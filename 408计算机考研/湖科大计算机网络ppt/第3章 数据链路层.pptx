
<file path=[Content_Types].xml><?xml version="1.0" encoding="utf-8"?>
<Types xmlns="http://schemas.openxmlformats.org/package/2006/content-types">
  <Default Extension="jpeg" ContentType="image/jpeg"/>
  <Default Extension="jpg" ContentType="image/jpeg"/>
  <Default Extension="mp4" ContentType="video/mp4"/>
  <Default Extension="png" ContentType="image/png"/>
  <Default Extension="rels" ContentType="application/vnd.openxmlformats-package.relationships+xml"/>
  <Default Extension="svg" ContentType="image/svg+xml"/>
  <Default Extension="xml" ContentType="application/xml"/>
  <Override PartName="/ppt/presentation.xml" ContentType="application/vnd.openxmlformats-officedocument.presentationml.presentation.main+xml"/>
  <Override PartName="/ppt/slideMasters/slideMaster1.xml" ContentType="application/vnd.openxmlformats-officedocument.presentationml.slideMaster+xml"/>
  <Override PartName="/ppt/slides/slide1.xml" ContentType="application/vnd.openxmlformats-officedocument.presentationml.slide+xml"/>
  <Override PartName="/ppt/slides/slide2.xml" ContentType="application/vnd.openxmlformats-officedocument.presentationml.slide+xml"/>
  <Override PartName="/ppt/slides/slide3.xml" ContentType="application/vnd.openxmlformats-officedocument.presentationml.slide+xml"/>
  <Override PartName="/ppt/slides/slide4.xml" ContentType="application/vnd.openxmlformats-officedocument.presentationml.slide+xml"/>
  <Override PartName="/ppt/slides/slide5.xml" ContentType="application/vnd.openxmlformats-officedocument.presentationml.slide+xml"/>
  <Override PartName="/ppt/slides/slide6.xml" ContentType="application/vnd.openxmlformats-officedocument.presentationml.slide+xml"/>
  <Override PartName="/ppt/slides/slide7.xml" ContentType="application/vnd.openxmlformats-officedocument.presentationml.slide+xml"/>
  <Override PartName="/ppt/slides/slide8.xml" ContentType="application/vnd.openxmlformats-officedocument.presentationml.slide+xml"/>
  <Override PartName="/ppt/slides/slide9.xml" ContentType="application/vnd.openxmlformats-officedocument.presentationml.slide+xml"/>
  <Override PartName="/ppt/slides/slide10.xml" ContentType="application/vnd.openxmlformats-officedocument.presentationml.slide+xml"/>
  <Override PartName="/ppt/slides/slide11.xml" ContentType="application/vnd.openxmlformats-officedocument.presentationml.slide+xml"/>
  <Override PartName="/ppt/slides/slide12.xml" ContentType="application/vnd.openxmlformats-officedocument.presentationml.slide+xml"/>
  <Override PartName="/ppt/slides/slide13.xml" ContentType="application/vnd.openxmlformats-officedocument.presentationml.slide+xml"/>
  <Override PartName="/ppt/slides/slide14.xml" ContentType="application/vnd.openxmlformats-officedocument.presentationml.slide+xml"/>
  <Override PartName="/ppt/slides/slide15.xml" ContentType="application/vnd.openxmlformats-officedocument.presentationml.slide+xml"/>
  <Override PartName="/ppt/slides/slide16.xml" ContentType="application/vnd.openxmlformats-officedocument.presentationml.slide+xml"/>
  <Override PartName="/ppt/slides/slide17.xml" ContentType="application/vnd.openxmlformats-officedocument.presentationml.slide+xml"/>
  <Override PartName="/ppt/slides/slide18.xml" ContentType="application/vnd.openxmlformats-officedocument.presentationml.slide+xml"/>
  <Override PartName="/ppt/slides/slide19.xml" ContentType="application/vnd.openxmlformats-officedocument.presentationml.slide+xml"/>
  <Override PartName="/ppt/slides/slide20.xml" ContentType="application/vnd.openxmlformats-officedocument.presentationml.slide+xml"/>
  <Override PartName="/ppt/slides/slide21.xml" ContentType="application/vnd.openxmlformats-officedocument.presentationml.slide+xml"/>
  <Override PartName="/ppt/slides/slide22.xml" ContentType="application/vnd.openxmlformats-officedocument.presentationml.slide+xml"/>
  <Override PartName="/ppt/slides/slide23.xml" ContentType="application/vnd.openxmlformats-officedocument.presentationml.slide+xml"/>
  <Override PartName="/ppt/slides/slide24.xml" ContentType="application/vnd.openxmlformats-officedocument.presentationml.slide+xml"/>
  <Override PartName="/ppt/slides/slide25.xml" ContentType="application/vnd.openxmlformats-officedocument.presentationml.slide+xml"/>
  <Override PartName="/ppt/slides/slide26.xml" ContentType="application/vnd.openxmlformats-officedocument.presentationml.slide+xml"/>
  <Override PartName="/ppt/slides/slide27.xml" ContentType="application/vnd.openxmlformats-officedocument.presentationml.slide+xml"/>
  <Override PartName="/ppt/slides/slide28.xml" ContentType="application/vnd.openxmlformats-officedocument.presentationml.slide+xml"/>
  <Override PartName="/ppt/slides/slide29.xml" ContentType="application/vnd.openxmlformats-officedocument.presentationml.slide+xml"/>
  <Override PartName="/ppt/slides/slide30.xml" ContentType="application/vnd.openxmlformats-officedocument.presentationml.slide+xml"/>
  <Override PartName="/ppt/slides/slide31.xml" ContentType="application/vnd.openxmlformats-officedocument.presentationml.slide+xml"/>
  <Override PartName="/ppt/slides/slide32.xml" ContentType="application/vnd.openxmlformats-officedocument.presentationml.slide+xml"/>
  <Override PartName="/ppt/slides/slide33.xml" ContentType="application/vnd.openxmlformats-officedocument.presentationml.slide+xml"/>
  <Override PartName="/ppt/slides/slide34.xml" ContentType="application/vnd.openxmlformats-officedocument.presentationml.slide+xml"/>
  <Override PartName="/ppt/slides/slide35.xml" ContentType="application/vnd.openxmlformats-officedocument.presentationml.slide+xml"/>
  <Override PartName="/ppt/slides/slide36.xml" ContentType="application/vnd.openxmlformats-officedocument.presentationml.slide+xml"/>
  <Override PartName="/ppt/slides/slide37.xml" ContentType="application/vnd.openxmlformats-officedocument.presentationml.slide+xml"/>
  <Override PartName="/ppt/slides/slide38.xml" ContentType="application/vnd.openxmlformats-officedocument.presentationml.slide+xml"/>
  <Override PartName="/ppt/slides/slide39.xml" ContentType="application/vnd.openxmlformats-officedocument.presentationml.slide+xml"/>
  <Override PartName="/ppt/slides/slide40.xml" ContentType="application/vnd.openxmlformats-officedocument.presentationml.slide+xml"/>
  <Override PartName="/ppt/slides/slide41.xml" ContentType="application/vnd.openxmlformats-officedocument.presentationml.slide+xml"/>
  <Override PartName="/ppt/slides/slide42.xml" ContentType="application/vnd.openxmlformats-officedocument.presentationml.slide+xml"/>
  <Override PartName="/ppt/slides/slide43.xml" ContentType="application/vnd.openxmlformats-officedocument.presentationml.slide+xml"/>
  <Override PartName="/ppt/slides/slide44.xml" ContentType="application/vnd.openxmlformats-officedocument.presentationml.slide+xml"/>
  <Override PartName="/ppt/slides/slide45.xml" ContentType="application/vnd.openxmlformats-officedocument.presentationml.slide+xml"/>
  <Override PartName="/ppt/slides/slide46.xml" ContentType="application/vnd.openxmlformats-officedocument.presentationml.slide+xml"/>
  <Override PartName="/ppt/slides/slide47.xml" ContentType="application/vnd.openxmlformats-officedocument.presentationml.slide+xml"/>
  <Override PartName="/ppt/slides/slide48.xml" ContentType="application/vnd.openxmlformats-officedocument.presentationml.slide+xml"/>
  <Override PartName="/ppt/slides/slide49.xml" ContentType="application/vnd.openxmlformats-officedocument.presentationml.slide+xml"/>
  <Override PartName="/ppt/slides/slide50.xml" ContentType="application/vnd.openxmlformats-officedocument.presentationml.slide+xml"/>
  <Override PartName="/ppt/slides/slide51.xml" ContentType="application/vnd.openxmlformats-officedocument.presentationml.slide+xml"/>
  <Override PartName="/ppt/slides/slide52.xml" ContentType="application/vnd.openxmlformats-officedocument.presentationml.slide+xml"/>
  <Override PartName="/ppt/slides/slide53.xml" ContentType="application/vnd.openxmlformats-officedocument.presentationml.slide+xml"/>
  <Override PartName="/ppt/slides/slide54.xml" ContentType="application/vnd.openxmlformats-officedocument.presentationml.slide+xml"/>
  <Override PartName="/ppt/slides/slide55.xml" ContentType="application/vnd.openxmlformats-officedocument.presentationml.slide+xml"/>
  <Override PartName="/ppt/slides/slide56.xml" ContentType="application/vnd.openxmlformats-officedocument.presentationml.slide+xml"/>
  <Override PartName="/ppt/slides/slide57.xml" ContentType="application/vnd.openxmlformats-officedocument.presentationml.slide+xml"/>
  <Override PartName="/ppt/slides/slide58.xml" ContentType="application/vnd.openxmlformats-officedocument.presentationml.slide+xml"/>
  <Override PartName="/ppt/slides/slide59.xml" ContentType="application/vnd.openxmlformats-officedocument.presentationml.slide+xml"/>
  <Override PartName="/ppt/slides/slide60.xml" ContentType="application/vnd.openxmlformats-officedocument.presentationml.slide+xml"/>
  <Override PartName="/ppt/slides/slide61.xml" ContentType="application/vnd.openxmlformats-officedocument.presentationml.slide+xml"/>
  <Override PartName="/ppt/slides/slide62.xml" ContentType="application/vnd.openxmlformats-officedocument.presentationml.slide+xml"/>
  <Override PartName="/ppt/slides/slide63.xml" ContentType="application/vnd.openxmlformats-officedocument.presentationml.slide+xml"/>
  <Override PartName="/ppt/slides/slide64.xml" ContentType="application/vnd.openxmlformats-officedocument.presentationml.slide+xml"/>
  <Override PartName="/ppt/slides/slide65.xml" ContentType="application/vnd.openxmlformats-officedocument.presentationml.slide+xml"/>
  <Override PartName="/ppt/slides/slide66.xml" ContentType="application/vnd.openxmlformats-officedocument.presentationml.slide+xml"/>
  <Override PartName="/ppt/slides/slide67.xml" ContentType="application/vnd.openxmlformats-officedocument.presentationml.slide+xml"/>
  <Override PartName="/ppt/slides/slide68.xml" ContentType="application/vnd.openxmlformats-officedocument.presentationml.slide+xml"/>
  <Override PartName="/ppt/slides/slide69.xml" ContentType="application/vnd.openxmlformats-officedocument.presentationml.slide+xml"/>
  <Override PartName="/ppt/slides/slide70.xml" ContentType="application/vnd.openxmlformats-officedocument.presentationml.slide+xml"/>
  <Override PartName="/ppt/slides/slide71.xml" ContentType="application/vnd.openxmlformats-officedocument.presentationml.slide+xml"/>
  <Override PartName="/ppt/slides/slide72.xml" ContentType="application/vnd.openxmlformats-officedocument.presentationml.slide+xml"/>
  <Override PartName="/ppt/slides/slide73.xml" ContentType="application/vnd.openxmlformats-officedocument.presentationml.slide+xml"/>
  <Override PartName="/ppt/slides/slide74.xml" ContentType="application/vnd.openxmlformats-officedocument.presentationml.slide+xml"/>
  <Override PartName="/ppt/slides/slide75.xml" ContentType="application/vnd.openxmlformats-officedocument.presentationml.slide+xml"/>
  <Override PartName="/ppt/slides/slide76.xml" ContentType="application/vnd.openxmlformats-officedocument.presentationml.slide+xml"/>
  <Override PartName="/ppt/slides/slide77.xml" ContentType="application/vnd.openxmlformats-officedocument.presentationml.slide+xml"/>
  <Override PartName="/ppt/slides/slide78.xml" ContentType="application/vnd.openxmlformats-officedocument.presentationml.slide+xml"/>
  <Override PartName="/ppt/slides/slide79.xml" ContentType="application/vnd.openxmlformats-officedocument.presentationml.slide+xml"/>
  <Override PartName="/ppt/slides/slide80.xml" ContentType="application/vnd.openxmlformats-officedocument.presentationml.slide+xml"/>
  <Override PartName="/ppt/slides/slide81.xml" ContentType="application/vnd.openxmlformats-officedocument.presentationml.slide+xml"/>
  <Override PartName="/ppt/slides/slide82.xml" ContentType="application/vnd.openxmlformats-officedocument.presentationml.slide+xml"/>
  <Override PartName="/ppt/slides/slide83.xml" ContentType="application/vnd.openxmlformats-officedocument.presentationml.slide+xml"/>
  <Override PartName="/ppt/slides/slide84.xml" ContentType="application/vnd.openxmlformats-officedocument.presentationml.slide+xml"/>
  <Override PartName="/ppt/slides/slide85.xml" ContentType="application/vnd.openxmlformats-officedocument.presentationml.slide+xml"/>
  <Override PartName="/ppt/slides/slide86.xml" ContentType="application/vnd.openxmlformats-officedocument.presentationml.slide+xml"/>
  <Override PartName="/ppt/slides/slide87.xml" ContentType="application/vnd.openxmlformats-officedocument.presentationml.slide+xml"/>
  <Override PartName="/ppt/slides/slide88.xml" ContentType="application/vnd.openxmlformats-officedocument.presentationml.slide+xml"/>
  <Override PartName="/ppt/slides/slide89.xml" ContentType="application/vnd.openxmlformats-officedocument.presentationml.slide+xml"/>
  <Override PartName="/ppt/slides/slide90.xml" ContentType="application/vnd.openxmlformats-officedocument.presentationml.slide+xml"/>
  <Override PartName="/ppt/slides/slide91.xml" ContentType="application/vnd.openxmlformats-officedocument.presentationml.slide+xml"/>
  <Override PartName="/ppt/slides/slide92.xml" ContentType="application/vnd.openxmlformats-officedocument.presentationml.slide+xml"/>
  <Override PartName="/ppt/slides/slide93.xml" ContentType="application/vnd.openxmlformats-officedocument.presentationml.slide+xml"/>
  <Override PartName="/ppt/slides/slide94.xml" ContentType="application/vnd.openxmlformats-officedocument.presentationml.slide+xml"/>
  <Override PartName="/ppt/slides/slide95.xml" ContentType="application/vnd.openxmlformats-officedocument.presentationml.slide+xml"/>
  <Override PartName="/ppt/slides/slide96.xml" ContentType="application/vnd.openxmlformats-officedocument.presentationml.slide+xml"/>
  <Override PartName="/ppt/slides/slide97.xml" ContentType="application/vnd.openxmlformats-officedocument.presentationml.slide+xml"/>
  <Override PartName="/ppt/slides/slide98.xml" ContentType="application/vnd.openxmlformats-officedocument.presentationml.slide+xml"/>
  <Override PartName="/ppt/slides/slide99.xml" ContentType="application/vnd.openxmlformats-officedocument.presentationml.slide+xml"/>
  <Override PartName="/ppt/slides/slide100.xml" ContentType="application/vnd.openxmlformats-officedocument.presentationml.slide+xml"/>
  <Override PartName="/ppt/slides/slide101.xml" ContentType="application/vnd.openxmlformats-officedocument.presentationml.slide+xml"/>
  <Override PartName="/ppt/slides/slide102.xml" ContentType="application/vnd.openxmlformats-officedocument.presentationml.slide+xml"/>
  <Override PartName="/ppt/slides/slide103.xml" ContentType="application/vnd.openxmlformats-officedocument.presentationml.slide+xml"/>
  <Override PartName="/ppt/slides/slide104.xml" ContentType="application/vnd.openxmlformats-officedocument.presentationml.slide+xml"/>
  <Override PartName="/ppt/slides/slide105.xml" ContentType="application/vnd.openxmlformats-officedocument.presentationml.slide+xml"/>
  <Override PartName="/ppt/slides/slide106.xml" ContentType="application/vnd.openxmlformats-officedocument.presentationml.slide+xml"/>
  <Override PartName="/ppt/slides/slide107.xml" ContentType="application/vnd.openxmlformats-officedocument.presentationml.slide+xml"/>
  <Override PartName="/ppt/slides/slide108.xml" ContentType="application/vnd.openxmlformats-officedocument.presentationml.slide+xml"/>
  <Override PartName="/ppt/slides/slide109.xml" ContentType="application/vnd.openxmlformats-officedocument.presentationml.slide+xml"/>
  <Override PartName="/ppt/slides/slide110.xml" ContentType="application/vnd.openxmlformats-officedocument.presentationml.slide+xml"/>
  <Override PartName="/ppt/slides/slide111.xml" ContentType="application/vnd.openxmlformats-officedocument.presentationml.slide+xml"/>
  <Override PartName="/ppt/slides/slide112.xml" ContentType="application/vnd.openxmlformats-officedocument.presentationml.slide+xml"/>
  <Override PartName="/ppt/slides/slide113.xml" ContentType="application/vnd.openxmlformats-officedocument.presentationml.slide+xml"/>
  <Override PartName="/ppt/slides/slide114.xml" ContentType="application/vnd.openxmlformats-officedocument.presentationml.slide+xml"/>
  <Override PartName="/ppt/slides/slide115.xml" ContentType="application/vnd.openxmlformats-officedocument.presentationml.slide+xml"/>
  <Override PartName="/ppt/slides/slide116.xml" ContentType="application/vnd.openxmlformats-officedocument.presentationml.slide+xml"/>
  <Override PartName="/ppt/slides/slide117.xml" ContentType="application/vnd.openxmlformats-officedocument.presentationml.slide+xml"/>
  <Override PartName="/ppt/slides/slide118.xml" ContentType="application/vnd.openxmlformats-officedocument.presentationml.slide+xml"/>
  <Override PartName="/ppt/slides/slide119.xml" ContentType="application/vnd.openxmlformats-officedocument.presentationml.slide+xml"/>
  <Override PartName="/ppt/slides/slide120.xml" ContentType="application/vnd.openxmlformats-officedocument.presentationml.slide+xml"/>
  <Override PartName="/ppt/slides/slide121.xml" ContentType="application/vnd.openxmlformats-officedocument.presentationml.slide+xml"/>
  <Override PartName="/ppt/slides/slide122.xml" ContentType="application/vnd.openxmlformats-officedocument.presentationml.slide+xml"/>
  <Override PartName="/ppt/slides/slide123.xml" ContentType="application/vnd.openxmlformats-officedocument.presentationml.slide+xml"/>
  <Override PartName="/ppt/slides/slide124.xml" ContentType="application/vnd.openxmlformats-officedocument.presentationml.slide+xml"/>
  <Override PartName="/ppt/slides/slide125.xml" ContentType="application/vnd.openxmlformats-officedocument.presentationml.slide+xml"/>
  <Override PartName="/ppt/slides/slide126.xml" ContentType="application/vnd.openxmlformats-officedocument.presentationml.slide+xml"/>
  <Override PartName="/ppt/slides/slide127.xml" ContentType="application/vnd.openxmlformats-officedocument.presentationml.slide+xml"/>
  <Override PartName="/ppt/slides/slide128.xml" ContentType="application/vnd.openxmlformats-officedocument.presentationml.slide+xml"/>
  <Override PartName="/ppt/slides/slide129.xml" ContentType="application/vnd.openxmlformats-officedocument.presentationml.slide+xml"/>
  <Override PartName="/ppt/slides/slide130.xml" ContentType="application/vnd.openxmlformats-officedocument.presentationml.slide+xml"/>
  <Override PartName="/ppt/slides/slide131.xml" ContentType="application/vnd.openxmlformats-officedocument.presentationml.slide+xml"/>
  <Override PartName="/ppt/slides/slide132.xml" ContentType="application/vnd.openxmlformats-officedocument.presentationml.slide+xml"/>
  <Override PartName="/ppt/slides/slide133.xml" ContentType="application/vnd.openxmlformats-officedocument.presentationml.slide+xml"/>
  <Override PartName="/ppt/slides/slide134.xml" ContentType="application/vnd.openxmlformats-officedocument.presentationml.slide+xml"/>
  <Override PartName="/ppt/slides/slide135.xml" ContentType="application/vnd.openxmlformats-officedocument.presentationml.slide+xml"/>
  <Override PartName="/ppt/slides/slide136.xml" ContentType="application/vnd.openxmlformats-officedocument.presentationml.slide+xml"/>
  <Override PartName="/ppt/slides/slide137.xml" ContentType="application/vnd.openxmlformats-officedocument.presentationml.slide+xml"/>
  <Override PartName="/ppt/slides/slide138.xml" ContentType="application/vnd.openxmlformats-officedocument.presentationml.slide+xml"/>
  <Override PartName="/ppt/slides/slide139.xml" ContentType="application/vnd.openxmlformats-officedocument.presentationml.slide+xml"/>
  <Override PartName="/ppt/slides/slide140.xml" ContentType="application/vnd.openxmlformats-officedocument.presentationml.slide+xml"/>
  <Override PartName="/ppt/slides/slide141.xml" ContentType="application/vnd.openxmlformats-officedocument.presentationml.slide+xml"/>
  <Override PartName="/ppt/slides/slide142.xml" ContentType="application/vnd.openxmlformats-officedocument.presentationml.slide+xml"/>
  <Override PartName="/ppt/slides/slide143.xml" ContentType="application/vnd.openxmlformats-officedocument.presentationml.slide+xml"/>
  <Override PartName="/ppt/slides/slide144.xml" ContentType="application/vnd.openxmlformats-officedocument.presentationml.slide+xml"/>
  <Override PartName="/ppt/slides/slide145.xml" ContentType="application/vnd.openxmlformats-officedocument.presentationml.slide+xml"/>
  <Override PartName="/ppt/slides/slide146.xml" ContentType="application/vnd.openxmlformats-officedocument.presentationml.slide+xml"/>
  <Override PartName="/ppt/slides/slide147.xml" ContentType="application/vnd.openxmlformats-officedocument.presentationml.slide+xml"/>
  <Override PartName="/ppt/slides/slide148.xml" ContentType="application/vnd.openxmlformats-officedocument.presentationml.slide+xml"/>
  <Override PartName="/ppt/slides/slide149.xml" ContentType="application/vnd.openxmlformats-officedocument.presentationml.slide+xml"/>
  <Override PartName="/ppt/slides/slide150.xml" ContentType="application/vnd.openxmlformats-officedocument.presentationml.slide+xml"/>
  <Override PartName="/ppt/slides/slide151.xml" ContentType="application/vnd.openxmlformats-officedocument.presentationml.slide+xml"/>
  <Override PartName="/ppt/slides/slide152.xml" ContentType="application/vnd.openxmlformats-officedocument.presentationml.slide+xml"/>
  <Override PartName="/ppt/slides/slide153.xml" ContentType="application/vnd.openxmlformats-officedocument.presentationml.slide+xml"/>
  <Override PartName="/ppt/slides/slide154.xml" ContentType="application/vnd.openxmlformats-officedocument.presentationml.slide+xml"/>
  <Override PartName="/ppt/slides/slide155.xml" ContentType="application/vnd.openxmlformats-officedocument.presentationml.slide+xml"/>
  <Override PartName="/ppt/slides/slide156.xml" ContentType="application/vnd.openxmlformats-officedocument.presentationml.slide+xml"/>
  <Override PartName="/ppt/slides/slide157.xml" ContentType="application/vnd.openxmlformats-officedocument.presentationml.slide+xml"/>
  <Override PartName="/ppt/slides/slide158.xml" ContentType="application/vnd.openxmlformats-officedocument.presentationml.slide+xml"/>
  <Override PartName="/ppt/slides/slide159.xml" ContentType="application/vnd.openxmlformats-officedocument.presentationml.slide+xml"/>
  <Override PartName="/ppt/slides/slide160.xml" ContentType="application/vnd.openxmlformats-officedocument.presentationml.slide+xml"/>
  <Override PartName="/ppt/slides/slide161.xml" ContentType="application/vnd.openxmlformats-officedocument.presentationml.slide+xml"/>
  <Override PartName="/ppt/slides/slide162.xml" ContentType="application/vnd.openxmlformats-officedocument.presentationml.slide+xml"/>
  <Override PartName="/ppt/slides/slide163.xml" ContentType="application/vnd.openxmlformats-officedocument.presentationml.slide+xml"/>
  <Override PartName="/ppt/slides/slide164.xml" ContentType="application/vnd.openxmlformats-officedocument.presentationml.slide+xml"/>
  <Override PartName="/ppt/slides/slide165.xml" ContentType="application/vnd.openxmlformats-officedocument.presentationml.slide+xml"/>
  <Override PartName="/ppt/slides/slide166.xml" ContentType="application/vnd.openxmlformats-officedocument.presentationml.slide+xml"/>
  <Override PartName="/ppt/slides/slide167.xml" ContentType="application/vnd.openxmlformats-officedocument.presentationml.slide+xml"/>
  <Override PartName="/ppt/slides/slide168.xml" ContentType="application/vnd.openxmlformats-officedocument.presentationml.slide+xml"/>
  <Override PartName="/ppt/slides/slide169.xml" ContentType="application/vnd.openxmlformats-officedocument.presentationml.slide+xml"/>
  <Override PartName="/ppt/slides/slide170.xml" ContentType="application/vnd.openxmlformats-officedocument.presentationml.slide+xml"/>
  <Override PartName="/ppt/slides/slide171.xml" ContentType="application/vnd.openxmlformats-officedocument.presentationml.slide+xml"/>
  <Override PartName="/ppt/slides/slide172.xml" ContentType="application/vnd.openxmlformats-officedocument.presentationml.slide+xml"/>
  <Override PartName="/ppt/slides/slide173.xml" ContentType="application/vnd.openxmlformats-officedocument.presentationml.slide+xml"/>
  <Override PartName="/ppt/slides/slide174.xml" ContentType="application/vnd.openxmlformats-officedocument.presentationml.slide+xml"/>
  <Override PartName="/ppt/slides/slide175.xml" ContentType="application/vnd.openxmlformats-officedocument.presentationml.slide+xml"/>
  <Override PartName="/ppt/slides/slide176.xml" ContentType="application/vnd.openxmlformats-officedocument.presentationml.slide+xml"/>
  <Override PartName="/ppt/slides/slide177.xml" ContentType="application/vnd.openxmlformats-officedocument.presentationml.slide+xml"/>
  <Override PartName="/ppt/slides/slide178.xml" ContentType="application/vnd.openxmlformats-officedocument.presentationml.slide+xml"/>
  <Override PartName="/ppt/slides/slide179.xml" ContentType="application/vnd.openxmlformats-officedocument.presentationml.slide+xml"/>
  <Override PartName="/ppt/slides/slide180.xml" ContentType="application/vnd.openxmlformats-officedocument.presentationml.slide+xml"/>
  <Override PartName="/ppt/slides/slide181.xml" ContentType="application/vnd.openxmlformats-officedocument.presentationml.slide+xml"/>
  <Override PartName="/ppt/slides/slide182.xml" ContentType="application/vnd.openxmlformats-officedocument.presentationml.slide+xml"/>
  <Override PartName="/ppt/slides/slide183.xml" ContentType="application/vnd.openxmlformats-officedocument.presentationml.slide+xml"/>
  <Override PartName="/ppt/slides/slide184.xml" ContentType="application/vnd.openxmlformats-officedocument.presentationml.slide+xml"/>
  <Override PartName="/ppt/slides/slide185.xml" ContentType="application/vnd.openxmlformats-officedocument.presentationml.slide+xml"/>
  <Override PartName="/ppt/slides/slide186.xml" ContentType="application/vnd.openxmlformats-officedocument.presentationml.slide+xml"/>
  <Override PartName="/ppt/slides/slide187.xml" ContentType="application/vnd.openxmlformats-officedocument.presentationml.slide+xml"/>
  <Override PartName="/ppt/slides/slide188.xml" ContentType="application/vnd.openxmlformats-officedocument.presentationml.slide+xml"/>
  <Override PartName="/ppt/slides/slide189.xml" ContentType="application/vnd.openxmlformats-officedocument.presentationml.slide+xml"/>
  <Override PartName="/ppt/slides/slide190.xml" ContentType="application/vnd.openxmlformats-officedocument.presentationml.slide+xml"/>
  <Override PartName="/ppt/slides/slide191.xml" ContentType="application/vnd.openxmlformats-officedocument.presentationml.slide+xml"/>
  <Override PartName="/ppt/slides/slide192.xml" ContentType="application/vnd.openxmlformats-officedocument.presentationml.slide+xml"/>
  <Override PartName="/ppt/slides/slide193.xml" ContentType="application/vnd.openxmlformats-officedocument.presentationml.slide+xml"/>
  <Override PartName="/ppt/slides/slide194.xml" ContentType="application/vnd.openxmlformats-officedocument.presentationml.slide+xml"/>
  <Override PartName="/ppt/slides/slide195.xml" ContentType="application/vnd.openxmlformats-officedocument.presentationml.slide+xml"/>
  <Override PartName="/ppt/slides/slide196.xml" ContentType="application/vnd.openxmlformats-officedocument.presentationml.slide+xml"/>
  <Override PartName="/ppt/slides/slide197.xml" ContentType="application/vnd.openxmlformats-officedocument.presentationml.slide+xml"/>
  <Override PartName="/ppt/slides/slide198.xml" ContentType="application/vnd.openxmlformats-officedocument.presentationml.slide+xml"/>
  <Override PartName="/ppt/slides/slide199.xml" ContentType="application/vnd.openxmlformats-officedocument.presentationml.slide+xml"/>
  <Override PartName="/ppt/slides/slide200.xml" ContentType="application/vnd.openxmlformats-officedocument.presentationml.slide+xml"/>
  <Override PartName="/ppt/slides/slide201.xml" ContentType="application/vnd.openxmlformats-officedocument.presentationml.slide+xml"/>
  <Override PartName="/ppt/slides/slide202.xml" ContentType="application/vnd.openxmlformats-officedocument.presentationml.slide+xml"/>
  <Override PartName="/ppt/slides/slide203.xml" ContentType="application/vnd.openxmlformats-officedocument.presentationml.slide+xml"/>
  <Override PartName="/ppt/slides/slide204.xml" ContentType="application/vnd.openxmlformats-officedocument.presentationml.slide+xml"/>
  <Override PartName="/ppt/slides/slide205.xml" ContentType="application/vnd.openxmlformats-officedocument.presentationml.slide+xml"/>
  <Override PartName="/ppt/slides/slide206.xml" ContentType="application/vnd.openxmlformats-officedocument.presentationml.slide+xml"/>
  <Override PartName="/ppt/slides/slide207.xml" ContentType="application/vnd.openxmlformats-officedocument.presentationml.slide+xml"/>
  <Override PartName="/ppt/slides/slide208.xml" ContentType="application/vnd.openxmlformats-officedocument.presentationml.slide+xml"/>
  <Override PartName="/ppt/slides/slide209.xml" ContentType="application/vnd.openxmlformats-officedocument.presentationml.slide+xml"/>
  <Override PartName="/ppt/slides/slide210.xml" ContentType="application/vnd.openxmlformats-officedocument.presentationml.slide+xml"/>
  <Override PartName="/ppt/slides/slide211.xml" ContentType="application/vnd.openxmlformats-officedocument.presentationml.slide+xml"/>
  <Override PartName="/ppt/slides/slide212.xml" ContentType="application/vnd.openxmlformats-officedocument.presentationml.slide+xml"/>
  <Override PartName="/ppt/slides/slide213.xml" ContentType="application/vnd.openxmlformats-officedocument.presentationml.slide+xml"/>
  <Override PartName="/ppt/slides/slide214.xml" ContentType="application/vnd.openxmlformats-officedocument.presentationml.slide+xml"/>
  <Override PartName="/ppt/slides/slide215.xml" ContentType="application/vnd.openxmlformats-officedocument.presentationml.slide+xml"/>
  <Override PartName="/ppt/slides/slide216.xml" ContentType="application/vnd.openxmlformats-officedocument.presentationml.slide+xml"/>
  <Override PartName="/ppt/slides/slide217.xml" ContentType="application/vnd.openxmlformats-officedocument.presentationml.slide+xml"/>
  <Override PartName="/ppt/slides/slide218.xml" ContentType="application/vnd.openxmlformats-officedocument.presentationml.slide+xml"/>
  <Override PartName="/ppt/slides/slide219.xml" ContentType="application/vnd.openxmlformats-officedocument.presentationml.slide+xml"/>
  <Override PartName="/ppt/slides/slide220.xml" ContentType="application/vnd.openxmlformats-officedocument.presentationml.slide+xml"/>
  <Override PartName="/ppt/slides/slide221.xml" ContentType="application/vnd.openxmlformats-officedocument.presentationml.slide+xml"/>
  <Override PartName="/ppt/slides/slide222.xml" ContentType="application/vnd.openxmlformats-officedocument.presentationml.slide+xml"/>
  <Override PartName="/ppt/slides/slide223.xml" ContentType="application/vnd.openxmlformats-officedocument.presentationml.slide+xml"/>
  <Override PartName="/ppt/slides/slide224.xml" ContentType="application/vnd.openxmlformats-officedocument.presentationml.slide+xml"/>
  <Override PartName="/ppt/slides/slide225.xml" ContentType="application/vnd.openxmlformats-officedocument.presentationml.slide+xml"/>
  <Override PartName="/ppt/slides/slide226.xml" ContentType="application/vnd.openxmlformats-officedocument.presentationml.slide+xml"/>
  <Override PartName="/ppt/slides/slide227.xml" ContentType="application/vnd.openxmlformats-officedocument.presentationml.slide+xml"/>
  <Override PartName="/ppt/slides/slide228.xml" ContentType="application/vnd.openxmlformats-officedocument.presentationml.slide+xml"/>
  <Override PartName="/ppt/slides/slide229.xml" ContentType="application/vnd.openxmlformats-officedocument.presentationml.slide+xml"/>
  <Override PartName="/ppt/slides/slide230.xml" ContentType="application/vnd.openxmlformats-officedocument.presentationml.slide+xml"/>
  <Override PartName="/ppt/slides/slide231.xml" ContentType="application/vnd.openxmlformats-officedocument.presentationml.slide+xml"/>
  <Override PartName="/ppt/slides/slide232.xml" ContentType="application/vnd.openxmlformats-officedocument.presentationml.slide+xml"/>
  <Override PartName="/ppt/slides/slide233.xml" ContentType="application/vnd.openxmlformats-officedocument.presentationml.slide+xml"/>
  <Override PartName="/ppt/slides/slide234.xml" ContentType="application/vnd.openxmlformats-officedocument.presentationml.slide+xml"/>
  <Override PartName="/ppt/slides/slide235.xml" ContentType="application/vnd.openxmlformats-officedocument.presentationml.slide+xml"/>
  <Override PartName="/ppt/slides/slide236.xml" ContentType="application/vnd.openxmlformats-officedocument.presentationml.slide+xml"/>
  <Override PartName="/ppt/slides/slide237.xml" ContentType="application/vnd.openxmlformats-officedocument.presentationml.slide+xml"/>
  <Override PartName="/ppt/slides/slide238.xml" ContentType="application/vnd.openxmlformats-officedocument.presentationml.slide+xml"/>
  <Override PartName="/ppt/slides/slide239.xml" ContentType="application/vnd.openxmlformats-officedocument.presentationml.slide+xml"/>
  <Override PartName="/ppt/slides/slide240.xml" ContentType="application/vnd.openxmlformats-officedocument.presentationml.slide+xml"/>
  <Override PartName="/ppt/slides/slide241.xml" ContentType="application/vnd.openxmlformats-officedocument.presentationml.slide+xml"/>
  <Override PartName="/ppt/slides/slide242.xml" ContentType="application/vnd.openxmlformats-officedocument.presentationml.slide+xml"/>
  <Override PartName="/ppt/slides/slide243.xml" ContentType="application/vnd.openxmlformats-officedocument.presentationml.slide+xml"/>
  <Override PartName="/ppt/slides/slide244.xml" ContentType="application/vnd.openxmlformats-officedocument.presentationml.slide+xml"/>
  <Override PartName="/ppt/slides/slide245.xml" ContentType="application/vnd.openxmlformats-officedocument.presentationml.slide+xml"/>
  <Override PartName="/ppt/slides/slide246.xml" ContentType="application/vnd.openxmlformats-officedocument.presentationml.slide+xml"/>
  <Override PartName="/ppt/slides/slide247.xml" ContentType="application/vnd.openxmlformats-officedocument.presentationml.slide+xml"/>
  <Override PartName="/ppt/slides/slide248.xml" ContentType="application/vnd.openxmlformats-officedocument.presentationml.slide+xml"/>
  <Override PartName="/ppt/slides/slide249.xml" ContentType="application/vnd.openxmlformats-officedocument.presentationml.slide+xml"/>
  <Override PartName="/ppt/slides/slide250.xml" ContentType="application/vnd.openxmlformats-officedocument.presentationml.slide+xml"/>
  <Override PartName="/ppt/slides/slide251.xml" ContentType="application/vnd.openxmlformats-officedocument.presentationml.slide+xml"/>
  <Override PartName="/ppt/slides/slide252.xml" ContentType="application/vnd.openxmlformats-officedocument.presentationml.slide+xml"/>
  <Override PartName="/ppt/slides/slide253.xml" ContentType="application/vnd.openxmlformats-officedocument.presentationml.slide+xml"/>
  <Override PartName="/ppt/slides/slide254.xml" ContentType="application/vnd.openxmlformats-officedocument.presentationml.slide+xml"/>
  <Override PartName="/ppt/slides/slide255.xml" ContentType="application/vnd.openxmlformats-officedocument.presentationml.slide+xml"/>
  <Override PartName="/ppt/slides/slide256.xml" ContentType="application/vnd.openxmlformats-officedocument.presentationml.slide+xml"/>
  <Override PartName="/ppt/slides/slide257.xml" ContentType="application/vnd.openxmlformats-officedocument.presentationml.slide+xml"/>
  <Override PartName="/ppt/slides/slide258.xml" ContentType="application/vnd.openxmlformats-officedocument.presentationml.slide+xml"/>
  <Override PartName="/ppt/slides/slide259.xml" ContentType="application/vnd.openxmlformats-officedocument.presentationml.slide+xml"/>
  <Override PartName="/ppt/slides/slide260.xml" ContentType="application/vnd.openxmlformats-officedocument.presentationml.slide+xml"/>
  <Override PartName="/ppt/slides/slide261.xml" ContentType="application/vnd.openxmlformats-officedocument.presentationml.slide+xml"/>
  <Override PartName="/ppt/slides/slide262.xml" ContentType="application/vnd.openxmlformats-officedocument.presentationml.slide+xml"/>
  <Override PartName="/ppt/slides/slide263.xml" ContentType="application/vnd.openxmlformats-officedocument.presentationml.slide+xml"/>
  <Override PartName="/ppt/slides/slide264.xml" ContentType="application/vnd.openxmlformats-officedocument.presentationml.slide+xml"/>
  <Override PartName="/ppt/slides/slide265.xml" ContentType="application/vnd.openxmlformats-officedocument.presentationml.slide+xml"/>
  <Override PartName="/ppt/slides/slide266.xml" ContentType="application/vnd.openxmlformats-officedocument.presentationml.slide+xml"/>
  <Override PartName="/ppt/slides/slide267.xml" ContentType="application/vnd.openxmlformats-officedocument.presentationml.slide+xml"/>
  <Override PartName="/ppt/slides/slide268.xml" ContentType="application/vnd.openxmlformats-officedocument.presentationml.slide+xml"/>
  <Override PartName="/ppt/slides/slide269.xml" ContentType="application/vnd.openxmlformats-officedocument.presentationml.slide+xml"/>
  <Override PartName="/ppt/slides/slide270.xml" ContentType="application/vnd.openxmlformats-officedocument.presentationml.slide+xml"/>
  <Override PartName="/ppt/slides/slide271.xml" ContentType="application/vnd.openxmlformats-officedocument.presentationml.slide+xml"/>
  <Override PartName="/ppt/slides/slide272.xml" ContentType="application/vnd.openxmlformats-officedocument.presentationml.slide+xml"/>
  <Override PartName="/ppt/slides/slide273.xml" ContentType="application/vnd.openxmlformats-officedocument.presentationml.slide+xml"/>
  <Override PartName="/ppt/slides/slide274.xml" ContentType="application/vnd.openxmlformats-officedocument.presentationml.slide+xml"/>
  <Override PartName="/ppt/slides/slide275.xml" ContentType="application/vnd.openxmlformats-officedocument.presentationml.slide+xml"/>
  <Override PartName="/ppt/slides/slide276.xml" ContentType="application/vnd.openxmlformats-officedocument.presentationml.slide+xml"/>
  <Override PartName="/ppt/slides/slide277.xml" ContentType="application/vnd.openxmlformats-officedocument.presentationml.slide+xml"/>
  <Override PartName="/ppt/slides/slide278.xml" ContentType="application/vnd.openxmlformats-officedocument.presentationml.slide+xml"/>
  <Override PartName="/ppt/slides/slide279.xml" ContentType="application/vnd.openxmlformats-officedocument.presentationml.slide+xml"/>
  <Override PartName="/ppt/slides/slide280.xml" ContentType="application/vnd.openxmlformats-officedocument.presentationml.slide+xml"/>
  <Override PartName="/ppt/slides/slide281.xml" ContentType="application/vnd.openxmlformats-officedocument.presentationml.slide+xml"/>
  <Override PartName="/ppt/slides/slide282.xml" ContentType="application/vnd.openxmlformats-officedocument.presentationml.slide+xml"/>
  <Override PartName="/ppt/slides/slide283.xml" ContentType="application/vnd.openxmlformats-officedocument.presentationml.slide+xml"/>
  <Override PartName="/ppt/slides/slide284.xml" ContentType="application/vnd.openxmlformats-officedocument.presentationml.slide+xml"/>
  <Override PartName="/ppt/slides/slide285.xml" ContentType="application/vnd.openxmlformats-officedocument.presentationml.slide+xml"/>
  <Override PartName="/ppt/slides/slide286.xml" ContentType="application/vnd.openxmlformats-officedocument.presentationml.slide+xml"/>
  <Override PartName="/ppt/slides/slide287.xml" ContentType="application/vnd.openxmlformats-officedocument.presentationml.slide+xml"/>
  <Override PartName="/ppt/slides/slide288.xml" ContentType="application/vnd.openxmlformats-officedocument.presentationml.slide+xml"/>
  <Override PartName="/ppt/slides/slide289.xml" ContentType="application/vnd.openxmlformats-officedocument.presentationml.slide+xml"/>
  <Override PartName="/ppt/slides/slide290.xml" ContentType="application/vnd.openxmlformats-officedocument.presentationml.slide+xml"/>
  <Override PartName="/ppt/slides/slide291.xml" ContentType="application/vnd.openxmlformats-officedocument.presentationml.slide+xml"/>
  <Override PartName="/ppt/slides/slide292.xml" ContentType="application/vnd.openxmlformats-officedocument.presentationml.slide+xml"/>
  <Override PartName="/ppt/slides/slide293.xml" ContentType="application/vnd.openxmlformats-officedocument.presentationml.slide+xml"/>
  <Override PartName="/ppt/slides/slide294.xml" ContentType="application/vnd.openxmlformats-officedocument.presentationml.slide+xml"/>
  <Override PartName="/ppt/slides/slide295.xml" ContentType="application/vnd.openxmlformats-officedocument.presentationml.slide+xml"/>
  <Override PartName="/ppt/slides/slide296.xml" ContentType="application/vnd.openxmlformats-officedocument.presentationml.slide+xml"/>
  <Override PartName="/ppt/slides/slide297.xml" ContentType="application/vnd.openxmlformats-officedocument.presentationml.slide+xml"/>
  <Override PartName="/ppt/slides/slide298.xml" ContentType="application/vnd.openxmlformats-officedocument.presentationml.slide+xml"/>
  <Override PartName="/ppt/slides/slide299.xml" ContentType="application/vnd.openxmlformats-officedocument.presentationml.slide+xml"/>
  <Override PartName="/ppt/slides/slide300.xml" ContentType="application/vnd.openxmlformats-officedocument.presentationml.slide+xml"/>
  <Override PartName="/ppt/slides/slide301.xml" ContentType="application/vnd.openxmlformats-officedocument.presentationml.slide+xml"/>
  <Override PartName="/ppt/slides/slide302.xml" ContentType="application/vnd.openxmlformats-officedocument.presentationml.slide+xml"/>
  <Override PartName="/ppt/slides/slide303.xml" ContentType="application/vnd.openxmlformats-officedocument.presentationml.slide+xml"/>
  <Override PartName="/ppt/slides/slide304.xml" ContentType="application/vnd.openxmlformats-officedocument.presentationml.slide+xml"/>
  <Override PartName="/ppt/slides/slide305.xml" ContentType="application/vnd.openxmlformats-officedocument.presentationml.slide+xml"/>
  <Override PartName="/ppt/slides/slide306.xml" ContentType="application/vnd.openxmlformats-officedocument.presentationml.slide+xml"/>
  <Override PartName="/ppt/slides/slide307.xml" ContentType="application/vnd.openxmlformats-officedocument.presentationml.slide+xml"/>
  <Override PartName="/ppt/slides/slide308.xml" ContentType="application/vnd.openxmlformats-officedocument.presentationml.slide+xml"/>
  <Override PartName="/ppt/slides/slide309.xml" ContentType="application/vnd.openxmlformats-officedocument.presentationml.slide+xml"/>
  <Override PartName="/ppt/slides/slide310.xml" ContentType="application/vnd.openxmlformats-officedocument.presentationml.slide+xml"/>
  <Override PartName="/ppt/slides/slide311.xml" ContentType="application/vnd.openxmlformats-officedocument.presentationml.slide+xml"/>
  <Override PartName="/ppt/slides/slide312.xml" ContentType="application/vnd.openxmlformats-officedocument.presentationml.slide+xml"/>
  <Override PartName="/ppt/slides/slide313.xml" ContentType="application/vnd.openxmlformats-officedocument.presentationml.slide+xml"/>
  <Override PartName="/ppt/slides/slide314.xml" ContentType="application/vnd.openxmlformats-officedocument.presentationml.slide+xml"/>
  <Override PartName="/ppt/slides/slide315.xml" ContentType="application/vnd.openxmlformats-officedocument.presentationml.slide+xml"/>
  <Override PartName="/ppt/slides/slide316.xml" ContentType="application/vnd.openxmlformats-officedocument.presentationml.slide+xml"/>
  <Override PartName="/ppt/slides/slide317.xml" ContentType="application/vnd.openxmlformats-officedocument.presentationml.slide+xml"/>
  <Override PartName="/ppt/slides/slide318.xml" ContentType="application/vnd.openxmlformats-officedocument.presentationml.slide+xml"/>
  <Override PartName="/ppt/slides/slide319.xml" ContentType="application/vnd.openxmlformats-officedocument.presentationml.slide+xml"/>
  <Override PartName="/ppt/slides/slide320.xml" ContentType="application/vnd.openxmlformats-officedocument.presentationml.slide+xml"/>
  <Override PartName="/ppt/slides/slide321.xml" ContentType="application/vnd.openxmlformats-officedocument.presentationml.slide+xml"/>
  <Override PartName="/ppt/slides/slide322.xml" ContentType="application/vnd.openxmlformats-officedocument.presentationml.slide+xml"/>
  <Override PartName="/ppt/slides/slide323.xml" ContentType="application/vnd.openxmlformats-officedocument.presentationml.slide+xml"/>
  <Override PartName="/ppt/slides/slide324.xml" ContentType="application/vnd.openxmlformats-officedocument.presentationml.slide+xml"/>
  <Override PartName="/ppt/slides/slide325.xml" ContentType="application/vnd.openxmlformats-officedocument.presentationml.slide+xml"/>
  <Override PartName="/ppt/slides/slide326.xml" ContentType="application/vnd.openxmlformats-officedocument.presentationml.slide+xml"/>
  <Override PartName="/ppt/slides/slide327.xml" ContentType="application/vnd.openxmlformats-officedocument.presentationml.slide+xml"/>
  <Override PartName="/ppt/slides/slide328.xml" ContentType="application/vnd.openxmlformats-officedocument.presentationml.slide+xml"/>
  <Override PartName="/ppt/slides/slide329.xml" ContentType="application/vnd.openxmlformats-officedocument.presentationml.slide+xml"/>
  <Override PartName="/ppt/slides/slide330.xml" ContentType="application/vnd.openxmlformats-officedocument.presentationml.slide+xml"/>
  <Override PartName="/ppt/slides/slide331.xml" ContentType="application/vnd.openxmlformats-officedocument.presentationml.slide+xml"/>
  <Override PartName="/ppt/slides/slide332.xml" ContentType="application/vnd.openxmlformats-officedocument.presentationml.slide+xml"/>
  <Override PartName="/ppt/slides/slide333.xml" ContentType="application/vnd.openxmlformats-officedocument.presentationml.slide+xml"/>
  <Override PartName="/ppt/slides/slide334.xml" ContentType="application/vnd.openxmlformats-officedocument.presentationml.slide+xml"/>
  <Override PartName="/ppt/slides/slide335.xml" ContentType="application/vnd.openxmlformats-officedocument.presentationml.slide+xml"/>
  <Override PartName="/ppt/slides/slide336.xml" ContentType="application/vnd.openxmlformats-officedocument.presentationml.slide+xml"/>
  <Override PartName="/ppt/slides/slide337.xml" ContentType="application/vnd.openxmlformats-officedocument.presentationml.slide+xml"/>
  <Override PartName="/ppt/slides/slide338.xml" ContentType="application/vnd.openxmlformats-officedocument.presentationml.slide+xml"/>
  <Override PartName="/ppt/slides/slide339.xml" ContentType="application/vnd.openxmlformats-officedocument.presentationml.slide+xml"/>
  <Override PartName="/ppt/slides/slide340.xml" ContentType="application/vnd.openxmlformats-officedocument.presentationml.slide+xml"/>
  <Override PartName="/ppt/slides/slide341.xml" ContentType="application/vnd.openxmlformats-officedocument.presentationml.slide+xml"/>
  <Override PartName="/ppt/slides/slide342.xml" ContentType="application/vnd.openxmlformats-officedocument.presentationml.slide+xml"/>
  <Override PartName="/ppt/slides/slide343.xml" ContentType="application/vnd.openxmlformats-officedocument.presentationml.slide+xml"/>
  <Override PartName="/ppt/slides/slide344.xml" ContentType="application/vnd.openxmlformats-officedocument.presentationml.slide+xml"/>
  <Override PartName="/ppt/slides/slide345.xml" ContentType="application/vnd.openxmlformats-officedocument.presentationml.slide+xml"/>
  <Override PartName="/ppt/slides/slide346.xml" ContentType="application/vnd.openxmlformats-officedocument.presentationml.slide+xml"/>
  <Override PartName="/ppt/slides/slide347.xml" ContentType="application/vnd.openxmlformats-officedocument.presentationml.slide+xml"/>
  <Override PartName="/ppt/slides/slide348.xml" ContentType="application/vnd.openxmlformats-officedocument.presentationml.slide+xml"/>
  <Override PartName="/ppt/slides/slide349.xml" ContentType="application/vnd.openxmlformats-officedocument.presentationml.slide+xml"/>
  <Override PartName="/ppt/slides/slide350.xml" ContentType="application/vnd.openxmlformats-officedocument.presentationml.slide+xml"/>
  <Override PartName="/ppt/slides/slide351.xml" ContentType="application/vnd.openxmlformats-officedocument.presentationml.slide+xml"/>
  <Override PartName="/ppt/slides/slide352.xml" ContentType="application/vnd.openxmlformats-officedocument.presentationml.slide+xml"/>
  <Override PartName="/ppt/slides/slide353.xml" ContentType="application/vnd.openxmlformats-officedocument.presentationml.slide+xml"/>
  <Override PartName="/ppt/slides/slide354.xml" ContentType="application/vnd.openxmlformats-officedocument.presentationml.slide+xml"/>
  <Override PartName="/ppt/slides/slide355.xml" ContentType="application/vnd.openxmlformats-officedocument.presentationml.slide+xml"/>
  <Override PartName="/ppt/slides/slide356.xml" ContentType="application/vnd.openxmlformats-officedocument.presentationml.slide+xml"/>
  <Override PartName="/ppt/slides/slide357.xml" ContentType="application/vnd.openxmlformats-officedocument.presentationml.slide+xml"/>
  <Override PartName="/ppt/slides/slide358.xml" ContentType="application/vnd.openxmlformats-officedocument.presentationml.slide+xml"/>
  <Override PartName="/ppt/slides/slide359.xml" ContentType="application/vnd.openxmlformats-officedocument.presentationml.slide+xml"/>
  <Override PartName="/ppt/slides/slide360.xml" ContentType="application/vnd.openxmlformats-officedocument.presentationml.slide+xml"/>
  <Override PartName="/ppt/slides/slide361.xml" ContentType="application/vnd.openxmlformats-officedocument.presentationml.slide+xml"/>
  <Override PartName="/ppt/slides/slide362.xml" ContentType="application/vnd.openxmlformats-officedocument.presentationml.slide+xml"/>
  <Override PartName="/ppt/slides/slide363.xml" ContentType="application/vnd.openxmlformats-officedocument.presentationml.slide+xml"/>
  <Override PartName="/ppt/slides/slide364.xml" ContentType="application/vnd.openxmlformats-officedocument.presentationml.slide+xml"/>
  <Override PartName="/ppt/slides/slide365.xml" ContentType="application/vnd.openxmlformats-officedocument.presentationml.slide+xml"/>
  <Override PartName="/ppt/slides/slide366.xml" ContentType="application/vnd.openxmlformats-officedocument.presentationml.slide+xml"/>
  <Override PartName="/ppt/slides/slide367.xml" ContentType="application/vnd.openxmlformats-officedocument.presentationml.slide+xml"/>
  <Override PartName="/ppt/slides/slide368.xml" ContentType="application/vnd.openxmlformats-officedocument.presentationml.slide+xml"/>
  <Override PartName="/ppt/slides/slide369.xml" ContentType="application/vnd.openxmlformats-officedocument.presentationml.slide+xml"/>
  <Override PartName="/ppt/slides/slide370.xml" ContentType="application/vnd.openxmlformats-officedocument.presentationml.slide+xml"/>
  <Override PartName="/ppt/slides/slide371.xml" ContentType="application/vnd.openxmlformats-officedocument.presentationml.slide+xml"/>
  <Override PartName="/ppt/slides/slide372.xml" ContentType="application/vnd.openxmlformats-officedocument.presentationml.slide+xml"/>
  <Override PartName="/ppt/slides/slide373.xml" ContentType="application/vnd.openxmlformats-officedocument.presentationml.slide+xml"/>
  <Override PartName="/ppt/slides/slide374.xml" ContentType="application/vnd.openxmlformats-officedocument.presentationml.slide+xml"/>
  <Override PartName="/ppt/slides/slide375.xml" ContentType="application/vnd.openxmlformats-officedocument.presentationml.slide+xml"/>
  <Override PartName="/ppt/slides/slide376.xml" ContentType="application/vnd.openxmlformats-officedocument.presentationml.slide+xml"/>
  <Override PartName="/ppt/slides/slide377.xml" ContentType="application/vnd.openxmlformats-officedocument.presentationml.slide+xml"/>
  <Override PartName="/ppt/slides/slide378.xml" ContentType="application/vnd.openxmlformats-officedocument.presentationml.slide+xml"/>
  <Override PartName="/ppt/slides/slide379.xml" ContentType="application/vnd.openxmlformats-officedocument.presentationml.slide+xml"/>
  <Override PartName="/ppt/slides/slide380.xml" ContentType="application/vnd.openxmlformats-officedocument.presentationml.slide+xml"/>
  <Override PartName="/ppt/slides/slide381.xml" ContentType="application/vnd.openxmlformats-officedocument.presentationml.slide+xml"/>
  <Override PartName="/ppt/slides/slide382.xml" ContentType="application/vnd.openxmlformats-officedocument.presentationml.slide+xml"/>
  <Override PartName="/ppt/slides/slide383.xml" ContentType="application/vnd.openxmlformats-officedocument.presentationml.slide+xml"/>
  <Override PartName="/ppt/slides/slide384.xml" ContentType="application/vnd.openxmlformats-officedocument.presentationml.slide+xml"/>
  <Override PartName="/ppt/slides/slide385.xml" ContentType="application/vnd.openxmlformats-officedocument.presentationml.slide+xml"/>
  <Override PartName="/ppt/slides/slide386.xml" ContentType="application/vnd.openxmlformats-officedocument.presentationml.slide+xml"/>
  <Override PartName="/ppt/slides/slide387.xml" ContentType="application/vnd.openxmlformats-officedocument.presentationml.slide+xml"/>
  <Override PartName="/ppt/slides/slide388.xml" ContentType="application/vnd.openxmlformats-officedocument.presentationml.slide+xml"/>
  <Override PartName="/ppt/slides/slide389.xml" ContentType="application/vnd.openxmlformats-officedocument.presentationml.slide+xml"/>
  <Override PartName="/ppt/slides/slide390.xml" ContentType="application/vnd.openxmlformats-officedocument.presentationml.slide+xml"/>
  <Override PartName="/ppt/slides/slide391.xml" ContentType="application/vnd.openxmlformats-officedocument.presentationml.slide+xml"/>
  <Override PartName="/ppt/slides/slide392.xml" ContentType="application/vnd.openxmlformats-officedocument.presentationml.slide+xml"/>
  <Override PartName="/ppt/slides/slide393.xml" ContentType="application/vnd.openxmlformats-officedocument.presentationml.slide+xml"/>
  <Override PartName="/ppt/slides/slide394.xml" ContentType="application/vnd.openxmlformats-officedocument.presentationml.slide+xml"/>
  <Override PartName="/ppt/slides/slide395.xml" ContentType="application/vnd.openxmlformats-officedocument.presentationml.slide+xml"/>
  <Override PartName="/ppt/slides/slide396.xml" ContentType="application/vnd.openxmlformats-officedocument.presentationml.slide+xml"/>
  <Override PartName="/ppt/slides/slide397.xml" ContentType="application/vnd.openxmlformats-officedocument.presentationml.slide+xml"/>
  <Override PartName="/ppt/slides/slide398.xml" ContentType="application/vnd.openxmlformats-officedocument.presentationml.slide+xml"/>
  <Override PartName="/ppt/slides/slide399.xml" ContentType="application/vnd.openxmlformats-officedocument.presentationml.slide+xml"/>
  <Override PartName="/ppt/slides/slide400.xml" ContentType="application/vnd.openxmlformats-officedocument.presentationml.slide+xml"/>
  <Override PartName="/ppt/slides/slide401.xml" ContentType="application/vnd.openxmlformats-officedocument.presentationml.slide+xml"/>
  <Override PartName="/ppt/slides/slide402.xml" ContentType="application/vnd.openxmlformats-officedocument.presentationml.slide+xml"/>
  <Override PartName="/ppt/slides/slide403.xml" ContentType="application/vnd.openxmlformats-officedocument.presentationml.slide+xml"/>
  <Override PartName="/ppt/slides/slide404.xml" ContentType="application/vnd.openxmlformats-officedocument.presentationml.slide+xml"/>
  <Override PartName="/ppt/slides/slide405.xml" ContentType="application/vnd.openxmlformats-officedocument.presentationml.slide+xml"/>
  <Override PartName="/ppt/slides/slide406.xml" ContentType="application/vnd.openxmlformats-officedocument.presentationml.slide+xml"/>
  <Override PartName="/ppt/slides/slide407.xml" ContentType="application/vnd.openxmlformats-officedocument.presentationml.slide+xml"/>
  <Override PartName="/ppt/slides/slide408.xml" ContentType="application/vnd.openxmlformats-officedocument.presentationml.slide+xml"/>
  <Override PartName="/ppt/slides/slide409.xml" ContentType="application/vnd.openxmlformats-officedocument.presentationml.slide+xml"/>
  <Override PartName="/ppt/slides/slide410.xml" ContentType="application/vnd.openxmlformats-officedocument.presentationml.slide+xml"/>
  <Override PartName="/ppt/slides/slide411.xml" ContentType="application/vnd.openxmlformats-officedocument.presentationml.slide+xml"/>
  <Override PartName="/ppt/slides/slide412.xml" ContentType="application/vnd.openxmlformats-officedocument.presentationml.slide+xml"/>
  <Override PartName="/ppt/slides/slide413.xml" ContentType="application/vnd.openxmlformats-officedocument.presentationml.slide+xml"/>
  <Override PartName="/ppt/slides/slide414.xml" ContentType="application/vnd.openxmlformats-officedocument.presentationml.slide+xml"/>
  <Override PartName="/ppt/slides/slide415.xml" ContentType="application/vnd.openxmlformats-officedocument.presentationml.slide+xml"/>
  <Override PartName="/ppt/slides/slide416.xml" ContentType="application/vnd.openxmlformats-officedocument.presentationml.slide+xml"/>
  <Override PartName="/ppt/slides/slide417.xml" ContentType="application/vnd.openxmlformats-officedocument.presentationml.slide+xml"/>
  <Override PartName="/ppt/slides/slide418.xml" ContentType="application/vnd.openxmlformats-officedocument.presentationml.slide+xml"/>
  <Override PartName="/ppt/slides/slide419.xml" ContentType="application/vnd.openxmlformats-officedocument.presentationml.slide+xml"/>
  <Override PartName="/ppt/slides/slide420.xml" ContentType="application/vnd.openxmlformats-officedocument.presentationml.slide+xml"/>
  <Override PartName="/ppt/slides/slide421.xml" ContentType="application/vnd.openxmlformats-officedocument.presentationml.slide+xml"/>
  <Override PartName="/ppt/slides/slide422.xml" ContentType="application/vnd.openxmlformats-officedocument.presentationml.slide+xml"/>
  <Override PartName="/ppt/slides/slide423.xml" ContentType="application/vnd.openxmlformats-officedocument.presentationml.slide+xml"/>
  <Override PartName="/ppt/slides/slide424.xml" ContentType="application/vnd.openxmlformats-officedocument.presentationml.slide+xml"/>
  <Override PartName="/ppt/slides/slide425.xml" ContentType="application/vnd.openxmlformats-officedocument.presentationml.slide+xml"/>
  <Override PartName="/ppt/slides/slide426.xml" ContentType="application/vnd.openxmlformats-officedocument.presentationml.slide+xml"/>
  <Override PartName="/ppt/slides/slide427.xml" ContentType="application/vnd.openxmlformats-officedocument.presentationml.slide+xml"/>
  <Override PartName="/ppt/slides/slide428.xml" ContentType="application/vnd.openxmlformats-officedocument.presentationml.slide+xml"/>
  <Override PartName="/ppt/slides/slide429.xml" ContentType="application/vnd.openxmlformats-officedocument.presentationml.slide+xml"/>
  <Override PartName="/ppt/slides/slide430.xml" ContentType="application/vnd.openxmlformats-officedocument.presentationml.slide+xml"/>
  <Override PartName="/ppt/slides/slide431.xml" ContentType="application/vnd.openxmlformats-officedocument.presentationml.slide+xml"/>
  <Override PartName="/ppt/slides/slide432.xml" ContentType="application/vnd.openxmlformats-officedocument.presentationml.slide+xml"/>
  <Override PartName="/ppt/slides/slide433.xml" ContentType="application/vnd.openxmlformats-officedocument.presentationml.slide+xml"/>
  <Override PartName="/ppt/slides/slide434.xml" ContentType="application/vnd.openxmlformats-officedocument.presentationml.slide+xml"/>
  <Override PartName="/ppt/slides/slide435.xml" ContentType="application/vnd.openxmlformats-officedocument.presentationml.slide+xml"/>
  <Override PartName="/ppt/slides/slide436.xml" ContentType="application/vnd.openxmlformats-officedocument.presentationml.slide+xml"/>
  <Override PartName="/ppt/slides/slide437.xml" ContentType="application/vnd.openxmlformats-officedocument.presentationml.slide+xml"/>
  <Override PartName="/ppt/slides/slide438.xml" ContentType="application/vnd.openxmlformats-officedocument.presentationml.slide+xml"/>
  <Override PartName="/ppt/slides/slide439.xml" ContentType="application/vnd.openxmlformats-officedocument.presentationml.slide+xml"/>
  <Override PartName="/ppt/slides/slide440.xml" ContentType="application/vnd.openxmlformats-officedocument.presentationml.slide+xml"/>
  <Override PartName="/ppt/slides/slide441.xml" ContentType="application/vnd.openxmlformats-officedocument.presentationml.slide+xml"/>
  <Override PartName="/ppt/slides/slide442.xml" ContentType="application/vnd.openxmlformats-officedocument.presentationml.slide+xml"/>
  <Override PartName="/ppt/slides/slide443.xml" ContentType="application/vnd.openxmlformats-officedocument.presentationml.slide+xml"/>
  <Override PartName="/ppt/slides/slide444.xml" ContentType="application/vnd.openxmlformats-officedocument.presentationml.slide+xml"/>
  <Override PartName="/ppt/slides/slide445.xml" ContentType="application/vnd.openxmlformats-officedocument.presentationml.slide+xml"/>
  <Override PartName="/ppt/slides/slide446.xml" ContentType="application/vnd.openxmlformats-officedocument.presentationml.slide+xml"/>
  <Override PartName="/ppt/slides/slide447.xml" ContentType="application/vnd.openxmlformats-officedocument.presentationml.slide+xml"/>
  <Override PartName="/ppt/slides/slide448.xml" ContentType="application/vnd.openxmlformats-officedocument.presentationml.slide+xml"/>
  <Override PartName="/ppt/slides/slide449.xml" ContentType="application/vnd.openxmlformats-officedocument.presentationml.slide+xml"/>
  <Override PartName="/ppt/slides/slide450.xml" ContentType="application/vnd.openxmlformats-officedocument.presentationml.slide+xml"/>
  <Override PartName="/ppt/slides/slide451.xml" ContentType="application/vnd.openxmlformats-officedocument.presentationml.slide+xml"/>
  <Override PartName="/ppt/slides/slide452.xml" ContentType="application/vnd.openxmlformats-officedocument.presentationml.slide+xml"/>
  <Override PartName="/ppt/slides/slide453.xml" ContentType="application/vnd.openxmlformats-officedocument.presentationml.slide+xml"/>
  <Override PartName="/ppt/slides/slide454.xml" ContentType="application/vnd.openxmlformats-officedocument.presentationml.slide+xml"/>
  <Override PartName="/ppt/slides/slide455.xml" ContentType="application/vnd.openxmlformats-officedocument.presentationml.slide+xml"/>
  <Override PartName="/ppt/slides/slide456.xml" ContentType="application/vnd.openxmlformats-officedocument.presentationml.slide+xml"/>
  <Override PartName="/ppt/slides/slide457.xml" ContentType="application/vnd.openxmlformats-officedocument.presentationml.slide+xml"/>
  <Override PartName="/ppt/slides/slide458.xml" ContentType="application/vnd.openxmlformats-officedocument.presentationml.slide+xml"/>
  <Override PartName="/ppt/slides/slide459.xml" ContentType="application/vnd.openxmlformats-officedocument.presentationml.slide+xml"/>
  <Override PartName="/ppt/slides/slide460.xml" ContentType="application/vnd.openxmlformats-officedocument.presentationml.slide+xml"/>
  <Override PartName="/ppt/slides/slide461.xml" ContentType="application/vnd.openxmlformats-officedocument.presentationml.slide+xml"/>
  <Override PartName="/ppt/slides/slide462.xml" ContentType="application/vnd.openxmlformats-officedocument.presentationml.slide+xml"/>
  <Override PartName="/ppt/slides/slide463.xml" ContentType="application/vnd.openxmlformats-officedocument.presentationml.slide+xml"/>
  <Override PartName="/ppt/slides/slide464.xml" ContentType="application/vnd.openxmlformats-officedocument.presentationml.slide+xml"/>
  <Override PartName="/ppt/slides/slide465.xml" ContentType="application/vnd.openxmlformats-officedocument.presentationml.slide+xml"/>
  <Override PartName="/ppt/slides/slide466.xml" ContentType="application/vnd.openxmlformats-officedocument.presentationml.slide+xml"/>
  <Override PartName="/ppt/slides/slide467.xml" ContentType="application/vnd.openxmlformats-officedocument.presentationml.slide+xml"/>
  <Override PartName="/ppt/slides/slide468.xml" ContentType="application/vnd.openxmlformats-officedocument.presentationml.slide+xml"/>
  <Override PartName="/ppt/slides/slide469.xml" ContentType="application/vnd.openxmlformats-officedocument.presentationml.slide+xml"/>
  <Override PartName="/ppt/slides/slide470.xml" ContentType="application/vnd.openxmlformats-officedocument.presentationml.slide+xml"/>
  <Override PartName="/ppt/slides/slide471.xml" ContentType="application/vnd.openxmlformats-officedocument.presentationml.slide+xml"/>
  <Override PartName="/ppt/slides/slide472.xml" ContentType="application/vnd.openxmlformats-officedocument.presentationml.slide+xml"/>
  <Override PartName="/ppt/slides/slide473.xml" ContentType="application/vnd.openxmlformats-officedocument.presentationml.slide+xml"/>
  <Override PartName="/ppt/slides/slide474.xml" ContentType="application/vnd.openxmlformats-officedocument.presentationml.slide+xml"/>
  <Override PartName="/ppt/slides/slide475.xml" ContentType="application/vnd.openxmlformats-officedocument.presentationml.slide+xml"/>
  <Override PartName="/ppt/slides/slide476.xml" ContentType="application/vnd.openxmlformats-officedocument.presentationml.slide+xml"/>
  <Override PartName="/ppt/slides/slide477.xml" ContentType="application/vnd.openxmlformats-officedocument.presentationml.slide+xml"/>
  <Override PartName="/ppt/slides/slide478.xml" ContentType="application/vnd.openxmlformats-officedocument.presentationml.slide+xml"/>
  <Override PartName="/ppt/slides/slide479.xml" ContentType="application/vnd.openxmlformats-officedocument.presentationml.slide+xml"/>
  <Override PartName="/ppt/slides/slide480.xml" ContentType="application/vnd.openxmlformats-officedocument.presentationml.slide+xml"/>
  <Override PartName="/ppt/slides/slide481.xml" ContentType="application/vnd.openxmlformats-officedocument.presentationml.slide+xml"/>
  <Override PartName="/ppt/slides/slide482.xml" ContentType="application/vnd.openxmlformats-officedocument.presentationml.slide+xml"/>
  <Override PartName="/ppt/slides/slide483.xml" ContentType="application/vnd.openxmlformats-officedocument.presentationml.slide+xml"/>
  <Override PartName="/ppt/slides/slide484.xml" ContentType="application/vnd.openxmlformats-officedocument.presentationml.slide+xml"/>
  <Override PartName="/ppt/slides/slide485.xml" ContentType="application/vnd.openxmlformats-officedocument.presentationml.slide+xml"/>
  <Override PartName="/ppt/slides/slide486.xml" ContentType="application/vnd.openxmlformats-officedocument.presentationml.slide+xml"/>
  <Override PartName="/ppt/slides/slide487.xml" ContentType="application/vnd.openxmlformats-officedocument.presentationml.slide+xml"/>
  <Override PartName="/ppt/slides/slide488.xml" ContentType="application/vnd.openxmlformats-officedocument.presentationml.slide+xml"/>
  <Override PartName="/ppt/slides/slide489.xml" ContentType="application/vnd.openxmlformats-officedocument.presentationml.slide+xml"/>
  <Override PartName="/ppt/slides/slide490.xml" ContentType="application/vnd.openxmlformats-officedocument.presentationml.slide+xml"/>
  <Override PartName="/ppt/slides/slide491.xml" ContentType="application/vnd.openxmlformats-officedocument.presentationml.slide+xml"/>
  <Override PartName="/ppt/slides/slide492.xml" ContentType="application/vnd.openxmlformats-officedocument.presentationml.slide+xml"/>
  <Override PartName="/ppt/slides/slide493.xml" ContentType="application/vnd.openxmlformats-officedocument.presentationml.slide+xml"/>
  <Override PartName="/ppt/slides/slide494.xml" ContentType="application/vnd.openxmlformats-officedocument.presentationml.slide+xml"/>
  <Override PartName="/ppt/slides/slide495.xml" ContentType="application/vnd.openxmlformats-officedocument.presentationml.slide+xml"/>
  <Override PartName="/ppt/slides/slide496.xml" ContentType="application/vnd.openxmlformats-officedocument.presentationml.slide+xml"/>
  <Override PartName="/ppt/slides/slide497.xml" ContentType="application/vnd.openxmlformats-officedocument.presentationml.slide+xml"/>
  <Override PartName="/ppt/slides/slide498.xml" ContentType="application/vnd.openxmlformats-officedocument.presentationml.slide+xml"/>
  <Override PartName="/ppt/slides/slide499.xml" ContentType="application/vnd.openxmlformats-officedocument.presentationml.slide+xml"/>
  <Override PartName="/ppt/slides/slide500.xml" ContentType="application/vnd.openxmlformats-officedocument.presentationml.slide+xml"/>
  <Override PartName="/ppt/slides/slide501.xml" ContentType="application/vnd.openxmlformats-officedocument.presentationml.slide+xml"/>
  <Override PartName="/ppt/slides/slide502.xml" ContentType="application/vnd.openxmlformats-officedocument.presentationml.slide+xml"/>
  <Override PartName="/ppt/slides/slide503.xml" ContentType="application/vnd.openxmlformats-officedocument.presentationml.slide+xml"/>
  <Override PartName="/ppt/slides/slide504.xml" ContentType="application/vnd.openxmlformats-officedocument.presentationml.slide+xml"/>
  <Override PartName="/ppt/slides/slide505.xml" ContentType="application/vnd.openxmlformats-officedocument.presentationml.slide+xml"/>
  <Override PartName="/ppt/slides/slide506.xml" ContentType="application/vnd.openxmlformats-officedocument.presentationml.slide+xml"/>
  <Override PartName="/ppt/slides/slide507.xml" ContentType="application/vnd.openxmlformats-officedocument.presentationml.slide+xml"/>
  <Override PartName="/ppt/slides/slide508.xml" ContentType="application/vnd.openxmlformats-officedocument.presentationml.slide+xml"/>
  <Override PartName="/ppt/slides/slide509.xml" ContentType="application/vnd.openxmlformats-officedocument.presentationml.slide+xml"/>
  <Override PartName="/ppt/slides/slide510.xml" ContentType="application/vnd.openxmlformats-officedocument.presentationml.slide+xml"/>
  <Override PartName="/ppt/slides/slide511.xml" ContentType="application/vnd.openxmlformats-officedocument.presentationml.slide+xml"/>
  <Override PartName="/ppt/slides/slide512.xml" ContentType="application/vnd.openxmlformats-officedocument.presentationml.slide+xml"/>
  <Override PartName="/ppt/slides/slide513.xml" ContentType="application/vnd.openxmlformats-officedocument.presentationml.slide+xml"/>
  <Override PartName="/ppt/slides/slide514.xml" ContentType="application/vnd.openxmlformats-officedocument.presentationml.slide+xml"/>
  <Override PartName="/ppt/slides/slide515.xml" ContentType="application/vnd.openxmlformats-officedocument.presentationml.slide+xml"/>
  <Override PartName="/ppt/slides/slide516.xml" ContentType="application/vnd.openxmlformats-officedocument.presentationml.slide+xml"/>
  <Override PartName="/ppt/slides/slide517.xml" ContentType="application/vnd.openxmlformats-officedocument.presentationml.slide+xml"/>
  <Override PartName="/ppt/slides/slide518.xml" ContentType="application/vnd.openxmlformats-officedocument.presentationml.slide+xml"/>
  <Override PartName="/ppt/slides/slide519.xml" ContentType="application/vnd.openxmlformats-officedocument.presentationml.slide+xml"/>
  <Override PartName="/ppt/slides/slide520.xml" ContentType="application/vnd.openxmlformats-officedocument.presentationml.slide+xml"/>
  <Override PartName="/ppt/slides/slide521.xml" ContentType="application/vnd.openxmlformats-officedocument.presentationml.slide+xml"/>
  <Override PartName="/ppt/slides/slide522.xml" ContentType="application/vnd.openxmlformats-officedocument.presentationml.slide+xml"/>
  <Override PartName="/ppt/slides/slide523.xml" ContentType="application/vnd.openxmlformats-officedocument.presentationml.slide+xml"/>
  <Override PartName="/ppt/slides/slide524.xml" ContentType="application/vnd.openxmlformats-officedocument.presentationml.slide+xml"/>
  <Override PartName="/ppt/slides/slide525.xml" ContentType="application/vnd.openxmlformats-officedocument.presentationml.slide+xml"/>
  <Override PartName="/ppt/slides/slide526.xml" ContentType="application/vnd.openxmlformats-officedocument.presentationml.slide+xml"/>
  <Override PartName="/ppt/slides/slide527.xml" ContentType="application/vnd.openxmlformats-officedocument.presentationml.slide+xml"/>
  <Override PartName="/ppt/slides/slide528.xml" ContentType="application/vnd.openxmlformats-officedocument.presentationml.slide+xml"/>
  <Override PartName="/ppt/slides/slide529.xml" ContentType="application/vnd.openxmlformats-officedocument.presentationml.slide+xml"/>
  <Override PartName="/ppt/slides/slide530.xml" ContentType="application/vnd.openxmlformats-officedocument.presentationml.slide+xml"/>
  <Override PartName="/ppt/slides/slide531.xml" ContentType="application/vnd.openxmlformats-officedocument.presentationml.slide+xml"/>
  <Override PartName="/ppt/slides/slide532.xml" ContentType="application/vnd.openxmlformats-officedocument.presentationml.slide+xml"/>
  <Override PartName="/ppt/slides/slide533.xml" ContentType="application/vnd.openxmlformats-officedocument.presentationml.slide+xml"/>
  <Override PartName="/ppt/slides/slide534.xml" ContentType="application/vnd.openxmlformats-officedocument.presentationml.slide+xml"/>
  <Override PartName="/ppt/slides/slide535.xml" ContentType="application/vnd.openxmlformats-officedocument.presentationml.slide+xml"/>
  <Override PartName="/ppt/slides/slide536.xml" ContentType="application/vnd.openxmlformats-officedocument.presentationml.slide+xml"/>
  <Override PartName="/ppt/slides/slide537.xml" ContentType="application/vnd.openxmlformats-officedocument.presentationml.slide+xml"/>
  <Override PartName="/ppt/slides/slide538.xml" ContentType="application/vnd.openxmlformats-officedocument.presentationml.slide+xml"/>
  <Override PartName="/ppt/slides/slide539.xml" ContentType="application/vnd.openxmlformats-officedocument.presentationml.slide+xml"/>
  <Override PartName="/ppt/slides/slide540.xml" ContentType="application/vnd.openxmlformats-officedocument.presentationml.slide+xml"/>
  <Override PartName="/ppt/slides/slide541.xml" ContentType="application/vnd.openxmlformats-officedocument.presentationml.slide+xml"/>
  <Override PartName="/ppt/slides/slide542.xml" ContentType="application/vnd.openxmlformats-officedocument.presentationml.slide+xml"/>
  <Override PartName="/ppt/slides/slide543.xml" ContentType="application/vnd.openxmlformats-officedocument.presentationml.slide+xml"/>
  <Override PartName="/ppt/slides/slide544.xml" ContentType="application/vnd.openxmlformats-officedocument.presentationml.slide+xml"/>
  <Override PartName="/ppt/slides/slide545.xml" ContentType="application/vnd.openxmlformats-officedocument.presentationml.slide+xml"/>
  <Override PartName="/ppt/slides/slide546.xml" ContentType="application/vnd.openxmlformats-officedocument.presentationml.slide+xml"/>
  <Override PartName="/ppt/slides/slide547.xml" ContentType="application/vnd.openxmlformats-officedocument.presentationml.slide+xml"/>
  <Override PartName="/ppt/slides/slide548.xml" ContentType="application/vnd.openxmlformats-officedocument.presentationml.slide+xml"/>
  <Override PartName="/ppt/slides/slide549.xml" ContentType="application/vnd.openxmlformats-officedocument.presentationml.slide+xml"/>
  <Override PartName="/ppt/slides/slide550.xml" ContentType="application/vnd.openxmlformats-officedocument.presentationml.slide+xml"/>
  <Override PartName="/ppt/slides/slide551.xml" ContentType="application/vnd.openxmlformats-officedocument.presentationml.slide+xml"/>
  <Override PartName="/ppt/slides/slide552.xml" ContentType="application/vnd.openxmlformats-officedocument.presentationml.slide+xml"/>
  <Override PartName="/ppt/slides/slide553.xml" ContentType="application/vnd.openxmlformats-officedocument.presentationml.slide+xml"/>
  <Override PartName="/ppt/slides/slide554.xml" ContentType="application/vnd.openxmlformats-officedocument.presentationml.slide+xml"/>
  <Override PartName="/ppt/slides/slide555.xml" ContentType="application/vnd.openxmlformats-officedocument.presentationml.slide+xml"/>
  <Override PartName="/ppt/slides/slide556.xml" ContentType="application/vnd.openxmlformats-officedocument.presentationml.slide+xml"/>
  <Override PartName="/ppt/slides/slide557.xml" ContentType="application/vnd.openxmlformats-officedocument.presentationml.slide+xml"/>
  <Override PartName="/ppt/slides/slide558.xml" ContentType="application/vnd.openxmlformats-officedocument.presentationml.slide+xml"/>
  <Override PartName="/ppt/slides/slide559.xml" ContentType="application/vnd.openxmlformats-officedocument.presentationml.slide+xml"/>
  <Override PartName="/ppt/slides/slide560.xml" ContentType="application/vnd.openxmlformats-officedocument.presentationml.slide+xml"/>
  <Override PartName="/ppt/slides/slide561.xml" ContentType="application/vnd.openxmlformats-officedocument.presentationml.slide+xml"/>
  <Override PartName="/ppt/slides/slide562.xml" ContentType="application/vnd.openxmlformats-officedocument.presentationml.slide+xml"/>
  <Override PartName="/ppt/slides/slide563.xml" ContentType="application/vnd.openxmlformats-officedocument.presentationml.slide+xml"/>
  <Override PartName="/ppt/slides/slide564.xml" ContentType="application/vnd.openxmlformats-officedocument.presentationml.slide+xml"/>
  <Override PartName="/ppt/slides/slide565.xml" ContentType="application/vnd.openxmlformats-officedocument.presentationml.slide+xml"/>
  <Override PartName="/ppt/slides/slide566.xml" ContentType="application/vnd.openxmlformats-officedocument.presentationml.slide+xml"/>
  <Override PartName="/ppt/slides/slide567.xml" ContentType="application/vnd.openxmlformats-officedocument.presentationml.slide+xml"/>
  <Override PartName="/ppt/slides/slide568.xml" ContentType="application/vnd.openxmlformats-officedocument.presentationml.slide+xml"/>
  <Override PartName="/ppt/slides/slide569.xml" ContentType="application/vnd.openxmlformats-officedocument.presentationml.slide+xml"/>
  <Override PartName="/ppt/slides/slide570.xml" ContentType="application/vnd.openxmlformats-officedocument.presentationml.slide+xml"/>
  <Override PartName="/ppt/slides/slide571.xml" ContentType="application/vnd.openxmlformats-officedocument.presentationml.slide+xml"/>
  <Override PartName="/ppt/slides/slide572.xml" ContentType="application/vnd.openxmlformats-officedocument.presentationml.slide+xml"/>
  <Override PartName="/ppt/slides/slide573.xml" ContentType="application/vnd.openxmlformats-officedocument.presentationml.slide+xml"/>
  <Override PartName="/ppt/slides/slide574.xml" ContentType="application/vnd.openxmlformats-officedocument.presentationml.slide+xml"/>
  <Override PartName="/ppt/slides/slide575.xml" ContentType="application/vnd.openxmlformats-officedocument.presentationml.slide+xml"/>
  <Override PartName="/ppt/slides/slide576.xml" ContentType="application/vnd.openxmlformats-officedocument.presentationml.slide+xml"/>
  <Override PartName="/ppt/slides/slide577.xml" ContentType="application/vnd.openxmlformats-officedocument.presentationml.slide+xml"/>
  <Override PartName="/ppt/slides/slide578.xml" ContentType="application/vnd.openxmlformats-officedocument.presentationml.slide+xml"/>
  <Override PartName="/ppt/slides/slide579.xml" ContentType="application/vnd.openxmlformats-officedocument.presentationml.slide+xml"/>
  <Override PartName="/ppt/slides/slide580.xml" ContentType="application/vnd.openxmlformats-officedocument.presentationml.slide+xml"/>
  <Override PartName="/ppt/notesMasters/notesMaster1.xml" ContentType="application/vnd.openxmlformats-officedocument.presentationml.notesMaster+xml"/>
  <Override PartName="/ppt/tags/tag1.xml" ContentType="application/vnd.openxmlformats-officedocument.presentationml.tags+xml"/>
  <Override PartName="/ppt/presProps.xml" ContentType="application/vnd.openxmlformats-officedocument.presentationml.presProps+xml"/>
  <Override PartName="/ppt/viewProps.xml" ContentType="application/vnd.openxmlformats-officedocument.presentationml.viewProps+xml"/>
  <Override PartName="/ppt/theme/theme1.xml" ContentType="application/vnd.openxmlformats-officedocument.theme+xml"/>
  <Override PartName="/ppt/tableStyles.xml" ContentType="application/vnd.openxmlformats-officedocument.presentationml.tableStyles+xml"/>
  <Override PartName="/ppt/slideLayouts/slideLayout1.xml" ContentType="application/vnd.openxmlformats-officedocument.presentationml.slideLayout+xml"/>
  <Override PartName="/ppt/slideLayouts/slideLayout2.xml" ContentType="application/vnd.openxmlformats-officedocument.presentationml.slideLayout+xml"/>
  <Override PartName="/ppt/slideLayouts/slideLayout3.xml" ContentType="application/vnd.openxmlformats-officedocument.presentationml.slideLayout+xml"/>
  <Override PartName="/ppt/theme/theme2.xml" ContentType="application/vnd.openxmlformats-officedocument.theme+xml"/>
  <Override PartName="/ppt/theme/themeOverride1.xml" ContentType="application/vnd.openxmlformats-officedocument.themeOverride+xml"/>
  <Override PartName="/ppt/tags/tag2.xml" ContentType="application/vnd.openxmlformats-officedocument.presentationml.tags+xml"/>
  <Override PartName="/ppt/tags/tag3.xml" ContentType="application/vnd.openxmlformats-officedocument.presentationml.tags+xml"/>
  <Override PartName="/ppt/tags/tag4.xml" ContentType="application/vnd.openxmlformats-officedocument.presentationml.tags+xml"/>
  <Override PartName="/ppt/tags/tag5.xml" ContentType="application/vnd.openxmlformats-officedocument.presentationml.tags+xml"/>
  <Override PartName="/ppt/tags/tag6.xml" ContentType="application/vnd.openxmlformats-officedocument.presentationml.tags+xml"/>
  <Override PartName="/ppt/tags/tag7.xml" ContentType="application/vnd.openxmlformats-officedocument.presentationml.tags+xml"/>
  <Override PartName="/ppt/notesSlides/notesSlide1.xml" ContentType="application/vnd.openxmlformats-officedocument.presentationml.notesSlide+xml"/>
  <Override PartName="/ppt/tags/tag8.xml" ContentType="application/vnd.openxmlformats-officedocument.presentationml.tags+xml"/>
  <Override PartName="/ppt/tags/tag9.xml" ContentType="application/vnd.openxmlformats-officedocument.presentationml.tags+xml"/>
  <Override PartName="/ppt/tags/tag10.xml" ContentType="application/vnd.openxmlformats-officedocument.presentationml.tags+xml"/>
  <Override PartName="/ppt/tags/tag11.xml" ContentType="application/vnd.openxmlformats-officedocument.presentationml.tags+xml"/>
  <Override PartName="/ppt/tags/tag12.xml" ContentType="application/vnd.openxmlformats-officedocument.presentationml.tags+xml"/>
  <Override PartName="/ppt/tags/tag13.xml" ContentType="application/vnd.openxmlformats-officedocument.presentationml.tags+xml"/>
  <Override PartName="/ppt/tags/tag14.xml" ContentType="application/vnd.openxmlformats-officedocument.presentationml.tags+xml"/>
  <Override PartName="/ppt/tags/tag15.xml" ContentType="application/vnd.openxmlformats-officedocument.presentationml.tags+xml"/>
  <Override PartName="/ppt/tags/tag16.xml" ContentType="application/vnd.openxmlformats-officedocument.presentationml.tags+xml"/>
  <Override PartName="/ppt/tags/tag17.xml" ContentType="application/vnd.openxmlformats-officedocument.presentationml.tags+xml"/>
  <Override PartName="/ppt/tags/tag18.xml" ContentType="application/vnd.openxmlformats-officedocument.presentationml.tags+xml"/>
  <Override PartName="/ppt/tags/tag19.xml" ContentType="application/vnd.openxmlformats-officedocument.presentationml.tags+xml"/>
  <Override PartName="/ppt/tags/tag20.xml" ContentType="application/vnd.openxmlformats-officedocument.presentationml.tags+xml"/>
  <Override PartName="/ppt/tags/tag21.xml" ContentType="application/vnd.openxmlformats-officedocument.presentationml.tags+xml"/>
  <Override PartName="/ppt/tags/tag22.xml" ContentType="application/vnd.openxmlformats-officedocument.presentationml.tags+xml"/>
  <Override PartName="/ppt/tags/tag23.xml" ContentType="application/vnd.openxmlformats-officedocument.presentationml.tags+xml"/>
  <Override PartName="/ppt/tags/tag24.xml" ContentType="application/vnd.openxmlformats-officedocument.presentationml.tags+xml"/>
  <Override PartName="/ppt/tags/tag25.xml" ContentType="application/vnd.openxmlformats-officedocument.presentationml.tags+xml"/>
  <Override PartName="/ppt/tags/tag26.xml" ContentType="application/vnd.openxmlformats-officedocument.presentationml.tags+xml"/>
  <Override PartName="/ppt/tags/tag27.xml" ContentType="application/vnd.openxmlformats-officedocument.presentationml.tags+xml"/>
  <Override PartName="/ppt/tags/tag28.xml" ContentType="application/vnd.openxmlformats-officedocument.presentationml.tags+xml"/>
  <Override PartName="/ppt/tags/tag29.xml" ContentType="application/vnd.openxmlformats-officedocument.presentationml.tags+xml"/>
  <Override PartName="/ppt/tags/tag30.xml" ContentType="application/vnd.openxmlformats-officedocument.presentationml.tags+xml"/>
  <Override PartName="/ppt/tags/tag31.xml" ContentType="application/vnd.openxmlformats-officedocument.presentationml.tags+xml"/>
  <Override PartName="/ppt/tags/tag32.xml" ContentType="application/vnd.openxmlformats-officedocument.presentationml.tags+xml"/>
  <Override PartName="/ppt/tags/tag33.xml" ContentType="application/vnd.openxmlformats-officedocument.presentationml.tags+xml"/>
  <Override PartName="/ppt/tags/tag34.xml" ContentType="application/vnd.openxmlformats-officedocument.presentationml.tags+xml"/>
  <Override PartName="/ppt/tags/tag35.xml" ContentType="application/vnd.openxmlformats-officedocument.presentationml.tags+xml"/>
  <Override PartName="/ppt/tags/tag36.xml" ContentType="application/vnd.openxmlformats-officedocument.presentationml.tags+xml"/>
  <Override PartName="/ppt/tags/tag37.xml" ContentType="application/vnd.openxmlformats-officedocument.presentationml.tags+xml"/>
  <Override PartName="/ppt/tags/tag38.xml" ContentType="application/vnd.openxmlformats-officedocument.presentationml.tags+xml"/>
  <Override PartName="/ppt/tags/tag39.xml" ContentType="application/vnd.openxmlformats-officedocument.presentationml.tags+xml"/>
  <Override PartName="/ppt/tags/tag40.xml" ContentType="application/vnd.openxmlformats-officedocument.presentationml.tags+xml"/>
  <Override PartName="/ppt/tags/tag41.xml" ContentType="application/vnd.openxmlformats-officedocument.presentationml.tags+xml"/>
  <Override PartName="/ppt/tags/tag42.xml" ContentType="application/vnd.openxmlformats-officedocument.presentationml.tags+xml"/>
  <Override PartName="/ppt/tags/tag43.xml" ContentType="application/vnd.openxmlformats-officedocument.presentationml.tags+xml"/>
  <Override PartName="/ppt/tags/tag44.xml" ContentType="application/vnd.openxmlformats-officedocument.presentationml.tags+xml"/>
  <Override PartName="/ppt/tags/tag45.xml" ContentType="application/vnd.openxmlformats-officedocument.presentationml.tags+xml"/>
  <Override PartName="/ppt/tags/tag46.xml" ContentType="application/vnd.openxmlformats-officedocument.presentationml.tags+xml"/>
  <Override PartName="/ppt/tags/tag47.xml" ContentType="application/vnd.openxmlformats-officedocument.presentationml.tags+xml"/>
  <Override PartName="/ppt/tags/tag48.xml" ContentType="application/vnd.openxmlformats-officedocument.presentationml.tags+xml"/>
  <Override PartName="/ppt/tags/tag49.xml" ContentType="application/vnd.openxmlformats-officedocument.presentationml.tags+xml"/>
  <Override PartName="/ppt/tags/tag50.xml" ContentType="application/vnd.openxmlformats-officedocument.presentationml.tags+xml"/>
  <Override PartName="/ppt/tags/tag51.xml" ContentType="application/vnd.openxmlformats-officedocument.presentationml.tags+xml"/>
  <Override PartName="/ppt/tags/tag52.xml" ContentType="application/vnd.openxmlformats-officedocument.presentationml.tags+xml"/>
  <Override PartName="/ppt/tags/tag53.xml" ContentType="application/vnd.openxmlformats-officedocument.presentationml.tags+xml"/>
  <Override PartName="/ppt/tags/tag54.xml" ContentType="application/vnd.openxmlformats-officedocument.presentationml.tags+xml"/>
  <Override PartName="/ppt/tags/tag55.xml" ContentType="application/vnd.openxmlformats-officedocument.presentationml.tags+xml"/>
  <Override PartName="/ppt/tags/tag56.xml" ContentType="application/vnd.openxmlformats-officedocument.presentationml.tags+xml"/>
  <Override PartName="/ppt/tags/tag57.xml" ContentType="application/vnd.openxmlformats-officedocument.presentationml.tags+xml"/>
  <Override PartName="/ppt/tags/tag58.xml" ContentType="application/vnd.openxmlformats-officedocument.presentationml.tags+xml"/>
  <Override PartName="/ppt/tags/tag59.xml" ContentType="application/vnd.openxmlformats-officedocument.presentationml.tags+xml"/>
  <Override PartName="/ppt/tags/tag60.xml" ContentType="application/vnd.openxmlformats-officedocument.presentationml.tags+xml"/>
  <Override PartName="/ppt/tags/tag61.xml" ContentType="application/vnd.openxmlformats-officedocument.presentationml.tags+xml"/>
  <Override PartName="/ppt/tags/tag62.xml" ContentType="application/vnd.openxmlformats-officedocument.presentationml.tags+xml"/>
  <Override PartName="/ppt/tags/tag63.xml" ContentType="application/vnd.openxmlformats-officedocument.presentationml.tags+xml"/>
  <Override PartName="/ppt/tags/tag64.xml" ContentType="application/vnd.openxmlformats-officedocument.presentationml.tags+xml"/>
  <Override PartName="/ppt/tags/tag65.xml" ContentType="application/vnd.openxmlformats-officedocument.presentationml.tags+xml"/>
  <Override PartName="/ppt/tags/tag66.xml" ContentType="application/vnd.openxmlformats-officedocument.presentationml.tags+xml"/>
  <Override PartName="/ppt/tags/tag67.xml" ContentType="application/vnd.openxmlformats-officedocument.presentationml.tags+xml"/>
  <Override PartName="/ppt/tags/tag68.xml" ContentType="application/vnd.openxmlformats-officedocument.presentationml.tags+xml"/>
  <Override PartName="/ppt/tags/tag69.xml" ContentType="application/vnd.openxmlformats-officedocument.presentationml.tags+xml"/>
  <Override PartName="/ppt/tags/tag70.xml" ContentType="application/vnd.openxmlformats-officedocument.presentationml.tags+xml"/>
  <Override PartName="/ppt/tags/tag71.xml" ContentType="application/vnd.openxmlformats-officedocument.presentationml.tags+xml"/>
  <Override PartName="/ppt/tags/tag72.xml" ContentType="application/vnd.openxmlformats-officedocument.presentationml.tags+xml"/>
  <Override PartName="/ppt/tags/tag73.xml" ContentType="application/vnd.openxmlformats-officedocument.presentationml.tags+xml"/>
  <Override PartName="/ppt/tags/tag74.xml" ContentType="application/vnd.openxmlformats-officedocument.presentationml.tags+xml"/>
  <Override PartName="/ppt/tags/tag75.xml" ContentType="application/vnd.openxmlformats-officedocument.presentationml.tags+xml"/>
  <Override PartName="/ppt/tags/tag76.xml" ContentType="application/vnd.openxmlformats-officedocument.presentationml.tags+xml"/>
  <Override PartName="/ppt/tags/tag77.xml" ContentType="application/vnd.openxmlformats-officedocument.presentationml.tags+xml"/>
  <Override PartName="/ppt/tags/tag78.xml" ContentType="application/vnd.openxmlformats-officedocument.presentationml.tags+xml"/>
  <Override PartName="/ppt/tags/tag79.xml" ContentType="application/vnd.openxmlformats-officedocument.presentationml.tags+xml"/>
  <Override PartName="/ppt/tags/tag80.xml" ContentType="application/vnd.openxmlformats-officedocument.presentationml.tags+xml"/>
  <Override PartName="/ppt/tags/tag81.xml" ContentType="application/vnd.openxmlformats-officedocument.presentationml.tags+xml"/>
  <Override PartName="/ppt/tags/tag82.xml" ContentType="application/vnd.openxmlformats-officedocument.presentationml.tags+xml"/>
  <Override PartName="/ppt/tags/tag83.xml" ContentType="application/vnd.openxmlformats-officedocument.presentationml.tags+xml"/>
  <Override PartName="/ppt/tags/tag84.xml" ContentType="application/vnd.openxmlformats-officedocument.presentationml.tags+xml"/>
  <Override PartName="/ppt/tags/tag85.xml" ContentType="application/vnd.openxmlformats-officedocument.presentationml.tags+xml"/>
  <Override PartName="/ppt/tags/tag86.xml" ContentType="application/vnd.openxmlformats-officedocument.presentationml.tags+xml"/>
  <Override PartName="/ppt/tags/tag87.xml" ContentType="application/vnd.openxmlformats-officedocument.presentationml.tags+xml"/>
  <Override PartName="/ppt/tags/tag88.xml" ContentType="application/vnd.openxmlformats-officedocument.presentationml.tags+xml"/>
  <Override PartName="/ppt/tags/tag89.xml" ContentType="application/vnd.openxmlformats-officedocument.presentationml.tags+xml"/>
  <Override PartName="/ppt/tags/tag90.xml" ContentType="application/vnd.openxmlformats-officedocument.presentationml.tags+xml"/>
  <Override PartName="/ppt/tags/tag91.xml" ContentType="application/vnd.openxmlformats-officedocument.presentationml.tags+xml"/>
  <Override PartName="/ppt/tags/tag92.xml" ContentType="application/vnd.openxmlformats-officedocument.presentationml.tags+xml"/>
  <Override PartName="/ppt/tags/tag93.xml" ContentType="application/vnd.openxmlformats-officedocument.presentationml.tags+xml"/>
  <Override PartName="/ppt/tags/tag94.xml" ContentType="application/vnd.openxmlformats-officedocument.presentationml.tags+xml"/>
  <Override PartName="/ppt/tags/tag95.xml" ContentType="application/vnd.openxmlformats-officedocument.presentationml.tags+xml"/>
  <Override PartName="/ppt/tags/tag96.xml" ContentType="application/vnd.openxmlformats-officedocument.presentationml.tags+xml"/>
  <Override PartName="/ppt/tags/tag97.xml" ContentType="application/vnd.openxmlformats-officedocument.presentationml.tags+xml"/>
  <Override PartName="/ppt/tags/tag98.xml" ContentType="application/vnd.openxmlformats-officedocument.presentationml.tags+xml"/>
  <Override PartName="/ppt/tags/tag99.xml" ContentType="application/vnd.openxmlformats-officedocument.presentationml.tags+xml"/>
  <Override PartName="/ppt/tags/tag100.xml" ContentType="application/vnd.openxmlformats-officedocument.presentationml.tags+xml"/>
  <Override PartName="/ppt/tags/tag101.xml" ContentType="application/vnd.openxmlformats-officedocument.presentationml.tags+xml"/>
  <Override PartName="/ppt/tags/tag102.xml" ContentType="application/vnd.openxmlformats-officedocument.presentationml.tags+xml"/>
  <Override PartName="/ppt/tags/tag103.xml" ContentType="application/vnd.openxmlformats-officedocument.presentationml.tags+xml"/>
  <Override PartName="/ppt/tags/tag104.xml" ContentType="application/vnd.openxmlformats-officedocument.presentationml.tags+xml"/>
  <Override PartName="/ppt/tags/tag105.xml" ContentType="application/vnd.openxmlformats-officedocument.presentationml.tags+xml"/>
  <Override PartName="/ppt/tags/tag106.xml" ContentType="application/vnd.openxmlformats-officedocument.presentationml.tags+xml"/>
  <Override PartName="/ppt/tags/tag107.xml" ContentType="application/vnd.openxmlformats-officedocument.presentationml.tags+xml"/>
  <Override PartName="/ppt/tags/tag108.xml" ContentType="application/vnd.openxmlformats-officedocument.presentationml.tags+xml"/>
  <Override PartName="/ppt/tags/tag109.xml" ContentType="application/vnd.openxmlformats-officedocument.presentationml.tags+xml"/>
  <Override PartName="/ppt/tags/tag110.xml" ContentType="application/vnd.openxmlformats-officedocument.presentationml.tags+xml"/>
  <Override PartName="/ppt/tags/tag111.xml" ContentType="application/vnd.openxmlformats-officedocument.presentationml.tags+xml"/>
  <Override PartName="/ppt/tags/tag112.xml" ContentType="application/vnd.openxmlformats-officedocument.presentationml.tags+xml"/>
  <Override PartName="/ppt/tags/tag113.xml" ContentType="application/vnd.openxmlformats-officedocument.presentationml.tags+xml"/>
  <Override PartName="/ppt/tags/tag114.xml" ContentType="application/vnd.openxmlformats-officedocument.presentationml.tags+xml"/>
  <Override PartName="/ppt/tags/tag115.xml" ContentType="application/vnd.openxmlformats-officedocument.presentationml.tags+xml"/>
  <Override PartName="/ppt/tags/tag116.xml" ContentType="application/vnd.openxmlformats-officedocument.presentationml.tags+xml"/>
  <Override PartName="/ppt/tags/tag117.xml" ContentType="application/vnd.openxmlformats-officedocument.presentationml.tags+xml"/>
  <Override PartName="/ppt/tags/tag118.xml" ContentType="application/vnd.openxmlformats-officedocument.presentationml.tags+xml"/>
  <Override PartName="/ppt/tags/tag119.xml" ContentType="application/vnd.openxmlformats-officedocument.presentationml.tags+xml"/>
  <Override PartName="/ppt/tags/tag120.xml" ContentType="application/vnd.openxmlformats-officedocument.presentationml.tags+xml"/>
  <Override PartName="/ppt/tags/tag121.xml" ContentType="application/vnd.openxmlformats-officedocument.presentationml.tags+xml"/>
  <Override PartName="/ppt/tags/tag122.xml" ContentType="application/vnd.openxmlformats-officedocument.presentationml.tags+xml"/>
  <Override PartName="/ppt/tags/tag123.xml" ContentType="application/vnd.openxmlformats-officedocument.presentationml.tags+xml"/>
  <Override PartName="/ppt/tags/tag124.xml" ContentType="application/vnd.openxmlformats-officedocument.presentationml.tags+xml"/>
  <Override PartName="/ppt/tags/tag125.xml" ContentType="application/vnd.openxmlformats-officedocument.presentationml.tags+xml"/>
  <Override PartName="/ppt/tags/tag126.xml" ContentType="application/vnd.openxmlformats-officedocument.presentationml.tags+xml"/>
  <Override PartName="/ppt/tags/tag127.xml" ContentType="application/vnd.openxmlformats-officedocument.presentationml.tags+xml"/>
  <Override PartName="/ppt/tags/tag128.xml" ContentType="application/vnd.openxmlformats-officedocument.presentationml.tags+xml"/>
  <Override PartName="/ppt/tags/tag129.xml" ContentType="application/vnd.openxmlformats-officedocument.presentationml.tags+xml"/>
  <Override PartName="/ppt/tags/tag130.xml" ContentType="application/vnd.openxmlformats-officedocument.presentationml.tags+xml"/>
  <Override PartName="/ppt/tags/tag131.xml" ContentType="application/vnd.openxmlformats-officedocument.presentationml.tags+xml"/>
  <Override PartName="/ppt/tags/tag132.xml" ContentType="application/vnd.openxmlformats-officedocument.presentationml.tags+xml"/>
  <Override PartName="/ppt/tags/tag133.xml" ContentType="application/vnd.openxmlformats-officedocument.presentationml.tags+xml"/>
  <Override PartName="/ppt/tags/tag134.xml" ContentType="application/vnd.openxmlformats-officedocument.presentationml.tags+xml"/>
  <Override PartName="/ppt/tags/tag135.xml" ContentType="application/vnd.openxmlformats-officedocument.presentationml.tags+xml"/>
  <Override PartName="/ppt/tags/tag136.xml" ContentType="application/vnd.openxmlformats-officedocument.presentationml.tags+xml"/>
  <Override PartName="/ppt/tags/tag137.xml" ContentType="application/vnd.openxmlformats-officedocument.presentationml.tags+xml"/>
  <Override PartName="/ppt/tags/tag138.xml" ContentType="application/vnd.openxmlformats-officedocument.presentationml.tags+xml"/>
  <Override PartName="/ppt/tags/tag139.xml" ContentType="application/vnd.openxmlformats-officedocument.presentationml.tags+xml"/>
  <Override PartName="/ppt/tags/tag140.xml" ContentType="application/vnd.openxmlformats-officedocument.presentationml.tags+xml"/>
  <Override PartName="/ppt/tags/tag141.xml" ContentType="application/vnd.openxmlformats-officedocument.presentationml.tags+xml"/>
  <Override PartName="/ppt/tags/tag142.xml" ContentType="application/vnd.openxmlformats-officedocument.presentationml.tags+xml"/>
  <Override PartName="/ppt/tags/tag143.xml" ContentType="application/vnd.openxmlformats-officedocument.presentationml.tags+xml"/>
  <Override PartName="/ppt/tags/tag144.xml" ContentType="application/vnd.openxmlformats-officedocument.presentationml.tags+xml"/>
  <Override PartName="/ppt/tags/tag145.xml" ContentType="application/vnd.openxmlformats-officedocument.presentationml.tags+xml"/>
  <Override PartName="/ppt/tags/tag146.xml" ContentType="application/vnd.openxmlformats-officedocument.presentationml.tags+xml"/>
  <Override PartName="/ppt/tags/tag147.xml" ContentType="application/vnd.openxmlformats-officedocument.presentationml.tags+xml"/>
  <Override PartName="/ppt/tags/tag148.xml" ContentType="application/vnd.openxmlformats-officedocument.presentationml.tags+xml"/>
  <Override PartName="/ppt/tags/tag149.xml" ContentType="application/vnd.openxmlformats-officedocument.presentationml.tags+xml"/>
  <Override PartName="/ppt/tags/tag150.xml" ContentType="application/vnd.openxmlformats-officedocument.presentationml.tags+xml"/>
  <Override PartName="/ppt/tags/tag151.xml" ContentType="application/vnd.openxmlformats-officedocument.presentationml.tags+xml"/>
  <Override PartName="/ppt/tags/tag152.xml" ContentType="application/vnd.openxmlformats-officedocument.presentationml.tags+xml"/>
  <Override PartName="/ppt/tags/tag153.xml" ContentType="application/vnd.openxmlformats-officedocument.presentationml.tags+xml"/>
  <Override PartName="/ppt/tags/tag154.xml" ContentType="application/vnd.openxmlformats-officedocument.presentationml.tags+xml"/>
  <Override PartName="/ppt/tags/tag155.xml" ContentType="application/vnd.openxmlformats-officedocument.presentationml.tags+xml"/>
  <Override PartName="/ppt/tags/tag156.xml" ContentType="application/vnd.openxmlformats-officedocument.presentationml.tags+xml"/>
  <Override PartName="/ppt/tags/tag157.xml" ContentType="application/vnd.openxmlformats-officedocument.presentationml.tags+xml"/>
  <Override PartName="/ppt/tags/tag158.xml" ContentType="application/vnd.openxmlformats-officedocument.presentationml.tags+xml"/>
  <Override PartName="/ppt/tags/tag159.xml" ContentType="application/vnd.openxmlformats-officedocument.presentationml.tags+xml"/>
  <Override PartName="/ppt/tags/tag160.xml" ContentType="application/vnd.openxmlformats-officedocument.presentationml.tags+xml"/>
  <Override PartName="/ppt/tags/tag161.xml" ContentType="application/vnd.openxmlformats-officedocument.presentationml.tags+xml"/>
  <Override PartName="/ppt/tags/tag162.xml" ContentType="application/vnd.openxmlformats-officedocument.presentationml.tags+xml"/>
  <Override PartName="/ppt/tags/tag163.xml" ContentType="application/vnd.openxmlformats-officedocument.presentationml.tags+xml"/>
  <Override PartName="/ppt/tags/tag164.xml" ContentType="application/vnd.openxmlformats-officedocument.presentationml.tags+xml"/>
  <Override PartName="/ppt/tags/tag165.xml" ContentType="application/vnd.openxmlformats-officedocument.presentationml.tags+xml"/>
  <Override PartName="/ppt/tags/tag166.xml" ContentType="application/vnd.openxmlformats-officedocument.presentationml.tags+xml"/>
  <Override PartName="/ppt/tags/tag167.xml" ContentType="application/vnd.openxmlformats-officedocument.presentationml.tags+xml"/>
  <Override PartName="/ppt/tags/tag168.xml" ContentType="application/vnd.openxmlformats-officedocument.presentationml.tags+xml"/>
  <Override PartName="/ppt/tags/tag169.xml" ContentType="application/vnd.openxmlformats-officedocument.presentationml.tags+xml"/>
  <Override PartName="/ppt/tags/tag170.xml" ContentType="application/vnd.openxmlformats-officedocument.presentationml.tags+xml"/>
  <Override PartName="/ppt/tags/tag171.xml" ContentType="application/vnd.openxmlformats-officedocument.presentationml.tags+xml"/>
  <Override PartName="/ppt/tags/tag172.xml" ContentType="application/vnd.openxmlformats-officedocument.presentationml.tags+xml"/>
  <Override PartName="/ppt/tags/tag173.xml" ContentType="application/vnd.openxmlformats-officedocument.presentationml.tags+xml"/>
  <Override PartName="/ppt/tags/tag174.xml" ContentType="application/vnd.openxmlformats-officedocument.presentationml.tags+xml"/>
  <Override PartName="/ppt/tags/tag175.xml" ContentType="application/vnd.openxmlformats-officedocument.presentationml.tags+xml"/>
  <Override PartName="/ppt/tags/tag176.xml" ContentType="application/vnd.openxmlformats-officedocument.presentationml.tags+xml"/>
  <Override PartName="/ppt/tags/tag177.xml" ContentType="application/vnd.openxmlformats-officedocument.presentationml.tags+xml"/>
  <Override PartName="/ppt/tags/tag178.xml" ContentType="application/vnd.openxmlformats-officedocument.presentationml.tags+xml"/>
  <Override PartName="/ppt/tags/tag179.xml" ContentType="application/vnd.openxmlformats-officedocument.presentationml.tags+xml"/>
  <Override PartName="/ppt/tags/tag180.xml" ContentType="application/vnd.openxmlformats-officedocument.presentationml.tags+xml"/>
  <Override PartName="/ppt/tags/tag181.xml" ContentType="application/vnd.openxmlformats-officedocument.presentationml.tags+xml"/>
  <Override PartName="/ppt/tags/tag182.xml" ContentType="application/vnd.openxmlformats-officedocument.presentationml.tags+xml"/>
  <Override PartName="/ppt/tags/tag183.xml" ContentType="application/vnd.openxmlformats-officedocument.presentationml.tags+xml"/>
  <Override PartName="/ppt/tags/tag184.xml" ContentType="application/vnd.openxmlformats-officedocument.presentationml.tags+xml"/>
  <Override PartName="/ppt/tags/tag185.xml" ContentType="application/vnd.openxmlformats-officedocument.presentationml.tags+xml"/>
  <Override PartName="/ppt/tags/tag186.xml" ContentType="application/vnd.openxmlformats-officedocument.presentationml.tags+xml"/>
  <Override PartName="/ppt/tags/tag187.xml" ContentType="application/vnd.openxmlformats-officedocument.presentationml.tags+xml"/>
  <Override PartName="/ppt/tags/tag188.xml" ContentType="application/vnd.openxmlformats-officedocument.presentationml.tags+xml"/>
  <Override PartName="/ppt/tags/tag189.xml" ContentType="application/vnd.openxmlformats-officedocument.presentationml.tags+xml"/>
  <Override PartName="/ppt/tags/tag190.xml" ContentType="application/vnd.openxmlformats-officedocument.presentationml.tags+xml"/>
  <Override PartName="/ppt/tags/tag191.xml" ContentType="application/vnd.openxmlformats-officedocument.presentationml.tags+xml"/>
  <Override PartName="/ppt/tags/tag192.xml" ContentType="application/vnd.openxmlformats-officedocument.presentationml.tags+xml"/>
  <Override PartName="/ppt/tags/tag193.xml" ContentType="application/vnd.openxmlformats-officedocument.presentationml.tags+xml"/>
  <Override PartName="/ppt/tags/tag194.xml" ContentType="application/vnd.openxmlformats-officedocument.presentationml.tags+xml"/>
  <Override PartName="/ppt/tags/tag195.xml" ContentType="application/vnd.openxmlformats-officedocument.presentationml.tags+xml"/>
  <Override PartName="/ppt/tags/tag196.xml" ContentType="application/vnd.openxmlformats-officedocument.presentationml.tags+xml"/>
  <Override PartName="/ppt/tags/tag197.xml" ContentType="application/vnd.openxmlformats-officedocument.presentationml.tags+xml"/>
  <Override PartName="/ppt/tags/tag198.xml" ContentType="application/vnd.openxmlformats-officedocument.presentationml.tags+xml"/>
  <Override PartName="/ppt/tags/tag199.xml" ContentType="application/vnd.openxmlformats-officedocument.presentationml.tags+xml"/>
  <Override PartName="/ppt/tags/tag200.xml" ContentType="application/vnd.openxmlformats-officedocument.presentationml.tags+xml"/>
  <Override PartName="/ppt/tags/tag201.xml" ContentType="application/vnd.openxmlformats-officedocument.presentationml.tags+xml"/>
  <Override PartName="/ppt/tags/tag202.xml" ContentType="application/vnd.openxmlformats-officedocument.presentationml.tags+xml"/>
  <Override PartName="/ppt/tags/tag203.xml" ContentType="application/vnd.openxmlformats-officedocument.presentationml.tags+xml"/>
  <Override PartName="/ppt/tags/tag204.xml" ContentType="application/vnd.openxmlformats-officedocument.presentationml.tags+xml"/>
  <Override PartName="/ppt/tags/tag205.xml" ContentType="application/vnd.openxmlformats-officedocument.presentationml.tags+xml"/>
  <Override PartName="/ppt/tags/tag206.xml" ContentType="application/vnd.openxmlformats-officedocument.presentationml.tags+xml"/>
  <Override PartName="/ppt/tags/tag207.xml" ContentType="application/vnd.openxmlformats-officedocument.presentationml.tags+xml"/>
  <Override PartName="/ppt/tags/tag208.xml" ContentType="application/vnd.openxmlformats-officedocument.presentationml.tags+xml"/>
  <Override PartName="/ppt/tags/tag209.xml" ContentType="application/vnd.openxmlformats-officedocument.presentationml.tags+xml"/>
  <Override PartName="/ppt/tags/tag210.xml" ContentType="application/vnd.openxmlformats-officedocument.presentationml.tags+xml"/>
  <Override PartName="/ppt/tags/tag211.xml" ContentType="application/vnd.openxmlformats-officedocument.presentationml.tags+xml"/>
  <Override PartName="/ppt/tags/tag212.xml" ContentType="application/vnd.openxmlformats-officedocument.presentationml.tags+xml"/>
  <Override PartName="/ppt/tags/tag213.xml" ContentType="application/vnd.openxmlformats-officedocument.presentationml.tags+xml"/>
  <Override PartName="/ppt/tags/tag214.xml" ContentType="application/vnd.openxmlformats-officedocument.presentationml.tags+xml"/>
  <Override PartName="/ppt/tags/tag215.xml" ContentType="application/vnd.openxmlformats-officedocument.presentationml.tags+xml"/>
  <Override PartName="/ppt/tags/tag216.xml" ContentType="application/vnd.openxmlformats-officedocument.presentationml.tags+xml"/>
  <Override PartName="/ppt/tags/tag217.xml" ContentType="application/vnd.openxmlformats-officedocument.presentationml.tags+xml"/>
  <Override PartName="/ppt/tags/tag218.xml" ContentType="application/vnd.openxmlformats-officedocument.presentationml.tags+xml"/>
  <Override PartName="/ppt/tags/tag219.xml" ContentType="application/vnd.openxmlformats-officedocument.presentationml.tags+xml"/>
  <Override PartName="/ppt/tags/tag220.xml" ContentType="application/vnd.openxmlformats-officedocument.presentationml.tags+xml"/>
  <Override PartName="/ppt/tags/tag221.xml" ContentType="application/vnd.openxmlformats-officedocument.presentationml.tags+xml"/>
  <Override PartName="/ppt/tags/tag222.xml" ContentType="application/vnd.openxmlformats-officedocument.presentationml.tags+xml"/>
  <Override PartName="/ppt/tags/tag223.xml" ContentType="application/vnd.openxmlformats-officedocument.presentationml.tags+xml"/>
  <Override PartName="/ppt/tags/tag224.xml" ContentType="application/vnd.openxmlformats-officedocument.presentationml.tags+xml"/>
  <Override PartName="/ppt/tags/tag225.xml" ContentType="application/vnd.openxmlformats-officedocument.presentationml.tags+xml"/>
  <Override PartName="/ppt/tags/tag226.xml" ContentType="application/vnd.openxmlformats-officedocument.presentationml.tags+xml"/>
  <Override PartName="/ppt/tags/tag227.xml" ContentType="application/vnd.openxmlformats-officedocument.presentationml.tags+xml"/>
  <Override PartName="/ppt/tags/tag228.xml" ContentType="application/vnd.openxmlformats-officedocument.presentationml.tags+xml"/>
  <Override PartName="/ppt/tags/tag229.xml" ContentType="application/vnd.openxmlformats-officedocument.presentationml.tags+xml"/>
  <Override PartName="/ppt/tags/tag230.xml" ContentType="application/vnd.openxmlformats-officedocument.presentationml.tags+xml"/>
  <Override PartName="/ppt/tags/tag231.xml" ContentType="application/vnd.openxmlformats-officedocument.presentationml.tags+xml"/>
  <Override PartName="/ppt/tags/tag232.xml" ContentType="application/vnd.openxmlformats-officedocument.presentationml.tags+xml"/>
  <Override PartName="/ppt/tags/tag233.xml" ContentType="application/vnd.openxmlformats-officedocument.presentationml.tags+xml"/>
  <Override PartName="/ppt/tags/tag234.xml" ContentType="application/vnd.openxmlformats-officedocument.presentationml.tags+xml"/>
  <Override PartName="/ppt/tags/tag235.xml" ContentType="application/vnd.openxmlformats-officedocument.presentationml.tags+xml"/>
  <Override PartName="/ppt/tags/tag236.xml" ContentType="application/vnd.openxmlformats-officedocument.presentationml.tags+xml"/>
  <Override PartName="/ppt/tags/tag237.xml" ContentType="application/vnd.openxmlformats-officedocument.presentationml.tags+xml"/>
  <Override PartName="/ppt/tags/tag238.xml" ContentType="application/vnd.openxmlformats-officedocument.presentationml.tags+xml"/>
  <Override PartName="/ppt/tags/tag239.xml" ContentType="application/vnd.openxmlformats-officedocument.presentationml.tags+xml"/>
  <Override PartName="/ppt/tags/tag240.xml" ContentType="application/vnd.openxmlformats-officedocument.presentationml.tags+xml"/>
  <Override PartName="/ppt/tags/tag241.xml" ContentType="application/vnd.openxmlformats-officedocument.presentationml.tags+xml"/>
  <Override PartName="/ppt/tags/tag242.xml" ContentType="application/vnd.openxmlformats-officedocument.presentationml.tags+xml"/>
  <Override PartName="/ppt/tags/tag243.xml" ContentType="application/vnd.openxmlformats-officedocument.presentationml.tags+xml"/>
  <Override PartName="/ppt/tags/tag244.xml" ContentType="application/vnd.openxmlformats-officedocument.presentationml.tags+xml"/>
  <Override PartName="/ppt/tags/tag245.xml" ContentType="application/vnd.openxmlformats-officedocument.presentationml.tags+xml"/>
  <Override PartName="/ppt/tags/tag246.xml" ContentType="application/vnd.openxmlformats-officedocument.presentationml.tags+xml"/>
  <Override PartName="/ppt/tags/tag247.xml" ContentType="application/vnd.openxmlformats-officedocument.presentationml.tags+xml"/>
  <Override PartName="/ppt/tags/tag248.xml" ContentType="application/vnd.openxmlformats-officedocument.presentationml.tags+xml"/>
  <Override PartName="/ppt/tags/tag249.xml" ContentType="application/vnd.openxmlformats-officedocument.presentationml.tags+xml"/>
  <Override PartName="/ppt/tags/tag250.xml" ContentType="application/vnd.openxmlformats-officedocument.presentationml.tags+xml"/>
  <Override PartName="/ppt/tags/tag251.xml" ContentType="application/vnd.openxmlformats-officedocument.presentationml.tags+xml"/>
  <Override PartName="/ppt/tags/tag252.xml" ContentType="application/vnd.openxmlformats-officedocument.presentationml.tags+xml"/>
  <Override PartName="/ppt/tags/tag253.xml" ContentType="application/vnd.openxmlformats-officedocument.presentationml.tags+xml"/>
  <Override PartName="/ppt/tags/tag254.xml" ContentType="application/vnd.openxmlformats-officedocument.presentationml.tags+xml"/>
  <Override PartName="/ppt/tags/tag255.xml" ContentType="application/vnd.openxmlformats-officedocument.presentationml.tags+xml"/>
  <Override PartName="/ppt/tags/tag256.xml" ContentType="application/vnd.openxmlformats-officedocument.presentationml.tags+xml"/>
  <Override PartName="/ppt/tags/tag257.xml" ContentType="application/vnd.openxmlformats-officedocument.presentationml.tags+xml"/>
  <Override PartName="/ppt/tags/tag258.xml" ContentType="application/vnd.openxmlformats-officedocument.presentationml.tags+xml"/>
  <Override PartName="/ppt/tags/tag259.xml" ContentType="application/vnd.openxmlformats-officedocument.presentationml.tags+xml"/>
  <Override PartName="/ppt/tags/tag260.xml" ContentType="application/vnd.openxmlformats-officedocument.presentationml.tags+xml"/>
  <Override PartName="/ppt/tags/tag261.xml" ContentType="application/vnd.openxmlformats-officedocument.presentationml.tags+xml"/>
  <Override PartName="/ppt/tags/tag262.xml" ContentType="application/vnd.openxmlformats-officedocument.presentationml.tags+xml"/>
  <Override PartName="/ppt/tags/tag263.xml" ContentType="application/vnd.openxmlformats-officedocument.presentationml.tags+xml"/>
  <Override PartName="/ppt/tags/tag264.xml" ContentType="application/vnd.openxmlformats-officedocument.presentationml.tags+xml"/>
  <Override PartName="/ppt/tags/tag265.xml" ContentType="application/vnd.openxmlformats-officedocument.presentationml.tags+xml"/>
  <Override PartName="/ppt/tags/tag266.xml" ContentType="application/vnd.openxmlformats-officedocument.presentationml.tags+xml"/>
  <Override PartName="/ppt/tags/tag267.xml" ContentType="application/vnd.openxmlformats-officedocument.presentationml.tags+xml"/>
  <Override PartName="/ppt/tags/tag268.xml" ContentType="application/vnd.openxmlformats-officedocument.presentationml.tags+xml"/>
  <Override PartName="/ppt/tags/tag269.xml" ContentType="application/vnd.openxmlformats-officedocument.presentationml.tags+xml"/>
  <Override PartName="/ppt/tags/tag270.xml" ContentType="application/vnd.openxmlformats-officedocument.presentationml.tags+xml"/>
  <Override PartName="/ppt/tags/tag271.xml" ContentType="application/vnd.openxmlformats-officedocument.presentationml.tags+xml"/>
  <Override PartName="/ppt/tags/tag272.xml" ContentType="application/vnd.openxmlformats-officedocument.presentationml.tags+xml"/>
  <Override PartName="/ppt/tags/tag273.xml" ContentType="application/vnd.openxmlformats-officedocument.presentationml.tags+xml"/>
  <Override PartName="/ppt/tags/tag274.xml" ContentType="application/vnd.openxmlformats-officedocument.presentationml.tags+xml"/>
  <Override PartName="/ppt/tags/tag275.xml" ContentType="application/vnd.openxmlformats-officedocument.presentationml.tags+xml"/>
  <Override PartName="/ppt/tags/tag276.xml" ContentType="application/vnd.openxmlformats-officedocument.presentationml.tags+xml"/>
  <Override PartName="/ppt/tags/tag277.xml" ContentType="application/vnd.openxmlformats-officedocument.presentationml.tags+xml"/>
  <Override PartName="/ppt/tags/tag278.xml" ContentType="application/vnd.openxmlformats-officedocument.presentationml.tags+xml"/>
  <Override PartName="/ppt/tags/tag279.xml" ContentType="application/vnd.openxmlformats-officedocument.presentationml.tags+xml"/>
  <Override PartName="/ppt/tags/tag280.xml" ContentType="application/vnd.openxmlformats-officedocument.presentationml.tags+xml"/>
  <Override PartName="/ppt/tags/tag281.xml" ContentType="application/vnd.openxmlformats-officedocument.presentationml.tags+xml"/>
  <Override PartName="/ppt/tags/tag282.xml" ContentType="application/vnd.openxmlformats-officedocument.presentationml.tags+xml"/>
  <Override PartName="/ppt/tags/tag283.xml" ContentType="application/vnd.openxmlformats-officedocument.presentationml.tags+xml"/>
  <Override PartName="/ppt/tags/tag284.xml" ContentType="application/vnd.openxmlformats-officedocument.presentationml.tags+xml"/>
  <Override PartName="/ppt/tags/tag285.xml" ContentType="application/vnd.openxmlformats-officedocument.presentationml.tags+xml"/>
  <Override PartName="/ppt/tags/tag286.xml" ContentType="application/vnd.openxmlformats-officedocument.presentationml.tags+xml"/>
  <Override PartName="/ppt/tags/tag287.xml" ContentType="application/vnd.openxmlformats-officedocument.presentationml.tags+xml"/>
  <Override PartName="/ppt/tags/tag288.xml" ContentType="application/vnd.openxmlformats-officedocument.presentationml.tags+xml"/>
  <Override PartName="/ppt/tags/tag289.xml" ContentType="application/vnd.openxmlformats-officedocument.presentationml.tags+xml"/>
  <Override PartName="/ppt/tags/tag290.xml" ContentType="application/vnd.openxmlformats-officedocument.presentationml.tags+xml"/>
  <Override PartName="/ppt/tags/tag291.xml" ContentType="application/vnd.openxmlformats-officedocument.presentationml.tags+xml"/>
  <Override PartName="/ppt/tags/tag292.xml" ContentType="application/vnd.openxmlformats-officedocument.presentationml.tags+xml"/>
  <Override PartName="/ppt/tags/tag293.xml" ContentType="application/vnd.openxmlformats-officedocument.presentationml.tags+xml"/>
  <Override PartName="/ppt/tags/tag294.xml" ContentType="application/vnd.openxmlformats-officedocument.presentationml.tags+xml"/>
  <Override PartName="/ppt/tags/tag295.xml" ContentType="application/vnd.openxmlformats-officedocument.presentationml.tags+xml"/>
  <Override PartName="/ppt/tags/tag296.xml" ContentType="application/vnd.openxmlformats-officedocument.presentationml.tags+xml"/>
  <Override PartName="/ppt/tags/tag297.xml" ContentType="application/vnd.openxmlformats-officedocument.presentationml.tags+xml"/>
  <Override PartName="/ppt/tags/tag298.xml" ContentType="application/vnd.openxmlformats-officedocument.presentationml.tags+xml"/>
  <Override PartName="/ppt/tags/tag299.xml" ContentType="application/vnd.openxmlformats-officedocument.presentationml.tags+xml"/>
  <Override PartName="/ppt/tags/tag300.xml" ContentType="application/vnd.openxmlformats-officedocument.presentationml.tags+xml"/>
  <Override PartName="/ppt/tags/tag301.xml" ContentType="application/vnd.openxmlformats-officedocument.presentationml.tags+xml"/>
  <Override PartName="/ppt/tags/tag302.xml" ContentType="application/vnd.openxmlformats-officedocument.presentationml.tags+xml"/>
  <Override PartName="/ppt/tags/tag303.xml" ContentType="application/vnd.openxmlformats-officedocument.presentationml.tags+xml"/>
  <Override PartName="/ppt/tags/tag304.xml" ContentType="application/vnd.openxmlformats-officedocument.presentationml.tags+xml"/>
  <Override PartName="/ppt/tags/tag305.xml" ContentType="application/vnd.openxmlformats-officedocument.presentationml.tags+xml"/>
  <Override PartName="/ppt/tags/tag306.xml" ContentType="application/vnd.openxmlformats-officedocument.presentationml.tags+xml"/>
  <Override PartName="/ppt/tags/tag307.xml" ContentType="application/vnd.openxmlformats-officedocument.presentationml.tags+xml"/>
  <Override PartName="/ppt/tags/tag308.xml" ContentType="application/vnd.openxmlformats-officedocument.presentationml.tags+xml"/>
  <Override PartName="/ppt/tags/tag309.xml" ContentType="application/vnd.openxmlformats-officedocument.presentationml.tags+xml"/>
  <Override PartName="/ppt/tags/tag310.xml" ContentType="application/vnd.openxmlformats-officedocument.presentationml.tags+xml"/>
  <Override PartName="/ppt/tags/tag311.xml" ContentType="application/vnd.openxmlformats-officedocument.presentationml.tags+xml"/>
  <Override PartName="/ppt/tags/tag312.xml" ContentType="application/vnd.openxmlformats-officedocument.presentationml.tags+xml"/>
  <Override PartName="/ppt/tags/tag313.xml" ContentType="application/vnd.openxmlformats-officedocument.presentationml.tags+xml"/>
  <Override PartName="/ppt/tags/tag314.xml" ContentType="application/vnd.openxmlformats-officedocument.presentationml.tags+xml"/>
  <Override PartName="/ppt/tags/tag315.xml" ContentType="application/vnd.openxmlformats-officedocument.presentationml.tags+xml"/>
  <Override PartName="/ppt/tags/tag316.xml" ContentType="application/vnd.openxmlformats-officedocument.presentationml.tags+xml"/>
  <Override PartName="/ppt/tags/tag317.xml" ContentType="application/vnd.openxmlformats-officedocument.presentationml.tags+xml"/>
  <Override PartName="/ppt/tags/tag318.xml" ContentType="application/vnd.openxmlformats-officedocument.presentationml.tags+xml"/>
  <Override PartName="/ppt/tags/tag319.xml" ContentType="application/vnd.openxmlformats-officedocument.presentationml.tags+xml"/>
  <Override PartName="/ppt/tags/tag320.xml" ContentType="application/vnd.openxmlformats-officedocument.presentationml.tags+xml"/>
  <Override PartName="/ppt/tags/tag321.xml" ContentType="application/vnd.openxmlformats-officedocument.presentationml.tags+xml"/>
  <Override PartName="/ppt/tags/tag322.xml" ContentType="application/vnd.openxmlformats-officedocument.presentationml.tags+xml"/>
  <Override PartName="/ppt/tags/tag323.xml" ContentType="application/vnd.openxmlformats-officedocument.presentationml.tags+xml"/>
  <Override PartName="/ppt/tags/tag324.xml" ContentType="application/vnd.openxmlformats-officedocument.presentationml.tags+xml"/>
  <Override PartName="/ppt/tags/tag325.xml" ContentType="application/vnd.openxmlformats-officedocument.presentationml.tags+xml"/>
  <Override PartName="/ppt/tags/tag326.xml" ContentType="application/vnd.openxmlformats-officedocument.presentationml.tags+xml"/>
  <Override PartName="/ppt/tags/tag327.xml" ContentType="application/vnd.openxmlformats-officedocument.presentationml.tags+xml"/>
  <Override PartName="/ppt/tags/tag328.xml" ContentType="application/vnd.openxmlformats-officedocument.presentationml.tags+xml"/>
  <Override PartName="/ppt/tags/tag329.xml" ContentType="application/vnd.openxmlformats-officedocument.presentationml.tags+xml"/>
  <Override PartName="/ppt/tags/tag330.xml" ContentType="application/vnd.openxmlformats-officedocument.presentationml.tags+xml"/>
  <Override PartName="/ppt/tags/tag331.xml" ContentType="application/vnd.openxmlformats-officedocument.presentationml.tags+xml"/>
  <Override PartName="/ppt/tags/tag332.xml" ContentType="application/vnd.openxmlformats-officedocument.presentationml.tags+xml"/>
  <Override PartName="/ppt/tags/tag333.xml" ContentType="application/vnd.openxmlformats-officedocument.presentationml.tags+xml"/>
  <Override PartName="/ppt/tags/tag334.xml" ContentType="application/vnd.openxmlformats-officedocument.presentationml.tags+xml"/>
  <Override PartName="/ppt/tags/tag335.xml" ContentType="application/vnd.openxmlformats-officedocument.presentationml.tags+xml"/>
  <Override PartName="/ppt/tags/tag336.xml" ContentType="application/vnd.openxmlformats-officedocument.presentationml.tags+xml"/>
  <Override PartName="/ppt/tags/tag337.xml" ContentType="application/vnd.openxmlformats-officedocument.presentationml.tags+xml"/>
  <Override PartName="/ppt/tags/tag338.xml" ContentType="application/vnd.openxmlformats-officedocument.presentationml.tags+xml"/>
  <Override PartName="/ppt/tags/tag339.xml" ContentType="application/vnd.openxmlformats-officedocument.presentationml.tags+xml"/>
  <Override PartName="/ppt/tags/tag340.xml" ContentType="application/vnd.openxmlformats-officedocument.presentationml.tags+xml"/>
  <Override PartName="/ppt/tags/tag341.xml" ContentType="application/vnd.openxmlformats-officedocument.presentationml.tags+xml"/>
  <Override PartName="/ppt/tags/tag342.xml" ContentType="application/vnd.openxmlformats-officedocument.presentationml.tags+xml"/>
  <Override PartName="/ppt/tags/tag343.xml" ContentType="application/vnd.openxmlformats-officedocument.presentationml.tags+xml"/>
  <Override PartName="/ppt/tags/tag344.xml" ContentType="application/vnd.openxmlformats-officedocument.presentationml.tags+xml"/>
  <Override PartName="/ppt/tags/tag345.xml" ContentType="application/vnd.openxmlformats-officedocument.presentationml.tags+xml"/>
  <Override PartName="/ppt/tags/tag346.xml" ContentType="application/vnd.openxmlformats-officedocument.presentationml.tags+xml"/>
  <Override PartName="/ppt/tags/tag347.xml" ContentType="application/vnd.openxmlformats-officedocument.presentationml.tags+xml"/>
  <Override PartName="/ppt/tags/tag348.xml" ContentType="application/vnd.openxmlformats-officedocument.presentationml.tags+xml"/>
  <Override PartName="/ppt/tags/tag349.xml" ContentType="application/vnd.openxmlformats-officedocument.presentationml.tags+xml"/>
  <Override PartName="/ppt/tags/tag350.xml" ContentType="application/vnd.openxmlformats-officedocument.presentationml.tags+xml"/>
  <Override PartName="/ppt/tags/tag351.xml" ContentType="application/vnd.openxmlformats-officedocument.presentationml.tags+xml"/>
  <Override PartName="/ppt/tags/tag352.xml" ContentType="application/vnd.openxmlformats-officedocument.presentationml.tags+xml"/>
  <Override PartName="/ppt/tags/tag353.xml" ContentType="application/vnd.openxmlformats-officedocument.presentationml.tags+xml"/>
  <Override PartName="/ppt/tags/tag354.xml" ContentType="application/vnd.openxmlformats-officedocument.presentationml.tags+xml"/>
  <Override PartName="/ppt/tags/tag355.xml" ContentType="application/vnd.openxmlformats-officedocument.presentationml.tags+xml"/>
  <Override PartName="/ppt/tags/tag356.xml" ContentType="application/vnd.openxmlformats-officedocument.presentationml.tags+xml"/>
  <Override PartName="/ppt/tags/tag357.xml" ContentType="application/vnd.openxmlformats-officedocument.presentationml.tags+xml"/>
  <Override PartName="/ppt/tags/tag358.xml" ContentType="application/vnd.openxmlformats-officedocument.presentationml.tags+xml"/>
  <Override PartName="/ppt/tags/tag359.xml" ContentType="application/vnd.openxmlformats-officedocument.presentationml.tags+xml"/>
  <Override PartName="/ppt/tags/tag360.xml" ContentType="application/vnd.openxmlformats-officedocument.presentationml.tags+xml"/>
  <Override PartName="/ppt/tags/tag361.xml" ContentType="application/vnd.openxmlformats-officedocument.presentationml.tags+xml"/>
  <Override PartName="/ppt/tags/tag362.xml" ContentType="application/vnd.openxmlformats-officedocument.presentationml.tags+xml"/>
  <Override PartName="/ppt/tags/tag363.xml" ContentType="application/vnd.openxmlformats-officedocument.presentationml.tags+xml"/>
  <Override PartName="/ppt/tags/tag364.xml" ContentType="application/vnd.openxmlformats-officedocument.presentationml.tags+xml"/>
  <Override PartName="/ppt/tags/tag365.xml" ContentType="application/vnd.openxmlformats-officedocument.presentationml.tags+xml"/>
  <Override PartName="/ppt/tags/tag366.xml" ContentType="application/vnd.openxmlformats-officedocument.presentationml.tags+xml"/>
  <Override PartName="/ppt/tags/tag367.xml" ContentType="application/vnd.openxmlformats-officedocument.presentationml.tags+xml"/>
  <Override PartName="/ppt/tags/tag368.xml" ContentType="application/vnd.openxmlformats-officedocument.presentationml.tags+xml"/>
  <Override PartName="/ppt/tags/tag369.xml" ContentType="application/vnd.openxmlformats-officedocument.presentationml.tags+xml"/>
  <Override PartName="/ppt/tags/tag370.xml" ContentType="application/vnd.openxmlformats-officedocument.presentationml.tags+xml"/>
  <Override PartName="/ppt/tags/tag371.xml" ContentType="application/vnd.openxmlformats-officedocument.presentationml.tags+xml"/>
  <Override PartName="/ppt/tags/tag372.xml" ContentType="application/vnd.openxmlformats-officedocument.presentationml.tags+xml"/>
  <Override PartName="/ppt/tags/tag373.xml" ContentType="application/vnd.openxmlformats-officedocument.presentationml.tags+xml"/>
  <Override PartName="/ppt/tags/tag374.xml" ContentType="application/vnd.openxmlformats-officedocument.presentationml.tags+xml"/>
  <Override PartName="/ppt/tags/tag375.xml" ContentType="application/vnd.openxmlformats-officedocument.presentationml.tags+xml"/>
  <Override PartName="/ppt/tags/tag376.xml" ContentType="application/vnd.openxmlformats-officedocument.presentationml.tags+xml"/>
  <Override PartName="/ppt/tags/tag377.xml" ContentType="application/vnd.openxmlformats-officedocument.presentationml.tags+xml"/>
  <Override PartName="/ppt/tags/tag378.xml" ContentType="application/vnd.openxmlformats-officedocument.presentationml.tags+xml"/>
  <Override PartName="/ppt/tags/tag379.xml" ContentType="application/vnd.openxmlformats-officedocument.presentationml.tags+xml"/>
  <Override PartName="/ppt/tags/tag380.xml" ContentType="application/vnd.openxmlformats-officedocument.presentationml.tags+xml"/>
  <Override PartName="/ppt/tags/tag381.xml" ContentType="application/vnd.openxmlformats-officedocument.presentationml.tags+xml"/>
  <Override PartName="/ppt/tags/tag382.xml" ContentType="application/vnd.openxmlformats-officedocument.presentationml.tags+xml"/>
  <Override PartName="/ppt/tags/tag383.xml" ContentType="application/vnd.openxmlformats-officedocument.presentationml.tags+xml"/>
  <Override PartName="/ppt/tags/tag384.xml" ContentType="application/vnd.openxmlformats-officedocument.presentationml.tags+xml"/>
  <Override PartName="/ppt/tags/tag385.xml" ContentType="application/vnd.openxmlformats-officedocument.presentationml.tags+xml"/>
  <Override PartName="/ppt/tags/tag386.xml" ContentType="application/vnd.openxmlformats-officedocument.presentationml.tags+xml"/>
  <Override PartName="/ppt/tags/tag387.xml" ContentType="application/vnd.openxmlformats-officedocument.presentationml.tags+xml"/>
  <Override PartName="/ppt/tags/tag388.xml" ContentType="application/vnd.openxmlformats-officedocument.presentationml.tags+xml"/>
  <Override PartName="/ppt/tags/tag389.xml" ContentType="application/vnd.openxmlformats-officedocument.presentationml.tags+xml"/>
  <Override PartName="/ppt/tags/tag390.xml" ContentType="application/vnd.openxmlformats-officedocument.presentationml.tags+xml"/>
  <Override PartName="/ppt/tags/tag391.xml" ContentType="application/vnd.openxmlformats-officedocument.presentationml.tags+xml"/>
  <Override PartName="/ppt/tags/tag392.xml" ContentType="application/vnd.openxmlformats-officedocument.presentationml.tags+xml"/>
  <Override PartName="/ppt/tags/tag393.xml" ContentType="application/vnd.openxmlformats-officedocument.presentationml.tags+xml"/>
  <Override PartName="/ppt/tags/tag394.xml" ContentType="application/vnd.openxmlformats-officedocument.presentationml.tags+xml"/>
  <Override PartName="/ppt/tags/tag395.xml" ContentType="application/vnd.openxmlformats-officedocument.presentationml.tags+xml"/>
  <Override PartName="/ppt/tags/tag396.xml" ContentType="application/vnd.openxmlformats-officedocument.presentationml.tags+xml"/>
  <Override PartName="/ppt/tags/tag397.xml" ContentType="application/vnd.openxmlformats-officedocument.presentationml.tags+xml"/>
  <Override PartName="/ppt/tags/tag398.xml" ContentType="application/vnd.openxmlformats-officedocument.presentationml.tags+xml"/>
  <Override PartName="/ppt/tags/tag399.xml" ContentType="application/vnd.openxmlformats-officedocument.presentationml.tags+xml"/>
  <Override PartName="/ppt/tags/tag400.xml" ContentType="application/vnd.openxmlformats-officedocument.presentationml.tags+xml"/>
  <Override PartName="/ppt/tags/tag401.xml" ContentType="application/vnd.openxmlformats-officedocument.presentationml.tags+xml"/>
  <Override PartName="/ppt/tags/tag402.xml" ContentType="application/vnd.openxmlformats-officedocument.presentationml.tags+xml"/>
  <Override PartName="/ppt/tags/tag403.xml" ContentType="application/vnd.openxmlformats-officedocument.presentationml.tags+xml"/>
  <Override PartName="/ppt/tags/tag404.xml" ContentType="application/vnd.openxmlformats-officedocument.presentationml.tags+xml"/>
  <Override PartName="/ppt/tags/tag405.xml" ContentType="application/vnd.openxmlformats-officedocument.presentationml.tags+xml"/>
  <Override PartName="/ppt/tags/tag406.xml" ContentType="application/vnd.openxmlformats-officedocument.presentationml.tags+xml"/>
  <Override PartName="/ppt/tags/tag407.xml" ContentType="application/vnd.openxmlformats-officedocument.presentationml.tags+xml"/>
  <Override PartName="/ppt/tags/tag408.xml" ContentType="application/vnd.openxmlformats-officedocument.presentationml.tags+xml"/>
  <Override PartName="/ppt/tags/tag409.xml" ContentType="application/vnd.openxmlformats-officedocument.presentationml.tags+xml"/>
  <Override PartName="/ppt/tags/tag410.xml" ContentType="application/vnd.openxmlformats-officedocument.presentationml.tags+xml"/>
  <Override PartName="/ppt/tags/tag411.xml" ContentType="application/vnd.openxmlformats-officedocument.presentationml.tags+xml"/>
  <Override PartName="/ppt/tags/tag412.xml" ContentType="application/vnd.openxmlformats-officedocument.presentationml.tags+xml"/>
  <Override PartName="/ppt/tags/tag413.xml" ContentType="application/vnd.openxmlformats-officedocument.presentationml.tags+xml"/>
  <Override PartName="/ppt/tags/tag414.xml" ContentType="application/vnd.openxmlformats-officedocument.presentationml.tags+xml"/>
  <Override PartName="/ppt/tags/tag415.xml" ContentType="application/vnd.openxmlformats-officedocument.presentationml.tags+xml"/>
  <Override PartName="/ppt/tags/tag416.xml" ContentType="application/vnd.openxmlformats-officedocument.presentationml.tags+xml"/>
  <Override PartName="/ppt/tags/tag417.xml" ContentType="application/vnd.openxmlformats-officedocument.presentationml.tags+xml"/>
  <Override PartName="/ppt/tags/tag418.xml" ContentType="application/vnd.openxmlformats-officedocument.presentationml.tags+xml"/>
  <Override PartName="/ppt/tags/tag419.xml" ContentType="application/vnd.openxmlformats-officedocument.presentationml.tags+xml"/>
  <Override PartName="/ppt/tags/tag420.xml" ContentType="application/vnd.openxmlformats-officedocument.presentationml.tags+xml"/>
  <Override PartName="/ppt/tags/tag421.xml" ContentType="application/vnd.openxmlformats-officedocument.presentationml.tags+xml"/>
  <Override PartName="/ppt/tags/tag422.xml" ContentType="application/vnd.openxmlformats-officedocument.presentationml.tags+xml"/>
  <Override PartName="/ppt/tags/tag423.xml" ContentType="application/vnd.openxmlformats-officedocument.presentationml.tags+xml"/>
  <Override PartName="/ppt/tags/tag424.xml" ContentType="application/vnd.openxmlformats-officedocument.presentationml.tags+xml"/>
  <Override PartName="/ppt/tags/tag425.xml" ContentType="application/vnd.openxmlformats-officedocument.presentationml.tags+xml"/>
  <Override PartName="/ppt/tags/tag426.xml" ContentType="application/vnd.openxmlformats-officedocument.presentationml.tags+xml"/>
  <Override PartName="/ppt/tags/tag427.xml" ContentType="application/vnd.openxmlformats-officedocument.presentationml.tags+xml"/>
  <Override PartName="/ppt/tags/tag428.xml" ContentType="application/vnd.openxmlformats-officedocument.presentationml.tags+xml"/>
  <Override PartName="/ppt/tags/tag429.xml" ContentType="application/vnd.openxmlformats-officedocument.presentationml.tags+xml"/>
  <Override PartName="/ppt/tags/tag430.xml" ContentType="application/vnd.openxmlformats-officedocument.presentationml.tags+xml"/>
  <Override PartName="/ppt/tags/tag431.xml" ContentType="application/vnd.openxmlformats-officedocument.presentationml.tags+xml"/>
  <Override PartName="/ppt/tags/tag432.xml" ContentType="application/vnd.openxmlformats-officedocument.presentationml.tags+xml"/>
  <Override PartName="/ppt/tags/tag433.xml" ContentType="application/vnd.openxmlformats-officedocument.presentationml.tags+xml"/>
  <Override PartName="/ppt/tags/tag434.xml" ContentType="application/vnd.openxmlformats-officedocument.presentationml.tags+xml"/>
  <Override PartName="/ppt/tags/tag435.xml" ContentType="application/vnd.openxmlformats-officedocument.presentationml.tags+xml"/>
  <Override PartName="/ppt/tags/tag436.xml" ContentType="application/vnd.openxmlformats-officedocument.presentationml.tags+xml"/>
  <Override PartName="/ppt/tags/tag437.xml" ContentType="application/vnd.openxmlformats-officedocument.presentationml.tags+xml"/>
  <Override PartName="/ppt/tags/tag438.xml" ContentType="application/vnd.openxmlformats-officedocument.presentationml.tags+xml"/>
  <Override PartName="/ppt/tags/tag439.xml" ContentType="application/vnd.openxmlformats-officedocument.presentationml.tags+xml"/>
  <Override PartName="/ppt/tags/tag440.xml" ContentType="application/vnd.openxmlformats-officedocument.presentationml.tags+xml"/>
  <Override PartName="/ppt/tags/tag441.xml" ContentType="application/vnd.openxmlformats-officedocument.presentationml.tags+xml"/>
  <Override PartName="/ppt/tags/tag442.xml" ContentType="application/vnd.openxmlformats-officedocument.presentationml.tags+xml"/>
  <Override PartName="/ppt/tags/tag443.xml" ContentType="application/vnd.openxmlformats-officedocument.presentationml.tags+xml"/>
  <Override PartName="/ppt/tags/tag444.xml" ContentType="application/vnd.openxmlformats-officedocument.presentationml.tags+xml"/>
  <Override PartName="/ppt/tags/tag445.xml" ContentType="application/vnd.openxmlformats-officedocument.presentationml.tags+xml"/>
  <Override PartName="/ppt/tags/tag446.xml" ContentType="application/vnd.openxmlformats-officedocument.presentationml.tags+xml"/>
  <Override PartName="/ppt/tags/tag447.xml" ContentType="application/vnd.openxmlformats-officedocument.presentationml.tags+xml"/>
  <Override PartName="/ppt/tags/tag448.xml" ContentType="application/vnd.openxmlformats-officedocument.presentationml.tags+xml"/>
  <Override PartName="/ppt/tags/tag449.xml" ContentType="application/vnd.openxmlformats-officedocument.presentationml.tags+xml"/>
  <Override PartName="/ppt/tags/tag450.xml" ContentType="application/vnd.openxmlformats-officedocument.presentationml.tags+xml"/>
  <Override PartName="/ppt/tags/tag451.xml" ContentType="application/vnd.openxmlformats-officedocument.presentationml.tags+xml"/>
  <Override PartName="/ppt/tags/tag452.xml" ContentType="application/vnd.openxmlformats-officedocument.presentationml.tags+xml"/>
  <Override PartName="/ppt/tags/tag453.xml" ContentType="application/vnd.openxmlformats-officedocument.presentationml.tags+xml"/>
  <Override PartName="/ppt/tags/tag454.xml" ContentType="application/vnd.openxmlformats-officedocument.presentationml.tags+xml"/>
  <Override PartName="/ppt/tags/tag455.xml" ContentType="application/vnd.openxmlformats-officedocument.presentationml.tags+xml"/>
  <Override PartName="/ppt/tags/tag456.xml" ContentType="application/vnd.openxmlformats-officedocument.presentationml.tags+xml"/>
  <Override PartName="/ppt/tags/tag457.xml" ContentType="application/vnd.openxmlformats-officedocument.presentationml.tags+xml"/>
  <Override PartName="/ppt/tags/tag458.xml" ContentType="application/vnd.openxmlformats-officedocument.presentationml.tags+xml"/>
  <Override PartName="/ppt/tags/tag459.xml" ContentType="application/vnd.openxmlformats-officedocument.presentationml.tags+xml"/>
  <Override PartName="/ppt/tags/tag460.xml" ContentType="application/vnd.openxmlformats-officedocument.presentationml.tags+xml"/>
  <Override PartName="/ppt/tags/tag461.xml" ContentType="application/vnd.openxmlformats-officedocument.presentationml.tags+xml"/>
  <Override PartName="/ppt/tags/tag462.xml" ContentType="application/vnd.openxmlformats-officedocument.presentationml.tags+xml"/>
  <Override PartName="/ppt/tags/tag463.xml" ContentType="application/vnd.openxmlformats-officedocument.presentationml.tags+xml"/>
  <Override PartName="/ppt/tags/tag464.xml" ContentType="application/vnd.openxmlformats-officedocument.presentationml.tags+xml"/>
  <Override PartName="/ppt/tags/tag465.xml" ContentType="application/vnd.openxmlformats-officedocument.presentationml.tags+xml"/>
  <Override PartName="/ppt/tags/tag466.xml" ContentType="application/vnd.openxmlformats-officedocument.presentationml.tags+xml"/>
  <Override PartName="/ppt/tags/tag467.xml" ContentType="application/vnd.openxmlformats-officedocument.presentationml.tags+xml"/>
  <Override PartName="/ppt/tags/tag468.xml" ContentType="application/vnd.openxmlformats-officedocument.presentationml.tags+xml"/>
  <Override PartName="/ppt/tags/tag469.xml" ContentType="application/vnd.openxmlformats-officedocument.presentationml.tags+xml"/>
  <Override PartName="/ppt/tags/tag470.xml" ContentType="application/vnd.openxmlformats-officedocument.presentationml.tags+xml"/>
  <Override PartName="/ppt/tags/tag471.xml" ContentType="application/vnd.openxmlformats-officedocument.presentationml.tags+xml"/>
  <Override PartName="/ppt/tags/tag472.xml" ContentType="application/vnd.openxmlformats-officedocument.presentationml.tags+xml"/>
  <Override PartName="/ppt/tags/tag473.xml" ContentType="application/vnd.openxmlformats-officedocument.presentationml.tags+xml"/>
  <Override PartName="/ppt/tags/tag474.xml" ContentType="application/vnd.openxmlformats-officedocument.presentationml.tags+xml"/>
  <Override PartName="/ppt/tags/tag475.xml" ContentType="application/vnd.openxmlformats-officedocument.presentationml.tags+xml"/>
  <Override PartName="/ppt/tags/tag476.xml" ContentType="application/vnd.openxmlformats-officedocument.presentationml.tags+xml"/>
  <Override PartName="/ppt/tags/tag477.xml" ContentType="application/vnd.openxmlformats-officedocument.presentationml.tags+xml"/>
  <Override PartName="/ppt/tags/tag478.xml" ContentType="application/vnd.openxmlformats-officedocument.presentationml.tags+xml"/>
  <Override PartName="/ppt/tags/tag479.xml" ContentType="application/vnd.openxmlformats-officedocument.presentationml.tags+xml"/>
  <Override PartName="/ppt/tags/tag480.xml" ContentType="application/vnd.openxmlformats-officedocument.presentationml.tags+xml"/>
  <Override PartName="/ppt/tags/tag481.xml" ContentType="application/vnd.openxmlformats-officedocument.presentationml.tags+xml"/>
  <Override PartName="/ppt/tags/tag482.xml" ContentType="application/vnd.openxmlformats-officedocument.presentationml.tags+xml"/>
  <Override PartName="/ppt/tags/tag483.xml" ContentType="application/vnd.openxmlformats-officedocument.presentationml.tags+xml"/>
  <Override PartName="/ppt/tags/tag484.xml" ContentType="application/vnd.openxmlformats-officedocument.presentationml.tags+xml"/>
  <Override PartName="/ppt/tags/tag485.xml" ContentType="application/vnd.openxmlformats-officedocument.presentationml.tags+xml"/>
  <Override PartName="/ppt/tags/tag486.xml" ContentType="application/vnd.openxmlformats-officedocument.presentationml.tags+xml"/>
  <Override PartName="/ppt/tags/tag487.xml" ContentType="application/vnd.openxmlformats-officedocument.presentationml.tags+xml"/>
  <Override PartName="/ppt/tags/tag488.xml" ContentType="application/vnd.openxmlformats-officedocument.presentationml.tags+xml"/>
  <Override PartName="/ppt/tags/tag489.xml" ContentType="application/vnd.openxmlformats-officedocument.presentationml.tags+xml"/>
  <Override PartName="/ppt/tags/tag490.xml" ContentType="application/vnd.openxmlformats-officedocument.presentationml.tags+xml"/>
  <Override PartName="/ppt/tags/tag491.xml" ContentType="application/vnd.openxmlformats-officedocument.presentationml.tags+xml"/>
  <Override PartName="/ppt/tags/tag492.xml" ContentType="application/vnd.openxmlformats-officedocument.presentationml.tags+xml"/>
  <Override PartName="/ppt/tags/tag493.xml" ContentType="application/vnd.openxmlformats-officedocument.presentationml.tags+xml"/>
  <Override PartName="/ppt/tags/tag494.xml" ContentType="application/vnd.openxmlformats-officedocument.presentationml.tags+xml"/>
  <Override PartName="/ppt/tags/tag495.xml" ContentType="application/vnd.openxmlformats-officedocument.presentationml.tags+xml"/>
  <Override PartName="/ppt/tags/tag496.xml" ContentType="application/vnd.openxmlformats-officedocument.presentationml.tags+xml"/>
  <Override PartName="/ppt/tags/tag497.xml" ContentType="application/vnd.openxmlformats-officedocument.presentationml.tags+xml"/>
  <Override PartName="/ppt/tags/tag498.xml" ContentType="application/vnd.openxmlformats-officedocument.presentationml.tags+xml"/>
  <Override PartName="/ppt/tags/tag499.xml" ContentType="application/vnd.openxmlformats-officedocument.presentationml.tags+xml"/>
  <Override PartName="/ppt/tags/tag500.xml" ContentType="application/vnd.openxmlformats-officedocument.presentationml.tags+xml"/>
  <Override PartName="/ppt/tags/tag501.xml" ContentType="application/vnd.openxmlformats-officedocument.presentationml.tags+xml"/>
  <Override PartName="/ppt/tags/tag502.xml" ContentType="application/vnd.openxmlformats-officedocument.presentationml.tags+xml"/>
  <Override PartName="/ppt/tags/tag503.xml" ContentType="application/vnd.openxmlformats-officedocument.presentationml.tags+xml"/>
  <Override PartName="/ppt/tags/tag504.xml" ContentType="application/vnd.openxmlformats-officedocument.presentationml.tags+xml"/>
  <Override PartName="/ppt/tags/tag505.xml" ContentType="application/vnd.openxmlformats-officedocument.presentationml.tags+xml"/>
  <Override PartName="/ppt/tags/tag506.xml" ContentType="application/vnd.openxmlformats-officedocument.presentationml.tags+xml"/>
  <Override PartName="/ppt/tags/tag507.xml" ContentType="application/vnd.openxmlformats-officedocument.presentationml.tags+xml"/>
  <Override PartName="/ppt/tags/tag508.xml" ContentType="application/vnd.openxmlformats-officedocument.presentationml.tags+xml"/>
  <Override PartName="/ppt/tags/tag509.xml" ContentType="application/vnd.openxmlformats-officedocument.presentationml.tags+xml"/>
  <Override PartName="/ppt/tags/tag510.xml" ContentType="application/vnd.openxmlformats-officedocument.presentationml.tags+xml"/>
  <Override PartName="/ppt/tags/tag511.xml" ContentType="application/vnd.openxmlformats-officedocument.presentationml.tags+xml"/>
  <Override PartName="/ppt/tags/tag512.xml" ContentType="application/vnd.openxmlformats-officedocument.presentationml.tags+xml"/>
  <Override PartName="/ppt/tags/tag513.xml" ContentType="application/vnd.openxmlformats-officedocument.presentationml.tags+xml"/>
  <Override PartName="/ppt/tags/tag514.xml" ContentType="application/vnd.openxmlformats-officedocument.presentationml.tags+xml"/>
  <Override PartName="/ppt/tags/tag515.xml" ContentType="application/vnd.openxmlformats-officedocument.presentationml.tags+xml"/>
  <Override PartName="/ppt/tags/tag516.xml" ContentType="application/vnd.openxmlformats-officedocument.presentationml.tags+xml"/>
  <Override PartName="/ppt/tags/tag517.xml" ContentType="application/vnd.openxmlformats-officedocument.presentationml.tags+xml"/>
  <Override PartName="/ppt/tags/tag518.xml" ContentType="application/vnd.openxmlformats-officedocument.presentationml.tags+xml"/>
  <Override PartName="/ppt/tags/tag519.xml" ContentType="application/vnd.openxmlformats-officedocument.presentationml.tags+xml"/>
  <Override PartName="/ppt/tags/tag520.xml" ContentType="application/vnd.openxmlformats-officedocument.presentationml.tags+xml"/>
  <Override PartName="/ppt/tags/tag521.xml" ContentType="application/vnd.openxmlformats-officedocument.presentationml.tags+xml"/>
  <Override PartName="/ppt/tags/tag522.xml" ContentType="application/vnd.openxmlformats-officedocument.presentationml.tags+xml"/>
  <Override PartName="/ppt/tags/tag523.xml" ContentType="application/vnd.openxmlformats-officedocument.presentationml.tags+xml"/>
  <Override PartName="/ppt/tags/tag524.xml" ContentType="application/vnd.openxmlformats-officedocument.presentationml.tags+xml"/>
  <Override PartName="/ppt/tags/tag525.xml" ContentType="application/vnd.openxmlformats-officedocument.presentationml.tags+xml"/>
  <Override PartName="/ppt/tags/tag526.xml" ContentType="application/vnd.openxmlformats-officedocument.presentationml.tags+xml"/>
  <Override PartName="/ppt/tags/tag527.xml" ContentType="application/vnd.openxmlformats-officedocument.presentationml.tags+xml"/>
  <Override PartName="/ppt/tags/tag528.xml" ContentType="application/vnd.openxmlformats-officedocument.presentationml.tags+xml"/>
  <Override PartName="/ppt/tags/tag529.xml" ContentType="application/vnd.openxmlformats-officedocument.presentationml.tags+xml"/>
  <Override PartName="/ppt/tags/tag530.xml" ContentType="application/vnd.openxmlformats-officedocument.presentationml.tags+xml"/>
  <Override PartName="/ppt/tags/tag531.xml" ContentType="application/vnd.openxmlformats-officedocument.presentationml.tags+xml"/>
  <Override PartName="/ppt/tags/tag532.xml" ContentType="application/vnd.openxmlformats-officedocument.presentationml.tags+xml"/>
  <Override PartName="/ppt/tags/tag533.xml" ContentType="application/vnd.openxmlformats-officedocument.presentationml.tags+xml"/>
  <Override PartName="/ppt/tags/tag534.xml" ContentType="application/vnd.openxmlformats-officedocument.presentationml.tags+xml"/>
  <Override PartName="/ppt/tags/tag535.xml" ContentType="application/vnd.openxmlformats-officedocument.presentationml.tags+xml"/>
  <Override PartName="/ppt/tags/tag536.xml" ContentType="application/vnd.openxmlformats-officedocument.presentationml.tags+xml"/>
  <Override PartName="/ppt/tags/tag537.xml" ContentType="application/vnd.openxmlformats-officedocument.presentationml.tags+xml"/>
  <Override PartName="/ppt/tags/tag538.xml" ContentType="application/vnd.openxmlformats-officedocument.presentationml.tags+xml"/>
  <Override PartName="/ppt/tags/tag539.xml" ContentType="application/vnd.openxmlformats-officedocument.presentationml.tags+xml"/>
  <Override PartName="/ppt/tags/tag540.xml" ContentType="application/vnd.openxmlformats-officedocument.presentationml.tags+xml"/>
  <Override PartName="/ppt/tags/tag541.xml" ContentType="application/vnd.openxmlformats-officedocument.presentationml.tags+xml"/>
  <Override PartName="/ppt/tags/tag542.xml" ContentType="application/vnd.openxmlformats-officedocument.presentationml.tags+xml"/>
  <Override PartName="/ppt/tags/tag543.xml" ContentType="application/vnd.openxmlformats-officedocument.presentationml.tags+xml"/>
  <Override PartName="/ppt/tags/tag544.xml" ContentType="application/vnd.openxmlformats-officedocument.presentationml.tags+xml"/>
  <Override PartName="/ppt/tags/tag545.xml" ContentType="application/vnd.openxmlformats-officedocument.presentationml.tags+xml"/>
  <Override PartName="/ppt/tags/tag546.xml" ContentType="application/vnd.openxmlformats-officedocument.presentationml.tags+xml"/>
  <Override PartName="/ppt/tags/tag547.xml" ContentType="application/vnd.openxmlformats-officedocument.presentationml.tags+xml"/>
  <Override PartName="/ppt/tags/tag548.xml" ContentType="application/vnd.openxmlformats-officedocument.presentationml.tags+xml"/>
  <Override PartName="/ppt/tags/tag549.xml" ContentType="application/vnd.openxmlformats-officedocument.presentationml.tags+xml"/>
  <Override PartName="/ppt/tags/tag550.xml" ContentType="application/vnd.openxmlformats-officedocument.presentationml.tags+xml"/>
  <Override PartName="/ppt/tags/tag551.xml" ContentType="application/vnd.openxmlformats-officedocument.presentationml.tags+xml"/>
  <Override PartName="/ppt/tags/tag552.xml" ContentType="application/vnd.openxmlformats-officedocument.presentationml.tags+xml"/>
  <Override PartName="/ppt/tags/tag553.xml" ContentType="application/vnd.openxmlformats-officedocument.presentationml.tags+xml"/>
  <Override PartName="/ppt/tags/tag554.xml" ContentType="application/vnd.openxmlformats-officedocument.presentationml.tags+xml"/>
  <Override PartName="/ppt/tags/tag555.xml" ContentType="application/vnd.openxmlformats-officedocument.presentationml.tags+xml"/>
  <Override PartName="/ppt/tags/tag556.xml" ContentType="application/vnd.openxmlformats-officedocument.presentationml.tags+xml"/>
  <Override PartName="/ppt/tags/tag557.xml" ContentType="application/vnd.openxmlformats-officedocument.presentationml.tags+xml"/>
  <Override PartName="/ppt/tags/tag558.xml" ContentType="application/vnd.openxmlformats-officedocument.presentationml.tags+xml"/>
  <Override PartName="/ppt/tags/tag559.xml" ContentType="application/vnd.openxmlformats-officedocument.presentationml.tags+xml"/>
  <Override PartName="/ppt/tags/tag560.xml" ContentType="application/vnd.openxmlformats-officedocument.presentationml.tags+xml"/>
  <Override PartName="/ppt/tags/tag561.xml" ContentType="application/vnd.openxmlformats-officedocument.presentationml.tags+xml"/>
  <Override PartName="/docProps/core.xml" ContentType="application/vnd.openxmlformats-package.core-properties+xml"/>
  <Override PartName="/docProps/app.xml" ContentType="application/vnd.openxmlformats-officedocument.extended-properties+xml"/>
  <Override PartName="/docProps/custom.xml" ContentType="application/vnd.openxmlformats-officedocument.custom-properties+xml"/>
</Types>
</file>

<file path=_rels/.rels><?xml version="1.0" encoding="UTF-8" standalone="yes"?>
<Relationships xmlns="http://schemas.openxmlformats.org/package/2006/relationships"><Relationship Id="rId3" Type="http://schemas.openxmlformats.org/package/2006/relationships/metadata/core-properties" Target="docProps/core.xml"/><Relationship Id="rId2" Type="http://schemas.openxmlformats.org/package/2006/relationships/metadata/thumbnail" Target="docProps/thumbnail.jpeg"/><Relationship Id="rId1" Type="http://schemas.openxmlformats.org/officeDocument/2006/relationships/officeDocument" Target="ppt/presentation.xml"/><Relationship Id="rId5" Type="http://schemas.openxmlformats.org/officeDocument/2006/relationships/custom-properties" Target="docProps/custom.xml"/><Relationship Id="rId4" Type="http://schemas.openxmlformats.org/officeDocument/2006/relationships/extended-properties" Target="docProps/app.xml"/></Relationships>
</file>

<file path=ppt/presentation.xml><?xml version="1.0" encoding="utf-8"?>
<p:presentation xmlns:a="http://schemas.openxmlformats.org/drawingml/2006/main" xmlns:r="http://schemas.openxmlformats.org/officeDocument/2006/relationships" xmlns:p="http://schemas.openxmlformats.org/presentationml/2006/main">
  <p:sldMasterIdLst>
    <p:sldMasterId id="2147483648" r:id="rId1"/>
  </p:sldMasterIdLst>
  <p:notesMasterIdLst>
    <p:notesMasterId r:id="rId582"/>
  </p:notesMasterIdLst>
  <p:sldIdLst>
    <p:sldId id="282" r:id="rId2"/>
    <p:sldId id="281" r:id="rId3"/>
    <p:sldId id="261" r:id="rId4"/>
    <p:sldId id="294" r:id="rId5"/>
    <p:sldId id="301" r:id="rId6"/>
    <p:sldId id="300" r:id="rId7"/>
    <p:sldId id="302" r:id="rId8"/>
    <p:sldId id="303" r:id="rId9"/>
    <p:sldId id="304" r:id="rId10"/>
    <p:sldId id="305" r:id="rId11"/>
    <p:sldId id="306" r:id="rId12"/>
    <p:sldId id="296" r:id="rId13"/>
    <p:sldId id="297" r:id="rId14"/>
    <p:sldId id="298" r:id="rId15"/>
    <p:sldId id="299" r:id="rId16"/>
    <p:sldId id="307" r:id="rId17"/>
    <p:sldId id="308" r:id="rId18"/>
    <p:sldId id="309" r:id="rId19"/>
    <p:sldId id="310" r:id="rId20"/>
    <p:sldId id="311" r:id="rId21"/>
    <p:sldId id="312" r:id="rId22"/>
    <p:sldId id="313" r:id="rId23"/>
    <p:sldId id="314" r:id="rId24"/>
    <p:sldId id="315" r:id="rId25"/>
    <p:sldId id="316" r:id="rId26"/>
    <p:sldId id="317" r:id="rId27"/>
    <p:sldId id="318" r:id="rId28"/>
    <p:sldId id="319" r:id="rId29"/>
    <p:sldId id="320" r:id="rId30"/>
    <p:sldId id="321" r:id="rId31"/>
    <p:sldId id="322" r:id="rId32"/>
    <p:sldId id="323" r:id="rId33"/>
    <p:sldId id="324" r:id="rId34"/>
    <p:sldId id="325" r:id="rId35"/>
    <p:sldId id="326" r:id="rId36"/>
    <p:sldId id="327" r:id="rId37"/>
    <p:sldId id="328" r:id="rId38"/>
    <p:sldId id="329" r:id="rId39"/>
    <p:sldId id="330" r:id="rId40"/>
    <p:sldId id="331" r:id="rId41"/>
    <p:sldId id="332" r:id="rId42"/>
    <p:sldId id="333" r:id="rId43"/>
    <p:sldId id="334" r:id="rId44"/>
    <p:sldId id="335" r:id="rId45"/>
    <p:sldId id="336" r:id="rId46"/>
    <p:sldId id="337" r:id="rId47"/>
    <p:sldId id="338" r:id="rId48"/>
    <p:sldId id="339" r:id="rId49"/>
    <p:sldId id="340" r:id="rId50"/>
    <p:sldId id="341" r:id="rId51"/>
    <p:sldId id="342" r:id="rId52"/>
    <p:sldId id="343" r:id="rId53"/>
    <p:sldId id="344" r:id="rId54"/>
    <p:sldId id="345" r:id="rId55"/>
    <p:sldId id="346" r:id="rId56"/>
    <p:sldId id="347" r:id="rId57"/>
    <p:sldId id="348" r:id="rId58"/>
    <p:sldId id="349" r:id="rId59"/>
    <p:sldId id="350" r:id="rId60"/>
    <p:sldId id="351" r:id="rId61"/>
    <p:sldId id="352" r:id="rId62"/>
    <p:sldId id="353" r:id="rId63"/>
    <p:sldId id="354" r:id="rId64"/>
    <p:sldId id="355" r:id="rId65"/>
    <p:sldId id="356" r:id="rId66"/>
    <p:sldId id="357" r:id="rId67"/>
    <p:sldId id="358" r:id="rId68"/>
    <p:sldId id="359" r:id="rId69"/>
    <p:sldId id="360" r:id="rId70"/>
    <p:sldId id="361" r:id="rId71"/>
    <p:sldId id="362" r:id="rId72"/>
    <p:sldId id="363" r:id="rId73"/>
    <p:sldId id="364" r:id="rId74"/>
    <p:sldId id="365" r:id="rId75"/>
    <p:sldId id="366" r:id="rId76"/>
    <p:sldId id="367" r:id="rId77"/>
    <p:sldId id="368" r:id="rId78"/>
    <p:sldId id="369" r:id="rId79"/>
    <p:sldId id="370" r:id="rId80"/>
    <p:sldId id="371" r:id="rId81"/>
    <p:sldId id="372" r:id="rId82"/>
    <p:sldId id="373" r:id="rId83"/>
    <p:sldId id="374" r:id="rId84"/>
    <p:sldId id="375" r:id="rId85"/>
    <p:sldId id="376" r:id="rId86"/>
    <p:sldId id="377" r:id="rId87"/>
    <p:sldId id="378" r:id="rId88"/>
    <p:sldId id="379" r:id="rId89"/>
    <p:sldId id="380" r:id="rId90"/>
    <p:sldId id="381" r:id="rId91"/>
    <p:sldId id="382" r:id="rId92"/>
    <p:sldId id="383" r:id="rId93"/>
    <p:sldId id="384" r:id="rId94"/>
    <p:sldId id="385" r:id="rId95"/>
    <p:sldId id="386" r:id="rId96"/>
    <p:sldId id="387" r:id="rId97"/>
    <p:sldId id="388" r:id="rId98"/>
    <p:sldId id="389" r:id="rId99"/>
    <p:sldId id="390" r:id="rId100"/>
    <p:sldId id="391" r:id="rId101"/>
    <p:sldId id="392" r:id="rId102"/>
    <p:sldId id="393" r:id="rId103"/>
    <p:sldId id="394" r:id="rId104"/>
    <p:sldId id="395" r:id="rId105"/>
    <p:sldId id="396" r:id="rId106"/>
    <p:sldId id="397" r:id="rId107"/>
    <p:sldId id="398" r:id="rId108"/>
    <p:sldId id="399" r:id="rId109"/>
    <p:sldId id="400" r:id="rId110"/>
    <p:sldId id="401" r:id="rId111"/>
    <p:sldId id="402" r:id="rId112"/>
    <p:sldId id="403" r:id="rId113"/>
    <p:sldId id="404" r:id="rId114"/>
    <p:sldId id="405" r:id="rId115"/>
    <p:sldId id="406" r:id="rId116"/>
    <p:sldId id="407" r:id="rId117"/>
    <p:sldId id="408" r:id="rId118"/>
    <p:sldId id="409" r:id="rId119"/>
    <p:sldId id="410" r:id="rId120"/>
    <p:sldId id="411" r:id="rId121"/>
    <p:sldId id="412" r:id="rId122"/>
    <p:sldId id="413" r:id="rId123"/>
    <p:sldId id="414" r:id="rId124"/>
    <p:sldId id="415" r:id="rId125"/>
    <p:sldId id="416" r:id="rId126"/>
    <p:sldId id="417" r:id="rId127"/>
    <p:sldId id="418" r:id="rId128"/>
    <p:sldId id="419" r:id="rId129"/>
    <p:sldId id="420" r:id="rId130"/>
    <p:sldId id="421" r:id="rId131"/>
    <p:sldId id="422" r:id="rId132"/>
    <p:sldId id="423" r:id="rId133"/>
    <p:sldId id="424" r:id="rId134"/>
    <p:sldId id="425" r:id="rId135"/>
    <p:sldId id="426" r:id="rId136"/>
    <p:sldId id="427" r:id="rId137"/>
    <p:sldId id="428" r:id="rId138"/>
    <p:sldId id="429" r:id="rId139"/>
    <p:sldId id="430" r:id="rId140"/>
    <p:sldId id="431" r:id="rId141"/>
    <p:sldId id="432" r:id="rId142"/>
    <p:sldId id="433" r:id="rId143"/>
    <p:sldId id="434" r:id="rId144"/>
    <p:sldId id="435" r:id="rId145"/>
    <p:sldId id="436" r:id="rId146"/>
    <p:sldId id="437" r:id="rId147"/>
    <p:sldId id="438" r:id="rId148"/>
    <p:sldId id="439" r:id="rId149"/>
    <p:sldId id="440" r:id="rId150"/>
    <p:sldId id="441" r:id="rId151"/>
    <p:sldId id="442" r:id="rId152"/>
    <p:sldId id="443" r:id="rId153"/>
    <p:sldId id="444" r:id="rId154"/>
    <p:sldId id="445" r:id="rId155"/>
    <p:sldId id="446" r:id="rId156"/>
    <p:sldId id="447" r:id="rId157"/>
    <p:sldId id="448" r:id="rId158"/>
    <p:sldId id="449" r:id="rId159"/>
    <p:sldId id="450" r:id="rId160"/>
    <p:sldId id="451" r:id="rId161"/>
    <p:sldId id="452" r:id="rId162"/>
    <p:sldId id="453" r:id="rId163"/>
    <p:sldId id="454" r:id="rId164"/>
    <p:sldId id="455" r:id="rId165"/>
    <p:sldId id="456" r:id="rId166"/>
    <p:sldId id="457" r:id="rId167"/>
    <p:sldId id="458" r:id="rId168"/>
    <p:sldId id="459" r:id="rId169"/>
    <p:sldId id="460" r:id="rId170"/>
    <p:sldId id="461" r:id="rId171"/>
    <p:sldId id="462" r:id="rId172"/>
    <p:sldId id="463" r:id="rId173"/>
    <p:sldId id="464" r:id="rId174"/>
    <p:sldId id="465" r:id="rId175"/>
    <p:sldId id="466" r:id="rId176"/>
    <p:sldId id="467" r:id="rId177"/>
    <p:sldId id="468" r:id="rId178"/>
    <p:sldId id="469" r:id="rId179"/>
    <p:sldId id="470" r:id="rId180"/>
    <p:sldId id="471" r:id="rId181"/>
    <p:sldId id="472" r:id="rId182"/>
    <p:sldId id="473" r:id="rId183"/>
    <p:sldId id="474" r:id="rId184"/>
    <p:sldId id="475" r:id="rId185"/>
    <p:sldId id="476" r:id="rId186"/>
    <p:sldId id="477" r:id="rId187"/>
    <p:sldId id="478" r:id="rId188"/>
    <p:sldId id="479" r:id="rId189"/>
    <p:sldId id="480" r:id="rId190"/>
    <p:sldId id="481" r:id="rId191"/>
    <p:sldId id="482" r:id="rId192"/>
    <p:sldId id="483" r:id="rId193"/>
    <p:sldId id="484" r:id="rId194"/>
    <p:sldId id="485" r:id="rId195"/>
    <p:sldId id="486" r:id="rId196"/>
    <p:sldId id="487" r:id="rId197"/>
    <p:sldId id="488" r:id="rId198"/>
    <p:sldId id="489" r:id="rId199"/>
    <p:sldId id="490" r:id="rId200"/>
    <p:sldId id="491" r:id="rId201"/>
    <p:sldId id="492" r:id="rId202"/>
    <p:sldId id="493" r:id="rId203"/>
    <p:sldId id="494" r:id="rId204"/>
    <p:sldId id="495" r:id="rId205"/>
    <p:sldId id="496" r:id="rId206"/>
    <p:sldId id="497" r:id="rId207"/>
    <p:sldId id="498" r:id="rId208"/>
    <p:sldId id="499" r:id="rId209"/>
    <p:sldId id="500" r:id="rId210"/>
    <p:sldId id="501" r:id="rId211"/>
    <p:sldId id="502" r:id="rId212"/>
    <p:sldId id="503" r:id="rId213"/>
    <p:sldId id="504" r:id="rId214"/>
    <p:sldId id="505" r:id="rId215"/>
    <p:sldId id="506" r:id="rId216"/>
    <p:sldId id="507" r:id="rId217"/>
    <p:sldId id="508" r:id="rId218"/>
    <p:sldId id="509" r:id="rId219"/>
    <p:sldId id="510" r:id="rId220"/>
    <p:sldId id="511" r:id="rId221"/>
    <p:sldId id="512" r:id="rId222"/>
    <p:sldId id="513" r:id="rId223"/>
    <p:sldId id="514" r:id="rId224"/>
    <p:sldId id="515" r:id="rId225"/>
    <p:sldId id="516" r:id="rId226"/>
    <p:sldId id="517" r:id="rId227"/>
    <p:sldId id="518" r:id="rId228"/>
    <p:sldId id="519" r:id="rId229"/>
    <p:sldId id="520" r:id="rId230"/>
    <p:sldId id="521" r:id="rId231"/>
    <p:sldId id="522" r:id="rId232"/>
    <p:sldId id="523" r:id="rId233"/>
    <p:sldId id="524" r:id="rId234"/>
    <p:sldId id="525" r:id="rId235"/>
    <p:sldId id="526" r:id="rId236"/>
    <p:sldId id="527" r:id="rId237"/>
    <p:sldId id="528" r:id="rId238"/>
    <p:sldId id="529" r:id="rId239"/>
    <p:sldId id="530" r:id="rId240"/>
    <p:sldId id="531" r:id="rId241"/>
    <p:sldId id="532" r:id="rId242"/>
    <p:sldId id="533" r:id="rId243"/>
    <p:sldId id="534" r:id="rId244"/>
    <p:sldId id="535" r:id="rId245"/>
    <p:sldId id="536" r:id="rId246"/>
    <p:sldId id="537" r:id="rId247"/>
    <p:sldId id="538" r:id="rId248"/>
    <p:sldId id="539" r:id="rId249"/>
    <p:sldId id="540" r:id="rId250"/>
    <p:sldId id="541" r:id="rId251"/>
    <p:sldId id="542" r:id="rId252"/>
    <p:sldId id="543" r:id="rId253"/>
    <p:sldId id="544" r:id="rId254"/>
    <p:sldId id="545" r:id="rId255"/>
    <p:sldId id="546" r:id="rId256"/>
    <p:sldId id="547" r:id="rId257"/>
    <p:sldId id="548" r:id="rId258"/>
    <p:sldId id="549" r:id="rId259"/>
    <p:sldId id="550" r:id="rId260"/>
    <p:sldId id="551" r:id="rId261"/>
    <p:sldId id="552" r:id="rId262"/>
    <p:sldId id="553" r:id="rId263"/>
    <p:sldId id="554" r:id="rId264"/>
    <p:sldId id="555" r:id="rId265"/>
    <p:sldId id="556" r:id="rId266"/>
    <p:sldId id="557" r:id="rId267"/>
    <p:sldId id="558" r:id="rId268"/>
    <p:sldId id="559" r:id="rId269"/>
    <p:sldId id="560" r:id="rId270"/>
    <p:sldId id="561" r:id="rId271"/>
    <p:sldId id="562" r:id="rId272"/>
    <p:sldId id="563" r:id="rId273"/>
    <p:sldId id="564" r:id="rId274"/>
    <p:sldId id="565" r:id="rId275"/>
    <p:sldId id="566" r:id="rId276"/>
    <p:sldId id="567" r:id="rId277"/>
    <p:sldId id="568" r:id="rId278"/>
    <p:sldId id="569" r:id="rId279"/>
    <p:sldId id="570" r:id="rId280"/>
    <p:sldId id="571" r:id="rId281"/>
    <p:sldId id="572" r:id="rId282"/>
    <p:sldId id="573" r:id="rId283"/>
    <p:sldId id="574" r:id="rId284"/>
    <p:sldId id="575" r:id="rId285"/>
    <p:sldId id="576" r:id="rId286"/>
    <p:sldId id="577" r:id="rId287"/>
    <p:sldId id="578" r:id="rId288"/>
    <p:sldId id="579" r:id="rId289"/>
    <p:sldId id="580" r:id="rId290"/>
    <p:sldId id="581" r:id="rId291"/>
    <p:sldId id="582" r:id="rId292"/>
    <p:sldId id="583" r:id="rId293"/>
    <p:sldId id="584" r:id="rId294"/>
    <p:sldId id="585" r:id="rId295"/>
    <p:sldId id="586" r:id="rId296"/>
    <p:sldId id="587" r:id="rId297"/>
    <p:sldId id="588" r:id="rId298"/>
    <p:sldId id="589" r:id="rId299"/>
    <p:sldId id="590" r:id="rId300"/>
    <p:sldId id="591" r:id="rId301"/>
    <p:sldId id="592" r:id="rId302"/>
    <p:sldId id="593" r:id="rId303"/>
    <p:sldId id="594" r:id="rId304"/>
    <p:sldId id="595" r:id="rId305"/>
    <p:sldId id="596" r:id="rId306"/>
    <p:sldId id="597" r:id="rId307"/>
    <p:sldId id="598" r:id="rId308"/>
    <p:sldId id="599" r:id="rId309"/>
    <p:sldId id="600" r:id="rId310"/>
    <p:sldId id="601" r:id="rId311"/>
    <p:sldId id="602" r:id="rId312"/>
    <p:sldId id="603" r:id="rId313"/>
    <p:sldId id="604" r:id="rId314"/>
    <p:sldId id="605" r:id="rId315"/>
    <p:sldId id="606" r:id="rId316"/>
    <p:sldId id="607" r:id="rId317"/>
    <p:sldId id="608" r:id="rId318"/>
    <p:sldId id="609" r:id="rId319"/>
    <p:sldId id="610" r:id="rId320"/>
    <p:sldId id="611" r:id="rId321"/>
    <p:sldId id="612" r:id="rId322"/>
    <p:sldId id="613" r:id="rId323"/>
    <p:sldId id="614" r:id="rId324"/>
    <p:sldId id="615" r:id="rId325"/>
    <p:sldId id="616" r:id="rId326"/>
    <p:sldId id="617" r:id="rId327"/>
    <p:sldId id="618" r:id="rId328"/>
    <p:sldId id="619" r:id="rId329"/>
    <p:sldId id="620" r:id="rId330"/>
    <p:sldId id="621" r:id="rId331"/>
    <p:sldId id="622" r:id="rId332"/>
    <p:sldId id="623" r:id="rId333"/>
    <p:sldId id="624" r:id="rId334"/>
    <p:sldId id="625" r:id="rId335"/>
    <p:sldId id="626" r:id="rId336"/>
    <p:sldId id="627" r:id="rId337"/>
    <p:sldId id="628" r:id="rId338"/>
    <p:sldId id="629" r:id="rId339"/>
    <p:sldId id="630" r:id="rId340"/>
    <p:sldId id="631" r:id="rId341"/>
    <p:sldId id="632" r:id="rId342"/>
    <p:sldId id="633" r:id="rId343"/>
    <p:sldId id="634" r:id="rId344"/>
    <p:sldId id="635" r:id="rId345"/>
    <p:sldId id="636" r:id="rId346"/>
    <p:sldId id="637" r:id="rId347"/>
    <p:sldId id="638" r:id="rId348"/>
    <p:sldId id="639" r:id="rId349"/>
    <p:sldId id="640" r:id="rId350"/>
    <p:sldId id="641" r:id="rId351"/>
    <p:sldId id="642" r:id="rId352"/>
    <p:sldId id="643" r:id="rId353"/>
    <p:sldId id="644" r:id="rId354"/>
    <p:sldId id="645" r:id="rId355"/>
    <p:sldId id="646" r:id="rId356"/>
    <p:sldId id="647" r:id="rId357"/>
    <p:sldId id="648" r:id="rId358"/>
    <p:sldId id="649" r:id="rId359"/>
    <p:sldId id="650" r:id="rId360"/>
    <p:sldId id="651" r:id="rId361"/>
    <p:sldId id="652" r:id="rId362"/>
    <p:sldId id="653" r:id="rId363"/>
    <p:sldId id="654" r:id="rId364"/>
    <p:sldId id="655" r:id="rId365"/>
    <p:sldId id="656" r:id="rId366"/>
    <p:sldId id="657" r:id="rId367"/>
    <p:sldId id="658" r:id="rId368"/>
    <p:sldId id="659" r:id="rId369"/>
    <p:sldId id="660" r:id="rId370"/>
    <p:sldId id="661" r:id="rId371"/>
    <p:sldId id="662" r:id="rId372"/>
    <p:sldId id="663" r:id="rId373"/>
    <p:sldId id="664" r:id="rId374"/>
    <p:sldId id="665" r:id="rId375"/>
    <p:sldId id="666" r:id="rId376"/>
    <p:sldId id="667" r:id="rId377"/>
    <p:sldId id="668" r:id="rId378"/>
    <p:sldId id="669" r:id="rId379"/>
    <p:sldId id="670" r:id="rId380"/>
    <p:sldId id="671" r:id="rId381"/>
    <p:sldId id="672" r:id="rId382"/>
    <p:sldId id="673" r:id="rId383"/>
    <p:sldId id="674" r:id="rId384"/>
    <p:sldId id="675" r:id="rId385"/>
    <p:sldId id="676" r:id="rId386"/>
    <p:sldId id="677" r:id="rId387"/>
    <p:sldId id="678" r:id="rId388"/>
    <p:sldId id="679" r:id="rId389"/>
    <p:sldId id="680" r:id="rId390"/>
    <p:sldId id="681" r:id="rId391"/>
    <p:sldId id="682" r:id="rId392"/>
    <p:sldId id="683" r:id="rId393"/>
    <p:sldId id="684" r:id="rId394"/>
    <p:sldId id="685" r:id="rId395"/>
    <p:sldId id="686" r:id="rId396"/>
    <p:sldId id="687" r:id="rId397"/>
    <p:sldId id="688" r:id="rId398"/>
    <p:sldId id="689" r:id="rId399"/>
    <p:sldId id="690" r:id="rId400"/>
    <p:sldId id="691" r:id="rId401"/>
    <p:sldId id="692" r:id="rId402"/>
    <p:sldId id="693" r:id="rId403"/>
    <p:sldId id="694" r:id="rId404"/>
    <p:sldId id="695" r:id="rId405"/>
    <p:sldId id="696" r:id="rId406"/>
    <p:sldId id="697" r:id="rId407"/>
    <p:sldId id="698" r:id="rId408"/>
    <p:sldId id="699" r:id="rId409"/>
    <p:sldId id="700" r:id="rId410"/>
    <p:sldId id="701" r:id="rId411"/>
    <p:sldId id="702" r:id="rId412"/>
    <p:sldId id="703" r:id="rId413"/>
    <p:sldId id="704" r:id="rId414"/>
    <p:sldId id="705" r:id="rId415"/>
    <p:sldId id="706" r:id="rId416"/>
    <p:sldId id="707" r:id="rId417"/>
    <p:sldId id="708" r:id="rId418"/>
    <p:sldId id="709" r:id="rId419"/>
    <p:sldId id="710" r:id="rId420"/>
    <p:sldId id="711" r:id="rId421"/>
    <p:sldId id="712" r:id="rId422"/>
    <p:sldId id="713" r:id="rId423"/>
    <p:sldId id="714" r:id="rId424"/>
    <p:sldId id="715" r:id="rId425"/>
    <p:sldId id="716" r:id="rId426"/>
    <p:sldId id="717" r:id="rId427"/>
    <p:sldId id="718" r:id="rId428"/>
    <p:sldId id="719" r:id="rId429"/>
    <p:sldId id="720" r:id="rId430"/>
    <p:sldId id="721" r:id="rId431"/>
    <p:sldId id="722" r:id="rId432"/>
    <p:sldId id="723" r:id="rId433"/>
    <p:sldId id="724" r:id="rId434"/>
    <p:sldId id="725" r:id="rId435"/>
    <p:sldId id="726" r:id="rId436"/>
    <p:sldId id="727" r:id="rId437"/>
    <p:sldId id="728" r:id="rId438"/>
    <p:sldId id="729" r:id="rId439"/>
    <p:sldId id="730" r:id="rId440"/>
    <p:sldId id="731" r:id="rId441"/>
    <p:sldId id="732" r:id="rId442"/>
    <p:sldId id="742" r:id="rId443"/>
    <p:sldId id="733" r:id="rId444"/>
    <p:sldId id="734" r:id="rId445"/>
    <p:sldId id="735" r:id="rId446"/>
    <p:sldId id="736" r:id="rId447"/>
    <p:sldId id="737" r:id="rId448"/>
    <p:sldId id="738" r:id="rId449"/>
    <p:sldId id="739" r:id="rId450"/>
    <p:sldId id="740" r:id="rId451"/>
    <p:sldId id="741" r:id="rId452"/>
    <p:sldId id="743" r:id="rId453"/>
    <p:sldId id="744" r:id="rId454"/>
    <p:sldId id="745" r:id="rId455"/>
    <p:sldId id="746" r:id="rId456"/>
    <p:sldId id="747" r:id="rId457"/>
    <p:sldId id="748" r:id="rId458"/>
    <p:sldId id="749" r:id="rId459"/>
    <p:sldId id="750" r:id="rId460"/>
    <p:sldId id="751" r:id="rId461"/>
    <p:sldId id="752" r:id="rId462"/>
    <p:sldId id="753" r:id="rId463"/>
    <p:sldId id="754" r:id="rId464"/>
    <p:sldId id="755" r:id="rId465"/>
    <p:sldId id="756" r:id="rId466"/>
    <p:sldId id="757" r:id="rId467"/>
    <p:sldId id="758" r:id="rId468"/>
    <p:sldId id="759" r:id="rId469"/>
    <p:sldId id="760" r:id="rId470"/>
    <p:sldId id="761" r:id="rId471"/>
    <p:sldId id="762" r:id="rId472"/>
    <p:sldId id="763" r:id="rId473"/>
    <p:sldId id="764" r:id="rId474"/>
    <p:sldId id="765" r:id="rId475"/>
    <p:sldId id="766" r:id="rId476"/>
    <p:sldId id="767" r:id="rId477"/>
    <p:sldId id="768" r:id="rId478"/>
    <p:sldId id="769" r:id="rId479"/>
    <p:sldId id="770" r:id="rId480"/>
    <p:sldId id="771" r:id="rId481"/>
    <p:sldId id="772" r:id="rId482"/>
    <p:sldId id="773" r:id="rId483"/>
    <p:sldId id="774" r:id="rId484"/>
    <p:sldId id="775" r:id="rId485"/>
    <p:sldId id="776" r:id="rId486"/>
    <p:sldId id="777" r:id="rId487"/>
    <p:sldId id="778" r:id="rId488"/>
    <p:sldId id="779" r:id="rId489"/>
    <p:sldId id="780" r:id="rId490"/>
    <p:sldId id="781" r:id="rId491"/>
    <p:sldId id="782" r:id="rId492"/>
    <p:sldId id="783" r:id="rId493"/>
    <p:sldId id="784" r:id="rId494"/>
    <p:sldId id="785" r:id="rId495"/>
    <p:sldId id="786" r:id="rId496"/>
    <p:sldId id="787" r:id="rId497"/>
    <p:sldId id="788" r:id="rId498"/>
    <p:sldId id="789" r:id="rId499"/>
    <p:sldId id="790" r:id="rId500"/>
    <p:sldId id="791" r:id="rId501"/>
    <p:sldId id="792" r:id="rId502"/>
    <p:sldId id="793" r:id="rId503"/>
    <p:sldId id="794" r:id="rId504"/>
    <p:sldId id="795" r:id="rId505"/>
    <p:sldId id="796" r:id="rId506"/>
    <p:sldId id="797" r:id="rId507"/>
    <p:sldId id="798" r:id="rId508"/>
    <p:sldId id="799" r:id="rId509"/>
    <p:sldId id="800" r:id="rId510"/>
    <p:sldId id="801" r:id="rId511"/>
    <p:sldId id="802" r:id="rId512"/>
    <p:sldId id="803" r:id="rId513"/>
    <p:sldId id="804" r:id="rId514"/>
    <p:sldId id="805" r:id="rId515"/>
    <p:sldId id="806" r:id="rId516"/>
    <p:sldId id="807" r:id="rId517"/>
    <p:sldId id="808" r:id="rId518"/>
    <p:sldId id="809" r:id="rId519"/>
    <p:sldId id="810" r:id="rId520"/>
    <p:sldId id="811" r:id="rId521"/>
    <p:sldId id="812" r:id="rId522"/>
    <p:sldId id="813" r:id="rId523"/>
    <p:sldId id="814" r:id="rId524"/>
    <p:sldId id="815" r:id="rId525"/>
    <p:sldId id="816" r:id="rId526"/>
    <p:sldId id="817" r:id="rId527"/>
    <p:sldId id="818" r:id="rId528"/>
    <p:sldId id="819" r:id="rId529"/>
    <p:sldId id="820" r:id="rId530"/>
    <p:sldId id="821" r:id="rId531"/>
    <p:sldId id="822" r:id="rId532"/>
    <p:sldId id="823" r:id="rId533"/>
    <p:sldId id="824" r:id="rId534"/>
    <p:sldId id="825" r:id="rId535"/>
    <p:sldId id="826" r:id="rId536"/>
    <p:sldId id="827" r:id="rId537"/>
    <p:sldId id="828" r:id="rId538"/>
    <p:sldId id="829" r:id="rId539"/>
    <p:sldId id="830" r:id="rId540"/>
    <p:sldId id="831" r:id="rId541"/>
    <p:sldId id="832" r:id="rId542"/>
    <p:sldId id="833" r:id="rId543"/>
    <p:sldId id="834" r:id="rId544"/>
    <p:sldId id="835" r:id="rId545"/>
    <p:sldId id="836" r:id="rId546"/>
    <p:sldId id="837" r:id="rId547"/>
    <p:sldId id="838" r:id="rId548"/>
    <p:sldId id="839" r:id="rId549"/>
    <p:sldId id="840" r:id="rId550"/>
    <p:sldId id="841" r:id="rId551"/>
    <p:sldId id="842" r:id="rId552"/>
    <p:sldId id="843" r:id="rId553"/>
    <p:sldId id="844" r:id="rId554"/>
    <p:sldId id="845" r:id="rId555"/>
    <p:sldId id="846" r:id="rId556"/>
    <p:sldId id="847" r:id="rId557"/>
    <p:sldId id="848" r:id="rId558"/>
    <p:sldId id="849" r:id="rId559"/>
    <p:sldId id="850" r:id="rId560"/>
    <p:sldId id="851" r:id="rId561"/>
    <p:sldId id="852" r:id="rId562"/>
    <p:sldId id="853" r:id="rId563"/>
    <p:sldId id="854" r:id="rId564"/>
    <p:sldId id="855" r:id="rId565"/>
    <p:sldId id="856" r:id="rId566"/>
    <p:sldId id="857" r:id="rId567"/>
    <p:sldId id="858" r:id="rId568"/>
    <p:sldId id="859" r:id="rId569"/>
    <p:sldId id="860" r:id="rId570"/>
    <p:sldId id="861" r:id="rId571"/>
    <p:sldId id="862" r:id="rId572"/>
    <p:sldId id="863" r:id="rId573"/>
    <p:sldId id="864" r:id="rId574"/>
    <p:sldId id="865" r:id="rId575"/>
    <p:sldId id="866" r:id="rId576"/>
    <p:sldId id="867" r:id="rId577"/>
    <p:sldId id="868" r:id="rId578"/>
    <p:sldId id="869" r:id="rId579"/>
    <p:sldId id="870" r:id="rId580"/>
    <p:sldId id="871" r:id="rId581"/>
  </p:sldIdLst>
  <p:sldSz cx="12192000" cy="6858000"/>
  <p:notesSz cx="6858000" cy="9144000"/>
  <p:custDataLst>
    <p:tags r:id="rId583"/>
  </p:custDataLst>
  <p:defaultTex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defaultTextStyle>
  <p:extLst>
    <p:ext uri="{EFAFB233-063F-42B5-8137-9DF3F51BA10A}">
      <p15:sldGuideLst xmlns:p15="http://schemas.microsoft.com/office/powerpoint/2012/main">
        <p15:guide id="1" orient="horz" pos="2251">
          <p15:clr>
            <a:srgbClr val="A4A3A4"/>
          </p15:clr>
        </p15:guide>
        <p15:guide id="2" pos="3845">
          <p15:clr>
            <a:srgbClr val="A4A3A4"/>
          </p15:clr>
        </p15:guide>
        <p15:guide id="3" pos="186">
          <p15:clr>
            <a:srgbClr val="A4A3A4"/>
          </p15:clr>
        </p15:guide>
        <p15:guide id="4" pos="7488">
          <p15:clr>
            <a:srgbClr val="A4A3A4"/>
          </p15:clr>
        </p15:guide>
        <p15:guide id="5" orient="horz" pos="465">
          <p15:clr>
            <a:srgbClr val="A4A3A4"/>
          </p15:clr>
        </p15:guide>
        <p15:guide id="6" orient="horz" pos="4104">
          <p15:clr>
            <a:srgbClr val="A4A3A4"/>
          </p15:clr>
        </p15:guide>
        <p15:guide id="7" orient="horz" pos="4037">
          <p15:clr>
            <a:srgbClr val="A4A3A4"/>
          </p15:clr>
        </p15:guide>
      </p15:sldGuideLst>
    </p:ext>
  </p:extLst>
</p:presentation>
</file>

<file path=ppt/presProps.xml><?xml version="1.0" encoding="utf-8"?>
<p:presentationPr xmlns:a="http://schemas.openxmlformats.org/drawingml/2006/main" xmlns:r="http://schemas.openxmlformats.org/officeDocument/2006/relationships" xmlns:p="http://schemas.openxmlformats.org/presentationml/2006/main">
  <p:clrMru>
    <a:srgbClr val="1B7ADA"/>
    <a:srgbClr val="8ACF57"/>
    <a:srgbClr val="00AEEE"/>
  </p:clrMru>
  <p:extLst>
    <p:ext uri="{E76CE94A-603C-4142-B9EB-6D1370010A27}">
      <p14:discardImageEditData xmlns:p14="http://schemas.microsoft.com/office/powerpoint/2010/main" val="0"/>
    </p:ext>
    <p:ext uri="{D31A062A-798A-4329-ABDD-BBA856620510}">
      <p14:defaultImageDpi xmlns:p14="http://schemas.microsoft.com/office/powerpoint/2010/main" val="220"/>
    </p:ext>
    <p:ext uri="{FD5EFAAD-0ECE-453E-9831-46B23BE46B34}">
      <p15:chartTrackingRefBased xmlns:p15="http://schemas.microsoft.com/office/powerpoint/2012/main" val="0"/>
    </p:ext>
  </p:extLst>
</p:presentationPr>
</file>

<file path=ppt/tableStyles.xml><?xml version="1.0" encoding="utf-8"?>
<a:tblStyleLst xmlns:a="http://schemas.openxmlformats.org/drawingml/2006/main" def="{5C22544A-7EE6-4342-B048-85BDC9FD1C3A}"/>
</file>

<file path=ppt/viewProps.xml><?xml version="1.0" encoding="utf-8"?>
<p:viewPr xmlns:a="http://schemas.openxmlformats.org/drawingml/2006/main" xmlns:r="http://schemas.openxmlformats.org/officeDocument/2006/relationships" xmlns:p="http://schemas.openxmlformats.org/presentationml/2006/main" lastView="sldThumbnailView">
  <p:normalViewPr>
    <p:restoredLeft sz="17069" autoAdjust="0"/>
    <p:restoredTop sz="94660"/>
  </p:normalViewPr>
  <p:slideViewPr>
    <p:cSldViewPr snapToGrid="0" showGuides="1">
      <p:cViewPr varScale="1">
        <p:scale>
          <a:sx n="116" d="100"/>
          <a:sy n="116" d="100"/>
        </p:scale>
        <p:origin x="1987" y="72"/>
      </p:cViewPr>
      <p:guideLst>
        <p:guide orient="horz" pos="2251"/>
        <p:guide pos="3845"/>
        <p:guide pos="186"/>
        <p:guide pos="7488"/>
        <p:guide orient="horz" pos="465"/>
        <p:guide orient="horz" pos="4104"/>
        <p:guide orient="horz" pos="4037"/>
      </p:guideLst>
    </p:cSldViewPr>
  </p:slideViewPr>
  <p:notesTextViewPr>
    <p:cViewPr>
      <p:scale>
        <a:sx n="50" d="100"/>
        <a:sy n="50" d="100"/>
      </p:scale>
      <p:origin x="0" y="0"/>
    </p:cViewPr>
  </p:notesTextViewPr>
  <p:sorterViewPr>
    <p:cViewPr>
      <p:scale>
        <a:sx n="100" d="100"/>
        <a:sy n="100" d="100"/>
      </p:scale>
      <p:origin x="0" y="0"/>
    </p:cViewPr>
  </p:sorterViewPr>
  <p:gridSpacing cx="72008" cy="72008"/>
</p:viewPr>
</file>

<file path=ppt/_rels/presentation.xml.rels><?xml version="1.0" encoding="UTF-8" standalone="yes"?>
<Relationships xmlns="http://schemas.openxmlformats.org/package/2006/relationships"><Relationship Id="rId117" Type="http://schemas.openxmlformats.org/officeDocument/2006/relationships/slide" Target="slides/slide116.xml"/><Relationship Id="rId21" Type="http://schemas.openxmlformats.org/officeDocument/2006/relationships/slide" Target="slides/slide20.xml"/><Relationship Id="rId324" Type="http://schemas.openxmlformats.org/officeDocument/2006/relationships/slide" Target="slides/slide323.xml"/><Relationship Id="rId531" Type="http://schemas.openxmlformats.org/officeDocument/2006/relationships/slide" Target="slides/slide530.xml"/><Relationship Id="rId170" Type="http://schemas.openxmlformats.org/officeDocument/2006/relationships/slide" Target="slides/slide169.xml"/><Relationship Id="rId268" Type="http://schemas.openxmlformats.org/officeDocument/2006/relationships/slide" Target="slides/slide267.xml"/><Relationship Id="rId475" Type="http://schemas.openxmlformats.org/officeDocument/2006/relationships/slide" Target="slides/slide474.xml"/><Relationship Id="rId32" Type="http://schemas.openxmlformats.org/officeDocument/2006/relationships/slide" Target="slides/slide31.xml"/><Relationship Id="rId128" Type="http://schemas.openxmlformats.org/officeDocument/2006/relationships/slide" Target="slides/slide127.xml"/><Relationship Id="rId335" Type="http://schemas.openxmlformats.org/officeDocument/2006/relationships/slide" Target="slides/slide334.xml"/><Relationship Id="rId542" Type="http://schemas.openxmlformats.org/officeDocument/2006/relationships/slide" Target="slides/slide541.xml"/><Relationship Id="rId181" Type="http://schemas.openxmlformats.org/officeDocument/2006/relationships/slide" Target="slides/slide180.xml"/><Relationship Id="rId402" Type="http://schemas.openxmlformats.org/officeDocument/2006/relationships/slide" Target="slides/slide401.xml"/><Relationship Id="rId279" Type="http://schemas.openxmlformats.org/officeDocument/2006/relationships/slide" Target="slides/slide278.xml"/><Relationship Id="rId486" Type="http://schemas.openxmlformats.org/officeDocument/2006/relationships/slide" Target="slides/slide485.xml"/><Relationship Id="rId43" Type="http://schemas.openxmlformats.org/officeDocument/2006/relationships/slide" Target="slides/slide42.xml"/><Relationship Id="rId139" Type="http://schemas.openxmlformats.org/officeDocument/2006/relationships/slide" Target="slides/slide138.xml"/><Relationship Id="rId346" Type="http://schemas.openxmlformats.org/officeDocument/2006/relationships/slide" Target="slides/slide345.xml"/><Relationship Id="rId553" Type="http://schemas.openxmlformats.org/officeDocument/2006/relationships/slide" Target="slides/slide552.xml"/><Relationship Id="rId192" Type="http://schemas.openxmlformats.org/officeDocument/2006/relationships/slide" Target="slides/slide191.xml"/><Relationship Id="rId206" Type="http://schemas.openxmlformats.org/officeDocument/2006/relationships/slide" Target="slides/slide205.xml"/><Relationship Id="rId413" Type="http://schemas.openxmlformats.org/officeDocument/2006/relationships/slide" Target="slides/slide412.xml"/><Relationship Id="rId497" Type="http://schemas.openxmlformats.org/officeDocument/2006/relationships/slide" Target="slides/slide496.xml"/><Relationship Id="rId357" Type="http://schemas.openxmlformats.org/officeDocument/2006/relationships/slide" Target="slides/slide356.xml"/><Relationship Id="rId54" Type="http://schemas.openxmlformats.org/officeDocument/2006/relationships/slide" Target="slides/slide53.xml"/><Relationship Id="rId217" Type="http://schemas.openxmlformats.org/officeDocument/2006/relationships/slide" Target="slides/slide216.xml"/><Relationship Id="rId564" Type="http://schemas.openxmlformats.org/officeDocument/2006/relationships/slide" Target="slides/slide563.xml"/><Relationship Id="rId424" Type="http://schemas.openxmlformats.org/officeDocument/2006/relationships/slide" Target="slides/slide423.xml"/><Relationship Id="rId270" Type="http://schemas.openxmlformats.org/officeDocument/2006/relationships/slide" Target="slides/slide269.xml"/><Relationship Id="rId65" Type="http://schemas.openxmlformats.org/officeDocument/2006/relationships/slide" Target="slides/slide64.xml"/><Relationship Id="rId130" Type="http://schemas.openxmlformats.org/officeDocument/2006/relationships/slide" Target="slides/slide129.xml"/><Relationship Id="rId368" Type="http://schemas.openxmlformats.org/officeDocument/2006/relationships/slide" Target="slides/slide367.xml"/><Relationship Id="rId575" Type="http://schemas.openxmlformats.org/officeDocument/2006/relationships/slide" Target="slides/slide574.xml"/><Relationship Id="rId228" Type="http://schemas.openxmlformats.org/officeDocument/2006/relationships/slide" Target="slides/slide227.xml"/><Relationship Id="rId435" Type="http://schemas.openxmlformats.org/officeDocument/2006/relationships/slide" Target="slides/slide434.xml"/><Relationship Id="rId281" Type="http://schemas.openxmlformats.org/officeDocument/2006/relationships/slide" Target="slides/slide280.xml"/><Relationship Id="rId502" Type="http://schemas.openxmlformats.org/officeDocument/2006/relationships/slide" Target="slides/slide501.xml"/><Relationship Id="rId76" Type="http://schemas.openxmlformats.org/officeDocument/2006/relationships/slide" Target="slides/slide75.xml"/><Relationship Id="rId141" Type="http://schemas.openxmlformats.org/officeDocument/2006/relationships/slide" Target="slides/slide140.xml"/><Relationship Id="rId379" Type="http://schemas.openxmlformats.org/officeDocument/2006/relationships/slide" Target="slides/slide378.xml"/><Relationship Id="rId586" Type="http://schemas.openxmlformats.org/officeDocument/2006/relationships/theme" Target="theme/theme1.xml"/><Relationship Id="rId7" Type="http://schemas.openxmlformats.org/officeDocument/2006/relationships/slide" Target="slides/slide6.xml"/><Relationship Id="rId239" Type="http://schemas.openxmlformats.org/officeDocument/2006/relationships/slide" Target="slides/slide238.xml"/><Relationship Id="rId446" Type="http://schemas.openxmlformats.org/officeDocument/2006/relationships/slide" Target="slides/slide445.xml"/><Relationship Id="rId250" Type="http://schemas.openxmlformats.org/officeDocument/2006/relationships/slide" Target="slides/slide249.xml"/><Relationship Id="rId292" Type="http://schemas.openxmlformats.org/officeDocument/2006/relationships/slide" Target="slides/slide291.xml"/><Relationship Id="rId306" Type="http://schemas.openxmlformats.org/officeDocument/2006/relationships/slide" Target="slides/slide305.xml"/><Relationship Id="rId488" Type="http://schemas.openxmlformats.org/officeDocument/2006/relationships/slide" Target="slides/slide487.xml"/><Relationship Id="rId45" Type="http://schemas.openxmlformats.org/officeDocument/2006/relationships/slide" Target="slides/slide44.xml"/><Relationship Id="rId87" Type="http://schemas.openxmlformats.org/officeDocument/2006/relationships/slide" Target="slides/slide86.xml"/><Relationship Id="rId110" Type="http://schemas.openxmlformats.org/officeDocument/2006/relationships/slide" Target="slides/slide109.xml"/><Relationship Id="rId348" Type="http://schemas.openxmlformats.org/officeDocument/2006/relationships/slide" Target="slides/slide347.xml"/><Relationship Id="rId513" Type="http://schemas.openxmlformats.org/officeDocument/2006/relationships/slide" Target="slides/slide512.xml"/><Relationship Id="rId555" Type="http://schemas.openxmlformats.org/officeDocument/2006/relationships/slide" Target="slides/slide554.xml"/><Relationship Id="rId152" Type="http://schemas.openxmlformats.org/officeDocument/2006/relationships/slide" Target="slides/slide151.xml"/><Relationship Id="rId194" Type="http://schemas.openxmlformats.org/officeDocument/2006/relationships/slide" Target="slides/slide193.xml"/><Relationship Id="rId208" Type="http://schemas.openxmlformats.org/officeDocument/2006/relationships/slide" Target="slides/slide207.xml"/><Relationship Id="rId415" Type="http://schemas.openxmlformats.org/officeDocument/2006/relationships/slide" Target="slides/slide414.xml"/><Relationship Id="rId457" Type="http://schemas.openxmlformats.org/officeDocument/2006/relationships/slide" Target="slides/slide456.xml"/><Relationship Id="rId261" Type="http://schemas.openxmlformats.org/officeDocument/2006/relationships/slide" Target="slides/slide260.xml"/><Relationship Id="rId499" Type="http://schemas.openxmlformats.org/officeDocument/2006/relationships/slide" Target="slides/slide498.xml"/><Relationship Id="rId14" Type="http://schemas.openxmlformats.org/officeDocument/2006/relationships/slide" Target="slides/slide13.xml"/><Relationship Id="rId56" Type="http://schemas.openxmlformats.org/officeDocument/2006/relationships/slide" Target="slides/slide55.xml"/><Relationship Id="rId317" Type="http://schemas.openxmlformats.org/officeDocument/2006/relationships/slide" Target="slides/slide316.xml"/><Relationship Id="rId359" Type="http://schemas.openxmlformats.org/officeDocument/2006/relationships/slide" Target="slides/slide358.xml"/><Relationship Id="rId524" Type="http://schemas.openxmlformats.org/officeDocument/2006/relationships/slide" Target="slides/slide523.xml"/><Relationship Id="rId566" Type="http://schemas.openxmlformats.org/officeDocument/2006/relationships/slide" Target="slides/slide565.xml"/><Relationship Id="rId98" Type="http://schemas.openxmlformats.org/officeDocument/2006/relationships/slide" Target="slides/slide97.xml"/><Relationship Id="rId121" Type="http://schemas.openxmlformats.org/officeDocument/2006/relationships/slide" Target="slides/slide120.xml"/><Relationship Id="rId163" Type="http://schemas.openxmlformats.org/officeDocument/2006/relationships/slide" Target="slides/slide162.xml"/><Relationship Id="rId219" Type="http://schemas.openxmlformats.org/officeDocument/2006/relationships/slide" Target="slides/slide218.xml"/><Relationship Id="rId370" Type="http://schemas.openxmlformats.org/officeDocument/2006/relationships/slide" Target="slides/slide369.xml"/><Relationship Id="rId426" Type="http://schemas.openxmlformats.org/officeDocument/2006/relationships/slide" Target="slides/slide425.xml"/><Relationship Id="rId230" Type="http://schemas.openxmlformats.org/officeDocument/2006/relationships/slide" Target="slides/slide229.xml"/><Relationship Id="rId468" Type="http://schemas.openxmlformats.org/officeDocument/2006/relationships/slide" Target="slides/slide467.xml"/><Relationship Id="rId25" Type="http://schemas.openxmlformats.org/officeDocument/2006/relationships/slide" Target="slides/slide24.xml"/><Relationship Id="rId67" Type="http://schemas.openxmlformats.org/officeDocument/2006/relationships/slide" Target="slides/slide66.xml"/><Relationship Id="rId272" Type="http://schemas.openxmlformats.org/officeDocument/2006/relationships/slide" Target="slides/slide271.xml"/><Relationship Id="rId328" Type="http://schemas.openxmlformats.org/officeDocument/2006/relationships/slide" Target="slides/slide327.xml"/><Relationship Id="rId535" Type="http://schemas.openxmlformats.org/officeDocument/2006/relationships/slide" Target="slides/slide534.xml"/><Relationship Id="rId577" Type="http://schemas.openxmlformats.org/officeDocument/2006/relationships/slide" Target="slides/slide576.xml"/><Relationship Id="rId132" Type="http://schemas.openxmlformats.org/officeDocument/2006/relationships/slide" Target="slides/slide131.xml"/><Relationship Id="rId174" Type="http://schemas.openxmlformats.org/officeDocument/2006/relationships/slide" Target="slides/slide173.xml"/><Relationship Id="rId381" Type="http://schemas.openxmlformats.org/officeDocument/2006/relationships/slide" Target="slides/slide380.xml"/><Relationship Id="rId241" Type="http://schemas.openxmlformats.org/officeDocument/2006/relationships/slide" Target="slides/slide240.xml"/><Relationship Id="rId437" Type="http://schemas.openxmlformats.org/officeDocument/2006/relationships/slide" Target="slides/slide436.xml"/><Relationship Id="rId479" Type="http://schemas.openxmlformats.org/officeDocument/2006/relationships/slide" Target="slides/slide478.xml"/><Relationship Id="rId36" Type="http://schemas.openxmlformats.org/officeDocument/2006/relationships/slide" Target="slides/slide35.xml"/><Relationship Id="rId283" Type="http://schemas.openxmlformats.org/officeDocument/2006/relationships/slide" Target="slides/slide282.xml"/><Relationship Id="rId339" Type="http://schemas.openxmlformats.org/officeDocument/2006/relationships/slide" Target="slides/slide338.xml"/><Relationship Id="rId490" Type="http://schemas.openxmlformats.org/officeDocument/2006/relationships/slide" Target="slides/slide489.xml"/><Relationship Id="rId504" Type="http://schemas.openxmlformats.org/officeDocument/2006/relationships/slide" Target="slides/slide503.xml"/><Relationship Id="rId546" Type="http://schemas.openxmlformats.org/officeDocument/2006/relationships/slide" Target="slides/slide545.xml"/><Relationship Id="rId78" Type="http://schemas.openxmlformats.org/officeDocument/2006/relationships/slide" Target="slides/slide77.xml"/><Relationship Id="rId101" Type="http://schemas.openxmlformats.org/officeDocument/2006/relationships/slide" Target="slides/slide100.xml"/><Relationship Id="rId143" Type="http://schemas.openxmlformats.org/officeDocument/2006/relationships/slide" Target="slides/slide142.xml"/><Relationship Id="rId185" Type="http://schemas.openxmlformats.org/officeDocument/2006/relationships/slide" Target="slides/slide184.xml"/><Relationship Id="rId350" Type="http://schemas.openxmlformats.org/officeDocument/2006/relationships/slide" Target="slides/slide349.xml"/><Relationship Id="rId406" Type="http://schemas.openxmlformats.org/officeDocument/2006/relationships/slide" Target="slides/slide405.xml"/><Relationship Id="rId9" Type="http://schemas.openxmlformats.org/officeDocument/2006/relationships/slide" Target="slides/slide8.xml"/><Relationship Id="rId210" Type="http://schemas.openxmlformats.org/officeDocument/2006/relationships/slide" Target="slides/slide209.xml"/><Relationship Id="rId392" Type="http://schemas.openxmlformats.org/officeDocument/2006/relationships/slide" Target="slides/slide391.xml"/><Relationship Id="rId448" Type="http://schemas.openxmlformats.org/officeDocument/2006/relationships/slide" Target="slides/slide447.xml"/><Relationship Id="rId252" Type="http://schemas.openxmlformats.org/officeDocument/2006/relationships/slide" Target="slides/slide251.xml"/><Relationship Id="rId294" Type="http://schemas.openxmlformats.org/officeDocument/2006/relationships/slide" Target="slides/slide293.xml"/><Relationship Id="rId308" Type="http://schemas.openxmlformats.org/officeDocument/2006/relationships/slide" Target="slides/slide307.xml"/><Relationship Id="rId515" Type="http://schemas.openxmlformats.org/officeDocument/2006/relationships/slide" Target="slides/slide514.xml"/><Relationship Id="rId47" Type="http://schemas.openxmlformats.org/officeDocument/2006/relationships/slide" Target="slides/slide46.xml"/><Relationship Id="rId89" Type="http://schemas.openxmlformats.org/officeDocument/2006/relationships/slide" Target="slides/slide88.xml"/><Relationship Id="rId112" Type="http://schemas.openxmlformats.org/officeDocument/2006/relationships/slide" Target="slides/slide111.xml"/><Relationship Id="rId154" Type="http://schemas.openxmlformats.org/officeDocument/2006/relationships/slide" Target="slides/slide153.xml"/><Relationship Id="rId361" Type="http://schemas.openxmlformats.org/officeDocument/2006/relationships/slide" Target="slides/slide360.xml"/><Relationship Id="rId557" Type="http://schemas.openxmlformats.org/officeDocument/2006/relationships/slide" Target="slides/slide556.xml"/><Relationship Id="rId196" Type="http://schemas.openxmlformats.org/officeDocument/2006/relationships/slide" Target="slides/slide195.xml"/><Relationship Id="rId417" Type="http://schemas.openxmlformats.org/officeDocument/2006/relationships/slide" Target="slides/slide416.xml"/><Relationship Id="rId459" Type="http://schemas.openxmlformats.org/officeDocument/2006/relationships/slide" Target="slides/slide458.xml"/><Relationship Id="rId16" Type="http://schemas.openxmlformats.org/officeDocument/2006/relationships/slide" Target="slides/slide15.xml"/><Relationship Id="rId221" Type="http://schemas.openxmlformats.org/officeDocument/2006/relationships/slide" Target="slides/slide220.xml"/><Relationship Id="rId263" Type="http://schemas.openxmlformats.org/officeDocument/2006/relationships/slide" Target="slides/slide262.xml"/><Relationship Id="rId319" Type="http://schemas.openxmlformats.org/officeDocument/2006/relationships/slide" Target="slides/slide318.xml"/><Relationship Id="rId470" Type="http://schemas.openxmlformats.org/officeDocument/2006/relationships/slide" Target="slides/slide469.xml"/><Relationship Id="rId526" Type="http://schemas.openxmlformats.org/officeDocument/2006/relationships/slide" Target="slides/slide525.xml"/><Relationship Id="rId58" Type="http://schemas.openxmlformats.org/officeDocument/2006/relationships/slide" Target="slides/slide57.xml"/><Relationship Id="rId123" Type="http://schemas.openxmlformats.org/officeDocument/2006/relationships/slide" Target="slides/slide122.xml"/><Relationship Id="rId330" Type="http://schemas.openxmlformats.org/officeDocument/2006/relationships/slide" Target="slides/slide329.xml"/><Relationship Id="rId568" Type="http://schemas.openxmlformats.org/officeDocument/2006/relationships/slide" Target="slides/slide567.xml"/><Relationship Id="rId165" Type="http://schemas.openxmlformats.org/officeDocument/2006/relationships/slide" Target="slides/slide164.xml"/><Relationship Id="rId372" Type="http://schemas.openxmlformats.org/officeDocument/2006/relationships/slide" Target="slides/slide371.xml"/><Relationship Id="rId428" Type="http://schemas.openxmlformats.org/officeDocument/2006/relationships/slide" Target="slides/slide427.xml"/><Relationship Id="rId232" Type="http://schemas.openxmlformats.org/officeDocument/2006/relationships/slide" Target="slides/slide231.xml"/><Relationship Id="rId274" Type="http://schemas.openxmlformats.org/officeDocument/2006/relationships/slide" Target="slides/slide273.xml"/><Relationship Id="rId481" Type="http://schemas.openxmlformats.org/officeDocument/2006/relationships/slide" Target="slides/slide480.xml"/><Relationship Id="rId27" Type="http://schemas.openxmlformats.org/officeDocument/2006/relationships/slide" Target="slides/slide26.xml"/><Relationship Id="rId69" Type="http://schemas.openxmlformats.org/officeDocument/2006/relationships/slide" Target="slides/slide68.xml"/><Relationship Id="rId134" Type="http://schemas.openxmlformats.org/officeDocument/2006/relationships/slide" Target="slides/slide133.xml"/><Relationship Id="rId537" Type="http://schemas.openxmlformats.org/officeDocument/2006/relationships/slide" Target="slides/slide536.xml"/><Relationship Id="rId579" Type="http://schemas.openxmlformats.org/officeDocument/2006/relationships/slide" Target="slides/slide578.xml"/><Relationship Id="rId80" Type="http://schemas.openxmlformats.org/officeDocument/2006/relationships/slide" Target="slides/slide79.xml"/><Relationship Id="rId176" Type="http://schemas.openxmlformats.org/officeDocument/2006/relationships/slide" Target="slides/slide175.xml"/><Relationship Id="rId341" Type="http://schemas.openxmlformats.org/officeDocument/2006/relationships/slide" Target="slides/slide340.xml"/><Relationship Id="rId383" Type="http://schemas.openxmlformats.org/officeDocument/2006/relationships/slide" Target="slides/slide382.xml"/><Relationship Id="rId439" Type="http://schemas.openxmlformats.org/officeDocument/2006/relationships/slide" Target="slides/slide438.xml"/><Relationship Id="rId201" Type="http://schemas.openxmlformats.org/officeDocument/2006/relationships/slide" Target="slides/slide200.xml"/><Relationship Id="rId243" Type="http://schemas.openxmlformats.org/officeDocument/2006/relationships/slide" Target="slides/slide242.xml"/><Relationship Id="rId285" Type="http://schemas.openxmlformats.org/officeDocument/2006/relationships/slide" Target="slides/slide284.xml"/><Relationship Id="rId450" Type="http://schemas.openxmlformats.org/officeDocument/2006/relationships/slide" Target="slides/slide449.xml"/><Relationship Id="rId506" Type="http://schemas.openxmlformats.org/officeDocument/2006/relationships/slide" Target="slides/slide505.xml"/><Relationship Id="rId38" Type="http://schemas.openxmlformats.org/officeDocument/2006/relationships/slide" Target="slides/slide37.xml"/><Relationship Id="rId103" Type="http://schemas.openxmlformats.org/officeDocument/2006/relationships/slide" Target="slides/slide102.xml"/><Relationship Id="rId310" Type="http://schemas.openxmlformats.org/officeDocument/2006/relationships/slide" Target="slides/slide309.xml"/><Relationship Id="rId492" Type="http://schemas.openxmlformats.org/officeDocument/2006/relationships/slide" Target="slides/slide491.xml"/><Relationship Id="rId548" Type="http://schemas.openxmlformats.org/officeDocument/2006/relationships/slide" Target="slides/slide547.xml"/><Relationship Id="rId91" Type="http://schemas.openxmlformats.org/officeDocument/2006/relationships/slide" Target="slides/slide90.xml"/><Relationship Id="rId145" Type="http://schemas.openxmlformats.org/officeDocument/2006/relationships/slide" Target="slides/slide144.xml"/><Relationship Id="rId187" Type="http://schemas.openxmlformats.org/officeDocument/2006/relationships/slide" Target="slides/slide186.xml"/><Relationship Id="rId352" Type="http://schemas.openxmlformats.org/officeDocument/2006/relationships/slide" Target="slides/slide351.xml"/><Relationship Id="rId394" Type="http://schemas.openxmlformats.org/officeDocument/2006/relationships/slide" Target="slides/slide393.xml"/><Relationship Id="rId408" Type="http://schemas.openxmlformats.org/officeDocument/2006/relationships/slide" Target="slides/slide407.xml"/><Relationship Id="rId212" Type="http://schemas.openxmlformats.org/officeDocument/2006/relationships/slide" Target="slides/slide211.xml"/><Relationship Id="rId254" Type="http://schemas.openxmlformats.org/officeDocument/2006/relationships/slide" Target="slides/slide253.xml"/><Relationship Id="rId49" Type="http://schemas.openxmlformats.org/officeDocument/2006/relationships/slide" Target="slides/slide48.xml"/><Relationship Id="rId114" Type="http://schemas.openxmlformats.org/officeDocument/2006/relationships/slide" Target="slides/slide113.xml"/><Relationship Id="rId296" Type="http://schemas.openxmlformats.org/officeDocument/2006/relationships/slide" Target="slides/slide295.xml"/><Relationship Id="rId461" Type="http://schemas.openxmlformats.org/officeDocument/2006/relationships/slide" Target="slides/slide460.xml"/><Relationship Id="rId517" Type="http://schemas.openxmlformats.org/officeDocument/2006/relationships/slide" Target="slides/slide516.xml"/><Relationship Id="rId559" Type="http://schemas.openxmlformats.org/officeDocument/2006/relationships/slide" Target="slides/slide558.xml"/><Relationship Id="rId60" Type="http://schemas.openxmlformats.org/officeDocument/2006/relationships/slide" Target="slides/slide59.xml"/><Relationship Id="rId156" Type="http://schemas.openxmlformats.org/officeDocument/2006/relationships/slide" Target="slides/slide155.xml"/><Relationship Id="rId198" Type="http://schemas.openxmlformats.org/officeDocument/2006/relationships/slide" Target="slides/slide197.xml"/><Relationship Id="rId321" Type="http://schemas.openxmlformats.org/officeDocument/2006/relationships/slide" Target="slides/slide320.xml"/><Relationship Id="rId363" Type="http://schemas.openxmlformats.org/officeDocument/2006/relationships/slide" Target="slides/slide362.xml"/><Relationship Id="rId419" Type="http://schemas.openxmlformats.org/officeDocument/2006/relationships/slide" Target="slides/slide418.xml"/><Relationship Id="rId570" Type="http://schemas.openxmlformats.org/officeDocument/2006/relationships/slide" Target="slides/slide569.xml"/><Relationship Id="rId223" Type="http://schemas.openxmlformats.org/officeDocument/2006/relationships/slide" Target="slides/slide222.xml"/><Relationship Id="rId430" Type="http://schemas.openxmlformats.org/officeDocument/2006/relationships/slide" Target="slides/slide429.xml"/><Relationship Id="rId18" Type="http://schemas.openxmlformats.org/officeDocument/2006/relationships/slide" Target="slides/slide17.xml"/><Relationship Id="rId265" Type="http://schemas.openxmlformats.org/officeDocument/2006/relationships/slide" Target="slides/slide264.xml"/><Relationship Id="rId472" Type="http://schemas.openxmlformats.org/officeDocument/2006/relationships/slide" Target="slides/slide471.xml"/><Relationship Id="rId528" Type="http://schemas.openxmlformats.org/officeDocument/2006/relationships/slide" Target="slides/slide527.xml"/><Relationship Id="rId125" Type="http://schemas.openxmlformats.org/officeDocument/2006/relationships/slide" Target="slides/slide124.xml"/><Relationship Id="rId167" Type="http://schemas.openxmlformats.org/officeDocument/2006/relationships/slide" Target="slides/slide166.xml"/><Relationship Id="rId332" Type="http://schemas.openxmlformats.org/officeDocument/2006/relationships/slide" Target="slides/slide331.xml"/><Relationship Id="rId374" Type="http://schemas.openxmlformats.org/officeDocument/2006/relationships/slide" Target="slides/slide373.xml"/><Relationship Id="rId581" Type="http://schemas.openxmlformats.org/officeDocument/2006/relationships/slide" Target="slides/slide580.xml"/><Relationship Id="rId71" Type="http://schemas.openxmlformats.org/officeDocument/2006/relationships/slide" Target="slides/slide70.xml"/><Relationship Id="rId234" Type="http://schemas.openxmlformats.org/officeDocument/2006/relationships/slide" Target="slides/slide233.xml"/><Relationship Id="rId2" Type="http://schemas.openxmlformats.org/officeDocument/2006/relationships/slide" Target="slides/slide1.xml"/><Relationship Id="rId29" Type="http://schemas.openxmlformats.org/officeDocument/2006/relationships/slide" Target="slides/slide28.xml"/><Relationship Id="rId276" Type="http://schemas.openxmlformats.org/officeDocument/2006/relationships/slide" Target="slides/slide275.xml"/><Relationship Id="rId441" Type="http://schemas.openxmlformats.org/officeDocument/2006/relationships/slide" Target="slides/slide440.xml"/><Relationship Id="rId483" Type="http://schemas.openxmlformats.org/officeDocument/2006/relationships/slide" Target="slides/slide482.xml"/><Relationship Id="rId539" Type="http://schemas.openxmlformats.org/officeDocument/2006/relationships/slide" Target="slides/slide538.xml"/><Relationship Id="rId40" Type="http://schemas.openxmlformats.org/officeDocument/2006/relationships/slide" Target="slides/slide39.xml"/><Relationship Id="rId136" Type="http://schemas.openxmlformats.org/officeDocument/2006/relationships/slide" Target="slides/slide135.xml"/><Relationship Id="rId178" Type="http://schemas.openxmlformats.org/officeDocument/2006/relationships/slide" Target="slides/slide177.xml"/><Relationship Id="rId301" Type="http://schemas.openxmlformats.org/officeDocument/2006/relationships/slide" Target="slides/slide300.xml"/><Relationship Id="rId343" Type="http://schemas.openxmlformats.org/officeDocument/2006/relationships/slide" Target="slides/slide342.xml"/><Relationship Id="rId550" Type="http://schemas.openxmlformats.org/officeDocument/2006/relationships/slide" Target="slides/slide549.xml"/><Relationship Id="rId82" Type="http://schemas.openxmlformats.org/officeDocument/2006/relationships/slide" Target="slides/slide81.xml"/><Relationship Id="rId203" Type="http://schemas.openxmlformats.org/officeDocument/2006/relationships/slide" Target="slides/slide202.xml"/><Relationship Id="rId385" Type="http://schemas.openxmlformats.org/officeDocument/2006/relationships/slide" Target="slides/slide384.xml"/><Relationship Id="rId245" Type="http://schemas.openxmlformats.org/officeDocument/2006/relationships/slide" Target="slides/slide244.xml"/><Relationship Id="rId287" Type="http://schemas.openxmlformats.org/officeDocument/2006/relationships/slide" Target="slides/slide286.xml"/><Relationship Id="rId410" Type="http://schemas.openxmlformats.org/officeDocument/2006/relationships/slide" Target="slides/slide409.xml"/><Relationship Id="rId452" Type="http://schemas.openxmlformats.org/officeDocument/2006/relationships/slide" Target="slides/slide451.xml"/><Relationship Id="rId494" Type="http://schemas.openxmlformats.org/officeDocument/2006/relationships/slide" Target="slides/slide493.xml"/><Relationship Id="rId508" Type="http://schemas.openxmlformats.org/officeDocument/2006/relationships/slide" Target="slides/slide507.xml"/><Relationship Id="rId105" Type="http://schemas.openxmlformats.org/officeDocument/2006/relationships/slide" Target="slides/slide104.xml"/><Relationship Id="rId147" Type="http://schemas.openxmlformats.org/officeDocument/2006/relationships/slide" Target="slides/slide146.xml"/><Relationship Id="rId312" Type="http://schemas.openxmlformats.org/officeDocument/2006/relationships/slide" Target="slides/slide311.xml"/><Relationship Id="rId354" Type="http://schemas.openxmlformats.org/officeDocument/2006/relationships/slide" Target="slides/slide353.xml"/><Relationship Id="rId51" Type="http://schemas.openxmlformats.org/officeDocument/2006/relationships/slide" Target="slides/slide50.xml"/><Relationship Id="rId93" Type="http://schemas.openxmlformats.org/officeDocument/2006/relationships/slide" Target="slides/slide92.xml"/><Relationship Id="rId189" Type="http://schemas.openxmlformats.org/officeDocument/2006/relationships/slide" Target="slides/slide188.xml"/><Relationship Id="rId396" Type="http://schemas.openxmlformats.org/officeDocument/2006/relationships/slide" Target="slides/slide395.xml"/><Relationship Id="rId561" Type="http://schemas.openxmlformats.org/officeDocument/2006/relationships/slide" Target="slides/slide560.xml"/><Relationship Id="rId214" Type="http://schemas.openxmlformats.org/officeDocument/2006/relationships/slide" Target="slides/slide213.xml"/><Relationship Id="rId256" Type="http://schemas.openxmlformats.org/officeDocument/2006/relationships/slide" Target="slides/slide255.xml"/><Relationship Id="rId298" Type="http://schemas.openxmlformats.org/officeDocument/2006/relationships/slide" Target="slides/slide297.xml"/><Relationship Id="rId421" Type="http://schemas.openxmlformats.org/officeDocument/2006/relationships/slide" Target="slides/slide420.xml"/><Relationship Id="rId463" Type="http://schemas.openxmlformats.org/officeDocument/2006/relationships/slide" Target="slides/slide462.xml"/><Relationship Id="rId519" Type="http://schemas.openxmlformats.org/officeDocument/2006/relationships/slide" Target="slides/slide518.xml"/><Relationship Id="rId116" Type="http://schemas.openxmlformats.org/officeDocument/2006/relationships/slide" Target="slides/slide115.xml"/><Relationship Id="rId158" Type="http://schemas.openxmlformats.org/officeDocument/2006/relationships/slide" Target="slides/slide157.xml"/><Relationship Id="rId323" Type="http://schemas.openxmlformats.org/officeDocument/2006/relationships/slide" Target="slides/slide322.xml"/><Relationship Id="rId530" Type="http://schemas.openxmlformats.org/officeDocument/2006/relationships/slide" Target="slides/slide529.xml"/><Relationship Id="rId20" Type="http://schemas.openxmlformats.org/officeDocument/2006/relationships/slide" Target="slides/slide19.xml"/><Relationship Id="rId62" Type="http://schemas.openxmlformats.org/officeDocument/2006/relationships/slide" Target="slides/slide61.xml"/><Relationship Id="rId365" Type="http://schemas.openxmlformats.org/officeDocument/2006/relationships/slide" Target="slides/slide364.xml"/><Relationship Id="rId572" Type="http://schemas.openxmlformats.org/officeDocument/2006/relationships/slide" Target="slides/slide571.xml"/><Relationship Id="rId225" Type="http://schemas.openxmlformats.org/officeDocument/2006/relationships/slide" Target="slides/slide224.xml"/><Relationship Id="rId267" Type="http://schemas.openxmlformats.org/officeDocument/2006/relationships/slide" Target="slides/slide266.xml"/><Relationship Id="rId432" Type="http://schemas.openxmlformats.org/officeDocument/2006/relationships/slide" Target="slides/slide431.xml"/><Relationship Id="rId474" Type="http://schemas.openxmlformats.org/officeDocument/2006/relationships/slide" Target="slides/slide473.xml"/><Relationship Id="rId127" Type="http://schemas.openxmlformats.org/officeDocument/2006/relationships/slide" Target="slides/slide126.xml"/><Relationship Id="rId31" Type="http://schemas.openxmlformats.org/officeDocument/2006/relationships/slide" Target="slides/slide30.xml"/><Relationship Id="rId73" Type="http://schemas.openxmlformats.org/officeDocument/2006/relationships/slide" Target="slides/slide72.xml"/><Relationship Id="rId169" Type="http://schemas.openxmlformats.org/officeDocument/2006/relationships/slide" Target="slides/slide168.xml"/><Relationship Id="rId334" Type="http://schemas.openxmlformats.org/officeDocument/2006/relationships/slide" Target="slides/slide333.xml"/><Relationship Id="rId376" Type="http://schemas.openxmlformats.org/officeDocument/2006/relationships/slide" Target="slides/slide375.xml"/><Relationship Id="rId541" Type="http://schemas.openxmlformats.org/officeDocument/2006/relationships/slide" Target="slides/slide540.xml"/><Relationship Id="rId583" Type="http://schemas.openxmlformats.org/officeDocument/2006/relationships/tags" Target="tags/tag1.xml"/><Relationship Id="rId4" Type="http://schemas.openxmlformats.org/officeDocument/2006/relationships/slide" Target="slides/slide3.xml"/><Relationship Id="rId180" Type="http://schemas.openxmlformats.org/officeDocument/2006/relationships/slide" Target="slides/slide179.xml"/><Relationship Id="rId236" Type="http://schemas.openxmlformats.org/officeDocument/2006/relationships/slide" Target="slides/slide235.xml"/><Relationship Id="rId278" Type="http://schemas.openxmlformats.org/officeDocument/2006/relationships/slide" Target="slides/slide277.xml"/><Relationship Id="rId401" Type="http://schemas.openxmlformats.org/officeDocument/2006/relationships/slide" Target="slides/slide400.xml"/><Relationship Id="rId443" Type="http://schemas.openxmlformats.org/officeDocument/2006/relationships/slide" Target="slides/slide442.xml"/><Relationship Id="rId303" Type="http://schemas.openxmlformats.org/officeDocument/2006/relationships/slide" Target="slides/slide302.xml"/><Relationship Id="rId485" Type="http://schemas.openxmlformats.org/officeDocument/2006/relationships/slide" Target="slides/slide484.xml"/><Relationship Id="rId42" Type="http://schemas.openxmlformats.org/officeDocument/2006/relationships/slide" Target="slides/slide41.xml"/><Relationship Id="rId84" Type="http://schemas.openxmlformats.org/officeDocument/2006/relationships/slide" Target="slides/slide83.xml"/><Relationship Id="rId138" Type="http://schemas.openxmlformats.org/officeDocument/2006/relationships/slide" Target="slides/slide137.xml"/><Relationship Id="rId345" Type="http://schemas.openxmlformats.org/officeDocument/2006/relationships/slide" Target="slides/slide344.xml"/><Relationship Id="rId387" Type="http://schemas.openxmlformats.org/officeDocument/2006/relationships/slide" Target="slides/slide386.xml"/><Relationship Id="rId510" Type="http://schemas.openxmlformats.org/officeDocument/2006/relationships/slide" Target="slides/slide509.xml"/><Relationship Id="rId552" Type="http://schemas.openxmlformats.org/officeDocument/2006/relationships/slide" Target="slides/slide551.xml"/><Relationship Id="rId191" Type="http://schemas.openxmlformats.org/officeDocument/2006/relationships/slide" Target="slides/slide190.xml"/><Relationship Id="rId205" Type="http://schemas.openxmlformats.org/officeDocument/2006/relationships/slide" Target="slides/slide204.xml"/><Relationship Id="rId247" Type="http://schemas.openxmlformats.org/officeDocument/2006/relationships/slide" Target="slides/slide246.xml"/><Relationship Id="rId412" Type="http://schemas.openxmlformats.org/officeDocument/2006/relationships/slide" Target="slides/slide411.xml"/><Relationship Id="rId107" Type="http://schemas.openxmlformats.org/officeDocument/2006/relationships/slide" Target="slides/slide106.xml"/><Relationship Id="rId289" Type="http://schemas.openxmlformats.org/officeDocument/2006/relationships/slide" Target="slides/slide288.xml"/><Relationship Id="rId454" Type="http://schemas.openxmlformats.org/officeDocument/2006/relationships/slide" Target="slides/slide453.xml"/><Relationship Id="rId496" Type="http://schemas.openxmlformats.org/officeDocument/2006/relationships/slide" Target="slides/slide495.xml"/><Relationship Id="rId11" Type="http://schemas.openxmlformats.org/officeDocument/2006/relationships/slide" Target="slides/slide10.xml"/><Relationship Id="rId53" Type="http://schemas.openxmlformats.org/officeDocument/2006/relationships/slide" Target="slides/slide52.xml"/><Relationship Id="rId149" Type="http://schemas.openxmlformats.org/officeDocument/2006/relationships/slide" Target="slides/slide148.xml"/><Relationship Id="rId314" Type="http://schemas.openxmlformats.org/officeDocument/2006/relationships/slide" Target="slides/slide313.xml"/><Relationship Id="rId356" Type="http://schemas.openxmlformats.org/officeDocument/2006/relationships/slide" Target="slides/slide355.xml"/><Relationship Id="rId398" Type="http://schemas.openxmlformats.org/officeDocument/2006/relationships/slide" Target="slides/slide397.xml"/><Relationship Id="rId521" Type="http://schemas.openxmlformats.org/officeDocument/2006/relationships/slide" Target="slides/slide520.xml"/><Relationship Id="rId563" Type="http://schemas.openxmlformats.org/officeDocument/2006/relationships/slide" Target="slides/slide562.xml"/><Relationship Id="rId95" Type="http://schemas.openxmlformats.org/officeDocument/2006/relationships/slide" Target="slides/slide94.xml"/><Relationship Id="rId160" Type="http://schemas.openxmlformats.org/officeDocument/2006/relationships/slide" Target="slides/slide159.xml"/><Relationship Id="rId216" Type="http://schemas.openxmlformats.org/officeDocument/2006/relationships/slide" Target="slides/slide215.xml"/><Relationship Id="rId423" Type="http://schemas.openxmlformats.org/officeDocument/2006/relationships/slide" Target="slides/slide422.xml"/><Relationship Id="rId258" Type="http://schemas.openxmlformats.org/officeDocument/2006/relationships/slide" Target="slides/slide257.xml"/><Relationship Id="rId465" Type="http://schemas.openxmlformats.org/officeDocument/2006/relationships/slide" Target="slides/slide464.xml"/><Relationship Id="rId22" Type="http://schemas.openxmlformats.org/officeDocument/2006/relationships/slide" Target="slides/slide21.xml"/><Relationship Id="rId64" Type="http://schemas.openxmlformats.org/officeDocument/2006/relationships/slide" Target="slides/slide63.xml"/><Relationship Id="rId118" Type="http://schemas.openxmlformats.org/officeDocument/2006/relationships/slide" Target="slides/slide117.xml"/><Relationship Id="rId325" Type="http://schemas.openxmlformats.org/officeDocument/2006/relationships/slide" Target="slides/slide324.xml"/><Relationship Id="rId367" Type="http://schemas.openxmlformats.org/officeDocument/2006/relationships/slide" Target="slides/slide366.xml"/><Relationship Id="rId532" Type="http://schemas.openxmlformats.org/officeDocument/2006/relationships/slide" Target="slides/slide531.xml"/><Relationship Id="rId574" Type="http://schemas.openxmlformats.org/officeDocument/2006/relationships/slide" Target="slides/slide573.xml"/><Relationship Id="rId171" Type="http://schemas.openxmlformats.org/officeDocument/2006/relationships/slide" Target="slides/slide170.xml"/><Relationship Id="rId227" Type="http://schemas.openxmlformats.org/officeDocument/2006/relationships/slide" Target="slides/slide226.xml"/><Relationship Id="rId269" Type="http://schemas.openxmlformats.org/officeDocument/2006/relationships/slide" Target="slides/slide268.xml"/><Relationship Id="rId434" Type="http://schemas.openxmlformats.org/officeDocument/2006/relationships/slide" Target="slides/slide433.xml"/><Relationship Id="rId476" Type="http://schemas.openxmlformats.org/officeDocument/2006/relationships/slide" Target="slides/slide475.xml"/><Relationship Id="rId33" Type="http://schemas.openxmlformats.org/officeDocument/2006/relationships/slide" Target="slides/slide32.xml"/><Relationship Id="rId129" Type="http://schemas.openxmlformats.org/officeDocument/2006/relationships/slide" Target="slides/slide128.xml"/><Relationship Id="rId280" Type="http://schemas.openxmlformats.org/officeDocument/2006/relationships/slide" Target="slides/slide279.xml"/><Relationship Id="rId336" Type="http://schemas.openxmlformats.org/officeDocument/2006/relationships/slide" Target="slides/slide335.xml"/><Relationship Id="rId501" Type="http://schemas.openxmlformats.org/officeDocument/2006/relationships/slide" Target="slides/slide500.xml"/><Relationship Id="rId543" Type="http://schemas.openxmlformats.org/officeDocument/2006/relationships/slide" Target="slides/slide542.xml"/><Relationship Id="rId75" Type="http://schemas.openxmlformats.org/officeDocument/2006/relationships/slide" Target="slides/slide74.xml"/><Relationship Id="rId140" Type="http://schemas.openxmlformats.org/officeDocument/2006/relationships/slide" Target="slides/slide139.xml"/><Relationship Id="rId182" Type="http://schemas.openxmlformats.org/officeDocument/2006/relationships/slide" Target="slides/slide181.xml"/><Relationship Id="rId378" Type="http://schemas.openxmlformats.org/officeDocument/2006/relationships/slide" Target="slides/slide377.xml"/><Relationship Id="rId403" Type="http://schemas.openxmlformats.org/officeDocument/2006/relationships/slide" Target="slides/slide402.xml"/><Relationship Id="rId585" Type="http://schemas.openxmlformats.org/officeDocument/2006/relationships/viewProps" Target="viewProps.xml"/><Relationship Id="rId6" Type="http://schemas.openxmlformats.org/officeDocument/2006/relationships/slide" Target="slides/slide5.xml"/><Relationship Id="rId238" Type="http://schemas.openxmlformats.org/officeDocument/2006/relationships/slide" Target="slides/slide237.xml"/><Relationship Id="rId445" Type="http://schemas.openxmlformats.org/officeDocument/2006/relationships/slide" Target="slides/slide444.xml"/><Relationship Id="rId487" Type="http://schemas.openxmlformats.org/officeDocument/2006/relationships/slide" Target="slides/slide486.xml"/><Relationship Id="rId291" Type="http://schemas.openxmlformats.org/officeDocument/2006/relationships/slide" Target="slides/slide290.xml"/><Relationship Id="rId305" Type="http://schemas.openxmlformats.org/officeDocument/2006/relationships/slide" Target="slides/slide304.xml"/><Relationship Id="rId347" Type="http://schemas.openxmlformats.org/officeDocument/2006/relationships/slide" Target="slides/slide346.xml"/><Relationship Id="rId512" Type="http://schemas.openxmlformats.org/officeDocument/2006/relationships/slide" Target="slides/slide511.xml"/><Relationship Id="rId44" Type="http://schemas.openxmlformats.org/officeDocument/2006/relationships/slide" Target="slides/slide43.xml"/><Relationship Id="rId86" Type="http://schemas.openxmlformats.org/officeDocument/2006/relationships/slide" Target="slides/slide85.xml"/><Relationship Id="rId151" Type="http://schemas.openxmlformats.org/officeDocument/2006/relationships/slide" Target="slides/slide150.xml"/><Relationship Id="rId389" Type="http://schemas.openxmlformats.org/officeDocument/2006/relationships/slide" Target="slides/slide388.xml"/><Relationship Id="rId554" Type="http://schemas.openxmlformats.org/officeDocument/2006/relationships/slide" Target="slides/slide553.xml"/><Relationship Id="rId193" Type="http://schemas.openxmlformats.org/officeDocument/2006/relationships/slide" Target="slides/slide192.xml"/><Relationship Id="rId207" Type="http://schemas.openxmlformats.org/officeDocument/2006/relationships/slide" Target="slides/slide206.xml"/><Relationship Id="rId249" Type="http://schemas.openxmlformats.org/officeDocument/2006/relationships/slide" Target="slides/slide248.xml"/><Relationship Id="rId414" Type="http://schemas.openxmlformats.org/officeDocument/2006/relationships/slide" Target="slides/slide413.xml"/><Relationship Id="rId456" Type="http://schemas.openxmlformats.org/officeDocument/2006/relationships/slide" Target="slides/slide455.xml"/><Relationship Id="rId498" Type="http://schemas.openxmlformats.org/officeDocument/2006/relationships/slide" Target="slides/slide497.xml"/><Relationship Id="rId13" Type="http://schemas.openxmlformats.org/officeDocument/2006/relationships/slide" Target="slides/slide12.xml"/><Relationship Id="rId109" Type="http://schemas.openxmlformats.org/officeDocument/2006/relationships/slide" Target="slides/slide108.xml"/><Relationship Id="rId260" Type="http://schemas.openxmlformats.org/officeDocument/2006/relationships/slide" Target="slides/slide259.xml"/><Relationship Id="rId316" Type="http://schemas.openxmlformats.org/officeDocument/2006/relationships/slide" Target="slides/slide315.xml"/><Relationship Id="rId523" Type="http://schemas.openxmlformats.org/officeDocument/2006/relationships/slide" Target="slides/slide522.xml"/><Relationship Id="rId55" Type="http://schemas.openxmlformats.org/officeDocument/2006/relationships/slide" Target="slides/slide54.xml"/><Relationship Id="rId97" Type="http://schemas.openxmlformats.org/officeDocument/2006/relationships/slide" Target="slides/slide96.xml"/><Relationship Id="rId120" Type="http://schemas.openxmlformats.org/officeDocument/2006/relationships/slide" Target="slides/slide119.xml"/><Relationship Id="rId358" Type="http://schemas.openxmlformats.org/officeDocument/2006/relationships/slide" Target="slides/slide357.xml"/><Relationship Id="rId565" Type="http://schemas.openxmlformats.org/officeDocument/2006/relationships/slide" Target="slides/slide564.xml"/><Relationship Id="rId162" Type="http://schemas.openxmlformats.org/officeDocument/2006/relationships/slide" Target="slides/slide161.xml"/><Relationship Id="rId218" Type="http://schemas.openxmlformats.org/officeDocument/2006/relationships/slide" Target="slides/slide217.xml"/><Relationship Id="rId425" Type="http://schemas.openxmlformats.org/officeDocument/2006/relationships/slide" Target="slides/slide424.xml"/><Relationship Id="rId467" Type="http://schemas.openxmlformats.org/officeDocument/2006/relationships/slide" Target="slides/slide466.xml"/><Relationship Id="rId271" Type="http://schemas.openxmlformats.org/officeDocument/2006/relationships/slide" Target="slides/slide270.xml"/><Relationship Id="rId24" Type="http://schemas.openxmlformats.org/officeDocument/2006/relationships/slide" Target="slides/slide23.xml"/><Relationship Id="rId66" Type="http://schemas.openxmlformats.org/officeDocument/2006/relationships/slide" Target="slides/slide65.xml"/><Relationship Id="rId131" Type="http://schemas.openxmlformats.org/officeDocument/2006/relationships/slide" Target="slides/slide130.xml"/><Relationship Id="rId327" Type="http://schemas.openxmlformats.org/officeDocument/2006/relationships/slide" Target="slides/slide326.xml"/><Relationship Id="rId369" Type="http://schemas.openxmlformats.org/officeDocument/2006/relationships/slide" Target="slides/slide368.xml"/><Relationship Id="rId534" Type="http://schemas.openxmlformats.org/officeDocument/2006/relationships/slide" Target="slides/slide533.xml"/><Relationship Id="rId576" Type="http://schemas.openxmlformats.org/officeDocument/2006/relationships/slide" Target="slides/slide575.xml"/><Relationship Id="rId173" Type="http://schemas.openxmlformats.org/officeDocument/2006/relationships/slide" Target="slides/slide172.xml"/><Relationship Id="rId229" Type="http://schemas.openxmlformats.org/officeDocument/2006/relationships/slide" Target="slides/slide228.xml"/><Relationship Id="rId380" Type="http://schemas.openxmlformats.org/officeDocument/2006/relationships/slide" Target="slides/slide379.xml"/><Relationship Id="rId436" Type="http://schemas.openxmlformats.org/officeDocument/2006/relationships/slide" Target="slides/slide435.xml"/><Relationship Id="rId240" Type="http://schemas.openxmlformats.org/officeDocument/2006/relationships/slide" Target="slides/slide239.xml"/><Relationship Id="rId478" Type="http://schemas.openxmlformats.org/officeDocument/2006/relationships/slide" Target="slides/slide477.xml"/><Relationship Id="rId35" Type="http://schemas.openxmlformats.org/officeDocument/2006/relationships/slide" Target="slides/slide34.xml"/><Relationship Id="rId77" Type="http://schemas.openxmlformats.org/officeDocument/2006/relationships/slide" Target="slides/slide76.xml"/><Relationship Id="rId100" Type="http://schemas.openxmlformats.org/officeDocument/2006/relationships/slide" Target="slides/slide99.xml"/><Relationship Id="rId282" Type="http://schemas.openxmlformats.org/officeDocument/2006/relationships/slide" Target="slides/slide281.xml"/><Relationship Id="rId338" Type="http://schemas.openxmlformats.org/officeDocument/2006/relationships/slide" Target="slides/slide337.xml"/><Relationship Id="rId503" Type="http://schemas.openxmlformats.org/officeDocument/2006/relationships/slide" Target="slides/slide502.xml"/><Relationship Id="rId545" Type="http://schemas.openxmlformats.org/officeDocument/2006/relationships/slide" Target="slides/slide544.xml"/><Relationship Id="rId587" Type="http://schemas.openxmlformats.org/officeDocument/2006/relationships/tableStyles" Target="tableStyles.xml"/><Relationship Id="rId8" Type="http://schemas.openxmlformats.org/officeDocument/2006/relationships/slide" Target="slides/slide7.xml"/><Relationship Id="rId142" Type="http://schemas.openxmlformats.org/officeDocument/2006/relationships/slide" Target="slides/slide141.xml"/><Relationship Id="rId184" Type="http://schemas.openxmlformats.org/officeDocument/2006/relationships/slide" Target="slides/slide183.xml"/><Relationship Id="rId391" Type="http://schemas.openxmlformats.org/officeDocument/2006/relationships/slide" Target="slides/slide390.xml"/><Relationship Id="rId405" Type="http://schemas.openxmlformats.org/officeDocument/2006/relationships/slide" Target="slides/slide404.xml"/><Relationship Id="rId447" Type="http://schemas.openxmlformats.org/officeDocument/2006/relationships/slide" Target="slides/slide446.xml"/><Relationship Id="rId251" Type="http://schemas.openxmlformats.org/officeDocument/2006/relationships/slide" Target="slides/slide250.xml"/><Relationship Id="rId489" Type="http://schemas.openxmlformats.org/officeDocument/2006/relationships/slide" Target="slides/slide488.xml"/><Relationship Id="rId46" Type="http://schemas.openxmlformats.org/officeDocument/2006/relationships/slide" Target="slides/slide45.xml"/><Relationship Id="rId293" Type="http://schemas.openxmlformats.org/officeDocument/2006/relationships/slide" Target="slides/slide292.xml"/><Relationship Id="rId307" Type="http://schemas.openxmlformats.org/officeDocument/2006/relationships/slide" Target="slides/slide306.xml"/><Relationship Id="rId349" Type="http://schemas.openxmlformats.org/officeDocument/2006/relationships/slide" Target="slides/slide348.xml"/><Relationship Id="rId514" Type="http://schemas.openxmlformats.org/officeDocument/2006/relationships/slide" Target="slides/slide513.xml"/><Relationship Id="rId556" Type="http://schemas.openxmlformats.org/officeDocument/2006/relationships/slide" Target="slides/slide555.xml"/><Relationship Id="rId88" Type="http://schemas.openxmlformats.org/officeDocument/2006/relationships/slide" Target="slides/slide87.xml"/><Relationship Id="rId111" Type="http://schemas.openxmlformats.org/officeDocument/2006/relationships/slide" Target="slides/slide110.xml"/><Relationship Id="rId153" Type="http://schemas.openxmlformats.org/officeDocument/2006/relationships/slide" Target="slides/slide152.xml"/><Relationship Id="rId195" Type="http://schemas.openxmlformats.org/officeDocument/2006/relationships/slide" Target="slides/slide194.xml"/><Relationship Id="rId209" Type="http://schemas.openxmlformats.org/officeDocument/2006/relationships/slide" Target="slides/slide208.xml"/><Relationship Id="rId360" Type="http://schemas.openxmlformats.org/officeDocument/2006/relationships/slide" Target="slides/slide359.xml"/><Relationship Id="rId416" Type="http://schemas.openxmlformats.org/officeDocument/2006/relationships/slide" Target="slides/slide415.xml"/><Relationship Id="rId220" Type="http://schemas.openxmlformats.org/officeDocument/2006/relationships/slide" Target="slides/slide219.xml"/><Relationship Id="rId458" Type="http://schemas.openxmlformats.org/officeDocument/2006/relationships/slide" Target="slides/slide457.xml"/><Relationship Id="rId15" Type="http://schemas.openxmlformats.org/officeDocument/2006/relationships/slide" Target="slides/slide14.xml"/><Relationship Id="rId57" Type="http://schemas.openxmlformats.org/officeDocument/2006/relationships/slide" Target="slides/slide56.xml"/><Relationship Id="rId262" Type="http://schemas.openxmlformats.org/officeDocument/2006/relationships/slide" Target="slides/slide261.xml"/><Relationship Id="rId318" Type="http://schemas.openxmlformats.org/officeDocument/2006/relationships/slide" Target="slides/slide317.xml"/><Relationship Id="rId525" Type="http://schemas.openxmlformats.org/officeDocument/2006/relationships/slide" Target="slides/slide524.xml"/><Relationship Id="rId567" Type="http://schemas.openxmlformats.org/officeDocument/2006/relationships/slide" Target="slides/slide566.xml"/><Relationship Id="rId99" Type="http://schemas.openxmlformats.org/officeDocument/2006/relationships/slide" Target="slides/slide98.xml"/><Relationship Id="rId122" Type="http://schemas.openxmlformats.org/officeDocument/2006/relationships/slide" Target="slides/slide121.xml"/><Relationship Id="rId164" Type="http://schemas.openxmlformats.org/officeDocument/2006/relationships/slide" Target="slides/slide163.xml"/><Relationship Id="rId371" Type="http://schemas.openxmlformats.org/officeDocument/2006/relationships/slide" Target="slides/slide370.xml"/><Relationship Id="rId427" Type="http://schemas.openxmlformats.org/officeDocument/2006/relationships/slide" Target="slides/slide426.xml"/><Relationship Id="rId469" Type="http://schemas.openxmlformats.org/officeDocument/2006/relationships/slide" Target="slides/slide468.xml"/><Relationship Id="rId26" Type="http://schemas.openxmlformats.org/officeDocument/2006/relationships/slide" Target="slides/slide25.xml"/><Relationship Id="rId231" Type="http://schemas.openxmlformats.org/officeDocument/2006/relationships/slide" Target="slides/slide230.xml"/><Relationship Id="rId273" Type="http://schemas.openxmlformats.org/officeDocument/2006/relationships/slide" Target="slides/slide272.xml"/><Relationship Id="rId329" Type="http://schemas.openxmlformats.org/officeDocument/2006/relationships/slide" Target="slides/slide328.xml"/><Relationship Id="rId480" Type="http://schemas.openxmlformats.org/officeDocument/2006/relationships/slide" Target="slides/slide479.xml"/><Relationship Id="rId536" Type="http://schemas.openxmlformats.org/officeDocument/2006/relationships/slide" Target="slides/slide535.xml"/><Relationship Id="rId68" Type="http://schemas.openxmlformats.org/officeDocument/2006/relationships/slide" Target="slides/slide67.xml"/><Relationship Id="rId133" Type="http://schemas.openxmlformats.org/officeDocument/2006/relationships/slide" Target="slides/slide132.xml"/><Relationship Id="rId175" Type="http://schemas.openxmlformats.org/officeDocument/2006/relationships/slide" Target="slides/slide174.xml"/><Relationship Id="rId340" Type="http://schemas.openxmlformats.org/officeDocument/2006/relationships/slide" Target="slides/slide339.xml"/><Relationship Id="rId578" Type="http://schemas.openxmlformats.org/officeDocument/2006/relationships/slide" Target="slides/slide577.xml"/><Relationship Id="rId200" Type="http://schemas.openxmlformats.org/officeDocument/2006/relationships/slide" Target="slides/slide199.xml"/><Relationship Id="rId382" Type="http://schemas.openxmlformats.org/officeDocument/2006/relationships/slide" Target="slides/slide381.xml"/><Relationship Id="rId438" Type="http://schemas.openxmlformats.org/officeDocument/2006/relationships/slide" Target="slides/slide437.xml"/><Relationship Id="rId242" Type="http://schemas.openxmlformats.org/officeDocument/2006/relationships/slide" Target="slides/slide241.xml"/><Relationship Id="rId284" Type="http://schemas.openxmlformats.org/officeDocument/2006/relationships/slide" Target="slides/slide283.xml"/><Relationship Id="rId491" Type="http://schemas.openxmlformats.org/officeDocument/2006/relationships/slide" Target="slides/slide490.xml"/><Relationship Id="rId505" Type="http://schemas.openxmlformats.org/officeDocument/2006/relationships/slide" Target="slides/slide504.xml"/><Relationship Id="rId37" Type="http://schemas.openxmlformats.org/officeDocument/2006/relationships/slide" Target="slides/slide36.xml"/><Relationship Id="rId79" Type="http://schemas.openxmlformats.org/officeDocument/2006/relationships/slide" Target="slides/slide78.xml"/><Relationship Id="rId102" Type="http://schemas.openxmlformats.org/officeDocument/2006/relationships/slide" Target="slides/slide101.xml"/><Relationship Id="rId144" Type="http://schemas.openxmlformats.org/officeDocument/2006/relationships/slide" Target="slides/slide143.xml"/><Relationship Id="rId547" Type="http://schemas.openxmlformats.org/officeDocument/2006/relationships/slide" Target="slides/slide546.xml"/><Relationship Id="rId90" Type="http://schemas.openxmlformats.org/officeDocument/2006/relationships/slide" Target="slides/slide89.xml"/><Relationship Id="rId186" Type="http://schemas.openxmlformats.org/officeDocument/2006/relationships/slide" Target="slides/slide185.xml"/><Relationship Id="rId351" Type="http://schemas.openxmlformats.org/officeDocument/2006/relationships/slide" Target="slides/slide350.xml"/><Relationship Id="rId393" Type="http://schemas.openxmlformats.org/officeDocument/2006/relationships/slide" Target="slides/slide392.xml"/><Relationship Id="rId407" Type="http://schemas.openxmlformats.org/officeDocument/2006/relationships/slide" Target="slides/slide406.xml"/><Relationship Id="rId449" Type="http://schemas.openxmlformats.org/officeDocument/2006/relationships/slide" Target="slides/slide448.xml"/><Relationship Id="rId211" Type="http://schemas.openxmlformats.org/officeDocument/2006/relationships/slide" Target="slides/slide210.xml"/><Relationship Id="rId253" Type="http://schemas.openxmlformats.org/officeDocument/2006/relationships/slide" Target="slides/slide252.xml"/><Relationship Id="rId295" Type="http://schemas.openxmlformats.org/officeDocument/2006/relationships/slide" Target="slides/slide294.xml"/><Relationship Id="rId309" Type="http://schemas.openxmlformats.org/officeDocument/2006/relationships/slide" Target="slides/slide308.xml"/><Relationship Id="rId460" Type="http://schemas.openxmlformats.org/officeDocument/2006/relationships/slide" Target="slides/slide459.xml"/><Relationship Id="rId516" Type="http://schemas.openxmlformats.org/officeDocument/2006/relationships/slide" Target="slides/slide515.xml"/><Relationship Id="rId48" Type="http://schemas.openxmlformats.org/officeDocument/2006/relationships/slide" Target="slides/slide47.xml"/><Relationship Id="rId113" Type="http://schemas.openxmlformats.org/officeDocument/2006/relationships/slide" Target="slides/slide112.xml"/><Relationship Id="rId320" Type="http://schemas.openxmlformats.org/officeDocument/2006/relationships/slide" Target="slides/slide319.xml"/><Relationship Id="rId558" Type="http://schemas.openxmlformats.org/officeDocument/2006/relationships/slide" Target="slides/slide557.xml"/><Relationship Id="rId155" Type="http://schemas.openxmlformats.org/officeDocument/2006/relationships/slide" Target="slides/slide154.xml"/><Relationship Id="rId197" Type="http://schemas.openxmlformats.org/officeDocument/2006/relationships/slide" Target="slides/slide196.xml"/><Relationship Id="rId362" Type="http://schemas.openxmlformats.org/officeDocument/2006/relationships/slide" Target="slides/slide361.xml"/><Relationship Id="rId418" Type="http://schemas.openxmlformats.org/officeDocument/2006/relationships/slide" Target="slides/slide417.xml"/><Relationship Id="rId222" Type="http://schemas.openxmlformats.org/officeDocument/2006/relationships/slide" Target="slides/slide221.xml"/><Relationship Id="rId264" Type="http://schemas.openxmlformats.org/officeDocument/2006/relationships/slide" Target="slides/slide263.xml"/><Relationship Id="rId471" Type="http://schemas.openxmlformats.org/officeDocument/2006/relationships/slide" Target="slides/slide470.xml"/><Relationship Id="rId17" Type="http://schemas.openxmlformats.org/officeDocument/2006/relationships/slide" Target="slides/slide16.xml"/><Relationship Id="rId59" Type="http://schemas.openxmlformats.org/officeDocument/2006/relationships/slide" Target="slides/slide58.xml"/><Relationship Id="rId124" Type="http://schemas.openxmlformats.org/officeDocument/2006/relationships/slide" Target="slides/slide123.xml"/><Relationship Id="rId527" Type="http://schemas.openxmlformats.org/officeDocument/2006/relationships/slide" Target="slides/slide526.xml"/><Relationship Id="rId569" Type="http://schemas.openxmlformats.org/officeDocument/2006/relationships/slide" Target="slides/slide568.xml"/><Relationship Id="rId70" Type="http://schemas.openxmlformats.org/officeDocument/2006/relationships/slide" Target="slides/slide69.xml"/><Relationship Id="rId166" Type="http://schemas.openxmlformats.org/officeDocument/2006/relationships/slide" Target="slides/slide165.xml"/><Relationship Id="rId331" Type="http://schemas.openxmlformats.org/officeDocument/2006/relationships/slide" Target="slides/slide330.xml"/><Relationship Id="rId373" Type="http://schemas.openxmlformats.org/officeDocument/2006/relationships/slide" Target="slides/slide372.xml"/><Relationship Id="rId429" Type="http://schemas.openxmlformats.org/officeDocument/2006/relationships/slide" Target="slides/slide428.xml"/><Relationship Id="rId580" Type="http://schemas.openxmlformats.org/officeDocument/2006/relationships/slide" Target="slides/slide579.xml"/><Relationship Id="rId1" Type="http://schemas.openxmlformats.org/officeDocument/2006/relationships/slideMaster" Target="slideMasters/slideMaster1.xml"/><Relationship Id="rId233" Type="http://schemas.openxmlformats.org/officeDocument/2006/relationships/slide" Target="slides/slide232.xml"/><Relationship Id="rId440" Type="http://schemas.openxmlformats.org/officeDocument/2006/relationships/slide" Target="slides/slide439.xml"/><Relationship Id="rId28" Type="http://schemas.openxmlformats.org/officeDocument/2006/relationships/slide" Target="slides/slide27.xml"/><Relationship Id="rId275" Type="http://schemas.openxmlformats.org/officeDocument/2006/relationships/slide" Target="slides/slide274.xml"/><Relationship Id="rId300" Type="http://schemas.openxmlformats.org/officeDocument/2006/relationships/slide" Target="slides/slide299.xml"/><Relationship Id="rId482" Type="http://schemas.openxmlformats.org/officeDocument/2006/relationships/slide" Target="slides/slide481.xml"/><Relationship Id="rId538" Type="http://schemas.openxmlformats.org/officeDocument/2006/relationships/slide" Target="slides/slide537.xml"/><Relationship Id="rId81" Type="http://schemas.openxmlformats.org/officeDocument/2006/relationships/slide" Target="slides/slide80.xml"/><Relationship Id="rId135" Type="http://schemas.openxmlformats.org/officeDocument/2006/relationships/slide" Target="slides/slide134.xml"/><Relationship Id="rId177" Type="http://schemas.openxmlformats.org/officeDocument/2006/relationships/slide" Target="slides/slide176.xml"/><Relationship Id="rId342" Type="http://schemas.openxmlformats.org/officeDocument/2006/relationships/slide" Target="slides/slide341.xml"/><Relationship Id="rId384" Type="http://schemas.openxmlformats.org/officeDocument/2006/relationships/slide" Target="slides/slide383.xml"/><Relationship Id="rId202" Type="http://schemas.openxmlformats.org/officeDocument/2006/relationships/slide" Target="slides/slide201.xml"/><Relationship Id="rId244" Type="http://schemas.openxmlformats.org/officeDocument/2006/relationships/slide" Target="slides/slide243.xml"/><Relationship Id="rId39" Type="http://schemas.openxmlformats.org/officeDocument/2006/relationships/slide" Target="slides/slide38.xml"/><Relationship Id="rId286" Type="http://schemas.openxmlformats.org/officeDocument/2006/relationships/slide" Target="slides/slide285.xml"/><Relationship Id="rId451" Type="http://schemas.openxmlformats.org/officeDocument/2006/relationships/slide" Target="slides/slide450.xml"/><Relationship Id="rId493" Type="http://schemas.openxmlformats.org/officeDocument/2006/relationships/slide" Target="slides/slide492.xml"/><Relationship Id="rId507" Type="http://schemas.openxmlformats.org/officeDocument/2006/relationships/slide" Target="slides/slide506.xml"/><Relationship Id="rId549" Type="http://schemas.openxmlformats.org/officeDocument/2006/relationships/slide" Target="slides/slide548.xml"/><Relationship Id="rId50" Type="http://schemas.openxmlformats.org/officeDocument/2006/relationships/slide" Target="slides/slide49.xml"/><Relationship Id="rId104" Type="http://schemas.openxmlformats.org/officeDocument/2006/relationships/slide" Target="slides/slide103.xml"/><Relationship Id="rId146" Type="http://schemas.openxmlformats.org/officeDocument/2006/relationships/slide" Target="slides/slide145.xml"/><Relationship Id="rId188" Type="http://schemas.openxmlformats.org/officeDocument/2006/relationships/slide" Target="slides/slide187.xml"/><Relationship Id="rId311" Type="http://schemas.openxmlformats.org/officeDocument/2006/relationships/slide" Target="slides/slide310.xml"/><Relationship Id="rId353" Type="http://schemas.openxmlformats.org/officeDocument/2006/relationships/slide" Target="slides/slide352.xml"/><Relationship Id="rId395" Type="http://schemas.openxmlformats.org/officeDocument/2006/relationships/slide" Target="slides/slide394.xml"/><Relationship Id="rId409" Type="http://schemas.openxmlformats.org/officeDocument/2006/relationships/slide" Target="slides/slide408.xml"/><Relationship Id="rId560" Type="http://schemas.openxmlformats.org/officeDocument/2006/relationships/slide" Target="slides/slide559.xml"/><Relationship Id="rId92" Type="http://schemas.openxmlformats.org/officeDocument/2006/relationships/slide" Target="slides/slide91.xml"/><Relationship Id="rId213" Type="http://schemas.openxmlformats.org/officeDocument/2006/relationships/slide" Target="slides/slide212.xml"/><Relationship Id="rId420" Type="http://schemas.openxmlformats.org/officeDocument/2006/relationships/slide" Target="slides/slide419.xml"/><Relationship Id="rId255" Type="http://schemas.openxmlformats.org/officeDocument/2006/relationships/slide" Target="slides/slide254.xml"/><Relationship Id="rId297" Type="http://schemas.openxmlformats.org/officeDocument/2006/relationships/slide" Target="slides/slide296.xml"/><Relationship Id="rId462" Type="http://schemas.openxmlformats.org/officeDocument/2006/relationships/slide" Target="slides/slide461.xml"/><Relationship Id="rId518" Type="http://schemas.openxmlformats.org/officeDocument/2006/relationships/slide" Target="slides/slide517.xml"/><Relationship Id="rId115" Type="http://schemas.openxmlformats.org/officeDocument/2006/relationships/slide" Target="slides/slide114.xml"/><Relationship Id="rId157" Type="http://schemas.openxmlformats.org/officeDocument/2006/relationships/slide" Target="slides/slide156.xml"/><Relationship Id="rId322" Type="http://schemas.openxmlformats.org/officeDocument/2006/relationships/slide" Target="slides/slide321.xml"/><Relationship Id="rId364" Type="http://schemas.openxmlformats.org/officeDocument/2006/relationships/slide" Target="slides/slide363.xml"/><Relationship Id="rId61" Type="http://schemas.openxmlformats.org/officeDocument/2006/relationships/slide" Target="slides/slide60.xml"/><Relationship Id="rId199" Type="http://schemas.openxmlformats.org/officeDocument/2006/relationships/slide" Target="slides/slide198.xml"/><Relationship Id="rId571" Type="http://schemas.openxmlformats.org/officeDocument/2006/relationships/slide" Target="slides/slide570.xml"/><Relationship Id="rId19" Type="http://schemas.openxmlformats.org/officeDocument/2006/relationships/slide" Target="slides/slide18.xml"/><Relationship Id="rId224" Type="http://schemas.openxmlformats.org/officeDocument/2006/relationships/slide" Target="slides/slide223.xml"/><Relationship Id="rId266" Type="http://schemas.openxmlformats.org/officeDocument/2006/relationships/slide" Target="slides/slide265.xml"/><Relationship Id="rId431" Type="http://schemas.openxmlformats.org/officeDocument/2006/relationships/slide" Target="slides/slide430.xml"/><Relationship Id="rId473" Type="http://schemas.openxmlformats.org/officeDocument/2006/relationships/slide" Target="slides/slide472.xml"/><Relationship Id="rId529" Type="http://schemas.openxmlformats.org/officeDocument/2006/relationships/slide" Target="slides/slide528.xml"/><Relationship Id="rId30" Type="http://schemas.openxmlformats.org/officeDocument/2006/relationships/slide" Target="slides/slide29.xml"/><Relationship Id="rId126" Type="http://schemas.openxmlformats.org/officeDocument/2006/relationships/slide" Target="slides/slide125.xml"/><Relationship Id="rId168" Type="http://schemas.openxmlformats.org/officeDocument/2006/relationships/slide" Target="slides/slide167.xml"/><Relationship Id="rId333" Type="http://schemas.openxmlformats.org/officeDocument/2006/relationships/slide" Target="slides/slide332.xml"/><Relationship Id="rId540" Type="http://schemas.openxmlformats.org/officeDocument/2006/relationships/slide" Target="slides/slide539.xml"/><Relationship Id="rId72" Type="http://schemas.openxmlformats.org/officeDocument/2006/relationships/slide" Target="slides/slide71.xml"/><Relationship Id="rId375" Type="http://schemas.openxmlformats.org/officeDocument/2006/relationships/slide" Target="slides/slide374.xml"/><Relationship Id="rId582" Type="http://schemas.openxmlformats.org/officeDocument/2006/relationships/notesMaster" Target="notesMasters/notesMaster1.xml"/><Relationship Id="rId3" Type="http://schemas.openxmlformats.org/officeDocument/2006/relationships/slide" Target="slides/slide2.xml"/><Relationship Id="rId235" Type="http://schemas.openxmlformats.org/officeDocument/2006/relationships/slide" Target="slides/slide234.xml"/><Relationship Id="rId277" Type="http://schemas.openxmlformats.org/officeDocument/2006/relationships/slide" Target="slides/slide276.xml"/><Relationship Id="rId400" Type="http://schemas.openxmlformats.org/officeDocument/2006/relationships/slide" Target="slides/slide399.xml"/><Relationship Id="rId442" Type="http://schemas.openxmlformats.org/officeDocument/2006/relationships/slide" Target="slides/slide441.xml"/><Relationship Id="rId484" Type="http://schemas.openxmlformats.org/officeDocument/2006/relationships/slide" Target="slides/slide483.xml"/><Relationship Id="rId137" Type="http://schemas.openxmlformats.org/officeDocument/2006/relationships/slide" Target="slides/slide136.xml"/><Relationship Id="rId302" Type="http://schemas.openxmlformats.org/officeDocument/2006/relationships/slide" Target="slides/slide301.xml"/><Relationship Id="rId344" Type="http://schemas.openxmlformats.org/officeDocument/2006/relationships/slide" Target="slides/slide343.xml"/><Relationship Id="rId41" Type="http://schemas.openxmlformats.org/officeDocument/2006/relationships/slide" Target="slides/slide40.xml"/><Relationship Id="rId83" Type="http://schemas.openxmlformats.org/officeDocument/2006/relationships/slide" Target="slides/slide82.xml"/><Relationship Id="rId179" Type="http://schemas.openxmlformats.org/officeDocument/2006/relationships/slide" Target="slides/slide178.xml"/><Relationship Id="rId386" Type="http://schemas.openxmlformats.org/officeDocument/2006/relationships/slide" Target="slides/slide385.xml"/><Relationship Id="rId551" Type="http://schemas.openxmlformats.org/officeDocument/2006/relationships/slide" Target="slides/slide550.xml"/><Relationship Id="rId190" Type="http://schemas.openxmlformats.org/officeDocument/2006/relationships/slide" Target="slides/slide189.xml"/><Relationship Id="rId204" Type="http://schemas.openxmlformats.org/officeDocument/2006/relationships/slide" Target="slides/slide203.xml"/><Relationship Id="rId246" Type="http://schemas.openxmlformats.org/officeDocument/2006/relationships/slide" Target="slides/slide245.xml"/><Relationship Id="rId288" Type="http://schemas.openxmlformats.org/officeDocument/2006/relationships/slide" Target="slides/slide287.xml"/><Relationship Id="rId411" Type="http://schemas.openxmlformats.org/officeDocument/2006/relationships/slide" Target="slides/slide410.xml"/><Relationship Id="rId453" Type="http://schemas.openxmlformats.org/officeDocument/2006/relationships/slide" Target="slides/slide452.xml"/><Relationship Id="rId509" Type="http://schemas.openxmlformats.org/officeDocument/2006/relationships/slide" Target="slides/slide508.xml"/><Relationship Id="rId106" Type="http://schemas.openxmlformats.org/officeDocument/2006/relationships/slide" Target="slides/slide105.xml"/><Relationship Id="rId313" Type="http://schemas.openxmlformats.org/officeDocument/2006/relationships/slide" Target="slides/slide312.xml"/><Relationship Id="rId495" Type="http://schemas.openxmlformats.org/officeDocument/2006/relationships/slide" Target="slides/slide494.xml"/><Relationship Id="rId10" Type="http://schemas.openxmlformats.org/officeDocument/2006/relationships/slide" Target="slides/slide9.xml"/><Relationship Id="rId52" Type="http://schemas.openxmlformats.org/officeDocument/2006/relationships/slide" Target="slides/slide51.xml"/><Relationship Id="rId94" Type="http://schemas.openxmlformats.org/officeDocument/2006/relationships/slide" Target="slides/slide93.xml"/><Relationship Id="rId148" Type="http://schemas.openxmlformats.org/officeDocument/2006/relationships/slide" Target="slides/slide147.xml"/><Relationship Id="rId355" Type="http://schemas.openxmlformats.org/officeDocument/2006/relationships/slide" Target="slides/slide354.xml"/><Relationship Id="rId397" Type="http://schemas.openxmlformats.org/officeDocument/2006/relationships/slide" Target="slides/slide396.xml"/><Relationship Id="rId520" Type="http://schemas.openxmlformats.org/officeDocument/2006/relationships/slide" Target="slides/slide519.xml"/><Relationship Id="rId562" Type="http://schemas.openxmlformats.org/officeDocument/2006/relationships/slide" Target="slides/slide561.xml"/><Relationship Id="rId215" Type="http://schemas.openxmlformats.org/officeDocument/2006/relationships/slide" Target="slides/slide214.xml"/><Relationship Id="rId257" Type="http://schemas.openxmlformats.org/officeDocument/2006/relationships/slide" Target="slides/slide256.xml"/><Relationship Id="rId422" Type="http://schemas.openxmlformats.org/officeDocument/2006/relationships/slide" Target="slides/slide421.xml"/><Relationship Id="rId464" Type="http://schemas.openxmlformats.org/officeDocument/2006/relationships/slide" Target="slides/slide463.xml"/><Relationship Id="rId299" Type="http://schemas.openxmlformats.org/officeDocument/2006/relationships/slide" Target="slides/slide298.xml"/><Relationship Id="rId63" Type="http://schemas.openxmlformats.org/officeDocument/2006/relationships/slide" Target="slides/slide62.xml"/><Relationship Id="rId159" Type="http://schemas.openxmlformats.org/officeDocument/2006/relationships/slide" Target="slides/slide158.xml"/><Relationship Id="rId366" Type="http://schemas.openxmlformats.org/officeDocument/2006/relationships/slide" Target="slides/slide365.xml"/><Relationship Id="rId573" Type="http://schemas.openxmlformats.org/officeDocument/2006/relationships/slide" Target="slides/slide572.xml"/><Relationship Id="rId226" Type="http://schemas.openxmlformats.org/officeDocument/2006/relationships/slide" Target="slides/slide225.xml"/><Relationship Id="rId433" Type="http://schemas.openxmlformats.org/officeDocument/2006/relationships/slide" Target="slides/slide432.xml"/><Relationship Id="rId74" Type="http://schemas.openxmlformats.org/officeDocument/2006/relationships/slide" Target="slides/slide73.xml"/><Relationship Id="rId377" Type="http://schemas.openxmlformats.org/officeDocument/2006/relationships/slide" Target="slides/slide376.xml"/><Relationship Id="rId500" Type="http://schemas.openxmlformats.org/officeDocument/2006/relationships/slide" Target="slides/slide499.xml"/><Relationship Id="rId584" Type="http://schemas.openxmlformats.org/officeDocument/2006/relationships/presProps" Target="presProps.xml"/><Relationship Id="rId5" Type="http://schemas.openxmlformats.org/officeDocument/2006/relationships/slide" Target="slides/slide4.xml"/><Relationship Id="rId237" Type="http://schemas.openxmlformats.org/officeDocument/2006/relationships/slide" Target="slides/slide236.xml"/><Relationship Id="rId444" Type="http://schemas.openxmlformats.org/officeDocument/2006/relationships/slide" Target="slides/slide443.xml"/><Relationship Id="rId290" Type="http://schemas.openxmlformats.org/officeDocument/2006/relationships/slide" Target="slides/slide289.xml"/><Relationship Id="rId304" Type="http://schemas.openxmlformats.org/officeDocument/2006/relationships/slide" Target="slides/slide303.xml"/><Relationship Id="rId388" Type="http://schemas.openxmlformats.org/officeDocument/2006/relationships/slide" Target="slides/slide387.xml"/><Relationship Id="rId511" Type="http://schemas.openxmlformats.org/officeDocument/2006/relationships/slide" Target="slides/slide510.xml"/><Relationship Id="rId85" Type="http://schemas.openxmlformats.org/officeDocument/2006/relationships/slide" Target="slides/slide84.xml"/><Relationship Id="rId150" Type="http://schemas.openxmlformats.org/officeDocument/2006/relationships/slide" Target="slides/slide149.xml"/><Relationship Id="rId248" Type="http://schemas.openxmlformats.org/officeDocument/2006/relationships/slide" Target="slides/slide247.xml"/><Relationship Id="rId455" Type="http://schemas.openxmlformats.org/officeDocument/2006/relationships/slide" Target="slides/slide454.xml"/><Relationship Id="rId12" Type="http://schemas.openxmlformats.org/officeDocument/2006/relationships/slide" Target="slides/slide11.xml"/><Relationship Id="rId108" Type="http://schemas.openxmlformats.org/officeDocument/2006/relationships/slide" Target="slides/slide107.xml"/><Relationship Id="rId315" Type="http://schemas.openxmlformats.org/officeDocument/2006/relationships/slide" Target="slides/slide314.xml"/><Relationship Id="rId522" Type="http://schemas.openxmlformats.org/officeDocument/2006/relationships/slide" Target="slides/slide521.xml"/><Relationship Id="rId96" Type="http://schemas.openxmlformats.org/officeDocument/2006/relationships/slide" Target="slides/slide95.xml"/><Relationship Id="rId161" Type="http://schemas.openxmlformats.org/officeDocument/2006/relationships/slide" Target="slides/slide160.xml"/><Relationship Id="rId399" Type="http://schemas.openxmlformats.org/officeDocument/2006/relationships/slide" Target="slides/slide398.xml"/><Relationship Id="rId259" Type="http://schemas.openxmlformats.org/officeDocument/2006/relationships/slide" Target="slides/slide258.xml"/><Relationship Id="rId466" Type="http://schemas.openxmlformats.org/officeDocument/2006/relationships/slide" Target="slides/slide465.xml"/><Relationship Id="rId23" Type="http://schemas.openxmlformats.org/officeDocument/2006/relationships/slide" Target="slides/slide22.xml"/><Relationship Id="rId119" Type="http://schemas.openxmlformats.org/officeDocument/2006/relationships/slide" Target="slides/slide118.xml"/><Relationship Id="rId326" Type="http://schemas.openxmlformats.org/officeDocument/2006/relationships/slide" Target="slides/slide325.xml"/><Relationship Id="rId533" Type="http://schemas.openxmlformats.org/officeDocument/2006/relationships/slide" Target="slides/slide532.xml"/><Relationship Id="rId172" Type="http://schemas.openxmlformats.org/officeDocument/2006/relationships/slide" Target="slides/slide171.xml"/><Relationship Id="rId477" Type="http://schemas.openxmlformats.org/officeDocument/2006/relationships/slide" Target="slides/slide476.xml"/><Relationship Id="rId337" Type="http://schemas.openxmlformats.org/officeDocument/2006/relationships/slide" Target="slides/slide336.xml"/><Relationship Id="rId34" Type="http://schemas.openxmlformats.org/officeDocument/2006/relationships/slide" Target="slides/slide33.xml"/><Relationship Id="rId544" Type="http://schemas.openxmlformats.org/officeDocument/2006/relationships/slide" Target="slides/slide543.xml"/><Relationship Id="rId183" Type="http://schemas.openxmlformats.org/officeDocument/2006/relationships/slide" Target="slides/slide182.xml"/><Relationship Id="rId390" Type="http://schemas.openxmlformats.org/officeDocument/2006/relationships/slide" Target="slides/slide389.xml"/><Relationship Id="rId404" Type="http://schemas.openxmlformats.org/officeDocument/2006/relationships/slide" Target="slides/slide403.xml"/></Relationships>
</file>

<file path=ppt/notesMasters/_rels/notesMaster1.xml.rels><?xml version="1.0" encoding="UTF-8" standalone="yes"?>
<Relationships xmlns="http://schemas.openxmlformats.org/package/2006/relationships"><Relationship Id="rId1" Type="http://schemas.openxmlformats.org/officeDocument/2006/relationships/theme" Target="../theme/theme2.xml"/></Relationships>
</file>

<file path=ppt/notesMasters/notesMaster1.xml><?xml version="1.0" encoding="utf-8"?>
<p:notesMaster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
        <p:nvSpPr>
          <p:cNvPr id="2" name="页眉占位符 1"/>
          <p:cNvSpPr>
            <a:spLocks noGrp="1"/>
          </p:cNvSpPr>
          <p:nvPr>
            <p:ph type="hdr" sz="quarter"/>
          </p:nvPr>
        </p:nvSpPr>
        <p:spPr>
          <a:xfrm>
            <a:off x="0" y="0"/>
            <a:ext cx="2971800" cy="458788"/>
          </a:xfrm>
          <a:prstGeom prst="rect">
            <a:avLst/>
          </a:prstGeom>
        </p:spPr>
        <p:txBody>
          <a:bodyPr vert="horz" lIns="91440" tIns="45720" rIns="91440" bIns="45720" rtlCol="0"/>
          <a:lstStyle>
            <a:lvl1pPr algn="l">
              <a:defRPr sz="1200"/>
            </a:lvl1pPr>
          </a:lstStyle>
          <a:p>
            <a:endParaRPr lang="zh-CN" altLang="en-US"/>
          </a:p>
        </p:txBody>
      </p:sp>
      <p:sp>
        <p:nvSpPr>
          <p:cNvPr id="3" name="日期占位符 2"/>
          <p:cNvSpPr>
            <a:spLocks noGrp="1"/>
          </p:cNvSpPr>
          <p:nvPr>
            <p:ph type="dt" idx="1"/>
          </p:nvPr>
        </p:nvSpPr>
        <p:spPr>
          <a:xfrm>
            <a:off x="3884613" y="0"/>
            <a:ext cx="2971800" cy="458788"/>
          </a:xfrm>
          <a:prstGeom prst="rect">
            <a:avLst/>
          </a:prstGeom>
        </p:spPr>
        <p:txBody>
          <a:bodyPr vert="horz" lIns="91440" tIns="45720" rIns="91440" bIns="45720" rtlCol="0"/>
          <a:lstStyle>
            <a:lvl1pPr algn="r">
              <a:defRPr sz="1200"/>
            </a:lvl1pPr>
          </a:lstStyle>
          <a:p>
            <a:fld id="{7BEC88A2-F8A5-4B5C-8EB3-EEEC4B3A6512}" type="datetimeFigureOut">
              <a:rPr lang="zh-CN" altLang="en-US" smtClean="0"/>
              <a:t>2024/12/6</a:t>
            </a:fld>
            <a:endParaRPr lang="zh-CN" altLang="en-US"/>
          </a:p>
        </p:txBody>
      </p:sp>
      <p:sp>
        <p:nvSpPr>
          <p:cNvPr id="4" name="幻灯片图像占位符 3"/>
          <p:cNvSpPr>
            <a:spLocks noGrp="1" noRot="1" noChangeAspect="1"/>
          </p:cNvSpPr>
          <p:nvPr>
            <p:ph type="sldImg" idx="2"/>
          </p:nvPr>
        </p:nvSpPr>
        <p:spPr>
          <a:xfrm>
            <a:off x="685800" y="1143000"/>
            <a:ext cx="5486400" cy="3086100"/>
          </a:xfrm>
          <a:prstGeom prst="rect">
            <a:avLst/>
          </a:prstGeom>
          <a:noFill/>
          <a:ln w="12700">
            <a:solidFill>
              <a:prstClr val="black"/>
            </a:solidFill>
          </a:ln>
        </p:spPr>
        <p:txBody>
          <a:bodyPr vert="horz" lIns="91440" tIns="45720" rIns="91440" bIns="45720" rtlCol="0" anchor="ctr"/>
          <a:lstStyle/>
          <a:p>
            <a:endParaRPr lang="zh-CN" altLang="en-US"/>
          </a:p>
        </p:txBody>
      </p:sp>
      <p:sp>
        <p:nvSpPr>
          <p:cNvPr id="5" name="备注占位符 4"/>
          <p:cNvSpPr>
            <a:spLocks noGrp="1"/>
          </p:cNvSpPr>
          <p:nvPr>
            <p:ph type="body" sz="quarter" idx="3"/>
          </p:nvPr>
        </p:nvSpPr>
        <p:spPr>
          <a:xfrm>
            <a:off x="685800" y="4400550"/>
            <a:ext cx="5486400" cy="3600450"/>
          </a:xfrm>
          <a:prstGeom prst="rect">
            <a:avLst/>
          </a:prstGeom>
        </p:spPr>
        <p:txBody>
          <a:bodyPr vert="horz" lIns="91440" tIns="45720" rIns="91440" bIns="45720" rtlCol="0"/>
          <a:lstStyle/>
          <a:p>
            <a:pPr lvl="0"/>
            <a:r>
              <a:rPr lang="zh-CN" altLang="en-US"/>
              <a:t>单击此处编辑母版文本样式</a:t>
            </a:r>
          </a:p>
          <a:p>
            <a:pPr lvl="1"/>
            <a:r>
              <a:rPr lang="zh-CN" altLang="en-US"/>
              <a:t>二级</a:t>
            </a:r>
          </a:p>
          <a:p>
            <a:pPr lvl="2"/>
            <a:r>
              <a:rPr lang="zh-CN" altLang="en-US"/>
              <a:t>三级</a:t>
            </a:r>
          </a:p>
          <a:p>
            <a:pPr lvl="3"/>
            <a:r>
              <a:rPr lang="zh-CN" altLang="en-US"/>
              <a:t>四级</a:t>
            </a:r>
          </a:p>
          <a:p>
            <a:pPr lvl="4"/>
            <a:r>
              <a:rPr lang="zh-CN" altLang="en-US"/>
              <a:t>五级</a:t>
            </a:r>
          </a:p>
        </p:txBody>
      </p:sp>
      <p:sp>
        <p:nvSpPr>
          <p:cNvPr id="6" name="页脚占位符 5"/>
          <p:cNvSpPr>
            <a:spLocks noGrp="1"/>
          </p:cNvSpPr>
          <p:nvPr>
            <p:ph type="ftr" sz="quarter" idx="4"/>
          </p:nvPr>
        </p:nvSpPr>
        <p:spPr>
          <a:xfrm>
            <a:off x="0" y="8685213"/>
            <a:ext cx="2971800" cy="458787"/>
          </a:xfrm>
          <a:prstGeom prst="rect">
            <a:avLst/>
          </a:prstGeom>
        </p:spPr>
        <p:txBody>
          <a:bodyPr vert="horz" lIns="91440" tIns="45720" rIns="91440" bIns="45720" rtlCol="0" anchor="b"/>
          <a:lstStyle>
            <a:lvl1pPr algn="l">
              <a:defRPr sz="1200"/>
            </a:lvl1pPr>
          </a:lstStyle>
          <a:p>
            <a:endParaRPr lang="zh-CN" altLang="en-US"/>
          </a:p>
        </p:txBody>
      </p:sp>
      <p:sp>
        <p:nvSpPr>
          <p:cNvPr id="7" name="灯片编号占位符 6"/>
          <p:cNvSpPr>
            <a:spLocks noGrp="1"/>
          </p:cNvSpPr>
          <p:nvPr>
            <p:ph type="sldNum" sz="quarter" idx="5"/>
          </p:nvPr>
        </p:nvSpPr>
        <p:spPr>
          <a:xfrm>
            <a:off x="3884613" y="8685213"/>
            <a:ext cx="2971800" cy="458787"/>
          </a:xfrm>
          <a:prstGeom prst="rect">
            <a:avLst/>
          </a:prstGeom>
        </p:spPr>
        <p:txBody>
          <a:bodyPr vert="horz" lIns="91440" tIns="45720" rIns="91440" bIns="45720" rtlCol="0" anchor="b"/>
          <a:lstStyle>
            <a:lvl1pPr algn="r">
              <a:defRPr sz="1200"/>
            </a:lvl1pPr>
          </a:lstStyle>
          <a:p>
            <a:fld id="{235E7FE7-3129-4146-94F4-2216233FBB9C}" type="slidenum">
              <a:rPr lang="zh-CN" altLang="en-US" smtClean="0"/>
              <a:t>‹#›</a:t>
            </a:fld>
            <a:endParaRPr lang="zh-CN" altLang="en-US"/>
          </a:p>
        </p:txBody>
      </p:sp>
    </p:spTree>
    <p:extLst>
      <p:ext uri="{BB962C8B-B14F-4D97-AF65-F5344CB8AC3E}">
        <p14:creationId xmlns:p14="http://schemas.microsoft.com/office/powerpoint/2010/main" val="2103614641"/>
      </p:ext>
    </p:extLst>
  </p:cSld>
  <p:clrMap bg1="lt1" tx1="dk1" bg2="lt2" tx2="dk2" accent1="accent1" accent2="accent2" accent3="accent3" accent4="accent4" accent5="accent5" accent6="accent6" hlink="hlink" folHlink="folHlink"/>
  <p:notesStyle>
    <a:lvl1pPr marL="0" algn="l" defTabSz="914400" rtl="0" eaLnBrk="1" latinLnBrk="0" hangingPunct="1">
      <a:defRPr sz="1200" kern="1200">
        <a:solidFill>
          <a:schemeClr val="tx1"/>
        </a:solidFill>
        <a:latin typeface="+mn-lt"/>
        <a:ea typeface="+mn-ea"/>
        <a:cs typeface="+mn-cs"/>
      </a:defRPr>
    </a:lvl1pPr>
    <a:lvl2pPr marL="457200" algn="l" defTabSz="914400" rtl="0" eaLnBrk="1" latinLnBrk="0" hangingPunct="1">
      <a:defRPr sz="1200" kern="1200">
        <a:solidFill>
          <a:schemeClr val="tx1"/>
        </a:solidFill>
        <a:latin typeface="+mn-lt"/>
        <a:ea typeface="+mn-ea"/>
        <a:cs typeface="+mn-cs"/>
      </a:defRPr>
    </a:lvl2pPr>
    <a:lvl3pPr marL="914400" algn="l" defTabSz="914400" rtl="0" eaLnBrk="1" latinLnBrk="0" hangingPunct="1">
      <a:defRPr sz="1200" kern="1200">
        <a:solidFill>
          <a:schemeClr val="tx1"/>
        </a:solidFill>
        <a:latin typeface="+mn-lt"/>
        <a:ea typeface="+mn-ea"/>
        <a:cs typeface="+mn-cs"/>
      </a:defRPr>
    </a:lvl3pPr>
    <a:lvl4pPr marL="1371600" algn="l" defTabSz="914400" rtl="0" eaLnBrk="1" latinLnBrk="0" hangingPunct="1">
      <a:defRPr sz="1200" kern="1200">
        <a:solidFill>
          <a:schemeClr val="tx1"/>
        </a:solidFill>
        <a:latin typeface="+mn-lt"/>
        <a:ea typeface="+mn-ea"/>
        <a:cs typeface="+mn-cs"/>
      </a:defRPr>
    </a:lvl4pPr>
    <a:lvl5pPr marL="1828800" algn="l" defTabSz="914400" rtl="0" eaLnBrk="1" latinLnBrk="0" hangingPunct="1">
      <a:defRPr sz="1200" kern="1200">
        <a:solidFill>
          <a:schemeClr val="tx1"/>
        </a:solidFill>
        <a:latin typeface="+mn-lt"/>
        <a:ea typeface="+mn-ea"/>
        <a:cs typeface="+mn-cs"/>
      </a:defRPr>
    </a:lvl5pPr>
    <a:lvl6pPr marL="2286000" algn="l" defTabSz="914400" rtl="0" eaLnBrk="1" latinLnBrk="0" hangingPunct="1">
      <a:defRPr sz="1200" kern="1200">
        <a:solidFill>
          <a:schemeClr val="tx1"/>
        </a:solidFill>
        <a:latin typeface="+mn-lt"/>
        <a:ea typeface="+mn-ea"/>
        <a:cs typeface="+mn-cs"/>
      </a:defRPr>
    </a:lvl6pPr>
    <a:lvl7pPr marL="2743200" algn="l" defTabSz="914400" rtl="0" eaLnBrk="1" latinLnBrk="0" hangingPunct="1">
      <a:defRPr sz="1200" kern="1200">
        <a:solidFill>
          <a:schemeClr val="tx1"/>
        </a:solidFill>
        <a:latin typeface="+mn-lt"/>
        <a:ea typeface="+mn-ea"/>
        <a:cs typeface="+mn-cs"/>
      </a:defRPr>
    </a:lvl7pPr>
    <a:lvl8pPr marL="3200400" algn="l" defTabSz="914400" rtl="0" eaLnBrk="1" latinLnBrk="0" hangingPunct="1">
      <a:defRPr sz="1200" kern="1200">
        <a:solidFill>
          <a:schemeClr val="tx1"/>
        </a:solidFill>
        <a:latin typeface="+mn-lt"/>
        <a:ea typeface="+mn-ea"/>
        <a:cs typeface="+mn-cs"/>
      </a:defRPr>
    </a:lvl8pPr>
    <a:lvl9pPr marL="3657600" algn="l" defTabSz="914400" rtl="0" eaLnBrk="1" latinLnBrk="0" hangingPunct="1">
      <a:defRPr sz="1200" kern="1200">
        <a:solidFill>
          <a:schemeClr val="tx1"/>
        </a:solidFill>
        <a:latin typeface="+mn-lt"/>
        <a:ea typeface="+mn-ea"/>
        <a:cs typeface="+mn-cs"/>
      </a:defRPr>
    </a:lvl9pPr>
  </p:notesStyle>
</p:notesMaster>
</file>

<file path=ppt/notesSlides/_rels/notesSlide1.xml.rels><?xml version="1.0" encoding="UTF-8" standalone="yes"?>
<Relationships xmlns="http://schemas.openxmlformats.org/package/2006/relationships"><Relationship Id="rId2" Type="http://schemas.openxmlformats.org/officeDocument/2006/relationships/slide" Target="../slides/slide9.xml"/><Relationship Id="rId1" Type="http://schemas.openxmlformats.org/officeDocument/2006/relationships/notesMaster" Target="../notesMasters/notesMaster1.xml"/></Relationships>
</file>

<file path=ppt/notesSlides/notesSlide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dirty="0"/>
          </a:p>
        </p:txBody>
      </p:sp>
      <p:sp>
        <p:nvSpPr>
          <p:cNvPr id="4" name="灯片编号占位符 3"/>
          <p:cNvSpPr>
            <a:spLocks noGrp="1"/>
          </p:cNvSpPr>
          <p:nvPr>
            <p:ph type="sldNum" sz="quarter" idx="5"/>
          </p:nvPr>
        </p:nvSpPr>
        <p:spPr/>
        <p:txBody>
          <a:bodyPr/>
          <a:lstStyle/>
          <a:p>
            <a:fld id="{235E7FE7-3129-4146-94F4-2216233FBB9C}" type="slidenum">
              <a:rPr lang="zh-CN" altLang="en-US" smtClean="0"/>
              <a:t>9</a:t>
            </a:fld>
            <a:endParaRPr lang="zh-CN" altLang="en-US"/>
          </a:p>
        </p:txBody>
      </p:sp>
    </p:spTree>
    <p:extLst>
      <p:ext uri="{BB962C8B-B14F-4D97-AF65-F5344CB8AC3E}">
        <p14:creationId xmlns:p14="http://schemas.microsoft.com/office/powerpoint/2010/main" val="1874961355"/>
      </p:ext>
    </p:extLst>
  </p:cSld>
  <p:clrMapOvr>
    <a:masterClrMapping/>
  </p:clrMapOvr>
</p:notes>
</file>

<file path=ppt/slideLayouts/_rels/slideLayout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3.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slideLayout1.xml><?xml version="1.0" encoding="utf-8"?>
<p:sldLayout xmlns:a="http://schemas.openxmlformats.org/drawingml/2006/main" xmlns:r="http://schemas.openxmlformats.org/officeDocument/2006/relationships" xmlns:p="http://schemas.openxmlformats.org/presentationml/2006/main" preserve="1" userDrawn="1">
  <p:cSld name="标题幻灯片">
    <p:spTree>
      <p:nvGrpSpPr>
        <p:cNvPr id="1" name=""/>
        <p:cNvGrpSpPr/>
        <p:nvPr/>
      </p:nvGrpSpPr>
      <p:grpSpPr>
        <a:xfrm>
          <a:off x="0" y="0"/>
          <a:ext cx="0" cy="0"/>
          <a:chOff x="0" y="0"/>
          <a:chExt cx="0" cy="0"/>
        </a:xfrm>
      </p:grpSpPr>
      <p:sp>
        <p:nvSpPr>
          <p:cNvPr id="2" name="标题 1"/>
          <p:cNvSpPr>
            <a:spLocks noGrp="1"/>
          </p:cNvSpPr>
          <p:nvPr>
            <p:ph type="ctrTitle"/>
          </p:nvPr>
        </p:nvSpPr>
        <p:spPr>
          <a:xfrm>
            <a:off x="1524000" y="1122363"/>
            <a:ext cx="9144000" cy="2387600"/>
          </a:xfrm>
          <a:prstGeom prst="rect">
            <a:avLst/>
          </a:prstGeom>
        </p:spPr>
        <p:txBody>
          <a:bodyPr anchor="b"/>
          <a:lstStyle>
            <a:lvl1pPr algn="ctr">
              <a:defRPr sz="6000"/>
            </a:lvl1pPr>
          </a:lstStyle>
          <a:p>
            <a:r>
              <a:rPr lang="zh-CN" altLang="en-US"/>
              <a:t>单击此处编辑母版标题样式</a:t>
            </a:r>
          </a:p>
        </p:txBody>
      </p:sp>
      <p:sp>
        <p:nvSpPr>
          <p:cNvPr id="3" name="副标题 2"/>
          <p:cNvSpPr>
            <a:spLocks noGrp="1"/>
          </p:cNvSpPr>
          <p:nvPr>
            <p:ph type="subTitle" idx="1"/>
          </p:nvPr>
        </p:nvSpPr>
        <p:spPr>
          <a:xfrm>
            <a:off x="1524000" y="3602038"/>
            <a:ext cx="9144000" cy="1655762"/>
          </a:xfrm>
          <a:prstGeom prst="rect">
            <a:avLst/>
          </a:prstGeom>
        </p:spPr>
        <p:txBody>
          <a:bodyPr/>
          <a:lstStyle>
            <a:lvl1pPr marL="0" indent="0" algn="ctr">
              <a:buNone/>
              <a:defRPr sz="2400"/>
            </a:lvl1pPr>
            <a:lvl2pPr marL="457200" indent="0" algn="ctr">
              <a:buNone/>
              <a:defRPr sz="2000"/>
            </a:lvl2pPr>
            <a:lvl3pPr marL="914400" indent="0" algn="ctr">
              <a:buNone/>
              <a:defRPr sz="1800"/>
            </a:lvl3pPr>
            <a:lvl4pPr marL="1371600" indent="0" algn="ctr">
              <a:buNone/>
              <a:defRPr sz="1600"/>
            </a:lvl4pPr>
            <a:lvl5pPr marL="1828800" indent="0" algn="ctr">
              <a:buNone/>
              <a:defRPr sz="1600"/>
            </a:lvl5pPr>
            <a:lvl6pPr marL="2286000" indent="0" algn="ctr">
              <a:buNone/>
              <a:defRPr sz="1600"/>
            </a:lvl6pPr>
            <a:lvl7pPr marL="2743200" indent="0" algn="ctr">
              <a:buNone/>
              <a:defRPr sz="1600"/>
            </a:lvl7pPr>
            <a:lvl8pPr marL="3200400" indent="0" algn="ctr">
              <a:buNone/>
              <a:defRPr sz="1600"/>
            </a:lvl8pPr>
            <a:lvl9pPr marL="3657600" indent="0" algn="ctr">
              <a:buNone/>
              <a:defRPr sz="1600"/>
            </a:lvl9pPr>
          </a:lstStyle>
          <a:p>
            <a:r>
              <a:rPr lang="zh-CN" altLang="en-US"/>
              <a:t>单击此处编辑母版副标题样式</a:t>
            </a:r>
          </a:p>
        </p:txBody>
      </p:sp>
      <p:sp>
        <p:nvSpPr>
          <p:cNvPr id="4" name="日期占位符 3"/>
          <p:cNvSpPr>
            <a:spLocks noGrp="1"/>
          </p:cNvSpPr>
          <p:nvPr>
            <p:ph type="dt" sz="half" idx="10"/>
          </p:nvPr>
        </p:nvSpPr>
        <p:spPr>
          <a:xfrm>
            <a:off x="838200" y="6356350"/>
            <a:ext cx="2743200" cy="365125"/>
          </a:xfrm>
          <a:prstGeom prst="rect">
            <a:avLst/>
          </a:prstGeom>
        </p:spPr>
        <p:txBody>
          <a:bodyPr/>
          <a:lstStyle/>
          <a:p>
            <a:fld id="{DE0FC4ED-8DEE-4F66-89DE-3B7C9AA7B1E2}" type="datetimeFigureOut">
              <a:rPr lang="zh-CN" altLang="en-US" smtClean="0"/>
              <a:t>2024/12/6</a:t>
            </a:fld>
            <a:endParaRPr lang="zh-CN" altLang="en-US"/>
          </a:p>
        </p:txBody>
      </p:sp>
      <p:sp>
        <p:nvSpPr>
          <p:cNvPr id="5" name="页脚占位符 4"/>
          <p:cNvSpPr>
            <a:spLocks noGrp="1"/>
          </p:cNvSpPr>
          <p:nvPr>
            <p:ph type="ftr" sz="quarter" idx="11"/>
          </p:nvPr>
        </p:nvSpPr>
        <p:spPr>
          <a:xfrm>
            <a:off x="4038600" y="6356350"/>
            <a:ext cx="4114800" cy="365125"/>
          </a:xfrm>
          <a:prstGeom prst="rect">
            <a:avLst/>
          </a:prstGeom>
        </p:spPr>
        <p:txBody>
          <a:bodyPr/>
          <a:lstStyle/>
          <a:p>
            <a:endParaRPr lang="zh-CN" altLang="en-US"/>
          </a:p>
        </p:txBody>
      </p:sp>
      <p:sp>
        <p:nvSpPr>
          <p:cNvPr id="6" name="灯片编号占位符 5"/>
          <p:cNvSpPr>
            <a:spLocks noGrp="1"/>
          </p:cNvSpPr>
          <p:nvPr>
            <p:ph type="sldNum" sz="quarter" idx="12"/>
          </p:nvPr>
        </p:nvSpPr>
        <p:spPr>
          <a:xfrm>
            <a:off x="8610600" y="6356350"/>
            <a:ext cx="2743200" cy="365125"/>
          </a:xfrm>
          <a:prstGeom prst="rect">
            <a:avLst/>
          </a:prstGeom>
        </p:spPr>
        <p:txBody>
          <a:bodyPr/>
          <a:lstStyle/>
          <a:p>
            <a:fld id="{81CCCD92-2F31-47A7-BAE3-ED1EDA3B9FF7}" type="slidenum">
              <a:rPr lang="zh-CN" altLang="en-US" smtClean="0"/>
              <a:t>‹#›</a:t>
            </a:fld>
            <a:endParaRPr lang="zh-CN" altLang="en-US"/>
          </a:p>
        </p:txBody>
      </p:sp>
    </p:spTree>
  </p:cSld>
  <p:clrMapOvr>
    <a:masterClrMapping/>
  </p:clrMapOvr>
</p:sldLayout>
</file>

<file path=ppt/slideLayouts/slideLayout2.xml><?xml version="1.0" encoding="utf-8"?>
<p:sldLayout xmlns:a="http://schemas.openxmlformats.org/drawingml/2006/main" xmlns:r="http://schemas.openxmlformats.org/officeDocument/2006/relationships" xmlns:p="http://schemas.openxmlformats.org/presentationml/2006/main" type="titleOnly" preserve="1">
  <p:cSld name="仅标题">
    <p:spTree>
      <p:nvGrpSpPr>
        <p:cNvPr id="1" name=""/>
        <p:cNvGrpSpPr/>
        <p:nvPr/>
      </p:nvGrpSpPr>
      <p:grpSpPr>
        <a:xfrm>
          <a:off x="0" y="0"/>
          <a:ext cx="0" cy="0"/>
          <a:chOff x="0" y="0"/>
          <a:chExt cx="0" cy="0"/>
        </a:xfrm>
      </p:grpSpPr>
      <p:sp>
        <p:nvSpPr>
          <p:cNvPr id="2" name="标题 1"/>
          <p:cNvSpPr>
            <a:spLocks noGrp="1"/>
          </p:cNvSpPr>
          <p:nvPr>
            <p:ph type="title"/>
          </p:nvPr>
        </p:nvSpPr>
        <p:spPr>
          <a:xfrm>
            <a:off x="838200" y="365125"/>
            <a:ext cx="10515600" cy="1325563"/>
          </a:xfrm>
          <a:prstGeom prst="rect">
            <a:avLst/>
          </a:prstGeom>
        </p:spPr>
        <p:txBody>
          <a:bodyPr/>
          <a:lstStyle/>
          <a:p>
            <a:r>
              <a:rPr lang="zh-CN" altLang="en-US"/>
              <a:t>单击此处编辑母版标题样式</a:t>
            </a:r>
          </a:p>
        </p:txBody>
      </p:sp>
    </p:spTree>
  </p:cSld>
  <p:clrMapOvr>
    <a:masterClrMapping/>
  </p:clrMapOvr>
</p:sldLayout>
</file>

<file path=ppt/slideLayouts/slideLayout3.xml><?xml version="1.0" encoding="utf-8"?>
<p:sldLayout xmlns:a="http://schemas.openxmlformats.org/drawingml/2006/main" xmlns:r="http://schemas.openxmlformats.org/officeDocument/2006/relationships" xmlns:p="http://schemas.openxmlformats.org/presentationml/2006/main" userDrawn="1">
  <p:cSld name="1_仅标题">
    <p:spTree>
      <p:nvGrpSpPr>
        <p:cNvPr id="1" name=""/>
        <p:cNvGrpSpPr/>
        <p:nvPr/>
      </p:nvGrpSpPr>
      <p:grpSpPr>
        <a:xfrm>
          <a:off x="0" y="0"/>
          <a:ext cx="0" cy="0"/>
          <a:chOff x="0" y="0"/>
          <a:chExt cx="0" cy="0"/>
        </a:xfrm>
      </p:grpSpPr>
    </p:spTree>
    <p:extLst>
      <p:ext uri="{BB962C8B-B14F-4D97-AF65-F5344CB8AC3E}">
        <p14:creationId xmlns:p14="http://schemas.microsoft.com/office/powerpoint/2010/main" val="546532380"/>
      </p:ext>
    </p:extLst>
  </p:cSld>
  <p:clrMapOvr>
    <a:masterClrMapping/>
  </p:clrMapOvr>
</p:sldLayout>
</file>

<file path=ppt/slideMasters/_rels/slideMaster1.xml.rels><?xml version="1.0" encoding="UTF-8" standalone="yes"?>
<Relationships xmlns="http://schemas.openxmlformats.org/package/2006/relationships"><Relationship Id="rId3" Type="http://schemas.openxmlformats.org/officeDocument/2006/relationships/slideLayout" Target="../slideLayouts/slideLayout3.xml"/><Relationship Id="rId2" Type="http://schemas.openxmlformats.org/officeDocument/2006/relationships/slideLayout" Target="../slideLayouts/slideLayout2.xml"/><Relationship Id="rId1" Type="http://schemas.openxmlformats.org/officeDocument/2006/relationships/slideLayout" Target="../slideLayouts/slideLayout1.xml"/><Relationship Id="rId5" Type="http://schemas.openxmlformats.org/officeDocument/2006/relationships/image" Target="../media/image1.jpeg"/><Relationship Id="rId4" Type="http://schemas.openxmlformats.org/officeDocument/2006/relationships/theme" Target="../theme/theme1.xml"/></Relationships>
</file>

<file path=ppt/slideMasters/slideMaster1.xml><?xml version="1.0" encoding="utf-8"?>
<p:sldMaster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
        <p:nvSpPr>
          <p:cNvPr id="3" name="矩形 2"/>
          <p:cNvSpPr/>
          <p:nvPr userDrawn="1"/>
        </p:nvSpPr>
        <p:spPr>
          <a:xfrm>
            <a:off x="0" y="63500"/>
            <a:ext cx="12207240" cy="415290"/>
          </a:xfrm>
          <a:prstGeom prst="rect">
            <a:avLst/>
          </a:prstGeom>
          <a:solidFill>
            <a:srgbClr val="1B7ADA"/>
          </a:solidFill>
          <a:ln>
            <a:solidFill>
              <a:srgbClr val="1B7ADA"/>
            </a:solidFill>
          </a:ln>
        </p:spPr>
        <p:style>
          <a:lnRef idx="2">
            <a:schemeClr val="accent3">
              <a:shade val="50000"/>
            </a:schemeClr>
          </a:lnRef>
          <a:fillRef idx="1">
            <a:schemeClr val="accent3"/>
          </a:fillRef>
          <a:effectRef idx="0">
            <a:schemeClr val="accent3"/>
          </a:effectRef>
          <a:fontRef idx="minor">
            <a:schemeClr val="lt1"/>
          </a:fontRef>
        </p:style>
        <p:txBody>
          <a:bodyPr rtlCol="0" anchor="ctr"/>
          <a:lstStyle/>
          <a:p>
            <a:pPr algn="ctr"/>
            <a:r>
              <a:rPr lang="zh-CN" altLang="en-US" sz="2400" b="1" dirty="0"/>
              <a:t>深入浅出计算机网络</a:t>
            </a:r>
            <a:r>
              <a:rPr lang="zh-CN" altLang="en-US" b="1" dirty="0"/>
              <a:t>（微课视频版</a:t>
            </a:r>
            <a:r>
              <a:rPr lang="en-US" altLang="zh-CN" b="1" dirty="0"/>
              <a:t>•</a:t>
            </a:r>
            <a:r>
              <a:rPr lang="zh-CN" altLang="en-US" b="1" dirty="0"/>
              <a:t>第</a:t>
            </a:r>
            <a:r>
              <a:rPr lang="en-US" altLang="zh-CN" b="1" dirty="0"/>
              <a:t>2</a:t>
            </a:r>
            <a:r>
              <a:rPr lang="zh-CN" altLang="en-US" b="1" dirty="0"/>
              <a:t>版）</a:t>
            </a:r>
          </a:p>
        </p:txBody>
      </p:sp>
      <p:sp>
        <p:nvSpPr>
          <p:cNvPr id="6" name="矩形 5"/>
          <p:cNvSpPr/>
          <p:nvPr userDrawn="1"/>
        </p:nvSpPr>
        <p:spPr>
          <a:xfrm>
            <a:off x="132080" y="0"/>
            <a:ext cx="547200" cy="547200"/>
          </a:xfrm>
          <a:prstGeom prst="rect">
            <a:avLst/>
          </a:prstGeom>
          <a:solidFill>
            <a:srgbClr val="8ACF57"/>
          </a:solidFill>
          <a:ln>
            <a:solidFill>
              <a:srgbClr val="8ACF57"/>
            </a:solidFill>
          </a:ln>
        </p:spPr>
        <p:style>
          <a:lnRef idx="2">
            <a:schemeClr val="accent4">
              <a:shade val="50000"/>
            </a:schemeClr>
          </a:lnRef>
          <a:fillRef idx="1">
            <a:schemeClr val="accent4"/>
          </a:fillRef>
          <a:effectRef idx="0">
            <a:schemeClr val="accent4"/>
          </a:effectRef>
          <a:fontRef idx="minor">
            <a:schemeClr val="lt1"/>
          </a:fontRef>
        </p:style>
        <p:txBody>
          <a:bodyPr rtlCol="0" anchor="ctr"/>
          <a:lstStyle/>
          <a:p>
            <a:pPr algn="ctr"/>
            <a:endParaRPr lang="zh-CN" altLang="en-US"/>
          </a:p>
        </p:txBody>
      </p:sp>
      <p:sp>
        <p:nvSpPr>
          <p:cNvPr id="9" name="矩形 8"/>
          <p:cNvSpPr/>
          <p:nvPr userDrawn="1"/>
        </p:nvSpPr>
        <p:spPr>
          <a:xfrm>
            <a:off x="9975215" y="147320"/>
            <a:ext cx="76200" cy="298450"/>
          </a:xfrm>
          <a:prstGeom prst="rect">
            <a:avLst/>
          </a:prstGeom>
          <a:solidFill>
            <a:schemeClr val="bg1"/>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10" name="文本框 9"/>
          <p:cNvSpPr txBox="1"/>
          <p:nvPr userDrawn="1"/>
        </p:nvSpPr>
        <p:spPr>
          <a:xfrm>
            <a:off x="10155555" y="86995"/>
            <a:ext cx="1994535" cy="368300"/>
          </a:xfrm>
          <a:prstGeom prst="rect">
            <a:avLst/>
          </a:prstGeom>
          <a:noFill/>
        </p:spPr>
        <p:txBody>
          <a:bodyPr wrap="square" rtlCol="0">
            <a:spAutoFit/>
          </a:bodyPr>
          <a:lstStyle/>
          <a:p>
            <a:pPr algn="r"/>
            <a:r>
              <a:rPr lang="zh-CN" altLang="en-US" b="1" dirty="0">
                <a:solidFill>
                  <a:schemeClr val="bg1"/>
                </a:solidFill>
                <a:latin typeface="+mj-ea"/>
                <a:ea typeface="+mj-ea"/>
                <a:cs typeface="+mj-ea"/>
              </a:rPr>
              <a:t>第</a:t>
            </a:r>
            <a:r>
              <a:rPr lang="en-US" altLang="zh-CN" b="1" dirty="0">
                <a:solidFill>
                  <a:schemeClr val="bg1"/>
                </a:solidFill>
                <a:latin typeface="+mj-ea"/>
                <a:ea typeface="+mj-ea"/>
                <a:cs typeface="+mj-ea"/>
              </a:rPr>
              <a:t>3</a:t>
            </a:r>
            <a:r>
              <a:rPr lang="zh-CN" altLang="en-US" b="1" dirty="0">
                <a:solidFill>
                  <a:schemeClr val="bg1"/>
                </a:solidFill>
                <a:latin typeface="+mj-ea"/>
                <a:ea typeface="+mj-ea"/>
                <a:cs typeface="+mj-ea"/>
              </a:rPr>
              <a:t>章</a:t>
            </a:r>
            <a:r>
              <a:rPr lang="en-US" altLang="zh-CN" b="1" dirty="0">
                <a:solidFill>
                  <a:schemeClr val="bg1"/>
                </a:solidFill>
                <a:latin typeface="+mj-ea"/>
                <a:ea typeface="+mj-ea"/>
                <a:cs typeface="+mj-ea"/>
              </a:rPr>
              <a:t> </a:t>
            </a:r>
            <a:r>
              <a:rPr lang="zh-CN" altLang="en-US" b="1" dirty="0">
                <a:solidFill>
                  <a:schemeClr val="bg1"/>
                </a:solidFill>
                <a:latin typeface="+mj-ea"/>
                <a:ea typeface="+mj-ea"/>
                <a:cs typeface="+mj-ea"/>
              </a:rPr>
              <a:t>数据链路层</a:t>
            </a:r>
          </a:p>
        </p:txBody>
      </p:sp>
      <p:pic>
        <p:nvPicPr>
          <p:cNvPr id="11" name="图片 10" descr="logo"/>
          <p:cNvPicPr>
            <a:picLocks noChangeAspect="1"/>
          </p:cNvPicPr>
          <p:nvPr userDrawn="1"/>
        </p:nvPicPr>
        <p:blipFill>
          <a:blip r:embed="rId5"/>
          <a:stretch>
            <a:fillRect/>
          </a:stretch>
        </p:blipFill>
        <p:spPr>
          <a:xfrm>
            <a:off x="3308" y="6414723"/>
            <a:ext cx="1882140" cy="441960"/>
          </a:xfrm>
          <a:prstGeom prst="rect">
            <a:avLst/>
          </a:prstGeom>
        </p:spPr>
      </p:pic>
      <p:sp>
        <p:nvSpPr>
          <p:cNvPr id="2" name="文本框 1">
            <a:extLst>
              <a:ext uri="{FF2B5EF4-FFF2-40B4-BE49-F238E27FC236}">
                <a16:creationId xmlns:a16="http://schemas.microsoft.com/office/drawing/2014/main" id="{3CCA885B-1FAA-25AA-9061-3ED522222E6E}"/>
              </a:ext>
            </a:extLst>
          </p:cNvPr>
          <p:cNvSpPr txBox="1"/>
          <p:nvPr userDrawn="1"/>
        </p:nvSpPr>
        <p:spPr>
          <a:xfrm>
            <a:off x="10365377" y="6486579"/>
            <a:ext cx="1823315" cy="369332"/>
          </a:xfrm>
          <a:prstGeom prst="rect">
            <a:avLst/>
          </a:prstGeom>
          <a:noFill/>
        </p:spPr>
        <p:txBody>
          <a:bodyPr wrap="square" rtlCol="0">
            <a:spAutoFit/>
          </a:bodyPr>
          <a:lstStyle/>
          <a:p>
            <a:pPr algn="r"/>
            <a:r>
              <a:rPr lang="zh-CN" altLang="en-US" b="1" dirty="0">
                <a:solidFill>
                  <a:schemeClr val="tx1">
                    <a:lumMod val="50000"/>
                    <a:lumOff val="50000"/>
                  </a:schemeClr>
                </a:solidFill>
              </a:rPr>
              <a:t>课件制作：高军</a:t>
            </a:r>
          </a:p>
        </p:txBody>
      </p:sp>
    </p:spTree>
  </p:cSld>
  <p:clrMap bg1="lt1" tx1="dk1" bg2="lt2" tx2="dk2" accent1="accent1" accent2="accent2" accent3="accent3" accent4="accent4" accent5="accent5" accent6="accent6" hlink="hlink" folHlink="folHlink"/>
  <p:sldLayoutIdLst>
    <p:sldLayoutId id="2147483649" r:id="rId1"/>
    <p:sldLayoutId id="2147483650" r:id="rId2"/>
    <p:sldLayoutId id="2147483651" r:id="rId3"/>
  </p:sldLayoutIdLst>
  <p:txStyles>
    <p:titleStyle>
      <a:lvl1pPr algn="l" defTabSz="914400" rtl="0" eaLnBrk="1" latinLnBrk="0" hangingPunct="1">
        <a:lnSpc>
          <a:spcPct val="90000"/>
        </a:lnSpc>
        <a:spcBef>
          <a:spcPct val="0"/>
        </a:spcBef>
        <a:buNone/>
        <a:defRPr sz="4400" kern="1200">
          <a:solidFill>
            <a:schemeClr val="tx1"/>
          </a:solidFill>
          <a:latin typeface="+mj-lt"/>
          <a:ea typeface="+mj-ea"/>
          <a:cs typeface="+mj-cs"/>
        </a:defRPr>
      </a:lvl1pPr>
    </p:titleStyle>
    <p:body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p:bodyStyle>
    <p:other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s/_rels/slide1.xml.rels><?xml version="1.0" encoding="UTF-8" standalone="yes"?>
<Relationships xmlns="http://schemas.openxmlformats.org/package/2006/relationships"><Relationship Id="rId2" Type="http://schemas.openxmlformats.org/officeDocument/2006/relationships/image" Target="../media/image2.png"/><Relationship Id="rId1" Type="http://schemas.openxmlformats.org/officeDocument/2006/relationships/slideLayout" Target="../slideLayouts/slideLayout2.xml"/></Relationships>
</file>

<file path=ppt/slides/_rels/slide2.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3.xml.rels><?xml version="1.0" encoding="UTF-8" standalone="yes"?>
<Relationships xmlns="http://schemas.openxmlformats.org/package/2006/relationships"><Relationship Id="rId2" Type="http://schemas.openxmlformats.org/officeDocument/2006/relationships/slideLayout" Target="../slideLayouts/slideLayout1.xml"/><Relationship Id="rId1" Type="http://schemas.openxmlformats.org/officeDocument/2006/relationships/themeOverride" Target="../theme/themeOverride1.xml"/></Relationships>
</file>

<file path=ppt/slides/_rels/slide4.xml.rels><?xml version="1.0" encoding="UTF-8" standalone="yes"?>
<Relationships xmlns="http://schemas.openxmlformats.org/package/2006/relationships"><Relationship Id="rId8" Type="http://schemas.openxmlformats.org/officeDocument/2006/relationships/image" Target="../media/image8.svg"/><Relationship Id="rId3" Type="http://schemas.openxmlformats.org/officeDocument/2006/relationships/image" Target="../media/image3.png"/><Relationship Id="rId7" Type="http://schemas.openxmlformats.org/officeDocument/2006/relationships/image" Target="../media/image7.png"/><Relationship Id="rId2" Type="http://schemas.openxmlformats.org/officeDocument/2006/relationships/slideLayout" Target="../slideLayouts/slideLayout3.xml"/><Relationship Id="rId1" Type="http://schemas.openxmlformats.org/officeDocument/2006/relationships/tags" Target="../tags/tag2.xml"/><Relationship Id="rId6" Type="http://schemas.openxmlformats.org/officeDocument/2006/relationships/image" Target="../media/image6.svg"/><Relationship Id="rId5" Type="http://schemas.openxmlformats.org/officeDocument/2006/relationships/image" Target="../media/image5.png"/><Relationship Id="rId4" Type="http://schemas.openxmlformats.org/officeDocument/2006/relationships/image" Target="../media/image4.svg"/></Relationships>
</file>

<file path=ppt/slides/_rels/slide5.xml.rels><?xml version="1.0" encoding="UTF-8" standalone="yes"?>
<Relationships xmlns="http://schemas.openxmlformats.org/package/2006/relationships"><Relationship Id="rId8" Type="http://schemas.openxmlformats.org/officeDocument/2006/relationships/image" Target="../media/image8.svg"/><Relationship Id="rId3" Type="http://schemas.openxmlformats.org/officeDocument/2006/relationships/image" Target="../media/image3.png"/><Relationship Id="rId7" Type="http://schemas.openxmlformats.org/officeDocument/2006/relationships/image" Target="../media/image7.png"/><Relationship Id="rId2" Type="http://schemas.openxmlformats.org/officeDocument/2006/relationships/slideLayout" Target="../slideLayouts/slideLayout3.xml"/><Relationship Id="rId1" Type="http://schemas.openxmlformats.org/officeDocument/2006/relationships/tags" Target="../tags/tag3.xml"/><Relationship Id="rId6" Type="http://schemas.openxmlformats.org/officeDocument/2006/relationships/image" Target="../media/image6.svg"/><Relationship Id="rId5" Type="http://schemas.openxmlformats.org/officeDocument/2006/relationships/image" Target="../media/image5.png"/><Relationship Id="rId4" Type="http://schemas.openxmlformats.org/officeDocument/2006/relationships/image" Target="../media/image4.svg"/></Relationships>
</file>

<file path=ppt/slides/_rels/slide6.xml.rels><?xml version="1.0" encoding="UTF-8" standalone="yes"?>
<Relationships xmlns="http://schemas.openxmlformats.org/package/2006/relationships"><Relationship Id="rId8" Type="http://schemas.openxmlformats.org/officeDocument/2006/relationships/image" Target="../media/image8.svg"/><Relationship Id="rId3" Type="http://schemas.openxmlformats.org/officeDocument/2006/relationships/image" Target="../media/image3.png"/><Relationship Id="rId7" Type="http://schemas.openxmlformats.org/officeDocument/2006/relationships/image" Target="../media/image7.png"/><Relationship Id="rId2" Type="http://schemas.openxmlformats.org/officeDocument/2006/relationships/slideLayout" Target="../slideLayouts/slideLayout3.xml"/><Relationship Id="rId1" Type="http://schemas.openxmlformats.org/officeDocument/2006/relationships/tags" Target="../tags/tag4.xml"/><Relationship Id="rId6" Type="http://schemas.openxmlformats.org/officeDocument/2006/relationships/image" Target="../media/image6.svg"/><Relationship Id="rId5" Type="http://schemas.openxmlformats.org/officeDocument/2006/relationships/image" Target="../media/image5.png"/><Relationship Id="rId4" Type="http://schemas.openxmlformats.org/officeDocument/2006/relationships/image" Target="../media/image4.svg"/></Relationships>
</file>

<file path=ppt/slides/_rels/slide7.xml.rels><?xml version="1.0" encoding="UTF-8" standalone="yes"?>
<Relationships xmlns="http://schemas.openxmlformats.org/package/2006/relationships"><Relationship Id="rId8" Type="http://schemas.openxmlformats.org/officeDocument/2006/relationships/image" Target="../media/image8.svg"/><Relationship Id="rId3" Type="http://schemas.openxmlformats.org/officeDocument/2006/relationships/image" Target="../media/image3.png"/><Relationship Id="rId7" Type="http://schemas.openxmlformats.org/officeDocument/2006/relationships/image" Target="../media/image7.png"/><Relationship Id="rId2" Type="http://schemas.openxmlformats.org/officeDocument/2006/relationships/slideLayout" Target="../slideLayouts/slideLayout3.xml"/><Relationship Id="rId1" Type="http://schemas.openxmlformats.org/officeDocument/2006/relationships/tags" Target="../tags/tag5.xml"/><Relationship Id="rId6" Type="http://schemas.openxmlformats.org/officeDocument/2006/relationships/image" Target="../media/image6.svg"/><Relationship Id="rId5" Type="http://schemas.openxmlformats.org/officeDocument/2006/relationships/image" Target="../media/image5.png"/><Relationship Id="rId4" Type="http://schemas.openxmlformats.org/officeDocument/2006/relationships/image" Target="../media/image4.svg"/><Relationship Id="rId9" Type="http://schemas.openxmlformats.org/officeDocument/2006/relationships/image" Target="../media/image9.png"/></Relationships>
</file>

<file path=ppt/slides/_rels/slide8.xml.rels><?xml version="1.0" encoding="UTF-8" standalone="yes"?>
<Relationships xmlns="http://schemas.openxmlformats.org/package/2006/relationships"><Relationship Id="rId8" Type="http://schemas.openxmlformats.org/officeDocument/2006/relationships/image" Target="../media/image8.svg"/><Relationship Id="rId3" Type="http://schemas.openxmlformats.org/officeDocument/2006/relationships/image" Target="../media/image3.png"/><Relationship Id="rId7" Type="http://schemas.openxmlformats.org/officeDocument/2006/relationships/image" Target="../media/image7.png"/><Relationship Id="rId2" Type="http://schemas.openxmlformats.org/officeDocument/2006/relationships/slideLayout" Target="../slideLayouts/slideLayout3.xml"/><Relationship Id="rId1" Type="http://schemas.openxmlformats.org/officeDocument/2006/relationships/tags" Target="../tags/tag6.xml"/><Relationship Id="rId6" Type="http://schemas.openxmlformats.org/officeDocument/2006/relationships/image" Target="../media/image6.svg"/><Relationship Id="rId5" Type="http://schemas.openxmlformats.org/officeDocument/2006/relationships/image" Target="../media/image5.png"/><Relationship Id="rId4" Type="http://schemas.openxmlformats.org/officeDocument/2006/relationships/image" Target="../media/image4.svg"/></Relationships>
</file>

<file path=ppt/slides/_rels/slide9.xml.rels><?xml version="1.0" encoding="UTF-8" standalone="yes"?>
<Relationships xmlns="http://schemas.openxmlformats.org/package/2006/relationships"><Relationship Id="rId8" Type="http://schemas.openxmlformats.org/officeDocument/2006/relationships/image" Target="../media/image7.png"/><Relationship Id="rId3" Type="http://schemas.openxmlformats.org/officeDocument/2006/relationships/notesSlide" Target="../notesSlides/notesSlide1.xml"/><Relationship Id="rId7" Type="http://schemas.openxmlformats.org/officeDocument/2006/relationships/image" Target="../media/image6.svg"/><Relationship Id="rId2" Type="http://schemas.openxmlformats.org/officeDocument/2006/relationships/slideLayout" Target="../slideLayouts/slideLayout3.xml"/><Relationship Id="rId1" Type="http://schemas.openxmlformats.org/officeDocument/2006/relationships/tags" Target="../tags/tag7.xml"/><Relationship Id="rId6" Type="http://schemas.openxmlformats.org/officeDocument/2006/relationships/image" Target="../media/image5.png"/><Relationship Id="rId5" Type="http://schemas.openxmlformats.org/officeDocument/2006/relationships/image" Target="../media/image4.svg"/><Relationship Id="rId4" Type="http://schemas.openxmlformats.org/officeDocument/2006/relationships/image" Target="../media/image3.png"/><Relationship Id="rId9" Type="http://schemas.openxmlformats.org/officeDocument/2006/relationships/image" Target="../media/image8.svg"/></Relationships>
</file>

<file path=ppt/slides/_rels/slide10.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11.xml.rels><?xml version="1.0" encoding="UTF-8" standalone="yes"?>
<Relationships xmlns="http://schemas.openxmlformats.org/package/2006/relationships"><Relationship Id="rId2" Type="http://schemas.openxmlformats.org/officeDocument/2006/relationships/slideLayout" Target="../slideLayouts/slideLayout3.xml"/><Relationship Id="rId1" Type="http://schemas.openxmlformats.org/officeDocument/2006/relationships/tags" Target="../tags/tag8.xml"/></Relationships>
</file>

<file path=ppt/slides/_rels/slide12.xml.rels><?xml version="1.0" encoding="UTF-8" standalone="yes"?>
<Relationships xmlns="http://schemas.openxmlformats.org/package/2006/relationships"><Relationship Id="rId2" Type="http://schemas.openxmlformats.org/officeDocument/2006/relationships/slideLayout" Target="../slideLayouts/slideLayout3.xml"/><Relationship Id="rId1" Type="http://schemas.openxmlformats.org/officeDocument/2006/relationships/tags" Target="../tags/tag9.xml"/></Relationships>
</file>

<file path=ppt/slides/_rels/slide13.xml.rels><?xml version="1.0" encoding="UTF-8" standalone="yes"?>
<Relationships xmlns="http://schemas.openxmlformats.org/package/2006/relationships"><Relationship Id="rId3" Type="http://schemas.openxmlformats.org/officeDocument/2006/relationships/image" Target="../media/image3.png"/><Relationship Id="rId2" Type="http://schemas.openxmlformats.org/officeDocument/2006/relationships/slideLayout" Target="../slideLayouts/slideLayout3.xml"/><Relationship Id="rId1" Type="http://schemas.openxmlformats.org/officeDocument/2006/relationships/tags" Target="../tags/tag10.xml"/><Relationship Id="rId4" Type="http://schemas.openxmlformats.org/officeDocument/2006/relationships/image" Target="../media/image4.svg"/></Relationships>
</file>

<file path=ppt/slides/_rels/slide14.xml.rels><?xml version="1.0" encoding="UTF-8" standalone="yes"?>
<Relationships xmlns="http://schemas.openxmlformats.org/package/2006/relationships"><Relationship Id="rId3" Type="http://schemas.openxmlformats.org/officeDocument/2006/relationships/image" Target="../media/image3.png"/><Relationship Id="rId2" Type="http://schemas.openxmlformats.org/officeDocument/2006/relationships/slideLayout" Target="../slideLayouts/slideLayout3.xml"/><Relationship Id="rId1" Type="http://schemas.openxmlformats.org/officeDocument/2006/relationships/tags" Target="../tags/tag11.xml"/><Relationship Id="rId4" Type="http://schemas.openxmlformats.org/officeDocument/2006/relationships/image" Target="../media/image4.svg"/></Relationships>
</file>

<file path=ppt/slides/_rels/slide15.xml.rels><?xml version="1.0" encoding="UTF-8" standalone="yes"?>
<Relationships xmlns="http://schemas.openxmlformats.org/package/2006/relationships"><Relationship Id="rId3" Type="http://schemas.openxmlformats.org/officeDocument/2006/relationships/image" Target="../media/image3.png"/><Relationship Id="rId2" Type="http://schemas.openxmlformats.org/officeDocument/2006/relationships/slideLayout" Target="../slideLayouts/slideLayout3.xml"/><Relationship Id="rId1" Type="http://schemas.openxmlformats.org/officeDocument/2006/relationships/tags" Target="../tags/tag12.xml"/><Relationship Id="rId4" Type="http://schemas.openxmlformats.org/officeDocument/2006/relationships/image" Target="../media/image4.svg"/></Relationships>
</file>

<file path=ppt/slides/_rels/slide16.xml.rels><?xml version="1.0" encoding="UTF-8" standalone="yes"?>
<Relationships xmlns="http://schemas.openxmlformats.org/package/2006/relationships"><Relationship Id="rId3" Type="http://schemas.openxmlformats.org/officeDocument/2006/relationships/image" Target="../media/image3.png"/><Relationship Id="rId2" Type="http://schemas.openxmlformats.org/officeDocument/2006/relationships/slideLayout" Target="../slideLayouts/slideLayout3.xml"/><Relationship Id="rId1" Type="http://schemas.openxmlformats.org/officeDocument/2006/relationships/tags" Target="../tags/tag13.xml"/><Relationship Id="rId4" Type="http://schemas.openxmlformats.org/officeDocument/2006/relationships/image" Target="../media/image4.svg"/></Relationships>
</file>

<file path=ppt/slides/_rels/slide17.xml.rels><?xml version="1.0" encoding="UTF-8" standalone="yes"?>
<Relationships xmlns="http://schemas.openxmlformats.org/package/2006/relationships"><Relationship Id="rId3" Type="http://schemas.openxmlformats.org/officeDocument/2006/relationships/image" Target="../media/image3.png"/><Relationship Id="rId2" Type="http://schemas.openxmlformats.org/officeDocument/2006/relationships/slideLayout" Target="../slideLayouts/slideLayout3.xml"/><Relationship Id="rId1" Type="http://schemas.openxmlformats.org/officeDocument/2006/relationships/tags" Target="../tags/tag14.xml"/><Relationship Id="rId4" Type="http://schemas.openxmlformats.org/officeDocument/2006/relationships/image" Target="../media/image4.svg"/></Relationships>
</file>

<file path=ppt/slides/_rels/slide18.xml.rels><?xml version="1.0" encoding="UTF-8" standalone="yes"?>
<Relationships xmlns="http://schemas.openxmlformats.org/package/2006/relationships"><Relationship Id="rId3" Type="http://schemas.openxmlformats.org/officeDocument/2006/relationships/image" Target="../media/image3.png"/><Relationship Id="rId2" Type="http://schemas.openxmlformats.org/officeDocument/2006/relationships/slideLayout" Target="../slideLayouts/slideLayout3.xml"/><Relationship Id="rId1" Type="http://schemas.openxmlformats.org/officeDocument/2006/relationships/tags" Target="../tags/tag15.xml"/><Relationship Id="rId4" Type="http://schemas.openxmlformats.org/officeDocument/2006/relationships/image" Target="../media/image4.svg"/></Relationships>
</file>

<file path=ppt/slides/_rels/slide19.xml.rels><?xml version="1.0" encoding="UTF-8" standalone="yes"?>
<Relationships xmlns="http://schemas.openxmlformats.org/package/2006/relationships"><Relationship Id="rId3" Type="http://schemas.openxmlformats.org/officeDocument/2006/relationships/image" Target="../media/image10.png"/><Relationship Id="rId2" Type="http://schemas.openxmlformats.org/officeDocument/2006/relationships/slideLayout" Target="../slideLayouts/slideLayout3.xml"/><Relationship Id="rId1" Type="http://schemas.openxmlformats.org/officeDocument/2006/relationships/tags" Target="../tags/tag16.xml"/><Relationship Id="rId5" Type="http://schemas.openxmlformats.org/officeDocument/2006/relationships/image" Target="../media/image4.svg"/><Relationship Id="rId4" Type="http://schemas.openxmlformats.org/officeDocument/2006/relationships/image" Target="../media/image3.png"/></Relationships>
</file>

<file path=ppt/slides/_rels/slide20.xml.rels><?xml version="1.0" encoding="UTF-8" standalone="yes"?>
<Relationships xmlns="http://schemas.openxmlformats.org/package/2006/relationships"><Relationship Id="rId3" Type="http://schemas.openxmlformats.org/officeDocument/2006/relationships/image" Target="../media/image10.png"/><Relationship Id="rId2" Type="http://schemas.openxmlformats.org/officeDocument/2006/relationships/slideLayout" Target="../slideLayouts/slideLayout3.xml"/><Relationship Id="rId1" Type="http://schemas.openxmlformats.org/officeDocument/2006/relationships/tags" Target="../tags/tag17.xml"/><Relationship Id="rId5" Type="http://schemas.openxmlformats.org/officeDocument/2006/relationships/image" Target="../media/image4.svg"/><Relationship Id="rId4" Type="http://schemas.openxmlformats.org/officeDocument/2006/relationships/image" Target="../media/image3.png"/></Relationships>
</file>

<file path=ppt/slides/_rels/slide21.xml.rels><?xml version="1.0" encoding="UTF-8" standalone="yes"?>
<Relationships xmlns="http://schemas.openxmlformats.org/package/2006/relationships"><Relationship Id="rId3" Type="http://schemas.openxmlformats.org/officeDocument/2006/relationships/image" Target="../media/image10.png"/><Relationship Id="rId2" Type="http://schemas.openxmlformats.org/officeDocument/2006/relationships/slideLayout" Target="../slideLayouts/slideLayout3.xml"/><Relationship Id="rId1" Type="http://schemas.openxmlformats.org/officeDocument/2006/relationships/tags" Target="../tags/tag18.xml"/><Relationship Id="rId5" Type="http://schemas.openxmlformats.org/officeDocument/2006/relationships/image" Target="../media/image4.svg"/><Relationship Id="rId4" Type="http://schemas.openxmlformats.org/officeDocument/2006/relationships/image" Target="../media/image3.png"/></Relationships>
</file>

<file path=ppt/slides/_rels/slide22.xml.rels><?xml version="1.0" encoding="UTF-8" standalone="yes"?>
<Relationships xmlns="http://schemas.openxmlformats.org/package/2006/relationships"><Relationship Id="rId3" Type="http://schemas.openxmlformats.org/officeDocument/2006/relationships/image" Target="../media/image10.png"/><Relationship Id="rId2" Type="http://schemas.openxmlformats.org/officeDocument/2006/relationships/slideLayout" Target="../slideLayouts/slideLayout3.xml"/><Relationship Id="rId1" Type="http://schemas.openxmlformats.org/officeDocument/2006/relationships/tags" Target="../tags/tag19.xml"/><Relationship Id="rId5" Type="http://schemas.openxmlformats.org/officeDocument/2006/relationships/image" Target="../media/image4.svg"/><Relationship Id="rId4" Type="http://schemas.openxmlformats.org/officeDocument/2006/relationships/image" Target="../media/image3.png"/></Relationships>
</file>

<file path=ppt/slides/_rels/slide23.xml.rels><?xml version="1.0" encoding="UTF-8" standalone="yes"?>
<Relationships xmlns="http://schemas.openxmlformats.org/package/2006/relationships"><Relationship Id="rId3" Type="http://schemas.openxmlformats.org/officeDocument/2006/relationships/image" Target="../media/image10.png"/><Relationship Id="rId2" Type="http://schemas.openxmlformats.org/officeDocument/2006/relationships/slideLayout" Target="../slideLayouts/slideLayout3.xml"/><Relationship Id="rId1" Type="http://schemas.openxmlformats.org/officeDocument/2006/relationships/tags" Target="../tags/tag20.xml"/><Relationship Id="rId5" Type="http://schemas.openxmlformats.org/officeDocument/2006/relationships/image" Target="../media/image4.svg"/><Relationship Id="rId4" Type="http://schemas.openxmlformats.org/officeDocument/2006/relationships/image" Target="../media/image3.png"/></Relationships>
</file>

<file path=ppt/slides/_rels/slide24.xml.rels><?xml version="1.0" encoding="UTF-8" standalone="yes"?>
<Relationships xmlns="http://schemas.openxmlformats.org/package/2006/relationships"><Relationship Id="rId3" Type="http://schemas.openxmlformats.org/officeDocument/2006/relationships/image" Target="../media/image10.png"/><Relationship Id="rId2" Type="http://schemas.openxmlformats.org/officeDocument/2006/relationships/slideLayout" Target="../slideLayouts/slideLayout3.xml"/><Relationship Id="rId1" Type="http://schemas.openxmlformats.org/officeDocument/2006/relationships/tags" Target="../tags/tag21.xml"/><Relationship Id="rId5" Type="http://schemas.openxmlformats.org/officeDocument/2006/relationships/image" Target="../media/image4.svg"/><Relationship Id="rId4" Type="http://schemas.openxmlformats.org/officeDocument/2006/relationships/image" Target="../media/image3.png"/></Relationships>
</file>

<file path=ppt/slides/_rels/slide25.xml.rels><?xml version="1.0" encoding="UTF-8" standalone="yes"?>
<Relationships xmlns="http://schemas.openxmlformats.org/package/2006/relationships"><Relationship Id="rId3" Type="http://schemas.openxmlformats.org/officeDocument/2006/relationships/image" Target="../media/image10.png"/><Relationship Id="rId2" Type="http://schemas.openxmlformats.org/officeDocument/2006/relationships/slideLayout" Target="../slideLayouts/slideLayout3.xml"/><Relationship Id="rId1" Type="http://schemas.openxmlformats.org/officeDocument/2006/relationships/tags" Target="../tags/tag22.xml"/><Relationship Id="rId5" Type="http://schemas.openxmlformats.org/officeDocument/2006/relationships/image" Target="../media/image4.svg"/><Relationship Id="rId4" Type="http://schemas.openxmlformats.org/officeDocument/2006/relationships/image" Target="../media/image3.png"/></Relationships>
</file>

<file path=ppt/slides/_rels/slide26.xml.rels><?xml version="1.0" encoding="UTF-8" standalone="yes"?>
<Relationships xmlns="http://schemas.openxmlformats.org/package/2006/relationships"><Relationship Id="rId3" Type="http://schemas.openxmlformats.org/officeDocument/2006/relationships/image" Target="../media/image10.png"/><Relationship Id="rId2" Type="http://schemas.openxmlformats.org/officeDocument/2006/relationships/slideLayout" Target="../slideLayouts/slideLayout3.xml"/><Relationship Id="rId1" Type="http://schemas.openxmlformats.org/officeDocument/2006/relationships/tags" Target="../tags/tag23.xml"/><Relationship Id="rId5" Type="http://schemas.openxmlformats.org/officeDocument/2006/relationships/image" Target="../media/image4.svg"/><Relationship Id="rId4" Type="http://schemas.openxmlformats.org/officeDocument/2006/relationships/image" Target="../media/image3.png"/></Relationships>
</file>

<file path=ppt/slides/_rels/slide27.xml.rels><?xml version="1.0" encoding="UTF-8" standalone="yes"?>
<Relationships xmlns="http://schemas.openxmlformats.org/package/2006/relationships"><Relationship Id="rId3" Type="http://schemas.openxmlformats.org/officeDocument/2006/relationships/image" Target="../media/image3.png"/><Relationship Id="rId2" Type="http://schemas.openxmlformats.org/officeDocument/2006/relationships/slideLayout" Target="../slideLayouts/slideLayout3.xml"/><Relationship Id="rId1" Type="http://schemas.openxmlformats.org/officeDocument/2006/relationships/tags" Target="../tags/tag24.xml"/><Relationship Id="rId4" Type="http://schemas.openxmlformats.org/officeDocument/2006/relationships/image" Target="../media/image4.svg"/></Relationships>
</file>

<file path=ppt/slides/_rels/slide28.xml.rels><?xml version="1.0" encoding="UTF-8" standalone="yes"?>
<Relationships xmlns="http://schemas.openxmlformats.org/package/2006/relationships"><Relationship Id="rId2" Type="http://schemas.openxmlformats.org/officeDocument/2006/relationships/slideLayout" Target="../slideLayouts/slideLayout3.xml"/><Relationship Id="rId1" Type="http://schemas.openxmlformats.org/officeDocument/2006/relationships/tags" Target="../tags/tag25.xml"/></Relationships>
</file>

<file path=ppt/slides/_rels/slide29.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30.xml.rels><?xml version="1.0" encoding="UTF-8" standalone="yes"?>
<Relationships xmlns="http://schemas.openxmlformats.org/package/2006/relationships"><Relationship Id="rId3" Type="http://schemas.openxmlformats.org/officeDocument/2006/relationships/image" Target="../media/image3.png"/><Relationship Id="rId2" Type="http://schemas.openxmlformats.org/officeDocument/2006/relationships/slideLayout" Target="../slideLayouts/slideLayout3.xml"/><Relationship Id="rId1" Type="http://schemas.openxmlformats.org/officeDocument/2006/relationships/tags" Target="../tags/tag26.xml"/><Relationship Id="rId4" Type="http://schemas.openxmlformats.org/officeDocument/2006/relationships/image" Target="../media/image4.svg"/></Relationships>
</file>

<file path=ppt/slides/_rels/slide31.xml.rels><?xml version="1.0" encoding="UTF-8" standalone="yes"?>
<Relationships xmlns="http://schemas.openxmlformats.org/package/2006/relationships"><Relationship Id="rId3" Type="http://schemas.openxmlformats.org/officeDocument/2006/relationships/image" Target="../media/image3.png"/><Relationship Id="rId2" Type="http://schemas.openxmlformats.org/officeDocument/2006/relationships/slideLayout" Target="../slideLayouts/slideLayout3.xml"/><Relationship Id="rId1" Type="http://schemas.openxmlformats.org/officeDocument/2006/relationships/tags" Target="../tags/tag27.xml"/><Relationship Id="rId4" Type="http://schemas.openxmlformats.org/officeDocument/2006/relationships/image" Target="../media/image4.svg"/></Relationships>
</file>

<file path=ppt/slides/_rels/slide32.xml.rels><?xml version="1.0" encoding="UTF-8" standalone="yes"?>
<Relationships xmlns="http://schemas.openxmlformats.org/package/2006/relationships"><Relationship Id="rId3" Type="http://schemas.openxmlformats.org/officeDocument/2006/relationships/image" Target="../media/image3.png"/><Relationship Id="rId2" Type="http://schemas.openxmlformats.org/officeDocument/2006/relationships/slideLayout" Target="../slideLayouts/slideLayout3.xml"/><Relationship Id="rId1" Type="http://schemas.openxmlformats.org/officeDocument/2006/relationships/tags" Target="../tags/tag28.xml"/><Relationship Id="rId4" Type="http://schemas.openxmlformats.org/officeDocument/2006/relationships/image" Target="../media/image4.svg"/></Relationships>
</file>

<file path=ppt/slides/_rels/slide33.xml.rels><?xml version="1.0" encoding="UTF-8" standalone="yes"?>
<Relationships xmlns="http://schemas.openxmlformats.org/package/2006/relationships"><Relationship Id="rId3" Type="http://schemas.openxmlformats.org/officeDocument/2006/relationships/image" Target="../media/image3.png"/><Relationship Id="rId2" Type="http://schemas.openxmlformats.org/officeDocument/2006/relationships/slideLayout" Target="../slideLayouts/slideLayout3.xml"/><Relationship Id="rId1" Type="http://schemas.openxmlformats.org/officeDocument/2006/relationships/tags" Target="../tags/tag29.xml"/><Relationship Id="rId4" Type="http://schemas.openxmlformats.org/officeDocument/2006/relationships/image" Target="../media/image4.svg"/></Relationships>
</file>

<file path=ppt/slides/_rels/slide34.xml.rels><?xml version="1.0" encoding="UTF-8" standalone="yes"?>
<Relationships xmlns="http://schemas.openxmlformats.org/package/2006/relationships"><Relationship Id="rId3" Type="http://schemas.openxmlformats.org/officeDocument/2006/relationships/image" Target="../media/image3.png"/><Relationship Id="rId2" Type="http://schemas.openxmlformats.org/officeDocument/2006/relationships/slideLayout" Target="../slideLayouts/slideLayout3.xml"/><Relationship Id="rId1" Type="http://schemas.openxmlformats.org/officeDocument/2006/relationships/tags" Target="../tags/tag30.xml"/><Relationship Id="rId4" Type="http://schemas.openxmlformats.org/officeDocument/2006/relationships/image" Target="../media/image4.svg"/></Relationships>
</file>

<file path=ppt/slides/_rels/slide35.xml.rels><?xml version="1.0" encoding="UTF-8" standalone="yes"?>
<Relationships xmlns="http://schemas.openxmlformats.org/package/2006/relationships"><Relationship Id="rId3" Type="http://schemas.openxmlformats.org/officeDocument/2006/relationships/image" Target="../media/image3.png"/><Relationship Id="rId2" Type="http://schemas.openxmlformats.org/officeDocument/2006/relationships/slideLayout" Target="../slideLayouts/slideLayout3.xml"/><Relationship Id="rId1" Type="http://schemas.openxmlformats.org/officeDocument/2006/relationships/tags" Target="../tags/tag31.xml"/><Relationship Id="rId4" Type="http://schemas.openxmlformats.org/officeDocument/2006/relationships/image" Target="../media/image4.svg"/></Relationships>
</file>

<file path=ppt/slides/_rels/slide36.xml.rels><?xml version="1.0" encoding="UTF-8" standalone="yes"?>
<Relationships xmlns="http://schemas.openxmlformats.org/package/2006/relationships"><Relationship Id="rId3" Type="http://schemas.openxmlformats.org/officeDocument/2006/relationships/image" Target="../media/image3.png"/><Relationship Id="rId2" Type="http://schemas.openxmlformats.org/officeDocument/2006/relationships/slideLayout" Target="../slideLayouts/slideLayout3.xml"/><Relationship Id="rId1" Type="http://schemas.openxmlformats.org/officeDocument/2006/relationships/tags" Target="../tags/tag32.xml"/><Relationship Id="rId4" Type="http://schemas.openxmlformats.org/officeDocument/2006/relationships/image" Target="../media/image4.svg"/></Relationships>
</file>

<file path=ppt/slides/_rels/slide37.xml.rels><?xml version="1.0" encoding="UTF-8" standalone="yes"?>
<Relationships xmlns="http://schemas.openxmlformats.org/package/2006/relationships"><Relationship Id="rId3" Type="http://schemas.openxmlformats.org/officeDocument/2006/relationships/image" Target="../media/image3.png"/><Relationship Id="rId2" Type="http://schemas.openxmlformats.org/officeDocument/2006/relationships/slideLayout" Target="../slideLayouts/slideLayout3.xml"/><Relationship Id="rId1" Type="http://schemas.openxmlformats.org/officeDocument/2006/relationships/tags" Target="../tags/tag33.xml"/><Relationship Id="rId4" Type="http://schemas.openxmlformats.org/officeDocument/2006/relationships/image" Target="../media/image4.svg"/></Relationships>
</file>

<file path=ppt/slides/_rels/slide38.xml.rels><?xml version="1.0" encoding="UTF-8" standalone="yes"?>
<Relationships xmlns="http://schemas.openxmlformats.org/package/2006/relationships"><Relationship Id="rId3" Type="http://schemas.openxmlformats.org/officeDocument/2006/relationships/image" Target="../media/image3.png"/><Relationship Id="rId2" Type="http://schemas.openxmlformats.org/officeDocument/2006/relationships/slideLayout" Target="../slideLayouts/slideLayout3.xml"/><Relationship Id="rId1" Type="http://schemas.openxmlformats.org/officeDocument/2006/relationships/tags" Target="../tags/tag34.xml"/><Relationship Id="rId4" Type="http://schemas.openxmlformats.org/officeDocument/2006/relationships/image" Target="../media/image4.svg"/></Relationships>
</file>

<file path=ppt/slides/_rels/slide39.xml.rels><?xml version="1.0" encoding="UTF-8" standalone="yes"?>
<Relationships xmlns="http://schemas.openxmlformats.org/package/2006/relationships"><Relationship Id="rId2" Type="http://schemas.openxmlformats.org/officeDocument/2006/relationships/slideLayout" Target="../slideLayouts/slideLayout3.xml"/><Relationship Id="rId1" Type="http://schemas.openxmlformats.org/officeDocument/2006/relationships/tags" Target="../tags/tag35.xml"/></Relationships>
</file>

<file path=ppt/slides/_rels/slide40.xml.rels><?xml version="1.0" encoding="UTF-8" standalone="yes"?>
<Relationships xmlns="http://schemas.openxmlformats.org/package/2006/relationships"><Relationship Id="rId3" Type="http://schemas.openxmlformats.org/officeDocument/2006/relationships/image" Target="../media/image3.png"/><Relationship Id="rId2" Type="http://schemas.openxmlformats.org/officeDocument/2006/relationships/slideLayout" Target="../slideLayouts/slideLayout3.xml"/><Relationship Id="rId1" Type="http://schemas.openxmlformats.org/officeDocument/2006/relationships/tags" Target="../tags/tag36.xml"/><Relationship Id="rId4" Type="http://schemas.openxmlformats.org/officeDocument/2006/relationships/image" Target="../media/image4.svg"/></Relationships>
</file>

<file path=ppt/slides/_rels/slide41.xml.rels><?xml version="1.0" encoding="UTF-8" standalone="yes"?>
<Relationships xmlns="http://schemas.openxmlformats.org/package/2006/relationships"><Relationship Id="rId3" Type="http://schemas.openxmlformats.org/officeDocument/2006/relationships/image" Target="../media/image3.png"/><Relationship Id="rId2" Type="http://schemas.openxmlformats.org/officeDocument/2006/relationships/slideLayout" Target="../slideLayouts/slideLayout3.xml"/><Relationship Id="rId1" Type="http://schemas.openxmlformats.org/officeDocument/2006/relationships/tags" Target="../tags/tag37.xml"/><Relationship Id="rId4" Type="http://schemas.openxmlformats.org/officeDocument/2006/relationships/image" Target="../media/image4.svg"/></Relationships>
</file>

<file path=ppt/slides/_rels/slide42.xml.rels><?xml version="1.0" encoding="UTF-8" standalone="yes"?>
<Relationships xmlns="http://schemas.openxmlformats.org/package/2006/relationships"><Relationship Id="rId3" Type="http://schemas.openxmlformats.org/officeDocument/2006/relationships/image" Target="../media/image3.png"/><Relationship Id="rId2" Type="http://schemas.openxmlformats.org/officeDocument/2006/relationships/slideLayout" Target="../slideLayouts/slideLayout3.xml"/><Relationship Id="rId1" Type="http://schemas.openxmlformats.org/officeDocument/2006/relationships/tags" Target="../tags/tag38.xml"/><Relationship Id="rId4" Type="http://schemas.openxmlformats.org/officeDocument/2006/relationships/image" Target="../media/image4.svg"/></Relationships>
</file>

<file path=ppt/slides/_rels/slide43.xml.rels><?xml version="1.0" encoding="UTF-8" standalone="yes"?>
<Relationships xmlns="http://schemas.openxmlformats.org/package/2006/relationships"><Relationship Id="rId3" Type="http://schemas.openxmlformats.org/officeDocument/2006/relationships/image" Target="../media/image3.png"/><Relationship Id="rId2" Type="http://schemas.openxmlformats.org/officeDocument/2006/relationships/slideLayout" Target="../slideLayouts/slideLayout3.xml"/><Relationship Id="rId1" Type="http://schemas.openxmlformats.org/officeDocument/2006/relationships/tags" Target="../tags/tag39.xml"/><Relationship Id="rId4" Type="http://schemas.openxmlformats.org/officeDocument/2006/relationships/image" Target="../media/image4.svg"/></Relationships>
</file>

<file path=ppt/slides/_rels/slide44.xml.rels><?xml version="1.0" encoding="UTF-8" standalone="yes"?>
<Relationships xmlns="http://schemas.openxmlformats.org/package/2006/relationships"><Relationship Id="rId3" Type="http://schemas.openxmlformats.org/officeDocument/2006/relationships/image" Target="../media/image3.png"/><Relationship Id="rId2" Type="http://schemas.openxmlformats.org/officeDocument/2006/relationships/slideLayout" Target="../slideLayouts/slideLayout3.xml"/><Relationship Id="rId1" Type="http://schemas.openxmlformats.org/officeDocument/2006/relationships/tags" Target="../tags/tag40.xml"/><Relationship Id="rId4" Type="http://schemas.openxmlformats.org/officeDocument/2006/relationships/image" Target="../media/image4.svg"/></Relationships>
</file>

<file path=ppt/slides/_rels/slide45.xml.rels><?xml version="1.0" encoding="UTF-8" standalone="yes"?>
<Relationships xmlns="http://schemas.openxmlformats.org/package/2006/relationships"><Relationship Id="rId3" Type="http://schemas.openxmlformats.org/officeDocument/2006/relationships/image" Target="../media/image3.png"/><Relationship Id="rId2" Type="http://schemas.openxmlformats.org/officeDocument/2006/relationships/slideLayout" Target="../slideLayouts/slideLayout3.xml"/><Relationship Id="rId1" Type="http://schemas.openxmlformats.org/officeDocument/2006/relationships/tags" Target="../tags/tag41.xml"/><Relationship Id="rId4" Type="http://schemas.openxmlformats.org/officeDocument/2006/relationships/image" Target="../media/image4.svg"/></Relationships>
</file>

<file path=ppt/slides/_rels/slide46.xml.rels><?xml version="1.0" encoding="UTF-8" standalone="yes"?>
<Relationships xmlns="http://schemas.openxmlformats.org/package/2006/relationships"><Relationship Id="rId3" Type="http://schemas.openxmlformats.org/officeDocument/2006/relationships/image" Target="../media/image3.png"/><Relationship Id="rId2" Type="http://schemas.openxmlformats.org/officeDocument/2006/relationships/slideLayout" Target="../slideLayouts/slideLayout3.xml"/><Relationship Id="rId1" Type="http://schemas.openxmlformats.org/officeDocument/2006/relationships/tags" Target="../tags/tag42.xml"/><Relationship Id="rId4" Type="http://schemas.openxmlformats.org/officeDocument/2006/relationships/image" Target="../media/image4.svg"/></Relationships>
</file>

<file path=ppt/slides/_rels/slide47.xml.rels><?xml version="1.0" encoding="UTF-8" standalone="yes"?>
<Relationships xmlns="http://schemas.openxmlformats.org/package/2006/relationships"><Relationship Id="rId3" Type="http://schemas.openxmlformats.org/officeDocument/2006/relationships/image" Target="../media/image3.png"/><Relationship Id="rId2" Type="http://schemas.openxmlformats.org/officeDocument/2006/relationships/slideLayout" Target="../slideLayouts/slideLayout3.xml"/><Relationship Id="rId1" Type="http://schemas.openxmlformats.org/officeDocument/2006/relationships/tags" Target="../tags/tag43.xml"/><Relationship Id="rId4" Type="http://schemas.openxmlformats.org/officeDocument/2006/relationships/image" Target="../media/image4.svg"/></Relationships>
</file>

<file path=ppt/slides/_rels/slide48.xml.rels><?xml version="1.0" encoding="UTF-8" standalone="yes"?>
<Relationships xmlns="http://schemas.openxmlformats.org/package/2006/relationships"><Relationship Id="rId3" Type="http://schemas.openxmlformats.org/officeDocument/2006/relationships/image" Target="../media/image3.png"/><Relationship Id="rId2" Type="http://schemas.openxmlformats.org/officeDocument/2006/relationships/slideLayout" Target="../slideLayouts/slideLayout3.xml"/><Relationship Id="rId1" Type="http://schemas.openxmlformats.org/officeDocument/2006/relationships/tags" Target="../tags/tag44.xml"/><Relationship Id="rId4" Type="http://schemas.openxmlformats.org/officeDocument/2006/relationships/image" Target="../media/image4.svg"/></Relationships>
</file>

<file path=ppt/slides/_rels/slide49.xml.rels><?xml version="1.0" encoding="UTF-8" standalone="yes"?>
<Relationships xmlns="http://schemas.openxmlformats.org/package/2006/relationships"><Relationship Id="rId3" Type="http://schemas.openxmlformats.org/officeDocument/2006/relationships/image" Target="../media/image3.png"/><Relationship Id="rId2" Type="http://schemas.openxmlformats.org/officeDocument/2006/relationships/slideLayout" Target="../slideLayouts/slideLayout3.xml"/><Relationship Id="rId1" Type="http://schemas.openxmlformats.org/officeDocument/2006/relationships/tags" Target="../tags/tag45.xml"/><Relationship Id="rId4" Type="http://schemas.openxmlformats.org/officeDocument/2006/relationships/image" Target="../media/image4.svg"/></Relationships>
</file>

<file path=ppt/slides/_rels/slide50.xml.rels><?xml version="1.0" encoding="UTF-8" standalone="yes"?>
<Relationships xmlns="http://schemas.openxmlformats.org/package/2006/relationships"><Relationship Id="rId3" Type="http://schemas.openxmlformats.org/officeDocument/2006/relationships/image" Target="../media/image3.png"/><Relationship Id="rId2" Type="http://schemas.openxmlformats.org/officeDocument/2006/relationships/slideLayout" Target="../slideLayouts/slideLayout3.xml"/><Relationship Id="rId1" Type="http://schemas.openxmlformats.org/officeDocument/2006/relationships/tags" Target="../tags/tag46.xml"/><Relationship Id="rId4" Type="http://schemas.openxmlformats.org/officeDocument/2006/relationships/image" Target="../media/image4.svg"/></Relationships>
</file>

<file path=ppt/slides/_rels/slide51.xml.rels><?xml version="1.0" encoding="UTF-8" standalone="yes"?>
<Relationships xmlns="http://schemas.openxmlformats.org/package/2006/relationships"><Relationship Id="rId3" Type="http://schemas.openxmlformats.org/officeDocument/2006/relationships/image" Target="../media/image3.png"/><Relationship Id="rId2" Type="http://schemas.openxmlformats.org/officeDocument/2006/relationships/slideLayout" Target="../slideLayouts/slideLayout3.xml"/><Relationship Id="rId1" Type="http://schemas.openxmlformats.org/officeDocument/2006/relationships/tags" Target="../tags/tag47.xml"/><Relationship Id="rId4" Type="http://schemas.openxmlformats.org/officeDocument/2006/relationships/image" Target="../media/image4.svg"/></Relationships>
</file>

<file path=ppt/slides/_rels/slide52.xml.rels><?xml version="1.0" encoding="UTF-8" standalone="yes"?>
<Relationships xmlns="http://schemas.openxmlformats.org/package/2006/relationships"><Relationship Id="rId3" Type="http://schemas.openxmlformats.org/officeDocument/2006/relationships/image" Target="../media/image3.png"/><Relationship Id="rId2" Type="http://schemas.openxmlformats.org/officeDocument/2006/relationships/slideLayout" Target="../slideLayouts/slideLayout3.xml"/><Relationship Id="rId1" Type="http://schemas.openxmlformats.org/officeDocument/2006/relationships/tags" Target="../tags/tag48.xml"/><Relationship Id="rId4" Type="http://schemas.openxmlformats.org/officeDocument/2006/relationships/image" Target="../media/image4.svg"/></Relationships>
</file>

<file path=ppt/slides/_rels/slide53.xml.rels><?xml version="1.0" encoding="UTF-8" standalone="yes"?>
<Relationships xmlns="http://schemas.openxmlformats.org/package/2006/relationships"><Relationship Id="rId3" Type="http://schemas.openxmlformats.org/officeDocument/2006/relationships/image" Target="../media/image3.png"/><Relationship Id="rId2" Type="http://schemas.openxmlformats.org/officeDocument/2006/relationships/slideLayout" Target="../slideLayouts/slideLayout3.xml"/><Relationship Id="rId1" Type="http://schemas.openxmlformats.org/officeDocument/2006/relationships/tags" Target="../tags/tag49.xml"/><Relationship Id="rId4" Type="http://schemas.openxmlformats.org/officeDocument/2006/relationships/image" Target="../media/image4.svg"/></Relationships>
</file>

<file path=ppt/slides/_rels/slide54.xml.rels><?xml version="1.0" encoding="UTF-8" standalone="yes"?>
<Relationships xmlns="http://schemas.openxmlformats.org/package/2006/relationships"><Relationship Id="rId3" Type="http://schemas.openxmlformats.org/officeDocument/2006/relationships/image" Target="../media/image3.png"/><Relationship Id="rId2" Type="http://schemas.openxmlformats.org/officeDocument/2006/relationships/slideLayout" Target="../slideLayouts/slideLayout3.xml"/><Relationship Id="rId1" Type="http://schemas.openxmlformats.org/officeDocument/2006/relationships/tags" Target="../tags/tag50.xml"/><Relationship Id="rId4" Type="http://schemas.openxmlformats.org/officeDocument/2006/relationships/image" Target="../media/image4.svg"/></Relationships>
</file>

<file path=ppt/slides/_rels/slide55.xml.rels><?xml version="1.0" encoding="UTF-8" standalone="yes"?>
<Relationships xmlns="http://schemas.openxmlformats.org/package/2006/relationships"><Relationship Id="rId3" Type="http://schemas.openxmlformats.org/officeDocument/2006/relationships/image" Target="../media/image3.png"/><Relationship Id="rId2" Type="http://schemas.openxmlformats.org/officeDocument/2006/relationships/slideLayout" Target="../slideLayouts/slideLayout3.xml"/><Relationship Id="rId1" Type="http://schemas.openxmlformats.org/officeDocument/2006/relationships/tags" Target="../tags/tag51.xml"/><Relationship Id="rId4" Type="http://schemas.openxmlformats.org/officeDocument/2006/relationships/image" Target="../media/image4.svg"/></Relationships>
</file>

<file path=ppt/slides/_rels/slide56.xml.rels><?xml version="1.0" encoding="UTF-8" standalone="yes"?>
<Relationships xmlns="http://schemas.openxmlformats.org/package/2006/relationships"><Relationship Id="rId3" Type="http://schemas.openxmlformats.org/officeDocument/2006/relationships/image" Target="../media/image3.png"/><Relationship Id="rId2" Type="http://schemas.openxmlformats.org/officeDocument/2006/relationships/slideLayout" Target="../slideLayouts/slideLayout3.xml"/><Relationship Id="rId1" Type="http://schemas.openxmlformats.org/officeDocument/2006/relationships/tags" Target="../tags/tag52.xml"/><Relationship Id="rId4" Type="http://schemas.openxmlformats.org/officeDocument/2006/relationships/image" Target="../media/image4.svg"/></Relationships>
</file>

<file path=ppt/slides/_rels/slide57.xml.rels><?xml version="1.0" encoding="UTF-8" standalone="yes"?>
<Relationships xmlns="http://schemas.openxmlformats.org/package/2006/relationships"><Relationship Id="rId3" Type="http://schemas.openxmlformats.org/officeDocument/2006/relationships/image" Target="../media/image3.png"/><Relationship Id="rId2" Type="http://schemas.openxmlformats.org/officeDocument/2006/relationships/slideLayout" Target="../slideLayouts/slideLayout3.xml"/><Relationship Id="rId1" Type="http://schemas.openxmlformats.org/officeDocument/2006/relationships/tags" Target="../tags/tag53.xml"/><Relationship Id="rId4" Type="http://schemas.openxmlformats.org/officeDocument/2006/relationships/image" Target="../media/image4.svg"/></Relationships>
</file>

<file path=ppt/slides/_rels/slide58.xml.rels><?xml version="1.0" encoding="UTF-8" standalone="yes"?>
<Relationships xmlns="http://schemas.openxmlformats.org/package/2006/relationships"><Relationship Id="rId2" Type="http://schemas.openxmlformats.org/officeDocument/2006/relationships/slideLayout" Target="../slideLayouts/slideLayout3.xml"/><Relationship Id="rId1" Type="http://schemas.openxmlformats.org/officeDocument/2006/relationships/tags" Target="../tags/tag54.xml"/></Relationships>
</file>

<file path=ppt/slides/_rels/slide59.xml.rels><?xml version="1.0" encoding="UTF-8" standalone="yes"?>
<Relationships xmlns="http://schemas.openxmlformats.org/package/2006/relationships"><Relationship Id="rId2" Type="http://schemas.openxmlformats.org/officeDocument/2006/relationships/slideLayout" Target="../slideLayouts/slideLayout3.xml"/><Relationship Id="rId1" Type="http://schemas.openxmlformats.org/officeDocument/2006/relationships/tags" Target="../tags/tag55.xml"/></Relationships>
</file>

<file path=ppt/slides/_rels/slide60.xml.rels><?xml version="1.0" encoding="UTF-8" standalone="yes"?>
<Relationships xmlns="http://schemas.openxmlformats.org/package/2006/relationships"><Relationship Id="rId2" Type="http://schemas.openxmlformats.org/officeDocument/2006/relationships/slideLayout" Target="../slideLayouts/slideLayout3.xml"/><Relationship Id="rId1" Type="http://schemas.openxmlformats.org/officeDocument/2006/relationships/tags" Target="../tags/tag56.xml"/></Relationships>
</file>

<file path=ppt/slides/_rels/slide61.xml.rels><?xml version="1.0" encoding="UTF-8" standalone="yes"?>
<Relationships xmlns="http://schemas.openxmlformats.org/package/2006/relationships"><Relationship Id="rId2" Type="http://schemas.openxmlformats.org/officeDocument/2006/relationships/slideLayout" Target="../slideLayouts/slideLayout3.xml"/><Relationship Id="rId1" Type="http://schemas.openxmlformats.org/officeDocument/2006/relationships/tags" Target="../tags/tag57.xml"/></Relationships>
</file>

<file path=ppt/slides/_rels/slide62.xml.rels><?xml version="1.0" encoding="UTF-8" standalone="yes"?>
<Relationships xmlns="http://schemas.openxmlformats.org/package/2006/relationships"><Relationship Id="rId2" Type="http://schemas.openxmlformats.org/officeDocument/2006/relationships/slideLayout" Target="../slideLayouts/slideLayout3.xml"/><Relationship Id="rId1" Type="http://schemas.openxmlformats.org/officeDocument/2006/relationships/tags" Target="../tags/tag58.xml"/></Relationships>
</file>

<file path=ppt/slides/_rels/slide63.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64.xml.rels><?xml version="1.0" encoding="UTF-8" standalone="yes"?>
<Relationships xmlns="http://schemas.openxmlformats.org/package/2006/relationships"><Relationship Id="rId3" Type="http://schemas.openxmlformats.org/officeDocument/2006/relationships/image" Target="../media/image3.png"/><Relationship Id="rId2" Type="http://schemas.openxmlformats.org/officeDocument/2006/relationships/slideLayout" Target="../slideLayouts/slideLayout3.xml"/><Relationship Id="rId1" Type="http://schemas.openxmlformats.org/officeDocument/2006/relationships/tags" Target="../tags/tag59.xml"/><Relationship Id="rId4" Type="http://schemas.openxmlformats.org/officeDocument/2006/relationships/image" Target="../media/image4.svg"/></Relationships>
</file>

<file path=ppt/slides/_rels/slide65.xml.rels><?xml version="1.0" encoding="UTF-8" standalone="yes"?>
<Relationships xmlns="http://schemas.openxmlformats.org/package/2006/relationships"><Relationship Id="rId3" Type="http://schemas.openxmlformats.org/officeDocument/2006/relationships/image" Target="../media/image3.png"/><Relationship Id="rId2" Type="http://schemas.openxmlformats.org/officeDocument/2006/relationships/slideLayout" Target="../slideLayouts/slideLayout3.xml"/><Relationship Id="rId1" Type="http://schemas.openxmlformats.org/officeDocument/2006/relationships/tags" Target="../tags/tag60.xml"/><Relationship Id="rId4" Type="http://schemas.openxmlformats.org/officeDocument/2006/relationships/image" Target="../media/image4.svg"/></Relationships>
</file>

<file path=ppt/slides/_rels/slide66.xml.rels><?xml version="1.0" encoding="UTF-8" standalone="yes"?>
<Relationships xmlns="http://schemas.openxmlformats.org/package/2006/relationships"><Relationship Id="rId2" Type="http://schemas.openxmlformats.org/officeDocument/2006/relationships/slideLayout" Target="../slideLayouts/slideLayout3.xml"/><Relationship Id="rId1" Type="http://schemas.openxmlformats.org/officeDocument/2006/relationships/tags" Target="../tags/tag61.xml"/></Relationships>
</file>

<file path=ppt/slides/_rels/slide67.xml.rels><?xml version="1.0" encoding="UTF-8" standalone="yes"?>
<Relationships xmlns="http://schemas.openxmlformats.org/package/2006/relationships"><Relationship Id="rId3" Type="http://schemas.openxmlformats.org/officeDocument/2006/relationships/image" Target="../media/image10.png"/><Relationship Id="rId2" Type="http://schemas.openxmlformats.org/officeDocument/2006/relationships/slideLayout" Target="../slideLayouts/slideLayout3.xml"/><Relationship Id="rId1" Type="http://schemas.openxmlformats.org/officeDocument/2006/relationships/tags" Target="../tags/tag62.xml"/><Relationship Id="rId5" Type="http://schemas.openxmlformats.org/officeDocument/2006/relationships/image" Target="../media/image4.svg"/><Relationship Id="rId4" Type="http://schemas.openxmlformats.org/officeDocument/2006/relationships/image" Target="../media/image3.png"/></Relationships>
</file>

<file path=ppt/slides/_rels/slide68.xml.rels><?xml version="1.0" encoding="UTF-8" standalone="yes"?>
<Relationships xmlns="http://schemas.openxmlformats.org/package/2006/relationships"><Relationship Id="rId3" Type="http://schemas.openxmlformats.org/officeDocument/2006/relationships/image" Target="../media/image10.png"/><Relationship Id="rId2" Type="http://schemas.openxmlformats.org/officeDocument/2006/relationships/slideLayout" Target="../slideLayouts/slideLayout3.xml"/><Relationship Id="rId1" Type="http://schemas.openxmlformats.org/officeDocument/2006/relationships/tags" Target="../tags/tag63.xml"/><Relationship Id="rId5" Type="http://schemas.openxmlformats.org/officeDocument/2006/relationships/image" Target="../media/image4.svg"/><Relationship Id="rId4" Type="http://schemas.openxmlformats.org/officeDocument/2006/relationships/image" Target="../media/image3.png"/></Relationships>
</file>

<file path=ppt/slides/_rels/slide69.xml.rels><?xml version="1.0" encoding="UTF-8" standalone="yes"?>
<Relationships xmlns="http://schemas.openxmlformats.org/package/2006/relationships"><Relationship Id="rId3" Type="http://schemas.openxmlformats.org/officeDocument/2006/relationships/image" Target="../media/image10.png"/><Relationship Id="rId2" Type="http://schemas.openxmlformats.org/officeDocument/2006/relationships/slideLayout" Target="../slideLayouts/slideLayout3.xml"/><Relationship Id="rId1" Type="http://schemas.openxmlformats.org/officeDocument/2006/relationships/tags" Target="../tags/tag64.xml"/><Relationship Id="rId5" Type="http://schemas.openxmlformats.org/officeDocument/2006/relationships/image" Target="../media/image4.svg"/><Relationship Id="rId4" Type="http://schemas.openxmlformats.org/officeDocument/2006/relationships/image" Target="../media/image3.png"/></Relationships>
</file>

<file path=ppt/slides/_rels/slide70.xml.rels><?xml version="1.0" encoding="UTF-8" standalone="yes"?>
<Relationships xmlns="http://schemas.openxmlformats.org/package/2006/relationships"><Relationship Id="rId3" Type="http://schemas.openxmlformats.org/officeDocument/2006/relationships/image" Target="../media/image10.png"/><Relationship Id="rId2" Type="http://schemas.openxmlformats.org/officeDocument/2006/relationships/slideLayout" Target="../slideLayouts/slideLayout3.xml"/><Relationship Id="rId1" Type="http://schemas.openxmlformats.org/officeDocument/2006/relationships/tags" Target="../tags/tag65.xml"/><Relationship Id="rId5" Type="http://schemas.openxmlformats.org/officeDocument/2006/relationships/image" Target="../media/image4.svg"/><Relationship Id="rId4" Type="http://schemas.openxmlformats.org/officeDocument/2006/relationships/image" Target="../media/image3.png"/></Relationships>
</file>

<file path=ppt/slides/_rels/slide71.xml.rels><?xml version="1.0" encoding="UTF-8" standalone="yes"?>
<Relationships xmlns="http://schemas.openxmlformats.org/package/2006/relationships"><Relationship Id="rId3" Type="http://schemas.openxmlformats.org/officeDocument/2006/relationships/image" Target="../media/image3.png"/><Relationship Id="rId2" Type="http://schemas.openxmlformats.org/officeDocument/2006/relationships/slideLayout" Target="../slideLayouts/slideLayout3.xml"/><Relationship Id="rId1" Type="http://schemas.openxmlformats.org/officeDocument/2006/relationships/tags" Target="../tags/tag66.xml"/><Relationship Id="rId4" Type="http://schemas.openxmlformats.org/officeDocument/2006/relationships/image" Target="../media/image4.svg"/></Relationships>
</file>

<file path=ppt/slides/_rels/slide72.xml.rels><?xml version="1.0" encoding="UTF-8" standalone="yes"?>
<Relationships xmlns="http://schemas.openxmlformats.org/package/2006/relationships"><Relationship Id="rId3" Type="http://schemas.openxmlformats.org/officeDocument/2006/relationships/image" Target="../media/image3.png"/><Relationship Id="rId2" Type="http://schemas.openxmlformats.org/officeDocument/2006/relationships/slideLayout" Target="../slideLayouts/slideLayout3.xml"/><Relationship Id="rId1" Type="http://schemas.openxmlformats.org/officeDocument/2006/relationships/tags" Target="../tags/tag67.xml"/><Relationship Id="rId4" Type="http://schemas.openxmlformats.org/officeDocument/2006/relationships/image" Target="../media/image4.svg"/></Relationships>
</file>

<file path=ppt/slides/_rels/slide73.xml.rels><?xml version="1.0" encoding="UTF-8" standalone="yes"?>
<Relationships xmlns="http://schemas.openxmlformats.org/package/2006/relationships"><Relationship Id="rId3" Type="http://schemas.openxmlformats.org/officeDocument/2006/relationships/image" Target="../media/image3.png"/><Relationship Id="rId2" Type="http://schemas.openxmlformats.org/officeDocument/2006/relationships/slideLayout" Target="../slideLayouts/slideLayout3.xml"/><Relationship Id="rId1" Type="http://schemas.openxmlformats.org/officeDocument/2006/relationships/tags" Target="../tags/tag68.xml"/><Relationship Id="rId4" Type="http://schemas.openxmlformats.org/officeDocument/2006/relationships/image" Target="../media/image4.svg"/></Relationships>
</file>

<file path=ppt/slides/_rels/slide74.xml.rels><?xml version="1.0" encoding="UTF-8" standalone="yes"?>
<Relationships xmlns="http://schemas.openxmlformats.org/package/2006/relationships"><Relationship Id="rId3" Type="http://schemas.openxmlformats.org/officeDocument/2006/relationships/image" Target="../media/image3.png"/><Relationship Id="rId2" Type="http://schemas.openxmlformats.org/officeDocument/2006/relationships/slideLayout" Target="../slideLayouts/slideLayout3.xml"/><Relationship Id="rId1" Type="http://schemas.openxmlformats.org/officeDocument/2006/relationships/tags" Target="../tags/tag69.xml"/><Relationship Id="rId4" Type="http://schemas.openxmlformats.org/officeDocument/2006/relationships/image" Target="../media/image4.svg"/></Relationships>
</file>

<file path=ppt/slides/_rels/slide75.xml.rels><?xml version="1.0" encoding="UTF-8" standalone="yes"?>
<Relationships xmlns="http://schemas.openxmlformats.org/package/2006/relationships"><Relationship Id="rId3" Type="http://schemas.openxmlformats.org/officeDocument/2006/relationships/image" Target="../media/image3.png"/><Relationship Id="rId2" Type="http://schemas.openxmlformats.org/officeDocument/2006/relationships/slideLayout" Target="../slideLayouts/slideLayout3.xml"/><Relationship Id="rId1" Type="http://schemas.openxmlformats.org/officeDocument/2006/relationships/tags" Target="../tags/tag70.xml"/><Relationship Id="rId4" Type="http://schemas.openxmlformats.org/officeDocument/2006/relationships/image" Target="../media/image4.svg"/></Relationships>
</file>

<file path=ppt/slides/_rels/slide76.xml.rels><?xml version="1.0" encoding="UTF-8" standalone="yes"?>
<Relationships xmlns="http://schemas.openxmlformats.org/package/2006/relationships"><Relationship Id="rId3" Type="http://schemas.openxmlformats.org/officeDocument/2006/relationships/image" Target="../media/image3.png"/><Relationship Id="rId2" Type="http://schemas.openxmlformats.org/officeDocument/2006/relationships/slideLayout" Target="../slideLayouts/slideLayout3.xml"/><Relationship Id="rId1" Type="http://schemas.openxmlformats.org/officeDocument/2006/relationships/tags" Target="../tags/tag71.xml"/><Relationship Id="rId4" Type="http://schemas.openxmlformats.org/officeDocument/2006/relationships/image" Target="../media/image4.svg"/></Relationships>
</file>

<file path=ppt/slides/_rels/slide77.xml.rels><?xml version="1.0" encoding="UTF-8" standalone="yes"?>
<Relationships xmlns="http://schemas.openxmlformats.org/package/2006/relationships"><Relationship Id="rId2" Type="http://schemas.openxmlformats.org/officeDocument/2006/relationships/slideLayout" Target="../slideLayouts/slideLayout3.xml"/><Relationship Id="rId1" Type="http://schemas.openxmlformats.org/officeDocument/2006/relationships/tags" Target="../tags/tag72.xml"/></Relationships>
</file>

<file path=ppt/slides/_rels/slide78.xml.rels><?xml version="1.0" encoding="UTF-8" standalone="yes"?>
<Relationships xmlns="http://schemas.openxmlformats.org/package/2006/relationships"><Relationship Id="rId3" Type="http://schemas.openxmlformats.org/officeDocument/2006/relationships/image" Target="../media/image11.jpeg"/><Relationship Id="rId2" Type="http://schemas.openxmlformats.org/officeDocument/2006/relationships/slideLayout" Target="../slideLayouts/slideLayout3.xml"/><Relationship Id="rId1" Type="http://schemas.openxmlformats.org/officeDocument/2006/relationships/tags" Target="../tags/tag73.xml"/><Relationship Id="rId4" Type="http://schemas.openxmlformats.org/officeDocument/2006/relationships/image" Target="../media/image12.png"/></Relationships>
</file>

<file path=ppt/slides/_rels/slide79.xml.rels><?xml version="1.0" encoding="UTF-8" standalone="yes"?>
<Relationships xmlns="http://schemas.openxmlformats.org/package/2006/relationships"><Relationship Id="rId2" Type="http://schemas.openxmlformats.org/officeDocument/2006/relationships/slideLayout" Target="../slideLayouts/slideLayout3.xml"/><Relationship Id="rId1" Type="http://schemas.openxmlformats.org/officeDocument/2006/relationships/tags" Target="../tags/tag74.xml"/></Relationships>
</file>

<file path=ppt/slides/_rels/slide80.xml.rels><?xml version="1.0" encoding="UTF-8" standalone="yes"?>
<Relationships xmlns="http://schemas.openxmlformats.org/package/2006/relationships"><Relationship Id="rId2" Type="http://schemas.openxmlformats.org/officeDocument/2006/relationships/slideLayout" Target="../slideLayouts/slideLayout3.xml"/><Relationship Id="rId1" Type="http://schemas.openxmlformats.org/officeDocument/2006/relationships/tags" Target="../tags/tag75.xml"/></Relationships>
</file>

<file path=ppt/slides/_rels/slide81.xml.rels><?xml version="1.0" encoding="UTF-8" standalone="yes"?>
<Relationships xmlns="http://schemas.openxmlformats.org/package/2006/relationships"><Relationship Id="rId2" Type="http://schemas.openxmlformats.org/officeDocument/2006/relationships/slideLayout" Target="../slideLayouts/slideLayout3.xml"/><Relationship Id="rId1" Type="http://schemas.openxmlformats.org/officeDocument/2006/relationships/tags" Target="../tags/tag76.xml"/></Relationships>
</file>

<file path=ppt/slides/_rels/slide82.xml.rels><?xml version="1.0" encoding="UTF-8" standalone="yes"?>
<Relationships xmlns="http://schemas.openxmlformats.org/package/2006/relationships"><Relationship Id="rId2" Type="http://schemas.openxmlformats.org/officeDocument/2006/relationships/slideLayout" Target="../slideLayouts/slideLayout3.xml"/><Relationship Id="rId1" Type="http://schemas.openxmlformats.org/officeDocument/2006/relationships/tags" Target="../tags/tag77.xml"/></Relationships>
</file>

<file path=ppt/slides/_rels/slide83.xml.rels><?xml version="1.0" encoding="UTF-8" standalone="yes"?>
<Relationships xmlns="http://schemas.openxmlformats.org/package/2006/relationships"><Relationship Id="rId3" Type="http://schemas.openxmlformats.org/officeDocument/2006/relationships/image" Target="../media/image91.png"/><Relationship Id="rId7" Type="http://schemas.openxmlformats.org/officeDocument/2006/relationships/image" Target="../media/image13.png"/><Relationship Id="rId2" Type="http://schemas.openxmlformats.org/officeDocument/2006/relationships/slideLayout" Target="../slideLayouts/slideLayout3.xml"/><Relationship Id="rId1" Type="http://schemas.openxmlformats.org/officeDocument/2006/relationships/tags" Target="../tags/tag78.xml"/><Relationship Id="rId6" Type="http://schemas.openxmlformats.org/officeDocument/2006/relationships/image" Target="../media/image120.png"/><Relationship Id="rId5" Type="http://schemas.openxmlformats.org/officeDocument/2006/relationships/image" Target="../media/image11.png"/><Relationship Id="rId4" Type="http://schemas.openxmlformats.org/officeDocument/2006/relationships/image" Target="../media/image100.png"/></Relationships>
</file>

<file path=ppt/slides/_rels/slide84.xml.rels><?xml version="1.0" encoding="UTF-8" standalone="yes"?>
<Relationships xmlns="http://schemas.openxmlformats.org/package/2006/relationships"><Relationship Id="rId3" Type="http://schemas.openxmlformats.org/officeDocument/2006/relationships/image" Target="../media/image14.png"/><Relationship Id="rId2" Type="http://schemas.openxmlformats.org/officeDocument/2006/relationships/slideLayout" Target="../slideLayouts/slideLayout3.xml"/><Relationship Id="rId1" Type="http://schemas.openxmlformats.org/officeDocument/2006/relationships/tags" Target="../tags/tag79.xml"/></Relationships>
</file>

<file path=ppt/slides/_rels/slide85.xml.rels><?xml version="1.0" encoding="UTF-8" standalone="yes"?>
<Relationships xmlns="http://schemas.openxmlformats.org/package/2006/relationships"><Relationship Id="rId3" Type="http://schemas.openxmlformats.org/officeDocument/2006/relationships/image" Target="../media/image14.png"/><Relationship Id="rId2" Type="http://schemas.openxmlformats.org/officeDocument/2006/relationships/slideLayout" Target="../slideLayouts/slideLayout3.xml"/><Relationship Id="rId1" Type="http://schemas.openxmlformats.org/officeDocument/2006/relationships/tags" Target="../tags/tag80.xml"/><Relationship Id="rId4" Type="http://schemas.openxmlformats.org/officeDocument/2006/relationships/image" Target="../media/image15.png"/></Relationships>
</file>

<file path=ppt/slides/_rels/slide86.xml.rels><?xml version="1.0" encoding="UTF-8" standalone="yes"?>
<Relationships xmlns="http://schemas.openxmlformats.org/package/2006/relationships"><Relationship Id="rId3" Type="http://schemas.openxmlformats.org/officeDocument/2006/relationships/image" Target="../media/image14.png"/><Relationship Id="rId2" Type="http://schemas.openxmlformats.org/officeDocument/2006/relationships/slideLayout" Target="../slideLayouts/slideLayout3.xml"/><Relationship Id="rId1" Type="http://schemas.openxmlformats.org/officeDocument/2006/relationships/tags" Target="../tags/tag81.xml"/></Relationships>
</file>

<file path=ppt/slides/_rels/slide87.xml.rels><?xml version="1.0" encoding="UTF-8" standalone="yes"?>
<Relationships xmlns="http://schemas.openxmlformats.org/package/2006/relationships"><Relationship Id="rId3" Type="http://schemas.openxmlformats.org/officeDocument/2006/relationships/image" Target="../media/image14.png"/><Relationship Id="rId2" Type="http://schemas.openxmlformats.org/officeDocument/2006/relationships/slideLayout" Target="../slideLayouts/slideLayout3.xml"/><Relationship Id="rId1" Type="http://schemas.openxmlformats.org/officeDocument/2006/relationships/tags" Target="../tags/tag82.xml"/></Relationships>
</file>

<file path=ppt/slides/_rels/slide88.xml.rels><?xml version="1.0" encoding="UTF-8" standalone="yes"?>
<Relationships xmlns="http://schemas.openxmlformats.org/package/2006/relationships"><Relationship Id="rId3" Type="http://schemas.openxmlformats.org/officeDocument/2006/relationships/image" Target="../media/image14.png"/><Relationship Id="rId2" Type="http://schemas.openxmlformats.org/officeDocument/2006/relationships/slideLayout" Target="../slideLayouts/slideLayout3.xml"/><Relationship Id="rId1" Type="http://schemas.openxmlformats.org/officeDocument/2006/relationships/tags" Target="../tags/tag83.xml"/></Relationships>
</file>

<file path=ppt/slides/_rels/slide89.xml.rels><?xml version="1.0" encoding="UTF-8" standalone="yes"?>
<Relationships xmlns="http://schemas.openxmlformats.org/package/2006/relationships"><Relationship Id="rId3" Type="http://schemas.openxmlformats.org/officeDocument/2006/relationships/image" Target="../media/image14.png"/><Relationship Id="rId2" Type="http://schemas.openxmlformats.org/officeDocument/2006/relationships/slideLayout" Target="../slideLayouts/slideLayout3.xml"/><Relationship Id="rId1" Type="http://schemas.openxmlformats.org/officeDocument/2006/relationships/tags" Target="../tags/tag84.xml"/></Relationships>
</file>

<file path=ppt/slides/_rels/slide90.xml.rels><?xml version="1.0" encoding="UTF-8" standalone="yes"?>
<Relationships xmlns="http://schemas.openxmlformats.org/package/2006/relationships"><Relationship Id="rId3" Type="http://schemas.openxmlformats.org/officeDocument/2006/relationships/image" Target="../media/image14.png"/><Relationship Id="rId2" Type="http://schemas.openxmlformats.org/officeDocument/2006/relationships/slideLayout" Target="../slideLayouts/slideLayout3.xml"/><Relationship Id="rId1" Type="http://schemas.openxmlformats.org/officeDocument/2006/relationships/tags" Target="../tags/tag85.xml"/></Relationships>
</file>

<file path=ppt/slides/_rels/slide91.xml.rels><?xml version="1.0" encoding="UTF-8" standalone="yes"?>
<Relationships xmlns="http://schemas.openxmlformats.org/package/2006/relationships"><Relationship Id="rId3" Type="http://schemas.openxmlformats.org/officeDocument/2006/relationships/image" Target="../media/image14.png"/><Relationship Id="rId2" Type="http://schemas.openxmlformats.org/officeDocument/2006/relationships/slideLayout" Target="../slideLayouts/slideLayout3.xml"/><Relationship Id="rId1" Type="http://schemas.openxmlformats.org/officeDocument/2006/relationships/tags" Target="../tags/tag86.xml"/></Relationships>
</file>

<file path=ppt/slides/_rels/slide92.xml.rels><?xml version="1.0" encoding="UTF-8" standalone="yes"?>
<Relationships xmlns="http://schemas.openxmlformats.org/package/2006/relationships"><Relationship Id="rId3" Type="http://schemas.openxmlformats.org/officeDocument/2006/relationships/image" Target="../media/image14.png"/><Relationship Id="rId2" Type="http://schemas.openxmlformats.org/officeDocument/2006/relationships/slideLayout" Target="../slideLayouts/slideLayout3.xml"/><Relationship Id="rId1" Type="http://schemas.openxmlformats.org/officeDocument/2006/relationships/tags" Target="../tags/tag87.xml"/></Relationships>
</file>

<file path=ppt/slides/_rels/slide93.xml.rels><?xml version="1.0" encoding="UTF-8" standalone="yes"?>
<Relationships xmlns="http://schemas.openxmlformats.org/package/2006/relationships"><Relationship Id="rId3" Type="http://schemas.openxmlformats.org/officeDocument/2006/relationships/image" Target="../media/image14.png"/><Relationship Id="rId2" Type="http://schemas.openxmlformats.org/officeDocument/2006/relationships/slideLayout" Target="../slideLayouts/slideLayout3.xml"/><Relationship Id="rId1" Type="http://schemas.openxmlformats.org/officeDocument/2006/relationships/tags" Target="../tags/tag88.xml"/></Relationships>
</file>

<file path=ppt/slides/_rels/slide94.xml.rels><?xml version="1.0" encoding="UTF-8" standalone="yes"?>
<Relationships xmlns="http://schemas.openxmlformats.org/package/2006/relationships"><Relationship Id="rId3" Type="http://schemas.openxmlformats.org/officeDocument/2006/relationships/image" Target="../media/image16.png"/><Relationship Id="rId2" Type="http://schemas.openxmlformats.org/officeDocument/2006/relationships/slideLayout" Target="../slideLayouts/slideLayout3.xml"/><Relationship Id="rId1" Type="http://schemas.openxmlformats.org/officeDocument/2006/relationships/tags" Target="../tags/tag89.xml"/></Relationships>
</file>

<file path=ppt/slides/_rels/slide95.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96.xml.rels><?xml version="1.0" encoding="UTF-8" standalone="yes"?>
<Relationships xmlns="http://schemas.openxmlformats.org/package/2006/relationships"><Relationship Id="rId3" Type="http://schemas.openxmlformats.org/officeDocument/2006/relationships/image" Target="../media/image3.png"/><Relationship Id="rId2" Type="http://schemas.openxmlformats.org/officeDocument/2006/relationships/slideLayout" Target="../slideLayouts/slideLayout3.xml"/><Relationship Id="rId1" Type="http://schemas.openxmlformats.org/officeDocument/2006/relationships/tags" Target="../tags/tag90.xml"/><Relationship Id="rId4" Type="http://schemas.openxmlformats.org/officeDocument/2006/relationships/image" Target="../media/image4.svg"/></Relationships>
</file>

<file path=ppt/slides/_rels/slide97.xml.rels><?xml version="1.0" encoding="UTF-8" standalone="yes"?>
<Relationships xmlns="http://schemas.openxmlformats.org/package/2006/relationships"><Relationship Id="rId3" Type="http://schemas.openxmlformats.org/officeDocument/2006/relationships/image" Target="../media/image3.png"/><Relationship Id="rId2" Type="http://schemas.openxmlformats.org/officeDocument/2006/relationships/slideLayout" Target="../slideLayouts/slideLayout3.xml"/><Relationship Id="rId1" Type="http://schemas.openxmlformats.org/officeDocument/2006/relationships/tags" Target="../tags/tag91.xml"/><Relationship Id="rId4" Type="http://schemas.openxmlformats.org/officeDocument/2006/relationships/image" Target="../media/image4.svg"/></Relationships>
</file>

<file path=ppt/slides/_rels/slide98.xml.rels><?xml version="1.0" encoding="UTF-8" standalone="yes"?>
<Relationships xmlns="http://schemas.openxmlformats.org/package/2006/relationships"><Relationship Id="rId3" Type="http://schemas.openxmlformats.org/officeDocument/2006/relationships/image" Target="../media/image3.png"/><Relationship Id="rId2" Type="http://schemas.openxmlformats.org/officeDocument/2006/relationships/slideLayout" Target="../slideLayouts/slideLayout3.xml"/><Relationship Id="rId1" Type="http://schemas.openxmlformats.org/officeDocument/2006/relationships/tags" Target="../tags/tag92.xml"/><Relationship Id="rId4" Type="http://schemas.openxmlformats.org/officeDocument/2006/relationships/image" Target="../media/image4.svg"/></Relationships>
</file>

<file path=ppt/slides/_rels/slide99.xml.rels><?xml version="1.0" encoding="UTF-8" standalone="yes"?>
<Relationships xmlns="http://schemas.openxmlformats.org/package/2006/relationships"><Relationship Id="rId3" Type="http://schemas.openxmlformats.org/officeDocument/2006/relationships/image" Target="../media/image3.png"/><Relationship Id="rId2" Type="http://schemas.openxmlformats.org/officeDocument/2006/relationships/slideLayout" Target="../slideLayouts/slideLayout3.xml"/><Relationship Id="rId1" Type="http://schemas.openxmlformats.org/officeDocument/2006/relationships/tags" Target="../tags/tag93.xml"/><Relationship Id="rId4" Type="http://schemas.openxmlformats.org/officeDocument/2006/relationships/image" Target="../media/image4.svg"/></Relationships>
</file>

<file path=ppt/slides/_rels/slide100.xml.rels><?xml version="1.0" encoding="UTF-8" standalone="yes"?>
<Relationships xmlns="http://schemas.openxmlformats.org/package/2006/relationships"><Relationship Id="rId3" Type="http://schemas.openxmlformats.org/officeDocument/2006/relationships/image" Target="../media/image3.png"/><Relationship Id="rId2" Type="http://schemas.openxmlformats.org/officeDocument/2006/relationships/slideLayout" Target="../slideLayouts/slideLayout3.xml"/><Relationship Id="rId1" Type="http://schemas.openxmlformats.org/officeDocument/2006/relationships/tags" Target="../tags/tag94.xml"/><Relationship Id="rId4" Type="http://schemas.openxmlformats.org/officeDocument/2006/relationships/image" Target="../media/image4.svg"/></Relationships>
</file>

<file path=ppt/slides/_rels/slide101.xml.rels><?xml version="1.0" encoding="UTF-8" standalone="yes"?>
<Relationships xmlns="http://schemas.openxmlformats.org/package/2006/relationships"><Relationship Id="rId3" Type="http://schemas.openxmlformats.org/officeDocument/2006/relationships/image" Target="../media/image3.png"/><Relationship Id="rId2" Type="http://schemas.openxmlformats.org/officeDocument/2006/relationships/slideLayout" Target="../slideLayouts/slideLayout3.xml"/><Relationship Id="rId1" Type="http://schemas.openxmlformats.org/officeDocument/2006/relationships/tags" Target="../tags/tag95.xml"/><Relationship Id="rId4" Type="http://schemas.openxmlformats.org/officeDocument/2006/relationships/image" Target="../media/image4.svg"/></Relationships>
</file>

<file path=ppt/slides/_rels/slide102.xml.rels><?xml version="1.0" encoding="UTF-8" standalone="yes"?>
<Relationships xmlns="http://schemas.openxmlformats.org/package/2006/relationships"><Relationship Id="rId3" Type="http://schemas.openxmlformats.org/officeDocument/2006/relationships/image" Target="../media/image3.png"/><Relationship Id="rId2" Type="http://schemas.openxmlformats.org/officeDocument/2006/relationships/slideLayout" Target="../slideLayouts/slideLayout3.xml"/><Relationship Id="rId1" Type="http://schemas.openxmlformats.org/officeDocument/2006/relationships/tags" Target="../tags/tag96.xml"/><Relationship Id="rId4" Type="http://schemas.openxmlformats.org/officeDocument/2006/relationships/image" Target="../media/image4.svg"/></Relationships>
</file>

<file path=ppt/slides/_rels/slide103.xml.rels><?xml version="1.0" encoding="UTF-8" standalone="yes"?>
<Relationships xmlns="http://schemas.openxmlformats.org/package/2006/relationships"><Relationship Id="rId8" Type="http://schemas.openxmlformats.org/officeDocument/2006/relationships/image" Target="../media/image20.png"/><Relationship Id="rId13" Type="http://schemas.openxmlformats.org/officeDocument/2006/relationships/image" Target="../media/image25.svg"/><Relationship Id="rId18" Type="http://schemas.openxmlformats.org/officeDocument/2006/relationships/image" Target="../media/image30.png"/><Relationship Id="rId3" Type="http://schemas.openxmlformats.org/officeDocument/2006/relationships/image" Target="../media/image17.png"/><Relationship Id="rId7" Type="http://schemas.openxmlformats.org/officeDocument/2006/relationships/image" Target="../media/image19.svg"/><Relationship Id="rId12" Type="http://schemas.openxmlformats.org/officeDocument/2006/relationships/image" Target="../media/image24.png"/><Relationship Id="rId17" Type="http://schemas.openxmlformats.org/officeDocument/2006/relationships/image" Target="../media/image29.svg"/><Relationship Id="rId2" Type="http://schemas.openxmlformats.org/officeDocument/2006/relationships/slideLayout" Target="../slideLayouts/slideLayout3.xml"/><Relationship Id="rId16" Type="http://schemas.openxmlformats.org/officeDocument/2006/relationships/image" Target="../media/image28.png"/><Relationship Id="rId1" Type="http://schemas.openxmlformats.org/officeDocument/2006/relationships/tags" Target="../tags/tag97.xml"/><Relationship Id="rId6" Type="http://schemas.openxmlformats.org/officeDocument/2006/relationships/image" Target="../media/image18.png"/><Relationship Id="rId11" Type="http://schemas.openxmlformats.org/officeDocument/2006/relationships/image" Target="../media/image23.svg"/><Relationship Id="rId5" Type="http://schemas.openxmlformats.org/officeDocument/2006/relationships/image" Target="../media/image4.svg"/><Relationship Id="rId15" Type="http://schemas.openxmlformats.org/officeDocument/2006/relationships/image" Target="../media/image27.svg"/><Relationship Id="rId10" Type="http://schemas.openxmlformats.org/officeDocument/2006/relationships/image" Target="../media/image22.png"/><Relationship Id="rId19" Type="http://schemas.openxmlformats.org/officeDocument/2006/relationships/image" Target="../media/image31.svg"/><Relationship Id="rId4" Type="http://schemas.openxmlformats.org/officeDocument/2006/relationships/image" Target="../media/image3.png"/><Relationship Id="rId9" Type="http://schemas.openxmlformats.org/officeDocument/2006/relationships/image" Target="../media/image21.svg"/><Relationship Id="rId14" Type="http://schemas.openxmlformats.org/officeDocument/2006/relationships/image" Target="../media/image26.png"/></Relationships>
</file>

<file path=ppt/slides/_rels/slide104.xml.rels><?xml version="1.0" encoding="UTF-8" standalone="yes"?>
<Relationships xmlns="http://schemas.openxmlformats.org/package/2006/relationships"><Relationship Id="rId2" Type="http://schemas.openxmlformats.org/officeDocument/2006/relationships/slideLayout" Target="../slideLayouts/slideLayout3.xml"/><Relationship Id="rId1" Type="http://schemas.openxmlformats.org/officeDocument/2006/relationships/tags" Target="../tags/tag98.xml"/></Relationships>
</file>

<file path=ppt/slides/_rels/slide105.xml.rels><?xml version="1.0" encoding="UTF-8" standalone="yes"?>
<Relationships xmlns="http://schemas.openxmlformats.org/package/2006/relationships"><Relationship Id="rId8" Type="http://schemas.openxmlformats.org/officeDocument/2006/relationships/image" Target="../media/image8.svg"/><Relationship Id="rId13" Type="http://schemas.openxmlformats.org/officeDocument/2006/relationships/image" Target="../media/image5.png"/><Relationship Id="rId3" Type="http://schemas.openxmlformats.org/officeDocument/2006/relationships/image" Target="../media/image28.png"/><Relationship Id="rId7" Type="http://schemas.openxmlformats.org/officeDocument/2006/relationships/image" Target="../media/image7.png"/><Relationship Id="rId12" Type="http://schemas.openxmlformats.org/officeDocument/2006/relationships/image" Target="../media/image35.svg"/><Relationship Id="rId2" Type="http://schemas.openxmlformats.org/officeDocument/2006/relationships/slideLayout" Target="../slideLayouts/slideLayout3.xml"/><Relationship Id="rId1" Type="http://schemas.openxmlformats.org/officeDocument/2006/relationships/tags" Target="../tags/tag99.xml"/><Relationship Id="rId6" Type="http://schemas.openxmlformats.org/officeDocument/2006/relationships/image" Target="../media/image4.svg"/><Relationship Id="rId11" Type="http://schemas.openxmlformats.org/officeDocument/2006/relationships/image" Target="../media/image34.png"/><Relationship Id="rId5" Type="http://schemas.openxmlformats.org/officeDocument/2006/relationships/image" Target="../media/image3.png"/><Relationship Id="rId10" Type="http://schemas.openxmlformats.org/officeDocument/2006/relationships/image" Target="../media/image33.svg"/><Relationship Id="rId4" Type="http://schemas.openxmlformats.org/officeDocument/2006/relationships/image" Target="../media/image29.svg"/><Relationship Id="rId9" Type="http://schemas.openxmlformats.org/officeDocument/2006/relationships/image" Target="../media/image32.png"/><Relationship Id="rId14" Type="http://schemas.openxmlformats.org/officeDocument/2006/relationships/image" Target="../media/image6.svg"/></Relationships>
</file>

<file path=ppt/slides/_rels/slide106.xml.rels><?xml version="1.0" encoding="UTF-8" standalone="yes"?>
<Relationships xmlns="http://schemas.openxmlformats.org/package/2006/relationships"><Relationship Id="rId8" Type="http://schemas.openxmlformats.org/officeDocument/2006/relationships/image" Target="../media/image8.svg"/><Relationship Id="rId13" Type="http://schemas.openxmlformats.org/officeDocument/2006/relationships/image" Target="../media/image5.png"/><Relationship Id="rId3" Type="http://schemas.openxmlformats.org/officeDocument/2006/relationships/image" Target="../media/image28.png"/><Relationship Id="rId7" Type="http://schemas.openxmlformats.org/officeDocument/2006/relationships/image" Target="../media/image7.png"/><Relationship Id="rId12" Type="http://schemas.openxmlformats.org/officeDocument/2006/relationships/image" Target="../media/image35.svg"/><Relationship Id="rId2" Type="http://schemas.openxmlformats.org/officeDocument/2006/relationships/slideLayout" Target="../slideLayouts/slideLayout3.xml"/><Relationship Id="rId1" Type="http://schemas.openxmlformats.org/officeDocument/2006/relationships/tags" Target="../tags/tag100.xml"/><Relationship Id="rId6" Type="http://schemas.openxmlformats.org/officeDocument/2006/relationships/image" Target="../media/image4.svg"/><Relationship Id="rId11" Type="http://schemas.openxmlformats.org/officeDocument/2006/relationships/image" Target="../media/image34.png"/><Relationship Id="rId5" Type="http://schemas.openxmlformats.org/officeDocument/2006/relationships/image" Target="../media/image3.png"/><Relationship Id="rId10" Type="http://schemas.openxmlformats.org/officeDocument/2006/relationships/image" Target="../media/image33.svg"/><Relationship Id="rId4" Type="http://schemas.openxmlformats.org/officeDocument/2006/relationships/image" Target="../media/image29.svg"/><Relationship Id="rId9" Type="http://schemas.openxmlformats.org/officeDocument/2006/relationships/image" Target="../media/image32.png"/><Relationship Id="rId14" Type="http://schemas.openxmlformats.org/officeDocument/2006/relationships/image" Target="../media/image6.svg"/></Relationships>
</file>

<file path=ppt/slides/_rels/slide107.xml.rels><?xml version="1.0" encoding="UTF-8" standalone="yes"?>
<Relationships xmlns="http://schemas.openxmlformats.org/package/2006/relationships"><Relationship Id="rId8" Type="http://schemas.openxmlformats.org/officeDocument/2006/relationships/image" Target="../media/image8.svg"/><Relationship Id="rId13" Type="http://schemas.openxmlformats.org/officeDocument/2006/relationships/image" Target="../media/image5.png"/><Relationship Id="rId3" Type="http://schemas.openxmlformats.org/officeDocument/2006/relationships/image" Target="../media/image28.png"/><Relationship Id="rId7" Type="http://schemas.openxmlformats.org/officeDocument/2006/relationships/image" Target="../media/image7.png"/><Relationship Id="rId12" Type="http://schemas.openxmlformats.org/officeDocument/2006/relationships/image" Target="../media/image35.svg"/><Relationship Id="rId2" Type="http://schemas.openxmlformats.org/officeDocument/2006/relationships/slideLayout" Target="../slideLayouts/slideLayout3.xml"/><Relationship Id="rId1" Type="http://schemas.openxmlformats.org/officeDocument/2006/relationships/tags" Target="../tags/tag101.xml"/><Relationship Id="rId6" Type="http://schemas.openxmlformats.org/officeDocument/2006/relationships/image" Target="../media/image4.svg"/><Relationship Id="rId11" Type="http://schemas.openxmlformats.org/officeDocument/2006/relationships/image" Target="../media/image34.png"/><Relationship Id="rId5" Type="http://schemas.openxmlformats.org/officeDocument/2006/relationships/image" Target="../media/image3.png"/><Relationship Id="rId10" Type="http://schemas.openxmlformats.org/officeDocument/2006/relationships/image" Target="../media/image33.svg"/><Relationship Id="rId4" Type="http://schemas.openxmlformats.org/officeDocument/2006/relationships/image" Target="../media/image29.svg"/><Relationship Id="rId9" Type="http://schemas.openxmlformats.org/officeDocument/2006/relationships/image" Target="../media/image32.png"/><Relationship Id="rId14" Type="http://schemas.openxmlformats.org/officeDocument/2006/relationships/image" Target="../media/image6.svg"/></Relationships>
</file>

<file path=ppt/slides/_rels/slide108.xml.rels><?xml version="1.0" encoding="UTF-8" standalone="yes"?>
<Relationships xmlns="http://schemas.openxmlformats.org/package/2006/relationships"><Relationship Id="rId8" Type="http://schemas.openxmlformats.org/officeDocument/2006/relationships/image" Target="../media/image8.svg"/><Relationship Id="rId13" Type="http://schemas.openxmlformats.org/officeDocument/2006/relationships/image" Target="../media/image5.png"/><Relationship Id="rId3" Type="http://schemas.openxmlformats.org/officeDocument/2006/relationships/image" Target="../media/image28.png"/><Relationship Id="rId7" Type="http://schemas.openxmlformats.org/officeDocument/2006/relationships/image" Target="../media/image7.png"/><Relationship Id="rId12" Type="http://schemas.openxmlformats.org/officeDocument/2006/relationships/image" Target="../media/image35.svg"/><Relationship Id="rId2" Type="http://schemas.openxmlformats.org/officeDocument/2006/relationships/slideLayout" Target="../slideLayouts/slideLayout3.xml"/><Relationship Id="rId1" Type="http://schemas.openxmlformats.org/officeDocument/2006/relationships/tags" Target="../tags/tag102.xml"/><Relationship Id="rId6" Type="http://schemas.openxmlformats.org/officeDocument/2006/relationships/image" Target="../media/image4.svg"/><Relationship Id="rId11" Type="http://schemas.openxmlformats.org/officeDocument/2006/relationships/image" Target="../media/image34.png"/><Relationship Id="rId5" Type="http://schemas.openxmlformats.org/officeDocument/2006/relationships/image" Target="../media/image3.png"/><Relationship Id="rId10" Type="http://schemas.openxmlformats.org/officeDocument/2006/relationships/image" Target="../media/image33.svg"/><Relationship Id="rId4" Type="http://schemas.openxmlformats.org/officeDocument/2006/relationships/image" Target="../media/image29.svg"/><Relationship Id="rId9" Type="http://schemas.openxmlformats.org/officeDocument/2006/relationships/image" Target="../media/image32.png"/><Relationship Id="rId14" Type="http://schemas.openxmlformats.org/officeDocument/2006/relationships/image" Target="../media/image6.svg"/></Relationships>
</file>

<file path=ppt/slides/_rels/slide109.xml.rels><?xml version="1.0" encoding="UTF-8" standalone="yes"?>
<Relationships xmlns="http://schemas.openxmlformats.org/package/2006/relationships"><Relationship Id="rId8" Type="http://schemas.openxmlformats.org/officeDocument/2006/relationships/image" Target="../media/image8.svg"/><Relationship Id="rId13" Type="http://schemas.openxmlformats.org/officeDocument/2006/relationships/image" Target="../media/image5.png"/><Relationship Id="rId3" Type="http://schemas.openxmlformats.org/officeDocument/2006/relationships/image" Target="../media/image28.png"/><Relationship Id="rId7" Type="http://schemas.openxmlformats.org/officeDocument/2006/relationships/image" Target="../media/image7.png"/><Relationship Id="rId12" Type="http://schemas.openxmlformats.org/officeDocument/2006/relationships/image" Target="../media/image35.svg"/><Relationship Id="rId2" Type="http://schemas.openxmlformats.org/officeDocument/2006/relationships/slideLayout" Target="../slideLayouts/slideLayout3.xml"/><Relationship Id="rId1" Type="http://schemas.openxmlformats.org/officeDocument/2006/relationships/tags" Target="../tags/tag103.xml"/><Relationship Id="rId6" Type="http://schemas.openxmlformats.org/officeDocument/2006/relationships/image" Target="../media/image4.svg"/><Relationship Id="rId11" Type="http://schemas.openxmlformats.org/officeDocument/2006/relationships/image" Target="../media/image34.png"/><Relationship Id="rId5" Type="http://schemas.openxmlformats.org/officeDocument/2006/relationships/image" Target="../media/image3.png"/><Relationship Id="rId10" Type="http://schemas.openxmlformats.org/officeDocument/2006/relationships/image" Target="../media/image33.svg"/><Relationship Id="rId4" Type="http://schemas.openxmlformats.org/officeDocument/2006/relationships/image" Target="../media/image29.svg"/><Relationship Id="rId9" Type="http://schemas.openxmlformats.org/officeDocument/2006/relationships/image" Target="../media/image32.png"/><Relationship Id="rId14" Type="http://schemas.openxmlformats.org/officeDocument/2006/relationships/image" Target="../media/image6.svg"/></Relationships>
</file>

<file path=ppt/slides/_rels/slide110.xml.rels><?xml version="1.0" encoding="UTF-8" standalone="yes"?>
<Relationships xmlns="http://schemas.openxmlformats.org/package/2006/relationships"><Relationship Id="rId8" Type="http://schemas.openxmlformats.org/officeDocument/2006/relationships/image" Target="../media/image8.svg"/><Relationship Id="rId13" Type="http://schemas.openxmlformats.org/officeDocument/2006/relationships/image" Target="../media/image5.png"/><Relationship Id="rId3" Type="http://schemas.openxmlformats.org/officeDocument/2006/relationships/image" Target="../media/image28.png"/><Relationship Id="rId7" Type="http://schemas.openxmlformats.org/officeDocument/2006/relationships/image" Target="../media/image7.png"/><Relationship Id="rId12" Type="http://schemas.openxmlformats.org/officeDocument/2006/relationships/image" Target="../media/image35.svg"/><Relationship Id="rId2" Type="http://schemas.openxmlformats.org/officeDocument/2006/relationships/slideLayout" Target="../slideLayouts/slideLayout3.xml"/><Relationship Id="rId1" Type="http://schemas.openxmlformats.org/officeDocument/2006/relationships/tags" Target="../tags/tag104.xml"/><Relationship Id="rId6" Type="http://schemas.openxmlformats.org/officeDocument/2006/relationships/image" Target="../media/image4.svg"/><Relationship Id="rId11" Type="http://schemas.openxmlformats.org/officeDocument/2006/relationships/image" Target="../media/image34.png"/><Relationship Id="rId5" Type="http://schemas.openxmlformats.org/officeDocument/2006/relationships/image" Target="../media/image3.png"/><Relationship Id="rId10" Type="http://schemas.openxmlformats.org/officeDocument/2006/relationships/image" Target="../media/image33.svg"/><Relationship Id="rId4" Type="http://schemas.openxmlformats.org/officeDocument/2006/relationships/image" Target="../media/image29.svg"/><Relationship Id="rId9" Type="http://schemas.openxmlformats.org/officeDocument/2006/relationships/image" Target="../media/image32.png"/><Relationship Id="rId14" Type="http://schemas.openxmlformats.org/officeDocument/2006/relationships/image" Target="../media/image6.svg"/></Relationships>
</file>

<file path=ppt/slides/_rels/slide111.xml.rels><?xml version="1.0" encoding="UTF-8" standalone="yes"?>
<Relationships xmlns="http://schemas.openxmlformats.org/package/2006/relationships"><Relationship Id="rId8" Type="http://schemas.openxmlformats.org/officeDocument/2006/relationships/image" Target="../media/image8.svg"/><Relationship Id="rId13" Type="http://schemas.openxmlformats.org/officeDocument/2006/relationships/image" Target="../media/image5.png"/><Relationship Id="rId3" Type="http://schemas.openxmlformats.org/officeDocument/2006/relationships/image" Target="../media/image28.png"/><Relationship Id="rId7" Type="http://schemas.openxmlformats.org/officeDocument/2006/relationships/image" Target="../media/image7.png"/><Relationship Id="rId12" Type="http://schemas.openxmlformats.org/officeDocument/2006/relationships/image" Target="../media/image35.svg"/><Relationship Id="rId2" Type="http://schemas.openxmlformats.org/officeDocument/2006/relationships/slideLayout" Target="../slideLayouts/slideLayout3.xml"/><Relationship Id="rId1" Type="http://schemas.openxmlformats.org/officeDocument/2006/relationships/tags" Target="../tags/tag105.xml"/><Relationship Id="rId6" Type="http://schemas.openxmlformats.org/officeDocument/2006/relationships/image" Target="../media/image4.svg"/><Relationship Id="rId11" Type="http://schemas.openxmlformats.org/officeDocument/2006/relationships/image" Target="../media/image34.png"/><Relationship Id="rId5" Type="http://schemas.openxmlformats.org/officeDocument/2006/relationships/image" Target="../media/image3.png"/><Relationship Id="rId10" Type="http://schemas.openxmlformats.org/officeDocument/2006/relationships/image" Target="../media/image33.svg"/><Relationship Id="rId4" Type="http://schemas.openxmlformats.org/officeDocument/2006/relationships/image" Target="../media/image29.svg"/><Relationship Id="rId9" Type="http://schemas.openxmlformats.org/officeDocument/2006/relationships/image" Target="../media/image32.png"/><Relationship Id="rId14" Type="http://schemas.openxmlformats.org/officeDocument/2006/relationships/image" Target="../media/image6.svg"/></Relationships>
</file>

<file path=ppt/slides/_rels/slide112.xml.rels><?xml version="1.0" encoding="UTF-8" standalone="yes"?>
<Relationships xmlns="http://schemas.openxmlformats.org/package/2006/relationships"><Relationship Id="rId8" Type="http://schemas.openxmlformats.org/officeDocument/2006/relationships/image" Target="../media/image8.svg"/><Relationship Id="rId13" Type="http://schemas.openxmlformats.org/officeDocument/2006/relationships/image" Target="../media/image5.png"/><Relationship Id="rId3" Type="http://schemas.openxmlformats.org/officeDocument/2006/relationships/image" Target="../media/image28.png"/><Relationship Id="rId7" Type="http://schemas.openxmlformats.org/officeDocument/2006/relationships/image" Target="../media/image7.png"/><Relationship Id="rId12" Type="http://schemas.openxmlformats.org/officeDocument/2006/relationships/image" Target="../media/image35.svg"/><Relationship Id="rId2" Type="http://schemas.openxmlformats.org/officeDocument/2006/relationships/slideLayout" Target="../slideLayouts/slideLayout3.xml"/><Relationship Id="rId1" Type="http://schemas.openxmlformats.org/officeDocument/2006/relationships/tags" Target="../tags/tag106.xml"/><Relationship Id="rId6" Type="http://schemas.openxmlformats.org/officeDocument/2006/relationships/image" Target="../media/image4.svg"/><Relationship Id="rId11" Type="http://schemas.openxmlformats.org/officeDocument/2006/relationships/image" Target="../media/image34.png"/><Relationship Id="rId5" Type="http://schemas.openxmlformats.org/officeDocument/2006/relationships/image" Target="../media/image3.png"/><Relationship Id="rId10" Type="http://schemas.openxmlformats.org/officeDocument/2006/relationships/image" Target="../media/image33.svg"/><Relationship Id="rId4" Type="http://schemas.openxmlformats.org/officeDocument/2006/relationships/image" Target="../media/image29.svg"/><Relationship Id="rId9" Type="http://schemas.openxmlformats.org/officeDocument/2006/relationships/image" Target="../media/image32.png"/><Relationship Id="rId14" Type="http://schemas.openxmlformats.org/officeDocument/2006/relationships/image" Target="../media/image6.svg"/></Relationships>
</file>

<file path=ppt/slides/_rels/slide113.xml.rels><?xml version="1.0" encoding="UTF-8" standalone="yes"?>
<Relationships xmlns="http://schemas.openxmlformats.org/package/2006/relationships"><Relationship Id="rId8" Type="http://schemas.openxmlformats.org/officeDocument/2006/relationships/image" Target="../media/image8.svg"/><Relationship Id="rId13" Type="http://schemas.openxmlformats.org/officeDocument/2006/relationships/image" Target="../media/image5.png"/><Relationship Id="rId3" Type="http://schemas.openxmlformats.org/officeDocument/2006/relationships/image" Target="../media/image28.png"/><Relationship Id="rId7" Type="http://schemas.openxmlformats.org/officeDocument/2006/relationships/image" Target="../media/image7.png"/><Relationship Id="rId12" Type="http://schemas.openxmlformats.org/officeDocument/2006/relationships/image" Target="../media/image35.svg"/><Relationship Id="rId2" Type="http://schemas.openxmlformats.org/officeDocument/2006/relationships/slideLayout" Target="../slideLayouts/slideLayout3.xml"/><Relationship Id="rId1" Type="http://schemas.openxmlformats.org/officeDocument/2006/relationships/tags" Target="../tags/tag107.xml"/><Relationship Id="rId6" Type="http://schemas.openxmlformats.org/officeDocument/2006/relationships/image" Target="../media/image4.svg"/><Relationship Id="rId11" Type="http://schemas.openxmlformats.org/officeDocument/2006/relationships/image" Target="../media/image34.png"/><Relationship Id="rId5" Type="http://schemas.openxmlformats.org/officeDocument/2006/relationships/image" Target="../media/image3.png"/><Relationship Id="rId10" Type="http://schemas.openxmlformats.org/officeDocument/2006/relationships/image" Target="../media/image33.svg"/><Relationship Id="rId4" Type="http://schemas.openxmlformats.org/officeDocument/2006/relationships/image" Target="../media/image29.svg"/><Relationship Id="rId9" Type="http://schemas.openxmlformats.org/officeDocument/2006/relationships/image" Target="../media/image32.png"/><Relationship Id="rId14" Type="http://schemas.openxmlformats.org/officeDocument/2006/relationships/image" Target="../media/image6.svg"/></Relationships>
</file>

<file path=ppt/slides/_rels/slide114.xml.rels><?xml version="1.0" encoding="UTF-8" standalone="yes"?>
<Relationships xmlns="http://schemas.openxmlformats.org/package/2006/relationships"><Relationship Id="rId2" Type="http://schemas.openxmlformats.org/officeDocument/2006/relationships/slideLayout" Target="../slideLayouts/slideLayout3.xml"/><Relationship Id="rId1" Type="http://schemas.openxmlformats.org/officeDocument/2006/relationships/tags" Target="../tags/tag108.xml"/></Relationships>
</file>

<file path=ppt/slides/_rels/slide115.xml.rels><?xml version="1.0" encoding="UTF-8" standalone="yes"?>
<Relationships xmlns="http://schemas.openxmlformats.org/package/2006/relationships"><Relationship Id="rId2" Type="http://schemas.openxmlformats.org/officeDocument/2006/relationships/slideLayout" Target="../slideLayouts/slideLayout3.xml"/><Relationship Id="rId1" Type="http://schemas.openxmlformats.org/officeDocument/2006/relationships/tags" Target="../tags/tag109.xml"/></Relationships>
</file>

<file path=ppt/slides/_rels/slide116.xml.rels><?xml version="1.0" encoding="UTF-8" standalone="yes"?>
<Relationships xmlns="http://schemas.openxmlformats.org/package/2006/relationships"><Relationship Id="rId2" Type="http://schemas.openxmlformats.org/officeDocument/2006/relationships/slideLayout" Target="../slideLayouts/slideLayout3.xml"/><Relationship Id="rId1" Type="http://schemas.openxmlformats.org/officeDocument/2006/relationships/tags" Target="../tags/tag110.xml"/></Relationships>
</file>

<file path=ppt/slides/_rels/slide117.xml.rels><?xml version="1.0" encoding="UTF-8" standalone="yes"?>
<Relationships xmlns="http://schemas.openxmlformats.org/package/2006/relationships"><Relationship Id="rId2" Type="http://schemas.openxmlformats.org/officeDocument/2006/relationships/slideLayout" Target="../slideLayouts/slideLayout3.xml"/><Relationship Id="rId1" Type="http://schemas.openxmlformats.org/officeDocument/2006/relationships/tags" Target="../tags/tag111.xml"/></Relationships>
</file>

<file path=ppt/slides/_rels/slide118.xml.rels><?xml version="1.0" encoding="UTF-8" standalone="yes"?>
<Relationships xmlns="http://schemas.openxmlformats.org/package/2006/relationships"><Relationship Id="rId3" Type="http://schemas.openxmlformats.org/officeDocument/2006/relationships/image" Target="../media/image3.png"/><Relationship Id="rId2" Type="http://schemas.openxmlformats.org/officeDocument/2006/relationships/slideLayout" Target="../slideLayouts/slideLayout3.xml"/><Relationship Id="rId1" Type="http://schemas.openxmlformats.org/officeDocument/2006/relationships/tags" Target="../tags/tag112.xml"/><Relationship Id="rId6" Type="http://schemas.openxmlformats.org/officeDocument/2006/relationships/image" Target="../media/image6.svg"/><Relationship Id="rId5" Type="http://schemas.openxmlformats.org/officeDocument/2006/relationships/image" Target="../media/image5.png"/><Relationship Id="rId4" Type="http://schemas.openxmlformats.org/officeDocument/2006/relationships/image" Target="../media/image4.svg"/></Relationships>
</file>

<file path=ppt/slides/_rels/slide119.xml.rels><?xml version="1.0" encoding="UTF-8" standalone="yes"?>
<Relationships xmlns="http://schemas.openxmlformats.org/package/2006/relationships"><Relationship Id="rId3" Type="http://schemas.openxmlformats.org/officeDocument/2006/relationships/image" Target="../media/image3.png"/><Relationship Id="rId2" Type="http://schemas.openxmlformats.org/officeDocument/2006/relationships/slideLayout" Target="../slideLayouts/slideLayout3.xml"/><Relationship Id="rId1" Type="http://schemas.openxmlformats.org/officeDocument/2006/relationships/tags" Target="../tags/tag113.xml"/><Relationship Id="rId6" Type="http://schemas.openxmlformats.org/officeDocument/2006/relationships/image" Target="../media/image6.svg"/><Relationship Id="rId5" Type="http://schemas.openxmlformats.org/officeDocument/2006/relationships/image" Target="../media/image5.png"/><Relationship Id="rId4" Type="http://schemas.openxmlformats.org/officeDocument/2006/relationships/image" Target="../media/image4.svg"/></Relationships>
</file>

<file path=ppt/slides/_rels/slide120.xml.rels><?xml version="1.0" encoding="UTF-8" standalone="yes"?>
<Relationships xmlns="http://schemas.openxmlformats.org/package/2006/relationships"><Relationship Id="rId3" Type="http://schemas.openxmlformats.org/officeDocument/2006/relationships/image" Target="../media/image3.png"/><Relationship Id="rId2" Type="http://schemas.openxmlformats.org/officeDocument/2006/relationships/slideLayout" Target="../slideLayouts/slideLayout3.xml"/><Relationship Id="rId1" Type="http://schemas.openxmlformats.org/officeDocument/2006/relationships/tags" Target="../tags/tag114.xml"/><Relationship Id="rId6" Type="http://schemas.openxmlformats.org/officeDocument/2006/relationships/image" Target="../media/image6.svg"/><Relationship Id="rId5" Type="http://schemas.openxmlformats.org/officeDocument/2006/relationships/image" Target="../media/image5.png"/><Relationship Id="rId4" Type="http://schemas.openxmlformats.org/officeDocument/2006/relationships/image" Target="../media/image4.svg"/></Relationships>
</file>

<file path=ppt/slides/_rels/slide121.xml.rels><?xml version="1.0" encoding="UTF-8" standalone="yes"?>
<Relationships xmlns="http://schemas.openxmlformats.org/package/2006/relationships"><Relationship Id="rId3" Type="http://schemas.openxmlformats.org/officeDocument/2006/relationships/image" Target="../media/image3.png"/><Relationship Id="rId2" Type="http://schemas.openxmlformats.org/officeDocument/2006/relationships/slideLayout" Target="../slideLayouts/slideLayout3.xml"/><Relationship Id="rId1" Type="http://schemas.openxmlformats.org/officeDocument/2006/relationships/tags" Target="../tags/tag115.xml"/><Relationship Id="rId6" Type="http://schemas.openxmlformats.org/officeDocument/2006/relationships/image" Target="../media/image6.svg"/><Relationship Id="rId5" Type="http://schemas.openxmlformats.org/officeDocument/2006/relationships/image" Target="../media/image5.png"/><Relationship Id="rId4" Type="http://schemas.openxmlformats.org/officeDocument/2006/relationships/image" Target="../media/image4.svg"/></Relationships>
</file>

<file path=ppt/slides/_rels/slide122.xml.rels><?xml version="1.0" encoding="UTF-8" standalone="yes"?>
<Relationships xmlns="http://schemas.openxmlformats.org/package/2006/relationships"><Relationship Id="rId3" Type="http://schemas.openxmlformats.org/officeDocument/2006/relationships/image" Target="../media/image3.png"/><Relationship Id="rId2" Type="http://schemas.openxmlformats.org/officeDocument/2006/relationships/slideLayout" Target="../slideLayouts/slideLayout3.xml"/><Relationship Id="rId1" Type="http://schemas.openxmlformats.org/officeDocument/2006/relationships/tags" Target="../tags/tag116.xml"/><Relationship Id="rId6" Type="http://schemas.openxmlformats.org/officeDocument/2006/relationships/image" Target="../media/image6.svg"/><Relationship Id="rId5" Type="http://schemas.openxmlformats.org/officeDocument/2006/relationships/image" Target="../media/image5.png"/><Relationship Id="rId4" Type="http://schemas.openxmlformats.org/officeDocument/2006/relationships/image" Target="../media/image4.svg"/></Relationships>
</file>

<file path=ppt/slides/_rels/slide123.xml.rels><?xml version="1.0" encoding="UTF-8" standalone="yes"?>
<Relationships xmlns="http://schemas.openxmlformats.org/package/2006/relationships"><Relationship Id="rId3" Type="http://schemas.openxmlformats.org/officeDocument/2006/relationships/image" Target="../media/image3.png"/><Relationship Id="rId2" Type="http://schemas.openxmlformats.org/officeDocument/2006/relationships/slideLayout" Target="../slideLayouts/slideLayout3.xml"/><Relationship Id="rId1" Type="http://schemas.openxmlformats.org/officeDocument/2006/relationships/tags" Target="../tags/tag117.xml"/><Relationship Id="rId6" Type="http://schemas.openxmlformats.org/officeDocument/2006/relationships/image" Target="../media/image6.svg"/><Relationship Id="rId5" Type="http://schemas.openxmlformats.org/officeDocument/2006/relationships/image" Target="../media/image5.png"/><Relationship Id="rId4" Type="http://schemas.openxmlformats.org/officeDocument/2006/relationships/image" Target="../media/image4.svg"/></Relationships>
</file>

<file path=ppt/slides/_rels/slide124.xml.rels><?xml version="1.0" encoding="UTF-8" standalone="yes"?>
<Relationships xmlns="http://schemas.openxmlformats.org/package/2006/relationships"><Relationship Id="rId3" Type="http://schemas.openxmlformats.org/officeDocument/2006/relationships/image" Target="../media/image3.png"/><Relationship Id="rId2" Type="http://schemas.openxmlformats.org/officeDocument/2006/relationships/slideLayout" Target="../slideLayouts/slideLayout3.xml"/><Relationship Id="rId1" Type="http://schemas.openxmlformats.org/officeDocument/2006/relationships/tags" Target="../tags/tag118.xml"/><Relationship Id="rId6" Type="http://schemas.openxmlformats.org/officeDocument/2006/relationships/image" Target="../media/image6.svg"/><Relationship Id="rId5" Type="http://schemas.openxmlformats.org/officeDocument/2006/relationships/image" Target="../media/image5.png"/><Relationship Id="rId4" Type="http://schemas.openxmlformats.org/officeDocument/2006/relationships/image" Target="../media/image4.svg"/></Relationships>
</file>

<file path=ppt/slides/_rels/slide125.xml.rels><?xml version="1.0" encoding="UTF-8" standalone="yes"?>
<Relationships xmlns="http://schemas.openxmlformats.org/package/2006/relationships"><Relationship Id="rId3" Type="http://schemas.openxmlformats.org/officeDocument/2006/relationships/image" Target="../media/image3.png"/><Relationship Id="rId2" Type="http://schemas.openxmlformats.org/officeDocument/2006/relationships/slideLayout" Target="../slideLayouts/slideLayout3.xml"/><Relationship Id="rId1" Type="http://schemas.openxmlformats.org/officeDocument/2006/relationships/tags" Target="../tags/tag119.xml"/><Relationship Id="rId6" Type="http://schemas.openxmlformats.org/officeDocument/2006/relationships/image" Target="../media/image6.svg"/><Relationship Id="rId5" Type="http://schemas.openxmlformats.org/officeDocument/2006/relationships/image" Target="../media/image5.png"/><Relationship Id="rId4" Type="http://schemas.openxmlformats.org/officeDocument/2006/relationships/image" Target="../media/image4.svg"/></Relationships>
</file>

<file path=ppt/slides/_rels/slide126.xml.rels><?xml version="1.0" encoding="UTF-8" standalone="yes"?>
<Relationships xmlns="http://schemas.openxmlformats.org/package/2006/relationships"><Relationship Id="rId3" Type="http://schemas.openxmlformats.org/officeDocument/2006/relationships/image" Target="../media/image3.png"/><Relationship Id="rId2" Type="http://schemas.openxmlformats.org/officeDocument/2006/relationships/slideLayout" Target="../slideLayouts/slideLayout3.xml"/><Relationship Id="rId1" Type="http://schemas.openxmlformats.org/officeDocument/2006/relationships/tags" Target="../tags/tag120.xml"/><Relationship Id="rId6" Type="http://schemas.openxmlformats.org/officeDocument/2006/relationships/image" Target="../media/image6.svg"/><Relationship Id="rId5" Type="http://schemas.openxmlformats.org/officeDocument/2006/relationships/image" Target="../media/image5.png"/><Relationship Id="rId4" Type="http://schemas.openxmlformats.org/officeDocument/2006/relationships/image" Target="../media/image4.svg"/></Relationships>
</file>

<file path=ppt/slides/_rels/slide127.xml.rels><?xml version="1.0" encoding="UTF-8" standalone="yes"?>
<Relationships xmlns="http://schemas.openxmlformats.org/package/2006/relationships"><Relationship Id="rId3" Type="http://schemas.openxmlformats.org/officeDocument/2006/relationships/image" Target="../media/image3.png"/><Relationship Id="rId2" Type="http://schemas.openxmlformats.org/officeDocument/2006/relationships/slideLayout" Target="../slideLayouts/slideLayout3.xml"/><Relationship Id="rId1" Type="http://schemas.openxmlformats.org/officeDocument/2006/relationships/tags" Target="../tags/tag121.xml"/><Relationship Id="rId6" Type="http://schemas.openxmlformats.org/officeDocument/2006/relationships/image" Target="../media/image6.svg"/><Relationship Id="rId5" Type="http://schemas.openxmlformats.org/officeDocument/2006/relationships/image" Target="../media/image5.png"/><Relationship Id="rId4" Type="http://schemas.openxmlformats.org/officeDocument/2006/relationships/image" Target="../media/image4.svg"/></Relationships>
</file>

<file path=ppt/slides/_rels/slide128.xml.rels><?xml version="1.0" encoding="UTF-8" standalone="yes"?>
<Relationships xmlns="http://schemas.openxmlformats.org/package/2006/relationships"><Relationship Id="rId2" Type="http://schemas.openxmlformats.org/officeDocument/2006/relationships/slideLayout" Target="../slideLayouts/slideLayout3.xml"/><Relationship Id="rId1" Type="http://schemas.openxmlformats.org/officeDocument/2006/relationships/tags" Target="../tags/tag122.xml"/></Relationships>
</file>

<file path=ppt/slides/_rels/slide129.xml.rels><?xml version="1.0" encoding="UTF-8" standalone="yes"?>
<Relationships xmlns="http://schemas.openxmlformats.org/package/2006/relationships"><Relationship Id="rId8" Type="http://schemas.openxmlformats.org/officeDocument/2006/relationships/image" Target="../media/image99.png"/><Relationship Id="rId3" Type="http://schemas.openxmlformats.org/officeDocument/2006/relationships/image" Target="../media/image3.png"/><Relationship Id="rId7" Type="http://schemas.openxmlformats.org/officeDocument/2006/relationships/image" Target="../media/image8.png"/><Relationship Id="rId2" Type="http://schemas.openxmlformats.org/officeDocument/2006/relationships/slideLayout" Target="../slideLayouts/slideLayout3.xml"/><Relationship Id="rId1" Type="http://schemas.openxmlformats.org/officeDocument/2006/relationships/tags" Target="../tags/tag123.xml"/><Relationship Id="rId6" Type="http://schemas.openxmlformats.org/officeDocument/2006/relationships/image" Target="../media/image6.svg"/><Relationship Id="rId5" Type="http://schemas.openxmlformats.org/officeDocument/2006/relationships/image" Target="../media/image5.png"/><Relationship Id="rId10" Type="http://schemas.openxmlformats.org/officeDocument/2006/relationships/image" Target="../media/image110.png"/><Relationship Id="rId4" Type="http://schemas.openxmlformats.org/officeDocument/2006/relationships/image" Target="../media/image4.svg"/><Relationship Id="rId9" Type="http://schemas.openxmlformats.org/officeDocument/2006/relationships/image" Target="../media/image101.png"/></Relationships>
</file>

<file path=ppt/slides/_rels/slide130.xml.rels><?xml version="1.0" encoding="UTF-8" standalone="yes"?>
<Relationships xmlns="http://schemas.openxmlformats.org/package/2006/relationships"><Relationship Id="rId8" Type="http://schemas.openxmlformats.org/officeDocument/2006/relationships/image" Target="../media/image99.png"/><Relationship Id="rId13" Type="http://schemas.openxmlformats.org/officeDocument/2006/relationships/image" Target="../media/image140.png"/><Relationship Id="rId3" Type="http://schemas.openxmlformats.org/officeDocument/2006/relationships/image" Target="../media/image3.png"/><Relationship Id="rId7" Type="http://schemas.openxmlformats.org/officeDocument/2006/relationships/image" Target="../media/image8.png"/><Relationship Id="rId12" Type="http://schemas.openxmlformats.org/officeDocument/2006/relationships/image" Target="../media/image130.png"/><Relationship Id="rId2" Type="http://schemas.openxmlformats.org/officeDocument/2006/relationships/slideLayout" Target="../slideLayouts/slideLayout3.xml"/><Relationship Id="rId1" Type="http://schemas.openxmlformats.org/officeDocument/2006/relationships/tags" Target="../tags/tag124.xml"/><Relationship Id="rId6" Type="http://schemas.openxmlformats.org/officeDocument/2006/relationships/image" Target="../media/image6.svg"/><Relationship Id="rId11" Type="http://schemas.openxmlformats.org/officeDocument/2006/relationships/image" Target="../media/image121.png"/><Relationship Id="rId5" Type="http://schemas.openxmlformats.org/officeDocument/2006/relationships/image" Target="../media/image5.png"/><Relationship Id="rId15" Type="http://schemas.openxmlformats.org/officeDocument/2006/relationships/image" Target="../media/image160.png"/><Relationship Id="rId10" Type="http://schemas.openxmlformats.org/officeDocument/2006/relationships/image" Target="../media/image110.png"/><Relationship Id="rId4" Type="http://schemas.openxmlformats.org/officeDocument/2006/relationships/image" Target="../media/image4.svg"/><Relationship Id="rId9" Type="http://schemas.openxmlformats.org/officeDocument/2006/relationships/image" Target="../media/image101.png"/><Relationship Id="rId14" Type="http://schemas.openxmlformats.org/officeDocument/2006/relationships/image" Target="../media/image150.png"/></Relationships>
</file>

<file path=ppt/slides/_rels/slide131.xml.rels><?xml version="1.0" encoding="UTF-8" standalone="yes"?>
<Relationships xmlns="http://schemas.openxmlformats.org/package/2006/relationships"><Relationship Id="rId13" Type="http://schemas.openxmlformats.org/officeDocument/2006/relationships/image" Target="../media/image19.png"/><Relationship Id="rId3" Type="http://schemas.openxmlformats.org/officeDocument/2006/relationships/image" Target="../media/image170.png"/><Relationship Id="rId12" Type="http://schemas.openxmlformats.org/officeDocument/2006/relationships/image" Target="../media/image180.png"/><Relationship Id="rId2" Type="http://schemas.openxmlformats.org/officeDocument/2006/relationships/slideLayout" Target="../slideLayouts/slideLayout3.xml"/><Relationship Id="rId16" Type="http://schemas.openxmlformats.org/officeDocument/2006/relationships/image" Target="../media/image200.png"/><Relationship Id="rId1" Type="http://schemas.openxmlformats.org/officeDocument/2006/relationships/tags" Target="../tags/tag125.xml"/><Relationship Id="rId11" Type="http://schemas.openxmlformats.org/officeDocument/2006/relationships/image" Target="../media/image121.png"/><Relationship Id="rId15" Type="http://schemas.openxmlformats.org/officeDocument/2006/relationships/image" Target="../media/image160.png"/></Relationships>
</file>

<file path=ppt/slides/_rels/slide132.xml.rels><?xml version="1.0" encoding="UTF-8" standalone="yes"?>
<Relationships xmlns="http://schemas.openxmlformats.org/package/2006/relationships"><Relationship Id="rId2" Type="http://schemas.openxmlformats.org/officeDocument/2006/relationships/slideLayout" Target="../slideLayouts/slideLayout3.xml"/><Relationship Id="rId1" Type="http://schemas.openxmlformats.org/officeDocument/2006/relationships/tags" Target="../tags/tag126.xml"/></Relationships>
</file>

<file path=ppt/slides/_rels/slide133.xml.rels><?xml version="1.0" encoding="UTF-8" standalone="yes"?>
<Relationships xmlns="http://schemas.openxmlformats.org/package/2006/relationships"><Relationship Id="rId3" Type="http://schemas.openxmlformats.org/officeDocument/2006/relationships/image" Target="../media/image21.png"/><Relationship Id="rId2" Type="http://schemas.openxmlformats.org/officeDocument/2006/relationships/slideLayout" Target="../slideLayouts/slideLayout3.xml"/><Relationship Id="rId1" Type="http://schemas.openxmlformats.org/officeDocument/2006/relationships/tags" Target="../tags/tag127.xml"/><Relationship Id="rId5" Type="http://schemas.openxmlformats.org/officeDocument/2006/relationships/image" Target="../media/image23.png"/><Relationship Id="rId4" Type="http://schemas.openxmlformats.org/officeDocument/2006/relationships/image" Target="../media/image220.png"/></Relationships>
</file>

<file path=ppt/slides/_rels/slide134.xml.rels><?xml version="1.0" encoding="UTF-8" standalone="yes"?>
<Relationships xmlns="http://schemas.openxmlformats.org/package/2006/relationships"><Relationship Id="rId8" Type="http://schemas.openxmlformats.org/officeDocument/2006/relationships/image" Target="../media/image141.png"/><Relationship Id="rId3" Type="http://schemas.openxmlformats.org/officeDocument/2006/relationships/image" Target="../media/image3.png"/><Relationship Id="rId2" Type="http://schemas.openxmlformats.org/officeDocument/2006/relationships/slideLayout" Target="../slideLayouts/slideLayout3.xml"/><Relationship Id="rId1" Type="http://schemas.openxmlformats.org/officeDocument/2006/relationships/tags" Target="../tags/tag128.xml"/><Relationship Id="rId6" Type="http://schemas.openxmlformats.org/officeDocument/2006/relationships/image" Target="../media/image6.svg"/><Relationship Id="rId5" Type="http://schemas.openxmlformats.org/officeDocument/2006/relationships/image" Target="../media/image5.png"/><Relationship Id="rId10" Type="http://schemas.openxmlformats.org/officeDocument/2006/relationships/image" Target="../media/image161.png"/><Relationship Id="rId4" Type="http://schemas.openxmlformats.org/officeDocument/2006/relationships/image" Target="../media/image4.svg"/><Relationship Id="rId9" Type="http://schemas.openxmlformats.org/officeDocument/2006/relationships/image" Target="../media/image151.png"/></Relationships>
</file>

<file path=ppt/slides/_rels/slide135.xml.rels><?xml version="1.0" encoding="UTF-8" standalone="yes"?>
<Relationships xmlns="http://schemas.openxmlformats.org/package/2006/relationships"><Relationship Id="rId8" Type="http://schemas.openxmlformats.org/officeDocument/2006/relationships/image" Target="../media/image151.png"/><Relationship Id="rId3" Type="http://schemas.openxmlformats.org/officeDocument/2006/relationships/image" Target="../media/image5.png"/><Relationship Id="rId7" Type="http://schemas.openxmlformats.org/officeDocument/2006/relationships/image" Target="../media/image141.png"/><Relationship Id="rId2" Type="http://schemas.openxmlformats.org/officeDocument/2006/relationships/slideLayout" Target="../slideLayouts/slideLayout3.xml"/><Relationship Id="rId1" Type="http://schemas.openxmlformats.org/officeDocument/2006/relationships/tags" Target="../tags/tag129.xml"/><Relationship Id="rId6" Type="http://schemas.openxmlformats.org/officeDocument/2006/relationships/image" Target="../media/image4.svg"/><Relationship Id="rId5" Type="http://schemas.openxmlformats.org/officeDocument/2006/relationships/image" Target="../media/image3.png"/><Relationship Id="rId4" Type="http://schemas.openxmlformats.org/officeDocument/2006/relationships/image" Target="../media/image6.svg"/><Relationship Id="rId9" Type="http://schemas.openxmlformats.org/officeDocument/2006/relationships/image" Target="../media/image161.png"/></Relationships>
</file>

<file path=ppt/slides/_rels/slide136.xml.rels><?xml version="1.0" encoding="UTF-8" standalone="yes"?>
<Relationships xmlns="http://schemas.openxmlformats.org/package/2006/relationships"><Relationship Id="rId3" Type="http://schemas.openxmlformats.org/officeDocument/2006/relationships/image" Target="../media/image5.png"/><Relationship Id="rId2" Type="http://schemas.openxmlformats.org/officeDocument/2006/relationships/slideLayout" Target="../slideLayouts/slideLayout3.xml"/><Relationship Id="rId1" Type="http://schemas.openxmlformats.org/officeDocument/2006/relationships/tags" Target="../tags/tag130.xml"/><Relationship Id="rId6" Type="http://schemas.openxmlformats.org/officeDocument/2006/relationships/image" Target="../media/image4.svg"/><Relationship Id="rId5" Type="http://schemas.openxmlformats.org/officeDocument/2006/relationships/image" Target="../media/image3.png"/><Relationship Id="rId4" Type="http://schemas.openxmlformats.org/officeDocument/2006/relationships/image" Target="../media/image6.svg"/></Relationships>
</file>

<file path=ppt/slides/_rels/slide137.xml.rels><?xml version="1.0" encoding="UTF-8" standalone="yes"?>
<Relationships xmlns="http://schemas.openxmlformats.org/package/2006/relationships"><Relationship Id="rId3" Type="http://schemas.openxmlformats.org/officeDocument/2006/relationships/image" Target="../media/image3.png"/><Relationship Id="rId7" Type="http://schemas.openxmlformats.org/officeDocument/2006/relationships/image" Target="../media/image171.png"/><Relationship Id="rId2" Type="http://schemas.openxmlformats.org/officeDocument/2006/relationships/slideLayout" Target="../slideLayouts/slideLayout3.xml"/><Relationship Id="rId1" Type="http://schemas.openxmlformats.org/officeDocument/2006/relationships/tags" Target="../tags/tag131.xml"/><Relationship Id="rId6" Type="http://schemas.openxmlformats.org/officeDocument/2006/relationships/image" Target="../media/image6.svg"/><Relationship Id="rId5" Type="http://schemas.openxmlformats.org/officeDocument/2006/relationships/image" Target="../media/image5.png"/><Relationship Id="rId4" Type="http://schemas.openxmlformats.org/officeDocument/2006/relationships/image" Target="../media/image4.svg"/></Relationships>
</file>

<file path=ppt/slides/_rels/slide138.xml.rels><?xml version="1.0" encoding="UTF-8" standalone="yes"?>
<Relationships xmlns="http://schemas.openxmlformats.org/package/2006/relationships"><Relationship Id="rId8" Type="http://schemas.openxmlformats.org/officeDocument/2006/relationships/image" Target="../media/image190.png"/><Relationship Id="rId3" Type="http://schemas.openxmlformats.org/officeDocument/2006/relationships/image" Target="../media/image3.png"/><Relationship Id="rId7" Type="http://schemas.openxmlformats.org/officeDocument/2006/relationships/image" Target="../media/image181.png"/><Relationship Id="rId2" Type="http://schemas.openxmlformats.org/officeDocument/2006/relationships/slideLayout" Target="../slideLayouts/slideLayout3.xml"/><Relationship Id="rId1" Type="http://schemas.openxmlformats.org/officeDocument/2006/relationships/tags" Target="../tags/tag132.xml"/><Relationship Id="rId6" Type="http://schemas.openxmlformats.org/officeDocument/2006/relationships/image" Target="../media/image6.svg"/><Relationship Id="rId5" Type="http://schemas.openxmlformats.org/officeDocument/2006/relationships/image" Target="../media/image5.png"/><Relationship Id="rId4" Type="http://schemas.openxmlformats.org/officeDocument/2006/relationships/image" Target="../media/image4.svg"/></Relationships>
</file>

<file path=ppt/slides/_rels/slide139.xml.rels><?xml version="1.0" encoding="UTF-8" standalone="yes"?>
<Relationships xmlns="http://schemas.openxmlformats.org/package/2006/relationships"><Relationship Id="rId8" Type="http://schemas.openxmlformats.org/officeDocument/2006/relationships/image" Target="../media/image181.png"/><Relationship Id="rId3" Type="http://schemas.openxmlformats.org/officeDocument/2006/relationships/image" Target="../media/image201.png"/><Relationship Id="rId7" Type="http://schemas.openxmlformats.org/officeDocument/2006/relationships/image" Target="../media/image6.svg"/><Relationship Id="rId2" Type="http://schemas.openxmlformats.org/officeDocument/2006/relationships/slideLayout" Target="../slideLayouts/slideLayout3.xml"/><Relationship Id="rId1" Type="http://schemas.openxmlformats.org/officeDocument/2006/relationships/tags" Target="../tags/tag133.xml"/><Relationship Id="rId6" Type="http://schemas.openxmlformats.org/officeDocument/2006/relationships/image" Target="../media/image5.png"/><Relationship Id="rId5" Type="http://schemas.openxmlformats.org/officeDocument/2006/relationships/image" Target="../media/image4.svg"/><Relationship Id="rId4" Type="http://schemas.openxmlformats.org/officeDocument/2006/relationships/image" Target="../media/image3.png"/><Relationship Id="rId9" Type="http://schemas.openxmlformats.org/officeDocument/2006/relationships/image" Target="../media/image190.png"/></Relationships>
</file>

<file path=ppt/slides/_rels/slide140.xml.rels><?xml version="1.0" encoding="UTF-8" standalone="yes"?>
<Relationships xmlns="http://schemas.openxmlformats.org/package/2006/relationships"><Relationship Id="rId8" Type="http://schemas.openxmlformats.org/officeDocument/2006/relationships/image" Target="../media/image6.svg"/><Relationship Id="rId3" Type="http://schemas.openxmlformats.org/officeDocument/2006/relationships/image" Target="../media/image210.png"/><Relationship Id="rId7" Type="http://schemas.openxmlformats.org/officeDocument/2006/relationships/image" Target="../media/image5.png"/><Relationship Id="rId2" Type="http://schemas.openxmlformats.org/officeDocument/2006/relationships/slideLayout" Target="../slideLayouts/slideLayout3.xml"/><Relationship Id="rId1" Type="http://schemas.openxmlformats.org/officeDocument/2006/relationships/tags" Target="../tags/tag134.xml"/><Relationship Id="rId6" Type="http://schemas.openxmlformats.org/officeDocument/2006/relationships/image" Target="../media/image4.svg"/><Relationship Id="rId5" Type="http://schemas.openxmlformats.org/officeDocument/2006/relationships/image" Target="../media/image3.png"/><Relationship Id="rId10" Type="http://schemas.openxmlformats.org/officeDocument/2006/relationships/image" Target="../media/image230.png"/><Relationship Id="rId4" Type="http://schemas.openxmlformats.org/officeDocument/2006/relationships/image" Target="../media/image201.png"/><Relationship Id="rId9" Type="http://schemas.openxmlformats.org/officeDocument/2006/relationships/image" Target="../media/image221.png"/></Relationships>
</file>

<file path=ppt/slides/_rels/slide141.xml.rels><?xml version="1.0" encoding="UTF-8" standalone="yes"?>
<Relationships xmlns="http://schemas.openxmlformats.org/package/2006/relationships"><Relationship Id="rId8" Type="http://schemas.openxmlformats.org/officeDocument/2006/relationships/image" Target="../media/image6.svg"/><Relationship Id="rId3" Type="http://schemas.openxmlformats.org/officeDocument/2006/relationships/image" Target="../media/image210.png"/><Relationship Id="rId7" Type="http://schemas.openxmlformats.org/officeDocument/2006/relationships/image" Target="../media/image5.png"/><Relationship Id="rId2" Type="http://schemas.openxmlformats.org/officeDocument/2006/relationships/slideLayout" Target="../slideLayouts/slideLayout3.xml"/><Relationship Id="rId1" Type="http://schemas.openxmlformats.org/officeDocument/2006/relationships/tags" Target="../tags/tag135.xml"/><Relationship Id="rId6" Type="http://schemas.openxmlformats.org/officeDocument/2006/relationships/image" Target="../media/image4.svg"/><Relationship Id="rId5" Type="http://schemas.openxmlformats.org/officeDocument/2006/relationships/image" Target="../media/image3.png"/><Relationship Id="rId4" Type="http://schemas.openxmlformats.org/officeDocument/2006/relationships/image" Target="../media/image201.png"/></Relationships>
</file>

<file path=ppt/slides/_rels/slide142.xml.rels><?xml version="1.0" encoding="UTF-8" standalone="yes"?>
<Relationships xmlns="http://schemas.openxmlformats.org/package/2006/relationships"><Relationship Id="rId8" Type="http://schemas.openxmlformats.org/officeDocument/2006/relationships/image" Target="../media/image6.svg"/><Relationship Id="rId3" Type="http://schemas.openxmlformats.org/officeDocument/2006/relationships/image" Target="../media/image210.png"/><Relationship Id="rId7" Type="http://schemas.openxmlformats.org/officeDocument/2006/relationships/image" Target="../media/image5.png"/><Relationship Id="rId2" Type="http://schemas.openxmlformats.org/officeDocument/2006/relationships/slideLayout" Target="../slideLayouts/slideLayout3.xml"/><Relationship Id="rId1" Type="http://schemas.openxmlformats.org/officeDocument/2006/relationships/tags" Target="../tags/tag136.xml"/><Relationship Id="rId6" Type="http://schemas.openxmlformats.org/officeDocument/2006/relationships/image" Target="../media/image4.svg"/><Relationship Id="rId5" Type="http://schemas.openxmlformats.org/officeDocument/2006/relationships/image" Target="../media/image3.png"/><Relationship Id="rId4" Type="http://schemas.openxmlformats.org/officeDocument/2006/relationships/image" Target="../media/image201.png"/></Relationships>
</file>

<file path=ppt/slides/_rels/slide143.xml.rels><?xml version="1.0" encoding="UTF-8" standalone="yes"?>
<Relationships xmlns="http://schemas.openxmlformats.org/package/2006/relationships"><Relationship Id="rId8" Type="http://schemas.openxmlformats.org/officeDocument/2006/relationships/image" Target="../media/image6.svg"/><Relationship Id="rId3" Type="http://schemas.openxmlformats.org/officeDocument/2006/relationships/image" Target="../media/image210.png"/><Relationship Id="rId7" Type="http://schemas.openxmlformats.org/officeDocument/2006/relationships/image" Target="../media/image5.png"/><Relationship Id="rId2" Type="http://schemas.openxmlformats.org/officeDocument/2006/relationships/slideLayout" Target="../slideLayouts/slideLayout3.xml"/><Relationship Id="rId1" Type="http://schemas.openxmlformats.org/officeDocument/2006/relationships/tags" Target="../tags/tag137.xml"/><Relationship Id="rId6" Type="http://schemas.openxmlformats.org/officeDocument/2006/relationships/image" Target="../media/image4.svg"/><Relationship Id="rId5" Type="http://schemas.openxmlformats.org/officeDocument/2006/relationships/image" Target="../media/image3.png"/><Relationship Id="rId4" Type="http://schemas.openxmlformats.org/officeDocument/2006/relationships/image" Target="../media/image201.png"/></Relationships>
</file>

<file path=ppt/slides/_rels/slide144.xml.rels><?xml version="1.0" encoding="UTF-8" standalone="yes"?>
<Relationships xmlns="http://schemas.openxmlformats.org/package/2006/relationships"><Relationship Id="rId8" Type="http://schemas.openxmlformats.org/officeDocument/2006/relationships/image" Target="../media/image6.svg"/><Relationship Id="rId3" Type="http://schemas.openxmlformats.org/officeDocument/2006/relationships/image" Target="../media/image210.png"/><Relationship Id="rId7" Type="http://schemas.openxmlformats.org/officeDocument/2006/relationships/image" Target="../media/image5.png"/><Relationship Id="rId2" Type="http://schemas.openxmlformats.org/officeDocument/2006/relationships/slideLayout" Target="../slideLayouts/slideLayout3.xml"/><Relationship Id="rId1" Type="http://schemas.openxmlformats.org/officeDocument/2006/relationships/tags" Target="../tags/tag138.xml"/><Relationship Id="rId6" Type="http://schemas.openxmlformats.org/officeDocument/2006/relationships/image" Target="../media/image4.svg"/><Relationship Id="rId5" Type="http://schemas.openxmlformats.org/officeDocument/2006/relationships/image" Target="../media/image3.png"/><Relationship Id="rId4" Type="http://schemas.openxmlformats.org/officeDocument/2006/relationships/image" Target="../media/image201.png"/></Relationships>
</file>

<file path=ppt/slides/_rels/slide145.xml.rels><?xml version="1.0" encoding="UTF-8" standalone="yes"?>
<Relationships xmlns="http://schemas.openxmlformats.org/package/2006/relationships"><Relationship Id="rId8" Type="http://schemas.openxmlformats.org/officeDocument/2006/relationships/image" Target="../media/image6.svg"/><Relationship Id="rId3" Type="http://schemas.openxmlformats.org/officeDocument/2006/relationships/image" Target="../media/image210.png"/><Relationship Id="rId7" Type="http://schemas.openxmlformats.org/officeDocument/2006/relationships/image" Target="../media/image5.png"/><Relationship Id="rId2" Type="http://schemas.openxmlformats.org/officeDocument/2006/relationships/slideLayout" Target="../slideLayouts/slideLayout3.xml"/><Relationship Id="rId1" Type="http://schemas.openxmlformats.org/officeDocument/2006/relationships/tags" Target="../tags/tag139.xml"/><Relationship Id="rId6" Type="http://schemas.openxmlformats.org/officeDocument/2006/relationships/image" Target="../media/image4.svg"/><Relationship Id="rId5" Type="http://schemas.openxmlformats.org/officeDocument/2006/relationships/image" Target="../media/image3.png"/><Relationship Id="rId4" Type="http://schemas.openxmlformats.org/officeDocument/2006/relationships/image" Target="../media/image201.png"/></Relationships>
</file>

<file path=ppt/slides/_rels/slide146.xml.rels><?xml version="1.0" encoding="UTF-8" standalone="yes"?>
<Relationships xmlns="http://schemas.openxmlformats.org/package/2006/relationships"><Relationship Id="rId8" Type="http://schemas.openxmlformats.org/officeDocument/2006/relationships/image" Target="../media/image6.svg"/><Relationship Id="rId3" Type="http://schemas.openxmlformats.org/officeDocument/2006/relationships/image" Target="../media/image210.png"/><Relationship Id="rId7" Type="http://schemas.openxmlformats.org/officeDocument/2006/relationships/image" Target="../media/image5.png"/><Relationship Id="rId2" Type="http://schemas.openxmlformats.org/officeDocument/2006/relationships/slideLayout" Target="../slideLayouts/slideLayout3.xml"/><Relationship Id="rId1" Type="http://schemas.openxmlformats.org/officeDocument/2006/relationships/tags" Target="../tags/tag140.xml"/><Relationship Id="rId6" Type="http://schemas.openxmlformats.org/officeDocument/2006/relationships/image" Target="../media/image4.svg"/><Relationship Id="rId5" Type="http://schemas.openxmlformats.org/officeDocument/2006/relationships/image" Target="../media/image3.png"/><Relationship Id="rId4" Type="http://schemas.openxmlformats.org/officeDocument/2006/relationships/image" Target="../media/image201.png"/></Relationships>
</file>

<file path=ppt/slides/_rels/slide147.xml.rels><?xml version="1.0" encoding="UTF-8" standalone="yes"?>
<Relationships xmlns="http://schemas.openxmlformats.org/package/2006/relationships"><Relationship Id="rId8" Type="http://schemas.openxmlformats.org/officeDocument/2006/relationships/image" Target="../media/image6.svg"/><Relationship Id="rId3" Type="http://schemas.openxmlformats.org/officeDocument/2006/relationships/image" Target="../media/image210.png"/><Relationship Id="rId7" Type="http://schemas.openxmlformats.org/officeDocument/2006/relationships/image" Target="../media/image5.png"/><Relationship Id="rId2" Type="http://schemas.openxmlformats.org/officeDocument/2006/relationships/slideLayout" Target="../slideLayouts/slideLayout3.xml"/><Relationship Id="rId1" Type="http://schemas.openxmlformats.org/officeDocument/2006/relationships/tags" Target="../tags/tag141.xml"/><Relationship Id="rId6" Type="http://schemas.openxmlformats.org/officeDocument/2006/relationships/image" Target="../media/image4.svg"/><Relationship Id="rId5" Type="http://schemas.openxmlformats.org/officeDocument/2006/relationships/image" Target="../media/image3.png"/><Relationship Id="rId4" Type="http://schemas.openxmlformats.org/officeDocument/2006/relationships/image" Target="../media/image201.png"/></Relationships>
</file>

<file path=ppt/slides/_rels/slide148.xml.rels><?xml version="1.0" encoding="UTF-8" standalone="yes"?>
<Relationships xmlns="http://schemas.openxmlformats.org/package/2006/relationships"><Relationship Id="rId8" Type="http://schemas.openxmlformats.org/officeDocument/2006/relationships/image" Target="../media/image6.svg"/><Relationship Id="rId3" Type="http://schemas.openxmlformats.org/officeDocument/2006/relationships/image" Target="../media/image210.png"/><Relationship Id="rId7" Type="http://schemas.openxmlformats.org/officeDocument/2006/relationships/image" Target="../media/image5.png"/><Relationship Id="rId2" Type="http://schemas.openxmlformats.org/officeDocument/2006/relationships/slideLayout" Target="../slideLayouts/slideLayout3.xml"/><Relationship Id="rId1" Type="http://schemas.openxmlformats.org/officeDocument/2006/relationships/tags" Target="../tags/tag142.xml"/><Relationship Id="rId6" Type="http://schemas.openxmlformats.org/officeDocument/2006/relationships/image" Target="../media/image4.svg"/><Relationship Id="rId5" Type="http://schemas.openxmlformats.org/officeDocument/2006/relationships/image" Target="../media/image3.png"/><Relationship Id="rId4" Type="http://schemas.openxmlformats.org/officeDocument/2006/relationships/image" Target="../media/image201.png"/></Relationships>
</file>

<file path=ppt/slides/_rels/slide149.xml.rels><?xml version="1.0" encoding="UTF-8" standalone="yes"?>
<Relationships xmlns="http://schemas.openxmlformats.org/package/2006/relationships"><Relationship Id="rId8" Type="http://schemas.openxmlformats.org/officeDocument/2006/relationships/image" Target="../media/image6.svg"/><Relationship Id="rId3" Type="http://schemas.openxmlformats.org/officeDocument/2006/relationships/image" Target="../media/image210.png"/><Relationship Id="rId7" Type="http://schemas.openxmlformats.org/officeDocument/2006/relationships/image" Target="../media/image5.png"/><Relationship Id="rId2" Type="http://schemas.openxmlformats.org/officeDocument/2006/relationships/slideLayout" Target="../slideLayouts/slideLayout3.xml"/><Relationship Id="rId1" Type="http://schemas.openxmlformats.org/officeDocument/2006/relationships/tags" Target="../tags/tag143.xml"/><Relationship Id="rId6" Type="http://schemas.openxmlformats.org/officeDocument/2006/relationships/image" Target="../media/image4.svg"/><Relationship Id="rId5" Type="http://schemas.openxmlformats.org/officeDocument/2006/relationships/image" Target="../media/image3.png"/><Relationship Id="rId4" Type="http://schemas.openxmlformats.org/officeDocument/2006/relationships/image" Target="../media/image201.png"/></Relationships>
</file>

<file path=ppt/slides/_rels/slide150.xml.rels><?xml version="1.0" encoding="UTF-8" standalone="yes"?>
<Relationships xmlns="http://schemas.openxmlformats.org/package/2006/relationships"><Relationship Id="rId8" Type="http://schemas.openxmlformats.org/officeDocument/2006/relationships/image" Target="../media/image6.svg"/><Relationship Id="rId3" Type="http://schemas.openxmlformats.org/officeDocument/2006/relationships/image" Target="../media/image210.png"/><Relationship Id="rId7" Type="http://schemas.openxmlformats.org/officeDocument/2006/relationships/image" Target="../media/image5.png"/><Relationship Id="rId2" Type="http://schemas.openxmlformats.org/officeDocument/2006/relationships/slideLayout" Target="../slideLayouts/slideLayout3.xml"/><Relationship Id="rId1" Type="http://schemas.openxmlformats.org/officeDocument/2006/relationships/tags" Target="../tags/tag144.xml"/><Relationship Id="rId6" Type="http://schemas.openxmlformats.org/officeDocument/2006/relationships/image" Target="../media/image4.svg"/><Relationship Id="rId5" Type="http://schemas.openxmlformats.org/officeDocument/2006/relationships/image" Target="../media/image3.png"/><Relationship Id="rId4" Type="http://schemas.openxmlformats.org/officeDocument/2006/relationships/image" Target="../media/image201.png"/></Relationships>
</file>

<file path=ppt/slides/_rels/slide151.xml.rels><?xml version="1.0" encoding="UTF-8" standalone="yes"?>
<Relationships xmlns="http://schemas.openxmlformats.org/package/2006/relationships"><Relationship Id="rId8" Type="http://schemas.openxmlformats.org/officeDocument/2006/relationships/image" Target="../media/image6.svg"/><Relationship Id="rId3" Type="http://schemas.openxmlformats.org/officeDocument/2006/relationships/image" Target="../media/image210.png"/><Relationship Id="rId7" Type="http://schemas.openxmlformats.org/officeDocument/2006/relationships/image" Target="../media/image5.png"/><Relationship Id="rId2" Type="http://schemas.openxmlformats.org/officeDocument/2006/relationships/slideLayout" Target="../slideLayouts/slideLayout3.xml"/><Relationship Id="rId1" Type="http://schemas.openxmlformats.org/officeDocument/2006/relationships/tags" Target="../tags/tag145.xml"/><Relationship Id="rId6" Type="http://schemas.openxmlformats.org/officeDocument/2006/relationships/image" Target="../media/image4.svg"/><Relationship Id="rId5" Type="http://schemas.openxmlformats.org/officeDocument/2006/relationships/image" Target="../media/image3.png"/><Relationship Id="rId4" Type="http://schemas.openxmlformats.org/officeDocument/2006/relationships/image" Target="../media/image201.png"/></Relationships>
</file>

<file path=ppt/slides/_rels/slide152.xml.rels><?xml version="1.0" encoding="UTF-8" standalone="yes"?>
<Relationships xmlns="http://schemas.openxmlformats.org/package/2006/relationships"><Relationship Id="rId8" Type="http://schemas.openxmlformats.org/officeDocument/2006/relationships/image" Target="../media/image6.svg"/><Relationship Id="rId3" Type="http://schemas.openxmlformats.org/officeDocument/2006/relationships/image" Target="../media/image210.png"/><Relationship Id="rId7" Type="http://schemas.openxmlformats.org/officeDocument/2006/relationships/image" Target="../media/image5.png"/><Relationship Id="rId2" Type="http://schemas.openxmlformats.org/officeDocument/2006/relationships/slideLayout" Target="../slideLayouts/slideLayout3.xml"/><Relationship Id="rId1" Type="http://schemas.openxmlformats.org/officeDocument/2006/relationships/tags" Target="../tags/tag146.xml"/><Relationship Id="rId6" Type="http://schemas.openxmlformats.org/officeDocument/2006/relationships/image" Target="../media/image4.svg"/><Relationship Id="rId5" Type="http://schemas.openxmlformats.org/officeDocument/2006/relationships/image" Target="../media/image3.png"/><Relationship Id="rId4" Type="http://schemas.openxmlformats.org/officeDocument/2006/relationships/image" Target="../media/image201.png"/></Relationships>
</file>

<file path=ppt/slides/_rels/slide153.xml.rels><?xml version="1.0" encoding="UTF-8" standalone="yes"?>
<Relationships xmlns="http://schemas.openxmlformats.org/package/2006/relationships"><Relationship Id="rId8" Type="http://schemas.openxmlformats.org/officeDocument/2006/relationships/image" Target="../media/image6.svg"/><Relationship Id="rId3" Type="http://schemas.openxmlformats.org/officeDocument/2006/relationships/image" Target="../media/image210.png"/><Relationship Id="rId7" Type="http://schemas.openxmlformats.org/officeDocument/2006/relationships/image" Target="../media/image5.png"/><Relationship Id="rId2" Type="http://schemas.openxmlformats.org/officeDocument/2006/relationships/slideLayout" Target="../slideLayouts/slideLayout3.xml"/><Relationship Id="rId1" Type="http://schemas.openxmlformats.org/officeDocument/2006/relationships/tags" Target="../tags/tag147.xml"/><Relationship Id="rId6" Type="http://schemas.openxmlformats.org/officeDocument/2006/relationships/image" Target="../media/image4.svg"/><Relationship Id="rId5" Type="http://schemas.openxmlformats.org/officeDocument/2006/relationships/image" Target="../media/image3.png"/><Relationship Id="rId4" Type="http://schemas.openxmlformats.org/officeDocument/2006/relationships/image" Target="../media/image201.png"/></Relationships>
</file>

<file path=ppt/slides/_rels/slide154.xml.rels><?xml version="1.0" encoding="UTF-8" standalone="yes"?>
<Relationships xmlns="http://schemas.openxmlformats.org/package/2006/relationships"><Relationship Id="rId8" Type="http://schemas.openxmlformats.org/officeDocument/2006/relationships/image" Target="../media/image6.svg"/><Relationship Id="rId3" Type="http://schemas.openxmlformats.org/officeDocument/2006/relationships/image" Target="../media/image210.png"/><Relationship Id="rId7" Type="http://schemas.openxmlformats.org/officeDocument/2006/relationships/image" Target="../media/image5.png"/><Relationship Id="rId2" Type="http://schemas.openxmlformats.org/officeDocument/2006/relationships/slideLayout" Target="../slideLayouts/slideLayout3.xml"/><Relationship Id="rId1" Type="http://schemas.openxmlformats.org/officeDocument/2006/relationships/tags" Target="../tags/tag148.xml"/><Relationship Id="rId6" Type="http://schemas.openxmlformats.org/officeDocument/2006/relationships/image" Target="../media/image4.svg"/><Relationship Id="rId5" Type="http://schemas.openxmlformats.org/officeDocument/2006/relationships/image" Target="../media/image3.png"/><Relationship Id="rId4" Type="http://schemas.openxmlformats.org/officeDocument/2006/relationships/image" Target="../media/image201.png"/></Relationships>
</file>

<file path=ppt/slides/_rels/slide155.xml.rels><?xml version="1.0" encoding="UTF-8" standalone="yes"?>
<Relationships xmlns="http://schemas.openxmlformats.org/package/2006/relationships"><Relationship Id="rId8" Type="http://schemas.openxmlformats.org/officeDocument/2006/relationships/image" Target="../media/image6.svg"/><Relationship Id="rId3" Type="http://schemas.openxmlformats.org/officeDocument/2006/relationships/image" Target="../media/image210.png"/><Relationship Id="rId7" Type="http://schemas.openxmlformats.org/officeDocument/2006/relationships/image" Target="../media/image5.png"/><Relationship Id="rId2" Type="http://schemas.openxmlformats.org/officeDocument/2006/relationships/slideLayout" Target="../slideLayouts/slideLayout3.xml"/><Relationship Id="rId1" Type="http://schemas.openxmlformats.org/officeDocument/2006/relationships/tags" Target="../tags/tag149.xml"/><Relationship Id="rId6" Type="http://schemas.openxmlformats.org/officeDocument/2006/relationships/image" Target="../media/image4.svg"/><Relationship Id="rId5" Type="http://schemas.openxmlformats.org/officeDocument/2006/relationships/image" Target="../media/image3.png"/><Relationship Id="rId4" Type="http://schemas.openxmlformats.org/officeDocument/2006/relationships/image" Target="../media/image201.png"/></Relationships>
</file>

<file path=ppt/slides/_rels/slide156.xml.rels><?xml version="1.0" encoding="UTF-8" standalone="yes"?>
<Relationships xmlns="http://schemas.openxmlformats.org/package/2006/relationships"><Relationship Id="rId8" Type="http://schemas.openxmlformats.org/officeDocument/2006/relationships/image" Target="../media/image6.svg"/><Relationship Id="rId3" Type="http://schemas.openxmlformats.org/officeDocument/2006/relationships/image" Target="../media/image210.png"/><Relationship Id="rId7" Type="http://schemas.openxmlformats.org/officeDocument/2006/relationships/image" Target="../media/image5.png"/><Relationship Id="rId2" Type="http://schemas.openxmlformats.org/officeDocument/2006/relationships/slideLayout" Target="../slideLayouts/slideLayout3.xml"/><Relationship Id="rId1" Type="http://schemas.openxmlformats.org/officeDocument/2006/relationships/tags" Target="../tags/tag150.xml"/><Relationship Id="rId6" Type="http://schemas.openxmlformats.org/officeDocument/2006/relationships/image" Target="../media/image4.svg"/><Relationship Id="rId5" Type="http://schemas.openxmlformats.org/officeDocument/2006/relationships/image" Target="../media/image3.png"/><Relationship Id="rId4" Type="http://schemas.openxmlformats.org/officeDocument/2006/relationships/image" Target="../media/image201.png"/></Relationships>
</file>

<file path=ppt/slides/_rels/slide157.xml.rels><?xml version="1.0" encoding="UTF-8" standalone="yes"?>
<Relationships xmlns="http://schemas.openxmlformats.org/package/2006/relationships"><Relationship Id="rId8" Type="http://schemas.openxmlformats.org/officeDocument/2006/relationships/image" Target="../media/image6.svg"/><Relationship Id="rId3" Type="http://schemas.openxmlformats.org/officeDocument/2006/relationships/image" Target="../media/image210.png"/><Relationship Id="rId7" Type="http://schemas.openxmlformats.org/officeDocument/2006/relationships/image" Target="../media/image5.png"/><Relationship Id="rId2" Type="http://schemas.openxmlformats.org/officeDocument/2006/relationships/slideLayout" Target="../slideLayouts/slideLayout3.xml"/><Relationship Id="rId1" Type="http://schemas.openxmlformats.org/officeDocument/2006/relationships/tags" Target="../tags/tag151.xml"/><Relationship Id="rId6" Type="http://schemas.openxmlformats.org/officeDocument/2006/relationships/image" Target="../media/image4.svg"/><Relationship Id="rId5" Type="http://schemas.openxmlformats.org/officeDocument/2006/relationships/image" Target="../media/image3.png"/><Relationship Id="rId4" Type="http://schemas.openxmlformats.org/officeDocument/2006/relationships/image" Target="../media/image201.png"/></Relationships>
</file>

<file path=ppt/slides/_rels/slide158.xml.rels><?xml version="1.0" encoding="UTF-8" standalone="yes"?>
<Relationships xmlns="http://schemas.openxmlformats.org/package/2006/relationships"><Relationship Id="rId8" Type="http://schemas.openxmlformats.org/officeDocument/2006/relationships/image" Target="../media/image6.svg"/><Relationship Id="rId3" Type="http://schemas.openxmlformats.org/officeDocument/2006/relationships/image" Target="../media/image210.png"/><Relationship Id="rId7" Type="http://schemas.openxmlformats.org/officeDocument/2006/relationships/image" Target="../media/image5.png"/><Relationship Id="rId2" Type="http://schemas.openxmlformats.org/officeDocument/2006/relationships/slideLayout" Target="../slideLayouts/slideLayout3.xml"/><Relationship Id="rId1" Type="http://schemas.openxmlformats.org/officeDocument/2006/relationships/tags" Target="../tags/tag152.xml"/><Relationship Id="rId6" Type="http://schemas.openxmlformats.org/officeDocument/2006/relationships/image" Target="../media/image4.svg"/><Relationship Id="rId5" Type="http://schemas.openxmlformats.org/officeDocument/2006/relationships/image" Target="../media/image3.png"/><Relationship Id="rId4" Type="http://schemas.openxmlformats.org/officeDocument/2006/relationships/image" Target="../media/image201.png"/></Relationships>
</file>

<file path=ppt/slides/_rels/slide159.xml.rels><?xml version="1.0" encoding="UTF-8" standalone="yes"?>
<Relationships xmlns="http://schemas.openxmlformats.org/package/2006/relationships"><Relationship Id="rId8" Type="http://schemas.openxmlformats.org/officeDocument/2006/relationships/image" Target="../media/image6.svg"/><Relationship Id="rId3" Type="http://schemas.openxmlformats.org/officeDocument/2006/relationships/image" Target="../media/image210.png"/><Relationship Id="rId7" Type="http://schemas.openxmlformats.org/officeDocument/2006/relationships/image" Target="../media/image5.png"/><Relationship Id="rId2" Type="http://schemas.openxmlformats.org/officeDocument/2006/relationships/slideLayout" Target="../slideLayouts/slideLayout3.xml"/><Relationship Id="rId1" Type="http://schemas.openxmlformats.org/officeDocument/2006/relationships/tags" Target="../tags/tag153.xml"/><Relationship Id="rId6" Type="http://schemas.openxmlformats.org/officeDocument/2006/relationships/image" Target="../media/image4.svg"/><Relationship Id="rId5" Type="http://schemas.openxmlformats.org/officeDocument/2006/relationships/image" Target="../media/image3.png"/><Relationship Id="rId4" Type="http://schemas.openxmlformats.org/officeDocument/2006/relationships/image" Target="../media/image201.png"/></Relationships>
</file>

<file path=ppt/slides/_rels/slide160.xml.rels><?xml version="1.0" encoding="UTF-8" standalone="yes"?>
<Relationships xmlns="http://schemas.openxmlformats.org/package/2006/relationships"><Relationship Id="rId8" Type="http://schemas.openxmlformats.org/officeDocument/2006/relationships/image" Target="../media/image6.svg"/><Relationship Id="rId3" Type="http://schemas.openxmlformats.org/officeDocument/2006/relationships/image" Target="../media/image210.png"/><Relationship Id="rId7" Type="http://schemas.openxmlformats.org/officeDocument/2006/relationships/image" Target="../media/image5.png"/><Relationship Id="rId2" Type="http://schemas.openxmlformats.org/officeDocument/2006/relationships/slideLayout" Target="../slideLayouts/slideLayout3.xml"/><Relationship Id="rId1" Type="http://schemas.openxmlformats.org/officeDocument/2006/relationships/tags" Target="../tags/tag154.xml"/><Relationship Id="rId6" Type="http://schemas.openxmlformats.org/officeDocument/2006/relationships/image" Target="../media/image4.svg"/><Relationship Id="rId5" Type="http://schemas.openxmlformats.org/officeDocument/2006/relationships/image" Target="../media/image3.png"/><Relationship Id="rId4" Type="http://schemas.openxmlformats.org/officeDocument/2006/relationships/image" Target="../media/image201.png"/></Relationships>
</file>

<file path=ppt/slides/_rels/slide161.xml.rels><?xml version="1.0" encoding="UTF-8" standalone="yes"?>
<Relationships xmlns="http://schemas.openxmlformats.org/package/2006/relationships"><Relationship Id="rId8" Type="http://schemas.openxmlformats.org/officeDocument/2006/relationships/image" Target="../media/image6.svg"/><Relationship Id="rId3" Type="http://schemas.openxmlformats.org/officeDocument/2006/relationships/image" Target="../media/image210.png"/><Relationship Id="rId7" Type="http://schemas.openxmlformats.org/officeDocument/2006/relationships/image" Target="../media/image5.png"/><Relationship Id="rId2" Type="http://schemas.openxmlformats.org/officeDocument/2006/relationships/slideLayout" Target="../slideLayouts/slideLayout3.xml"/><Relationship Id="rId1" Type="http://schemas.openxmlformats.org/officeDocument/2006/relationships/tags" Target="../tags/tag155.xml"/><Relationship Id="rId6" Type="http://schemas.openxmlformats.org/officeDocument/2006/relationships/image" Target="../media/image4.svg"/><Relationship Id="rId5" Type="http://schemas.openxmlformats.org/officeDocument/2006/relationships/image" Target="../media/image3.png"/><Relationship Id="rId4" Type="http://schemas.openxmlformats.org/officeDocument/2006/relationships/image" Target="../media/image201.png"/></Relationships>
</file>

<file path=ppt/slides/_rels/slide162.xml.rels><?xml version="1.0" encoding="UTF-8" standalone="yes"?>
<Relationships xmlns="http://schemas.openxmlformats.org/package/2006/relationships"><Relationship Id="rId8" Type="http://schemas.openxmlformats.org/officeDocument/2006/relationships/image" Target="../media/image6.svg"/><Relationship Id="rId3" Type="http://schemas.openxmlformats.org/officeDocument/2006/relationships/image" Target="../media/image210.png"/><Relationship Id="rId7" Type="http://schemas.openxmlformats.org/officeDocument/2006/relationships/image" Target="../media/image5.png"/><Relationship Id="rId2" Type="http://schemas.openxmlformats.org/officeDocument/2006/relationships/slideLayout" Target="../slideLayouts/slideLayout3.xml"/><Relationship Id="rId1" Type="http://schemas.openxmlformats.org/officeDocument/2006/relationships/tags" Target="../tags/tag156.xml"/><Relationship Id="rId6" Type="http://schemas.openxmlformats.org/officeDocument/2006/relationships/image" Target="../media/image4.svg"/><Relationship Id="rId5" Type="http://schemas.openxmlformats.org/officeDocument/2006/relationships/image" Target="../media/image3.png"/><Relationship Id="rId4" Type="http://schemas.openxmlformats.org/officeDocument/2006/relationships/image" Target="../media/image201.png"/></Relationships>
</file>

<file path=ppt/slides/_rels/slide163.xml.rels><?xml version="1.0" encoding="UTF-8" standalone="yes"?>
<Relationships xmlns="http://schemas.openxmlformats.org/package/2006/relationships"><Relationship Id="rId8" Type="http://schemas.openxmlformats.org/officeDocument/2006/relationships/image" Target="../media/image6.svg"/><Relationship Id="rId3" Type="http://schemas.openxmlformats.org/officeDocument/2006/relationships/image" Target="../media/image210.png"/><Relationship Id="rId7" Type="http://schemas.openxmlformats.org/officeDocument/2006/relationships/image" Target="../media/image5.png"/><Relationship Id="rId2" Type="http://schemas.openxmlformats.org/officeDocument/2006/relationships/slideLayout" Target="../slideLayouts/slideLayout3.xml"/><Relationship Id="rId1" Type="http://schemas.openxmlformats.org/officeDocument/2006/relationships/tags" Target="../tags/tag157.xml"/><Relationship Id="rId6" Type="http://schemas.openxmlformats.org/officeDocument/2006/relationships/image" Target="../media/image4.svg"/><Relationship Id="rId5" Type="http://schemas.openxmlformats.org/officeDocument/2006/relationships/image" Target="../media/image3.png"/><Relationship Id="rId4" Type="http://schemas.openxmlformats.org/officeDocument/2006/relationships/image" Target="../media/image201.png"/></Relationships>
</file>

<file path=ppt/slides/_rels/slide164.xml.rels><?xml version="1.0" encoding="UTF-8" standalone="yes"?>
<Relationships xmlns="http://schemas.openxmlformats.org/package/2006/relationships"><Relationship Id="rId8" Type="http://schemas.openxmlformats.org/officeDocument/2006/relationships/image" Target="../media/image6.svg"/><Relationship Id="rId3" Type="http://schemas.openxmlformats.org/officeDocument/2006/relationships/image" Target="../media/image210.png"/><Relationship Id="rId7" Type="http://schemas.openxmlformats.org/officeDocument/2006/relationships/image" Target="../media/image5.png"/><Relationship Id="rId2" Type="http://schemas.openxmlformats.org/officeDocument/2006/relationships/slideLayout" Target="../slideLayouts/slideLayout3.xml"/><Relationship Id="rId1" Type="http://schemas.openxmlformats.org/officeDocument/2006/relationships/tags" Target="../tags/tag158.xml"/><Relationship Id="rId6" Type="http://schemas.openxmlformats.org/officeDocument/2006/relationships/image" Target="../media/image4.svg"/><Relationship Id="rId5" Type="http://schemas.openxmlformats.org/officeDocument/2006/relationships/image" Target="../media/image3.png"/><Relationship Id="rId4" Type="http://schemas.openxmlformats.org/officeDocument/2006/relationships/image" Target="../media/image201.png"/></Relationships>
</file>

<file path=ppt/slides/_rels/slide165.xml.rels><?xml version="1.0" encoding="UTF-8" standalone="yes"?>
<Relationships xmlns="http://schemas.openxmlformats.org/package/2006/relationships"><Relationship Id="rId8" Type="http://schemas.openxmlformats.org/officeDocument/2006/relationships/image" Target="../media/image6.svg"/><Relationship Id="rId3" Type="http://schemas.openxmlformats.org/officeDocument/2006/relationships/image" Target="../media/image210.png"/><Relationship Id="rId7" Type="http://schemas.openxmlformats.org/officeDocument/2006/relationships/image" Target="../media/image5.png"/><Relationship Id="rId2" Type="http://schemas.openxmlformats.org/officeDocument/2006/relationships/slideLayout" Target="../slideLayouts/slideLayout3.xml"/><Relationship Id="rId1" Type="http://schemas.openxmlformats.org/officeDocument/2006/relationships/tags" Target="../tags/tag159.xml"/><Relationship Id="rId6" Type="http://schemas.openxmlformats.org/officeDocument/2006/relationships/image" Target="../media/image4.svg"/><Relationship Id="rId5" Type="http://schemas.openxmlformats.org/officeDocument/2006/relationships/image" Target="../media/image3.png"/><Relationship Id="rId4" Type="http://schemas.openxmlformats.org/officeDocument/2006/relationships/image" Target="../media/image201.png"/></Relationships>
</file>

<file path=ppt/slides/_rels/slide166.xml.rels><?xml version="1.0" encoding="UTF-8" standalone="yes"?>
<Relationships xmlns="http://schemas.openxmlformats.org/package/2006/relationships"><Relationship Id="rId8" Type="http://schemas.openxmlformats.org/officeDocument/2006/relationships/image" Target="../media/image6.svg"/><Relationship Id="rId3" Type="http://schemas.openxmlformats.org/officeDocument/2006/relationships/image" Target="../media/image210.png"/><Relationship Id="rId7" Type="http://schemas.openxmlformats.org/officeDocument/2006/relationships/image" Target="../media/image5.png"/><Relationship Id="rId2" Type="http://schemas.openxmlformats.org/officeDocument/2006/relationships/slideLayout" Target="../slideLayouts/slideLayout3.xml"/><Relationship Id="rId1" Type="http://schemas.openxmlformats.org/officeDocument/2006/relationships/tags" Target="../tags/tag160.xml"/><Relationship Id="rId6" Type="http://schemas.openxmlformats.org/officeDocument/2006/relationships/image" Target="../media/image4.svg"/><Relationship Id="rId5" Type="http://schemas.openxmlformats.org/officeDocument/2006/relationships/image" Target="../media/image3.png"/><Relationship Id="rId4" Type="http://schemas.openxmlformats.org/officeDocument/2006/relationships/image" Target="../media/image201.png"/></Relationships>
</file>

<file path=ppt/slides/_rels/slide167.xml.rels><?xml version="1.0" encoding="UTF-8" standalone="yes"?>
<Relationships xmlns="http://schemas.openxmlformats.org/package/2006/relationships"><Relationship Id="rId8" Type="http://schemas.openxmlformats.org/officeDocument/2006/relationships/image" Target="../media/image6.svg"/><Relationship Id="rId3" Type="http://schemas.openxmlformats.org/officeDocument/2006/relationships/image" Target="../media/image210.png"/><Relationship Id="rId7" Type="http://schemas.openxmlformats.org/officeDocument/2006/relationships/image" Target="../media/image5.png"/><Relationship Id="rId2" Type="http://schemas.openxmlformats.org/officeDocument/2006/relationships/slideLayout" Target="../slideLayouts/slideLayout3.xml"/><Relationship Id="rId1" Type="http://schemas.openxmlformats.org/officeDocument/2006/relationships/tags" Target="../tags/tag161.xml"/><Relationship Id="rId6" Type="http://schemas.openxmlformats.org/officeDocument/2006/relationships/image" Target="../media/image4.svg"/><Relationship Id="rId5" Type="http://schemas.openxmlformats.org/officeDocument/2006/relationships/image" Target="../media/image3.png"/><Relationship Id="rId4" Type="http://schemas.openxmlformats.org/officeDocument/2006/relationships/image" Target="../media/image201.png"/></Relationships>
</file>

<file path=ppt/slides/_rels/slide168.xml.rels><?xml version="1.0" encoding="UTF-8" standalone="yes"?>
<Relationships xmlns="http://schemas.openxmlformats.org/package/2006/relationships"><Relationship Id="rId8" Type="http://schemas.openxmlformats.org/officeDocument/2006/relationships/image" Target="../media/image6.svg"/><Relationship Id="rId3" Type="http://schemas.openxmlformats.org/officeDocument/2006/relationships/image" Target="../media/image210.png"/><Relationship Id="rId7" Type="http://schemas.openxmlformats.org/officeDocument/2006/relationships/image" Target="../media/image5.png"/><Relationship Id="rId2" Type="http://schemas.openxmlformats.org/officeDocument/2006/relationships/slideLayout" Target="../slideLayouts/slideLayout3.xml"/><Relationship Id="rId1" Type="http://schemas.openxmlformats.org/officeDocument/2006/relationships/tags" Target="../tags/tag162.xml"/><Relationship Id="rId6" Type="http://schemas.openxmlformats.org/officeDocument/2006/relationships/image" Target="../media/image4.svg"/><Relationship Id="rId5" Type="http://schemas.openxmlformats.org/officeDocument/2006/relationships/image" Target="../media/image3.png"/><Relationship Id="rId4" Type="http://schemas.openxmlformats.org/officeDocument/2006/relationships/image" Target="../media/image201.png"/></Relationships>
</file>

<file path=ppt/slides/_rels/slide169.xml.rels><?xml version="1.0" encoding="UTF-8" standalone="yes"?>
<Relationships xmlns="http://schemas.openxmlformats.org/package/2006/relationships"><Relationship Id="rId8" Type="http://schemas.openxmlformats.org/officeDocument/2006/relationships/image" Target="../media/image6.svg"/><Relationship Id="rId3" Type="http://schemas.openxmlformats.org/officeDocument/2006/relationships/image" Target="../media/image210.png"/><Relationship Id="rId7" Type="http://schemas.openxmlformats.org/officeDocument/2006/relationships/image" Target="../media/image5.png"/><Relationship Id="rId2" Type="http://schemas.openxmlformats.org/officeDocument/2006/relationships/slideLayout" Target="../slideLayouts/slideLayout3.xml"/><Relationship Id="rId1" Type="http://schemas.openxmlformats.org/officeDocument/2006/relationships/tags" Target="../tags/tag163.xml"/><Relationship Id="rId6" Type="http://schemas.openxmlformats.org/officeDocument/2006/relationships/image" Target="../media/image4.svg"/><Relationship Id="rId5" Type="http://schemas.openxmlformats.org/officeDocument/2006/relationships/image" Target="../media/image3.png"/><Relationship Id="rId4" Type="http://schemas.openxmlformats.org/officeDocument/2006/relationships/image" Target="../media/image201.png"/></Relationships>
</file>

<file path=ppt/slides/_rels/slide170.xml.rels><?xml version="1.0" encoding="UTF-8" standalone="yes"?>
<Relationships xmlns="http://schemas.openxmlformats.org/package/2006/relationships"><Relationship Id="rId8" Type="http://schemas.openxmlformats.org/officeDocument/2006/relationships/image" Target="../media/image6.svg"/><Relationship Id="rId3" Type="http://schemas.openxmlformats.org/officeDocument/2006/relationships/image" Target="../media/image210.png"/><Relationship Id="rId7" Type="http://schemas.openxmlformats.org/officeDocument/2006/relationships/image" Target="../media/image5.png"/><Relationship Id="rId2" Type="http://schemas.openxmlformats.org/officeDocument/2006/relationships/slideLayout" Target="../slideLayouts/slideLayout3.xml"/><Relationship Id="rId1" Type="http://schemas.openxmlformats.org/officeDocument/2006/relationships/tags" Target="../tags/tag164.xml"/><Relationship Id="rId6" Type="http://schemas.openxmlformats.org/officeDocument/2006/relationships/image" Target="../media/image4.svg"/><Relationship Id="rId5" Type="http://schemas.openxmlformats.org/officeDocument/2006/relationships/image" Target="../media/image3.png"/><Relationship Id="rId4" Type="http://schemas.openxmlformats.org/officeDocument/2006/relationships/image" Target="../media/image201.png"/></Relationships>
</file>

<file path=ppt/slides/_rels/slide171.xml.rels><?xml version="1.0" encoding="UTF-8" standalone="yes"?>
<Relationships xmlns="http://schemas.openxmlformats.org/package/2006/relationships"><Relationship Id="rId8" Type="http://schemas.openxmlformats.org/officeDocument/2006/relationships/image" Target="../media/image6.svg"/><Relationship Id="rId3" Type="http://schemas.openxmlformats.org/officeDocument/2006/relationships/image" Target="../media/image210.png"/><Relationship Id="rId7" Type="http://schemas.openxmlformats.org/officeDocument/2006/relationships/image" Target="../media/image5.png"/><Relationship Id="rId2" Type="http://schemas.openxmlformats.org/officeDocument/2006/relationships/slideLayout" Target="../slideLayouts/slideLayout3.xml"/><Relationship Id="rId1" Type="http://schemas.openxmlformats.org/officeDocument/2006/relationships/tags" Target="../tags/tag165.xml"/><Relationship Id="rId6" Type="http://schemas.openxmlformats.org/officeDocument/2006/relationships/image" Target="../media/image4.svg"/><Relationship Id="rId5" Type="http://schemas.openxmlformats.org/officeDocument/2006/relationships/image" Target="../media/image3.png"/><Relationship Id="rId4" Type="http://schemas.openxmlformats.org/officeDocument/2006/relationships/image" Target="../media/image201.png"/></Relationships>
</file>

<file path=ppt/slides/_rels/slide172.xml.rels><?xml version="1.0" encoding="UTF-8" standalone="yes"?>
<Relationships xmlns="http://schemas.openxmlformats.org/package/2006/relationships"><Relationship Id="rId8" Type="http://schemas.openxmlformats.org/officeDocument/2006/relationships/image" Target="../media/image6.svg"/><Relationship Id="rId3" Type="http://schemas.openxmlformats.org/officeDocument/2006/relationships/image" Target="../media/image210.png"/><Relationship Id="rId7" Type="http://schemas.openxmlformats.org/officeDocument/2006/relationships/image" Target="../media/image5.png"/><Relationship Id="rId2" Type="http://schemas.openxmlformats.org/officeDocument/2006/relationships/slideLayout" Target="../slideLayouts/slideLayout3.xml"/><Relationship Id="rId1" Type="http://schemas.openxmlformats.org/officeDocument/2006/relationships/tags" Target="../tags/tag166.xml"/><Relationship Id="rId6" Type="http://schemas.openxmlformats.org/officeDocument/2006/relationships/image" Target="../media/image4.svg"/><Relationship Id="rId5" Type="http://schemas.openxmlformats.org/officeDocument/2006/relationships/image" Target="../media/image3.png"/><Relationship Id="rId4" Type="http://schemas.openxmlformats.org/officeDocument/2006/relationships/image" Target="../media/image201.png"/></Relationships>
</file>

<file path=ppt/slides/_rels/slide173.xml.rels><?xml version="1.0" encoding="UTF-8" standalone="yes"?>
<Relationships xmlns="http://schemas.openxmlformats.org/package/2006/relationships"><Relationship Id="rId8" Type="http://schemas.openxmlformats.org/officeDocument/2006/relationships/image" Target="../media/image6.svg"/><Relationship Id="rId3" Type="http://schemas.openxmlformats.org/officeDocument/2006/relationships/image" Target="../media/image210.png"/><Relationship Id="rId7" Type="http://schemas.openxmlformats.org/officeDocument/2006/relationships/image" Target="../media/image5.png"/><Relationship Id="rId2" Type="http://schemas.openxmlformats.org/officeDocument/2006/relationships/slideLayout" Target="../slideLayouts/slideLayout3.xml"/><Relationship Id="rId1" Type="http://schemas.openxmlformats.org/officeDocument/2006/relationships/tags" Target="../tags/tag167.xml"/><Relationship Id="rId6" Type="http://schemas.openxmlformats.org/officeDocument/2006/relationships/image" Target="../media/image4.svg"/><Relationship Id="rId11" Type="http://schemas.openxmlformats.org/officeDocument/2006/relationships/image" Target="../media/image27.png"/><Relationship Id="rId5" Type="http://schemas.openxmlformats.org/officeDocument/2006/relationships/image" Target="../media/image3.png"/><Relationship Id="rId10" Type="http://schemas.openxmlformats.org/officeDocument/2006/relationships/image" Target="../media/image260.png"/><Relationship Id="rId4" Type="http://schemas.openxmlformats.org/officeDocument/2006/relationships/image" Target="../media/image240.png"/><Relationship Id="rId9" Type="http://schemas.openxmlformats.org/officeDocument/2006/relationships/image" Target="../media/image25.png"/></Relationships>
</file>

<file path=ppt/slides/_rels/slide174.xml.rels><?xml version="1.0" encoding="UTF-8" standalone="yes"?>
<Relationships xmlns="http://schemas.openxmlformats.org/package/2006/relationships"><Relationship Id="rId8" Type="http://schemas.openxmlformats.org/officeDocument/2006/relationships/image" Target="../media/image6.svg"/><Relationship Id="rId3" Type="http://schemas.openxmlformats.org/officeDocument/2006/relationships/image" Target="../media/image210.png"/><Relationship Id="rId7" Type="http://schemas.openxmlformats.org/officeDocument/2006/relationships/image" Target="../media/image5.png"/><Relationship Id="rId2" Type="http://schemas.openxmlformats.org/officeDocument/2006/relationships/slideLayout" Target="../slideLayouts/slideLayout3.xml"/><Relationship Id="rId1" Type="http://schemas.openxmlformats.org/officeDocument/2006/relationships/tags" Target="../tags/tag168.xml"/><Relationship Id="rId6" Type="http://schemas.openxmlformats.org/officeDocument/2006/relationships/image" Target="../media/image4.svg"/><Relationship Id="rId11" Type="http://schemas.openxmlformats.org/officeDocument/2006/relationships/image" Target="../media/image27.png"/><Relationship Id="rId5" Type="http://schemas.openxmlformats.org/officeDocument/2006/relationships/image" Target="../media/image3.png"/><Relationship Id="rId10" Type="http://schemas.openxmlformats.org/officeDocument/2006/relationships/image" Target="../media/image260.png"/><Relationship Id="rId4" Type="http://schemas.openxmlformats.org/officeDocument/2006/relationships/image" Target="../media/image240.png"/><Relationship Id="rId9" Type="http://schemas.openxmlformats.org/officeDocument/2006/relationships/image" Target="../media/image25.png"/></Relationships>
</file>

<file path=ppt/slides/_rels/slide175.xml.rels><?xml version="1.0" encoding="UTF-8" standalone="yes"?>
<Relationships xmlns="http://schemas.openxmlformats.org/package/2006/relationships"><Relationship Id="rId8" Type="http://schemas.openxmlformats.org/officeDocument/2006/relationships/image" Target="../media/image6.svg"/><Relationship Id="rId3" Type="http://schemas.openxmlformats.org/officeDocument/2006/relationships/image" Target="../media/image210.png"/><Relationship Id="rId7" Type="http://schemas.openxmlformats.org/officeDocument/2006/relationships/image" Target="../media/image5.png"/><Relationship Id="rId2" Type="http://schemas.openxmlformats.org/officeDocument/2006/relationships/slideLayout" Target="../slideLayouts/slideLayout3.xml"/><Relationship Id="rId1" Type="http://schemas.openxmlformats.org/officeDocument/2006/relationships/tags" Target="../tags/tag169.xml"/><Relationship Id="rId6" Type="http://schemas.openxmlformats.org/officeDocument/2006/relationships/image" Target="../media/image4.svg"/><Relationship Id="rId11" Type="http://schemas.openxmlformats.org/officeDocument/2006/relationships/image" Target="../media/image27.png"/><Relationship Id="rId5" Type="http://schemas.openxmlformats.org/officeDocument/2006/relationships/image" Target="../media/image3.png"/><Relationship Id="rId10" Type="http://schemas.openxmlformats.org/officeDocument/2006/relationships/image" Target="../media/image260.png"/><Relationship Id="rId4" Type="http://schemas.openxmlformats.org/officeDocument/2006/relationships/image" Target="../media/image240.png"/><Relationship Id="rId9" Type="http://schemas.openxmlformats.org/officeDocument/2006/relationships/image" Target="../media/image25.png"/></Relationships>
</file>

<file path=ppt/slides/_rels/slide176.xml.rels><?xml version="1.0" encoding="UTF-8" standalone="yes"?>
<Relationships xmlns="http://schemas.openxmlformats.org/package/2006/relationships"><Relationship Id="rId8" Type="http://schemas.openxmlformats.org/officeDocument/2006/relationships/image" Target="../media/image6.svg"/><Relationship Id="rId3" Type="http://schemas.openxmlformats.org/officeDocument/2006/relationships/image" Target="../media/image210.png"/><Relationship Id="rId7" Type="http://schemas.openxmlformats.org/officeDocument/2006/relationships/image" Target="../media/image5.png"/><Relationship Id="rId2" Type="http://schemas.openxmlformats.org/officeDocument/2006/relationships/slideLayout" Target="../slideLayouts/slideLayout3.xml"/><Relationship Id="rId1" Type="http://schemas.openxmlformats.org/officeDocument/2006/relationships/tags" Target="../tags/tag170.xml"/><Relationship Id="rId6" Type="http://schemas.openxmlformats.org/officeDocument/2006/relationships/image" Target="../media/image4.svg"/><Relationship Id="rId11" Type="http://schemas.openxmlformats.org/officeDocument/2006/relationships/image" Target="../media/image27.png"/><Relationship Id="rId5" Type="http://schemas.openxmlformats.org/officeDocument/2006/relationships/image" Target="../media/image3.png"/><Relationship Id="rId10" Type="http://schemas.openxmlformats.org/officeDocument/2006/relationships/image" Target="../media/image260.png"/><Relationship Id="rId4" Type="http://schemas.openxmlformats.org/officeDocument/2006/relationships/image" Target="../media/image240.png"/><Relationship Id="rId9" Type="http://schemas.openxmlformats.org/officeDocument/2006/relationships/image" Target="../media/image25.png"/></Relationships>
</file>

<file path=ppt/slides/_rels/slide177.xml.rels><?xml version="1.0" encoding="UTF-8" standalone="yes"?>
<Relationships xmlns="http://schemas.openxmlformats.org/package/2006/relationships"><Relationship Id="rId8" Type="http://schemas.openxmlformats.org/officeDocument/2006/relationships/image" Target="../media/image6.svg"/><Relationship Id="rId3" Type="http://schemas.openxmlformats.org/officeDocument/2006/relationships/image" Target="../media/image210.png"/><Relationship Id="rId7" Type="http://schemas.openxmlformats.org/officeDocument/2006/relationships/image" Target="../media/image5.png"/><Relationship Id="rId2" Type="http://schemas.openxmlformats.org/officeDocument/2006/relationships/slideLayout" Target="../slideLayouts/slideLayout3.xml"/><Relationship Id="rId1" Type="http://schemas.openxmlformats.org/officeDocument/2006/relationships/tags" Target="../tags/tag171.xml"/><Relationship Id="rId6" Type="http://schemas.openxmlformats.org/officeDocument/2006/relationships/image" Target="../media/image4.svg"/><Relationship Id="rId11" Type="http://schemas.openxmlformats.org/officeDocument/2006/relationships/image" Target="../media/image27.png"/><Relationship Id="rId5" Type="http://schemas.openxmlformats.org/officeDocument/2006/relationships/image" Target="../media/image3.png"/><Relationship Id="rId10" Type="http://schemas.openxmlformats.org/officeDocument/2006/relationships/image" Target="../media/image260.png"/><Relationship Id="rId4" Type="http://schemas.openxmlformats.org/officeDocument/2006/relationships/image" Target="../media/image240.png"/><Relationship Id="rId9" Type="http://schemas.openxmlformats.org/officeDocument/2006/relationships/image" Target="../media/image25.png"/></Relationships>
</file>

<file path=ppt/slides/_rels/slide178.xml.rels><?xml version="1.0" encoding="UTF-8" standalone="yes"?>
<Relationships xmlns="http://schemas.openxmlformats.org/package/2006/relationships"><Relationship Id="rId8" Type="http://schemas.openxmlformats.org/officeDocument/2006/relationships/image" Target="../media/image6.svg"/><Relationship Id="rId3" Type="http://schemas.openxmlformats.org/officeDocument/2006/relationships/image" Target="../media/image210.png"/><Relationship Id="rId7" Type="http://schemas.openxmlformats.org/officeDocument/2006/relationships/image" Target="../media/image5.png"/><Relationship Id="rId2" Type="http://schemas.openxmlformats.org/officeDocument/2006/relationships/slideLayout" Target="../slideLayouts/slideLayout3.xml"/><Relationship Id="rId1" Type="http://schemas.openxmlformats.org/officeDocument/2006/relationships/tags" Target="../tags/tag172.xml"/><Relationship Id="rId6" Type="http://schemas.openxmlformats.org/officeDocument/2006/relationships/image" Target="../media/image4.svg"/><Relationship Id="rId11" Type="http://schemas.openxmlformats.org/officeDocument/2006/relationships/image" Target="../media/image27.png"/><Relationship Id="rId5" Type="http://schemas.openxmlformats.org/officeDocument/2006/relationships/image" Target="../media/image3.png"/><Relationship Id="rId10" Type="http://schemas.openxmlformats.org/officeDocument/2006/relationships/image" Target="../media/image260.png"/><Relationship Id="rId4" Type="http://schemas.openxmlformats.org/officeDocument/2006/relationships/image" Target="../media/image240.png"/><Relationship Id="rId9" Type="http://schemas.openxmlformats.org/officeDocument/2006/relationships/image" Target="../media/image25.png"/></Relationships>
</file>

<file path=ppt/slides/_rels/slide179.xml.rels><?xml version="1.0" encoding="UTF-8" standalone="yes"?>
<Relationships xmlns="http://schemas.openxmlformats.org/package/2006/relationships"><Relationship Id="rId8" Type="http://schemas.openxmlformats.org/officeDocument/2006/relationships/image" Target="../media/image6.svg"/><Relationship Id="rId3" Type="http://schemas.openxmlformats.org/officeDocument/2006/relationships/image" Target="../media/image210.png"/><Relationship Id="rId7" Type="http://schemas.openxmlformats.org/officeDocument/2006/relationships/image" Target="../media/image5.png"/><Relationship Id="rId2" Type="http://schemas.openxmlformats.org/officeDocument/2006/relationships/slideLayout" Target="../slideLayouts/slideLayout3.xml"/><Relationship Id="rId1" Type="http://schemas.openxmlformats.org/officeDocument/2006/relationships/tags" Target="../tags/tag173.xml"/><Relationship Id="rId6" Type="http://schemas.openxmlformats.org/officeDocument/2006/relationships/image" Target="../media/image4.svg"/><Relationship Id="rId11" Type="http://schemas.openxmlformats.org/officeDocument/2006/relationships/image" Target="../media/image27.png"/><Relationship Id="rId5" Type="http://schemas.openxmlformats.org/officeDocument/2006/relationships/image" Target="../media/image3.png"/><Relationship Id="rId10" Type="http://schemas.openxmlformats.org/officeDocument/2006/relationships/image" Target="../media/image260.png"/><Relationship Id="rId4" Type="http://schemas.openxmlformats.org/officeDocument/2006/relationships/image" Target="../media/image240.png"/><Relationship Id="rId9" Type="http://schemas.openxmlformats.org/officeDocument/2006/relationships/image" Target="../media/image25.png"/></Relationships>
</file>

<file path=ppt/slides/_rels/slide180.xml.rels><?xml version="1.0" encoding="UTF-8" standalone="yes"?>
<Relationships xmlns="http://schemas.openxmlformats.org/package/2006/relationships"><Relationship Id="rId8" Type="http://schemas.openxmlformats.org/officeDocument/2006/relationships/image" Target="../media/image6.svg"/><Relationship Id="rId3" Type="http://schemas.openxmlformats.org/officeDocument/2006/relationships/image" Target="../media/image210.png"/><Relationship Id="rId7" Type="http://schemas.openxmlformats.org/officeDocument/2006/relationships/image" Target="../media/image5.png"/><Relationship Id="rId2" Type="http://schemas.openxmlformats.org/officeDocument/2006/relationships/slideLayout" Target="../slideLayouts/slideLayout3.xml"/><Relationship Id="rId1" Type="http://schemas.openxmlformats.org/officeDocument/2006/relationships/tags" Target="../tags/tag174.xml"/><Relationship Id="rId6" Type="http://schemas.openxmlformats.org/officeDocument/2006/relationships/image" Target="../media/image4.svg"/><Relationship Id="rId11" Type="http://schemas.openxmlformats.org/officeDocument/2006/relationships/image" Target="../media/image27.png"/><Relationship Id="rId5" Type="http://schemas.openxmlformats.org/officeDocument/2006/relationships/image" Target="../media/image3.png"/><Relationship Id="rId10" Type="http://schemas.openxmlformats.org/officeDocument/2006/relationships/image" Target="../media/image260.png"/><Relationship Id="rId4" Type="http://schemas.openxmlformats.org/officeDocument/2006/relationships/image" Target="../media/image240.png"/><Relationship Id="rId9" Type="http://schemas.openxmlformats.org/officeDocument/2006/relationships/image" Target="../media/image25.png"/></Relationships>
</file>

<file path=ppt/slides/_rels/slide181.xml.rels><?xml version="1.0" encoding="UTF-8" standalone="yes"?>
<Relationships xmlns="http://schemas.openxmlformats.org/package/2006/relationships"><Relationship Id="rId8" Type="http://schemas.openxmlformats.org/officeDocument/2006/relationships/image" Target="../media/image6.svg"/><Relationship Id="rId3" Type="http://schemas.openxmlformats.org/officeDocument/2006/relationships/image" Target="../media/image210.png"/><Relationship Id="rId7" Type="http://schemas.openxmlformats.org/officeDocument/2006/relationships/image" Target="../media/image5.png"/><Relationship Id="rId2" Type="http://schemas.openxmlformats.org/officeDocument/2006/relationships/slideLayout" Target="../slideLayouts/slideLayout3.xml"/><Relationship Id="rId1" Type="http://schemas.openxmlformats.org/officeDocument/2006/relationships/tags" Target="../tags/tag175.xml"/><Relationship Id="rId6" Type="http://schemas.openxmlformats.org/officeDocument/2006/relationships/image" Target="../media/image4.svg"/><Relationship Id="rId11" Type="http://schemas.openxmlformats.org/officeDocument/2006/relationships/image" Target="../media/image27.png"/><Relationship Id="rId5" Type="http://schemas.openxmlformats.org/officeDocument/2006/relationships/image" Target="../media/image3.png"/><Relationship Id="rId10" Type="http://schemas.openxmlformats.org/officeDocument/2006/relationships/image" Target="../media/image260.png"/><Relationship Id="rId4" Type="http://schemas.openxmlformats.org/officeDocument/2006/relationships/image" Target="../media/image240.png"/><Relationship Id="rId9" Type="http://schemas.openxmlformats.org/officeDocument/2006/relationships/image" Target="../media/image25.png"/></Relationships>
</file>

<file path=ppt/slides/_rels/slide182.xml.rels><?xml version="1.0" encoding="UTF-8" standalone="yes"?>
<Relationships xmlns="http://schemas.openxmlformats.org/package/2006/relationships"><Relationship Id="rId3" Type="http://schemas.openxmlformats.org/officeDocument/2006/relationships/image" Target="../media/image280.png"/><Relationship Id="rId2" Type="http://schemas.openxmlformats.org/officeDocument/2006/relationships/slideLayout" Target="../slideLayouts/slideLayout3.xml"/><Relationship Id="rId1" Type="http://schemas.openxmlformats.org/officeDocument/2006/relationships/tags" Target="../tags/tag176.xml"/></Relationships>
</file>

<file path=ppt/slides/_rels/slide183.xml.rels><?xml version="1.0" encoding="UTF-8" standalone="yes"?>
<Relationships xmlns="http://schemas.openxmlformats.org/package/2006/relationships"><Relationship Id="rId3" Type="http://schemas.openxmlformats.org/officeDocument/2006/relationships/image" Target="../media/image29.png"/><Relationship Id="rId2" Type="http://schemas.openxmlformats.org/officeDocument/2006/relationships/slideLayout" Target="../slideLayouts/slideLayout3.xml"/><Relationship Id="rId1" Type="http://schemas.openxmlformats.org/officeDocument/2006/relationships/tags" Target="../tags/tag177.xml"/><Relationship Id="rId4" Type="http://schemas.openxmlformats.org/officeDocument/2006/relationships/image" Target="../media/image280.png"/></Relationships>
</file>

<file path=ppt/slides/_rels/slide184.xml.rels><?xml version="1.0" encoding="UTF-8" standalone="yes"?>
<Relationships xmlns="http://schemas.openxmlformats.org/package/2006/relationships"><Relationship Id="rId3" Type="http://schemas.openxmlformats.org/officeDocument/2006/relationships/image" Target="../media/image300.png"/><Relationship Id="rId2" Type="http://schemas.openxmlformats.org/officeDocument/2006/relationships/slideLayout" Target="../slideLayouts/slideLayout3.xml"/><Relationship Id="rId1" Type="http://schemas.openxmlformats.org/officeDocument/2006/relationships/tags" Target="../tags/tag178.xml"/><Relationship Id="rId4" Type="http://schemas.openxmlformats.org/officeDocument/2006/relationships/image" Target="../media/image29.png"/></Relationships>
</file>

<file path=ppt/slides/_rels/slide185.xml.rels><?xml version="1.0" encoding="UTF-8" standalone="yes"?>
<Relationships xmlns="http://schemas.openxmlformats.org/package/2006/relationships"><Relationship Id="rId3" Type="http://schemas.openxmlformats.org/officeDocument/2006/relationships/image" Target="../media/image31.png"/><Relationship Id="rId2" Type="http://schemas.openxmlformats.org/officeDocument/2006/relationships/slideLayout" Target="../slideLayouts/slideLayout3.xml"/><Relationship Id="rId1" Type="http://schemas.openxmlformats.org/officeDocument/2006/relationships/tags" Target="../tags/tag179.xml"/><Relationship Id="rId4" Type="http://schemas.openxmlformats.org/officeDocument/2006/relationships/image" Target="../media/image300.png"/></Relationships>
</file>

<file path=ppt/slides/_rels/slide186.xml.rels><?xml version="1.0" encoding="UTF-8" standalone="yes"?>
<Relationships xmlns="http://schemas.openxmlformats.org/package/2006/relationships"><Relationship Id="rId3" Type="http://schemas.openxmlformats.org/officeDocument/2006/relationships/image" Target="../media/image31.png"/><Relationship Id="rId2" Type="http://schemas.openxmlformats.org/officeDocument/2006/relationships/slideLayout" Target="../slideLayouts/slideLayout3.xml"/><Relationship Id="rId1" Type="http://schemas.openxmlformats.org/officeDocument/2006/relationships/tags" Target="../tags/tag180.xml"/></Relationships>
</file>

<file path=ppt/slides/_rels/slide187.xml.rels><?xml version="1.0" encoding="UTF-8" standalone="yes"?>
<Relationships xmlns="http://schemas.openxmlformats.org/package/2006/relationships"><Relationship Id="rId2" Type="http://schemas.openxmlformats.org/officeDocument/2006/relationships/slideLayout" Target="../slideLayouts/slideLayout3.xml"/><Relationship Id="rId1" Type="http://schemas.openxmlformats.org/officeDocument/2006/relationships/tags" Target="../tags/tag181.xml"/></Relationships>
</file>

<file path=ppt/slides/_rels/slide188.xml.rels><?xml version="1.0" encoding="UTF-8" standalone="yes"?>
<Relationships xmlns="http://schemas.openxmlformats.org/package/2006/relationships"><Relationship Id="rId2" Type="http://schemas.openxmlformats.org/officeDocument/2006/relationships/slideLayout" Target="../slideLayouts/slideLayout3.xml"/><Relationship Id="rId1" Type="http://schemas.openxmlformats.org/officeDocument/2006/relationships/tags" Target="../tags/tag182.xml"/></Relationships>
</file>

<file path=ppt/slides/_rels/slide189.xml.rels><?xml version="1.0" encoding="UTF-8" standalone="yes"?>
<Relationships xmlns="http://schemas.openxmlformats.org/package/2006/relationships"><Relationship Id="rId2" Type="http://schemas.openxmlformats.org/officeDocument/2006/relationships/slideLayout" Target="../slideLayouts/slideLayout3.xml"/><Relationship Id="rId1" Type="http://schemas.openxmlformats.org/officeDocument/2006/relationships/tags" Target="../tags/tag183.xml"/></Relationships>
</file>

<file path=ppt/slides/_rels/slide190.xml.rels><?xml version="1.0" encoding="UTF-8" standalone="yes"?>
<Relationships xmlns="http://schemas.openxmlformats.org/package/2006/relationships"><Relationship Id="rId3" Type="http://schemas.openxmlformats.org/officeDocument/2006/relationships/image" Target="../media/image321.png"/><Relationship Id="rId2" Type="http://schemas.openxmlformats.org/officeDocument/2006/relationships/slideLayout" Target="../slideLayouts/slideLayout3.xml"/><Relationship Id="rId1" Type="http://schemas.openxmlformats.org/officeDocument/2006/relationships/tags" Target="../tags/tag184.xml"/><Relationship Id="rId6" Type="http://schemas.openxmlformats.org/officeDocument/2006/relationships/image" Target="../media/image35.png"/><Relationship Id="rId5" Type="http://schemas.openxmlformats.org/officeDocument/2006/relationships/image" Target="../media/image340.png"/><Relationship Id="rId4" Type="http://schemas.openxmlformats.org/officeDocument/2006/relationships/image" Target="../media/image33.png"/></Relationships>
</file>

<file path=ppt/slides/_rels/slide191.xml.rels><?xml version="1.0" encoding="UTF-8" standalone="yes"?>
<Relationships xmlns="http://schemas.openxmlformats.org/package/2006/relationships"><Relationship Id="rId3" Type="http://schemas.openxmlformats.org/officeDocument/2006/relationships/image" Target="../media/image36.png"/><Relationship Id="rId2" Type="http://schemas.openxmlformats.org/officeDocument/2006/relationships/slideLayout" Target="../slideLayouts/slideLayout3.xml"/><Relationship Id="rId1" Type="http://schemas.openxmlformats.org/officeDocument/2006/relationships/tags" Target="../tags/tag185.xml"/><Relationship Id="rId6" Type="http://schemas.openxmlformats.org/officeDocument/2006/relationships/image" Target="../media/image39.png"/><Relationship Id="rId5" Type="http://schemas.openxmlformats.org/officeDocument/2006/relationships/image" Target="../media/image38.png"/><Relationship Id="rId4" Type="http://schemas.openxmlformats.org/officeDocument/2006/relationships/image" Target="../media/image37.png"/></Relationships>
</file>

<file path=ppt/slides/_rels/slide192.xml.rels><?xml version="1.0" encoding="UTF-8" standalone="yes"?>
<Relationships xmlns="http://schemas.openxmlformats.org/package/2006/relationships"><Relationship Id="rId2" Type="http://schemas.openxmlformats.org/officeDocument/2006/relationships/slideLayout" Target="../slideLayouts/slideLayout3.xml"/><Relationship Id="rId1" Type="http://schemas.openxmlformats.org/officeDocument/2006/relationships/tags" Target="../tags/tag186.xml"/></Relationships>
</file>

<file path=ppt/slides/_rels/slide193.xml.rels><?xml version="1.0" encoding="UTF-8" standalone="yes"?>
<Relationships xmlns="http://schemas.openxmlformats.org/package/2006/relationships"><Relationship Id="rId3" Type="http://schemas.openxmlformats.org/officeDocument/2006/relationships/image" Target="../media/image4.png"/><Relationship Id="rId2" Type="http://schemas.openxmlformats.org/officeDocument/2006/relationships/slideLayout" Target="../slideLayouts/slideLayout3.xml"/><Relationship Id="rId1" Type="http://schemas.openxmlformats.org/officeDocument/2006/relationships/tags" Target="../tags/tag187.xml"/><Relationship Id="rId4" Type="http://schemas.openxmlformats.org/officeDocument/2006/relationships/image" Target="../media/image50.png"/></Relationships>
</file>

<file path=ppt/slides/_rels/slide194.xml.rels><?xml version="1.0" encoding="UTF-8" standalone="yes"?>
<Relationships xmlns="http://schemas.openxmlformats.org/package/2006/relationships"><Relationship Id="rId8" Type="http://schemas.openxmlformats.org/officeDocument/2006/relationships/image" Target="../media/image910.png"/><Relationship Id="rId3" Type="http://schemas.openxmlformats.org/officeDocument/2006/relationships/image" Target="../media/image4.png"/><Relationship Id="rId7" Type="http://schemas.openxmlformats.org/officeDocument/2006/relationships/image" Target="../media/image85.png"/><Relationship Id="rId2" Type="http://schemas.openxmlformats.org/officeDocument/2006/relationships/slideLayout" Target="../slideLayouts/slideLayout3.xml"/><Relationship Id="rId1" Type="http://schemas.openxmlformats.org/officeDocument/2006/relationships/tags" Target="../tags/tag188.xml"/><Relationship Id="rId6" Type="http://schemas.openxmlformats.org/officeDocument/2006/relationships/image" Target="../media/image72.png"/><Relationship Id="rId5" Type="http://schemas.openxmlformats.org/officeDocument/2006/relationships/image" Target="../media/image6.png"/><Relationship Id="rId4" Type="http://schemas.openxmlformats.org/officeDocument/2006/relationships/image" Target="../media/image50.png"/></Relationships>
</file>

<file path=ppt/slides/_rels/slide195.xml.rels><?xml version="1.0" encoding="UTF-8" standalone="yes"?>
<Relationships xmlns="http://schemas.openxmlformats.org/package/2006/relationships"><Relationship Id="rId8" Type="http://schemas.openxmlformats.org/officeDocument/2006/relationships/image" Target="../media/image102.png"/><Relationship Id="rId13" Type="http://schemas.openxmlformats.org/officeDocument/2006/relationships/image" Target="../media/image142.png"/><Relationship Id="rId3" Type="http://schemas.openxmlformats.org/officeDocument/2006/relationships/image" Target="../media/image4.png"/><Relationship Id="rId7" Type="http://schemas.openxmlformats.org/officeDocument/2006/relationships/image" Target="../media/image85.png"/><Relationship Id="rId12" Type="http://schemas.openxmlformats.org/officeDocument/2006/relationships/image" Target="../media/image131.png"/><Relationship Id="rId2" Type="http://schemas.openxmlformats.org/officeDocument/2006/relationships/slideLayout" Target="../slideLayouts/slideLayout3.xml"/><Relationship Id="rId1" Type="http://schemas.openxmlformats.org/officeDocument/2006/relationships/tags" Target="../tags/tag189.xml"/><Relationship Id="rId6" Type="http://schemas.openxmlformats.org/officeDocument/2006/relationships/image" Target="../media/image72.png"/><Relationship Id="rId11" Type="http://schemas.openxmlformats.org/officeDocument/2006/relationships/image" Target="../media/image122.png"/><Relationship Id="rId5" Type="http://schemas.openxmlformats.org/officeDocument/2006/relationships/image" Target="../media/image6.png"/><Relationship Id="rId10" Type="http://schemas.openxmlformats.org/officeDocument/2006/relationships/image" Target="../media/image910.png"/><Relationship Id="rId4" Type="http://schemas.openxmlformats.org/officeDocument/2006/relationships/image" Target="../media/image50.png"/><Relationship Id="rId9" Type="http://schemas.openxmlformats.org/officeDocument/2006/relationships/image" Target="../media/image111.png"/><Relationship Id="rId14" Type="http://schemas.openxmlformats.org/officeDocument/2006/relationships/image" Target="../media/image152.png"/></Relationships>
</file>

<file path=ppt/slides/_rels/slide196.xml.rels><?xml version="1.0" encoding="UTF-8" standalone="yes"?>
<Relationships xmlns="http://schemas.openxmlformats.org/package/2006/relationships"><Relationship Id="rId8" Type="http://schemas.openxmlformats.org/officeDocument/2006/relationships/image" Target="../media/image211.png"/><Relationship Id="rId3" Type="http://schemas.openxmlformats.org/officeDocument/2006/relationships/image" Target="../media/image162.png"/><Relationship Id="rId7" Type="http://schemas.openxmlformats.org/officeDocument/2006/relationships/image" Target="../media/image202.png"/><Relationship Id="rId2" Type="http://schemas.openxmlformats.org/officeDocument/2006/relationships/slideLayout" Target="../slideLayouts/slideLayout3.xml"/><Relationship Id="rId1" Type="http://schemas.openxmlformats.org/officeDocument/2006/relationships/tags" Target="../tags/tag190.xml"/><Relationship Id="rId6" Type="http://schemas.openxmlformats.org/officeDocument/2006/relationships/image" Target="../media/image191.png"/><Relationship Id="rId5" Type="http://schemas.openxmlformats.org/officeDocument/2006/relationships/image" Target="../media/image182.png"/><Relationship Id="rId4" Type="http://schemas.openxmlformats.org/officeDocument/2006/relationships/image" Target="../media/image172.png"/></Relationships>
</file>

<file path=ppt/slides/_rels/slide197.xml.rels><?xml version="1.0" encoding="UTF-8" standalone="yes"?>
<Relationships xmlns="http://schemas.openxmlformats.org/package/2006/relationships"><Relationship Id="rId8" Type="http://schemas.openxmlformats.org/officeDocument/2006/relationships/image" Target="../media/image270.png"/><Relationship Id="rId3" Type="http://schemas.openxmlformats.org/officeDocument/2006/relationships/image" Target="../media/image3.png"/><Relationship Id="rId7" Type="http://schemas.openxmlformats.org/officeDocument/2006/relationships/image" Target="../media/image261.png"/><Relationship Id="rId2" Type="http://schemas.openxmlformats.org/officeDocument/2006/relationships/slideLayout" Target="../slideLayouts/slideLayout3.xml"/><Relationship Id="rId1" Type="http://schemas.openxmlformats.org/officeDocument/2006/relationships/tags" Target="../tags/tag191.xml"/><Relationship Id="rId6" Type="http://schemas.openxmlformats.org/officeDocument/2006/relationships/image" Target="../media/image6.svg"/><Relationship Id="rId5" Type="http://schemas.openxmlformats.org/officeDocument/2006/relationships/image" Target="../media/image5.png"/><Relationship Id="rId4" Type="http://schemas.openxmlformats.org/officeDocument/2006/relationships/image" Target="../media/image4.svg"/><Relationship Id="rId9" Type="http://schemas.openxmlformats.org/officeDocument/2006/relationships/image" Target="../media/image281.png"/></Relationships>
</file>

<file path=ppt/slides/_rels/slide198.xml.rels><?xml version="1.0" encoding="UTF-8" standalone="yes"?>
<Relationships xmlns="http://schemas.openxmlformats.org/package/2006/relationships"><Relationship Id="rId8" Type="http://schemas.openxmlformats.org/officeDocument/2006/relationships/image" Target="../media/image6.svg"/><Relationship Id="rId3" Type="http://schemas.openxmlformats.org/officeDocument/2006/relationships/image" Target="../media/image290.png"/><Relationship Id="rId7" Type="http://schemas.openxmlformats.org/officeDocument/2006/relationships/image" Target="../media/image5.png"/><Relationship Id="rId2" Type="http://schemas.openxmlformats.org/officeDocument/2006/relationships/slideLayout" Target="../slideLayouts/slideLayout3.xml"/><Relationship Id="rId1" Type="http://schemas.openxmlformats.org/officeDocument/2006/relationships/tags" Target="../tags/tag192.xml"/><Relationship Id="rId6" Type="http://schemas.openxmlformats.org/officeDocument/2006/relationships/image" Target="../media/image4.svg"/><Relationship Id="rId11" Type="http://schemas.openxmlformats.org/officeDocument/2006/relationships/image" Target="../media/image281.png"/><Relationship Id="rId5" Type="http://schemas.openxmlformats.org/officeDocument/2006/relationships/image" Target="../media/image3.png"/><Relationship Id="rId10" Type="http://schemas.openxmlformats.org/officeDocument/2006/relationships/image" Target="../media/image270.png"/><Relationship Id="rId4" Type="http://schemas.openxmlformats.org/officeDocument/2006/relationships/image" Target="../media/image301.png"/><Relationship Id="rId9" Type="http://schemas.openxmlformats.org/officeDocument/2006/relationships/image" Target="../media/image261.png"/></Relationships>
</file>

<file path=ppt/slides/_rels/slide199.xml.rels><?xml version="1.0" encoding="UTF-8" standalone="yes"?>
<Relationships xmlns="http://schemas.openxmlformats.org/package/2006/relationships"><Relationship Id="rId8" Type="http://schemas.openxmlformats.org/officeDocument/2006/relationships/image" Target="../media/image6.svg"/><Relationship Id="rId3" Type="http://schemas.openxmlformats.org/officeDocument/2006/relationships/image" Target="../media/image290.png"/><Relationship Id="rId7" Type="http://schemas.openxmlformats.org/officeDocument/2006/relationships/image" Target="../media/image5.png"/><Relationship Id="rId2" Type="http://schemas.openxmlformats.org/officeDocument/2006/relationships/slideLayout" Target="../slideLayouts/slideLayout3.xml"/><Relationship Id="rId1" Type="http://schemas.openxmlformats.org/officeDocument/2006/relationships/tags" Target="../tags/tag193.xml"/><Relationship Id="rId6" Type="http://schemas.openxmlformats.org/officeDocument/2006/relationships/image" Target="../media/image4.svg"/><Relationship Id="rId11" Type="http://schemas.openxmlformats.org/officeDocument/2006/relationships/image" Target="../media/image281.png"/><Relationship Id="rId5" Type="http://schemas.openxmlformats.org/officeDocument/2006/relationships/image" Target="../media/image3.png"/><Relationship Id="rId10" Type="http://schemas.openxmlformats.org/officeDocument/2006/relationships/image" Target="../media/image270.png"/><Relationship Id="rId4" Type="http://schemas.openxmlformats.org/officeDocument/2006/relationships/image" Target="../media/image301.png"/><Relationship Id="rId9" Type="http://schemas.openxmlformats.org/officeDocument/2006/relationships/image" Target="../media/image261.png"/></Relationships>
</file>

<file path=ppt/slides/_rels/slide200.xml.rels><?xml version="1.0" encoding="UTF-8" standalone="yes"?>
<Relationships xmlns="http://schemas.openxmlformats.org/package/2006/relationships"><Relationship Id="rId8" Type="http://schemas.openxmlformats.org/officeDocument/2006/relationships/image" Target="../media/image6.svg"/><Relationship Id="rId3" Type="http://schemas.openxmlformats.org/officeDocument/2006/relationships/image" Target="../media/image290.png"/><Relationship Id="rId7" Type="http://schemas.openxmlformats.org/officeDocument/2006/relationships/image" Target="../media/image5.png"/><Relationship Id="rId2" Type="http://schemas.openxmlformats.org/officeDocument/2006/relationships/slideLayout" Target="../slideLayouts/slideLayout3.xml"/><Relationship Id="rId1" Type="http://schemas.openxmlformats.org/officeDocument/2006/relationships/tags" Target="../tags/tag194.xml"/><Relationship Id="rId6" Type="http://schemas.openxmlformats.org/officeDocument/2006/relationships/image" Target="../media/image4.svg"/><Relationship Id="rId11" Type="http://schemas.openxmlformats.org/officeDocument/2006/relationships/image" Target="../media/image281.png"/><Relationship Id="rId5" Type="http://schemas.openxmlformats.org/officeDocument/2006/relationships/image" Target="../media/image3.png"/><Relationship Id="rId10" Type="http://schemas.openxmlformats.org/officeDocument/2006/relationships/image" Target="../media/image270.png"/><Relationship Id="rId4" Type="http://schemas.openxmlformats.org/officeDocument/2006/relationships/image" Target="../media/image301.png"/><Relationship Id="rId9" Type="http://schemas.openxmlformats.org/officeDocument/2006/relationships/image" Target="../media/image261.png"/></Relationships>
</file>

<file path=ppt/slides/_rels/slide201.xml.rels><?xml version="1.0" encoding="UTF-8" standalone="yes"?>
<Relationships xmlns="http://schemas.openxmlformats.org/package/2006/relationships"><Relationship Id="rId8" Type="http://schemas.openxmlformats.org/officeDocument/2006/relationships/image" Target="../media/image6.svg"/><Relationship Id="rId3" Type="http://schemas.openxmlformats.org/officeDocument/2006/relationships/image" Target="../media/image290.png"/><Relationship Id="rId7" Type="http://schemas.openxmlformats.org/officeDocument/2006/relationships/image" Target="../media/image5.png"/><Relationship Id="rId2" Type="http://schemas.openxmlformats.org/officeDocument/2006/relationships/slideLayout" Target="../slideLayouts/slideLayout3.xml"/><Relationship Id="rId1" Type="http://schemas.openxmlformats.org/officeDocument/2006/relationships/tags" Target="../tags/tag195.xml"/><Relationship Id="rId6" Type="http://schemas.openxmlformats.org/officeDocument/2006/relationships/image" Target="../media/image4.svg"/><Relationship Id="rId11" Type="http://schemas.openxmlformats.org/officeDocument/2006/relationships/image" Target="../media/image281.png"/><Relationship Id="rId5" Type="http://schemas.openxmlformats.org/officeDocument/2006/relationships/image" Target="../media/image3.png"/><Relationship Id="rId10" Type="http://schemas.openxmlformats.org/officeDocument/2006/relationships/image" Target="../media/image270.png"/><Relationship Id="rId4" Type="http://schemas.openxmlformats.org/officeDocument/2006/relationships/image" Target="../media/image301.png"/><Relationship Id="rId9" Type="http://schemas.openxmlformats.org/officeDocument/2006/relationships/image" Target="../media/image261.png"/></Relationships>
</file>

<file path=ppt/slides/_rels/slide202.xml.rels><?xml version="1.0" encoding="UTF-8" standalone="yes"?>
<Relationships xmlns="http://schemas.openxmlformats.org/package/2006/relationships"><Relationship Id="rId8" Type="http://schemas.openxmlformats.org/officeDocument/2006/relationships/image" Target="../media/image6.svg"/><Relationship Id="rId3" Type="http://schemas.openxmlformats.org/officeDocument/2006/relationships/image" Target="../media/image290.png"/><Relationship Id="rId7" Type="http://schemas.openxmlformats.org/officeDocument/2006/relationships/image" Target="../media/image5.png"/><Relationship Id="rId2" Type="http://schemas.openxmlformats.org/officeDocument/2006/relationships/slideLayout" Target="../slideLayouts/slideLayout3.xml"/><Relationship Id="rId1" Type="http://schemas.openxmlformats.org/officeDocument/2006/relationships/tags" Target="../tags/tag196.xml"/><Relationship Id="rId6" Type="http://schemas.openxmlformats.org/officeDocument/2006/relationships/image" Target="../media/image4.svg"/><Relationship Id="rId11" Type="http://schemas.openxmlformats.org/officeDocument/2006/relationships/image" Target="../media/image281.png"/><Relationship Id="rId5" Type="http://schemas.openxmlformats.org/officeDocument/2006/relationships/image" Target="../media/image3.png"/><Relationship Id="rId10" Type="http://schemas.openxmlformats.org/officeDocument/2006/relationships/image" Target="../media/image270.png"/><Relationship Id="rId4" Type="http://schemas.openxmlformats.org/officeDocument/2006/relationships/image" Target="../media/image301.png"/><Relationship Id="rId9" Type="http://schemas.openxmlformats.org/officeDocument/2006/relationships/image" Target="../media/image261.png"/></Relationships>
</file>

<file path=ppt/slides/_rels/slide203.xml.rels><?xml version="1.0" encoding="UTF-8" standalone="yes"?>
<Relationships xmlns="http://schemas.openxmlformats.org/package/2006/relationships"><Relationship Id="rId8" Type="http://schemas.openxmlformats.org/officeDocument/2006/relationships/image" Target="../media/image6.svg"/><Relationship Id="rId3" Type="http://schemas.openxmlformats.org/officeDocument/2006/relationships/image" Target="../media/image290.png"/><Relationship Id="rId7" Type="http://schemas.openxmlformats.org/officeDocument/2006/relationships/image" Target="../media/image5.png"/><Relationship Id="rId2" Type="http://schemas.openxmlformats.org/officeDocument/2006/relationships/slideLayout" Target="../slideLayouts/slideLayout3.xml"/><Relationship Id="rId1" Type="http://schemas.openxmlformats.org/officeDocument/2006/relationships/tags" Target="../tags/tag197.xml"/><Relationship Id="rId6" Type="http://schemas.openxmlformats.org/officeDocument/2006/relationships/image" Target="../media/image4.svg"/><Relationship Id="rId11" Type="http://schemas.openxmlformats.org/officeDocument/2006/relationships/image" Target="../media/image281.png"/><Relationship Id="rId5" Type="http://schemas.openxmlformats.org/officeDocument/2006/relationships/image" Target="../media/image3.png"/><Relationship Id="rId10" Type="http://schemas.openxmlformats.org/officeDocument/2006/relationships/image" Target="../media/image270.png"/><Relationship Id="rId4" Type="http://schemas.openxmlformats.org/officeDocument/2006/relationships/image" Target="../media/image301.png"/><Relationship Id="rId9" Type="http://schemas.openxmlformats.org/officeDocument/2006/relationships/image" Target="../media/image261.png"/></Relationships>
</file>

<file path=ppt/slides/_rels/slide204.xml.rels><?xml version="1.0" encoding="UTF-8" standalone="yes"?>
<Relationships xmlns="http://schemas.openxmlformats.org/package/2006/relationships"><Relationship Id="rId8" Type="http://schemas.openxmlformats.org/officeDocument/2006/relationships/image" Target="../media/image6.svg"/><Relationship Id="rId3" Type="http://schemas.openxmlformats.org/officeDocument/2006/relationships/image" Target="../media/image290.png"/><Relationship Id="rId7" Type="http://schemas.openxmlformats.org/officeDocument/2006/relationships/image" Target="../media/image5.png"/><Relationship Id="rId2" Type="http://schemas.openxmlformats.org/officeDocument/2006/relationships/slideLayout" Target="../slideLayouts/slideLayout3.xml"/><Relationship Id="rId1" Type="http://schemas.openxmlformats.org/officeDocument/2006/relationships/tags" Target="../tags/tag198.xml"/><Relationship Id="rId6" Type="http://schemas.openxmlformats.org/officeDocument/2006/relationships/image" Target="../media/image4.svg"/><Relationship Id="rId11" Type="http://schemas.openxmlformats.org/officeDocument/2006/relationships/image" Target="../media/image281.png"/><Relationship Id="rId5" Type="http://schemas.openxmlformats.org/officeDocument/2006/relationships/image" Target="../media/image3.png"/><Relationship Id="rId10" Type="http://schemas.openxmlformats.org/officeDocument/2006/relationships/image" Target="../media/image270.png"/><Relationship Id="rId4" Type="http://schemas.openxmlformats.org/officeDocument/2006/relationships/image" Target="../media/image301.png"/><Relationship Id="rId9" Type="http://schemas.openxmlformats.org/officeDocument/2006/relationships/image" Target="../media/image261.png"/></Relationships>
</file>

<file path=ppt/slides/_rels/slide205.xml.rels><?xml version="1.0" encoding="UTF-8" standalone="yes"?>
<Relationships xmlns="http://schemas.openxmlformats.org/package/2006/relationships"><Relationship Id="rId8" Type="http://schemas.openxmlformats.org/officeDocument/2006/relationships/image" Target="../media/image6.svg"/><Relationship Id="rId3" Type="http://schemas.openxmlformats.org/officeDocument/2006/relationships/image" Target="../media/image290.png"/><Relationship Id="rId7" Type="http://schemas.openxmlformats.org/officeDocument/2006/relationships/image" Target="../media/image5.png"/><Relationship Id="rId2" Type="http://schemas.openxmlformats.org/officeDocument/2006/relationships/slideLayout" Target="../slideLayouts/slideLayout3.xml"/><Relationship Id="rId1" Type="http://schemas.openxmlformats.org/officeDocument/2006/relationships/tags" Target="../tags/tag199.xml"/><Relationship Id="rId6" Type="http://schemas.openxmlformats.org/officeDocument/2006/relationships/image" Target="../media/image4.svg"/><Relationship Id="rId11" Type="http://schemas.openxmlformats.org/officeDocument/2006/relationships/image" Target="../media/image281.png"/><Relationship Id="rId5" Type="http://schemas.openxmlformats.org/officeDocument/2006/relationships/image" Target="../media/image3.png"/><Relationship Id="rId10" Type="http://schemas.openxmlformats.org/officeDocument/2006/relationships/image" Target="../media/image270.png"/><Relationship Id="rId4" Type="http://schemas.openxmlformats.org/officeDocument/2006/relationships/image" Target="../media/image301.png"/><Relationship Id="rId9" Type="http://schemas.openxmlformats.org/officeDocument/2006/relationships/image" Target="../media/image261.png"/></Relationships>
</file>

<file path=ppt/slides/_rels/slide206.xml.rels><?xml version="1.0" encoding="UTF-8" standalone="yes"?>
<Relationships xmlns="http://schemas.openxmlformats.org/package/2006/relationships"><Relationship Id="rId8" Type="http://schemas.openxmlformats.org/officeDocument/2006/relationships/image" Target="../media/image6.svg"/><Relationship Id="rId3" Type="http://schemas.openxmlformats.org/officeDocument/2006/relationships/image" Target="../media/image290.png"/><Relationship Id="rId7" Type="http://schemas.openxmlformats.org/officeDocument/2006/relationships/image" Target="../media/image5.png"/><Relationship Id="rId2" Type="http://schemas.openxmlformats.org/officeDocument/2006/relationships/slideLayout" Target="../slideLayouts/slideLayout3.xml"/><Relationship Id="rId1" Type="http://schemas.openxmlformats.org/officeDocument/2006/relationships/tags" Target="../tags/tag200.xml"/><Relationship Id="rId6" Type="http://schemas.openxmlformats.org/officeDocument/2006/relationships/image" Target="../media/image4.svg"/><Relationship Id="rId11" Type="http://schemas.openxmlformats.org/officeDocument/2006/relationships/image" Target="../media/image281.png"/><Relationship Id="rId5" Type="http://schemas.openxmlformats.org/officeDocument/2006/relationships/image" Target="../media/image3.png"/><Relationship Id="rId10" Type="http://schemas.openxmlformats.org/officeDocument/2006/relationships/image" Target="../media/image270.png"/><Relationship Id="rId4" Type="http://schemas.openxmlformats.org/officeDocument/2006/relationships/image" Target="../media/image301.png"/><Relationship Id="rId9" Type="http://schemas.openxmlformats.org/officeDocument/2006/relationships/image" Target="../media/image261.png"/></Relationships>
</file>

<file path=ppt/slides/_rels/slide207.xml.rels><?xml version="1.0" encoding="UTF-8" standalone="yes"?>
<Relationships xmlns="http://schemas.openxmlformats.org/package/2006/relationships"><Relationship Id="rId8" Type="http://schemas.openxmlformats.org/officeDocument/2006/relationships/image" Target="../media/image6.svg"/><Relationship Id="rId3" Type="http://schemas.openxmlformats.org/officeDocument/2006/relationships/image" Target="../media/image290.png"/><Relationship Id="rId7" Type="http://schemas.openxmlformats.org/officeDocument/2006/relationships/image" Target="../media/image5.png"/><Relationship Id="rId2" Type="http://schemas.openxmlformats.org/officeDocument/2006/relationships/slideLayout" Target="../slideLayouts/slideLayout3.xml"/><Relationship Id="rId1" Type="http://schemas.openxmlformats.org/officeDocument/2006/relationships/tags" Target="../tags/tag201.xml"/><Relationship Id="rId6" Type="http://schemas.openxmlformats.org/officeDocument/2006/relationships/image" Target="../media/image4.svg"/><Relationship Id="rId11" Type="http://schemas.openxmlformats.org/officeDocument/2006/relationships/image" Target="../media/image281.png"/><Relationship Id="rId5" Type="http://schemas.openxmlformats.org/officeDocument/2006/relationships/image" Target="../media/image3.png"/><Relationship Id="rId10" Type="http://schemas.openxmlformats.org/officeDocument/2006/relationships/image" Target="../media/image270.png"/><Relationship Id="rId4" Type="http://schemas.openxmlformats.org/officeDocument/2006/relationships/image" Target="../media/image301.png"/><Relationship Id="rId9" Type="http://schemas.openxmlformats.org/officeDocument/2006/relationships/image" Target="../media/image261.png"/></Relationships>
</file>

<file path=ppt/slides/_rels/slide208.xml.rels><?xml version="1.0" encoding="UTF-8" standalone="yes"?>
<Relationships xmlns="http://schemas.openxmlformats.org/package/2006/relationships"><Relationship Id="rId8" Type="http://schemas.openxmlformats.org/officeDocument/2006/relationships/image" Target="../media/image6.svg"/><Relationship Id="rId3" Type="http://schemas.openxmlformats.org/officeDocument/2006/relationships/image" Target="../media/image290.png"/><Relationship Id="rId7" Type="http://schemas.openxmlformats.org/officeDocument/2006/relationships/image" Target="../media/image5.png"/><Relationship Id="rId2" Type="http://schemas.openxmlformats.org/officeDocument/2006/relationships/slideLayout" Target="../slideLayouts/slideLayout3.xml"/><Relationship Id="rId1" Type="http://schemas.openxmlformats.org/officeDocument/2006/relationships/tags" Target="../tags/tag202.xml"/><Relationship Id="rId6" Type="http://schemas.openxmlformats.org/officeDocument/2006/relationships/image" Target="../media/image4.svg"/><Relationship Id="rId11" Type="http://schemas.openxmlformats.org/officeDocument/2006/relationships/image" Target="../media/image281.png"/><Relationship Id="rId5" Type="http://schemas.openxmlformats.org/officeDocument/2006/relationships/image" Target="../media/image3.png"/><Relationship Id="rId10" Type="http://schemas.openxmlformats.org/officeDocument/2006/relationships/image" Target="../media/image270.png"/><Relationship Id="rId4" Type="http://schemas.openxmlformats.org/officeDocument/2006/relationships/image" Target="../media/image301.png"/><Relationship Id="rId9" Type="http://schemas.openxmlformats.org/officeDocument/2006/relationships/image" Target="../media/image261.png"/></Relationships>
</file>

<file path=ppt/slides/_rels/slide209.xml.rels><?xml version="1.0" encoding="UTF-8" standalone="yes"?>
<Relationships xmlns="http://schemas.openxmlformats.org/package/2006/relationships"><Relationship Id="rId8" Type="http://schemas.openxmlformats.org/officeDocument/2006/relationships/image" Target="../media/image6.svg"/><Relationship Id="rId3" Type="http://schemas.openxmlformats.org/officeDocument/2006/relationships/image" Target="../media/image290.png"/><Relationship Id="rId7" Type="http://schemas.openxmlformats.org/officeDocument/2006/relationships/image" Target="../media/image5.png"/><Relationship Id="rId2" Type="http://schemas.openxmlformats.org/officeDocument/2006/relationships/slideLayout" Target="../slideLayouts/slideLayout3.xml"/><Relationship Id="rId1" Type="http://schemas.openxmlformats.org/officeDocument/2006/relationships/tags" Target="../tags/tag203.xml"/><Relationship Id="rId6" Type="http://schemas.openxmlformats.org/officeDocument/2006/relationships/image" Target="../media/image4.svg"/><Relationship Id="rId11" Type="http://schemas.openxmlformats.org/officeDocument/2006/relationships/image" Target="../media/image281.png"/><Relationship Id="rId5" Type="http://schemas.openxmlformats.org/officeDocument/2006/relationships/image" Target="../media/image3.png"/><Relationship Id="rId10" Type="http://schemas.openxmlformats.org/officeDocument/2006/relationships/image" Target="../media/image270.png"/><Relationship Id="rId4" Type="http://schemas.openxmlformats.org/officeDocument/2006/relationships/image" Target="../media/image301.png"/><Relationship Id="rId9" Type="http://schemas.openxmlformats.org/officeDocument/2006/relationships/image" Target="../media/image261.png"/></Relationships>
</file>

<file path=ppt/slides/_rels/slide210.xml.rels><?xml version="1.0" encoding="UTF-8" standalone="yes"?>
<Relationships xmlns="http://schemas.openxmlformats.org/package/2006/relationships"><Relationship Id="rId8" Type="http://schemas.openxmlformats.org/officeDocument/2006/relationships/image" Target="../media/image6.svg"/><Relationship Id="rId3" Type="http://schemas.openxmlformats.org/officeDocument/2006/relationships/image" Target="../media/image290.png"/><Relationship Id="rId7" Type="http://schemas.openxmlformats.org/officeDocument/2006/relationships/image" Target="../media/image5.png"/><Relationship Id="rId2" Type="http://schemas.openxmlformats.org/officeDocument/2006/relationships/slideLayout" Target="../slideLayouts/slideLayout3.xml"/><Relationship Id="rId1" Type="http://schemas.openxmlformats.org/officeDocument/2006/relationships/tags" Target="../tags/tag204.xml"/><Relationship Id="rId6" Type="http://schemas.openxmlformats.org/officeDocument/2006/relationships/image" Target="../media/image4.svg"/><Relationship Id="rId11" Type="http://schemas.openxmlformats.org/officeDocument/2006/relationships/image" Target="../media/image281.png"/><Relationship Id="rId5" Type="http://schemas.openxmlformats.org/officeDocument/2006/relationships/image" Target="../media/image3.png"/><Relationship Id="rId10" Type="http://schemas.openxmlformats.org/officeDocument/2006/relationships/image" Target="../media/image270.png"/><Relationship Id="rId4" Type="http://schemas.openxmlformats.org/officeDocument/2006/relationships/image" Target="../media/image301.png"/><Relationship Id="rId9" Type="http://schemas.openxmlformats.org/officeDocument/2006/relationships/image" Target="../media/image261.png"/></Relationships>
</file>

<file path=ppt/slides/_rels/slide211.xml.rels><?xml version="1.0" encoding="UTF-8" standalone="yes"?>
<Relationships xmlns="http://schemas.openxmlformats.org/package/2006/relationships"><Relationship Id="rId8" Type="http://schemas.openxmlformats.org/officeDocument/2006/relationships/image" Target="../media/image6.svg"/><Relationship Id="rId3" Type="http://schemas.openxmlformats.org/officeDocument/2006/relationships/image" Target="../media/image290.png"/><Relationship Id="rId7" Type="http://schemas.openxmlformats.org/officeDocument/2006/relationships/image" Target="../media/image5.png"/><Relationship Id="rId2" Type="http://schemas.openxmlformats.org/officeDocument/2006/relationships/slideLayout" Target="../slideLayouts/slideLayout3.xml"/><Relationship Id="rId1" Type="http://schemas.openxmlformats.org/officeDocument/2006/relationships/tags" Target="../tags/tag205.xml"/><Relationship Id="rId6" Type="http://schemas.openxmlformats.org/officeDocument/2006/relationships/image" Target="../media/image4.svg"/><Relationship Id="rId11" Type="http://schemas.openxmlformats.org/officeDocument/2006/relationships/image" Target="../media/image281.png"/><Relationship Id="rId5" Type="http://schemas.openxmlformats.org/officeDocument/2006/relationships/image" Target="../media/image3.png"/><Relationship Id="rId10" Type="http://schemas.openxmlformats.org/officeDocument/2006/relationships/image" Target="../media/image270.png"/><Relationship Id="rId4" Type="http://schemas.openxmlformats.org/officeDocument/2006/relationships/image" Target="../media/image301.png"/><Relationship Id="rId9" Type="http://schemas.openxmlformats.org/officeDocument/2006/relationships/image" Target="../media/image261.png"/></Relationships>
</file>

<file path=ppt/slides/_rels/slide212.xml.rels><?xml version="1.0" encoding="UTF-8" standalone="yes"?>
<Relationships xmlns="http://schemas.openxmlformats.org/package/2006/relationships"><Relationship Id="rId8" Type="http://schemas.openxmlformats.org/officeDocument/2006/relationships/image" Target="../media/image6.svg"/><Relationship Id="rId3" Type="http://schemas.openxmlformats.org/officeDocument/2006/relationships/image" Target="../media/image290.png"/><Relationship Id="rId7" Type="http://schemas.openxmlformats.org/officeDocument/2006/relationships/image" Target="../media/image5.png"/><Relationship Id="rId12" Type="http://schemas.openxmlformats.org/officeDocument/2006/relationships/image" Target="../media/image350.png"/><Relationship Id="rId2" Type="http://schemas.openxmlformats.org/officeDocument/2006/relationships/slideLayout" Target="../slideLayouts/slideLayout3.xml"/><Relationship Id="rId1" Type="http://schemas.openxmlformats.org/officeDocument/2006/relationships/tags" Target="../tags/tag206.xml"/><Relationship Id="rId6" Type="http://schemas.openxmlformats.org/officeDocument/2006/relationships/image" Target="../media/image4.svg"/><Relationship Id="rId11" Type="http://schemas.openxmlformats.org/officeDocument/2006/relationships/image" Target="../media/image341.png"/><Relationship Id="rId5" Type="http://schemas.openxmlformats.org/officeDocument/2006/relationships/image" Target="../media/image3.png"/><Relationship Id="rId10" Type="http://schemas.openxmlformats.org/officeDocument/2006/relationships/image" Target="../media/image330.png"/><Relationship Id="rId4" Type="http://schemas.openxmlformats.org/officeDocument/2006/relationships/image" Target="../media/image311.png"/><Relationship Id="rId9" Type="http://schemas.openxmlformats.org/officeDocument/2006/relationships/image" Target="../media/image322.png"/></Relationships>
</file>

<file path=ppt/slides/_rels/slide213.xml.rels><?xml version="1.0" encoding="UTF-8" standalone="yes"?>
<Relationships xmlns="http://schemas.openxmlformats.org/package/2006/relationships"><Relationship Id="rId8" Type="http://schemas.openxmlformats.org/officeDocument/2006/relationships/image" Target="../media/image6.svg"/><Relationship Id="rId3" Type="http://schemas.openxmlformats.org/officeDocument/2006/relationships/image" Target="../media/image290.png"/><Relationship Id="rId7" Type="http://schemas.openxmlformats.org/officeDocument/2006/relationships/image" Target="../media/image5.png"/><Relationship Id="rId12" Type="http://schemas.openxmlformats.org/officeDocument/2006/relationships/image" Target="../media/image350.png"/><Relationship Id="rId2" Type="http://schemas.openxmlformats.org/officeDocument/2006/relationships/slideLayout" Target="../slideLayouts/slideLayout3.xml"/><Relationship Id="rId1" Type="http://schemas.openxmlformats.org/officeDocument/2006/relationships/tags" Target="../tags/tag207.xml"/><Relationship Id="rId6" Type="http://schemas.openxmlformats.org/officeDocument/2006/relationships/image" Target="../media/image4.svg"/><Relationship Id="rId11" Type="http://schemas.openxmlformats.org/officeDocument/2006/relationships/image" Target="../media/image341.png"/><Relationship Id="rId5" Type="http://schemas.openxmlformats.org/officeDocument/2006/relationships/image" Target="../media/image3.png"/><Relationship Id="rId10" Type="http://schemas.openxmlformats.org/officeDocument/2006/relationships/image" Target="../media/image330.png"/><Relationship Id="rId4" Type="http://schemas.openxmlformats.org/officeDocument/2006/relationships/image" Target="../media/image311.png"/><Relationship Id="rId9" Type="http://schemas.openxmlformats.org/officeDocument/2006/relationships/image" Target="../media/image322.png"/></Relationships>
</file>

<file path=ppt/slides/_rels/slide214.xml.rels><?xml version="1.0" encoding="UTF-8" standalone="yes"?>
<Relationships xmlns="http://schemas.openxmlformats.org/package/2006/relationships"><Relationship Id="rId8" Type="http://schemas.openxmlformats.org/officeDocument/2006/relationships/image" Target="../media/image6.svg"/><Relationship Id="rId3" Type="http://schemas.openxmlformats.org/officeDocument/2006/relationships/image" Target="../media/image290.png"/><Relationship Id="rId7" Type="http://schemas.openxmlformats.org/officeDocument/2006/relationships/image" Target="../media/image5.png"/><Relationship Id="rId12" Type="http://schemas.openxmlformats.org/officeDocument/2006/relationships/image" Target="../media/image350.png"/><Relationship Id="rId2" Type="http://schemas.openxmlformats.org/officeDocument/2006/relationships/slideLayout" Target="../slideLayouts/slideLayout3.xml"/><Relationship Id="rId1" Type="http://schemas.openxmlformats.org/officeDocument/2006/relationships/tags" Target="../tags/tag208.xml"/><Relationship Id="rId6" Type="http://schemas.openxmlformats.org/officeDocument/2006/relationships/image" Target="../media/image4.svg"/><Relationship Id="rId11" Type="http://schemas.openxmlformats.org/officeDocument/2006/relationships/image" Target="../media/image341.png"/><Relationship Id="rId5" Type="http://schemas.openxmlformats.org/officeDocument/2006/relationships/image" Target="../media/image3.png"/><Relationship Id="rId10" Type="http://schemas.openxmlformats.org/officeDocument/2006/relationships/image" Target="../media/image330.png"/><Relationship Id="rId4" Type="http://schemas.openxmlformats.org/officeDocument/2006/relationships/image" Target="../media/image311.png"/><Relationship Id="rId9" Type="http://schemas.openxmlformats.org/officeDocument/2006/relationships/image" Target="../media/image322.png"/></Relationships>
</file>

<file path=ppt/slides/_rels/slide215.xml.rels><?xml version="1.0" encoding="UTF-8" standalone="yes"?>
<Relationships xmlns="http://schemas.openxmlformats.org/package/2006/relationships"><Relationship Id="rId8" Type="http://schemas.openxmlformats.org/officeDocument/2006/relationships/image" Target="../media/image6.svg"/><Relationship Id="rId3" Type="http://schemas.openxmlformats.org/officeDocument/2006/relationships/image" Target="../media/image290.png"/><Relationship Id="rId7" Type="http://schemas.openxmlformats.org/officeDocument/2006/relationships/image" Target="../media/image5.png"/><Relationship Id="rId12" Type="http://schemas.openxmlformats.org/officeDocument/2006/relationships/image" Target="../media/image350.png"/><Relationship Id="rId2" Type="http://schemas.openxmlformats.org/officeDocument/2006/relationships/slideLayout" Target="../slideLayouts/slideLayout3.xml"/><Relationship Id="rId1" Type="http://schemas.openxmlformats.org/officeDocument/2006/relationships/tags" Target="../tags/tag209.xml"/><Relationship Id="rId6" Type="http://schemas.openxmlformats.org/officeDocument/2006/relationships/image" Target="../media/image4.svg"/><Relationship Id="rId11" Type="http://schemas.openxmlformats.org/officeDocument/2006/relationships/image" Target="../media/image341.png"/><Relationship Id="rId5" Type="http://schemas.openxmlformats.org/officeDocument/2006/relationships/image" Target="../media/image3.png"/><Relationship Id="rId10" Type="http://schemas.openxmlformats.org/officeDocument/2006/relationships/image" Target="../media/image330.png"/><Relationship Id="rId4" Type="http://schemas.openxmlformats.org/officeDocument/2006/relationships/image" Target="../media/image311.png"/><Relationship Id="rId9" Type="http://schemas.openxmlformats.org/officeDocument/2006/relationships/image" Target="../media/image322.png"/></Relationships>
</file>

<file path=ppt/slides/_rels/slide216.xml.rels><?xml version="1.0" encoding="UTF-8" standalone="yes"?>
<Relationships xmlns="http://schemas.openxmlformats.org/package/2006/relationships"><Relationship Id="rId8" Type="http://schemas.openxmlformats.org/officeDocument/2006/relationships/image" Target="../media/image6.svg"/><Relationship Id="rId3" Type="http://schemas.openxmlformats.org/officeDocument/2006/relationships/image" Target="../media/image290.png"/><Relationship Id="rId7" Type="http://schemas.openxmlformats.org/officeDocument/2006/relationships/image" Target="../media/image5.png"/><Relationship Id="rId12" Type="http://schemas.openxmlformats.org/officeDocument/2006/relationships/image" Target="../media/image350.png"/><Relationship Id="rId2" Type="http://schemas.openxmlformats.org/officeDocument/2006/relationships/slideLayout" Target="../slideLayouts/slideLayout3.xml"/><Relationship Id="rId1" Type="http://schemas.openxmlformats.org/officeDocument/2006/relationships/tags" Target="../tags/tag210.xml"/><Relationship Id="rId6" Type="http://schemas.openxmlformats.org/officeDocument/2006/relationships/image" Target="../media/image4.svg"/><Relationship Id="rId11" Type="http://schemas.openxmlformats.org/officeDocument/2006/relationships/image" Target="../media/image341.png"/><Relationship Id="rId5" Type="http://schemas.openxmlformats.org/officeDocument/2006/relationships/image" Target="../media/image3.png"/><Relationship Id="rId10" Type="http://schemas.openxmlformats.org/officeDocument/2006/relationships/image" Target="../media/image330.png"/><Relationship Id="rId4" Type="http://schemas.openxmlformats.org/officeDocument/2006/relationships/image" Target="../media/image311.png"/><Relationship Id="rId9" Type="http://schemas.openxmlformats.org/officeDocument/2006/relationships/image" Target="../media/image322.png"/></Relationships>
</file>

<file path=ppt/slides/_rels/slide217.xml.rels><?xml version="1.0" encoding="UTF-8" standalone="yes"?>
<Relationships xmlns="http://schemas.openxmlformats.org/package/2006/relationships"><Relationship Id="rId8" Type="http://schemas.openxmlformats.org/officeDocument/2006/relationships/image" Target="../media/image6.svg"/><Relationship Id="rId3" Type="http://schemas.openxmlformats.org/officeDocument/2006/relationships/image" Target="../media/image290.png"/><Relationship Id="rId7" Type="http://schemas.openxmlformats.org/officeDocument/2006/relationships/image" Target="../media/image5.png"/><Relationship Id="rId12" Type="http://schemas.openxmlformats.org/officeDocument/2006/relationships/image" Target="../media/image350.png"/><Relationship Id="rId2" Type="http://schemas.openxmlformats.org/officeDocument/2006/relationships/slideLayout" Target="../slideLayouts/slideLayout3.xml"/><Relationship Id="rId1" Type="http://schemas.openxmlformats.org/officeDocument/2006/relationships/tags" Target="../tags/tag211.xml"/><Relationship Id="rId6" Type="http://schemas.openxmlformats.org/officeDocument/2006/relationships/image" Target="../media/image4.svg"/><Relationship Id="rId11" Type="http://schemas.openxmlformats.org/officeDocument/2006/relationships/image" Target="../media/image341.png"/><Relationship Id="rId5" Type="http://schemas.openxmlformats.org/officeDocument/2006/relationships/image" Target="../media/image3.png"/><Relationship Id="rId10" Type="http://schemas.openxmlformats.org/officeDocument/2006/relationships/image" Target="../media/image330.png"/><Relationship Id="rId4" Type="http://schemas.openxmlformats.org/officeDocument/2006/relationships/image" Target="../media/image311.png"/><Relationship Id="rId9" Type="http://schemas.openxmlformats.org/officeDocument/2006/relationships/image" Target="../media/image322.png"/></Relationships>
</file>

<file path=ppt/slides/_rels/slide218.xml.rels><?xml version="1.0" encoding="UTF-8" standalone="yes"?>
<Relationships xmlns="http://schemas.openxmlformats.org/package/2006/relationships"><Relationship Id="rId8" Type="http://schemas.openxmlformats.org/officeDocument/2006/relationships/image" Target="../media/image6.svg"/><Relationship Id="rId3" Type="http://schemas.openxmlformats.org/officeDocument/2006/relationships/image" Target="../media/image290.png"/><Relationship Id="rId7" Type="http://schemas.openxmlformats.org/officeDocument/2006/relationships/image" Target="../media/image5.png"/><Relationship Id="rId12" Type="http://schemas.openxmlformats.org/officeDocument/2006/relationships/image" Target="../media/image350.png"/><Relationship Id="rId2" Type="http://schemas.openxmlformats.org/officeDocument/2006/relationships/slideLayout" Target="../slideLayouts/slideLayout3.xml"/><Relationship Id="rId1" Type="http://schemas.openxmlformats.org/officeDocument/2006/relationships/tags" Target="../tags/tag212.xml"/><Relationship Id="rId6" Type="http://schemas.openxmlformats.org/officeDocument/2006/relationships/image" Target="../media/image4.svg"/><Relationship Id="rId11" Type="http://schemas.openxmlformats.org/officeDocument/2006/relationships/image" Target="../media/image341.png"/><Relationship Id="rId5" Type="http://schemas.openxmlformats.org/officeDocument/2006/relationships/image" Target="../media/image3.png"/><Relationship Id="rId10" Type="http://schemas.openxmlformats.org/officeDocument/2006/relationships/image" Target="../media/image330.png"/><Relationship Id="rId4" Type="http://schemas.openxmlformats.org/officeDocument/2006/relationships/image" Target="../media/image311.png"/><Relationship Id="rId9" Type="http://schemas.openxmlformats.org/officeDocument/2006/relationships/image" Target="../media/image322.png"/></Relationships>
</file>

<file path=ppt/slides/_rels/slide219.xml.rels><?xml version="1.0" encoding="UTF-8" standalone="yes"?>
<Relationships xmlns="http://schemas.openxmlformats.org/package/2006/relationships"><Relationship Id="rId8" Type="http://schemas.openxmlformats.org/officeDocument/2006/relationships/image" Target="../media/image6.svg"/><Relationship Id="rId3" Type="http://schemas.openxmlformats.org/officeDocument/2006/relationships/image" Target="../media/image290.png"/><Relationship Id="rId7" Type="http://schemas.openxmlformats.org/officeDocument/2006/relationships/image" Target="../media/image5.png"/><Relationship Id="rId12" Type="http://schemas.openxmlformats.org/officeDocument/2006/relationships/image" Target="../media/image350.png"/><Relationship Id="rId2" Type="http://schemas.openxmlformats.org/officeDocument/2006/relationships/slideLayout" Target="../slideLayouts/slideLayout3.xml"/><Relationship Id="rId1" Type="http://schemas.openxmlformats.org/officeDocument/2006/relationships/tags" Target="../tags/tag213.xml"/><Relationship Id="rId6" Type="http://schemas.openxmlformats.org/officeDocument/2006/relationships/image" Target="../media/image4.svg"/><Relationship Id="rId11" Type="http://schemas.openxmlformats.org/officeDocument/2006/relationships/image" Target="../media/image341.png"/><Relationship Id="rId5" Type="http://schemas.openxmlformats.org/officeDocument/2006/relationships/image" Target="../media/image3.png"/><Relationship Id="rId10" Type="http://schemas.openxmlformats.org/officeDocument/2006/relationships/image" Target="../media/image330.png"/><Relationship Id="rId4" Type="http://schemas.openxmlformats.org/officeDocument/2006/relationships/image" Target="../media/image311.png"/><Relationship Id="rId9" Type="http://schemas.openxmlformats.org/officeDocument/2006/relationships/image" Target="../media/image322.png"/></Relationships>
</file>

<file path=ppt/slides/_rels/slide220.xml.rels><?xml version="1.0" encoding="UTF-8" standalone="yes"?>
<Relationships xmlns="http://schemas.openxmlformats.org/package/2006/relationships"><Relationship Id="rId3" Type="http://schemas.openxmlformats.org/officeDocument/2006/relationships/image" Target="../media/image360.png"/><Relationship Id="rId2" Type="http://schemas.openxmlformats.org/officeDocument/2006/relationships/slideLayout" Target="../slideLayouts/slideLayout3.xml"/><Relationship Id="rId1" Type="http://schemas.openxmlformats.org/officeDocument/2006/relationships/tags" Target="../tags/tag214.xml"/></Relationships>
</file>

<file path=ppt/slides/_rels/slide221.xml.rels><?xml version="1.0" encoding="UTF-8" standalone="yes"?>
<Relationships xmlns="http://schemas.openxmlformats.org/package/2006/relationships"><Relationship Id="rId8" Type="http://schemas.openxmlformats.org/officeDocument/2006/relationships/image" Target="../media/image42.png"/><Relationship Id="rId3" Type="http://schemas.openxmlformats.org/officeDocument/2006/relationships/image" Target="../media/image370.png"/><Relationship Id="rId7" Type="http://schemas.openxmlformats.org/officeDocument/2006/relationships/image" Target="../media/image41.png"/><Relationship Id="rId2" Type="http://schemas.openxmlformats.org/officeDocument/2006/relationships/slideLayout" Target="../slideLayouts/slideLayout3.xml"/><Relationship Id="rId1" Type="http://schemas.openxmlformats.org/officeDocument/2006/relationships/tags" Target="../tags/tag215.xml"/><Relationship Id="rId6" Type="http://schemas.openxmlformats.org/officeDocument/2006/relationships/image" Target="../media/image40.png"/><Relationship Id="rId5" Type="http://schemas.openxmlformats.org/officeDocument/2006/relationships/image" Target="../media/image390.png"/><Relationship Id="rId4" Type="http://schemas.openxmlformats.org/officeDocument/2006/relationships/image" Target="../media/image380.png"/></Relationships>
</file>

<file path=ppt/slides/_rels/slide222.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223.xml.rels><?xml version="1.0" encoding="UTF-8" standalone="yes"?>
<Relationships xmlns="http://schemas.openxmlformats.org/package/2006/relationships"><Relationship Id="rId3" Type="http://schemas.openxmlformats.org/officeDocument/2006/relationships/image" Target="../media/image43.png"/><Relationship Id="rId7" Type="http://schemas.openxmlformats.org/officeDocument/2006/relationships/image" Target="../media/image4.svg"/><Relationship Id="rId2" Type="http://schemas.openxmlformats.org/officeDocument/2006/relationships/slideLayout" Target="../slideLayouts/slideLayout3.xml"/><Relationship Id="rId1" Type="http://schemas.openxmlformats.org/officeDocument/2006/relationships/tags" Target="../tags/tag216.xml"/><Relationship Id="rId6" Type="http://schemas.openxmlformats.org/officeDocument/2006/relationships/image" Target="../media/image3.png"/><Relationship Id="rId5" Type="http://schemas.openxmlformats.org/officeDocument/2006/relationships/image" Target="../media/image45.png"/><Relationship Id="rId4" Type="http://schemas.openxmlformats.org/officeDocument/2006/relationships/image" Target="../media/image44.png"/></Relationships>
</file>

<file path=ppt/slides/_rels/slide224.xml.rels><?xml version="1.0" encoding="UTF-8" standalone="yes"?>
<Relationships xmlns="http://schemas.openxmlformats.org/package/2006/relationships"><Relationship Id="rId8" Type="http://schemas.openxmlformats.org/officeDocument/2006/relationships/image" Target="../media/image7.png"/><Relationship Id="rId3" Type="http://schemas.openxmlformats.org/officeDocument/2006/relationships/image" Target="../media/image43.png"/><Relationship Id="rId7" Type="http://schemas.openxmlformats.org/officeDocument/2006/relationships/image" Target="../media/image4.svg"/><Relationship Id="rId2" Type="http://schemas.openxmlformats.org/officeDocument/2006/relationships/slideLayout" Target="../slideLayouts/slideLayout3.xml"/><Relationship Id="rId1" Type="http://schemas.openxmlformats.org/officeDocument/2006/relationships/tags" Target="../tags/tag217.xml"/><Relationship Id="rId6" Type="http://schemas.openxmlformats.org/officeDocument/2006/relationships/image" Target="../media/image3.png"/><Relationship Id="rId5" Type="http://schemas.openxmlformats.org/officeDocument/2006/relationships/image" Target="../media/image45.png"/><Relationship Id="rId4" Type="http://schemas.openxmlformats.org/officeDocument/2006/relationships/image" Target="../media/image44.png"/><Relationship Id="rId9" Type="http://schemas.openxmlformats.org/officeDocument/2006/relationships/image" Target="../media/image8.svg"/></Relationships>
</file>

<file path=ppt/slides/_rels/slide225.xml.rels><?xml version="1.0" encoding="UTF-8" standalone="yes"?>
<Relationships xmlns="http://schemas.openxmlformats.org/package/2006/relationships"><Relationship Id="rId2" Type="http://schemas.openxmlformats.org/officeDocument/2006/relationships/slideLayout" Target="../slideLayouts/slideLayout3.xml"/><Relationship Id="rId1" Type="http://schemas.openxmlformats.org/officeDocument/2006/relationships/tags" Target="../tags/tag218.xml"/></Relationships>
</file>

<file path=ppt/slides/_rels/slide226.xml.rels><?xml version="1.0" encoding="UTF-8" standalone="yes"?>
<Relationships xmlns="http://schemas.openxmlformats.org/package/2006/relationships"><Relationship Id="rId2" Type="http://schemas.openxmlformats.org/officeDocument/2006/relationships/slideLayout" Target="../slideLayouts/slideLayout3.xml"/><Relationship Id="rId1" Type="http://schemas.openxmlformats.org/officeDocument/2006/relationships/tags" Target="../tags/tag219.xml"/></Relationships>
</file>

<file path=ppt/slides/_rels/slide227.xml.rels><?xml version="1.0" encoding="UTF-8" standalone="yes"?>
<Relationships xmlns="http://schemas.openxmlformats.org/package/2006/relationships"><Relationship Id="rId2" Type="http://schemas.openxmlformats.org/officeDocument/2006/relationships/slideLayout" Target="../slideLayouts/slideLayout3.xml"/><Relationship Id="rId1" Type="http://schemas.openxmlformats.org/officeDocument/2006/relationships/tags" Target="../tags/tag220.xml"/></Relationships>
</file>

<file path=ppt/slides/_rels/slide228.xml.rels><?xml version="1.0" encoding="UTF-8" standalone="yes"?>
<Relationships xmlns="http://schemas.openxmlformats.org/package/2006/relationships"><Relationship Id="rId2" Type="http://schemas.openxmlformats.org/officeDocument/2006/relationships/slideLayout" Target="../slideLayouts/slideLayout3.xml"/><Relationship Id="rId1" Type="http://schemas.openxmlformats.org/officeDocument/2006/relationships/tags" Target="../tags/tag221.xml"/></Relationships>
</file>

<file path=ppt/slides/_rels/slide229.xml.rels><?xml version="1.0" encoding="UTF-8" standalone="yes"?>
<Relationships xmlns="http://schemas.openxmlformats.org/package/2006/relationships"><Relationship Id="rId2" Type="http://schemas.openxmlformats.org/officeDocument/2006/relationships/slideLayout" Target="../slideLayouts/slideLayout3.xml"/><Relationship Id="rId1" Type="http://schemas.openxmlformats.org/officeDocument/2006/relationships/tags" Target="../tags/tag222.xml"/></Relationships>
</file>

<file path=ppt/slides/_rels/slide230.xml.rels><?xml version="1.0" encoding="UTF-8" standalone="yes"?>
<Relationships xmlns="http://schemas.openxmlformats.org/package/2006/relationships"><Relationship Id="rId2" Type="http://schemas.openxmlformats.org/officeDocument/2006/relationships/slideLayout" Target="../slideLayouts/slideLayout3.xml"/><Relationship Id="rId1" Type="http://schemas.openxmlformats.org/officeDocument/2006/relationships/tags" Target="../tags/tag223.xml"/></Relationships>
</file>

<file path=ppt/slides/_rels/slide231.xml.rels><?xml version="1.0" encoding="UTF-8" standalone="yes"?>
<Relationships xmlns="http://schemas.openxmlformats.org/package/2006/relationships"><Relationship Id="rId2" Type="http://schemas.openxmlformats.org/officeDocument/2006/relationships/slideLayout" Target="../slideLayouts/slideLayout3.xml"/><Relationship Id="rId1" Type="http://schemas.openxmlformats.org/officeDocument/2006/relationships/tags" Target="../tags/tag224.xml"/></Relationships>
</file>

<file path=ppt/slides/_rels/slide232.xml.rels><?xml version="1.0" encoding="UTF-8" standalone="yes"?>
<Relationships xmlns="http://schemas.openxmlformats.org/package/2006/relationships"><Relationship Id="rId2" Type="http://schemas.openxmlformats.org/officeDocument/2006/relationships/slideLayout" Target="../slideLayouts/slideLayout3.xml"/><Relationship Id="rId1" Type="http://schemas.openxmlformats.org/officeDocument/2006/relationships/tags" Target="../tags/tag225.xml"/></Relationships>
</file>

<file path=ppt/slides/_rels/slide233.xml.rels><?xml version="1.0" encoding="UTF-8" standalone="yes"?>
<Relationships xmlns="http://schemas.openxmlformats.org/package/2006/relationships"><Relationship Id="rId2" Type="http://schemas.openxmlformats.org/officeDocument/2006/relationships/slideLayout" Target="../slideLayouts/slideLayout3.xml"/><Relationship Id="rId1" Type="http://schemas.openxmlformats.org/officeDocument/2006/relationships/tags" Target="../tags/tag226.xml"/></Relationships>
</file>

<file path=ppt/slides/_rels/slide234.xml.rels><?xml version="1.0" encoding="UTF-8" standalone="yes"?>
<Relationships xmlns="http://schemas.openxmlformats.org/package/2006/relationships"><Relationship Id="rId2" Type="http://schemas.openxmlformats.org/officeDocument/2006/relationships/slideLayout" Target="../slideLayouts/slideLayout3.xml"/><Relationship Id="rId1" Type="http://schemas.openxmlformats.org/officeDocument/2006/relationships/tags" Target="../tags/tag227.xml"/></Relationships>
</file>

<file path=ppt/slides/_rels/slide235.xml.rels><?xml version="1.0" encoding="UTF-8" standalone="yes"?>
<Relationships xmlns="http://schemas.openxmlformats.org/package/2006/relationships"><Relationship Id="rId2" Type="http://schemas.openxmlformats.org/officeDocument/2006/relationships/slideLayout" Target="../slideLayouts/slideLayout3.xml"/><Relationship Id="rId1" Type="http://schemas.openxmlformats.org/officeDocument/2006/relationships/tags" Target="../tags/tag228.xml"/></Relationships>
</file>

<file path=ppt/slides/_rels/slide236.xml.rels><?xml version="1.0" encoding="UTF-8" standalone="yes"?>
<Relationships xmlns="http://schemas.openxmlformats.org/package/2006/relationships"><Relationship Id="rId2" Type="http://schemas.openxmlformats.org/officeDocument/2006/relationships/slideLayout" Target="../slideLayouts/slideLayout3.xml"/><Relationship Id="rId1" Type="http://schemas.openxmlformats.org/officeDocument/2006/relationships/tags" Target="../tags/tag229.xml"/></Relationships>
</file>

<file path=ppt/slides/_rels/slide237.xml.rels><?xml version="1.0" encoding="UTF-8" standalone="yes"?>
<Relationships xmlns="http://schemas.openxmlformats.org/package/2006/relationships"><Relationship Id="rId2" Type="http://schemas.openxmlformats.org/officeDocument/2006/relationships/slideLayout" Target="../slideLayouts/slideLayout3.xml"/><Relationship Id="rId1" Type="http://schemas.openxmlformats.org/officeDocument/2006/relationships/tags" Target="../tags/tag230.xml"/></Relationships>
</file>

<file path=ppt/slides/_rels/slide238.xml.rels><?xml version="1.0" encoding="UTF-8" standalone="yes"?>
<Relationships xmlns="http://schemas.openxmlformats.org/package/2006/relationships"><Relationship Id="rId3" Type="http://schemas.openxmlformats.org/officeDocument/2006/relationships/image" Target="../media/image112.png"/><Relationship Id="rId2" Type="http://schemas.openxmlformats.org/officeDocument/2006/relationships/slideLayout" Target="../slideLayouts/slideLayout3.xml"/><Relationship Id="rId1" Type="http://schemas.openxmlformats.org/officeDocument/2006/relationships/tags" Target="../tags/tag231.xml"/></Relationships>
</file>

<file path=ppt/slides/_rels/slide239.xml.rels><?xml version="1.0" encoding="UTF-8" standalone="yes"?>
<Relationships xmlns="http://schemas.openxmlformats.org/package/2006/relationships"><Relationship Id="rId3" Type="http://schemas.openxmlformats.org/officeDocument/2006/relationships/image" Target="../media/image46.png"/><Relationship Id="rId2" Type="http://schemas.openxmlformats.org/officeDocument/2006/relationships/slideLayout" Target="../slideLayouts/slideLayout3.xml"/><Relationship Id="rId1" Type="http://schemas.openxmlformats.org/officeDocument/2006/relationships/tags" Target="../tags/tag232.xml"/></Relationships>
</file>

<file path=ppt/slides/_rels/slide240.xml.rels><?xml version="1.0" encoding="UTF-8" standalone="yes"?>
<Relationships xmlns="http://schemas.openxmlformats.org/package/2006/relationships"><Relationship Id="rId2" Type="http://schemas.openxmlformats.org/officeDocument/2006/relationships/slideLayout" Target="../slideLayouts/slideLayout3.xml"/><Relationship Id="rId1" Type="http://schemas.openxmlformats.org/officeDocument/2006/relationships/tags" Target="../tags/tag233.xml"/></Relationships>
</file>

<file path=ppt/slides/_rels/slide241.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242.xml.rels><?xml version="1.0" encoding="UTF-8" standalone="yes"?>
<Relationships xmlns="http://schemas.openxmlformats.org/package/2006/relationships"><Relationship Id="rId3" Type="http://schemas.openxmlformats.org/officeDocument/2006/relationships/image" Target="../media/image47.jpeg"/><Relationship Id="rId2" Type="http://schemas.openxmlformats.org/officeDocument/2006/relationships/slideLayout" Target="../slideLayouts/slideLayout3.xml"/><Relationship Id="rId1" Type="http://schemas.openxmlformats.org/officeDocument/2006/relationships/tags" Target="../tags/tag234.xml"/><Relationship Id="rId6" Type="http://schemas.openxmlformats.org/officeDocument/2006/relationships/image" Target="../media/image48.png"/><Relationship Id="rId5" Type="http://schemas.openxmlformats.org/officeDocument/2006/relationships/image" Target="../media/image4.svg"/><Relationship Id="rId4" Type="http://schemas.openxmlformats.org/officeDocument/2006/relationships/image" Target="../media/image3.png"/></Relationships>
</file>

<file path=ppt/slides/_rels/slide243.xml.rels><?xml version="1.0" encoding="UTF-8" standalone="yes"?>
<Relationships xmlns="http://schemas.openxmlformats.org/package/2006/relationships"><Relationship Id="rId3" Type="http://schemas.openxmlformats.org/officeDocument/2006/relationships/image" Target="../media/image47.jpeg"/><Relationship Id="rId2" Type="http://schemas.openxmlformats.org/officeDocument/2006/relationships/slideLayout" Target="../slideLayouts/slideLayout3.xml"/><Relationship Id="rId1" Type="http://schemas.openxmlformats.org/officeDocument/2006/relationships/tags" Target="../tags/tag235.xml"/></Relationships>
</file>

<file path=ppt/slides/_rels/slide244.xml.rels><?xml version="1.0" encoding="UTF-8" standalone="yes"?>
<Relationships xmlns="http://schemas.openxmlformats.org/package/2006/relationships"><Relationship Id="rId3" Type="http://schemas.openxmlformats.org/officeDocument/2006/relationships/image" Target="../media/image47.jpeg"/><Relationship Id="rId2" Type="http://schemas.openxmlformats.org/officeDocument/2006/relationships/slideLayout" Target="../slideLayouts/slideLayout3.xml"/><Relationship Id="rId1" Type="http://schemas.openxmlformats.org/officeDocument/2006/relationships/tags" Target="../tags/tag236.xml"/></Relationships>
</file>

<file path=ppt/slides/_rels/slide245.xml.rels><?xml version="1.0" encoding="UTF-8" standalone="yes"?>
<Relationships xmlns="http://schemas.openxmlformats.org/package/2006/relationships"><Relationship Id="rId3" Type="http://schemas.openxmlformats.org/officeDocument/2006/relationships/image" Target="../media/image47.jpeg"/><Relationship Id="rId2" Type="http://schemas.openxmlformats.org/officeDocument/2006/relationships/slideLayout" Target="../slideLayouts/slideLayout3.xml"/><Relationship Id="rId1" Type="http://schemas.openxmlformats.org/officeDocument/2006/relationships/tags" Target="../tags/tag237.xml"/></Relationships>
</file>

<file path=ppt/slides/_rels/slide246.xml.rels><?xml version="1.0" encoding="UTF-8" standalone="yes"?>
<Relationships xmlns="http://schemas.openxmlformats.org/package/2006/relationships"><Relationship Id="rId3" Type="http://schemas.openxmlformats.org/officeDocument/2006/relationships/slideLayout" Target="../slideLayouts/slideLayout1.xml"/><Relationship Id="rId2" Type="http://schemas.openxmlformats.org/officeDocument/2006/relationships/video" Target="../media/media1.mp4"/><Relationship Id="rId1" Type="http://schemas.microsoft.com/office/2007/relationships/media" Target="../media/media1.mp4"/><Relationship Id="rId4" Type="http://schemas.openxmlformats.org/officeDocument/2006/relationships/image" Target="../media/image49.png"/></Relationships>
</file>

<file path=ppt/slides/_rels/slide247.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248.xml.rels><?xml version="1.0" encoding="UTF-8" standalone="yes"?>
<Relationships xmlns="http://schemas.openxmlformats.org/package/2006/relationships"><Relationship Id="rId3" Type="http://schemas.openxmlformats.org/officeDocument/2006/relationships/image" Target="../media/image3.png"/><Relationship Id="rId2" Type="http://schemas.openxmlformats.org/officeDocument/2006/relationships/slideLayout" Target="../slideLayouts/slideLayout3.xml"/><Relationship Id="rId1" Type="http://schemas.openxmlformats.org/officeDocument/2006/relationships/tags" Target="../tags/tag238.xml"/><Relationship Id="rId6" Type="http://schemas.openxmlformats.org/officeDocument/2006/relationships/image" Target="../media/image50.jpeg"/><Relationship Id="rId5" Type="http://schemas.openxmlformats.org/officeDocument/2006/relationships/image" Target="../media/image48.png"/><Relationship Id="rId4" Type="http://schemas.openxmlformats.org/officeDocument/2006/relationships/image" Target="../media/image4.svg"/></Relationships>
</file>

<file path=ppt/slides/_rels/slide249.xml.rels><?xml version="1.0" encoding="UTF-8" standalone="yes"?>
<Relationships xmlns="http://schemas.openxmlformats.org/package/2006/relationships"><Relationship Id="rId3" Type="http://schemas.openxmlformats.org/officeDocument/2006/relationships/image" Target="../media/image51.jpg"/><Relationship Id="rId2" Type="http://schemas.openxmlformats.org/officeDocument/2006/relationships/slideLayout" Target="../slideLayouts/slideLayout3.xml"/><Relationship Id="rId1" Type="http://schemas.openxmlformats.org/officeDocument/2006/relationships/tags" Target="../tags/tag239.xml"/></Relationships>
</file>

<file path=ppt/slides/_rels/slide250.xml.rels><?xml version="1.0" encoding="UTF-8" standalone="yes"?>
<Relationships xmlns="http://schemas.openxmlformats.org/package/2006/relationships"><Relationship Id="rId2" Type="http://schemas.openxmlformats.org/officeDocument/2006/relationships/slideLayout" Target="../slideLayouts/slideLayout3.xml"/><Relationship Id="rId1" Type="http://schemas.openxmlformats.org/officeDocument/2006/relationships/tags" Target="../tags/tag240.xml"/></Relationships>
</file>

<file path=ppt/slides/_rels/slide251.xml.rels><?xml version="1.0" encoding="UTF-8" standalone="yes"?>
<Relationships xmlns="http://schemas.openxmlformats.org/package/2006/relationships"><Relationship Id="rId2" Type="http://schemas.openxmlformats.org/officeDocument/2006/relationships/slideLayout" Target="../slideLayouts/slideLayout3.xml"/><Relationship Id="rId1" Type="http://schemas.openxmlformats.org/officeDocument/2006/relationships/tags" Target="../tags/tag241.xml"/></Relationships>
</file>

<file path=ppt/slides/_rels/slide252.xml.rels><?xml version="1.0" encoding="UTF-8" standalone="yes"?>
<Relationships xmlns="http://schemas.openxmlformats.org/package/2006/relationships"><Relationship Id="rId2" Type="http://schemas.openxmlformats.org/officeDocument/2006/relationships/slideLayout" Target="../slideLayouts/slideLayout3.xml"/><Relationship Id="rId1" Type="http://schemas.openxmlformats.org/officeDocument/2006/relationships/tags" Target="../tags/tag242.xml"/></Relationships>
</file>

<file path=ppt/slides/_rels/slide253.xml.rels><?xml version="1.0" encoding="UTF-8" standalone="yes"?>
<Relationships xmlns="http://schemas.openxmlformats.org/package/2006/relationships"><Relationship Id="rId3" Type="http://schemas.openxmlformats.org/officeDocument/2006/relationships/image" Target="../media/image3.png"/><Relationship Id="rId2" Type="http://schemas.openxmlformats.org/officeDocument/2006/relationships/slideLayout" Target="../slideLayouts/slideLayout3.xml"/><Relationship Id="rId1" Type="http://schemas.openxmlformats.org/officeDocument/2006/relationships/tags" Target="../tags/tag243.xml"/><Relationship Id="rId4" Type="http://schemas.openxmlformats.org/officeDocument/2006/relationships/image" Target="../media/image4.svg"/></Relationships>
</file>

<file path=ppt/slides/_rels/slide254.xml.rels><?xml version="1.0" encoding="UTF-8" standalone="yes"?>
<Relationships xmlns="http://schemas.openxmlformats.org/package/2006/relationships"><Relationship Id="rId3" Type="http://schemas.openxmlformats.org/officeDocument/2006/relationships/image" Target="../media/image3.png"/><Relationship Id="rId2" Type="http://schemas.openxmlformats.org/officeDocument/2006/relationships/slideLayout" Target="../slideLayouts/slideLayout3.xml"/><Relationship Id="rId1" Type="http://schemas.openxmlformats.org/officeDocument/2006/relationships/tags" Target="../tags/tag244.xml"/><Relationship Id="rId4" Type="http://schemas.openxmlformats.org/officeDocument/2006/relationships/image" Target="../media/image4.svg"/></Relationships>
</file>

<file path=ppt/slides/_rels/slide255.xml.rels><?xml version="1.0" encoding="UTF-8" standalone="yes"?>
<Relationships xmlns="http://schemas.openxmlformats.org/package/2006/relationships"><Relationship Id="rId3" Type="http://schemas.openxmlformats.org/officeDocument/2006/relationships/image" Target="../media/image3.png"/><Relationship Id="rId2" Type="http://schemas.openxmlformats.org/officeDocument/2006/relationships/slideLayout" Target="../slideLayouts/slideLayout3.xml"/><Relationship Id="rId1" Type="http://schemas.openxmlformats.org/officeDocument/2006/relationships/tags" Target="../tags/tag245.xml"/><Relationship Id="rId4" Type="http://schemas.openxmlformats.org/officeDocument/2006/relationships/image" Target="../media/image4.svg"/></Relationships>
</file>

<file path=ppt/slides/_rels/slide256.xml.rels><?xml version="1.0" encoding="UTF-8" standalone="yes"?>
<Relationships xmlns="http://schemas.openxmlformats.org/package/2006/relationships"><Relationship Id="rId3" Type="http://schemas.openxmlformats.org/officeDocument/2006/relationships/image" Target="../media/image3.png"/><Relationship Id="rId2" Type="http://schemas.openxmlformats.org/officeDocument/2006/relationships/slideLayout" Target="../slideLayouts/slideLayout3.xml"/><Relationship Id="rId1" Type="http://schemas.openxmlformats.org/officeDocument/2006/relationships/tags" Target="../tags/tag246.xml"/><Relationship Id="rId4" Type="http://schemas.openxmlformats.org/officeDocument/2006/relationships/image" Target="../media/image4.svg"/></Relationships>
</file>

<file path=ppt/slides/_rels/slide257.xml.rels><?xml version="1.0" encoding="UTF-8" standalone="yes"?>
<Relationships xmlns="http://schemas.openxmlformats.org/package/2006/relationships"><Relationship Id="rId3" Type="http://schemas.openxmlformats.org/officeDocument/2006/relationships/image" Target="../media/image3.png"/><Relationship Id="rId2" Type="http://schemas.openxmlformats.org/officeDocument/2006/relationships/slideLayout" Target="../slideLayouts/slideLayout3.xml"/><Relationship Id="rId1" Type="http://schemas.openxmlformats.org/officeDocument/2006/relationships/tags" Target="../tags/tag247.xml"/><Relationship Id="rId4" Type="http://schemas.openxmlformats.org/officeDocument/2006/relationships/image" Target="../media/image4.svg"/></Relationships>
</file>

<file path=ppt/slides/_rels/slide258.xml.rels><?xml version="1.0" encoding="UTF-8" standalone="yes"?>
<Relationships xmlns="http://schemas.openxmlformats.org/package/2006/relationships"><Relationship Id="rId3" Type="http://schemas.openxmlformats.org/officeDocument/2006/relationships/image" Target="../media/image3.png"/><Relationship Id="rId2" Type="http://schemas.openxmlformats.org/officeDocument/2006/relationships/slideLayout" Target="../slideLayouts/slideLayout3.xml"/><Relationship Id="rId1" Type="http://schemas.openxmlformats.org/officeDocument/2006/relationships/tags" Target="../tags/tag248.xml"/><Relationship Id="rId4" Type="http://schemas.openxmlformats.org/officeDocument/2006/relationships/image" Target="../media/image4.svg"/></Relationships>
</file>

<file path=ppt/slides/_rels/slide259.xml.rels><?xml version="1.0" encoding="UTF-8" standalone="yes"?>
<Relationships xmlns="http://schemas.openxmlformats.org/package/2006/relationships"><Relationship Id="rId3" Type="http://schemas.openxmlformats.org/officeDocument/2006/relationships/image" Target="../media/image3.png"/><Relationship Id="rId2" Type="http://schemas.openxmlformats.org/officeDocument/2006/relationships/slideLayout" Target="../slideLayouts/slideLayout3.xml"/><Relationship Id="rId1" Type="http://schemas.openxmlformats.org/officeDocument/2006/relationships/tags" Target="../tags/tag249.xml"/><Relationship Id="rId4" Type="http://schemas.openxmlformats.org/officeDocument/2006/relationships/image" Target="../media/image4.svg"/></Relationships>
</file>

<file path=ppt/slides/_rels/slide260.xml.rels><?xml version="1.0" encoding="UTF-8" standalone="yes"?>
<Relationships xmlns="http://schemas.openxmlformats.org/package/2006/relationships"><Relationship Id="rId3" Type="http://schemas.openxmlformats.org/officeDocument/2006/relationships/image" Target="../media/image3.png"/><Relationship Id="rId2" Type="http://schemas.openxmlformats.org/officeDocument/2006/relationships/slideLayout" Target="../slideLayouts/slideLayout3.xml"/><Relationship Id="rId1" Type="http://schemas.openxmlformats.org/officeDocument/2006/relationships/tags" Target="../tags/tag250.xml"/><Relationship Id="rId4" Type="http://schemas.openxmlformats.org/officeDocument/2006/relationships/image" Target="../media/image4.svg"/></Relationships>
</file>

<file path=ppt/slides/_rels/slide261.xml.rels><?xml version="1.0" encoding="UTF-8" standalone="yes"?>
<Relationships xmlns="http://schemas.openxmlformats.org/package/2006/relationships"><Relationship Id="rId3" Type="http://schemas.openxmlformats.org/officeDocument/2006/relationships/image" Target="../media/image52.png"/><Relationship Id="rId2" Type="http://schemas.openxmlformats.org/officeDocument/2006/relationships/slideLayout" Target="../slideLayouts/slideLayout3.xml"/><Relationship Id="rId1" Type="http://schemas.openxmlformats.org/officeDocument/2006/relationships/tags" Target="../tags/tag251.xml"/></Relationships>
</file>

<file path=ppt/slides/_rels/slide262.xml.rels><?xml version="1.0" encoding="UTF-8" standalone="yes"?>
<Relationships xmlns="http://schemas.openxmlformats.org/package/2006/relationships"><Relationship Id="rId3" Type="http://schemas.openxmlformats.org/officeDocument/2006/relationships/image" Target="../media/image53.png"/><Relationship Id="rId2" Type="http://schemas.openxmlformats.org/officeDocument/2006/relationships/slideLayout" Target="../slideLayouts/slideLayout3.xml"/><Relationship Id="rId1" Type="http://schemas.openxmlformats.org/officeDocument/2006/relationships/tags" Target="../tags/tag252.xml"/><Relationship Id="rId4" Type="http://schemas.openxmlformats.org/officeDocument/2006/relationships/image" Target="../media/image54.png"/></Relationships>
</file>

<file path=ppt/slides/_rels/slide263.xml.rels><?xml version="1.0" encoding="UTF-8" standalone="yes"?>
<Relationships xmlns="http://schemas.openxmlformats.org/package/2006/relationships"><Relationship Id="rId2" Type="http://schemas.openxmlformats.org/officeDocument/2006/relationships/slideLayout" Target="../slideLayouts/slideLayout3.xml"/><Relationship Id="rId1" Type="http://schemas.openxmlformats.org/officeDocument/2006/relationships/tags" Target="../tags/tag253.xml"/></Relationships>
</file>

<file path=ppt/slides/_rels/slide264.xml.rels><?xml version="1.0" encoding="UTF-8" standalone="yes"?>
<Relationships xmlns="http://schemas.openxmlformats.org/package/2006/relationships"><Relationship Id="rId2" Type="http://schemas.openxmlformats.org/officeDocument/2006/relationships/slideLayout" Target="../slideLayouts/slideLayout3.xml"/><Relationship Id="rId1" Type="http://schemas.openxmlformats.org/officeDocument/2006/relationships/tags" Target="../tags/tag254.xml"/></Relationships>
</file>

<file path=ppt/slides/_rels/slide265.xml.rels><?xml version="1.0" encoding="UTF-8" standalone="yes"?>
<Relationships xmlns="http://schemas.openxmlformats.org/package/2006/relationships"><Relationship Id="rId3" Type="http://schemas.openxmlformats.org/officeDocument/2006/relationships/image" Target="../media/image55.png"/><Relationship Id="rId2" Type="http://schemas.openxmlformats.org/officeDocument/2006/relationships/slideLayout" Target="../slideLayouts/slideLayout3.xml"/><Relationship Id="rId1" Type="http://schemas.openxmlformats.org/officeDocument/2006/relationships/tags" Target="../tags/tag255.xml"/><Relationship Id="rId6" Type="http://schemas.openxmlformats.org/officeDocument/2006/relationships/image" Target="../media/image58.png"/><Relationship Id="rId5" Type="http://schemas.openxmlformats.org/officeDocument/2006/relationships/image" Target="../media/image57.png"/><Relationship Id="rId4" Type="http://schemas.openxmlformats.org/officeDocument/2006/relationships/image" Target="../media/image56.png"/></Relationships>
</file>

<file path=ppt/slides/_rels/slide266.xml.rels><?xml version="1.0" encoding="UTF-8" standalone="yes"?>
<Relationships xmlns="http://schemas.openxmlformats.org/package/2006/relationships"><Relationship Id="rId3" Type="http://schemas.openxmlformats.org/officeDocument/2006/relationships/image" Target="../media/image59.png"/><Relationship Id="rId2" Type="http://schemas.openxmlformats.org/officeDocument/2006/relationships/slideLayout" Target="../slideLayouts/slideLayout3.xml"/><Relationship Id="rId1" Type="http://schemas.openxmlformats.org/officeDocument/2006/relationships/tags" Target="../tags/tag256.xml"/></Relationships>
</file>

<file path=ppt/slides/_rels/slide267.xml.rels><?xml version="1.0" encoding="UTF-8" standalone="yes"?>
<Relationships xmlns="http://schemas.openxmlformats.org/package/2006/relationships"><Relationship Id="rId3" Type="http://schemas.openxmlformats.org/officeDocument/2006/relationships/image" Target="../media/image59.png"/><Relationship Id="rId2" Type="http://schemas.openxmlformats.org/officeDocument/2006/relationships/slideLayout" Target="../slideLayouts/slideLayout3.xml"/><Relationship Id="rId1" Type="http://schemas.openxmlformats.org/officeDocument/2006/relationships/tags" Target="../tags/tag257.xml"/><Relationship Id="rId4" Type="http://schemas.openxmlformats.org/officeDocument/2006/relationships/image" Target="../media/image60.png"/></Relationships>
</file>

<file path=ppt/slides/_rels/slide268.xml.rels><?xml version="1.0" encoding="UTF-8" standalone="yes"?>
<Relationships xmlns="http://schemas.openxmlformats.org/package/2006/relationships"><Relationship Id="rId3" Type="http://schemas.openxmlformats.org/officeDocument/2006/relationships/image" Target="../media/image61.png"/><Relationship Id="rId2" Type="http://schemas.openxmlformats.org/officeDocument/2006/relationships/slideLayout" Target="../slideLayouts/slideLayout3.xml"/><Relationship Id="rId1" Type="http://schemas.openxmlformats.org/officeDocument/2006/relationships/tags" Target="../tags/tag258.xml"/></Relationships>
</file>

<file path=ppt/slides/_rels/slide269.xml.rels><?xml version="1.0" encoding="UTF-8" standalone="yes"?>
<Relationships xmlns="http://schemas.openxmlformats.org/package/2006/relationships"><Relationship Id="rId2" Type="http://schemas.openxmlformats.org/officeDocument/2006/relationships/slideLayout" Target="../slideLayouts/slideLayout3.xml"/><Relationship Id="rId1" Type="http://schemas.openxmlformats.org/officeDocument/2006/relationships/tags" Target="../tags/tag259.xml"/></Relationships>
</file>

<file path=ppt/slides/_rels/slide270.xml.rels><?xml version="1.0" encoding="UTF-8" standalone="yes"?>
<Relationships xmlns="http://schemas.openxmlformats.org/package/2006/relationships"><Relationship Id="rId2" Type="http://schemas.openxmlformats.org/officeDocument/2006/relationships/slideLayout" Target="../slideLayouts/slideLayout3.xml"/><Relationship Id="rId1" Type="http://schemas.openxmlformats.org/officeDocument/2006/relationships/tags" Target="../tags/tag260.xml"/></Relationships>
</file>

<file path=ppt/slides/_rels/slide271.xml.rels><?xml version="1.0" encoding="UTF-8" standalone="yes"?>
<Relationships xmlns="http://schemas.openxmlformats.org/package/2006/relationships"><Relationship Id="rId2" Type="http://schemas.openxmlformats.org/officeDocument/2006/relationships/slideLayout" Target="../slideLayouts/slideLayout3.xml"/><Relationship Id="rId1" Type="http://schemas.openxmlformats.org/officeDocument/2006/relationships/tags" Target="../tags/tag261.xml"/></Relationships>
</file>

<file path=ppt/slides/_rels/slide272.xml.rels><?xml version="1.0" encoding="UTF-8" standalone="yes"?>
<Relationships xmlns="http://schemas.openxmlformats.org/package/2006/relationships"><Relationship Id="rId2" Type="http://schemas.openxmlformats.org/officeDocument/2006/relationships/slideLayout" Target="../slideLayouts/slideLayout3.xml"/><Relationship Id="rId1" Type="http://schemas.openxmlformats.org/officeDocument/2006/relationships/tags" Target="../tags/tag262.xml"/></Relationships>
</file>

<file path=ppt/slides/_rels/slide273.xml.rels><?xml version="1.0" encoding="UTF-8" standalone="yes"?>
<Relationships xmlns="http://schemas.openxmlformats.org/package/2006/relationships"><Relationship Id="rId2" Type="http://schemas.openxmlformats.org/officeDocument/2006/relationships/slideLayout" Target="../slideLayouts/slideLayout3.xml"/><Relationship Id="rId1" Type="http://schemas.openxmlformats.org/officeDocument/2006/relationships/tags" Target="../tags/tag263.xml"/></Relationships>
</file>

<file path=ppt/slides/_rels/slide274.xml.rels><?xml version="1.0" encoding="UTF-8" standalone="yes"?>
<Relationships xmlns="http://schemas.openxmlformats.org/package/2006/relationships"><Relationship Id="rId2" Type="http://schemas.openxmlformats.org/officeDocument/2006/relationships/slideLayout" Target="../slideLayouts/slideLayout3.xml"/><Relationship Id="rId1" Type="http://schemas.openxmlformats.org/officeDocument/2006/relationships/tags" Target="../tags/tag264.xml"/></Relationships>
</file>

<file path=ppt/slides/_rels/slide275.xml.rels><?xml version="1.0" encoding="UTF-8" standalone="yes"?>
<Relationships xmlns="http://schemas.openxmlformats.org/package/2006/relationships"><Relationship Id="rId2" Type="http://schemas.openxmlformats.org/officeDocument/2006/relationships/slideLayout" Target="../slideLayouts/slideLayout3.xml"/><Relationship Id="rId1" Type="http://schemas.openxmlformats.org/officeDocument/2006/relationships/tags" Target="../tags/tag265.xml"/></Relationships>
</file>

<file path=ppt/slides/_rels/slide276.xml.rels><?xml version="1.0" encoding="UTF-8" standalone="yes"?>
<Relationships xmlns="http://schemas.openxmlformats.org/package/2006/relationships"><Relationship Id="rId2" Type="http://schemas.openxmlformats.org/officeDocument/2006/relationships/slideLayout" Target="../slideLayouts/slideLayout3.xml"/><Relationship Id="rId1" Type="http://schemas.openxmlformats.org/officeDocument/2006/relationships/tags" Target="../tags/tag266.xml"/></Relationships>
</file>

<file path=ppt/slides/_rels/slide277.xml.rels><?xml version="1.0" encoding="UTF-8" standalone="yes"?>
<Relationships xmlns="http://schemas.openxmlformats.org/package/2006/relationships"><Relationship Id="rId3" Type="http://schemas.openxmlformats.org/officeDocument/2006/relationships/image" Target="../media/image183.png"/><Relationship Id="rId7" Type="http://schemas.openxmlformats.org/officeDocument/2006/relationships/image" Target="../media/image222.png"/><Relationship Id="rId2" Type="http://schemas.openxmlformats.org/officeDocument/2006/relationships/slideLayout" Target="../slideLayouts/slideLayout3.xml"/><Relationship Id="rId1" Type="http://schemas.openxmlformats.org/officeDocument/2006/relationships/tags" Target="../tags/tag267.xml"/><Relationship Id="rId6" Type="http://schemas.openxmlformats.org/officeDocument/2006/relationships/image" Target="../media/image212.png"/><Relationship Id="rId5" Type="http://schemas.openxmlformats.org/officeDocument/2006/relationships/image" Target="../media/image203.png"/><Relationship Id="rId4" Type="http://schemas.openxmlformats.org/officeDocument/2006/relationships/image" Target="../media/image192.png"/></Relationships>
</file>

<file path=ppt/slides/_rels/slide278.xml.rels><?xml version="1.0" encoding="UTF-8" standalone="yes"?>
<Relationships xmlns="http://schemas.openxmlformats.org/package/2006/relationships"><Relationship Id="rId8" Type="http://schemas.openxmlformats.org/officeDocument/2006/relationships/image" Target="../media/image19.svg"/><Relationship Id="rId13" Type="http://schemas.openxmlformats.org/officeDocument/2006/relationships/image" Target="../media/image62.png"/><Relationship Id="rId3" Type="http://schemas.openxmlformats.org/officeDocument/2006/relationships/image" Target="../media/image28.png"/><Relationship Id="rId7" Type="http://schemas.openxmlformats.org/officeDocument/2006/relationships/image" Target="../media/image18.png"/><Relationship Id="rId12" Type="http://schemas.openxmlformats.org/officeDocument/2006/relationships/image" Target="../media/image8.svg"/><Relationship Id="rId2" Type="http://schemas.openxmlformats.org/officeDocument/2006/relationships/slideLayout" Target="../slideLayouts/slideLayout3.xml"/><Relationship Id="rId1" Type="http://schemas.openxmlformats.org/officeDocument/2006/relationships/tags" Target="../tags/tag268.xml"/><Relationship Id="rId6" Type="http://schemas.openxmlformats.org/officeDocument/2006/relationships/image" Target="../media/image4.svg"/><Relationship Id="rId11" Type="http://schemas.openxmlformats.org/officeDocument/2006/relationships/image" Target="../media/image7.png"/><Relationship Id="rId5" Type="http://schemas.openxmlformats.org/officeDocument/2006/relationships/image" Target="../media/image3.png"/><Relationship Id="rId10" Type="http://schemas.openxmlformats.org/officeDocument/2006/relationships/image" Target="../media/image23.svg"/><Relationship Id="rId4" Type="http://schemas.openxmlformats.org/officeDocument/2006/relationships/image" Target="../media/image29.svg"/><Relationship Id="rId9" Type="http://schemas.openxmlformats.org/officeDocument/2006/relationships/image" Target="../media/image22.png"/><Relationship Id="rId14" Type="http://schemas.openxmlformats.org/officeDocument/2006/relationships/image" Target="../media/image63.svg"/></Relationships>
</file>

<file path=ppt/slides/_rels/slide279.xml.rels><?xml version="1.0" encoding="UTF-8" standalone="yes"?>
<Relationships xmlns="http://schemas.openxmlformats.org/package/2006/relationships"><Relationship Id="rId2" Type="http://schemas.openxmlformats.org/officeDocument/2006/relationships/slideLayout" Target="../slideLayouts/slideLayout3.xml"/><Relationship Id="rId1" Type="http://schemas.openxmlformats.org/officeDocument/2006/relationships/tags" Target="../tags/tag269.xml"/></Relationships>
</file>

<file path=ppt/slides/_rels/slide280.xml.rels><?xml version="1.0" encoding="UTF-8" standalone="yes"?>
<Relationships xmlns="http://schemas.openxmlformats.org/package/2006/relationships"><Relationship Id="rId2" Type="http://schemas.openxmlformats.org/officeDocument/2006/relationships/slideLayout" Target="../slideLayouts/slideLayout3.xml"/><Relationship Id="rId1" Type="http://schemas.openxmlformats.org/officeDocument/2006/relationships/tags" Target="../tags/tag270.xml"/></Relationships>
</file>

<file path=ppt/slides/_rels/slide281.xml.rels><?xml version="1.0" encoding="UTF-8" standalone="yes"?>
<Relationships xmlns="http://schemas.openxmlformats.org/package/2006/relationships"><Relationship Id="rId3" Type="http://schemas.openxmlformats.org/officeDocument/2006/relationships/image" Target="../media/image3.png"/><Relationship Id="rId2" Type="http://schemas.openxmlformats.org/officeDocument/2006/relationships/slideLayout" Target="../slideLayouts/slideLayout3.xml"/><Relationship Id="rId1" Type="http://schemas.openxmlformats.org/officeDocument/2006/relationships/tags" Target="../tags/tag271.xml"/><Relationship Id="rId4" Type="http://schemas.openxmlformats.org/officeDocument/2006/relationships/image" Target="../media/image4.svg"/></Relationships>
</file>

<file path=ppt/slides/_rels/slide282.xml.rels><?xml version="1.0" encoding="UTF-8" standalone="yes"?>
<Relationships xmlns="http://schemas.openxmlformats.org/package/2006/relationships"><Relationship Id="rId3" Type="http://schemas.openxmlformats.org/officeDocument/2006/relationships/image" Target="../media/image3.png"/><Relationship Id="rId2" Type="http://schemas.openxmlformats.org/officeDocument/2006/relationships/slideLayout" Target="../slideLayouts/slideLayout3.xml"/><Relationship Id="rId1" Type="http://schemas.openxmlformats.org/officeDocument/2006/relationships/tags" Target="../tags/tag272.xml"/><Relationship Id="rId4" Type="http://schemas.openxmlformats.org/officeDocument/2006/relationships/image" Target="../media/image4.svg"/></Relationships>
</file>

<file path=ppt/slides/_rels/slide283.xml.rels><?xml version="1.0" encoding="UTF-8" standalone="yes"?>
<Relationships xmlns="http://schemas.openxmlformats.org/package/2006/relationships"><Relationship Id="rId3" Type="http://schemas.openxmlformats.org/officeDocument/2006/relationships/image" Target="../media/image3.png"/><Relationship Id="rId2" Type="http://schemas.openxmlformats.org/officeDocument/2006/relationships/slideLayout" Target="../slideLayouts/slideLayout3.xml"/><Relationship Id="rId1" Type="http://schemas.openxmlformats.org/officeDocument/2006/relationships/tags" Target="../tags/tag273.xml"/><Relationship Id="rId4" Type="http://schemas.openxmlformats.org/officeDocument/2006/relationships/image" Target="../media/image4.svg"/></Relationships>
</file>

<file path=ppt/slides/_rels/slide284.xml.rels><?xml version="1.0" encoding="UTF-8" standalone="yes"?>
<Relationships xmlns="http://schemas.openxmlformats.org/package/2006/relationships"><Relationship Id="rId3" Type="http://schemas.openxmlformats.org/officeDocument/2006/relationships/image" Target="../media/image3.png"/><Relationship Id="rId2" Type="http://schemas.openxmlformats.org/officeDocument/2006/relationships/slideLayout" Target="../slideLayouts/slideLayout3.xml"/><Relationship Id="rId1" Type="http://schemas.openxmlformats.org/officeDocument/2006/relationships/tags" Target="../tags/tag274.xml"/><Relationship Id="rId4" Type="http://schemas.openxmlformats.org/officeDocument/2006/relationships/image" Target="../media/image4.svg"/></Relationships>
</file>

<file path=ppt/slides/_rels/slide285.xml.rels><?xml version="1.0" encoding="UTF-8" standalone="yes"?>
<Relationships xmlns="http://schemas.openxmlformats.org/package/2006/relationships"><Relationship Id="rId3" Type="http://schemas.openxmlformats.org/officeDocument/2006/relationships/image" Target="../media/image3.png"/><Relationship Id="rId2" Type="http://schemas.openxmlformats.org/officeDocument/2006/relationships/slideLayout" Target="../slideLayouts/slideLayout3.xml"/><Relationship Id="rId1" Type="http://schemas.openxmlformats.org/officeDocument/2006/relationships/tags" Target="../tags/tag275.xml"/><Relationship Id="rId4" Type="http://schemas.openxmlformats.org/officeDocument/2006/relationships/image" Target="../media/image4.svg"/></Relationships>
</file>

<file path=ppt/slides/_rels/slide286.xml.rels><?xml version="1.0" encoding="UTF-8" standalone="yes"?>
<Relationships xmlns="http://schemas.openxmlformats.org/package/2006/relationships"><Relationship Id="rId3" Type="http://schemas.openxmlformats.org/officeDocument/2006/relationships/image" Target="../media/image3.png"/><Relationship Id="rId2" Type="http://schemas.openxmlformats.org/officeDocument/2006/relationships/slideLayout" Target="../slideLayouts/slideLayout3.xml"/><Relationship Id="rId1" Type="http://schemas.openxmlformats.org/officeDocument/2006/relationships/tags" Target="../tags/tag276.xml"/><Relationship Id="rId4" Type="http://schemas.openxmlformats.org/officeDocument/2006/relationships/image" Target="../media/image4.svg"/></Relationships>
</file>

<file path=ppt/slides/_rels/slide287.xml.rels><?xml version="1.0" encoding="UTF-8" standalone="yes"?>
<Relationships xmlns="http://schemas.openxmlformats.org/package/2006/relationships"><Relationship Id="rId3" Type="http://schemas.openxmlformats.org/officeDocument/2006/relationships/image" Target="../media/image3.png"/><Relationship Id="rId2" Type="http://schemas.openxmlformats.org/officeDocument/2006/relationships/slideLayout" Target="../slideLayouts/slideLayout3.xml"/><Relationship Id="rId1" Type="http://schemas.openxmlformats.org/officeDocument/2006/relationships/tags" Target="../tags/tag277.xml"/><Relationship Id="rId4" Type="http://schemas.openxmlformats.org/officeDocument/2006/relationships/image" Target="../media/image4.svg"/></Relationships>
</file>

<file path=ppt/slides/_rels/slide288.xml.rels><?xml version="1.0" encoding="UTF-8" standalone="yes"?>
<Relationships xmlns="http://schemas.openxmlformats.org/package/2006/relationships"><Relationship Id="rId3" Type="http://schemas.openxmlformats.org/officeDocument/2006/relationships/image" Target="../media/image62.png"/><Relationship Id="rId2" Type="http://schemas.openxmlformats.org/officeDocument/2006/relationships/slideLayout" Target="../slideLayouts/slideLayout3.xml"/><Relationship Id="rId1" Type="http://schemas.openxmlformats.org/officeDocument/2006/relationships/tags" Target="../tags/tag278.xml"/><Relationship Id="rId4" Type="http://schemas.openxmlformats.org/officeDocument/2006/relationships/image" Target="../media/image63.svg"/></Relationships>
</file>

<file path=ppt/slides/_rels/slide289.xml.rels><?xml version="1.0" encoding="UTF-8" standalone="yes"?>
<Relationships xmlns="http://schemas.openxmlformats.org/package/2006/relationships"><Relationship Id="rId2" Type="http://schemas.openxmlformats.org/officeDocument/2006/relationships/slideLayout" Target="../slideLayouts/slideLayout3.xml"/><Relationship Id="rId1" Type="http://schemas.openxmlformats.org/officeDocument/2006/relationships/tags" Target="../tags/tag279.xml"/></Relationships>
</file>

<file path=ppt/slides/_rels/slide290.xml.rels><?xml version="1.0" encoding="UTF-8" standalone="yes"?>
<Relationships xmlns="http://schemas.openxmlformats.org/package/2006/relationships"><Relationship Id="rId3" Type="http://schemas.openxmlformats.org/officeDocument/2006/relationships/video" Target="../media/media1.mp4"/><Relationship Id="rId2" Type="http://schemas.microsoft.com/office/2007/relationships/media" Target="../media/media1.mp4"/><Relationship Id="rId1" Type="http://schemas.openxmlformats.org/officeDocument/2006/relationships/tags" Target="../tags/tag280.xml"/><Relationship Id="rId5" Type="http://schemas.openxmlformats.org/officeDocument/2006/relationships/image" Target="../media/image49.png"/><Relationship Id="rId4" Type="http://schemas.openxmlformats.org/officeDocument/2006/relationships/slideLayout" Target="../slideLayouts/slideLayout3.xml"/></Relationships>
</file>

<file path=ppt/slides/_rels/slide291.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292.xml.rels><?xml version="1.0" encoding="UTF-8" standalone="yes"?>
<Relationships xmlns="http://schemas.openxmlformats.org/package/2006/relationships"><Relationship Id="rId3" Type="http://schemas.openxmlformats.org/officeDocument/2006/relationships/image" Target="../media/image3.png"/><Relationship Id="rId2" Type="http://schemas.openxmlformats.org/officeDocument/2006/relationships/slideLayout" Target="../slideLayouts/slideLayout3.xml"/><Relationship Id="rId1" Type="http://schemas.openxmlformats.org/officeDocument/2006/relationships/tags" Target="../tags/tag281.xml"/><Relationship Id="rId4" Type="http://schemas.openxmlformats.org/officeDocument/2006/relationships/image" Target="../media/image4.svg"/></Relationships>
</file>

<file path=ppt/slides/_rels/slide293.xml.rels><?xml version="1.0" encoding="UTF-8" standalone="yes"?>
<Relationships xmlns="http://schemas.openxmlformats.org/package/2006/relationships"><Relationship Id="rId3" Type="http://schemas.openxmlformats.org/officeDocument/2006/relationships/image" Target="../media/image3.png"/><Relationship Id="rId2" Type="http://schemas.openxmlformats.org/officeDocument/2006/relationships/slideLayout" Target="../slideLayouts/slideLayout3.xml"/><Relationship Id="rId1" Type="http://schemas.openxmlformats.org/officeDocument/2006/relationships/tags" Target="../tags/tag282.xml"/><Relationship Id="rId4" Type="http://schemas.openxmlformats.org/officeDocument/2006/relationships/image" Target="../media/image4.svg"/></Relationships>
</file>

<file path=ppt/slides/_rels/slide294.xml.rels><?xml version="1.0" encoding="UTF-8" standalone="yes"?>
<Relationships xmlns="http://schemas.openxmlformats.org/package/2006/relationships"><Relationship Id="rId3" Type="http://schemas.openxmlformats.org/officeDocument/2006/relationships/image" Target="../media/image3.png"/><Relationship Id="rId2" Type="http://schemas.openxmlformats.org/officeDocument/2006/relationships/slideLayout" Target="../slideLayouts/slideLayout3.xml"/><Relationship Id="rId1" Type="http://schemas.openxmlformats.org/officeDocument/2006/relationships/tags" Target="../tags/tag283.xml"/><Relationship Id="rId4" Type="http://schemas.openxmlformats.org/officeDocument/2006/relationships/image" Target="../media/image4.svg"/></Relationships>
</file>

<file path=ppt/slides/_rels/slide295.xml.rels><?xml version="1.0" encoding="UTF-8" standalone="yes"?>
<Relationships xmlns="http://schemas.openxmlformats.org/package/2006/relationships"><Relationship Id="rId3" Type="http://schemas.openxmlformats.org/officeDocument/2006/relationships/image" Target="../media/image3.png"/><Relationship Id="rId2" Type="http://schemas.openxmlformats.org/officeDocument/2006/relationships/slideLayout" Target="../slideLayouts/slideLayout3.xml"/><Relationship Id="rId1" Type="http://schemas.openxmlformats.org/officeDocument/2006/relationships/tags" Target="../tags/tag284.xml"/><Relationship Id="rId4" Type="http://schemas.openxmlformats.org/officeDocument/2006/relationships/image" Target="../media/image4.svg"/></Relationships>
</file>

<file path=ppt/slides/_rels/slide296.xml.rels><?xml version="1.0" encoding="UTF-8" standalone="yes"?>
<Relationships xmlns="http://schemas.openxmlformats.org/package/2006/relationships"><Relationship Id="rId3" Type="http://schemas.openxmlformats.org/officeDocument/2006/relationships/image" Target="../media/image3.png"/><Relationship Id="rId2" Type="http://schemas.openxmlformats.org/officeDocument/2006/relationships/slideLayout" Target="../slideLayouts/slideLayout3.xml"/><Relationship Id="rId1" Type="http://schemas.openxmlformats.org/officeDocument/2006/relationships/tags" Target="../tags/tag285.xml"/><Relationship Id="rId4" Type="http://schemas.openxmlformats.org/officeDocument/2006/relationships/image" Target="../media/image4.svg"/></Relationships>
</file>

<file path=ppt/slides/_rels/slide297.xml.rels><?xml version="1.0" encoding="UTF-8" standalone="yes"?>
<Relationships xmlns="http://schemas.openxmlformats.org/package/2006/relationships"><Relationship Id="rId2" Type="http://schemas.openxmlformats.org/officeDocument/2006/relationships/slideLayout" Target="../slideLayouts/slideLayout3.xml"/><Relationship Id="rId1" Type="http://schemas.openxmlformats.org/officeDocument/2006/relationships/tags" Target="../tags/tag286.xml"/></Relationships>
</file>

<file path=ppt/slides/_rels/slide298.xml.rels><?xml version="1.0" encoding="UTF-8" standalone="yes"?>
<Relationships xmlns="http://schemas.openxmlformats.org/package/2006/relationships"><Relationship Id="rId2" Type="http://schemas.openxmlformats.org/officeDocument/2006/relationships/slideLayout" Target="../slideLayouts/slideLayout3.xml"/><Relationship Id="rId1" Type="http://schemas.openxmlformats.org/officeDocument/2006/relationships/tags" Target="../tags/tag287.xml"/></Relationships>
</file>

<file path=ppt/slides/_rels/slide299.xml.rels><?xml version="1.0" encoding="UTF-8" standalone="yes"?>
<Relationships xmlns="http://schemas.openxmlformats.org/package/2006/relationships"><Relationship Id="rId2" Type="http://schemas.openxmlformats.org/officeDocument/2006/relationships/slideLayout" Target="../slideLayouts/slideLayout3.xml"/><Relationship Id="rId1" Type="http://schemas.openxmlformats.org/officeDocument/2006/relationships/tags" Target="../tags/tag288.xml"/></Relationships>
</file>

<file path=ppt/slides/_rels/slide300.xml.rels><?xml version="1.0" encoding="UTF-8" standalone="yes"?>
<Relationships xmlns="http://schemas.openxmlformats.org/package/2006/relationships"><Relationship Id="rId2" Type="http://schemas.openxmlformats.org/officeDocument/2006/relationships/slideLayout" Target="../slideLayouts/slideLayout3.xml"/><Relationship Id="rId1" Type="http://schemas.openxmlformats.org/officeDocument/2006/relationships/tags" Target="../tags/tag289.xml"/></Relationships>
</file>

<file path=ppt/slides/_rels/slide301.xml.rels><?xml version="1.0" encoding="UTF-8" standalone="yes"?>
<Relationships xmlns="http://schemas.openxmlformats.org/package/2006/relationships"><Relationship Id="rId2" Type="http://schemas.openxmlformats.org/officeDocument/2006/relationships/slideLayout" Target="../slideLayouts/slideLayout3.xml"/><Relationship Id="rId1" Type="http://schemas.openxmlformats.org/officeDocument/2006/relationships/tags" Target="../tags/tag290.xml"/></Relationships>
</file>

<file path=ppt/slides/_rels/slide302.xml.rels><?xml version="1.0" encoding="UTF-8" standalone="yes"?>
<Relationships xmlns="http://schemas.openxmlformats.org/package/2006/relationships"><Relationship Id="rId3" Type="http://schemas.openxmlformats.org/officeDocument/2006/relationships/image" Target="../media/image3.png"/><Relationship Id="rId2" Type="http://schemas.openxmlformats.org/officeDocument/2006/relationships/slideLayout" Target="../slideLayouts/slideLayout3.xml"/><Relationship Id="rId1" Type="http://schemas.openxmlformats.org/officeDocument/2006/relationships/tags" Target="../tags/tag291.xml"/><Relationship Id="rId4" Type="http://schemas.openxmlformats.org/officeDocument/2006/relationships/image" Target="../media/image4.svg"/></Relationships>
</file>

<file path=ppt/slides/_rels/slide303.xml.rels><?xml version="1.0" encoding="UTF-8" standalone="yes"?>
<Relationships xmlns="http://schemas.openxmlformats.org/package/2006/relationships"><Relationship Id="rId3" Type="http://schemas.openxmlformats.org/officeDocument/2006/relationships/image" Target="../media/image3.png"/><Relationship Id="rId2" Type="http://schemas.openxmlformats.org/officeDocument/2006/relationships/slideLayout" Target="../slideLayouts/slideLayout3.xml"/><Relationship Id="rId1" Type="http://schemas.openxmlformats.org/officeDocument/2006/relationships/tags" Target="../tags/tag292.xml"/><Relationship Id="rId4" Type="http://schemas.openxmlformats.org/officeDocument/2006/relationships/image" Target="../media/image4.svg"/></Relationships>
</file>

<file path=ppt/slides/_rels/slide304.xml.rels><?xml version="1.0" encoding="UTF-8" standalone="yes"?>
<Relationships xmlns="http://schemas.openxmlformats.org/package/2006/relationships"><Relationship Id="rId3" Type="http://schemas.openxmlformats.org/officeDocument/2006/relationships/image" Target="../media/image3.png"/><Relationship Id="rId2" Type="http://schemas.openxmlformats.org/officeDocument/2006/relationships/slideLayout" Target="../slideLayouts/slideLayout3.xml"/><Relationship Id="rId1" Type="http://schemas.openxmlformats.org/officeDocument/2006/relationships/tags" Target="../tags/tag293.xml"/><Relationship Id="rId4" Type="http://schemas.openxmlformats.org/officeDocument/2006/relationships/image" Target="../media/image4.svg"/></Relationships>
</file>

<file path=ppt/slides/_rels/slide305.xml.rels><?xml version="1.0" encoding="UTF-8" standalone="yes"?>
<Relationships xmlns="http://schemas.openxmlformats.org/package/2006/relationships"><Relationship Id="rId3" Type="http://schemas.openxmlformats.org/officeDocument/2006/relationships/image" Target="../media/image3.png"/><Relationship Id="rId2" Type="http://schemas.openxmlformats.org/officeDocument/2006/relationships/slideLayout" Target="../slideLayouts/slideLayout3.xml"/><Relationship Id="rId1" Type="http://schemas.openxmlformats.org/officeDocument/2006/relationships/tags" Target="../tags/tag294.xml"/><Relationship Id="rId4" Type="http://schemas.openxmlformats.org/officeDocument/2006/relationships/image" Target="../media/image4.svg"/></Relationships>
</file>

<file path=ppt/slides/_rels/slide306.xml.rels><?xml version="1.0" encoding="UTF-8" standalone="yes"?>
<Relationships xmlns="http://schemas.openxmlformats.org/package/2006/relationships"><Relationship Id="rId3" Type="http://schemas.openxmlformats.org/officeDocument/2006/relationships/image" Target="../media/image3.png"/><Relationship Id="rId2" Type="http://schemas.openxmlformats.org/officeDocument/2006/relationships/slideLayout" Target="../slideLayouts/slideLayout3.xml"/><Relationship Id="rId1" Type="http://schemas.openxmlformats.org/officeDocument/2006/relationships/tags" Target="../tags/tag295.xml"/><Relationship Id="rId4" Type="http://schemas.openxmlformats.org/officeDocument/2006/relationships/image" Target="../media/image4.svg"/></Relationships>
</file>

<file path=ppt/slides/_rels/slide307.xml.rels><?xml version="1.0" encoding="UTF-8" standalone="yes"?>
<Relationships xmlns="http://schemas.openxmlformats.org/package/2006/relationships"><Relationship Id="rId3" Type="http://schemas.openxmlformats.org/officeDocument/2006/relationships/image" Target="../media/image3.png"/><Relationship Id="rId2" Type="http://schemas.openxmlformats.org/officeDocument/2006/relationships/slideLayout" Target="../slideLayouts/slideLayout3.xml"/><Relationship Id="rId1" Type="http://schemas.openxmlformats.org/officeDocument/2006/relationships/tags" Target="../tags/tag296.xml"/><Relationship Id="rId4" Type="http://schemas.openxmlformats.org/officeDocument/2006/relationships/image" Target="../media/image4.svg"/></Relationships>
</file>

<file path=ppt/slides/_rels/slide308.xml.rels><?xml version="1.0" encoding="UTF-8" standalone="yes"?>
<Relationships xmlns="http://schemas.openxmlformats.org/package/2006/relationships"><Relationship Id="rId3" Type="http://schemas.openxmlformats.org/officeDocument/2006/relationships/image" Target="../media/image3.png"/><Relationship Id="rId2" Type="http://schemas.openxmlformats.org/officeDocument/2006/relationships/slideLayout" Target="../slideLayouts/slideLayout3.xml"/><Relationship Id="rId1" Type="http://schemas.openxmlformats.org/officeDocument/2006/relationships/tags" Target="../tags/tag297.xml"/><Relationship Id="rId4" Type="http://schemas.openxmlformats.org/officeDocument/2006/relationships/image" Target="../media/image4.svg"/></Relationships>
</file>

<file path=ppt/slides/_rels/slide309.xml.rels><?xml version="1.0" encoding="UTF-8" standalone="yes"?>
<Relationships xmlns="http://schemas.openxmlformats.org/package/2006/relationships"><Relationship Id="rId3" Type="http://schemas.openxmlformats.org/officeDocument/2006/relationships/image" Target="../media/image3.png"/><Relationship Id="rId2" Type="http://schemas.openxmlformats.org/officeDocument/2006/relationships/slideLayout" Target="../slideLayouts/slideLayout3.xml"/><Relationship Id="rId1" Type="http://schemas.openxmlformats.org/officeDocument/2006/relationships/tags" Target="../tags/tag298.xml"/><Relationship Id="rId4" Type="http://schemas.openxmlformats.org/officeDocument/2006/relationships/image" Target="../media/image4.svg"/></Relationships>
</file>

<file path=ppt/slides/_rels/slide310.xml.rels><?xml version="1.0" encoding="UTF-8" standalone="yes"?>
<Relationships xmlns="http://schemas.openxmlformats.org/package/2006/relationships"><Relationship Id="rId3" Type="http://schemas.openxmlformats.org/officeDocument/2006/relationships/image" Target="../media/image3.png"/><Relationship Id="rId2" Type="http://schemas.openxmlformats.org/officeDocument/2006/relationships/slideLayout" Target="../slideLayouts/slideLayout3.xml"/><Relationship Id="rId1" Type="http://schemas.openxmlformats.org/officeDocument/2006/relationships/tags" Target="../tags/tag299.xml"/><Relationship Id="rId4" Type="http://schemas.openxmlformats.org/officeDocument/2006/relationships/image" Target="../media/image4.svg"/></Relationships>
</file>

<file path=ppt/slides/_rels/slide311.xml.rels><?xml version="1.0" encoding="UTF-8" standalone="yes"?>
<Relationships xmlns="http://schemas.openxmlformats.org/package/2006/relationships"><Relationship Id="rId3" Type="http://schemas.openxmlformats.org/officeDocument/2006/relationships/image" Target="../media/image3.png"/><Relationship Id="rId2" Type="http://schemas.openxmlformats.org/officeDocument/2006/relationships/slideLayout" Target="../slideLayouts/slideLayout3.xml"/><Relationship Id="rId1" Type="http://schemas.openxmlformats.org/officeDocument/2006/relationships/tags" Target="../tags/tag300.xml"/><Relationship Id="rId4" Type="http://schemas.openxmlformats.org/officeDocument/2006/relationships/image" Target="../media/image4.svg"/></Relationships>
</file>

<file path=ppt/slides/_rels/slide312.xml.rels><?xml version="1.0" encoding="UTF-8" standalone="yes"?>
<Relationships xmlns="http://schemas.openxmlformats.org/package/2006/relationships"><Relationship Id="rId3" Type="http://schemas.openxmlformats.org/officeDocument/2006/relationships/image" Target="../media/image3.png"/><Relationship Id="rId2" Type="http://schemas.openxmlformats.org/officeDocument/2006/relationships/slideLayout" Target="../slideLayouts/slideLayout3.xml"/><Relationship Id="rId1" Type="http://schemas.openxmlformats.org/officeDocument/2006/relationships/tags" Target="../tags/tag301.xml"/><Relationship Id="rId4" Type="http://schemas.openxmlformats.org/officeDocument/2006/relationships/image" Target="../media/image4.svg"/></Relationships>
</file>

<file path=ppt/slides/_rels/slide313.xml.rels><?xml version="1.0" encoding="UTF-8" standalone="yes"?>
<Relationships xmlns="http://schemas.openxmlformats.org/package/2006/relationships"><Relationship Id="rId3" Type="http://schemas.openxmlformats.org/officeDocument/2006/relationships/image" Target="../media/image3.png"/><Relationship Id="rId2" Type="http://schemas.openxmlformats.org/officeDocument/2006/relationships/slideLayout" Target="../slideLayouts/slideLayout3.xml"/><Relationship Id="rId1" Type="http://schemas.openxmlformats.org/officeDocument/2006/relationships/tags" Target="../tags/tag302.xml"/><Relationship Id="rId4" Type="http://schemas.openxmlformats.org/officeDocument/2006/relationships/image" Target="../media/image4.svg"/></Relationships>
</file>

<file path=ppt/slides/_rels/slide314.xml.rels><?xml version="1.0" encoding="UTF-8" standalone="yes"?>
<Relationships xmlns="http://schemas.openxmlformats.org/package/2006/relationships"><Relationship Id="rId3" Type="http://schemas.openxmlformats.org/officeDocument/2006/relationships/image" Target="../media/image3.png"/><Relationship Id="rId2" Type="http://schemas.openxmlformats.org/officeDocument/2006/relationships/slideLayout" Target="../slideLayouts/slideLayout3.xml"/><Relationship Id="rId1" Type="http://schemas.openxmlformats.org/officeDocument/2006/relationships/tags" Target="../tags/tag303.xml"/><Relationship Id="rId4" Type="http://schemas.openxmlformats.org/officeDocument/2006/relationships/image" Target="../media/image4.svg"/></Relationships>
</file>

<file path=ppt/slides/_rels/slide315.xml.rels><?xml version="1.0" encoding="UTF-8" standalone="yes"?>
<Relationships xmlns="http://schemas.openxmlformats.org/package/2006/relationships"><Relationship Id="rId2" Type="http://schemas.openxmlformats.org/officeDocument/2006/relationships/slideLayout" Target="../slideLayouts/slideLayout3.xml"/><Relationship Id="rId1" Type="http://schemas.openxmlformats.org/officeDocument/2006/relationships/tags" Target="../tags/tag304.xml"/></Relationships>
</file>

<file path=ppt/slides/_rels/slide316.xml.rels><?xml version="1.0" encoding="UTF-8" standalone="yes"?>
<Relationships xmlns="http://schemas.openxmlformats.org/package/2006/relationships"><Relationship Id="rId2" Type="http://schemas.openxmlformats.org/officeDocument/2006/relationships/slideLayout" Target="../slideLayouts/slideLayout3.xml"/><Relationship Id="rId1" Type="http://schemas.openxmlformats.org/officeDocument/2006/relationships/tags" Target="../tags/tag305.xml"/></Relationships>
</file>

<file path=ppt/slides/_rels/slide317.xml.rels><?xml version="1.0" encoding="UTF-8" standalone="yes"?>
<Relationships xmlns="http://schemas.openxmlformats.org/package/2006/relationships"><Relationship Id="rId3" Type="http://schemas.openxmlformats.org/officeDocument/2006/relationships/image" Target="../media/image64.png"/><Relationship Id="rId2" Type="http://schemas.openxmlformats.org/officeDocument/2006/relationships/slideLayout" Target="../slideLayouts/slideLayout3.xml"/><Relationship Id="rId1" Type="http://schemas.openxmlformats.org/officeDocument/2006/relationships/tags" Target="../tags/tag306.xml"/></Relationships>
</file>

<file path=ppt/slides/_rels/slide318.xml.rels><?xml version="1.0" encoding="UTF-8" standalone="yes"?>
<Relationships xmlns="http://schemas.openxmlformats.org/package/2006/relationships"><Relationship Id="rId3" Type="http://schemas.openxmlformats.org/officeDocument/2006/relationships/image" Target="../media/image65.png"/><Relationship Id="rId2" Type="http://schemas.openxmlformats.org/officeDocument/2006/relationships/slideLayout" Target="../slideLayouts/slideLayout3.xml"/><Relationship Id="rId1" Type="http://schemas.openxmlformats.org/officeDocument/2006/relationships/tags" Target="../tags/tag307.xml"/></Relationships>
</file>

<file path=ppt/slides/_rels/slide319.xml.rels><?xml version="1.0" encoding="UTF-8" standalone="yes"?>
<Relationships xmlns="http://schemas.openxmlformats.org/package/2006/relationships"><Relationship Id="rId3" Type="http://schemas.openxmlformats.org/officeDocument/2006/relationships/image" Target="../media/image66.png"/><Relationship Id="rId2" Type="http://schemas.openxmlformats.org/officeDocument/2006/relationships/slideLayout" Target="../slideLayouts/slideLayout3.xml"/><Relationship Id="rId1" Type="http://schemas.openxmlformats.org/officeDocument/2006/relationships/tags" Target="../tags/tag308.xml"/></Relationships>
</file>

<file path=ppt/slides/_rels/slide320.xml.rels><?xml version="1.0" encoding="UTF-8" standalone="yes"?>
<Relationships xmlns="http://schemas.openxmlformats.org/package/2006/relationships"><Relationship Id="rId2" Type="http://schemas.openxmlformats.org/officeDocument/2006/relationships/slideLayout" Target="../slideLayouts/slideLayout3.xml"/><Relationship Id="rId1" Type="http://schemas.openxmlformats.org/officeDocument/2006/relationships/tags" Target="../tags/tag309.xml"/></Relationships>
</file>

<file path=ppt/slides/_rels/slide321.xml.rels><?xml version="1.0" encoding="UTF-8" standalone="yes"?>
<Relationships xmlns="http://schemas.openxmlformats.org/package/2006/relationships"><Relationship Id="rId3" Type="http://schemas.openxmlformats.org/officeDocument/2006/relationships/image" Target="../media/image3.png"/><Relationship Id="rId2" Type="http://schemas.openxmlformats.org/officeDocument/2006/relationships/slideLayout" Target="../slideLayouts/slideLayout3.xml"/><Relationship Id="rId1" Type="http://schemas.openxmlformats.org/officeDocument/2006/relationships/tags" Target="../tags/tag310.xml"/><Relationship Id="rId4" Type="http://schemas.openxmlformats.org/officeDocument/2006/relationships/image" Target="../media/image4.svg"/></Relationships>
</file>

<file path=ppt/slides/_rels/slide322.xml.rels><?xml version="1.0" encoding="UTF-8" standalone="yes"?>
<Relationships xmlns="http://schemas.openxmlformats.org/package/2006/relationships"><Relationship Id="rId3" Type="http://schemas.openxmlformats.org/officeDocument/2006/relationships/image" Target="../media/image3.png"/><Relationship Id="rId2" Type="http://schemas.openxmlformats.org/officeDocument/2006/relationships/slideLayout" Target="../slideLayouts/slideLayout3.xml"/><Relationship Id="rId1" Type="http://schemas.openxmlformats.org/officeDocument/2006/relationships/tags" Target="../tags/tag311.xml"/><Relationship Id="rId4" Type="http://schemas.openxmlformats.org/officeDocument/2006/relationships/image" Target="../media/image4.svg"/></Relationships>
</file>

<file path=ppt/slides/_rels/slide323.xml.rels><?xml version="1.0" encoding="UTF-8" standalone="yes"?>
<Relationships xmlns="http://schemas.openxmlformats.org/package/2006/relationships"><Relationship Id="rId3" Type="http://schemas.openxmlformats.org/officeDocument/2006/relationships/image" Target="../media/image3.png"/><Relationship Id="rId7" Type="http://schemas.openxmlformats.org/officeDocument/2006/relationships/image" Target="../media/image87.png"/><Relationship Id="rId2" Type="http://schemas.openxmlformats.org/officeDocument/2006/relationships/slideLayout" Target="../slideLayouts/slideLayout3.xml"/><Relationship Id="rId1" Type="http://schemas.openxmlformats.org/officeDocument/2006/relationships/tags" Target="../tags/tag312.xml"/><Relationship Id="rId6" Type="http://schemas.openxmlformats.org/officeDocument/2006/relationships/image" Target="../media/image710.png"/><Relationship Id="rId5" Type="http://schemas.openxmlformats.org/officeDocument/2006/relationships/image" Target="../media/image63.png"/><Relationship Id="rId4" Type="http://schemas.openxmlformats.org/officeDocument/2006/relationships/image" Target="../media/image4.svg"/></Relationships>
</file>

<file path=ppt/slides/_rels/slide324.xml.rels><?xml version="1.0" encoding="UTF-8" standalone="yes"?>
<Relationships xmlns="http://schemas.openxmlformats.org/package/2006/relationships"><Relationship Id="rId8" Type="http://schemas.openxmlformats.org/officeDocument/2006/relationships/image" Target="../media/image103.png"/><Relationship Id="rId3" Type="http://schemas.openxmlformats.org/officeDocument/2006/relationships/image" Target="../media/image3.png"/><Relationship Id="rId7" Type="http://schemas.openxmlformats.org/officeDocument/2006/relationships/image" Target="../media/image911.png"/><Relationship Id="rId12" Type="http://schemas.openxmlformats.org/officeDocument/2006/relationships/image" Target="../media/image63.png"/><Relationship Id="rId2" Type="http://schemas.openxmlformats.org/officeDocument/2006/relationships/slideLayout" Target="../slideLayouts/slideLayout3.xml"/><Relationship Id="rId1" Type="http://schemas.openxmlformats.org/officeDocument/2006/relationships/tags" Target="../tags/tag313.xml"/><Relationship Id="rId6" Type="http://schemas.openxmlformats.org/officeDocument/2006/relationships/image" Target="../media/image87.png"/><Relationship Id="rId11" Type="http://schemas.openxmlformats.org/officeDocument/2006/relationships/image" Target="../media/image132.png"/><Relationship Id="rId5" Type="http://schemas.openxmlformats.org/officeDocument/2006/relationships/image" Target="../media/image710.png"/><Relationship Id="rId10" Type="http://schemas.openxmlformats.org/officeDocument/2006/relationships/image" Target="../media/image123.png"/><Relationship Id="rId4" Type="http://schemas.openxmlformats.org/officeDocument/2006/relationships/image" Target="../media/image4.svg"/><Relationship Id="rId9" Type="http://schemas.openxmlformats.org/officeDocument/2006/relationships/image" Target="../media/image113.png"/></Relationships>
</file>

<file path=ppt/slides/_rels/slide325.xml.rels><?xml version="1.0" encoding="UTF-8" standalone="yes"?>
<Relationships xmlns="http://schemas.openxmlformats.org/package/2006/relationships"><Relationship Id="rId8" Type="http://schemas.openxmlformats.org/officeDocument/2006/relationships/image" Target="../media/image193.png"/><Relationship Id="rId3" Type="http://schemas.openxmlformats.org/officeDocument/2006/relationships/image" Target="../media/image143.png"/><Relationship Id="rId7" Type="http://schemas.openxmlformats.org/officeDocument/2006/relationships/image" Target="../media/image184.png"/><Relationship Id="rId2" Type="http://schemas.openxmlformats.org/officeDocument/2006/relationships/slideLayout" Target="../slideLayouts/slideLayout3.xml"/><Relationship Id="rId1" Type="http://schemas.openxmlformats.org/officeDocument/2006/relationships/tags" Target="../tags/tag314.xml"/><Relationship Id="rId6" Type="http://schemas.openxmlformats.org/officeDocument/2006/relationships/image" Target="../media/image173.png"/><Relationship Id="rId5" Type="http://schemas.openxmlformats.org/officeDocument/2006/relationships/image" Target="../media/image163.png"/><Relationship Id="rId4" Type="http://schemas.openxmlformats.org/officeDocument/2006/relationships/image" Target="../media/image153.png"/></Relationships>
</file>

<file path=ppt/slides/_rels/slide326.xml.rels><?xml version="1.0" encoding="UTF-8" standalone="yes"?>
<Relationships xmlns="http://schemas.openxmlformats.org/package/2006/relationships"><Relationship Id="rId3" Type="http://schemas.openxmlformats.org/officeDocument/2006/relationships/image" Target="../media/image204.png"/><Relationship Id="rId2" Type="http://schemas.openxmlformats.org/officeDocument/2006/relationships/slideLayout" Target="../slideLayouts/slideLayout3.xml"/><Relationship Id="rId1" Type="http://schemas.openxmlformats.org/officeDocument/2006/relationships/tags" Target="../tags/tag315.xml"/><Relationship Id="rId5" Type="http://schemas.openxmlformats.org/officeDocument/2006/relationships/image" Target="../media/image223.png"/><Relationship Id="rId4" Type="http://schemas.openxmlformats.org/officeDocument/2006/relationships/image" Target="../media/image67.png"/></Relationships>
</file>

<file path=ppt/slides/_rels/slide327.xml.rels><?xml version="1.0" encoding="UTF-8" standalone="yes"?>
<Relationships xmlns="http://schemas.openxmlformats.org/package/2006/relationships"><Relationship Id="rId3" Type="http://schemas.openxmlformats.org/officeDocument/2006/relationships/image" Target="../media/image204.png"/><Relationship Id="rId2" Type="http://schemas.openxmlformats.org/officeDocument/2006/relationships/slideLayout" Target="../slideLayouts/slideLayout3.xml"/><Relationship Id="rId1" Type="http://schemas.openxmlformats.org/officeDocument/2006/relationships/tags" Target="../tags/tag316.xml"/><Relationship Id="rId6" Type="http://schemas.openxmlformats.org/officeDocument/2006/relationships/image" Target="../media/image241.png"/><Relationship Id="rId5" Type="http://schemas.openxmlformats.org/officeDocument/2006/relationships/image" Target="../media/image231.png"/><Relationship Id="rId4" Type="http://schemas.openxmlformats.org/officeDocument/2006/relationships/image" Target="../media/image223.png"/></Relationships>
</file>

<file path=ppt/slides/_rels/slide328.xml.rels><?xml version="1.0" encoding="UTF-8" standalone="yes"?>
<Relationships xmlns="http://schemas.openxmlformats.org/package/2006/relationships"><Relationship Id="rId8" Type="http://schemas.openxmlformats.org/officeDocument/2006/relationships/image" Target="../media/image302.png"/><Relationship Id="rId3" Type="http://schemas.openxmlformats.org/officeDocument/2006/relationships/image" Target="../media/image250.png"/><Relationship Id="rId7" Type="http://schemas.openxmlformats.org/officeDocument/2006/relationships/image" Target="../media/image291.png"/><Relationship Id="rId2" Type="http://schemas.openxmlformats.org/officeDocument/2006/relationships/slideLayout" Target="../slideLayouts/slideLayout3.xml"/><Relationship Id="rId1" Type="http://schemas.openxmlformats.org/officeDocument/2006/relationships/tags" Target="../tags/tag317.xml"/><Relationship Id="rId6" Type="http://schemas.openxmlformats.org/officeDocument/2006/relationships/image" Target="../media/image282.png"/><Relationship Id="rId5" Type="http://schemas.openxmlformats.org/officeDocument/2006/relationships/image" Target="../media/image271.png"/><Relationship Id="rId10" Type="http://schemas.openxmlformats.org/officeDocument/2006/relationships/image" Target="../media/image323.png"/><Relationship Id="rId4" Type="http://schemas.openxmlformats.org/officeDocument/2006/relationships/image" Target="../media/image262.png"/><Relationship Id="rId9" Type="http://schemas.openxmlformats.org/officeDocument/2006/relationships/image" Target="../media/image312.png"/></Relationships>
</file>

<file path=ppt/slides/_rels/slide329.xml.rels><?xml version="1.0" encoding="UTF-8" standalone="yes"?>
<Relationships xmlns="http://schemas.openxmlformats.org/package/2006/relationships"><Relationship Id="rId2" Type="http://schemas.openxmlformats.org/officeDocument/2006/relationships/slideLayout" Target="../slideLayouts/slideLayout3.xml"/><Relationship Id="rId1" Type="http://schemas.openxmlformats.org/officeDocument/2006/relationships/tags" Target="../tags/tag318.xml"/></Relationships>
</file>

<file path=ppt/slides/_rels/slide330.xml.rels><?xml version="1.0" encoding="UTF-8" standalone="yes"?>
<Relationships xmlns="http://schemas.openxmlformats.org/package/2006/relationships"><Relationship Id="rId2" Type="http://schemas.openxmlformats.org/officeDocument/2006/relationships/slideLayout" Target="../slideLayouts/slideLayout3.xml"/><Relationship Id="rId1" Type="http://schemas.openxmlformats.org/officeDocument/2006/relationships/tags" Target="../tags/tag319.xml"/></Relationships>
</file>

<file path=ppt/slides/_rels/slide331.xml.rels><?xml version="1.0" encoding="UTF-8" standalone="yes"?>
<Relationships xmlns="http://schemas.openxmlformats.org/package/2006/relationships"><Relationship Id="rId3" Type="http://schemas.openxmlformats.org/officeDocument/2006/relationships/image" Target="../media/image310.png"/><Relationship Id="rId2" Type="http://schemas.openxmlformats.org/officeDocument/2006/relationships/slideLayout" Target="../slideLayouts/slideLayout3.xml"/><Relationship Id="rId1" Type="http://schemas.openxmlformats.org/officeDocument/2006/relationships/tags" Target="../tags/tag320.xml"/></Relationships>
</file>

<file path=ppt/slides/_rels/slide332.xml.rels><?xml version="1.0" encoding="UTF-8" standalone="yes"?>
<Relationships xmlns="http://schemas.openxmlformats.org/package/2006/relationships"><Relationship Id="rId3" Type="http://schemas.openxmlformats.org/officeDocument/2006/relationships/image" Target="../media/image310.png"/><Relationship Id="rId2" Type="http://schemas.openxmlformats.org/officeDocument/2006/relationships/slideLayout" Target="../slideLayouts/slideLayout3.xml"/><Relationship Id="rId1" Type="http://schemas.openxmlformats.org/officeDocument/2006/relationships/tags" Target="../tags/tag321.xml"/><Relationship Id="rId5" Type="http://schemas.openxmlformats.org/officeDocument/2006/relationships/image" Target="../media/image331.png"/><Relationship Id="rId4" Type="http://schemas.openxmlformats.org/officeDocument/2006/relationships/image" Target="../media/image320.png"/></Relationships>
</file>

<file path=ppt/slides/_rels/slide333.xml.rels><?xml version="1.0" encoding="UTF-8" standalone="yes"?>
<Relationships xmlns="http://schemas.openxmlformats.org/package/2006/relationships"><Relationship Id="rId3" Type="http://schemas.openxmlformats.org/officeDocument/2006/relationships/image" Target="../media/image3.png"/><Relationship Id="rId2" Type="http://schemas.openxmlformats.org/officeDocument/2006/relationships/slideLayout" Target="../slideLayouts/slideLayout3.xml"/><Relationship Id="rId1" Type="http://schemas.openxmlformats.org/officeDocument/2006/relationships/tags" Target="../tags/tag322.xml"/><Relationship Id="rId4" Type="http://schemas.openxmlformats.org/officeDocument/2006/relationships/image" Target="../media/image4.svg"/></Relationships>
</file>

<file path=ppt/slides/_rels/slide334.xml.rels><?xml version="1.0" encoding="UTF-8" standalone="yes"?>
<Relationships xmlns="http://schemas.openxmlformats.org/package/2006/relationships"><Relationship Id="rId3" Type="http://schemas.openxmlformats.org/officeDocument/2006/relationships/image" Target="../media/image3.png"/><Relationship Id="rId2" Type="http://schemas.openxmlformats.org/officeDocument/2006/relationships/slideLayout" Target="../slideLayouts/slideLayout3.xml"/><Relationship Id="rId1" Type="http://schemas.openxmlformats.org/officeDocument/2006/relationships/tags" Target="../tags/tag323.xml"/><Relationship Id="rId4" Type="http://schemas.openxmlformats.org/officeDocument/2006/relationships/image" Target="../media/image4.svg"/></Relationships>
</file>

<file path=ppt/slides/_rels/slide335.xml.rels><?xml version="1.0" encoding="UTF-8" standalone="yes"?>
<Relationships xmlns="http://schemas.openxmlformats.org/package/2006/relationships"><Relationship Id="rId3" Type="http://schemas.openxmlformats.org/officeDocument/2006/relationships/image" Target="../media/image3.png"/><Relationship Id="rId2" Type="http://schemas.openxmlformats.org/officeDocument/2006/relationships/slideLayout" Target="../slideLayouts/slideLayout3.xml"/><Relationship Id="rId1" Type="http://schemas.openxmlformats.org/officeDocument/2006/relationships/tags" Target="../tags/tag324.xml"/><Relationship Id="rId4" Type="http://schemas.openxmlformats.org/officeDocument/2006/relationships/image" Target="../media/image4.svg"/></Relationships>
</file>

<file path=ppt/slides/_rels/slide336.xml.rels><?xml version="1.0" encoding="UTF-8" standalone="yes"?>
<Relationships xmlns="http://schemas.openxmlformats.org/package/2006/relationships"><Relationship Id="rId3" Type="http://schemas.openxmlformats.org/officeDocument/2006/relationships/image" Target="../media/image3.png"/><Relationship Id="rId2" Type="http://schemas.openxmlformats.org/officeDocument/2006/relationships/slideLayout" Target="../slideLayouts/slideLayout3.xml"/><Relationship Id="rId1" Type="http://schemas.openxmlformats.org/officeDocument/2006/relationships/tags" Target="../tags/tag325.xml"/><Relationship Id="rId4" Type="http://schemas.openxmlformats.org/officeDocument/2006/relationships/image" Target="../media/image4.svg"/></Relationships>
</file>

<file path=ppt/slides/_rels/slide337.xml.rels><?xml version="1.0" encoding="UTF-8" standalone="yes"?>
<Relationships xmlns="http://schemas.openxmlformats.org/package/2006/relationships"><Relationship Id="rId3" Type="http://schemas.openxmlformats.org/officeDocument/2006/relationships/image" Target="../media/image3.png"/><Relationship Id="rId2" Type="http://schemas.openxmlformats.org/officeDocument/2006/relationships/slideLayout" Target="../slideLayouts/slideLayout3.xml"/><Relationship Id="rId1" Type="http://schemas.openxmlformats.org/officeDocument/2006/relationships/tags" Target="../tags/tag326.xml"/><Relationship Id="rId6" Type="http://schemas.openxmlformats.org/officeDocument/2006/relationships/image" Target="../media/image351.png"/><Relationship Id="rId5" Type="http://schemas.openxmlformats.org/officeDocument/2006/relationships/image" Target="../media/image342.png"/><Relationship Id="rId4" Type="http://schemas.openxmlformats.org/officeDocument/2006/relationships/image" Target="../media/image4.svg"/></Relationships>
</file>

<file path=ppt/slides/_rels/slide338.xml.rels><?xml version="1.0" encoding="UTF-8" standalone="yes"?>
<Relationships xmlns="http://schemas.openxmlformats.org/package/2006/relationships"><Relationship Id="rId3" Type="http://schemas.openxmlformats.org/officeDocument/2006/relationships/image" Target="../media/image342.png"/><Relationship Id="rId7" Type="http://schemas.openxmlformats.org/officeDocument/2006/relationships/image" Target="../media/image391.png"/><Relationship Id="rId2" Type="http://schemas.openxmlformats.org/officeDocument/2006/relationships/slideLayout" Target="../slideLayouts/slideLayout3.xml"/><Relationship Id="rId1" Type="http://schemas.openxmlformats.org/officeDocument/2006/relationships/tags" Target="../tags/tag327.xml"/><Relationship Id="rId6" Type="http://schemas.openxmlformats.org/officeDocument/2006/relationships/image" Target="../media/image381.png"/><Relationship Id="rId5" Type="http://schemas.openxmlformats.org/officeDocument/2006/relationships/image" Target="../media/image371.png"/><Relationship Id="rId4" Type="http://schemas.openxmlformats.org/officeDocument/2006/relationships/image" Target="../media/image361.png"/></Relationships>
</file>

<file path=ppt/slides/_rels/slide339.xml.rels><?xml version="1.0" encoding="UTF-8" standalone="yes"?>
<Relationships xmlns="http://schemas.openxmlformats.org/package/2006/relationships"><Relationship Id="rId3" Type="http://schemas.openxmlformats.org/officeDocument/2006/relationships/image" Target="../media/image3.png"/><Relationship Id="rId2" Type="http://schemas.openxmlformats.org/officeDocument/2006/relationships/slideLayout" Target="../slideLayouts/slideLayout3.xml"/><Relationship Id="rId1" Type="http://schemas.openxmlformats.org/officeDocument/2006/relationships/tags" Target="../tags/tag328.xml"/><Relationship Id="rId4" Type="http://schemas.openxmlformats.org/officeDocument/2006/relationships/image" Target="../media/image4.svg"/></Relationships>
</file>

<file path=ppt/slides/_rels/slide340.xml.rels><?xml version="1.0" encoding="UTF-8" standalone="yes"?>
<Relationships xmlns="http://schemas.openxmlformats.org/package/2006/relationships"><Relationship Id="rId2" Type="http://schemas.openxmlformats.org/officeDocument/2006/relationships/slideLayout" Target="../slideLayouts/slideLayout3.xml"/><Relationship Id="rId1" Type="http://schemas.openxmlformats.org/officeDocument/2006/relationships/tags" Target="../tags/tag329.xml"/></Relationships>
</file>

<file path=ppt/slides/_rels/slide341.xml.rels><?xml version="1.0" encoding="UTF-8" standalone="yes"?>
<Relationships xmlns="http://schemas.openxmlformats.org/package/2006/relationships"><Relationship Id="rId2" Type="http://schemas.openxmlformats.org/officeDocument/2006/relationships/slideLayout" Target="../slideLayouts/slideLayout3.xml"/><Relationship Id="rId1" Type="http://schemas.openxmlformats.org/officeDocument/2006/relationships/tags" Target="../tags/tag330.xml"/></Relationships>
</file>

<file path=ppt/slides/_rels/slide342.xml.rels><?xml version="1.0" encoding="UTF-8" standalone="yes"?>
<Relationships xmlns="http://schemas.openxmlformats.org/package/2006/relationships"><Relationship Id="rId2" Type="http://schemas.openxmlformats.org/officeDocument/2006/relationships/slideLayout" Target="../slideLayouts/slideLayout3.xml"/><Relationship Id="rId1" Type="http://schemas.openxmlformats.org/officeDocument/2006/relationships/tags" Target="../tags/tag331.xml"/></Relationships>
</file>

<file path=ppt/slides/_rels/slide343.xml.rels><?xml version="1.0" encoding="UTF-8" standalone="yes"?>
<Relationships xmlns="http://schemas.openxmlformats.org/package/2006/relationships"><Relationship Id="rId3" Type="http://schemas.openxmlformats.org/officeDocument/2006/relationships/image" Target="../media/image400.png"/><Relationship Id="rId2" Type="http://schemas.openxmlformats.org/officeDocument/2006/relationships/slideLayout" Target="../slideLayouts/slideLayout3.xml"/><Relationship Id="rId1" Type="http://schemas.openxmlformats.org/officeDocument/2006/relationships/tags" Target="../tags/tag332.xml"/></Relationships>
</file>

<file path=ppt/slides/_rels/slide344.xml.rels><?xml version="1.0" encoding="UTF-8" standalone="yes"?>
<Relationships xmlns="http://schemas.openxmlformats.org/package/2006/relationships"><Relationship Id="rId3" Type="http://schemas.openxmlformats.org/officeDocument/2006/relationships/image" Target="../media/image400.png"/><Relationship Id="rId2" Type="http://schemas.openxmlformats.org/officeDocument/2006/relationships/slideLayout" Target="../slideLayouts/slideLayout3.xml"/><Relationship Id="rId1" Type="http://schemas.openxmlformats.org/officeDocument/2006/relationships/tags" Target="../tags/tag333.xml"/><Relationship Id="rId6" Type="http://schemas.openxmlformats.org/officeDocument/2006/relationships/image" Target="../media/image430.png"/><Relationship Id="rId5" Type="http://schemas.openxmlformats.org/officeDocument/2006/relationships/image" Target="../media/image420.png"/><Relationship Id="rId4" Type="http://schemas.openxmlformats.org/officeDocument/2006/relationships/image" Target="../media/image410.png"/></Relationships>
</file>

<file path=ppt/slides/_rels/slide345.xml.rels><?xml version="1.0" encoding="UTF-8" standalone="yes"?>
<Relationships xmlns="http://schemas.openxmlformats.org/package/2006/relationships"><Relationship Id="rId2" Type="http://schemas.openxmlformats.org/officeDocument/2006/relationships/slideLayout" Target="../slideLayouts/slideLayout3.xml"/><Relationship Id="rId1" Type="http://schemas.openxmlformats.org/officeDocument/2006/relationships/tags" Target="../tags/tag334.xml"/></Relationships>
</file>

<file path=ppt/slides/_rels/slide346.xml.rels><?xml version="1.0" encoding="UTF-8" standalone="yes"?>
<Relationships xmlns="http://schemas.openxmlformats.org/package/2006/relationships"><Relationship Id="rId3" Type="http://schemas.openxmlformats.org/officeDocument/2006/relationships/image" Target="../media/image47.png"/><Relationship Id="rId2" Type="http://schemas.openxmlformats.org/officeDocument/2006/relationships/slideLayout" Target="../slideLayouts/slideLayout3.xml"/><Relationship Id="rId1" Type="http://schemas.openxmlformats.org/officeDocument/2006/relationships/tags" Target="../tags/tag335.xml"/></Relationships>
</file>

<file path=ppt/slides/_rels/slide347.xml.rels><?xml version="1.0" encoding="UTF-8" standalone="yes"?>
<Relationships xmlns="http://schemas.openxmlformats.org/package/2006/relationships"><Relationship Id="rId3" Type="http://schemas.openxmlformats.org/officeDocument/2006/relationships/image" Target="../media/image47.png"/><Relationship Id="rId2" Type="http://schemas.openxmlformats.org/officeDocument/2006/relationships/slideLayout" Target="../slideLayouts/slideLayout3.xml"/><Relationship Id="rId1" Type="http://schemas.openxmlformats.org/officeDocument/2006/relationships/tags" Target="../tags/tag336.xml"/><Relationship Id="rId4" Type="http://schemas.openxmlformats.org/officeDocument/2006/relationships/image" Target="../media/image51.png"/></Relationships>
</file>

<file path=ppt/slides/_rels/slide348.xml.rels><?xml version="1.0" encoding="UTF-8" standalone="yes"?>
<Relationships xmlns="http://schemas.openxmlformats.org/package/2006/relationships"><Relationship Id="rId3" Type="http://schemas.openxmlformats.org/officeDocument/2006/relationships/image" Target="../media/image610.png"/><Relationship Id="rId2" Type="http://schemas.openxmlformats.org/officeDocument/2006/relationships/slideLayout" Target="../slideLayouts/slideLayout3.xml"/><Relationship Id="rId1" Type="http://schemas.openxmlformats.org/officeDocument/2006/relationships/tags" Target="../tags/tag337.xml"/><Relationship Id="rId5" Type="http://schemas.openxmlformats.org/officeDocument/2006/relationships/image" Target="../media/image711.png"/><Relationship Id="rId4" Type="http://schemas.openxmlformats.org/officeDocument/2006/relationships/image" Target="../media/image51.png"/></Relationships>
</file>

<file path=ppt/slides/_rels/slide349.xml.rels><?xml version="1.0" encoding="UTF-8" standalone="yes"?>
<Relationships xmlns="http://schemas.openxmlformats.org/package/2006/relationships"><Relationship Id="rId8" Type="http://schemas.openxmlformats.org/officeDocument/2006/relationships/image" Target="../media/image104.png"/><Relationship Id="rId13" Type="http://schemas.openxmlformats.org/officeDocument/2006/relationships/image" Target="../media/image154.png"/><Relationship Id="rId18" Type="http://schemas.openxmlformats.org/officeDocument/2006/relationships/image" Target="../media/image205.png"/><Relationship Id="rId3" Type="http://schemas.openxmlformats.org/officeDocument/2006/relationships/image" Target="../media/image610.png"/><Relationship Id="rId7" Type="http://schemas.openxmlformats.org/officeDocument/2006/relationships/image" Target="../media/image912.png"/><Relationship Id="rId12" Type="http://schemas.openxmlformats.org/officeDocument/2006/relationships/image" Target="../media/image144.png"/><Relationship Id="rId17" Type="http://schemas.openxmlformats.org/officeDocument/2006/relationships/image" Target="../media/image194.png"/><Relationship Id="rId2" Type="http://schemas.openxmlformats.org/officeDocument/2006/relationships/slideLayout" Target="../slideLayouts/slideLayout3.xml"/><Relationship Id="rId16" Type="http://schemas.openxmlformats.org/officeDocument/2006/relationships/image" Target="../media/image185.png"/><Relationship Id="rId1" Type="http://schemas.openxmlformats.org/officeDocument/2006/relationships/tags" Target="../tags/tag338.xml"/><Relationship Id="rId6" Type="http://schemas.openxmlformats.org/officeDocument/2006/relationships/image" Target="../media/image89.png"/><Relationship Id="rId11" Type="http://schemas.openxmlformats.org/officeDocument/2006/relationships/image" Target="../media/image133.png"/><Relationship Id="rId5" Type="http://schemas.openxmlformats.org/officeDocument/2006/relationships/image" Target="../media/image711.png"/><Relationship Id="rId15" Type="http://schemas.openxmlformats.org/officeDocument/2006/relationships/image" Target="../media/image174.png"/><Relationship Id="rId10" Type="http://schemas.openxmlformats.org/officeDocument/2006/relationships/image" Target="../media/image124.png"/><Relationship Id="rId19" Type="http://schemas.openxmlformats.org/officeDocument/2006/relationships/image" Target="../media/image213.png"/><Relationship Id="rId4" Type="http://schemas.openxmlformats.org/officeDocument/2006/relationships/image" Target="../media/image51.png"/><Relationship Id="rId9" Type="http://schemas.openxmlformats.org/officeDocument/2006/relationships/image" Target="../media/image114.png"/><Relationship Id="rId14" Type="http://schemas.openxmlformats.org/officeDocument/2006/relationships/image" Target="../media/image164.png"/></Relationships>
</file>

<file path=ppt/slides/_rels/slide350.xml.rels><?xml version="1.0" encoding="UTF-8" standalone="yes"?>
<Relationships xmlns="http://schemas.openxmlformats.org/package/2006/relationships"><Relationship Id="rId8" Type="http://schemas.openxmlformats.org/officeDocument/2006/relationships/image" Target="../media/image133.png"/><Relationship Id="rId13" Type="http://schemas.openxmlformats.org/officeDocument/2006/relationships/image" Target="../media/image185.png"/><Relationship Id="rId3" Type="http://schemas.openxmlformats.org/officeDocument/2006/relationships/image" Target="../media/image89.png"/><Relationship Id="rId7" Type="http://schemas.openxmlformats.org/officeDocument/2006/relationships/image" Target="../media/image124.png"/><Relationship Id="rId12" Type="http://schemas.openxmlformats.org/officeDocument/2006/relationships/image" Target="../media/image174.png"/><Relationship Id="rId2" Type="http://schemas.openxmlformats.org/officeDocument/2006/relationships/slideLayout" Target="../slideLayouts/slideLayout3.xml"/><Relationship Id="rId16" Type="http://schemas.openxmlformats.org/officeDocument/2006/relationships/image" Target="../media/image213.png"/><Relationship Id="rId1" Type="http://schemas.openxmlformats.org/officeDocument/2006/relationships/tags" Target="../tags/tag339.xml"/><Relationship Id="rId6" Type="http://schemas.openxmlformats.org/officeDocument/2006/relationships/image" Target="../media/image114.png"/><Relationship Id="rId11" Type="http://schemas.openxmlformats.org/officeDocument/2006/relationships/image" Target="../media/image164.png"/><Relationship Id="rId5" Type="http://schemas.openxmlformats.org/officeDocument/2006/relationships/image" Target="../media/image104.png"/><Relationship Id="rId15" Type="http://schemas.openxmlformats.org/officeDocument/2006/relationships/image" Target="../media/image205.png"/><Relationship Id="rId10" Type="http://schemas.openxmlformats.org/officeDocument/2006/relationships/image" Target="../media/image154.png"/><Relationship Id="rId4" Type="http://schemas.openxmlformats.org/officeDocument/2006/relationships/image" Target="../media/image912.png"/><Relationship Id="rId9" Type="http://schemas.openxmlformats.org/officeDocument/2006/relationships/image" Target="../media/image144.png"/><Relationship Id="rId14" Type="http://schemas.openxmlformats.org/officeDocument/2006/relationships/image" Target="../media/image194.png"/></Relationships>
</file>

<file path=ppt/slides/_rels/slide351.xml.rels><?xml version="1.0" encoding="UTF-8" standalone="yes"?>
<Relationships xmlns="http://schemas.openxmlformats.org/package/2006/relationships"><Relationship Id="rId3" Type="http://schemas.openxmlformats.org/officeDocument/2006/relationships/image" Target="../media/image224.png"/><Relationship Id="rId7" Type="http://schemas.openxmlformats.org/officeDocument/2006/relationships/image" Target="../media/image263.png"/><Relationship Id="rId2" Type="http://schemas.openxmlformats.org/officeDocument/2006/relationships/slideLayout" Target="../slideLayouts/slideLayout3.xml"/><Relationship Id="rId1" Type="http://schemas.openxmlformats.org/officeDocument/2006/relationships/tags" Target="../tags/tag340.xml"/><Relationship Id="rId6" Type="http://schemas.openxmlformats.org/officeDocument/2006/relationships/image" Target="../media/image251.png"/><Relationship Id="rId5" Type="http://schemas.openxmlformats.org/officeDocument/2006/relationships/image" Target="../media/image242.png"/><Relationship Id="rId4" Type="http://schemas.openxmlformats.org/officeDocument/2006/relationships/image" Target="../media/image232.png"/></Relationships>
</file>

<file path=ppt/slides/_rels/slide352.xml.rels><?xml version="1.0" encoding="UTF-8" standalone="yes"?>
<Relationships xmlns="http://schemas.openxmlformats.org/package/2006/relationships"><Relationship Id="rId8" Type="http://schemas.openxmlformats.org/officeDocument/2006/relationships/image" Target="../media/image272.png"/><Relationship Id="rId3" Type="http://schemas.openxmlformats.org/officeDocument/2006/relationships/image" Target="../media/image224.png"/><Relationship Id="rId7" Type="http://schemas.openxmlformats.org/officeDocument/2006/relationships/image" Target="../media/image263.png"/><Relationship Id="rId2" Type="http://schemas.openxmlformats.org/officeDocument/2006/relationships/slideLayout" Target="../slideLayouts/slideLayout3.xml"/><Relationship Id="rId1" Type="http://schemas.openxmlformats.org/officeDocument/2006/relationships/tags" Target="../tags/tag341.xml"/><Relationship Id="rId6" Type="http://schemas.openxmlformats.org/officeDocument/2006/relationships/image" Target="../media/image251.png"/><Relationship Id="rId11" Type="http://schemas.openxmlformats.org/officeDocument/2006/relationships/image" Target="../media/image303.png"/><Relationship Id="rId5" Type="http://schemas.openxmlformats.org/officeDocument/2006/relationships/image" Target="../media/image242.png"/><Relationship Id="rId10" Type="http://schemas.openxmlformats.org/officeDocument/2006/relationships/image" Target="../media/image292.png"/><Relationship Id="rId4" Type="http://schemas.openxmlformats.org/officeDocument/2006/relationships/image" Target="../media/image232.png"/><Relationship Id="rId9" Type="http://schemas.openxmlformats.org/officeDocument/2006/relationships/image" Target="../media/image283.png"/></Relationships>
</file>

<file path=ppt/slides/_rels/slide353.xml.rels><?xml version="1.0" encoding="UTF-8" standalone="yes"?>
<Relationships xmlns="http://schemas.openxmlformats.org/package/2006/relationships"><Relationship Id="rId8" Type="http://schemas.openxmlformats.org/officeDocument/2006/relationships/image" Target="../media/image313.png"/><Relationship Id="rId3" Type="http://schemas.openxmlformats.org/officeDocument/2006/relationships/image" Target="../media/image224.png"/><Relationship Id="rId7" Type="http://schemas.openxmlformats.org/officeDocument/2006/relationships/image" Target="../media/image263.png"/><Relationship Id="rId2" Type="http://schemas.openxmlformats.org/officeDocument/2006/relationships/slideLayout" Target="../slideLayouts/slideLayout3.xml"/><Relationship Id="rId1" Type="http://schemas.openxmlformats.org/officeDocument/2006/relationships/tags" Target="../tags/tag342.xml"/><Relationship Id="rId6" Type="http://schemas.openxmlformats.org/officeDocument/2006/relationships/image" Target="../media/image251.png"/><Relationship Id="rId11" Type="http://schemas.openxmlformats.org/officeDocument/2006/relationships/image" Target="../media/image343.png"/><Relationship Id="rId5" Type="http://schemas.openxmlformats.org/officeDocument/2006/relationships/image" Target="../media/image242.png"/><Relationship Id="rId10" Type="http://schemas.openxmlformats.org/officeDocument/2006/relationships/image" Target="../media/image332.png"/><Relationship Id="rId4" Type="http://schemas.openxmlformats.org/officeDocument/2006/relationships/image" Target="../media/image232.png"/><Relationship Id="rId9" Type="http://schemas.openxmlformats.org/officeDocument/2006/relationships/image" Target="../media/image324.png"/></Relationships>
</file>

<file path=ppt/slides/_rels/slide354.xml.rels><?xml version="1.0" encoding="UTF-8" standalone="yes"?>
<Relationships xmlns="http://schemas.openxmlformats.org/package/2006/relationships"><Relationship Id="rId2" Type="http://schemas.openxmlformats.org/officeDocument/2006/relationships/slideLayout" Target="../slideLayouts/slideLayout3.xml"/><Relationship Id="rId1" Type="http://schemas.openxmlformats.org/officeDocument/2006/relationships/tags" Target="../tags/tag343.xml"/></Relationships>
</file>

<file path=ppt/slides/_rels/slide355.xml.rels><?xml version="1.0" encoding="UTF-8" standalone="yes"?>
<Relationships xmlns="http://schemas.openxmlformats.org/package/2006/relationships"><Relationship Id="rId3" Type="http://schemas.openxmlformats.org/officeDocument/2006/relationships/image" Target="../media/image352.png"/><Relationship Id="rId2" Type="http://schemas.openxmlformats.org/officeDocument/2006/relationships/slideLayout" Target="../slideLayouts/slideLayout3.xml"/><Relationship Id="rId1" Type="http://schemas.openxmlformats.org/officeDocument/2006/relationships/tags" Target="../tags/tag344.xml"/></Relationships>
</file>

<file path=ppt/slides/_rels/slide356.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357.xml.rels><?xml version="1.0" encoding="UTF-8" standalone="yes"?>
<Relationships xmlns="http://schemas.openxmlformats.org/package/2006/relationships"><Relationship Id="rId3" Type="http://schemas.openxmlformats.org/officeDocument/2006/relationships/image" Target="../media/image3.png"/><Relationship Id="rId2" Type="http://schemas.openxmlformats.org/officeDocument/2006/relationships/slideLayout" Target="../slideLayouts/slideLayout3.xml"/><Relationship Id="rId1" Type="http://schemas.openxmlformats.org/officeDocument/2006/relationships/tags" Target="../tags/tag345.xml"/><Relationship Id="rId4" Type="http://schemas.openxmlformats.org/officeDocument/2006/relationships/image" Target="../media/image4.svg"/></Relationships>
</file>

<file path=ppt/slides/_rels/slide358.xml.rels><?xml version="1.0" encoding="UTF-8" standalone="yes"?>
<Relationships xmlns="http://schemas.openxmlformats.org/package/2006/relationships"><Relationship Id="rId3" Type="http://schemas.openxmlformats.org/officeDocument/2006/relationships/image" Target="../media/image68.png"/><Relationship Id="rId2" Type="http://schemas.openxmlformats.org/officeDocument/2006/relationships/slideLayout" Target="../slideLayouts/slideLayout3.xml"/><Relationship Id="rId1" Type="http://schemas.openxmlformats.org/officeDocument/2006/relationships/tags" Target="../tags/tag346.xml"/><Relationship Id="rId6" Type="http://schemas.openxmlformats.org/officeDocument/2006/relationships/image" Target="../media/image4.svg"/><Relationship Id="rId5" Type="http://schemas.openxmlformats.org/officeDocument/2006/relationships/image" Target="../media/image3.png"/><Relationship Id="rId4" Type="http://schemas.openxmlformats.org/officeDocument/2006/relationships/image" Target="../media/image69.png"/></Relationships>
</file>

<file path=ppt/slides/_rels/slide359.xml.rels><?xml version="1.0" encoding="UTF-8" standalone="yes"?>
<Relationships xmlns="http://schemas.openxmlformats.org/package/2006/relationships"><Relationship Id="rId3" Type="http://schemas.openxmlformats.org/officeDocument/2006/relationships/image" Target="../media/image68.png"/><Relationship Id="rId7" Type="http://schemas.openxmlformats.org/officeDocument/2006/relationships/image" Target="../media/image70.png"/><Relationship Id="rId2" Type="http://schemas.openxmlformats.org/officeDocument/2006/relationships/slideLayout" Target="../slideLayouts/slideLayout3.xml"/><Relationship Id="rId1" Type="http://schemas.openxmlformats.org/officeDocument/2006/relationships/tags" Target="../tags/tag347.xml"/><Relationship Id="rId6" Type="http://schemas.openxmlformats.org/officeDocument/2006/relationships/image" Target="../media/image4.svg"/><Relationship Id="rId5" Type="http://schemas.openxmlformats.org/officeDocument/2006/relationships/image" Target="../media/image3.png"/><Relationship Id="rId4" Type="http://schemas.openxmlformats.org/officeDocument/2006/relationships/image" Target="../media/image69.png"/></Relationships>
</file>

<file path=ppt/slides/_rels/slide360.xml.rels><?xml version="1.0" encoding="UTF-8" standalone="yes"?>
<Relationships xmlns="http://schemas.openxmlformats.org/package/2006/relationships"><Relationship Id="rId3" Type="http://schemas.openxmlformats.org/officeDocument/2006/relationships/image" Target="../media/image68.png"/><Relationship Id="rId7" Type="http://schemas.openxmlformats.org/officeDocument/2006/relationships/image" Target="../media/image70.png"/><Relationship Id="rId2" Type="http://schemas.openxmlformats.org/officeDocument/2006/relationships/slideLayout" Target="../slideLayouts/slideLayout3.xml"/><Relationship Id="rId1" Type="http://schemas.openxmlformats.org/officeDocument/2006/relationships/tags" Target="../tags/tag348.xml"/><Relationship Id="rId6" Type="http://schemas.openxmlformats.org/officeDocument/2006/relationships/image" Target="../media/image4.svg"/><Relationship Id="rId5" Type="http://schemas.openxmlformats.org/officeDocument/2006/relationships/image" Target="../media/image3.png"/><Relationship Id="rId4" Type="http://schemas.openxmlformats.org/officeDocument/2006/relationships/image" Target="../media/image69.png"/></Relationships>
</file>

<file path=ppt/slides/_rels/slide361.xml.rels><?xml version="1.0" encoding="UTF-8" standalone="yes"?>
<Relationships xmlns="http://schemas.openxmlformats.org/package/2006/relationships"><Relationship Id="rId8" Type="http://schemas.openxmlformats.org/officeDocument/2006/relationships/image" Target="../media/image74.png"/><Relationship Id="rId3" Type="http://schemas.openxmlformats.org/officeDocument/2006/relationships/image" Target="../media/image3.png"/><Relationship Id="rId7" Type="http://schemas.openxmlformats.org/officeDocument/2006/relationships/image" Target="../media/image73.png"/><Relationship Id="rId2" Type="http://schemas.openxmlformats.org/officeDocument/2006/relationships/slideLayout" Target="../slideLayouts/slideLayout3.xml"/><Relationship Id="rId1" Type="http://schemas.openxmlformats.org/officeDocument/2006/relationships/tags" Target="../tags/tag349.xml"/><Relationship Id="rId6" Type="http://schemas.openxmlformats.org/officeDocument/2006/relationships/image" Target="../media/image72.svg"/><Relationship Id="rId5" Type="http://schemas.openxmlformats.org/officeDocument/2006/relationships/image" Target="../media/image71.png"/><Relationship Id="rId4" Type="http://schemas.openxmlformats.org/officeDocument/2006/relationships/image" Target="../media/image4.svg"/></Relationships>
</file>

<file path=ppt/slides/_rels/slide362.xml.rels><?xml version="1.0" encoding="UTF-8" standalone="yes"?>
<Relationships xmlns="http://schemas.openxmlformats.org/package/2006/relationships"><Relationship Id="rId3" Type="http://schemas.openxmlformats.org/officeDocument/2006/relationships/image" Target="../media/image3.png"/><Relationship Id="rId2" Type="http://schemas.openxmlformats.org/officeDocument/2006/relationships/slideLayout" Target="../slideLayouts/slideLayout3.xml"/><Relationship Id="rId1" Type="http://schemas.openxmlformats.org/officeDocument/2006/relationships/tags" Target="../tags/tag350.xml"/><Relationship Id="rId6" Type="http://schemas.openxmlformats.org/officeDocument/2006/relationships/image" Target="../media/image72.svg"/><Relationship Id="rId5" Type="http://schemas.openxmlformats.org/officeDocument/2006/relationships/image" Target="../media/image71.png"/><Relationship Id="rId4" Type="http://schemas.openxmlformats.org/officeDocument/2006/relationships/image" Target="../media/image4.svg"/></Relationships>
</file>

<file path=ppt/slides/_rels/slide363.xml.rels><?xml version="1.0" encoding="UTF-8" standalone="yes"?>
<Relationships xmlns="http://schemas.openxmlformats.org/package/2006/relationships"><Relationship Id="rId3" Type="http://schemas.openxmlformats.org/officeDocument/2006/relationships/image" Target="../media/image3.png"/><Relationship Id="rId2" Type="http://schemas.openxmlformats.org/officeDocument/2006/relationships/slideLayout" Target="../slideLayouts/slideLayout3.xml"/><Relationship Id="rId1" Type="http://schemas.openxmlformats.org/officeDocument/2006/relationships/tags" Target="../tags/tag351.xml"/><Relationship Id="rId6" Type="http://schemas.openxmlformats.org/officeDocument/2006/relationships/image" Target="../media/image72.svg"/><Relationship Id="rId5" Type="http://schemas.openxmlformats.org/officeDocument/2006/relationships/image" Target="../media/image71.png"/><Relationship Id="rId4" Type="http://schemas.openxmlformats.org/officeDocument/2006/relationships/image" Target="../media/image4.svg"/></Relationships>
</file>

<file path=ppt/slides/_rels/slide364.xml.rels><?xml version="1.0" encoding="UTF-8" standalone="yes"?>
<Relationships xmlns="http://schemas.openxmlformats.org/package/2006/relationships"><Relationship Id="rId3" Type="http://schemas.openxmlformats.org/officeDocument/2006/relationships/image" Target="../media/image3.png"/><Relationship Id="rId2" Type="http://schemas.openxmlformats.org/officeDocument/2006/relationships/slideLayout" Target="../slideLayouts/slideLayout3.xml"/><Relationship Id="rId1" Type="http://schemas.openxmlformats.org/officeDocument/2006/relationships/tags" Target="../tags/tag352.xml"/><Relationship Id="rId6" Type="http://schemas.openxmlformats.org/officeDocument/2006/relationships/image" Target="../media/image72.svg"/><Relationship Id="rId5" Type="http://schemas.openxmlformats.org/officeDocument/2006/relationships/image" Target="../media/image71.png"/><Relationship Id="rId4" Type="http://schemas.openxmlformats.org/officeDocument/2006/relationships/image" Target="../media/image4.svg"/></Relationships>
</file>

<file path=ppt/slides/_rels/slide365.xml.rels><?xml version="1.0" encoding="UTF-8" standalone="yes"?>
<Relationships xmlns="http://schemas.openxmlformats.org/package/2006/relationships"><Relationship Id="rId3" Type="http://schemas.openxmlformats.org/officeDocument/2006/relationships/image" Target="../media/image3.png"/><Relationship Id="rId2" Type="http://schemas.openxmlformats.org/officeDocument/2006/relationships/slideLayout" Target="../slideLayouts/slideLayout3.xml"/><Relationship Id="rId1" Type="http://schemas.openxmlformats.org/officeDocument/2006/relationships/tags" Target="../tags/tag353.xml"/><Relationship Id="rId6" Type="http://schemas.openxmlformats.org/officeDocument/2006/relationships/image" Target="../media/image72.svg"/><Relationship Id="rId5" Type="http://schemas.openxmlformats.org/officeDocument/2006/relationships/image" Target="../media/image71.png"/><Relationship Id="rId4" Type="http://schemas.openxmlformats.org/officeDocument/2006/relationships/image" Target="../media/image4.svg"/></Relationships>
</file>

<file path=ppt/slides/_rels/slide366.xml.rels><?xml version="1.0" encoding="UTF-8" standalone="yes"?>
<Relationships xmlns="http://schemas.openxmlformats.org/package/2006/relationships"><Relationship Id="rId3" Type="http://schemas.openxmlformats.org/officeDocument/2006/relationships/image" Target="../media/image3.png"/><Relationship Id="rId2" Type="http://schemas.openxmlformats.org/officeDocument/2006/relationships/slideLayout" Target="../slideLayouts/slideLayout3.xml"/><Relationship Id="rId1" Type="http://schemas.openxmlformats.org/officeDocument/2006/relationships/tags" Target="../tags/tag354.xml"/><Relationship Id="rId6" Type="http://schemas.openxmlformats.org/officeDocument/2006/relationships/image" Target="../media/image72.svg"/><Relationship Id="rId5" Type="http://schemas.openxmlformats.org/officeDocument/2006/relationships/image" Target="../media/image71.png"/><Relationship Id="rId4" Type="http://schemas.openxmlformats.org/officeDocument/2006/relationships/image" Target="../media/image4.svg"/></Relationships>
</file>

<file path=ppt/slides/_rels/slide367.xml.rels><?xml version="1.0" encoding="UTF-8" standalone="yes"?>
<Relationships xmlns="http://schemas.openxmlformats.org/package/2006/relationships"><Relationship Id="rId2" Type="http://schemas.openxmlformats.org/officeDocument/2006/relationships/slideLayout" Target="../slideLayouts/slideLayout3.xml"/><Relationship Id="rId1" Type="http://schemas.openxmlformats.org/officeDocument/2006/relationships/tags" Target="../tags/tag355.xml"/></Relationships>
</file>

<file path=ppt/slides/_rels/slide368.xml.rels><?xml version="1.0" encoding="UTF-8" standalone="yes"?>
<Relationships xmlns="http://schemas.openxmlformats.org/package/2006/relationships"><Relationship Id="rId2" Type="http://schemas.openxmlformats.org/officeDocument/2006/relationships/slideLayout" Target="../slideLayouts/slideLayout3.xml"/><Relationship Id="rId1" Type="http://schemas.openxmlformats.org/officeDocument/2006/relationships/tags" Target="../tags/tag356.xml"/></Relationships>
</file>

<file path=ppt/slides/_rels/slide369.xml.rels><?xml version="1.0" encoding="UTF-8" standalone="yes"?>
<Relationships xmlns="http://schemas.openxmlformats.org/package/2006/relationships"><Relationship Id="rId2" Type="http://schemas.openxmlformats.org/officeDocument/2006/relationships/slideLayout" Target="../slideLayouts/slideLayout3.xml"/><Relationship Id="rId1" Type="http://schemas.openxmlformats.org/officeDocument/2006/relationships/tags" Target="../tags/tag357.xml"/></Relationships>
</file>

<file path=ppt/slides/_rels/slide370.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371.xml.rels><?xml version="1.0" encoding="UTF-8" standalone="yes"?>
<Relationships xmlns="http://schemas.openxmlformats.org/package/2006/relationships"><Relationship Id="rId2" Type="http://schemas.openxmlformats.org/officeDocument/2006/relationships/slideLayout" Target="../slideLayouts/slideLayout3.xml"/><Relationship Id="rId1" Type="http://schemas.openxmlformats.org/officeDocument/2006/relationships/tags" Target="../tags/tag358.xml"/></Relationships>
</file>

<file path=ppt/slides/_rels/slide372.xml.rels><?xml version="1.0" encoding="UTF-8" standalone="yes"?>
<Relationships xmlns="http://schemas.openxmlformats.org/package/2006/relationships"><Relationship Id="rId3" Type="http://schemas.openxmlformats.org/officeDocument/2006/relationships/image" Target="../media/image3.png"/><Relationship Id="rId2" Type="http://schemas.openxmlformats.org/officeDocument/2006/relationships/slideLayout" Target="../slideLayouts/slideLayout3.xml"/><Relationship Id="rId1" Type="http://schemas.openxmlformats.org/officeDocument/2006/relationships/tags" Target="../tags/tag359.xml"/><Relationship Id="rId5" Type="http://schemas.openxmlformats.org/officeDocument/2006/relationships/image" Target="../media/image48.png"/><Relationship Id="rId4" Type="http://schemas.openxmlformats.org/officeDocument/2006/relationships/image" Target="../media/image4.svg"/></Relationships>
</file>

<file path=ppt/slides/_rels/slide373.xml.rels><?xml version="1.0" encoding="UTF-8" standalone="yes"?>
<Relationships xmlns="http://schemas.openxmlformats.org/package/2006/relationships"><Relationship Id="rId3" Type="http://schemas.openxmlformats.org/officeDocument/2006/relationships/image" Target="../media/image3.png"/><Relationship Id="rId2" Type="http://schemas.openxmlformats.org/officeDocument/2006/relationships/slideLayout" Target="../slideLayouts/slideLayout3.xml"/><Relationship Id="rId1" Type="http://schemas.openxmlformats.org/officeDocument/2006/relationships/tags" Target="../tags/tag360.xml"/><Relationship Id="rId6" Type="http://schemas.openxmlformats.org/officeDocument/2006/relationships/image" Target="../media/image48.png"/><Relationship Id="rId5" Type="http://schemas.openxmlformats.org/officeDocument/2006/relationships/image" Target="../media/image75.png"/><Relationship Id="rId4" Type="http://schemas.openxmlformats.org/officeDocument/2006/relationships/image" Target="../media/image4.svg"/></Relationships>
</file>

<file path=ppt/slides/_rels/slide374.xml.rels><?xml version="1.0" encoding="UTF-8" standalone="yes"?>
<Relationships xmlns="http://schemas.openxmlformats.org/package/2006/relationships"><Relationship Id="rId3" Type="http://schemas.openxmlformats.org/officeDocument/2006/relationships/image" Target="../media/image3.png"/><Relationship Id="rId2" Type="http://schemas.openxmlformats.org/officeDocument/2006/relationships/slideLayout" Target="../slideLayouts/slideLayout3.xml"/><Relationship Id="rId1" Type="http://schemas.openxmlformats.org/officeDocument/2006/relationships/tags" Target="../tags/tag361.xml"/><Relationship Id="rId5" Type="http://schemas.openxmlformats.org/officeDocument/2006/relationships/image" Target="../media/image48.png"/><Relationship Id="rId4" Type="http://schemas.openxmlformats.org/officeDocument/2006/relationships/image" Target="../media/image4.svg"/></Relationships>
</file>

<file path=ppt/slides/_rels/slide375.xml.rels><?xml version="1.0" encoding="UTF-8" standalone="yes"?>
<Relationships xmlns="http://schemas.openxmlformats.org/package/2006/relationships"><Relationship Id="rId3" Type="http://schemas.openxmlformats.org/officeDocument/2006/relationships/image" Target="../media/image3.png"/><Relationship Id="rId2" Type="http://schemas.openxmlformats.org/officeDocument/2006/relationships/slideLayout" Target="../slideLayouts/slideLayout3.xml"/><Relationship Id="rId1" Type="http://schemas.openxmlformats.org/officeDocument/2006/relationships/tags" Target="../tags/tag362.xml"/><Relationship Id="rId5" Type="http://schemas.openxmlformats.org/officeDocument/2006/relationships/image" Target="../media/image48.png"/><Relationship Id="rId4" Type="http://schemas.openxmlformats.org/officeDocument/2006/relationships/image" Target="../media/image4.svg"/></Relationships>
</file>

<file path=ppt/slides/_rels/slide376.xml.rels><?xml version="1.0" encoding="UTF-8" standalone="yes"?>
<Relationships xmlns="http://schemas.openxmlformats.org/package/2006/relationships"><Relationship Id="rId3" Type="http://schemas.openxmlformats.org/officeDocument/2006/relationships/image" Target="../media/image3.png"/><Relationship Id="rId2" Type="http://schemas.openxmlformats.org/officeDocument/2006/relationships/slideLayout" Target="../slideLayouts/slideLayout3.xml"/><Relationship Id="rId1" Type="http://schemas.openxmlformats.org/officeDocument/2006/relationships/tags" Target="../tags/tag363.xml"/><Relationship Id="rId5" Type="http://schemas.openxmlformats.org/officeDocument/2006/relationships/image" Target="../media/image48.png"/><Relationship Id="rId4" Type="http://schemas.openxmlformats.org/officeDocument/2006/relationships/image" Target="../media/image4.svg"/></Relationships>
</file>

<file path=ppt/slides/_rels/slide377.xml.rels><?xml version="1.0" encoding="UTF-8" standalone="yes"?>
<Relationships xmlns="http://schemas.openxmlformats.org/package/2006/relationships"><Relationship Id="rId3" Type="http://schemas.openxmlformats.org/officeDocument/2006/relationships/image" Target="../media/image3.png"/><Relationship Id="rId2" Type="http://schemas.openxmlformats.org/officeDocument/2006/relationships/slideLayout" Target="../slideLayouts/slideLayout3.xml"/><Relationship Id="rId1" Type="http://schemas.openxmlformats.org/officeDocument/2006/relationships/tags" Target="../tags/tag364.xml"/><Relationship Id="rId5" Type="http://schemas.openxmlformats.org/officeDocument/2006/relationships/image" Target="../media/image48.png"/><Relationship Id="rId4" Type="http://schemas.openxmlformats.org/officeDocument/2006/relationships/image" Target="../media/image4.svg"/></Relationships>
</file>

<file path=ppt/slides/_rels/slide378.xml.rels><?xml version="1.0" encoding="UTF-8" standalone="yes"?>
<Relationships xmlns="http://schemas.openxmlformats.org/package/2006/relationships"><Relationship Id="rId3" Type="http://schemas.openxmlformats.org/officeDocument/2006/relationships/image" Target="../media/image3.png"/><Relationship Id="rId2" Type="http://schemas.openxmlformats.org/officeDocument/2006/relationships/slideLayout" Target="../slideLayouts/slideLayout3.xml"/><Relationship Id="rId1" Type="http://schemas.openxmlformats.org/officeDocument/2006/relationships/tags" Target="../tags/tag365.xml"/><Relationship Id="rId5" Type="http://schemas.openxmlformats.org/officeDocument/2006/relationships/image" Target="../media/image48.png"/><Relationship Id="rId4" Type="http://schemas.openxmlformats.org/officeDocument/2006/relationships/image" Target="../media/image4.svg"/></Relationships>
</file>

<file path=ppt/slides/_rels/slide379.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380.xml.rels><?xml version="1.0" encoding="UTF-8" standalone="yes"?>
<Relationships xmlns="http://schemas.openxmlformats.org/package/2006/relationships"><Relationship Id="rId3" Type="http://schemas.openxmlformats.org/officeDocument/2006/relationships/image" Target="../media/image3.png"/><Relationship Id="rId2" Type="http://schemas.openxmlformats.org/officeDocument/2006/relationships/slideLayout" Target="../slideLayouts/slideLayout3.xml"/><Relationship Id="rId1" Type="http://schemas.openxmlformats.org/officeDocument/2006/relationships/tags" Target="../tags/tag366.xml"/><Relationship Id="rId5" Type="http://schemas.openxmlformats.org/officeDocument/2006/relationships/image" Target="../media/image48.png"/><Relationship Id="rId4" Type="http://schemas.openxmlformats.org/officeDocument/2006/relationships/image" Target="../media/image4.svg"/></Relationships>
</file>

<file path=ppt/slides/_rels/slide381.xml.rels><?xml version="1.0" encoding="UTF-8" standalone="yes"?>
<Relationships xmlns="http://schemas.openxmlformats.org/package/2006/relationships"><Relationship Id="rId3" Type="http://schemas.openxmlformats.org/officeDocument/2006/relationships/image" Target="../media/image3.png"/><Relationship Id="rId2" Type="http://schemas.openxmlformats.org/officeDocument/2006/relationships/slideLayout" Target="../slideLayouts/slideLayout3.xml"/><Relationship Id="rId1" Type="http://schemas.openxmlformats.org/officeDocument/2006/relationships/tags" Target="../tags/tag367.xml"/><Relationship Id="rId6" Type="http://schemas.openxmlformats.org/officeDocument/2006/relationships/image" Target="../media/image76.png"/><Relationship Id="rId5" Type="http://schemas.openxmlformats.org/officeDocument/2006/relationships/image" Target="../media/image48.png"/><Relationship Id="rId4" Type="http://schemas.openxmlformats.org/officeDocument/2006/relationships/image" Target="../media/image4.svg"/></Relationships>
</file>

<file path=ppt/slides/_rels/slide382.xml.rels><?xml version="1.0" encoding="UTF-8" standalone="yes"?>
<Relationships xmlns="http://schemas.openxmlformats.org/package/2006/relationships"><Relationship Id="rId3" Type="http://schemas.openxmlformats.org/officeDocument/2006/relationships/image" Target="../media/image3.png"/><Relationship Id="rId2" Type="http://schemas.openxmlformats.org/officeDocument/2006/relationships/slideLayout" Target="../slideLayouts/slideLayout3.xml"/><Relationship Id="rId1" Type="http://schemas.openxmlformats.org/officeDocument/2006/relationships/tags" Target="../tags/tag368.xml"/><Relationship Id="rId6" Type="http://schemas.openxmlformats.org/officeDocument/2006/relationships/image" Target="../media/image76.png"/><Relationship Id="rId5" Type="http://schemas.openxmlformats.org/officeDocument/2006/relationships/image" Target="../media/image48.png"/><Relationship Id="rId4" Type="http://schemas.openxmlformats.org/officeDocument/2006/relationships/image" Target="../media/image4.svg"/></Relationships>
</file>

<file path=ppt/slides/_rels/slide383.xml.rels><?xml version="1.0" encoding="UTF-8" standalone="yes"?>
<Relationships xmlns="http://schemas.openxmlformats.org/package/2006/relationships"><Relationship Id="rId3" Type="http://schemas.openxmlformats.org/officeDocument/2006/relationships/image" Target="../media/image48.png"/><Relationship Id="rId2" Type="http://schemas.openxmlformats.org/officeDocument/2006/relationships/slideLayout" Target="../slideLayouts/slideLayout3.xml"/><Relationship Id="rId1" Type="http://schemas.openxmlformats.org/officeDocument/2006/relationships/tags" Target="../tags/tag369.xml"/><Relationship Id="rId6" Type="http://schemas.openxmlformats.org/officeDocument/2006/relationships/image" Target="../media/image76.png"/><Relationship Id="rId5" Type="http://schemas.openxmlformats.org/officeDocument/2006/relationships/image" Target="../media/image4.svg"/><Relationship Id="rId4" Type="http://schemas.openxmlformats.org/officeDocument/2006/relationships/image" Target="../media/image3.png"/></Relationships>
</file>

<file path=ppt/slides/_rels/slide384.xml.rels><?xml version="1.0" encoding="UTF-8" standalone="yes"?>
<Relationships xmlns="http://schemas.openxmlformats.org/package/2006/relationships"><Relationship Id="rId3" Type="http://schemas.openxmlformats.org/officeDocument/2006/relationships/image" Target="../media/image77.png"/><Relationship Id="rId7" Type="http://schemas.openxmlformats.org/officeDocument/2006/relationships/image" Target="../media/image76.png"/><Relationship Id="rId2" Type="http://schemas.openxmlformats.org/officeDocument/2006/relationships/slideLayout" Target="../slideLayouts/slideLayout3.xml"/><Relationship Id="rId1" Type="http://schemas.openxmlformats.org/officeDocument/2006/relationships/tags" Target="../tags/tag370.xml"/><Relationship Id="rId6" Type="http://schemas.openxmlformats.org/officeDocument/2006/relationships/image" Target="../media/image4.svg"/><Relationship Id="rId5" Type="http://schemas.openxmlformats.org/officeDocument/2006/relationships/image" Target="../media/image3.png"/><Relationship Id="rId4" Type="http://schemas.openxmlformats.org/officeDocument/2006/relationships/image" Target="../media/image48.png"/></Relationships>
</file>

<file path=ppt/slides/_rels/slide385.xml.rels><?xml version="1.0" encoding="UTF-8" standalone="yes"?>
<Relationships xmlns="http://schemas.openxmlformats.org/package/2006/relationships"><Relationship Id="rId3" Type="http://schemas.openxmlformats.org/officeDocument/2006/relationships/image" Target="../media/image48.png"/><Relationship Id="rId7" Type="http://schemas.openxmlformats.org/officeDocument/2006/relationships/image" Target="../media/image77.png"/><Relationship Id="rId2" Type="http://schemas.openxmlformats.org/officeDocument/2006/relationships/slideLayout" Target="../slideLayouts/slideLayout3.xml"/><Relationship Id="rId1" Type="http://schemas.openxmlformats.org/officeDocument/2006/relationships/tags" Target="../tags/tag371.xml"/><Relationship Id="rId6" Type="http://schemas.openxmlformats.org/officeDocument/2006/relationships/image" Target="../media/image76.png"/><Relationship Id="rId5" Type="http://schemas.openxmlformats.org/officeDocument/2006/relationships/image" Target="../media/image4.svg"/><Relationship Id="rId4" Type="http://schemas.openxmlformats.org/officeDocument/2006/relationships/image" Target="../media/image3.png"/></Relationships>
</file>

<file path=ppt/slides/_rels/slide386.xml.rels><?xml version="1.0" encoding="UTF-8" standalone="yes"?>
<Relationships xmlns="http://schemas.openxmlformats.org/package/2006/relationships"><Relationship Id="rId3" Type="http://schemas.openxmlformats.org/officeDocument/2006/relationships/image" Target="../media/image48.png"/><Relationship Id="rId7" Type="http://schemas.openxmlformats.org/officeDocument/2006/relationships/image" Target="../media/image77.png"/><Relationship Id="rId2" Type="http://schemas.openxmlformats.org/officeDocument/2006/relationships/slideLayout" Target="../slideLayouts/slideLayout3.xml"/><Relationship Id="rId1" Type="http://schemas.openxmlformats.org/officeDocument/2006/relationships/tags" Target="../tags/tag372.xml"/><Relationship Id="rId6" Type="http://schemas.openxmlformats.org/officeDocument/2006/relationships/image" Target="../media/image76.png"/><Relationship Id="rId5" Type="http://schemas.openxmlformats.org/officeDocument/2006/relationships/image" Target="../media/image4.svg"/><Relationship Id="rId4" Type="http://schemas.openxmlformats.org/officeDocument/2006/relationships/image" Target="../media/image3.png"/></Relationships>
</file>

<file path=ppt/slides/_rels/slide387.xml.rels><?xml version="1.0" encoding="UTF-8" standalone="yes"?>
<Relationships xmlns="http://schemas.openxmlformats.org/package/2006/relationships"><Relationship Id="rId3" Type="http://schemas.openxmlformats.org/officeDocument/2006/relationships/image" Target="../media/image48.png"/><Relationship Id="rId7" Type="http://schemas.openxmlformats.org/officeDocument/2006/relationships/image" Target="../media/image77.png"/><Relationship Id="rId2" Type="http://schemas.openxmlformats.org/officeDocument/2006/relationships/slideLayout" Target="../slideLayouts/slideLayout3.xml"/><Relationship Id="rId1" Type="http://schemas.openxmlformats.org/officeDocument/2006/relationships/tags" Target="../tags/tag373.xml"/><Relationship Id="rId6" Type="http://schemas.openxmlformats.org/officeDocument/2006/relationships/image" Target="../media/image76.png"/><Relationship Id="rId5" Type="http://schemas.openxmlformats.org/officeDocument/2006/relationships/image" Target="../media/image4.svg"/><Relationship Id="rId4" Type="http://schemas.openxmlformats.org/officeDocument/2006/relationships/image" Target="../media/image3.png"/></Relationships>
</file>

<file path=ppt/slides/_rels/slide388.xml.rels><?xml version="1.0" encoding="UTF-8" standalone="yes"?>
<Relationships xmlns="http://schemas.openxmlformats.org/package/2006/relationships"><Relationship Id="rId3" Type="http://schemas.openxmlformats.org/officeDocument/2006/relationships/image" Target="../media/image48.png"/><Relationship Id="rId7" Type="http://schemas.openxmlformats.org/officeDocument/2006/relationships/image" Target="../media/image77.png"/><Relationship Id="rId2" Type="http://schemas.openxmlformats.org/officeDocument/2006/relationships/slideLayout" Target="../slideLayouts/slideLayout3.xml"/><Relationship Id="rId1" Type="http://schemas.openxmlformats.org/officeDocument/2006/relationships/tags" Target="../tags/tag374.xml"/><Relationship Id="rId6" Type="http://schemas.openxmlformats.org/officeDocument/2006/relationships/image" Target="../media/image76.png"/><Relationship Id="rId5" Type="http://schemas.openxmlformats.org/officeDocument/2006/relationships/image" Target="../media/image4.svg"/><Relationship Id="rId4" Type="http://schemas.openxmlformats.org/officeDocument/2006/relationships/image" Target="../media/image3.png"/></Relationships>
</file>

<file path=ppt/slides/_rels/slide389.xml.rels><?xml version="1.0" encoding="UTF-8" standalone="yes"?>
<Relationships xmlns="http://schemas.openxmlformats.org/package/2006/relationships"><Relationship Id="rId3" Type="http://schemas.openxmlformats.org/officeDocument/2006/relationships/image" Target="../media/image77.png"/><Relationship Id="rId7" Type="http://schemas.openxmlformats.org/officeDocument/2006/relationships/image" Target="../media/image76.png"/><Relationship Id="rId2" Type="http://schemas.openxmlformats.org/officeDocument/2006/relationships/slideLayout" Target="../slideLayouts/slideLayout3.xml"/><Relationship Id="rId1" Type="http://schemas.openxmlformats.org/officeDocument/2006/relationships/tags" Target="../tags/tag375.xml"/><Relationship Id="rId6" Type="http://schemas.openxmlformats.org/officeDocument/2006/relationships/image" Target="../media/image4.svg"/><Relationship Id="rId5" Type="http://schemas.openxmlformats.org/officeDocument/2006/relationships/image" Target="../media/image3.png"/><Relationship Id="rId4" Type="http://schemas.openxmlformats.org/officeDocument/2006/relationships/image" Target="../media/image48.png"/></Relationships>
</file>

<file path=ppt/slides/_rels/slide390.xml.rels><?xml version="1.0" encoding="UTF-8" standalone="yes"?>
<Relationships xmlns="http://schemas.openxmlformats.org/package/2006/relationships"><Relationship Id="rId3" Type="http://schemas.openxmlformats.org/officeDocument/2006/relationships/image" Target="../media/image48.png"/><Relationship Id="rId7" Type="http://schemas.openxmlformats.org/officeDocument/2006/relationships/image" Target="../media/image77.png"/><Relationship Id="rId2" Type="http://schemas.openxmlformats.org/officeDocument/2006/relationships/slideLayout" Target="../slideLayouts/slideLayout3.xml"/><Relationship Id="rId1" Type="http://schemas.openxmlformats.org/officeDocument/2006/relationships/tags" Target="../tags/tag376.xml"/><Relationship Id="rId6" Type="http://schemas.openxmlformats.org/officeDocument/2006/relationships/image" Target="../media/image76.png"/><Relationship Id="rId5" Type="http://schemas.openxmlformats.org/officeDocument/2006/relationships/image" Target="../media/image4.svg"/><Relationship Id="rId4" Type="http://schemas.openxmlformats.org/officeDocument/2006/relationships/image" Target="../media/image3.png"/></Relationships>
</file>

<file path=ppt/slides/_rels/slide391.xml.rels><?xml version="1.0" encoding="UTF-8" standalone="yes"?>
<Relationships xmlns="http://schemas.openxmlformats.org/package/2006/relationships"><Relationship Id="rId2" Type="http://schemas.openxmlformats.org/officeDocument/2006/relationships/slideLayout" Target="../slideLayouts/slideLayout3.xml"/><Relationship Id="rId1" Type="http://schemas.openxmlformats.org/officeDocument/2006/relationships/tags" Target="../tags/tag377.xml"/></Relationships>
</file>

<file path=ppt/slides/_rels/slide392.xml.rels><?xml version="1.0" encoding="UTF-8" standalone="yes"?>
<Relationships xmlns="http://schemas.openxmlformats.org/package/2006/relationships"><Relationship Id="rId3" Type="http://schemas.openxmlformats.org/officeDocument/2006/relationships/image" Target="../media/image48.png"/><Relationship Id="rId2" Type="http://schemas.openxmlformats.org/officeDocument/2006/relationships/slideLayout" Target="../slideLayouts/slideLayout3.xml"/><Relationship Id="rId1" Type="http://schemas.openxmlformats.org/officeDocument/2006/relationships/tags" Target="../tags/tag378.xml"/><Relationship Id="rId6" Type="http://schemas.openxmlformats.org/officeDocument/2006/relationships/image" Target="../media/image76.png"/><Relationship Id="rId5" Type="http://schemas.openxmlformats.org/officeDocument/2006/relationships/image" Target="../media/image4.svg"/><Relationship Id="rId4" Type="http://schemas.openxmlformats.org/officeDocument/2006/relationships/image" Target="../media/image3.png"/></Relationships>
</file>

<file path=ppt/slides/_rels/slide393.xml.rels><?xml version="1.0" encoding="UTF-8" standalone="yes"?>
<Relationships xmlns="http://schemas.openxmlformats.org/package/2006/relationships"><Relationship Id="rId3" Type="http://schemas.openxmlformats.org/officeDocument/2006/relationships/image" Target="../media/image48.png"/><Relationship Id="rId2" Type="http://schemas.openxmlformats.org/officeDocument/2006/relationships/slideLayout" Target="../slideLayouts/slideLayout3.xml"/><Relationship Id="rId1" Type="http://schemas.openxmlformats.org/officeDocument/2006/relationships/tags" Target="../tags/tag379.xml"/><Relationship Id="rId6" Type="http://schemas.openxmlformats.org/officeDocument/2006/relationships/image" Target="../media/image76.png"/><Relationship Id="rId5" Type="http://schemas.openxmlformats.org/officeDocument/2006/relationships/image" Target="../media/image4.svg"/><Relationship Id="rId4" Type="http://schemas.openxmlformats.org/officeDocument/2006/relationships/image" Target="../media/image3.png"/></Relationships>
</file>

<file path=ppt/slides/_rels/slide394.xml.rels><?xml version="1.0" encoding="UTF-8" standalone="yes"?>
<Relationships xmlns="http://schemas.openxmlformats.org/package/2006/relationships"><Relationship Id="rId3" Type="http://schemas.openxmlformats.org/officeDocument/2006/relationships/image" Target="../media/image48.png"/><Relationship Id="rId2" Type="http://schemas.openxmlformats.org/officeDocument/2006/relationships/slideLayout" Target="../slideLayouts/slideLayout3.xml"/><Relationship Id="rId1" Type="http://schemas.openxmlformats.org/officeDocument/2006/relationships/tags" Target="../tags/tag380.xml"/><Relationship Id="rId6" Type="http://schemas.openxmlformats.org/officeDocument/2006/relationships/image" Target="../media/image76.png"/><Relationship Id="rId5" Type="http://schemas.openxmlformats.org/officeDocument/2006/relationships/image" Target="../media/image4.svg"/><Relationship Id="rId4" Type="http://schemas.openxmlformats.org/officeDocument/2006/relationships/image" Target="../media/image3.png"/></Relationships>
</file>

<file path=ppt/slides/_rels/slide395.xml.rels><?xml version="1.0" encoding="UTF-8" standalone="yes"?>
<Relationships xmlns="http://schemas.openxmlformats.org/package/2006/relationships"><Relationship Id="rId3" Type="http://schemas.openxmlformats.org/officeDocument/2006/relationships/image" Target="../media/image48.png"/><Relationship Id="rId2" Type="http://schemas.openxmlformats.org/officeDocument/2006/relationships/slideLayout" Target="../slideLayouts/slideLayout3.xml"/><Relationship Id="rId1" Type="http://schemas.openxmlformats.org/officeDocument/2006/relationships/tags" Target="../tags/tag381.xml"/><Relationship Id="rId6" Type="http://schemas.openxmlformats.org/officeDocument/2006/relationships/image" Target="../media/image76.png"/><Relationship Id="rId5" Type="http://schemas.openxmlformats.org/officeDocument/2006/relationships/image" Target="../media/image4.svg"/><Relationship Id="rId4" Type="http://schemas.openxmlformats.org/officeDocument/2006/relationships/image" Target="../media/image3.png"/></Relationships>
</file>

<file path=ppt/slides/_rels/slide396.xml.rels><?xml version="1.0" encoding="UTF-8" standalone="yes"?>
<Relationships xmlns="http://schemas.openxmlformats.org/package/2006/relationships"><Relationship Id="rId3" Type="http://schemas.openxmlformats.org/officeDocument/2006/relationships/image" Target="../media/image48.png"/><Relationship Id="rId2" Type="http://schemas.openxmlformats.org/officeDocument/2006/relationships/slideLayout" Target="../slideLayouts/slideLayout3.xml"/><Relationship Id="rId1" Type="http://schemas.openxmlformats.org/officeDocument/2006/relationships/tags" Target="../tags/tag382.xml"/><Relationship Id="rId6" Type="http://schemas.openxmlformats.org/officeDocument/2006/relationships/image" Target="../media/image76.png"/><Relationship Id="rId5" Type="http://schemas.openxmlformats.org/officeDocument/2006/relationships/image" Target="../media/image4.svg"/><Relationship Id="rId4" Type="http://schemas.openxmlformats.org/officeDocument/2006/relationships/image" Target="../media/image3.png"/></Relationships>
</file>

<file path=ppt/slides/_rels/slide397.xml.rels><?xml version="1.0" encoding="UTF-8" standalone="yes"?>
<Relationships xmlns="http://schemas.openxmlformats.org/package/2006/relationships"><Relationship Id="rId3" Type="http://schemas.openxmlformats.org/officeDocument/2006/relationships/image" Target="../media/image48.png"/><Relationship Id="rId2" Type="http://schemas.openxmlformats.org/officeDocument/2006/relationships/slideLayout" Target="../slideLayouts/slideLayout3.xml"/><Relationship Id="rId1" Type="http://schemas.openxmlformats.org/officeDocument/2006/relationships/tags" Target="../tags/tag383.xml"/><Relationship Id="rId6" Type="http://schemas.openxmlformats.org/officeDocument/2006/relationships/image" Target="../media/image76.png"/><Relationship Id="rId5" Type="http://schemas.openxmlformats.org/officeDocument/2006/relationships/image" Target="../media/image4.svg"/><Relationship Id="rId4" Type="http://schemas.openxmlformats.org/officeDocument/2006/relationships/image" Target="../media/image3.png"/></Relationships>
</file>

<file path=ppt/slides/_rels/slide398.xml.rels><?xml version="1.0" encoding="UTF-8" standalone="yes"?>
<Relationships xmlns="http://schemas.openxmlformats.org/package/2006/relationships"><Relationship Id="rId3" Type="http://schemas.openxmlformats.org/officeDocument/2006/relationships/image" Target="../media/image48.png"/><Relationship Id="rId2" Type="http://schemas.openxmlformats.org/officeDocument/2006/relationships/slideLayout" Target="../slideLayouts/slideLayout3.xml"/><Relationship Id="rId1" Type="http://schemas.openxmlformats.org/officeDocument/2006/relationships/tags" Target="../tags/tag384.xml"/><Relationship Id="rId6" Type="http://schemas.openxmlformats.org/officeDocument/2006/relationships/image" Target="../media/image76.png"/><Relationship Id="rId5" Type="http://schemas.openxmlformats.org/officeDocument/2006/relationships/image" Target="../media/image4.svg"/><Relationship Id="rId4" Type="http://schemas.openxmlformats.org/officeDocument/2006/relationships/image" Target="../media/image3.png"/></Relationships>
</file>

<file path=ppt/slides/_rels/slide399.xml.rels><?xml version="1.0" encoding="UTF-8" standalone="yes"?>
<Relationships xmlns="http://schemas.openxmlformats.org/package/2006/relationships"><Relationship Id="rId3" Type="http://schemas.openxmlformats.org/officeDocument/2006/relationships/image" Target="../media/image48.png"/><Relationship Id="rId2" Type="http://schemas.openxmlformats.org/officeDocument/2006/relationships/slideLayout" Target="../slideLayouts/slideLayout3.xml"/><Relationship Id="rId1" Type="http://schemas.openxmlformats.org/officeDocument/2006/relationships/tags" Target="../tags/tag385.xml"/><Relationship Id="rId6" Type="http://schemas.openxmlformats.org/officeDocument/2006/relationships/image" Target="../media/image76.png"/><Relationship Id="rId5" Type="http://schemas.openxmlformats.org/officeDocument/2006/relationships/image" Target="../media/image4.svg"/><Relationship Id="rId4" Type="http://schemas.openxmlformats.org/officeDocument/2006/relationships/image" Target="../media/image3.png"/></Relationships>
</file>

<file path=ppt/slides/_rels/slide400.xml.rels><?xml version="1.0" encoding="UTF-8" standalone="yes"?>
<Relationships xmlns="http://schemas.openxmlformats.org/package/2006/relationships"><Relationship Id="rId2" Type="http://schemas.openxmlformats.org/officeDocument/2006/relationships/slideLayout" Target="../slideLayouts/slideLayout3.xml"/><Relationship Id="rId1" Type="http://schemas.openxmlformats.org/officeDocument/2006/relationships/tags" Target="../tags/tag386.xml"/></Relationships>
</file>

<file path=ppt/slides/_rels/slide401.xml.rels><?xml version="1.0" encoding="UTF-8" standalone="yes"?>
<Relationships xmlns="http://schemas.openxmlformats.org/package/2006/relationships"><Relationship Id="rId3" Type="http://schemas.openxmlformats.org/officeDocument/2006/relationships/image" Target="../media/image76.png"/><Relationship Id="rId2" Type="http://schemas.openxmlformats.org/officeDocument/2006/relationships/slideLayout" Target="../slideLayouts/slideLayout3.xml"/><Relationship Id="rId1" Type="http://schemas.openxmlformats.org/officeDocument/2006/relationships/tags" Target="../tags/tag387.xml"/></Relationships>
</file>

<file path=ppt/slides/_rels/slide402.xml.rels><?xml version="1.0" encoding="UTF-8" standalone="yes"?>
<Relationships xmlns="http://schemas.openxmlformats.org/package/2006/relationships"><Relationship Id="rId3" Type="http://schemas.openxmlformats.org/officeDocument/2006/relationships/image" Target="../media/image76.png"/><Relationship Id="rId2" Type="http://schemas.openxmlformats.org/officeDocument/2006/relationships/slideLayout" Target="../slideLayouts/slideLayout3.xml"/><Relationship Id="rId1" Type="http://schemas.openxmlformats.org/officeDocument/2006/relationships/tags" Target="../tags/tag388.xml"/></Relationships>
</file>

<file path=ppt/slides/_rels/slide403.xml.rels><?xml version="1.0" encoding="UTF-8" standalone="yes"?>
<Relationships xmlns="http://schemas.openxmlformats.org/package/2006/relationships"><Relationship Id="rId3" Type="http://schemas.openxmlformats.org/officeDocument/2006/relationships/image" Target="../media/image76.png"/><Relationship Id="rId2" Type="http://schemas.openxmlformats.org/officeDocument/2006/relationships/slideLayout" Target="../slideLayouts/slideLayout3.xml"/><Relationship Id="rId1" Type="http://schemas.openxmlformats.org/officeDocument/2006/relationships/tags" Target="../tags/tag389.xml"/></Relationships>
</file>

<file path=ppt/slides/_rels/slide404.xml.rels><?xml version="1.0" encoding="UTF-8" standalone="yes"?>
<Relationships xmlns="http://schemas.openxmlformats.org/package/2006/relationships"><Relationship Id="rId2" Type="http://schemas.openxmlformats.org/officeDocument/2006/relationships/slideLayout" Target="../slideLayouts/slideLayout3.xml"/><Relationship Id="rId1" Type="http://schemas.openxmlformats.org/officeDocument/2006/relationships/tags" Target="../tags/tag390.xml"/></Relationships>
</file>

<file path=ppt/slides/_rels/slide405.xml.rels><?xml version="1.0" encoding="UTF-8" standalone="yes"?>
<Relationships xmlns="http://schemas.openxmlformats.org/package/2006/relationships"><Relationship Id="rId3" Type="http://schemas.openxmlformats.org/officeDocument/2006/relationships/image" Target="../media/image76.png"/><Relationship Id="rId2" Type="http://schemas.openxmlformats.org/officeDocument/2006/relationships/slideLayout" Target="../slideLayouts/slideLayout3.xml"/><Relationship Id="rId1" Type="http://schemas.openxmlformats.org/officeDocument/2006/relationships/tags" Target="../tags/tag391.xml"/></Relationships>
</file>

<file path=ppt/slides/_rels/slide406.xml.rels><?xml version="1.0" encoding="UTF-8" standalone="yes"?>
<Relationships xmlns="http://schemas.openxmlformats.org/package/2006/relationships"><Relationship Id="rId3" Type="http://schemas.openxmlformats.org/officeDocument/2006/relationships/image" Target="../media/image76.png"/><Relationship Id="rId2" Type="http://schemas.openxmlformats.org/officeDocument/2006/relationships/slideLayout" Target="../slideLayouts/slideLayout3.xml"/><Relationship Id="rId1" Type="http://schemas.openxmlformats.org/officeDocument/2006/relationships/tags" Target="../tags/tag392.xml"/></Relationships>
</file>

<file path=ppt/slides/_rels/slide407.xml.rels><?xml version="1.0" encoding="UTF-8" standalone="yes"?>
<Relationships xmlns="http://schemas.openxmlformats.org/package/2006/relationships"><Relationship Id="rId3" Type="http://schemas.openxmlformats.org/officeDocument/2006/relationships/image" Target="../media/image76.png"/><Relationship Id="rId2" Type="http://schemas.openxmlformats.org/officeDocument/2006/relationships/slideLayout" Target="../slideLayouts/slideLayout3.xml"/><Relationship Id="rId1" Type="http://schemas.openxmlformats.org/officeDocument/2006/relationships/tags" Target="../tags/tag393.xml"/></Relationships>
</file>

<file path=ppt/slides/_rels/slide408.xml.rels><?xml version="1.0" encoding="UTF-8" standalone="yes"?>
<Relationships xmlns="http://schemas.openxmlformats.org/package/2006/relationships"><Relationship Id="rId3" Type="http://schemas.openxmlformats.org/officeDocument/2006/relationships/image" Target="../media/image76.png"/><Relationship Id="rId2" Type="http://schemas.openxmlformats.org/officeDocument/2006/relationships/slideLayout" Target="../slideLayouts/slideLayout3.xml"/><Relationship Id="rId1" Type="http://schemas.openxmlformats.org/officeDocument/2006/relationships/tags" Target="../tags/tag394.xml"/></Relationships>
</file>

<file path=ppt/slides/_rels/slide409.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410.xml.rels><?xml version="1.0" encoding="UTF-8" standalone="yes"?>
<Relationships xmlns="http://schemas.openxmlformats.org/package/2006/relationships"><Relationship Id="rId3" Type="http://schemas.openxmlformats.org/officeDocument/2006/relationships/image" Target="../media/image48.png"/><Relationship Id="rId2" Type="http://schemas.openxmlformats.org/officeDocument/2006/relationships/slideLayout" Target="../slideLayouts/slideLayout3.xml"/><Relationship Id="rId1" Type="http://schemas.openxmlformats.org/officeDocument/2006/relationships/tags" Target="../tags/tag395.xml"/><Relationship Id="rId6" Type="http://schemas.openxmlformats.org/officeDocument/2006/relationships/image" Target="../media/image76.png"/><Relationship Id="rId5" Type="http://schemas.openxmlformats.org/officeDocument/2006/relationships/image" Target="../media/image4.svg"/><Relationship Id="rId4" Type="http://schemas.openxmlformats.org/officeDocument/2006/relationships/image" Target="../media/image3.png"/></Relationships>
</file>

<file path=ppt/slides/_rels/slide411.xml.rels><?xml version="1.0" encoding="UTF-8" standalone="yes"?>
<Relationships xmlns="http://schemas.openxmlformats.org/package/2006/relationships"><Relationship Id="rId2" Type="http://schemas.openxmlformats.org/officeDocument/2006/relationships/slideLayout" Target="../slideLayouts/slideLayout3.xml"/><Relationship Id="rId1" Type="http://schemas.openxmlformats.org/officeDocument/2006/relationships/tags" Target="../tags/tag396.xml"/></Relationships>
</file>

<file path=ppt/slides/_rels/slide412.xml.rels><?xml version="1.0" encoding="UTF-8" standalone="yes"?>
<Relationships xmlns="http://schemas.openxmlformats.org/package/2006/relationships"><Relationship Id="rId3" Type="http://schemas.openxmlformats.org/officeDocument/2006/relationships/image" Target="../media/image3.png"/><Relationship Id="rId2" Type="http://schemas.openxmlformats.org/officeDocument/2006/relationships/slideLayout" Target="../slideLayouts/slideLayout3.xml"/><Relationship Id="rId1" Type="http://schemas.openxmlformats.org/officeDocument/2006/relationships/tags" Target="../tags/tag397.xml"/><Relationship Id="rId6" Type="http://schemas.openxmlformats.org/officeDocument/2006/relationships/image" Target="../media/image76.png"/><Relationship Id="rId5" Type="http://schemas.openxmlformats.org/officeDocument/2006/relationships/image" Target="../media/image48.png"/><Relationship Id="rId4" Type="http://schemas.openxmlformats.org/officeDocument/2006/relationships/image" Target="../media/image4.svg"/></Relationships>
</file>

<file path=ppt/slides/_rels/slide413.xml.rels><?xml version="1.0" encoding="UTF-8" standalone="yes"?>
<Relationships xmlns="http://schemas.openxmlformats.org/package/2006/relationships"><Relationship Id="rId3" Type="http://schemas.openxmlformats.org/officeDocument/2006/relationships/image" Target="../media/image78.png"/><Relationship Id="rId2" Type="http://schemas.openxmlformats.org/officeDocument/2006/relationships/slideLayout" Target="../slideLayouts/slideLayout3.xml"/><Relationship Id="rId1" Type="http://schemas.openxmlformats.org/officeDocument/2006/relationships/tags" Target="../tags/tag398.xml"/><Relationship Id="rId5" Type="http://schemas.openxmlformats.org/officeDocument/2006/relationships/image" Target="../media/image4.svg"/><Relationship Id="rId4" Type="http://schemas.openxmlformats.org/officeDocument/2006/relationships/image" Target="../media/image3.png"/></Relationships>
</file>

<file path=ppt/slides/_rels/slide414.xml.rels><?xml version="1.0" encoding="UTF-8" standalone="yes"?>
<Relationships xmlns="http://schemas.openxmlformats.org/package/2006/relationships"><Relationship Id="rId2" Type="http://schemas.openxmlformats.org/officeDocument/2006/relationships/slideLayout" Target="../slideLayouts/slideLayout3.xml"/><Relationship Id="rId1" Type="http://schemas.openxmlformats.org/officeDocument/2006/relationships/tags" Target="../tags/tag399.xml"/></Relationships>
</file>

<file path=ppt/slides/_rels/slide415.xml.rels><?xml version="1.0" encoding="UTF-8" standalone="yes"?>
<Relationships xmlns="http://schemas.openxmlformats.org/package/2006/relationships"><Relationship Id="rId3" Type="http://schemas.openxmlformats.org/officeDocument/2006/relationships/image" Target="../media/image3.png"/><Relationship Id="rId2" Type="http://schemas.openxmlformats.org/officeDocument/2006/relationships/slideLayout" Target="../slideLayouts/slideLayout3.xml"/><Relationship Id="rId1" Type="http://schemas.openxmlformats.org/officeDocument/2006/relationships/tags" Target="../tags/tag400.xml"/><Relationship Id="rId5" Type="http://schemas.openxmlformats.org/officeDocument/2006/relationships/image" Target="../media/image48.png"/><Relationship Id="rId4" Type="http://schemas.openxmlformats.org/officeDocument/2006/relationships/image" Target="../media/image4.svg"/></Relationships>
</file>

<file path=ppt/slides/_rels/slide416.xml.rels><?xml version="1.0" encoding="UTF-8" standalone="yes"?>
<Relationships xmlns="http://schemas.openxmlformats.org/package/2006/relationships"><Relationship Id="rId3" Type="http://schemas.openxmlformats.org/officeDocument/2006/relationships/image" Target="../media/image3.png"/><Relationship Id="rId2" Type="http://schemas.openxmlformats.org/officeDocument/2006/relationships/slideLayout" Target="../slideLayouts/slideLayout3.xml"/><Relationship Id="rId1" Type="http://schemas.openxmlformats.org/officeDocument/2006/relationships/tags" Target="../tags/tag401.xml"/><Relationship Id="rId5" Type="http://schemas.openxmlformats.org/officeDocument/2006/relationships/image" Target="../media/image48.png"/><Relationship Id="rId4" Type="http://schemas.openxmlformats.org/officeDocument/2006/relationships/image" Target="../media/image4.svg"/></Relationships>
</file>

<file path=ppt/slides/_rels/slide417.xml.rels><?xml version="1.0" encoding="UTF-8" standalone="yes"?>
<Relationships xmlns="http://schemas.openxmlformats.org/package/2006/relationships"><Relationship Id="rId3" Type="http://schemas.openxmlformats.org/officeDocument/2006/relationships/image" Target="../media/image3.png"/><Relationship Id="rId2" Type="http://schemas.openxmlformats.org/officeDocument/2006/relationships/slideLayout" Target="../slideLayouts/slideLayout3.xml"/><Relationship Id="rId1" Type="http://schemas.openxmlformats.org/officeDocument/2006/relationships/tags" Target="../tags/tag402.xml"/><Relationship Id="rId5" Type="http://schemas.openxmlformats.org/officeDocument/2006/relationships/image" Target="../media/image48.png"/><Relationship Id="rId4" Type="http://schemas.openxmlformats.org/officeDocument/2006/relationships/image" Target="../media/image4.svg"/></Relationships>
</file>

<file path=ppt/slides/_rels/slide418.xml.rels><?xml version="1.0" encoding="UTF-8" standalone="yes"?>
<Relationships xmlns="http://schemas.openxmlformats.org/package/2006/relationships"><Relationship Id="rId3" Type="http://schemas.openxmlformats.org/officeDocument/2006/relationships/image" Target="../media/image3.png"/><Relationship Id="rId2" Type="http://schemas.openxmlformats.org/officeDocument/2006/relationships/slideLayout" Target="../slideLayouts/slideLayout3.xml"/><Relationship Id="rId1" Type="http://schemas.openxmlformats.org/officeDocument/2006/relationships/tags" Target="../tags/tag403.xml"/><Relationship Id="rId5" Type="http://schemas.openxmlformats.org/officeDocument/2006/relationships/image" Target="../media/image48.png"/><Relationship Id="rId4" Type="http://schemas.openxmlformats.org/officeDocument/2006/relationships/image" Target="../media/image4.svg"/></Relationships>
</file>

<file path=ppt/slides/_rels/slide419.xml.rels><?xml version="1.0" encoding="UTF-8" standalone="yes"?>
<Relationships xmlns="http://schemas.openxmlformats.org/package/2006/relationships"><Relationship Id="rId3" Type="http://schemas.openxmlformats.org/officeDocument/2006/relationships/image" Target="../media/image3.png"/><Relationship Id="rId2" Type="http://schemas.openxmlformats.org/officeDocument/2006/relationships/slideLayout" Target="../slideLayouts/slideLayout3.xml"/><Relationship Id="rId1" Type="http://schemas.openxmlformats.org/officeDocument/2006/relationships/tags" Target="../tags/tag404.xml"/><Relationship Id="rId5" Type="http://schemas.openxmlformats.org/officeDocument/2006/relationships/image" Target="../media/image48.png"/><Relationship Id="rId4" Type="http://schemas.openxmlformats.org/officeDocument/2006/relationships/image" Target="../media/image4.svg"/></Relationships>
</file>

<file path=ppt/slides/_rels/slide420.xml.rels><?xml version="1.0" encoding="UTF-8" standalone="yes"?>
<Relationships xmlns="http://schemas.openxmlformats.org/package/2006/relationships"><Relationship Id="rId3" Type="http://schemas.openxmlformats.org/officeDocument/2006/relationships/image" Target="../media/image3.png"/><Relationship Id="rId2" Type="http://schemas.openxmlformats.org/officeDocument/2006/relationships/slideLayout" Target="../slideLayouts/slideLayout3.xml"/><Relationship Id="rId1" Type="http://schemas.openxmlformats.org/officeDocument/2006/relationships/tags" Target="../tags/tag405.xml"/><Relationship Id="rId5" Type="http://schemas.openxmlformats.org/officeDocument/2006/relationships/image" Target="../media/image48.png"/><Relationship Id="rId4" Type="http://schemas.openxmlformats.org/officeDocument/2006/relationships/image" Target="../media/image4.svg"/></Relationships>
</file>

<file path=ppt/slides/_rels/slide421.xml.rels><?xml version="1.0" encoding="UTF-8" standalone="yes"?>
<Relationships xmlns="http://schemas.openxmlformats.org/package/2006/relationships"><Relationship Id="rId3" Type="http://schemas.openxmlformats.org/officeDocument/2006/relationships/image" Target="../media/image3.png"/><Relationship Id="rId2" Type="http://schemas.openxmlformats.org/officeDocument/2006/relationships/slideLayout" Target="../slideLayouts/slideLayout3.xml"/><Relationship Id="rId1" Type="http://schemas.openxmlformats.org/officeDocument/2006/relationships/tags" Target="../tags/tag406.xml"/><Relationship Id="rId5" Type="http://schemas.openxmlformats.org/officeDocument/2006/relationships/image" Target="../media/image78.png"/><Relationship Id="rId4" Type="http://schemas.openxmlformats.org/officeDocument/2006/relationships/image" Target="../media/image4.svg"/></Relationships>
</file>

<file path=ppt/slides/_rels/slide422.xml.rels><?xml version="1.0" encoding="UTF-8" standalone="yes"?>
<Relationships xmlns="http://schemas.openxmlformats.org/package/2006/relationships"><Relationship Id="rId3" Type="http://schemas.openxmlformats.org/officeDocument/2006/relationships/image" Target="../media/image3.png"/><Relationship Id="rId2" Type="http://schemas.openxmlformats.org/officeDocument/2006/relationships/slideLayout" Target="../slideLayouts/slideLayout3.xml"/><Relationship Id="rId1" Type="http://schemas.openxmlformats.org/officeDocument/2006/relationships/tags" Target="../tags/tag407.xml"/><Relationship Id="rId5" Type="http://schemas.openxmlformats.org/officeDocument/2006/relationships/image" Target="../media/image78.png"/><Relationship Id="rId4" Type="http://schemas.openxmlformats.org/officeDocument/2006/relationships/image" Target="../media/image4.svg"/></Relationships>
</file>

<file path=ppt/slides/_rels/slide423.xml.rels><?xml version="1.0" encoding="UTF-8" standalone="yes"?>
<Relationships xmlns="http://schemas.openxmlformats.org/package/2006/relationships"><Relationship Id="rId3" Type="http://schemas.openxmlformats.org/officeDocument/2006/relationships/image" Target="../media/image3.png"/><Relationship Id="rId2" Type="http://schemas.openxmlformats.org/officeDocument/2006/relationships/slideLayout" Target="../slideLayouts/slideLayout3.xml"/><Relationship Id="rId1" Type="http://schemas.openxmlformats.org/officeDocument/2006/relationships/tags" Target="../tags/tag408.xml"/><Relationship Id="rId5" Type="http://schemas.openxmlformats.org/officeDocument/2006/relationships/image" Target="../media/image78.png"/><Relationship Id="rId4" Type="http://schemas.openxmlformats.org/officeDocument/2006/relationships/image" Target="../media/image4.svg"/></Relationships>
</file>

<file path=ppt/slides/_rels/slide424.xml.rels><?xml version="1.0" encoding="UTF-8" standalone="yes"?>
<Relationships xmlns="http://schemas.openxmlformats.org/package/2006/relationships"><Relationship Id="rId3" Type="http://schemas.openxmlformats.org/officeDocument/2006/relationships/image" Target="../media/image3.png"/><Relationship Id="rId2" Type="http://schemas.openxmlformats.org/officeDocument/2006/relationships/slideLayout" Target="../slideLayouts/slideLayout3.xml"/><Relationship Id="rId1" Type="http://schemas.openxmlformats.org/officeDocument/2006/relationships/tags" Target="../tags/tag409.xml"/><Relationship Id="rId5" Type="http://schemas.openxmlformats.org/officeDocument/2006/relationships/image" Target="../media/image78.png"/><Relationship Id="rId4" Type="http://schemas.openxmlformats.org/officeDocument/2006/relationships/image" Target="../media/image4.svg"/></Relationships>
</file>

<file path=ppt/slides/_rels/slide425.xml.rels><?xml version="1.0" encoding="UTF-8" standalone="yes"?>
<Relationships xmlns="http://schemas.openxmlformats.org/package/2006/relationships"><Relationship Id="rId3" Type="http://schemas.openxmlformats.org/officeDocument/2006/relationships/image" Target="../media/image3.png"/><Relationship Id="rId2" Type="http://schemas.openxmlformats.org/officeDocument/2006/relationships/slideLayout" Target="../slideLayouts/slideLayout3.xml"/><Relationship Id="rId1" Type="http://schemas.openxmlformats.org/officeDocument/2006/relationships/tags" Target="../tags/tag410.xml"/><Relationship Id="rId5" Type="http://schemas.openxmlformats.org/officeDocument/2006/relationships/image" Target="../media/image78.png"/><Relationship Id="rId4" Type="http://schemas.openxmlformats.org/officeDocument/2006/relationships/image" Target="../media/image4.svg"/></Relationships>
</file>

<file path=ppt/slides/_rels/slide426.xml.rels><?xml version="1.0" encoding="UTF-8" standalone="yes"?>
<Relationships xmlns="http://schemas.openxmlformats.org/package/2006/relationships"><Relationship Id="rId3" Type="http://schemas.openxmlformats.org/officeDocument/2006/relationships/image" Target="../media/image3.png"/><Relationship Id="rId2" Type="http://schemas.openxmlformats.org/officeDocument/2006/relationships/slideLayout" Target="../slideLayouts/slideLayout3.xml"/><Relationship Id="rId1" Type="http://schemas.openxmlformats.org/officeDocument/2006/relationships/tags" Target="../tags/tag411.xml"/><Relationship Id="rId5" Type="http://schemas.openxmlformats.org/officeDocument/2006/relationships/image" Target="../media/image78.png"/><Relationship Id="rId4" Type="http://schemas.openxmlformats.org/officeDocument/2006/relationships/image" Target="../media/image4.svg"/></Relationships>
</file>

<file path=ppt/slides/_rels/slide427.xml.rels><?xml version="1.0" encoding="UTF-8" standalone="yes"?>
<Relationships xmlns="http://schemas.openxmlformats.org/package/2006/relationships"><Relationship Id="rId2" Type="http://schemas.openxmlformats.org/officeDocument/2006/relationships/slideLayout" Target="../slideLayouts/slideLayout3.xml"/><Relationship Id="rId1" Type="http://schemas.openxmlformats.org/officeDocument/2006/relationships/tags" Target="../tags/tag412.xml"/></Relationships>
</file>

<file path=ppt/slides/_rels/slide428.xml.rels><?xml version="1.0" encoding="UTF-8" standalone="yes"?>
<Relationships xmlns="http://schemas.openxmlformats.org/package/2006/relationships"><Relationship Id="rId2" Type="http://schemas.openxmlformats.org/officeDocument/2006/relationships/slideLayout" Target="../slideLayouts/slideLayout3.xml"/><Relationship Id="rId1" Type="http://schemas.openxmlformats.org/officeDocument/2006/relationships/tags" Target="../tags/tag413.xml"/></Relationships>
</file>

<file path=ppt/slides/_rels/slide429.xml.rels><?xml version="1.0" encoding="UTF-8" standalone="yes"?>
<Relationships xmlns="http://schemas.openxmlformats.org/package/2006/relationships"><Relationship Id="rId2" Type="http://schemas.openxmlformats.org/officeDocument/2006/relationships/slideLayout" Target="../slideLayouts/slideLayout3.xml"/><Relationship Id="rId1" Type="http://schemas.openxmlformats.org/officeDocument/2006/relationships/tags" Target="../tags/tag414.xml"/></Relationships>
</file>

<file path=ppt/slides/_rels/slide430.xml.rels><?xml version="1.0" encoding="UTF-8" standalone="yes"?>
<Relationships xmlns="http://schemas.openxmlformats.org/package/2006/relationships"><Relationship Id="rId3" Type="http://schemas.openxmlformats.org/officeDocument/2006/relationships/image" Target="../media/image134.png"/><Relationship Id="rId2" Type="http://schemas.openxmlformats.org/officeDocument/2006/relationships/slideLayout" Target="../slideLayouts/slideLayout3.xml"/><Relationship Id="rId1" Type="http://schemas.openxmlformats.org/officeDocument/2006/relationships/tags" Target="../tags/tag415.xml"/></Relationships>
</file>

<file path=ppt/slides/_rels/slide431.xml.rels><?xml version="1.0" encoding="UTF-8" standalone="yes"?>
<Relationships xmlns="http://schemas.openxmlformats.org/package/2006/relationships"><Relationship Id="rId3" Type="http://schemas.openxmlformats.org/officeDocument/2006/relationships/image" Target="../media/image3.png"/><Relationship Id="rId2" Type="http://schemas.openxmlformats.org/officeDocument/2006/relationships/slideLayout" Target="../slideLayouts/slideLayout3.xml"/><Relationship Id="rId1" Type="http://schemas.openxmlformats.org/officeDocument/2006/relationships/tags" Target="../tags/tag416.xml"/><Relationship Id="rId6" Type="http://schemas.openxmlformats.org/officeDocument/2006/relationships/image" Target="../media/image78.png"/><Relationship Id="rId5" Type="http://schemas.openxmlformats.org/officeDocument/2006/relationships/image" Target="../media/image48.png"/><Relationship Id="rId4" Type="http://schemas.openxmlformats.org/officeDocument/2006/relationships/image" Target="../media/image4.svg"/></Relationships>
</file>

<file path=ppt/slides/_rels/slide432.xml.rels><?xml version="1.0" encoding="UTF-8" standalone="yes"?>
<Relationships xmlns="http://schemas.openxmlformats.org/package/2006/relationships"><Relationship Id="rId3" Type="http://schemas.openxmlformats.org/officeDocument/2006/relationships/image" Target="../media/image3.png"/><Relationship Id="rId2" Type="http://schemas.openxmlformats.org/officeDocument/2006/relationships/slideLayout" Target="../slideLayouts/slideLayout3.xml"/><Relationship Id="rId1" Type="http://schemas.openxmlformats.org/officeDocument/2006/relationships/tags" Target="../tags/tag417.xml"/><Relationship Id="rId6" Type="http://schemas.openxmlformats.org/officeDocument/2006/relationships/image" Target="../media/image78.png"/><Relationship Id="rId5" Type="http://schemas.openxmlformats.org/officeDocument/2006/relationships/image" Target="../media/image48.png"/><Relationship Id="rId4" Type="http://schemas.openxmlformats.org/officeDocument/2006/relationships/image" Target="../media/image4.svg"/></Relationships>
</file>

<file path=ppt/slides/_rels/slide433.xml.rels><?xml version="1.0" encoding="UTF-8" standalone="yes"?>
<Relationships xmlns="http://schemas.openxmlformats.org/package/2006/relationships"><Relationship Id="rId3" Type="http://schemas.openxmlformats.org/officeDocument/2006/relationships/image" Target="../media/image3.png"/><Relationship Id="rId2" Type="http://schemas.openxmlformats.org/officeDocument/2006/relationships/slideLayout" Target="../slideLayouts/slideLayout3.xml"/><Relationship Id="rId1" Type="http://schemas.openxmlformats.org/officeDocument/2006/relationships/tags" Target="../tags/tag418.xml"/><Relationship Id="rId6" Type="http://schemas.openxmlformats.org/officeDocument/2006/relationships/image" Target="../media/image78.png"/><Relationship Id="rId5" Type="http://schemas.openxmlformats.org/officeDocument/2006/relationships/image" Target="../media/image48.png"/><Relationship Id="rId4" Type="http://schemas.openxmlformats.org/officeDocument/2006/relationships/image" Target="../media/image4.svg"/></Relationships>
</file>

<file path=ppt/slides/_rels/slide434.xml.rels><?xml version="1.0" encoding="UTF-8" standalone="yes"?>
<Relationships xmlns="http://schemas.openxmlformats.org/package/2006/relationships"><Relationship Id="rId3" Type="http://schemas.openxmlformats.org/officeDocument/2006/relationships/image" Target="../media/image3.png"/><Relationship Id="rId2" Type="http://schemas.openxmlformats.org/officeDocument/2006/relationships/slideLayout" Target="../slideLayouts/slideLayout3.xml"/><Relationship Id="rId1" Type="http://schemas.openxmlformats.org/officeDocument/2006/relationships/tags" Target="../tags/tag419.xml"/><Relationship Id="rId6" Type="http://schemas.openxmlformats.org/officeDocument/2006/relationships/image" Target="../media/image78.png"/><Relationship Id="rId5" Type="http://schemas.openxmlformats.org/officeDocument/2006/relationships/image" Target="../media/image48.png"/><Relationship Id="rId4" Type="http://schemas.openxmlformats.org/officeDocument/2006/relationships/image" Target="../media/image4.svg"/></Relationships>
</file>

<file path=ppt/slides/_rels/slide435.xml.rels><?xml version="1.0" encoding="UTF-8" standalone="yes"?>
<Relationships xmlns="http://schemas.openxmlformats.org/package/2006/relationships"><Relationship Id="rId3" Type="http://schemas.openxmlformats.org/officeDocument/2006/relationships/image" Target="../media/image3.png"/><Relationship Id="rId2" Type="http://schemas.openxmlformats.org/officeDocument/2006/relationships/slideLayout" Target="../slideLayouts/slideLayout3.xml"/><Relationship Id="rId1" Type="http://schemas.openxmlformats.org/officeDocument/2006/relationships/tags" Target="../tags/tag420.xml"/><Relationship Id="rId6" Type="http://schemas.openxmlformats.org/officeDocument/2006/relationships/image" Target="../media/image78.png"/><Relationship Id="rId5" Type="http://schemas.openxmlformats.org/officeDocument/2006/relationships/image" Target="../media/image48.png"/><Relationship Id="rId4" Type="http://schemas.openxmlformats.org/officeDocument/2006/relationships/image" Target="../media/image4.svg"/></Relationships>
</file>

<file path=ppt/slides/_rels/slide436.xml.rels><?xml version="1.0" encoding="UTF-8" standalone="yes"?>
<Relationships xmlns="http://schemas.openxmlformats.org/package/2006/relationships"><Relationship Id="rId3" Type="http://schemas.openxmlformats.org/officeDocument/2006/relationships/image" Target="../media/image3.png"/><Relationship Id="rId2" Type="http://schemas.openxmlformats.org/officeDocument/2006/relationships/slideLayout" Target="../slideLayouts/slideLayout3.xml"/><Relationship Id="rId1" Type="http://schemas.openxmlformats.org/officeDocument/2006/relationships/tags" Target="../tags/tag421.xml"/><Relationship Id="rId6" Type="http://schemas.openxmlformats.org/officeDocument/2006/relationships/image" Target="../media/image78.png"/><Relationship Id="rId5" Type="http://schemas.openxmlformats.org/officeDocument/2006/relationships/image" Target="../media/image48.png"/><Relationship Id="rId4" Type="http://schemas.openxmlformats.org/officeDocument/2006/relationships/image" Target="../media/image4.svg"/></Relationships>
</file>

<file path=ppt/slides/_rels/slide437.xml.rels><?xml version="1.0" encoding="UTF-8" standalone="yes"?>
<Relationships xmlns="http://schemas.openxmlformats.org/package/2006/relationships"><Relationship Id="rId3" Type="http://schemas.openxmlformats.org/officeDocument/2006/relationships/image" Target="../media/image3.png"/><Relationship Id="rId2" Type="http://schemas.openxmlformats.org/officeDocument/2006/relationships/slideLayout" Target="../slideLayouts/slideLayout3.xml"/><Relationship Id="rId1" Type="http://schemas.openxmlformats.org/officeDocument/2006/relationships/tags" Target="../tags/tag422.xml"/><Relationship Id="rId5" Type="http://schemas.openxmlformats.org/officeDocument/2006/relationships/image" Target="../media/image48.png"/><Relationship Id="rId4" Type="http://schemas.openxmlformats.org/officeDocument/2006/relationships/image" Target="../media/image4.svg"/></Relationships>
</file>

<file path=ppt/slides/_rels/slide438.xml.rels><?xml version="1.0" encoding="UTF-8" standalone="yes"?>
<Relationships xmlns="http://schemas.openxmlformats.org/package/2006/relationships"><Relationship Id="rId3" Type="http://schemas.openxmlformats.org/officeDocument/2006/relationships/image" Target="../media/image3.png"/><Relationship Id="rId2" Type="http://schemas.openxmlformats.org/officeDocument/2006/relationships/slideLayout" Target="../slideLayouts/slideLayout3.xml"/><Relationship Id="rId1" Type="http://schemas.openxmlformats.org/officeDocument/2006/relationships/tags" Target="../tags/tag423.xml"/><Relationship Id="rId5" Type="http://schemas.openxmlformats.org/officeDocument/2006/relationships/image" Target="../media/image48.png"/><Relationship Id="rId4" Type="http://schemas.openxmlformats.org/officeDocument/2006/relationships/image" Target="../media/image4.svg"/></Relationships>
</file>

<file path=ppt/slides/_rels/slide439.xml.rels><?xml version="1.0" encoding="UTF-8" standalone="yes"?>
<Relationships xmlns="http://schemas.openxmlformats.org/package/2006/relationships"><Relationship Id="rId3" Type="http://schemas.openxmlformats.org/officeDocument/2006/relationships/image" Target="../media/image3.png"/><Relationship Id="rId2" Type="http://schemas.openxmlformats.org/officeDocument/2006/relationships/slideLayout" Target="../slideLayouts/slideLayout3.xml"/><Relationship Id="rId1" Type="http://schemas.openxmlformats.org/officeDocument/2006/relationships/tags" Target="../tags/tag424.xml"/><Relationship Id="rId5" Type="http://schemas.openxmlformats.org/officeDocument/2006/relationships/image" Target="../media/image48.png"/><Relationship Id="rId4" Type="http://schemas.openxmlformats.org/officeDocument/2006/relationships/image" Target="../media/image4.svg"/></Relationships>
</file>

<file path=ppt/slides/_rels/slide440.xml.rels><?xml version="1.0" encoding="UTF-8" standalone="yes"?>
<Relationships xmlns="http://schemas.openxmlformats.org/package/2006/relationships"><Relationship Id="rId3" Type="http://schemas.openxmlformats.org/officeDocument/2006/relationships/image" Target="../media/image3.png"/><Relationship Id="rId2" Type="http://schemas.openxmlformats.org/officeDocument/2006/relationships/slideLayout" Target="../slideLayouts/slideLayout3.xml"/><Relationship Id="rId1" Type="http://schemas.openxmlformats.org/officeDocument/2006/relationships/tags" Target="../tags/tag425.xml"/><Relationship Id="rId6" Type="http://schemas.openxmlformats.org/officeDocument/2006/relationships/image" Target="../media/image78.png"/><Relationship Id="rId5" Type="http://schemas.openxmlformats.org/officeDocument/2006/relationships/image" Target="../media/image48.png"/><Relationship Id="rId4" Type="http://schemas.openxmlformats.org/officeDocument/2006/relationships/image" Target="../media/image4.svg"/></Relationships>
</file>

<file path=ppt/slides/_rels/slide441.xml.rels><?xml version="1.0" encoding="UTF-8" standalone="yes"?>
<Relationships xmlns="http://schemas.openxmlformats.org/package/2006/relationships"><Relationship Id="rId3" Type="http://schemas.openxmlformats.org/officeDocument/2006/relationships/image" Target="../media/image3.png"/><Relationship Id="rId2" Type="http://schemas.openxmlformats.org/officeDocument/2006/relationships/slideLayout" Target="../slideLayouts/slideLayout3.xml"/><Relationship Id="rId1" Type="http://schemas.openxmlformats.org/officeDocument/2006/relationships/tags" Target="../tags/tag426.xml"/><Relationship Id="rId6" Type="http://schemas.openxmlformats.org/officeDocument/2006/relationships/image" Target="../media/image78.png"/><Relationship Id="rId5" Type="http://schemas.openxmlformats.org/officeDocument/2006/relationships/image" Target="../media/image48.png"/><Relationship Id="rId4" Type="http://schemas.openxmlformats.org/officeDocument/2006/relationships/image" Target="../media/image4.svg"/></Relationships>
</file>

<file path=ppt/slides/_rels/slide442.xml.rels><?xml version="1.0" encoding="UTF-8" standalone="yes"?>
<Relationships xmlns="http://schemas.openxmlformats.org/package/2006/relationships"><Relationship Id="rId2" Type="http://schemas.openxmlformats.org/officeDocument/2006/relationships/slideLayout" Target="../slideLayouts/slideLayout3.xml"/><Relationship Id="rId1" Type="http://schemas.openxmlformats.org/officeDocument/2006/relationships/tags" Target="../tags/tag427.xml"/></Relationships>
</file>

<file path=ppt/slides/_rels/slide443.xml.rels><?xml version="1.0" encoding="UTF-8" standalone="yes"?>
<Relationships xmlns="http://schemas.openxmlformats.org/package/2006/relationships"><Relationship Id="rId3" Type="http://schemas.openxmlformats.org/officeDocument/2006/relationships/image" Target="../media/image79.png"/><Relationship Id="rId2" Type="http://schemas.openxmlformats.org/officeDocument/2006/relationships/slideLayout" Target="../slideLayouts/slideLayout3.xml"/><Relationship Id="rId1" Type="http://schemas.openxmlformats.org/officeDocument/2006/relationships/tags" Target="../tags/tag428.xml"/></Relationships>
</file>

<file path=ppt/slides/_rels/slide444.xml.rels><?xml version="1.0" encoding="UTF-8" standalone="yes"?>
<Relationships xmlns="http://schemas.openxmlformats.org/package/2006/relationships"><Relationship Id="rId3" Type="http://schemas.openxmlformats.org/officeDocument/2006/relationships/image" Target="../media/image80.png"/><Relationship Id="rId2" Type="http://schemas.openxmlformats.org/officeDocument/2006/relationships/slideLayout" Target="../slideLayouts/slideLayout3.xml"/><Relationship Id="rId1" Type="http://schemas.openxmlformats.org/officeDocument/2006/relationships/tags" Target="../tags/tag429.xml"/></Relationships>
</file>

<file path=ppt/slides/_rels/slide445.xml.rels><?xml version="1.0" encoding="UTF-8" standalone="yes"?>
<Relationships xmlns="http://schemas.openxmlformats.org/package/2006/relationships"><Relationship Id="rId3" Type="http://schemas.openxmlformats.org/officeDocument/2006/relationships/image" Target="../media/image81.png"/><Relationship Id="rId2" Type="http://schemas.openxmlformats.org/officeDocument/2006/relationships/slideLayout" Target="../slideLayouts/slideLayout3.xml"/><Relationship Id="rId1" Type="http://schemas.openxmlformats.org/officeDocument/2006/relationships/tags" Target="../tags/tag430.xml"/></Relationships>
</file>

<file path=ppt/slides/_rels/slide446.xml.rels><?xml version="1.0" encoding="UTF-8" standalone="yes"?>
<Relationships xmlns="http://schemas.openxmlformats.org/package/2006/relationships"><Relationship Id="rId2" Type="http://schemas.openxmlformats.org/officeDocument/2006/relationships/slideLayout" Target="../slideLayouts/slideLayout3.xml"/><Relationship Id="rId1" Type="http://schemas.openxmlformats.org/officeDocument/2006/relationships/tags" Target="../tags/tag431.xml"/></Relationships>
</file>

<file path=ppt/slides/_rels/slide447.xml.rels><?xml version="1.0" encoding="UTF-8" standalone="yes"?>
<Relationships xmlns="http://schemas.openxmlformats.org/package/2006/relationships"><Relationship Id="rId3" Type="http://schemas.openxmlformats.org/officeDocument/2006/relationships/image" Target="../media/image3.png"/><Relationship Id="rId2" Type="http://schemas.openxmlformats.org/officeDocument/2006/relationships/slideLayout" Target="../slideLayouts/slideLayout3.xml"/><Relationship Id="rId1" Type="http://schemas.openxmlformats.org/officeDocument/2006/relationships/tags" Target="../tags/tag432.xml"/><Relationship Id="rId6" Type="http://schemas.openxmlformats.org/officeDocument/2006/relationships/image" Target="../media/image78.png"/><Relationship Id="rId5" Type="http://schemas.openxmlformats.org/officeDocument/2006/relationships/image" Target="../media/image48.png"/><Relationship Id="rId4" Type="http://schemas.openxmlformats.org/officeDocument/2006/relationships/image" Target="../media/image4.svg"/></Relationships>
</file>

<file path=ppt/slides/_rels/slide448.xml.rels><?xml version="1.0" encoding="UTF-8" standalone="yes"?>
<Relationships xmlns="http://schemas.openxmlformats.org/package/2006/relationships"><Relationship Id="rId3" Type="http://schemas.openxmlformats.org/officeDocument/2006/relationships/image" Target="../media/image3.png"/><Relationship Id="rId2" Type="http://schemas.openxmlformats.org/officeDocument/2006/relationships/slideLayout" Target="../slideLayouts/slideLayout3.xml"/><Relationship Id="rId1" Type="http://schemas.openxmlformats.org/officeDocument/2006/relationships/tags" Target="../tags/tag433.xml"/><Relationship Id="rId6" Type="http://schemas.openxmlformats.org/officeDocument/2006/relationships/image" Target="../media/image78.png"/><Relationship Id="rId5" Type="http://schemas.openxmlformats.org/officeDocument/2006/relationships/image" Target="../media/image48.png"/><Relationship Id="rId4" Type="http://schemas.openxmlformats.org/officeDocument/2006/relationships/image" Target="../media/image4.svg"/></Relationships>
</file>

<file path=ppt/slides/_rels/slide449.xml.rels><?xml version="1.0" encoding="UTF-8" standalone="yes"?>
<Relationships xmlns="http://schemas.openxmlformats.org/package/2006/relationships"><Relationship Id="rId3" Type="http://schemas.openxmlformats.org/officeDocument/2006/relationships/image" Target="../media/image3.png"/><Relationship Id="rId2" Type="http://schemas.openxmlformats.org/officeDocument/2006/relationships/slideLayout" Target="../slideLayouts/slideLayout3.xml"/><Relationship Id="rId1" Type="http://schemas.openxmlformats.org/officeDocument/2006/relationships/tags" Target="../tags/tag434.xml"/><Relationship Id="rId6" Type="http://schemas.openxmlformats.org/officeDocument/2006/relationships/image" Target="../media/image78.png"/><Relationship Id="rId5" Type="http://schemas.openxmlformats.org/officeDocument/2006/relationships/image" Target="../media/image48.png"/><Relationship Id="rId4" Type="http://schemas.openxmlformats.org/officeDocument/2006/relationships/image" Target="../media/image4.svg"/></Relationships>
</file>

<file path=ppt/slides/_rels/slide450.xml.rels><?xml version="1.0" encoding="UTF-8" standalone="yes"?>
<Relationships xmlns="http://schemas.openxmlformats.org/package/2006/relationships"><Relationship Id="rId2" Type="http://schemas.openxmlformats.org/officeDocument/2006/relationships/slideLayout" Target="../slideLayouts/slideLayout3.xml"/><Relationship Id="rId1" Type="http://schemas.openxmlformats.org/officeDocument/2006/relationships/tags" Target="../tags/tag435.xml"/></Relationships>
</file>

<file path=ppt/slides/_rels/slide451.xml.rels><?xml version="1.0" encoding="UTF-8" standalone="yes"?>
<Relationships xmlns="http://schemas.openxmlformats.org/package/2006/relationships"><Relationship Id="rId2" Type="http://schemas.openxmlformats.org/officeDocument/2006/relationships/slideLayout" Target="../slideLayouts/slideLayout3.xml"/><Relationship Id="rId1" Type="http://schemas.openxmlformats.org/officeDocument/2006/relationships/tags" Target="../tags/tag436.xml"/></Relationships>
</file>

<file path=ppt/slides/_rels/slide452.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453.xml.rels><?xml version="1.0" encoding="UTF-8" standalone="yes"?>
<Relationships xmlns="http://schemas.openxmlformats.org/package/2006/relationships"><Relationship Id="rId2" Type="http://schemas.openxmlformats.org/officeDocument/2006/relationships/slideLayout" Target="../slideLayouts/slideLayout3.xml"/><Relationship Id="rId1" Type="http://schemas.openxmlformats.org/officeDocument/2006/relationships/tags" Target="../tags/tag437.xml"/></Relationships>
</file>

<file path=ppt/slides/_rels/slide454.xml.rels><?xml version="1.0" encoding="UTF-8" standalone="yes"?>
<Relationships xmlns="http://schemas.openxmlformats.org/package/2006/relationships"><Relationship Id="rId2" Type="http://schemas.openxmlformats.org/officeDocument/2006/relationships/slideLayout" Target="../slideLayouts/slideLayout3.xml"/><Relationship Id="rId1" Type="http://schemas.openxmlformats.org/officeDocument/2006/relationships/tags" Target="../tags/tag438.xml"/></Relationships>
</file>

<file path=ppt/slides/_rels/slide455.xml.rels><?xml version="1.0" encoding="UTF-8" standalone="yes"?>
<Relationships xmlns="http://schemas.openxmlformats.org/package/2006/relationships"><Relationship Id="rId2" Type="http://schemas.openxmlformats.org/officeDocument/2006/relationships/slideLayout" Target="../slideLayouts/slideLayout3.xml"/><Relationship Id="rId1" Type="http://schemas.openxmlformats.org/officeDocument/2006/relationships/tags" Target="../tags/tag439.xml"/></Relationships>
</file>

<file path=ppt/slides/_rels/slide456.xml.rels><?xml version="1.0" encoding="UTF-8" standalone="yes"?>
<Relationships xmlns="http://schemas.openxmlformats.org/package/2006/relationships"><Relationship Id="rId2" Type="http://schemas.openxmlformats.org/officeDocument/2006/relationships/slideLayout" Target="../slideLayouts/slideLayout3.xml"/><Relationship Id="rId1" Type="http://schemas.openxmlformats.org/officeDocument/2006/relationships/tags" Target="../tags/tag440.xml"/></Relationships>
</file>

<file path=ppt/slides/_rels/slide457.xml.rels><?xml version="1.0" encoding="UTF-8" standalone="yes"?>
<Relationships xmlns="http://schemas.openxmlformats.org/package/2006/relationships"><Relationship Id="rId2" Type="http://schemas.openxmlformats.org/officeDocument/2006/relationships/slideLayout" Target="../slideLayouts/slideLayout3.xml"/><Relationship Id="rId1" Type="http://schemas.openxmlformats.org/officeDocument/2006/relationships/tags" Target="../tags/tag441.xml"/></Relationships>
</file>

<file path=ppt/slides/_rels/slide458.xml.rels><?xml version="1.0" encoding="UTF-8" standalone="yes"?>
<Relationships xmlns="http://schemas.openxmlformats.org/package/2006/relationships"><Relationship Id="rId2" Type="http://schemas.openxmlformats.org/officeDocument/2006/relationships/slideLayout" Target="../slideLayouts/slideLayout3.xml"/><Relationship Id="rId1" Type="http://schemas.openxmlformats.org/officeDocument/2006/relationships/tags" Target="../tags/tag442.xml"/></Relationships>
</file>

<file path=ppt/slides/_rels/slide459.xml.rels><?xml version="1.0" encoding="UTF-8" standalone="yes"?>
<Relationships xmlns="http://schemas.openxmlformats.org/package/2006/relationships"><Relationship Id="rId2" Type="http://schemas.openxmlformats.org/officeDocument/2006/relationships/slideLayout" Target="../slideLayouts/slideLayout3.xml"/><Relationship Id="rId1" Type="http://schemas.openxmlformats.org/officeDocument/2006/relationships/tags" Target="../tags/tag443.xml"/></Relationships>
</file>

<file path=ppt/slides/_rels/slide460.xml.rels><?xml version="1.0" encoding="UTF-8" standalone="yes"?>
<Relationships xmlns="http://schemas.openxmlformats.org/package/2006/relationships"><Relationship Id="rId2" Type="http://schemas.openxmlformats.org/officeDocument/2006/relationships/slideLayout" Target="../slideLayouts/slideLayout3.xml"/><Relationship Id="rId1" Type="http://schemas.openxmlformats.org/officeDocument/2006/relationships/tags" Target="../tags/tag444.xml"/></Relationships>
</file>

<file path=ppt/slides/_rels/slide461.xml.rels><?xml version="1.0" encoding="UTF-8" standalone="yes"?>
<Relationships xmlns="http://schemas.openxmlformats.org/package/2006/relationships"><Relationship Id="rId2" Type="http://schemas.openxmlformats.org/officeDocument/2006/relationships/slideLayout" Target="../slideLayouts/slideLayout3.xml"/><Relationship Id="rId1" Type="http://schemas.openxmlformats.org/officeDocument/2006/relationships/tags" Target="../tags/tag445.xml"/></Relationships>
</file>

<file path=ppt/slides/_rels/slide462.xml.rels><?xml version="1.0" encoding="UTF-8" standalone="yes"?>
<Relationships xmlns="http://schemas.openxmlformats.org/package/2006/relationships"><Relationship Id="rId2" Type="http://schemas.openxmlformats.org/officeDocument/2006/relationships/slideLayout" Target="../slideLayouts/slideLayout3.xml"/><Relationship Id="rId1" Type="http://schemas.openxmlformats.org/officeDocument/2006/relationships/tags" Target="../tags/tag446.xml"/></Relationships>
</file>

<file path=ppt/slides/_rels/slide463.xml.rels><?xml version="1.0" encoding="UTF-8" standalone="yes"?>
<Relationships xmlns="http://schemas.openxmlformats.org/package/2006/relationships"><Relationship Id="rId2" Type="http://schemas.openxmlformats.org/officeDocument/2006/relationships/slideLayout" Target="../slideLayouts/slideLayout3.xml"/><Relationship Id="rId1" Type="http://schemas.openxmlformats.org/officeDocument/2006/relationships/tags" Target="../tags/tag447.xml"/></Relationships>
</file>

<file path=ppt/slides/_rels/slide464.xml.rels><?xml version="1.0" encoding="UTF-8" standalone="yes"?>
<Relationships xmlns="http://schemas.openxmlformats.org/package/2006/relationships"><Relationship Id="rId2" Type="http://schemas.openxmlformats.org/officeDocument/2006/relationships/slideLayout" Target="../slideLayouts/slideLayout3.xml"/><Relationship Id="rId1" Type="http://schemas.openxmlformats.org/officeDocument/2006/relationships/tags" Target="../tags/tag448.xml"/></Relationships>
</file>

<file path=ppt/slides/_rels/slide465.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466.xml.rels><?xml version="1.0" encoding="UTF-8" standalone="yes"?>
<Relationships xmlns="http://schemas.openxmlformats.org/package/2006/relationships"><Relationship Id="rId2" Type="http://schemas.openxmlformats.org/officeDocument/2006/relationships/slideLayout" Target="../slideLayouts/slideLayout3.xml"/><Relationship Id="rId1" Type="http://schemas.openxmlformats.org/officeDocument/2006/relationships/tags" Target="../tags/tag449.xml"/></Relationships>
</file>

<file path=ppt/slides/_rels/slide467.xml.rels><?xml version="1.0" encoding="UTF-8" standalone="yes"?>
<Relationships xmlns="http://schemas.openxmlformats.org/package/2006/relationships"><Relationship Id="rId3" Type="http://schemas.openxmlformats.org/officeDocument/2006/relationships/image" Target="../media/image3.png"/><Relationship Id="rId2" Type="http://schemas.openxmlformats.org/officeDocument/2006/relationships/slideLayout" Target="../slideLayouts/slideLayout3.xml"/><Relationship Id="rId1" Type="http://schemas.openxmlformats.org/officeDocument/2006/relationships/tags" Target="../tags/tag450.xml"/><Relationship Id="rId5" Type="http://schemas.openxmlformats.org/officeDocument/2006/relationships/image" Target="../media/image78.png"/><Relationship Id="rId4" Type="http://schemas.openxmlformats.org/officeDocument/2006/relationships/image" Target="../media/image4.svg"/></Relationships>
</file>

<file path=ppt/slides/_rels/slide468.xml.rels><?xml version="1.0" encoding="UTF-8" standalone="yes"?>
<Relationships xmlns="http://schemas.openxmlformats.org/package/2006/relationships"><Relationship Id="rId3" Type="http://schemas.openxmlformats.org/officeDocument/2006/relationships/image" Target="../media/image3.png"/><Relationship Id="rId2" Type="http://schemas.openxmlformats.org/officeDocument/2006/relationships/slideLayout" Target="../slideLayouts/slideLayout3.xml"/><Relationship Id="rId1" Type="http://schemas.openxmlformats.org/officeDocument/2006/relationships/tags" Target="../tags/tag451.xml"/><Relationship Id="rId5" Type="http://schemas.openxmlformats.org/officeDocument/2006/relationships/image" Target="../media/image78.png"/><Relationship Id="rId4" Type="http://schemas.openxmlformats.org/officeDocument/2006/relationships/image" Target="../media/image4.svg"/></Relationships>
</file>

<file path=ppt/slides/_rels/slide469.xml.rels><?xml version="1.0" encoding="UTF-8" standalone="yes"?>
<Relationships xmlns="http://schemas.openxmlformats.org/package/2006/relationships"><Relationship Id="rId3" Type="http://schemas.openxmlformats.org/officeDocument/2006/relationships/image" Target="../media/image82.png"/><Relationship Id="rId2" Type="http://schemas.openxmlformats.org/officeDocument/2006/relationships/slideLayout" Target="../slideLayouts/slideLayout3.xml"/><Relationship Id="rId1" Type="http://schemas.openxmlformats.org/officeDocument/2006/relationships/tags" Target="../tags/tag452.xml"/></Relationships>
</file>

<file path=ppt/slides/_rels/slide470.xml.rels><?xml version="1.0" encoding="UTF-8" standalone="yes"?>
<Relationships xmlns="http://schemas.openxmlformats.org/package/2006/relationships"><Relationship Id="rId2" Type="http://schemas.openxmlformats.org/officeDocument/2006/relationships/slideLayout" Target="../slideLayouts/slideLayout3.xml"/><Relationship Id="rId1" Type="http://schemas.openxmlformats.org/officeDocument/2006/relationships/tags" Target="../tags/tag453.xml"/></Relationships>
</file>

<file path=ppt/slides/_rels/slide471.xml.rels><?xml version="1.0" encoding="UTF-8" standalone="yes"?>
<Relationships xmlns="http://schemas.openxmlformats.org/package/2006/relationships"><Relationship Id="rId3" Type="http://schemas.openxmlformats.org/officeDocument/2006/relationships/image" Target="../media/image3.png"/><Relationship Id="rId2" Type="http://schemas.openxmlformats.org/officeDocument/2006/relationships/slideLayout" Target="../slideLayouts/slideLayout3.xml"/><Relationship Id="rId1" Type="http://schemas.openxmlformats.org/officeDocument/2006/relationships/tags" Target="../tags/tag454.xml"/><Relationship Id="rId5" Type="http://schemas.openxmlformats.org/officeDocument/2006/relationships/image" Target="../media/image78.png"/><Relationship Id="rId4" Type="http://schemas.openxmlformats.org/officeDocument/2006/relationships/image" Target="../media/image4.svg"/></Relationships>
</file>

<file path=ppt/slides/_rels/slide472.xml.rels><?xml version="1.0" encoding="UTF-8" standalone="yes"?>
<Relationships xmlns="http://schemas.openxmlformats.org/package/2006/relationships"><Relationship Id="rId3" Type="http://schemas.openxmlformats.org/officeDocument/2006/relationships/image" Target="../media/image3.png"/><Relationship Id="rId7" Type="http://schemas.openxmlformats.org/officeDocument/2006/relationships/image" Target="../media/image8.svg"/><Relationship Id="rId2" Type="http://schemas.openxmlformats.org/officeDocument/2006/relationships/slideLayout" Target="../slideLayouts/slideLayout3.xml"/><Relationship Id="rId1" Type="http://schemas.openxmlformats.org/officeDocument/2006/relationships/tags" Target="../tags/tag455.xml"/><Relationship Id="rId6" Type="http://schemas.openxmlformats.org/officeDocument/2006/relationships/image" Target="../media/image7.png"/><Relationship Id="rId5" Type="http://schemas.openxmlformats.org/officeDocument/2006/relationships/image" Target="../media/image78.png"/><Relationship Id="rId4" Type="http://schemas.openxmlformats.org/officeDocument/2006/relationships/image" Target="../media/image4.svg"/></Relationships>
</file>

<file path=ppt/slides/_rels/slide473.xml.rels><?xml version="1.0" encoding="UTF-8" standalone="yes"?>
<Relationships xmlns="http://schemas.openxmlformats.org/package/2006/relationships"><Relationship Id="rId3" Type="http://schemas.openxmlformats.org/officeDocument/2006/relationships/image" Target="../media/image3.png"/><Relationship Id="rId7" Type="http://schemas.openxmlformats.org/officeDocument/2006/relationships/image" Target="../media/image8.svg"/><Relationship Id="rId2" Type="http://schemas.openxmlformats.org/officeDocument/2006/relationships/slideLayout" Target="../slideLayouts/slideLayout3.xml"/><Relationship Id="rId1" Type="http://schemas.openxmlformats.org/officeDocument/2006/relationships/tags" Target="../tags/tag456.xml"/><Relationship Id="rId6" Type="http://schemas.openxmlformats.org/officeDocument/2006/relationships/image" Target="../media/image7.png"/><Relationship Id="rId5" Type="http://schemas.openxmlformats.org/officeDocument/2006/relationships/image" Target="../media/image78.png"/><Relationship Id="rId4" Type="http://schemas.openxmlformats.org/officeDocument/2006/relationships/image" Target="../media/image4.svg"/></Relationships>
</file>

<file path=ppt/slides/_rels/slide474.xml.rels><?xml version="1.0" encoding="UTF-8" standalone="yes"?>
<Relationships xmlns="http://schemas.openxmlformats.org/package/2006/relationships"><Relationship Id="rId3" Type="http://schemas.openxmlformats.org/officeDocument/2006/relationships/image" Target="../media/image78.png"/><Relationship Id="rId2" Type="http://schemas.openxmlformats.org/officeDocument/2006/relationships/slideLayout" Target="../slideLayouts/slideLayout3.xml"/><Relationship Id="rId1" Type="http://schemas.openxmlformats.org/officeDocument/2006/relationships/tags" Target="../tags/tag457.xml"/><Relationship Id="rId5" Type="http://schemas.openxmlformats.org/officeDocument/2006/relationships/image" Target="../media/image4.svg"/><Relationship Id="rId4" Type="http://schemas.openxmlformats.org/officeDocument/2006/relationships/image" Target="../media/image3.png"/></Relationships>
</file>

<file path=ppt/slides/_rels/slide475.xml.rels><?xml version="1.0" encoding="UTF-8" standalone="yes"?>
<Relationships xmlns="http://schemas.openxmlformats.org/package/2006/relationships"><Relationship Id="rId3" Type="http://schemas.openxmlformats.org/officeDocument/2006/relationships/image" Target="../media/image78.png"/><Relationship Id="rId2" Type="http://schemas.openxmlformats.org/officeDocument/2006/relationships/slideLayout" Target="../slideLayouts/slideLayout3.xml"/><Relationship Id="rId1" Type="http://schemas.openxmlformats.org/officeDocument/2006/relationships/tags" Target="../tags/tag458.xml"/><Relationship Id="rId5" Type="http://schemas.openxmlformats.org/officeDocument/2006/relationships/image" Target="../media/image4.svg"/><Relationship Id="rId4" Type="http://schemas.openxmlformats.org/officeDocument/2006/relationships/image" Target="../media/image3.png"/></Relationships>
</file>

<file path=ppt/slides/_rels/slide476.xml.rels><?xml version="1.0" encoding="UTF-8" standalone="yes"?>
<Relationships xmlns="http://schemas.openxmlformats.org/package/2006/relationships"><Relationship Id="rId3" Type="http://schemas.openxmlformats.org/officeDocument/2006/relationships/image" Target="../media/image78.png"/><Relationship Id="rId2" Type="http://schemas.openxmlformats.org/officeDocument/2006/relationships/slideLayout" Target="../slideLayouts/slideLayout3.xml"/><Relationship Id="rId1" Type="http://schemas.openxmlformats.org/officeDocument/2006/relationships/tags" Target="../tags/tag459.xml"/><Relationship Id="rId5" Type="http://schemas.openxmlformats.org/officeDocument/2006/relationships/image" Target="../media/image4.svg"/><Relationship Id="rId4" Type="http://schemas.openxmlformats.org/officeDocument/2006/relationships/image" Target="../media/image3.png"/></Relationships>
</file>

<file path=ppt/slides/_rels/slide477.xml.rels><?xml version="1.0" encoding="UTF-8" standalone="yes"?>
<Relationships xmlns="http://schemas.openxmlformats.org/package/2006/relationships"><Relationship Id="rId2" Type="http://schemas.openxmlformats.org/officeDocument/2006/relationships/slideLayout" Target="../slideLayouts/slideLayout3.xml"/><Relationship Id="rId1" Type="http://schemas.openxmlformats.org/officeDocument/2006/relationships/tags" Target="../tags/tag460.xml"/></Relationships>
</file>

<file path=ppt/slides/_rels/slide478.xml.rels><?xml version="1.0" encoding="UTF-8" standalone="yes"?>
<Relationships xmlns="http://schemas.openxmlformats.org/package/2006/relationships"><Relationship Id="rId2" Type="http://schemas.openxmlformats.org/officeDocument/2006/relationships/slideLayout" Target="../slideLayouts/slideLayout3.xml"/><Relationship Id="rId1" Type="http://schemas.openxmlformats.org/officeDocument/2006/relationships/tags" Target="../tags/tag461.xml"/></Relationships>
</file>

<file path=ppt/slides/_rels/slide479.xml.rels><?xml version="1.0" encoding="UTF-8" standalone="yes"?>
<Relationships xmlns="http://schemas.openxmlformats.org/package/2006/relationships"><Relationship Id="rId2" Type="http://schemas.openxmlformats.org/officeDocument/2006/relationships/slideLayout" Target="../slideLayouts/slideLayout3.xml"/><Relationship Id="rId1" Type="http://schemas.openxmlformats.org/officeDocument/2006/relationships/tags" Target="../tags/tag462.xml"/></Relationships>
</file>

<file path=ppt/slides/_rels/slide480.xml.rels><?xml version="1.0" encoding="UTF-8" standalone="yes"?>
<Relationships xmlns="http://schemas.openxmlformats.org/package/2006/relationships"><Relationship Id="rId2" Type="http://schemas.openxmlformats.org/officeDocument/2006/relationships/slideLayout" Target="../slideLayouts/slideLayout3.xml"/><Relationship Id="rId1" Type="http://schemas.openxmlformats.org/officeDocument/2006/relationships/tags" Target="../tags/tag463.xml"/></Relationships>
</file>

<file path=ppt/slides/_rels/slide481.xml.rels><?xml version="1.0" encoding="UTF-8" standalone="yes"?>
<Relationships xmlns="http://schemas.openxmlformats.org/package/2006/relationships"><Relationship Id="rId2" Type="http://schemas.openxmlformats.org/officeDocument/2006/relationships/slideLayout" Target="../slideLayouts/slideLayout3.xml"/><Relationship Id="rId1" Type="http://schemas.openxmlformats.org/officeDocument/2006/relationships/tags" Target="../tags/tag464.xml"/></Relationships>
</file>

<file path=ppt/slides/_rels/slide482.xml.rels><?xml version="1.0" encoding="UTF-8" standalone="yes"?>
<Relationships xmlns="http://schemas.openxmlformats.org/package/2006/relationships"><Relationship Id="rId2" Type="http://schemas.openxmlformats.org/officeDocument/2006/relationships/slideLayout" Target="../slideLayouts/slideLayout3.xml"/><Relationship Id="rId1" Type="http://schemas.openxmlformats.org/officeDocument/2006/relationships/tags" Target="../tags/tag465.xml"/></Relationships>
</file>

<file path=ppt/slides/_rels/slide483.xml.rels><?xml version="1.0" encoding="UTF-8" standalone="yes"?>
<Relationships xmlns="http://schemas.openxmlformats.org/package/2006/relationships"><Relationship Id="rId2" Type="http://schemas.openxmlformats.org/officeDocument/2006/relationships/slideLayout" Target="../slideLayouts/slideLayout3.xml"/><Relationship Id="rId1" Type="http://schemas.openxmlformats.org/officeDocument/2006/relationships/tags" Target="../tags/tag466.xml"/></Relationships>
</file>

<file path=ppt/slides/_rels/slide484.xml.rels><?xml version="1.0" encoding="UTF-8" standalone="yes"?>
<Relationships xmlns="http://schemas.openxmlformats.org/package/2006/relationships"><Relationship Id="rId2" Type="http://schemas.openxmlformats.org/officeDocument/2006/relationships/slideLayout" Target="../slideLayouts/slideLayout3.xml"/><Relationship Id="rId1" Type="http://schemas.openxmlformats.org/officeDocument/2006/relationships/tags" Target="../tags/tag467.xml"/></Relationships>
</file>

<file path=ppt/slides/_rels/slide485.xml.rels><?xml version="1.0" encoding="UTF-8" standalone="yes"?>
<Relationships xmlns="http://schemas.openxmlformats.org/package/2006/relationships"><Relationship Id="rId3" Type="http://schemas.openxmlformats.org/officeDocument/2006/relationships/image" Target="../media/image3.png"/><Relationship Id="rId2" Type="http://schemas.openxmlformats.org/officeDocument/2006/relationships/slideLayout" Target="../slideLayouts/slideLayout3.xml"/><Relationship Id="rId1" Type="http://schemas.openxmlformats.org/officeDocument/2006/relationships/tags" Target="../tags/tag468.xml"/><Relationship Id="rId4" Type="http://schemas.openxmlformats.org/officeDocument/2006/relationships/image" Target="../media/image4.svg"/></Relationships>
</file>

<file path=ppt/slides/_rels/slide486.xml.rels><?xml version="1.0" encoding="UTF-8" standalone="yes"?>
<Relationships xmlns="http://schemas.openxmlformats.org/package/2006/relationships"><Relationship Id="rId3" Type="http://schemas.openxmlformats.org/officeDocument/2006/relationships/image" Target="../media/image3.png"/><Relationship Id="rId2" Type="http://schemas.openxmlformats.org/officeDocument/2006/relationships/slideLayout" Target="../slideLayouts/slideLayout3.xml"/><Relationship Id="rId1" Type="http://schemas.openxmlformats.org/officeDocument/2006/relationships/tags" Target="../tags/tag469.xml"/><Relationship Id="rId4" Type="http://schemas.openxmlformats.org/officeDocument/2006/relationships/image" Target="../media/image4.svg"/></Relationships>
</file>

<file path=ppt/slides/_rels/slide487.xml.rels><?xml version="1.0" encoding="UTF-8" standalone="yes"?>
<Relationships xmlns="http://schemas.openxmlformats.org/package/2006/relationships"><Relationship Id="rId3" Type="http://schemas.openxmlformats.org/officeDocument/2006/relationships/image" Target="../media/image3.png"/><Relationship Id="rId2" Type="http://schemas.openxmlformats.org/officeDocument/2006/relationships/slideLayout" Target="../slideLayouts/slideLayout3.xml"/><Relationship Id="rId1" Type="http://schemas.openxmlformats.org/officeDocument/2006/relationships/tags" Target="../tags/tag470.xml"/><Relationship Id="rId4" Type="http://schemas.openxmlformats.org/officeDocument/2006/relationships/image" Target="../media/image4.svg"/></Relationships>
</file>

<file path=ppt/slides/_rels/slide488.xml.rels><?xml version="1.0" encoding="UTF-8" standalone="yes"?>
<Relationships xmlns="http://schemas.openxmlformats.org/package/2006/relationships"><Relationship Id="rId3" Type="http://schemas.openxmlformats.org/officeDocument/2006/relationships/image" Target="../media/image3.png"/><Relationship Id="rId2" Type="http://schemas.openxmlformats.org/officeDocument/2006/relationships/slideLayout" Target="../slideLayouts/slideLayout3.xml"/><Relationship Id="rId1" Type="http://schemas.openxmlformats.org/officeDocument/2006/relationships/tags" Target="../tags/tag471.xml"/><Relationship Id="rId4" Type="http://schemas.openxmlformats.org/officeDocument/2006/relationships/image" Target="../media/image4.svg"/></Relationships>
</file>

<file path=ppt/slides/_rels/slide489.xml.rels><?xml version="1.0" encoding="UTF-8" standalone="yes"?>
<Relationships xmlns="http://schemas.openxmlformats.org/package/2006/relationships"><Relationship Id="rId3" Type="http://schemas.openxmlformats.org/officeDocument/2006/relationships/image" Target="../media/image3.png"/><Relationship Id="rId2" Type="http://schemas.openxmlformats.org/officeDocument/2006/relationships/slideLayout" Target="../slideLayouts/slideLayout3.xml"/><Relationship Id="rId1" Type="http://schemas.openxmlformats.org/officeDocument/2006/relationships/tags" Target="../tags/tag472.xml"/><Relationship Id="rId4" Type="http://schemas.openxmlformats.org/officeDocument/2006/relationships/image" Target="../media/image4.svg"/></Relationships>
</file>

<file path=ppt/slides/_rels/slide490.xml.rels><?xml version="1.0" encoding="UTF-8" standalone="yes"?>
<Relationships xmlns="http://schemas.openxmlformats.org/package/2006/relationships"><Relationship Id="rId3" Type="http://schemas.openxmlformats.org/officeDocument/2006/relationships/image" Target="../media/image3.png"/><Relationship Id="rId2" Type="http://schemas.openxmlformats.org/officeDocument/2006/relationships/slideLayout" Target="../slideLayouts/slideLayout3.xml"/><Relationship Id="rId1" Type="http://schemas.openxmlformats.org/officeDocument/2006/relationships/tags" Target="../tags/tag473.xml"/><Relationship Id="rId4" Type="http://schemas.openxmlformats.org/officeDocument/2006/relationships/image" Target="../media/image4.svg"/></Relationships>
</file>

<file path=ppt/slides/_rels/slide491.xml.rels><?xml version="1.0" encoding="UTF-8" standalone="yes"?>
<Relationships xmlns="http://schemas.openxmlformats.org/package/2006/relationships"><Relationship Id="rId3" Type="http://schemas.openxmlformats.org/officeDocument/2006/relationships/image" Target="../media/image3.png"/><Relationship Id="rId2" Type="http://schemas.openxmlformats.org/officeDocument/2006/relationships/slideLayout" Target="../slideLayouts/slideLayout3.xml"/><Relationship Id="rId1" Type="http://schemas.openxmlformats.org/officeDocument/2006/relationships/tags" Target="../tags/tag474.xml"/><Relationship Id="rId4" Type="http://schemas.openxmlformats.org/officeDocument/2006/relationships/image" Target="../media/image4.svg"/></Relationships>
</file>

<file path=ppt/slides/_rels/slide492.xml.rels><?xml version="1.0" encoding="UTF-8" standalone="yes"?>
<Relationships xmlns="http://schemas.openxmlformats.org/package/2006/relationships"><Relationship Id="rId3" Type="http://schemas.openxmlformats.org/officeDocument/2006/relationships/image" Target="../media/image3.png"/><Relationship Id="rId2" Type="http://schemas.openxmlformats.org/officeDocument/2006/relationships/slideLayout" Target="../slideLayouts/slideLayout3.xml"/><Relationship Id="rId1" Type="http://schemas.openxmlformats.org/officeDocument/2006/relationships/tags" Target="../tags/tag475.xml"/><Relationship Id="rId4" Type="http://schemas.openxmlformats.org/officeDocument/2006/relationships/image" Target="../media/image4.svg"/></Relationships>
</file>

<file path=ppt/slides/_rels/slide493.xml.rels><?xml version="1.0" encoding="UTF-8" standalone="yes"?>
<Relationships xmlns="http://schemas.openxmlformats.org/package/2006/relationships"><Relationship Id="rId3" Type="http://schemas.openxmlformats.org/officeDocument/2006/relationships/image" Target="../media/image3.png"/><Relationship Id="rId2" Type="http://schemas.openxmlformats.org/officeDocument/2006/relationships/slideLayout" Target="../slideLayouts/slideLayout3.xml"/><Relationship Id="rId1" Type="http://schemas.openxmlformats.org/officeDocument/2006/relationships/tags" Target="../tags/tag476.xml"/><Relationship Id="rId4" Type="http://schemas.openxmlformats.org/officeDocument/2006/relationships/image" Target="../media/image4.svg"/></Relationships>
</file>

<file path=ppt/slides/_rels/slide494.xml.rels><?xml version="1.0" encoding="UTF-8" standalone="yes"?>
<Relationships xmlns="http://schemas.openxmlformats.org/package/2006/relationships"><Relationship Id="rId3" Type="http://schemas.openxmlformats.org/officeDocument/2006/relationships/image" Target="../media/image3.png"/><Relationship Id="rId2" Type="http://schemas.openxmlformats.org/officeDocument/2006/relationships/slideLayout" Target="../slideLayouts/slideLayout3.xml"/><Relationship Id="rId1" Type="http://schemas.openxmlformats.org/officeDocument/2006/relationships/tags" Target="../tags/tag477.xml"/><Relationship Id="rId4" Type="http://schemas.openxmlformats.org/officeDocument/2006/relationships/image" Target="../media/image4.svg"/></Relationships>
</file>

<file path=ppt/slides/_rels/slide495.xml.rels><?xml version="1.0" encoding="UTF-8" standalone="yes"?>
<Relationships xmlns="http://schemas.openxmlformats.org/package/2006/relationships"><Relationship Id="rId2" Type="http://schemas.openxmlformats.org/officeDocument/2006/relationships/slideLayout" Target="../slideLayouts/slideLayout3.xml"/><Relationship Id="rId1" Type="http://schemas.openxmlformats.org/officeDocument/2006/relationships/tags" Target="../tags/tag478.xml"/></Relationships>
</file>

<file path=ppt/slides/_rels/slide496.xml.rels><?xml version="1.0" encoding="UTF-8" standalone="yes"?>
<Relationships xmlns="http://schemas.openxmlformats.org/package/2006/relationships"><Relationship Id="rId2" Type="http://schemas.openxmlformats.org/officeDocument/2006/relationships/slideLayout" Target="../slideLayouts/slideLayout3.xml"/><Relationship Id="rId1" Type="http://schemas.openxmlformats.org/officeDocument/2006/relationships/tags" Target="../tags/tag479.xml"/></Relationships>
</file>

<file path=ppt/slides/_rels/slide497.xml.rels><?xml version="1.0" encoding="UTF-8" standalone="yes"?>
<Relationships xmlns="http://schemas.openxmlformats.org/package/2006/relationships"><Relationship Id="rId3" Type="http://schemas.openxmlformats.org/officeDocument/2006/relationships/image" Target="../media/image83.png"/><Relationship Id="rId2" Type="http://schemas.openxmlformats.org/officeDocument/2006/relationships/slideLayout" Target="../slideLayouts/slideLayout3.xml"/><Relationship Id="rId1" Type="http://schemas.openxmlformats.org/officeDocument/2006/relationships/tags" Target="../tags/tag480.xml"/></Relationships>
</file>

<file path=ppt/slides/_rels/slide498.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499.xml.rels><?xml version="1.0" encoding="UTF-8" standalone="yes"?>
<Relationships xmlns="http://schemas.openxmlformats.org/package/2006/relationships"><Relationship Id="rId2" Type="http://schemas.openxmlformats.org/officeDocument/2006/relationships/slideLayout" Target="../slideLayouts/slideLayout3.xml"/><Relationship Id="rId1" Type="http://schemas.openxmlformats.org/officeDocument/2006/relationships/tags" Target="../tags/tag481.xml"/></Relationships>
</file>

<file path=ppt/slides/_rels/slide500.xml.rels><?xml version="1.0" encoding="UTF-8" standalone="yes"?>
<Relationships xmlns="http://schemas.openxmlformats.org/package/2006/relationships"><Relationship Id="rId2" Type="http://schemas.openxmlformats.org/officeDocument/2006/relationships/slideLayout" Target="../slideLayouts/slideLayout3.xml"/><Relationship Id="rId1" Type="http://schemas.openxmlformats.org/officeDocument/2006/relationships/tags" Target="../tags/tag482.xml"/></Relationships>
</file>

<file path=ppt/slides/_rels/slide501.xml.rels><?xml version="1.0" encoding="UTF-8" standalone="yes"?>
<Relationships xmlns="http://schemas.openxmlformats.org/package/2006/relationships"><Relationship Id="rId3" Type="http://schemas.openxmlformats.org/officeDocument/2006/relationships/image" Target="../media/image411.png"/><Relationship Id="rId2" Type="http://schemas.openxmlformats.org/officeDocument/2006/relationships/slideLayout" Target="../slideLayouts/slideLayout3.xml"/><Relationship Id="rId1" Type="http://schemas.openxmlformats.org/officeDocument/2006/relationships/tags" Target="../tags/tag483.xml"/><Relationship Id="rId4" Type="http://schemas.openxmlformats.org/officeDocument/2006/relationships/image" Target="../media/image510.png"/></Relationships>
</file>

<file path=ppt/slides/_rels/slide502.xml.rels><?xml version="1.0" encoding="UTF-8" standalone="yes"?>
<Relationships xmlns="http://schemas.openxmlformats.org/package/2006/relationships"><Relationship Id="rId2" Type="http://schemas.openxmlformats.org/officeDocument/2006/relationships/slideLayout" Target="../slideLayouts/slideLayout3.xml"/><Relationship Id="rId1" Type="http://schemas.openxmlformats.org/officeDocument/2006/relationships/tags" Target="../tags/tag484.xml"/></Relationships>
</file>

<file path=ppt/slides/_rels/slide503.xml.rels><?xml version="1.0" encoding="UTF-8" standalone="yes"?>
<Relationships xmlns="http://schemas.openxmlformats.org/package/2006/relationships"><Relationship Id="rId2" Type="http://schemas.openxmlformats.org/officeDocument/2006/relationships/slideLayout" Target="../slideLayouts/slideLayout3.xml"/><Relationship Id="rId1" Type="http://schemas.openxmlformats.org/officeDocument/2006/relationships/tags" Target="../tags/tag485.xml"/></Relationships>
</file>

<file path=ppt/slides/_rels/slide504.xml.rels><?xml version="1.0" encoding="UTF-8" standalone="yes"?>
<Relationships xmlns="http://schemas.openxmlformats.org/package/2006/relationships"><Relationship Id="rId3" Type="http://schemas.openxmlformats.org/officeDocument/2006/relationships/image" Target="../media/image611.png"/><Relationship Id="rId2" Type="http://schemas.openxmlformats.org/officeDocument/2006/relationships/slideLayout" Target="../slideLayouts/slideLayout3.xml"/><Relationship Id="rId1" Type="http://schemas.openxmlformats.org/officeDocument/2006/relationships/tags" Target="../tags/tag486.xml"/></Relationships>
</file>

<file path=ppt/slides/_rels/slide505.xml.rels><?xml version="1.0" encoding="UTF-8" standalone="yes"?>
<Relationships xmlns="http://schemas.openxmlformats.org/package/2006/relationships"><Relationship Id="rId2" Type="http://schemas.openxmlformats.org/officeDocument/2006/relationships/slideLayout" Target="../slideLayouts/slideLayout3.xml"/><Relationship Id="rId1" Type="http://schemas.openxmlformats.org/officeDocument/2006/relationships/tags" Target="../tags/tag487.xml"/></Relationships>
</file>

<file path=ppt/slides/_rels/slide506.xml.rels><?xml version="1.0" encoding="UTF-8" standalone="yes"?>
<Relationships xmlns="http://schemas.openxmlformats.org/package/2006/relationships"><Relationship Id="rId2" Type="http://schemas.openxmlformats.org/officeDocument/2006/relationships/slideLayout" Target="../slideLayouts/slideLayout3.xml"/><Relationship Id="rId1" Type="http://schemas.openxmlformats.org/officeDocument/2006/relationships/tags" Target="../tags/tag488.xml"/></Relationships>
</file>

<file path=ppt/slides/_rels/slide507.xml.rels><?xml version="1.0" encoding="UTF-8" standalone="yes"?>
<Relationships xmlns="http://schemas.openxmlformats.org/package/2006/relationships"><Relationship Id="rId2" Type="http://schemas.openxmlformats.org/officeDocument/2006/relationships/slideLayout" Target="../slideLayouts/slideLayout3.xml"/><Relationship Id="rId1" Type="http://schemas.openxmlformats.org/officeDocument/2006/relationships/tags" Target="../tags/tag489.xml"/></Relationships>
</file>

<file path=ppt/slides/_rels/slide508.xml.rels><?xml version="1.0" encoding="UTF-8" standalone="yes"?>
<Relationships xmlns="http://schemas.openxmlformats.org/package/2006/relationships"><Relationship Id="rId3" Type="http://schemas.openxmlformats.org/officeDocument/2006/relationships/image" Target="../media/image712.png"/><Relationship Id="rId2" Type="http://schemas.openxmlformats.org/officeDocument/2006/relationships/slideLayout" Target="../slideLayouts/slideLayout3.xml"/><Relationship Id="rId1" Type="http://schemas.openxmlformats.org/officeDocument/2006/relationships/tags" Target="../tags/tag490.xml"/></Relationships>
</file>

<file path=ppt/slides/_rels/slide509.xml.rels><?xml version="1.0" encoding="UTF-8" standalone="yes"?>
<Relationships xmlns="http://schemas.openxmlformats.org/package/2006/relationships"><Relationship Id="rId2" Type="http://schemas.openxmlformats.org/officeDocument/2006/relationships/slideLayout" Target="../slideLayouts/slideLayout3.xml"/><Relationship Id="rId1" Type="http://schemas.openxmlformats.org/officeDocument/2006/relationships/tags" Target="../tags/tag491.xml"/></Relationships>
</file>

<file path=ppt/slides/_rels/slide510.xml.rels><?xml version="1.0" encoding="UTF-8" standalone="yes"?>
<Relationships xmlns="http://schemas.openxmlformats.org/package/2006/relationships"><Relationship Id="rId8" Type="http://schemas.openxmlformats.org/officeDocument/2006/relationships/image" Target="../media/image72.svg"/><Relationship Id="rId13" Type="http://schemas.openxmlformats.org/officeDocument/2006/relationships/image" Target="../media/image86.png"/><Relationship Id="rId3" Type="http://schemas.openxmlformats.org/officeDocument/2006/relationships/image" Target="../media/image84.png"/><Relationship Id="rId7" Type="http://schemas.openxmlformats.org/officeDocument/2006/relationships/image" Target="../media/image71.png"/><Relationship Id="rId12" Type="http://schemas.openxmlformats.org/officeDocument/2006/relationships/image" Target="../media/image33.svg"/><Relationship Id="rId2" Type="http://schemas.openxmlformats.org/officeDocument/2006/relationships/slideLayout" Target="../slideLayouts/slideLayout3.xml"/><Relationship Id="rId1" Type="http://schemas.openxmlformats.org/officeDocument/2006/relationships/tags" Target="../tags/tag492.xml"/><Relationship Id="rId6" Type="http://schemas.openxmlformats.org/officeDocument/2006/relationships/image" Target="../media/image4.svg"/><Relationship Id="rId11" Type="http://schemas.openxmlformats.org/officeDocument/2006/relationships/image" Target="../media/image32.png"/><Relationship Id="rId5" Type="http://schemas.openxmlformats.org/officeDocument/2006/relationships/image" Target="../media/image3.png"/><Relationship Id="rId10" Type="http://schemas.openxmlformats.org/officeDocument/2006/relationships/image" Target="../media/image35.svg"/><Relationship Id="rId4" Type="http://schemas.openxmlformats.org/officeDocument/2006/relationships/image" Target="../media/image85.svg"/><Relationship Id="rId9" Type="http://schemas.openxmlformats.org/officeDocument/2006/relationships/image" Target="../media/image34.png"/><Relationship Id="rId14" Type="http://schemas.openxmlformats.org/officeDocument/2006/relationships/image" Target="../media/image87.svg"/></Relationships>
</file>

<file path=ppt/slides/_rels/slide511.xml.rels><?xml version="1.0" encoding="UTF-8" standalone="yes"?>
<Relationships xmlns="http://schemas.openxmlformats.org/package/2006/relationships"><Relationship Id="rId3" Type="http://schemas.openxmlformats.org/officeDocument/2006/relationships/image" Target="../media/image206.png"/><Relationship Id="rId2" Type="http://schemas.openxmlformats.org/officeDocument/2006/relationships/slideLayout" Target="../slideLayouts/slideLayout3.xml"/><Relationship Id="rId1" Type="http://schemas.openxmlformats.org/officeDocument/2006/relationships/tags" Target="../tags/tag493.xml"/></Relationships>
</file>

<file path=ppt/slides/_rels/slide512.xml.rels><?xml version="1.0" encoding="UTF-8" standalone="yes"?>
<Relationships xmlns="http://schemas.openxmlformats.org/package/2006/relationships"><Relationship Id="rId2" Type="http://schemas.openxmlformats.org/officeDocument/2006/relationships/slideLayout" Target="../slideLayouts/slideLayout3.xml"/><Relationship Id="rId1" Type="http://schemas.openxmlformats.org/officeDocument/2006/relationships/tags" Target="../tags/tag494.xml"/></Relationships>
</file>

<file path=ppt/slides/_rels/slide513.xml.rels><?xml version="1.0" encoding="UTF-8" standalone="yes"?>
<Relationships xmlns="http://schemas.openxmlformats.org/package/2006/relationships"><Relationship Id="rId2" Type="http://schemas.openxmlformats.org/officeDocument/2006/relationships/slideLayout" Target="../slideLayouts/slideLayout3.xml"/><Relationship Id="rId1" Type="http://schemas.openxmlformats.org/officeDocument/2006/relationships/tags" Target="../tags/tag495.xml"/></Relationships>
</file>

<file path=ppt/slides/_rels/slide514.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515.xml.rels><?xml version="1.0" encoding="UTF-8" standalone="yes"?>
<Relationships xmlns="http://schemas.openxmlformats.org/package/2006/relationships"><Relationship Id="rId2" Type="http://schemas.openxmlformats.org/officeDocument/2006/relationships/slideLayout" Target="../slideLayouts/slideLayout3.xml"/><Relationship Id="rId1" Type="http://schemas.openxmlformats.org/officeDocument/2006/relationships/tags" Target="../tags/tag496.xml"/></Relationships>
</file>

<file path=ppt/slides/_rels/slide516.xml.rels><?xml version="1.0" encoding="UTF-8" standalone="yes"?>
<Relationships xmlns="http://schemas.openxmlformats.org/package/2006/relationships"><Relationship Id="rId8" Type="http://schemas.openxmlformats.org/officeDocument/2006/relationships/image" Target="../media/image4.svg"/><Relationship Id="rId3" Type="http://schemas.openxmlformats.org/officeDocument/2006/relationships/image" Target="../media/image88.png"/><Relationship Id="rId7" Type="http://schemas.openxmlformats.org/officeDocument/2006/relationships/image" Target="../media/image3.png"/><Relationship Id="rId2" Type="http://schemas.openxmlformats.org/officeDocument/2006/relationships/slideLayout" Target="../slideLayouts/slideLayout3.xml"/><Relationship Id="rId1" Type="http://schemas.openxmlformats.org/officeDocument/2006/relationships/tags" Target="../tags/tag497.xml"/><Relationship Id="rId6" Type="http://schemas.openxmlformats.org/officeDocument/2006/relationships/image" Target="../media/image91.svg"/><Relationship Id="rId5" Type="http://schemas.openxmlformats.org/officeDocument/2006/relationships/image" Target="../media/image90.png"/><Relationship Id="rId4" Type="http://schemas.openxmlformats.org/officeDocument/2006/relationships/image" Target="../media/image89.svg"/></Relationships>
</file>

<file path=ppt/slides/_rels/slide517.xml.rels><?xml version="1.0" encoding="UTF-8" standalone="yes"?>
<Relationships xmlns="http://schemas.openxmlformats.org/package/2006/relationships"><Relationship Id="rId8" Type="http://schemas.openxmlformats.org/officeDocument/2006/relationships/image" Target="../media/image4.svg"/><Relationship Id="rId3" Type="http://schemas.openxmlformats.org/officeDocument/2006/relationships/image" Target="../media/image88.png"/><Relationship Id="rId7" Type="http://schemas.openxmlformats.org/officeDocument/2006/relationships/image" Target="../media/image3.png"/><Relationship Id="rId2" Type="http://schemas.openxmlformats.org/officeDocument/2006/relationships/slideLayout" Target="../slideLayouts/slideLayout3.xml"/><Relationship Id="rId1" Type="http://schemas.openxmlformats.org/officeDocument/2006/relationships/tags" Target="../tags/tag498.xml"/><Relationship Id="rId6" Type="http://schemas.openxmlformats.org/officeDocument/2006/relationships/image" Target="../media/image91.svg"/><Relationship Id="rId5" Type="http://schemas.openxmlformats.org/officeDocument/2006/relationships/image" Target="../media/image90.png"/><Relationship Id="rId4" Type="http://schemas.openxmlformats.org/officeDocument/2006/relationships/image" Target="../media/image89.svg"/></Relationships>
</file>

<file path=ppt/slides/_rels/slide518.xml.rels><?xml version="1.0" encoding="UTF-8" standalone="yes"?>
<Relationships xmlns="http://schemas.openxmlformats.org/package/2006/relationships"><Relationship Id="rId8" Type="http://schemas.openxmlformats.org/officeDocument/2006/relationships/image" Target="../media/image4.svg"/><Relationship Id="rId3" Type="http://schemas.openxmlformats.org/officeDocument/2006/relationships/image" Target="../media/image88.png"/><Relationship Id="rId7" Type="http://schemas.openxmlformats.org/officeDocument/2006/relationships/image" Target="../media/image3.png"/><Relationship Id="rId2" Type="http://schemas.openxmlformats.org/officeDocument/2006/relationships/slideLayout" Target="../slideLayouts/slideLayout3.xml"/><Relationship Id="rId1" Type="http://schemas.openxmlformats.org/officeDocument/2006/relationships/tags" Target="../tags/tag499.xml"/><Relationship Id="rId6" Type="http://schemas.openxmlformats.org/officeDocument/2006/relationships/image" Target="../media/image91.svg"/><Relationship Id="rId5" Type="http://schemas.openxmlformats.org/officeDocument/2006/relationships/image" Target="../media/image90.png"/><Relationship Id="rId4" Type="http://schemas.openxmlformats.org/officeDocument/2006/relationships/image" Target="../media/image89.svg"/></Relationships>
</file>

<file path=ppt/slides/_rels/slide519.xml.rels><?xml version="1.0" encoding="UTF-8" standalone="yes"?>
<Relationships xmlns="http://schemas.openxmlformats.org/package/2006/relationships"><Relationship Id="rId8" Type="http://schemas.openxmlformats.org/officeDocument/2006/relationships/image" Target="../media/image91.svg"/><Relationship Id="rId3" Type="http://schemas.openxmlformats.org/officeDocument/2006/relationships/image" Target="../media/image88.png"/><Relationship Id="rId7" Type="http://schemas.openxmlformats.org/officeDocument/2006/relationships/image" Target="../media/image90.png"/><Relationship Id="rId2" Type="http://schemas.openxmlformats.org/officeDocument/2006/relationships/slideLayout" Target="../slideLayouts/slideLayout3.xml"/><Relationship Id="rId1" Type="http://schemas.openxmlformats.org/officeDocument/2006/relationships/tags" Target="../tags/tag500.xml"/><Relationship Id="rId6" Type="http://schemas.openxmlformats.org/officeDocument/2006/relationships/image" Target="../media/image4.svg"/><Relationship Id="rId5" Type="http://schemas.openxmlformats.org/officeDocument/2006/relationships/image" Target="../media/image3.png"/><Relationship Id="rId10" Type="http://schemas.openxmlformats.org/officeDocument/2006/relationships/image" Target="../media/image8.svg"/><Relationship Id="rId4" Type="http://schemas.openxmlformats.org/officeDocument/2006/relationships/image" Target="../media/image89.svg"/><Relationship Id="rId9" Type="http://schemas.openxmlformats.org/officeDocument/2006/relationships/image" Target="../media/image7.png"/></Relationships>
</file>

<file path=ppt/slides/_rels/slide520.xml.rels><?xml version="1.0" encoding="UTF-8" standalone="yes"?>
<Relationships xmlns="http://schemas.openxmlformats.org/package/2006/relationships"><Relationship Id="rId8" Type="http://schemas.openxmlformats.org/officeDocument/2006/relationships/image" Target="../media/image91.svg"/><Relationship Id="rId3" Type="http://schemas.openxmlformats.org/officeDocument/2006/relationships/image" Target="../media/image88.png"/><Relationship Id="rId7" Type="http://schemas.openxmlformats.org/officeDocument/2006/relationships/image" Target="../media/image90.png"/><Relationship Id="rId2" Type="http://schemas.openxmlformats.org/officeDocument/2006/relationships/slideLayout" Target="../slideLayouts/slideLayout3.xml"/><Relationship Id="rId1" Type="http://schemas.openxmlformats.org/officeDocument/2006/relationships/tags" Target="../tags/tag501.xml"/><Relationship Id="rId6" Type="http://schemas.openxmlformats.org/officeDocument/2006/relationships/image" Target="../media/image4.svg"/><Relationship Id="rId5" Type="http://schemas.openxmlformats.org/officeDocument/2006/relationships/image" Target="../media/image3.png"/><Relationship Id="rId10" Type="http://schemas.openxmlformats.org/officeDocument/2006/relationships/image" Target="../media/image8.svg"/><Relationship Id="rId4" Type="http://schemas.openxmlformats.org/officeDocument/2006/relationships/image" Target="../media/image89.svg"/><Relationship Id="rId9" Type="http://schemas.openxmlformats.org/officeDocument/2006/relationships/image" Target="../media/image7.png"/></Relationships>
</file>

<file path=ppt/slides/_rels/slide521.xml.rels><?xml version="1.0" encoding="UTF-8" standalone="yes"?>
<Relationships xmlns="http://schemas.openxmlformats.org/package/2006/relationships"><Relationship Id="rId8" Type="http://schemas.openxmlformats.org/officeDocument/2006/relationships/image" Target="../media/image91.svg"/><Relationship Id="rId3" Type="http://schemas.openxmlformats.org/officeDocument/2006/relationships/image" Target="../media/image88.png"/><Relationship Id="rId7" Type="http://schemas.openxmlformats.org/officeDocument/2006/relationships/image" Target="../media/image90.png"/><Relationship Id="rId2" Type="http://schemas.openxmlformats.org/officeDocument/2006/relationships/slideLayout" Target="../slideLayouts/slideLayout3.xml"/><Relationship Id="rId1" Type="http://schemas.openxmlformats.org/officeDocument/2006/relationships/tags" Target="../tags/tag502.xml"/><Relationship Id="rId6" Type="http://schemas.openxmlformats.org/officeDocument/2006/relationships/image" Target="../media/image4.svg"/><Relationship Id="rId5" Type="http://schemas.openxmlformats.org/officeDocument/2006/relationships/image" Target="../media/image3.png"/><Relationship Id="rId10" Type="http://schemas.openxmlformats.org/officeDocument/2006/relationships/image" Target="../media/image8.svg"/><Relationship Id="rId4" Type="http://schemas.openxmlformats.org/officeDocument/2006/relationships/image" Target="../media/image89.svg"/><Relationship Id="rId9" Type="http://schemas.openxmlformats.org/officeDocument/2006/relationships/image" Target="../media/image7.png"/></Relationships>
</file>

<file path=ppt/slides/_rels/slide522.xml.rels><?xml version="1.0" encoding="UTF-8" standalone="yes"?>
<Relationships xmlns="http://schemas.openxmlformats.org/package/2006/relationships"><Relationship Id="rId8" Type="http://schemas.openxmlformats.org/officeDocument/2006/relationships/image" Target="../media/image91.svg"/><Relationship Id="rId3" Type="http://schemas.openxmlformats.org/officeDocument/2006/relationships/image" Target="../media/image88.png"/><Relationship Id="rId7" Type="http://schemas.openxmlformats.org/officeDocument/2006/relationships/image" Target="../media/image90.png"/><Relationship Id="rId2" Type="http://schemas.openxmlformats.org/officeDocument/2006/relationships/slideLayout" Target="../slideLayouts/slideLayout3.xml"/><Relationship Id="rId1" Type="http://schemas.openxmlformats.org/officeDocument/2006/relationships/tags" Target="../tags/tag503.xml"/><Relationship Id="rId6" Type="http://schemas.openxmlformats.org/officeDocument/2006/relationships/image" Target="../media/image4.svg"/><Relationship Id="rId5" Type="http://schemas.openxmlformats.org/officeDocument/2006/relationships/image" Target="../media/image3.png"/><Relationship Id="rId10" Type="http://schemas.openxmlformats.org/officeDocument/2006/relationships/image" Target="../media/image8.svg"/><Relationship Id="rId4" Type="http://schemas.openxmlformats.org/officeDocument/2006/relationships/image" Target="../media/image89.svg"/><Relationship Id="rId9" Type="http://schemas.openxmlformats.org/officeDocument/2006/relationships/image" Target="../media/image7.png"/></Relationships>
</file>

<file path=ppt/slides/_rels/slide523.xml.rels><?xml version="1.0" encoding="UTF-8" standalone="yes"?>
<Relationships xmlns="http://schemas.openxmlformats.org/package/2006/relationships"><Relationship Id="rId8" Type="http://schemas.openxmlformats.org/officeDocument/2006/relationships/image" Target="../media/image4.svg"/><Relationship Id="rId3" Type="http://schemas.openxmlformats.org/officeDocument/2006/relationships/image" Target="../media/image88.png"/><Relationship Id="rId7" Type="http://schemas.openxmlformats.org/officeDocument/2006/relationships/image" Target="../media/image3.png"/><Relationship Id="rId2" Type="http://schemas.openxmlformats.org/officeDocument/2006/relationships/slideLayout" Target="../slideLayouts/slideLayout3.xml"/><Relationship Id="rId1" Type="http://schemas.openxmlformats.org/officeDocument/2006/relationships/tags" Target="../tags/tag504.xml"/><Relationship Id="rId6" Type="http://schemas.openxmlformats.org/officeDocument/2006/relationships/image" Target="../media/image91.svg"/><Relationship Id="rId5" Type="http://schemas.openxmlformats.org/officeDocument/2006/relationships/image" Target="../media/image90.png"/><Relationship Id="rId4" Type="http://schemas.openxmlformats.org/officeDocument/2006/relationships/image" Target="../media/image89.svg"/></Relationships>
</file>

<file path=ppt/slides/_rels/slide524.xml.rels><?xml version="1.0" encoding="UTF-8" standalone="yes"?>
<Relationships xmlns="http://schemas.openxmlformats.org/package/2006/relationships"><Relationship Id="rId8" Type="http://schemas.openxmlformats.org/officeDocument/2006/relationships/image" Target="../media/image4.svg"/><Relationship Id="rId3" Type="http://schemas.openxmlformats.org/officeDocument/2006/relationships/image" Target="../media/image88.png"/><Relationship Id="rId7" Type="http://schemas.openxmlformats.org/officeDocument/2006/relationships/image" Target="../media/image3.png"/><Relationship Id="rId2" Type="http://schemas.openxmlformats.org/officeDocument/2006/relationships/slideLayout" Target="../slideLayouts/slideLayout3.xml"/><Relationship Id="rId1" Type="http://schemas.openxmlformats.org/officeDocument/2006/relationships/tags" Target="../tags/tag505.xml"/><Relationship Id="rId6" Type="http://schemas.openxmlformats.org/officeDocument/2006/relationships/image" Target="../media/image91.svg"/><Relationship Id="rId5" Type="http://schemas.openxmlformats.org/officeDocument/2006/relationships/image" Target="../media/image90.png"/><Relationship Id="rId4" Type="http://schemas.openxmlformats.org/officeDocument/2006/relationships/image" Target="../media/image89.svg"/></Relationships>
</file>

<file path=ppt/slides/_rels/slide525.xml.rels><?xml version="1.0" encoding="UTF-8" standalone="yes"?>
<Relationships xmlns="http://schemas.openxmlformats.org/package/2006/relationships"><Relationship Id="rId2" Type="http://schemas.openxmlformats.org/officeDocument/2006/relationships/slideLayout" Target="../slideLayouts/slideLayout3.xml"/><Relationship Id="rId1" Type="http://schemas.openxmlformats.org/officeDocument/2006/relationships/tags" Target="../tags/tag506.xml"/></Relationships>
</file>

<file path=ppt/slides/_rels/slide526.xml.rels><?xml version="1.0" encoding="UTF-8" standalone="yes"?>
<Relationships xmlns="http://schemas.openxmlformats.org/package/2006/relationships"><Relationship Id="rId3" Type="http://schemas.openxmlformats.org/officeDocument/2006/relationships/image" Target="../media/image90.png"/><Relationship Id="rId2" Type="http://schemas.openxmlformats.org/officeDocument/2006/relationships/slideLayout" Target="../slideLayouts/slideLayout3.xml"/><Relationship Id="rId1" Type="http://schemas.openxmlformats.org/officeDocument/2006/relationships/tags" Target="../tags/tag507.xml"/><Relationship Id="rId6" Type="http://schemas.openxmlformats.org/officeDocument/2006/relationships/image" Target="../media/image4.svg"/><Relationship Id="rId5" Type="http://schemas.openxmlformats.org/officeDocument/2006/relationships/image" Target="../media/image3.png"/><Relationship Id="rId4" Type="http://schemas.openxmlformats.org/officeDocument/2006/relationships/image" Target="../media/image91.svg"/></Relationships>
</file>

<file path=ppt/slides/_rels/slide527.xml.rels><?xml version="1.0" encoding="UTF-8" standalone="yes"?>
<Relationships xmlns="http://schemas.openxmlformats.org/package/2006/relationships"><Relationship Id="rId3" Type="http://schemas.openxmlformats.org/officeDocument/2006/relationships/image" Target="../media/image90.png"/><Relationship Id="rId2" Type="http://schemas.openxmlformats.org/officeDocument/2006/relationships/slideLayout" Target="../slideLayouts/slideLayout3.xml"/><Relationship Id="rId1" Type="http://schemas.openxmlformats.org/officeDocument/2006/relationships/tags" Target="../tags/tag508.xml"/><Relationship Id="rId6" Type="http://schemas.openxmlformats.org/officeDocument/2006/relationships/image" Target="../media/image4.svg"/><Relationship Id="rId5" Type="http://schemas.openxmlformats.org/officeDocument/2006/relationships/image" Target="../media/image3.png"/><Relationship Id="rId4" Type="http://schemas.openxmlformats.org/officeDocument/2006/relationships/image" Target="../media/image91.svg"/></Relationships>
</file>

<file path=ppt/slides/_rels/slide528.xml.rels><?xml version="1.0" encoding="UTF-8" standalone="yes"?>
<Relationships xmlns="http://schemas.openxmlformats.org/package/2006/relationships"><Relationship Id="rId3" Type="http://schemas.openxmlformats.org/officeDocument/2006/relationships/image" Target="../media/image92.png"/><Relationship Id="rId2" Type="http://schemas.openxmlformats.org/officeDocument/2006/relationships/slideLayout" Target="../slideLayouts/slideLayout3.xml"/><Relationship Id="rId1" Type="http://schemas.openxmlformats.org/officeDocument/2006/relationships/tags" Target="../tags/tag509.xml"/></Relationships>
</file>

<file path=ppt/slides/_rels/slide529.xml.rels><?xml version="1.0" encoding="UTF-8" standalone="yes"?>
<Relationships xmlns="http://schemas.openxmlformats.org/package/2006/relationships"><Relationship Id="rId2" Type="http://schemas.openxmlformats.org/officeDocument/2006/relationships/slideLayout" Target="../slideLayouts/slideLayout3.xml"/><Relationship Id="rId1" Type="http://schemas.openxmlformats.org/officeDocument/2006/relationships/tags" Target="../tags/tag510.xml"/></Relationships>
</file>

<file path=ppt/slides/_rels/slide530.xml.rels><?xml version="1.0" encoding="UTF-8" standalone="yes"?>
<Relationships xmlns="http://schemas.openxmlformats.org/package/2006/relationships"><Relationship Id="rId2" Type="http://schemas.openxmlformats.org/officeDocument/2006/relationships/slideLayout" Target="../slideLayouts/slideLayout3.xml"/><Relationship Id="rId1" Type="http://schemas.openxmlformats.org/officeDocument/2006/relationships/tags" Target="../tags/tag511.xml"/></Relationships>
</file>

<file path=ppt/slides/_rels/slide531.xml.rels><?xml version="1.0" encoding="UTF-8" standalone="yes"?>
<Relationships xmlns="http://schemas.openxmlformats.org/package/2006/relationships"><Relationship Id="rId3" Type="http://schemas.openxmlformats.org/officeDocument/2006/relationships/image" Target="../media/image93.png"/><Relationship Id="rId2" Type="http://schemas.openxmlformats.org/officeDocument/2006/relationships/slideLayout" Target="../slideLayouts/slideLayout3.xml"/><Relationship Id="rId1" Type="http://schemas.openxmlformats.org/officeDocument/2006/relationships/tags" Target="../tags/tag512.xml"/></Relationships>
</file>

<file path=ppt/slides/_rels/slide532.xml.rels><?xml version="1.0" encoding="UTF-8" standalone="yes"?>
<Relationships xmlns="http://schemas.openxmlformats.org/package/2006/relationships"><Relationship Id="rId3" Type="http://schemas.openxmlformats.org/officeDocument/2006/relationships/video" Target="../media/media2.mp4"/><Relationship Id="rId2" Type="http://schemas.microsoft.com/office/2007/relationships/media" Target="../media/media2.mp4"/><Relationship Id="rId1" Type="http://schemas.openxmlformats.org/officeDocument/2006/relationships/tags" Target="../tags/tag513.xml"/><Relationship Id="rId5" Type="http://schemas.openxmlformats.org/officeDocument/2006/relationships/image" Target="../media/image94.png"/><Relationship Id="rId4" Type="http://schemas.openxmlformats.org/officeDocument/2006/relationships/slideLayout" Target="../slideLayouts/slideLayout3.xml"/></Relationships>
</file>

<file path=ppt/slides/_rels/slide533.xml.rels><?xml version="1.0" encoding="UTF-8" standalone="yes"?>
<Relationships xmlns="http://schemas.openxmlformats.org/package/2006/relationships"><Relationship Id="rId2" Type="http://schemas.openxmlformats.org/officeDocument/2006/relationships/slideLayout" Target="../slideLayouts/slideLayout3.xml"/><Relationship Id="rId1" Type="http://schemas.openxmlformats.org/officeDocument/2006/relationships/tags" Target="../tags/tag514.xml"/></Relationships>
</file>

<file path=ppt/slides/_rels/slide534.xml.rels><?xml version="1.0" encoding="UTF-8" standalone="yes"?>
<Relationships xmlns="http://schemas.openxmlformats.org/package/2006/relationships"><Relationship Id="rId3" Type="http://schemas.openxmlformats.org/officeDocument/2006/relationships/image" Target="../media/image3.png"/><Relationship Id="rId2" Type="http://schemas.openxmlformats.org/officeDocument/2006/relationships/slideLayout" Target="../slideLayouts/slideLayout3.xml"/><Relationship Id="rId1" Type="http://schemas.openxmlformats.org/officeDocument/2006/relationships/tags" Target="../tags/tag515.xml"/><Relationship Id="rId4" Type="http://schemas.openxmlformats.org/officeDocument/2006/relationships/image" Target="../media/image4.svg"/></Relationships>
</file>

<file path=ppt/slides/_rels/slide535.xml.rels><?xml version="1.0" encoding="UTF-8" standalone="yes"?>
<Relationships xmlns="http://schemas.openxmlformats.org/package/2006/relationships"><Relationship Id="rId8" Type="http://schemas.openxmlformats.org/officeDocument/2006/relationships/image" Target="../media/image4.svg"/><Relationship Id="rId3" Type="http://schemas.openxmlformats.org/officeDocument/2006/relationships/image" Target="../media/image88.png"/><Relationship Id="rId7" Type="http://schemas.openxmlformats.org/officeDocument/2006/relationships/image" Target="../media/image3.png"/><Relationship Id="rId2" Type="http://schemas.openxmlformats.org/officeDocument/2006/relationships/slideLayout" Target="../slideLayouts/slideLayout3.xml"/><Relationship Id="rId1" Type="http://schemas.openxmlformats.org/officeDocument/2006/relationships/tags" Target="../tags/tag516.xml"/><Relationship Id="rId6" Type="http://schemas.openxmlformats.org/officeDocument/2006/relationships/image" Target="../media/image91.svg"/><Relationship Id="rId5" Type="http://schemas.openxmlformats.org/officeDocument/2006/relationships/image" Target="../media/image90.png"/><Relationship Id="rId4" Type="http://schemas.openxmlformats.org/officeDocument/2006/relationships/image" Target="../media/image89.svg"/><Relationship Id="rId9" Type="http://schemas.openxmlformats.org/officeDocument/2006/relationships/image" Target="../media/image95.png"/></Relationships>
</file>

<file path=ppt/slides/_rels/slide536.xml.rels><?xml version="1.0" encoding="UTF-8" standalone="yes"?>
<Relationships xmlns="http://schemas.openxmlformats.org/package/2006/relationships"><Relationship Id="rId8" Type="http://schemas.openxmlformats.org/officeDocument/2006/relationships/image" Target="../media/image4.svg"/><Relationship Id="rId3" Type="http://schemas.openxmlformats.org/officeDocument/2006/relationships/image" Target="../media/image88.png"/><Relationship Id="rId7" Type="http://schemas.openxmlformats.org/officeDocument/2006/relationships/image" Target="../media/image3.png"/><Relationship Id="rId2" Type="http://schemas.openxmlformats.org/officeDocument/2006/relationships/slideLayout" Target="../slideLayouts/slideLayout3.xml"/><Relationship Id="rId1" Type="http://schemas.openxmlformats.org/officeDocument/2006/relationships/tags" Target="../tags/tag517.xml"/><Relationship Id="rId6" Type="http://schemas.openxmlformats.org/officeDocument/2006/relationships/image" Target="../media/image91.svg"/><Relationship Id="rId5" Type="http://schemas.openxmlformats.org/officeDocument/2006/relationships/image" Target="../media/image90.png"/><Relationship Id="rId4" Type="http://schemas.openxmlformats.org/officeDocument/2006/relationships/image" Target="../media/image89.svg"/><Relationship Id="rId9" Type="http://schemas.openxmlformats.org/officeDocument/2006/relationships/image" Target="../media/image95.png"/></Relationships>
</file>

<file path=ppt/slides/_rels/slide537.xml.rels><?xml version="1.0" encoding="UTF-8" standalone="yes"?>
<Relationships xmlns="http://schemas.openxmlformats.org/package/2006/relationships"><Relationship Id="rId2" Type="http://schemas.openxmlformats.org/officeDocument/2006/relationships/slideLayout" Target="../slideLayouts/slideLayout3.xml"/><Relationship Id="rId1" Type="http://schemas.openxmlformats.org/officeDocument/2006/relationships/tags" Target="../tags/tag518.xml"/></Relationships>
</file>

<file path=ppt/slides/_rels/slide538.xml.rels><?xml version="1.0" encoding="UTF-8" standalone="yes"?>
<Relationships xmlns="http://schemas.openxmlformats.org/package/2006/relationships"><Relationship Id="rId2" Type="http://schemas.openxmlformats.org/officeDocument/2006/relationships/slideLayout" Target="../slideLayouts/slideLayout3.xml"/><Relationship Id="rId1" Type="http://schemas.openxmlformats.org/officeDocument/2006/relationships/tags" Target="../tags/tag519.xml"/></Relationships>
</file>

<file path=ppt/slides/_rels/slide539.xml.rels><?xml version="1.0" encoding="UTF-8" standalone="yes"?>
<Relationships xmlns="http://schemas.openxmlformats.org/package/2006/relationships"><Relationship Id="rId8" Type="http://schemas.openxmlformats.org/officeDocument/2006/relationships/image" Target="../media/image89.svg"/><Relationship Id="rId3" Type="http://schemas.openxmlformats.org/officeDocument/2006/relationships/image" Target="../media/image90.png"/><Relationship Id="rId7" Type="http://schemas.openxmlformats.org/officeDocument/2006/relationships/image" Target="../media/image88.png"/><Relationship Id="rId2" Type="http://schemas.openxmlformats.org/officeDocument/2006/relationships/slideLayout" Target="../slideLayouts/slideLayout3.xml"/><Relationship Id="rId1" Type="http://schemas.openxmlformats.org/officeDocument/2006/relationships/tags" Target="../tags/tag520.xml"/><Relationship Id="rId6" Type="http://schemas.openxmlformats.org/officeDocument/2006/relationships/image" Target="../media/image4.svg"/><Relationship Id="rId5" Type="http://schemas.openxmlformats.org/officeDocument/2006/relationships/image" Target="../media/image3.png"/><Relationship Id="rId4" Type="http://schemas.openxmlformats.org/officeDocument/2006/relationships/image" Target="../media/image91.svg"/></Relationships>
</file>

<file path=ppt/slides/_rels/slide540.xml.rels><?xml version="1.0" encoding="UTF-8" standalone="yes"?>
<Relationships xmlns="http://schemas.openxmlformats.org/package/2006/relationships"><Relationship Id="rId8" Type="http://schemas.openxmlformats.org/officeDocument/2006/relationships/image" Target="../media/image89.svg"/><Relationship Id="rId3" Type="http://schemas.openxmlformats.org/officeDocument/2006/relationships/image" Target="../media/image90.png"/><Relationship Id="rId7" Type="http://schemas.openxmlformats.org/officeDocument/2006/relationships/image" Target="../media/image88.png"/><Relationship Id="rId2" Type="http://schemas.openxmlformats.org/officeDocument/2006/relationships/slideLayout" Target="../slideLayouts/slideLayout3.xml"/><Relationship Id="rId1" Type="http://schemas.openxmlformats.org/officeDocument/2006/relationships/tags" Target="../tags/tag521.xml"/><Relationship Id="rId6" Type="http://schemas.openxmlformats.org/officeDocument/2006/relationships/image" Target="../media/image4.svg"/><Relationship Id="rId5" Type="http://schemas.openxmlformats.org/officeDocument/2006/relationships/image" Target="../media/image3.png"/><Relationship Id="rId4" Type="http://schemas.openxmlformats.org/officeDocument/2006/relationships/image" Target="../media/image91.svg"/></Relationships>
</file>

<file path=ppt/slides/_rels/slide541.xml.rels><?xml version="1.0" encoding="UTF-8" standalone="yes"?>
<Relationships xmlns="http://schemas.openxmlformats.org/package/2006/relationships"><Relationship Id="rId3" Type="http://schemas.openxmlformats.org/officeDocument/2006/relationships/image" Target="../media/image96.png"/><Relationship Id="rId2" Type="http://schemas.openxmlformats.org/officeDocument/2006/relationships/slideLayout" Target="../slideLayouts/slideLayout3.xml"/><Relationship Id="rId1" Type="http://schemas.openxmlformats.org/officeDocument/2006/relationships/tags" Target="../tags/tag522.xml"/></Relationships>
</file>

<file path=ppt/slides/_rels/slide542.xml.rels><?xml version="1.0" encoding="UTF-8" standalone="yes"?>
<Relationships xmlns="http://schemas.openxmlformats.org/package/2006/relationships"><Relationship Id="rId2" Type="http://schemas.openxmlformats.org/officeDocument/2006/relationships/slideLayout" Target="../slideLayouts/slideLayout3.xml"/><Relationship Id="rId1" Type="http://schemas.openxmlformats.org/officeDocument/2006/relationships/tags" Target="../tags/tag523.xml"/><Relationship Id="rId4" Type="http://schemas.openxmlformats.org/officeDocument/2006/relationships/image" Target="../media/image412.png"/></Relationships>
</file>

<file path=ppt/slides/_rels/slide543.xml.rels><?xml version="1.0" encoding="UTF-8" standalone="yes"?>
<Relationships xmlns="http://schemas.openxmlformats.org/package/2006/relationships"><Relationship Id="rId2" Type="http://schemas.openxmlformats.org/officeDocument/2006/relationships/slideLayout" Target="../slideLayouts/slideLayout3.xml"/><Relationship Id="rId1" Type="http://schemas.openxmlformats.org/officeDocument/2006/relationships/tags" Target="../tags/tag524.xml"/></Relationships>
</file>

<file path=ppt/slides/_rels/slide544.xml.rels><?xml version="1.0" encoding="UTF-8" standalone="yes"?>
<Relationships xmlns="http://schemas.openxmlformats.org/package/2006/relationships"><Relationship Id="rId2" Type="http://schemas.openxmlformats.org/officeDocument/2006/relationships/slideLayout" Target="../slideLayouts/slideLayout3.xml"/><Relationship Id="rId1" Type="http://schemas.openxmlformats.org/officeDocument/2006/relationships/tags" Target="../tags/tag525.xml"/></Relationships>
</file>

<file path=ppt/slides/_rels/slide545.xml.rels><?xml version="1.0" encoding="UTF-8" standalone="yes"?>
<Relationships xmlns="http://schemas.openxmlformats.org/package/2006/relationships"><Relationship Id="rId3" Type="http://schemas.openxmlformats.org/officeDocument/2006/relationships/image" Target="../media/image511.png"/><Relationship Id="rId2" Type="http://schemas.openxmlformats.org/officeDocument/2006/relationships/slideLayout" Target="../slideLayouts/slideLayout3.xml"/><Relationship Id="rId1" Type="http://schemas.openxmlformats.org/officeDocument/2006/relationships/tags" Target="../tags/tag526.xml"/></Relationships>
</file>

<file path=ppt/slides/_rels/slide546.xml.rels><?xml version="1.0" encoding="UTF-8" standalone="yes"?>
<Relationships xmlns="http://schemas.openxmlformats.org/package/2006/relationships"><Relationship Id="rId3" Type="http://schemas.openxmlformats.org/officeDocument/2006/relationships/image" Target="../media/image511.png"/><Relationship Id="rId2" Type="http://schemas.openxmlformats.org/officeDocument/2006/relationships/slideLayout" Target="../slideLayouts/slideLayout3.xml"/><Relationship Id="rId1" Type="http://schemas.openxmlformats.org/officeDocument/2006/relationships/tags" Target="../tags/tag527.xml"/></Relationships>
</file>

<file path=ppt/slides/_rels/slide547.xml.rels><?xml version="1.0" encoding="UTF-8" standalone="yes"?>
<Relationships xmlns="http://schemas.openxmlformats.org/package/2006/relationships"><Relationship Id="rId2" Type="http://schemas.openxmlformats.org/officeDocument/2006/relationships/slideLayout" Target="../slideLayouts/slideLayout3.xml"/><Relationship Id="rId1" Type="http://schemas.openxmlformats.org/officeDocument/2006/relationships/tags" Target="../tags/tag528.xml"/></Relationships>
</file>

<file path=ppt/slides/_rels/slide548.xml.rels><?xml version="1.0" encoding="UTF-8" standalone="yes"?>
<Relationships xmlns="http://schemas.openxmlformats.org/package/2006/relationships"><Relationship Id="rId2" Type="http://schemas.openxmlformats.org/officeDocument/2006/relationships/slideLayout" Target="../slideLayouts/slideLayout3.xml"/><Relationship Id="rId1" Type="http://schemas.openxmlformats.org/officeDocument/2006/relationships/tags" Target="../tags/tag529.xml"/></Relationships>
</file>

<file path=ppt/slides/_rels/slide549.xml.rels><?xml version="1.0" encoding="UTF-8" standalone="yes"?>
<Relationships xmlns="http://schemas.openxmlformats.org/package/2006/relationships"><Relationship Id="rId2" Type="http://schemas.openxmlformats.org/officeDocument/2006/relationships/slideLayout" Target="../slideLayouts/slideLayout3.xml"/><Relationship Id="rId1" Type="http://schemas.openxmlformats.org/officeDocument/2006/relationships/tags" Target="../tags/tag530.xml"/></Relationships>
</file>

<file path=ppt/slides/_rels/slide550.xml.rels><?xml version="1.0" encoding="UTF-8" standalone="yes"?>
<Relationships xmlns="http://schemas.openxmlformats.org/package/2006/relationships"><Relationship Id="rId3" Type="http://schemas.openxmlformats.org/officeDocument/2006/relationships/image" Target="../media/image612.png"/><Relationship Id="rId2" Type="http://schemas.openxmlformats.org/officeDocument/2006/relationships/slideLayout" Target="../slideLayouts/slideLayout3.xml"/><Relationship Id="rId1" Type="http://schemas.openxmlformats.org/officeDocument/2006/relationships/tags" Target="../tags/tag531.xml"/></Relationships>
</file>

<file path=ppt/slides/_rels/slide551.xml.rels><?xml version="1.0" encoding="UTF-8" standalone="yes"?>
<Relationships xmlns="http://schemas.openxmlformats.org/package/2006/relationships"><Relationship Id="rId2" Type="http://schemas.openxmlformats.org/officeDocument/2006/relationships/slideLayout" Target="../slideLayouts/slideLayout3.xml"/><Relationship Id="rId1" Type="http://schemas.openxmlformats.org/officeDocument/2006/relationships/tags" Target="../tags/tag532.xml"/></Relationships>
</file>

<file path=ppt/slides/_rels/slide552.xml.rels><?xml version="1.0" encoding="UTF-8" standalone="yes"?>
<Relationships xmlns="http://schemas.openxmlformats.org/package/2006/relationships"><Relationship Id="rId2" Type="http://schemas.openxmlformats.org/officeDocument/2006/relationships/slideLayout" Target="../slideLayouts/slideLayout3.xml"/><Relationship Id="rId1" Type="http://schemas.openxmlformats.org/officeDocument/2006/relationships/tags" Target="../tags/tag533.xml"/></Relationships>
</file>

<file path=ppt/slides/_rels/slide553.xml.rels><?xml version="1.0" encoding="UTF-8" standalone="yes"?>
<Relationships xmlns="http://schemas.openxmlformats.org/package/2006/relationships"><Relationship Id="rId2" Type="http://schemas.openxmlformats.org/officeDocument/2006/relationships/slideLayout" Target="../slideLayouts/slideLayout3.xml"/><Relationship Id="rId1" Type="http://schemas.openxmlformats.org/officeDocument/2006/relationships/tags" Target="../tags/tag534.xml"/></Relationships>
</file>

<file path=ppt/slides/_rels/slide554.xml.rels><?xml version="1.0" encoding="UTF-8" standalone="yes"?>
<Relationships xmlns="http://schemas.openxmlformats.org/package/2006/relationships"><Relationship Id="rId2" Type="http://schemas.openxmlformats.org/officeDocument/2006/relationships/slideLayout" Target="../slideLayouts/slideLayout3.xml"/><Relationship Id="rId1" Type="http://schemas.openxmlformats.org/officeDocument/2006/relationships/tags" Target="../tags/tag535.xml"/></Relationships>
</file>

<file path=ppt/slides/_rels/slide555.xml.rels><?xml version="1.0" encoding="UTF-8" standalone="yes"?>
<Relationships xmlns="http://schemas.openxmlformats.org/package/2006/relationships"><Relationship Id="rId2" Type="http://schemas.openxmlformats.org/officeDocument/2006/relationships/slideLayout" Target="../slideLayouts/slideLayout3.xml"/><Relationship Id="rId1" Type="http://schemas.openxmlformats.org/officeDocument/2006/relationships/tags" Target="../tags/tag536.xml"/></Relationships>
</file>

<file path=ppt/slides/_rels/slide556.xml.rels><?xml version="1.0" encoding="UTF-8" standalone="yes"?>
<Relationships xmlns="http://schemas.openxmlformats.org/package/2006/relationships"><Relationship Id="rId2" Type="http://schemas.openxmlformats.org/officeDocument/2006/relationships/slideLayout" Target="../slideLayouts/slideLayout3.xml"/><Relationship Id="rId1" Type="http://schemas.openxmlformats.org/officeDocument/2006/relationships/tags" Target="../tags/tag537.xml"/></Relationships>
</file>

<file path=ppt/slides/_rels/slide557.xml.rels><?xml version="1.0" encoding="UTF-8" standalone="yes"?>
<Relationships xmlns="http://schemas.openxmlformats.org/package/2006/relationships"><Relationship Id="rId2" Type="http://schemas.openxmlformats.org/officeDocument/2006/relationships/slideLayout" Target="../slideLayouts/slideLayout3.xml"/><Relationship Id="rId1" Type="http://schemas.openxmlformats.org/officeDocument/2006/relationships/tags" Target="../tags/tag538.xml"/></Relationships>
</file>

<file path=ppt/slides/_rels/slide558.xml.rels><?xml version="1.0" encoding="UTF-8" standalone="yes"?>
<Relationships xmlns="http://schemas.openxmlformats.org/package/2006/relationships"><Relationship Id="rId2" Type="http://schemas.openxmlformats.org/officeDocument/2006/relationships/slideLayout" Target="../slideLayouts/slideLayout3.xml"/><Relationship Id="rId1" Type="http://schemas.openxmlformats.org/officeDocument/2006/relationships/tags" Target="../tags/tag539.xml"/></Relationships>
</file>

<file path=ppt/slides/_rels/slide559.xml.rels><?xml version="1.0" encoding="UTF-8" standalone="yes"?>
<Relationships xmlns="http://schemas.openxmlformats.org/package/2006/relationships"><Relationship Id="rId2" Type="http://schemas.openxmlformats.org/officeDocument/2006/relationships/slideLayout" Target="../slideLayouts/slideLayout3.xml"/><Relationship Id="rId1" Type="http://schemas.openxmlformats.org/officeDocument/2006/relationships/tags" Target="../tags/tag540.xml"/></Relationships>
</file>

<file path=ppt/slides/_rels/slide560.xml.rels><?xml version="1.0" encoding="UTF-8" standalone="yes"?>
<Relationships xmlns="http://schemas.openxmlformats.org/package/2006/relationships"><Relationship Id="rId2" Type="http://schemas.openxmlformats.org/officeDocument/2006/relationships/slideLayout" Target="../slideLayouts/slideLayout3.xml"/><Relationship Id="rId1" Type="http://schemas.openxmlformats.org/officeDocument/2006/relationships/tags" Target="../tags/tag541.xml"/></Relationships>
</file>

<file path=ppt/slides/_rels/slide561.xml.rels><?xml version="1.0" encoding="UTF-8" standalone="yes"?>
<Relationships xmlns="http://schemas.openxmlformats.org/package/2006/relationships"><Relationship Id="rId2" Type="http://schemas.openxmlformats.org/officeDocument/2006/relationships/slideLayout" Target="../slideLayouts/slideLayout3.xml"/><Relationship Id="rId1" Type="http://schemas.openxmlformats.org/officeDocument/2006/relationships/tags" Target="../tags/tag542.xml"/></Relationships>
</file>

<file path=ppt/slides/_rels/slide562.xml.rels><?xml version="1.0" encoding="UTF-8" standalone="yes"?>
<Relationships xmlns="http://schemas.openxmlformats.org/package/2006/relationships"><Relationship Id="rId8" Type="http://schemas.openxmlformats.org/officeDocument/2006/relationships/image" Target="../media/image89.svg"/><Relationship Id="rId3" Type="http://schemas.openxmlformats.org/officeDocument/2006/relationships/image" Target="../media/image90.png"/><Relationship Id="rId7" Type="http://schemas.openxmlformats.org/officeDocument/2006/relationships/image" Target="../media/image88.png"/><Relationship Id="rId2" Type="http://schemas.openxmlformats.org/officeDocument/2006/relationships/slideLayout" Target="../slideLayouts/slideLayout3.xml"/><Relationship Id="rId1" Type="http://schemas.openxmlformats.org/officeDocument/2006/relationships/tags" Target="../tags/tag543.xml"/><Relationship Id="rId6" Type="http://schemas.openxmlformats.org/officeDocument/2006/relationships/image" Target="../media/image4.svg"/><Relationship Id="rId5" Type="http://schemas.openxmlformats.org/officeDocument/2006/relationships/image" Target="../media/image3.png"/><Relationship Id="rId4" Type="http://schemas.openxmlformats.org/officeDocument/2006/relationships/image" Target="../media/image91.svg"/></Relationships>
</file>

<file path=ppt/slides/_rels/slide563.xml.rels><?xml version="1.0" encoding="UTF-8" standalone="yes"?>
<Relationships xmlns="http://schemas.openxmlformats.org/package/2006/relationships"><Relationship Id="rId8" Type="http://schemas.openxmlformats.org/officeDocument/2006/relationships/image" Target="../media/image89.svg"/><Relationship Id="rId3" Type="http://schemas.openxmlformats.org/officeDocument/2006/relationships/image" Target="../media/image90.png"/><Relationship Id="rId7" Type="http://schemas.openxmlformats.org/officeDocument/2006/relationships/image" Target="../media/image88.png"/><Relationship Id="rId2" Type="http://schemas.openxmlformats.org/officeDocument/2006/relationships/slideLayout" Target="../slideLayouts/slideLayout3.xml"/><Relationship Id="rId1" Type="http://schemas.openxmlformats.org/officeDocument/2006/relationships/tags" Target="../tags/tag544.xml"/><Relationship Id="rId6" Type="http://schemas.openxmlformats.org/officeDocument/2006/relationships/image" Target="../media/image4.svg"/><Relationship Id="rId5" Type="http://schemas.openxmlformats.org/officeDocument/2006/relationships/image" Target="../media/image3.png"/><Relationship Id="rId4" Type="http://schemas.openxmlformats.org/officeDocument/2006/relationships/image" Target="../media/image91.svg"/></Relationships>
</file>

<file path=ppt/slides/_rels/slide564.xml.rels><?xml version="1.0" encoding="UTF-8" standalone="yes"?>
<Relationships xmlns="http://schemas.openxmlformats.org/package/2006/relationships"><Relationship Id="rId2" Type="http://schemas.openxmlformats.org/officeDocument/2006/relationships/slideLayout" Target="../slideLayouts/slideLayout3.xml"/><Relationship Id="rId1" Type="http://schemas.openxmlformats.org/officeDocument/2006/relationships/tags" Target="../tags/tag545.xml"/></Relationships>
</file>

<file path=ppt/slides/_rels/slide565.xml.rels><?xml version="1.0" encoding="UTF-8" standalone="yes"?>
<Relationships xmlns="http://schemas.openxmlformats.org/package/2006/relationships"><Relationship Id="rId3" Type="http://schemas.openxmlformats.org/officeDocument/2006/relationships/image" Target="../media/image97.png"/><Relationship Id="rId2" Type="http://schemas.openxmlformats.org/officeDocument/2006/relationships/slideLayout" Target="../slideLayouts/slideLayout3.xml"/><Relationship Id="rId1" Type="http://schemas.openxmlformats.org/officeDocument/2006/relationships/tags" Target="../tags/tag546.xml"/><Relationship Id="rId4" Type="http://schemas.openxmlformats.org/officeDocument/2006/relationships/image" Target="../media/image145.png"/></Relationships>
</file>

<file path=ppt/slides/_rels/slide566.xml.rels><?xml version="1.0" encoding="UTF-8" standalone="yes"?>
<Relationships xmlns="http://schemas.openxmlformats.org/package/2006/relationships"><Relationship Id="rId3" Type="http://schemas.openxmlformats.org/officeDocument/2006/relationships/image" Target="../media/image97.png"/><Relationship Id="rId2" Type="http://schemas.openxmlformats.org/officeDocument/2006/relationships/slideLayout" Target="../slideLayouts/slideLayout3.xml"/><Relationship Id="rId1" Type="http://schemas.openxmlformats.org/officeDocument/2006/relationships/tags" Target="../tags/tag547.xml"/><Relationship Id="rId4" Type="http://schemas.openxmlformats.org/officeDocument/2006/relationships/image" Target="../media/image155.png"/></Relationships>
</file>

<file path=ppt/slides/_rels/slide567.xml.rels><?xml version="1.0" encoding="UTF-8" standalone="yes"?>
<Relationships xmlns="http://schemas.openxmlformats.org/package/2006/relationships"><Relationship Id="rId2" Type="http://schemas.openxmlformats.org/officeDocument/2006/relationships/slideLayout" Target="../slideLayouts/slideLayout3.xml"/><Relationship Id="rId1" Type="http://schemas.openxmlformats.org/officeDocument/2006/relationships/tags" Target="../tags/tag548.xml"/></Relationships>
</file>

<file path=ppt/slides/_rels/slide568.xml.rels><?xml version="1.0" encoding="UTF-8" standalone="yes"?>
<Relationships xmlns="http://schemas.openxmlformats.org/package/2006/relationships"><Relationship Id="rId2" Type="http://schemas.openxmlformats.org/officeDocument/2006/relationships/slideLayout" Target="../slideLayouts/slideLayout3.xml"/><Relationship Id="rId1" Type="http://schemas.openxmlformats.org/officeDocument/2006/relationships/tags" Target="../tags/tag549.xml"/></Relationships>
</file>

<file path=ppt/slides/_rels/slide569.xml.rels><?xml version="1.0" encoding="UTF-8" standalone="yes"?>
<Relationships xmlns="http://schemas.openxmlformats.org/package/2006/relationships"><Relationship Id="rId2" Type="http://schemas.openxmlformats.org/officeDocument/2006/relationships/slideLayout" Target="../slideLayouts/slideLayout3.xml"/><Relationship Id="rId1" Type="http://schemas.openxmlformats.org/officeDocument/2006/relationships/tags" Target="../tags/tag550.xml"/></Relationships>
</file>

<file path=ppt/slides/_rels/slide570.xml.rels><?xml version="1.0" encoding="UTF-8" standalone="yes"?>
<Relationships xmlns="http://schemas.openxmlformats.org/package/2006/relationships"><Relationship Id="rId2" Type="http://schemas.openxmlformats.org/officeDocument/2006/relationships/slideLayout" Target="../slideLayouts/slideLayout3.xml"/><Relationship Id="rId1" Type="http://schemas.openxmlformats.org/officeDocument/2006/relationships/tags" Target="../tags/tag551.xml"/></Relationships>
</file>

<file path=ppt/slides/_rels/slide571.xml.rels><?xml version="1.0" encoding="UTF-8" standalone="yes"?>
<Relationships xmlns="http://schemas.openxmlformats.org/package/2006/relationships"><Relationship Id="rId2" Type="http://schemas.openxmlformats.org/officeDocument/2006/relationships/slideLayout" Target="../slideLayouts/slideLayout3.xml"/><Relationship Id="rId1" Type="http://schemas.openxmlformats.org/officeDocument/2006/relationships/tags" Target="../tags/tag552.xml"/></Relationships>
</file>

<file path=ppt/slides/_rels/slide572.xml.rels><?xml version="1.0" encoding="UTF-8" standalone="yes"?>
<Relationships xmlns="http://schemas.openxmlformats.org/package/2006/relationships"><Relationship Id="rId2" Type="http://schemas.openxmlformats.org/officeDocument/2006/relationships/slideLayout" Target="../slideLayouts/slideLayout3.xml"/><Relationship Id="rId1" Type="http://schemas.openxmlformats.org/officeDocument/2006/relationships/tags" Target="../tags/tag553.xml"/></Relationships>
</file>

<file path=ppt/slides/_rels/slide573.xml.rels><?xml version="1.0" encoding="UTF-8" standalone="yes"?>
<Relationships xmlns="http://schemas.openxmlformats.org/package/2006/relationships"><Relationship Id="rId2" Type="http://schemas.openxmlformats.org/officeDocument/2006/relationships/slideLayout" Target="../slideLayouts/slideLayout3.xml"/><Relationship Id="rId1" Type="http://schemas.openxmlformats.org/officeDocument/2006/relationships/tags" Target="../tags/tag554.xml"/></Relationships>
</file>

<file path=ppt/slides/_rels/slide574.xml.rels><?xml version="1.0" encoding="UTF-8" standalone="yes"?>
<Relationships xmlns="http://schemas.openxmlformats.org/package/2006/relationships"><Relationship Id="rId2" Type="http://schemas.openxmlformats.org/officeDocument/2006/relationships/slideLayout" Target="../slideLayouts/slideLayout3.xml"/><Relationship Id="rId1" Type="http://schemas.openxmlformats.org/officeDocument/2006/relationships/tags" Target="../tags/tag555.xml"/></Relationships>
</file>

<file path=ppt/slides/_rels/slide575.xml.rels><?xml version="1.0" encoding="UTF-8" standalone="yes"?>
<Relationships xmlns="http://schemas.openxmlformats.org/package/2006/relationships"><Relationship Id="rId8" Type="http://schemas.openxmlformats.org/officeDocument/2006/relationships/image" Target="../media/image91.svg"/><Relationship Id="rId3" Type="http://schemas.openxmlformats.org/officeDocument/2006/relationships/image" Target="../media/image7.png"/><Relationship Id="rId7" Type="http://schemas.openxmlformats.org/officeDocument/2006/relationships/image" Target="../media/image90.png"/><Relationship Id="rId2" Type="http://schemas.openxmlformats.org/officeDocument/2006/relationships/slideLayout" Target="../slideLayouts/slideLayout3.xml"/><Relationship Id="rId1" Type="http://schemas.openxmlformats.org/officeDocument/2006/relationships/tags" Target="../tags/tag556.xml"/><Relationship Id="rId6" Type="http://schemas.openxmlformats.org/officeDocument/2006/relationships/image" Target="../media/image89.svg"/><Relationship Id="rId5" Type="http://schemas.openxmlformats.org/officeDocument/2006/relationships/image" Target="../media/image88.png"/><Relationship Id="rId10" Type="http://schemas.openxmlformats.org/officeDocument/2006/relationships/image" Target="../media/image4.svg"/><Relationship Id="rId4" Type="http://schemas.openxmlformats.org/officeDocument/2006/relationships/image" Target="../media/image8.svg"/><Relationship Id="rId9" Type="http://schemas.openxmlformats.org/officeDocument/2006/relationships/image" Target="../media/image3.png"/></Relationships>
</file>

<file path=ppt/slides/_rels/slide576.xml.rels><?xml version="1.0" encoding="UTF-8" standalone="yes"?>
<Relationships xmlns="http://schemas.openxmlformats.org/package/2006/relationships"><Relationship Id="rId8" Type="http://schemas.openxmlformats.org/officeDocument/2006/relationships/image" Target="../media/image91.svg"/><Relationship Id="rId3" Type="http://schemas.openxmlformats.org/officeDocument/2006/relationships/image" Target="../media/image7.png"/><Relationship Id="rId7" Type="http://schemas.openxmlformats.org/officeDocument/2006/relationships/image" Target="../media/image90.png"/><Relationship Id="rId2" Type="http://schemas.openxmlformats.org/officeDocument/2006/relationships/slideLayout" Target="../slideLayouts/slideLayout3.xml"/><Relationship Id="rId1" Type="http://schemas.openxmlformats.org/officeDocument/2006/relationships/tags" Target="../tags/tag557.xml"/><Relationship Id="rId6" Type="http://schemas.openxmlformats.org/officeDocument/2006/relationships/image" Target="../media/image89.svg"/><Relationship Id="rId5" Type="http://schemas.openxmlformats.org/officeDocument/2006/relationships/image" Target="../media/image88.png"/><Relationship Id="rId10" Type="http://schemas.openxmlformats.org/officeDocument/2006/relationships/image" Target="../media/image4.svg"/><Relationship Id="rId4" Type="http://schemas.openxmlformats.org/officeDocument/2006/relationships/image" Target="../media/image8.svg"/><Relationship Id="rId9" Type="http://schemas.openxmlformats.org/officeDocument/2006/relationships/image" Target="../media/image3.png"/></Relationships>
</file>

<file path=ppt/slides/_rels/slide577.xml.rels><?xml version="1.0" encoding="UTF-8" standalone="yes"?>
<Relationships xmlns="http://schemas.openxmlformats.org/package/2006/relationships"><Relationship Id="rId8" Type="http://schemas.openxmlformats.org/officeDocument/2006/relationships/image" Target="../media/image91.svg"/><Relationship Id="rId3" Type="http://schemas.openxmlformats.org/officeDocument/2006/relationships/image" Target="../media/image7.png"/><Relationship Id="rId7" Type="http://schemas.openxmlformats.org/officeDocument/2006/relationships/image" Target="../media/image90.png"/><Relationship Id="rId2" Type="http://schemas.openxmlformats.org/officeDocument/2006/relationships/slideLayout" Target="../slideLayouts/slideLayout3.xml"/><Relationship Id="rId1" Type="http://schemas.openxmlformats.org/officeDocument/2006/relationships/tags" Target="../tags/tag558.xml"/><Relationship Id="rId6" Type="http://schemas.openxmlformats.org/officeDocument/2006/relationships/image" Target="../media/image89.svg"/><Relationship Id="rId5" Type="http://schemas.openxmlformats.org/officeDocument/2006/relationships/image" Target="../media/image88.png"/><Relationship Id="rId10" Type="http://schemas.openxmlformats.org/officeDocument/2006/relationships/image" Target="../media/image4.svg"/><Relationship Id="rId4" Type="http://schemas.openxmlformats.org/officeDocument/2006/relationships/image" Target="../media/image8.svg"/><Relationship Id="rId9" Type="http://schemas.openxmlformats.org/officeDocument/2006/relationships/image" Target="../media/image3.png"/></Relationships>
</file>

<file path=ppt/slides/_rels/slide578.xml.rels><?xml version="1.0" encoding="UTF-8" standalone="yes"?>
<Relationships xmlns="http://schemas.openxmlformats.org/package/2006/relationships"><Relationship Id="rId8" Type="http://schemas.openxmlformats.org/officeDocument/2006/relationships/image" Target="../media/image91.svg"/><Relationship Id="rId3" Type="http://schemas.openxmlformats.org/officeDocument/2006/relationships/image" Target="../media/image7.png"/><Relationship Id="rId7" Type="http://schemas.openxmlformats.org/officeDocument/2006/relationships/image" Target="../media/image90.png"/><Relationship Id="rId2" Type="http://schemas.openxmlformats.org/officeDocument/2006/relationships/slideLayout" Target="../slideLayouts/slideLayout3.xml"/><Relationship Id="rId1" Type="http://schemas.openxmlformats.org/officeDocument/2006/relationships/tags" Target="../tags/tag559.xml"/><Relationship Id="rId6" Type="http://schemas.openxmlformats.org/officeDocument/2006/relationships/image" Target="../media/image89.svg"/><Relationship Id="rId5" Type="http://schemas.openxmlformats.org/officeDocument/2006/relationships/image" Target="../media/image88.png"/><Relationship Id="rId10" Type="http://schemas.openxmlformats.org/officeDocument/2006/relationships/image" Target="../media/image4.svg"/><Relationship Id="rId4" Type="http://schemas.openxmlformats.org/officeDocument/2006/relationships/image" Target="../media/image8.svg"/><Relationship Id="rId9" Type="http://schemas.openxmlformats.org/officeDocument/2006/relationships/image" Target="../media/image3.png"/></Relationships>
</file>

<file path=ppt/slides/_rels/slide579.xml.rels><?xml version="1.0" encoding="UTF-8" standalone="yes"?>
<Relationships xmlns="http://schemas.openxmlformats.org/package/2006/relationships"><Relationship Id="rId8" Type="http://schemas.openxmlformats.org/officeDocument/2006/relationships/image" Target="../media/image91.svg"/><Relationship Id="rId3" Type="http://schemas.openxmlformats.org/officeDocument/2006/relationships/image" Target="../media/image7.png"/><Relationship Id="rId7" Type="http://schemas.openxmlformats.org/officeDocument/2006/relationships/image" Target="../media/image90.png"/><Relationship Id="rId2" Type="http://schemas.openxmlformats.org/officeDocument/2006/relationships/slideLayout" Target="../slideLayouts/slideLayout3.xml"/><Relationship Id="rId1" Type="http://schemas.openxmlformats.org/officeDocument/2006/relationships/tags" Target="../tags/tag560.xml"/><Relationship Id="rId6" Type="http://schemas.openxmlformats.org/officeDocument/2006/relationships/image" Target="../media/image89.svg"/><Relationship Id="rId5" Type="http://schemas.openxmlformats.org/officeDocument/2006/relationships/image" Target="../media/image88.png"/><Relationship Id="rId10" Type="http://schemas.openxmlformats.org/officeDocument/2006/relationships/image" Target="../media/image4.svg"/><Relationship Id="rId4" Type="http://schemas.openxmlformats.org/officeDocument/2006/relationships/image" Target="../media/image8.svg"/><Relationship Id="rId9" Type="http://schemas.openxmlformats.org/officeDocument/2006/relationships/image" Target="../media/image3.png"/></Relationships>
</file>

<file path=ppt/slides/_rels/slide580.xml.rels><?xml version="1.0" encoding="UTF-8" standalone="yes"?>
<Relationships xmlns="http://schemas.openxmlformats.org/package/2006/relationships"><Relationship Id="rId3" Type="http://schemas.openxmlformats.org/officeDocument/2006/relationships/image" Target="../media/image3.png"/><Relationship Id="rId7" Type="http://schemas.openxmlformats.org/officeDocument/2006/relationships/image" Target="../media/image98.png"/><Relationship Id="rId2" Type="http://schemas.openxmlformats.org/officeDocument/2006/relationships/slideLayout" Target="../slideLayouts/slideLayout3.xml"/><Relationship Id="rId1" Type="http://schemas.openxmlformats.org/officeDocument/2006/relationships/tags" Target="../tags/tag561.xml"/><Relationship Id="rId6" Type="http://schemas.openxmlformats.org/officeDocument/2006/relationships/image" Target="../media/image8.svg"/><Relationship Id="rId5" Type="http://schemas.openxmlformats.org/officeDocument/2006/relationships/image" Target="../media/image7.png"/><Relationship Id="rId4" Type="http://schemas.openxmlformats.org/officeDocument/2006/relationships/image" Target="../media/image4.svg"/></Relationships>
</file>

<file path=ppt/slides/slide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矩形 2">
            <a:extLst>
              <a:ext uri="{FF2B5EF4-FFF2-40B4-BE49-F238E27FC236}">
                <a16:creationId xmlns:a16="http://schemas.microsoft.com/office/drawing/2014/main" id="{477EEC93-AF4D-1E5E-0CDA-08EAAAD71074}"/>
              </a:ext>
            </a:extLst>
          </p:cNvPr>
          <p:cNvSpPr/>
          <p:nvPr/>
        </p:nvSpPr>
        <p:spPr>
          <a:xfrm>
            <a:off x="0" y="0"/>
            <a:ext cx="12192000" cy="6858000"/>
          </a:xfrm>
          <a:prstGeom prst="rect">
            <a:avLst/>
          </a:prstGeom>
          <a:solidFill>
            <a:srgbClr val="1B7ADA"/>
          </a:solidFill>
          <a:ln>
            <a:solidFill>
              <a:srgbClr val="1B7ADA"/>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pic>
        <p:nvPicPr>
          <p:cNvPr id="9" name="图片 8">
            <a:extLst>
              <a:ext uri="{FF2B5EF4-FFF2-40B4-BE49-F238E27FC236}">
                <a16:creationId xmlns:a16="http://schemas.microsoft.com/office/drawing/2014/main" id="{3E97D209-CABF-D8F6-54FC-1B154A1A003F}"/>
              </a:ext>
            </a:extLst>
          </p:cNvPr>
          <p:cNvPicPr>
            <a:picLocks noChangeAspect="1"/>
          </p:cNvPicPr>
          <p:nvPr/>
        </p:nvPicPr>
        <p:blipFill>
          <a:blip r:embed="rId2" cstate="print">
            <a:extLst>
              <a:ext uri="{28A0092B-C50C-407E-A947-70E740481C1C}">
                <a14:useLocalDpi xmlns:a14="http://schemas.microsoft.com/office/drawing/2010/main" val="0"/>
              </a:ext>
            </a:extLst>
          </a:blip>
          <a:srcRect/>
          <a:stretch/>
        </p:blipFill>
        <p:spPr>
          <a:xfrm>
            <a:off x="45216" y="289450"/>
            <a:ext cx="6058722" cy="6058722"/>
          </a:xfrm>
          <a:prstGeom prst="rect">
            <a:avLst/>
          </a:prstGeom>
        </p:spPr>
      </p:pic>
      <p:sp>
        <p:nvSpPr>
          <p:cNvPr id="10" name="文本框 9">
            <a:extLst>
              <a:ext uri="{FF2B5EF4-FFF2-40B4-BE49-F238E27FC236}">
                <a16:creationId xmlns:a16="http://schemas.microsoft.com/office/drawing/2014/main" id="{9B5A5A4B-84F0-0FDA-457C-2B3ACD43178B}"/>
              </a:ext>
            </a:extLst>
          </p:cNvPr>
          <p:cNvSpPr txBox="1"/>
          <p:nvPr/>
        </p:nvSpPr>
        <p:spPr>
          <a:xfrm>
            <a:off x="6440271" y="2219811"/>
            <a:ext cx="4802244" cy="2699200"/>
          </a:xfrm>
          <a:prstGeom prst="rect">
            <a:avLst/>
          </a:prstGeom>
          <a:noFill/>
        </p:spPr>
        <p:txBody>
          <a:bodyPr wrap="square" rtlCol="0">
            <a:spAutoFit/>
          </a:bodyPr>
          <a:lstStyle/>
          <a:p>
            <a:pPr algn="ctr">
              <a:lnSpc>
                <a:spcPct val="150000"/>
              </a:lnSpc>
            </a:pPr>
            <a:r>
              <a:rPr lang="zh-CN" altLang="en-US" sz="6000" b="1" spc="600" dirty="0">
                <a:solidFill>
                  <a:schemeClr val="bg1"/>
                </a:solidFill>
                <a:latin typeface="+mj-ea"/>
                <a:ea typeface="+mj-ea"/>
              </a:rPr>
              <a:t>第</a:t>
            </a:r>
            <a:r>
              <a:rPr lang="en-US" altLang="zh-CN" sz="6000" b="1" spc="600" dirty="0">
                <a:solidFill>
                  <a:schemeClr val="bg1"/>
                </a:solidFill>
                <a:latin typeface="+mj-ea"/>
                <a:ea typeface="+mj-ea"/>
              </a:rPr>
              <a:t>3</a:t>
            </a:r>
            <a:r>
              <a:rPr lang="zh-CN" altLang="en-US" sz="6000" b="1" spc="600" dirty="0">
                <a:solidFill>
                  <a:schemeClr val="bg1"/>
                </a:solidFill>
                <a:latin typeface="+mj-ea"/>
                <a:ea typeface="+mj-ea"/>
              </a:rPr>
              <a:t>章</a:t>
            </a:r>
            <a:endParaRPr lang="en-US" altLang="zh-CN" sz="6000" b="1" spc="600" dirty="0">
              <a:solidFill>
                <a:schemeClr val="bg1"/>
              </a:solidFill>
              <a:latin typeface="+mj-ea"/>
              <a:ea typeface="+mj-ea"/>
            </a:endParaRPr>
          </a:p>
          <a:p>
            <a:pPr algn="ctr">
              <a:lnSpc>
                <a:spcPct val="150000"/>
              </a:lnSpc>
            </a:pPr>
            <a:r>
              <a:rPr lang="zh-CN" altLang="en-US" sz="6000" b="1" spc="600" dirty="0">
                <a:solidFill>
                  <a:schemeClr val="bg1"/>
                </a:solidFill>
                <a:latin typeface="+mj-ea"/>
                <a:ea typeface="+mj-ea"/>
              </a:rPr>
              <a:t> 数据链路层</a:t>
            </a:r>
          </a:p>
        </p:txBody>
      </p:sp>
    </p:spTree>
    <p:extLst>
      <p:ext uri="{BB962C8B-B14F-4D97-AF65-F5344CB8AC3E}">
        <p14:creationId xmlns:p14="http://schemas.microsoft.com/office/powerpoint/2010/main" val="4011902652"/>
      </p:ext>
    </p:extLst>
  </p:cSld>
  <p:clrMapOvr>
    <a:masterClrMapping/>
  </p:clrMapOvr>
</p:sld>
</file>

<file path=ppt/slides/slide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2" name="组合 1">
            <a:extLst>
              <a:ext uri="{FF2B5EF4-FFF2-40B4-BE49-F238E27FC236}">
                <a16:creationId xmlns:a16="http://schemas.microsoft.com/office/drawing/2014/main" id="{AF3A0B3C-CCA8-D510-69F8-F57200C08982}"/>
              </a:ext>
            </a:extLst>
          </p:cNvPr>
          <p:cNvGrpSpPr/>
          <p:nvPr/>
        </p:nvGrpSpPr>
        <p:grpSpPr>
          <a:xfrm>
            <a:off x="2060273" y="786128"/>
            <a:ext cx="8097766" cy="5462240"/>
            <a:chOff x="2060273" y="786128"/>
            <a:chExt cx="8097766" cy="5462240"/>
          </a:xfrm>
        </p:grpSpPr>
        <p:grpSp>
          <p:nvGrpSpPr>
            <p:cNvPr id="22" name="组合 21">
              <a:extLst>
                <a:ext uri="{FF2B5EF4-FFF2-40B4-BE49-F238E27FC236}">
                  <a16:creationId xmlns:a16="http://schemas.microsoft.com/office/drawing/2014/main" id="{E97D90D3-4F28-17DE-24CF-F808D309961E}"/>
                </a:ext>
              </a:extLst>
            </p:cNvPr>
            <p:cNvGrpSpPr/>
            <p:nvPr/>
          </p:nvGrpSpPr>
          <p:grpSpPr>
            <a:xfrm>
              <a:off x="2060273" y="786128"/>
              <a:ext cx="8097766" cy="499963"/>
              <a:chOff x="1592243" y="802566"/>
              <a:chExt cx="8097766" cy="499963"/>
            </a:xfrm>
          </p:grpSpPr>
          <p:sp>
            <p:nvSpPr>
              <p:cNvPr id="3" name="矩形 2">
                <a:extLst>
                  <a:ext uri="{FF2B5EF4-FFF2-40B4-BE49-F238E27FC236}">
                    <a16:creationId xmlns:a16="http://schemas.microsoft.com/office/drawing/2014/main" id="{381BC43C-65D8-6884-30CF-35AEDC9722A5}"/>
                  </a:ext>
                </a:extLst>
              </p:cNvPr>
              <p:cNvSpPr/>
              <p:nvPr/>
            </p:nvSpPr>
            <p:spPr>
              <a:xfrm>
                <a:off x="1592243" y="802567"/>
                <a:ext cx="1027894" cy="499962"/>
              </a:xfrm>
              <a:prstGeom prst="rect">
                <a:avLst/>
              </a:prstGeom>
              <a:solidFill>
                <a:srgbClr val="1B7ADA"/>
              </a:solidFill>
              <a:ln>
                <a:solidFill>
                  <a:srgbClr val="1B7ADA"/>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CN" sz="2400" b="1" spc="300" dirty="0">
                    <a:latin typeface="Impact" panose="020B0806030902050204" pitchFamily="34" charset="0"/>
                  </a:rPr>
                  <a:t>3.1</a:t>
                </a:r>
                <a:endParaRPr lang="zh-CN" altLang="en-US" sz="2400" b="1" spc="300" dirty="0">
                  <a:latin typeface="Impact" panose="020B0806030902050204" pitchFamily="34" charset="0"/>
                </a:endParaRPr>
              </a:p>
            </p:txBody>
          </p:sp>
          <p:sp>
            <p:nvSpPr>
              <p:cNvPr id="5" name="矩形 4">
                <a:extLst>
                  <a:ext uri="{FF2B5EF4-FFF2-40B4-BE49-F238E27FC236}">
                    <a16:creationId xmlns:a16="http://schemas.microsoft.com/office/drawing/2014/main" id="{9876B500-C048-C84B-AF98-80CEF8D7167E}"/>
                  </a:ext>
                </a:extLst>
              </p:cNvPr>
              <p:cNvSpPr/>
              <p:nvPr/>
            </p:nvSpPr>
            <p:spPr>
              <a:xfrm>
                <a:off x="2620137" y="802566"/>
                <a:ext cx="7069872" cy="499962"/>
              </a:xfrm>
              <a:prstGeom prst="rect">
                <a:avLst/>
              </a:prstGeom>
              <a:noFill/>
              <a:ln>
                <a:solidFill>
                  <a:srgbClr val="1B7ADA"/>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r>
                  <a:rPr lang="zh-CN" altLang="en-US" sz="2800" b="1" spc="300" dirty="0">
                    <a:solidFill>
                      <a:schemeClr val="tx1"/>
                    </a:solidFill>
                    <a:latin typeface="Impact" panose="020B0806030902050204" pitchFamily="34" charset="0"/>
                  </a:rPr>
                  <a:t>  </a:t>
                </a:r>
                <a:r>
                  <a:rPr lang="zh-CN" altLang="en-US" sz="2400" b="1" spc="300" dirty="0">
                    <a:solidFill>
                      <a:schemeClr val="tx1"/>
                    </a:solidFill>
                    <a:latin typeface="Impact" panose="020B0806030902050204" pitchFamily="34" charset="0"/>
                  </a:rPr>
                  <a:t>数据链路层概述</a:t>
                </a:r>
                <a:endParaRPr lang="zh-CN" altLang="en-US" sz="2800" b="1" spc="300" dirty="0">
                  <a:solidFill>
                    <a:schemeClr val="tx1"/>
                  </a:solidFill>
                  <a:latin typeface="Impact" panose="020B0806030902050204" pitchFamily="34" charset="0"/>
                </a:endParaRPr>
              </a:p>
            </p:txBody>
          </p:sp>
        </p:grpSp>
        <p:grpSp>
          <p:nvGrpSpPr>
            <p:cNvPr id="23" name="组合 22">
              <a:extLst>
                <a:ext uri="{FF2B5EF4-FFF2-40B4-BE49-F238E27FC236}">
                  <a16:creationId xmlns:a16="http://schemas.microsoft.com/office/drawing/2014/main" id="{522EA375-425B-EBE5-994B-A326B166234B}"/>
                </a:ext>
              </a:extLst>
            </p:cNvPr>
            <p:cNvGrpSpPr/>
            <p:nvPr/>
          </p:nvGrpSpPr>
          <p:grpSpPr>
            <a:xfrm>
              <a:off x="2060273" y="1406413"/>
              <a:ext cx="8097766" cy="499963"/>
              <a:chOff x="1592243" y="802566"/>
              <a:chExt cx="8097766" cy="499963"/>
            </a:xfrm>
          </p:grpSpPr>
          <p:sp>
            <p:nvSpPr>
              <p:cNvPr id="24" name="矩形 23">
                <a:extLst>
                  <a:ext uri="{FF2B5EF4-FFF2-40B4-BE49-F238E27FC236}">
                    <a16:creationId xmlns:a16="http://schemas.microsoft.com/office/drawing/2014/main" id="{E160CE29-F603-2B78-1822-7D9DA3FA203B}"/>
                  </a:ext>
                </a:extLst>
              </p:cNvPr>
              <p:cNvSpPr/>
              <p:nvPr/>
            </p:nvSpPr>
            <p:spPr>
              <a:xfrm>
                <a:off x="1592243" y="802567"/>
                <a:ext cx="1027894" cy="499962"/>
              </a:xfrm>
              <a:prstGeom prst="rect">
                <a:avLst/>
              </a:prstGeom>
              <a:solidFill>
                <a:srgbClr val="1B7ADA"/>
              </a:solidFill>
              <a:ln>
                <a:solidFill>
                  <a:srgbClr val="1B7ADA"/>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CN" sz="2400" b="1" spc="300" dirty="0">
                    <a:latin typeface="Impact" panose="020B0806030902050204" pitchFamily="34" charset="0"/>
                  </a:rPr>
                  <a:t>3.2</a:t>
                </a:r>
                <a:endParaRPr lang="zh-CN" altLang="en-US" sz="2400" b="1" spc="300" dirty="0">
                  <a:latin typeface="Impact" panose="020B0806030902050204" pitchFamily="34" charset="0"/>
                </a:endParaRPr>
              </a:p>
            </p:txBody>
          </p:sp>
          <p:sp>
            <p:nvSpPr>
              <p:cNvPr id="25" name="矩形 24">
                <a:extLst>
                  <a:ext uri="{FF2B5EF4-FFF2-40B4-BE49-F238E27FC236}">
                    <a16:creationId xmlns:a16="http://schemas.microsoft.com/office/drawing/2014/main" id="{600EB7DE-FD2C-9EC3-6191-71A0A273269C}"/>
                  </a:ext>
                </a:extLst>
              </p:cNvPr>
              <p:cNvSpPr/>
              <p:nvPr/>
            </p:nvSpPr>
            <p:spPr>
              <a:xfrm>
                <a:off x="2620137" y="802566"/>
                <a:ext cx="7069872" cy="499962"/>
              </a:xfrm>
              <a:prstGeom prst="rect">
                <a:avLst/>
              </a:prstGeom>
              <a:noFill/>
              <a:ln>
                <a:solidFill>
                  <a:srgbClr val="1B7ADA"/>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r>
                  <a:rPr lang="zh-CN" altLang="en-US" sz="2800" b="1" spc="300" dirty="0">
                    <a:solidFill>
                      <a:schemeClr val="tx1"/>
                    </a:solidFill>
                    <a:latin typeface="Impact" panose="020B0806030902050204" pitchFamily="34" charset="0"/>
                  </a:rPr>
                  <a:t>  </a:t>
                </a:r>
                <a:r>
                  <a:rPr lang="zh-CN" altLang="en-US" sz="2400" b="1" spc="300" dirty="0">
                    <a:solidFill>
                      <a:schemeClr val="tx1"/>
                    </a:solidFill>
                    <a:latin typeface="Impact" panose="020B0806030902050204" pitchFamily="34" charset="0"/>
                  </a:rPr>
                  <a:t>数据链路层的三个问题</a:t>
                </a:r>
                <a:endParaRPr lang="zh-CN" altLang="en-US" sz="2800" b="1" spc="300" dirty="0">
                  <a:solidFill>
                    <a:schemeClr val="tx1"/>
                  </a:solidFill>
                  <a:latin typeface="Impact" panose="020B0806030902050204" pitchFamily="34" charset="0"/>
                </a:endParaRPr>
              </a:p>
            </p:txBody>
          </p:sp>
        </p:grpSp>
        <p:grpSp>
          <p:nvGrpSpPr>
            <p:cNvPr id="26" name="组合 25">
              <a:extLst>
                <a:ext uri="{FF2B5EF4-FFF2-40B4-BE49-F238E27FC236}">
                  <a16:creationId xmlns:a16="http://schemas.microsoft.com/office/drawing/2014/main" id="{BA9F9229-2EC8-DD1B-EFB0-3034B5674C7A}"/>
                </a:ext>
              </a:extLst>
            </p:cNvPr>
            <p:cNvGrpSpPr/>
            <p:nvPr/>
          </p:nvGrpSpPr>
          <p:grpSpPr>
            <a:xfrm>
              <a:off x="2060273" y="2026698"/>
              <a:ext cx="8097766" cy="499963"/>
              <a:chOff x="1592243" y="802566"/>
              <a:chExt cx="8097766" cy="499963"/>
            </a:xfrm>
          </p:grpSpPr>
          <p:sp>
            <p:nvSpPr>
              <p:cNvPr id="27" name="矩形 26">
                <a:extLst>
                  <a:ext uri="{FF2B5EF4-FFF2-40B4-BE49-F238E27FC236}">
                    <a16:creationId xmlns:a16="http://schemas.microsoft.com/office/drawing/2014/main" id="{98C9F364-CDF7-6E9F-E913-0A7E2327D124}"/>
                  </a:ext>
                </a:extLst>
              </p:cNvPr>
              <p:cNvSpPr/>
              <p:nvPr/>
            </p:nvSpPr>
            <p:spPr>
              <a:xfrm>
                <a:off x="1592243" y="802567"/>
                <a:ext cx="1027894" cy="499962"/>
              </a:xfrm>
              <a:prstGeom prst="rect">
                <a:avLst/>
              </a:prstGeom>
              <a:solidFill>
                <a:srgbClr val="1B7ADA"/>
              </a:solidFill>
              <a:ln>
                <a:solidFill>
                  <a:srgbClr val="1B7ADA"/>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CN" sz="2400" b="1" spc="300" dirty="0">
                    <a:latin typeface="Impact" panose="020B0806030902050204" pitchFamily="34" charset="0"/>
                  </a:rPr>
                  <a:t>3.3</a:t>
                </a:r>
                <a:endParaRPr lang="zh-CN" altLang="en-US" sz="2400" b="1" spc="300" dirty="0">
                  <a:latin typeface="Impact" panose="020B0806030902050204" pitchFamily="34" charset="0"/>
                </a:endParaRPr>
              </a:p>
            </p:txBody>
          </p:sp>
          <p:sp>
            <p:nvSpPr>
              <p:cNvPr id="28" name="矩形 27">
                <a:extLst>
                  <a:ext uri="{FF2B5EF4-FFF2-40B4-BE49-F238E27FC236}">
                    <a16:creationId xmlns:a16="http://schemas.microsoft.com/office/drawing/2014/main" id="{F0AFF96E-5959-29F9-1FA4-CC0EB9518B41}"/>
                  </a:ext>
                </a:extLst>
              </p:cNvPr>
              <p:cNvSpPr/>
              <p:nvPr/>
            </p:nvSpPr>
            <p:spPr>
              <a:xfrm>
                <a:off x="2620137" y="802566"/>
                <a:ext cx="7069872" cy="499962"/>
              </a:xfrm>
              <a:prstGeom prst="rect">
                <a:avLst/>
              </a:prstGeom>
              <a:noFill/>
              <a:ln>
                <a:solidFill>
                  <a:srgbClr val="1B7ADA"/>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r>
                  <a:rPr lang="zh-CN" altLang="en-US" sz="2800" b="1" spc="300" dirty="0">
                    <a:solidFill>
                      <a:schemeClr val="tx1"/>
                    </a:solidFill>
                    <a:latin typeface="Impact" panose="020B0806030902050204" pitchFamily="34" charset="0"/>
                  </a:rPr>
                  <a:t>  </a:t>
                </a:r>
                <a:r>
                  <a:rPr lang="zh-CN" altLang="en-US" sz="2400" b="1" spc="300" dirty="0">
                    <a:solidFill>
                      <a:schemeClr val="tx1"/>
                    </a:solidFill>
                    <a:latin typeface="Impact" panose="020B0806030902050204" pitchFamily="34" charset="0"/>
                  </a:rPr>
                  <a:t>点对点协议</a:t>
                </a:r>
                <a:endParaRPr lang="zh-CN" altLang="en-US" sz="2800" b="1" spc="300" dirty="0">
                  <a:solidFill>
                    <a:schemeClr val="tx1"/>
                  </a:solidFill>
                  <a:latin typeface="Impact" panose="020B0806030902050204" pitchFamily="34" charset="0"/>
                </a:endParaRPr>
              </a:p>
            </p:txBody>
          </p:sp>
        </p:grpSp>
        <p:grpSp>
          <p:nvGrpSpPr>
            <p:cNvPr id="29" name="组合 28">
              <a:extLst>
                <a:ext uri="{FF2B5EF4-FFF2-40B4-BE49-F238E27FC236}">
                  <a16:creationId xmlns:a16="http://schemas.microsoft.com/office/drawing/2014/main" id="{68165227-17FB-6EA8-BF34-134A351EAF51}"/>
                </a:ext>
              </a:extLst>
            </p:cNvPr>
            <p:cNvGrpSpPr/>
            <p:nvPr/>
          </p:nvGrpSpPr>
          <p:grpSpPr>
            <a:xfrm>
              <a:off x="2060273" y="2646983"/>
              <a:ext cx="8097766" cy="499963"/>
              <a:chOff x="1592243" y="802566"/>
              <a:chExt cx="8097766" cy="499963"/>
            </a:xfrm>
          </p:grpSpPr>
          <p:sp>
            <p:nvSpPr>
              <p:cNvPr id="30" name="矩形 29">
                <a:extLst>
                  <a:ext uri="{FF2B5EF4-FFF2-40B4-BE49-F238E27FC236}">
                    <a16:creationId xmlns:a16="http://schemas.microsoft.com/office/drawing/2014/main" id="{95E473DC-9EAF-CD7A-7193-435D3D1D49C1}"/>
                  </a:ext>
                </a:extLst>
              </p:cNvPr>
              <p:cNvSpPr/>
              <p:nvPr/>
            </p:nvSpPr>
            <p:spPr>
              <a:xfrm>
                <a:off x="1592243" y="802567"/>
                <a:ext cx="1027894" cy="499962"/>
              </a:xfrm>
              <a:prstGeom prst="rect">
                <a:avLst/>
              </a:prstGeom>
              <a:solidFill>
                <a:srgbClr val="1B7ADA"/>
              </a:solidFill>
              <a:ln>
                <a:solidFill>
                  <a:srgbClr val="1B7ADA"/>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CN" sz="2400" b="1" spc="300" dirty="0">
                    <a:latin typeface="Impact" panose="020B0806030902050204" pitchFamily="34" charset="0"/>
                  </a:rPr>
                  <a:t>3.4</a:t>
                </a:r>
                <a:endParaRPr lang="zh-CN" altLang="en-US" sz="2400" b="1" spc="300" dirty="0">
                  <a:latin typeface="Impact" panose="020B0806030902050204" pitchFamily="34" charset="0"/>
                </a:endParaRPr>
              </a:p>
            </p:txBody>
          </p:sp>
          <p:sp>
            <p:nvSpPr>
              <p:cNvPr id="31" name="矩形 30">
                <a:extLst>
                  <a:ext uri="{FF2B5EF4-FFF2-40B4-BE49-F238E27FC236}">
                    <a16:creationId xmlns:a16="http://schemas.microsoft.com/office/drawing/2014/main" id="{26D1473E-A333-60C3-7A66-F7C7D971F83E}"/>
                  </a:ext>
                </a:extLst>
              </p:cNvPr>
              <p:cNvSpPr/>
              <p:nvPr/>
            </p:nvSpPr>
            <p:spPr>
              <a:xfrm>
                <a:off x="2620137" y="802566"/>
                <a:ext cx="7069872" cy="499962"/>
              </a:xfrm>
              <a:prstGeom prst="rect">
                <a:avLst/>
              </a:prstGeom>
              <a:noFill/>
              <a:ln>
                <a:solidFill>
                  <a:srgbClr val="1B7ADA"/>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r>
                  <a:rPr lang="zh-CN" altLang="en-US" sz="2800" b="1" spc="300" dirty="0">
                    <a:solidFill>
                      <a:schemeClr val="tx1"/>
                    </a:solidFill>
                    <a:latin typeface="Impact" panose="020B0806030902050204" pitchFamily="34" charset="0"/>
                  </a:rPr>
                  <a:t>  </a:t>
                </a:r>
                <a:r>
                  <a:rPr lang="zh-CN" altLang="en-US" sz="2400" b="1" spc="300" dirty="0">
                    <a:solidFill>
                      <a:schemeClr val="tx1"/>
                    </a:solidFill>
                    <a:latin typeface="Impact" panose="020B0806030902050204" pitchFamily="34" charset="0"/>
                  </a:rPr>
                  <a:t>共享式以太网</a:t>
                </a:r>
                <a:endParaRPr lang="zh-CN" altLang="en-US" sz="2800" b="1" spc="300" dirty="0">
                  <a:solidFill>
                    <a:schemeClr val="tx1"/>
                  </a:solidFill>
                  <a:latin typeface="Impact" panose="020B0806030902050204" pitchFamily="34" charset="0"/>
                </a:endParaRPr>
              </a:p>
            </p:txBody>
          </p:sp>
        </p:grpSp>
        <p:grpSp>
          <p:nvGrpSpPr>
            <p:cNvPr id="32" name="组合 31">
              <a:extLst>
                <a:ext uri="{FF2B5EF4-FFF2-40B4-BE49-F238E27FC236}">
                  <a16:creationId xmlns:a16="http://schemas.microsoft.com/office/drawing/2014/main" id="{46931709-DD88-7F00-0577-908C3AFD8959}"/>
                </a:ext>
              </a:extLst>
            </p:cNvPr>
            <p:cNvGrpSpPr/>
            <p:nvPr/>
          </p:nvGrpSpPr>
          <p:grpSpPr>
            <a:xfrm>
              <a:off x="2060273" y="3267268"/>
              <a:ext cx="8097766" cy="499963"/>
              <a:chOff x="1592243" y="802566"/>
              <a:chExt cx="8097766" cy="499963"/>
            </a:xfrm>
          </p:grpSpPr>
          <p:sp>
            <p:nvSpPr>
              <p:cNvPr id="33" name="矩形 32">
                <a:extLst>
                  <a:ext uri="{FF2B5EF4-FFF2-40B4-BE49-F238E27FC236}">
                    <a16:creationId xmlns:a16="http://schemas.microsoft.com/office/drawing/2014/main" id="{5D60970F-F813-541A-0E36-9870EFE2EDD7}"/>
                  </a:ext>
                </a:extLst>
              </p:cNvPr>
              <p:cNvSpPr/>
              <p:nvPr/>
            </p:nvSpPr>
            <p:spPr>
              <a:xfrm>
                <a:off x="1592243" y="802567"/>
                <a:ext cx="1027894" cy="499962"/>
              </a:xfrm>
              <a:prstGeom prst="rect">
                <a:avLst/>
              </a:prstGeom>
              <a:solidFill>
                <a:srgbClr val="1B7ADA"/>
              </a:solidFill>
              <a:ln>
                <a:solidFill>
                  <a:srgbClr val="1B7ADA"/>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CN" sz="2400" b="1" spc="300" dirty="0">
                    <a:latin typeface="Impact" panose="020B0806030902050204" pitchFamily="34" charset="0"/>
                  </a:rPr>
                  <a:t>3.5</a:t>
                </a:r>
                <a:endParaRPr lang="zh-CN" altLang="en-US" sz="2400" b="1" spc="300" dirty="0">
                  <a:latin typeface="Impact" panose="020B0806030902050204" pitchFamily="34" charset="0"/>
                </a:endParaRPr>
              </a:p>
            </p:txBody>
          </p:sp>
          <p:sp>
            <p:nvSpPr>
              <p:cNvPr id="34" name="矩形 33">
                <a:extLst>
                  <a:ext uri="{FF2B5EF4-FFF2-40B4-BE49-F238E27FC236}">
                    <a16:creationId xmlns:a16="http://schemas.microsoft.com/office/drawing/2014/main" id="{2FCE4D8E-C4EC-E759-B0C8-261A34AB25BC}"/>
                  </a:ext>
                </a:extLst>
              </p:cNvPr>
              <p:cNvSpPr/>
              <p:nvPr/>
            </p:nvSpPr>
            <p:spPr>
              <a:xfrm>
                <a:off x="2620137" y="802566"/>
                <a:ext cx="7069872" cy="499962"/>
              </a:xfrm>
              <a:prstGeom prst="rect">
                <a:avLst/>
              </a:prstGeom>
              <a:noFill/>
              <a:ln>
                <a:solidFill>
                  <a:srgbClr val="1B7ADA"/>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r>
                  <a:rPr lang="zh-CN" altLang="en-US" sz="2800" b="1" spc="300" dirty="0">
                    <a:solidFill>
                      <a:schemeClr val="tx1"/>
                    </a:solidFill>
                    <a:latin typeface="Impact" panose="020B0806030902050204" pitchFamily="34" charset="0"/>
                  </a:rPr>
                  <a:t>  </a:t>
                </a:r>
                <a:r>
                  <a:rPr lang="zh-CN" altLang="en-US" sz="2400" b="1" spc="300" dirty="0">
                    <a:solidFill>
                      <a:schemeClr val="tx1"/>
                    </a:solidFill>
                    <a:latin typeface="Impact" panose="020B0806030902050204" pitchFamily="34" charset="0"/>
                  </a:rPr>
                  <a:t>交换式以太网</a:t>
                </a:r>
                <a:endParaRPr lang="zh-CN" altLang="en-US" sz="2800" b="1" spc="300" dirty="0">
                  <a:solidFill>
                    <a:schemeClr val="tx1"/>
                  </a:solidFill>
                  <a:latin typeface="Impact" panose="020B0806030902050204" pitchFamily="34" charset="0"/>
                </a:endParaRPr>
              </a:p>
            </p:txBody>
          </p:sp>
        </p:grpSp>
        <p:grpSp>
          <p:nvGrpSpPr>
            <p:cNvPr id="35" name="组合 34">
              <a:extLst>
                <a:ext uri="{FF2B5EF4-FFF2-40B4-BE49-F238E27FC236}">
                  <a16:creationId xmlns:a16="http://schemas.microsoft.com/office/drawing/2014/main" id="{6BA3300E-E244-F10A-38F2-CDFBA01C9CBF}"/>
                </a:ext>
              </a:extLst>
            </p:cNvPr>
            <p:cNvGrpSpPr/>
            <p:nvPr/>
          </p:nvGrpSpPr>
          <p:grpSpPr>
            <a:xfrm>
              <a:off x="2060273" y="3887553"/>
              <a:ext cx="8097766" cy="499963"/>
              <a:chOff x="1592243" y="802566"/>
              <a:chExt cx="8097766" cy="499963"/>
            </a:xfrm>
          </p:grpSpPr>
          <p:sp>
            <p:nvSpPr>
              <p:cNvPr id="36" name="矩形 35">
                <a:extLst>
                  <a:ext uri="{FF2B5EF4-FFF2-40B4-BE49-F238E27FC236}">
                    <a16:creationId xmlns:a16="http://schemas.microsoft.com/office/drawing/2014/main" id="{244B0F23-C01E-1085-C8A5-293E5358E400}"/>
                  </a:ext>
                </a:extLst>
              </p:cNvPr>
              <p:cNvSpPr/>
              <p:nvPr/>
            </p:nvSpPr>
            <p:spPr>
              <a:xfrm>
                <a:off x="1592243" y="802567"/>
                <a:ext cx="1027894" cy="499962"/>
              </a:xfrm>
              <a:prstGeom prst="rect">
                <a:avLst/>
              </a:prstGeom>
              <a:solidFill>
                <a:srgbClr val="1B7ADA"/>
              </a:solidFill>
              <a:ln>
                <a:solidFill>
                  <a:srgbClr val="1B7ADA"/>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CN" sz="2400" b="1" spc="300" dirty="0">
                    <a:latin typeface="Impact" panose="020B0806030902050204" pitchFamily="34" charset="0"/>
                  </a:rPr>
                  <a:t>3.6</a:t>
                </a:r>
                <a:endParaRPr lang="zh-CN" altLang="en-US" sz="2400" b="1" spc="300" dirty="0">
                  <a:latin typeface="Impact" panose="020B0806030902050204" pitchFamily="34" charset="0"/>
                </a:endParaRPr>
              </a:p>
            </p:txBody>
          </p:sp>
          <p:sp>
            <p:nvSpPr>
              <p:cNvPr id="37" name="矩形 36">
                <a:extLst>
                  <a:ext uri="{FF2B5EF4-FFF2-40B4-BE49-F238E27FC236}">
                    <a16:creationId xmlns:a16="http://schemas.microsoft.com/office/drawing/2014/main" id="{A0A0606F-88A2-D6A6-362B-80D0E7338C80}"/>
                  </a:ext>
                </a:extLst>
              </p:cNvPr>
              <p:cNvSpPr/>
              <p:nvPr/>
            </p:nvSpPr>
            <p:spPr>
              <a:xfrm>
                <a:off x="2620137" y="802566"/>
                <a:ext cx="7069872" cy="499962"/>
              </a:xfrm>
              <a:prstGeom prst="rect">
                <a:avLst/>
              </a:prstGeom>
              <a:noFill/>
              <a:ln>
                <a:solidFill>
                  <a:srgbClr val="1B7ADA"/>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r>
                  <a:rPr lang="zh-CN" altLang="en-US" sz="2800" b="1" spc="300" dirty="0">
                    <a:solidFill>
                      <a:schemeClr val="tx1"/>
                    </a:solidFill>
                    <a:latin typeface="Impact" panose="020B0806030902050204" pitchFamily="34" charset="0"/>
                  </a:rPr>
                  <a:t>  </a:t>
                </a:r>
                <a:r>
                  <a:rPr lang="zh-CN" altLang="en-US" sz="2400" b="1" spc="300" dirty="0">
                    <a:solidFill>
                      <a:schemeClr val="tx1"/>
                    </a:solidFill>
                    <a:latin typeface="Impact" panose="020B0806030902050204" pitchFamily="34" charset="0"/>
                  </a:rPr>
                  <a:t>以太网的</a:t>
                </a:r>
                <a:r>
                  <a:rPr lang="en-US" altLang="zh-CN" sz="2400" b="1" spc="300" dirty="0">
                    <a:solidFill>
                      <a:schemeClr val="tx1"/>
                    </a:solidFill>
                    <a:latin typeface="+mn-ea"/>
                  </a:rPr>
                  <a:t>MAC</a:t>
                </a:r>
                <a:r>
                  <a:rPr lang="zh-CN" altLang="en-US" sz="2400" b="1" spc="300" dirty="0">
                    <a:solidFill>
                      <a:schemeClr val="tx1"/>
                    </a:solidFill>
                    <a:latin typeface="Impact" panose="020B0806030902050204" pitchFamily="34" charset="0"/>
                  </a:rPr>
                  <a:t>帧格式</a:t>
                </a:r>
                <a:endParaRPr lang="zh-CN" altLang="en-US" sz="2800" b="1" spc="300" dirty="0">
                  <a:solidFill>
                    <a:schemeClr val="tx1"/>
                  </a:solidFill>
                  <a:latin typeface="Impact" panose="020B0806030902050204" pitchFamily="34" charset="0"/>
                </a:endParaRPr>
              </a:p>
            </p:txBody>
          </p:sp>
        </p:grpSp>
        <p:grpSp>
          <p:nvGrpSpPr>
            <p:cNvPr id="21" name="组合 20">
              <a:extLst>
                <a:ext uri="{FF2B5EF4-FFF2-40B4-BE49-F238E27FC236}">
                  <a16:creationId xmlns:a16="http://schemas.microsoft.com/office/drawing/2014/main" id="{7FA6F1F8-601A-6957-5173-AE12D9272DDD}"/>
                </a:ext>
              </a:extLst>
            </p:cNvPr>
            <p:cNvGrpSpPr/>
            <p:nvPr/>
          </p:nvGrpSpPr>
          <p:grpSpPr>
            <a:xfrm>
              <a:off x="2060273" y="4507838"/>
              <a:ext cx="8097766" cy="499963"/>
              <a:chOff x="1592243" y="802566"/>
              <a:chExt cx="8097766" cy="499963"/>
            </a:xfrm>
          </p:grpSpPr>
          <p:sp>
            <p:nvSpPr>
              <p:cNvPr id="38" name="矩形 37">
                <a:extLst>
                  <a:ext uri="{FF2B5EF4-FFF2-40B4-BE49-F238E27FC236}">
                    <a16:creationId xmlns:a16="http://schemas.microsoft.com/office/drawing/2014/main" id="{5B0B08DD-ABCD-3452-6B2A-5EAE90AB7207}"/>
                  </a:ext>
                </a:extLst>
              </p:cNvPr>
              <p:cNvSpPr/>
              <p:nvPr/>
            </p:nvSpPr>
            <p:spPr>
              <a:xfrm>
                <a:off x="1592243" y="802567"/>
                <a:ext cx="1027894" cy="499962"/>
              </a:xfrm>
              <a:prstGeom prst="rect">
                <a:avLst/>
              </a:prstGeom>
              <a:solidFill>
                <a:srgbClr val="1B7ADA"/>
              </a:solidFill>
              <a:ln>
                <a:solidFill>
                  <a:srgbClr val="1B7ADA"/>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CN" sz="2400" b="1" spc="300" dirty="0">
                    <a:latin typeface="Impact" panose="020B0806030902050204" pitchFamily="34" charset="0"/>
                  </a:rPr>
                  <a:t>3.7</a:t>
                </a:r>
                <a:endParaRPr lang="zh-CN" altLang="en-US" sz="2400" b="1" spc="300" dirty="0">
                  <a:latin typeface="Impact" panose="020B0806030902050204" pitchFamily="34" charset="0"/>
                </a:endParaRPr>
              </a:p>
            </p:txBody>
          </p:sp>
          <p:sp>
            <p:nvSpPr>
              <p:cNvPr id="39" name="矩形 38">
                <a:extLst>
                  <a:ext uri="{FF2B5EF4-FFF2-40B4-BE49-F238E27FC236}">
                    <a16:creationId xmlns:a16="http://schemas.microsoft.com/office/drawing/2014/main" id="{B1D73DEE-3FA2-2477-FCBB-9EE0E175A241}"/>
                  </a:ext>
                </a:extLst>
              </p:cNvPr>
              <p:cNvSpPr/>
              <p:nvPr/>
            </p:nvSpPr>
            <p:spPr>
              <a:xfrm>
                <a:off x="2620137" y="802566"/>
                <a:ext cx="7069872" cy="499962"/>
              </a:xfrm>
              <a:prstGeom prst="rect">
                <a:avLst/>
              </a:prstGeom>
              <a:noFill/>
              <a:ln>
                <a:solidFill>
                  <a:srgbClr val="1B7ADA"/>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r>
                  <a:rPr lang="zh-CN" altLang="en-US" sz="2800" b="1" spc="300" dirty="0">
                    <a:solidFill>
                      <a:schemeClr val="tx1"/>
                    </a:solidFill>
                    <a:latin typeface="Impact" panose="020B0806030902050204" pitchFamily="34" charset="0"/>
                  </a:rPr>
                  <a:t>  </a:t>
                </a:r>
                <a:r>
                  <a:rPr lang="zh-CN" altLang="en-US" sz="2400" b="1" spc="300" dirty="0">
                    <a:solidFill>
                      <a:schemeClr val="tx1"/>
                    </a:solidFill>
                    <a:latin typeface="Impact" panose="020B0806030902050204" pitchFamily="34" charset="0"/>
                  </a:rPr>
                  <a:t>虚拟局域网</a:t>
                </a:r>
                <a:endParaRPr lang="zh-CN" altLang="en-US" sz="2800" b="1" spc="300" dirty="0">
                  <a:solidFill>
                    <a:schemeClr val="tx1"/>
                  </a:solidFill>
                  <a:latin typeface="Impact" panose="020B0806030902050204" pitchFamily="34" charset="0"/>
                </a:endParaRPr>
              </a:p>
            </p:txBody>
          </p:sp>
        </p:grpSp>
        <p:grpSp>
          <p:nvGrpSpPr>
            <p:cNvPr id="40" name="组合 39">
              <a:extLst>
                <a:ext uri="{FF2B5EF4-FFF2-40B4-BE49-F238E27FC236}">
                  <a16:creationId xmlns:a16="http://schemas.microsoft.com/office/drawing/2014/main" id="{E18AE09B-4ED1-6AE6-ABFC-804E3B8CF373}"/>
                </a:ext>
              </a:extLst>
            </p:cNvPr>
            <p:cNvGrpSpPr/>
            <p:nvPr/>
          </p:nvGrpSpPr>
          <p:grpSpPr>
            <a:xfrm>
              <a:off x="2060273" y="5128123"/>
              <a:ext cx="8097766" cy="499963"/>
              <a:chOff x="1592243" y="802566"/>
              <a:chExt cx="8097766" cy="499963"/>
            </a:xfrm>
          </p:grpSpPr>
          <p:sp>
            <p:nvSpPr>
              <p:cNvPr id="42" name="矩形 41">
                <a:extLst>
                  <a:ext uri="{FF2B5EF4-FFF2-40B4-BE49-F238E27FC236}">
                    <a16:creationId xmlns:a16="http://schemas.microsoft.com/office/drawing/2014/main" id="{15E9C42B-B52A-3CC6-87FE-6CC8E6D88A80}"/>
                  </a:ext>
                </a:extLst>
              </p:cNvPr>
              <p:cNvSpPr/>
              <p:nvPr/>
            </p:nvSpPr>
            <p:spPr>
              <a:xfrm>
                <a:off x="1592243" y="802567"/>
                <a:ext cx="1027894" cy="499962"/>
              </a:xfrm>
              <a:prstGeom prst="rect">
                <a:avLst/>
              </a:prstGeom>
              <a:solidFill>
                <a:srgbClr val="1B7ADA"/>
              </a:solidFill>
              <a:ln>
                <a:solidFill>
                  <a:srgbClr val="1B7ADA"/>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CN" sz="2400" b="1" spc="300" dirty="0">
                    <a:latin typeface="Impact" panose="020B0806030902050204" pitchFamily="34" charset="0"/>
                  </a:rPr>
                  <a:t>3.8</a:t>
                </a:r>
                <a:endParaRPr lang="zh-CN" altLang="en-US" sz="2400" b="1" spc="300" dirty="0">
                  <a:latin typeface="Impact" panose="020B0806030902050204" pitchFamily="34" charset="0"/>
                </a:endParaRPr>
              </a:p>
            </p:txBody>
          </p:sp>
          <p:sp>
            <p:nvSpPr>
              <p:cNvPr id="43" name="矩形 42">
                <a:extLst>
                  <a:ext uri="{FF2B5EF4-FFF2-40B4-BE49-F238E27FC236}">
                    <a16:creationId xmlns:a16="http://schemas.microsoft.com/office/drawing/2014/main" id="{69357B51-EFA4-5701-38AB-C7F9736DFD1B}"/>
                  </a:ext>
                </a:extLst>
              </p:cNvPr>
              <p:cNvSpPr/>
              <p:nvPr/>
            </p:nvSpPr>
            <p:spPr>
              <a:xfrm>
                <a:off x="2620137" y="802566"/>
                <a:ext cx="7069872" cy="499962"/>
              </a:xfrm>
              <a:prstGeom prst="rect">
                <a:avLst/>
              </a:prstGeom>
              <a:noFill/>
              <a:ln>
                <a:solidFill>
                  <a:srgbClr val="1B7ADA"/>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r>
                  <a:rPr lang="zh-CN" altLang="en-US" sz="2800" b="1" spc="300" dirty="0">
                    <a:solidFill>
                      <a:schemeClr val="tx1"/>
                    </a:solidFill>
                    <a:latin typeface="Impact" panose="020B0806030902050204" pitchFamily="34" charset="0"/>
                  </a:rPr>
                  <a:t>  </a:t>
                </a:r>
                <a:r>
                  <a:rPr lang="zh-CN" altLang="en-US" sz="2400" b="1" spc="300" dirty="0">
                    <a:solidFill>
                      <a:schemeClr val="tx1"/>
                    </a:solidFill>
                    <a:latin typeface="Impact" panose="020B0806030902050204" pitchFamily="34" charset="0"/>
                  </a:rPr>
                  <a:t>以太网的发展</a:t>
                </a:r>
                <a:endParaRPr lang="zh-CN" altLang="en-US" sz="2800" b="1" spc="300" dirty="0">
                  <a:solidFill>
                    <a:schemeClr val="tx1"/>
                  </a:solidFill>
                  <a:latin typeface="Impact" panose="020B0806030902050204" pitchFamily="34" charset="0"/>
                </a:endParaRPr>
              </a:p>
            </p:txBody>
          </p:sp>
        </p:grpSp>
        <p:grpSp>
          <p:nvGrpSpPr>
            <p:cNvPr id="44" name="组合 43">
              <a:extLst>
                <a:ext uri="{FF2B5EF4-FFF2-40B4-BE49-F238E27FC236}">
                  <a16:creationId xmlns:a16="http://schemas.microsoft.com/office/drawing/2014/main" id="{2D6FE143-D685-C4D1-11DD-DD890C407A5D}"/>
                </a:ext>
              </a:extLst>
            </p:cNvPr>
            <p:cNvGrpSpPr/>
            <p:nvPr/>
          </p:nvGrpSpPr>
          <p:grpSpPr>
            <a:xfrm>
              <a:off x="2060273" y="5748405"/>
              <a:ext cx="8097766" cy="499963"/>
              <a:chOff x="1592243" y="802566"/>
              <a:chExt cx="8097766" cy="499963"/>
            </a:xfrm>
          </p:grpSpPr>
          <p:sp>
            <p:nvSpPr>
              <p:cNvPr id="45" name="矩形 44">
                <a:extLst>
                  <a:ext uri="{FF2B5EF4-FFF2-40B4-BE49-F238E27FC236}">
                    <a16:creationId xmlns:a16="http://schemas.microsoft.com/office/drawing/2014/main" id="{E89C8B31-456C-21E7-0875-82E25864C0F2}"/>
                  </a:ext>
                </a:extLst>
              </p:cNvPr>
              <p:cNvSpPr/>
              <p:nvPr/>
            </p:nvSpPr>
            <p:spPr>
              <a:xfrm>
                <a:off x="1592243" y="802567"/>
                <a:ext cx="1027894" cy="499962"/>
              </a:xfrm>
              <a:prstGeom prst="rect">
                <a:avLst/>
              </a:prstGeom>
              <a:solidFill>
                <a:srgbClr val="1B7ADA"/>
              </a:solidFill>
              <a:ln>
                <a:solidFill>
                  <a:srgbClr val="1B7ADA"/>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CN" sz="2400" b="1" spc="300" dirty="0">
                    <a:latin typeface="Impact" panose="020B0806030902050204" pitchFamily="34" charset="0"/>
                  </a:rPr>
                  <a:t>3.9</a:t>
                </a:r>
                <a:endParaRPr lang="zh-CN" altLang="en-US" sz="2400" b="1" spc="300" dirty="0">
                  <a:latin typeface="Impact" panose="020B0806030902050204" pitchFamily="34" charset="0"/>
                </a:endParaRPr>
              </a:p>
            </p:txBody>
          </p:sp>
          <p:sp>
            <p:nvSpPr>
              <p:cNvPr id="46" name="矩形 45">
                <a:extLst>
                  <a:ext uri="{FF2B5EF4-FFF2-40B4-BE49-F238E27FC236}">
                    <a16:creationId xmlns:a16="http://schemas.microsoft.com/office/drawing/2014/main" id="{18E61AB0-EE5E-9452-9EEE-2746826E2263}"/>
                  </a:ext>
                </a:extLst>
              </p:cNvPr>
              <p:cNvSpPr/>
              <p:nvPr/>
            </p:nvSpPr>
            <p:spPr>
              <a:xfrm>
                <a:off x="2620137" y="802566"/>
                <a:ext cx="7069872" cy="499962"/>
              </a:xfrm>
              <a:prstGeom prst="rect">
                <a:avLst/>
              </a:prstGeom>
              <a:noFill/>
              <a:ln>
                <a:solidFill>
                  <a:srgbClr val="1B7ADA"/>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r>
                  <a:rPr lang="zh-CN" altLang="en-US" sz="2800" b="1" spc="300" dirty="0">
                    <a:solidFill>
                      <a:schemeClr val="tx1"/>
                    </a:solidFill>
                    <a:latin typeface="Impact" panose="020B0806030902050204" pitchFamily="34" charset="0"/>
                  </a:rPr>
                  <a:t>  </a:t>
                </a:r>
                <a:r>
                  <a:rPr lang="en-US" altLang="zh-CN" sz="2400" b="1" spc="300" dirty="0">
                    <a:solidFill>
                      <a:schemeClr val="tx1"/>
                    </a:solidFill>
                    <a:latin typeface="+mn-ea"/>
                  </a:rPr>
                  <a:t>802.11</a:t>
                </a:r>
                <a:r>
                  <a:rPr lang="zh-CN" altLang="en-US" sz="2400" b="1" spc="300" dirty="0">
                    <a:solidFill>
                      <a:schemeClr val="tx1"/>
                    </a:solidFill>
                    <a:latin typeface="Impact" panose="020B0806030902050204" pitchFamily="34" charset="0"/>
                  </a:rPr>
                  <a:t>无线局域网</a:t>
                </a:r>
                <a:endParaRPr lang="zh-CN" altLang="en-US" sz="2800" b="1" spc="300" dirty="0">
                  <a:solidFill>
                    <a:schemeClr val="tx1"/>
                  </a:solidFill>
                  <a:latin typeface="Impact" panose="020B0806030902050204" pitchFamily="34" charset="0"/>
                </a:endParaRPr>
              </a:p>
            </p:txBody>
          </p:sp>
        </p:grpSp>
      </p:grpSp>
    </p:spTree>
    <p:extLst>
      <p:ext uri="{BB962C8B-B14F-4D97-AF65-F5344CB8AC3E}">
        <p14:creationId xmlns:p14="http://schemas.microsoft.com/office/powerpoint/2010/main" val="3119598110"/>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30" presetClass="entr" presetSubtype="0" fill="hold" nodeType="withEffect">
                                  <p:stCondLst>
                                    <p:cond delay="0"/>
                                  </p:stCondLst>
                                  <p:childTnLst>
                                    <p:set>
                                      <p:cBhvr>
                                        <p:cTn id="6" dur="1" fill="hold">
                                          <p:stCondLst>
                                            <p:cond delay="0"/>
                                          </p:stCondLst>
                                        </p:cTn>
                                        <p:tgtEl>
                                          <p:spTgt spid="2"/>
                                        </p:tgtEl>
                                        <p:attrNameLst>
                                          <p:attrName>style.visibility</p:attrName>
                                        </p:attrNameLst>
                                      </p:cBhvr>
                                      <p:to>
                                        <p:strVal val="visible"/>
                                      </p:to>
                                    </p:set>
                                    <p:animEffect transition="in" filter="fade">
                                      <p:cBhvr>
                                        <p:cTn id="7" dur="800" decel="100000"/>
                                        <p:tgtEl>
                                          <p:spTgt spid="2"/>
                                        </p:tgtEl>
                                      </p:cBhvr>
                                    </p:animEffect>
                                    <p:anim calcmode="lin" valueType="num">
                                      <p:cBhvr>
                                        <p:cTn id="8" dur="800" decel="100000" fill="hold"/>
                                        <p:tgtEl>
                                          <p:spTgt spid="2"/>
                                        </p:tgtEl>
                                        <p:attrNameLst>
                                          <p:attrName>style.rotation</p:attrName>
                                        </p:attrNameLst>
                                      </p:cBhvr>
                                      <p:tavLst>
                                        <p:tav tm="0">
                                          <p:val>
                                            <p:fltVal val="-90"/>
                                          </p:val>
                                        </p:tav>
                                        <p:tav tm="100000">
                                          <p:val>
                                            <p:fltVal val="0"/>
                                          </p:val>
                                        </p:tav>
                                      </p:tavLst>
                                    </p:anim>
                                    <p:anim calcmode="lin" valueType="num">
                                      <p:cBhvr>
                                        <p:cTn id="9" dur="800" decel="100000" fill="hold"/>
                                        <p:tgtEl>
                                          <p:spTgt spid="2"/>
                                        </p:tgtEl>
                                        <p:attrNameLst>
                                          <p:attrName>ppt_x</p:attrName>
                                        </p:attrNameLst>
                                      </p:cBhvr>
                                      <p:tavLst>
                                        <p:tav tm="0">
                                          <p:val>
                                            <p:strVal val="#ppt_x+0.4"/>
                                          </p:val>
                                        </p:tav>
                                        <p:tav tm="100000">
                                          <p:val>
                                            <p:strVal val="#ppt_x-0.05"/>
                                          </p:val>
                                        </p:tav>
                                      </p:tavLst>
                                    </p:anim>
                                    <p:anim calcmode="lin" valueType="num">
                                      <p:cBhvr>
                                        <p:cTn id="10" dur="800" decel="100000" fill="hold"/>
                                        <p:tgtEl>
                                          <p:spTgt spid="2"/>
                                        </p:tgtEl>
                                        <p:attrNameLst>
                                          <p:attrName>ppt_y</p:attrName>
                                        </p:attrNameLst>
                                      </p:cBhvr>
                                      <p:tavLst>
                                        <p:tav tm="0">
                                          <p:val>
                                            <p:strVal val="#ppt_y-0.4"/>
                                          </p:val>
                                        </p:tav>
                                        <p:tav tm="100000">
                                          <p:val>
                                            <p:strVal val="#ppt_y+0.1"/>
                                          </p:val>
                                        </p:tav>
                                      </p:tavLst>
                                    </p:anim>
                                    <p:anim calcmode="lin" valueType="num">
                                      <p:cBhvr>
                                        <p:cTn id="11" dur="200" accel="100000" fill="hold">
                                          <p:stCondLst>
                                            <p:cond delay="800"/>
                                          </p:stCondLst>
                                        </p:cTn>
                                        <p:tgtEl>
                                          <p:spTgt spid="2"/>
                                        </p:tgtEl>
                                        <p:attrNameLst>
                                          <p:attrName>ppt_x</p:attrName>
                                        </p:attrNameLst>
                                      </p:cBhvr>
                                      <p:tavLst>
                                        <p:tav tm="0">
                                          <p:val>
                                            <p:strVal val="#ppt_x-0.05"/>
                                          </p:val>
                                        </p:tav>
                                        <p:tav tm="100000">
                                          <p:val>
                                            <p:strVal val="#ppt_x"/>
                                          </p:val>
                                        </p:tav>
                                      </p:tavLst>
                                    </p:anim>
                                    <p:anim calcmode="lin" valueType="num">
                                      <p:cBhvr>
                                        <p:cTn id="12" dur="200" accel="100000" fill="hold">
                                          <p:stCondLst>
                                            <p:cond delay="800"/>
                                          </p:stCondLst>
                                        </p:cTn>
                                        <p:tgtEl>
                                          <p:spTgt spid="2"/>
                                        </p:tgtEl>
                                        <p:attrNameLst>
                                          <p:attrName>ppt_y</p:attrName>
                                        </p:attrNameLst>
                                      </p:cBhvr>
                                      <p:tavLst>
                                        <p:tav tm="0">
                                          <p:val>
                                            <p:strVal val="#ppt_y+0.1"/>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3" name="组合 2">
            <a:extLst>
              <a:ext uri="{FF2B5EF4-FFF2-40B4-BE49-F238E27FC236}">
                <a16:creationId xmlns:a16="http://schemas.microsoft.com/office/drawing/2014/main" id="{EC90BE10-D9B4-A4DD-2F61-2C5491F21E3B}"/>
              </a:ext>
            </a:extLst>
          </p:cNvPr>
          <p:cNvGrpSpPr/>
          <p:nvPr/>
        </p:nvGrpSpPr>
        <p:grpSpPr>
          <a:xfrm>
            <a:off x="2558888" y="1188116"/>
            <a:ext cx="7098583" cy="2606668"/>
            <a:chOff x="3156764" y="1188116"/>
            <a:chExt cx="7098583" cy="2606668"/>
          </a:xfrm>
        </p:grpSpPr>
        <p:sp>
          <p:nvSpPr>
            <p:cNvPr id="12" name="íşlïḍè"/>
            <p:cNvSpPr txBox="1"/>
            <p:nvPr/>
          </p:nvSpPr>
          <p:spPr>
            <a:xfrm>
              <a:off x="4563496" y="1188116"/>
              <a:ext cx="4287076" cy="419100"/>
            </a:xfrm>
            <a:prstGeom prst="rect">
              <a:avLst/>
            </a:prstGeom>
            <a:noFill/>
          </p:spPr>
          <p:txBody>
            <a:bodyPr wrap="square" lIns="91440" tIns="45720" rIns="91440" bIns="45720" anchor="ctr">
              <a:noAutofit/>
            </a:bodyPr>
            <a:lstStyle/>
            <a:p>
              <a:pPr algn="ctr"/>
              <a:r>
                <a:rPr lang="en-US" altLang="zh-CN" sz="2400" b="1" dirty="0"/>
                <a:t>3.1 </a:t>
              </a:r>
              <a:r>
                <a:rPr lang="zh-CN" altLang="en-US" sz="2400" b="1" dirty="0"/>
                <a:t>数据链路层概述</a:t>
              </a:r>
              <a:endParaRPr lang="en-US" altLang="zh-CN" sz="2400" b="1" dirty="0"/>
            </a:p>
          </p:txBody>
        </p:sp>
        <p:grpSp>
          <p:nvGrpSpPr>
            <p:cNvPr id="6" name="组合 5"/>
            <p:cNvGrpSpPr/>
            <p:nvPr/>
          </p:nvGrpSpPr>
          <p:grpSpPr>
            <a:xfrm>
              <a:off x="3156764" y="2010058"/>
              <a:ext cx="7098583" cy="595554"/>
              <a:chOff x="1183243" y="2200834"/>
              <a:chExt cx="7098583" cy="595554"/>
            </a:xfrm>
          </p:grpSpPr>
          <p:sp>
            <p:nvSpPr>
              <p:cNvPr id="5" name="平行四边形 4"/>
              <p:cNvSpPr/>
              <p:nvPr/>
            </p:nvSpPr>
            <p:spPr>
              <a:xfrm>
                <a:off x="1183243" y="2200834"/>
                <a:ext cx="828092" cy="595554"/>
              </a:xfrm>
              <a:prstGeom prst="parallelogram">
                <a:avLst/>
              </a:prstGeom>
              <a:solidFill>
                <a:schemeClr val="accent3">
                  <a:lumMod val="75000"/>
                </a:schemeClr>
              </a:solidFill>
              <a:ln>
                <a:solidFill>
                  <a:schemeClr val="accent3">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CN" sz="2800" dirty="0">
                    <a:latin typeface="Impact" panose="020B0806030902050204" pitchFamily="34" charset="0"/>
                  </a:rPr>
                  <a:t>01</a:t>
                </a:r>
                <a:endParaRPr lang="zh-CN" altLang="en-US" sz="2800" dirty="0">
                  <a:latin typeface="Impact" panose="020B0806030902050204" pitchFamily="34" charset="0"/>
                </a:endParaRPr>
              </a:p>
            </p:txBody>
          </p:sp>
          <p:sp>
            <p:nvSpPr>
              <p:cNvPr id="25" name="平行四边形 24"/>
              <p:cNvSpPr/>
              <p:nvPr/>
            </p:nvSpPr>
            <p:spPr>
              <a:xfrm>
                <a:off x="1858679" y="2200834"/>
                <a:ext cx="6423147" cy="595554"/>
              </a:xfrm>
              <a:prstGeom prst="parallelogram">
                <a:avLst/>
              </a:prstGeom>
              <a:noFill/>
              <a:ln>
                <a:solidFill>
                  <a:schemeClr val="accent3">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r>
                  <a:rPr lang="zh-CN" altLang="en-US" sz="2200" b="1" dirty="0">
                    <a:solidFill>
                      <a:schemeClr val="tx1"/>
                    </a:solidFill>
                    <a:latin typeface="Impact" panose="020B0806030902050204" pitchFamily="34" charset="0"/>
                  </a:rPr>
                  <a:t>数据链路层在网络体系结构中所处的地位</a:t>
                </a:r>
              </a:p>
            </p:txBody>
          </p:sp>
        </p:grpSp>
        <p:grpSp>
          <p:nvGrpSpPr>
            <p:cNvPr id="32" name="组合 31"/>
            <p:cNvGrpSpPr/>
            <p:nvPr/>
          </p:nvGrpSpPr>
          <p:grpSpPr>
            <a:xfrm>
              <a:off x="3156764" y="3199230"/>
              <a:ext cx="7098583" cy="595554"/>
              <a:chOff x="1183242" y="3390006"/>
              <a:chExt cx="7098583" cy="595554"/>
            </a:xfrm>
          </p:grpSpPr>
          <p:sp>
            <p:nvSpPr>
              <p:cNvPr id="27" name="平行四边形 26"/>
              <p:cNvSpPr/>
              <p:nvPr/>
            </p:nvSpPr>
            <p:spPr>
              <a:xfrm>
                <a:off x="1183242" y="3390006"/>
                <a:ext cx="828092" cy="595554"/>
              </a:xfrm>
              <a:prstGeom prst="parallelogram">
                <a:avLst/>
              </a:prstGeom>
              <a:solidFill>
                <a:schemeClr val="accent3">
                  <a:lumMod val="75000"/>
                </a:schemeClr>
              </a:solidFill>
              <a:ln>
                <a:solidFill>
                  <a:schemeClr val="accent3">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CN" sz="2800" dirty="0">
                    <a:latin typeface="Impact" panose="020B0806030902050204" pitchFamily="34" charset="0"/>
                  </a:rPr>
                  <a:t>02</a:t>
                </a:r>
                <a:endParaRPr lang="zh-CN" altLang="en-US" sz="2800" dirty="0">
                  <a:latin typeface="Impact" panose="020B0806030902050204" pitchFamily="34" charset="0"/>
                </a:endParaRPr>
              </a:p>
            </p:txBody>
          </p:sp>
          <p:sp>
            <p:nvSpPr>
              <p:cNvPr id="28" name="平行四边形 27"/>
              <p:cNvSpPr/>
              <p:nvPr/>
            </p:nvSpPr>
            <p:spPr>
              <a:xfrm>
                <a:off x="1858679" y="3390006"/>
                <a:ext cx="6423146" cy="595554"/>
              </a:xfrm>
              <a:prstGeom prst="parallelogram">
                <a:avLst/>
              </a:prstGeom>
              <a:noFill/>
              <a:ln>
                <a:solidFill>
                  <a:schemeClr val="accent3">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r>
                  <a:rPr lang="zh-CN" altLang="en-US" sz="2200" b="1" dirty="0">
                    <a:solidFill>
                      <a:schemeClr val="tx1"/>
                    </a:solidFill>
                    <a:latin typeface="Impact" panose="020B0806030902050204" pitchFamily="34" charset="0"/>
                  </a:rPr>
                  <a:t>链路、数据链路和帧</a:t>
                </a:r>
              </a:p>
            </p:txBody>
          </p:sp>
        </p:grpSp>
      </p:grpSp>
    </p:spTree>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42" presetClass="entr" presetSubtype="0" fill="hold" nodeType="withEffect">
                                  <p:stCondLst>
                                    <p:cond delay="0"/>
                                  </p:stCondLst>
                                  <p:childTnLst>
                                    <p:set>
                                      <p:cBhvr>
                                        <p:cTn id="6" dur="1" fill="hold">
                                          <p:stCondLst>
                                            <p:cond delay="0"/>
                                          </p:stCondLst>
                                        </p:cTn>
                                        <p:tgtEl>
                                          <p:spTgt spid="3"/>
                                        </p:tgtEl>
                                        <p:attrNameLst>
                                          <p:attrName>style.visibility</p:attrName>
                                        </p:attrNameLst>
                                      </p:cBhvr>
                                      <p:to>
                                        <p:strVal val="visible"/>
                                      </p:to>
                                    </p:set>
                                    <p:animEffect transition="in" filter="fade">
                                      <p:cBhvr>
                                        <p:cTn id="7" dur="1000"/>
                                        <p:tgtEl>
                                          <p:spTgt spid="3"/>
                                        </p:tgtEl>
                                      </p:cBhvr>
                                    </p:animEffect>
                                    <p:anim calcmode="lin" valueType="num">
                                      <p:cBhvr>
                                        <p:cTn id="8" dur="1000" fill="hold"/>
                                        <p:tgtEl>
                                          <p:spTgt spid="3"/>
                                        </p:tgtEl>
                                        <p:attrNameLst>
                                          <p:attrName>ppt_x</p:attrName>
                                        </p:attrNameLst>
                                      </p:cBhvr>
                                      <p:tavLst>
                                        <p:tav tm="0">
                                          <p:val>
                                            <p:strVal val="#ppt_x"/>
                                          </p:val>
                                        </p:tav>
                                        <p:tav tm="100000">
                                          <p:val>
                                            <p:strVal val="#ppt_x"/>
                                          </p:val>
                                        </p:tav>
                                      </p:tavLst>
                                    </p:anim>
                                    <p:anim calcmode="lin" valueType="num">
                                      <p:cBhvr>
                                        <p:cTn id="9" dur="1000" fill="hold"/>
                                        <p:tgtEl>
                                          <p:spTgt spid="3"/>
                                        </p:tgtEl>
                                        <p:attrNameLst>
                                          <p:attrName>ppt_y</p:attrName>
                                        </p:attrNameLst>
                                      </p:cBhvr>
                                      <p:tavLst>
                                        <p:tav tm="0">
                                          <p:val>
                                            <p:strVal val="#ppt_y+.1"/>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87" name="组合 86">
            <a:extLst>
              <a:ext uri="{FF2B5EF4-FFF2-40B4-BE49-F238E27FC236}">
                <a16:creationId xmlns:a16="http://schemas.microsoft.com/office/drawing/2014/main" id="{B188D24E-8824-42CC-BAEA-EE6EDF845E9F}"/>
              </a:ext>
            </a:extLst>
          </p:cNvPr>
          <p:cNvGrpSpPr/>
          <p:nvPr/>
        </p:nvGrpSpPr>
        <p:grpSpPr>
          <a:xfrm>
            <a:off x="443162" y="2578210"/>
            <a:ext cx="11320437" cy="2477275"/>
            <a:chOff x="443162" y="2578210"/>
            <a:chExt cx="11320437" cy="2477275"/>
          </a:xfrm>
        </p:grpSpPr>
        <p:grpSp>
          <p:nvGrpSpPr>
            <p:cNvPr id="64" name="组合 63">
              <a:extLst>
                <a:ext uri="{FF2B5EF4-FFF2-40B4-BE49-F238E27FC236}">
                  <a16:creationId xmlns:a16="http://schemas.microsoft.com/office/drawing/2014/main" id="{71C0D843-E9F2-4174-9092-7CCA00C154E5}"/>
                </a:ext>
              </a:extLst>
            </p:cNvPr>
            <p:cNvGrpSpPr/>
            <p:nvPr/>
          </p:nvGrpSpPr>
          <p:grpSpPr>
            <a:xfrm>
              <a:off x="443162" y="2578210"/>
              <a:ext cx="927262" cy="2477275"/>
              <a:chOff x="573658" y="3076055"/>
              <a:chExt cx="927262" cy="2477275"/>
            </a:xfrm>
          </p:grpSpPr>
          <p:sp>
            <p:nvSpPr>
              <p:cNvPr id="54" name="矩形 53">
                <a:extLst>
                  <a:ext uri="{FF2B5EF4-FFF2-40B4-BE49-F238E27FC236}">
                    <a16:creationId xmlns:a16="http://schemas.microsoft.com/office/drawing/2014/main" id="{C7181484-5ADD-4FFF-83FC-15678E6074A1}"/>
                  </a:ext>
                </a:extLst>
              </p:cNvPr>
              <p:cNvSpPr/>
              <p:nvPr/>
            </p:nvSpPr>
            <p:spPr>
              <a:xfrm>
                <a:off x="573658" y="5057875"/>
                <a:ext cx="927262" cy="495455"/>
              </a:xfrm>
              <a:prstGeom prst="rect">
                <a:avLst/>
              </a:prstGeom>
              <a:solidFill>
                <a:schemeClr val="tx2"/>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zh-CN" altLang="en-US" b="1" dirty="0"/>
                  <a:t>物理层</a:t>
                </a:r>
              </a:p>
            </p:txBody>
          </p:sp>
          <p:sp>
            <p:nvSpPr>
              <p:cNvPr id="55" name="矩形 54">
                <a:extLst>
                  <a:ext uri="{FF2B5EF4-FFF2-40B4-BE49-F238E27FC236}">
                    <a16:creationId xmlns:a16="http://schemas.microsoft.com/office/drawing/2014/main" id="{FAD05537-2960-4D1E-A544-66BD66899D7B}"/>
                  </a:ext>
                </a:extLst>
              </p:cNvPr>
              <p:cNvSpPr/>
              <p:nvPr/>
            </p:nvSpPr>
            <p:spPr>
              <a:xfrm>
                <a:off x="573658" y="3571510"/>
                <a:ext cx="927262" cy="495455"/>
              </a:xfrm>
              <a:prstGeom prst="rect">
                <a:avLst/>
              </a:prstGeom>
              <a:solidFill>
                <a:schemeClr val="accent3"/>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zh-CN" altLang="en-US" b="1" dirty="0"/>
                  <a:t>运输层</a:t>
                </a:r>
              </a:p>
            </p:txBody>
          </p:sp>
          <p:sp>
            <p:nvSpPr>
              <p:cNvPr id="56" name="矩形 55">
                <a:extLst>
                  <a:ext uri="{FF2B5EF4-FFF2-40B4-BE49-F238E27FC236}">
                    <a16:creationId xmlns:a16="http://schemas.microsoft.com/office/drawing/2014/main" id="{262128D0-92C5-421F-B99F-97B0A8F5778F}"/>
                  </a:ext>
                </a:extLst>
              </p:cNvPr>
              <p:cNvSpPr/>
              <p:nvPr/>
            </p:nvSpPr>
            <p:spPr>
              <a:xfrm>
                <a:off x="573658" y="4067816"/>
                <a:ext cx="927262" cy="495455"/>
              </a:xfrm>
              <a:prstGeom prst="rect">
                <a:avLst/>
              </a:prstGeom>
              <a:solidFill>
                <a:schemeClr val="accent6"/>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zh-CN" altLang="en-US" b="1" dirty="0"/>
                  <a:t>网络层</a:t>
                </a:r>
              </a:p>
            </p:txBody>
          </p:sp>
          <p:sp>
            <p:nvSpPr>
              <p:cNvPr id="57" name="矩形 56">
                <a:extLst>
                  <a:ext uri="{FF2B5EF4-FFF2-40B4-BE49-F238E27FC236}">
                    <a16:creationId xmlns:a16="http://schemas.microsoft.com/office/drawing/2014/main" id="{E7F6111F-36C4-482E-ADDE-9C1B20CB4798}"/>
                  </a:ext>
                </a:extLst>
              </p:cNvPr>
              <p:cNvSpPr/>
              <p:nvPr/>
            </p:nvSpPr>
            <p:spPr>
              <a:xfrm>
                <a:off x="573658" y="4562420"/>
                <a:ext cx="927262" cy="495455"/>
              </a:xfrm>
              <a:prstGeom prst="rect">
                <a:avLst/>
              </a:prstGeom>
              <a:solidFill>
                <a:schemeClr val="accent4"/>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zh-CN" altLang="en-US" b="1" dirty="0"/>
                  <a:t>链路层</a:t>
                </a:r>
              </a:p>
            </p:txBody>
          </p:sp>
          <p:sp>
            <p:nvSpPr>
              <p:cNvPr id="58" name="矩形 57">
                <a:extLst>
                  <a:ext uri="{FF2B5EF4-FFF2-40B4-BE49-F238E27FC236}">
                    <a16:creationId xmlns:a16="http://schemas.microsoft.com/office/drawing/2014/main" id="{2ED499FF-90FC-4315-8B38-CDC41E37E10D}"/>
                  </a:ext>
                </a:extLst>
              </p:cNvPr>
              <p:cNvSpPr/>
              <p:nvPr/>
            </p:nvSpPr>
            <p:spPr>
              <a:xfrm>
                <a:off x="573658" y="3076055"/>
                <a:ext cx="927262" cy="495455"/>
              </a:xfrm>
              <a:prstGeom prst="rect">
                <a:avLst/>
              </a:prstGeom>
              <a:solidFill>
                <a:schemeClr val="accent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zh-CN" altLang="en-US" b="1" dirty="0"/>
                  <a:t>应用层</a:t>
                </a:r>
              </a:p>
            </p:txBody>
          </p:sp>
        </p:grpSp>
        <p:grpSp>
          <p:nvGrpSpPr>
            <p:cNvPr id="65" name="组合 64">
              <a:extLst>
                <a:ext uri="{FF2B5EF4-FFF2-40B4-BE49-F238E27FC236}">
                  <a16:creationId xmlns:a16="http://schemas.microsoft.com/office/drawing/2014/main" id="{F84EAC27-CF46-4608-8DD3-7353BF866D2F}"/>
                </a:ext>
              </a:extLst>
            </p:cNvPr>
            <p:cNvGrpSpPr/>
            <p:nvPr/>
          </p:nvGrpSpPr>
          <p:grpSpPr>
            <a:xfrm>
              <a:off x="10836337" y="2578210"/>
              <a:ext cx="927262" cy="2477275"/>
              <a:chOff x="573658" y="3055993"/>
              <a:chExt cx="927262" cy="2477275"/>
            </a:xfrm>
          </p:grpSpPr>
          <p:sp>
            <p:nvSpPr>
              <p:cNvPr id="66" name="矩形 65">
                <a:extLst>
                  <a:ext uri="{FF2B5EF4-FFF2-40B4-BE49-F238E27FC236}">
                    <a16:creationId xmlns:a16="http://schemas.microsoft.com/office/drawing/2014/main" id="{5A74A63A-2FEE-43FC-968F-BD53ED2B0050}"/>
                  </a:ext>
                </a:extLst>
              </p:cNvPr>
              <p:cNvSpPr/>
              <p:nvPr/>
            </p:nvSpPr>
            <p:spPr>
              <a:xfrm>
                <a:off x="573658" y="5037813"/>
                <a:ext cx="927262" cy="495455"/>
              </a:xfrm>
              <a:prstGeom prst="rect">
                <a:avLst/>
              </a:prstGeom>
              <a:solidFill>
                <a:schemeClr val="tx2"/>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zh-CN" altLang="en-US" b="1" dirty="0"/>
                  <a:t>物理层</a:t>
                </a:r>
              </a:p>
            </p:txBody>
          </p:sp>
          <p:sp>
            <p:nvSpPr>
              <p:cNvPr id="67" name="矩形 66">
                <a:extLst>
                  <a:ext uri="{FF2B5EF4-FFF2-40B4-BE49-F238E27FC236}">
                    <a16:creationId xmlns:a16="http://schemas.microsoft.com/office/drawing/2014/main" id="{5C800900-6A7C-4B6C-B56A-3326E51CE61B}"/>
                  </a:ext>
                </a:extLst>
              </p:cNvPr>
              <p:cNvSpPr/>
              <p:nvPr/>
            </p:nvSpPr>
            <p:spPr>
              <a:xfrm>
                <a:off x="573658" y="3551448"/>
                <a:ext cx="927262" cy="495455"/>
              </a:xfrm>
              <a:prstGeom prst="rect">
                <a:avLst/>
              </a:prstGeom>
              <a:solidFill>
                <a:schemeClr val="accent3"/>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zh-CN" altLang="en-US" b="1" dirty="0"/>
                  <a:t>运输层</a:t>
                </a:r>
              </a:p>
            </p:txBody>
          </p:sp>
          <p:sp>
            <p:nvSpPr>
              <p:cNvPr id="68" name="矩形 67">
                <a:extLst>
                  <a:ext uri="{FF2B5EF4-FFF2-40B4-BE49-F238E27FC236}">
                    <a16:creationId xmlns:a16="http://schemas.microsoft.com/office/drawing/2014/main" id="{D1C1B837-4FB6-452D-A09B-CCDFC232881D}"/>
                  </a:ext>
                </a:extLst>
              </p:cNvPr>
              <p:cNvSpPr/>
              <p:nvPr/>
            </p:nvSpPr>
            <p:spPr>
              <a:xfrm>
                <a:off x="573658" y="4047754"/>
                <a:ext cx="927262" cy="495455"/>
              </a:xfrm>
              <a:prstGeom prst="rect">
                <a:avLst/>
              </a:prstGeom>
              <a:solidFill>
                <a:schemeClr val="accent6"/>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zh-CN" altLang="en-US" b="1" dirty="0"/>
                  <a:t>网络层</a:t>
                </a:r>
              </a:p>
            </p:txBody>
          </p:sp>
          <p:sp>
            <p:nvSpPr>
              <p:cNvPr id="69" name="矩形 68">
                <a:extLst>
                  <a:ext uri="{FF2B5EF4-FFF2-40B4-BE49-F238E27FC236}">
                    <a16:creationId xmlns:a16="http://schemas.microsoft.com/office/drawing/2014/main" id="{38A4D823-4AD6-4054-A64D-3B609A6F3C87}"/>
                  </a:ext>
                </a:extLst>
              </p:cNvPr>
              <p:cNvSpPr/>
              <p:nvPr/>
            </p:nvSpPr>
            <p:spPr>
              <a:xfrm>
                <a:off x="573658" y="4542358"/>
                <a:ext cx="927262" cy="495455"/>
              </a:xfrm>
              <a:prstGeom prst="rect">
                <a:avLst/>
              </a:prstGeom>
              <a:solidFill>
                <a:schemeClr val="accent4"/>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zh-CN" altLang="en-US" b="1" dirty="0"/>
                  <a:t>链路层</a:t>
                </a:r>
              </a:p>
            </p:txBody>
          </p:sp>
          <p:sp>
            <p:nvSpPr>
              <p:cNvPr id="70" name="矩形 69">
                <a:extLst>
                  <a:ext uri="{FF2B5EF4-FFF2-40B4-BE49-F238E27FC236}">
                    <a16:creationId xmlns:a16="http://schemas.microsoft.com/office/drawing/2014/main" id="{CC8D6016-CEF3-4636-A9D0-4FB5976F31A0}"/>
                  </a:ext>
                </a:extLst>
              </p:cNvPr>
              <p:cNvSpPr/>
              <p:nvPr/>
            </p:nvSpPr>
            <p:spPr>
              <a:xfrm>
                <a:off x="573658" y="3055993"/>
                <a:ext cx="927262" cy="495455"/>
              </a:xfrm>
              <a:prstGeom prst="rect">
                <a:avLst/>
              </a:prstGeom>
              <a:solidFill>
                <a:schemeClr val="accent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zh-CN" altLang="en-US" b="1" dirty="0"/>
                  <a:t>应用层</a:t>
                </a:r>
              </a:p>
            </p:txBody>
          </p:sp>
        </p:grpSp>
      </p:grpSp>
      <p:grpSp>
        <p:nvGrpSpPr>
          <p:cNvPr id="86" name="组合 85">
            <a:extLst>
              <a:ext uri="{FF2B5EF4-FFF2-40B4-BE49-F238E27FC236}">
                <a16:creationId xmlns:a16="http://schemas.microsoft.com/office/drawing/2014/main" id="{9B0688EE-09DD-41EB-AB33-197FC381A6B2}"/>
              </a:ext>
            </a:extLst>
          </p:cNvPr>
          <p:cNvGrpSpPr/>
          <p:nvPr/>
        </p:nvGrpSpPr>
        <p:grpSpPr>
          <a:xfrm>
            <a:off x="3444676" y="3569971"/>
            <a:ext cx="5255824" cy="1485514"/>
            <a:chOff x="3444676" y="3569971"/>
            <a:chExt cx="5255824" cy="1485514"/>
          </a:xfrm>
        </p:grpSpPr>
        <p:grpSp>
          <p:nvGrpSpPr>
            <p:cNvPr id="71" name="组合 70">
              <a:extLst>
                <a:ext uri="{FF2B5EF4-FFF2-40B4-BE49-F238E27FC236}">
                  <a16:creationId xmlns:a16="http://schemas.microsoft.com/office/drawing/2014/main" id="{B2FC82EB-3BBF-41E8-B07A-C9A09AF20C1D}"/>
                </a:ext>
              </a:extLst>
            </p:cNvPr>
            <p:cNvGrpSpPr/>
            <p:nvPr/>
          </p:nvGrpSpPr>
          <p:grpSpPr>
            <a:xfrm>
              <a:off x="3444676" y="3569971"/>
              <a:ext cx="1820192" cy="1485514"/>
              <a:chOff x="5164841" y="3462133"/>
              <a:chExt cx="1820192" cy="1485514"/>
            </a:xfrm>
          </p:grpSpPr>
          <p:sp>
            <p:nvSpPr>
              <p:cNvPr id="59" name="矩形 58">
                <a:extLst>
                  <a:ext uri="{FF2B5EF4-FFF2-40B4-BE49-F238E27FC236}">
                    <a16:creationId xmlns:a16="http://schemas.microsoft.com/office/drawing/2014/main" id="{7869CE95-7AFE-45AB-9F51-AB89B130FEE3}"/>
                  </a:ext>
                </a:extLst>
              </p:cNvPr>
              <p:cNvSpPr/>
              <p:nvPr/>
            </p:nvSpPr>
            <p:spPr>
              <a:xfrm>
                <a:off x="5164841" y="4452192"/>
                <a:ext cx="883201" cy="495455"/>
              </a:xfrm>
              <a:prstGeom prst="rect">
                <a:avLst/>
              </a:prstGeom>
              <a:solidFill>
                <a:schemeClr val="tx2"/>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zh-CN" altLang="en-US" b="1" dirty="0"/>
                  <a:t>物理层</a:t>
                </a:r>
              </a:p>
            </p:txBody>
          </p:sp>
          <p:sp>
            <p:nvSpPr>
              <p:cNvPr id="60" name="矩形 59">
                <a:extLst>
                  <a:ext uri="{FF2B5EF4-FFF2-40B4-BE49-F238E27FC236}">
                    <a16:creationId xmlns:a16="http://schemas.microsoft.com/office/drawing/2014/main" id="{842D0DE0-115F-4D7C-A2C6-9F302A45971F}"/>
                  </a:ext>
                </a:extLst>
              </p:cNvPr>
              <p:cNvSpPr/>
              <p:nvPr/>
            </p:nvSpPr>
            <p:spPr>
              <a:xfrm>
                <a:off x="5164841" y="3462133"/>
                <a:ext cx="1820192" cy="495455"/>
              </a:xfrm>
              <a:prstGeom prst="rect">
                <a:avLst/>
              </a:prstGeom>
              <a:solidFill>
                <a:schemeClr val="accent6"/>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zh-CN" altLang="en-US" b="1" dirty="0"/>
                  <a:t>网络层</a:t>
                </a:r>
              </a:p>
            </p:txBody>
          </p:sp>
          <p:sp>
            <p:nvSpPr>
              <p:cNvPr id="61" name="矩形 60">
                <a:extLst>
                  <a:ext uri="{FF2B5EF4-FFF2-40B4-BE49-F238E27FC236}">
                    <a16:creationId xmlns:a16="http://schemas.microsoft.com/office/drawing/2014/main" id="{77365ECF-C4EF-45ED-A5B1-FC6AD0CDB546}"/>
                  </a:ext>
                </a:extLst>
              </p:cNvPr>
              <p:cNvSpPr/>
              <p:nvPr/>
            </p:nvSpPr>
            <p:spPr>
              <a:xfrm>
                <a:off x="5164841" y="3956737"/>
                <a:ext cx="883201" cy="495455"/>
              </a:xfrm>
              <a:prstGeom prst="rect">
                <a:avLst/>
              </a:prstGeom>
              <a:solidFill>
                <a:schemeClr val="accent4"/>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zh-CN" altLang="en-US" b="1" dirty="0"/>
                  <a:t>链路层</a:t>
                </a:r>
              </a:p>
            </p:txBody>
          </p:sp>
          <p:sp>
            <p:nvSpPr>
              <p:cNvPr id="62" name="矩形 61">
                <a:extLst>
                  <a:ext uri="{FF2B5EF4-FFF2-40B4-BE49-F238E27FC236}">
                    <a16:creationId xmlns:a16="http://schemas.microsoft.com/office/drawing/2014/main" id="{3502C54A-92AA-455D-A45C-F857B0FF8E01}"/>
                  </a:ext>
                </a:extLst>
              </p:cNvPr>
              <p:cNvSpPr/>
              <p:nvPr/>
            </p:nvSpPr>
            <p:spPr>
              <a:xfrm>
                <a:off x="6101832" y="4451342"/>
                <a:ext cx="883201" cy="495455"/>
              </a:xfrm>
              <a:prstGeom prst="rect">
                <a:avLst/>
              </a:prstGeom>
              <a:solidFill>
                <a:schemeClr val="tx2"/>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zh-CN" altLang="en-US" b="1" dirty="0"/>
                  <a:t>物理层</a:t>
                </a:r>
              </a:p>
            </p:txBody>
          </p:sp>
          <p:sp>
            <p:nvSpPr>
              <p:cNvPr id="63" name="矩形 62">
                <a:extLst>
                  <a:ext uri="{FF2B5EF4-FFF2-40B4-BE49-F238E27FC236}">
                    <a16:creationId xmlns:a16="http://schemas.microsoft.com/office/drawing/2014/main" id="{64CC4069-B5B8-4B2B-B800-AC064892A70F}"/>
                  </a:ext>
                </a:extLst>
              </p:cNvPr>
              <p:cNvSpPr/>
              <p:nvPr/>
            </p:nvSpPr>
            <p:spPr>
              <a:xfrm>
                <a:off x="6101832" y="3955887"/>
                <a:ext cx="883201" cy="495455"/>
              </a:xfrm>
              <a:prstGeom prst="rect">
                <a:avLst/>
              </a:prstGeom>
              <a:solidFill>
                <a:schemeClr val="accent4"/>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zh-CN" altLang="en-US" b="1" dirty="0"/>
                  <a:t>链路层</a:t>
                </a:r>
              </a:p>
            </p:txBody>
          </p:sp>
        </p:grpSp>
        <p:grpSp>
          <p:nvGrpSpPr>
            <p:cNvPr id="72" name="组合 71">
              <a:extLst>
                <a:ext uri="{FF2B5EF4-FFF2-40B4-BE49-F238E27FC236}">
                  <a16:creationId xmlns:a16="http://schemas.microsoft.com/office/drawing/2014/main" id="{6D1EB9EB-612B-4F93-8911-FC7E0C5CED38}"/>
                </a:ext>
              </a:extLst>
            </p:cNvPr>
            <p:cNvGrpSpPr/>
            <p:nvPr/>
          </p:nvGrpSpPr>
          <p:grpSpPr>
            <a:xfrm>
              <a:off x="6880308" y="3569971"/>
              <a:ext cx="1820192" cy="1485514"/>
              <a:chOff x="5164841" y="3462133"/>
              <a:chExt cx="1820192" cy="1485514"/>
            </a:xfrm>
          </p:grpSpPr>
          <p:sp>
            <p:nvSpPr>
              <p:cNvPr id="73" name="矩形 72">
                <a:extLst>
                  <a:ext uri="{FF2B5EF4-FFF2-40B4-BE49-F238E27FC236}">
                    <a16:creationId xmlns:a16="http://schemas.microsoft.com/office/drawing/2014/main" id="{0D68AE8E-E676-4A8A-82B0-E0170686EB36}"/>
                  </a:ext>
                </a:extLst>
              </p:cNvPr>
              <p:cNvSpPr/>
              <p:nvPr/>
            </p:nvSpPr>
            <p:spPr>
              <a:xfrm>
                <a:off x="5164841" y="4452192"/>
                <a:ext cx="883201" cy="495455"/>
              </a:xfrm>
              <a:prstGeom prst="rect">
                <a:avLst/>
              </a:prstGeom>
              <a:solidFill>
                <a:schemeClr val="tx2"/>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zh-CN" altLang="en-US" b="1" dirty="0"/>
                  <a:t>物理层</a:t>
                </a:r>
              </a:p>
            </p:txBody>
          </p:sp>
          <p:sp>
            <p:nvSpPr>
              <p:cNvPr id="74" name="矩形 73">
                <a:extLst>
                  <a:ext uri="{FF2B5EF4-FFF2-40B4-BE49-F238E27FC236}">
                    <a16:creationId xmlns:a16="http://schemas.microsoft.com/office/drawing/2014/main" id="{B60B79C5-26D3-46DA-8F22-19C73B9AB09C}"/>
                  </a:ext>
                </a:extLst>
              </p:cNvPr>
              <p:cNvSpPr/>
              <p:nvPr/>
            </p:nvSpPr>
            <p:spPr>
              <a:xfrm>
                <a:off x="5164841" y="3462133"/>
                <a:ext cx="1820192" cy="495455"/>
              </a:xfrm>
              <a:prstGeom prst="rect">
                <a:avLst/>
              </a:prstGeom>
              <a:solidFill>
                <a:schemeClr val="accent6"/>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zh-CN" altLang="en-US" b="1" dirty="0"/>
                  <a:t>网络层</a:t>
                </a:r>
              </a:p>
            </p:txBody>
          </p:sp>
          <p:sp>
            <p:nvSpPr>
              <p:cNvPr id="75" name="矩形 74">
                <a:extLst>
                  <a:ext uri="{FF2B5EF4-FFF2-40B4-BE49-F238E27FC236}">
                    <a16:creationId xmlns:a16="http://schemas.microsoft.com/office/drawing/2014/main" id="{A7CBC1AF-36D8-4A47-9D86-164FAA7D2C92}"/>
                  </a:ext>
                </a:extLst>
              </p:cNvPr>
              <p:cNvSpPr/>
              <p:nvPr/>
            </p:nvSpPr>
            <p:spPr>
              <a:xfrm>
                <a:off x="5164841" y="3956737"/>
                <a:ext cx="883201" cy="495455"/>
              </a:xfrm>
              <a:prstGeom prst="rect">
                <a:avLst/>
              </a:prstGeom>
              <a:solidFill>
                <a:schemeClr val="accent4"/>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zh-CN" altLang="en-US" b="1" dirty="0"/>
                  <a:t>链路层</a:t>
                </a:r>
              </a:p>
            </p:txBody>
          </p:sp>
          <p:sp>
            <p:nvSpPr>
              <p:cNvPr id="76" name="矩形 75">
                <a:extLst>
                  <a:ext uri="{FF2B5EF4-FFF2-40B4-BE49-F238E27FC236}">
                    <a16:creationId xmlns:a16="http://schemas.microsoft.com/office/drawing/2014/main" id="{4AF1F872-C867-491A-9365-569B0696AFAC}"/>
                  </a:ext>
                </a:extLst>
              </p:cNvPr>
              <p:cNvSpPr/>
              <p:nvPr/>
            </p:nvSpPr>
            <p:spPr>
              <a:xfrm>
                <a:off x="6101832" y="4451342"/>
                <a:ext cx="883201" cy="495455"/>
              </a:xfrm>
              <a:prstGeom prst="rect">
                <a:avLst/>
              </a:prstGeom>
              <a:solidFill>
                <a:schemeClr val="tx2"/>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zh-CN" altLang="en-US" b="1" dirty="0"/>
                  <a:t>物理层</a:t>
                </a:r>
              </a:p>
            </p:txBody>
          </p:sp>
          <p:sp>
            <p:nvSpPr>
              <p:cNvPr id="77" name="矩形 76">
                <a:extLst>
                  <a:ext uri="{FF2B5EF4-FFF2-40B4-BE49-F238E27FC236}">
                    <a16:creationId xmlns:a16="http://schemas.microsoft.com/office/drawing/2014/main" id="{826BB8FD-F2D4-495D-A12C-98DE0DB3E7CF}"/>
                  </a:ext>
                </a:extLst>
              </p:cNvPr>
              <p:cNvSpPr/>
              <p:nvPr/>
            </p:nvSpPr>
            <p:spPr>
              <a:xfrm>
                <a:off x="6101832" y="3955887"/>
                <a:ext cx="883201" cy="495455"/>
              </a:xfrm>
              <a:prstGeom prst="rect">
                <a:avLst/>
              </a:prstGeom>
              <a:solidFill>
                <a:schemeClr val="accent4"/>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zh-CN" altLang="en-US" b="1" dirty="0"/>
                  <a:t>链路层</a:t>
                </a:r>
              </a:p>
            </p:txBody>
          </p:sp>
        </p:grpSp>
      </p:grpSp>
      <p:grpSp>
        <p:nvGrpSpPr>
          <p:cNvPr id="4" name="组合 3">
            <a:extLst>
              <a:ext uri="{FF2B5EF4-FFF2-40B4-BE49-F238E27FC236}">
                <a16:creationId xmlns:a16="http://schemas.microsoft.com/office/drawing/2014/main" id="{9A1EA9F2-FCB6-48C3-935F-7AE7E3AD14AC}"/>
              </a:ext>
            </a:extLst>
          </p:cNvPr>
          <p:cNvGrpSpPr/>
          <p:nvPr/>
        </p:nvGrpSpPr>
        <p:grpSpPr>
          <a:xfrm>
            <a:off x="304800" y="749300"/>
            <a:ext cx="6192344" cy="400110"/>
            <a:chOff x="424117" y="898245"/>
            <a:chExt cx="6192344" cy="400110"/>
          </a:xfrm>
        </p:grpSpPr>
        <p:sp>
          <p:nvSpPr>
            <p:cNvPr id="2" name="平行四边形 1">
              <a:extLst>
                <a:ext uri="{FF2B5EF4-FFF2-40B4-BE49-F238E27FC236}">
                  <a16:creationId xmlns:a16="http://schemas.microsoft.com/office/drawing/2014/main" id="{1F5BAA3F-9845-4F89-A2DD-8222D3E4EDAC}"/>
                </a:ext>
              </a:extLst>
            </p:cNvPr>
            <p:cNvSpPr/>
            <p:nvPr/>
          </p:nvSpPr>
          <p:spPr>
            <a:xfrm>
              <a:off x="424117" y="898245"/>
              <a:ext cx="628306" cy="387090"/>
            </a:xfrm>
            <a:prstGeom prst="parallelogram">
              <a:avLst/>
            </a:prstGeom>
            <a:solidFill>
              <a:schemeClr val="accent3">
                <a:lumMod val="75000"/>
              </a:schemeClr>
            </a:solidFill>
            <a:ln>
              <a:solidFill>
                <a:schemeClr val="accent3">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CN" sz="2200" dirty="0">
                  <a:latin typeface="Impact" panose="020B0806030902050204" pitchFamily="34" charset="0"/>
                </a:rPr>
                <a:t>01</a:t>
              </a:r>
              <a:endParaRPr lang="zh-CN" altLang="en-US" sz="2200" dirty="0">
                <a:latin typeface="Impact" panose="020B0806030902050204" pitchFamily="34" charset="0"/>
              </a:endParaRPr>
            </a:p>
          </p:txBody>
        </p:sp>
        <p:sp>
          <p:nvSpPr>
            <p:cNvPr id="3" name="文本框 2">
              <a:extLst>
                <a:ext uri="{FF2B5EF4-FFF2-40B4-BE49-F238E27FC236}">
                  <a16:creationId xmlns:a16="http://schemas.microsoft.com/office/drawing/2014/main" id="{4D6BD736-A4D3-4F26-AFED-36E11F50F70B}"/>
                </a:ext>
              </a:extLst>
            </p:cNvPr>
            <p:cNvSpPr txBox="1"/>
            <p:nvPr/>
          </p:nvSpPr>
          <p:spPr>
            <a:xfrm>
              <a:off x="1052423" y="898245"/>
              <a:ext cx="5564038" cy="400110"/>
            </a:xfrm>
            <a:prstGeom prst="rect">
              <a:avLst/>
            </a:prstGeom>
            <a:noFill/>
          </p:spPr>
          <p:txBody>
            <a:bodyPr wrap="square" rtlCol="0">
              <a:spAutoFit/>
            </a:bodyPr>
            <a:lstStyle/>
            <a:p>
              <a:r>
                <a:rPr lang="zh-CN" altLang="en-US" sz="2000" b="1" dirty="0"/>
                <a:t>数据链路层在网络体系结构中所处的地位</a:t>
              </a:r>
            </a:p>
          </p:txBody>
        </p:sp>
      </p:grpSp>
      <p:grpSp>
        <p:nvGrpSpPr>
          <p:cNvPr id="14" name="组合 13">
            <a:extLst>
              <a:ext uri="{FF2B5EF4-FFF2-40B4-BE49-F238E27FC236}">
                <a16:creationId xmlns:a16="http://schemas.microsoft.com/office/drawing/2014/main" id="{80FB0234-D0B8-4EF2-9053-98CBBA7DDA17}"/>
              </a:ext>
            </a:extLst>
          </p:cNvPr>
          <p:cNvGrpSpPr/>
          <p:nvPr/>
        </p:nvGrpSpPr>
        <p:grpSpPr>
          <a:xfrm>
            <a:off x="575386" y="1455796"/>
            <a:ext cx="11327717" cy="1140097"/>
            <a:chOff x="601699" y="1646568"/>
            <a:chExt cx="11327717" cy="1140097"/>
          </a:xfrm>
        </p:grpSpPr>
        <p:cxnSp>
          <p:nvCxnSpPr>
            <p:cNvPr id="7" name="直接连接符 6">
              <a:extLst>
                <a:ext uri="{FF2B5EF4-FFF2-40B4-BE49-F238E27FC236}">
                  <a16:creationId xmlns:a16="http://schemas.microsoft.com/office/drawing/2014/main" id="{8B53EBB6-2C5E-4702-BD38-429DE64B8287}"/>
                </a:ext>
              </a:extLst>
            </p:cNvPr>
            <p:cNvCxnSpPr>
              <a:cxnSpLocks/>
            </p:cNvCxnSpPr>
            <p:nvPr/>
          </p:nvCxnSpPr>
          <p:spPr>
            <a:xfrm>
              <a:off x="1116604" y="2429705"/>
              <a:ext cx="10027235"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pic>
          <p:nvPicPr>
            <p:cNvPr id="30" name="图形 29">
              <a:extLst>
                <a:ext uri="{FF2B5EF4-FFF2-40B4-BE49-F238E27FC236}">
                  <a16:creationId xmlns:a16="http://schemas.microsoft.com/office/drawing/2014/main" id="{72069934-95CD-4B53-B6BF-4ADE13073407}"/>
                </a:ext>
              </a:extLst>
            </p:cNvPr>
            <p:cNvPicPr>
              <a:picLocks noChangeAspect="1"/>
            </p:cNvPicPr>
            <p:nvPr/>
          </p:nvPicPr>
          <p:blipFill>
            <a:blip r:embed="rId3">
              <a:extLst>
                <a:ext uri="{28A0092B-C50C-407E-A947-70E740481C1C}">
                  <a14:useLocalDpi xmlns:a14="http://schemas.microsoft.com/office/drawing/2010/main" val="0"/>
                </a:ext>
                <a:ext uri="{96DAC541-7B7A-43D3-8B79-37D633B846F1}">
                  <asvg:svgBlip xmlns:asvg="http://schemas.microsoft.com/office/drawing/2016/SVG/main" r:embed="rId4"/>
                </a:ext>
              </a:extLst>
            </a:blip>
            <a:stretch>
              <a:fillRect/>
            </a:stretch>
          </p:blipFill>
          <p:spPr>
            <a:xfrm>
              <a:off x="601699" y="1998460"/>
              <a:ext cx="662814" cy="641082"/>
            </a:xfrm>
            <a:prstGeom prst="rect">
              <a:avLst/>
            </a:prstGeom>
          </p:spPr>
        </p:pic>
        <p:pic>
          <p:nvPicPr>
            <p:cNvPr id="32" name="图形 31">
              <a:extLst>
                <a:ext uri="{FF2B5EF4-FFF2-40B4-BE49-F238E27FC236}">
                  <a16:creationId xmlns:a16="http://schemas.microsoft.com/office/drawing/2014/main" id="{F903043D-4DEC-4303-B87B-DC6C670EA52A}"/>
                </a:ext>
              </a:extLst>
            </p:cNvPr>
            <p:cNvPicPr>
              <a:picLocks noChangeAspect="1"/>
            </p:cNvPicPr>
            <p:nvPr/>
          </p:nvPicPr>
          <p:blipFill>
            <a:blip r:embed="rId5">
              <a:extLst>
                <a:ext uri="{28A0092B-C50C-407E-A947-70E740481C1C}">
                  <a14:useLocalDpi xmlns:a14="http://schemas.microsoft.com/office/drawing/2010/main" val="0"/>
                </a:ext>
                <a:ext uri="{96DAC541-7B7A-43D3-8B79-37D633B846F1}">
                  <asvg:svgBlip xmlns:asvg="http://schemas.microsoft.com/office/drawing/2016/SVG/main" r:embed="rId6"/>
                </a:ext>
              </a:extLst>
            </a:blip>
            <a:stretch>
              <a:fillRect/>
            </a:stretch>
          </p:blipFill>
          <p:spPr>
            <a:xfrm>
              <a:off x="11075396" y="1998460"/>
              <a:ext cx="501772" cy="658576"/>
            </a:xfrm>
            <a:prstGeom prst="rect">
              <a:avLst/>
            </a:prstGeom>
          </p:spPr>
        </p:pic>
        <p:pic>
          <p:nvPicPr>
            <p:cNvPr id="33" name="图形 32">
              <a:extLst>
                <a:ext uri="{FF2B5EF4-FFF2-40B4-BE49-F238E27FC236}">
                  <a16:creationId xmlns:a16="http://schemas.microsoft.com/office/drawing/2014/main" id="{611E048E-C452-45E9-9431-6F464DFB5BA0}"/>
                </a:ext>
              </a:extLst>
            </p:cNvPr>
            <p:cNvPicPr>
              <a:picLocks noChangeAspect="1"/>
            </p:cNvPicPr>
            <p:nvPr/>
          </p:nvPicPr>
          <p:blipFill>
            <a:blip r:embed="rId7">
              <a:extLst>
                <a:ext uri="{28A0092B-C50C-407E-A947-70E740481C1C}">
                  <a14:useLocalDpi xmlns:a14="http://schemas.microsoft.com/office/drawing/2010/main" val="0"/>
                </a:ext>
                <a:ext uri="{96DAC541-7B7A-43D3-8B79-37D633B846F1}">
                  <asvg:svgBlip xmlns:asvg="http://schemas.microsoft.com/office/drawing/2016/SVG/main" r:embed="rId8"/>
                </a:ext>
              </a:extLst>
            </a:blip>
            <a:stretch>
              <a:fillRect/>
            </a:stretch>
          </p:blipFill>
          <p:spPr>
            <a:xfrm>
              <a:off x="4062028" y="2171420"/>
              <a:ext cx="638116" cy="516570"/>
            </a:xfrm>
            <a:prstGeom prst="rect">
              <a:avLst/>
            </a:prstGeom>
          </p:spPr>
        </p:pic>
        <p:pic>
          <p:nvPicPr>
            <p:cNvPr id="37" name="图形 36">
              <a:extLst>
                <a:ext uri="{FF2B5EF4-FFF2-40B4-BE49-F238E27FC236}">
                  <a16:creationId xmlns:a16="http://schemas.microsoft.com/office/drawing/2014/main" id="{7C9FB760-2FE2-4115-BFB5-8C7BC18D00A5}"/>
                </a:ext>
              </a:extLst>
            </p:cNvPr>
            <p:cNvPicPr>
              <a:picLocks noChangeAspect="1"/>
            </p:cNvPicPr>
            <p:nvPr/>
          </p:nvPicPr>
          <p:blipFill>
            <a:blip r:embed="rId7">
              <a:extLst>
                <a:ext uri="{28A0092B-C50C-407E-A947-70E740481C1C}">
                  <a14:useLocalDpi xmlns:a14="http://schemas.microsoft.com/office/drawing/2010/main" val="0"/>
                </a:ext>
                <a:ext uri="{96DAC541-7B7A-43D3-8B79-37D633B846F1}">
                  <asvg:svgBlip xmlns:asvg="http://schemas.microsoft.com/office/drawing/2016/SVG/main" r:embed="rId8"/>
                </a:ext>
              </a:extLst>
            </a:blip>
            <a:stretch>
              <a:fillRect/>
            </a:stretch>
          </p:blipFill>
          <p:spPr>
            <a:xfrm>
              <a:off x="7497660" y="2171420"/>
              <a:ext cx="638116" cy="516570"/>
            </a:xfrm>
            <a:prstGeom prst="rect">
              <a:avLst/>
            </a:prstGeom>
          </p:spPr>
        </p:pic>
        <p:grpSp>
          <p:nvGrpSpPr>
            <p:cNvPr id="10" name="组合 9">
              <a:extLst>
                <a:ext uri="{FF2B5EF4-FFF2-40B4-BE49-F238E27FC236}">
                  <a16:creationId xmlns:a16="http://schemas.microsoft.com/office/drawing/2014/main" id="{B4A1242A-788F-47C6-8136-AD60BC267AFD}"/>
                </a:ext>
              </a:extLst>
            </p:cNvPr>
            <p:cNvGrpSpPr/>
            <p:nvPr/>
          </p:nvGrpSpPr>
          <p:grpSpPr>
            <a:xfrm>
              <a:off x="2154969" y="2044381"/>
              <a:ext cx="1016602" cy="742284"/>
              <a:chOff x="2154969" y="1945707"/>
              <a:chExt cx="1016602" cy="742284"/>
            </a:xfrm>
          </p:grpSpPr>
          <p:sp>
            <p:nvSpPr>
              <p:cNvPr id="28" name="云形 27">
                <a:extLst>
                  <a:ext uri="{FF2B5EF4-FFF2-40B4-BE49-F238E27FC236}">
                    <a16:creationId xmlns:a16="http://schemas.microsoft.com/office/drawing/2014/main" id="{FD757E95-2047-49C1-9F99-8501E5E88483}"/>
                  </a:ext>
                </a:extLst>
              </p:cNvPr>
              <p:cNvSpPr/>
              <p:nvPr/>
            </p:nvSpPr>
            <p:spPr>
              <a:xfrm>
                <a:off x="2154970" y="1945707"/>
                <a:ext cx="1016601" cy="742284"/>
              </a:xfrm>
              <a:prstGeom prst="cloud">
                <a:avLst/>
              </a:prstGeom>
              <a:solidFill>
                <a:schemeClr val="bg1">
                  <a:lumMod val="85000"/>
                </a:schemeClr>
              </a:solidFill>
              <a:ln>
                <a:solidFill>
                  <a:schemeClr val="bg1">
                    <a:lumMod val="85000"/>
                  </a:schemeClr>
                </a:solidFill>
              </a:ln>
            </p:spPr>
            <p:style>
              <a:lnRef idx="2">
                <a:schemeClr val="accent3">
                  <a:shade val="50000"/>
                </a:schemeClr>
              </a:lnRef>
              <a:fillRef idx="1">
                <a:schemeClr val="accent3"/>
              </a:fillRef>
              <a:effectRef idx="0">
                <a:schemeClr val="accent3"/>
              </a:effectRef>
              <a:fontRef idx="minor">
                <a:schemeClr val="lt1"/>
              </a:fontRef>
            </p:style>
            <p:txBody>
              <a:bodyPr rtlCol="0" anchor="ctr"/>
              <a:lstStyle/>
              <a:p>
                <a:pPr algn="ctr"/>
                <a:endParaRPr lang="zh-CN" altLang="en-US" b="1" dirty="0">
                  <a:solidFill>
                    <a:schemeClr val="tx1"/>
                  </a:solidFill>
                  <a:latin typeface="宋体" panose="02010600030101010101" pitchFamily="2" charset="-122"/>
                  <a:ea typeface="宋体" panose="02010600030101010101" pitchFamily="2" charset="-122"/>
                </a:endParaRPr>
              </a:p>
            </p:txBody>
          </p:sp>
          <p:sp>
            <p:nvSpPr>
              <p:cNvPr id="5" name="文本框 4">
                <a:extLst>
                  <a:ext uri="{FF2B5EF4-FFF2-40B4-BE49-F238E27FC236}">
                    <a16:creationId xmlns:a16="http://schemas.microsoft.com/office/drawing/2014/main" id="{C697508F-6B40-443A-9F44-2BAB4BBA37D9}"/>
                  </a:ext>
                </a:extLst>
              </p:cNvPr>
              <p:cNvSpPr txBox="1"/>
              <p:nvPr/>
            </p:nvSpPr>
            <p:spPr>
              <a:xfrm>
                <a:off x="2154969" y="2125588"/>
                <a:ext cx="1016601" cy="369332"/>
              </a:xfrm>
              <a:prstGeom prst="rect">
                <a:avLst/>
              </a:prstGeom>
              <a:noFill/>
            </p:spPr>
            <p:txBody>
              <a:bodyPr wrap="square" rtlCol="0">
                <a:spAutoFit/>
              </a:bodyPr>
              <a:lstStyle/>
              <a:p>
                <a:pPr algn="ctr"/>
                <a:r>
                  <a:rPr lang="zh-CN" altLang="en-US" b="1" dirty="0">
                    <a:latin typeface="Arial Narrow" panose="020B0606020202030204" pitchFamily="34" charset="0"/>
                  </a:rPr>
                  <a:t>局域网</a:t>
                </a:r>
                <a:r>
                  <a:rPr lang="en-US" altLang="zh-CN" b="1" dirty="0">
                    <a:latin typeface="Arial Narrow" panose="020B0606020202030204" pitchFamily="34" charset="0"/>
                  </a:rPr>
                  <a:t>1</a:t>
                </a:r>
                <a:endParaRPr lang="zh-CN" altLang="en-US" b="1" dirty="0">
                  <a:latin typeface="Arial Narrow" panose="020B0606020202030204" pitchFamily="34" charset="0"/>
                </a:endParaRPr>
              </a:p>
            </p:txBody>
          </p:sp>
        </p:grpSp>
        <p:grpSp>
          <p:nvGrpSpPr>
            <p:cNvPr id="12" name="组合 11">
              <a:extLst>
                <a:ext uri="{FF2B5EF4-FFF2-40B4-BE49-F238E27FC236}">
                  <a16:creationId xmlns:a16="http://schemas.microsoft.com/office/drawing/2014/main" id="{2D6589C9-0702-4C02-87E1-460767C3439C}"/>
                </a:ext>
              </a:extLst>
            </p:cNvPr>
            <p:cNvGrpSpPr/>
            <p:nvPr/>
          </p:nvGrpSpPr>
          <p:grpSpPr>
            <a:xfrm>
              <a:off x="9026232" y="2044381"/>
              <a:ext cx="1016603" cy="742284"/>
              <a:chOff x="9026232" y="1945707"/>
              <a:chExt cx="1016603" cy="742284"/>
            </a:xfrm>
          </p:grpSpPr>
          <p:sp>
            <p:nvSpPr>
              <p:cNvPr id="36" name="云形 35">
                <a:extLst>
                  <a:ext uri="{FF2B5EF4-FFF2-40B4-BE49-F238E27FC236}">
                    <a16:creationId xmlns:a16="http://schemas.microsoft.com/office/drawing/2014/main" id="{61214048-9CA2-4ACD-BC72-12BF7D7A259E}"/>
                  </a:ext>
                </a:extLst>
              </p:cNvPr>
              <p:cNvSpPr/>
              <p:nvPr/>
            </p:nvSpPr>
            <p:spPr>
              <a:xfrm>
                <a:off x="9026234" y="1945707"/>
                <a:ext cx="1016601" cy="742284"/>
              </a:xfrm>
              <a:prstGeom prst="cloud">
                <a:avLst/>
              </a:prstGeom>
              <a:solidFill>
                <a:schemeClr val="bg1">
                  <a:lumMod val="85000"/>
                </a:schemeClr>
              </a:solidFill>
              <a:ln>
                <a:solidFill>
                  <a:schemeClr val="bg1">
                    <a:lumMod val="85000"/>
                  </a:schemeClr>
                </a:solidFill>
              </a:ln>
            </p:spPr>
            <p:style>
              <a:lnRef idx="2">
                <a:schemeClr val="accent3">
                  <a:shade val="50000"/>
                </a:schemeClr>
              </a:lnRef>
              <a:fillRef idx="1">
                <a:schemeClr val="accent3"/>
              </a:fillRef>
              <a:effectRef idx="0">
                <a:schemeClr val="accent3"/>
              </a:effectRef>
              <a:fontRef idx="minor">
                <a:schemeClr val="lt1"/>
              </a:fontRef>
            </p:style>
            <p:txBody>
              <a:bodyPr rtlCol="0" anchor="ctr"/>
              <a:lstStyle/>
              <a:p>
                <a:pPr algn="ctr"/>
                <a:endParaRPr lang="zh-CN" altLang="en-US" b="1" dirty="0">
                  <a:solidFill>
                    <a:schemeClr val="tx1"/>
                  </a:solidFill>
                  <a:latin typeface="宋体" panose="02010600030101010101" pitchFamily="2" charset="-122"/>
                  <a:ea typeface="宋体" panose="02010600030101010101" pitchFamily="2" charset="-122"/>
                </a:endParaRPr>
              </a:p>
            </p:txBody>
          </p:sp>
          <p:sp>
            <p:nvSpPr>
              <p:cNvPr id="43" name="文本框 42">
                <a:extLst>
                  <a:ext uri="{FF2B5EF4-FFF2-40B4-BE49-F238E27FC236}">
                    <a16:creationId xmlns:a16="http://schemas.microsoft.com/office/drawing/2014/main" id="{D728BB10-6EC8-4C59-8799-E0F1B7526195}"/>
                  </a:ext>
                </a:extLst>
              </p:cNvPr>
              <p:cNvSpPr txBox="1"/>
              <p:nvPr/>
            </p:nvSpPr>
            <p:spPr>
              <a:xfrm>
                <a:off x="9026232" y="2125588"/>
                <a:ext cx="1016601" cy="369332"/>
              </a:xfrm>
              <a:prstGeom prst="rect">
                <a:avLst/>
              </a:prstGeom>
              <a:noFill/>
            </p:spPr>
            <p:txBody>
              <a:bodyPr wrap="square" rtlCol="0">
                <a:spAutoFit/>
              </a:bodyPr>
              <a:lstStyle/>
              <a:p>
                <a:pPr algn="ctr"/>
                <a:r>
                  <a:rPr lang="zh-CN" altLang="en-US" b="1" dirty="0">
                    <a:latin typeface="Arial Narrow" panose="020B0606020202030204" pitchFamily="34" charset="0"/>
                  </a:rPr>
                  <a:t>局域网</a:t>
                </a:r>
                <a:r>
                  <a:rPr lang="en-US" altLang="zh-CN" b="1" dirty="0">
                    <a:latin typeface="Arial Narrow" panose="020B0606020202030204" pitchFamily="34" charset="0"/>
                  </a:rPr>
                  <a:t>2</a:t>
                </a:r>
                <a:endParaRPr lang="zh-CN" altLang="en-US" b="1" dirty="0">
                  <a:latin typeface="Arial Narrow" panose="020B0606020202030204" pitchFamily="34" charset="0"/>
                </a:endParaRPr>
              </a:p>
            </p:txBody>
          </p:sp>
        </p:grpSp>
        <p:grpSp>
          <p:nvGrpSpPr>
            <p:cNvPr id="11" name="组合 10">
              <a:extLst>
                <a:ext uri="{FF2B5EF4-FFF2-40B4-BE49-F238E27FC236}">
                  <a16:creationId xmlns:a16="http://schemas.microsoft.com/office/drawing/2014/main" id="{FD991919-F752-4264-968A-3B51303E6EBF}"/>
                </a:ext>
              </a:extLst>
            </p:cNvPr>
            <p:cNvGrpSpPr/>
            <p:nvPr/>
          </p:nvGrpSpPr>
          <p:grpSpPr>
            <a:xfrm>
              <a:off x="5590601" y="2044381"/>
              <a:ext cx="1016601" cy="742284"/>
              <a:chOff x="5590601" y="1945707"/>
              <a:chExt cx="1016601" cy="742284"/>
            </a:xfrm>
          </p:grpSpPr>
          <p:sp>
            <p:nvSpPr>
              <p:cNvPr id="35" name="云形 34">
                <a:extLst>
                  <a:ext uri="{FF2B5EF4-FFF2-40B4-BE49-F238E27FC236}">
                    <a16:creationId xmlns:a16="http://schemas.microsoft.com/office/drawing/2014/main" id="{CA3FB00D-723B-4535-BB95-D66A1841CE87}"/>
                  </a:ext>
                </a:extLst>
              </p:cNvPr>
              <p:cNvSpPr/>
              <p:nvPr/>
            </p:nvSpPr>
            <p:spPr>
              <a:xfrm>
                <a:off x="5590601" y="1945707"/>
                <a:ext cx="1016601" cy="742284"/>
              </a:xfrm>
              <a:prstGeom prst="cloud">
                <a:avLst/>
              </a:prstGeom>
              <a:solidFill>
                <a:schemeClr val="bg1">
                  <a:lumMod val="85000"/>
                </a:schemeClr>
              </a:solidFill>
              <a:ln>
                <a:solidFill>
                  <a:schemeClr val="bg1">
                    <a:lumMod val="85000"/>
                  </a:schemeClr>
                </a:solidFill>
              </a:ln>
            </p:spPr>
            <p:style>
              <a:lnRef idx="2">
                <a:schemeClr val="accent3">
                  <a:shade val="50000"/>
                </a:schemeClr>
              </a:lnRef>
              <a:fillRef idx="1">
                <a:schemeClr val="accent3"/>
              </a:fillRef>
              <a:effectRef idx="0">
                <a:schemeClr val="accent3"/>
              </a:effectRef>
              <a:fontRef idx="minor">
                <a:schemeClr val="lt1"/>
              </a:fontRef>
            </p:style>
            <p:txBody>
              <a:bodyPr rtlCol="0" anchor="ctr"/>
              <a:lstStyle/>
              <a:p>
                <a:pPr algn="ctr"/>
                <a:endParaRPr lang="zh-CN" altLang="en-US" b="1" dirty="0">
                  <a:solidFill>
                    <a:schemeClr val="tx1"/>
                  </a:solidFill>
                  <a:latin typeface="宋体" panose="02010600030101010101" pitchFamily="2" charset="-122"/>
                  <a:ea typeface="宋体" panose="02010600030101010101" pitchFamily="2" charset="-122"/>
                </a:endParaRPr>
              </a:p>
            </p:txBody>
          </p:sp>
          <p:sp>
            <p:nvSpPr>
              <p:cNvPr id="44" name="文本框 43">
                <a:extLst>
                  <a:ext uri="{FF2B5EF4-FFF2-40B4-BE49-F238E27FC236}">
                    <a16:creationId xmlns:a16="http://schemas.microsoft.com/office/drawing/2014/main" id="{98F874F0-F71F-40DC-9C73-9694012E68C6}"/>
                  </a:ext>
                </a:extLst>
              </p:cNvPr>
              <p:cNvSpPr txBox="1"/>
              <p:nvPr/>
            </p:nvSpPr>
            <p:spPr>
              <a:xfrm>
                <a:off x="5590601" y="2008433"/>
                <a:ext cx="1016601" cy="646331"/>
              </a:xfrm>
              <a:prstGeom prst="rect">
                <a:avLst/>
              </a:prstGeom>
              <a:noFill/>
            </p:spPr>
            <p:txBody>
              <a:bodyPr wrap="square" rtlCol="0">
                <a:spAutoFit/>
              </a:bodyPr>
              <a:lstStyle/>
              <a:p>
                <a:pPr algn="ctr"/>
                <a:r>
                  <a:rPr lang="zh-CN" altLang="en-US" b="1" dirty="0">
                    <a:latin typeface="Arial Narrow" panose="020B0606020202030204" pitchFamily="34" charset="0"/>
                  </a:rPr>
                  <a:t>广域网</a:t>
                </a:r>
                <a:endParaRPr lang="en-US" altLang="zh-CN" b="1" dirty="0">
                  <a:latin typeface="Arial Narrow" panose="020B0606020202030204" pitchFamily="34" charset="0"/>
                </a:endParaRPr>
              </a:p>
              <a:p>
                <a:pPr algn="ctr"/>
                <a:r>
                  <a:rPr lang="zh-CN" altLang="en-US" b="1" dirty="0">
                    <a:latin typeface="Arial Narrow" panose="020B0606020202030204" pitchFamily="34" charset="0"/>
                  </a:rPr>
                  <a:t>链路</a:t>
                </a:r>
              </a:p>
            </p:txBody>
          </p:sp>
        </p:grpSp>
        <p:sp>
          <p:nvSpPr>
            <p:cNvPr id="45" name="文本框 44">
              <a:extLst>
                <a:ext uri="{FF2B5EF4-FFF2-40B4-BE49-F238E27FC236}">
                  <a16:creationId xmlns:a16="http://schemas.microsoft.com/office/drawing/2014/main" id="{AB826F03-380C-4316-B5D0-3F019AC95D71}"/>
                </a:ext>
              </a:extLst>
            </p:cNvPr>
            <p:cNvSpPr txBox="1"/>
            <p:nvPr/>
          </p:nvSpPr>
          <p:spPr>
            <a:xfrm>
              <a:off x="601699" y="1646568"/>
              <a:ext cx="1016601" cy="369332"/>
            </a:xfrm>
            <a:prstGeom prst="rect">
              <a:avLst/>
            </a:prstGeom>
            <a:noFill/>
          </p:spPr>
          <p:txBody>
            <a:bodyPr wrap="square" rtlCol="0">
              <a:spAutoFit/>
            </a:bodyPr>
            <a:lstStyle/>
            <a:p>
              <a:pPr algn="ctr"/>
              <a:r>
                <a:rPr lang="zh-CN" altLang="en-US" b="1" dirty="0">
                  <a:latin typeface="Arial Narrow" panose="020B0606020202030204" pitchFamily="34" charset="0"/>
                </a:rPr>
                <a:t>主机</a:t>
              </a:r>
              <a:r>
                <a:rPr lang="en-US" altLang="zh-CN" b="1" dirty="0">
                  <a:latin typeface="Arial Narrow" panose="020B0606020202030204" pitchFamily="34" charset="0"/>
                </a:rPr>
                <a:t>H1</a:t>
              </a:r>
              <a:endParaRPr lang="zh-CN" altLang="en-US" b="1" dirty="0">
                <a:latin typeface="Arial Narrow" panose="020B0606020202030204" pitchFamily="34" charset="0"/>
              </a:endParaRPr>
            </a:p>
          </p:txBody>
        </p:sp>
        <p:sp>
          <p:nvSpPr>
            <p:cNvPr id="46" name="文本框 45">
              <a:extLst>
                <a:ext uri="{FF2B5EF4-FFF2-40B4-BE49-F238E27FC236}">
                  <a16:creationId xmlns:a16="http://schemas.microsoft.com/office/drawing/2014/main" id="{140A1E43-C09E-446E-8046-09DE5D29D73D}"/>
                </a:ext>
              </a:extLst>
            </p:cNvPr>
            <p:cNvSpPr txBox="1"/>
            <p:nvPr/>
          </p:nvSpPr>
          <p:spPr>
            <a:xfrm>
              <a:off x="3777951" y="1646568"/>
              <a:ext cx="1206269" cy="369332"/>
            </a:xfrm>
            <a:prstGeom prst="rect">
              <a:avLst/>
            </a:prstGeom>
            <a:noFill/>
          </p:spPr>
          <p:txBody>
            <a:bodyPr wrap="square" rtlCol="0">
              <a:spAutoFit/>
            </a:bodyPr>
            <a:lstStyle/>
            <a:p>
              <a:pPr algn="ctr"/>
              <a:r>
                <a:rPr lang="zh-CN" altLang="en-US" b="1" dirty="0">
                  <a:latin typeface="Arial Narrow" panose="020B0606020202030204" pitchFamily="34" charset="0"/>
                </a:rPr>
                <a:t>路由器</a:t>
              </a:r>
              <a:r>
                <a:rPr lang="en-US" altLang="zh-CN" b="1" dirty="0">
                  <a:latin typeface="Arial Narrow" panose="020B0606020202030204" pitchFamily="34" charset="0"/>
                </a:rPr>
                <a:t>R1</a:t>
              </a:r>
              <a:endParaRPr lang="zh-CN" altLang="en-US" b="1" dirty="0">
                <a:latin typeface="Arial Narrow" panose="020B0606020202030204" pitchFamily="34" charset="0"/>
              </a:endParaRPr>
            </a:p>
          </p:txBody>
        </p:sp>
        <p:sp>
          <p:nvSpPr>
            <p:cNvPr id="47" name="文本框 46">
              <a:extLst>
                <a:ext uri="{FF2B5EF4-FFF2-40B4-BE49-F238E27FC236}">
                  <a16:creationId xmlns:a16="http://schemas.microsoft.com/office/drawing/2014/main" id="{CA09C127-21E5-4BE9-9396-57A4A088A3B2}"/>
                </a:ext>
              </a:extLst>
            </p:cNvPr>
            <p:cNvSpPr txBox="1"/>
            <p:nvPr/>
          </p:nvSpPr>
          <p:spPr>
            <a:xfrm>
              <a:off x="7213583" y="1646568"/>
              <a:ext cx="1206269" cy="369332"/>
            </a:xfrm>
            <a:prstGeom prst="rect">
              <a:avLst/>
            </a:prstGeom>
            <a:noFill/>
          </p:spPr>
          <p:txBody>
            <a:bodyPr wrap="square" rtlCol="0">
              <a:spAutoFit/>
            </a:bodyPr>
            <a:lstStyle/>
            <a:p>
              <a:pPr algn="ctr"/>
              <a:r>
                <a:rPr lang="zh-CN" altLang="en-US" b="1" dirty="0">
                  <a:latin typeface="Arial Narrow" panose="020B0606020202030204" pitchFamily="34" charset="0"/>
                </a:rPr>
                <a:t>路由器</a:t>
              </a:r>
              <a:r>
                <a:rPr lang="en-US" altLang="zh-CN" b="1" dirty="0">
                  <a:latin typeface="Arial Narrow" panose="020B0606020202030204" pitchFamily="34" charset="0"/>
                </a:rPr>
                <a:t>R2</a:t>
              </a:r>
              <a:endParaRPr lang="zh-CN" altLang="en-US" b="1" dirty="0">
                <a:latin typeface="Arial Narrow" panose="020B0606020202030204" pitchFamily="34" charset="0"/>
              </a:endParaRPr>
            </a:p>
          </p:txBody>
        </p:sp>
        <p:sp>
          <p:nvSpPr>
            <p:cNvPr id="48" name="文本框 47">
              <a:extLst>
                <a:ext uri="{FF2B5EF4-FFF2-40B4-BE49-F238E27FC236}">
                  <a16:creationId xmlns:a16="http://schemas.microsoft.com/office/drawing/2014/main" id="{2EA18500-DCC4-4E06-AA83-2FFF966DAA89}"/>
                </a:ext>
              </a:extLst>
            </p:cNvPr>
            <p:cNvSpPr txBox="1"/>
            <p:nvPr/>
          </p:nvSpPr>
          <p:spPr>
            <a:xfrm>
              <a:off x="10723147" y="1646568"/>
              <a:ext cx="1206269" cy="369332"/>
            </a:xfrm>
            <a:prstGeom prst="rect">
              <a:avLst/>
            </a:prstGeom>
            <a:noFill/>
          </p:spPr>
          <p:txBody>
            <a:bodyPr wrap="square" rtlCol="0">
              <a:spAutoFit/>
            </a:bodyPr>
            <a:lstStyle/>
            <a:p>
              <a:pPr algn="ctr"/>
              <a:r>
                <a:rPr lang="zh-CN" altLang="en-US" b="1" dirty="0">
                  <a:latin typeface="Arial Narrow" panose="020B0606020202030204" pitchFamily="34" charset="0"/>
                </a:rPr>
                <a:t>主机</a:t>
              </a:r>
              <a:r>
                <a:rPr lang="en-US" altLang="zh-CN" b="1" dirty="0">
                  <a:latin typeface="Arial Narrow" panose="020B0606020202030204" pitchFamily="34" charset="0"/>
                </a:rPr>
                <a:t>H2</a:t>
              </a:r>
              <a:endParaRPr lang="zh-CN" altLang="en-US" b="1" dirty="0">
                <a:latin typeface="Arial Narrow" panose="020B0606020202030204" pitchFamily="34" charset="0"/>
              </a:endParaRPr>
            </a:p>
          </p:txBody>
        </p:sp>
      </p:grpSp>
      <p:grpSp>
        <p:nvGrpSpPr>
          <p:cNvPr id="53" name="组合 52">
            <a:extLst>
              <a:ext uri="{FF2B5EF4-FFF2-40B4-BE49-F238E27FC236}">
                <a16:creationId xmlns:a16="http://schemas.microsoft.com/office/drawing/2014/main" id="{134CAB1A-8FAB-4F4E-9962-ADA3AA1249B5}"/>
              </a:ext>
            </a:extLst>
          </p:cNvPr>
          <p:cNvGrpSpPr/>
          <p:nvPr/>
        </p:nvGrpSpPr>
        <p:grpSpPr>
          <a:xfrm>
            <a:off x="1677497" y="1640462"/>
            <a:ext cx="9019337" cy="0"/>
            <a:chOff x="1677497" y="1640462"/>
            <a:chExt cx="9019337" cy="0"/>
          </a:xfrm>
        </p:grpSpPr>
        <p:cxnSp>
          <p:nvCxnSpPr>
            <p:cNvPr id="19" name="直接箭头连接符 18">
              <a:extLst>
                <a:ext uri="{FF2B5EF4-FFF2-40B4-BE49-F238E27FC236}">
                  <a16:creationId xmlns:a16="http://schemas.microsoft.com/office/drawing/2014/main" id="{0C868F29-6344-4609-8A90-AD44B058B880}"/>
                </a:ext>
              </a:extLst>
            </p:cNvPr>
            <p:cNvCxnSpPr>
              <a:endCxn id="46" idx="1"/>
            </p:cNvCxnSpPr>
            <p:nvPr/>
          </p:nvCxnSpPr>
          <p:spPr>
            <a:xfrm>
              <a:off x="1677497" y="1640462"/>
              <a:ext cx="2074141" cy="0"/>
            </a:xfrm>
            <a:prstGeom prst="straightConnector1">
              <a:avLst/>
            </a:prstGeom>
            <a:ln w="25400">
              <a:solidFill>
                <a:schemeClr val="tx1"/>
              </a:solidFill>
              <a:tailEnd type="triangle" w="med" len="lg"/>
            </a:ln>
          </p:spPr>
          <p:style>
            <a:lnRef idx="1">
              <a:schemeClr val="accent1"/>
            </a:lnRef>
            <a:fillRef idx="0">
              <a:schemeClr val="accent1"/>
            </a:fillRef>
            <a:effectRef idx="0">
              <a:schemeClr val="accent1"/>
            </a:effectRef>
            <a:fontRef idx="minor">
              <a:schemeClr val="tx1"/>
            </a:fontRef>
          </p:style>
        </p:cxnSp>
        <p:cxnSp>
          <p:nvCxnSpPr>
            <p:cNvPr id="49" name="直接箭头连接符 48">
              <a:extLst>
                <a:ext uri="{FF2B5EF4-FFF2-40B4-BE49-F238E27FC236}">
                  <a16:creationId xmlns:a16="http://schemas.microsoft.com/office/drawing/2014/main" id="{EE4DF3FD-CCDA-4E43-9885-977E3CBF39EA}"/>
                </a:ext>
              </a:extLst>
            </p:cNvPr>
            <p:cNvCxnSpPr>
              <a:cxnSpLocks/>
              <a:stCxn id="46" idx="3"/>
              <a:endCxn id="47" idx="1"/>
            </p:cNvCxnSpPr>
            <p:nvPr/>
          </p:nvCxnSpPr>
          <p:spPr>
            <a:xfrm>
              <a:off x="4957907" y="1640462"/>
              <a:ext cx="2229363" cy="0"/>
            </a:xfrm>
            <a:prstGeom prst="straightConnector1">
              <a:avLst/>
            </a:prstGeom>
            <a:ln w="25400">
              <a:solidFill>
                <a:schemeClr val="tx1"/>
              </a:solidFill>
              <a:tailEnd type="triangle" w="med" len="lg"/>
            </a:ln>
          </p:spPr>
          <p:style>
            <a:lnRef idx="1">
              <a:schemeClr val="accent1"/>
            </a:lnRef>
            <a:fillRef idx="0">
              <a:schemeClr val="accent1"/>
            </a:fillRef>
            <a:effectRef idx="0">
              <a:schemeClr val="accent1"/>
            </a:effectRef>
            <a:fontRef idx="minor">
              <a:schemeClr val="tx1"/>
            </a:fontRef>
          </p:style>
        </p:cxnSp>
        <p:cxnSp>
          <p:nvCxnSpPr>
            <p:cNvPr id="50" name="直接箭头连接符 49">
              <a:extLst>
                <a:ext uri="{FF2B5EF4-FFF2-40B4-BE49-F238E27FC236}">
                  <a16:creationId xmlns:a16="http://schemas.microsoft.com/office/drawing/2014/main" id="{2665E9C0-9B6E-4AE5-A82A-64DE73BFDF81}"/>
                </a:ext>
              </a:extLst>
            </p:cNvPr>
            <p:cNvCxnSpPr>
              <a:cxnSpLocks/>
              <a:stCxn id="47" idx="3"/>
              <a:endCxn id="48" idx="1"/>
            </p:cNvCxnSpPr>
            <p:nvPr/>
          </p:nvCxnSpPr>
          <p:spPr>
            <a:xfrm>
              <a:off x="8393539" y="1640462"/>
              <a:ext cx="2303295" cy="0"/>
            </a:xfrm>
            <a:prstGeom prst="straightConnector1">
              <a:avLst/>
            </a:prstGeom>
            <a:ln w="25400">
              <a:solidFill>
                <a:schemeClr val="tx1"/>
              </a:solidFill>
              <a:tailEnd type="triangle" w="med" len="lg"/>
            </a:ln>
          </p:spPr>
          <p:style>
            <a:lnRef idx="1">
              <a:schemeClr val="accent1"/>
            </a:lnRef>
            <a:fillRef idx="0">
              <a:schemeClr val="accent1"/>
            </a:fillRef>
            <a:effectRef idx="0">
              <a:schemeClr val="accent1"/>
            </a:effectRef>
            <a:fontRef idx="minor">
              <a:schemeClr val="tx1"/>
            </a:fontRef>
          </p:style>
        </p:cxnSp>
      </p:grpSp>
      <p:grpSp>
        <p:nvGrpSpPr>
          <p:cNvPr id="88" name="组合 87">
            <a:extLst>
              <a:ext uri="{FF2B5EF4-FFF2-40B4-BE49-F238E27FC236}">
                <a16:creationId xmlns:a16="http://schemas.microsoft.com/office/drawing/2014/main" id="{F0C5CAB9-A71D-4D64-9D59-1CD2A1F02ABE}"/>
              </a:ext>
            </a:extLst>
          </p:cNvPr>
          <p:cNvGrpSpPr/>
          <p:nvPr/>
        </p:nvGrpSpPr>
        <p:grpSpPr>
          <a:xfrm>
            <a:off x="913143" y="5049135"/>
            <a:ext cx="10386825" cy="12700"/>
            <a:chOff x="913143" y="5049135"/>
            <a:chExt cx="10386825" cy="12700"/>
          </a:xfrm>
        </p:grpSpPr>
        <p:cxnSp>
          <p:nvCxnSpPr>
            <p:cNvPr id="79" name="连接符: 肘形 78">
              <a:extLst>
                <a:ext uri="{FF2B5EF4-FFF2-40B4-BE49-F238E27FC236}">
                  <a16:creationId xmlns:a16="http://schemas.microsoft.com/office/drawing/2014/main" id="{22D23F35-0E70-4F70-AAC7-93ACD7EFC169}"/>
                </a:ext>
              </a:extLst>
            </p:cNvPr>
            <p:cNvCxnSpPr>
              <a:cxnSpLocks/>
              <a:stCxn id="54" idx="2"/>
              <a:endCxn id="59" idx="2"/>
            </p:cNvCxnSpPr>
            <p:nvPr/>
          </p:nvCxnSpPr>
          <p:spPr>
            <a:xfrm rot="16200000" flipH="1">
              <a:off x="2396535" y="3565743"/>
              <a:ext cx="12700" cy="2979484"/>
            </a:xfrm>
            <a:prstGeom prst="bentConnector3">
              <a:avLst>
                <a:gd name="adj1" fmla="val 1800000"/>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80" name="连接符: 肘形 79">
              <a:extLst>
                <a:ext uri="{FF2B5EF4-FFF2-40B4-BE49-F238E27FC236}">
                  <a16:creationId xmlns:a16="http://schemas.microsoft.com/office/drawing/2014/main" id="{C21D500B-CCA2-469E-89B5-847806BF85C5}"/>
                </a:ext>
              </a:extLst>
            </p:cNvPr>
            <p:cNvCxnSpPr>
              <a:cxnSpLocks/>
              <a:stCxn id="62" idx="2"/>
              <a:endCxn id="73" idx="2"/>
            </p:cNvCxnSpPr>
            <p:nvPr/>
          </p:nvCxnSpPr>
          <p:spPr>
            <a:xfrm rot="16200000" flipH="1">
              <a:off x="6072163" y="3805739"/>
              <a:ext cx="850" cy="2498641"/>
            </a:xfrm>
            <a:prstGeom prst="bentConnector3">
              <a:avLst>
                <a:gd name="adj1" fmla="val 26994118"/>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83" name="连接符: 肘形 82">
              <a:extLst>
                <a:ext uri="{FF2B5EF4-FFF2-40B4-BE49-F238E27FC236}">
                  <a16:creationId xmlns:a16="http://schemas.microsoft.com/office/drawing/2014/main" id="{BC067F1F-2C89-4E45-A3FF-658C23918166}"/>
                </a:ext>
              </a:extLst>
            </p:cNvPr>
            <p:cNvCxnSpPr>
              <a:cxnSpLocks/>
              <a:stCxn id="76" idx="2"/>
              <a:endCxn id="66" idx="2"/>
            </p:cNvCxnSpPr>
            <p:nvPr/>
          </p:nvCxnSpPr>
          <p:spPr>
            <a:xfrm rot="16200000" flipH="1">
              <a:off x="9779009" y="3534526"/>
              <a:ext cx="850" cy="3041068"/>
            </a:xfrm>
            <a:prstGeom prst="bentConnector3">
              <a:avLst>
                <a:gd name="adj1" fmla="val 26994118"/>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35" name="组合 134">
            <a:extLst>
              <a:ext uri="{FF2B5EF4-FFF2-40B4-BE49-F238E27FC236}">
                <a16:creationId xmlns:a16="http://schemas.microsoft.com/office/drawing/2014/main" id="{0CA8B711-A582-44D3-A794-2D0A108BC9AF}"/>
              </a:ext>
            </a:extLst>
          </p:cNvPr>
          <p:cNvGrpSpPr/>
          <p:nvPr/>
        </p:nvGrpSpPr>
        <p:grpSpPr>
          <a:xfrm>
            <a:off x="1461590" y="2714771"/>
            <a:ext cx="255386" cy="2251350"/>
            <a:chOff x="1461590" y="2714771"/>
            <a:chExt cx="255386" cy="2251350"/>
          </a:xfrm>
        </p:grpSpPr>
        <p:sp>
          <p:nvSpPr>
            <p:cNvPr id="90" name="箭头: 下 89">
              <a:extLst>
                <a:ext uri="{FF2B5EF4-FFF2-40B4-BE49-F238E27FC236}">
                  <a16:creationId xmlns:a16="http://schemas.microsoft.com/office/drawing/2014/main" id="{44ABC32E-AC2C-49EC-BFE3-069ADE7750F5}"/>
                </a:ext>
              </a:extLst>
            </p:cNvPr>
            <p:cNvSpPr/>
            <p:nvPr/>
          </p:nvSpPr>
          <p:spPr>
            <a:xfrm>
              <a:off x="1466997" y="2714771"/>
              <a:ext cx="249979" cy="330792"/>
            </a:xfrm>
            <a:prstGeom prst="downArrow">
              <a:avLst/>
            </a:prstGeom>
            <a:solidFill>
              <a:schemeClr val="accent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91" name="箭头: 下 90">
              <a:extLst>
                <a:ext uri="{FF2B5EF4-FFF2-40B4-BE49-F238E27FC236}">
                  <a16:creationId xmlns:a16="http://schemas.microsoft.com/office/drawing/2014/main" id="{3B5A39CD-11C2-425D-ACBE-E9C6469E14D6}"/>
                </a:ext>
              </a:extLst>
            </p:cNvPr>
            <p:cNvSpPr/>
            <p:nvPr/>
          </p:nvSpPr>
          <p:spPr>
            <a:xfrm>
              <a:off x="1466997" y="3194911"/>
              <a:ext cx="249979" cy="330792"/>
            </a:xfrm>
            <a:prstGeom prst="downArrow">
              <a:avLst/>
            </a:prstGeom>
            <a:solidFill>
              <a:schemeClr val="accent3"/>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92" name="箭头: 下 91">
              <a:extLst>
                <a:ext uri="{FF2B5EF4-FFF2-40B4-BE49-F238E27FC236}">
                  <a16:creationId xmlns:a16="http://schemas.microsoft.com/office/drawing/2014/main" id="{0D64588D-7F1B-43D2-BE1A-568A5F3F2758}"/>
                </a:ext>
              </a:extLst>
            </p:cNvPr>
            <p:cNvSpPr/>
            <p:nvPr/>
          </p:nvSpPr>
          <p:spPr>
            <a:xfrm>
              <a:off x="1466997" y="3675051"/>
              <a:ext cx="249979" cy="330792"/>
            </a:xfrm>
            <a:prstGeom prst="downArrow">
              <a:avLst/>
            </a:prstGeom>
            <a:solidFill>
              <a:schemeClr val="accent6"/>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93" name="箭头: 下 92">
              <a:extLst>
                <a:ext uri="{FF2B5EF4-FFF2-40B4-BE49-F238E27FC236}">
                  <a16:creationId xmlns:a16="http://schemas.microsoft.com/office/drawing/2014/main" id="{938C6460-F0BA-4D8C-A569-FBBE1DF6C2D6}"/>
                </a:ext>
              </a:extLst>
            </p:cNvPr>
            <p:cNvSpPr/>
            <p:nvPr/>
          </p:nvSpPr>
          <p:spPr>
            <a:xfrm>
              <a:off x="1466997" y="4155190"/>
              <a:ext cx="249979" cy="330792"/>
            </a:xfrm>
            <a:prstGeom prst="downArrow">
              <a:avLst/>
            </a:prstGeom>
            <a:solidFill>
              <a:schemeClr val="accent4"/>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94" name="箭头: 下 93">
              <a:extLst>
                <a:ext uri="{FF2B5EF4-FFF2-40B4-BE49-F238E27FC236}">
                  <a16:creationId xmlns:a16="http://schemas.microsoft.com/office/drawing/2014/main" id="{B0642E06-F7CB-4052-A3AC-CF671B8D775E}"/>
                </a:ext>
              </a:extLst>
            </p:cNvPr>
            <p:cNvSpPr/>
            <p:nvPr/>
          </p:nvSpPr>
          <p:spPr>
            <a:xfrm>
              <a:off x="1461590" y="4635329"/>
              <a:ext cx="249979" cy="330792"/>
            </a:xfrm>
            <a:prstGeom prst="downArrow">
              <a:avLst/>
            </a:prstGeom>
            <a:solidFill>
              <a:schemeClr val="tx2"/>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grpSp>
      <p:grpSp>
        <p:nvGrpSpPr>
          <p:cNvPr id="113" name="组合 112">
            <a:extLst>
              <a:ext uri="{FF2B5EF4-FFF2-40B4-BE49-F238E27FC236}">
                <a16:creationId xmlns:a16="http://schemas.microsoft.com/office/drawing/2014/main" id="{0721E8CD-C8D7-4D5C-BBF9-0A11FA3D08BC}"/>
              </a:ext>
            </a:extLst>
          </p:cNvPr>
          <p:cNvGrpSpPr/>
          <p:nvPr/>
        </p:nvGrpSpPr>
        <p:grpSpPr>
          <a:xfrm>
            <a:off x="1953105" y="4799155"/>
            <a:ext cx="903120" cy="249979"/>
            <a:chOff x="1953105" y="4799155"/>
            <a:chExt cx="903120" cy="249979"/>
          </a:xfrm>
        </p:grpSpPr>
        <p:sp>
          <p:nvSpPr>
            <p:cNvPr id="95" name="箭头: 下 94">
              <a:extLst>
                <a:ext uri="{FF2B5EF4-FFF2-40B4-BE49-F238E27FC236}">
                  <a16:creationId xmlns:a16="http://schemas.microsoft.com/office/drawing/2014/main" id="{CB646D73-498C-4767-B8B4-EF6D4793AAFE}"/>
                </a:ext>
              </a:extLst>
            </p:cNvPr>
            <p:cNvSpPr/>
            <p:nvPr/>
          </p:nvSpPr>
          <p:spPr>
            <a:xfrm rot="16200000">
              <a:off x="1993511" y="4758749"/>
              <a:ext cx="249979" cy="330792"/>
            </a:xfrm>
            <a:prstGeom prst="downArrow">
              <a:avLst/>
            </a:prstGeom>
            <a:solidFill>
              <a:schemeClr val="tx2"/>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96" name="箭头: 下 95">
              <a:extLst>
                <a:ext uri="{FF2B5EF4-FFF2-40B4-BE49-F238E27FC236}">
                  <a16:creationId xmlns:a16="http://schemas.microsoft.com/office/drawing/2014/main" id="{1F7ACDB4-374E-4952-B4B2-AC8894B7E532}"/>
                </a:ext>
              </a:extLst>
            </p:cNvPr>
            <p:cNvSpPr/>
            <p:nvPr/>
          </p:nvSpPr>
          <p:spPr>
            <a:xfrm rot="16200000">
              <a:off x="2565839" y="4758749"/>
              <a:ext cx="249979" cy="330792"/>
            </a:xfrm>
            <a:prstGeom prst="downArrow">
              <a:avLst/>
            </a:prstGeom>
            <a:solidFill>
              <a:schemeClr val="tx2"/>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grpSp>
      <p:grpSp>
        <p:nvGrpSpPr>
          <p:cNvPr id="115" name="组合 114">
            <a:extLst>
              <a:ext uri="{FF2B5EF4-FFF2-40B4-BE49-F238E27FC236}">
                <a16:creationId xmlns:a16="http://schemas.microsoft.com/office/drawing/2014/main" id="{7D64D2F6-84A3-408A-8755-09271065848B}"/>
              </a:ext>
            </a:extLst>
          </p:cNvPr>
          <p:cNvGrpSpPr/>
          <p:nvPr/>
        </p:nvGrpSpPr>
        <p:grpSpPr>
          <a:xfrm>
            <a:off x="3097761" y="3675051"/>
            <a:ext cx="255386" cy="1291070"/>
            <a:chOff x="3097761" y="3675051"/>
            <a:chExt cx="255386" cy="1291070"/>
          </a:xfrm>
        </p:grpSpPr>
        <p:sp>
          <p:nvSpPr>
            <p:cNvPr id="97" name="箭头: 下 96">
              <a:extLst>
                <a:ext uri="{FF2B5EF4-FFF2-40B4-BE49-F238E27FC236}">
                  <a16:creationId xmlns:a16="http://schemas.microsoft.com/office/drawing/2014/main" id="{4B5B0883-1056-4AF1-95C4-4E3242BB8929}"/>
                </a:ext>
              </a:extLst>
            </p:cNvPr>
            <p:cNvSpPr/>
            <p:nvPr/>
          </p:nvSpPr>
          <p:spPr>
            <a:xfrm rot="10800000">
              <a:off x="3103168" y="3675051"/>
              <a:ext cx="249979" cy="330792"/>
            </a:xfrm>
            <a:prstGeom prst="downArrow">
              <a:avLst/>
            </a:prstGeom>
            <a:solidFill>
              <a:schemeClr val="accent6"/>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98" name="箭头: 下 97">
              <a:extLst>
                <a:ext uri="{FF2B5EF4-FFF2-40B4-BE49-F238E27FC236}">
                  <a16:creationId xmlns:a16="http://schemas.microsoft.com/office/drawing/2014/main" id="{69487A8C-A383-4492-8178-620C6C532C63}"/>
                </a:ext>
              </a:extLst>
            </p:cNvPr>
            <p:cNvSpPr/>
            <p:nvPr/>
          </p:nvSpPr>
          <p:spPr>
            <a:xfrm rot="10800000">
              <a:off x="3103168" y="4155190"/>
              <a:ext cx="249979" cy="330792"/>
            </a:xfrm>
            <a:prstGeom prst="downArrow">
              <a:avLst/>
            </a:prstGeom>
            <a:solidFill>
              <a:schemeClr val="accent4"/>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99" name="箭头: 下 98">
              <a:extLst>
                <a:ext uri="{FF2B5EF4-FFF2-40B4-BE49-F238E27FC236}">
                  <a16:creationId xmlns:a16="http://schemas.microsoft.com/office/drawing/2014/main" id="{1D6DD1D0-A627-4394-9215-D75B71EE09A4}"/>
                </a:ext>
              </a:extLst>
            </p:cNvPr>
            <p:cNvSpPr/>
            <p:nvPr/>
          </p:nvSpPr>
          <p:spPr>
            <a:xfrm rot="10800000">
              <a:off x="3097761" y="4635329"/>
              <a:ext cx="249979" cy="330792"/>
            </a:xfrm>
            <a:prstGeom prst="downArrow">
              <a:avLst/>
            </a:prstGeom>
            <a:solidFill>
              <a:schemeClr val="tx2"/>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grpSp>
      <p:grpSp>
        <p:nvGrpSpPr>
          <p:cNvPr id="112" name="组合 111">
            <a:extLst>
              <a:ext uri="{FF2B5EF4-FFF2-40B4-BE49-F238E27FC236}">
                <a16:creationId xmlns:a16="http://schemas.microsoft.com/office/drawing/2014/main" id="{9C3A2CA3-5A8A-429E-8F37-DE8EB2D3C23E}"/>
              </a:ext>
            </a:extLst>
          </p:cNvPr>
          <p:cNvGrpSpPr/>
          <p:nvPr/>
        </p:nvGrpSpPr>
        <p:grpSpPr>
          <a:xfrm>
            <a:off x="5377269" y="3675051"/>
            <a:ext cx="255386" cy="1291070"/>
            <a:chOff x="5350990" y="3675051"/>
            <a:chExt cx="255386" cy="1291070"/>
          </a:xfrm>
        </p:grpSpPr>
        <p:sp>
          <p:nvSpPr>
            <p:cNvPr id="103" name="箭头: 下 102">
              <a:extLst>
                <a:ext uri="{FF2B5EF4-FFF2-40B4-BE49-F238E27FC236}">
                  <a16:creationId xmlns:a16="http://schemas.microsoft.com/office/drawing/2014/main" id="{AAB3AD04-2887-4F4C-BDF9-C293B74BDB88}"/>
                </a:ext>
              </a:extLst>
            </p:cNvPr>
            <p:cNvSpPr/>
            <p:nvPr/>
          </p:nvSpPr>
          <p:spPr>
            <a:xfrm>
              <a:off x="5356397" y="3675051"/>
              <a:ext cx="249979" cy="330792"/>
            </a:xfrm>
            <a:prstGeom prst="downArrow">
              <a:avLst/>
            </a:prstGeom>
            <a:solidFill>
              <a:schemeClr val="accent6"/>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104" name="箭头: 下 103">
              <a:extLst>
                <a:ext uri="{FF2B5EF4-FFF2-40B4-BE49-F238E27FC236}">
                  <a16:creationId xmlns:a16="http://schemas.microsoft.com/office/drawing/2014/main" id="{667C31AE-20D1-4821-A69A-33F88475AF40}"/>
                </a:ext>
              </a:extLst>
            </p:cNvPr>
            <p:cNvSpPr/>
            <p:nvPr/>
          </p:nvSpPr>
          <p:spPr>
            <a:xfrm>
              <a:off x="5356397" y="4155190"/>
              <a:ext cx="249979" cy="330792"/>
            </a:xfrm>
            <a:prstGeom prst="downArrow">
              <a:avLst/>
            </a:prstGeom>
            <a:solidFill>
              <a:schemeClr val="accent4"/>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105" name="箭头: 下 104">
              <a:extLst>
                <a:ext uri="{FF2B5EF4-FFF2-40B4-BE49-F238E27FC236}">
                  <a16:creationId xmlns:a16="http://schemas.microsoft.com/office/drawing/2014/main" id="{D5D5FD81-CFE3-4884-B274-C7404BA3A4D6}"/>
                </a:ext>
              </a:extLst>
            </p:cNvPr>
            <p:cNvSpPr/>
            <p:nvPr/>
          </p:nvSpPr>
          <p:spPr>
            <a:xfrm>
              <a:off x="5350990" y="4635329"/>
              <a:ext cx="249979" cy="330792"/>
            </a:xfrm>
            <a:prstGeom prst="downArrow">
              <a:avLst/>
            </a:prstGeom>
            <a:solidFill>
              <a:schemeClr val="tx2"/>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grpSp>
      <p:sp>
        <p:nvSpPr>
          <p:cNvPr id="107" name="箭头: 下 106">
            <a:extLst>
              <a:ext uri="{FF2B5EF4-FFF2-40B4-BE49-F238E27FC236}">
                <a16:creationId xmlns:a16="http://schemas.microsoft.com/office/drawing/2014/main" id="{46A32DE6-D4E1-480B-9131-25FDBB6D4E17}"/>
              </a:ext>
            </a:extLst>
          </p:cNvPr>
          <p:cNvSpPr/>
          <p:nvPr/>
        </p:nvSpPr>
        <p:spPr>
          <a:xfrm rot="16200000">
            <a:off x="5947598" y="4758749"/>
            <a:ext cx="249979" cy="330792"/>
          </a:xfrm>
          <a:prstGeom prst="downArrow">
            <a:avLst/>
          </a:prstGeom>
          <a:solidFill>
            <a:schemeClr val="tx2"/>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grpSp>
        <p:nvGrpSpPr>
          <p:cNvPr id="111" name="组合 110">
            <a:extLst>
              <a:ext uri="{FF2B5EF4-FFF2-40B4-BE49-F238E27FC236}">
                <a16:creationId xmlns:a16="http://schemas.microsoft.com/office/drawing/2014/main" id="{98C3836C-18C0-4921-A7A4-991DE3328140}"/>
              </a:ext>
            </a:extLst>
          </p:cNvPr>
          <p:cNvGrpSpPr/>
          <p:nvPr/>
        </p:nvGrpSpPr>
        <p:grpSpPr>
          <a:xfrm>
            <a:off x="6512521" y="3675051"/>
            <a:ext cx="255386" cy="1291070"/>
            <a:chOff x="6541194" y="3840447"/>
            <a:chExt cx="255386" cy="1291070"/>
          </a:xfrm>
        </p:grpSpPr>
        <p:sp>
          <p:nvSpPr>
            <p:cNvPr id="108" name="箭头: 下 107">
              <a:extLst>
                <a:ext uri="{FF2B5EF4-FFF2-40B4-BE49-F238E27FC236}">
                  <a16:creationId xmlns:a16="http://schemas.microsoft.com/office/drawing/2014/main" id="{007305EE-0886-4522-BA62-18CE8B0D5C9D}"/>
                </a:ext>
              </a:extLst>
            </p:cNvPr>
            <p:cNvSpPr/>
            <p:nvPr/>
          </p:nvSpPr>
          <p:spPr>
            <a:xfrm rot="10800000">
              <a:off x="6546601" y="3840447"/>
              <a:ext cx="249979" cy="330792"/>
            </a:xfrm>
            <a:prstGeom prst="downArrow">
              <a:avLst/>
            </a:prstGeom>
            <a:solidFill>
              <a:schemeClr val="accent6"/>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109" name="箭头: 下 108">
              <a:extLst>
                <a:ext uri="{FF2B5EF4-FFF2-40B4-BE49-F238E27FC236}">
                  <a16:creationId xmlns:a16="http://schemas.microsoft.com/office/drawing/2014/main" id="{EA292B7E-658B-4B40-9456-FD4903E2A35B}"/>
                </a:ext>
              </a:extLst>
            </p:cNvPr>
            <p:cNvSpPr/>
            <p:nvPr/>
          </p:nvSpPr>
          <p:spPr>
            <a:xfrm rot="10800000">
              <a:off x="6546601" y="4320586"/>
              <a:ext cx="249979" cy="330792"/>
            </a:xfrm>
            <a:prstGeom prst="downArrow">
              <a:avLst/>
            </a:prstGeom>
            <a:solidFill>
              <a:schemeClr val="accent4"/>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110" name="箭头: 下 109">
              <a:extLst>
                <a:ext uri="{FF2B5EF4-FFF2-40B4-BE49-F238E27FC236}">
                  <a16:creationId xmlns:a16="http://schemas.microsoft.com/office/drawing/2014/main" id="{1E73C9E0-02E3-4768-83E5-3100F2550972}"/>
                </a:ext>
              </a:extLst>
            </p:cNvPr>
            <p:cNvSpPr/>
            <p:nvPr/>
          </p:nvSpPr>
          <p:spPr>
            <a:xfrm rot="10800000">
              <a:off x="6541194" y="4800725"/>
              <a:ext cx="249979" cy="330792"/>
            </a:xfrm>
            <a:prstGeom prst="downArrow">
              <a:avLst/>
            </a:prstGeom>
            <a:solidFill>
              <a:schemeClr val="tx2"/>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p>
          </p:txBody>
        </p:sp>
      </p:grpSp>
      <p:grpSp>
        <p:nvGrpSpPr>
          <p:cNvPr id="116" name="组合 115">
            <a:extLst>
              <a:ext uri="{FF2B5EF4-FFF2-40B4-BE49-F238E27FC236}">
                <a16:creationId xmlns:a16="http://schemas.microsoft.com/office/drawing/2014/main" id="{C029B821-3F14-4CDE-B257-2D1288D15EDD}"/>
              </a:ext>
            </a:extLst>
          </p:cNvPr>
          <p:cNvGrpSpPr/>
          <p:nvPr/>
        </p:nvGrpSpPr>
        <p:grpSpPr>
          <a:xfrm>
            <a:off x="3903212" y="3261223"/>
            <a:ext cx="903120" cy="249979"/>
            <a:chOff x="1953105" y="4799155"/>
            <a:chExt cx="903120" cy="249979"/>
          </a:xfrm>
          <a:solidFill>
            <a:schemeClr val="accent6"/>
          </a:solidFill>
        </p:grpSpPr>
        <p:sp>
          <p:nvSpPr>
            <p:cNvPr id="117" name="箭头: 下 116">
              <a:extLst>
                <a:ext uri="{FF2B5EF4-FFF2-40B4-BE49-F238E27FC236}">
                  <a16:creationId xmlns:a16="http://schemas.microsoft.com/office/drawing/2014/main" id="{F344C66D-ED18-4056-B989-A69DEF9804D5}"/>
                </a:ext>
              </a:extLst>
            </p:cNvPr>
            <p:cNvSpPr/>
            <p:nvPr/>
          </p:nvSpPr>
          <p:spPr>
            <a:xfrm rot="16200000">
              <a:off x="1993511" y="4758749"/>
              <a:ext cx="249979" cy="330792"/>
            </a:xfrm>
            <a:prstGeom prst="downArrow">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118" name="箭头: 下 117">
              <a:extLst>
                <a:ext uri="{FF2B5EF4-FFF2-40B4-BE49-F238E27FC236}">
                  <a16:creationId xmlns:a16="http://schemas.microsoft.com/office/drawing/2014/main" id="{FED4E6F6-974A-42AC-94BD-FCA42B6173E9}"/>
                </a:ext>
              </a:extLst>
            </p:cNvPr>
            <p:cNvSpPr/>
            <p:nvPr/>
          </p:nvSpPr>
          <p:spPr>
            <a:xfrm rot="16200000">
              <a:off x="2565839" y="4758749"/>
              <a:ext cx="249979" cy="330792"/>
            </a:xfrm>
            <a:prstGeom prst="downArrow">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grpSp>
      <p:grpSp>
        <p:nvGrpSpPr>
          <p:cNvPr id="119" name="组合 118">
            <a:extLst>
              <a:ext uri="{FF2B5EF4-FFF2-40B4-BE49-F238E27FC236}">
                <a16:creationId xmlns:a16="http://schemas.microsoft.com/office/drawing/2014/main" id="{4C6DFAD0-D494-4199-973D-0364F3382C53}"/>
              </a:ext>
            </a:extLst>
          </p:cNvPr>
          <p:cNvGrpSpPr/>
          <p:nvPr/>
        </p:nvGrpSpPr>
        <p:grpSpPr>
          <a:xfrm>
            <a:off x="8812901" y="3675051"/>
            <a:ext cx="255386" cy="1291070"/>
            <a:chOff x="5350990" y="3675051"/>
            <a:chExt cx="255386" cy="1291070"/>
          </a:xfrm>
        </p:grpSpPr>
        <p:sp>
          <p:nvSpPr>
            <p:cNvPr id="120" name="箭头: 下 119">
              <a:extLst>
                <a:ext uri="{FF2B5EF4-FFF2-40B4-BE49-F238E27FC236}">
                  <a16:creationId xmlns:a16="http://schemas.microsoft.com/office/drawing/2014/main" id="{538649D3-46F9-45A8-9D78-61D583999A70}"/>
                </a:ext>
              </a:extLst>
            </p:cNvPr>
            <p:cNvSpPr/>
            <p:nvPr/>
          </p:nvSpPr>
          <p:spPr>
            <a:xfrm>
              <a:off x="5356397" y="3675051"/>
              <a:ext cx="249979" cy="330792"/>
            </a:xfrm>
            <a:prstGeom prst="downArrow">
              <a:avLst/>
            </a:prstGeom>
            <a:solidFill>
              <a:schemeClr val="accent6"/>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121" name="箭头: 下 120">
              <a:extLst>
                <a:ext uri="{FF2B5EF4-FFF2-40B4-BE49-F238E27FC236}">
                  <a16:creationId xmlns:a16="http://schemas.microsoft.com/office/drawing/2014/main" id="{12C599D7-BE71-450A-9C1A-554D023AD5C0}"/>
                </a:ext>
              </a:extLst>
            </p:cNvPr>
            <p:cNvSpPr/>
            <p:nvPr/>
          </p:nvSpPr>
          <p:spPr>
            <a:xfrm>
              <a:off x="5356397" y="4155190"/>
              <a:ext cx="249979" cy="330792"/>
            </a:xfrm>
            <a:prstGeom prst="downArrow">
              <a:avLst/>
            </a:prstGeom>
            <a:solidFill>
              <a:schemeClr val="accent4"/>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122" name="箭头: 下 121">
              <a:extLst>
                <a:ext uri="{FF2B5EF4-FFF2-40B4-BE49-F238E27FC236}">
                  <a16:creationId xmlns:a16="http://schemas.microsoft.com/office/drawing/2014/main" id="{9E460603-12A9-4CFD-9269-5372423B4BE8}"/>
                </a:ext>
              </a:extLst>
            </p:cNvPr>
            <p:cNvSpPr/>
            <p:nvPr/>
          </p:nvSpPr>
          <p:spPr>
            <a:xfrm>
              <a:off x="5350990" y="4635329"/>
              <a:ext cx="249979" cy="330792"/>
            </a:xfrm>
            <a:prstGeom prst="downArrow">
              <a:avLst/>
            </a:prstGeom>
            <a:solidFill>
              <a:schemeClr val="tx2"/>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grpSp>
      <p:grpSp>
        <p:nvGrpSpPr>
          <p:cNvPr id="123" name="组合 122">
            <a:extLst>
              <a:ext uri="{FF2B5EF4-FFF2-40B4-BE49-F238E27FC236}">
                <a16:creationId xmlns:a16="http://schemas.microsoft.com/office/drawing/2014/main" id="{B19D0762-B6DE-486D-BE6A-BC8A6C5AF164}"/>
              </a:ext>
            </a:extLst>
          </p:cNvPr>
          <p:cNvGrpSpPr/>
          <p:nvPr/>
        </p:nvGrpSpPr>
        <p:grpSpPr>
          <a:xfrm>
            <a:off x="7311949" y="3256537"/>
            <a:ext cx="903120" cy="249979"/>
            <a:chOff x="1953105" y="4799155"/>
            <a:chExt cx="903120" cy="249979"/>
          </a:xfrm>
          <a:solidFill>
            <a:schemeClr val="accent6"/>
          </a:solidFill>
        </p:grpSpPr>
        <p:sp>
          <p:nvSpPr>
            <p:cNvPr id="124" name="箭头: 下 123">
              <a:extLst>
                <a:ext uri="{FF2B5EF4-FFF2-40B4-BE49-F238E27FC236}">
                  <a16:creationId xmlns:a16="http://schemas.microsoft.com/office/drawing/2014/main" id="{2B48ADB4-5C53-4DCF-A52D-662A4705F772}"/>
                </a:ext>
              </a:extLst>
            </p:cNvPr>
            <p:cNvSpPr/>
            <p:nvPr/>
          </p:nvSpPr>
          <p:spPr>
            <a:xfrm rot="16200000">
              <a:off x="1993511" y="4758749"/>
              <a:ext cx="249979" cy="330792"/>
            </a:xfrm>
            <a:prstGeom prst="downArrow">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125" name="箭头: 下 124">
              <a:extLst>
                <a:ext uri="{FF2B5EF4-FFF2-40B4-BE49-F238E27FC236}">
                  <a16:creationId xmlns:a16="http://schemas.microsoft.com/office/drawing/2014/main" id="{AC42FBFB-3022-4742-ADFB-25511BCCA60D}"/>
                </a:ext>
              </a:extLst>
            </p:cNvPr>
            <p:cNvSpPr/>
            <p:nvPr/>
          </p:nvSpPr>
          <p:spPr>
            <a:xfrm rot="16200000">
              <a:off x="2565839" y="4758749"/>
              <a:ext cx="249979" cy="330792"/>
            </a:xfrm>
            <a:prstGeom prst="downArrow">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grpSp>
      <p:grpSp>
        <p:nvGrpSpPr>
          <p:cNvPr id="126" name="组合 125">
            <a:extLst>
              <a:ext uri="{FF2B5EF4-FFF2-40B4-BE49-F238E27FC236}">
                <a16:creationId xmlns:a16="http://schemas.microsoft.com/office/drawing/2014/main" id="{51641149-2266-42DB-B412-77B72BDD9265}"/>
              </a:ext>
            </a:extLst>
          </p:cNvPr>
          <p:cNvGrpSpPr/>
          <p:nvPr/>
        </p:nvGrpSpPr>
        <p:grpSpPr>
          <a:xfrm>
            <a:off x="9313671" y="4799155"/>
            <a:ext cx="903120" cy="249979"/>
            <a:chOff x="1953105" y="4799155"/>
            <a:chExt cx="903120" cy="249979"/>
          </a:xfrm>
        </p:grpSpPr>
        <p:sp>
          <p:nvSpPr>
            <p:cNvPr id="127" name="箭头: 下 126">
              <a:extLst>
                <a:ext uri="{FF2B5EF4-FFF2-40B4-BE49-F238E27FC236}">
                  <a16:creationId xmlns:a16="http://schemas.microsoft.com/office/drawing/2014/main" id="{2F1B8377-1AD1-45F7-AE07-842310B6B201}"/>
                </a:ext>
              </a:extLst>
            </p:cNvPr>
            <p:cNvSpPr/>
            <p:nvPr/>
          </p:nvSpPr>
          <p:spPr>
            <a:xfrm rot="16200000">
              <a:off x="1993511" y="4758749"/>
              <a:ext cx="249979" cy="330792"/>
            </a:xfrm>
            <a:prstGeom prst="downArrow">
              <a:avLst/>
            </a:prstGeom>
            <a:solidFill>
              <a:schemeClr val="tx2"/>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128" name="箭头: 下 127">
              <a:extLst>
                <a:ext uri="{FF2B5EF4-FFF2-40B4-BE49-F238E27FC236}">
                  <a16:creationId xmlns:a16="http://schemas.microsoft.com/office/drawing/2014/main" id="{F171D959-946E-4F48-A72B-C65A6F14FAB2}"/>
                </a:ext>
              </a:extLst>
            </p:cNvPr>
            <p:cNvSpPr/>
            <p:nvPr/>
          </p:nvSpPr>
          <p:spPr>
            <a:xfrm rot="16200000">
              <a:off x="2565839" y="4758749"/>
              <a:ext cx="249979" cy="330792"/>
            </a:xfrm>
            <a:prstGeom prst="downArrow">
              <a:avLst/>
            </a:prstGeom>
            <a:solidFill>
              <a:schemeClr val="tx2"/>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grpSp>
      <p:grpSp>
        <p:nvGrpSpPr>
          <p:cNvPr id="134" name="组合 133">
            <a:extLst>
              <a:ext uri="{FF2B5EF4-FFF2-40B4-BE49-F238E27FC236}">
                <a16:creationId xmlns:a16="http://schemas.microsoft.com/office/drawing/2014/main" id="{880D5A8D-744D-4BC4-82B4-A7B20ED05A2C}"/>
              </a:ext>
            </a:extLst>
          </p:cNvPr>
          <p:cNvGrpSpPr/>
          <p:nvPr/>
        </p:nvGrpSpPr>
        <p:grpSpPr>
          <a:xfrm>
            <a:off x="10462174" y="2759028"/>
            <a:ext cx="255386" cy="2251350"/>
            <a:chOff x="10219078" y="3194911"/>
            <a:chExt cx="255386" cy="2251350"/>
          </a:xfrm>
        </p:grpSpPr>
        <p:sp>
          <p:nvSpPr>
            <p:cNvPr id="129" name="箭头: 下 128">
              <a:extLst>
                <a:ext uri="{FF2B5EF4-FFF2-40B4-BE49-F238E27FC236}">
                  <a16:creationId xmlns:a16="http://schemas.microsoft.com/office/drawing/2014/main" id="{BD0F1037-975B-4D53-B566-2A201BD1E6F2}"/>
                </a:ext>
              </a:extLst>
            </p:cNvPr>
            <p:cNvSpPr/>
            <p:nvPr/>
          </p:nvSpPr>
          <p:spPr>
            <a:xfrm rot="10800000">
              <a:off x="10224485" y="3194911"/>
              <a:ext cx="249979" cy="330792"/>
            </a:xfrm>
            <a:prstGeom prst="downArrow">
              <a:avLst/>
            </a:prstGeom>
            <a:solidFill>
              <a:schemeClr val="accent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130" name="箭头: 下 129">
              <a:extLst>
                <a:ext uri="{FF2B5EF4-FFF2-40B4-BE49-F238E27FC236}">
                  <a16:creationId xmlns:a16="http://schemas.microsoft.com/office/drawing/2014/main" id="{FDDEE818-3EEE-4EDB-BF4A-8659E1389658}"/>
                </a:ext>
              </a:extLst>
            </p:cNvPr>
            <p:cNvSpPr/>
            <p:nvPr/>
          </p:nvSpPr>
          <p:spPr>
            <a:xfrm rot="10800000">
              <a:off x="10224485" y="3675051"/>
              <a:ext cx="249979" cy="330792"/>
            </a:xfrm>
            <a:prstGeom prst="downArrow">
              <a:avLst/>
            </a:prstGeom>
            <a:solidFill>
              <a:schemeClr val="accent3"/>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131" name="箭头: 下 130">
              <a:extLst>
                <a:ext uri="{FF2B5EF4-FFF2-40B4-BE49-F238E27FC236}">
                  <a16:creationId xmlns:a16="http://schemas.microsoft.com/office/drawing/2014/main" id="{66D1DF0F-99DB-4B46-97F2-CC9402407BE7}"/>
                </a:ext>
              </a:extLst>
            </p:cNvPr>
            <p:cNvSpPr/>
            <p:nvPr/>
          </p:nvSpPr>
          <p:spPr>
            <a:xfrm rot="10800000">
              <a:off x="10224485" y="4155191"/>
              <a:ext cx="249979" cy="330792"/>
            </a:xfrm>
            <a:prstGeom prst="downArrow">
              <a:avLst/>
            </a:prstGeom>
            <a:solidFill>
              <a:schemeClr val="accent6"/>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132" name="箭头: 下 131">
              <a:extLst>
                <a:ext uri="{FF2B5EF4-FFF2-40B4-BE49-F238E27FC236}">
                  <a16:creationId xmlns:a16="http://schemas.microsoft.com/office/drawing/2014/main" id="{238EE624-B2D5-43C0-B1C2-E654085BACF4}"/>
                </a:ext>
              </a:extLst>
            </p:cNvPr>
            <p:cNvSpPr/>
            <p:nvPr/>
          </p:nvSpPr>
          <p:spPr>
            <a:xfrm rot="10800000">
              <a:off x="10224485" y="4635330"/>
              <a:ext cx="249979" cy="330792"/>
            </a:xfrm>
            <a:prstGeom prst="downArrow">
              <a:avLst/>
            </a:prstGeom>
            <a:solidFill>
              <a:schemeClr val="accent4"/>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133" name="箭头: 下 132">
              <a:extLst>
                <a:ext uri="{FF2B5EF4-FFF2-40B4-BE49-F238E27FC236}">
                  <a16:creationId xmlns:a16="http://schemas.microsoft.com/office/drawing/2014/main" id="{05AE5F32-A274-4FEB-858D-9B70547C175C}"/>
                </a:ext>
              </a:extLst>
            </p:cNvPr>
            <p:cNvSpPr/>
            <p:nvPr/>
          </p:nvSpPr>
          <p:spPr>
            <a:xfrm rot="10800000">
              <a:off x="10219078" y="5115469"/>
              <a:ext cx="249979" cy="330792"/>
            </a:xfrm>
            <a:prstGeom prst="downArrow">
              <a:avLst/>
            </a:prstGeom>
            <a:solidFill>
              <a:schemeClr val="tx2"/>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grpSp>
    </p:spTree>
    <p:custDataLst>
      <p:tags r:id="rId1"/>
    </p:custDataLst>
    <p:extLst>
      <p:ext uri="{BB962C8B-B14F-4D97-AF65-F5344CB8AC3E}">
        <p14:creationId xmlns:p14="http://schemas.microsoft.com/office/powerpoint/2010/main" val="3922676318"/>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2" presetClass="entr" presetSubtype="1" fill="hold" nodeType="afterEffect">
                                  <p:stCondLst>
                                    <p:cond delay="0"/>
                                  </p:stCondLst>
                                  <p:childTnLst>
                                    <p:set>
                                      <p:cBhvr>
                                        <p:cTn id="6" dur="1" fill="hold">
                                          <p:stCondLst>
                                            <p:cond delay="0"/>
                                          </p:stCondLst>
                                        </p:cTn>
                                        <p:tgtEl>
                                          <p:spTgt spid="4"/>
                                        </p:tgtEl>
                                        <p:attrNameLst>
                                          <p:attrName>style.visibility</p:attrName>
                                        </p:attrNameLst>
                                      </p:cBhvr>
                                      <p:to>
                                        <p:strVal val="visible"/>
                                      </p:to>
                                    </p:set>
                                    <p:anim calcmode="lin" valueType="num">
                                      <p:cBhvr additive="base">
                                        <p:cTn id="7" dur="1000"/>
                                        <p:tgtEl>
                                          <p:spTgt spid="4"/>
                                        </p:tgtEl>
                                        <p:attrNameLst>
                                          <p:attrName>ppt_y</p:attrName>
                                        </p:attrNameLst>
                                      </p:cBhvr>
                                      <p:tavLst>
                                        <p:tav tm="0">
                                          <p:val>
                                            <p:strVal val="#ppt_y-#ppt_h*1.125000"/>
                                          </p:val>
                                        </p:tav>
                                        <p:tav tm="100000">
                                          <p:val>
                                            <p:strVal val="#ppt_y"/>
                                          </p:val>
                                        </p:tav>
                                      </p:tavLst>
                                    </p:anim>
                                    <p:animEffect transition="in" filter="wipe(down)">
                                      <p:cBhvr>
                                        <p:cTn id="8" dur="1000"/>
                                        <p:tgtEl>
                                          <p:spTgt spid="4"/>
                                        </p:tgtEl>
                                      </p:cBhvr>
                                    </p:animEffect>
                                  </p:childTnLst>
                                </p:cTn>
                              </p:par>
                            </p:childTnLst>
                          </p:cTn>
                        </p:par>
                      </p:childTnLst>
                    </p:cTn>
                  </p:par>
                  <p:par>
                    <p:cTn id="9" fill="hold">
                      <p:stCondLst>
                        <p:cond delay="indefinite"/>
                      </p:stCondLst>
                      <p:childTnLst>
                        <p:par>
                          <p:cTn id="10" fill="hold">
                            <p:stCondLst>
                              <p:cond delay="0"/>
                            </p:stCondLst>
                            <p:childTnLst>
                              <p:par>
                                <p:cTn id="11" presetID="30" presetClass="entr" presetSubtype="0" fill="hold" nodeType="clickEffect">
                                  <p:stCondLst>
                                    <p:cond delay="0"/>
                                  </p:stCondLst>
                                  <p:childTnLst>
                                    <p:set>
                                      <p:cBhvr>
                                        <p:cTn id="12" dur="1" fill="hold">
                                          <p:stCondLst>
                                            <p:cond delay="0"/>
                                          </p:stCondLst>
                                        </p:cTn>
                                        <p:tgtEl>
                                          <p:spTgt spid="14"/>
                                        </p:tgtEl>
                                        <p:attrNameLst>
                                          <p:attrName>style.visibility</p:attrName>
                                        </p:attrNameLst>
                                      </p:cBhvr>
                                      <p:to>
                                        <p:strVal val="visible"/>
                                      </p:to>
                                    </p:set>
                                    <p:animEffect transition="in" filter="fade">
                                      <p:cBhvr>
                                        <p:cTn id="13" dur="800" decel="100000"/>
                                        <p:tgtEl>
                                          <p:spTgt spid="14"/>
                                        </p:tgtEl>
                                      </p:cBhvr>
                                    </p:animEffect>
                                    <p:anim calcmode="lin" valueType="num">
                                      <p:cBhvr>
                                        <p:cTn id="14" dur="800" decel="100000" fill="hold"/>
                                        <p:tgtEl>
                                          <p:spTgt spid="14"/>
                                        </p:tgtEl>
                                        <p:attrNameLst>
                                          <p:attrName>style.rotation</p:attrName>
                                        </p:attrNameLst>
                                      </p:cBhvr>
                                      <p:tavLst>
                                        <p:tav tm="0">
                                          <p:val>
                                            <p:fltVal val="-90"/>
                                          </p:val>
                                        </p:tav>
                                        <p:tav tm="100000">
                                          <p:val>
                                            <p:fltVal val="0"/>
                                          </p:val>
                                        </p:tav>
                                      </p:tavLst>
                                    </p:anim>
                                    <p:anim calcmode="lin" valueType="num">
                                      <p:cBhvr>
                                        <p:cTn id="15" dur="800" decel="100000" fill="hold"/>
                                        <p:tgtEl>
                                          <p:spTgt spid="14"/>
                                        </p:tgtEl>
                                        <p:attrNameLst>
                                          <p:attrName>ppt_x</p:attrName>
                                        </p:attrNameLst>
                                      </p:cBhvr>
                                      <p:tavLst>
                                        <p:tav tm="0">
                                          <p:val>
                                            <p:strVal val="#ppt_x+0.4"/>
                                          </p:val>
                                        </p:tav>
                                        <p:tav tm="100000">
                                          <p:val>
                                            <p:strVal val="#ppt_x-0.05"/>
                                          </p:val>
                                        </p:tav>
                                      </p:tavLst>
                                    </p:anim>
                                    <p:anim calcmode="lin" valueType="num">
                                      <p:cBhvr>
                                        <p:cTn id="16" dur="800" decel="100000" fill="hold"/>
                                        <p:tgtEl>
                                          <p:spTgt spid="14"/>
                                        </p:tgtEl>
                                        <p:attrNameLst>
                                          <p:attrName>ppt_y</p:attrName>
                                        </p:attrNameLst>
                                      </p:cBhvr>
                                      <p:tavLst>
                                        <p:tav tm="0">
                                          <p:val>
                                            <p:strVal val="#ppt_y-0.4"/>
                                          </p:val>
                                        </p:tav>
                                        <p:tav tm="100000">
                                          <p:val>
                                            <p:strVal val="#ppt_y+0.1"/>
                                          </p:val>
                                        </p:tav>
                                      </p:tavLst>
                                    </p:anim>
                                    <p:anim calcmode="lin" valueType="num">
                                      <p:cBhvr>
                                        <p:cTn id="17" dur="200" accel="100000" fill="hold">
                                          <p:stCondLst>
                                            <p:cond delay="800"/>
                                          </p:stCondLst>
                                        </p:cTn>
                                        <p:tgtEl>
                                          <p:spTgt spid="14"/>
                                        </p:tgtEl>
                                        <p:attrNameLst>
                                          <p:attrName>ppt_x</p:attrName>
                                        </p:attrNameLst>
                                      </p:cBhvr>
                                      <p:tavLst>
                                        <p:tav tm="0">
                                          <p:val>
                                            <p:strVal val="#ppt_x-0.05"/>
                                          </p:val>
                                        </p:tav>
                                        <p:tav tm="100000">
                                          <p:val>
                                            <p:strVal val="#ppt_x"/>
                                          </p:val>
                                        </p:tav>
                                      </p:tavLst>
                                    </p:anim>
                                    <p:anim calcmode="lin" valueType="num">
                                      <p:cBhvr>
                                        <p:cTn id="18" dur="200" accel="100000" fill="hold">
                                          <p:stCondLst>
                                            <p:cond delay="800"/>
                                          </p:stCondLst>
                                        </p:cTn>
                                        <p:tgtEl>
                                          <p:spTgt spid="14"/>
                                        </p:tgtEl>
                                        <p:attrNameLst>
                                          <p:attrName>ppt_y</p:attrName>
                                        </p:attrNameLst>
                                      </p:cBhvr>
                                      <p:tavLst>
                                        <p:tav tm="0">
                                          <p:val>
                                            <p:strVal val="#ppt_y+0.1"/>
                                          </p:val>
                                        </p:tav>
                                        <p:tav tm="100000">
                                          <p:val>
                                            <p:strVal val="#ppt_y"/>
                                          </p:val>
                                        </p:tav>
                                      </p:tavLst>
                                    </p:anim>
                                  </p:childTnLst>
                                </p:cTn>
                              </p:par>
                            </p:childTnLst>
                          </p:cTn>
                        </p:par>
                      </p:childTnLst>
                    </p:cTn>
                  </p:par>
                  <p:par>
                    <p:cTn id="19" fill="hold">
                      <p:stCondLst>
                        <p:cond delay="indefinite"/>
                      </p:stCondLst>
                      <p:childTnLst>
                        <p:par>
                          <p:cTn id="20" fill="hold">
                            <p:stCondLst>
                              <p:cond delay="0"/>
                            </p:stCondLst>
                            <p:childTnLst>
                              <p:par>
                                <p:cTn id="21" presetID="22" presetClass="entr" presetSubtype="8" fill="hold" nodeType="clickEffect">
                                  <p:stCondLst>
                                    <p:cond delay="0"/>
                                  </p:stCondLst>
                                  <p:childTnLst>
                                    <p:set>
                                      <p:cBhvr>
                                        <p:cTn id="22" dur="1" fill="hold">
                                          <p:stCondLst>
                                            <p:cond delay="0"/>
                                          </p:stCondLst>
                                        </p:cTn>
                                        <p:tgtEl>
                                          <p:spTgt spid="53"/>
                                        </p:tgtEl>
                                        <p:attrNameLst>
                                          <p:attrName>style.visibility</p:attrName>
                                        </p:attrNameLst>
                                      </p:cBhvr>
                                      <p:to>
                                        <p:strVal val="visible"/>
                                      </p:to>
                                    </p:set>
                                    <p:animEffect transition="in" filter="wipe(left)">
                                      <p:cBhvr>
                                        <p:cTn id="23" dur="2000"/>
                                        <p:tgtEl>
                                          <p:spTgt spid="53"/>
                                        </p:tgtEl>
                                      </p:cBhvr>
                                    </p:animEffect>
                                  </p:childTnLst>
                                </p:cTn>
                              </p:par>
                            </p:childTnLst>
                          </p:cTn>
                        </p:par>
                      </p:childTnLst>
                    </p:cTn>
                  </p:par>
                  <p:par>
                    <p:cTn id="24" fill="hold">
                      <p:stCondLst>
                        <p:cond delay="indefinite"/>
                      </p:stCondLst>
                      <p:childTnLst>
                        <p:par>
                          <p:cTn id="25" fill="hold">
                            <p:stCondLst>
                              <p:cond delay="0"/>
                            </p:stCondLst>
                            <p:childTnLst>
                              <p:par>
                                <p:cTn id="26" presetID="47" presetClass="entr" presetSubtype="0" fill="hold" nodeType="clickEffect">
                                  <p:stCondLst>
                                    <p:cond delay="0"/>
                                  </p:stCondLst>
                                  <p:childTnLst>
                                    <p:set>
                                      <p:cBhvr>
                                        <p:cTn id="27" dur="1" fill="hold">
                                          <p:stCondLst>
                                            <p:cond delay="0"/>
                                          </p:stCondLst>
                                        </p:cTn>
                                        <p:tgtEl>
                                          <p:spTgt spid="87"/>
                                        </p:tgtEl>
                                        <p:attrNameLst>
                                          <p:attrName>style.visibility</p:attrName>
                                        </p:attrNameLst>
                                      </p:cBhvr>
                                      <p:to>
                                        <p:strVal val="visible"/>
                                      </p:to>
                                    </p:set>
                                    <p:animEffect transition="in" filter="fade">
                                      <p:cBhvr>
                                        <p:cTn id="28" dur="1000"/>
                                        <p:tgtEl>
                                          <p:spTgt spid="87"/>
                                        </p:tgtEl>
                                      </p:cBhvr>
                                    </p:animEffect>
                                    <p:anim calcmode="lin" valueType="num">
                                      <p:cBhvr>
                                        <p:cTn id="29" dur="1000" fill="hold"/>
                                        <p:tgtEl>
                                          <p:spTgt spid="87"/>
                                        </p:tgtEl>
                                        <p:attrNameLst>
                                          <p:attrName>ppt_x</p:attrName>
                                        </p:attrNameLst>
                                      </p:cBhvr>
                                      <p:tavLst>
                                        <p:tav tm="0">
                                          <p:val>
                                            <p:strVal val="#ppt_x"/>
                                          </p:val>
                                        </p:tav>
                                        <p:tav tm="100000">
                                          <p:val>
                                            <p:strVal val="#ppt_x"/>
                                          </p:val>
                                        </p:tav>
                                      </p:tavLst>
                                    </p:anim>
                                    <p:anim calcmode="lin" valueType="num">
                                      <p:cBhvr>
                                        <p:cTn id="30" dur="1000" fill="hold"/>
                                        <p:tgtEl>
                                          <p:spTgt spid="87"/>
                                        </p:tgtEl>
                                        <p:attrNameLst>
                                          <p:attrName>ppt_y</p:attrName>
                                        </p:attrNameLst>
                                      </p:cBhvr>
                                      <p:tavLst>
                                        <p:tav tm="0">
                                          <p:val>
                                            <p:strVal val="#ppt_y-.1"/>
                                          </p:val>
                                        </p:tav>
                                        <p:tav tm="100000">
                                          <p:val>
                                            <p:strVal val="#ppt_y"/>
                                          </p:val>
                                        </p:tav>
                                      </p:tavLst>
                                    </p:anim>
                                  </p:childTnLst>
                                </p:cTn>
                              </p:par>
                            </p:childTnLst>
                          </p:cTn>
                        </p:par>
                      </p:childTnLst>
                    </p:cTn>
                  </p:par>
                  <p:par>
                    <p:cTn id="31" fill="hold">
                      <p:stCondLst>
                        <p:cond delay="indefinite"/>
                      </p:stCondLst>
                      <p:childTnLst>
                        <p:par>
                          <p:cTn id="32" fill="hold">
                            <p:stCondLst>
                              <p:cond delay="0"/>
                            </p:stCondLst>
                            <p:childTnLst>
                              <p:par>
                                <p:cTn id="33" presetID="47" presetClass="entr" presetSubtype="0" fill="hold" nodeType="clickEffect">
                                  <p:stCondLst>
                                    <p:cond delay="0"/>
                                  </p:stCondLst>
                                  <p:childTnLst>
                                    <p:set>
                                      <p:cBhvr>
                                        <p:cTn id="34" dur="1" fill="hold">
                                          <p:stCondLst>
                                            <p:cond delay="0"/>
                                          </p:stCondLst>
                                        </p:cTn>
                                        <p:tgtEl>
                                          <p:spTgt spid="86"/>
                                        </p:tgtEl>
                                        <p:attrNameLst>
                                          <p:attrName>style.visibility</p:attrName>
                                        </p:attrNameLst>
                                      </p:cBhvr>
                                      <p:to>
                                        <p:strVal val="visible"/>
                                      </p:to>
                                    </p:set>
                                    <p:animEffect transition="in" filter="fade">
                                      <p:cBhvr>
                                        <p:cTn id="35" dur="1000"/>
                                        <p:tgtEl>
                                          <p:spTgt spid="86"/>
                                        </p:tgtEl>
                                      </p:cBhvr>
                                    </p:animEffect>
                                    <p:anim calcmode="lin" valueType="num">
                                      <p:cBhvr>
                                        <p:cTn id="36" dur="1000" fill="hold"/>
                                        <p:tgtEl>
                                          <p:spTgt spid="86"/>
                                        </p:tgtEl>
                                        <p:attrNameLst>
                                          <p:attrName>ppt_x</p:attrName>
                                        </p:attrNameLst>
                                      </p:cBhvr>
                                      <p:tavLst>
                                        <p:tav tm="0">
                                          <p:val>
                                            <p:strVal val="#ppt_x"/>
                                          </p:val>
                                        </p:tav>
                                        <p:tav tm="100000">
                                          <p:val>
                                            <p:strVal val="#ppt_x"/>
                                          </p:val>
                                        </p:tav>
                                      </p:tavLst>
                                    </p:anim>
                                    <p:anim calcmode="lin" valueType="num">
                                      <p:cBhvr>
                                        <p:cTn id="37" dur="1000" fill="hold"/>
                                        <p:tgtEl>
                                          <p:spTgt spid="86"/>
                                        </p:tgtEl>
                                        <p:attrNameLst>
                                          <p:attrName>ppt_y</p:attrName>
                                        </p:attrNameLst>
                                      </p:cBhvr>
                                      <p:tavLst>
                                        <p:tav tm="0">
                                          <p:val>
                                            <p:strVal val="#ppt_y-.1"/>
                                          </p:val>
                                        </p:tav>
                                        <p:tav tm="100000">
                                          <p:val>
                                            <p:strVal val="#ppt_y"/>
                                          </p:val>
                                        </p:tav>
                                      </p:tavLst>
                                    </p:anim>
                                  </p:childTnLst>
                                </p:cTn>
                              </p:par>
                            </p:childTnLst>
                          </p:cTn>
                        </p:par>
                      </p:childTnLst>
                    </p:cTn>
                  </p:par>
                  <p:par>
                    <p:cTn id="38" fill="hold">
                      <p:stCondLst>
                        <p:cond delay="indefinite"/>
                      </p:stCondLst>
                      <p:childTnLst>
                        <p:par>
                          <p:cTn id="39" fill="hold">
                            <p:stCondLst>
                              <p:cond delay="0"/>
                            </p:stCondLst>
                            <p:childTnLst>
                              <p:par>
                                <p:cTn id="40" presetID="42" presetClass="entr" presetSubtype="0" fill="hold" nodeType="clickEffect">
                                  <p:stCondLst>
                                    <p:cond delay="0"/>
                                  </p:stCondLst>
                                  <p:childTnLst>
                                    <p:set>
                                      <p:cBhvr>
                                        <p:cTn id="41" dur="1" fill="hold">
                                          <p:stCondLst>
                                            <p:cond delay="0"/>
                                          </p:stCondLst>
                                        </p:cTn>
                                        <p:tgtEl>
                                          <p:spTgt spid="88"/>
                                        </p:tgtEl>
                                        <p:attrNameLst>
                                          <p:attrName>style.visibility</p:attrName>
                                        </p:attrNameLst>
                                      </p:cBhvr>
                                      <p:to>
                                        <p:strVal val="visible"/>
                                      </p:to>
                                    </p:set>
                                    <p:animEffect transition="in" filter="fade">
                                      <p:cBhvr>
                                        <p:cTn id="42" dur="1000"/>
                                        <p:tgtEl>
                                          <p:spTgt spid="88"/>
                                        </p:tgtEl>
                                      </p:cBhvr>
                                    </p:animEffect>
                                    <p:anim calcmode="lin" valueType="num">
                                      <p:cBhvr>
                                        <p:cTn id="43" dur="1000" fill="hold"/>
                                        <p:tgtEl>
                                          <p:spTgt spid="88"/>
                                        </p:tgtEl>
                                        <p:attrNameLst>
                                          <p:attrName>ppt_x</p:attrName>
                                        </p:attrNameLst>
                                      </p:cBhvr>
                                      <p:tavLst>
                                        <p:tav tm="0">
                                          <p:val>
                                            <p:strVal val="#ppt_x"/>
                                          </p:val>
                                        </p:tav>
                                        <p:tav tm="100000">
                                          <p:val>
                                            <p:strVal val="#ppt_x"/>
                                          </p:val>
                                        </p:tav>
                                      </p:tavLst>
                                    </p:anim>
                                    <p:anim calcmode="lin" valueType="num">
                                      <p:cBhvr>
                                        <p:cTn id="44" dur="1000" fill="hold"/>
                                        <p:tgtEl>
                                          <p:spTgt spid="88"/>
                                        </p:tgtEl>
                                        <p:attrNameLst>
                                          <p:attrName>ppt_y</p:attrName>
                                        </p:attrNameLst>
                                      </p:cBhvr>
                                      <p:tavLst>
                                        <p:tav tm="0">
                                          <p:val>
                                            <p:strVal val="#ppt_y+.1"/>
                                          </p:val>
                                        </p:tav>
                                        <p:tav tm="100000">
                                          <p:val>
                                            <p:strVal val="#ppt_y"/>
                                          </p:val>
                                        </p:tav>
                                      </p:tavLst>
                                    </p:anim>
                                  </p:childTnLst>
                                </p:cTn>
                              </p:par>
                            </p:childTnLst>
                          </p:cTn>
                        </p:par>
                      </p:childTnLst>
                    </p:cTn>
                  </p:par>
                  <p:par>
                    <p:cTn id="45" fill="hold">
                      <p:stCondLst>
                        <p:cond delay="indefinite"/>
                      </p:stCondLst>
                      <p:childTnLst>
                        <p:par>
                          <p:cTn id="46" fill="hold">
                            <p:stCondLst>
                              <p:cond delay="0"/>
                            </p:stCondLst>
                            <p:childTnLst>
                              <p:par>
                                <p:cTn id="47" presetID="22" presetClass="entr" presetSubtype="1" fill="hold" nodeType="clickEffect">
                                  <p:stCondLst>
                                    <p:cond delay="0"/>
                                  </p:stCondLst>
                                  <p:childTnLst>
                                    <p:set>
                                      <p:cBhvr>
                                        <p:cTn id="48" dur="1" fill="hold">
                                          <p:stCondLst>
                                            <p:cond delay="0"/>
                                          </p:stCondLst>
                                        </p:cTn>
                                        <p:tgtEl>
                                          <p:spTgt spid="135"/>
                                        </p:tgtEl>
                                        <p:attrNameLst>
                                          <p:attrName>style.visibility</p:attrName>
                                        </p:attrNameLst>
                                      </p:cBhvr>
                                      <p:to>
                                        <p:strVal val="visible"/>
                                      </p:to>
                                    </p:set>
                                    <p:animEffect transition="in" filter="wipe(up)">
                                      <p:cBhvr>
                                        <p:cTn id="49" dur="1000"/>
                                        <p:tgtEl>
                                          <p:spTgt spid="135"/>
                                        </p:tgtEl>
                                      </p:cBhvr>
                                    </p:animEffect>
                                  </p:childTnLst>
                                </p:cTn>
                              </p:par>
                            </p:childTnLst>
                          </p:cTn>
                        </p:par>
                      </p:childTnLst>
                    </p:cTn>
                  </p:par>
                  <p:par>
                    <p:cTn id="50" fill="hold">
                      <p:stCondLst>
                        <p:cond delay="indefinite"/>
                      </p:stCondLst>
                      <p:childTnLst>
                        <p:par>
                          <p:cTn id="51" fill="hold">
                            <p:stCondLst>
                              <p:cond delay="0"/>
                            </p:stCondLst>
                            <p:childTnLst>
                              <p:par>
                                <p:cTn id="52" presetID="22" presetClass="entr" presetSubtype="8" fill="hold" nodeType="clickEffect">
                                  <p:stCondLst>
                                    <p:cond delay="0"/>
                                  </p:stCondLst>
                                  <p:childTnLst>
                                    <p:set>
                                      <p:cBhvr>
                                        <p:cTn id="53" dur="1" fill="hold">
                                          <p:stCondLst>
                                            <p:cond delay="0"/>
                                          </p:stCondLst>
                                        </p:cTn>
                                        <p:tgtEl>
                                          <p:spTgt spid="113"/>
                                        </p:tgtEl>
                                        <p:attrNameLst>
                                          <p:attrName>style.visibility</p:attrName>
                                        </p:attrNameLst>
                                      </p:cBhvr>
                                      <p:to>
                                        <p:strVal val="visible"/>
                                      </p:to>
                                    </p:set>
                                    <p:animEffect transition="in" filter="wipe(left)">
                                      <p:cBhvr>
                                        <p:cTn id="54" dur="500"/>
                                        <p:tgtEl>
                                          <p:spTgt spid="113"/>
                                        </p:tgtEl>
                                      </p:cBhvr>
                                    </p:animEffect>
                                  </p:childTnLst>
                                </p:cTn>
                              </p:par>
                            </p:childTnLst>
                          </p:cTn>
                        </p:par>
                      </p:childTnLst>
                    </p:cTn>
                  </p:par>
                  <p:par>
                    <p:cTn id="55" fill="hold">
                      <p:stCondLst>
                        <p:cond delay="indefinite"/>
                      </p:stCondLst>
                      <p:childTnLst>
                        <p:par>
                          <p:cTn id="56" fill="hold">
                            <p:stCondLst>
                              <p:cond delay="0"/>
                            </p:stCondLst>
                            <p:childTnLst>
                              <p:par>
                                <p:cTn id="57" presetID="22" presetClass="entr" presetSubtype="4" fill="hold" nodeType="clickEffect">
                                  <p:stCondLst>
                                    <p:cond delay="0"/>
                                  </p:stCondLst>
                                  <p:childTnLst>
                                    <p:set>
                                      <p:cBhvr>
                                        <p:cTn id="58" dur="1" fill="hold">
                                          <p:stCondLst>
                                            <p:cond delay="0"/>
                                          </p:stCondLst>
                                        </p:cTn>
                                        <p:tgtEl>
                                          <p:spTgt spid="115"/>
                                        </p:tgtEl>
                                        <p:attrNameLst>
                                          <p:attrName>style.visibility</p:attrName>
                                        </p:attrNameLst>
                                      </p:cBhvr>
                                      <p:to>
                                        <p:strVal val="visible"/>
                                      </p:to>
                                    </p:set>
                                    <p:animEffect transition="in" filter="wipe(down)">
                                      <p:cBhvr>
                                        <p:cTn id="59" dur="500"/>
                                        <p:tgtEl>
                                          <p:spTgt spid="115"/>
                                        </p:tgtEl>
                                      </p:cBhvr>
                                    </p:animEffect>
                                  </p:childTnLst>
                                </p:cTn>
                              </p:par>
                            </p:childTnLst>
                          </p:cTn>
                        </p:par>
                        <p:par>
                          <p:cTn id="60" fill="hold">
                            <p:stCondLst>
                              <p:cond delay="500"/>
                            </p:stCondLst>
                            <p:childTnLst>
                              <p:par>
                                <p:cTn id="61" presetID="22" presetClass="entr" presetSubtype="8" fill="hold" nodeType="afterEffect">
                                  <p:stCondLst>
                                    <p:cond delay="0"/>
                                  </p:stCondLst>
                                  <p:childTnLst>
                                    <p:set>
                                      <p:cBhvr>
                                        <p:cTn id="62" dur="1" fill="hold">
                                          <p:stCondLst>
                                            <p:cond delay="0"/>
                                          </p:stCondLst>
                                        </p:cTn>
                                        <p:tgtEl>
                                          <p:spTgt spid="116"/>
                                        </p:tgtEl>
                                        <p:attrNameLst>
                                          <p:attrName>style.visibility</p:attrName>
                                        </p:attrNameLst>
                                      </p:cBhvr>
                                      <p:to>
                                        <p:strVal val="visible"/>
                                      </p:to>
                                    </p:set>
                                    <p:animEffect transition="in" filter="wipe(left)">
                                      <p:cBhvr>
                                        <p:cTn id="63" dur="500"/>
                                        <p:tgtEl>
                                          <p:spTgt spid="116"/>
                                        </p:tgtEl>
                                      </p:cBhvr>
                                    </p:animEffect>
                                  </p:childTnLst>
                                </p:cTn>
                              </p:par>
                            </p:childTnLst>
                          </p:cTn>
                        </p:par>
                        <p:par>
                          <p:cTn id="64" fill="hold">
                            <p:stCondLst>
                              <p:cond delay="1000"/>
                            </p:stCondLst>
                            <p:childTnLst>
                              <p:par>
                                <p:cTn id="65" presetID="22" presetClass="entr" presetSubtype="1" fill="hold" nodeType="afterEffect">
                                  <p:stCondLst>
                                    <p:cond delay="0"/>
                                  </p:stCondLst>
                                  <p:childTnLst>
                                    <p:set>
                                      <p:cBhvr>
                                        <p:cTn id="66" dur="1" fill="hold">
                                          <p:stCondLst>
                                            <p:cond delay="0"/>
                                          </p:stCondLst>
                                        </p:cTn>
                                        <p:tgtEl>
                                          <p:spTgt spid="112"/>
                                        </p:tgtEl>
                                        <p:attrNameLst>
                                          <p:attrName>style.visibility</p:attrName>
                                        </p:attrNameLst>
                                      </p:cBhvr>
                                      <p:to>
                                        <p:strVal val="visible"/>
                                      </p:to>
                                    </p:set>
                                    <p:animEffect transition="in" filter="wipe(up)">
                                      <p:cBhvr>
                                        <p:cTn id="67" dur="500"/>
                                        <p:tgtEl>
                                          <p:spTgt spid="112"/>
                                        </p:tgtEl>
                                      </p:cBhvr>
                                    </p:animEffect>
                                  </p:childTnLst>
                                </p:cTn>
                              </p:par>
                            </p:childTnLst>
                          </p:cTn>
                        </p:par>
                        <p:par>
                          <p:cTn id="68" fill="hold">
                            <p:stCondLst>
                              <p:cond delay="1500"/>
                            </p:stCondLst>
                            <p:childTnLst>
                              <p:par>
                                <p:cTn id="69" presetID="22" presetClass="entr" presetSubtype="8" fill="hold" grpId="0" nodeType="afterEffect">
                                  <p:stCondLst>
                                    <p:cond delay="0"/>
                                  </p:stCondLst>
                                  <p:childTnLst>
                                    <p:set>
                                      <p:cBhvr>
                                        <p:cTn id="70" dur="1" fill="hold">
                                          <p:stCondLst>
                                            <p:cond delay="0"/>
                                          </p:stCondLst>
                                        </p:cTn>
                                        <p:tgtEl>
                                          <p:spTgt spid="107"/>
                                        </p:tgtEl>
                                        <p:attrNameLst>
                                          <p:attrName>style.visibility</p:attrName>
                                        </p:attrNameLst>
                                      </p:cBhvr>
                                      <p:to>
                                        <p:strVal val="visible"/>
                                      </p:to>
                                    </p:set>
                                    <p:animEffect transition="in" filter="wipe(left)">
                                      <p:cBhvr>
                                        <p:cTn id="71" dur="500"/>
                                        <p:tgtEl>
                                          <p:spTgt spid="107"/>
                                        </p:tgtEl>
                                      </p:cBhvr>
                                    </p:animEffect>
                                  </p:childTnLst>
                                </p:cTn>
                              </p:par>
                            </p:childTnLst>
                          </p:cTn>
                        </p:par>
                        <p:par>
                          <p:cTn id="72" fill="hold">
                            <p:stCondLst>
                              <p:cond delay="2000"/>
                            </p:stCondLst>
                            <p:childTnLst>
                              <p:par>
                                <p:cTn id="73" presetID="22" presetClass="entr" presetSubtype="4" fill="hold" nodeType="afterEffect">
                                  <p:stCondLst>
                                    <p:cond delay="0"/>
                                  </p:stCondLst>
                                  <p:childTnLst>
                                    <p:set>
                                      <p:cBhvr>
                                        <p:cTn id="74" dur="1" fill="hold">
                                          <p:stCondLst>
                                            <p:cond delay="0"/>
                                          </p:stCondLst>
                                        </p:cTn>
                                        <p:tgtEl>
                                          <p:spTgt spid="111"/>
                                        </p:tgtEl>
                                        <p:attrNameLst>
                                          <p:attrName>style.visibility</p:attrName>
                                        </p:attrNameLst>
                                      </p:cBhvr>
                                      <p:to>
                                        <p:strVal val="visible"/>
                                      </p:to>
                                    </p:set>
                                    <p:animEffect transition="in" filter="wipe(down)">
                                      <p:cBhvr>
                                        <p:cTn id="75" dur="500"/>
                                        <p:tgtEl>
                                          <p:spTgt spid="111"/>
                                        </p:tgtEl>
                                      </p:cBhvr>
                                    </p:animEffect>
                                  </p:childTnLst>
                                </p:cTn>
                              </p:par>
                            </p:childTnLst>
                          </p:cTn>
                        </p:par>
                        <p:par>
                          <p:cTn id="76" fill="hold">
                            <p:stCondLst>
                              <p:cond delay="2500"/>
                            </p:stCondLst>
                            <p:childTnLst>
                              <p:par>
                                <p:cTn id="77" presetID="22" presetClass="entr" presetSubtype="8" fill="hold" nodeType="afterEffect">
                                  <p:stCondLst>
                                    <p:cond delay="0"/>
                                  </p:stCondLst>
                                  <p:childTnLst>
                                    <p:set>
                                      <p:cBhvr>
                                        <p:cTn id="78" dur="1" fill="hold">
                                          <p:stCondLst>
                                            <p:cond delay="0"/>
                                          </p:stCondLst>
                                        </p:cTn>
                                        <p:tgtEl>
                                          <p:spTgt spid="123"/>
                                        </p:tgtEl>
                                        <p:attrNameLst>
                                          <p:attrName>style.visibility</p:attrName>
                                        </p:attrNameLst>
                                      </p:cBhvr>
                                      <p:to>
                                        <p:strVal val="visible"/>
                                      </p:to>
                                    </p:set>
                                    <p:animEffect transition="in" filter="wipe(left)">
                                      <p:cBhvr>
                                        <p:cTn id="79" dur="500"/>
                                        <p:tgtEl>
                                          <p:spTgt spid="123"/>
                                        </p:tgtEl>
                                      </p:cBhvr>
                                    </p:animEffect>
                                  </p:childTnLst>
                                </p:cTn>
                              </p:par>
                            </p:childTnLst>
                          </p:cTn>
                        </p:par>
                        <p:par>
                          <p:cTn id="80" fill="hold">
                            <p:stCondLst>
                              <p:cond delay="3000"/>
                            </p:stCondLst>
                            <p:childTnLst>
                              <p:par>
                                <p:cTn id="81" presetID="22" presetClass="entr" presetSubtype="1" fill="hold" nodeType="afterEffect">
                                  <p:stCondLst>
                                    <p:cond delay="0"/>
                                  </p:stCondLst>
                                  <p:childTnLst>
                                    <p:set>
                                      <p:cBhvr>
                                        <p:cTn id="82" dur="1" fill="hold">
                                          <p:stCondLst>
                                            <p:cond delay="0"/>
                                          </p:stCondLst>
                                        </p:cTn>
                                        <p:tgtEl>
                                          <p:spTgt spid="119"/>
                                        </p:tgtEl>
                                        <p:attrNameLst>
                                          <p:attrName>style.visibility</p:attrName>
                                        </p:attrNameLst>
                                      </p:cBhvr>
                                      <p:to>
                                        <p:strVal val="visible"/>
                                      </p:to>
                                    </p:set>
                                    <p:animEffect transition="in" filter="wipe(up)">
                                      <p:cBhvr>
                                        <p:cTn id="83" dur="500"/>
                                        <p:tgtEl>
                                          <p:spTgt spid="119"/>
                                        </p:tgtEl>
                                      </p:cBhvr>
                                    </p:animEffect>
                                  </p:childTnLst>
                                </p:cTn>
                              </p:par>
                            </p:childTnLst>
                          </p:cTn>
                        </p:par>
                        <p:par>
                          <p:cTn id="84" fill="hold">
                            <p:stCondLst>
                              <p:cond delay="3500"/>
                            </p:stCondLst>
                            <p:childTnLst>
                              <p:par>
                                <p:cTn id="85" presetID="22" presetClass="entr" presetSubtype="8" fill="hold" nodeType="afterEffect">
                                  <p:stCondLst>
                                    <p:cond delay="0"/>
                                  </p:stCondLst>
                                  <p:childTnLst>
                                    <p:set>
                                      <p:cBhvr>
                                        <p:cTn id="86" dur="1" fill="hold">
                                          <p:stCondLst>
                                            <p:cond delay="0"/>
                                          </p:stCondLst>
                                        </p:cTn>
                                        <p:tgtEl>
                                          <p:spTgt spid="126"/>
                                        </p:tgtEl>
                                        <p:attrNameLst>
                                          <p:attrName>style.visibility</p:attrName>
                                        </p:attrNameLst>
                                      </p:cBhvr>
                                      <p:to>
                                        <p:strVal val="visible"/>
                                      </p:to>
                                    </p:set>
                                    <p:animEffect transition="in" filter="wipe(left)">
                                      <p:cBhvr>
                                        <p:cTn id="87" dur="500"/>
                                        <p:tgtEl>
                                          <p:spTgt spid="126"/>
                                        </p:tgtEl>
                                      </p:cBhvr>
                                    </p:animEffect>
                                  </p:childTnLst>
                                </p:cTn>
                              </p:par>
                            </p:childTnLst>
                          </p:cTn>
                        </p:par>
                      </p:childTnLst>
                    </p:cTn>
                  </p:par>
                  <p:par>
                    <p:cTn id="88" fill="hold">
                      <p:stCondLst>
                        <p:cond delay="indefinite"/>
                      </p:stCondLst>
                      <p:childTnLst>
                        <p:par>
                          <p:cTn id="89" fill="hold">
                            <p:stCondLst>
                              <p:cond delay="0"/>
                            </p:stCondLst>
                            <p:childTnLst>
                              <p:par>
                                <p:cTn id="90" presetID="22" presetClass="entr" presetSubtype="4" fill="hold" nodeType="clickEffect">
                                  <p:stCondLst>
                                    <p:cond delay="0"/>
                                  </p:stCondLst>
                                  <p:childTnLst>
                                    <p:set>
                                      <p:cBhvr>
                                        <p:cTn id="91" dur="1" fill="hold">
                                          <p:stCondLst>
                                            <p:cond delay="0"/>
                                          </p:stCondLst>
                                        </p:cTn>
                                        <p:tgtEl>
                                          <p:spTgt spid="134"/>
                                        </p:tgtEl>
                                        <p:attrNameLst>
                                          <p:attrName>style.visibility</p:attrName>
                                        </p:attrNameLst>
                                      </p:cBhvr>
                                      <p:to>
                                        <p:strVal val="visible"/>
                                      </p:to>
                                    </p:set>
                                    <p:animEffect transition="in" filter="wipe(down)">
                                      <p:cBhvr>
                                        <p:cTn id="92" dur="1000"/>
                                        <p:tgtEl>
                                          <p:spTgt spid="134"/>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07" grpId="0" animBg="1"/>
    </p:bldLst>
  </p:timing>
</p:sld>
</file>

<file path=ppt/slides/slide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20" name="组合 19">
            <a:extLst>
              <a:ext uri="{FF2B5EF4-FFF2-40B4-BE49-F238E27FC236}">
                <a16:creationId xmlns:a16="http://schemas.microsoft.com/office/drawing/2014/main" id="{23B61FA9-128C-426C-B66E-67DCB4F67D61}"/>
              </a:ext>
            </a:extLst>
          </p:cNvPr>
          <p:cNvGrpSpPr/>
          <p:nvPr/>
        </p:nvGrpSpPr>
        <p:grpSpPr>
          <a:xfrm>
            <a:off x="1671406" y="4583949"/>
            <a:ext cx="8849188" cy="369332"/>
            <a:chOff x="1671406" y="4583949"/>
            <a:chExt cx="8849188" cy="369332"/>
          </a:xfrm>
        </p:grpSpPr>
        <p:sp>
          <p:nvSpPr>
            <p:cNvPr id="138" name="文本框 137">
              <a:extLst>
                <a:ext uri="{FF2B5EF4-FFF2-40B4-BE49-F238E27FC236}">
                  <a16:creationId xmlns:a16="http://schemas.microsoft.com/office/drawing/2014/main" id="{047720B9-5EDD-4237-B359-10E85942F879}"/>
                </a:ext>
              </a:extLst>
            </p:cNvPr>
            <p:cNvSpPr txBox="1"/>
            <p:nvPr/>
          </p:nvSpPr>
          <p:spPr>
            <a:xfrm>
              <a:off x="1671406" y="4583949"/>
              <a:ext cx="1489500" cy="369332"/>
            </a:xfrm>
            <a:prstGeom prst="rect">
              <a:avLst/>
            </a:prstGeom>
            <a:noFill/>
          </p:spPr>
          <p:txBody>
            <a:bodyPr wrap="square" rtlCol="0">
              <a:spAutoFit/>
            </a:bodyPr>
            <a:lstStyle/>
            <a:p>
              <a:pPr algn="ctr"/>
              <a:r>
                <a:rPr lang="zh-CN" altLang="en-US" b="1" dirty="0">
                  <a:solidFill>
                    <a:schemeClr val="accent4"/>
                  </a:solidFill>
                  <a:latin typeface="Arial Narrow" panose="020B0606020202030204" pitchFamily="34" charset="0"/>
                </a:rPr>
                <a:t>链路层协议</a:t>
              </a:r>
              <a:r>
                <a:rPr lang="en-US" altLang="zh-CN" b="1" dirty="0">
                  <a:solidFill>
                    <a:schemeClr val="accent4"/>
                  </a:solidFill>
                  <a:latin typeface="Arial Narrow" panose="020B0606020202030204" pitchFamily="34" charset="0"/>
                </a:rPr>
                <a:t>A</a:t>
              </a:r>
              <a:endParaRPr lang="zh-CN" altLang="en-US" b="1" dirty="0">
                <a:solidFill>
                  <a:schemeClr val="accent4"/>
                </a:solidFill>
                <a:latin typeface="Arial Narrow" panose="020B0606020202030204" pitchFamily="34" charset="0"/>
              </a:endParaRPr>
            </a:p>
          </p:txBody>
        </p:sp>
        <p:sp>
          <p:nvSpPr>
            <p:cNvPr id="139" name="文本框 138">
              <a:extLst>
                <a:ext uri="{FF2B5EF4-FFF2-40B4-BE49-F238E27FC236}">
                  <a16:creationId xmlns:a16="http://schemas.microsoft.com/office/drawing/2014/main" id="{67D209CB-EB59-42CE-8564-A0D6A7A80579}"/>
                </a:ext>
              </a:extLst>
            </p:cNvPr>
            <p:cNvSpPr txBox="1"/>
            <p:nvPr/>
          </p:nvSpPr>
          <p:spPr>
            <a:xfrm>
              <a:off x="5351250" y="4583949"/>
              <a:ext cx="1489500" cy="369332"/>
            </a:xfrm>
            <a:prstGeom prst="rect">
              <a:avLst/>
            </a:prstGeom>
            <a:noFill/>
          </p:spPr>
          <p:txBody>
            <a:bodyPr wrap="square" rtlCol="0">
              <a:spAutoFit/>
            </a:bodyPr>
            <a:lstStyle/>
            <a:p>
              <a:pPr algn="ctr"/>
              <a:r>
                <a:rPr lang="zh-CN" altLang="en-US" b="1" dirty="0">
                  <a:solidFill>
                    <a:schemeClr val="accent4"/>
                  </a:solidFill>
                  <a:latin typeface="Arial Narrow" panose="020B0606020202030204" pitchFamily="34" charset="0"/>
                </a:rPr>
                <a:t>链路层协议</a:t>
              </a:r>
              <a:r>
                <a:rPr lang="en-US" altLang="zh-CN" b="1" dirty="0">
                  <a:solidFill>
                    <a:schemeClr val="accent4"/>
                  </a:solidFill>
                  <a:latin typeface="Arial Narrow" panose="020B0606020202030204" pitchFamily="34" charset="0"/>
                </a:rPr>
                <a:t>B</a:t>
              </a:r>
              <a:endParaRPr lang="zh-CN" altLang="en-US" b="1" dirty="0">
                <a:solidFill>
                  <a:schemeClr val="accent4"/>
                </a:solidFill>
                <a:latin typeface="Arial Narrow" panose="020B0606020202030204" pitchFamily="34" charset="0"/>
              </a:endParaRPr>
            </a:p>
          </p:txBody>
        </p:sp>
        <p:sp>
          <p:nvSpPr>
            <p:cNvPr id="140" name="文本框 139">
              <a:extLst>
                <a:ext uri="{FF2B5EF4-FFF2-40B4-BE49-F238E27FC236}">
                  <a16:creationId xmlns:a16="http://schemas.microsoft.com/office/drawing/2014/main" id="{B01F6142-E662-4EBF-9E5D-4153F7B809B4}"/>
                </a:ext>
              </a:extLst>
            </p:cNvPr>
            <p:cNvSpPr txBox="1"/>
            <p:nvPr/>
          </p:nvSpPr>
          <p:spPr>
            <a:xfrm>
              <a:off x="9031094" y="4583949"/>
              <a:ext cx="1489500" cy="369332"/>
            </a:xfrm>
            <a:prstGeom prst="rect">
              <a:avLst/>
            </a:prstGeom>
            <a:noFill/>
          </p:spPr>
          <p:txBody>
            <a:bodyPr wrap="square" rtlCol="0">
              <a:spAutoFit/>
            </a:bodyPr>
            <a:lstStyle/>
            <a:p>
              <a:pPr algn="ctr"/>
              <a:r>
                <a:rPr lang="zh-CN" altLang="en-US" b="1" dirty="0">
                  <a:solidFill>
                    <a:schemeClr val="accent4"/>
                  </a:solidFill>
                  <a:latin typeface="Arial Narrow" panose="020B0606020202030204" pitchFamily="34" charset="0"/>
                </a:rPr>
                <a:t>链路层协议</a:t>
              </a:r>
              <a:r>
                <a:rPr lang="en-US" altLang="zh-CN" b="1" dirty="0">
                  <a:solidFill>
                    <a:schemeClr val="accent4"/>
                  </a:solidFill>
                  <a:latin typeface="Arial Narrow" panose="020B0606020202030204" pitchFamily="34" charset="0"/>
                </a:rPr>
                <a:t>C</a:t>
              </a:r>
              <a:endParaRPr lang="zh-CN" altLang="en-US" b="1" dirty="0">
                <a:solidFill>
                  <a:schemeClr val="accent4"/>
                </a:solidFill>
                <a:latin typeface="Arial Narrow" panose="020B0606020202030204" pitchFamily="34" charset="0"/>
              </a:endParaRPr>
            </a:p>
          </p:txBody>
        </p:sp>
      </p:grpSp>
      <p:grpSp>
        <p:nvGrpSpPr>
          <p:cNvPr id="17" name="组合 16">
            <a:extLst>
              <a:ext uri="{FF2B5EF4-FFF2-40B4-BE49-F238E27FC236}">
                <a16:creationId xmlns:a16="http://schemas.microsoft.com/office/drawing/2014/main" id="{3293A6ED-4F3E-456C-9E0B-26663D6BBED1}"/>
              </a:ext>
            </a:extLst>
          </p:cNvPr>
          <p:cNvGrpSpPr/>
          <p:nvPr/>
        </p:nvGrpSpPr>
        <p:grpSpPr>
          <a:xfrm>
            <a:off x="1365604" y="4063725"/>
            <a:ext cx="10383233" cy="495455"/>
            <a:chOff x="1365604" y="4063725"/>
            <a:chExt cx="10383233" cy="495455"/>
          </a:xfrm>
        </p:grpSpPr>
        <p:sp>
          <p:nvSpPr>
            <p:cNvPr id="100" name="矩形 99">
              <a:extLst>
                <a:ext uri="{FF2B5EF4-FFF2-40B4-BE49-F238E27FC236}">
                  <a16:creationId xmlns:a16="http://schemas.microsoft.com/office/drawing/2014/main" id="{DD94B00E-AFE7-4B56-A2A9-1AB0A50D1AF0}"/>
                </a:ext>
              </a:extLst>
            </p:cNvPr>
            <p:cNvSpPr/>
            <p:nvPr/>
          </p:nvSpPr>
          <p:spPr>
            <a:xfrm>
              <a:off x="1365604" y="4063725"/>
              <a:ext cx="10383233" cy="495455"/>
            </a:xfrm>
            <a:prstGeom prst="rect">
              <a:avLst/>
            </a:prstGeom>
            <a:solidFill>
              <a:schemeClr val="accent4"/>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b="1" dirty="0"/>
            </a:p>
          </p:txBody>
        </p:sp>
        <p:cxnSp>
          <p:nvCxnSpPr>
            <p:cNvPr id="8" name="直接箭头连接符 7">
              <a:extLst>
                <a:ext uri="{FF2B5EF4-FFF2-40B4-BE49-F238E27FC236}">
                  <a16:creationId xmlns:a16="http://schemas.microsoft.com/office/drawing/2014/main" id="{3F7CC83C-6F46-4269-A7F0-6181383E6C5C}"/>
                </a:ext>
              </a:extLst>
            </p:cNvPr>
            <p:cNvCxnSpPr>
              <a:stCxn id="100" idx="1"/>
              <a:endCxn id="61" idx="1"/>
            </p:cNvCxnSpPr>
            <p:nvPr/>
          </p:nvCxnSpPr>
          <p:spPr>
            <a:xfrm>
              <a:off x="1365604" y="4311453"/>
              <a:ext cx="2079072" cy="850"/>
            </a:xfrm>
            <a:prstGeom prst="straightConnector1">
              <a:avLst/>
            </a:prstGeom>
            <a:ln w="50800">
              <a:solidFill>
                <a:schemeClr val="bg1"/>
              </a:solidFill>
              <a:prstDash val="dash"/>
              <a:tailEnd type="triangle" w="med" len="lg"/>
            </a:ln>
          </p:spPr>
          <p:style>
            <a:lnRef idx="1">
              <a:schemeClr val="accent1"/>
            </a:lnRef>
            <a:fillRef idx="0">
              <a:schemeClr val="accent1"/>
            </a:fillRef>
            <a:effectRef idx="0">
              <a:schemeClr val="accent1"/>
            </a:effectRef>
            <a:fontRef idx="minor">
              <a:schemeClr val="tx1"/>
            </a:fontRef>
          </p:style>
        </p:cxnSp>
        <p:cxnSp>
          <p:nvCxnSpPr>
            <p:cNvPr id="102" name="直接箭头连接符 101">
              <a:extLst>
                <a:ext uri="{FF2B5EF4-FFF2-40B4-BE49-F238E27FC236}">
                  <a16:creationId xmlns:a16="http://schemas.microsoft.com/office/drawing/2014/main" id="{0FE5F6D8-AB93-43BC-879C-4C93366DBC97}"/>
                </a:ext>
              </a:extLst>
            </p:cNvPr>
            <p:cNvCxnSpPr>
              <a:cxnSpLocks/>
              <a:stCxn id="63" idx="3"/>
              <a:endCxn id="75" idx="1"/>
            </p:cNvCxnSpPr>
            <p:nvPr/>
          </p:nvCxnSpPr>
          <p:spPr>
            <a:xfrm>
              <a:off x="5264868" y="4311453"/>
              <a:ext cx="1615440" cy="850"/>
            </a:xfrm>
            <a:prstGeom prst="straightConnector1">
              <a:avLst/>
            </a:prstGeom>
            <a:ln w="50800">
              <a:solidFill>
                <a:schemeClr val="bg1"/>
              </a:solidFill>
              <a:prstDash val="dash"/>
              <a:tailEnd type="triangle" w="med" len="lg"/>
            </a:ln>
          </p:spPr>
          <p:style>
            <a:lnRef idx="1">
              <a:schemeClr val="accent1"/>
            </a:lnRef>
            <a:fillRef idx="0">
              <a:schemeClr val="accent1"/>
            </a:fillRef>
            <a:effectRef idx="0">
              <a:schemeClr val="accent1"/>
            </a:effectRef>
            <a:fontRef idx="minor">
              <a:schemeClr val="tx1"/>
            </a:fontRef>
          </p:style>
        </p:cxnSp>
        <p:cxnSp>
          <p:nvCxnSpPr>
            <p:cNvPr id="106" name="直接箭头连接符 105">
              <a:extLst>
                <a:ext uri="{FF2B5EF4-FFF2-40B4-BE49-F238E27FC236}">
                  <a16:creationId xmlns:a16="http://schemas.microsoft.com/office/drawing/2014/main" id="{B56479C9-7D2A-4F83-B522-5989DCA67539}"/>
                </a:ext>
              </a:extLst>
            </p:cNvPr>
            <p:cNvCxnSpPr>
              <a:cxnSpLocks/>
              <a:stCxn id="77" idx="3"/>
              <a:endCxn id="69" idx="1"/>
            </p:cNvCxnSpPr>
            <p:nvPr/>
          </p:nvCxnSpPr>
          <p:spPr>
            <a:xfrm>
              <a:off x="8700500" y="4311453"/>
              <a:ext cx="2135837" cy="850"/>
            </a:xfrm>
            <a:prstGeom prst="straightConnector1">
              <a:avLst/>
            </a:prstGeom>
            <a:ln w="50800">
              <a:solidFill>
                <a:schemeClr val="bg1"/>
              </a:solidFill>
              <a:prstDash val="dash"/>
              <a:tailEnd type="triangle" w="med" len="lg"/>
            </a:ln>
          </p:spPr>
          <p:style>
            <a:lnRef idx="1">
              <a:schemeClr val="accent1"/>
            </a:lnRef>
            <a:fillRef idx="0">
              <a:schemeClr val="accent1"/>
            </a:fillRef>
            <a:effectRef idx="0">
              <a:schemeClr val="accent1"/>
            </a:effectRef>
            <a:fontRef idx="minor">
              <a:schemeClr val="tx1"/>
            </a:fontRef>
          </p:style>
        </p:cxnSp>
      </p:grpSp>
      <p:grpSp>
        <p:nvGrpSpPr>
          <p:cNvPr id="87" name="组合 86">
            <a:extLst>
              <a:ext uri="{FF2B5EF4-FFF2-40B4-BE49-F238E27FC236}">
                <a16:creationId xmlns:a16="http://schemas.microsoft.com/office/drawing/2014/main" id="{B188D24E-8824-42CC-BAEA-EE6EDF845E9F}"/>
              </a:ext>
            </a:extLst>
          </p:cNvPr>
          <p:cNvGrpSpPr/>
          <p:nvPr/>
        </p:nvGrpSpPr>
        <p:grpSpPr>
          <a:xfrm>
            <a:off x="443162" y="2578210"/>
            <a:ext cx="11320437" cy="2477275"/>
            <a:chOff x="443162" y="2578210"/>
            <a:chExt cx="11320437" cy="2477275"/>
          </a:xfrm>
        </p:grpSpPr>
        <p:grpSp>
          <p:nvGrpSpPr>
            <p:cNvPr id="64" name="组合 63">
              <a:extLst>
                <a:ext uri="{FF2B5EF4-FFF2-40B4-BE49-F238E27FC236}">
                  <a16:creationId xmlns:a16="http://schemas.microsoft.com/office/drawing/2014/main" id="{71C0D843-E9F2-4174-9092-7CCA00C154E5}"/>
                </a:ext>
              </a:extLst>
            </p:cNvPr>
            <p:cNvGrpSpPr/>
            <p:nvPr/>
          </p:nvGrpSpPr>
          <p:grpSpPr>
            <a:xfrm>
              <a:off x="443162" y="2578210"/>
              <a:ext cx="927262" cy="2477275"/>
              <a:chOff x="573658" y="3076055"/>
              <a:chExt cx="927262" cy="2477275"/>
            </a:xfrm>
          </p:grpSpPr>
          <p:sp>
            <p:nvSpPr>
              <p:cNvPr id="54" name="矩形 53">
                <a:extLst>
                  <a:ext uri="{FF2B5EF4-FFF2-40B4-BE49-F238E27FC236}">
                    <a16:creationId xmlns:a16="http://schemas.microsoft.com/office/drawing/2014/main" id="{C7181484-5ADD-4FFF-83FC-15678E6074A1}"/>
                  </a:ext>
                </a:extLst>
              </p:cNvPr>
              <p:cNvSpPr/>
              <p:nvPr/>
            </p:nvSpPr>
            <p:spPr>
              <a:xfrm>
                <a:off x="573658" y="5057875"/>
                <a:ext cx="927262" cy="495455"/>
              </a:xfrm>
              <a:prstGeom prst="rect">
                <a:avLst/>
              </a:prstGeom>
              <a:solidFill>
                <a:schemeClr val="tx2"/>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zh-CN" altLang="en-US" b="1" dirty="0"/>
                  <a:t>物理层</a:t>
                </a:r>
              </a:p>
            </p:txBody>
          </p:sp>
          <p:sp>
            <p:nvSpPr>
              <p:cNvPr id="55" name="矩形 54">
                <a:extLst>
                  <a:ext uri="{FF2B5EF4-FFF2-40B4-BE49-F238E27FC236}">
                    <a16:creationId xmlns:a16="http://schemas.microsoft.com/office/drawing/2014/main" id="{FAD05537-2960-4D1E-A544-66BD66899D7B}"/>
                  </a:ext>
                </a:extLst>
              </p:cNvPr>
              <p:cNvSpPr/>
              <p:nvPr/>
            </p:nvSpPr>
            <p:spPr>
              <a:xfrm>
                <a:off x="573658" y="3571510"/>
                <a:ext cx="927262" cy="495455"/>
              </a:xfrm>
              <a:prstGeom prst="rect">
                <a:avLst/>
              </a:prstGeom>
              <a:solidFill>
                <a:schemeClr val="accent3"/>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zh-CN" altLang="en-US" b="1" dirty="0"/>
                  <a:t>运输层</a:t>
                </a:r>
              </a:p>
            </p:txBody>
          </p:sp>
          <p:sp>
            <p:nvSpPr>
              <p:cNvPr id="56" name="矩形 55">
                <a:extLst>
                  <a:ext uri="{FF2B5EF4-FFF2-40B4-BE49-F238E27FC236}">
                    <a16:creationId xmlns:a16="http://schemas.microsoft.com/office/drawing/2014/main" id="{262128D0-92C5-421F-B99F-97B0A8F5778F}"/>
                  </a:ext>
                </a:extLst>
              </p:cNvPr>
              <p:cNvSpPr/>
              <p:nvPr/>
            </p:nvSpPr>
            <p:spPr>
              <a:xfrm>
                <a:off x="573658" y="4067816"/>
                <a:ext cx="927262" cy="495455"/>
              </a:xfrm>
              <a:prstGeom prst="rect">
                <a:avLst/>
              </a:prstGeom>
              <a:solidFill>
                <a:schemeClr val="accent6"/>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zh-CN" altLang="en-US" b="1" dirty="0"/>
                  <a:t>网络层</a:t>
                </a:r>
              </a:p>
            </p:txBody>
          </p:sp>
          <p:sp>
            <p:nvSpPr>
              <p:cNvPr id="57" name="矩形 56">
                <a:extLst>
                  <a:ext uri="{FF2B5EF4-FFF2-40B4-BE49-F238E27FC236}">
                    <a16:creationId xmlns:a16="http://schemas.microsoft.com/office/drawing/2014/main" id="{E7F6111F-36C4-482E-ADDE-9C1B20CB4798}"/>
                  </a:ext>
                </a:extLst>
              </p:cNvPr>
              <p:cNvSpPr/>
              <p:nvPr/>
            </p:nvSpPr>
            <p:spPr>
              <a:xfrm>
                <a:off x="573658" y="4562420"/>
                <a:ext cx="927262" cy="495455"/>
              </a:xfrm>
              <a:prstGeom prst="rect">
                <a:avLst/>
              </a:prstGeom>
              <a:solidFill>
                <a:schemeClr val="accent4"/>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zh-CN" altLang="en-US" b="1" dirty="0"/>
                  <a:t>链路层</a:t>
                </a:r>
              </a:p>
            </p:txBody>
          </p:sp>
          <p:sp>
            <p:nvSpPr>
              <p:cNvPr id="58" name="矩形 57">
                <a:extLst>
                  <a:ext uri="{FF2B5EF4-FFF2-40B4-BE49-F238E27FC236}">
                    <a16:creationId xmlns:a16="http://schemas.microsoft.com/office/drawing/2014/main" id="{2ED499FF-90FC-4315-8B38-CDC41E37E10D}"/>
                  </a:ext>
                </a:extLst>
              </p:cNvPr>
              <p:cNvSpPr/>
              <p:nvPr/>
            </p:nvSpPr>
            <p:spPr>
              <a:xfrm>
                <a:off x="573658" y="3076055"/>
                <a:ext cx="927262" cy="495455"/>
              </a:xfrm>
              <a:prstGeom prst="rect">
                <a:avLst/>
              </a:prstGeom>
              <a:solidFill>
                <a:schemeClr val="accent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zh-CN" altLang="en-US" b="1" dirty="0"/>
                  <a:t>应用层</a:t>
                </a:r>
              </a:p>
            </p:txBody>
          </p:sp>
        </p:grpSp>
        <p:grpSp>
          <p:nvGrpSpPr>
            <p:cNvPr id="65" name="组合 64">
              <a:extLst>
                <a:ext uri="{FF2B5EF4-FFF2-40B4-BE49-F238E27FC236}">
                  <a16:creationId xmlns:a16="http://schemas.microsoft.com/office/drawing/2014/main" id="{F84EAC27-CF46-4608-8DD3-7353BF866D2F}"/>
                </a:ext>
              </a:extLst>
            </p:cNvPr>
            <p:cNvGrpSpPr/>
            <p:nvPr/>
          </p:nvGrpSpPr>
          <p:grpSpPr>
            <a:xfrm>
              <a:off x="10836337" y="2578210"/>
              <a:ext cx="927262" cy="2477275"/>
              <a:chOff x="573658" y="3055993"/>
              <a:chExt cx="927262" cy="2477275"/>
            </a:xfrm>
          </p:grpSpPr>
          <p:sp>
            <p:nvSpPr>
              <p:cNvPr id="66" name="矩形 65">
                <a:extLst>
                  <a:ext uri="{FF2B5EF4-FFF2-40B4-BE49-F238E27FC236}">
                    <a16:creationId xmlns:a16="http://schemas.microsoft.com/office/drawing/2014/main" id="{5A74A63A-2FEE-43FC-968F-BD53ED2B0050}"/>
                  </a:ext>
                </a:extLst>
              </p:cNvPr>
              <p:cNvSpPr/>
              <p:nvPr/>
            </p:nvSpPr>
            <p:spPr>
              <a:xfrm>
                <a:off x="573658" y="5037813"/>
                <a:ext cx="927262" cy="495455"/>
              </a:xfrm>
              <a:prstGeom prst="rect">
                <a:avLst/>
              </a:prstGeom>
              <a:solidFill>
                <a:schemeClr val="tx2"/>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zh-CN" altLang="en-US" b="1" dirty="0"/>
                  <a:t>物理层</a:t>
                </a:r>
              </a:p>
            </p:txBody>
          </p:sp>
          <p:sp>
            <p:nvSpPr>
              <p:cNvPr id="67" name="矩形 66">
                <a:extLst>
                  <a:ext uri="{FF2B5EF4-FFF2-40B4-BE49-F238E27FC236}">
                    <a16:creationId xmlns:a16="http://schemas.microsoft.com/office/drawing/2014/main" id="{5C800900-6A7C-4B6C-B56A-3326E51CE61B}"/>
                  </a:ext>
                </a:extLst>
              </p:cNvPr>
              <p:cNvSpPr/>
              <p:nvPr/>
            </p:nvSpPr>
            <p:spPr>
              <a:xfrm>
                <a:off x="573658" y="3551448"/>
                <a:ext cx="927262" cy="495455"/>
              </a:xfrm>
              <a:prstGeom prst="rect">
                <a:avLst/>
              </a:prstGeom>
              <a:solidFill>
                <a:schemeClr val="accent3"/>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zh-CN" altLang="en-US" b="1" dirty="0"/>
                  <a:t>运输层</a:t>
                </a:r>
              </a:p>
            </p:txBody>
          </p:sp>
          <p:sp>
            <p:nvSpPr>
              <p:cNvPr id="68" name="矩形 67">
                <a:extLst>
                  <a:ext uri="{FF2B5EF4-FFF2-40B4-BE49-F238E27FC236}">
                    <a16:creationId xmlns:a16="http://schemas.microsoft.com/office/drawing/2014/main" id="{D1C1B837-4FB6-452D-A09B-CCDFC232881D}"/>
                  </a:ext>
                </a:extLst>
              </p:cNvPr>
              <p:cNvSpPr/>
              <p:nvPr/>
            </p:nvSpPr>
            <p:spPr>
              <a:xfrm>
                <a:off x="573658" y="4047754"/>
                <a:ext cx="927262" cy="495455"/>
              </a:xfrm>
              <a:prstGeom prst="rect">
                <a:avLst/>
              </a:prstGeom>
              <a:solidFill>
                <a:schemeClr val="accent6"/>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zh-CN" altLang="en-US" b="1" dirty="0"/>
                  <a:t>网络层</a:t>
                </a:r>
              </a:p>
            </p:txBody>
          </p:sp>
          <p:sp>
            <p:nvSpPr>
              <p:cNvPr id="69" name="矩形 68">
                <a:extLst>
                  <a:ext uri="{FF2B5EF4-FFF2-40B4-BE49-F238E27FC236}">
                    <a16:creationId xmlns:a16="http://schemas.microsoft.com/office/drawing/2014/main" id="{38A4D823-4AD6-4054-A64D-3B609A6F3C87}"/>
                  </a:ext>
                </a:extLst>
              </p:cNvPr>
              <p:cNvSpPr/>
              <p:nvPr/>
            </p:nvSpPr>
            <p:spPr>
              <a:xfrm>
                <a:off x="573658" y="4542358"/>
                <a:ext cx="927262" cy="495455"/>
              </a:xfrm>
              <a:prstGeom prst="rect">
                <a:avLst/>
              </a:prstGeom>
              <a:solidFill>
                <a:schemeClr val="accent4"/>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zh-CN" altLang="en-US" b="1" dirty="0"/>
                  <a:t>链路层</a:t>
                </a:r>
              </a:p>
            </p:txBody>
          </p:sp>
          <p:sp>
            <p:nvSpPr>
              <p:cNvPr id="70" name="矩形 69">
                <a:extLst>
                  <a:ext uri="{FF2B5EF4-FFF2-40B4-BE49-F238E27FC236}">
                    <a16:creationId xmlns:a16="http://schemas.microsoft.com/office/drawing/2014/main" id="{CC8D6016-CEF3-4636-A9D0-4FB5976F31A0}"/>
                  </a:ext>
                </a:extLst>
              </p:cNvPr>
              <p:cNvSpPr/>
              <p:nvPr/>
            </p:nvSpPr>
            <p:spPr>
              <a:xfrm>
                <a:off x="573658" y="3055993"/>
                <a:ext cx="927262" cy="495455"/>
              </a:xfrm>
              <a:prstGeom prst="rect">
                <a:avLst/>
              </a:prstGeom>
              <a:solidFill>
                <a:schemeClr val="accent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zh-CN" altLang="en-US" b="1" dirty="0"/>
                  <a:t>应用层</a:t>
                </a:r>
              </a:p>
            </p:txBody>
          </p:sp>
        </p:grpSp>
      </p:grpSp>
      <p:grpSp>
        <p:nvGrpSpPr>
          <p:cNvPr id="86" name="组合 85">
            <a:extLst>
              <a:ext uri="{FF2B5EF4-FFF2-40B4-BE49-F238E27FC236}">
                <a16:creationId xmlns:a16="http://schemas.microsoft.com/office/drawing/2014/main" id="{9B0688EE-09DD-41EB-AB33-197FC381A6B2}"/>
              </a:ext>
            </a:extLst>
          </p:cNvPr>
          <p:cNvGrpSpPr/>
          <p:nvPr/>
        </p:nvGrpSpPr>
        <p:grpSpPr>
          <a:xfrm>
            <a:off x="3444676" y="3569971"/>
            <a:ext cx="5255824" cy="1485514"/>
            <a:chOff x="3444676" y="3569971"/>
            <a:chExt cx="5255824" cy="1485514"/>
          </a:xfrm>
        </p:grpSpPr>
        <p:grpSp>
          <p:nvGrpSpPr>
            <p:cNvPr id="71" name="组合 70">
              <a:extLst>
                <a:ext uri="{FF2B5EF4-FFF2-40B4-BE49-F238E27FC236}">
                  <a16:creationId xmlns:a16="http://schemas.microsoft.com/office/drawing/2014/main" id="{B2FC82EB-3BBF-41E8-B07A-C9A09AF20C1D}"/>
                </a:ext>
              </a:extLst>
            </p:cNvPr>
            <p:cNvGrpSpPr/>
            <p:nvPr/>
          </p:nvGrpSpPr>
          <p:grpSpPr>
            <a:xfrm>
              <a:off x="3444676" y="3569971"/>
              <a:ext cx="1820192" cy="1485514"/>
              <a:chOff x="5164841" y="3462133"/>
              <a:chExt cx="1820192" cy="1485514"/>
            </a:xfrm>
          </p:grpSpPr>
          <p:sp>
            <p:nvSpPr>
              <p:cNvPr id="59" name="矩形 58">
                <a:extLst>
                  <a:ext uri="{FF2B5EF4-FFF2-40B4-BE49-F238E27FC236}">
                    <a16:creationId xmlns:a16="http://schemas.microsoft.com/office/drawing/2014/main" id="{7869CE95-7AFE-45AB-9F51-AB89B130FEE3}"/>
                  </a:ext>
                </a:extLst>
              </p:cNvPr>
              <p:cNvSpPr/>
              <p:nvPr/>
            </p:nvSpPr>
            <p:spPr>
              <a:xfrm>
                <a:off x="5164841" y="4452192"/>
                <a:ext cx="883201" cy="495455"/>
              </a:xfrm>
              <a:prstGeom prst="rect">
                <a:avLst/>
              </a:prstGeom>
              <a:solidFill>
                <a:schemeClr val="tx2"/>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zh-CN" altLang="en-US" b="1" dirty="0"/>
                  <a:t>物理层</a:t>
                </a:r>
              </a:p>
            </p:txBody>
          </p:sp>
          <p:sp>
            <p:nvSpPr>
              <p:cNvPr id="60" name="矩形 59">
                <a:extLst>
                  <a:ext uri="{FF2B5EF4-FFF2-40B4-BE49-F238E27FC236}">
                    <a16:creationId xmlns:a16="http://schemas.microsoft.com/office/drawing/2014/main" id="{842D0DE0-115F-4D7C-A2C6-9F302A45971F}"/>
                  </a:ext>
                </a:extLst>
              </p:cNvPr>
              <p:cNvSpPr/>
              <p:nvPr/>
            </p:nvSpPr>
            <p:spPr>
              <a:xfrm>
                <a:off x="5164841" y="3462133"/>
                <a:ext cx="1820192" cy="495455"/>
              </a:xfrm>
              <a:prstGeom prst="rect">
                <a:avLst/>
              </a:prstGeom>
              <a:solidFill>
                <a:schemeClr val="accent6"/>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zh-CN" altLang="en-US" b="1" dirty="0"/>
                  <a:t>网络层</a:t>
                </a:r>
              </a:p>
            </p:txBody>
          </p:sp>
          <p:sp>
            <p:nvSpPr>
              <p:cNvPr id="61" name="矩形 60">
                <a:extLst>
                  <a:ext uri="{FF2B5EF4-FFF2-40B4-BE49-F238E27FC236}">
                    <a16:creationId xmlns:a16="http://schemas.microsoft.com/office/drawing/2014/main" id="{77365ECF-C4EF-45ED-A5B1-FC6AD0CDB546}"/>
                  </a:ext>
                </a:extLst>
              </p:cNvPr>
              <p:cNvSpPr/>
              <p:nvPr/>
            </p:nvSpPr>
            <p:spPr>
              <a:xfrm>
                <a:off x="5164841" y="3956737"/>
                <a:ext cx="883201" cy="495455"/>
              </a:xfrm>
              <a:prstGeom prst="rect">
                <a:avLst/>
              </a:prstGeom>
              <a:solidFill>
                <a:schemeClr val="accent4"/>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zh-CN" altLang="en-US" b="1" dirty="0"/>
                  <a:t>链路层</a:t>
                </a:r>
              </a:p>
            </p:txBody>
          </p:sp>
          <p:sp>
            <p:nvSpPr>
              <p:cNvPr id="62" name="矩形 61">
                <a:extLst>
                  <a:ext uri="{FF2B5EF4-FFF2-40B4-BE49-F238E27FC236}">
                    <a16:creationId xmlns:a16="http://schemas.microsoft.com/office/drawing/2014/main" id="{3502C54A-92AA-455D-A45C-F857B0FF8E01}"/>
                  </a:ext>
                </a:extLst>
              </p:cNvPr>
              <p:cNvSpPr/>
              <p:nvPr/>
            </p:nvSpPr>
            <p:spPr>
              <a:xfrm>
                <a:off x="6101832" y="4451342"/>
                <a:ext cx="883201" cy="495455"/>
              </a:xfrm>
              <a:prstGeom prst="rect">
                <a:avLst/>
              </a:prstGeom>
              <a:solidFill>
                <a:schemeClr val="tx2"/>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zh-CN" altLang="en-US" b="1" dirty="0"/>
                  <a:t>物理层</a:t>
                </a:r>
              </a:p>
            </p:txBody>
          </p:sp>
          <p:sp>
            <p:nvSpPr>
              <p:cNvPr id="63" name="矩形 62">
                <a:extLst>
                  <a:ext uri="{FF2B5EF4-FFF2-40B4-BE49-F238E27FC236}">
                    <a16:creationId xmlns:a16="http://schemas.microsoft.com/office/drawing/2014/main" id="{64CC4069-B5B8-4B2B-B800-AC064892A70F}"/>
                  </a:ext>
                </a:extLst>
              </p:cNvPr>
              <p:cNvSpPr/>
              <p:nvPr/>
            </p:nvSpPr>
            <p:spPr>
              <a:xfrm>
                <a:off x="6101832" y="3955887"/>
                <a:ext cx="883201" cy="495455"/>
              </a:xfrm>
              <a:prstGeom prst="rect">
                <a:avLst/>
              </a:prstGeom>
              <a:solidFill>
                <a:schemeClr val="accent4"/>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zh-CN" altLang="en-US" b="1" dirty="0"/>
                  <a:t>链路层</a:t>
                </a:r>
              </a:p>
            </p:txBody>
          </p:sp>
        </p:grpSp>
        <p:grpSp>
          <p:nvGrpSpPr>
            <p:cNvPr id="72" name="组合 71">
              <a:extLst>
                <a:ext uri="{FF2B5EF4-FFF2-40B4-BE49-F238E27FC236}">
                  <a16:creationId xmlns:a16="http://schemas.microsoft.com/office/drawing/2014/main" id="{6D1EB9EB-612B-4F93-8911-FC7E0C5CED38}"/>
                </a:ext>
              </a:extLst>
            </p:cNvPr>
            <p:cNvGrpSpPr/>
            <p:nvPr/>
          </p:nvGrpSpPr>
          <p:grpSpPr>
            <a:xfrm>
              <a:off x="6880308" y="3569971"/>
              <a:ext cx="1820192" cy="1485514"/>
              <a:chOff x="5164841" y="3462133"/>
              <a:chExt cx="1820192" cy="1485514"/>
            </a:xfrm>
          </p:grpSpPr>
          <p:sp>
            <p:nvSpPr>
              <p:cNvPr id="73" name="矩形 72">
                <a:extLst>
                  <a:ext uri="{FF2B5EF4-FFF2-40B4-BE49-F238E27FC236}">
                    <a16:creationId xmlns:a16="http://schemas.microsoft.com/office/drawing/2014/main" id="{0D68AE8E-E676-4A8A-82B0-E0170686EB36}"/>
                  </a:ext>
                </a:extLst>
              </p:cNvPr>
              <p:cNvSpPr/>
              <p:nvPr/>
            </p:nvSpPr>
            <p:spPr>
              <a:xfrm>
                <a:off x="5164841" y="4452192"/>
                <a:ext cx="883201" cy="495455"/>
              </a:xfrm>
              <a:prstGeom prst="rect">
                <a:avLst/>
              </a:prstGeom>
              <a:solidFill>
                <a:schemeClr val="tx2"/>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zh-CN" altLang="en-US" b="1" dirty="0"/>
                  <a:t>物理层</a:t>
                </a:r>
              </a:p>
            </p:txBody>
          </p:sp>
          <p:sp>
            <p:nvSpPr>
              <p:cNvPr id="74" name="矩形 73">
                <a:extLst>
                  <a:ext uri="{FF2B5EF4-FFF2-40B4-BE49-F238E27FC236}">
                    <a16:creationId xmlns:a16="http://schemas.microsoft.com/office/drawing/2014/main" id="{B60B79C5-26D3-46DA-8F22-19C73B9AB09C}"/>
                  </a:ext>
                </a:extLst>
              </p:cNvPr>
              <p:cNvSpPr/>
              <p:nvPr/>
            </p:nvSpPr>
            <p:spPr>
              <a:xfrm>
                <a:off x="5164841" y="3462133"/>
                <a:ext cx="1820192" cy="495455"/>
              </a:xfrm>
              <a:prstGeom prst="rect">
                <a:avLst/>
              </a:prstGeom>
              <a:solidFill>
                <a:schemeClr val="accent6"/>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zh-CN" altLang="en-US" b="1" dirty="0"/>
                  <a:t>网络层</a:t>
                </a:r>
              </a:p>
            </p:txBody>
          </p:sp>
          <p:sp>
            <p:nvSpPr>
              <p:cNvPr id="75" name="矩形 74">
                <a:extLst>
                  <a:ext uri="{FF2B5EF4-FFF2-40B4-BE49-F238E27FC236}">
                    <a16:creationId xmlns:a16="http://schemas.microsoft.com/office/drawing/2014/main" id="{A7CBC1AF-36D8-4A47-9D86-164FAA7D2C92}"/>
                  </a:ext>
                </a:extLst>
              </p:cNvPr>
              <p:cNvSpPr/>
              <p:nvPr/>
            </p:nvSpPr>
            <p:spPr>
              <a:xfrm>
                <a:off x="5164841" y="3956737"/>
                <a:ext cx="883201" cy="495455"/>
              </a:xfrm>
              <a:prstGeom prst="rect">
                <a:avLst/>
              </a:prstGeom>
              <a:solidFill>
                <a:schemeClr val="accent4"/>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zh-CN" altLang="en-US" b="1" dirty="0"/>
                  <a:t>链路层</a:t>
                </a:r>
              </a:p>
            </p:txBody>
          </p:sp>
          <p:sp>
            <p:nvSpPr>
              <p:cNvPr id="76" name="矩形 75">
                <a:extLst>
                  <a:ext uri="{FF2B5EF4-FFF2-40B4-BE49-F238E27FC236}">
                    <a16:creationId xmlns:a16="http://schemas.microsoft.com/office/drawing/2014/main" id="{4AF1F872-C867-491A-9365-569B0696AFAC}"/>
                  </a:ext>
                </a:extLst>
              </p:cNvPr>
              <p:cNvSpPr/>
              <p:nvPr/>
            </p:nvSpPr>
            <p:spPr>
              <a:xfrm>
                <a:off x="6101832" y="4451342"/>
                <a:ext cx="883201" cy="495455"/>
              </a:xfrm>
              <a:prstGeom prst="rect">
                <a:avLst/>
              </a:prstGeom>
              <a:solidFill>
                <a:schemeClr val="tx2"/>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zh-CN" altLang="en-US" b="1" dirty="0"/>
                  <a:t>物理层</a:t>
                </a:r>
              </a:p>
            </p:txBody>
          </p:sp>
          <p:sp>
            <p:nvSpPr>
              <p:cNvPr id="77" name="矩形 76">
                <a:extLst>
                  <a:ext uri="{FF2B5EF4-FFF2-40B4-BE49-F238E27FC236}">
                    <a16:creationId xmlns:a16="http://schemas.microsoft.com/office/drawing/2014/main" id="{826BB8FD-F2D4-495D-A12C-98DE0DB3E7CF}"/>
                  </a:ext>
                </a:extLst>
              </p:cNvPr>
              <p:cNvSpPr/>
              <p:nvPr/>
            </p:nvSpPr>
            <p:spPr>
              <a:xfrm>
                <a:off x="6101832" y="3955887"/>
                <a:ext cx="883201" cy="495455"/>
              </a:xfrm>
              <a:prstGeom prst="rect">
                <a:avLst/>
              </a:prstGeom>
              <a:solidFill>
                <a:schemeClr val="accent4"/>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zh-CN" altLang="en-US" b="1" dirty="0"/>
                  <a:t>链路层</a:t>
                </a:r>
              </a:p>
            </p:txBody>
          </p:sp>
        </p:grpSp>
      </p:grpSp>
      <p:grpSp>
        <p:nvGrpSpPr>
          <p:cNvPr id="4" name="组合 3">
            <a:extLst>
              <a:ext uri="{FF2B5EF4-FFF2-40B4-BE49-F238E27FC236}">
                <a16:creationId xmlns:a16="http://schemas.microsoft.com/office/drawing/2014/main" id="{9A1EA9F2-FCB6-48C3-935F-7AE7E3AD14AC}"/>
              </a:ext>
            </a:extLst>
          </p:cNvPr>
          <p:cNvGrpSpPr/>
          <p:nvPr/>
        </p:nvGrpSpPr>
        <p:grpSpPr>
          <a:xfrm>
            <a:off x="304800" y="749300"/>
            <a:ext cx="6192344" cy="400110"/>
            <a:chOff x="424117" y="898245"/>
            <a:chExt cx="6192344" cy="400110"/>
          </a:xfrm>
        </p:grpSpPr>
        <p:sp>
          <p:nvSpPr>
            <p:cNvPr id="2" name="平行四边形 1">
              <a:extLst>
                <a:ext uri="{FF2B5EF4-FFF2-40B4-BE49-F238E27FC236}">
                  <a16:creationId xmlns:a16="http://schemas.microsoft.com/office/drawing/2014/main" id="{1F5BAA3F-9845-4F89-A2DD-8222D3E4EDAC}"/>
                </a:ext>
              </a:extLst>
            </p:cNvPr>
            <p:cNvSpPr/>
            <p:nvPr/>
          </p:nvSpPr>
          <p:spPr>
            <a:xfrm>
              <a:off x="424117" y="898245"/>
              <a:ext cx="628306" cy="387090"/>
            </a:xfrm>
            <a:prstGeom prst="parallelogram">
              <a:avLst/>
            </a:prstGeom>
            <a:solidFill>
              <a:schemeClr val="accent3">
                <a:lumMod val="75000"/>
              </a:schemeClr>
            </a:solidFill>
            <a:ln>
              <a:solidFill>
                <a:schemeClr val="accent3">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CN" sz="2200" dirty="0">
                  <a:latin typeface="Impact" panose="020B0806030902050204" pitchFamily="34" charset="0"/>
                </a:rPr>
                <a:t>01</a:t>
              </a:r>
              <a:endParaRPr lang="zh-CN" altLang="en-US" sz="2200" dirty="0">
                <a:latin typeface="Impact" panose="020B0806030902050204" pitchFamily="34" charset="0"/>
              </a:endParaRPr>
            </a:p>
          </p:txBody>
        </p:sp>
        <p:sp>
          <p:nvSpPr>
            <p:cNvPr id="3" name="文本框 2">
              <a:extLst>
                <a:ext uri="{FF2B5EF4-FFF2-40B4-BE49-F238E27FC236}">
                  <a16:creationId xmlns:a16="http://schemas.microsoft.com/office/drawing/2014/main" id="{4D6BD736-A4D3-4F26-AFED-36E11F50F70B}"/>
                </a:ext>
              </a:extLst>
            </p:cNvPr>
            <p:cNvSpPr txBox="1"/>
            <p:nvPr/>
          </p:nvSpPr>
          <p:spPr>
            <a:xfrm>
              <a:off x="1052423" y="898245"/>
              <a:ext cx="5564038" cy="400110"/>
            </a:xfrm>
            <a:prstGeom prst="rect">
              <a:avLst/>
            </a:prstGeom>
            <a:noFill/>
          </p:spPr>
          <p:txBody>
            <a:bodyPr wrap="square" rtlCol="0">
              <a:spAutoFit/>
            </a:bodyPr>
            <a:lstStyle/>
            <a:p>
              <a:r>
                <a:rPr lang="zh-CN" altLang="en-US" sz="2000" b="1" dirty="0"/>
                <a:t>数据链路层在网络体系结构中所处的地位</a:t>
              </a:r>
            </a:p>
          </p:txBody>
        </p:sp>
      </p:grpSp>
      <p:grpSp>
        <p:nvGrpSpPr>
          <p:cNvPr id="14" name="组合 13">
            <a:extLst>
              <a:ext uri="{FF2B5EF4-FFF2-40B4-BE49-F238E27FC236}">
                <a16:creationId xmlns:a16="http://schemas.microsoft.com/office/drawing/2014/main" id="{80FB0234-D0B8-4EF2-9053-98CBBA7DDA17}"/>
              </a:ext>
            </a:extLst>
          </p:cNvPr>
          <p:cNvGrpSpPr/>
          <p:nvPr/>
        </p:nvGrpSpPr>
        <p:grpSpPr>
          <a:xfrm>
            <a:off x="575386" y="1455796"/>
            <a:ext cx="11327717" cy="1140097"/>
            <a:chOff x="601699" y="1646568"/>
            <a:chExt cx="11327717" cy="1140097"/>
          </a:xfrm>
        </p:grpSpPr>
        <p:cxnSp>
          <p:nvCxnSpPr>
            <p:cNvPr id="7" name="直接连接符 6">
              <a:extLst>
                <a:ext uri="{FF2B5EF4-FFF2-40B4-BE49-F238E27FC236}">
                  <a16:creationId xmlns:a16="http://schemas.microsoft.com/office/drawing/2014/main" id="{8B53EBB6-2C5E-4702-BD38-429DE64B8287}"/>
                </a:ext>
              </a:extLst>
            </p:cNvPr>
            <p:cNvCxnSpPr>
              <a:cxnSpLocks/>
            </p:cNvCxnSpPr>
            <p:nvPr/>
          </p:nvCxnSpPr>
          <p:spPr>
            <a:xfrm>
              <a:off x="1116604" y="2429705"/>
              <a:ext cx="10027235"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pic>
          <p:nvPicPr>
            <p:cNvPr id="30" name="图形 29">
              <a:extLst>
                <a:ext uri="{FF2B5EF4-FFF2-40B4-BE49-F238E27FC236}">
                  <a16:creationId xmlns:a16="http://schemas.microsoft.com/office/drawing/2014/main" id="{72069934-95CD-4B53-B6BF-4ADE13073407}"/>
                </a:ext>
              </a:extLst>
            </p:cNvPr>
            <p:cNvPicPr>
              <a:picLocks noChangeAspect="1"/>
            </p:cNvPicPr>
            <p:nvPr/>
          </p:nvPicPr>
          <p:blipFill>
            <a:blip r:embed="rId3">
              <a:extLst>
                <a:ext uri="{28A0092B-C50C-407E-A947-70E740481C1C}">
                  <a14:useLocalDpi xmlns:a14="http://schemas.microsoft.com/office/drawing/2010/main" val="0"/>
                </a:ext>
                <a:ext uri="{96DAC541-7B7A-43D3-8B79-37D633B846F1}">
                  <asvg:svgBlip xmlns:asvg="http://schemas.microsoft.com/office/drawing/2016/SVG/main" r:embed="rId4"/>
                </a:ext>
              </a:extLst>
            </a:blip>
            <a:stretch>
              <a:fillRect/>
            </a:stretch>
          </p:blipFill>
          <p:spPr>
            <a:xfrm>
              <a:off x="601699" y="1998460"/>
              <a:ext cx="662814" cy="641082"/>
            </a:xfrm>
            <a:prstGeom prst="rect">
              <a:avLst/>
            </a:prstGeom>
          </p:spPr>
        </p:pic>
        <p:pic>
          <p:nvPicPr>
            <p:cNvPr id="32" name="图形 31">
              <a:extLst>
                <a:ext uri="{FF2B5EF4-FFF2-40B4-BE49-F238E27FC236}">
                  <a16:creationId xmlns:a16="http://schemas.microsoft.com/office/drawing/2014/main" id="{F903043D-4DEC-4303-B87B-DC6C670EA52A}"/>
                </a:ext>
              </a:extLst>
            </p:cNvPr>
            <p:cNvPicPr>
              <a:picLocks noChangeAspect="1"/>
            </p:cNvPicPr>
            <p:nvPr/>
          </p:nvPicPr>
          <p:blipFill>
            <a:blip r:embed="rId5">
              <a:extLst>
                <a:ext uri="{28A0092B-C50C-407E-A947-70E740481C1C}">
                  <a14:useLocalDpi xmlns:a14="http://schemas.microsoft.com/office/drawing/2010/main" val="0"/>
                </a:ext>
                <a:ext uri="{96DAC541-7B7A-43D3-8B79-37D633B846F1}">
                  <asvg:svgBlip xmlns:asvg="http://schemas.microsoft.com/office/drawing/2016/SVG/main" r:embed="rId6"/>
                </a:ext>
              </a:extLst>
            </a:blip>
            <a:stretch>
              <a:fillRect/>
            </a:stretch>
          </p:blipFill>
          <p:spPr>
            <a:xfrm>
              <a:off x="11075396" y="1998460"/>
              <a:ext cx="501772" cy="658576"/>
            </a:xfrm>
            <a:prstGeom prst="rect">
              <a:avLst/>
            </a:prstGeom>
          </p:spPr>
        </p:pic>
        <p:pic>
          <p:nvPicPr>
            <p:cNvPr id="33" name="图形 32">
              <a:extLst>
                <a:ext uri="{FF2B5EF4-FFF2-40B4-BE49-F238E27FC236}">
                  <a16:creationId xmlns:a16="http://schemas.microsoft.com/office/drawing/2014/main" id="{611E048E-C452-45E9-9431-6F464DFB5BA0}"/>
                </a:ext>
              </a:extLst>
            </p:cNvPr>
            <p:cNvPicPr>
              <a:picLocks noChangeAspect="1"/>
            </p:cNvPicPr>
            <p:nvPr/>
          </p:nvPicPr>
          <p:blipFill>
            <a:blip r:embed="rId7">
              <a:extLst>
                <a:ext uri="{28A0092B-C50C-407E-A947-70E740481C1C}">
                  <a14:useLocalDpi xmlns:a14="http://schemas.microsoft.com/office/drawing/2010/main" val="0"/>
                </a:ext>
                <a:ext uri="{96DAC541-7B7A-43D3-8B79-37D633B846F1}">
                  <asvg:svgBlip xmlns:asvg="http://schemas.microsoft.com/office/drawing/2016/SVG/main" r:embed="rId8"/>
                </a:ext>
              </a:extLst>
            </a:blip>
            <a:stretch>
              <a:fillRect/>
            </a:stretch>
          </p:blipFill>
          <p:spPr>
            <a:xfrm>
              <a:off x="4062028" y="2171420"/>
              <a:ext cx="638116" cy="516570"/>
            </a:xfrm>
            <a:prstGeom prst="rect">
              <a:avLst/>
            </a:prstGeom>
          </p:spPr>
        </p:pic>
        <p:pic>
          <p:nvPicPr>
            <p:cNvPr id="37" name="图形 36">
              <a:extLst>
                <a:ext uri="{FF2B5EF4-FFF2-40B4-BE49-F238E27FC236}">
                  <a16:creationId xmlns:a16="http://schemas.microsoft.com/office/drawing/2014/main" id="{7C9FB760-2FE2-4115-BFB5-8C7BC18D00A5}"/>
                </a:ext>
              </a:extLst>
            </p:cNvPr>
            <p:cNvPicPr>
              <a:picLocks noChangeAspect="1"/>
            </p:cNvPicPr>
            <p:nvPr/>
          </p:nvPicPr>
          <p:blipFill>
            <a:blip r:embed="rId7">
              <a:extLst>
                <a:ext uri="{28A0092B-C50C-407E-A947-70E740481C1C}">
                  <a14:useLocalDpi xmlns:a14="http://schemas.microsoft.com/office/drawing/2010/main" val="0"/>
                </a:ext>
                <a:ext uri="{96DAC541-7B7A-43D3-8B79-37D633B846F1}">
                  <asvg:svgBlip xmlns:asvg="http://schemas.microsoft.com/office/drawing/2016/SVG/main" r:embed="rId8"/>
                </a:ext>
              </a:extLst>
            </a:blip>
            <a:stretch>
              <a:fillRect/>
            </a:stretch>
          </p:blipFill>
          <p:spPr>
            <a:xfrm>
              <a:off x="7497660" y="2171420"/>
              <a:ext cx="638116" cy="516570"/>
            </a:xfrm>
            <a:prstGeom prst="rect">
              <a:avLst/>
            </a:prstGeom>
          </p:spPr>
        </p:pic>
        <p:grpSp>
          <p:nvGrpSpPr>
            <p:cNvPr id="10" name="组合 9">
              <a:extLst>
                <a:ext uri="{FF2B5EF4-FFF2-40B4-BE49-F238E27FC236}">
                  <a16:creationId xmlns:a16="http://schemas.microsoft.com/office/drawing/2014/main" id="{B4A1242A-788F-47C6-8136-AD60BC267AFD}"/>
                </a:ext>
              </a:extLst>
            </p:cNvPr>
            <p:cNvGrpSpPr/>
            <p:nvPr/>
          </p:nvGrpSpPr>
          <p:grpSpPr>
            <a:xfrm>
              <a:off x="2154969" y="2044381"/>
              <a:ext cx="1016602" cy="742284"/>
              <a:chOff x="2154969" y="1945707"/>
              <a:chExt cx="1016602" cy="742284"/>
            </a:xfrm>
          </p:grpSpPr>
          <p:sp>
            <p:nvSpPr>
              <p:cNvPr id="28" name="云形 27">
                <a:extLst>
                  <a:ext uri="{FF2B5EF4-FFF2-40B4-BE49-F238E27FC236}">
                    <a16:creationId xmlns:a16="http://schemas.microsoft.com/office/drawing/2014/main" id="{FD757E95-2047-49C1-9F99-8501E5E88483}"/>
                  </a:ext>
                </a:extLst>
              </p:cNvPr>
              <p:cNvSpPr/>
              <p:nvPr/>
            </p:nvSpPr>
            <p:spPr>
              <a:xfrm>
                <a:off x="2154970" y="1945707"/>
                <a:ext cx="1016601" cy="742284"/>
              </a:xfrm>
              <a:prstGeom prst="cloud">
                <a:avLst/>
              </a:prstGeom>
              <a:solidFill>
                <a:schemeClr val="bg1">
                  <a:lumMod val="85000"/>
                </a:schemeClr>
              </a:solidFill>
              <a:ln>
                <a:solidFill>
                  <a:schemeClr val="bg1">
                    <a:lumMod val="85000"/>
                  </a:schemeClr>
                </a:solidFill>
              </a:ln>
            </p:spPr>
            <p:style>
              <a:lnRef idx="2">
                <a:schemeClr val="accent3">
                  <a:shade val="50000"/>
                </a:schemeClr>
              </a:lnRef>
              <a:fillRef idx="1">
                <a:schemeClr val="accent3"/>
              </a:fillRef>
              <a:effectRef idx="0">
                <a:schemeClr val="accent3"/>
              </a:effectRef>
              <a:fontRef idx="minor">
                <a:schemeClr val="lt1"/>
              </a:fontRef>
            </p:style>
            <p:txBody>
              <a:bodyPr rtlCol="0" anchor="ctr"/>
              <a:lstStyle/>
              <a:p>
                <a:pPr algn="ctr"/>
                <a:endParaRPr lang="zh-CN" altLang="en-US" b="1" dirty="0">
                  <a:solidFill>
                    <a:schemeClr val="tx1"/>
                  </a:solidFill>
                  <a:latin typeface="宋体" panose="02010600030101010101" pitchFamily="2" charset="-122"/>
                  <a:ea typeface="宋体" panose="02010600030101010101" pitchFamily="2" charset="-122"/>
                </a:endParaRPr>
              </a:p>
            </p:txBody>
          </p:sp>
          <p:sp>
            <p:nvSpPr>
              <p:cNvPr id="5" name="文本框 4">
                <a:extLst>
                  <a:ext uri="{FF2B5EF4-FFF2-40B4-BE49-F238E27FC236}">
                    <a16:creationId xmlns:a16="http://schemas.microsoft.com/office/drawing/2014/main" id="{C697508F-6B40-443A-9F44-2BAB4BBA37D9}"/>
                  </a:ext>
                </a:extLst>
              </p:cNvPr>
              <p:cNvSpPr txBox="1"/>
              <p:nvPr/>
            </p:nvSpPr>
            <p:spPr>
              <a:xfrm>
                <a:off x="2154969" y="2125588"/>
                <a:ext cx="1016601" cy="369332"/>
              </a:xfrm>
              <a:prstGeom prst="rect">
                <a:avLst/>
              </a:prstGeom>
              <a:noFill/>
            </p:spPr>
            <p:txBody>
              <a:bodyPr wrap="square" rtlCol="0">
                <a:spAutoFit/>
              </a:bodyPr>
              <a:lstStyle/>
              <a:p>
                <a:pPr algn="ctr"/>
                <a:r>
                  <a:rPr lang="zh-CN" altLang="en-US" b="1" dirty="0">
                    <a:latin typeface="Arial Narrow" panose="020B0606020202030204" pitchFamily="34" charset="0"/>
                  </a:rPr>
                  <a:t>局域网</a:t>
                </a:r>
                <a:r>
                  <a:rPr lang="en-US" altLang="zh-CN" b="1" dirty="0">
                    <a:latin typeface="Arial Narrow" panose="020B0606020202030204" pitchFamily="34" charset="0"/>
                  </a:rPr>
                  <a:t>1</a:t>
                </a:r>
                <a:endParaRPr lang="zh-CN" altLang="en-US" b="1" dirty="0">
                  <a:latin typeface="Arial Narrow" panose="020B0606020202030204" pitchFamily="34" charset="0"/>
                </a:endParaRPr>
              </a:p>
            </p:txBody>
          </p:sp>
        </p:grpSp>
        <p:grpSp>
          <p:nvGrpSpPr>
            <p:cNvPr id="12" name="组合 11">
              <a:extLst>
                <a:ext uri="{FF2B5EF4-FFF2-40B4-BE49-F238E27FC236}">
                  <a16:creationId xmlns:a16="http://schemas.microsoft.com/office/drawing/2014/main" id="{2D6589C9-0702-4C02-87E1-460767C3439C}"/>
                </a:ext>
              </a:extLst>
            </p:cNvPr>
            <p:cNvGrpSpPr/>
            <p:nvPr/>
          </p:nvGrpSpPr>
          <p:grpSpPr>
            <a:xfrm>
              <a:off x="9026232" y="2044381"/>
              <a:ext cx="1016603" cy="742284"/>
              <a:chOff x="9026232" y="1945707"/>
              <a:chExt cx="1016603" cy="742284"/>
            </a:xfrm>
          </p:grpSpPr>
          <p:sp>
            <p:nvSpPr>
              <p:cNvPr id="36" name="云形 35">
                <a:extLst>
                  <a:ext uri="{FF2B5EF4-FFF2-40B4-BE49-F238E27FC236}">
                    <a16:creationId xmlns:a16="http://schemas.microsoft.com/office/drawing/2014/main" id="{61214048-9CA2-4ACD-BC72-12BF7D7A259E}"/>
                  </a:ext>
                </a:extLst>
              </p:cNvPr>
              <p:cNvSpPr/>
              <p:nvPr/>
            </p:nvSpPr>
            <p:spPr>
              <a:xfrm>
                <a:off x="9026234" y="1945707"/>
                <a:ext cx="1016601" cy="742284"/>
              </a:xfrm>
              <a:prstGeom prst="cloud">
                <a:avLst/>
              </a:prstGeom>
              <a:solidFill>
                <a:schemeClr val="bg1">
                  <a:lumMod val="85000"/>
                </a:schemeClr>
              </a:solidFill>
              <a:ln>
                <a:solidFill>
                  <a:schemeClr val="bg1">
                    <a:lumMod val="85000"/>
                  </a:schemeClr>
                </a:solidFill>
              </a:ln>
            </p:spPr>
            <p:style>
              <a:lnRef idx="2">
                <a:schemeClr val="accent3">
                  <a:shade val="50000"/>
                </a:schemeClr>
              </a:lnRef>
              <a:fillRef idx="1">
                <a:schemeClr val="accent3"/>
              </a:fillRef>
              <a:effectRef idx="0">
                <a:schemeClr val="accent3"/>
              </a:effectRef>
              <a:fontRef idx="minor">
                <a:schemeClr val="lt1"/>
              </a:fontRef>
            </p:style>
            <p:txBody>
              <a:bodyPr rtlCol="0" anchor="ctr"/>
              <a:lstStyle/>
              <a:p>
                <a:pPr algn="ctr"/>
                <a:endParaRPr lang="zh-CN" altLang="en-US" b="1" dirty="0">
                  <a:solidFill>
                    <a:schemeClr val="tx1"/>
                  </a:solidFill>
                  <a:latin typeface="宋体" panose="02010600030101010101" pitchFamily="2" charset="-122"/>
                  <a:ea typeface="宋体" panose="02010600030101010101" pitchFamily="2" charset="-122"/>
                </a:endParaRPr>
              </a:p>
            </p:txBody>
          </p:sp>
          <p:sp>
            <p:nvSpPr>
              <p:cNvPr id="43" name="文本框 42">
                <a:extLst>
                  <a:ext uri="{FF2B5EF4-FFF2-40B4-BE49-F238E27FC236}">
                    <a16:creationId xmlns:a16="http://schemas.microsoft.com/office/drawing/2014/main" id="{D728BB10-6EC8-4C59-8799-E0F1B7526195}"/>
                  </a:ext>
                </a:extLst>
              </p:cNvPr>
              <p:cNvSpPr txBox="1"/>
              <p:nvPr/>
            </p:nvSpPr>
            <p:spPr>
              <a:xfrm>
                <a:off x="9026232" y="2125588"/>
                <a:ext cx="1016601" cy="369332"/>
              </a:xfrm>
              <a:prstGeom prst="rect">
                <a:avLst/>
              </a:prstGeom>
              <a:noFill/>
            </p:spPr>
            <p:txBody>
              <a:bodyPr wrap="square" rtlCol="0">
                <a:spAutoFit/>
              </a:bodyPr>
              <a:lstStyle/>
              <a:p>
                <a:pPr algn="ctr"/>
                <a:r>
                  <a:rPr lang="zh-CN" altLang="en-US" b="1" dirty="0">
                    <a:latin typeface="Arial Narrow" panose="020B0606020202030204" pitchFamily="34" charset="0"/>
                  </a:rPr>
                  <a:t>局域网</a:t>
                </a:r>
                <a:r>
                  <a:rPr lang="en-US" altLang="zh-CN" b="1" dirty="0">
                    <a:latin typeface="Arial Narrow" panose="020B0606020202030204" pitchFamily="34" charset="0"/>
                  </a:rPr>
                  <a:t>2</a:t>
                </a:r>
                <a:endParaRPr lang="zh-CN" altLang="en-US" b="1" dirty="0">
                  <a:latin typeface="Arial Narrow" panose="020B0606020202030204" pitchFamily="34" charset="0"/>
                </a:endParaRPr>
              </a:p>
            </p:txBody>
          </p:sp>
        </p:grpSp>
        <p:sp>
          <p:nvSpPr>
            <p:cNvPr id="35" name="云形 34">
              <a:extLst>
                <a:ext uri="{FF2B5EF4-FFF2-40B4-BE49-F238E27FC236}">
                  <a16:creationId xmlns:a16="http://schemas.microsoft.com/office/drawing/2014/main" id="{CA3FB00D-723B-4535-BB95-D66A1841CE87}"/>
                </a:ext>
              </a:extLst>
            </p:cNvPr>
            <p:cNvSpPr/>
            <p:nvPr/>
          </p:nvSpPr>
          <p:spPr>
            <a:xfrm>
              <a:off x="5590601" y="2044381"/>
              <a:ext cx="1016601" cy="742284"/>
            </a:xfrm>
            <a:prstGeom prst="cloud">
              <a:avLst/>
            </a:prstGeom>
            <a:solidFill>
              <a:schemeClr val="bg1">
                <a:lumMod val="85000"/>
              </a:schemeClr>
            </a:solidFill>
            <a:ln>
              <a:solidFill>
                <a:schemeClr val="bg1">
                  <a:lumMod val="85000"/>
                </a:schemeClr>
              </a:solidFill>
            </a:ln>
          </p:spPr>
          <p:style>
            <a:lnRef idx="2">
              <a:schemeClr val="accent3">
                <a:shade val="50000"/>
              </a:schemeClr>
            </a:lnRef>
            <a:fillRef idx="1">
              <a:schemeClr val="accent3"/>
            </a:fillRef>
            <a:effectRef idx="0">
              <a:schemeClr val="accent3"/>
            </a:effectRef>
            <a:fontRef idx="minor">
              <a:schemeClr val="lt1"/>
            </a:fontRef>
          </p:style>
          <p:txBody>
            <a:bodyPr rtlCol="0" anchor="ctr"/>
            <a:lstStyle/>
            <a:p>
              <a:pPr algn="ctr"/>
              <a:endParaRPr lang="zh-CN" altLang="en-US" b="1" dirty="0">
                <a:solidFill>
                  <a:schemeClr val="tx1"/>
                </a:solidFill>
                <a:latin typeface="宋体" panose="02010600030101010101" pitchFamily="2" charset="-122"/>
                <a:ea typeface="宋体" panose="02010600030101010101" pitchFamily="2" charset="-122"/>
              </a:endParaRPr>
            </a:p>
          </p:txBody>
        </p:sp>
        <p:sp>
          <p:nvSpPr>
            <p:cNvPr id="45" name="文本框 44">
              <a:extLst>
                <a:ext uri="{FF2B5EF4-FFF2-40B4-BE49-F238E27FC236}">
                  <a16:creationId xmlns:a16="http://schemas.microsoft.com/office/drawing/2014/main" id="{AB826F03-380C-4316-B5D0-3F019AC95D71}"/>
                </a:ext>
              </a:extLst>
            </p:cNvPr>
            <p:cNvSpPr txBox="1"/>
            <p:nvPr/>
          </p:nvSpPr>
          <p:spPr>
            <a:xfrm>
              <a:off x="601699" y="1646568"/>
              <a:ext cx="1016601" cy="369332"/>
            </a:xfrm>
            <a:prstGeom prst="rect">
              <a:avLst/>
            </a:prstGeom>
            <a:noFill/>
          </p:spPr>
          <p:txBody>
            <a:bodyPr wrap="square" rtlCol="0">
              <a:spAutoFit/>
            </a:bodyPr>
            <a:lstStyle/>
            <a:p>
              <a:pPr algn="ctr"/>
              <a:r>
                <a:rPr lang="zh-CN" altLang="en-US" b="1" dirty="0">
                  <a:latin typeface="Arial Narrow" panose="020B0606020202030204" pitchFamily="34" charset="0"/>
                </a:rPr>
                <a:t>主机</a:t>
              </a:r>
              <a:r>
                <a:rPr lang="en-US" altLang="zh-CN" b="1" dirty="0">
                  <a:latin typeface="Arial Narrow" panose="020B0606020202030204" pitchFamily="34" charset="0"/>
                </a:rPr>
                <a:t>H1</a:t>
              </a:r>
              <a:endParaRPr lang="zh-CN" altLang="en-US" b="1" dirty="0">
                <a:latin typeface="Arial Narrow" panose="020B0606020202030204" pitchFamily="34" charset="0"/>
              </a:endParaRPr>
            </a:p>
          </p:txBody>
        </p:sp>
        <p:sp>
          <p:nvSpPr>
            <p:cNvPr id="46" name="文本框 45">
              <a:extLst>
                <a:ext uri="{FF2B5EF4-FFF2-40B4-BE49-F238E27FC236}">
                  <a16:creationId xmlns:a16="http://schemas.microsoft.com/office/drawing/2014/main" id="{140A1E43-C09E-446E-8046-09DE5D29D73D}"/>
                </a:ext>
              </a:extLst>
            </p:cNvPr>
            <p:cNvSpPr txBox="1"/>
            <p:nvPr/>
          </p:nvSpPr>
          <p:spPr>
            <a:xfrm>
              <a:off x="3777951" y="1646568"/>
              <a:ext cx="1206269" cy="369332"/>
            </a:xfrm>
            <a:prstGeom prst="rect">
              <a:avLst/>
            </a:prstGeom>
            <a:noFill/>
          </p:spPr>
          <p:txBody>
            <a:bodyPr wrap="square" rtlCol="0">
              <a:spAutoFit/>
            </a:bodyPr>
            <a:lstStyle/>
            <a:p>
              <a:pPr algn="ctr"/>
              <a:r>
                <a:rPr lang="zh-CN" altLang="en-US" b="1" dirty="0">
                  <a:latin typeface="Arial Narrow" panose="020B0606020202030204" pitchFamily="34" charset="0"/>
                </a:rPr>
                <a:t>路由器</a:t>
              </a:r>
              <a:r>
                <a:rPr lang="en-US" altLang="zh-CN" b="1" dirty="0">
                  <a:latin typeface="Arial Narrow" panose="020B0606020202030204" pitchFamily="34" charset="0"/>
                </a:rPr>
                <a:t>R1</a:t>
              </a:r>
              <a:endParaRPr lang="zh-CN" altLang="en-US" b="1" dirty="0">
                <a:latin typeface="Arial Narrow" panose="020B0606020202030204" pitchFamily="34" charset="0"/>
              </a:endParaRPr>
            </a:p>
          </p:txBody>
        </p:sp>
        <p:sp>
          <p:nvSpPr>
            <p:cNvPr id="47" name="文本框 46">
              <a:extLst>
                <a:ext uri="{FF2B5EF4-FFF2-40B4-BE49-F238E27FC236}">
                  <a16:creationId xmlns:a16="http://schemas.microsoft.com/office/drawing/2014/main" id="{CA09C127-21E5-4BE9-9396-57A4A088A3B2}"/>
                </a:ext>
              </a:extLst>
            </p:cNvPr>
            <p:cNvSpPr txBox="1"/>
            <p:nvPr/>
          </p:nvSpPr>
          <p:spPr>
            <a:xfrm>
              <a:off x="7213583" y="1646568"/>
              <a:ext cx="1206269" cy="369332"/>
            </a:xfrm>
            <a:prstGeom prst="rect">
              <a:avLst/>
            </a:prstGeom>
            <a:noFill/>
          </p:spPr>
          <p:txBody>
            <a:bodyPr wrap="square" rtlCol="0">
              <a:spAutoFit/>
            </a:bodyPr>
            <a:lstStyle/>
            <a:p>
              <a:pPr algn="ctr"/>
              <a:r>
                <a:rPr lang="zh-CN" altLang="en-US" b="1" dirty="0">
                  <a:latin typeface="Arial Narrow" panose="020B0606020202030204" pitchFamily="34" charset="0"/>
                </a:rPr>
                <a:t>路由器</a:t>
              </a:r>
              <a:r>
                <a:rPr lang="en-US" altLang="zh-CN" b="1" dirty="0">
                  <a:latin typeface="Arial Narrow" panose="020B0606020202030204" pitchFamily="34" charset="0"/>
                </a:rPr>
                <a:t>R2</a:t>
              </a:r>
              <a:endParaRPr lang="zh-CN" altLang="en-US" b="1" dirty="0">
                <a:latin typeface="Arial Narrow" panose="020B0606020202030204" pitchFamily="34" charset="0"/>
              </a:endParaRPr>
            </a:p>
          </p:txBody>
        </p:sp>
        <p:sp>
          <p:nvSpPr>
            <p:cNvPr id="48" name="文本框 47">
              <a:extLst>
                <a:ext uri="{FF2B5EF4-FFF2-40B4-BE49-F238E27FC236}">
                  <a16:creationId xmlns:a16="http://schemas.microsoft.com/office/drawing/2014/main" id="{2EA18500-DCC4-4E06-AA83-2FFF966DAA89}"/>
                </a:ext>
              </a:extLst>
            </p:cNvPr>
            <p:cNvSpPr txBox="1"/>
            <p:nvPr/>
          </p:nvSpPr>
          <p:spPr>
            <a:xfrm>
              <a:off x="10723147" y="1646568"/>
              <a:ext cx="1206269" cy="369332"/>
            </a:xfrm>
            <a:prstGeom prst="rect">
              <a:avLst/>
            </a:prstGeom>
            <a:noFill/>
          </p:spPr>
          <p:txBody>
            <a:bodyPr wrap="square" rtlCol="0">
              <a:spAutoFit/>
            </a:bodyPr>
            <a:lstStyle/>
            <a:p>
              <a:pPr algn="ctr"/>
              <a:r>
                <a:rPr lang="zh-CN" altLang="en-US" b="1" dirty="0">
                  <a:latin typeface="Arial Narrow" panose="020B0606020202030204" pitchFamily="34" charset="0"/>
                </a:rPr>
                <a:t>主机</a:t>
              </a:r>
              <a:r>
                <a:rPr lang="en-US" altLang="zh-CN" b="1" dirty="0">
                  <a:latin typeface="Arial Narrow" panose="020B0606020202030204" pitchFamily="34" charset="0"/>
                </a:rPr>
                <a:t>H2</a:t>
              </a:r>
              <a:endParaRPr lang="zh-CN" altLang="en-US" b="1" dirty="0">
                <a:latin typeface="Arial Narrow" panose="020B0606020202030204" pitchFamily="34" charset="0"/>
              </a:endParaRPr>
            </a:p>
          </p:txBody>
        </p:sp>
      </p:grpSp>
      <p:grpSp>
        <p:nvGrpSpPr>
          <p:cNvPr id="53" name="组合 52">
            <a:extLst>
              <a:ext uri="{FF2B5EF4-FFF2-40B4-BE49-F238E27FC236}">
                <a16:creationId xmlns:a16="http://schemas.microsoft.com/office/drawing/2014/main" id="{134CAB1A-8FAB-4F4E-9962-ADA3AA1249B5}"/>
              </a:ext>
            </a:extLst>
          </p:cNvPr>
          <p:cNvGrpSpPr/>
          <p:nvPr/>
        </p:nvGrpSpPr>
        <p:grpSpPr>
          <a:xfrm>
            <a:off x="1677497" y="1640462"/>
            <a:ext cx="9019337" cy="0"/>
            <a:chOff x="1677497" y="1640462"/>
            <a:chExt cx="9019337" cy="0"/>
          </a:xfrm>
        </p:grpSpPr>
        <p:cxnSp>
          <p:nvCxnSpPr>
            <p:cNvPr id="19" name="直接箭头连接符 18">
              <a:extLst>
                <a:ext uri="{FF2B5EF4-FFF2-40B4-BE49-F238E27FC236}">
                  <a16:creationId xmlns:a16="http://schemas.microsoft.com/office/drawing/2014/main" id="{0C868F29-6344-4609-8A90-AD44B058B880}"/>
                </a:ext>
              </a:extLst>
            </p:cNvPr>
            <p:cNvCxnSpPr>
              <a:endCxn id="46" idx="1"/>
            </p:cNvCxnSpPr>
            <p:nvPr/>
          </p:nvCxnSpPr>
          <p:spPr>
            <a:xfrm>
              <a:off x="1677497" y="1640462"/>
              <a:ext cx="2074141" cy="0"/>
            </a:xfrm>
            <a:prstGeom prst="straightConnector1">
              <a:avLst/>
            </a:prstGeom>
            <a:ln w="25400">
              <a:solidFill>
                <a:schemeClr val="tx1"/>
              </a:solidFill>
              <a:tailEnd type="triangle" w="med" len="lg"/>
            </a:ln>
          </p:spPr>
          <p:style>
            <a:lnRef idx="1">
              <a:schemeClr val="accent1"/>
            </a:lnRef>
            <a:fillRef idx="0">
              <a:schemeClr val="accent1"/>
            </a:fillRef>
            <a:effectRef idx="0">
              <a:schemeClr val="accent1"/>
            </a:effectRef>
            <a:fontRef idx="minor">
              <a:schemeClr val="tx1"/>
            </a:fontRef>
          </p:style>
        </p:cxnSp>
        <p:cxnSp>
          <p:nvCxnSpPr>
            <p:cNvPr id="49" name="直接箭头连接符 48">
              <a:extLst>
                <a:ext uri="{FF2B5EF4-FFF2-40B4-BE49-F238E27FC236}">
                  <a16:creationId xmlns:a16="http://schemas.microsoft.com/office/drawing/2014/main" id="{EE4DF3FD-CCDA-4E43-9885-977E3CBF39EA}"/>
                </a:ext>
              </a:extLst>
            </p:cNvPr>
            <p:cNvCxnSpPr>
              <a:cxnSpLocks/>
              <a:stCxn id="46" idx="3"/>
              <a:endCxn id="47" idx="1"/>
            </p:cNvCxnSpPr>
            <p:nvPr/>
          </p:nvCxnSpPr>
          <p:spPr>
            <a:xfrm>
              <a:off x="4957907" y="1640462"/>
              <a:ext cx="2229363" cy="0"/>
            </a:xfrm>
            <a:prstGeom prst="straightConnector1">
              <a:avLst/>
            </a:prstGeom>
            <a:ln w="25400">
              <a:solidFill>
                <a:schemeClr val="tx1"/>
              </a:solidFill>
              <a:tailEnd type="triangle" w="med" len="lg"/>
            </a:ln>
          </p:spPr>
          <p:style>
            <a:lnRef idx="1">
              <a:schemeClr val="accent1"/>
            </a:lnRef>
            <a:fillRef idx="0">
              <a:schemeClr val="accent1"/>
            </a:fillRef>
            <a:effectRef idx="0">
              <a:schemeClr val="accent1"/>
            </a:effectRef>
            <a:fontRef idx="minor">
              <a:schemeClr val="tx1"/>
            </a:fontRef>
          </p:style>
        </p:cxnSp>
        <p:cxnSp>
          <p:nvCxnSpPr>
            <p:cNvPr id="50" name="直接箭头连接符 49">
              <a:extLst>
                <a:ext uri="{FF2B5EF4-FFF2-40B4-BE49-F238E27FC236}">
                  <a16:creationId xmlns:a16="http://schemas.microsoft.com/office/drawing/2014/main" id="{2665E9C0-9B6E-4AE5-A82A-64DE73BFDF81}"/>
                </a:ext>
              </a:extLst>
            </p:cNvPr>
            <p:cNvCxnSpPr>
              <a:cxnSpLocks/>
              <a:stCxn id="47" idx="3"/>
              <a:endCxn id="48" idx="1"/>
            </p:cNvCxnSpPr>
            <p:nvPr/>
          </p:nvCxnSpPr>
          <p:spPr>
            <a:xfrm>
              <a:off x="8393539" y="1640462"/>
              <a:ext cx="2303295" cy="0"/>
            </a:xfrm>
            <a:prstGeom prst="straightConnector1">
              <a:avLst/>
            </a:prstGeom>
            <a:ln w="25400">
              <a:solidFill>
                <a:schemeClr val="tx1"/>
              </a:solidFill>
              <a:tailEnd type="triangle" w="med" len="lg"/>
            </a:ln>
          </p:spPr>
          <p:style>
            <a:lnRef idx="1">
              <a:schemeClr val="accent1"/>
            </a:lnRef>
            <a:fillRef idx="0">
              <a:schemeClr val="accent1"/>
            </a:fillRef>
            <a:effectRef idx="0">
              <a:schemeClr val="accent1"/>
            </a:effectRef>
            <a:fontRef idx="minor">
              <a:schemeClr val="tx1"/>
            </a:fontRef>
          </p:style>
        </p:cxnSp>
      </p:grpSp>
      <p:grpSp>
        <p:nvGrpSpPr>
          <p:cNvPr id="88" name="组合 87">
            <a:extLst>
              <a:ext uri="{FF2B5EF4-FFF2-40B4-BE49-F238E27FC236}">
                <a16:creationId xmlns:a16="http://schemas.microsoft.com/office/drawing/2014/main" id="{F0C5CAB9-A71D-4D64-9D59-1CD2A1F02ABE}"/>
              </a:ext>
            </a:extLst>
          </p:cNvPr>
          <p:cNvGrpSpPr/>
          <p:nvPr/>
        </p:nvGrpSpPr>
        <p:grpSpPr>
          <a:xfrm>
            <a:off x="913143" y="5049135"/>
            <a:ext cx="10386825" cy="12700"/>
            <a:chOff x="913143" y="5049135"/>
            <a:chExt cx="10386825" cy="12700"/>
          </a:xfrm>
        </p:grpSpPr>
        <p:cxnSp>
          <p:nvCxnSpPr>
            <p:cNvPr id="79" name="连接符: 肘形 78">
              <a:extLst>
                <a:ext uri="{FF2B5EF4-FFF2-40B4-BE49-F238E27FC236}">
                  <a16:creationId xmlns:a16="http://schemas.microsoft.com/office/drawing/2014/main" id="{22D23F35-0E70-4F70-AAC7-93ACD7EFC169}"/>
                </a:ext>
              </a:extLst>
            </p:cNvPr>
            <p:cNvCxnSpPr>
              <a:cxnSpLocks/>
              <a:stCxn id="54" idx="2"/>
              <a:endCxn id="59" idx="2"/>
            </p:cNvCxnSpPr>
            <p:nvPr/>
          </p:nvCxnSpPr>
          <p:spPr>
            <a:xfrm rot="16200000" flipH="1">
              <a:off x="2396535" y="3565743"/>
              <a:ext cx="12700" cy="2979484"/>
            </a:xfrm>
            <a:prstGeom prst="bentConnector3">
              <a:avLst>
                <a:gd name="adj1" fmla="val 1800000"/>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80" name="连接符: 肘形 79">
              <a:extLst>
                <a:ext uri="{FF2B5EF4-FFF2-40B4-BE49-F238E27FC236}">
                  <a16:creationId xmlns:a16="http://schemas.microsoft.com/office/drawing/2014/main" id="{C21D500B-CCA2-469E-89B5-847806BF85C5}"/>
                </a:ext>
              </a:extLst>
            </p:cNvPr>
            <p:cNvCxnSpPr>
              <a:cxnSpLocks/>
              <a:stCxn id="62" idx="2"/>
              <a:endCxn id="73" idx="2"/>
            </p:cNvCxnSpPr>
            <p:nvPr/>
          </p:nvCxnSpPr>
          <p:spPr>
            <a:xfrm rot="16200000" flipH="1">
              <a:off x="6072163" y="3805739"/>
              <a:ext cx="850" cy="2498641"/>
            </a:xfrm>
            <a:prstGeom prst="bentConnector3">
              <a:avLst>
                <a:gd name="adj1" fmla="val 26994118"/>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83" name="连接符: 肘形 82">
              <a:extLst>
                <a:ext uri="{FF2B5EF4-FFF2-40B4-BE49-F238E27FC236}">
                  <a16:creationId xmlns:a16="http://schemas.microsoft.com/office/drawing/2014/main" id="{BC067F1F-2C89-4E45-A3FF-658C23918166}"/>
                </a:ext>
              </a:extLst>
            </p:cNvPr>
            <p:cNvCxnSpPr>
              <a:cxnSpLocks/>
              <a:stCxn id="76" idx="2"/>
              <a:endCxn id="66" idx="2"/>
            </p:cNvCxnSpPr>
            <p:nvPr/>
          </p:nvCxnSpPr>
          <p:spPr>
            <a:xfrm rot="16200000" flipH="1">
              <a:off x="9779009" y="3534526"/>
              <a:ext cx="850" cy="3041068"/>
            </a:xfrm>
            <a:prstGeom prst="bentConnector3">
              <a:avLst>
                <a:gd name="adj1" fmla="val 26994118"/>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8" name="组合 17">
            <a:extLst>
              <a:ext uri="{FF2B5EF4-FFF2-40B4-BE49-F238E27FC236}">
                <a16:creationId xmlns:a16="http://schemas.microsoft.com/office/drawing/2014/main" id="{425C8E35-F1D8-48DB-9292-83060C6F5D49}"/>
              </a:ext>
            </a:extLst>
          </p:cNvPr>
          <p:cNvGrpSpPr/>
          <p:nvPr/>
        </p:nvGrpSpPr>
        <p:grpSpPr>
          <a:xfrm>
            <a:off x="1783304" y="3687798"/>
            <a:ext cx="8615710" cy="369332"/>
            <a:chOff x="1783304" y="3687798"/>
            <a:chExt cx="8615710" cy="369332"/>
          </a:xfrm>
        </p:grpSpPr>
        <p:sp>
          <p:nvSpPr>
            <p:cNvPr id="114" name="文本框 113">
              <a:extLst>
                <a:ext uri="{FF2B5EF4-FFF2-40B4-BE49-F238E27FC236}">
                  <a16:creationId xmlns:a16="http://schemas.microsoft.com/office/drawing/2014/main" id="{D662D072-D033-4DEF-AA33-20AF684E953F}"/>
                </a:ext>
              </a:extLst>
            </p:cNvPr>
            <p:cNvSpPr txBox="1"/>
            <p:nvPr/>
          </p:nvSpPr>
          <p:spPr>
            <a:xfrm>
              <a:off x="1783304" y="3687798"/>
              <a:ext cx="1239160" cy="369332"/>
            </a:xfrm>
            <a:prstGeom prst="rect">
              <a:avLst/>
            </a:prstGeom>
            <a:noFill/>
          </p:spPr>
          <p:txBody>
            <a:bodyPr wrap="square" rtlCol="0">
              <a:spAutoFit/>
            </a:bodyPr>
            <a:lstStyle/>
            <a:p>
              <a:pPr algn="ctr"/>
              <a:r>
                <a:rPr lang="zh-CN" altLang="en-US" b="1" dirty="0">
                  <a:solidFill>
                    <a:schemeClr val="accent4"/>
                  </a:solidFill>
                  <a:latin typeface="Arial Narrow" panose="020B0606020202030204" pitchFamily="34" charset="0"/>
                </a:rPr>
                <a:t>数据链路</a:t>
              </a:r>
              <a:r>
                <a:rPr lang="en-US" altLang="zh-CN" b="1" dirty="0">
                  <a:solidFill>
                    <a:schemeClr val="accent4"/>
                  </a:solidFill>
                  <a:latin typeface="Arial Narrow" panose="020B0606020202030204" pitchFamily="34" charset="0"/>
                </a:rPr>
                <a:t>1</a:t>
              </a:r>
              <a:endParaRPr lang="zh-CN" altLang="en-US" b="1" dirty="0">
                <a:solidFill>
                  <a:schemeClr val="accent4"/>
                </a:solidFill>
                <a:latin typeface="Arial Narrow" panose="020B0606020202030204" pitchFamily="34" charset="0"/>
              </a:endParaRPr>
            </a:p>
          </p:txBody>
        </p:sp>
        <p:sp>
          <p:nvSpPr>
            <p:cNvPr id="136" name="文本框 135">
              <a:extLst>
                <a:ext uri="{FF2B5EF4-FFF2-40B4-BE49-F238E27FC236}">
                  <a16:creationId xmlns:a16="http://schemas.microsoft.com/office/drawing/2014/main" id="{5B0C6698-3E0E-4B8E-9B5E-BC96D96F90DB}"/>
                </a:ext>
              </a:extLst>
            </p:cNvPr>
            <p:cNvSpPr txBox="1"/>
            <p:nvPr/>
          </p:nvSpPr>
          <p:spPr>
            <a:xfrm>
              <a:off x="5479320" y="3687798"/>
              <a:ext cx="1239160" cy="369332"/>
            </a:xfrm>
            <a:prstGeom prst="rect">
              <a:avLst/>
            </a:prstGeom>
            <a:noFill/>
          </p:spPr>
          <p:txBody>
            <a:bodyPr wrap="square" rtlCol="0">
              <a:spAutoFit/>
            </a:bodyPr>
            <a:lstStyle/>
            <a:p>
              <a:pPr algn="ctr"/>
              <a:r>
                <a:rPr lang="zh-CN" altLang="en-US" b="1" dirty="0">
                  <a:solidFill>
                    <a:schemeClr val="accent4"/>
                  </a:solidFill>
                  <a:latin typeface="Arial Narrow" panose="020B0606020202030204" pitchFamily="34" charset="0"/>
                </a:rPr>
                <a:t>数据链路</a:t>
              </a:r>
              <a:r>
                <a:rPr lang="en-US" altLang="zh-CN" b="1" dirty="0">
                  <a:solidFill>
                    <a:schemeClr val="accent4"/>
                  </a:solidFill>
                  <a:latin typeface="Arial Narrow" panose="020B0606020202030204" pitchFamily="34" charset="0"/>
                </a:rPr>
                <a:t>2</a:t>
              </a:r>
              <a:endParaRPr lang="zh-CN" altLang="en-US" b="1" dirty="0">
                <a:solidFill>
                  <a:schemeClr val="accent4"/>
                </a:solidFill>
                <a:latin typeface="Arial Narrow" panose="020B0606020202030204" pitchFamily="34" charset="0"/>
              </a:endParaRPr>
            </a:p>
          </p:txBody>
        </p:sp>
        <p:sp>
          <p:nvSpPr>
            <p:cNvPr id="137" name="文本框 136">
              <a:extLst>
                <a:ext uri="{FF2B5EF4-FFF2-40B4-BE49-F238E27FC236}">
                  <a16:creationId xmlns:a16="http://schemas.microsoft.com/office/drawing/2014/main" id="{DE5E8D08-6648-4958-AF0A-C92E01E248B6}"/>
                </a:ext>
              </a:extLst>
            </p:cNvPr>
            <p:cNvSpPr txBox="1"/>
            <p:nvPr/>
          </p:nvSpPr>
          <p:spPr>
            <a:xfrm>
              <a:off x="9159854" y="3687798"/>
              <a:ext cx="1239160" cy="369332"/>
            </a:xfrm>
            <a:prstGeom prst="rect">
              <a:avLst/>
            </a:prstGeom>
            <a:noFill/>
          </p:spPr>
          <p:txBody>
            <a:bodyPr wrap="square" rtlCol="0">
              <a:spAutoFit/>
            </a:bodyPr>
            <a:lstStyle/>
            <a:p>
              <a:pPr algn="ctr"/>
              <a:r>
                <a:rPr lang="zh-CN" altLang="en-US" b="1" dirty="0">
                  <a:solidFill>
                    <a:schemeClr val="accent4"/>
                  </a:solidFill>
                  <a:latin typeface="Arial Narrow" panose="020B0606020202030204" pitchFamily="34" charset="0"/>
                </a:rPr>
                <a:t>数据链路</a:t>
              </a:r>
              <a:r>
                <a:rPr lang="en-US" altLang="zh-CN" b="1" dirty="0">
                  <a:solidFill>
                    <a:schemeClr val="accent4"/>
                  </a:solidFill>
                  <a:latin typeface="Arial Narrow" panose="020B0606020202030204" pitchFamily="34" charset="0"/>
                </a:rPr>
                <a:t>3</a:t>
              </a:r>
              <a:endParaRPr lang="zh-CN" altLang="en-US" b="1" dirty="0">
                <a:solidFill>
                  <a:schemeClr val="accent4"/>
                </a:solidFill>
                <a:latin typeface="Arial Narrow" panose="020B0606020202030204" pitchFamily="34" charset="0"/>
              </a:endParaRPr>
            </a:p>
          </p:txBody>
        </p:sp>
      </p:grpSp>
      <p:sp>
        <p:nvSpPr>
          <p:cNvPr id="78" name="文本框 77">
            <a:extLst>
              <a:ext uri="{FF2B5EF4-FFF2-40B4-BE49-F238E27FC236}">
                <a16:creationId xmlns:a16="http://schemas.microsoft.com/office/drawing/2014/main" id="{D40820F8-7F4B-EB1B-3825-1E9B760CB1F9}"/>
              </a:ext>
            </a:extLst>
          </p:cNvPr>
          <p:cNvSpPr txBox="1"/>
          <p:nvPr/>
        </p:nvSpPr>
        <p:spPr>
          <a:xfrm>
            <a:off x="5564288" y="1916335"/>
            <a:ext cx="1016601" cy="646331"/>
          </a:xfrm>
          <a:prstGeom prst="rect">
            <a:avLst/>
          </a:prstGeom>
          <a:noFill/>
        </p:spPr>
        <p:txBody>
          <a:bodyPr wrap="square" rtlCol="0">
            <a:spAutoFit/>
          </a:bodyPr>
          <a:lstStyle/>
          <a:p>
            <a:pPr algn="ctr"/>
            <a:r>
              <a:rPr lang="zh-CN" altLang="en-US" b="1" dirty="0">
                <a:latin typeface="Arial Narrow" panose="020B0606020202030204" pitchFamily="34" charset="0"/>
              </a:rPr>
              <a:t>广域网</a:t>
            </a:r>
            <a:endParaRPr lang="en-US" altLang="zh-CN" b="1" dirty="0">
              <a:latin typeface="Arial Narrow" panose="020B0606020202030204" pitchFamily="34" charset="0"/>
            </a:endParaRPr>
          </a:p>
          <a:p>
            <a:pPr algn="ctr"/>
            <a:r>
              <a:rPr lang="zh-CN" altLang="en-US" b="1" dirty="0">
                <a:latin typeface="Arial Narrow" panose="020B0606020202030204" pitchFamily="34" charset="0"/>
              </a:rPr>
              <a:t>链路</a:t>
            </a:r>
          </a:p>
        </p:txBody>
      </p:sp>
    </p:spTree>
    <p:custDataLst>
      <p:tags r:id="rId1"/>
    </p:custDataLst>
    <p:extLst>
      <p:ext uri="{BB962C8B-B14F-4D97-AF65-F5344CB8AC3E}">
        <p14:creationId xmlns:p14="http://schemas.microsoft.com/office/powerpoint/2010/main" val="164302135"/>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2" presetClass="entr" presetSubtype="8" fill="hold" nodeType="withEffect">
                                  <p:stCondLst>
                                    <p:cond delay="0"/>
                                  </p:stCondLst>
                                  <p:childTnLst>
                                    <p:set>
                                      <p:cBhvr>
                                        <p:cTn id="6" dur="1" fill="hold">
                                          <p:stCondLst>
                                            <p:cond delay="0"/>
                                          </p:stCondLst>
                                        </p:cTn>
                                        <p:tgtEl>
                                          <p:spTgt spid="17"/>
                                        </p:tgtEl>
                                        <p:attrNameLst>
                                          <p:attrName>style.visibility</p:attrName>
                                        </p:attrNameLst>
                                      </p:cBhvr>
                                      <p:to>
                                        <p:strVal val="visible"/>
                                      </p:to>
                                    </p:set>
                                    <p:animEffect transition="in" filter="wipe(left)">
                                      <p:cBhvr>
                                        <p:cTn id="7" dur="2000"/>
                                        <p:tgtEl>
                                          <p:spTgt spid="17"/>
                                        </p:tgtEl>
                                      </p:cBhvr>
                                    </p:animEffect>
                                  </p:childTnLst>
                                </p:cTn>
                              </p:par>
                            </p:childTnLst>
                          </p:cTn>
                        </p:par>
                      </p:childTnLst>
                    </p:cTn>
                  </p:par>
                  <p:par>
                    <p:cTn id="8" fill="hold">
                      <p:stCondLst>
                        <p:cond delay="indefinite"/>
                      </p:stCondLst>
                      <p:childTnLst>
                        <p:par>
                          <p:cTn id="9" fill="hold">
                            <p:stCondLst>
                              <p:cond delay="0"/>
                            </p:stCondLst>
                            <p:childTnLst>
                              <p:par>
                                <p:cTn id="10" presetID="12" presetClass="entr" presetSubtype="4" fill="hold" nodeType="clickEffect">
                                  <p:stCondLst>
                                    <p:cond delay="0"/>
                                  </p:stCondLst>
                                  <p:childTnLst>
                                    <p:set>
                                      <p:cBhvr>
                                        <p:cTn id="11" dur="1" fill="hold">
                                          <p:stCondLst>
                                            <p:cond delay="0"/>
                                          </p:stCondLst>
                                        </p:cTn>
                                        <p:tgtEl>
                                          <p:spTgt spid="18"/>
                                        </p:tgtEl>
                                        <p:attrNameLst>
                                          <p:attrName>style.visibility</p:attrName>
                                        </p:attrNameLst>
                                      </p:cBhvr>
                                      <p:to>
                                        <p:strVal val="visible"/>
                                      </p:to>
                                    </p:set>
                                    <p:anim calcmode="lin" valueType="num">
                                      <p:cBhvr additive="base">
                                        <p:cTn id="12" dur="500"/>
                                        <p:tgtEl>
                                          <p:spTgt spid="18"/>
                                        </p:tgtEl>
                                        <p:attrNameLst>
                                          <p:attrName>ppt_y</p:attrName>
                                        </p:attrNameLst>
                                      </p:cBhvr>
                                      <p:tavLst>
                                        <p:tav tm="0">
                                          <p:val>
                                            <p:strVal val="#ppt_y+#ppt_h*1.125000"/>
                                          </p:val>
                                        </p:tav>
                                        <p:tav tm="100000">
                                          <p:val>
                                            <p:strVal val="#ppt_y"/>
                                          </p:val>
                                        </p:tav>
                                      </p:tavLst>
                                    </p:anim>
                                    <p:animEffect transition="in" filter="wipe(up)">
                                      <p:cBhvr>
                                        <p:cTn id="13" dur="500"/>
                                        <p:tgtEl>
                                          <p:spTgt spid="18"/>
                                        </p:tgtEl>
                                      </p:cBhvr>
                                    </p:animEffect>
                                  </p:childTnLst>
                                </p:cTn>
                              </p:par>
                            </p:childTnLst>
                          </p:cTn>
                        </p:par>
                      </p:childTnLst>
                    </p:cTn>
                  </p:par>
                  <p:par>
                    <p:cTn id="14" fill="hold">
                      <p:stCondLst>
                        <p:cond delay="indefinite"/>
                      </p:stCondLst>
                      <p:childTnLst>
                        <p:par>
                          <p:cTn id="15" fill="hold">
                            <p:stCondLst>
                              <p:cond delay="0"/>
                            </p:stCondLst>
                            <p:childTnLst>
                              <p:par>
                                <p:cTn id="16" presetID="12" presetClass="entr" presetSubtype="1" fill="hold" nodeType="clickEffect">
                                  <p:stCondLst>
                                    <p:cond delay="0"/>
                                  </p:stCondLst>
                                  <p:childTnLst>
                                    <p:set>
                                      <p:cBhvr>
                                        <p:cTn id="17" dur="1" fill="hold">
                                          <p:stCondLst>
                                            <p:cond delay="0"/>
                                          </p:stCondLst>
                                        </p:cTn>
                                        <p:tgtEl>
                                          <p:spTgt spid="20"/>
                                        </p:tgtEl>
                                        <p:attrNameLst>
                                          <p:attrName>style.visibility</p:attrName>
                                        </p:attrNameLst>
                                      </p:cBhvr>
                                      <p:to>
                                        <p:strVal val="visible"/>
                                      </p:to>
                                    </p:set>
                                    <p:anim calcmode="lin" valueType="num">
                                      <p:cBhvr additive="base">
                                        <p:cTn id="18" dur="500"/>
                                        <p:tgtEl>
                                          <p:spTgt spid="20"/>
                                        </p:tgtEl>
                                        <p:attrNameLst>
                                          <p:attrName>ppt_y</p:attrName>
                                        </p:attrNameLst>
                                      </p:cBhvr>
                                      <p:tavLst>
                                        <p:tav tm="0">
                                          <p:val>
                                            <p:strVal val="#ppt_y-#ppt_h*1.125000"/>
                                          </p:val>
                                        </p:tav>
                                        <p:tav tm="100000">
                                          <p:val>
                                            <p:strVal val="#ppt_y"/>
                                          </p:val>
                                        </p:tav>
                                      </p:tavLst>
                                    </p:anim>
                                    <p:animEffect transition="in" filter="wipe(down)">
                                      <p:cBhvr>
                                        <p:cTn id="19" dur="500"/>
                                        <p:tgtEl>
                                          <p:spTgt spid="20"/>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4" name="组合 3">
            <a:extLst>
              <a:ext uri="{FF2B5EF4-FFF2-40B4-BE49-F238E27FC236}">
                <a16:creationId xmlns:a16="http://schemas.microsoft.com/office/drawing/2014/main" id="{9A1EA9F2-FCB6-48C3-935F-7AE7E3AD14AC}"/>
              </a:ext>
            </a:extLst>
          </p:cNvPr>
          <p:cNvGrpSpPr/>
          <p:nvPr/>
        </p:nvGrpSpPr>
        <p:grpSpPr>
          <a:xfrm>
            <a:off x="304799" y="749300"/>
            <a:ext cx="6266993" cy="400110"/>
            <a:chOff x="424116" y="898245"/>
            <a:chExt cx="6266993" cy="400110"/>
          </a:xfrm>
        </p:grpSpPr>
        <p:sp>
          <p:nvSpPr>
            <p:cNvPr id="2" name="平行四边形 1">
              <a:extLst>
                <a:ext uri="{FF2B5EF4-FFF2-40B4-BE49-F238E27FC236}">
                  <a16:creationId xmlns:a16="http://schemas.microsoft.com/office/drawing/2014/main" id="{1F5BAA3F-9845-4F89-A2DD-8222D3E4EDAC}"/>
                </a:ext>
              </a:extLst>
            </p:cNvPr>
            <p:cNvSpPr/>
            <p:nvPr/>
          </p:nvSpPr>
          <p:spPr>
            <a:xfrm>
              <a:off x="424116" y="898245"/>
              <a:ext cx="712237" cy="387090"/>
            </a:xfrm>
            <a:prstGeom prst="parallelogram">
              <a:avLst/>
            </a:prstGeom>
            <a:solidFill>
              <a:schemeClr val="accent3">
                <a:lumMod val="75000"/>
              </a:schemeClr>
            </a:solidFill>
            <a:ln>
              <a:solidFill>
                <a:schemeClr val="accent3">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CN" sz="2200" dirty="0">
                  <a:latin typeface="Impact" panose="020B0806030902050204" pitchFamily="34" charset="0"/>
                </a:rPr>
                <a:t>02</a:t>
              </a:r>
              <a:endParaRPr lang="zh-CN" altLang="en-US" sz="2200" dirty="0">
                <a:latin typeface="Impact" panose="020B0806030902050204" pitchFamily="34" charset="0"/>
              </a:endParaRPr>
            </a:p>
          </p:txBody>
        </p:sp>
        <p:sp>
          <p:nvSpPr>
            <p:cNvPr id="3" name="文本框 2">
              <a:extLst>
                <a:ext uri="{FF2B5EF4-FFF2-40B4-BE49-F238E27FC236}">
                  <a16:creationId xmlns:a16="http://schemas.microsoft.com/office/drawing/2014/main" id="{4D6BD736-A4D3-4F26-AFED-36E11F50F70B}"/>
                </a:ext>
              </a:extLst>
            </p:cNvPr>
            <p:cNvSpPr txBox="1"/>
            <p:nvPr/>
          </p:nvSpPr>
          <p:spPr>
            <a:xfrm>
              <a:off x="1127071" y="898245"/>
              <a:ext cx="5564038" cy="400110"/>
            </a:xfrm>
            <a:prstGeom prst="rect">
              <a:avLst/>
            </a:prstGeom>
            <a:noFill/>
          </p:spPr>
          <p:txBody>
            <a:bodyPr wrap="square" rtlCol="0">
              <a:spAutoFit/>
            </a:bodyPr>
            <a:lstStyle/>
            <a:p>
              <a:r>
                <a:rPr lang="zh-CN" altLang="en-US" sz="2000" b="1" dirty="0"/>
                <a:t>链路、数据链路和帧</a:t>
              </a:r>
            </a:p>
          </p:txBody>
        </p:sp>
      </p:grpSp>
      <p:sp>
        <p:nvSpPr>
          <p:cNvPr id="9" name="矩形 8">
            <a:extLst>
              <a:ext uri="{FF2B5EF4-FFF2-40B4-BE49-F238E27FC236}">
                <a16:creationId xmlns:a16="http://schemas.microsoft.com/office/drawing/2014/main" id="{D5460D88-F17E-4C7D-8068-FE9C988D76A7}"/>
              </a:ext>
            </a:extLst>
          </p:cNvPr>
          <p:cNvSpPr/>
          <p:nvPr/>
        </p:nvSpPr>
        <p:spPr>
          <a:xfrm>
            <a:off x="1016000" y="1297642"/>
            <a:ext cx="256976" cy="256976"/>
          </a:xfrm>
          <a:prstGeom prst="rect">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10" name="íşlïḍè">
            <a:extLst>
              <a:ext uri="{FF2B5EF4-FFF2-40B4-BE49-F238E27FC236}">
                <a16:creationId xmlns:a16="http://schemas.microsoft.com/office/drawing/2014/main" id="{84FF25B2-9166-46C0-A080-D5FD50C77A9B}"/>
              </a:ext>
            </a:extLst>
          </p:cNvPr>
          <p:cNvSpPr txBox="1"/>
          <p:nvPr/>
        </p:nvSpPr>
        <p:spPr>
          <a:xfrm>
            <a:off x="1293757" y="1216579"/>
            <a:ext cx="10106639" cy="671427"/>
          </a:xfrm>
          <a:prstGeom prst="rect">
            <a:avLst/>
          </a:prstGeom>
          <a:noFill/>
        </p:spPr>
        <p:txBody>
          <a:bodyPr wrap="square" lIns="91440" tIns="45720" rIns="91440" bIns="45720" anchor="ctr">
            <a:noAutofit/>
          </a:bodyPr>
          <a:lstStyle/>
          <a:p>
            <a:r>
              <a:rPr lang="zh-CN" altLang="en-US" b="1" dirty="0"/>
              <a:t>链路（</a:t>
            </a:r>
            <a:r>
              <a:rPr lang="en-US" altLang="zh-CN" b="1" dirty="0"/>
              <a:t>Link</a:t>
            </a:r>
            <a:r>
              <a:rPr lang="zh-CN" altLang="en-US" b="1" dirty="0"/>
              <a:t>）是指从一个节点到相邻节点的一段物理线路（有线或无线），而</a:t>
            </a:r>
            <a:r>
              <a:rPr lang="zh-CN" altLang="en-US" b="1" dirty="0">
                <a:solidFill>
                  <a:schemeClr val="accent1">
                    <a:lumMod val="75000"/>
                  </a:schemeClr>
                </a:solidFill>
              </a:rPr>
              <a:t>中间没有任何其他的交换节点</a:t>
            </a:r>
            <a:r>
              <a:rPr lang="zh-CN" altLang="en-US" b="1" dirty="0"/>
              <a:t>。</a:t>
            </a:r>
            <a:endParaRPr lang="en-US" altLang="zh-CN" b="1" dirty="0"/>
          </a:p>
        </p:txBody>
      </p:sp>
      <p:grpSp>
        <p:nvGrpSpPr>
          <p:cNvPr id="11" name="组合 10">
            <a:extLst>
              <a:ext uri="{FF2B5EF4-FFF2-40B4-BE49-F238E27FC236}">
                <a16:creationId xmlns:a16="http://schemas.microsoft.com/office/drawing/2014/main" id="{261B00D4-FD71-470D-B164-B1E319A5BFEC}"/>
              </a:ext>
            </a:extLst>
          </p:cNvPr>
          <p:cNvGrpSpPr/>
          <p:nvPr/>
        </p:nvGrpSpPr>
        <p:grpSpPr>
          <a:xfrm>
            <a:off x="434496" y="3450998"/>
            <a:ext cx="11327717" cy="1140097"/>
            <a:chOff x="601699" y="1646568"/>
            <a:chExt cx="11327717" cy="1140097"/>
          </a:xfrm>
        </p:grpSpPr>
        <p:cxnSp>
          <p:nvCxnSpPr>
            <p:cNvPr id="12" name="直接连接符 11">
              <a:extLst>
                <a:ext uri="{FF2B5EF4-FFF2-40B4-BE49-F238E27FC236}">
                  <a16:creationId xmlns:a16="http://schemas.microsoft.com/office/drawing/2014/main" id="{3C9373DD-9919-4CEA-B3FD-61F3835CA9AF}"/>
                </a:ext>
              </a:extLst>
            </p:cNvPr>
            <p:cNvCxnSpPr>
              <a:cxnSpLocks/>
            </p:cNvCxnSpPr>
            <p:nvPr/>
          </p:nvCxnSpPr>
          <p:spPr>
            <a:xfrm>
              <a:off x="1116604" y="2429705"/>
              <a:ext cx="10027235"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pic>
          <p:nvPicPr>
            <p:cNvPr id="13" name="图形 12">
              <a:extLst>
                <a:ext uri="{FF2B5EF4-FFF2-40B4-BE49-F238E27FC236}">
                  <a16:creationId xmlns:a16="http://schemas.microsoft.com/office/drawing/2014/main" id="{645ECC76-9A09-4809-86B3-367AA80BE205}"/>
                </a:ext>
              </a:extLst>
            </p:cNvPr>
            <p:cNvPicPr>
              <a:picLocks noChangeAspect="1"/>
            </p:cNvPicPr>
            <p:nvPr/>
          </p:nvPicPr>
          <p:blipFill>
            <a:blip r:embed="rId3">
              <a:extLst>
                <a:ext uri="{28A0092B-C50C-407E-A947-70E740481C1C}">
                  <a14:useLocalDpi xmlns:a14="http://schemas.microsoft.com/office/drawing/2010/main" val="0"/>
                </a:ext>
                <a:ext uri="{96DAC541-7B7A-43D3-8B79-37D633B846F1}">
                  <asvg:svgBlip xmlns:asvg="http://schemas.microsoft.com/office/drawing/2016/SVG/main" r:embed="rId4"/>
                </a:ext>
              </a:extLst>
            </a:blip>
            <a:stretch>
              <a:fillRect/>
            </a:stretch>
          </p:blipFill>
          <p:spPr>
            <a:xfrm>
              <a:off x="601699" y="1998460"/>
              <a:ext cx="662814" cy="641082"/>
            </a:xfrm>
            <a:prstGeom prst="rect">
              <a:avLst/>
            </a:prstGeom>
          </p:spPr>
        </p:pic>
        <p:pic>
          <p:nvPicPr>
            <p:cNvPr id="14" name="图形 13">
              <a:extLst>
                <a:ext uri="{FF2B5EF4-FFF2-40B4-BE49-F238E27FC236}">
                  <a16:creationId xmlns:a16="http://schemas.microsoft.com/office/drawing/2014/main" id="{50800F77-A565-4278-B007-347142D91451}"/>
                </a:ext>
              </a:extLst>
            </p:cNvPr>
            <p:cNvPicPr>
              <a:picLocks noChangeAspect="1"/>
            </p:cNvPicPr>
            <p:nvPr/>
          </p:nvPicPr>
          <p:blipFill>
            <a:blip r:embed="rId5">
              <a:extLst>
                <a:ext uri="{28A0092B-C50C-407E-A947-70E740481C1C}">
                  <a14:useLocalDpi xmlns:a14="http://schemas.microsoft.com/office/drawing/2010/main" val="0"/>
                </a:ext>
                <a:ext uri="{96DAC541-7B7A-43D3-8B79-37D633B846F1}">
                  <asvg:svgBlip xmlns:asvg="http://schemas.microsoft.com/office/drawing/2016/SVG/main" r:embed="rId6"/>
                </a:ext>
              </a:extLst>
            </a:blip>
            <a:stretch>
              <a:fillRect/>
            </a:stretch>
          </p:blipFill>
          <p:spPr>
            <a:xfrm>
              <a:off x="11075396" y="1998460"/>
              <a:ext cx="501772" cy="658576"/>
            </a:xfrm>
            <a:prstGeom prst="rect">
              <a:avLst/>
            </a:prstGeom>
          </p:spPr>
        </p:pic>
        <p:pic>
          <p:nvPicPr>
            <p:cNvPr id="15" name="图形 14">
              <a:extLst>
                <a:ext uri="{FF2B5EF4-FFF2-40B4-BE49-F238E27FC236}">
                  <a16:creationId xmlns:a16="http://schemas.microsoft.com/office/drawing/2014/main" id="{D822F8E3-A37A-4560-87B9-92CF16A65BFE}"/>
                </a:ext>
              </a:extLst>
            </p:cNvPr>
            <p:cNvPicPr>
              <a:picLocks noChangeAspect="1"/>
            </p:cNvPicPr>
            <p:nvPr/>
          </p:nvPicPr>
          <p:blipFill>
            <a:blip r:embed="rId7">
              <a:extLst>
                <a:ext uri="{28A0092B-C50C-407E-A947-70E740481C1C}">
                  <a14:useLocalDpi xmlns:a14="http://schemas.microsoft.com/office/drawing/2010/main" val="0"/>
                </a:ext>
                <a:ext uri="{96DAC541-7B7A-43D3-8B79-37D633B846F1}">
                  <asvg:svgBlip xmlns:asvg="http://schemas.microsoft.com/office/drawing/2016/SVG/main" r:embed="rId8"/>
                </a:ext>
              </a:extLst>
            </a:blip>
            <a:stretch>
              <a:fillRect/>
            </a:stretch>
          </p:blipFill>
          <p:spPr>
            <a:xfrm>
              <a:off x="4062028" y="2171420"/>
              <a:ext cx="638116" cy="516570"/>
            </a:xfrm>
            <a:prstGeom prst="rect">
              <a:avLst/>
            </a:prstGeom>
          </p:spPr>
        </p:pic>
        <p:pic>
          <p:nvPicPr>
            <p:cNvPr id="16" name="图形 15">
              <a:extLst>
                <a:ext uri="{FF2B5EF4-FFF2-40B4-BE49-F238E27FC236}">
                  <a16:creationId xmlns:a16="http://schemas.microsoft.com/office/drawing/2014/main" id="{D124490C-0DDD-4758-98BD-594731E995CB}"/>
                </a:ext>
              </a:extLst>
            </p:cNvPr>
            <p:cNvPicPr>
              <a:picLocks noChangeAspect="1"/>
            </p:cNvPicPr>
            <p:nvPr/>
          </p:nvPicPr>
          <p:blipFill>
            <a:blip r:embed="rId7">
              <a:extLst>
                <a:ext uri="{28A0092B-C50C-407E-A947-70E740481C1C}">
                  <a14:useLocalDpi xmlns:a14="http://schemas.microsoft.com/office/drawing/2010/main" val="0"/>
                </a:ext>
                <a:ext uri="{96DAC541-7B7A-43D3-8B79-37D633B846F1}">
                  <asvg:svgBlip xmlns:asvg="http://schemas.microsoft.com/office/drawing/2016/SVG/main" r:embed="rId8"/>
                </a:ext>
              </a:extLst>
            </a:blip>
            <a:stretch>
              <a:fillRect/>
            </a:stretch>
          </p:blipFill>
          <p:spPr>
            <a:xfrm>
              <a:off x="7497660" y="2171420"/>
              <a:ext cx="638116" cy="516570"/>
            </a:xfrm>
            <a:prstGeom prst="rect">
              <a:avLst/>
            </a:prstGeom>
          </p:spPr>
        </p:pic>
        <p:grpSp>
          <p:nvGrpSpPr>
            <p:cNvPr id="17" name="组合 16">
              <a:extLst>
                <a:ext uri="{FF2B5EF4-FFF2-40B4-BE49-F238E27FC236}">
                  <a16:creationId xmlns:a16="http://schemas.microsoft.com/office/drawing/2014/main" id="{9E5A7173-4250-49B7-A8DF-29F0473BA1BB}"/>
                </a:ext>
              </a:extLst>
            </p:cNvPr>
            <p:cNvGrpSpPr/>
            <p:nvPr/>
          </p:nvGrpSpPr>
          <p:grpSpPr>
            <a:xfrm>
              <a:off x="2154969" y="2044381"/>
              <a:ext cx="1016602" cy="742284"/>
              <a:chOff x="2154969" y="1945707"/>
              <a:chExt cx="1016602" cy="742284"/>
            </a:xfrm>
          </p:grpSpPr>
          <p:sp>
            <p:nvSpPr>
              <p:cNvPr id="28" name="云形 27">
                <a:extLst>
                  <a:ext uri="{FF2B5EF4-FFF2-40B4-BE49-F238E27FC236}">
                    <a16:creationId xmlns:a16="http://schemas.microsoft.com/office/drawing/2014/main" id="{D4C7F153-54CF-48DE-980D-9D03D7C0C3BF}"/>
                  </a:ext>
                </a:extLst>
              </p:cNvPr>
              <p:cNvSpPr/>
              <p:nvPr/>
            </p:nvSpPr>
            <p:spPr>
              <a:xfrm>
                <a:off x="2154970" y="1945707"/>
                <a:ext cx="1016601" cy="742284"/>
              </a:xfrm>
              <a:prstGeom prst="cloud">
                <a:avLst/>
              </a:prstGeom>
              <a:solidFill>
                <a:schemeClr val="bg1">
                  <a:lumMod val="85000"/>
                </a:schemeClr>
              </a:solidFill>
              <a:ln>
                <a:solidFill>
                  <a:schemeClr val="bg1">
                    <a:lumMod val="85000"/>
                  </a:schemeClr>
                </a:solidFill>
              </a:ln>
            </p:spPr>
            <p:style>
              <a:lnRef idx="2">
                <a:schemeClr val="accent3">
                  <a:shade val="50000"/>
                </a:schemeClr>
              </a:lnRef>
              <a:fillRef idx="1">
                <a:schemeClr val="accent3"/>
              </a:fillRef>
              <a:effectRef idx="0">
                <a:schemeClr val="accent3"/>
              </a:effectRef>
              <a:fontRef idx="minor">
                <a:schemeClr val="lt1"/>
              </a:fontRef>
            </p:style>
            <p:txBody>
              <a:bodyPr rtlCol="0" anchor="ctr"/>
              <a:lstStyle/>
              <a:p>
                <a:pPr algn="ctr"/>
                <a:endParaRPr lang="zh-CN" altLang="en-US" b="1" dirty="0">
                  <a:solidFill>
                    <a:schemeClr val="tx1"/>
                  </a:solidFill>
                  <a:latin typeface="宋体" panose="02010600030101010101" pitchFamily="2" charset="-122"/>
                  <a:ea typeface="宋体" panose="02010600030101010101" pitchFamily="2" charset="-122"/>
                </a:endParaRPr>
              </a:p>
            </p:txBody>
          </p:sp>
          <p:sp>
            <p:nvSpPr>
              <p:cNvPr id="29" name="文本框 28">
                <a:extLst>
                  <a:ext uri="{FF2B5EF4-FFF2-40B4-BE49-F238E27FC236}">
                    <a16:creationId xmlns:a16="http://schemas.microsoft.com/office/drawing/2014/main" id="{57589387-BBDE-4478-B776-FAA2AEEF14A3}"/>
                  </a:ext>
                </a:extLst>
              </p:cNvPr>
              <p:cNvSpPr txBox="1"/>
              <p:nvPr/>
            </p:nvSpPr>
            <p:spPr>
              <a:xfrm>
                <a:off x="2154969" y="2125588"/>
                <a:ext cx="1016601" cy="369332"/>
              </a:xfrm>
              <a:prstGeom prst="rect">
                <a:avLst/>
              </a:prstGeom>
              <a:noFill/>
            </p:spPr>
            <p:txBody>
              <a:bodyPr wrap="square" rtlCol="0">
                <a:spAutoFit/>
              </a:bodyPr>
              <a:lstStyle/>
              <a:p>
                <a:pPr algn="ctr"/>
                <a:r>
                  <a:rPr lang="zh-CN" altLang="en-US" b="1" dirty="0">
                    <a:latin typeface="Arial Narrow" panose="020B0606020202030204" pitchFamily="34" charset="0"/>
                  </a:rPr>
                  <a:t>局域网</a:t>
                </a:r>
                <a:r>
                  <a:rPr lang="en-US" altLang="zh-CN" b="1" dirty="0">
                    <a:latin typeface="Arial Narrow" panose="020B0606020202030204" pitchFamily="34" charset="0"/>
                  </a:rPr>
                  <a:t>1</a:t>
                </a:r>
                <a:endParaRPr lang="zh-CN" altLang="en-US" b="1" dirty="0">
                  <a:latin typeface="Arial Narrow" panose="020B0606020202030204" pitchFamily="34" charset="0"/>
                </a:endParaRPr>
              </a:p>
            </p:txBody>
          </p:sp>
        </p:grpSp>
        <p:grpSp>
          <p:nvGrpSpPr>
            <p:cNvPr id="18" name="组合 17">
              <a:extLst>
                <a:ext uri="{FF2B5EF4-FFF2-40B4-BE49-F238E27FC236}">
                  <a16:creationId xmlns:a16="http://schemas.microsoft.com/office/drawing/2014/main" id="{A870ECA5-E7B4-4635-8AA7-86286F7ED3BC}"/>
                </a:ext>
              </a:extLst>
            </p:cNvPr>
            <p:cNvGrpSpPr/>
            <p:nvPr/>
          </p:nvGrpSpPr>
          <p:grpSpPr>
            <a:xfrm>
              <a:off x="9026232" y="2044381"/>
              <a:ext cx="1016603" cy="742284"/>
              <a:chOff x="9026232" y="1945707"/>
              <a:chExt cx="1016603" cy="742284"/>
            </a:xfrm>
          </p:grpSpPr>
          <p:sp>
            <p:nvSpPr>
              <p:cNvPr id="26" name="云形 25">
                <a:extLst>
                  <a:ext uri="{FF2B5EF4-FFF2-40B4-BE49-F238E27FC236}">
                    <a16:creationId xmlns:a16="http://schemas.microsoft.com/office/drawing/2014/main" id="{7A5C3B86-E536-42AC-AB54-0B3681E9A932}"/>
                  </a:ext>
                </a:extLst>
              </p:cNvPr>
              <p:cNvSpPr/>
              <p:nvPr/>
            </p:nvSpPr>
            <p:spPr>
              <a:xfrm>
                <a:off x="9026234" y="1945707"/>
                <a:ext cx="1016601" cy="742284"/>
              </a:xfrm>
              <a:prstGeom prst="cloud">
                <a:avLst/>
              </a:prstGeom>
              <a:solidFill>
                <a:schemeClr val="bg1">
                  <a:lumMod val="85000"/>
                </a:schemeClr>
              </a:solidFill>
              <a:ln>
                <a:solidFill>
                  <a:schemeClr val="bg1">
                    <a:lumMod val="85000"/>
                  </a:schemeClr>
                </a:solidFill>
              </a:ln>
            </p:spPr>
            <p:style>
              <a:lnRef idx="2">
                <a:schemeClr val="accent3">
                  <a:shade val="50000"/>
                </a:schemeClr>
              </a:lnRef>
              <a:fillRef idx="1">
                <a:schemeClr val="accent3"/>
              </a:fillRef>
              <a:effectRef idx="0">
                <a:schemeClr val="accent3"/>
              </a:effectRef>
              <a:fontRef idx="minor">
                <a:schemeClr val="lt1"/>
              </a:fontRef>
            </p:style>
            <p:txBody>
              <a:bodyPr rtlCol="0" anchor="ctr"/>
              <a:lstStyle/>
              <a:p>
                <a:pPr algn="ctr"/>
                <a:endParaRPr lang="zh-CN" altLang="en-US" b="1" dirty="0">
                  <a:solidFill>
                    <a:schemeClr val="tx1"/>
                  </a:solidFill>
                  <a:latin typeface="宋体" panose="02010600030101010101" pitchFamily="2" charset="-122"/>
                  <a:ea typeface="宋体" panose="02010600030101010101" pitchFamily="2" charset="-122"/>
                </a:endParaRPr>
              </a:p>
            </p:txBody>
          </p:sp>
          <p:sp>
            <p:nvSpPr>
              <p:cNvPr id="27" name="文本框 26">
                <a:extLst>
                  <a:ext uri="{FF2B5EF4-FFF2-40B4-BE49-F238E27FC236}">
                    <a16:creationId xmlns:a16="http://schemas.microsoft.com/office/drawing/2014/main" id="{F5344221-72F2-4D5C-9BFD-3C05DCBFB471}"/>
                  </a:ext>
                </a:extLst>
              </p:cNvPr>
              <p:cNvSpPr txBox="1"/>
              <p:nvPr/>
            </p:nvSpPr>
            <p:spPr>
              <a:xfrm>
                <a:off x="9026232" y="2125588"/>
                <a:ext cx="1016601" cy="369332"/>
              </a:xfrm>
              <a:prstGeom prst="rect">
                <a:avLst/>
              </a:prstGeom>
              <a:noFill/>
            </p:spPr>
            <p:txBody>
              <a:bodyPr wrap="square" rtlCol="0">
                <a:spAutoFit/>
              </a:bodyPr>
              <a:lstStyle/>
              <a:p>
                <a:pPr algn="ctr"/>
                <a:r>
                  <a:rPr lang="zh-CN" altLang="en-US" b="1" dirty="0">
                    <a:latin typeface="Arial Narrow" panose="020B0606020202030204" pitchFamily="34" charset="0"/>
                  </a:rPr>
                  <a:t>局域网</a:t>
                </a:r>
                <a:r>
                  <a:rPr lang="en-US" altLang="zh-CN" b="1" dirty="0">
                    <a:latin typeface="Arial Narrow" panose="020B0606020202030204" pitchFamily="34" charset="0"/>
                  </a:rPr>
                  <a:t>2</a:t>
                </a:r>
                <a:endParaRPr lang="zh-CN" altLang="en-US" b="1" dirty="0">
                  <a:latin typeface="Arial Narrow" panose="020B0606020202030204" pitchFamily="34" charset="0"/>
                </a:endParaRPr>
              </a:p>
            </p:txBody>
          </p:sp>
        </p:grpSp>
        <p:grpSp>
          <p:nvGrpSpPr>
            <p:cNvPr id="19" name="组合 18">
              <a:extLst>
                <a:ext uri="{FF2B5EF4-FFF2-40B4-BE49-F238E27FC236}">
                  <a16:creationId xmlns:a16="http://schemas.microsoft.com/office/drawing/2014/main" id="{1589AE51-652A-474E-BB1F-3B10203C4BA9}"/>
                </a:ext>
              </a:extLst>
            </p:cNvPr>
            <p:cNvGrpSpPr/>
            <p:nvPr/>
          </p:nvGrpSpPr>
          <p:grpSpPr>
            <a:xfrm>
              <a:off x="5590601" y="2044381"/>
              <a:ext cx="1016601" cy="742284"/>
              <a:chOff x="5590601" y="1945707"/>
              <a:chExt cx="1016601" cy="742284"/>
            </a:xfrm>
          </p:grpSpPr>
          <p:sp>
            <p:nvSpPr>
              <p:cNvPr id="24" name="云形 23">
                <a:extLst>
                  <a:ext uri="{FF2B5EF4-FFF2-40B4-BE49-F238E27FC236}">
                    <a16:creationId xmlns:a16="http://schemas.microsoft.com/office/drawing/2014/main" id="{5786815F-BA68-436C-923C-65891195907A}"/>
                  </a:ext>
                </a:extLst>
              </p:cNvPr>
              <p:cNvSpPr/>
              <p:nvPr/>
            </p:nvSpPr>
            <p:spPr>
              <a:xfrm>
                <a:off x="5590601" y="1945707"/>
                <a:ext cx="1016601" cy="742284"/>
              </a:xfrm>
              <a:prstGeom prst="cloud">
                <a:avLst/>
              </a:prstGeom>
              <a:solidFill>
                <a:schemeClr val="bg1">
                  <a:lumMod val="85000"/>
                </a:schemeClr>
              </a:solidFill>
              <a:ln>
                <a:solidFill>
                  <a:schemeClr val="bg1">
                    <a:lumMod val="85000"/>
                  </a:schemeClr>
                </a:solidFill>
              </a:ln>
            </p:spPr>
            <p:style>
              <a:lnRef idx="2">
                <a:schemeClr val="accent3">
                  <a:shade val="50000"/>
                </a:schemeClr>
              </a:lnRef>
              <a:fillRef idx="1">
                <a:schemeClr val="accent3"/>
              </a:fillRef>
              <a:effectRef idx="0">
                <a:schemeClr val="accent3"/>
              </a:effectRef>
              <a:fontRef idx="minor">
                <a:schemeClr val="lt1"/>
              </a:fontRef>
            </p:style>
            <p:txBody>
              <a:bodyPr rtlCol="0" anchor="ctr"/>
              <a:lstStyle/>
              <a:p>
                <a:pPr algn="ctr"/>
                <a:endParaRPr lang="zh-CN" altLang="en-US" b="1" dirty="0">
                  <a:solidFill>
                    <a:schemeClr val="tx1"/>
                  </a:solidFill>
                  <a:latin typeface="宋体" panose="02010600030101010101" pitchFamily="2" charset="-122"/>
                  <a:ea typeface="宋体" panose="02010600030101010101" pitchFamily="2" charset="-122"/>
                </a:endParaRPr>
              </a:p>
            </p:txBody>
          </p:sp>
          <p:sp>
            <p:nvSpPr>
              <p:cNvPr id="25" name="文本框 24">
                <a:extLst>
                  <a:ext uri="{FF2B5EF4-FFF2-40B4-BE49-F238E27FC236}">
                    <a16:creationId xmlns:a16="http://schemas.microsoft.com/office/drawing/2014/main" id="{37B3F944-88CE-4927-8AFA-AFE4E041AAC4}"/>
                  </a:ext>
                </a:extLst>
              </p:cNvPr>
              <p:cNvSpPr txBox="1"/>
              <p:nvPr/>
            </p:nvSpPr>
            <p:spPr>
              <a:xfrm>
                <a:off x="5590601" y="2008429"/>
                <a:ext cx="1016601" cy="646331"/>
              </a:xfrm>
              <a:prstGeom prst="rect">
                <a:avLst/>
              </a:prstGeom>
              <a:noFill/>
            </p:spPr>
            <p:txBody>
              <a:bodyPr wrap="square" rtlCol="0">
                <a:spAutoFit/>
              </a:bodyPr>
              <a:lstStyle/>
              <a:p>
                <a:pPr algn="ctr"/>
                <a:r>
                  <a:rPr lang="zh-CN" altLang="en-US" b="1" dirty="0">
                    <a:latin typeface="Arial Narrow" panose="020B0606020202030204" pitchFamily="34" charset="0"/>
                  </a:rPr>
                  <a:t>广域网</a:t>
                </a:r>
                <a:endParaRPr lang="en-US" altLang="zh-CN" b="1" dirty="0">
                  <a:latin typeface="Arial Narrow" panose="020B0606020202030204" pitchFamily="34" charset="0"/>
                </a:endParaRPr>
              </a:p>
              <a:p>
                <a:pPr algn="ctr"/>
                <a:r>
                  <a:rPr lang="zh-CN" altLang="en-US" b="1" dirty="0">
                    <a:latin typeface="Arial Narrow" panose="020B0606020202030204" pitchFamily="34" charset="0"/>
                  </a:rPr>
                  <a:t>链路</a:t>
                </a:r>
              </a:p>
            </p:txBody>
          </p:sp>
        </p:grpSp>
        <p:sp>
          <p:nvSpPr>
            <p:cNvPr id="20" name="文本框 19">
              <a:extLst>
                <a:ext uri="{FF2B5EF4-FFF2-40B4-BE49-F238E27FC236}">
                  <a16:creationId xmlns:a16="http://schemas.microsoft.com/office/drawing/2014/main" id="{43B345C2-A807-4A47-9C38-534913F0F517}"/>
                </a:ext>
              </a:extLst>
            </p:cNvPr>
            <p:cNvSpPr txBox="1"/>
            <p:nvPr/>
          </p:nvSpPr>
          <p:spPr>
            <a:xfrm>
              <a:off x="601699" y="1646568"/>
              <a:ext cx="1016601" cy="369332"/>
            </a:xfrm>
            <a:prstGeom prst="rect">
              <a:avLst/>
            </a:prstGeom>
            <a:noFill/>
          </p:spPr>
          <p:txBody>
            <a:bodyPr wrap="square" rtlCol="0">
              <a:spAutoFit/>
            </a:bodyPr>
            <a:lstStyle/>
            <a:p>
              <a:pPr algn="ctr"/>
              <a:r>
                <a:rPr lang="zh-CN" altLang="en-US" b="1" dirty="0">
                  <a:latin typeface="Arial Narrow" panose="020B0606020202030204" pitchFamily="34" charset="0"/>
                </a:rPr>
                <a:t>主机</a:t>
              </a:r>
              <a:r>
                <a:rPr lang="en-US" altLang="zh-CN" b="1" dirty="0">
                  <a:latin typeface="Arial Narrow" panose="020B0606020202030204" pitchFamily="34" charset="0"/>
                </a:rPr>
                <a:t>H1</a:t>
              </a:r>
              <a:endParaRPr lang="zh-CN" altLang="en-US" b="1" dirty="0">
                <a:latin typeface="Arial Narrow" panose="020B0606020202030204" pitchFamily="34" charset="0"/>
              </a:endParaRPr>
            </a:p>
          </p:txBody>
        </p:sp>
        <p:sp>
          <p:nvSpPr>
            <p:cNvPr id="21" name="文本框 20">
              <a:extLst>
                <a:ext uri="{FF2B5EF4-FFF2-40B4-BE49-F238E27FC236}">
                  <a16:creationId xmlns:a16="http://schemas.microsoft.com/office/drawing/2014/main" id="{03FF34E1-3C57-4DB0-A8F2-57E3C17D72D9}"/>
                </a:ext>
              </a:extLst>
            </p:cNvPr>
            <p:cNvSpPr txBox="1"/>
            <p:nvPr/>
          </p:nvSpPr>
          <p:spPr>
            <a:xfrm>
              <a:off x="3777951" y="1646568"/>
              <a:ext cx="1206269" cy="369332"/>
            </a:xfrm>
            <a:prstGeom prst="rect">
              <a:avLst/>
            </a:prstGeom>
            <a:noFill/>
          </p:spPr>
          <p:txBody>
            <a:bodyPr wrap="square" rtlCol="0">
              <a:spAutoFit/>
            </a:bodyPr>
            <a:lstStyle/>
            <a:p>
              <a:pPr algn="ctr"/>
              <a:r>
                <a:rPr lang="zh-CN" altLang="en-US" b="1" dirty="0">
                  <a:latin typeface="Arial Narrow" panose="020B0606020202030204" pitchFamily="34" charset="0"/>
                </a:rPr>
                <a:t>路由器</a:t>
              </a:r>
              <a:r>
                <a:rPr lang="en-US" altLang="zh-CN" b="1" dirty="0">
                  <a:latin typeface="Arial Narrow" panose="020B0606020202030204" pitchFamily="34" charset="0"/>
                </a:rPr>
                <a:t>R1</a:t>
              </a:r>
              <a:endParaRPr lang="zh-CN" altLang="en-US" b="1" dirty="0">
                <a:latin typeface="Arial Narrow" panose="020B0606020202030204" pitchFamily="34" charset="0"/>
              </a:endParaRPr>
            </a:p>
          </p:txBody>
        </p:sp>
        <p:sp>
          <p:nvSpPr>
            <p:cNvPr id="22" name="文本框 21">
              <a:extLst>
                <a:ext uri="{FF2B5EF4-FFF2-40B4-BE49-F238E27FC236}">
                  <a16:creationId xmlns:a16="http://schemas.microsoft.com/office/drawing/2014/main" id="{E580B1C4-D08C-4A7A-A4DF-8A75E3E6C7E4}"/>
                </a:ext>
              </a:extLst>
            </p:cNvPr>
            <p:cNvSpPr txBox="1"/>
            <p:nvPr/>
          </p:nvSpPr>
          <p:spPr>
            <a:xfrm>
              <a:off x="7213583" y="1646568"/>
              <a:ext cx="1206269" cy="369332"/>
            </a:xfrm>
            <a:prstGeom prst="rect">
              <a:avLst/>
            </a:prstGeom>
            <a:noFill/>
          </p:spPr>
          <p:txBody>
            <a:bodyPr wrap="square" rtlCol="0">
              <a:spAutoFit/>
            </a:bodyPr>
            <a:lstStyle/>
            <a:p>
              <a:pPr algn="ctr"/>
              <a:r>
                <a:rPr lang="zh-CN" altLang="en-US" b="1" dirty="0">
                  <a:latin typeface="Arial Narrow" panose="020B0606020202030204" pitchFamily="34" charset="0"/>
                </a:rPr>
                <a:t>路由器</a:t>
              </a:r>
              <a:r>
                <a:rPr lang="en-US" altLang="zh-CN" b="1" dirty="0">
                  <a:latin typeface="Arial Narrow" panose="020B0606020202030204" pitchFamily="34" charset="0"/>
                </a:rPr>
                <a:t>R2</a:t>
              </a:r>
              <a:endParaRPr lang="zh-CN" altLang="en-US" b="1" dirty="0">
                <a:latin typeface="Arial Narrow" panose="020B0606020202030204" pitchFamily="34" charset="0"/>
              </a:endParaRPr>
            </a:p>
          </p:txBody>
        </p:sp>
        <p:sp>
          <p:nvSpPr>
            <p:cNvPr id="23" name="文本框 22">
              <a:extLst>
                <a:ext uri="{FF2B5EF4-FFF2-40B4-BE49-F238E27FC236}">
                  <a16:creationId xmlns:a16="http://schemas.microsoft.com/office/drawing/2014/main" id="{BED58283-7CCE-4765-B66D-D401C7668434}"/>
                </a:ext>
              </a:extLst>
            </p:cNvPr>
            <p:cNvSpPr txBox="1"/>
            <p:nvPr/>
          </p:nvSpPr>
          <p:spPr>
            <a:xfrm>
              <a:off x="10723147" y="1646568"/>
              <a:ext cx="1206269" cy="369332"/>
            </a:xfrm>
            <a:prstGeom prst="rect">
              <a:avLst/>
            </a:prstGeom>
            <a:noFill/>
          </p:spPr>
          <p:txBody>
            <a:bodyPr wrap="square" rtlCol="0">
              <a:spAutoFit/>
            </a:bodyPr>
            <a:lstStyle/>
            <a:p>
              <a:pPr algn="ctr"/>
              <a:r>
                <a:rPr lang="zh-CN" altLang="en-US" b="1" dirty="0">
                  <a:latin typeface="Arial Narrow" panose="020B0606020202030204" pitchFamily="34" charset="0"/>
                </a:rPr>
                <a:t>主机</a:t>
              </a:r>
              <a:r>
                <a:rPr lang="en-US" altLang="zh-CN" b="1" dirty="0">
                  <a:latin typeface="Arial Narrow" panose="020B0606020202030204" pitchFamily="34" charset="0"/>
                </a:rPr>
                <a:t>H2</a:t>
              </a:r>
              <a:endParaRPr lang="zh-CN" altLang="en-US" b="1" dirty="0">
                <a:latin typeface="Arial Narrow" panose="020B0606020202030204" pitchFamily="34" charset="0"/>
              </a:endParaRPr>
            </a:p>
          </p:txBody>
        </p:sp>
      </p:grpSp>
      <p:grpSp>
        <p:nvGrpSpPr>
          <p:cNvPr id="66" name="组合 65">
            <a:extLst>
              <a:ext uri="{FF2B5EF4-FFF2-40B4-BE49-F238E27FC236}">
                <a16:creationId xmlns:a16="http://schemas.microsoft.com/office/drawing/2014/main" id="{20E990F5-BF64-43F8-940A-DFD574ABBF12}"/>
              </a:ext>
            </a:extLst>
          </p:cNvPr>
          <p:cNvGrpSpPr/>
          <p:nvPr/>
        </p:nvGrpSpPr>
        <p:grpSpPr>
          <a:xfrm>
            <a:off x="1029854" y="4234135"/>
            <a:ext cx="2870837" cy="1056148"/>
            <a:chOff x="1029854" y="4063107"/>
            <a:chExt cx="2870837" cy="1056148"/>
          </a:xfrm>
        </p:grpSpPr>
        <p:cxnSp>
          <p:nvCxnSpPr>
            <p:cNvPr id="8" name="直接连接符 7">
              <a:extLst>
                <a:ext uri="{FF2B5EF4-FFF2-40B4-BE49-F238E27FC236}">
                  <a16:creationId xmlns:a16="http://schemas.microsoft.com/office/drawing/2014/main" id="{4A6AE433-3A3C-4D5E-9B74-B17FF377A191}"/>
                </a:ext>
              </a:extLst>
            </p:cNvPr>
            <p:cNvCxnSpPr>
              <a:cxnSpLocks/>
            </p:cNvCxnSpPr>
            <p:nvPr/>
          </p:nvCxnSpPr>
          <p:spPr>
            <a:xfrm>
              <a:off x="1029854" y="4063107"/>
              <a:ext cx="0" cy="1056148"/>
            </a:xfrm>
            <a:prstGeom prst="line">
              <a:avLst/>
            </a:prstGeom>
            <a:ln w="12700">
              <a:solidFill>
                <a:schemeClr val="tx1"/>
              </a:solidFill>
              <a:prstDash val="dash"/>
            </a:ln>
          </p:spPr>
          <p:style>
            <a:lnRef idx="1">
              <a:schemeClr val="accent1"/>
            </a:lnRef>
            <a:fillRef idx="0">
              <a:schemeClr val="accent1"/>
            </a:fillRef>
            <a:effectRef idx="0">
              <a:schemeClr val="accent1"/>
            </a:effectRef>
            <a:fontRef idx="minor">
              <a:schemeClr val="tx1"/>
            </a:fontRef>
          </p:style>
        </p:cxnSp>
        <p:cxnSp>
          <p:nvCxnSpPr>
            <p:cNvPr id="47" name="直接箭头连接符 46">
              <a:extLst>
                <a:ext uri="{FF2B5EF4-FFF2-40B4-BE49-F238E27FC236}">
                  <a16:creationId xmlns:a16="http://schemas.microsoft.com/office/drawing/2014/main" id="{4F4EFAC4-075C-444C-968F-62E3EE13256E}"/>
                </a:ext>
              </a:extLst>
            </p:cNvPr>
            <p:cNvCxnSpPr>
              <a:cxnSpLocks/>
            </p:cNvCxnSpPr>
            <p:nvPr/>
          </p:nvCxnSpPr>
          <p:spPr>
            <a:xfrm>
              <a:off x="1041639" y="4830958"/>
              <a:ext cx="2859052" cy="0"/>
            </a:xfrm>
            <a:prstGeom prst="straightConnector1">
              <a:avLst/>
            </a:prstGeom>
            <a:ln w="25400">
              <a:solidFill>
                <a:schemeClr val="tx1"/>
              </a:solidFill>
              <a:headEnd type="triangle"/>
              <a:tailEnd type="triangle"/>
            </a:ln>
          </p:spPr>
          <p:style>
            <a:lnRef idx="1">
              <a:schemeClr val="accent1"/>
            </a:lnRef>
            <a:fillRef idx="0">
              <a:schemeClr val="accent1"/>
            </a:fillRef>
            <a:effectRef idx="0">
              <a:schemeClr val="accent1"/>
            </a:effectRef>
            <a:fontRef idx="minor">
              <a:schemeClr val="tx1"/>
            </a:fontRef>
          </p:style>
        </p:cxnSp>
        <p:sp>
          <p:nvSpPr>
            <p:cNvPr id="36" name="文本框 35">
              <a:extLst>
                <a:ext uri="{FF2B5EF4-FFF2-40B4-BE49-F238E27FC236}">
                  <a16:creationId xmlns:a16="http://schemas.microsoft.com/office/drawing/2014/main" id="{EBF865A9-3625-4E83-8DE6-80AF706C3CCE}"/>
                </a:ext>
              </a:extLst>
            </p:cNvPr>
            <p:cNvSpPr txBox="1"/>
            <p:nvPr/>
          </p:nvSpPr>
          <p:spPr>
            <a:xfrm>
              <a:off x="2118318" y="4648433"/>
              <a:ext cx="686743" cy="369332"/>
            </a:xfrm>
            <a:prstGeom prst="rect">
              <a:avLst/>
            </a:prstGeom>
            <a:solidFill>
              <a:schemeClr val="bg1"/>
            </a:solidFill>
          </p:spPr>
          <p:txBody>
            <a:bodyPr wrap="square" rtlCol="0">
              <a:spAutoFit/>
            </a:bodyPr>
            <a:lstStyle/>
            <a:p>
              <a:pPr algn="ctr"/>
              <a:r>
                <a:rPr lang="zh-CN" altLang="en-US" b="1" dirty="0">
                  <a:latin typeface="Arial Narrow" panose="020B0606020202030204" pitchFamily="34" charset="0"/>
                </a:rPr>
                <a:t>链路</a:t>
              </a:r>
            </a:p>
          </p:txBody>
        </p:sp>
        <p:cxnSp>
          <p:nvCxnSpPr>
            <p:cNvPr id="51" name="直接连接符 50">
              <a:extLst>
                <a:ext uri="{FF2B5EF4-FFF2-40B4-BE49-F238E27FC236}">
                  <a16:creationId xmlns:a16="http://schemas.microsoft.com/office/drawing/2014/main" id="{537B7179-2A13-413D-B35B-0770C8BAA94E}"/>
                </a:ext>
              </a:extLst>
            </p:cNvPr>
            <p:cNvCxnSpPr>
              <a:cxnSpLocks/>
            </p:cNvCxnSpPr>
            <p:nvPr/>
          </p:nvCxnSpPr>
          <p:spPr>
            <a:xfrm>
              <a:off x="3894825" y="4063107"/>
              <a:ext cx="0" cy="1056148"/>
            </a:xfrm>
            <a:prstGeom prst="line">
              <a:avLst/>
            </a:prstGeom>
            <a:ln w="12700">
              <a:solidFill>
                <a:schemeClr val="tx1"/>
              </a:solidFill>
              <a:prstDash val="dash"/>
            </a:ln>
          </p:spPr>
          <p:style>
            <a:lnRef idx="1">
              <a:schemeClr val="accent1"/>
            </a:lnRef>
            <a:fillRef idx="0">
              <a:schemeClr val="accent1"/>
            </a:fillRef>
            <a:effectRef idx="0">
              <a:schemeClr val="accent1"/>
            </a:effectRef>
            <a:fontRef idx="minor">
              <a:schemeClr val="tx1"/>
            </a:fontRef>
          </p:style>
        </p:cxnSp>
      </p:grpSp>
      <p:grpSp>
        <p:nvGrpSpPr>
          <p:cNvPr id="65" name="组合 64">
            <a:extLst>
              <a:ext uri="{FF2B5EF4-FFF2-40B4-BE49-F238E27FC236}">
                <a16:creationId xmlns:a16="http://schemas.microsoft.com/office/drawing/2014/main" id="{793FBB52-9DAB-4C03-85DB-2E9581C46C22}"/>
              </a:ext>
            </a:extLst>
          </p:cNvPr>
          <p:cNvGrpSpPr/>
          <p:nvPr/>
        </p:nvGrpSpPr>
        <p:grpSpPr>
          <a:xfrm>
            <a:off x="4540450" y="4234135"/>
            <a:ext cx="2781843" cy="1056148"/>
            <a:chOff x="4540450" y="4063107"/>
            <a:chExt cx="2781843" cy="1056148"/>
          </a:xfrm>
        </p:grpSpPr>
        <p:cxnSp>
          <p:nvCxnSpPr>
            <p:cNvPr id="54" name="直接连接符 53">
              <a:extLst>
                <a:ext uri="{FF2B5EF4-FFF2-40B4-BE49-F238E27FC236}">
                  <a16:creationId xmlns:a16="http://schemas.microsoft.com/office/drawing/2014/main" id="{CDDDBA38-4F80-429A-B9F4-0D8BD30DBA4D}"/>
                </a:ext>
              </a:extLst>
            </p:cNvPr>
            <p:cNvCxnSpPr>
              <a:cxnSpLocks/>
            </p:cNvCxnSpPr>
            <p:nvPr/>
          </p:nvCxnSpPr>
          <p:spPr>
            <a:xfrm>
              <a:off x="4540450" y="4063107"/>
              <a:ext cx="0" cy="1056148"/>
            </a:xfrm>
            <a:prstGeom prst="line">
              <a:avLst/>
            </a:prstGeom>
            <a:ln w="12700">
              <a:solidFill>
                <a:schemeClr val="tx1"/>
              </a:solidFill>
              <a:prstDash val="dash"/>
            </a:ln>
          </p:spPr>
          <p:style>
            <a:lnRef idx="1">
              <a:schemeClr val="accent1"/>
            </a:lnRef>
            <a:fillRef idx="0">
              <a:schemeClr val="accent1"/>
            </a:fillRef>
            <a:effectRef idx="0">
              <a:schemeClr val="accent1"/>
            </a:effectRef>
            <a:fontRef idx="minor">
              <a:schemeClr val="tx1"/>
            </a:fontRef>
          </p:style>
        </p:cxnSp>
        <p:cxnSp>
          <p:nvCxnSpPr>
            <p:cNvPr id="55" name="直接箭头连接符 54">
              <a:extLst>
                <a:ext uri="{FF2B5EF4-FFF2-40B4-BE49-F238E27FC236}">
                  <a16:creationId xmlns:a16="http://schemas.microsoft.com/office/drawing/2014/main" id="{713528E5-66CF-4664-A1C5-951AA3C8499B}"/>
                </a:ext>
              </a:extLst>
            </p:cNvPr>
            <p:cNvCxnSpPr>
              <a:cxnSpLocks/>
            </p:cNvCxnSpPr>
            <p:nvPr/>
          </p:nvCxnSpPr>
          <p:spPr>
            <a:xfrm>
              <a:off x="4552235" y="4830958"/>
              <a:ext cx="2770058" cy="0"/>
            </a:xfrm>
            <a:prstGeom prst="straightConnector1">
              <a:avLst/>
            </a:prstGeom>
            <a:ln w="25400">
              <a:solidFill>
                <a:schemeClr val="tx1"/>
              </a:solidFill>
              <a:headEnd type="triangle"/>
              <a:tailEnd type="triangle"/>
            </a:ln>
          </p:spPr>
          <p:style>
            <a:lnRef idx="1">
              <a:schemeClr val="accent1"/>
            </a:lnRef>
            <a:fillRef idx="0">
              <a:schemeClr val="accent1"/>
            </a:fillRef>
            <a:effectRef idx="0">
              <a:schemeClr val="accent1"/>
            </a:effectRef>
            <a:fontRef idx="minor">
              <a:schemeClr val="tx1"/>
            </a:fontRef>
          </p:style>
        </p:cxnSp>
        <p:sp>
          <p:nvSpPr>
            <p:cNvPr id="56" name="文本框 55">
              <a:extLst>
                <a:ext uri="{FF2B5EF4-FFF2-40B4-BE49-F238E27FC236}">
                  <a16:creationId xmlns:a16="http://schemas.microsoft.com/office/drawing/2014/main" id="{84EEDBEE-9ECA-4BB3-859C-67F11310FD6A}"/>
                </a:ext>
              </a:extLst>
            </p:cNvPr>
            <p:cNvSpPr txBox="1"/>
            <p:nvPr/>
          </p:nvSpPr>
          <p:spPr>
            <a:xfrm>
              <a:off x="5593893" y="4648433"/>
              <a:ext cx="686743" cy="369332"/>
            </a:xfrm>
            <a:prstGeom prst="rect">
              <a:avLst/>
            </a:prstGeom>
            <a:solidFill>
              <a:schemeClr val="bg1"/>
            </a:solidFill>
          </p:spPr>
          <p:txBody>
            <a:bodyPr wrap="square" rtlCol="0">
              <a:spAutoFit/>
            </a:bodyPr>
            <a:lstStyle/>
            <a:p>
              <a:pPr algn="ctr"/>
              <a:r>
                <a:rPr lang="zh-CN" altLang="en-US" b="1" dirty="0">
                  <a:latin typeface="Arial Narrow" panose="020B0606020202030204" pitchFamily="34" charset="0"/>
                </a:rPr>
                <a:t>链路</a:t>
              </a:r>
            </a:p>
          </p:txBody>
        </p:sp>
        <p:cxnSp>
          <p:nvCxnSpPr>
            <p:cNvPr id="57" name="直接连接符 56">
              <a:extLst>
                <a:ext uri="{FF2B5EF4-FFF2-40B4-BE49-F238E27FC236}">
                  <a16:creationId xmlns:a16="http://schemas.microsoft.com/office/drawing/2014/main" id="{A4B54924-2416-4087-B340-B07FDDF3509A}"/>
                </a:ext>
              </a:extLst>
            </p:cNvPr>
            <p:cNvCxnSpPr>
              <a:cxnSpLocks/>
            </p:cNvCxnSpPr>
            <p:nvPr/>
          </p:nvCxnSpPr>
          <p:spPr>
            <a:xfrm>
              <a:off x="7322293" y="4063107"/>
              <a:ext cx="0" cy="1056148"/>
            </a:xfrm>
            <a:prstGeom prst="line">
              <a:avLst/>
            </a:prstGeom>
            <a:ln w="12700">
              <a:solidFill>
                <a:schemeClr val="tx1"/>
              </a:solidFill>
              <a:prstDash val="dash"/>
            </a:ln>
          </p:spPr>
          <p:style>
            <a:lnRef idx="1">
              <a:schemeClr val="accent1"/>
            </a:lnRef>
            <a:fillRef idx="0">
              <a:schemeClr val="accent1"/>
            </a:fillRef>
            <a:effectRef idx="0">
              <a:schemeClr val="accent1"/>
            </a:effectRef>
            <a:fontRef idx="minor">
              <a:schemeClr val="tx1"/>
            </a:fontRef>
          </p:style>
        </p:cxnSp>
      </p:grpSp>
      <p:grpSp>
        <p:nvGrpSpPr>
          <p:cNvPr id="64" name="组合 63">
            <a:extLst>
              <a:ext uri="{FF2B5EF4-FFF2-40B4-BE49-F238E27FC236}">
                <a16:creationId xmlns:a16="http://schemas.microsoft.com/office/drawing/2014/main" id="{0257C9A0-C65D-40A3-A20A-9BD99EEB44CF}"/>
              </a:ext>
            </a:extLst>
          </p:cNvPr>
          <p:cNvGrpSpPr/>
          <p:nvPr/>
        </p:nvGrpSpPr>
        <p:grpSpPr>
          <a:xfrm>
            <a:off x="7960408" y="4250409"/>
            <a:ext cx="2941170" cy="1056148"/>
            <a:chOff x="7960408" y="4079381"/>
            <a:chExt cx="2941170" cy="1056148"/>
          </a:xfrm>
        </p:grpSpPr>
        <p:cxnSp>
          <p:nvCxnSpPr>
            <p:cNvPr id="60" name="直接连接符 59">
              <a:extLst>
                <a:ext uri="{FF2B5EF4-FFF2-40B4-BE49-F238E27FC236}">
                  <a16:creationId xmlns:a16="http://schemas.microsoft.com/office/drawing/2014/main" id="{2E61CB1F-8EB4-4E89-B9F5-6DEBAC5F631F}"/>
                </a:ext>
              </a:extLst>
            </p:cNvPr>
            <p:cNvCxnSpPr>
              <a:cxnSpLocks/>
            </p:cNvCxnSpPr>
            <p:nvPr/>
          </p:nvCxnSpPr>
          <p:spPr>
            <a:xfrm>
              <a:off x="7960408" y="4079381"/>
              <a:ext cx="0" cy="1056148"/>
            </a:xfrm>
            <a:prstGeom prst="line">
              <a:avLst/>
            </a:prstGeom>
            <a:ln w="12700">
              <a:solidFill>
                <a:schemeClr val="tx1"/>
              </a:solidFill>
              <a:prstDash val="dash"/>
            </a:ln>
          </p:spPr>
          <p:style>
            <a:lnRef idx="1">
              <a:schemeClr val="accent1"/>
            </a:lnRef>
            <a:fillRef idx="0">
              <a:schemeClr val="accent1"/>
            </a:fillRef>
            <a:effectRef idx="0">
              <a:schemeClr val="accent1"/>
            </a:effectRef>
            <a:fontRef idx="minor">
              <a:schemeClr val="tx1"/>
            </a:fontRef>
          </p:style>
        </p:cxnSp>
        <p:cxnSp>
          <p:nvCxnSpPr>
            <p:cNvPr id="61" name="直接箭头连接符 60">
              <a:extLst>
                <a:ext uri="{FF2B5EF4-FFF2-40B4-BE49-F238E27FC236}">
                  <a16:creationId xmlns:a16="http://schemas.microsoft.com/office/drawing/2014/main" id="{BAC20B95-DC24-45C7-B12A-7FBFCF224A72}"/>
                </a:ext>
              </a:extLst>
            </p:cNvPr>
            <p:cNvCxnSpPr>
              <a:cxnSpLocks/>
            </p:cNvCxnSpPr>
            <p:nvPr/>
          </p:nvCxnSpPr>
          <p:spPr>
            <a:xfrm>
              <a:off x="7972193" y="4830958"/>
              <a:ext cx="2929385" cy="0"/>
            </a:xfrm>
            <a:prstGeom prst="straightConnector1">
              <a:avLst/>
            </a:prstGeom>
            <a:ln w="25400">
              <a:solidFill>
                <a:schemeClr val="tx1"/>
              </a:solidFill>
              <a:headEnd type="triangle"/>
              <a:tailEnd type="triangle"/>
            </a:ln>
          </p:spPr>
          <p:style>
            <a:lnRef idx="1">
              <a:schemeClr val="accent1"/>
            </a:lnRef>
            <a:fillRef idx="0">
              <a:schemeClr val="accent1"/>
            </a:fillRef>
            <a:effectRef idx="0">
              <a:schemeClr val="accent1"/>
            </a:effectRef>
            <a:fontRef idx="minor">
              <a:schemeClr val="tx1"/>
            </a:fontRef>
          </p:style>
        </p:cxnSp>
        <p:sp>
          <p:nvSpPr>
            <p:cNvPr id="62" name="文本框 61">
              <a:extLst>
                <a:ext uri="{FF2B5EF4-FFF2-40B4-BE49-F238E27FC236}">
                  <a16:creationId xmlns:a16="http://schemas.microsoft.com/office/drawing/2014/main" id="{3F3689DB-3760-40EA-A10A-8D67EB339FE6}"/>
                </a:ext>
              </a:extLst>
            </p:cNvPr>
            <p:cNvSpPr txBox="1"/>
            <p:nvPr/>
          </p:nvSpPr>
          <p:spPr>
            <a:xfrm>
              <a:off x="9093513" y="4648433"/>
              <a:ext cx="686743" cy="369332"/>
            </a:xfrm>
            <a:prstGeom prst="rect">
              <a:avLst/>
            </a:prstGeom>
            <a:solidFill>
              <a:schemeClr val="bg1"/>
            </a:solidFill>
          </p:spPr>
          <p:txBody>
            <a:bodyPr wrap="square" rtlCol="0">
              <a:spAutoFit/>
            </a:bodyPr>
            <a:lstStyle/>
            <a:p>
              <a:pPr algn="ctr"/>
              <a:r>
                <a:rPr lang="zh-CN" altLang="en-US" b="1" dirty="0">
                  <a:latin typeface="Arial Narrow" panose="020B0606020202030204" pitchFamily="34" charset="0"/>
                </a:rPr>
                <a:t>链路</a:t>
              </a:r>
            </a:p>
          </p:txBody>
        </p:sp>
        <p:cxnSp>
          <p:nvCxnSpPr>
            <p:cNvPr id="63" name="直接连接符 62">
              <a:extLst>
                <a:ext uri="{FF2B5EF4-FFF2-40B4-BE49-F238E27FC236}">
                  <a16:creationId xmlns:a16="http://schemas.microsoft.com/office/drawing/2014/main" id="{4749CF8A-FA7C-4F46-B66F-FCF1E891E0EF}"/>
                </a:ext>
              </a:extLst>
            </p:cNvPr>
            <p:cNvCxnSpPr>
              <a:cxnSpLocks/>
            </p:cNvCxnSpPr>
            <p:nvPr/>
          </p:nvCxnSpPr>
          <p:spPr>
            <a:xfrm>
              <a:off x="10901578" y="4079381"/>
              <a:ext cx="0" cy="1056148"/>
            </a:xfrm>
            <a:prstGeom prst="line">
              <a:avLst/>
            </a:prstGeom>
            <a:ln w="12700">
              <a:solidFill>
                <a:schemeClr val="tx1"/>
              </a:solidFill>
              <a:prstDash val="dash"/>
            </a:ln>
          </p:spPr>
          <p:style>
            <a:lnRef idx="1">
              <a:schemeClr val="accent1"/>
            </a:lnRef>
            <a:fillRef idx="0">
              <a:schemeClr val="accent1"/>
            </a:fillRef>
            <a:effectRef idx="0">
              <a:schemeClr val="accent1"/>
            </a:effectRef>
            <a:fontRef idx="minor">
              <a:schemeClr val="tx1"/>
            </a:fontRef>
          </p:style>
        </p:cxnSp>
      </p:grpSp>
      <p:grpSp>
        <p:nvGrpSpPr>
          <p:cNvPr id="75" name="组合 74">
            <a:extLst>
              <a:ext uri="{FF2B5EF4-FFF2-40B4-BE49-F238E27FC236}">
                <a16:creationId xmlns:a16="http://schemas.microsoft.com/office/drawing/2014/main" id="{5CFDACA5-FFD5-479E-8A75-F71249D766FF}"/>
              </a:ext>
            </a:extLst>
          </p:cNvPr>
          <p:cNvGrpSpPr/>
          <p:nvPr/>
        </p:nvGrpSpPr>
        <p:grpSpPr>
          <a:xfrm>
            <a:off x="1029854" y="5306557"/>
            <a:ext cx="6292439" cy="672185"/>
            <a:chOff x="1029854" y="5135529"/>
            <a:chExt cx="6292439" cy="672185"/>
          </a:xfrm>
        </p:grpSpPr>
        <p:cxnSp>
          <p:nvCxnSpPr>
            <p:cNvPr id="69" name="直接连接符 68">
              <a:extLst>
                <a:ext uri="{FF2B5EF4-FFF2-40B4-BE49-F238E27FC236}">
                  <a16:creationId xmlns:a16="http://schemas.microsoft.com/office/drawing/2014/main" id="{90AD18A2-E32D-41FB-B91D-ABCC500D39F2}"/>
                </a:ext>
              </a:extLst>
            </p:cNvPr>
            <p:cNvCxnSpPr>
              <a:cxnSpLocks/>
            </p:cNvCxnSpPr>
            <p:nvPr/>
          </p:nvCxnSpPr>
          <p:spPr>
            <a:xfrm>
              <a:off x="1029854" y="5135529"/>
              <a:ext cx="0" cy="533051"/>
            </a:xfrm>
            <a:prstGeom prst="line">
              <a:avLst/>
            </a:prstGeom>
            <a:ln w="12700">
              <a:solidFill>
                <a:schemeClr val="tx1"/>
              </a:solidFill>
              <a:prstDash val="dash"/>
            </a:ln>
          </p:spPr>
          <p:style>
            <a:lnRef idx="1">
              <a:schemeClr val="accent1"/>
            </a:lnRef>
            <a:fillRef idx="0">
              <a:schemeClr val="accent1"/>
            </a:fillRef>
            <a:effectRef idx="0">
              <a:schemeClr val="accent1"/>
            </a:effectRef>
            <a:fontRef idx="minor">
              <a:schemeClr val="tx1"/>
            </a:fontRef>
          </p:style>
        </p:cxnSp>
        <p:cxnSp>
          <p:nvCxnSpPr>
            <p:cNvPr id="70" name="直接箭头连接符 69">
              <a:extLst>
                <a:ext uri="{FF2B5EF4-FFF2-40B4-BE49-F238E27FC236}">
                  <a16:creationId xmlns:a16="http://schemas.microsoft.com/office/drawing/2014/main" id="{EB8D7918-8C93-4F46-8004-2D5258BB983C}"/>
                </a:ext>
              </a:extLst>
            </p:cNvPr>
            <p:cNvCxnSpPr>
              <a:cxnSpLocks/>
            </p:cNvCxnSpPr>
            <p:nvPr/>
          </p:nvCxnSpPr>
          <p:spPr>
            <a:xfrm>
              <a:off x="1041639" y="5487338"/>
              <a:ext cx="6280654" cy="0"/>
            </a:xfrm>
            <a:prstGeom prst="straightConnector1">
              <a:avLst/>
            </a:prstGeom>
            <a:ln w="25400">
              <a:solidFill>
                <a:schemeClr val="tx1"/>
              </a:solidFill>
              <a:headEnd type="triangle"/>
              <a:tailEnd type="triangle"/>
            </a:ln>
          </p:spPr>
          <p:style>
            <a:lnRef idx="1">
              <a:schemeClr val="accent1"/>
            </a:lnRef>
            <a:fillRef idx="0">
              <a:schemeClr val="accent1"/>
            </a:fillRef>
            <a:effectRef idx="0">
              <a:schemeClr val="accent1"/>
            </a:effectRef>
            <a:fontRef idx="minor">
              <a:schemeClr val="tx1"/>
            </a:fontRef>
          </p:style>
        </p:cxnSp>
        <p:sp>
          <p:nvSpPr>
            <p:cNvPr id="71" name="文本框 70">
              <a:extLst>
                <a:ext uri="{FF2B5EF4-FFF2-40B4-BE49-F238E27FC236}">
                  <a16:creationId xmlns:a16="http://schemas.microsoft.com/office/drawing/2014/main" id="{8CDADF0F-F988-431B-BA26-8896363ABE37}"/>
                </a:ext>
              </a:extLst>
            </p:cNvPr>
            <p:cNvSpPr txBox="1"/>
            <p:nvPr/>
          </p:nvSpPr>
          <p:spPr>
            <a:xfrm>
              <a:off x="3245357" y="5161383"/>
              <a:ext cx="1937050" cy="646331"/>
            </a:xfrm>
            <a:prstGeom prst="rect">
              <a:avLst/>
            </a:prstGeom>
            <a:solidFill>
              <a:schemeClr val="bg1"/>
            </a:solidFill>
          </p:spPr>
          <p:txBody>
            <a:bodyPr wrap="square" rtlCol="0">
              <a:spAutoFit/>
            </a:bodyPr>
            <a:lstStyle/>
            <a:p>
              <a:pPr algn="ctr"/>
              <a:r>
                <a:rPr lang="zh-CN" altLang="en-US" b="1" dirty="0">
                  <a:solidFill>
                    <a:schemeClr val="accent1">
                      <a:lumMod val="75000"/>
                    </a:schemeClr>
                  </a:solidFill>
                  <a:latin typeface="Arial Narrow" panose="020B0606020202030204" pitchFamily="34" charset="0"/>
                </a:rPr>
                <a:t>通信路径</a:t>
              </a:r>
              <a:endParaRPr lang="en-US" altLang="zh-CN" b="1" dirty="0">
                <a:solidFill>
                  <a:schemeClr val="accent1">
                    <a:lumMod val="75000"/>
                  </a:schemeClr>
                </a:solidFill>
                <a:latin typeface="Arial Narrow" panose="020B0606020202030204" pitchFamily="34" charset="0"/>
              </a:endParaRPr>
            </a:p>
            <a:p>
              <a:pPr algn="ctr"/>
              <a:r>
                <a:rPr lang="zh-CN" altLang="en-US" b="1" dirty="0">
                  <a:solidFill>
                    <a:schemeClr val="accent1">
                      <a:lumMod val="75000"/>
                    </a:schemeClr>
                  </a:solidFill>
                  <a:latin typeface="Arial Narrow" panose="020B0606020202030204" pitchFamily="34" charset="0"/>
                </a:rPr>
                <a:t>（不能称为链路）</a:t>
              </a:r>
            </a:p>
          </p:txBody>
        </p:sp>
        <p:cxnSp>
          <p:nvCxnSpPr>
            <p:cNvPr id="74" name="直接连接符 73">
              <a:extLst>
                <a:ext uri="{FF2B5EF4-FFF2-40B4-BE49-F238E27FC236}">
                  <a16:creationId xmlns:a16="http://schemas.microsoft.com/office/drawing/2014/main" id="{13747653-EC95-4D00-8E07-1ACC64F6FC07}"/>
                </a:ext>
              </a:extLst>
            </p:cNvPr>
            <p:cNvCxnSpPr>
              <a:cxnSpLocks/>
            </p:cNvCxnSpPr>
            <p:nvPr/>
          </p:nvCxnSpPr>
          <p:spPr>
            <a:xfrm>
              <a:off x="7322293" y="5135529"/>
              <a:ext cx="0" cy="533051"/>
            </a:xfrm>
            <a:prstGeom prst="line">
              <a:avLst/>
            </a:prstGeom>
            <a:ln w="12700">
              <a:solidFill>
                <a:schemeClr val="tx1"/>
              </a:solidFill>
              <a:prstDash val="dash"/>
            </a:ln>
          </p:spPr>
          <p:style>
            <a:lnRef idx="1">
              <a:schemeClr val="accent1"/>
            </a:lnRef>
            <a:fillRef idx="0">
              <a:schemeClr val="accent1"/>
            </a:fillRef>
            <a:effectRef idx="0">
              <a:schemeClr val="accent1"/>
            </a:effectRef>
            <a:fontRef idx="minor">
              <a:schemeClr val="tx1"/>
            </a:fontRef>
          </p:style>
        </p:cxnSp>
      </p:grpSp>
    </p:spTree>
    <p:custDataLst>
      <p:tags r:id="rId1"/>
    </p:custDataLst>
    <p:extLst>
      <p:ext uri="{BB962C8B-B14F-4D97-AF65-F5344CB8AC3E}">
        <p14:creationId xmlns:p14="http://schemas.microsoft.com/office/powerpoint/2010/main" val="3807779930"/>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2" presetClass="entr" presetSubtype="1" fill="hold" nodeType="afterEffect">
                                  <p:stCondLst>
                                    <p:cond delay="0"/>
                                  </p:stCondLst>
                                  <p:childTnLst>
                                    <p:set>
                                      <p:cBhvr>
                                        <p:cTn id="6" dur="1" fill="hold">
                                          <p:stCondLst>
                                            <p:cond delay="0"/>
                                          </p:stCondLst>
                                        </p:cTn>
                                        <p:tgtEl>
                                          <p:spTgt spid="4"/>
                                        </p:tgtEl>
                                        <p:attrNameLst>
                                          <p:attrName>style.visibility</p:attrName>
                                        </p:attrNameLst>
                                      </p:cBhvr>
                                      <p:to>
                                        <p:strVal val="visible"/>
                                      </p:to>
                                    </p:set>
                                    <p:anim calcmode="lin" valueType="num">
                                      <p:cBhvr additive="base">
                                        <p:cTn id="7" dur="1000"/>
                                        <p:tgtEl>
                                          <p:spTgt spid="4"/>
                                        </p:tgtEl>
                                        <p:attrNameLst>
                                          <p:attrName>ppt_y</p:attrName>
                                        </p:attrNameLst>
                                      </p:cBhvr>
                                      <p:tavLst>
                                        <p:tav tm="0">
                                          <p:val>
                                            <p:strVal val="#ppt_y-#ppt_h*1.125000"/>
                                          </p:val>
                                        </p:tav>
                                        <p:tav tm="100000">
                                          <p:val>
                                            <p:strVal val="#ppt_y"/>
                                          </p:val>
                                        </p:tav>
                                      </p:tavLst>
                                    </p:anim>
                                    <p:animEffect transition="in" filter="wipe(down)">
                                      <p:cBhvr>
                                        <p:cTn id="8" dur="1000"/>
                                        <p:tgtEl>
                                          <p:spTgt spid="4"/>
                                        </p:tgtEl>
                                      </p:cBhvr>
                                    </p:animEffect>
                                  </p:childTnLst>
                                </p:cTn>
                              </p:par>
                            </p:childTnLst>
                          </p:cTn>
                        </p:par>
                      </p:childTnLst>
                    </p:cTn>
                  </p:par>
                  <p:par>
                    <p:cTn id="9" fill="hold">
                      <p:stCondLst>
                        <p:cond delay="indefinite"/>
                      </p:stCondLst>
                      <p:childTnLst>
                        <p:par>
                          <p:cTn id="10" fill="hold">
                            <p:stCondLst>
                              <p:cond delay="0"/>
                            </p:stCondLst>
                            <p:childTnLst>
                              <p:par>
                                <p:cTn id="11" presetID="49" presetClass="entr" presetSubtype="0" decel="100000" fill="hold" grpId="0" nodeType="clickEffect">
                                  <p:stCondLst>
                                    <p:cond delay="0"/>
                                  </p:stCondLst>
                                  <p:childTnLst>
                                    <p:set>
                                      <p:cBhvr>
                                        <p:cTn id="12" dur="1" fill="hold">
                                          <p:stCondLst>
                                            <p:cond delay="0"/>
                                          </p:stCondLst>
                                        </p:cTn>
                                        <p:tgtEl>
                                          <p:spTgt spid="9"/>
                                        </p:tgtEl>
                                        <p:attrNameLst>
                                          <p:attrName>style.visibility</p:attrName>
                                        </p:attrNameLst>
                                      </p:cBhvr>
                                      <p:to>
                                        <p:strVal val="visible"/>
                                      </p:to>
                                    </p:set>
                                    <p:anim calcmode="lin" valueType="num">
                                      <p:cBhvr>
                                        <p:cTn id="13" dur="500" fill="hold"/>
                                        <p:tgtEl>
                                          <p:spTgt spid="9"/>
                                        </p:tgtEl>
                                        <p:attrNameLst>
                                          <p:attrName>ppt_w</p:attrName>
                                        </p:attrNameLst>
                                      </p:cBhvr>
                                      <p:tavLst>
                                        <p:tav tm="0">
                                          <p:val>
                                            <p:fltVal val="0"/>
                                          </p:val>
                                        </p:tav>
                                        <p:tav tm="100000">
                                          <p:val>
                                            <p:strVal val="#ppt_w"/>
                                          </p:val>
                                        </p:tav>
                                      </p:tavLst>
                                    </p:anim>
                                    <p:anim calcmode="lin" valueType="num">
                                      <p:cBhvr>
                                        <p:cTn id="14" dur="500" fill="hold"/>
                                        <p:tgtEl>
                                          <p:spTgt spid="9"/>
                                        </p:tgtEl>
                                        <p:attrNameLst>
                                          <p:attrName>ppt_h</p:attrName>
                                        </p:attrNameLst>
                                      </p:cBhvr>
                                      <p:tavLst>
                                        <p:tav tm="0">
                                          <p:val>
                                            <p:fltVal val="0"/>
                                          </p:val>
                                        </p:tav>
                                        <p:tav tm="100000">
                                          <p:val>
                                            <p:strVal val="#ppt_h"/>
                                          </p:val>
                                        </p:tav>
                                      </p:tavLst>
                                    </p:anim>
                                    <p:anim calcmode="lin" valueType="num">
                                      <p:cBhvr>
                                        <p:cTn id="15" dur="500" fill="hold"/>
                                        <p:tgtEl>
                                          <p:spTgt spid="9"/>
                                        </p:tgtEl>
                                        <p:attrNameLst>
                                          <p:attrName>style.rotation</p:attrName>
                                        </p:attrNameLst>
                                      </p:cBhvr>
                                      <p:tavLst>
                                        <p:tav tm="0">
                                          <p:val>
                                            <p:fltVal val="360"/>
                                          </p:val>
                                        </p:tav>
                                        <p:tav tm="100000">
                                          <p:val>
                                            <p:fltVal val="0"/>
                                          </p:val>
                                        </p:tav>
                                      </p:tavLst>
                                    </p:anim>
                                    <p:animEffect transition="in" filter="fade">
                                      <p:cBhvr>
                                        <p:cTn id="16" dur="500"/>
                                        <p:tgtEl>
                                          <p:spTgt spid="9"/>
                                        </p:tgtEl>
                                      </p:cBhvr>
                                    </p:animEffect>
                                  </p:childTnLst>
                                </p:cTn>
                              </p:par>
                            </p:childTnLst>
                          </p:cTn>
                        </p:par>
                        <p:par>
                          <p:cTn id="17" fill="hold">
                            <p:stCondLst>
                              <p:cond delay="500"/>
                            </p:stCondLst>
                            <p:childTnLst>
                              <p:par>
                                <p:cTn id="18" presetID="1" presetClass="entr" presetSubtype="0" fill="hold" grpId="0" nodeType="afterEffect">
                                  <p:stCondLst>
                                    <p:cond delay="0"/>
                                  </p:stCondLst>
                                  <p:iterate type="lt">
                                    <p:tmAbs val="100"/>
                                  </p:iterate>
                                  <p:childTnLst>
                                    <p:set>
                                      <p:cBhvr>
                                        <p:cTn id="19" dur="1" fill="hold">
                                          <p:stCondLst>
                                            <p:cond delay="0"/>
                                          </p:stCondLst>
                                        </p:cTn>
                                        <p:tgtEl>
                                          <p:spTgt spid="10"/>
                                        </p:tgtEl>
                                        <p:attrNameLst>
                                          <p:attrName>style.visibility</p:attrName>
                                        </p:attrNameLst>
                                      </p:cBhvr>
                                      <p:to>
                                        <p:strVal val="visible"/>
                                      </p:to>
                                    </p:set>
                                  </p:childTnLst>
                                </p:cTn>
                              </p:par>
                            </p:childTnLst>
                          </p:cTn>
                        </p:par>
                      </p:childTnLst>
                    </p:cTn>
                  </p:par>
                  <p:par>
                    <p:cTn id="20" fill="hold">
                      <p:stCondLst>
                        <p:cond delay="indefinite"/>
                      </p:stCondLst>
                      <p:childTnLst>
                        <p:par>
                          <p:cTn id="21" fill="hold">
                            <p:stCondLst>
                              <p:cond delay="0"/>
                            </p:stCondLst>
                            <p:childTnLst>
                              <p:par>
                                <p:cTn id="22" presetID="30" presetClass="entr" presetSubtype="0" fill="hold" nodeType="clickEffect">
                                  <p:stCondLst>
                                    <p:cond delay="0"/>
                                  </p:stCondLst>
                                  <p:childTnLst>
                                    <p:set>
                                      <p:cBhvr>
                                        <p:cTn id="23" dur="1" fill="hold">
                                          <p:stCondLst>
                                            <p:cond delay="0"/>
                                          </p:stCondLst>
                                        </p:cTn>
                                        <p:tgtEl>
                                          <p:spTgt spid="11"/>
                                        </p:tgtEl>
                                        <p:attrNameLst>
                                          <p:attrName>style.visibility</p:attrName>
                                        </p:attrNameLst>
                                      </p:cBhvr>
                                      <p:to>
                                        <p:strVal val="visible"/>
                                      </p:to>
                                    </p:set>
                                    <p:animEffect transition="in" filter="fade">
                                      <p:cBhvr>
                                        <p:cTn id="24" dur="800" decel="100000"/>
                                        <p:tgtEl>
                                          <p:spTgt spid="11"/>
                                        </p:tgtEl>
                                      </p:cBhvr>
                                    </p:animEffect>
                                    <p:anim calcmode="lin" valueType="num">
                                      <p:cBhvr>
                                        <p:cTn id="25" dur="800" decel="100000" fill="hold"/>
                                        <p:tgtEl>
                                          <p:spTgt spid="11"/>
                                        </p:tgtEl>
                                        <p:attrNameLst>
                                          <p:attrName>style.rotation</p:attrName>
                                        </p:attrNameLst>
                                      </p:cBhvr>
                                      <p:tavLst>
                                        <p:tav tm="0">
                                          <p:val>
                                            <p:fltVal val="-90"/>
                                          </p:val>
                                        </p:tav>
                                        <p:tav tm="100000">
                                          <p:val>
                                            <p:fltVal val="0"/>
                                          </p:val>
                                        </p:tav>
                                      </p:tavLst>
                                    </p:anim>
                                    <p:anim calcmode="lin" valueType="num">
                                      <p:cBhvr>
                                        <p:cTn id="26" dur="800" decel="100000" fill="hold"/>
                                        <p:tgtEl>
                                          <p:spTgt spid="11"/>
                                        </p:tgtEl>
                                        <p:attrNameLst>
                                          <p:attrName>ppt_x</p:attrName>
                                        </p:attrNameLst>
                                      </p:cBhvr>
                                      <p:tavLst>
                                        <p:tav tm="0">
                                          <p:val>
                                            <p:strVal val="#ppt_x+0.4"/>
                                          </p:val>
                                        </p:tav>
                                        <p:tav tm="100000">
                                          <p:val>
                                            <p:strVal val="#ppt_x-0.05"/>
                                          </p:val>
                                        </p:tav>
                                      </p:tavLst>
                                    </p:anim>
                                    <p:anim calcmode="lin" valueType="num">
                                      <p:cBhvr>
                                        <p:cTn id="27" dur="800" decel="100000" fill="hold"/>
                                        <p:tgtEl>
                                          <p:spTgt spid="11"/>
                                        </p:tgtEl>
                                        <p:attrNameLst>
                                          <p:attrName>ppt_y</p:attrName>
                                        </p:attrNameLst>
                                      </p:cBhvr>
                                      <p:tavLst>
                                        <p:tav tm="0">
                                          <p:val>
                                            <p:strVal val="#ppt_y-0.4"/>
                                          </p:val>
                                        </p:tav>
                                        <p:tav tm="100000">
                                          <p:val>
                                            <p:strVal val="#ppt_y+0.1"/>
                                          </p:val>
                                        </p:tav>
                                      </p:tavLst>
                                    </p:anim>
                                    <p:anim calcmode="lin" valueType="num">
                                      <p:cBhvr>
                                        <p:cTn id="28" dur="200" accel="100000" fill="hold">
                                          <p:stCondLst>
                                            <p:cond delay="800"/>
                                          </p:stCondLst>
                                        </p:cTn>
                                        <p:tgtEl>
                                          <p:spTgt spid="11"/>
                                        </p:tgtEl>
                                        <p:attrNameLst>
                                          <p:attrName>ppt_x</p:attrName>
                                        </p:attrNameLst>
                                      </p:cBhvr>
                                      <p:tavLst>
                                        <p:tav tm="0">
                                          <p:val>
                                            <p:strVal val="#ppt_x-0.05"/>
                                          </p:val>
                                        </p:tav>
                                        <p:tav tm="100000">
                                          <p:val>
                                            <p:strVal val="#ppt_x"/>
                                          </p:val>
                                        </p:tav>
                                      </p:tavLst>
                                    </p:anim>
                                    <p:anim calcmode="lin" valueType="num">
                                      <p:cBhvr>
                                        <p:cTn id="29" dur="200" accel="100000" fill="hold">
                                          <p:stCondLst>
                                            <p:cond delay="800"/>
                                          </p:stCondLst>
                                        </p:cTn>
                                        <p:tgtEl>
                                          <p:spTgt spid="11"/>
                                        </p:tgtEl>
                                        <p:attrNameLst>
                                          <p:attrName>ppt_y</p:attrName>
                                        </p:attrNameLst>
                                      </p:cBhvr>
                                      <p:tavLst>
                                        <p:tav tm="0">
                                          <p:val>
                                            <p:strVal val="#ppt_y+0.1"/>
                                          </p:val>
                                        </p:tav>
                                        <p:tav tm="100000">
                                          <p:val>
                                            <p:strVal val="#ppt_y"/>
                                          </p:val>
                                        </p:tav>
                                      </p:tavLst>
                                    </p:anim>
                                  </p:childTnLst>
                                </p:cTn>
                              </p:par>
                            </p:childTnLst>
                          </p:cTn>
                        </p:par>
                      </p:childTnLst>
                    </p:cTn>
                  </p:par>
                  <p:par>
                    <p:cTn id="30" fill="hold">
                      <p:stCondLst>
                        <p:cond delay="indefinite"/>
                      </p:stCondLst>
                      <p:childTnLst>
                        <p:par>
                          <p:cTn id="31" fill="hold">
                            <p:stCondLst>
                              <p:cond delay="0"/>
                            </p:stCondLst>
                            <p:childTnLst>
                              <p:par>
                                <p:cTn id="32" presetID="42" presetClass="entr" presetSubtype="0" fill="hold" nodeType="clickEffect">
                                  <p:stCondLst>
                                    <p:cond delay="0"/>
                                  </p:stCondLst>
                                  <p:childTnLst>
                                    <p:set>
                                      <p:cBhvr>
                                        <p:cTn id="33" dur="1" fill="hold">
                                          <p:stCondLst>
                                            <p:cond delay="0"/>
                                          </p:stCondLst>
                                        </p:cTn>
                                        <p:tgtEl>
                                          <p:spTgt spid="66"/>
                                        </p:tgtEl>
                                        <p:attrNameLst>
                                          <p:attrName>style.visibility</p:attrName>
                                        </p:attrNameLst>
                                      </p:cBhvr>
                                      <p:to>
                                        <p:strVal val="visible"/>
                                      </p:to>
                                    </p:set>
                                    <p:animEffect transition="in" filter="fade">
                                      <p:cBhvr>
                                        <p:cTn id="34" dur="1000"/>
                                        <p:tgtEl>
                                          <p:spTgt spid="66"/>
                                        </p:tgtEl>
                                      </p:cBhvr>
                                    </p:animEffect>
                                    <p:anim calcmode="lin" valueType="num">
                                      <p:cBhvr>
                                        <p:cTn id="35" dur="1000" fill="hold"/>
                                        <p:tgtEl>
                                          <p:spTgt spid="66"/>
                                        </p:tgtEl>
                                        <p:attrNameLst>
                                          <p:attrName>ppt_x</p:attrName>
                                        </p:attrNameLst>
                                      </p:cBhvr>
                                      <p:tavLst>
                                        <p:tav tm="0">
                                          <p:val>
                                            <p:strVal val="#ppt_x"/>
                                          </p:val>
                                        </p:tav>
                                        <p:tav tm="100000">
                                          <p:val>
                                            <p:strVal val="#ppt_x"/>
                                          </p:val>
                                        </p:tav>
                                      </p:tavLst>
                                    </p:anim>
                                    <p:anim calcmode="lin" valueType="num">
                                      <p:cBhvr>
                                        <p:cTn id="36" dur="1000" fill="hold"/>
                                        <p:tgtEl>
                                          <p:spTgt spid="66"/>
                                        </p:tgtEl>
                                        <p:attrNameLst>
                                          <p:attrName>ppt_y</p:attrName>
                                        </p:attrNameLst>
                                      </p:cBhvr>
                                      <p:tavLst>
                                        <p:tav tm="0">
                                          <p:val>
                                            <p:strVal val="#ppt_y+.1"/>
                                          </p:val>
                                        </p:tav>
                                        <p:tav tm="100000">
                                          <p:val>
                                            <p:strVal val="#ppt_y"/>
                                          </p:val>
                                        </p:tav>
                                      </p:tavLst>
                                    </p:anim>
                                  </p:childTnLst>
                                </p:cTn>
                              </p:par>
                            </p:childTnLst>
                          </p:cTn>
                        </p:par>
                      </p:childTnLst>
                    </p:cTn>
                  </p:par>
                  <p:par>
                    <p:cTn id="37" fill="hold">
                      <p:stCondLst>
                        <p:cond delay="indefinite"/>
                      </p:stCondLst>
                      <p:childTnLst>
                        <p:par>
                          <p:cTn id="38" fill="hold">
                            <p:stCondLst>
                              <p:cond delay="0"/>
                            </p:stCondLst>
                            <p:childTnLst>
                              <p:par>
                                <p:cTn id="39" presetID="42" presetClass="entr" presetSubtype="0" fill="hold" nodeType="clickEffect">
                                  <p:stCondLst>
                                    <p:cond delay="0"/>
                                  </p:stCondLst>
                                  <p:childTnLst>
                                    <p:set>
                                      <p:cBhvr>
                                        <p:cTn id="40" dur="1" fill="hold">
                                          <p:stCondLst>
                                            <p:cond delay="0"/>
                                          </p:stCondLst>
                                        </p:cTn>
                                        <p:tgtEl>
                                          <p:spTgt spid="65"/>
                                        </p:tgtEl>
                                        <p:attrNameLst>
                                          <p:attrName>style.visibility</p:attrName>
                                        </p:attrNameLst>
                                      </p:cBhvr>
                                      <p:to>
                                        <p:strVal val="visible"/>
                                      </p:to>
                                    </p:set>
                                    <p:animEffect transition="in" filter="fade">
                                      <p:cBhvr>
                                        <p:cTn id="41" dur="1000"/>
                                        <p:tgtEl>
                                          <p:spTgt spid="65"/>
                                        </p:tgtEl>
                                      </p:cBhvr>
                                    </p:animEffect>
                                    <p:anim calcmode="lin" valueType="num">
                                      <p:cBhvr>
                                        <p:cTn id="42" dur="1000" fill="hold"/>
                                        <p:tgtEl>
                                          <p:spTgt spid="65"/>
                                        </p:tgtEl>
                                        <p:attrNameLst>
                                          <p:attrName>ppt_x</p:attrName>
                                        </p:attrNameLst>
                                      </p:cBhvr>
                                      <p:tavLst>
                                        <p:tav tm="0">
                                          <p:val>
                                            <p:strVal val="#ppt_x"/>
                                          </p:val>
                                        </p:tav>
                                        <p:tav tm="100000">
                                          <p:val>
                                            <p:strVal val="#ppt_x"/>
                                          </p:val>
                                        </p:tav>
                                      </p:tavLst>
                                    </p:anim>
                                    <p:anim calcmode="lin" valueType="num">
                                      <p:cBhvr>
                                        <p:cTn id="43" dur="1000" fill="hold"/>
                                        <p:tgtEl>
                                          <p:spTgt spid="65"/>
                                        </p:tgtEl>
                                        <p:attrNameLst>
                                          <p:attrName>ppt_y</p:attrName>
                                        </p:attrNameLst>
                                      </p:cBhvr>
                                      <p:tavLst>
                                        <p:tav tm="0">
                                          <p:val>
                                            <p:strVal val="#ppt_y+.1"/>
                                          </p:val>
                                        </p:tav>
                                        <p:tav tm="100000">
                                          <p:val>
                                            <p:strVal val="#ppt_y"/>
                                          </p:val>
                                        </p:tav>
                                      </p:tavLst>
                                    </p:anim>
                                  </p:childTnLst>
                                </p:cTn>
                              </p:par>
                            </p:childTnLst>
                          </p:cTn>
                        </p:par>
                      </p:childTnLst>
                    </p:cTn>
                  </p:par>
                  <p:par>
                    <p:cTn id="44" fill="hold">
                      <p:stCondLst>
                        <p:cond delay="indefinite"/>
                      </p:stCondLst>
                      <p:childTnLst>
                        <p:par>
                          <p:cTn id="45" fill="hold">
                            <p:stCondLst>
                              <p:cond delay="0"/>
                            </p:stCondLst>
                            <p:childTnLst>
                              <p:par>
                                <p:cTn id="46" presetID="42" presetClass="entr" presetSubtype="0" fill="hold" nodeType="clickEffect">
                                  <p:stCondLst>
                                    <p:cond delay="0"/>
                                  </p:stCondLst>
                                  <p:childTnLst>
                                    <p:set>
                                      <p:cBhvr>
                                        <p:cTn id="47" dur="1" fill="hold">
                                          <p:stCondLst>
                                            <p:cond delay="0"/>
                                          </p:stCondLst>
                                        </p:cTn>
                                        <p:tgtEl>
                                          <p:spTgt spid="64"/>
                                        </p:tgtEl>
                                        <p:attrNameLst>
                                          <p:attrName>style.visibility</p:attrName>
                                        </p:attrNameLst>
                                      </p:cBhvr>
                                      <p:to>
                                        <p:strVal val="visible"/>
                                      </p:to>
                                    </p:set>
                                    <p:animEffect transition="in" filter="fade">
                                      <p:cBhvr>
                                        <p:cTn id="48" dur="1000"/>
                                        <p:tgtEl>
                                          <p:spTgt spid="64"/>
                                        </p:tgtEl>
                                      </p:cBhvr>
                                    </p:animEffect>
                                    <p:anim calcmode="lin" valueType="num">
                                      <p:cBhvr>
                                        <p:cTn id="49" dur="1000" fill="hold"/>
                                        <p:tgtEl>
                                          <p:spTgt spid="64"/>
                                        </p:tgtEl>
                                        <p:attrNameLst>
                                          <p:attrName>ppt_x</p:attrName>
                                        </p:attrNameLst>
                                      </p:cBhvr>
                                      <p:tavLst>
                                        <p:tav tm="0">
                                          <p:val>
                                            <p:strVal val="#ppt_x"/>
                                          </p:val>
                                        </p:tav>
                                        <p:tav tm="100000">
                                          <p:val>
                                            <p:strVal val="#ppt_x"/>
                                          </p:val>
                                        </p:tav>
                                      </p:tavLst>
                                    </p:anim>
                                    <p:anim calcmode="lin" valueType="num">
                                      <p:cBhvr>
                                        <p:cTn id="50" dur="1000" fill="hold"/>
                                        <p:tgtEl>
                                          <p:spTgt spid="64"/>
                                        </p:tgtEl>
                                        <p:attrNameLst>
                                          <p:attrName>ppt_y</p:attrName>
                                        </p:attrNameLst>
                                      </p:cBhvr>
                                      <p:tavLst>
                                        <p:tav tm="0">
                                          <p:val>
                                            <p:strVal val="#ppt_y+.1"/>
                                          </p:val>
                                        </p:tav>
                                        <p:tav tm="100000">
                                          <p:val>
                                            <p:strVal val="#ppt_y"/>
                                          </p:val>
                                        </p:tav>
                                      </p:tavLst>
                                    </p:anim>
                                  </p:childTnLst>
                                </p:cTn>
                              </p:par>
                            </p:childTnLst>
                          </p:cTn>
                        </p:par>
                      </p:childTnLst>
                    </p:cTn>
                  </p:par>
                  <p:par>
                    <p:cTn id="51" fill="hold">
                      <p:stCondLst>
                        <p:cond delay="indefinite"/>
                      </p:stCondLst>
                      <p:childTnLst>
                        <p:par>
                          <p:cTn id="52" fill="hold">
                            <p:stCondLst>
                              <p:cond delay="0"/>
                            </p:stCondLst>
                            <p:childTnLst>
                              <p:par>
                                <p:cTn id="53" presetID="42" presetClass="entr" presetSubtype="0" fill="hold" nodeType="clickEffect">
                                  <p:stCondLst>
                                    <p:cond delay="0"/>
                                  </p:stCondLst>
                                  <p:childTnLst>
                                    <p:set>
                                      <p:cBhvr>
                                        <p:cTn id="54" dur="1" fill="hold">
                                          <p:stCondLst>
                                            <p:cond delay="0"/>
                                          </p:stCondLst>
                                        </p:cTn>
                                        <p:tgtEl>
                                          <p:spTgt spid="75"/>
                                        </p:tgtEl>
                                        <p:attrNameLst>
                                          <p:attrName>style.visibility</p:attrName>
                                        </p:attrNameLst>
                                      </p:cBhvr>
                                      <p:to>
                                        <p:strVal val="visible"/>
                                      </p:to>
                                    </p:set>
                                    <p:animEffect transition="in" filter="fade">
                                      <p:cBhvr>
                                        <p:cTn id="55" dur="1000"/>
                                        <p:tgtEl>
                                          <p:spTgt spid="75"/>
                                        </p:tgtEl>
                                      </p:cBhvr>
                                    </p:animEffect>
                                    <p:anim calcmode="lin" valueType="num">
                                      <p:cBhvr>
                                        <p:cTn id="56" dur="1000" fill="hold"/>
                                        <p:tgtEl>
                                          <p:spTgt spid="75"/>
                                        </p:tgtEl>
                                        <p:attrNameLst>
                                          <p:attrName>ppt_x</p:attrName>
                                        </p:attrNameLst>
                                      </p:cBhvr>
                                      <p:tavLst>
                                        <p:tav tm="0">
                                          <p:val>
                                            <p:strVal val="#ppt_x"/>
                                          </p:val>
                                        </p:tav>
                                        <p:tav tm="100000">
                                          <p:val>
                                            <p:strVal val="#ppt_x"/>
                                          </p:val>
                                        </p:tav>
                                      </p:tavLst>
                                    </p:anim>
                                    <p:anim calcmode="lin" valueType="num">
                                      <p:cBhvr>
                                        <p:cTn id="57" dur="1000" fill="hold"/>
                                        <p:tgtEl>
                                          <p:spTgt spid="75"/>
                                        </p:tgtEl>
                                        <p:attrNameLst>
                                          <p:attrName>ppt_y</p:attrName>
                                        </p:attrNameLst>
                                      </p:cBhvr>
                                      <p:tavLst>
                                        <p:tav tm="0">
                                          <p:val>
                                            <p:strVal val="#ppt_y+.1"/>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9" grpId="0" animBg="1"/>
      <p:bldP spid="10" grpId="0"/>
    </p:bldLst>
  </p:timing>
</p:sld>
</file>

<file path=ppt/slides/slide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4" name="组合 3">
            <a:extLst>
              <a:ext uri="{FF2B5EF4-FFF2-40B4-BE49-F238E27FC236}">
                <a16:creationId xmlns:a16="http://schemas.microsoft.com/office/drawing/2014/main" id="{9A1EA9F2-FCB6-48C3-935F-7AE7E3AD14AC}"/>
              </a:ext>
            </a:extLst>
          </p:cNvPr>
          <p:cNvGrpSpPr/>
          <p:nvPr/>
        </p:nvGrpSpPr>
        <p:grpSpPr>
          <a:xfrm>
            <a:off x="304799" y="749300"/>
            <a:ext cx="6266993" cy="400110"/>
            <a:chOff x="424116" y="898245"/>
            <a:chExt cx="6266993" cy="400110"/>
          </a:xfrm>
        </p:grpSpPr>
        <p:sp>
          <p:nvSpPr>
            <p:cNvPr id="2" name="平行四边形 1">
              <a:extLst>
                <a:ext uri="{FF2B5EF4-FFF2-40B4-BE49-F238E27FC236}">
                  <a16:creationId xmlns:a16="http://schemas.microsoft.com/office/drawing/2014/main" id="{1F5BAA3F-9845-4F89-A2DD-8222D3E4EDAC}"/>
                </a:ext>
              </a:extLst>
            </p:cNvPr>
            <p:cNvSpPr/>
            <p:nvPr/>
          </p:nvSpPr>
          <p:spPr>
            <a:xfrm>
              <a:off x="424116" y="898245"/>
              <a:ext cx="712237" cy="387090"/>
            </a:xfrm>
            <a:prstGeom prst="parallelogram">
              <a:avLst/>
            </a:prstGeom>
            <a:solidFill>
              <a:schemeClr val="accent3">
                <a:lumMod val="75000"/>
              </a:schemeClr>
            </a:solidFill>
            <a:ln>
              <a:solidFill>
                <a:schemeClr val="accent3">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CN" sz="2200" dirty="0">
                  <a:latin typeface="Impact" panose="020B0806030902050204" pitchFamily="34" charset="0"/>
                </a:rPr>
                <a:t>02</a:t>
              </a:r>
              <a:endParaRPr lang="zh-CN" altLang="en-US" sz="2200" dirty="0">
                <a:latin typeface="Impact" panose="020B0806030902050204" pitchFamily="34" charset="0"/>
              </a:endParaRPr>
            </a:p>
          </p:txBody>
        </p:sp>
        <p:sp>
          <p:nvSpPr>
            <p:cNvPr id="3" name="文本框 2">
              <a:extLst>
                <a:ext uri="{FF2B5EF4-FFF2-40B4-BE49-F238E27FC236}">
                  <a16:creationId xmlns:a16="http://schemas.microsoft.com/office/drawing/2014/main" id="{4D6BD736-A4D3-4F26-AFED-36E11F50F70B}"/>
                </a:ext>
              </a:extLst>
            </p:cNvPr>
            <p:cNvSpPr txBox="1"/>
            <p:nvPr/>
          </p:nvSpPr>
          <p:spPr>
            <a:xfrm>
              <a:off x="1127071" y="898245"/>
              <a:ext cx="5564038" cy="400110"/>
            </a:xfrm>
            <a:prstGeom prst="rect">
              <a:avLst/>
            </a:prstGeom>
            <a:noFill/>
          </p:spPr>
          <p:txBody>
            <a:bodyPr wrap="square" rtlCol="0">
              <a:spAutoFit/>
            </a:bodyPr>
            <a:lstStyle/>
            <a:p>
              <a:r>
                <a:rPr lang="zh-CN" altLang="en-US" sz="2000" b="1" dirty="0"/>
                <a:t>链路、数据链路和帧</a:t>
              </a:r>
            </a:p>
          </p:txBody>
        </p:sp>
      </p:grpSp>
      <p:grpSp>
        <p:nvGrpSpPr>
          <p:cNvPr id="11" name="组合 10">
            <a:extLst>
              <a:ext uri="{FF2B5EF4-FFF2-40B4-BE49-F238E27FC236}">
                <a16:creationId xmlns:a16="http://schemas.microsoft.com/office/drawing/2014/main" id="{261B00D4-FD71-470D-B164-B1E319A5BFEC}"/>
              </a:ext>
            </a:extLst>
          </p:cNvPr>
          <p:cNvGrpSpPr/>
          <p:nvPr/>
        </p:nvGrpSpPr>
        <p:grpSpPr>
          <a:xfrm>
            <a:off x="434496" y="3450998"/>
            <a:ext cx="11327717" cy="1140097"/>
            <a:chOff x="601699" y="1646568"/>
            <a:chExt cx="11327717" cy="1140097"/>
          </a:xfrm>
        </p:grpSpPr>
        <p:cxnSp>
          <p:nvCxnSpPr>
            <p:cNvPr id="12" name="直接连接符 11">
              <a:extLst>
                <a:ext uri="{FF2B5EF4-FFF2-40B4-BE49-F238E27FC236}">
                  <a16:creationId xmlns:a16="http://schemas.microsoft.com/office/drawing/2014/main" id="{3C9373DD-9919-4CEA-B3FD-61F3835CA9AF}"/>
                </a:ext>
              </a:extLst>
            </p:cNvPr>
            <p:cNvCxnSpPr>
              <a:cxnSpLocks/>
            </p:cNvCxnSpPr>
            <p:nvPr/>
          </p:nvCxnSpPr>
          <p:spPr>
            <a:xfrm>
              <a:off x="1116604" y="2429705"/>
              <a:ext cx="10027235"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pic>
          <p:nvPicPr>
            <p:cNvPr id="13" name="图形 12">
              <a:extLst>
                <a:ext uri="{FF2B5EF4-FFF2-40B4-BE49-F238E27FC236}">
                  <a16:creationId xmlns:a16="http://schemas.microsoft.com/office/drawing/2014/main" id="{645ECC76-9A09-4809-86B3-367AA80BE205}"/>
                </a:ext>
              </a:extLst>
            </p:cNvPr>
            <p:cNvPicPr>
              <a:picLocks noChangeAspect="1"/>
            </p:cNvPicPr>
            <p:nvPr/>
          </p:nvPicPr>
          <p:blipFill>
            <a:blip r:embed="rId3">
              <a:extLst>
                <a:ext uri="{28A0092B-C50C-407E-A947-70E740481C1C}">
                  <a14:useLocalDpi xmlns:a14="http://schemas.microsoft.com/office/drawing/2010/main" val="0"/>
                </a:ext>
                <a:ext uri="{96DAC541-7B7A-43D3-8B79-37D633B846F1}">
                  <asvg:svgBlip xmlns:asvg="http://schemas.microsoft.com/office/drawing/2016/SVG/main" r:embed="rId4"/>
                </a:ext>
              </a:extLst>
            </a:blip>
            <a:stretch>
              <a:fillRect/>
            </a:stretch>
          </p:blipFill>
          <p:spPr>
            <a:xfrm>
              <a:off x="601699" y="1998460"/>
              <a:ext cx="662814" cy="641082"/>
            </a:xfrm>
            <a:prstGeom prst="rect">
              <a:avLst/>
            </a:prstGeom>
          </p:spPr>
        </p:pic>
        <p:pic>
          <p:nvPicPr>
            <p:cNvPr id="14" name="图形 13">
              <a:extLst>
                <a:ext uri="{FF2B5EF4-FFF2-40B4-BE49-F238E27FC236}">
                  <a16:creationId xmlns:a16="http://schemas.microsoft.com/office/drawing/2014/main" id="{50800F77-A565-4278-B007-347142D91451}"/>
                </a:ext>
              </a:extLst>
            </p:cNvPr>
            <p:cNvPicPr>
              <a:picLocks noChangeAspect="1"/>
            </p:cNvPicPr>
            <p:nvPr/>
          </p:nvPicPr>
          <p:blipFill>
            <a:blip r:embed="rId5">
              <a:extLst>
                <a:ext uri="{28A0092B-C50C-407E-A947-70E740481C1C}">
                  <a14:useLocalDpi xmlns:a14="http://schemas.microsoft.com/office/drawing/2010/main" val="0"/>
                </a:ext>
                <a:ext uri="{96DAC541-7B7A-43D3-8B79-37D633B846F1}">
                  <asvg:svgBlip xmlns:asvg="http://schemas.microsoft.com/office/drawing/2016/SVG/main" r:embed="rId6"/>
                </a:ext>
              </a:extLst>
            </a:blip>
            <a:stretch>
              <a:fillRect/>
            </a:stretch>
          </p:blipFill>
          <p:spPr>
            <a:xfrm>
              <a:off x="11075396" y="1998460"/>
              <a:ext cx="501772" cy="658576"/>
            </a:xfrm>
            <a:prstGeom prst="rect">
              <a:avLst/>
            </a:prstGeom>
          </p:spPr>
        </p:pic>
        <p:pic>
          <p:nvPicPr>
            <p:cNvPr id="15" name="图形 14">
              <a:extLst>
                <a:ext uri="{FF2B5EF4-FFF2-40B4-BE49-F238E27FC236}">
                  <a16:creationId xmlns:a16="http://schemas.microsoft.com/office/drawing/2014/main" id="{D822F8E3-A37A-4560-87B9-92CF16A65BFE}"/>
                </a:ext>
              </a:extLst>
            </p:cNvPr>
            <p:cNvPicPr>
              <a:picLocks noChangeAspect="1"/>
            </p:cNvPicPr>
            <p:nvPr/>
          </p:nvPicPr>
          <p:blipFill>
            <a:blip r:embed="rId7">
              <a:extLst>
                <a:ext uri="{28A0092B-C50C-407E-A947-70E740481C1C}">
                  <a14:useLocalDpi xmlns:a14="http://schemas.microsoft.com/office/drawing/2010/main" val="0"/>
                </a:ext>
                <a:ext uri="{96DAC541-7B7A-43D3-8B79-37D633B846F1}">
                  <asvg:svgBlip xmlns:asvg="http://schemas.microsoft.com/office/drawing/2016/SVG/main" r:embed="rId8"/>
                </a:ext>
              </a:extLst>
            </a:blip>
            <a:stretch>
              <a:fillRect/>
            </a:stretch>
          </p:blipFill>
          <p:spPr>
            <a:xfrm>
              <a:off x="4062028" y="2171420"/>
              <a:ext cx="638116" cy="516570"/>
            </a:xfrm>
            <a:prstGeom prst="rect">
              <a:avLst/>
            </a:prstGeom>
          </p:spPr>
        </p:pic>
        <p:pic>
          <p:nvPicPr>
            <p:cNvPr id="16" name="图形 15">
              <a:extLst>
                <a:ext uri="{FF2B5EF4-FFF2-40B4-BE49-F238E27FC236}">
                  <a16:creationId xmlns:a16="http://schemas.microsoft.com/office/drawing/2014/main" id="{D124490C-0DDD-4758-98BD-594731E995CB}"/>
                </a:ext>
              </a:extLst>
            </p:cNvPr>
            <p:cNvPicPr>
              <a:picLocks noChangeAspect="1"/>
            </p:cNvPicPr>
            <p:nvPr/>
          </p:nvPicPr>
          <p:blipFill>
            <a:blip r:embed="rId7">
              <a:extLst>
                <a:ext uri="{28A0092B-C50C-407E-A947-70E740481C1C}">
                  <a14:useLocalDpi xmlns:a14="http://schemas.microsoft.com/office/drawing/2010/main" val="0"/>
                </a:ext>
                <a:ext uri="{96DAC541-7B7A-43D3-8B79-37D633B846F1}">
                  <asvg:svgBlip xmlns:asvg="http://schemas.microsoft.com/office/drawing/2016/SVG/main" r:embed="rId8"/>
                </a:ext>
              </a:extLst>
            </a:blip>
            <a:stretch>
              <a:fillRect/>
            </a:stretch>
          </p:blipFill>
          <p:spPr>
            <a:xfrm>
              <a:off x="7497660" y="2171420"/>
              <a:ext cx="638116" cy="516570"/>
            </a:xfrm>
            <a:prstGeom prst="rect">
              <a:avLst/>
            </a:prstGeom>
          </p:spPr>
        </p:pic>
        <p:grpSp>
          <p:nvGrpSpPr>
            <p:cNvPr id="17" name="组合 16">
              <a:extLst>
                <a:ext uri="{FF2B5EF4-FFF2-40B4-BE49-F238E27FC236}">
                  <a16:creationId xmlns:a16="http://schemas.microsoft.com/office/drawing/2014/main" id="{9E5A7173-4250-49B7-A8DF-29F0473BA1BB}"/>
                </a:ext>
              </a:extLst>
            </p:cNvPr>
            <p:cNvGrpSpPr/>
            <p:nvPr/>
          </p:nvGrpSpPr>
          <p:grpSpPr>
            <a:xfrm>
              <a:off x="2154969" y="2044381"/>
              <a:ext cx="1016602" cy="742284"/>
              <a:chOff x="2154969" y="1945707"/>
              <a:chExt cx="1016602" cy="742284"/>
            </a:xfrm>
          </p:grpSpPr>
          <p:sp>
            <p:nvSpPr>
              <p:cNvPr id="28" name="云形 27">
                <a:extLst>
                  <a:ext uri="{FF2B5EF4-FFF2-40B4-BE49-F238E27FC236}">
                    <a16:creationId xmlns:a16="http://schemas.microsoft.com/office/drawing/2014/main" id="{D4C7F153-54CF-48DE-980D-9D03D7C0C3BF}"/>
                  </a:ext>
                </a:extLst>
              </p:cNvPr>
              <p:cNvSpPr/>
              <p:nvPr/>
            </p:nvSpPr>
            <p:spPr>
              <a:xfrm>
                <a:off x="2154970" y="1945707"/>
                <a:ext cx="1016601" cy="742284"/>
              </a:xfrm>
              <a:prstGeom prst="cloud">
                <a:avLst/>
              </a:prstGeom>
              <a:solidFill>
                <a:schemeClr val="bg1">
                  <a:lumMod val="85000"/>
                </a:schemeClr>
              </a:solidFill>
              <a:ln>
                <a:solidFill>
                  <a:schemeClr val="bg1">
                    <a:lumMod val="85000"/>
                  </a:schemeClr>
                </a:solidFill>
              </a:ln>
            </p:spPr>
            <p:style>
              <a:lnRef idx="2">
                <a:schemeClr val="accent3">
                  <a:shade val="50000"/>
                </a:schemeClr>
              </a:lnRef>
              <a:fillRef idx="1">
                <a:schemeClr val="accent3"/>
              </a:fillRef>
              <a:effectRef idx="0">
                <a:schemeClr val="accent3"/>
              </a:effectRef>
              <a:fontRef idx="minor">
                <a:schemeClr val="lt1"/>
              </a:fontRef>
            </p:style>
            <p:txBody>
              <a:bodyPr rtlCol="0" anchor="ctr"/>
              <a:lstStyle/>
              <a:p>
                <a:pPr algn="ctr"/>
                <a:endParaRPr lang="zh-CN" altLang="en-US" b="1" dirty="0">
                  <a:solidFill>
                    <a:schemeClr val="tx1"/>
                  </a:solidFill>
                  <a:latin typeface="宋体" panose="02010600030101010101" pitchFamily="2" charset="-122"/>
                  <a:ea typeface="宋体" panose="02010600030101010101" pitchFamily="2" charset="-122"/>
                </a:endParaRPr>
              </a:p>
            </p:txBody>
          </p:sp>
          <p:sp>
            <p:nvSpPr>
              <p:cNvPr id="29" name="文本框 28">
                <a:extLst>
                  <a:ext uri="{FF2B5EF4-FFF2-40B4-BE49-F238E27FC236}">
                    <a16:creationId xmlns:a16="http://schemas.microsoft.com/office/drawing/2014/main" id="{57589387-BBDE-4478-B776-FAA2AEEF14A3}"/>
                  </a:ext>
                </a:extLst>
              </p:cNvPr>
              <p:cNvSpPr txBox="1"/>
              <p:nvPr/>
            </p:nvSpPr>
            <p:spPr>
              <a:xfrm>
                <a:off x="2154969" y="2125588"/>
                <a:ext cx="1016601" cy="369332"/>
              </a:xfrm>
              <a:prstGeom prst="rect">
                <a:avLst/>
              </a:prstGeom>
              <a:noFill/>
            </p:spPr>
            <p:txBody>
              <a:bodyPr wrap="square" rtlCol="0">
                <a:spAutoFit/>
              </a:bodyPr>
              <a:lstStyle/>
              <a:p>
                <a:pPr algn="ctr"/>
                <a:r>
                  <a:rPr lang="zh-CN" altLang="en-US" b="1" dirty="0">
                    <a:latin typeface="Arial Narrow" panose="020B0606020202030204" pitchFamily="34" charset="0"/>
                  </a:rPr>
                  <a:t>局域网</a:t>
                </a:r>
                <a:r>
                  <a:rPr lang="en-US" altLang="zh-CN" b="1" dirty="0">
                    <a:latin typeface="Arial Narrow" panose="020B0606020202030204" pitchFamily="34" charset="0"/>
                  </a:rPr>
                  <a:t>1</a:t>
                </a:r>
                <a:endParaRPr lang="zh-CN" altLang="en-US" b="1" dirty="0">
                  <a:latin typeface="Arial Narrow" panose="020B0606020202030204" pitchFamily="34" charset="0"/>
                </a:endParaRPr>
              </a:p>
            </p:txBody>
          </p:sp>
        </p:grpSp>
        <p:grpSp>
          <p:nvGrpSpPr>
            <p:cNvPr id="18" name="组合 17">
              <a:extLst>
                <a:ext uri="{FF2B5EF4-FFF2-40B4-BE49-F238E27FC236}">
                  <a16:creationId xmlns:a16="http://schemas.microsoft.com/office/drawing/2014/main" id="{A870ECA5-E7B4-4635-8AA7-86286F7ED3BC}"/>
                </a:ext>
              </a:extLst>
            </p:cNvPr>
            <p:cNvGrpSpPr/>
            <p:nvPr/>
          </p:nvGrpSpPr>
          <p:grpSpPr>
            <a:xfrm>
              <a:off x="9026232" y="2044381"/>
              <a:ext cx="1016603" cy="742284"/>
              <a:chOff x="9026232" y="1945707"/>
              <a:chExt cx="1016603" cy="742284"/>
            </a:xfrm>
          </p:grpSpPr>
          <p:sp>
            <p:nvSpPr>
              <p:cNvPr id="26" name="云形 25">
                <a:extLst>
                  <a:ext uri="{FF2B5EF4-FFF2-40B4-BE49-F238E27FC236}">
                    <a16:creationId xmlns:a16="http://schemas.microsoft.com/office/drawing/2014/main" id="{7A5C3B86-E536-42AC-AB54-0B3681E9A932}"/>
                  </a:ext>
                </a:extLst>
              </p:cNvPr>
              <p:cNvSpPr/>
              <p:nvPr/>
            </p:nvSpPr>
            <p:spPr>
              <a:xfrm>
                <a:off x="9026234" y="1945707"/>
                <a:ext cx="1016601" cy="742284"/>
              </a:xfrm>
              <a:prstGeom prst="cloud">
                <a:avLst/>
              </a:prstGeom>
              <a:solidFill>
                <a:schemeClr val="bg1">
                  <a:lumMod val="85000"/>
                </a:schemeClr>
              </a:solidFill>
              <a:ln>
                <a:solidFill>
                  <a:schemeClr val="bg1">
                    <a:lumMod val="85000"/>
                  </a:schemeClr>
                </a:solidFill>
              </a:ln>
            </p:spPr>
            <p:style>
              <a:lnRef idx="2">
                <a:schemeClr val="accent3">
                  <a:shade val="50000"/>
                </a:schemeClr>
              </a:lnRef>
              <a:fillRef idx="1">
                <a:schemeClr val="accent3"/>
              </a:fillRef>
              <a:effectRef idx="0">
                <a:schemeClr val="accent3"/>
              </a:effectRef>
              <a:fontRef idx="minor">
                <a:schemeClr val="lt1"/>
              </a:fontRef>
            </p:style>
            <p:txBody>
              <a:bodyPr rtlCol="0" anchor="ctr"/>
              <a:lstStyle/>
              <a:p>
                <a:pPr algn="ctr"/>
                <a:endParaRPr lang="zh-CN" altLang="en-US" b="1" dirty="0">
                  <a:solidFill>
                    <a:schemeClr val="tx1"/>
                  </a:solidFill>
                  <a:latin typeface="宋体" panose="02010600030101010101" pitchFamily="2" charset="-122"/>
                  <a:ea typeface="宋体" panose="02010600030101010101" pitchFamily="2" charset="-122"/>
                </a:endParaRPr>
              </a:p>
            </p:txBody>
          </p:sp>
          <p:sp>
            <p:nvSpPr>
              <p:cNvPr id="27" name="文本框 26">
                <a:extLst>
                  <a:ext uri="{FF2B5EF4-FFF2-40B4-BE49-F238E27FC236}">
                    <a16:creationId xmlns:a16="http://schemas.microsoft.com/office/drawing/2014/main" id="{F5344221-72F2-4D5C-9BFD-3C05DCBFB471}"/>
                  </a:ext>
                </a:extLst>
              </p:cNvPr>
              <p:cNvSpPr txBox="1"/>
              <p:nvPr/>
            </p:nvSpPr>
            <p:spPr>
              <a:xfrm>
                <a:off x="9026232" y="2125588"/>
                <a:ext cx="1016601" cy="369332"/>
              </a:xfrm>
              <a:prstGeom prst="rect">
                <a:avLst/>
              </a:prstGeom>
              <a:noFill/>
            </p:spPr>
            <p:txBody>
              <a:bodyPr wrap="square" rtlCol="0">
                <a:spAutoFit/>
              </a:bodyPr>
              <a:lstStyle/>
              <a:p>
                <a:pPr algn="ctr"/>
                <a:r>
                  <a:rPr lang="zh-CN" altLang="en-US" b="1" dirty="0">
                    <a:latin typeface="Arial Narrow" panose="020B0606020202030204" pitchFamily="34" charset="0"/>
                  </a:rPr>
                  <a:t>局域网</a:t>
                </a:r>
                <a:r>
                  <a:rPr lang="en-US" altLang="zh-CN" b="1" dirty="0">
                    <a:latin typeface="Arial Narrow" panose="020B0606020202030204" pitchFamily="34" charset="0"/>
                  </a:rPr>
                  <a:t>2</a:t>
                </a:r>
                <a:endParaRPr lang="zh-CN" altLang="en-US" b="1" dirty="0">
                  <a:latin typeface="Arial Narrow" panose="020B0606020202030204" pitchFamily="34" charset="0"/>
                </a:endParaRPr>
              </a:p>
            </p:txBody>
          </p:sp>
        </p:grpSp>
        <p:sp>
          <p:nvSpPr>
            <p:cNvPr id="24" name="云形 23">
              <a:extLst>
                <a:ext uri="{FF2B5EF4-FFF2-40B4-BE49-F238E27FC236}">
                  <a16:creationId xmlns:a16="http://schemas.microsoft.com/office/drawing/2014/main" id="{5786815F-BA68-436C-923C-65891195907A}"/>
                </a:ext>
              </a:extLst>
            </p:cNvPr>
            <p:cNvSpPr/>
            <p:nvPr/>
          </p:nvSpPr>
          <p:spPr>
            <a:xfrm>
              <a:off x="5590601" y="2044381"/>
              <a:ext cx="1016601" cy="742284"/>
            </a:xfrm>
            <a:prstGeom prst="cloud">
              <a:avLst/>
            </a:prstGeom>
            <a:solidFill>
              <a:schemeClr val="bg1">
                <a:lumMod val="85000"/>
              </a:schemeClr>
            </a:solidFill>
            <a:ln>
              <a:solidFill>
                <a:schemeClr val="bg1">
                  <a:lumMod val="85000"/>
                </a:schemeClr>
              </a:solidFill>
            </a:ln>
          </p:spPr>
          <p:style>
            <a:lnRef idx="2">
              <a:schemeClr val="accent3">
                <a:shade val="50000"/>
              </a:schemeClr>
            </a:lnRef>
            <a:fillRef idx="1">
              <a:schemeClr val="accent3"/>
            </a:fillRef>
            <a:effectRef idx="0">
              <a:schemeClr val="accent3"/>
            </a:effectRef>
            <a:fontRef idx="minor">
              <a:schemeClr val="lt1"/>
            </a:fontRef>
          </p:style>
          <p:txBody>
            <a:bodyPr rtlCol="0" anchor="ctr"/>
            <a:lstStyle/>
            <a:p>
              <a:pPr algn="ctr"/>
              <a:endParaRPr lang="zh-CN" altLang="en-US" b="1" dirty="0">
                <a:solidFill>
                  <a:schemeClr val="tx1"/>
                </a:solidFill>
                <a:latin typeface="宋体" panose="02010600030101010101" pitchFamily="2" charset="-122"/>
                <a:ea typeface="宋体" panose="02010600030101010101" pitchFamily="2" charset="-122"/>
              </a:endParaRPr>
            </a:p>
          </p:txBody>
        </p:sp>
        <p:sp>
          <p:nvSpPr>
            <p:cNvPr id="20" name="文本框 19">
              <a:extLst>
                <a:ext uri="{FF2B5EF4-FFF2-40B4-BE49-F238E27FC236}">
                  <a16:creationId xmlns:a16="http://schemas.microsoft.com/office/drawing/2014/main" id="{43B345C2-A807-4A47-9C38-534913F0F517}"/>
                </a:ext>
              </a:extLst>
            </p:cNvPr>
            <p:cNvSpPr txBox="1"/>
            <p:nvPr/>
          </p:nvSpPr>
          <p:spPr>
            <a:xfrm>
              <a:off x="601699" y="1646568"/>
              <a:ext cx="1016601" cy="369332"/>
            </a:xfrm>
            <a:prstGeom prst="rect">
              <a:avLst/>
            </a:prstGeom>
            <a:noFill/>
          </p:spPr>
          <p:txBody>
            <a:bodyPr wrap="square" rtlCol="0">
              <a:spAutoFit/>
            </a:bodyPr>
            <a:lstStyle/>
            <a:p>
              <a:pPr algn="ctr"/>
              <a:r>
                <a:rPr lang="zh-CN" altLang="en-US" b="1" dirty="0">
                  <a:latin typeface="Arial Narrow" panose="020B0606020202030204" pitchFamily="34" charset="0"/>
                </a:rPr>
                <a:t>主机</a:t>
              </a:r>
              <a:r>
                <a:rPr lang="en-US" altLang="zh-CN" b="1" dirty="0">
                  <a:latin typeface="Arial Narrow" panose="020B0606020202030204" pitchFamily="34" charset="0"/>
                </a:rPr>
                <a:t>H1</a:t>
              </a:r>
              <a:endParaRPr lang="zh-CN" altLang="en-US" b="1" dirty="0">
                <a:latin typeface="Arial Narrow" panose="020B0606020202030204" pitchFamily="34" charset="0"/>
              </a:endParaRPr>
            </a:p>
          </p:txBody>
        </p:sp>
        <p:sp>
          <p:nvSpPr>
            <p:cNvPr id="21" name="文本框 20">
              <a:extLst>
                <a:ext uri="{FF2B5EF4-FFF2-40B4-BE49-F238E27FC236}">
                  <a16:creationId xmlns:a16="http://schemas.microsoft.com/office/drawing/2014/main" id="{03FF34E1-3C57-4DB0-A8F2-57E3C17D72D9}"/>
                </a:ext>
              </a:extLst>
            </p:cNvPr>
            <p:cNvSpPr txBox="1"/>
            <p:nvPr/>
          </p:nvSpPr>
          <p:spPr>
            <a:xfrm>
              <a:off x="3777951" y="1646568"/>
              <a:ext cx="1206269" cy="369332"/>
            </a:xfrm>
            <a:prstGeom prst="rect">
              <a:avLst/>
            </a:prstGeom>
            <a:noFill/>
          </p:spPr>
          <p:txBody>
            <a:bodyPr wrap="square" rtlCol="0">
              <a:spAutoFit/>
            </a:bodyPr>
            <a:lstStyle/>
            <a:p>
              <a:pPr algn="ctr"/>
              <a:r>
                <a:rPr lang="zh-CN" altLang="en-US" b="1" dirty="0">
                  <a:latin typeface="Arial Narrow" panose="020B0606020202030204" pitchFamily="34" charset="0"/>
                </a:rPr>
                <a:t>路由器</a:t>
              </a:r>
              <a:r>
                <a:rPr lang="en-US" altLang="zh-CN" b="1" dirty="0">
                  <a:latin typeface="Arial Narrow" panose="020B0606020202030204" pitchFamily="34" charset="0"/>
                </a:rPr>
                <a:t>R1</a:t>
              </a:r>
              <a:endParaRPr lang="zh-CN" altLang="en-US" b="1" dirty="0">
                <a:latin typeface="Arial Narrow" panose="020B0606020202030204" pitchFamily="34" charset="0"/>
              </a:endParaRPr>
            </a:p>
          </p:txBody>
        </p:sp>
        <p:sp>
          <p:nvSpPr>
            <p:cNvPr id="22" name="文本框 21">
              <a:extLst>
                <a:ext uri="{FF2B5EF4-FFF2-40B4-BE49-F238E27FC236}">
                  <a16:creationId xmlns:a16="http://schemas.microsoft.com/office/drawing/2014/main" id="{E580B1C4-D08C-4A7A-A4DF-8A75E3E6C7E4}"/>
                </a:ext>
              </a:extLst>
            </p:cNvPr>
            <p:cNvSpPr txBox="1"/>
            <p:nvPr/>
          </p:nvSpPr>
          <p:spPr>
            <a:xfrm>
              <a:off x="7213583" y="1646568"/>
              <a:ext cx="1206269" cy="369332"/>
            </a:xfrm>
            <a:prstGeom prst="rect">
              <a:avLst/>
            </a:prstGeom>
            <a:noFill/>
          </p:spPr>
          <p:txBody>
            <a:bodyPr wrap="square" rtlCol="0">
              <a:spAutoFit/>
            </a:bodyPr>
            <a:lstStyle/>
            <a:p>
              <a:pPr algn="ctr"/>
              <a:r>
                <a:rPr lang="zh-CN" altLang="en-US" b="1" dirty="0">
                  <a:latin typeface="Arial Narrow" panose="020B0606020202030204" pitchFamily="34" charset="0"/>
                </a:rPr>
                <a:t>路由器</a:t>
              </a:r>
              <a:r>
                <a:rPr lang="en-US" altLang="zh-CN" b="1" dirty="0">
                  <a:latin typeface="Arial Narrow" panose="020B0606020202030204" pitchFamily="34" charset="0"/>
                </a:rPr>
                <a:t>R2</a:t>
              </a:r>
              <a:endParaRPr lang="zh-CN" altLang="en-US" b="1" dirty="0">
                <a:latin typeface="Arial Narrow" panose="020B0606020202030204" pitchFamily="34" charset="0"/>
              </a:endParaRPr>
            </a:p>
          </p:txBody>
        </p:sp>
        <p:sp>
          <p:nvSpPr>
            <p:cNvPr id="23" name="文本框 22">
              <a:extLst>
                <a:ext uri="{FF2B5EF4-FFF2-40B4-BE49-F238E27FC236}">
                  <a16:creationId xmlns:a16="http://schemas.microsoft.com/office/drawing/2014/main" id="{BED58283-7CCE-4765-B66D-D401C7668434}"/>
                </a:ext>
              </a:extLst>
            </p:cNvPr>
            <p:cNvSpPr txBox="1"/>
            <p:nvPr/>
          </p:nvSpPr>
          <p:spPr>
            <a:xfrm>
              <a:off x="10723147" y="1646568"/>
              <a:ext cx="1206269" cy="369332"/>
            </a:xfrm>
            <a:prstGeom prst="rect">
              <a:avLst/>
            </a:prstGeom>
            <a:noFill/>
          </p:spPr>
          <p:txBody>
            <a:bodyPr wrap="square" rtlCol="0">
              <a:spAutoFit/>
            </a:bodyPr>
            <a:lstStyle/>
            <a:p>
              <a:pPr algn="ctr"/>
              <a:r>
                <a:rPr lang="zh-CN" altLang="en-US" b="1" dirty="0">
                  <a:latin typeface="Arial Narrow" panose="020B0606020202030204" pitchFamily="34" charset="0"/>
                </a:rPr>
                <a:t>主机</a:t>
              </a:r>
              <a:r>
                <a:rPr lang="en-US" altLang="zh-CN" b="1" dirty="0">
                  <a:latin typeface="Arial Narrow" panose="020B0606020202030204" pitchFamily="34" charset="0"/>
                </a:rPr>
                <a:t>H2</a:t>
              </a:r>
              <a:endParaRPr lang="zh-CN" altLang="en-US" b="1" dirty="0">
                <a:latin typeface="Arial Narrow" panose="020B0606020202030204" pitchFamily="34" charset="0"/>
              </a:endParaRPr>
            </a:p>
          </p:txBody>
        </p:sp>
      </p:grpSp>
      <p:grpSp>
        <p:nvGrpSpPr>
          <p:cNvPr id="66" name="组合 65">
            <a:extLst>
              <a:ext uri="{FF2B5EF4-FFF2-40B4-BE49-F238E27FC236}">
                <a16:creationId xmlns:a16="http://schemas.microsoft.com/office/drawing/2014/main" id="{20E990F5-BF64-43F8-940A-DFD574ABBF12}"/>
              </a:ext>
            </a:extLst>
          </p:cNvPr>
          <p:cNvGrpSpPr/>
          <p:nvPr/>
        </p:nvGrpSpPr>
        <p:grpSpPr>
          <a:xfrm>
            <a:off x="1029854" y="4234135"/>
            <a:ext cx="2870837" cy="1056148"/>
            <a:chOff x="1029854" y="4063107"/>
            <a:chExt cx="2870837" cy="1056148"/>
          </a:xfrm>
        </p:grpSpPr>
        <p:cxnSp>
          <p:nvCxnSpPr>
            <p:cNvPr id="8" name="直接连接符 7">
              <a:extLst>
                <a:ext uri="{FF2B5EF4-FFF2-40B4-BE49-F238E27FC236}">
                  <a16:creationId xmlns:a16="http://schemas.microsoft.com/office/drawing/2014/main" id="{4A6AE433-3A3C-4D5E-9B74-B17FF377A191}"/>
                </a:ext>
              </a:extLst>
            </p:cNvPr>
            <p:cNvCxnSpPr>
              <a:cxnSpLocks/>
            </p:cNvCxnSpPr>
            <p:nvPr/>
          </p:nvCxnSpPr>
          <p:spPr>
            <a:xfrm>
              <a:off x="1029854" y="4063107"/>
              <a:ext cx="0" cy="1056148"/>
            </a:xfrm>
            <a:prstGeom prst="line">
              <a:avLst/>
            </a:prstGeom>
            <a:ln w="12700">
              <a:solidFill>
                <a:schemeClr val="tx1"/>
              </a:solidFill>
              <a:prstDash val="dash"/>
            </a:ln>
          </p:spPr>
          <p:style>
            <a:lnRef idx="1">
              <a:schemeClr val="accent1"/>
            </a:lnRef>
            <a:fillRef idx="0">
              <a:schemeClr val="accent1"/>
            </a:fillRef>
            <a:effectRef idx="0">
              <a:schemeClr val="accent1"/>
            </a:effectRef>
            <a:fontRef idx="minor">
              <a:schemeClr val="tx1"/>
            </a:fontRef>
          </p:style>
        </p:cxnSp>
        <p:cxnSp>
          <p:nvCxnSpPr>
            <p:cNvPr id="47" name="直接箭头连接符 46">
              <a:extLst>
                <a:ext uri="{FF2B5EF4-FFF2-40B4-BE49-F238E27FC236}">
                  <a16:creationId xmlns:a16="http://schemas.microsoft.com/office/drawing/2014/main" id="{4F4EFAC4-075C-444C-968F-62E3EE13256E}"/>
                </a:ext>
              </a:extLst>
            </p:cNvPr>
            <p:cNvCxnSpPr>
              <a:cxnSpLocks/>
            </p:cNvCxnSpPr>
            <p:nvPr/>
          </p:nvCxnSpPr>
          <p:spPr>
            <a:xfrm>
              <a:off x="1041639" y="4830958"/>
              <a:ext cx="2859052" cy="0"/>
            </a:xfrm>
            <a:prstGeom prst="straightConnector1">
              <a:avLst/>
            </a:prstGeom>
            <a:ln w="25400">
              <a:solidFill>
                <a:schemeClr val="tx1"/>
              </a:solidFill>
              <a:headEnd type="triangle"/>
              <a:tailEnd type="triangle"/>
            </a:ln>
          </p:spPr>
          <p:style>
            <a:lnRef idx="1">
              <a:schemeClr val="accent1"/>
            </a:lnRef>
            <a:fillRef idx="0">
              <a:schemeClr val="accent1"/>
            </a:fillRef>
            <a:effectRef idx="0">
              <a:schemeClr val="accent1"/>
            </a:effectRef>
            <a:fontRef idx="minor">
              <a:schemeClr val="tx1"/>
            </a:fontRef>
          </p:style>
        </p:cxnSp>
        <p:sp>
          <p:nvSpPr>
            <p:cNvPr id="36" name="文本框 35">
              <a:extLst>
                <a:ext uri="{FF2B5EF4-FFF2-40B4-BE49-F238E27FC236}">
                  <a16:creationId xmlns:a16="http://schemas.microsoft.com/office/drawing/2014/main" id="{EBF865A9-3625-4E83-8DE6-80AF706C3CCE}"/>
                </a:ext>
              </a:extLst>
            </p:cNvPr>
            <p:cNvSpPr txBox="1"/>
            <p:nvPr/>
          </p:nvSpPr>
          <p:spPr>
            <a:xfrm>
              <a:off x="2118318" y="4648433"/>
              <a:ext cx="686743" cy="369332"/>
            </a:xfrm>
            <a:prstGeom prst="rect">
              <a:avLst/>
            </a:prstGeom>
            <a:solidFill>
              <a:schemeClr val="bg1"/>
            </a:solidFill>
          </p:spPr>
          <p:txBody>
            <a:bodyPr wrap="square" rtlCol="0">
              <a:spAutoFit/>
            </a:bodyPr>
            <a:lstStyle/>
            <a:p>
              <a:pPr algn="ctr"/>
              <a:r>
                <a:rPr lang="zh-CN" altLang="en-US" b="1" dirty="0">
                  <a:latin typeface="Arial Narrow" panose="020B0606020202030204" pitchFamily="34" charset="0"/>
                </a:rPr>
                <a:t>链路</a:t>
              </a:r>
            </a:p>
          </p:txBody>
        </p:sp>
        <p:cxnSp>
          <p:nvCxnSpPr>
            <p:cNvPr id="51" name="直接连接符 50">
              <a:extLst>
                <a:ext uri="{FF2B5EF4-FFF2-40B4-BE49-F238E27FC236}">
                  <a16:creationId xmlns:a16="http://schemas.microsoft.com/office/drawing/2014/main" id="{537B7179-2A13-413D-B35B-0770C8BAA94E}"/>
                </a:ext>
              </a:extLst>
            </p:cNvPr>
            <p:cNvCxnSpPr>
              <a:cxnSpLocks/>
            </p:cNvCxnSpPr>
            <p:nvPr/>
          </p:nvCxnSpPr>
          <p:spPr>
            <a:xfrm>
              <a:off x="3894825" y="4063107"/>
              <a:ext cx="0" cy="1056148"/>
            </a:xfrm>
            <a:prstGeom prst="line">
              <a:avLst/>
            </a:prstGeom>
            <a:ln w="12700">
              <a:solidFill>
                <a:schemeClr val="tx1"/>
              </a:solidFill>
              <a:prstDash val="dash"/>
            </a:ln>
          </p:spPr>
          <p:style>
            <a:lnRef idx="1">
              <a:schemeClr val="accent1"/>
            </a:lnRef>
            <a:fillRef idx="0">
              <a:schemeClr val="accent1"/>
            </a:fillRef>
            <a:effectRef idx="0">
              <a:schemeClr val="accent1"/>
            </a:effectRef>
            <a:fontRef idx="minor">
              <a:schemeClr val="tx1"/>
            </a:fontRef>
          </p:style>
        </p:cxnSp>
      </p:grpSp>
      <p:grpSp>
        <p:nvGrpSpPr>
          <p:cNvPr id="65" name="组合 64">
            <a:extLst>
              <a:ext uri="{FF2B5EF4-FFF2-40B4-BE49-F238E27FC236}">
                <a16:creationId xmlns:a16="http://schemas.microsoft.com/office/drawing/2014/main" id="{793FBB52-9DAB-4C03-85DB-2E9581C46C22}"/>
              </a:ext>
            </a:extLst>
          </p:cNvPr>
          <p:cNvGrpSpPr/>
          <p:nvPr/>
        </p:nvGrpSpPr>
        <p:grpSpPr>
          <a:xfrm>
            <a:off x="4540450" y="4234135"/>
            <a:ext cx="2781843" cy="1056148"/>
            <a:chOff x="4540450" y="4063107"/>
            <a:chExt cx="2781843" cy="1056148"/>
          </a:xfrm>
        </p:grpSpPr>
        <p:cxnSp>
          <p:nvCxnSpPr>
            <p:cNvPr id="54" name="直接连接符 53">
              <a:extLst>
                <a:ext uri="{FF2B5EF4-FFF2-40B4-BE49-F238E27FC236}">
                  <a16:creationId xmlns:a16="http://schemas.microsoft.com/office/drawing/2014/main" id="{CDDDBA38-4F80-429A-B9F4-0D8BD30DBA4D}"/>
                </a:ext>
              </a:extLst>
            </p:cNvPr>
            <p:cNvCxnSpPr>
              <a:cxnSpLocks/>
            </p:cNvCxnSpPr>
            <p:nvPr/>
          </p:nvCxnSpPr>
          <p:spPr>
            <a:xfrm>
              <a:off x="4540450" y="4063107"/>
              <a:ext cx="0" cy="1056148"/>
            </a:xfrm>
            <a:prstGeom prst="line">
              <a:avLst/>
            </a:prstGeom>
            <a:ln w="12700">
              <a:solidFill>
                <a:schemeClr val="tx1"/>
              </a:solidFill>
              <a:prstDash val="dash"/>
            </a:ln>
          </p:spPr>
          <p:style>
            <a:lnRef idx="1">
              <a:schemeClr val="accent1"/>
            </a:lnRef>
            <a:fillRef idx="0">
              <a:schemeClr val="accent1"/>
            </a:fillRef>
            <a:effectRef idx="0">
              <a:schemeClr val="accent1"/>
            </a:effectRef>
            <a:fontRef idx="minor">
              <a:schemeClr val="tx1"/>
            </a:fontRef>
          </p:style>
        </p:cxnSp>
        <p:cxnSp>
          <p:nvCxnSpPr>
            <p:cNvPr id="55" name="直接箭头连接符 54">
              <a:extLst>
                <a:ext uri="{FF2B5EF4-FFF2-40B4-BE49-F238E27FC236}">
                  <a16:creationId xmlns:a16="http://schemas.microsoft.com/office/drawing/2014/main" id="{713528E5-66CF-4664-A1C5-951AA3C8499B}"/>
                </a:ext>
              </a:extLst>
            </p:cNvPr>
            <p:cNvCxnSpPr>
              <a:cxnSpLocks/>
            </p:cNvCxnSpPr>
            <p:nvPr/>
          </p:nvCxnSpPr>
          <p:spPr>
            <a:xfrm>
              <a:off x="4552235" y="4830958"/>
              <a:ext cx="2770058" cy="0"/>
            </a:xfrm>
            <a:prstGeom prst="straightConnector1">
              <a:avLst/>
            </a:prstGeom>
            <a:ln w="25400">
              <a:solidFill>
                <a:schemeClr val="tx1"/>
              </a:solidFill>
              <a:headEnd type="triangle"/>
              <a:tailEnd type="triangle"/>
            </a:ln>
          </p:spPr>
          <p:style>
            <a:lnRef idx="1">
              <a:schemeClr val="accent1"/>
            </a:lnRef>
            <a:fillRef idx="0">
              <a:schemeClr val="accent1"/>
            </a:fillRef>
            <a:effectRef idx="0">
              <a:schemeClr val="accent1"/>
            </a:effectRef>
            <a:fontRef idx="minor">
              <a:schemeClr val="tx1"/>
            </a:fontRef>
          </p:style>
        </p:cxnSp>
        <p:sp>
          <p:nvSpPr>
            <p:cNvPr id="56" name="文本框 55">
              <a:extLst>
                <a:ext uri="{FF2B5EF4-FFF2-40B4-BE49-F238E27FC236}">
                  <a16:creationId xmlns:a16="http://schemas.microsoft.com/office/drawing/2014/main" id="{84EEDBEE-9ECA-4BB3-859C-67F11310FD6A}"/>
                </a:ext>
              </a:extLst>
            </p:cNvPr>
            <p:cNvSpPr txBox="1"/>
            <p:nvPr/>
          </p:nvSpPr>
          <p:spPr>
            <a:xfrm>
              <a:off x="5593893" y="4648433"/>
              <a:ext cx="686743" cy="369332"/>
            </a:xfrm>
            <a:prstGeom prst="rect">
              <a:avLst/>
            </a:prstGeom>
            <a:solidFill>
              <a:schemeClr val="bg1"/>
            </a:solidFill>
          </p:spPr>
          <p:txBody>
            <a:bodyPr wrap="square" rtlCol="0">
              <a:spAutoFit/>
            </a:bodyPr>
            <a:lstStyle/>
            <a:p>
              <a:pPr algn="ctr"/>
              <a:r>
                <a:rPr lang="zh-CN" altLang="en-US" b="1" dirty="0">
                  <a:latin typeface="Arial Narrow" panose="020B0606020202030204" pitchFamily="34" charset="0"/>
                </a:rPr>
                <a:t>链路</a:t>
              </a:r>
            </a:p>
          </p:txBody>
        </p:sp>
        <p:cxnSp>
          <p:nvCxnSpPr>
            <p:cNvPr id="57" name="直接连接符 56">
              <a:extLst>
                <a:ext uri="{FF2B5EF4-FFF2-40B4-BE49-F238E27FC236}">
                  <a16:creationId xmlns:a16="http://schemas.microsoft.com/office/drawing/2014/main" id="{A4B54924-2416-4087-B340-B07FDDF3509A}"/>
                </a:ext>
              </a:extLst>
            </p:cNvPr>
            <p:cNvCxnSpPr>
              <a:cxnSpLocks/>
            </p:cNvCxnSpPr>
            <p:nvPr/>
          </p:nvCxnSpPr>
          <p:spPr>
            <a:xfrm>
              <a:off x="7322293" y="4063107"/>
              <a:ext cx="0" cy="1056148"/>
            </a:xfrm>
            <a:prstGeom prst="line">
              <a:avLst/>
            </a:prstGeom>
            <a:ln w="12700">
              <a:solidFill>
                <a:schemeClr val="tx1"/>
              </a:solidFill>
              <a:prstDash val="dash"/>
            </a:ln>
          </p:spPr>
          <p:style>
            <a:lnRef idx="1">
              <a:schemeClr val="accent1"/>
            </a:lnRef>
            <a:fillRef idx="0">
              <a:schemeClr val="accent1"/>
            </a:fillRef>
            <a:effectRef idx="0">
              <a:schemeClr val="accent1"/>
            </a:effectRef>
            <a:fontRef idx="minor">
              <a:schemeClr val="tx1"/>
            </a:fontRef>
          </p:style>
        </p:cxnSp>
      </p:grpSp>
      <p:grpSp>
        <p:nvGrpSpPr>
          <p:cNvPr id="64" name="组合 63">
            <a:extLst>
              <a:ext uri="{FF2B5EF4-FFF2-40B4-BE49-F238E27FC236}">
                <a16:creationId xmlns:a16="http://schemas.microsoft.com/office/drawing/2014/main" id="{0257C9A0-C65D-40A3-A20A-9BD99EEB44CF}"/>
              </a:ext>
            </a:extLst>
          </p:cNvPr>
          <p:cNvGrpSpPr/>
          <p:nvPr/>
        </p:nvGrpSpPr>
        <p:grpSpPr>
          <a:xfrm>
            <a:off x="7960408" y="4250409"/>
            <a:ext cx="2941170" cy="1056148"/>
            <a:chOff x="7960408" y="4079381"/>
            <a:chExt cx="2941170" cy="1056148"/>
          </a:xfrm>
        </p:grpSpPr>
        <p:cxnSp>
          <p:nvCxnSpPr>
            <p:cNvPr id="60" name="直接连接符 59">
              <a:extLst>
                <a:ext uri="{FF2B5EF4-FFF2-40B4-BE49-F238E27FC236}">
                  <a16:creationId xmlns:a16="http://schemas.microsoft.com/office/drawing/2014/main" id="{2E61CB1F-8EB4-4E89-B9F5-6DEBAC5F631F}"/>
                </a:ext>
              </a:extLst>
            </p:cNvPr>
            <p:cNvCxnSpPr>
              <a:cxnSpLocks/>
            </p:cNvCxnSpPr>
            <p:nvPr/>
          </p:nvCxnSpPr>
          <p:spPr>
            <a:xfrm>
              <a:off x="7960408" y="4079381"/>
              <a:ext cx="0" cy="1056148"/>
            </a:xfrm>
            <a:prstGeom prst="line">
              <a:avLst/>
            </a:prstGeom>
            <a:ln w="12700">
              <a:solidFill>
                <a:schemeClr val="tx1"/>
              </a:solidFill>
              <a:prstDash val="dash"/>
            </a:ln>
          </p:spPr>
          <p:style>
            <a:lnRef idx="1">
              <a:schemeClr val="accent1"/>
            </a:lnRef>
            <a:fillRef idx="0">
              <a:schemeClr val="accent1"/>
            </a:fillRef>
            <a:effectRef idx="0">
              <a:schemeClr val="accent1"/>
            </a:effectRef>
            <a:fontRef idx="minor">
              <a:schemeClr val="tx1"/>
            </a:fontRef>
          </p:style>
        </p:cxnSp>
        <p:cxnSp>
          <p:nvCxnSpPr>
            <p:cNvPr id="61" name="直接箭头连接符 60">
              <a:extLst>
                <a:ext uri="{FF2B5EF4-FFF2-40B4-BE49-F238E27FC236}">
                  <a16:creationId xmlns:a16="http://schemas.microsoft.com/office/drawing/2014/main" id="{BAC20B95-DC24-45C7-B12A-7FBFCF224A72}"/>
                </a:ext>
              </a:extLst>
            </p:cNvPr>
            <p:cNvCxnSpPr>
              <a:cxnSpLocks/>
            </p:cNvCxnSpPr>
            <p:nvPr/>
          </p:nvCxnSpPr>
          <p:spPr>
            <a:xfrm>
              <a:off x="7972193" y="4830958"/>
              <a:ext cx="2929385" cy="0"/>
            </a:xfrm>
            <a:prstGeom prst="straightConnector1">
              <a:avLst/>
            </a:prstGeom>
            <a:ln w="25400">
              <a:solidFill>
                <a:schemeClr val="tx1"/>
              </a:solidFill>
              <a:headEnd type="triangle"/>
              <a:tailEnd type="triangle"/>
            </a:ln>
          </p:spPr>
          <p:style>
            <a:lnRef idx="1">
              <a:schemeClr val="accent1"/>
            </a:lnRef>
            <a:fillRef idx="0">
              <a:schemeClr val="accent1"/>
            </a:fillRef>
            <a:effectRef idx="0">
              <a:schemeClr val="accent1"/>
            </a:effectRef>
            <a:fontRef idx="minor">
              <a:schemeClr val="tx1"/>
            </a:fontRef>
          </p:style>
        </p:cxnSp>
        <p:sp>
          <p:nvSpPr>
            <p:cNvPr id="62" name="文本框 61">
              <a:extLst>
                <a:ext uri="{FF2B5EF4-FFF2-40B4-BE49-F238E27FC236}">
                  <a16:creationId xmlns:a16="http://schemas.microsoft.com/office/drawing/2014/main" id="{3F3689DB-3760-40EA-A10A-8D67EB339FE6}"/>
                </a:ext>
              </a:extLst>
            </p:cNvPr>
            <p:cNvSpPr txBox="1"/>
            <p:nvPr/>
          </p:nvSpPr>
          <p:spPr>
            <a:xfrm>
              <a:off x="9093513" y="4648433"/>
              <a:ext cx="686743" cy="369332"/>
            </a:xfrm>
            <a:prstGeom prst="rect">
              <a:avLst/>
            </a:prstGeom>
            <a:solidFill>
              <a:schemeClr val="bg1"/>
            </a:solidFill>
          </p:spPr>
          <p:txBody>
            <a:bodyPr wrap="square" rtlCol="0">
              <a:spAutoFit/>
            </a:bodyPr>
            <a:lstStyle/>
            <a:p>
              <a:pPr algn="ctr"/>
              <a:r>
                <a:rPr lang="zh-CN" altLang="en-US" b="1" dirty="0">
                  <a:latin typeface="Arial Narrow" panose="020B0606020202030204" pitchFamily="34" charset="0"/>
                </a:rPr>
                <a:t>链路</a:t>
              </a:r>
            </a:p>
          </p:txBody>
        </p:sp>
        <p:cxnSp>
          <p:nvCxnSpPr>
            <p:cNvPr id="63" name="直接连接符 62">
              <a:extLst>
                <a:ext uri="{FF2B5EF4-FFF2-40B4-BE49-F238E27FC236}">
                  <a16:creationId xmlns:a16="http://schemas.microsoft.com/office/drawing/2014/main" id="{4749CF8A-FA7C-4F46-B66F-FCF1E891E0EF}"/>
                </a:ext>
              </a:extLst>
            </p:cNvPr>
            <p:cNvCxnSpPr>
              <a:cxnSpLocks/>
            </p:cNvCxnSpPr>
            <p:nvPr/>
          </p:nvCxnSpPr>
          <p:spPr>
            <a:xfrm>
              <a:off x="10901578" y="4079381"/>
              <a:ext cx="0" cy="1056148"/>
            </a:xfrm>
            <a:prstGeom prst="line">
              <a:avLst/>
            </a:prstGeom>
            <a:ln w="12700">
              <a:solidFill>
                <a:schemeClr val="tx1"/>
              </a:solidFill>
              <a:prstDash val="dash"/>
            </a:ln>
          </p:spPr>
          <p:style>
            <a:lnRef idx="1">
              <a:schemeClr val="accent1"/>
            </a:lnRef>
            <a:fillRef idx="0">
              <a:schemeClr val="accent1"/>
            </a:fillRef>
            <a:effectRef idx="0">
              <a:schemeClr val="accent1"/>
            </a:effectRef>
            <a:fontRef idx="minor">
              <a:schemeClr val="tx1"/>
            </a:fontRef>
          </p:style>
        </p:cxnSp>
      </p:grpSp>
      <p:sp>
        <p:nvSpPr>
          <p:cNvPr id="46" name="矩形 45">
            <a:extLst>
              <a:ext uri="{FF2B5EF4-FFF2-40B4-BE49-F238E27FC236}">
                <a16:creationId xmlns:a16="http://schemas.microsoft.com/office/drawing/2014/main" id="{99931CE0-A209-4733-AE74-4F988D9CA33B}"/>
              </a:ext>
            </a:extLst>
          </p:cNvPr>
          <p:cNvSpPr/>
          <p:nvPr/>
        </p:nvSpPr>
        <p:spPr>
          <a:xfrm>
            <a:off x="1007754" y="1924265"/>
            <a:ext cx="256976" cy="256976"/>
          </a:xfrm>
          <a:prstGeom prst="rect">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48" name="íşlïḍè">
            <a:extLst>
              <a:ext uri="{FF2B5EF4-FFF2-40B4-BE49-F238E27FC236}">
                <a16:creationId xmlns:a16="http://schemas.microsoft.com/office/drawing/2014/main" id="{08A929CE-30F1-432F-81C7-852072B49F29}"/>
              </a:ext>
            </a:extLst>
          </p:cNvPr>
          <p:cNvSpPr txBox="1"/>
          <p:nvPr/>
        </p:nvSpPr>
        <p:spPr>
          <a:xfrm>
            <a:off x="1285511" y="1843202"/>
            <a:ext cx="10601689" cy="671427"/>
          </a:xfrm>
          <a:prstGeom prst="rect">
            <a:avLst/>
          </a:prstGeom>
          <a:noFill/>
        </p:spPr>
        <p:txBody>
          <a:bodyPr wrap="square" lIns="91440" tIns="45720" rIns="91440" bIns="45720" anchor="ctr">
            <a:noAutofit/>
          </a:bodyPr>
          <a:lstStyle/>
          <a:p>
            <a:r>
              <a:rPr lang="zh-CN" altLang="en-US" b="1" dirty="0"/>
              <a:t>数据链路（</a:t>
            </a:r>
            <a:r>
              <a:rPr lang="en-US" altLang="zh-CN" b="1" dirty="0"/>
              <a:t>Data Link</a:t>
            </a:r>
            <a:r>
              <a:rPr lang="zh-CN" altLang="en-US" b="1" dirty="0"/>
              <a:t>）是基于链路的。当在一条链路上传送数据时，除需要链路本身，还需要一些必要的通信协议来控制这些数据的传输，把</a:t>
            </a:r>
            <a:r>
              <a:rPr lang="zh-CN" altLang="en-US" b="1" dirty="0">
                <a:solidFill>
                  <a:schemeClr val="accent1">
                    <a:lumMod val="75000"/>
                  </a:schemeClr>
                </a:solidFill>
              </a:rPr>
              <a:t>实现这些协议的硬件和软件加到链路上</a:t>
            </a:r>
            <a:r>
              <a:rPr lang="zh-CN" altLang="en-US" b="1" dirty="0"/>
              <a:t>，就构成了数据链路。</a:t>
            </a:r>
            <a:endParaRPr lang="en-US" altLang="zh-CN" b="1" dirty="0"/>
          </a:p>
        </p:txBody>
      </p:sp>
      <p:grpSp>
        <p:nvGrpSpPr>
          <p:cNvPr id="6" name="组合 5">
            <a:extLst>
              <a:ext uri="{FF2B5EF4-FFF2-40B4-BE49-F238E27FC236}">
                <a16:creationId xmlns:a16="http://schemas.microsoft.com/office/drawing/2014/main" id="{FF4B6DB8-9242-41EB-A50E-37D0DBD0F14F}"/>
              </a:ext>
            </a:extLst>
          </p:cNvPr>
          <p:cNvGrpSpPr/>
          <p:nvPr/>
        </p:nvGrpSpPr>
        <p:grpSpPr>
          <a:xfrm>
            <a:off x="645081" y="4020837"/>
            <a:ext cx="1071516" cy="663182"/>
            <a:chOff x="645081" y="3849809"/>
            <a:chExt cx="1071516" cy="663182"/>
          </a:xfrm>
        </p:grpSpPr>
        <p:pic>
          <p:nvPicPr>
            <p:cNvPr id="49" name="图片 48" descr="电子设备&#10;&#10;中度可信度描述已自动生成">
              <a:extLst>
                <a:ext uri="{FF2B5EF4-FFF2-40B4-BE49-F238E27FC236}">
                  <a16:creationId xmlns:a16="http://schemas.microsoft.com/office/drawing/2014/main" id="{319EF063-AED0-4259-9F65-ED54C4709397}"/>
                </a:ext>
              </a:extLst>
            </p:cNvPr>
            <p:cNvPicPr>
              <a:picLocks noChangeAspect="1"/>
            </p:cNvPicPr>
            <p:nvPr/>
          </p:nvPicPr>
          <p:blipFill>
            <a:blip r:embed="rId9" cstate="print">
              <a:extLst>
                <a:ext uri="{28A0092B-C50C-407E-A947-70E740481C1C}">
                  <a14:useLocalDpi xmlns:a14="http://schemas.microsoft.com/office/drawing/2010/main" val="0"/>
                </a:ext>
              </a:extLst>
            </a:blip>
            <a:stretch>
              <a:fillRect/>
            </a:stretch>
          </p:blipFill>
          <p:spPr>
            <a:xfrm>
              <a:off x="645081" y="3849809"/>
              <a:ext cx="608640" cy="484702"/>
            </a:xfrm>
            <a:prstGeom prst="rect">
              <a:avLst/>
            </a:prstGeom>
          </p:spPr>
        </p:pic>
        <p:sp>
          <p:nvSpPr>
            <p:cNvPr id="67" name="文本框 66">
              <a:extLst>
                <a:ext uri="{FF2B5EF4-FFF2-40B4-BE49-F238E27FC236}">
                  <a16:creationId xmlns:a16="http://schemas.microsoft.com/office/drawing/2014/main" id="{F12C8A14-4862-4DD2-8CA8-35691C5FDC5A}"/>
                </a:ext>
              </a:extLst>
            </p:cNvPr>
            <p:cNvSpPr txBox="1"/>
            <p:nvPr/>
          </p:nvSpPr>
          <p:spPr>
            <a:xfrm>
              <a:off x="1029854" y="4143659"/>
              <a:ext cx="686743" cy="369332"/>
            </a:xfrm>
            <a:prstGeom prst="rect">
              <a:avLst/>
            </a:prstGeom>
            <a:noFill/>
          </p:spPr>
          <p:txBody>
            <a:bodyPr wrap="square" rtlCol="0">
              <a:spAutoFit/>
            </a:bodyPr>
            <a:lstStyle/>
            <a:p>
              <a:pPr algn="ctr"/>
              <a:r>
                <a:rPr lang="zh-CN" altLang="en-US" b="1" dirty="0">
                  <a:latin typeface="Arial Narrow" panose="020B0606020202030204" pitchFamily="34" charset="0"/>
                </a:rPr>
                <a:t>网卡</a:t>
              </a:r>
            </a:p>
          </p:txBody>
        </p:sp>
      </p:grpSp>
      <p:grpSp>
        <p:nvGrpSpPr>
          <p:cNvPr id="7" name="组合 6">
            <a:extLst>
              <a:ext uri="{FF2B5EF4-FFF2-40B4-BE49-F238E27FC236}">
                <a16:creationId xmlns:a16="http://schemas.microsoft.com/office/drawing/2014/main" id="{C6288BE2-9784-4AB1-ADF1-DCB685D25B13}"/>
              </a:ext>
            </a:extLst>
          </p:cNvPr>
          <p:cNvGrpSpPr/>
          <p:nvPr/>
        </p:nvGrpSpPr>
        <p:grpSpPr>
          <a:xfrm>
            <a:off x="3131902" y="4020837"/>
            <a:ext cx="892429" cy="663182"/>
            <a:chOff x="3131902" y="3849809"/>
            <a:chExt cx="892429" cy="663182"/>
          </a:xfrm>
        </p:grpSpPr>
        <p:pic>
          <p:nvPicPr>
            <p:cNvPr id="50" name="图片 49" descr="电子设备&#10;&#10;中度可信度描述已自动生成">
              <a:extLst>
                <a:ext uri="{FF2B5EF4-FFF2-40B4-BE49-F238E27FC236}">
                  <a16:creationId xmlns:a16="http://schemas.microsoft.com/office/drawing/2014/main" id="{DA26DC84-FB10-4628-9640-E3D215016943}"/>
                </a:ext>
              </a:extLst>
            </p:cNvPr>
            <p:cNvPicPr>
              <a:picLocks noChangeAspect="1"/>
            </p:cNvPicPr>
            <p:nvPr/>
          </p:nvPicPr>
          <p:blipFill>
            <a:blip r:embed="rId9" cstate="print">
              <a:extLst>
                <a:ext uri="{28A0092B-C50C-407E-A947-70E740481C1C}">
                  <a14:useLocalDpi xmlns:a14="http://schemas.microsoft.com/office/drawing/2010/main" val="0"/>
                </a:ext>
              </a:extLst>
            </a:blip>
            <a:stretch>
              <a:fillRect/>
            </a:stretch>
          </p:blipFill>
          <p:spPr>
            <a:xfrm>
              <a:off x="3415691" y="3849809"/>
              <a:ext cx="608640" cy="484702"/>
            </a:xfrm>
            <a:prstGeom prst="rect">
              <a:avLst/>
            </a:prstGeom>
          </p:spPr>
        </p:pic>
        <p:sp>
          <p:nvSpPr>
            <p:cNvPr id="68" name="文本框 67">
              <a:extLst>
                <a:ext uri="{FF2B5EF4-FFF2-40B4-BE49-F238E27FC236}">
                  <a16:creationId xmlns:a16="http://schemas.microsoft.com/office/drawing/2014/main" id="{AD3E4392-B80F-48A6-BFBD-2396298388FF}"/>
                </a:ext>
              </a:extLst>
            </p:cNvPr>
            <p:cNvSpPr txBox="1"/>
            <p:nvPr/>
          </p:nvSpPr>
          <p:spPr>
            <a:xfrm>
              <a:off x="3131902" y="4143659"/>
              <a:ext cx="686743" cy="369332"/>
            </a:xfrm>
            <a:prstGeom prst="rect">
              <a:avLst/>
            </a:prstGeom>
            <a:noFill/>
          </p:spPr>
          <p:txBody>
            <a:bodyPr wrap="square" rtlCol="0">
              <a:spAutoFit/>
            </a:bodyPr>
            <a:lstStyle/>
            <a:p>
              <a:pPr algn="ctr"/>
              <a:r>
                <a:rPr lang="zh-CN" altLang="en-US" b="1" dirty="0">
                  <a:latin typeface="Arial Narrow" panose="020B0606020202030204" pitchFamily="34" charset="0"/>
                </a:rPr>
                <a:t>网卡</a:t>
              </a:r>
            </a:p>
          </p:txBody>
        </p:sp>
      </p:grpSp>
      <p:grpSp>
        <p:nvGrpSpPr>
          <p:cNvPr id="30" name="组合 29">
            <a:extLst>
              <a:ext uri="{FF2B5EF4-FFF2-40B4-BE49-F238E27FC236}">
                <a16:creationId xmlns:a16="http://schemas.microsoft.com/office/drawing/2014/main" id="{ECD05B49-0874-4CD7-BC92-12615AB8CD88}"/>
              </a:ext>
            </a:extLst>
          </p:cNvPr>
          <p:cNvGrpSpPr/>
          <p:nvPr/>
        </p:nvGrpSpPr>
        <p:grpSpPr>
          <a:xfrm>
            <a:off x="4100511" y="4020837"/>
            <a:ext cx="1103162" cy="663182"/>
            <a:chOff x="4100511" y="3849809"/>
            <a:chExt cx="1103162" cy="663182"/>
          </a:xfrm>
        </p:grpSpPr>
        <p:pic>
          <p:nvPicPr>
            <p:cNvPr id="52" name="图片 51" descr="电子设备&#10;&#10;中度可信度描述已自动生成">
              <a:extLst>
                <a:ext uri="{FF2B5EF4-FFF2-40B4-BE49-F238E27FC236}">
                  <a16:creationId xmlns:a16="http://schemas.microsoft.com/office/drawing/2014/main" id="{E9C5C64C-E51D-4042-8562-BDEC29728EEE}"/>
                </a:ext>
              </a:extLst>
            </p:cNvPr>
            <p:cNvPicPr>
              <a:picLocks noChangeAspect="1"/>
            </p:cNvPicPr>
            <p:nvPr/>
          </p:nvPicPr>
          <p:blipFill>
            <a:blip r:embed="rId9" cstate="print">
              <a:extLst>
                <a:ext uri="{28A0092B-C50C-407E-A947-70E740481C1C}">
                  <a14:useLocalDpi xmlns:a14="http://schemas.microsoft.com/office/drawing/2010/main" val="0"/>
                </a:ext>
              </a:extLst>
            </a:blip>
            <a:stretch>
              <a:fillRect/>
            </a:stretch>
          </p:blipFill>
          <p:spPr>
            <a:xfrm>
              <a:off x="4100511" y="3849809"/>
              <a:ext cx="608640" cy="484702"/>
            </a:xfrm>
            <a:prstGeom prst="rect">
              <a:avLst/>
            </a:prstGeom>
          </p:spPr>
        </p:pic>
        <p:sp>
          <p:nvSpPr>
            <p:cNvPr id="72" name="文本框 71">
              <a:extLst>
                <a:ext uri="{FF2B5EF4-FFF2-40B4-BE49-F238E27FC236}">
                  <a16:creationId xmlns:a16="http://schemas.microsoft.com/office/drawing/2014/main" id="{E038142B-5F8A-426F-9541-C097200BACF0}"/>
                </a:ext>
              </a:extLst>
            </p:cNvPr>
            <p:cNvSpPr txBox="1"/>
            <p:nvPr/>
          </p:nvSpPr>
          <p:spPr>
            <a:xfrm>
              <a:off x="4516930" y="4143659"/>
              <a:ext cx="686743" cy="369332"/>
            </a:xfrm>
            <a:prstGeom prst="rect">
              <a:avLst/>
            </a:prstGeom>
            <a:noFill/>
          </p:spPr>
          <p:txBody>
            <a:bodyPr wrap="square" rtlCol="0">
              <a:spAutoFit/>
            </a:bodyPr>
            <a:lstStyle/>
            <a:p>
              <a:pPr algn="ctr"/>
              <a:r>
                <a:rPr lang="zh-CN" altLang="en-US" b="1" dirty="0">
                  <a:latin typeface="Arial Narrow" panose="020B0606020202030204" pitchFamily="34" charset="0"/>
                </a:rPr>
                <a:t>网卡</a:t>
              </a:r>
            </a:p>
          </p:txBody>
        </p:sp>
      </p:grpSp>
      <p:grpSp>
        <p:nvGrpSpPr>
          <p:cNvPr id="31" name="组合 30">
            <a:extLst>
              <a:ext uri="{FF2B5EF4-FFF2-40B4-BE49-F238E27FC236}">
                <a16:creationId xmlns:a16="http://schemas.microsoft.com/office/drawing/2014/main" id="{9EFD4FBA-B57D-4A72-8C8A-6877B8948333}"/>
              </a:ext>
            </a:extLst>
          </p:cNvPr>
          <p:cNvGrpSpPr/>
          <p:nvPr/>
        </p:nvGrpSpPr>
        <p:grpSpPr>
          <a:xfrm>
            <a:off x="6573422" y="4020837"/>
            <a:ext cx="867343" cy="663182"/>
            <a:chOff x="6573422" y="3849809"/>
            <a:chExt cx="867343" cy="663182"/>
          </a:xfrm>
        </p:grpSpPr>
        <p:pic>
          <p:nvPicPr>
            <p:cNvPr id="53" name="图片 52" descr="电子设备&#10;&#10;中度可信度描述已自动生成">
              <a:extLst>
                <a:ext uri="{FF2B5EF4-FFF2-40B4-BE49-F238E27FC236}">
                  <a16:creationId xmlns:a16="http://schemas.microsoft.com/office/drawing/2014/main" id="{45199F85-5C43-48AB-9708-DB5B478CC1FF}"/>
                </a:ext>
              </a:extLst>
            </p:cNvPr>
            <p:cNvPicPr>
              <a:picLocks noChangeAspect="1"/>
            </p:cNvPicPr>
            <p:nvPr/>
          </p:nvPicPr>
          <p:blipFill>
            <a:blip r:embed="rId9" cstate="print">
              <a:extLst>
                <a:ext uri="{28A0092B-C50C-407E-A947-70E740481C1C}">
                  <a14:useLocalDpi xmlns:a14="http://schemas.microsoft.com/office/drawing/2010/main" val="0"/>
                </a:ext>
              </a:extLst>
            </a:blip>
            <a:stretch>
              <a:fillRect/>
            </a:stretch>
          </p:blipFill>
          <p:spPr>
            <a:xfrm>
              <a:off x="6832125" y="3849809"/>
              <a:ext cx="608640" cy="484702"/>
            </a:xfrm>
            <a:prstGeom prst="rect">
              <a:avLst/>
            </a:prstGeom>
          </p:spPr>
        </p:pic>
        <p:sp>
          <p:nvSpPr>
            <p:cNvPr id="73" name="文本框 72">
              <a:extLst>
                <a:ext uri="{FF2B5EF4-FFF2-40B4-BE49-F238E27FC236}">
                  <a16:creationId xmlns:a16="http://schemas.microsoft.com/office/drawing/2014/main" id="{0A2B6760-5B82-4C9A-AC3D-A1D4AEAA863E}"/>
                </a:ext>
              </a:extLst>
            </p:cNvPr>
            <p:cNvSpPr txBox="1"/>
            <p:nvPr/>
          </p:nvSpPr>
          <p:spPr>
            <a:xfrm>
              <a:off x="6573422" y="4143659"/>
              <a:ext cx="686743" cy="369332"/>
            </a:xfrm>
            <a:prstGeom prst="rect">
              <a:avLst/>
            </a:prstGeom>
            <a:noFill/>
          </p:spPr>
          <p:txBody>
            <a:bodyPr wrap="square" rtlCol="0">
              <a:spAutoFit/>
            </a:bodyPr>
            <a:lstStyle/>
            <a:p>
              <a:pPr algn="ctr"/>
              <a:r>
                <a:rPr lang="zh-CN" altLang="en-US" b="1" dirty="0">
                  <a:latin typeface="Arial Narrow" panose="020B0606020202030204" pitchFamily="34" charset="0"/>
                </a:rPr>
                <a:t>网卡</a:t>
              </a:r>
            </a:p>
          </p:txBody>
        </p:sp>
      </p:grpSp>
      <p:grpSp>
        <p:nvGrpSpPr>
          <p:cNvPr id="32" name="组合 31">
            <a:extLst>
              <a:ext uri="{FF2B5EF4-FFF2-40B4-BE49-F238E27FC236}">
                <a16:creationId xmlns:a16="http://schemas.microsoft.com/office/drawing/2014/main" id="{3B25F306-56B4-488B-A78B-CA55755DF349}"/>
              </a:ext>
            </a:extLst>
          </p:cNvPr>
          <p:cNvGrpSpPr/>
          <p:nvPr/>
        </p:nvGrpSpPr>
        <p:grpSpPr>
          <a:xfrm>
            <a:off x="7536057" y="4020837"/>
            <a:ext cx="1081547" cy="663182"/>
            <a:chOff x="7536057" y="3849809"/>
            <a:chExt cx="1081547" cy="663182"/>
          </a:xfrm>
        </p:grpSpPr>
        <p:pic>
          <p:nvPicPr>
            <p:cNvPr id="58" name="图片 57" descr="电子设备&#10;&#10;中度可信度描述已自动生成">
              <a:extLst>
                <a:ext uri="{FF2B5EF4-FFF2-40B4-BE49-F238E27FC236}">
                  <a16:creationId xmlns:a16="http://schemas.microsoft.com/office/drawing/2014/main" id="{DE3A3337-2513-4794-B8C6-7F4FF6553A6D}"/>
                </a:ext>
              </a:extLst>
            </p:cNvPr>
            <p:cNvPicPr>
              <a:picLocks noChangeAspect="1"/>
            </p:cNvPicPr>
            <p:nvPr/>
          </p:nvPicPr>
          <p:blipFill>
            <a:blip r:embed="rId9" cstate="print">
              <a:extLst>
                <a:ext uri="{28A0092B-C50C-407E-A947-70E740481C1C}">
                  <a14:useLocalDpi xmlns:a14="http://schemas.microsoft.com/office/drawing/2010/main" val="0"/>
                </a:ext>
              </a:extLst>
            </a:blip>
            <a:stretch>
              <a:fillRect/>
            </a:stretch>
          </p:blipFill>
          <p:spPr>
            <a:xfrm>
              <a:off x="7536057" y="3849809"/>
              <a:ext cx="608640" cy="484702"/>
            </a:xfrm>
            <a:prstGeom prst="rect">
              <a:avLst/>
            </a:prstGeom>
          </p:spPr>
        </p:pic>
        <p:sp>
          <p:nvSpPr>
            <p:cNvPr id="76" name="文本框 75">
              <a:extLst>
                <a:ext uri="{FF2B5EF4-FFF2-40B4-BE49-F238E27FC236}">
                  <a16:creationId xmlns:a16="http://schemas.microsoft.com/office/drawing/2014/main" id="{675C715C-FC92-46DF-835C-C875F5266A09}"/>
                </a:ext>
              </a:extLst>
            </p:cNvPr>
            <p:cNvSpPr txBox="1"/>
            <p:nvPr/>
          </p:nvSpPr>
          <p:spPr>
            <a:xfrm>
              <a:off x="7930861" y="4143659"/>
              <a:ext cx="686743" cy="369332"/>
            </a:xfrm>
            <a:prstGeom prst="rect">
              <a:avLst/>
            </a:prstGeom>
            <a:noFill/>
          </p:spPr>
          <p:txBody>
            <a:bodyPr wrap="square" rtlCol="0">
              <a:spAutoFit/>
            </a:bodyPr>
            <a:lstStyle/>
            <a:p>
              <a:pPr algn="ctr"/>
              <a:r>
                <a:rPr lang="zh-CN" altLang="en-US" b="1" dirty="0">
                  <a:latin typeface="Arial Narrow" panose="020B0606020202030204" pitchFamily="34" charset="0"/>
                </a:rPr>
                <a:t>网卡</a:t>
              </a:r>
            </a:p>
          </p:txBody>
        </p:sp>
      </p:grpSp>
      <p:grpSp>
        <p:nvGrpSpPr>
          <p:cNvPr id="33" name="组合 32">
            <a:extLst>
              <a:ext uri="{FF2B5EF4-FFF2-40B4-BE49-F238E27FC236}">
                <a16:creationId xmlns:a16="http://schemas.microsoft.com/office/drawing/2014/main" id="{82381FD6-2D86-4FBF-B707-DE17148F7C64}"/>
              </a:ext>
            </a:extLst>
          </p:cNvPr>
          <p:cNvGrpSpPr/>
          <p:nvPr/>
        </p:nvGrpSpPr>
        <p:grpSpPr>
          <a:xfrm>
            <a:off x="10214835" y="4020837"/>
            <a:ext cx="880756" cy="663182"/>
            <a:chOff x="10214835" y="3849809"/>
            <a:chExt cx="880756" cy="663182"/>
          </a:xfrm>
        </p:grpSpPr>
        <p:pic>
          <p:nvPicPr>
            <p:cNvPr id="59" name="图片 58" descr="电子设备&#10;&#10;中度可信度描述已自动生成">
              <a:extLst>
                <a:ext uri="{FF2B5EF4-FFF2-40B4-BE49-F238E27FC236}">
                  <a16:creationId xmlns:a16="http://schemas.microsoft.com/office/drawing/2014/main" id="{98855792-1DCD-4F01-9595-C247F98F44C6}"/>
                </a:ext>
              </a:extLst>
            </p:cNvPr>
            <p:cNvPicPr>
              <a:picLocks noChangeAspect="1"/>
            </p:cNvPicPr>
            <p:nvPr/>
          </p:nvPicPr>
          <p:blipFill>
            <a:blip r:embed="rId9" cstate="print">
              <a:extLst>
                <a:ext uri="{28A0092B-C50C-407E-A947-70E740481C1C}">
                  <a14:useLocalDpi xmlns:a14="http://schemas.microsoft.com/office/drawing/2010/main" val="0"/>
                </a:ext>
              </a:extLst>
            </a:blip>
            <a:stretch>
              <a:fillRect/>
            </a:stretch>
          </p:blipFill>
          <p:spPr>
            <a:xfrm>
              <a:off x="10486951" y="3849809"/>
              <a:ext cx="608640" cy="484702"/>
            </a:xfrm>
            <a:prstGeom prst="rect">
              <a:avLst/>
            </a:prstGeom>
          </p:spPr>
        </p:pic>
        <p:sp>
          <p:nvSpPr>
            <p:cNvPr id="77" name="文本框 76">
              <a:extLst>
                <a:ext uri="{FF2B5EF4-FFF2-40B4-BE49-F238E27FC236}">
                  <a16:creationId xmlns:a16="http://schemas.microsoft.com/office/drawing/2014/main" id="{CAA669E6-71DE-43FA-A0E3-6E3352D19CAF}"/>
                </a:ext>
              </a:extLst>
            </p:cNvPr>
            <p:cNvSpPr txBox="1"/>
            <p:nvPr/>
          </p:nvSpPr>
          <p:spPr>
            <a:xfrm>
              <a:off x="10214835" y="4143659"/>
              <a:ext cx="686743" cy="369332"/>
            </a:xfrm>
            <a:prstGeom prst="rect">
              <a:avLst/>
            </a:prstGeom>
            <a:noFill/>
          </p:spPr>
          <p:txBody>
            <a:bodyPr wrap="square" rtlCol="0">
              <a:spAutoFit/>
            </a:bodyPr>
            <a:lstStyle/>
            <a:p>
              <a:pPr algn="ctr"/>
              <a:r>
                <a:rPr lang="zh-CN" altLang="en-US" b="1" dirty="0">
                  <a:latin typeface="Arial Narrow" panose="020B0606020202030204" pitchFamily="34" charset="0"/>
                </a:rPr>
                <a:t>网卡</a:t>
              </a:r>
            </a:p>
          </p:txBody>
        </p:sp>
      </p:grpSp>
      <p:sp>
        <p:nvSpPr>
          <p:cNvPr id="78" name="矩形 77">
            <a:extLst>
              <a:ext uri="{FF2B5EF4-FFF2-40B4-BE49-F238E27FC236}">
                <a16:creationId xmlns:a16="http://schemas.microsoft.com/office/drawing/2014/main" id="{F1CB8FFF-5B67-45B6-83E1-6A2FE83463B0}"/>
              </a:ext>
            </a:extLst>
          </p:cNvPr>
          <p:cNvSpPr/>
          <p:nvPr/>
        </p:nvSpPr>
        <p:spPr>
          <a:xfrm>
            <a:off x="1007754" y="2675678"/>
            <a:ext cx="256976" cy="256976"/>
          </a:xfrm>
          <a:prstGeom prst="rect">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79" name="íşlïḍè">
            <a:extLst>
              <a:ext uri="{FF2B5EF4-FFF2-40B4-BE49-F238E27FC236}">
                <a16:creationId xmlns:a16="http://schemas.microsoft.com/office/drawing/2014/main" id="{2B84B586-99C1-423F-B87D-8FF9AB172169}"/>
              </a:ext>
            </a:extLst>
          </p:cNvPr>
          <p:cNvSpPr txBox="1"/>
          <p:nvPr/>
        </p:nvSpPr>
        <p:spPr>
          <a:xfrm>
            <a:off x="1285511" y="2594615"/>
            <a:ext cx="10601689" cy="671427"/>
          </a:xfrm>
          <a:prstGeom prst="rect">
            <a:avLst/>
          </a:prstGeom>
          <a:noFill/>
        </p:spPr>
        <p:txBody>
          <a:bodyPr wrap="square" lIns="91440" tIns="45720" rIns="91440" bIns="45720" anchor="ctr">
            <a:noAutofit/>
          </a:bodyPr>
          <a:lstStyle/>
          <a:p>
            <a:r>
              <a:rPr lang="zh-CN" altLang="en-US" b="1" dirty="0"/>
              <a:t>计算机中的网络适配器（俗称</a:t>
            </a:r>
            <a:r>
              <a:rPr lang="zh-CN" altLang="en-US" b="1" dirty="0">
                <a:solidFill>
                  <a:schemeClr val="accent1">
                    <a:lumMod val="75000"/>
                  </a:schemeClr>
                </a:solidFill>
              </a:rPr>
              <a:t>网卡</a:t>
            </a:r>
            <a:r>
              <a:rPr lang="zh-CN" altLang="en-US" b="1" dirty="0"/>
              <a:t>）和其相应的</a:t>
            </a:r>
            <a:r>
              <a:rPr lang="zh-CN" altLang="en-US" b="1" dirty="0">
                <a:solidFill>
                  <a:schemeClr val="accent1">
                    <a:lumMod val="75000"/>
                  </a:schemeClr>
                </a:solidFill>
              </a:rPr>
              <a:t>软件驱动程序</a:t>
            </a:r>
            <a:r>
              <a:rPr lang="zh-CN" altLang="en-US" b="1" dirty="0"/>
              <a:t>就实现了这些协议。</a:t>
            </a:r>
            <a:r>
              <a:rPr lang="zh-CN" altLang="en-US" b="1" dirty="0">
                <a:solidFill>
                  <a:schemeClr val="accent1">
                    <a:lumMod val="75000"/>
                  </a:schemeClr>
                </a:solidFill>
              </a:rPr>
              <a:t>一般的网络适配器都包含了物理层和数据链路层这两层的功能</a:t>
            </a:r>
            <a:r>
              <a:rPr lang="zh-CN" altLang="en-US" b="1" dirty="0"/>
              <a:t>。</a:t>
            </a:r>
            <a:endParaRPr lang="en-US" altLang="zh-CN" b="1" dirty="0"/>
          </a:p>
        </p:txBody>
      </p:sp>
      <p:sp>
        <p:nvSpPr>
          <p:cNvPr id="80" name="矩形 79">
            <a:extLst>
              <a:ext uri="{FF2B5EF4-FFF2-40B4-BE49-F238E27FC236}">
                <a16:creationId xmlns:a16="http://schemas.microsoft.com/office/drawing/2014/main" id="{0A6D7A4B-FBF1-499E-BD69-1352E02AC9DB}"/>
              </a:ext>
            </a:extLst>
          </p:cNvPr>
          <p:cNvSpPr/>
          <p:nvPr/>
        </p:nvSpPr>
        <p:spPr>
          <a:xfrm>
            <a:off x="1016000" y="1297642"/>
            <a:ext cx="256976" cy="256976"/>
          </a:xfrm>
          <a:prstGeom prst="rect">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81" name="íşlïḍè">
            <a:extLst>
              <a:ext uri="{FF2B5EF4-FFF2-40B4-BE49-F238E27FC236}">
                <a16:creationId xmlns:a16="http://schemas.microsoft.com/office/drawing/2014/main" id="{37D21115-C261-421F-BD81-8F9458604959}"/>
              </a:ext>
            </a:extLst>
          </p:cNvPr>
          <p:cNvSpPr txBox="1"/>
          <p:nvPr/>
        </p:nvSpPr>
        <p:spPr>
          <a:xfrm>
            <a:off x="1293757" y="1216579"/>
            <a:ext cx="10106639" cy="671427"/>
          </a:xfrm>
          <a:prstGeom prst="rect">
            <a:avLst/>
          </a:prstGeom>
          <a:noFill/>
        </p:spPr>
        <p:txBody>
          <a:bodyPr wrap="square" lIns="91440" tIns="45720" rIns="91440" bIns="45720" anchor="ctr">
            <a:noAutofit/>
          </a:bodyPr>
          <a:lstStyle/>
          <a:p>
            <a:r>
              <a:rPr lang="zh-CN" altLang="en-US" b="1" dirty="0"/>
              <a:t>链路（</a:t>
            </a:r>
            <a:r>
              <a:rPr lang="en-US" altLang="zh-CN" b="1" dirty="0"/>
              <a:t>Link</a:t>
            </a:r>
            <a:r>
              <a:rPr lang="zh-CN" altLang="en-US" b="1" dirty="0"/>
              <a:t>）是指从一个节点到相邻节点的一段物理线路（有线或无线），而</a:t>
            </a:r>
            <a:r>
              <a:rPr lang="zh-CN" altLang="en-US" b="1" dirty="0">
                <a:solidFill>
                  <a:schemeClr val="accent1">
                    <a:lumMod val="75000"/>
                  </a:schemeClr>
                </a:solidFill>
              </a:rPr>
              <a:t>中间没有任何其他的交换节点</a:t>
            </a:r>
            <a:r>
              <a:rPr lang="zh-CN" altLang="en-US" b="1" dirty="0"/>
              <a:t>。</a:t>
            </a:r>
            <a:endParaRPr lang="en-US" altLang="zh-CN" b="1" dirty="0"/>
          </a:p>
        </p:txBody>
      </p:sp>
      <p:sp>
        <p:nvSpPr>
          <p:cNvPr id="69" name="文本框 68">
            <a:extLst>
              <a:ext uri="{FF2B5EF4-FFF2-40B4-BE49-F238E27FC236}">
                <a16:creationId xmlns:a16="http://schemas.microsoft.com/office/drawing/2014/main" id="{F5228529-F4F5-CB2A-4317-E4755213284C}"/>
              </a:ext>
            </a:extLst>
          </p:cNvPr>
          <p:cNvSpPr txBox="1"/>
          <p:nvPr/>
        </p:nvSpPr>
        <p:spPr>
          <a:xfrm>
            <a:off x="5423398" y="3911533"/>
            <a:ext cx="1016601" cy="646331"/>
          </a:xfrm>
          <a:prstGeom prst="rect">
            <a:avLst/>
          </a:prstGeom>
          <a:noFill/>
        </p:spPr>
        <p:txBody>
          <a:bodyPr wrap="square" rtlCol="0">
            <a:spAutoFit/>
          </a:bodyPr>
          <a:lstStyle/>
          <a:p>
            <a:pPr algn="ctr"/>
            <a:r>
              <a:rPr lang="zh-CN" altLang="en-US" b="1" dirty="0">
                <a:latin typeface="Arial Narrow" panose="020B0606020202030204" pitchFamily="34" charset="0"/>
              </a:rPr>
              <a:t>广域网</a:t>
            </a:r>
            <a:endParaRPr lang="en-US" altLang="zh-CN" b="1" dirty="0">
              <a:latin typeface="Arial Narrow" panose="020B0606020202030204" pitchFamily="34" charset="0"/>
            </a:endParaRPr>
          </a:p>
          <a:p>
            <a:pPr algn="ctr"/>
            <a:r>
              <a:rPr lang="zh-CN" altLang="en-US" b="1" dirty="0">
                <a:latin typeface="Arial Narrow" panose="020B0606020202030204" pitchFamily="34" charset="0"/>
              </a:rPr>
              <a:t>链路</a:t>
            </a:r>
          </a:p>
        </p:txBody>
      </p:sp>
    </p:spTree>
    <p:custDataLst>
      <p:tags r:id="rId1"/>
    </p:custDataLst>
    <p:extLst>
      <p:ext uri="{BB962C8B-B14F-4D97-AF65-F5344CB8AC3E}">
        <p14:creationId xmlns:p14="http://schemas.microsoft.com/office/powerpoint/2010/main" val="1737761684"/>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49" presetClass="entr" presetSubtype="0" decel="100000" fill="hold" grpId="0" nodeType="withEffect">
                                  <p:stCondLst>
                                    <p:cond delay="0"/>
                                  </p:stCondLst>
                                  <p:childTnLst>
                                    <p:set>
                                      <p:cBhvr>
                                        <p:cTn id="6" dur="1" fill="hold">
                                          <p:stCondLst>
                                            <p:cond delay="0"/>
                                          </p:stCondLst>
                                        </p:cTn>
                                        <p:tgtEl>
                                          <p:spTgt spid="46"/>
                                        </p:tgtEl>
                                        <p:attrNameLst>
                                          <p:attrName>style.visibility</p:attrName>
                                        </p:attrNameLst>
                                      </p:cBhvr>
                                      <p:to>
                                        <p:strVal val="visible"/>
                                      </p:to>
                                    </p:set>
                                    <p:anim calcmode="lin" valueType="num">
                                      <p:cBhvr>
                                        <p:cTn id="7" dur="500" fill="hold"/>
                                        <p:tgtEl>
                                          <p:spTgt spid="46"/>
                                        </p:tgtEl>
                                        <p:attrNameLst>
                                          <p:attrName>ppt_w</p:attrName>
                                        </p:attrNameLst>
                                      </p:cBhvr>
                                      <p:tavLst>
                                        <p:tav tm="0">
                                          <p:val>
                                            <p:fltVal val="0"/>
                                          </p:val>
                                        </p:tav>
                                        <p:tav tm="100000">
                                          <p:val>
                                            <p:strVal val="#ppt_w"/>
                                          </p:val>
                                        </p:tav>
                                      </p:tavLst>
                                    </p:anim>
                                    <p:anim calcmode="lin" valueType="num">
                                      <p:cBhvr>
                                        <p:cTn id="8" dur="500" fill="hold"/>
                                        <p:tgtEl>
                                          <p:spTgt spid="46"/>
                                        </p:tgtEl>
                                        <p:attrNameLst>
                                          <p:attrName>ppt_h</p:attrName>
                                        </p:attrNameLst>
                                      </p:cBhvr>
                                      <p:tavLst>
                                        <p:tav tm="0">
                                          <p:val>
                                            <p:fltVal val="0"/>
                                          </p:val>
                                        </p:tav>
                                        <p:tav tm="100000">
                                          <p:val>
                                            <p:strVal val="#ppt_h"/>
                                          </p:val>
                                        </p:tav>
                                      </p:tavLst>
                                    </p:anim>
                                    <p:anim calcmode="lin" valueType="num">
                                      <p:cBhvr>
                                        <p:cTn id="9" dur="500" fill="hold"/>
                                        <p:tgtEl>
                                          <p:spTgt spid="46"/>
                                        </p:tgtEl>
                                        <p:attrNameLst>
                                          <p:attrName>style.rotation</p:attrName>
                                        </p:attrNameLst>
                                      </p:cBhvr>
                                      <p:tavLst>
                                        <p:tav tm="0">
                                          <p:val>
                                            <p:fltVal val="360"/>
                                          </p:val>
                                        </p:tav>
                                        <p:tav tm="100000">
                                          <p:val>
                                            <p:fltVal val="0"/>
                                          </p:val>
                                        </p:tav>
                                      </p:tavLst>
                                    </p:anim>
                                    <p:animEffect transition="in" filter="fade">
                                      <p:cBhvr>
                                        <p:cTn id="10" dur="500"/>
                                        <p:tgtEl>
                                          <p:spTgt spid="46"/>
                                        </p:tgtEl>
                                      </p:cBhvr>
                                    </p:animEffect>
                                  </p:childTnLst>
                                </p:cTn>
                              </p:par>
                            </p:childTnLst>
                          </p:cTn>
                        </p:par>
                        <p:par>
                          <p:cTn id="11" fill="hold">
                            <p:stCondLst>
                              <p:cond delay="500"/>
                            </p:stCondLst>
                            <p:childTnLst>
                              <p:par>
                                <p:cTn id="12" presetID="1" presetClass="entr" presetSubtype="0" fill="hold" grpId="0" nodeType="afterEffect">
                                  <p:stCondLst>
                                    <p:cond delay="0"/>
                                  </p:stCondLst>
                                  <p:iterate type="lt">
                                    <p:tmAbs val="100"/>
                                  </p:iterate>
                                  <p:childTnLst>
                                    <p:set>
                                      <p:cBhvr>
                                        <p:cTn id="13" dur="1" fill="hold">
                                          <p:stCondLst>
                                            <p:cond delay="0"/>
                                          </p:stCondLst>
                                        </p:cTn>
                                        <p:tgtEl>
                                          <p:spTgt spid="48"/>
                                        </p:tgtEl>
                                        <p:attrNameLst>
                                          <p:attrName>style.visibility</p:attrName>
                                        </p:attrNameLst>
                                      </p:cBhvr>
                                      <p:to>
                                        <p:strVal val="visible"/>
                                      </p:to>
                                    </p:set>
                                  </p:childTnLst>
                                </p:cTn>
                              </p:par>
                            </p:childTnLst>
                          </p:cTn>
                        </p:par>
                      </p:childTnLst>
                    </p:cTn>
                  </p:par>
                  <p:par>
                    <p:cTn id="14" fill="hold">
                      <p:stCondLst>
                        <p:cond delay="indefinite"/>
                      </p:stCondLst>
                      <p:childTnLst>
                        <p:par>
                          <p:cTn id="15" fill="hold">
                            <p:stCondLst>
                              <p:cond delay="0"/>
                            </p:stCondLst>
                            <p:childTnLst>
                              <p:par>
                                <p:cTn id="16" presetID="49" presetClass="entr" presetSubtype="0" decel="100000" fill="hold" grpId="0" nodeType="clickEffect">
                                  <p:stCondLst>
                                    <p:cond delay="0"/>
                                  </p:stCondLst>
                                  <p:childTnLst>
                                    <p:set>
                                      <p:cBhvr>
                                        <p:cTn id="17" dur="1" fill="hold">
                                          <p:stCondLst>
                                            <p:cond delay="0"/>
                                          </p:stCondLst>
                                        </p:cTn>
                                        <p:tgtEl>
                                          <p:spTgt spid="78"/>
                                        </p:tgtEl>
                                        <p:attrNameLst>
                                          <p:attrName>style.visibility</p:attrName>
                                        </p:attrNameLst>
                                      </p:cBhvr>
                                      <p:to>
                                        <p:strVal val="visible"/>
                                      </p:to>
                                    </p:set>
                                    <p:anim calcmode="lin" valueType="num">
                                      <p:cBhvr>
                                        <p:cTn id="18" dur="500" fill="hold"/>
                                        <p:tgtEl>
                                          <p:spTgt spid="78"/>
                                        </p:tgtEl>
                                        <p:attrNameLst>
                                          <p:attrName>ppt_w</p:attrName>
                                        </p:attrNameLst>
                                      </p:cBhvr>
                                      <p:tavLst>
                                        <p:tav tm="0">
                                          <p:val>
                                            <p:fltVal val="0"/>
                                          </p:val>
                                        </p:tav>
                                        <p:tav tm="100000">
                                          <p:val>
                                            <p:strVal val="#ppt_w"/>
                                          </p:val>
                                        </p:tav>
                                      </p:tavLst>
                                    </p:anim>
                                    <p:anim calcmode="lin" valueType="num">
                                      <p:cBhvr>
                                        <p:cTn id="19" dur="500" fill="hold"/>
                                        <p:tgtEl>
                                          <p:spTgt spid="78"/>
                                        </p:tgtEl>
                                        <p:attrNameLst>
                                          <p:attrName>ppt_h</p:attrName>
                                        </p:attrNameLst>
                                      </p:cBhvr>
                                      <p:tavLst>
                                        <p:tav tm="0">
                                          <p:val>
                                            <p:fltVal val="0"/>
                                          </p:val>
                                        </p:tav>
                                        <p:tav tm="100000">
                                          <p:val>
                                            <p:strVal val="#ppt_h"/>
                                          </p:val>
                                        </p:tav>
                                      </p:tavLst>
                                    </p:anim>
                                    <p:anim calcmode="lin" valueType="num">
                                      <p:cBhvr>
                                        <p:cTn id="20" dur="500" fill="hold"/>
                                        <p:tgtEl>
                                          <p:spTgt spid="78"/>
                                        </p:tgtEl>
                                        <p:attrNameLst>
                                          <p:attrName>style.rotation</p:attrName>
                                        </p:attrNameLst>
                                      </p:cBhvr>
                                      <p:tavLst>
                                        <p:tav tm="0">
                                          <p:val>
                                            <p:fltVal val="360"/>
                                          </p:val>
                                        </p:tav>
                                        <p:tav tm="100000">
                                          <p:val>
                                            <p:fltVal val="0"/>
                                          </p:val>
                                        </p:tav>
                                      </p:tavLst>
                                    </p:anim>
                                    <p:animEffect transition="in" filter="fade">
                                      <p:cBhvr>
                                        <p:cTn id="21" dur="500"/>
                                        <p:tgtEl>
                                          <p:spTgt spid="78"/>
                                        </p:tgtEl>
                                      </p:cBhvr>
                                    </p:animEffect>
                                  </p:childTnLst>
                                </p:cTn>
                              </p:par>
                            </p:childTnLst>
                          </p:cTn>
                        </p:par>
                        <p:par>
                          <p:cTn id="22" fill="hold">
                            <p:stCondLst>
                              <p:cond delay="500"/>
                            </p:stCondLst>
                            <p:childTnLst>
                              <p:par>
                                <p:cTn id="23" presetID="1" presetClass="entr" presetSubtype="0" fill="hold" grpId="0" nodeType="afterEffect">
                                  <p:stCondLst>
                                    <p:cond delay="0"/>
                                  </p:stCondLst>
                                  <p:iterate type="lt">
                                    <p:tmAbs val="100"/>
                                  </p:iterate>
                                  <p:childTnLst>
                                    <p:set>
                                      <p:cBhvr>
                                        <p:cTn id="24" dur="1" fill="hold">
                                          <p:stCondLst>
                                            <p:cond delay="0"/>
                                          </p:stCondLst>
                                        </p:cTn>
                                        <p:tgtEl>
                                          <p:spTgt spid="79"/>
                                        </p:tgtEl>
                                        <p:attrNameLst>
                                          <p:attrName>style.visibility</p:attrName>
                                        </p:attrNameLst>
                                      </p:cBhvr>
                                      <p:to>
                                        <p:strVal val="visible"/>
                                      </p:to>
                                    </p:set>
                                  </p:childTnLst>
                                </p:cTn>
                              </p:par>
                              <p:par>
                                <p:cTn id="25" presetID="12" presetClass="entr" presetSubtype="8" fill="hold" nodeType="withEffect">
                                  <p:stCondLst>
                                    <p:cond delay="0"/>
                                  </p:stCondLst>
                                  <p:childTnLst>
                                    <p:set>
                                      <p:cBhvr>
                                        <p:cTn id="26" dur="1" fill="hold">
                                          <p:stCondLst>
                                            <p:cond delay="0"/>
                                          </p:stCondLst>
                                        </p:cTn>
                                        <p:tgtEl>
                                          <p:spTgt spid="6"/>
                                        </p:tgtEl>
                                        <p:attrNameLst>
                                          <p:attrName>style.visibility</p:attrName>
                                        </p:attrNameLst>
                                      </p:cBhvr>
                                      <p:to>
                                        <p:strVal val="visible"/>
                                      </p:to>
                                    </p:set>
                                    <p:anim calcmode="lin" valueType="num">
                                      <p:cBhvr additive="base">
                                        <p:cTn id="27" dur="500"/>
                                        <p:tgtEl>
                                          <p:spTgt spid="6"/>
                                        </p:tgtEl>
                                        <p:attrNameLst>
                                          <p:attrName>ppt_x</p:attrName>
                                        </p:attrNameLst>
                                      </p:cBhvr>
                                      <p:tavLst>
                                        <p:tav tm="0">
                                          <p:val>
                                            <p:strVal val="#ppt_x-#ppt_w*1.125000"/>
                                          </p:val>
                                        </p:tav>
                                        <p:tav tm="100000">
                                          <p:val>
                                            <p:strVal val="#ppt_x"/>
                                          </p:val>
                                        </p:tav>
                                      </p:tavLst>
                                    </p:anim>
                                    <p:animEffect transition="in" filter="wipe(right)">
                                      <p:cBhvr>
                                        <p:cTn id="28" dur="500"/>
                                        <p:tgtEl>
                                          <p:spTgt spid="6"/>
                                        </p:tgtEl>
                                      </p:cBhvr>
                                    </p:animEffect>
                                  </p:childTnLst>
                                </p:cTn>
                              </p:par>
                              <p:par>
                                <p:cTn id="29" presetID="12" presetClass="entr" presetSubtype="2" fill="hold" nodeType="withEffect">
                                  <p:stCondLst>
                                    <p:cond delay="0"/>
                                  </p:stCondLst>
                                  <p:childTnLst>
                                    <p:set>
                                      <p:cBhvr>
                                        <p:cTn id="30" dur="1" fill="hold">
                                          <p:stCondLst>
                                            <p:cond delay="0"/>
                                          </p:stCondLst>
                                        </p:cTn>
                                        <p:tgtEl>
                                          <p:spTgt spid="7"/>
                                        </p:tgtEl>
                                        <p:attrNameLst>
                                          <p:attrName>style.visibility</p:attrName>
                                        </p:attrNameLst>
                                      </p:cBhvr>
                                      <p:to>
                                        <p:strVal val="visible"/>
                                      </p:to>
                                    </p:set>
                                    <p:anim calcmode="lin" valueType="num">
                                      <p:cBhvr additive="base">
                                        <p:cTn id="31" dur="500"/>
                                        <p:tgtEl>
                                          <p:spTgt spid="7"/>
                                        </p:tgtEl>
                                        <p:attrNameLst>
                                          <p:attrName>ppt_x</p:attrName>
                                        </p:attrNameLst>
                                      </p:cBhvr>
                                      <p:tavLst>
                                        <p:tav tm="0">
                                          <p:val>
                                            <p:strVal val="#ppt_x+#ppt_w*1.125000"/>
                                          </p:val>
                                        </p:tav>
                                        <p:tav tm="100000">
                                          <p:val>
                                            <p:strVal val="#ppt_x"/>
                                          </p:val>
                                        </p:tav>
                                      </p:tavLst>
                                    </p:anim>
                                    <p:animEffect transition="in" filter="wipe(left)">
                                      <p:cBhvr>
                                        <p:cTn id="32" dur="500"/>
                                        <p:tgtEl>
                                          <p:spTgt spid="7"/>
                                        </p:tgtEl>
                                      </p:cBhvr>
                                    </p:animEffect>
                                  </p:childTnLst>
                                </p:cTn>
                              </p:par>
                              <p:par>
                                <p:cTn id="33" presetID="12" presetClass="entr" presetSubtype="8" fill="hold" nodeType="withEffect">
                                  <p:stCondLst>
                                    <p:cond delay="0"/>
                                  </p:stCondLst>
                                  <p:childTnLst>
                                    <p:set>
                                      <p:cBhvr>
                                        <p:cTn id="34" dur="1" fill="hold">
                                          <p:stCondLst>
                                            <p:cond delay="0"/>
                                          </p:stCondLst>
                                        </p:cTn>
                                        <p:tgtEl>
                                          <p:spTgt spid="30"/>
                                        </p:tgtEl>
                                        <p:attrNameLst>
                                          <p:attrName>style.visibility</p:attrName>
                                        </p:attrNameLst>
                                      </p:cBhvr>
                                      <p:to>
                                        <p:strVal val="visible"/>
                                      </p:to>
                                    </p:set>
                                    <p:anim calcmode="lin" valueType="num">
                                      <p:cBhvr additive="base">
                                        <p:cTn id="35" dur="500"/>
                                        <p:tgtEl>
                                          <p:spTgt spid="30"/>
                                        </p:tgtEl>
                                        <p:attrNameLst>
                                          <p:attrName>ppt_x</p:attrName>
                                        </p:attrNameLst>
                                      </p:cBhvr>
                                      <p:tavLst>
                                        <p:tav tm="0">
                                          <p:val>
                                            <p:strVal val="#ppt_x-#ppt_w*1.125000"/>
                                          </p:val>
                                        </p:tav>
                                        <p:tav tm="100000">
                                          <p:val>
                                            <p:strVal val="#ppt_x"/>
                                          </p:val>
                                        </p:tav>
                                      </p:tavLst>
                                    </p:anim>
                                    <p:animEffect transition="in" filter="wipe(right)">
                                      <p:cBhvr>
                                        <p:cTn id="36" dur="500"/>
                                        <p:tgtEl>
                                          <p:spTgt spid="30"/>
                                        </p:tgtEl>
                                      </p:cBhvr>
                                    </p:animEffect>
                                  </p:childTnLst>
                                </p:cTn>
                              </p:par>
                              <p:par>
                                <p:cTn id="37" presetID="12" presetClass="entr" presetSubtype="2" fill="hold" nodeType="withEffect">
                                  <p:stCondLst>
                                    <p:cond delay="0"/>
                                  </p:stCondLst>
                                  <p:childTnLst>
                                    <p:set>
                                      <p:cBhvr>
                                        <p:cTn id="38" dur="1" fill="hold">
                                          <p:stCondLst>
                                            <p:cond delay="0"/>
                                          </p:stCondLst>
                                        </p:cTn>
                                        <p:tgtEl>
                                          <p:spTgt spid="31"/>
                                        </p:tgtEl>
                                        <p:attrNameLst>
                                          <p:attrName>style.visibility</p:attrName>
                                        </p:attrNameLst>
                                      </p:cBhvr>
                                      <p:to>
                                        <p:strVal val="visible"/>
                                      </p:to>
                                    </p:set>
                                    <p:anim calcmode="lin" valueType="num">
                                      <p:cBhvr additive="base">
                                        <p:cTn id="39" dur="500"/>
                                        <p:tgtEl>
                                          <p:spTgt spid="31"/>
                                        </p:tgtEl>
                                        <p:attrNameLst>
                                          <p:attrName>ppt_x</p:attrName>
                                        </p:attrNameLst>
                                      </p:cBhvr>
                                      <p:tavLst>
                                        <p:tav tm="0">
                                          <p:val>
                                            <p:strVal val="#ppt_x+#ppt_w*1.125000"/>
                                          </p:val>
                                        </p:tav>
                                        <p:tav tm="100000">
                                          <p:val>
                                            <p:strVal val="#ppt_x"/>
                                          </p:val>
                                        </p:tav>
                                      </p:tavLst>
                                    </p:anim>
                                    <p:animEffect transition="in" filter="wipe(left)">
                                      <p:cBhvr>
                                        <p:cTn id="40" dur="500"/>
                                        <p:tgtEl>
                                          <p:spTgt spid="31"/>
                                        </p:tgtEl>
                                      </p:cBhvr>
                                    </p:animEffect>
                                  </p:childTnLst>
                                </p:cTn>
                              </p:par>
                              <p:par>
                                <p:cTn id="41" presetID="12" presetClass="entr" presetSubtype="8" fill="hold" nodeType="withEffect">
                                  <p:stCondLst>
                                    <p:cond delay="0"/>
                                  </p:stCondLst>
                                  <p:childTnLst>
                                    <p:set>
                                      <p:cBhvr>
                                        <p:cTn id="42" dur="1" fill="hold">
                                          <p:stCondLst>
                                            <p:cond delay="0"/>
                                          </p:stCondLst>
                                        </p:cTn>
                                        <p:tgtEl>
                                          <p:spTgt spid="32"/>
                                        </p:tgtEl>
                                        <p:attrNameLst>
                                          <p:attrName>style.visibility</p:attrName>
                                        </p:attrNameLst>
                                      </p:cBhvr>
                                      <p:to>
                                        <p:strVal val="visible"/>
                                      </p:to>
                                    </p:set>
                                    <p:anim calcmode="lin" valueType="num">
                                      <p:cBhvr additive="base">
                                        <p:cTn id="43" dur="500"/>
                                        <p:tgtEl>
                                          <p:spTgt spid="32"/>
                                        </p:tgtEl>
                                        <p:attrNameLst>
                                          <p:attrName>ppt_x</p:attrName>
                                        </p:attrNameLst>
                                      </p:cBhvr>
                                      <p:tavLst>
                                        <p:tav tm="0">
                                          <p:val>
                                            <p:strVal val="#ppt_x-#ppt_w*1.125000"/>
                                          </p:val>
                                        </p:tav>
                                        <p:tav tm="100000">
                                          <p:val>
                                            <p:strVal val="#ppt_x"/>
                                          </p:val>
                                        </p:tav>
                                      </p:tavLst>
                                    </p:anim>
                                    <p:animEffect transition="in" filter="wipe(right)">
                                      <p:cBhvr>
                                        <p:cTn id="44" dur="500"/>
                                        <p:tgtEl>
                                          <p:spTgt spid="32"/>
                                        </p:tgtEl>
                                      </p:cBhvr>
                                    </p:animEffect>
                                  </p:childTnLst>
                                </p:cTn>
                              </p:par>
                              <p:par>
                                <p:cTn id="45" presetID="12" presetClass="entr" presetSubtype="2" fill="hold" nodeType="withEffect">
                                  <p:stCondLst>
                                    <p:cond delay="0"/>
                                  </p:stCondLst>
                                  <p:childTnLst>
                                    <p:set>
                                      <p:cBhvr>
                                        <p:cTn id="46" dur="1" fill="hold">
                                          <p:stCondLst>
                                            <p:cond delay="0"/>
                                          </p:stCondLst>
                                        </p:cTn>
                                        <p:tgtEl>
                                          <p:spTgt spid="33"/>
                                        </p:tgtEl>
                                        <p:attrNameLst>
                                          <p:attrName>style.visibility</p:attrName>
                                        </p:attrNameLst>
                                      </p:cBhvr>
                                      <p:to>
                                        <p:strVal val="visible"/>
                                      </p:to>
                                    </p:set>
                                    <p:anim calcmode="lin" valueType="num">
                                      <p:cBhvr additive="base">
                                        <p:cTn id="47" dur="500"/>
                                        <p:tgtEl>
                                          <p:spTgt spid="33"/>
                                        </p:tgtEl>
                                        <p:attrNameLst>
                                          <p:attrName>ppt_x</p:attrName>
                                        </p:attrNameLst>
                                      </p:cBhvr>
                                      <p:tavLst>
                                        <p:tav tm="0">
                                          <p:val>
                                            <p:strVal val="#ppt_x+#ppt_w*1.125000"/>
                                          </p:val>
                                        </p:tav>
                                        <p:tav tm="100000">
                                          <p:val>
                                            <p:strVal val="#ppt_x"/>
                                          </p:val>
                                        </p:tav>
                                      </p:tavLst>
                                    </p:anim>
                                    <p:animEffect transition="in" filter="wipe(left)">
                                      <p:cBhvr>
                                        <p:cTn id="48" dur="500"/>
                                        <p:tgtEl>
                                          <p:spTgt spid="33"/>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6" grpId="0" animBg="1"/>
      <p:bldP spid="48" grpId="0"/>
      <p:bldP spid="78" grpId="0" animBg="1"/>
      <p:bldP spid="79" grpId="0"/>
    </p:bldLst>
  </p:timing>
</p:sld>
</file>

<file path=ppt/slides/slide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4" name="组合 3">
            <a:extLst>
              <a:ext uri="{FF2B5EF4-FFF2-40B4-BE49-F238E27FC236}">
                <a16:creationId xmlns:a16="http://schemas.microsoft.com/office/drawing/2014/main" id="{9A1EA9F2-FCB6-48C3-935F-7AE7E3AD14AC}"/>
              </a:ext>
            </a:extLst>
          </p:cNvPr>
          <p:cNvGrpSpPr/>
          <p:nvPr/>
        </p:nvGrpSpPr>
        <p:grpSpPr>
          <a:xfrm>
            <a:off x="304799" y="749300"/>
            <a:ext cx="6266993" cy="400110"/>
            <a:chOff x="424116" y="898245"/>
            <a:chExt cx="6266993" cy="400110"/>
          </a:xfrm>
        </p:grpSpPr>
        <p:sp>
          <p:nvSpPr>
            <p:cNvPr id="2" name="平行四边形 1">
              <a:extLst>
                <a:ext uri="{FF2B5EF4-FFF2-40B4-BE49-F238E27FC236}">
                  <a16:creationId xmlns:a16="http://schemas.microsoft.com/office/drawing/2014/main" id="{1F5BAA3F-9845-4F89-A2DD-8222D3E4EDAC}"/>
                </a:ext>
              </a:extLst>
            </p:cNvPr>
            <p:cNvSpPr/>
            <p:nvPr/>
          </p:nvSpPr>
          <p:spPr>
            <a:xfrm>
              <a:off x="424116" y="898245"/>
              <a:ext cx="712237" cy="387090"/>
            </a:xfrm>
            <a:prstGeom prst="parallelogram">
              <a:avLst/>
            </a:prstGeom>
            <a:solidFill>
              <a:schemeClr val="accent3">
                <a:lumMod val="75000"/>
              </a:schemeClr>
            </a:solidFill>
            <a:ln>
              <a:solidFill>
                <a:schemeClr val="accent3">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CN" sz="2200" dirty="0">
                  <a:latin typeface="Impact" panose="020B0806030902050204" pitchFamily="34" charset="0"/>
                </a:rPr>
                <a:t>02</a:t>
              </a:r>
              <a:endParaRPr lang="zh-CN" altLang="en-US" sz="2200" dirty="0">
                <a:latin typeface="Impact" panose="020B0806030902050204" pitchFamily="34" charset="0"/>
              </a:endParaRPr>
            </a:p>
          </p:txBody>
        </p:sp>
        <p:sp>
          <p:nvSpPr>
            <p:cNvPr id="3" name="文本框 2">
              <a:extLst>
                <a:ext uri="{FF2B5EF4-FFF2-40B4-BE49-F238E27FC236}">
                  <a16:creationId xmlns:a16="http://schemas.microsoft.com/office/drawing/2014/main" id="{4D6BD736-A4D3-4F26-AFED-36E11F50F70B}"/>
                </a:ext>
              </a:extLst>
            </p:cNvPr>
            <p:cNvSpPr txBox="1"/>
            <p:nvPr/>
          </p:nvSpPr>
          <p:spPr>
            <a:xfrm>
              <a:off x="1127071" y="898245"/>
              <a:ext cx="5564038" cy="400110"/>
            </a:xfrm>
            <a:prstGeom prst="rect">
              <a:avLst/>
            </a:prstGeom>
            <a:noFill/>
          </p:spPr>
          <p:txBody>
            <a:bodyPr wrap="square" rtlCol="0">
              <a:spAutoFit/>
            </a:bodyPr>
            <a:lstStyle/>
            <a:p>
              <a:r>
                <a:rPr lang="zh-CN" altLang="en-US" sz="2000" b="1" dirty="0"/>
                <a:t>链路、数据链路和帧</a:t>
              </a:r>
            </a:p>
          </p:txBody>
        </p:sp>
      </p:grpSp>
      <p:sp>
        <p:nvSpPr>
          <p:cNvPr id="80" name="矩形 79">
            <a:extLst>
              <a:ext uri="{FF2B5EF4-FFF2-40B4-BE49-F238E27FC236}">
                <a16:creationId xmlns:a16="http://schemas.microsoft.com/office/drawing/2014/main" id="{0A6D7A4B-FBF1-499E-BD69-1352E02AC9DB}"/>
              </a:ext>
            </a:extLst>
          </p:cNvPr>
          <p:cNvSpPr/>
          <p:nvPr/>
        </p:nvSpPr>
        <p:spPr>
          <a:xfrm>
            <a:off x="1016000" y="1297642"/>
            <a:ext cx="256976" cy="256976"/>
          </a:xfrm>
          <a:prstGeom prst="rect">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81" name="íşlïḍè">
            <a:extLst>
              <a:ext uri="{FF2B5EF4-FFF2-40B4-BE49-F238E27FC236}">
                <a16:creationId xmlns:a16="http://schemas.microsoft.com/office/drawing/2014/main" id="{37D21115-C261-421F-BD81-8F9458604959}"/>
              </a:ext>
            </a:extLst>
          </p:cNvPr>
          <p:cNvSpPr txBox="1"/>
          <p:nvPr/>
        </p:nvSpPr>
        <p:spPr>
          <a:xfrm>
            <a:off x="1293757" y="1229736"/>
            <a:ext cx="8922525" cy="400110"/>
          </a:xfrm>
          <a:prstGeom prst="rect">
            <a:avLst/>
          </a:prstGeom>
          <a:noFill/>
        </p:spPr>
        <p:txBody>
          <a:bodyPr wrap="square" lIns="91440" tIns="45720" rIns="91440" bIns="45720" anchor="ctr">
            <a:noAutofit/>
          </a:bodyPr>
          <a:lstStyle/>
          <a:p>
            <a:r>
              <a:rPr lang="zh-CN" altLang="en-US" b="1" dirty="0"/>
              <a:t>帧（</a:t>
            </a:r>
            <a:r>
              <a:rPr lang="en-US" altLang="zh-CN" b="1" dirty="0"/>
              <a:t>Frame</a:t>
            </a:r>
            <a:r>
              <a:rPr lang="zh-CN" altLang="en-US" b="1" dirty="0"/>
              <a:t>）是</a:t>
            </a:r>
            <a:r>
              <a:rPr lang="zh-CN" altLang="en-US" b="1" dirty="0">
                <a:solidFill>
                  <a:schemeClr val="accent1">
                    <a:lumMod val="75000"/>
                  </a:schemeClr>
                </a:solidFill>
              </a:rPr>
              <a:t>数据链路层</a:t>
            </a:r>
            <a:r>
              <a:rPr lang="zh-CN" altLang="en-US" b="1" dirty="0"/>
              <a:t>对等实体之间在水平方向进行逻辑通信的</a:t>
            </a:r>
            <a:r>
              <a:rPr lang="zh-CN" altLang="en-US" b="1" dirty="0">
                <a:solidFill>
                  <a:schemeClr val="accent1">
                    <a:lumMod val="75000"/>
                  </a:schemeClr>
                </a:solidFill>
              </a:rPr>
              <a:t>协议数据单元</a:t>
            </a:r>
            <a:r>
              <a:rPr lang="en-US" altLang="zh-CN" b="1" dirty="0">
                <a:solidFill>
                  <a:schemeClr val="accent1">
                    <a:lumMod val="75000"/>
                  </a:schemeClr>
                </a:solidFill>
              </a:rPr>
              <a:t>PDU</a:t>
            </a:r>
            <a:r>
              <a:rPr lang="zh-CN" altLang="en-US" b="1" dirty="0"/>
              <a:t>。</a:t>
            </a:r>
            <a:endParaRPr lang="en-US" altLang="zh-CN" b="1" dirty="0"/>
          </a:p>
        </p:txBody>
      </p:sp>
      <p:grpSp>
        <p:nvGrpSpPr>
          <p:cNvPr id="34" name="组合 33">
            <a:extLst>
              <a:ext uri="{FF2B5EF4-FFF2-40B4-BE49-F238E27FC236}">
                <a16:creationId xmlns:a16="http://schemas.microsoft.com/office/drawing/2014/main" id="{C67DBDF4-B82F-4510-8FCF-04E16155AC73}"/>
              </a:ext>
            </a:extLst>
          </p:cNvPr>
          <p:cNvGrpSpPr/>
          <p:nvPr/>
        </p:nvGrpSpPr>
        <p:grpSpPr>
          <a:xfrm>
            <a:off x="443162" y="1901692"/>
            <a:ext cx="11459941" cy="3606039"/>
            <a:chOff x="443162" y="1901692"/>
            <a:chExt cx="11459941" cy="3606039"/>
          </a:xfrm>
        </p:grpSpPr>
        <p:sp>
          <p:nvSpPr>
            <p:cNvPr id="82" name="矩形 81">
              <a:extLst>
                <a:ext uri="{FF2B5EF4-FFF2-40B4-BE49-F238E27FC236}">
                  <a16:creationId xmlns:a16="http://schemas.microsoft.com/office/drawing/2014/main" id="{9AB0D90F-306E-435A-BD59-9EFDA69CE790}"/>
                </a:ext>
              </a:extLst>
            </p:cNvPr>
            <p:cNvSpPr/>
            <p:nvPr/>
          </p:nvSpPr>
          <p:spPr>
            <a:xfrm>
              <a:off x="1365604" y="4509621"/>
              <a:ext cx="10383233" cy="495455"/>
            </a:xfrm>
            <a:prstGeom prst="rect">
              <a:avLst/>
            </a:prstGeom>
            <a:solidFill>
              <a:schemeClr val="accent4"/>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b="1" dirty="0"/>
            </a:p>
          </p:txBody>
        </p:sp>
        <p:grpSp>
          <p:nvGrpSpPr>
            <p:cNvPr id="86" name="组合 85">
              <a:extLst>
                <a:ext uri="{FF2B5EF4-FFF2-40B4-BE49-F238E27FC236}">
                  <a16:creationId xmlns:a16="http://schemas.microsoft.com/office/drawing/2014/main" id="{C153933D-C1B0-4172-84EA-6D38E519DAEC}"/>
                </a:ext>
              </a:extLst>
            </p:cNvPr>
            <p:cNvGrpSpPr/>
            <p:nvPr/>
          </p:nvGrpSpPr>
          <p:grpSpPr>
            <a:xfrm>
              <a:off x="443162" y="3024106"/>
              <a:ext cx="11320437" cy="2477275"/>
              <a:chOff x="443162" y="2578210"/>
              <a:chExt cx="11320437" cy="2477275"/>
            </a:xfrm>
          </p:grpSpPr>
          <p:grpSp>
            <p:nvGrpSpPr>
              <p:cNvPr id="87" name="组合 86">
                <a:extLst>
                  <a:ext uri="{FF2B5EF4-FFF2-40B4-BE49-F238E27FC236}">
                    <a16:creationId xmlns:a16="http://schemas.microsoft.com/office/drawing/2014/main" id="{FC49B58A-D93A-45CA-AC87-F393D38AC407}"/>
                  </a:ext>
                </a:extLst>
              </p:cNvPr>
              <p:cNvGrpSpPr/>
              <p:nvPr/>
            </p:nvGrpSpPr>
            <p:grpSpPr>
              <a:xfrm>
                <a:off x="443162" y="2578210"/>
                <a:ext cx="927262" cy="2477275"/>
                <a:chOff x="573658" y="3076055"/>
                <a:chExt cx="927262" cy="2477275"/>
              </a:xfrm>
            </p:grpSpPr>
            <p:sp>
              <p:nvSpPr>
                <p:cNvPr id="94" name="矩形 93">
                  <a:extLst>
                    <a:ext uri="{FF2B5EF4-FFF2-40B4-BE49-F238E27FC236}">
                      <a16:creationId xmlns:a16="http://schemas.microsoft.com/office/drawing/2014/main" id="{73439CD8-A153-483A-9E66-5B9C1CEBE468}"/>
                    </a:ext>
                  </a:extLst>
                </p:cNvPr>
                <p:cNvSpPr/>
                <p:nvPr/>
              </p:nvSpPr>
              <p:spPr>
                <a:xfrm>
                  <a:off x="573658" y="5057875"/>
                  <a:ext cx="927262" cy="495455"/>
                </a:xfrm>
                <a:prstGeom prst="rect">
                  <a:avLst/>
                </a:prstGeom>
                <a:solidFill>
                  <a:schemeClr val="tx2"/>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zh-CN" altLang="en-US" b="1" dirty="0"/>
                    <a:t>物理层</a:t>
                  </a:r>
                </a:p>
              </p:txBody>
            </p:sp>
            <p:sp>
              <p:nvSpPr>
                <p:cNvPr id="95" name="矩形 94">
                  <a:extLst>
                    <a:ext uri="{FF2B5EF4-FFF2-40B4-BE49-F238E27FC236}">
                      <a16:creationId xmlns:a16="http://schemas.microsoft.com/office/drawing/2014/main" id="{EAA64B7F-B4E0-43F5-ABF2-9791DA069B97}"/>
                    </a:ext>
                  </a:extLst>
                </p:cNvPr>
                <p:cNvSpPr/>
                <p:nvPr/>
              </p:nvSpPr>
              <p:spPr>
                <a:xfrm>
                  <a:off x="573658" y="3571510"/>
                  <a:ext cx="927262" cy="495455"/>
                </a:xfrm>
                <a:prstGeom prst="rect">
                  <a:avLst/>
                </a:prstGeom>
                <a:solidFill>
                  <a:schemeClr val="accent3"/>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zh-CN" altLang="en-US" b="1" dirty="0"/>
                    <a:t>运输层</a:t>
                  </a:r>
                </a:p>
              </p:txBody>
            </p:sp>
            <p:sp>
              <p:nvSpPr>
                <p:cNvPr id="96" name="矩形 95">
                  <a:extLst>
                    <a:ext uri="{FF2B5EF4-FFF2-40B4-BE49-F238E27FC236}">
                      <a16:creationId xmlns:a16="http://schemas.microsoft.com/office/drawing/2014/main" id="{183F8F5D-8626-40B9-BFF7-87142CBD842A}"/>
                    </a:ext>
                  </a:extLst>
                </p:cNvPr>
                <p:cNvSpPr/>
                <p:nvPr/>
              </p:nvSpPr>
              <p:spPr>
                <a:xfrm>
                  <a:off x="573658" y="4067816"/>
                  <a:ext cx="927262" cy="495455"/>
                </a:xfrm>
                <a:prstGeom prst="rect">
                  <a:avLst/>
                </a:prstGeom>
                <a:solidFill>
                  <a:schemeClr val="accent6"/>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zh-CN" altLang="en-US" b="1" dirty="0"/>
                    <a:t>网络层</a:t>
                  </a:r>
                </a:p>
              </p:txBody>
            </p:sp>
            <p:sp>
              <p:nvSpPr>
                <p:cNvPr id="97" name="矩形 96">
                  <a:extLst>
                    <a:ext uri="{FF2B5EF4-FFF2-40B4-BE49-F238E27FC236}">
                      <a16:creationId xmlns:a16="http://schemas.microsoft.com/office/drawing/2014/main" id="{55C1FDFC-9477-466D-A897-9688A9E37854}"/>
                    </a:ext>
                  </a:extLst>
                </p:cNvPr>
                <p:cNvSpPr/>
                <p:nvPr/>
              </p:nvSpPr>
              <p:spPr>
                <a:xfrm>
                  <a:off x="573658" y="4562420"/>
                  <a:ext cx="927262" cy="495455"/>
                </a:xfrm>
                <a:prstGeom prst="rect">
                  <a:avLst/>
                </a:prstGeom>
                <a:solidFill>
                  <a:schemeClr val="accent4"/>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zh-CN" altLang="en-US" b="1" dirty="0"/>
                    <a:t>链路层</a:t>
                  </a:r>
                </a:p>
              </p:txBody>
            </p:sp>
            <p:sp>
              <p:nvSpPr>
                <p:cNvPr id="98" name="矩形 97">
                  <a:extLst>
                    <a:ext uri="{FF2B5EF4-FFF2-40B4-BE49-F238E27FC236}">
                      <a16:creationId xmlns:a16="http://schemas.microsoft.com/office/drawing/2014/main" id="{9B19A38A-9A9F-4D51-A349-1695884D8E7F}"/>
                    </a:ext>
                  </a:extLst>
                </p:cNvPr>
                <p:cNvSpPr/>
                <p:nvPr/>
              </p:nvSpPr>
              <p:spPr>
                <a:xfrm>
                  <a:off x="573658" y="3076055"/>
                  <a:ext cx="927262" cy="495455"/>
                </a:xfrm>
                <a:prstGeom prst="rect">
                  <a:avLst/>
                </a:prstGeom>
                <a:solidFill>
                  <a:schemeClr val="accent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zh-CN" altLang="en-US" b="1" dirty="0"/>
                    <a:t>应用层</a:t>
                  </a:r>
                </a:p>
              </p:txBody>
            </p:sp>
          </p:grpSp>
          <p:grpSp>
            <p:nvGrpSpPr>
              <p:cNvPr id="88" name="组合 87">
                <a:extLst>
                  <a:ext uri="{FF2B5EF4-FFF2-40B4-BE49-F238E27FC236}">
                    <a16:creationId xmlns:a16="http://schemas.microsoft.com/office/drawing/2014/main" id="{46D506EC-CC36-4846-A264-51E5B9E72358}"/>
                  </a:ext>
                </a:extLst>
              </p:cNvPr>
              <p:cNvGrpSpPr/>
              <p:nvPr/>
            </p:nvGrpSpPr>
            <p:grpSpPr>
              <a:xfrm>
                <a:off x="10836337" y="2578210"/>
                <a:ext cx="927262" cy="2477275"/>
                <a:chOff x="573658" y="3055993"/>
                <a:chExt cx="927262" cy="2477275"/>
              </a:xfrm>
            </p:grpSpPr>
            <p:sp>
              <p:nvSpPr>
                <p:cNvPr id="89" name="矩形 88">
                  <a:extLst>
                    <a:ext uri="{FF2B5EF4-FFF2-40B4-BE49-F238E27FC236}">
                      <a16:creationId xmlns:a16="http://schemas.microsoft.com/office/drawing/2014/main" id="{124CFB94-00FE-4757-88E3-83B2ACCADA48}"/>
                    </a:ext>
                  </a:extLst>
                </p:cNvPr>
                <p:cNvSpPr/>
                <p:nvPr/>
              </p:nvSpPr>
              <p:spPr>
                <a:xfrm>
                  <a:off x="573658" y="5037813"/>
                  <a:ext cx="927262" cy="495455"/>
                </a:xfrm>
                <a:prstGeom prst="rect">
                  <a:avLst/>
                </a:prstGeom>
                <a:solidFill>
                  <a:schemeClr val="tx2"/>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zh-CN" altLang="en-US" b="1" dirty="0"/>
                    <a:t>物理层</a:t>
                  </a:r>
                </a:p>
              </p:txBody>
            </p:sp>
            <p:sp>
              <p:nvSpPr>
                <p:cNvPr id="90" name="矩形 89">
                  <a:extLst>
                    <a:ext uri="{FF2B5EF4-FFF2-40B4-BE49-F238E27FC236}">
                      <a16:creationId xmlns:a16="http://schemas.microsoft.com/office/drawing/2014/main" id="{34103BCF-ABC7-4731-9E0A-AE37E4C71DC3}"/>
                    </a:ext>
                  </a:extLst>
                </p:cNvPr>
                <p:cNvSpPr/>
                <p:nvPr/>
              </p:nvSpPr>
              <p:spPr>
                <a:xfrm>
                  <a:off x="573658" y="3551448"/>
                  <a:ext cx="927262" cy="495455"/>
                </a:xfrm>
                <a:prstGeom prst="rect">
                  <a:avLst/>
                </a:prstGeom>
                <a:solidFill>
                  <a:schemeClr val="accent3"/>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zh-CN" altLang="en-US" b="1" dirty="0"/>
                    <a:t>运输层</a:t>
                  </a:r>
                </a:p>
              </p:txBody>
            </p:sp>
            <p:sp>
              <p:nvSpPr>
                <p:cNvPr id="91" name="矩形 90">
                  <a:extLst>
                    <a:ext uri="{FF2B5EF4-FFF2-40B4-BE49-F238E27FC236}">
                      <a16:creationId xmlns:a16="http://schemas.microsoft.com/office/drawing/2014/main" id="{8081DD34-2696-4A2A-B7F4-B43F5E7F7BD3}"/>
                    </a:ext>
                  </a:extLst>
                </p:cNvPr>
                <p:cNvSpPr/>
                <p:nvPr/>
              </p:nvSpPr>
              <p:spPr>
                <a:xfrm>
                  <a:off x="573658" y="4047754"/>
                  <a:ext cx="927262" cy="495455"/>
                </a:xfrm>
                <a:prstGeom prst="rect">
                  <a:avLst/>
                </a:prstGeom>
                <a:solidFill>
                  <a:schemeClr val="accent6"/>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zh-CN" altLang="en-US" b="1" dirty="0"/>
                    <a:t>网络层</a:t>
                  </a:r>
                </a:p>
              </p:txBody>
            </p:sp>
            <p:sp>
              <p:nvSpPr>
                <p:cNvPr id="92" name="矩形 91">
                  <a:extLst>
                    <a:ext uri="{FF2B5EF4-FFF2-40B4-BE49-F238E27FC236}">
                      <a16:creationId xmlns:a16="http://schemas.microsoft.com/office/drawing/2014/main" id="{51FD0240-8E13-42BB-A172-60756E7AE84D}"/>
                    </a:ext>
                  </a:extLst>
                </p:cNvPr>
                <p:cNvSpPr/>
                <p:nvPr/>
              </p:nvSpPr>
              <p:spPr>
                <a:xfrm>
                  <a:off x="573658" y="4542358"/>
                  <a:ext cx="927262" cy="495455"/>
                </a:xfrm>
                <a:prstGeom prst="rect">
                  <a:avLst/>
                </a:prstGeom>
                <a:solidFill>
                  <a:schemeClr val="accent4"/>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zh-CN" altLang="en-US" b="1" dirty="0"/>
                    <a:t>链路层</a:t>
                  </a:r>
                </a:p>
              </p:txBody>
            </p:sp>
            <p:sp>
              <p:nvSpPr>
                <p:cNvPr id="93" name="矩形 92">
                  <a:extLst>
                    <a:ext uri="{FF2B5EF4-FFF2-40B4-BE49-F238E27FC236}">
                      <a16:creationId xmlns:a16="http://schemas.microsoft.com/office/drawing/2014/main" id="{DB6019C8-4BEF-4914-B669-5E9FBF1F2AA7}"/>
                    </a:ext>
                  </a:extLst>
                </p:cNvPr>
                <p:cNvSpPr/>
                <p:nvPr/>
              </p:nvSpPr>
              <p:spPr>
                <a:xfrm>
                  <a:off x="573658" y="3055993"/>
                  <a:ext cx="927262" cy="495455"/>
                </a:xfrm>
                <a:prstGeom prst="rect">
                  <a:avLst/>
                </a:prstGeom>
                <a:solidFill>
                  <a:schemeClr val="accent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zh-CN" altLang="en-US" b="1" dirty="0"/>
                    <a:t>应用层</a:t>
                  </a:r>
                </a:p>
              </p:txBody>
            </p:sp>
          </p:grpSp>
        </p:grpSp>
        <p:grpSp>
          <p:nvGrpSpPr>
            <p:cNvPr id="99" name="组合 98">
              <a:extLst>
                <a:ext uri="{FF2B5EF4-FFF2-40B4-BE49-F238E27FC236}">
                  <a16:creationId xmlns:a16="http://schemas.microsoft.com/office/drawing/2014/main" id="{CC1B08E0-48EF-48BD-8EF8-136C781D6435}"/>
                </a:ext>
              </a:extLst>
            </p:cNvPr>
            <p:cNvGrpSpPr/>
            <p:nvPr/>
          </p:nvGrpSpPr>
          <p:grpSpPr>
            <a:xfrm>
              <a:off x="3444676" y="4015867"/>
              <a:ext cx="5255824" cy="1485514"/>
              <a:chOff x="3444676" y="3569971"/>
              <a:chExt cx="5255824" cy="1485514"/>
            </a:xfrm>
          </p:grpSpPr>
          <p:grpSp>
            <p:nvGrpSpPr>
              <p:cNvPr id="100" name="组合 99">
                <a:extLst>
                  <a:ext uri="{FF2B5EF4-FFF2-40B4-BE49-F238E27FC236}">
                    <a16:creationId xmlns:a16="http://schemas.microsoft.com/office/drawing/2014/main" id="{BE59BBA1-E355-4811-AB36-7596DF9CBE36}"/>
                  </a:ext>
                </a:extLst>
              </p:cNvPr>
              <p:cNvGrpSpPr/>
              <p:nvPr/>
            </p:nvGrpSpPr>
            <p:grpSpPr>
              <a:xfrm>
                <a:off x="3444676" y="3569971"/>
                <a:ext cx="1820192" cy="1485514"/>
                <a:chOff x="5164841" y="3462133"/>
                <a:chExt cx="1820192" cy="1485514"/>
              </a:xfrm>
            </p:grpSpPr>
            <p:sp>
              <p:nvSpPr>
                <p:cNvPr id="107" name="矩形 106">
                  <a:extLst>
                    <a:ext uri="{FF2B5EF4-FFF2-40B4-BE49-F238E27FC236}">
                      <a16:creationId xmlns:a16="http://schemas.microsoft.com/office/drawing/2014/main" id="{100C4ADD-388A-418F-97D2-50166450FD91}"/>
                    </a:ext>
                  </a:extLst>
                </p:cNvPr>
                <p:cNvSpPr/>
                <p:nvPr/>
              </p:nvSpPr>
              <p:spPr>
                <a:xfrm>
                  <a:off x="5164841" y="4452192"/>
                  <a:ext cx="883201" cy="495455"/>
                </a:xfrm>
                <a:prstGeom prst="rect">
                  <a:avLst/>
                </a:prstGeom>
                <a:solidFill>
                  <a:schemeClr val="tx2"/>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zh-CN" altLang="en-US" b="1" dirty="0"/>
                    <a:t>物理层</a:t>
                  </a:r>
                </a:p>
              </p:txBody>
            </p:sp>
            <p:sp>
              <p:nvSpPr>
                <p:cNvPr id="108" name="矩形 107">
                  <a:extLst>
                    <a:ext uri="{FF2B5EF4-FFF2-40B4-BE49-F238E27FC236}">
                      <a16:creationId xmlns:a16="http://schemas.microsoft.com/office/drawing/2014/main" id="{87641776-0BB6-45D8-A831-A94BCDCB2B7D}"/>
                    </a:ext>
                  </a:extLst>
                </p:cNvPr>
                <p:cNvSpPr/>
                <p:nvPr/>
              </p:nvSpPr>
              <p:spPr>
                <a:xfrm>
                  <a:off x="5164841" y="3462133"/>
                  <a:ext cx="1820192" cy="495455"/>
                </a:xfrm>
                <a:prstGeom prst="rect">
                  <a:avLst/>
                </a:prstGeom>
                <a:solidFill>
                  <a:schemeClr val="accent6"/>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zh-CN" altLang="en-US" b="1" dirty="0"/>
                    <a:t>网络层</a:t>
                  </a:r>
                </a:p>
              </p:txBody>
            </p:sp>
            <p:sp>
              <p:nvSpPr>
                <p:cNvPr id="109" name="矩形 108">
                  <a:extLst>
                    <a:ext uri="{FF2B5EF4-FFF2-40B4-BE49-F238E27FC236}">
                      <a16:creationId xmlns:a16="http://schemas.microsoft.com/office/drawing/2014/main" id="{B725031E-86B9-4B26-9EB2-38B9448CA409}"/>
                    </a:ext>
                  </a:extLst>
                </p:cNvPr>
                <p:cNvSpPr/>
                <p:nvPr/>
              </p:nvSpPr>
              <p:spPr>
                <a:xfrm>
                  <a:off x="5164841" y="3956737"/>
                  <a:ext cx="883201" cy="495455"/>
                </a:xfrm>
                <a:prstGeom prst="rect">
                  <a:avLst/>
                </a:prstGeom>
                <a:solidFill>
                  <a:schemeClr val="accent4"/>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zh-CN" altLang="en-US" b="1" dirty="0"/>
                    <a:t>链路层</a:t>
                  </a:r>
                </a:p>
              </p:txBody>
            </p:sp>
            <p:sp>
              <p:nvSpPr>
                <p:cNvPr id="110" name="矩形 109">
                  <a:extLst>
                    <a:ext uri="{FF2B5EF4-FFF2-40B4-BE49-F238E27FC236}">
                      <a16:creationId xmlns:a16="http://schemas.microsoft.com/office/drawing/2014/main" id="{5627E60A-CC05-4069-AA42-DD5B249CE284}"/>
                    </a:ext>
                  </a:extLst>
                </p:cNvPr>
                <p:cNvSpPr/>
                <p:nvPr/>
              </p:nvSpPr>
              <p:spPr>
                <a:xfrm>
                  <a:off x="6101832" y="4451342"/>
                  <a:ext cx="883201" cy="495455"/>
                </a:xfrm>
                <a:prstGeom prst="rect">
                  <a:avLst/>
                </a:prstGeom>
                <a:solidFill>
                  <a:schemeClr val="tx2"/>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zh-CN" altLang="en-US" b="1" dirty="0"/>
                    <a:t>物理层</a:t>
                  </a:r>
                </a:p>
              </p:txBody>
            </p:sp>
            <p:sp>
              <p:nvSpPr>
                <p:cNvPr id="111" name="矩形 110">
                  <a:extLst>
                    <a:ext uri="{FF2B5EF4-FFF2-40B4-BE49-F238E27FC236}">
                      <a16:creationId xmlns:a16="http://schemas.microsoft.com/office/drawing/2014/main" id="{589C88A1-924E-4E7F-9F77-330BC2A65A73}"/>
                    </a:ext>
                  </a:extLst>
                </p:cNvPr>
                <p:cNvSpPr/>
                <p:nvPr/>
              </p:nvSpPr>
              <p:spPr>
                <a:xfrm>
                  <a:off x="6101832" y="3955887"/>
                  <a:ext cx="883201" cy="495455"/>
                </a:xfrm>
                <a:prstGeom prst="rect">
                  <a:avLst/>
                </a:prstGeom>
                <a:solidFill>
                  <a:schemeClr val="accent4"/>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zh-CN" altLang="en-US" b="1" dirty="0"/>
                    <a:t>链路层</a:t>
                  </a:r>
                </a:p>
              </p:txBody>
            </p:sp>
          </p:grpSp>
          <p:grpSp>
            <p:nvGrpSpPr>
              <p:cNvPr id="101" name="组合 100">
                <a:extLst>
                  <a:ext uri="{FF2B5EF4-FFF2-40B4-BE49-F238E27FC236}">
                    <a16:creationId xmlns:a16="http://schemas.microsoft.com/office/drawing/2014/main" id="{BFF20CF0-57B9-4BE3-B2FE-285C5823AA71}"/>
                  </a:ext>
                </a:extLst>
              </p:cNvPr>
              <p:cNvGrpSpPr/>
              <p:nvPr/>
            </p:nvGrpSpPr>
            <p:grpSpPr>
              <a:xfrm>
                <a:off x="6880308" y="3569971"/>
                <a:ext cx="1820192" cy="1485514"/>
                <a:chOff x="5164841" y="3462133"/>
                <a:chExt cx="1820192" cy="1485514"/>
              </a:xfrm>
            </p:grpSpPr>
            <p:sp>
              <p:nvSpPr>
                <p:cNvPr id="102" name="矩形 101">
                  <a:extLst>
                    <a:ext uri="{FF2B5EF4-FFF2-40B4-BE49-F238E27FC236}">
                      <a16:creationId xmlns:a16="http://schemas.microsoft.com/office/drawing/2014/main" id="{6E9B81A3-3ED7-4F9D-AEA2-9B3A8301FFEC}"/>
                    </a:ext>
                  </a:extLst>
                </p:cNvPr>
                <p:cNvSpPr/>
                <p:nvPr/>
              </p:nvSpPr>
              <p:spPr>
                <a:xfrm>
                  <a:off x="5164841" y="4452192"/>
                  <a:ext cx="883201" cy="495455"/>
                </a:xfrm>
                <a:prstGeom prst="rect">
                  <a:avLst/>
                </a:prstGeom>
                <a:solidFill>
                  <a:schemeClr val="tx2"/>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zh-CN" altLang="en-US" b="1" dirty="0"/>
                    <a:t>物理层</a:t>
                  </a:r>
                </a:p>
              </p:txBody>
            </p:sp>
            <p:sp>
              <p:nvSpPr>
                <p:cNvPr id="103" name="矩形 102">
                  <a:extLst>
                    <a:ext uri="{FF2B5EF4-FFF2-40B4-BE49-F238E27FC236}">
                      <a16:creationId xmlns:a16="http://schemas.microsoft.com/office/drawing/2014/main" id="{6C5D4FF6-8AE2-469B-9566-675927D4C363}"/>
                    </a:ext>
                  </a:extLst>
                </p:cNvPr>
                <p:cNvSpPr/>
                <p:nvPr/>
              </p:nvSpPr>
              <p:spPr>
                <a:xfrm>
                  <a:off x="5164841" y="3462133"/>
                  <a:ext cx="1820192" cy="495455"/>
                </a:xfrm>
                <a:prstGeom prst="rect">
                  <a:avLst/>
                </a:prstGeom>
                <a:solidFill>
                  <a:schemeClr val="accent6"/>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zh-CN" altLang="en-US" b="1" dirty="0"/>
                    <a:t>网络层</a:t>
                  </a:r>
                </a:p>
              </p:txBody>
            </p:sp>
            <p:sp>
              <p:nvSpPr>
                <p:cNvPr id="104" name="矩形 103">
                  <a:extLst>
                    <a:ext uri="{FF2B5EF4-FFF2-40B4-BE49-F238E27FC236}">
                      <a16:creationId xmlns:a16="http://schemas.microsoft.com/office/drawing/2014/main" id="{25F8E310-980A-4266-8D91-E746261086ED}"/>
                    </a:ext>
                  </a:extLst>
                </p:cNvPr>
                <p:cNvSpPr/>
                <p:nvPr/>
              </p:nvSpPr>
              <p:spPr>
                <a:xfrm>
                  <a:off x="5164841" y="3956737"/>
                  <a:ext cx="883201" cy="495455"/>
                </a:xfrm>
                <a:prstGeom prst="rect">
                  <a:avLst/>
                </a:prstGeom>
                <a:solidFill>
                  <a:schemeClr val="accent4"/>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zh-CN" altLang="en-US" b="1" dirty="0"/>
                    <a:t>链路层</a:t>
                  </a:r>
                </a:p>
              </p:txBody>
            </p:sp>
            <p:sp>
              <p:nvSpPr>
                <p:cNvPr id="105" name="矩形 104">
                  <a:extLst>
                    <a:ext uri="{FF2B5EF4-FFF2-40B4-BE49-F238E27FC236}">
                      <a16:creationId xmlns:a16="http://schemas.microsoft.com/office/drawing/2014/main" id="{C8A3C2B1-3477-494B-A35F-65CFA16A1C78}"/>
                    </a:ext>
                  </a:extLst>
                </p:cNvPr>
                <p:cNvSpPr/>
                <p:nvPr/>
              </p:nvSpPr>
              <p:spPr>
                <a:xfrm>
                  <a:off x="6101832" y="4451342"/>
                  <a:ext cx="883201" cy="495455"/>
                </a:xfrm>
                <a:prstGeom prst="rect">
                  <a:avLst/>
                </a:prstGeom>
                <a:solidFill>
                  <a:schemeClr val="tx2"/>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zh-CN" altLang="en-US" b="1" dirty="0"/>
                    <a:t>物理层</a:t>
                  </a:r>
                </a:p>
              </p:txBody>
            </p:sp>
            <p:sp>
              <p:nvSpPr>
                <p:cNvPr id="106" name="矩形 105">
                  <a:extLst>
                    <a:ext uri="{FF2B5EF4-FFF2-40B4-BE49-F238E27FC236}">
                      <a16:creationId xmlns:a16="http://schemas.microsoft.com/office/drawing/2014/main" id="{58018019-01B9-4A48-94CA-AD7D472E418F}"/>
                    </a:ext>
                  </a:extLst>
                </p:cNvPr>
                <p:cNvSpPr/>
                <p:nvPr/>
              </p:nvSpPr>
              <p:spPr>
                <a:xfrm>
                  <a:off x="6101832" y="3955887"/>
                  <a:ext cx="883201" cy="495455"/>
                </a:xfrm>
                <a:prstGeom prst="rect">
                  <a:avLst/>
                </a:prstGeom>
                <a:solidFill>
                  <a:schemeClr val="accent4"/>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zh-CN" altLang="en-US" b="1" dirty="0"/>
                    <a:t>链路层</a:t>
                  </a:r>
                </a:p>
              </p:txBody>
            </p:sp>
          </p:grpSp>
        </p:grpSp>
        <p:grpSp>
          <p:nvGrpSpPr>
            <p:cNvPr id="112" name="组合 111">
              <a:extLst>
                <a:ext uri="{FF2B5EF4-FFF2-40B4-BE49-F238E27FC236}">
                  <a16:creationId xmlns:a16="http://schemas.microsoft.com/office/drawing/2014/main" id="{8FA6F789-59A8-430F-8EFA-5536C871A101}"/>
                </a:ext>
              </a:extLst>
            </p:cNvPr>
            <p:cNvGrpSpPr/>
            <p:nvPr/>
          </p:nvGrpSpPr>
          <p:grpSpPr>
            <a:xfrm>
              <a:off x="575386" y="1901692"/>
              <a:ext cx="11327717" cy="1140097"/>
              <a:chOff x="601699" y="1646568"/>
              <a:chExt cx="11327717" cy="1140097"/>
            </a:xfrm>
          </p:grpSpPr>
          <p:cxnSp>
            <p:nvCxnSpPr>
              <p:cNvPr id="113" name="直接连接符 112">
                <a:extLst>
                  <a:ext uri="{FF2B5EF4-FFF2-40B4-BE49-F238E27FC236}">
                    <a16:creationId xmlns:a16="http://schemas.microsoft.com/office/drawing/2014/main" id="{6A63C0E5-DD5D-43AD-BECA-9AD4A198C3D6}"/>
                  </a:ext>
                </a:extLst>
              </p:cNvPr>
              <p:cNvCxnSpPr>
                <a:cxnSpLocks/>
              </p:cNvCxnSpPr>
              <p:nvPr/>
            </p:nvCxnSpPr>
            <p:spPr>
              <a:xfrm>
                <a:off x="1116604" y="2429705"/>
                <a:ext cx="10027235"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pic>
            <p:nvPicPr>
              <p:cNvPr id="114" name="图形 113">
                <a:extLst>
                  <a:ext uri="{FF2B5EF4-FFF2-40B4-BE49-F238E27FC236}">
                    <a16:creationId xmlns:a16="http://schemas.microsoft.com/office/drawing/2014/main" id="{AF37332C-493E-4923-8C07-8ADCF2E18C92}"/>
                  </a:ext>
                </a:extLst>
              </p:cNvPr>
              <p:cNvPicPr>
                <a:picLocks noChangeAspect="1"/>
              </p:cNvPicPr>
              <p:nvPr/>
            </p:nvPicPr>
            <p:blipFill>
              <a:blip r:embed="rId3">
                <a:extLst>
                  <a:ext uri="{28A0092B-C50C-407E-A947-70E740481C1C}">
                    <a14:useLocalDpi xmlns:a14="http://schemas.microsoft.com/office/drawing/2010/main" val="0"/>
                  </a:ext>
                  <a:ext uri="{96DAC541-7B7A-43D3-8B79-37D633B846F1}">
                    <asvg:svgBlip xmlns:asvg="http://schemas.microsoft.com/office/drawing/2016/SVG/main" r:embed="rId4"/>
                  </a:ext>
                </a:extLst>
              </a:blip>
              <a:stretch>
                <a:fillRect/>
              </a:stretch>
            </p:blipFill>
            <p:spPr>
              <a:xfrm>
                <a:off x="601699" y="1998460"/>
                <a:ext cx="662814" cy="641082"/>
              </a:xfrm>
              <a:prstGeom prst="rect">
                <a:avLst/>
              </a:prstGeom>
            </p:spPr>
          </p:pic>
          <p:pic>
            <p:nvPicPr>
              <p:cNvPr id="115" name="图形 114">
                <a:extLst>
                  <a:ext uri="{FF2B5EF4-FFF2-40B4-BE49-F238E27FC236}">
                    <a16:creationId xmlns:a16="http://schemas.microsoft.com/office/drawing/2014/main" id="{8EC32F99-8248-49E0-B4E6-F66C01BA750D}"/>
                  </a:ext>
                </a:extLst>
              </p:cNvPr>
              <p:cNvPicPr>
                <a:picLocks noChangeAspect="1"/>
              </p:cNvPicPr>
              <p:nvPr/>
            </p:nvPicPr>
            <p:blipFill>
              <a:blip r:embed="rId5">
                <a:extLst>
                  <a:ext uri="{28A0092B-C50C-407E-A947-70E740481C1C}">
                    <a14:useLocalDpi xmlns:a14="http://schemas.microsoft.com/office/drawing/2010/main" val="0"/>
                  </a:ext>
                  <a:ext uri="{96DAC541-7B7A-43D3-8B79-37D633B846F1}">
                    <asvg:svgBlip xmlns:asvg="http://schemas.microsoft.com/office/drawing/2016/SVG/main" r:embed="rId6"/>
                  </a:ext>
                </a:extLst>
              </a:blip>
              <a:stretch>
                <a:fillRect/>
              </a:stretch>
            </p:blipFill>
            <p:spPr>
              <a:xfrm>
                <a:off x="11075396" y="1998460"/>
                <a:ext cx="501772" cy="658576"/>
              </a:xfrm>
              <a:prstGeom prst="rect">
                <a:avLst/>
              </a:prstGeom>
            </p:spPr>
          </p:pic>
          <p:pic>
            <p:nvPicPr>
              <p:cNvPr id="116" name="图形 115">
                <a:extLst>
                  <a:ext uri="{FF2B5EF4-FFF2-40B4-BE49-F238E27FC236}">
                    <a16:creationId xmlns:a16="http://schemas.microsoft.com/office/drawing/2014/main" id="{54E3A717-051B-4914-9947-5C4619DF552C}"/>
                  </a:ext>
                </a:extLst>
              </p:cNvPr>
              <p:cNvPicPr>
                <a:picLocks noChangeAspect="1"/>
              </p:cNvPicPr>
              <p:nvPr/>
            </p:nvPicPr>
            <p:blipFill>
              <a:blip r:embed="rId7">
                <a:extLst>
                  <a:ext uri="{28A0092B-C50C-407E-A947-70E740481C1C}">
                    <a14:useLocalDpi xmlns:a14="http://schemas.microsoft.com/office/drawing/2010/main" val="0"/>
                  </a:ext>
                  <a:ext uri="{96DAC541-7B7A-43D3-8B79-37D633B846F1}">
                    <asvg:svgBlip xmlns:asvg="http://schemas.microsoft.com/office/drawing/2016/SVG/main" r:embed="rId8"/>
                  </a:ext>
                </a:extLst>
              </a:blip>
              <a:stretch>
                <a:fillRect/>
              </a:stretch>
            </p:blipFill>
            <p:spPr>
              <a:xfrm>
                <a:off x="4062028" y="2171420"/>
                <a:ext cx="638116" cy="516570"/>
              </a:xfrm>
              <a:prstGeom prst="rect">
                <a:avLst/>
              </a:prstGeom>
            </p:spPr>
          </p:pic>
          <p:pic>
            <p:nvPicPr>
              <p:cNvPr id="117" name="图形 116">
                <a:extLst>
                  <a:ext uri="{FF2B5EF4-FFF2-40B4-BE49-F238E27FC236}">
                    <a16:creationId xmlns:a16="http://schemas.microsoft.com/office/drawing/2014/main" id="{E14ACA8E-537D-4E0A-B49F-C124FE7A3EE0}"/>
                  </a:ext>
                </a:extLst>
              </p:cNvPr>
              <p:cNvPicPr>
                <a:picLocks noChangeAspect="1"/>
              </p:cNvPicPr>
              <p:nvPr/>
            </p:nvPicPr>
            <p:blipFill>
              <a:blip r:embed="rId7">
                <a:extLst>
                  <a:ext uri="{28A0092B-C50C-407E-A947-70E740481C1C}">
                    <a14:useLocalDpi xmlns:a14="http://schemas.microsoft.com/office/drawing/2010/main" val="0"/>
                  </a:ext>
                  <a:ext uri="{96DAC541-7B7A-43D3-8B79-37D633B846F1}">
                    <asvg:svgBlip xmlns:asvg="http://schemas.microsoft.com/office/drawing/2016/SVG/main" r:embed="rId8"/>
                  </a:ext>
                </a:extLst>
              </a:blip>
              <a:stretch>
                <a:fillRect/>
              </a:stretch>
            </p:blipFill>
            <p:spPr>
              <a:xfrm>
                <a:off x="7497660" y="2171420"/>
                <a:ext cx="638116" cy="516570"/>
              </a:xfrm>
              <a:prstGeom prst="rect">
                <a:avLst/>
              </a:prstGeom>
            </p:spPr>
          </p:pic>
          <p:grpSp>
            <p:nvGrpSpPr>
              <p:cNvPr id="118" name="组合 117">
                <a:extLst>
                  <a:ext uri="{FF2B5EF4-FFF2-40B4-BE49-F238E27FC236}">
                    <a16:creationId xmlns:a16="http://schemas.microsoft.com/office/drawing/2014/main" id="{1615A98D-B7AF-4928-B8C2-83F2E3CCD1DC}"/>
                  </a:ext>
                </a:extLst>
              </p:cNvPr>
              <p:cNvGrpSpPr/>
              <p:nvPr/>
            </p:nvGrpSpPr>
            <p:grpSpPr>
              <a:xfrm>
                <a:off x="2154969" y="2044381"/>
                <a:ext cx="1016602" cy="742284"/>
                <a:chOff x="2154969" y="1945707"/>
                <a:chExt cx="1016602" cy="742284"/>
              </a:xfrm>
            </p:grpSpPr>
            <p:sp>
              <p:nvSpPr>
                <p:cNvPr id="129" name="云形 128">
                  <a:extLst>
                    <a:ext uri="{FF2B5EF4-FFF2-40B4-BE49-F238E27FC236}">
                      <a16:creationId xmlns:a16="http://schemas.microsoft.com/office/drawing/2014/main" id="{F0053473-BC4F-4BE1-9B4C-DFE547A8C296}"/>
                    </a:ext>
                  </a:extLst>
                </p:cNvPr>
                <p:cNvSpPr/>
                <p:nvPr/>
              </p:nvSpPr>
              <p:spPr>
                <a:xfrm>
                  <a:off x="2154970" y="1945707"/>
                  <a:ext cx="1016601" cy="742284"/>
                </a:xfrm>
                <a:prstGeom prst="cloud">
                  <a:avLst/>
                </a:prstGeom>
                <a:solidFill>
                  <a:schemeClr val="bg1">
                    <a:lumMod val="85000"/>
                  </a:schemeClr>
                </a:solidFill>
                <a:ln>
                  <a:solidFill>
                    <a:schemeClr val="bg1">
                      <a:lumMod val="85000"/>
                    </a:schemeClr>
                  </a:solidFill>
                </a:ln>
              </p:spPr>
              <p:style>
                <a:lnRef idx="2">
                  <a:schemeClr val="accent3">
                    <a:shade val="50000"/>
                  </a:schemeClr>
                </a:lnRef>
                <a:fillRef idx="1">
                  <a:schemeClr val="accent3"/>
                </a:fillRef>
                <a:effectRef idx="0">
                  <a:schemeClr val="accent3"/>
                </a:effectRef>
                <a:fontRef idx="minor">
                  <a:schemeClr val="lt1"/>
                </a:fontRef>
              </p:style>
              <p:txBody>
                <a:bodyPr rtlCol="0" anchor="ctr"/>
                <a:lstStyle/>
                <a:p>
                  <a:pPr algn="ctr"/>
                  <a:endParaRPr lang="zh-CN" altLang="en-US" b="1" dirty="0">
                    <a:solidFill>
                      <a:schemeClr val="tx1"/>
                    </a:solidFill>
                    <a:latin typeface="宋体" panose="02010600030101010101" pitchFamily="2" charset="-122"/>
                    <a:ea typeface="宋体" panose="02010600030101010101" pitchFamily="2" charset="-122"/>
                  </a:endParaRPr>
                </a:p>
              </p:txBody>
            </p:sp>
            <p:sp>
              <p:nvSpPr>
                <p:cNvPr id="130" name="文本框 129">
                  <a:extLst>
                    <a:ext uri="{FF2B5EF4-FFF2-40B4-BE49-F238E27FC236}">
                      <a16:creationId xmlns:a16="http://schemas.microsoft.com/office/drawing/2014/main" id="{AFB9C91E-6754-40CD-A059-989B653D8566}"/>
                    </a:ext>
                  </a:extLst>
                </p:cNvPr>
                <p:cNvSpPr txBox="1"/>
                <p:nvPr/>
              </p:nvSpPr>
              <p:spPr>
                <a:xfrm>
                  <a:off x="2154969" y="2125588"/>
                  <a:ext cx="1016601" cy="369332"/>
                </a:xfrm>
                <a:prstGeom prst="rect">
                  <a:avLst/>
                </a:prstGeom>
                <a:noFill/>
              </p:spPr>
              <p:txBody>
                <a:bodyPr wrap="square" rtlCol="0">
                  <a:spAutoFit/>
                </a:bodyPr>
                <a:lstStyle/>
                <a:p>
                  <a:pPr algn="ctr"/>
                  <a:r>
                    <a:rPr lang="zh-CN" altLang="en-US" b="1" dirty="0">
                      <a:latin typeface="Arial Narrow" panose="020B0606020202030204" pitchFamily="34" charset="0"/>
                    </a:rPr>
                    <a:t>局域网</a:t>
                  </a:r>
                  <a:r>
                    <a:rPr lang="en-US" altLang="zh-CN" b="1" dirty="0">
                      <a:latin typeface="Arial Narrow" panose="020B0606020202030204" pitchFamily="34" charset="0"/>
                    </a:rPr>
                    <a:t>1</a:t>
                  </a:r>
                  <a:endParaRPr lang="zh-CN" altLang="en-US" b="1" dirty="0">
                    <a:latin typeface="Arial Narrow" panose="020B0606020202030204" pitchFamily="34" charset="0"/>
                  </a:endParaRPr>
                </a:p>
              </p:txBody>
            </p:sp>
          </p:grpSp>
          <p:grpSp>
            <p:nvGrpSpPr>
              <p:cNvPr id="119" name="组合 118">
                <a:extLst>
                  <a:ext uri="{FF2B5EF4-FFF2-40B4-BE49-F238E27FC236}">
                    <a16:creationId xmlns:a16="http://schemas.microsoft.com/office/drawing/2014/main" id="{6E0AAD30-05B2-4331-A139-CA0DB7B87CCF}"/>
                  </a:ext>
                </a:extLst>
              </p:cNvPr>
              <p:cNvGrpSpPr/>
              <p:nvPr/>
            </p:nvGrpSpPr>
            <p:grpSpPr>
              <a:xfrm>
                <a:off x="9026232" y="2044381"/>
                <a:ext cx="1016603" cy="742284"/>
                <a:chOff x="9026232" y="1945707"/>
                <a:chExt cx="1016603" cy="742284"/>
              </a:xfrm>
            </p:grpSpPr>
            <p:sp>
              <p:nvSpPr>
                <p:cNvPr id="127" name="云形 126">
                  <a:extLst>
                    <a:ext uri="{FF2B5EF4-FFF2-40B4-BE49-F238E27FC236}">
                      <a16:creationId xmlns:a16="http://schemas.microsoft.com/office/drawing/2014/main" id="{6256998C-2597-41DF-892E-CE27645700C7}"/>
                    </a:ext>
                  </a:extLst>
                </p:cNvPr>
                <p:cNvSpPr/>
                <p:nvPr/>
              </p:nvSpPr>
              <p:spPr>
                <a:xfrm>
                  <a:off x="9026234" y="1945707"/>
                  <a:ext cx="1016601" cy="742284"/>
                </a:xfrm>
                <a:prstGeom prst="cloud">
                  <a:avLst/>
                </a:prstGeom>
                <a:solidFill>
                  <a:schemeClr val="bg1">
                    <a:lumMod val="85000"/>
                  </a:schemeClr>
                </a:solidFill>
                <a:ln>
                  <a:solidFill>
                    <a:schemeClr val="bg1">
                      <a:lumMod val="85000"/>
                    </a:schemeClr>
                  </a:solidFill>
                </a:ln>
              </p:spPr>
              <p:style>
                <a:lnRef idx="2">
                  <a:schemeClr val="accent3">
                    <a:shade val="50000"/>
                  </a:schemeClr>
                </a:lnRef>
                <a:fillRef idx="1">
                  <a:schemeClr val="accent3"/>
                </a:fillRef>
                <a:effectRef idx="0">
                  <a:schemeClr val="accent3"/>
                </a:effectRef>
                <a:fontRef idx="minor">
                  <a:schemeClr val="lt1"/>
                </a:fontRef>
              </p:style>
              <p:txBody>
                <a:bodyPr rtlCol="0" anchor="ctr"/>
                <a:lstStyle/>
                <a:p>
                  <a:pPr algn="ctr"/>
                  <a:endParaRPr lang="zh-CN" altLang="en-US" b="1" dirty="0">
                    <a:solidFill>
                      <a:schemeClr val="tx1"/>
                    </a:solidFill>
                    <a:latin typeface="宋体" panose="02010600030101010101" pitchFamily="2" charset="-122"/>
                    <a:ea typeface="宋体" panose="02010600030101010101" pitchFamily="2" charset="-122"/>
                  </a:endParaRPr>
                </a:p>
              </p:txBody>
            </p:sp>
            <p:sp>
              <p:nvSpPr>
                <p:cNvPr id="128" name="文本框 127">
                  <a:extLst>
                    <a:ext uri="{FF2B5EF4-FFF2-40B4-BE49-F238E27FC236}">
                      <a16:creationId xmlns:a16="http://schemas.microsoft.com/office/drawing/2014/main" id="{BCD97213-C6E9-41F8-943C-3DBE5F9245B5}"/>
                    </a:ext>
                  </a:extLst>
                </p:cNvPr>
                <p:cNvSpPr txBox="1"/>
                <p:nvPr/>
              </p:nvSpPr>
              <p:spPr>
                <a:xfrm>
                  <a:off x="9026232" y="2125588"/>
                  <a:ext cx="1016601" cy="369332"/>
                </a:xfrm>
                <a:prstGeom prst="rect">
                  <a:avLst/>
                </a:prstGeom>
                <a:noFill/>
              </p:spPr>
              <p:txBody>
                <a:bodyPr wrap="square" rtlCol="0">
                  <a:spAutoFit/>
                </a:bodyPr>
                <a:lstStyle/>
                <a:p>
                  <a:pPr algn="ctr"/>
                  <a:r>
                    <a:rPr lang="zh-CN" altLang="en-US" b="1" dirty="0">
                      <a:latin typeface="Arial Narrow" panose="020B0606020202030204" pitchFamily="34" charset="0"/>
                    </a:rPr>
                    <a:t>局域网</a:t>
                  </a:r>
                  <a:r>
                    <a:rPr lang="en-US" altLang="zh-CN" b="1" dirty="0">
                      <a:latin typeface="Arial Narrow" panose="020B0606020202030204" pitchFamily="34" charset="0"/>
                    </a:rPr>
                    <a:t>2</a:t>
                  </a:r>
                  <a:endParaRPr lang="zh-CN" altLang="en-US" b="1" dirty="0">
                    <a:latin typeface="Arial Narrow" panose="020B0606020202030204" pitchFamily="34" charset="0"/>
                  </a:endParaRPr>
                </a:p>
              </p:txBody>
            </p:sp>
          </p:grpSp>
          <p:grpSp>
            <p:nvGrpSpPr>
              <p:cNvPr id="120" name="组合 119">
                <a:extLst>
                  <a:ext uri="{FF2B5EF4-FFF2-40B4-BE49-F238E27FC236}">
                    <a16:creationId xmlns:a16="http://schemas.microsoft.com/office/drawing/2014/main" id="{4F8F557E-AC3D-4B20-B6D4-A387E4BCFFDB}"/>
                  </a:ext>
                </a:extLst>
              </p:cNvPr>
              <p:cNvGrpSpPr/>
              <p:nvPr/>
            </p:nvGrpSpPr>
            <p:grpSpPr>
              <a:xfrm>
                <a:off x="5590601" y="2044381"/>
                <a:ext cx="1016601" cy="742284"/>
                <a:chOff x="5590601" y="1945707"/>
                <a:chExt cx="1016601" cy="742284"/>
              </a:xfrm>
            </p:grpSpPr>
            <p:sp>
              <p:nvSpPr>
                <p:cNvPr id="125" name="云形 124">
                  <a:extLst>
                    <a:ext uri="{FF2B5EF4-FFF2-40B4-BE49-F238E27FC236}">
                      <a16:creationId xmlns:a16="http://schemas.microsoft.com/office/drawing/2014/main" id="{6323D83A-77DB-4217-A207-D17054C463ED}"/>
                    </a:ext>
                  </a:extLst>
                </p:cNvPr>
                <p:cNvSpPr/>
                <p:nvPr/>
              </p:nvSpPr>
              <p:spPr>
                <a:xfrm>
                  <a:off x="5590601" y="1945707"/>
                  <a:ext cx="1016601" cy="742284"/>
                </a:xfrm>
                <a:prstGeom prst="cloud">
                  <a:avLst/>
                </a:prstGeom>
                <a:solidFill>
                  <a:schemeClr val="bg1">
                    <a:lumMod val="85000"/>
                  </a:schemeClr>
                </a:solidFill>
                <a:ln>
                  <a:solidFill>
                    <a:schemeClr val="bg1">
                      <a:lumMod val="85000"/>
                    </a:schemeClr>
                  </a:solidFill>
                </a:ln>
              </p:spPr>
              <p:style>
                <a:lnRef idx="2">
                  <a:schemeClr val="accent3">
                    <a:shade val="50000"/>
                  </a:schemeClr>
                </a:lnRef>
                <a:fillRef idx="1">
                  <a:schemeClr val="accent3"/>
                </a:fillRef>
                <a:effectRef idx="0">
                  <a:schemeClr val="accent3"/>
                </a:effectRef>
                <a:fontRef idx="minor">
                  <a:schemeClr val="lt1"/>
                </a:fontRef>
              </p:style>
              <p:txBody>
                <a:bodyPr rtlCol="0" anchor="ctr"/>
                <a:lstStyle/>
                <a:p>
                  <a:pPr algn="ctr"/>
                  <a:endParaRPr lang="zh-CN" altLang="en-US" b="1" dirty="0">
                    <a:solidFill>
                      <a:schemeClr val="tx1"/>
                    </a:solidFill>
                    <a:latin typeface="宋体" panose="02010600030101010101" pitchFamily="2" charset="-122"/>
                    <a:ea typeface="宋体" panose="02010600030101010101" pitchFamily="2" charset="-122"/>
                  </a:endParaRPr>
                </a:p>
              </p:txBody>
            </p:sp>
            <p:sp>
              <p:nvSpPr>
                <p:cNvPr id="126" name="文本框 125">
                  <a:extLst>
                    <a:ext uri="{FF2B5EF4-FFF2-40B4-BE49-F238E27FC236}">
                      <a16:creationId xmlns:a16="http://schemas.microsoft.com/office/drawing/2014/main" id="{83AF95A5-D6E6-4B46-8A07-F722A2F5D5A4}"/>
                    </a:ext>
                  </a:extLst>
                </p:cNvPr>
                <p:cNvSpPr txBox="1"/>
                <p:nvPr/>
              </p:nvSpPr>
              <p:spPr>
                <a:xfrm>
                  <a:off x="5590601" y="2001556"/>
                  <a:ext cx="1016601" cy="646331"/>
                </a:xfrm>
                <a:prstGeom prst="rect">
                  <a:avLst/>
                </a:prstGeom>
                <a:noFill/>
              </p:spPr>
              <p:txBody>
                <a:bodyPr wrap="square" rtlCol="0">
                  <a:spAutoFit/>
                </a:bodyPr>
                <a:lstStyle/>
                <a:p>
                  <a:pPr algn="ctr"/>
                  <a:r>
                    <a:rPr lang="zh-CN" altLang="en-US" b="1" dirty="0">
                      <a:latin typeface="Arial Narrow" panose="020B0606020202030204" pitchFamily="34" charset="0"/>
                    </a:rPr>
                    <a:t>广域网</a:t>
                  </a:r>
                  <a:endParaRPr lang="en-US" altLang="zh-CN" b="1" dirty="0">
                    <a:latin typeface="Arial Narrow" panose="020B0606020202030204" pitchFamily="34" charset="0"/>
                  </a:endParaRPr>
                </a:p>
                <a:p>
                  <a:pPr algn="ctr"/>
                  <a:r>
                    <a:rPr lang="zh-CN" altLang="en-US" b="1" dirty="0">
                      <a:latin typeface="Arial Narrow" panose="020B0606020202030204" pitchFamily="34" charset="0"/>
                    </a:rPr>
                    <a:t>链路</a:t>
                  </a:r>
                </a:p>
              </p:txBody>
            </p:sp>
          </p:grpSp>
          <p:sp>
            <p:nvSpPr>
              <p:cNvPr id="121" name="文本框 120">
                <a:extLst>
                  <a:ext uri="{FF2B5EF4-FFF2-40B4-BE49-F238E27FC236}">
                    <a16:creationId xmlns:a16="http://schemas.microsoft.com/office/drawing/2014/main" id="{ADA4D73D-B530-40D8-8AB6-B74427965457}"/>
                  </a:ext>
                </a:extLst>
              </p:cNvPr>
              <p:cNvSpPr txBox="1"/>
              <p:nvPr/>
            </p:nvSpPr>
            <p:spPr>
              <a:xfrm>
                <a:off x="601699" y="1646568"/>
                <a:ext cx="1016601" cy="369332"/>
              </a:xfrm>
              <a:prstGeom prst="rect">
                <a:avLst/>
              </a:prstGeom>
              <a:noFill/>
            </p:spPr>
            <p:txBody>
              <a:bodyPr wrap="square" rtlCol="0">
                <a:spAutoFit/>
              </a:bodyPr>
              <a:lstStyle/>
              <a:p>
                <a:pPr algn="ctr"/>
                <a:r>
                  <a:rPr lang="zh-CN" altLang="en-US" b="1" dirty="0">
                    <a:latin typeface="Arial Narrow" panose="020B0606020202030204" pitchFamily="34" charset="0"/>
                  </a:rPr>
                  <a:t>主机</a:t>
                </a:r>
                <a:r>
                  <a:rPr lang="en-US" altLang="zh-CN" b="1" dirty="0">
                    <a:latin typeface="Arial Narrow" panose="020B0606020202030204" pitchFamily="34" charset="0"/>
                  </a:rPr>
                  <a:t>H1</a:t>
                </a:r>
                <a:endParaRPr lang="zh-CN" altLang="en-US" b="1" dirty="0">
                  <a:latin typeface="Arial Narrow" panose="020B0606020202030204" pitchFamily="34" charset="0"/>
                </a:endParaRPr>
              </a:p>
            </p:txBody>
          </p:sp>
          <p:sp>
            <p:nvSpPr>
              <p:cNvPr id="122" name="文本框 121">
                <a:extLst>
                  <a:ext uri="{FF2B5EF4-FFF2-40B4-BE49-F238E27FC236}">
                    <a16:creationId xmlns:a16="http://schemas.microsoft.com/office/drawing/2014/main" id="{E1190458-FE74-457B-91EE-5652AE10AE75}"/>
                  </a:ext>
                </a:extLst>
              </p:cNvPr>
              <p:cNvSpPr txBox="1"/>
              <p:nvPr/>
            </p:nvSpPr>
            <p:spPr>
              <a:xfrm>
                <a:off x="3777951" y="1646568"/>
                <a:ext cx="1206269" cy="369332"/>
              </a:xfrm>
              <a:prstGeom prst="rect">
                <a:avLst/>
              </a:prstGeom>
              <a:noFill/>
            </p:spPr>
            <p:txBody>
              <a:bodyPr wrap="square" rtlCol="0">
                <a:spAutoFit/>
              </a:bodyPr>
              <a:lstStyle/>
              <a:p>
                <a:pPr algn="ctr"/>
                <a:r>
                  <a:rPr lang="zh-CN" altLang="en-US" b="1" dirty="0">
                    <a:latin typeface="Arial Narrow" panose="020B0606020202030204" pitchFamily="34" charset="0"/>
                  </a:rPr>
                  <a:t>路由器</a:t>
                </a:r>
                <a:r>
                  <a:rPr lang="en-US" altLang="zh-CN" b="1" dirty="0">
                    <a:latin typeface="Arial Narrow" panose="020B0606020202030204" pitchFamily="34" charset="0"/>
                  </a:rPr>
                  <a:t>R1</a:t>
                </a:r>
                <a:endParaRPr lang="zh-CN" altLang="en-US" b="1" dirty="0">
                  <a:latin typeface="Arial Narrow" panose="020B0606020202030204" pitchFamily="34" charset="0"/>
                </a:endParaRPr>
              </a:p>
            </p:txBody>
          </p:sp>
          <p:sp>
            <p:nvSpPr>
              <p:cNvPr id="123" name="文本框 122">
                <a:extLst>
                  <a:ext uri="{FF2B5EF4-FFF2-40B4-BE49-F238E27FC236}">
                    <a16:creationId xmlns:a16="http://schemas.microsoft.com/office/drawing/2014/main" id="{A0ABEC3E-FDBB-481A-9F68-A166A4D8AB29}"/>
                  </a:ext>
                </a:extLst>
              </p:cNvPr>
              <p:cNvSpPr txBox="1"/>
              <p:nvPr/>
            </p:nvSpPr>
            <p:spPr>
              <a:xfrm>
                <a:off x="7213583" y="1646568"/>
                <a:ext cx="1206269" cy="369332"/>
              </a:xfrm>
              <a:prstGeom prst="rect">
                <a:avLst/>
              </a:prstGeom>
              <a:noFill/>
            </p:spPr>
            <p:txBody>
              <a:bodyPr wrap="square" rtlCol="0">
                <a:spAutoFit/>
              </a:bodyPr>
              <a:lstStyle/>
              <a:p>
                <a:pPr algn="ctr"/>
                <a:r>
                  <a:rPr lang="zh-CN" altLang="en-US" b="1" dirty="0">
                    <a:latin typeface="Arial Narrow" panose="020B0606020202030204" pitchFamily="34" charset="0"/>
                  </a:rPr>
                  <a:t>路由器</a:t>
                </a:r>
                <a:r>
                  <a:rPr lang="en-US" altLang="zh-CN" b="1" dirty="0">
                    <a:latin typeface="Arial Narrow" panose="020B0606020202030204" pitchFamily="34" charset="0"/>
                  </a:rPr>
                  <a:t>R2</a:t>
                </a:r>
                <a:endParaRPr lang="zh-CN" altLang="en-US" b="1" dirty="0">
                  <a:latin typeface="Arial Narrow" panose="020B0606020202030204" pitchFamily="34" charset="0"/>
                </a:endParaRPr>
              </a:p>
            </p:txBody>
          </p:sp>
          <p:sp>
            <p:nvSpPr>
              <p:cNvPr id="124" name="文本框 123">
                <a:extLst>
                  <a:ext uri="{FF2B5EF4-FFF2-40B4-BE49-F238E27FC236}">
                    <a16:creationId xmlns:a16="http://schemas.microsoft.com/office/drawing/2014/main" id="{0D62F50C-748F-4097-886D-21618A8CDD31}"/>
                  </a:ext>
                </a:extLst>
              </p:cNvPr>
              <p:cNvSpPr txBox="1"/>
              <p:nvPr/>
            </p:nvSpPr>
            <p:spPr>
              <a:xfrm>
                <a:off x="10723147" y="1646568"/>
                <a:ext cx="1206269" cy="369332"/>
              </a:xfrm>
              <a:prstGeom prst="rect">
                <a:avLst/>
              </a:prstGeom>
              <a:noFill/>
            </p:spPr>
            <p:txBody>
              <a:bodyPr wrap="square" rtlCol="0">
                <a:spAutoFit/>
              </a:bodyPr>
              <a:lstStyle/>
              <a:p>
                <a:pPr algn="ctr"/>
                <a:r>
                  <a:rPr lang="zh-CN" altLang="en-US" b="1" dirty="0">
                    <a:latin typeface="Arial Narrow" panose="020B0606020202030204" pitchFamily="34" charset="0"/>
                  </a:rPr>
                  <a:t>主机</a:t>
                </a:r>
                <a:r>
                  <a:rPr lang="en-US" altLang="zh-CN" b="1" dirty="0">
                    <a:latin typeface="Arial Narrow" panose="020B0606020202030204" pitchFamily="34" charset="0"/>
                  </a:rPr>
                  <a:t>H2</a:t>
                </a:r>
                <a:endParaRPr lang="zh-CN" altLang="en-US" b="1" dirty="0">
                  <a:latin typeface="Arial Narrow" panose="020B0606020202030204" pitchFamily="34" charset="0"/>
                </a:endParaRPr>
              </a:p>
            </p:txBody>
          </p:sp>
        </p:grpSp>
        <p:grpSp>
          <p:nvGrpSpPr>
            <p:cNvPr id="131" name="组合 130">
              <a:extLst>
                <a:ext uri="{FF2B5EF4-FFF2-40B4-BE49-F238E27FC236}">
                  <a16:creationId xmlns:a16="http://schemas.microsoft.com/office/drawing/2014/main" id="{3C1DC263-95F3-4F99-BA28-422A4A4F86D1}"/>
                </a:ext>
              </a:extLst>
            </p:cNvPr>
            <p:cNvGrpSpPr/>
            <p:nvPr/>
          </p:nvGrpSpPr>
          <p:grpSpPr>
            <a:xfrm>
              <a:off x="1677497" y="2086358"/>
              <a:ext cx="9019337" cy="0"/>
              <a:chOff x="1677497" y="2138985"/>
              <a:chExt cx="9019337" cy="0"/>
            </a:xfrm>
          </p:grpSpPr>
          <p:cxnSp>
            <p:nvCxnSpPr>
              <p:cNvPr id="132" name="直接箭头连接符 131">
                <a:extLst>
                  <a:ext uri="{FF2B5EF4-FFF2-40B4-BE49-F238E27FC236}">
                    <a16:creationId xmlns:a16="http://schemas.microsoft.com/office/drawing/2014/main" id="{178D3CA8-92ED-4C26-806E-7411653AD4E2}"/>
                  </a:ext>
                </a:extLst>
              </p:cNvPr>
              <p:cNvCxnSpPr>
                <a:endCxn id="122" idx="1"/>
              </p:cNvCxnSpPr>
              <p:nvPr/>
            </p:nvCxnSpPr>
            <p:spPr>
              <a:xfrm>
                <a:off x="1677497" y="2138985"/>
                <a:ext cx="2074141" cy="0"/>
              </a:xfrm>
              <a:prstGeom prst="straightConnector1">
                <a:avLst/>
              </a:prstGeom>
              <a:ln w="25400">
                <a:solidFill>
                  <a:schemeClr val="tx1"/>
                </a:solidFill>
                <a:tailEnd type="triangle" w="med" len="lg"/>
              </a:ln>
            </p:spPr>
            <p:style>
              <a:lnRef idx="1">
                <a:schemeClr val="accent1"/>
              </a:lnRef>
              <a:fillRef idx="0">
                <a:schemeClr val="accent1"/>
              </a:fillRef>
              <a:effectRef idx="0">
                <a:schemeClr val="accent1"/>
              </a:effectRef>
              <a:fontRef idx="minor">
                <a:schemeClr val="tx1"/>
              </a:fontRef>
            </p:style>
          </p:cxnSp>
          <p:cxnSp>
            <p:nvCxnSpPr>
              <p:cNvPr id="133" name="直接箭头连接符 132">
                <a:extLst>
                  <a:ext uri="{FF2B5EF4-FFF2-40B4-BE49-F238E27FC236}">
                    <a16:creationId xmlns:a16="http://schemas.microsoft.com/office/drawing/2014/main" id="{EC10CA89-C5DC-46BE-BD66-F313D2BE9D8E}"/>
                  </a:ext>
                </a:extLst>
              </p:cNvPr>
              <p:cNvCxnSpPr>
                <a:cxnSpLocks/>
                <a:stCxn id="122" idx="3"/>
                <a:endCxn id="123" idx="1"/>
              </p:cNvCxnSpPr>
              <p:nvPr/>
            </p:nvCxnSpPr>
            <p:spPr>
              <a:xfrm>
                <a:off x="4957907" y="2138985"/>
                <a:ext cx="2229363" cy="0"/>
              </a:xfrm>
              <a:prstGeom prst="straightConnector1">
                <a:avLst/>
              </a:prstGeom>
              <a:ln w="25400">
                <a:solidFill>
                  <a:schemeClr val="tx1"/>
                </a:solidFill>
                <a:tailEnd type="triangle" w="med" len="lg"/>
              </a:ln>
            </p:spPr>
            <p:style>
              <a:lnRef idx="1">
                <a:schemeClr val="accent1"/>
              </a:lnRef>
              <a:fillRef idx="0">
                <a:schemeClr val="accent1"/>
              </a:fillRef>
              <a:effectRef idx="0">
                <a:schemeClr val="accent1"/>
              </a:effectRef>
              <a:fontRef idx="minor">
                <a:schemeClr val="tx1"/>
              </a:fontRef>
            </p:style>
          </p:cxnSp>
          <p:cxnSp>
            <p:nvCxnSpPr>
              <p:cNvPr id="134" name="直接箭头连接符 133">
                <a:extLst>
                  <a:ext uri="{FF2B5EF4-FFF2-40B4-BE49-F238E27FC236}">
                    <a16:creationId xmlns:a16="http://schemas.microsoft.com/office/drawing/2014/main" id="{808F7104-B237-4D04-9CDA-1707F373160A}"/>
                  </a:ext>
                </a:extLst>
              </p:cNvPr>
              <p:cNvCxnSpPr>
                <a:cxnSpLocks/>
                <a:stCxn id="123" idx="3"/>
                <a:endCxn id="124" idx="1"/>
              </p:cNvCxnSpPr>
              <p:nvPr/>
            </p:nvCxnSpPr>
            <p:spPr>
              <a:xfrm>
                <a:off x="8393539" y="2138985"/>
                <a:ext cx="2303295" cy="0"/>
              </a:xfrm>
              <a:prstGeom prst="straightConnector1">
                <a:avLst/>
              </a:prstGeom>
              <a:ln w="25400">
                <a:solidFill>
                  <a:schemeClr val="tx1"/>
                </a:solidFill>
                <a:tailEnd type="triangle" w="med" len="lg"/>
              </a:ln>
            </p:spPr>
            <p:style>
              <a:lnRef idx="1">
                <a:schemeClr val="accent1"/>
              </a:lnRef>
              <a:fillRef idx="0">
                <a:schemeClr val="accent1"/>
              </a:fillRef>
              <a:effectRef idx="0">
                <a:schemeClr val="accent1"/>
              </a:effectRef>
              <a:fontRef idx="minor">
                <a:schemeClr val="tx1"/>
              </a:fontRef>
            </p:style>
          </p:cxnSp>
        </p:grpSp>
        <p:grpSp>
          <p:nvGrpSpPr>
            <p:cNvPr id="135" name="组合 134">
              <a:extLst>
                <a:ext uri="{FF2B5EF4-FFF2-40B4-BE49-F238E27FC236}">
                  <a16:creationId xmlns:a16="http://schemas.microsoft.com/office/drawing/2014/main" id="{3114221D-1360-46B6-9B5C-79BCF61807E0}"/>
                </a:ext>
              </a:extLst>
            </p:cNvPr>
            <p:cNvGrpSpPr/>
            <p:nvPr/>
          </p:nvGrpSpPr>
          <p:grpSpPr>
            <a:xfrm>
              <a:off x="913143" y="5495031"/>
              <a:ext cx="10386825" cy="12700"/>
              <a:chOff x="913143" y="5547658"/>
              <a:chExt cx="10386825" cy="12700"/>
            </a:xfrm>
          </p:grpSpPr>
          <p:cxnSp>
            <p:nvCxnSpPr>
              <p:cNvPr id="136" name="连接符: 肘形 135">
                <a:extLst>
                  <a:ext uri="{FF2B5EF4-FFF2-40B4-BE49-F238E27FC236}">
                    <a16:creationId xmlns:a16="http://schemas.microsoft.com/office/drawing/2014/main" id="{ACCE558C-6222-49E9-9380-62B8741EF5A5}"/>
                  </a:ext>
                </a:extLst>
              </p:cNvPr>
              <p:cNvCxnSpPr>
                <a:cxnSpLocks/>
                <a:stCxn id="94" idx="2"/>
                <a:endCxn id="107" idx="2"/>
              </p:cNvCxnSpPr>
              <p:nvPr/>
            </p:nvCxnSpPr>
            <p:spPr>
              <a:xfrm rot="16200000" flipH="1">
                <a:off x="2396535" y="4064266"/>
                <a:ext cx="12700" cy="2979484"/>
              </a:xfrm>
              <a:prstGeom prst="bentConnector3">
                <a:avLst>
                  <a:gd name="adj1" fmla="val 1800000"/>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37" name="连接符: 肘形 136">
                <a:extLst>
                  <a:ext uri="{FF2B5EF4-FFF2-40B4-BE49-F238E27FC236}">
                    <a16:creationId xmlns:a16="http://schemas.microsoft.com/office/drawing/2014/main" id="{1FF0995D-DCA5-4832-8915-46677234662E}"/>
                  </a:ext>
                </a:extLst>
              </p:cNvPr>
              <p:cNvCxnSpPr>
                <a:cxnSpLocks/>
                <a:stCxn id="110" idx="2"/>
                <a:endCxn id="102" idx="2"/>
              </p:cNvCxnSpPr>
              <p:nvPr/>
            </p:nvCxnSpPr>
            <p:spPr>
              <a:xfrm rot="16200000" flipH="1">
                <a:off x="6072163" y="4304262"/>
                <a:ext cx="850" cy="2498641"/>
              </a:xfrm>
              <a:prstGeom prst="bentConnector3">
                <a:avLst>
                  <a:gd name="adj1" fmla="val 26994118"/>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38" name="连接符: 肘形 137">
                <a:extLst>
                  <a:ext uri="{FF2B5EF4-FFF2-40B4-BE49-F238E27FC236}">
                    <a16:creationId xmlns:a16="http://schemas.microsoft.com/office/drawing/2014/main" id="{6135A944-F62E-480E-9383-7F95843BA582}"/>
                  </a:ext>
                </a:extLst>
              </p:cNvPr>
              <p:cNvCxnSpPr>
                <a:cxnSpLocks/>
                <a:stCxn id="105" idx="2"/>
                <a:endCxn id="89" idx="2"/>
              </p:cNvCxnSpPr>
              <p:nvPr/>
            </p:nvCxnSpPr>
            <p:spPr>
              <a:xfrm rot="16200000" flipH="1">
                <a:off x="9779009" y="4033049"/>
                <a:ext cx="850" cy="3041068"/>
              </a:xfrm>
              <a:prstGeom prst="bentConnector3">
                <a:avLst>
                  <a:gd name="adj1" fmla="val 26994118"/>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grpSp>
      </p:grpSp>
      <p:sp>
        <p:nvSpPr>
          <p:cNvPr id="10" name="箭头: 右 9">
            <a:extLst>
              <a:ext uri="{FF2B5EF4-FFF2-40B4-BE49-F238E27FC236}">
                <a16:creationId xmlns:a16="http://schemas.microsoft.com/office/drawing/2014/main" id="{D94D7F4E-82B1-4342-A57C-66028C394506}"/>
              </a:ext>
            </a:extLst>
          </p:cNvPr>
          <p:cNvSpPr/>
          <p:nvPr/>
        </p:nvSpPr>
        <p:spPr>
          <a:xfrm>
            <a:off x="2052890" y="4532101"/>
            <a:ext cx="743923" cy="436910"/>
          </a:xfrm>
          <a:prstGeom prst="rightArrow">
            <a:avLst/>
          </a:prstGeom>
          <a:solidFill>
            <a:schemeClr val="bg1"/>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zh-CN" altLang="en-US" sz="1600" b="1" dirty="0">
                <a:solidFill>
                  <a:schemeClr val="accent4"/>
                </a:solidFill>
              </a:rPr>
              <a:t>帧</a:t>
            </a:r>
          </a:p>
        </p:txBody>
      </p:sp>
      <p:sp>
        <p:nvSpPr>
          <p:cNvPr id="143" name="箭头: 右 142">
            <a:extLst>
              <a:ext uri="{FF2B5EF4-FFF2-40B4-BE49-F238E27FC236}">
                <a16:creationId xmlns:a16="http://schemas.microsoft.com/office/drawing/2014/main" id="{6A8B9957-323C-4D5C-8573-0988DFBC244C}"/>
              </a:ext>
            </a:extLst>
          </p:cNvPr>
          <p:cNvSpPr/>
          <p:nvPr/>
        </p:nvSpPr>
        <p:spPr>
          <a:xfrm>
            <a:off x="5724038" y="4532101"/>
            <a:ext cx="743923" cy="436910"/>
          </a:xfrm>
          <a:prstGeom prst="rightArrow">
            <a:avLst/>
          </a:prstGeom>
          <a:solidFill>
            <a:schemeClr val="bg1"/>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zh-CN" altLang="en-US" sz="1600" b="1" dirty="0">
                <a:solidFill>
                  <a:schemeClr val="accent4"/>
                </a:solidFill>
              </a:rPr>
              <a:t>帧</a:t>
            </a:r>
          </a:p>
        </p:txBody>
      </p:sp>
      <p:sp>
        <p:nvSpPr>
          <p:cNvPr id="144" name="箭头: 右 143">
            <a:extLst>
              <a:ext uri="{FF2B5EF4-FFF2-40B4-BE49-F238E27FC236}">
                <a16:creationId xmlns:a16="http://schemas.microsoft.com/office/drawing/2014/main" id="{4735692F-7F0D-44BD-B9A7-11F4162AC0E1}"/>
              </a:ext>
            </a:extLst>
          </p:cNvPr>
          <p:cNvSpPr/>
          <p:nvPr/>
        </p:nvSpPr>
        <p:spPr>
          <a:xfrm>
            <a:off x="9435097" y="4532101"/>
            <a:ext cx="743923" cy="436910"/>
          </a:xfrm>
          <a:prstGeom prst="rightArrow">
            <a:avLst/>
          </a:prstGeom>
          <a:solidFill>
            <a:schemeClr val="bg1"/>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zh-CN" altLang="en-US" sz="1600" b="1" dirty="0">
                <a:solidFill>
                  <a:schemeClr val="accent4"/>
                </a:solidFill>
              </a:rPr>
              <a:t>帧</a:t>
            </a:r>
          </a:p>
        </p:txBody>
      </p:sp>
    </p:spTree>
    <p:custDataLst>
      <p:tags r:id="rId1"/>
    </p:custDataLst>
    <p:extLst>
      <p:ext uri="{BB962C8B-B14F-4D97-AF65-F5344CB8AC3E}">
        <p14:creationId xmlns:p14="http://schemas.microsoft.com/office/powerpoint/2010/main" val="3039235786"/>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49" presetClass="entr" presetSubtype="0" decel="100000" fill="hold" grpId="0" nodeType="withEffect">
                                  <p:stCondLst>
                                    <p:cond delay="0"/>
                                  </p:stCondLst>
                                  <p:childTnLst>
                                    <p:set>
                                      <p:cBhvr>
                                        <p:cTn id="6" dur="1" fill="hold">
                                          <p:stCondLst>
                                            <p:cond delay="0"/>
                                          </p:stCondLst>
                                        </p:cTn>
                                        <p:tgtEl>
                                          <p:spTgt spid="80"/>
                                        </p:tgtEl>
                                        <p:attrNameLst>
                                          <p:attrName>style.visibility</p:attrName>
                                        </p:attrNameLst>
                                      </p:cBhvr>
                                      <p:to>
                                        <p:strVal val="visible"/>
                                      </p:to>
                                    </p:set>
                                    <p:anim calcmode="lin" valueType="num">
                                      <p:cBhvr>
                                        <p:cTn id="7" dur="500" fill="hold"/>
                                        <p:tgtEl>
                                          <p:spTgt spid="80"/>
                                        </p:tgtEl>
                                        <p:attrNameLst>
                                          <p:attrName>ppt_w</p:attrName>
                                        </p:attrNameLst>
                                      </p:cBhvr>
                                      <p:tavLst>
                                        <p:tav tm="0">
                                          <p:val>
                                            <p:fltVal val="0"/>
                                          </p:val>
                                        </p:tav>
                                        <p:tav tm="100000">
                                          <p:val>
                                            <p:strVal val="#ppt_w"/>
                                          </p:val>
                                        </p:tav>
                                      </p:tavLst>
                                    </p:anim>
                                    <p:anim calcmode="lin" valueType="num">
                                      <p:cBhvr>
                                        <p:cTn id="8" dur="500" fill="hold"/>
                                        <p:tgtEl>
                                          <p:spTgt spid="80"/>
                                        </p:tgtEl>
                                        <p:attrNameLst>
                                          <p:attrName>ppt_h</p:attrName>
                                        </p:attrNameLst>
                                      </p:cBhvr>
                                      <p:tavLst>
                                        <p:tav tm="0">
                                          <p:val>
                                            <p:fltVal val="0"/>
                                          </p:val>
                                        </p:tav>
                                        <p:tav tm="100000">
                                          <p:val>
                                            <p:strVal val="#ppt_h"/>
                                          </p:val>
                                        </p:tav>
                                      </p:tavLst>
                                    </p:anim>
                                    <p:anim calcmode="lin" valueType="num">
                                      <p:cBhvr>
                                        <p:cTn id="9" dur="500" fill="hold"/>
                                        <p:tgtEl>
                                          <p:spTgt spid="80"/>
                                        </p:tgtEl>
                                        <p:attrNameLst>
                                          <p:attrName>style.rotation</p:attrName>
                                        </p:attrNameLst>
                                      </p:cBhvr>
                                      <p:tavLst>
                                        <p:tav tm="0">
                                          <p:val>
                                            <p:fltVal val="360"/>
                                          </p:val>
                                        </p:tav>
                                        <p:tav tm="100000">
                                          <p:val>
                                            <p:fltVal val="0"/>
                                          </p:val>
                                        </p:tav>
                                      </p:tavLst>
                                    </p:anim>
                                    <p:animEffect transition="in" filter="fade">
                                      <p:cBhvr>
                                        <p:cTn id="10" dur="500"/>
                                        <p:tgtEl>
                                          <p:spTgt spid="80"/>
                                        </p:tgtEl>
                                      </p:cBhvr>
                                    </p:animEffect>
                                  </p:childTnLst>
                                </p:cTn>
                              </p:par>
                            </p:childTnLst>
                          </p:cTn>
                        </p:par>
                        <p:par>
                          <p:cTn id="11" fill="hold">
                            <p:stCondLst>
                              <p:cond delay="500"/>
                            </p:stCondLst>
                            <p:childTnLst>
                              <p:par>
                                <p:cTn id="12" presetID="1" presetClass="entr" presetSubtype="0" fill="hold" grpId="0" nodeType="afterEffect">
                                  <p:stCondLst>
                                    <p:cond delay="0"/>
                                  </p:stCondLst>
                                  <p:iterate type="lt">
                                    <p:tmAbs val="100"/>
                                  </p:iterate>
                                  <p:childTnLst>
                                    <p:set>
                                      <p:cBhvr>
                                        <p:cTn id="13" dur="1" fill="hold">
                                          <p:stCondLst>
                                            <p:cond delay="0"/>
                                          </p:stCondLst>
                                        </p:cTn>
                                        <p:tgtEl>
                                          <p:spTgt spid="81"/>
                                        </p:tgtEl>
                                        <p:attrNameLst>
                                          <p:attrName>style.visibility</p:attrName>
                                        </p:attrNameLst>
                                      </p:cBhvr>
                                      <p:to>
                                        <p:strVal val="visible"/>
                                      </p:to>
                                    </p:set>
                                  </p:childTnLst>
                                </p:cTn>
                              </p:par>
                            </p:childTnLst>
                          </p:cTn>
                        </p:par>
                      </p:childTnLst>
                    </p:cTn>
                  </p:par>
                  <p:par>
                    <p:cTn id="14" fill="hold">
                      <p:stCondLst>
                        <p:cond delay="indefinite"/>
                      </p:stCondLst>
                      <p:childTnLst>
                        <p:par>
                          <p:cTn id="15" fill="hold">
                            <p:stCondLst>
                              <p:cond delay="0"/>
                            </p:stCondLst>
                            <p:childTnLst>
                              <p:par>
                                <p:cTn id="16" presetID="30" presetClass="entr" presetSubtype="0" fill="hold" nodeType="clickEffect">
                                  <p:stCondLst>
                                    <p:cond delay="0"/>
                                  </p:stCondLst>
                                  <p:childTnLst>
                                    <p:set>
                                      <p:cBhvr>
                                        <p:cTn id="17" dur="1" fill="hold">
                                          <p:stCondLst>
                                            <p:cond delay="0"/>
                                          </p:stCondLst>
                                        </p:cTn>
                                        <p:tgtEl>
                                          <p:spTgt spid="34"/>
                                        </p:tgtEl>
                                        <p:attrNameLst>
                                          <p:attrName>style.visibility</p:attrName>
                                        </p:attrNameLst>
                                      </p:cBhvr>
                                      <p:to>
                                        <p:strVal val="visible"/>
                                      </p:to>
                                    </p:set>
                                    <p:animEffect transition="in" filter="fade">
                                      <p:cBhvr>
                                        <p:cTn id="18" dur="800" decel="100000"/>
                                        <p:tgtEl>
                                          <p:spTgt spid="34"/>
                                        </p:tgtEl>
                                      </p:cBhvr>
                                    </p:animEffect>
                                    <p:anim calcmode="lin" valueType="num">
                                      <p:cBhvr>
                                        <p:cTn id="19" dur="800" decel="100000" fill="hold"/>
                                        <p:tgtEl>
                                          <p:spTgt spid="34"/>
                                        </p:tgtEl>
                                        <p:attrNameLst>
                                          <p:attrName>style.rotation</p:attrName>
                                        </p:attrNameLst>
                                      </p:cBhvr>
                                      <p:tavLst>
                                        <p:tav tm="0">
                                          <p:val>
                                            <p:fltVal val="-90"/>
                                          </p:val>
                                        </p:tav>
                                        <p:tav tm="100000">
                                          <p:val>
                                            <p:fltVal val="0"/>
                                          </p:val>
                                        </p:tav>
                                      </p:tavLst>
                                    </p:anim>
                                    <p:anim calcmode="lin" valueType="num">
                                      <p:cBhvr>
                                        <p:cTn id="20" dur="800" decel="100000" fill="hold"/>
                                        <p:tgtEl>
                                          <p:spTgt spid="34"/>
                                        </p:tgtEl>
                                        <p:attrNameLst>
                                          <p:attrName>ppt_x</p:attrName>
                                        </p:attrNameLst>
                                      </p:cBhvr>
                                      <p:tavLst>
                                        <p:tav tm="0">
                                          <p:val>
                                            <p:strVal val="#ppt_x+0.4"/>
                                          </p:val>
                                        </p:tav>
                                        <p:tav tm="100000">
                                          <p:val>
                                            <p:strVal val="#ppt_x-0.05"/>
                                          </p:val>
                                        </p:tav>
                                      </p:tavLst>
                                    </p:anim>
                                    <p:anim calcmode="lin" valueType="num">
                                      <p:cBhvr>
                                        <p:cTn id="21" dur="800" decel="100000" fill="hold"/>
                                        <p:tgtEl>
                                          <p:spTgt spid="34"/>
                                        </p:tgtEl>
                                        <p:attrNameLst>
                                          <p:attrName>ppt_y</p:attrName>
                                        </p:attrNameLst>
                                      </p:cBhvr>
                                      <p:tavLst>
                                        <p:tav tm="0">
                                          <p:val>
                                            <p:strVal val="#ppt_y-0.4"/>
                                          </p:val>
                                        </p:tav>
                                        <p:tav tm="100000">
                                          <p:val>
                                            <p:strVal val="#ppt_y+0.1"/>
                                          </p:val>
                                        </p:tav>
                                      </p:tavLst>
                                    </p:anim>
                                    <p:anim calcmode="lin" valueType="num">
                                      <p:cBhvr>
                                        <p:cTn id="22" dur="200" accel="100000" fill="hold">
                                          <p:stCondLst>
                                            <p:cond delay="800"/>
                                          </p:stCondLst>
                                        </p:cTn>
                                        <p:tgtEl>
                                          <p:spTgt spid="34"/>
                                        </p:tgtEl>
                                        <p:attrNameLst>
                                          <p:attrName>ppt_x</p:attrName>
                                        </p:attrNameLst>
                                      </p:cBhvr>
                                      <p:tavLst>
                                        <p:tav tm="0">
                                          <p:val>
                                            <p:strVal val="#ppt_x-0.05"/>
                                          </p:val>
                                        </p:tav>
                                        <p:tav tm="100000">
                                          <p:val>
                                            <p:strVal val="#ppt_x"/>
                                          </p:val>
                                        </p:tav>
                                      </p:tavLst>
                                    </p:anim>
                                    <p:anim calcmode="lin" valueType="num">
                                      <p:cBhvr>
                                        <p:cTn id="23" dur="200" accel="100000" fill="hold">
                                          <p:stCondLst>
                                            <p:cond delay="800"/>
                                          </p:stCondLst>
                                        </p:cTn>
                                        <p:tgtEl>
                                          <p:spTgt spid="34"/>
                                        </p:tgtEl>
                                        <p:attrNameLst>
                                          <p:attrName>ppt_y</p:attrName>
                                        </p:attrNameLst>
                                      </p:cBhvr>
                                      <p:tavLst>
                                        <p:tav tm="0">
                                          <p:val>
                                            <p:strVal val="#ppt_y+0.1"/>
                                          </p:val>
                                        </p:tav>
                                        <p:tav tm="100000">
                                          <p:val>
                                            <p:strVal val="#ppt_y"/>
                                          </p:val>
                                        </p:tav>
                                      </p:tavLst>
                                    </p:anim>
                                  </p:childTnLst>
                                </p:cTn>
                              </p:par>
                            </p:childTnLst>
                          </p:cTn>
                        </p:par>
                      </p:childTnLst>
                    </p:cTn>
                  </p:par>
                  <p:par>
                    <p:cTn id="24" fill="hold">
                      <p:stCondLst>
                        <p:cond delay="indefinite"/>
                      </p:stCondLst>
                      <p:childTnLst>
                        <p:par>
                          <p:cTn id="25" fill="hold">
                            <p:stCondLst>
                              <p:cond delay="0"/>
                            </p:stCondLst>
                            <p:childTnLst>
                              <p:par>
                                <p:cTn id="26" presetID="12" presetClass="entr" presetSubtype="8" fill="hold" grpId="0" nodeType="clickEffect">
                                  <p:stCondLst>
                                    <p:cond delay="0"/>
                                  </p:stCondLst>
                                  <p:childTnLst>
                                    <p:set>
                                      <p:cBhvr>
                                        <p:cTn id="27" dur="1" fill="hold">
                                          <p:stCondLst>
                                            <p:cond delay="0"/>
                                          </p:stCondLst>
                                        </p:cTn>
                                        <p:tgtEl>
                                          <p:spTgt spid="10"/>
                                        </p:tgtEl>
                                        <p:attrNameLst>
                                          <p:attrName>style.visibility</p:attrName>
                                        </p:attrNameLst>
                                      </p:cBhvr>
                                      <p:to>
                                        <p:strVal val="visible"/>
                                      </p:to>
                                    </p:set>
                                    <p:anim calcmode="lin" valueType="num">
                                      <p:cBhvr additive="base">
                                        <p:cTn id="28" dur="500"/>
                                        <p:tgtEl>
                                          <p:spTgt spid="10"/>
                                        </p:tgtEl>
                                        <p:attrNameLst>
                                          <p:attrName>ppt_x</p:attrName>
                                        </p:attrNameLst>
                                      </p:cBhvr>
                                      <p:tavLst>
                                        <p:tav tm="0">
                                          <p:val>
                                            <p:strVal val="#ppt_x-#ppt_w*1.125000"/>
                                          </p:val>
                                        </p:tav>
                                        <p:tav tm="100000">
                                          <p:val>
                                            <p:strVal val="#ppt_x"/>
                                          </p:val>
                                        </p:tav>
                                      </p:tavLst>
                                    </p:anim>
                                    <p:animEffect transition="in" filter="wipe(right)">
                                      <p:cBhvr>
                                        <p:cTn id="29" dur="500"/>
                                        <p:tgtEl>
                                          <p:spTgt spid="10"/>
                                        </p:tgtEl>
                                      </p:cBhvr>
                                    </p:animEffect>
                                  </p:childTnLst>
                                </p:cTn>
                              </p:par>
                            </p:childTnLst>
                          </p:cTn>
                        </p:par>
                        <p:par>
                          <p:cTn id="30" fill="hold">
                            <p:stCondLst>
                              <p:cond delay="500"/>
                            </p:stCondLst>
                            <p:childTnLst>
                              <p:par>
                                <p:cTn id="31" presetID="12" presetClass="entr" presetSubtype="8" fill="hold" grpId="0" nodeType="afterEffect">
                                  <p:stCondLst>
                                    <p:cond delay="0"/>
                                  </p:stCondLst>
                                  <p:childTnLst>
                                    <p:set>
                                      <p:cBhvr>
                                        <p:cTn id="32" dur="1" fill="hold">
                                          <p:stCondLst>
                                            <p:cond delay="0"/>
                                          </p:stCondLst>
                                        </p:cTn>
                                        <p:tgtEl>
                                          <p:spTgt spid="143"/>
                                        </p:tgtEl>
                                        <p:attrNameLst>
                                          <p:attrName>style.visibility</p:attrName>
                                        </p:attrNameLst>
                                      </p:cBhvr>
                                      <p:to>
                                        <p:strVal val="visible"/>
                                      </p:to>
                                    </p:set>
                                    <p:anim calcmode="lin" valueType="num">
                                      <p:cBhvr additive="base">
                                        <p:cTn id="33" dur="500"/>
                                        <p:tgtEl>
                                          <p:spTgt spid="143"/>
                                        </p:tgtEl>
                                        <p:attrNameLst>
                                          <p:attrName>ppt_x</p:attrName>
                                        </p:attrNameLst>
                                      </p:cBhvr>
                                      <p:tavLst>
                                        <p:tav tm="0">
                                          <p:val>
                                            <p:strVal val="#ppt_x-#ppt_w*1.125000"/>
                                          </p:val>
                                        </p:tav>
                                        <p:tav tm="100000">
                                          <p:val>
                                            <p:strVal val="#ppt_x"/>
                                          </p:val>
                                        </p:tav>
                                      </p:tavLst>
                                    </p:anim>
                                    <p:animEffect transition="in" filter="wipe(right)">
                                      <p:cBhvr>
                                        <p:cTn id="34" dur="500"/>
                                        <p:tgtEl>
                                          <p:spTgt spid="143"/>
                                        </p:tgtEl>
                                      </p:cBhvr>
                                    </p:animEffect>
                                  </p:childTnLst>
                                </p:cTn>
                              </p:par>
                            </p:childTnLst>
                          </p:cTn>
                        </p:par>
                        <p:par>
                          <p:cTn id="35" fill="hold">
                            <p:stCondLst>
                              <p:cond delay="1000"/>
                            </p:stCondLst>
                            <p:childTnLst>
                              <p:par>
                                <p:cTn id="36" presetID="12" presetClass="entr" presetSubtype="8" fill="hold" grpId="0" nodeType="afterEffect">
                                  <p:stCondLst>
                                    <p:cond delay="0"/>
                                  </p:stCondLst>
                                  <p:childTnLst>
                                    <p:set>
                                      <p:cBhvr>
                                        <p:cTn id="37" dur="1" fill="hold">
                                          <p:stCondLst>
                                            <p:cond delay="0"/>
                                          </p:stCondLst>
                                        </p:cTn>
                                        <p:tgtEl>
                                          <p:spTgt spid="144"/>
                                        </p:tgtEl>
                                        <p:attrNameLst>
                                          <p:attrName>style.visibility</p:attrName>
                                        </p:attrNameLst>
                                      </p:cBhvr>
                                      <p:to>
                                        <p:strVal val="visible"/>
                                      </p:to>
                                    </p:set>
                                    <p:anim calcmode="lin" valueType="num">
                                      <p:cBhvr additive="base">
                                        <p:cTn id="38" dur="500"/>
                                        <p:tgtEl>
                                          <p:spTgt spid="144"/>
                                        </p:tgtEl>
                                        <p:attrNameLst>
                                          <p:attrName>ppt_x</p:attrName>
                                        </p:attrNameLst>
                                      </p:cBhvr>
                                      <p:tavLst>
                                        <p:tav tm="0">
                                          <p:val>
                                            <p:strVal val="#ppt_x-#ppt_w*1.125000"/>
                                          </p:val>
                                        </p:tav>
                                        <p:tav tm="100000">
                                          <p:val>
                                            <p:strVal val="#ppt_x"/>
                                          </p:val>
                                        </p:tav>
                                      </p:tavLst>
                                    </p:anim>
                                    <p:animEffect transition="in" filter="wipe(right)">
                                      <p:cBhvr>
                                        <p:cTn id="39" dur="500"/>
                                        <p:tgtEl>
                                          <p:spTgt spid="144"/>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80" grpId="0" animBg="1"/>
      <p:bldP spid="81" grpId="0"/>
      <p:bldP spid="10" grpId="0" animBg="1"/>
      <p:bldP spid="143" grpId="0" animBg="1"/>
      <p:bldP spid="144" grpId="0" animBg="1"/>
    </p:bldLst>
  </p:timing>
</p:sld>
</file>

<file path=ppt/slides/slide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4" name="组合 3">
            <a:extLst>
              <a:ext uri="{FF2B5EF4-FFF2-40B4-BE49-F238E27FC236}">
                <a16:creationId xmlns:a16="http://schemas.microsoft.com/office/drawing/2014/main" id="{9A1EA9F2-FCB6-48C3-935F-7AE7E3AD14AC}"/>
              </a:ext>
            </a:extLst>
          </p:cNvPr>
          <p:cNvGrpSpPr/>
          <p:nvPr/>
        </p:nvGrpSpPr>
        <p:grpSpPr>
          <a:xfrm>
            <a:off x="304799" y="749300"/>
            <a:ext cx="6266993" cy="400110"/>
            <a:chOff x="424116" y="898245"/>
            <a:chExt cx="6266993" cy="400110"/>
          </a:xfrm>
        </p:grpSpPr>
        <p:sp>
          <p:nvSpPr>
            <p:cNvPr id="2" name="平行四边形 1">
              <a:extLst>
                <a:ext uri="{FF2B5EF4-FFF2-40B4-BE49-F238E27FC236}">
                  <a16:creationId xmlns:a16="http://schemas.microsoft.com/office/drawing/2014/main" id="{1F5BAA3F-9845-4F89-A2DD-8222D3E4EDAC}"/>
                </a:ext>
              </a:extLst>
            </p:cNvPr>
            <p:cNvSpPr/>
            <p:nvPr/>
          </p:nvSpPr>
          <p:spPr>
            <a:xfrm>
              <a:off x="424116" y="898245"/>
              <a:ext cx="712237" cy="387090"/>
            </a:xfrm>
            <a:prstGeom prst="parallelogram">
              <a:avLst/>
            </a:prstGeom>
            <a:solidFill>
              <a:schemeClr val="accent3">
                <a:lumMod val="75000"/>
              </a:schemeClr>
            </a:solidFill>
            <a:ln>
              <a:solidFill>
                <a:schemeClr val="accent3">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CN" sz="2200" dirty="0">
                  <a:latin typeface="Impact" panose="020B0806030902050204" pitchFamily="34" charset="0"/>
                </a:rPr>
                <a:t>02</a:t>
              </a:r>
              <a:endParaRPr lang="zh-CN" altLang="en-US" sz="2200" dirty="0">
                <a:latin typeface="Impact" panose="020B0806030902050204" pitchFamily="34" charset="0"/>
              </a:endParaRPr>
            </a:p>
          </p:txBody>
        </p:sp>
        <p:sp>
          <p:nvSpPr>
            <p:cNvPr id="3" name="文本框 2">
              <a:extLst>
                <a:ext uri="{FF2B5EF4-FFF2-40B4-BE49-F238E27FC236}">
                  <a16:creationId xmlns:a16="http://schemas.microsoft.com/office/drawing/2014/main" id="{4D6BD736-A4D3-4F26-AFED-36E11F50F70B}"/>
                </a:ext>
              </a:extLst>
            </p:cNvPr>
            <p:cNvSpPr txBox="1"/>
            <p:nvPr/>
          </p:nvSpPr>
          <p:spPr>
            <a:xfrm>
              <a:off x="1127071" y="898245"/>
              <a:ext cx="5564038" cy="400110"/>
            </a:xfrm>
            <a:prstGeom prst="rect">
              <a:avLst/>
            </a:prstGeom>
            <a:noFill/>
          </p:spPr>
          <p:txBody>
            <a:bodyPr wrap="square" rtlCol="0">
              <a:spAutoFit/>
            </a:bodyPr>
            <a:lstStyle/>
            <a:p>
              <a:r>
                <a:rPr lang="zh-CN" altLang="en-US" sz="2000" b="1" dirty="0"/>
                <a:t>链路、数据链路和帧</a:t>
              </a:r>
            </a:p>
          </p:txBody>
        </p:sp>
      </p:grpSp>
      <p:sp>
        <p:nvSpPr>
          <p:cNvPr id="80" name="矩形 79">
            <a:extLst>
              <a:ext uri="{FF2B5EF4-FFF2-40B4-BE49-F238E27FC236}">
                <a16:creationId xmlns:a16="http://schemas.microsoft.com/office/drawing/2014/main" id="{0A6D7A4B-FBF1-499E-BD69-1352E02AC9DB}"/>
              </a:ext>
            </a:extLst>
          </p:cNvPr>
          <p:cNvSpPr/>
          <p:nvPr/>
        </p:nvSpPr>
        <p:spPr>
          <a:xfrm>
            <a:off x="1016000" y="1297642"/>
            <a:ext cx="256976" cy="256976"/>
          </a:xfrm>
          <a:prstGeom prst="rect">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81" name="íşlïḍè">
            <a:extLst>
              <a:ext uri="{FF2B5EF4-FFF2-40B4-BE49-F238E27FC236}">
                <a16:creationId xmlns:a16="http://schemas.microsoft.com/office/drawing/2014/main" id="{37D21115-C261-421F-BD81-8F9458604959}"/>
              </a:ext>
            </a:extLst>
          </p:cNvPr>
          <p:cNvSpPr txBox="1"/>
          <p:nvPr/>
        </p:nvSpPr>
        <p:spPr>
          <a:xfrm>
            <a:off x="1293757" y="1229736"/>
            <a:ext cx="8922525" cy="400110"/>
          </a:xfrm>
          <a:prstGeom prst="rect">
            <a:avLst/>
          </a:prstGeom>
          <a:noFill/>
        </p:spPr>
        <p:txBody>
          <a:bodyPr wrap="square" lIns="91440" tIns="45720" rIns="91440" bIns="45720" anchor="ctr">
            <a:noAutofit/>
          </a:bodyPr>
          <a:lstStyle/>
          <a:p>
            <a:r>
              <a:rPr lang="zh-CN" altLang="en-US" b="1" dirty="0"/>
              <a:t>帧（</a:t>
            </a:r>
            <a:r>
              <a:rPr lang="en-US" altLang="zh-CN" b="1" dirty="0"/>
              <a:t>Frame</a:t>
            </a:r>
            <a:r>
              <a:rPr lang="zh-CN" altLang="en-US" b="1" dirty="0"/>
              <a:t>）是</a:t>
            </a:r>
            <a:r>
              <a:rPr lang="zh-CN" altLang="en-US" b="1" dirty="0">
                <a:solidFill>
                  <a:schemeClr val="accent1">
                    <a:lumMod val="75000"/>
                  </a:schemeClr>
                </a:solidFill>
              </a:rPr>
              <a:t>数据链路层</a:t>
            </a:r>
            <a:r>
              <a:rPr lang="zh-CN" altLang="en-US" b="1" dirty="0"/>
              <a:t>对等实体之间在水平方向进行逻辑通信的</a:t>
            </a:r>
            <a:r>
              <a:rPr lang="zh-CN" altLang="en-US" b="1" dirty="0">
                <a:solidFill>
                  <a:schemeClr val="accent1">
                    <a:lumMod val="75000"/>
                  </a:schemeClr>
                </a:solidFill>
              </a:rPr>
              <a:t>协议数据单元</a:t>
            </a:r>
            <a:r>
              <a:rPr lang="en-US" altLang="zh-CN" b="1" dirty="0">
                <a:solidFill>
                  <a:schemeClr val="accent1">
                    <a:lumMod val="75000"/>
                  </a:schemeClr>
                </a:solidFill>
              </a:rPr>
              <a:t>PDU</a:t>
            </a:r>
            <a:r>
              <a:rPr lang="zh-CN" altLang="en-US" b="1" dirty="0"/>
              <a:t>。</a:t>
            </a:r>
            <a:endParaRPr lang="en-US" altLang="zh-CN" b="1" dirty="0"/>
          </a:p>
        </p:txBody>
      </p:sp>
      <p:grpSp>
        <p:nvGrpSpPr>
          <p:cNvPr id="34" name="组合 33">
            <a:extLst>
              <a:ext uri="{FF2B5EF4-FFF2-40B4-BE49-F238E27FC236}">
                <a16:creationId xmlns:a16="http://schemas.microsoft.com/office/drawing/2014/main" id="{C67DBDF4-B82F-4510-8FCF-04E16155AC73}"/>
              </a:ext>
            </a:extLst>
          </p:cNvPr>
          <p:cNvGrpSpPr/>
          <p:nvPr/>
        </p:nvGrpSpPr>
        <p:grpSpPr>
          <a:xfrm>
            <a:off x="443162" y="1901692"/>
            <a:ext cx="11459941" cy="3606039"/>
            <a:chOff x="443162" y="1901692"/>
            <a:chExt cx="11459941" cy="3606039"/>
          </a:xfrm>
        </p:grpSpPr>
        <p:sp>
          <p:nvSpPr>
            <p:cNvPr id="82" name="矩形 81">
              <a:extLst>
                <a:ext uri="{FF2B5EF4-FFF2-40B4-BE49-F238E27FC236}">
                  <a16:creationId xmlns:a16="http://schemas.microsoft.com/office/drawing/2014/main" id="{9AB0D90F-306E-435A-BD59-9EFDA69CE790}"/>
                </a:ext>
              </a:extLst>
            </p:cNvPr>
            <p:cNvSpPr/>
            <p:nvPr/>
          </p:nvSpPr>
          <p:spPr>
            <a:xfrm>
              <a:off x="1365604" y="4509621"/>
              <a:ext cx="10383233" cy="495455"/>
            </a:xfrm>
            <a:prstGeom prst="rect">
              <a:avLst/>
            </a:prstGeom>
            <a:solidFill>
              <a:schemeClr val="accent4"/>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b="1" dirty="0"/>
            </a:p>
          </p:txBody>
        </p:sp>
        <p:grpSp>
          <p:nvGrpSpPr>
            <p:cNvPr id="86" name="组合 85">
              <a:extLst>
                <a:ext uri="{FF2B5EF4-FFF2-40B4-BE49-F238E27FC236}">
                  <a16:creationId xmlns:a16="http://schemas.microsoft.com/office/drawing/2014/main" id="{C153933D-C1B0-4172-84EA-6D38E519DAEC}"/>
                </a:ext>
              </a:extLst>
            </p:cNvPr>
            <p:cNvGrpSpPr/>
            <p:nvPr/>
          </p:nvGrpSpPr>
          <p:grpSpPr>
            <a:xfrm>
              <a:off x="443162" y="3024106"/>
              <a:ext cx="11320437" cy="2477275"/>
              <a:chOff x="443162" y="2578210"/>
              <a:chExt cx="11320437" cy="2477275"/>
            </a:xfrm>
          </p:grpSpPr>
          <p:grpSp>
            <p:nvGrpSpPr>
              <p:cNvPr id="87" name="组合 86">
                <a:extLst>
                  <a:ext uri="{FF2B5EF4-FFF2-40B4-BE49-F238E27FC236}">
                    <a16:creationId xmlns:a16="http://schemas.microsoft.com/office/drawing/2014/main" id="{FC49B58A-D93A-45CA-AC87-F393D38AC407}"/>
                  </a:ext>
                </a:extLst>
              </p:cNvPr>
              <p:cNvGrpSpPr/>
              <p:nvPr/>
            </p:nvGrpSpPr>
            <p:grpSpPr>
              <a:xfrm>
                <a:off x="443162" y="2578210"/>
                <a:ext cx="927262" cy="2477275"/>
                <a:chOff x="573658" y="3076055"/>
                <a:chExt cx="927262" cy="2477275"/>
              </a:xfrm>
            </p:grpSpPr>
            <p:sp>
              <p:nvSpPr>
                <p:cNvPr id="94" name="矩形 93">
                  <a:extLst>
                    <a:ext uri="{FF2B5EF4-FFF2-40B4-BE49-F238E27FC236}">
                      <a16:creationId xmlns:a16="http://schemas.microsoft.com/office/drawing/2014/main" id="{73439CD8-A153-483A-9E66-5B9C1CEBE468}"/>
                    </a:ext>
                  </a:extLst>
                </p:cNvPr>
                <p:cNvSpPr/>
                <p:nvPr/>
              </p:nvSpPr>
              <p:spPr>
                <a:xfrm>
                  <a:off x="573658" y="5057875"/>
                  <a:ext cx="927262" cy="495455"/>
                </a:xfrm>
                <a:prstGeom prst="rect">
                  <a:avLst/>
                </a:prstGeom>
                <a:solidFill>
                  <a:schemeClr val="tx2"/>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zh-CN" altLang="en-US" b="1" dirty="0"/>
                    <a:t>物理层</a:t>
                  </a:r>
                </a:p>
              </p:txBody>
            </p:sp>
            <p:sp>
              <p:nvSpPr>
                <p:cNvPr id="95" name="矩形 94">
                  <a:extLst>
                    <a:ext uri="{FF2B5EF4-FFF2-40B4-BE49-F238E27FC236}">
                      <a16:creationId xmlns:a16="http://schemas.microsoft.com/office/drawing/2014/main" id="{EAA64B7F-B4E0-43F5-ABF2-9791DA069B97}"/>
                    </a:ext>
                  </a:extLst>
                </p:cNvPr>
                <p:cNvSpPr/>
                <p:nvPr/>
              </p:nvSpPr>
              <p:spPr>
                <a:xfrm>
                  <a:off x="573658" y="3571510"/>
                  <a:ext cx="927262" cy="495455"/>
                </a:xfrm>
                <a:prstGeom prst="rect">
                  <a:avLst/>
                </a:prstGeom>
                <a:solidFill>
                  <a:schemeClr val="accent3"/>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zh-CN" altLang="en-US" b="1" dirty="0"/>
                    <a:t>运输层</a:t>
                  </a:r>
                </a:p>
              </p:txBody>
            </p:sp>
            <p:sp>
              <p:nvSpPr>
                <p:cNvPr id="96" name="矩形 95">
                  <a:extLst>
                    <a:ext uri="{FF2B5EF4-FFF2-40B4-BE49-F238E27FC236}">
                      <a16:creationId xmlns:a16="http://schemas.microsoft.com/office/drawing/2014/main" id="{183F8F5D-8626-40B9-BFF7-87142CBD842A}"/>
                    </a:ext>
                  </a:extLst>
                </p:cNvPr>
                <p:cNvSpPr/>
                <p:nvPr/>
              </p:nvSpPr>
              <p:spPr>
                <a:xfrm>
                  <a:off x="573658" y="4067816"/>
                  <a:ext cx="927262" cy="495455"/>
                </a:xfrm>
                <a:prstGeom prst="rect">
                  <a:avLst/>
                </a:prstGeom>
                <a:solidFill>
                  <a:schemeClr val="accent6"/>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zh-CN" altLang="en-US" b="1" dirty="0"/>
                    <a:t>网络层</a:t>
                  </a:r>
                </a:p>
              </p:txBody>
            </p:sp>
            <p:sp>
              <p:nvSpPr>
                <p:cNvPr id="97" name="矩形 96">
                  <a:extLst>
                    <a:ext uri="{FF2B5EF4-FFF2-40B4-BE49-F238E27FC236}">
                      <a16:creationId xmlns:a16="http://schemas.microsoft.com/office/drawing/2014/main" id="{55C1FDFC-9477-466D-A897-9688A9E37854}"/>
                    </a:ext>
                  </a:extLst>
                </p:cNvPr>
                <p:cNvSpPr/>
                <p:nvPr/>
              </p:nvSpPr>
              <p:spPr>
                <a:xfrm>
                  <a:off x="573658" y="4562420"/>
                  <a:ext cx="927262" cy="495455"/>
                </a:xfrm>
                <a:prstGeom prst="rect">
                  <a:avLst/>
                </a:prstGeom>
                <a:solidFill>
                  <a:schemeClr val="accent4"/>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zh-CN" altLang="en-US" b="1" dirty="0"/>
                    <a:t>链路层</a:t>
                  </a:r>
                </a:p>
              </p:txBody>
            </p:sp>
            <p:sp>
              <p:nvSpPr>
                <p:cNvPr id="98" name="矩形 97">
                  <a:extLst>
                    <a:ext uri="{FF2B5EF4-FFF2-40B4-BE49-F238E27FC236}">
                      <a16:creationId xmlns:a16="http://schemas.microsoft.com/office/drawing/2014/main" id="{9B19A38A-9A9F-4D51-A349-1695884D8E7F}"/>
                    </a:ext>
                  </a:extLst>
                </p:cNvPr>
                <p:cNvSpPr/>
                <p:nvPr/>
              </p:nvSpPr>
              <p:spPr>
                <a:xfrm>
                  <a:off x="573658" y="3076055"/>
                  <a:ext cx="927262" cy="495455"/>
                </a:xfrm>
                <a:prstGeom prst="rect">
                  <a:avLst/>
                </a:prstGeom>
                <a:solidFill>
                  <a:schemeClr val="accent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zh-CN" altLang="en-US" b="1" dirty="0"/>
                    <a:t>应用层</a:t>
                  </a:r>
                </a:p>
              </p:txBody>
            </p:sp>
          </p:grpSp>
          <p:grpSp>
            <p:nvGrpSpPr>
              <p:cNvPr id="88" name="组合 87">
                <a:extLst>
                  <a:ext uri="{FF2B5EF4-FFF2-40B4-BE49-F238E27FC236}">
                    <a16:creationId xmlns:a16="http://schemas.microsoft.com/office/drawing/2014/main" id="{46D506EC-CC36-4846-A264-51E5B9E72358}"/>
                  </a:ext>
                </a:extLst>
              </p:cNvPr>
              <p:cNvGrpSpPr/>
              <p:nvPr/>
            </p:nvGrpSpPr>
            <p:grpSpPr>
              <a:xfrm>
                <a:off x="10836337" y="2578210"/>
                <a:ext cx="927262" cy="2477275"/>
                <a:chOff x="573658" y="3055993"/>
                <a:chExt cx="927262" cy="2477275"/>
              </a:xfrm>
            </p:grpSpPr>
            <p:sp>
              <p:nvSpPr>
                <p:cNvPr id="89" name="矩形 88">
                  <a:extLst>
                    <a:ext uri="{FF2B5EF4-FFF2-40B4-BE49-F238E27FC236}">
                      <a16:creationId xmlns:a16="http://schemas.microsoft.com/office/drawing/2014/main" id="{124CFB94-00FE-4757-88E3-83B2ACCADA48}"/>
                    </a:ext>
                  </a:extLst>
                </p:cNvPr>
                <p:cNvSpPr/>
                <p:nvPr/>
              </p:nvSpPr>
              <p:spPr>
                <a:xfrm>
                  <a:off x="573658" y="5037813"/>
                  <a:ext cx="927262" cy="495455"/>
                </a:xfrm>
                <a:prstGeom prst="rect">
                  <a:avLst/>
                </a:prstGeom>
                <a:solidFill>
                  <a:schemeClr val="tx2"/>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zh-CN" altLang="en-US" b="1" dirty="0"/>
                    <a:t>物理层</a:t>
                  </a:r>
                </a:p>
              </p:txBody>
            </p:sp>
            <p:sp>
              <p:nvSpPr>
                <p:cNvPr id="90" name="矩形 89">
                  <a:extLst>
                    <a:ext uri="{FF2B5EF4-FFF2-40B4-BE49-F238E27FC236}">
                      <a16:creationId xmlns:a16="http://schemas.microsoft.com/office/drawing/2014/main" id="{34103BCF-ABC7-4731-9E0A-AE37E4C71DC3}"/>
                    </a:ext>
                  </a:extLst>
                </p:cNvPr>
                <p:cNvSpPr/>
                <p:nvPr/>
              </p:nvSpPr>
              <p:spPr>
                <a:xfrm>
                  <a:off x="573658" y="3551448"/>
                  <a:ext cx="927262" cy="495455"/>
                </a:xfrm>
                <a:prstGeom prst="rect">
                  <a:avLst/>
                </a:prstGeom>
                <a:solidFill>
                  <a:schemeClr val="accent3"/>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zh-CN" altLang="en-US" b="1" dirty="0"/>
                    <a:t>运输层</a:t>
                  </a:r>
                </a:p>
              </p:txBody>
            </p:sp>
            <p:sp>
              <p:nvSpPr>
                <p:cNvPr id="91" name="矩形 90">
                  <a:extLst>
                    <a:ext uri="{FF2B5EF4-FFF2-40B4-BE49-F238E27FC236}">
                      <a16:creationId xmlns:a16="http://schemas.microsoft.com/office/drawing/2014/main" id="{8081DD34-2696-4A2A-B7F4-B43F5E7F7BD3}"/>
                    </a:ext>
                  </a:extLst>
                </p:cNvPr>
                <p:cNvSpPr/>
                <p:nvPr/>
              </p:nvSpPr>
              <p:spPr>
                <a:xfrm>
                  <a:off x="573658" y="4047754"/>
                  <a:ext cx="927262" cy="495455"/>
                </a:xfrm>
                <a:prstGeom prst="rect">
                  <a:avLst/>
                </a:prstGeom>
                <a:solidFill>
                  <a:schemeClr val="accent6"/>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zh-CN" altLang="en-US" b="1" dirty="0"/>
                    <a:t>网络层</a:t>
                  </a:r>
                </a:p>
              </p:txBody>
            </p:sp>
            <p:sp>
              <p:nvSpPr>
                <p:cNvPr id="92" name="矩形 91">
                  <a:extLst>
                    <a:ext uri="{FF2B5EF4-FFF2-40B4-BE49-F238E27FC236}">
                      <a16:creationId xmlns:a16="http://schemas.microsoft.com/office/drawing/2014/main" id="{51FD0240-8E13-42BB-A172-60756E7AE84D}"/>
                    </a:ext>
                  </a:extLst>
                </p:cNvPr>
                <p:cNvSpPr/>
                <p:nvPr/>
              </p:nvSpPr>
              <p:spPr>
                <a:xfrm>
                  <a:off x="573658" y="4542358"/>
                  <a:ext cx="927262" cy="495455"/>
                </a:xfrm>
                <a:prstGeom prst="rect">
                  <a:avLst/>
                </a:prstGeom>
                <a:solidFill>
                  <a:schemeClr val="accent4"/>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zh-CN" altLang="en-US" b="1" dirty="0"/>
                    <a:t>链路层</a:t>
                  </a:r>
                </a:p>
              </p:txBody>
            </p:sp>
            <p:sp>
              <p:nvSpPr>
                <p:cNvPr id="93" name="矩形 92">
                  <a:extLst>
                    <a:ext uri="{FF2B5EF4-FFF2-40B4-BE49-F238E27FC236}">
                      <a16:creationId xmlns:a16="http://schemas.microsoft.com/office/drawing/2014/main" id="{DB6019C8-4BEF-4914-B669-5E9FBF1F2AA7}"/>
                    </a:ext>
                  </a:extLst>
                </p:cNvPr>
                <p:cNvSpPr/>
                <p:nvPr/>
              </p:nvSpPr>
              <p:spPr>
                <a:xfrm>
                  <a:off x="573658" y="3055993"/>
                  <a:ext cx="927262" cy="495455"/>
                </a:xfrm>
                <a:prstGeom prst="rect">
                  <a:avLst/>
                </a:prstGeom>
                <a:solidFill>
                  <a:schemeClr val="accent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zh-CN" altLang="en-US" b="1" dirty="0"/>
                    <a:t>应用层</a:t>
                  </a:r>
                </a:p>
              </p:txBody>
            </p:sp>
          </p:grpSp>
        </p:grpSp>
        <p:grpSp>
          <p:nvGrpSpPr>
            <p:cNvPr id="99" name="组合 98">
              <a:extLst>
                <a:ext uri="{FF2B5EF4-FFF2-40B4-BE49-F238E27FC236}">
                  <a16:creationId xmlns:a16="http://schemas.microsoft.com/office/drawing/2014/main" id="{CC1B08E0-48EF-48BD-8EF8-136C781D6435}"/>
                </a:ext>
              </a:extLst>
            </p:cNvPr>
            <p:cNvGrpSpPr/>
            <p:nvPr/>
          </p:nvGrpSpPr>
          <p:grpSpPr>
            <a:xfrm>
              <a:off x="3444676" y="4015867"/>
              <a:ext cx="5255824" cy="1485514"/>
              <a:chOff x="3444676" y="3569971"/>
              <a:chExt cx="5255824" cy="1485514"/>
            </a:xfrm>
          </p:grpSpPr>
          <p:grpSp>
            <p:nvGrpSpPr>
              <p:cNvPr id="100" name="组合 99">
                <a:extLst>
                  <a:ext uri="{FF2B5EF4-FFF2-40B4-BE49-F238E27FC236}">
                    <a16:creationId xmlns:a16="http://schemas.microsoft.com/office/drawing/2014/main" id="{BE59BBA1-E355-4811-AB36-7596DF9CBE36}"/>
                  </a:ext>
                </a:extLst>
              </p:cNvPr>
              <p:cNvGrpSpPr/>
              <p:nvPr/>
            </p:nvGrpSpPr>
            <p:grpSpPr>
              <a:xfrm>
                <a:off x="3444676" y="3569971"/>
                <a:ext cx="1820192" cy="1485514"/>
                <a:chOff x="5164841" y="3462133"/>
                <a:chExt cx="1820192" cy="1485514"/>
              </a:xfrm>
            </p:grpSpPr>
            <p:sp>
              <p:nvSpPr>
                <p:cNvPr id="107" name="矩形 106">
                  <a:extLst>
                    <a:ext uri="{FF2B5EF4-FFF2-40B4-BE49-F238E27FC236}">
                      <a16:creationId xmlns:a16="http://schemas.microsoft.com/office/drawing/2014/main" id="{100C4ADD-388A-418F-97D2-50166450FD91}"/>
                    </a:ext>
                  </a:extLst>
                </p:cNvPr>
                <p:cNvSpPr/>
                <p:nvPr/>
              </p:nvSpPr>
              <p:spPr>
                <a:xfrm>
                  <a:off x="5164841" y="4452192"/>
                  <a:ext cx="883201" cy="495455"/>
                </a:xfrm>
                <a:prstGeom prst="rect">
                  <a:avLst/>
                </a:prstGeom>
                <a:solidFill>
                  <a:schemeClr val="tx2"/>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zh-CN" altLang="en-US" b="1" dirty="0"/>
                    <a:t>物理层</a:t>
                  </a:r>
                </a:p>
              </p:txBody>
            </p:sp>
            <p:sp>
              <p:nvSpPr>
                <p:cNvPr id="108" name="矩形 107">
                  <a:extLst>
                    <a:ext uri="{FF2B5EF4-FFF2-40B4-BE49-F238E27FC236}">
                      <a16:creationId xmlns:a16="http://schemas.microsoft.com/office/drawing/2014/main" id="{87641776-0BB6-45D8-A831-A94BCDCB2B7D}"/>
                    </a:ext>
                  </a:extLst>
                </p:cNvPr>
                <p:cNvSpPr/>
                <p:nvPr/>
              </p:nvSpPr>
              <p:spPr>
                <a:xfrm>
                  <a:off x="5164841" y="3462133"/>
                  <a:ext cx="1820192" cy="495455"/>
                </a:xfrm>
                <a:prstGeom prst="rect">
                  <a:avLst/>
                </a:prstGeom>
                <a:solidFill>
                  <a:schemeClr val="accent6"/>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zh-CN" altLang="en-US" b="1" dirty="0"/>
                    <a:t>网络层</a:t>
                  </a:r>
                </a:p>
              </p:txBody>
            </p:sp>
            <p:sp>
              <p:nvSpPr>
                <p:cNvPr id="109" name="矩形 108">
                  <a:extLst>
                    <a:ext uri="{FF2B5EF4-FFF2-40B4-BE49-F238E27FC236}">
                      <a16:creationId xmlns:a16="http://schemas.microsoft.com/office/drawing/2014/main" id="{B725031E-86B9-4B26-9EB2-38B9448CA409}"/>
                    </a:ext>
                  </a:extLst>
                </p:cNvPr>
                <p:cNvSpPr/>
                <p:nvPr/>
              </p:nvSpPr>
              <p:spPr>
                <a:xfrm>
                  <a:off x="5164841" y="3956737"/>
                  <a:ext cx="883201" cy="495455"/>
                </a:xfrm>
                <a:prstGeom prst="rect">
                  <a:avLst/>
                </a:prstGeom>
                <a:solidFill>
                  <a:schemeClr val="accent4"/>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zh-CN" altLang="en-US" b="1" dirty="0"/>
                    <a:t>链路层</a:t>
                  </a:r>
                </a:p>
              </p:txBody>
            </p:sp>
            <p:sp>
              <p:nvSpPr>
                <p:cNvPr id="110" name="矩形 109">
                  <a:extLst>
                    <a:ext uri="{FF2B5EF4-FFF2-40B4-BE49-F238E27FC236}">
                      <a16:creationId xmlns:a16="http://schemas.microsoft.com/office/drawing/2014/main" id="{5627E60A-CC05-4069-AA42-DD5B249CE284}"/>
                    </a:ext>
                  </a:extLst>
                </p:cNvPr>
                <p:cNvSpPr/>
                <p:nvPr/>
              </p:nvSpPr>
              <p:spPr>
                <a:xfrm>
                  <a:off x="6101832" y="4451342"/>
                  <a:ext cx="883201" cy="495455"/>
                </a:xfrm>
                <a:prstGeom prst="rect">
                  <a:avLst/>
                </a:prstGeom>
                <a:solidFill>
                  <a:schemeClr val="tx2"/>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zh-CN" altLang="en-US" b="1" dirty="0"/>
                    <a:t>物理层</a:t>
                  </a:r>
                </a:p>
              </p:txBody>
            </p:sp>
            <p:sp>
              <p:nvSpPr>
                <p:cNvPr id="111" name="矩形 110">
                  <a:extLst>
                    <a:ext uri="{FF2B5EF4-FFF2-40B4-BE49-F238E27FC236}">
                      <a16:creationId xmlns:a16="http://schemas.microsoft.com/office/drawing/2014/main" id="{589C88A1-924E-4E7F-9F77-330BC2A65A73}"/>
                    </a:ext>
                  </a:extLst>
                </p:cNvPr>
                <p:cNvSpPr/>
                <p:nvPr/>
              </p:nvSpPr>
              <p:spPr>
                <a:xfrm>
                  <a:off x="6101832" y="3955887"/>
                  <a:ext cx="883201" cy="495455"/>
                </a:xfrm>
                <a:prstGeom prst="rect">
                  <a:avLst/>
                </a:prstGeom>
                <a:solidFill>
                  <a:schemeClr val="accent4"/>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zh-CN" altLang="en-US" b="1" dirty="0"/>
                    <a:t>链路层</a:t>
                  </a:r>
                </a:p>
              </p:txBody>
            </p:sp>
          </p:grpSp>
          <p:grpSp>
            <p:nvGrpSpPr>
              <p:cNvPr id="101" name="组合 100">
                <a:extLst>
                  <a:ext uri="{FF2B5EF4-FFF2-40B4-BE49-F238E27FC236}">
                    <a16:creationId xmlns:a16="http://schemas.microsoft.com/office/drawing/2014/main" id="{BFF20CF0-57B9-4BE3-B2FE-285C5823AA71}"/>
                  </a:ext>
                </a:extLst>
              </p:cNvPr>
              <p:cNvGrpSpPr/>
              <p:nvPr/>
            </p:nvGrpSpPr>
            <p:grpSpPr>
              <a:xfrm>
                <a:off x="6880308" y="3569971"/>
                <a:ext cx="1820192" cy="1485514"/>
                <a:chOff x="5164841" y="3462133"/>
                <a:chExt cx="1820192" cy="1485514"/>
              </a:xfrm>
            </p:grpSpPr>
            <p:sp>
              <p:nvSpPr>
                <p:cNvPr id="102" name="矩形 101">
                  <a:extLst>
                    <a:ext uri="{FF2B5EF4-FFF2-40B4-BE49-F238E27FC236}">
                      <a16:creationId xmlns:a16="http://schemas.microsoft.com/office/drawing/2014/main" id="{6E9B81A3-3ED7-4F9D-AEA2-9B3A8301FFEC}"/>
                    </a:ext>
                  </a:extLst>
                </p:cNvPr>
                <p:cNvSpPr/>
                <p:nvPr/>
              </p:nvSpPr>
              <p:spPr>
                <a:xfrm>
                  <a:off x="5164841" y="4452192"/>
                  <a:ext cx="883201" cy="495455"/>
                </a:xfrm>
                <a:prstGeom prst="rect">
                  <a:avLst/>
                </a:prstGeom>
                <a:solidFill>
                  <a:schemeClr val="tx2"/>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zh-CN" altLang="en-US" b="1" dirty="0"/>
                    <a:t>物理层</a:t>
                  </a:r>
                </a:p>
              </p:txBody>
            </p:sp>
            <p:sp>
              <p:nvSpPr>
                <p:cNvPr id="103" name="矩形 102">
                  <a:extLst>
                    <a:ext uri="{FF2B5EF4-FFF2-40B4-BE49-F238E27FC236}">
                      <a16:creationId xmlns:a16="http://schemas.microsoft.com/office/drawing/2014/main" id="{6C5D4FF6-8AE2-469B-9566-675927D4C363}"/>
                    </a:ext>
                  </a:extLst>
                </p:cNvPr>
                <p:cNvSpPr/>
                <p:nvPr/>
              </p:nvSpPr>
              <p:spPr>
                <a:xfrm>
                  <a:off x="5164841" y="3462133"/>
                  <a:ext cx="1820192" cy="495455"/>
                </a:xfrm>
                <a:prstGeom prst="rect">
                  <a:avLst/>
                </a:prstGeom>
                <a:solidFill>
                  <a:schemeClr val="accent6"/>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zh-CN" altLang="en-US" b="1" dirty="0"/>
                    <a:t>网络层</a:t>
                  </a:r>
                </a:p>
              </p:txBody>
            </p:sp>
            <p:sp>
              <p:nvSpPr>
                <p:cNvPr id="104" name="矩形 103">
                  <a:extLst>
                    <a:ext uri="{FF2B5EF4-FFF2-40B4-BE49-F238E27FC236}">
                      <a16:creationId xmlns:a16="http://schemas.microsoft.com/office/drawing/2014/main" id="{25F8E310-980A-4266-8D91-E746261086ED}"/>
                    </a:ext>
                  </a:extLst>
                </p:cNvPr>
                <p:cNvSpPr/>
                <p:nvPr/>
              </p:nvSpPr>
              <p:spPr>
                <a:xfrm>
                  <a:off x="5164841" y="3956737"/>
                  <a:ext cx="883201" cy="495455"/>
                </a:xfrm>
                <a:prstGeom prst="rect">
                  <a:avLst/>
                </a:prstGeom>
                <a:solidFill>
                  <a:schemeClr val="accent4"/>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zh-CN" altLang="en-US" b="1" dirty="0"/>
                    <a:t>链路层</a:t>
                  </a:r>
                </a:p>
              </p:txBody>
            </p:sp>
            <p:sp>
              <p:nvSpPr>
                <p:cNvPr id="105" name="矩形 104">
                  <a:extLst>
                    <a:ext uri="{FF2B5EF4-FFF2-40B4-BE49-F238E27FC236}">
                      <a16:creationId xmlns:a16="http://schemas.microsoft.com/office/drawing/2014/main" id="{C8A3C2B1-3477-494B-A35F-65CFA16A1C78}"/>
                    </a:ext>
                  </a:extLst>
                </p:cNvPr>
                <p:cNvSpPr/>
                <p:nvPr/>
              </p:nvSpPr>
              <p:spPr>
                <a:xfrm>
                  <a:off x="6101832" y="4451342"/>
                  <a:ext cx="883201" cy="495455"/>
                </a:xfrm>
                <a:prstGeom prst="rect">
                  <a:avLst/>
                </a:prstGeom>
                <a:solidFill>
                  <a:schemeClr val="tx2"/>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zh-CN" altLang="en-US" b="1" dirty="0"/>
                    <a:t>物理层</a:t>
                  </a:r>
                </a:p>
              </p:txBody>
            </p:sp>
            <p:sp>
              <p:nvSpPr>
                <p:cNvPr id="106" name="矩形 105">
                  <a:extLst>
                    <a:ext uri="{FF2B5EF4-FFF2-40B4-BE49-F238E27FC236}">
                      <a16:creationId xmlns:a16="http://schemas.microsoft.com/office/drawing/2014/main" id="{58018019-01B9-4A48-94CA-AD7D472E418F}"/>
                    </a:ext>
                  </a:extLst>
                </p:cNvPr>
                <p:cNvSpPr/>
                <p:nvPr/>
              </p:nvSpPr>
              <p:spPr>
                <a:xfrm>
                  <a:off x="6101832" y="3955887"/>
                  <a:ext cx="883201" cy="495455"/>
                </a:xfrm>
                <a:prstGeom prst="rect">
                  <a:avLst/>
                </a:prstGeom>
                <a:solidFill>
                  <a:schemeClr val="accent4"/>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zh-CN" altLang="en-US" b="1" dirty="0"/>
                    <a:t>链路层</a:t>
                  </a:r>
                </a:p>
              </p:txBody>
            </p:sp>
          </p:grpSp>
        </p:grpSp>
        <p:grpSp>
          <p:nvGrpSpPr>
            <p:cNvPr id="112" name="组合 111">
              <a:extLst>
                <a:ext uri="{FF2B5EF4-FFF2-40B4-BE49-F238E27FC236}">
                  <a16:creationId xmlns:a16="http://schemas.microsoft.com/office/drawing/2014/main" id="{8FA6F789-59A8-430F-8EFA-5536C871A101}"/>
                </a:ext>
              </a:extLst>
            </p:cNvPr>
            <p:cNvGrpSpPr/>
            <p:nvPr/>
          </p:nvGrpSpPr>
          <p:grpSpPr>
            <a:xfrm>
              <a:off x="575386" y="1901692"/>
              <a:ext cx="11327717" cy="1140097"/>
              <a:chOff x="601699" y="1646568"/>
              <a:chExt cx="11327717" cy="1140097"/>
            </a:xfrm>
          </p:grpSpPr>
          <p:cxnSp>
            <p:nvCxnSpPr>
              <p:cNvPr id="113" name="直接连接符 112">
                <a:extLst>
                  <a:ext uri="{FF2B5EF4-FFF2-40B4-BE49-F238E27FC236}">
                    <a16:creationId xmlns:a16="http://schemas.microsoft.com/office/drawing/2014/main" id="{6A63C0E5-DD5D-43AD-BECA-9AD4A198C3D6}"/>
                  </a:ext>
                </a:extLst>
              </p:cNvPr>
              <p:cNvCxnSpPr>
                <a:cxnSpLocks/>
              </p:cNvCxnSpPr>
              <p:nvPr/>
            </p:nvCxnSpPr>
            <p:spPr>
              <a:xfrm>
                <a:off x="1116604" y="2429705"/>
                <a:ext cx="10027235"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pic>
            <p:nvPicPr>
              <p:cNvPr id="114" name="图形 113">
                <a:extLst>
                  <a:ext uri="{FF2B5EF4-FFF2-40B4-BE49-F238E27FC236}">
                    <a16:creationId xmlns:a16="http://schemas.microsoft.com/office/drawing/2014/main" id="{AF37332C-493E-4923-8C07-8ADCF2E18C92}"/>
                  </a:ext>
                </a:extLst>
              </p:cNvPr>
              <p:cNvPicPr>
                <a:picLocks noChangeAspect="1"/>
              </p:cNvPicPr>
              <p:nvPr/>
            </p:nvPicPr>
            <p:blipFill>
              <a:blip r:embed="rId4">
                <a:extLst>
                  <a:ext uri="{28A0092B-C50C-407E-A947-70E740481C1C}">
                    <a14:useLocalDpi xmlns:a14="http://schemas.microsoft.com/office/drawing/2010/main" val="0"/>
                  </a:ext>
                  <a:ext uri="{96DAC541-7B7A-43D3-8B79-37D633B846F1}">
                    <asvg:svgBlip xmlns:asvg="http://schemas.microsoft.com/office/drawing/2016/SVG/main" r:embed="rId5"/>
                  </a:ext>
                </a:extLst>
              </a:blip>
              <a:stretch>
                <a:fillRect/>
              </a:stretch>
            </p:blipFill>
            <p:spPr>
              <a:xfrm>
                <a:off x="601699" y="1998460"/>
                <a:ext cx="662814" cy="641082"/>
              </a:xfrm>
              <a:prstGeom prst="rect">
                <a:avLst/>
              </a:prstGeom>
            </p:spPr>
          </p:pic>
          <p:pic>
            <p:nvPicPr>
              <p:cNvPr id="115" name="图形 114">
                <a:extLst>
                  <a:ext uri="{FF2B5EF4-FFF2-40B4-BE49-F238E27FC236}">
                    <a16:creationId xmlns:a16="http://schemas.microsoft.com/office/drawing/2014/main" id="{8EC32F99-8248-49E0-B4E6-F66C01BA750D}"/>
                  </a:ext>
                </a:extLst>
              </p:cNvPr>
              <p:cNvPicPr>
                <a:picLocks noChangeAspect="1"/>
              </p:cNvPicPr>
              <p:nvPr/>
            </p:nvPicPr>
            <p:blipFill>
              <a:blip r:embed="rId6">
                <a:extLst>
                  <a:ext uri="{28A0092B-C50C-407E-A947-70E740481C1C}">
                    <a14:useLocalDpi xmlns:a14="http://schemas.microsoft.com/office/drawing/2010/main" val="0"/>
                  </a:ext>
                  <a:ext uri="{96DAC541-7B7A-43D3-8B79-37D633B846F1}">
                    <asvg:svgBlip xmlns:asvg="http://schemas.microsoft.com/office/drawing/2016/SVG/main" r:embed="rId7"/>
                  </a:ext>
                </a:extLst>
              </a:blip>
              <a:stretch>
                <a:fillRect/>
              </a:stretch>
            </p:blipFill>
            <p:spPr>
              <a:xfrm>
                <a:off x="11075396" y="1998460"/>
                <a:ext cx="501772" cy="658576"/>
              </a:xfrm>
              <a:prstGeom prst="rect">
                <a:avLst/>
              </a:prstGeom>
            </p:spPr>
          </p:pic>
          <p:pic>
            <p:nvPicPr>
              <p:cNvPr id="116" name="图形 115">
                <a:extLst>
                  <a:ext uri="{FF2B5EF4-FFF2-40B4-BE49-F238E27FC236}">
                    <a16:creationId xmlns:a16="http://schemas.microsoft.com/office/drawing/2014/main" id="{54E3A717-051B-4914-9947-5C4619DF552C}"/>
                  </a:ext>
                </a:extLst>
              </p:cNvPr>
              <p:cNvPicPr>
                <a:picLocks noChangeAspect="1"/>
              </p:cNvPicPr>
              <p:nvPr/>
            </p:nvPicPr>
            <p:blipFill>
              <a:blip r:embed="rId8">
                <a:extLst>
                  <a:ext uri="{28A0092B-C50C-407E-A947-70E740481C1C}">
                    <a14:useLocalDpi xmlns:a14="http://schemas.microsoft.com/office/drawing/2010/main" val="0"/>
                  </a:ext>
                  <a:ext uri="{96DAC541-7B7A-43D3-8B79-37D633B846F1}">
                    <asvg:svgBlip xmlns:asvg="http://schemas.microsoft.com/office/drawing/2016/SVG/main" r:embed="rId9"/>
                  </a:ext>
                </a:extLst>
              </a:blip>
              <a:stretch>
                <a:fillRect/>
              </a:stretch>
            </p:blipFill>
            <p:spPr>
              <a:xfrm>
                <a:off x="4062028" y="2171420"/>
                <a:ext cx="638116" cy="516570"/>
              </a:xfrm>
              <a:prstGeom prst="rect">
                <a:avLst/>
              </a:prstGeom>
            </p:spPr>
          </p:pic>
          <p:pic>
            <p:nvPicPr>
              <p:cNvPr id="117" name="图形 116">
                <a:extLst>
                  <a:ext uri="{FF2B5EF4-FFF2-40B4-BE49-F238E27FC236}">
                    <a16:creationId xmlns:a16="http://schemas.microsoft.com/office/drawing/2014/main" id="{E14ACA8E-537D-4E0A-B49F-C124FE7A3EE0}"/>
                  </a:ext>
                </a:extLst>
              </p:cNvPr>
              <p:cNvPicPr>
                <a:picLocks noChangeAspect="1"/>
              </p:cNvPicPr>
              <p:nvPr/>
            </p:nvPicPr>
            <p:blipFill>
              <a:blip r:embed="rId8">
                <a:extLst>
                  <a:ext uri="{28A0092B-C50C-407E-A947-70E740481C1C}">
                    <a14:useLocalDpi xmlns:a14="http://schemas.microsoft.com/office/drawing/2010/main" val="0"/>
                  </a:ext>
                  <a:ext uri="{96DAC541-7B7A-43D3-8B79-37D633B846F1}">
                    <asvg:svgBlip xmlns:asvg="http://schemas.microsoft.com/office/drawing/2016/SVG/main" r:embed="rId9"/>
                  </a:ext>
                </a:extLst>
              </a:blip>
              <a:stretch>
                <a:fillRect/>
              </a:stretch>
            </p:blipFill>
            <p:spPr>
              <a:xfrm>
                <a:off x="7497660" y="2171420"/>
                <a:ext cx="638116" cy="516570"/>
              </a:xfrm>
              <a:prstGeom prst="rect">
                <a:avLst/>
              </a:prstGeom>
            </p:spPr>
          </p:pic>
          <p:grpSp>
            <p:nvGrpSpPr>
              <p:cNvPr id="118" name="组合 117">
                <a:extLst>
                  <a:ext uri="{FF2B5EF4-FFF2-40B4-BE49-F238E27FC236}">
                    <a16:creationId xmlns:a16="http://schemas.microsoft.com/office/drawing/2014/main" id="{1615A98D-B7AF-4928-B8C2-83F2E3CCD1DC}"/>
                  </a:ext>
                </a:extLst>
              </p:cNvPr>
              <p:cNvGrpSpPr/>
              <p:nvPr/>
            </p:nvGrpSpPr>
            <p:grpSpPr>
              <a:xfrm>
                <a:off x="2154969" y="2044381"/>
                <a:ext cx="1016602" cy="742284"/>
                <a:chOff x="2154969" y="1945707"/>
                <a:chExt cx="1016602" cy="742284"/>
              </a:xfrm>
            </p:grpSpPr>
            <p:sp>
              <p:nvSpPr>
                <p:cNvPr id="129" name="云形 128">
                  <a:extLst>
                    <a:ext uri="{FF2B5EF4-FFF2-40B4-BE49-F238E27FC236}">
                      <a16:creationId xmlns:a16="http://schemas.microsoft.com/office/drawing/2014/main" id="{F0053473-BC4F-4BE1-9B4C-DFE547A8C296}"/>
                    </a:ext>
                  </a:extLst>
                </p:cNvPr>
                <p:cNvSpPr/>
                <p:nvPr/>
              </p:nvSpPr>
              <p:spPr>
                <a:xfrm>
                  <a:off x="2154970" y="1945707"/>
                  <a:ext cx="1016601" cy="742284"/>
                </a:xfrm>
                <a:prstGeom prst="cloud">
                  <a:avLst/>
                </a:prstGeom>
                <a:solidFill>
                  <a:schemeClr val="bg1">
                    <a:lumMod val="85000"/>
                  </a:schemeClr>
                </a:solidFill>
                <a:ln>
                  <a:solidFill>
                    <a:schemeClr val="bg1">
                      <a:lumMod val="85000"/>
                    </a:schemeClr>
                  </a:solidFill>
                </a:ln>
              </p:spPr>
              <p:style>
                <a:lnRef idx="2">
                  <a:schemeClr val="accent3">
                    <a:shade val="50000"/>
                  </a:schemeClr>
                </a:lnRef>
                <a:fillRef idx="1">
                  <a:schemeClr val="accent3"/>
                </a:fillRef>
                <a:effectRef idx="0">
                  <a:schemeClr val="accent3"/>
                </a:effectRef>
                <a:fontRef idx="minor">
                  <a:schemeClr val="lt1"/>
                </a:fontRef>
              </p:style>
              <p:txBody>
                <a:bodyPr rtlCol="0" anchor="ctr"/>
                <a:lstStyle/>
                <a:p>
                  <a:pPr algn="ctr"/>
                  <a:endParaRPr lang="zh-CN" altLang="en-US" b="1" dirty="0">
                    <a:solidFill>
                      <a:schemeClr val="tx1"/>
                    </a:solidFill>
                    <a:latin typeface="宋体" panose="02010600030101010101" pitchFamily="2" charset="-122"/>
                    <a:ea typeface="宋体" panose="02010600030101010101" pitchFamily="2" charset="-122"/>
                  </a:endParaRPr>
                </a:p>
              </p:txBody>
            </p:sp>
            <p:sp>
              <p:nvSpPr>
                <p:cNvPr id="130" name="文本框 129">
                  <a:extLst>
                    <a:ext uri="{FF2B5EF4-FFF2-40B4-BE49-F238E27FC236}">
                      <a16:creationId xmlns:a16="http://schemas.microsoft.com/office/drawing/2014/main" id="{AFB9C91E-6754-40CD-A059-989B653D8566}"/>
                    </a:ext>
                  </a:extLst>
                </p:cNvPr>
                <p:cNvSpPr txBox="1"/>
                <p:nvPr/>
              </p:nvSpPr>
              <p:spPr>
                <a:xfrm>
                  <a:off x="2154969" y="2125588"/>
                  <a:ext cx="1016601" cy="369332"/>
                </a:xfrm>
                <a:prstGeom prst="rect">
                  <a:avLst/>
                </a:prstGeom>
                <a:noFill/>
              </p:spPr>
              <p:txBody>
                <a:bodyPr wrap="square" rtlCol="0">
                  <a:spAutoFit/>
                </a:bodyPr>
                <a:lstStyle/>
                <a:p>
                  <a:pPr algn="ctr"/>
                  <a:r>
                    <a:rPr lang="zh-CN" altLang="en-US" b="1" dirty="0">
                      <a:latin typeface="Arial Narrow" panose="020B0606020202030204" pitchFamily="34" charset="0"/>
                    </a:rPr>
                    <a:t>局域网</a:t>
                  </a:r>
                  <a:r>
                    <a:rPr lang="en-US" altLang="zh-CN" b="1" dirty="0">
                      <a:latin typeface="Arial Narrow" panose="020B0606020202030204" pitchFamily="34" charset="0"/>
                    </a:rPr>
                    <a:t>1</a:t>
                  </a:r>
                  <a:endParaRPr lang="zh-CN" altLang="en-US" b="1" dirty="0">
                    <a:latin typeface="Arial Narrow" panose="020B0606020202030204" pitchFamily="34" charset="0"/>
                  </a:endParaRPr>
                </a:p>
              </p:txBody>
            </p:sp>
          </p:grpSp>
          <p:grpSp>
            <p:nvGrpSpPr>
              <p:cNvPr id="119" name="组合 118">
                <a:extLst>
                  <a:ext uri="{FF2B5EF4-FFF2-40B4-BE49-F238E27FC236}">
                    <a16:creationId xmlns:a16="http://schemas.microsoft.com/office/drawing/2014/main" id="{6E0AAD30-05B2-4331-A139-CA0DB7B87CCF}"/>
                  </a:ext>
                </a:extLst>
              </p:cNvPr>
              <p:cNvGrpSpPr/>
              <p:nvPr/>
            </p:nvGrpSpPr>
            <p:grpSpPr>
              <a:xfrm>
                <a:off x="9026232" y="2044381"/>
                <a:ext cx="1016603" cy="742284"/>
                <a:chOff x="9026232" y="1945707"/>
                <a:chExt cx="1016603" cy="742284"/>
              </a:xfrm>
            </p:grpSpPr>
            <p:sp>
              <p:nvSpPr>
                <p:cNvPr id="127" name="云形 126">
                  <a:extLst>
                    <a:ext uri="{FF2B5EF4-FFF2-40B4-BE49-F238E27FC236}">
                      <a16:creationId xmlns:a16="http://schemas.microsoft.com/office/drawing/2014/main" id="{6256998C-2597-41DF-892E-CE27645700C7}"/>
                    </a:ext>
                  </a:extLst>
                </p:cNvPr>
                <p:cNvSpPr/>
                <p:nvPr/>
              </p:nvSpPr>
              <p:spPr>
                <a:xfrm>
                  <a:off x="9026234" y="1945707"/>
                  <a:ext cx="1016601" cy="742284"/>
                </a:xfrm>
                <a:prstGeom prst="cloud">
                  <a:avLst/>
                </a:prstGeom>
                <a:solidFill>
                  <a:schemeClr val="bg1">
                    <a:lumMod val="85000"/>
                  </a:schemeClr>
                </a:solidFill>
                <a:ln>
                  <a:solidFill>
                    <a:schemeClr val="bg1">
                      <a:lumMod val="85000"/>
                    </a:schemeClr>
                  </a:solidFill>
                </a:ln>
              </p:spPr>
              <p:style>
                <a:lnRef idx="2">
                  <a:schemeClr val="accent3">
                    <a:shade val="50000"/>
                  </a:schemeClr>
                </a:lnRef>
                <a:fillRef idx="1">
                  <a:schemeClr val="accent3"/>
                </a:fillRef>
                <a:effectRef idx="0">
                  <a:schemeClr val="accent3"/>
                </a:effectRef>
                <a:fontRef idx="minor">
                  <a:schemeClr val="lt1"/>
                </a:fontRef>
              </p:style>
              <p:txBody>
                <a:bodyPr rtlCol="0" anchor="ctr"/>
                <a:lstStyle/>
                <a:p>
                  <a:pPr algn="ctr"/>
                  <a:endParaRPr lang="zh-CN" altLang="en-US" b="1" dirty="0">
                    <a:solidFill>
                      <a:schemeClr val="tx1"/>
                    </a:solidFill>
                    <a:latin typeface="宋体" panose="02010600030101010101" pitchFamily="2" charset="-122"/>
                    <a:ea typeface="宋体" panose="02010600030101010101" pitchFamily="2" charset="-122"/>
                  </a:endParaRPr>
                </a:p>
              </p:txBody>
            </p:sp>
            <p:sp>
              <p:nvSpPr>
                <p:cNvPr id="128" name="文本框 127">
                  <a:extLst>
                    <a:ext uri="{FF2B5EF4-FFF2-40B4-BE49-F238E27FC236}">
                      <a16:creationId xmlns:a16="http://schemas.microsoft.com/office/drawing/2014/main" id="{BCD97213-C6E9-41F8-943C-3DBE5F9245B5}"/>
                    </a:ext>
                  </a:extLst>
                </p:cNvPr>
                <p:cNvSpPr txBox="1"/>
                <p:nvPr/>
              </p:nvSpPr>
              <p:spPr>
                <a:xfrm>
                  <a:off x="9026232" y="2125588"/>
                  <a:ext cx="1016601" cy="369332"/>
                </a:xfrm>
                <a:prstGeom prst="rect">
                  <a:avLst/>
                </a:prstGeom>
                <a:noFill/>
              </p:spPr>
              <p:txBody>
                <a:bodyPr wrap="square" rtlCol="0">
                  <a:spAutoFit/>
                </a:bodyPr>
                <a:lstStyle/>
                <a:p>
                  <a:pPr algn="ctr"/>
                  <a:r>
                    <a:rPr lang="zh-CN" altLang="en-US" b="1" dirty="0">
                      <a:latin typeface="Arial Narrow" panose="020B0606020202030204" pitchFamily="34" charset="0"/>
                    </a:rPr>
                    <a:t>局域网</a:t>
                  </a:r>
                  <a:r>
                    <a:rPr lang="en-US" altLang="zh-CN" b="1" dirty="0">
                      <a:latin typeface="Arial Narrow" panose="020B0606020202030204" pitchFamily="34" charset="0"/>
                    </a:rPr>
                    <a:t>2</a:t>
                  </a:r>
                  <a:endParaRPr lang="zh-CN" altLang="en-US" b="1" dirty="0">
                    <a:latin typeface="Arial Narrow" panose="020B0606020202030204" pitchFamily="34" charset="0"/>
                  </a:endParaRPr>
                </a:p>
              </p:txBody>
            </p:sp>
          </p:grpSp>
          <p:sp>
            <p:nvSpPr>
              <p:cNvPr id="125" name="云形 124">
                <a:extLst>
                  <a:ext uri="{FF2B5EF4-FFF2-40B4-BE49-F238E27FC236}">
                    <a16:creationId xmlns:a16="http://schemas.microsoft.com/office/drawing/2014/main" id="{6323D83A-77DB-4217-A207-D17054C463ED}"/>
                  </a:ext>
                </a:extLst>
              </p:cNvPr>
              <p:cNvSpPr/>
              <p:nvPr/>
            </p:nvSpPr>
            <p:spPr>
              <a:xfrm>
                <a:off x="5590601" y="2044381"/>
                <a:ext cx="1016601" cy="742284"/>
              </a:xfrm>
              <a:prstGeom prst="cloud">
                <a:avLst/>
              </a:prstGeom>
              <a:solidFill>
                <a:schemeClr val="bg1">
                  <a:lumMod val="85000"/>
                </a:schemeClr>
              </a:solidFill>
              <a:ln>
                <a:solidFill>
                  <a:schemeClr val="bg1">
                    <a:lumMod val="85000"/>
                  </a:schemeClr>
                </a:solidFill>
              </a:ln>
            </p:spPr>
            <p:style>
              <a:lnRef idx="2">
                <a:schemeClr val="accent3">
                  <a:shade val="50000"/>
                </a:schemeClr>
              </a:lnRef>
              <a:fillRef idx="1">
                <a:schemeClr val="accent3"/>
              </a:fillRef>
              <a:effectRef idx="0">
                <a:schemeClr val="accent3"/>
              </a:effectRef>
              <a:fontRef idx="minor">
                <a:schemeClr val="lt1"/>
              </a:fontRef>
            </p:style>
            <p:txBody>
              <a:bodyPr rtlCol="0" anchor="ctr"/>
              <a:lstStyle/>
              <a:p>
                <a:pPr algn="ctr"/>
                <a:endParaRPr lang="zh-CN" altLang="en-US" b="1" dirty="0">
                  <a:solidFill>
                    <a:schemeClr val="tx1"/>
                  </a:solidFill>
                  <a:latin typeface="宋体" panose="02010600030101010101" pitchFamily="2" charset="-122"/>
                  <a:ea typeface="宋体" panose="02010600030101010101" pitchFamily="2" charset="-122"/>
                </a:endParaRPr>
              </a:p>
            </p:txBody>
          </p:sp>
          <p:sp>
            <p:nvSpPr>
              <p:cNvPr id="121" name="文本框 120">
                <a:extLst>
                  <a:ext uri="{FF2B5EF4-FFF2-40B4-BE49-F238E27FC236}">
                    <a16:creationId xmlns:a16="http://schemas.microsoft.com/office/drawing/2014/main" id="{ADA4D73D-B530-40D8-8AB6-B74427965457}"/>
                  </a:ext>
                </a:extLst>
              </p:cNvPr>
              <p:cNvSpPr txBox="1"/>
              <p:nvPr/>
            </p:nvSpPr>
            <p:spPr>
              <a:xfrm>
                <a:off x="601699" y="1646568"/>
                <a:ext cx="1016601" cy="369332"/>
              </a:xfrm>
              <a:prstGeom prst="rect">
                <a:avLst/>
              </a:prstGeom>
              <a:noFill/>
            </p:spPr>
            <p:txBody>
              <a:bodyPr wrap="square" rtlCol="0">
                <a:spAutoFit/>
              </a:bodyPr>
              <a:lstStyle/>
              <a:p>
                <a:pPr algn="ctr"/>
                <a:r>
                  <a:rPr lang="zh-CN" altLang="en-US" b="1" dirty="0">
                    <a:latin typeface="Arial Narrow" panose="020B0606020202030204" pitchFamily="34" charset="0"/>
                  </a:rPr>
                  <a:t>主机</a:t>
                </a:r>
                <a:r>
                  <a:rPr lang="en-US" altLang="zh-CN" b="1" dirty="0">
                    <a:latin typeface="Arial Narrow" panose="020B0606020202030204" pitchFamily="34" charset="0"/>
                  </a:rPr>
                  <a:t>H1</a:t>
                </a:r>
                <a:endParaRPr lang="zh-CN" altLang="en-US" b="1" dirty="0">
                  <a:latin typeface="Arial Narrow" panose="020B0606020202030204" pitchFamily="34" charset="0"/>
                </a:endParaRPr>
              </a:p>
            </p:txBody>
          </p:sp>
          <p:sp>
            <p:nvSpPr>
              <p:cNvPr id="122" name="文本框 121">
                <a:extLst>
                  <a:ext uri="{FF2B5EF4-FFF2-40B4-BE49-F238E27FC236}">
                    <a16:creationId xmlns:a16="http://schemas.microsoft.com/office/drawing/2014/main" id="{E1190458-FE74-457B-91EE-5652AE10AE75}"/>
                  </a:ext>
                </a:extLst>
              </p:cNvPr>
              <p:cNvSpPr txBox="1"/>
              <p:nvPr/>
            </p:nvSpPr>
            <p:spPr>
              <a:xfrm>
                <a:off x="3777951" y="1646568"/>
                <a:ext cx="1206269" cy="369332"/>
              </a:xfrm>
              <a:prstGeom prst="rect">
                <a:avLst/>
              </a:prstGeom>
              <a:noFill/>
            </p:spPr>
            <p:txBody>
              <a:bodyPr wrap="square" rtlCol="0">
                <a:spAutoFit/>
              </a:bodyPr>
              <a:lstStyle/>
              <a:p>
                <a:pPr algn="ctr"/>
                <a:r>
                  <a:rPr lang="zh-CN" altLang="en-US" b="1" dirty="0">
                    <a:latin typeface="Arial Narrow" panose="020B0606020202030204" pitchFamily="34" charset="0"/>
                  </a:rPr>
                  <a:t>路由器</a:t>
                </a:r>
                <a:r>
                  <a:rPr lang="en-US" altLang="zh-CN" b="1" dirty="0">
                    <a:latin typeface="Arial Narrow" panose="020B0606020202030204" pitchFamily="34" charset="0"/>
                  </a:rPr>
                  <a:t>R1</a:t>
                </a:r>
                <a:endParaRPr lang="zh-CN" altLang="en-US" b="1" dirty="0">
                  <a:latin typeface="Arial Narrow" panose="020B0606020202030204" pitchFamily="34" charset="0"/>
                </a:endParaRPr>
              </a:p>
            </p:txBody>
          </p:sp>
          <p:sp>
            <p:nvSpPr>
              <p:cNvPr id="123" name="文本框 122">
                <a:extLst>
                  <a:ext uri="{FF2B5EF4-FFF2-40B4-BE49-F238E27FC236}">
                    <a16:creationId xmlns:a16="http://schemas.microsoft.com/office/drawing/2014/main" id="{A0ABEC3E-FDBB-481A-9F68-A166A4D8AB29}"/>
                  </a:ext>
                </a:extLst>
              </p:cNvPr>
              <p:cNvSpPr txBox="1"/>
              <p:nvPr/>
            </p:nvSpPr>
            <p:spPr>
              <a:xfrm>
                <a:off x="7213583" y="1646568"/>
                <a:ext cx="1206269" cy="369332"/>
              </a:xfrm>
              <a:prstGeom prst="rect">
                <a:avLst/>
              </a:prstGeom>
              <a:noFill/>
            </p:spPr>
            <p:txBody>
              <a:bodyPr wrap="square" rtlCol="0">
                <a:spAutoFit/>
              </a:bodyPr>
              <a:lstStyle/>
              <a:p>
                <a:pPr algn="ctr"/>
                <a:r>
                  <a:rPr lang="zh-CN" altLang="en-US" b="1" dirty="0">
                    <a:latin typeface="Arial Narrow" panose="020B0606020202030204" pitchFamily="34" charset="0"/>
                  </a:rPr>
                  <a:t>路由器</a:t>
                </a:r>
                <a:r>
                  <a:rPr lang="en-US" altLang="zh-CN" b="1" dirty="0">
                    <a:latin typeface="Arial Narrow" panose="020B0606020202030204" pitchFamily="34" charset="0"/>
                  </a:rPr>
                  <a:t>R2</a:t>
                </a:r>
                <a:endParaRPr lang="zh-CN" altLang="en-US" b="1" dirty="0">
                  <a:latin typeface="Arial Narrow" panose="020B0606020202030204" pitchFamily="34" charset="0"/>
                </a:endParaRPr>
              </a:p>
            </p:txBody>
          </p:sp>
          <p:sp>
            <p:nvSpPr>
              <p:cNvPr id="124" name="文本框 123">
                <a:extLst>
                  <a:ext uri="{FF2B5EF4-FFF2-40B4-BE49-F238E27FC236}">
                    <a16:creationId xmlns:a16="http://schemas.microsoft.com/office/drawing/2014/main" id="{0D62F50C-748F-4097-886D-21618A8CDD31}"/>
                  </a:ext>
                </a:extLst>
              </p:cNvPr>
              <p:cNvSpPr txBox="1"/>
              <p:nvPr/>
            </p:nvSpPr>
            <p:spPr>
              <a:xfrm>
                <a:off x="10723147" y="1646568"/>
                <a:ext cx="1206269" cy="369332"/>
              </a:xfrm>
              <a:prstGeom prst="rect">
                <a:avLst/>
              </a:prstGeom>
              <a:noFill/>
            </p:spPr>
            <p:txBody>
              <a:bodyPr wrap="square" rtlCol="0">
                <a:spAutoFit/>
              </a:bodyPr>
              <a:lstStyle/>
              <a:p>
                <a:pPr algn="ctr"/>
                <a:r>
                  <a:rPr lang="zh-CN" altLang="en-US" b="1" dirty="0">
                    <a:latin typeface="Arial Narrow" panose="020B0606020202030204" pitchFamily="34" charset="0"/>
                  </a:rPr>
                  <a:t>主机</a:t>
                </a:r>
                <a:r>
                  <a:rPr lang="en-US" altLang="zh-CN" b="1" dirty="0">
                    <a:latin typeface="Arial Narrow" panose="020B0606020202030204" pitchFamily="34" charset="0"/>
                  </a:rPr>
                  <a:t>H2</a:t>
                </a:r>
                <a:endParaRPr lang="zh-CN" altLang="en-US" b="1" dirty="0">
                  <a:latin typeface="Arial Narrow" panose="020B0606020202030204" pitchFamily="34" charset="0"/>
                </a:endParaRPr>
              </a:p>
            </p:txBody>
          </p:sp>
        </p:grpSp>
        <p:grpSp>
          <p:nvGrpSpPr>
            <p:cNvPr id="131" name="组合 130">
              <a:extLst>
                <a:ext uri="{FF2B5EF4-FFF2-40B4-BE49-F238E27FC236}">
                  <a16:creationId xmlns:a16="http://schemas.microsoft.com/office/drawing/2014/main" id="{3C1DC263-95F3-4F99-BA28-422A4A4F86D1}"/>
                </a:ext>
              </a:extLst>
            </p:cNvPr>
            <p:cNvGrpSpPr/>
            <p:nvPr/>
          </p:nvGrpSpPr>
          <p:grpSpPr>
            <a:xfrm>
              <a:off x="1677497" y="2086358"/>
              <a:ext cx="9019337" cy="0"/>
              <a:chOff x="1677497" y="2138985"/>
              <a:chExt cx="9019337" cy="0"/>
            </a:xfrm>
          </p:grpSpPr>
          <p:cxnSp>
            <p:nvCxnSpPr>
              <p:cNvPr id="132" name="直接箭头连接符 131">
                <a:extLst>
                  <a:ext uri="{FF2B5EF4-FFF2-40B4-BE49-F238E27FC236}">
                    <a16:creationId xmlns:a16="http://schemas.microsoft.com/office/drawing/2014/main" id="{178D3CA8-92ED-4C26-806E-7411653AD4E2}"/>
                  </a:ext>
                </a:extLst>
              </p:cNvPr>
              <p:cNvCxnSpPr>
                <a:endCxn id="122" idx="1"/>
              </p:cNvCxnSpPr>
              <p:nvPr/>
            </p:nvCxnSpPr>
            <p:spPr>
              <a:xfrm>
                <a:off x="1677497" y="2138985"/>
                <a:ext cx="2074141" cy="0"/>
              </a:xfrm>
              <a:prstGeom prst="straightConnector1">
                <a:avLst/>
              </a:prstGeom>
              <a:ln w="25400">
                <a:solidFill>
                  <a:schemeClr val="tx1"/>
                </a:solidFill>
                <a:tailEnd type="triangle" w="med" len="lg"/>
              </a:ln>
            </p:spPr>
            <p:style>
              <a:lnRef idx="1">
                <a:schemeClr val="accent1"/>
              </a:lnRef>
              <a:fillRef idx="0">
                <a:schemeClr val="accent1"/>
              </a:fillRef>
              <a:effectRef idx="0">
                <a:schemeClr val="accent1"/>
              </a:effectRef>
              <a:fontRef idx="minor">
                <a:schemeClr val="tx1"/>
              </a:fontRef>
            </p:style>
          </p:cxnSp>
          <p:cxnSp>
            <p:nvCxnSpPr>
              <p:cNvPr id="133" name="直接箭头连接符 132">
                <a:extLst>
                  <a:ext uri="{FF2B5EF4-FFF2-40B4-BE49-F238E27FC236}">
                    <a16:creationId xmlns:a16="http://schemas.microsoft.com/office/drawing/2014/main" id="{EC10CA89-C5DC-46BE-BD66-F313D2BE9D8E}"/>
                  </a:ext>
                </a:extLst>
              </p:cNvPr>
              <p:cNvCxnSpPr>
                <a:cxnSpLocks/>
                <a:stCxn id="122" idx="3"/>
                <a:endCxn id="123" idx="1"/>
              </p:cNvCxnSpPr>
              <p:nvPr/>
            </p:nvCxnSpPr>
            <p:spPr>
              <a:xfrm>
                <a:off x="4957907" y="2138985"/>
                <a:ext cx="2229363" cy="0"/>
              </a:xfrm>
              <a:prstGeom prst="straightConnector1">
                <a:avLst/>
              </a:prstGeom>
              <a:ln w="25400">
                <a:solidFill>
                  <a:schemeClr val="tx1"/>
                </a:solidFill>
                <a:tailEnd type="triangle" w="med" len="lg"/>
              </a:ln>
            </p:spPr>
            <p:style>
              <a:lnRef idx="1">
                <a:schemeClr val="accent1"/>
              </a:lnRef>
              <a:fillRef idx="0">
                <a:schemeClr val="accent1"/>
              </a:fillRef>
              <a:effectRef idx="0">
                <a:schemeClr val="accent1"/>
              </a:effectRef>
              <a:fontRef idx="minor">
                <a:schemeClr val="tx1"/>
              </a:fontRef>
            </p:style>
          </p:cxnSp>
          <p:cxnSp>
            <p:nvCxnSpPr>
              <p:cNvPr id="134" name="直接箭头连接符 133">
                <a:extLst>
                  <a:ext uri="{FF2B5EF4-FFF2-40B4-BE49-F238E27FC236}">
                    <a16:creationId xmlns:a16="http://schemas.microsoft.com/office/drawing/2014/main" id="{808F7104-B237-4D04-9CDA-1707F373160A}"/>
                  </a:ext>
                </a:extLst>
              </p:cNvPr>
              <p:cNvCxnSpPr>
                <a:cxnSpLocks/>
                <a:stCxn id="123" idx="3"/>
                <a:endCxn id="124" idx="1"/>
              </p:cNvCxnSpPr>
              <p:nvPr/>
            </p:nvCxnSpPr>
            <p:spPr>
              <a:xfrm>
                <a:off x="8393539" y="2138985"/>
                <a:ext cx="2303295" cy="0"/>
              </a:xfrm>
              <a:prstGeom prst="straightConnector1">
                <a:avLst/>
              </a:prstGeom>
              <a:ln w="25400">
                <a:solidFill>
                  <a:schemeClr val="tx1"/>
                </a:solidFill>
                <a:tailEnd type="triangle" w="med" len="lg"/>
              </a:ln>
            </p:spPr>
            <p:style>
              <a:lnRef idx="1">
                <a:schemeClr val="accent1"/>
              </a:lnRef>
              <a:fillRef idx="0">
                <a:schemeClr val="accent1"/>
              </a:fillRef>
              <a:effectRef idx="0">
                <a:schemeClr val="accent1"/>
              </a:effectRef>
              <a:fontRef idx="minor">
                <a:schemeClr val="tx1"/>
              </a:fontRef>
            </p:style>
          </p:cxnSp>
        </p:grpSp>
        <p:grpSp>
          <p:nvGrpSpPr>
            <p:cNvPr id="135" name="组合 134">
              <a:extLst>
                <a:ext uri="{FF2B5EF4-FFF2-40B4-BE49-F238E27FC236}">
                  <a16:creationId xmlns:a16="http://schemas.microsoft.com/office/drawing/2014/main" id="{3114221D-1360-46B6-9B5C-79BCF61807E0}"/>
                </a:ext>
              </a:extLst>
            </p:cNvPr>
            <p:cNvGrpSpPr/>
            <p:nvPr/>
          </p:nvGrpSpPr>
          <p:grpSpPr>
            <a:xfrm>
              <a:off x="913143" y="5495031"/>
              <a:ext cx="10386825" cy="12700"/>
              <a:chOff x="913143" y="5547658"/>
              <a:chExt cx="10386825" cy="12700"/>
            </a:xfrm>
          </p:grpSpPr>
          <p:cxnSp>
            <p:nvCxnSpPr>
              <p:cNvPr id="136" name="连接符: 肘形 135">
                <a:extLst>
                  <a:ext uri="{FF2B5EF4-FFF2-40B4-BE49-F238E27FC236}">
                    <a16:creationId xmlns:a16="http://schemas.microsoft.com/office/drawing/2014/main" id="{ACCE558C-6222-49E9-9380-62B8741EF5A5}"/>
                  </a:ext>
                </a:extLst>
              </p:cNvPr>
              <p:cNvCxnSpPr>
                <a:cxnSpLocks/>
                <a:stCxn id="94" idx="2"/>
                <a:endCxn id="107" idx="2"/>
              </p:cNvCxnSpPr>
              <p:nvPr/>
            </p:nvCxnSpPr>
            <p:spPr>
              <a:xfrm rot="16200000" flipH="1">
                <a:off x="2396535" y="4064266"/>
                <a:ext cx="12700" cy="2979484"/>
              </a:xfrm>
              <a:prstGeom prst="bentConnector3">
                <a:avLst>
                  <a:gd name="adj1" fmla="val 1800000"/>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37" name="连接符: 肘形 136">
                <a:extLst>
                  <a:ext uri="{FF2B5EF4-FFF2-40B4-BE49-F238E27FC236}">
                    <a16:creationId xmlns:a16="http://schemas.microsoft.com/office/drawing/2014/main" id="{1FF0995D-DCA5-4832-8915-46677234662E}"/>
                  </a:ext>
                </a:extLst>
              </p:cNvPr>
              <p:cNvCxnSpPr>
                <a:cxnSpLocks/>
                <a:stCxn id="110" idx="2"/>
                <a:endCxn id="102" idx="2"/>
              </p:cNvCxnSpPr>
              <p:nvPr/>
            </p:nvCxnSpPr>
            <p:spPr>
              <a:xfrm rot="16200000" flipH="1">
                <a:off x="6072163" y="4304262"/>
                <a:ext cx="850" cy="2498641"/>
              </a:xfrm>
              <a:prstGeom prst="bentConnector3">
                <a:avLst>
                  <a:gd name="adj1" fmla="val 26994118"/>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38" name="连接符: 肘形 137">
                <a:extLst>
                  <a:ext uri="{FF2B5EF4-FFF2-40B4-BE49-F238E27FC236}">
                    <a16:creationId xmlns:a16="http://schemas.microsoft.com/office/drawing/2014/main" id="{6135A944-F62E-480E-9383-7F95843BA582}"/>
                  </a:ext>
                </a:extLst>
              </p:cNvPr>
              <p:cNvCxnSpPr>
                <a:cxnSpLocks/>
                <a:stCxn id="105" idx="2"/>
                <a:endCxn id="89" idx="2"/>
              </p:cNvCxnSpPr>
              <p:nvPr/>
            </p:nvCxnSpPr>
            <p:spPr>
              <a:xfrm rot="16200000" flipH="1">
                <a:off x="9779009" y="4033049"/>
                <a:ext cx="850" cy="3041068"/>
              </a:xfrm>
              <a:prstGeom prst="bentConnector3">
                <a:avLst>
                  <a:gd name="adj1" fmla="val 26994118"/>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grpSp>
      </p:grpSp>
      <p:sp>
        <p:nvSpPr>
          <p:cNvPr id="10" name="箭头: 右 9">
            <a:extLst>
              <a:ext uri="{FF2B5EF4-FFF2-40B4-BE49-F238E27FC236}">
                <a16:creationId xmlns:a16="http://schemas.microsoft.com/office/drawing/2014/main" id="{D94D7F4E-82B1-4342-A57C-66028C394506}"/>
              </a:ext>
            </a:extLst>
          </p:cNvPr>
          <p:cNvSpPr/>
          <p:nvPr/>
        </p:nvSpPr>
        <p:spPr>
          <a:xfrm>
            <a:off x="2052890" y="4532101"/>
            <a:ext cx="743923" cy="436910"/>
          </a:xfrm>
          <a:prstGeom prst="rightArrow">
            <a:avLst/>
          </a:prstGeom>
          <a:solidFill>
            <a:schemeClr val="bg1"/>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zh-CN" altLang="en-US" sz="1600" b="1" dirty="0">
                <a:solidFill>
                  <a:schemeClr val="accent4"/>
                </a:solidFill>
              </a:rPr>
              <a:t>帧</a:t>
            </a:r>
          </a:p>
        </p:txBody>
      </p:sp>
      <p:sp>
        <p:nvSpPr>
          <p:cNvPr id="143" name="箭头: 右 142">
            <a:extLst>
              <a:ext uri="{FF2B5EF4-FFF2-40B4-BE49-F238E27FC236}">
                <a16:creationId xmlns:a16="http://schemas.microsoft.com/office/drawing/2014/main" id="{6A8B9957-323C-4D5C-8573-0988DFBC244C}"/>
              </a:ext>
            </a:extLst>
          </p:cNvPr>
          <p:cNvSpPr/>
          <p:nvPr/>
        </p:nvSpPr>
        <p:spPr>
          <a:xfrm>
            <a:off x="5724038" y="4532101"/>
            <a:ext cx="743923" cy="436910"/>
          </a:xfrm>
          <a:prstGeom prst="rightArrow">
            <a:avLst/>
          </a:prstGeom>
          <a:solidFill>
            <a:schemeClr val="bg1"/>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zh-CN" altLang="en-US" sz="1600" b="1" dirty="0">
                <a:solidFill>
                  <a:schemeClr val="accent4"/>
                </a:solidFill>
              </a:rPr>
              <a:t>帧</a:t>
            </a:r>
          </a:p>
        </p:txBody>
      </p:sp>
      <p:sp>
        <p:nvSpPr>
          <p:cNvPr id="144" name="箭头: 右 143">
            <a:extLst>
              <a:ext uri="{FF2B5EF4-FFF2-40B4-BE49-F238E27FC236}">
                <a16:creationId xmlns:a16="http://schemas.microsoft.com/office/drawing/2014/main" id="{4735692F-7F0D-44BD-B9A7-11F4162AC0E1}"/>
              </a:ext>
            </a:extLst>
          </p:cNvPr>
          <p:cNvSpPr/>
          <p:nvPr/>
        </p:nvSpPr>
        <p:spPr>
          <a:xfrm>
            <a:off x="9435097" y="4532101"/>
            <a:ext cx="743923" cy="436910"/>
          </a:xfrm>
          <a:prstGeom prst="rightArrow">
            <a:avLst/>
          </a:prstGeom>
          <a:solidFill>
            <a:schemeClr val="bg1"/>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zh-CN" altLang="en-US" sz="1600" b="1" dirty="0">
                <a:solidFill>
                  <a:schemeClr val="accent4"/>
                </a:solidFill>
              </a:rPr>
              <a:t>帧</a:t>
            </a:r>
          </a:p>
        </p:txBody>
      </p:sp>
      <p:sp>
        <p:nvSpPr>
          <p:cNvPr id="5" name="矩形 4">
            <a:extLst>
              <a:ext uri="{FF2B5EF4-FFF2-40B4-BE49-F238E27FC236}">
                <a16:creationId xmlns:a16="http://schemas.microsoft.com/office/drawing/2014/main" id="{7CD5A05D-3DB1-4EE3-9F50-DC9E805CA1B2}"/>
              </a:ext>
            </a:extLst>
          </p:cNvPr>
          <p:cNvSpPr/>
          <p:nvPr/>
        </p:nvSpPr>
        <p:spPr>
          <a:xfrm>
            <a:off x="443162" y="3017528"/>
            <a:ext cx="11335198" cy="1485498"/>
          </a:xfrm>
          <a:prstGeom prst="rect">
            <a:avLst/>
          </a:prstGeom>
          <a:solidFill>
            <a:schemeClr val="bg1"/>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66" name="矩形 65">
            <a:extLst>
              <a:ext uri="{FF2B5EF4-FFF2-40B4-BE49-F238E27FC236}">
                <a16:creationId xmlns:a16="http://schemas.microsoft.com/office/drawing/2014/main" id="{76D2F0C2-9078-4F78-9FC8-40C6A87DEA89}"/>
              </a:ext>
            </a:extLst>
          </p:cNvPr>
          <p:cNvSpPr/>
          <p:nvPr/>
        </p:nvSpPr>
        <p:spPr>
          <a:xfrm>
            <a:off x="428401" y="5011671"/>
            <a:ext cx="11335198" cy="1231247"/>
          </a:xfrm>
          <a:prstGeom prst="rect">
            <a:avLst/>
          </a:prstGeom>
          <a:solidFill>
            <a:schemeClr val="bg1"/>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67" name="文本框 66">
            <a:extLst>
              <a:ext uri="{FF2B5EF4-FFF2-40B4-BE49-F238E27FC236}">
                <a16:creationId xmlns:a16="http://schemas.microsoft.com/office/drawing/2014/main" id="{FC9AFA0E-5404-88D5-9396-194AB7395B93}"/>
              </a:ext>
            </a:extLst>
          </p:cNvPr>
          <p:cNvSpPr txBox="1"/>
          <p:nvPr/>
        </p:nvSpPr>
        <p:spPr>
          <a:xfrm>
            <a:off x="5564288" y="2355354"/>
            <a:ext cx="1016601" cy="646331"/>
          </a:xfrm>
          <a:prstGeom prst="rect">
            <a:avLst/>
          </a:prstGeom>
          <a:noFill/>
        </p:spPr>
        <p:txBody>
          <a:bodyPr wrap="square" rtlCol="0">
            <a:spAutoFit/>
          </a:bodyPr>
          <a:lstStyle/>
          <a:p>
            <a:pPr algn="ctr"/>
            <a:r>
              <a:rPr lang="zh-CN" altLang="en-US" b="1" dirty="0">
                <a:latin typeface="Arial Narrow" panose="020B0606020202030204" pitchFamily="34" charset="0"/>
              </a:rPr>
              <a:t>广域网</a:t>
            </a:r>
            <a:endParaRPr lang="en-US" altLang="zh-CN" b="1" dirty="0">
              <a:latin typeface="Arial Narrow" panose="020B0606020202030204" pitchFamily="34" charset="0"/>
            </a:endParaRPr>
          </a:p>
          <a:p>
            <a:pPr algn="ctr"/>
            <a:r>
              <a:rPr lang="zh-CN" altLang="en-US" b="1" dirty="0">
                <a:latin typeface="Arial Narrow" panose="020B0606020202030204" pitchFamily="34" charset="0"/>
              </a:rPr>
              <a:t>链路</a:t>
            </a:r>
          </a:p>
        </p:txBody>
      </p:sp>
    </p:spTree>
    <p:custDataLst>
      <p:tags r:id="rId1"/>
    </p:custDataLst>
    <p:extLst>
      <p:ext uri="{BB962C8B-B14F-4D97-AF65-F5344CB8AC3E}">
        <p14:creationId xmlns:p14="http://schemas.microsoft.com/office/powerpoint/2010/main" val="3742344542"/>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2" presetClass="entr" presetSubtype="4" fill="hold" grpId="0" nodeType="withEffect">
                                  <p:stCondLst>
                                    <p:cond delay="0"/>
                                  </p:stCondLst>
                                  <p:childTnLst>
                                    <p:set>
                                      <p:cBhvr>
                                        <p:cTn id="6" dur="1" fill="hold">
                                          <p:stCondLst>
                                            <p:cond delay="0"/>
                                          </p:stCondLst>
                                        </p:cTn>
                                        <p:tgtEl>
                                          <p:spTgt spid="5"/>
                                        </p:tgtEl>
                                        <p:attrNameLst>
                                          <p:attrName>style.visibility</p:attrName>
                                        </p:attrNameLst>
                                      </p:cBhvr>
                                      <p:to>
                                        <p:strVal val="visible"/>
                                      </p:to>
                                    </p:set>
                                    <p:anim calcmode="lin" valueType="num">
                                      <p:cBhvr additive="base">
                                        <p:cTn id="7" dur="1000"/>
                                        <p:tgtEl>
                                          <p:spTgt spid="5"/>
                                        </p:tgtEl>
                                        <p:attrNameLst>
                                          <p:attrName>ppt_y</p:attrName>
                                        </p:attrNameLst>
                                      </p:cBhvr>
                                      <p:tavLst>
                                        <p:tav tm="0">
                                          <p:val>
                                            <p:strVal val="#ppt_y+#ppt_h*1.125000"/>
                                          </p:val>
                                        </p:tav>
                                        <p:tav tm="100000">
                                          <p:val>
                                            <p:strVal val="#ppt_y"/>
                                          </p:val>
                                        </p:tav>
                                      </p:tavLst>
                                    </p:anim>
                                    <p:animEffect transition="in" filter="wipe(up)">
                                      <p:cBhvr>
                                        <p:cTn id="8" dur="1000"/>
                                        <p:tgtEl>
                                          <p:spTgt spid="5"/>
                                        </p:tgtEl>
                                      </p:cBhvr>
                                    </p:animEffect>
                                  </p:childTnLst>
                                </p:cTn>
                              </p:par>
                              <p:par>
                                <p:cTn id="9" presetID="12" presetClass="entr" presetSubtype="1" fill="hold" grpId="0" nodeType="withEffect">
                                  <p:stCondLst>
                                    <p:cond delay="0"/>
                                  </p:stCondLst>
                                  <p:childTnLst>
                                    <p:set>
                                      <p:cBhvr>
                                        <p:cTn id="10" dur="1" fill="hold">
                                          <p:stCondLst>
                                            <p:cond delay="0"/>
                                          </p:stCondLst>
                                        </p:cTn>
                                        <p:tgtEl>
                                          <p:spTgt spid="66"/>
                                        </p:tgtEl>
                                        <p:attrNameLst>
                                          <p:attrName>style.visibility</p:attrName>
                                        </p:attrNameLst>
                                      </p:cBhvr>
                                      <p:to>
                                        <p:strVal val="visible"/>
                                      </p:to>
                                    </p:set>
                                    <p:anim calcmode="lin" valueType="num">
                                      <p:cBhvr additive="base">
                                        <p:cTn id="11" dur="1000"/>
                                        <p:tgtEl>
                                          <p:spTgt spid="66"/>
                                        </p:tgtEl>
                                        <p:attrNameLst>
                                          <p:attrName>ppt_y</p:attrName>
                                        </p:attrNameLst>
                                      </p:cBhvr>
                                      <p:tavLst>
                                        <p:tav tm="0">
                                          <p:val>
                                            <p:strVal val="#ppt_y-#ppt_h*1.125000"/>
                                          </p:val>
                                        </p:tav>
                                        <p:tav tm="100000">
                                          <p:val>
                                            <p:strVal val="#ppt_y"/>
                                          </p:val>
                                        </p:tav>
                                      </p:tavLst>
                                    </p:anim>
                                    <p:animEffect transition="in" filter="wipe(down)">
                                      <p:cBhvr>
                                        <p:cTn id="12" dur="1000"/>
                                        <p:tgtEl>
                                          <p:spTgt spid="66"/>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 grpId="0" animBg="1"/>
      <p:bldP spid="66" grpId="0" animBg="1"/>
    </p:bldLst>
  </p:timing>
</p:sld>
</file>

<file path=ppt/slides/slide1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3" name="组合 2">
            <a:extLst>
              <a:ext uri="{FF2B5EF4-FFF2-40B4-BE49-F238E27FC236}">
                <a16:creationId xmlns:a16="http://schemas.microsoft.com/office/drawing/2014/main" id="{EC90BE10-D9B4-A4DD-2F61-2C5491F21E3B}"/>
              </a:ext>
            </a:extLst>
          </p:cNvPr>
          <p:cNvGrpSpPr/>
          <p:nvPr/>
        </p:nvGrpSpPr>
        <p:grpSpPr>
          <a:xfrm>
            <a:off x="2558888" y="1188116"/>
            <a:ext cx="7098583" cy="1417496"/>
            <a:chOff x="3156764" y="1188116"/>
            <a:chExt cx="7098583" cy="1417496"/>
          </a:xfrm>
        </p:grpSpPr>
        <p:sp>
          <p:nvSpPr>
            <p:cNvPr id="12" name="íşlïḍè"/>
            <p:cNvSpPr txBox="1"/>
            <p:nvPr/>
          </p:nvSpPr>
          <p:spPr>
            <a:xfrm>
              <a:off x="4563496" y="1188116"/>
              <a:ext cx="4287076" cy="419100"/>
            </a:xfrm>
            <a:prstGeom prst="rect">
              <a:avLst/>
            </a:prstGeom>
            <a:noFill/>
          </p:spPr>
          <p:txBody>
            <a:bodyPr wrap="square" lIns="91440" tIns="45720" rIns="91440" bIns="45720" anchor="ctr">
              <a:noAutofit/>
            </a:bodyPr>
            <a:lstStyle/>
            <a:p>
              <a:pPr algn="ctr"/>
              <a:r>
                <a:rPr lang="en-US" altLang="zh-CN" sz="2400" b="1" dirty="0"/>
                <a:t>3.2 </a:t>
              </a:r>
              <a:r>
                <a:rPr lang="zh-CN" altLang="en-US" sz="2400" b="1" dirty="0"/>
                <a:t>数据链路层的三个重要问题</a:t>
              </a:r>
              <a:endParaRPr lang="en-US" altLang="zh-CN" sz="2400" b="1" dirty="0"/>
            </a:p>
          </p:txBody>
        </p:sp>
        <p:grpSp>
          <p:nvGrpSpPr>
            <p:cNvPr id="6" name="组合 5"/>
            <p:cNvGrpSpPr/>
            <p:nvPr/>
          </p:nvGrpSpPr>
          <p:grpSpPr>
            <a:xfrm>
              <a:off x="3156764" y="2010058"/>
              <a:ext cx="7098583" cy="595554"/>
              <a:chOff x="1183243" y="2200834"/>
              <a:chExt cx="7098583" cy="595554"/>
            </a:xfrm>
          </p:grpSpPr>
          <p:sp>
            <p:nvSpPr>
              <p:cNvPr id="5" name="平行四边形 4"/>
              <p:cNvSpPr/>
              <p:nvPr/>
            </p:nvSpPr>
            <p:spPr>
              <a:xfrm>
                <a:off x="1183243" y="2200834"/>
                <a:ext cx="828092" cy="595554"/>
              </a:xfrm>
              <a:prstGeom prst="parallelogram">
                <a:avLst/>
              </a:prstGeom>
              <a:solidFill>
                <a:schemeClr val="accent3">
                  <a:lumMod val="75000"/>
                </a:schemeClr>
              </a:solidFill>
              <a:ln>
                <a:solidFill>
                  <a:schemeClr val="accent3">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CN" sz="2800" dirty="0">
                    <a:latin typeface="Impact" panose="020B0806030902050204" pitchFamily="34" charset="0"/>
                  </a:rPr>
                  <a:t>01</a:t>
                </a:r>
                <a:endParaRPr lang="zh-CN" altLang="en-US" sz="2800" dirty="0">
                  <a:latin typeface="Impact" panose="020B0806030902050204" pitchFamily="34" charset="0"/>
                </a:endParaRPr>
              </a:p>
            </p:txBody>
          </p:sp>
          <p:sp>
            <p:nvSpPr>
              <p:cNvPr id="25" name="平行四边形 24"/>
              <p:cNvSpPr/>
              <p:nvPr/>
            </p:nvSpPr>
            <p:spPr>
              <a:xfrm>
                <a:off x="1858679" y="2200834"/>
                <a:ext cx="6423147" cy="595554"/>
              </a:xfrm>
              <a:prstGeom prst="parallelogram">
                <a:avLst/>
              </a:prstGeom>
              <a:noFill/>
              <a:ln>
                <a:solidFill>
                  <a:schemeClr val="accent3">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r>
                  <a:rPr lang="zh-CN" altLang="en-US" sz="2200" b="1" dirty="0">
                    <a:solidFill>
                      <a:schemeClr val="tx1"/>
                    </a:solidFill>
                    <a:latin typeface="Impact" panose="020B0806030902050204" pitchFamily="34" charset="0"/>
                  </a:rPr>
                  <a:t>数据链路层的三个重要问题</a:t>
                </a:r>
              </a:p>
            </p:txBody>
          </p:sp>
        </p:grpSp>
      </p:grpSp>
    </p:spTree>
    <p:extLst>
      <p:ext uri="{BB962C8B-B14F-4D97-AF65-F5344CB8AC3E}">
        <p14:creationId xmlns:p14="http://schemas.microsoft.com/office/powerpoint/2010/main" val="4248211994"/>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42" presetClass="entr" presetSubtype="0" fill="hold" nodeType="withEffect">
                                  <p:stCondLst>
                                    <p:cond delay="0"/>
                                  </p:stCondLst>
                                  <p:childTnLst>
                                    <p:set>
                                      <p:cBhvr>
                                        <p:cTn id="6" dur="1" fill="hold">
                                          <p:stCondLst>
                                            <p:cond delay="0"/>
                                          </p:stCondLst>
                                        </p:cTn>
                                        <p:tgtEl>
                                          <p:spTgt spid="3"/>
                                        </p:tgtEl>
                                        <p:attrNameLst>
                                          <p:attrName>style.visibility</p:attrName>
                                        </p:attrNameLst>
                                      </p:cBhvr>
                                      <p:to>
                                        <p:strVal val="visible"/>
                                      </p:to>
                                    </p:set>
                                    <p:animEffect transition="in" filter="fade">
                                      <p:cBhvr>
                                        <p:cTn id="7" dur="1000"/>
                                        <p:tgtEl>
                                          <p:spTgt spid="3"/>
                                        </p:tgtEl>
                                      </p:cBhvr>
                                    </p:animEffect>
                                    <p:anim calcmode="lin" valueType="num">
                                      <p:cBhvr>
                                        <p:cTn id="8" dur="1000" fill="hold"/>
                                        <p:tgtEl>
                                          <p:spTgt spid="3"/>
                                        </p:tgtEl>
                                        <p:attrNameLst>
                                          <p:attrName>ppt_x</p:attrName>
                                        </p:attrNameLst>
                                      </p:cBhvr>
                                      <p:tavLst>
                                        <p:tav tm="0">
                                          <p:val>
                                            <p:strVal val="#ppt_x"/>
                                          </p:val>
                                        </p:tav>
                                        <p:tav tm="100000">
                                          <p:val>
                                            <p:strVal val="#ppt_x"/>
                                          </p:val>
                                        </p:tav>
                                      </p:tavLst>
                                    </p:anim>
                                    <p:anim calcmode="lin" valueType="num">
                                      <p:cBhvr>
                                        <p:cTn id="9" dur="1000" fill="hold"/>
                                        <p:tgtEl>
                                          <p:spTgt spid="3"/>
                                        </p:tgtEl>
                                        <p:attrNameLst>
                                          <p:attrName>ppt_y</p:attrName>
                                        </p:attrNameLst>
                                      </p:cBhvr>
                                      <p:tavLst>
                                        <p:tav tm="0">
                                          <p:val>
                                            <p:strVal val="#ppt_y+.1"/>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1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4" name="组合 3">
            <a:extLst>
              <a:ext uri="{FF2B5EF4-FFF2-40B4-BE49-F238E27FC236}">
                <a16:creationId xmlns:a16="http://schemas.microsoft.com/office/drawing/2014/main" id="{9A1EA9F2-FCB6-48C3-935F-7AE7E3AD14AC}"/>
              </a:ext>
            </a:extLst>
          </p:cNvPr>
          <p:cNvGrpSpPr/>
          <p:nvPr/>
        </p:nvGrpSpPr>
        <p:grpSpPr>
          <a:xfrm>
            <a:off x="304800" y="749300"/>
            <a:ext cx="6192344" cy="400110"/>
            <a:chOff x="424117" y="898245"/>
            <a:chExt cx="6192344" cy="400110"/>
          </a:xfrm>
        </p:grpSpPr>
        <p:sp>
          <p:nvSpPr>
            <p:cNvPr id="2" name="平行四边形 1">
              <a:extLst>
                <a:ext uri="{FF2B5EF4-FFF2-40B4-BE49-F238E27FC236}">
                  <a16:creationId xmlns:a16="http://schemas.microsoft.com/office/drawing/2014/main" id="{1F5BAA3F-9845-4F89-A2DD-8222D3E4EDAC}"/>
                </a:ext>
              </a:extLst>
            </p:cNvPr>
            <p:cNvSpPr/>
            <p:nvPr/>
          </p:nvSpPr>
          <p:spPr>
            <a:xfrm>
              <a:off x="424117" y="898245"/>
              <a:ext cx="628306" cy="387090"/>
            </a:xfrm>
            <a:prstGeom prst="parallelogram">
              <a:avLst/>
            </a:prstGeom>
            <a:solidFill>
              <a:schemeClr val="accent3">
                <a:lumMod val="75000"/>
              </a:schemeClr>
            </a:solidFill>
            <a:ln>
              <a:solidFill>
                <a:schemeClr val="accent3">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CN" sz="2200" dirty="0">
                  <a:latin typeface="Impact" panose="020B0806030902050204" pitchFamily="34" charset="0"/>
                </a:rPr>
                <a:t>01</a:t>
              </a:r>
              <a:endParaRPr lang="zh-CN" altLang="en-US" sz="2200" dirty="0">
                <a:latin typeface="Impact" panose="020B0806030902050204" pitchFamily="34" charset="0"/>
              </a:endParaRPr>
            </a:p>
          </p:txBody>
        </p:sp>
        <p:sp>
          <p:nvSpPr>
            <p:cNvPr id="3" name="文本框 2">
              <a:extLst>
                <a:ext uri="{FF2B5EF4-FFF2-40B4-BE49-F238E27FC236}">
                  <a16:creationId xmlns:a16="http://schemas.microsoft.com/office/drawing/2014/main" id="{4D6BD736-A4D3-4F26-AFED-36E11F50F70B}"/>
                </a:ext>
              </a:extLst>
            </p:cNvPr>
            <p:cNvSpPr txBox="1"/>
            <p:nvPr/>
          </p:nvSpPr>
          <p:spPr>
            <a:xfrm>
              <a:off x="1052423" y="898245"/>
              <a:ext cx="5564038" cy="400110"/>
            </a:xfrm>
            <a:prstGeom prst="rect">
              <a:avLst/>
            </a:prstGeom>
            <a:noFill/>
          </p:spPr>
          <p:txBody>
            <a:bodyPr wrap="square" rtlCol="0">
              <a:spAutoFit/>
            </a:bodyPr>
            <a:lstStyle/>
            <a:p>
              <a:r>
                <a:rPr lang="zh-CN" altLang="en-US" sz="2000" b="1" dirty="0"/>
                <a:t>数据链路层的三个重要问题</a:t>
              </a:r>
            </a:p>
          </p:txBody>
        </p:sp>
      </p:grpSp>
      <p:sp>
        <p:nvSpPr>
          <p:cNvPr id="5" name="矩形 4">
            <a:extLst>
              <a:ext uri="{FF2B5EF4-FFF2-40B4-BE49-F238E27FC236}">
                <a16:creationId xmlns:a16="http://schemas.microsoft.com/office/drawing/2014/main" id="{FB4CC4FA-7CCC-41E1-871B-4977F1E17651}"/>
              </a:ext>
            </a:extLst>
          </p:cNvPr>
          <p:cNvSpPr/>
          <p:nvPr/>
        </p:nvSpPr>
        <p:spPr>
          <a:xfrm>
            <a:off x="4152077" y="1920899"/>
            <a:ext cx="3887845" cy="848616"/>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zh-CN" altLang="en-US" sz="2400" b="1" dirty="0"/>
              <a:t>封装成帧和透明传输</a:t>
            </a:r>
          </a:p>
        </p:txBody>
      </p:sp>
      <p:sp>
        <p:nvSpPr>
          <p:cNvPr id="6" name="矩形 5">
            <a:extLst>
              <a:ext uri="{FF2B5EF4-FFF2-40B4-BE49-F238E27FC236}">
                <a16:creationId xmlns:a16="http://schemas.microsoft.com/office/drawing/2014/main" id="{92ED85A3-B968-4E31-8330-9F6C05F07C2A}"/>
              </a:ext>
            </a:extLst>
          </p:cNvPr>
          <p:cNvSpPr/>
          <p:nvPr/>
        </p:nvSpPr>
        <p:spPr>
          <a:xfrm>
            <a:off x="4152076" y="3169154"/>
            <a:ext cx="3887845" cy="848616"/>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zh-CN" altLang="en-US" sz="2400" b="1" dirty="0"/>
              <a:t>差错检测</a:t>
            </a:r>
          </a:p>
        </p:txBody>
      </p:sp>
      <p:sp>
        <p:nvSpPr>
          <p:cNvPr id="7" name="矩形 6">
            <a:extLst>
              <a:ext uri="{FF2B5EF4-FFF2-40B4-BE49-F238E27FC236}">
                <a16:creationId xmlns:a16="http://schemas.microsoft.com/office/drawing/2014/main" id="{ACEE140B-8012-4836-ABCF-1D94605747E5}"/>
              </a:ext>
            </a:extLst>
          </p:cNvPr>
          <p:cNvSpPr/>
          <p:nvPr/>
        </p:nvSpPr>
        <p:spPr>
          <a:xfrm>
            <a:off x="4152077" y="4417409"/>
            <a:ext cx="3887845" cy="848616"/>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zh-CN" altLang="en-US" sz="2400" b="1" dirty="0"/>
              <a:t>可靠传输</a:t>
            </a:r>
          </a:p>
        </p:txBody>
      </p:sp>
    </p:spTree>
    <p:custDataLst>
      <p:tags r:id="rId1"/>
    </p:custDataLst>
    <p:extLst>
      <p:ext uri="{BB962C8B-B14F-4D97-AF65-F5344CB8AC3E}">
        <p14:creationId xmlns:p14="http://schemas.microsoft.com/office/powerpoint/2010/main" val="1692380104"/>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2" presetClass="entr" presetSubtype="1" fill="hold" nodeType="afterEffect">
                                  <p:stCondLst>
                                    <p:cond delay="0"/>
                                  </p:stCondLst>
                                  <p:childTnLst>
                                    <p:set>
                                      <p:cBhvr>
                                        <p:cTn id="6" dur="1" fill="hold">
                                          <p:stCondLst>
                                            <p:cond delay="0"/>
                                          </p:stCondLst>
                                        </p:cTn>
                                        <p:tgtEl>
                                          <p:spTgt spid="4"/>
                                        </p:tgtEl>
                                        <p:attrNameLst>
                                          <p:attrName>style.visibility</p:attrName>
                                        </p:attrNameLst>
                                      </p:cBhvr>
                                      <p:to>
                                        <p:strVal val="visible"/>
                                      </p:to>
                                    </p:set>
                                    <p:anim calcmode="lin" valueType="num">
                                      <p:cBhvr additive="base">
                                        <p:cTn id="7" dur="1000"/>
                                        <p:tgtEl>
                                          <p:spTgt spid="4"/>
                                        </p:tgtEl>
                                        <p:attrNameLst>
                                          <p:attrName>ppt_y</p:attrName>
                                        </p:attrNameLst>
                                      </p:cBhvr>
                                      <p:tavLst>
                                        <p:tav tm="0">
                                          <p:val>
                                            <p:strVal val="#ppt_y-#ppt_h*1.125000"/>
                                          </p:val>
                                        </p:tav>
                                        <p:tav tm="100000">
                                          <p:val>
                                            <p:strVal val="#ppt_y"/>
                                          </p:val>
                                        </p:tav>
                                      </p:tavLst>
                                    </p:anim>
                                    <p:animEffect transition="in" filter="wipe(down)">
                                      <p:cBhvr>
                                        <p:cTn id="8" dur="1000"/>
                                        <p:tgtEl>
                                          <p:spTgt spid="4"/>
                                        </p:tgtEl>
                                      </p:cBhvr>
                                    </p:animEffect>
                                  </p:childTnLst>
                                </p:cTn>
                              </p:par>
                            </p:childTnLst>
                          </p:cTn>
                        </p:par>
                      </p:childTnLst>
                    </p:cTn>
                  </p:par>
                  <p:par>
                    <p:cTn id="9" fill="hold">
                      <p:stCondLst>
                        <p:cond delay="indefinite"/>
                      </p:stCondLst>
                      <p:childTnLst>
                        <p:par>
                          <p:cTn id="10" fill="hold">
                            <p:stCondLst>
                              <p:cond delay="0"/>
                            </p:stCondLst>
                            <p:childTnLst>
                              <p:par>
                                <p:cTn id="11" presetID="42" presetClass="entr" presetSubtype="0" fill="hold" grpId="0" nodeType="clickEffect">
                                  <p:stCondLst>
                                    <p:cond delay="0"/>
                                  </p:stCondLst>
                                  <p:childTnLst>
                                    <p:set>
                                      <p:cBhvr>
                                        <p:cTn id="12" dur="1" fill="hold">
                                          <p:stCondLst>
                                            <p:cond delay="0"/>
                                          </p:stCondLst>
                                        </p:cTn>
                                        <p:tgtEl>
                                          <p:spTgt spid="5"/>
                                        </p:tgtEl>
                                        <p:attrNameLst>
                                          <p:attrName>style.visibility</p:attrName>
                                        </p:attrNameLst>
                                      </p:cBhvr>
                                      <p:to>
                                        <p:strVal val="visible"/>
                                      </p:to>
                                    </p:set>
                                    <p:animEffect transition="in" filter="fade">
                                      <p:cBhvr>
                                        <p:cTn id="13" dur="1000"/>
                                        <p:tgtEl>
                                          <p:spTgt spid="5"/>
                                        </p:tgtEl>
                                      </p:cBhvr>
                                    </p:animEffect>
                                    <p:anim calcmode="lin" valueType="num">
                                      <p:cBhvr>
                                        <p:cTn id="14" dur="1000" fill="hold"/>
                                        <p:tgtEl>
                                          <p:spTgt spid="5"/>
                                        </p:tgtEl>
                                        <p:attrNameLst>
                                          <p:attrName>ppt_x</p:attrName>
                                        </p:attrNameLst>
                                      </p:cBhvr>
                                      <p:tavLst>
                                        <p:tav tm="0">
                                          <p:val>
                                            <p:strVal val="#ppt_x"/>
                                          </p:val>
                                        </p:tav>
                                        <p:tav tm="100000">
                                          <p:val>
                                            <p:strVal val="#ppt_x"/>
                                          </p:val>
                                        </p:tav>
                                      </p:tavLst>
                                    </p:anim>
                                    <p:anim calcmode="lin" valueType="num">
                                      <p:cBhvr>
                                        <p:cTn id="15" dur="1000" fill="hold"/>
                                        <p:tgtEl>
                                          <p:spTgt spid="5"/>
                                        </p:tgtEl>
                                        <p:attrNameLst>
                                          <p:attrName>ppt_y</p:attrName>
                                        </p:attrNameLst>
                                      </p:cBhvr>
                                      <p:tavLst>
                                        <p:tav tm="0">
                                          <p:val>
                                            <p:strVal val="#ppt_y+.1"/>
                                          </p:val>
                                        </p:tav>
                                        <p:tav tm="100000">
                                          <p:val>
                                            <p:strVal val="#ppt_y"/>
                                          </p:val>
                                        </p:tav>
                                      </p:tavLst>
                                    </p:anim>
                                  </p:childTnLst>
                                </p:cTn>
                              </p:par>
                            </p:childTnLst>
                          </p:cTn>
                        </p:par>
                      </p:childTnLst>
                    </p:cTn>
                  </p:par>
                  <p:par>
                    <p:cTn id="16" fill="hold">
                      <p:stCondLst>
                        <p:cond delay="indefinite"/>
                      </p:stCondLst>
                      <p:childTnLst>
                        <p:par>
                          <p:cTn id="17" fill="hold">
                            <p:stCondLst>
                              <p:cond delay="0"/>
                            </p:stCondLst>
                            <p:childTnLst>
                              <p:par>
                                <p:cTn id="18" presetID="42" presetClass="entr" presetSubtype="0" fill="hold" grpId="0" nodeType="clickEffect">
                                  <p:stCondLst>
                                    <p:cond delay="0"/>
                                  </p:stCondLst>
                                  <p:childTnLst>
                                    <p:set>
                                      <p:cBhvr>
                                        <p:cTn id="19" dur="1" fill="hold">
                                          <p:stCondLst>
                                            <p:cond delay="0"/>
                                          </p:stCondLst>
                                        </p:cTn>
                                        <p:tgtEl>
                                          <p:spTgt spid="6"/>
                                        </p:tgtEl>
                                        <p:attrNameLst>
                                          <p:attrName>style.visibility</p:attrName>
                                        </p:attrNameLst>
                                      </p:cBhvr>
                                      <p:to>
                                        <p:strVal val="visible"/>
                                      </p:to>
                                    </p:set>
                                    <p:animEffect transition="in" filter="fade">
                                      <p:cBhvr>
                                        <p:cTn id="20" dur="1000"/>
                                        <p:tgtEl>
                                          <p:spTgt spid="6"/>
                                        </p:tgtEl>
                                      </p:cBhvr>
                                    </p:animEffect>
                                    <p:anim calcmode="lin" valueType="num">
                                      <p:cBhvr>
                                        <p:cTn id="21" dur="1000" fill="hold"/>
                                        <p:tgtEl>
                                          <p:spTgt spid="6"/>
                                        </p:tgtEl>
                                        <p:attrNameLst>
                                          <p:attrName>ppt_x</p:attrName>
                                        </p:attrNameLst>
                                      </p:cBhvr>
                                      <p:tavLst>
                                        <p:tav tm="0">
                                          <p:val>
                                            <p:strVal val="#ppt_x"/>
                                          </p:val>
                                        </p:tav>
                                        <p:tav tm="100000">
                                          <p:val>
                                            <p:strVal val="#ppt_x"/>
                                          </p:val>
                                        </p:tav>
                                      </p:tavLst>
                                    </p:anim>
                                    <p:anim calcmode="lin" valueType="num">
                                      <p:cBhvr>
                                        <p:cTn id="22" dur="1000" fill="hold"/>
                                        <p:tgtEl>
                                          <p:spTgt spid="6"/>
                                        </p:tgtEl>
                                        <p:attrNameLst>
                                          <p:attrName>ppt_y</p:attrName>
                                        </p:attrNameLst>
                                      </p:cBhvr>
                                      <p:tavLst>
                                        <p:tav tm="0">
                                          <p:val>
                                            <p:strVal val="#ppt_y+.1"/>
                                          </p:val>
                                        </p:tav>
                                        <p:tav tm="100000">
                                          <p:val>
                                            <p:strVal val="#ppt_y"/>
                                          </p:val>
                                        </p:tav>
                                      </p:tavLst>
                                    </p:anim>
                                  </p:childTnLst>
                                </p:cTn>
                              </p:par>
                            </p:childTnLst>
                          </p:cTn>
                        </p:par>
                      </p:childTnLst>
                    </p:cTn>
                  </p:par>
                  <p:par>
                    <p:cTn id="23" fill="hold">
                      <p:stCondLst>
                        <p:cond delay="indefinite"/>
                      </p:stCondLst>
                      <p:childTnLst>
                        <p:par>
                          <p:cTn id="24" fill="hold">
                            <p:stCondLst>
                              <p:cond delay="0"/>
                            </p:stCondLst>
                            <p:childTnLst>
                              <p:par>
                                <p:cTn id="25" presetID="42" presetClass="entr" presetSubtype="0" fill="hold" grpId="0" nodeType="clickEffect">
                                  <p:stCondLst>
                                    <p:cond delay="0"/>
                                  </p:stCondLst>
                                  <p:childTnLst>
                                    <p:set>
                                      <p:cBhvr>
                                        <p:cTn id="26" dur="1" fill="hold">
                                          <p:stCondLst>
                                            <p:cond delay="0"/>
                                          </p:stCondLst>
                                        </p:cTn>
                                        <p:tgtEl>
                                          <p:spTgt spid="7"/>
                                        </p:tgtEl>
                                        <p:attrNameLst>
                                          <p:attrName>style.visibility</p:attrName>
                                        </p:attrNameLst>
                                      </p:cBhvr>
                                      <p:to>
                                        <p:strVal val="visible"/>
                                      </p:to>
                                    </p:set>
                                    <p:animEffect transition="in" filter="fade">
                                      <p:cBhvr>
                                        <p:cTn id="27" dur="1000"/>
                                        <p:tgtEl>
                                          <p:spTgt spid="7"/>
                                        </p:tgtEl>
                                      </p:cBhvr>
                                    </p:animEffect>
                                    <p:anim calcmode="lin" valueType="num">
                                      <p:cBhvr>
                                        <p:cTn id="28" dur="1000" fill="hold"/>
                                        <p:tgtEl>
                                          <p:spTgt spid="7"/>
                                        </p:tgtEl>
                                        <p:attrNameLst>
                                          <p:attrName>ppt_x</p:attrName>
                                        </p:attrNameLst>
                                      </p:cBhvr>
                                      <p:tavLst>
                                        <p:tav tm="0">
                                          <p:val>
                                            <p:strVal val="#ppt_x"/>
                                          </p:val>
                                        </p:tav>
                                        <p:tav tm="100000">
                                          <p:val>
                                            <p:strVal val="#ppt_x"/>
                                          </p:val>
                                        </p:tav>
                                      </p:tavLst>
                                    </p:anim>
                                    <p:anim calcmode="lin" valueType="num">
                                      <p:cBhvr>
                                        <p:cTn id="29" dur="1000" fill="hold"/>
                                        <p:tgtEl>
                                          <p:spTgt spid="7"/>
                                        </p:tgtEl>
                                        <p:attrNameLst>
                                          <p:attrName>ppt_y</p:attrName>
                                        </p:attrNameLst>
                                      </p:cBhvr>
                                      <p:tavLst>
                                        <p:tav tm="0">
                                          <p:val>
                                            <p:strVal val="#ppt_y+.1"/>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 grpId="0" animBg="1"/>
      <p:bldP spid="6" grpId="0" animBg="1"/>
      <p:bldP spid="7" grpId="0" animBg="1"/>
    </p:bldLst>
  </p:timing>
</p:sld>
</file>

<file path=ppt/slides/slide1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4" name="组合 3">
            <a:extLst>
              <a:ext uri="{FF2B5EF4-FFF2-40B4-BE49-F238E27FC236}">
                <a16:creationId xmlns:a16="http://schemas.microsoft.com/office/drawing/2014/main" id="{9A1EA9F2-FCB6-48C3-935F-7AE7E3AD14AC}"/>
              </a:ext>
            </a:extLst>
          </p:cNvPr>
          <p:cNvGrpSpPr/>
          <p:nvPr/>
        </p:nvGrpSpPr>
        <p:grpSpPr>
          <a:xfrm>
            <a:off x="304800" y="749300"/>
            <a:ext cx="6192344" cy="400110"/>
            <a:chOff x="424117" y="898245"/>
            <a:chExt cx="6192344" cy="400110"/>
          </a:xfrm>
        </p:grpSpPr>
        <p:sp>
          <p:nvSpPr>
            <p:cNvPr id="2" name="平行四边形 1">
              <a:extLst>
                <a:ext uri="{FF2B5EF4-FFF2-40B4-BE49-F238E27FC236}">
                  <a16:creationId xmlns:a16="http://schemas.microsoft.com/office/drawing/2014/main" id="{1F5BAA3F-9845-4F89-A2DD-8222D3E4EDAC}"/>
                </a:ext>
              </a:extLst>
            </p:cNvPr>
            <p:cNvSpPr/>
            <p:nvPr/>
          </p:nvSpPr>
          <p:spPr>
            <a:xfrm>
              <a:off x="424117" y="898245"/>
              <a:ext cx="628306" cy="387090"/>
            </a:xfrm>
            <a:prstGeom prst="parallelogram">
              <a:avLst/>
            </a:prstGeom>
            <a:solidFill>
              <a:schemeClr val="accent3">
                <a:lumMod val="75000"/>
              </a:schemeClr>
            </a:solidFill>
            <a:ln>
              <a:solidFill>
                <a:schemeClr val="accent3">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CN" sz="2200" dirty="0">
                  <a:latin typeface="Impact" panose="020B0806030902050204" pitchFamily="34" charset="0"/>
                </a:rPr>
                <a:t>01</a:t>
              </a:r>
              <a:endParaRPr lang="zh-CN" altLang="en-US" sz="2200" dirty="0">
                <a:latin typeface="Impact" panose="020B0806030902050204" pitchFamily="34" charset="0"/>
              </a:endParaRPr>
            </a:p>
          </p:txBody>
        </p:sp>
        <p:sp>
          <p:nvSpPr>
            <p:cNvPr id="3" name="文本框 2">
              <a:extLst>
                <a:ext uri="{FF2B5EF4-FFF2-40B4-BE49-F238E27FC236}">
                  <a16:creationId xmlns:a16="http://schemas.microsoft.com/office/drawing/2014/main" id="{4D6BD736-A4D3-4F26-AFED-36E11F50F70B}"/>
                </a:ext>
              </a:extLst>
            </p:cNvPr>
            <p:cNvSpPr txBox="1"/>
            <p:nvPr/>
          </p:nvSpPr>
          <p:spPr>
            <a:xfrm>
              <a:off x="1052423" y="898245"/>
              <a:ext cx="5564038" cy="400110"/>
            </a:xfrm>
            <a:prstGeom prst="rect">
              <a:avLst/>
            </a:prstGeom>
            <a:noFill/>
          </p:spPr>
          <p:txBody>
            <a:bodyPr wrap="square" rtlCol="0">
              <a:spAutoFit/>
            </a:bodyPr>
            <a:lstStyle/>
            <a:p>
              <a:r>
                <a:rPr lang="zh-CN" altLang="en-US" sz="2000" b="1" dirty="0"/>
                <a:t>数据链路层的三个重要问题</a:t>
              </a:r>
            </a:p>
          </p:txBody>
        </p:sp>
      </p:grpSp>
      <p:sp>
        <p:nvSpPr>
          <p:cNvPr id="5" name="矩形 4">
            <a:extLst>
              <a:ext uri="{FF2B5EF4-FFF2-40B4-BE49-F238E27FC236}">
                <a16:creationId xmlns:a16="http://schemas.microsoft.com/office/drawing/2014/main" id="{FB4CC4FA-7CCC-41E1-871B-4977F1E17651}"/>
              </a:ext>
            </a:extLst>
          </p:cNvPr>
          <p:cNvSpPr/>
          <p:nvPr/>
        </p:nvSpPr>
        <p:spPr>
          <a:xfrm>
            <a:off x="1033908" y="1322263"/>
            <a:ext cx="2761840" cy="476933"/>
          </a:xfrm>
          <a:prstGeom prst="rect">
            <a:avLst/>
          </a:prstGeom>
          <a:solidFill>
            <a:schemeClr val="bg1">
              <a:lumMod val="85000"/>
            </a:schemeClr>
          </a:solidFill>
          <a:ln>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zh-CN" altLang="en-US" sz="2000" b="1" dirty="0"/>
              <a:t>封装成帧和透明传输</a:t>
            </a:r>
          </a:p>
        </p:txBody>
      </p:sp>
      <p:sp>
        <p:nvSpPr>
          <p:cNvPr id="6" name="矩形 5">
            <a:extLst>
              <a:ext uri="{FF2B5EF4-FFF2-40B4-BE49-F238E27FC236}">
                <a16:creationId xmlns:a16="http://schemas.microsoft.com/office/drawing/2014/main" id="{92ED85A3-B968-4E31-8330-9F6C05F07C2A}"/>
              </a:ext>
            </a:extLst>
          </p:cNvPr>
          <p:cNvSpPr/>
          <p:nvPr/>
        </p:nvSpPr>
        <p:spPr>
          <a:xfrm>
            <a:off x="4715080" y="1322263"/>
            <a:ext cx="2761840" cy="476933"/>
          </a:xfrm>
          <a:prstGeom prst="rect">
            <a:avLst/>
          </a:prstGeom>
          <a:solidFill>
            <a:schemeClr val="bg1">
              <a:lumMod val="85000"/>
            </a:schemeClr>
          </a:solidFill>
          <a:ln>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zh-CN" altLang="en-US" sz="2000" b="1" dirty="0"/>
              <a:t>差错检测</a:t>
            </a:r>
          </a:p>
        </p:txBody>
      </p:sp>
      <p:sp>
        <p:nvSpPr>
          <p:cNvPr id="7" name="矩形 6">
            <a:extLst>
              <a:ext uri="{FF2B5EF4-FFF2-40B4-BE49-F238E27FC236}">
                <a16:creationId xmlns:a16="http://schemas.microsoft.com/office/drawing/2014/main" id="{ACEE140B-8012-4836-ABCF-1D94605747E5}"/>
              </a:ext>
            </a:extLst>
          </p:cNvPr>
          <p:cNvSpPr/>
          <p:nvPr/>
        </p:nvSpPr>
        <p:spPr>
          <a:xfrm>
            <a:off x="8396252" y="1322262"/>
            <a:ext cx="2761840" cy="476933"/>
          </a:xfrm>
          <a:prstGeom prst="rect">
            <a:avLst/>
          </a:prstGeom>
          <a:solidFill>
            <a:schemeClr val="bg1">
              <a:lumMod val="85000"/>
            </a:schemeClr>
          </a:solidFill>
          <a:ln>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zh-CN" altLang="en-US" sz="2000" b="1" dirty="0"/>
              <a:t>可靠传输</a:t>
            </a:r>
          </a:p>
        </p:txBody>
      </p:sp>
      <p:sp>
        <p:nvSpPr>
          <p:cNvPr id="8" name="矩形 7">
            <a:extLst>
              <a:ext uri="{FF2B5EF4-FFF2-40B4-BE49-F238E27FC236}">
                <a16:creationId xmlns:a16="http://schemas.microsoft.com/office/drawing/2014/main" id="{CB901CAC-C9C3-471A-A09C-2F51D9DA7BAF}"/>
              </a:ext>
            </a:extLst>
          </p:cNvPr>
          <p:cNvSpPr/>
          <p:nvPr/>
        </p:nvSpPr>
        <p:spPr>
          <a:xfrm>
            <a:off x="1033908" y="1322263"/>
            <a:ext cx="2761840" cy="476933"/>
          </a:xfrm>
          <a:prstGeom prst="rect">
            <a:avLst/>
          </a:prstGeom>
          <a:solidFill>
            <a:schemeClr val="accent3">
              <a:lumMod val="75000"/>
            </a:schemeClr>
          </a:solidFill>
          <a:ln>
            <a:solidFill>
              <a:schemeClr val="accent3">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zh-CN" altLang="en-US" sz="2000" b="1" dirty="0"/>
              <a:t>封装成帧和透明传输</a:t>
            </a:r>
          </a:p>
        </p:txBody>
      </p:sp>
    </p:spTree>
    <p:custDataLst>
      <p:tags r:id="rId1"/>
    </p:custDataLst>
    <p:extLst>
      <p:ext uri="{BB962C8B-B14F-4D97-AF65-F5344CB8AC3E}">
        <p14:creationId xmlns:p14="http://schemas.microsoft.com/office/powerpoint/2010/main" val="3316046165"/>
      </p:ext>
    </p:extLst>
  </p:cSld>
  <p:clrMapOvr>
    <a:masterClrMapping/>
  </p:clrMapOvr>
  <mc:AlternateContent xmlns:mc="http://schemas.openxmlformats.org/markup-compatibility/2006" xmlns:p159="http://schemas.microsoft.com/office/powerpoint/2015/09/main">
    <mc:Choice Requires="p159">
      <p:transition spd="slow">
        <p159:morph option="byObject"/>
      </p:transition>
    </mc:Choice>
    <mc:Fallback xmlns="">
      <p:transition spd="slow">
        <p:fade/>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2" presetClass="entr" presetSubtype="8" fill="hold" grpId="0" nodeType="withEffect">
                                  <p:stCondLst>
                                    <p:cond delay="0"/>
                                  </p:stCondLst>
                                  <p:childTnLst>
                                    <p:set>
                                      <p:cBhvr>
                                        <p:cTn id="6" dur="1" fill="hold">
                                          <p:stCondLst>
                                            <p:cond delay="0"/>
                                          </p:stCondLst>
                                        </p:cTn>
                                        <p:tgtEl>
                                          <p:spTgt spid="8"/>
                                        </p:tgtEl>
                                        <p:attrNameLst>
                                          <p:attrName>style.visibility</p:attrName>
                                        </p:attrNameLst>
                                      </p:cBhvr>
                                      <p:to>
                                        <p:strVal val="visible"/>
                                      </p:to>
                                    </p:set>
                                    <p:animEffect transition="in" filter="wipe(left)">
                                      <p:cBhvr>
                                        <p:cTn id="7" dur="1000"/>
                                        <p:tgtEl>
                                          <p:spTgt spid="8"/>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8" grpId="0" animBg="1"/>
    </p:bldLst>
  </p:timing>
</p:sld>
</file>

<file path=ppt/slides/slide1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4" name="组合 3">
            <a:extLst>
              <a:ext uri="{FF2B5EF4-FFF2-40B4-BE49-F238E27FC236}">
                <a16:creationId xmlns:a16="http://schemas.microsoft.com/office/drawing/2014/main" id="{9A1EA9F2-FCB6-48C3-935F-7AE7E3AD14AC}"/>
              </a:ext>
            </a:extLst>
          </p:cNvPr>
          <p:cNvGrpSpPr/>
          <p:nvPr/>
        </p:nvGrpSpPr>
        <p:grpSpPr>
          <a:xfrm>
            <a:off x="304800" y="749300"/>
            <a:ext cx="6192344" cy="400110"/>
            <a:chOff x="424117" y="898245"/>
            <a:chExt cx="6192344" cy="400110"/>
          </a:xfrm>
        </p:grpSpPr>
        <p:sp>
          <p:nvSpPr>
            <p:cNvPr id="2" name="平行四边形 1">
              <a:extLst>
                <a:ext uri="{FF2B5EF4-FFF2-40B4-BE49-F238E27FC236}">
                  <a16:creationId xmlns:a16="http://schemas.microsoft.com/office/drawing/2014/main" id="{1F5BAA3F-9845-4F89-A2DD-8222D3E4EDAC}"/>
                </a:ext>
              </a:extLst>
            </p:cNvPr>
            <p:cNvSpPr/>
            <p:nvPr/>
          </p:nvSpPr>
          <p:spPr>
            <a:xfrm>
              <a:off x="424117" y="898245"/>
              <a:ext cx="628306" cy="387090"/>
            </a:xfrm>
            <a:prstGeom prst="parallelogram">
              <a:avLst/>
            </a:prstGeom>
            <a:solidFill>
              <a:schemeClr val="accent3">
                <a:lumMod val="75000"/>
              </a:schemeClr>
            </a:solidFill>
            <a:ln>
              <a:solidFill>
                <a:schemeClr val="accent3">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CN" sz="2200" dirty="0">
                  <a:latin typeface="Impact" panose="020B0806030902050204" pitchFamily="34" charset="0"/>
                </a:rPr>
                <a:t>01</a:t>
              </a:r>
              <a:endParaRPr lang="zh-CN" altLang="en-US" sz="2200" dirty="0">
                <a:latin typeface="Impact" panose="020B0806030902050204" pitchFamily="34" charset="0"/>
              </a:endParaRPr>
            </a:p>
          </p:txBody>
        </p:sp>
        <p:sp>
          <p:nvSpPr>
            <p:cNvPr id="3" name="文本框 2">
              <a:extLst>
                <a:ext uri="{FF2B5EF4-FFF2-40B4-BE49-F238E27FC236}">
                  <a16:creationId xmlns:a16="http://schemas.microsoft.com/office/drawing/2014/main" id="{4D6BD736-A4D3-4F26-AFED-36E11F50F70B}"/>
                </a:ext>
              </a:extLst>
            </p:cNvPr>
            <p:cNvSpPr txBox="1"/>
            <p:nvPr/>
          </p:nvSpPr>
          <p:spPr>
            <a:xfrm>
              <a:off x="1052423" y="898245"/>
              <a:ext cx="5564038" cy="400110"/>
            </a:xfrm>
            <a:prstGeom prst="rect">
              <a:avLst/>
            </a:prstGeom>
            <a:noFill/>
          </p:spPr>
          <p:txBody>
            <a:bodyPr wrap="square" rtlCol="0">
              <a:spAutoFit/>
            </a:bodyPr>
            <a:lstStyle/>
            <a:p>
              <a:r>
                <a:rPr lang="zh-CN" altLang="en-US" sz="2000" b="1" dirty="0"/>
                <a:t>数据链路层的三个重要问题</a:t>
              </a:r>
            </a:p>
          </p:txBody>
        </p:sp>
      </p:grpSp>
      <p:sp>
        <p:nvSpPr>
          <p:cNvPr id="5" name="矩形 4">
            <a:extLst>
              <a:ext uri="{FF2B5EF4-FFF2-40B4-BE49-F238E27FC236}">
                <a16:creationId xmlns:a16="http://schemas.microsoft.com/office/drawing/2014/main" id="{FB4CC4FA-7CCC-41E1-871B-4977F1E17651}"/>
              </a:ext>
            </a:extLst>
          </p:cNvPr>
          <p:cNvSpPr/>
          <p:nvPr/>
        </p:nvSpPr>
        <p:spPr>
          <a:xfrm>
            <a:off x="1033908" y="1322263"/>
            <a:ext cx="2761840" cy="476933"/>
          </a:xfrm>
          <a:prstGeom prst="rect">
            <a:avLst/>
          </a:prstGeom>
          <a:solidFill>
            <a:schemeClr val="bg1">
              <a:lumMod val="85000"/>
            </a:schemeClr>
          </a:solidFill>
          <a:ln>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zh-CN" altLang="en-US" sz="2000" b="1" dirty="0"/>
              <a:t>封装成帧和透明传输</a:t>
            </a:r>
          </a:p>
        </p:txBody>
      </p:sp>
      <p:sp>
        <p:nvSpPr>
          <p:cNvPr id="6" name="矩形 5">
            <a:extLst>
              <a:ext uri="{FF2B5EF4-FFF2-40B4-BE49-F238E27FC236}">
                <a16:creationId xmlns:a16="http://schemas.microsoft.com/office/drawing/2014/main" id="{92ED85A3-B968-4E31-8330-9F6C05F07C2A}"/>
              </a:ext>
            </a:extLst>
          </p:cNvPr>
          <p:cNvSpPr/>
          <p:nvPr/>
        </p:nvSpPr>
        <p:spPr>
          <a:xfrm>
            <a:off x="4715080" y="1322263"/>
            <a:ext cx="2761840" cy="476933"/>
          </a:xfrm>
          <a:prstGeom prst="rect">
            <a:avLst/>
          </a:prstGeom>
          <a:solidFill>
            <a:schemeClr val="bg1">
              <a:lumMod val="85000"/>
            </a:schemeClr>
          </a:solidFill>
          <a:ln>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zh-CN" altLang="en-US" sz="2000" b="1" dirty="0"/>
              <a:t>差错检测</a:t>
            </a:r>
          </a:p>
        </p:txBody>
      </p:sp>
      <p:sp>
        <p:nvSpPr>
          <p:cNvPr id="7" name="矩形 6">
            <a:extLst>
              <a:ext uri="{FF2B5EF4-FFF2-40B4-BE49-F238E27FC236}">
                <a16:creationId xmlns:a16="http://schemas.microsoft.com/office/drawing/2014/main" id="{ACEE140B-8012-4836-ABCF-1D94605747E5}"/>
              </a:ext>
            </a:extLst>
          </p:cNvPr>
          <p:cNvSpPr/>
          <p:nvPr/>
        </p:nvSpPr>
        <p:spPr>
          <a:xfrm>
            <a:off x="8396252" y="1322262"/>
            <a:ext cx="2761840" cy="476933"/>
          </a:xfrm>
          <a:prstGeom prst="rect">
            <a:avLst/>
          </a:prstGeom>
          <a:solidFill>
            <a:schemeClr val="bg1">
              <a:lumMod val="85000"/>
            </a:schemeClr>
          </a:solidFill>
          <a:ln>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zh-CN" altLang="en-US" sz="2000" b="1" dirty="0"/>
              <a:t>可靠传输</a:t>
            </a:r>
          </a:p>
        </p:txBody>
      </p:sp>
      <p:sp>
        <p:nvSpPr>
          <p:cNvPr id="8" name="矩形 7">
            <a:extLst>
              <a:ext uri="{FF2B5EF4-FFF2-40B4-BE49-F238E27FC236}">
                <a16:creationId xmlns:a16="http://schemas.microsoft.com/office/drawing/2014/main" id="{CB901CAC-C9C3-471A-A09C-2F51D9DA7BAF}"/>
              </a:ext>
            </a:extLst>
          </p:cNvPr>
          <p:cNvSpPr/>
          <p:nvPr/>
        </p:nvSpPr>
        <p:spPr>
          <a:xfrm>
            <a:off x="1033908" y="1322263"/>
            <a:ext cx="2761840" cy="476933"/>
          </a:xfrm>
          <a:prstGeom prst="rect">
            <a:avLst/>
          </a:prstGeom>
          <a:solidFill>
            <a:schemeClr val="accent3">
              <a:lumMod val="75000"/>
            </a:schemeClr>
          </a:solidFill>
          <a:ln>
            <a:solidFill>
              <a:schemeClr val="accent3">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zh-CN" altLang="en-US" sz="2000" b="1" dirty="0"/>
              <a:t>封装成帧和透明传输</a:t>
            </a:r>
          </a:p>
        </p:txBody>
      </p:sp>
      <p:grpSp>
        <p:nvGrpSpPr>
          <p:cNvPr id="47" name="组合 46">
            <a:extLst>
              <a:ext uri="{FF2B5EF4-FFF2-40B4-BE49-F238E27FC236}">
                <a16:creationId xmlns:a16="http://schemas.microsoft.com/office/drawing/2014/main" id="{B8E542C3-5B58-4C0E-BC48-6396E1469D06}"/>
              </a:ext>
            </a:extLst>
          </p:cNvPr>
          <p:cNvGrpSpPr/>
          <p:nvPr/>
        </p:nvGrpSpPr>
        <p:grpSpPr>
          <a:xfrm>
            <a:off x="601699" y="5648354"/>
            <a:ext cx="10940423" cy="641082"/>
            <a:chOff x="601699" y="5648354"/>
            <a:chExt cx="10940423" cy="641082"/>
          </a:xfrm>
        </p:grpSpPr>
        <p:cxnSp>
          <p:nvCxnSpPr>
            <p:cNvPr id="23" name="直接连接符 22">
              <a:extLst>
                <a:ext uri="{FF2B5EF4-FFF2-40B4-BE49-F238E27FC236}">
                  <a16:creationId xmlns:a16="http://schemas.microsoft.com/office/drawing/2014/main" id="{BB9DF023-15E4-4259-ABBC-43306C5B2694}"/>
                </a:ext>
              </a:extLst>
            </p:cNvPr>
            <p:cNvCxnSpPr>
              <a:cxnSpLocks/>
            </p:cNvCxnSpPr>
            <p:nvPr/>
          </p:nvCxnSpPr>
          <p:spPr>
            <a:xfrm>
              <a:off x="1143721" y="6126777"/>
              <a:ext cx="10027235"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pic>
          <p:nvPicPr>
            <p:cNvPr id="24" name="图形 23">
              <a:extLst>
                <a:ext uri="{FF2B5EF4-FFF2-40B4-BE49-F238E27FC236}">
                  <a16:creationId xmlns:a16="http://schemas.microsoft.com/office/drawing/2014/main" id="{D98CC648-BEF5-49CE-A972-7D0F3F45EC50}"/>
                </a:ext>
              </a:extLst>
            </p:cNvPr>
            <p:cNvPicPr>
              <a:picLocks noChangeAspect="1"/>
            </p:cNvPicPr>
            <p:nvPr/>
          </p:nvPicPr>
          <p:blipFill>
            <a:blip r:embed="rId3">
              <a:extLst>
                <a:ext uri="{28A0092B-C50C-407E-A947-70E740481C1C}">
                  <a14:useLocalDpi xmlns:a14="http://schemas.microsoft.com/office/drawing/2010/main" val="0"/>
                </a:ext>
                <a:ext uri="{96DAC541-7B7A-43D3-8B79-37D633B846F1}">
                  <asvg:svgBlip xmlns:asvg="http://schemas.microsoft.com/office/drawing/2016/SVG/main" r:embed="rId4"/>
                </a:ext>
              </a:extLst>
            </a:blip>
            <a:stretch>
              <a:fillRect/>
            </a:stretch>
          </p:blipFill>
          <p:spPr>
            <a:xfrm>
              <a:off x="601699" y="5648354"/>
              <a:ext cx="662814" cy="641082"/>
            </a:xfrm>
            <a:prstGeom prst="rect">
              <a:avLst/>
            </a:prstGeom>
          </p:spPr>
        </p:pic>
        <p:pic>
          <p:nvPicPr>
            <p:cNvPr id="46" name="图形 45">
              <a:extLst>
                <a:ext uri="{FF2B5EF4-FFF2-40B4-BE49-F238E27FC236}">
                  <a16:creationId xmlns:a16="http://schemas.microsoft.com/office/drawing/2014/main" id="{8077FE65-F3E1-41E0-83D1-5F274C875FB4}"/>
                </a:ext>
              </a:extLst>
            </p:cNvPr>
            <p:cNvPicPr>
              <a:picLocks noChangeAspect="1"/>
            </p:cNvPicPr>
            <p:nvPr/>
          </p:nvPicPr>
          <p:blipFill>
            <a:blip r:embed="rId3">
              <a:extLst>
                <a:ext uri="{28A0092B-C50C-407E-A947-70E740481C1C}">
                  <a14:useLocalDpi xmlns:a14="http://schemas.microsoft.com/office/drawing/2010/main" val="0"/>
                </a:ext>
                <a:ext uri="{96DAC541-7B7A-43D3-8B79-37D633B846F1}">
                  <asvg:svgBlip xmlns:asvg="http://schemas.microsoft.com/office/drawing/2016/SVG/main" r:embed="rId4"/>
                </a:ext>
              </a:extLst>
            </a:blip>
            <a:stretch>
              <a:fillRect/>
            </a:stretch>
          </p:blipFill>
          <p:spPr>
            <a:xfrm>
              <a:off x="10879308" y="5648354"/>
              <a:ext cx="662814" cy="641082"/>
            </a:xfrm>
            <a:prstGeom prst="rect">
              <a:avLst/>
            </a:prstGeom>
          </p:spPr>
        </p:pic>
      </p:grpSp>
      <p:grpSp>
        <p:nvGrpSpPr>
          <p:cNvPr id="9" name="组合 8">
            <a:extLst>
              <a:ext uri="{FF2B5EF4-FFF2-40B4-BE49-F238E27FC236}">
                <a16:creationId xmlns:a16="http://schemas.microsoft.com/office/drawing/2014/main" id="{00E30E15-B56C-4FD2-8B72-C3629BC1C8DF}"/>
              </a:ext>
            </a:extLst>
          </p:cNvPr>
          <p:cNvGrpSpPr/>
          <p:nvPr/>
        </p:nvGrpSpPr>
        <p:grpSpPr>
          <a:xfrm>
            <a:off x="304798" y="2343153"/>
            <a:ext cx="11582402" cy="3192584"/>
            <a:chOff x="304798" y="2343153"/>
            <a:chExt cx="11582402" cy="3192584"/>
          </a:xfrm>
        </p:grpSpPr>
        <p:sp>
          <p:nvSpPr>
            <p:cNvPr id="17" name="矩形 16">
              <a:extLst>
                <a:ext uri="{FF2B5EF4-FFF2-40B4-BE49-F238E27FC236}">
                  <a16:creationId xmlns:a16="http://schemas.microsoft.com/office/drawing/2014/main" id="{331CCD39-77F5-40FF-BCA8-F67211E7B77E}"/>
                </a:ext>
              </a:extLst>
            </p:cNvPr>
            <p:cNvSpPr/>
            <p:nvPr/>
          </p:nvSpPr>
          <p:spPr>
            <a:xfrm>
              <a:off x="304799" y="4894655"/>
              <a:ext cx="1366117" cy="641082"/>
            </a:xfrm>
            <a:prstGeom prst="rect">
              <a:avLst/>
            </a:prstGeom>
            <a:solidFill>
              <a:schemeClr val="tx2"/>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zh-CN" altLang="en-US" b="1" dirty="0"/>
                <a:t>物理层</a:t>
              </a:r>
            </a:p>
          </p:txBody>
        </p:sp>
        <p:sp>
          <p:nvSpPr>
            <p:cNvPr id="18" name="矩形 17">
              <a:extLst>
                <a:ext uri="{FF2B5EF4-FFF2-40B4-BE49-F238E27FC236}">
                  <a16:creationId xmlns:a16="http://schemas.microsoft.com/office/drawing/2014/main" id="{69FC6483-9C50-4819-9754-EACC0F2CB804}"/>
                </a:ext>
              </a:extLst>
            </p:cNvPr>
            <p:cNvSpPr/>
            <p:nvPr/>
          </p:nvSpPr>
          <p:spPr>
            <a:xfrm>
              <a:off x="304798" y="2979001"/>
              <a:ext cx="1366117" cy="641082"/>
            </a:xfrm>
            <a:prstGeom prst="rect">
              <a:avLst/>
            </a:prstGeom>
            <a:solidFill>
              <a:schemeClr val="accent3"/>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zh-CN" altLang="en-US" b="1" dirty="0"/>
                <a:t>运输层</a:t>
              </a:r>
            </a:p>
          </p:txBody>
        </p:sp>
        <p:sp>
          <p:nvSpPr>
            <p:cNvPr id="19" name="矩形 18">
              <a:extLst>
                <a:ext uri="{FF2B5EF4-FFF2-40B4-BE49-F238E27FC236}">
                  <a16:creationId xmlns:a16="http://schemas.microsoft.com/office/drawing/2014/main" id="{D83DFD0D-718C-48B0-8B70-3C244A7D52A9}"/>
                </a:ext>
              </a:extLst>
            </p:cNvPr>
            <p:cNvSpPr/>
            <p:nvPr/>
          </p:nvSpPr>
          <p:spPr>
            <a:xfrm>
              <a:off x="304800" y="3615356"/>
              <a:ext cx="1366117" cy="641082"/>
            </a:xfrm>
            <a:prstGeom prst="rect">
              <a:avLst/>
            </a:prstGeom>
            <a:solidFill>
              <a:schemeClr val="accent6"/>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zh-CN" altLang="en-US" b="1" dirty="0"/>
                <a:t>网络层</a:t>
              </a:r>
            </a:p>
          </p:txBody>
        </p:sp>
        <p:sp>
          <p:nvSpPr>
            <p:cNvPr id="20" name="矩形 19">
              <a:extLst>
                <a:ext uri="{FF2B5EF4-FFF2-40B4-BE49-F238E27FC236}">
                  <a16:creationId xmlns:a16="http://schemas.microsoft.com/office/drawing/2014/main" id="{8804E1C7-7888-49BC-9FBA-6383B146319F}"/>
                </a:ext>
              </a:extLst>
            </p:cNvPr>
            <p:cNvSpPr/>
            <p:nvPr/>
          </p:nvSpPr>
          <p:spPr>
            <a:xfrm>
              <a:off x="304800" y="4255108"/>
              <a:ext cx="1366118" cy="641082"/>
            </a:xfrm>
            <a:prstGeom prst="rect">
              <a:avLst/>
            </a:prstGeom>
            <a:solidFill>
              <a:schemeClr val="accent4"/>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zh-CN" altLang="en-US" b="1" dirty="0"/>
                <a:t>数据链路层</a:t>
              </a:r>
            </a:p>
          </p:txBody>
        </p:sp>
        <p:sp>
          <p:nvSpPr>
            <p:cNvPr id="21" name="矩形 20">
              <a:extLst>
                <a:ext uri="{FF2B5EF4-FFF2-40B4-BE49-F238E27FC236}">
                  <a16:creationId xmlns:a16="http://schemas.microsoft.com/office/drawing/2014/main" id="{F87A5916-8A58-43B2-A47E-B337EB0F305A}"/>
                </a:ext>
              </a:extLst>
            </p:cNvPr>
            <p:cNvSpPr/>
            <p:nvPr/>
          </p:nvSpPr>
          <p:spPr>
            <a:xfrm>
              <a:off x="304800" y="2344688"/>
              <a:ext cx="1366117" cy="641082"/>
            </a:xfrm>
            <a:prstGeom prst="rect">
              <a:avLst/>
            </a:prstGeom>
            <a:solidFill>
              <a:schemeClr val="accent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zh-CN" altLang="en-US" b="1" dirty="0"/>
                <a:t>应用层</a:t>
              </a:r>
            </a:p>
          </p:txBody>
        </p:sp>
        <p:sp>
          <p:nvSpPr>
            <p:cNvPr id="30" name="矩形 29">
              <a:extLst>
                <a:ext uri="{FF2B5EF4-FFF2-40B4-BE49-F238E27FC236}">
                  <a16:creationId xmlns:a16="http://schemas.microsoft.com/office/drawing/2014/main" id="{4A0DCFCA-BE3F-4C90-9191-22AD09AC33C1}"/>
                </a:ext>
              </a:extLst>
            </p:cNvPr>
            <p:cNvSpPr/>
            <p:nvPr/>
          </p:nvSpPr>
          <p:spPr>
            <a:xfrm>
              <a:off x="10521081" y="4893120"/>
              <a:ext cx="1366117" cy="641082"/>
            </a:xfrm>
            <a:prstGeom prst="rect">
              <a:avLst/>
            </a:prstGeom>
            <a:solidFill>
              <a:schemeClr val="tx2"/>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zh-CN" altLang="en-US" b="1" dirty="0"/>
                <a:t>物理层</a:t>
              </a:r>
            </a:p>
          </p:txBody>
        </p:sp>
        <p:sp>
          <p:nvSpPr>
            <p:cNvPr id="31" name="矩形 30">
              <a:extLst>
                <a:ext uri="{FF2B5EF4-FFF2-40B4-BE49-F238E27FC236}">
                  <a16:creationId xmlns:a16="http://schemas.microsoft.com/office/drawing/2014/main" id="{D17F81E8-E4D2-4C40-8DDB-E735D4D5BF88}"/>
                </a:ext>
              </a:extLst>
            </p:cNvPr>
            <p:cNvSpPr/>
            <p:nvPr/>
          </p:nvSpPr>
          <p:spPr>
            <a:xfrm>
              <a:off x="10521080" y="2977466"/>
              <a:ext cx="1366117" cy="641082"/>
            </a:xfrm>
            <a:prstGeom prst="rect">
              <a:avLst/>
            </a:prstGeom>
            <a:solidFill>
              <a:schemeClr val="accent3"/>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zh-CN" altLang="en-US" b="1" dirty="0"/>
                <a:t>运输层</a:t>
              </a:r>
            </a:p>
          </p:txBody>
        </p:sp>
        <p:sp>
          <p:nvSpPr>
            <p:cNvPr id="32" name="矩形 31">
              <a:extLst>
                <a:ext uri="{FF2B5EF4-FFF2-40B4-BE49-F238E27FC236}">
                  <a16:creationId xmlns:a16="http://schemas.microsoft.com/office/drawing/2014/main" id="{3A7AB0FE-40C6-4B72-9367-40BA77D7CA6F}"/>
                </a:ext>
              </a:extLst>
            </p:cNvPr>
            <p:cNvSpPr/>
            <p:nvPr/>
          </p:nvSpPr>
          <p:spPr>
            <a:xfrm>
              <a:off x="10521082" y="3613821"/>
              <a:ext cx="1366117" cy="641082"/>
            </a:xfrm>
            <a:prstGeom prst="rect">
              <a:avLst/>
            </a:prstGeom>
            <a:solidFill>
              <a:schemeClr val="accent6"/>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zh-CN" altLang="en-US" b="1" dirty="0"/>
                <a:t>网络层</a:t>
              </a:r>
            </a:p>
          </p:txBody>
        </p:sp>
        <p:sp>
          <p:nvSpPr>
            <p:cNvPr id="33" name="矩形 32">
              <a:extLst>
                <a:ext uri="{FF2B5EF4-FFF2-40B4-BE49-F238E27FC236}">
                  <a16:creationId xmlns:a16="http://schemas.microsoft.com/office/drawing/2014/main" id="{F41E4133-2C02-4B85-AB87-5B0A89D903AA}"/>
                </a:ext>
              </a:extLst>
            </p:cNvPr>
            <p:cNvSpPr/>
            <p:nvPr/>
          </p:nvSpPr>
          <p:spPr>
            <a:xfrm>
              <a:off x="10521082" y="4253573"/>
              <a:ext cx="1366118" cy="641082"/>
            </a:xfrm>
            <a:prstGeom prst="rect">
              <a:avLst/>
            </a:prstGeom>
            <a:solidFill>
              <a:schemeClr val="accent4"/>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zh-CN" altLang="en-US" b="1" dirty="0"/>
                <a:t>数据链路层</a:t>
              </a:r>
            </a:p>
          </p:txBody>
        </p:sp>
        <p:sp>
          <p:nvSpPr>
            <p:cNvPr id="34" name="矩形 33">
              <a:extLst>
                <a:ext uri="{FF2B5EF4-FFF2-40B4-BE49-F238E27FC236}">
                  <a16:creationId xmlns:a16="http://schemas.microsoft.com/office/drawing/2014/main" id="{378CBB82-77BF-4E7A-8B12-5D23420FABFE}"/>
                </a:ext>
              </a:extLst>
            </p:cNvPr>
            <p:cNvSpPr/>
            <p:nvPr/>
          </p:nvSpPr>
          <p:spPr>
            <a:xfrm>
              <a:off x="10521082" y="2343153"/>
              <a:ext cx="1366117" cy="641082"/>
            </a:xfrm>
            <a:prstGeom prst="rect">
              <a:avLst/>
            </a:prstGeom>
            <a:solidFill>
              <a:schemeClr val="accent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zh-CN" altLang="en-US" b="1" dirty="0"/>
                <a:t>应用层</a:t>
              </a:r>
            </a:p>
          </p:txBody>
        </p:sp>
      </p:grpSp>
    </p:spTree>
    <p:custDataLst>
      <p:tags r:id="rId1"/>
    </p:custDataLst>
    <p:extLst>
      <p:ext uri="{BB962C8B-B14F-4D97-AF65-F5344CB8AC3E}">
        <p14:creationId xmlns:p14="http://schemas.microsoft.com/office/powerpoint/2010/main" val="3734549330"/>
      </p:ext>
    </p:extLst>
  </p:cSld>
  <p:clrMapOvr>
    <a:masterClrMapping/>
  </p:clrMapOvr>
  <mc:AlternateContent xmlns:mc="http://schemas.openxmlformats.org/markup-compatibility/2006" xmlns:p14="http://schemas.microsoft.com/office/powerpoint/2010/main">
    <mc:Choice Requires="p14">
      <p:transition p14:dur="10"/>
    </mc:Choice>
    <mc:Fallback xmlns="">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42" presetClass="entr" presetSubtype="0" fill="hold" nodeType="withEffect">
                                  <p:stCondLst>
                                    <p:cond delay="0"/>
                                  </p:stCondLst>
                                  <p:childTnLst>
                                    <p:set>
                                      <p:cBhvr>
                                        <p:cTn id="6" dur="1" fill="hold">
                                          <p:stCondLst>
                                            <p:cond delay="0"/>
                                          </p:stCondLst>
                                        </p:cTn>
                                        <p:tgtEl>
                                          <p:spTgt spid="47"/>
                                        </p:tgtEl>
                                        <p:attrNameLst>
                                          <p:attrName>style.visibility</p:attrName>
                                        </p:attrNameLst>
                                      </p:cBhvr>
                                      <p:to>
                                        <p:strVal val="visible"/>
                                      </p:to>
                                    </p:set>
                                    <p:animEffect transition="in" filter="fade">
                                      <p:cBhvr>
                                        <p:cTn id="7" dur="1000"/>
                                        <p:tgtEl>
                                          <p:spTgt spid="47"/>
                                        </p:tgtEl>
                                      </p:cBhvr>
                                    </p:animEffect>
                                    <p:anim calcmode="lin" valueType="num">
                                      <p:cBhvr>
                                        <p:cTn id="8" dur="1000" fill="hold"/>
                                        <p:tgtEl>
                                          <p:spTgt spid="47"/>
                                        </p:tgtEl>
                                        <p:attrNameLst>
                                          <p:attrName>ppt_x</p:attrName>
                                        </p:attrNameLst>
                                      </p:cBhvr>
                                      <p:tavLst>
                                        <p:tav tm="0">
                                          <p:val>
                                            <p:strVal val="#ppt_x"/>
                                          </p:val>
                                        </p:tav>
                                        <p:tav tm="100000">
                                          <p:val>
                                            <p:strVal val="#ppt_x"/>
                                          </p:val>
                                        </p:tav>
                                      </p:tavLst>
                                    </p:anim>
                                    <p:anim calcmode="lin" valueType="num">
                                      <p:cBhvr>
                                        <p:cTn id="9" dur="1000" fill="hold"/>
                                        <p:tgtEl>
                                          <p:spTgt spid="47"/>
                                        </p:tgtEl>
                                        <p:attrNameLst>
                                          <p:attrName>ppt_y</p:attrName>
                                        </p:attrNameLst>
                                      </p:cBhvr>
                                      <p:tavLst>
                                        <p:tav tm="0">
                                          <p:val>
                                            <p:strVal val="#ppt_y+.1"/>
                                          </p:val>
                                        </p:tav>
                                        <p:tav tm="100000">
                                          <p:val>
                                            <p:strVal val="#ppt_y"/>
                                          </p:val>
                                        </p:tav>
                                      </p:tavLst>
                                    </p:anim>
                                  </p:childTnLst>
                                </p:cTn>
                              </p:par>
                            </p:childTnLst>
                          </p:cTn>
                        </p:par>
                      </p:childTnLst>
                    </p:cTn>
                  </p:par>
                  <p:par>
                    <p:cTn id="10" fill="hold">
                      <p:stCondLst>
                        <p:cond delay="indefinite"/>
                      </p:stCondLst>
                      <p:childTnLst>
                        <p:par>
                          <p:cTn id="11" fill="hold">
                            <p:stCondLst>
                              <p:cond delay="0"/>
                            </p:stCondLst>
                            <p:childTnLst>
                              <p:par>
                                <p:cTn id="12" presetID="42" presetClass="entr" presetSubtype="0" fill="hold" nodeType="clickEffect">
                                  <p:stCondLst>
                                    <p:cond delay="0"/>
                                  </p:stCondLst>
                                  <p:childTnLst>
                                    <p:set>
                                      <p:cBhvr>
                                        <p:cTn id="13" dur="1" fill="hold">
                                          <p:stCondLst>
                                            <p:cond delay="0"/>
                                          </p:stCondLst>
                                        </p:cTn>
                                        <p:tgtEl>
                                          <p:spTgt spid="9"/>
                                        </p:tgtEl>
                                        <p:attrNameLst>
                                          <p:attrName>style.visibility</p:attrName>
                                        </p:attrNameLst>
                                      </p:cBhvr>
                                      <p:to>
                                        <p:strVal val="visible"/>
                                      </p:to>
                                    </p:set>
                                    <p:animEffect transition="in" filter="fade">
                                      <p:cBhvr>
                                        <p:cTn id="14" dur="1000"/>
                                        <p:tgtEl>
                                          <p:spTgt spid="9"/>
                                        </p:tgtEl>
                                      </p:cBhvr>
                                    </p:animEffect>
                                    <p:anim calcmode="lin" valueType="num">
                                      <p:cBhvr>
                                        <p:cTn id="15" dur="1000" fill="hold"/>
                                        <p:tgtEl>
                                          <p:spTgt spid="9"/>
                                        </p:tgtEl>
                                        <p:attrNameLst>
                                          <p:attrName>ppt_x</p:attrName>
                                        </p:attrNameLst>
                                      </p:cBhvr>
                                      <p:tavLst>
                                        <p:tav tm="0">
                                          <p:val>
                                            <p:strVal val="#ppt_x"/>
                                          </p:val>
                                        </p:tav>
                                        <p:tav tm="100000">
                                          <p:val>
                                            <p:strVal val="#ppt_x"/>
                                          </p:val>
                                        </p:tav>
                                      </p:tavLst>
                                    </p:anim>
                                    <p:anim calcmode="lin" valueType="num">
                                      <p:cBhvr>
                                        <p:cTn id="16" dur="1000" fill="hold"/>
                                        <p:tgtEl>
                                          <p:spTgt spid="9"/>
                                        </p:tgtEl>
                                        <p:attrNameLst>
                                          <p:attrName>ppt_y</p:attrName>
                                        </p:attrNameLst>
                                      </p:cBhvr>
                                      <p:tavLst>
                                        <p:tav tm="0">
                                          <p:val>
                                            <p:strVal val="#ppt_y+.1"/>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1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4" name="组合 3">
            <a:extLst>
              <a:ext uri="{FF2B5EF4-FFF2-40B4-BE49-F238E27FC236}">
                <a16:creationId xmlns:a16="http://schemas.microsoft.com/office/drawing/2014/main" id="{9A1EA9F2-FCB6-48C3-935F-7AE7E3AD14AC}"/>
              </a:ext>
            </a:extLst>
          </p:cNvPr>
          <p:cNvGrpSpPr/>
          <p:nvPr/>
        </p:nvGrpSpPr>
        <p:grpSpPr>
          <a:xfrm>
            <a:off x="304800" y="749300"/>
            <a:ext cx="6192344" cy="400110"/>
            <a:chOff x="424117" y="898245"/>
            <a:chExt cx="6192344" cy="400110"/>
          </a:xfrm>
        </p:grpSpPr>
        <p:sp>
          <p:nvSpPr>
            <p:cNvPr id="2" name="平行四边形 1">
              <a:extLst>
                <a:ext uri="{FF2B5EF4-FFF2-40B4-BE49-F238E27FC236}">
                  <a16:creationId xmlns:a16="http://schemas.microsoft.com/office/drawing/2014/main" id="{1F5BAA3F-9845-4F89-A2DD-8222D3E4EDAC}"/>
                </a:ext>
              </a:extLst>
            </p:cNvPr>
            <p:cNvSpPr/>
            <p:nvPr/>
          </p:nvSpPr>
          <p:spPr>
            <a:xfrm>
              <a:off x="424117" y="898245"/>
              <a:ext cx="628306" cy="387090"/>
            </a:xfrm>
            <a:prstGeom prst="parallelogram">
              <a:avLst/>
            </a:prstGeom>
            <a:solidFill>
              <a:schemeClr val="accent3">
                <a:lumMod val="75000"/>
              </a:schemeClr>
            </a:solidFill>
            <a:ln>
              <a:solidFill>
                <a:schemeClr val="accent3">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CN" sz="2200" dirty="0">
                  <a:latin typeface="Impact" panose="020B0806030902050204" pitchFamily="34" charset="0"/>
                </a:rPr>
                <a:t>01</a:t>
              </a:r>
              <a:endParaRPr lang="zh-CN" altLang="en-US" sz="2200" dirty="0">
                <a:latin typeface="Impact" panose="020B0806030902050204" pitchFamily="34" charset="0"/>
              </a:endParaRPr>
            </a:p>
          </p:txBody>
        </p:sp>
        <p:sp>
          <p:nvSpPr>
            <p:cNvPr id="3" name="文本框 2">
              <a:extLst>
                <a:ext uri="{FF2B5EF4-FFF2-40B4-BE49-F238E27FC236}">
                  <a16:creationId xmlns:a16="http://schemas.microsoft.com/office/drawing/2014/main" id="{4D6BD736-A4D3-4F26-AFED-36E11F50F70B}"/>
                </a:ext>
              </a:extLst>
            </p:cNvPr>
            <p:cNvSpPr txBox="1"/>
            <p:nvPr/>
          </p:nvSpPr>
          <p:spPr>
            <a:xfrm>
              <a:off x="1052423" y="898245"/>
              <a:ext cx="5564038" cy="400110"/>
            </a:xfrm>
            <a:prstGeom prst="rect">
              <a:avLst/>
            </a:prstGeom>
            <a:noFill/>
          </p:spPr>
          <p:txBody>
            <a:bodyPr wrap="square" rtlCol="0">
              <a:spAutoFit/>
            </a:bodyPr>
            <a:lstStyle/>
            <a:p>
              <a:r>
                <a:rPr lang="zh-CN" altLang="en-US" sz="2000" b="1" dirty="0"/>
                <a:t>数据链路层的三个重要问题</a:t>
              </a:r>
            </a:p>
          </p:txBody>
        </p:sp>
      </p:grpSp>
      <p:sp>
        <p:nvSpPr>
          <p:cNvPr id="5" name="矩形 4">
            <a:extLst>
              <a:ext uri="{FF2B5EF4-FFF2-40B4-BE49-F238E27FC236}">
                <a16:creationId xmlns:a16="http://schemas.microsoft.com/office/drawing/2014/main" id="{FB4CC4FA-7CCC-41E1-871B-4977F1E17651}"/>
              </a:ext>
            </a:extLst>
          </p:cNvPr>
          <p:cNvSpPr/>
          <p:nvPr/>
        </p:nvSpPr>
        <p:spPr>
          <a:xfrm>
            <a:off x="1033908" y="1322263"/>
            <a:ext cx="2761840" cy="476933"/>
          </a:xfrm>
          <a:prstGeom prst="rect">
            <a:avLst/>
          </a:prstGeom>
          <a:solidFill>
            <a:schemeClr val="bg1">
              <a:lumMod val="85000"/>
            </a:schemeClr>
          </a:solidFill>
          <a:ln>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zh-CN" altLang="en-US" sz="2000" b="1" dirty="0"/>
              <a:t>封装成帧和透明传输</a:t>
            </a:r>
          </a:p>
        </p:txBody>
      </p:sp>
      <p:sp>
        <p:nvSpPr>
          <p:cNvPr id="6" name="矩形 5">
            <a:extLst>
              <a:ext uri="{FF2B5EF4-FFF2-40B4-BE49-F238E27FC236}">
                <a16:creationId xmlns:a16="http://schemas.microsoft.com/office/drawing/2014/main" id="{92ED85A3-B968-4E31-8330-9F6C05F07C2A}"/>
              </a:ext>
            </a:extLst>
          </p:cNvPr>
          <p:cNvSpPr/>
          <p:nvPr/>
        </p:nvSpPr>
        <p:spPr>
          <a:xfrm>
            <a:off x="4715080" y="1322263"/>
            <a:ext cx="2761840" cy="476933"/>
          </a:xfrm>
          <a:prstGeom prst="rect">
            <a:avLst/>
          </a:prstGeom>
          <a:solidFill>
            <a:schemeClr val="bg1">
              <a:lumMod val="85000"/>
            </a:schemeClr>
          </a:solidFill>
          <a:ln>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zh-CN" altLang="en-US" sz="2000" b="1" dirty="0"/>
              <a:t>差错检测</a:t>
            </a:r>
          </a:p>
        </p:txBody>
      </p:sp>
      <p:sp>
        <p:nvSpPr>
          <p:cNvPr id="7" name="矩形 6">
            <a:extLst>
              <a:ext uri="{FF2B5EF4-FFF2-40B4-BE49-F238E27FC236}">
                <a16:creationId xmlns:a16="http://schemas.microsoft.com/office/drawing/2014/main" id="{ACEE140B-8012-4836-ABCF-1D94605747E5}"/>
              </a:ext>
            </a:extLst>
          </p:cNvPr>
          <p:cNvSpPr/>
          <p:nvPr/>
        </p:nvSpPr>
        <p:spPr>
          <a:xfrm>
            <a:off x="8396252" y="1322262"/>
            <a:ext cx="2761840" cy="476933"/>
          </a:xfrm>
          <a:prstGeom prst="rect">
            <a:avLst/>
          </a:prstGeom>
          <a:solidFill>
            <a:schemeClr val="bg1">
              <a:lumMod val="85000"/>
            </a:schemeClr>
          </a:solidFill>
          <a:ln>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zh-CN" altLang="en-US" sz="2000" b="1" dirty="0"/>
              <a:t>可靠传输</a:t>
            </a:r>
          </a:p>
        </p:txBody>
      </p:sp>
      <p:sp>
        <p:nvSpPr>
          <p:cNvPr id="8" name="矩形 7">
            <a:extLst>
              <a:ext uri="{FF2B5EF4-FFF2-40B4-BE49-F238E27FC236}">
                <a16:creationId xmlns:a16="http://schemas.microsoft.com/office/drawing/2014/main" id="{CB901CAC-C9C3-471A-A09C-2F51D9DA7BAF}"/>
              </a:ext>
            </a:extLst>
          </p:cNvPr>
          <p:cNvSpPr/>
          <p:nvPr/>
        </p:nvSpPr>
        <p:spPr>
          <a:xfrm>
            <a:off x="1033908" y="1322263"/>
            <a:ext cx="2761840" cy="476933"/>
          </a:xfrm>
          <a:prstGeom prst="rect">
            <a:avLst/>
          </a:prstGeom>
          <a:solidFill>
            <a:schemeClr val="accent3">
              <a:lumMod val="75000"/>
            </a:schemeClr>
          </a:solidFill>
          <a:ln>
            <a:solidFill>
              <a:schemeClr val="accent3">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zh-CN" altLang="en-US" sz="2000" b="1" dirty="0"/>
              <a:t>封装成帧和透明传输</a:t>
            </a:r>
          </a:p>
        </p:txBody>
      </p:sp>
      <p:grpSp>
        <p:nvGrpSpPr>
          <p:cNvPr id="47" name="组合 46">
            <a:extLst>
              <a:ext uri="{FF2B5EF4-FFF2-40B4-BE49-F238E27FC236}">
                <a16:creationId xmlns:a16="http://schemas.microsoft.com/office/drawing/2014/main" id="{B8E542C3-5B58-4C0E-BC48-6396E1469D06}"/>
              </a:ext>
            </a:extLst>
          </p:cNvPr>
          <p:cNvGrpSpPr/>
          <p:nvPr/>
        </p:nvGrpSpPr>
        <p:grpSpPr>
          <a:xfrm>
            <a:off x="601699" y="5648354"/>
            <a:ext cx="10940423" cy="641082"/>
            <a:chOff x="601699" y="5648354"/>
            <a:chExt cx="10940423" cy="641082"/>
          </a:xfrm>
        </p:grpSpPr>
        <p:cxnSp>
          <p:nvCxnSpPr>
            <p:cNvPr id="23" name="直接连接符 22">
              <a:extLst>
                <a:ext uri="{FF2B5EF4-FFF2-40B4-BE49-F238E27FC236}">
                  <a16:creationId xmlns:a16="http://schemas.microsoft.com/office/drawing/2014/main" id="{BB9DF023-15E4-4259-ABBC-43306C5B2694}"/>
                </a:ext>
              </a:extLst>
            </p:cNvPr>
            <p:cNvCxnSpPr>
              <a:cxnSpLocks/>
            </p:cNvCxnSpPr>
            <p:nvPr/>
          </p:nvCxnSpPr>
          <p:spPr>
            <a:xfrm>
              <a:off x="1143721" y="6126777"/>
              <a:ext cx="10027235"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pic>
          <p:nvPicPr>
            <p:cNvPr id="24" name="图形 23">
              <a:extLst>
                <a:ext uri="{FF2B5EF4-FFF2-40B4-BE49-F238E27FC236}">
                  <a16:creationId xmlns:a16="http://schemas.microsoft.com/office/drawing/2014/main" id="{D98CC648-BEF5-49CE-A972-7D0F3F45EC50}"/>
                </a:ext>
              </a:extLst>
            </p:cNvPr>
            <p:cNvPicPr>
              <a:picLocks noChangeAspect="1"/>
            </p:cNvPicPr>
            <p:nvPr/>
          </p:nvPicPr>
          <p:blipFill>
            <a:blip r:embed="rId3">
              <a:extLst>
                <a:ext uri="{28A0092B-C50C-407E-A947-70E740481C1C}">
                  <a14:useLocalDpi xmlns:a14="http://schemas.microsoft.com/office/drawing/2010/main" val="0"/>
                </a:ext>
                <a:ext uri="{96DAC541-7B7A-43D3-8B79-37D633B846F1}">
                  <asvg:svgBlip xmlns:asvg="http://schemas.microsoft.com/office/drawing/2016/SVG/main" r:embed="rId4"/>
                </a:ext>
              </a:extLst>
            </a:blip>
            <a:stretch>
              <a:fillRect/>
            </a:stretch>
          </p:blipFill>
          <p:spPr>
            <a:xfrm>
              <a:off x="601699" y="5648354"/>
              <a:ext cx="662814" cy="641082"/>
            </a:xfrm>
            <a:prstGeom prst="rect">
              <a:avLst/>
            </a:prstGeom>
          </p:spPr>
        </p:pic>
        <p:pic>
          <p:nvPicPr>
            <p:cNvPr id="46" name="图形 45">
              <a:extLst>
                <a:ext uri="{FF2B5EF4-FFF2-40B4-BE49-F238E27FC236}">
                  <a16:creationId xmlns:a16="http://schemas.microsoft.com/office/drawing/2014/main" id="{8077FE65-F3E1-41E0-83D1-5F274C875FB4}"/>
                </a:ext>
              </a:extLst>
            </p:cNvPr>
            <p:cNvPicPr>
              <a:picLocks noChangeAspect="1"/>
            </p:cNvPicPr>
            <p:nvPr/>
          </p:nvPicPr>
          <p:blipFill>
            <a:blip r:embed="rId3">
              <a:extLst>
                <a:ext uri="{28A0092B-C50C-407E-A947-70E740481C1C}">
                  <a14:useLocalDpi xmlns:a14="http://schemas.microsoft.com/office/drawing/2010/main" val="0"/>
                </a:ext>
                <a:ext uri="{96DAC541-7B7A-43D3-8B79-37D633B846F1}">
                  <asvg:svgBlip xmlns:asvg="http://schemas.microsoft.com/office/drawing/2016/SVG/main" r:embed="rId4"/>
                </a:ext>
              </a:extLst>
            </a:blip>
            <a:stretch>
              <a:fillRect/>
            </a:stretch>
          </p:blipFill>
          <p:spPr>
            <a:xfrm>
              <a:off x="10879308" y="5648354"/>
              <a:ext cx="662814" cy="641082"/>
            </a:xfrm>
            <a:prstGeom prst="rect">
              <a:avLst/>
            </a:prstGeom>
          </p:spPr>
        </p:pic>
      </p:grpSp>
      <p:sp>
        <p:nvSpPr>
          <p:cNvPr id="25" name="矩形 24">
            <a:extLst>
              <a:ext uri="{FF2B5EF4-FFF2-40B4-BE49-F238E27FC236}">
                <a16:creationId xmlns:a16="http://schemas.microsoft.com/office/drawing/2014/main" id="{6B184D92-D06A-4BF4-A431-4750420910F9}"/>
              </a:ext>
            </a:extLst>
          </p:cNvPr>
          <p:cNvSpPr/>
          <p:nvPr/>
        </p:nvSpPr>
        <p:spPr>
          <a:xfrm>
            <a:off x="2789792" y="2344688"/>
            <a:ext cx="1582110" cy="641082"/>
          </a:xfrm>
          <a:prstGeom prst="rect">
            <a:avLst/>
          </a:prstGeom>
          <a:solidFill>
            <a:schemeClr val="accent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zh-CN" altLang="en-US" b="1" dirty="0"/>
              <a:t>应用层</a:t>
            </a:r>
            <a:endParaRPr lang="en-US" altLang="zh-CN" b="1" dirty="0"/>
          </a:p>
          <a:p>
            <a:pPr algn="ctr"/>
            <a:r>
              <a:rPr lang="zh-CN" altLang="en-US" b="1" dirty="0"/>
              <a:t>协议数据单元</a:t>
            </a:r>
          </a:p>
        </p:txBody>
      </p:sp>
      <p:sp>
        <p:nvSpPr>
          <p:cNvPr id="17" name="矩形 16">
            <a:extLst>
              <a:ext uri="{FF2B5EF4-FFF2-40B4-BE49-F238E27FC236}">
                <a16:creationId xmlns:a16="http://schemas.microsoft.com/office/drawing/2014/main" id="{331CCD39-77F5-40FF-BCA8-F67211E7B77E}"/>
              </a:ext>
            </a:extLst>
          </p:cNvPr>
          <p:cNvSpPr/>
          <p:nvPr/>
        </p:nvSpPr>
        <p:spPr>
          <a:xfrm>
            <a:off x="304799" y="4894655"/>
            <a:ext cx="1366117" cy="641082"/>
          </a:xfrm>
          <a:prstGeom prst="rect">
            <a:avLst/>
          </a:prstGeom>
          <a:solidFill>
            <a:schemeClr val="tx2"/>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zh-CN" altLang="en-US" b="1" dirty="0"/>
              <a:t>物理层</a:t>
            </a:r>
          </a:p>
        </p:txBody>
      </p:sp>
      <p:sp>
        <p:nvSpPr>
          <p:cNvPr id="18" name="矩形 17">
            <a:extLst>
              <a:ext uri="{FF2B5EF4-FFF2-40B4-BE49-F238E27FC236}">
                <a16:creationId xmlns:a16="http://schemas.microsoft.com/office/drawing/2014/main" id="{69FC6483-9C50-4819-9754-EACC0F2CB804}"/>
              </a:ext>
            </a:extLst>
          </p:cNvPr>
          <p:cNvSpPr/>
          <p:nvPr/>
        </p:nvSpPr>
        <p:spPr>
          <a:xfrm>
            <a:off x="304798" y="2979001"/>
            <a:ext cx="1366117" cy="641082"/>
          </a:xfrm>
          <a:prstGeom prst="rect">
            <a:avLst/>
          </a:prstGeom>
          <a:solidFill>
            <a:schemeClr val="accent3"/>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zh-CN" altLang="en-US" b="1" dirty="0"/>
              <a:t>运输层</a:t>
            </a:r>
          </a:p>
        </p:txBody>
      </p:sp>
      <p:sp>
        <p:nvSpPr>
          <p:cNvPr id="19" name="矩形 18">
            <a:extLst>
              <a:ext uri="{FF2B5EF4-FFF2-40B4-BE49-F238E27FC236}">
                <a16:creationId xmlns:a16="http://schemas.microsoft.com/office/drawing/2014/main" id="{D83DFD0D-718C-48B0-8B70-3C244A7D52A9}"/>
              </a:ext>
            </a:extLst>
          </p:cNvPr>
          <p:cNvSpPr/>
          <p:nvPr/>
        </p:nvSpPr>
        <p:spPr>
          <a:xfrm>
            <a:off x="304800" y="3615356"/>
            <a:ext cx="1366117" cy="641082"/>
          </a:xfrm>
          <a:prstGeom prst="rect">
            <a:avLst/>
          </a:prstGeom>
          <a:solidFill>
            <a:schemeClr val="accent6"/>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zh-CN" altLang="en-US" b="1" dirty="0"/>
              <a:t>网络层</a:t>
            </a:r>
          </a:p>
        </p:txBody>
      </p:sp>
      <p:sp>
        <p:nvSpPr>
          <p:cNvPr id="20" name="矩形 19">
            <a:extLst>
              <a:ext uri="{FF2B5EF4-FFF2-40B4-BE49-F238E27FC236}">
                <a16:creationId xmlns:a16="http://schemas.microsoft.com/office/drawing/2014/main" id="{8804E1C7-7888-49BC-9FBA-6383B146319F}"/>
              </a:ext>
            </a:extLst>
          </p:cNvPr>
          <p:cNvSpPr/>
          <p:nvPr/>
        </p:nvSpPr>
        <p:spPr>
          <a:xfrm>
            <a:off x="304800" y="4255108"/>
            <a:ext cx="1366118" cy="641082"/>
          </a:xfrm>
          <a:prstGeom prst="rect">
            <a:avLst/>
          </a:prstGeom>
          <a:solidFill>
            <a:schemeClr val="accent4"/>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zh-CN" altLang="en-US" b="1" dirty="0"/>
              <a:t>数据链路层</a:t>
            </a:r>
          </a:p>
        </p:txBody>
      </p:sp>
      <p:sp>
        <p:nvSpPr>
          <p:cNvPr id="21" name="矩形 20">
            <a:extLst>
              <a:ext uri="{FF2B5EF4-FFF2-40B4-BE49-F238E27FC236}">
                <a16:creationId xmlns:a16="http://schemas.microsoft.com/office/drawing/2014/main" id="{F87A5916-8A58-43B2-A47E-B337EB0F305A}"/>
              </a:ext>
            </a:extLst>
          </p:cNvPr>
          <p:cNvSpPr/>
          <p:nvPr/>
        </p:nvSpPr>
        <p:spPr>
          <a:xfrm>
            <a:off x="304800" y="2344688"/>
            <a:ext cx="1366117" cy="641082"/>
          </a:xfrm>
          <a:prstGeom prst="rect">
            <a:avLst/>
          </a:prstGeom>
          <a:solidFill>
            <a:schemeClr val="accent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zh-CN" altLang="en-US" b="1" dirty="0"/>
              <a:t>应用层</a:t>
            </a:r>
          </a:p>
        </p:txBody>
      </p:sp>
      <p:sp>
        <p:nvSpPr>
          <p:cNvPr id="30" name="矩形 29">
            <a:extLst>
              <a:ext uri="{FF2B5EF4-FFF2-40B4-BE49-F238E27FC236}">
                <a16:creationId xmlns:a16="http://schemas.microsoft.com/office/drawing/2014/main" id="{4A0DCFCA-BE3F-4C90-9191-22AD09AC33C1}"/>
              </a:ext>
            </a:extLst>
          </p:cNvPr>
          <p:cNvSpPr/>
          <p:nvPr/>
        </p:nvSpPr>
        <p:spPr>
          <a:xfrm>
            <a:off x="10521081" y="4893120"/>
            <a:ext cx="1366117" cy="641082"/>
          </a:xfrm>
          <a:prstGeom prst="rect">
            <a:avLst/>
          </a:prstGeom>
          <a:solidFill>
            <a:schemeClr val="tx2"/>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zh-CN" altLang="en-US" b="1" dirty="0"/>
              <a:t>物理层</a:t>
            </a:r>
          </a:p>
        </p:txBody>
      </p:sp>
      <p:sp>
        <p:nvSpPr>
          <p:cNvPr id="31" name="矩形 30">
            <a:extLst>
              <a:ext uri="{FF2B5EF4-FFF2-40B4-BE49-F238E27FC236}">
                <a16:creationId xmlns:a16="http://schemas.microsoft.com/office/drawing/2014/main" id="{D17F81E8-E4D2-4C40-8DDB-E735D4D5BF88}"/>
              </a:ext>
            </a:extLst>
          </p:cNvPr>
          <p:cNvSpPr/>
          <p:nvPr/>
        </p:nvSpPr>
        <p:spPr>
          <a:xfrm>
            <a:off x="10521080" y="2977466"/>
            <a:ext cx="1366117" cy="641082"/>
          </a:xfrm>
          <a:prstGeom prst="rect">
            <a:avLst/>
          </a:prstGeom>
          <a:solidFill>
            <a:schemeClr val="accent3"/>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zh-CN" altLang="en-US" b="1" dirty="0"/>
              <a:t>运输层</a:t>
            </a:r>
          </a:p>
        </p:txBody>
      </p:sp>
      <p:sp>
        <p:nvSpPr>
          <p:cNvPr id="32" name="矩形 31">
            <a:extLst>
              <a:ext uri="{FF2B5EF4-FFF2-40B4-BE49-F238E27FC236}">
                <a16:creationId xmlns:a16="http://schemas.microsoft.com/office/drawing/2014/main" id="{3A7AB0FE-40C6-4B72-9367-40BA77D7CA6F}"/>
              </a:ext>
            </a:extLst>
          </p:cNvPr>
          <p:cNvSpPr/>
          <p:nvPr/>
        </p:nvSpPr>
        <p:spPr>
          <a:xfrm>
            <a:off x="10521082" y="3613821"/>
            <a:ext cx="1366117" cy="641082"/>
          </a:xfrm>
          <a:prstGeom prst="rect">
            <a:avLst/>
          </a:prstGeom>
          <a:solidFill>
            <a:schemeClr val="accent6"/>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zh-CN" altLang="en-US" b="1" dirty="0"/>
              <a:t>网络层</a:t>
            </a:r>
          </a:p>
        </p:txBody>
      </p:sp>
      <p:sp>
        <p:nvSpPr>
          <p:cNvPr id="33" name="矩形 32">
            <a:extLst>
              <a:ext uri="{FF2B5EF4-FFF2-40B4-BE49-F238E27FC236}">
                <a16:creationId xmlns:a16="http://schemas.microsoft.com/office/drawing/2014/main" id="{F41E4133-2C02-4B85-AB87-5B0A89D903AA}"/>
              </a:ext>
            </a:extLst>
          </p:cNvPr>
          <p:cNvSpPr/>
          <p:nvPr/>
        </p:nvSpPr>
        <p:spPr>
          <a:xfrm>
            <a:off x="10521082" y="4253573"/>
            <a:ext cx="1366118" cy="641082"/>
          </a:xfrm>
          <a:prstGeom prst="rect">
            <a:avLst/>
          </a:prstGeom>
          <a:solidFill>
            <a:schemeClr val="accent4"/>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zh-CN" altLang="en-US" b="1" dirty="0"/>
              <a:t>数据链路层</a:t>
            </a:r>
          </a:p>
        </p:txBody>
      </p:sp>
      <p:sp>
        <p:nvSpPr>
          <p:cNvPr id="34" name="矩形 33">
            <a:extLst>
              <a:ext uri="{FF2B5EF4-FFF2-40B4-BE49-F238E27FC236}">
                <a16:creationId xmlns:a16="http://schemas.microsoft.com/office/drawing/2014/main" id="{378CBB82-77BF-4E7A-8B12-5D23420FABFE}"/>
              </a:ext>
            </a:extLst>
          </p:cNvPr>
          <p:cNvSpPr/>
          <p:nvPr/>
        </p:nvSpPr>
        <p:spPr>
          <a:xfrm>
            <a:off x="10521082" y="2343153"/>
            <a:ext cx="1366117" cy="641082"/>
          </a:xfrm>
          <a:prstGeom prst="rect">
            <a:avLst/>
          </a:prstGeom>
          <a:solidFill>
            <a:schemeClr val="accent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zh-CN" altLang="en-US" b="1" dirty="0"/>
              <a:t>应用层</a:t>
            </a:r>
          </a:p>
        </p:txBody>
      </p:sp>
    </p:spTree>
    <p:custDataLst>
      <p:tags r:id="rId1"/>
    </p:custDataLst>
    <p:extLst>
      <p:ext uri="{BB962C8B-B14F-4D97-AF65-F5344CB8AC3E}">
        <p14:creationId xmlns:p14="http://schemas.microsoft.com/office/powerpoint/2010/main" val="2965790934"/>
      </p:ext>
    </p:extLst>
  </p:cSld>
  <p:clrMapOvr>
    <a:masterClrMapping/>
  </p:clrMapOvr>
  <mc:AlternateContent xmlns:mc="http://schemas.openxmlformats.org/markup-compatibility/2006" xmlns:p14="http://schemas.microsoft.com/office/powerpoint/2010/main">
    <mc:Choice Requires="p14">
      <p:transition p14:dur="10"/>
    </mc:Choice>
    <mc:Fallback xmlns="">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2" presetClass="entr" presetSubtype="8" fill="hold" grpId="0" nodeType="withEffect">
                                  <p:stCondLst>
                                    <p:cond delay="0"/>
                                  </p:stCondLst>
                                  <p:childTnLst>
                                    <p:set>
                                      <p:cBhvr>
                                        <p:cTn id="6" dur="1" fill="hold">
                                          <p:stCondLst>
                                            <p:cond delay="0"/>
                                          </p:stCondLst>
                                        </p:cTn>
                                        <p:tgtEl>
                                          <p:spTgt spid="25"/>
                                        </p:tgtEl>
                                        <p:attrNameLst>
                                          <p:attrName>style.visibility</p:attrName>
                                        </p:attrNameLst>
                                      </p:cBhvr>
                                      <p:to>
                                        <p:strVal val="visible"/>
                                      </p:to>
                                    </p:set>
                                    <p:anim calcmode="lin" valueType="num">
                                      <p:cBhvr additive="base">
                                        <p:cTn id="7" dur="500"/>
                                        <p:tgtEl>
                                          <p:spTgt spid="25"/>
                                        </p:tgtEl>
                                        <p:attrNameLst>
                                          <p:attrName>ppt_x</p:attrName>
                                        </p:attrNameLst>
                                      </p:cBhvr>
                                      <p:tavLst>
                                        <p:tav tm="0">
                                          <p:val>
                                            <p:strVal val="#ppt_x-#ppt_w*1.125000"/>
                                          </p:val>
                                        </p:tav>
                                        <p:tav tm="100000">
                                          <p:val>
                                            <p:strVal val="#ppt_x"/>
                                          </p:val>
                                        </p:tav>
                                      </p:tavLst>
                                    </p:anim>
                                    <p:animEffect transition="in" filter="wipe(right)">
                                      <p:cBhvr>
                                        <p:cTn id="8" dur="500"/>
                                        <p:tgtEl>
                                          <p:spTgt spid="25"/>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5" grpId="0" animBg="1"/>
    </p:bldLst>
  </p:timing>
</p:sld>
</file>

<file path=ppt/slides/slide1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7" name="矩形 26">
            <a:extLst>
              <a:ext uri="{FF2B5EF4-FFF2-40B4-BE49-F238E27FC236}">
                <a16:creationId xmlns:a16="http://schemas.microsoft.com/office/drawing/2014/main" id="{E2A3430E-2E1F-4A3F-B65A-5BF37E4136A7}"/>
              </a:ext>
            </a:extLst>
          </p:cNvPr>
          <p:cNvSpPr/>
          <p:nvPr/>
        </p:nvSpPr>
        <p:spPr>
          <a:xfrm>
            <a:off x="4371902" y="2972739"/>
            <a:ext cx="884798" cy="641082"/>
          </a:xfrm>
          <a:prstGeom prst="rect">
            <a:avLst/>
          </a:prstGeom>
          <a:solidFill>
            <a:schemeClr val="accent3"/>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zh-CN" altLang="en-US" b="1" dirty="0"/>
              <a:t>运输层</a:t>
            </a:r>
            <a:endParaRPr lang="en-US" altLang="zh-CN" b="1" dirty="0"/>
          </a:p>
          <a:p>
            <a:pPr algn="ctr"/>
            <a:r>
              <a:rPr lang="zh-CN" altLang="en-US" b="1" dirty="0"/>
              <a:t>首部</a:t>
            </a:r>
          </a:p>
        </p:txBody>
      </p:sp>
      <p:grpSp>
        <p:nvGrpSpPr>
          <p:cNvPr id="4" name="组合 3">
            <a:extLst>
              <a:ext uri="{FF2B5EF4-FFF2-40B4-BE49-F238E27FC236}">
                <a16:creationId xmlns:a16="http://schemas.microsoft.com/office/drawing/2014/main" id="{9A1EA9F2-FCB6-48C3-935F-7AE7E3AD14AC}"/>
              </a:ext>
            </a:extLst>
          </p:cNvPr>
          <p:cNvGrpSpPr/>
          <p:nvPr/>
        </p:nvGrpSpPr>
        <p:grpSpPr>
          <a:xfrm>
            <a:off x="304800" y="749300"/>
            <a:ext cx="6192344" cy="400110"/>
            <a:chOff x="424117" y="898245"/>
            <a:chExt cx="6192344" cy="400110"/>
          </a:xfrm>
        </p:grpSpPr>
        <p:sp>
          <p:nvSpPr>
            <p:cNvPr id="2" name="平行四边形 1">
              <a:extLst>
                <a:ext uri="{FF2B5EF4-FFF2-40B4-BE49-F238E27FC236}">
                  <a16:creationId xmlns:a16="http://schemas.microsoft.com/office/drawing/2014/main" id="{1F5BAA3F-9845-4F89-A2DD-8222D3E4EDAC}"/>
                </a:ext>
              </a:extLst>
            </p:cNvPr>
            <p:cNvSpPr/>
            <p:nvPr/>
          </p:nvSpPr>
          <p:spPr>
            <a:xfrm>
              <a:off x="424117" y="898245"/>
              <a:ext cx="628306" cy="387090"/>
            </a:xfrm>
            <a:prstGeom prst="parallelogram">
              <a:avLst/>
            </a:prstGeom>
            <a:solidFill>
              <a:schemeClr val="accent3">
                <a:lumMod val="75000"/>
              </a:schemeClr>
            </a:solidFill>
            <a:ln>
              <a:solidFill>
                <a:schemeClr val="accent3">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CN" sz="2200" dirty="0">
                  <a:latin typeface="Impact" panose="020B0806030902050204" pitchFamily="34" charset="0"/>
                </a:rPr>
                <a:t>01</a:t>
              </a:r>
              <a:endParaRPr lang="zh-CN" altLang="en-US" sz="2200" dirty="0">
                <a:latin typeface="Impact" panose="020B0806030902050204" pitchFamily="34" charset="0"/>
              </a:endParaRPr>
            </a:p>
          </p:txBody>
        </p:sp>
        <p:sp>
          <p:nvSpPr>
            <p:cNvPr id="3" name="文本框 2">
              <a:extLst>
                <a:ext uri="{FF2B5EF4-FFF2-40B4-BE49-F238E27FC236}">
                  <a16:creationId xmlns:a16="http://schemas.microsoft.com/office/drawing/2014/main" id="{4D6BD736-A4D3-4F26-AFED-36E11F50F70B}"/>
                </a:ext>
              </a:extLst>
            </p:cNvPr>
            <p:cNvSpPr txBox="1"/>
            <p:nvPr/>
          </p:nvSpPr>
          <p:spPr>
            <a:xfrm>
              <a:off x="1052423" y="898245"/>
              <a:ext cx="5564038" cy="400110"/>
            </a:xfrm>
            <a:prstGeom prst="rect">
              <a:avLst/>
            </a:prstGeom>
            <a:noFill/>
          </p:spPr>
          <p:txBody>
            <a:bodyPr wrap="square" rtlCol="0">
              <a:spAutoFit/>
            </a:bodyPr>
            <a:lstStyle/>
            <a:p>
              <a:r>
                <a:rPr lang="zh-CN" altLang="en-US" sz="2000" b="1" dirty="0"/>
                <a:t>数据链路层的三个重要问题</a:t>
              </a:r>
            </a:p>
          </p:txBody>
        </p:sp>
      </p:grpSp>
      <p:sp>
        <p:nvSpPr>
          <p:cNvPr id="5" name="矩形 4">
            <a:extLst>
              <a:ext uri="{FF2B5EF4-FFF2-40B4-BE49-F238E27FC236}">
                <a16:creationId xmlns:a16="http://schemas.microsoft.com/office/drawing/2014/main" id="{FB4CC4FA-7CCC-41E1-871B-4977F1E17651}"/>
              </a:ext>
            </a:extLst>
          </p:cNvPr>
          <p:cNvSpPr/>
          <p:nvPr/>
        </p:nvSpPr>
        <p:spPr>
          <a:xfrm>
            <a:off x="1033908" y="1322263"/>
            <a:ext cx="2761840" cy="476933"/>
          </a:xfrm>
          <a:prstGeom prst="rect">
            <a:avLst/>
          </a:prstGeom>
          <a:solidFill>
            <a:schemeClr val="bg1">
              <a:lumMod val="85000"/>
            </a:schemeClr>
          </a:solidFill>
          <a:ln>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zh-CN" altLang="en-US" sz="2000" b="1" dirty="0"/>
              <a:t>封装成帧和透明传输</a:t>
            </a:r>
          </a:p>
        </p:txBody>
      </p:sp>
      <p:sp>
        <p:nvSpPr>
          <p:cNvPr id="6" name="矩形 5">
            <a:extLst>
              <a:ext uri="{FF2B5EF4-FFF2-40B4-BE49-F238E27FC236}">
                <a16:creationId xmlns:a16="http://schemas.microsoft.com/office/drawing/2014/main" id="{92ED85A3-B968-4E31-8330-9F6C05F07C2A}"/>
              </a:ext>
            </a:extLst>
          </p:cNvPr>
          <p:cNvSpPr/>
          <p:nvPr/>
        </p:nvSpPr>
        <p:spPr>
          <a:xfrm>
            <a:off x="4715080" y="1322263"/>
            <a:ext cx="2761840" cy="476933"/>
          </a:xfrm>
          <a:prstGeom prst="rect">
            <a:avLst/>
          </a:prstGeom>
          <a:solidFill>
            <a:schemeClr val="bg1">
              <a:lumMod val="85000"/>
            </a:schemeClr>
          </a:solidFill>
          <a:ln>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zh-CN" altLang="en-US" sz="2000" b="1" dirty="0"/>
              <a:t>差错检测</a:t>
            </a:r>
          </a:p>
        </p:txBody>
      </p:sp>
      <p:sp>
        <p:nvSpPr>
          <p:cNvPr id="7" name="矩形 6">
            <a:extLst>
              <a:ext uri="{FF2B5EF4-FFF2-40B4-BE49-F238E27FC236}">
                <a16:creationId xmlns:a16="http://schemas.microsoft.com/office/drawing/2014/main" id="{ACEE140B-8012-4836-ABCF-1D94605747E5}"/>
              </a:ext>
            </a:extLst>
          </p:cNvPr>
          <p:cNvSpPr/>
          <p:nvPr/>
        </p:nvSpPr>
        <p:spPr>
          <a:xfrm>
            <a:off x="8396252" y="1322262"/>
            <a:ext cx="2761840" cy="476933"/>
          </a:xfrm>
          <a:prstGeom prst="rect">
            <a:avLst/>
          </a:prstGeom>
          <a:solidFill>
            <a:schemeClr val="bg1">
              <a:lumMod val="85000"/>
            </a:schemeClr>
          </a:solidFill>
          <a:ln>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zh-CN" altLang="en-US" sz="2000" b="1" dirty="0"/>
              <a:t>可靠传输</a:t>
            </a:r>
          </a:p>
        </p:txBody>
      </p:sp>
      <p:sp>
        <p:nvSpPr>
          <p:cNvPr id="8" name="矩形 7">
            <a:extLst>
              <a:ext uri="{FF2B5EF4-FFF2-40B4-BE49-F238E27FC236}">
                <a16:creationId xmlns:a16="http://schemas.microsoft.com/office/drawing/2014/main" id="{CB901CAC-C9C3-471A-A09C-2F51D9DA7BAF}"/>
              </a:ext>
            </a:extLst>
          </p:cNvPr>
          <p:cNvSpPr/>
          <p:nvPr/>
        </p:nvSpPr>
        <p:spPr>
          <a:xfrm>
            <a:off x="1033908" y="1322263"/>
            <a:ext cx="2761840" cy="476933"/>
          </a:xfrm>
          <a:prstGeom prst="rect">
            <a:avLst/>
          </a:prstGeom>
          <a:solidFill>
            <a:schemeClr val="accent3">
              <a:lumMod val="75000"/>
            </a:schemeClr>
          </a:solidFill>
          <a:ln>
            <a:solidFill>
              <a:schemeClr val="accent3">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zh-CN" altLang="en-US" sz="2000" b="1" dirty="0"/>
              <a:t>封装成帧和透明传输</a:t>
            </a:r>
          </a:p>
        </p:txBody>
      </p:sp>
      <p:grpSp>
        <p:nvGrpSpPr>
          <p:cNvPr id="47" name="组合 46">
            <a:extLst>
              <a:ext uri="{FF2B5EF4-FFF2-40B4-BE49-F238E27FC236}">
                <a16:creationId xmlns:a16="http://schemas.microsoft.com/office/drawing/2014/main" id="{B8E542C3-5B58-4C0E-BC48-6396E1469D06}"/>
              </a:ext>
            </a:extLst>
          </p:cNvPr>
          <p:cNvGrpSpPr/>
          <p:nvPr/>
        </p:nvGrpSpPr>
        <p:grpSpPr>
          <a:xfrm>
            <a:off x="601699" y="5648354"/>
            <a:ext cx="10940423" cy="641082"/>
            <a:chOff x="601699" y="5648354"/>
            <a:chExt cx="10940423" cy="641082"/>
          </a:xfrm>
        </p:grpSpPr>
        <p:cxnSp>
          <p:nvCxnSpPr>
            <p:cNvPr id="23" name="直接连接符 22">
              <a:extLst>
                <a:ext uri="{FF2B5EF4-FFF2-40B4-BE49-F238E27FC236}">
                  <a16:creationId xmlns:a16="http://schemas.microsoft.com/office/drawing/2014/main" id="{BB9DF023-15E4-4259-ABBC-43306C5B2694}"/>
                </a:ext>
              </a:extLst>
            </p:cNvPr>
            <p:cNvCxnSpPr>
              <a:cxnSpLocks/>
            </p:cNvCxnSpPr>
            <p:nvPr/>
          </p:nvCxnSpPr>
          <p:spPr>
            <a:xfrm>
              <a:off x="1143721" y="6126777"/>
              <a:ext cx="10027235"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pic>
          <p:nvPicPr>
            <p:cNvPr id="24" name="图形 23">
              <a:extLst>
                <a:ext uri="{FF2B5EF4-FFF2-40B4-BE49-F238E27FC236}">
                  <a16:creationId xmlns:a16="http://schemas.microsoft.com/office/drawing/2014/main" id="{D98CC648-BEF5-49CE-A972-7D0F3F45EC50}"/>
                </a:ext>
              </a:extLst>
            </p:cNvPr>
            <p:cNvPicPr>
              <a:picLocks noChangeAspect="1"/>
            </p:cNvPicPr>
            <p:nvPr/>
          </p:nvPicPr>
          <p:blipFill>
            <a:blip r:embed="rId3">
              <a:extLst>
                <a:ext uri="{28A0092B-C50C-407E-A947-70E740481C1C}">
                  <a14:useLocalDpi xmlns:a14="http://schemas.microsoft.com/office/drawing/2010/main" val="0"/>
                </a:ext>
                <a:ext uri="{96DAC541-7B7A-43D3-8B79-37D633B846F1}">
                  <asvg:svgBlip xmlns:asvg="http://schemas.microsoft.com/office/drawing/2016/SVG/main" r:embed="rId4"/>
                </a:ext>
              </a:extLst>
            </a:blip>
            <a:stretch>
              <a:fillRect/>
            </a:stretch>
          </p:blipFill>
          <p:spPr>
            <a:xfrm>
              <a:off x="601699" y="5648354"/>
              <a:ext cx="662814" cy="641082"/>
            </a:xfrm>
            <a:prstGeom prst="rect">
              <a:avLst/>
            </a:prstGeom>
          </p:spPr>
        </p:pic>
        <p:pic>
          <p:nvPicPr>
            <p:cNvPr id="46" name="图形 45">
              <a:extLst>
                <a:ext uri="{FF2B5EF4-FFF2-40B4-BE49-F238E27FC236}">
                  <a16:creationId xmlns:a16="http://schemas.microsoft.com/office/drawing/2014/main" id="{8077FE65-F3E1-41E0-83D1-5F274C875FB4}"/>
                </a:ext>
              </a:extLst>
            </p:cNvPr>
            <p:cNvPicPr>
              <a:picLocks noChangeAspect="1"/>
            </p:cNvPicPr>
            <p:nvPr/>
          </p:nvPicPr>
          <p:blipFill>
            <a:blip r:embed="rId3">
              <a:extLst>
                <a:ext uri="{28A0092B-C50C-407E-A947-70E740481C1C}">
                  <a14:useLocalDpi xmlns:a14="http://schemas.microsoft.com/office/drawing/2010/main" val="0"/>
                </a:ext>
                <a:ext uri="{96DAC541-7B7A-43D3-8B79-37D633B846F1}">
                  <asvg:svgBlip xmlns:asvg="http://schemas.microsoft.com/office/drawing/2016/SVG/main" r:embed="rId4"/>
                </a:ext>
              </a:extLst>
            </a:blip>
            <a:stretch>
              <a:fillRect/>
            </a:stretch>
          </p:blipFill>
          <p:spPr>
            <a:xfrm>
              <a:off x="10879308" y="5648354"/>
              <a:ext cx="662814" cy="641082"/>
            </a:xfrm>
            <a:prstGeom prst="rect">
              <a:avLst/>
            </a:prstGeom>
          </p:spPr>
        </p:pic>
      </p:grpSp>
      <p:sp>
        <p:nvSpPr>
          <p:cNvPr id="25" name="矩形 24">
            <a:extLst>
              <a:ext uri="{FF2B5EF4-FFF2-40B4-BE49-F238E27FC236}">
                <a16:creationId xmlns:a16="http://schemas.microsoft.com/office/drawing/2014/main" id="{6B184D92-D06A-4BF4-A431-4750420910F9}"/>
              </a:ext>
            </a:extLst>
          </p:cNvPr>
          <p:cNvSpPr/>
          <p:nvPr/>
        </p:nvSpPr>
        <p:spPr>
          <a:xfrm>
            <a:off x="2789792" y="2972739"/>
            <a:ext cx="1582110" cy="641082"/>
          </a:xfrm>
          <a:prstGeom prst="rect">
            <a:avLst/>
          </a:prstGeom>
          <a:solidFill>
            <a:schemeClr val="accent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zh-CN" altLang="en-US" b="1" dirty="0"/>
              <a:t>应用层</a:t>
            </a:r>
            <a:endParaRPr lang="en-US" altLang="zh-CN" b="1" dirty="0"/>
          </a:p>
          <a:p>
            <a:pPr algn="ctr"/>
            <a:r>
              <a:rPr lang="zh-CN" altLang="en-US" b="1" dirty="0"/>
              <a:t>协议数据单元</a:t>
            </a:r>
          </a:p>
        </p:txBody>
      </p:sp>
      <p:sp>
        <p:nvSpPr>
          <p:cNvPr id="17" name="矩形 16">
            <a:extLst>
              <a:ext uri="{FF2B5EF4-FFF2-40B4-BE49-F238E27FC236}">
                <a16:creationId xmlns:a16="http://schemas.microsoft.com/office/drawing/2014/main" id="{331CCD39-77F5-40FF-BCA8-F67211E7B77E}"/>
              </a:ext>
            </a:extLst>
          </p:cNvPr>
          <p:cNvSpPr/>
          <p:nvPr/>
        </p:nvSpPr>
        <p:spPr>
          <a:xfrm>
            <a:off x="304799" y="4894655"/>
            <a:ext cx="1366117" cy="641082"/>
          </a:xfrm>
          <a:prstGeom prst="rect">
            <a:avLst/>
          </a:prstGeom>
          <a:solidFill>
            <a:schemeClr val="tx2"/>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zh-CN" altLang="en-US" b="1" dirty="0"/>
              <a:t>物理层</a:t>
            </a:r>
          </a:p>
        </p:txBody>
      </p:sp>
      <p:sp>
        <p:nvSpPr>
          <p:cNvPr id="18" name="矩形 17">
            <a:extLst>
              <a:ext uri="{FF2B5EF4-FFF2-40B4-BE49-F238E27FC236}">
                <a16:creationId xmlns:a16="http://schemas.microsoft.com/office/drawing/2014/main" id="{69FC6483-9C50-4819-9754-EACC0F2CB804}"/>
              </a:ext>
            </a:extLst>
          </p:cNvPr>
          <p:cNvSpPr/>
          <p:nvPr/>
        </p:nvSpPr>
        <p:spPr>
          <a:xfrm>
            <a:off x="304798" y="2979001"/>
            <a:ext cx="1366117" cy="641082"/>
          </a:xfrm>
          <a:prstGeom prst="rect">
            <a:avLst/>
          </a:prstGeom>
          <a:solidFill>
            <a:schemeClr val="accent3"/>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zh-CN" altLang="en-US" b="1" dirty="0"/>
              <a:t>运输层</a:t>
            </a:r>
          </a:p>
        </p:txBody>
      </p:sp>
      <p:sp>
        <p:nvSpPr>
          <p:cNvPr id="19" name="矩形 18">
            <a:extLst>
              <a:ext uri="{FF2B5EF4-FFF2-40B4-BE49-F238E27FC236}">
                <a16:creationId xmlns:a16="http://schemas.microsoft.com/office/drawing/2014/main" id="{D83DFD0D-718C-48B0-8B70-3C244A7D52A9}"/>
              </a:ext>
            </a:extLst>
          </p:cNvPr>
          <p:cNvSpPr/>
          <p:nvPr/>
        </p:nvSpPr>
        <p:spPr>
          <a:xfrm>
            <a:off x="304800" y="3615356"/>
            <a:ext cx="1366117" cy="641082"/>
          </a:xfrm>
          <a:prstGeom prst="rect">
            <a:avLst/>
          </a:prstGeom>
          <a:solidFill>
            <a:schemeClr val="accent6"/>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zh-CN" altLang="en-US" b="1" dirty="0"/>
              <a:t>网络层</a:t>
            </a:r>
          </a:p>
        </p:txBody>
      </p:sp>
      <p:sp>
        <p:nvSpPr>
          <p:cNvPr id="20" name="矩形 19">
            <a:extLst>
              <a:ext uri="{FF2B5EF4-FFF2-40B4-BE49-F238E27FC236}">
                <a16:creationId xmlns:a16="http://schemas.microsoft.com/office/drawing/2014/main" id="{8804E1C7-7888-49BC-9FBA-6383B146319F}"/>
              </a:ext>
            </a:extLst>
          </p:cNvPr>
          <p:cNvSpPr/>
          <p:nvPr/>
        </p:nvSpPr>
        <p:spPr>
          <a:xfrm>
            <a:off x="304800" y="4255108"/>
            <a:ext cx="1366118" cy="641082"/>
          </a:xfrm>
          <a:prstGeom prst="rect">
            <a:avLst/>
          </a:prstGeom>
          <a:solidFill>
            <a:schemeClr val="accent4"/>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zh-CN" altLang="en-US" b="1" dirty="0"/>
              <a:t>数据链路层</a:t>
            </a:r>
          </a:p>
        </p:txBody>
      </p:sp>
      <p:sp>
        <p:nvSpPr>
          <p:cNvPr id="21" name="矩形 20">
            <a:extLst>
              <a:ext uri="{FF2B5EF4-FFF2-40B4-BE49-F238E27FC236}">
                <a16:creationId xmlns:a16="http://schemas.microsoft.com/office/drawing/2014/main" id="{F87A5916-8A58-43B2-A47E-B337EB0F305A}"/>
              </a:ext>
            </a:extLst>
          </p:cNvPr>
          <p:cNvSpPr/>
          <p:nvPr/>
        </p:nvSpPr>
        <p:spPr>
          <a:xfrm>
            <a:off x="304800" y="2344688"/>
            <a:ext cx="1366117" cy="641082"/>
          </a:xfrm>
          <a:prstGeom prst="rect">
            <a:avLst/>
          </a:prstGeom>
          <a:solidFill>
            <a:schemeClr val="accent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zh-CN" altLang="en-US" b="1" dirty="0"/>
              <a:t>应用层</a:t>
            </a:r>
          </a:p>
        </p:txBody>
      </p:sp>
      <p:sp>
        <p:nvSpPr>
          <p:cNvPr id="30" name="矩形 29">
            <a:extLst>
              <a:ext uri="{FF2B5EF4-FFF2-40B4-BE49-F238E27FC236}">
                <a16:creationId xmlns:a16="http://schemas.microsoft.com/office/drawing/2014/main" id="{4A0DCFCA-BE3F-4C90-9191-22AD09AC33C1}"/>
              </a:ext>
            </a:extLst>
          </p:cNvPr>
          <p:cNvSpPr/>
          <p:nvPr/>
        </p:nvSpPr>
        <p:spPr>
          <a:xfrm>
            <a:off x="10521081" y="4893120"/>
            <a:ext cx="1366117" cy="641082"/>
          </a:xfrm>
          <a:prstGeom prst="rect">
            <a:avLst/>
          </a:prstGeom>
          <a:solidFill>
            <a:schemeClr val="tx2"/>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zh-CN" altLang="en-US" b="1" dirty="0"/>
              <a:t>物理层</a:t>
            </a:r>
          </a:p>
        </p:txBody>
      </p:sp>
      <p:sp>
        <p:nvSpPr>
          <p:cNvPr id="31" name="矩形 30">
            <a:extLst>
              <a:ext uri="{FF2B5EF4-FFF2-40B4-BE49-F238E27FC236}">
                <a16:creationId xmlns:a16="http://schemas.microsoft.com/office/drawing/2014/main" id="{D17F81E8-E4D2-4C40-8DDB-E735D4D5BF88}"/>
              </a:ext>
            </a:extLst>
          </p:cNvPr>
          <p:cNvSpPr/>
          <p:nvPr/>
        </p:nvSpPr>
        <p:spPr>
          <a:xfrm>
            <a:off x="10521080" y="2977466"/>
            <a:ext cx="1366117" cy="641082"/>
          </a:xfrm>
          <a:prstGeom prst="rect">
            <a:avLst/>
          </a:prstGeom>
          <a:solidFill>
            <a:schemeClr val="accent3"/>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zh-CN" altLang="en-US" b="1" dirty="0"/>
              <a:t>运输层</a:t>
            </a:r>
          </a:p>
        </p:txBody>
      </p:sp>
      <p:sp>
        <p:nvSpPr>
          <p:cNvPr id="32" name="矩形 31">
            <a:extLst>
              <a:ext uri="{FF2B5EF4-FFF2-40B4-BE49-F238E27FC236}">
                <a16:creationId xmlns:a16="http://schemas.microsoft.com/office/drawing/2014/main" id="{3A7AB0FE-40C6-4B72-9367-40BA77D7CA6F}"/>
              </a:ext>
            </a:extLst>
          </p:cNvPr>
          <p:cNvSpPr/>
          <p:nvPr/>
        </p:nvSpPr>
        <p:spPr>
          <a:xfrm>
            <a:off x="10521082" y="3613821"/>
            <a:ext cx="1366117" cy="641082"/>
          </a:xfrm>
          <a:prstGeom prst="rect">
            <a:avLst/>
          </a:prstGeom>
          <a:solidFill>
            <a:schemeClr val="accent6"/>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zh-CN" altLang="en-US" b="1" dirty="0"/>
              <a:t>网络层</a:t>
            </a:r>
          </a:p>
        </p:txBody>
      </p:sp>
      <p:sp>
        <p:nvSpPr>
          <p:cNvPr id="33" name="矩形 32">
            <a:extLst>
              <a:ext uri="{FF2B5EF4-FFF2-40B4-BE49-F238E27FC236}">
                <a16:creationId xmlns:a16="http://schemas.microsoft.com/office/drawing/2014/main" id="{F41E4133-2C02-4B85-AB87-5B0A89D903AA}"/>
              </a:ext>
            </a:extLst>
          </p:cNvPr>
          <p:cNvSpPr/>
          <p:nvPr/>
        </p:nvSpPr>
        <p:spPr>
          <a:xfrm>
            <a:off x="10521082" y="4253573"/>
            <a:ext cx="1366118" cy="641082"/>
          </a:xfrm>
          <a:prstGeom prst="rect">
            <a:avLst/>
          </a:prstGeom>
          <a:solidFill>
            <a:schemeClr val="accent4"/>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zh-CN" altLang="en-US" b="1" dirty="0"/>
              <a:t>数据链路层</a:t>
            </a:r>
          </a:p>
        </p:txBody>
      </p:sp>
      <p:sp>
        <p:nvSpPr>
          <p:cNvPr id="34" name="矩形 33">
            <a:extLst>
              <a:ext uri="{FF2B5EF4-FFF2-40B4-BE49-F238E27FC236}">
                <a16:creationId xmlns:a16="http://schemas.microsoft.com/office/drawing/2014/main" id="{378CBB82-77BF-4E7A-8B12-5D23420FABFE}"/>
              </a:ext>
            </a:extLst>
          </p:cNvPr>
          <p:cNvSpPr/>
          <p:nvPr/>
        </p:nvSpPr>
        <p:spPr>
          <a:xfrm>
            <a:off x="10521082" y="2343153"/>
            <a:ext cx="1366117" cy="641082"/>
          </a:xfrm>
          <a:prstGeom prst="rect">
            <a:avLst/>
          </a:prstGeom>
          <a:solidFill>
            <a:schemeClr val="accent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zh-CN" altLang="en-US" b="1" dirty="0"/>
              <a:t>应用层</a:t>
            </a:r>
          </a:p>
        </p:txBody>
      </p:sp>
    </p:spTree>
    <p:custDataLst>
      <p:tags r:id="rId1"/>
    </p:custDataLst>
    <p:extLst>
      <p:ext uri="{BB962C8B-B14F-4D97-AF65-F5344CB8AC3E}">
        <p14:creationId xmlns:p14="http://schemas.microsoft.com/office/powerpoint/2010/main" val="1964451296"/>
      </p:ext>
    </p:extLst>
  </p:cSld>
  <p:clrMapOvr>
    <a:masterClrMapping/>
  </p:clrMapOvr>
  <mc:AlternateContent xmlns:mc="http://schemas.openxmlformats.org/markup-compatibility/2006" xmlns:p159="http://schemas.microsoft.com/office/powerpoint/2015/09/main">
    <mc:Choice Requires="p159">
      <p:transition spd="slow">
        <p159:morph option="byObject"/>
      </p:transition>
    </mc:Choice>
    <mc:Fallback xmlns="">
      <p:transition spd="slow">
        <p:fade/>
      </p:transition>
    </mc:Fallback>
  </mc:AlternateContent>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2" presetClass="entr" presetSubtype="8" fill="hold" grpId="0" nodeType="clickEffect">
                                  <p:stCondLst>
                                    <p:cond delay="0"/>
                                  </p:stCondLst>
                                  <p:childTnLst>
                                    <p:set>
                                      <p:cBhvr>
                                        <p:cTn id="6" dur="1" fill="hold">
                                          <p:stCondLst>
                                            <p:cond delay="0"/>
                                          </p:stCondLst>
                                        </p:cTn>
                                        <p:tgtEl>
                                          <p:spTgt spid="27"/>
                                        </p:tgtEl>
                                        <p:attrNameLst>
                                          <p:attrName>style.visibility</p:attrName>
                                        </p:attrNameLst>
                                      </p:cBhvr>
                                      <p:to>
                                        <p:strVal val="visible"/>
                                      </p:to>
                                    </p:set>
                                    <p:anim calcmode="lin" valueType="num">
                                      <p:cBhvr additive="base">
                                        <p:cTn id="7" dur="500"/>
                                        <p:tgtEl>
                                          <p:spTgt spid="27"/>
                                        </p:tgtEl>
                                        <p:attrNameLst>
                                          <p:attrName>ppt_x</p:attrName>
                                        </p:attrNameLst>
                                      </p:cBhvr>
                                      <p:tavLst>
                                        <p:tav tm="0">
                                          <p:val>
                                            <p:strVal val="#ppt_x-#ppt_w*1.125000"/>
                                          </p:val>
                                        </p:tav>
                                        <p:tav tm="100000">
                                          <p:val>
                                            <p:strVal val="#ppt_x"/>
                                          </p:val>
                                        </p:tav>
                                      </p:tavLst>
                                    </p:anim>
                                    <p:animEffect transition="in" filter="wipe(right)">
                                      <p:cBhvr>
                                        <p:cTn id="8" dur="500"/>
                                        <p:tgtEl>
                                          <p:spTgt spid="27"/>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7" grpId="0" animBg="1"/>
    </p:bldLst>
  </p:timing>
</p:sld>
</file>

<file path=ppt/slides/slide1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6" name="矩形 25">
            <a:extLst>
              <a:ext uri="{FF2B5EF4-FFF2-40B4-BE49-F238E27FC236}">
                <a16:creationId xmlns:a16="http://schemas.microsoft.com/office/drawing/2014/main" id="{C2D9A0ED-AF4B-46A0-9B5D-EE5C661BB580}"/>
              </a:ext>
            </a:extLst>
          </p:cNvPr>
          <p:cNvSpPr/>
          <p:nvPr/>
        </p:nvSpPr>
        <p:spPr>
          <a:xfrm>
            <a:off x="5236965" y="3613821"/>
            <a:ext cx="884798" cy="641082"/>
          </a:xfrm>
          <a:prstGeom prst="rect">
            <a:avLst/>
          </a:prstGeom>
          <a:solidFill>
            <a:schemeClr val="accent6"/>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zh-CN" altLang="en-US" b="1" dirty="0"/>
              <a:t>网络层</a:t>
            </a:r>
            <a:endParaRPr lang="en-US" altLang="zh-CN" b="1" dirty="0"/>
          </a:p>
          <a:p>
            <a:pPr algn="ctr"/>
            <a:r>
              <a:rPr lang="zh-CN" altLang="en-US" b="1" dirty="0"/>
              <a:t>首部</a:t>
            </a:r>
          </a:p>
        </p:txBody>
      </p:sp>
      <p:sp>
        <p:nvSpPr>
          <p:cNvPr id="27" name="矩形 26">
            <a:extLst>
              <a:ext uri="{FF2B5EF4-FFF2-40B4-BE49-F238E27FC236}">
                <a16:creationId xmlns:a16="http://schemas.microsoft.com/office/drawing/2014/main" id="{E2A3430E-2E1F-4A3F-B65A-5BF37E4136A7}"/>
              </a:ext>
            </a:extLst>
          </p:cNvPr>
          <p:cNvSpPr/>
          <p:nvPr/>
        </p:nvSpPr>
        <p:spPr>
          <a:xfrm>
            <a:off x="4352167" y="3613821"/>
            <a:ext cx="884798" cy="641082"/>
          </a:xfrm>
          <a:prstGeom prst="rect">
            <a:avLst/>
          </a:prstGeom>
          <a:solidFill>
            <a:schemeClr val="accent3"/>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zh-CN" altLang="en-US" b="1" dirty="0"/>
              <a:t>运输层</a:t>
            </a:r>
            <a:endParaRPr lang="en-US" altLang="zh-CN" b="1" dirty="0"/>
          </a:p>
          <a:p>
            <a:pPr algn="ctr"/>
            <a:r>
              <a:rPr lang="zh-CN" altLang="en-US" b="1" dirty="0"/>
              <a:t>首部</a:t>
            </a:r>
          </a:p>
        </p:txBody>
      </p:sp>
      <p:grpSp>
        <p:nvGrpSpPr>
          <p:cNvPr id="4" name="组合 3">
            <a:extLst>
              <a:ext uri="{FF2B5EF4-FFF2-40B4-BE49-F238E27FC236}">
                <a16:creationId xmlns:a16="http://schemas.microsoft.com/office/drawing/2014/main" id="{9A1EA9F2-FCB6-48C3-935F-7AE7E3AD14AC}"/>
              </a:ext>
            </a:extLst>
          </p:cNvPr>
          <p:cNvGrpSpPr/>
          <p:nvPr/>
        </p:nvGrpSpPr>
        <p:grpSpPr>
          <a:xfrm>
            <a:off x="304800" y="749300"/>
            <a:ext cx="6192344" cy="400110"/>
            <a:chOff x="424117" y="898245"/>
            <a:chExt cx="6192344" cy="400110"/>
          </a:xfrm>
        </p:grpSpPr>
        <p:sp>
          <p:nvSpPr>
            <p:cNvPr id="2" name="平行四边形 1">
              <a:extLst>
                <a:ext uri="{FF2B5EF4-FFF2-40B4-BE49-F238E27FC236}">
                  <a16:creationId xmlns:a16="http://schemas.microsoft.com/office/drawing/2014/main" id="{1F5BAA3F-9845-4F89-A2DD-8222D3E4EDAC}"/>
                </a:ext>
              </a:extLst>
            </p:cNvPr>
            <p:cNvSpPr/>
            <p:nvPr/>
          </p:nvSpPr>
          <p:spPr>
            <a:xfrm>
              <a:off x="424117" y="898245"/>
              <a:ext cx="628306" cy="387090"/>
            </a:xfrm>
            <a:prstGeom prst="parallelogram">
              <a:avLst/>
            </a:prstGeom>
            <a:solidFill>
              <a:schemeClr val="accent3">
                <a:lumMod val="75000"/>
              </a:schemeClr>
            </a:solidFill>
            <a:ln>
              <a:solidFill>
                <a:schemeClr val="accent3">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CN" sz="2200" dirty="0">
                  <a:latin typeface="Impact" panose="020B0806030902050204" pitchFamily="34" charset="0"/>
                </a:rPr>
                <a:t>01</a:t>
              </a:r>
              <a:endParaRPr lang="zh-CN" altLang="en-US" sz="2200" dirty="0">
                <a:latin typeface="Impact" panose="020B0806030902050204" pitchFamily="34" charset="0"/>
              </a:endParaRPr>
            </a:p>
          </p:txBody>
        </p:sp>
        <p:sp>
          <p:nvSpPr>
            <p:cNvPr id="3" name="文本框 2">
              <a:extLst>
                <a:ext uri="{FF2B5EF4-FFF2-40B4-BE49-F238E27FC236}">
                  <a16:creationId xmlns:a16="http://schemas.microsoft.com/office/drawing/2014/main" id="{4D6BD736-A4D3-4F26-AFED-36E11F50F70B}"/>
                </a:ext>
              </a:extLst>
            </p:cNvPr>
            <p:cNvSpPr txBox="1"/>
            <p:nvPr/>
          </p:nvSpPr>
          <p:spPr>
            <a:xfrm>
              <a:off x="1052423" y="898245"/>
              <a:ext cx="5564038" cy="400110"/>
            </a:xfrm>
            <a:prstGeom prst="rect">
              <a:avLst/>
            </a:prstGeom>
            <a:noFill/>
          </p:spPr>
          <p:txBody>
            <a:bodyPr wrap="square" rtlCol="0">
              <a:spAutoFit/>
            </a:bodyPr>
            <a:lstStyle/>
            <a:p>
              <a:r>
                <a:rPr lang="zh-CN" altLang="en-US" sz="2000" b="1" dirty="0"/>
                <a:t>数据链路层的三个重要问题</a:t>
              </a:r>
            </a:p>
          </p:txBody>
        </p:sp>
      </p:grpSp>
      <p:sp>
        <p:nvSpPr>
          <p:cNvPr id="5" name="矩形 4">
            <a:extLst>
              <a:ext uri="{FF2B5EF4-FFF2-40B4-BE49-F238E27FC236}">
                <a16:creationId xmlns:a16="http://schemas.microsoft.com/office/drawing/2014/main" id="{FB4CC4FA-7CCC-41E1-871B-4977F1E17651}"/>
              </a:ext>
            </a:extLst>
          </p:cNvPr>
          <p:cNvSpPr/>
          <p:nvPr/>
        </p:nvSpPr>
        <p:spPr>
          <a:xfrm>
            <a:off x="1033908" y="1322263"/>
            <a:ext cx="2761840" cy="476933"/>
          </a:xfrm>
          <a:prstGeom prst="rect">
            <a:avLst/>
          </a:prstGeom>
          <a:solidFill>
            <a:schemeClr val="bg1">
              <a:lumMod val="85000"/>
            </a:schemeClr>
          </a:solidFill>
          <a:ln>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zh-CN" altLang="en-US" sz="2000" b="1" dirty="0"/>
              <a:t>封装成帧和透明传输</a:t>
            </a:r>
          </a:p>
        </p:txBody>
      </p:sp>
      <p:sp>
        <p:nvSpPr>
          <p:cNvPr id="6" name="矩形 5">
            <a:extLst>
              <a:ext uri="{FF2B5EF4-FFF2-40B4-BE49-F238E27FC236}">
                <a16:creationId xmlns:a16="http://schemas.microsoft.com/office/drawing/2014/main" id="{92ED85A3-B968-4E31-8330-9F6C05F07C2A}"/>
              </a:ext>
            </a:extLst>
          </p:cNvPr>
          <p:cNvSpPr/>
          <p:nvPr/>
        </p:nvSpPr>
        <p:spPr>
          <a:xfrm>
            <a:off x="4715080" y="1322263"/>
            <a:ext cx="2761840" cy="476933"/>
          </a:xfrm>
          <a:prstGeom prst="rect">
            <a:avLst/>
          </a:prstGeom>
          <a:solidFill>
            <a:schemeClr val="bg1">
              <a:lumMod val="85000"/>
            </a:schemeClr>
          </a:solidFill>
          <a:ln>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zh-CN" altLang="en-US" sz="2000" b="1" dirty="0"/>
              <a:t>差错检测</a:t>
            </a:r>
          </a:p>
        </p:txBody>
      </p:sp>
      <p:sp>
        <p:nvSpPr>
          <p:cNvPr id="7" name="矩形 6">
            <a:extLst>
              <a:ext uri="{FF2B5EF4-FFF2-40B4-BE49-F238E27FC236}">
                <a16:creationId xmlns:a16="http://schemas.microsoft.com/office/drawing/2014/main" id="{ACEE140B-8012-4836-ABCF-1D94605747E5}"/>
              </a:ext>
            </a:extLst>
          </p:cNvPr>
          <p:cNvSpPr/>
          <p:nvPr/>
        </p:nvSpPr>
        <p:spPr>
          <a:xfrm>
            <a:off x="8396252" y="1322262"/>
            <a:ext cx="2761840" cy="476933"/>
          </a:xfrm>
          <a:prstGeom prst="rect">
            <a:avLst/>
          </a:prstGeom>
          <a:solidFill>
            <a:schemeClr val="bg1">
              <a:lumMod val="85000"/>
            </a:schemeClr>
          </a:solidFill>
          <a:ln>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zh-CN" altLang="en-US" sz="2000" b="1" dirty="0"/>
              <a:t>可靠传输</a:t>
            </a:r>
          </a:p>
        </p:txBody>
      </p:sp>
      <p:sp>
        <p:nvSpPr>
          <p:cNvPr id="8" name="矩形 7">
            <a:extLst>
              <a:ext uri="{FF2B5EF4-FFF2-40B4-BE49-F238E27FC236}">
                <a16:creationId xmlns:a16="http://schemas.microsoft.com/office/drawing/2014/main" id="{CB901CAC-C9C3-471A-A09C-2F51D9DA7BAF}"/>
              </a:ext>
            </a:extLst>
          </p:cNvPr>
          <p:cNvSpPr/>
          <p:nvPr/>
        </p:nvSpPr>
        <p:spPr>
          <a:xfrm>
            <a:off x="1033908" y="1322263"/>
            <a:ext cx="2761840" cy="476933"/>
          </a:xfrm>
          <a:prstGeom prst="rect">
            <a:avLst/>
          </a:prstGeom>
          <a:solidFill>
            <a:schemeClr val="accent3">
              <a:lumMod val="75000"/>
            </a:schemeClr>
          </a:solidFill>
          <a:ln>
            <a:solidFill>
              <a:schemeClr val="accent3">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zh-CN" altLang="en-US" sz="2000" b="1" dirty="0"/>
              <a:t>封装成帧和透明传输</a:t>
            </a:r>
          </a:p>
        </p:txBody>
      </p:sp>
      <p:grpSp>
        <p:nvGrpSpPr>
          <p:cNvPr id="47" name="组合 46">
            <a:extLst>
              <a:ext uri="{FF2B5EF4-FFF2-40B4-BE49-F238E27FC236}">
                <a16:creationId xmlns:a16="http://schemas.microsoft.com/office/drawing/2014/main" id="{B8E542C3-5B58-4C0E-BC48-6396E1469D06}"/>
              </a:ext>
            </a:extLst>
          </p:cNvPr>
          <p:cNvGrpSpPr/>
          <p:nvPr/>
        </p:nvGrpSpPr>
        <p:grpSpPr>
          <a:xfrm>
            <a:off x="601699" y="5648354"/>
            <a:ext cx="10940423" cy="641082"/>
            <a:chOff x="601699" y="5648354"/>
            <a:chExt cx="10940423" cy="641082"/>
          </a:xfrm>
        </p:grpSpPr>
        <p:cxnSp>
          <p:nvCxnSpPr>
            <p:cNvPr id="23" name="直接连接符 22">
              <a:extLst>
                <a:ext uri="{FF2B5EF4-FFF2-40B4-BE49-F238E27FC236}">
                  <a16:creationId xmlns:a16="http://schemas.microsoft.com/office/drawing/2014/main" id="{BB9DF023-15E4-4259-ABBC-43306C5B2694}"/>
                </a:ext>
              </a:extLst>
            </p:cNvPr>
            <p:cNvCxnSpPr>
              <a:cxnSpLocks/>
            </p:cNvCxnSpPr>
            <p:nvPr/>
          </p:nvCxnSpPr>
          <p:spPr>
            <a:xfrm>
              <a:off x="1143721" y="6126777"/>
              <a:ext cx="10027235"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pic>
          <p:nvPicPr>
            <p:cNvPr id="24" name="图形 23">
              <a:extLst>
                <a:ext uri="{FF2B5EF4-FFF2-40B4-BE49-F238E27FC236}">
                  <a16:creationId xmlns:a16="http://schemas.microsoft.com/office/drawing/2014/main" id="{D98CC648-BEF5-49CE-A972-7D0F3F45EC50}"/>
                </a:ext>
              </a:extLst>
            </p:cNvPr>
            <p:cNvPicPr>
              <a:picLocks noChangeAspect="1"/>
            </p:cNvPicPr>
            <p:nvPr/>
          </p:nvPicPr>
          <p:blipFill>
            <a:blip r:embed="rId3">
              <a:extLst>
                <a:ext uri="{28A0092B-C50C-407E-A947-70E740481C1C}">
                  <a14:useLocalDpi xmlns:a14="http://schemas.microsoft.com/office/drawing/2010/main" val="0"/>
                </a:ext>
                <a:ext uri="{96DAC541-7B7A-43D3-8B79-37D633B846F1}">
                  <asvg:svgBlip xmlns:asvg="http://schemas.microsoft.com/office/drawing/2016/SVG/main" r:embed="rId4"/>
                </a:ext>
              </a:extLst>
            </a:blip>
            <a:stretch>
              <a:fillRect/>
            </a:stretch>
          </p:blipFill>
          <p:spPr>
            <a:xfrm>
              <a:off x="601699" y="5648354"/>
              <a:ext cx="662814" cy="641082"/>
            </a:xfrm>
            <a:prstGeom prst="rect">
              <a:avLst/>
            </a:prstGeom>
          </p:spPr>
        </p:pic>
        <p:pic>
          <p:nvPicPr>
            <p:cNvPr id="46" name="图形 45">
              <a:extLst>
                <a:ext uri="{FF2B5EF4-FFF2-40B4-BE49-F238E27FC236}">
                  <a16:creationId xmlns:a16="http://schemas.microsoft.com/office/drawing/2014/main" id="{8077FE65-F3E1-41E0-83D1-5F274C875FB4}"/>
                </a:ext>
              </a:extLst>
            </p:cNvPr>
            <p:cNvPicPr>
              <a:picLocks noChangeAspect="1"/>
            </p:cNvPicPr>
            <p:nvPr/>
          </p:nvPicPr>
          <p:blipFill>
            <a:blip r:embed="rId3">
              <a:extLst>
                <a:ext uri="{28A0092B-C50C-407E-A947-70E740481C1C}">
                  <a14:useLocalDpi xmlns:a14="http://schemas.microsoft.com/office/drawing/2010/main" val="0"/>
                </a:ext>
                <a:ext uri="{96DAC541-7B7A-43D3-8B79-37D633B846F1}">
                  <asvg:svgBlip xmlns:asvg="http://schemas.microsoft.com/office/drawing/2016/SVG/main" r:embed="rId4"/>
                </a:ext>
              </a:extLst>
            </a:blip>
            <a:stretch>
              <a:fillRect/>
            </a:stretch>
          </p:blipFill>
          <p:spPr>
            <a:xfrm>
              <a:off x="10879308" y="5648354"/>
              <a:ext cx="662814" cy="641082"/>
            </a:xfrm>
            <a:prstGeom prst="rect">
              <a:avLst/>
            </a:prstGeom>
          </p:spPr>
        </p:pic>
      </p:grpSp>
      <p:sp>
        <p:nvSpPr>
          <p:cNvPr id="25" name="矩形 24">
            <a:extLst>
              <a:ext uri="{FF2B5EF4-FFF2-40B4-BE49-F238E27FC236}">
                <a16:creationId xmlns:a16="http://schemas.microsoft.com/office/drawing/2014/main" id="{6B184D92-D06A-4BF4-A431-4750420910F9}"/>
              </a:ext>
            </a:extLst>
          </p:cNvPr>
          <p:cNvSpPr/>
          <p:nvPr/>
        </p:nvSpPr>
        <p:spPr>
          <a:xfrm>
            <a:off x="2770057" y="3613821"/>
            <a:ext cx="1582110" cy="641082"/>
          </a:xfrm>
          <a:prstGeom prst="rect">
            <a:avLst/>
          </a:prstGeom>
          <a:solidFill>
            <a:schemeClr val="accent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zh-CN" altLang="en-US" b="1" dirty="0"/>
              <a:t>应用层</a:t>
            </a:r>
            <a:endParaRPr lang="en-US" altLang="zh-CN" b="1" dirty="0"/>
          </a:p>
          <a:p>
            <a:pPr algn="ctr"/>
            <a:r>
              <a:rPr lang="zh-CN" altLang="en-US" b="1" dirty="0"/>
              <a:t>协议数据单元</a:t>
            </a:r>
          </a:p>
        </p:txBody>
      </p:sp>
      <p:sp>
        <p:nvSpPr>
          <p:cNvPr id="17" name="矩形 16">
            <a:extLst>
              <a:ext uri="{FF2B5EF4-FFF2-40B4-BE49-F238E27FC236}">
                <a16:creationId xmlns:a16="http://schemas.microsoft.com/office/drawing/2014/main" id="{331CCD39-77F5-40FF-BCA8-F67211E7B77E}"/>
              </a:ext>
            </a:extLst>
          </p:cNvPr>
          <p:cNvSpPr/>
          <p:nvPr/>
        </p:nvSpPr>
        <p:spPr>
          <a:xfrm>
            <a:off x="304799" y="4894655"/>
            <a:ext cx="1366117" cy="641082"/>
          </a:xfrm>
          <a:prstGeom prst="rect">
            <a:avLst/>
          </a:prstGeom>
          <a:solidFill>
            <a:schemeClr val="tx2"/>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zh-CN" altLang="en-US" b="1" dirty="0"/>
              <a:t>物理层</a:t>
            </a:r>
          </a:p>
        </p:txBody>
      </p:sp>
      <p:sp>
        <p:nvSpPr>
          <p:cNvPr id="18" name="矩形 17">
            <a:extLst>
              <a:ext uri="{FF2B5EF4-FFF2-40B4-BE49-F238E27FC236}">
                <a16:creationId xmlns:a16="http://schemas.microsoft.com/office/drawing/2014/main" id="{69FC6483-9C50-4819-9754-EACC0F2CB804}"/>
              </a:ext>
            </a:extLst>
          </p:cNvPr>
          <p:cNvSpPr/>
          <p:nvPr/>
        </p:nvSpPr>
        <p:spPr>
          <a:xfrm>
            <a:off x="304798" y="2979001"/>
            <a:ext cx="1366117" cy="641082"/>
          </a:xfrm>
          <a:prstGeom prst="rect">
            <a:avLst/>
          </a:prstGeom>
          <a:solidFill>
            <a:schemeClr val="accent3"/>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zh-CN" altLang="en-US" b="1" dirty="0"/>
              <a:t>运输层</a:t>
            </a:r>
          </a:p>
        </p:txBody>
      </p:sp>
      <p:sp>
        <p:nvSpPr>
          <p:cNvPr id="19" name="矩形 18">
            <a:extLst>
              <a:ext uri="{FF2B5EF4-FFF2-40B4-BE49-F238E27FC236}">
                <a16:creationId xmlns:a16="http://schemas.microsoft.com/office/drawing/2014/main" id="{D83DFD0D-718C-48B0-8B70-3C244A7D52A9}"/>
              </a:ext>
            </a:extLst>
          </p:cNvPr>
          <p:cNvSpPr/>
          <p:nvPr/>
        </p:nvSpPr>
        <p:spPr>
          <a:xfrm>
            <a:off x="304800" y="3615356"/>
            <a:ext cx="1366117" cy="641082"/>
          </a:xfrm>
          <a:prstGeom prst="rect">
            <a:avLst/>
          </a:prstGeom>
          <a:solidFill>
            <a:schemeClr val="accent6"/>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zh-CN" altLang="en-US" b="1" dirty="0"/>
              <a:t>网络层</a:t>
            </a:r>
          </a:p>
        </p:txBody>
      </p:sp>
      <p:sp>
        <p:nvSpPr>
          <p:cNvPr id="20" name="矩形 19">
            <a:extLst>
              <a:ext uri="{FF2B5EF4-FFF2-40B4-BE49-F238E27FC236}">
                <a16:creationId xmlns:a16="http://schemas.microsoft.com/office/drawing/2014/main" id="{8804E1C7-7888-49BC-9FBA-6383B146319F}"/>
              </a:ext>
            </a:extLst>
          </p:cNvPr>
          <p:cNvSpPr/>
          <p:nvPr/>
        </p:nvSpPr>
        <p:spPr>
          <a:xfrm>
            <a:off x="304800" y="4255108"/>
            <a:ext cx="1366118" cy="641082"/>
          </a:xfrm>
          <a:prstGeom prst="rect">
            <a:avLst/>
          </a:prstGeom>
          <a:solidFill>
            <a:schemeClr val="accent4"/>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zh-CN" altLang="en-US" b="1" dirty="0"/>
              <a:t>数据链路层</a:t>
            </a:r>
          </a:p>
        </p:txBody>
      </p:sp>
      <p:sp>
        <p:nvSpPr>
          <p:cNvPr id="21" name="矩形 20">
            <a:extLst>
              <a:ext uri="{FF2B5EF4-FFF2-40B4-BE49-F238E27FC236}">
                <a16:creationId xmlns:a16="http://schemas.microsoft.com/office/drawing/2014/main" id="{F87A5916-8A58-43B2-A47E-B337EB0F305A}"/>
              </a:ext>
            </a:extLst>
          </p:cNvPr>
          <p:cNvSpPr/>
          <p:nvPr/>
        </p:nvSpPr>
        <p:spPr>
          <a:xfrm>
            <a:off x="304800" y="2344688"/>
            <a:ext cx="1366117" cy="641082"/>
          </a:xfrm>
          <a:prstGeom prst="rect">
            <a:avLst/>
          </a:prstGeom>
          <a:solidFill>
            <a:schemeClr val="accent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zh-CN" altLang="en-US" b="1" dirty="0"/>
              <a:t>应用层</a:t>
            </a:r>
          </a:p>
        </p:txBody>
      </p:sp>
      <p:sp>
        <p:nvSpPr>
          <p:cNvPr id="30" name="矩形 29">
            <a:extLst>
              <a:ext uri="{FF2B5EF4-FFF2-40B4-BE49-F238E27FC236}">
                <a16:creationId xmlns:a16="http://schemas.microsoft.com/office/drawing/2014/main" id="{4A0DCFCA-BE3F-4C90-9191-22AD09AC33C1}"/>
              </a:ext>
            </a:extLst>
          </p:cNvPr>
          <p:cNvSpPr/>
          <p:nvPr/>
        </p:nvSpPr>
        <p:spPr>
          <a:xfrm>
            <a:off x="10521081" y="4893120"/>
            <a:ext cx="1366117" cy="641082"/>
          </a:xfrm>
          <a:prstGeom prst="rect">
            <a:avLst/>
          </a:prstGeom>
          <a:solidFill>
            <a:schemeClr val="tx2"/>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zh-CN" altLang="en-US" b="1" dirty="0"/>
              <a:t>物理层</a:t>
            </a:r>
          </a:p>
        </p:txBody>
      </p:sp>
      <p:sp>
        <p:nvSpPr>
          <p:cNvPr id="31" name="矩形 30">
            <a:extLst>
              <a:ext uri="{FF2B5EF4-FFF2-40B4-BE49-F238E27FC236}">
                <a16:creationId xmlns:a16="http://schemas.microsoft.com/office/drawing/2014/main" id="{D17F81E8-E4D2-4C40-8DDB-E735D4D5BF88}"/>
              </a:ext>
            </a:extLst>
          </p:cNvPr>
          <p:cNvSpPr/>
          <p:nvPr/>
        </p:nvSpPr>
        <p:spPr>
          <a:xfrm>
            <a:off x="10521080" y="2977466"/>
            <a:ext cx="1366117" cy="641082"/>
          </a:xfrm>
          <a:prstGeom prst="rect">
            <a:avLst/>
          </a:prstGeom>
          <a:solidFill>
            <a:schemeClr val="accent3"/>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zh-CN" altLang="en-US" b="1" dirty="0"/>
              <a:t>运输层</a:t>
            </a:r>
          </a:p>
        </p:txBody>
      </p:sp>
      <p:sp>
        <p:nvSpPr>
          <p:cNvPr id="32" name="矩形 31">
            <a:extLst>
              <a:ext uri="{FF2B5EF4-FFF2-40B4-BE49-F238E27FC236}">
                <a16:creationId xmlns:a16="http://schemas.microsoft.com/office/drawing/2014/main" id="{3A7AB0FE-40C6-4B72-9367-40BA77D7CA6F}"/>
              </a:ext>
            </a:extLst>
          </p:cNvPr>
          <p:cNvSpPr/>
          <p:nvPr/>
        </p:nvSpPr>
        <p:spPr>
          <a:xfrm>
            <a:off x="10521082" y="3613821"/>
            <a:ext cx="1366117" cy="641082"/>
          </a:xfrm>
          <a:prstGeom prst="rect">
            <a:avLst/>
          </a:prstGeom>
          <a:solidFill>
            <a:schemeClr val="accent6"/>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zh-CN" altLang="en-US" b="1" dirty="0"/>
              <a:t>网络层</a:t>
            </a:r>
          </a:p>
        </p:txBody>
      </p:sp>
      <p:sp>
        <p:nvSpPr>
          <p:cNvPr id="33" name="矩形 32">
            <a:extLst>
              <a:ext uri="{FF2B5EF4-FFF2-40B4-BE49-F238E27FC236}">
                <a16:creationId xmlns:a16="http://schemas.microsoft.com/office/drawing/2014/main" id="{F41E4133-2C02-4B85-AB87-5B0A89D903AA}"/>
              </a:ext>
            </a:extLst>
          </p:cNvPr>
          <p:cNvSpPr/>
          <p:nvPr/>
        </p:nvSpPr>
        <p:spPr>
          <a:xfrm>
            <a:off x="10521082" y="4253573"/>
            <a:ext cx="1366118" cy="641082"/>
          </a:xfrm>
          <a:prstGeom prst="rect">
            <a:avLst/>
          </a:prstGeom>
          <a:solidFill>
            <a:schemeClr val="accent4"/>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zh-CN" altLang="en-US" b="1" dirty="0"/>
              <a:t>数据链路层</a:t>
            </a:r>
          </a:p>
        </p:txBody>
      </p:sp>
      <p:sp>
        <p:nvSpPr>
          <p:cNvPr id="34" name="矩形 33">
            <a:extLst>
              <a:ext uri="{FF2B5EF4-FFF2-40B4-BE49-F238E27FC236}">
                <a16:creationId xmlns:a16="http://schemas.microsoft.com/office/drawing/2014/main" id="{378CBB82-77BF-4E7A-8B12-5D23420FABFE}"/>
              </a:ext>
            </a:extLst>
          </p:cNvPr>
          <p:cNvSpPr/>
          <p:nvPr/>
        </p:nvSpPr>
        <p:spPr>
          <a:xfrm>
            <a:off x="10521082" y="2343153"/>
            <a:ext cx="1366117" cy="641082"/>
          </a:xfrm>
          <a:prstGeom prst="rect">
            <a:avLst/>
          </a:prstGeom>
          <a:solidFill>
            <a:schemeClr val="accent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zh-CN" altLang="en-US" b="1" dirty="0"/>
              <a:t>应用层</a:t>
            </a:r>
          </a:p>
        </p:txBody>
      </p:sp>
    </p:spTree>
    <p:custDataLst>
      <p:tags r:id="rId1"/>
    </p:custDataLst>
    <p:extLst>
      <p:ext uri="{BB962C8B-B14F-4D97-AF65-F5344CB8AC3E}">
        <p14:creationId xmlns:p14="http://schemas.microsoft.com/office/powerpoint/2010/main" val="3431539048"/>
      </p:ext>
    </p:extLst>
  </p:cSld>
  <p:clrMapOvr>
    <a:masterClrMapping/>
  </p:clrMapOvr>
  <mc:AlternateContent xmlns:mc="http://schemas.openxmlformats.org/markup-compatibility/2006" xmlns:p159="http://schemas.microsoft.com/office/powerpoint/2015/09/main">
    <mc:Choice Requires="p159">
      <p:transition spd="slow">
        <p159:morph option="byObject"/>
      </p:transition>
    </mc:Choice>
    <mc:Fallback xmlns="">
      <p:transition spd="slow">
        <p:fade/>
      </p:transition>
    </mc:Fallback>
  </mc:AlternateContent>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2" presetClass="entr" presetSubtype="8" fill="hold" grpId="0" nodeType="clickEffect">
                                  <p:stCondLst>
                                    <p:cond delay="0"/>
                                  </p:stCondLst>
                                  <p:childTnLst>
                                    <p:set>
                                      <p:cBhvr>
                                        <p:cTn id="6" dur="1" fill="hold">
                                          <p:stCondLst>
                                            <p:cond delay="0"/>
                                          </p:stCondLst>
                                        </p:cTn>
                                        <p:tgtEl>
                                          <p:spTgt spid="26"/>
                                        </p:tgtEl>
                                        <p:attrNameLst>
                                          <p:attrName>style.visibility</p:attrName>
                                        </p:attrNameLst>
                                      </p:cBhvr>
                                      <p:to>
                                        <p:strVal val="visible"/>
                                      </p:to>
                                    </p:set>
                                    <p:anim calcmode="lin" valueType="num">
                                      <p:cBhvr additive="base">
                                        <p:cTn id="7" dur="500"/>
                                        <p:tgtEl>
                                          <p:spTgt spid="26"/>
                                        </p:tgtEl>
                                        <p:attrNameLst>
                                          <p:attrName>ppt_x</p:attrName>
                                        </p:attrNameLst>
                                      </p:cBhvr>
                                      <p:tavLst>
                                        <p:tav tm="0">
                                          <p:val>
                                            <p:strVal val="#ppt_x-#ppt_w*1.125000"/>
                                          </p:val>
                                        </p:tav>
                                        <p:tav tm="100000">
                                          <p:val>
                                            <p:strVal val="#ppt_x"/>
                                          </p:val>
                                        </p:tav>
                                      </p:tavLst>
                                    </p:anim>
                                    <p:animEffect transition="in" filter="wipe(right)">
                                      <p:cBhvr>
                                        <p:cTn id="8" dur="500"/>
                                        <p:tgtEl>
                                          <p:spTgt spid="26"/>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6" grpId="0" animBg="1"/>
    </p:bldLst>
  </p:timing>
</p:sld>
</file>

<file path=ppt/slides/slide1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14" name="组合 13">
            <a:extLst>
              <a:ext uri="{FF2B5EF4-FFF2-40B4-BE49-F238E27FC236}">
                <a16:creationId xmlns:a16="http://schemas.microsoft.com/office/drawing/2014/main" id="{415998DE-3720-47E4-8E7D-662824018373}"/>
              </a:ext>
            </a:extLst>
          </p:cNvPr>
          <p:cNvGrpSpPr/>
          <p:nvPr/>
        </p:nvGrpSpPr>
        <p:grpSpPr>
          <a:xfrm>
            <a:off x="1885804" y="4808824"/>
            <a:ext cx="5121246" cy="542210"/>
            <a:chOff x="1885804" y="4808824"/>
            <a:chExt cx="5121246" cy="542210"/>
          </a:xfrm>
        </p:grpSpPr>
        <p:cxnSp>
          <p:nvCxnSpPr>
            <p:cNvPr id="10" name="直接连接符 9">
              <a:extLst>
                <a:ext uri="{FF2B5EF4-FFF2-40B4-BE49-F238E27FC236}">
                  <a16:creationId xmlns:a16="http://schemas.microsoft.com/office/drawing/2014/main" id="{CE4F9227-AC27-415F-B65F-32A84C607B83}"/>
                </a:ext>
              </a:extLst>
            </p:cNvPr>
            <p:cNvCxnSpPr>
              <a:cxnSpLocks/>
            </p:cNvCxnSpPr>
            <p:nvPr/>
          </p:nvCxnSpPr>
          <p:spPr>
            <a:xfrm>
              <a:off x="1885806" y="4808824"/>
              <a:ext cx="0" cy="526273"/>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8" name="直接连接符 37">
              <a:extLst>
                <a:ext uri="{FF2B5EF4-FFF2-40B4-BE49-F238E27FC236}">
                  <a16:creationId xmlns:a16="http://schemas.microsoft.com/office/drawing/2014/main" id="{E06D5E24-9BE1-4F12-B58B-64426FEE0D6D}"/>
                </a:ext>
              </a:extLst>
            </p:cNvPr>
            <p:cNvCxnSpPr>
              <a:cxnSpLocks/>
            </p:cNvCxnSpPr>
            <p:nvPr/>
          </p:nvCxnSpPr>
          <p:spPr>
            <a:xfrm>
              <a:off x="7007050" y="4808824"/>
              <a:ext cx="0" cy="526273"/>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3" name="直接箭头连接符 12">
              <a:extLst>
                <a:ext uri="{FF2B5EF4-FFF2-40B4-BE49-F238E27FC236}">
                  <a16:creationId xmlns:a16="http://schemas.microsoft.com/office/drawing/2014/main" id="{858F6A39-0C17-442E-9818-46FD9A05A042}"/>
                </a:ext>
              </a:extLst>
            </p:cNvPr>
            <p:cNvCxnSpPr/>
            <p:nvPr/>
          </p:nvCxnSpPr>
          <p:spPr>
            <a:xfrm>
              <a:off x="1885804" y="5165172"/>
              <a:ext cx="5121244" cy="0"/>
            </a:xfrm>
            <a:prstGeom prst="straightConnector1">
              <a:avLst/>
            </a:prstGeom>
            <a:ln w="12700">
              <a:solidFill>
                <a:schemeClr val="tx1"/>
              </a:solidFill>
              <a:headEnd type="triangle"/>
              <a:tailEnd type="triangle"/>
            </a:ln>
          </p:spPr>
          <p:style>
            <a:lnRef idx="1">
              <a:schemeClr val="accent1"/>
            </a:lnRef>
            <a:fillRef idx="0">
              <a:schemeClr val="accent1"/>
            </a:fillRef>
            <a:effectRef idx="0">
              <a:schemeClr val="accent1"/>
            </a:effectRef>
            <a:fontRef idx="minor">
              <a:schemeClr val="tx1"/>
            </a:fontRef>
          </p:style>
        </p:cxnSp>
        <p:sp>
          <p:nvSpPr>
            <p:cNvPr id="11" name="文本框 10">
              <a:extLst>
                <a:ext uri="{FF2B5EF4-FFF2-40B4-BE49-F238E27FC236}">
                  <a16:creationId xmlns:a16="http://schemas.microsoft.com/office/drawing/2014/main" id="{7D9EC78E-D762-475A-B4CC-60E90F5A45C7}"/>
                </a:ext>
              </a:extLst>
            </p:cNvPr>
            <p:cNvSpPr txBox="1"/>
            <p:nvPr/>
          </p:nvSpPr>
          <p:spPr>
            <a:xfrm>
              <a:off x="4290565" y="4981702"/>
              <a:ext cx="311727" cy="369332"/>
            </a:xfrm>
            <a:prstGeom prst="rect">
              <a:avLst/>
            </a:prstGeom>
            <a:solidFill>
              <a:schemeClr val="bg1"/>
            </a:solidFill>
          </p:spPr>
          <p:txBody>
            <a:bodyPr wrap="square" rtlCol="0">
              <a:spAutoFit/>
            </a:bodyPr>
            <a:lstStyle/>
            <a:p>
              <a:pPr algn="ctr"/>
              <a:r>
                <a:rPr lang="zh-CN" altLang="en-US" b="1" dirty="0">
                  <a:solidFill>
                    <a:schemeClr val="accent4"/>
                  </a:solidFill>
                </a:rPr>
                <a:t>帧</a:t>
              </a:r>
            </a:p>
          </p:txBody>
        </p:sp>
      </p:grpSp>
      <p:sp>
        <p:nvSpPr>
          <p:cNvPr id="36" name="矩形 35">
            <a:extLst>
              <a:ext uri="{FF2B5EF4-FFF2-40B4-BE49-F238E27FC236}">
                <a16:creationId xmlns:a16="http://schemas.microsoft.com/office/drawing/2014/main" id="{977C1E51-E1E4-45E7-B10C-2E341400F5F1}"/>
              </a:ext>
            </a:extLst>
          </p:cNvPr>
          <p:cNvSpPr/>
          <p:nvPr/>
        </p:nvSpPr>
        <p:spPr>
          <a:xfrm>
            <a:off x="6122252" y="4252038"/>
            <a:ext cx="884798" cy="641082"/>
          </a:xfrm>
          <a:prstGeom prst="rect">
            <a:avLst/>
          </a:prstGeom>
          <a:solidFill>
            <a:schemeClr val="accent4"/>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zh-CN" altLang="en-US" b="1" dirty="0"/>
              <a:t>链路层首部</a:t>
            </a:r>
          </a:p>
        </p:txBody>
      </p:sp>
      <p:sp>
        <p:nvSpPr>
          <p:cNvPr id="37" name="矩形 36">
            <a:extLst>
              <a:ext uri="{FF2B5EF4-FFF2-40B4-BE49-F238E27FC236}">
                <a16:creationId xmlns:a16="http://schemas.microsoft.com/office/drawing/2014/main" id="{A343C8BC-79DB-4F45-8585-54AB067EF6E1}"/>
              </a:ext>
            </a:extLst>
          </p:cNvPr>
          <p:cNvSpPr/>
          <p:nvPr/>
        </p:nvSpPr>
        <p:spPr>
          <a:xfrm>
            <a:off x="1885806" y="4254902"/>
            <a:ext cx="884798" cy="634303"/>
          </a:xfrm>
          <a:prstGeom prst="rect">
            <a:avLst/>
          </a:prstGeom>
          <a:solidFill>
            <a:schemeClr val="accent4"/>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zh-CN" altLang="en-US" b="1" dirty="0"/>
              <a:t>链路层尾部</a:t>
            </a:r>
          </a:p>
        </p:txBody>
      </p:sp>
      <p:sp>
        <p:nvSpPr>
          <p:cNvPr id="26" name="矩形 25">
            <a:extLst>
              <a:ext uri="{FF2B5EF4-FFF2-40B4-BE49-F238E27FC236}">
                <a16:creationId xmlns:a16="http://schemas.microsoft.com/office/drawing/2014/main" id="{C2D9A0ED-AF4B-46A0-9B5D-EE5C661BB580}"/>
              </a:ext>
            </a:extLst>
          </p:cNvPr>
          <p:cNvSpPr/>
          <p:nvPr/>
        </p:nvSpPr>
        <p:spPr>
          <a:xfrm>
            <a:off x="5237514" y="4252038"/>
            <a:ext cx="884798" cy="641082"/>
          </a:xfrm>
          <a:prstGeom prst="rect">
            <a:avLst/>
          </a:prstGeom>
          <a:solidFill>
            <a:schemeClr val="accent6"/>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zh-CN" altLang="en-US" b="1" dirty="0"/>
              <a:t>网络层</a:t>
            </a:r>
            <a:endParaRPr lang="en-US" altLang="zh-CN" b="1" dirty="0"/>
          </a:p>
          <a:p>
            <a:pPr algn="ctr"/>
            <a:r>
              <a:rPr lang="zh-CN" altLang="en-US" b="1" dirty="0"/>
              <a:t>首部</a:t>
            </a:r>
          </a:p>
        </p:txBody>
      </p:sp>
      <p:sp>
        <p:nvSpPr>
          <p:cNvPr id="27" name="矩形 26">
            <a:extLst>
              <a:ext uri="{FF2B5EF4-FFF2-40B4-BE49-F238E27FC236}">
                <a16:creationId xmlns:a16="http://schemas.microsoft.com/office/drawing/2014/main" id="{E2A3430E-2E1F-4A3F-B65A-5BF37E4136A7}"/>
              </a:ext>
            </a:extLst>
          </p:cNvPr>
          <p:cNvSpPr/>
          <p:nvPr/>
        </p:nvSpPr>
        <p:spPr>
          <a:xfrm>
            <a:off x="4352716" y="4252038"/>
            <a:ext cx="884798" cy="641082"/>
          </a:xfrm>
          <a:prstGeom prst="rect">
            <a:avLst/>
          </a:prstGeom>
          <a:solidFill>
            <a:schemeClr val="accent3"/>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zh-CN" altLang="en-US" b="1" dirty="0"/>
              <a:t>运输层</a:t>
            </a:r>
            <a:endParaRPr lang="en-US" altLang="zh-CN" b="1" dirty="0"/>
          </a:p>
          <a:p>
            <a:pPr algn="ctr"/>
            <a:r>
              <a:rPr lang="zh-CN" altLang="en-US" b="1" dirty="0"/>
              <a:t>首部</a:t>
            </a:r>
          </a:p>
        </p:txBody>
      </p:sp>
      <p:grpSp>
        <p:nvGrpSpPr>
          <p:cNvPr id="4" name="组合 3">
            <a:extLst>
              <a:ext uri="{FF2B5EF4-FFF2-40B4-BE49-F238E27FC236}">
                <a16:creationId xmlns:a16="http://schemas.microsoft.com/office/drawing/2014/main" id="{9A1EA9F2-FCB6-48C3-935F-7AE7E3AD14AC}"/>
              </a:ext>
            </a:extLst>
          </p:cNvPr>
          <p:cNvGrpSpPr/>
          <p:nvPr/>
        </p:nvGrpSpPr>
        <p:grpSpPr>
          <a:xfrm>
            <a:off x="304800" y="749300"/>
            <a:ext cx="6192344" cy="400110"/>
            <a:chOff x="424117" y="898245"/>
            <a:chExt cx="6192344" cy="400110"/>
          </a:xfrm>
        </p:grpSpPr>
        <p:sp>
          <p:nvSpPr>
            <p:cNvPr id="2" name="平行四边形 1">
              <a:extLst>
                <a:ext uri="{FF2B5EF4-FFF2-40B4-BE49-F238E27FC236}">
                  <a16:creationId xmlns:a16="http://schemas.microsoft.com/office/drawing/2014/main" id="{1F5BAA3F-9845-4F89-A2DD-8222D3E4EDAC}"/>
                </a:ext>
              </a:extLst>
            </p:cNvPr>
            <p:cNvSpPr/>
            <p:nvPr/>
          </p:nvSpPr>
          <p:spPr>
            <a:xfrm>
              <a:off x="424117" y="898245"/>
              <a:ext cx="628306" cy="387090"/>
            </a:xfrm>
            <a:prstGeom prst="parallelogram">
              <a:avLst/>
            </a:prstGeom>
            <a:solidFill>
              <a:schemeClr val="accent3">
                <a:lumMod val="75000"/>
              </a:schemeClr>
            </a:solidFill>
            <a:ln>
              <a:solidFill>
                <a:schemeClr val="accent3">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CN" sz="2200" dirty="0">
                  <a:latin typeface="Impact" panose="020B0806030902050204" pitchFamily="34" charset="0"/>
                </a:rPr>
                <a:t>01</a:t>
              </a:r>
              <a:endParaRPr lang="zh-CN" altLang="en-US" sz="2200" dirty="0">
                <a:latin typeface="Impact" panose="020B0806030902050204" pitchFamily="34" charset="0"/>
              </a:endParaRPr>
            </a:p>
          </p:txBody>
        </p:sp>
        <p:sp>
          <p:nvSpPr>
            <p:cNvPr id="3" name="文本框 2">
              <a:extLst>
                <a:ext uri="{FF2B5EF4-FFF2-40B4-BE49-F238E27FC236}">
                  <a16:creationId xmlns:a16="http://schemas.microsoft.com/office/drawing/2014/main" id="{4D6BD736-A4D3-4F26-AFED-36E11F50F70B}"/>
                </a:ext>
              </a:extLst>
            </p:cNvPr>
            <p:cNvSpPr txBox="1"/>
            <p:nvPr/>
          </p:nvSpPr>
          <p:spPr>
            <a:xfrm>
              <a:off x="1052423" y="898245"/>
              <a:ext cx="5564038" cy="400110"/>
            </a:xfrm>
            <a:prstGeom prst="rect">
              <a:avLst/>
            </a:prstGeom>
            <a:noFill/>
          </p:spPr>
          <p:txBody>
            <a:bodyPr wrap="square" rtlCol="0">
              <a:spAutoFit/>
            </a:bodyPr>
            <a:lstStyle/>
            <a:p>
              <a:r>
                <a:rPr lang="zh-CN" altLang="en-US" sz="2000" b="1" dirty="0"/>
                <a:t>数据链路层的三个重要问题</a:t>
              </a:r>
            </a:p>
          </p:txBody>
        </p:sp>
      </p:grpSp>
      <p:sp>
        <p:nvSpPr>
          <p:cNvPr id="5" name="矩形 4">
            <a:extLst>
              <a:ext uri="{FF2B5EF4-FFF2-40B4-BE49-F238E27FC236}">
                <a16:creationId xmlns:a16="http://schemas.microsoft.com/office/drawing/2014/main" id="{FB4CC4FA-7CCC-41E1-871B-4977F1E17651}"/>
              </a:ext>
            </a:extLst>
          </p:cNvPr>
          <p:cNvSpPr/>
          <p:nvPr/>
        </p:nvSpPr>
        <p:spPr>
          <a:xfrm>
            <a:off x="1033908" y="1322263"/>
            <a:ext cx="2761840" cy="476933"/>
          </a:xfrm>
          <a:prstGeom prst="rect">
            <a:avLst/>
          </a:prstGeom>
          <a:solidFill>
            <a:schemeClr val="bg1">
              <a:lumMod val="85000"/>
            </a:schemeClr>
          </a:solidFill>
          <a:ln>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zh-CN" altLang="en-US" sz="2000" b="1" dirty="0"/>
              <a:t>封装成帧和透明传输</a:t>
            </a:r>
          </a:p>
        </p:txBody>
      </p:sp>
      <p:sp>
        <p:nvSpPr>
          <p:cNvPr id="6" name="矩形 5">
            <a:extLst>
              <a:ext uri="{FF2B5EF4-FFF2-40B4-BE49-F238E27FC236}">
                <a16:creationId xmlns:a16="http://schemas.microsoft.com/office/drawing/2014/main" id="{92ED85A3-B968-4E31-8330-9F6C05F07C2A}"/>
              </a:ext>
            </a:extLst>
          </p:cNvPr>
          <p:cNvSpPr/>
          <p:nvPr/>
        </p:nvSpPr>
        <p:spPr>
          <a:xfrm>
            <a:off x="4715080" y="1322263"/>
            <a:ext cx="2761840" cy="476933"/>
          </a:xfrm>
          <a:prstGeom prst="rect">
            <a:avLst/>
          </a:prstGeom>
          <a:solidFill>
            <a:schemeClr val="bg1">
              <a:lumMod val="85000"/>
            </a:schemeClr>
          </a:solidFill>
          <a:ln>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zh-CN" altLang="en-US" sz="2000" b="1" dirty="0"/>
              <a:t>差错检测</a:t>
            </a:r>
          </a:p>
        </p:txBody>
      </p:sp>
      <p:sp>
        <p:nvSpPr>
          <p:cNvPr id="7" name="矩形 6">
            <a:extLst>
              <a:ext uri="{FF2B5EF4-FFF2-40B4-BE49-F238E27FC236}">
                <a16:creationId xmlns:a16="http://schemas.microsoft.com/office/drawing/2014/main" id="{ACEE140B-8012-4836-ABCF-1D94605747E5}"/>
              </a:ext>
            </a:extLst>
          </p:cNvPr>
          <p:cNvSpPr/>
          <p:nvPr/>
        </p:nvSpPr>
        <p:spPr>
          <a:xfrm>
            <a:off x="8396252" y="1322262"/>
            <a:ext cx="2761840" cy="476933"/>
          </a:xfrm>
          <a:prstGeom prst="rect">
            <a:avLst/>
          </a:prstGeom>
          <a:solidFill>
            <a:schemeClr val="bg1">
              <a:lumMod val="85000"/>
            </a:schemeClr>
          </a:solidFill>
          <a:ln>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zh-CN" altLang="en-US" sz="2000" b="1" dirty="0"/>
              <a:t>可靠传输</a:t>
            </a:r>
          </a:p>
        </p:txBody>
      </p:sp>
      <p:sp>
        <p:nvSpPr>
          <p:cNvPr id="8" name="矩形 7">
            <a:extLst>
              <a:ext uri="{FF2B5EF4-FFF2-40B4-BE49-F238E27FC236}">
                <a16:creationId xmlns:a16="http://schemas.microsoft.com/office/drawing/2014/main" id="{CB901CAC-C9C3-471A-A09C-2F51D9DA7BAF}"/>
              </a:ext>
            </a:extLst>
          </p:cNvPr>
          <p:cNvSpPr/>
          <p:nvPr/>
        </p:nvSpPr>
        <p:spPr>
          <a:xfrm>
            <a:off x="1033908" y="1322263"/>
            <a:ext cx="2761840" cy="476933"/>
          </a:xfrm>
          <a:prstGeom prst="rect">
            <a:avLst/>
          </a:prstGeom>
          <a:solidFill>
            <a:schemeClr val="accent3">
              <a:lumMod val="75000"/>
            </a:schemeClr>
          </a:solidFill>
          <a:ln>
            <a:solidFill>
              <a:schemeClr val="accent3">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zh-CN" altLang="en-US" sz="2000" b="1" dirty="0"/>
              <a:t>封装成帧和透明传输</a:t>
            </a:r>
          </a:p>
        </p:txBody>
      </p:sp>
      <p:grpSp>
        <p:nvGrpSpPr>
          <p:cNvPr id="47" name="组合 46">
            <a:extLst>
              <a:ext uri="{FF2B5EF4-FFF2-40B4-BE49-F238E27FC236}">
                <a16:creationId xmlns:a16="http://schemas.microsoft.com/office/drawing/2014/main" id="{B8E542C3-5B58-4C0E-BC48-6396E1469D06}"/>
              </a:ext>
            </a:extLst>
          </p:cNvPr>
          <p:cNvGrpSpPr/>
          <p:nvPr/>
        </p:nvGrpSpPr>
        <p:grpSpPr>
          <a:xfrm>
            <a:off x="601699" y="5648354"/>
            <a:ext cx="10940423" cy="641082"/>
            <a:chOff x="601699" y="5648354"/>
            <a:chExt cx="10940423" cy="641082"/>
          </a:xfrm>
        </p:grpSpPr>
        <p:cxnSp>
          <p:nvCxnSpPr>
            <p:cNvPr id="23" name="直接连接符 22">
              <a:extLst>
                <a:ext uri="{FF2B5EF4-FFF2-40B4-BE49-F238E27FC236}">
                  <a16:creationId xmlns:a16="http://schemas.microsoft.com/office/drawing/2014/main" id="{BB9DF023-15E4-4259-ABBC-43306C5B2694}"/>
                </a:ext>
              </a:extLst>
            </p:cNvPr>
            <p:cNvCxnSpPr>
              <a:cxnSpLocks/>
            </p:cNvCxnSpPr>
            <p:nvPr/>
          </p:nvCxnSpPr>
          <p:spPr>
            <a:xfrm>
              <a:off x="1143721" y="6126777"/>
              <a:ext cx="10027235"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pic>
          <p:nvPicPr>
            <p:cNvPr id="24" name="图形 23">
              <a:extLst>
                <a:ext uri="{FF2B5EF4-FFF2-40B4-BE49-F238E27FC236}">
                  <a16:creationId xmlns:a16="http://schemas.microsoft.com/office/drawing/2014/main" id="{D98CC648-BEF5-49CE-A972-7D0F3F45EC50}"/>
                </a:ext>
              </a:extLst>
            </p:cNvPr>
            <p:cNvPicPr>
              <a:picLocks noChangeAspect="1"/>
            </p:cNvPicPr>
            <p:nvPr/>
          </p:nvPicPr>
          <p:blipFill>
            <a:blip r:embed="rId3">
              <a:extLst>
                <a:ext uri="{28A0092B-C50C-407E-A947-70E740481C1C}">
                  <a14:useLocalDpi xmlns:a14="http://schemas.microsoft.com/office/drawing/2010/main" val="0"/>
                </a:ext>
                <a:ext uri="{96DAC541-7B7A-43D3-8B79-37D633B846F1}">
                  <asvg:svgBlip xmlns:asvg="http://schemas.microsoft.com/office/drawing/2016/SVG/main" r:embed="rId4"/>
                </a:ext>
              </a:extLst>
            </a:blip>
            <a:stretch>
              <a:fillRect/>
            </a:stretch>
          </p:blipFill>
          <p:spPr>
            <a:xfrm>
              <a:off x="601699" y="5648354"/>
              <a:ext cx="662814" cy="641082"/>
            </a:xfrm>
            <a:prstGeom prst="rect">
              <a:avLst/>
            </a:prstGeom>
          </p:spPr>
        </p:pic>
        <p:pic>
          <p:nvPicPr>
            <p:cNvPr id="46" name="图形 45">
              <a:extLst>
                <a:ext uri="{FF2B5EF4-FFF2-40B4-BE49-F238E27FC236}">
                  <a16:creationId xmlns:a16="http://schemas.microsoft.com/office/drawing/2014/main" id="{8077FE65-F3E1-41E0-83D1-5F274C875FB4}"/>
                </a:ext>
              </a:extLst>
            </p:cNvPr>
            <p:cNvPicPr>
              <a:picLocks noChangeAspect="1"/>
            </p:cNvPicPr>
            <p:nvPr/>
          </p:nvPicPr>
          <p:blipFill>
            <a:blip r:embed="rId3">
              <a:extLst>
                <a:ext uri="{28A0092B-C50C-407E-A947-70E740481C1C}">
                  <a14:useLocalDpi xmlns:a14="http://schemas.microsoft.com/office/drawing/2010/main" val="0"/>
                </a:ext>
                <a:ext uri="{96DAC541-7B7A-43D3-8B79-37D633B846F1}">
                  <asvg:svgBlip xmlns:asvg="http://schemas.microsoft.com/office/drawing/2016/SVG/main" r:embed="rId4"/>
                </a:ext>
              </a:extLst>
            </a:blip>
            <a:stretch>
              <a:fillRect/>
            </a:stretch>
          </p:blipFill>
          <p:spPr>
            <a:xfrm>
              <a:off x="10879308" y="5648354"/>
              <a:ext cx="662814" cy="641082"/>
            </a:xfrm>
            <a:prstGeom prst="rect">
              <a:avLst/>
            </a:prstGeom>
          </p:spPr>
        </p:pic>
      </p:grpSp>
      <p:sp>
        <p:nvSpPr>
          <p:cNvPr id="25" name="矩形 24">
            <a:extLst>
              <a:ext uri="{FF2B5EF4-FFF2-40B4-BE49-F238E27FC236}">
                <a16:creationId xmlns:a16="http://schemas.microsoft.com/office/drawing/2014/main" id="{6B184D92-D06A-4BF4-A431-4750420910F9}"/>
              </a:ext>
            </a:extLst>
          </p:cNvPr>
          <p:cNvSpPr/>
          <p:nvPr/>
        </p:nvSpPr>
        <p:spPr>
          <a:xfrm>
            <a:off x="2770606" y="4252038"/>
            <a:ext cx="1582110" cy="641082"/>
          </a:xfrm>
          <a:prstGeom prst="rect">
            <a:avLst/>
          </a:prstGeom>
          <a:solidFill>
            <a:schemeClr val="accent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zh-CN" altLang="en-US" b="1" dirty="0"/>
              <a:t>应用层</a:t>
            </a:r>
            <a:endParaRPr lang="en-US" altLang="zh-CN" b="1" dirty="0"/>
          </a:p>
          <a:p>
            <a:pPr algn="ctr"/>
            <a:r>
              <a:rPr lang="zh-CN" altLang="en-US" b="1" dirty="0"/>
              <a:t>协议数据单元</a:t>
            </a:r>
          </a:p>
        </p:txBody>
      </p:sp>
      <p:sp>
        <p:nvSpPr>
          <p:cNvPr id="17" name="矩形 16">
            <a:extLst>
              <a:ext uri="{FF2B5EF4-FFF2-40B4-BE49-F238E27FC236}">
                <a16:creationId xmlns:a16="http://schemas.microsoft.com/office/drawing/2014/main" id="{331CCD39-77F5-40FF-BCA8-F67211E7B77E}"/>
              </a:ext>
            </a:extLst>
          </p:cNvPr>
          <p:cNvSpPr/>
          <p:nvPr/>
        </p:nvSpPr>
        <p:spPr>
          <a:xfrm>
            <a:off x="304799" y="4894655"/>
            <a:ext cx="1366117" cy="641082"/>
          </a:xfrm>
          <a:prstGeom prst="rect">
            <a:avLst/>
          </a:prstGeom>
          <a:solidFill>
            <a:schemeClr val="tx2"/>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zh-CN" altLang="en-US" b="1" dirty="0"/>
              <a:t>物理层</a:t>
            </a:r>
          </a:p>
        </p:txBody>
      </p:sp>
      <p:sp>
        <p:nvSpPr>
          <p:cNvPr id="18" name="矩形 17">
            <a:extLst>
              <a:ext uri="{FF2B5EF4-FFF2-40B4-BE49-F238E27FC236}">
                <a16:creationId xmlns:a16="http://schemas.microsoft.com/office/drawing/2014/main" id="{69FC6483-9C50-4819-9754-EACC0F2CB804}"/>
              </a:ext>
            </a:extLst>
          </p:cNvPr>
          <p:cNvSpPr/>
          <p:nvPr/>
        </p:nvSpPr>
        <p:spPr>
          <a:xfrm>
            <a:off x="304798" y="2979001"/>
            <a:ext cx="1366117" cy="641082"/>
          </a:xfrm>
          <a:prstGeom prst="rect">
            <a:avLst/>
          </a:prstGeom>
          <a:solidFill>
            <a:schemeClr val="accent3"/>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zh-CN" altLang="en-US" b="1" dirty="0"/>
              <a:t>运输层</a:t>
            </a:r>
          </a:p>
        </p:txBody>
      </p:sp>
      <p:sp>
        <p:nvSpPr>
          <p:cNvPr id="19" name="矩形 18">
            <a:extLst>
              <a:ext uri="{FF2B5EF4-FFF2-40B4-BE49-F238E27FC236}">
                <a16:creationId xmlns:a16="http://schemas.microsoft.com/office/drawing/2014/main" id="{D83DFD0D-718C-48B0-8B70-3C244A7D52A9}"/>
              </a:ext>
            </a:extLst>
          </p:cNvPr>
          <p:cNvSpPr/>
          <p:nvPr/>
        </p:nvSpPr>
        <p:spPr>
          <a:xfrm>
            <a:off x="304800" y="3615356"/>
            <a:ext cx="1366117" cy="641082"/>
          </a:xfrm>
          <a:prstGeom prst="rect">
            <a:avLst/>
          </a:prstGeom>
          <a:solidFill>
            <a:schemeClr val="accent6"/>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zh-CN" altLang="en-US" b="1" dirty="0"/>
              <a:t>网络层</a:t>
            </a:r>
          </a:p>
        </p:txBody>
      </p:sp>
      <p:sp>
        <p:nvSpPr>
          <p:cNvPr id="20" name="矩形 19">
            <a:extLst>
              <a:ext uri="{FF2B5EF4-FFF2-40B4-BE49-F238E27FC236}">
                <a16:creationId xmlns:a16="http://schemas.microsoft.com/office/drawing/2014/main" id="{8804E1C7-7888-49BC-9FBA-6383B146319F}"/>
              </a:ext>
            </a:extLst>
          </p:cNvPr>
          <p:cNvSpPr/>
          <p:nvPr/>
        </p:nvSpPr>
        <p:spPr>
          <a:xfrm>
            <a:off x="304800" y="4255108"/>
            <a:ext cx="1366118" cy="641082"/>
          </a:xfrm>
          <a:prstGeom prst="rect">
            <a:avLst/>
          </a:prstGeom>
          <a:solidFill>
            <a:schemeClr val="accent4"/>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zh-CN" altLang="en-US" b="1" dirty="0"/>
              <a:t>数据链路层</a:t>
            </a:r>
          </a:p>
        </p:txBody>
      </p:sp>
      <p:sp>
        <p:nvSpPr>
          <p:cNvPr id="21" name="矩形 20">
            <a:extLst>
              <a:ext uri="{FF2B5EF4-FFF2-40B4-BE49-F238E27FC236}">
                <a16:creationId xmlns:a16="http://schemas.microsoft.com/office/drawing/2014/main" id="{F87A5916-8A58-43B2-A47E-B337EB0F305A}"/>
              </a:ext>
            </a:extLst>
          </p:cNvPr>
          <p:cNvSpPr/>
          <p:nvPr/>
        </p:nvSpPr>
        <p:spPr>
          <a:xfrm>
            <a:off x="304800" y="2344688"/>
            <a:ext cx="1366117" cy="641082"/>
          </a:xfrm>
          <a:prstGeom prst="rect">
            <a:avLst/>
          </a:prstGeom>
          <a:solidFill>
            <a:schemeClr val="accent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zh-CN" altLang="en-US" b="1" dirty="0"/>
              <a:t>应用层</a:t>
            </a:r>
          </a:p>
        </p:txBody>
      </p:sp>
      <p:sp>
        <p:nvSpPr>
          <p:cNvPr id="30" name="矩形 29">
            <a:extLst>
              <a:ext uri="{FF2B5EF4-FFF2-40B4-BE49-F238E27FC236}">
                <a16:creationId xmlns:a16="http://schemas.microsoft.com/office/drawing/2014/main" id="{4A0DCFCA-BE3F-4C90-9191-22AD09AC33C1}"/>
              </a:ext>
            </a:extLst>
          </p:cNvPr>
          <p:cNvSpPr/>
          <p:nvPr/>
        </p:nvSpPr>
        <p:spPr>
          <a:xfrm>
            <a:off x="10521081" y="4893120"/>
            <a:ext cx="1366117" cy="641082"/>
          </a:xfrm>
          <a:prstGeom prst="rect">
            <a:avLst/>
          </a:prstGeom>
          <a:solidFill>
            <a:schemeClr val="tx2"/>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zh-CN" altLang="en-US" b="1" dirty="0"/>
              <a:t>物理层</a:t>
            </a:r>
          </a:p>
        </p:txBody>
      </p:sp>
      <p:sp>
        <p:nvSpPr>
          <p:cNvPr id="31" name="矩形 30">
            <a:extLst>
              <a:ext uri="{FF2B5EF4-FFF2-40B4-BE49-F238E27FC236}">
                <a16:creationId xmlns:a16="http://schemas.microsoft.com/office/drawing/2014/main" id="{D17F81E8-E4D2-4C40-8DDB-E735D4D5BF88}"/>
              </a:ext>
            </a:extLst>
          </p:cNvPr>
          <p:cNvSpPr/>
          <p:nvPr/>
        </p:nvSpPr>
        <p:spPr>
          <a:xfrm>
            <a:off x="10521080" y="2977466"/>
            <a:ext cx="1366117" cy="641082"/>
          </a:xfrm>
          <a:prstGeom prst="rect">
            <a:avLst/>
          </a:prstGeom>
          <a:solidFill>
            <a:schemeClr val="accent3"/>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zh-CN" altLang="en-US" b="1" dirty="0"/>
              <a:t>运输层</a:t>
            </a:r>
          </a:p>
        </p:txBody>
      </p:sp>
      <p:sp>
        <p:nvSpPr>
          <p:cNvPr id="32" name="矩形 31">
            <a:extLst>
              <a:ext uri="{FF2B5EF4-FFF2-40B4-BE49-F238E27FC236}">
                <a16:creationId xmlns:a16="http://schemas.microsoft.com/office/drawing/2014/main" id="{3A7AB0FE-40C6-4B72-9367-40BA77D7CA6F}"/>
              </a:ext>
            </a:extLst>
          </p:cNvPr>
          <p:cNvSpPr/>
          <p:nvPr/>
        </p:nvSpPr>
        <p:spPr>
          <a:xfrm>
            <a:off x="10521082" y="3613821"/>
            <a:ext cx="1366117" cy="641082"/>
          </a:xfrm>
          <a:prstGeom prst="rect">
            <a:avLst/>
          </a:prstGeom>
          <a:solidFill>
            <a:schemeClr val="accent6"/>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zh-CN" altLang="en-US" b="1" dirty="0"/>
              <a:t>网络层</a:t>
            </a:r>
          </a:p>
        </p:txBody>
      </p:sp>
      <p:sp>
        <p:nvSpPr>
          <p:cNvPr id="33" name="矩形 32">
            <a:extLst>
              <a:ext uri="{FF2B5EF4-FFF2-40B4-BE49-F238E27FC236}">
                <a16:creationId xmlns:a16="http://schemas.microsoft.com/office/drawing/2014/main" id="{F41E4133-2C02-4B85-AB87-5B0A89D903AA}"/>
              </a:ext>
            </a:extLst>
          </p:cNvPr>
          <p:cNvSpPr/>
          <p:nvPr/>
        </p:nvSpPr>
        <p:spPr>
          <a:xfrm>
            <a:off x="10521082" y="4253573"/>
            <a:ext cx="1366118" cy="641082"/>
          </a:xfrm>
          <a:prstGeom prst="rect">
            <a:avLst/>
          </a:prstGeom>
          <a:solidFill>
            <a:schemeClr val="accent4"/>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zh-CN" altLang="en-US" b="1" dirty="0"/>
              <a:t>数据链路层</a:t>
            </a:r>
          </a:p>
        </p:txBody>
      </p:sp>
      <p:sp>
        <p:nvSpPr>
          <p:cNvPr id="34" name="矩形 33">
            <a:extLst>
              <a:ext uri="{FF2B5EF4-FFF2-40B4-BE49-F238E27FC236}">
                <a16:creationId xmlns:a16="http://schemas.microsoft.com/office/drawing/2014/main" id="{378CBB82-77BF-4E7A-8B12-5D23420FABFE}"/>
              </a:ext>
            </a:extLst>
          </p:cNvPr>
          <p:cNvSpPr/>
          <p:nvPr/>
        </p:nvSpPr>
        <p:spPr>
          <a:xfrm>
            <a:off x="10521082" y="2343153"/>
            <a:ext cx="1366117" cy="641082"/>
          </a:xfrm>
          <a:prstGeom prst="rect">
            <a:avLst/>
          </a:prstGeom>
          <a:solidFill>
            <a:schemeClr val="accent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zh-CN" altLang="en-US" b="1" dirty="0"/>
              <a:t>应用层</a:t>
            </a:r>
          </a:p>
        </p:txBody>
      </p:sp>
      <p:graphicFrame>
        <p:nvGraphicFramePr>
          <p:cNvPr id="15" name="表格 15">
            <a:extLst>
              <a:ext uri="{FF2B5EF4-FFF2-40B4-BE49-F238E27FC236}">
                <a16:creationId xmlns:a16="http://schemas.microsoft.com/office/drawing/2014/main" id="{9E10C0FB-42CD-4C93-A33F-BEC1B0B0DE25}"/>
              </a:ext>
            </a:extLst>
          </p:cNvPr>
          <p:cNvGraphicFramePr>
            <a:graphicFrameLocks noGrp="1"/>
          </p:cNvGraphicFramePr>
          <p:nvPr/>
        </p:nvGraphicFramePr>
        <p:xfrm>
          <a:off x="2518429" y="2204107"/>
          <a:ext cx="7170473" cy="1112520"/>
        </p:xfrm>
        <a:graphic>
          <a:graphicData uri="http://schemas.openxmlformats.org/drawingml/2006/table">
            <a:tbl>
              <a:tblPr firstRow="1" bandRow="1">
                <a:tableStyleId>{5C22544A-7EE6-4342-B048-85BDC9FD1C3A}</a:tableStyleId>
              </a:tblPr>
              <a:tblGrid>
                <a:gridCol w="1118331">
                  <a:extLst>
                    <a:ext uri="{9D8B030D-6E8A-4147-A177-3AD203B41FA5}">
                      <a16:colId xmlns:a16="http://schemas.microsoft.com/office/drawing/2014/main" val="582556354"/>
                    </a:ext>
                  </a:extLst>
                </a:gridCol>
                <a:gridCol w="2822696">
                  <a:extLst>
                    <a:ext uri="{9D8B030D-6E8A-4147-A177-3AD203B41FA5}">
                      <a16:colId xmlns:a16="http://schemas.microsoft.com/office/drawing/2014/main" val="4093275061"/>
                    </a:ext>
                  </a:extLst>
                </a:gridCol>
                <a:gridCol w="861218">
                  <a:extLst>
                    <a:ext uri="{9D8B030D-6E8A-4147-A177-3AD203B41FA5}">
                      <a16:colId xmlns:a16="http://schemas.microsoft.com/office/drawing/2014/main" val="4188641604"/>
                    </a:ext>
                  </a:extLst>
                </a:gridCol>
                <a:gridCol w="1184114">
                  <a:extLst>
                    <a:ext uri="{9D8B030D-6E8A-4147-A177-3AD203B41FA5}">
                      <a16:colId xmlns:a16="http://schemas.microsoft.com/office/drawing/2014/main" val="1218946318"/>
                    </a:ext>
                  </a:extLst>
                </a:gridCol>
                <a:gridCol w="1184114">
                  <a:extLst>
                    <a:ext uri="{9D8B030D-6E8A-4147-A177-3AD203B41FA5}">
                      <a16:colId xmlns:a16="http://schemas.microsoft.com/office/drawing/2014/main" val="2777886892"/>
                    </a:ext>
                  </a:extLst>
                </a:gridCol>
              </a:tblGrid>
              <a:tr h="370840">
                <a:tc gridSpan="5">
                  <a:txBody>
                    <a:bodyPr/>
                    <a:lstStyle/>
                    <a:p>
                      <a:pPr algn="ctr"/>
                      <a:r>
                        <a:rPr lang="zh-CN" altLang="en-US" b="1" dirty="0">
                          <a:solidFill>
                            <a:schemeClr val="accent4"/>
                          </a:solidFill>
                        </a:rPr>
                        <a:t>以太网</a:t>
                      </a:r>
                      <a:r>
                        <a:rPr lang="en-US" altLang="zh-CN" b="1" dirty="0">
                          <a:solidFill>
                            <a:schemeClr val="accent4"/>
                          </a:solidFill>
                        </a:rPr>
                        <a:t>V2</a:t>
                      </a:r>
                      <a:r>
                        <a:rPr lang="zh-CN" altLang="en-US" b="1" dirty="0">
                          <a:solidFill>
                            <a:schemeClr val="accent4"/>
                          </a:solidFill>
                        </a:rPr>
                        <a:t>的</a:t>
                      </a:r>
                      <a:r>
                        <a:rPr lang="en-US" altLang="zh-CN" b="1" dirty="0">
                          <a:solidFill>
                            <a:schemeClr val="accent4"/>
                          </a:solidFill>
                        </a:rPr>
                        <a:t>MAC</a:t>
                      </a:r>
                      <a:r>
                        <a:rPr lang="zh-CN" altLang="en-US" b="1" dirty="0">
                          <a:solidFill>
                            <a:schemeClr val="accent4"/>
                          </a:solidFill>
                        </a:rPr>
                        <a:t>帧（最大长度 </a:t>
                      </a:r>
                      <a:r>
                        <a:rPr lang="en-US" altLang="zh-CN" b="1" dirty="0">
                          <a:solidFill>
                            <a:schemeClr val="accent4"/>
                          </a:solidFill>
                        </a:rPr>
                        <a:t>1518 B</a:t>
                      </a:r>
                      <a:r>
                        <a:rPr lang="zh-CN" altLang="en-US" b="1" dirty="0">
                          <a:solidFill>
                            <a:schemeClr val="accent4"/>
                          </a:solidFill>
                        </a:rPr>
                        <a:t>）</a:t>
                      </a: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hMerge="1">
                  <a:txBody>
                    <a:bodyPr/>
                    <a:lstStyle/>
                    <a:p>
                      <a:endParaRPr lang="zh-CN" altLang="en-US" dirty="0"/>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hMerge="1">
                  <a:txBody>
                    <a:bodyPr/>
                    <a:lstStyle/>
                    <a:p>
                      <a:endParaRPr lang="zh-CN" altLang="en-US" dirty="0"/>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hMerge="1">
                  <a:txBody>
                    <a:bodyPr/>
                    <a:lstStyle/>
                    <a:p>
                      <a:endParaRPr lang="zh-CN" altLang="en-US" dirty="0"/>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hMerge="1">
                  <a:txBody>
                    <a:bodyPr/>
                    <a:lstStyle/>
                    <a:p>
                      <a:endParaRPr lang="zh-CN" altLang="en-US" dirty="0"/>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extLst>
                  <a:ext uri="{0D108BD9-81ED-4DB2-BD59-A6C34878D82A}">
                    <a16:rowId xmlns:a16="http://schemas.microsoft.com/office/drawing/2014/main" val="751715214"/>
                  </a:ext>
                </a:extLst>
              </a:tr>
              <a:tr h="370840">
                <a:tc>
                  <a:txBody>
                    <a:bodyPr/>
                    <a:lstStyle/>
                    <a:p>
                      <a:pPr algn="ctr"/>
                      <a:r>
                        <a:rPr lang="en-US" altLang="zh-CN" b="1" dirty="0">
                          <a:solidFill>
                            <a:schemeClr val="accent4"/>
                          </a:solidFill>
                        </a:rPr>
                        <a:t>4 B</a:t>
                      </a:r>
                      <a:endParaRPr lang="zh-CN" altLang="en-US" b="1" dirty="0">
                        <a:solidFill>
                          <a:schemeClr val="accent4"/>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algn="ctr"/>
                      <a:r>
                        <a:rPr lang="en-US" altLang="zh-CN" b="1" dirty="0">
                          <a:solidFill>
                            <a:schemeClr val="accent4"/>
                          </a:solidFill>
                        </a:rPr>
                        <a:t>46</a:t>
                      </a:r>
                      <a:r>
                        <a:rPr lang="zh-CN" altLang="en-US" b="1" dirty="0">
                          <a:solidFill>
                            <a:schemeClr val="accent4"/>
                          </a:solidFill>
                        </a:rPr>
                        <a:t> </a:t>
                      </a:r>
                      <a:r>
                        <a:rPr lang="en-US" altLang="zh-CN" b="1" dirty="0">
                          <a:solidFill>
                            <a:schemeClr val="accent4"/>
                          </a:solidFill>
                        </a:rPr>
                        <a:t>~ 1500 B</a:t>
                      </a:r>
                      <a:endParaRPr lang="zh-CN" altLang="en-US" b="1" dirty="0">
                        <a:solidFill>
                          <a:schemeClr val="accent4"/>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algn="ctr"/>
                      <a:r>
                        <a:rPr lang="en-US" altLang="zh-CN" b="1" dirty="0">
                          <a:solidFill>
                            <a:schemeClr val="accent4"/>
                          </a:solidFill>
                        </a:rPr>
                        <a:t>2 B</a:t>
                      </a:r>
                      <a:endParaRPr lang="zh-CN" altLang="en-US" b="1" dirty="0">
                        <a:solidFill>
                          <a:schemeClr val="accent4"/>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algn="ctr"/>
                      <a:r>
                        <a:rPr lang="en-US" altLang="zh-CN" b="1" dirty="0">
                          <a:solidFill>
                            <a:schemeClr val="accent4"/>
                          </a:solidFill>
                        </a:rPr>
                        <a:t>6 B</a:t>
                      </a:r>
                      <a:endParaRPr lang="zh-CN" altLang="en-US" b="1" dirty="0">
                        <a:solidFill>
                          <a:schemeClr val="accent4"/>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algn="ctr"/>
                      <a:r>
                        <a:rPr lang="en-US" altLang="zh-CN" b="1" dirty="0">
                          <a:solidFill>
                            <a:schemeClr val="accent4"/>
                          </a:solidFill>
                        </a:rPr>
                        <a:t>6 B</a:t>
                      </a:r>
                      <a:endParaRPr lang="zh-CN" altLang="en-US" b="1" dirty="0">
                        <a:solidFill>
                          <a:schemeClr val="accent4"/>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extLst>
                  <a:ext uri="{0D108BD9-81ED-4DB2-BD59-A6C34878D82A}">
                    <a16:rowId xmlns:a16="http://schemas.microsoft.com/office/drawing/2014/main" val="1983352797"/>
                  </a:ext>
                </a:extLst>
              </a:tr>
              <a:tr h="370840">
                <a:tc>
                  <a:txBody>
                    <a:bodyPr/>
                    <a:lstStyle/>
                    <a:p>
                      <a:pPr algn="ctr"/>
                      <a:r>
                        <a:rPr lang="en-US" altLang="zh-CN" b="1" dirty="0">
                          <a:solidFill>
                            <a:schemeClr val="accent4"/>
                          </a:solidFill>
                        </a:rPr>
                        <a:t>FCS</a:t>
                      </a:r>
                      <a:endParaRPr lang="zh-CN" altLang="en-US" b="1" dirty="0">
                        <a:solidFill>
                          <a:schemeClr val="accent4"/>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algn="ctr"/>
                      <a:r>
                        <a:rPr lang="zh-CN" altLang="en-US" b="1" dirty="0">
                          <a:solidFill>
                            <a:schemeClr val="accent4"/>
                          </a:solidFill>
                        </a:rPr>
                        <a:t>数据载荷</a:t>
                      </a: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algn="ctr"/>
                      <a:r>
                        <a:rPr lang="zh-CN" altLang="en-US" b="1" dirty="0">
                          <a:solidFill>
                            <a:schemeClr val="accent4"/>
                          </a:solidFill>
                        </a:rPr>
                        <a:t>类型</a:t>
                      </a: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algn="ctr"/>
                      <a:r>
                        <a:rPr lang="zh-CN" altLang="en-US" b="1" dirty="0">
                          <a:solidFill>
                            <a:schemeClr val="accent4"/>
                          </a:solidFill>
                        </a:rPr>
                        <a:t>源地址</a:t>
                      </a: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algn="ctr"/>
                      <a:r>
                        <a:rPr lang="zh-CN" altLang="en-US" b="1" dirty="0">
                          <a:solidFill>
                            <a:schemeClr val="accent4"/>
                          </a:solidFill>
                        </a:rPr>
                        <a:t>目的地址</a:t>
                      </a: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extLst>
                  <a:ext uri="{0D108BD9-81ED-4DB2-BD59-A6C34878D82A}">
                    <a16:rowId xmlns:a16="http://schemas.microsoft.com/office/drawing/2014/main" val="1832940591"/>
                  </a:ext>
                </a:extLst>
              </a:tr>
            </a:tbl>
          </a:graphicData>
        </a:graphic>
      </p:graphicFrame>
      <p:grpSp>
        <p:nvGrpSpPr>
          <p:cNvPr id="56" name="组合 55">
            <a:extLst>
              <a:ext uri="{FF2B5EF4-FFF2-40B4-BE49-F238E27FC236}">
                <a16:creationId xmlns:a16="http://schemas.microsoft.com/office/drawing/2014/main" id="{57704257-62CC-4C9D-8E04-E84B8BDA0A95}"/>
              </a:ext>
            </a:extLst>
          </p:cNvPr>
          <p:cNvGrpSpPr/>
          <p:nvPr/>
        </p:nvGrpSpPr>
        <p:grpSpPr>
          <a:xfrm>
            <a:off x="6122250" y="3316627"/>
            <a:ext cx="3566652" cy="946853"/>
            <a:chOff x="6122250" y="3316627"/>
            <a:chExt cx="3566652" cy="946853"/>
          </a:xfrm>
        </p:grpSpPr>
        <p:cxnSp>
          <p:nvCxnSpPr>
            <p:cNvPr id="22" name="直接连接符 21">
              <a:extLst>
                <a:ext uri="{FF2B5EF4-FFF2-40B4-BE49-F238E27FC236}">
                  <a16:creationId xmlns:a16="http://schemas.microsoft.com/office/drawing/2014/main" id="{A4699086-365A-4262-9A9B-23A147E267D4}"/>
                </a:ext>
              </a:extLst>
            </p:cNvPr>
            <p:cNvCxnSpPr>
              <a:cxnSpLocks/>
            </p:cNvCxnSpPr>
            <p:nvPr/>
          </p:nvCxnSpPr>
          <p:spPr>
            <a:xfrm flipH="1">
              <a:off x="6122250" y="3316627"/>
              <a:ext cx="328078" cy="946853"/>
            </a:xfrm>
            <a:prstGeom prst="line">
              <a:avLst/>
            </a:prstGeom>
            <a:ln w="12700">
              <a:solidFill>
                <a:schemeClr val="tx1"/>
              </a:solidFill>
              <a:prstDash val="dash"/>
            </a:ln>
          </p:spPr>
          <p:style>
            <a:lnRef idx="1">
              <a:schemeClr val="accent1"/>
            </a:lnRef>
            <a:fillRef idx="0">
              <a:schemeClr val="accent1"/>
            </a:fillRef>
            <a:effectRef idx="0">
              <a:schemeClr val="accent1"/>
            </a:effectRef>
            <a:fontRef idx="minor">
              <a:schemeClr val="tx1"/>
            </a:fontRef>
          </p:style>
        </p:cxnSp>
        <p:cxnSp>
          <p:nvCxnSpPr>
            <p:cNvPr id="43" name="直接连接符 42">
              <a:extLst>
                <a:ext uri="{FF2B5EF4-FFF2-40B4-BE49-F238E27FC236}">
                  <a16:creationId xmlns:a16="http://schemas.microsoft.com/office/drawing/2014/main" id="{DA624DDF-1FA3-4A0B-B106-907533419181}"/>
                </a:ext>
              </a:extLst>
            </p:cNvPr>
            <p:cNvCxnSpPr>
              <a:cxnSpLocks/>
            </p:cNvCxnSpPr>
            <p:nvPr/>
          </p:nvCxnSpPr>
          <p:spPr>
            <a:xfrm flipH="1">
              <a:off x="7007049" y="3323085"/>
              <a:ext cx="2681853" cy="931818"/>
            </a:xfrm>
            <a:prstGeom prst="line">
              <a:avLst/>
            </a:prstGeom>
            <a:ln w="12700">
              <a:solidFill>
                <a:schemeClr val="tx1"/>
              </a:solidFill>
              <a:prstDash val="dash"/>
            </a:ln>
          </p:spPr>
          <p:style>
            <a:lnRef idx="1">
              <a:schemeClr val="accent1"/>
            </a:lnRef>
            <a:fillRef idx="0">
              <a:schemeClr val="accent1"/>
            </a:fillRef>
            <a:effectRef idx="0">
              <a:schemeClr val="accent1"/>
            </a:effectRef>
            <a:fontRef idx="minor">
              <a:schemeClr val="tx1"/>
            </a:fontRef>
          </p:style>
        </p:cxnSp>
      </p:grpSp>
      <p:grpSp>
        <p:nvGrpSpPr>
          <p:cNvPr id="57" name="组合 56">
            <a:extLst>
              <a:ext uri="{FF2B5EF4-FFF2-40B4-BE49-F238E27FC236}">
                <a16:creationId xmlns:a16="http://schemas.microsoft.com/office/drawing/2014/main" id="{C26C928C-507A-4F6E-A13C-A04B64BE4A32}"/>
              </a:ext>
            </a:extLst>
          </p:cNvPr>
          <p:cNvGrpSpPr/>
          <p:nvPr/>
        </p:nvGrpSpPr>
        <p:grpSpPr>
          <a:xfrm>
            <a:off x="1894060" y="3319491"/>
            <a:ext cx="1744773" cy="952836"/>
            <a:chOff x="1894060" y="3319491"/>
            <a:chExt cx="1744773" cy="952836"/>
          </a:xfrm>
        </p:grpSpPr>
        <p:cxnSp>
          <p:nvCxnSpPr>
            <p:cNvPr id="52" name="直接连接符 51">
              <a:extLst>
                <a:ext uri="{FF2B5EF4-FFF2-40B4-BE49-F238E27FC236}">
                  <a16:creationId xmlns:a16="http://schemas.microsoft.com/office/drawing/2014/main" id="{209E70E0-929F-452B-84F7-D1D0AECB3B45}"/>
                </a:ext>
              </a:extLst>
            </p:cNvPr>
            <p:cNvCxnSpPr>
              <a:cxnSpLocks/>
            </p:cNvCxnSpPr>
            <p:nvPr/>
          </p:nvCxnSpPr>
          <p:spPr>
            <a:xfrm flipH="1">
              <a:off x="2770573" y="3319491"/>
              <a:ext cx="868260" cy="952836"/>
            </a:xfrm>
            <a:prstGeom prst="line">
              <a:avLst/>
            </a:prstGeom>
            <a:ln w="12700">
              <a:solidFill>
                <a:schemeClr val="tx1"/>
              </a:solidFill>
              <a:prstDash val="dash"/>
            </a:ln>
          </p:spPr>
          <p:style>
            <a:lnRef idx="1">
              <a:schemeClr val="accent1"/>
            </a:lnRef>
            <a:fillRef idx="0">
              <a:schemeClr val="accent1"/>
            </a:fillRef>
            <a:effectRef idx="0">
              <a:schemeClr val="accent1"/>
            </a:effectRef>
            <a:fontRef idx="minor">
              <a:schemeClr val="tx1"/>
            </a:fontRef>
          </p:style>
        </p:cxnSp>
        <p:cxnSp>
          <p:nvCxnSpPr>
            <p:cNvPr id="54" name="直接连接符 53">
              <a:extLst>
                <a:ext uri="{FF2B5EF4-FFF2-40B4-BE49-F238E27FC236}">
                  <a16:creationId xmlns:a16="http://schemas.microsoft.com/office/drawing/2014/main" id="{F50840A0-F447-49A5-B9C0-86ED1C669CC1}"/>
                </a:ext>
              </a:extLst>
            </p:cNvPr>
            <p:cNvCxnSpPr>
              <a:cxnSpLocks/>
            </p:cNvCxnSpPr>
            <p:nvPr/>
          </p:nvCxnSpPr>
          <p:spPr>
            <a:xfrm flipH="1">
              <a:off x="1894060" y="3323085"/>
              <a:ext cx="624367" cy="906150"/>
            </a:xfrm>
            <a:prstGeom prst="line">
              <a:avLst/>
            </a:prstGeom>
            <a:ln w="12700">
              <a:solidFill>
                <a:schemeClr val="tx1"/>
              </a:solidFill>
              <a:prstDash val="dash"/>
            </a:ln>
          </p:spPr>
          <p:style>
            <a:lnRef idx="1">
              <a:schemeClr val="accent1"/>
            </a:lnRef>
            <a:fillRef idx="0">
              <a:schemeClr val="accent1"/>
            </a:fillRef>
            <a:effectRef idx="0">
              <a:schemeClr val="accent1"/>
            </a:effectRef>
            <a:fontRef idx="minor">
              <a:schemeClr val="tx1"/>
            </a:fontRef>
          </p:style>
        </p:cxnSp>
      </p:grpSp>
    </p:spTree>
    <p:custDataLst>
      <p:tags r:id="rId1"/>
    </p:custDataLst>
    <p:extLst>
      <p:ext uri="{BB962C8B-B14F-4D97-AF65-F5344CB8AC3E}">
        <p14:creationId xmlns:p14="http://schemas.microsoft.com/office/powerpoint/2010/main" val="3042479870"/>
      </p:ext>
    </p:extLst>
  </p:cSld>
  <p:clrMapOvr>
    <a:masterClrMapping/>
  </p:clrMapOvr>
  <mc:AlternateContent xmlns:mc="http://schemas.openxmlformats.org/markup-compatibility/2006" xmlns:p159="http://schemas.microsoft.com/office/powerpoint/2015/09/main">
    <mc:Choice Requires="p159">
      <p:transition spd="slow">
        <p159:morph option="byObject"/>
      </p:transition>
    </mc:Choice>
    <mc:Fallback xmlns="">
      <p:transition spd="slow">
        <p:fade/>
      </p:transition>
    </mc:Fallback>
  </mc:AlternateContent>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2" presetClass="entr" presetSubtype="8" fill="hold" grpId="0" nodeType="clickEffect">
                                  <p:stCondLst>
                                    <p:cond delay="0"/>
                                  </p:stCondLst>
                                  <p:childTnLst>
                                    <p:set>
                                      <p:cBhvr>
                                        <p:cTn id="6" dur="1" fill="hold">
                                          <p:stCondLst>
                                            <p:cond delay="0"/>
                                          </p:stCondLst>
                                        </p:cTn>
                                        <p:tgtEl>
                                          <p:spTgt spid="36"/>
                                        </p:tgtEl>
                                        <p:attrNameLst>
                                          <p:attrName>style.visibility</p:attrName>
                                        </p:attrNameLst>
                                      </p:cBhvr>
                                      <p:to>
                                        <p:strVal val="visible"/>
                                      </p:to>
                                    </p:set>
                                    <p:anim calcmode="lin" valueType="num">
                                      <p:cBhvr additive="base">
                                        <p:cTn id="7" dur="500"/>
                                        <p:tgtEl>
                                          <p:spTgt spid="36"/>
                                        </p:tgtEl>
                                        <p:attrNameLst>
                                          <p:attrName>ppt_x</p:attrName>
                                        </p:attrNameLst>
                                      </p:cBhvr>
                                      <p:tavLst>
                                        <p:tav tm="0">
                                          <p:val>
                                            <p:strVal val="#ppt_x-#ppt_w*1.125000"/>
                                          </p:val>
                                        </p:tav>
                                        <p:tav tm="100000">
                                          <p:val>
                                            <p:strVal val="#ppt_x"/>
                                          </p:val>
                                        </p:tav>
                                      </p:tavLst>
                                    </p:anim>
                                    <p:animEffect transition="in" filter="wipe(right)">
                                      <p:cBhvr>
                                        <p:cTn id="8" dur="500"/>
                                        <p:tgtEl>
                                          <p:spTgt spid="36"/>
                                        </p:tgtEl>
                                      </p:cBhvr>
                                    </p:animEffect>
                                  </p:childTnLst>
                                </p:cTn>
                              </p:par>
                            </p:childTnLst>
                          </p:cTn>
                        </p:par>
                      </p:childTnLst>
                    </p:cTn>
                  </p:par>
                  <p:par>
                    <p:cTn id="9" fill="hold">
                      <p:stCondLst>
                        <p:cond delay="indefinite"/>
                      </p:stCondLst>
                      <p:childTnLst>
                        <p:par>
                          <p:cTn id="10" fill="hold">
                            <p:stCondLst>
                              <p:cond delay="0"/>
                            </p:stCondLst>
                            <p:childTnLst>
                              <p:par>
                                <p:cTn id="11" presetID="12" presetClass="entr" presetSubtype="8" fill="hold" grpId="0" nodeType="clickEffect">
                                  <p:stCondLst>
                                    <p:cond delay="0"/>
                                  </p:stCondLst>
                                  <p:childTnLst>
                                    <p:set>
                                      <p:cBhvr>
                                        <p:cTn id="12" dur="1" fill="hold">
                                          <p:stCondLst>
                                            <p:cond delay="0"/>
                                          </p:stCondLst>
                                        </p:cTn>
                                        <p:tgtEl>
                                          <p:spTgt spid="37"/>
                                        </p:tgtEl>
                                        <p:attrNameLst>
                                          <p:attrName>style.visibility</p:attrName>
                                        </p:attrNameLst>
                                      </p:cBhvr>
                                      <p:to>
                                        <p:strVal val="visible"/>
                                      </p:to>
                                    </p:set>
                                    <p:anim calcmode="lin" valueType="num">
                                      <p:cBhvr additive="base">
                                        <p:cTn id="13" dur="500"/>
                                        <p:tgtEl>
                                          <p:spTgt spid="37"/>
                                        </p:tgtEl>
                                        <p:attrNameLst>
                                          <p:attrName>ppt_x</p:attrName>
                                        </p:attrNameLst>
                                      </p:cBhvr>
                                      <p:tavLst>
                                        <p:tav tm="0">
                                          <p:val>
                                            <p:strVal val="#ppt_x-#ppt_w*1.125000"/>
                                          </p:val>
                                        </p:tav>
                                        <p:tav tm="100000">
                                          <p:val>
                                            <p:strVal val="#ppt_x"/>
                                          </p:val>
                                        </p:tav>
                                      </p:tavLst>
                                    </p:anim>
                                    <p:animEffect transition="in" filter="wipe(right)">
                                      <p:cBhvr>
                                        <p:cTn id="14" dur="500"/>
                                        <p:tgtEl>
                                          <p:spTgt spid="37"/>
                                        </p:tgtEl>
                                      </p:cBhvr>
                                    </p:animEffect>
                                  </p:childTnLst>
                                </p:cTn>
                              </p:par>
                            </p:childTnLst>
                          </p:cTn>
                        </p:par>
                      </p:childTnLst>
                    </p:cTn>
                  </p:par>
                  <p:par>
                    <p:cTn id="15" fill="hold">
                      <p:stCondLst>
                        <p:cond delay="indefinite"/>
                      </p:stCondLst>
                      <p:childTnLst>
                        <p:par>
                          <p:cTn id="16" fill="hold">
                            <p:stCondLst>
                              <p:cond delay="0"/>
                            </p:stCondLst>
                            <p:childTnLst>
                              <p:par>
                                <p:cTn id="17" presetID="42" presetClass="entr" presetSubtype="0" fill="hold" nodeType="clickEffect">
                                  <p:stCondLst>
                                    <p:cond delay="0"/>
                                  </p:stCondLst>
                                  <p:childTnLst>
                                    <p:set>
                                      <p:cBhvr>
                                        <p:cTn id="18" dur="1" fill="hold">
                                          <p:stCondLst>
                                            <p:cond delay="0"/>
                                          </p:stCondLst>
                                        </p:cTn>
                                        <p:tgtEl>
                                          <p:spTgt spid="14"/>
                                        </p:tgtEl>
                                        <p:attrNameLst>
                                          <p:attrName>style.visibility</p:attrName>
                                        </p:attrNameLst>
                                      </p:cBhvr>
                                      <p:to>
                                        <p:strVal val="visible"/>
                                      </p:to>
                                    </p:set>
                                    <p:animEffect transition="in" filter="fade">
                                      <p:cBhvr>
                                        <p:cTn id="19" dur="1000"/>
                                        <p:tgtEl>
                                          <p:spTgt spid="14"/>
                                        </p:tgtEl>
                                      </p:cBhvr>
                                    </p:animEffect>
                                    <p:anim calcmode="lin" valueType="num">
                                      <p:cBhvr>
                                        <p:cTn id="20" dur="1000" fill="hold"/>
                                        <p:tgtEl>
                                          <p:spTgt spid="14"/>
                                        </p:tgtEl>
                                        <p:attrNameLst>
                                          <p:attrName>ppt_x</p:attrName>
                                        </p:attrNameLst>
                                      </p:cBhvr>
                                      <p:tavLst>
                                        <p:tav tm="0">
                                          <p:val>
                                            <p:strVal val="#ppt_x"/>
                                          </p:val>
                                        </p:tav>
                                        <p:tav tm="100000">
                                          <p:val>
                                            <p:strVal val="#ppt_x"/>
                                          </p:val>
                                        </p:tav>
                                      </p:tavLst>
                                    </p:anim>
                                    <p:anim calcmode="lin" valueType="num">
                                      <p:cBhvr>
                                        <p:cTn id="21" dur="1000" fill="hold"/>
                                        <p:tgtEl>
                                          <p:spTgt spid="14"/>
                                        </p:tgtEl>
                                        <p:attrNameLst>
                                          <p:attrName>ppt_y</p:attrName>
                                        </p:attrNameLst>
                                      </p:cBhvr>
                                      <p:tavLst>
                                        <p:tav tm="0">
                                          <p:val>
                                            <p:strVal val="#ppt_y+.1"/>
                                          </p:val>
                                        </p:tav>
                                        <p:tav tm="100000">
                                          <p:val>
                                            <p:strVal val="#ppt_y"/>
                                          </p:val>
                                        </p:tav>
                                      </p:tavLst>
                                    </p:anim>
                                  </p:childTnLst>
                                </p:cTn>
                              </p:par>
                            </p:childTnLst>
                          </p:cTn>
                        </p:par>
                      </p:childTnLst>
                    </p:cTn>
                  </p:par>
                  <p:par>
                    <p:cTn id="22" fill="hold">
                      <p:stCondLst>
                        <p:cond delay="indefinite"/>
                      </p:stCondLst>
                      <p:childTnLst>
                        <p:par>
                          <p:cTn id="23" fill="hold">
                            <p:stCondLst>
                              <p:cond delay="0"/>
                            </p:stCondLst>
                            <p:childTnLst>
                              <p:par>
                                <p:cTn id="24" presetID="30" presetClass="entr" presetSubtype="0" fill="hold" nodeType="clickEffect">
                                  <p:stCondLst>
                                    <p:cond delay="0"/>
                                  </p:stCondLst>
                                  <p:childTnLst>
                                    <p:set>
                                      <p:cBhvr>
                                        <p:cTn id="25" dur="1" fill="hold">
                                          <p:stCondLst>
                                            <p:cond delay="0"/>
                                          </p:stCondLst>
                                        </p:cTn>
                                        <p:tgtEl>
                                          <p:spTgt spid="15"/>
                                        </p:tgtEl>
                                        <p:attrNameLst>
                                          <p:attrName>style.visibility</p:attrName>
                                        </p:attrNameLst>
                                      </p:cBhvr>
                                      <p:to>
                                        <p:strVal val="visible"/>
                                      </p:to>
                                    </p:set>
                                    <p:animEffect transition="in" filter="fade">
                                      <p:cBhvr>
                                        <p:cTn id="26" dur="800" decel="100000"/>
                                        <p:tgtEl>
                                          <p:spTgt spid="15"/>
                                        </p:tgtEl>
                                      </p:cBhvr>
                                    </p:animEffect>
                                    <p:anim calcmode="lin" valueType="num">
                                      <p:cBhvr>
                                        <p:cTn id="27" dur="800" decel="100000" fill="hold"/>
                                        <p:tgtEl>
                                          <p:spTgt spid="15"/>
                                        </p:tgtEl>
                                        <p:attrNameLst>
                                          <p:attrName>style.rotation</p:attrName>
                                        </p:attrNameLst>
                                      </p:cBhvr>
                                      <p:tavLst>
                                        <p:tav tm="0">
                                          <p:val>
                                            <p:fltVal val="-90"/>
                                          </p:val>
                                        </p:tav>
                                        <p:tav tm="100000">
                                          <p:val>
                                            <p:fltVal val="0"/>
                                          </p:val>
                                        </p:tav>
                                      </p:tavLst>
                                    </p:anim>
                                    <p:anim calcmode="lin" valueType="num">
                                      <p:cBhvr>
                                        <p:cTn id="28" dur="800" decel="100000" fill="hold"/>
                                        <p:tgtEl>
                                          <p:spTgt spid="15"/>
                                        </p:tgtEl>
                                        <p:attrNameLst>
                                          <p:attrName>ppt_x</p:attrName>
                                        </p:attrNameLst>
                                      </p:cBhvr>
                                      <p:tavLst>
                                        <p:tav tm="0">
                                          <p:val>
                                            <p:strVal val="#ppt_x+0.4"/>
                                          </p:val>
                                        </p:tav>
                                        <p:tav tm="100000">
                                          <p:val>
                                            <p:strVal val="#ppt_x-0.05"/>
                                          </p:val>
                                        </p:tav>
                                      </p:tavLst>
                                    </p:anim>
                                    <p:anim calcmode="lin" valueType="num">
                                      <p:cBhvr>
                                        <p:cTn id="29" dur="800" decel="100000" fill="hold"/>
                                        <p:tgtEl>
                                          <p:spTgt spid="15"/>
                                        </p:tgtEl>
                                        <p:attrNameLst>
                                          <p:attrName>ppt_y</p:attrName>
                                        </p:attrNameLst>
                                      </p:cBhvr>
                                      <p:tavLst>
                                        <p:tav tm="0">
                                          <p:val>
                                            <p:strVal val="#ppt_y-0.4"/>
                                          </p:val>
                                        </p:tav>
                                        <p:tav tm="100000">
                                          <p:val>
                                            <p:strVal val="#ppt_y+0.1"/>
                                          </p:val>
                                        </p:tav>
                                      </p:tavLst>
                                    </p:anim>
                                    <p:anim calcmode="lin" valueType="num">
                                      <p:cBhvr>
                                        <p:cTn id="30" dur="200" accel="100000" fill="hold">
                                          <p:stCondLst>
                                            <p:cond delay="800"/>
                                          </p:stCondLst>
                                        </p:cTn>
                                        <p:tgtEl>
                                          <p:spTgt spid="15"/>
                                        </p:tgtEl>
                                        <p:attrNameLst>
                                          <p:attrName>ppt_x</p:attrName>
                                        </p:attrNameLst>
                                      </p:cBhvr>
                                      <p:tavLst>
                                        <p:tav tm="0">
                                          <p:val>
                                            <p:strVal val="#ppt_x-0.05"/>
                                          </p:val>
                                        </p:tav>
                                        <p:tav tm="100000">
                                          <p:val>
                                            <p:strVal val="#ppt_x"/>
                                          </p:val>
                                        </p:tav>
                                      </p:tavLst>
                                    </p:anim>
                                    <p:anim calcmode="lin" valueType="num">
                                      <p:cBhvr>
                                        <p:cTn id="31" dur="200" accel="100000" fill="hold">
                                          <p:stCondLst>
                                            <p:cond delay="800"/>
                                          </p:stCondLst>
                                        </p:cTn>
                                        <p:tgtEl>
                                          <p:spTgt spid="15"/>
                                        </p:tgtEl>
                                        <p:attrNameLst>
                                          <p:attrName>ppt_y</p:attrName>
                                        </p:attrNameLst>
                                      </p:cBhvr>
                                      <p:tavLst>
                                        <p:tav tm="0">
                                          <p:val>
                                            <p:strVal val="#ppt_y+0.1"/>
                                          </p:val>
                                        </p:tav>
                                        <p:tav tm="100000">
                                          <p:val>
                                            <p:strVal val="#ppt_y"/>
                                          </p:val>
                                        </p:tav>
                                      </p:tavLst>
                                    </p:anim>
                                  </p:childTnLst>
                                </p:cTn>
                              </p:par>
                            </p:childTnLst>
                          </p:cTn>
                        </p:par>
                      </p:childTnLst>
                    </p:cTn>
                  </p:par>
                  <p:par>
                    <p:cTn id="32" fill="hold">
                      <p:stCondLst>
                        <p:cond delay="indefinite"/>
                      </p:stCondLst>
                      <p:childTnLst>
                        <p:par>
                          <p:cTn id="33" fill="hold">
                            <p:stCondLst>
                              <p:cond delay="0"/>
                            </p:stCondLst>
                            <p:childTnLst>
                              <p:par>
                                <p:cTn id="34" presetID="22" presetClass="entr" presetSubtype="4" fill="hold" nodeType="clickEffect">
                                  <p:stCondLst>
                                    <p:cond delay="0"/>
                                  </p:stCondLst>
                                  <p:childTnLst>
                                    <p:set>
                                      <p:cBhvr>
                                        <p:cTn id="35" dur="1" fill="hold">
                                          <p:stCondLst>
                                            <p:cond delay="0"/>
                                          </p:stCondLst>
                                        </p:cTn>
                                        <p:tgtEl>
                                          <p:spTgt spid="56"/>
                                        </p:tgtEl>
                                        <p:attrNameLst>
                                          <p:attrName>style.visibility</p:attrName>
                                        </p:attrNameLst>
                                      </p:cBhvr>
                                      <p:to>
                                        <p:strVal val="visible"/>
                                      </p:to>
                                    </p:set>
                                    <p:animEffect transition="in" filter="wipe(down)">
                                      <p:cBhvr>
                                        <p:cTn id="36" dur="500"/>
                                        <p:tgtEl>
                                          <p:spTgt spid="56"/>
                                        </p:tgtEl>
                                      </p:cBhvr>
                                    </p:animEffect>
                                  </p:childTnLst>
                                </p:cTn>
                              </p:par>
                            </p:childTnLst>
                          </p:cTn>
                        </p:par>
                      </p:childTnLst>
                    </p:cTn>
                  </p:par>
                  <p:par>
                    <p:cTn id="37" fill="hold">
                      <p:stCondLst>
                        <p:cond delay="indefinite"/>
                      </p:stCondLst>
                      <p:childTnLst>
                        <p:par>
                          <p:cTn id="38" fill="hold">
                            <p:stCondLst>
                              <p:cond delay="0"/>
                            </p:stCondLst>
                            <p:childTnLst>
                              <p:par>
                                <p:cTn id="39" presetID="22" presetClass="entr" presetSubtype="4" fill="hold" nodeType="clickEffect">
                                  <p:stCondLst>
                                    <p:cond delay="0"/>
                                  </p:stCondLst>
                                  <p:childTnLst>
                                    <p:set>
                                      <p:cBhvr>
                                        <p:cTn id="40" dur="1" fill="hold">
                                          <p:stCondLst>
                                            <p:cond delay="0"/>
                                          </p:stCondLst>
                                        </p:cTn>
                                        <p:tgtEl>
                                          <p:spTgt spid="57"/>
                                        </p:tgtEl>
                                        <p:attrNameLst>
                                          <p:attrName>style.visibility</p:attrName>
                                        </p:attrNameLst>
                                      </p:cBhvr>
                                      <p:to>
                                        <p:strVal val="visible"/>
                                      </p:to>
                                    </p:set>
                                    <p:animEffect transition="in" filter="wipe(down)">
                                      <p:cBhvr>
                                        <p:cTn id="41" dur="500"/>
                                        <p:tgtEl>
                                          <p:spTgt spid="57"/>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6" grpId="0" animBg="1"/>
      <p:bldP spid="37" grpId="0" animBg="1"/>
    </p:bldLst>
  </p:timing>
</p:sld>
</file>

<file path=ppt/slides/slide1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14" name="组合 13">
            <a:extLst>
              <a:ext uri="{FF2B5EF4-FFF2-40B4-BE49-F238E27FC236}">
                <a16:creationId xmlns:a16="http://schemas.microsoft.com/office/drawing/2014/main" id="{415998DE-3720-47E4-8E7D-662824018373}"/>
              </a:ext>
            </a:extLst>
          </p:cNvPr>
          <p:cNvGrpSpPr/>
          <p:nvPr/>
        </p:nvGrpSpPr>
        <p:grpSpPr>
          <a:xfrm>
            <a:off x="1885804" y="4808824"/>
            <a:ext cx="5121246" cy="542210"/>
            <a:chOff x="1885804" y="4808824"/>
            <a:chExt cx="5121246" cy="542210"/>
          </a:xfrm>
        </p:grpSpPr>
        <p:cxnSp>
          <p:nvCxnSpPr>
            <p:cNvPr id="10" name="直接连接符 9">
              <a:extLst>
                <a:ext uri="{FF2B5EF4-FFF2-40B4-BE49-F238E27FC236}">
                  <a16:creationId xmlns:a16="http://schemas.microsoft.com/office/drawing/2014/main" id="{CE4F9227-AC27-415F-B65F-32A84C607B83}"/>
                </a:ext>
              </a:extLst>
            </p:cNvPr>
            <p:cNvCxnSpPr>
              <a:cxnSpLocks/>
            </p:cNvCxnSpPr>
            <p:nvPr/>
          </p:nvCxnSpPr>
          <p:spPr>
            <a:xfrm>
              <a:off x="1885806" y="4808824"/>
              <a:ext cx="0" cy="526273"/>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8" name="直接连接符 37">
              <a:extLst>
                <a:ext uri="{FF2B5EF4-FFF2-40B4-BE49-F238E27FC236}">
                  <a16:creationId xmlns:a16="http://schemas.microsoft.com/office/drawing/2014/main" id="{E06D5E24-9BE1-4F12-B58B-64426FEE0D6D}"/>
                </a:ext>
              </a:extLst>
            </p:cNvPr>
            <p:cNvCxnSpPr>
              <a:cxnSpLocks/>
            </p:cNvCxnSpPr>
            <p:nvPr/>
          </p:nvCxnSpPr>
          <p:spPr>
            <a:xfrm>
              <a:off x="7007050" y="4808824"/>
              <a:ext cx="0" cy="526273"/>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3" name="直接箭头连接符 12">
              <a:extLst>
                <a:ext uri="{FF2B5EF4-FFF2-40B4-BE49-F238E27FC236}">
                  <a16:creationId xmlns:a16="http://schemas.microsoft.com/office/drawing/2014/main" id="{858F6A39-0C17-442E-9818-46FD9A05A042}"/>
                </a:ext>
              </a:extLst>
            </p:cNvPr>
            <p:cNvCxnSpPr/>
            <p:nvPr/>
          </p:nvCxnSpPr>
          <p:spPr>
            <a:xfrm>
              <a:off x="1885804" y="5165172"/>
              <a:ext cx="5121244" cy="0"/>
            </a:xfrm>
            <a:prstGeom prst="straightConnector1">
              <a:avLst/>
            </a:prstGeom>
            <a:ln w="12700">
              <a:solidFill>
                <a:schemeClr val="tx1"/>
              </a:solidFill>
              <a:headEnd type="triangle"/>
              <a:tailEnd type="triangle"/>
            </a:ln>
          </p:spPr>
          <p:style>
            <a:lnRef idx="1">
              <a:schemeClr val="accent1"/>
            </a:lnRef>
            <a:fillRef idx="0">
              <a:schemeClr val="accent1"/>
            </a:fillRef>
            <a:effectRef idx="0">
              <a:schemeClr val="accent1"/>
            </a:effectRef>
            <a:fontRef idx="minor">
              <a:schemeClr val="tx1"/>
            </a:fontRef>
          </p:style>
        </p:cxnSp>
        <p:sp>
          <p:nvSpPr>
            <p:cNvPr id="11" name="文本框 10">
              <a:extLst>
                <a:ext uri="{FF2B5EF4-FFF2-40B4-BE49-F238E27FC236}">
                  <a16:creationId xmlns:a16="http://schemas.microsoft.com/office/drawing/2014/main" id="{7D9EC78E-D762-475A-B4CC-60E90F5A45C7}"/>
                </a:ext>
              </a:extLst>
            </p:cNvPr>
            <p:cNvSpPr txBox="1"/>
            <p:nvPr/>
          </p:nvSpPr>
          <p:spPr>
            <a:xfrm>
              <a:off x="4290565" y="4981702"/>
              <a:ext cx="311727" cy="369332"/>
            </a:xfrm>
            <a:prstGeom prst="rect">
              <a:avLst/>
            </a:prstGeom>
            <a:solidFill>
              <a:schemeClr val="bg1"/>
            </a:solidFill>
          </p:spPr>
          <p:txBody>
            <a:bodyPr wrap="square" rtlCol="0">
              <a:spAutoFit/>
            </a:bodyPr>
            <a:lstStyle/>
            <a:p>
              <a:pPr algn="ctr"/>
              <a:r>
                <a:rPr lang="zh-CN" altLang="en-US" b="1" dirty="0">
                  <a:solidFill>
                    <a:schemeClr val="accent4"/>
                  </a:solidFill>
                </a:rPr>
                <a:t>帧</a:t>
              </a:r>
            </a:p>
          </p:txBody>
        </p:sp>
      </p:grpSp>
      <p:sp>
        <p:nvSpPr>
          <p:cNvPr id="36" name="矩形 35">
            <a:extLst>
              <a:ext uri="{FF2B5EF4-FFF2-40B4-BE49-F238E27FC236}">
                <a16:creationId xmlns:a16="http://schemas.microsoft.com/office/drawing/2014/main" id="{977C1E51-E1E4-45E7-B10C-2E341400F5F1}"/>
              </a:ext>
            </a:extLst>
          </p:cNvPr>
          <p:cNvSpPr/>
          <p:nvPr/>
        </p:nvSpPr>
        <p:spPr>
          <a:xfrm>
            <a:off x="6122252" y="4252038"/>
            <a:ext cx="884798" cy="641082"/>
          </a:xfrm>
          <a:prstGeom prst="rect">
            <a:avLst/>
          </a:prstGeom>
          <a:solidFill>
            <a:schemeClr val="accent4"/>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zh-CN" altLang="en-US" b="1" dirty="0"/>
              <a:t>链路层首部</a:t>
            </a:r>
          </a:p>
        </p:txBody>
      </p:sp>
      <p:sp>
        <p:nvSpPr>
          <p:cNvPr id="37" name="矩形 36">
            <a:extLst>
              <a:ext uri="{FF2B5EF4-FFF2-40B4-BE49-F238E27FC236}">
                <a16:creationId xmlns:a16="http://schemas.microsoft.com/office/drawing/2014/main" id="{A343C8BC-79DB-4F45-8585-54AB067EF6E1}"/>
              </a:ext>
            </a:extLst>
          </p:cNvPr>
          <p:cNvSpPr/>
          <p:nvPr/>
        </p:nvSpPr>
        <p:spPr>
          <a:xfrm>
            <a:off x="1885806" y="4254902"/>
            <a:ext cx="884798" cy="634303"/>
          </a:xfrm>
          <a:prstGeom prst="rect">
            <a:avLst/>
          </a:prstGeom>
          <a:solidFill>
            <a:schemeClr val="accent4"/>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zh-CN" altLang="en-US" b="1" dirty="0"/>
              <a:t>链路层尾部</a:t>
            </a:r>
          </a:p>
        </p:txBody>
      </p:sp>
      <p:sp>
        <p:nvSpPr>
          <p:cNvPr id="26" name="矩形 25">
            <a:extLst>
              <a:ext uri="{FF2B5EF4-FFF2-40B4-BE49-F238E27FC236}">
                <a16:creationId xmlns:a16="http://schemas.microsoft.com/office/drawing/2014/main" id="{C2D9A0ED-AF4B-46A0-9B5D-EE5C661BB580}"/>
              </a:ext>
            </a:extLst>
          </p:cNvPr>
          <p:cNvSpPr/>
          <p:nvPr/>
        </p:nvSpPr>
        <p:spPr>
          <a:xfrm>
            <a:off x="5237514" y="4252038"/>
            <a:ext cx="884798" cy="641082"/>
          </a:xfrm>
          <a:prstGeom prst="rect">
            <a:avLst/>
          </a:prstGeom>
          <a:solidFill>
            <a:schemeClr val="accent6"/>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zh-CN" altLang="en-US" b="1" dirty="0"/>
              <a:t>网络层</a:t>
            </a:r>
            <a:endParaRPr lang="en-US" altLang="zh-CN" b="1" dirty="0"/>
          </a:p>
          <a:p>
            <a:pPr algn="ctr"/>
            <a:r>
              <a:rPr lang="zh-CN" altLang="en-US" b="1" dirty="0"/>
              <a:t>首部</a:t>
            </a:r>
          </a:p>
        </p:txBody>
      </p:sp>
      <p:sp>
        <p:nvSpPr>
          <p:cNvPr id="27" name="矩形 26">
            <a:extLst>
              <a:ext uri="{FF2B5EF4-FFF2-40B4-BE49-F238E27FC236}">
                <a16:creationId xmlns:a16="http://schemas.microsoft.com/office/drawing/2014/main" id="{E2A3430E-2E1F-4A3F-B65A-5BF37E4136A7}"/>
              </a:ext>
            </a:extLst>
          </p:cNvPr>
          <p:cNvSpPr/>
          <p:nvPr/>
        </p:nvSpPr>
        <p:spPr>
          <a:xfrm>
            <a:off x="4352716" y="4252038"/>
            <a:ext cx="884798" cy="641082"/>
          </a:xfrm>
          <a:prstGeom prst="rect">
            <a:avLst/>
          </a:prstGeom>
          <a:solidFill>
            <a:schemeClr val="accent3"/>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zh-CN" altLang="en-US" b="1" dirty="0"/>
              <a:t>运输层</a:t>
            </a:r>
            <a:endParaRPr lang="en-US" altLang="zh-CN" b="1" dirty="0"/>
          </a:p>
          <a:p>
            <a:pPr algn="ctr"/>
            <a:r>
              <a:rPr lang="zh-CN" altLang="en-US" b="1" dirty="0"/>
              <a:t>首部</a:t>
            </a:r>
          </a:p>
        </p:txBody>
      </p:sp>
      <p:grpSp>
        <p:nvGrpSpPr>
          <p:cNvPr id="4" name="组合 3">
            <a:extLst>
              <a:ext uri="{FF2B5EF4-FFF2-40B4-BE49-F238E27FC236}">
                <a16:creationId xmlns:a16="http://schemas.microsoft.com/office/drawing/2014/main" id="{9A1EA9F2-FCB6-48C3-935F-7AE7E3AD14AC}"/>
              </a:ext>
            </a:extLst>
          </p:cNvPr>
          <p:cNvGrpSpPr/>
          <p:nvPr/>
        </p:nvGrpSpPr>
        <p:grpSpPr>
          <a:xfrm>
            <a:off x="304800" y="749300"/>
            <a:ext cx="6192344" cy="400110"/>
            <a:chOff x="424117" y="898245"/>
            <a:chExt cx="6192344" cy="400110"/>
          </a:xfrm>
        </p:grpSpPr>
        <p:sp>
          <p:nvSpPr>
            <p:cNvPr id="2" name="平行四边形 1">
              <a:extLst>
                <a:ext uri="{FF2B5EF4-FFF2-40B4-BE49-F238E27FC236}">
                  <a16:creationId xmlns:a16="http://schemas.microsoft.com/office/drawing/2014/main" id="{1F5BAA3F-9845-4F89-A2DD-8222D3E4EDAC}"/>
                </a:ext>
              </a:extLst>
            </p:cNvPr>
            <p:cNvSpPr/>
            <p:nvPr/>
          </p:nvSpPr>
          <p:spPr>
            <a:xfrm>
              <a:off x="424117" y="898245"/>
              <a:ext cx="628306" cy="387090"/>
            </a:xfrm>
            <a:prstGeom prst="parallelogram">
              <a:avLst/>
            </a:prstGeom>
            <a:solidFill>
              <a:schemeClr val="accent3">
                <a:lumMod val="75000"/>
              </a:schemeClr>
            </a:solidFill>
            <a:ln>
              <a:solidFill>
                <a:schemeClr val="accent3">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CN" sz="2200" dirty="0">
                  <a:latin typeface="Impact" panose="020B0806030902050204" pitchFamily="34" charset="0"/>
                </a:rPr>
                <a:t>01</a:t>
              </a:r>
              <a:endParaRPr lang="zh-CN" altLang="en-US" sz="2200" dirty="0">
                <a:latin typeface="Impact" panose="020B0806030902050204" pitchFamily="34" charset="0"/>
              </a:endParaRPr>
            </a:p>
          </p:txBody>
        </p:sp>
        <p:sp>
          <p:nvSpPr>
            <p:cNvPr id="3" name="文本框 2">
              <a:extLst>
                <a:ext uri="{FF2B5EF4-FFF2-40B4-BE49-F238E27FC236}">
                  <a16:creationId xmlns:a16="http://schemas.microsoft.com/office/drawing/2014/main" id="{4D6BD736-A4D3-4F26-AFED-36E11F50F70B}"/>
                </a:ext>
              </a:extLst>
            </p:cNvPr>
            <p:cNvSpPr txBox="1"/>
            <p:nvPr/>
          </p:nvSpPr>
          <p:spPr>
            <a:xfrm>
              <a:off x="1052423" y="898245"/>
              <a:ext cx="5564038" cy="400110"/>
            </a:xfrm>
            <a:prstGeom prst="rect">
              <a:avLst/>
            </a:prstGeom>
            <a:noFill/>
          </p:spPr>
          <p:txBody>
            <a:bodyPr wrap="square" rtlCol="0">
              <a:spAutoFit/>
            </a:bodyPr>
            <a:lstStyle/>
            <a:p>
              <a:r>
                <a:rPr lang="zh-CN" altLang="en-US" sz="2000" b="1" dirty="0"/>
                <a:t>数据链路层的三个重要问题</a:t>
              </a:r>
            </a:p>
          </p:txBody>
        </p:sp>
      </p:grpSp>
      <p:sp>
        <p:nvSpPr>
          <p:cNvPr id="5" name="矩形 4">
            <a:extLst>
              <a:ext uri="{FF2B5EF4-FFF2-40B4-BE49-F238E27FC236}">
                <a16:creationId xmlns:a16="http://schemas.microsoft.com/office/drawing/2014/main" id="{FB4CC4FA-7CCC-41E1-871B-4977F1E17651}"/>
              </a:ext>
            </a:extLst>
          </p:cNvPr>
          <p:cNvSpPr/>
          <p:nvPr/>
        </p:nvSpPr>
        <p:spPr>
          <a:xfrm>
            <a:off x="1033908" y="1322263"/>
            <a:ext cx="2761840" cy="476933"/>
          </a:xfrm>
          <a:prstGeom prst="rect">
            <a:avLst/>
          </a:prstGeom>
          <a:solidFill>
            <a:schemeClr val="bg1">
              <a:lumMod val="85000"/>
            </a:schemeClr>
          </a:solidFill>
          <a:ln>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zh-CN" altLang="en-US" sz="2000" b="1" dirty="0"/>
              <a:t>封装成帧和透明传输</a:t>
            </a:r>
          </a:p>
        </p:txBody>
      </p:sp>
      <p:sp>
        <p:nvSpPr>
          <p:cNvPr id="6" name="矩形 5">
            <a:extLst>
              <a:ext uri="{FF2B5EF4-FFF2-40B4-BE49-F238E27FC236}">
                <a16:creationId xmlns:a16="http://schemas.microsoft.com/office/drawing/2014/main" id="{92ED85A3-B968-4E31-8330-9F6C05F07C2A}"/>
              </a:ext>
            </a:extLst>
          </p:cNvPr>
          <p:cNvSpPr/>
          <p:nvPr/>
        </p:nvSpPr>
        <p:spPr>
          <a:xfrm>
            <a:off x="4715080" y="1322263"/>
            <a:ext cx="2761840" cy="476933"/>
          </a:xfrm>
          <a:prstGeom prst="rect">
            <a:avLst/>
          </a:prstGeom>
          <a:solidFill>
            <a:schemeClr val="bg1">
              <a:lumMod val="85000"/>
            </a:schemeClr>
          </a:solidFill>
          <a:ln>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zh-CN" altLang="en-US" sz="2000" b="1" dirty="0"/>
              <a:t>差错检测</a:t>
            </a:r>
          </a:p>
        </p:txBody>
      </p:sp>
      <p:sp>
        <p:nvSpPr>
          <p:cNvPr id="7" name="矩形 6">
            <a:extLst>
              <a:ext uri="{FF2B5EF4-FFF2-40B4-BE49-F238E27FC236}">
                <a16:creationId xmlns:a16="http://schemas.microsoft.com/office/drawing/2014/main" id="{ACEE140B-8012-4836-ABCF-1D94605747E5}"/>
              </a:ext>
            </a:extLst>
          </p:cNvPr>
          <p:cNvSpPr/>
          <p:nvPr/>
        </p:nvSpPr>
        <p:spPr>
          <a:xfrm>
            <a:off x="8396252" y="1322262"/>
            <a:ext cx="2761840" cy="476933"/>
          </a:xfrm>
          <a:prstGeom prst="rect">
            <a:avLst/>
          </a:prstGeom>
          <a:solidFill>
            <a:schemeClr val="bg1">
              <a:lumMod val="85000"/>
            </a:schemeClr>
          </a:solidFill>
          <a:ln>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zh-CN" altLang="en-US" sz="2000" b="1" dirty="0"/>
              <a:t>可靠传输</a:t>
            </a:r>
          </a:p>
        </p:txBody>
      </p:sp>
      <p:sp>
        <p:nvSpPr>
          <p:cNvPr id="8" name="矩形 7">
            <a:extLst>
              <a:ext uri="{FF2B5EF4-FFF2-40B4-BE49-F238E27FC236}">
                <a16:creationId xmlns:a16="http://schemas.microsoft.com/office/drawing/2014/main" id="{CB901CAC-C9C3-471A-A09C-2F51D9DA7BAF}"/>
              </a:ext>
            </a:extLst>
          </p:cNvPr>
          <p:cNvSpPr/>
          <p:nvPr/>
        </p:nvSpPr>
        <p:spPr>
          <a:xfrm>
            <a:off x="1033908" y="1322263"/>
            <a:ext cx="2761840" cy="476933"/>
          </a:xfrm>
          <a:prstGeom prst="rect">
            <a:avLst/>
          </a:prstGeom>
          <a:solidFill>
            <a:schemeClr val="accent3">
              <a:lumMod val="75000"/>
            </a:schemeClr>
          </a:solidFill>
          <a:ln>
            <a:solidFill>
              <a:schemeClr val="accent3">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zh-CN" altLang="en-US" sz="2000" b="1" dirty="0"/>
              <a:t>封装成帧和透明传输</a:t>
            </a:r>
          </a:p>
        </p:txBody>
      </p:sp>
      <p:grpSp>
        <p:nvGrpSpPr>
          <p:cNvPr id="47" name="组合 46">
            <a:extLst>
              <a:ext uri="{FF2B5EF4-FFF2-40B4-BE49-F238E27FC236}">
                <a16:creationId xmlns:a16="http://schemas.microsoft.com/office/drawing/2014/main" id="{B8E542C3-5B58-4C0E-BC48-6396E1469D06}"/>
              </a:ext>
            </a:extLst>
          </p:cNvPr>
          <p:cNvGrpSpPr/>
          <p:nvPr/>
        </p:nvGrpSpPr>
        <p:grpSpPr>
          <a:xfrm>
            <a:off x="601699" y="5648354"/>
            <a:ext cx="10940423" cy="641082"/>
            <a:chOff x="601699" y="5648354"/>
            <a:chExt cx="10940423" cy="641082"/>
          </a:xfrm>
        </p:grpSpPr>
        <p:cxnSp>
          <p:nvCxnSpPr>
            <p:cNvPr id="23" name="直接连接符 22">
              <a:extLst>
                <a:ext uri="{FF2B5EF4-FFF2-40B4-BE49-F238E27FC236}">
                  <a16:creationId xmlns:a16="http://schemas.microsoft.com/office/drawing/2014/main" id="{BB9DF023-15E4-4259-ABBC-43306C5B2694}"/>
                </a:ext>
              </a:extLst>
            </p:cNvPr>
            <p:cNvCxnSpPr>
              <a:cxnSpLocks/>
            </p:cNvCxnSpPr>
            <p:nvPr/>
          </p:nvCxnSpPr>
          <p:spPr>
            <a:xfrm>
              <a:off x="1143721" y="6126777"/>
              <a:ext cx="10027235"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pic>
          <p:nvPicPr>
            <p:cNvPr id="24" name="图形 23">
              <a:extLst>
                <a:ext uri="{FF2B5EF4-FFF2-40B4-BE49-F238E27FC236}">
                  <a16:creationId xmlns:a16="http://schemas.microsoft.com/office/drawing/2014/main" id="{D98CC648-BEF5-49CE-A972-7D0F3F45EC50}"/>
                </a:ext>
              </a:extLst>
            </p:cNvPr>
            <p:cNvPicPr>
              <a:picLocks noChangeAspect="1"/>
            </p:cNvPicPr>
            <p:nvPr/>
          </p:nvPicPr>
          <p:blipFill>
            <a:blip r:embed="rId3">
              <a:extLst>
                <a:ext uri="{28A0092B-C50C-407E-A947-70E740481C1C}">
                  <a14:useLocalDpi xmlns:a14="http://schemas.microsoft.com/office/drawing/2010/main" val="0"/>
                </a:ext>
                <a:ext uri="{96DAC541-7B7A-43D3-8B79-37D633B846F1}">
                  <asvg:svgBlip xmlns:asvg="http://schemas.microsoft.com/office/drawing/2016/SVG/main" r:embed="rId4"/>
                </a:ext>
              </a:extLst>
            </a:blip>
            <a:stretch>
              <a:fillRect/>
            </a:stretch>
          </p:blipFill>
          <p:spPr>
            <a:xfrm>
              <a:off x="601699" y="5648354"/>
              <a:ext cx="662814" cy="641082"/>
            </a:xfrm>
            <a:prstGeom prst="rect">
              <a:avLst/>
            </a:prstGeom>
          </p:spPr>
        </p:pic>
        <p:pic>
          <p:nvPicPr>
            <p:cNvPr id="46" name="图形 45">
              <a:extLst>
                <a:ext uri="{FF2B5EF4-FFF2-40B4-BE49-F238E27FC236}">
                  <a16:creationId xmlns:a16="http://schemas.microsoft.com/office/drawing/2014/main" id="{8077FE65-F3E1-41E0-83D1-5F274C875FB4}"/>
                </a:ext>
              </a:extLst>
            </p:cNvPr>
            <p:cNvPicPr>
              <a:picLocks noChangeAspect="1"/>
            </p:cNvPicPr>
            <p:nvPr/>
          </p:nvPicPr>
          <p:blipFill>
            <a:blip r:embed="rId3">
              <a:extLst>
                <a:ext uri="{28A0092B-C50C-407E-A947-70E740481C1C}">
                  <a14:useLocalDpi xmlns:a14="http://schemas.microsoft.com/office/drawing/2010/main" val="0"/>
                </a:ext>
                <a:ext uri="{96DAC541-7B7A-43D3-8B79-37D633B846F1}">
                  <asvg:svgBlip xmlns:asvg="http://schemas.microsoft.com/office/drawing/2016/SVG/main" r:embed="rId4"/>
                </a:ext>
              </a:extLst>
            </a:blip>
            <a:stretch>
              <a:fillRect/>
            </a:stretch>
          </p:blipFill>
          <p:spPr>
            <a:xfrm>
              <a:off x="10879308" y="5648354"/>
              <a:ext cx="662814" cy="641082"/>
            </a:xfrm>
            <a:prstGeom prst="rect">
              <a:avLst/>
            </a:prstGeom>
          </p:spPr>
        </p:pic>
      </p:grpSp>
      <p:sp>
        <p:nvSpPr>
          <p:cNvPr id="25" name="矩形 24">
            <a:extLst>
              <a:ext uri="{FF2B5EF4-FFF2-40B4-BE49-F238E27FC236}">
                <a16:creationId xmlns:a16="http://schemas.microsoft.com/office/drawing/2014/main" id="{6B184D92-D06A-4BF4-A431-4750420910F9}"/>
              </a:ext>
            </a:extLst>
          </p:cNvPr>
          <p:cNvSpPr/>
          <p:nvPr/>
        </p:nvSpPr>
        <p:spPr>
          <a:xfrm>
            <a:off x="2770606" y="4252038"/>
            <a:ext cx="1582110" cy="641082"/>
          </a:xfrm>
          <a:prstGeom prst="rect">
            <a:avLst/>
          </a:prstGeom>
          <a:solidFill>
            <a:schemeClr val="accent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zh-CN" altLang="en-US" b="1" dirty="0"/>
              <a:t>应用层</a:t>
            </a:r>
            <a:endParaRPr lang="en-US" altLang="zh-CN" b="1" dirty="0"/>
          </a:p>
          <a:p>
            <a:pPr algn="ctr"/>
            <a:r>
              <a:rPr lang="zh-CN" altLang="en-US" b="1" dirty="0"/>
              <a:t>协议数据单元</a:t>
            </a:r>
          </a:p>
        </p:txBody>
      </p:sp>
      <p:sp>
        <p:nvSpPr>
          <p:cNvPr id="17" name="矩形 16">
            <a:extLst>
              <a:ext uri="{FF2B5EF4-FFF2-40B4-BE49-F238E27FC236}">
                <a16:creationId xmlns:a16="http://schemas.microsoft.com/office/drawing/2014/main" id="{331CCD39-77F5-40FF-BCA8-F67211E7B77E}"/>
              </a:ext>
            </a:extLst>
          </p:cNvPr>
          <p:cNvSpPr/>
          <p:nvPr/>
        </p:nvSpPr>
        <p:spPr>
          <a:xfrm>
            <a:off x="304799" y="4894655"/>
            <a:ext cx="1366117" cy="641082"/>
          </a:xfrm>
          <a:prstGeom prst="rect">
            <a:avLst/>
          </a:prstGeom>
          <a:solidFill>
            <a:schemeClr val="tx2"/>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zh-CN" altLang="en-US" b="1" dirty="0"/>
              <a:t>物理层</a:t>
            </a:r>
          </a:p>
        </p:txBody>
      </p:sp>
      <p:sp>
        <p:nvSpPr>
          <p:cNvPr id="18" name="矩形 17">
            <a:extLst>
              <a:ext uri="{FF2B5EF4-FFF2-40B4-BE49-F238E27FC236}">
                <a16:creationId xmlns:a16="http://schemas.microsoft.com/office/drawing/2014/main" id="{69FC6483-9C50-4819-9754-EACC0F2CB804}"/>
              </a:ext>
            </a:extLst>
          </p:cNvPr>
          <p:cNvSpPr/>
          <p:nvPr/>
        </p:nvSpPr>
        <p:spPr>
          <a:xfrm>
            <a:off x="304798" y="2979001"/>
            <a:ext cx="1366117" cy="641082"/>
          </a:xfrm>
          <a:prstGeom prst="rect">
            <a:avLst/>
          </a:prstGeom>
          <a:solidFill>
            <a:schemeClr val="accent3"/>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zh-CN" altLang="en-US" b="1" dirty="0"/>
              <a:t>运输层</a:t>
            </a:r>
          </a:p>
        </p:txBody>
      </p:sp>
      <p:sp>
        <p:nvSpPr>
          <p:cNvPr id="19" name="矩形 18">
            <a:extLst>
              <a:ext uri="{FF2B5EF4-FFF2-40B4-BE49-F238E27FC236}">
                <a16:creationId xmlns:a16="http://schemas.microsoft.com/office/drawing/2014/main" id="{D83DFD0D-718C-48B0-8B70-3C244A7D52A9}"/>
              </a:ext>
            </a:extLst>
          </p:cNvPr>
          <p:cNvSpPr/>
          <p:nvPr/>
        </p:nvSpPr>
        <p:spPr>
          <a:xfrm>
            <a:off x="304800" y="3615356"/>
            <a:ext cx="1366117" cy="641082"/>
          </a:xfrm>
          <a:prstGeom prst="rect">
            <a:avLst/>
          </a:prstGeom>
          <a:solidFill>
            <a:schemeClr val="accent6"/>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zh-CN" altLang="en-US" b="1" dirty="0"/>
              <a:t>网络层</a:t>
            </a:r>
          </a:p>
        </p:txBody>
      </p:sp>
      <p:sp>
        <p:nvSpPr>
          <p:cNvPr id="20" name="矩形 19">
            <a:extLst>
              <a:ext uri="{FF2B5EF4-FFF2-40B4-BE49-F238E27FC236}">
                <a16:creationId xmlns:a16="http://schemas.microsoft.com/office/drawing/2014/main" id="{8804E1C7-7888-49BC-9FBA-6383B146319F}"/>
              </a:ext>
            </a:extLst>
          </p:cNvPr>
          <p:cNvSpPr/>
          <p:nvPr/>
        </p:nvSpPr>
        <p:spPr>
          <a:xfrm>
            <a:off x="304800" y="4255108"/>
            <a:ext cx="1366118" cy="641082"/>
          </a:xfrm>
          <a:prstGeom prst="rect">
            <a:avLst/>
          </a:prstGeom>
          <a:solidFill>
            <a:schemeClr val="accent4"/>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zh-CN" altLang="en-US" b="1" dirty="0"/>
              <a:t>数据链路层</a:t>
            </a:r>
          </a:p>
        </p:txBody>
      </p:sp>
      <p:sp>
        <p:nvSpPr>
          <p:cNvPr id="21" name="矩形 20">
            <a:extLst>
              <a:ext uri="{FF2B5EF4-FFF2-40B4-BE49-F238E27FC236}">
                <a16:creationId xmlns:a16="http://schemas.microsoft.com/office/drawing/2014/main" id="{F87A5916-8A58-43B2-A47E-B337EB0F305A}"/>
              </a:ext>
            </a:extLst>
          </p:cNvPr>
          <p:cNvSpPr/>
          <p:nvPr/>
        </p:nvSpPr>
        <p:spPr>
          <a:xfrm>
            <a:off x="304800" y="2344688"/>
            <a:ext cx="1366117" cy="641082"/>
          </a:xfrm>
          <a:prstGeom prst="rect">
            <a:avLst/>
          </a:prstGeom>
          <a:solidFill>
            <a:schemeClr val="accent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zh-CN" altLang="en-US" b="1" dirty="0"/>
              <a:t>应用层</a:t>
            </a:r>
          </a:p>
        </p:txBody>
      </p:sp>
      <p:sp>
        <p:nvSpPr>
          <p:cNvPr id="30" name="矩形 29">
            <a:extLst>
              <a:ext uri="{FF2B5EF4-FFF2-40B4-BE49-F238E27FC236}">
                <a16:creationId xmlns:a16="http://schemas.microsoft.com/office/drawing/2014/main" id="{4A0DCFCA-BE3F-4C90-9191-22AD09AC33C1}"/>
              </a:ext>
            </a:extLst>
          </p:cNvPr>
          <p:cNvSpPr/>
          <p:nvPr/>
        </p:nvSpPr>
        <p:spPr>
          <a:xfrm>
            <a:off x="10521081" y="4893120"/>
            <a:ext cx="1366117" cy="641082"/>
          </a:xfrm>
          <a:prstGeom prst="rect">
            <a:avLst/>
          </a:prstGeom>
          <a:solidFill>
            <a:schemeClr val="tx2"/>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zh-CN" altLang="en-US" b="1" dirty="0"/>
              <a:t>物理层</a:t>
            </a:r>
          </a:p>
        </p:txBody>
      </p:sp>
      <p:sp>
        <p:nvSpPr>
          <p:cNvPr id="31" name="矩形 30">
            <a:extLst>
              <a:ext uri="{FF2B5EF4-FFF2-40B4-BE49-F238E27FC236}">
                <a16:creationId xmlns:a16="http://schemas.microsoft.com/office/drawing/2014/main" id="{D17F81E8-E4D2-4C40-8DDB-E735D4D5BF88}"/>
              </a:ext>
            </a:extLst>
          </p:cNvPr>
          <p:cNvSpPr/>
          <p:nvPr/>
        </p:nvSpPr>
        <p:spPr>
          <a:xfrm>
            <a:off x="10521080" y="2977466"/>
            <a:ext cx="1366117" cy="641082"/>
          </a:xfrm>
          <a:prstGeom prst="rect">
            <a:avLst/>
          </a:prstGeom>
          <a:solidFill>
            <a:schemeClr val="accent3"/>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zh-CN" altLang="en-US" b="1" dirty="0"/>
              <a:t>运输层</a:t>
            </a:r>
          </a:p>
        </p:txBody>
      </p:sp>
      <p:sp>
        <p:nvSpPr>
          <p:cNvPr id="32" name="矩形 31">
            <a:extLst>
              <a:ext uri="{FF2B5EF4-FFF2-40B4-BE49-F238E27FC236}">
                <a16:creationId xmlns:a16="http://schemas.microsoft.com/office/drawing/2014/main" id="{3A7AB0FE-40C6-4B72-9367-40BA77D7CA6F}"/>
              </a:ext>
            </a:extLst>
          </p:cNvPr>
          <p:cNvSpPr/>
          <p:nvPr/>
        </p:nvSpPr>
        <p:spPr>
          <a:xfrm>
            <a:off x="10521082" y="3613821"/>
            <a:ext cx="1366117" cy="641082"/>
          </a:xfrm>
          <a:prstGeom prst="rect">
            <a:avLst/>
          </a:prstGeom>
          <a:solidFill>
            <a:schemeClr val="accent6"/>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zh-CN" altLang="en-US" b="1" dirty="0"/>
              <a:t>网络层</a:t>
            </a:r>
          </a:p>
        </p:txBody>
      </p:sp>
      <p:sp>
        <p:nvSpPr>
          <p:cNvPr id="33" name="矩形 32">
            <a:extLst>
              <a:ext uri="{FF2B5EF4-FFF2-40B4-BE49-F238E27FC236}">
                <a16:creationId xmlns:a16="http://schemas.microsoft.com/office/drawing/2014/main" id="{F41E4133-2C02-4B85-AB87-5B0A89D903AA}"/>
              </a:ext>
            </a:extLst>
          </p:cNvPr>
          <p:cNvSpPr/>
          <p:nvPr/>
        </p:nvSpPr>
        <p:spPr>
          <a:xfrm>
            <a:off x="10521082" y="4253573"/>
            <a:ext cx="1366118" cy="641082"/>
          </a:xfrm>
          <a:prstGeom prst="rect">
            <a:avLst/>
          </a:prstGeom>
          <a:solidFill>
            <a:schemeClr val="accent4"/>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zh-CN" altLang="en-US" b="1" dirty="0"/>
              <a:t>数据链路层</a:t>
            </a:r>
          </a:p>
        </p:txBody>
      </p:sp>
      <p:sp>
        <p:nvSpPr>
          <p:cNvPr id="34" name="矩形 33">
            <a:extLst>
              <a:ext uri="{FF2B5EF4-FFF2-40B4-BE49-F238E27FC236}">
                <a16:creationId xmlns:a16="http://schemas.microsoft.com/office/drawing/2014/main" id="{378CBB82-77BF-4E7A-8B12-5D23420FABFE}"/>
              </a:ext>
            </a:extLst>
          </p:cNvPr>
          <p:cNvSpPr/>
          <p:nvPr/>
        </p:nvSpPr>
        <p:spPr>
          <a:xfrm>
            <a:off x="10521082" y="2343153"/>
            <a:ext cx="1366117" cy="641082"/>
          </a:xfrm>
          <a:prstGeom prst="rect">
            <a:avLst/>
          </a:prstGeom>
          <a:solidFill>
            <a:schemeClr val="accent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zh-CN" altLang="en-US" b="1" dirty="0"/>
              <a:t>应用层</a:t>
            </a:r>
          </a:p>
        </p:txBody>
      </p:sp>
      <p:graphicFrame>
        <p:nvGraphicFramePr>
          <p:cNvPr id="15" name="表格 15">
            <a:extLst>
              <a:ext uri="{FF2B5EF4-FFF2-40B4-BE49-F238E27FC236}">
                <a16:creationId xmlns:a16="http://schemas.microsoft.com/office/drawing/2014/main" id="{9E10C0FB-42CD-4C93-A33F-BEC1B0B0DE25}"/>
              </a:ext>
            </a:extLst>
          </p:cNvPr>
          <p:cNvGraphicFramePr>
            <a:graphicFrameLocks noGrp="1"/>
          </p:cNvGraphicFramePr>
          <p:nvPr/>
        </p:nvGraphicFramePr>
        <p:xfrm>
          <a:off x="2234436" y="2204107"/>
          <a:ext cx="7913343" cy="1112520"/>
        </p:xfrm>
        <a:graphic>
          <a:graphicData uri="http://schemas.openxmlformats.org/drawingml/2006/table">
            <a:tbl>
              <a:tblPr firstRow="1" bandRow="1">
                <a:tableStyleId>{5C22544A-7EE6-4342-B048-85BDC9FD1C3A}</a:tableStyleId>
              </a:tblPr>
              <a:tblGrid>
                <a:gridCol w="660068">
                  <a:extLst>
                    <a:ext uri="{9D8B030D-6E8A-4147-A177-3AD203B41FA5}">
                      <a16:colId xmlns:a16="http://schemas.microsoft.com/office/drawing/2014/main" val="582556354"/>
                    </a:ext>
                  </a:extLst>
                </a:gridCol>
                <a:gridCol w="953870">
                  <a:extLst>
                    <a:ext uri="{9D8B030D-6E8A-4147-A177-3AD203B41FA5}">
                      <a16:colId xmlns:a16="http://schemas.microsoft.com/office/drawing/2014/main" val="4093275061"/>
                    </a:ext>
                  </a:extLst>
                </a:gridCol>
                <a:gridCol w="3170797">
                  <a:extLst>
                    <a:ext uri="{9D8B030D-6E8A-4147-A177-3AD203B41FA5}">
                      <a16:colId xmlns:a16="http://schemas.microsoft.com/office/drawing/2014/main" val="4188641604"/>
                    </a:ext>
                  </a:extLst>
                </a:gridCol>
                <a:gridCol w="907822">
                  <a:extLst>
                    <a:ext uri="{9D8B030D-6E8A-4147-A177-3AD203B41FA5}">
                      <a16:colId xmlns:a16="http://schemas.microsoft.com/office/drawing/2014/main" val="1218946318"/>
                    </a:ext>
                  </a:extLst>
                </a:gridCol>
                <a:gridCol w="740262">
                  <a:extLst>
                    <a:ext uri="{9D8B030D-6E8A-4147-A177-3AD203B41FA5}">
                      <a16:colId xmlns:a16="http://schemas.microsoft.com/office/drawing/2014/main" val="2777886892"/>
                    </a:ext>
                  </a:extLst>
                </a:gridCol>
                <a:gridCol w="740262">
                  <a:extLst>
                    <a:ext uri="{9D8B030D-6E8A-4147-A177-3AD203B41FA5}">
                      <a16:colId xmlns:a16="http://schemas.microsoft.com/office/drawing/2014/main" val="680954693"/>
                    </a:ext>
                  </a:extLst>
                </a:gridCol>
                <a:gridCol w="740262">
                  <a:extLst>
                    <a:ext uri="{9D8B030D-6E8A-4147-A177-3AD203B41FA5}">
                      <a16:colId xmlns:a16="http://schemas.microsoft.com/office/drawing/2014/main" val="286568337"/>
                    </a:ext>
                  </a:extLst>
                </a:gridCol>
              </a:tblGrid>
              <a:tr h="370840">
                <a:tc gridSpan="7">
                  <a:txBody>
                    <a:bodyPr/>
                    <a:lstStyle/>
                    <a:p>
                      <a:pPr algn="ctr"/>
                      <a:r>
                        <a:rPr lang="en-US" altLang="zh-CN" b="1" dirty="0">
                          <a:solidFill>
                            <a:schemeClr val="accent4"/>
                          </a:solidFill>
                        </a:rPr>
                        <a:t>PPP</a:t>
                      </a:r>
                      <a:r>
                        <a:rPr lang="zh-CN" altLang="en-US" b="1" dirty="0">
                          <a:solidFill>
                            <a:schemeClr val="accent4"/>
                          </a:solidFill>
                        </a:rPr>
                        <a:t>帧</a:t>
                      </a: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hMerge="1">
                  <a:txBody>
                    <a:bodyPr/>
                    <a:lstStyle/>
                    <a:p>
                      <a:endParaRPr lang="zh-CN" altLang="en-US" dirty="0"/>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hMerge="1">
                  <a:txBody>
                    <a:bodyPr/>
                    <a:lstStyle/>
                    <a:p>
                      <a:endParaRPr lang="zh-CN" altLang="en-US" dirty="0"/>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hMerge="1">
                  <a:txBody>
                    <a:bodyPr/>
                    <a:lstStyle/>
                    <a:p>
                      <a:endParaRPr lang="zh-CN" altLang="en-US" dirty="0"/>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hMerge="1">
                  <a:txBody>
                    <a:bodyPr/>
                    <a:lstStyle/>
                    <a:p>
                      <a:endParaRPr lang="zh-CN" altLang="en-US" dirty="0"/>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hMerge="1">
                  <a:txBody>
                    <a:bodyPr/>
                    <a:lstStyle/>
                    <a:p>
                      <a:pPr algn="ctr"/>
                      <a:endParaRPr lang="zh-CN" altLang="en-US" b="1" dirty="0">
                        <a:solidFill>
                          <a:schemeClr val="accent4"/>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hMerge="1">
                  <a:txBody>
                    <a:bodyPr/>
                    <a:lstStyle/>
                    <a:p>
                      <a:pPr algn="ctr"/>
                      <a:endParaRPr lang="zh-CN" altLang="en-US" b="1" dirty="0">
                        <a:solidFill>
                          <a:schemeClr val="accent4"/>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extLst>
                  <a:ext uri="{0D108BD9-81ED-4DB2-BD59-A6C34878D82A}">
                    <a16:rowId xmlns:a16="http://schemas.microsoft.com/office/drawing/2014/main" val="751715214"/>
                  </a:ext>
                </a:extLst>
              </a:tr>
              <a:tr h="370840">
                <a:tc>
                  <a:txBody>
                    <a:bodyPr/>
                    <a:lstStyle/>
                    <a:p>
                      <a:pPr algn="ctr"/>
                      <a:r>
                        <a:rPr lang="en-US" altLang="zh-CN" b="1" dirty="0">
                          <a:solidFill>
                            <a:schemeClr val="accent4"/>
                          </a:solidFill>
                        </a:rPr>
                        <a:t>1 B</a:t>
                      </a:r>
                      <a:endParaRPr lang="zh-CN" altLang="en-US" b="1" dirty="0">
                        <a:solidFill>
                          <a:schemeClr val="accent4"/>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algn="ctr"/>
                      <a:r>
                        <a:rPr lang="en-US" altLang="zh-CN" b="1" dirty="0">
                          <a:solidFill>
                            <a:schemeClr val="accent4"/>
                          </a:solidFill>
                        </a:rPr>
                        <a:t>2 B</a:t>
                      </a:r>
                      <a:endParaRPr lang="zh-CN" altLang="en-US" b="1" dirty="0">
                        <a:solidFill>
                          <a:schemeClr val="accent4"/>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algn="ctr"/>
                      <a:r>
                        <a:rPr lang="zh-CN" altLang="en-US" b="1" dirty="0">
                          <a:solidFill>
                            <a:schemeClr val="accent4"/>
                          </a:solidFill>
                        </a:rPr>
                        <a:t>最大 </a:t>
                      </a:r>
                      <a:r>
                        <a:rPr lang="en-US" altLang="zh-CN" b="1" dirty="0">
                          <a:solidFill>
                            <a:schemeClr val="accent4"/>
                          </a:solidFill>
                        </a:rPr>
                        <a:t>1500 B</a:t>
                      </a:r>
                      <a:endParaRPr lang="zh-CN" altLang="en-US" b="1" dirty="0">
                        <a:solidFill>
                          <a:schemeClr val="accent4"/>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algn="ctr"/>
                      <a:r>
                        <a:rPr lang="en-US" altLang="zh-CN" b="1" dirty="0">
                          <a:solidFill>
                            <a:schemeClr val="accent4"/>
                          </a:solidFill>
                        </a:rPr>
                        <a:t>2 B</a:t>
                      </a:r>
                      <a:endParaRPr lang="zh-CN" altLang="en-US" b="1" dirty="0">
                        <a:solidFill>
                          <a:schemeClr val="accent4"/>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algn="ctr"/>
                      <a:r>
                        <a:rPr lang="en-US" altLang="zh-CN" b="1" dirty="0">
                          <a:solidFill>
                            <a:schemeClr val="accent4"/>
                          </a:solidFill>
                        </a:rPr>
                        <a:t>1 B</a:t>
                      </a:r>
                      <a:endParaRPr lang="zh-CN" altLang="en-US" b="1" dirty="0">
                        <a:solidFill>
                          <a:schemeClr val="accent4"/>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algn="ctr"/>
                      <a:r>
                        <a:rPr lang="en-US" altLang="zh-CN" b="1" dirty="0">
                          <a:solidFill>
                            <a:schemeClr val="accent4"/>
                          </a:solidFill>
                        </a:rPr>
                        <a:t>1 B</a:t>
                      </a:r>
                      <a:endParaRPr lang="zh-CN" altLang="en-US" b="1" dirty="0">
                        <a:solidFill>
                          <a:schemeClr val="accent4"/>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algn="ctr"/>
                      <a:r>
                        <a:rPr lang="en-US" altLang="zh-CN" b="1" dirty="0">
                          <a:solidFill>
                            <a:schemeClr val="accent4"/>
                          </a:solidFill>
                        </a:rPr>
                        <a:t>1 B</a:t>
                      </a:r>
                      <a:endParaRPr lang="zh-CN" altLang="en-US" b="1" dirty="0">
                        <a:solidFill>
                          <a:schemeClr val="accent4"/>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extLst>
                  <a:ext uri="{0D108BD9-81ED-4DB2-BD59-A6C34878D82A}">
                    <a16:rowId xmlns:a16="http://schemas.microsoft.com/office/drawing/2014/main" val="1983352797"/>
                  </a:ext>
                </a:extLst>
              </a:tr>
              <a:tr h="370840">
                <a:tc>
                  <a:txBody>
                    <a:bodyPr/>
                    <a:lstStyle/>
                    <a:p>
                      <a:pPr algn="ctr"/>
                      <a:r>
                        <a:rPr lang="zh-CN" altLang="en-US" b="1" dirty="0">
                          <a:solidFill>
                            <a:schemeClr val="accent4"/>
                          </a:solidFill>
                        </a:rPr>
                        <a:t>标志</a:t>
                      </a: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algn="ctr"/>
                      <a:r>
                        <a:rPr lang="en-US" altLang="zh-CN" b="1" dirty="0">
                          <a:solidFill>
                            <a:schemeClr val="accent4"/>
                          </a:solidFill>
                        </a:rPr>
                        <a:t>FCS</a:t>
                      </a:r>
                      <a:endParaRPr lang="zh-CN" altLang="en-US" b="1" dirty="0">
                        <a:solidFill>
                          <a:schemeClr val="accent4"/>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algn="ctr"/>
                      <a:r>
                        <a:rPr lang="zh-CN" altLang="en-US" b="1" dirty="0">
                          <a:solidFill>
                            <a:schemeClr val="accent4"/>
                          </a:solidFill>
                        </a:rPr>
                        <a:t>数据载荷</a:t>
                      </a: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algn="ctr"/>
                      <a:r>
                        <a:rPr lang="zh-CN" altLang="en-US" b="1" dirty="0">
                          <a:solidFill>
                            <a:schemeClr val="accent4"/>
                          </a:solidFill>
                        </a:rPr>
                        <a:t>协议</a:t>
                      </a: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algn="ctr"/>
                      <a:r>
                        <a:rPr lang="zh-CN" altLang="en-US" b="1" dirty="0">
                          <a:solidFill>
                            <a:schemeClr val="accent4"/>
                          </a:solidFill>
                        </a:rPr>
                        <a:t>控制</a:t>
                      </a: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algn="ctr"/>
                      <a:r>
                        <a:rPr lang="zh-CN" altLang="en-US" b="1" dirty="0">
                          <a:solidFill>
                            <a:schemeClr val="accent4"/>
                          </a:solidFill>
                        </a:rPr>
                        <a:t>地址</a:t>
                      </a: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algn="ctr"/>
                      <a:r>
                        <a:rPr lang="zh-CN" altLang="en-US" b="1" dirty="0">
                          <a:solidFill>
                            <a:schemeClr val="accent4"/>
                          </a:solidFill>
                        </a:rPr>
                        <a:t>标志</a:t>
                      </a: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extLst>
                  <a:ext uri="{0D108BD9-81ED-4DB2-BD59-A6C34878D82A}">
                    <a16:rowId xmlns:a16="http://schemas.microsoft.com/office/drawing/2014/main" val="1832940591"/>
                  </a:ext>
                </a:extLst>
              </a:tr>
            </a:tbl>
          </a:graphicData>
        </a:graphic>
      </p:graphicFrame>
      <p:grpSp>
        <p:nvGrpSpPr>
          <p:cNvPr id="35" name="组合 34">
            <a:extLst>
              <a:ext uri="{FF2B5EF4-FFF2-40B4-BE49-F238E27FC236}">
                <a16:creationId xmlns:a16="http://schemas.microsoft.com/office/drawing/2014/main" id="{A351A1D1-DEE4-4FA1-BDD2-1E8E996E68F0}"/>
              </a:ext>
            </a:extLst>
          </p:cNvPr>
          <p:cNvGrpSpPr/>
          <p:nvPr/>
        </p:nvGrpSpPr>
        <p:grpSpPr>
          <a:xfrm>
            <a:off x="6122250" y="3323085"/>
            <a:ext cx="4025528" cy="940395"/>
            <a:chOff x="6122250" y="3323085"/>
            <a:chExt cx="4025528" cy="940395"/>
          </a:xfrm>
        </p:grpSpPr>
        <p:cxnSp>
          <p:nvCxnSpPr>
            <p:cNvPr id="22" name="直接连接符 21">
              <a:extLst>
                <a:ext uri="{FF2B5EF4-FFF2-40B4-BE49-F238E27FC236}">
                  <a16:creationId xmlns:a16="http://schemas.microsoft.com/office/drawing/2014/main" id="{A4699086-365A-4262-9A9B-23A147E267D4}"/>
                </a:ext>
              </a:extLst>
            </p:cNvPr>
            <p:cNvCxnSpPr>
              <a:cxnSpLocks/>
            </p:cNvCxnSpPr>
            <p:nvPr/>
          </p:nvCxnSpPr>
          <p:spPr>
            <a:xfrm flipH="1">
              <a:off x="6122250" y="3323085"/>
              <a:ext cx="884798" cy="940395"/>
            </a:xfrm>
            <a:prstGeom prst="line">
              <a:avLst/>
            </a:prstGeom>
            <a:ln w="12700">
              <a:solidFill>
                <a:schemeClr val="tx1"/>
              </a:solidFill>
              <a:prstDash val="dash"/>
            </a:ln>
          </p:spPr>
          <p:style>
            <a:lnRef idx="1">
              <a:schemeClr val="accent1"/>
            </a:lnRef>
            <a:fillRef idx="0">
              <a:schemeClr val="accent1"/>
            </a:fillRef>
            <a:effectRef idx="0">
              <a:schemeClr val="accent1"/>
            </a:effectRef>
            <a:fontRef idx="minor">
              <a:schemeClr val="tx1"/>
            </a:fontRef>
          </p:style>
        </p:cxnSp>
        <p:cxnSp>
          <p:nvCxnSpPr>
            <p:cNvPr id="43" name="直接连接符 42">
              <a:extLst>
                <a:ext uri="{FF2B5EF4-FFF2-40B4-BE49-F238E27FC236}">
                  <a16:creationId xmlns:a16="http://schemas.microsoft.com/office/drawing/2014/main" id="{DA624DDF-1FA3-4A0B-B106-907533419181}"/>
                </a:ext>
              </a:extLst>
            </p:cNvPr>
            <p:cNvCxnSpPr>
              <a:cxnSpLocks/>
            </p:cNvCxnSpPr>
            <p:nvPr/>
          </p:nvCxnSpPr>
          <p:spPr>
            <a:xfrm flipH="1">
              <a:off x="7007050" y="3323085"/>
              <a:ext cx="3140728" cy="931818"/>
            </a:xfrm>
            <a:prstGeom prst="line">
              <a:avLst/>
            </a:prstGeom>
            <a:ln w="12700">
              <a:solidFill>
                <a:schemeClr val="tx1"/>
              </a:solidFill>
              <a:prstDash val="dash"/>
            </a:ln>
          </p:spPr>
          <p:style>
            <a:lnRef idx="1">
              <a:schemeClr val="accent1"/>
            </a:lnRef>
            <a:fillRef idx="0">
              <a:schemeClr val="accent1"/>
            </a:fillRef>
            <a:effectRef idx="0">
              <a:schemeClr val="accent1"/>
            </a:effectRef>
            <a:fontRef idx="minor">
              <a:schemeClr val="tx1"/>
            </a:fontRef>
          </p:style>
        </p:cxnSp>
      </p:grpSp>
      <p:grpSp>
        <p:nvGrpSpPr>
          <p:cNvPr id="39" name="组合 38">
            <a:extLst>
              <a:ext uri="{FF2B5EF4-FFF2-40B4-BE49-F238E27FC236}">
                <a16:creationId xmlns:a16="http://schemas.microsoft.com/office/drawing/2014/main" id="{D99BF2D9-F430-439B-AB16-C9FB0791A333}"/>
              </a:ext>
            </a:extLst>
          </p:cNvPr>
          <p:cNvGrpSpPr/>
          <p:nvPr/>
        </p:nvGrpSpPr>
        <p:grpSpPr>
          <a:xfrm>
            <a:off x="1880997" y="3316627"/>
            <a:ext cx="1967377" cy="955700"/>
            <a:chOff x="1880997" y="3316627"/>
            <a:chExt cx="1967377" cy="955700"/>
          </a:xfrm>
        </p:grpSpPr>
        <p:cxnSp>
          <p:nvCxnSpPr>
            <p:cNvPr id="52" name="直接连接符 51">
              <a:extLst>
                <a:ext uri="{FF2B5EF4-FFF2-40B4-BE49-F238E27FC236}">
                  <a16:creationId xmlns:a16="http://schemas.microsoft.com/office/drawing/2014/main" id="{209E70E0-929F-452B-84F7-D1D0AECB3B45}"/>
                </a:ext>
              </a:extLst>
            </p:cNvPr>
            <p:cNvCxnSpPr>
              <a:cxnSpLocks/>
            </p:cNvCxnSpPr>
            <p:nvPr/>
          </p:nvCxnSpPr>
          <p:spPr>
            <a:xfrm flipH="1">
              <a:off x="2770574" y="3316627"/>
              <a:ext cx="1077800" cy="955700"/>
            </a:xfrm>
            <a:prstGeom prst="line">
              <a:avLst/>
            </a:prstGeom>
            <a:ln w="12700">
              <a:solidFill>
                <a:schemeClr val="tx1"/>
              </a:solidFill>
              <a:prstDash val="dash"/>
            </a:ln>
          </p:spPr>
          <p:style>
            <a:lnRef idx="1">
              <a:schemeClr val="accent1"/>
            </a:lnRef>
            <a:fillRef idx="0">
              <a:schemeClr val="accent1"/>
            </a:fillRef>
            <a:effectRef idx="0">
              <a:schemeClr val="accent1"/>
            </a:effectRef>
            <a:fontRef idx="minor">
              <a:schemeClr val="tx1"/>
            </a:fontRef>
          </p:style>
        </p:cxnSp>
        <p:cxnSp>
          <p:nvCxnSpPr>
            <p:cNvPr id="54" name="直接连接符 53">
              <a:extLst>
                <a:ext uri="{FF2B5EF4-FFF2-40B4-BE49-F238E27FC236}">
                  <a16:creationId xmlns:a16="http://schemas.microsoft.com/office/drawing/2014/main" id="{F50840A0-F447-49A5-B9C0-86ED1C669CC1}"/>
                </a:ext>
              </a:extLst>
            </p:cNvPr>
            <p:cNvCxnSpPr>
              <a:cxnSpLocks/>
            </p:cNvCxnSpPr>
            <p:nvPr/>
          </p:nvCxnSpPr>
          <p:spPr>
            <a:xfrm flipH="1">
              <a:off x="1880997" y="3323085"/>
              <a:ext cx="353437" cy="949242"/>
            </a:xfrm>
            <a:prstGeom prst="line">
              <a:avLst/>
            </a:prstGeom>
            <a:ln w="12700">
              <a:solidFill>
                <a:schemeClr val="tx1"/>
              </a:solidFill>
              <a:prstDash val="dash"/>
            </a:ln>
          </p:spPr>
          <p:style>
            <a:lnRef idx="1">
              <a:schemeClr val="accent1"/>
            </a:lnRef>
            <a:fillRef idx="0">
              <a:schemeClr val="accent1"/>
            </a:fillRef>
            <a:effectRef idx="0">
              <a:schemeClr val="accent1"/>
            </a:effectRef>
            <a:fontRef idx="minor">
              <a:schemeClr val="tx1"/>
            </a:fontRef>
          </p:style>
        </p:cxnSp>
      </p:grpSp>
    </p:spTree>
    <p:custDataLst>
      <p:tags r:id="rId1"/>
    </p:custDataLst>
    <p:extLst>
      <p:ext uri="{BB962C8B-B14F-4D97-AF65-F5344CB8AC3E}">
        <p14:creationId xmlns:p14="http://schemas.microsoft.com/office/powerpoint/2010/main" val="3700283892"/>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30" presetClass="entr" presetSubtype="0" fill="hold" nodeType="withEffect">
                                  <p:stCondLst>
                                    <p:cond delay="0"/>
                                  </p:stCondLst>
                                  <p:childTnLst>
                                    <p:set>
                                      <p:cBhvr>
                                        <p:cTn id="6" dur="1" fill="hold">
                                          <p:stCondLst>
                                            <p:cond delay="0"/>
                                          </p:stCondLst>
                                        </p:cTn>
                                        <p:tgtEl>
                                          <p:spTgt spid="15"/>
                                        </p:tgtEl>
                                        <p:attrNameLst>
                                          <p:attrName>style.visibility</p:attrName>
                                        </p:attrNameLst>
                                      </p:cBhvr>
                                      <p:to>
                                        <p:strVal val="visible"/>
                                      </p:to>
                                    </p:set>
                                    <p:animEffect transition="in" filter="fade">
                                      <p:cBhvr>
                                        <p:cTn id="7" dur="800" decel="100000"/>
                                        <p:tgtEl>
                                          <p:spTgt spid="15"/>
                                        </p:tgtEl>
                                      </p:cBhvr>
                                    </p:animEffect>
                                    <p:anim calcmode="lin" valueType="num">
                                      <p:cBhvr>
                                        <p:cTn id="8" dur="800" decel="100000" fill="hold"/>
                                        <p:tgtEl>
                                          <p:spTgt spid="15"/>
                                        </p:tgtEl>
                                        <p:attrNameLst>
                                          <p:attrName>style.rotation</p:attrName>
                                        </p:attrNameLst>
                                      </p:cBhvr>
                                      <p:tavLst>
                                        <p:tav tm="0">
                                          <p:val>
                                            <p:fltVal val="-90"/>
                                          </p:val>
                                        </p:tav>
                                        <p:tav tm="100000">
                                          <p:val>
                                            <p:fltVal val="0"/>
                                          </p:val>
                                        </p:tav>
                                      </p:tavLst>
                                    </p:anim>
                                    <p:anim calcmode="lin" valueType="num">
                                      <p:cBhvr>
                                        <p:cTn id="9" dur="800" decel="100000" fill="hold"/>
                                        <p:tgtEl>
                                          <p:spTgt spid="15"/>
                                        </p:tgtEl>
                                        <p:attrNameLst>
                                          <p:attrName>ppt_x</p:attrName>
                                        </p:attrNameLst>
                                      </p:cBhvr>
                                      <p:tavLst>
                                        <p:tav tm="0">
                                          <p:val>
                                            <p:strVal val="#ppt_x+0.4"/>
                                          </p:val>
                                        </p:tav>
                                        <p:tav tm="100000">
                                          <p:val>
                                            <p:strVal val="#ppt_x-0.05"/>
                                          </p:val>
                                        </p:tav>
                                      </p:tavLst>
                                    </p:anim>
                                    <p:anim calcmode="lin" valueType="num">
                                      <p:cBhvr>
                                        <p:cTn id="10" dur="800" decel="100000" fill="hold"/>
                                        <p:tgtEl>
                                          <p:spTgt spid="15"/>
                                        </p:tgtEl>
                                        <p:attrNameLst>
                                          <p:attrName>ppt_y</p:attrName>
                                        </p:attrNameLst>
                                      </p:cBhvr>
                                      <p:tavLst>
                                        <p:tav tm="0">
                                          <p:val>
                                            <p:strVal val="#ppt_y-0.4"/>
                                          </p:val>
                                        </p:tav>
                                        <p:tav tm="100000">
                                          <p:val>
                                            <p:strVal val="#ppt_y+0.1"/>
                                          </p:val>
                                        </p:tav>
                                      </p:tavLst>
                                    </p:anim>
                                    <p:anim calcmode="lin" valueType="num">
                                      <p:cBhvr>
                                        <p:cTn id="11" dur="200" accel="100000" fill="hold">
                                          <p:stCondLst>
                                            <p:cond delay="800"/>
                                          </p:stCondLst>
                                        </p:cTn>
                                        <p:tgtEl>
                                          <p:spTgt spid="15"/>
                                        </p:tgtEl>
                                        <p:attrNameLst>
                                          <p:attrName>ppt_x</p:attrName>
                                        </p:attrNameLst>
                                      </p:cBhvr>
                                      <p:tavLst>
                                        <p:tav tm="0">
                                          <p:val>
                                            <p:strVal val="#ppt_x-0.05"/>
                                          </p:val>
                                        </p:tav>
                                        <p:tav tm="100000">
                                          <p:val>
                                            <p:strVal val="#ppt_x"/>
                                          </p:val>
                                        </p:tav>
                                      </p:tavLst>
                                    </p:anim>
                                    <p:anim calcmode="lin" valueType="num">
                                      <p:cBhvr>
                                        <p:cTn id="12" dur="200" accel="100000" fill="hold">
                                          <p:stCondLst>
                                            <p:cond delay="800"/>
                                          </p:stCondLst>
                                        </p:cTn>
                                        <p:tgtEl>
                                          <p:spTgt spid="15"/>
                                        </p:tgtEl>
                                        <p:attrNameLst>
                                          <p:attrName>ppt_y</p:attrName>
                                        </p:attrNameLst>
                                      </p:cBhvr>
                                      <p:tavLst>
                                        <p:tav tm="0">
                                          <p:val>
                                            <p:strVal val="#ppt_y+0.1"/>
                                          </p:val>
                                        </p:tav>
                                        <p:tav tm="100000">
                                          <p:val>
                                            <p:strVal val="#ppt_y"/>
                                          </p:val>
                                        </p:tav>
                                      </p:tavLst>
                                    </p:anim>
                                  </p:childTnLst>
                                </p:cTn>
                              </p:par>
                            </p:childTnLst>
                          </p:cTn>
                        </p:par>
                      </p:childTnLst>
                    </p:cTn>
                  </p:par>
                  <p:par>
                    <p:cTn id="13" fill="hold">
                      <p:stCondLst>
                        <p:cond delay="indefinite"/>
                      </p:stCondLst>
                      <p:childTnLst>
                        <p:par>
                          <p:cTn id="14" fill="hold">
                            <p:stCondLst>
                              <p:cond delay="0"/>
                            </p:stCondLst>
                            <p:childTnLst>
                              <p:par>
                                <p:cTn id="15" presetID="22" presetClass="entr" presetSubtype="4" fill="hold" nodeType="clickEffect">
                                  <p:stCondLst>
                                    <p:cond delay="0"/>
                                  </p:stCondLst>
                                  <p:childTnLst>
                                    <p:set>
                                      <p:cBhvr>
                                        <p:cTn id="16" dur="1" fill="hold">
                                          <p:stCondLst>
                                            <p:cond delay="0"/>
                                          </p:stCondLst>
                                        </p:cTn>
                                        <p:tgtEl>
                                          <p:spTgt spid="35"/>
                                        </p:tgtEl>
                                        <p:attrNameLst>
                                          <p:attrName>style.visibility</p:attrName>
                                        </p:attrNameLst>
                                      </p:cBhvr>
                                      <p:to>
                                        <p:strVal val="visible"/>
                                      </p:to>
                                    </p:set>
                                    <p:animEffect transition="in" filter="wipe(down)">
                                      <p:cBhvr>
                                        <p:cTn id="17" dur="500"/>
                                        <p:tgtEl>
                                          <p:spTgt spid="35"/>
                                        </p:tgtEl>
                                      </p:cBhvr>
                                    </p:animEffect>
                                  </p:childTnLst>
                                </p:cTn>
                              </p:par>
                            </p:childTnLst>
                          </p:cTn>
                        </p:par>
                      </p:childTnLst>
                    </p:cTn>
                  </p:par>
                  <p:par>
                    <p:cTn id="18" fill="hold">
                      <p:stCondLst>
                        <p:cond delay="indefinite"/>
                      </p:stCondLst>
                      <p:childTnLst>
                        <p:par>
                          <p:cTn id="19" fill="hold">
                            <p:stCondLst>
                              <p:cond delay="0"/>
                            </p:stCondLst>
                            <p:childTnLst>
                              <p:par>
                                <p:cTn id="20" presetID="22" presetClass="entr" presetSubtype="4" fill="hold" nodeType="clickEffect">
                                  <p:stCondLst>
                                    <p:cond delay="0"/>
                                  </p:stCondLst>
                                  <p:childTnLst>
                                    <p:set>
                                      <p:cBhvr>
                                        <p:cTn id="21" dur="1" fill="hold">
                                          <p:stCondLst>
                                            <p:cond delay="0"/>
                                          </p:stCondLst>
                                        </p:cTn>
                                        <p:tgtEl>
                                          <p:spTgt spid="39"/>
                                        </p:tgtEl>
                                        <p:attrNameLst>
                                          <p:attrName>style.visibility</p:attrName>
                                        </p:attrNameLst>
                                      </p:cBhvr>
                                      <p:to>
                                        <p:strVal val="visible"/>
                                      </p:to>
                                    </p:set>
                                    <p:animEffect transition="in" filter="wipe(down)">
                                      <p:cBhvr>
                                        <p:cTn id="22" dur="500"/>
                                        <p:tgtEl>
                                          <p:spTgt spid="39"/>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1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69" name="组合 68">
            <a:extLst>
              <a:ext uri="{FF2B5EF4-FFF2-40B4-BE49-F238E27FC236}">
                <a16:creationId xmlns:a16="http://schemas.microsoft.com/office/drawing/2014/main" id="{1418901F-CDFC-4362-B8A9-92EDAB9FCDB7}"/>
              </a:ext>
            </a:extLst>
          </p:cNvPr>
          <p:cNvGrpSpPr/>
          <p:nvPr/>
        </p:nvGrpSpPr>
        <p:grpSpPr>
          <a:xfrm>
            <a:off x="1721713" y="2703016"/>
            <a:ext cx="8750574" cy="1285714"/>
            <a:chOff x="1707859" y="2703016"/>
            <a:chExt cx="8750574" cy="1285714"/>
          </a:xfrm>
        </p:grpSpPr>
        <p:pic>
          <p:nvPicPr>
            <p:cNvPr id="67" name="图片 66" descr="文本&#10;&#10;描述已自动生成">
              <a:extLst>
                <a:ext uri="{FF2B5EF4-FFF2-40B4-BE49-F238E27FC236}">
                  <a16:creationId xmlns:a16="http://schemas.microsoft.com/office/drawing/2014/main" id="{F1393FF0-76B6-4522-B9DB-3B52CF1EA784}"/>
                </a:ext>
              </a:extLst>
            </p:cNvPr>
            <p:cNvPicPr>
              <a:picLocks noChangeAspect="1"/>
            </p:cNvPicPr>
            <p:nvPr/>
          </p:nvPicPr>
          <p:blipFill>
            <a:blip r:embed="rId3" cstate="print">
              <a:extLst>
                <a:ext uri="{28A0092B-C50C-407E-A947-70E740481C1C}">
                  <a14:useLocalDpi xmlns:a14="http://schemas.microsoft.com/office/drawing/2010/main" val="0"/>
                </a:ext>
              </a:extLst>
            </a:blip>
            <a:stretch>
              <a:fillRect/>
            </a:stretch>
          </p:blipFill>
          <p:spPr>
            <a:xfrm>
              <a:off x="1707859" y="2703016"/>
              <a:ext cx="4455665" cy="1285714"/>
            </a:xfrm>
            <a:prstGeom prst="rect">
              <a:avLst/>
            </a:prstGeom>
          </p:spPr>
        </p:pic>
        <p:pic>
          <p:nvPicPr>
            <p:cNvPr id="68" name="图片 67" descr="文本&#10;&#10;描述已自动生成">
              <a:extLst>
                <a:ext uri="{FF2B5EF4-FFF2-40B4-BE49-F238E27FC236}">
                  <a16:creationId xmlns:a16="http://schemas.microsoft.com/office/drawing/2014/main" id="{517C8864-074D-476C-B0CB-0CED4E3F217D}"/>
                </a:ext>
              </a:extLst>
            </p:cNvPr>
            <p:cNvPicPr>
              <a:picLocks noChangeAspect="1"/>
            </p:cNvPicPr>
            <p:nvPr/>
          </p:nvPicPr>
          <p:blipFill>
            <a:blip r:embed="rId3" cstate="print">
              <a:extLst>
                <a:ext uri="{28A0092B-C50C-407E-A947-70E740481C1C}">
                  <a14:useLocalDpi xmlns:a14="http://schemas.microsoft.com/office/drawing/2010/main" val="0"/>
                </a:ext>
              </a:extLst>
            </a:blip>
            <a:stretch>
              <a:fillRect/>
            </a:stretch>
          </p:blipFill>
          <p:spPr>
            <a:xfrm>
              <a:off x="6002768" y="2703016"/>
              <a:ext cx="4455665" cy="1285714"/>
            </a:xfrm>
            <a:prstGeom prst="rect">
              <a:avLst/>
            </a:prstGeom>
          </p:spPr>
        </p:pic>
      </p:grpSp>
      <p:grpSp>
        <p:nvGrpSpPr>
          <p:cNvPr id="4" name="组合 3">
            <a:extLst>
              <a:ext uri="{FF2B5EF4-FFF2-40B4-BE49-F238E27FC236}">
                <a16:creationId xmlns:a16="http://schemas.microsoft.com/office/drawing/2014/main" id="{9A1EA9F2-FCB6-48C3-935F-7AE7E3AD14AC}"/>
              </a:ext>
            </a:extLst>
          </p:cNvPr>
          <p:cNvGrpSpPr/>
          <p:nvPr/>
        </p:nvGrpSpPr>
        <p:grpSpPr>
          <a:xfrm>
            <a:off x="304800" y="749300"/>
            <a:ext cx="6192344" cy="400110"/>
            <a:chOff x="424117" y="898245"/>
            <a:chExt cx="6192344" cy="400110"/>
          </a:xfrm>
        </p:grpSpPr>
        <p:sp>
          <p:nvSpPr>
            <p:cNvPr id="2" name="平行四边形 1">
              <a:extLst>
                <a:ext uri="{FF2B5EF4-FFF2-40B4-BE49-F238E27FC236}">
                  <a16:creationId xmlns:a16="http://schemas.microsoft.com/office/drawing/2014/main" id="{1F5BAA3F-9845-4F89-A2DD-8222D3E4EDAC}"/>
                </a:ext>
              </a:extLst>
            </p:cNvPr>
            <p:cNvSpPr/>
            <p:nvPr/>
          </p:nvSpPr>
          <p:spPr>
            <a:xfrm>
              <a:off x="424117" y="898245"/>
              <a:ext cx="628306" cy="387090"/>
            </a:xfrm>
            <a:prstGeom prst="parallelogram">
              <a:avLst/>
            </a:prstGeom>
            <a:solidFill>
              <a:schemeClr val="accent3">
                <a:lumMod val="75000"/>
              </a:schemeClr>
            </a:solidFill>
            <a:ln>
              <a:solidFill>
                <a:schemeClr val="accent3">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CN" sz="2200" dirty="0">
                  <a:latin typeface="Impact" panose="020B0806030902050204" pitchFamily="34" charset="0"/>
                </a:rPr>
                <a:t>01</a:t>
              </a:r>
              <a:endParaRPr lang="zh-CN" altLang="en-US" sz="2200" dirty="0">
                <a:latin typeface="Impact" panose="020B0806030902050204" pitchFamily="34" charset="0"/>
              </a:endParaRPr>
            </a:p>
          </p:txBody>
        </p:sp>
        <p:sp>
          <p:nvSpPr>
            <p:cNvPr id="3" name="文本框 2">
              <a:extLst>
                <a:ext uri="{FF2B5EF4-FFF2-40B4-BE49-F238E27FC236}">
                  <a16:creationId xmlns:a16="http://schemas.microsoft.com/office/drawing/2014/main" id="{4D6BD736-A4D3-4F26-AFED-36E11F50F70B}"/>
                </a:ext>
              </a:extLst>
            </p:cNvPr>
            <p:cNvSpPr txBox="1"/>
            <p:nvPr/>
          </p:nvSpPr>
          <p:spPr>
            <a:xfrm>
              <a:off x="1052423" y="898245"/>
              <a:ext cx="5564038" cy="400110"/>
            </a:xfrm>
            <a:prstGeom prst="rect">
              <a:avLst/>
            </a:prstGeom>
            <a:noFill/>
          </p:spPr>
          <p:txBody>
            <a:bodyPr wrap="square" rtlCol="0">
              <a:spAutoFit/>
            </a:bodyPr>
            <a:lstStyle/>
            <a:p>
              <a:r>
                <a:rPr lang="zh-CN" altLang="en-US" sz="2000" b="1" dirty="0"/>
                <a:t>数据链路层的三个重要问题</a:t>
              </a:r>
            </a:p>
          </p:txBody>
        </p:sp>
      </p:grpSp>
      <p:sp>
        <p:nvSpPr>
          <p:cNvPr id="5" name="矩形 4">
            <a:extLst>
              <a:ext uri="{FF2B5EF4-FFF2-40B4-BE49-F238E27FC236}">
                <a16:creationId xmlns:a16="http://schemas.microsoft.com/office/drawing/2014/main" id="{FB4CC4FA-7CCC-41E1-871B-4977F1E17651}"/>
              </a:ext>
            </a:extLst>
          </p:cNvPr>
          <p:cNvSpPr/>
          <p:nvPr/>
        </p:nvSpPr>
        <p:spPr>
          <a:xfrm>
            <a:off x="1033908" y="1322263"/>
            <a:ext cx="2761840" cy="476933"/>
          </a:xfrm>
          <a:prstGeom prst="rect">
            <a:avLst/>
          </a:prstGeom>
          <a:solidFill>
            <a:schemeClr val="bg1">
              <a:lumMod val="85000"/>
            </a:schemeClr>
          </a:solidFill>
          <a:ln>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zh-CN" altLang="en-US" sz="2000" b="1" dirty="0"/>
              <a:t>封装成帧和透明传输</a:t>
            </a:r>
          </a:p>
        </p:txBody>
      </p:sp>
      <p:sp>
        <p:nvSpPr>
          <p:cNvPr id="6" name="矩形 5">
            <a:extLst>
              <a:ext uri="{FF2B5EF4-FFF2-40B4-BE49-F238E27FC236}">
                <a16:creationId xmlns:a16="http://schemas.microsoft.com/office/drawing/2014/main" id="{92ED85A3-B968-4E31-8330-9F6C05F07C2A}"/>
              </a:ext>
            </a:extLst>
          </p:cNvPr>
          <p:cNvSpPr/>
          <p:nvPr/>
        </p:nvSpPr>
        <p:spPr>
          <a:xfrm>
            <a:off x="4715080" y="1322263"/>
            <a:ext cx="2761840" cy="476933"/>
          </a:xfrm>
          <a:prstGeom prst="rect">
            <a:avLst/>
          </a:prstGeom>
          <a:solidFill>
            <a:schemeClr val="bg1">
              <a:lumMod val="85000"/>
            </a:schemeClr>
          </a:solidFill>
          <a:ln>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zh-CN" altLang="en-US" sz="2000" b="1" dirty="0"/>
              <a:t>差错检测</a:t>
            </a:r>
          </a:p>
        </p:txBody>
      </p:sp>
      <p:sp>
        <p:nvSpPr>
          <p:cNvPr id="7" name="矩形 6">
            <a:extLst>
              <a:ext uri="{FF2B5EF4-FFF2-40B4-BE49-F238E27FC236}">
                <a16:creationId xmlns:a16="http://schemas.microsoft.com/office/drawing/2014/main" id="{ACEE140B-8012-4836-ABCF-1D94605747E5}"/>
              </a:ext>
            </a:extLst>
          </p:cNvPr>
          <p:cNvSpPr/>
          <p:nvPr/>
        </p:nvSpPr>
        <p:spPr>
          <a:xfrm>
            <a:off x="8396252" y="1322262"/>
            <a:ext cx="2761840" cy="476933"/>
          </a:xfrm>
          <a:prstGeom prst="rect">
            <a:avLst/>
          </a:prstGeom>
          <a:solidFill>
            <a:schemeClr val="bg1">
              <a:lumMod val="85000"/>
            </a:schemeClr>
          </a:solidFill>
          <a:ln>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zh-CN" altLang="en-US" sz="2000" b="1" dirty="0"/>
              <a:t>可靠传输</a:t>
            </a:r>
          </a:p>
        </p:txBody>
      </p:sp>
      <p:sp>
        <p:nvSpPr>
          <p:cNvPr id="8" name="矩形 7">
            <a:extLst>
              <a:ext uri="{FF2B5EF4-FFF2-40B4-BE49-F238E27FC236}">
                <a16:creationId xmlns:a16="http://schemas.microsoft.com/office/drawing/2014/main" id="{CB901CAC-C9C3-471A-A09C-2F51D9DA7BAF}"/>
              </a:ext>
            </a:extLst>
          </p:cNvPr>
          <p:cNvSpPr/>
          <p:nvPr/>
        </p:nvSpPr>
        <p:spPr>
          <a:xfrm>
            <a:off x="1033908" y="1322263"/>
            <a:ext cx="2761840" cy="476933"/>
          </a:xfrm>
          <a:prstGeom prst="rect">
            <a:avLst/>
          </a:prstGeom>
          <a:solidFill>
            <a:schemeClr val="accent3">
              <a:lumMod val="75000"/>
            </a:schemeClr>
          </a:solidFill>
          <a:ln>
            <a:solidFill>
              <a:schemeClr val="accent3">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zh-CN" altLang="en-US" sz="2000" b="1" dirty="0"/>
              <a:t>封装成帧和透明传输</a:t>
            </a:r>
          </a:p>
        </p:txBody>
      </p:sp>
      <p:grpSp>
        <p:nvGrpSpPr>
          <p:cNvPr id="47" name="组合 46">
            <a:extLst>
              <a:ext uri="{FF2B5EF4-FFF2-40B4-BE49-F238E27FC236}">
                <a16:creationId xmlns:a16="http://schemas.microsoft.com/office/drawing/2014/main" id="{B8E542C3-5B58-4C0E-BC48-6396E1469D06}"/>
              </a:ext>
            </a:extLst>
          </p:cNvPr>
          <p:cNvGrpSpPr/>
          <p:nvPr/>
        </p:nvGrpSpPr>
        <p:grpSpPr>
          <a:xfrm>
            <a:off x="601699" y="3457743"/>
            <a:ext cx="10940423" cy="641082"/>
            <a:chOff x="601699" y="5648354"/>
            <a:chExt cx="10940423" cy="641082"/>
          </a:xfrm>
        </p:grpSpPr>
        <p:cxnSp>
          <p:nvCxnSpPr>
            <p:cNvPr id="23" name="直接连接符 22">
              <a:extLst>
                <a:ext uri="{FF2B5EF4-FFF2-40B4-BE49-F238E27FC236}">
                  <a16:creationId xmlns:a16="http://schemas.microsoft.com/office/drawing/2014/main" id="{BB9DF023-15E4-4259-ABBC-43306C5B2694}"/>
                </a:ext>
              </a:extLst>
            </p:cNvPr>
            <p:cNvCxnSpPr>
              <a:cxnSpLocks/>
            </p:cNvCxnSpPr>
            <p:nvPr/>
          </p:nvCxnSpPr>
          <p:spPr>
            <a:xfrm>
              <a:off x="1143721" y="6126777"/>
              <a:ext cx="10027235"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pic>
          <p:nvPicPr>
            <p:cNvPr id="24" name="图形 23">
              <a:extLst>
                <a:ext uri="{FF2B5EF4-FFF2-40B4-BE49-F238E27FC236}">
                  <a16:creationId xmlns:a16="http://schemas.microsoft.com/office/drawing/2014/main" id="{D98CC648-BEF5-49CE-A972-7D0F3F45EC50}"/>
                </a:ext>
              </a:extLst>
            </p:cNvPr>
            <p:cNvPicPr>
              <a:picLocks noChangeAspect="1"/>
            </p:cNvPicPr>
            <p:nvPr/>
          </p:nvPicPr>
          <p:blipFill>
            <a:blip r:embed="rId4">
              <a:extLst>
                <a:ext uri="{28A0092B-C50C-407E-A947-70E740481C1C}">
                  <a14:useLocalDpi xmlns:a14="http://schemas.microsoft.com/office/drawing/2010/main" val="0"/>
                </a:ext>
                <a:ext uri="{96DAC541-7B7A-43D3-8B79-37D633B846F1}">
                  <asvg:svgBlip xmlns:asvg="http://schemas.microsoft.com/office/drawing/2016/SVG/main" r:embed="rId5"/>
                </a:ext>
              </a:extLst>
            </a:blip>
            <a:stretch>
              <a:fillRect/>
            </a:stretch>
          </p:blipFill>
          <p:spPr>
            <a:xfrm>
              <a:off x="601699" y="5648354"/>
              <a:ext cx="662814" cy="641082"/>
            </a:xfrm>
            <a:prstGeom prst="rect">
              <a:avLst/>
            </a:prstGeom>
          </p:spPr>
        </p:pic>
        <p:pic>
          <p:nvPicPr>
            <p:cNvPr id="46" name="图形 45">
              <a:extLst>
                <a:ext uri="{FF2B5EF4-FFF2-40B4-BE49-F238E27FC236}">
                  <a16:creationId xmlns:a16="http://schemas.microsoft.com/office/drawing/2014/main" id="{8077FE65-F3E1-41E0-83D1-5F274C875FB4}"/>
                </a:ext>
              </a:extLst>
            </p:cNvPr>
            <p:cNvPicPr>
              <a:picLocks noChangeAspect="1"/>
            </p:cNvPicPr>
            <p:nvPr/>
          </p:nvPicPr>
          <p:blipFill>
            <a:blip r:embed="rId4">
              <a:extLst>
                <a:ext uri="{28A0092B-C50C-407E-A947-70E740481C1C}">
                  <a14:useLocalDpi xmlns:a14="http://schemas.microsoft.com/office/drawing/2010/main" val="0"/>
                </a:ext>
                <a:ext uri="{96DAC541-7B7A-43D3-8B79-37D633B846F1}">
                  <asvg:svgBlip xmlns:asvg="http://schemas.microsoft.com/office/drawing/2016/SVG/main" r:embed="rId5"/>
                </a:ext>
              </a:extLst>
            </a:blip>
            <a:stretch>
              <a:fillRect/>
            </a:stretch>
          </p:blipFill>
          <p:spPr>
            <a:xfrm>
              <a:off x="10879308" y="5648354"/>
              <a:ext cx="662814" cy="641082"/>
            </a:xfrm>
            <a:prstGeom prst="rect">
              <a:avLst/>
            </a:prstGeom>
          </p:spPr>
        </p:pic>
      </p:grpSp>
      <p:sp>
        <p:nvSpPr>
          <p:cNvPr id="42" name="文本框 41">
            <a:extLst>
              <a:ext uri="{FF2B5EF4-FFF2-40B4-BE49-F238E27FC236}">
                <a16:creationId xmlns:a16="http://schemas.microsoft.com/office/drawing/2014/main" id="{58716591-3D83-4195-A9F6-9CA163994DE4}"/>
              </a:ext>
            </a:extLst>
          </p:cNvPr>
          <p:cNvSpPr txBox="1"/>
          <p:nvPr/>
        </p:nvSpPr>
        <p:spPr>
          <a:xfrm>
            <a:off x="2448081" y="1360673"/>
            <a:ext cx="1420029" cy="400110"/>
          </a:xfrm>
          <a:prstGeom prst="rect">
            <a:avLst/>
          </a:prstGeom>
          <a:noFill/>
        </p:spPr>
        <p:txBody>
          <a:bodyPr wrap="square">
            <a:spAutoFit/>
          </a:bodyPr>
          <a:lstStyle/>
          <a:p>
            <a:r>
              <a:rPr lang="zh-CN" altLang="en-US" sz="2000" b="1" dirty="0">
                <a:solidFill>
                  <a:schemeClr val="accent6"/>
                </a:solidFill>
              </a:rPr>
              <a:t>透明传输</a:t>
            </a:r>
            <a:endParaRPr lang="zh-CN" altLang="en-US" sz="2000" dirty="0">
              <a:solidFill>
                <a:schemeClr val="accent6"/>
              </a:solidFill>
            </a:endParaRPr>
          </a:p>
        </p:txBody>
      </p:sp>
      <p:grpSp>
        <p:nvGrpSpPr>
          <p:cNvPr id="81" name="组合 80">
            <a:extLst>
              <a:ext uri="{FF2B5EF4-FFF2-40B4-BE49-F238E27FC236}">
                <a16:creationId xmlns:a16="http://schemas.microsoft.com/office/drawing/2014/main" id="{E66EDD7F-6D98-4B45-A0A7-DBCB1FCE43BC}"/>
              </a:ext>
            </a:extLst>
          </p:cNvPr>
          <p:cNvGrpSpPr/>
          <p:nvPr/>
        </p:nvGrpSpPr>
        <p:grpSpPr>
          <a:xfrm>
            <a:off x="2147455" y="3972371"/>
            <a:ext cx="3726872" cy="1389012"/>
            <a:chOff x="2147455" y="3972371"/>
            <a:chExt cx="3726872" cy="1389012"/>
          </a:xfrm>
        </p:grpSpPr>
        <p:sp>
          <p:nvSpPr>
            <p:cNvPr id="70" name="文本框 69">
              <a:extLst>
                <a:ext uri="{FF2B5EF4-FFF2-40B4-BE49-F238E27FC236}">
                  <a16:creationId xmlns:a16="http://schemas.microsoft.com/office/drawing/2014/main" id="{244DE48F-554B-4431-8D17-2ACD5F4B5E26}"/>
                </a:ext>
              </a:extLst>
            </p:cNvPr>
            <p:cNvSpPr txBox="1"/>
            <p:nvPr/>
          </p:nvSpPr>
          <p:spPr>
            <a:xfrm>
              <a:off x="3136323" y="4715052"/>
              <a:ext cx="1684075" cy="646331"/>
            </a:xfrm>
            <a:prstGeom prst="rect">
              <a:avLst/>
            </a:prstGeom>
            <a:noFill/>
          </p:spPr>
          <p:txBody>
            <a:bodyPr wrap="square" rtlCol="0">
              <a:spAutoFit/>
            </a:bodyPr>
            <a:lstStyle/>
            <a:p>
              <a:pPr algn="ctr"/>
              <a:r>
                <a:rPr lang="zh-CN" altLang="en-US" b="1" dirty="0"/>
                <a:t>标志字段</a:t>
              </a:r>
              <a:endParaRPr lang="en-US" altLang="zh-CN" b="1" dirty="0"/>
            </a:p>
            <a:p>
              <a:pPr algn="ctr"/>
              <a:r>
                <a:rPr lang="zh-CN" altLang="en-US" b="1" dirty="0"/>
                <a:t>（帧定界符）</a:t>
              </a:r>
            </a:p>
          </p:txBody>
        </p:sp>
        <p:cxnSp>
          <p:nvCxnSpPr>
            <p:cNvPr id="72" name="直接箭头连接符 71">
              <a:extLst>
                <a:ext uri="{FF2B5EF4-FFF2-40B4-BE49-F238E27FC236}">
                  <a16:creationId xmlns:a16="http://schemas.microsoft.com/office/drawing/2014/main" id="{0ACF594D-C3CB-4A81-8DA3-2B0388F5C1FB}"/>
                </a:ext>
              </a:extLst>
            </p:cNvPr>
            <p:cNvCxnSpPr>
              <a:cxnSpLocks/>
              <a:stCxn id="70" idx="0"/>
            </p:cNvCxnSpPr>
            <p:nvPr/>
          </p:nvCxnSpPr>
          <p:spPr>
            <a:xfrm flipH="1" flipV="1">
              <a:off x="2147455" y="3988730"/>
              <a:ext cx="1830906" cy="726322"/>
            </a:xfrm>
            <a:prstGeom prst="straightConnector1">
              <a:avLst/>
            </a:prstGeom>
            <a:ln w="12700">
              <a:solidFill>
                <a:schemeClr val="tx1"/>
              </a:solidFill>
              <a:tailEnd type="triangle"/>
            </a:ln>
          </p:spPr>
          <p:style>
            <a:lnRef idx="1">
              <a:schemeClr val="accent1"/>
            </a:lnRef>
            <a:fillRef idx="0">
              <a:schemeClr val="accent1"/>
            </a:fillRef>
            <a:effectRef idx="0">
              <a:schemeClr val="accent1"/>
            </a:effectRef>
            <a:fontRef idx="minor">
              <a:schemeClr val="tx1"/>
            </a:fontRef>
          </p:style>
        </p:cxnSp>
        <p:cxnSp>
          <p:nvCxnSpPr>
            <p:cNvPr id="78" name="直接箭头连接符 77">
              <a:extLst>
                <a:ext uri="{FF2B5EF4-FFF2-40B4-BE49-F238E27FC236}">
                  <a16:creationId xmlns:a16="http://schemas.microsoft.com/office/drawing/2014/main" id="{C0248932-E4B9-424D-9B9D-01865D7C64FE}"/>
                </a:ext>
              </a:extLst>
            </p:cNvPr>
            <p:cNvCxnSpPr>
              <a:cxnSpLocks/>
              <a:stCxn id="70" idx="0"/>
            </p:cNvCxnSpPr>
            <p:nvPr/>
          </p:nvCxnSpPr>
          <p:spPr>
            <a:xfrm flipV="1">
              <a:off x="3978361" y="3972371"/>
              <a:ext cx="1895966" cy="742681"/>
            </a:xfrm>
            <a:prstGeom prst="straightConnector1">
              <a:avLst/>
            </a:prstGeom>
            <a:ln w="12700">
              <a:solidFill>
                <a:schemeClr val="tx1"/>
              </a:solidFill>
              <a:tailEnd type="triangle"/>
            </a:ln>
          </p:spPr>
          <p:style>
            <a:lnRef idx="1">
              <a:schemeClr val="accent1"/>
            </a:lnRef>
            <a:fillRef idx="0">
              <a:schemeClr val="accent1"/>
            </a:fillRef>
            <a:effectRef idx="0">
              <a:schemeClr val="accent1"/>
            </a:effectRef>
            <a:fontRef idx="minor">
              <a:schemeClr val="tx1"/>
            </a:fontRef>
          </p:style>
        </p:cxnSp>
      </p:grpSp>
      <p:grpSp>
        <p:nvGrpSpPr>
          <p:cNvPr id="82" name="组合 81">
            <a:extLst>
              <a:ext uri="{FF2B5EF4-FFF2-40B4-BE49-F238E27FC236}">
                <a16:creationId xmlns:a16="http://schemas.microsoft.com/office/drawing/2014/main" id="{BB52C74F-9234-44B1-983B-B5B769415A68}"/>
              </a:ext>
            </a:extLst>
          </p:cNvPr>
          <p:cNvGrpSpPr/>
          <p:nvPr/>
        </p:nvGrpSpPr>
        <p:grpSpPr>
          <a:xfrm>
            <a:off x="6381018" y="3972371"/>
            <a:ext cx="3726872" cy="1389012"/>
            <a:chOff x="2147455" y="3972371"/>
            <a:chExt cx="3726872" cy="1389012"/>
          </a:xfrm>
        </p:grpSpPr>
        <p:sp>
          <p:nvSpPr>
            <p:cNvPr id="83" name="文本框 82">
              <a:extLst>
                <a:ext uri="{FF2B5EF4-FFF2-40B4-BE49-F238E27FC236}">
                  <a16:creationId xmlns:a16="http://schemas.microsoft.com/office/drawing/2014/main" id="{6A44ED27-D156-4F5F-ACFE-AA6A8F41DC28}"/>
                </a:ext>
              </a:extLst>
            </p:cNvPr>
            <p:cNvSpPr txBox="1"/>
            <p:nvPr/>
          </p:nvSpPr>
          <p:spPr>
            <a:xfrm>
              <a:off x="3136323" y="4715052"/>
              <a:ext cx="1684075" cy="646331"/>
            </a:xfrm>
            <a:prstGeom prst="rect">
              <a:avLst/>
            </a:prstGeom>
            <a:noFill/>
          </p:spPr>
          <p:txBody>
            <a:bodyPr wrap="square" rtlCol="0">
              <a:spAutoFit/>
            </a:bodyPr>
            <a:lstStyle/>
            <a:p>
              <a:pPr algn="ctr"/>
              <a:r>
                <a:rPr lang="zh-CN" altLang="en-US" b="1" dirty="0"/>
                <a:t>标志字段</a:t>
              </a:r>
              <a:endParaRPr lang="en-US" altLang="zh-CN" b="1" dirty="0"/>
            </a:p>
            <a:p>
              <a:pPr algn="ctr"/>
              <a:r>
                <a:rPr lang="zh-CN" altLang="en-US" b="1" dirty="0"/>
                <a:t>（帧定界符）</a:t>
              </a:r>
            </a:p>
          </p:txBody>
        </p:sp>
        <p:cxnSp>
          <p:nvCxnSpPr>
            <p:cNvPr id="84" name="直接箭头连接符 83">
              <a:extLst>
                <a:ext uri="{FF2B5EF4-FFF2-40B4-BE49-F238E27FC236}">
                  <a16:creationId xmlns:a16="http://schemas.microsoft.com/office/drawing/2014/main" id="{03A5DCA5-DB3C-4FB8-ADD8-7CDFCAD3AA0E}"/>
                </a:ext>
              </a:extLst>
            </p:cNvPr>
            <p:cNvCxnSpPr>
              <a:cxnSpLocks/>
              <a:stCxn id="83" idx="0"/>
            </p:cNvCxnSpPr>
            <p:nvPr/>
          </p:nvCxnSpPr>
          <p:spPr>
            <a:xfrm flipH="1" flipV="1">
              <a:off x="2147455" y="3988730"/>
              <a:ext cx="1830906" cy="726322"/>
            </a:xfrm>
            <a:prstGeom prst="straightConnector1">
              <a:avLst/>
            </a:prstGeom>
            <a:ln w="12700">
              <a:solidFill>
                <a:schemeClr val="tx1"/>
              </a:solidFill>
              <a:tailEnd type="triangle"/>
            </a:ln>
          </p:spPr>
          <p:style>
            <a:lnRef idx="1">
              <a:schemeClr val="accent1"/>
            </a:lnRef>
            <a:fillRef idx="0">
              <a:schemeClr val="accent1"/>
            </a:fillRef>
            <a:effectRef idx="0">
              <a:schemeClr val="accent1"/>
            </a:effectRef>
            <a:fontRef idx="minor">
              <a:schemeClr val="tx1"/>
            </a:fontRef>
          </p:style>
        </p:cxnSp>
        <p:cxnSp>
          <p:nvCxnSpPr>
            <p:cNvPr id="85" name="直接箭头连接符 84">
              <a:extLst>
                <a:ext uri="{FF2B5EF4-FFF2-40B4-BE49-F238E27FC236}">
                  <a16:creationId xmlns:a16="http://schemas.microsoft.com/office/drawing/2014/main" id="{9A741562-78A1-423A-A28D-536FC3BCDB94}"/>
                </a:ext>
              </a:extLst>
            </p:cNvPr>
            <p:cNvCxnSpPr>
              <a:cxnSpLocks/>
              <a:stCxn id="83" idx="0"/>
            </p:cNvCxnSpPr>
            <p:nvPr/>
          </p:nvCxnSpPr>
          <p:spPr>
            <a:xfrm flipV="1">
              <a:off x="3978361" y="3972371"/>
              <a:ext cx="1895966" cy="742681"/>
            </a:xfrm>
            <a:prstGeom prst="straightConnector1">
              <a:avLst/>
            </a:prstGeom>
            <a:ln w="12700">
              <a:solidFill>
                <a:schemeClr val="tx1"/>
              </a:solidFill>
              <a:tailEnd type="triangle"/>
            </a:ln>
          </p:spPr>
          <p:style>
            <a:lnRef idx="1">
              <a:schemeClr val="accent1"/>
            </a:lnRef>
            <a:fillRef idx="0">
              <a:schemeClr val="accent1"/>
            </a:fillRef>
            <a:effectRef idx="0">
              <a:schemeClr val="accent1"/>
            </a:effectRef>
            <a:fontRef idx="minor">
              <a:schemeClr val="tx1"/>
            </a:fontRef>
          </p:style>
        </p:cxnSp>
      </p:grpSp>
    </p:spTree>
    <p:custDataLst>
      <p:tags r:id="rId1"/>
    </p:custDataLst>
    <p:extLst>
      <p:ext uri="{BB962C8B-B14F-4D97-AF65-F5344CB8AC3E}">
        <p14:creationId xmlns:p14="http://schemas.microsoft.com/office/powerpoint/2010/main" val="827880822"/>
      </p:ext>
    </p:extLst>
  </p:cSld>
  <p:clrMapOvr>
    <a:masterClrMapping/>
  </p:clrMapOvr>
  <mc:AlternateContent xmlns:mc="http://schemas.openxmlformats.org/markup-compatibility/2006" xmlns:p159="http://schemas.microsoft.com/office/powerpoint/2015/09/main">
    <mc:Choice Requires="p159">
      <p:transition spd="slow">
        <p159:morph option="byObject"/>
      </p:transition>
    </mc:Choice>
    <mc:Fallback xmlns="">
      <p:transition spd="slow">
        <p:fade/>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2" presetClass="entr" presetSubtype="8" fill="hold" grpId="0" nodeType="withEffect">
                                  <p:stCondLst>
                                    <p:cond delay="0"/>
                                  </p:stCondLst>
                                  <p:childTnLst>
                                    <p:set>
                                      <p:cBhvr>
                                        <p:cTn id="6" dur="1" fill="hold">
                                          <p:stCondLst>
                                            <p:cond delay="0"/>
                                          </p:stCondLst>
                                        </p:cTn>
                                        <p:tgtEl>
                                          <p:spTgt spid="42"/>
                                        </p:tgtEl>
                                        <p:attrNameLst>
                                          <p:attrName>style.visibility</p:attrName>
                                        </p:attrNameLst>
                                      </p:cBhvr>
                                      <p:to>
                                        <p:strVal val="visible"/>
                                      </p:to>
                                    </p:set>
                                    <p:animEffect transition="in" filter="wipe(left)">
                                      <p:cBhvr>
                                        <p:cTn id="7" dur="1000"/>
                                        <p:tgtEl>
                                          <p:spTgt spid="42"/>
                                        </p:tgtEl>
                                      </p:cBhvr>
                                    </p:animEffect>
                                  </p:childTnLst>
                                </p:cTn>
                              </p:par>
                            </p:childTnLst>
                          </p:cTn>
                        </p:par>
                      </p:childTnLst>
                    </p:cTn>
                  </p:par>
                  <p:par>
                    <p:cTn id="8" fill="hold">
                      <p:stCondLst>
                        <p:cond delay="indefinite"/>
                      </p:stCondLst>
                      <p:childTnLst>
                        <p:par>
                          <p:cTn id="9" fill="hold">
                            <p:stCondLst>
                              <p:cond delay="0"/>
                            </p:stCondLst>
                            <p:childTnLst>
                              <p:par>
                                <p:cTn id="10" presetID="12" presetClass="entr" presetSubtype="8" fill="hold" nodeType="clickEffect">
                                  <p:stCondLst>
                                    <p:cond delay="0"/>
                                  </p:stCondLst>
                                  <p:childTnLst>
                                    <p:set>
                                      <p:cBhvr>
                                        <p:cTn id="11" dur="1" fill="hold">
                                          <p:stCondLst>
                                            <p:cond delay="0"/>
                                          </p:stCondLst>
                                        </p:cTn>
                                        <p:tgtEl>
                                          <p:spTgt spid="69"/>
                                        </p:tgtEl>
                                        <p:attrNameLst>
                                          <p:attrName>style.visibility</p:attrName>
                                        </p:attrNameLst>
                                      </p:cBhvr>
                                      <p:to>
                                        <p:strVal val="visible"/>
                                      </p:to>
                                    </p:set>
                                    <p:anim calcmode="lin" valueType="num">
                                      <p:cBhvr additive="base">
                                        <p:cTn id="12" dur="1000"/>
                                        <p:tgtEl>
                                          <p:spTgt spid="69"/>
                                        </p:tgtEl>
                                        <p:attrNameLst>
                                          <p:attrName>ppt_x</p:attrName>
                                        </p:attrNameLst>
                                      </p:cBhvr>
                                      <p:tavLst>
                                        <p:tav tm="0">
                                          <p:val>
                                            <p:strVal val="#ppt_x-#ppt_w*1.125000"/>
                                          </p:val>
                                        </p:tav>
                                        <p:tav tm="100000">
                                          <p:val>
                                            <p:strVal val="#ppt_x"/>
                                          </p:val>
                                        </p:tav>
                                      </p:tavLst>
                                    </p:anim>
                                    <p:animEffect transition="in" filter="wipe(right)">
                                      <p:cBhvr>
                                        <p:cTn id="13" dur="1000"/>
                                        <p:tgtEl>
                                          <p:spTgt spid="69"/>
                                        </p:tgtEl>
                                      </p:cBhvr>
                                    </p:animEffect>
                                  </p:childTnLst>
                                </p:cTn>
                              </p:par>
                            </p:childTnLst>
                          </p:cTn>
                        </p:par>
                      </p:childTnLst>
                    </p:cTn>
                  </p:par>
                  <p:par>
                    <p:cTn id="14" fill="hold">
                      <p:stCondLst>
                        <p:cond delay="indefinite"/>
                      </p:stCondLst>
                      <p:childTnLst>
                        <p:par>
                          <p:cTn id="15" fill="hold">
                            <p:stCondLst>
                              <p:cond delay="0"/>
                            </p:stCondLst>
                            <p:childTnLst>
                              <p:par>
                                <p:cTn id="16" presetID="42" presetClass="entr" presetSubtype="0" fill="hold" nodeType="clickEffect">
                                  <p:stCondLst>
                                    <p:cond delay="0"/>
                                  </p:stCondLst>
                                  <p:childTnLst>
                                    <p:set>
                                      <p:cBhvr>
                                        <p:cTn id="17" dur="1" fill="hold">
                                          <p:stCondLst>
                                            <p:cond delay="0"/>
                                          </p:stCondLst>
                                        </p:cTn>
                                        <p:tgtEl>
                                          <p:spTgt spid="81"/>
                                        </p:tgtEl>
                                        <p:attrNameLst>
                                          <p:attrName>style.visibility</p:attrName>
                                        </p:attrNameLst>
                                      </p:cBhvr>
                                      <p:to>
                                        <p:strVal val="visible"/>
                                      </p:to>
                                    </p:set>
                                    <p:animEffect transition="in" filter="fade">
                                      <p:cBhvr>
                                        <p:cTn id="18" dur="1000"/>
                                        <p:tgtEl>
                                          <p:spTgt spid="81"/>
                                        </p:tgtEl>
                                      </p:cBhvr>
                                    </p:animEffect>
                                    <p:anim calcmode="lin" valueType="num">
                                      <p:cBhvr>
                                        <p:cTn id="19" dur="1000" fill="hold"/>
                                        <p:tgtEl>
                                          <p:spTgt spid="81"/>
                                        </p:tgtEl>
                                        <p:attrNameLst>
                                          <p:attrName>ppt_x</p:attrName>
                                        </p:attrNameLst>
                                      </p:cBhvr>
                                      <p:tavLst>
                                        <p:tav tm="0">
                                          <p:val>
                                            <p:strVal val="#ppt_x"/>
                                          </p:val>
                                        </p:tav>
                                        <p:tav tm="100000">
                                          <p:val>
                                            <p:strVal val="#ppt_x"/>
                                          </p:val>
                                        </p:tav>
                                      </p:tavLst>
                                    </p:anim>
                                    <p:anim calcmode="lin" valueType="num">
                                      <p:cBhvr>
                                        <p:cTn id="20" dur="1000" fill="hold"/>
                                        <p:tgtEl>
                                          <p:spTgt spid="81"/>
                                        </p:tgtEl>
                                        <p:attrNameLst>
                                          <p:attrName>ppt_y</p:attrName>
                                        </p:attrNameLst>
                                      </p:cBhvr>
                                      <p:tavLst>
                                        <p:tav tm="0">
                                          <p:val>
                                            <p:strVal val="#ppt_y+.1"/>
                                          </p:val>
                                        </p:tav>
                                        <p:tav tm="100000">
                                          <p:val>
                                            <p:strVal val="#ppt_y"/>
                                          </p:val>
                                        </p:tav>
                                      </p:tavLst>
                                    </p:anim>
                                  </p:childTnLst>
                                </p:cTn>
                              </p:par>
                              <p:par>
                                <p:cTn id="21" presetID="42" presetClass="entr" presetSubtype="0" fill="hold" nodeType="withEffect">
                                  <p:stCondLst>
                                    <p:cond delay="0"/>
                                  </p:stCondLst>
                                  <p:childTnLst>
                                    <p:set>
                                      <p:cBhvr>
                                        <p:cTn id="22" dur="1" fill="hold">
                                          <p:stCondLst>
                                            <p:cond delay="0"/>
                                          </p:stCondLst>
                                        </p:cTn>
                                        <p:tgtEl>
                                          <p:spTgt spid="82"/>
                                        </p:tgtEl>
                                        <p:attrNameLst>
                                          <p:attrName>style.visibility</p:attrName>
                                        </p:attrNameLst>
                                      </p:cBhvr>
                                      <p:to>
                                        <p:strVal val="visible"/>
                                      </p:to>
                                    </p:set>
                                    <p:animEffect transition="in" filter="fade">
                                      <p:cBhvr>
                                        <p:cTn id="23" dur="1000"/>
                                        <p:tgtEl>
                                          <p:spTgt spid="82"/>
                                        </p:tgtEl>
                                      </p:cBhvr>
                                    </p:animEffect>
                                    <p:anim calcmode="lin" valueType="num">
                                      <p:cBhvr>
                                        <p:cTn id="24" dur="1000" fill="hold"/>
                                        <p:tgtEl>
                                          <p:spTgt spid="82"/>
                                        </p:tgtEl>
                                        <p:attrNameLst>
                                          <p:attrName>ppt_x</p:attrName>
                                        </p:attrNameLst>
                                      </p:cBhvr>
                                      <p:tavLst>
                                        <p:tav tm="0">
                                          <p:val>
                                            <p:strVal val="#ppt_x"/>
                                          </p:val>
                                        </p:tav>
                                        <p:tav tm="100000">
                                          <p:val>
                                            <p:strVal val="#ppt_x"/>
                                          </p:val>
                                        </p:tav>
                                      </p:tavLst>
                                    </p:anim>
                                    <p:anim calcmode="lin" valueType="num">
                                      <p:cBhvr>
                                        <p:cTn id="25" dur="1000" fill="hold"/>
                                        <p:tgtEl>
                                          <p:spTgt spid="82"/>
                                        </p:tgtEl>
                                        <p:attrNameLst>
                                          <p:attrName>ppt_y</p:attrName>
                                        </p:attrNameLst>
                                      </p:cBhvr>
                                      <p:tavLst>
                                        <p:tav tm="0">
                                          <p:val>
                                            <p:strVal val="#ppt_y+.1"/>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2" grpId="0"/>
    </p:bldLst>
  </p:timing>
</p:sld>
</file>

<file path=ppt/slides/slide2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15" name="组合 14">
            <a:extLst>
              <a:ext uri="{FF2B5EF4-FFF2-40B4-BE49-F238E27FC236}">
                <a16:creationId xmlns:a16="http://schemas.microsoft.com/office/drawing/2014/main" id="{DE399CEB-8383-4B2D-B8BA-4A598A36A7B5}"/>
              </a:ext>
            </a:extLst>
          </p:cNvPr>
          <p:cNvGrpSpPr/>
          <p:nvPr/>
        </p:nvGrpSpPr>
        <p:grpSpPr>
          <a:xfrm>
            <a:off x="7389209" y="3890180"/>
            <a:ext cx="3008627" cy="551885"/>
            <a:chOff x="7389209" y="3890180"/>
            <a:chExt cx="3008627" cy="551885"/>
          </a:xfrm>
        </p:grpSpPr>
        <p:cxnSp>
          <p:nvCxnSpPr>
            <p:cNvPr id="11" name="直接连接符 10">
              <a:extLst>
                <a:ext uri="{FF2B5EF4-FFF2-40B4-BE49-F238E27FC236}">
                  <a16:creationId xmlns:a16="http://schemas.microsoft.com/office/drawing/2014/main" id="{DD777827-6421-4F66-81EA-C4D4F28F3565}"/>
                </a:ext>
              </a:extLst>
            </p:cNvPr>
            <p:cNvCxnSpPr>
              <a:cxnSpLocks/>
            </p:cNvCxnSpPr>
            <p:nvPr/>
          </p:nvCxnSpPr>
          <p:spPr>
            <a:xfrm>
              <a:off x="7389209" y="3890180"/>
              <a:ext cx="0" cy="550202"/>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9" name="直接连接符 28">
              <a:extLst>
                <a:ext uri="{FF2B5EF4-FFF2-40B4-BE49-F238E27FC236}">
                  <a16:creationId xmlns:a16="http://schemas.microsoft.com/office/drawing/2014/main" id="{0DDFB59C-CB05-474C-B501-6BC6D8D646F6}"/>
                </a:ext>
              </a:extLst>
            </p:cNvPr>
            <p:cNvCxnSpPr>
              <a:cxnSpLocks/>
            </p:cNvCxnSpPr>
            <p:nvPr/>
          </p:nvCxnSpPr>
          <p:spPr>
            <a:xfrm>
              <a:off x="10395645" y="3890180"/>
              <a:ext cx="0" cy="550202"/>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4" name="直接箭头连接符 13">
              <a:extLst>
                <a:ext uri="{FF2B5EF4-FFF2-40B4-BE49-F238E27FC236}">
                  <a16:creationId xmlns:a16="http://schemas.microsoft.com/office/drawing/2014/main" id="{871C63C5-C4D6-43E7-B03D-C0F648CE3902}"/>
                </a:ext>
              </a:extLst>
            </p:cNvPr>
            <p:cNvCxnSpPr/>
            <p:nvPr/>
          </p:nvCxnSpPr>
          <p:spPr>
            <a:xfrm>
              <a:off x="7396136" y="4262263"/>
              <a:ext cx="3001700" cy="0"/>
            </a:xfrm>
            <a:prstGeom prst="straightConnector1">
              <a:avLst/>
            </a:prstGeom>
            <a:ln w="12700">
              <a:solidFill>
                <a:schemeClr val="tx1"/>
              </a:solidFill>
              <a:headEnd type="triangle"/>
              <a:tailEnd type="triangle"/>
            </a:ln>
          </p:spPr>
          <p:style>
            <a:lnRef idx="1">
              <a:schemeClr val="accent1"/>
            </a:lnRef>
            <a:fillRef idx="0">
              <a:schemeClr val="accent1"/>
            </a:fillRef>
            <a:effectRef idx="0">
              <a:schemeClr val="accent1"/>
            </a:effectRef>
            <a:fontRef idx="minor">
              <a:schemeClr val="tx1"/>
            </a:fontRef>
          </p:style>
        </p:cxnSp>
        <p:sp>
          <p:nvSpPr>
            <p:cNvPr id="32" name="文本框 31">
              <a:extLst>
                <a:ext uri="{FF2B5EF4-FFF2-40B4-BE49-F238E27FC236}">
                  <a16:creationId xmlns:a16="http://schemas.microsoft.com/office/drawing/2014/main" id="{820D99A1-28AC-46D7-8788-F1925BEAFB15}"/>
                </a:ext>
              </a:extLst>
            </p:cNvPr>
            <p:cNvSpPr txBox="1"/>
            <p:nvPr/>
          </p:nvSpPr>
          <p:spPr>
            <a:xfrm>
              <a:off x="7867708" y="4072733"/>
              <a:ext cx="2044275" cy="369332"/>
            </a:xfrm>
            <a:prstGeom prst="rect">
              <a:avLst/>
            </a:prstGeom>
            <a:solidFill>
              <a:schemeClr val="bg1"/>
            </a:solidFill>
          </p:spPr>
          <p:txBody>
            <a:bodyPr wrap="square" rtlCol="0">
              <a:spAutoFit/>
            </a:bodyPr>
            <a:lstStyle/>
            <a:p>
              <a:pPr algn="ctr"/>
              <a:r>
                <a:rPr lang="zh-CN" altLang="en-US" b="1" dirty="0">
                  <a:solidFill>
                    <a:schemeClr val="accent1"/>
                  </a:solidFill>
                </a:rPr>
                <a:t>误认为这是一个帧</a:t>
              </a:r>
            </a:p>
          </p:txBody>
        </p:sp>
      </p:grpSp>
      <p:grpSp>
        <p:nvGrpSpPr>
          <p:cNvPr id="69" name="组合 68">
            <a:extLst>
              <a:ext uri="{FF2B5EF4-FFF2-40B4-BE49-F238E27FC236}">
                <a16:creationId xmlns:a16="http://schemas.microsoft.com/office/drawing/2014/main" id="{1418901F-CDFC-4362-B8A9-92EDAB9FCDB7}"/>
              </a:ext>
            </a:extLst>
          </p:cNvPr>
          <p:cNvGrpSpPr/>
          <p:nvPr/>
        </p:nvGrpSpPr>
        <p:grpSpPr>
          <a:xfrm>
            <a:off x="1721713" y="2703016"/>
            <a:ext cx="8750574" cy="1285714"/>
            <a:chOff x="1707859" y="2703016"/>
            <a:chExt cx="8750574" cy="1285714"/>
          </a:xfrm>
        </p:grpSpPr>
        <p:pic>
          <p:nvPicPr>
            <p:cNvPr id="67" name="图片 66" descr="文本&#10;&#10;描述已自动生成">
              <a:extLst>
                <a:ext uri="{FF2B5EF4-FFF2-40B4-BE49-F238E27FC236}">
                  <a16:creationId xmlns:a16="http://schemas.microsoft.com/office/drawing/2014/main" id="{F1393FF0-76B6-4522-B9DB-3B52CF1EA784}"/>
                </a:ext>
              </a:extLst>
            </p:cNvPr>
            <p:cNvPicPr>
              <a:picLocks noChangeAspect="1"/>
            </p:cNvPicPr>
            <p:nvPr/>
          </p:nvPicPr>
          <p:blipFill>
            <a:blip r:embed="rId3" cstate="print">
              <a:extLst>
                <a:ext uri="{28A0092B-C50C-407E-A947-70E740481C1C}">
                  <a14:useLocalDpi xmlns:a14="http://schemas.microsoft.com/office/drawing/2010/main" val="0"/>
                </a:ext>
              </a:extLst>
            </a:blip>
            <a:stretch>
              <a:fillRect/>
            </a:stretch>
          </p:blipFill>
          <p:spPr>
            <a:xfrm>
              <a:off x="1707859" y="2703016"/>
              <a:ext cx="4455665" cy="1285714"/>
            </a:xfrm>
            <a:prstGeom prst="rect">
              <a:avLst/>
            </a:prstGeom>
          </p:spPr>
        </p:pic>
        <p:pic>
          <p:nvPicPr>
            <p:cNvPr id="68" name="图片 67" descr="文本&#10;&#10;描述已自动生成">
              <a:extLst>
                <a:ext uri="{FF2B5EF4-FFF2-40B4-BE49-F238E27FC236}">
                  <a16:creationId xmlns:a16="http://schemas.microsoft.com/office/drawing/2014/main" id="{517C8864-074D-476C-B0CB-0CED4E3F217D}"/>
                </a:ext>
              </a:extLst>
            </p:cNvPr>
            <p:cNvPicPr>
              <a:picLocks noChangeAspect="1"/>
            </p:cNvPicPr>
            <p:nvPr/>
          </p:nvPicPr>
          <p:blipFill>
            <a:blip r:embed="rId3" cstate="print">
              <a:extLst>
                <a:ext uri="{28A0092B-C50C-407E-A947-70E740481C1C}">
                  <a14:useLocalDpi xmlns:a14="http://schemas.microsoft.com/office/drawing/2010/main" val="0"/>
                </a:ext>
              </a:extLst>
            </a:blip>
            <a:stretch>
              <a:fillRect/>
            </a:stretch>
          </p:blipFill>
          <p:spPr>
            <a:xfrm>
              <a:off x="6002768" y="2703016"/>
              <a:ext cx="4455665" cy="1285714"/>
            </a:xfrm>
            <a:prstGeom prst="rect">
              <a:avLst/>
            </a:prstGeom>
          </p:spPr>
        </p:pic>
      </p:grpSp>
      <p:grpSp>
        <p:nvGrpSpPr>
          <p:cNvPr id="4" name="组合 3">
            <a:extLst>
              <a:ext uri="{FF2B5EF4-FFF2-40B4-BE49-F238E27FC236}">
                <a16:creationId xmlns:a16="http://schemas.microsoft.com/office/drawing/2014/main" id="{9A1EA9F2-FCB6-48C3-935F-7AE7E3AD14AC}"/>
              </a:ext>
            </a:extLst>
          </p:cNvPr>
          <p:cNvGrpSpPr/>
          <p:nvPr/>
        </p:nvGrpSpPr>
        <p:grpSpPr>
          <a:xfrm>
            <a:off x="304800" y="749300"/>
            <a:ext cx="6192344" cy="400110"/>
            <a:chOff x="424117" y="898245"/>
            <a:chExt cx="6192344" cy="400110"/>
          </a:xfrm>
        </p:grpSpPr>
        <p:sp>
          <p:nvSpPr>
            <p:cNvPr id="2" name="平行四边形 1">
              <a:extLst>
                <a:ext uri="{FF2B5EF4-FFF2-40B4-BE49-F238E27FC236}">
                  <a16:creationId xmlns:a16="http://schemas.microsoft.com/office/drawing/2014/main" id="{1F5BAA3F-9845-4F89-A2DD-8222D3E4EDAC}"/>
                </a:ext>
              </a:extLst>
            </p:cNvPr>
            <p:cNvSpPr/>
            <p:nvPr/>
          </p:nvSpPr>
          <p:spPr>
            <a:xfrm>
              <a:off x="424117" y="898245"/>
              <a:ext cx="628306" cy="387090"/>
            </a:xfrm>
            <a:prstGeom prst="parallelogram">
              <a:avLst/>
            </a:prstGeom>
            <a:solidFill>
              <a:schemeClr val="accent3">
                <a:lumMod val="75000"/>
              </a:schemeClr>
            </a:solidFill>
            <a:ln>
              <a:solidFill>
                <a:schemeClr val="accent3">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CN" sz="2200" dirty="0">
                  <a:latin typeface="Impact" panose="020B0806030902050204" pitchFamily="34" charset="0"/>
                </a:rPr>
                <a:t>01</a:t>
              </a:r>
              <a:endParaRPr lang="zh-CN" altLang="en-US" sz="2200" dirty="0">
                <a:latin typeface="Impact" panose="020B0806030902050204" pitchFamily="34" charset="0"/>
              </a:endParaRPr>
            </a:p>
          </p:txBody>
        </p:sp>
        <p:sp>
          <p:nvSpPr>
            <p:cNvPr id="3" name="文本框 2">
              <a:extLst>
                <a:ext uri="{FF2B5EF4-FFF2-40B4-BE49-F238E27FC236}">
                  <a16:creationId xmlns:a16="http://schemas.microsoft.com/office/drawing/2014/main" id="{4D6BD736-A4D3-4F26-AFED-36E11F50F70B}"/>
                </a:ext>
              </a:extLst>
            </p:cNvPr>
            <p:cNvSpPr txBox="1"/>
            <p:nvPr/>
          </p:nvSpPr>
          <p:spPr>
            <a:xfrm>
              <a:off x="1052423" y="898245"/>
              <a:ext cx="5564038" cy="400110"/>
            </a:xfrm>
            <a:prstGeom prst="rect">
              <a:avLst/>
            </a:prstGeom>
            <a:noFill/>
          </p:spPr>
          <p:txBody>
            <a:bodyPr wrap="square" rtlCol="0">
              <a:spAutoFit/>
            </a:bodyPr>
            <a:lstStyle/>
            <a:p>
              <a:r>
                <a:rPr lang="zh-CN" altLang="en-US" sz="2000" b="1" dirty="0"/>
                <a:t>数据链路层的三个重要问题</a:t>
              </a:r>
            </a:p>
          </p:txBody>
        </p:sp>
      </p:grpSp>
      <p:sp>
        <p:nvSpPr>
          <p:cNvPr id="5" name="矩形 4">
            <a:extLst>
              <a:ext uri="{FF2B5EF4-FFF2-40B4-BE49-F238E27FC236}">
                <a16:creationId xmlns:a16="http://schemas.microsoft.com/office/drawing/2014/main" id="{FB4CC4FA-7CCC-41E1-871B-4977F1E17651}"/>
              </a:ext>
            </a:extLst>
          </p:cNvPr>
          <p:cNvSpPr/>
          <p:nvPr/>
        </p:nvSpPr>
        <p:spPr>
          <a:xfrm>
            <a:off x="1033908" y="1322263"/>
            <a:ext cx="2761840" cy="476933"/>
          </a:xfrm>
          <a:prstGeom prst="rect">
            <a:avLst/>
          </a:prstGeom>
          <a:solidFill>
            <a:schemeClr val="bg1">
              <a:lumMod val="85000"/>
            </a:schemeClr>
          </a:solidFill>
          <a:ln>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zh-CN" altLang="en-US" sz="2000" b="1" dirty="0"/>
              <a:t>封装成帧和透明传输</a:t>
            </a:r>
          </a:p>
        </p:txBody>
      </p:sp>
      <p:sp>
        <p:nvSpPr>
          <p:cNvPr id="6" name="矩形 5">
            <a:extLst>
              <a:ext uri="{FF2B5EF4-FFF2-40B4-BE49-F238E27FC236}">
                <a16:creationId xmlns:a16="http://schemas.microsoft.com/office/drawing/2014/main" id="{92ED85A3-B968-4E31-8330-9F6C05F07C2A}"/>
              </a:ext>
            </a:extLst>
          </p:cNvPr>
          <p:cNvSpPr/>
          <p:nvPr/>
        </p:nvSpPr>
        <p:spPr>
          <a:xfrm>
            <a:off x="4715080" y="1322263"/>
            <a:ext cx="2761840" cy="476933"/>
          </a:xfrm>
          <a:prstGeom prst="rect">
            <a:avLst/>
          </a:prstGeom>
          <a:solidFill>
            <a:schemeClr val="bg1">
              <a:lumMod val="85000"/>
            </a:schemeClr>
          </a:solidFill>
          <a:ln>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zh-CN" altLang="en-US" sz="2000" b="1" dirty="0"/>
              <a:t>差错检测</a:t>
            </a:r>
          </a:p>
        </p:txBody>
      </p:sp>
      <p:sp>
        <p:nvSpPr>
          <p:cNvPr id="7" name="矩形 6">
            <a:extLst>
              <a:ext uri="{FF2B5EF4-FFF2-40B4-BE49-F238E27FC236}">
                <a16:creationId xmlns:a16="http://schemas.microsoft.com/office/drawing/2014/main" id="{ACEE140B-8012-4836-ABCF-1D94605747E5}"/>
              </a:ext>
            </a:extLst>
          </p:cNvPr>
          <p:cNvSpPr/>
          <p:nvPr/>
        </p:nvSpPr>
        <p:spPr>
          <a:xfrm>
            <a:off x="8396252" y="1322262"/>
            <a:ext cx="2761840" cy="476933"/>
          </a:xfrm>
          <a:prstGeom prst="rect">
            <a:avLst/>
          </a:prstGeom>
          <a:solidFill>
            <a:schemeClr val="bg1">
              <a:lumMod val="85000"/>
            </a:schemeClr>
          </a:solidFill>
          <a:ln>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zh-CN" altLang="en-US" sz="2000" b="1" dirty="0"/>
              <a:t>可靠传输</a:t>
            </a:r>
          </a:p>
        </p:txBody>
      </p:sp>
      <p:sp>
        <p:nvSpPr>
          <p:cNvPr id="8" name="矩形 7">
            <a:extLst>
              <a:ext uri="{FF2B5EF4-FFF2-40B4-BE49-F238E27FC236}">
                <a16:creationId xmlns:a16="http://schemas.microsoft.com/office/drawing/2014/main" id="{CB901CAC-C9C3-471A-A09C-2F51D9DA7BAF}"/>
              </a:ext>
            </a:extLst>
          </p:cNvPr>
          <p:cNvSpPr/>
          <p:nvPr/>
        </p:nvSpPr>
        <p:spPr>
          <a:xfrm>
            <a:off x="1033908" y="1322263"/>
            <a:ext cx="2761840" cy="476933"/>
          </a:xfrm>
          <a:prstGeom prst="rect">
            <a:avLst/>
          </a:prstGeom>
          <a:solidFill>
            <a:schemeClr val="accent3">
              <a:lumMod val="75000"/>
            </a:schemeClr>
          </a:solidFill>
          <a:ln>
            <a:solidFill>
              <a:schemeClr val="accent3">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zh-CN" altLang="en-US" sz="2000" b="1" dirty="0"/>
              <a:t>封装成帧和透明传输</a:t>
            </a:r>
          </a:p>
        </p:txBody>
      </p:sp>
      <p:grpSp>
        <p:nvGrpSpPr>
          <p:cNvPr id="47" name="组合 46">
            <a:extLst>
              <a:ext uri="{FF2B5EF4-FFF2-40B4-BE49-F238E27FC236}">
                <a16:creationId xmlns:a16="http://schemas.microsoft.com/office/drawing/2014/main" id="{B8E542C3-5B58-4C0E-BC48-6396E1469D06}"/>
              </a:ext>
            </a:extLst>
          </p:cNvPr>
          <p:cNvGrpSpPr/>
          <p:nvPr/>
        </p:nvGrpSpPr>
        <p:grpSpPr>
          <a:xfrm>
            <a:off x="601699" y="3457743"/>
            <a:ext cx="10940423" cy="641082"/>
            <a:chOff x="601699" y="5648354"/>
            <a:chExt cx="10940423" cy="641082"/>
          </a:xfrm>
        </p:grpSpPr>
        <p:cxnSp>
          <p:nvCxnSpPr>
            <p:cNvPr id="23" name="直接连接符 22">
              <a:extLst>
                <a:ext uri="{FF2B5EF4-FFF2-40B4-BE49-F238E27FC236}">
                  <a16:creationId xmlns:a16="http://schemas.microsoft.com/office/drawing/2014/main" id="{BB9DF023-15E4-4259-ABBC-43306C5B2694}"/>
                </a:ext>
              </a:extLst>
            </p:cNvPr>
            <p:cNvCxnSpPr>
              <a:cxnSpLocks/>
            </p:cNvCxnSpPr>
            <p:nvPr/>
          </p:nvCxnSpPr>
          <p:spPr>
            <a:xfrm>
              <a:off x="1143721" y="6126777"/>
              <a:ext cx="10027235"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pic>
          <p:nvPicPr>
            <p:cNvPr id="24" name="图形 23">
              <a:extLst>
                <a:ext uri="{FF2B5EF4-FFF2-40B4-BE49-F238E27FC236}">
                  <a16:creationId xmlns:a16="http://schemas.microsoft.com/office/drawing/2014/main" id="{D98CC648-BEF5-49CE-A972-7D0F3F45EC50}"/>
                </a:ext>
              </a:extLst>
            </p:cNvPr>
            <p:cNvPicPr>
              <a:picLocks noChangeAspect="1"/>
            </p:cNvPicPr>
            <p:nvPr/>
          </p:nvPicPr>
          <p:blipFill>
            <a:blip r:embed="rId4">
              <a:extLst>
                <a:ext uri="{28A0092B-C50C-407E-A947-70E740481C1C}">
                  <a14:useLocalDpi xmlns:a14="http://schemas.microsoft.com/office/drawing/2010/main" val="0"/>
                </a:ext>
                <a:ext uri="{96DAC541-7B7A-43D3-8B79-37D633B846F1}">
                  <asvg:svgBlip xmlns:asvg="http://schemas.microsoft.com/office/drawing/2016/SVG/main" r:embed="rId5"/>
                </a:ext>
              </a:extLst>
            </a:blip>
            <a:stretch>
              <a:fillRect/>
            </a:stretch>
          </p:blipFill>
          <p:spPr>
            <a:xfrm>
              <a:off x="601699" y="5648354"/>
              <a:ext cx="662814" cy="641082"/>
            </a:xfrm>
            <a:prstGeom prst="rect">
              <a:avLst/>
            </a:prstGeom>
          </p:spPr>
        </p:pic>
        <p:pic>
          <p:nvPicPr>
            <p:cNvPr id="46" name="图形 45">
              <a:extLst>
                <a:ext uri="{FF2B5EF4-FFF2-40B4-BE49-F238E27FC236}">
                  <a16:creationId xmlns:a16="http://schemas.microsoft.com/office/drawing/2014/main" id="{8077FE65-F3E1-41E0-83D1-5F274C875FB4}"/>
                </a:ext>
              </a:extLst>
            </p:cNvPr>
            <p:cNvPicPr>
              <a:picLocks noChangeAspect="1"/>
            </p:cNvPicPr>
            <p:nvPr/>
          </p:nvPicPr>
          <p:blipFill>
            <a:blip r:embed="rId4">
              <a:extLst>
                <a:ext uri="{28A0092B-C50C-407E-A947-70E740481C1C}">
                  <a14:useLocalDpi xmlns:a14="http://schemas.microsoft.com/office/drawing/2010/main" val="0"/>
                </a:ext>
                <a:ext uri="{96DAC541-7B7A-43D3-8B79-37D633B846F1}">
                  <asvg:svgBlip xmlns:asvg="http://schemas.microsoft.com/office/drawing/2016/SVG/main" r:embed="rId5"/>
                </a:ext>
              </a:extLst>
            </a:blip>
            <a:stretch>
              <a:fillRect/>
            </a:stretch>
          </p:blipFill>
          <p:spPr>
            <a:xfrm>
              <a:off x="10879308" y="5648354"/>
              <a:ext cx="662814" cy="641082"/>
            </a:xfrm>
            <a:prstGeom prst="rect">
              <a:avLst/>
            </a:prstGeom>
          </p:spPr>
        </p:pic>
      </p:grpSp>
      <p:sp>
        <p:nvSpPr>
          <p:cNvPr id="42" name="文本框 41">
            <a:extLst>
              <a:ext uri="{FF2B5EF4-FFF2-40B4-BE49-F238E27FC236}">
                <a16:creationId xmlns:a16="http://schemas.microsoft.com/office/drawing/2014/main" id="{58716591-3D83-4195-A9F6-9CA163994DE4}"/>
              </a:ext>
            </a:extLst>
          </p:cNvPr>
          <p:cNvSpPr txBox="1"/>
          <p:nvPr/>
        </p:nvSpPr>
        <p:spPr>
          <a:xfrm>
            <a:off x="2448081" y="1360673"/>
            <a:ext cx="1420029" cy="400110"/>
          </a:xfrm>
          <a:prstGeom prst="rect">
            <a:avLst/>
          </a:prstGeom>
          <a:noFill/>
        </p:spPr>
        <p:txBody>
          <a:bodyPr wrap="square">
            <a:spAutoFit/>
          </a:bodyPr>
          <a:lstStyle/>
          <a:p>
            <a:r>
              <a:rPr lang="zh-CN" altLang="en-US" sz="2000" b="1" dirty="0">
                <a:solidFill>
                  <a:schemeClr val="accent6"/>
                </a:solidFill>
              </a:rPr>
              <a:t>透明传输</a:t>
            </a:r>
            <a:endParaRPr lang="zh-CN" altLang="en-US" sz="2000" dirty="0">
              <a:solidFill>
                <a:schemeClr val="accent6"/>
              </a:solidFill>
            </a:endParaRPr>
          </a:p>
        </p:txBody>
      </p:sp>
      <p:sp>
        <p:nvSpPr>
          <p:cNvPr id="9" name="矩形 8">
            <a:extLst>
              <a:ext uri="{FF2B5EF4-FFF2-40B4-BE49-F238E27FC236}">
                <a16:creationId xmlns:a16="http://schemas.microsoft.com/office/drawing/2014/main" id="{E24FCA59-56DA-4743-94C8-1F7882A2E1C8}"/>
              </a:ext>
            </a:extLst>
          </p:cNvPr>
          <p:cNvSpPr/>
          <p:nvPr/>
        </p:nvSpPr>
        <p:spPr>
          <a:xfrm>
            <a:off x="7389209" y="3532609"/>
            <a:ext cx="438561" cy="357571"/>
          </a:xfrm>
          <a:prstGeom prst="rect">
            <a:avLst/>
          </a:prstGeom>
          <a:solidFill>
            <a:schemeClr val="accent4"/>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CN" b="1" dirty="0"/>
              <a:t>F</a:t>
            </a:r>
            <a:endParaRPr lang="zh-CN" altLang="en-US" b="1" dirty="0"/>
          </a:p>
        </p:txBody>
      </p:sp>
      <p:sp>
        <p:nvSpPr>
          <p:cNvPr id="16" name="对话气泡: 圆角矩形 15">
            <a:extLst>
              <a:ext uri="{FF2B5EF4-FFF2-40B4-BE49-F238E27FC236}">
                <a16:creationId xmlns:a16="http://schemas.microsoft.com/office/drawing/2014/main" id="{7958F999-BADE-4EB6-96E5-83F87B2BD940}"/>
              </a:ext>
            </a:extLst>
          </p:cNvPr>
          <p:cNvSpPr/>
          <p:nvPr/>
        </p:nvSpPr>
        <p:spPr>
          <a:xfrm>
            <a:off x="478797" y="4805302"/>
            <a:ext cx="7829744" cy="1491761"/>
          </a:xfrm>
          <a:prstGeom prst="wedgeRoundRectCallout">
            <a:avLst>
              <a:gd name="adj1" fmla="val 36408"/>
              <a:gd name="adj2" fmla="val -114621"/>
              <a:gd name="adj3" fmla="val 16667"/>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r>
              <a:rPr lang="zh-CN" altLang="en-US" b="1" dirty="0"/>
              <a:t>         如果不解决上述问题，则数据链路层就会对上层交付的</a:t>
            </a:r>
            <a:r>
              <a:rPr lang="en-US" altLang="zh-CN" b="1" dirty="0"/>
              <a:t>PDU</a:t>
            </a:r>
            <a:r>
              <a:rPr lang="zh-CN" altLang="en-US" b="1" dirty="0"/>
              <a:t>的内容有所限制，即</a:t>
            </a:r>
            <a:r>
              <a:rPr lang="en-US" altLang="zh-CN" b="1" dirty="0"/>
              <a:t>PDU</a:t>
            </a:r>
            <a:r>
              <a:rPr lang="zh-CN" altLang="en-US" b="1" dirty="0"/>
              <a:t>中不能包含帧定界符。显然，这样的数据链路层没有什么应用价值。</a:t>
            </a:r>
            <a:endParaRPr lang="en-US" altLang="zh-CN" b="1" dirty="0"/>
          </a:p>
          <a:p>
            <a:r>
              <a:rPr lang="zh-CN" altLang="en-US" b="1" dirty="0"/>
              <a:t>         如果能够采取措施，使得数据链路层对上层交付的</a:t>
            </a:r>
            <a:r>
              <a:rPr lang="en-US" altLang="zh-CN" b="1" dirty="0"/>
              <a:t>PDU</a:t>
            </a:r>
            <a:r>
              <a:rPr lang="zh-CN" altLang="en-US" b="1" dirty="0"/>
              <a:t>的内容没有任何限制，就好像数据链路层不存在一样，就称其为透明传输。</a:t>
            </a:r>
          </a:p>
        </p:txBody>
      </p:sp>
    </p:spTree>
    <p:custDataLst>
      <p:tags r:id="rId1"/>
    </p:custDataLst>
    <p:extLst>
      <p:ext uri="{BB962C8B-B14F-4D97-AF65-F5344CB8AC3E}">
        <p14:creationId xmlns:p14="http://schemas.microsoft.com/office/powerpoint/2010/main" val="2143554245"/>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49" presetClass="entr" presetSubtype="0" decel="100000" fill="hold" grpId="0" nodeType="withEffect">
                                  <p:stCondLst>
                                    <p:cond delay="0"/>
                                  </p:stCondLst>
                                  <p:childTnLst>
                                    <p:set>
                                      <p:cBhvr>
                                        <p:cTn id="6" dur="1" fill="hold">
                                          <p:stCondLst>
                                            <p:cond delay="0"/>
                                          </p:stCondLst>
                                        </p:cTn>
                                        <p:tgtEl>
                                          <p:spTgt spid="9"/>
                                        </p:tgtEl>
                                        <p:attrNameLst>
                                          <p:attrName>style.visibility</p:attrName>
                                        </p:attrNameLst>
                                      </p:cBhvr>
                                      <p:to>
                                        <p:strVal val="visible"/>
                                      </p:to>
                                    </p:set>
                                    <p:anim calcmode="lin" valueType="num">
                                      <p:cBhvr>
                                        <p:cTn id="7" dur="500" fill="hold"/>
                                        <p:tgtEl>
                                          <p:spTgt spid="9"/>
                                        </p:tgtEl>
                                        <p:attrNameLst>
                                          <p:attrName>ppt_w</p:attrName>
                                        </p:attrNameLst>
                                      </p:cBhvr>
                                      <p:tavLst>
                                        <p:tav tm="0">
                                          <p:val>
                                            <p:fltVal val="0"/>
                                          </p:val>
                                        </p:tav>
                                        <p:tav tm="100000">
                                          <p:val>
                                            <p:strVal val="#ppt_w"/>
                                          </p:val>
                                        </p:tav>
                                      </p:tavLst>
                                    </p:anim>
                                    <p:anim calcmode="lin" valueType="num">
                                      <p:cBhvr>
                                        <p:cTn id="8" dur="500" fill="hold"/>
                                        <p:tgtEl>
                                          <p:spTgt spid="9"/>
                                        </p:tgtEl>
                                        <p:attrNameLst>
                                          <p:attrName>ppt_h</p:attrName>
                                        </p:attrNameLst>
                                      </p:cBhvr>
                                      <p:tavLst>
                                        <p:tav tm="0">
                                          <p:val>
                                            <p:fltVal val="0"/>
                                          </p:val>
                                        </p:tav>
                                        <p:tav tm="100000">
                                          <p:val>
                                            <p:strVal val="#ppt_h"/>
                                          </p:val>
                                        </p:tav>
                                      </p:tavLst>
                                    </p:anim>
                                    <p:anim calcmode="lin" valueType="num">
                                      <p:cBhvr>
                                        <p:cTn id="9" dur="500" fill="hold"/>
                                        <p:tgtEl>
                                          <p:spTgt spid="9"/>
                                        </p:tgtEl>
                                        <p:attrNameLst>
                                          <p:attrName>style.rotation</p:attrName>
                                        </p:attrNameLst>
                                      </p:cBhvr>
                                      <p:tavLst>
                                        <p:tav tm="0">
                                          <p:val>
                                            <p:fltVal val="360"/>
                                          </p:val>
                                        </p:tav>
                                        <p:tav tm="100000">
                                          <p:val>
                                            <p:fltVal val="0"/>
                                          </p:val>
                                        </p:tav>
                                      </p:tavLst>
                                    </p:anim>
                                    <p:animEffect transition="in" filter="fade">
                                      <p:cBhvr>
                                        <p:cTn id="10" dur="500"/>
                                        <p:tgtEl>
                                          <p:spTgt spid="9"/>
                                        </p:tgtEl>
                                      </p:cBhvr>
                                    </p:animEffect>
                                  </p:childTnLst>
                                </p:cTn>
                              </p:par>
                            </p:childTnLst>
                          </p:cTn>
                        </p:par>
                      </p:childTnLst>
                    </p:cTn>
                  </p:par>
                  <p:par>
                    <p:cTn id="11" fill="hold">
                      <p:stCondLst>
                        <p:cond delay="indefinite"/>
                      </p:stCondLst>
                      <p:childTnLst>
                        <p:par>
                          <p:cTn id="12" fill="hold">
                            <p:stCondLst>
                              <p:cond delay="0"/>
                            </p:stCondLst>
                            <p:childTnLst>
                              <p:par>
                                <p:cTn id="13" presetID="47" presetClass="entr" presetSubtype="0" fill="hold" nodeType="clickEffect">
                                  <p:stCondLst>
                                    <p:cond delay="0"/>
                                  </p:stCondLst>
                                  <p:childTnLst>
                                    <p:set>
                                      <p:cBhvr>
                                        <p:cTn id="14" dur="1" fill="hold">
                                          <p:stCondLst>
                                            <p:cond delay="0"/>
                                          </p:stCondLst>
                                        </p:cTn>
                                        <p:tgtEl>
                                          <p:spTgt spid="15"/>
                                        </p:tgtEl>
                                        <p:attrNameLst>
                                          <p:attrName>style.visibility</p:attrName>
                                        </p:attrNameLst>
                                      </p:cBhvr>
                                      <p:to>
                                        <p:strVal val="visible"/>
                                      </p:to>
                                    </p:set>
                                    <p:animEffect transition="in" filter="fade">
                                      <p:cBhvr>
                                        <p:cTn id="15" dur="1000"/>
                                        <p:tgtEl>
                                          <p:spTgt spid="15"/>
                                        </p:tgtEl>
                                      </p:cBhvr>
                                    </p:animEffect>
                                    <p:anim calcmode="lin" valueType="num">
                                      <p:cBhvr>
                                        <p:cTn id="16" dur="1000" fill="hold"/>
                                        <p:tgtEl>
                                          <p:spTgt spid="15"/>
                                        </p:tgtEl>
                                        <p:attrNameLst>
                                          <p:attrName>ppt_x</p:attrName>
                                        </p:attrNameLst>
                                      </p:cBhvr>
                                      <p:tavLst>
                                        <p:tav tm="0">
                                          <p:val>
                                            <p:strVal val="#ppt_x"/>
                                          </p:val>
                                        </p:tav>
                                        <p:tav tm="100000">
                                          <p:val>
                                            <p:strVal val="#ppt_x"/>
                                          </p:val>
                                        </p:tav>
                                      </p:tavLst>
                                    </p:anim>
                                    <p:anim calcmode="lin" valueType="num">
                                      <p:cBhvr>
                                        <p:cTn id="17" dur="1000" fill="hold"/>
                                        <p:tgtEl>
                                          <p:spTgt spid="15"/>
                                        </p:tgtEl>
                                        <p:attrNameLst>
                                          <p:attrName>ppt_y</p:attrName>
                                        </p:attrNameLst>
                                      </p:cBhvr>
                                      <p:tavLst>
                                        <p:tav tm="0">
                                          <p:val>
                                            <p:strVal val="#ppt_y-.1"/>
                                          </p:val>
                                        </p:tav>
                                        <p:tav tm="100000">
                                          <p:val>
                                            <p:strVal val="#ppt_y"/>
                                          </p:val>
                                        </p:tav>
                                      </p:tavLst>
                                    </p:anim>
                                  </p:childTnLst>
                                </p:cTn>
                              </p:par>
                            </p:childTnLst>
                          </p:cTn>
                        </p:par>
                      </p:childTnLst>
                    </p:cTn>
                  </p:par>
                  <p:par>
                    <p:cTn id="18" fill="hold">
                      <p:stCondLst>
                        <p:cond delay="indefinite"/>
                      </p:stCondLst>
                      <p:childTnLst>
                        <p:par>
                          <p:cTn id="19" fill="hold">
                            <p:stCondLst>
                              <p:cond delay="0"/>
                            </p:stCondLst>
                            <p:childTnLst>
                              <p:par>
                                <p:cTn id="20" presetID="42" presetClass="entr" presetSubtype="0" fill="hold" grpId="0" nodeType="clickEffect">
                                  <p:stCondLst>
                                    <p:cond delay="0"/>
                                  </p:stCondLst>
                                  <p:childTnLst>
                                    <p:set>
                                      <p:cBhvr>
                                        <p:cTn id="21" dur="1" fill="hold">
                                          <p:stCondLst>
                                            <p:cond delay="0"/>
                                          </p:stCondLst>
                                        </p:cTn>
                                        <p:tgtEl>
                                          <p:spTgt spid="16"/>
                                        </p:tgtEl>
                                        <p:attrNameLst>
                                          <p:attrName>style.visibility</p:attrName>
                                        </p:attrNameLst>
                                      </p:cBhvr>
                                      <p:to>
                                        <p:strVal val="visible"/>
                                      </p:to>
                                    </p:set>
                                    <p:animEffect transition="in" filter="fade">
                                      <p:cBhvr>
                                        <p:cTn id="22" dur="1000"/>
                                        <p:tgtEl>
                                          <p:spTgt spid="16"/>
                                        </p:tgtEl>
                                      </p:cBhvr>
                                    </p:animEffect>
                                    <p:anim calcmode="lin" valueType="num">
                                      <p:cBhvr>
                                        <p:cTn id="23" dur="1000" fill="hold"/>
                                        <p:tgtEl>
                                          <p:spTgt spid="16"/>
                                        </p:tgtEl>
                                        <p:attrNameLst>
                                          <p:attrName>ppt_x</p:attrName>
                                        </p:attrNameLst>
                                      </p:cBhvr>
                                      <p:tavLst>
                                        <p:tav tm="0">
                                          <p:val>
                                            <p:strVal val="#ppt_x"/>
                                          </p:val>
                                        </p:tav>
                                        <p:tav tm="100000">
                                          <p:val>
                                            <p:strVal val="#ppt_x"/>
                                          </p:val>
                                        </p:tav>
                                      </p:tavLst>
                                    </p:anim>
                                    <p:anim calcmode="lin" valueType="num">
                                      <p:cBhvr>
                                        <p:cTn id="24" dur="1000" fill="hold"/>
                                        <p:tgtEl>
                                          <p:spTgt spid="16"/>
                                        </p:tgtEl>
                                        <p:attrNameLst>
                                          <p:attrName>ppt_y</p:attrName>
                                        </p:attrNameLst>
                                      </p:cBhvr>
                                      <p:tavLst>
                                        <p:tav tm="0">
                                          <p:val>
                                            <p:strVal val="#ppt_y+.1"/>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9" grpId="0" animBg="1"/>
      <p:bldP spid="16" grpId="0" animBg="1"/>
    </p:bldLst>
  </p:timing>
</p:sld>
</file>

<file path=ppt/slides/slide2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17" name="组合 16">
            <a:extLst>
              <a:ext uri="{FF2B5EF4-FFF2-40B4-BE49-F238E27FC236}">
                <a16:creationId xmlns:a16="http://schemas.microsoft.com/office/drawing/2014/main" id="{BDA11433-A1E9-47EE-BB24-1A40E7AB3AA1}"/>
              </a:ext>
            </a:extLst>
          </p:cNvPr>
          <p:cNvGrpSpPr/>
          <p:nvPr/>
        </p:nvGrpSpPr>
        <p:grpSpPr>
          <a:xfrm>
            <a:off x="1264513" y="2650452"/>
            <a:ext cx="4455665" cy="1285714"/>
            <a:chOff x="1264513" y="2650452"/>
            <a:chExt cx="4455665" cy="1285714"/>
          </a:xfrm>
        </p:grpSpPr>
        <p:pic>
          <p:nvPicPr>
            <p:cNvPr id="12" name="图片 11" descr="文本&#10;&#10;描述已自动生成">
              <a:extLst>
                <a:ext uri="{FF2B5EF4-FFF2-40B4-BE49-F238E27FC236}">
                  <a16:creationId xmlns:a16="http://schemas.microsoft.com/office/drawing/2014/main" id="{6E7516E3-DFB1-4ED5-9904-25322286FF1A}"/>
                </a:ext>
              </a:extLst>
            </p:cNvPr>
            <p:cNvPicPr>
              <a:picLocks noChangeAspect="1"/>
            </p:cNvPicPr>
            <p:nvPr/>
          </p:nvPicPr>
          <p:blipFill>
            <a:blip r:embed="rId3" cstate="print">
              <a:extLst>
                <a:ext uri="{28A0092B-C50C-407E-A947-70E740481C1C}">
                  <a14:useLocalDpi xmlns:a14="http://schemas.microsoft.com/office/drawing/2010/main" val="0"/>
                </a:ext>
              </a:extLst>
            </a:blip>
            <a:stretch>
              <a:fillRect/>
            </a:stretch>
          </p:blipFill>
          <p:spPr>
            <a:xfrm>
              <a:off x="1264513" y="2650452"/>
              <a:ext cx="4455665" cy="1285714"/>
            </a:xfrm>
            <a:prstGeom prst="rect">
              <a:avLst/>
            </a:prstGeom>
          </p:spPr>
        </p:pic>
        <p:sp>
          <p:nvSpPr>
            <p:cNvPr id="13" name="文本框 12">
              <a:extLst>
                <a:ext uri="{FF2B5EF4-FFF2-40B4-BE49-F238E27FC236}">
                  <a16:creationId xmlns:a16="http://schemas.microsoft.com/office/drawing/2014/main" id="{0F3E1277-46C6-421F-8C32-E7C7F6C83F66}"/>
                </a:ext>
              </a:extLst>
            </p:cNvPr>
            <p:cNvSpPr txBox="1"/>
            <p:nvPr/>
          </p:nvSpPr>
          <p:spPr>
            <a:xfrm>
              <a:off x="2173371" y="3479399"/>
              <a:ext cx="2690573" cy="369332"/>
            </a:xfrm>
            <a:prstGeom prst="rect">
              <a:avLst/>
            </a:prstGeom>
            <a:noFill/>
          </p:spPr>
          <p:txBody>
            <a:bodyPr wrap="square" rtlCol="0">
              <a:spAutoFit/>
            </a:bodyPr>
            <a:lstStyle/>
            <a:p>
              <a:pPr algn="ctr"/>
              <a:r>
                <a:rPr lang="en-US" altLang="zh-CN" b="1" dirty="0">
                  <a:latin typeface="Arial Black" panose="020B0A04020102020204" pitchFamily="34" charset="0"/>
                </a:rPr>
                <a:t>1001001100011010</a:t>
              </a:r>
              <a:endParaRPr lang="zh-CN" altLang="en-US" b="1" dirty="0">
                <a:latin typeface="Arial Black" panose="020B0A04020102020204" pitchFamily="34" charset="0"/>
              </a:endParaRPr>
            </a:p>
          </p:txBody>
        </p:sp>
      </p:grpSp>
      <p:grpSp>
        <p:nvGrpSpPr>
          <p:cNvPr id="4" name="组合 3">
            <a:extLst>
              <a:ext uri="{FF2B5EF4-FFF2-40B4-BE49-F238E27FC236}">
                <a16:creationId xmlns:a16="http://schemas.microsoft.com/office/drawing/2014/main" id="{9A1EA9F2-FCB6-48C3-935F-7AE7E3AD14AC}"/>
              </a:ext>
            </a:extLst>
          </p:cNvPr>
          <p:cNvGrpSpPr/>
          <p:nvPr/>
        </p:nvGrpSpPr>
        <p:grpSpPr>
          <a:xfrm>
            <a:off x="304800" y="749300"/>
            <a:ext cx="6192344" cy="400110"/>
            <a:chOff x="424117" y="898245"/>
            <a:chExt cx="6192344" cy="400110"/>
          </a:xfrm>
        </p:grpSpPr>
        <p:sp>
          <p:nvSpPr>
            <p:cNvPr id="2" name="平行四边形 1">
              <a:extLst>
                <a:ext uri="{FF2B5EF4-FFF2-40B4-BE49-F238E27FC236}">
                  <a16:creationId xmlns:a16="http://schemas.microsoft.com/office/drawing/2014/main" id="{1F5BAA3F-9845-4F89-A2DD-8222D3E4EDAC}"/>
                </a:ext>
              </a:extLst>
            </p:cNvPr>
            <p:cNvSpPr/>
            <p:nvPr/>
          </p:nvSpPr>
          <p:spPr>
            <a:xfrm>
              <a:off x="424117" y="898245"/>
              <a:ext cx="628306" cy="387090"/>
            </a:xfrm>
            <a:prstGeom prst="parallelogram">
              <a:avLst/>
            </a:prstGeom>
            <a:solidFill>
              <a:schemeClr val="accent3">
                <a:lumMod val="75000"/>
              </a:schemeClr>
            </a:solidFill>
            <a:ln>
              <a:solidFill>
                <a:schemeClr val="accent3">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CN" sz="2200" dirty="0">
                  <a:latin typeface="Impact" panose="020B0806030902050204" pitchFamily="34" charset="0"/>
                </a:rPr>
                <a:t>01</a:t>
              </a:r>
              <a:endParaRPr lang="zh-CN" altLang="en-US" sz="2200" dirty="0">
                <a:latin typeface="Impact" panose="020B0806030902050204" pitchFamily="34" charset="0"/>
              </a:endParaRPr>
            </a:p>
          </p:txBody>
        </p:sp>
        <p:sp>
          <p:nvSpPr>
            <p:cNvPr id="3" name="文本框 2">
              <a:extLst>
                <a:ext uri="{FF2B5EF4-FFF2-40B4-BE49-F238E27FC236}">
                  <a16:creationId xmlns:a16="http://schemas.microsoft.com/office/drawing/2014/main" id="{4D6BD736-A4D3-4F26-AFED-36E11F50F70B}"/>
                </a:ext>
              </a:extLst>
            </p:cNvPr>
            <p:cNvSpPr txBox="1"/>
            <p:nvPr/>
          </p:nvSpPr>
          <p:spPr>
            <a:xfrm>
              <a:off x="1052423" y="898245"/>
              <a:ext cx="5564038" cy="400110"/>
            </a:xfrm>
            <a:prstGeom prst="rect">
              <a:avLst/>
            </a:prstGeom>
            <a:noFill/>
          </p:spPr>
          <p:txBody>
            <a:bodyPr wrap="square" rtlCol="0">
              <a:spAutoFit/>
            </a:bodyPr>
            <a:lstStyle/>
            <a:p>
              <a:r>
                <a:rPr lang="zh-CN" altLang="en-US" sz="2000" b="1" dirty="0"/>
                <a:t>数据链路层的三个重要问题</a:t>
              </a:r>
            </a:p>
          </p:txBody>
        </p:sp>
      </p:grpSp>
      <p:sp>
        <p:nvSpPr>
          <p:cNvPr id="5" name="矩形 4">
            <a:extLst>
              <a:ext uri="{FF2B5EF4-FFF2-40B4-BE49-F238E27FC236}">
                <a16:creationId xmlns:a16="http://schemas.microsoft.com/office/drawing/2014/main" id="{FB4CC4FA-7CCC-41E1-871B-4977F1E17651}"/>
              </a:ext>
            </a:extLst>
          </p:cNvPr>
          <p:cNvSpPr/>
          <p:nvPr/>
        </p:nvSpPr>
        <p:spPr>
          <a:xfrm>
            <a:off x="1033908" y="1322263"/>
            <a:ext cx="2761840" cy="476933"/>
          </a:xfrm>
          <a:prstGeom prst="rect">
            <a:avLst/>
          </a:prstGeom>
          <a:solidFill>
            <a:schemeClr val="bg1">
              <a:lumMod val="85000"/>
            </a:schemeClr>
          </a:solidFill>
          <a:ln>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zh-CN" altLang="en-US" sz="2000" b="1" dirty="0"/>
              <a:t>封装成帧和透明传输</a:t>
            </a:r>
          </a:p>
        </p:txBody>
      </p:sp>
      <p:sp>
        <p:nvSpPr>
          <p:cNvPr id="6" name="矩形 5">
            <a:extLst>
              <a:ext uri="{FF2B5EF4-FFF2-40B4-BE49-F238E27FC236}">
                <a16:creationId xmlns:a16="http://schemas.microsoft.com/office/drawing/2014/main" id="{92ED85A3-B968-4E31-8330-9F6C05F07C2A}"/>
              </a:ext>
            </a:extLst>
          </p:cNvPr>
          <p:cNvSpPr/>
          <p:nvPr/>
        </p:nvSpPr>
        <p:spPr>
          <a:xfrm>
            <a:off x="4715080" y="1322263"/>
            <a:ext cx="2761840" cy="476933"/>
          </a:xfrm>
          <a:prstGeom prst="rect">
            <a:avLst/>
          </a:prstGeom>
          <a:solidFill>
            <a:schemeClr val="bg1">
              <a:lumMod val="85000"/>
            </a:schemeClr>
          </a:solidFill>
          <a:ln>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zh-CN" altLang="en-US" sz="2000" b="1" dirty="0"/>
              <a:t>差错检测</a:t>
            </a:r>
          </a:p>
        </p:txBody>
      </p:sp>
      <p:sp>
        <p:nvSpPr>
          <p:cNvPr id="7" name="矩形 6">
            <a:extLst>
              <a:ext uri="{FF2B5EF4-FFF2-40B4-BE49-F238E27FC236}">
                <a16:creationId xmlns:a16="http://schemas.microsoft.com/office/drawing/2014/main" id="{ACEE140B-8012-4836-ABCF-1D94605747E5}"/>
              </a:ext>
            </a:extLst>
          </p:cNvPr>
          <p:cNvSpPr/>
          <p:nvPr/>
        </p:nvSpPr>
        <p:spPr>
          <a:xfrm>
            <a:off x="8396252" y="1322262"/>
            <a:ext cx="2761840" cy="476933"/>
          </a:xfrm>
          <a:prstGeom prst="rect">
            <a:avLst/>
          </a:prstGeom>
          <a:solidFill>
            <a:schemeClr val="bg1">
              <a:lumMod val="85000"/>
            </a:schemeClr>
          </a:solidFill>
          <a:ln>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zh-CN" altLang="en-US" sz="2000" b="1" dirty="0"/>
              <a:t>可靠传输</a:t>
            </a:r>
          </a:p>
        </p:txBody>
      </p:sp>
      <p:grpSp>
        <p:nvGrpSpPr>
          <p:cNvPr id="47" name="组合 46">
            <a:extLst>
              <a:ext uri="{FF2B5EF4-FFF2-40B4-BE49-F238E27FC236}">
                <a16:creationId xmlns:a16="http://schemas.microsoft.com/office/drawing/2014/main" id="{B8E542C3-5B58-4C0E-BC48-6396E1469D06}"/>
              </a:ext>
            </a:extLst>
          </p:cNvPr>
          <p:cNvGrpSpPr/>
          <p:nvPr/>
        </p:nvGrpSpPr>
        <p:grpSpPr>
          <a:xfrm>
            <a:off x="601699" y="3457743"/>
            <a:ext cx="10940423" cy="641082"/>
            <a:chOff x="601699" y="5648354"/>
            <a:chExt cx="10940423" cy="641082"/>
          </a:xfrm>
        </p:grpSpPr>
        <p:cxnSp>
          <p:nvCxnSpPr>
            <p:cNvPr id="23" name="直接连接符 22">
              <a:extLst>
                <a:ext uri="{FF2B5EF4-FFF2-40B4-BE49-F238E27FC236}">
                  <a16:creationId xmlns:a16="http://schemas.microsoft.com/office/drawing/2014/main" id="{BB9DF023-15E4-4259-ABBC-43306C5B2694}"/>
                </a:ext>
              </a:extLst>
            </p:cNvPr>
            <p:cNvCxnSpPr>
              <a:cxnSpLocks/>
            </p:cNvCxnSpPr>
            <p:nvPr/>
          </p:nvCxnSpPr>
          <p:spPr>
            <a:xfrm>
              <a:off x="1143721" y="6126777"/>
              <a:ext cx="10027235"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pic>
          <p:nvPicPr>
            <p:cNvPr id="24" name="图形 23">
              <a:extLst>
                <a:ext uri="{FF2B5EF4-FFF2-40B4-BE49-F238E27FC236}">
                  <a16:creationId xmlns:a16="http://schemas.microsoft.com/office/drawing/2014/main" id="{D98CC648-BEF5-49CE-A972-7D0F3F45EC50}"/>
                </a:ext>
              </a:extLst>
            </p:cNvPr>
            <p:cNvPicPr>
              <a:picLocks noChangeAspect="1"/>
            </p:cNvPicPr>
            <p:nvPr/>
          </p:nvPicPr>
          <p:blipFill>
            <a:blip r:embed="rId4">
              <a:extLst>
                <a:ext uri="{28A0092B-C50C-407E-A947-70E740481C1C}">
                  <a14:useLocalDpi xmlns:a14="http://schemas.microsoft.com/office/drawing/2010/main" val="0"/>
                </a:ext>
                <a:ext uri="{96DAC541-7B7A-43D3-8B79-37D633B846F1}">
                  <asvg:svgBlip xmlns:asvg="http://schemas.microsoft.com/office/drawing/2016/SVG/main" r:embed="rId5"/>
                </a:ext>
              </a:extLst>
            </a:blip>
            <a:stretch>
              <a:fillRect/>
            </a:stretch>
          </p:blipFill>
          <p:spPr>
            <a:xfrm>
              <a:off x="601699" y="5648354"/>
              <a:ext cx="662814" cy="641082"/>
            </a:xfrm>
            <a:prstGeom prst="rect">
              <a:avLst/>
            </a:prstGeom>
          </p:spPr>
        </p:pic>
        <p:pic>
          <p:nvPicPr>
            <p:cNvPr id="46" name="图形 45">
              <a:extLst>
                <a:ext uri="{FF2B5EF4-FFF2-40B4-BE49-F238E27FC236}">
                  <a16:creationId xmlns:a16="http://schemas.microsoft.com/office/drawing/2014/main" id="{8077FE65-F3E1-41E0-83D1-5F274C875FB4}"/>
                </a:ext>
              </a:extLst>
            </p:cNvPr>
            <p:cNvPicPr>
              <a:picLocks noChangeAspect="1"/>
            </p:cNvPicPr>
            <p:nvPr/>
          </p:nvPicPr>
          <p:blipFill>
            <a:blip r:embed="rId4">
              <a:extLst>
                <a:ext uri="{28A0092B-C50C-407E-A947-70E740481C1C}">
                  <a14:useLocalDpi xmlns:a14="http://schemas.microsoft.com/office/drawing/2010/main" val="0"/>
                </a:ext>
                <a:ext uri="{96DAC541-7B7A-43D3-8B79-37D633B846F1}">
                  <asvg:svgBlip xmlns:asvg="http://schemas.microsoft.com/office/drawing/2016/SVG/main" r:embed="rId5"/>
                </a:ext>
              </a:extLst>
            </a:blip>
            <a:stretch>
              <a:fillRect/>
            </a:stretch>
          </p:blipFill>
          <p:spPr>
            <a:xfrm>
              <a:off x="10879308" y="5648354"/>
              <a:ext cx="662814" cy="641082"/>
            </a:xfrm>
            <a:prstGeom prst="rect">
              <a:avLst/>
            </a:prstGeom>
          </p:spPr>
        </p:pic>
      </p:grpSp>
      <p:sp>
        <p:nvSpPr>
          <p:cNvPr id="25" name="矩形 24">
            <a:extLst>
              <a:ext uri="{FF2B5EF4-FFF2-40B4-BE49-F238E27FC236}">
                <a16:creationId xmlns:a16="http://schemas.microsoft.com/office/drawing/2014/main" id="{4D1EC0EF-2F54-4D40-AA97-B5467FEAC6EC}"/>
              </a:ext>
            </a:extLst>
          </p:cNvPr>
          <p:cNvSpPr/>
          <p:nvPr/>
        </p:nvSpPr>
        <p:spPr>
          <a:xfrm>
            <a:off x="4715080" y="1322263"/>
            <a:ext cx="2761840" cy="476933"/>
          </a:xfrm>
          <a:prstGeom prst="rect">
            <a:avLst/>
          </a:prstGeom>
          <a:solidFill>
            <a:schemeClr val="accent3">
              <a:lumMod val="75000"/>
            </a:schemeClr>
          </a:solidFill>
          <a:ln>
            <a:solidFill>
              <a:schemeClr val="accent3">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zh-CN" altLang="en-US" sz="2000" b="1" dirty="0"/>
              <a:t>差错检测</a:t>
            </a:r>
          </a:p>
        </p:txBody>
      </p:sp>
    </p:spTree>
    <p:custDataLst>
      <p:tags r:id="rId1"/>
    </p:custDataLst>
    <p:extLst>
      <p:ext uri="{BB962C8B-B14F-4D97-AF65-F5344CB8AC3E}">
        <p14:creationId xmlns:p14="http://schemas.microsoft.com/office/powerpoint/2010/main" val="3396550194"/>
      </p:ext>
    </p:extLst>
  </p:cSld>
  <p:clrMapOvr>
    <a:masterClrMapping/>
  </p:clrMapOvr>
  <mc:AlternateContent xmlns:mc="http://schemas.openxmlformats.org/markup-compatibility/2006" xmlns:p14="http://schemas.microsoft.com/office/powerpoint/2010/main">
    <mc:Choice Requires="p14">
      <p:transition p14:dur="10"/>
    </mc:Choice>
    <mc:Fallback xmlns="">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2" presetClass="entr" presetSubtype="8" fill="hold" grpId="0" nodeType="withEffect">
                                  <p:stCondLst>
                                    <p:cond delay="0"/>
                                  </p:stCondLst>
                                  <p:childTnLst>
                                    <p:set>
                                      <p:cBhvr>
                                        <p:cTn id="6" dur="1" fill="hold">
                                          <p:stCondLst>
                                            <p:cond delay="0"/>
                                          </p:stCondLst>
                                        </p:cTn>
                                        <p:tgtEl>
                                          <p:spTgt spid="25"/>
                                        </p:tgtEl>
                                        <p:attrNameLst>
                                          <p:attrName>style.visibility</p:attrName>
                                        </p:attrNameLst>
                                      </p:cBhvr>
                                      <p:to>
                                        <p:strVal val="visible"/>
                                      </p:to>
                                    </p:set>
                                    <p:animEffect transition="in" filter="wipe(left)">
                                      <p:cBhvr>
                                        <p:cTn id="7" dur="1000"/>
                                        <p:tgtEl>
                                          <p:spTgt spid="25"/>
                                        </p:tgtEl>
                                      </p:cBhvr>
                                    </p:animEffect>
                                  </p:childTnLst>
                                </p:cTn>
                              </p:par>
                            </p:childTnLst>
                          </p:cTn>
                        </p:par>
                      </p:childTnLst>
                    </p:cTn>
                  </p:par>
                  <p:par>
                    <p:cTn id="8" fill="hold">
                      <p:stCondLst>
                        <p:cond delay="indefinite"/>
                      </p:stCondLst>
                      <p:childTnLst>
                        <p:par>
                          <p:cTn id="9" fill="hold">
                            <p:stCondLst>
                              <p:cond delay="0"/>
                            </p:stCondLst>
                            <p:childTnLst>
                              <p:par>
                                <p:cTn id="10" presetID="12" presetClass="entr" presetSubtype="8" fill="hold" nodeType="clickEffect">
                                  <p:stCondLst>
                                    <p:cond delay="0"/>
                                  </p:stCondLst>
                                  <p:childTnLst>
                                    <p:set>
                                      <p:cBhvr>
                                        <p:cTn id="11" dur="1" fill="hold">
                                          <p:stCondLst>
                                            <p:cond delay="0"/>
                                          </p:stCondLst>
                                        </p:cTn>
                                        <p:tgtEl>
                                          <p:spTgt spid="17"/>
                                        </p:tgtEl>
                                        <p:attrNameLst>
                                          <p:attrName>style.visibility</p:attrName>
                                        </p:attrNameLst>
                                      </p:cBhvr>
                                      <p:to>
                                        <p:strVal val="visible"/>
                                      </p:to>
                                    </p:set>
                                    <p:anim calcmode="lin" valueType="num">
                                      <p:cBhvr additive="base">
                                        <p:cTn id="12" dur="1000"/>
                                        <p:tgtEl>
                                          <p:spTgt spid="17"/>
                                        </p:tgtEl>
                                        <p:attrNameLst>
                                          <p:attrName>ppt_x</p:attrName>
                                        </p:attrNameLst>
                                      </p:cBhvr>
                                      <p:tavLst>
                                        <p:tav tm="0">
                                          <p:val>
                                            <p:strVal val="#ppt_x-#ppt_w*1.125000"/>
                                          </p:val>
                                        </p:tav>
                                        <p:tav tm="100000">
                                          <p:val>
                                            <p:strVal val="#ppt_x"/>
                                          </p:val>
                                        </p:tav>
                                      </p:tavLst>
                                    </p:anim>
                                    <p:animEffect transition="in" filter="wipe(right)">
                                      <p:cBhvr>
                                        <p:cTn id="13" dur="1000"/>
                                        <p:tgtEl>
                                          <p:spTgt spid="17"/>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5" grpId="0" animBg="1"/>
    </p:bldLst>
  </p:timing>
</p:sld>
</file>

<file path=ppt/slides/slide2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17" name="组合 16">
            <a:extLst>
              <a:ext uri="{FF2B5EF4-FFF2-40B4-BE49-F238E27FC236}">
                <a16:creationId xmlns:a16="http://schemas.microsoft.com/office/drawing/2014/main" id="{BDA11433-A1E9-47EE-BB24-1A40E7AB3AA1}"/>
              </a:ext>
            </a:extLst>
          </p:cNvPr>
          <p:cNvGrpSpPr/>
          <p:nvPr/>
        </p:nvGrpSpPr>
        <p:grpSpPr>
          <a:xfrm>
            <a:off x="6454870" y="2650452"/>
            <a:ext cx="4455665" cy="1285714"/>
            <a:chOff x="1264513" y="2650452"/>
            <a:chExt cx="4455665" cy="1285714"/>
          </a:xfrm>
        </p:grpSpPr>
        <p:pic>
          <p:nvPicPr>
            <p:cNvPr id="12" name="图片 11" descr="文本&#10;&#10;描述已自动生成">
              <a:extLst>
                <a:ext uri="{FF2B5EF4-FFF2-40B4-BE49-F238E27FC236}">
                  <a16:creationId xmlns:a16="http://schemas.microsoft.com/office/drawing/2014/main" id="{6E7516E3-DFB1-4ED5-9904-25322286FF1A}"/>
                </a:ext>
              </a:extLst>
            </p:cNvPr>
            <p:cNvPicPr>
              <a:picLocks noChangeAspect="1"/>
            </p:cNvPicPr>
            <p:nvPr/>
          </p:nvPicPr>
          <p:blipFill>
            <a:blip r:embed="rId3" cstate="print">
              <a:extLst>
                <a:ext uri="{28A0092B-C50C-407E-A947-70E740481C1C}">
                  <a14:useLocalDpi xmlns:a14="http://schemas.microsoft.com/office/drawing/2010/main" val="0"/>
                </a:ext>
              </a:extLst>
            </a:blip>
            <a:stretch>
              <a:fillRect/>
            </a:stretch>
          </p:blipFill>
          <p:spPr>
            <a:xfrm>
              <a:off x="1264513" y="2650452"/>
              <a:ext cx="4455665" cy="1285714"/>
            </a:xfrm>
            <a:prstGeom prst="rect">
              <a:avLst/>
            </a:prstGeom>
          </p:spPr>
        </p:pic>
        <p:sp>
          <p:nvSpPr>
            <p:cNvPr id="13" name="文本框 12">
              <a:extLst>
                <a:ext uri="{FF2B5EF4-FFF2-40B4-BE49-F238E27FC236}">
                  <a16:creationId xmlns:a16="http://schemas.microsoft.com/office/drawing/2014/main" id="{0F3E1277-46C6-421F-8C32-E7C7F6C83F66}"/>
                </a:ext>
              </a:extLst>
            </p:cNvPr>
            <p:cNvSpPr txBox="1"/>
            <p:nvPr/>
          </p:nvSpPr>
          <p:spPr>
            <a:xfrm>
              <a:off x="2173371" y="3479399"/>
              <a:ext cx="2690573" cy="369332"/>
            </a:xfrm>
            <a:prstGeom prst="rect">
              <a:avLst/>
            </a:prstGeom>
            <a:noFill/>
          </p:spPr>
          <p:txBody>
            <a:bodyPr wrap="square" rtlCol="0">
              <a:spAutoFit/>
            </a:bodyPr>
            <a:lstStyle/>
            <a:p>
              <a:pPr algn="ctr"/>
              <a:r>
                <a:rPr lang="en-US" altLang="zh-CN" b="1" dirty="0">
                  <a:latin typeface="Arial Black" panose="020B0A04020102020204" pitchFamily="34" charset="0"/>
                </a:rPr>
                <a:t>1001001100011010</a:t>
              </a:r>
              <a:endParaRPr lang="zh-CN" altLang="en-US" b="1" dirty="0">
                <a:latin typeface="Arial Black" panose="020B0A04020102020204" pitchFamily="34" charset="0"/>
              </a:endParaRPr>
            </a:p>
          </p:txBody>
        </p:sp>
      </p:grpSp>
      <p:grpSp>
        <p:nvGrpSpPr>
          <p:cNvPr id="4" name="组合 3">
            <a:extLst>
              <a:ext uri="{FF2B5EF4-FFF2-40B4-BE49-F238E27FC236}">
                <a16:creationId xmlns:a16="http://schemas.microsoft.com/office/drawing/2014/main" id="{9A1EA9F2-FCB6-48C3-935F-7AE7E3AD14AC}"/>
              </a:ext>
            </a:extLst>
          </p:cNvPr>
          <p:cNvGrpSpPr/>
          <p:nvPr/>
        </p:nvGrpSpPr>
        <p:grpSpPr>
          <a:xfrm>
            <a:off x="304800" y="749300"/>
            <a:ext cx="6192344" cy="400110"/>
            <a:chOff x="424117" y="898245"/>
            <a:chExt cx="6192344" cy="400110"/>
          </a:xfrm>
        </p:grpSpPr>
        <p:sp>
          <p:nvSpPr>
            <p:cNvPr id="2" name="平行四边形 1">
              <a:extLst>
                <a:ext uri="{FF2B5EF4-FFF2-40B4-BE49-F238E27FC236}">
                  <a16:creationId xmlns:a16="http://schemas.microsoft.com/office/drawing/2014/main" id="{1F5BAA3F-9845-4F89-A2DD-8222D3E4EDAC}"/>
                </a:ext>
              </a:extLst>
            </p:cNvPr>
            <p:cNvSpPr/>
            <p:nvPr/>
          </p:nvSpPr>
          <p:spPr>
            <a:xfrm>
              <a:off x="424117" y="898245"/>
              <a:ext cx="628306" cy="387090"/>
            </a:xfrm>
            <a:prstGeom prst="parallelogram">
              <a:avLst/>
            </a:prstGeom>
            <a:solidFill>
              <a:schemeClr val="accent3">
                <a:lumMod val="75000"/>
              </a:schemeClr>
            </a:solidFill>
            <a:ln>
              <a:solidFill>
                <a:schemeClr val="accent3">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CN" sz="2200" dirty="0">
                  <a:latin typeface="Impact" panose="020B0806030902050204" pitchFamily="34" charset="0"/>
                </a:rPr>
                <a:t>01</a:t>
              </a:r>
              <a:endParaRPr lang="zh-CN" altLang="en-US" sz="2200" dirty="0">
                <a:latin typeface="Impact" panose="020B0806030902050204" pitchFamily="34" charset="0"/>
              </a:endParaRPr>
            </a:p>
          </p:txBody>
        </p:sp>
        <p:sp>
          <p:nvSpPr>
            <p:cNvPr id="3" name="文本框 2">
              <a:extLst>
                <a:ext uri="{FF2B5EF4-FFF2-40B4-BE49-F238E27FC236}">
                  <a16:creationId xmlns:a16="http://schemas.microsoft.com/office/drawing/2014/main" id="{4D6BD736-A4D3-4F26-AFED-36E11F50F70B}"/>
                </a:ext>
              </a:extLst>
            </p:cNvPr>
            <p:cNvSpPr txBox="1"/>
            <p:nvPr/>
          </p:nvSpPr>
          <p:spPr>
            <a:xfrm>
              <a:off x="1052423" y="898245"/>
              <a:ext cx="5564038" cy="400110"/>
            </a:xfrm>
            <a:prstGeom prst="rect">
              <a:avLst/>
            </a:prstGeom>
            <a:noFill/>
          </p:spPr>
          <p:txBody>
            <a:bodyPr wrap="square" rtlCol="0">
              <a:spAutoFit/>
            </a:bodyPr>
            <a:lstStyle/>
            <a:p>
              <a:r>
                <a:rPr lang="zh-CN" altLang="en-US" sz="2000" b="1" dirty="0"/>
                <a:t>数据链路层的三个重要问题</a:t>
              </a:r>
            </a:p>
          </p:txBody>
        </p:sp>
      </p:grpSp>
      <p:sp>
        <p:nvSpPr>
          <p:cNvPr id="5" name="矩形 4">
            <a:extLst>
              <a:ext uri="{FF2B5EF4-FFF2-40B4-BE49-F238E27FC236}">
                <a16:creationId xmlns:a16="http://schemas.microsoft.com/office/drawing/2014/main" id="{FB4CC4FA-7CCC-41E1-871B-4977F1E17651}"/>
              </a:ext>
            </a:extLst>
          </p:cNvPr>
          <p:cNvSpPr/>
          <p:nvPr/>
        </p:nvSpPr>
        <p:spPr>
          <a:xfrm>
            <a:off x="1033908" y="1322263"/>
            <a:ext cx="2761840" cy="476933"/>
          </a:xfrm>
          <a:prstGeom prst="rect">
            <a:avLst/>
          </a:prstGeom>
          <a:solidFill>
            <a:schemeClr val="bg1">
              <a:lumMod val="85000"/>
            </a:schemeClr>
          </a:solidFill>
          <a:ln>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zh-CN" altLang="en-US" sz="2000" b="1" dirty="0"/>
              <a:t>封装成帧和透明传输</a:t>
            </a:r>
          </a:p>
        </p:txBody>
      </p:sp>
      <p:sp>
        <p:nvSpPr>
          <p:cNvPr id="6" name="矩形 5">
            <a:extLst>
              <a:ext uri="{FF2B5EF4-FFF2-40B4-BE49-F238E27FC236}">
                <a16:creationId xmlns:a16="http://schemas.microsoft.com/office/drawing/2014/main" id="{92ED85A3-B968-4E31-8330-9F6C05F07C2A}"/>
              </a:ext>
            </a:extLst>
          </p:cNvPr>
          <p:cNvSpPr/>
          <p:nvPr/>
        </p:nvSpPr>
        <p:spPr>
          <a:xfrm>
            <a:off x="4715080" y="1322263"/>
            <a:ext cx="2761840" cy="476933"/>
          </a:xfrm>
          <a:prstGeom prst="rect">
            <a:avLst/>
          </a:prstGeom>
          <a:solidFill>
            <a:schemeClr val="bg1">
              <a:lumMod val="85000"/>
            </a:schemeClr>
          </a:solidFill>
          <a:ln>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zh-CN" altLang="en-US" sz="2000" b="1" dirty="0"/>
              <a:t>差错检测</a:t>
            </a:r>
          </a:p>
        </p:txBody>
      </p:sp>
      <p:sp>
        <p:nvSpPr>
          <p:cNvPr id="7" name="矩形 6">
            <a:extLst>
              <a:ext uri="{FF2B5EF4-FFF2-40B4-BE49-F238E27FC236}">
                <a16:creationId xmlns:a16="http://schemas.microsoft.com/office/drawing/2014/main" id="{ACEE140B-8012-4836-ABCF-1D94605747E5}"/>
              </a:ext>
            </a:extLst>
          </p:cNvPr>
          <p:cNvSpPr/>
          <p:nvPr/>
        </p:nvSpPr>
        <p:spPr>
          <a:xfrm>
            <a:off x="8396252" y="1322262"/>
            <a:ext cx="2761840" cy="476933"/>
          </a:xfrm>
          <a:prstGeom prst="rect">
            <a:avLst/>
          </a:prstGeom>
          <a:solidFill>
            <a:schemeClr val="bg1">
              <a:lumMod val="85000"/>
            </a:schemeClr>
          </a:solidFill>
          <a:ln>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zh-CN" altLang="en-US" sz="2000" b="1" dirty="0"/>
              <a:t>可靠传输</a:t>
            </a:r>
          </a:p>
        </p:txBody>
      </p:sp>
      <p:grpSp>
        <p:nvGrpSpPr>
          <p:cNvPr id="47" name="组合 46">
            <a:extLst>
              <a:ext uri="{FF2B5EF4-FFF2-40B4-BE49-F238E27FC236}">
                <a16:creationId xmlns:a16="http://schemas.microsoft.com/office/drawing/2014/main" id="{B8E542C3-5B58-4C0E-BC48-6396E1469D06}"/>
              </a:ext>
            </a:extLst>
          </p:cNvPr>
          <p:cNvGrpSpPr/>
          <p:nvPr/>
        </p:nvGrpSpPr>
        <p:grpSpPr>
          <a:xfrm>
            <a:off x="601699" y="3457743"/>
            <a:ext cx="10940423" cy="641082"/>
            <a:chOff x="601699" y="5648354"/>
            <a:chExt cx="10940423" cy="641082"/>
          </a:xfrm>
        </p:grpSpPr>
        <p:cxnSp>
          <p:nvCxnSpPr>
            <p:cNvPr id="23" name="直接连接符 22">
              <a:extLst>
                <a:ext uri="{FF2B5EF4-FFF2-40B4-BE49-F238E27FC236}">
                  <a16:creationId xmlns:a16="http://schemas.microsoft.com/office/drawing/2014/main" id="{BB9DF023-15E4-4259-ABBC-43306C5B2694}"/>
                </a:ext>
              </a:extLst>
            </p:cNvPr>
            <p:cNvCxnSpPr>
              <a:cxnSpLocks/>
            </p:cNvCxnSpPr>
            <p:nvPr/>
          </p:nvCxnSpPr>
          <p:spPr>
            <a:xfrm>
              <a:off x="1143721" y="6126777"/>
              <a:ext cx="10027235"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pic>
          <p:nvPicPr>
            <p:cNvPr id="24" name="图形 23">
              <a:extLst>
                <a:ext uri="{FF2B5EF4-FFF2-40B4-BE49-F238E27FC236}">
                  <a16:creationId xmlns:a16="http://schemas.microsoft.com/office/drawing/2014/main" id="{D98CC648-BEF5-49CE-A972-7D0F3F45EC50}"/>
                </a:ext>
              </a:extLst>
            </p:cNvPr>
            <p:cNvPicPr>
              <a:picLocks noChangeAspect="1"/>
            </p:cNvPicPr>
            <p:nvPr/>
          </p:nvPicPr>
          <p:blipFill>
            <a:blip r:embed="rId4">
              <a:extLst>
                <a:ext uri="{28A0092B-C50C-407E-A947-70E740481C1C}">
                  <a14:useLocalDpi xmlns:a14="http://schemas.microsoft.com/office/drawing/2010/main" val="0"/>
                </a:ext>
                <a:ext uri="{96DAC541-7B7A-43D3-8B79-37D633B846F1}">
                  <asvg:svgBlip xmlns:asvg="http://schemas.microsoft.com/office/drawing/2016/SVG/main" r:embed="rId5"/>
                </a:ext>
              </a:extLst>
            </a:blip>
            <a:stretch>
              <a:fillRect/>
            </a:stretch>
          </p:blipFill>
          <p:spPr>
            <a:xfrm>
              <a:off x="601699" y="5648354"/>
              <a:ext cx="662814" cy="641082"/>
            </a:xfrm>
            <a:prstGeom prst="rect">
              <a:avLst/>
            </a:prstGeom>
          </p:spPr>
        </p:pic>
        <p:pic>
          <p:nvPicPr>
            <p:cNvPr id="46" name="图形 45">
              <a:extLst>
                <a:ext uri="{FF2B5EF4-FFF2-40B4-BE49-F238E27FC236}">
                  <a16:creationId xmlns:a16="http://schemas.microsoft.com/office/drawing/2014/main" id="{8077FE65-F3E1-41E0-83D1-5F274C875FB4}"/>
                </a:ext>
              </a:extLst>
            </p:cNvPr>
            <p:cNvPicPr>
              <a:picLocks noChangeAspect="1"/>
            </p:cNvPicPr>
            <p:nvPr/>
          </p:nvPicPr>
          <p:blipFill>
            <a:blip r:embed="rId4">
              <a:extLst>
                <a:ext uri="{28A0092B-C50C-407E-A947-70E740481C1C}">
                  <a14:useLocalDpi xmlns:a14="http://schemas.microsoft.com/office/drawing/2010/main" val="0"/>
                </a:ext>
                <a:ext uri="{96DAC541-7B7A-43D3-8B79-37D633B846F1}">
                  <asvg:svgBlip xmlns:asvg="http://schemas.microsoft.com/office/drawing/2016/SVG/main" r:embed="rId5"/>
                </a:ext>
              </a:extLst>
            </a:blip>
            <a:stretch>
              <a:fillRect/>
            </a:stretch>
          </p:blipFill>
          <p:spPr>
            <a:xfrm>
              <a:off x="10879308" y="5648354"/>
              <a:ext cx="662814" cy="641082"/>
            </a:xfrm>
            <a:prstGeom prst="rect">
              <a:avLst/>
            </a:prstGeom>
          </p:spPr>
        </p:pic>
      </p:grpSp>
      <p:sp>
        <p:nvSpPr>
          <p:cNvPr id="25" name="矩形 24">
            <a:extLst>
              <a:ext uri="{FF2B5EF4-FFF2-40B4-BE49-F238E27FC236}">
                <a16:creationId xmlns:a16="http://schemas.microsoft.com/office/drawing/2014/main" id="{4D1EC0EF-2F54-4D40-AA97-B5467FEAC6EC}"/>
              </a:ext>
            </a:extLst>
          </p:cNvPr>
          <p:cNvSpPr/>
          <p:nvPr/>
        </p:nvSpPr>
        <p:spPr>
          <a:xfrm>
            <a:off x="4715080" y="1322263"/>
            <a:ext cx="2761840" cy="476933"/>
          </a:xfrm>
          <a:prstGeom prst="rect">
            <a:avLst/>
          </a:prstGeom>
          <a:solidFill>
            <a:schemeClr val="accent3">
              <a:lumMod val="75000"/>
            </a:schemeClr>
          </a:solidFill>
          <a:ln>
            <a:solidFill>
              <a:schemeClr val="accent3">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zh-CN" altLang="en-US" sz="2000" b="1" dirty="0"/>
              <a:t>差错检测</a:t>
            </a:r>
          </a:p>
        </p:txBody>
      </p:sp>
    </p:spTree>
    <p:custDataLst>
      <p:tags r:id="rId1"/>
    </p:custDataLst>
    <p:extLst>
      <p:ext uri="{BB962C8B-B14F-4D97-AF65-F5344CB8AC3E}">
        <p14:creationId xmlns:p14="http://schemas.microsoft.com/office/powerpoint/2010/main" val="2067758033"/>
      </p:ext>
    </p:extLst>
  </p:cSld>
  <p:clrMapOvr>
    <a:masterClrMapping/>
  </p:clrMapOvr>
  <mc:AlternateContent xmlns:mc="http://schemas.openxmlformats.org/markup-compatibility/2006" xmlns:p159="http://schemas.microsoft.com/office/powerpoint/2015/09/main">
    <mc:Choice Requires="p159">
      <p:transition spd="slow">
        <p159:morph option="byObject"/>
      </p:transition>
    </mc:Choice>
    <mc:Fallback xmlns="">
      <p:transition spd="slow">
        <p:fade/>
      </p:transition>
    </mc:Fallback>
  </mc:AlternateContent>
</p:sld>
</file>

<file path=ppt/slides/slide2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12" name="图片 11" descr="文本&#10;&#10;描述已自动生成">
            <a:extLst>
              <a:ext uri="{FF2B5EF4-FFF2-40B4-BE49-F238E27FC236}">
                <a16:creationId xmlns:a16="http://schemas.microsoft.com/office/drawing/2014/main" id="{6E7516E3-DFB1-4ED5-9904-25322286FF1A}"/>
              </a:ext>
            </a:extLst>
          </p:cNvPr>
          <p:cNvPicPr>
            <a:picLocks noChangeAspect="1"/>
          </p:cNvPicPr>
          <p:nvPr/>
        </p:nvPicPr>
        <p:blipFill>
          <a:blip r:embed="rId3" cstate="print">
            <a:extLst>
              <a:ext uri="{28A0092B-C50C-407E-A947-70E740481C1C}">
                <a14:useLocalDpi xmlns:a14="http://schemas.microsoft.com/office/drawing/2010/main" val="0"/>
              </a:ext>
            </a:extLst>
          </a:blip>
          <a:stretch>
            <a:fillRect/>
          </a:stretch>
        </p:blipFill>
        <p:spPr>
          <a:xfrm>
            <a:off x="6454870" y="2650452"/>
            <a:ext cx="4455665" cy="1285714"/>
          </a:xfrm>
          <a:prstGeom prst="rect">
            <a:avLst/>
          </a:prstGeom>
        </p:spPr>
      </p:pic>
      <p:sp>
        <p:nvSpPr>
          <p:cNvPr id="13" name="文本框 12">
            <a:extLst>
              <a:ext uri="{FF2B5EF4-FFF2-40B4-BE49-F238E27FC236}">
                <a16:creationId xmlns:a16="http://schemas.microsoft.com/office/drawing/2014/main" id="{0F3E1277-46C6-421F-8C32-E7C7F6C83F66}"/>
              </a:ext>
            </a:extLst>
          </p:cNvPr>
          <p:cNvSpPr txBox="1"/>
          <p:nvPr/>
        </p:nvSpPr>
        <p:spPr>
          <a:xfrm>
            <a:off x="7363728" y="3479399"/>
            <a:ext cx="2690573" cy="369332"/>
          </a:xfrm>
          <a:prstGeom prst="rect">
            <a:avLst/>
          </a:prstGeom>
          <a:noFill/>
        </p:spPr>
        <p:txBody>
          <a:bodyPr wrap="square" rtlCol="0">
            <a:spAutoFit/>
          </a:bodyPr>
          <a:lstStyle/>
          <a:p>
            <a:pPr algn="ctr"/>
            <a:r>
              <a:rPr lang="en-US" altLang="zh-CN" b="1" dirty="0">
                <a:latin typeface="Arial Black" panose="020B0A04020102020204" pitchFamily="34" charset="0"/>
              </a:rPr>
              <a:t>1001001100011010</a:t>
            </a:r>
            <a:endParaRPr lang="zh-CN" altLang="en-US" b="1" dirty="0">
              <a:latin typeface="Arial Black" panose="020B0A04020102020204" pitchFamily="34" charset="0"/>
            </a:endParaRPr>
          </a:p>
        </p:txBody>
      </p:sp>
      <p:grpSp>
        <p:nvGrpSpPr>
          <p:cNvPr id="4" name="组合 3">
            <a:extLst>
              <a:ext uri="{FF2B5EF4-FFF2-40B4-BE49-F238E27FC236}">
                <a16:creationId xmlns:a16="http://schemas.microsoft.com/office/drawing/2014/main" id="{9A1EA9F2-FCB6-48C3-935F-7AE7E3AD14AC}"/>
              </a:ext>
            </a:extLst>
          </p:cNvPr>
          <p:cNvGrpSpPr/>
          <p:nvPr/>
        </p:nvGrpSpPr>
        <p:grpSpPr>
          <a:xfrm>
            <a:off x="304800" y="749300"/>
            <a:ext cx="6192344" cy="400110"/>
            <a:chOff x="424117" y="898245"/>
            <a:chExt cx="6192344" cy="400110"/>
          </a:xfrm>
        </p:grpSpPr>
        <p:sp>
          <p:nvSpPr>
            <p:cNvPr id="2" name="平行四边形 1">
              <a:extLst>
                <a:ext uri="{FF2B5EF4-FFF2-40B4-BE49-F238E27FC236}">
                  <a16:creationId xmlns:a16="http://schemas.microsoft.com/office/drawing/2014/main" id="{1F5BAA3F-9845-4F89-A2DD-8222D3E4EDAC}"/>
                </a:ext>
              </a:extLst>
            </p:cNvPr>
            <p:cNvSpPr/>
            <p:nvPr/>
          </p:nvSpPr>
          <p:spPr>
            <a:xfrm>
              <a:off x="424117" y="898245"/>
              <a:ext cx="628306" cy="387090"/>
            </a:xfrm>
            <a:prstGeom prst="parallelogram">
              <a:avLst/>
            </a:prstGeom>
            <a:solidFill>
              <a:schemeClr val="accent3">
                <a:lumMod val="75000"/>
              </a:schemeClr>
            </a:solidFill>
            <a:ln>
              <a:solidFill>
                <a:schemeClr val="accent3">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CN" sz="2200" dirty="0">
                  <a:latin typeface="Impact" panose="020B0806030902050204" pitchFamily="34" charset="0"/>
                </a:rPr>
                <a:t>01</a:t>
              </a:r>
              <a:endParaRPr lang="zh-CN" altLang="en-US" sz="2200" dirty="0">
                <a:latin typeface="Impact" panose="020B0806030902050204" pitchFamily="34" charset="0"/>
              </a:endParaRPr>
            </a:p>
          </p:txBody>
        </p:sp>
        <p:sp>
          <p:nvSpPr>
            <p:cNvPr id="3" name="文本框 2">
              <a:extLst>
                <a:ext uri="{FF2B5EF4-FFF2-40B4-BE49-F238E27FC236}">
                  <a16:creationId xmlns:a16="http://schemas.microsoft.com/office/drawing/2014/main" id="{4D6BD736-A4D3-4F26-AFED-36E11F50F70B}"/>
                </a:ext>
              </a:extLst>
            </p:cNvPr>
            <p:cNvSpPr txBox="1"/>
            <p:nvPr/>
          </p:nvSpPr>
          <p:spPr>
            <a:xfrm>
              <a:off x="1052423" y="898245"/>
              <a:ext cx="5564038" cy="400110"/>
            </a:xfrm>
            <a:prstGeom prst="rect">
              <a:avLst/>
            </a:prstGeom>
            <a:noFill/>
          </p:spPr>
          <p:txBody>
            <a:bodyPr wrap="square" rtlCol="0">
              <a:spAutoFit/>
            </a:bodyPr>
            <a:lstStyle/>
            <a:p>
              <a:r>
                <a:rPr lang="zh-CN" altLang="en-US" sz="2000" b="1" dirty="0"/>
                <a:t>数据链路层的三个重要问题</a:t>
              </a:r>
            </a:p>
          </p:txBody>
        </p:sp>
      </p:grpSp>
      <p:sp>
        <p:nvSpPr>
          <p:cNvPr id="5" name="矩形 4">
            <a:extLst>
              <a:ext uri="{FF2B5EF4-FFF2-40B4-BE49-F238E27FC236}">
                <a16:creationId xmlns:a16="http://schemas.microsoft.com/office/drawing/2014/main" id="{FB4CC4FA-7CCC-41E1-871B-4977F1E17651}"/>
              </a:ext>
            </a:extLst>
          </p:cNvPr>
          <p:cNvSpPr/>
          <p:nvPr/>
        </p:nvSpPr>
        <p:spPr>
          <a:xfrm>
            <a:off x="1033908" y="1322263"/>
            <a:ext cx="2761840" cy="476933"/>
          </a:xfrm>
          <a:prstGeom prst="rect">
            <a:avLst/>
          </a:prstGeom>
          <a:solidFill>
            <a:schemeClr val="bg1">
              <a:lumMod val="85000"/>
            </a:schemeClr>
          </a:solidFill>
          <a:ln>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zh-CN" altLang="en-US" sz="2000" b="1" dirty="0"/>
              <a:t>封装成帧和透明传输</a:t>
            </a:r>
          </a:p>
        </p:txBody>
      </p:sp>
      <p:sp>
        <p:nvSpPr>
          <p:cNvPr id="6" name="矩形 5">
            <a:extLst>
              <a:ext uri="{FF2B5EF4-FFF2-40B4-BE49-F238E27FC236}">
                <a16:creationId xmlns:a16="http://schemas.microsoft.com/office/drawing/2014/main" id="{92ED85A3-B968-4E31-8330-9F6C05F07C2A}"/>
              </a:ext>
            </a:extLst>
          </p:cNvPr>
          <p:cNvSpPr/>
          <p:nvPr/>
        </p:nvSpPr>
        <p:spPr>
          <a:xfrm>
            <a:off x="4715080" y="1322263"/>
            <a:ext cx="2761840" cy="476933"/>
          </a:xfrm>
          <a:prstGeom prst="rect">
            <a:avLst/>
          </a:prstGeom>
          <a:solidFill>
            <a:schemeClr val="bg1">
              <a:lumMod val="85000"/>
            </a:schemeClr>
          </a:solidFill>
          <a:ln>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zh-CN" altLang="en-US" sz="2000" b="1" dirty="0"/>
              <a:t>差错检测</a:t>
            </a:r>
          </a:p>
        </p:txBody>
      </p:sp>
      <p:sp>
        <p:nvSpPr>
          <p:cNvPr id="7" name="矩形 6">
            <a:extLst>
              <a:ext uri="{FF2B5EF4-FFF2-40B4-BE49-F238E27FC236}">
                <a16:creationId xmlns:a16="http://schemas.microsoft.com/office/drawing/2014/main" id="{ACEE140B-8012-4836-ABCF-1D94605747E5}"/>
              </a:ext>
            </a:extLst>
          </p:cNvPr>
          <p:cNvSpPr/>
          <p:nvPr/>
        </p:nvSpPr>
        <p:spPr>
          <a:xfrm>
            <a:off x="8396252" y="1322262"/>
            <a:ext cx="2761840" cy="476933"/>
          </a:xfrm>
          <a:prstGeom prst="rect">
            <a:avLst/>
          </a:prstGeom>
          <a:solidFill>
            <a:schemeClr val="bg1">
              <a:lumMod val="85000"/>
            </a:schemeClr>
          </a:solidFill>
          <a:ln>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zh-CN" altLang="en-US" sz="2000" b="1" dirty="0"/>
              <a:t>可靠传输</a:t>
            </a:r>
          </a:p>
        </p:txBody>
      </p:sp>
      <p:grpSp>
        <p:nvGrpSpPr>
          <p:cNvPr id="47" name="组合 46">
            <a:extLst>
              <a:ext uri="{FF2B5EF4-FFF2-40B4-BE49-F238E27FC236}">
                <a16:creationId xmlns:a16="http://schemas.microsoft.com/office/drawing/2014/main" id="{B8E542C3-5B58-4C0E-BC48-6396E1469D06}"/>
              </a:ext>
            </a:extLst>
          </p:cNvPr>
          <p:cNvGrpSpPr/>
          <p:nvPr/>
        </p:nvGrpSpPr>
        <p:grpSpPr>
          <a:xfrm>
            <a:off x="601699" y="3457743"/>
            <a:ext cx="10940423" cy="641082"/>
            <a:chOff x="601699" y="5648354"/>
            <a:chExt cx="10940423" cy="641082"/>
          </a:xfrm>
        </p:grpSpPr>
        <p:cxnSp>
          <p:nvCxnSpPr>
            <p:cNvPr id="23" name="直接连接符 22">
              <a:extLst>
                <a:ext uri="{FF2B5EF4-FFF2-40B4-BE49-F238E27FC236}">
                  <a16:creationId xmlns:a16="http://schemas.microsoft.com/office/drawing/2014/main" id="{BB9DF023-15E4-4259-ABBC-43306C5B2694}"/>
                </a:ext>
              </a:extLst>
            </p:cNvPr>
            <p:cNvCxnSpPr>
              <a:cxnSpLocks/>
            </p:cNvCxnSpPr>
            <p:nvPr/>
          </p:nvCxnSpPr>
          <p:spPr>
            <a:xfrm>
              <a:off x="1143721" y="6126777"/>
              <a:ext cx="10027235"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pic>
          <p:nvPicPr>
            <p:cNvPr id="24" name="图形 23">
              <a:extLst>
                <a:ext uri="{FF2B5EF4-FFF2-40B4-BE49-F238E27FC236}">
                  <a16:creationId xmlns:a16="http://schemas.microsoft.com/office/drawing/2014/main" id="{D98CC648-BEF5-49CE-A972-7D0F3F45EC50}"/>
                </a:ext>
              </a:extLst>
            </p:cNvPr>
            <p:cNvPicPr>
              <a:picLocks noChangeAspect="1"/>
            </p:cNvPicPr>
            <p:nvPr/>
          </p:nvPicPr>
          <p:blipFill>
            <a:blip r:embed="rId4">
              <a:extLst>
                <a:ext uri="{28A0092B-C50C-407E-A947-70E740481C1C}">
                  <a14:useLocalDpi xmlns:a14="http://schemas.microsoft.com/office/drawing/2010/main" val="0"/>
                </a:ext>
                <a:ext uri="{96DAC541-7B7A-43D3-8B79-37D633B846F1}">
                  <asvg:svgBlip xmlns:asvg="http://schemas.microsoft.com/office/drawing/2016/SVG/main" r:embed="rId5"/>
                </a:ext>
              </a:extLst>
            </a:blip>
            <a:stretch>
              <a:fillRect/>
            </a:stretch>
          </p:blipFill>
          <p:spPr>
            <a:xfrm>
              <a:off x="601699" y="5648354"/>
              <a:ext cx="662814" cy="641082"/>
            </a:xfrm>
            <a:prstGeom prst="rect">
              <a:avLst/>
            </a:prstGeom>
          </p:spPr>
        </p:pic>
        <p:pic>
          <p:nvPicPr>
            <p:cNvPr id="46" name="图形 45">
              <a:extLst>
                <a:ext uri="{FF2B5EF4-FFF2-40B4-BE49-F238E27FC236}">
                  <a16:creationId xmlns:a16="http://schemas.microsoft.com/office/drawing/2014/main" id="{8077FE65-F3E1-41E0-83D1-5F274C875FB4}"/>
                </a:ext>
              </a:extLst>
            </p:cNvPr>
            <p:cNvPicPr>
              <a:picLocks noChangeAspect="1"/>
            </p:cNvPicPr>
            <p:nvPr/>
          </p:nvPicPr>
          <p:blipFill>
            <a:blip r:embed="rId4">
              <a:extLst>
                <a:ext uri="{28A0092B-C50C-407E-A947-70E740481C1C}">
                  <a14:useLocalDpi xmlns:a14="http://schemas.microsoft.com/office/drawing/2010/main" val="0"/>
                </a:ext>
                <a:ext uri="{96DAC541-7B7A-43D3-8B79-37D633B846F1}">
                  <asvg:svgBlip xmlns:asvg="http://schemas.microsoft.com/office/drawing/2016/SVG/main" r:embed="rId5"/>
                </a:ext>
              </a:extLst>
            </a:blip>
            <a:stretch>
              <a:fillRect/>
            </a:stretch>
          </p:blipFill>
          <p:spPr>
            <a:xfrm>
              <a:off x="10879308" y="5648354"/>
              <a:ext cx="662814" cy="641082"/>
            </a:xfrm>
            <a:prstGeom prst="rect">
              <a:avLst/>
            </a:prstGeom>
          </p:spPr>
        </p:pic>
      </p:grpSp>
      <p:sp>
        <p:nvSpPr>
          <p:cNvPr id="25" name="矩形 24">
            <a:extLst>
              <a:ext uri="{FF2B5EF4-FFF2-40B4-BE49-F238E27FC236}">
                <a16:creationId xmlns:a16="http://schemas.microsoft.com/office/drawing/2014/main" id="{4D1EC0EF-2F54-4D40-AA97-B5467FEAC6EC}"/>
              </a:ext>
            </a:extLst>
          </p:cNvPr>
          <p:cNvSpPr/>
          <p:nvPr/>
        </p:nvSpPr>
        <p:spPr>
          <a:xfrm>
            <a:off x="4715080" y="1322263"/>
            <a:ext cx="2761840" cy="476933"/>
          </a:xfrm>
          <a:prstGeom prst="rect">
            <a:avLst/>
          </a:prstGeom>
          <a:solidFill>
            <a:schemeClr val="accent3">
              <a:lumMod val="75000"/>
            </a:schemeClr>
          </a:solidFill>
          <a:ln>
            <a:solidFill>
              <a:schemeClr val="accent3">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zh-CN" altLang="en-US" sz="2000" b="1" dirty="0"/>
              <a:t>差错检测</a:t>
            </a:r>
          </a:p>
        </p:txBody>
      </p:sp>
      <p:sp>
        <p:nvSpPr>
          <p:cNvPr id="19" name="文本框 18">
            <a:extLst>
              <a:ext uri="{FF2B5EF4-FFF2-40B4-BE49-F238E27FC236}">
                <a16:creationId xmlns:a16="http://schemas.microsoft.com/office/drawing/2014/main" id="{79B9F580-1CA5-4111-8A99-E9B01A9E6F46}"/>
              </a:ext>
            </a:extLst>
          </p:cNvPr>
          <p:cNvSpPr txBox="1"/>
          <p:nvPr/>
        </p:nvSpPr>
        <p:spPr>
          <a:xfrm>
            <a:off x="7363728" y="3479399"/>
            <a:ext cx="2690573" cy="369332"/>
          </a:xfrm>
          <a:prstGeom prst="rect">
            <a:avLst/>
          </a:prstGeom>
          <a:noFill/>
        </p:spPr>
        <p:txBody>
          <a:bodyPr wrap="square" rtlCol="0">
            <a:spAutoFit/>
          </a:bodyPr>
          <a:lstStyle/>
          <a:p>
            <a:pPr algn="ctr"/>
            <a:r>
              <a:rPr lang="en-US" altLang="zh-CN" b="1" dirty="0">
                <a:latin typeface="Arial Black" panose="020B0A04020102020204" pitchFamily="34" charset="0"/>
              </a:rPr>
              <a:t>100</a:t>
            </a:r>
            <a:r>
              <a:rPr lang="en-US" altLang="zh-CN" b="1" dirty="0">
                <a:solidFill>
                  <a:schemeClr val="accent1">
                    <a:lumMod val="75000"/>
                  </a:schemeClr>
                </a:solidFill>
                <a:latin typeface="Arial Black" panose="020B0A04020102020204" pitchFamily="34" charset="0"/>
              </a:rPr>
              <a:t>0</a:t>
            </a:r>
            <a:r>
              <a:rPr lang="en-US" altLang="zh-CN" b="1" dirty="0">
                <a:latin typeface="Arial Black" panose="020B0A04020102020204" pitchFamily="34" charset="0"/>
              </a:rPr>
              <a:t>001100</a:t>
            </a:r>
            <a:r>
              <a:rPr lang="en-US" altLang="zh-CN" b="1" dirty="0">
                <a:solidFill>
                  <a:schemeClr val="accent1">
                    <a:lumMod val="75000"/>
                  </a:schemeClr>
                </a:solidFill>
                <a:latin typeface="Arial Black" panose="020B0A04020102020204" pitchFamily="34" charset="0"/>
              </a:rPr>
              <a:t>1</a:t>
            </a:r>
            <a:r>
              <a:rPr lang="en-US" altLang="zh-CN" b="1" dirty="0">
                <a:latin typeface="Arial Black" panose="020B0A04020102020204" pitchFamily="34" charset="0"/>
              </a:rPr>
              <a:t>11010</a:t>
            </a:r>
            <a:endParaRPr lang="zh-CN" altLang="en-US" b="1" dirty="0">
              <a:latin typeface="Arial Black" panose="020B0A04020102020204" pitchFamily="34" charset="0"/>
            </a:endParaRPr>
          </a:p>
        </p:txBody>
      </p:sp>
      <p:grpSp>
        <p:nvGrpSpPr>
          <p:cNvPr id="20" name="组合 19">
            <a:extLst>
              <a:ext uri="{FF2B5EF4-FFF2-40B4-BE49-F238E27FC236}">
                <a16:creationId xmlns:a16="http://schemas.microsoft.com/office/drawing/2014/main" id="{2D4E33BE-2DD8-49E2-954F-6804011D6183}"/>
              </a:ext>
            </a:extLst>
          </p:cNvPr>
          <p:cNvGrpSpPr/>
          <p:nvPr/>
        </p:nvGrpSpPr>
        <p:grpSpPr>
          <a:xfrm>
            <a:off x="7749141" y="3776012"/>
            <a:ext cx="1811776" cy="1041269"/>
            <a:chOff x="3171692" y="3601657"/>
            <a:chExt cx="1811776" cy="1041269"/>
          </a:xfrm>
        </p:grpSpPr>
        <p:sp>
          <p:nvSpPr>
            <p:cNvPr id="21" name="文本框 20">
              <a:extLst>
                <a:ext uri="{FF2B5EF4-FFF2-40B4-BE49-F238E27FC236}">
                  <a16:creationId xmlns:a16="http://schemas.microsoft.com/office/drawing/2014/main" id="{C0721BDC-7CC3-424C-8110-1F4CEC30ED2E}"/>
                </a:ext>
              </a:extLst>
            </p:cNvPr>
            <p:cNvSpPr txBox="1"/>
            <p:nvPr/>
          </p:nvSpPr>
          <p:spPr>
            <a:xfrm>
              <a:off x="3171692" y="3996595"/>
              <a:ext cx="1811776" cy="646331"/>
            </a:xfrm>
            <a:prstGeom prst="rect">
              <a:avLst/>
            </a:prstGeom>
            <a:noFill/>
          </p:spPr>
          <p:txBody>
            <a:bodyPr wrap="square" rtlCol="0">
              <a:spAutoFit/>
            </a:bodyPr>
            <a:lstStyle/>
            <a:p>
              <a:pPr algn="ctr"/>
              <a:r>
                <a:rPr lang="zh-CN" altLang="en-US" b="1" dirty="0"/>
                <a:t>接收方如何知道</a:t>
              </a:r>
              <a:endParaRPr lang="en-US" altLang="zh-CN" b="1" dirty="0"/>
            </a:p>
            <a:p>
              <a:pPr algn="ctr"/>
              <a:r>
                <a:rPr lang="zh-CN" altLang="en-US" b="1" dirty="0"/>
                <a:t>出现了误码？</a:t>
              </a:r>
            </a:p>
          </p:txBody>
        </p:sp>
        <p:cxnSp>
          <p:nvCxnSpPr>
            <p:cNvPr id="22" name="直接箭头连接符 21">
              <a:extLst>
                <a:ext uri="{FF2B5EF4-FFF2-40B4-BE49-F238E27FC236}">
                  <a16:creationId xmlns:a16="http://schemas.microsoft.com/office/drawing/2014/main" id="{80C05438-22D1-4C97-8E2E-10C898BA0C11}"/>
                </a:ext>
              </a:extLst>
            </p:cNvPr>
            <p:cNvCxnSpPr>
              <a:cxnSpLocks/>
              <a:stCxn id="21" idx="0"/>
            </p:cNvCxnSpPr>
            <p:nvPr/>
          </p:nvCxnSpPr>
          <p:spPr>
            <a:xfrm flipH="1" flipV="1">
              <a:off x="3461377" y="3601657"/>
              <a:ext cx="616203" cy="394938"/>
            </a:xfrm>
            <a:prstGeom prst="straightConnector1">
              <a:avLst/>
            </a:prstGeom>
            <a:ln w="12700">
              <a:solidFill>
                <a:schemeClr val="tx1"/>
              </a:solidFill>
              <a:tailEnd type="triangle"/>
            </a:ln>
          </p:spPr>
          <p:style>
            <a:lnRef idx="1">
              <a:schemeClr val="accent1"/>
            </a:lnRef>
            <a:fillRef idx="0">
              <a:schemeClr val="accent1"/>
            </a:fillRef>
            <a:effectRef idx="0">
              <a:schemeClr val="accent1"/>
            </a:effectRef>
            <a:fontRef idx="minor">
              <a:schemeClr val="tx1"/>
            </a:fontRef>
          </p:style>
        </p:cxnSp>
        <p:cxnSp>
          <p:nvCxnSpPr>
            <p:cNvPr id="26" name="直接箭头连接符 25">
              <a:extLst>
                <a:ext uri="{FF2B5EF4-FFF2-40B4-BE49-F238E27FC236}">
                  <a16:creationId xmlns:a16="http://schemas.microsoft.com/office/drawing/2014/main" id="{34C5D0D1-15BA-436F-B7EA-7CE148CFC411}"/>
                </a:ext>
              </a:extLst>
            </p:cNvPr>
            <p:cNvCxnSpPr>
              <a:cxnSpLocks/>
              <a:stCxn id="21" idx="0"/>
            </p:cNvCxnSpPr>
            <p:nvPr/>
          </p:nvCxnSpPr>
          <p:spPr>
            <a:xfrm flipV="1">
              <a:off x="4077580" y="3601657"/>
              <a:ext cx="460550" cy="394938"/>
            </a:xfrm>
            <a:prstGeom prst="straightConnector1">
              <a:avLst/>
            </a:prstGeom>
            <a:ln w="12700">
              <a:solidFill>
                <a:schemeClr val="tx1"/>
              </a:solidFill>
              <a:tailEnd type="triangle"/>
            </a:ln>
          </p:spPr>
          <p:style>
            <a:lnRef idx="1">
              <a:schemeClr val="accent1"/>
            </a:lnRef>
            <a:fillRef idx="0">
              <a:schemeClr val="accent1"/>
            </a:fillRef>
            <a:effectRef idx="0">
              <a:schemeClr val="accent1"/>
            </a:effectRef>
            <a:fontRef idx="minor">
              <a:schemeClr val="tx1"/>
            </a:fontRef>
          </p:style>
        </p:cxnSp>
      </p:grpSp>
    </p:spTree>
    <p:custDataLst>
      <p:tags r:id="rId1"/>
    </p:custDataLst>
    <p:extLst>
      <p:ext uri="{BB962C8B-B14F-4D97-AF65-F5344CB8AC3E}">
        <p14:creationId xmlns:p14="http://schemas.microsoft.com/office/powerpoint/2010/main" val="4251553964"/>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36" presetClass="emph" presetSubtype="0" fill="hold" grpId="0" nodeType="withEffect">
                                  <p:stCondLst>
                                    <p:cond delay="0"/>
                                  </p:stCondLst>
                                  <p:iterate type="lt">
                                    <p:tmPct val="10000"/>
                                  </p:iterate>
                                  <p:childTnLst>
                                    <p:animScale>
                                      <p:cBhvr>
                                        <p:cTn id="6" dur="250" autoRev="1" fill="hold">
                                          <p:stCondLst>
                                            <p:cond delay="0"/>
                                          </p:stCondLst>
                                        </p:cTn>
                                        <p:tgtEl>
                                          <p:spTgt spid="13"/>
                                        </p:tgtEl>
                                      </p:cBhvr>
                                      <p:to x="80000" y="100000"/>
                                    </p:animScale>
                                    <p:anim by="(#ppt_w*0.10)" calcmode="lin" valueType="num">
                                      <p:cBhvr>
                                        <p:cTn id="7" dur="250" autoRev="1" fill="hold">
                                          <p:stCondLst>
                                            <p:cond delay="0"/>
                                          </p:stCondLst>
                                        </p:cTn>
                                        <p:tgtEl>
                                          <p:spTgt spid="13"/>
                                        </p:tgtEl>
                                        <p:attrNameLst>
                                          <p:attrName>ppt_x</p:attrName>
                                        </p:attrNameLst>
                                      </p:cBhvr>
                                    </p:anim>
                                    <p:anim by="(-#ppt_w*0.10)" calcmode="lin" valueType="num">
                                      <p:cBhvr>
                                        <p:cTn id="8" dur="250" autoRev="1" fill="hold">
                                          <p:stCondLst>
                                            <p:cond delay="0"/>
                                          </p:stCondLst>
                                        </p:cTn>
                                        <p:tgtEl>
                                          <p:spTgt spid="13"/>
                                        </p:tgtEl>
                                        <p:attrNameLst>
                                          <p:attrName>ppt_y</p:attrName>
                                        </p:attrNameLst>
                                      </p:cBhvr>
                                    </p:anim>
                                    <p:animRot by="-480000">
                                      <p:cBhvr>
                                        <p:cTn id="9" dur="250" autoRev="1" fill="hold">
                                          <p:stCondLst>
                                            <p:cond delay="0"/>
                                          </p:stCondLst>
                                        </p:cTn>
                                        <p:tgtEl>
                                          <p:spTgt spid="13"/>
                                        </p:tgtEl>
                                        <p:attrNameLst>
                                          <p:attrName>r</p:attrName>
                                        </p:attrNameLst>
                                      </p:cBhvr>
                                    </p:animRot>
                                  </p:childTnLst>
                                </p:cTn>
                              </p:par>
                            </p:childTnLst>
                          </p:cTn>
                        </p:par>
                        <p:par>
                          <p:cTn id="10" fill="hold">
                            <p:stCondLst>
                              <p:cond delay="1250"/>
                            </p:stCondLst>
                            <p:childTnLst>
                              <p:par>
                                <p:cTn id="11" presetID="1" presetClass="entr" presetSubtype="0" fill="hold" grpId="0" nodeType="afterEffect">
                                  <p:stCondLst>
                                    <p:cond delay="0"/>
                                  </p:stCondLst>
                                  <p:childTnLst>
                                    <p:set>
                                      <p:cBhvr>
                                        <p:cTn id="12" dur="1" fill="hold">
                                          <p:stCondLst>
                                            <p:cond delay="0"/>
                                          </p:stCondLst>
                                        </p:cTn>
                                        <p:tgtEl>
                                          <p:spTgt spid="19"/>
                                        </p:tgtEl>
                                        <p:attrNameLst>
                                          <p:attrName>style.visibility</p:attrName>
                                        </p:attrNameLst>
                                      </p:cBhvr>
                                      <p:to>
                                        <p:strVal val="visible"/>
                                      </p:to>
                                    </p:set>
                                  </p:childTnLst>
                                </p:cTn>
                              </p:par>
                            </p:childTnLst>
                          </p:cTn>
                        </p:par>
                      </p:childTnLst>
                    </p:cTn>
                  </p:par>
                  <p:par>
                    <p:cTn id="13" fill="hold">
                      <p:stCondLst>
                        <p:cond delay="indefinite"/>
                      </p:stCondLst>
                      <p:childTnLst>
                        <p:par>
                          <p:cTn id="14" fill="hold">
                            <p:stCondLst>
                              <p:cond delay="0"/>
                            </p:stCondLst>
                            <p:childTnLst>
                              <p:par>
                                <p:cTn id="15" presetID="42" presetClass="entr" presetSubtype="0" fill="hold" nodeType="clickEffect">
                                  <p:stCondLst>
                                    <p:cond delay="0"/>
                                  </p:stCondLst>
                                  <p:childTnLst>
                                    <p:set>
                                      <p:cBhvr>
                                        <p:cTn id="16" dur="1" fill="hold">
                                          <p:stCondLst>
                                            <p:cond delay="0"/>
                                          </p:stCondLst>
                                        </p:cTn>
                                        <p:tgtEl>
                                          <p:spTgt spid="20"/>
                                        </p:tgtEl>
                                        <p:attrNameLst>
                                          <p:attrName>style.visibility</p:attrName>
                                        </p:attrNameLst>
                                      </p:cBhvr>
                                      <p:to>
                                        <p:strVal val="visible"/>
                                      </p:to>
                                    </p:set>
                                    <p:animEffect transition="in" filter="fade">
                                      <p:cBhvr>
                                        <p:cTn id="17" dur="1000"/>
                                        <p:tgtEl>
                                          <p:spTgt spid="20"/>
                                        </p:tgtEl>
                                      </p:cBhvr>
                                    </p:animEffect>
                                    <p:anim calcmode="lin" valueType="num">
                                      <p:cBhvr>
                                        <p:cTn id="18" dur="1000" fill="hold"/>
                                        <p:tgtEl>
                                          <p:spTgt spid="20"/>
                                        </p:tgtEl>
                                        <p:attrNameLst>
                                          <p:attrName>ppt_x</p:attrName>
                                        </p:attrNameLst>
                                      </p:cBhvr>
                                      <p:tavLst>
                                        <p:tav tm="0">
                                          <p:val>
                                            <p:strVal val="#ppt_x"/>
                                          </p:val>
                                        </p:tav>
                                        <p:tav tm="100000">
                                          <p:val>
                                            <p:strVal val="#ppt_x"/>
                                          </p:val>
                                        </p:tav>
                                      </p:tavLst>
                                    </p:anim>
                                    <p:anim calcmode="lin" valueType="num">
                                      <p:cBhvr>
                                        <p:cTn id="19" dur="1000" fill="hold"/>
                                        <p:tgtEl>
                                          <p:spTgt spid="20"/>
                                        </p:tgtEl>
                                        <p:attrNameLst>
                                          <p:attrName>ppt_y</p:attrName>
                                        </p:attrNameLst>
                                      </p:cBhvr>
                                      <p:tavLst>
                                        <p:tav tm="0">
                                          <p:val>
                                            <p:strVal val="#ppt_y+.1"/>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3" grpId="0"/>
      <p:bldP spid="19" grpId="0"/>
    </p:bldLst>
  </p:timing>
</p:sld>
</file>

<file path=ppt/slides/slide2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5" name="矩形 14">
            <a:extLst>
              <a:ext uri="{FF2B5EF4-FFF2-40B4-BE49-F238E27FC236}">
                <a16:creationId xmlns:a16="http://schemas.microsoft.com/office/drawing/2014/main" id="{6DEBEE9F-74AC-4C27-8835-8D35C14CD118}"/>
              </a:ext>
            </a:extLst>
          </p:cNvPr>
          <p:cNvSpPr/>
          <p:nvPr/>
        </p:nvSpPr>
        <p:spPr>
          <a:xfrm>
            <a:off x="4473324" y="5275890"/>
            <a:ext cx="927557" cy="742746"/>
          </a:xfrm>
          <a:prstGeom prst="rect">
            <a:avLst/>
          </a:pr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graphicFrame>
        <p:nvGraphicFramePr>
          <p:cNvPr id="32" name="表格 15">
            <a:extLst>
              <a:ext uri="{FF2B5EF4-FFF2-40B4-BE49-F238E27FC236}">
                <a16:creationId xmlns:a16="http://schemas.microsoft.com/office/drawing/2014/main" id="{ECFCF941-4BCD-4354-BCCE-125D3C5785DE}"/>
              </a:ext>
            </a:extLst>
          </p:cNvPr>
          <p:cNvGraphicFramePr>
            <a:graphicFrameLocks noGrp="1"/>
          </p:cNvGraphicFramePr>
          <p:nvPr/>
        </p:nvGraphicFramePr>
        <p:xfrm>
          <a:off x="3799282" y="4906116"/>
          <a:ext cx="7913343" cy="1112520"/>
        </p:xfrm>
        <a:graphic>
          <a:graphicData uri="http://schemas.openxmlformats.org/drawingml/2006/table">
            <a:tbl>
              <a:tblPr firstRow="1" bandRow="1">
                <a:tableStyleId>{5C22544A-7EE6-4342-B048-85BDC9FD1C3A}</a:tableStyleId>
              </a:tblPr>
              <a:tblGrid>
                <a:gridCol w="660068">
                  <a:extLst>
                    <a:ext uri="{9D8B030D-6E8A-4147-A177-3AD203B41FA5}">
                      <a16:colId xmlns:a16="http://schemas.microsoft.com/office/drawing/2014/main" val="582556354"/>
                    </a:ext>
                  </a:extLst>
                </a:gridCol>
                <a:gridCol w="953870">
                  <a:extLst>
                    <a:ext uri="{9D8B030D-6E8A-4147-A177-3AD203B41FA5}">
                      <a16:colId xmlns:a16="http://schemas.microsoft.com/office/drawing/2014/main" val="4093275061"/>
                    </a:ext>
                  </a:extLst>
                </a:gridCol>
                <a:gridCol w="3170797">
                  <a:extLst>
                    <a:ext uri="{9D8B030D-6E8A-4147-A177-3AD203B41FA5}">
                      <a16:colId xmlns:a16="http://schemas.microsoft.com/office/drawing/2014/main" val="4188641604"/>
                    </a:ext>
                  </a:extLst>
                </a:gridCol>
                <a:gridCol w="907822">
                  <a:extLst>
                    <a:ext uri="{9D8B030D-6E8A-4147-A177-3AD203B41FA5}">
                      <a16:colId xmlns:a16="http://schemas.microsoft.com/office/drawing/2014/main" val="1218946318"/>
                    </a:ext>
                  </a:extLst>
                </a:gridCol>
                <a:gridCol w="740262">
                  <a:extLst>
                    <a:ext uri="{9D8B030D-6E8A-4147-A177-3AD203B41FA5}">
                      <a16:colId xmlns:a16="http://schemas.microsoft.com/office/drawing/2014/main" val="2777886892"/>
                    </a:ext>
                  </a:extLst>
                </a:gridCol>
                <a:gridCol w="740262">
                  <a:extLst>
                    <a:ext uri="{9D8B030D-6E8A-4147-A177-3AD203B41FA5}">
                      <a16:colId xmlns:a16="http://schemas.microsoft.com/office/drawing/2014/main" val="680954693"/>
                    </a:ext>
                  </a:extLst>
                </a:gridCol>
                <a:gridCol w="740262">
                  <a:extLst>
                    <a:ext uri="{9D8B030D-6E8A-4147-A177-3AD203B41FA5}">
                      <a16:colId xmlns:a16="http://schemas.microsoft.com/office/drawing/2014/main" val="286568337"/>
                    </a:ext>
                  </a:extLst>
                </a:gridCol>
              </a:tblGrid>
              <a:tr h="370840">
                <a:tc gridSpan="7">
                  <a:txBody>
                    <a:bodyPr/>
                    <a:lstStyle/>
                    <a:p>
                      <a:pPr algn="ctr"/>
                      <a:r>
                        <a:rPr lang="en-US" altLang="zh-CN" b="1" dirty="0">
                          <a:solidFill>
                            <a:schemeClr val="accent4"/>
                          </a:solidFill>
                        </a:rPr>
                        <a:t>PPP</a:t>
                      </a:r>
                      <a:r>
                        <a:rPr lang="zh-CN" altLang="en-US" b="1" dirty="0">
                          <a:solidFill>
                            <a:schemeClr val="accent4"/>
                          </a:solidFill>
                        </a:rPr>
                        <a:t>帧</a:t>
                      </a: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hMerge="1">
                  <a:txBody>
                    <a:bodyPr/>
                    <a:lstStyle/>
                    <a:p>
                      <a:endParaRPr lang="zh-CN" altLang="en-US" dirty="0"/>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hMerge="1">
                  <a:txBody>
                    <a:bodyPr/>
                    <a:lstStyle/>
                    <a:p>
                      <a:endParaRPr lang="zh-CN" altLang="en-US" dirty="0"/>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hMerge="1">
                  <a:txBody>
                    <a:bodyPr/>
                    <a:lstStyle/>
                    <a:p>
                      <a:endParaRPr lang="zh-CN" altLang="en-US" dirty="0"/>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hMerge="1">
                  <a:txBody>
                    <a:bodyPr/>
                    <a:lstStyle/>
                    <a:p>
                      <a:endParaRPr lang="zh-CN" altLang="en-US" dirty="0"/>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hMerge="1">
                  <a:txBody>
                    <a:bodyPr/>
                    <a:lstStyle/>
                    <a:p>
                      <a:pPr algn="ctr"/>
                      <a:endParaRPr lang="zh-CN" altLang="en-US" b="1" dirty="0">
                        <a:solidFill>
                          <a:schemeClr val="accent4"/>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hMerge="1">
                  <a:txBody>
                    <a:bodyPr/>
                    <a:lstStyle/>
                    <a:p>
                      <a:pPr algn="ctr"/>
                      <a:endParaRPr lang="zh-CN" altLang="en-US" b="1" dirty="0">
                        <a:solidFill>
                          <a:schemeClr val="accent4"/>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extLst>
                  <a:ext uri="{0D108BD9-81ED-4DB2-BD59-A6C34878D82A}">
                    <a16:rowId xmlns:a16="http://schemas.microsoft.com/office/drawing/2014/main" val="751715214"/>
                  </a:ext>
                </a:extLst>
              </a:tr>
              <a:tr h="370840">
                <a:tc>
                  <a:txBody>
                    <a:bodyPr/>
                    <a:lstStyle/>
                    <a:p>
                      <a:pPr algn="ctr"/>
                      <a:r>
                        <a:rPr lang="en-US" altLang="zh-CN" b="1" dirty="0">
                          <a:solidFill>
                            <a:schemeClr val="accent4"/>
                          </a:solidFill>
                        </a:rPr>
                        <a:t>1 B</a:t>
                      </a:r>
                      <a:endParaRPr lang="zh-CN" altLang="en-US" b="1" dirty="0">
                        <a:solidFill>
                          <a:schemeClr val="accent4"/>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algn="ctr"/>
                      <a:r>
                        <a:rPr lang="en-US" altLang="zh-CN" b="1" dirty="0">
                          <a:solidFill>
                            <a:schemeClr val="accent4"/>
                          </a:solidFill>
                        </a:rPr>
                        <a:t>2 B</a:t>
                      </a:r>
                      <a:endParaRPr lang="zh-CN" altLang="en-US" b="1" dirty="0">
                        <a:solidFill>
                          <a:schemeClr val="accent4"/>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algn="ctr"/>
                      <a:r>
                        <a:rPr lang="zh-CN" altLang="en-US" b="1" dirty="0">
                          <a:solidFill>
                            <a:schemeClr val="accent4"/>
                          </a:solidFill>
                        </a:rPr>
                        <a:t>最大 </a:t>
                      </a:r>
                      <a:r>
                        <a:rPr lang="en-US" altLang="zh-CN" b="1" dirty="0">
                          <a:solidFill>
                            <a:schemeClr val="accent4"/>
                          </a:solidFill>
                        </a:rPr>
                        <a:t>1500 B</a:t>
                      </a:r>
                      <a:endParaRPr lang="zh-CN" altLang="en-US" b="1" dirty="0">
                        <a:solidFill>
                          <a:schemeClr val="accent4"/>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algn="ctr"/>
                      <a:r>
                        <a:rPr lang="en-US" altLang="zh-CN" b="1" dirty="0">
                          <a:solidFill>
                            <a:schemeClr val="accent4"/>
                          </a:solidFill>
                        </a:rPr>
                        <a:t>2 B</a:t>
                      </a:r>
                      <a:endParaRPr lang="zh-CN" altLang="en-US" b="1" dirty="0">
                        <a:solidFill>
                          <a:schemeClr val="accent4"/>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algn="ctr"/>
                      <a:r>
                        <a:rPr lang="en-US" altLang="zh-CN" b="1" dirty="0">
                          <a:solidFill>
                            <a:schemeClr val="accent4"/>
                          </a:solidFill>
                        </a:rPr>
                        <a:t>1 B</a:t>
                      </a:r>
                      <a:endParaRPr lang="zh-CN" altLang="en-US" b="1" dirty="0">
                        <a:solidFill>
                          <a:schemeClr val="accent4"/>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algn="ctr"/>
                      <a:r>
                        <a:rPr lang="en-US" altLang="zh-CN" b="1" dirty="0">
                          <a:solidFill>
                            <a:schemeClr val="accent4"/>
                          </a:solidFill>
                        </a:rPr>
                        <a:t>1 B</a:t>
                      </a:r>
                      <a:endParaRPr lang="zh-CN" altLang="en-US" b="1" dirty="0">
                        <a:solidFill>
                          <a:schemeClr val="accent4"/>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algn="ctr"/>
                      <a:r>
                        <a:rPr lang="en-US" altLang="zh-CN" b="1" dirty="0">
                          <a:solidFill>
                            <a:schemeClr val="accent4"/>
                          </a:solidFill>
                        </a:rPr>
                        <a:t>1 B</a:t>
                      </a:r>
                      <a:endParaRPr lang="zh-CN" altLang="en-US" b="1" dirty="0">
                        <a:solidFill>
                          <a:schemeClr val="accent4"/>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extLst>
                  <a:ext uri="{0D108BD9-81ED-4DB2-BD59-A6C34878D82A}">
                    <a16:rowId xmlns:a16="http://schemas.microsoft.com/office/drawing/2014/main" val="1983352797"/>
                  </a:ext>
                </a:extLst>
              </a:tr>
              <a:tr h="370840">
                <a:tc>
                  <a:txBody>
                    <a:bodyPr/>
                    <a:lstStyle/>
                    <a:p>
                      <a:pPr algn="ctr"/>
                      <a:r>
                        <a:rPr lang="zh-CN" altLang="en-US" b="1" dirty="0">
                          <a:solidFill>
                            <a:schemeClr val="accent4"/>
                          </a:solidFill>
                        </a:rPr>
                        <a:t>标志</a:t>
                      </a: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algn="ctr"/>
                      <a:r>
                        <a:rPr lang="en-US" altLang="zh-CN" b="1" dirty="0">
                          <a:solidFill>
                            <a:schemeClr val="accent4"/>
                          </a:solidFill>
                        </a:rPr>
                        <a:t>FCS</a:t>
                      </a:r>
                      <a:endParaRPr lang="zh-CN" altLang="en-US" b="1" dirty="0">
                        <a:solidFill>
                          <a:schemeClr val="accent4"/>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algn="ctr"/>
                      <a:r>
                        <a:rPr lang="zh-CN" altLang="en-US" b="1" dirty="0">
                          <a:solidFill>
                            <a:schemeClr val="accent4"/>
                          </a:solidFill>
                        </a:rPr>
                        <a:t>数据载荷</a:t>
                      </a: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algn="ctr"/>
                      <a:r>
                        <a:rPr lang="zh-CN" altLang="en-US" b="1" dirty="0">
                          <a:solidFill>
                            <a:schemeClr val="accent4"/>
                          </a:solidFill>
                        </a:rPr>
                        <a:t>协议</a:t>
                      </a: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algn="ctr"/>
                      <a:r>
                        <a:rPr lang="zh-CN" altLang="en-US" b="1" dirty="0">
                          <a:solidFill>
                            <a:schemeClr val="accent4"/>
                          </a:solidFill>
                        </a:rPr>
                        <a:t>控制</a:t>
                      </a: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algn="ctr"/>
                      <a:r>
                        <a:rPr lang="zh-CN" altLang="en-US" b="1" dirty="0">
                          <a:solidFill>
                            <a:schemeClr val="accent4"/>
                          </a:solidFill>
                        </a:rPr>
                        <a:t>地址</a:t>
                      </a: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algn="ctr"/>
                      <a:r>
                        <a:rPr lang="zh-CN" altLang="en-US" b="1" dirty="0">
                          <a:solidFill>
                            <a:schemeClr val="accent4"/>
                          </a:solidFill>
                        </a:rPr>
                        <a:t>标志</a:t>
                      </a: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extLst>
                  <a:ext uri="{0D108BD9-81ED-4DB2-BD59-A6C34878D82A}">
                    <a16:rowId xmlns:a16="http://schemas.microsoft.com/office/drawing/2014/main" val="1832940591"/>
                  </a:ext>
                </a:extLst>
              </a:tr>
            </a:tbl>
          </a:graphicData>
        </a:graphic>
      </p:graphicFrame>
      <p:pic>
        <p:nvPicPr>
          <p:cNvPr id="12" name="图片 11" descr="文本&#10;&#10;描述已自动生成">
            <a:extLst>
              <a:ext uri="{FF2B5EF4-FFF2-40B4-BE49-F238E27FC236}">
                <a16:creationId xmlns:a16="http://schemas.microsoft.com/office/drawing/2014/main" id="{6E7516E3-DFB1-4ED5-9904-25322286FF1A}"/>
              </a:ext>
            </a:extLst>
          </p:cNvPr>
          <p:cNvPicPr>
            <a:picLocks noChangeAspect="1"/>
          </p:cNvPicPr>
          <p:nvPr/>
        </p:nvPicPr>
        <p:blipFill>
          <a:blip r:embed="rId3" cstate="print">
            <a:extLst>
              <a:ext uri="{28A0092B-C50C-407E-A947-70E740481C1C}">
                <a14:useLocalDpi xmlns:a14="http://schemas.microsoft.com/office/drawing/2010/main" val="0"/>
              </a:ext>
            </a:extLst>
          </a:blip>
          <a:stretch>
            <a:fillRect/>
          </a:stretch>
        </p:blipFill>
        <p:spPr>
          <a:xfrm>
            <a:off x="6454870" y="2650452"/>
            <a:ext cx="4455665" cy="1285714"/>
          </a:xfrm>
          <a:prstGeom prst="rect">
            <a:avLst/>
          </a:prstGeom>
        </p:spPr>
      </p:pic>
      <p:sp>
        <p:nvSpPr>
          <p:cNvPr id="13" name="文本框 12">
            <a:extLst>
              <a:ext uri="{FF2B5EF4-FFF2-40B4-BE49-F238E27FC236}">
                <a16:creationId xmlns:a16="http://schemas.microsoft.com/office/drawing/2014/main" id="{0F3E1277-46C6-421F-8C32-E7C7F6C83F66}"/>
              </a:ext>
            </a:extLst>
          </p:cNvPr>
          <p:cNvSpPr txBox="1"/>
          <p:nvPr/>
        </p:nvSpPr>
        <p:spPr>
          <a:xfrm>
            <a:off x="7363728" y="3479399"/>
            <a:ext cx="2690573" cy="369332"/>
          </a:xfrm>
          <a:prstGeom prst="rect">
            <a:avLst/>
          </a:prstGeom>
          <a:noFill/>
        </p:spPr>
        <p:txBody>
          <a:bodyPr wrap="square" rtlCol="0">
            <a:spAutoFit/>
          </a:bodyPr>
          <a:lstStyle/>
          <a:p>
            <a:pPr algn="ctr"/>
            <a:r>
              <a:rPr lang="en-US" altLang="zh-CN" b="1" dirty="0">
                <a:latin typeface="Arial Black" panose="020B0A04020102020204" pitchFamily="34" charset="0"/>
              </a:rPr>
              <a:t>1001001100011010</a:t>
            </a:r>
            <a:endParaRPr lang="zh-CN" altLang="en-US" b="1" dirty="0">
              <a:latin typeface="Arial Black" panose="020B0A04020102020204" pitchFamily="34" charset="0"/>
            </a:endParaRPr>
          </a:p>
        </p:txBody>
      </p:sp>
      <p:grpSp>
        <p:nvGrpSpPr>
          <p:cNvPr id="4" name="组合 3">
            <a:extLst>
              <a:ext uri="{FF2B5EF4-FFF2-40B4-BE49-F238E27FC236}">
                <a16:creationId xmlns:a16="http://schemas.microsoft.com/office/drawing/2014/main" id="{9A1EA9F2-FCB6-48C3-935F-7AE7E3AD14AC}"/>
              </a:ext>
            </a:extLst>
          </p:cNvPr>
          <p:cNvGrpSpPr/>
          <p:nvPr/>
        </p:nvGrpSpPr>
        <p:grpSpPr>
          <a:xfrm>
            <a:off x="304800" y="749300"/>
            <a:ext cx="6192344" cy="400110"/>
            <a:chOff x="424117" y="898245"/>
            <a:chExt cx="6192344" cy="400110"/>
          </a:xfrm>
        </p:grpSpPr>
        <p:sp>
          <p:nvSpPr>
            <p:cNvPr id="2" name="平行四边形 1">
              <a:extLst>
                <a:ext uri="{FF2B5EF4-FFF2-40B4-BE49-F238E27FC236}">
                  <a16:creationId xmlns:a16="http://schemas.microsoft.com/office/drawing/2014/main" id="{1F5BAA3F-9845-4F89-A2DD-8222D3E4EDAC}"/>
                </a:ext>
              </a:extLst>
            </p:cNvPr>
            <p:cNvSpPr/>
            <p:nvPr/>
          </p:nvSpPr>
          <p:spPr>
            <a:xfrm>
              <a:off x="424117" y="898245"/>
              <a:ext cx="628306" cy="387090"/>
            </a:xfrm>
            <a:prstGeom prst="parallelogram">
              <a:avLst/>
            </a:prstGeom>
            <a:solidFill>
              <a:schemeClr val="accent3">
                <a:lumMod val="75000"/>
              </a:schemeClr>
            </a:solidFill>
            <a:ln>
              <a:solidFill>
                <a:schemeClr val="accent3">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CN" sz="2200" dirty="0">
                  <a:latin typeface="Impact" panose="020B0806030902050204" pitchFamily="34" charset="0"/>
                </a:rPr>
                <a:t>01</a:t>
              </a:r>
              <a:endParaRPr lang="zh-CN" altLang="en-US" sz="2200" dirty="0">
                <a:latin typeface="Impact" panose="020B0806030902050204" pitchFamily="34" charset="0"/>
              </a:endParaRPr>
            </a:p>
          </p:txBody>
        </p:sp>
        <p:sp>
          <p:nvSpPr>
            <p:cNvPr id="3" name="文本框 2">
              <a:extLst>
                <a:ext uri="{FF2B5EF4-FFF2-40B4-BE49-F238E27FC236}">
                  <a16:creationId xmlns:a16="http://schemas.microsoft.com/office/drawing/2014/main" id="{4D6BD736-A4D3-4F26-AFED-36E11F50F70B}"/>
                </a:ext>
              </a:extLst>
            </p:cNvPr>
            <p:cNvSpPr txBox="1"/>
            <p:nvPr/>
          </p:nvSpPr>
          <p:spPr>
            <a:xfrm>
              <a:off x="1052423" y="898245"/>
              <a:ext cx="5564038" cy="400110"/>
            </a:xfrm>
            <a:prstGeom prst="rect">
              <a:avLst/>
            </a:prstGeom>
            <a:noFill/>
          </p:spPr>
          <p:txBody>
            <a:bodyPr wrap="square" rtlCol="0">
              <a:spAutoFit/>
            </a:bodyPr>
            <a:lstStyle/>
            <a:p>
              <a:r>
                <a:rPr lang="zh-CN" altLang="en-US" sz="2000" b="1" dirty="0"/>
                <a:t>数据链路层的三个重要问题</a:t>
              </a:r>
            </a:p>
          </p:txBody>
        </p:sp>
      </p:grpSp>
      <p:sp>
        <p:nvSpPr>
          <p:cNvPr id="5" name="矩形 4">
            <a:extLst>
              <a:ext uri="{FF2B5EF4-FFF2-40B4-BE49-F238E27FC236}">
                <a16:creationId xmlns:a16="http://schemas.microsoft.com/office/drawing/2014/main" id="{FB4CC4FA-7CCC-41E1-871B-4977F1E17651}"/>
              </a:ext>
            </a:extLst>
          </p:cNvPr>
          <p:cNvSpPr/>
          <p:nvPr/>
        </p:nvSpPr>
        <p:spPr>
          <a:xfrm>
            <a:off x="1033908" y="1322263"/>
            <a:ext cx="2761840" cy="476933"/>
          </a:xfrm>
          <a:prstGeom prst="rect">
            <a:avLst/>
          </a:prstGeom>
          <a:solidFill>
            <a:schemeClr val="bg1">
              <a:lumMod val="85000"/>
            </a:schemeClr>
          </a:solidFill>
          <a:ln>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zh-CN" altLang="en-US" sz="2000" b="1" dirty="0"/>
              <a:t>封装成帧和透明传输</a:t>
            </a:r>
          </a:p>
        </p:txBody>
      </p:sp>
      <p:sp>
        <p:nvSpPr>
          <p:cNvPr id="6" name="矩形 5">
            <a:extLst>
              <a:ext uri="{FF2B5EF4-FFF2-40B4-BE49-F238E27FC236}">
                <a16:creationId xmlns:a16="http://schemas.microsoft.com/office/drawing/2014/main" id="{92ED85A3-B968-4E31-8330-9F6C05F07C2A}"/>
              </a:ext>
            </a:extLst>
          </p:cNvPr>
          <p:cNvSpPr/>
          <p:nvPr/>
        </p:nvSpPr>
        <p:spPr>
          <a:xfrm>
            <a:off x="4715080" y="1322263"/>
            <a:ext cx="2761840" cy="476933"/>
          </a:xfrm>
          <a:prstGeom prst="rect">
            <a:avLst/>
          </a:prstGeom>
          <a:solidFill>
            <a:schemeClr val="bg1">
              <a:lumMod val="85000"/>
            </a:schemeClr>
          </a:solidFill>
          <a:ln>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zh-CN" altLang="en-US" sz="2000" b="1" dirty="0"/>
              <a:t>差错检测</a:t>
            </a:r>
          </a:p>
        </p:txBody>
      </p:sp>
      <p:sp>
        <p:nvSpPr>
          <p:cNvPr id="7" name="矩形 6">
            <a:extLst>
              <a:ext uri="{FF2B5EF4-FFF2-40B4-BE49-F238E27FC236}">
                <a16:creationId xmlns:a16="http://schemas.microsoft.com/office/drawing/2014/main" id="{ACEE140B-8012-4836-ABCF-1D94605747E5}"/>
              </a:ext>
            </a:extLst>
          </p:cNvPr>
          <p:cNvSpPr/>
          <p:nvPr/>
        </p:nvSpPr>
        <p:spPr>
          <a:xfrm>
            <a:off x="8396252" y="1322262"/>
            <a:ext cx="2761840" cy="476933"/>
          </a:xfrm>
          <a:prstGeom prst="rect">
            <a:avLst/>
          </a:prstGeom>
          <a:solidFill>
            <a:schemeClr val="bg1">
              <a:lumMod val="85000"/>
            </a:schemeClr>
          </a:solidFill>
          <a:ln>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zh-CN" altLang="en-US" sz="2000" b="1" dirty="0"/>
              <a:t>可靠传输</a:t>
            </a:r>
          </a:p>
        </p:txBody>
      </p:sp>
      <p:grpSp>
        <p:nvGrpSpPr>
          <p:cNvPr id="47" name="组合 46">
            <a:extLst>
              <a:ext uri="{FF2B5EF4-FFF2-40B4-BE49-F238E27FC236}">
                <a16:creationId xmlns:a16="http://schemas.microsoft.com/office/drawing/2014/main" id="{B8E542C3-5B58-4C0E-BC48-6396E1469D06}"/>
              </a:ext>
            </a:extLst>
          </p:cNvPr>
          <p:cNvGrpSpPr/>
          <p:nvPr/>
        </p:nvGrpSpPr>
        <p:grpSpPr>
          <a:xfrm>
            <a:off x="601699" y="3457743"/>
            <a:ext cx="10940423" cy="641082"/>
            <a:chOff x="601699" y="5648354"/>
            <a:chExt cx="10940423" cy="641082"/>
          </a:xfrm>
        </p:grpSpPr>
        <p:cxnSp>
          <p:nvCxnSpPr>
            <p:cNvPr id="23" name="直接连接符 22">
              <a:extLst>
                <a:ext uri="{FF2B5EF4-FFF2-40B4-BE49-F238E27FC236}">
                  <a16:creationId xmlns:a16="http://schemas.microsoft.com/office/drawing/2014/main" id="{BB9DF023-15E4-4259-ABBC-43306C5B2694}"/>
                </a:ext>
              </a:extLst>
            </p:cNvPr>
            <p:cNvCxnSpPr>
              <a:cxnSpLocks/>
            </p:cNvCxnSpPr>
            <p:nvPr/>
          </p:nvCxnSpPr>
          <p:spPr>
            <a:xfrm>
              <a:off x="1143721" y="6126777"/>
              <a:ext cx="10027235"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pic>
          <p:nvPicPr>
            <p:cNvPr id="24" name="图形 23">
              <a:extLst>
                <a:ext uri="{FF2B5EF4-FFF2-40B4-BE49-F238E27FC236}">
                  <a16:creationId xmlns:a16="http://schemas.microsoft.com/office/drawing/2014/main" id="{D98CC648-BEF5-49CE-A972-7D0F3F45EC50}"/>
                </a:ext>
              </a:extLst>
            </p:cNvPr>
            <p:cNvPicPr>
              <a:picLocks noChangeAspect="1"/>
            </p:cNvPicPr>
            <p:nvPr/>
          </p:nvPicPr>
          <p:blipFill>
            <a:blip r:embed="rId4">
              <a:extLst>
                <a:ext uri="{28A0092B-C50C-407E-A947-70E740481C1C}">
                  <a14:useLocalDpi xmlns:a14="http://schemas.microsoft.com/office/drawing/2010/main" val="0"/>
                </a:ext>
                <a:ext uri="{96DAC541-7B7A-43D3-8B79-37D633B846F1}">
                  <asvg:svgBlip xmlns:asvg="http://schemas.microsoft.com/office/drawing/2016/SVG/main" r:embed="rId5"/>
                </a:ext>
              </a:extLst>
            </a:blip>
            <a:stretch>
              <a:fillRect/>
            </a:stretch>
          </p:blipFill>
          <p:spPr>
            <a:xfrm>
              <a:off x="601699" y="5648354"/>
              <a:ext cx="662814" cy="641082"/>
            </a:xfrm>
            <a:prstGeom prst="rect">
              <a:avLst/>
            </a:prstGeom>
          </p:spPr>
        </p:pic>
        <p:pic>
          <p:nvPicPr>
            <p:cNvPr id="46" name="图形 45">
              <a:extLst>
                <a:ext uri="{FF2B5EF4-FFF2-40B4-BE49-F238E27FC236}">
                  <a16:creationId xmlns:a16="http://schemas.microsoft.com/office/drawing/2014/main" id="{8077FE65-F3E1-41E0-83D1-5F274C875FB4}"/>
                </a:ext>
              </a:extLst>
            </p:cNvPr>
            <p:cNvPicPr>
              <a:picLocks noChangeAspect="1"/>
            </p:cNvPicPr>
            <p:nvPr/>
          </p:nvPicPr>
          <p:blipFill>
            <a:blip r:embed="rId4">
              <a:extLst>
                <a:ext uri="{28A0092B-C50C-407E-A947-70E740481C1C}">
                  <a14:useLocalDpi xmlns:a14="http://schemas.microsoft.com/office/drawing/2010/main" val="0"/>
                </a:ext>
                <a:ext uri="{96DAC541-7B7A-43D3-8B79-37D633B846F1}">
                  <asvg:svgBlip xmlns:asvg="http://schemas.microsoft.com/office/drawing/2016/SVG/main" r:embed="rId5"/>
                </a:ext>
              </a:extLst>
            </a:blip>
            <a:stretch>
              <a:fillRect/>
            </a:stretch>
          </p:blipFill>
          <p:spPr>
            <a:xfrm>
              <a:off x="10879308" y="5648354"/>
              <a:ext cx="662814" cy="641082"/>
            </a:xfrm>
            <a:prstGeom prst="rect">
              <a:avLst/>
            </a:prstGeom>
          </p:spPr>
        </p:pic>
      </p:grpSp>
      <p:sp>
        <p:nvSpPr>
          <p:cNvPr id="25" name="矩形 24">
            <a:extLst>
              <a:ext uri="{FF2B5EF4-FFF2-40B4-BE49-F238E27FC236}">
                <a16:creationId xmlns:a16="http://schemas.microsoft.com/office/drawing/2014/main" id="{4D1EC0EF-2F54-4D40-AA97-B5467FEAC6EC}"/>
              </a:ext>
            </a:extLst>
          </p:cNvPr>
          <p:cNvSpPr/>
          <p:nvPr/>
        </p:nvSpPr>
        <p:spPr>
          <a:xfrm>
            <a:off x="4715080" y="1322263"/>
            <a:ext cx="2761840" cy="476933"/>
          </a:xfrm>
          <a:prstGeom prst="rect">
            <a:avLst/>
          </a:prstGeom>
          <a:solidFill>
            <a:schemeClr val="accent3">
              <a:lumMod val="75000"/>
            </a:schemeClr>
          </a:solidFill>
          <a:ln>
            <a:solidFill>
              <a:schemeClr val="accent3">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zh-CN" altLang="en-US" sz="2000" b="1" dirty="0"/>
              <a:t>差错检测</a:t>
            </a:r>
          </a:p>
        </p:txBody>
      </p:sp>
      <p:sp>
        <p:nvSpPr>
          <p:cNvPr id="19" name="文本框 18">
            <a:extLst>
              <a:ext uri="{FF2B5EF4-FFF2-40B4-BE49-F238E27FC236}">
                <a16:creationId xmlns:a16="http://schemas.microsoft.com/office/drawing/2014/main" id="{79B9F580-1CA5-4111-8A99-E9B01A9E6F46}"/>
              </a:ext>
            </a:extLst>
          </p:cNvPr>
          <p:cNvSpPr txBox="1"/>
          <p:nvPr/>
        </p:nvSpPr>
        <p:spPr>
          <a:xfrm>
            <a:off x="7363728" y="3479399"/>
            <a:ext cx="2690573" cy="369332"/>
          </a:xfrm>
          <a:prstGeom prst="rect">
            <a:avLst/>
          </a:prstGeom>
          <a:noFill/>
        </p:spPr>
        <p:txBody>
          <a:bodyPr wrap="square" rtlCol="0">
            <a:spAutoFit/>
          </a:bodyPr>
          <a:lstStyle/>
          <a:p>
            <a:pPr algn="ctr"/>
            <a:r>
              <a:rPr lang="en-US" altLang="zh-CN" b="1" dirty="0">
                <a:latin typeface="Arial Black" panose="020B0A04020102020204" pitchFamily="34" charset="0"/>
              </a:rPr>
              <a:t>100</a:t>
            </a:r>
            <a:r>
              <a:rPr lang="en-US" altLang="zh-CN" b="1" dirty="0">
                <a:solidFill>
                  <a:schemeClr val="accent1">
                    <a:lumMod val="75000"/>
                  </a:schemeClr>
                </a:solidFill>
                <a:latin typeface="Arial Black" panose="020B0A04020102020204" pitchFamily="34" charset="0"/>
              </a:rPr>
              <a:t>0</a:t>
            </a:r>
            <a:r>
              <a:rPr lang="en-US" altLang="zh-CN" b="1" dirty="0">
                <a:latin typeface="Arial Black" panose="020B0A04020102020204" pitchFamily="34" charset="0"/>
              </a:rPr>
              <a:t>001100</a:t>
            </a:r>
            <a:r>
              <a:rPr lang="en-US" altLang="zh-CN" b="1" dirty="0">
                <a:solidFill>
                  <a:schemeClr val="accent1">
                    <a:lumMod val="75000"/>
                  </a:schemeClr>
                </a:solidFill>
                <a:latin typeface="Arial Black" panose="020B0A04020102020204" pitchFamily="34" charset="0"/>
              </a:rPr>
              <a:t>1</a:t>
            </a:r>
            <a:r>
              <a:rPr lang="en-US" altLang="zh-CN" b="1" dirty="0">
                <a:latin typeface="Arial Black" panose="020B0A04020102020204" pitchFamily="34" charset="0"/>
              </a:rPr>
              <a:t>11010</a:t>
            </a:r>
            <a:endParaRPr lang="zh-CN" altLang="en-US" b="1" dirty="0">
              <a:latin typeface="Arial Black" panose="020B0A04020102020204" pitchFamily="34" charset="0"/>
            </a:endParaRPr>
          </a:p>
        </p:txBody>
      </p:sp>
      <p:grpSp>
        <p:nvGrpSpPr>
          <p:cNvPr id="14" name="组合 13">
            <a:extLst>
              <a:ext uri="{FF2B5EF4-FFF2-40B4-BE49-F238E27FC236}">
                <a16:creationId xmlns:a16="http://schemas.microsoft.com/office/drawing/2014/main" id="{67D8960C-A6B9-47D8-935E-2262592DDC40}"/>
              </a:ext>
            </a:extLst>
          </p:cNvPr>
          <p:cNvGrpSpPr/>
          <p:nvPr/>
        </p:nvGrpSpPr>
        <p:grpSpPr>
          <a:xfrm>
            <a:off x="6728914" y="3742419"/>
            <a:ext cx="1027040" cy="672170"/>
            <a:chOff x="6728914" y="3742419"/>
            <a:chExt cx="1027040" cy="672170"/>
          </a:xfrm>
        </p:grpSpPr>
        <p:sp>
          <p:nvSpPr>
            <p:cNvPr id="28" name="文本框 27">
              <a:extLst>
                <a:ext uri="{FF2B5EF4-FFF2-40B4-BE49-F238E27FC236}">
                  <a16:creationId xmlns:a16="http://schemas.microsoft.com/office/drawing/2014/main" id="{6D97F1BB-8A38-40AB-A9D4-926585410DDD}"/>
                </a:ext>
              </a:extLst>
            </p:cNvPr>
            <p:cNvSpPr txBox="1"/>
            <p:nvPr/>
          </p:nvSpPr>
          <p:spPr>
            <a:xfrm>
              <a:off x="6728914" y="4045257"/>
              <a:ext cx="1027040" cy="369332"/>
            </a:xfrm>
            <a:prstGeom prst="rect">
              <a:avLst/>
            </a:prstGeom>
            <a:noFill/>
          </p:spPr>
          <p:txBody>
            <a:bodyPr wrap="square" rtlCol="0">
              <a:spAutoFit/>
            </a:bodyPr>
            <a:lstStyle/>
            <a:p>
              <a:pPr algn="ctr"/>
              <a:r>
                <a:rPr lang="zh-CN" altLang="en-US" b="1" dirty="0">
                  <a:solidFill>
                    <a:schemeClr val="accent1">
                      <a:lumMod val="75000"/>
                    </a:schemeClr>
                  </a:solidFill>
                </a:rPr>
                <a:t>检错码</a:t>
              </a:r>
            </a:p>
          </p:txBody>
        </p:sp>
        <p:cxnSp>
          <p:nvCxnSpPr>
            <p:cNvPr id="29" name="直接箭头连接符 28">
              <a:extLst>
                <a:ext uri="{FF2B5EF4-FFF2-40B4-BE49-F238E27FC236}">
                  <a16:creationId xmlns:a16="http://schemas.microsoft.com/office/drawing/2014/main" id="{036062B7-623D-4F74-B596-F108E92393BD}"/>
                </a:ext>
              </a:extLst>
            </p:cNvPr>
            <p:cNvCxnSpPr>
              <a:cxnSpLocks/>
            </p:cNvCxnSpPr>
            <p:nvPr/>
          </p:nvCxnSpPr>
          <p:spPr>
            <a:xfrm flipV="1">
              <a:off x="7242434" y="3742419"/>
              <a:ext cx="0" cy="276526"/>
            </a:xfrm>
            <a:prstGeom prst="straightConnector1">
              <a:avLst/>
            </a:prstGeom>
            <a:ln w="12700">
              <a:solidFill>
                <a:schemeClr val="tx1"/>
              </a:solidFill>
              <a:tailEnd type="triangle"/>
            </a:ln>
          </p:spPr>
          <p:style>
            <a:lnRef idx="1">
              <a:schemeClr val="accent1"/>
            </a:lnRef>
            <a:fillRef idx="0">
              <a:schemeClr val="accent1"/>
            </a:fillRef>
            <a:effectRef idx="0">
              <a:schemeClr val="accent1"/>
            </a:effectRef>
            <a:fontRef idx="minor">
              <a:schemeClr val="tx1"/>
            </a:fontRef>
          </p:style>
        </p:cxnSp>
      </p:grpSp>
    </p:spTree>
    <p:custDataLst>
      <p:tags r:id="rId1"/>
    </p:custDataLst>
    <p:extLst>
      <p:ext uri="{BB962C8B-B14F-4D97-AF65-F5344CB8AC3E}">
        <p14:creationId xmlns:p14="http://schemas.microsoft.com/office/powerpoint/2010/main" val="2910172831"/>
      </p:ext>
    </p:extLst>
  </p:cSld>
  <p:clrMapOvr>
    <a:masterClrMapping/>
  </p:clrMapOvr>
  <mc:AlternateContent xmlns:mc="http://schemas.openxmlformats.org/markup-compatibility/2006" xmlns:p14="http://schemas.microsoft.com/office/powerpoint/2010/main">
    <mc:Choice Requires="p14">
      <p:transition p14:dur="10"/>
    </mc:Choice>
    <mc:Fallback xmlns="">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42" presetClass="entr" presetSubtype="0" fill="hold" nodeType="withEffect">
                                  <p:stCondLst>
                                    <p:cond delay="0"/>
                                  </p:stCondLst>
                                  <p:childTnLst>
                                    <p:set>
                                      <p:cBhvr>
                                        <p:cTn id="6" dur="1" fill="hold">
                                          <p:stCondLst>
                                            <p:cond delay="0"/>
                                          </p:stCondLst>
                                        </p:cTn>
                                        <p:tgtEl>
                                          <p:spTgt spid="14"/>
                                        </p:tgtEl>
                                        <p:attrNameLst>
                                          <p:attrName>style.visibility</p:attrName>
                                        </p:attrNameLst>
                                      </p:cBhvr>
                                      <p:to>
                                        <p:strVal val="visible"/>
                                      </p:to>
                                    </p:set>
                                    <p:animEffect transition="in" filter="fade">
                                      <p:cBhvr>
                                        <p:cTn id="7" dur="1000"/>
                                        <p:tgtEl>
                                          <p:spTgt spid="14"/>
                                        </p:tgtEl>
                                      </p:cBhvr>
                                    </p:animEffect>
                                    <p:anim calcmode="lin" valueType="num">
                                      <p:cBhvr>
                                        <p:cTn id="8" dur="1000" fill="hold"/>
                                        <p:tgtEl>
                                          <p:spTgt spid="14"/>
                                        </p:tgtEl>
                                        <p:attrNameLst>
                                          <p:attrName>ppt_x</p:attrName>
                                        </p:attrNameLst>
                                      </p:cBhvr>
                                      <p:tavLst>
                                        <p:tav tm="0">
                                          <p:val>
                                            <p:strVal val="#ppt_x"/>
                                          </p:val>
                                        </p:tav>
                                        <p:tav tm="100000">
                                          <p:val>
                                            <p:strVal val="#ppt_x"/>
                                          </p:val>
                                        </p:tav>
                                      </p:tavLst>
                                    </p:anim>
                                    <p:anim calcmode="lin" valueType="num">
                                      <p:cBhvr>
                                        <p:cTn id="9" dur="1000" fill="hold"/>
                                        <p:tgtEl>
                                          <p:spTgt spid="14"/>
                                        </p:tgtEl>
                                        <p:attrNameLst>
                                          <p:attrName>ppt_y</p:attrName>
                                        </p:attrNameLst>
                                      </p:cBhvr>
                                      <p:tavLst>
                                        <p:tav tm="0">
                                          <p:val>
                                            <p:strVal val="#ppt_y+.1"/>
                                          </p:val>
                                        </p:tav>
                                        <p:tav tm="100000">
                                          <p:val>
                                            <p:strVal val="#ppt_y"/>
                                          </p:val>
                                        </p:tav>
                                      </p:tavLst>
                                    </p:anim>
                                  </p:childTnLst>
                                </p:cTn>
                              </p:par>
                            </p:childTnLst>
                          </p:cTn>
                        </p:par>
                      </p:childTnLst>
                    </p:cTn>
                  </p:par>
                  <p:par>
                    <p:cTn id="10" fill="hold">
                      <p:stCondLst>
                        <p:cond delay="indefinite"/>
                      </p:stCondLst>
                      <p:childTnLst>
                        <p:par>
                          <p:cTn id="11" fill="hold">
                            <p:stCondLst>
                              <p:cond delay="0"/>
                            </p:stCondLst>
                            <p:childTnLst>
                              <p:par>
                                <p:cTn id="12" presetID="47" presetClass="entr" presetSubtype="0" fill="hold" nodeType="clickEffect">
                                  <p:stCondLst>
                                    <p:cond delay="0"/>
                                  </p:stCondLst>
                                  <p:childTnLst>
                                    <p:set>
                                      <p:cBhvr>
                                        <p:cTn id="13" dur="1" fill="hold">
                                          <p:stCondLst>
                                            <p:cond delay="0"/>
                                          </p:stCondLst>
                                        </p:cTn>
                                        <p:tgtEl>
                                          <p:spTgt spid="32"/>
                                        </p:tgtEl>
                                        <p:attrNameLst>
                                          <p:attrName>style.visibility</p:attrName>
                                        </p:attrNameLst>
                                      </p:cBhvr>
                                      <p:to>
                                        <p:strVal val="visible"/>
                                      </p:to>
                                    </p:set>
                                    <p:animEffect transition="in" filter="fade">
                                      <p:cBhvr>
                                        <p:cTn id="14" dur="1000"/>
                                        <p:tgtEl>
                                          <p:spTgt spid="32"/>
                                        </p:tgtEl>
                                      </p:cBhvr>
                                    </p:animEffect>
                                    <p:anim calcmode="lin" valueType="num">
                                      <p:cBhvr>
                                        <p:cTn id="15" dur="1000" fill="hold"/>
                                        <p:tgtEl>
                                          <p:spTgt spid="32"/>
                                        </p:tgtEl>
                                        <p:attrNameLst>
                                          <p:attrName>ppt_x</p:attrName>
                                        </p:attrNameLst>
                                      </p:cBhvr>
                                      <p:tavLst>
                                        <p:tav tm="0">
                                          <p:val>
                                            <p:strVal val="#ppt_x"/>
                                          </p:val>
                                        </p:tav>
                                        <p:tav tm="100000">
                                          <p:val>
                                            <p:strVal val="#ppt_x"/>
                                          </p:val>
                                        </p:tav>
                                      </p:tavLst>
                                    </p:anim>
                                    <p:anim calcmode="lin" valueType="num">
                                      <p:cBhvr>
                                        <p:cTn id="16" dur="1000" fill="hold"/>
                                        <p:tgtEl>
                                          <p:spTgt spid="32"/>
                                        </p:tgtEl>
                                        <p:attrNameLst>
                                          <p:attrName>ppt_y</p:attrName>
                                        </p:attrNameLst>
                                      </p:cBhvr>
                                      <p:tavLst>
                                        <p:tav tm="0">
                                          <p:val>
                                            <p:strVal val="#ppt_y-.1"/>
                                          </p:val>
                                        </p:tav>
                                        <p:tav tm="100000">
                                          <p:val>
                                            <p:strVal val="#ppt_y"/>
                                          </p:val>
                                        </p:tav>
                                      </p:tavLst>
                                    </p:anim>
                                  </p:childTnLst>
                                </p:cTn>
                              </p:par>
                            </p:childTnLst>
                          </p:cTn>
                        </p:par>
                      </p:childTnLst>
                    </p:cTn>
                  </p:par>
                  <p:par>
                    <p:cTn id="17" fill="hold">
                      <p:stCondLst>
                        <p:cond delay="indefinite"/>
                      </p:stCondLst>
                      <p:childTnLst>
                        <p:par>
                          <p:cTn id="18" fill="hold">
                            <p:stCondLst>
                              <p:cond delay="0"/>
                            </p:stCondLst>
                            <p:childTnLst>
                              <p:par>
                                <p:cTn id="19" presetID="22" presetClass="entr" presetSubtype="1" fill="hold" grpId="0" nodeType="clickEffect">
                                  <p:stCondLst>
                                    <p:cond delay="0"/>
                                  </p:stCondLst>
                                  <p:childTnLst>
                                    <p:set>
                                      <p:cBhvr>
                                        <p:cTn id="20" dur="1" fill="hold">
                                          <p:stCondLst>
                                            <p:cond delay="0"/>
                                          </p:stCondLst>
                                        </p:cTn>
                                        <p:tgtEl>
                                          <p:spTgt spid="15"/>
                                        </p:tgtEl>
                                        <p:attrNameLst>
                                          <p:attrName>style.visibility</p:attrName>
                                        </p:attrNameLst>
                                      </p:cBhvr>
                                      <p:to>
                                        <p:strVal val="visible"/>
                                      </p:to>
                                    </p:set>
                                    <p:animEffect transition="in" filter="wipe(up)">
                                      <p:cBhvr>
                                        <p:cTn id="21" dur="500"/>
                                        <p:tgtEl>
                                          <p:spTgt spid="15"/>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5" grpId="0" animBg="1"/>
    </p:bldLst>
  </p:timing>
</p:sld>
</file>

<file path=ppt/slides/slide2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12" name="图片 11" descr="文本&#10;&#10;描述已自动生成">
            <a:extLst>
              <a:ext uri="{FF2B5EF4-FFF2-40B4-BE49-F238E27FC236}">
                <a16:creationId xmlns:a16="http://schemas.microsoft.com/office/drawing/2014/main" id="{6E7516E3-DFB1-4ED5-9904-25322286FF1A}"/>
              </a:ext>
            </a:extLst>
          </p:cNvPr>
          <p:cNvPicPr>
            <a:picLocks noChangeAspect="1"/>
          </p:cNvPicPr>
          <p:nvPr/>
        </p:nvPicPr>
        <p:blipFill>
          <a:blip r:embed="rId3" cstate="print">
            <a:extLst>
              <a:ext uri="{28A0092B-C50C-407E-A947-70E740481C1C}">
                <a14:useLocalDpi xmlns:a14="http://schemas.microsoft.com/office/drawing/2010/main" val="0"/>
              </a:ext>
            </a:extLst>
          </a:blip>
          <a:stretch>
            <a:fillRect/>
          </a:stretch>
        </p:blipFill>
        <p:spPr>
          <a:xfrm>
            <a:off x="6454870" y="2650452"/>
            <a:ext cx="4455665" cy="1285714"/>
          </a:xfrm>
          <a:prstGeom prst="rect">
            <a:avLst/>
          </a:prstGeom>
        </p:spPr>
      </p:pic>
      <p:sp>
        <p:nvSpPr>
          <p:cNvPr id="13" name="文本框 12">
            <a:extLst>
              <a:ext uri="{FF2B5EF4-FFF2-40B4-BE49-F238E27FC236}">
                <a16:creationId xmlns:a16="http://schemas.microsoft.com/office/drawing/2014/main" id="{0F3E1277-46C6-421F-8C32-E7C7F6C83F66}"/>
              </a:ext>
            </a:extLst>
          </p:cNvPr>
          <p:cNvSpPr txBox="1"/>
          <p:nvPr/>
        </p:nvSpPr>
        <p:spPr>
          <a:xfrm>
            <a:off x="7363728" y="3479399"/>
            <a:ext cx="2690573" cy="369332"/>
          </a:xfrm>
          <a:prstGeom prst="rect">
            <a:avLst/>
          </a:prstGeom>
          <a:noFill/>
        </p:spPr>
        <p:txBody>
          <a:bodyPr wrap="square" rtlCol="0">
            <a:spAutoFit/>
          </a:bodyPr>
          <a:lstStyle/>
          <a:p>
            <a:pPr algn="ctr"/>
            <a:r>
              <a:rPr lang="en-US" altLang="zh-CN" b="1" dirty="0">
                <a:latin typeface="Arial Black" panose="020B0A04020102020204" pitchFamily="34" charset="0"/>
              </a:rPr>
              <a:t>1001001100011010</a:t>
            </a:r>
            <a:endParaRPr lang="zh-CN" altLang="en-US" b="1" dirty="0">
              <a:latin typeface="Arial Black" panose="020B0A04020102020204" pitchFamily="34" charset="0"/>
            </a:endParaRPr>
          </a:p>
        </p:txBody>
      </p:sp>
      <p:grpSp>
        <p:nvGrpSpPr>
          <p:cNvPr id="4" name="组合 3">
            <a:extLst>
              <a:ext uri="{FF2B5EF4-FFF2-40B4-BE49-F238E27FC236}">
                <a16:creationId xmlns:a16="http://schemas.microsoft.com/office/drawing/2014/main" id="{9A1EA9F2-FCB6-48C3-935F-7AE7E3AD14AC}"/>
              </a:ext>
            </a:extLst>
          </p:cNvPr>
          <p:cNvGrpSpPr/>
          <p:nvPr/>
        </p:nvGrpSpPr>
        <p:grpSpPr>
          <a:xfrm>
            <a:off x="304800" y="749300"/>
            <a:ext cx="6192344" cy="400110"/>
            <a:chOff x="424117" y="898245"/>
            <a:chExt cx="6192344" cy="400110"/>
          </a:xfrm>
        </p:grpSpPr>
        <p:sp>
          <p:nvSpPr>
            <p:cNvPr id="2" name="平行四边形 1">
              <a:extLst>
                <a:ext uri="{FF2B5EF4-FFF2-40B4-BE49-F238E27FC236}">
                  <a16:creationId xmlns:a16="http://schemas.microsoft.com/office/drawing/2014/main" id="{1F5BAA3F-9845-4F89-A2DD-8222D3E4EDAC}"/>
                </a:ext>
              </a:extLst>
            </p:cNvPr>
            <p:cNvSpPr/>
            <p:nvPr/>
          </p:nvSpPr>
          <p:spPr>
            <a:xfrm>
              <a:off x="424117" y="898245"/>
              <a:ext cx="628306" cy="387090"/>
            </a:xfrm>
            <a:prstGeom prst="parallelogram">
              <a:avLst/>
            </a:prstGeom>
            <a:solidFill>
              <a:schemeClr val="accent3">
                <a:lumMod val="75000"/>
              </a:schemeClr>
            </a:solidFill>
            <a:ln>
              <a:solidFill>
                <a:schemeClr val="accent3">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CN" sz="2200" dirty="0">
                  <a:latin typeface="Impact" panose="020B0806030902050204" pitchFamily="34" charset="0"/>
                </a:rPr>
                <a:t>01</a:t>
              </a:r>
              <a:endParaRPr lang="zh-CN" altLang="en-US" sz="2200" dirty="0">
                <a:latin typeface="Impact" panose="020B0806030902050204" pitchFamily="34" charset="0"/>
              </a:endParaRPr>
            </a:p>
          </p:txBody>
        </p:sp>
        <p:sp>
          <p:nvSpPr>
            <p:cNvPr id="3" name="文本框 2">
              <a:extLst>
                <a:ext uri="{FF2B5EF4-FFF2-40B4-BE49-F238E27FC236}">
                  <a16:creationId xmlns:a16="http://schemas.microsoft.com/office/drawing/2014/main" id="{4D6BD736-A4D3-4F26-AFED-36E11F50F70B}"/>
                </a:ext>
              </a:extLst>
            </p:cNvPr>
            <p:cNvSpPr txBox="1"/>
            <p:nvPr/>
          </p:nvSpPr>
          <p:spPr>
            <a:xfrm>
              <a:off x="1052423" y="898245"/>
              <a:ext cx="5564038" cy="400110"/>
            </a:xfrm>
            <a:prstGeom prst="rect">
              <a:avLst/>
            </a:prstGeom>
            <a:noFill/>
          </p:spPr>
          <p:txBody>
            <a:bodyPr wrap="square" rtlCol="0">
              <a:spAutoFit/>
            </a:bodyPr>
            <a:lstStyle/>
            <a:p>
              <a:r>
                <a:rPr lang="zh-CN" altLang="en-US" sz="2000" b="1" dirty="0"/>
                <a:t>数据链路层的三个重要问题</a:t>
              </a:r>
            </a:p>
          </p:txBody>
        </p:sp>
      </p:grpSp>
      <p:sp>
        <p:nvSpPr>
          <p:cNvPr id="5" name="矩形 4">
            <a:extLst>
              <a:ext uri="{FF2B5EF4-FFF2-40B4-BE49-F238E27FC236}">
                <a16:creationId xmlns:a16="http://schemas.microsoft.com/office/drawing/2014/main" id="{FB4CC4FA-7CCC-41E1-871B-4977F1E17651}"/>
              </a:ext>
            </a:extLst>
          </p:cNvPr>
          <p:cNvSpPr/>
          <p:nvPr/>
        </p:nvSpPr>
        <p:spPr>
          <a:xfrm>
            <a:off x="1033908" y="1322263"/>
            <a:ext cx="2761840" cy="476933"/>
          </a:xfrm>
          <a:prstGeom prst="rect">
            <a:avLst/>
          </a:prstGeom>
          <a:solidFill>
            <a:schemeClr val="bg1">
              <a:lumMod val="85000"/>
            </a:schemeClr>
          </a:solidFill>
          <a:ln>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zh-CN" altLang="en-US" sz="2000" b="1" dirty="0"/>
              <a:t>封装成帧和透明传输</a:t>
            </a:r>
          </a:p>
        </p:txBody>
      </p:sp>
      <p:sp>
        <p:nvSpPr>
          <p:cNvPr id="6" name="矩形 5">
            <a:extLst>
              <a:ext uri="{FF2B5EF4-FFF2-40B4-BE49-F238E27FC236}">
                <a16:creationId xmlns:a16="http://schemas.microsoft.com/office/drawing/2014/main" id="{92ED85A3-B968-4E31-8330-9F6C05F07C2A}"/>
              </a:ext>
            </a:extLst>
          </p:cNvPr>
          <p:cNvSpPr/>
          <p:nvPr/>
        </p:nvSpPr>
        <p:spPr>
          <a:xfrm>
            <a:off x="4715080" y="1322263"/>
            <a:ext cx="2761840" cy="476933"/>
          </a:xfrm>
          <a:prstGeom prst="rect">
            <a:avLst/>
          </a:prstGeom>
          <a:solidFill>
            <a:schemeClr val="bg1">
              <a:lumMod val="85000"/>
            </a:schemeClr>
          </a:solidFill>
          <a:ln>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zh-CN" altLang="en-US" sz="2000" b="1" dirty="0"/>
              <a:t>差错检测</a:t>
            </a:r>
          </a:p>
        </p:txBody>
      </p:sp>
      <p:sp>
        <p:nvSpPr>
          <p:cNvPr id="7" name="矩形 6">
            <a:extLst>
              <a:ext uri="{FF2B5EF4-FFF2-40B4-BE49-F238E27FC236}">
                <a16:creationId xmlns:a16="http://schemas.microsoft.com/office/drawing/2014/main" id="{ACEE140B-8012-4836-ABCF-1D94605747E5}"/>
              </a:ext>
            </a:extLst>
          </p:cNvPr>
          <p:cNvSpPr/>
          <p:nvPr/>
        </p:nvSpPr>
        <p:spPr>
          <a:xfrm>
            <a:off x="8396252" y="1322262"/>
            <a:ext cx="2761840" cy="476933"/>
          </a:xfrm>
          <a:prstGeom prst="rect">
            <a:avLst/>
          </a:prstGeom>
          <a:solidFill>
            <a:schemeClr val="bg1">
              <a:lumMod val="85000"/>
            </a:schemeClr>
          </a:solidFill>
          <a:ln>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zh-CN" altLang="en-US" sz="2000" b="1" dirty="0"/>
              <a:t>可靠传输</a:t>
            </a:r>
          </a:p>
        </p:txBody>
      </p:sp>
      <p:grpSp>
        <p:nvGrpSpPr>
          <p:cNvPr id="47" name="组合 46">
            <a:extLst>
              <a:ext uri="{FF2B5EF4-FFF2-40B4-BE49-F238E27FC236}">
                <a16:creationId xmlns:a16="http://schemas.microsoft.com/office/drawing/2014/main" id="{B8E542C3-5B58-4C0E-BC48-6396E1469D06}"/>
              </a:ext>
            </a:extLst>
          </p:cNvPr>
          <p:cNvGrpSpPr/>
          <p:nvPr/>
        </p:nvGrpSpPr>
        <p:grpSpPr>
          <a:xfrm>
            <a:off x="601699" y="3457743"/>
            <a:ext cx="10940423" cy="641082"/>
            <a:chOff x="601699" y="5648354"/>
            <a:chExt cx="10940423" cy="641082"/>
          </a:xfrm>
        </p:grpSpPr>
        <p:cxnSp>
          <p:nvCxnSpPr>
            <p:cNvPr id="23" name="直接连接符 22">
              <a:extLst>
                <a:ext uri="{FF2B5EF4-FFF2-40B4-BE49-F238E27FC236}">
                  <a16:creationId xmlns:a16="http://schemas.microsoft.com/office/drawing/2014/main" id="{BB9DF023-15E4-4259-ABBC-43306C5B2694}"/>
                </a:ext>
              </a:extLst>
            </p:cNvPr>
            <p:cNvCxnSpPr>
              <a:cxnSpLocks/>
            </p:cNvCxnSpPr>
            <p:nvPr/>
          </p:nvCxnSpPr>
          <p:spPr>
            <a:xfrm>
              <a:off x="1143721" y="6126777"/>
              <a:ext cx="10027235"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pic>
          <p:nvPicPr>
            <p:cNvPr id="24" name="图形 23">
              <a:extLst>
                <a:ext uri="{FF2B5EF4-FFF2-40B4-BE49-F238E27FC236}">
                  <a16:creationId xmlns:a16="http://schemas.microsoft.com/office/drawing/2014/main" id="{D98CC648-BEF5-49CE-A972-7D0F3F45EC50}"/>
                </a:ext>
              </a:extLst>
            </p:cNvPr>
            <p:cNvPicPr>
              <a:picLocks noChangeAspect="1"/>
            </p:cNvPicPr>
            <p:nvPr/>
          </p:nvPicPr>
          <p:blipFill>
            <a:blip r:embed="rId4">
              <a:extLst>
                <a:ext uri="{28A0092B-C50C-407E-A947-70E740481C1C}">
                  <a14:useLocalDpi xmlns:a14="http://schemas.microsoft.com/office/drawing/2010/main" val="0"/>
                </a:ext>
                <a:ext uri="{96DAC541-7B7A-43D3-8B79-37D633B846F1}">
                  <asvg:svgBlip xmlns:asvg="http://schemas.microsoft.com/office/drawing/2016/SVG/main" r:embed="rId5"/>
                </a:ext>
              </a:extLst>
            </a:blip>
            <a:stretch>
              <a:fillRect/>
            </a:stretch>
          </p:blipFill>
          <p:spPr>
            <a:xfrm>
              <a:off x="601699" y="5648354"/>
              <a:ext cx="662814" cy="641082"/>
            </a:xfrm>
            <a:prstGeom prst="rect">
              <a:avLst/>
            </a:prstGeom>
          </p:spPr>
        </p:pic>
        <p:pic>
          <p:nvPicPr>
            <p:cNvPr id="46" name="图形 45">
              <a:extLst>
                <a:ext uri="{FF2B5EF4-FFF2-40B4-BE49-F238E27FC236}">
                  <a16:creationId xmlns:a16="http://schemas.microsoft.com/office/drawing/2014/main" id="{8077FE65-F3E1-41E0-83D1-5F274C875FB4}"/>
                </a:ext>
              </a:extLst>
            </p:cNvPr>
            <p:cNvPicPr>
              <a:picLocks noChangeAspect="1"/>
            </p:cNvPicPr>
            <p:nvPr/>
          </p:nvPicPr>
          <p:blipFill>
            <a:blip r:embed="rId4">
              <a:extLst>
                <a:ext uri="{28A0092B-C50C-407E-A947-70E740481C1C}">
                  <a14:useLocalDpi xmlns:a14="http://schemas.microsoft.com/office/drawing/2010/main" val="0"/>
                </a:ext>
                <a:ext uri="{96DAC541-7B7A-43D3-8B79-37D633B846F1}">
                  <asvg:svgBlip xmlns:asvg="http://schemas.microsoft.com/office/drawing/2016/SVG/main" r:embed="rId5"/>
                </a:ext>
              </a:extLst>
            </a:blip>
            <a:stretch>
              <a:fillRect/>
            </a:stretch>
          </p:blipFill>
          <p:spPr>
            <a:xfrm>
              <a:off x="10879308" y="5648354"/>
              <a:ext cx="662814" cy="641082"/>
            </a:xfrm>
            <a:prstGeom prst="rect">
              <a:avLst/>
            </a:prstGeom>
          </p:spPr>
        </p:pic>
      </p:grpSp>
      <p:sp>
        <p:nvSpPr>
          <p:cNvPr id="25" name="矩形 24">
            <a:extLst>
              <a:ext uri="{FF2B5EF4-FFF2-40B4-BE49-F238E27FC236}">
                <a16:creationId xmlns:a16="http://schemas.microsoft.com/office/drawing/2014/main" id="{4D1EC0EF-2F54-4D40-AA97-B5467FEAC6EC}"/>
              </a:ext>
            </a:extLst>
          </p:cNvPr>
          <p:cNvSpPr/>
          <p:nvPr/>
        </p:nvSpPr>
        <p:spPr>
          <a:xfrm>
            <a:off x="4715080" y="1322263"/>
            <a:ext cx="2761840" cy="476933"/>
          </a:xfrm>
          <a:prstGeom prst="rect">
            <a:avLst/>
          </a:prstGeom>
          <a:solidFill>
            <a:schemeClr val="accent3">
              <a:lumMod val="75000"/>
            </a:schemeClr>
          </a:solidFill>
          <a:ln>
            <a:solidFill>
              <a:schemeClr val="accent3">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zh-CN" altLang="en-US" sz="2000" b="1" dirty="0"/>
              <a:t>差错检测</a:t>
            </a:r>
          </a:p>
        </p:txBody>
      </p:sp>
      <p:sp>
        <p:nvSpPr>
          <p:cNvPr id="19" name="文本框 18">
            <a:extLst>
              <a:ext uri="{FF2B5EF4-FFF2-40B4-BE49-F238E27FC236}">
                <a16:creationId xmlns:a16="http://schemas.microsoft.com/office/drawing/2014/main" id="{79B9F580-1CA5-4111-8A99-E9B01A9E6F46}"/>
              </a:ext>
            </a:extLst>
          </p:cNvPr>
          <p:cNvSpPr txBox="1"/>
          <p:nvPr/>
        </p:nvSpPr>
        <p:spPr>
          <a:xfrm>
            <a:off x="7363728" y="3479399"/>
            <a:ext cx="2690573" cy="369332"/>
          </a:xfrm>
          <a:prstGeom prst="rect">
            <a:avLst/>
          </a:prstGeom>
          <a:noFill/>
        </p:spPr>
        <p:txBody>
          <a:bodyPr wrap="square" rtlCol="0">
            <a:spAutoFit/>
          </a:bodyPr>
          <a:lstStyle/>
          <a:p>
            <a:pPr algn="ctr"/>
            <a:r>
              <a:rPr lang="en-US" altLang="zh-CN" b="1" dirty="0">
                <a:latin typeface="Arial Black" panose="020B0A04020102020204" pitchFamily="34" charset="0"/>
              </a:rPr>
              <a:t>100</a:t>
            </a:r>
            <a:r>
              <a:rPr lang="en-US" altLang="zh-CN" b="1" dirty="0">
                <a:solidFill>
                  <a:schemeClr val="accent1">
                    <a:lumMod val="75000"/>
                  </a:schemeClr>
                </a:solidFill>
                <a:latin typeface="Arial Black" panose="020B0A04020102020204" pitchFamily="34" charset="0"/>
              </a:rPr>
              <a:t>0</a:t>
            </a:r>
            <a:r>
              <a:rPr lang="en-US" altLang="zh-CN" b="1" dirty="0">
                <a:latin typeface="Arial Black" panose="020B0A04020102020204" pitchFamily="34" charset="0"/>
              </a:rPr>
              <a:t>001100</a:t>
            </a:r>
            <a:r>
              <a:rPr lang="en-US" altLang="zh-CN" b="1" dirty="0">
                <a:solidFill>
                  <a:schemeClr val="accent1">
                    <a:lumMod val="75000"/>
                  </a:schemeClr>
                </a:solidFill>
                <a:latin typeface="Arial Black" panose="020B0A04020102020204" pitchFamily="34" charset="0"/>
              </a:rPr>
              <a:t>1</a:t>
            </a:r>
            <a:r>
              <a:rPr lang="en-US" altLang="zh-CN" b="1" dirty="0">
                <a:latin typeface="Arial Black" panose="020B0A04020102020204" pitchFamily="34" charset="0"/>
              </a:rPr>
              <a:t>11010</a:t>
            </a:r>
            <a:endParaRPr lang="zh-CN" altLang="en-US" b="1" dirty="0">
              <a:latin typeface="Arial Black" panose="020B0A04020102020204" pitchFamily="34" charset="0"/>
            </a:endParaRPr>
          </a:p>
        </p:txBody>
      </p:sp>
      <p:grpSp>
        <p:nvGrpSpPr>
          <p:cNvPr id="18" name="组合 17">
            <a:extLst>
              <a:ext uri="{FF2B5EF4-FFF2-40B4-BE49-F238E27FC236}">
                <a16:creationId xmlns:a16="http://schemas.microsoft.com/office/drawing/2014/main" id="{E7D08602-0805-4151-9401-E2417C258BB6}"/>
              </a:ext>
            </a:extLst>
          </p:cNvPr>
          <p:cNvGrpSpPr/>
          <p:nvPr/>
        </p:nvGrpSpPr>
        <p:grpSpPr>
          <a:xfrm>
            <a:off x="7238177" y="3723684"/>
            <a:ext cx="3972537" cy="1063738"/>
            <a:chOff x="7238177" y="3723684"/>
            <a:chExt cx="3972537" cy="1063738"/>
          </a:xfrm>
        </p:grpSpPr>
        <p:cxnSp>
          <p:nvCxnSpPr>
            <p:cNvPr id="10" name="连接符: 曲线 9">
              <a:extLst>
                <a:ext uri="{FF2B5EF4-FFF2-40B4-BE49-F238E27FC236}">
                  <a16:creationId xmlns:a16="http://schemas.microsoft.com/office/drawing/2014/main" id="{C1F1E30F-36F5-4593-B4C2-56E0EBB7E543}"/>
                </a:ext>
              </a:extLst>
            </p:cNvPr>
            <p:cNvCxnSpPr>
              <a:cxnSpLocks/>
            </p:cNvCxnSpPr>
            <p:nvPr/>
          </p:nvCxnSpPr>
          <p:spPr>
            <a:xfrm rot="5400000" flipH="1">
              <a:off x="9099399" y="1862462"/>
              <a:ext cx="250094" cy="3972537"/>
            </a:xfrm>
            <a:prstGeom prst="curvedConnector3">
              <a:avLst>
                <a:gd name="adj1" fmla="val -232670"/>
              </a:avLst>
            </a:prstGeom>
            <a:ln w="25400">
              <a:solidFill>
                <a:schemeClr val="accent1">
                  <a:lumMod val="75000"/>
                </a:schemeClr>
              </a:solidFill>
              <a:tailEnd type="triangle" w="lg" len="lg"/>
            </a:ln>
          </p:spPr>
          <p:style>
            <a:lnRef idx="1">
              <a:schemeClr val="accent1"/>
            </a:lnRef>
            <a:fillRef idx="0">
              <a:schemeClr val="accent1"/>
            </a:fillRef>
            <a:effectRef idx="0">
              <a:schemeClr val="accent1"/>
            </a:effectRef>
            <a:fontRef idx="minor">
              <a:schemeClr val="tx1"/>
            </a:fontRef>
          </p:style>
        </p:cxnSp>
        <p:sp>
          <p:nvSpPr>
            <p:cNvPr id="30" name="文本框 29">
              <a:extLst>
                <a:ext uri="{FF2B5EF4-FFF2-40B4-BE49-F238E27FC236}">
                  <a16:creationId xmlns:a16="http://schemas.microsoft.com/office/drawing/2014/main" id="{682BFFD1-0C59-4EDA-AE67-B8BE79241D1B}"/>
                </a:ext>
              </a:extLst>
            </p:cNvPr>
            <p:cNvSpPr txBox="1"/>
            <p:nvPr/>
          </p:nvSpPr>
          <p:spPr>
            <a:xfrm>
              <a:off x="8194459" y="4141091"/>
              <a:ext cx="2314213" cy="646331"/>
            </a:xfrm>
            <a:prstGeom prst="rect">
              <a:avLst/>
            </a:prstGeom>
            <a:solidFill>
              <a:schemeClr val="bg1"/>
            </a:solidFill>
          </p:spPr>
          <p:txBody>
            <a:bodyPr wrap="square" rtlCol="0">
              <a:spAutoFit/>
            </a:bodyPr>
            <a:lstStyle/>
            <a:p>
              <a:pPr algn="ctr"/>
              <a:r>
                <a:rPr lang="zh-CN" altLang="en-US" b="1" dirty="0">
                  <a:solidFill>
                    <a:schemeClr val="accent1">
                      <a:lumMod val="75000"/>
                    </a:schemeClr>
                  </a:solidFill>
                </a:rPr>
                <a:t>根据帧尾中的检错码</a:t>
              </a:r>
              <a:endParaRPr lang="en-US" altLang="zh-CN" b="1" dirty="0">
                <a:solidFill>
                  <a:schemeClr val="accent1">
                    <a:lumMod val="75000"/>
                  </a:schemeClr>
                </a:solidFill>
              </a:endParaRPr>
            </a:p>
            <a:p>
              <a:pPr algn="ctr"/>
              <a:r>
                <a:rPr lang="zh-CN" altLang="en-US" b="1" dirty="0">
                  <a:solidFill>
                    <a:schemeClr val="accent1">
                      <a:lumMod val="75000"/>
                    </a:schemeClr>
                  </a:solidFill>
                </a:rPr>
                <a:t>检测帧中是否有误码</a:t>
              </a:r>
            </a:p>
          </p:txBody>
        </p:sp>
      </p:grpSp>
    </p:spTree>
    <p:custDataLst>
      <p:tags r:id="rId1"/>
    </p:custDataLst>
    <p:extLst>
      <p:ext uri="{BB962C8B-B14F-4D97-AF65-F5344CB8AC3E}">
        <p14:creationId xmlns:p14="http://schemas.microsoft.com/office/powerpoint/2010/main" val="686524994"/>
      </p:ext>
    </p:extLst>
  </p:cSld>
  <p:clrMapOvr>
    <a:masterClrMapping/>
  </p:clrMapOvr>
  <mc:AlternateContent xmlns:mc="http://schemas.openxmlformats.org/markup-compatibility/2006" xmlns:p14="http://schemas.microsoft.com/office/powerpoint/2010/main">
    <mc:Choice Requires="p14">
      <p:transition p14:dur="10"/>
    </mc:Choice>
    <mc:Fallback xmlns="">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2" presetClass="entr" presetSubtype="2" fill="hold" nodeType="withEffect">
                                  <p:stCondLst>
                                    <p:cond delay="0"/>
                                  </p:stCondLst>
                                  <p:childTnLst>
                                    <p:set>
                                      <p:cBhvr>
                                        <p:cTn id="6" dur="1" fill="hold">
                                          <p:stCondLst>
                                            <p:cond delay="0"/>
                                          </p:stCondLst>
                                        </p:cTn>
                                        <p:tgtEl>
                                          <p:spTgt spid="18"/>
                                        </p:tgtEl>
                                        <p:attrNameLst>
                                          <p:attrName>style.visibility</p:attrName>
                                        </p:attrNameLst>
                                      </p:cBhvr>
                                      <p:to>
                                        <p:strVal val="visible"/>
                                      </p:to>
                                    </p:set>
                                    <p:animEffect transition="in" filter="wipe(right)">
                                      <p:cBhvr>
                                        <p:cTn id="7" dur="1000"/>
                                        <p:tgtEl>
                                          <p:spTgt spid="18"/>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2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 name="文本框 8">
            <a:extLst>
              <a:ext uri="{FF2B5EF4-FFF2-40B4-BE49-F238E27FC236}">
                <a16:creationId xmlns:a16="http://schemas.microsoft.com/office/drawing/2014/main" id="{70B61F7D-9F28-4732-9539-793DC6015AAF}"/>
              </a:ext>
            </a:extLst>
          </p:cNvPr>
          <p:cNvSpPr txBox="1"/>
          <p:nvPr/>
        </p:nvSpPr>
        <p:spPr>
          <a:xfrm>
            <a:off x="5131164" y="5031705"/>
            <a:ext cx="2716888" cy="369332"/>
          </a:xfrm>
          <a:prstGeom prst="rect">
            <a:avLst/>
          </a:prstGeom>
          <a:noFill/>
        </p:spPr>
        <p:txBody>
          <a:bodyPr wrap="square" rtlCol="0">
            <a:spAutoFit/>
          </a:bodyPr>
          <a:lstStyle/>
          <a:p>
            <a:r>
              <a:rPr lang="zh-CN" altLang="en-US" b="1" dirty="0"/>
              <a:t>直接丢弃有误码的帧</a:t>
            </a:r>
          </a:p>
        </p:txBody>
      </p:sp>
      <p:pic>
        <p:nvPicPr>
          <p:cNvPr id="12" name="图片 11" descr="文本&#10;&#10;描述已自动生成">
            <a:extLst>
              <a:ext uri="{FF2B5EF4-FFF2-40B4-BE49-F238E27FC236}">
                <a16:creationId xmlns:a16="http://schemas.microsoft.com/office/drawing/2014/main" id="{6E7516E3-DFB1-4ED5-9904-25322286FF1A}"/>
              </a:ext>
            </a:extLst>
          </p:cNvPr>
          <p:cNvPicPr>
            <a:picLocks noChangeAspect="1"/>
          </p:cNvPicPr>
          <p:nvPr/>
        </p:nvPicPr>
        <p:blipFill>
          <a:blip r:embed="rId3" cstate="print">
            <a:extLst>
              <a:ext uri="{28A0092B-C50C-407E-A947-70E740481C1C}">
                <a14:useLocalDpi xmlns:a14="http://schemas.microsoft.com/office/drawing/2010/main" val="0"/>
              </a:ext>
            </a:extLst>
          </a:blip>
          <a:stretch>
            <a:fillRect/>
          </a:stretch>
        </p:blipFill>
        <p:spPr>
          <a:xfrm>
            <a:off x="6454870" y="2650452"/>
            <a:ext cx="4455665" cy="1285714"/>
          </a:xfrm>
          <a:prstGeom prst="rect">
            <a:avLst/>
          </a:prstGeom>
        </p:spPr>
      </p:pic>
      <p:sp>
        <p:nvSpPr>
          <p:cNvPr id="13" name="文本框 12">
            <a:extLst>
              <a:ext uri="{FF2B5EF4-FFF2-40B4-BE49-F238E27FC236}">
                <a16:creationId xmlns:a16="http://schemas.microsoft.com/office/drawing/2014/main" id="{0F3E1277-46C6-421F-8C32-E7C7F6C83F66}"/>
              </a:ext>
            </a:extLst>
          </p:cNvPr>
          <p:cNvSpPr txBox="1"/>
          <p:nvPr/>
        </p:nvSpPr>
        <p:spPr>
          <a:xfrm>
            <a:off x="7363728" y="3479399"/>
            <a:ext cx="2690573" cy="369332"/>
          </a:xfrm>
          <a:prstGeom prst="rect">
            <a:avLst/>
          </a:prstGeom>
          <a:noFill/>
        </p:spPr>
        <p:txBody>
          <a:bodyPr wrap="square" rtlCol="0">
            <a:spAutoFit/>
          </a:bodyPr>
          <a:lstStyle/>
          <a:p>
            <a:pPr algn="ctr"/>
            <a:r>
              <a:rPr lang="en-US" altLang="zh-CN" b="1" dirty="0">
                <a:latin typeface="Arial Black" panose="020B0A04020102020204" pitchFamily="34" charset="0"/>
              </a:rPr>
              <a:t>1001001100011010</a:t>
            </a:r>
            <a:endParaRPr lang="zh-CN" altLang="en-US" b="1" dirty="0">
              <a:latin typeface="Arial Black" panose="020B0A04020102020204" pitchFamily="34" charset="0"/>
            </a:endParaRPr>
          </a:p>
        </p:txBody>
      </p:sp>
      <p:grpSp>
        <p:nvGrpSpPr>
          <p:cNvPr id="4" name="组合 3">
            <a:extLst>
              <a:ext uri="{FF2B5EF4-FFF2-40B4-BE49-F238E27FC236}">
                <a16:creationId xmlns:a16="http://schemas.microsoft.com/office/drawing/2014/main" id="{9A1EA9F2-FCB6-48C3-935F-7AE7E3AD14AC}"/>
              </a:ext>
            </a:extLst>
          </p:cNvPr>
          <p:cNvGrpSpPr/>
          <p:nvPr/>
        </p:nvGrpSpPr>
        <p:grpSpPr>
          <a:xfrm>
            <a:off x="304800" y="749300"/>
            <a:ext cx="6192344" cy="400110"/>
            <a:chOff x="424117" y="898245"/>
            <a:chExt cx="6192344" cy="400110"/>
          </a:xfrm>
        </p:grpSpPr>
        <p:sp>
          <p:nvSpPr>
            <p:cNvPr id="2" name="平行四边形 1">
              <a:extLst>
                <a:ext uri="{FF2B5EF4-FFF2-40B4-BE49-F238E27FC236}">
                  <a16:creationId xmlns:a16="http://schemas.microsoft.com/office/drawing/2014/main" id="{1F5BAA3F-9845-4F89-A2DD-8222D3E4EDAC}"/>
                </a:ext>
              </a:extLst>
            </p:cNvPr>
            <p:cNvSpPr/>
            <p:nvPr/>
          </p:nvSpPr>
          <p:spPr>
            <a:xfrm>
              <a:off x="424117" y="898245"/>
              <a:ext cx="628306" cy="387090"/>
            </a:xfrm>
            <a:prstGeom prst="parallelogram">
              <a:avLst/>
            </a:prstGeom>
            <a:solidFill>
              <a:schemeClr val="accent3">
                <a:lumMod val="75000"/>
              </a:schemeClr>
            </a:solidFill>
            <a:ln>
              <a:solidFill>
                <a:schemeClr val="accent3">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CN" sz="2200" dirty="0">
                  <a:latin typeface="Impact" panose="020B0806030902050204" pitchFamily="34" charset="0"/>
                </a:rPr>
                <a:t>01</a:t>
              </a:r>
              <a:endParaRPr lang="zh-CN" altLang="en-US" sz="2200" dirty="0">
                <a:latin typeface="Impact" panose="020B0806030902050204" pitchFamily="34" charset="0"/>
              </a:endParaRPr>
            </a:p>
          </p:txBody>
        </p:sp>
        <p:sp>
          <p:nvSpPr>
            <p:cNvPr id="3" name="文本框 2">
              <a:extLst>
                <a:ext uri="{FF2B5EF4-FFF2-40B4-BE49-F238E27FC236}">
                  <a16:creationId xmlns:a16="http://schemas.microsoft.com/office/drawing/2014/main" id="{4D6BD736-A4D3-4F26-AFED-36E11F50F70B}"/>
                </a:ext>
              </a:extLst>
            </p:cNvPr>
            <p:cNvSpPr txBox="1"/>
            <p:nvPr/>
          </p:nvSpPr>
          <p:spPr>
            <a:xfrm>
              <a:off x="1052423" y="898245"/>
              <a:ext cx="5564038" cy="400110"/>
            </a:xfrm>
            <a:prstGeom prst="rect">
              <a:avLst/>
            </a:prstGeom>
            <a:noFill/>
          </p:spPr>
          <p:txBody>
            <a:bodyPr wrap="square" rtlCol="0">
              <a:spAutoFit/>
            </a:bodyPr>
            <a:lstStyle/>
            <a:p>
              <a:r>
                <a:rPr lang="zh-CN" altLang="en-US" sz="2000" b="1" dirty="0"/>
                <a:t>数据链路层的三个重要问题</a:t>
              </a:r>
            </a:p>
          </p:txBody>
        </p:sp>
      </p:grpSp>
      <p:sp>
        <p:nvSpPr>
          <p:cNvPr id="5" name="矩形 4">
            <a:extLst>
              <a:ext uri="{FF2B5EF4-FFF2-40B4-BE49-F238E27FC236}">
                <a16:creationId xmlns:a16="http://schemas.microsoft.com/office/drawing/2014/main" id="{FB4CC4FA-7CCC-41E1-871B-4977F1E17651}"/>
              </a:ext>
            </a:extLst>
          </p:cNvPr>
          <p:cNvSpPr/>
          <p:nvPr/>
        </p:nvSpPr>
        <p:spPr>
          <a:xfrm>
            <a:off x="1033908" y="1322263"/>
            <a:ext cx="2761840" cy="476933"/>
          </a:xfrm>
          <a:prstGeom prst="rect">
            <a:avLst/>
          </a:prstGeom>
          <a:solidFill>
            <a:schemeClr val="bg1">
              <a:lumMod val="85000"/>
            </a:schemeClr>
          </a:solidFill>
          <a:ln>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zh-CN" altLang="en-US" sz="2000" b="1" dirty="0"/>
              <a:t>封装成帧和透明传输</a:t>
            </a:r>
          </a:p>
        </p:txBody>
      </p:sp>
      <p:sp>
        <p:nvSpPr>
          <p:cNvPr id="6" name="矩形 5">
            <a:extLst>
              <a:ext uri="{FF2B5EF4-FFF2-40B4-BE49-F238E27FC236}">
                <a16:creationId xmlns:a16="http://schemas.microsoft.com/office/drawing/2014/main" id="{92ED85A3-B968-4E31-8330-9F6C05F07C2A}"/>
              </a:ext>
            </a:extLst>
          </p:cNvPr>
          <p:cNvSpPr/>
          <p:nvPr/>
        </p:nvSpPr>
        <p:spPr>
          <a:xfrm>
            <a:off x="4715080" y="1322263"/>
            <a:ext cx="2761840" cy="476933"/>
          </a:xfrm>
          <a:prstGeom prst="rect">
            <a:avLst/>
          </a:prstGeom>
          <a:solidFill>
            <a:schemeClr val="bg1">
              <a:lumMod val="85000"/>
            </a:schemeClr>
          </a:solidFill>
          <a:ln>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zh-CN" altLang="en-US" sz="2000" b="1" dirty="0"/>
              <a:t>差错检测</a:t>
            </a:r>
          </a:p>
        </p:txBody>
      </p:sp>
      <p:sp>
        <p:nvSpPr>
          <p:cNvPr id="7" name="矩形 6">
            <a:extLst>
              <a:ext uri="{FF2B5EF4-FFF2-40B4-BE49-F238E27FC236}">
                <a16:creationId xmlns:a16="http://schemas.microsoft.com/office/drawing/2014/main" id="{ACEE140B-8012-4836-ABCF-1D94605747E5}"/>
              </a:ext>
            </a:extLst>
          </p:cNvPr>
          <p:cNvSpPr/>
          <p:nvPr/>
        </p:nvSpPr>
        <p:spPr>
          <a:xfrm>
            <a:off x="8396252" y="1322262"/>
            <a:ext cx="2761840" cy="476933"/>
          </a:xfrm>
          <a:prstGeom prst="rect">
            <a:avLst/>
          </a:prstGeom>
          <a:solidFill>
            <a:schemeClr val="bg1">
              <a:lumMod val="85000"/>
            </a:schemeClr>
          </a:solidFill>
          <a:ln>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zh-CN" altLang="en-US" sz="2000" b="1" dirty="0"/>
              <a:t>可靠传输</a:t>
            </a:r>
          </a:p>
        </p:txBody>
      </p:sp>
      <p:grpSp>
        <p:nvGrpSpPr>
          <p:cNvPr id="47" name="组合 46">
            <a:extLst>
              <a:ext uri="{FF2B5EF4-FFF2-40B4-BE49-F238E27FC236}">
                <a16:creationId xmlns:a16="http://schemas.microsoft.com/office/drawing/2014/main" id="{B8E542C3-5B58-4C0E-BC48-6396E1469D06}"/>
              </a:ext>
            </a:extLst>
          </p:cNvPr>
          <p:cNvGrpSpPr/>
          <p:nvPr/>
        </p:nvGrpSpPr>
        <p:grpSpPr>
          <a:xfrm>
            <a:off x="601699" y="3457743"/>
            <a:ext cx="10940423" cy="641082"/>
            <a:chOff x="601699" y="5648354"/>
            <a:chExt cx="10940423" cy="641082"/>
          </a:xfrm>
        </p:grpSpPr>
        <p:cxnSp>
          <p:nvCxnSpPr>
            <p:cNvPr id="23" name="直接连接符 22">
              <a:extLst>
                <a:ext uri="{FF2B5EF4-FFF2-40B4-BE49-F238E27FC236}">
                  <a16:creationId xmlns:a16="http://schemas.microsoft.com/office/drawing/2014/main" id="{BB9DF023-15E4-4259-ABBC-43306C5B2694}"/>
                </a:ext>
              </a:extLst>
            </p:cNvPr>
            <p:cNvCxnSpPr>
              <a:cxnSpLocks/>
            </p:cNvCxnSpPr>
            <p:nvPr/>
          </p:nvCxnSpPr>
          <p:spPr>
            <a:xfrm>
              <a:off x="1143721" y="6126777"/>
              <a:ext cx="10027235"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pic>
          <p:nvPicPr>
            <p:cNvPr id="24" name="图形 23">
              <a:extLst>
                <a:ext uri="{FF2B5EF4-FFF2-40B4-BE49-F238E27FC236}">
                  <a16:creationId xmlns:a16="http://schemas.microsoft.com/office/drawing/2014/main" id="{D98CC648-BEF5-49CE-A972-7D0F3F45EC50}"/>
                </a:ext>
              </a:extLst>
            </p:cNvPr>
            <p:cNvPicPr>
              <a:picLocks noChangeAspect="1"/>
            </p:cNvPicPr>
            <p:nvPr/>
          </p:nvPicPr>
          <p:blipFill>
            <a:blip r:embed="rId4">
              <a:extLst>
                <a:ext uri="{28A0092B-C50C-407E-A947-70E740481C1C}">
                  <a14:useLocalDpi xmlns:a14="http://schemas.microsoft.com/office/drawing/2010/main" val="0"/>
                </a:ext>
                <a:ext uri="{96DAC541-7B7A-43D3-8B79-37D633B846F1}">
                  <asvg:svgBlip xmlns:asvg="http://schemas.microsoft.com/office/drawing/2016/SVG/main" r:embed="rId5"/>
                </a:ext>
              </a:extLst>
            </a:blip>
            <a:stretch>
              <a:fillRect/>
            </a:stretch>
          </p:blipFill>
          <p:spPr>
            <a:xfrm>
              <a:off x="601699" y="5648354"/>
              <a:ext cx="662814" cy="641082"/>
            </a:xfrm>
            <a:prstGeom prst="rect">
              <a:avLst/>
            </a:prstGeom>
          </p:spPr>
        </p:pic>
        <p:pic>
          <p:nvPicPr>
            <p:cNvPr id="46" name="图形 45">
              <a:extLst>
                <a:ext uri="{FF2B5EF4-FFF2-40B4-BE49-F238E27FC236}">
                  <a16:creationId xmlns:a16="http://schemas.microsoft.com/office/drawing/2014/main" id="{8077FE65-F3E1-41E0-83D1-5F274C875FB4}"/>
                </a:ext>
              </a:extLst>
            </p:cNvPr>
            <p:cNvPicPr>
              <a:picLocks noChangeAspect="1"/>
            </p:cNvPicPr>
            <p:nvPr/>
          </p:nvPicPr>
          <p:blipFill>
            <a:blip r:embed="rId4">
              <a:extLst>
                <a:ext uri="{28A0092B-C50C-407E-A947-70E740481C1C}">
                  <a14:useLocalDpi xmlns:a14="http://schemas.microsoft.com/office/drawing/2010/main" val="0"/>
                </a:ext>
                <a:ext uri="{96DAC541-7B7A-43D3-8B79-37D633B846F1}">
                  <asvg:svgBlip xmlns:asvg="http://schemas.microsoft.com/office/drawing/2016/SVG/main" r:embed="rId5"/>
                </a:ext>
              </a:extLst>
            </a:blip>
            <a:stretch>
              <a:fillRect/>
            </a:stretch>
          </p:blipFill>
          <p:spPr>
            <a:xfrm>
              <a:off x="10879308" y="5648354"/>
              <a:ext cx="662814" cy="641082"/>
            </a:xfrm>
            <a:prstGeom prst="rect">
              <a:avLst/>
            </a:prstGeom>
          </p:spPr>
        </p:pic>
      </p:grpSp>
      <p:sp>
        <p:nvSpPr>
          <p:cNvPr id="19" name="文本框 18">
            <a:extLst>
              <a:ext uri="{FF2B5EF4-FFF2-40B4-BE49-F238E27FC236}">
                <a16:creationId xmlns:a16="http://schemas.microsoft.com/office/drawing/2014/main" id="{79B9F580-1CA5-4111-8A99-E9B01A9E6F46}"/>
              </a:ext>
            </a:extLst>
          </p:cNvPr>
          <p:cNvSpPr txBox="1"/>
          <p:nvPr/>
        </p:nvSpPr>
        <p:spPr>
          <a:xfrm>
            <a:off x="7363728" y="3479399"/>
            <a:ext cx="2690573" cy="369332"/>
          </a:xfrm>
          <a:prstGeom prst="rect">
            <a:avLst/>
          </a:prstGeom>
          <a:noFill/>
        </p:spPr>
        <p:txBody>
          <a:bodyPr wrap="square" rtlCol="0">
            <a:spAutoFit/>
          </a:bodyPr>
          <a:lstStyle/>
          <a:p>
            <a:pPr algn="ctr"/>
            <a:r>
              <a:rPr lang="en-US" altLang="zh-CN" b="1" dirty="0">
                <a:latin typeface="Arial Black" panose="020B0A04020102020204" pitchFamily="34" charset="0"/>
              </a:rPr>
              <a:t>100</a:t>
            </a:r>
            <a:r>
              <a:rPr lang="en-US" altLang="zh-CN" b="1" dirty="0">
                <a:solidFill>
                  <a:schemeClr val="accent1">
                    <a:lumMod val="75000"/>
                  </a:schemeClr>
                </a:solidFill>
                <a:latin typeface="Arial Black" panose="020B0A04020102020204" pitchFamily="34" charset="0"/>
              </a:rPr>
              <a:t>0</a:t>
            </a:r>
            <a:r>
              <a:rPr lang="en-US" altLang="zh-CN" b="1" dirty="0">
                <a:latin typeface="Arial Black" panose="020B0A04020102020204" pitchFamily="34" charset="0"/>
              </a:rPr>
              <a:t>001100</a:t>
            </a:r>
            <a:r>
              <a:rPr lang="en-US" altLang="zh-CN" b="1" dirty="0">
                <a:solidFill>
                  <a:schemeClr val="accent1">
                    <a:lumMod val="75000"/>
                  </a:schemeClr>
                </a:solidFill>
                <a:latin typeface="Arial Black" panose="020B0A04020102020204" pitchFamily="34" charset="0"/>
              </a:rPr>
              <a:t>1</a:t>
            </a:r>
            <a:r>
              <a:rPr lang="en-US" altLang="zh-CN" b="1" dirty="0">
                <a:latin typeface="Arial Black" panose="020B0A04020102020204" pitchFamily="34" charset="0"/>
              </a:rPr>
              <a:t>11010</a:t>
            </a:r>
            <a:endParaRPr lang="zh-CN" altLang="en-US" b="1" dirty="0">
              <a:latin typeface="Arial Black" panose="020B0A04020102020204" pitchFamily="34" charset="0"/>
            </a:endParaRPr>
          </a:p>
        </p:txBody>
      </p:sp>
      <p:grpSp>
        <p:nvGrpSpPr>
          <p:cNvPr id="18" name="组合 17">
            <a:extLst>
              <a:ext uri="{FF2B5EF4-FFF2-40B4-BE49-F238E27FC236}">
                <a16:creationId xmlns:a16="http://schemas.microsoft.com/office/drawing/2014/main" id="{E7D08602-0805-4151-9401-E2417C258BB6}"/>
              </a:ext>
            </a:extLst>
          </p:cNvPr>
          <p:cNvGrpSpPr/>
          <p:nvPr/>
        </p:nvGrpSpPr>
        <p:grpSpPr>
          <a:xfrm>
            <a:off x="7238177" y="3723684"/>
            <a:ext cx="3972537" cy="1063738"/>
            <a:chOff x="7238177" y="3723684"/>
            <a:chExt cx="3972537" cy="1063738"/>
          </a:xfrm>
        </p:grpSpPr>
        <p:cxnSp>
          <p:nvCxnSpPr>
            <p:cNvPr id="10" name="连接符: 曲线 9">
              <a:extLst>
                <a:ext uri="{FF2B5EF4-FFF2-40B4-BE49-F238E27FC236}">
                  <a16:creationId xmlns:a16="http://schemas.microsoft.com/office/drawing/2014/main" id="{C1F1E30F-36F5-4593-B4C2-56E0EBB7E543}"/>
                </a:ext>
              </a:extLst>
            </p:cNvPr>
            <p:cNvCxnSpPr>
              <a:cxnSpLocks/>
            </p:cNvCxnSpPr>
            <p:nvPr/>
          </p:nvCxnSpPr>
          <p:spPr>
            <a:xfrm rot="5400000" flipH="1">
              <a:off x="9099399" y="1862462"/>
              <a:ext cx="250094" cy="3972537"/>
            </a:xfrm>
            <a:prstGeom prst="curvedConnector3">
              <a:avLst>
                <a:gd name="adj1" fmla="val -232670"/>
              </a:avLst>
            </a:prstGeom>
            <a:ln w="25400">
              <a:solidFill>
                <a:schemeClr val="accent1">
                  <a:lumMod val="75000"/>
                </a:schemeClr>
              </a:solidFill>
              <a:tailEnd type="triangle" w="lg" len="lg"/>
            </a:ln>
          </p:spPr>
          <p:style>
            <a:lnRef idx="1">
              <a:schemeClr val="accent1"/>
            </a:lnRef>
            <a:fillRef idx="0">
              <a:schemeClr val="accent1"/>
            </a:fillRef>
            <a:effectRef idx="0">
              <a:schemeClr val="accent1"/>
            </a:effectRef>
            <a:fontRef idx="minor">
              <a:schemeClr val="tx1"/>
            </a:fontRef>
          </p:style>
        </p:cxnSp>
        <p:sp>
          <p:nvSpPr>
            <p:cNvPr id="30" name="文本框 29">
              <a:extLst>
                <a:ext uri="{FF2B5EF4-FFF2-40B4-BE49-F238E27FC236}">
                  <a16:creationId xmlns:a16="http://schemas.microsoft.com/office/drawing/2014/main" id="{682BFFD1-0C59-4EDA-AE67-B8BE79241D1B}"/>
                </a:ext>
              </a:extLst>
            </p:cNvPr>
            <p:cNvSpPr txBox="1"/>
            <p:nvPr/>
          </p:nvSpPr>
          <p:spPr>
            <a:xfrm>
              <a:off x="8194459" y="4141091"/>
              <a:ext cx="2314213" cy="646331"/>
            </a:xfrm>
            <a:prstGeom prst="rect">
              <a:avLst/>
            </a:prstGeom>
            <a:solidFill>
              <a:schemeClr val="bg1"/>
            </a:solidFill>
          </p:spPr>
          <p:txBody>
            <a:bodyPr wrap="square" rtlCol="0">
              <a:spAutoFit/>
            </a:bodyPr>
            <a:lstStyle/>
            <a:p>
              <a:pPr algn="ctr"/>
              <a:r>
                <a:rPr lang="zh-CN" altLang="en-US" b="1" dirty="0">
                  <a:solidFill>
                    <a:schemeClr val="accent1">
                      <a:lumMod val="75000"/>
                    </a:schemeClr>
                  </a:solidFill>
                </a:rPr>
                <a:t>根据帧尾中的检错码</a:t>
              </a:r>
              <a:endParaRPr lang="en-US" altLang="zh-CN" b="1" dirty="0">
                <a:solidFill>
                  <a:schemeClr val="accent1">
                    <a:lumMod val="75000"/>
                  </a:schemeClr>
                </a:solidFill>
              </a:endParaRPr>
            </a:p>
            <a:p>
              <a:pPr algn="ctr"/>
              <a:r>
                <a:rPr lang="zh-CN" altLang="en-US" b="1" dirty="0">
                  <a:solidFill>
                    <a:schemeClr val="accent1">
                      <a:lumMod val="75000"/>
                    </a:schemeClr>
                  </a:solidFill>
                </a:rPr>
                <a:t>检测帧中是否有误码</a:t>
              </a:r>
            </a:p>
          </p:txBody>
        </p:sp>
      </p:grpSp>
      <p:sp>
        <p:nvSpPr>
          <p:cNvPr id="20" name="矩形 19">
            <a:extLst>
              <a:ext uri="{FF2B5EF4-FFF2-40B4-BE49-F238E27FC236}">
                <a16:creationId xmlns:a16="http://schemas.microsoft.com/office/drawing/2014/main" id="{04AFD4B3-5B2A-4F86-8C56-ADF04BB07A7C}"/>
              </a:ext>
            </a:extLst>
          </p:cNvPr>
          <p:cNvSpPr/>
          <p:nvPr/>
        </p:nvSpPr>
        <p:spPr>
          <a:xfrm>
            <a:off x="8396252" y="1322262"/>
            <a:ext cx="2761840" cy="476933"/>
          </a:xfrm>
          <a:prstGeom prst="rect">
            <a:avLst/>
          </a:prstGeom>
          <a:solidFill>
            <a:schemeClr val="accent3">
              <a:lumMod val="75000"/>
            </a:schemeClr>
          </a:solidFill>
          <a:ln>
            <a:solidFill>
              <a:schemeClr val="accent3">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zh-CN" altLang="en-US" sz="2000" b="1" dirty="0"/>
              <a:t>可靠传输</a:t>
            </a:r>
          </a:p>
        </p:txBody>
      </p:sp>
      <p:sp>
        <p:nvSpPr>
          <p:cNvPr id="8" name="矩形: 圆角 7">
            <a:extLst>
              <a:ext uri="{FF2B5EF4-FFF2-40B4-BE49-F238E27FC236}">
                <a16:creationId xmlns:a16="http://schemas.microsoft.com/office/drawing/2014/main" id="{841D5FAE-402B-4A24-91E9-B7AEF5107B7B}"/>
              </a:ext>
            </a:extLst>
          </p:cNvPr>
          <p:cNvSpPr/>
          <p:nvPr/>
        </p:nvSpPr>
        <p:spPr>
          <a:xfrm>
            <a:off x="2642843" y="4966968"/>
            <a:ext cx="2144563" cy="509826"/>
          </a:xfrm>
          <a:prstGeom prst="roundRect">
            <a:avLst/>
          </a:prstGeom>
          <a:solidFill>
            <a:schemeClr val="accent5"/>
          </a:solidFill>
          <a:ln>
            <a:solidFill>
              <a:schemeClr val="accent5"/>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zh-CN" altLang="en-US" b="1" dirty="0"/>
              <a:t>不可靠传输服务</a:t>
            </a:r>
          </a:p>
        </p:txBody>
      </p:sp>
    </p:spTree>
    <p:custDataLst>
      <p:tags r:id="rId1"/>
    </p:custDataLst>
    <p:extLst>
      <p:ext uri="{BB962C8B-B14F-4D97-AF65-F5344CB8AC3E}">
        <p14:creationId xmlns:p14="http://schemas.microsoft.com/office/powerpoint/2010/main" val="461781991"/>
      </p:ext>
    </p:extLst>
  </p:cSld>
  <p:clrMapOvr>
    <a:masterClrMapping/>
  </p:clrMapOvr>
  <mc:AlternateContent xmlns:mc="http://schemas.openxmlformats.org/markup-compatibility/2006" xmlns:p14="http://schemas.microsoft.com/office/powerpoint/2010/main">
    <mc:Choice Requires="p14">
      <p:transition p14:dur="10"/>
    </mc:Choice>
    <mc:Fallback xmlns="">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2" presetClass="entr" presetSubtype="8" fill="hold" grpId="0" nodeType="withEffect">
                                  <p:stCondLst>
                                    <p:cond delay="0"/>
                                  </p:stCondLst>
                                  <p:childTnLst>
                                    <p:set>
                                      <p:cBhvr>
                                        <p:cTn id="6" dur="1" fill="hold">
                                          <p:stCondLst>
                                            <p:cond delay="0"/>
                                          </p:stCondLst>
                                        </p:cTn>
                                        <p:tgtEl>
                                          <p:spTgt spid="20"/>
                                        </p:tgtEl>
                                        <p:attrNameLst>
                                          <p:attrName>style.visibility</p:attrName>
                                        </p:attrNameLst>
                                      </p:cBhvr>
                                      <p:to>
                                        <p:strVal val="visible"/>
                                      </p:to>
                                    </p:set>
                                    <p:animEffect transition="in" filter="wipe(left)">
                                      <p:cBhvr>
                                        <p:cTn id="7" dur="1000"/>
                                        <p:tgtEl>
                                          <p:spTgt spid="20"/>
                                        </p:tgtEl>
                                      </p:cBhvr>
                                    </p:animEffect>
                                  </p:childTnLst>
                                </p:cTn>
                              </p:par>
                            </p:childTnLst>
                          </p:cTn>
                        </p:par>
                      </p:childTnLst>
                    </p:cTn>
                  </p:par>
                  <p:par>
                    <p:cTn id="8" fill="hold">
                      <p:stCondLst>
                        <p:cond delay="indefinite"/>
                      </p:stCondLst>
                      <p:childTnLst>
                        <p:par>
                          <p:cTn id="9" fill="hold">
                            <p:stCondLst>
                              <p:cond delay="0"/>
                            </p:stCondLst>
                            <p:childTnLst>
                              <p:par>
                                <p:cTn id="10" presetID="30" presetClass="entr" presetSubtype="0" fill="hold" grpId="0" nodeType="clickEffect">
                                  <p:stCondLst>
                                    <p:cond delay="0"/>
                                  </p:stCondLst>
                                  <p:childTnLst>
                                    <p:set>
                                      <p:cBhvr>
                                        <p:cTn id="11" dur="1" fill="hold">
                                          <p:stCondLst>
                                            <p:cond delay="0"/>
                                          </p:stCondLst>
                                        </p:cTn>
                                        <p:tgtEl>
                                          <p:spTgt spid="8"/>
                                        </p:tgtEl>
                                        <p:attrNameLst>
                                          <p:attrName>style.visibility</p:attrName>
                                        </p:attrNameLst>
                                      </p:cBhvr>
                                      <p:to>
                                        <p:strVal val="visible"/>
                                      </p:to>
                                    </p:set>
                                    <p:animEffect transition="in" filter="fade">
                                      <p:cBhvr>
                                        <p:cTn id="12" dur="800" decel="100000"/>
                                        <p:tgtEl>
                                          <p:spTgt spid="8"/>
                                        </p:tgtEl>
                                      </p:cBhvr>
                                    </p:animEffect>
                                    <p:anim calcmode="lin" valueType="num">
                                      <p:cBhvr>
                                        <p:cTn id="13" dur="800" decel="100000" fill="hold"/>
                                        <p:tgtEl>
                                          <p:spTgt spid="8"/>
                                        </p:tgtEl>
                                        <p:attrNameLst>
                                          <p:attrName>style.rotation</p:attrName>
                                        </p:attrNameLst>
                                      </p:cBhvr>
                                      <p:tavLst>
                                        <p:tav tm="0">
                                          <p:val>
                                            <p:fltVal val="-90"/>
                                          </p:val>
                                        </p:tav>
                                        <p:tav tm="100000">
                                          <p:val>
                                            <p:fltVal val="0"/>
                                          </p:val>
                                        </p:tav>
                                      </p:tavLst>
                                    </p:anim>
                                    <p:anim calcmode="lin" valueType="num">
                                      <p:cBhvr>
                                        <p:cTn id="14" dur="800" decel="100000" fill="hold"/>
                                        <p:tgtEl>
                                          <p:spTgt spid="8"/>
                                        </p:tgtEl>
                                        <p:attrNameLst>
                                          <p:attrName>ppt_x</p:attrName>
                                        </p:attrNameLst>
                                      </p:cBhvr>
                                      <p:tavLst>
                                        <p:tav tm="0">
                                          <p:val>
                                            <p:strVal val="#ppt_x+0.4"/>
                                          </p:val>
                                        </p:tav>
                                        <p:tav tm="100000">
                                          <p:val>
                                            <p:strVal val="#ppt_x-0.05"/>
                                          </p:val>
                                        </p:tav>
                                      </p:tavLst>
                                    </p:anim>
                                    <p:anim calcmode="lin" valueType="num">
                                      <p:cBhvr>
                                        <p:cTn id="15" dur="800" decel="100000" fill="hold"/>
                                        <p:tgtEl>
                                          <p:spTgt spid="8"/>
                                        </p:tgtEl>
                                        <p:attrNameLst>
                                          <p:attrName>ppt_y</p:attrName>
                                        </p:attrNameLst>
                                      </p:cBhvr>
                                      <p:tavLst>
                                        <p:tav tm="0">
                                          <p:val>
                                            <p:strVal val="#ppt_y-0.4"/>
                                          </p:val>
                                        </p:tav>
                                        <p:tav tm="100000">
                                          <p:val>
                                            <p:strVal val="#ppt_y+0.1"/>
                                          </p:val>
                                        </p:tav>
                                      </p:tavLst>
                                    </p:anim>
                                    <p:anim calcmode="lin" valueType="num">
                                      <p:cBhvr>
                                        <p:cTn id="16" dur="200" accel="100000" fill="hold">
                                          <p:stCondLst>
                                            <p:cond delay="800"/>
                                          </p:stCondLst>
                                        </p:cTn>
                                        <p:tgtEl>
                                          <p:spTgt spid="8"/>
                                        </p:tgtEl>
                                        <p:attrNameLst>
                                          <p:attrName>ppt_x</p:attrName>
                                        </p:attrNameLst>
                                      </p:cBhvr>
                                      <p:tavLst>
                                        <p:tav tm="0">
                                          <p:val>
                                            <p:strVal val="#ppt_x-0.05"/>
                                          </p:val>
                                        </p:tav>
                                        <p:tav tm="100000">
                                          <p:val>
                                            <p:strVal val="#ppt_x"/>
                                          </p:val>
                                        </p:tav>
                                      </p:tavLst>
                                    </p:anim>
                                    <p:anim calcmode="lin" valueType="num">
                                      <p:cBhvr>
                                        <p:cTn id="17" dur="200" accel="100000" fill="hold">
                                          <p:stCondLst>
                                            <p:cond delay="800"/>
                                          </p:stCondLst>
                                        </p:cTn>
                                        <p:tgtEl>
                                          <p:spTgt spid="8"/>
                                        </p:tgtEl>
                                        <p:attrNameLst>
                                          <p:attrName>ppt_y</p:attrName>
                                        </p:attrNameLst>
                                      </p:cBhvr>
                                      <p:tavLst>
                                        <p:tav tm="0">
                                          <p:val>
                                            <p:strVal val="#ppt_y+0.1"/>
                                          </p:val>
                                        </p:tav>
                                        <p:tav tm="100000">
                                          <p:val>
                                            <p:strVal val="#ppt_y"/>
                                          </p:val>
                                        </p:tav>
                                      </p:tavLst>
                                    </p:anim>
                                  </p:childTnLst>
                                </p:cTn>
                              </p:par>
                            </p:childTnLst>
                          </p:cTn>
                        </p:par>
                      </p:childTnLst>
                    </p:cTn>
                  </p:par>
                  <p:par>
                    <p:cTn id="18" fill="hold">
                      <p:stCondLst>
                        <p:cond delay="indefinite"/>
                      </p:stCondLst>
                      <p:childTnLst>
                        <p:par>
                          <p:cTn id="19" fill="hold">
                            <p:stCondLst>
                              <p:cond delay="0"/>
                            </p:stCondLst>
                            <p:childTnLst>
                              <p:par>
                                <p:cTn id="20" presetID="12" presetClass="entr" presetSubtype="8" fill="hold" grpId="0" nodeType="clickEffect">
                                  <p:stCondLst>
                                    <p:cond delay="0"/>
                                  </p:stCondLst>
                                  <p:childTnLst>
                                    <p:set>
                                      <p:cBhvr>
                                        <p:cTn id="21" dur="1" fill="hold">
                                          <p:stCondLst>
                                            <p:cond delay="0"/>
                                          </p:stCondLst>
                                        </p:cTn>
                                        <p:tgtEl>
                                          <p:spTgt spid="9"/>
                                        </p:tgtEl>
                                        <p:attrNameLst>
                                          <p:attrName>style.visibility</p:attrName>
                                        </p:attrNameLst>
                                      </p:cBhvr>
                                      <p:to>
                                        <p:strVal val="visible"/>
                                      </p:to>
                                    </p:set>
                                    <p:anim calcmode="lin" valueType="num">
                                      <p:cBhvr additive="base">
                                        <p:cTn id="22" dur="500"/>
                                        <p:tgtEl>
                                          <p:spTgt spid="9"/>
                                        </p:tgtEl>
                                        <p:attrNameLst>
                                          <p:attrName>ppt_x</p:attrName>
                                        </p:attrNameLst>
                                      </p:cBhvr>
                                      <p:tavLst>
                                        <p:tav tm="0">
                                          <p:val>
                                            <p:strVal val="#ppt_x-#ppt_w*1.125000"/>
                                          </p:val>
                                        </p:tav>
                                        <p:tav tm="100000">
                                          <p:val>
                                            <p:strVal val="#ppt_x"/>
                                          </p:val>
                                        </p:tav>
                                      </p:tavLst>
                                    </p:anim>
                                    <p:animEffect transition="in" filter="wipe(right)">
                                      <p:cBhvr>
                                        <p:cTn id="23" dur="500"/>
                                        <p:tgtEl>
                                          <p:spTgt spid="9"/>
                                        </p:tgtEl>
                                      </p:cBhvr>
                                    </p:animEffect>
                                  </p:childTnLst>
                                </p:cTn>
                              </p:par>
                            </p:childTnLst>
                          </p:cTn>
                        </p:par>
                        <p:par>
                          <p:cTn id="24" fill="hold">
                            <p:stCondLst>
                              <p:cond delay="500"/>
                            </p:stCondLst>
                            <p:childTnLst>
                              <p:par>
                                <p:cTn id="25" presetID="30" presetClass="exit" presetSubtype="0" fill="hold" nodeType="afterEffect">
                                  <p:stCondLst>
                                    <p:cond delay="0"/>
                                  </p:stCondLst>
                                  <p:childTnLst>
                                    <p:animEffect transition="out" filter="fade">
                                      <p:cBhvr>
                                        <p:cTn id="26" dur="800" accel="100000">
                                          <p:stCondLst>
                                            <p:cond delay="200"/>
                                          </p:stCondLst>
                                        </p:cTn>
                                        <p:tgtEl>
                                          <p:spTgt spid="12"/>
                                        </p:tgtEl>
                                      </p:cBhvr>
                                    </p:animEffect>
                                    <p:anim calcmode="lin" valueType="num">
                                      <p:cBhvr>
                                        <p:cTn id="27" dur="800" accel="100000">
                                          <p:stCondLst>
                                            <p:cond delay="200"/>
                                          </p:stCondLst>
                                        </p:cTn>
                                        <p:tgtEl>
                                          <p:spTgt spid="12"/>
                                        </p:tgtEl>
                                        <p:attrNameLst>
                                          <p:attrName>style.rotation</p:attrName>
                                        </p:attrNameLst>
                                      </p:cBhvr>
                                      <p:tavLst>
                                        <p:tav tm="0">
                                          <p:val>
                                            <p:fltVal val="0"/>
                                          </p:val>
                                        </p:tav>
                                        <p:tav tm="100000">
                                          <p:val>
                                            <p:fltVal val="-90"/>
                                          </p:val>
                                        </p:tav>
                                      </p:tavLst>
                                    </p:anim>
                                    <p:anim calcmode="lin" valueType="num">
                                      <p:cBhvr>
                                        <p:cTn id="28" dur="200" decel="100000"/>
                                        <p:tgtEl>
                                          <p:spTgt spid="12"/>
                                        </p:tgtEl>
                                        <p:attrNameLst>
                                          <p:attrName>ppt_x</p:attrName>
                                        </p:attrNameLst>
                                      </p:cBhvr>
                                      <p:tavLst>
                                        <p:tav tm="0">
                                          <p:val>
                                            <p:strVal val="ppt_x"/>
                                          </p:val>
                                        </p:tav>
                                        <p:tav tm="100000">
                                          <p:val>
                                            <p:strVal val="ppt_x-0.05"/>
                                          </p:val>
                                        </p:tav>
                                      </p:tavLst>
                                    </p:anim>
                                    <p:anim calcmode="lin" valueType="num">
                                      <p:cBhvr>
                                        <p:cTn id="29" dur="200" decel="100000"/>
                                        <p:tgtEl>
                                          <p:spTgt spid="12"/>
                                        </p:tgtEl>
                                        <p:attrNameLst>
                                          <p:attrName>ppt_y</p:attrName>
                                        </p:attrNameLst>
                                      </p:cBhvr>
                                      <p:tavLst>
                                        <p:tav tm="0">
                                          <p:val>
                                            <p:strVal val="ppt_y"/>
                                          </p:val>
                                        </p:tav>
                                        <p:tav tm="100000">
                                          <p:val>
                                            <p:strVal val="ppt_y+0.1"/>
                                          </p:val>
                                        </p:tav>
                                      </p:tavLst>
                                    </p:anim>
                                    <p:anim calcmode="lin" valueType="num">
                                      <p:cBhvr>
                                        <p:cTn id="30" dur="800" accel="100000">
                                          <p:stCondLst>
                                            <p:cond delay="200"/>
                                          </p:stCondLst>
                                        </p:cTn>
                                        <p:tgtEl>
                                          <p:spTgt spid="12"/>
                                        </p:tgtEl>
                                        <p:attrNameLst>
                                          <p:attrName>ppt_x</p:attrName>
                                        </p:attrNameLst>
                                      </p:cBhvr>
                                      <p:tavLst>
                                        <p:tav tm="0">
                                          <p:val>
                                            <p:strVal val="ppt_x"/>
                                          </p:val>
                                        </p:tav>
                                        <p:tav tm="100000">
                                          <p:val>
                                            <p:strVal val="ppt_x+0.4+0.05"/>
                                          </p:val>
                                        </p:tav>
                                      </p:tavLst>
                                    </p:anim>
                                    <p:anim calcmode="lin" valueType="num">
                                      <p:cBhvr>
                                        <p:cTn id="31" dur="800" accel="100000">
                                          <p:stCondLst>
                                            <p:cond delay="200"/>
                                          </p:stCondLst>
                                        </p:cTn>
                                        <p:tgtEl>
                                          <p:spTgt spid="12"/>
                                        </p:tgtEl>
                                        <p:attrNameLst>
                                          <p:attrName>ppt_y</p:attrName>
                                        </p:attrNameLst>
                                      </p:cBhvr>
                                      <p:tavLst>
                                        <p:tav tm="0">
                                          <p:val>
                                            <p:strVal val="ppt_y"/>
                                          </p:val>
                                        </p:tav>
                                        <p:tav tm="100000">
                                          <p:val>
                                            <p:strVal val="ppt_y-0.4-0.1"/>
                                          </p:val>
                                        </p:tav>
                                      </p:tavLst>
                                    </p:anim>
                                    <p:set>
                                      <p:cBhvr>
                                        <p:cTn id="32" dur="1" fill="hold">
                                          <p:stCondLst>
                                            <p:cond delay="999"/>
                                          </p:stCondLst>
                                        </p:cTn>
                                        <p:tgtEl>
                                          <p:spTgt spid="12"/>
                                        </p:tgtEl>
                                        <p:attrNameLst>
                                          <p:attrName>style.visibility</p:attrName>
                                        </p:attrNameLst>
                                      </p:cBhvr>
                                      <p:to>
                                        <p:strVal val="hidden"/>
                                      </p:to>
                                    </p:set>
                                  </p:childTnLst>
                                </p:cTn>
                              </p:par>
                              <p:par>
                                <p:cTn id="33" presetID="30" presetClass="exit" presetSubtype="0" fill="hold" grpId="0" nodeType="withEffect">
                                  <p:stCondLst>
                                    <p:cond delay="0"/>
                                  </p:stCondLst>
                                  <p:childTnLst>
                                    <p:animEffect transition="out" filter="fade">
                                      <p:cBhvr>
                                        <p:cTn id="34" dur="800" accel="100000">
                                          <p:stCondLst>
                                            <p:cond delay="200"/>
                                          </p:stCondLst>
                                        </p:cTn>
                                        <p:tgtEl>
                                          <p:spTgt spid="13"/>
                                        </p:tgtEl>
                                      </p:cBhvr>
                                    </p:animEffect>
                                    <p:anim calcmode="lin" valueType="num">
                                      <p:cBhvr>
                                        <p:cTn id="35" dur="800" accel="100000">
                                          <p:stCondLst>
                                            <p:cond delay="200"/>
                                          </p:stCondLst>
                                        </p:cTn>
                                        <p:tgtEl>
                                          <p:spTgt spid="13"/>
                                        </p:tgtEl>
                                        <p:attrNameLst>
                                          <p:attrName>style.rotation</p:attrName>
                                        </p:attrNameLst>
                                      </p:cBhvr>
                                      <p:tavLst>
                                        <p:tav tm="0">
                                          <p:val>
                                            <p:fltVal val="0"/>
                                          </p:val>
                                        </p:tav>
                                        <p:tav tm="100000">
                                          <p:val>
                                            <p:fltVal val="-90"/>
                                          </p:val>
                                        </p:tav>
                                      </p:tavLst>
                                    </p:anim>
                                    <p:anim calcmode="lin" valueType="num">
                                      <p:cBhvr>
                                        <p:cTn id="36" dur="200" decel="100000"/>
                                        <p:tgtEl>
                                          <p:spTgt spid="13"/>
                                        </p:tgtEl>
                                        <p:attrNameLst>
                                          <p:attrName>ppt_x</p:attrName>
                                        </p:attrNameLst>
                                      </p:cBhvr>
                                      <p:tavLst>
                                        <p:tav tm="0">
                                          <p:val>
                                            <p:strVal val="ppt_x"/>
                                          </p:val>
                                        </p:tav>
                                        <p:tav tm="100000">
                                          <p:val>
                                            <p:strVal val="ppt_x-0.05"/>
                                          </p:val>
                                        </p:tav>
                                      </p:tavLst>
                                    </p:anim>
                                    <p:anim calcmode="lin" valueType="num">
                                      <p:cBhvr>
                                        <p:cTn id="37" dur="200" decel="100000"/>
                                        <p:tgtEl>
                                          <p:spTgt spid="13"/>
                                        </p:tgtEl>
                                        <p:attrNameLst>
                                          <p:attrName>ppt_y</p:attrName>
                                        </p:attrNameLst>
                                      </p:cBhvr>
                                      <p:tavLst>
                                        <p:tav tm="0">
                                          <p:val>
                                            <p:strVal val="ppt_y"/>
                                          </p:val>
                                        </p:tav>
                                        <p:tav tm="100000">
                                          <p:val>
                                            <p:strVal val="ppt_y+0.1"/>
                                          </p:val>
                                        </p:tav>
                                      </p:tavLst>
                                    </p:anim>
                                    <p:anim calcmode="lin" valueType="num">
                                      <p:cBhvr>
                                        <p:cTn id="38" dur="800" accel="100000">
                                          <p:stCondLst>
                                            <p:cond delay="200"/>
                                          </p:stCondLst>
                                        </p:cTn>
                                        <p:tgtEl>
                                          <p:spTgt spid="13"/>
                                        </p:tgtEl>
                                        <p:attrNameLst>
                                          <p:attrName>ppt_x</p:attrName>
                                        </p:attrNameLst>
                                      </p:cBhvr>
                                      <p:tavLst>
                                        <p:tav tm="0">
                                          <p:val>
                                            <p:strVal val="ppt_x"/>
                                          </p:val>
                                        </p:tav>
                                        <p:tav tm="100000">
                                          <p:val>
                                            <p:strVal val="ppt_x+0.4+0.05"/>
                                          </p:val>
                                        </p:tav>
                                      </p:tavLst>
                                    </p:anim>
                                    <p:anim calcmode="lin" valueType="num">
                                      <p:cBhvr>
                                        <p:cTn id="39" dur="800" accel="100000">
                                          <p:stCondLst>
                                            <p:cond delay="200"/>
                                          </p:stCondLst>
                                        </p:cTn>
                                        <p:tgtEl>
                                          <p:spTgt spid="13"/>
                                        </p:tgtEl>
                                        <p:attrNameLst>
                                          <p:attrName>ppt_y</p:attrName>
                                        </p:attrNameLst>
                                      </p:cBhvr>
                                      <p:tavLst>
                                        <p:tav tm="0">
                                          <p:val>
                                            <p:strVal val="ppt_y"/>
                                          </p:val>
                                        </p:tav>
                                        <p:tav tm="100000">
                                          <p:val>
                                            <p:strVal val="ppt_y-0.4-0.1"/>
                                          </p:val>
                                        </p:tav>
                                      </p:tavLst>
                                    </p:anim>
                                    <p:set>
                                      <p:cBhvr>
                                        <p:cTn id="40" dur="1" fill="hold">
                                          <p:stCondLst>
                                            <p:cond delay="999"/>
                                          </p:stCondLst>
                                        </p:cTn>
                                        <p:tgtEl>
                                          <p:spTgt spid="13"/>
                                        </p:tgtEl>
                                        <p:attrNameLst>
                                          <p:attrName>style.visibility</p:attrName>
                                        </p:attrNameLst>
                                      </p:cBhvr>
                                      <p:to>
                                        <p:strVal val="hidden"/>
                                      </p:to>
                                    </p:set>
                                  </p:childTnLst>
                                </p:cTn>
                              </p:par>
                              <p:par>
                                <p:cTn id="41" presetID="30" presetClass="exit" presetSubtype="0" fill="hold" grpId="0" nodeType="withEffect">
                                  <p:stCondLst>
                                    <p:cond delay="0"/>
                                  </p:stCondLst>
                                  <p:childTnLst>
                                    <p:animEffect transition="out" filter="fade">
                                      <p:cBhvr>
                                        <p:cTn id="42" dur="800" accel="100000">
                                          <p:stCondLst>
                                            <p:cond delay="200"/>
                                          </p:stCondLst>
                                        </p:cTn>
                                        <p:tgtEl>
                                          <p:spTgt spid="19"/>
                                        </p:tgtEl>
                                      </p:cBhvr>
                                    </p:animEffect>
                                    <p:anim calcmode="lin" valueType="num">
                                      <p:cBhvr>
                                        <p:cTn id="43" dur="800" accel="100000">
                                          <p:stCondLst>
                                            <p:cond delay="200"/>
                                          </p:stCondLst>
                                        </p:cTn>
                                        <p:tgtEl>
                                          <p:spTgt spid="19"/>
                                        </p:tgtEl>
                                        <p:attrNameLst>
                                          <p:attrName>style.rotation</p:attrName>
                                        </p:attrNameLst>
                                      </p:cBhvr>
                                      <p:tavLst>
                                        <p:tav tm="0">
                                          <p:val>
                                            <p:fltVal val="0"/>
                                          </p:val>
                                        </p:tav>
                                        <p:tav tm="100000">
                                          <p:val>
                                            <p:fltVal val="-90"/>
                                          </p:val>
                                        </p:tav>
                                      </p:tavLst>
                                    </p:anim>
                                    <p:anim calcmode="lin" valueType="num">
                                      <p:cBhvr>
                                        <p:cTn id="44" dur="200" decel="100000"/>
                                        <p:tgtEl>
                                          <p:spTgt spid="19"/>
                                        </p:tgtEl>
                                        <p:attrNameLst>
                                          <p:attrName>ppt_x</p:attrName>
                                        </p:attrNameLst>
                                      </p:cBhvr>
                                      <p:tavLst>
                                        <p:tav tm="0">
                                          <p:val>
                                            <p:strVal val="ppt_x"/>
                                          </p:val>
                                        </p:tav>
                                        <p:tav tm="100000">
                                          <p:val>
                                            <p:strVal val="ppt_x-0.05"/>
                                          </p:val>
                                        </p:tav>
                                      </p:tavLst>
                                    </p:anim>
                                    <p:anim calcmode="lin" valueType="num">
                                      <p:cBhvr>
                                        <p:cTn id="45" dur="200" decel="100000"/>
                                        <p:tgtEl>
                                          <p:spTgt spid="19"/>
                                        </p:tgtEl>
                                        <p:attrNameLst>
                                          <p:attrName>ppt_y</p:attrName>
                                        </p:attrNameLst>
                                      </p:cBhvr>
                                      <p:tavLst>
                                        <p:tav tm="0">
                                          <p:val>
                                            <p:strVal val="ppt_y"/>
                                          </p:val>
                                        </p:tav>
                                        <p:tav tm="100000">
                                          <p:val>
                                            <p:strVal val="ppt_y+0.1"/>
                                          </p:val>
                                        </p:tav>
                                      </p:tavLst>
                                    </p:anim>
                                    <p:anim calcmode="lin" valueType="num">
                                      <p:cBhvr>
                                        <p:cTn id="46" dur="800" accel="100000">
                                          <p:stCondLst>
                                            <p:cond delay="200"/>
                                          </p:stCondLst>
                                        </p:cTn>
                                        <p:tgtEl>
                                          <p:spTgt spid="19"/>
                                        </p:tgtEl>
                                        <p:attrNameLst>
                                          <p:attrName>ppt_x</p:attrName>
                                        </p:attrNameLst>
                                      </p:cBhvr>
                                      <p:tavLst>
                                        <p:tav tm="0">
                                          <p:val>
                                            <p:strVal val="ppt_x"/>
                                          </p:val>
                                        </p:tav>
                                        <p:tav tm="100000">
                                          <p:val>
                                            <p:strVal val="ppt_x+0.4+0.05"/>
                                          </p:val>
                                        </p:tav>
                                      </p:tavLst>
                                    </p:anim>
                                    <p:anim calcmode="lin" valueType="num">
                                      <p:cBhvr>
                                        <p:cTn id="47" dur="800" accel="100000">
                                          <p:stCondLst>
                                            <p:cond delay="200"/>
                                          </p:stCondLst>
                                        </p:cTn>
                                        <p:tgtEl>
                                          <p:spTgt spid="19"/>
                                        </p:tgtEl>
                                        <p:attrNameLst>
                                          <p:attrName>ppt_y</p:attrName>
                                        </p:attrNameLst>
                                      </p:cBhvr>
                                      <p:tavLst>
                                        <p:tav tm="0">
                                          <p:val>
                                            <p:strVal val="ppt_y"/>
                                          </p:val>
                                        </p:tav>
                                        <p:tav tm="100000">
                                          <p:val>
                                            <p:strVal val="ppt_y-0.4-0.1"/>
                                          </p:val>
                                        </p:tav>
                                      </p:tavLst>
                                    </p:anim>
                                    <p:set>
                                      <p:cBhvr>
                                        <p:cTn id="48" dur="1" fill="hold">
                                          <p:stCondLst>
                                            <p:cond delay="999"/>
                                          </p:stCondLst>
                                        </p:cTn>
                                        <p:tgtEl>
                                          <p:spTgt spid="19"/>
                                        </p:tgtEl>
                                        <p:attrNameLst>
                                          <p:attrName>style.visibility</p:attrName>
                                        </p:attrNameLst>
                                      </p:cBhvr>
                                      <p:to>
                                        <p:strVal val="hidden"/>
                                      </p:to>
                                    </p:set>
                                  </p:childTnLst>
                                </p:cTn>
                              </p:par>
                              <p:par>
                                <p:cTn id="49" presetID="30" presetClass="exit" presetSubtype="0" fill="hold" nodeType="withEffect">
                                  <p:stCondLst>
                                    <p:cond delay="0"/>
                                  </p:stCondLst>
                                  <p:childTnLst>
                                    <p:animEffect transition="out" filter="fade">
                                      <p:cBhvr>
                                        <p:cTn id="50" dur="800" accel="100000">
                                          <p:stCondLst>
                                            <p:cond delay="200"/>
                                          </p:stCondLst>
                                        </p:cTn>
                                        <p:tgtEl>
                                          <p:spTgt spid="18"/>
                                        </p:tgtEl>
                                      </p:cBhvr>
                                    </p:animEffect>
                                    <p:anim calcmode="lin" valueType="num">
                                      <p:cBhvr>
                                        <p:cTn id="51" dur="800" accel="100000">
                                          <p:stCondLst>
                                            <p:cond delay="200"/>
                                          </p:stCondLst>
                                        </p:cTn>
                                        <p:tgtEl>
                                          <p:spTgt spid="18"/>
                                        </p:tgtEl>
                                        <p:attrNameLst>
                                          <p:attrName>style.rotation</p:attrName>
                                        </p:attrNameLst>
                                      </p:cBhvr>
                                      <p:tavLst>
                                        <p:tav tm="0">
                                          <p:val>
                                            <p:fltVal val="0"/>
                                          </p:val>
                                        </p:tav>
                                        <p:tav tm="100000">
                                          <p:val>
                                            <p:fltVal val="-90"/>
                                          </p:val>
                                        </p:tav>
                                      </p:tavLst>
                                    </p:anim>
                                    <p:anim calcmode="lin" valueType="num">
                                      <p:cBhvr>
                                        <p:cTn id="52" dur="200" decel="100000"/>
                                        <p:tgtEl>
                                          <p:spTgt spid="18"/>
                                        </p:tgtEl>
                                        <p:attrNameLst>
                                          <p:attrName>ppt_x</p:attrName>
                                        </p:attrNameLst>
                                      </p:cBhvr>
                                      <p:tavLst>
                                        <p:tav tm="0">
                                          <p:val>
                                            <p:strVal val="ppt_x"/>
                                          </p:val>
                                        </p:tav>
                                        <p:tav tm="100000">
                                          <p:val>
                                            <p:strVal val="ppt_x-0.05"/>
                                          </p:val>
                                        </p:tav>
                                      </p:tavLst>
                                    </p:anim>
                                    <p:anim calcmode="lin" valueType="num">
                                      <p:cBhvr>
                                        <p:cTn id="53" dur="200" decel="100000"/>
                                        <p:tgtEl>
                                          <p:spTgt spid="18"/>
                                        </p:tgtEl>
                                        <p:attrNameLst>
                                          <p:attrName>ppt_y</p:attrName>
                                        </p:attrNameLst>
                                      </p:cBhvr>
                                      <p:tavLst>
                                        <p:tav tm="0">
                                          <p:val>
                                            <p:strVal val="ppt_y"/>
                                          </p:val>
                                        </p:tav>
                                        <p:tav tm="100000">
                                          <p:val>
                                            <p:strVal val="ppt_y+0.1"/>
                                          </p:val>
                                        </p:tav>
                                      </p:tavLst>
                                    </p:anim>
                                    <p:anim calcmode="lin" valueType="num">
                                      <p:cBhvr>
                                        <p:cTn id="54" dur="800" accel="100000">
                                          <p:stCondLst>
                                            <p:cond delay="200"/>
                                          </p:stCondLst>
                                        </p:cTn>
                                        <p:tgtEl>
                                          <p:spTgt spid="18"/>
                                        </p:tgtEl>
                                        <p:attrNameLst>
                                          <p:attrName>ppt_x</p:attrName>
                                        </p:attrNameLst>
                                      </p:cBhvr>
                                      <p:tavLst>
                                        <p:tav tm="0">
                                          <p:val>
                                            <p:strVal val="ppt_x"/>
                                          </p:val>
                                        </p:tav>
                                        <p:tav tm="100000">
                                          <p:val>
                                            <p:strVal val="ppt_x+0.4+0.05"/>
                                          </p:val>
                                        </p:tav>
                                      </p:tavLst>
                                    </p:anim>
                                    <p:anim calcmode="lin" valueType="num">
                                      <p:cBhvr>
                                        <p:cTn id="55" dur="800" accel="100000">
                                          <p:stCondLst>
                                            <p:cond delay="200"/>
                                          </p:stCondLst>
                                        </p:cTn>
                                        <p:tgtEl>
                                          <p:spTgt spid="18"/>
                                        </p:tgtEl>
                                        <p:attrNameLst>
                                          <p:attrName>ppt_y</p:attrName>
                                        </p:attrNameLst>
                                      </p:cBhvr>
                                      <p:tavLst>
                                        <p:tav tm="0">
                                          <p:val>
                                            <p:strVal val="ppt_y"/>
                                          </p:val>
                                        </p:tav>
                                        <p:tav tm="100000">
                                          <p:val>
                                            <p:strVal val="ppt_y-0.4-0.1"/>
                                          </p:val>
                                        </p:tav>
                                      </p:tavLst>
                                    </p:anim>
                                    <p:set>
                                      <p:cBhvr>
                                        <p:cTn id="56" dur="1" fill="hold">
                                          <p:stCondLst>
                                            <p:cond delay="999"/>
                                          </p:stCondLst>
                                        </p:cTn>
                                        <p:tgtEl>
                                          <p:spTgt spid="18"/>
                                        </p:tgtEl>
                                        <p:attrNameLst>
                                          <p:attrName>style.visibility</p:attrName>
                                        </p:attrNameLst>
                                      </p:cBhvr>
                                      <p:to>
                                        <p:strVal val="hidden"/>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9" grpId="0"/>
      <p:bldP spid="13" grpId="0"/>
      <p:bldP spid="19" grpId="0"/>
      <p:bldP spid="20" grpId="0" animBg="1"/>
      <p:bldP spid="8" grpId="0" animBg="1"/>
    </p:bldLst>
  </p:timing>
</p:sld>
</file>

<file path=ppt/slides/slide2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2" name="文本框 21">
            <a:extLst>
              <a:ext uri="{FF2B5EF4-FFF2-40B4-BE49-F238E27FC236}">
                <a16:creationId xmlns:a16="http://schemas.microsoft.com/office/drawing/2014/main" id="{C5AA17E1-1505-431C-B881-641DDA11595F}"/>
              </a:ext>
            </a:extLst>
          </p:cNvPr>
          <p:cNvSpPr txBox="1"/>
          <p:nvPr/>
        </p:nvSpPr>
        <p:spPr>
          <a:xfrm>
            <a:off x="5138699" y="3309488"/>
            <a:ext cx="6294589" cy="369332"/>
          </a:xfrm>
          <a:prstGeom prst="rect">
            <a:avLst/>
          </a:prstGeom>
          <a:noFill/>
        </p:spPr>
        <p:txBody>
          <a:bodyPr wrap="square" rtlCol="0">
            <a:spAutoFit/>
          </a:bodyPr>
          <a:lstStyle/>
          <a:p>
            <a:r>
              <a:rPr lang="zh-CN" altLang="en-US" b="1" dirty="0"/>
              <a:t>实现发送方发送什么，接收方最终都能正确收到。</a:t>
            </a:r>
          </a:p>
        </p:txBody>
      </p:sp>
      <p:sp>
        <p:nvSpPr>
          <p:cNvPr id="9" name="文本框 8">
            <a:extLst>
              <a:ext uri="{FF2B5EF4-FFF2-40B4-BE49-F238E27FC236}">
                <a16:creationId xmlns:a16="http://schemas.microsoft.com/office/drawing/2014/main" id="{70B61F7D-9F28-4732-9539-793DC6015AAF}"/>
              </a:ext>
            </a:extLst>
          </p:cNvPr>
          <p:cNvSpPr txBox="1"/>
          <p:nvPr/>
        </p:nvSpPr>
        <p:spPr>
          <a:xfrm>
            <a:off x="5131164" y="2301668"/>
            <a:ext cx="2716888" cy="369332"/>
          </a:xfrm>
          <a:prstGeom prst="rect">
            <a:avLst/>
          </a:prstGeom>
          <a:noFill/>
        </p:spPr>
        <p:txBody>
          <a:bodyPr wrap="square" rtlCol="0">
            <a:spAutoFit/>
          </a:bodyPr>
          <a:lstStyle/>
          <a:p>
            <a:r>
              <a:rPr lang="zh-CN" altLang="en-US" b="1" dirty="0"/>
              <a:t>直接丢弃有误码的帧</a:t>
            </a:r>
          </a:p>
        </p:txBody>
      </p:sp>
      <p:grpSp>
        <p:nvGrpSpPr>
          <p:cNvPr id="4" name="组合 3">
            <a:extLst>
              <a:ext uri="{FF2B5EF4-FFF2-40B4-BE49-F238E27FC236}">
                <a16:creationId xmlns:a16="http://schemas.microsoft.com/office/drawing/2014/main" id="{9A1EA9F2-FCB6-48C3-935F-7AE7E3AD14AC}"/>
              </a:ext>
            </a:extLst>
          </p:cNvPr>
          <p:cNvGrpSpPr/>
          <p:nvPr/>
        </p:nvGrpSpPr>
        <p:grpSpPr>
          <a:xfrm>
            <a:off x="304800" y="749300"/>
            <a:ext cx="6192344" cy="400110"/>
            <a:chOff x="424117" y="898245"/>
            <a:chExt cx="6192344" cy="400110"/>
          </a:xfrm>
        </p:grpSpPr>
        <p:sp>
          <p:nvSpPr>
            <p:cNvPr id="2" name="平行四边形 1">
              <a:extLst>
                <a:ext uri="{FF2B5EF4-FFF2-40B4-BE49-F238E27FC236}">
                  <a16:creationId xmlns:a16="http://schemas.microsoft.com/office/drawing/2014/main" id="{1F5BAA3F-9845-4F89-A2DD-8222D3E4EDAC}"/>
                </a:ext>
              </a:extLst>
            </p:cNvPr>
            <p:cNvSpPr/>
            <p:nvPr/>
          </p:nvSpPr>
          <p:spPr>
            <a:xfrm>
              <a:off x="424117" y="898245"/>
              <a:ext cx="628306" cy="387090"/>
            </a:xfrm>
            <a:prstGeom prst="parallelogram">
              <a:avLst/>
            </a:prstGeom>
            <a:solidFill>
              <a:schemeClr val="accent3">
                <a:lumMod val="75000"/>
              </a:schemeClr>
            </a:solidFill>
            <a:ln>
              <a:solidFill>
                <a:schemeClr val="accent3">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CN" sz="2200" dirty="0">
                  <a:latin typeface="Impact" panose="020B0806030902050204" pitchFamily="34" charset="0"/>
                </a:rPr>
                <a:t>01</a:t>
              </a:r>
              <a:endParaRPr lang="zh-CN" altLang="en-US" sz="2200" dirty="0">
                <a:latin typeface="Impact" panose="020B0806030902050204" pitchFamily="34" charset="0"/>
              </a:endParaRPr>
            </a:p>
          </p:txBody>
        </p:sp>
        <p:sp>
          <p:nvSpPr>
            <p:cNvPr id="3" name="文本框 2">
              <a:extLst>
                <a:ext uri="{FF2B5EF4-FFF2-40B4-BE49-F238E27FC236}">
                  <a16:creationId xmlns:a16="http://schemas.microsoft.com/office/drawing/2014/main" id="{4D6BD736-A4D3-4F26-AFED-36E11F50F70B}"/>
                </a:ext>
              </a:extLst>
            </p:cNvPr>
            <p:cNvSpPr txBox="1"/>
            <p:nvPr/>
          </p:nvSpPr>
          <p:spPr>
            <a:xfrm>
              <a:off x="1052423" y="898245"/>
              <a:ext cx="5564038" cy="400110"/>
            </a:xfrm>
            <a:prstGeom prst="rect">
              <a:avLst/>
            </a:prstGeom>
            <a:noFill/>
          </p:spPr>
          <p:txBody>
            <a:bodyPr wrap="square" rtlCol="0">
              <a:spAutoFit/>
            </a:bodyPr>
            <a:lstStyle/>
            <a:p>
              <a:r>
                <a:rPr lang="zh-CN" altLang="en-US" sz="2000" b="1" dirty="0"/>
                <a:t>数据链路层的三个重要问题</a:t>
              </a:r>
            </a:p>
          </p:txBody>
        </p:sp>
      </p:grpSp>
      <p:sp>
        <p:nvSpPr>
          <p:cNvPr id="5" name="矩形 4">
            <a:extLst>
              <a:ext uri="{FF2B5EF4-FFF2-40B4-BE49-F238E27FC236}">
                <a16:creationId xmlns:a16="http://schemas.microsoft.com/office/drawing/2014/main" id="{FB4CC4FA-7CCC-41E1-871B-4977F1E17651}"/>
              </a:ext>
            </a:extLst>
          </p:cNvPr>
          <p:cNvSpPr/>
          <p:nvPr/>
        </p:nvSpPr>
        <p:spPr>
          <a:xfrm>
            <a:off x="1033908" y="1322263"/>
            <a:ext cx="2761840" cy="476933"/>
          </a:xfrm>
          <a:prstGeom prst="rect">
            <a:avLst/>
          </a:prstGeom>
          <a:solidFill>
            <a:schemeClr val="bg1">
              <a:lumMod val="85000"/>
            </a:schemeClr>
          </a:solidFill>
          <a:ln>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zh-CN" altLang="en-US" sz="2000" b="1" dirty="0"/>
              <a:t>封装成帧和透明传输</a:t>
            </a:r>
          </a:p>
        </p:txBody>
      </p:sp>
      <p:sp>
        <p:nvSpPr>
          <p:cNvPr id="6" name="矩形 5">
            <a:extLst>
              <a:ext uri="{FF2B5EF4-FFF2-40B4-BE49-F238E27FC236}">
                <a16:creationId xmlns:a16="http://schemas.microsoft.com/office/drawing/2014/main" id="{92ED85A3-B968-4E31-8330-9F6C05F07C2A}"/>
              </a:ext>
            </a:extLst>
          </p:cNvPr>
          <p:cNvSpPr/>
          <p:nvPr/>
        </p:nvSpPr>
        <p:spPr>
          <a:xfrm>
            <a:off x="4715080" y="1322263"/>
            <a:ext cx="2761840" cy="476933"/>
          </a:xfrm>
          <a:prstGeom prst="rect">
            <a:avLst/>
          </a:prstGeom>
          <a:solidFill>
            <a:schemeClr val="bg1">
              <a:lumMod val="85000"/>
            </a:schemeClr>
          </a:solidFill>
          <a:ln>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zh-CN" altLang="en-US" sz="2000" b="1" dirty="0"/>
              <a:t>差错检测</a:t>
            </a:r>
          </a:p>
        </p:txBody>
      </p:sp>
      <p:sp>
        <p:nvSpPr>
          <p:cNvPr id="7" name="矩形 6">
            <a:extLst>
              <a:ext uri="{FF2B5EF4-FFF2-40B4-BE49-F238E27FC236}">
                <a16:creationId xmlns:a16="http://schemas.microsoft.com/office/drawing/2014/main" id="{ACEE140B-8012-4836-ABCF-1D94605747E5}"/>
              </a:ext>
            </a:extLst>
          </p:cNvPr>
          <p:cNvSpPr/>
          <p:nvPr/>
        </p:nvSpPr>
        <p:spPr>
          <a:xfrm>
            <a:off x="8396252" y="1322262"/>
            <a:ext cx="2761840" cy="476933"/>
          </a:xfrm>
          <a:prstGeom prst="rect">
            <a:avLst/>
          </a:prstGeom>
          <a:solidFill>
            <a:schemeClr val="bg1">
              <a:lumMod val="85000"/>
            </a:schemeClr>
          </a:solidFill>
          <a:ln>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zh-CN" altLang="en-US" sz="2000" b="1" dirty="0"/>
              <a:t>可靠传输</a:t>
            </a:r>
          </a:p>
        </p:txBody>
      </p:sp>
      <p:grpSp>
        <p:nvGrpSpPr>
          <p:cNvPr id="47" name="组合 46">
            <a:extLst>
              <a:ext uri="{FF2B5EF4-FFF2-40B4-BE49-F238E27FC236}">
                <a16:creationId xmlns:a16="http://schemas.microsoft.com/office/drawing/2014/main" id="{B8E542C3-5B58-4C0E-BC48-6396E1469D06}"/>
              </a:ext>
            </a:extLst>
          </p:cNvPr>
          <p:cNvGrpSpPr/>
          <p:nvPr/>
        </p:nvGrpSpPr>
        <p:grpSpPr>
          <a:xfrm>
            <a:off x="601699" y="4816434"/>
            <a:ext cx="10940423" cy="641082"/>
            <a:chOff x="601699" y="5648354"/>
            <a:chExt cx="10940423" cy="641082"/>
          </a:xfrm>
        </p:grpSpPr>
        <p:cxnSp>
          <p:nvCxnSpPr>
            <p:cNvPr id="23" name="直接连接符 22">
              <a:extLst>
                <a:ext uri="{FF2B5EF4-FFF2-40B4-BE49-F238E27FC236}">
                  <a16:creationId xmlns:a16="http://schemas.microsoft.com/office/drawing/2014/main" id="{BB9DF023-15E4-4259-ABBC-43306C5B2694}"/>
                </a:ext>
              </a:extLst>
            </p:cNvPr>
            <p:cNvCxnSpPr>
              <a:cxnSpLocks/>
            </p:cNvCxnSpPr>
            <p:nvPr/>
          </p:nvCxnSpPr>
          <p:spPr>
            <a:xfrm>
              <a:off x="1143721" y="6126777"/>
              <a:ext cx="10027235"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pic>
          <p:nvPicPr>
            <p:cNvPr id="24" name="图形 23">
              <a:extLst>
                <a:ext uri="{FF2B5EF4-FFF2-40B4-BE49-F238E27FC236}">
                  <a16:creationId xmlns:a16="http://schemas.microsoft.com/office/drawing/2014/main" id="{D98CC648-BEF5-49CE-A972-7D0F3F45EC50}"/>
                </a:ext>
              </a:extLst>
            </p:cNvPr>
            <p:cNvPicPr>
              <a:picLocks noChangeAspect="1"/>
            </p:cNvPicPr>
            <p:nvPr/>
          </p:nvPicPr>
          <p:blipFill>
            <a:blip r:embed="rId3">
              <a:extLst>
                <a:ext uri="{28A0092B-C50C-407E-A947-70E740481C1C}">
                  <a14:useLocalDpi xmlns:a14="http://schemas.microsoft.com/office/drawing/2010/main" val="0"/>
                </a:ext>
                <a:ext uri="{96DAC541-7B7A-43D3-8B79-37D633B846F1}">
                  <asvg:svgBlip xmlns:asvg="http://schemas.microsoft.com/office/drawing/2016/SVG/main" r:embed="rId4"/>
                </a:ext>
              </a:extLst>
            </a:blip>
            <a:stretch>
              <a:fillRect/>
            </a:stretch>
          </p:blipFill>
          <p:spPr>
            <a:xfrm>
              <a:off x="601699" y="5648354"/>
              <a:ext cx="662814" cy="641082"/>
            </a:xfrm>
            <a:prstGeom prst="rect">
              <a:avLst/>
            </a:prstGeom>
          </p:spPr>
        </p:pic>
        <p:pic>
          <p:nvPicPr>
            <p:cNvPr id="46" name="图形 45">
              <a:extLst>
                <a:ext uri="{FF2B5EF4-FFF2-40B4-BE49-F238E27FC236}">
                  <a16:creationId xmlns:a16="http://schemas.microsoft.com/office/drawing/2014/main" id="{8077FE65-F3E1-41E0-83D1-5F274C875FB4}"/>
                </a:ext>
              </a:extLst>
            </p:cNvPr>
            <p:cNvPicPr>
              <a:picLocks noChangeAspect="1"/>
            </p:cNvPicPr>
            <p:nvPr/>
          </p:nvPicPr>
          <p:blipFill>
            <a:blip r:embed="rId3">
              <a:extLst>
                <a:ext uri="{28A0092B-C50C-407E-A947-70E740481C1C}">
                  <a14:useLocalDpi xmlns:a14="http://schemas.microsoft.com/office/drawing/2010/main" val="0"/>
                </a:ext>
                <a:ext uri="{96DAC541-7B7A-43D3-8B79-37D633B846F1}">
                  <asvg:svgBlip xmlns:asvg="http://schemas.microsoft.com/office/drawing/2016/SVG/main" r:embed="rId4"/>
                </a:ext>
              </a:extLst>
            </a:blip>
            <a:stretch>
              <a:fillRect/>
            </a:stretch>
          </p:blipFill>
          <p:spPr>
            <a:xfrm>
              <a:off x="10879308" y="5648354"/>
              <a:ext cx="662814" cy="641082"/>
            </a:xfrm>
            <a:prstGeom prst="rect">
              <a:avLst/>
            </a:prstGeom>
          </p:spPr>
        </p:pic>
      </p:grpSp>
      <p:sp>
        <p:nvSpPr>
          <p:cNvPr id="20" name="矩形 19">
            <a:extLst>
              <a:ext uri="{FF2B5EF4-FFF2-40B4-BE49-F238E27FC236}">
                <a16:creationId xmlns:a16="http://schemas.microsoft.com/office/drawing/2014/main" id="{04AFD4B3-5B2A-4F86-8C56-ADF04BB07A7C}"/>
              </a:ext>
            </a:extLst>
          </p:cNvPr>
          <p:cNvSpPr/>
          <p:nvPr/>
        </p:nvSpPr>
        <p:spPr>
          <a:xfrm>
            <a:off x="8396252" y="1322262"/>
            <a:ext cx="2761840" cy="476933"/>
          </a:xfrm>
          <a:prstGeom prst="rect">
            <a:avLst/>
          </a:prstGeom>
          <a:solidFill>
            <a:schemeClr val="accent3">
              <a:lumMod val="75000"/>
            </a:schemeClr>
          </a:solidFill>
          <a:ln>
            <a:solidFill>
              <a:schemeClr val="accent3">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zh-CN" altLang="en-US" sz="2000" b="1" dirty="0"/>
              <a:t>可靠传输</a:t>
            </a:r>
          </a:p>
        </p:txBody>
      </p:sp>
      <p:sp>
        <p:nvSpPr>
          <p:cNvPr id="8" name="矩形: 圆角 7">
            <a:extLst>
              <a:ext uri="{FF2B5EF4-FFF2-40B4-BE49-F238E27FC236}">
                <a16:creationId xmlns:a16="http://schemas.microsoft.com/office/drawing/2014/main" id="{841D5FAE-402B-4A24-91E9-B7AEF5107B7B}"/>
              </a:ext>
            </a:extLst>
          </p:cNvPr>
          <p:cNvSpPr/>
          <p:nvPr/>
        </p:nvSpPr>
        <p:spPr>
          <a:xfrm>
            <a:off x="2642843" y="2236931"/>
            <a:ext cx="2144563" cy="509826"/>
          </a:xfrm>
          <a:prstGeom prst="roundRect">
            <a:avLst/>
          </a:prstGeom>
          <a:solidFill>
            <a:schemeClr val="accent5"/>
          </a:solidFill>
          <a:ln>
            <a:solidFill>
              <a:schemeClr val="accent5"/>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zh-CN" altLang="en-US" b="1" dirty="0"/>
              <a:t>不可靠传输服务</a:t>
            </a:r>
          </a:p>
        </p:txBody>
      </p:sp>
      <p:sp>
        <p:nvSpPr>
          <p:cNvPr id="21" name="矩形: 圆角 20">
            <a:extLst>
              <a:ext uri="{FF2B5EF4-FFF2-40B4-BE49-F238E27FC236}">
                <a16:creationId xmlns:a16="http://schemas.microsoft.com/office/drawing/2014/main" id="{AAA451BB-ADC9-4E32-BFF1-FFF82E5FA8F1}"/>
              </a:ext>
            </a:extLst>
          </p:cNvPr>
          <p:cNvSpPr/>
          <p:nvPr/>
        </p:nvSpPr>
        <p:spPr>
          <a:xfrm>
            <a:off x="2642842" y="3239241"/>
            <a:ext cx="2144563" cy="509826"/>
          </a:xfrm>
          <a:prstGeom prst="roundRect">
            <a:avLst/>
          </a:prstGeom>
          <a:solidFill>
            <a:schemeClr val="accent4"/>
          </a:solidFill>
          <a:ln>
            <a:solidFill>
              <a:schemeClr val="accent4"/>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zh-CN" altLang="en-US" b="1" dirty="0"/>
              <a:t>可靠传输服务</a:t>
            </a:r>
          </a:p>
        </p:txBody>
      </p:sp>
      <p:grpSp>
        <p:nvGrpSpPr>
          <p:cNvPr id="16" name="组合 15">
            <a:extLst>
              <a:ext uri="{FF2B5EF4-FFF2-40B4-BE49-F238E27FC236}">
                <a16:creationId xmlns:a16="http://schemas.microsoft.com/office/drawing/2014/main" id="{A5B3F2D0-A749-416C-BF1E-D89BA0A844AD}"/>
              </a:ext>
            </a:extLst>
          </p:cNvPr>
          <p:cNvGrpSpPr/>
          <p:nvPr/>
        </p:nvGrpSpPr>
        <p:grpSpPr>
          <a:xfrm>
            <a:off x="939456" y="4160297"/>
            <a:ext cx="10277609" cy="662487"/>
            <a:chOff x="939456" y="4160297"/>
            <a:chExt cx="10277609" cy="662487"/>
          </a:xfrm>
        </p:grpSpPr>
        <p:cxnSp>
          <p:nvCxnSpPr>
            <p:cNvPr id="14" name="连接符: 曲线 13">
              <a:extLst>
                <a:ext uri="{FF2B5EF4-FFF2-40B4-BE49-F238E27FC236}">
                  <a16:creationId xmlns:a16="http://schemas.microsoft.com/office/drawing/2014/main" id="{9DEBCCA6-46A6-4308-BFDE-F08101F6F400}"/>
                </a:ext>
              </a:extLst>
            </p:cNvPr>
            <p:cNvCxnSpPr>
              <a:stCxn id="46" idx="0"/>
              <a:endCxn id="24" idx="0"/>
            </p:cNvCxnSpPr>
            <p:nvPr/>
          </p:nvCxnSpPr>
          <p:spPr>
            <a:xfrm rot="16200000" flipV="1">
              <a:off x="6071911" y="-322371"/>
              <a:ext cx="12700" cy="10277609"/>
            </a:xfrm>
            <a:prstGeom prst="curvedConnector3">
              <a:avLst>
                <a:gd name="adj1" fmla="val 3716535"/>
              </a:avLst>
            </a:prstGeom>
            <a:ln w="25400">
              <a:solidFill>
                <a:schemeClr val="tx1"/>
              </a:solidFill>
              <a:prstDash val="dash"/>
              <a:tailEnd type="triangle" w="med" len="lg"/>
            </a:ln>
          </p:spPr>
          <p:style>
            <a:lnRef idx="1">
              <a:schemeClr val="accent1"/>
            </a:lnRef>
            <a:fillRef idx="0">
              <a:schemeClr val="accent1"/>
            </a:fillRef>
            <a:effectRef idx="0">
              <a:schemeClr val="accent1"/>
            </a:effectRef>
            <a:fontRef idx="minor">
              <a:schemeClr val="tx1"/>
            </a:fontRef>
          </p:style>
        </p:cxnSp>
        <p:sp>
          <p:nvSpPr>
            <p:cNvPr id="26" name="文本框 25">
              <a:extLst>
                <a:ext uri="{FF2B5EF4-FFF2-40B4-BE49-F238E27FC236}">
                  <a16:creationId xmlns:a16="http://schemas.microsoft.com/office/drawing/2014/main" id="{49532DBC-2AE9-4123-8288-067C2B7AC82E}"/>
                </a:ext>
              </a:extLst>
            </p:cNvPr>
            <p:cNvSpPr txBox="1"/>
            <p:nvPr/>
          </p:nvSpPr>
          <p:spPr>
            <a:xfrm>
              <a:off x="5632177" y="4160297"/>
              <a:ext cx="927646" cy="369332"/>
            </a:xfrm>
            <a:prstGeom prst="rect">
              <a:avLst/>
            </a:prstGeom>
            <a:solidFill>
              <a:schemeClr val="bg1"/>
            </a:solidFill>
          </p:spPr>
          <p:txBody>
            <a:bodyPr wrap="square" rtlCol="0">
              <a:spAutoFit/>
            </a:bodyPr>
            <a:lstStyle/>
            <a:p>
              <a:pPr algn="ctr"/>
              <a:r>
                <a:rPr lang="zh-CN" altLang="en-US" b="1" dirty="0"/>
                <a:t>请重传</a:t>
              </a:r>
            </a:p>
          </p:txBody>
        </p:sp>
      </p:grpSp>
      <p:grpSp>
        <p:nvGrpSpPr>
          <p:cNvPr id="29" name="组合 28">
            <a:extLst>
              <a:ext uri="{FF2B5EF4-FFF2-40B4-BE49-F238E27FC236}">
                <a16:creationId xmlns:a16="http://schemas.microsoft.com/office/drawing/2014/main" id="{BF358844-BC6C-4F34-9D41-64DA5BF8E1EB}"/>
              </a:ext>
            </a:extLst>
          </p:cNvPr>
          <p:cNvGrpSpPr/>
          <p:nvPr/>
        </p:nvGrpSpPr>
        <p:grpSpPr>
          <a:xfrm>
            <a:off x="939455" y="5451166"/>
            <a:ext cx="10277609" cy="715288"/>
            <a:chOff x="939455" y="5451166"/>
            <a:chExt cx="10277609" cy="715288"/>
          </a:xfrm>
        </p:grpSpPr>
        <p:cxnSp>
          <p:nvCxnSpPr>
            <p:cNvPr id="25" name="连接符: 曲线 24">
              <a:extLst>
                <a:ext uri="{FF2B5EF4-FFF2-40B4-BE49-F238E27FC236}">
                  <a16:creationId xmlns:a16="http://schemas.microsoft.com/office/drawing/2014/main" id="{B0B25DA4-7E49-4F69-954E-B6CE91A1784B}"/>
                </a:ext>
              </a:extLst>
            </p:cNvPr>
            <p:cNvCxnSpPr>
              <a:cxnSpLocks/>
              <a:stCxn id="24" idx="2"/>
              <a:endCxn id="46" idx="2"/>
            </p:cNvCxnSpPr>
            <p:nvPr/>
          </p:nvCxnSpPr>
          <p:spPr>
            <a:xfrm rot="16200000" flipH="1">
              <a:off x="6071910" y="318711"/>
              <a:ext cx="12700" cy="10277609"/>
            </a:xfrm>
            <a:prstGeom prst="curvedConnector3">
              <a:avLst>
                <a:gd name="adj1" fmla="val 4200000"/>
              </a:avLst>
            </a:prstGeom>
            <a:ln w="25400">
              <a:solidFill>
                <a:schemeClr val="tx1"/>
              </a:solidFill>
              <a:prstDash val="dash"/>
              <a:tailEnd type="triangle" w="med" len="lg"/>
            </a:ln>
          </p:spPr>
          <p:style>
            <a:lnRef idx="1">
              <a:schemeClr val="accent1"/>
            </a:lnRef>
            <a:fillRef idx="0">
              <a:schemeClr val="accent1"/>
            </a:fillRef>
            <a:effectRef idx="0">
              <a:schemeClr val="accent1"/>
            </a:effectRef>
            <a:fontRef idx="minor">
              <a:schemeClr val="tx1"/>
            </a:fontRef>
          </p:style>
        </p:cxnSp>
        <p:sp>
          <p:nvSpPr>
            <p:cNvPr id="32" name="文本框 31">
              <a:extLst>
                <a:ext uri="{FF2B5EF4-FFF2-40B4-BE49-F238E27FC236}">
                  <a16:creationId xmlns:a16="http://schemas.microsoft.com/office/drawing/2014/main" id="{2357BD19-FAFD-40AF-98B0-EABA5C8B5DBE}"/>
                </a:ext>
              </a:extLst>
            </p:cNvPr>
            <p:cNvSpPr txBox="1"/>
            <p:nvPr/>
          </p:nvSpPr>
          <p:spPr>
            <a:xfrm>
              <a:off x="5735512" y="5797122"/>
              <a:ext cx="685496" cy="369332"/>
            </a:xfrm>
            <a:prstGeom prst="rect">
              <a:avLst/>
            </a:prstGeom>
            <a:solidFill>
              <a:schemeClr val="bg1"/>
            </a:solidFill>
          </p:spPr>
          <p:txBody>
            <a:bodyPr wrap="square" rtlCol="0">
              <a:spAutoFit/>
            </a:bodyPr>
            <a:lstStyle/>
            <a:p>
              <a:pPr algn="ctr"/>
              <a:r>
                <a:rPr lang="zh-CN" altLang="en-US" b="1" dirty="0"/>
                <a:t>重传</a:t>
              </a:r>
            </a:p>
          </p:txBody>
        </p:sp>
      </p:grpSp>
    </p:spTree>
    <p:custDataLst>
      <p:tags r:id="rId1"/>
    </p:custDataLst>
    <p:extLst>
      <p:ext uri="{BB962C8B-B14F-4D97-AF65-F5344CB8AC3E}">
        <p14:creationId xmlns:p14="http://schemas.microsoft.com/office/powerpoint/2010/main" val="2625713114"/>
      </p:ext>
    </p:extLst>
  </p:cSld>
  <p:clrMapOvr>
    <a:masterClrMapping/>
  </p:clrMapOvr>
  <mc:AlternateContent xmlns:mc="http://schemas.openxmlformats.org/markup-compatibility/2006" xmlns:p159="http://schemas.microsoft.com/office/powerpoint/2015/09/main">
    <mc:Choice Requires="p159">
      <p:transition spd="slow">
        <p159:morph option="byObject"/>
      </p:transition>
    </mc:Choice>
    <mc:Fallback xmlns="">
      <p:transition spd="slow">
        <p:fade/>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42" presetClass="entr" presetSubtype="0" fill="hold" grpId="0" nodeType="withEffect">
                                  <p:stCondLst>
                                    <p:cond delay="0"/>
                                  </p:stCondLst>
                                  <p:childTnLst>
                                    <p:set>
                                      <p:cBhvr>
                                        <p:cTn id="6" dur="1" fill="hold">
                                          <p:stCondLst>
                                            <p:cond delay="0"/>
                                          </p:stCondLst>
                                        </p:cTn>
                                        <p:tgtEl>
                                          <p:spTgt spid="21"/>
                                        </p:tgtEl>
                                        <p:attrNameLst>
                                          <p:attrName>style.visibility</p:attrName>
                                        </p:attrNameLst>
                                      </p:cBhvr>
                                      <p:to>
                                        <p:strVal val="visible"/>
                                      </p:to>
                                    </p:set>
                                    <p:animEffect transition="in" filter="fade">
                                      <p:cBhvr>
                                        <p:cTn id="7" dur="1000"/>
                                        <p:tgtEl>
                                          <p:spTgt spid="21"/>
                                        </p:tgtEl>
                                      </p:cBhvr>
                                    </p:animEffect>
                                    <p:anim calcmode="lin" valueType="num">
                                      <p:cBhvr>
                                        <p:cTn id="8" dur="1000" fill="hold"/>
                                        <p:tgtEl>
                                          <p:spTgt spid="21"/>
                                        </p:tgtEl>
                                        <p:attrNameLst>
                                          <p:attrName>ppt_x</p:attrName>
                                        </p:attrNameLst>
                                      </p:cBhvr>
                                      <p:tavLst>
                                        <p:tav tm="0">
                                          <p:val>
                                            <p:strVal val="#ppt_x"/>
                                          </p:val>
                                        </p:tav>
                                        <p:tav tm="100000">
                                          <p:val>
                                            <p:strVal val="#ppt_x"/>
                                          </p:val>
                                        </p:tav>
                                      </p:tavLst>
                                    </p:anim>
                                    <p:anim calcmode="lin" valueType="num">
                                      <p:cBhvr>
                                        <p:cTn id="9" dur="1000" fill="hold"/>
                                        <p:tgtEl>
                                          <p:spTgt spid="21"/>
                                        </p:tgtEl>
                                        <p:attrNameLst>
                                          <p:attrName>ppt_y</p:attrName>
                                        </p:attrNameLst>
                                      </p:cBhvr>
                                      <p:tavLst>
                                        <p:tav tm="0">
                                          <p:val>
                                            <p:strVal val="#ppt_y+.1"/>
                                          </p:val>
                                        </p:tav>
                                        <p:tav tm="100000">
                                          <p:val>
                                            <p:strVal val="#ppt_y"/>
                                          </p:val>
                                        </p:tav>
                                      </p:tavLst>
                                    </p:anim>
                                  </p:childTnLst>
                                </p:cTn>
                              </p:par>
                            </p:childTnLst>
                          </p:cTn>
                        </p:par>
                      </p:childTnLst>
                    </p:cTn>
                  </p:par>
                  <p:par>
                    <p:cTn id="10" fill="hold">
                      <p:stCondLst>
                        <p:cond delay="indefinite"/>
                      </p:stCondLst>
                      <p:childTnLst>
                        <p:par>
                          <p:cTn id="11" fill="hold">
                            <p:stCondLst>
                              <p:cond delay="0"/>
                            </p:stCondLst>
                            <p:childTnLst>
                              <p:par>
                                <p:cTn id="12" presetID="12" presetClass="entr" presetSubtype="8" fill="hold" grpId="0" nodeType="clickEffect">
                                  <p:stCondLst>
                                    <p:cond delay="0"/>
                                  </p:stCondLst>
                                  <p:childTnLst>
                                    <p:set>
                                      <p:cBhvr>
                                        <p:cTn id="13" dur="1" fill="hold">
                                          <p:stCondLst>
                                            <p:cond delay="0"/>
                                          </p:stCondLst>
                                        </p:cTn>
                                        <p:tgtEl>
                                          <p:spTgt spid="22"/>
                                        </p:tgtEl>
                                        <p:attrNameLst>
                                          <p:attrName>style.visibility</p:attrName>
                                        </p:attrNameLst>
                                      </p:cBhvr>
                                      <p:to>
                                        <p:strVal val="visible"/>
                                      </p:to>
                                    </p:set>
                                    <p:anim calcmode="lin" valueType="num">
                                      <p:cBhvr additive="base">
                                        <p:cTn id="14" dur="500"/>
                                        <p:tgtEl>
                                          <p:spTgt spid="22"/>
                                        </p:tgtEl>
                                        <p:attrNameLst>
                                          <p:attrName>ppt_x</p:attrName>
                                        </p:attrNameLst>
                                      </p:cBhvr>
                                      <p:tavLst>
                                        <p:tav tm="0">
                                          <p:val>
                                            <p:strVal val="#ppt_x-#ppt_w*1.125000"/>
                                          </p:val>
                                        </p:tav>
                                        <p:tav tm="100000">
                                          <p:val>
                                            <p:strVal val="#ppt_x"/>
                                          </p:val>
                                        </p:tav>
                                      </p:tavLst>
                                    </p:anim>
                                    <p:animEffect transition="in" filter="wipe(right)">
                                      <p:cBhvr>
                                        <p:cTn id="15" dur="500"/>
                                        <p:tgtEl>
                                          <p:spTgt spid="22"/>
                                        </p:tgtEl>
                                      </p:cBhvr>
                                    </p:animEffect>
                                  </p:childTnLst>
                                </p:cTn>
                              </p:par>
                            </p:childTnLst>
                          </p:cTn>
                        </p:par>
                      </p:childTnLst>
                    </p:cTn>
                  </p:par>
                  <p:par>
                    <p:cTn id="16" fill="hold">
                      <p:stCondLst>
                        <p:cond delay="indefinite"/>
                      </p:stCondLst>
                      <p:childTnLst>
                        <p:par>
                          <p:cTn id="17" fill="hold">
                            <p:stCondLst>
                              <p:cond delay="0"/>
                            </p:stCondLst>
                            <p:childTnLst>
                              <p:par>
                                <p:cTn id="18" presetID="22" presetClass="entr" presetSubtype="2" fill="hold" nodeType="clickEffect">
                                  <p:stCondLst>
                                    <p:cond delay="0"/>
                                  </p:stCondLst>
                                  <p:childTnLst>
                                    <p:set>
                                      <p:cBhvr>
                                        <p:cTn id="19" dur="1" fill="hold">
                                          <p:stCondLst>
                                            <p:cond delay="0"/>
                                          </p:stCondLst>
                                        </p:cTn>
                                        <p:tgtEl>
                                          <p:spTgt spid="16"/>
                                        </p:tgtEl>
                                        <p:attrNameLst>
                                          <p:attrName>style.visibility</p:attrName>
                                        </p:attrNameLst>
                                      </p:cBhvr>
                                      <p:to>
                                        <p:strVal val="visible"/>
                                      </p:to>
                                    </p:set>
                                    <p:animEffect transition="in" filter="wipe(right)">
                                      <p:cBhvr>
                                        <p:cTn id="20" dur="1000"/>
                                        <p:tgtEl>
                                          <p:spTgt spid="16"/>
                                        </p:tgtEl>
                                      </p:cBhvr>
                                    </p:animEffect>
                                  </p:childTnLst>
                                </p:cTn>
                              </p:par>
                            </p:childTnLst>
                          </p:cTn>
                        </p:par>
                      </p:childTnLst>
                    </p:cTn>
                  </p:par>
                  <p:par>
                    <p:cTn id="21" fill="hold">
                      <p:stCondLst>
                        <p:cond delay="indefinite"/>
                      </p:stCondLst>
                      <p:childTnLst>
                        <p:par>
                          <p:cTn id="22" fill="hold">
                            <p:stCondLst>
                              <p:cond delay="0"/>
                            </p:stCondLst>
                            <p:childTnLst>
                              <p:par>
                                <p:cTn id="23" presetID="22" presetClass="entr" presetSubtype="8" fill="hold" nodeType="clickEffect">
                                  <p:stCondLst>
                                    <p:cond delay="0"/>
                                  </p:stCondLst>
                                  <p:childTnLst>
                                    <p:set>
                                      <p:cBhvr>
                                        <p:cTn id="24" dur="1" fill="hold">
                                          <p:stCondLst>
                                            <p:cond delay="0"/>
                                          </p:stCondLst>
                                        </p:cTn>
                                        <p:tgtEl>
                                          <p:spTgt spid="29"/>
                                        </p:tgtEl>
                                        <p:attrNameLst>
                                          <p:attrName>style.visibility</p:attrName>
                                        </p:attrNameLst>
                                      </p:cBhvr>
                                      <p:to>
                                        <p:strVal val="visible"/>
                                      </p:to>
                                    </p:set>
                                    <p:animEffect transition="in" filter="wipe(left)">
                                      <p:cBhvr>
                                        <p:cTn id="25" dur="1000"/>
                                        <p:tgtEl>
                                          <p:spTgt spid="29"/>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2" grpId="0"/>
      <p:bldP spid="21" grpId="0" animBg="1"/>
    </p:bldLst>
  </p:timing>
</p:sld>
</file>

<file path=ppt/slides/slide2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4" name="组合 3">
            <a:extLst>
              <a:ext uri="{FF2B5EF4-FFF2-40B4-BE49-F238E27FC236}">
                <a16:creationId xmlns:a16="http://schemas.microsoft.com/office/drawing/2014/main" id="{9A1EA9F2-FCB6-48C3-935F-7AE7E3AD14AC}"/>
              </a:ext>
            </a:extLst>
          </p:cNvPr>
          <p:cNvGrpSpPr/>
          <p:nvPr/>
        </p:nvGrpSpPr>
        <p:grpSpPr>
          <a:xfrm>
            <a:off x="304800" y="749300"/>
            <a:ext cx="6192344" cy="400110"/>
            <a:chOff x="424117" y="898245"/>
            <a:chExt cx="6192344" cy="400110"/>
          </a:xfrm>
        </p:grpSpPr>
        <p:sp>
          <p:nvSpPr>
            <p:cNvPr id="2" name="平行四边形 1">
              <a:extLst>
                <a:ext uri="{FF2B5EF4-FFF2-40B4-BE49-F238E27FC236}">
                  <a16:creationId xmlns:a16="http://schemas.microsoft.com/office/drawing/2014/main" id="{1F5BAA3F-9845-4F89-A2DD-8222D3E4EDAC}"/>
                </a:ext>
              </a:extLst>
            </p:cNvPr>
            <p:cNvSpPr/>
            <p:nvPr/>
          </p:nvSpPr>
          <p:spPr>
            <a:xfrm>
              <a:off x="424117" y="898245"/>
              <a:ext cx="628306" cy="387090"/>
            </a:xfrm>
            <a:prstGeom prst="parallelogram">
              <a:avLst/>
            </a:prstGeom>
            <a:solidFill>
              <a:schemeClr val="accent3">
                <a:lumMod val="75000"/>
              </a:schemeClr>
            </a:solidFill>
            <a:ln>
              <a:solidFill>
                <a:schemeClr val="accent3">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CN" sz="2200" dirty="0">
                  <a:latin typeface="Impact" panose="020B0806030902050204" pitchFamily="34" charset="0"/>
                </a:rPr>
                <a:t>01</a:t>
              </a:r>
              <a:endParaRPr lang="zh-CN" altLang="en-US" sz="2200" dirty="0">
                <a:latin typeface="Impact" panose="020B0806030902050204" pitchFamily="34" charset="0"/>
              </a:endParaRPr>
            </a:p>
          </p:txBody>
        </p:sp>
        <p:sp>
          <p:nvSpPr>
            <p:cNvPr id="3" name="文本框 2">
              <a:extLst>
                <a:ext uri="{FF2B5EF4-FFF2-40B4-BE49-F238E27FC236}">
                  <a16:creationId xmlns:a16="http://schemas.microsoft.com/office/drawing/2014/main" id="{4D6BD736-A4D3-4F26-AFED-36E11F50F70B}"/>
                </a:ext>
              </a:extLst>
            </p:cNvPr>
            <p:cNvSpPr txBox="1"/>
            <p:nvPr/>
          </p:nvSpPr>
          <p:spPr>
            <a:xfrm>
              <a:off x="1052423" y="898245"/>
              <a:ext cx="5564038" cy="400110"/>
            </a:xfrm>
            <a:prstGeom prst="rect">
              <a:avLst/>
            </a:prstGeom>
            <a:noFill/>
          </p:spPr>
          <p:txBody>
            <a:bodyPr wrap="square" rtlCol="0">
              <a:spAutoFit/>
            </a:bodyPr>
            <a:lstStyle/>
            <a:p>
              <a:r>
                <a:rPr lang="zh-CN" altLang="en-US" sz="2000" b="1" dirty="0"/>
                <a:t>数据链路层的三个重要问题</a:t>
              </a:r>
            </a:p>
          </p:txBody>
        </p:sp>
      </p:grpSp>
      <p:sp>
        <p:nvSpPr>
          <p:cNvPr id="5" name="矩形 4">
            <a:extLst>
              <a:ext uri="{FF2B5EF4-FFF2-40B4-BE49-F238E27FC236}">
                <a16:creationId xmlns:a16="http://schemas.microsoft.com/office/drawing/2014/main" id="{FB4CC4FA-7CCC-41E1-871B-4977F1E17651}"/>
              </a:ext>
            </a:extLst>
          </p:cNvPr>
          <p:cNvSpPr/>
          <p:nvPr/>
        </p:nvSpPr>
        <p:spPr>
          <a:xfrm>
            <a:off x="1033908" y="1599294"/>
            <a:ext cx="2761840" cy="1394623"/>
          </a:xfrm>
          <a:prstGeom prst="rect">
            <a:avLst/>
          </a:prstGeom>
          <a:solidFill>
            <a:schemeClr val="accent3">
              <a:lumMod val="75000"/>
            </a:schemeClr>
          </a:solidFill>
          <a:ln>
            <a:solidFill>
              <a:schemeClr val="accent3">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zh-CN" altLang="en-US" sz="2000" b="1" dirty="0"/>
              <a:t>封装成帧和透明传输</a:t>
            </a:r>
          </a:p>
        </p:txBody>
      </p:sp>
      <p:sp>
        <p:nvSpPr>
          <p:cNvPr id="6" name="矩形 5">
            <a:extLst>
              <a:ext uri="{FF2B5EF4-FFF2-40B4-BE49-F238E27FC236}">
                <a16:creationId xmlns:a16="http://schemas.microsoft.com/office/drawing/2014/main" id="{92ED85A3-B968-4E31-8330-9F6C05F07C2A}"/>
              </a:ext>
            </a:extLst>
          </p:cNvPr>
          <p:cNvSpPr/>
          <p:nvPr/>
        </p:nvSpPr>
        <p:spPr>
          <a:xfrm>
            <a:off x="1033908" y="3218859"/>
            <a:ext cx="2761840" cy="1394623"/>
          </a:xfrm>
          <a:prstGeom prst="rect">
            <a:avLst/>
          </a:prstGeom>
          <a:solidFill>
            <a:schemeClr val="accent3">
              <a:lumMod val="75000"/>
            </a:schemeClr>
          </a:solidFill>
          <a:ln>
            <a:solidFill>
              <a:schemeClr val="accent3">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zh-CN" altLang="en-US" sz="2000" b="1" dirty="0"/>
              <a:t>差错检测</a:t>
            </a:r>
          </a:p>
        </p:txBody>
      </p:sp>
      <p:sp>
        <p:nvSpPr>
          <p:cNvPr id="7" name="矩形 6">
            <a:extLst>
              <a:ext uri="{FF2B5EF4-FFF2-40B4-BE49-F238E27FC236}">
                <a16:creationId xmlns:a16="http://schemas.microsoft.com/office/drawing/2014/main" id="{ACEE140B-8012-4836-ABCF-1D94605747E5}"/>
              </a:ext>
            </a:extLst>
          </p:cNvPr>
          <p:cNvSpPr/>
          <p:nvPr/>
        </p:nvSpPr>
        <p:spPr>
          <a:xfrm>
            <a:off x="1033908" y="4838425"/>
            <a:ext cx="2761840" cy="1394623"/>
          </a:xfrm>
          <a:prstGeom prst="rect">
            <a:avLst/>
          </a:prstGeom>
          <a:solidFill>
            <a:schemeClr val="accent3">
              <a:lumMod val="75000"/>
            </a:schemeClr>
          </a:solidFill>
          <a:ln>
            <a:solidFill>
              <a:schemeClr val="accent3">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zh-CN" altLang="en-US" sz="2000" b="1" dirty="0"/>
              <a:t>可靠传输</a:t>
            </a:r>
          </a:p>
        </p:txBody>
      </p:sp>
      <p:grpSp>
        <p:nvGrpSpPr>
          <p:cNvPr id="13" name="组合 12">
            <a:extLst>
              <a:ext uri="{FF2B5EF4-FFF2-40B4-BE49-F238E27FC236}">
                <a16:creationId xmlns:a16="http://schemas.microsoft.com/office/drawing/2014/main" id="{FBF26B64-CD7E-4ADD-B9DB-417F10AA0F8E}"/>
              </a:ext>
            </a:extLst>
          </p:cNvPr>
          <p:cNvGrpSpPr/>
          <p:nvPr/>
        </p:nvGrpSpPr>
        <p:grpSpPr>
          <a:xfrm>
            <a:off x="3795748" y="1599294"/>
            <a:ext cx="7630963" cy="4633754"/>
            <a:chOff x="3795748" y="1599294"/>
            <a:chExt cx="7630963" cy="4633754"/>
          </a:xfrm>
        </p:grpSpPr>
        <p:sp>
          <p:nvSpPr>
            <p:cNvPr id="10" name="矩形 9">
              <a:extLst>
                <a:ext uri="{FF2B5EF4-FFF2-40B4-BE49-F238E27FC236}">
                  <a16:creationId xmlns:a16="http://schemas.microsoft.com/office/drawing/2014/main" id="{5E5A6A4E-48D4-45F5-848F-F6510DB2114F}"/>
                </a:ext>
              </a:extLst>
            </p:cNvPr>
            <p:cNvSpPr/>
            <p:nvPr/>
          </p:nvSpPr>
          <p:spPr>
            <a:xfrm>
              <a:off x="3795748" y="1599294"/>
              <a:ext cx="7630963" cy="1394622"/>
            </a:xfrm>
            <a:prstGeom prst="rect">
              <a:avLst/>
            </a:prstGeom>
            <a:noFill/>
            <a:ln>
              <a:solidFill>
                <a:schemeClr val="accent3">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11" name="矩形 10">
              <a:extLst>
                <a:ext uri="{FF2B5EF4-FFF2-40B4-BE49-F238E27FC236}">
                  <a16:creationId xmlns:a16="http://schemas.microsoft.com/office/drawing/2014/main" id="{3F315F13-91DC-4054-95DA-0B610ECCF0F9}"/>
                </a:ext>
              </a:extLst>
            </p:cNvPr>
            <p:cNvSpPr/>
            <p:nvPr/>
          </p:nvSpPr>
          <p:spPr>
            <a:xfrm>
              <a:off x="3963497" y="1775636"/>
              <a:ext cx="197352" cy="197352"/>
            </a:xfrm>
            <a:prstGeom prst="rect">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12" name="文本框 11">
              <a:extLst>
                <a:ext uri="{FF2B5EF4-FFF2-40B4-BE49-F238E27FC236}">
                  <a16:creationId xmlns:a16="http://schemas.microsoft.com/office/drawing/2014/main" id="{1BC51CE9-EA3E-4B10-B6FE-3293314672B4}"/>
                </a:ext>
              </a:extLst>
            </p:cNvPr>
            <p:cNvSpPr txBox="1"/>
            <p:nvPr/>
          </p:nvSpPr>
          <p:spPr>
            <a:xfrm>
              <a:off x="4224988" y="1680600"/>
              <a:ext cx="7137583" cy="584775"/>
            </a:xfrm>
            <a:prstGeom prst="rect">
              <a:avLst/>
            </a:prstGeom>
            <a:noFill/>
          </p:spPr>
          <p:txBody>
            <a:bodyPr wrap="square" rtlCol="0">
              <a:spAutoFit/>
            </a:bodyPr>
            <a:lstStyle/>
            <a:p>
              <a:r>
                <a:rPr lang="zh-CN" altLang="en-US" sz="1600" b="1" dirty="0"/>
                <a:t>数据链路层给上层交付下来的协议数据单元</a:t>
              </a:r>
              <a:r>
                <a:rPr lang="en-US" altLang="zh-CN" sz="1600" b="1" dirty="0"/>
                <a:t>PDU</a:t>
              </a:r>
              <a:r>
                <a:rPr lang="zh-CN" altLang="en-US" sz="1600" b="1" dirty="0"/>
                <a:t>添加帧首部和帧尾部，这称为封装成帧。</a:t>
              </a:r>
            </a:p>
          </p:txBody>
        </p:sp>
        <p:sp>
          <p:nvSpPr>
            <p:cNvPr id="30" name="矩形 29">
              <a:extLst>
                <a:ext uri="{FF2B5EF4-FFF2-40B4-BE49-F238E27FC236}">
                  <a16:creationId xmlns:a16="http://schemas.microsoft.com/office/drawing/2014/main" id="{A5096BAF-9981-478F-BC8E-06770BBB592B}"/>
                </a:ext>
              </a:extLst>
            </p:cNvPr>
            <p:cNvSpPr/>
            <p:nvPr/>
          </p:nvSpPr>
          <p:spPr>
            <a:xfrm>
              <a:off x="3963497" y="2432294"/>
              <a:ext cx="197352" cy="197352"/>
            </a:xfrm>
            <a:prstGeom prst="rect">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31" name="文本框 30">
              <a:extLst>
                <a:ext uri="{FF2B5EF4-FFF2-40B4-BE49-F238E27FC236}">
                  <a16:creationId xmlns:a16="http://schemas.microsoft.com/office/drawing/2014/main" id="{AAB214F2-75F2-4FDE-8257-0BF053CE7039}"/>
                </a:ext>
              </a:extLst>
            </p:cNvPr>
            <p:cNvSpPr txBox="1"/>
            <p:nvPr/>
          </p:nvSpPr>
          <p:spPr>
            <a:xfrm>
              <a:off x="4224988" y="2337258"/>
              <a:ext cx="7137583" cy="584775"/>
            </a:xfrm>
            <a:prstGeom prst="rect">
              <a:avLst/>
            </a:prstGeom>
            <a:noFill/>
          </p:spPr>
          <p:txBody>
            <a:bodyPr wrap="square" rtlCol="0">
              <a:spAutoFit/>
            </a:bodyPr>
            <a:lstStyle/>
            <a:p>
              <a:r>
                <a:rPr lang="zh-CN" altLang="en-US" sz="1600" b="1" dirty="0"/>
                <a:t>如果能够采取措施，使得数据链路层对上层交付的</a:t>
              </a:r>
              <a:r>
                <a:rPr lang="en-US" altLang="zh-CN" sz="1600" b="1" dirty="0"/>
                <a:t>PDU</a:t>
              </a:r>
              <a:r>
                <a:rPr lang="zh-CN" altLang="en-US" sz="1600" b="1" dirty="0"/>
                <a:t>的内容没有任何限制，就好像数据链路层不存在一样，就称其为透明传输。</a:t>
              </a:r>
            </a:p>
          </p:txBody>
        </p:sp>
        <p:sp>
          <p:nvSpPr>
            <p:cNvPr id="33" name="矩形 32">
              <a:extLst>
                <a:ext uri="{FF2B5EF4-FFF2-40B4-BE49-F238E27FC236}">
                  <a16:creationId xmlns:a16="http://schemas.microsoft.com/office/drawing/2014/main" id="{507DE9C1-E4A9-430D-9244-EBC8577419DC}"/>
                </a:ext>
              </a:extLst>
            </p:cNvPr>
            <p:cNvSpPr/>
            <p:nvPr/>
          </p:nvSpPr>
          <p:spPr>
            <a:xfrm>
              <a:off x="3795748" y="3218860"/>
              <a:ext cx="7630963" cy="1394622"/>
            </a:xfrm>
            <a:prstGeom prst="rect">
              <a:avLst/>
            </a:prstGeom>
            <a:noFill/>
            <a:ln>
              <a:solidFill>
                <a:schemeClr val="accent3">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34" name="矩形 33">
              <a:extLst>
                <a:ext uri="{FF2B5EF4-FFF2-40B4-BE49-F238E27FC236}">
                  <a16:creationId xmlns:a16="http://schemas.microsoft.com/office/drawing/2014/main" id="{4B379A38-8DE0-4110-953C-F1F9CDA64509}"/>
                </a:ext>
              </a:extLst>
            </p:cNvPr>
            <p:cNvSpPr/>
            <p:nvPr/>
          </p:nvSpPr>
          <p:spPr>
            <a:xfrm>
              <a:off x="3963497" y="3395202"/>
              <a:ext cx="197352" cy="197352"/>
            </a:xfrm>
            <a:prstGeom prst="rect">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35" name="文本框 34">
              <a:extLst>
                <a:ext uri="{FF2B5EF4-FFF2-40B4-BE49-F238E27FC236}">
                  <a16:creationId xmlns:a16="http://schemas.microsoft.com/office/drawing/2014/main" id="{4A3FA9C9-44F8-4D63-A6FA-0E2CFD10508B}"/>
                </a:ext>
              </a:extLst>
            </p:cNvPr>
            <p:cNvSpPr txBox="1"/>
            <p:nvPr/>
          </p:nvSpPr>
          <p:spPr>
            <a:xfrm>
              <a:off x="4224988" y="3300166"/>
              <a:ext cx="7137583" cy="338554"/>
            </a:xfrm>
            <a:prstGeom prst="rect">
              <a:avLst/>
            </a:prstGeom>
            <a:noFill/>
          </p:spPr>
          <p:txBody>
            <a:bodyPr wrap="square" rtlCol="0">
              <a:spAutoFit/>
            </a:bodyPr>
            <a:lstStyle/>
            <a:p>
              <a:r>
                <a:rPr lang="zh-CN" altLang="en-US" sz="1600" b="1" dirty="0"/>
                <a:t>帧在传输的过程中可能出现误码。</a:t>
              </a:r>
            </a:p>
          </p:txBody>
        </p:sp>
        <p:sp>
          <p:nvSpPr>
            <p:cNvPr id="36" name="矩形 35">
              <a:extLst>
                <a:ext uri="{FF2B5EF4-FFF2-40B4-BE49-F238E27FC236}">
                  <a16:creationId xmlns:a16="http://schemas.microsoft.com/office/drawing/2014/main" id="{06F0422B-76ED-488D-BCB6-1A1C613A18A2}"/>
                </a:ext>
              </a:extLst>
            </p:cNvPr>
            <p:cNvSpPr/>
            <p:nvPr/>
          </p:nvSpPr>
          <p:spPr>
            <a:xfrm>
              <a:off x="3963497" y="4051860"/>
              <a:ext cx="197352" cy="197352"/>
            </a:xfrm>
            <a:prstGeom prst="rect">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37" name="文本框 36">
              <a:extLst>
                <a:ext uri="{FF2B5EF4-FFF2-40B4-BE49-F238E27FC236}">
                  <a16:creationId xmlns:a16="http://schemas.microsoft.com/office/drawing/2014/main" id="{5D786D57-D606-418B-ACF6-01EEF714E9C9}"/>
                </a:ext>
              </a:extLst>
            </p:cNvPr>
            <p:cNvSpPr txBox="1"/>
            <p:nvPr/>
          </p:nvSpPr>
          <p:spPr>
            <a:xfrm>
              <a:off x="4224988" y="3956824"/>
              <a:ext cx="7137583" cy="338554"/>
            </a:xfrm>
            <a:prstGeom prst="rect">
              <a:avLst/>
            </a:prstGeom>
            <a:noFill/>
          </p:spPr>
          <p:txBody>
            <a:bodyPr wrap="square" rtlCol="0">
              <a:spAutoFit/>
            </a:bodyPr>
            <a:lstStyle/>
            <a:p>
              <a:r>
                <a:rPr lang="zh-CN" altLang="en-US" sz="1600" b="1" dirty="0"/>
                <a:t>接收方根据发送方添加在帧尾部中的检错码，可以检测出帧是否出现了误码。</a:t>
              </a:r>
            </a:p>
          </p:txBody>
        </p:sp>
        <p:sp>
          <p:nvSpPr>
            <p:cNvPr id="38" name="矩形 37">
              <a:extLst>
                <a:ext uri="{FF2B5EF4-FFF2-40B4-BE49-F238E27FC236}">
                  <a16:creationId xmlns:a16="http://schemas.microsoft.com/office/drawing/2014/main" id="{CF4E21D4-2CC8-4682-8E27-F2B7C455EC96}"/>
                </a:ext>
              </a:extLst>
            </p:cNvPr>
            <p:cNvSpPr/>
            <p:nvPr/>
          </p:nvSpPr>
          <p:spPr>
            <a:xfrm>
              <a:off x="3795748" y="4838426"/>
              <a:ext cx="7630963" cy="1394622"/>
            </a:xfrm>
            <a:prstGeom prst="rect">
              <a:avLst/>
            </a:prstGeom>
            <a:noFill/>
            <a:ln>
              <a:solidFill>
                <a:schemeClr val="accent3">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39" name="矩形 38">
              <a:extLst>
                <a:ext uri="{FF2B5EF4-FFF2-40B4-BE49-F238E27FC236}">
                  <a16:creationId xmlns:a16="http://schemas.microsoft.com/office/drawing/2014/main" id="{1809CF30-C644-484D-B828-313B72E473B2}"/>
                </a:ext>
              </a:extLst>
            </p:cNvPr>
            <p:cNvSpPr/>
            <p:nvPr/>
          </p:nvSpPr>
          <p:spPr>
            <a:xfrm>
              <a:off x="3963497" y="5014768"/>
              <a:ext cx="197352" cy="197352"/>
            </a:xfrm>
            <a:prstGeom prst="rect">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40" name="文本框 39">
              <a:extLst>
                <a:ext uri="{FF2B5EF4-FFF2-40B4-BE49-F238E27FC236}">
                  <a16:creationId xmlns:a16="http://schemas.microsoft.com/office/drawing/2014/main" id="{A2CE5D2B-9C8F-4CC5-B9BF-EE430C26757A}"/>
                </a:ext>
              </a:extLst>
            </p:cNvPr>
            <p:cNvSpPr txBox="1"/>
            <p:nvPr/>
          </p:nvSpPr>
          <p:spPr>
            <a:xfrm>
              <a:off x="4224988" y="4919732"/>
              <a:ext cx="7137583" cy="584775"/>
            </a:xfrm>
            <a:prstGeom prst="rect">
              <a:avLst/>
            </a:prstGeom>
            <a:noFill/>
          </p:spPr>
          <p:txBody>
            <a:bodyPr wrap="square" rtlCol="0">
              <a:spAutoFit/>
            </a:bodyPr>
            <a:lstStyle/>
            <a:p>
              <a:r>
                <a:rPr lang="zh-CN" altLang="en-US" sz="1600" b="1" dirty="0"/>
                <a:t>不可靠传输服务：收到有误码的帧，直接丢弃，其他什么也不做；未收到发送方发送的帧，也不进行任何处理。</a:t>
              </a:r>
            </a:p>
          </p:txBody>
        </p:sp>
        <p:sp>
          <p:nvSpPr>
            <p:cNvPr id="41" name="矩形 40">
              <a:extLst>
                <a:ext uri="{FF2B5EF4-FFF2-40B4-BE49-F238E27FC236}">
                  <a16:creationId xmlns:a16="http://schemas.microsoft.com/office/drawing/2014/main" id="{264B90BC-3C26-4291-95DE-00D40144147E}"/>
                </a:ext>
              </a:extLst>
            </p:cNvPr>
            <p:cNvSpPr/>
            <p:nvPr/>
          </p:nvSpPr>
          <p:spPr>
            <a:xfrm>
              <a:off x="3963497" y="5671426"/>
              <a:ext cx="197352" cy="197352"/>
            </a:xfrm>
            <a:prstGeom prst="rect">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42" name="文本框 41">
              <a:extLst>
                <a:ext uri="{FF2B5EF4-FFF2-40B4-BE49-F238E27FC236}">
                  <a16:creationId xmlns:a16="http://schemas.microsoft.com/office/drawing/2014/main" id="{079855DC-C1C3-467A-A4A2-E1B3124B4DB5}"/>
                </a:ext>
              </a:extLst>
            </p:cNvPr>
            <p:cNvSpPr txBox="1"/>
            <p:nvPr/>
          </p:nvSpPr>
          <p:spPr>
            <a:xfrm>
              <a:off x="4224988" y="5576390"/>
              <a:ext cx="7137583" cy="338554"/>
            </a:xfrm>
            <a:prstGeom prst="rect">
              <a:avLst/>
            </a:prstGeom>
            <a:noFill/>
          </p:spPr>
          <p:txBody>
            <a:bodyPr wrap="square" rtlCol="0">
              <a:spAutoFit/>
            </a:bodyPr>
            <a:lstStyle/>
            <a:p>
              <a:r>
                <a:rPr lang="zh-CN" altLang="en-US" sz="1600" b="1" dirty="0"/>
                <a:t>可靠传输服务：实现发送方发送什么，接收方最终都能正确收到。</a:t>
              </a:r>
            </a:p>
          </p:txBody>
        </p:sp>
      </p:grpSp>
    </p:spTree>
    <p:custDataLst>
      <p:tags r:id="rId1"/>
    </p:custDataLst>
    <p:extLst>
      <p:ext uri="{BB962C8B-B14F-4D97-AF65-F5344CB8AC3E}">
        <p14:creationId xmlns:p14="http://schemas.microsoft.com/office/powerpoint/2010/main" val="1657806382"/>
      </p:ext>
    </p:extLst>
  </p:cSld>
  <p:clrMapOvr>
    <a:masterClrMapping/>
  </p:clrMapOvr>
  <mc:AlternateContent xmlns:mc="http://schemas.openxmlformats.org/markup-compatibility/2006" xmlns:p159="http://schemas.microsoft.com/office/powerpoint/2015/09/main">
    <mc:Choice Requires="p159">
      <p:transition spd="slow">
        <p159:morph option="byObject"/>
      </p:transition>
    </mc:Choice>
    <mc:Fallback xmlns="">
      <p:transition spd="slow">
        <p:fade/>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2" presetClass="entr" presetSubtype="8" fill="hold" nodeType="withEffect">
                                  <p:stCondLst>
                                    <p:cond delay="0"/>
                                  </p:stCondLst>
                                  <p:childTnLst>
                                    <p:set>
                                      <p:cBhvr>
                                        <p:cTn id="6" dur="1" fill="hold">
                                          <p:stCondLst>
                                            <p:cond delay="0"/>
                                          </p:stCondLst>
                                        </p:cTn>
                                        <p:tgtEl>
                                          <p:spTgt spid="13"/>
                                        </p:tgtEl>
                                        <p:attrNameLst>
                                          <p:attrName>style.visibility</p:attrName>
                                        </p:attrNameLst>
                                      </p:cBhvr>
                                      <p:to>
                                        <p:strVal val="visible"/>
                                      </p:to>
                                    </p:set>
                                    <p:animEffect transition="in" filter="wipe(left)">
                                      <p:cBhvr>
                                        <p:cTn id="7" dur="1000"/>
                                        <p:tgtEl>
                                          <p:spTgt spid="13"/>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2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3" name="组合 2">
            <a:extLst>
              <a:ext uri="{FF2B5EF4-FFF2-40B4-BE49-F238E27FC236}">
                <a16:creationId xmlns:a16="http://schemas.microsoft.com/office/drawing/2014/main" id="{EC90BE10-D9B4-A4DD-2F61-2C5491F21E3B}"/>
              </a:ext>
            </a:extLst>
          </p:cNvPr>
          <p:cNvGrpSpPr/>
          <p:nvPr/>
        </p:nvGrpSpPr>
        <p:grpSpPr>
          <a:xfrm>
            <a:off x="3287664" y="1188116"/>
            <a:ext cx="4965032" cy="2606668"/>
            <a:chOff x="3885540" y="1188116"/>
            <a:chExt cx="4965032" cy="2606668"/>
          </a:xfrm>
        </p:grpSpPr>
        <p:sp>
          <p:nvSpPr>
            <p:cNvPr id="12" name="íşlïḍè"/>
            <p:cNvSpPr txBox="1"/>
            <p:nvPr/>
          </p:nvSpPr>
          <p:spPr>
            <a:xfrm>
              <a:off x="4563496" y="1188116"/>
              <a:ext cx="4287076" cy="419100"/>
            </a:xfrm>
            <a:prstGeom prst="rect">
              <a:avLst/>
            </a:prstGeom>
            <a:noFill/>
          </p:spPr>
          <p:txBody>
            <a:bodyPr wrap="square" lIns="91440" tIns="45720" rIns="91440" bIns="45720" anchor="ctr">
              <a:noAutofit/>
            </a:bodyPr>
            <a:lstStyle/>
            <a:p>
              <a:pPr algn="ctr"/>
              <a:r>
                <a:rPr lang="en-US" altLang="zh-CN" sz="2400" b="1" dirty="0"/>
                <a:t>3.2.1 </a:t>
              </a:r>
              <a:r>
                <a:rPr lang="zh-CN" altLang="en-US" sz="2400" b="1" dirty="0"/>
                <a:t>封装成帧和透明传输</a:t>
              </a:r>
              <a:endParaRPr lang="en-US" altLang="zh-CN" sz="2400" b="1" dirty="0"/>
            </a:p>
          </p:txBody>
        </p:sp>
        <p:grpSp>
          <p:nvGrpSpPr>
            <p:cNvPr id="6" name="组合 5"/>
            <p:cNvGrpSpPr/>
            <p:nvPr/>
          </p:nvGrpSpPr>
          <p:grpSpPr>
            <a:xfrm>
              <a:off x="3885540" y="2010058"/>
              <a:ext cx="4962513" cy="595554"/>
              <a:chOff x="1912019" y="2200834"/>
              <a:chExt cx="4962513" cy="595554"/>
            </a:xfrm>
          </p:grpSpPr>
          <p:sp>
            <p:nvSpPr>
              <p:cNvPr id="5" name="平行四边形 4"/>
              <p:cNvSpPr/>
              <p:nvPr/>
            </p:nvSpPr>
            <p:spPr>
              <a:xfrm>
                <a:off x="1912019" y="2200834"/>
                <a:ext cx="828092" cy="595554"/>
              </a:xfrm>
              <a:prstGeom prst="parallelogram">
                <a:avLst/>
              </a:prstGeom>
              <a:solidFill>
                <a:schemeClr val="accent3">
                  <a:lumMod val="75000"/>
                </a:schemeClr>
              </a:solidFill>
              <a:ln>
                <a:solidFill>
                  <a:schemeClr val="accent3">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CN" sz="2800" dirty="0">
                    <a:latin typeface="Impact" panose="020B0806030902050204" pitchFamily="34" charset="0"/>
                  </a:rPr>
                  <a:t>01</a:t>
                </a:r>
                <a:endParaRPr lang="zh-CN" altLang="en-US" sz="2800" dirty="0">
                  <a:latin typeface="Impact" panose="020B0806030902050204" pitchFamily="34" charset="0"/>
                </a:endParaRPr>
              </a:p>
            </p:txBody>
          </p:sp>
          <p:sp>
            <p:nvSpPr>
              <p:cNvPr id="25" name="平行四边形 24"/>
              <p:cNvSpPr/>
              <p:nvPr/>
            </p:nvSpPr>
            <p:spPr>
              <a:xfrm>
                <a:off x="2587456" y="2200834"/>
                <a:ext cx="4287076" cy="595554"/>
              </a:xfrm>
              <a:prstGeom prst="parallelogram">
                <a:avLst/>
              </a:prstGeom>
              <a:noFill/>
              <a:ln>
                <a:solidFill>
                  <a:schemeClr val="accent3">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r>
                  <a:rPr lang="zh-CN" altLang="en-US" sz="2200" b="1" dirty="0">
                    <a:solidFill>
                      <a:schemeClr val="tx1"/>
                    </a:solidFill>
                    <a:latin typeface="Impact" panose="020B0806030902050204" pitchFamily="34" charset="0"/>
                  </a:rPr>
                  <a:t>封装成帧</a:t>
                </a:r>
              </a:p>
            </p:txBody>
          </p:sp>
        </p:grpSp>
        <p:grpSp>
          <p:nvGrpSpPr>
            <p:cNvPr id="32" name="组合 31"/>
            <p:cNvGrpSpPr/>
            <p:nvPr/>
          </p:nvGrpSpPr>
          <p:grpSpPr>
            <a:xfrm>
              <a:off x="3885540" y="3199230"/>
              <a:ext cx="4962511" cy="595554"/>
              <a:chOff x="1912018" y="3390006"/>
              <a:chExt cx="4962511" cy="595554"/>
            </a:xfrm>
          </p:grpSpPr>
          <p:sp>
            <p:nvSpPr>
              <p:cNvPr id="27" name="平行四边形 26"/>
              <p:cNvSpPr/>
              <p:nvPr/>
            </p:nvSpPr>
            <p:spPr>
              <a:xfrm>
                <a:off x="1912018" y="3390006"/>
                <a:ext cx="828092" cy="595554"/>
              </a:xfrm>
              <a:prstGeom prst="parallelogram">
                <a:avLst/>
              </a:prstGeom>
              <a:solidFill>
                <a:schemeClr val="accent3">
                  <a:lumMod val="75000"/>
                </a:schemeClr>
              </a:solidFill>
              <a:ln>
                <a:solidFill>
                  <a:schemeClr val="accent3">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CN" sz="2800" dirty="0">
                    <a:latin typeface="Impact" panose="020B0806030902050204" pitchFamily="34" charset="0"/>
                  </a:rPr>
                  <a:t>02</a:t>
                </a:r>
                <a:endParaRPr lang="zh-CN" altLang="en-US" sz="2800" dirty="0">
                  <a:latin typeface="Impact" panose="020B0806030902050204" pitchFamily="34" charset="0"/>
                </a:endParaRPr>
              </a:p>
            </p:txBody>
          </p:sp>
          <p:sp>
            <p:nvSpPr>
              <p:cNvPr id="28" name="平行四边形 27"/>
              <p:cNvSpPr/>
              <p:nvPr/>
            </p:nvSpPr>
            <p:spPr>
              <a:xfrm>
                <a:off x="2587454" y="3390006"/>
                <a:ext cx="4287075" cy="595554"/>
              </a:xfrm>
              <a:prstGeom prst="parallelogram">
                <a:avLst/>
              </a:prstGeom>
              <a:noFill/>
              <a:ln>
                <a:solidFill>
                  <a:schemeClr val="accent3">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r>
                  <a:rPr lang="zh-CN" altLang="en-US" sz="2200" b="1" dirty="0">
                    <a:solidFill>
                      <a:schemeClr val="tx1"/>
                    </a:solidFill>
                    <a:latin typeface="Impact" panose="020B0806030902050204" pitchFamily="34" charset="0"/>
                  </a:rPr>
                  <a:t>透明传输</a:t>
                </a:r>
              </a:p>
            </p:txBody>
          </p:sp>
        </p:grpSp>
      </p:grpSp>
    </p:spTree>
    <p:extLst>
      <p:ext uri="{BB962C8B-B14F-4D97-AF65-F5344CB8AC3E}">
        <p14:creationId xmlns:p14="http://schemas.microsoft.com/office/powerpoint/2010/main" val="1266110425"/>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42" presetClass="entr" presetSubtype="0" fill="hold" nodeType="withEffect">
                                  <p:stCondLst>
                                    <p:cond delay="0"/>
                                  </p:stCondLst>
                                  <p:childTnLst>
                                    <p:set>
                                      <p:cBhvr>
                                        <p:cTn id="6" dur="1" fill="hold">
                                          <p:stCondLst>
                                            <p:cond delay="0"/>
                                          </p:stCondLst>
                                        </p:cTn>
                                        <p:tgtEl>
                                          <p:spTgt spid="3"/>
                                        </p:tgtEl>
                                        <p:attrNameLst>
                                          <p:attrName>style.visibility</p:attrName>
                                        </p:attrNameLst>
                                      </p:cBhvr>
                                      <p:to>
                                        <p:strVal val="visible"/>
                                      </p:to>
                                    </p:set>
                                    <p:animEffect transition="in" filter="fade">
                                      <p:cBhvr>
                                        <p:cTn id="7" dur="1000"/>
                                        <p:tgtEl>
                                          <p:spTgt spid="3"/>
                                        </p:tgtEl>
                                      </p:cBhvr>
                                    </p:animEffect>
                                    <p:anim calcmode="lin" valueType="num">
                                      <p:cBhvr>
                                        <p:cTn id="8" dur="1000" fill="hold"/>
                                        <p:tgtEl>
                                          <p:spTgt spid="3"/>
                                        </p:tgtEl>
                                        <p:attrNameLst>
                                          <p:attrName>ppt_x</p:attrName>
                                        </p:attrNameLst>
                                      </p:cBhvr>
                                      <p:tavLst>
                                        <p:tav tm="0">
                                          <p:val>
                                            <p:strVal val="#ppt_x"/>
                                          </p:val>
                                        </p:tav>
                                        <p:tav tm="100000">
                                          <p:val>
                                            <p:strVal val="#ppt_x"/>
                                          </p:val>
                                        </p:tav>
                                      </p:tavLst>
                                    </p:anim>
                                    <p:anim calcmode="lin" valueType="num">
                                      <p:cBhvr>
                                        <p:cTn id="9" dur="1000" fill="hold"/>
                                        <p:tgtEl>
                                          <p:spTgt spid="3"/>
                                        </p:tgtEl>
                                        <p:attrNameLst>
                                          <p:attrName>ppt_y</p:attrName>
                                        </p:attrNameLst>
                                      </p:cBhvr>
                                      <p:tavLst>
                                        <p:tav tm="0">
                                          <p:val>
                                            <p:strVal val="#ppt_y+.1"/>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3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4" name="组合 3">
            <a:extLst>
              <a:ext uri="{FF2B5EF4-FFF2-40B4-BE49-F238E27FC236}">
                <a16:creationId xmlns:a16="http://schemas.microsoft.com/office/drawing/2014/main" id="{9A1EA9F2-FCB6-48C3-935F-7AE7E3AD14AC}"/>
              </a:ext>
            </a:extLst>
          </p:cNvPr>
          <p:cNvGrpSpPr/>
          <p:nvPr/>
        </p:nvGrpSpPr>
        <p:grpSpPr>
          <a:xfrm>
            <a:off x="304800" y="749300"/>
            <a:ext cx="6192344" cy="400110"/>
            <a:chOff x="424117" y="898245"/>
            <a:chExt cx="6192344" cy="400110"/>
          </a:xfrm>
        </p:grpSpPr>
        <p:sp>
          <p:nvSpPr>
            <p:cNvPr id="2" name="平行四边形 1">
              <a:extLst>
                <a:ext uri="{FF2B5EF4-FFF2-40B4-BE49-F238E27FC236}">
                  <a16:creationId xmlns:a16="http://schemas.microsoft.com/office/drawing/2014/main" id="{1F5BAA3F-9845-4F89-A2DD-8222D3E4EDAC}"/>
                </a:ext>
              </a:extLst>
            </p:cNvPr>
            <p:cNvSpPr/>
            <p:nvPr/>
          </p:nvSpPr>
          <p:spPr>
            <a:xfrm>
              <a:off x="424117" y="898245"/>
              <a:ext cx="628306" cy="387090"/>
            </a:xfrm>
            <a:prstGeom prst="parallelogram">
              <a:avLst/>
            </a:prstGeom>
            <a:solidFill>
              <a:schemeClr val="accent3">
                <a:lumMod val="75000"/>
              </a:schemeClr>
            </a:solidFill>
            <a:ln>
              <a:solidFill>
                <a:schemeClr val="accent3">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CN" sz="2200" dirty="0">
                  <a:latin typeface="Impact" panose="020B0806030902050204" pitchFamily="34" charset="0"/>
                </a:rPr>
                <a:t>01</a:t>
              </a:r>
              <a:endParaRPr lang="zh-CN" altLang="en-US" sz="2200" dirty="0">
                <a:latin typeface="Impact" panose="020B0806030902050204" pitchFamily="34" charset="0"/>
              </a:endParaRPr>
            </a:p>
          </p:txBody>
        </p:sp>
        <p:sp>
          <p:nvSpPr>
            <p:cNvPr id="3" name="文本框 2">
              <a:extLst>
                <a:ext uri="{FF2B5EF4-FFF2-40B4-BE49-F238E27FC236}">
                  <a16:creationId xmlns:a16="http://schemas.microsoft.com/office/drawing/2014/main" id="{4D6BD736-A4D3-4F26-AFED-36E11F50F70B}"/>
                </a:ext>
              </a:extLst>
            </p:cNvPr>
            <p:cNvSpPr txBox="1"/>
            <p:nvPr/>
          </p:nvSpPr>
          <p:spPr>
            <a:xfrm>
              <a:off x="1052423" y="898245"/>
              <a:ext cx="5564038" cy="400110"/>
            </a:xfrm>
            <a:prstGeom prst="rect">
              <a:avLst/>
            </a:prstGeom>
            <a:noFill/>
          </p:spPr>
          <p:txBody>
            <a:bodyPr wrap="square" rtlCol="0">
              <a:spAutoFit/>
            </a:bodyPr>
            <a:lstStyle/>
            <a:p>
              <a:r>
                <a:rPr lang="zh-CN" altLang="en-US" sz="2000" b="1" dirty="0"/>
                <a:t>封装成帧</a:t>
              </a:r>
            </a:p>
          </p:txBody>
        </p:sp>
      </p:grpSp>
      <p:sp>
        <p:nvSpPr>
          <p:cNvPr id="8" name="矩形 7">
            <a:extLst>
              <a:ext uri="{FF2B5EF4-FFF2-40B4-BE49-F238E27FC236}">
                <a16:creationId xmlns:a16="http://schemas.microsoft.com/office/drawing/2014/main" id="{C7720255-4E6C-41B6-A880-D93377A356B5}"/>
              </a:ext>
            </a:extLst>
          </p:cNvPr>
          <p:cNvSpPr/>
          <p:nvPr/>
        </p:nvSpPr>
        <p:spPr>
          <a:xfrm>
            <a:off x="1016000" y="1297642"/>
            <a:ext cx="256976" cy="256976"/>
          </a:xfrm>
          <a:prstGeom prst="rect">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9" name="íşlïḍè">
            <a:extLst>
              <a:ext uri="{FF2B5EF4-FFF2-40B4-BE49-F238E27FC236}">
                <a16:creationId xmlns:a16="http://schemas.microsoft.com/office/drawing/2014/main" id="{1E3208DB-9CB5-439E-87A6-F640C77C2B32}"/>
              </a:ext>
            </a:extLst>
          </p:cNvPr>
          <p:cNvSpPr txBox="1"/>
          <p:nvPr/>
        </p:nvSpPr>
        <p:spPr>
          <a:xfrm>
            <a:off x="1333228" y="1297641"/>
            <a:ext cx="10494766" cy="256977"/>
          </a:xfrm>
          <a:prstGeom prst="rect">
            <a:avLst/>
          </a:prstGeom>
          <a:noFill/>
        </p:spPr>
        <p:txBody>
          <a:bodyPr wrap="square" lIns="91440" tIns="45720" rIns="91440" bIns="45720" anchor="ctr">
            <a:noAutofit/>
          </a:bodyPr>
          <a:lstStyle/>
          <a:p>
            <a:r>
              <a:rPr lang="zh-CN" altLang="en-US" b="1" dirty="0"/>
              <a:t>封装成帧是指数据链路层给上层交付下来的协议数据单元</a:t>
            </a:r>
            <a:r>
              <a:rPr lang="en-US" altLang="zh-CN" b="1" dirty="0"/>
              <a:t>PDU</a:t>
            </a:r>
            <a:r>
              <a:rPr lang="zh-CN" altLang="en-US" b="1" dirty="0"/>
              <a:t>添加一个首部和一个尾部，使之成为帧。</a:t>
            </a:r>
            <a:endParaRPr lang="en-US" altLang="zh-CN" b="1" dirty="0"/>
          </a:p>
        </p:txBody>
      </p:sp>
      <p:grpSp>
        <p:nvGrpSpPr>
          <p:cNvPr id="27" name="组合 26">
            <a:extLst>
              <a:ext uri="{FF2B5EF4-FFF2-40B4-BE49-F238E27FC236}">
                <a16:creationId xmlns:a16="http://schemas.microsoft.com/office/drawing/2014/main" id="{93F0E023-58E1-4A96-BCEE-FDB4152D9D06}"/>
              </a:ext>
            </a:extLst>
          </p:cNvPr>
          <p:cNvGrpSpPr/>
          <p:nvPr/>
        </p:nvGrpSpPr>
        <p:grpSpPr>
          <a:xfrm>
            <a:off x="304798" y="2487878"/>
            <a:ext cx="11582402" cy="3946283"/>
            <a:chOff x="304798" y="2487878"/>
            <a:chExt cx="11582402" cy="3946283"/>
          </a:xfrm>
        </p:grpSpPr>
        <p:grpSp>
          <p:nvGrpSpPr>
            <p:cNvPr id="12" name="组合 11">
              <a:extLst>
                <a:ext uri="{FF2B5EF4-FFF2-40B4-BE49-F238E27FC236}">
                  <a16:creationId xmlns:a16="http://schemas.microsoft.com/office/drawing/2014/main" id="{729F98DD-72CE-4BFD-B6C9-064DC872A4F3}"/>
                </a:ext>
              </a:extLst>
            </p:cNvPr>
            <p:cNvGrpSpPr/>
            <p:nvPr/>
          </p:nvGrpSpPr>
          <p:grpSpPr>
            <a:xfrm>
              <a:off x="601699" y="5793079"/>
              <a:ext cx="10940423" cy="641082"/>
              <a:chOff x="601699" y="5648354"/>
              <a:chExt cx="10940423" cy="641082"/>
            </a:xfrm>
          </p:grpSpPr>
          <p:cxnSp>
            <p:nvCxnSpPr>
              <p:cNvPr id="13" name="直接连接符 12">
                <a:extLst>
                  <a:ext uri="{FF2B5EF4-FFF2-40B4-BE49-F238E27FC236}">
                    <a16:creationId xmlns:a16="http://schemas.microsoft.com/office/drawing/2014/main" id="{B4602247-B2C9-4B7F-A891-6BF59A816B39}"/>
                  </a:ext>
                </a:extLst>
              </p:cNvPr>
              <p:cNvCxnSpPr>
                <a:cxnSpLocks/>
              </p:cNvCxnSpPr>
              <p:nvPr/>
            </p:nvCxnSpPr>
            <p:spPr>
              <a:xfrm>
                <a:off x="1143721" y="6126777"/>
                <a:ext cx="10027235"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pic>
            <p:nvPicPr>
              <p:cNvPr id="14" name="图形 13">
                <a:extLst>
                  <a:ext uri="{FF2B5EF4-FFF2-40B4-BE49-F238E27FC236}">
                    <a16:creationId xmlns:a16="http://schemas.microsoft.com/office/drawing/2014/main" id="{0C073D3C-1D33-455C-8B48-A444F0EB0405}"/>
                  </a:ext>
                </a:extLst>
              </p:cNvPr>
              <p:cNvPicPr>
                <a:picLocks noChangeAspect="1"/>
              </p:cNvPicPr>
              <p:nvPr/>
            </p:nvPicPr>
            <p:blipFill>
              <a:blip r:embed="rId3">
                <a:extLst>
                  <a:ext uri="{28A0092B-C50C-407E-A947-70E740481C1C}">
                    <a14:useLocalDpi xmlns:a14="http://schemas.microsoft.com/office/drawing/2010/main" val="0"/>
                  </a:ext>
                  <a:ext uri="{96DAC541-7B7A-43D3-8B79-37D633B846F1}">
                    <asvg:svgBlip xmlns:asvg="http://schemas.microsoft.com/office/drawing/2016/SVG/main" r:embed="rId4"/>
                  </a:ext>
                </a:extLst>
              </a:blip>
              <a:stretch>
                <a:fillRect/>
              </a:stretch>
            </p:blipFill>
            <p:spPr>
              <a:xfrm>
                <a:off x="601699" y="5648354"/>
                <a:ext cx="662814" cy="641082"/>
              </a:xfrm>
              <a:prstGeom prst="rect">
                <a:avLst/>
              </a:prstGeom>
            </p:spPr>
          </p:pic>
          <p:pic>
            <p:nvPicPr>
              <p:cNvPr id="15" name="图形 14">
                <a:extLst>
                  <a:ext uri="{FF2B5EF4-FFF2-40B4-BE49-F238E27FC236}">
                    <a16:creationId xmlns:a16="http://schemas.microsoft.com/office/drawing/2014/main" id="{CF48990E-35A4-4F26-BDE9-6F4516821CCE}"/>
                  </a:ext>
                </a:extLst>
              </p:cNvPr>
              <p:cNvPicPr>
                <a:picLocks noChangeAspect="1"/>
              </p:cNvPicPr>
              <p:nvPr/>
            </p:nvPicPr>
            <p:blipFill>
              <a:blip r:embed="rId3">
                <a:extLst>
                  <a:ext uri="{28A0092B-C50C-407E-A947-70E740481C1C}">
                    <a14:useLocalDpi xmlns:a14="http://schemas.microsoft.com/office/drawing/2010/main" val="0"/>
                  </a:ext>
                  <a:ext uri="{96DAC541-7B7A-43D3-8B79-37D633B846F1}">
                    <asvg:svgBlip xmlns:asvg="http://schemas.microsoft.com/office/drawing/2016/SVG/main" r:embed="rId4"/>
                  </a:ext>
                </a:extLst>
              </a:blip>
              <a:stretch>
                <a:fillRect/>
              </a:stretch>
            </p:blipFill>
            <p:spPr>
              <a:xfrm>
                <a:off x="10879308" y="5648354"/>
                <a:ext cx="662814" cy="641082"/>
              </a:xfrm>
              <a:prstGeom prst="rect">
                <a:avLst/>
              </a:prstGeom>
            </p:spPr>
          </p:pic>
        </p:grpSp>
        <p:sp>
          <p:nvSpPr>
            <p:cNvPr id="17" name="矩形 16">
              <a:extLst>
                <a:ext uri="{FF2B5EF4-FFF2-40B4-BE49-F238E27FC236}">
                  <a16:creationId xmlns:a16="http://schemas.microsoft.com/office/drawing/2014/main" id="{E3E17867-6BA6-46C0-B618-5B71D38F437E}"/>
                </a:ext>
              </a:extLst>
            </p:cNvPr>
            <p:cNvSpPr/>
            <p:nvPr/>
          </p:nvSpPr>
          <p:spPr>
            <a:xfrm>
              <a:off x="304799" y="5039380"/>
              <a:ext cx="1366117" cy="641082"/>
            </a:xfrm>
            <a:prstGeom prst="rect">
              <a:avLst/>
            </a:prstGeom>
            <a:solidFill>
              <a:schemeClr val="tx2"/>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zh-CN" altLang="en-US" b="1" dirty="0"/>
                <a:t>物理层</a:t>
              </a:r>
            </a:p>
          </p:txBody>
        </p:sp>
        <p:sp>
          <p:nvSpPr>
            <p:cNvPr id="18" name="矩形 17">
              <a:extLst>
                <a:ext uri="{FF2B5EF4-FFF2-40B4-BE49-F238E27FC236}">
                  <a16:creationId xmlns:a16="http://schemas.microsoft.com/office/drawing/2014/main" id="{A3DA7AF8-D048-4AEF-9F5D-E3ABF9F5598E}"/>
                </a:ext>
              </a:extLst>
            </p:cNvPr>
            <p:cNvSpPr/>
            <p:nvPr/>
          </p:nvSpPr>
          <p:spPr>
            <a:xfrm>
              <a:off x="304798" y="3123726"/>
              <a:ext cx="1366117" cy="641082"/>
            </a:xfrm>
            <a:prstGeom prst="rect">
              <a:avLst/>
            </a:prstGeom>
            <a:solidFill>
              <a:schemeClr val="accent3"/>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zh-CN" altLang="en-US" b="1" dirty="0"/>
                <a:t>运输层</a:t>
              </a:r>
            </a:p>
          </p:txBody>
        </p:sp>
        <p:sp>
          <p:nvSpPr>
            <p:cNvPr id="19" name="矩形 18">
              <a:extLst>
                <a:ext uri="{FF2B5EF4-FFF2-40B4-BE49-F238E27FC236}">
                  <a16:creationId xmlns:a16="http://schemas.microsoft.com/office/drawing/2014/main" id="{7EA19C60-2683-41FF-8F46-FFCB6CB0013F}"/>
                </a:ext>
              </a:extLst>
            </p:cNvPr>
            <p:cNvSpPr/>
            <p:nvPr/>
          </p:nvSpPr>
          <p:spPr>
            <a:xfrm>
              <a:off x="304800" y="3760081"/>
              <a:ext cx="1366117" cy="641082"/>
            </a:xfrm>
            <a:prstGeom prst="rect">
              <a:avLst/>
            </a:prstGeom>
            <a:solidFill>
              <a:schemeClr val="accent6"/>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zh-CN" altLang="en-US" b="1" dirty="0"/>
                <a:t>网络层</a:t>
              </a:r>
            </a:p>
          </p:txBody>
        </p:sp>
        <p:sp>
          <p:nvSpPr>
            <p:cNvPr id="20" name="矩形 19">
              <a:extLst>
                <a:ext uri="{FF2B5EF4-FFF2-40B4-BE49-F238E27FC236}">
                  <a16:creationId xmlns:a16="http://schemas.microsoft.com/office/drawing/2014/main" id="{C62B1765-2212-48A6-839D-5314DDBF2039}"/>
                </a:ext>
              </a:extLst>
            </p:cNvPr>
            <p:cNvSpPr/>
            <p:nvPr/>
          </p:nvSpPr>
          <p:spPr>
            <a:xfrm>
              <a:off x="304800" y="4399833"/>
              <a:ext cx="1366118" cy="641082"/>
            </a:xfrm>
            <a:prstGeom prst="rect">
              <a:avLst/>
            </a:prstGeom>
            <a:solidFill>
              <a:schemeClr val="accent4"/>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zh-CN" altLang="en-US" b="1" dirty="0"/>
                <a:t>数据链路层</a:t>
              </a:r>
            </a:p>
          </p:txBody>
        </p:sp>
        <p:sp>
          <p:nvSpPr>
            <p:cNvPr id="21" name="矩形 20">
              <a:extLst>
                <a:ext uri="{FF2B5EF4-FFF2-40B4-BE49-F238E27FC236}">
                  <a16:creationId xmlns:a16="http://schemas.microsoft.com/office/drawing/2014/main" id="{0E2498A5-3042-4A00-A496-B18E3B473085}"/>
                </a:ext>
              </a:extLst>
            </p:cNvPr>
            <p:cNvSpPr/>
            <p:nvPr/>
          </p:nvSpPr>
          <p:spPr>
            <a:xfrm>
              <a:off x="304800" y="2489413"/>
              <a:ext cx="1366117" cy="641082"/>
            </a:xfrm>
            <a:prstGeom prst="rect">
              <a:avLst/>
            </a:prstGeom>
            <a:solidFill>
              <a:schemeClr val="accent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zh-CN" altLang="en-US" b="1" dirty="0"/>
                <a:t>应用层</a:t>
              </a:r>
            </a:p>
          </p:txBody>
        </p:sp>
        <p:sp>
          <p:nvSpPr>
            <p:cNvPr id="22" name="矩形 21">
              <a:extLst>
                <a:ext uri="{FF2B5EF4-FFF2-40B4-BE49-F238E27FC236}">
                  <a16:creationId xmlns:a16="http://schemas.microsoft.com/office/drawing/2014/main" id="{8FD6E312-86FC-432B-A56C-7D19F374EB26}"/>
                </a:ext>
              </a:extLst>
            </p:cNvPr>
            <p:cNvSpPr/>
            <p:nvPr/>
          </p:nvSpPr>
          <p:spPr>
            <a:xfrm>
              <a:off x="10521081" y="5037845"/>
              <a:ext cx="1366117" cy="641082"/>
            </a:xfrm>
            <a:prstGeom prst="rect">
              <a:avLst/>
            </a:prstGeom>
            <a:solidFill>
              <a:schemeClr val="tx2"/>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zh-CN" altLang="en-US" b="1" dirty="0"/>
                <a:t>物理层</a:t>
              </a:r>
            </a:p>
          </p:txBody>
        </p:sp>
        <p:sp>
          <p:nvSpPr>
            <p:cNvPr id="23" name="矩形 22">
              <a:extLst>
                <a:ext uri="{FF2B5EF4-FFF2-40B4-BE49-F238E27FC236}">
                  <a16:creationId xmlns:a16="http://schemas.microsoft.com/office/drawing/2014/main" id="{CB59D40B-4439-46C6-851A-A31EE2067A2D}"/>
                </a:ext>
              </a:extLst>
            </p:cNvPr>
            <p:cNvSpPr/>
            <p:nvPr/>
          </p:nvSpPr>
          <p:spPr>
            <a:xfrm>
              <a:off x="10521080" y="3122191"/>
              <a:ext cx="1366117" cy="641082"/>
            </a:xfrm>
            <a:prstGeom prst="rect">
              <a:avLst/>
            </a:prstGeom>
            <a:solidFill>
              <a:schemeClr val="accent3"/>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zh-CN" altLang="en-US" b="1" dirty="0"/>
                <a:t>运输层</a:t>
              </a:r>
            </a:p>
          </p:txBody>
        </p:sp>
        <p:sp>
          <p:nvSpPr>
            <p:cNvPr id="24" name="矩形 23">
              <a:extLst>
                <a:ext uri="{FF2B5EF4-FFF2-40B4-BE49-F238E27FC236}">
                  <a16:creationId xmlns:a16="http://schemas.microsoft.com/office/drawing/2014/main" id="{B705BA74-3D48-4213-AB13-5AB13B50B358}"/>
                </a:ext>
              </a:extLst>
            </p:cNvPr>
            <p:cNvSpPr/>
            <p:nvPr/>
          </p:nvSpPr>
          <p:spPr>
            <a:xfrm>
              <a:off x="10521082" y="3758546"/>
              <a:ext cx="1366117" cy="641082"/>
            </a:xfrm>
            <a:prstGeom prst="rect">
              <a:avLst/>
            </a:prstGeom>
            <a:solidFill>
              <a:schemeClr val="accent6"/>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zh-CN" altLang="en-US" b="1" dirty="0"/>
                <a:t>网络层</a:t>
              </a:r>
            </a:p>
          </p:txBody>
        </p:sp>
        <p:sp>
          <p:nvSpPr>
            <p:cNvPr id="25" name="矩形 24">
              <a:extLst>
                <a:ext uri="{FF2B5EF4-FFF2-40B4-BE49-F238E27FC236}">
                  <a16:creationId xmlns:a16="http://schemas.microsoft.com/office/drawing/2014/main" id="{203D3B34-8E84-4975-815B-AA8D31F93BC8}"/>
                </a:ext>
              </a:extLst>
            </p:cNvPr>
            <p:cNvSpPr/>
            <p:nvPr/>
          </p:nvSpPr>
          <p:spPr>
            <a:xfrm>
              <a:off x="10521082" y="4398298"/>
              <a:ext cx="1366118" cy="641082"/>
            </a:xfrm>
            <a:prstGeom prst="rect">
              <a:avLst/>
            </a:prstGeom>
            <a:solidFill>
              <a:schemeClr val="accent4"/>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zh-CN" altLang="en-US" b="1" dirty="0"/>
                <a:t>数据链路层</a:t>
              </a:r>
            </a:p>
          </p:txBody>
        </p:sp>
        <p:sp>
          <p:nvSpPr>
            <p:cNvPr id="26" name="矩形 25">
              <a:extLst>
                <a:ext uri="{FF2B5EF4-FFF2-40B4-BE49-F238E27FC236}">
                  <a16:creationId xmlns:a16="http://schemas.microsoft.com/office/drawing/2014/main" id="{FEDE6BCB-51A5-45D7-8FF1-D570B929BC80}"/>
                </a:ext>
              </a:extLst>
            </p:cNvPr>
            <p:cNvSpPr/>
            <p:nvPr/>
          </p:nvSpPr>
          <p:spPr>
            <a:xfrm>
              <a:off x="10521082" y="2487878"/>
              <a:ext cx="1366117" cy="641082"/>
            </a:xfrm>
            <a:prstGeom prst="rect">
              <a:avLst/>
            </a:prstGeom>
            <a:solidFill>
              <a:schemeClr val="accent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zh-CN" altLang="en-US" b="1" dirty="0"/>
                <a:t>应用层</a:t>
              </a:r>
            </a:p>
          </p:txBody>
        </p:sp>
      </p:grpSp>
      <p:grpSp>
        <p:nvGrpSpPr>
          <p:cNvPr id="28" name="组合 27">
            <a:extLst>
              <a:ext uri="{FF2B5EF4-FFF2-40B4-BE49-F238E27FC236}">
                <a16:creationId xmlns:a16="http://schemas.microsoft.com/office/drawing/2014/main" id="{C22CD2EF-36CB-4E12-B76F-C87F4242F994}"/>
              </a:ext>
            </a:extLst>
          </p:cNvPr>
          <p:cNvGrpSpPr/>
          <p:nvPr/>
        </p:nvGrpSpPr>
        <p:grpSpPr>
          <a:xfrm>
            <a:off x="1885804" y="4960126"/>
            <a:ext cx="5121246" cy="542210"/>
            <a:chOff x="1885804" y="4808824"/>
            <a:chExt cx="5121246" cy="542210"/>
          </a:xfrm>
        </p:grpSpPr>
        <p:cxnSp>
          <p:nvCxnSpPr>
            <p:cNvPr id="29" name="直接连接符 28">
              <a:extLst>
                <a:ext uri="{FF2B5EF4-FFF2-40B4-BE49-F238E27FC236}">
                  <a16:creationId xmlns:a16="http://schemas.microsoft.com/office/drawing/2014/main" id="{70488E0B-FB21-4FF6-9E11-0C122F03D16B}"/>
                </a:ext>
              </a:extLst>
            </p:cNvPr>
            <p:cNvCxnSpPr>
              <a:cxnSpLocks/>
            </p:cNvCxnSpPr>
            <p:nvPr/>
          </p:nvCxnSpPr>
          <p:spPr>
            <a:xfrm>
              <a:off x="1885806" y="4808824"/>
              <a:ext cx="0" cy="526273"/>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0" name="直接连接符 29">
              <a:extLst>
                <a:ext uri="{FF2B5EF4-FFF2-40B4-BE49-F238E27FC236}">
                  <a16:creationId xmlns:a16="http://schemas.microsoft.com/office/drawing/2014/main" id="{C268AFD6-3C2C-41C9-B6A5-3C9CA6187A2C}"/>
                </a:ext>
              </a:extLst>
            </p:cNvPr>
            <p:cNvCxnSpPr>
              <a:cxnSpLocks/>
            </p:cNvCxnSpPr>
            <p:nvPr/>
          </p:nvCxnSpPr>
          <p:spPr>
            <a:xfrm>
              <a:off x="7007050" y="4808824"/>
              <a:ext cx="0" cy="526273"/>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1" name="直接箭头连接符 30">
              <a:extLst>
                <a:ext uri="{FF2B5EF4-FFF2-40B4-BE49-F238E27FC236}">
                  <a16:creationId xmlns:a16="http://schemas.microsoft.com/office/drawing/2014/main" id="{525EF54D-6A68-4832-B272-7536ECABFF5A}"/>
                </a:ext>
              </a:extLst>
            </p:cNvPr>
            <p:cNvCxnSpPr/>
            <p:nvPr/>
          </p:nvCxnSpPr>
          <p:spPr>
            <a:xfrm>
              <a:off x="1885804" y="5165172"/>
              <a:ext cx="5121244" cy="0"/>
            </a:xfrm>
            <a:prstGeom prst="straightConnector1">
              <a:avLst/>
            </a:prstGeom>
            <a:ln w="12700">
              <a:solidFill>
                <a:schemeClr val="tx1"/>
              </a:solidFill>
              <a:headEnd type="triangle"/>
              <a:tailEnd type="triangle"/>
            </a:ln>
          </p:spPr>
          <p:style>
            <a:lnRef idx="1">
              <a:schemeClr val="accent1"/>
            </a:lnRef>
            <a:fillRef idx="0">
              <a:schemeClr val="accent1"/>
            </a:fillRef>
            <a:effectRef idx="0">
              <a:schemeClr val="accent1"/>
            </a:effectRef>
            <a:fontRef idx="minor">
              <a:schemeClr val="tx1"/>
            </a:fontRef>
          </p:style>
        </p:cxnSp>
        <p:sp>
          <p:nvSpPr>
            <p:cNvPr id="32" name="文本框 31">
              <a:extLst>
                <a:ext uri="{FF2B5EF4-FFF2-40B4-BE49-F238E27FC236}">
                  <a16:creationId xmlns:a16="http://schemas.microsoft.com/office/drawing/2014/main" id="{219A457F-884F-4134-ABAF-80D207E39CDC}"/>
                </a:ext>
              </a:extLst>
            </p:cNvPr>
            <p:cNvSpPr txBox="1"/>
            <p:nvPr/>
          </p:nvSpPr>
          <p:spPr>
            <a:xfrm>
              <a:off x="4290565" y="4981702"/>
              <a:ext cx="311727" cy="369332"/>
            </a:xfrm>
            <a:prstGeom prst="rect">
              <a:avLst/>
            </a:prstGeom>
            <a:solidFill>
              <a:schemeClr val="bg1"/>
            </a:solidFill>
          </p:spPr>
          <p:txBody>
            <a:bodyPr wrap="square" rtlCol="0">
              <a:spAutoFit/>
            </a:bodyPr>
            <a:lstStyle/>
            <a:p>
              <a:pPr algn="ctr"/>
              <a:r>
                <a:rPr lang="zh-CN" altLang="en-US" b="1" dirty="0">
                  <a:solidFill>
                    <a:schemeClr val="accent4"/>
                  </a:solidFill>
                </a:rPr>
                <a:t>帧</a:t>
              </a:r>
            </a:p>
          </p:txBody>
        </p:sp>
      </p:grpSp>
      <p:sp>
        <p:nvSpPr>
          <p:cNvPr id="33" name="矩形 32">
            <a:extLst>
              <a:ext uri="{FF2B5EF4-FFF2-40B4-BE49-F238E27FC236}">
                <a16:creationId xmlns:a16="http://schemas.microsoft.com/office/drawing/2014/main" id="{E13CB277-445B-4961-9565-05B5FDB41547}"/>
              </a:ext>
            </a:extLst>
          </p:cNvPr>
          <p:cNvSpPr/>
          <p:nvPr/>
        </p:nvSpPr>
        <p:spPr>
          <a:xfrm>
            <a:off x="6122252" y="4403340"/>
            <a:ext cx="884798" cy="641082"/>
          </a:xfrm>
          <a:prstGeom prst="rect">
            <a:avLst/>
          </a:prstGeom>
          <a:solidFill>
            <a:schemeClr val="accent4"/>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zh-CN" altLang="en-US" b="1" dirty="0"/>
              <a:t>链路层首部</a:t>
            </a:r>
          </a:p>
        </p:txBody>
      </p:sp>
      <p:sp>
        <p:nvSpPr>
          <p:cNvPr id="34" name="矩形 33">
            <a:extLst>
              <a:ext uri="{FF2B5EF4-FFF2-40B4-BE49-F238E27FC236}">
                <a16:creationId xmlns:a16="http://schemas.microsoft.com/office/drawing/2014/main" id="{3F7DCA1D-B863-45D4-926D-074CFC9990D7}"/>
              </a:ext>
            </a:extLst>
          </p:cNvPr>
          <p:cNvSpPr/>
          <p:nvPr/>
        </p:nvSpPr>
        <p:spPr>
          <a:xfrm>
            <a:off x="1885806" y="4403339"/>
            <a:ext cx="884798" cy="641075"/>
          </a:xfrm>
          <a:prstGeom prst="rect">
            <a:avLst/>
          </a:prstGeom>
          <a:solidFill>
            <a:schemeClr val="accent4"/>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zh-CN" altLang="en-US" b="1" dirty="0"/>
              <a:t>链路层尾部</a:t>
            </a:r>
          </a:p>
        </p:txBody>
      </p:sp>
      <p:grpSp>
        <p:nvGrpSpPr>
          <p:cNvPr id="38" name="组合 37">
            <a:extLst>
              <a:ext uri="{FF2B5EF4-FFF2-40B4-BE49-F238E27FC236}">
                <a16:creationId xmlns:a16="http://schemas.microsoft.com/office/drawing/2014/main" id="{6EC2FE04-A7FB-4DF5-98AB-DC8F2ADE6031}"/>
              </a:ext>
            </a:extLst>
          </p:cNvPr>
          <p:cNvGrpSpPr/>
          <p:nvPr/>
        </p:nvGrpSpPr>
        <p:grpSpPr>
          <a:xfrm>
            <a:off x="2770606" y="4403340"/>
            <a:ext cx="3351706" cy="641082"/>
            <a:chOff x="2770606" y="4252038"/>
            <a:chExt cx="3351706" cy="641082"/>
          </a:xfrm>
        </p:grpSpPr>
        <p:sp>
          <p:nvSpPr>
            <p:cNvPr id="35" name="矩形 34">
              <a:extLst>
                <a:ext uri="{FF2B5EF4-FFF2-40B4-BE49-F238E27FC236}">
                  <a16:creationId xmlns:a16="http://schemas.microsoft.com/office/drawing/2014/main" id="{545B9013-2450-4195-BB9A-933951F1210F}"/>
                </a:ext>
              </a:extLst>
            </p:cNvPr>
            <p:cNvSpPr/>
            <p:nvPr/>
          </p:nvSpPr>
          <p:spPr>
            <a:xfrm>
              <a:off x="5237514" y="4252038"/>
              <a:ext cx="884798" cy="641082"/>
            </a:xfrm>
            <a:prstGeom prst="rect">
              <a:avLst/>
            </a:prstGeom>
            <a:solidFill>
              <a:schemeClr val="accent6"/>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zh-CN" altLang="en-US" b="1" dirty="0"/>
                <a:t>网络层</a:t>
              </a:r>
              <a:endParaRPr lang="en-US" altLang="zh-CN" b="1" dirty="0"/>
            </a:p>
            <a:p>
              <a:pPr algn="ctr"/>
              <a:r>
                <a:rPr lang="zh-CN" altLang="en-US" b="1" dirty="0"/>
                <a:t>首部</a:t>
              </a:r>
            </a:p>
          </p:txBody>
        </p:sp>
        <p:sp>
          <p:nvSpPr>
            <p:cNvPr id="36" name="矩形 35">
              <a:extLst>
                <a:ext uri="{FF2B5EF4-FFF2-40B4-BE49-F238E27FC236}">
                  <a16:creationId xmlns:a16="http://schemas.microsoft.com/office/drawing/2014/main" id="{88886150-6ADC-4329-A44E-D0B400D9A811}"/>
                </a:ext>
              </a:extLst>
            </p:cNvPr>
            <p:cNvSpPr/>
            <p:nvPr/>
          </p:nvSpPr>
          <p:spPr>
            <a:xfrm>
              <a:off x="4352716" y="4252038"/>
              <a:ext cx="884798" cy="641082"/>
            </a:xfrm>
            <a:prstGeom prst="rect">
              <a:avLst/>
            </a:prstGeom>
            <a:solidFill>
              <a:schemeClr val="accent3"/>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zh-CN" altLang="en-US" b="1" dirty="0"/>
                <a:t>运输层</a:t>
              </a:r>
              <a:endParaRPr lang="en-US" altLang="zh-CN" b="1" dirty="0"/>
            </a:p>
            <a:p>
              <a:pPr algn="ctr"/>
              <a:r>
                <a:rPr lang="zh-CN" altLang="en-US" b="1" dirty="0"/>
                <a:t>首部</a:t>
              </a:r>
            </a:p>
          </p:txBody>
        </p:sp>
        <p:sp>
          <p:nvSpPr>
            <p:cNvPr id="37" name="矩形 36">
              <a:extLst>
                <a:ext uri="{FF2B5EF4-FFF2-40B4-BE49-F238E27FC236}">
                  <a16:creationId xmlns:a16="http://schemas.microsoft.com/office/drawing/2014/main" id="{74054EA5-8BAE-4D5F-A393-8F7D9D960EE9}"/>
                </a:ext>
              </a:extLst>
            </p:cNvPr>
            <p:cNvSpPr/>
            <p:nvPr/>
          </p:nvSpPr>
          <p:spPr>
            <a:xfrm>
              <a:off x="2770606" y="4252038"/>
              <a:ext cx="1582110" cy="641082"/>
            </a:xfrm>
            <a:prstGeom prst="rect">
              <a:avLst/>
            </a:prstGeom>
            <a:solidFill>
              <a:schemeClr val="accent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zh-CN" altLang="en-US" b="1" dirty="0"/>
                <a:t>应用层</a:t>
              </a:r>
              <a:endParaRPr lang="en-US" altLang="zh-CN" b="1" dirty="0"/>
            </a:p>
            <a:p>
              <a:pPr algn="ctr"/>
              <a:r>
                <a:rPr lang="zh-CN" altLang="en-US" b="1" dirty="0"/>
                <a:t>协议数据单元</a:t>
              </a:r>
            </a:p>
          </p:txBody>
        </p:sp>
      </p:grpSp>
    </p:spTree>
    <p:custDataLst>
      <p:tags r:id="rId1"/>
    </p:custDataLst>
    <p:extLst>
      <p:ext uri="{BB962C8B-B14F-4D97-AF65-F5344CB8AC3E}">
        <p14:creationId xmlns:p14="http://schemas.microsoft.com/office/powerpoint/2010/main" val="1614070618"/>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2" presetClass="entr" presetSubtype="1" fill="hold" nodeType="withEffect">
                                  <p:stCondLst>
                                    <p:cond delay="0"/>
                                  </p:stCondLst>
                                  <p:childTnLst>
                                    <p:set>
                                      <p:cBhvr>
                                        <p:cTn id="6" dur="1" fill="hold">
                                          <p:stCondLst>
                                            <p:cond delay="0"/>
                                          </p:stCondLst>
                                        </p:cTn>
                                        <p:tgtEl>
                                          <p:spTgt spid="4"/>
                                        </p:tgtEl>
                                        <p:attrNameLst>
                                          <p:attrName>style.visibility</p:attrName>
                                        </p:attrNameLst>
                                      </p:cBhvr>
                                      <p:to>
                                        <p:strVal val="visible"/>
                                      </p:to>
                                    </p:set>
                                    <p:anim calcmode="lin" valueType="num">
                                      <p:cBhvr additive="base">
                                        <p:cTn id="7" dur="1000"/>
                                        <p:tgtEl>
                                          <p:spTgt spid="4"/>
                                        </p:tgtEl>
                                        <p:attrNameLst>
                                          <p:attrName>ppt_y</p:attrName>
                                        </p:attrNameLst>
                                      </p:cBhvr>
                                      <p:tavLst>
                                        <p:tav tm="0">
                                          <p:val>
                                            <p:strVal val="#ppt_y-#ppt_h*1.125000"/>
                                          </p:val>
                                        </p:tav>
                                        <p:tav tm="100000">
                                          <p:val>
                                            <p:strVal val="#ppt_y"/>
                                          </p:val>
                                        </p:tav>
                                      </p:tavLst>
                                    </p:anim>
                                    <p:animEffect transition="in" filter="wipe(down)">
                                      <p:cBhvr>
                                        <p:cTn id="8" dur="1000"/>
                                        <p:tgtEl>
                                          <p:spTgt spid="4"/>
                                        </p:tgtEl>
                                      </p:cBhvr>
                                    </p:animEffect>
                                  </p:childTnLst>
                                </p:cTn>
                              </p:par>
                            </p:childTnLst>
                          </p:cTn>
                        </p:par>
                      </p:childTnLst>
                    </p:cTn>
                  </p:par>
                  <p:par>
                    <p:cTn id="9" fill="hold">
                      <p:stCondLst>
                        <p:cond delay="indefinite"/>
                      </p:stCondLst>
                      <p:childTnLst>
                        <p:par>
                          <p:cTn id="10" fill="hold">
                            <p:stCondLst>
                              <p:cond delay="0"/>
                            </p:stCondLst>
                            <p:childTnLst>
                              <p:par>
                                <p:cTn id="11" presetID="49" presetClass="entr" presetSubtype="0" decel="100000" fill="hold" grpId="0" nodeType="clickEffect">
                                  <p:stCondLst>
                                    <p:cond delay="0"/>
                                  </p:stCondLst>
                                  <p:childTnLst>
                                    <p:set>
                                      <p:cBhvr>
                                        <p:cTn id="12" dur="1" fill="hold">
                                          <p:stCondLst>
                                            <p:cond delay="0"/>
                                          </p:stCondLst>
                                        </p:cTn>
                                        <p:tgtEl>
                                          <p:spTgt spid="8"/>
                                        </p:tgtEl>
                                        <p:attrNameLst>
                                          <p:attrName>style.visibility</p:attrName>
                                        </p:attrNameLst>
                                      </p:cBhvr>
                                      <p:to>
                                        <p:strVal val="visible"/>
                                      </p:to>
                                    </p:set>
                                    <p:anim calcmode="lin" valueType="num">
                                      <p:cBhvr>
                                        <p:cTn id="13" dur="500" fill="hold"/>
                                        <p:tgtEl>
                                          <p:spTgt spid="8"/>
                                        </p:tgtEl>
                                        <p:attrNameLst>
                                          <p:attrName>ppt_w</p:attrName>
                                        </p:attrNameLst>
                                      </p:cBhvr>
                                      <p:tavLst>
                                        <p:tav tm="0">
                                          <p:val>
                                            <p:fltVal val="0"/>
                                          </p:val>
                                        </p:tav>
                                        <p:tav tm="100000">
                                          <p:val>
                                            <p:strVal val="#ppt_w"/>
                                          </p:val>
                                        </p:tav>
                                      </p:tavLst>
                                    </p:anim>
                                    <p:anim calcmode="lin" valueType="num">
                                      <p:cBhvr>
                                        <p:cTn id="14" dur="500" fill="hold"/>
                                        <p:tgtEl>
                                          <p:spTgt spid="8"/>
                                        </p:tgtEl>
                                        <p:attrNameLst>
                                          <p:attrName>ppt_h</p:attrName>
                                        </p:attrNameLst>
                                      </p:cBhvr>
                                      <p:tavLst>
                                        <p:tav tm="0">
                                          <p:val>
                                            <p:fltVal val="0"/>
                                          </p:val>
                                        </p:tav>
                                        <p:tav tm="100000">
                                          <p:val>
                                            <p:strVal val="#ppt_h"/>
                                          </p:val>
                                        </p:tav>
                                      </p:tavLst>
                                    </p:anim>
                                    <p:anim calcmode="lin" valueType="num">
                                      <p:cBhvr>
                                        <p:cTn id="15" dur="500" fill="hold"/>
                                        <p:tgtEl>
                                          <p:spTgt spid="8"/>
                                        </p:tgtEl>
                                        <p:attrNameLst>
                                          <p:attrName>style.rotation</p:attrName>
                                        </p:attrNameLst>
                                      </p:cBhvr>
                                      <p:tavLst>
                                        <p:tav tm="0">
                                          <p:val>
                                            <p:fltVal val="360"/>
                                          </p:val>
                                        </p:tav>
                                        <p:tav tm="100000">
                                          <p:val>
                                            <p:fltVal val="0"/>
                                          </p:val>
                                        </p:tav>
                                      </p:tavLst>
                                    </p:anim>
                                    <p:animEffect transition="in" filter="fade">
                                      <p:cBhvr>
                                        <p:cTn id="16" dur="500"/>
                                        <p:tgtEl>
                                          <p:spTgt spid="8"/>
                                        </p:tgtEl>
                                      </p:cBhvr>
                                    </p:animEffect>
                                  </p:childTnLst>
                                </p:cTn>
                              </p:par>
                            </p:childTnLst>
                          </p:cTn>
                        </p:par>
                        <p:par>
                          <p:cTn id="17" fill="hold">
                            <p:stCondLst>
                              <p:cond delay="500"/>
                            </p:stCondLst>
                            <p:childTnLst>
                              <p:par>
                                <p:cTn id="18" presetID="1" presetClass="entr" presetSubtype="0" fill="hold" grpId="0" nodeType="afterEffect">
                                  <p:stCondLst>
                                    <p:cond delay="0"/>
                                  </p:stCondLst>
                                  <p:iterate type="lt">
                                    <p:tmAbs val="100"/>
                                  </p:iterate>
                                  <p:childTnLst>
                                    <p:set>
                                      <p:cBhvr>
                                        <p:cTn id="19" dur="1" fill="hold">
                                          <p:stCondLst>
                                            <p:cond delay="0"/>
                                          </p:stCondLst>
                                        </p:cTn>
                                        <p:tgtEl>
                                          <p:spTgt spid="9"/>
                                        </p:tgtEl>
                                        <p:attrNameLst>
                                          <p:attrName>style.visibility</p:attrName>
                                        </p:attrNameLst>
                                      </p:cBhvr>
                                      <p:to>
                                        <p:strVal val="visible"/>
                                      </p:to>
                                    </p:set>
                                  </p:childTnLst>
                                </p:cTn>
                              </p:par>
                            </p:childTnLst>
                          </p:cTn>
                        </p:par>
                      </p:childTnLst>
                    </p:cTn>
                  </p:par>
                  <p:par>
                    <p:cTn id="20" fill="hold">
                      <p:stCondLst>
                        <p:cond delay="indefinite"/>
                      </p:stCondLst>
                      <p:childTnLst>
                        <p:par>
                          <p:cTn id="21" fill="hold">
                            <p:stCondLst>
                              <p:cond delay="0"/>
                            </p:stCondLst>
                            <p:childTnLst>
                              <p:par>
                                <p:cTn id="22" presetID="30" presetClass="entr" presetSubtype="0" fill="hold" nodeType="clickEffect">
                                  <p:stCondLst>
                                    <p:cond delay="0"/>
                                  </p:stCondLst>
                                  <p:childTnLst>
                                    <p:set>
                                      <p:cBhvr>
                                        <p:cTn id="23" dur="1" fill="hold">
                                          <p:stCondLst>
                                            <p:cond delay="0"/>
                                          </p:stCondLst>
                                        </p:cTn>
                                        <p:tgtEl>
                                          <p:spTgt spid="27"/>
                                        </p:tgtEl>
                                        <p:attrNameLst>
                                          <p:attrName>style.visibility</p:attrName>
                                        </p:attrNameLst>
                                      </p:cBhvr>
                                      <p:to>
                                        <p:strVal val="visible"/>
                                      </p:to>
                                    </p:set>
                                    <p:animEffect transition="in" filter="fade">
                                      <p:cBhvr>
                                        <p:cTn id="24" dur="800" decel="100000"/>
                                        <p:tgtEl>
                                          <p:spTgt spid="27"/>
                                        </p:tgtEl>
                                      </p:cBhvr>
                                    </p:animEffect>
                                    <p:anim calcmode="lin" valueType="num">
                                      <p:cBhvr>
                                        <p:cTn id="25" dur="800" decel="100000" fill="hold"/>
                                        <p:tgtEl>
                                          <p:spTgt spid="27"/>
                                        </p:tgtEl>
                                        <p:attrNameLst>
                                          <p:attrName>style.rotation</p:attrName>
                                        </p:attrNameLst>
                                      </p:cBhvr>
                                      <p:tavLst>
                                        <p:tav tm="0">
                                          <p:val>
                                            <p:fltVal val="-90"/>
                                          </p:val>
                                        </p:tav>
                                        <p:tav tm="100000">
                                          <p:val>
                                            <p:fltVal val="0"/>
                                          </p:val>
                                        </p:tav>
                                      </p:tavLst>
                                    </p:anim>
                                    <p:anim calcmode="lin" valueType="num">
                                      <p:cBhvr>
                                        <p:cTn id="26" dur="800" decel="100000" fill="hold"/>
                                        <p:tgtEl>
                                          <p:spTgt spid="27"/>
                                        </p:tgtEl>
                                        <p:attrNameLst>
                                          <p:attrName>ppt_x</p:attrName>
                                        </p:attrNameLst>
                                      </p:cBhvr>
                                      <p:tavLst>
                                        <p:tav tm="0">
                                          <p:val>
                                            <p:strVal val="#ppt_x+0.4"/>
                                          </p:val>
                                        </p:tav>
                                        <p:tav tm="100000">
                                          <p:val>
                                            <p:strVal val="#ppt_x-0.05"/>
                                          </p:val>
                                        </p:tav>
                                      </p:tavLst>
                                    </p:anim>
                                    <p:anim calcmode="lin" valueType="num">
                                      <p:cBhvr>
                                        <p:cTn id="27" dur="800" decel="100000" fill="hold"/>
                                        <p:tgtEl>
                                          <p:spTgt spid="27"/>
                                        </p:tgtEl>
                                        <p:attrNameLst>
                                          <p:attrName>ppt_y</p:attrName>
                                        </p:attrNameLst>
                                      </p:cBhvr>
                                      <p:tavLst>
                                        <p:tav tm="0">
                                          <p:val>
                                            <p:strVal val="#ppt_y-0.4"/>
                                          </p:val>
                                        </p:tav>
                                        <p:tav tm="100000">
                                          <p:val>
                                            <p:strVal val="#ppt_y+0.1"/>
                                          </p:val>
                                        </p:tav>
                                      </p:tavLst>
                                    </p:anim>
                                    <p:anim calcmode="lin" valueType="num">
                                      <p:cBhvr>
                                        <p:cTn id="28" dur="200" accel="100000" fill="hold">
                                          <p:stCondLst>
                                            <p:cond delay="800"/>
                                          </p:stCondLst>
                                        </p:cTn>
                                        <p:tgtEl>
                                          <p:spTgt spid="27"/>
                                        </p:tgtEl>
                                        <p:attrNameLst>
                                          <p:attrName>ppt_x</p:attrName>
                                        </p:attrNameLst>
                                      </p:cBhvr>
                                      <p:tavLst>
                                        <p:tav tm="0">
                                          <p:val>
                                            <p:strVal val="#ppt_x-0.05"/>
                                          </p:val>
                                        </p:tav>
                                        <p:tav tm="100000">
                                          <p:val>
                                            <p:strVal val="#ppt_x"/>
                                          </p:val>
                                        </p:tav>
                                      </p:tavLst>
                                    </p:anim>
                                    <p:anim calcmode="lin" valueType="num">
                                      <p:cBhvr>
                                        <p:cTn id="29" dur="200" accel="100000" fill="hold">
                                          <p:stCondLst>
                                            <p:cond delay="800"/>
                                          </p:stCondLst>
                                        </p:cTn>
                                        <p:tgtEl>
                                          <p:spTgt spid="27"/>
                                        </p:tgtEl>
                                        <p:attrNameLst>
                                          <p:attrName>ppt_y</p:attrName>
                                        </p:attrNameLst>
                                      </p:cBhvr>
                                      <p:tavLst>
                                        <p:tav tm="0">
                                          <p:val>
                                            <p:strVal val="#ppt_y+0.1"/>
                                          </p:val>
                                        </p:tav>
                                        <p:tav tm="100000">
                                          <p:val>
                                            <p:strVal val="#ppt_y"/>
                                          </p:val>
                                        </p:tav>
                                      </p:tavLst>
                                    </p:anim>
                                  </p:childTnLst>
                                </p:cTn>
                              </p:par>
                            </p:childTnLst>
                          </p:cTn>
                        </p:par>
                      </p:childTnLst>
                    </p:cTn>
                  </p:par>
                  <p:par>
                    <p:cTn id="30" fill="hold">
                      <p:stCondLst>
                        <p:cond delay="indefinite"/>
                      </p:stCondLst>
                      <p:childTnLst>
                        <p:par>
                          <p:cTn id="31" fill="hold">
                            <p:stCondLst>
                              <p:cond delay="0"/>
                            </p:stCondLst>
                            <p:childTnLst>
                              <p:par>
                                <p:cTn id="32" presetID="12" presetClass="entr" presetSubtype="1" fill="hold" nodeType="clickEffect">
                                  <p:stCondLst>
                                    <p:cond delay="0"/>
                                  </p:stCondLst>
                                  <p:childTnLst>
                                    <p:set>
                                      <p:cBhvr>
                                        <p:cTn id="33" dur="1" fill="hold">
                                          <p:stCondLst>
                                            <p:cond delay="0"/>
                                          </p:stCondLst>
                                        </p:cTn>
                                        <p:tgtEl>
                                          <p:spTgt spid="38"/>
                                        </p:tgtEl>
                                        <p:attrNameLst>
                                          <p:attrName>style.visibility</p:attrName>
                                        </p:attrNameLst>
                                      </p:cBhvr>
                                      <p:to>
                                        <p:strVal val="visible"/>
                                      </p:to>
                                    </p:set>
                                    <p:anim calcmode="lin" valueType="num">
                                      <p:cBhvr additive="base">
                                        <p:cTn id="34" dur="500"/>
                                        <p:tgtEl>
                                          <p:spTgt spid="38"/>
                                        </p:tgtEl>
                                        <p:attrNameLst>
                                          <p:attrName>ppt_y</p:attrName>
                                        </p:attrNameLst>
                                      </p:cBhvr>
                                      <p:tavLst>
                                        <p:tav tm="0">
                                          <p:val>
                                            <p:strVal val="#ppt_y-#ppt_h*1.125000"/>
                                          </p:val>
                                        </p:tav>
                                        <p:tav tm="100000">
                                          <p:val>
                                            <p:strVal val="#ppt_y"/>
                                          </p:val>
                                        </p:tav>
                                      </p:tavLst>
                                    </p:anim>
                                    <p:animEffect transition="in" filter="wipe(down)">
                                      <p:cBhvr>
                                        <p:cTn id="35" dur="500"/>
                                        <p:tgtEl>
                                          <p:spTgt spid="38"/>
                                        </p:tgtEl>
                                      </p:cBhvr>
                                    </p:animEffect>
                                  </p:childTnLst>
                                </p:cTn>
                              </p:par>
                            </p:childTnLst>
                          </p:cTn>
                        </p:par>
                      </p:childTnLst>
                    </p:cTn>
                  </p:par>
                  <p:par>
                    <p:cTn id="36" fill="hold">
                      <p:stCondLst>
                        <p:cond delay="indefinite"/>
                      </p:stCondLst>
                      <p:childTnLst>
                        <p:par>
                          <p:cTn id="37" fill="hold">
                            <p:stCondLst>
                              <p:cond delay="0"/>
                            </p:stCondLst>
                            <p:childTnLst>
                              <p:par>
                                <p:cTn id="38" presetID="12" presetClass="entr" presetSubtype="8" fill="hold" grpId="0" nodeType="clickEffect">
                                  <p:stCondLst>
                                    <p:cond delay="0"/>
                                  </p:stCondLst>
                                  <p:childTnLst>
                                    <p:set>
                                      <p:cBhvr>
                                        <p:cTn id="39" dur="1" fill="hold">
                                          <p:stCondLst>
                                            <p:cond delay="0"/>
                                          </p:stCondLst>
                                        </p:cTn>
                                        <p:tgtEl>
                                          <p:spTgt spid="33"/>
                                        </p:tgtEl>
                                        <p:attrNameLst>
                                          <p:attrName>style.visibility</p:attrName>
                                        </p:attrNameLst>
                                      </p:cBhvr>
                                      <p:to>
                                        <p:strVal val="visible"/>
                                      </p:to>
                                    </p:set>
                                    <p:anim calcmode="lin" valueType="num">
                                      <p:cBhvr additive="base">
                                        <p:cTn id="40" dur="500"/>
                                        <p:tgtEl>
                                          <p:spTgt spid="33"/>
                                        </p:tgtEl>
                                        <p:attrNameLst>
                                          <p:attrName>ppt_x</p:attrName>
                                        </p:attrNameLst>
                                      </p:cBhvr>
                                      <p:tavLst>
                                        <p:tav tm="0">
                                          <p:val>
                                            <p:strVal val="#ppt_x-#ppt_w*1.125000"/>
                                          </p:val>
                                        </p:tav>
                                        <p:tav tm="100000">
                                          <p:val>
                                            <p:strVal val="#ppt_x"/>
                                          </p:val>
                                        </p:tav>
                                      </p:tavLst>
                                    </p:anim>
                                    <p:animEffect transition="in" filter="wipe(right)">
                                      <p:cBhvr>
                                        <p:cTn id="41" dur="500"/>
                                        <p:tgtEl>
                                          <p:spTgt spid="33"/>
                                        </p:tgtEl>
                                      </p:cBhvr>
                                    </p:animEffect>
                                  </p:childTnLst>
                                </p:cTn>
                              </p:par>
                              <p:par>
                                <p:cTn id="42" presetID="12" presetClass="entr" presetSubtype="2" fill="hold" grpId="0" nodeType="withEffect">
                                  <p:stCondLst>
                                    <p:cond delay="0"/>
                                  </p:stCondLst>
                                  <p:childTnLst>
                                    <p:set>
                                      <p:cBhvr>
                                        <p:cTn id="43" dur="1" fill="hold">
                                          <p:stCondLst>
                                            <p:cond delay="0"/>
                                          </p:stCondLst>
                                        </p:cTn>
                                        <p:tgtEl>
                                          <p:spTgt spid="34"/>
                                        </p:tgtEl>
                                        <p:attrNameLst>
                                          <p:attrName>style.visibility</p:attrName>
                                        </p:attrNameLst>
                                      </p:cBhvr>
                                      <p:to>
                                        <p:strVal val="visible"/>
                                      </p:to>
                                    </p:set>
                                    <p:anim calcmode="lin" valueType="num">
                                      <p:cBhvr additive="base">
                                        <p:cTn id="44" dur="500"/>
                                        <p:tgtEl>
                                          <p:spTgt spid="34"/>
                                        </p:tgtEl>
                                        <p:attrNameLst>
                                          <p:attrName>ppt_x</p:attrName>
                                        </p:attrNameLst>
                                      </p:cBhvr>
                                      <p:tavLst>
                                        <p:tav tm="0">
                                          <p:val>
                                            <p:strVal val="#ppt_x+#ppt_w*1.125000"/>
                                          </p:val>
                                        </p:tav>
                                        <p:tav tm="100000">
                                          <p:val>
                                            <p:strVal val="#ppt_x"/>
                                          </p:val>
                                        </p:tav>
                                      </p:tavLst>
                                    </p:anim>
                                    <p:animEffect transition="in" filter="wipe(left)">
                                      <p:cBhvr>
                                        <p:cTn id="45" dur="500"/>
                                        <p:tgtEl>
                                          <p:spTgt spid="34"/>
                                        </p:tgtEl>
                                      </p:cBhvr>
                                    </p:animEffect>
                                  </p:childTnLst>
                                </p:cTn>
                              </p:par>
                            </p:childTnLst>
                          </p:cTn>
                        </p:par>
                      </p:childTnLst>
                    </p:cTn>
                  </p:par>
                  <p:par>
                    <p:cTn id="46" fill="hold">
                      <p:stCondLst>
                        <p:cond delay="indefinite"/>
                      </p:stCondLst>
                      <p:childTnLst>
                        <p:par>
                          <p:cTn id="47" fill="hold">
                            <p:stCondLst>
                              <p:cond delay="0"/>
                            </p:stCondLst>
                            <p:childTnLst>
                              <p:par>
                                <p:cTn id="48" presetID="47" presetClass="entr" presetSubtype="0" fill="hold" nodeType="clickEffect">
                                  <p:stCondLst>
                                    <p:cond delay="0"/>
                                  </p:stCondLst>
                                  <p:childTnLst>
                                    <p:set>
                                      <p:cBhvr>
                                        <p:cTn id="49" dur="1" fill="hold">
                                          <p:stCondLst>
                                            <p:cond delay="0"/>
                                          </p:stCondLst>
                                        </p:cTn>
                                        <p:tgtEl>
                                          <p:spTgt spid="28"/>
                                        </p:tgtEl>
                                        <p:attrNameLst>
                                          <p:attrName>style.visibility</p:attrName>
                                        </p:attrNameLst>
                                      </p:cBhvr>
                                      <p:to>
                                        <p:strVal val="visible"/>
                                      </p:to>
                                    </p:set>
                                    <p:animEffect transition="in" filter="fade">
                                      <p:cBhvr>
                                        <p:cTn id="50" dur="1000"/>
                                        <p:tgtEl>
                                          <p:spTgt spid="28"/>
                                        </p:tgtEl>
                                      </p:cBhvr>
                                    </p:animEffect>
                                    <p:anim calcmode="lin" valueType="num">
                                      <p:cBhvr>
                                        <p:cTn id="51" dur="1000" fill="hold"/>
                                        <p:tgtEl>
                                          <p:spTgt spid="28"/>
                                        </p:tgtEl>
                                        <p:attrNameLst>
                                          <p:attrName>ppt_x</p:attrName>
                                        </p:attrNameLst>
                                      </p:cBhvr>
                                      <p:tavLst>
                                        <p:tav tm="0">
                                          <p:val>
                                            <p:strVal val="#ppt_x"/>
                                          </p:val>
                                        </p:tav>
                                        <p:tav tm="100000">
                                          <p:val>
                                            <p:strVal val="#ppt_x"/>
                                          </p:val>
                                        </p:tav>
                                      </p:tavLst>
                                    </p:anim>
                                    <p:anim calcmode="lin" valueType="num">
                                      <p:cBhvr>
                                        <p:cTn id="52" dur="1000" fill="hold"/>
                                        <p:tgtEl>
                                          <p:spTgt spid="28"/>
                                        </p:tgtEl>
                                        <p:attrNameLst>
                                          <p:attrName>ppt_y</p:attrName>
                                        </p:attrNameLst>
                                      </p:cBhvr>
                                      <p:tavLst>
                                        <p:tav tm="0">
                                          <p:val>
                                            <p:strVal val="#ppt_y-.1"/>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8" grpId="0" animBg="1"/>
      <p:bldP spid="9" grpId="0"/>
      <p:bldP spid="33" grpId="0" animBg="1"/>
      <p:bldP spid="34" grpId="0" animBg="1"/>
    </p:bldLst>
  </p:timing>
</p:sld>
</file>

<file path=ppt/slides/slide3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4" name="组合 3">
            <a:extLst>
              <a:ext uri="{FF2B5EF4-FFF2-40B4-BE49-F238E27FC236}">
                <a16:creationId xmlns:a16="http://schemas.microsoft.com/office/drawing/2014/main" id="{9A1EA9F2-FCB6-48C3-935F-7AE7E3AD14AC}"/>
              </a:ext>
            </a:extLst>
          </p:cNvPr>
          <p:cNvGrpSpPr/>
          <p:nvPr/>
        </p:nvGrpSpPr>
        <p:grpSpPr>
          <a:xfrm>
            <a:off x="304800" y="749300"/>
            <a:ext cx="6192344" cy="400110"/>
            <a:chOff x="424117" y="898245"/>
            <a:chExt cx="6192344" cy="400110"/>
          </a:xfrm>
        </p:grpSpPr>
        <p:sp>
          <p:nvSpPr>
            <p:cNvPr id="2" name="平行四边形 1">
              <a:extLst>
                <a:ext uri="{FF2B5EF4-FFF2-40B4-BE49-F238E27FC236}">
                  <a16:creationId xmlns:a16="http://schemas.microsoft.com/office/drawing/2014/main" id="{1F5BAA3F-9845-4F89-A2DD-8222D3E4EDAC}"/>
                </a:ext>
              </a:extLst>
            </p:cNvPr>
            <p:cNvSpPr/>
            <p:nvPr/>
          </p:nvSpPr>
          <p:spPr>
            <a:xfrm>
              <a:off x="424117" y="898245"/>
              <a:ext cx="628306" cy="387090"/>
            </a:xfrm>
            <a:prstGeom prst="parallelogram">
              <a:avLst/>
            </a:prstGeom>
            <a:solidFill>
              <a:schemeClr val="accent3">
                <a:lumMod val="75000"/>
              </a:schemeClr>
            </a:solidFill>
            <a:ln>
              <a:solidFill>
                <a:schemeClr val="accent3">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CN" sz="2200" dirty="0">
                  <a:latin typeface="Impact" panose="020B0806030902050204" pitchFamily="34" charset="0"/>
                </a:rPr>
                <a:t>01</a:t>
              </a:r>
              <a:endParaRPr lang="zh-CN" altLang="en-US" sz="2200" dirty="0">
                <a:latin typeface="Impact" panose="020B0806030902050204" pitchFamily="34" charset="0"/>
              </a:endParaRPr>
            </a:p>
          </p:txBody>
        </p:sp>
        <p:sp>
          <p:nvSpPr>
            <p:cNvPr id="3" name="文本框 2">
              <a:extLst>
                <a:ext uri="{FF2B5EF4-FFF2-40B4-BE49-F238E27FC236}">
                  <a16:creationId xmlns:a16="http://schemas.microsoft.com/office/drawing/2014/main" id="{4D6BD736-A4D3-4F26-AFED-36E11F50F70B}"/>
                </a:ext>
              </a:extLst>
            </p:cNvPr>
            <p:cNvSpPr txBox="1"/>
            <p:nvPr/>
          </p:nvSpPr>
          <p:spPr>
            <a:xfrm>
              <a:off x="1052423" y="898245"/>
              <a:ext cx="5564038" cy="400110"/>
            </a:xfrm>
            <a:prstGeom prst="rect">
              <a:avLst/>
            </a:prstGeom>
            <a:noFill/>
          </p:spPr>
          <p:txBody>
            <a:bodyPr wrap="square" rtlCol="0">
              <a:spAutoFit/>
            </a:bodyPr>
            <a:lstStyle/>
            <a:p>
              <a:r>
                <a:rPr lang="zh-CN" altLang="en-US" sz="2000" b="1" dirty="0"/>
                <a:t>封装成帧</a:t>
              </a:r>
            </a:p>
          </p:txBody>
        </p:sp>
      </p:grpSp>
      <p:sp>
        <p:nvSpPr>
          <p:cNvPr id="8" name="矩形 7">
            <a:extLst>
              <a:ext uri="{FF2B5EF4-FFF2-40B4-BE49-F238E27FC236}">
                <a16:creationId xmlns:a16="http://schemas.microsoft.com/office/drawing/2014/main" id="{C7720255-4E6C-41B6-A880-D93377A356B5}"/>
              </a:ext>
            </a:extLst>
          </p:cNvPr>
          <p:cNvSpPr/>
          <p:nvPr/>
        </p:nvSpPr>
        <p:spPr>
          <a:xfrm>
            <a:off x="1016000" y="1297642"/>
            <a:ext cx="256976" cy="256976"/>
          </a:xfrm>
          <a:prstGeom prst="rect">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9" name="íşlïḍè">
            <a:extLst>
              <a:ext uri="{FF2B5EF4-FFF2-40B4-BE49-F238E27FC236}">
                <a16:creationId xmlns:a16="http://schemas.microsoft.com/office/drawing/2014/main" id="{1E3208DB-9CB5-439E-87A6-F640C77C2B32}"/>
              </a:ext>
            </a:extLst>
          </p:cNvPr>
          <p:cNvSpPr txBox="1"/>
          <p:nvPr/>
        </p:nvSpPr>
        <p:spPr>
          <a:xfrm>
            <a:off x="1333228" y="1297641"/>
            <a:ext cx="10494766" cy="256977"/>
          </a:xfrm>
          <a:prstGeom prst="rect">
            <a:avLst/>
          </a:prstGeom>
          <a:noFill/>
        </p:spPr>
        <p:txBody>
          <a:bodyPr wrap="square" lIns="91440" tIns="45720" rIns="91440" bIns="45720" anchor="ctr">
            <a:noAutofit/>
          </a:bodyPr>
          <a:lstStyle/>
          <a:p>
            <a:r>
              <a:rPr lang="zh-CN" altLang="en-US" b="1" dirty="0"/>
              <a:t>封装成帧是指数据链路层给上层交付下来的协议数据单元</a:t>
            </a:r>
            <a:r>
              <a:rPr lang="en-US" altLang="zh-CN" b="1" dirty="0"/>
              <a:t>PDU</a:t>
            </a:r>
            <a:r>
              <a:rPr lang="zh-CN" altLang="en-US" b="1" dirty="0"/>
              <a:t>添加一个首部和一个尾部，使之成为帧。</a:t>
            </a:r>
            <a:endParaRPr lang="en-US" altLang="zh-CN" b="1" dirty="0"/>
          </a:p>
        </p:txBody>
      </p:sp>
      <p:grpSp>
        <p:nvGrpSpPr>
          <p:cNvPr id="27" name="组合 26">
            <a:extLst>
              <a:ext uri="{FF2B5EF4-FFF2-40B4-BE49-F238E27FC236}">
                <a16:creationId xmlns:a16="http://schemas.microsoft.com/office/drawing/2014/main" id="{93F0E023-58E1-4A96-BCEE-FDB4152D9D06}"/>
              </a:ext>
            </a:extLst>
          </p:cNvPr>
          <p:cNvGrpSpPr/>
          <p:nvPr/>
        </p:nvGrpSpPr>
        <p:grpSpPr>
          <a:xfrm>
            <a:off x="304798" y="2487878"/>
            <a:ext cx="11582402" cy="3946283"/>
            <a:chOff x="304798" y="2487878"/>
            <a:chExt cx="11582402" cy="3946283"/>
          </a:xfrm>
        </p:grpSpPr>
        <p:grpSp>
          <p:nvGrpSpPr>
            <p:cNvPr id="12" name="组合 11">
              <a:extLst>
                <a:ext uri="{FF2B5EF4-FFF2-40B4-BE49-F238E27FC236}">
                  <a16:creationId xmlns:a16="http://schemas.microsoft.com/office/drawing/2014/main" id="{729F98DD-72CE-4BFD-B6C9-064DC872A4F3}"/>
                </a:ext>
              </a:extLst>
            </p:cNvPr>
            <p:cNvGrpSpPr/>
            <p:nvPr/>
          </p:nvGrpSpPr>
          <p:grpSpPr>
            <a:xfrm>
              <a:off x="601699" y="5793079"/>
              <a:ext cx="10940423" cy="641082"/>
              <a:chOff x="601699" y="5648354"/>
              <a:chExt cx="10940423" cy="641082"/>
            </a:xfrm>
          </p:grpSpPr>
          <p:cxnSp>
            <p:nvCxnSpPr>
              <p:cNvPr id="13" name="直接连接符 12">
                <a:extLst>
                  <a:ext uri="{FF2B5EF4-FFF2-40B4-BE49-F238E27FC236}">
                    <a16:creationId xmlns:a16="http://schemas.microsoft.com/office/drawing/2014/main" id="{B4602247-B2C9-4B7F-A891-6BF59A816B39}"/>
                  </a:ext>
                </a:extLst>
              </p:cNvPr>
              <p:cNvCxnSpPr>
                <a:cxnSpLocks/>
              </p:cNvCxnSpPr>
              <p:nvPr/>
            </p:nvCxnSpPr>
            <p:spPr>
              <a:xfrm>
                <a:off x="1143721" y="6126777"/>
                <a:ext cx="10027235"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pic>
            <p:nvPicPr>
              <p:cNvPr id="14" name="图形 13">
                <a:extLst>
                  <a:ext uri="{FF2B5EF4-FFF2-40B4-BE49-F238E27FC236}">
                    <a16:creationId xmlns:a16="http://schemas.microsoft.com/office/drawing/2014/main" id="{0C073D3C-1D33-455C-8B48-A444F0EB0405}"/>
                  </a:ext>
                </a:extLst>
              </p:cNvPr>
              <p:cNvPicPr>
                <a:picLocks noChangeAspect="1"/>
              </p:cNvPicPr>
              <p:nvPr/>
            </p:nvPicPr>
            <p:blipFill>
              <a:blip r:embed="rId3">
                <a:extLst>
                  <a:ext uri="{28A0092B-C50C-407E-A947-70E740481C1C}">
                    <a14:useLocalDpi xmlns:a14="http://schemas.microsoft.com/office/drawing/2010/main" val="0"/>
                  </a:ext>
                  <a:ext uri="{96DAC541-7B7A-43D3-8B79-37D633B846F1}">
                    <asvg:svgBlip xmlns:asvg="http://schemas.microsoft.com/office/drawing/2016/SVG/main" r:embed="rId4"/>
                  </a:ext>
                </a:extLst>
              </a:blip>
              <a:stretch>
                <a:fillRect/>
              </a:stretch>
            </p:blipFill>
            <p:spPr>
              <a:xfrm>
                <a:off x="601699" y="5648354"/>
                <a:ext cx="662814" cy="641082"/>
              </a:xfrm>
              <a:prstGeom prst="rect">
                <a:avLst/>
              </a:prstGeom>
            </p:spPr>
          </p:pic>
          <p:pic>
            <p:nvPicPr>
              <p:cNvPr id="15" name="图形 14">
                <a:extLst>
                  <a:ext uri="{FF2B5EF4-FFF2-40B4-BE49-F238E27FC236}">
                    <a16:creationId xmlns:a16="http://schemas.microsoft.com/office/drawing/2014/main" id="{CF48990E-35A4-4F26-BDE9-6F4516821CCE}"/>
                  </a:ext>
                </a:extLst>
              </p:cNvPr>
              <p:cNvPicPr>
                <a:picLocks noChangeAspect="1"/>
              </p:cNvPicPr>
              <p:nvPr/>
            </p:nvPicPr>
            <p:blipFill>
              <a:blip r:embed="rId3">
                <a:extLst>
                  <a:ext uri="{28A0092B-C50C-407E-A947-70E740481C1C}">
                    <a14:useLocalDpi xmlns:a14="http://schemas.microsoft.com/office/drawing/2010/main" val="0"/>
                  </a:ext>
                  <a:ext uri="{96DAC541-7B7A-43D3-8B79-37D633B846F1}">
                    <asvg:svgBlip xmlns:asvg="http://schemas.microsoft.com/office/drawing/2016/SVG/main" r:embed="rId4"/>
                  </a:ext>
                </a:extLst>
              </a:blip>
              <a:stretch>
                <a:fillRect/>
              </a:stretch>
            </p:blipFill>
            <p:spPr>
              <a:xfrm>
                <a:off x="10879308" y="5648354"/>
                <a:ext cx="662814" cy="641082"/>
              </a:xfrm>
              <a:prstGeom prst="rect">
                <a:avLst/>
              </a:prstGeom>
            </p:spPr>
          </p:pic>
        </p:grpSp>
        <p:sp>
          <p:nvSpPr>
            <p:cNvPr id="17" name="矩形 16">
              <a:extLst>
                <a:ext uri="{FF2B5EF4-FFF2-40B4-BE49-F238E27FC236}">
                  <a16:creationId xmlns:a16="http://schemas.microsoft.com/office/drawing/2014/main" id="{E3E17867-6BA6-46C0-B618-5B71D38F437E}"/>
                </a:ext>
              </a:extLst>
            </p:cNvPr>
            <p:cNvSpPr/>
            <p:nvPr/>
          </p:nvSpPr>
          <p:spPr>
            <a:xfrm>
              <a:off x="304799" y="5039380"/>
              <a:ext cx="1366117" cy="641082"/>
            </a:xfrm>
            <a:prstGeom prst="rect">
              <a:avLst/>
            </a:prstGeom>
            <a:solidFill>
              <a:schemeClr val="tx2"/>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zh-CN" altLang="en-US" b="1" dirty="0"/>
                <a:t>物理层</a:t>
              </a:r>
            </a:p>
          </p:txBody>
        </p:sp>
        <p:sp>
          <p:nvSpPr>
            <p:cNvPr id="18" name="矩形 17">
              <a:extLst>
                <a:ext uri="{FF2B5EF4-FFF2-40B4-BE49-F238E27FC236}">
                  <a16:creationId xmlns:a16="http://schemas.microsoft.com/office/drawing/2014/main" id="{A3DA7AF8-D048-4AEF-9F5D-E3ABF9F5598E}"/>
                </a:ext>
              </a:extLst>
            </p:cNvPr>
            <p:cNvSpPr/>
            <p:nvPr/>
          </p:nvSpPr>
          <p:spPr>
            <a:xfrm>
              <a:off x="304798" y="3123726"/>
              <a:ext cx="1366117" cy="641082"/>
            </a:xfrm>
            <a:prstGeom prst="rect">
              <a:avLst/>
            </a:prstGeom>
            <a:solidFill>
              <a:schemeClr val="accent3"/>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zh-CN" altLang="en-US" b="1" dirty="0"/>
                <a:t>运输层</a:t>
              </a:r>
            </a:p>
          </p:txBody>
        </p:sp>
        <p:sp>
          <p:nvSpPr>
            <p:cNvPr id="19" name="矩形 18">
              <a:extLst>
                <a:ext uri="{FF2B5EF4-FFF2-40B4-BE49-F238E27FC236}">
                  <a16:creationId xmlns:a16="http://schemas.microsoft.com/office/drawing/2014/main" id="{7EA19C60-2683-41FF-8F46-FFCB6CB0013F}"/>
                </a:ext>
              </a:extLst>
            </p:cNvPr>
            <p:cNvSpPr/>
            <p:nvPr/>
          </p:nvSpPr>
          <p:spPr>
            <a:xfrm>
              <a:off x="304800" y="3760081"/>
              <a:ext cx="1366117" cy="641082"/>
            </a:xfrm>
            <a:prstGeom prst="rect">
              <a:avLst/>
            </a:prstGeom>
            <a:solidFill>
              <a:schemeClr val="accent6"/>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zh-CN" altLang="en-US" b="1" dirty="0"/>
                <a:t>网络层</a:t>
              </a:r>
            </a:p>
          </p:txBody>
        </p:sp>
        <p:sp>
          <p:nvSpPr>
            <p:cNvPr id="20" name="矩形 19">
              <a:extLst>
                <a:ext uri="{FF2B5EF4-FFF2-40B4-BE49-F238E27FC236}">
                  <a16:creationId xmlns:a16="http://schemas.microsoft.com/office/drawing/2014/main" id="{C62B1765-2212-48A6-839D-5314DDBF2039}"/>
                </a:ext>
              </a:extLst>
            </p:cNvPr>
            <p:cNvSpPr/>
            <p:nvPr/>
          </p:nvSpPr>
          <p:spPr>
            <a:xfrm>
              <a:off x="304800" y="4399833"/>
              <a:ext cx="1366118" cy="641082"/>
            </a:xfrm>
            <a:prstGeom prst="rect">
              <a:avLst/>
            </a:prstGeom>
            <a:solidFill>
              <a:schemeClr val="accent4"/>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zh-CN" altLang="en-US" b="1" dirty="0"/>
                <a:t>数据链路层</a:t>
              </a:r>
            </a:p>
          </p:txBody>
        </p:sp>
        <p:sp>
          <p:nvSpPr>
            <p:cNvPr id="21" name="矩形 20">
              <a:extLst>
                <a:ext uri="{FF2B5EF4-FFF2-40B4-BE49-F238E27FC236}">
                  <a16:creationId xmlns:a16="http://schemas.microsoft.com/office/drawing/2014/main" id="{0E2498A5-3042-4A00-A496-B18E3B473085}"/>
                </a:ext>
              </a:extLst>
            </p:cNvPr>
            <p:cNvSpPr/>
            <p:nvPr/>
          </p:nvSpPr>
          <p:spPr>
            <a:xfrm>
              <a:off x="304800" y="2489413"/>
              <a:ext cx="1366117" cy="641082"/>
            </a:xfrm>
            <a:prstGeom prst="rect">
              <a:avLst/>
            </a:prstGeom>
            <a:solidFill>
              <a:schemeClr val="accent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zh-CN" altLang="en-US" b="1" dirty="0"/>
                <a:t>应用层</a:t>
              </a:r>
            </a:p>
          </p:txBody>
        </p:sp>
        <p:sp>
          <p:nvSpPr>
            <p:cNvPr id="22" name="矩形 21">
              <a:extLst>
                <a:ext uri="{FF2B5EF4-FFF2-40B4-BE49-F238E27FC236}">
                  <a16:creationId xmlns:a16="http://schemas.microsoft.com/office/drawing/2014/main" id="{8FD6E312-86FC-432B-A56C-7D19F374EB26}"/>
                </a:ext>
              </a:extLst>
            </p:cNvPr>
            <p:cNvSpPr/>
            <p:nvPr/>
          </p:nvSpPr>
          <p:spPr>
            <a:xfrm>
              <a:off x="10521081" y="5037845"/>
              <a:ext cx="1366117" cy="641082"/>
            </a:xfrm>
            <a:prstGeom prst="rect">
              <a:avLst/>
            </a:prstGeom>
            <a:solidFill>
              <a:schemeClr val="tx2"/>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zh-CN" altLang="en-US" b="1" dirty="0"/>
                <a:t>物理层</a:t>
              </a:r>
            </a:p>
          </p:txBody>
        </p:sp>
        <p:sp>
          <p:nvSpPr>
            <p:cNvPr id="23" name="矩形 22">
              <a:extLst>
                <a:ext uri="{FF2B5EF4-FFF2-40B4-BE49-F238E27FC236}">
                  <a16:creationId xmlns:a16="http://schemas.microsoft.com/office/drawing/2014/main" id="{CB59D40B-4439-46C6-851A-A31EE2067A2D}"/>
                </a:ext>
              </a:extLst>
            </p:cNvPr>
            <p:cNvSpPr/>
            <p:nvPr/>
          </p:nvSpPr>
          <p:spPr>
            <a:xfrm>
              <a:off x="10521080" y="3122191"/>
              <a:ext cx="1366117" cy="641082"/>
            </a:xfrm>
            <a:prstGeom prst="rect">
              <a:avLst/>
            </a:prstGeom>
            <a:solidFill>
              <a:schemeClr val="accent3"/>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zh-CN" altLang="en-US" b="1" dirty="0"/>
                <a:t>运输层</a:t>
              </a:r>
            </a:p>
          </p:txBody>
        </p:sp>
        <p:sp>
          <p:nvSpPr>
            <p:cNvPr id="24" name="矩形 23">
              <a:extLst>
                <a:ext uri="{FF2B5EF4-FFF2-40B4-BE49-F238E27FC236}">
                  <a16:creationId xmlns:a16="http://schemas.microsoft.com/office/drawing/2014/main" id="{B705BA74-3D48-4213-AB13-5AB13B50B358}"/>
                </a:ext>
              </a:extLst>
            </p:cNvPr>
            <p:cNvSpPr/>
            <p:nvPr/>
          </p:nvSpPr>
          <p:spPr>
            <a:xfrm>
              <a:off x="10521082" y="3758546"/>
              <a:ext cx="1366117" cy="641082"/>
            </a:xfrm>
            <a:prstGeom prst="rect">
              <a:avLst/>
            </a:prstGeom>
            <a:solidFill>
              <a:schemeClr val="accent6"/>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zh-CN" altLang="en-US" b="1" dirty="0"/>
                <a:t>网络层</a:t>
              </a:r>
            </a:p>
          </p:txBody>
        </p:sp>
        <p:sp>
          <p:nvSpPr>
            <p:cNvPr id="25" name="矩形 24">
              <a:extLst>
                <a:ext uri="{FF2B5EF4-FFF2-40B4-BE49-F238E27FC236}">
                  <a16:creationId xmlns:a16="http://schemas.microsoft.com/office/drawing/2014/main" id="{203D3B34-8E84-4975-815B-AA8D31F93BC8}"/>
                </a:ext>
              </a:extLst>
            </p:cNvPr>
            <p:cNvSpPr/>
            <p:nvPr/>
          </p:nvSpPr>
          <p:spPr>
            <a:xfrm>
              <a:off x="10521082" y="4398298"/>
              <a:ext cx="1366118" cy="641082"/>
            </a:xfrm>
            <a:prstGeom prst="rect">
              <a:avLst/>
            </a:prstGeom>
            <a:solidFill>
              <a:schemeClr val="accent4"/>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zh-CN" altLang="en-US" b="1" dirty="0"/>
                <a:t>数据链路层</a:t>
              </a:r>
            </a:p>
          </p:txBody>
        </p:sp>
        <p:sp>
          <p:nvSpPr>
            <p:cNvPr id="26" name="矩形 25">
              <a:extLst>
                <a:ext uri="{FF2B5EF4-FFF2-40B4-BE49-F238E27FC236}">
                  <a16:creationId xmlns:a16="http://schemas.microsoft.com/office/drawing/2014/main" id="{FEDE6BCB-51A5-45D7-8FF1-D570B929BC80}"/>
                </a:ext>
              </a:extLst>
            </p:cNvPr>
            <p:cNvSpPr/>
            <p:nvPr/>
          </p:nvSpPr>
          <p:spPr>
            <a:xfrm>
              <a:off x="10521082" y="2487878"/>
              <a:ext cx="1366117" cy="641082"/>
            </a:xfrm>
            <a:prstGeom prst="rect">
              <a:avLst/>
            </a:prstGeom>
            <a:solidFill>
              <a:schemeClr val="accent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zh-CN" altLang="en-US" b="1" dirty="0"/>
                <a:t>应用层</a:t>
              </a:r>
            </a:p>
          </p:txBody>
        </p:sp>
      </p:grpSp>
      <p:grpSp>
        <p:nvGrpSpPr>
          <p:cNvPr id="28" name="组合 27">
            <a:extLst>
              <a:ext uri="{FF2B5EF4-FFF2-40B4-BE49-F238E27FC236}">
                <a16:creationId xmlns:a16="http://schemas.microsoft.com/office/drawing/2014/main" id="{C22CD2EF-36CB-4E12-B76F-C87F4242F994}"/>
              </a:ext>
            </a:extLst>
          </p:cNvPr>
          <p:cNvGrpSpPr/>
          <p:nvPr/>
        </p:nvGrpSpPr>
        <p:grpSpPr>
          <a:xfrm>
            <a:off x="1885804" y="4960126"/>
            <a:ext cx="5121246" cy="542210"/>
            <a:chOff x="1885804" y="4808824"/>
            <a:chExt cx="5121246" cy="542210"/>
          </a:xfrm>
        </p:grpSpPr>
        <p:cxnSp>
          <p:nvCxnSpPr>
            <p:cNvPr id="29" name="直接连接符 28">
              <a:extLst>
                <a:ext uri="{FF2B5EF4-FFF2-40B4-BE49-F238E27FC236}">
                  <a16:creationId xmlns:a16="http://schemas.microsoft.com/office/drawing/2014/main" id="{70488E0B-FB21-4FF6-9E11-0C122F03D16B}"/>
                </a:ext>
              </a:extLst>
            </p:cNvPr>
            <p:cNvCxnSpPr>
              <a:cxnSpLocks/>
            </p:cNvCxnSpPr>
            <p:nvPr/>
          </p:nvCxnSpPr>
          <p:spPr>
            <a:xfrm>
              <a:off x="1885806" y="4808824"/>
              <a:ext cx="0" cy="526273"/>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0" name="直接连接符 29">
              <a:extLst>
                <a:ext uri="{FF2B5EF4-FFF2-40B4-BE49-F238E27FC236}">
                  <a16:creationId xmlns:a16="http://schemas.microsoft.com/office/drawing/2014/main" id="{C268AFD6-3C2C-41C9-B6A5-3C9CA6187A2C}"/>
                </a:ext>
              </a:extLst>
            </p:cNvPr>
            <p:cNvCxnSpPr>
              <a:cxnSpLocks/>
            </p:cNvCxnSpPr>
            <p:nvPr/>
          </p:nvCxnSpPr>
          <p:spPr>
            <a:xfrm>
              <a:off x="7007050" y="4808824"/>
              <a:ext cx="0" cy="526273"/>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1" name="直接箭头连接符 30">
              <a:extLst>
                <a:ext uri="{FF2B5EF4-FFF2-40B4-BE49-F238E27FC236}">
                  <a16:creationId xmlns:a16="http://schemas.microsoft.com/office/drawing/2014/main" id="{525EF54D-6A68-4832-B272-7536ECABFF5A}"/>
                </a:ext>
              </a:extLst>
            </p:cNvPr>
            <p:cNvCxnSpPr/>
            <p:nvPr/>
          </p:nvCxnSpPr>
          <p:spPr>
            <a:xfrm>
              <a:off x="1885804" y="5165172"/>
              <a:ext cx="5121244" cy="0"/>
            </a:xfrm>
            <a:prstGeom prst="straightConnector1">
              <a:avLst/>
            </a:prstGeom>
            <a:ln w="12700">
              <a:solidFill>
                <a:schemeClr val="tx1"/>
              </a:solidFill>
              <a:headEnd type="triangle"/>
              <a:tailEnd type="triangle"/>
            </a:ln>
          </p:spPr>
          <p:style>
            <a:lnRef idx="1">
              <a:schemeClr val="accent1"/>
            </a:lnRef>
            <a:fillRef idx="0">
              <a:schemeClr val="accent1"/>
            </a:fillRef>
            <a:effectRef idx="0">
              <a:schemeClr val="accent1"/>
            </a:effectRef>
            <a:fontRef idx="minor">
              <a:schemeClr val="tx1"/>
            </a:fontRef>
          </p:style>
        </p:cxnSp>
        <p:sp>
          <p:nvSpPr>
            <p:cNvPr id="32" name="文本框 31">
              <a:extLst>
                <a:ext uri="{FF2B5EF4-FFF2-40B4-BE49-F238E27FC236}">
                  <a16:creationId xmlns:a16="http://schemas.microsoft.com/office/drawing/2014/main" id="{219A457F-884F-4134-ABAF-80D207E39CDC}"/>
                </a:ext>
              </a:extLst>
            </p:cNvPr>
            <p:cNvSpPr txBox="1"/>
            <p:nvPr/>
          </p:nvSpPr>
          <p:spPr>
            <a:xfrm>
              <a:off x="4290565" y="4981702"/>
              <a:ext cx="311727" cy="369332"/>
            </a:xfrm>
            <a:prstGeom prst="rect">
              <a:avLst/>
            </a:prstGeom>
            <a:solidFill>
              <a:schemeClr val="bg1"/>
            </a:solidFill>
          </p:spPr>
          <p:txBody>
            <a:bodyPr wrap="square" rtlCol="0">
              <a:spAutoFit/>
            </a:bodyPr>
            <a:lstStyle/>
            <a:p>
              <a:pPr algn="ctr"/>
              <a:r>
                <a:rPr lang="zh-CN" altLang="en-US" b="1" dirty="0">
                  <a:solidFill>
                    <a:schemeClr val="accent4"/>
                  </a:solidFill>
                </a:rPr>
                <a:t>帧</a:t>
              </a:r>
            </a:p>
          </p:txBody>
        </p:sp>
      </p:grpSp>
      <p:sp>
        <p:nvSpPr>
          <p:cNvPr id="33" name="矩形 32">
            <a:extLst>
              <a:ext uri="{FF2B5EF4-FFF2-40B4-BE49-F238E27FC236}">
                <a16:creationId xmlns:a16="http://schemas.microsoft.com/office/drawing/2014/main" id="{E13CB277-445B-4961-9565-05B5FDB41547}"/>
              </a:ext>
            </a:extLst>
          </p:cNvPr>
          <p:cNvSpPr/>
          <p:nvPr/>
        </p:nvSpPr>
        <p:spPr>
          <a:xfrm>
            <a:off x="6122252" y="4403340"/>
            <a:ext cx="884798" cy="641082"/>
          </a:xfrm>
          <a:prstGeom prst="rect">
            <a:avLst/>
          </a:prstGeom>
          <a:solidFill>
            <a:schemeClr val="accent4"/>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zh-CN" altLang="en-US" b="1" dirty="0"/>
              <a:t>链路层首部</a:t>
            </a:r>
          </a:p>
        </p:txBody>
      </p:sp>
      <p:sp>
        <p:nvSpPr>
          <p:cNvPr id="34" name="矩形 33">
            <a:extLst>
              <a:ext uri="{FF2B5EF4-FFF2-40B4-BE49-F238E27FC236}">
                <a16:creationId xmlns:a16="http://schemas.microsoft.com/office/drawing/2014/main" id="{3F7DCA1D-B863-45D4-926D-074CFC9990D7}"/>
              </a:ext>
            </a:extLst>
          </p:cNvPr>
          <p:cNvSpPr/>
          <p:nvPr/>
        </p:nvSpPr>
        <p:spPr>
          <a:xfrm>
            <a:off x="1885806" y="4403339"/>
            <a:ext cx="884798" cy="641075"/>
          </a:xfrm>
          <a:prstGeom prst="rect">
            <a:avLst/>
          </a:prstGeom>
          <a:solidFill>
            <a:schemeClr val="accent4"/>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zh-CN" altLang="en-US" b="1" dirty="0"/>
              <a:t>链路层尾部</a:t>
            </a:r>
          </a:p>
        </p:txBody>
      </p:sp>
      <p:grpSp>
        <p:nvGrpSpPr>
          <p:cNvPr id="38" name="组合 37">
            <a:extLst>
              <a:ext uri="{FF2B5EF4-FFF2-40B4-BE49-F238E27FC236}">
                <a16:creationId xmlns:a16="http://schemas.microsoft.com/office/drawing/2014/main" id="{6EC2FE04-A7FB-4DF5-98AB-DC8F2ADE6031}"/>
              </a:ext>
            </a:extLst>
          </p:cNvPr>
          <p:cNvGrpSpPr/>
          <p:nvPr/>
        </p:nvGrpSpPr>
        <p:grpSpPr>
          <a:xfrm>
            <a:off x="2770606" y="4403340"/>
            <a:ext cx="3351706" cy="641082"/>
            <a:chOff x="2770606" y="4252038"/>
            <a:chExt cx="3351706" cy="641082"/>
          </a:xfrm>
        </p:grpSpPr>
        <p:sp>
          <p:nvSpPr>
            <p:cNvPr id="35" name="矩形 34">
              <a:extLst>
                <a:ext uri="{FF2B5EF4-FFF2-40B4-BE49-F238E27FC236}">
                  <a16:creationId xmlns:a16="http://schemas.microsoft.com/office/drawing/2014/main" id="{545B9013-2450-4195-BB9A-933951F1210F}"/>
                </a:ext>
              </a:extLst>
            </p:cNvPr>
            <p:cNvSpPr/>
            <p:nvPr/>
          </p:nvSpPr>
          <p:spPr>
            <a:xfrm>
              <a:off x="5237514" y="4252038"/>
              <a:ext cx="884798" cy="641082"/>
            </a:xfrm>
            <a:prstGeom prst="rect">
              <a:avLst/>
            </a:prstGeom>
            <a:solidFill>
              <a:schemeClr val="accent6"/>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zh-CN" altLang="en-US" b="1" dirty="0"/>
                <a:t>网络层</a:t>
              </a:r>
              <a:endParaRPr lang="en-US" altLang="zh-CN" b="1" dirty="0"/>
            </a:p>
            <a:p>
              <a:pPr algn="ctr"/>
              <a:r>
                <a:rPr lang="zh-CN" altLang="en-US" b="1" dirty="0"/>
                <a:t>首部</a:t>
              </a:r>
            </a:p>
          </p:txBody>
        </p:sp>
        <p:sp>
          <p:nvSpPr>
            <p:cNvPr id="36" name="矩形 35">
              <a:extLst>
                <a:ext uri="{FF2B5EF4-FFF2-40B4-BE49-F238E27FC236}">
                  <a16:creationId xmlns:a16="http://schemas.microsoft.com/office/drawing/2014/main" id="{88886150-6ADC-4329-A44E-D0B400D9A811}"/>
                </a:ext>
              </a:extLst>
            </p:cNvPr>
            <p:cNvSpPr/>
            <p:nvPr/>
          </p:nvSpPr>
          <p:spPr>
            <a:xfrm>
              <a:off x="4352716" y="4252038"/>
              <a:ext cx="884798" cy="641082"/>
            </a:xfrm>
            <a:prstGeom prst="rect">
              <a:avLst/>
            </a:prstGeom>
            <a:solidFill>
              <a:schemeClr val="accent3"/>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zh-CN" altLang="en-US" b="1" dirty="0"/>
                <a:t>运输层</a:t>
              </a:r>
              <a:endParaRPr lang="en-US" altLang="zh-CN" b="1" dirty="0"/>
            </a:p>
            <a:p>
              <a:pPr algn="ctr"/>
              <a:r>
                <a:rPr lang="zh-CN" altLang="en-US" b="1" dirty="0"/>
                <a:t>首部</a:t>
              </a:r>
            </a:p>
          </p:txBody>
        </p:sp>
        <p:sp>
          <p:nvSpPr>
            <p:cNvPr id="37" name="矩形 36">
              <a:extLst>
                <a:ext uri="{FF2B5EF4-FFF2-40B4-BE49-F238E27FC236}">
                  <a16:creationId xmlns:a16="http://schemas.microsoft.com/office/drawing/2014/main" id="{74054EA5-8BAE-4D5F-A393-8F7D9D960EE9}"/>
                </a:ext>
              </a:extLst>
            </p:cNvPr>
            <p:cNvSpPr/>
            <p:nvPr/>
          </p:nvSpPr>
          <p:spPr>
            <a:xfrm>
              <a:off x="2770606" y="4252038"/>
              <a:ext cx="1582110" cy="641082"/>
            </a:xfrm>
            <a:prstGeom prst="rect">
              <a:avLst/>
            </a:prstGeom>
            <a:solidFill>
              <a:schemeClr val="accent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zh-CN" altLang="en-US" b="1" dirty="0"/>
                <a:t>应用层</a:t>
              </a:r>
              <a:endParaRPr lang="en-US" altLang="zh-CN" b="1" dirty="0"/>
            </a:p>
            <a:p>
              <a:pPr algn="ctr"/>
              <a:r>
                <a:rPr lang="zh-CN" altLang="en-US" b="1" dirty="0"/>
                <a:t>协议数据单元</a:t>
              </a:r>
            </a:p>
          </p:txBody>
        </p:sp>
      </p:grpSp>
      <p:sp>
        <p:nvSpPr>
          <p:cNvPr id="39" name="矩形 38">
            <a:extLst>
              <a:ext uri="{FF2B5EF4-FFF2-40B4-BE49-F238E27FC236}">
                <a16:creationId xmlns:a16="http://schemas.microsoft.com/office/drawing/2014/main" id="{6D125D46-8770-4CA3-B045-5F4643ABA420}"/>
              </a:ext>
            </a:extLst>
          </p:cNvPr>
          <p:cNvSpPr/>
          <p:nvPr/>
        </p:nvSpPr>
        <p:spPr>
          <a:xfrm>
            <a:off x="1442437" y="1661600"/>
            <a:ext cx="256976" cy="256976"/>
          </a:xfrm>
          <a:prstGeom prst="rect">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40" name="íşlïḍè">
            <a:extLst>
              <a:ext uri="{FF2B5EF4-FFF2-40B4-BE49-F238E27FC236}">
                <a16:creationId xmlns:a16="http://schemas.microsoft.com/office/drawing/2014/main" id="{58498DF2-EFAC-4127-85B0-98503C8F10A5}"/>
              </a:ext>
            </a:extLst>
          </p:cNvPr>
          <p:cNvSpPr txBox="1"/>
          <p:nvPr/>
        </p:nvSpPr>
        <p:spPr>
          <a:xfrm>
            <a:off x="1759665" y="1661599"/>
            <a:ext cx="5042917" cy="256977"/>
          </a:xfrm>
          <a:prstGeom prst="rect">
            <a:avLst/>
          </a:prstGeom>
          <a:noFill/>
        </p:spPr>
        <p:txBody>
          <a:bodyPr wrap="square" lIns="91440" tIns="45720" rIns="91440" bIns="45720" anchor="ctr">
            <a:noAutofit/>
          </a:bodyPr>
          <a:lstStyle/>
          <a:p>
            <a:r>
              <a:rPr lang="zh-CN" altLang="en-US" b="1" dirty="0"/>
              <a:t>帧的首部和尾部中包含有一些</a:t>
            </a:r>
            <a:r>
              <a:rPr lang="zh-CN" altLang="en-US" b="1" dirty="0">
                <a:solidFill>
                  <a:schemeClr val="accent1">
                    <a:lumMod val="75000"/>
                  </a:schemeClr>
                </a:solidFill>
              </a:rPr>
              <a:t>重要的控制信息</a:t>
            </a:r>
            <a:r>
              <a:rPr lang="zh-CN" altLang="en-US" b="1" dirty="0"/>
              <a:t>。</a:t>
            </a:r>
            <a:endParaRPr lang="en-US" altLang="zh-CN" b="1" dirty="0"/>
          </a:p>
        </p:txBody>
      </p:sp>
      <p:graphicFrame>
        <p:nvGraphicFramePr>
          <p:cNvPr id="41" name="表格 15">
            <a:extLst>
              <a:ext uri="{FF2B5EF4-FFF2-40B4-BE49-F238E27FC236}">
                <a16:creationId xmlns:a16="http://schemas.microsoft.com/office/drawing/2014/main" id="{0920A995-0A7F-417D-BA54-ACC08561A414}"/>
              </a:ext>
            </a:extLst>
          </p:cNvPr>
          <p:cNvGraphicFramePr>
            <a:graphicFrameLocks noGrp="1"/>
          </p:cNvGraphicFramePr>
          <p:nvPr/>
        </p:nvGraphicFramePr>
        <p:xfrm>
          <a:off x="2526010" y="2342719"/>
          <a:ext cx="7170473" cy="1112520"/>
        </p:xfrm>
        <a:graphic>
          <a:graphicData uri="http://schemas.openxmlformats.org/drawingml/2006/table">
            <a:tbl>
              <a:tblPr firstRow="1" bandRow="1">
                <a:tableStyleId>{5C22544A-7EE6-4342-B048-85BDC9FD1C3A}</a:tableStyleId>
              </a:tblPr>
              <a:tblGrid>
                <a:gridCol w="1118331">
                  <a:extLst>
                    <a:ext uri="{9D8B030D-6E8A-4147-A177-3AD203B41FA5}">
                      <a16:colId xmlns:a16="http://schemas.microsoft.com/office/drawing/2014/main" val="582556354"/>
                    </a:ext>
                  </a:extLst>
                </a:gridCol>
                <a:gridCol w="2822696">
                  <a:extLst>
                    <a:ext uri="{9D8B030D-6E8A-4147-A177-3AD203B41FA5}">
                      <a16:colId xmlns:a16="http://schemas.microsoft.com/office/drawing/2014/main" val="4093275061"/>
                    </a:ext>
                  </a:extLst>
                </a:gridCol>
                <a:gridCol w="861218">
                  <a:extLst>
                    <a:ext uri="{9D8B030D-6E8A-4147-A177-3AD203B41FA5}">
                      <a16:colId xmlns:a16="http://schemas.microsoft.com/office/drawing/2014/main" val="4188641604"/>
                    </a:ext>
                  </a:extLst>
                </a:gridCol>
                <a:gridCol w="1184114">
                  <a:extLst>
                    <a:ext uri="{9D8B030D-6E8A-4147-A177-3AD203B41FA5}">
                      <a16:colId xmlns:a16="http://schemas.microsoft.com/office/drawing/2014/main" val="1218946318"/>
                    </a:ext>
                  </a:extLst>
                </a:gridCol>
                <a:gridCol w="1184114">
                  <a:extLst>
                    <a:ext uri="{9D8B030D-6E8A-4147-A177-3AD203B41FA5}">
                      <a16:colId xmlns:a16="http://schemas.microsoft.com/office/drawing/2014/main" val="2777886892"/>
                    </a:ext>
                  </a:extLst>
                </a:gridCol>
              </a:tblGrid>
              <a:tr h="370840">
                <a:tc gridSpan="5">
                  <a:txBody>
                    <a:bodyPr/>
                    <a:lstStyle/>
                    <a:p>
                      <a:pPr algn="ctr"/>
                      <a:r>
                        <a:rPr lang="zh-CN" altLang="en-US" b="1" dirty="0">
                          <a:solidFill>
                            <a:schemeClr val="accent4"/>
                          </a:solidFill>
                        </a:rPr>
                        <a:t>以太网</a:t>
                      </a:r>
                      <a:r>
                        <a:rPr lang="en-US" altLang="zh-CN" b="1" dirty="0">
                          <a:solidFill>
                            <a:schemeClr val="accent4"/>
                          </a:solidFill>
                        </a:rPr>
                        <a:t>V2</a:t>
                      </a:r>
                      <a:r>
                        <a:rPr lang="zh-CN" altLang="en-US" b="1" dirty="0">
                          <a:solidFill>
                            <a:schemeClr val="accent4"/>
                          </a:solidFill>
                        </a:rPr>
                        <a:t>的</a:t>
                      </a:r>
                      <a:r>
                        <a:rPr lang="en-US" altLang="zh-CN" b="1" dirty="0">
                          <a:solidFill>
                            <a:schemeClr val="accent4"/>
                          </a:solidFill>
                        </a:rPr>
                        <a:t>MAC</a:t>
                      </a:r>
                      <a:r>
                        <a:rPr lang="zh-CN" altLang="en-US" b="1" dirty="0">
                          <a:solidFill>
                            <a:schemeClr val="accent4"/>
                          </a:solidFill>
                        </a:rPr>
                        <a:t>帧（最大长度 </a:t>
                      </a:r>
                      <a:r>
                        <a:rPr lang="en-US" altLang="zh-CN" b="1" dirty="0">
                          <a:solidFill>
                            <a:schemeClr val="accent4"/>
                          </a:solidFill>
                        </a:rPr>
                        <a:t>1518 B</a:t>
                      </a:r>
                      <a:r>
                        <a:rPr lang="zh-CN" altLang="en-US" b="1" dirty="0">
                          <a:solidFill>
                            <a:schemeClr val="accent4"/>
                          </a:solidFill>
                        </a:rPr>
                        <a:t>）</a:t>
                      </a: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hMerge="1">
                  <a:txBody>
                    <a:bodyPr/>
                    <a:lstStyle/>
                    <a:p>
                      <a:endParaRPr lang="zh-CN" altLang="en-US" dirty="0"/>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hMerge="1">
                  <a:txBody>
                    <a:bodyPr/>
                    <a:lstStyle/>
                    <a:p>
                      <a:endParaRPr lang="zh-CN" altLang="en-US" dirty="0"/>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hMerge="1">
                  <a:txBody>
                    <a:bodyPr/>
                    <a:lstStyle/>
                    <a:p>
                      <a:endParaRPr lang="zh-CN" altLang="en-US" dirty="0"/>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hMerge="1">
                  <a:txBody>
                    <a:bodyPr/>
                    <a:lstStyle/>
                    <a:p>
                      <a:endParaRPr lang="zh-CN" altLang="en-US" dirty="0"/>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extLst>
                  <a:ext uri="{0D108BD9-81ED-4DB2-BD59-A6C34878D82A}">
                    <a16:rowId xmlns:a16="http://schemas.microsoft.com/office/drawing/2014/main" val="751715214"/>
                  </a:ext>
                </a:extLst>
              </a:tr>
              <a:tr h="370840">
                <a:tc>
                  <a:txBody>
                    <a:bodyPr/>
                    <a:lstStyle/>
                    <a:p>
                      <a:pPr algn="ctr"/>
                      <a:r>
                        <a:rPr lang="en-US" altLang="zh-CN" b="1" dirty="0">
                          <a:solidFill>
                            <a:schemeClr val="accent4"/>
                          </a:solidFill>
                        </a:rPr>
                        <a:t>4 B</a:t>
                      </a:r>
                      <a:endParaRPr lang="zh-CN" altLang="en-US" b="1" dirty="0">
                        <a:solidFill>
                          <a:schemeClr val="accent4"/>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algn="ctr"/>
                      <a:r>
                        <a:rPr lang="en-US" altLang="zh-CN" b="1" dirty="0">
                          <a:solidFill>
                            <a:schemeClr val="accent4"/>
                          </a:solidFill>
                        </a:rPr>
                        <a:t>46</a:t>
                      </a:r>
                      <a:r>
                        <a:rPr lang="zh-CN" altLang="en-US" b="1" dirty="0">
                          <a:solidFill>
                            <a:schemeClr val="accent4"/>
                          </a:solidFill>
                        </a:rPr>
                        <a:t> </a:t>
                      </a:r>
                      <a:r>
                        <a:rPr lang="en-US" altLang="zh-CN" b="1" dirty="0">
                          <a:solidFill>
                            <a:schemeClr val="accent4"/>
                          </a:solidFill>
                        </a:rPr>
                        <a:t>~ 1500 B</a:t>
                      </a:r>
                      <a:endParaRPr lang="zh-CN" altLang="en-US" b="1" dirty="0">
                        <a:solidFill>
                          <a:schemeClr val="accent4"/>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algn="ctr"/>
                      <a:r>
                        <a:rPr lang="en-US" altLang="zh-CN" b="1" dirty="0">
                          <a:solidFill>
                            <a:schemeClr val="accent4"/>
                          </a:solidFill>
                        </a:rPr>
                        <a:t>2 B</a:t>
                      </a:r>
                      <a:endParaRPr lang="zh-CN" altLang="en-US" b="1" dirty="0">
                        <a:solidFill>
                          <a:schemeClr val="accent4"/>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algn="ctr"/>
                      <a:r>
                        <a:rPr lang="en-US" altLang="zh-CN" b="1" dirty="0">
                          <a:solidFill>
                            <a:schemeClr val="accent4"/>
                          </a:solidFill>
                        </a:rPr>
                        <a:t>6 B</a:t>
                      </a:r>
                      <a:endParaRPr lang="zh-CN" altLang="en-US" b="1" dirty="0">
                        <a:solidFill>
                          <a:schemeClr val="accent4"/>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algn="ctr"/>
                      <a:r>
                        <a:rPr lang="en-US" altLang="zh-CN" b="1" dirty="0">
                          <a:solidFill>
                            <a:schemeClr val="accent4"/>
                          </a:solidFill>
                        </a:rPr>
                        <a:t>6 B</a:t>
                      </a:r>
                      <a:endParaRPr lang="zh-CN" altLang="en-US" b="1" dirty="0">
                        <a:solidFill>
                          <a:schemeClr val="accent4"/>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extLst>
                  <a:ext uri="{0D108BD9-81ED-4DB2-BD59-A6C34878D82A}">
                    <a16:rowId xmlns:a16="http://schemas.microsoft.com/office/drawing/2014/main" val="1983352797"/>
                  </a:ext>
                </a:extLst>
              </a:tr>
              <a:tr h="370840">
                <a:tc>
                  <a:txBody>
                    <a:bodyPr/>
                    <a:lstStyle/>
                    <a:p>
                      <a:pPr algn="ctr"/>
                      <a:r>
                        <a:rPr lang="en-US" altLang="zh-CN" b="1" dirty="0">
                          <a:solidFill>
                            <a:schemeClr val="accent4"/>
                          </a:solidFill>
                        </a:rPr>
                        <a:t>FCS</a:t>
                      </a:r>
                      <a:endParaRPr lang="zh-CN" altLang="en-US" b="1" dirty="0">
                        <a:solidFill>
                          <a:schemeClr val="accent4"/>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algn="ctr"/>
                      <a:r>
                        <a:rPr lang="zh-CN" altLang="en-US" b="1" dirty="0">
                          <a:solidFill>
                            <a:schemeClr val="accent4"/>
                          </a:solidFill>
                        </a:rPr>
                        <a:t>数据载荷</a:t>
                      </a: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algn="ctr"/>
                      <a:r>
                        <a:rPr lang="zh-CN" altLang="en-US" b="1" dirty="0">
                          <a:solidFill>
                            <a:schemeClr val="accent4"/>
                          </a:solidFill>
                        </a:rPr>
                        <a:t>类型</a:t>
                      </a: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algn="ctr"/>
                      <a:r>
                        <a:rPr lang="zh-CN" altLang="en-US" b="1" dirty="0">
                          <a:solidFill>
                            <a:schemeClr val="accent4"/>
                          </a:solidFill>
                        </a:rPr>
                        <a:t>源地址</a:t>
                      </a: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algn="ctr"/>
                      <a:r>
                        <a:rPr lang="zh-CN" altLang="en-US" b="1" dirty="0">
                          <a:solidFill>
                            <a:schemeClr val="accent4"/>
                          </a:solidFill>
                        </a:rPr>
                        <a:t>目的地址</a:t>
                      </a: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extLst>
                  <a:ext uri="{0D108BD9-81ED-4DB2-BD59-A6C34878D82A}">
                    <a16:rowId xmlns:a16="http://schemas.microsoft.com/office/drawing/2014/main" val="1832940591"/>
                  </a:ext>
                </a:extLst>
              </a:tr>
            </a:tbl>
          </a:graphicData>
        </a:graphic>
      </p:graphicFrame>
      <p:grpSp>
        <p:nvGrpSpPr>
          <p:cNvPr id="42" name="组合 41">
            <a:extLst>
              <a:ext uri="{FF2B5EF4-FFF2-40B4-BE49-F238E27FC236}">
                <a16:creationId xmlns:a16="http://schemas.microsoft.com/office/drawing/2014/main" id="{3699D0C3-E152-47D9-A17A-F0ABEF4EF764}"/>
              </a:ext>
            </a:extLst>
          </p:cNvPr>
          <p:cNvGrpSpPr/>
          <p:nvPr/>
        </p:nvGrpSpPr>
        <p:grpSpPr>
          <a:xfrm>
            <a:off x="6129831" y="3455239"/>
            <a:ext cx="3566652" cy="946853"/>
            <a:chOff x="6122250" y="3316627"/>
            <a:chExt cx="3566652" cy="946853"/>
          </a:xfrm>
        </p:grpSpPr>
        <p:cxnSp>
          <p:nvCxnSpPr>
            <p:cNvPr id="43" name="直接连接符 42">
              <a:extLst>
                <a:ext uri="{FF2B5EF4-FFF2-40B4-BE49-F238E27FC236}">
                  <a16:creationId xmlns:a16="http://schemas.microsoft.com/office/drawing/2014/main" id="{B6304DDE-6ABF-4B4F-A708-983E7C801506}"/>
                </a:ext>
              </a:extLst>
            </p:cNvPr>
            <p:cNvCxnSpPr>
              <a:cxnSpLocks/>
            </p:cNvCxnSpPr>
            <p:nvPr/>
          </p:nvCxnSpPr>
          <p:spPr>
            <a:xfrm flipH="1">
              <a:off x="6122250" y="3316627"/>
              <a:ext cx="328078" cy="946853"/>
            </a:xfrm>
            <a:prstGeom prst="line">
              <a:avLst/>
            </a:prstGeom>
            <a:ln w="12700">
              <a:solidFill>
                <a:schemeClr val="tx1"/>
              </a:solidFill>
              <a:prstDash val="dash"/>
            </a:ln>
          </p:spPr>
          <p:style>
            <a:lnRef idx="1">
              <a:schemeClr val="accent1"/>
            </a:lnRef>
            <a:fillRef idx="0">
              <a:schemeClr val="accent1"/>
            </a:fillRef>
            <a:effectRef idx="0">
              <a:schemeClr val="accent1"/>
            </a:effectRef>
            <a:fontRef idx="minor">
              <a:schemeClr val="tx1"/>
            </a:fontRef>
          </p:style>
        </p:cxnSp>
        <p:cxnSp>
          <p:nvCxnSpPr>
            <p:cNvPr id="44" name="直接连接符 43">
              <a:extLst>
                <a:ext uri="{FF2B5EF4-FFF2-40B4-BE49-F238E27FC236}">
                  <a16:creationId xmlns:a16="http://schemas.microsoft.com/office/drawing/2014/main" id="{59425BD2-0CDA-4C2E-ADA9-E7BB25510912}"/>
                </a:ext>
              </a:extLst>
            </p:cNvPr>
            <p:cNvCxnSpPr>
              <a:cxnSpLocks/>
            </p:cNvCxnSpPr>
            <p:nvPr/>
          </p:nvCxnSpPr>
          <p:spPr>
            <a:xfrm flipH="1">
              <a:off x="7007049" y="3323085"/>
              <a:ext cx="2681853" cy="931818"/>
            </a:xfrm>
            <a:prstGeom prst="line">
              <a:avLst/>
            </a:prstGeom>
            <a:ln w="12700">
              <a:solidFill>
                <a:schemeClr val="tx1"/>
              </a:solidFill>
              <a:prstDash val="dash"/>
            </a:ln>
          </p:spPr>
          <p:style>
            <a:lnRef idx="1">
              <a:schemeClr val="accent1"/>
            </a:lnRef>
            <a:fillRef idx="0">
              <a:schemeClr val="accent1"/>
            </a:fillRef>
            <a:effectRef idx="0">
              <a:schemeClr val="accent1"/>
            </a:effectRef>
            <a:fontRef idx="minor">
              <a:schemeClr val="tx1"/>
            </a:fontRef>
          </p:style>
        </p:cxnSp>
      </p:grpSp>
      <p:grpSp>
        <p:nvGrpSpPr>
          <p:cNvPr id="45" name="组合 44">
            <a:extLst>
              <a:ext uri="{FF2B5EF4-FFF2-40B4-BE49-F238E27FC236}">
                <a16:creationId xmlns:a16="http://schemas.microsoft.com/office/drawing/2014/main" id="{84150203-C453-4982-BB1C-DB04DDA91F2A}"/>
              </a:ext>
            </a:extLst>
          </p:cNvPr>
          <p:cNvGrpSpPr/>
          <p:nvPr/>
        </p:nvGrpSpPr>
        <p:grpSpPr>
          <a:xfrm>
            <a:off x="1901641" y="3458103"/>
            <a:ext cx="1744773" cy="952836"/>
            <a:chOff x="1894060" y="3319491"/>
            <a:chExt cx="1744773" cy="952836"/>
          </a:xfrm>
        </p:grpSpPr>
        <p:cxnSp>
          <p:nvCxnSpPr>
            <p:cNvPr id="46" name="直接连接符 45">
              <a:extLst>
                <a:ext uri="{FF2B5EF4-FFF2-40B4-BE49-F238E27FC236}">
                  <a16:creationId xmlns:a16="http://schemas.microsoft.com/office/drawing/2014/main" id="{ECCE9CFF-9992-44EA-8387-6610F1398A20}"/>
                </a:ext>
              </a:extLst>
            </p:cNvPr>
            <p:cNvCxnSpPr>
              <a:cxnSpLocks/>
            </p:cNvCxnSpPr>
            <p:nvPr/>
          </p:nvCxnSpPr>
          <p:spPr>
            <a:xfrm flipH="1">
              <a:off x="2770573" y="3319491"/>
              <a:ext cx="868260" cy="952836"/>
            </a:xfrm>
            <a:prstGeom prst="line">
              <a:avLst/>
            </a:prstGeom>
            <a:ln w="12700">
              <a:solidFill>
                <a:schemeClr val="tx1"/>
              </a:solidFill>
              <a:prstDash val="dash"/>
            </a:ln>
          </p:spPr>
          <p:style>
            <a:lnRef idx="1">
              <a:schemeClr val="accent1"/>
            </a:lnRef>
            <a:fillRef idx="0">
              <a:schemeClr val="accent1"/>
            </a:fillRef>
            <a:effectRef idx="0">
              <a:schemeClr val="accent1"/>
            </a:effectRef>
            <a:fontRef idx="minor">
              <a:schemeClr val="tx1"/>
            </a:fontRef>
          </p:style>
        </p:cxnSp>
        <p:cxnSp>
          <p:nvCxnSpPr>
            <p:cNvPr id="47" name="直接连接符 46">
              <a:extLst>
                <a:ext uri="{FF2B5EF4-FFF2-40B4-BE49-F238E27FC236}">
                  <a16:creationId xmlns:a16="http://schemas.microsoft.com/office/drawing/2014/main" id="{CE1D0D51-3F7C-480A-821F-FCFA7D598432}"/>
                </a:ext>
              </a:extLst>
            </p:cNvPr>
            <p:cNvCxnSpPr>
              <a:cxnSpLocks/>
            </p:cNvCxnSpPr>
            <p:nvPr/>
          </p:nvCxnSpPr>
          <p:spPr>
            <a:xfrm flipH="1">
              <a:off x="1894060" y="3323085"/>
              <a:ext cx="624367" cy="906150"/>
            </a:xfrm>
            <a:prstGeom prst="line">
              <a:avLst/>
            </a:prstGeom>
            <a:ln w="12700">
              <a:solidFill>
                <a:schemeClr val="tx1"/>
              </a:solidFill>
              <a:prstDash val="dash"/>
            </a:ln>
          </p:spPr>
          <p:style>
            <a:lnRef idx="1">
              <a:schemeClr val="accent1"/>
            </a:lnRef>
            <a:fillRef idx="0">
              <a:schemeClr val="accent1"/>
            </a:fillRef>
            <a:effectRef idx="0">
              <a:schemeClr val="accent1"/>
            </a:effectRef>
            <a:fontRef idx="minor">
              <a:schemeClr val="tx1"/>
            </a:fontRef>
          </p:style>
        </p:cxnSp>
      </p:grpSp>
    </p:spTree>
    <p:custDataLst>
      <p:tags r:id="rId1"/>
    </p:custDataLst>
    <p:extLst>
      <p:ext uri="{BB962C8B-B14F-4D97-AF65-F5344CB8AC3E}">
        <p14:creationId xmlns:p14="http://schemas.microsoft.com/office/powerpoint/2010/main" val="2606765096"/>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49" presetClass="entr" presetSubtype="0" decel="100000" fill="hold" grpId="0" nodeType="withEffect">
                                  <p:stCondLst>
                                    <p:cond delay="0"/>
                                  </p:stCondLst>
                                  <p:childTnLst>
                                    <p:set>
                                      <p:cBhvr>
                                        <p:cTn id="6" dur="1" fill="hold">
                                          <p:stCondLst>
                                            <p:cond delay="0"/>
                                          </p:stCondLst>
                                        </p:cTn>
                                        <p:tgtEl>
                                          <p:spTgt spid="39"/>
                                        </p:tgtEl>
                                        <p:attrNameLst>
                                          <p:attrName>style.visibility</p:attrName>
                                        </p:attrNameLst>
                                      </p:cBhvr>
                                      <p:to>
                                        <p:strVal val="visible"/>
                                      </p:to>
                                    </p:set>
                                    <p:anim calcmode="lin" valueType="num">
                                      <p:cBhvr>
                                        <p:cTn id="7" dur="500" fill="hold"/>
                                        <p:tgtEl>
                                          <p:spTgt spid="39"/>
                                        </p:tgtEl>
                                        <p:attrNameLst>
                                          <p:attrName>ppt_w</p:attrName>
                                        </p:attrNameLst>
                                      </p:cBhvr>
                                      <p:tavLst>
                                        <p:tav tm="0">
                                          <p:val>
                                            <p:fltVal val="0"/>
                                          </p:val>
                                        </p:tav>
                                        <p:tav tm="100000">
                                          <p:val>
                                            <p:strVal val="#ppt_w"/>
                                          </p:val>
                                        </p:tav>
                                      </p:tavLst>
                                    </p:anim>
                                    <p:anim calcmode="lin" valueType="num">
                                      <p:cBhvr>
                                        <p:cTn id="8" dur="500" fill="hold"/>
                                        <p:tgtEl>
                                          <p:spTgt spid="39"/>
                                        </p:tgtEl>
                                        <p:attrNameLst>
                                          <p:attrName>ppt_h</p:attrName>
                                        </p:attrNameLst>
                                      </p:cBhvr>
                                      <p:tavLst>
                                        <p:tav tm="0">
                                          <p:val>
                                            <p:fltVal val="0"/>
                                          </p:val>
                                        </p:tav>
                                        <p:tav tm="100000">
                                          <p:val>
                                            <p:strVal val="#ppt_h"/>
                                          </p:val>
                                        </p:tav>
                                      </p:tavLst>
                                    </p:anim>
                                    <p:anim calcmode="lin" valueType="num">
                                      <p:cBhvr>
                                        <p:cTn id="9" dur="500" fill="hold"/>
                                        <p:tgtEl>
                                          <p:spTgt spid="39"/>
                                        </p:tgtEl>
                                        <p:attrNameLst>
                                          <p:attrName>style.rotation</p:attrName>
                                        </p:attrNameLst>
                                      </p:cBhvr>
                                      <p:tavLst>
                                        <p:tav tm="0">
                                          <p:val>
                                            <p:fltVal val="360"/>
                                          </p:val>
                                        </p:tav>
                                        <p:tav tm="100000">
                                          <p:val>
                                            <p:fltVal val="0"/>
                                          </p:val>
                                        </p:tav>
                                      </p:tavLst>
                                    </p:anim>
                                    <p:animEffect transition="in" filter="fade">
                                      <p:cBhvr>
                                        <p:cTn id="10" dur="500"/>
                                        <p:tgtEl>
                                          <p:spTgt spid="39"/>
                                        </p:tgtEl>
                                      </p:cBhvr>
                                    </p:animEffect>
                                  </p:childTnLst>
                                </p:cTn>
                              </p:par>
                            </p:childTnLst>
                          </p:cTn>
                        </p:par>
                        <p:par>
                          <p:cTn id="11" fill="hold">
                            <p:stCondLst>
                              <p:cond delay="500"/>
                            </p:stCondLst>
                            <p:childTnLst>
                              <p:par>
                                <p:cTn id="12" presetID="1" presetClass="entr" presetSubtype="0" fill="hold" grpId="0" nodeType="afterEffect">
                                  <p:stCondLst>
                                    <p:cond delay="0"/>
                                  </p:stCondLst>
                                  <p:iterate type="lt">
                                    <p:tmAbs val="100"/>
                                  </p:iterate>
                                  <p:childTnLst>
                                    <p:set>
                                      <p:cBhvr>
                                        <p:cTn id="13" dur="1" fill="hold">
                                          <p:stCondLst>
                                            <p:cond delay="0"/>
                                          </p:stCondLst>
                                        </p:cTn>
                                        <p:tgtEl>
                                          <p:spTgt spid="40"/>
                                        </p:tgtEl>
                                        <p:attrNameLst>
                                          <p:attrName>style.visibility</p:attrName>
                                        </p:attrNameLst>
                                      </p:cBhvr>
                                      <p:to>
                                        <p:strVal val="visible"/>
                                      </p:to>
                                    </p:set>
                                  </p:childTnLst>
                                </p:cTn>
                              </p:par>
                            </p:childTnLst>
                          </p:cTn>
                        </p:par>
                      </p:childTnLst>
                    </p:cTn>
                  </p:par>
                  <p:par>
                    <p:cTn id="14" fill="hold">
                      <p:stCondLst>
                        <p:cond delay="indefinite"/>
                      </p:stCondLst>
                      <p:childTnLst>
                        <p:par>
                          <p:cTn id="15" fill="hold">
                            <p:stCondLst>
                              <p:cond delay="0"/>
                            </p:stCondLst>
                            <p:childTnLst>
                              <p:par>
                                <p:cTn id="16" presetID="30" presetClass="entr" presetSubtype="0" fill="hold" nodeType="clickEffect">
                                  <p:stCondLst>
                                    <p:cond delay="0"/>
                                  </p:stCondLst>
                                  <p:childTnLst>
                                    <p:set>
                                      <p:cBhvr>
                                        <p:cTn id="17" dur="1" fill="hold">
                                          <p:stCondLst>
                                            <p:cond delay="0"/>
                                          </p:stCondLst>
                                        </p:cTn>
                                        <p:tgtEl>
                                          <p:spTgt spid="41"/>
                                        </p:tgtEl>
                                        <p:attrNameLst>
                                          <p:attrName>style.visibility</p:attrName>
                                        </p:attrNameLst>
                                      </p:cBhvr>
                                      <p:to>
                                        <p:strVal val="visible"/>
                                      </p:to>
                                    </p:set>
                                    <p:animEffect transition="in" filter="fade">
                                      <p:cBhvr>
                                        <p:cTn id="18" dur="800" decel="100000"/>
                                        <p:tgtEl>
                                          <p:spTgt spid="41"/>
                                        </p:tgtEl>
                                      </p:cBhvr>
                                    </p:animEffect>
                                    <p:anim calcmode="lin" valueType="num">
                                      <p:cBhvr>
                                        <p:cTn id="19" dur="800" decel="100000" fill="hold"/>
                                        <p:tgtEl>
                                          <p:spTgt spid="41"/>
                                        </p:tgtEl>
                                        <p:attrNameLst>
                                          <p:attrName>style.rotation</p:attrName>
                                        </p:attrNameLst>
                                      </p:cBhvr>
                                      <p:tavLst>
                                        <p:tav tm="0">
                                          <p:val>
                                            <p:fltVal val="-90"/>
                                          </p:val>
                                        </p:tav>
                                        <p:tav tm="100000">
                                          <p:val>
                                            <p:fltVal val="0"/>
                                          </p:val>
                                        </p:tav>
                                      </p:tavLst>
                                    </p:anim>
                                    <p:anim calcmode="lin" valueType="num">
                                      <p:cBhvr>
                                        <p:cTn id="20" dur="800" decel="100000" fill="hold"/>
                                        <p:tgtEl>
                                          <p:spTgt spid="41"/>
                                        </p:tgtEl>
                                        <p:attrNameLst>
                                          <p:attrName>ppt_x</p:attrName>
                                        </p:attrNameLst>
                                      </p:cBhvr>
                                      <p:tavLst>
                                        <p:tav tm="0">
                                          <p:val>
                                            <p:strVal val="#ppt_x+0.4"/>
                                          </p:val>
                                        </p:tav>
                                        <p:tav tm="100000">
                                          <p:val>
                                            <p:strVal val="#ppt_x-0.05"/>
                                          </p:val>
                                        </p:tav>
                                      </p:tavLst>
                                    </p:anim>
                                    <p:anim calcmode="lin" valueType="num">
                                      <p:cBhvr>
                                        <p:cTn id="21" dur="800" decel="100000" fill="hold"/>
                                        <p:tgtEl>
                                          <p:spTgt spid="41"/>
                                        </p:tgtEl>
                                        <p:attrNameLst>
                                          <p:attrName>ppt_y</p:attrName>
                                        </p:attrNameLst>
                                      </p:cBhvr>
                                      <p:tavLst>
                                        <p:tav tm="0">
                                          <p:val>
                                            <p:strVal val="#ppt_y-0.4"/>
                                          </p:val>
                                        </p:tav>
                                        <p:tav tm="100000">
                                          <p:val>
                                            <p:strVal val="#ppt_y+0.1"/>
                                          </p:val>
                                        </p:tav>
                                      </p:tavLst>
                                    </p:anim>
                                    <p:anim calcmode="lin" valueType="num">
                                      <p:cBhvr>
                                        <p:cTn id="22" dur="200" accel="100000" fill="hold">
                                          <p:stCondLst>
                                            <p:cond delay="800"/>
                                          </p:stCondLst>
                                        </p:cTn>
                                        <p:tgtEl>
                                          <p:spTgt spid="41"/>
                                        </p:tgtEl>
                                        <p:attrNameLst>
                                          <p:attrName>ppt_x</p:attrName>
                                        </p:attrNameLst>
                                      </p:cBhvr>
                                      <p:tavLst>
                                        <p:tav tm="0">
                                          <p:val>
                                            <p:strVal val="#ppt_x-0.05"/>
                                          </p:val>
                                        </p:tav>
                                        <p:tav tm="100000">
                                          <p:val>
                                            <p:strVal val="#ppt_x"/>
                                          </p:val>
                                        </p:tav>
                                      </p:tavLst>
                                    </p:anim>
                                    <p:anim calcmode="lin" valueType="num">
                                      <p:cBhvr>
                                        <p:cTn id="23" dur="200" accel="100000" fill="hold">
                                          <p:stCondLst>
                                            <p:cond delay="800"/>
                                          </p:stCondLst>
                                        </p:cTn>
                                        <p:tgtEl>
                                          <p:spTgt spid="41"/>
                                        </p:tgtEl>
                                        <p:attrNameLst>
                                          <p:attrName>ppt_y</p:attrName>
                                        </p:attrNameLst>
                                      </p:cBhvr>
                                      <p:tavLst>
                                        <p:tav tm="0">
                                          <p:val>
                                            <p:strVal val="#ppt_y+0.1"/>
                                          </p:val>
                                        </p:tav>
                                        <p:tav tm="100000">
                                          <p:val>
                                            <p:strVal val="#ppt_y"/>
                                          </p:val>
                                        </p:tav>
                                      </p:tavLst>
                                    </p:anim>
                                  </p:childTnLst>
                                </p:cTn>
                              </p:par>
                            </p:childTnLst>
                          </p:cTn>
                        </p:par>
                      </p:childTnLst>
                    </p:cTn>
                  </p:par>
                  <p:par>
                    <p:cTn id="24" fill="hold">
                      <p:stCondLst>
                        <p:cond delay="indefinite"/>
                      </p:stCondLst>
                      <p:childTnLst>
                        <p:par>
                          <p:cTn id="25" fill="hold">
                            <p:stCondLst>
                              <p:cond delay="0"/>
                            </p:stCondLst>
                            <p:childTnLst>
                              <p:par>
                                <p:cTn id="26" presetID="22" presetClass="entr" presetSubtype="4" fill="hold" nodeType="clickEffect">
                                  <p:stCondLst>
                                    <p:cond delay="0"/>
                                  </p:stCondLst>
                                  <p:childTnLst>
                                    <p:set>
                                      <p:cBhvr>
                                        <p:cTn id="27" dur="1" fill="hold">
                                          <p:stCondLst>
                                            <p:cond delay="0"/>
                                          </p:stCondLst>
                                        </p:cTn>
                                        <p:tgtEl>
                                          <p:spTgt spid="42"/>
                                        </p:tgtEl>
                                        <p:attrNameLst>
                                          <p:attrName>style.visibility</p:attrName>
                                        </p:attrNameLst>
                                      </p:cBhvr>
                                      <p:to>
                                        <p:strVal val="visible"/>
                                      </p:to>
                                    </p:set>
                                    <p:animEffect transition="in" filter="wipe(down)">
                                      <p:cBhvr>
                                        <p:cTn id="28" dur="500"/>
                                        <p:tgtEl>
                                          <p:spTgt spid="42"/>
                                        </p:tgtEl>
                                      </p:cBhvr>
                                    </p:animEffect>
                                  </p:childTnLst>
                                </p:cTn>
                              </p:par>
                            </p:childTnLst>
                          </p:cTn>
                        </p:par>
                      </p:childTnLst>
                    </p:cTn>
                  </p:par>
                  <p:par>
                    <p:cTn id="29" fill="hold">
                      <p:stCondLst>
                        <p:cond delay="indefinite"/>
                      </p:stCondLst>
                      <p:childTnLst>
                        <p:par>
                          <p:cTn id="30" fill="hold">
                            <p:stCondLst>
                              <p:cond delay="0"/>
                            </p:stCondLst>
                            <p:childTnLst>
                              <p:par>
                                <p:cTn id="31" presetID="22" presetClass="entr" presetSubtype="4" fill="hold" nodeType="clickEffect">
                                  <p:stCondLst>
                                    <p:cond delay="0"/>
                                  </p:stCondLst>
                                  <p:childTnLst>
                                    <p:set>
                                      <p:cBhvr>
                                        <p:cTn id="32" dur="1" fill="hold">
                                          <p:stCondLst>
                                            <p:cond delay="0"/>
                                          </p:stCondLst>
                                        </p:cTn>
                                        <p:tgtEl>
                                          <p:spTgt spid="45"/>
                                        </p:tgtEl>
                                        <p:attrNameLst>
                                          <p:attrName>style.visibility</p:attrName>
                                        </p:attrNameLst>
                                      </p:cBhvr>
                                      <p:to>
                                        <p:strVal val="visible"/>
                                      </p:to>
                                    </p:set>
                                    <p:animEffect transition="in" filter="wipe(down)">
                                      <p:cBhvr>
                                        <p:cTn id="33" dur="500"/>
                                        <p:tgtEl>
                                          <p:spTgt spid="45"/>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9" grpId="0" animBg="1"/>
      <p:bldP spid="40" grpId="0"/>
    </p:bldLst>
  </p:timing>
</p:sld>
</file>

<file path=ppt/slides/slide3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4" name="组合 3">
            <a:extLst>
              <a:ext uri="{FF2B5EF4-FFF2-40B4-BE49-F238E27FC236}">
                <a16:creationId xmlns:a16="http://schemas.microsoft.com/office/drawing/2014/main" id="{9A1EA9F2-FCB6-48C3-935F-7AE7E3AD14AC}"/>
              </a:ext>
            </a:extLst>
          </p:cNvPr>
          <p:cNvGrpSpPr/>
          <p:nvPr/>
        </p:nvGrpSpPr>
        <p:grpSpPr>
          <a:xfrm>
            <a:off x="304800" y="749300"/>
            <a:ext cx="6192344" cy="400110"/>
            <a:chOff x="424117" y="898245"/>
            <a:chExt cx="6192344" cy="400110"/>
          </a:xfrm>
        </p:grpSpPr>
        <p:sp>
          <p:nvSpPr>
            <p:cNvPr id="2" name="平行四边形 1">
              <a:extLst>
                <a:ext uri="{FF2B5EF4-FFF2-40B4-BE49-F238E27FC236}">
                  <a16:creationId xmlns:a16="http://schemas.microsoft.com/office/drawing/2014/main" id="{1F5BAA3F-9845-4F89-A2DD-8222D3E4EDAC}"/>
                </a:ext>
              </a:extLst>
            </p:cNvPr>
            <p:cNvSpPr/>
            <p:nvPr/>
          </p:nvSpPr>
          <p:spPr>
            <a:xfrm>
              <a:off x="424117" y="898245"/>
              <a:ext cx="628306" cy="387090"/>
            </a:xfrm>
            <a:prstGeom prst="parallelogram">
              <a:avLst/>
            </a:prstGeom>
            <a:solidFill>
              <a:schemeClr val="accent3">
                <a:lumMod val="75000"/>
              </a:schemeClr>
            </a:solidFill>
            <a:ln>
              <a:solidFill>
                <a:schemeClr val="accent3">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CN" sz="2200" dirty="0">
                  <a:latin typeface="Impact" panose="020B0806030902050204" pitchFamily="34" charset="0"/>
                </a:rPr>
                <a:t>01</a:t>
              </a:r>
              <a:endParaRPr lang="zh-CN" altLang="en-US" sz="2200" dirty="0">
                <a:latin typeface="Impact" panose="020B0806030902050204" pitchFamily="34" charset="0"/>
              </a:endParaRPr>
            </a:p>
          </p:txBody>
        </p:sp>
        <p:sp>
          <p:nvSpPr>
            <p:cNvPr id="3" name="文本框 2">
              <a:extLst>
                <a:ext uri="{FF2B5EF4-FFF2-40B4-BE49-F238E27FC236}">
                  <a16:creationId xmlns:a16="http://schemas.microsoft.com/office/drawing/2014/main" id="{4D6BD736-A4D3-4F26-AFED-36E11F50F70B}"/>
                </a:ext>
              </a:extLst>
            </p:cNvPr>
            <p:cNvSpPr txBox="1"/>
            <p:nvPr/>
          </p:nvSpPr>
          <p:spPr>
            <a:xfrm>
              <a:off x="1052423" y="898245"/>
              <a:ext cx="5564038" cy="400110"/>
            </a:xfrm>
            <a:prstGeom prst="rect">
              <a:avLst/>
            </a:prstGeom>
            <a:noFill/>
          </p:spPr>
          <p:txBody>
            <a:bodyPr wrap="square" rtlCol="0">
              <a:spAutoFit/>
            </a:bodyPr>
            <a:lstStyle/>
            <a:p>
              <a:r>
                <a:rPr lang="zh-CN" altLang="en-US" sz="2000" b="1" dirty="0"/>
                <a:t>封装成帧</a:t>
              </a:r>
            </a:p>
          </p:txBody>
        </p:sp>
      </p:grpSp>
      <p:sp>
        <p:nvSpPr>
          <p:cNvPr id="8" name="矩形 7">
            <a:extLst>
              <a:ext uri="{FF2B5EF4-FFF2-40B4-BE49-F238E27FC236}">
                <a16:creationId xmlns:a16="http://schemas.microsoft.com/office/drawing/2014/main" id="{C7720255-4E6C-41B6-A880-D93377A356B5}"/>
              </a:ext>
            </a:extLst>
          </p:cNvPr>
          <p:cNvSpPr/>
          <p:nvPr/>
        </p:nvSpPr>
        <p:spPr>
          <a:xfrm>
            <a:off x="1016000" y="1297642"/>
            <a:ext cx="256976" cy="256976"/>
          </a:xfrm>
          <a:prstGeom prst="rect">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9" name="íşlïḍè">
            <a:extLst>
              <a:ext uri="{FF2B5EF4-FFF2-40B4-BE49-F238E27FC236}">
                <a16:creationId xmlns:a16="http://schemas.microsoft.com/office/drawing/2014/main" id="{1E3208DB-9CB5-439E-87A6-F640C77C2B32}"/>
              </a:ext>
            </a:extLst>
          </p:cNvPr>
          <p:cNvSpPr txBox="1"/>
          <p:nvPr/>
        </p:nvSpPr>
        <p:spPr>
          <a:xfrm>
            <a:off x="1333228" y="1297641"/>
            <a:ext cx="10494766" cy="256977"/>
          </a:xfrm>
          <a:prstGeom prst="rect">
            <a:avLst/>
          </a:prstGeom>
          <a:noFill/>
        </p:spPr>
        <p:txBody>
          <a:bodyPr wrap="square" lIns="91440" tIns="45720" rIns="91440" bIns="45720" anchor="ctr">
            <a:noAutofit/>
          </a:bodyPr>
          <a:lstStyle/>
          <a:p>
            <a:r>
              <a:rPr lang="zh-CN" altLang="en-US" b="1" dirty="0"/>
              <a:t>封装成帧是指数据链路层给上层交付下来的协议数据单元</a:t>
            </a:r>
            <a:r>
              <a:rPr lang="en-US" altLang="zh-CN" b="1" dirty="0"/>
              <a:t>PDU</a:t>
            </a:r>
            <a:r>
              <a:rPr lang="zh-CN" altLang="en-US" b="1" dirty="0"/>
              <a:t>添加一个首部和一个尾部，使之成为帧。</a:t>
            </a:r>
            <a:endParaRPr lang="en-US" altLang="zh-CN" b="1" dirty="0"/>
          </a:p>
        </p:txBody>
      </p:sp>
      <p:grpSp>
        <p:nvGrpSpPr>
          <p:cNvPr id="27" name="组合 26">
            <a:extLst>
              <a:ext uri="{FF2B5EF4-FFF2-40B4-BE49-F238E27FC236}">
                <a16:creationId xmlns:a16="http://schemas.microsoft.com/office/drawing/2014/main" id="{93F0E023-58E1-4A96-BCEE-FDB4152D9D06}"/>
              </a:ext>
            </a:extLst>
          </p:cNvPr>
          <p:cNvGrpSpPr/>
          <p:nvPr/>
        </p:nvGrpSpPr>
        <p:grpSpPr>
          <a:xfrm>
            <a:off x="304798" y="2487878"/>
            <a:ext cx="11582402" cy="3946283"/>
            <a:chOff x="304798" y="2487878"/>
            <a:chExt cx="11582402" cy="3946283"/>
          </a:xfrm>
        </p:grpSpPr>
        <p:grpSp>
          <p:nvGrpSpPr>
            <p:cNvPr id="12" name="组合 11">
              <a:extLst>
                <a:ext uri="{FF2B5EF4-FFF2-40B4-BE49-F238E27FC236}">
                  <a16:creationId xmlns:a16="http://schemas.microsoft.com/office/drawing/2014/main" id="{729F98DD-72CE-4BFD-B6C9-064DC872A4F3}"/>
                </a:ext>
              </a:extLst>
            </p:cNvPr>
            <p:cNvGrpSpPr/>
            <p:nvPr/>
          </p:nvGrpSpPr>
          <p:grpSpPr>
            <a:xfrm>
              <a:off x="601699" y="5793079"/>
              <a:ext cx="10940423" cy="641082"/>
              <a:chOff x="601699" y="5648354"/>
              <a:chExt cx="10940423" cy="641082"/>
            </a:xfrm>
          </p:grpSpPr>
          <p:cxnSp>
            <p:nvCxnSpPr>
              <p:cNvPr id="13" name="直接连接符 12">
                <a:extLst>
                  <a:ext uri="{FF2B5EF4-FFF2-40B4-BE49-F238E27FC236}">
                    <a16:creationId xmlns:a16="http://schemas.microsoft.com/office/drawing/2014/main" id="{B4602247-B2C9-4B7F-A891-6BF59A816B39}"/>
                  </a:ext>
                </a:extLst>
              </p:cNvPr>
              <p:cNvCxnSpPr>
                <a:cxnSpLocks/>
              </p:cNvCxnSpPr>
              <p:nvPr/>
            </p:nvCxnSpPr>
            <p:spPr>
              <a:xfrm>
                <a:off x="1143721" y="6126777"/>
                <a:ext cx="10027235"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pic>
            <p:nvPicPr>
              <p:cNvPr id="14" name="图形 13">
                <a:extLst>
                  <a:ext uri="{FF2B5EF4-FFF2-40B4-BE49-F238E27FC236}">
                    <a16:creationId xmlns:a16="http://schemas.microsoft.com/office/drawing/2014/main" id="{0C073D3C-1D33-455C-8B48-A444F0EB0405}"/>
                  </a:ext>
                </a:extLst>
              </p:cNvPr>
              <p:cNvPicPr>
                <a:picLocks noChangeAspect="1"/>
              </p:cNvPicPr>
              <p:nvPr/>
            </p:nvPicPr>
            <p:blipFill>
              <a:blip r:embed="rId3">
                <a:extLst>
                  <a:ext uri="{28A0092B-C50C-407E-A947-70E740481C1C}">
                    <a14:useLocalDpi xmlns:a14="http://schemas.microsoft.com/office/drawing/2010/main" val="0"/>
                  </a:ext>
                  <a:ext uri="{96DAC541-7B7A-43D3-8B79-37D633B846F1}">
                    <asvg:svgBlip xmlns:asvg="http://schemas.microsoft.com/office/drawing/2016/SVG/main" r:embed="rId4"/>
                  </a:ext>
                </a:extLst>
              </a:blip>
              <a:stretch>
                <a:fillRect/>
              </a:stretch>
            </p:blipFill>
            <p:spPr>
              <a:xfrm>
                <a:off x="601699" y="5648354"/>
                <a:ext cx="662814" cy="641082"/>
              </a:xfrm>
              <a:prstGeom prst="rect">
                <a:avLst/>
              </a:prstGeom>
            </p:spPr>
          </p:pic>
          <p:pic>
            <p:nvPicPr>
              <p:cNvPr id="15" name="图形 14">
                <a:extLst>
                  <a:ext uri="{FF2B5EF4-FFF2-40B4-BE49-F238E27FC236}">
                    <a16:creationId xmlns:a16="http://schemas.microsoft.com/office/drawing/2014/main" id="{CF48990E-35A4-4F26-BDE9-6F4516821CCE}"/>
                  </a:ext>
                </a:extLst>
              </p:cNvPr>
              <p:cNvPicPr>
                <a:picLocks noChangeAspect="1"/>
              </p:cNvPicPr>
              <p:nvPr/>
            </p:nvPicPr>
            <p:blipFill>
              <a:blip r:embed="rId3">
                <a:extLst>
                  <a:ext uri="{28A0092B-C50C-407E-A947-70E740481C1C}">
                    <a14:useLocalDpi xmlns:a14="http://schemas.microsoft.com/office/drawing/2010/main" val="0"/>
                  </a:ext>
                  <a:ext uri="{96DAC541-7B7A-43D3-8B79-37D633B846F1}">
                    <asvg:svgBlip xmlns:asvg="http://schemas.microsoft.com/office/drawing/2016/SVG/main" r:embed="rId4"/>
                  </a:ext>
                </a:extLst>
              </a:blip>
              <a:stretch>
                <a:fillRect/>
              </a:stretch>
            </p:blipFill>
            <p:spPr>
              <a:xfrm>
                <a:off x="10879308" y="5648354"/>
                <a:ext cx="662814" cy="641082"/>
              </a:xfrm>
              <a:prstGeom prst="rect">
                <a:avLst/>
              </a:prstGeom>
            </p:spPr>
          </p:pic>
        </p:grpSp>
        <p:sp>
          <p:nvSpPr>
            <p:cNvPr id="17" name="矩形 16">
              <a:extLst>
                <a:ext uri="{FF2B5EF4-FFF2-40B4-BE49-F238E27FC236}">
                  <a16:creationId xmlns:a16="http://schemas.microsoft.com/office/drawing/2014/main" id="{E3E17867-6BA6-46C0-B618-5B71D38F437E}"/>
                </a:ext>
              </a:extLst>
            </p:cNvPr>
            <p:cNvSpPr/>
            <p:nvPr/>
          </p:nvSpPr>
          <p:spPr>
            <a:xfrm>
              <a:off x="304799" y="5039380"/>
              <a:ext cx="1366117" cy="641082"/>
            </a:xfrm>
            <a:prstGeom prst="rect">
              <a:avLst/>
            </a:prstGeom>
            <a:solidFill>
              <a:schemeClr val="tx2"/>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zh-CN" altLang="en-US" b="1" dirty="0"/>
                <a:t>物理层</a:t>
              </a:r>
            </a:p>
          </p:txBody>
        </p:sp>
        <p:sp>
          <p:nvSpPr>
            <p:cNvPr id="18" name="矩形 17">
              <a:extLst>
                <a:ext uri="{FF2B5EF4-FFF2-40B4-BE49-F238E27FC236}">
                  <a16:creationId xmlns:a16="http://schemas.microsoft.com/office/drawing/2014/main" id="{A3DA7AF8-D048-4AEF-9F5D-E3ABF9F5598E}"/>
                </a:ext>
              </a:extLst>
            </p:cNvPr>
            <p:cNvSpPr/>
            <p:nvPr/>
          </p:nvSpPr>
          <p:spPr>
            <a:xfrm>
              <a:off x="304798" y="3123726"/>
              <a:ext cx="1366117" cy="641082"/>
            </a:xfrm>
            <a:prstGeom prst="rect">
              <a:avLst/>
            </a:prstGeom>
            <a:solidFill>
              <a:schemeClr val="accent3"/>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zh-CN" altLang="en-US" b="1" dirty="0"/>
                <a:t>运输层</a:t>
              </a:r>
            </a:p>
          </p:txBody>
        </p:sp>
        <p:sp>
          <p:nvSpPr>
            <p:cNvPr id="19" name="矩形 18">
              <a:extLst>
                <a:ext uri="{FF2B5EF4-FFF2-40B4-BE49-F238E27FC236}">
                  <a16:creationId xmlns:a16="http://schemas.microsoft.com/office/drawing/2014/main" id="{7EA19C60-2683-41FF-8F46-FFCB6CB0013F}"/>
                </a:ext>
              </a:extLst>
            </p:cNvPr>
            <p:cNvSpPr/>
            <p:nvPr/>
          </p:nvSpPr>
          <p:spPr>
            <a:xfrm>
              <a:off x="304800" y="3760081"/>
              <a:ext cx="1366117" cy="641082"/>
            </a:xfrm>
            <a:prstGeom prst="rect">
              <a:avLst/>
            </a:prstGeom>
            <a:solidFill>
              <a:schemeClr val="accent6"/>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zh-CN" altLang="en-US" b="1" dirty="0"/>
                <a:t>网络层</a:t>
              </a:r>
            </a:p>
          </p:txBody>
        </p:sp>
        <p:sp>
          <p:nvSpPr>
            <p:cNvPr id="20" name="矩形 19">
              <a:extLst>
                <a:ext uri="{FF2B5EF4-FFF2-40B4-BE49-F238E27FC236}">
                  <a16:creationId xmlns:a16="http://schemas.microsoft.com/office/drawing/2014/main" id="{C62B1765-2212-48A6-839D-5314DDBF2039}"/>
                </a:ext>
              </a:extLst>
            </p:cNvPr>
            <p:cNvSpPr/>
            <p:nvPr/>
          </p:nvSpPr>
          <p:spPr>
            <a:xfrm>
              <a:off x="304800" y="4399833"/>
              <a:ext cx="1366118" cy="641082"/>
            </a:xfrm>
            <a:prstGeom prst="rect">
              <a:avLst/>
            </a:prstGeom>
            <a:solidFill>
              <a:schemeClr val="accent4"/>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zh-CN" altLang="en-US" b="1" dirty="0"/>
                <a:t>数据链路层</a:t>
              </a:r>
            </a:p>
          </p:txBody>
        </p:sp>
        <p:sp>
          <p:nvSpPr>
            <p:cNvPr id="21" name="矩形 20">
              <a:extLst>
                <a:ext uri="{FF2B5EF4-FFF2-40B4-BE49-F238E27FC236}">
                  <a16:creationId xmlns:a16="http://schemas.microsoft.com/office/drawing/2014/main" id="{0E2498A5-3042-4A00-A496-B18E3B473085}"/>
                </a:ext>
              </a:extLst>
            </p:cNvPr>
            <p:cNvSpPr/>
            <p:nvPr/>
          </p:nvSpPr>
          <p:spPr>
            <a:xfrm>
              <a:off x="304800" y="2489413"/>
              <a:ext cx="1366117" cy="641082"/>
            </a:xfrm>
            <a:prstGeom prst="rect">
              <a:avLst/>
            </a:prstGeom>
            <a:solidFill>
              <a:schemeClr val="accent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zh-CN" altLang="en-US" b="1" dirty="0"/>
                <a:t>应用层</a:t>
              </a:r>
            </a:p>
          </p:txBody>
        </p:sp>
        <p:sp>
          <p:nvSpPr>
            <p:cNvPr id="22" name="矩形 21">
              <a:extLst>
                <a:ext uri="{FF2B5EF4-FFF2-40B4-BE49-F238E27FC236}">
                  <a16:creationId xmlns:a16="http://schemas.microsoft.com/office/drawing/2014/main" id="{8FD6E312-86FC-432B-A56C-7D19F374EB26}"/>
                </a:ext>
              </a:extLst>
            </p:cNvPr>
            <p:cNvSpPr/>
            <p:nvPr/>
          </p:nvSpPr>
          <p:spPr>
            <a:xfrm>
              <a:off x="10521081" y="5037845"/>
              <a:ext cx="1366117" cy="641082"/>
            </a:xfrm>
            <a:prstGeom prst="rect">
              <a:avLst/>
            </a:prstGeom>
            <a:solidFill>
              <a:schemeClr val="tx2"/>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zh-CN" altLang="en-US" b="1" dirty="0"/>
                <a:t>物理层</a:t>
              </a:r>
            </a:p>
          </p:txBody>
        </p:sp>
        <p:sp>
          <p:nvSpPr>
            <p:cNvPr id="23" name="矩形 22">
              <a:extLst>
                <a:ext uri="{FF2B5EF4-FFF2-40B4-BE49-F238E27FC236}">
                  <a16:creationId xmlns:a16="http://schemas.microsoft.com/office/drawing/2014/main" id="{CB59D40B-4439-46C6-851A-A31EE2067A2D}"/>
                </a:ext>
              </a:extLst>
            </p:cNvPr>
            <p:cNvSpPr/>
            <p:nvPr/>
          </p:nvSpPr>
          <p:spPr>
            <a:xfrm>
              <a:off x="10521080" y="3122191"/>
              <a:ext cx="1366117" cy="641082"/>
            </a:xfrm>
            <a:prstGeom prst="rect">
              <a:avLst/>
            </a:prstGeom>
            <a:solidFill>
              <a:schemeClr val="accent3"/>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zh-CN" altLang="en-US" b="1" dirty="0"/>
                <a:t>运输层</a:t>
              </a:r>
            </a:p>
          </p:txBody>
        </p:sp>
        <p:sp>
          <p:nvSpPr>
            <p:cNvPr id="24" name="矩形 23">
              <a:extLst>
                <a:ext uri="{FF2B5EF4-FFF2-40B4-BE49-F238E27FC236}">
                  <a16:creationId xmlns:a16="http://schemas.microsoft.com/office/drawing/2014/main" id="{B705BA74-3D48-4213-AB13-5AB13B50B358}"/>
                </a:ext>
              </a:extLst>
            </p:cNvPr>
            <p:cNvSpPr/>
            <p:nvPr/>
          </p:nvSpPr>
          <p:spPr>
            <a:xfrm>
              <a:off x="10521082" y="3758546"/>
              <a:ext cx="1366117" cy="641082"/>
            </a:xfrm>
            <a:prstGeom prst="rect">
              <a:avLst/>
            </a:prstGeom>
            <a:solidFill>
              <a:schemeClr val="accent6"/>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zh-CN" altLang="en-US" b="1" dirty="0"/>
                <a:t>网络层</a:t>
              </a:r>
            </a:p>
          </p:txBody>
        </p:sp>
        <p:sp>
          <p:nvSpPr>
            <p:cNvPr id="25" name="矩形 24">
              <a:extLst>
                <a:ext uri="{FF2B5EF4-FFF2-40B4-BE49-F238E27FC236}">
                  <a16:creationId xmlns:a16="http://schemas.microsoft.com/office/drawing/2014/main" id="{203D3B34-8E84-4975-815B-AA8D31F93BC8}"/>
                </a:ext>
              </a:extLst>
            </p:cNvPr>
            <p:cNvSpPr/>
            <p:nvPr/>
          </p:nvSpPr>
          <p:spPr>
            <a:xfrm>
              <a:off x="10521082" y="4398298"/>
              <a:ext cx="1366118" cy="641082"/>
            </a:xfrm>
            <a:prstGeom prst="rect">
              <a:avLst/>
            </a:prstGeom>
            <a:solidFill>
              <a:schemeClr val="accent4"/>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zh-CN" altLang="en-US" b="1" dirty="0"/>
                <a:t>数据链路层</a:t>
              </a:r>
            </a:p>
          </p:txBody>
        </p:sp>
        <p:sp>
          <p:nvSpPr>
            <p:cNvPr id="26" name="矩形 25">
              <a:extLst>
                <a:ext uri="{FF2B5EF4-FFF2-40B4-BE49-F238E27FC236}">
                  <a16:creationId xmlns:a16="http://schemas.microsoft.com/office/drawing/2014/main" id="{FEDE6BCB-51A5-45D7-8FF1-D570B929BC80}"/>
                </a:ext>
              </a:extLst>
            </p:cNvPr>
            <p:cNvSpPr/>
            <p:nvPr/>
          </p:nvSpPr>
          <p:spPr>
            <a:xfrm>
              <a:off x="10521082" y="2487878"/>
              <a:ext cx="1366117" cy="641082"/>
            </a:xfrm>
            <a:prstGeom prst="rect">
              <a:avLst/>
            </a:prstGeom>
            <a:solidFill>
              <a:schemeClr val="accent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zh-CN" altLang="en-US" b="1" dirty="0"/>
                <a:t>应用层</a:t>
              </a:r>
            </a:p>
          </p:txBody>
        </p:sp>
      </p:grpSp>
      <p:grpSp>
        <p:nvGrpSpPr>
          <p:cNvPr id="28" name="组合 27">
            <a:extLst>
              <a:ext uri="{FF2B5EF4-FFF2-40B4-BE49-F238E27FC236}">
                <a16:creationId xmlns:a16="http://schemas.microsoft.com/office/drawing/2014/main" id="{C22CD2EF-36CB-4E12-B76F-C87F4242F994}"/>
              </a:ext>
            </a:extLst>
          </p:cNvPr>
          <p:cNvGrpSpPr/>
          <p:nvPr/>
        </p:nvGrpSpPr>
        <p:grpSpPr>
          <a:xfrm>
            <a:off x="1885804" y="4960126"/>
            <a:ext cx="5121246" cy="542210"/>
            <a:chOff x="1885804" y="4808824"/>
            <a:chExt cx="5121246" cy="542210"/>
          </a:xfrm>
        </p:grpSpPr>
        <p:cxnSp>
          <p:nvCxnSpPr>
            <p:cNvPr id="29" name="直接连接符 28">
              <a:extLst>
                <a:ext uri="{FF2B5EF4-FFF2-40B4-BE49-F238E27FC236}">
                  <a16:creationId xmlns:a16="http://schemas.microsoft.com/office/drawing/2014/main" id="{70488E0B-FB21-4FF6-9E11-0C122F03D16B}"/>
                </a:ext>
              </a:extLst>
            </p:cNvPr>
            <p:cNvCxnSpPr>
              <a:cxnSpLocks/>
            </p:cNvCxnSpPr>
            <p:nvPr/>
          </p:nvCxnSpPr>
          <p:spPr>
            <a:xfrm>
              <a:off x="1885806" y="4808824"/>
              <a:ext cx="0" cy="526273"/>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0" name="直接连接符 29">
              <a:extLst>
                <a:ext uri="{FF2B5EF4-FFF2-40B4-BE49-F238E27FC236}">
                  <a16:creationId xmlns:a16="http://schemas.microsoft.com/office/drawing/2014/main" id="{C268AFD6-3C2C-41C9-B6A5-3C9CA6187A2C}"/>
                </a:ext>
              </a:extLst>
            </p:cNvPr>
            <p:cNvCxnSpPr>
              <a:cxnSpLocks/>
            </p:cNvCxnSpPr>
            <p:nvPr/>
          </p:nvCxnSpPr>
          <p:spPr>
            <a:xfrm>
              <a:off x="7007050" y="4808824"/>
              <a:ext cx="0" cy="526273"/>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1" name="直接箭头连接符 30">
              <a:extLst>
                <a:ext uri="{FF2B5EF4-FFF2-40B4-BE49-F238E27FC236}">
                  <a16:creationId xmlns:a16="http://schemas.microsoft.com/office/drawing/2014/main" id="{525EF54D-6A68-4832-B272-7536ECABFF5A}"/>
                </a:ext>
              </a:extLst>
            </p:cNvPr>
            <p:cNvCxnSpPr/>
            <p:nvPr/>
          </p:nvCxnSpPr>
          <p:spPr>
            <a:xfrm>
              <a:off x="1885804" y="5165172"/>
              <a:ext cx="5121244" cy="0"/>
            </a:xfrm>
            <a:prstGeom prst="straightConnector1">
              <a:avLst/>
            </a:prstGeom>
            <a:ln w="12700">
              <a:solidFill>
                <a:schemeClr val="tx1"/>
              </a:solidFill>
              <a:headEnd type="triangle"/>
              <a:tailEnd type="triangle"/>
            </a:ln>
          </p:spPr>
          <p:style>
            <a:lnRef idx="1">
              <a:schemeClr val="accent1"/>
            </a:lnRef>
            <a:fillRef idx="0">
              <a:schemeClr val="accent1"/>
            </a:fillRef>
            <a:effectRef idx="0">
              <a:schemeClr val="accent1"/>
            </a:effectRef>
            <a:fontRef idx="minor">
              <a:schemeClr val="tx1"/>
            </a:fontRef>
          </p:style>
        </p:cxnSp>
        <p:sp>
          <p:nvSpPr>
            <p:cNvPr id="32" name="文本框 31">
              <a:extLst>
                <a:ext uri="{FF2B5EF4-FFF2-40B4-BE49-F238E27FC236}">
                  <a16:creationId xmlns:a16="http://schemas.microsoft.com/office/drawing/2014/main" id="{219A457F-884F-4134-ABAF-80D207E39CDC}"/>
                </a:ext>
              </a:extLst>
            </p:cNvPr>
            <p:cNvSpPr txBox="1"/>
            <p:nvPr/>
          </p:nvSpPr>
          <p:spPr>
            <a:xfrm>
              <a:off x="4290565" y="4981702"/>
              <a:ext cx="311727" cy="369332"/>
            </a:xfrm>
            <a:prstGeom prst="rect">
              <a:avLst/>
            </a:prstGeom>
            <a:solidFill>
              <a:schemeClr val="bg1"/>
            </a:solidFill>
          </p:spPr>
          <p:txBody>
            <a:bodyPr wrap="square" rtlCol="0">
              <a:spAutoFit/>
            </a:bodyPr>
            <a:lstStyle/>
            <a:p>
              <a:pPr algn="ctr"/>
              <a:r>
                <a:rPr lang="zh-CN" altLang="en-US" b="1" dirty="0">
                  <a:solidFill>
                    <a:schemeClr val="accent4"/>
                  </a:solidFill>
                </a:rPr>
                <a:t>帧</a:t>
              </a:r>
            </a:p>
          </p:txBody>
        </p:sp>
      </p:grpSp>
      <p:sp>
        <p:nvSpPr>
          <p:cNvPr id="33" name="矩形 32">
            <a:extLst>
              <a:ext uri="{FF2B5EF4-FFF2-40B4-BE49-F238E27FC236}">
                <a16:creationId xmlns:a16="http://schemas.microsoft.com/office/drawing/2014/main" id="{E13CB277-445B-4961-9565-05B5FDB41547}"/>
              </a:ext>
            </a:extLst>
          </p:cNvPr>
          <p:cNvSpPr/>
          <p:nvPr/>
        </p:nvSpPr>
        <p:spPr>
          <a:xfrm>
            <a:off x="6122252" y="4403340"/>
            <a:ext cx="884798" cy="641082"/>
          </a:xfrm>
          <a:prstGeom prst="rect">
            <a:avLst/>
          </a:prstGeom>
          <a:solidFill>
            <a:schemeClr val="accent4"/>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zh-CN" altLang="en-US" b="1" dirty="0"/>
              <a:t>链路层首部</a:t>
            </a:r>
          </a:p>
        </p:txBody>
      </p:sp>
      <p:sp>
        <p:nvSpPr>
          <p:cNvPr id="34" name="矩形 33">
            <a:extLst>
              <a:ext uri="{FF2B5EF4-FFF2-40B4-BE49-F238E27FC236}">
                <a16:creationId xmlns:a16="http://schemas.microsoft.com/office/drawing/2014/main" id="{3F7DCA1D-B863-45D4-926D-074CFC9990D7}"/>
              </a:ext>
            </a:extLst>
          </p:cNvPr>
          <p:cNvSpPr/>
          <p:nvPr/>
        </p:nvSpPr>
        <p:spPr>
          <a:xfrm>
            <a:off x="1885806" y="4403339"/>
            <a:ext cx="884798" cy="641075"/>
          </a:xfrm>
          <a:prstGeom prst="rect">
            <a:avLst/>
          </a:prstGeom>
          <a:solidFill>
            <a:schemeClr val="accent4"/>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zh-CN" altLang="en-US" b="1" dirty="0"/>
              <a:t>链路层尾部</a:t>
            </a:r>
          </a:p>
        </p:txBody>
      </p:sp>
      <p:grpSp>
        <p:nvGrpSpPr>
          <p:cNvPr id="38" name="组合 37">
            <a:extLst>
              <a:ext uri="{FF2B5EF4-FFF2-40B4-BE49-F238E27FC236}">
                <a16:creationId xmlns:a16="http://schemas.microsoft.com/office/drawing/2014/main" id="{6EC2FE04-A7FB-4DF5-98AB-DC8F2ADE6031}"/>
              </a:ext>
            </a:extLst>
          </p:cNvPr>
          <p:cNvGrpSpPr/>
          <p:nvPr/>
        </p:nvGrpSpPr>
        <p:grpSpPr>
          <a:xfrm>
            <a:off x="2770606" y="4403340"/>
            <a:ext cx="3351706" cy="641082"/>
            <a:chOff x="2770606" y="4252038"/>
            <a:chExt cx="3351706" cy="641082"/>
          </a:xfrm>
        </p:grpSpPr>
        <p:sp>
          <p:nvSpPr>
            <p:cNvPr id="35" name="矩形 34">
              <a:extLst>
                <a:ext uri="{FF2B5EF4-FFF2-40B4-BE49-F238E27FC236}">
                  <a16:creationId xmlns:a16="http://schemas.microsoft.com/office/drawing/2014/main" id="{545B9013-2450-4195-BB9A-933951F1210F}"/>
                </a:ext>
              </a:extLst>
            </p:cNvPr>
            <p:cNvSpPr/>
            <p:nvPr/>
          </p:nvSpPr>
          <p:spPr>
            <a:xfrm>
              <a:off x="5237514" y="4252038"/>
              <a:ext cx="884798" cy="641082"/>
            </a:xfrm>
            <a:prstGeom prst="rect">
              <a:avLst/>
            </a:prstGeom>
            <a:solidFill>
              <a:schemeClr val="accent6"/>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zh-CN" altLang="en-US" b="1" dirty="0"/>
                <a:t>网络层</a:t>
              </a:r>
              <a:endParaRPr lang="en-US" altLang="zh-CN" b="1" dirty="0"/>
            </a:p>
            <a:p>
              <a:pPr algn="ctr"/>
              <a:r>
                <a:rPr lang="zh-CN" altLang="en-US" b="1" dirty="0"/>
                <a:t>首部</a:t>
              </a:r>
            </a:p>
          </p:txBody>
        </p:sp>
        <p:sp>
          <p:nvSpPr>
            <p:cNvPr id="36" name="矩形 35">
              <a:extLst>
                <a:ext uri="{FF2B5EF4-FFF2-40B4-BE49-F238E27FC236}">
                  <a16:creationId xmlns:a16="http://schemas.microsoft.com/office/drawing/2014/main" id="{88886150-6ADC-4329-A44E-D0B400D9A811}"/>
                </a:ext>
              </a:extLst>
            </p:cNvPr>
            <p:cNvSpPr/>
            <p:nvPr/>
          </p:nvSpPr>
          <p:spPr>
            <a:xfrm>
              <a:off x="4352716" y="4252038"/>
              <a:ext cx="884798" cy="641082"/>
            </a:xfrm>
            <a:prstGeom prst="rect">
              <a:avLst/>
            </a:prstGeom>
            <a:solidFill>
              <a:schemeClr val="accent3"/>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zh-CN" altLang="en-US" b="1" dirty="0"/>
                <a:t>运输层</a:t>
              </a:r>
              <a:endParaRPr lang="en-US" altLang="zh-CN" b="1" dirty="0"/>
            </a:p>
            <a:p>
              <a:pPr algn="ctr"/>
              <a:r>
                <a:rPr lang="zh-CN" altLang="en-US" b="1" dirty="0"/>
                <a:t>首部</a:t>
              </a:r>
            </a:p>
          </p:txBody>
        </p:sp>
        <p:sp>
          <p:nvSpPr>
            <p:cNvPr id="37" name="矩形 36">
              <a:extLst>
                <a:ext uri="{FF2B5EF4-FFF2-40B4-BE49-F238E27FC236}">
                  <a16:creationId xmlns:a16="http://schemas.microsoft.com/office/drawing/2014/main" id="{74054EA5-8BAE-4D5F-A393-8F7D9D960EE9}"/>
                </a:ext>
              </a:extLst>
            </p:cNvPr>
            <p:cNvSpPr/>
            <p:nvPr/>
          </p:nvSpPr>
          <p:spPr>
            <a:xfrm>
              <a:off x="2770606" y="4252038"/>
              <a:ext cx="1582110" cy="641082"/>
            </a:xfrm>
            <a:prstGeom prst="rect">
              <a:avLst/>
            </a:prstGeom>
            <a:solidFill>
              <a:schemeClr val="accent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zh-CN" altLang="en-US" b="1" dirty="0"/>
                <a:t>应用层</a:t>
              </a:r>
              <a:endParaRPr lang="en-US" altLang="zh-CN" b="1" dirty="0"/>
            </a:p>
            <a:p>
              <a:pPr algn="ctr"/>
              <a:r>
                <a:rPr lang="zh-CN" altLang="en-US" b="1" dirty="0"/>
                <a:t>协议数据单元</a:t>
              </a:r>
            </a:p>
          </p:txBody>
        </p:sp>
      </p:grpSp>
      <p:sp>
        <p:nvSpPr>
          <p:cNvPr id="39" name="矩形 38">
            <a:extLst>
              <a:ext uri="{FF2B5EF4-FFF2-40B4-BE49-F238E27FC236}">
                <a16:creationId xmlns:a16="http://schemas.microsoft.com/office/drawing/2014/main" id="{6D125D46-8770-4CA3-B045-5F4643ABA420}"/>
              </a:ext>
            </a:extLst>
          </p:cNvPr>
          <p:cNvSpPr/>
          <p:nvPr/>
        </p:nvSpPr>
        <p:spPr>
          <a:xfrm>
            <a:off x="1442437" y="1661600"/>
            <a:ext cx="256976" cy="256976"/>
          </a:xfrm>
          <a:prstGeom prst="rect">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40" name="íşlïḍè">
            <a:extLst>
              <a:ext uri="{FF2B5EF4-FFF2-40B4-BE49-F238E27FC236}">
                <a16:creationId xmlns:a16="http://schemas.microsoft.com/office/drawing/2014/main" id="{58498DF2-EFAC-4127-85B0-98503C8F10A5}"/>
              </a:ext>
            </a:extLst>
          </p:cNvPr>
          <p:cNvSpPr txBox="1"/>
          <p:nvPr/>
        </p:nvSpPr>
        <p:spPr>
          <a:xfrm>
            <a:off x="1759665" y="1661599"/>
            <a:ext cx="5042917" cy="256977"/>
          </a:xfrm>
          <a:prstGeom prst="rect">
            <a:avLst/>
          </a:prstGeom>
          <a:noFill/>
        </p:spPr>
        <p:txBody>
          <a:bodyPr wrap="square" lIns="91440" tIns="45720" rIns="91440" bIns="45720" anchor="ctr">
            <a:noAutofit/>
          </a:bodyPr>
          <a:lstStyle/>
          <a:p>
            <a:r>
              <a:rPr lang="zh-CN" altLang="en-US" b="1" dirty="0"/>
              <a:t>帧的首部和尾部中包含有一些</a:t>
            </a:r>
            <a:r>
              <a:rPr lang="zh-CN" altLang="en-US" b="1" dirty="0">
                <a:solidFill>
                  <a:schemeClr val="accent1">
                    <a:lumMod val="75000"/>
                  </a:schemeClr>
                </a:solidFill>
              </a:rPr>
              <a:t>重要的控制信息</a:t>
            </a:r>
            <a:r>
              <a:rPr lang="zh-CN" altLang="en-US" b="1" dirty="0"/>
              <a:t>。</a:t>
            </a:r>
            <a:endParaRPr lang="en-US" altLang="zh-CN" b="1" dirty="0"/>
          </a:p>
        </p:txBody>
      </p:sp>
      <p:graphicFrame>
        <p:nvGraphicFramePr>
          <p:cNvPr id="48" name="表格 15">
            <a:extLst>
              <a:ext uri="{FF2B5EF4-FFF2-40B4-BE49-F238E27FC236}">
                <a16:creationId xmlns:a16="http://schemas.microsoft.com/office/drawing/2014/main" id="{52FEFCAB-AB4C-4649-AA70-9249FCFD56E9}"/>
              </a:ext>
            </a:extLst>
          </p:cNvPr>
          <p:cNvGraphicFramePr>
            <a:graphicFrameLocks noGrp="1"/>
          </p:cNvGraphicFramePr>
          <p:nvPr/>
        </p:nvGraphicFramePr>
        <p:xfrm>
          <a:off x="2243488" y="2335792"/>
          <a:ext cx="7913343" cy="1112520"/>
        </p:xfrm>
        <a:graphic>
          <a:graphicData uri="http://schemas.openxmlformats.org/drawingml/2006/table">
            <a:tbl>
              <a:tblPr firstRow="1" bandRow="1">
                <a:tableStyleId>{5C22544A-7EE6-4342-B048-85BDC9FD1C3A}</a:tableStyleId>
              </a:tblPr>
              <a:tblGrid>
                <a:gridCol w="660068">
                  <a:extLst>
                    <a:ext uri="{9D8B030D-6E8A-4147-A177-3AD203B41FA5}">
                      <a16:colId xmlns:a16="http://schemas.microsoft.com/office/drawing/2014/main" val="582556354"/>
                    </a:ext>
                  </a:extLst>
                </a:gridCol>
                <a:gridCol w="953870">
                  <a:extLst>
                    <a:ext uri="{9D8B030D-6E8A-4147-A177-3AD203B41FA5}">
                      <a16:colId xmlns:a16="http://schemas.microsoft.com/office/drawing/2014/main" val="4093275061"/>
                    </a:ext>
                  </a:extLst>
                </a:gridCol>
                <a:gridCol w="3170797">
                  <a:extLst>
                    <a:ext uri="{9D8B030D-6E8A-4147-A177-3AD203B41FA5}">
                      <a16:colId xmlns:a16="http://schemas.microsoft.com/office/drawing/2014/main" val="4188641604"/>
                    </a:ext>
                  </a:extLst>
                </a:gridCol>
                <a:gridCol w="907822">
                  <a:extLst>
                    <a:ext uri="{9D8B030D-6E8A-4147-A177-3AD203B41FA5}">
                      <a16:colId xmlns:a16="http://schemas.microsoft.com/office/drawing/2014/main" val="1218946318"/>
                    </a:ext>
                  </a:extLst>
                </a:gridCol>
                <a:gridCol w="740262">
                  <a:extLst>
                    <a:ext uri="{9D8B030D-6E8A-4147-A177-3AD203B41FA5}">
                      <a16:colId xmlns:a16="http://schemas.microsoft.com/office/drawing/2014/main" val="2777886892"/>
                    </a:ext>
                  </a:extLst>
                </a:gridCol>
                <a:gridCol w="740262">
                  <a:extLst>
                    <a:ext uri="{9D8B030D-6E8A-4147-A177-3AD203B41FA5}">
                      <a16:colId xmlns:a16="http://schemas.microsoft.com/office/drawing/2014/main" val="680954693"/>
                    </a:ext>
                  </a:extLst>
                </a:gridCol>
                <a:gridCol w="740262">
                  <a:extLst>
                    <a:ext uri="{9D8B030D-6E8A-4147-A177-3AD203B41FA5}">
                      <a16:colId xmlns:a16="http://schemas.microsoft.com/office/drawing/2014/main" val="286568337"/>
                    </a:ext>
                  </a:extLst>
                </a:gridCol>
              </a:tblGrid>
              <a:tr h="370840">
                <a:tc gridSpan="7">
                  <a:txBody>
                    <a:bodyPr/>
                    <a:lstStyle/>
                    <a:p>
                      <a:pPr algn="ctr"/>
                      <a:r>
                        <a:rPr lang="en-US" altLang="zh-CN" b="1" dirty="0">
                          <a:solidFill>
                            <a:schemeClr val="accent4"/>
                          </a:solidFill>
                        </a:rPr>
                        <a:t>PPP</a:t>
                      </a:r>
                      <a:r>
                        <a:rPr lang="zh-CN" altLang="en-US" b="1" dirty="0">
                          <a:solidFill>
                            <a:schemeClr val="accent4"/>
                          </a:solidFill>
                        </a:rPr>
                        <a:t>帧</a:t>
                      </a: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hMerge="1">
                  <a:txBody>
                    <a:bodyPr/>
                    <a:lstStyle/>
                    <a:p>
                      <a:endParaRPr lang="zh-CN" altLang="en-US" dirty="0"/>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hMerge="1">
                  <a:txBody>
                    <a:bodyPr/>
                    <a:lstStyle/>
                    <a:p>
                      <a:endParaRPr lang="zh-CN" altLang="en-US" dirty="0"/>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hMerge="1">
                  <a:txBody>
                    <a:bodyPr/>
                    <a:lstStyle/>
                    <a:p>
                      <a:endParaRPr lang="zh-CN" altLang="en-US" dirty="0"/>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hMerge="1">
                  <a:txBody>
                    <a:bodyPr/>
                    <a:lstStyle/>
                    <a:p>
                      <a:endParaRPr lang="zh-CN" altLang="en-US" dirty="0"/>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hMerge="1">
                  <a:txBody>
                    <a:bodyPr/>
                    <a:lstStyle/>
                    <a:p>
                      <a:pPr algn="ctr"/>
                      <a:endParaRPr lang="zh-CN" altLang="en-US" b="1" dirty="0">
                        <a:solidFill>
                          <a:schemeClr val="accent4"/>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hMerge="1">
                  <a:txBody>
                    <a:bodyPr/>
                    <a:lstStyle/>
                    <a:p>
                      <a:pPr algn="ctr"/>
                      <a:endParaRPr lang="zh-CN" altLang="en-US" b="1" dirty="0">
                        <a:solidFill>
                          <a:schemeClr val="accent4"/>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extLst>
                  <a:ext uri="{0D108BD9-81ED-4DB2-BD59-A6C34878D82A}">
                    <a16:rowId xmlns:a16="http://schemas.microsoft.com/office/drawing/2014/main" val="751715214"/>
                  </a:ext>
                </a:extLst>
              </a:tr>
              <a:tr h="370840">
                <a:tc>
                  <a:txBody>
                    <a:bodyPr/>
                    <a:lstStyle/>
                    <a:p>
                      <a:pPr algn="ctr"/>
                      <a:r>
                        <a:rPr lang="en-US" altLang="zh-CN" b="1" dirty="0">
                          <a:solidFill>
                            <a:schemeClr val="accent4"/>
                          </a:solidFill>
                        </a:rPr>
                        <a:t>1 B</a:t>
                      </a:r>
                      <a:endParaRPr lang="zh-CN" altLang="en-US" b="1" dirty="0">
                        <a:solidFill>
                          <a:schemeClr val="accent4"/>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algn="ctr"/>
                      <a:r>
                        <a:rPr lang="en-US" altLang="zh-CN" b="1" dirty="0">
                          <a:solidFill>
                            <a:schemeClr val="accent4"/>
                          </a:solidFill>
                        </a:rPr>
                        <a:t>2 B</a:t>
                      </a:r>
                      <a:endParaRPr lang="zh-CN" altLang="en-US" b="1" dirty="0">
                        <a:solidFill>
                          <a:schemeClr val="accent4"/>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algn="ctr"/>
                      <a:r>
                        <a:rPr lang="zh-CN" altLang="en-US" b="1" dirty="0">
                          <a:solidFill>
                            <a:schemeClr val="accent4"/>
                          </a:solidFill>
                        </a:rPr>
                        <a:t>最大 </a:t>
                      </a:r>
                      <a:r>
                        <a:rPr lang="en-US" altLang="zh-CN" b="1" dirty="0">
                          <a:solidFill>
                            <a:schemeClr val="accent4"/>
                          </a:solidFill>
                        </a:rPr>
                        <a:t>1500 B</a:t>
                      </a:r>
                      <a:endParaRPr lang="zh-CN" altLang="en-US" b="1" dirty="0">
                        <a:solidFill>
                          <a:schemeClr val="accent4"/>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algn="ctr"/>
                      <a:r>
                        <a:rPr lang="en-US" altLang="zh-CN" b="1" dirty="0">
                          <a:solidFill>
                            <a:schemeClr val="accent4"/>
                          </a:solidFill>
                        </a:rPr>
                        <a:t>2 B</a:t>
                      </a:r>
                      <a:endParaRPr lang="zh-CN" altLang="en-US" b="1" dirty="0">
                        <a:solidFill>
                          <a:schemeClr val="accent4"/>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algn="ctr"/>
                      <a:r>
                        <a:rPr lang="en-US" altLang="zh-CN" b="1" dirty="0">
                          <a:solidFill>
                            <a:schemeClr val="accent4"/>
                          </a:solidFill>
                        </a:rPr>
                        <a:t>1 B</a:t>
                      </a:r>
                      <a:endParaRPr lang="zh-CN" altLang="en-US" b="1" dirty="0">
                        <a:solidFill>
                          <a:schemeClr val="accent4"/>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algn="ctr"/>
                      <a:r>
                        <a:rPr lang="en-US" altLang="zh-CN" b="1" dirty="0">
                          <a:solidFill>
                            <a:schemeClr val="accent4"/>
                          </a:solidFill>
                        </a:rPr>
                        <a:t>1 B</a:t>
                      </a:r>
                      <a:endParaRPr lang="zh-CN" altLang="en-US" b="1" dirty="0">
                        <a:solidFill>
                          <a:schemeClr val="accent4"/>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algn="ctr"/>
                      <a:r>
                        <a:rPr lang="en-US" altLang="zh-CN" b="1" dirty="0">
                          <a:solidFill>
                            <a:schemeClr val="accent4"/>
                          </a:solidFill>
                        </a:rPr>
                        <a:t>1 B</a:t>
                      </a:r>
                      <a:endParaRPr lang="zh-CN" altLang="en-US" b="1" dirty="0">
                        <a:solidFill>
                          <a:schemeClr val="accent4"/>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extLst>
                  <a:ext uri="{0D108BD9-81ED-4DB2-BD59-A6C34878D82A}">
                    <a16:rowId xmlns:a16="http://schemas.microsoft.com/office/drawing/2014/main" val="1983352797"/>
                  </a:ext>
                </a:extLst>
              </a:tr>
              <a:tr h="370840">
                <a:tc>
                  <a:txBody>
                    <a:bodyPr/>
                    <a:lstStyle/>
                    <a:p>
                      <a:pPr algn="ctr"/>
                      <a:r>
                        <a:rPr lang="zh-CN" altLang="en-US" b="1" dirty="0">
                          <a:solidFill>
                            <a:schemeClr val="accent4"/>
                          </a:solidFill>
                        </a:rPr>
                        <a:t>标志</a:t>
                      </a: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algn="ctr"/>
                      <a:r>
                        <a:rPr lang="en-US" altLang="zh-CN" b="1" dirty="0">
                          <a:solidFill>
                            <a:schemeClr val="accent4"/>
                          </a:solidFill>
                        </a:rPr>
                        <a:t>FCS</a:t>
                      </a:r>
                      <a:endParaRPr lang="zh-CN" altLang="en-US" b="1" dirty="0">
                        <a:solidFill>
                          <a:schemeClr val="accent4"/>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algn="ctr"/>
                      <a:r>
                        <a:rPr lang="zh-CN" altLang="en-US" b="1" dirty="0">
                          <a:solidFill>
                            <a:schemeClr val="accent4"/>
                          </a:solidFill>
                        </a:rPr>
                        <a:t>数据载荷</a:t>
                      </a: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algn="ctr"/>
                      <a:r>
                        <a:rPr lang="zh-CN" altLang="en-US" b="1" dirty="0">
                          <a:solidFill>
                            <a:schemeClr val="accent4"/>
                          </a:solidFill>
                        </a:rPr>
                        <a:t>协议</a:t>
                      </a: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algn="ctr"/>
                      <a:r>
                        <a:rPr lang="zh-CN" altLang="en-US" b="1" dirty="0">
                          <a:solidFill>
                            <a:schemeClr val="accent4"/>
                          </a:solidFill>
                        </a:rPr>
                        <a:t>控制</a:t>
                      </a: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algn="ctr"/>
                      <a:r>
                        <a:rPr lang="zh-CN" altLang="en-US" b="1" dirty="0">
                          <a:solidFill>
                            <a:schemeClr val="accent4"/>
                          </a:solidFill>
                        </a:rPr>
                        <a:t>地址</a:t>
                      </a: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algn="ctr"/>
                      <a:r>
                        <a:rPr lang="zh-CN" altLang="en-US" b="1" dirty="0">
                          <a:solidFill>
                            <a:schemeClr val="accent4"/>
                          </a:solidFill>
                        </a:rPr>
                        <a:t>标志</a:t>
                      </a: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extLst>
                  <a:ext uri="{0D108BD9-81ED-4DB2-BD59-A6C34878D82A}">
                    <a16:rowId xmlns:a16="http://schemas.microsoft.com/office/drawing/2014/main" val="1832940591"/>
                  </a:ext>
                </a:extLst>
              </a:tr>
            </a:tbl>
          </a:graphicData>
        </a:graphic>
      </p:graphicFrame>
      <p:grpSp>
        <p:nvGrpSpPr>
          <p:cNvPr id="49" name="组合 48">
            <a:extLst>
              <a:ext uri="{FF2B5EF4-FFF2-40B4-BE49-F238E27FC236}">
                <a16:creationId xmlns:a16="http://schemas.microsoft.com/office/drawing/2014/main" id="{18CAA979-181C-484A-B3D8-51C6622BEAF5}"/>
              </a:ext>
            </a:extLst>
          </p:cNvPr>
          <p:cNvGrpSpPr/>
          <p:nvPr/>
        </p:nvGrpSpPr>
        <p:grpSpPr>
          <a:xfrm>
            <a:off x="6131302" y="3454770"/>
            <a:ext cx="4025528" cy="940395"/>
            <a:chOff x="6122250" y="3323085"/>
            <a:chExt cx="4025528" cy="940395"/>
          </a:xfrm>
        </p:grpSpPr>
        <p:cxnSp>
          <p:nvCxnSpPr>
            <p:cNvPr id="50" name="直接连接符 49">
              <a:extLst>
                <a:ext uri="{FF2B5EF4-FFF2-40B4-BE49-F238E27FC236}">
                  <a16:creationId xmlns:a16="http://schemas.microsoft.com/office/drawing/2014/main" id="{221AC379-7405-4D35-87F2-B69C9EB9BEE7}"/>
                </a:ext>
              </a:extLst>
            </p:cNvPr>
            <p:cNvCxnSpPr>
              <a:cxnSpLocks/>
            </p:cNvCxnSpPr>
            <p:nvPr/>
          </p:nvCxnSpPr>
          <p:spPr>
            <a:xfrm flipH="1">
              <a:off x="6122250" y="3323085"/>
              <a:ext cx="884798" cy="940395"/>
            </a:xfrm>
            <a:prstGeom prst="line">
              <a:avLst/>
            </a:prstGeom>
            <a:ln w="12700">
              <a:solidFill>
                <a:schemeClr val="tx1"/>
              </a:solidFill>
              <a:prstDash val="dash"/>
            </a:ln>
          </p:spPr>
          <p:style>
            <a:lnRef idx="1">
              <a:schemeClr val="accent1"/>
            </a:lnRef>
            <a:fillRef idx="0">
              <a:schemeClr val="accent1"/>
            </a:fillRef>
            <a:effectRef idx="0">
              <a:schemeClr val="accent1"/>
            </a:effectRef>
            <a:fontRef idx="minor">
              <a:schemeClr val="tx1"/>
            </a:fontRef>
          </p:style>
        </p:cxnSp>
        <p:cxnSp>
          <p:nvCxnSpPr>
            <p:cNvPr id="51" name="直接连接符 50">
              <a:extLst>
                <a:ext uri="{FF2B5EF4-FFF2-40B4-BE49-F238E27FC236}">
                  <a16:creationId xmlns:a16="http://schemas.microsoft.com/office/drawing/2014/main" id="{38672099-C29C-4888-B77A-4F2A2FE2DC77}"/>
                </a:ext>
              </a:extLst>
            </p:cNvPr>
            <p:cNvCxnSpPr>
              <a:cxnSpLocks/>
            </p:cNvCxnSpPr>
            <p:nvPr/>
          </p:nvCxnSpPr>
          <p:spPr>
            <a:xfrm flipH="1">
              <a:off x="7007050" y="3323085"/>
              <a:ext cx="3140728" cy="931818"/>
            </a:xfrm>
            <a:prstGeom prst="line">
              <a:avLst/>
            </a:prstGeom>
            <a:ln w="12700">
              <a:solidFill>
                <a:schemeClr val="tx1"/>
              </a:solidFill>
              <a:prstDash val="dash"/>
            </a:ln>
          </p:spPr>
          <p:style>
            <a:lnRef idx="1">
              <a:schemeClr val="accent1"/>
            </a:lnRef>
            <a:fillRef idx="0">
              <a:schemeClr val="accent1"/>
            </a:fillRef>
            <a:effectRef idx="0">
              <a:schemeClr val="accent1"/>
            </a:effectRef>
            <a:fontRef idx="minor">
              <a:schemeClr val="tx1"/>
            </a:fontRef>
          </p:style>
        </p:cxnSp>
      </p:grpSp>
      <p:grpSp>
        <p:nvGrpSpPr>
          <p:cNvPr id="52" name="组合 51">
            <a:extLst>
              <a:ext uri="{FF2B5EF4-FFF2-40B4-BE49-F238E27FC236}">
                <a16:creationId xmlns:a16="http://schemas.microsoft.com/office/drawing/2014/main" id="{7CE7CB13-E847-4885-BFFF-332C5A0C8618}"/>
              </a:ext>
            </a:extLst>
          </p:cNvPr>
          <p:cNvGrpSpPr/>
          <p:nvPr/>
        </p:nvGrpSpPr>
        <p:grpSpPr>
          <a:xfrm>
            <a:off x="1890049" y="3448312"/>
            <a:ext cx="1967377" cy="955700"/>
            <a:chOff x="1880997" y="3316627"/>
            <a:chExt cx="1967377" cy="955700"/>
          </a:xfrm>
        </p:grpSpPr>
        <p:cxnSp>
          <p:nvCxnSpPr>
            <p:cNvPr id="53" name="直接连接符 52">
              <a:extLst>
                <a:ext uri="{FF2B5EF4-FFF2-40B4-BE49-F238E27FC236}">
                  <a16:creationId xmlns:a16="http://schemas.microsoft.com/office/drawing/2014/main" id="{E40C6B63-9488-4FD5-B5ED-D754909C22B7}"/>
                </a:ext>
              </a:extLst>
            </p:cNvPr>
            <p:cNvCxnSpPr>
              <a:cxnSpLocks/>
            </p:cNvCxnSpPr>
            <p:nvPr/>
          </p:nvCxnSpPr>
          <p:spPr>
            <a:xfrm flipH="1">
              <a:off x="2770574" y="3316627"/>
              <a:ext cx="1077800" cy="955700"/>
            </a:xfrm>
            <a:prstGeom prst="line">
              <a:avLst/>
            </a:prstGeom>
            <a:ln w="12700">
              <a:solidFill>
                <a:schemeClr val="tx1"/>
              </a:solidFill>
              <a:prstDash val="dash"/>
            </a:ln>
          </p:spPr>
          <p:style>
            <a:lnRef idx="1">
              <a:schemeClr val="accent1"/>
            </a:lnRef>
            <a:fillRef idx="0">
              <a:schemeClr val="accent1"/>
            </a:fillRef>
            <a:effectRef idx="0">
              <a:schemeClr val="accent1"/>
            </a:effectRef>
            <a:fontRef idx="minor">
              <a:schemeClr val="tx1"/>
            </a:fontRef>
          </p:style>
        </p:cxnSp>
        <p:cxnSp>
          <p:nvCxnSpPr>
            <p:cNvPr id="54" name="直接连接符 53">
              <a:extLst>
                <a:ext uri="{FF2B5EF4-FFF2-40B4-BE49-F238E27FC236}">
                  <a16:creationId xmlns:a16="http://schemas.microsoft.com/office/drawing/2014/main" id="{1ABE09D3-C393-438E-BF0B-020D2D37F032}"/>
                </a:ext>
              </a:extLst>
            </p:cNvPr>
            <p:cNvCxnSpPr>
              <a:cxnSpLocks/>
            </p:cNvCxnSpPr>
            <p:nvPr/>
          </p:nvCxnSpPr>
          <p:spPr>
            <a:xfrm flipH="1">
              <a:off x="1880997" y="3323085"/>
              <a:ext cx="353437" cy="949242"/>
            </a:xfrm>
            <a:prstGeom prst="line">
              <a:avLst/>
            </a:prstGeom>
            <a:ln w="12700">
              <a:solidFill>
                <a:schemeClr val="tx1"/>
              </a:solidFill>
              <a:prstDash val="dash"/>
            </a:ln>
          </p:spPr>
          <p:style>
            <a:lnRef idx="1">
              <a:schemeClr val="accent1"/>
            </a:lnRef>
            <a:fillRef idx="0">
              <a:schemeClr val="accent1"/>
            </a:fillRef>
            <a:effectRef idx="0">
              <a:schemeClr val="accent1"/>
            </a:effectRef>
            <a:fontRef idx="minor">
              <a:schemeClr val="tx1"/>
            </a:fontRef>
          </p:style>
        </p:cxnSp>
      </p:grpSp>
    </p:spTree>
    <p:custDataLst>
      <p:tags r:id="rId1"/>
    </p:custDataLst>
    <p:extLst>
      <p:ext uri="{BB962C8B-B14F-4D97-AF65-F5344CB8AC3E}">
        <p14:creationId xmlns:p14="http://schemas.microsoft.com/office/powerpoint/2010/main" val="3839907240"/>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30" presetClass="entr" presetSubtype="0" fill="hold" nodeType="withEffect">
                                  <p:stCondLst>
                                    <p:cond delay="0"/>
                                  </p:stCondLst>
                                  <p:childTnLst>
                                    <p:set>
                                      <p:cBhvr>
                                        <p:cTn id="6" dur="1" fill="hold">
                                          <p:stCondLst>
                                            <p:cond delay="0"/>
                                          </p:stCondLst>
                                        </p:cTn>
                                        <p:tgtEl>
                                          <p:spTgt spid="48"/>
                                        </p:tgtEl>
                                        <p:attrNameLst>
                                          <p:attrName>style.visibility</p:attrName>
                                        </p:attrNameLst>
                                      </p:cBhvr>
                                      <p:to>
                                        <p:strVal val="visible"/>
                                      </p:to>
                                    </p:set>
                                    <p:animEffect transition="in" filter="fade">
                                      <p:cBhvr>
                                        <p:cTn id="7" dur="800" decel="100000"/>
                                        <p:tgtEl>
                                          <p:spTgt spid="48"/>
                                        </p:tgtEl>
                                      </p:cBhvr>
                                    </p:animEffect>
                                    <p:anim calcmode="lin" valueType="num">
                                      <p:cBhvr>
                                        <p:cTn id="8" dur="800" decel="100000" fill="hold"/>
                                        <p:tgtEl>
                                          <p:spTgt spid="48"/>
                                        </p:tgtEl>
                                        <p:attrNameLst>
                                          <p:attrName>style.rotation</p:attrName>
                                        </p:attrNameLst>
                                      </p:cBhvr>
                                      <p:tavLst>
                                        <p:tav tm="0">
                                          <p:val>
                                            <p:fltVal val="-90"/>
                                          </p:val>
                                        </p:tav>
                                        <p:tav tm="100000">
                                          <p:val>
                                            <p:fltVal val="0"/>
                                          </p:val>
                                        </p:tav>
                                      </p:tavLst>
                                    </p:anim>
                                    <p:anim calcmode="lin" valueType="num">
                                      <p:cBhvr>
                                        <p:cTn id="9" dur="800" decel="100000" fill="hold"/>
                                        <p:tgtEl>
                                          <p:spTgt spid="48"/>
                                        </p:tgtEl>
                                        <p:attrNameLst>
                                          <p:attrName>ppt_x</p:attrName>
                                        </p:attrNameLst>
                                      </p:cBhvr>
                                      <p:tavLst>
                                        <p:tav tm="0">
                                          <p:val>
                                            <p:strVal val="#ppt_x+0.4"/>
                                          </p:val>
                                        </p:tav>
                                        <p:tav tm="100000">
                                          <p:val>
                                            <p:strVal val="#ppt_x-0.05"/>
                                          </p:val>
                                        </p:tav>
                                      </p:tavLst>
                                    </p:anim>
                                    <p:anim calcmode="lin" valueType="num">
                                      <p:cBhvr>
                                        <p:cTn id="10" dur="800" decel="100000" fill="hold"/>
                                        <p:tgtEl>
                                          <p:spTgt spid="48"/>
                                        </p:tgtEl>
                                        <p:attrNameLst>
                                          <p:attrName>ppt_y</p:attrName>
                                        </p:attrNameLst>
                                      </p:cBhvr>
                                      <p:tavLst>
                                        <p:tav tm="0">
                                          <p:val>
                                            <p:strVal val="#ppt_y-0.4"/>
                                          </p:val>
                                        </p:tav>
                                        <p:tav tm="100000">
                                          <p:val>
                                            <p:strVal val="#ppt_y+0.1"/>
                                          </p:val>
                                        </p:tav>
                                      </p:tavLst>
                                    </p:anim>
                                    <p:anim calcmode="lin" valueType="num">
                                      <p:cBhvr>
                                        <p:cTn id="11" dur="200" accel="100000" fill="hold">
                                          <p:stCondLst>
                                            <p:cond delay="800"/>
                                          </p:stCondLst>
                                        </p:cTn>
                                        <p:tgtEl>
                                          <p:spTgt spid="48"/>
                                        </p:tgtEl>
                                        <p:attrNameLst>
                                          <p:attrName>ppt_x</p:attrName>
                                        </p:attrNameLst>
                                      </p:cBhvr>
                                      <p:tavLst>
                                        <p:tav tm="0">
                                          <p:val>
                                            <p:strVal val="#ppt_x-0.05"/>
                                          </p:val>
                                        </p:tav>
                                        <p:tav tm="100000">
                                          <p:val>
                                            <p:strVal val="#ppt_x"/>
                                          </p:val>
                                        </p:tav>
                                      </p:tavLst>
                                    </p:anim>
                                    <p:anim calcmode="lin" valueType="num">
                                      <p:cBhvr>
                                        <p:cTn id="12" dur="200" accel="100000" fill="hold">
                                          <p:stCondLst>
                                            <p:cond delay="800"/>
                                          </p:stCondLst>
                                        </p:cTn>
                                        <p:tgtEl>
                                          <p:spTgt spid="48"/>
                                        </p:tgtEl>
                                        <p:attrNameLst>
                                          <p:attrName>ppt_y</p:attrName>
                                        </p:attrNameLst>
                                      </p:cBhvr>
                                      <p:tavLst>
                                        <p:tav tm="0">
                                          <p:val>
                                            <p:strVal val="#ppt_y+0.1"/>
                                          </p:val>
                                        </p:tav>
                                        <p:tav tm="100000">
                                          <p:val>
                                            <p:strVal val="#ppt_y"/>
                                          </p:val>
                                        </p:tav>
                                      </p:tavLst>
                                    </p:anim>
                                  </p:childTnLst>
                                </p:cTn>
                              </p:par>
                            </p:childTnLst>
                          </p:cTn>
                        </p:par>
                      </p:childTnLst>
                    </p:cTn>
                  </p:par>
                  <p:par>
                    <p:cTn id="13" fill="hold">
                      <p:stCondLst>
                        <p:cond delay="indefinite"/>
                      </p:stCondLst>
                      <p:childTnLst>
                        <p:par>
                          <p:cTn id="14" fill="hold">
                            <p:stCondLst>
                              <p:cond delay="0"/>
                            </p:stCondLst>
                            <p:childTnLst>
                              <p:par>
                                <p:cTn id="15" presetID="22" presetClass="entr" presetSubtype="4" fill="hold" nodeType="clickEffect">
                                  <p:stCondLst>
                                    <p:cond delay="0"/>
                                  </p:stCondLst>
                                  <p:childTnLst>
                                    <p:set>
                                      <p:cBhvr>
                                        <p:cTn id="16" dur="1" fill="hold">
                                          <p:stCondLst>
                                            <p:cond delay="0"/>
                                          </p:stCondLst>
                                        </p:cTn>
                                        <p:tgtEl>
                                          <p:spTgt spid="49"/>
                                        </p:tgtEl>
                                        <p:attrNameLst>
                                          <p:attrName>style.visibility</p:attrName>
                                        </p:attrNameLst>
                                      </p:cBhvr>
                                      <p:to>
                                        <p:strVal val="visible"/>
                                      </p:to>
                                    </p:set>
                                    <p:animEffect transition="in" filter="wipe(down)">
                                      <p:cBhvr>
                                        <p:cTn id="17" dur="500"/>
                                        <p:tgtEl>
                                          <p:spTgt spid="49"/>
                                        </p:tgtEl>
                                      </p:cBhvr>
                                    </p:animEffect>
                                  </p:childTnLst>
                                </p:cTn>
                              </p:par>
                            </p:childTnLst>
                          </p:cTn>
                        </p:par>
                      </p:childTnLst>
                    </p:cTn>
                  </p:par>
                  <p:par>
                    <p:cTn id="18" fill="hold">
                      <p:stCondLst>
                        <p:cond delay="indefinite"/>
                      </p:stCondLst>
                      <p:childTnLst>
                        <p:par>
                          <p:cTn id="19" fill="hold">
                            <p:stCondLst>
                              <p:cond delay="0"/>
                            </p:stCondLst>
                            <p:childTnLst>
                              <p:par>
                                <p:cTn id="20" presetID="22" presetClass="entr" presetSubtype="4" fill="hold" nodeType="clickEffect">
                                  <p:stCondLst>
                                    <p:cond delay="0"/>
                                  </p:stCondLst>
                                  <p:childTnLst>
                                    <p:set>
                                      <p:cBhvr>
                                        <p:cTn id="21" dur="1" fill="hold">
                                          <p:stCondLst>
                                            <p:cond delay="0"/>
                                          </p:stCondLst>
                                        </p:cTn>
                                        <p:tgtEl>
                                          <p:spTgt spid="52"/>
                                        </p:tgtEl>
                                        <p:attrNameLst>
                                          <p:attrName>style.visibility</p:attrName>
                                        </p:attrNameLst>
                                      </p:cBhvr>
                                      <p:to>
                                        <p:strVal val="visible"/>
                                      </p:to>
                                    </p:set>
                                    <p:animEffect transition="in" filter="wipe(down)">
                                      <p:cBhvr>
                                        <p:cTn id="22" dur="500"/>
                                        <p:tgtEl>
                                          <p:spTgt spid="52"/>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3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4" name="组合 3">
            <a:extLst>
              <a:ext uri="{FF2B5EF4-FFF2-40B4-BE49-F238E27FC236}">
                <a16:creationId xmlns:a16="http://schemas.microsoft.com/office/drawing/2014/main" id="{9A1EA9F2-FCB6-48C3-935F-7AE7E3AD14AC}"/>
              </a:ext>
            </a:extLst>
          </p:cNvPr>
          <p:cNvGrpSpPr/>
          <p:nvPr/>
        </p:nvGrpSpPr>
        <p:grpSpPr>
          <a:xfrm>
            <a:off x="304800" y="749300"/>
            <a:ext cx="6192344" cy="400110"/>
            <a:chOff x="424117" y="898245"/>
            <a:chExt cx="6192344" cy="400110"/>
          </a:xfrm>
        </p:grpSpPr>
        <p:sp>
          <p:nvSpPr>
            <p:cNvPr id="2" name="平行四边形 1">
              <a:extLst>
                <a:ext uri="{FF2B5EF4-FFF2-40B4-BE49-F238E27FC236}">
                  <a16:creationId xmlns:a16="http://schemas.microsoft.com/office/drawing/2014/main" id="{1F5BAA3F-9845-4F89-A2DD-8222D3E4EDAC}"/>
                </a:ext>
              </a:extLst>
            </p:cNvPr>
            <p:cNvSpPr/>
            <p:nvPr/>
          </p:nvSpPr>
          <p:spPr>
            <a:xfrm>
              <a:off x="424117" y="898245"/>
              <a:ext cx="628306" cy="387090"/>
            </a:xfrm>
            <a:prstGeom prst="parallelogram">
              <a:avLst/>
            </a:prstGeom>
            <a:solidFill>
              <a:schemeClr val="accent3">
                <a:lumMod val="75000"/>
              </a:schemeClr>
            </a:solidFill>
            <a:ln>
              <a:solidFill>
                <a:schemeClr val="accent3">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CN" sz="2200" dirty="0">
                  <a:latin typeface="Impact" panose="020B0806030902050204" pitchFamily="34" charset="0"/>
                </a:rPr>
                <a:t>01</a:t>
              </a:r>
              <a:endParaRPr lang="zh-CN" altLang="en-US" sz="2200" dirty="0">
                <a:latin typeface="Impact" panose="020B0806030902050204" pitchFamily="34" charset="0"/>
              </a:endParaRPr>
            </a:p>
          </p:txBody>
        </p:sp>
        <p:sp>
          <p:nvSpPr>
            <p:cNvPr id="3" name="文本框 2">
              <a:extLst>
                <a:ext uri="{FF2B5EF4-FFF2-40B4-BE49-F238E27FC236}">
                  <a16:creationId xmlns:a16="http://schemas.microsoft.com/office/drawing/2014/main" id="{4D6BD736-A4D3-4F26-AFED-36E11F50F70B}"/>
                </a:ext>
              </a:extLst>
            </p:cNvPr>
            <p:cNvSpPr txBox="1"/>
            <p:nvPr/>
          </p:nvSpPr>
          <p:spPr>
            <a:xfrm>
              <a:off x="1052423" y="898245"/>
              <a:ext cx="5564038" cy="400110"/>
            </a:xfrm>
            <a:prstGeom prst="rect">
              <a:avLst/>
            </a:prstGeom>
            <a:noFill/>
          </p:spPr>
          <p:txBody>
            <a:bodyPr wrap="square" rtlCol="0">
              <a:spAutoFit/>
            </a:bodyPr>
            <a:lstStyle/>
            <a:p>
              <a:r>
                <a:rPr lang="zh-CN" altLang="en-US" sz="2000" b="1" dirty="0"/>
                <a:t>封装成帧</a:t>
              </a:r>
            </a:p>
          </p:txBody>
        </p:sp>
      </p:grpSp>
      <p:sp>
        <p:nvSpPr>
          <p:cNvPr id="8" name="矩形 7">
            <a:extLst>
              <a:ext uri="{FF2B5EF4-FFF2-40B4-BE49-F238E27FC236}">
                <a16:creationId xmlns:a16="http://schemas.microsoft.com/office/drawing/2014/main" id="{C7720255-4E6C-41B6-A880-D93377A356B5}"/>
              </a:ext>
            </a:extLst>
          </p:cNvPr>
          <p:cNvSpPr/>
          <p:nvPr/>
        </p:nvSpPr>
        <p:spPr>
          <a:xfrm>
            <a:off x="1016000" y="1297642"/>
            <a:ext cx="256976" cy="256976"/>
          </a:xfrm>
          <a:prstGeom prst="rect">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9" name="íşlïḍè">
            <a:extLst>
              <a:ext uri="{FF2B5EF4-FFF2-40B4-BE49-F238E27FC236}">
                <a16:creationId xmlns:a16="http://schemas.microsoft.com/office/drawing/2014/main" id="{1E3208DB-9CB5-439E-87A6-F640C77C2B32}"/>
              </a:ext>
            </a:extLst>
          </p:cNvPr>
          <p:cNvSpPr txBox="1"/>
          <p:nvPr/>
        </p:nvSpPr>
        <p:spPr>
          <a:xfrm>
            <a:off x="1333228" y="1297641"/>
            <a:ext cx="10494766" cy="256977"/>
          </a:xfrm>
          <a:prstGeom prst="rect">
            <a:avLst/>
          </a:prstGeom>
          <a:noFill/>
        </p:spPr>
        <p:txBody>
          <a:bodyPr wrap="square" lIns="91440" tIns="45720" rIns="91440" bIns="45720" anchor="ctr">
            <a:noAutofit/>
          </a:bodyPr>
          <a:lstStyle/>
          <a:p>
            <a:r>
              <a:rPr lang="zh-CN" altLang="en-US" b="1" dirty="0"/>
              <a:t>封装成帧是指数据链路层给上层交付下来的协议数据单元</a:t>
            </a:r>
            <a:r>
              <a:rPr lang="en-US" altLang="zh-CN" b="1" dirty="0"/>
              <a:t>PDU</a:t>
            </a:r>
            <a:r>
              <a:rPr lang="zh-CN" altLang="en-US" b="1" dirty="0"/>
              <a:t>添加一个首部和一个尾部，使之成为帧。</a:t>
            </a:r>
            <a:endParaRPr lang="en-US" altLang="zh-CN" b="1" dirty="0"/>
          </a:p>
        </p:txBody>
      </p:sp>
      <p:grpSp>
        <p:nvGrpSpPr>
          <p:cNvPr id="12" name="组合 11">
            <a:extLst>
              <a:ext uri="{FF2B5EF4-FFF2-40B4-BE49-F238E27FC236}">
                <a16:creationId xmlns:a16="http://schemas.microsoft.com/office/drawing/2014/main" id="{729F98DD-72CE-4BFD-B6C9-064DC872A4F3}"/>
              </a:ext>
            </a:extLst>
          </p:cNvPr>
          <p:cNvGrpSpPr/>
          <p:nvPr/>
        </p:nvGrpSpPr>
        <p:grpSpPr>
          <a:xfrm>
            <a:off x="601699" y="5793079"/>
            <a:ext cx="10940423" cy="641082"/>
            <a:chOff x="601699" y="5648354"/>
            <a:chExt cx="10940423" cy="641082"/>
          </a:xfrm>
        </p:grpSpPr>
        <p:cxnSp>
          <p:nvCxnSpPr>
            <p:cNvPr id="13" name="直接连接符 12">
              <a:extLst>
                <a:ext uri="{FF2B5EF4-FFF2-40B4-BE49-F238E27FC236}">
                  <a16:creationId xmlns:a16="http://schemas.microsoft.com/office/drawing/2014/main" id="{B4602247-B2C9-4B7F-A891-6BF59A816B39}"/>
                </a:ext>
              </a:extLst>
            </p:cNvPr>
            <p:cNvCxnSpPr>
              <a:cxnSpLocks/>
            </p:cNvCxnSpPr>
            <p:nvPr/>
          </p:nvCxnSpPr>
          <p:spPr>
            <a:xfrm>
              <a:off x="1143721" y="6126777"/>
              <a:ext cx="10027235"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pic>
          <p:nvPicPr>
            <p:cNvPr id="14" name="图形 13">
              <a:extLst>
                <a:ext uri="{FF2B5EF4-FFF2-40B4-BE49-F238E27FC236}">
                  <a16:creationId xmlns:a16="http://schemas.microsoft.com/office/drawing/2014/main" id="{0C073D3C-1D33-455C-8B48-A444F0EB0405}"/>
                </a:ext>
              </a:extLst>
            </p:cNvPr>
            <p:cNvPicPr>
              <a:picLocks noChangeAspect="1"/>
            </p:cNvPicPr>
            <p:nvPr/>
          </p:nvPicPr>
          <p:blipFill>
            <a:blip r:embed="rId3">
              <a:extLst>
                <a:ext uri="{28A0092B-C50C-407E-A947-70E740481C1C}">
                  <a14:useLocalDpi xmlns:a14="http://schemas.microsoft.com/office/drawing/2010/main" val="0"/>
                </a:ext>
                <a:ext uri="{96DAC541-7B7A-43D3-8B79-37D633B846F1}">
                  <asvg:svgBlip xmlns:asvg="http://schemas.microsoft.com/office/drawing/2016/SVG/main" r:embed="rId4"/>
                </a:ext>
              </a:extLst>
            </a:blip>
            <a:stretch>
              <a:fillRect/>
            </a:stretch>
          </p:blipFill>
          <p:spPr>
            <a:xfrm>
              <a:off x="601699" y="5648354"/>
              <a:ext cx="662814" cy="641082"/>
            </a:xfrm>
            <a:prstGeom prst="rect">
              <a:avLst/>
            </a:prstGeom>
          </p:spPr>
        </p:pic>
        <p:pic>
          <p:nvPicPr>
            <p:cNvPr id="15" name="图形 14">
              <a:extLst>
                <a:ext uri="{FF2B5EF4-FFF2-40B4-BE49-F238E27FC236}">
                  <a16:creationId xmlns:a16="http://schemas.microsoft.com/office/drawing/2014/main" id="{CF48990E-35A4-4F26-BDE9-6F4516821CCE}"/>
                </a:ext>
              </a:extLst>
            </p:cNvPr>
            <p:cNvPicPr>
              <a:picLocks noChangeAspect="1"/>
            </p:cNvPicPr>
            <p:nvPr/>
          </p:nvPicPr>
          <p:blipFill>
            <a:blip r:embed="rId3">
              <a:extLst>
                <a:ext uri="{28A0092B-C50C-407E-A947-70E740481C1C}">
                  <a14:useLocalDpi xmlns:a14="http://schemas.microsoft.com/office/drawing/2010/main" val="0"/>
                </a:ext>
                <a:ext uri="{96DAC541-7B7A-43D3-8B79-37D633B846F1}">
                  <asvg:svgBlip xmlns:asvg="http://schemas.microsoft.com/office/drawing/2016/SVG/main" r:embed="rId4"/>
                </a:ext>
              </a:extLst>
            </a:blip>
            <a:stretch>
              <a:fillRect/>
            </a:stretch>
          </p:blipFill>
          <p:spPr>
            <a:xfrm>
              <a:off x="10879308" y="5648354"/>
              <a:ext cx="662814" cy="641082"/>
            </a:xfrm>
            <a:prstGeom prst="rect">
              <a:avLst/>
            </a:prstGeom>
          </p:spPr>
        </p:pic>
      </p:grpSp>
      <p:sp>
        <p:nvSpPr>
          <p:cNvPr id="17" name="矩形 16">
            <a:extLst>
              <a:ext uri="{FF2B5EF4-FFF2-40B4-BE49-F238E27FC236}">
                <a16:creationId xmlns:a16="http://schemas.microsoft.com/office/drawing/2014/main" id="{E3E17867-6BA6-46C0-B618-5B71D38F437E}"/>
              </a:ext>
            </a:extLst>
          </p:cNvPr>
          <p:cNvSpPr/>
          <p:nvPr/>
        </p:nvSpPr>
        <p:spPr>
          <a:xfrm>
            <a:off x="304799" y="5039380"/>
            <a:ext cx="1366117" cy="641082"/>
          </a:xfrm>
          <a:prstGeom prst="rect">
            <a:avLst/>
          </a:prstGeom>
          <a:solidFill>
            <a:schemeClr val="tx2"/>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zh-CN" altLang="en-US" b="1" dirty="0"/>
              <a:t>物理层</a:t>
            </a:r>
          </a:p>
        </p:txBody>
      </p:sp>
      <p:sp>
        <p:nvSpPr>
          <p:cNvPr id="18" name="矩形 17">
            <a:extLst>
              <a:ext uri="{FF2B5EF4-FFF2-40B4-BE49-F238E27FC236}">
                <a16:creationId xmlns:a16="http://schemas.microsoft.com/office/drawing/2014/main" id="{A3DA7AF8-D048-4AEF-9F5D-E3ABF9F5598E}"/>
              </a:ext>
            </a:extLst>
          </p:cNvPr>
          <p:cNvSpPr/>
          <p:nvPr/>
        </p:nvSpPr>
        <p:spPr>
          <a:xfrm>
            <a:off x="304798" y="3123726"/>
            <a:ext cx="1366117" cy="641082"/>
          </a:xfrm>
          <a:prstGeom prst="rect">
            <a:avLst/>
          </a:prstGeom>
          <a:solidFill>
            <a:schemeClr val="accent3"/>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zh-CN" altLang="en-US" b="1" dirty="0"/>
              <a:t>运输层</a:t>
            </a:r>
          </a:p>
        </p:txBody>
      </p:sp>
      <p:sp>
        <p:nvSpPr>
          <p:cNvPr id="19" name="矩形 18">
            <a:extLst>
              <a:ext uri="{FF2B5EF4-FFF2-40B4-BE49-F238E27FC236}">
                <a16:creationId xmlns:a16="http://schemas.microsoft.com/office/drawing/2014/main" id="{7EA19C60-2683-41FF-8F46-FFCB6CB0013F}"/>
              </a:ext>
            </a:extLst>
          </p:cNvPr>
          <p:cNvSpPr/>
          <p:nvPr/>
        </p:nvSpPr>
        <p:spPr>
          <a:xfrm>
            <a:off x="304800" y="3760081"/>
            <a:ext cx="1366117" cy="641082"/>
          </a:xfrm>
          <a:prstGeom prst="rect">
            <a:avLst/>
          </a:prstGeom>
          <a:solidFill>
            <a:schemeClr val="accent6"/>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zh-CN" altLang="en-US" b="1" dirty="0"/>
              <a:t>网络层</a:t>
            </a:r>
          </a:p>
        </p:txBody>
      </p:sp>
      <p:sp>
        <p:nvSpPr>
          <p:cNvPr id="20" name="矩形 19">
            <a:extLst>
              <a:ext uri="{FF2B5EF4-FFF2-40B4-BE49-F238E27FC236}">
                <a16:creationId xmlns:a16="http://schemas.microsoft.com/office/drawing/2014/main" id="{C62B1765-2212-48A6-839D-5314DDBF2039}"/>
              </a:ext>
            </a:extLst>
          </p:cNvPr>
          <p:cNvSpPr/>
          <p:nvPr/>
        </p:nvSpPr>
        <p:spPr>
          <a:xfrm>
            <a:off x="304800" y="4399833"/>
            <a:ext cx="1366118" cy="641082"/>
          </a:xfrm>
          <a:prstGeom prst="rect">
            <a:avLst/>
          </a:prstGeom>
          <a:solidFill>
            <a:schemeClr val="accent4"/>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zh-CN" altLang="en-US" b="1" dirty="0"/>
              <a:t>数据链路层</a:t>
            </a:r>
          </a:p>
        </p:txBody>
      </p:sp>
      <p:sp>
        <p:nvSpPr>
          <p:cNvPr id="21" name="矩形 20">
            <a:extLst>
              <a:ext uri="{FF2B5EF4-FFF2-40B4-BE49-F238E27FC236}">
                <a16:creationId xmlns:a16="http://schemas.microsoft.com/office/drawing/2014/main" id="{0E2498A5-3042-4A00-A496-B18E3B473085}"/>
              </a:ext>
            </a:extLst>
          </p:cNvPr>
          <p:cNvSpPr/>
          <p:nvPr/>
        </p:nvSpPr>
        <p:spPr>
          <a:xfrm>
            <a:off x="304800" y="2489413"/>
            <a:ext cx="1366117" cy="641082"/>
          </a:xfrm>
          <a:prstGeom prst="rect">
            <a:avLst/>
          </a:prstGeom>
          <a:solidFill>
            <a:schemeClr val="accent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zh-CN" altLang="en-US" b="1" dirty="0"/>
              <a:t>应用层</a:t>
            </a:r>
          </a:p>
        </p:txBody>
      </p:sp>
      <p:sp>
        <p:nvSpPr>
          <p:cNvPr id="22" name="矩形 21">
            <a:extLst>
              <a:ext uri="{FF2B5EF4-FFF2-40B4-BE49-F238E27FC236}">
                <a16:creationId xmlns:a16="http://schemas.microsoft.com/office/drawing/2014/main" id="{8FD6E312-86FC-432B-A56C-7D19F374EB26}"/>
              </a:ext>
            </a:extLst>
          </p:cNvPr>
          <p:cNvSpPr/>
          <p:nvPr/>
        </p:nvSpPr>
        <p:spPr>
          <a:xfrm>
            <a:off x="10521081" y="5037845"/>
            <a:ext cx="1366117" cy="641082"/>
          </a:xfrm>
          <a:prstGeom prst="rect">
            <a:avLst/>
          </a:prstGeom>
          <a:solidFill>
            <a:schemeClr val="tx2"/>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zh-CN" altLang="en-US" b="1" dirty="0"/>
              <a:t>物理层</a:t>
            </a:r>
          </a:p>
        </p:txBody>
      </p:sp>
      <p:sp>
        <p:nvSpPr>
          <p:cNvPr id="23" name="矩形 22">
            <a:extLst>
              <a:ext uri="{FF2B5EF4-FFF2-40B4-BE49-F238E27FC236}">
                <a16:creationId xmlns:a16="http://schemas.microsoft.com/office/drawing/2014/main" id="{CB59D40B-4439-46C6-851A-A31EE2067A2D}"/>
              </a:ext>
            </a:extLst>
          </p:cNvPr>
          <p:cNvSpPr/>
          <p:nvPr/>
        </p:nvSpPr>
        <p:spPr>
          <a:xfrm>
            <a:off x="10521080" y="3122191"/>
            <a:ext cx="1366117" cy="641082"/>
          </a:xfrm>
          <a:prstGeom prst="rect">
            <a:avLst/>
          </a:prstGeom>
          <a:solidFill>
            <a:schemeClr val="accent3"/>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zh-CN" altLang="en-US" b="1" dirty="0"/>
              <a:t>运输层</a:t>
            </a:r>
          </a:p>
        </p:txBody>
      </p:sp>
      <p:sp>
        <p:nvSpPr>
          <p:cNvPr id="24" name="矩形 23">
            <a:extLst>
              <a:ext uri="{FF2B5EF4-FFF2-40B4-BE49-F238E27FC236}">
                <a16:creationId xmlns:a16="http://schemas.microsoft.com/office/drawing/2014/main" id="{B705BA74-3D48-4213-AB13-5AB13B50B358}"/>
              </a:ext>
            </a:extLst>
          </p:cNvPr>
          <p:cNvSpPr/>
          <p:nvPr/>
        </p:nvSpPr>
        <p:spPr>
          <a:xfrm>
            <a:off x="10521082" y="3758546"/>
            <a:ext cx="1366117" cy="641082"/>
          </a:xfrm>
          <a:prstGeom prst="rect">
            <a:avLst/>
          </a:prstGeom>
          <a:solidFill>
            <a:schemeClr val="accent6"/>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zh-CN" altLang="en-US" b="1" dirty="0"/>
              <a:t>网络层</a:t>
            </a:r>
          </a:p>
        </p:txBody>
      </p:sp>
      <p:sp>
        <p:nvSpPr>
          <p:cNvPr id="25" name="矩形 24">
            <a:extLst>
              <a:ext uri="{FF2B5EF4-FFF2-40B4-BE49-F238E27FC236}">
                <a16:creationId xmlns:a16="http://schemas.microsoft.com/office/drawing/2014/main" id="{203D3B34-8E84-4975-815B-AA8D31F93BC8}"/>
              </a:ext>
            </a:extLst>
          </p:cNvPr>
          <p:cNvSpPr/>
          <p:nvPr/>
        </p:nvSpPr>
        <p:spPr>
          <a:xfrm>
            <a:off x="10521082" y="4398298"/>
            <a:ext cx="1366118" cy="641082"/>
          </a:xfrm>
          <a:prstGeom prst="rect">
            <a:avLst/>
          </a:prstGeom>
          <a:solidFill>
            <a:schemeClr val="accent4"/>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zh-CN" altLang="en-US" b="1" dirty="0"/>
              <a:t>数据链路层</a:t>
            </a:r>
          </a:p>
        </p:txBody>
      </p:sp>
      <p:sp>
        <p:nvSpPr>
          <p:cNvPr id="26" name="矩形 25">
            <a:extLst>
              <a:ext uri="{FF2B5EF4-FFF2-40B4-BE49-F238E27FC236}">
                <a16:creationId xmlns:a16="http://schemas.microsoft.com/office/drawing/2014/main" id="{FEDE6BCB-51A5-45D7-8FF1-D570B929BC80}"/>
              </a:ext>
            </a:extLst>
          </p:cNvPr>
          <p:cNvSpPr/>
          <p:nvPr/>
        </p:nvSpPr>
        <p:spPr>
          <a:xfrm>
            <a:off x="10521082" y="2487878"/>
            <a:ext cx="1366117" cy="641082"/>
          </a:xfrm>
          <a:prstGeom prst="rect">
            <a:avLst/>
          </a:prstGeom>
          <a:solidFill>
            <a:schemeClr val="accent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zh-CN" altLang="en-US" b="1" dirty="0"/>
              <a:t>应用层</a:t>
            </a:r>
          </a:p>
        </p:txBody>
      </p:sp>
      <p:sp>
        <p:nvSpPr>
          <p:cNvPr id="39" name="矩形 38">
            <a:extLst>
              <a:ext uri="{FF2B5EF4-FFF2-40B4-BE49-F238E27FC236}">
                <a16:creationId xmlns:a16="http://schemas.microsoft.com/office/drawing/2014/main" id="{6D125D46-8770-4CA3-B045-5F4643ABA420}"/>
              </a:ext>
            </a:extLst>
          </p:cNvPr>
          <p:cNvSpPr/>
          <p:nvPr/>
        </p:nvSpPr>
        <p:spPr>
          <a:xfrm>
            <a:off x="1442437" y="1661600"/>
            <a:ext cx="256976" cy="256976"/>
          </a:xfrm>
          <a:prstGeom prst="rect">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40" name="íşlïḍè">
            <a:extLst>
              <a:ext uri="{FF2B5EF4-FFF2-40B4-BE49-F238E27FC236}">
                <a16:creationId xmlns:a16="http://schemas.microsoft.com/office/drawing/2014/main" id="{58498DF2-EFAC-4127-85B0-98503C8F10A5}"/>
              </a:ext>
            </a:extLst>
          </p:cNvPr>
          <p:cNvSpPr txBox="1"/>
          <p:nvPr/>
        </p:nvSpPr>
        <p:spPr>
          <a:xfrm>
            <a:off x="1759665" y="1661599"/>
            <a:ext cx="5042917" cy="256977"/>
          </a:xfrm>
          <a:prstGeom prst="rect">
            <a:avLst/>
          </a:prstGeom>
          <a:noFill/>
        </p:spPr>
        <p:txBody>
          <a:bodyPr wrap="square" lIns="91440" tIns="45720" rIns="91440" bIns="45720" anchor="ctr">
            <a:noAutofit/>
          </a:bodyPr>
          <a:lstStyle/>
          <a:p>
            <a:r>
              <a:rPr lang="zh-CN" altLang="en-US" b="1" dirty="0"/>
              <a:t>帧的首部和尾部中包含有一些</a:t>
            </a:r>
            <a:r>
              <a:rPr lang="zh-CN" altLang="en-US" b="1" dirty="0">
                <a:solidFill>
                  <a:schemeClr val="accent1">
                    <a:lumMod val="75000"/>
                  </a:schemeClr>
                </a:solidFill>
              </a:rPr>
              <a:t>重要的控制信息</a:t>
            </a:r>
            <a:r>
              <a:rPr lang="zh-CN" altLang="en-US" b="1" dirty="0"/>
              <a:t>。</a:t>
            </a:r>
            <a:endParaRPr lang="en-US" altLang="zh-CN" b="1" dirty="0"/>
          </a:p>
        </p:txBody>
      </p:sp>
      <p:sp>
        <p:nvSpPr>
          <p:cNvPr id="5" name="矩形 4">
            <a:extLst>
              <a:ext uri="{FF2B5EF4-FFF2-40B4-BE49-F238E27FC236}">
                <a16:creationId xmlns:a16="http://schemas.microsoft.com/office/drawing/2014/main" id="{5EA296DD-BDD0-44E8-9D0F-393862397E47}"/>
              </a:ext>
            </a:extLst>
          </p:cNvPr>
          <p:cNvSpPr/>
          <p:nvPr/>
        </p:nvSpPr>
        <p:spPr>
          <a:xfrm>
            <a:off x="1885806" y="5037846"/>
            <a:ext cx="5121244" cy="647644"/>
          </a:xfrm>
          <a:prstGeom prst="rect">
            <a:avLst/>
          </a:prstGeom>
          <a:solidFill>
            <a:schemeClr val="tx2"/>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CN" b="1" dirty="0"/>
              <a:t>01001010101010101101010101011101000001010110011</a:t>
            </a:r>
            <a:endParaRPr lang="zh-CN" altLang="en-US" b="1" dirty="0"/>
          </a:p>
        </p:txBody>
      </p:sp>
    </p:spTree>
    <p:custDataLst>
      <p:tags r:id="rId1"/>
    </p:custDataLst>
    <p:extLst>
      <p:ext uri="{BB962C8B-B14F-4D97-AF65-F5344CB8AC3E}">
        <p14:creationId xmlns:p14="http://schemas.microsoft.com/office/powerpoint/2010/main" val="317770548"/>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2" presetClass="entr" presetSubtype="1" fill="hold" grpId="0" nodeType="withEffect">
                                  <p:stCondLst>
                                    <p:cond delay="0"/>
                                  </p:stCondLst>
                                  <p:childTnLst>
                                    <p:set>
                                      <p:cBhvr>
                                        <p:cTn id="6" dur="1" fill="hold">
                                          <p:stCondLst>
                                            <p:cond delay="0"/>
                                          </p:stCondLst>
                                        </p:cTn>
                                        <p:tgtEl>
                                          <p:spTgt spid="5"/>
                                        </p:tgtEl>
                                        <p:attrNameLst>
                                          <p:attrName>style.visibility</p:attrName>
                                        </p:attrNameLst>
                                      </p:cBhvr>
                                      <p:to>
                                        <p:strVal val="visible"/>
                                      </p:to>
                                    </p:set>
                                    <p:anim calcmode="lin" valueType="num">
                                      <p:cBhvr additive="base">
                                        <p:cTn id="7" dur="500"/>
                                        <p:tgtEl>
                                          <p:spTgt spid="5"/>
                                        </p:tgtEl>
                                        <p:attrNameLst>
                                          <p:attrName>ppt_y</p:attrName>
                                        </p:attrNameLst>
                                      </p:cBhvr>
                                      <p:tavLst>
                                        <p:tav tm="0">
                                          <p:val>
                                            <p:strVal val="#ppt_y-#ppt_h*1.125000"/>
                                          </p:val>
                                        </p:tav>
                                        <p:tav tm="100000">
                                          <p:val>
                                            <p:strVal val="#ppt_y"/>
                                          </p:val>
                                        </p:tav>
                                      </p:tavLst>
                                    </p:anim>
                                    <p:animEffect transition="in" filter="wipe(down)">
                                      <p:cBhvr>
                                        <p:cTn id="8" dur="500"/>
                                        <p:tgtEl>
                                          <p:spTgt spid="5"/>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 grpId="0" animBg="1"/>
    </p:bldLst>
  </p:timing>
</p:sld>
</file>

<file path=ppt/slides/slide3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10" name="组合 9">
            <a:extLst>
              <a:ext uri="{FF2B5EF4-FFF2-40B4-BE49-F238E27FC236}">
                <a16:creationId xmlns:a16="http://schemas.microsoft.com/office/drawing/2014/main" id="{04ADEAB1-0719-4BBC-B0FB-ED4426082832}"/>
              </a:ext>
            </a:extLst>
          </p:cNvPr>
          <p:cNvGrpSpPr/>
          <p:nvPr/>
        </p:nvGrpSpPr>
        <p:grpSpPr>
          <a:xfrm>
            <a:off x="1796958" y="5387432"/>
            <a:ext cx="2772749" cy="526273"/>
            <a:chOff x="1796958" y="5387432"/>
            <a:chExt cx="2772749" cy="526273"/>
          </a:xfrm>
        </p:grpSpPr>
        <p:cxnSp>
          <p:nvCxnSpPr>
            <p:cNvPr id="100" name="直接连接符 99">
              <a:extLst>
                <a:ext uri="{FF2B5EF4-FFF2-40B4-BE49-F238E27FC236}">
                  <a16:creationId xmlns:a16="http://schemas.microsoft.com/office/drawing/2014/main" id="{4BEAA6F3-A970-4152-A1FB-79403B1BCAD5}"/>
                </a:ext>
              </a:extLst>
            </p:cNvPr>
            <p:cNvCxnSpPr>
              <a:cxnSpLocks/>
            </p:cNvCxnSpPr>
            <p:nvPr/>
          </p:nvCxnSpPr>
          <p:spPr>
            <a:xfrm>
              <a:off x="1796958" y="5387432"/>
              <a:ext cx="0" cy="526273"/>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01" name="直接连接符 100">
              <a:extLst>
                <a:ext uri="{FF2B5EF4-FFF2-40B4-BE49-F238E27FC236}">
                  <a16:creationId xmlns:a16="http://schemas.microsoft.com/office/drawing/2014/main" id="{24AB6237-17E8-4ABF-B297-FC975535D8E8}"/>
                </a:ext>
              </a:extLst>
            </p:cNvPr>
            <p:cNvCxnSpPr>
              <a:cxnSpLocks/>
            </p:cNvCxnSpPr>
            <p:nvPr/>
          </p:nvCxnSpPr>
          <p:spPr>
            <a:xfrm>
              <a:off x="4569707" y="5387432"/>
              <a:ext cx="0" cy="526273"/>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02" name="直接箭头连接符 101">
              <a:extLst>
                <a:ext uri="{FF2B5EF4-FFF2-40B4-BE49-F238E27FC236}">
                  <a16:creationId xmlns:a16="http://schemas.microsoft.com/office/drawing/2014/main" id="{D10C16DF-D3D0-46ED-A12E-3E22AC16F4AD}"/>
                </a:ext>
              </a:extLst>
            </p:cNvPr>
            <p:cNvCxnSpPr>
              <a:cxnSpLocks/>
            </p:cNvCxnSpPr>
            <p:nvPr/>
          </p:nvCxnSpPr>
          <p:spPr>
            <a:xfrm>
              <a:off x="1796958" y="5641678"/>
              <a:ext cx="2772749" cy="0"/>
            </a:xfrm>
            <a:prstGeom prst="straightConnector1">
              <a:avLst/>
            </a:prstGeom>
            <a:ln w="12700">
              <a:solidFill>
                <a:schemeClr val="tx1"/>
              </a:solidFill>
              <a:headEnd type="triangle"/>
              <a:tailEnd type="triangle"/>
            </a:ln>
          </p:spPr>
          <p:style>
            <a:lnRef idx="1">
              <a:schemeClr val="accent1"/>
            </a:lnRef>
            <a:fillRef idx="0">
              <a:schemeClr val="accent1"/>
            </a:fillRef>
            <a:effectRef idx="0">
              <a:schemeClr val="accent1"/>
            </a:effectRef>
            <a:fontRef idx="minor">
              <a:schemeClr val="tx1"/>
            </a:fontRef>
          </p:style>
        </p:cxnSp>
        <p:sp>
          <p:nvSpPr>
            <p:cNvPr id="103" name="文本框 102">
              <a:extLst>
                <a:ext uri="{FF2B5EF4-FFF2-40B4-BE49-F238E27FC236}">
                  <a16:creationId xmlns:a16="http://schemas.microsoft.com/office/drawing/2014/main" id="{E853441D-7544-4829-9B81-E99D320BD3AA}"/>
                </a:ext>
              </a:extLst>
            </p:cNvPr>
            <p:cNvSpPr txBox="1"/>
            <p:nvPr/>
          </p:nvSpPr>
          <p:spPr>
            <a:xfrm>
              <a:off x="2438522" y="5458643"/>
              <a:ext cx="1562055" cy="369332"/>
            </a:xfrm>
            <a:prstGeom prst="rect">
              <a:avLst/>
            </a:prstGeom>
            <a:solidFill>
              <a:schemeClr val="bg1"/>
            </a:solidFill>
          </p:spPr>
          <p:txBody>
            <a:bodyPr wrap="square" rtlCol="0">
              <a:spAutoFit/>
            </a:bodyPr>
            <a:lstStyle/>
            <a:p>
              <a:pPr algn="ctr"/>
              <a:r>
                <a:rPr lang="zh-CN" altLang="en-US" b="1" dirty="0">
                  <a:solidFill>
                    <a:schemeClr val="accent4"/>
                  </a:solidFill>
                </a:rPr>
                <a:t>这是一个帧吗？</a:t>
              </a:r>
            </a:p>
          </p:txBody>
        </p:sp>
      </p:grpSp>
      <p:grpSp>
        <p:nvGrpSpPr>
          <p:cNvPr id="104" name="组合 103">
            <a:extLst>
              <a:ext uri="{FF2B5EF4-FFF2-40B4-BE49-F238E27FC236}">
                <a16:creationId xmlns:a16="http://schemas.microsoft.com/office/drawing/2014/main" id="{E2978471-7AB0-477D-A321-BE45C466E969}"/>
              </a:ext>
            </a:extLst>
          </p:cNvPr>
          <p:cNvGrpSpPr/>
          <p:nvPr/>
        </p:nvGrpSpPr>
        <p:grpSpPr>
          <a:xfrm>
            <a:off x="4675523" y="5383650"/>
            <a:ext cx="2772749" cy="526273"/>
            <a:chOff x="1796958" y="5387432"/>
            <a:chExt cx="2772749" cy="526273"/>
          </a:xfrm>
        </p:grpSpPr>
        <p:cxnSp>
          <p:nvCxnSpPr>
            <p:cNvPr id="105" name="直接连接符 104">
              <a:extLst>
                <a:ext uri="{FF2B5EF4-FFF2-40B4-BE49-F238E27FC236}">
                  <a16:creationId xmlns:a16="http://schemas.microsoft.com/office/drawing/2014/main" id="{ADC835CB-2151-49B0-8562-B5B3FEB65208}"/>
                </a:ext>
              </a:extLst>
            </p:cNvPr>
            <p:cNvCxnSpPr>
              <a:cxnSpLocks/>
            </p:cNvCxnSpPr>
            <p:nvPr/>
          </p:nvCxnSpPr>
          <p:spPr>
            <a:xfrm>
              <a:off x="1796958" y="5387432"/>
              <a:ext cx="0" cy="526273"/>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06" name="直接连接符 105">
              <a:extLst>
                <a:ext uri="{FF2B5EF4-FFF2-40B4-BE49-F238E27FC236}">
                  <a16:creationId xmlns:a16="http://schemas.microsoft.com/office/drawing/2014/main" id="{C53C01B3-A208-44F2-85B8-427B906F4C62}"/>
                </a:ext>
              </a:extLst>
            </p:cNvPr>
            <p:cNvCxnSpPr>
              <a:cxnSpLocks/>
            </p:cNvCxnSpPr>
            <p:nvPr/>
          </p:nvCxnSpPr>
          <p:spPr>
            <a:xfrm>
              <a:off x="4569707" y="5387432"/>
              <a:ext cx="0" cy="526273"/>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07" name="直接箭头连接符 106">
              <a:extLst>
                <a:ext uri="{FF2B5EF4-FFF2-40B4-BE49-F238E27FC236}">
                  <a16:creationId xmlns:a16="http://schemas.microsoft.com/office/drawing/2014/main" id="{FF5A28CC-EF52-4E57-805E-B5AA7C471204}"/>
                </a:ext>
              </a:extLst>
            </p:cNvPr>
            <p:cNvCxnSpPr>
              <a:cxnSpLocks/>
            </p:cNvCxnSpPr>
            <p:nvPr/>
          </p:nvCxnSpPr>
          <p:spPr>
            <a:xfrm>
              <a:off x="1796958" y="5641678"/>
              <a:ext cx="2772749" cy="0"/>
            </a:xfrm>
            <a:prstGeom prst="straightConnector1">
              <a:avLst/>
            </a:prstGeom>
            <a:ln w="12700">
              <a:solidFill>
                <a:schemeClr val="tx1"/>
              </a:solidFill>
              <a:headEnd type="triangle"/>
              <a:tailEnd type="triangle"/>
            </a:ln>
          </p:spPr>
          <p:style>
            <a:lnRef idx="1">
              <a:schemeClr val="accent1"/>
            </a:lnRef>
            <a:fillRef idx="0">
              <a:schemeClr val="accent1"/>
            </a:fillRef>
            <a:effectRef idx="0">
              <a:schemeClr val="accent1"/>
            </a:effectRef>
            <a:fontRef idx="minor">
              <a:schemeClr val="tx1"/>
            </a:fontRef>
          </p:style>
        </p:cxnSp>
        <p:sp>
          <p:nvSpPr>
            <p:cNvPr id="108" name="文本框 107">
              <a:extLst>
                <a:ext uri="{FF2B5EF4-FFF2-40B4-BE49-F238E27FC236}">
                  <a16:creationId xmlns:a16="http://schemas.microsoft.com/office/drawing/2014/main" id="{C19B1C58-D685-483F-9B17-EE5C9E446963}"/>
                </a:ext>
              </a:extLst>
            </p:cNvPr>
            <p:cNvSpPr txBox="1"/>
            <p:nvPr/>
          </p:nvSpPr>
          <p:spPr>
            <a:xfrm>
              <a:off x="2438522" y="5458643"/>
              <a:ext cx="1562055" cy="369332"/>
            </a:xfrm>
            <a:prstGeom prst="rect">
              <a:avLst/>
            </a:prstGeom>
            <a:solidFill>
              <a:schemeClr val="bg1"/>
            </a:solidFill>
          </p:spPr>
          <p:txBody>
            <a:bodyPr wrap="square" rtlCol="0">
              <a:spAutoFit/>
            </a:bodyPr>
            <a:lstStyle/>
            <a:p>
              <a:pPr algn="ctr"/>
              <a:r>
                <a:rPr lang="zh-CN" altLang="en-US" b="1" dirty="0">
                  <a:solidFill>
                    <a:schemeClr val="accent4"/>
                  </a:solidFill>
                </a:rPr>
                <a:t>这是一个帧吗？</a:t>
              </a:r>
            </a:p>
          </p:txBody>
        </p:sp>
      </p:grpSp>
      <p:sp>
        <p:nvSpPr>
          <p:cNvPr id="27" name="矩形 26">
            <a:extLst>
              <a:ext uri="{FF2B5EF4-FFF2-40B4-BE49-F238E27FC236}">
                <a16:creationId xmlns:a16="http://schemas.microsoft.com/office/drawing/2014/main" id="{04328A61-C761-46E7-80E3-0CA620A8C360}"/>
              </a:ext>
            </a:extLst>
          </p:cNvPr>
          <p:cNvSpPr/>
          <p:nvPr/>
        </p:nvSpPr>
        <p:spPr>
          <a:xfrm>
            <a:off x="1264513" y="5927281"/>
            <a:ext cx="10079234" cy="314354"/>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CN" b="1" dirty="0">
                <a:solidFill>
                  <a:schemeClr val="tx1"/>
                </a:solidFill>
              </a:rPr>
              <a:t>……0111111010100011010011010000011111100111111011100110001010010011000111111001111110110110110011</a:t>
            </a:r>
            <a:endParaRPr lang="zh-CN" altLang="en-US" b="1" dirty="0">
              <a:solidFill>
                <a:schemeClr val="tx1"/>
              </a:solidFill>
            </a:endParaRPr>
          </a:p>
        </p:txBody>
      </p:sp>
      <p:sp>
        <p:nvSpPr>
          <p:cNvPr id="6" name="矩形 5">
            <a:extLst>
              <a:ext uri="{FF2B5EF4-FFF2-40B4-BE49-F238E27FC236}">
                <a16:creationId xmlns:a16="http://schemas.microsoft.com/office/drawing/2014/main" id="{22F4F901-0757-4FC2-A1B2-FDB0BAEA7623}"/>
              </a:ext>
            </a:extLst>
          </p:cNvPr>
          <p:cNvSpPr/>
          <p:nvPr/>
        </p:nvSpPr>
        <p:spPr>
          <a:xfrm>
            <a:off x="6458" y="5903531"/>
            <a:ext cx="1258055" cy="381548"/>
          </a:xfrm>
          <a:prstGeom prst="rect">
            <a:avLst/>
          </a:prstGeom>
          <a:solidFill>
            <a:schemeClr val="bg1"/>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grpSp>
        <p:nvGrpSpPr>
          <p:cNvPr id="4" name="组合 3">
            <a:extLst>
              <a:ext uri="{FF2B5EF4-FFF2-40B4-BE49-F238E27FC236}">
                <a16:creationId xmlns:a16="http://schemas.microsoft.com/office/drawing/2014/main" id="{9A1EA9F2-FCB6-48C3-935F-7AE7E3AD14AC}"/>
              </a:ext>
            </a:extLst>
          </p:cNvPr>
          <p:cNvGrpSpPr/>
          <p:nvPr/>
        </p:nvGrpSpPr>
        <p:grpSpPr>
          <a:xfrm>
            <a:off x="304800" y="749300"/>
            <a:ext cx="6192344" cy="400110"/>
            <a:chOff x="424117" y="898245"/>
            <a:chExt cx="6192344" cy="400110"/>
          </a:xfrm>
        </p:grpSpPr>
        <p:sp>
          <p:nvSpPr>
            <p:cNvPr id="2" name="平行四边形 1">
              <a:extLst>
                <a:ext uri="{FF2B5EF4-FFF2-40B4-BE49-F238E27FC236}">
                  <a16:creationId xmlns:a16="http://schemas.microsoft.com/office/drawing/2014/main" id="{1F5BAA3F-9845-4F89-A2DD-8222D3E4EDAC}"/>
                </a:ext>
              </a:extLst>
            </p:cNvPr>
            <p:cNvSpPr/>
            <p:nvPr/>
          </p:nvSpPr>
          <p:spPr>
            <a:xfrm>
              <a:off x="424117" y="898245"/>
              <a:ext cx="628306" cy="387090"/>
            </a:xfrm>
            <a:prstGeom prst="parallelogram">
              <a:avLst/>
            </a:prstGeom>
            <a:solidFill>
              <a:schemeClr val="accent3">
                <a:lumMod val="75000"/>
              </a:schemeClr>
            </a:solidFill>
            <a:ln>
              <a:solidFill>
                <a:schemeClr val="accent3">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CN" sz="2200" dirty="0">
                  <a:latin typeface="Impact" panose="020B0806030902050204" pitchFamily="34" charset="0"/>
                </a:rPr>
                <a:t>01</a:t>
              </a:r>
              <a:endParaRPr lang="zh-CN" altLang="en-US" sz="2200" dirty="0">
                <a:latin typeface="Impact" panose="020B0806030902050204" pitchFamily="34" charset="0"/>
              </a:endParaRPr>
            </a:p>
          </p:txBody>
        </p:sp>
        <p:sp>
          <p:nvSpPr>
            <p:cNvPr id="3" name="文本框 2">
              <a:extLst>
                <a:ext uri="{FF2B5EF4-FFF2-40B4-BE49-F238E27FC236}">
                  <a16:creationId xmlns:a16="http://schemas.microsoft.com/office/drawing/2014/main" id="{4D6BD736-A4D3-4F26-AFED-36E11F50F70B}"/>
                </a:ext>
              </a:extLst>
            </p:cNvPr>
            <p:cNvSpPr txBox="1"/>
            <p:nvPr/>
          </p:nvSpPr>
          <p:spPr>
            <a:xfrm>
              <a:off x="1052423" y="898245"/>
              <a:ext cx="5564038" cy="400110"/>
            </a:xfrm>
            <a:prstGeom prst="rect">
              <a:avLst/>
            </a:prstGeom>
            <a:noFill/>
          </p:spPr>
          <p:txBody>
            <a:bodyPr wrap="square" rtlCol="0">
              <a:spAutoFit/>
            </a:bodyPr>
            <a:lstStyle/>
            <a:p>
              <a:r>
                <a:rPr lang="zh-CN" altLang="en-US" sz="2000" b="1" dirty="0"/>
                <a:t>封装成帧</a:t>
              </a:r>
            </a:p>
          </p:txBody>
        </p:sp>
      </p:grpSp>
      <p:sp>
        <p:nvSpPr>
          <p:cNvPr id="8" name="矩形 7">
            <a:extLst>
              <a:ext uri="{FF2B5EF4-FFF2-40B4-BE49-F238E27FC236}">
                <a16:creationId xmlns:a16="http://schemas.microsoft.com/office/drawing/2014/main" id="{C7720255-4E6C-41B6-A880-D93377A356B5}"/>
              </a:ext>
            </a:extLst>
          </p:cNvPr>
          <p:cNvSpPr/>
          <p:nvPr/>
        </p:nvSpPr>
        <p:spPr>
          <a:xfrm>
            <a:off x="1016000" y="1297642"/>
            <a:ext cx="256976" cy="256976"/>
          </a:xfrm>
          <a:prstGeom prst="rect">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9" name="íşlïḍè">
            <a:extLst>
              <a:ext uri="{FF2B5EF4-FFF2-40B4-BE49-F238E27FC236}">
                <a16:creationId xmlns:a16="http://schemas.microsoft.com/office/drawing/2014/main" id="{1E3208DB-9CB5-439E-87A6-F640C77C2B32}"/>
              </a:ext>
            </a:extLst>
          </p:cNvPr>
          <p:cNvSpPr txBox="1"/>
          <p:nvPr/>
        </p:nvSpPr>
        <p:spPr>
          <a:xfrm>
            <a:off x="1333228" y="1297641"/>
            <a:ext cx="10494766" cy="256977"/>
          </a:xfrm>
          <a:prstGeom prst="rect">
            <a:avLst/>
          </a:prstGeom>
          <a:noFill/>
        </p:spPr>
        <p:txBody>
          <a:bodyPr wrap="square" lIns="91440" tIns="45720" rIns="91440" bIns="45720" anchor="ctr">
            <a:noAutofit/>
          </a:bodyPr>
          <a:lstStyle/>
          <a:p>
            <a:r>
              <a:rPr lang="zh-CN" altLang="en-US" b="1" dirty="0"/>
              <a:t>封装成帧是指数据链路层给上层交付下来的协议数据单元</a:t>
            </a:r>
            <a:r>
              <a:rPr lang="en-US" altLang="zh-CN" b="1" dirty="0"/>
              <a:t>PDU</a:t>
            </a:r>
            <a:r>
              <a:rPr lang="zh-CN" altLang="en-US" b="1" dirty="0"/>
              <a:t>添加一个首部和一个尾部，使之成为帧。</a:t>
            </a:r>
            <a:endParaRPr lang="en-US" altLang="zh-CN" b="1" dirty="0"/>
          </a:p>
        </p:txBody>
      </p:sp>
      <p:sp>
        <p:nvSpPr>
          <p:cNvPr id="39" name="矩形 38">
            <a:extLst>
              <a:ext uri="{FF2B5EF4-FFF2-40B4-BE49-F238E27FC236}">
                <a16:creationId xmlns:a16="http://schemas.microsoft.com/office/drawing/2014/main" id="{6D125D46-8770-4CA3-B045-5F4643ABA420}"/>
              </a:ext>
            </a:extLst>
          </p:cNvPr>
          <p:cNvSpPr/>
          <p:nvPr/>
        </p:nvSpPr>
        <p:spPr>
          <a:xfrm>
            <a:off x="1442437" y="1661600"/>
            <a:ext cx="256976" cy="256976"/>
          </a:xfrm>
          <a:prstGeom prst="rect">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40" name="íşlïḍè">
            <a:extLst>
              <a:ext uri="{FF2B5EF4-FFF2-40B4-BE49-F238E27FC236}">
                <a16:creationId xmlns:a16="http://schemas.microsoft.com/office/drawing/2014/main" id="{58498DF2-EFAC-4127-85B0-98503C8F10A5}"/>
              </a:ext>
            </a:extLst>
          </p:cNvPr>
          <p:cNvSpPr txBox="1"/>
          <p:nvPr/>
        </p:nvSpPr>
        <p:spPr>
          <a:xfrm>
            <a:off x="1759665" y="1661599"/>
            <a:ext cx="5042917" cy="256977"/>
          </a:xfrm>
          <a:prstGeom prst="rect">
            <a:avLst/>
          </a:prstGeom>
          <a:noFill/>
        </p:spPr>
        <p:txBody>
          <a:bodyPr wrap="square" lIns="91440" tIns="45720" rIns="91440" bIns="45720" anchor="ctr">
            <a:noAutofit/>
          </a:bodyPr>
          <a:lstStyle/>
          <a:p>
            <a:r>
              <a:rPr lang="zh-CN" altLang="en-US" b="1" dirty="0"/>
              <a:t>帧的首部和尾部中包含有一些</a:t>
            </a:r>
            <a:r>
              <a:rPr lang="zh-CN" altLang="en-US" b="1" dirty="0">
                <a:solidFill>
                  <a:schemeClr val="accent1">
                    <a:lumMod val="75000"/>
                  </a:schemeClr>
                </a:solidFill>
              </a:rPr>
              <a:t>重要的控制信息</a:t>
            </a:r>
            <a:r>
              <a:rPr lang="zh-CN" altLang="en-US" b="1" dirty="0"/>
              <a:t>。</a:t>
            </a:r>
            <a:endParaRPr lang="en-US" altLang="zh-CN" b="1" dirty="0"/>
          </a:p>
        </p:txBody>
      </p:sp>
      <p:grpSp>
        <p:nvGrpSpPr>
          <p:cNvPr id="28" name="组合 27">
            <a:extLst>
              <a:ext uri="{FF2B5EF4-FFF2-40B4-BE49-F238E27FC236}">
                <a16:creationId xmlns:a16="http://schemas.microsoft.com/office/drawing/2014/main" id="{9AA8E776-BAB4-443E-8B87-ADF14B8D0DDE}"/>
              </a:ext>
            </a:extLst>
          </p:cNvPr>
          <p:cNvGrpSpPr/>
          <p:nvPr/>
        </p:nvGrpSpPr>
        <p:grpSpPr>
          <a:xfrm>
            <a:off x="601699" y="5793079"/>
            <a:ext cx="10940423" cy="641082"/>
            <a:chOff x="601699" y="5648354"/>
            <a:chExt cx="10940423" cy="641082"/>
          </a:xfrm>
        </p:grpSpPr>
        <p:cxnSp>
          <p:nvCxnSpPr>
            <p:cNvPr id="29" name="直接连接符 28">
              <a:extLst>
                <a:ext uri="{FF2B5EF4-FFF2-40B4-BE49-F238E27FC236}">
                  <a16:creationId xmlns:a16="http://schemas.microsoft.com/office/drawing/2014/main" id="{CD2354E6-3047-431F-ACF9-EFA46BA792A6}"/>
                </a:ext>
              </a:extLst>
            </p:cNvPr>
            <p:cNvCxnSpPr>
              <a:cxnSpLocks/>
            </p:cNvCxnSpPr>
            <p:nvPr/>
          </p:nvCxnSpPr>
          <p:spPr>
            <a:xfrm>
              <a:off x="1143721" y="6126777"/>
              <a:ext cx="10027235"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pic>
          <p:nvPicPr>
            <p:cNvPr id="30" name="图形 29">
              <a:extLst>
                <a:ext uri="{FF2B5EF4-FFF2-40B4-BE49-F238E27FC236}">
                  <a16:creationId xmlns:a16="http://schemas.microsoft.com/office/drawing/2014/main" id="{008285B2-4F6D-47D8-9021-B2EB227E3BED}"/>
                </a:ext>
              </a:extLst>
            </p:cNvPr>
            <p:cNvPicPr>
              <a:picLocks noChangeAspect="1"/>
            </p:cNvPicPr>
            <p:nvPr/>
          </p:nvPicPr>
          <p:blipFill>
            <a:blip r:embed="rId3">
              <a:extLst>
                <a:ext uri="{28A0092B-C50C-407E-A947-70E740481C1C}">
                  <a14:useLocalDpi xmlns:a14="http://schemas.microsoft.com/office/drawing/2010/main" val="0"/>
                </a:ext>
                <a:ext uri="{96DAC541-7B7A-43D3-8B79-37D633B846F1}">
                  <asvg:svgBlip xmlns:asvg="http://schemas.microsoft.com/office/drawing/2016/SVG/main" r:embed="rId4"/>
                </a:ext>
              </a:extLst>
            </a:blip>
            <a:stretch>
              <a:fillRect/>
            </a:stretch>
          </p:blipFill>
          <p:spPr>
            <a:xfrm>
              <a:off x="601699" y="5648354"/>
              <a:ext cx="662814" cy="641082"/>
            </a:xfrm>
            <a:prstGeom prst="rect">
              <a:avLst/>
            </a:prstGeom>
          </p:spPr>
        </p:pic>
        <p:pic>
          <p:nvPicPr>
            <p:cNvPr id="31" name="图形 30">
              <a:extLst>
                <a:ext uri="{FF2B5EF4-FFF2-40B4-BE49-F238E27FC236}">
                  <a16:creationId xmlns:a16="http://schemas.microsoft.com/office/drawing/2014/main" id="{3E7FDAB1-4B8E-49DB-BD8E-727E69FB35B0}"/>
                </a:ext>
              </a:extLst>
            </p:cNvPr>
            <p:cNvPicPr>
              <a:picLocks noChangeAspect="1"/>
            </p:cNvPicPr>
            <p:nvPr/>
          </p:nvPicPr>
          <p:blipFill>
            <a:blip r:embed="rId3">
              <a:extLst>
                <a:ext uri="{28A0092B-C50C-407E-A947-70E740481C1C}">
                  <a14:useLocalDpi xmlns:a14="http://schemas.microsoft.com/office/drawing/2010/main" val="0"/>
                </a:ext>
                <a:ext uri="{96DAC541-7B7A-43D3-8B79-37D633B846F1}">
                  <asvg:svgBlip xmlns:asvg="http://schemas.microsoft.com/office/drawing/2016/SVG/main" r:embed="rId4"/>
                </a:ext>
              </a:extLst>
            </a:blip>
            <a:stretch>
              <a:fillRect/>
            </a:stretch>
          </p:blipFill>
          <p:spPr>
            <a:xfrm>
              <a:off x="10879308" y="5648354"/>
              <a:ext cx="662814" cy="641082"/>
            </a:xfrm>
            <a:prstGeom prst="rect">
              <a:avLst/>
            </a:prstGeom>
          </p:spPr>
        </p:pic>
      </p:grpSp>
      <p:grpSp>
        <p:nvGrpSpPr>
          <p:cNvPr id="32" name="组合 31">
            <a:extLst>
              <a:ext uri="{FF2B5EF4-FFF2-40B4-BE49-F238E27FC236}">
                <a16:creationId xmlns:a16="http://schemas.microsoft.com/office/drawing/2014/main" id="{22BEA63F-AD7B-45AC-9501-8DE334B5240F}"/>
              </a:ext>
            </a:extLst>
          </p:cNvPr>
          <p:cNvGrpSpPr/>
          <p:nvPr/>
        </p:nvGrpSpPr>
        <p:grpSpPr>
          <a:xfrm>
            <a:off x="9004360" y="3358938"/>
            <a:ext cx="2737046" cy="2201421"/>
            <a:chOff x="3207781" y="1105990"/>
            <a:chExt cx="5776438" cy="4646020"/>
          </a:xfrm>
        </p:grpSpPr>
        <p:sp>
          <p:nvSpPr>
            <p:cNvPr id="33" name="任意多边形 4">
              <a:extLst>
                <a:ext uri="{FF2B5EF4-FFF2-40B4-BE49-F238E27FC236}">
                  <a16:creationId xmlns:a16="http://schemas.microsoft.com/office/drawing/2014/main" id="{3D6A2485-92F4-4FA0-8705-FB0EA4A04629}"/>
                </a:ext>
              </a:extLst>
            </p:cNvPr>
            <p:cNvSpPr/>
            <p:nvPr/>
          </p:nvSpPr>
          <p:spPr>
            <a:xfrm>
              <a:off x="3598883" y="5220505"/>
              <a:ext cx="5385336" cy="531505"/>
            </a:xfrm>
            <a:custGeom>
              <a:avLst/>
              <a:gdLst>
                <a:gd name="connsiteX0" fmla="*/ -514 w 4756429"/>
                <a:gd name="connsiteY0" fmla="*/ 234476 h 469435"/>
                <a:gd name="connsiteX1" fmla="*/ 2377732 w 4756429"/>
                <a:gd name="connsiteY1" fmla="*/ -210 h 469435"/>
                <a:gd name="connsiteX2" fmla="*/ 4755915 w 4756429"/>
                <a:gd name="connsiteY2" fmla="*/ 234476 h 469435"/>
                <a:gd name="connsiteX3" fmla="*/ 2377732 w 4756429"/>
                <a:gd name="connsiteY3" fmla="*/ 469226 h 469435"/>
                <a:gd name="connsiteX4" fmla="*/ -514 w 4756429"/>
                <a:gd name="connsiteY4" fmla="*/ 234476 h 46943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756429" h="469435">
                  <a:moveTo>
                    <a:pt x="-514" y="234476"/>
                  </a:moveTo>
                  <a:cubicBezTo>
                    <a:pt x="-514" y="104871"/>
                    <a:pt x="1064277" y="-210"/>
                    <a:pt x="2377732" y="-210"/>
                  </a:cubicBezTo>
                  <a:cubicBezTo>
                    <a:pt x="3691187" y="-210"/>
                    <a:pt x="4755915" y="104871"/>
                    <a:pt x="4755915" y="234476"/>
                  </a:cubicBezTo>
                  <a:cubicBezTo>
                    <a:pt x="4755915" y="364081"/>
                    <a:pt x="3691187" y="469226"/>
                    <a:pt x="2377732" y="469226"/>
                  </a:cubicBezTo>
                  <a:cubicBezTo>
                    <a:pt x="1064277" y="469226"/>
                    <a:pt x="-514" y="364144"/>
                    <a:pt x="-514" y="234476"/>
                  </a:cubicBezTo>
                  <a:close/>
                </a:path>
              </a:pathLst>
            </a:custGeom>
            <a:solidFill>
              <a:srgbClr val="E8E8E8"/>
            </a:solidFill>
            <a:ln w="6346" cap="flat">
              <a:noFill/>
              <a:prstDash val="solid"/>
              <a:miter/>
            </a:ln>
          </p:spPr>
          <p:txBody>
            <a:bodyPr rtlCol="0" anchor="ctr"/>
            <a:lstStyle/>
            <a:p>
              <a:endParaRPr lang="zh-CN" altLang="en-US"/>
            </a:p>
          </p:txBody>
        </p:sp>
        <p:sp>
          <p:nvSpPr>
            <p:cNvPr id="34" name="任意多边形 5">
              <a:extLst>
                <a:ext uri="{FF2B5EF4-FFF2-40B4-BE49-F238E27FC236}">
                  <a16:creationId xmlns:a16="http://schemas.microsoft.com/office/drawing/2014/main" id="{3DC3CFFD-21D4-4FBA-9BC3-15006D3EEBE5}"/>
                </a:ext>
              </a:extLst>
            </p:cNvPr>
            <p:cNvSpPr/>
            <p:nvPr/>
          </p:nvSpPr>
          <p:spPr>
            <a:xfrm>
              <a:off x="4313321" y="3382454"/>
              <a:ext cx="883608" cy="1118025"/>
            </a:xfrm>
            <a:custGeom>
              <a:avLst/>
              <a:gdLst>
                <a:gd name="connsiteX0" fmla="*/ 304303 w 780419"/>
                <a:gd name="connsiteY0" fmla="*/ 118570 h 987461"/>
                <a:gd name="connsiteX1" fmla="*/ 254240 w 780419"/>
                <a:gd name="connsiteY1" fmla="*/ 127782 h 987461"/>
                <a:gd name="connsiteX2" fmla="*/ 200428 w 780419"/>
                <a:gd name="connsiteY2" fmla="*/ 182038 h 987461"/>
                <a:gd name="connsiteX3" fmla="*/ 189374 w 780419"/>
                <a:gd name="connsiteY3" fmla="*/ 260437 h 987461"/>
                <a:gd name="connsiteX4" fmla="*/ 195727 w 780419"/>
                <a:gd name="connsiteY4" fmla="*/ 517740 h 987461"/>
                <a:gd name="connsiteX5" fmla="*/ 71395 w 780419"/>
                <a:gd name="connsiteY5" fmla="*/ 592835 h 987461"/>
                <a:gd name="connsiteX6" fmla="*/ 24001 w 780419"/>
                <a:gd name="connsiteY6" fmla="*/ 840164 h 987461"/>
                <a:gd name="connsiteX7" fmla="*/ 249411 w 780419"/>
                <a:gd name="connsiteY7" fmla="*/ 982284 h 987461"/>
                <a:gd name="connsiteX8" fmla="*/ 522597 w 780419"/>
                <a:gd name="connsiteY8" fmla="*/ 959286 h 987461"/>
                <a:gd name="connsiteX9" fmla="*/ 699597 w 780419"/>
                <a:gd name="connsiteY9" fmla="*/ 889401 h 987461"/>
                <a:gd name="connsiteX10" fmla="*/ 708555 w 780419"/>
                <a:gd name="connsiteY10" fmla="*/ 575617 h 987461"/>
                <a:gd name="connsiteX11" fmla="*/ 764082 w 780419"/>
                <a:gd name="connsiteY11" fmla="*/ 389088 h 987461"/>
                <a:gd name="connsiteX12" fmla="*/ 606968 w 780419"/>
                <a:gd name="connsiteY12" fmla="*/ 27466 h 987461"/>
                <a:gd name="connsiteX13" fmla="*/ 304303 w 780419"/>
                <a:gd name="connsiteY13" fmla="*/ 118761 h 98746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780419" h="987461">
                  <a:moveTo>
                    <a:pt x="304303" y="118570"/>
                  </a:moveTo>
                  <a:cubicBezTo>
                    <a:pt x="307860" y="110184"/>
                    <a:pt x="258432" y="125940"/>
                    <a:pt x="254240" y="127782"/>
                  </a:cubicBezTo>
                  <a:cubicBezTo>
                    <a:pt x="230002" y="138284"/>
                    <a:pt x="210733" y="157712"/>
                    <a:pt x="200428" y="182038"/>
                  </a:cubicBezTo>
                  <a:cubicBezTo>
                    <a:pt x="191299" y="207108"/>
                    <a:pt x="187531" y="233817"/>
                    <a:pt x="189374" y="260437"/>
                  </a:cubicBezTo>
                  <a:cubicBezTo>
                    <a:pt x="191216" y="342393"/>
                    <a:pt x="253985" y="444679"/>
                    <a:pt x="195727" y="517740"/>
                  </a:cubicBezTo>
                  <a:cubicBezTo>
                    <a:pt x="165486" y="555478"/>
                    <a:pt x="111484" y="565706"/>
                    <a:pt x="71395" y="592835"/>
                  </a:cubicBezTo>
                  <a:cubicBezTo>
                    <a:pt x="-4843" y="644295"/>
                    <a:pt x="-20154" y="759351"/>
                    <a:pt x="24001" y="840164"/>
                  </a:cubicBezTo>
                  <a:cubicBezTo>
                    <a:pt x="68155" y="920976"/>
                    <a:pt x="158306" y="968752"/>
                    <a:pt x="249411" y="982284"/>
                  </a:cubicBezTo>
                  <a:cubicBezTo>
                    <a:pt x="340516" y="995816"/>
                    <a:pt x="433081" y="979552"/>
                    <a:pt x="522597" y="959286"/>
                  </a:cubicBezTo>
                  <a:cubicBezTo>
                    <a:pt x="584986" y="945182"/>
                    <a:pt x="648835" y="928092"/>
                    <a:pt x="699597" y="889401"/>
                  </a:cubicBezTo>
                  <a:cubicBezTo>
                    <a:pt x="819354" y="797724"/>
                    <a:pt x="763510" y="682986"/>
                    <a:pt x="708555" y="575617"/>
                  </a:cubicBezTo>
                  <a:cubicBezTo>
                    <a:pt x="673358" y="506876"/>
                    <a:pt x="736509" y="474475"/>
                    <a:pt x="764082" y="389088"/>
                  </a:cubicBezTo>
                  <a:cubicBezTo>
                    <a:pt x="813700" y="235469"/>
                    <a:pt x="742608" y="86360"/>
                    <a:pt x="606968" y="27466"/>
                  </a:cubicBezTo>
                  <a:cubicBezTo>
                    <a:pt x="384225" y="-69039"/>
                    <a:pt x="304747" y="117744"/>
                    <a:pt x="304303" y="118761"/>
                  </a:cubicBezTo>
                  <a:close/>
                </a:path>
              </a:pathLst>
            </a:custGeom>
            <a:solidFill>
              <a:srgbClr val="971D05"/>
            </a:solidFill>
            <a:ln w="6346" cap="flat">
              <a:noFill/>
              <a:prstDash val="solid"/>
              <a:miter/>
            </a:ln>
          </p:spPr>
          <p:txBody>
            <a:bodyPr rtlCol="0" anchor="ctr"/>
            <a:lstStyle/>
            <a:p>
              <a:endParaRPr lang="zh-CN" altLang="en-US"/>
            </a:p>
          </p:txBody>
        </p:sp>
        <p:sp>
          <p:nvSpPr>
            <p:cNvPr id="35" name="任意多边形 6">
              <a:extLst>
                <a:ext uri="{FF2B5EF4-FFF2-40B4-BE49-F238E27FC236}">
                  <a16:creationId xmlns:a16="http://schemas.microsoft.com/office/drawing/2014/main" id="{F5039DEF-82C9-4545-83BC-0202DDEA7806}"/>
                </a:ext>
              </a:extLst>
            </p:cNvPr>
            <p:cNvSpPr/>
            <p:nvPr/>
          </p:nvSpPr>
          <p:spPr>
            <a:xfrm>
              <a:off x="4743753" y="3967018"/>
              <a:ext cx="251762" cy="311178"/>
            </a:xfrm>
            <a:custGeom>
              <a:avLst/>
              <a:gdLst>
                <a:gd name="connsiteX0" fmla="*/ 110730 w 222361"/>
                <a:gd name="connsiteY0" fmla="*/ 274628 h 274838"/>
                <a:gd name="connsiteX1" fmla="*/ 110730 w 222361"/>
                <a:gd name="connsiteY1" fmla="*/ 274628 h 274838"/>
                <a:gd name="connsiteX2" fmla="*/ -514 w 222361"/>
                <a:gd name="connsiteY2" fmla="*/ 126853 h 274838"/>
                <a:gd name="connsiteX3" fmla="*/ -514 w 222361"/>
                <a:gd name="connsiteY3" fmla="*/ -210 h 274838"/>
                <a:gd name="connsiteX4" fmla="*/ 221847 w 222361"/>
                <a:gd name="connsiteY4" fmla="*/ -210 h 274838"/>
                <a:gd name="connsiteX5" fmla="*/ 221847 w 222361"/>
                <a:gd name="connsiteY5" fmla="*/ 126853 h 274838"/>
                <a:gd name="connsiteX6" fmla="*/ 111937 w 222361"/>
                <a:gd name="connsiteY6" fmla="*/ 274628 h 27483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22361" h="274838">
                  <a:moveTo>
                    <a:pt x="110730" y="274628"/>
                  </a:moveTo>
                  <a:lnTo>
                    <a:pt x="110730" y="274628"/>
                  </a:lnTo>
                  <a:cubicBezTo>
                    <a:pt x="49358" y="274628"/>
                    <a:pt x="-451" y="163639"/>
                    <a:pt x="-514" y="126853"/>
                  </a:cubicBezTo>
                  <a:lnTo>
                    <a:pt x="-514" y="-210"/>
                  </a:lnTo>
                  <a:lnTo>
                    <a:pt x="221847" y="-210"/>
                  </a:lnTo>
                  <a:lnTo>
                    <a:pt x="221847" y="126853"/>
                  </a:lnTo>
                  <a:cubicBezTo>
                    <a:pt x="221847" y="163448"/>
                    <a:pt x="172991" y="274438"/>
                    <a:pt x="111937" y="274628"/>
                  </a:cubicBezTo>
                  <a:close/>
                </a:path>
              </a:pathLst>
            </a:custGeom>
            <a:solidFill>
              <a:srgbClr val="FF93B1"/>
            </a:solidFill>
            <a:ln w="6346" cap="flat">
              <a:noFill/>
              <a:prstDash val="solid"/>
              <a:miter/>
            </a:ln>
          </p:spPr>
          <p:txBody>
            <a:bodyPr rtlCol="0" anchor="ctr"/>
            <a:lstStyle/>
            <a:p>
              <a:endParaRPr lang="zh-CN" altLang="en-US"/>
            </a:p>
          </p:txBody>
        </p:sp>
        <p:sp>
          <p:nvSpPr>
            <p:cNvPr id="36" name="任意多边形 7">
              <a:extLst>
                <a:ext uri="{FF2B5EF4-FFF2-40B4-BE49-F238E27FC236}">
                  <a16:creationId xmlns:a16="http://schemas.microsoft.com/office/drawing/2014/main" id="{C8923A93-A4E2-4037-8B75-2AEB8D8A570B}"/>
                </a:ext>
              </a:extLst>
            </p:cNvPr>
            <p:cNvSpPr/>
            <p:nvPr/>
          </p:nvSpPr>
          <p:spPr>
            <a:xfrm>
              <a:off x="4572555" y="3764605"/>
              <a:ext cx="121406" cy="141542"/>
            </a:xfrm>
            <a:custGeom>
              <a:avLst/>
              <a:gdLst>
                <a:gd name="connsiteX0" fmla="*/ 77312 w 107228"/>
                <a:gd name="connsiteY0" fmla="*/ 27741 h 125013"/>
                <a:gd name="connsiteX1" fmla="*/ -514 w 107228"/>
                <a:gd name="connsiteY1" fmla="*/ 46801 h 125013"/>
                <a:gd name="connsiteX2" fmla="*/ 94783 w 107228"/>
                <a:gd name="connsiteY2" fmla="*/ 110332 h 125013"/>
                <a:gd name="connsiteX3" fmla="*/ 77312 w 107228"/>
                <a:gd name="connsiteY3" fmla="*/ 27741 h 125013"/>
              </a:gdLst>
              <a:ahLst/>
              <a:cxnLst>
                <a:cxn ang="0">
                  <a:pos x="connsiteX0" y="connsiteY0"/>
                </a:cxn>
                <a:cxn ang="0">
                  <a:pos x="connsiteX1" y="connsiteY1"/>
                </a:cxn>
                <a:cxn ang="0">
                  <a:pos x="connsiteX2" y="connsiteY2"/>
                </a:cxn>
                <a:cxn ang="0">
                  <a:pos x="connsiteX3" y="connsiteY3"/>
                </a:cxn>
              </a:cxnLst>
              <a:rect l="l" t="t" r="r" b="b"/>
              <a:pathLst>
                <a:path w="107228" h="125013">
                  <a:moveTo>
                    <a:pt x="77312" y="27741"/>
                  </a:moveTo>
                  <a:cubicBezTo>
                    <a:pt x="41226" y="-26515"/>
                    <a:pt x="-514" y="8364"/>
                    <a:pt x="-514" y="46801"/>
                  </a:cubicBezTo>
                  <a:cubicBezTo>
                    <a:pt x="-514" y="102073"/>
                    <a:pt x="60031" y="149722"/>
                    <a:pt x="94783" y="110332"/>
                  </a:cubicBezTo>
                  <a:cubicBezTo>
                    <a:pt x="129535" y="70943"/>
                    <a:pt x="77312" y="27741"/>
                    <a:pt x="77312" y="27741"/>
                  </a:cubicBezTo>
                  <a:close/>
                </a:path>
              </a:pathLst>
            </a:custGeom>
            <a:solidFill>
              <a:srgbClr val="FED0D6"/>
            </a:solidFill>
            <a:ln w="6346" cap="flat">
              <a:noFill/>
              <a:prstDash val="solid"/>
              <a:miter/>
            </a:ln>
          </p:spPr>
          <p:txBody>
            <a:bodyPr rtlCol="0" anchor="ctr"/>
            <a:lstStyle/>
            <a:p>
              <a:endParaRPr lang="zh-CN" altLang="en-US"/>
            </a:p>
          </p:txBody>
        </p:sp>
        <p:sp>
          <p:nvSpPr>
            <p:cNvPr id="37" name="任意多边形 8">
              <a:extLst>
                <a:ext uri="{FF2B5EF4-FFF2-40B4-BE49-F238E27FC236}">
                  <a16:creationId xmlns:a16="http://schemas.microsoft.com/office/drawing/2014/main" id="{7882EB22-8785-4032-8BDA-1318D3C0B629}"/>
                </a:ext>
              </a:extLst>
            </p:cNvPr>
            <p:cNvSpPr/>
            <p:nvPr/>
          </p:nvSpPr>
          <p:spPr>
            <a:xfrm>
              <a:off x="5034066" y="3764605"/>
              <a:ext cx="121425" cy="141542"/>
            </a:xfrm>
            <a:custGeom>
              <a:avLst/>
              <a:gdLst>
                <a:gd name="connsiteX0" fmla="*/ 28968 w 107245"/>
                <a:gd name="connsiteY0" fmla="*/ 27741 h 125013"/>
                <a:gd name="connsiteX1" fmla="*/ 106731 w 107245"/>
                <a:gd name="connsiteY1" fmla="*/ 46801 h 125013"/>
                <a:gd name="connsiteX2" fmla="*/ 11433 w 107245"/>
                <a:gd name="connsiteY2" fmla="*/ 110332 h 125013"/>
                <a:gd name="connsiteX3" fmla="*/ 28968 w 107245"/>
                <a:gd name="connsiteY3" fmla="*/ 27741 h 125013"/>
              </a:gdLst>
              <a:ahLst/>
              <a:cxnLst>
                <a:cxn ang="0">
                  <a:pos x="connsiteX0" y="connsiteY0"/>
                </a:cxn>
                <a:cxn ang="0">
                  <a:pos x="connsiteX1" y="connsiteY1"/>
                </a:cxn>
                <a:cxn ang="0">
                  <a:pos x="connsiteX2" y="connsiteY2"/>
                </a:cxn>
                <a:cxn ang="0">
                  <a:pos x="connsiteX3" y="connsiteY3"/>
                </a:cxn>
              </a:cxnLst>
              <a:rect l="l" t="t" r="r" b="b"/>
              <a:pathLst>
                <a:path w="107245" h="125013">
                  <a:moveTo>
                    <a:pt x="28968" y="27741"/>
                  </a:moveTo>
                  <a:cubicBezTo>
                    <a:pt x="64927" y="-26515"/>
                    <a:pt x="106731" y="8364"/>
                    <a:pt x="106731" y="46801"/>
                  </a:cubicBezTo>
                  <a:cubicBezTo>
                    <a:pt x="106731" y="102073"/>
                    <a:pt x="46249" y="149722"/>
                    <a:pt x="11433" y="110332"/>
                  </a:cubicBezTo>
                  <a:cubicBezTo>
                    <a:pt x="-23382" y="70943"/>
                    <a:pt x="28968" y="27741"/>
                    <a:pt x="28968" y="27741"/>
                  </a:cubicBezTo>
                  <a:close/>
                </a:path>
              </a:pathLst>
            </a:custGeom>
            <a:solidFill>
              <a:srgbClr val="FED0D6"/>
            </a:solidFill>
            <a:ln w="6346" cap="flat">
              <a:noFill/>
              <a:prstDash val="solid"/>
              <a:miter/>
            </a:ln>
          </p:spPr>
          <p:txBody>
            <a:bodyPr rtlCol="0" anchor="ctr"/>
            <a:lstStyle/>
            <a:p>
              <a:endParaRPr lang="zh-CN" altLang="en-US"/>
            </a:p>
          </p:txBody>
        </p:sp>
        <p:sp>
          <p:nvSpPr>
            <p:cNvPr id="38" name="任意多边形 9">
              <a:extLst>
                <a:ext uri="{FF2B5EF4-FFF2-40B4-BE49-F238E27FC236}">
                  <a16:creationId xmlns:a16="http://schemas.microsoft.com/office/drawing/2014/main" id="{851EA115-F76C-407C-B7E1-241654143646}"/>
                </a:ext>
              </a:extLst>
            </p:cNvPr>
            <p:cNvSpPr/>
            <p:nvPr/>
          </p:nvSpPr>
          <p:spPr>
            <a:xfrm>
              <a:off x="4636485" y="3571274"/>
              <a:ext cx="453974" cy="467243"/>
            </a:xfrm>
            <a:custGeom>
              <a:avLst/>
              <a:gdLst>
                <a:gd name="connsiteX0" fmla="*/ 199817 w 400958"/>
                <a:gd name="connsiteY0" fmla="*/ 412468 h 412678"/>
                <a:gd name="connsiteX1" fmla="*/ 6744 w 400958"/>
                <a:gd name="connsiteY1" fmla="*/ 98113 h 412678"/>
                <a:gd name="connsiteX2" fmla="*/ 393207 w 400958"/>
                <a:gd name="connsiteY2" fmla="*/ 98113 h 412678"/>
                <a:gd name="connsiteX3" fmla="*/ 199817 w 400958"/>
                <a:gd name="connsiteY3" fmla="*/ 412468 h 412678"/>
              </a:gdLst>
              <a:ahLst/>
              <a:cxnLst>
                <a:cxn ang="0">
                  <a:pos x="connsiteX0" y="connsiteY0"/>
                </a:cxn>
                <a:cxn ang="0">
                  <a:pos x="connsiteX1" y="connsiteY1"/>
                </a:cxn>
                <a:cxn ang="0">
                  <a:pos x="connsiteX2" y="connsiteY2"/>
                </a:cxn>
                <a:cxn ang="0">
                  <a:pos x="connsiteX3" y="connsiteY3"/>
                </a:cxn>
              </a:cxnLst>
              <a:rect l="l" t="t" r="r" b="b"/>
              <a:pathLst>
                <a:path w="400958" h="412678">
                  <a:moveTo>
                    <a:pt x="199817" y="412468"/>
                  </a:moveTo>
                  <a:cubicBezTo>
                    <a:pt x="57569" y="412468"/>
                    <a:pt x="-26547" y="257387"/>
                    <a:pt x="6744" y="98113"/>
                  </a:cubicBezTo>
                  <a:cubicBezTo>
                    <a:pt x="34063" y="-33016"/>
                    <a:pt x="365762" y="-32953"/>
                    <a:pt x="393207" y="98113"/>
                  </a:cubicBezTo>
                  <a:cubicBezTo>
                    <a:pt x="426434" y="257387"/>
                    <a:pt x="342382" y="412595"/>
                    <a:pt x="199817" y="412468"/>
                  </a:cubicBezTo>
                  <a:close/>
                </a:path>
              </a:pathLst>
            </a:custGeom>
            <a:solidFill>
              <a:srgbClr val="FED0D6"/>
            </a:solidFill>
            <a:ln w="6346" cap="flat">
              <a:noFill/>
              <a:prstDash val="solid"/>
              <a:miter/>
            </a:ln>
          </p:spPr>
          <p:txBody>
            <a:bodyPr rtlCol="0" anchor="ctr"/>
            <a:lstStyle/>
            <a:p>
              <a:endParaRPr lang="zh-CN" altLang="en-US"/>
            </a:p>
          </p:txBody>
        </p:sp>
        <p:sp>
          <p:nvSpPr>
            <p:cNvPr id="41" name="任意多边形 10">
              <a:extLst>
                <a:ext uri="{FF2B5EF4-FFF2-40B4-BE49-F238E27FC236}">
                  <a16:creationId xmlns:a16="http://schemas.microsoft.com/office/drawing/2014/main" id="{401C27E5-0E7B-4DA5-B9EC-D93C8B6F5D60}"/>
                </a:ext>
              </a:extLst>
            </p:cNvPr>
            <p:cNvSpPr/>
            <p:nvPr/>
          </p:nvSpPr>
          <p:spPr>
            <a:xfrm>
              <a:off x="4757636" y="3487392"/>
              <a:ext cx="367502" cy="234313"/>
            </a:xfrm>
            <a:custGeom>
              <a:avLst/>
              <a:gdLst>
                <a:gd name="connsiteX0" fmla="*/ -514 w 324585"/>
                <a:gd name="connsiteY0" fmla="*/ 31541 h 206950"/>
                <a:gd name="connsiteX1" fmla="*/ 303231 w 324585"/>
                <a:gd name="connsiteY1" fmla="*/ 198693 h 206950"/>
                <a:gd name="connsiteX2" fmla="*/ 184045 w 324585"/>
                <a:gd name="connsiteY2" fmla="*/ 21757 h 206950"/>
                <a:gd name="connsiteX3" fmla="*/ -514 w 324585"/>
                <a:gd name="connsiteY3" fmla="*/ 31541 h 206950"/>
              </a:gdLst>
              <a:ahLst/>
              <a:cxnLst>
                <a:cxn ang="0">
                  <a:pos x="connsiteX0" y="connsiteY0"/>
                </a:cxn>
                <a:cxn ang="0">
                  <a:pos x="connsiteX1" y="connsiteY1"/>
                </a:cxn>
                <a:cxn ang="0">
                  <a:pos x="connsiteX2" y="connsiteY2"/>
                </a:cxn>
                <a:cxn ang="0">
                  <a:pos x="connsiteX3" y="connsiteY3"/>
                </a:cxn>
              </a:cxnLst>
              <a:rect l="l" t="t" r="r" b="b"/>
              <a:pathLst>
                <a:path w="324585" h="206950">
                  <a:moveTo>
                    <a:pt x="-514" y="31541"/>
                  </a:moveTo>
                  <a:cubicBezTo>
                    <a:pt x="-514" y="165911"/>
                    <a:pt x="253612" y="230650"/>
                    <a:pt x="303231" y="198693"/>
                  </a:cubicBezTo>
                  <a:cubicBezTo>
                    <a:pt x="352849" y="166737"/>
                    <a:pt x="314158" y="52951"/>
                    <a:pt x="184045" y="21757"/>
                  </a:cubicBezTo>
                  <a:cubicBezTo>
                    <a:pt x="53932" y="-9437"/>
                    <a:pt x="-197" y="-8484"/>
                    <a:pt x="-514" y="31541"/>
                  </a:cubicBezTo>
                  <a:close/>
                </a:path>
              </a:pathLst>
            </a:custGeom>
            <a:solidFill>
              <a:srgbClr val="971D05"/>
            </a:solidFill>
            <a:ln w="6346" cap="flat">
              <a:noFill/>
              <a:prstDash val="solid"/>
              <a:miter/>
            </a:ln>
          </p:spPr>
          <p:txBody>
            <a:bodyPr rtlCol="0" anchor="ctr"/>
            <a:lstStyle/>
            <a:p>
              <a:endParaRPr lang="zh-CN" altLang="en-US"/>
            </a:p>
          </p:txBody>
        </p:sp>
        <p:sp>
          <p:nvSpPr>
            <p:cNvPr id="42" name="任意多边形 11">
              <a:extLst>
                <a:ext uri="{FF2B5EF4-FFF2-40B4-BE49-F238E27FC236}">
                  <a16:creationId xmlns:a16="http://schemas.microsoft.com/office/drawing/2014/main" id="{94E93894-7186-48BE-BF95-F93F9123D785}"/>
                </a:ext>
              </a:extLst>
            </p:cNvPr>
            <p:cNvSpPr/>
            <p:nvPr/>
          </p:nvSpPr>
          <p:spPr>
            <a:xfrm>
              <a:off x="4592900" y="3508707"/>
              <a:ext cx="173053" cy="238281"/>
            </a:xfrm>
            <a:custGeom>
              <a:avLst/>
              <a:gdLst>
                <a:gd name="connsiteX0" fmla="*/ 145428 w 152844"/>
                <a:gd name="connsiteY0" fmla="*/ 11762 h 210454"/>
                <a:gd name="connsiteX1" fmla="*/ 38759 w 152844"/>
                <a:gd name="connsiteY1" fmla="*/ 209790 h 210454"/>
                <a:gd name="connsiteX2" fmla="*/ 27704 w 152844"/>
                <a:gd name="connsiteY2" fmla="*/ 78089 h 210454"/>
                <a:gd name="connsiteX3" fmla="*/ 145428 w 152844"/>
                <a:gd name="connsiteY3" fmla="*/ 11762 h 210454"/>
              </a:gdLst>
              <a:ahLst/>
              <a:cxnLst>
                <a:cxn ang="0">
                  <a:pos x="connsiteX0" y="connsiteY0"/>
                </a:cxn>
                <a:cxn ang="0">
                  <a:pos x="connsiteX1" y="connsiteY1"/>
                </a:cxn>
                <a:cxn ang="0">
                  <a:pos x="connsiteX2" y="connsiteY2"/>
                </a:cxn>
                <a:cxn ang="0">
                  <a:pos x="connsiteX3" y="connsiteY3"/>
                </a:cxn>
              </a:cxnLst>
              <a:rect l="l" t="t" r="r" b="b"/>
              <a:pathLst>
                <a:path w="152844" h="210454">
                  <a:moveTo>
                    <a:pt x="145428" y="11762"/>
                  </a:moveTo>
                  <a:cubicBezTo>
                    <a:pt x="177703" y="76501"/>
                    <a:pt x="89076" y="219320"/>
                    <a:pt x="38759" y="209790"/>
                  </a:cubicBezTo>
                  <a:cubicBezTo>
                    <a:pt x="-11559" y="200261"/>
                    <a:pt x="-11622" y="144416"/>
                    <a:pt x="27704" y="78089"/>
                  </a:cubicBezTo>
                  <a:cubicBezTo>
                    <a:pt x="67030" y="11762"/>
                    <a:pt x="130117" y="-18987"/>
                    <a:pt x="145428" y="11762"/>
                  </a:cubicBezTo>
                  <a:close/>
                </a:path>
              </a:pathLst>
            </a:custGeom>
            <a:solidFill>
              <a:srgbClr val="971D05"/>
            </a:solidFill>
            <a:ln w="6346" cap="flat">
              <a:noFill/>
              <a:prstDash val="solid"/>
              <a:miter/>
            </a:ln>
          </p:spPr>
          <p:txBody>
            <a:bodyPr rtlCol="0" anchor="ctr"/>
            <a:lstStyle/>
            <a:p>
              <a:endParaRPr lang="zh-CN" altLang="en-US"/>
            </a:p>
          </p:txBody>
        </p:sp>
        <p:sp>
          <p:nvSpPr>
            <p:cNvPr id="43" name="任意多边形 12">
              <a:extLst>
                <a:ext uri="{FF2B5EF4-FFF2-40B4-BE49-F238E27FC236}">
                  <a16:creationId xmlns:a16="http://schemas.microsoft.com/office/drawing/2014/main" id="{B7A265B9-A5EA-49F0-B116-3EA411915E98}"/>
                </a:ext>
              </a:extLst>
            </p:cNvPr>
            <p:cNvSpPr/>
            <p:nvPr/>
          </p:nvSpPr>
          <p:spPr>
            <a:xfrm>
              <a:off x="3612370" y="4281731"/>
              <a:ext cx="915035" cy="627652"/>
            </a:xfrm>
            <a:custGeom>
              <a:avLst/>
              <a:gdLst>
                <a:gd name="connsiteX0" fmla="*/ 797158 w 808176"/>
                <a:gd name="connsiteY0" fmla="*/ 72207 h 554354"/>
                <a:gd name="connsiteX1" fmla="*/ 561011 w 808176"/>
                <a:gd name="connsiteY1" fmla="*/ 325698 h 554354"/>
                <a:gd name="connsiteX2" fmla="*/ 47611 w 808176"/>
                <a:gd name="connsiteY2" fmla="*/ 553523 h 554354"/>
                <a:gd name="connsiteX3" fmla="*/ 47611 w 808176"/>
                <a:gd name="connsiteY3" fmla="*/ 451110 h 554354"/>
                <a:gd name="connsiteX4" fmla="*/ 496844 w 808176"/>
                <a:gd name="connsiteY4" fmla="*/ 243743 h 554354"/>
                <a:gd name="connsiteX5" fmla="*/ 650844 w 808176"/>
                <a:gd name="connsiteY5" fmla="*/ 90123 h 554354"/>
                <a:gd name="connsiteX6" fmla="*/ 699637 w 808176"/>
                <a:gd name="connsiteY6" fmla="*/ 36375 h 554354"/>
                <a:gd name="connsiteX7" fmla="*/ 709866 w 808176"/>
                <a:gd name="connsiteY7" fmla="*/ 18459 h 554354"/>
                <a:gd name="connsiteX8" fmla="*/ 709866 w 808176"/>
                <a:gd name="connsiteY8" fmla="*/ 21000 h 554354"/>
                <a:gd name="connsiteX9" fmla="*/ 797158 w 808176"/>
                <a:gd name="connsiteY9" fmla="*/ 72207 h 55435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808176" h="554354">
                  <a:moveTo>
                    <a:pt x="797158" y="72207"/>
                  </a:moveTo>
                  <a:cubicBezTo>
                    <a:pt x="727280" y="164525"/>
                    <a:pt x="648151" y="249460"/>
                    <a:pt x="561011" y="325698"/>
                  </a:cubicBezTo>
                  <a:cubicBezTo>
                    <a:pt x="422385" y="446027"/>
                    <a:pt x="242717" y="563752"/>
                    <a:pt x="47611" y="553523"/>
                  </a:cubicBezTo>
                  <a:cubicBezTo>
                    <a:pt x="-16556" y="548377"/>
                    <a:pt x="-16556" y="446027"/>
                    <a:pt x="47611" y="451110"/>
                  </a:cubicBezTo>
                  <a:cubicBezTo>
                    <a:pt x="219591" y="461339"/>
                    <a:pt x="376197" y="351302"/>
                    <a:pt x="496844" y="243743"/>
                  </a:cubicBezTo>
                  <a:cubicBezTo>
                    <a:pt x="553323" y="197682"/>
                    <a:pt x="602052" y="143871"/>
                    <a:pt x="650844" y="90123"/>
                  </a:cubicBezTo>
                  <a:cubicBezTo>
                    <a:pt x="668824" y="72207"/>
                    <a:pt x="684199" y="54291"/>
                    <a:pt x="699637" y="36375"/>
                  </a:cubicBezTo>
                  <a:cubicBezTo>
                    <a:pt x="703589" y="30727"/>
                    <a:pt x="707013" y="24730"/>
                    <a:pt x="709866" y="18459"/>
                  </a:cubicBezTo>
                  <a:cubicBezTo>
                    <a:pt x="717553" y="10772"/>
                    <a:pt x="702178" y="31165"/>
                    <a:pt x="709866" y="21000"/>
                  </a:cubicBezTo>
                  <a:cubicBezTo>
                    <a:pt x="748366" y="-30206"/>
                    <a:pt x="838199" y="21000"/>
                    <a:pt x="797158" y="72207"/>
                  </a:cubicBezTo>
                  <a:close/>
                </a:path>
              </a:pathLst>
            </a:custGeom>
            <a:solidFill>
              <a:srgbClr val="FED0D6"/>
            </a:solidFill>
            <a:ln w="6346" cap="flat">
              <a:noFill/>
              <a:prstDash val="solid"/>
              <a:miter/>
            </a:ln>
          </p:spPr>
          <p:txBody>
            <a:bodyPr rtlCol="0" anchor="ctr"/>
            <a:lstStyle/>
            <a:p>
              <a:endParaRPr lang="zh-CN" altLang="en-US"/>
            </a:p>
          </p:txBody>
        </p:sp>
        <p:sp>
          <p:nvSpPr>
            <p:cNvPr id="44" name="任意多边形 13">
              <a:extLst>
                <a:ext uri="{FF2B5EF4-FFF2-40B4-BE49-F238E27FC236}">
                  <a16:creationId xmlns:a16="http://schemas.microsoft.com/office/drawing/2014/main" id="{2D13F4E4-8DC4-4F4A-98DD-7ED7C0E36723}"/>
                </a:ext>
              </a:extLst>
            </p:cNvPr>
            <p:cNvSpPr/>
            <p:nvPr/>
          </p:nvSpPr>
          <p:spPr>
            <a:xfrm>
              <a:off x="5248839" y="3957542"/>
              <a:ext cx="415701" cy="712692"/>
            </a:xfrm>
            <a:custGeom>
              <a:avLst/>
              <a:gdLst>
                <a:gd name="connsiteX0" fmla="*/ 90290 w 367155"/>
                <a:gd name="connsiteY0" fmla="*/ 275691 h 629463"/>
                <a:gd name="connsiteX1" fmla="*/ 229361 w 367155"/>
                <a:gd name="connsiteY1" fmla="*/ 451738 h 629463"/>
                <a:gd name="connsiteX2" fmla="*/ 246959 w 367155"/>
                <a:gd name="connsiteY2" fmla="*/ 471877 h 629463"/>
                <a:gd name="connsiteX3" fmla="*/ 201979 w 367155"/>
                <a:gd name="connsiteY3" fmla="*/ 211016 h 629463"/>
                <a:gd name="connsiteX4" fmla="*/ 194292 w 367155"/>
                <a:gd name="connsiteY4" fmla="*/ 113241 h 629463"/>
                <a:gd name="connsiteX5" fmla="*/ 298420 w 367155"/>
                <a:gd name="connsiteY5" fmla="*/ 6952 h 629463"/>
                <a:gd name="connsiteX6" fmla="*/ 340732 w 367155"/>
                <a:gd name="connsiteY6" fmla="*/ 100280 h 629463"/>
                <a:gd name="connsiteX7" fmla="*/ 314748 w 367155"/>
                <a:gd name="connsiteY7" fmla="*/ 117624 h 629463"/>
                <a:gd name="connsiteX8" fmla="*/ 294544 w 367155"/>
                <a:gd name="connsiteY8" fmla="*/ 135286 h 629463"/>
                <a:gd name="connsiteX9" fmla="*/ 296006 w 367155"/>
                <a:gd name="connsiteY9" fmla="*/ 157077 h 629463"/>
                <a:gd name="connsiteX10" fmla="*/ 320402 w 367155"/>
                <a:gd name="connsiteY10" fmla="*/ 297927 h 629463"/>
                <a:gd name="connsiteX11" fmla="*/ 354518 w 367155"/>
                <a:gd name="connsiteY11" fmla="*/ 572194 h 629463"/>
                <a:gd name="connsiteX12" fmla="*/ 268560 w 367155"/>
                <a:gd name="connsiteY12" fmla="*/ 625243 h 629463"/>
                <a:gd name="connsiteX13" fmla="*/ 170785 w 367155"/>
                <a:gd name="connsiteY13" fmla="*/ 540237 h 629463"/>
                <a:gd name="connsiteX14" fmla="*/ 9668 w 367155"/>
                <a:gd name="connsiteY14" fmla="*/ 340176 h 629463"/>
                <a:gd name="connsiteX15" fmla="*/ 90290 w 367155"/>
                <a:gd name="connsiteY15" fmla="*/ 275437 h 62946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67155" h="629463">
                  <a:moveTo>
                    <a:pt x="90290" y="275691"/>
                  </a:moveTo>
                  <a:cubicBezTo>
                    <a:pt x="134762" y="336999"/>
                    <a:pt x="181013" y="394877"/>
                    <a:pt x="229361" y="451738"/>
                  </a:cubicBezTo>
                  <a:cubicBezTo>
                    <a:pt x="235714" y="459997"/>
                    <a:pt x="241432" y="465969"/>
                    <a:pt x="246959" y="471877"/>
                  </a:cubicBezTo>
                  <a:cubicBezTo>
                    <a:pt x="235460" y="384267"/>
                    <a:pt x="213478" y="298626"/>
                    <a:pt x="201979" y="211016"/>
                  </a:cubicBezTo>
                  <a:cubicBezTo>
                    <a:pt x="196325" y="179822"/>
                    <a:pt x="189273" y="146277"/>
                    <a:pt x="194292" y="113241"/>
                  </a:cubicBezTo>
                  <a:cubicBezTo>
                    <a:pt x="199692" y="62923"/>
                    <a:pt x="258395" y="30649"/>
                    <a:pt x="298420" y="6952"/>
                  </a:cubicBezTo>
                  <a:cubicBezTo>
                    <a:pt x="353692" y="-26593"/>
                    <a:pt x="396068" y="66735"/>
                    <a:pt x="340732" y="100280"/>
                  </a:cubicBezTo>
                  <a:cubicBezTo>
                    <a:pt x="351342" y="92593"/>
                    <a:pt x="319449" y="115528"/>
                    <a:pt x="314748" y="117624"/>
                  </a:cubicBezTo>
                  <a:cubicBezTo>
                    <a:pt x="304138" y="125311"/>
                    <a:pt x="296705" y="139924"/>
                    <a:pt x="294544" y="135286"/>
                  </a:cubicBezTo>
                  <a:cubicBezTo>
                    <a:pt x="294544" y="141004"/>
                    <a:pt x="296451" y="145642"/>
                    <a:pt x="296006" y="157077"/>
                  </a:cubicBezTo>
                  <a:cubicBezTo>
                    <a:pt x="303375" y="204409"/>
                    <a:pt x="310682" y="251740"/>
                    <a:pt x="320402" y="297927"/>
                  </a:cubicBezTo>
                  <a:cubicBezTo>
                    <a:pt x="335523" y="381090"/>
                    <a:pt x="369321" y="486744"/>
                    <a:pt x="354518" y="572194"/>
                  </a:cubicBezTo>
                  <a:cubicBezTo>
                    <a:pt x="348165" y="614442"/>
                    <a:pt x="311698" y="639474"/>
                    <a:pt x="268560" y="625243"/>
                  </a:cubicBezTo>
                  <a:cubicBezTo>
                    <a:pt x="230124" y="608915"/>
                    <a:pt x="198358" y="569906"/>
                    <a:pt x="170785" y="540237"/>
                  </a:cubicBezTo>
                  <a:cubicBezTo>
                    <a:pt x="113695" y="476343"/>
                    <a:pt x="59922" y="409571"/>
                    <a:pt x="9668" y="340176"/>
                  </a:cubicBezTo>
                  <a:cubicBezTo>
                    <a:pt x="-28451" y="287127"/>
                    <a:pt x="49821" y="223468"/>
                    <a:pt x="90290" y="275437"/>
                  </a:cubicBezTo>
                  <a:close/>
                </a:path>
              </a:pathLst>
            </a:custGeom>
            <a:solidFill>
              <a:srgbClr val="FED0D6"/>
            </a:solidFill>
            <a:ln w="6346" cap="flat">
              <a:noFill/>
              <a:prstDash val="solid"/>
              <a:miter/>
            </a:ln>
          </p:spPr>
          <p:txBody>
            <a:bodyPr rtlCol="0" anchor="ctr"/>
            <a:lstStyle/>
            <a:p>
              <a:endParaRPr lang="zh-CN" altLang="en-US"/>
            </a:p>
          </p:txBody>
        </p:sp>
        <p:sp>
          <p:nvSpPr>
            <p:cNvPr id="45" name="任意多边形 14">
              <a:extLst>
                <a:ext uri="{FF2B5EF4-FFF2-40B4-BE49-F238E27FC236}">
                  <a16:creationId xmlns:a16="http://schemas.microsoft.com/office/drawing/2014/main" id="{D56DA0F3-D96D-4E5C-BBAE-4411D573C6BA}"/>
                </a:ext>
              </a:extLst>
            </p:cNvPr>
            <p:cNvSpPr/>
            <p:nvPr/>
          </p:nvSpPr>
          <p:spPr>
            <a:xfrm>
              <a:off x="4494869" y="4089375"/>
              <a:ext cx="731188" cy="915335"/>
            </a:xfrm>
            <a:custGeom>
              <a:avLst/>
              <a:gdLst>
                <a:gd name="connsiteX0" fmla="*/ -514 w 645799"/>
                <a:gd name="connsiteY0" fmla="*/ 61416 h 808441"/>
                <a:gd name="connsiteX1" fmla="*/ 219877 w 645799"/>
                <a:gd name="connsiteY1" fmla="*/ -210 h 808441"/>
                <a:gd name="connsiteX2" fmla="*/ 333662 w 645799"/>
                <a:gd name="connsiteY2" fmla="*/ 71263 h 808441"/>
                <a:gd name="connsiteX3" fmla="*/ 441666 w 645799"/>
                <a:gd name="connsiteY3" fmla="*/ -210 h 808441"/>
                <a:gd name="connsiteX4" fmla="*/ 481564 w 645799"/>
                <a:gd name="connsiteY4" fmla="*/ 3475 h 808441"/>
                <a:gd name="connsiteX5" fmla="*/ 625527 w 645799"/>
                <a:gd name="connsiteY5" fmla="*/ 23360 h 808441"/>
                <a:gd name="connsiteX6" fmla="*/ 637598 w 645799"/>
                <a:gd name="connsiteY6" fmla="*/ 333459 h 808441"/>
                <a:gd name="connsiteX7" fmla="*/ 645285 w 645799"/>
                <a:gd name="connsiteY7" fmla="*/ 792920 h 808441"/>
                <a:gd name="connsiteX8" fmla="*/ 384488 w 645799"/>
                <a:gd name="connsiteY8" fmla="*/ 808231 h 808441"/>
                <a:gd name="connsiteX9" fmla="*/ 20006 w 645799"/>
                <a:gd name="connsiteY9" fmla="*/ 792920 h 808441"/>
                <a:gd name="connsiteX10" fmla="*/ 27694 w 645799"/>
                <a:gd name="connsiteY10" fmla="*/ 333459 h 808441"/>
                <a:gd name="connsiteX11" fmla="*/ -514 w 645799"/>
                <a:gd name="connsiteY11" fmla="*/ 61416 h 80844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645799" h="808441">
                  <a:moveTo>
                    <a:pt x="-514" y="61416"/>
                  </a:moveTo>
                  <a:lnTo>
                    <a:pt x="219877" y="-210"/>
                  </a:lnTo>
                  <a:cubicBezTo>
                    <a:pt x="235252" y="69103"/>
                    <a:pt x="308250" y="71263"/>
                    <a:pt x="333662" y="71263"/>
                  </a:cubicBezTo>
                  <a:cubicBezTo>
                    <a:pt x="365428" y="71263"/>
                    <a:pt x="426292" y="69103"/>
                    <a:pt x="441666" y="-210"/>
                  </a:cubicBezTo>
                  <a:lnTo>
                    <a:pt x="481564" y="3475"/>
                  </a:lnTo>
                  <a:cubicBezTo>
                    <a:pt x="594142" y="14085"/>
                    <a:pt x="625527" y="23360"/>
                    <a:pt x="625527" y="23360"/>
                  </a:cubicBezTo>
                  <a:cubicBezTo>
                    <a:pt x="597382" y="336508"/>
                    <a:pt x="658436" y="258428"/>
                    <a:pt x="637598" y="333459"/>
                  </a:cubicBezTo>
                  <a:cubicBezTo>
                    <a:pt x="581436" y="535045"/>
                    <a:pt x="645285" y="792920"/>
                    <a:pt x="645285" y="792920"/>
                  </a:cubicBezTo>
                  <a:cubicBezTo>
                    <a:pt x="543317" y="808231"/>
                    <a:pt x="455770" y="808231"/>
                    <a:pt x="384488" y="808231"/>
                  </a:cubicBezTo>
                  <a:cubicBezTo>
                    <a:pt x="17401" y="808231"/>
                    <a:pt x="20006" y="792920"/>
                    <a:pt x="20006" y="792920"/>
                  </a:cubicBezTo>
                  <a:cubicBezTo>
                    <a:pt x="20006" y="792920"/>
                    <a:pt x="85889" y="477866"/>
                    <a:pt x="27694" y="333459"/>
                  </a:cubicBezTo>
                  <a:cubicBezTo>
                    <a:pt x="2281" y="269927"/>
                    <a:pt x="-514" y="61416"/>
                    <a:pt x="-514" y="61416"/>
                  </a:cubicBezTo>
                  <a:close/>
                </a:path>
              </a:pathLst>
            </a:custGeom>
            <a:solidFill>
              <a:srgbClr val="BE5ED3"/>
            </a:solidFill>
            <a:ln w="6346" cap="flat">
              <a:noFill/>
              <a:prstDash val="solid"/>
              <a:miter/>
            </a:ln>
          </p:spPr>
          <p:txBody>
            <a:bodyPr rtlCol="0" anchor="ctr"/>
            <a:lstStyle/>
            <a:p>
              <a:endParaRPr lang="zh-CN" altLang="en-US"/>
            </a:p>
          </p:txBody>
        </p:sp>
        <p:sp>
          <p:nvSpPr>
            <p:cNvPr id="46" name="任意多边形 15">
              <a:extLst>
                <a:ext uri="{FF2B5EF4-FFF2-40B4-BE49-F238E27FC236}">
                  <a16:creationId xmlns:a16="http://schemas.microsoft.com/office/drawing/2014/main" id="{DB8E6CB4-1E7C-437B-8215-D4264CA0C871}"/>
                </a:ext>
              </a:extLst>
            </p:cNvPr>
            <p:cNvSpPr/>
            <p:nvPr/>
          </p:nvSpPr>
          <p:spPr>
            <a:xfrm>
              <a:off x="4736560" y="4414867"/>
              <a:ext cx="302114" cy="302114"/>
            </a:xfrm>
            <a:custGeom>
              <a:avLst/>
              <a:gdLst>
                <a:gd name="connsiteX0" fmla="*/ 266833 w 266833"/>
                <a:gd name="connsiteY0" fmla="*/ 133417 h 266833"/>
                <a:gd name="connsiteX1" fmla="*/ 133417 w 266833"/>
                <a:gd name="connsiteY1" fmla="*/ 266833 h 266833"/>
                <a:gd name="connsiteX2" fmla="*/ 0 w 266833"/>
                <a:gd name="connsiteY2" fmla="*/ 133417 h 266833"/>
                <a:gd name="connsiteX3" fmla="*/ 133417 w 266833"/>
                <a:gd name="connsiteY3" fmla="*/ 0 h 266833"/>
                <a:gd name="connsiteX4" fmla="*/ 266833 w 266833"/>
                <a:gd name="connsiteY4" fmla="*/ 133417 h 26683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66833" h="266833">
                  <a:moveTo>
                    <a:pt x="266833" y="133417"/>
                  </a:moveTo>
                  <a:cubicBezTo>
                    <a:pt x="266833" y="207101"/>
                    <a:pt x="207101" y="266833"/>
                    <a:pt x="133417" y="266833"/>
                  </a:cubicBezTo>
                  <a:cubicBezTo>
                    <a:pt x="59733" y="266833"/>
                    <a:pt x="0" y="207101"/>
                    <a:pt x="0" y="133417"/>
                  </a:cubicBezTo>
                  <a:cubicBezTo>
                    <a:pt x="0" y="59733"/>
                    <a:pt x="59733" y="0"/>
                    <a:pt x="133417" y="0"/>
                  </a:cubicBezTo>
                  <a:cubicBezTo>
                    <a:pt x="207101" y="0"/>
                    <a:pt x="266833" y="59733"/>
                    <a:pt x="266833" y="133417"/>
                  </a:cubicBezTo>
                  <a:close/>
                </a:path>
              </a:pathLst>
            </a:custGeom>
            <a:solidFill>
              <a:srgbClr val="FFC545"/>
            </a:solidFill>
            <a:ln w="6346" cap="flat">
              <a:noFill/>
              <a:prstDash val="solid"/>
              <a:miter/>
            </a:ln>
          </p:spPr>
          <p:txBody>
            <a:bodyPr rtlCol="0" anchor="ctr"/>
            <a:lstStyle/>
            <a:p>
              <a:endParaRPr lang="zh-CN" altLang="en-US"/>
            </a:p>
          </p:txBody>
        </p:sp>
        <p:sp>
          <p:nvSpPr>
            <p:cNvPr id="47" name="任意多边形 16">
              <a:extLst>
                <a:ext uri="{FF2B5EF4-FFF2-40B4-BE49-F238E27FC236}">
                  <a16:creationId xmlns:a16="http://schemas.microsoft.com/office/drawing/2014/main" id="{64F54959-FCB1-42F5-A683-E841830FF4C6}"/>
                </a:ext>
              </a:extLst>
            </p:cNvPr>
            <p:cNvSpPr/>
            <p:nvPr/>
          </p:nvSpPr>
          <p:spPr>
            <a:xfrm>
              <a:off x="4808492" y="4501185"/>
              <a:ext cx="28772" cy="57545"/>
            </a:xfrm>
            <a:custGeom>
              <a:avLst/>
              <a:gdLst>
                <a:gd name="connsiteX0" fmla="*/ 25413 w 25412"/>
                <a:gd name="connsiteY0" fmla="*/ 25413 h 50825"/>
                <a:gd name="connsiteX1" fmla="*/ 12706 w 25412"/>
                <a:gd name="connsiteY1" fmla="*/ 50825 h 50825"/>
                <a:gd name="connsiteX2" fmla="*/ 0 w 25412"/>
                <a:gd name="connsiteY2" fmla="*/ 25413 h 50825"/>
                <a:gd name="connsiteX3" fmla="*/ 12706 w 25412"/>
                <a:gd name="connsiteY3" fmla="*/ 0 h 50825"/>
                <a:gd name="connsiteX4" fmla="*/ 25413 w 25412"/>
                <a:gd name="connsiteY4" fmla="*/ 25413 h 508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5412" h="50825">
                  <a:moveTo>
                    <a:pt x="25413" y="25413"/>
                  </a:moveTo>
                  <a:cubicBezTo>
                    <a:pt x="25413" y="39448"/>
                    <a:pt x="19724" y="50825"/>
                    <a:pt x="12706" y="50825"/>
                  </a:cubicBezTo>
                  <a:cubicBezTo>
                    <a:pt x="5689" y="50825"/>
                    <a:pt x="0" y="39448"/>
                    <a:pt x="0" y="25413"/>
                  </a:cubicBezTo>
                  <a:cubicBezTo>
                    <a:pt x="0" y="11378"/>
                    <a:pt x="5689" y="0"/>
                    <a:pt x="12706" y="0"/>
                  </a:cubicBezTo>
                  <a:cubicBezTo>
                    <a:pt x="19724" y="0"/>
                    <a:pt x="25413" y="11378"/>
                    <a:pt x="25413" y="25413"/>
                  </a:cubicBezTo>
                  <a:close/>
                </a:path>
              </a:pathLst>
            </a:custGeom>
            <a:solidFill>
              <a:srgbClr val="00002B"/>
            </a:solidFill>
            <a:ln w="6346" cap="flat">
              <a:noFill/>
              <a:prstDash val="solid"/>
              <a:miter/>
            </a:ln>
          </p:spPr>
          <p:txBody>
            <a:bodyPr rtlCol="0" anchor="ctr"/>
            <a:lstStyle/>
            <a:p>
              <a:endParaRPr lang="zh-CN" altLang="en-US"/>
            </a:p>
          </p:txBody>
        </p:sp>
        <p:sp>
          <p:nvSpPr>
            <p:cNvPr id="48" name="任意多边形 17">
              <a:extLst>
                <a:ext uri="{FF2B5EF4-FFF2-40B4-BE49-F238E27FC236}">
                  <a16:creationId xmlns:a16="http://schemas.microsoft.com/office/drawing/2014/main" id="{68A2E2A3-5DCD-49F6-AC47-C3E6AAC43246}"/>
                </a:ext>
              </a:extLst>
            </p:cNvPr>
            <p:cNvSpPr/>
            <p:nvPr/>
          </p:nvSpPr>
          <p:spPr>
            <a:xfrm>
              <a:off x="4937970" y="4501185"/>
              <a:ext cx="28772" cy="57545"/>
            </a:xfrm>
            <a:custGeom>
              <a:avLst/>
              <a:gdLst>
                <a:gd name="connsiteX0" fmla="*/ 25413 w 25412"/>
                <a:gd name="connsiteY0" fmla="*/ 25413 h 50825"/>
                <a:gd name="connsiteX1" fmla="*/ 12706 w 25412"/>
                <a:gd name="connsiteY1" fmla="*/ 50825 h 50825"/>
                <a:gd name="connsiteX2" fmla="*/ 0 w 25412"/>
                <a:gd name="connsiteY2" fmla="*/ 25413 h 50825"/>
                <a:gd name="connsiteX3" fmla="*/ 12706 w 25412"/>
                <a:gd name="connsiteY3" fmla="*/ 0 h 50825"/>
                <a:gd name="connsiteX4" fmla="*/ 25413 w 25412"/>
                <a:gd name="connsiteY4" fmla="*/ 25413 h 508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5412" h="50825">
                  <a:moveTo>
                    <a:pt x="25413" y="25413"/>
                  </a:moveTo>
                  <a:cubicBezTo>
                    <a:pt x="25413" y="39448"/>
                    <a:pt x="19724" y="50825"/>
                    <a:pt x="12706" y="50825"/>
                  </a:cubicBezTo>
                  <a:cubicBezTo>
                    <a:pt x="5689" y="50825"/>
                    <a:pt x="0" y="39448"/>
                    <a:pt x="0" y="25413"/>
                  </a:cubicBezTo>
                  <a:cubicBezTo>
                    <a:pt x="0" y="11378"/>
                    <a:pt x="5689" y="0"/>
                    <a:pt x="12706" y="0"/>
                  </a:cubicBezTo>
                  <a:cubicBezTo>
                    <a:pt x="19724" y="0"/>
                    <a:pt x="25413" y="11378"/>
                    <a:pt x="25413" y="25413"/>
                  </a:cubicBezTo>
                  <a:close/>
                </a:path>
              </a:pathLst>
            </a:custGeom>
            <a:solidFill>
              <a:srgbClr val="00002B"/>
            </a:solidFill>
            <a:ln w="6346" cap="flat">
              <a:noFill/>
              <a:prstDash val="solid"/>
              <a:miter/>
            </a:ln>
          </p:spPr>
          <p:txBody>
            <a:bodyPr rtlCol="0" anchor="ctr"/>
            <a:lstStyle/>
            <a:p>
              <a:endParaRPr lang="zh-CN" altLang="en-US"/>
            </a:p>
          </p:txBody>
        </p:sp>
        <p:sp>
          <p:nvSpPr>
            <p:cNvPr id="49" name="任意多边形 18">
              <a:extLst>
                <a:ext uri="{FF2B5EF4-FFF2-40B4-BE49-F238E27FC236}">
                  <a16:creationId xmlns:a16="http://schemas.microsoft.com/office/drawing/2014/main" id="{2E20C999-C0FB-42F8-B0DD-6FDE287E74BC}"/>
                </a:ext>
              </a:extLst>
            </p:cNvPr>
            <p:cNvSpPr/>
            <p:nvPr/>
          </p:nvSpPr>
          <p:spPr>
            <a:xfrm>
              <a:off x="4809355" y="4601890"/>
              <a:ext cx="156524" cy="64640"/>
            </a:xfrm>
            <a:custGeom>
              <a:avLst/>
              <a:gdLst>
                <a:gd name="connsiteX0" fmla="*/ -514 w 138245"/>
                <a:gd name="connsiteY0" fmla="*/ -210 h 57091"/>
                <a:gd name="connsiteX1" fmla="*/ 81924 w 138245"/>
                <a:gd name="connsiteY1" fmla="*/ 55596 h 57091"/>
                <a:gd name="connsiteX2" fmla="*/ 137731 w 138245"/>
                <a:gd name="connsiteY2" fmla="*/ -210 h 57091"/>
              </a:gdLst>
              <a:ahLst/>
              <a:cxnLst>
                <a:cxn ang="0">
                  <a:pos x="connsiteX0" y="connsiteY0"/>
                </a:cxn>
                <a:cxn ang="0">
                  <a:pos x="connsiteX1" y="connsiteY1"/>
                </a:cxn>
                <a:cxn ang="0">
                  <a:pos x="connsiteX2" y="connsiteY2"/>
                </a:cxn>
              </a:cxnLst>
              <a:rect l="l" t="t" r="r" b="b"/>
              <a:pathLst>
                <a:path w="138245" h="57091">
                  <a:moveTo>
                    <a:pt x="-514" y="-210"/>
                  </a:moveTo>
                  <a:cubicBezTo>
                    <a:pt x="6836" y="37966"/>
                    <a:pt x="43748" y="62953"/>
                    <a:pt x="81924" y="55596"/>
                  </a:cubicBezTo>
                  <a:cubicBezTo>
                    <a:pt x="110183" y="50152"/>
                    <a:pt x="132286" y="28055"/>
                    <a:pt x="137731" y="-210"/>
                  </a:cubicBezTo>
                  <a:close/>
                </a:path>
              </a:pathLst>
            </a:custGeom>
            <a:solidFill>
              <a:srgbClr val="E27AA5"/>
            </a:solidFill>
            <a:ln w="6346" cap="flat">
              <a:noFill/>
              <a:prstDash val="solid"/>
              <a:miter/>
            </a:ln>
          </p:spPr>
          <p:txBody>
            <a:bodyPr rtlCol="0" anchor="ctr"/>
            <a:lstStyle/>
            <a:p>
              <a:endParaRPr lang="zh-CN" altLang="en-US"/>
            </a:p>
          </p:txBody>
        </p:sp>
        <p:sp>
          <p:nvSpPr>
            <p:cNvPr id="50" name="任意多边形 19">
              <a:extLst>
                <a:ext uri="{FF2B5EF4-FFF2-40B4-BE49-F238E27FC236}">
                  <a16:creationId xmlns:a16="http://schemas.microsoft.com/office/drawing/2014/main" id="{4C330118-48B6-4050-A447-2715FB151493}"/>
                </a:ext>
              </a:extLst>
            </p:cNvPr>
            <p:cNvSpPr/>
            <p:nvPr/>
          </p:nvSpPr>
          <p:spPr>
            <a:xfrm>
              <a:off x="4509837" y="4987374"/>
              <a:ext cx="724245" cy="307437"/>
            </a:xfrm>
            <a:custGeom>
              <a:avLst/>
              <a:gdLst>
                <a:gd name="connsiteX0" fmla="*/ 6214 w 639667"/>
                <a:gd name="connsiteY0" fmla="*/ -210 h 271534"/>
                <a:gd name="connsiteX1" fmla="*/ 632637 w 639667"/>
                <a:gd name="connsiteY1" fmla="*/ -210 h 271534"/>
                <a:gd name="connsiteX2" fmla="*/ 537657 w 639667"/>
                <a:gd name="connsiteY2" fmla="*/ 271325 h 271534"/>
                <a:gd name="connsiteX3" fmla="*/ 101194 w 639667"/>
                <a:gd name="connsiteY3" fmla="*/ 271325 h 271534"/>
                <a:gd name="connsiteX4" fmla="*/ 5897 w 639667"/>
                <a:gd name="connsiteY4" fmla="*/ -210 h 27153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39667" h="271534">
                  <a:moveTo>
                    <a:pt x="6214" y="-210"/>
                  </a:moveTo>
                  <a:cubicBezTo>
                    <a:pt x="295029" y="15101"/>
                    <a:pt x="632637" y="-210"/>
                    <a:pt x="632637" y="-210"/>
                  </a:cubicBezTo>
                  <a:cubicBezTo>
                    <a:pt x="632637" y="-210"/>
                    <a:pt x="676283" y="271325"/>
                    <a:pt x="537657" y="271325"/>
                  </a:cubicBezTo>
                  <a:lnTo>
                    <a:pt x="101194" y="271325"/>
                  </a:lnTo>
                  <a:cubicBezTo>
                    <a:pt x="-37432" y="271325"/>
                    <a:pt x="5897" y="-210"/>
                    <a:pt x="5897" y="-210"/>
                  </a:cubicBezTo>
                  <a:close/>
                </a:path>
              </a:pathLst>
            </a:custGeom>
            <a:solidFill>
              <a:srgbClr val="00002B"/>
            </a:solidFill>
            <a:ln w="6346" cap="flat">
              <a:noFill/>
              <a:prstDash val="solid"/>
              <a:miter/>
            </a:ln>
          </p:spPr>
          <p:txBody>
            <a:bodyPr rtlCol="0" anchor="ctr"/>
            <a:lstStyle/>
            <a:p>
              <a:endParaRPr lang="zh-CN" altLang="en-US"/>
            </a:p>
          </p:txBody>
        </p:sp>
        <p:sp>
          <p:nvSpPr>
            <p:cNvPr id="51" name="任意多边形 20">
              <a:extLst>
                <a:ext uri="{FF2B5EF4-FFF2-40B4-BE49-F238E27FC236}">
                  <a16:creationId xmlns:a16="http://schemas.microsoft.com/office/drawing/2014/main" id="{A6CBF84F-E475-4D6A-A8F5-B43964787BF3}"/>
                </a:ext>
              </a:extLst>
            </p:cNvPr>
            <p:cNvSpPr/>
            <p:nvPr/>
          </p:nvSpPr>
          <p:spPr>
            <a:xfrm>
              <a:off x="5524719" y="5246473"/>
              <a:ext cx="230304" cy="183920"/>
            </a:xfrm>
            <a:custGeom>
              <a:avLst/>
              <a:gdLst>
                <a:gd name="connsiteX0" fmla="*/ 27630 w 203409"/>
                <a:gd name="connsiteY0" fmla="*/ -210 h 162442"/>
                <a:gd name="connsiteX1" fmla="*/ 202787 w 203409"/>
                <a:gd name="connsiteY1" fmla="*/ 97057 h 162442"/>
                <a:gd name="connsiteX2" fmla="*/ -514 w 203409"/>
                <a:gd name="connsiteY2" fmla="*/ 161034 h 162442"/>
                <a:gd name="connsiteX3" fmla="*/ 27630 w 203409"/>
                <a:gd name="connsiteY3" fmla="*/ -210 h 162442"/>
              </a:gdLst>
              <a:ahLst/>
              <a:cxnLst>
                <a:cxn ang="0">
                  <a:pos x="connsiteX0" y="connsiteY0"/>
                </a:cxn>
                <a:cxn ang="0">
                  <a:pos x="connsiteX1" y="connsiteY1"/>
                </a:cxn>
                <a:cxn ang="0">
                  <a:pos x="connsiteX2" y="connsiteY2"/>
                </a:cxn>
                <a:cxn ang="0">
                  <a:pos x="connsiteX3" y="connsiteY3"/>
                </a:cxn>
              </a:cxnLst>
              <a:rect l="l" t="t" r="r" b="b"/>
              <a:pathLst>
                <a:path w="203409" h="162442">
                  <a:moveTo>
                    <a:pt x="27630" y="-210"/>
                  </a:moveTo>
                  <a:cubicBezTo>
                    <a:pt x="27630" y="-210"/>
                    <a:pt x="207933" y="20247"/>
                    <a:pt x="202787" y="97057"/>
                  </a:cubicBezTo>
                  <a:cubicBezTo>
                    <a:pt x="200246" y="176408"/>
                    <a:pt x="-514" y="161034"/>
                    <a:pt x="-514" y="161034"/>
                  </a:cubicBezTo>
                  <a:lnTo>
                    <a:pt x="27630" y="-210"/>
                  </a:lnTo>
                  <a:close/>
                </a:path>
              </a:pathLst>
            </a:custGeom>
            <a:solidFill>
              <a:srgbClr val="00002B"/>
            </a:solidFill>
            <a:ln w="6346" cap="flat">
              <a:noFill/>
              <a:prstDash val="solid"/>
              <a:miter/>
            </a:ln>
          </p:spPr>
          <p:txBody>
            <a:bodyPr rtlCol="0" anchor="ctr"/>
            <a:lstStyle/>
            <a:p>
              <a:endParaRPr lang="zh-CN" altLang="en-US"/>
            </a:p>
          </p:txBody>
        </p:sp>
        <p:sp>
          <p:nvSpPr>
            <p:cNvPr id="52" name="任意多边形 21">
              <a:extLst>
                <a:ext uri="{FF2B5EF4-FFF2-40B4-BE49-F238E27FC236}">
                  <a16:creationId xmlns:a16="http://schemas.microsoft.com/office/drawing/2014/main" id="{F72DD679-E764-45E3-BB93-FC866FDF9DD4}"/>
                </a:ext>
              </a:extLst>
            </p:cNvPr>
            <p:cNvSpPr/>
            <p:nvPr/>
          </p:nvSpPr>
          <p:spPr>
            <a:xfrm>
              <a:off x="4100646" y="5006258"/>
              <a:ext cx="1488236" cy="437236"/>
            </a:xfrm>
            <a:custGeom>
              <a:avLst/>
              <a:gdLst>
                <a:gd name="connsiteX0" fmla="*/ 1313924 w 1314438"/>
                <a:gd name="connsiteY0" fmla="*/ 208966 h 386175"/>
                <a:gd name="connsiteX1" fmla="*/ 2820 w 1314438"/>
                <a:gd name="connsiteY1" fmla="*/ 90797 h 386175"/>
                <a:gd name="connsiteX2" fmla="*/ 1293403 w 1314438"/>
                <a:gd name="connsiteY2" fmla="*/ 385966 h 386175"/>
                <a:gd name="connsiteX3" fmla="*/ 1313924 w 1314438"/>
                <a:gd name="connsiteY3" fmla="*/ 208712 h 386175"/>
              </a:gdLst>
              <a:ahLst/>
              <a:cxnLst>
                <a:cxn ang="0">
                  <a:pos x="connsiteX0" y="connsiteY0"/>
                </a:cxn>
                <a:cxn ang="0">
                  <a:pos x="connsiteX1" y="connsiteY1"/>
                </a:cxn>
                <a:cxn ang="0">
                  <a:pos x="connsiteX2" y="connsiteY2"/>
                </a:cxn>
                <a:cxn ang="0">
                  <a:pos x="connsiteX3" y="connsiteY3"/>
                </a:cxn>
              </a:cxnLst>
              <a:rect l="l" t="t" r="r" b="b"/>
              <a:pathLst>
                <a:path w="1314438" h="386175">
                  <a:moveTo>
                    <a:pt x="1313924" y="208966"/>
                  </a:moveTo>
                  <a:cubicBezTo>
                    <a:pt x="1313924" y="208966"/>
                    <a:pt x="82361" y="-168603"/>
                    <a:pt x="2820" y="90797"/>
                  </a:cubicBezTo>
                  <a:cubicBezTo>
                    <a:pt x="-76722" y="347847"/>
                    <a:pt x="1293403" y="385966"/>
                    <a:pt x="1293403" y="385966"/>
                  </a:cubicBezTo>
                  <a:lnTo>
                    <a:pt x="1313924" y="208712"/>
                  </a:lnTo>
                  <a:close/>
                </a:path>
              </a:pathLst>
            </a:custGeom>
            <a:solidFill>
              <a:srgbClr val="1E2160"/>
            </a:solidFill>
            <a:ln w="6346" cap="flat">
              <a:noFill/>
              <a:prstDash val="solid"/>
              <a:miter/>
            </a:ln>
          </p:spPr>
          <p:txBody>
            <a:bodyPr rtlCol="0" anchor="ctr"/>
            <a:lstStyle/>
            <a:p>
              <a:endParaRPr lang="zh-CN" altLang="en-US"/>
            </a:p>
          </p:txBody>
        </p:sp>
        <p:sp>
          <p:nvSpPr>
            <p:cNvPr id="53" name="任意多边形 22">
              <a:extLst>
                <a:ext uri="{FF2B5EF4-FFF2-40B4-BE49-F238E27FC236}">
                  <a16:creationId xmlns:a16="http://schemas.microsoft.com/office/drawing/2014/main" id="{87EB3685-F627-4D43-94B2-1F6EA3A772E3}"/>
                </a:ext>
              </a:extLst>
            </p:cNvPr>
            <p:cNvSpPr/>
            <p:nvPr/>
          </p:nvSpPr>
          <p:spPr>
            <a:xfrm>
              <a:off x="4002665" y="5286755"/>
              <a:ext cx="235837" cy="184637"/>
            </a:xfrm>
            <a:custGeom>
              <a:avLst/>
              <a:gdLst>
                <a:gd name="connsiteX0" fmla="*/ 169282 w 208296"/>
                <a:gd name="connsiteY0" fmla="*/ -210 h 163075"/>
                <a:gd name="connsiteX1" fmla="*/ -94 w 208296"/>
                <a:gd name="connsiteY1" fmla="*/ 109382 h 163075"/>
                <a:gd name="connsiteX2" fmla="*/ 207782 w 208296"/>
                <a:gd name="connsiteY2" fmla="*/ 157857 h 163075"/>
                <a:gd name="connsiteX3" fmla="*/ 169282 w 208296"/>
                <a:gd name="connsiteY3" fmla="*/ -210 h 163075"/>
              </a:gdLst>
              <a:ahLst/>
              <a:cxnLst>
                <a:cxn ang="0">
                  <a:pos x="connsiteX0" y="connsiteY0"/>
                </a:cxn>
                <a:cxn ang="0">
                  <a:pos x="connsiteX1" y="connsiteY1"/>
                </a:cxn>
                <a:cxn ang="0">
                  <a:pos x="connsiteX2" y="connsiteY2"/>
                </a:cxn>
                <a:cxn ang="0">
                  <a:pos x="connsiteX3" y="connsiteY3"/>
                </a:cxn>
              </a:cxnLst>
              <a:rect l="l" t="t" r="r" b="b"/>
              <a:pathLst>
                <a:path w="208296" h="163075">
                  <a:moveTo>
                    <a:pt x="169282" y="-210"/>
                  </a:moveTo>
                  <a:cubicBezTo>
                    <a:pt x="169282" y="-210"/>
                    <a:pt x="-10322" y="32890"/>
                    <a:pt x="-94" y="109382"/>
                  </a:cubicBezTo>
                  <a:cubicBezTo>
                    <a:pt x="10135" y="185874"/>
                    <a:pt x="207782" y="157857"/>
                    <a:pt x="207782" y="157857"/>
                  </a:cubicBezTo>
                  <a:lnTo>
                    <a:pt x="169282" y="-210"/>
                  </a:lnTo>
                  <a:close/>
                </a:path>
              </a:pathLst>
            </a:custGeom>
            <a:solidFill>
              <a:srgbClr val="00002B"/>
            </a:solidFill>
            <a:ln w="6346" cap="flat">
              <a:noFill/>
              <a:prstDash val="solid"/>
              <a:miter/>
            </a:ln>
          </p:spPr>
          <p:txBody>
            <a:bodyPr rtlCol="0" anchor="ctr"/>
            <a:lstStyle/>
            <a:p>
              <a:endParaRPr lang="zh-CN" altLang="en-US"/>
            </a:p>
          </p:txBody>
        </p:sp>
        <p:sp>
          <p:nvSpPr>
            <p:cNvPr id="54" name="任意多边形 23">
              <a:extLst>
                <a:ext uri="{FF2B5EF4-FFF2-40B4-BE49-F238E27FC236}">
                  <a16:creationId xmlns:a16="http://schemas.microsoft.com/office/drawing/2014/main" id="{FE95714B-21AC-4241-9CC4-D7D697081EFB}"/>
                </a:ext>
              </a:extLst>
            </p:cNvPr>
            <p:cNvSpPr/>
            <p:nvPr/>
          </p:nvSpPr>
          <p:spPr>
            <a:xfrm>
              <a:off x="4163334" y="4959760"/>
              <a:ext cx="1475212" cy="524448"/>
            </a:xfrm>
            <a:custGeom>
              <a:avLst/>
              <a:gdLst>
                <a:gd name="connsiteX0" fmla="*/ -514 w 1302935"/>
                <a:gd name="connsiteY0" fmla="*/ 288407 h 463202"/>
                <a:gd name="connsiteX1" fmla="*/ 1297439 w 1302935"/>
                <a:gd name="connsiteY1" fmla="*/ 75449 h 463202"/>
                <a:gd name="connsiteX2" fmla="*/ 30298 w 1302935"/>
                <a:gd name="connsiteY2" fmla="*/ 462992 h 463202"/>
                <a:gd name="connsiteX3" fmla="*/ -514 w 1302935"/>
                <a:gd name="connsiteY3" fmla="*/ 288535 h 463202"/>
              </a:gdLst>
              <a:ahLst/>
              <a:cxnLst>
                <a:cxn ang="0">
                  <a:pos x="connsiteX0" y="connsiteY0"/>
                </a:cxn>
                <a:cxn ang="0">
                  <a:pos x="connsiteX1" y="connsiteY1"/>
                </a:cxn>
                <a:cxn ang="0">
                  <a:pos x="connsiteX2" y="connsiteY2"/>
                </a:cxn>
                <a:cxn ang="0">
                  <a:pos x="connsiteX3" y="connsiteY3"/>
                </a:cxn>
              </a:cxnLst>
              <a:rect l="l" t="t" r="r" b="b"/>
              <a:pathLst>
                <a:path w="1302935" h="463202">
                  <a:moveTo>
                    <a:pt x="-514" y="288407"/>
                  </a:moveTo>
                  <a:cubicBezTo>
                    <a:pt x="-514" y="288407"/>
                    <a:pt x="1197376" y="-178551"/>
                    <a:pt x="1297439" y="75449"/>
                  </a:cubicBezTo>
                  <a:cubicBezTo>
                    <a:pt x="1394896" y="326908"/>
                    <a:pt x="30298" y="462992"/>
                    <a:pt x="30298" y="462992"/>
                  </a:cubicBezTo>
                  <a:lnTo>
                    <a:pt x="-514" y="288535"/>
                  </a:lnTo>
                  <a:close/>
                </a:path>
              </a:pathLst>
            </a:custGeom>
            <a:solidFill>
              <a:srgbClr val="2A3072"/>
            </a:solidFill>
            <a:ln w="6346" cap="flat">
              <a:noFill/>
              <a:prstDash val="solid"/>
              <a:miter/>
            </a:ln>
          </p:spPr>
          <p:txBody>
            <a:bodyPr rtlCol="0" anchor="ctr"/>
            <a:lstStyle/>
            <a:p>
              <a:endParaRPr lang="zh-CN" altLang="en-US"/>
            </a:p>
          </p:txBody>
        </p:sp>
        <p:sp>
          <p:nvSpPr>
            <p:cNvPr id="55" name="任意多边形 24">
              <a:extLst>
                <a:ext uri="{FF2B5EF4-FFF2-40B4-BE49-F238E27FC236}">
                  <a16:creationId xmlns:a16="http://schemas.microsoft.com/office/drawing/2014/main" id="{444D2A02-420D-4A2E-9CE6-EE34DEFD6574}"/>
                </a:ext>
              </a:extLst>
            </p:cNvPr>
            <p:cNvSpPr/>
            <p:nvPr/>
          </p:nvSpPr>
          <p:spPr>
            <a:xfrm>
              <a:off x="4197069" y="4159220"/>
              <a:ext cx="334881" cy="457055"/>
            </a:xfrm>
            <a:custGeom>
              <a:avLst/>
              <a:gdLst>
                <a:gd name="connsiteX0" fmla="*/ 262507 w 295773"/>
                <a:gd name="connsiteY0" fmla="*/ -210 h 403680"/>
                <a:gd name="connsiteX1" fmla="*/ -514 w 295773"/>
                <a:gd name="connsiteY1" fmla="*/ 206522 h 403680"/>
                <a:gd name="connsiteX2" fmla="*/ 151962 w 295773"/>
                <a:gd name="connsiteY2" fmla="*/ 403470 h 403680"/>
                <a:gd name="connsiteX3" fmla="*/ 290969 w 295773"/>
                <a:gd name="connsiteY3" fmla="*/ 272468 h 403680"/>
                <a:gd name="connsiteX4" fmla="*/ 262507 w 295773"/>
                <a:gd name="connsiteY4" fmla="*/ -210 h 4036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95773" h="403680">
                  <a:moveTo>
                    <a:pt x="262507" y="-210"/>
                  </a:moveTo>
                  <a:cubicBezTo>
                    <a:pt x="262507" y="-210"/>
                    <a:pt x="113843" y="47693"/>
                    <a:pt x="-514" y="206522"/>
                  </a:cubicBezTo>
                  <a:lnTo>
                    <a:pt x="151962" y="403470"/>
                  </a:lnTo>
                  <a:cubicBezTo>
                    <a:pt x="151962" y="403470"/>
                    <a:pt x="278326" y="317766"/>
                    <a:pt x="290969" y="272468"/>
                  </a:cubicBezTo>
                  <a:cubicBezTo>
                    <a:pt x="309393" y="206395"/>
                    <a:pt x="262507" y="-210"/>
                    <a:pt x="262507" y="-210"/>
                  </a:cubicBezTo>
                  <a:close/>
                </a:path>
              </a:pathLst>
            </a:custGeom>
            <a:solidFill>
              <a:srgbClr val="BE5ED3"/>
            </a:solidFill>
            <a:ln w="6346" cap="flat">
              <a:noFill/>
              <a:prstDash val="solid"/>
              <a:miter/>
            </a:ln>
          </p:spPr>
          <p:txBody>
            <a:bodyPr rtlCol="0" anchor="ctr"/>
            <a:lstStyle/>
            <a:p>
              <a:endParaRPr lang="zh-CN" altLang="en-US"/>
            </a:p>
          </p:txBody>
        </p:sp>
        <p:sp>
          <p:nvSpPr>
            <p:cNvPr id="56" name="任意多边形 25">
              <a:extLst>
                <a:ext uri="{FF2B5EF4-FFF2-40B4-BE49-F238E27FC236}">
                  <a16:creationId xmlns:a16="http://schemas.microsoft.com/office/drawing/2014/main" id="{C954E583-FC96-4B3C-BC5B-B1F324BD8775}"/>
                </a:ext>
              </a:extLst>
            </p:cNvPr>
            <p:cNvSpPr/>
            <p:nvPr/>
          </p:nvSpPr>
          <p:spPr>
            <a:xfrm>
              <a:off x="5168201" y="4116061"/>
              <a:ext cx="316452" cy="449862"/>
            </a:xfrm>
            <a:custGeom>
              <a:avLst/>
              <a:gdLst>
                <a:gd name="connsiteX0" fmla="*/ 30827 w 279496"/>
                <a:gd name="connsiteY0" fmla="*/ -210 h 397327"/>
                <a:gd name="connsiteX1" fmla="*/ 278982 w 279496"/>
                <a:gd name="connsiteY1" fmla="*/ 203092 h 397327"/>
                <a:gd name="connsiteX2" fmla="*/ 134892 w 279496"/>
                <a:gd name="connsiteY2" fmla="*/ 397117 h 397327"/>
                <a:gd name="connsiteX3" fmla="*/ 3508 w 279496"/>
                <a:gd name="connsiteY3" fmla="*/ 268148 h 397327"/>
                <a:gd name="connsiteX4" fmla="*/ 30827 w 279496"/>
                <a:gd name="connsiteY4" fmla="*/ -210 h 39732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79496" h="397327">
                  <a:moveTo>
                    <a:pt x="30827" y="-210"/>
                  </a:moveTo>
                  <a:cubicBezTo>
                    <a:pt x="30827" y="-210"/>
                    <a:pt x="161575" y="21899"/>
                    <a:pt x="278982" y="203092"/>
                  </a:cubicBezTo>
                  <a:lnTo>
                    <a:pt x="134892" y="397117"/>
                  </a:lnTo>
                  <a:cubicBezTo>
                    <a:pt x="134892" y="397117"/>
                    <a:pt x="15452" y="312747"/>
                    <a:pt x="3508" y="268148"/>
                  </a:cubicBezTo>
                  <a:cubicBezTo>
                    <a:pt x="-13899" y="203155"/>
                    <a:pt x="30827" y="-210"/>
                    <a:pt x="30827" y="-210"/>
                  </a:cubicBezTo>
                  <a:close/>
                </a:path>
              </a:pathLst>
            </a:custGeom>
            <a:solidFill>
              <a:srgbClr val="BE5ED3"/>
            </a:solidFill>
            <a:ln w="6346" cap="flat">
              <a:noFill/>
              <a:prstDash val="solid"/>
              <a:miter/>
            </a:ln>
          </p:spPr>
          <p:txBody>
            <a:bodyPr rtlCol="0" anchor="ctr"/>
            <a:lstStyle/>
            <a:p>
              <a:endParaRPr lang="zh-CN" altLang="en-US"/>
            </a:p>
          </p:txBody>
        </p:sp>
        <p:sp>
          <p:nvSpPr>
            <p:cNvPr id="57" name="任意多边形 26">
              <a:extLst>
                <a:ext uri="{FF2B5EF4-FFF2-40B4-BE49-F238E27FC236}">
                  <a16:creationId xmlns:a16="http://schemas.microsoft.com/office/drawing/2014/main" id="{999F867E-821B-48F0-8394-E05FC82E89F1}"/>
                </a:ext>
              </a:extLst>
            </p:cNvPr>
            <p:cNvSpPr/>
            <p:nvPr/>
          </p:nvSpPr>
          <p:spPr>
            <a:xfrm>
              <a:off x="3207781" y="3560975"/>
              <a:ext cx="1486066" cy="1759003"/>
            </a:xfrm>
            <a:custGeom>
              <a:avLst/>
              <a:gdLst>
                <a:gd name="connsiteX0" fmla="*/ 933471 w 1312521"/>
                <a:gd name="connsiteY0" fmla="*/ 872704 h 1553585"/>
                <a:gd name="connsiteX1" fmla="*/ 1030738 w 1312521"/>
                <a:gd name="connsiteY1" fmla="*/ 1006121 h 1553585"/>
                <a:gd name="connsiteX2" fmla="*/ 1002848 w 1312521"/>
                <a:gd name="connsiteY2" fmla="*/ 1177656 h 1553585"/>
                <a:gd name="connsiteX3" fmla="*/ 831211 w 1312521"/>
                <a:gd name="connsiteY3" fmla="*/ 1152962 h 1553585"/>
                <a:gd name="connsiteX4" fmla="*/ 830677 w 1312521"/>
                <a:gd name="connsiteY4" fmla="*/ 1152244 h 1553585"/>
                <a:gd name="connsiteX5" fmla="*/ 674897 w 1312521"/>
                <a:gd name="connsiteY5" fmla="*/ 940874 h 1553585"/>
                <a:gd name="connsiteX6" fmla="*/ 674008 w 1312521"/>
                <a:gd name="connsiteY6" fmla="*/ 935220 h 1553585"/>
                <a:gd name="connsiteX7" fmla="*/ 669942 w 1312521"/>
                <a:gd name="connsiteY7" fmla="*/ 931217 h 1553585"/>
                <a:gd name="connsiteX8" fmla="*/ 695354 w 1312521"/>
                <a:gd name="connsiteY8" fmla="*/ 758792 h 1553585"/>
                <a:gd name="connsiteX9" fmla="*/ 761046 w 1312521"/>
                <a:gd name="connsiteY9" fmla="*/ 359495 h 1553585"/>
                <a:gd name="connsiteX10" fmla="*/ 364075 w 1312521"/>
                <a:gd name="connsiteY10" fmla="*/ 301001 h 1553585"/>
                <a:gd name="connsiteX11" fmla="*/ 362321 w 1312521"/>
                <a:gd name="connsiteY11" fmla="*/ 302316 h 1553585"/>
                <a:gd name="connsiteX12" fmla="*/ 248727 w 1312521"/>
                <a:gd name="connsiteY12" fmla="*/ 557015 h 1553585"/>
                <a:gd name="connsiteX13" fmla="*/ 137946 w 1312521"/>
                <a:gd name="connsiteY13" fmla="*/ 696670 h 1553585"/>
                <a:gd name="connsiteX14" fmla="*/ 136910 w 1312521"/>
                <a:gd name="connsiteY14" fmla="*/ 696785 h 1553585"/>
                <a:gd name="connsiteX15" fmla="*/ 2668 w 1312521"/>
                <a:gd name="connsiteY15" fmla="*/ 586557 h 1553585"/>
                <a:gd name="connsiteX16" fmla="*/ 216389 w 1312521"/>
                <a:gd name="connsiteY16" fmla="*/ 102509 h 1553585"/>
                <a:gd name="connsiteX17" fmla="*/ 960282 w 1312521"/>
                <a:gd name="connsiteY17" fmla="*/ 215786 h 1553585"/>
                <a:gd name="connsiteX18" fmla="*/ 933471 w 1312521"/>
                <a:gd name="connsiteY18" fmla="*/ 872704 h 1553585"/>
                <a:gd name="connsiteX19" fmla="*/ 1259071 w 1312521"/>
                <a:gd name="connsiteY19" fmla="*/ 1318824 h 1553585"/>
                <a:gd name="connsiteX20" fmla="*/ 1287153 w 1312521"/>
                <a:gd name="connsiteY20" fmla="*/ 1357388 h 1553585"/>
                <a:gd name="connsiteX21" fmla="*/ 1259199 w 1312521"/>
                <a:gd name="connsiteY21" fmla="*/ 1528923 h 1553585"/>
                <a:gd name="connsiteX22" fmla="*/ 1087644 w 1312521"/>
                <a:gd name="connsiteY22" fmla="*/ 1504260 h 1553585"/>
                <a:gd name="connsiteX23" fmla="*/ 1087091 w 1312521"/>
                <a:gd name="connsiteY23" fmla="*/ 1503511 h 1553585"/>
                <a:gd name="connsiteX24" fmla="*/ 1061678 w 1312521"/>
                <a:gd name="connsiteY24" fmla="*/ 1465391 h 1553585"/>
                <a:gd name="connsiteX25" fmla="*/ 1087091 w 1312521"/>
                <a:gd name="connsiteY25" fmla="*/ 1292967 h 1553585"/>
                <a:gd name="connsiteX26" fmla="*/ 1259199 w 1312521"/>
                <a:gd name="connsiteY26" fmla="*/ 1318379 h 155358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Lst>
              <a:rect l="l" t="t" r="r" b="b"/>
              <a:pathLst>
                <a:path w="1312521" h="1553585">
                  <a:moveTo>
                    <a:pt x="933471" y="872704"/>
                  </a:moveTo>
                  <a:lnTo>
                    <a:pt x="1030738" y="1006121"/>
                  </a:lnTo>
                  <a:cubicBezTo>
                    <a:pt x="1071971" y="1062410"/>
                    <a:pt x="1061551" y="1137187"/>
                    <a:pt x="1002848" y="1177656"/>
                  </a:cubicBezTo>
                  <a:cubicBezTo>
                    <a:pt x="948630" y="1218234"/>
                    <a:pt x="871788" y="1207179"/>
                    <a:pt x="831211" y="1152962"/>
                  </a:cubicBezTo>
                  <a:cubicBezTo>
                    <a:pt x="831033" y="1152720"/>
                    <a:pt x="830855" y="1152485"/>
                    <a:pt x="830677" y="1152244"/>
                  </a:cubicBezTo>
                  <a:lnTo>
                    <a:pt x="674897" y="940874"/>
                  </a:lnTo>
                  <a:cubicBezTo>
                    <a:pt x="673246" y="937633"/>
                    <a:pt x="676486" y="935982"/>
                    <a:pt x="674008" y="935220"/>
                  </a:cubicBezTo>
                  <a:cubicBezTo>
                    <a:pt x="671530" y="934457"/>
                    <a:pt x="671594" y="934457"/>
                    <a:pt x="669942" y="931217"/>
                  </a:cubicBezTo>
                  <a:cubicBezTo>
                    <a:pt x="630362" y="878168"/>
                    <a:pt x="642369" y="798499"/>
                    <a:pt x="695354" y="758792"/>
                  </a:cubicBezTo>
                  <a:cubicBezTo>
                    <a:pt x="824769" y="665400"/>
                    <a:pt x="855010" y="486495"/>
                    <a:pt x="761046" y="359495"/>
                  </a:cubicBezTo>
                  <a:cubicBezTo>
                    <a:pt x="667578" y="233721"/>
                    <a:pt x="489849" y="207534"/>
                    <a:pt x="364075" y="301001"/>
                  </a:cubicBezTo>
                  <a:cubicBezTo>
                    <a:pt x="363490" y="301439"/>
                    <a:pt x="362906" y="301878"/>
                    <a:pt x="362321" y="302316"/>
                  </a:cubicBezTo>
                  <a:cubicBezTo>
                    <a:pt x="281636" y="360797"/>
                    <a:pt x="238326" y="457912"/>
                    <a:pt x="248727" y="557015"/>
                  </a:cubicBezTo>
                  <a:cubicBezTo>
                    <a:pt x="256700" y="626169"/>
                    <a:pt x="207101" y="688697"/>
                    <a:pt x="137946" y="696670"/>
                  </a:cubicBezTo>
                  <a:cubicBezTo>
                    <a:pt x="137603" y="696708"/>
                    <a:pt x="137254" y="696747"/>
                    <a:pt x="136910" y="696785"/>
                  </a:cubicBezTo>
                  <a:cubicBezTo>
                    <a:pt x="68106" y="701741"/>
                    <a:pt x="9847" y="656252"/>
                    <a:pt x="2668" y="586557"/>
                  </a:cubicBezTo>
                  <a:cubicBezTo>
                    <a:pt x="-18056" y="398554"/>
                    <a:pt x="63493" y="213855"/>
                    <a:pt x="216389" y="102509"/>
                  </a:cubicBezTo>
                  <a:cubicBezTo>
                    <a:pt x="453375" y="-70456"/>
                    <a:pt x="785519" y="-19878"/>
                    <a:pt x="960282" y="215786"/>
                  </a:cubicBezTo>
                  <a:cubicBezTo>
                    <a:pt x="1106405" y="415975"/>
                    <a:pt x="1089251" y="688017"/>
                    <a:pt x="933471" y="872704"/>
                  </a:cubicBezTo>
                  <a:close/>
                  <a:moveTo>
                    <a:pt x="1259071" y="1318824"/>
                  </a:moveTo>
                  <a:lnTo>
                    <a:pt x="1287153" y="1357388"/>
                  </a:lnTo>
                  <a:cubicBezTo>
                    <a:pt x="1328321" y="1413677"/>
                    <a:pt x="1317902" y="1488454"/>
                    <a:pt x="1259199" y="1528923"/>
                  </a:cubicBezTo>
                  <a:cubicBezTo>
                    <a:pt x="1205012" y="1569488"/>
                    <a:pt x="1128209" y="1558440"/>
                    <a:pt x="1087644" y="1504260"/>
                  </a:cubicBezTo>
                  <a:cubicBezTo>
                    <a:pt x="1087460" y="1504013"/>
                    <a:pt x="1087275" y="1503758"/>
                    <a:pt x="1087091" y="1503511"/>
                  </a:cubicBezTo>
                  <a:lnTo>
                    <a:pt x="1061678" y="1465391"/>
                  </a:lnTo>
                  <a:cubicBezTo>
                    <a:pt x="1019684" y="1411517"/>
                    <a:pt x="1034106" y="1332610"/>
                    <a:pt x="1087091" y="1292967"/>
                  </a:cubicBezTo>
                  <a:cubicBezTo>
                    <a:pt x="1141671" y="1252592"/>
                    <a:pt x="1218621" y="1263958"/>
                    <a:pt x="1259199" y="1318379"/>
                  </a:cubicBezTo>
                  <a:close/>
                </a:path>
              </a:pathLst>
            </a:custGeom>
            <a:solidFill>
              <a:srgbClr val="FFC545"/>
            </a:solidFill>
            <a:ln w="6346" cap="flat">
              <a:noFill/>
              <a:prstDash val="solid"/>
              <a:miter/>
            </a:ln>
          </p:spPr>
          <p:txBody>
            <a:bodyPr rtlCol="0" anchor="ctr"/>
            <a:lstStyle/>
            <a:p>
              <a:endParaRPr lang="zh-CN" altLang="en-US"/>
            </a:p>
          </p:txBody>
        </p:sp>
        <p:sp>
          <p:nvSpPr>
            <p:cNvPr id="58" name="任意多边形 27">
              <a:extLst>
                <a:ext uri="{FF2B5EF4-FFF2-40B4-BE49-F238E27FC236}">
                  <a16:creationId xmlns:a16="http://schemas.microsoft.com/office/drawing/2014/main" id="{95CF57C6-496F-461F-9115-B609D371CD86}"/>
                </a:ext>
              </a:extLst>
            </p:cNvPr>
            <p:cNvSpPr/>
            <p:nvPr/>
          </p:nvSpPr>
          <p:spPr>
            <a:xfrm>
              <a:off x="6164723" y="1962102"/>
              <a:ext cx="703194" cy="564027"/>
            </a:xfrm>
            <a:custGeom>
              <a:avLst/>
              <a:gdLst>
                <a:gd name="connsiteX0" fmla="*/ 577794 w 621074"/>
                <a:gd name="connsiteY0" fmla="*/ 416455 h 498159"/>
                <a:gd name="connsiteX1" fmla="*/ 538976 w 621074"/>
                <a:gd name="connsiteY1" fmla="*/ 192061 h 498159"/>
                <a:gd name="connsiteX2" fmla="*/ 398317 w 621074"/>
                <a:gd name="connsiteY2" fmla="*/ 31135 h 498159"/>
                <a:gd name="connsiteX3" fmla="*/ 10265 w 621074"/>
                <a:gd name="connsiteY3" fmla="*/ 121159 h 498159"/>
                <a:gd name="connsiteX4" fmla="*/ 38156 w 621074"/>
                <a:gd name="connsiteY4" fmla="*/ 265504 h 498159"/>
                <a:gd name="connsiteX5" fmla="*/ 65983 w 621074"/>
                <a:gd name="connsiteY5" fmla="*/ 440152 h 498159"/>
                <a:gd name="connsiteX6" fmla="*/ 577794 w 621074"/>
                <a:gd name="connsiteY6" fmla="*/ 416455 h 4981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621074" h="498159">
                  <a:moveTo>
                    <a:pt x="577794" y="416455"/>
                  </a:moveTo>
                  <a:cubicBezTo>
                    <a:pt x="667819" y="254576"/>
                    <a:pt x="596536" y="161629"/>
                    <a:pt x="538976" y="192061"/>
                  </a:cubicBezTo>
                  <a:cubicBezTo>
                    <a:pt x="538976" y="192061"/>
                    <a:pt x="530399" y="91617"/>
                    <a:pt x="398317" y="31135"/>
                  </a:cubicBezTo>
                  <a:cubicBezTo>
                    <a:pt x="245841" y="-38750"/>
                    <a:pt x="48893" y="15633"/>
                    <a:pt x="10265" y="121159"/>
                  </a:cubicBezTo>
                  <a:cubicBezTo>
                    <a:pt x="-25186" y="218554"/>
                    <a:pt x="38156" y="265504"/>
                    <a:pt x="38156" y="265504"/>
                  </a:cubicBezTo>
                  <a:cubicBezTo>
                    <a:pt x="38156" y="265504"/>
                    <a:pt x="-1043" y="335388"/>
                    <a:pt x="65983" y="440152"/>
                  </a:cubicBezTo>
                  <a:cubicBezTo>
                    <a:pt x="133009" y="544916"/>
                    <a:pt x="537515" y="488945"/>
                    <a:pt x="577794" y="416455"/>
                  </a:cubicBezTo>
                  <a:close/>
                </a:path>
              </a:pathLst>
            </a:custGeom>
            <a:solidFill>
              <a:srgbClr val="981D04"/>
            </a:solidFill>
            <a:ln w="6346" cap="flat">
              <a:noFill/>
              <a:prstDash val="solid"/>
              <a:miter/>
            </a:ln>
          </p:spPr>
          <p:txBody>
            <a:bodyPr rtlCol="0" anchor="ctr"/>
            <a:lstStyle/>
            <a:p>
              <a:endParaRPr lang="zh-CN" altLang="en-US"/>
            </a:p>
          </p:txBody>
        </p:sp>
        <p:sp>
          <p:nvSpPr>
            <p:cNvPr id="59" name="任意多边形 28">
              <a:extLst>
                <a:ext uri="{FF2B5EF4-FFF2-40B4-BE49-F238E27FC236}">
                  <a16:creationId xmlns:a16="http://schemas.microsoft.com/office/drawing/2014/main" id="{3CD0A3A5-B7A8-43C6-84FC-1D3C4D43D81B}"/>
                </a:ext>
              </a:extLst>
            </p:cNvPr>
            <p:cNvSpPr/>
            <p:nvPr/>
          </p:nvSpPr>
          <p:spPr>
            <a:xfrm>
              <a:off x="6390997" y="2695691"/>
              <a:ext cx="273341" cy="276362"/>
            </a:xfrm>
            <a:custGeom>
              <a:avLst/>
              <a:gdLst>
                <a:gd name="connsiteX0" fmla="*/ 120196 w 241420"/>
                <a:gd name="connsiteY0" fmla="*/ 243879 h 244088"/>
                <a:gd name="connsiteX1" fmla="*/ 120196 w 241420"/>
                <a:gd name="connsiteY1" fmla="*/ 243879 h 244088"/>
                <a:gd name="connsiteX2" fmla="*/ -514 w 241420"/>
                <a:gd name="connsiteY2" fmla="*/ 160017 h 244088"/>
                <a:gd name="connsiteX3" fmla="*/ -514 w 241420"/>
                <a:gd name="connsiteY3" fmla="*/ -210 h 244088"/>
                <a:gd name="connsiteX4" fmla="*/ 240906 w 241420"/>
                <a:gd name="connsiteY4" fmla="*/ -210 h 244088"/>
                <a:gd name="connsiteX5" fmla="*/ 240906 w 241420"/>
                <a:gd name="connsiteY5" fmla="*/ 160335 h 244088"/>
                <a:gd name="connsiteX6" fmla="*/ 120958 w 241420"/>
                <a:gd name="connsiteY6" fmla="*/ 243752 h 24408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41420" h="244088">
                  <a:moveTo>
                    <a:pt x="120196" y="243879"/>
                  </a:moveTo>
                  <a:lnTo>
                    <a:pt x="120196" y="243879"/>
                  </a:lnTo>
                  <a:cubicBezTo>
                    <a:pt x="53551" y="243879"/>
                    <a:pt x="-514" y="206332"/>
                    <a:pt x="-514" y="160017"/>
                  </a:cubicBezTo>
                  <a:lnTo>
                    <a:pt x="-514" y="-210"/>
                  </a:lnTo>
                  <a:lnTo>
                    <a:pt x="240906" y="-210"/>
                  </a:lnTo>
                  <a:lnTo>
                    <a:pt x="240906" y="160335"/>
                  </a:lnTo>
                  <a:cubicBezTo>
                    <a:pt x="240906" y="206395"/>
                    <a:pt x="187222" y="243752"/>
                    <a:pt x="120958" y="243752"/>
                  </a:cubicBezTo>
                  <a:close/>
                </a:path>
              </a:pathLst>
            </a:custGeom>
            <a:solidFill>
              <a:srgbClr val="FF93B1"/>
            </a:solidFill>
            <a:ln w="6346" cap="flat">
              <a:noFill/>
              <a:prstDash val="solid"/>
              <a:miter/>
            </a:ln>
          </p:spPr>
          <p:txBody>
            <a:bodyPr rtlCol="0" anchor="ctr"/>
            <a:lstStyle/>
            <a:p>
              <a:endParaRPr lang="zh-CN" altLang="en-US"/>
            </a:p>
          </p:txBody>
        </p:sp>
        <p:sp>
          <p:nvSpPr>
            <p:cNvPr id="60" name="任意多边形 29">
              <a:extLst>
                <a:ext uri="{FF2B5EF4-FFF2-40B4-BE49-F238E27FC236}">
                  <a16:creationId xmlns:a16="http://schemas.microsoft.com/office/drawing/2014/main" id="{8B4D3D75-849D-4167-9AB6-A316696A23CF}"/>
                </a:ext>
              </a:extLst>
            </p:cNvPr>
            <p:cNvSpPr/>
            <p:nvPr/>
          </p:nvSpPr>
          <p:spPr>
            <a:xfrm>
              <a:off x="6190954" y="2434905"/>
              <a:ext cx="140645" cy="163868"/>
            </a:xfrm>
            <a:custGeom>
              <a:avLst/>
              <a:gdLst>
                <a:gd name="connsiteX0" fmla="*/ 89827 w 124220"/>
                <a:gd name="connsiteY0" fmla="*/ 32284 h 144731"/>
                <a:gd name="connsiteX1" fmla="*/ -514 w 124220"/>
                <a:gd name="connsiteY1" fmla="*/ 54139 h 144731"/>
                <a:gd name="connsiteX2" fmla="*/ 109904 w 124220"/>
                <a:gd name="connsiteY2" fmla="*/ 127518 h 144731"/>
                <a:gd name="connsiteX3" fmla="*/ 89827 w 124220"/>
                <a:gd name="connsiteY3" fmla="*/ 32221 h 144731"/>
              </a:gdLst>
              <a:ahLst/>
              <a:cxnLst>
                <a:cxn ang="0">
                  <a:pos x="connsiteX0" y="connsiteY0"/>
                </a:cxn>
                <a:cxn ang="0">
                  <a:pos x="connsiteX1" y="connsiteY1"/>
                </a:cxn>
                <a:cxn ang="0">
                  <a:pos x="connsiteX2" y="connsiteY2"/>
                </a:cxn>
                <a:cxn ang="0">
                  <a:pos x="connsiteX3" y="connsiteY3"/>
                </a:cxn>
              </a:cxnLst>
              <a:rect l="l" t="t" r="r" b="b"/>
              <a:pathLst>
                <a:path w="124220" h="144731">
                  <a:moveTo>
                    <a:pt x="89827" y="32284"/>
                  </a:moveTo>
                  <a:cubicBezTo>
                    <a:pt x="47960" y="-30739"/>
                    <a:pt x="-514" y="9730"/>
                    <a:pt x="-514" y="54139"/>
                  </a:cubicBezTo>
                  <a:cubicBezTo>
                    <a:pt x="-514" y="118306"/>
                    <a:pt x="69752" y="173579"/>
                    <a:pt x="109904" y="127518"/>
                  </a:cubicBezTo>
                  <a:cubicBezTo>
                    <a:pt x="150056" y="81458"/>
                    <a:pt x="89827" y="32221"/>
                    <a:pt x="89827" y="32221"/>
                  </a:cubicBezTo>
                  <a:close/>
                </a:path>
              </a:pathLst>
            </a:custGeom>
            <a:solidFill>
              <a:srgbClr val="FED0D6"/>
            </a:solidFill>
            <a:ln w="6346" cap="flat">
              <a:noFill/>
              <a:prstDash val="solid"/>
              <a:miter/>
            </a:ln>
          </p:spPr>
          <p:txBody>
            <a:bodyPr rtlCol="0" anchor="ctr"/>
            <a:lstStyle/>
            <a:p>
              <a:endParaRPr lang="zh-CN" altLang="en-US"/>
            </a:p>
          </p:txBody>
        </p:sp>
        <p:sp>
          <p:nvSpPr>
            <p:cNvPr id="61" name="任意多边形 30">
              <a:extLst>
                <a:ext uri="{FF2B5EF4-FFF2-40B4-BE49-F238E27FC236}">
                  <a16:creationId xmlns:a16="http://schemas.microsoft.com/office/drawing/2014/main" id="{17299D61-0E11-487E-84BD-B9E861A904DD}"/>
                </a:ext>
              </a:extLst>
            </p:cNvPr>
            <p:cNvSpPr/>
            <p:nvPr/>
          </p:nvSpPr>
          <p:spPr>
            <a:xfrm>
              <a:off x="6727091" y="2434905"/>
              <a:ext cx="140816" cy="163868"/>
            </a:xfrm>
            <a:custGeom>
              <a:avLst/>
              <a:gdLst>
                <a:gd name="connsiteX0" fmla="*/ 33579 w 124371"/>
                <a:gd name="connsiteY0" fmla="*/ 32284 h 144731"/>
                <a:gd name="connsiteX1" fmla="*/ 123857 w 124371"/>
                <a:gd name="connsiteY1" fmla="*/ 54139 h 144731"/>
                <a:gd name="connsiteX2" fmla="*/ 13439 w 124371"/>
                <a:gd name="connsiteY2" fmla="*/ 127518 h 144731"/>
                <a:gd name="connsiteX3" fmla="*/ 33579 w 124371"/>
                <a:gd name="connsiteY3" fmla="*/ 32221 h 144731"/>
              </a:gdLst>
              <a:ahLst/>
              <a:cxnLst>
                <a:cxn ang="0">
                  <a:pos x="connsiteX0" y="connsiteY0"/>
                </a:cxn>
                <a:cxn ang="0">
                  <a:pos x="connsiteX1" y="connsiteY1"/>
                </a:cxn>
                <a:cxn ang="0">
                  <a:pos x="connsiteX2" y="connsiteY2"/>
                </a:cxn>
                <a:cxn ang="0">
                  <a:pos x="connsiteX3" y="connsiteY3"/>
                </a:cxn>
              </a:cxnLst>
              <a:rect l="l" t="t" r="r" b="b"/>
              <a:pathLst>
                <a:path w="124371" h="144731">
                  <a:moveTo>
                    <a:pt x="33579" y="32284"/>
                  </a:moveTo>
                  <a:cubicBezTo>
                    <a:pt x="75319" y="-30739"/>
                    <a:pt x="123857" y="9730"/>
                    <a:pt x="123857" y="54139"/>
                  </a:cubicBezTo>
                  <a:cubicBezTo>
                    <a:pt x="123857" y="118306"/>
                    <a:pt x="53972" y="173579"/>
                    <a:pt x="13439" y="127518"/>
                  </a:cubicBezTo>
                  <a:cubicBezTo>
                    <a:pt x="-27095" y="81458"/>
                    <a:pt x="33579" y="32221"/>
                    <a:pt x="33579" y="32221"/>
                  </a:cubicBezTo>
                  <a:close/>
                </a:path>
              </a:pathLst>
            </a:custGeom>
            <a:solidFill>
              <a:srgbClr val="FED0D6"/>
            </a:solidFill>
            <a:ln w="6346" cap="flat">
              <a:noFill/>
              <a:prstDash val="solid"/>
              <a:miter/>
            </a:ln>
          </p:spPr>
          <p:txBody>
            <a:bodyPr rtlCol="0" anchor="ctr"/>
            <a:lstStyle/>
            <a:p>
              <a:endParaRPr lang="zh-CN" altLang="en-US"/>
            </a:p>
          </p:txBody>
        </p:sp>
        <p:sp>
          <p:nvSpPr>
            <p:cNvPr id="62" name="任意多边形 31">
              <a:extLst>
                <a:ext uri="{FF2B5EF4-FFF2-40B4-BE49-F238E27FC236}">
                  <a16:creationId xmlns:a16="http://schemas.microsoft.com/office/drawing/2014/main" id="{05F1935A-3721-454C-9244-ECD21F0B1229}"/>
                </a:ext>
              </a:extLst>
            </p:cNvPr>
            <p:cNvSpPr/>
            <p:nvPr/>
          </p:nvSpPr>
          <p:spPr>
            <a:xfrm>
              <a:off x="6265196" y="2209296"/>
              <a:ext cx="527030" cy="543940"/>
            </a:xfrm>
            <a:custGeom>
              <a:avLst/>
              <a:gdLst>
                <a:gd name="connsiteX0" fmla="*/ 232068 w 465483"/>
                <a:gd name="connsiteY0" fmla="*/ 480209 h 480418"/>
                <a:gd name="connsiteX1" fmla="*/ 7928 w 465483"/>
                <a:gd name="connsiteY1" fmla="*/ 114266 h 480418"/>
                <a:gd name="connsiteX2" fmla="*/ 456589 w 465483"/>
                <a:gd name="connsiteY2" fmla="*/ 114266 h 480418"/>
                <a:gd name="connsiteX3" fmla="*/ 232068 w 465483"/>
                <a:gd name="connsiteY3" fmla="*/ 480209 h 480418"/>
              </a:gdLst>
              <a:ahLst/>
              <a:cxnLst>
                <a:cxn ang="0">
                  <a:pos x="connsiteX0" y="connsiteY0"/>
                </a:cxn>
                <a:cxn ang="0">
                  <a:pos x="connsiteX1" y="connsiteY1"/>
                </a:cxn>
                <a:cxn ang="0">
                  <a:pos x="connsiteX2" y="connsiteY2"/>
                </a:cxn>
                <a:cxn ang="0">
                  <a:pos x="connsiteX3" y="connsiteY3"/>
                </a:cxn>
              </a:cxnLst>
              <a:rect l="l" t="t" r="r" b="b"/>
              <a:pathLst>
                <a:path w="465483" h="480418">
                  <a:moveTo>
                    <a:pt x="232068" y="480209"/>
                  </a:moveTo>
                  <a:cubicBezTo>
                    <a:pt x="66886" y="480209"/>
                    <a:pt x="-30763" y="299588"/>
                    <a:pt x="7928" y="114266"/>
                  </a:cubicBezTo>
                  <a:cubicBezTo>
                    <a:pt x="39694" y="-38527"/>
                    <a:pt x="424696" y="-38210"/>
                    <a:pt x="456589" y="114266"/>
                  </a:cubicBezTo>
                  <a:cubicBezTo>
                    <a:pt x="495153" y="299588"/>
                    <a:pt x="397251" y="480209"/>
                    <a:pt x="232068" y="480209"/>
                  </a:cubicBezTo>
                  <a:close/>
                </a:path>
              </a:pathLst>
            </a:custGeom>
            <a:solidFill>
              <a:srgbClr val="FED0D6"/>
            </a:solidFill>
            <a:ln w="6346" cap="flat">
              <a:noFill/>
              <a:prstDash val="solid"/>
              <a:miter/>
            </a:ln>
          </p:spPr>
          <p:txBody>
            <a:bodyPr rtlCol="0" anchor="ctr"/>
            <a:lstStyle/>
            <a:p>
              <a:endParaRPr lang="zh-CN" altLang="en-US"/>
            </a:p>
          </p:txBody>
        </p:sp>
        <p:sp>
          <p:nvSpPr>
            <p:cNvPr id="63" name="任意多边形 32">
              <a:extLst>
                <a:ext uri="{FF2B5EF4-FFF2-40B4-BE49-F238E27FC236}">
                  <a16:creationId xmlns:a16="http://schemas.microsoft.com/office/drawing/2014/main" id="{5537F93E-DACA-4A8A-8D9E-E4E0AD529290}"/>
                </a:ext>
              </a:extLst>
            </p:cNvPr>
            <p:cNvSpPr/>
            <p:nvPr/>
          </p:nvSpPr>
          <p:spPr>
            <a:xfrm>
              <a:off x="6255890" y="2082565"/>
              <a:ext cx="448236" cy="230262"/>
            </a:xfrm>
            <a:custGeom>
              <a:avLst/>
              <a:gdLst>
                <a:gd name="connsiteX0" fmla="*/ 386663 w 395890"/>
                <a:gd name="connsiteY0" fmla="*/ 112221 h 203372"/>
                <a:gd name="connsiteX1" fmla="*/ 250388 w 395890"/>
                <a:gd name="connsiteY1" fmla="*/ 153708 h 203372"/>
                <a:gd name="connsiteX2" fmla="*/ 94799 w 395890"/>
                <a:gd name="connsiteY2" fmla="*/ 202246 h 203372"/>
                <a:gd name="connsiteX3" fmla="*/ 66146 w 395890"/>
                <a:gd name="connsiteY3" fmla="*/ 31028 h 203372"/>
                <a:gd name="connsiteX4" fmla="*/ 386663 w 395890"/>
                <a:gd name="connsiteY4" fmla="*/ 112221 h 20337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95890" h="203372">
                  <a:moveTo>
                    <a:pt x="386663" y="112221"/>
                  </a:moveTo>
                  <a:cubicBezTo>
                    <a:pt x="344034" y="208472"/>
                    <a:pt x="250388" y="153708"/>
                    <a:pt x="250388" y="153708"/>
                  </a:cubicBezTo>
                  <a:cubicBezTo>
                    <a:pt x="207091" y="190022"/>
                    <a:pt x="151062" y="207500"/>
                    <a:pt x="94799" y="202246"/>
                  </a:cubicBezTo>
                  <a:cubicBezTo>
                    <a:pt x="581" y="192970"/>
                    <a:pt x="-48592" y="79439"/>
                    <a:pt x="66146" y="31028"/>
                  </a:cubicBezTo>
                  <a:cubicBezTo>
                    <a:pt x="180884" y="-17383"/>
                    <a:pt x="446701" y="-22784"/>
                    <a:pt x="386663" y="112221"/>
                  </a:cubicBezTo>
                  <a:close/>
                </a:path>
              </a:pathLst>
            </a:custGeom>
            <a:solidFill>
              <a:srgbClr val="981D04"/>
            </a:solidFill>
            <a:ln w="6346" cap="flat">
              <a:noFill/>
              <a:prstDash val="solid"/>
              <a:miter/>
            </a:ln>
          </p:spPr>
          <p:txBody>
            <a:bodyPr rtlCol="0" anchor="ctr"/>
            <a:lstStyle/>
            <a:p>
              <a:endParaRPr lang="zh-CN" altLang="en-US"/>
            </a:p>
          </p:txBody>
        </p:sp>
        <p:sp>
          <p:nvSpPr>
            <p:cNvPr id="64" name="任意多边形 33">
              <a:extLst>
                <a:ext uri="{FF2B5EF4-FFF2-40B4-BE49-F238E27FC236}">
                  <a16:creationId xmlns:a16="http://schemas.microsoft.com/office/drawing/2014/main" id="{B000FE57-B8EE-4D5F-B484-208EB2A797A7}"/>
                </a:ext>
              </a:extLst>
            </p:cNvPr>
            <p:cNvSpPr/>
            <p:nvPr/>
          </p:nvSpPr>
          <p:spPr>
            <a:xfrm>
              <a:off x="5999615" y="5296537"/>
              <a:ext cx="484830" cy="136671"/>
            </a:xfrm>
            <a:custGeom>
              <a:avLst/>
              <a:gdLst>
                <a:gd name="connsiteX0" fmla="*/ 415046 w 428211"/>
                <a:gd name="connsiteY0" fmla="*/ -210 h 120710"/>
                <a:gd name="connsiteX1" fmla="*/ 150755 w 428211"/>
                <a:gd name="connsiteY1" fmla="*/ -210 h 120710"/>
                <a:gd name="connsiteX2" fmla="*/ -514 w 428211"/>
                <a:gd name="connsiteY2" fmla="*/ 107794 h 120710"/>
                <a:gd name="connsiteX3" fmla="*/ -514 w 428211"/>
                <a:gd name="connsiteY3" fmla="*/ 120500 h 120710"/>
                <a:gd name="connsiteX4" fmla="*/ 425148 w 428211"/>
                <a:gd name="connsiteY4" fmla="*/ 120500 h 120710"/>
                <a:gd name="connsiteX5" fmla="*/ 414856 w 428211"/>
                <a:gd name="connsiteY5" fmla="*/ -210 h 1207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428211" h="120710">
                  <a:moveTo>
                    <a:pt x="415046" y="-210"/>
                  </a:moveTo>
                  <a:lnTo>
                    <a:pt x="150755" y="-210"/>
                  </a:lnTo>
                  <a:cubicBezTo>
                    <a:pt x="150755" y="-210"/>
                    <a:pt x="14924" y="76981"/>
                    <a:pt x="-514" y="107794"/>
                  </a:cubicBezTo>
                  <a:lnTo>
                    <a:pt x="-514" y="120500"/>
                  </a:lnTo>
                  <a:lnTo>
                    <a:pt x="425148" y="120500"/>
                  </a:lnTo>
                  <a:cubicBezTo>
                    <a:pt x="425148" y="120500"/>
                    <a:pt x="435377" y="30412"/>
                    <a:pt x="414856" y="-210"/>
                  </a:cubicBezTo>
                  <a:close/>
                </a:path>
              </a:pathLst>
            </a:custGeom>
            <a:solidFill>
              <a:srgbClr val="00065B"/>
            </a:solidFill>
            <a:ln w="6346" cap="flat">
              <a:noFill/>
              <a:prstDash val="solid"/>
              <a:miter/>
            </a:ln>
          </p:spPr>
          <p:txBody>
            <a:bodyPr rtlCol="0" anchor="ctr"/>
            <a:lstStyle/>
            <a:p>
              <a:endParaRPr lang="zh-CN" altLang="en-US"/>
            </a:p>
          </p:txBody>
        </p:sp>
        <p:sp>
          <p:nvSpPr>
            <p:cNvPr id="65" name="任意多边形 34">
              <a:extLst>
                <a:ext uri="{FF2B5EF4-FFF2-40B4-BE49-F238E27FC236}">
                  <a16:creationId xmlns:a16="http://schemas.microsoft.com/office/drawing/2014/main" id="{E7530A91-D3BA-4996-A147-58502A901B37}"/>
                </a:ext>
              </a:extLst>
            </p:cNvPr>
            <p:cNvSpPr/>
            <p:nvPr/>
          </p:nvSpPr>
          <p:spPr>
            <a:xfrm>
              <a:off x="5999255" y="5433496"/>
              <a:ext cx="483023" cy="22802"/>
            </a:xfrm>
            <a:custGeom>
              <a:avLst/>
              <a:gdLst>
                <a:gd name="connsiteX0" fmla="*/ 426615 w 426615"/>
                <a:gd name="connsiteY0" fmla="*/ 0 h 20139"/>
                <a:gd name="connsiteX1" fmla="*/ 0 w 426615"/>
                <a:gd name="connsiteY1" fmla="*/ 0 h 20139"/>
                <a:gd name="connsiteX2" fmla="*/ 0 w 426615"/>
                <a:gd name="connsiteY2" fmla="*/ 20140 h 20139"/>
                <a:gd name="connsiteX3" fmla="*/ 426615 w 426615"/>
                <a:gd name="connsiteY3" fmla="*/ 20140 h 20139"/>
                <a:gd name="connsiteX4" fmla="*/ 426615 w 426615"/>
                <a:gd name="connsiteY4" fmla="*/ 0 h 20139"/>
                <a:gd name="connsiteX5" fmla="*/ 426615 w 426615"/>
                <a:gd name="connsiteY5" fmla="*/ 0 h 201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426615" h="20139">
                  <a:moveTo>
                    <a:pt x="426615" y="0"/>
                  </a:moveTo>
                  <a:lnTo>
                    <a:pt x="0" y="0"/>
                  </a:lnTo>
                  <a:lnTo>
                    <a:pt x="0" y="20140"/>
                  </a:lnTo>
                  <a:lnTo>
                    <a:pt x="426615" y="20140"/>
                  </a:lnTo>
                  <a:lnTo>
                    <a:pt x="426615" y="0"/>
                  </a:lnTo>
                  <a:lnTo>
                    <a:pt x="426615" y="0"/>
                  </a:lnTo>
                  <a:close/>
                </a:path>
              </a:pathLst>
            </a:custGeom>
            <a:solidFill>
              <a:srgbClr val="434CC0"/>
            </a:solidFill>
            <a:ln w="6346" cap="flat">
              <a:noFill/>
              <a:prstDash val="solid"/>
              <a:miter/>
            </a:ln>
          </p:spPr>
          <p:txBody>
            <a:bodyPr rtlCol="0" anchor="ctr"/>
            <a:lstStyle/>
            <a:p>
              <a:endParaRPr lang="zh-CN" altLang="en-US"/>
            </a:p>
          </p:txBody>
        </p:sp>
        <p:sp>
          <p:nvSpPr>
            <p:cNvPr id="66" name="任意多边形 35">
              <a:extLst>
                <a:ext uri="{FF2B5EF4-FFF2-40B4-BE49-F238E27FC236}">
                  <a16:creationId xmlns:a16="http://schemas.microsoft.com/office/drawing/2014/main" id="{34974FB7-418C-4714-AD0D-052F1669221C}"/>
                </a:ext>
              </a:extLst>
            </p:cNvPr>
            <p:cNvSpPr/>
            <p:nvPr/>
          </p:nvSpPr>
          <p:spPr>
            <a:xfrm>
              <a:off x="6140242" y="3782441"/>
              <a:ext cx="395626" cy="1526181"/>
            </a:xfrm>
            <a:custGeom>
              <a:avLst/>
              <a:gdLst>
                <a:gd name="connsiteX0" fmla="*/ 348910 w 349424"/>
                <a:gd name="connsiteY0" fmla="*/ -210 h 1347952"/>
                <a:gd name="connsiteX1" fmla="*/ 17656 w 349424"/>
                <a:gd name="connsiteY1" fmla="*/ -210 h 1347952"/>
                <a:gd name="connsiteX2" fmla="*/ -514 w 349424"/>
                <a:gd name="connsiteY2" fmla="*/ 1347742 h 1347952"/>
                <a:gd name="connsiteX3" fmla="*/ 305200 w 349424"/>
                <a:gd name="connsiteY3" fmla="*/ 1347742 h 1347952"/>
                <a:gd name="connsiteX4" fmla="*/ 346369 w 349424"/>
                <a:gd name="connsiteY4" fmla="*/ 202583 h 13479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49424" h="1347952">
                  <a:moveTo>
                    <a:pt x="348910" y="-210"/>
                  </a:moveTo>
                  <a:lnTo>
                    <a:pt x="17656" y="-210"/>
                  </a:lnTo>
                  <a:lnTo>
                    <a:pt x="-514" y="1347742"/>
                  </a:lnTo>
                  <a:lnTo>
                    <a:pt x="305200" y="1347742"/>
                  </a:lnTo>
                  <a:cubicBezTo>
                    <a:pt x="305200" y="1347742"/>
                    <a:pt x="303548" y="602833"/>
                    <a:pt x="346369" y="202583"/>
                  </a:cubicBezTo>
                  <a:close/>
                </a:path>
              </a:pathLst>
            </a:custGeom>
            <a:solidFill>
              <a:srgbClr val="981D04"/>
            </a:solidFill>
            <a:ln w="6346" cap="flat">
              <a:noFill/>
              <a:prstDash val="solid"/>
              <a:miter/>
            </a:ln>
          </p:spPr>
          <p:txBody>
            <a:bodyPr rtlCol="0" anchor="ctr"/>
            <a:lstStyle/>
            <a:p>
              <a:endParaRPr lang="zh-CN" altLang="en-US"/>
            </a:p>
          </p:txBody>
        </p:sp>
        <p:sp>
          <p:nvSpPr>
            <p:cNvPr id="67" name="任意多边形 36">
              <a:extLst>
                <a:ext uri="{FF2B5EF4-FFF2-40B4-BE49-F238E27FC236}">
                  <a16:creationId xmlns:a16="http://schemas.microsoft.com/office/drawing/2014/main" id="{AB33011E-4F77-4B75-905C-2115DA96E695}"/>
                </a:ext>
              </a:extLst>
            </p:cNvPr>
            <p:cNvSpPr/>
            <p:nvPr/>
          </p:nvSpPr>
          <p:spPr>
            <a:xfrm>
              <a:off x="6583298" y="5296537"/>
              <a:ext cx="484866" cy="136671"/>
            </a:xfrm>
            <a:custGeom>
              <a:avLst/>
              <a:gdLst>
                <a:gd name="connsiteX0" fmla="*/ 12168 w 428243"/>
                <a:gd name="connsiteY0" fmla="*/ -210 h 120710"/>
                <a:gd name="connsiteX1" fmla="*/ 276460 w 428243"/>
                <a:gd name="connsiteY1" fmla="*/ -210 h 120710"/>
                <a:gd name="connsiteX2" fmla="*/ 427729 w 428243"/>
                <a:gd name="connsiteY2" fmla="*/ 107794 h 120710"/>
                <a:gd name="connsiteX3" fmla="*/ 427729 w 428243"/>
                <a:gd name="connsiteY3" fmla="*/ 120500 h 120710"/>
                <a:gd name="connsiteX4" fmla="*/ 2067 w 428243"/>
                <a:gd name="connsiteY4" fmla="*/ 120500 h 120710"/>
                <a:gd name="connsiteX5" fmla="*/ 12295 w 428243"/>
                <a:gd name="connsiteY5" fmla="*/ -210 h 1207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428243" h="120710">
                  <a:moveTo>
                    <a:pt x="12168" y="-210"/>
                  </a:moveTo>
                  <a:lnTo>
                    <a:pt x="276460" y="-210"/>
                  </a:lnTo>
                  <a:cubicBezTo>
                    <a:pt x="276460" y="-210"/>
                    <a:pt x="412354" y="76981"/>
                    <a:pt x="427729" y="107794"/>
                  </a:cubicBezTo>
                  <a:lnTo>
                    <a:pt x="427729" y="120500"/>
                  </a:lnTo>
                  <a:lnTo>
                    <a:pt x="2067" y="120500"/>
                  </a:lnTo>
                  <a:cubicBezTo>
                    <a:pt x="2067" y="120500"/>
                    <a:pt x="-8226" y="30412"/>
                    <a:pt x="12295" y="-210"/>
                  </a:cubicBezTo>
                  <a:close/>
                </a:path>
              </a:pathLst>
            </a:custGeom>
            <a:solidFill>
              <a:srgbClr val="00065B"/>
            </a:solidFill>
            <a:ln w="6346" cap="flat">
              <a:noFill/>
              <a:prstDash val="solid"/>
              <a:miter/>
            </a:ln>
          </p:spPr>
          <p:txBody>
            <a:bodyPr rtlCol="0" anchor="ctr"/>
            <a:lstStyle/>
            <a:p>
              <a:endParaRPr lang="zh-CN" altLang="en-US"/>
            </a:p>
          </p:txBody>
        </p:sp>
        <p:sp>
          <p:nvSpPr>
            <p:cNvPr id="68" name="任意多边形 37">
              <a:extLst>
                <a:ext uri="{FF2B5EF4-FFF2-40B4-BE49-F238E27FC236}">
                  <a16:creationId xmlns:a16="http://schemas.microsoft.com/office/drawing/2014/main" id="{6CED13E5-74DF-46FD-9B60-2CE39921B009}"/>
                </a:ext>
              </a:extLst>
            </p:cNvPr>
            <p:cNvSpPr/>
            <p:nvPr/>
          </p:nvSpPr>
          <p:spPr>
            <a:xfrm>
              <a:off x="6585142" y="5433496"/>
              <a:ext cx="483023" cy="22802"/>
            </a:xfrm>
            <a:custGeom>
              <a:avLst/>
              <a:gdLst>
                <a:gd name="connsiteX0" fmla="*/ 0 w 426615"/>
                <a:gd name="connsiteY0" fmla="*/ 0 h 20139"/>
                <a:gd name="connsiteX1" fmla="*/ 426615 w 426615"/>
                <a:gd name="connsiteY1" fmla="*/ 0 h 20139"/>
                <a:gd name="connsiteX2" fmla="*/ 426615 w 426615"/>
                <a:gd name="connsiteY2" fmla="*/ 20140 h 20139"/>
                <a:gd name="connsiteX3" fmla="*/ 0 w 426615"/>
                <a:gd name="connsiteY3" fmla="*/ 20140 h 20139"/>
                <a:gd name="connsiteX4" fmla="*/ 0 w 426615"/>
                <a:gd name="connsiteY4" fmla="*/ 0 h 20139"/>
                <a:gd name="connsiteX5" fmla="*/ 0 w 426615"/>
                <a:gd name="connsiteY5" fmla="*/ 0 h 201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426615" h="20139">
                  <a:moveTo>
                    <a:pt x="0" y="0"/>
                  </a:moveTo>
                  <a:lnTo>
                    <a:pt x="426615" y="0"/>
                  </a:lnTo>
                  <a:lnTo>
                    <a:pt x="426615" y="20140"/>
                  </a:lnTo>
                  <a:lnTo>
                    <a:pt x="0" y="20140"/>
                  </a:lnTo>
                  <a:lnTo>
                    <a:pt x="0" y="0"/>
                  </a:lnTo>
                  <a:lnTo>
                    <a:pt x="0" y="0"/>
                  </a:lnTo>
                  <a:close/>
                </a:path>
              </a:pathLst>
            </a:custGeom>
            <a:solidFill>
              <a:srgbClr val="434CC0"/>
            </a:solidFill>
            <a:ln w="6346" cap="flat">
              <a:noFill/>
              <a:prstDash val="solid"/>
              <a:miter/>
            </a:ln>
          </p:spPr>
          <p:txBody>
            <a:bodyPr rtlCol="0" anchor="ctr"/>
            <a:lstStyle/>
            <a:p>
              <a:endParaRPr lang="zh-CN" altLang="en-US"/>
            </a:p>
          </p:txBody>
        </p:sp>
        <p:sp>
          <p:nvSpPr>
            <p:cNvPr id="69" name="任意多边形 38">
              <a:extLst>
                <a:ext uri="{FF2B5EF4-FFF2-40B4-BE49-F238E27FC236}">
                  <a16:creationId xmlns:a16="http://schemas.microsoft.com/office/drawing/2014/main" id="{49C9E257-4296-4413-AA8A-8E5022D9177A}"/>
                </a:ext>
              </a:extLst>
            </p:cNvPr>
            <p:cNvSpPr/>
            <p:nvPr/>
          </p:nvSpPr>
          <p:spPr>
            <a:xfrm>
              <a:off x="6531551" y="3782441"/>
              <a:ext cx="395698" cy="1526181"/>
            </a:xfrm>
            <a:custGeom>
              <a:avLst/>
              <a:gdLst>
                <a:gd name="connsiteX0" fmla="*/ -514 w 349488"/>
                <a:gd name="connsiteY0" fmla="*/ -210 h 1347952"/>
                <a:gd name="connsiteX1" fmla="*/ 330803 w 349488"/>
                <a:gd name="connsiteY1" fmla="*/ -210 h 1347952"/>
                <a:gd name="connsiteX2" fmla="*/ 348974 w 349488"/>
                <a:gd name="connsiteY2" fmla="*/ 1347742 h 1347952"/>
                <a:gd name="connsiteX3" fmla="*/ 43259 w 349488"/>
                <a:gd name="connsiteY3" fmla="*/ 1347742 h 1347952"/>
                <a:gd name="connsiteX4" fmla="*/ 2408 w 349488"/>
                <a:gd name="connsiteY4" fmla="*/ 202583 h 13479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49488" h="1347952">
                  <a:moveTo>
                    <a:pt x="-514" y="-210"/>
                  </a:moveTo>
                  <a:lnTo>
                    <a:pt x="330803" y="-210"/>
                  </a:lnTo>
                  <a:lnTo>
                    <a:pt x="348974" y="1347742"/>
                  </a:lnTo>
                  <a:lnTo>
                    <a:pt x="43259" y="1347742"/>
                  </a:lnTo>
                  <a:cubicBezTo>
                    <a:pt x="43259" y="1347742"/>
                    <a:pt x="44911" y="602833"/>
                    <a:pt x="2408" y="202583"/>
                  </a:cubicBezTo>
                  <a:close/>
                </a:path>
              </a:pathLst>
            </a:custGeom>
            <a:solidFill>
              <a:srgbClr val="981D04"/>
            </a:solidFill>
            <a:ln w="6346" cap="flat">
              <a:noFill/>
              <a:prstDash val="solid"/>
              <a:miter/>
            </a:ln>
          </p:spPr>
          <p:txBody>
            <a:bodyPr rtlCol="0" anchor="ctr"/>
            <a:lstStyle/>
            <a:p>
              <a:endParaRPr lang="zh-CN" altLang="en-US"/>
            </a:p>
          </p:txBody>
        </p:sp>
        <p:sp>
          <p:nvSpPr>
            <p:cNvPr id="70" name="任意多边形 39">
              <a:extLst>
                <a:ext uri="{FF2B5EF4-FFF2-40B4-BE49-F238E27FC236}">
                  <a16:creationId xmlns:a16="http://schemas.microsoft.com/office/drawing/2014/main" id="{FBB4EE44-6604-4EB1-9B0A-99A71766588A}"/>
                </a:ext>
              </a:extLst>
            </p:cNvPr>
            <p:cNvSpPr/>
            <p:nvPr/>
          </p:nvSpPr>
          <p:spPr>
            <a:xfrm>
              <a:off x="6096076" y="2836102"/>
              <a:ext cx="877570" cy="1154292"/>
            </a:xfrm>
            <a:custGeom>
              <a:avLst/>
              <a:gdLst>
                <a:gd name="connsiteX0" fmla="*/ 259966 w 775086"/>
                <a:gd name="connsiteY0" fmla="*/ -210 h 1019493"/>
                <a:gd name="connsiteX1" fmla="*/ 380676 w 775086"/>
                <a:gd name="connsiteY1" fmla="*/ 81873 h 1019493"/>
                <a:gd name="connsiteX2" fmla="*/ 383217 w 775086"/>
                <a:gd name="connsiteY2" fmla="*/ 81873 h 1019493"/>
                <a:gd name="connsiteX3" fmla="*/ 501132 w 775086"/>
                <a:gd name="connsiteY3" fmla="*/ -210 h 1019493"/>
                <a:gd name="connsiteX4" fmla="*/ 703735 w 775086"/>
                <a:gd name="connsiteY4" fmla="*/ 40832 h 1019493"/>
                <a:gd name="connsiteX5" fmla="*/ 774573 w 775086"/>
                <a:gd name="connsiteY5" fmla="*/ 943109 h 1019493"/>
                <a:gd name="connsiteX6" fmla="*/ -514 w 775086"/>
                <a:gd name="connsiteY6" fmla="*/ 924050 h 1019493"/>
                <a:gd name="connsiteX7" fmla="*/ 66893 w 775086"/>
                <a:gd name="connsiteY7" fmla="*/ 30603 h 1019493"/>
                <a:gd name="connsiteX8" fmla="*/ 260029 w 775086"/>
                <a:gd name="connsiteY8" fmla="*/ -210 h 101949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775086" h="1019493">
                  <a:moveTo>
                    <a:pt x="259966" y="-210"/>
                  </a:moveTo>
                  <a:cubicBezTo>
                    <a:pt x="277882" y="79268"/>
                    <a:pt x="372734" y="81873"/>
                    <a:pt x="380676" y="81873"/>
                  </a:cubicBezTo>
                  <a:lnTo>
                    <a:pt x="383217" y="81873"/>
                  </a:lnTo>
                  <a:cubicBezTo>
                    <a:pt x="390904" y="81873"/>
                    <a:pt x="480611" y="79268"/>
                    <a:pt x="501132" y="-210"/>
                  </a:cubicBezTo>
                  <a:lnTo>
                    <a:pt x="703735" y="40832"/>
                  </a:lnTo>
                  <a:lnTo>
                    <a:pt x="774573" y="943109"/>
                  </a:lnTo>
                  <a:cubicBezTo>
                    <a:pt x="615743" y="1025700"/>
                    <a:pt x="132394" y="1069347"/>
                    <a:pt x="-514" y="924050"/>
                  </a:cubicBezTo>
                  <a:lnTo>
                    <a:pt x="66893" y="30603"/>
                  </a:lnTo>
                  <a:lnTo>
                    <a:pt x="260029" y="-210"/>
                  </a:lnTo>
                  <a:close/>
                </a:path>
              </a:pathLst>
            </a:custGeom>
            <a:solidFill>
              <a:srgbClr val="00065B"/>
            </a:solidFill>
            <a:ln w="6346" cap="flat">
              <a:noFill/>
              <a:prstDash val="solid"/>
              <a:miter/>
            </a:ln>
          </p:spPr>
          <p:txBody>
            <a:bodyPr rtlCol="0" anchor="ctr"/>
            <a:lstStyle/>
            <a:p>
              <a:endParaRPr lang="zh-CN" altLang="en-US"/>
            </a:p>
          </p:txBody>
        </p:sp>
        <p:sp>
          <p:nvSpPr>
            <p:cNvPr id="71" name="任意多边形 40">
              <a:extLst>
                <a:ext uri="{FF2B5EF4-FFF2-40B4-BE49-F238E27FC236}">
                  <a16:creationId xmlns:a16="http://schemas.microsoft.com/office/drawing/2014/main" id="{3E506382-0848-41BF-83C6-7C1DB9B648F6}"/>
                </a:ext>
              </a:extLst>
            </p:cNvPr>
            <p:cNvSpPr/>
            <p:nvPr/>
          </p:nvSpPr>
          <p:spPr>
            <a:xfrm>
              <a:off x="5368249" y="3005839"/>
              <a:ext cx="792980" cy="422613"/>
            </a:xfrm>
            <a:custGeom>
              <a:avLst/>
              <a:gdLst>
                <a:gd name="connsiteX0" fmla="*/ 698477 w 700375"/>
                <a:gd name="connsiteY0" fmla="*/ 67344 h 373260"/>
                <a:gd name="connsiteX1" fmla="*/ 582976 w 700375"/>
                <a:gd name="connsiteY1" fmla="*/ 238880 h 373260"/>
                <a:gd name="connsiteX2" fmla="*/ 51470 w 700375"/>
                <a:gd name="connsiteY2" fmla="*/ 369755 h 373260"/>
                <a:gd name="connsiteX3" fmla="*/ 51470 w 700375"/>
                <a:gd name="connsiteY3" fmla="*/ 261751 h 373260"/>
                <a:gd name="connsiteX4" fmla="*/ 505786 w 700375"/>
                <a:gd name="connsiteY4" fmla="*/ 161816 h 373260"/>
                <a:gd name="connsiteX5" fmla="*/ 580181 w 700375"/>
                <a:gd name="connsiteY5" fmla="*/ 74714 h 373260"/>
                <a:gd name="connsiteX6" fmla="*/ 587932 w 700375"/>
                <a:gd name="connsiteY6" fmla="*/ 56798 h 373260"/>
                <a:gd name="connsiteX7" fmla="*/ 587932 w 700375"/>
                <a:gd name="connsiteY7" fmla="*/ 59339 h 373260"/>
                <a:gd name="connsiteX8" fmla="*/ 590474 w 700375"/>
                <a:gd name="connsiteY8" fmla="*/ 51652 h 373260"/>
                <a:gd name="connsiteX9" fmla="*/ 593015 w 700375"/>
                <a:gd name="connsiteY9" fmla="*/ 38945 h 373260"/>
                <a:gd name="connsiteX10" fmla="*/ 698287 w 700375"/>
                <a:gd name="connsiteY10" fmla="*/ 67154 h 37326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700375" h="373260">
                  <a:moveTo>
                    <a:pt x="698477" y="67344"/>
                  </a:moveTo>
                  <a:cubicBezTo>
                    <a:pt x="683039" y="133989"/>
                    <a:pt x="634310" y="195488"/>
                    <a:pt x="582976" y="238880"/>
                  </a:cubicBezTo>
                  <a:cubicBezTo>
                    <a:pt x="439014" y="362068"/>
                    <a:pt x="233933" y="382525"/>
                    <a:pt x="51470" y="369755"/>
                  </a:cubicBezTo>
                  <a:cubicBezTo>
                    <a:pt x="-17843" y="364609"/>
                    <a:pt x="-17843" y="256986"/>
                    <a:pt x="51470" y="261751"/>
                  </a:cubicBezTo>
                  <a:cubicBezTo>
                    <a:pt x="202930" y="274457"/>
                    <a:pt x="385139" y="264356"/>
                    <a:pt x="505786" y="161816"/>
                  </a:cubicBezTo>
                  <a:cubicBezTo>
                    <a:pt x="541681" y="131066"/>
                    <a:pt x="559660" y="110609"/>
                    <a:pt x="580181" y="74714"/>
                  </a:cubicBezTo>
                  <a:cubicBezTo>
                    <a:pt x="582284" y="68545"/>
                    <a:pt x="584876" y="62554"/>
                    <a:pt x="587932" y="56798"/>
                  </a:cubicBezTo>
                  <a:cubicBezTo>
                    <a:pt x="593015" y="46506"/>
                    <a:pt x="582786" y="69504"/>
                    <a:pt x="587932" y="59339"/>
                  </a:cubicBezTo>
                  <a:cubicBezTo>
                    <a:pt x="587932" y="56798"/>
                    <a:pt x="590474" y="54193"/>
                    <a:pt x="590474" y="51652"/>
                  </a:cubicBezTo>
                  <a:cubicBezTo>
                    <a:pt x="591077" y="47370"/>
                    <a:pt x="591928" y="43132"/>
                    <a:pt x="593015" y="38945"/>
                  </a:cubicBezTo>
                  <a:cubicBezTo>
                    <a:pt x="610994" y="-30241"/>
                    <a:pt x="713725" y="509"/>
                    <a:pt x="698287" y="67154"/>
                  </a:cubicBezTo>
                  <a:close/>
                </a:path>
              </a:pathLst>
            </a:custGeom>
            <a:solidFill>
              <a:srgbClr val="FED0D6"/>
            </a:solidFill>
            <a:ln w="6346" cap="flat">
              <a:noFill/>
              <a:prstDash val="solid"/>
              <a:miter/>
            </a:ln>
          </p:spPr>
          <p:txBody>
            <a:bodyPr rtlCol="0" anchor="ctr"/>
            <a:lstStyle/>
            <a:p>
              <a:endParaRPr lang="zh-CN" altLang="en-US"/>
            </a:p>
          </p:txBody>
        </p:sp>
        <p:sp>
          <p:nvSpPr>
            <p:cNvPr id="72" name="任意多边形 41">
              <a:extLst>
                <a:ext uri="{FF2B5EF4-FFF2-40B4-BE49-F238E27FC236}">
                  <a16:creationId xmlns:a16="http://schemas.microsoft.com/office/drawing/2014/main" id="{30D2D71B-256A-414B-9FC2-E923AFE30EBD}"/>
                </a:ext>
              </a:extLst>
            </p:cNvPr>
            <p:cNvSpPr/>
            <p:nvPr/>
          </p:nvSpPr>
          <p:spPr>
            <a:xfrm>
              <a:off x="5555003" y="2870989"/>
              <a:ext cx="617392" cy="613005"/>
            </a:xfrm>
            <a:custGeom>
              <a:avLst/>
              <a:gdLst>
                <a:gd name="connsiteX0" fmla="*/ 14860 w 545292"/>
                <a:gd name="connsiteY0" fmla="*/ 541208 h 541418"/>
                <a:gd name="connsiteX1" fmla="*/ 534550 w 545292"/>
                <a:gd name="connsiteY1" fmla="*/ 283332 h 541418"/>
                <a:gd name="connsiteX2" fmla="*/ 544778 w 545292"/>
                <a:gd name="connsiteY2" fmla="*/ -210 h 541418"/>
                <a:gd name="connsiteX3" fmla="*/ 544778 w 545292"/>
                <a:gd name="connsiteY3" fmla="*/ -210 h 541418"/>
                <a:gd name="connsiteX4" fmla="*/ 356661 w 545292"/>
                <a:gd name="connsiteY4" fmla="*/ 143562 h 541418"/>
                <a:gd name="connsiteX5" fmla="*/ -514 w 545292"/>
                <a:gd name="connsiteY5" fmla="*/ 353662 h 54141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545292" h="541418">
                  <a:moveTo>
                    <a:pt x="14860" y="541208"/>
                  </a:moveTo>
                  <a:cubicBezTo>
                    <a:pt x="14860" y="541208"/>
                    <a:pt x="369367" y="543812"/>
                    <a:pt x="534550" y="283332"/>
                  </a:cubicBezTo>
                  <a:lnTo>
                    <a:pt x="544778" y="-210"/>
                  </a:lnTo>
                  <a:lnTo>
                    <a:pt x="544778" y="-210"/>
                  </a:lnTo>
                  <a:cubicBezTo>
                    <a:pt x="544778" y="-210"/>
                    <a:pt x="471018" y="3793"/>
                    <a:pt x="356661" y="143562"/>
                  </a:cubicBezTo>
                  <a:cubicBezTo>
                    <a:pt x="285251" y="230855"/>
                    <a:pt x="140653" y="363890"/>
                    <a:pt x="-514" y="353662"/>
                  </a:cubicBezTo>
                  <a:close/>
                </a:path>
              </a:pathLst>
            </a:custGeom>
            <a:solidFill>
              <a:srgbClr val="434CC0"/>
            </a:solidFill>
            <a:ln w="6346" cap="flat">
              <a:noFill/>
              <a:prstDash val="solid"/>
              <a:miter/>
            </a:ln>
          </p:spPr>
          <p:txBody>
            <a:bodyPr rtlCol="0" anchor="ctr"/>
            <a:lstStyle/>
            <a:p>
              <a:endParaRPr lang="zh-CN" altLang="en-US"/>
            </a:p>
          </p:txBody>
        </p:sp>
        <p:sp>
          <p:nvSpPr>
            <p:cNvPr id="73" name="任意多边形 42">
              <a:extLst>
                <a:ext uri="{FF2B5EF4-FFF2-40B4-BE49-F238E27FC236}">
                  <a16:creationId xmlns:a16="http://schemas.microsoft.com/office/drawing/2014/main" id="{BA786EEB-0D82-4E4F-9203-036990F227FC}"/>
                </a:ext>
              </a:extLst>
            </p:cNvPr>
            <p:cNvSpPr/>
            <p:nvPr/>
          </p:nvSpPr>
          <p:spPr>
            <a:xfrm>
              <a:off x="4621893" y="1105990"/>
              <a:ext cx="1140920" cy="1998720"/>
            </a:xfrm>
            <a:custGeom>
              <a:avLst/>
              <a:gdLst>
                <a:gd name="connsiteX0" fmla="*/ 596690 w 1007682"/>
                <a:gd name="connsiteY0" fmla="*/ 1042540 h 1765307"/>
                <a:gd name="connsiteX1" fmla="*/ 596690 w 1007682"/>
                <a:gd name="connsiteY1" fmla="*/ 1209120 h 1765307"/>
                <a:gd name="connsiteX2" fmla="*/ 479747 w 1007682"/>
                <a:gd name="connsiteY2" fmla="*/ 1332124 h 1765307"/>
                <a:gd name="connsiteX3" fmla="*/ 473502 w 1007682"/>
                <a:gd name="connsiteY3" fmla="*/ 1332118 h 1765307"/>
                <a:gd name="connsiteX4" fmla="*/ 350314 w 1007682"/>
                <a:gd name="connsiteY4" fmla="*/ 1209120 h 1765307"/>
                <a:gd name="connsiteX5" fmla="*/ 350314 w 1007682"/>
                <a:gd name="connsiteY5" fmla="*/ 945209 h 1765307"/>
                <a:gd name="connsiteX6" fmla="*/ 352855 w 1007682"/>
                <a:gd name="connsiteY6" fmla="*/ 940063 h 1765307"/>
                <a:gd name="connsiteX7" fmla="*/ 350314 w 1007682"/>
                <a:gd name="connsiteY7" fmla="*/ 934981 h 1765307"/>
                <a:gd name="connsiteX8" fmla="*/ 473502 w 1007682"/>
                <a:gd name="connsiteY8" fmla="*/ 811983 h 1765307"/>
                <a:gd name="connsiteX9" fmla="*/ 760983 w 1007682"/>
                <a:gd name="connsiteY9" fmla="*/ 530157 h 1765307"/>
                <a:gd name="connsiteX10" fmla="*/ 473502 w 1007682"/>
                <a:gd name="connsiteY10" fmla="*/ 245725 h 1765307"/>
                <a:gd name="connsiteX11" fmla="*/ 229667 w 1007682"/>
                <a:gd name="connsiteY11" fmla="*/ 384097 h 1765307"/>
                <a:gd name="connsiteX12" fmla="*/ 62134 w 1007682"/>
                <a:gd name="connsiteY12" fmla="*/ 430888 h 1765307"/>
                <a:gd name="connsiteX13" fmla="*/ 15343 w 1007682"/>
                <a:gd name="connsiteY13" fmla="*/ 263355 h 1765307"/>
                <a:gd name="connsiteX14" fmla="*/ 16645 w 1007682"/>
                <a:gd name="connsiteY14" fmla="*/ 261100 h 1765307"/>
                <a:gd name="connsiteX15" fmla="*/ 473502 w 1007682"/>
                <a:gd name="connsiteY15" fmla="*/ -206 h 1765307"/>
                <a:gd name="connsiteX16" fmla="*/ 1007168 w 1007682"/>
                <a:gd name="connsiteY16" fmla="*/ 530157 h 1765307"/>
                <a:gd name="connsiteX17" fmla="*/ 596499 w 1007682"/>
                <a:gd name="connsiteY17" fmla="*/ 1042540 h 1765307"/>
                <a:gd name="connsiteX18" fmla="*/ 596690 w 1007682"/>
                <a:gd name="connsiteY18" fmla="*/ 1595965 h 1765307"/>
                <a:gd name="connsiteX19" fmla="*/ 596690 w 1007682"/>
                <a:gd name="connsiteY19" fmla="*/ 1642089 h 1765307"/>
                <a:gd name="connsiteX20" fmla="*/ 473502 w 1007682"/>
                <a:gd name="connsiteY20" fmla="*/ 1765086 h 1765307"/>
                <a:gd name="connsiteX21" fmla="*/ 350314 w 1007682"/>
                <a:gd name="connsiteY21" fmla="*/ 1645221 h 1765307"/>
                <a:gd name="connsiteX22" fmla="*/ 350314 w 1007682"/>
                <a:gd name="connsiteY22" fmla="*/ 1642089 h 1765307"/>
                <a:gd name="connsiteX23" fmla="*/ 350314 w 1007682"/>
                <a:gd name="connsiteY23" fmla="*/ 1595965 h 1765307"/>
                <a:gd name="connsiteX24" fmla="*/ 473502 w 1007682"/>
                <a:gd name="connsiteY24" fmla="*/ 1473031 h 1765307"/>
                <a:gd name="connsiteX25" fmla="*/ 596690 w 1007682"/>
                <a:gd name="connsiteY25" fmla="*/ 1592769 h 1765307"/>
                <a:gd name="connsiteX26" fmla="*/ 596690 w 1007682"/>
                <a:gd name="connsiteY26" fmla="*/ 1595965 h 17653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Lst>
              <a:rect l="l" t="t" r="r" b="b"/>
              <a:pathLst>
                <a:path w="1007682" h="1765307">
                  <a:moveTo>
                    <a:pt x="596690" y="1042540"/>
                  </a:moveTo>
                  <a:lnTo>
                    <a:pt x="596690" y="1209120"/>
                  </a:lnTo>
                  <a:cubicBezTo>
                    <a:pt x="598361" y="1275377"/>
                    <a:pt x="546004" y="1330447"/>
                    <a:pt x="479747" y="1332124"/>
                  </a:cubicBezTo>
                  <a:cubicBezTo>
                    <a:pt x="477663" y="1332175"/>
                    <a:pt x="475579" y="1332175"/>
                    <a:pt x="473502" y="1332118"/>
                  </a:cubicBezTo>
                  <a:cubicBezTo>
                    <a:pt x="405529" y="1332156"/>
                    <a:pt x="350384" y="1277093"/>
                    <a:pt x="350314" y="1209120"/>
                  </a:cubicBezTo>
                  <a:lnTo>
                    <a:pt x="350314" y="945209"/>
                  </a:lnTo>
                  <a:cubicBezTo>
                    <a:pt x="350314" y="942668"/>
                    <a:pt x="352855" y="942668"/>
                    <a:pt x="352855" y="940063"/>
                  </a:cubicBezTo>
                  <a:cubicBezTo>
                    <a:pt x="350314" y="937522"/>
                    <a:pt x="350314" y="937522"/>
                    <a:pt x="350314" y="934981"/>
                  </a:cubicBezTo>
                  <a:cubicBezTo>
                    <a:pt x="350314" y="870941"/>
                    <a:pt x="406793" y="811983"/>
                    <a:pt x="473502" y="811983"/>
                  </a:cubicBezTo>
                  <a:cubicBezTo>
                    <a:pt x="632649" y="811983"/>
                    <a:pt x="760983" y="686445"/>
                    <a:pt x="760983" y="530157"/>
                  </a:cubicBezTo>
                  <a:cubicBezTo>
                    <a:pt x="760983" y="368723"/>
                    <a:pt x="632649" y="245725"/>
                    <a:pt x="473502" y="245725"/>
                  </a:cubicBezTo>
                  <a:cubicBezTo>
                    <a:pt x="373636" y="246094"/>
                    <a:pt x="281198" y="298552"/>
                    <a:pt x="229667" y="384097"/>
                  </a:cubicBezTo>
                  <a:cubicBezTo>
                    <a:pt x="196326" y="443283"/>
                    <a:pt x="121320" y="464230"/>
                    <a:pt x="62134" y="430888"/>
                  </a:cubicBezTo>
                  <a:cubicBezTo>
                    <a:pt x="2948" y="397547"/>
                    <a:pt x="-17999" y="322541"/>
                    <a:pt x="15343" y="263355"/>
                  </a:cubicBezTo>
                  <a:cubicBezTo>
                    <a:pt x="15769" y="262599"/>
                    <a:pt x="16201" y="261850"/>
                    <a:pt x="16645" y="261100"/>
                  </a:cubicBezTo>
                  <a:cubicBezTo>
                    <a:pt x="111346" y="98668"/>
                    <a:pt x="285480" y="-930"/>
                    <a:pt x="473502" y="-206"/>
                  </a:cubicBezTo>
                  <a:cubicBezTo>
                    <a:pt x="766129" y="-206"/>
                    <a:pt x="1007168" y="235497"/>
                    <a:pt x="1007168" y="530157"/>
                  </a:cubicBezTo>
                  <a:cubicBezTo>
                    <a:pt x="1007168" y="778693"/>
                    <a:pt x="832647" y="988792"/>
                    <a:pt x="596499" y="1042540"/>
                  </a:cubicBezTo>
                  <a:close/>
                  <a:moveTo>
                    <a:pt x="596690" y="1595965"/>
                  </a:moveTo>
                  <a:lnTo>
                    <a:pt x="596690" y="1642089"/>
                  </a:lnTo>
                  <a:cubicBezTo>
                    <a:pt x="596690" y="1713816"/>
                    <a:pt x="545356" y="1765086"/>
                    <a:pt x="473502" y="1765086"/>
                  </a:cubicBezTo>
                  <a:cubicBezTo>
                    <a:pt x="406387" y="1766001"/>
                    <a:pt x="351235" y="1712336"/>
                    <a:pt x="350314" y="1645221"/>
                  </a:cubicBezTo>
                  <a:cubicBezTo>
                    <a:pt x="350301" y="1644179"/>
                    <a:pt x="350301" y="1643131"/>
                    <a:pt x="350314" y="1642089"/>
                  </a:cubicBezTo>
                  <a:lnTo>
                    <a:pt x="350314" y="1595965"/>
                  </a:lnTo>
                  <a:cubicBezTo>
                    <a:pt x="351305" y="1528386"/>
                    <a:pt x="405923" y="1473882"/>
                    <a:pt x="473502" y="1473031"/>
                  </a:cubicBezTo>
                  <a:cubicBezTo>
                    <a:pt x="540585" y="1472078"/>
                    <a:pt x="595737" y="1525686"/>
                    <a:pt x="596690" y="1592769"/>
                  </a:cubicBezTo>
                  <a:cubicBezTo>
                    <a:pt x="596703" y="1593830"/>
                    <a:pt x="596703" y="1594897"/>
                    <a:pt x="596690" y="1595965"/>
                  </a:cubicBezTo>
                  <a:close/>
                </a:path>
              </a:pathLst>
            </a:custGeom>
            <a:solidFill>
              <a:srgbClr val="FFC545"/>
            </a:solidFill>
            <a:ln w="6346" cap="flat">
              <a:noFill/>
              <a:prstDash val="solid"/>
              <a:miter/>
            </a:ln>
          </p:spPr>
          <p:txBody>
            <a:bodyPr rtlCol="0" anchor="ctr"/>
            <a:lstStyle/>
            <a:p>
              <a:endParaRPr lang="zh-CN" altLang="en-US"/>
            </a:p>
          </p:txBody>
        </p:sp>
        <p:sp>
          <p:nvSpPr>
            <p:cNvPr id="74" name="任意多边形 43">
              <a:extLst>
                <a:ext uri="{FF2B5EF4-FFF2-40B4-BE49-F238E27FC236}">
                  <a16:creationId xmlns:a16="http://schemas.microsoft.com/office/drawing/2014/main" id="{836BDD9B-A3A3-436B-9A4F-488CC1FEE000}"/>
                </a:ext>
              </a:extLst>
            </p:cNvPr>
            <p:cNvSpPr/>
            <p:nvPr/>
          </p:nvSpPr>
          <p:spPr>
            <a:xfrm>
              <a:off x="6447837" y="2687348"/>
              <a:ext cx="549892" cy="723736"/>
            </a:xfrm>
            <a:custGeom>
              <a:avLst/>
              <a:gdLst>
                <a:gd name="connsiteX0" fmla="*/ 104936 w 485675"/>
                <a:gd name="connsiteY0" fmla="*/ 49599 h 639217"/>
                <a:gd name="connsiteX1" fmla="*/ 228188 w 485675"/>
                <a:gd name="connsiteY1" fmla="*/ 397943 h 639217"/>
                <a:gd name="connsiteX2" fmla="*/ 282126 w 485675"/>
                <a:gd name="connsiteY2" fmla="*/ 492733 h 639217"/>
                <a:gd name="connsiteX3" fmla="*/ 305252 w 485675"/>
                <a:gd name="connsiteY3" fmla="*/ 523482 h 639217"/>
                <a:gd name="connsiteX4" fmla="*/ 315544 w 485675"/>
                <a:gd name="connsiteY4" fmla="*/ 533711 h 639217"/>
                <a:gd name="connsiteX5" fmla="*/ 294959 w 485675"/>
                <a:gd name="connsiteY5" fmla="*/ 533711 h 639217"/>
                <a:gd name="connsiteX6" fmla="*/ 310398 w 485675"/>
                <a:gd name="connsiteY6" fmla="*/ 513253 h 639217"/>
                <a:gd name="connsiteX7" fmla="*/ 341210 w 485675"/>
                <a:gd name="connsiteY7" fmla="*/ 456837 h 639217"/>
                <a:gd name="connsiteX8" fmla="*/ 379711 w 485675"/>
                <a:gd name="connsiteY8" fmla="*/ 308300 h 639217"/>
                <a:gd name="connsiteX9" fmla="*/ 484982 w 485675"/>
                <a:gd name="connsiteY9" fmla="*/ 308300 h 639217"/>
                <a:gd name="connsiteX10" fmla="*/ 364272 w 485675"/>
                <a:gd name="connsiteY10" fmla="*/ 613252 h 639217"/>
                <a:gd name="connsiteX11" fmla="*/ 179395 w 485675"/>
                <a:gd name="connsiteY11" fmla="*/ 528692 h 639217"/>
                <a:gd name="connsiteX12" fmla="*/ 53602 w 485675"/>
                <a:gd name="connsiteY12" fmla="*/ 267449 h 639217"/>
                <a:gd name="connsiteX13" fmla="*/ -336 w 485675"/>
                <a:gd name="connsiteY13" fmla="*/ 49726 h 639217"/>
                <a:gd name="connsiteX14" fmla="*/ 104936 w 485675"/>
                <a:gd name="connsiteY14" fmla="*/ 49726 h 6392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485675" h="639217">
                  <a:moveTo>
                    <a:pt x="104936" y="49599"/>
                  </a:moveTo>
                  <a:cubicBezTo>
                    <a:pt x="115228" y="172533"/>
                    <a:pt x="174312" y="290384"/>
                    <a:pt x="228188" y="397943"/>
                  </a:cubicBezTo>
                  <a:cubicBezTo>
                    <a:pt x="246167" y="431234"/>
                    <a:pt x="261605" y="461983"/>
                    <a:pt x="282126" y="492733"/>
                  </a:cubicBezTo>
                  <a:lnTo>
                    <a:pt x="305252" y="523482"/>
                  </a:lnTo>
                  <a:cubicBezTo>
                    <a:pt x="307793" y="528565"/>
                    <a:pt x="320626" y="536188"/>
                    <a:pt x="315544" y="533711"/>
                  </a:cubicBezTo>
                  <a:cubicBezTo>
                    <a:pt x="297564" y="541398"/>
                    <a:pt x="290131" y="541398"/>
                    <a:pt x="294959" y="533711"/>
                  </a:cubicBezTo>
                  <a:cubicBezTo>
                    <a:pt x="302647" y="528565"/>
                    <a:pt x="305252" y="521004"/>
                    <a:pt x="310398" y="513253"/>
                  </a:cubicBezTo>
                  <a:cubicBezTo>
                    <a:pt x="322596" y="495566"/>
                    <a:pt x="332951" y="476659"/>
                    <a:pt x="341210" y="456837"/>
                  </a:cubicBezTo>
                  <a:cubicBezTo>
                    <a:pt x="364145" y="410497"/>
                    <a:pt x="377233" y="359932"/>
                    <a:pt x="379711" y="308300"/>
                  </a:cubicBezTo>
                  <a:cubicBezTo>
                    <a:pt x="382252" y="241719"/>
                    <a:pt x="490129" y="241719"/>
                    <a:pt x="484982" y="308300"/>
                  </a:cubicBezTo>
                  <a:cubicBezTo>
                    <a:pt x="479837" y="410777"/>
                    <a:pt x="441336" y="541398"/>
                    <a:pt x="364272" y="613252"/>
                  </a:cubicBezTo>
                  <a:cubicBezTo>
                    <a:pt x="287208" y="685107"/>
                    <a:pt x="218149" y="590190"/>
                    <a:pt x="179395" y="528692"/>
                  </a:cubicBezTo>
                  <a:cubicBezTo>
                    <a:pt x="128061" y="446736"/>
                    <a:pt x="92102" y="357156"/>
                    <a:pt x="53602" y="267449"/>
                  </a:cubicBezTo>
                  <a:cubicBezTo>
                    <a:pt x="25185" y="197869"/>
                    <a:pt x="7014" y="124528"/>
                    <a:pt x="-336" y="49726"/>
                  </a:cubicBezTo>
                  <a:cubicBezTo>
                    <a:pt x="-5419" y="-16855"/>
                    <a:pt x="99853" y="-16855"/>
                    <a:pt x="104936" y="49726"/>
                  </a:cubicBezTo>
                  <a:close/>
                </a:path>
              </a:pathLst>
            </a:custGeom>
            <a:solidFill>
              <a:srgbClr val="FED0D6"/>
            </a:solidFill>
            <a:ln w="6346" cap="flat">
              <a:noFill/>
              <a:prstDash val="solid"/>
              <a:miter/>
            </a:ln>
          </p:spPr>
          <p:txBody>
            <a:bodyPr rtlCol="0" anchor="ctr"/>
            <a:lstStyle/>
            <a:p>
              <a:endParaRPr lang="zh-CN" altLang="en-US"/>
            </a:p>
          </p:txBody>
        </p:sp>
        <p:sp>
          <p:nvSpPr>
            <p:cNvPr id="75" name="任意多边形 44">
              <a:extLst>
                <a:ext uri="{FF2B5EF4-FFF2-40B4-BE49-F238E27FC236}">
                  <a16:creationId xmlns:a16="http://schemas.microsoft.com/office/drawing/2014/main" id="{E77ECC1A-3EE9-4BEE-81C8-95AD2EF5A8E1}"/>
                </a:ext>
              </a:extLst>
            </p:cNvPr>
            <p:cNvSpPr/>
            <p:nvPr/>
          </p:nvSpPr>
          <p:spPr>
            <a:xfrm>
              <a:off x="6450484" y="2821356"/>
              <a:ext cx="595677" cy="626971"/>
            </a:xfrm>
            <a:custGeom>
              <a:avLst/>
              <a:gdLst>
                <a:gd name="connsiteX0" fmla="*/ 391667 w 526113"/>
                <a:gd name="connsiteY0" fmla="*/ 53983 h 553753"/>
                <a:gd name="connsiteX1" fmla="*/ 525083 w 526113"/>
                <a:gd name="connsiteY1" fmla="*/ 215734 h 553753"/>
                <a:gd name="connsiteX2" fmla="*/ 273815 w 526113"/>
                <a:gd name="connsiteY2" fmla="*/ 552135 h 553753"/>
                <a:gd name="connsiteX3" fmla="*/ -514 w 526113"/>
                <a:gd name="connsiteY3" fmla="*/ 53983 h 553753"/>
                <a:gd name="connsiteX4" fmla="*/ 137540 w 526113"/>
                <a:gd name="connsiteY4" fmla="*/ -210 h 553753"/>
                <a:gd name="connsiteX5" fmla="*/ 299037 w 526113"/>
                <a:gd name="connsiteY5" fmla="*/ 364398 h 553753"/>
                <a:gd name="connsiteX6" fmla="*/ 391667 w 526113"/>
                <a:gd name="connsiteY6" fmla="*/ 53983 h 5537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526113" h="553753">
                  <a:moveTo>
                    <a:pt x="391667" y="53983"/>
                  </a:moveTo>
                  <a:cubicBezTo>
                    <a:pt x="391667" y="53983"/>
                    <a:pt x="535248" y="69357"/>
                    <a:pt x="525083" y="215734"/>
                  </a:cubicBezTo>
                  <a:cubicBezTo>
                    <a:pt x="514791" y="364653"/>
                    <a:pt x="391667" y="572656"/>
                    <a:pt x="273815" y="552135"/>
                  </a:cubicBezTo>
                  <a:cubicBezTo>
                    <a:pt x="155837" y="529009"/>
                    <a:pt x="27630" y="187463"/>
                    <a:pt x="-514" y="53983"/>
                  </a:cubicBezTo>
                  <a:lnTo>
                    <a:pt x="137540" y="-210"/>
                  </a:lnTo>
                  <a:cubicBezTo>
                    <a:pt x="137540" y="-210"/>
                    <a:pt x="275975" y="356711"/>
                    <a:pt x="299037" y="364398"/>
                  </a:cubicBezTo>
                  <a:lnTo>
                    <a:pt x="391667" y="53983"/>
                  </a:lnTo>
                  <a:close/>
                </a:path>
              </a:pathLst>
            </a:custGeom>
            <a:solidFill>
              <a:srgbClr val="434CC0"/>
            </a:solidFill>
            <a:ln w="6346" cap="flat">
              <a:noFill/>
              <a:prstDash val="solid"/>
              <a:miter/>
            </a:ln>
          </p:spPr>
          <p:txBody>
            <a:bodyPr rtlCol="0" anchor="ctr"/>
            <a:lstStyle/>
            <a:p>
              <a:endParaRPr lang="zh-CN" altLang="en-US"/>
            </a:p>
          </p:txBody>
        </p:sp>
        <p:sp>
          <p:nvSpPr>
            <p:cNvPr id="76" name="任意多边形 45">
              <a:extLst>
                <a:ext uri="{FF2B5EF4-FFF2-40B4-BE49-F238E27FC236}">
                  <a16:creationId xmlns:a16="http://schemas.microsoft.com/office/drawing/2014/main" id="{3A930D93-7343-42DD-8EC2-9B4FDF5FD0DD}"/>
                </a:ext>
              </a:extLst>
            </p:cNvPr>
            <p:cNvSpPr/>
            <p:nvPr/>
          </p:nvSpPr>
          <p:spPr>
            <a:xfrm>
              <a:off x="8263601" y="2004798"/>
              <a:ext cx="273214" cy="237195"/>
            </a:xfrm>
            <a:custGeom>
              <a:avLst/>
              <a:gdLst>
                <a:gd name="connsiteX0" fmla="*/ -513 w 241308"/>
                <a:gd name="connsiteY0" fmla="*/ 130082 h 209495"/>
                <a:gd name="connsiteX1" fmla="*/ 215813 w 241308"/>
                <a:gd name="connsiteY1" fmla="*/ 56513 h 209495"/>
                <a:gd name="connsiteX2" fmla="*/ 122294 w 241308"/>
                <a:gd name="connsiteY2" fmla="*/ 208608 h 209495"/>
                <a:gd name="connsiteX3" fmla="*/ 21470 w 241308"/>
                <a:gd name="connsiteY3" fmla="*/ 130972 h 209495"/>
              </a:gdLst>
              <a:ahLst/>
              <a:cxnLst>
                <a:cxn ang="0">
                  <a:pos x="connsiteX0" y="connsiteY0"/>
                </a:cxn>
                <a:cxn ang="0">
                  <a:pos x="connsiteX1" y="connsiteY1"/>
                </a:cxn>
                <a:cxn ang="0">
                  <a:pos x="connsiteX2" y="connsiteY2"/>
                </a:cxn>
                <a:cxn ang="0">
                  <a:pos x="connsiteX3" y="connsiteY3"/>
                </a:cxn>
              </a:cxnLst>
              <a:rect l="l" t="t" r="r" b="b"/>
              <a:pathLst>
                <a:path w="241308" h="209495">
                  <a:moveTo>
                    <a:pt x="-513" y="130082"/>
                  </a:moveTo>
                  <a:cubicBezTo>
                    <a:pt x="-1084" y="1177"/>
                    <a:pt x="150439" y="-48188"/>
                    <a:pt x="215813" y="56513"/>
                  </a:cubicBezTo>
                  <a:cubicBezTo>
                    <a:pt x="281187" y="161213"/>
                    <a:pt x="207046" y="216104"/>
                    <a:pt x="122294" y="208608"/>
                  </a:cubicBezTo>
                  <a:cubicBezTo>
                    <a:pt x="37543" y="201111"/>
                    <a:pt x="21470" y="130972"/>
                    <a:pt x="21470" y="130972"/>
                  </a:cubicBezTo>
                  <a:close/>
                </a:path>
              </a:pathLst>
            </a:custGeom>
            <a:solidFill>
              <a:srgbClr val="981D04"/>
            </a:solidFill>
            <a:ln w="6346" cap="flat">
              <a:noFill/>
              <a:prstDash val="solid"/>
              <a:miter/>
            </a:ln>
          </p:spPr>
          <p:txBody>
            <a:bodyPr rtlCol="0" anchor="ctr"/>
            <a:lstStyle/>
            <a:p>
              <a:endParaRPr lang="zh-CN" altLang="en-US"/>
            </a:p>
          </p:txBody>
        </p:sp>
        <p:sp>
          <p:nvSpPr>
            <p:cNvPr id="77" name="任意多边形 46">
              <a:extLst>
                <a:ext uri="{FF2B5EF4-FFF2-40B4-BE49-F238E27FC236}">
                  <a16:creationId xmlns:a16="http://schemas.microsoft.com/office/drawing/2014/main" id="{6252324E-47DF-405C-8DEC-9F0D14E960A9}"/>
                </a:ext>
              </a:extLst>
            </p:cNvPr>
            <p:cNvSpPr/>
            <p:nvPr/>
          </p:nvSpPr>
          <p:spPr>
            <a:xfrm>
              <a:off x="8197929" y="2105151"/>
              <a:ext cx="197911" cy="239513"/>
            </a:xfrm>
            <a:custGeom>
              <a:avLst/>
              <a:gdLst>
                <a:gd name="connsiteX0" fmla="*/ -514 w 174799"/>
                <a:gd name="connsiteY0" fmla="*/ 24739 h 211542"/>
                <a:gd name="connsiteX1" fmla="*/ 166701 w 174799"/>
                <a:gd name="connsiteY1" fmla="*/ 92020 h 211542"/>
                <a:gd name="connsiteX2" fmla="*/ 160348 w 174799"/>
                <a:gd name="connsiteY2" fmla="*/ 211332 h 211542"/>
              </a:gdLst>
              <a:ahLst/>
              <a:cxnLst>
                <a:cxn ang="0">
                  <a:pos x="connsiteX0" y="connsiteY0"/>
                </a:cxn>
                <a:cxn ang="0">
                  <a:pos x="connsiteX1" y="connsiteY1"/>
                </a:cxn>
                <a:cxn ang="0">
                  <a:pos x="connsiteX2" y="connsiteY2"/>
                </a:cxn>
              </a:cxnLst>
              <a:rect l="l" t="t" r="r" b="b"/>
              <a:pathLst>
                <a:path w="174799" h="211542">
                  <a:moveTo>
                    <a:pt x="-514" y="24739"/>
                  </a:moveTo>
                  <a:cubicBezTo>
                    <a:pt x="35890" y="-41461"/>
                    <a:pt x="146498" y="39161"/>
                    <a:pt x="166701" y="92020"/>
                  </a:cubicBezTo>
                  <a:cubicBezTo>
                    <a:pt x="186904" y="144878"/>
                    <a:pt x="160348" y="211332"/>
                    <a:pt x="160348" y="211332"/>
                  </a:cubicBezTo>
                  <a:close/>
                </a:path>
              </a:pathLst>
            </a:custGeom>
            <a:solidFill>
              <a:srgbClr val="F93F57"/>
            </a:solidFill>
            <a:ln w="6346" cap="flat">
              <a:noFill/>
              <a:prstDash val="solid"/>
              <a:miter/>
            </a:ln>
          </p:spPr>
          <p:txBody>
            <a:bodyPr rtlCol="0" anchor="ctr"/>
            <a:lstStyle/>
            <a:p>
              <a:endParaRPr lang="zh-CN" altLang="en-US"/>
            </a:p>
          </p:txBody>
        </p:sp>
        <p:sp>
          <p:nvSpPr>
            <p:cNvPr id="78" name="任意多边形 47">
              <a:extLst>
                <a:ext uri="{FF2B5EF4-FFF2-40B4-BE49-F238E27FC236}">
                  <a16:creationId xmlns:a16="http://schemas.microsoft.com/office/drawing/2014/main" id="{7BE8E4CF-88B1-4365-A96A-82EE9D8056FF}"/>
                </a:ext>
              </a:extLst>
            </p:cNvPr>
            <p:cNvSpPr/>
            <p:nvPr/>
          </p:nvSpPr>
          <p:spPr>
            <a:xfrm>
              <a:off x="7774250" y="2086348"/>
              <a:ext cx="652587" cy="579300"/>
            </a:xfrm>
            <a:custGeom>
              <a:avLst/>
              <a:gdLst>
                <a:gd name="connsiteX0" fmla="*/ -514 w 576377"/>
                <a:gd name="connsiteY0" fmla="*/ 291788 h 511649"/>
                <a:gd name="connsiteX1" fmla="*/ 355898 w 576377"/>
                <a:gd name="connsiteY1" fmla="*/ 7992 h 511649"/>
                <a:gd name="connsiteX2" fmla="*/ 556976 w 576377"/>
                <a:gd name="connsiteY2" fmla="*/ 175842 h 511649"/>
                <a:gd name="connsiteX3" fmla="*/ 473114 w 576377"/>
                <a:gd name="connsiteY3" fmla="*/ 482701 h 511649"/>
                <a:gd name="connsiteX4" fmla="*/ -514 w 576377"/>
                <a:gd name="connsiteY4" fmla="*/ 291661 h 51164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76377" h="511649">
                  <a:moveTo>
                    <a:pt x="-514" y="291788"/>
                  </a:moveTo>
                  <a:cubicBezTo>
                    <a:pt x="10667" y="33341"/>
                    <a:pt x="203739" y="-24473"/>
                    <a:pt x="355898" y="7992"/>
                  </a:cubicBezTo>
                  <a:cubicBezTo>
                    <a:pt x="508056" y="40456"/>
                    <a:pt x="556976" y="175842"/>
                    <a:pt x="556976" y="175842"/>
                  </a:cubicBezTo>
                  <a:cubicBezTo>
                    <a:pt x="556976" y="175842"/>
                    <a:pt x="635247" y="359195"/>
                    <a:pt x="473114" y="482701"/>
                  </a:cubicBezTo>
                  <a:cubicBezTo>
                    <a:pt x="310981" y="606206"/>
                    <a:pt x="-514" y="291661"/>
                    <a:pt x="-514" y="291661"/>
                  </a:cubicBezTo>
                  <a:close/>
                </a:path>
              </a:pathLst>
            </a:custGeom>
            <a:solidFill>
              <a:srgbClr val="981D04"/>
            </a:solidFill>
            <a:ln w="6346" cap="flat">
              <a:noFill/>
              <a:prstDash val="solid"/>
              <a:miter/>
            </a:ln>
          </p:spPr>
          <p:txBody>
            <a:bodyPr rtlCol="0" anchor="ctr"/>
            <a:lstStyle/>
            <a:p>
              <a:endParaRPr lang="zh-CN" altLang="en-US"/>
            </a:p>
          </p:txBody>
        </p:sp>
        <p:sp>
          <p:nvSpPr>
            <p:cNvPr id="79" name="任意多边形 48">
              <a:extLst>
                <a:ext uri="{FF2B5EF4-FFF2-40B4-BE49-F238E27FC236}">
                  <a16:creationId xmlns:a16="http://schemas.microsoft.com/office/drawing/2014/main" id="{7A8F2DE5-E7BC-4F6B-8804-E755F3A8F2B7}"/>
                </a:ext>
              </a:extLst>
            </p:cNvPr>
            <p:cNvSpPr/>
            <p:nvPr/>
          </p:nvSpPr>
          <p:spPr>
            <a:xfrm>
              <a:off x="7926027" y="2682959"/>
              <a:ext cx="248884" cy="276290"/>
            </a:xfrm>
            <a:custGeom>
              <a:avLst/>
              <a:gdLst>
                <a:gd name="connsiteX0" fmla="*/ 109395 w 219819"/>
                <a:gd name="connsiteY0" fmla="*/ 243815 h 244025"/>
                <a:gd name="connsiteX1" fmla="*/ 109395 w 219819"/>
                <a:gd name="connsiteY1" fmla="*/ 243815 h 244025"/>
                <a:gd name="connsiteX2" fmla="*/ -514 w 219819"/>
                <a:gd name="connsiteY2" fmla="*/ 160906 h 244025"/>
                <a:gd name="connsiteX3" fmla="*/ -514 w 219819"/>
                <a:gd name="connsiteY3" fmla="*/ -210 h 244025"/>
                <a:gd name="connsiteX4" fmla="*/ 219305 w 219819"/>
                <a:gd name="connsiteY4" fmla="*/ -210 h 244025"/>
                <a:gd name="connsiteX5" fmla="*/ 219305 w 219819"/>
                <a:gd name="connsiteY5" fmla="*/ 160017 h 244025"/>
                <a:gd name="connsiteX6" fmla="*/ 110602 w 219819"/>
                <a:gd name="connsiteY6" fmla="*/ 243815 h 2440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19819" h="244025">
                  <a:moveTo>
                    <a:pt x="109395" y="243815"/>
                  </a:moveTo>
                  <a:lnTo>
                    <a:pt x="109395" y="243815"/>
                  </a:lnTo>
                  <a:cubicBezTo>
                    <a:pt x="48976" y="243815"/>
                    <a:pt x="-197" y="206967"/>
                    <a:pt x="-514" y="160906"/>
                  </a:cubicBezTo>
                  <a:lnTo>
                    <a:pt x="-514" y="-210"/>
                  </a:lnTo>
                  <a:lnTo>
                    <a:pt x="219305" y="-210"/>
                  </a:lnTo>
                  <a:lnTo>
                    <a:pt x="219305" y="160017"/>
                  </a:lnTo>
                  <a:cubicBezTo>
                    <a:pt x="219305" y="206014"/>
                    <a:pt x="170958" y="243498"/>
                    <a:pt x="110602" y="243815"/>
                  </a:cubicBezTo>
                  <a:close/>
                </a:path>
              </a:pathLst>
            </a:custGeom>
            <a:solidFill>
              <a:srgbClr val="FF93B1"/>
            </a:solidFill>
            <a:ln w="6346" cap="flat">
              <a:noFill/>
              <a:prstDash val="solid"/>
              <a:miter/>
            </a:ln>
          </p:spPr>
          <p:txBody>
            <a:bodyPr rtlCol="0" anchor="ctr"/>
            <a:lstStyle/>
            <a:p>
              <a:endParaRPr lang="zh-CN" altLang="en-US"/>
            </a:p>
          </p:txBody>
        </p:sp>
        <p:sp>
          <p:nvSpPr>
            <p:cNvPr id="80" name="任意多边形 49">
              <a:extLst>
                <a:ext uri="{FF2B5EF4-FFF2-40B4-BE49-F238E27FC236}">
                  <a16:creationId xmlns:a16="http://schemas.microsoft.com/office/drawing/2014/main" id="{28060E35-7C7D-4559-8551-CE6D378953E6}"/>
                </a:ext>
              </a:extLst>
            </p:cNvPr>
            <p:cNvSpPr/>
            <p:nvPr/>
          </p:nvSpPr>
          <p:spPr>
            <a:xfrm>
              <a:off x="7730087" y="2415564"/>
              <a:ext cx="132524" cy="169000"/>
            </a:xfrm>
            <a:custGeom>
              <a:avLst/>
              <a:gdLst>
                <a:gd name="connsiteX0" fmla="*/ 93764 w 117048"/>
                <a:gd name="connsiteY0" fmla="*/ 41043 h 149264"/>
                <a:gd name="connsiteX1" fmla="*/ 1072 w 117048"/>
                <a:gd name="connsiteY1" fmla="*/ 45490 h 149264"/>
                <a:gd name="connsiteX2" fmla="*/ 95670 w 117048"/>
                <a:gd name="connsiteY2" fmla="*/ 138183 h 149264"/>
                <a:gd name="connsiteX3" fmla="*/ 93764 w 117048"/>
                <a:gd name="connsiteY3" fmla="*/ 41043 h 149264"/>
              </a:gdLst>
              <a:ahLst/>
              <a:cxnLst>
                <a:cxn ang="0">
                  <a:pos x="connsiteX0" y="connsiteY0"/>
                </a:cxn>
                <a:cxn ang="0">
                  <a:pos x="connsiteX1" y="connsiteY1"/>
                </a:cxn>
                <a:cxn ang="0">
                  <a:pos x="connsiteX2" y="connsiteY2"/>
                </a:cxn>
                <a:cxn ang="0">
                  <a:pos x="connsiteX3" y="connsiteY3"/>
                </a:cxn>
              </a:cxnLst>
              <a:rect l="l" t="t" r="r" b="b"/>
              <a:pathLst>
                <a:path w="117048" h="149264">
                  <a:moveTo>
                    <a:pt x="93764" y="41043"/>
                  </a:moveTo>
                  <a:cubicBezTo>
                    <a:pt x="64540" y="-28842"/>
                    <a:pt x="9394" y="2098"/>
                    <a:pt x="1072" y="45490"/>
                  </a:cubicBezTo>
                  <a:cubicBezTo>
                    <a:pt x="-10936" y="108450"/>
                    <a:pt x="47640" y="175857"/>
                    <a:pt x="95670" y="138183"/>
                  </a:cubicBezTo>
                  <a:cubicBezTo>
                    <a:pt x="143700" y="100509"/>
                    <a:pt x="93764" y="41043"/>
                    <a:pt x="93764" y="41043"/>
                  </a:cubicBezTo>
                  <a:close/>
                </a:path>
              </a:pathLst>
            </a:custGeom>
            <a:solidFill>
              <a:srgbClr val="FED0D6"/>
            </a:solidFill>
            <a:ln w="6346" cap="flat">
              <a:noFill/>
              <a:prstDash val="solid"/>
              <a:miter/>
            </a:ln>
          </p:spPr>
          <p:txBody>
            <a:bodyPr rtlCol="0" anchor="ctr"/>
            <a:lstStyle/>
            <a:p>
              <a:endParaRPr lang="zh-CN" altLang="en-US"/>
            </a:p>
          </p:txBody>
        </p:sp>
        <p:sp>
          <p:nvSpPr>
            <p:cNvPr id="81" name="任意多边形 50">
              <a:extLst>
                <a:ext uri="{FF2B5EF4-FFF2-40B4-BE49-F238E27FC236}">
                  <a16:creationId xmlns:a16="http://schemas.microsoft.com/office/drawing/2014/main" id="{B7535BFC-30D2-4731-82C6-4A2E9EC63EB6}"/>
                </a:ext>
              </a:extLst>
            </p:cNvPr>
            <p:cNvSpPr/>
            <p:nvPr/>
          </p:nvSpPr>
          <p:spPr>
            <a:xfrm>
              <a:off x="8248927" y="2523567"/>
              <a:ext cx="148402" cy="155616"/>
            </a:xfrm>
            <a:custGeom>
              <a:avLst/>
              <a:gdLst>
                <a:gd name="connsiteX0" fmla="*/ 44850 w 131071"/>
                <a:gd name="connsiteY0" fmla="*/ 23606 h 137443"/>
                <a:gd name="connsiteX1" fmla="*/ 129474 w 131071"/>
                <a:gd name="connsiteY1" fmla="*/ 61725 h 137443"/>
                <a:gd name="connsiteX2" fmla="*/ 7430 w 131071"/>
                <a:gd name="connsiteY2" fmla="*/ 113122 h 137443"/>
                <a:gd name="connsiteX3" fmla="*/ 44850 w 131071"/>
                <a:gd name="connsiteY3" fmla="*/ 23479 h 137443"/>
              </a:gdLst>
              <a:ahLst/>
              <a:cxnLst>
                <a:cxn ang="0">
                  <a:pos x="connsiteX0" y="connsiteY0"/>
                </a:cxn>
                <a:cxn ang="0">
                  <a:pos x="connsiteX1" y="connsiteY1"/>
                </a:cxn>
                <a:cxn ang="0">
                  <a:pos x="connsiteX2" y="connsiteY2"/>
                </a:cxn>
                <a:cxn ang="0">
                  <a:pos x="connsiteX3" y="connsiteY3"/>
                </a:cxn>
              </a:cxnLst>
              <a:rect l="l" t="t" r="r" b="b"/>
              <a:pathLst>
                <a:path w="131071" h="137443">
                  <a:moveTo>
                    <a:pt x="44850" y="23606"/>
                  </a:moveTo>
                  <a:cubicBezTo>
                    <a:pt x="97708" y="-30396"/>
                    <a:pt x="137734" y="18397"/>
                    <a:pt x="129474" y="61725"/>
                  </a:cubicBezTo>
                  <a:cubicBezTo>
                    <a:pt x="117466" y="124685"/>
                    <a:pt x="38115" y="165790"/>
                    <a:pt x="7430" y="113122"/>
                  </a:cubicBezTo>
                  <a:cubicBezTo>
                    <a:pt x="-23256" y="60455"/>
                    <a:pt x="44850" y="23479"/>
                    <a:pt x="44850" y="23479"/>
                  </a:cubicBezTo>
                  <a:close/>
                </a:path>
              </a:pathLst>
            </a:custGeom>
            <a:solidFill>
              <a:srgbClr val="FED0D6"/>
            </a:solidFill>
            <a:ln w="6346" cap="flat">
              <a:noFill/>
              <a:prstDash val="solid"/>
              <a:miter/>
            </a:ln>
          </p:spPr>
          <p:txBody>
            <a:bodyPr rtlCol="0" anchor="ctr"/>
            <a:lstStyle/>
            <a:p>
              <a:endParaRPr lang="zh-CN" altLang="en-US"/>
            </a:p>
          </p:txBody>
        </p:sp>
        <p:sp>
          <p:nvSpPr>
            <p:cNvPr id="82" name="任意多边形 51">
              <a:extLst>
                <a:ext uri="{FF2B5EF4-FFF2-40B4-BE49-F238E27FC236}">
                  <a16:creationId xmlns:a16="http://schemas.microsoft.com/office/drawing/2014/main" id="{92385593-9C3B-4BEB-AC29-7464268C7042}"/>
                </a:ext>
              </a:extLst>
            </p:cNvPr>
            <p:cNvSpPr/>
            <p:nvPr/>
          </p:nvSpPr>
          <p:spPr>
            <a:xfrm>
              <a:off x="7809723" y="2240589"/>
              <a:ext cx="532212" cy="546181"/>
            </a:xfrm>
            <a:custGeom>
              <a:avLst/>
              <a:gdLst>
                <a:gd name="connsiteX0" fmla="*/ 180923 w 470060"/>
                <a:gd name="connsiteY0" fmla="*/ 478301 h 482397"/>
                <a:gd name="connsiteX1" fmla="*/ 29463 w 470060"/>
                <a:gd name="connsiteY1" fmla="*/ 77479 h 482397"/>
                <a:gd name="connsiteX2" fmla="*/ 469484 w 470060"/>
                <a:gd name="connsiteY2" fmla="*/ 161341 h 482397"/>
                <a:gd name="connsiteX3" fmla="*/ 180923 w 470060"/>
                <a:gd name="connsiteY3" fmla="*/ 478301 h 482397"/>
              </a:gdLst>
              <a:ahLst/>
              <a:cxnLst>
                <a:cxn ang="0">
                  <a:pos x="connsiteX0" y="connsiteY0"/>
                </a:cxn>
                <a:cxn ang="0">
                  <a:pos x="connsiteX1" y="connsiteY1"/>
                </a:cxn>
                <a:cxn ang="0">
                  <a:pos x="connsiteX2" y="connsiteY2"/>
                </a:cxn>
                <a:cxn ang="0">
                  <a:pos x="connsiteX3" y="connsiteY3"/>
                </a:cxn>
              </a:cxnLst>
              <a:rect l="l" t="t" r="r" b="b"/>
              <a:pathLst>
                <a:path w="470060" h="482397">
                  <a:moveTo>
                    <a:pt x="180923" y="478301"/>
                  </a:moveTo>
                  <a:cubicBezTo>
                    <a:pt x="19045" y="447488"/>
                    <a:pt x="-42962" y="252065"/>
                    <a:pt x="29463" y="77479"/>
                  </a:cubicBezTo>
                  <a:cubicBezTo>
                    <a:pt x="89247" y="-66293"/>
                    <a:pt x="466880" y="5688"/>
                    <a:pt x="469484" y="161341"/>
                  </a:cubicBezTo>
                  <a:cubicBezTo>
                    <a:pt x="472788" y="350348"/>
                    <a:pt x="342929" y="509304"/>
                    <a:pt x="180923" y="478301"/>
                  </a:cubicBezTo>
                  <a:close/>
                </a:path>
              </a:pathLst>
            </a:custGeom>
            <a:solidFill>
              <a:srgbClr val="FED0D6"/>
            </a:solidFill>
            <a:ln w="6346" cap="flat">
              <a:noFill/>
              <a:prstDash val="solid"/>
              <a:miter/>
            </a:ln>
          </p:spPr>
          <p:txBody>
            <a:bodyPr rtlCol="0" anchor="ctr"/>
            <a:lstStyle/>
            <a:p>
              <a:endParaRPr lang="zh-CN" altLang="en-US"/>
            </a:p>
          </p:txBody>
        </p:sp>
        <p:sp>
          <p:nvSpPr>
            <p:cNvPr id="83" name="任意多边形 52">
              <a:extLst>
                <a:ext uri="{FF2B5EF4-FFF2-40B4-BE49-F238E27FC236}">
                  <a16:creationId xmlns:a16="http://schemas.microsoft.com/office/drawing/2014/main" id="{407D2E3A-6F9E-4B2D-892D-C6C819000D5E}"/>
                </a:ext>
              </a:extLst>
            </p:cNvPr>
            <p:cNvSpPr/>
            <p:nvPr/>
          </p:nvSpPr>
          <p:spPr>
            <a:xfrm>
              <a:off x="7789201" y="2165401"/>
              <a:ext cx="375782" cy="560573"/>
            </a:xfrm>
            <a:custGeom>
              <a:avLst/>
              <a:gdLst>
                <a:gd name="connsiteX0" fmla="*/ 331384 w 331898"/>
                <a:gd name="connsiteY0" fmla="*/ 36709 h 495109"/>
                <a:gd name="connsiteX1" fmla="*/ 61184 w 331898"/>
                <a:gd name="connsiteY1" fmla="*/ 494899 h 495109"/>
                <a:gd name="connsiteX2" fmla="*/ 61184 w 331898"/>
                <a:gd name="connsiteY2" fmla="*/ 494899 h 495109"/>
                <a:gd name="connsiteX3" fmla="*/ 42633 w 331898"/>
                <a:gd name="connsiteY3" fmla="*/ 73430 h 495109"/>
                <a:gd name="connsiteX4" fmla="*/ 331384 w 331898"/>
                <a:gd name="connsiteY4" fmla="*/ 36709 h 49510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31898" h="495109">
                  <a:moveTo>
                    <a:pt x="331384" y="36709"/>
                  </a:moveTo>
                  <a:cubicBezTo>
                    <a:pt x="45491" y="74002"/>
                    <a:pt x="40409" y="335308"/>
                    <a:pt x="61184" y="494899"/>
                  </a:cubicBezTo>
                  <a:lnTo>
                    <a:pt x="61184" y="494899"/>
                  </a:lnTo>
                  <a:cubicBezTo>
                    <a:pt x="61184" y="494899"/>
                    <a:pt x="-64292" y="213962"/>
                    <a:pt x="42633" y="73430"/>
                  </a:cubicBezTo>
                  <a:cubicBezTo>
                    <a:pt x="149556" y="-67102"/>
                    <a:pt x="331384" y="36709"/>
                    <a:pt x="331384" y="36709"/>
                  </a:cubicBezTo>
                  <a:close/>
                </a:path>
              </a:pathLst>
            </a:custGeom>
            <a:solidFill>
              <a:srgbClr val="981D04"/>
            </a:solidFill>
            <a:ln w="6346" cap="flat">
              <a:noFill/>
              <a:prstDash val="solid"/>
              <a:miter/>
            </a:ln>
          </p:spPr>
          <p:txBody>
            <a:bodyPr rtlCol="0" anchor="ctr"/>
            <a:lstStyle/>
            <a:p>
              <a:endParaRPr lang="zh-CN" altLang="en-US"/>
            </a:p>
          </p:txBody>
        </p:sp>
        <p:sp>
          <p:nvSpPr>
            <p:cNvPr id="84" name="任意多边形 53">
              <a:extLst>
                <a:ext uri="{FF2B5EF4-FFF2-40B4-BE49-F238E27FC236}">
                  <a16:creationId xmlns:a16="http://schemas.microsoft.com/office/drawing/2014/main" id="{E18E07DA-64BC-45EC-9A81-C53B943996C7}"/>
                </a:ext>
              </a:extLst>
            </p:cNvPr>
            <p:cNvSpPr/>
            <p:nvPr/>
          </p:nvSpPr>
          <p:spPr>
            <a:xfrm>
              <a:off x="7703109" y="2838260"/>
              <a:ext cx="683282" cy="765140"/>
            </a:xfrm>
            <a:custGeom>
              <a:avLst/>
              <a:gdLst>
                <a:gd name="connsiteX0" fmla="*/ 602973 w 603487"/>
                <a:gd name="connsiteY0" fmla="*/ 61225 h 675786"/>
                <a:gd name="connsiteX1" fmla="*/ 415491 w 603487"/>
                <a:gd name="connsiteY1" fmla="*/ -210 h 675786"/>
                <a:gd name="connsiteX2" fmla="*/ 302532 w 603487"/>
                <a:gd name="connsiteY2" fmla="*/ 86828 h 675786"/>
                <a:gd name="connsiteX3" fmla="*/ 299927 w 603487"/>
                <a:gd name="connsiteY3" fmla="*/ 86828 h 675786"/>
                <a:gd name="connsiteX4" fmla="*/ 197260 w 603487"/>
                <a:gd name="connsiteY4" fmla="*/ -210 h 675786"/>
                <a:gd name="connsiteX5" fmla="*/ -514 w 603487"/>
                <a:gd name="connsiteY5" fmla="*/ 61225 h 675786"/>
                <a:gd name="connsiteX6" fmla="*/ 24898 w 603487"/>
                <a:gd name="connsiteY6" fmla="*/ 268529 h 675786"/>
                <a:gd name="connsiteX7" fmla="*/ 50311 w 603487"/>
                <a:gd name="connsiteY7" fmla="*/ 406774 h 675786"/>
                <a:gd name="connsiteX8" fmla="*/ 88811 w 603487"/>
                <a:gd name="connsiteY8" fmla="*/ 675577 h 675786"/>
                <a:gd name="connsiteX9" fmla="*/ 512504 w 603487"/>
                <a:gd name="connsiteY9" fmla="*/ 675577 h 675786"/>
                <a:gd name="connsiteX10" fmla="*/ 553609 w 603487"/>
                <a:gd name="connsiteY10" fmla="*/ 406774 h 675786"/>
                <a:gd name="connsiteX11" fmla="*/ 576735 w 603487"/>
                <a:gd name="connsiteY11" fmla="*/ 268529 h 675786"/>
                <a:gd name="connsiteX12" fmla="*/ 602147 w 603487"/>
                <a:gd name="connsiteY12" fmla="*/ 61225 h 67578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603487" h="675786">
                  <a:moveTo>
                    <a:pt x="602973" y="61225"/>
                  </a:moveTo>
                  <a:lnTo>
                    <a:pt x="415491" y="-210"/>
                  </a:lnTo>
                  <a:cubicBezTo>
                    <a:pt x="400116" y="66308"/>
                    <a:pt x="315365" y="86828"/>
                    <a:pt x="302532" y="86828"/>
                  </a:cubicBezTo>
                  <a:lnTo>
                    <a:pt x="299927" y="86828"/>
                  </a:lnTo>
                  <a:cubicBezTo>
                    <a:pt x="287220" y="86828"/>
                    <a:pt x="212634" y="66308"/>
                    <a:pt x="197260" y="-210"/>
                  </a:cubicBezTo>
                  <a:lnTo>
                    <a:pt x="-514" y="61225"/>
                  </a:lnTo>
                  <a:lnTo>
                    <a:pt x="24898" y="268529"/>
                  </a:lnTo>
                  <a:cubicBezTo>
                    <a:pt x="24898" y="268529"/>
                    <a:pt x="9460" y="347880"/>
                    <a:pt x="50311" y="406774"/>
                  </a:cubicBezTo>
                  <a:cubicBezTo>
                    <a:pt x="88811" y="463063"/>
                    <a:pt x="88811" y="675577"/>
                    <a:pt x="88811" y="675577"/>
                  </a:cubicBezTo>
                  <a:lnTo>
                    <a:pt x="512504" y="675577"/>
                  </a:lnTo>
                  <a:cubicBezTo>
                    <a:pt x="512504" y="675577"/>
                    <a:pt x="512504" y="463063"/>
                    <a:pt x="553609" y="406774"/>
                  </a:cubicBezTo>
                  <a:cubicBezTo>
                    <a:pt x="592109" y="347880"/>
                    <a:pt x="576735" y="268529"/>
                    <a:pt x="576735" y="268529"/>
                  </a:cubicBezTo>
                  <a:lnTo>
                    <a:pt x="602147" y="61225"/>
                  </a:lnTo>
                  <a:close/>
                </a:path>
              </a:pathLst>
            </a:custGeom>
            <a:solidFill>
              <a:srgbClr val="F93F57"/>
            </a:solidFill>
            <a:ln w="6346" cap="flat">
              <a:noFill/>
              <a:prstDash val="solid"/>
              <a:miter/>
            </a:ln>
          </p:spPr>
          <p:txBody>
            <a:bodyPr rtlCol="0" anchor="ctr"/>
            <a:lstStyle/>
            <a:p>
              <a:endParaRPr lang="zh-CN" altLang="en-US"/>
            </a:p>
          </p:txBody>
        </p:sp>
        <p:sp>
          <p:nvSpPr>
            <p:cNvPr id="85" name="任意多边形 54">
              <a:extLst>
                <a:ext uri="{FF2B5EF4-FFF2-40B4-BE49-F238E27FC236}">
                  <a16:creationId xmlns:a16="http://schemas.microsoft.com/office/drawing/2014/main" id="{0F609D16-1CA4-4C9E-B918-B0155912447A}"/>
                </a:ext>
              </a:extLst>
            </p:cNvPr>
            <p:cNvSpPr/>
            <p:nvPr/>
          </p:nvSpPr>
          <p:spPr>
            <a:xfrm>
              <a:off x="7668222" y="2246131"/>
              <a:ext cx="203061" cy="147805"/>
            </a:xfrm>
            <a:custGeom>
              <a:avLst/>
              <a:gdLst>
                <a:gd name="connsiteX0" fmla="*/ -514 w 179347"/>
                <a:gd name="connsiteY0" fmla="*/ 71186 h 130544"/>
                <a:gd name="connsiteX1" fmla="*/ 171784 w 179347"/>
                <a:gd name="connsiteY1" fmla="*/ 4287 h 130544"/>
                <a:gd name="connsiteX2" fmla="*/ 43195 w 179347"/>
                <a:gd name="connsiteY2" fmla="*/ 130334 h 130544"/>
                <a:gd name="connsiteX3" fmla="*/ -514 w 179347"/>
                <a:gd name="connsiteY3" fmla="*/ 71186 h 130544"/>
              </a:gdLst>
              <a:ahLst/>
              <a:cxnLst>
                <a:cxn ang="0">
                  <a:pos x="connsiteX0" y="connsiteY0"/>
                </a:cxn>
                <a:cxn ang="0">
                  <a:pos x="connsiteX1" y="connsiteY1"/>
                </a:cxn>
                <a:cxn ang="0">
                  <a:pos x="connsiteX2" y="connsiteY2"/>
                </a:cxn>
                <a:cxn ang="0">
                  <a:pos x="connsiteX3" y="connsiteY3"/>
                </a:cxn>
              </a:cxnLst>
              <a:rect l="l" t="t" r="r" b="b"/>
              <a:pathLst>
                <a:path w="179347" h="130544">
                  <a:moveTo>
                    <a:pt x="-514" y="71186"/>
                  </a:moveTo>
                  <a:cubicBezTo>
                    <a:pt x="-514" y="71186"/>
                    <a:pt x="146053" y="-21379"/>
                    <a:pt x="171784" y="4287"/>
                  </a:cubicBezTo>
                  <a:cubicBezTo>
                    <a:pt x="197196" y="27477"/>
                    <a:pt x="153804" y="73728"/>
                    <a:pt x="43195" y="130334"/>
                  </a:cubicBezTo>
                  <a:lnTo>
                    <a:pt x="-514" y="71186"/>
                  </a:lnTo>
                  <a:close/>
                </a:path>
              </a:pathLst>
            </a:custGeom>
            <a:solidFill>
              <a:srgbClr val="FED0D6"/>
            </a:solidFill>
            <a:ln w="6346" cap="flat">
              <a:noFill/>
              <a:prstDash val="solid"/>
              <a:miter/>
            </a:ln>
          </p:spPr>
          <p:txBody>
            <a:bodyPr rtlCol="0" anchor="ctr"/>
            <a:lstStyle/>
            <a:p>
              <a:endParaRPr lang="zh-CN" altLang="en-US"/>
            </a:p>
          </p:txBody>
        </p:sp>
        <p:sp>
          <p:nvSpPr>
            <p:cNvPr id="86" name="任意多边形 55">
              <a:extLst>
                <a:ext uri="{FF2B5EF4-FFF2-40B4-BE49-F238E27FC236}">
                  <a16:creationId xmlns:a16="http://schemas.microsoft.com/office/drawing/2014/main" id="{3BCC669D-E7F6-4DFF-B2B2-B12A45DA7B88}"/>
                </a:ext>
              </a:extLst>
            </p:cNvPr>
            <p:cNvSpPr/>
            <p:nvPr/>
          </p:nvSpPr>
          <p:spPr>
            <a:xfrm>
              <a:off x="7253337" y="2273163"/>
              <a:ext cx="519616" cy="812040"/>
            </a:xfrm>
            <a:custGeom>
              <a:avLst/>
              <a:gdLst>
                <a:gd name="connsiteX0" fmla="*/ 396859 w 458935"/>
                <a:gd name="connsiteY0" fmla="*/ 560775 h 717209"/>
                <a:gd name="connsiteX1" fmla="*/ 147942 w 458935"/>
                <a:gd name="connsiteY1" fmla="*/ 358426 h 717209"/>
                <a:gd name="connsiteX2" fmla="*/ 458421 w 458935"/>
                <a:gd name="connsiteY2" fmla="*/ 107349 h 717209"/>
                <a:gd name="connsiteX3" fmla="*/ 409628 w 458935"/>
                <a:gd name="connsiteY3" fmla="*/ -210 h 717209"/>
                <a:gd name="connsiteX4" fmla="*/ 4297 w 458935"/>
                <a:gd name="connsiteY4" fmla="*/ 348134 h 717209"/>
                <a:gd name="connsiteX5" fmla="*/ 417253 w 458935"/>
                <a:gd name="connsiteY5" fmla="*/ 716999 h 717209"/>
                <a:gd name="connsiteX6" fmla="*/ 396732 w 458935"/>
                <a:gd name="connsiteY6" fmla="*/ 560775 h 71720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458935" h="717209">
                  <a:moveTo>
                    <a:pt x="396859" y="560775"/>
                  </a:moveTo>
                  <a:cubicBezTo>
                    <a:pt x="396859" y="560775"/>
                    <a:pt x="158234" y="399404"/>
                    <a:pt x="147942" y="358426"/>
                  </a:cubicBezTo>
                  <a:cubicBezTo>
                    <a:pt x="137713" y="320307"/>
                    <a:pt x="458421" y="107349"/>
                    <a:pt x="458421" y="107349"/>
                  </a:cubicBezTo>
                  <a:lnTo>
                    <a:pt x="409628" y="-210"/>
                  </a:lnTo>
                  <a:cubicBezTo>
                    <a:pt x="409628" y="-210"/>
                    <a:pt x="47879" y="230346"/>
                    <a:pt x="4297" y="348134"/>
                  </a:cubicBezTo>
                  <a:cubicBezTo>
                    <a:pt x="-41891" y="465986"/>
                    <a:pt x="255691" y="696542"/>
                    <a:pt x="417253" y="716999"/>
                  </a:cubicBezTo>
                  <a:lnTo>
                    <a:pt x="396732" y="560775"/>
                  </a:lnTo>
                  <a:close/>
                </a:path>
              </a:pathLst>
            </a:custGeom>
            <a:solidFill>
              <a:srgbClr val="F93F57"/>
            </a:solidFill>
            <a:ln w="6346" cap="flat">
              <a:noFill/>
              <a:prstDash val="solid"/>
              <a:miter/>
            </a:ln>
          </p:spPr>
          <p:txBody>
            <a:bodyPr rtlCol="0" anchor="ctr"/>
            <a:lstStyle/>
            <a:p>
              <a:endParaRPr lang="zh-CN" altLang="en-US"/>
            </a:p>
          </p:txBody>
        </p:sp>
        <p:sp>
          <p:nvSpPr>
            <p:cNvPr id="87" name="任意多边形 56">
              <a:extLst>
                <a:ext uri="{FF2B5EF4-FFF2-40B4-BE49-F238E27FC236}">
                  <a16:creationId xmlns:a16="http://schemas.microsoft.com/office/drawing/2014/main" id="{D2B76450-6B46-4A87-998C-02D07D5FEF12}"/>
                </a:ext>
              </a:extLst>
            </p:cNvPr>
            <p:cNvSpPr/>
            <p:nvPr/>
          </p:nvSpPr>
          <p:spPr>
            <a:xfrm>
              <a:off x="7861504" y="4281217"/>
              <a:ext cx="152998" cy="1017478"/>
            </a:xfrm>
            <a:custGeom>
              <a:avLst/>
              <a:gdLst>
                <a:gd name="connsiteX0" fmla="*/ 126555 w 135131"/>
                <a:gd name="connsiteY0" fmla="*/ 898656 h 898656"/>
                <a:gd name="connsiteX1" fmla="*/ 0 w 135131"/>
                <a:gd name="connsiteY1" fmla="*/ 898656 h 898656"/>
                <a:gd name="connsiteX2" fmla="*/ 0 w 135131"/>
                <a:gd name="connsiteY2" fmla="*/ 0 h 898656"/>
                <a:gd name="connsiteX3" fmla="*/ 135132 w 135131"/>
                <a:gd name="connsiteY3" fmla="*/ 0 h 898656"/>
                <a:gd name="connsiteX4" fmla="*/ 126555 w 135131"/>
                <a:gd name="connsiteY4" fmla="*/ 898656 h 898656"/>
                <a:gd name="connsiteX5" fmla="*/ 126555 w 135131"/>
                <a:gd name="connsiteY5" fmla="*/ 898656 h 898656"/>
                <a:gd name="connsiteX6" fmla="*/ 126555 w 135131"/>
                <a:gd name="connsiteY6" fmla="*/ 898656 h 89865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35131" h="898656">
                  <a:moveTo>
                    <a:pt x="126555" y="898656"/>
                  </a:moveTo>
                  <a:lnTo>
                    <a:pt x="0" y="898656"/>
                  </a:lnTo>
                  <a:lnTo>
                    <a:pt x="0" y="0"/>
                  </a:lnTo>
                  <a:lnTo>
                    <a:pt x="135132" y="0"/>
                  </a:lnTo>
                  <a:lnTo>
                    <a:pt x="126555" y="898656"/>
                  </a:lnTo>
                  <a:lnTo>
                    <a:pt x="126555" y="898656"/>
                  </a:lnTo>
                  <a:lnTo>
                    <a:pt x="126555" y="898656"/>
                  </a:lnTo>
                  <a:close/>
                </a:path>
              </a:pathLst>
            </a:custGeom>
            <a:solidFill>
              <a:srgbClr val="FED0D6"/>
            </a:solidFill>
            <a:ln w="6346" cap="flat">
              <a:noFill/>
              <a:prstDash val="solid"/>
              <a:miter/>
            </a:ln>
          </p:spPr>
          <p:txBody>
            <a:bodyPr rtlCol="0" anchor="ctr"/>
            <a:lstStyle/>
            <a:p>
              <a:endParaRPr lang="zh-CN" altLang="en-US"/>
            </a:p>
          </p:txBody>
        </p:sp>
        <p:sp>
          <p:nvSpPr>
            <p:cNvPr id="88" name="任意多边形 57">
              <a:extLst>
                <a:ext uri="{FF2B5EF4-FFF2-40B4-BE49-F238E27FC236}">
                  <a16:creationId xmlns:a16="http://schemas.microsoft.com/office/drawing/2014/main" id="{77DF3495-AD16-465C-A051-975DC70C077C}"/>
                </a:ext>
              </a:extLst>
            </p:cNvPr>
            <p:cNvSpPr/>
            <p:nvPr/>
          </p:nvSpPr>
          <p:spPr>
            <a:xfrm>
              <a:off x="7703109" y="5287978"/>
              <a:ext cx="316405" cy="123506"/>
            </a:xfrm>
            <a:custGeom>
              <a:avLst/>
              <a:gdLst>
                <a:gd name="connsiteX0" fmla="*/ 264603 w 279455"/>
                <a:gd name="connsiteY0" fmla="*/ -210 h 109083"/>
                <a:gd name="connsiteX1" fmla="*/ 138493 w 279455"/>
                <a:gd name="connsiteY1" fmla="*/ -210 h 109083"/>
                <a:gd name="connsiteX2" fmla="*/ -514 w 279455"/>
                <a:gd name="connsiteY2" fmla="*/ 96168 h 109083"/>
                <a:gd name="connsiteX3" fmla="*/ -514 w 279455"/>
                <a:gd name="connsiteY3" fmla="*/ 108874 h 109083"/>
                <a:gd name="connsiteX4" fmla="*/ 277500 w 279455"/>
                <a:gd name="connsiteY4" fmla="*/ 108874 h 109083"/>
                <a:gd name="connsiteX5" fmla="*/ 264794 w 279455"/>
                <a:gd name="connsiteY5" fmla="*/ -210 h 10908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9455" h="109083">
                  <a:moveTo>
                    <a:pt x="264603" y="-210"/>
                  </a:moveTo>
                  <a:lnTo>
                    <a:pt x="138493" y="-210"/>
                  </a:lnTo>
                  <a:cubicBezTo>
                    <a:pt x="138493" y="-210"/>
                    <a:pt x="12382" y="68277"/>
                    <a:pt x="-514" y="96168"/>
                  </a:cubicBezTo>
                  <a:lnTo>
                    <a:pt x="-514" y="108874"/>
                  </a:lnTo>
                  <a:lnTo>
                    <a:pt x="277500" y="108874"/>
                  </a:lnTo>
                  <a:cubicBezTo>
                    <a:pt x="277500" y="108874"/>
                    <a:pt x="285251" y="27681"/>
                    <a:pt x="264794" y="-210"/>
                  </a:cubicBezTo>
                  <a:close/>
                </a:path>
              </a:pathLst>
            </a:custGeom>
            <a:solidFill>
              <a:srgbClr val="F93F57"/>
            </a:solidFill>
            <a:ln w="6346" cap="flat">
              <a:noFill/>
              <a:prstDash val="solid"/>
              <a:miter/>
            </a:ln>
          </p:spPr>
          <p:txBody>
            <a:bodyPr rtlCol="0" anchor="ctr"/>
            <a:lstStyle/>
            <a:p>
              <a:endParaRPr lang="zh-CN" altLang="en-US"/>
            </a:p>
          </p:txBody>
        </p:sp>
        <p:sp>
          <p:nvSpPr>
            <p:cNvPr id="89" name="任意多边形 58">
              <a:extLst>
                <a:ext uri="{FF2B5EF4-FFF2-40B4-BE49-F238E27FC236}">
                  <a16:creationId xmlns:a16="http://schemas.microsoft.com/office/drawing/2014/main" id="{2C187E81-CA4C-4BD7-A481-A5932898233E}"/>
                </a:ext>
              </a:extLst>
            </p:cNvPr>
            <p:cNvSpPr/>
            <p:nvPr/>
          </p:nvSpPr>
          <p:spPr>
            <a:xfrm>
              <a:off x="7703109" y="5411484"/>
              <a:ext cx="314126" cy="18773"/>
            </a:xfrm>
            <a:custGeom>
              <a:avLst/>
              <a:gdLst>
                <a:gd name="connsiteX0" fmla="*/ 0 w 277442"/>
                <a:gd name="connsiteY0" fmla="*/ 0 h 16581"/>
                <a:gd name="connsiteX1" fmla="*/ 277443 w 277442"/>
                <a:gd name="connsiteY1" fmla="*/ 0 h 16581"/>
                <a:gd name="connsiteX2" fmla="*/ 277443 w 277442"/>
                <a:gd name="connsiteY2" fmla="*/ 16582 h 16581"/>
                <a:gd name="connsiteX3" fmla="*/ 0 w 277442"/>
                <a:gd name="connsiteY3" fmla="*/ 16582 h 16581"/>
                <a:gd name="connsiteX4" fmla="*/ 0 w 277442"/>
                <a:gd name="connsiteY4" fmla="*/ 0 h 16581"/>
                <a:gd name="connsiteX5" fmla="*/ 0 w 277442"/>
                <a:gd name="connsiteY5" fmla="*/ 0 h 1658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7442" h="16581">
                  <a:moveTo>
                    <a:pt x="0" y="0"/>
                  </a:moveTo>
                  <a:lnTo>
                    <a:pt x="277443" y="0"/>
                  </a:lnTo>
                  <a:lnTo>
                    <a:pt x="277443" y="16582"/>
                  </a:lnTo>
                  <a:lnTo>
                    <a:pt x="0" y="16582"/>
                  </a:lnTo>
                  <a:lnTo>
                    <a:pt x="0" y="0"/>
                  </a:lnTo>
                  <a:lnTo>
                    <a:pt x="0" y="0"/>
                  </a:lnTo>
                  <a:close/>
                </a:path>
              </a:pathLst>
            </a:custGeom>
            <a:solidFill>
              <a:srgbClr val="981D04"/>
            </a:solidFill>
            <a:ln w="6346" cap="flat">
              <a:noFill/>
              <a:prstDash val="solid"/>
              <a:miter/>
            </a:ln>
          </p:spPr>
          <p:txBody>
            <a:bodyPr rtlCol="0" anchor="ctr"/>
            <a:lstStyle/>
            <a:p>
              <a:endParaRPr lang="zh-CN" altLang="en-US"/>
            </a:p>
          </p:txBody>
        </p:sp>
        <p:sp>
          <p:nvSpPr>
            <p:cNvPr id="90" name="任意多边形 59">
              <a:extLst>
                <a:ext uri="{FF2B5EF4-FFF2-40B4-BE49-F238E27FC236}">
                  <a16:creationId xmlns:a16="http://schemas.microsoft.com/office/drawing/2014/main" id="{28F014AE-78E7-4D6C-B802-276962E60EA8}"/>
                </a:ext>
              </a:extLst>
            </p:cNvPr>
            <p:cNvSpPr/>
            <p:nvPr/>
          </p:nvSpPr>
          <p:spPr>
            <a:xfrm>
              <a:off x="8074926" y="4281217"/>
              <a:ext cx="154366" cy="1017478"/>
            </a:xfrm>
            <a:custGeom>
              <a:avLst/>
              <a:gdLst>
                <a:gd name="connsiteX0" fmla="*/ 8704 w 136339"/>
                <a:gd name="connsiteY0" fmla="*/ 898656 h 898656"/>
                <a:gd name="connsiteX1" fmla="*/ 136339 w 136339"/>
                <a:gd name="connsiteY1" fmla="*/ 898656 h 898656"/>
                <a:gd name="connsiteX2" fmla="*/ 136339 w 136339"/>
                <a:gd name="connsiteY2" fmla="*/ 0 h 898656"/>
                <a:gd name="connsiteX3" fmla="*/ 0 w 136339"/>
                <a:gd name="connsiteY3" fmla="*/ 0 h 898656"/>
                <a:gd name="connsiteX4" fmla="*/ 8704 w 136339"/>
                <a:gd name="connsiteY4" fmla="*/ 898656 h 898656"/>
                <a:gd name="connsiteX5" fmla="*/ 8704 w 136339"/>
                <a:gd name="connsiteY5" fmla="*/ 898656 h 898656"/>
                <a:gd name="connsiteX6" fmla="*/ 8704 w 136339"/>
                <a:gd name="connsiteY6" fmla="*/ 898656 h 89865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36339" h="898656">
                  <a:moveTo>
                    <a:pt x="8704" y="898656"/>
                  </a:moveTo>
                  <a:lnTo>
                    <a:pt x="136339" y="898656"/>
                  </a:lnTo>
                  <a:lnTo>
                    <a:pt x="136339" y="0"/>
                  </a:lnTo>
                  <a:lnTo>
                    <a:pt x="0" y="0"/>
                  </a:lnTo>
                  <a:lnTo>
                    <a:pt x="8704" y="898656"/>
                  </a:lnTo>
                  <a:lnTo>
                    <a:pt x="8704" y="898656"/>
                  </a:lnTo>
                  <a:lnTo>
                    <a:pt x="8704" y="898656"/>
                  </a:lnTo>
                  <a:close/>
                </a:path>
              </a:pathLst>
            </a:custGeom>
            <a:solidFill>
              <a:srgbClr val="FED0D6"/>
            </a:solidFill>
            <a:ln w="6346" cap="flat">
              <a:noFill/>
              <a:prstDash val="solid"/>
              <a:miter/>
            </a:ln>
          </p:spPr>
          <p:txBody>
            <a:bodyPr rtlCol="0" anchor="ctr"/>
            <a:lstStyle/>
            <a:p>
              <a:endParaRPr lang="zh-CN" altLang="en-US"/>
            </a:p>
          </p:txBody>
        </p:sp>
        <p:sp>
          <p:nvSpPr>
            <p:cNvPr id="91" name="任意多边形 60">
              <a:extLst>
                <a:ext uri="{FF2B5EF4-FFF2-40B4-BE49-F238E27FC236}">
                  <a16:creationId xmlns:a16="http://schemas.microsoft.com/office/drawing/2014/main" id="{0100A7F2-521D-4B0A-900E-AB913D279166}"/>
                </a:ext>
              </a:extLst>
            </p:cNvPr>
            <p:cNvSpPr/>
            <p:nvPr/>
          </p:nvSpPr>
          <p:spPr>
            <a:xfrm>
              <a:off x="8073764" y="5287978"/>
              <a:ext cx="312627" cy="123506"/>
            </a:xfrm>
            <a:custGeom>
              <a:avLst/>
              <a:gdLst>
                <a:gd name="connsiteX0" fmla="*/ 11376 w 276118"/>
                <a:gd name="connsiteY0" fmla="*/ -210 h 109083"/>
                <a:gd name="connsiteX1" fmla="*/ 139646 w 276118"/>
                <a:gd name="connsiteY1" fmla="*/ -210 h 109083"/>
                <a:gd name="connsiteX2" fmla="*/ 275604 w 276118"/>
                <a:gd name="connsiteY2" fmla="*/ 96168 h 109083"/>
                <a:gd name="connsiteX3" fmla="*/ 275604 w 276118"/>
                <a:gd name="connsiteY3" fmla="*/ 108874 h 109083"/>
                <a:gd name="connsiteX4" fmla="*/ 1147 w 276118"/>
                <a:gd name="connsiteY4" fmla="*/ 108874 h 109083"/>
                <a:gd name="connsiteX5" fmla="*/ 11376 w 276118"/>
                <a:gd name="connsiteY5" fmla="*/ -210 h 10908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6118" h="109083">
                  <a:moveTo>
                    <a:pt x="11376" y="-210"/>
                  </a:moveTo>
                  <a:lnTo>
                    <a:pt x="139646" y="-210"/>
                  </a:lnTo>
                  <a:cubicBezTo>
                    <a:pt x="139646" y="-210"/>
                    <a:pt x="262771" y="68277"/>
                    <a:pt x="275604" y="96168"/>
                  </a:cubicBezTo>
                  <a:lnTo>
                    <a:pt x="275604" y="108874"/>
                  </a:lnTo>
                  <a:lnTo>
                    <a:pt x="1147" y="108874"/>
                  </a:lnTo>
                  <a:cubicBezTo>
                    <a:pt x="1147" y="108874"/>
                    <a:pt x="-6604" y="27681"/>
                    <a:pt x="11376" y="-210"/>
                  </a:cubicBezTo>
                  <a:close/>
                </a:path>
              </a:pathLst>
            </a:custGeom>
            <a:solidFill>
              <a:srgbClr val="F93F57"/>
            </a:solidFill>
            <a:ln w="6346" cap="flat">
              <a:noFill/>
              <a:prstDash val="solid"/>
              <a:miter/>
            </a:ln>
          </p:spPr>
          <p:txBody>
            <a:bodyPr rtlCol="0" anchor="ctr"/>
            <a:lstStyle/>
            <a:p>
              <a:endParaRPr lang="zh-CN" altLang="en-US"/>
            </a:p>
          </p:txBody>
        </p:sp>
        <p:sp>
          <p:nvSpPr>
            <p:cNvPr id="92" name="任意多边形 61">
              <a:extLst>
                <a:ext uri="{FF2B5EF4-FFF2-40B4-BE49-F238E27FC236}">
                  <a16:creationId xmlns:a16="http://schemas.microsoft.com/office/drawing/2014/main" id="{CF19A943-FC5A-41EE-9B8F-B6B512DD576D}"/>
                </a:ext>
              </a:extLst>
            </p:cNvPr>
            <p:cNvSpPr/>
            <p:nvPr/>
          </p:nvSpPr>
          <p:spPr>
            <a:xfrm>
              <a:off x="8074926" y="5411484"/>
              <a:ext cx="311393" cy="18773"/>
            </a:xfrm>
            <a:custGeom>
              <a:avLst/>
              <a:gdLst>
                <a:gd name="connsiteX0" fmla="*/ 0 w 275028"/>
                <a:gd name="connsiteY0" fmla="*/ 0 h 16581"/>
                <a:gd name="connsiteX1" fmla="*/ 275029 w 275028"/>
                <a:gd name="connsiteY1" fmla="*/ 0 h 16581"/>
                <a:gd name="connsiteX2" fmla="*/ 275029 w 275028"/>
                <a:gd name="connsiteY2" fmla="*/ 16582 h 16581"/>
                <a:gd name="connsiteX3" fmla="*/ 0 w 275028"/>
                <a:gd name="connsiteY3" fmla="*/ 16582 h 16581"/>
                <a:gd name="connsiteX4" fmla="*/ 0 w 275028"/>
                <a:gd name="connsiteY4" fmla="*/ 0 h 16581"/>
                <a:gd name="connsiteX5" fmla="*/ 0 w 275028"/>
                <a:gd name="connsiteY5" fmla="*/ 0 h 1658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5028" h="16581">
                  <a:moveTo>
                    <a:pt x="0" y="0"/>
                  </a:moveTo>
                  <a:lnTo>
                    <a:pt x="275029" y="0"/>
                  </a:lnTo>
                  <a:lnTo>
                    <a:pt x="275029" y="16582"/>
                  </a:lnTo>
                  <a:lnTo>
                    <a:pt x="0" y="16582"/>
                  </a:lnTo>
                  <a:lnTo>
                    <a:pt x="0" y="0"/>
                  </a:lnTo>
                  <a:lnTo>
                    <a:pt x="0" y="0"/>
                  </a:lnTo>
                  <a:close/>
                </a:path>
              </a:pathLst>
            </a:custGeom>
            <a:solidFill>
              <a:srgbClr val="981D04"/>
            </a:solidFill>
            <a:ln w="6346" cap="flat">
              <a:noFill/>
              <a:prstDash val="solid"/>
              <a:miter/>
            </a:ln>
          </p:spPr>
          <p:txBody>
            <a:bodyPr rtlCol="0" anchor="ctr"/>
            <a:lstStyle/>
            <a:p>
              <a:endParaRPr lang="zh-CN" altLang="en-US"/>
            </a:p>
          </p:txBody>
        </p:sp>
        <p:sp>
          <p:nvSpPr>
            <p:cNvPr id="93" name="任意多边形 62">
              <a:extLst>
                <a:ext uri="{FF2B5EF4-FFF2-40B4-BE49-F238E27FC236}">
                  <a16:creationId xmlns:a16="http://schemas.microsoft.com/office/drawing/2014/main" id="{D0BF18E2-E26C-43AF-A5DB-7D47A2D75764}"/>
                </a:ext>
              </a:extLst>
            </p:cNvPr>
            <p:cNvSpPr/>
            <p:nvPr/>
          </p:nvSpPr>
          <p:spPr>
            <a:xfrm>
              <a:off x="7564855" y="3584555"/>
              <a:ext cx="961084" cy="1110846"/>
            </a:xfrm>
            <a:custGeom>
              <a:avLst/>
              <a:gdLst>
                <a:gd name="connsiteX0" fmla="*/ 635502 w 848847"/>
                <a:gd name="connsiteY0" fmla="*/ -210 h 981120"/>
                <a:gd name="connsiteX1" fmla="*/ 212380 w 848847"/>
                <a:gd name="connsiteY1" fmla="*/ -210 h 981120"/>
                <a:gd name="connsiteX2" fmla="*/ -514 w 848847"/>
                <a:gd name="connsiteY2" fmla="*/ 980910 h 981120"/>
                <a:gd name="connsiteX3" fmla="*/ 848334 w 848847"/>
                <a:gd name="connsiteY3" fmla="*/ 980910 h 981120"/>
                <a:gd name="connsiteX4" fmla="*/ 635502 w 848847"/>
                <a:gd name="connsiteY4" fmla="*/ -210 h 98112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48847" h="981120">
                  <a:moveTo>
                    <a:pt x="635502" y="-210"/>
                  </a:moveTo>
                  <a:lnTo>
                    <a:pt x="212380" y="-210"/>
                  </a:lnTo>
                  <a:cubicBezTo>
                    <a:pt x="12319" y="253281"/>
                    <a:pt x="-514" y="980910"/>
                    <a:pt x="-514" y="980910"/>
                  </a:cubicBezTo>
                  <a:lnTo>
                    <a:pt x="848334" y="980910"/>
                  </a:lnTo>
                  <a:cubicBezTo>
                    <a:pt x="848334" y="980910"/>
                    <a:pt x="838104" y="253281"/>
                    <a:pt x="635502" y="-210"/>
                  </a:cubicBezTo>
                  <a:close/>
                </a:path>
              </a:pathLst>
            </a:custGeom>
            <a:solidFill>
              <a:srgbClr val="434CC0"/>
            </a:solidFill>
            <a:ln w="6346" cap="flat">
              <a:noFill/>
              <a:prstDash val="solid"/>
              <a:miter/>
            </a:ln>
          </p:spPr>
          <p:txBody>
            <a:bodyPr rtlCol="0" anchor="ctr"/>
            <a:lstStyle/>
            <a:p>
              <a:endParaRPr lang="zh-CN" altLang="en-US"/>
            </a:p>
          </p:txBody>
        </p:sp>
        <p:sp>
          <p:nvSpPr>
            <p:cNvPr id="94" name="任意多边形 63">
              <a:extLst>
                <a:ext uri="{FF2B5EF4-FFF2-40B4-BE49-F238E27FC236}">
                  <a16:creationId xmlns:a16="http://schemas.microsoft.com/office/drawing/2014/main" id="{41661B64-A44C-4A86-91FF-2BECC56C6E96}"/>
                </a:ext>
              </a:extLst>
            </p:cNvPr>
            <p:cNvSpPr/>
            <p:nvPr/>
          </p:nvSpPr>
          <p:spPr>
            <a:xfrm>
              <a:off x="6993099" y="2948350"/>
              <a:ext cx="1467130" cy="1769867"/>
            </a:xfrm>
            <a:custGeom>
              <a:avLst/>
              <a:gdLst>
                <a:gd name="connsiteX0" fmla="*/ 927593 w 1295797"/>
                <a:gd name="connsiteY0" fmla="*/ 878849 h 1563180"/>
                <a:gd name="connsiteX1" fmla="*/ 1022891 w 1295797"/>
                <a:gd name="connsiteY1" fmla="*/ 1014617 h 1563180"/>
                <a:gd name="connsiteX2" fmla="*/ 992077 w 1295797"/>
                <a:gd name="connsiteY2" fmla="*/ 1186152 h 1563180"/>
                <a:gd name="connsiteX3" fmla="*/ 821876 w 1295797"/>
                <a:gd name="connsiteY3" fmla="*/ 1157900 h 1563180"/>
                <a:gd name="connsiteX4" fmla="*/ 820161 w 1295797"/>
                <a:gd name="connsiteY4" fmla="*/ 1155403 h 1563180"/>
                <a:gd name="connsiteX5" fmla="*/ 668447 w 1295797"/>
                <a:gd name="connsiteY5" fmla="*/ 940348 h 1563180"/>
                <a:gd name="connsiteX6" fmla="*/ 668447 w 1295797"/>
                <a:gd name="connsiteY6" fmla="*/ 935202 h 1563180"/>
                <a:gd name="connsiteX7" fmla="*/ 663300 w 1295797"/>
                <a:gd name="connsiteY7" fmla="*/ 932661 h 1563180"/>
                <a:gd name="connsiteX8" fmla="*/ 694114 w 1295797"/>
                <a:gd name="connsiteY8" fmla="*/ 761125 h 1563180"/>
                <a:gd name="connsiteX9" fmla="*/ 765968 w 1295797"/>
                <a:gd name="connsiteY9" fmla="*/ 364243 h 1563180"/>
                <a:gd name="connsiteX10" fmla="*/ 368196 w 1295797"/>
                <a:gd name="connsiteY10" fmla="*/ 297661 h 1563180"/>
                <a:gd name="connsiteX11" fmla="*/ 250154 w 1295797"/>
                <a:gd name="connsiteY11" fmla="*/ 551153 h 1563180"/>
                <a:gd name="connsiteX12" fmla="*/ 134780 w 1295797"/>
                <a:gd name="connsiteY12" fmla="*/ 686793 h 1563180"/>
                <a:gd name="connsiteX13" fmla="*/ 1364 w 1295797"/>
                <a:gd name="connsiteY13" fmla="*/ 574152 h 1563180"/>
                <a:gd name="connsiteX14" fmla="*/ 224614 w 1295797"/>
                <a:gd name="connsiteY14" fmla="*/ 95313 h 1563180"/>
                <a:gd name="connsiteX15" fmla="*/ 966156 w 1295797"/>
                <a:gd name="connsiteY15" fmla="*/ 223329 h 1563180"/>
                <a:gd name="connsiteX16" fmla="*/ 927657 w 1295797"/>
                <a:gd name="connsiteY16" fmla="*/ 878849 h 1563180"/>
                <a:gd name="connsiteX17" fmla="*/ 1245823 w 1295797"/>
                <a:gd name="connsiteY17" fmla="*/ 1332149 h 1563180"/>
                <a:gd name="connsiteX18" fmla="*/ 1271236 w 1295797"/>
                <a:gd name="connsiteY18" fmla="*/ 1367980 h 1563180"/>
                <a:gd name="connsiteX19" fmla="*/ 1242965 w 1295797"/>
                <a:gd name="connsiteY19" fmla="*/ 1542121 h 1563180"/>
                <a:gd name="connsiteX20" fmla="*/ 1068506 w 1295797"/>
                <a:gd name="connsiteY20" fmla="*/ 1511371 h 1563180"/>
                <a:gd name="connsiteX21" fmla="*/ 1043093 w 1295797"/>
                <a:gd name="connsiteY21" fmla="*/ 1473252 h 1563180"/>
                <a:gd name="connsiteX22" fmla="*/ 1073906 w 1295797"/>
                <a:gd name="connsiteY22" fmla="*/ 1301717 h 1563180"/>
                <a:gd name="connsiteX23" fmla="*/ 1242583 w 1295797"/>
                <a:gd name="connsiteY23" fmla="*/ 1327847 h 1563180"/>
                <a:gd name="connsiteX24" fmla="*/ 1245823 w 1295797"/>
                <a:gd name="connsiteY24" fmla="*/ 1332466 h 156318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1295797" h="1563180">
                  <a:moveTo>
                    <a:pt x="927593" y="878849"/>
                  </a:moveTo>
                  <a:lnTo>
                    <a:pt x="1022891" y="1014617"/>
                  </a:lnTo>
                  <a:cubicBezTo>
                    <a:pt x="1063932" y="1070906"/>
                    <a:pt x="1051098" y="1145174"/>
                    <a:pt x="992077" y="1186152"/>
                  </a:cubicBezTo>
                  <a:cubicBezTo>
                    <a:pt x="937313" y="1225345"/>
                    <a:pt x="861075" y="1212696"/>
                    <a:pt x="821876" y="1157900"/>
                  </a:cubicBezTo>
                  <a:cubicBezTo>
                    <a:pt x="821305" y="1157074"/>
                    <a:pt x="820732" y="1156242"/>
                    <a:pt x="820161" y="1155403"/>
                  </a:cubicBezTo>
                  <a:lnTo>
                    <a:pt x="668447" y="940348"/>
                  </a:lnTo>
                  <a:lnTo>
                    <a:pt x="668447" y="935202"/>
                  </a:lnTo>
                  <a:cubicBezTo>
                    <a:pt x="663300" y="935202"/>
                    <a:pt x="663300" y="935202"/>
                    <a:pt x="663300" y="932661"/>
                  </a:cubicBezTo>
                  <a:cubicBezTo>
                    <a:pt x="624801" y="878849"/>
                    <a:pt x="640239" y="799244"/>
                    <a:pt x="694114" y="761125"/>
                  </a:cubicBezTo>
                  <a:cubicBezTo>
                    <a:pt x="822384" y="668941"/>
                    <a:pt x="855738" y="492259"/>
                    <a:pt x="765968" y="364243"/>
                  </a:cubicBezTo>
                  <a:cubicBezTo>
                    <a:pt x="673593" y="233621"/>
                    <a:pt x="499135" y="208018"/>
                    <a:pt x="368196" y="297661"/>
                  </a:cubicBezTo>
                  <a:cubicBezTo>
                    <a:pt x="283572" y="359096"/>
                    <a:pt x="239926" y="456491"/>
                    <a:pt x="250154" y="551153"/>
                  </a:cubicBezTo>
                  <a:cubicBezTo>
                    <a:pt x="255618" y="620421"/>
                    <a:pt x="204030" y="681056"/>
                    <a:pt x="134780" y="686793"/>
                  </a:cubicBezTo>
                  <a:cubicBezTo>
                    <a:pt x="65467" y="691939"/>
                    <a:pt x="9051" y="643274"/>
                    <a:pt x="1364" y="574152"/>
                  </a:cubicBezTo>
                  <a:cubicBezTo>
                    <a:pt x="-14456" y="386231"/>
                    <a:pt x="70486" y="204003"/>
                    <a:pt x="224614" y="95313"/>
                  </a:cubicBezTo>
                  <a:cubicBezTo>
                    <a:pt x="466035" y="-71140"/>
                    <a:pt x="799386" y="-14788"/>
                    <a:pt x="966156" y="223329"/>
                  </a:cubicBezTo>
                  <a:cubicBezTo>
                    <a:pt x="1107832" y="424058"/>
                    <a:pt x="1091822" y="696081"/>
                    <a:pt x="927657" y="878849"/>
                  </a:cubicBezTo>
                  <a:close/>
                  <a:moveTo>
                    <a:pt x="1245823" y="1332149"/>
                  </a:moveTo>
                  <a:lnTo>
                    <a:pt x="1271236" y="1367980"/>
                  </a:lnTo>
                  <a:cubicBezTo>
                    <a:pt x="1312277" y="1426874"/>
                    <a:pt x="1299444" y="1501397"/>
                    <a:pt x="1242965" y="1542121"/>
                  </a:cubicBezTo>
                  <a:cubicBezTo>
                    <a:pt x="1189089" y="1577953"/>
                    <a:pt x="1109548" y="1567533"/>
                    <a:pt x="1068506" y="1511371"/>
                  </a:cubicBezTo>
                  <a:lnTo>
                    <a:pt x="1043093" y="1473252"/>
                  </a:lnTo>
                  <a:cubicBezTo>
                    <a:pt x="1004593" y="1419505"/>
                    <a:pt x="1019968" y="1339836"/>
                    <a:pt x="1073906" y="1301717"/>
                  </a:cubicBezTo>
                  <a:cubicBezTo>
                    <a:pt x="1127718" y="1262346"/>
                    <a:pt x="1203257" y="1274049"/>
                    <a:pt x="1242583" y="1327847"/>
                  </a:cubicBezTo>
                  <a:cubicBezTo>
                    <a:pt x="1243727" y="1329359"/>
                    <a:pt x="1244806" y="1330903"/>
                    <a:pt x="1245823" y="1332466"/>
                  </a:cubicBezTo>
                  <a:close/>
                </a:path>
              </a:pathLst>
            </a:custGeom>
            <a:solidFill>
              <a:srgbClr val="FFC545"/>
            </a:solidFill>
            <a:ln w="6346" cap="flat">
              <a:noFill/>
              <a:prstDash val="solid"/>
              <a:miter/>
            </a:ln>
          </p:spPr>
          <p:txBody>
            <a:bodyPr rtlCol="0" anchor="ctr"/>
            <a:lstStyle/>
            <a:p>
              <a:endParaRPr lang="zh-CN" altLang="en-US"/>
            </a:p>
          </p:txBody>
        </p:sp>
        <p:sp>
          <p:nvSpPr>
            <p:cNvPr id="95" name="任意多边形 64">
              <a:extLst>
                <a:ext uri="{FF2B5EF4-FFF2-40B4-BE49-F238E27FC236}">
                  <a16:creationId xmlns:a16="http://schemas.microsoft.com/office/drawing/2014/main" id="{4BCD9575-36FE-4475-B61E-B28E22F1100F}"/>
                </a:ext>
              </a:extLst>
            </p:cNvPr>
            <p:cNvSpPr/>
            <p:nvPr/>
          </p:nvSpPr>
          <p:spPr>
            <a:xfrm>
              <a:off x="8074926" y="2908035"/>
              <a:ext cx="512041" cy="826857"/>
            </a:xfrm>
            <a:custGeom>
              <a:avLst/>
              <a:gdLst>
                <a:gd name="connsiteX0" fmla="*/ 274260 w 452244"/>
                <a:gd name="connsiteY0" fmla="*/ -210 h 730296"/>
                <a:gd name="connsiteX1" fmla="*/ 451387 w 452244"/>
                <a:gd name="connsiteY1" fmla="*/ 381616 h 730296"/>
                <a:gd name="connsiteX2" fmla="*/ 43132 w 452244"/>
                <a:gd name="connsiteY2" fmla="*/ 730087 h 730296"/>
                <a:gd name="connsiteX3" fmla="*/ -514 w 452244"/>
                <a:gd name="connsiteY3" fmla="*/ 558551 h 730296"/>
                <a:gd name="connsiteX4" fmla="*/ 315302 w 452244"/>
                <a:gd name="connsiteY4" fmla="*/ 366368 h 730296"/>
                <a:gd name="connsiteX5" fmla="*/ 248594 w 452244"/>
                <a:gd name="connsiteY5" fmla="*/ 207539 h 730296"/>
                <a:gd name="connsiteX6" fmla="*/ 274007 w 452244"/>
                <a:gd name="connsiteY6" fmla="*/ -19 h 7302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452244" h="730296">
                  <a:moveTo>
                    <a:pt x="274260" y="-210"/>
                  </a:moveTo>
                  <a:cubicBezTo>
                    <a:pt x="274260" y="-210"/>
                    <a:pt x="438553" y="292036"/>
                    <a:pt x="451387" y="381616"/>
                  </a:cubicBezTo>
                  <a:cubicBezTo>
                    <a:pt x="464093" y="473864"/>
                    <a:pt x="120196" y="717317"/>
                    <a:pt x="43132" y="730087"/>
                  </a:cubicBezTo>
                  <a:lnTo>
                    <a:pt x="-514" y="558551"/>
                  </a:lnTo>
                  <a:cubicBezTo>
                    <a:pt x="-514" y="558551"/>
                    <a:pt x="284489" y="425135"/>
                    <a:pt x="315302" y="366368"/>
                  </a:cubicBezTo>
                  <a:lnTo>
                    <a:pt x="248594" y="207539"/>
                  </a:lnTo>
                  <a:lnTo>
                    <a:pt x="274007" y="-19"/>
                  </a:lnTo>
                  <a:close/>
                </a:path>
              </a:pathLst>
            </a:custGeom>
            <a:solidFill>
              <a:srgbClr val="F93F57"/>
            </a:solidFill>
            <a:ln w="6346" cap="flat">
              <a:noFill/>
              <a:prstDash val="solid"/>
              <a:miter/>
            </a:ln>
          </p:spPr>
          <p:txBody>
            <a:bodyPr rtlCol="0" anchor="ctr"/>
            <a:lstStyle/>
            <a:p>
              <a:endParaRPr lang="zh-CN" altLang="en-US"/>
            </a:p>
          </p:txBody>
        </p:sp>
        <p:sp>
          <p:nvSpPr>
            <p:cNvPr id="96" name="任意多边形 65">
              <a:extLst>
                <a:ext uri="{FF2B5EF4-FFF2-40B4-BE49-F238E27FC236}">
                  <a16:creationId xmlns:a16="http://schemas.microsoft.com/office/drawing/2014/main" id="{799EF84D-0E75-45A5-A9E1-3C70FA1DB526}"/>
                </a:ext>
              </a:extLst>
            </p:cNvPr>
            <p:cNvSpPr/>
            <p:nvPr/>
          </p:nvSpPr>
          <p:spPr>
            <a:xfrm>
              <a:off x="8008236" y="3573622"/>
              <a:ext cx="101648" cy="117572"/>
            </a:xfrm>
            <a:custGeom>
              <a:avLst/>
              <a:gdLst>
                <a:gd name="connsiteX0" fmla="*/ 66265 w 89777"/>
                <a:gd name="connsiteY0" fmla="*/ 362 h 103842"/>
                <a:gd name="connsiteX1" fmla="*/ 5147 w 89777"/>
                <a:gd name="connsiteY1" fmla="*/ 15800 h 103842"/>
                <a:gd name="connsiteX2" fmla="*/ 89263 w 89777"/>
                <a:gd name="connsiteY2" fmla="*/ 95596 h 103842"/>
                <a:gd name="connsiteX3" fmla="*/ 66265 w 89777"/>
                <a:gd name="connsiteY3" fmla="*/ 298 h 103842"/>
              </a:gdLst>
              <a:ahLst/>
              <a:cxnLst>
                <a:cxn ang="0">
                  <a:pos x="connsiteX0" y="connsiteY0"/>
                </a:cxn>
                <a:cxn ang="0">
                  <a:pos x="connsiteX1" y="connsiteY1"/>
                </a:cxn>
                <a:cxn ang="0">
                  <a:pos x="connsiteX2" y="connsiteY2"/>
                </a:cxn>
                <a:cxn ang="0">
                  <a:pos x="connsiteX3" y="connsiteY3"/>
                </a:cxn>
              </a:cxnLst>
              <a:rect l="l" t="t" r="r" b="b"/>
              <a:pathLst>
                <a:path w="89777" h="103842">
                  <a:moveTo>
                    <a:pt x="66265" y="362"/>
                  </a:moveTo>
                  <a:cubicBezTo>
                    <a:pt x="66265" y="362"/>
                    <a:pt x="15439" y="-4784"/>
                    <a:pt x="5147" y="15800"/>
                  </a:cubicBezTo>
                  <a:cubicBezTo>
                    <a:pt x="-5145" y="36384"/>
                    <a:pt x="-12705" y="131555"/>
                    <a:pt x="89263" y="95596"/>
                  </a:cubicBezTo>
                  <a:lnTo>
                    <a:pt x="66265" y="298"/>
                  </a:lnTo>
                  <a:close/>
                </a:path>
              </a:pathLst>
            </a:custGeom>
            <a:solidFill>
              <a:srgbClr val="FF93B1"/>
            </a:solidFill>
            <a:ln w="6346" cap="flat">
              <a:noFill/>
              <a:prstDash val="solid"/>
              <a:miter/>
            </a:ln>
          </p:spPr>
          <p:txBody>
            <a:bodyPr rtlCol="0" anchor="ctr"/>
            <a:lstStyle/>
            <a:p>
              <a:endParaRPr lang="zh-CN" altLang="en-US"/>
            </a:p>
          </p:txBody>
        </p:sp>
        <p:sp>
          <p:nvSpPr>
            <p:cNvPr id="97" name="任意多边形 67">
              <a:extLst>
                <a:ext uri="{FF2B5EF4-FFF2-40B4-BE49-F238E27FC236}">
                  <a16:creationId xmlns:a16="http://schemas.microsoft.com/office/drawing/2014/main" id="{639757DF-3389-440E-BAA9-015F637CA45E}"/>
                </a:ext>
              </a:extLst>
            </p:cNvPr>
            <p:cNvSpPr/>
            <p:nvPr/>
          </p:nvSpPr>
          <p:spPr>
            <a:xfrm rot="19901924">
              <a:off x="4001212" y="2597109"/>
              <a:ext cx="340051" cy="595716"/>
            </a:xfrm>
            <a:custGeom>
              <a:avLst/>
              <a:gdLst>
                <a:gd name="connsiteX0" fmla="*/ 596690 w 1007682"/>
                <a:gd name="connsiteY0" fmla="*/ 1042540 h 1765307"/>
                <a:gd name="connsiteX1" fmla="*/ 596690 w 1007682"/>
                <a:gd name="connsiteY1" fmla="*/ 1209120 h 1765307"/>
                <a:gd name="connsiteX2" fmla="*/ 479747 w 1007682"/>
                <a:gd name="connsiteY2" fmla="*/ 1332124 h 1765307"/>
                <a:gd name="connsiteX3" fmla="*/ 473502 w 1007682"/>
                <a:gd name="connsiteY3" fmla="*/ 1332118 h 1765307"/>
                <a:gd name="connsiteX4" fmla="*/ 350314 w 1007682"/>
                <a:gd name="connsiteY4" fmla="*/ 1209120 h 1765307"/>
                <a:gd name="connsiteX5" fmla="*/ 350314 w 1007682"/>
                <a:gd name="connsiteY5" fmla="*/ 945209 h 1765307"/>
                <a:gd name="connsiteX6" fmla="*/ 352855 w 1007682"/>
                <a:gd name="connsiteY6" fmla="*/ 940063 h 1765307"/>
                <a:gd name="connsiteX7" fmla="*/ 350314 w 1007682"/>
                <a:gd name="connsiteY7" fmla="*/ 934981 h 1765307"/>
                <a:gd name="connsiteX8" fmla="*/ 473502 w 1007682"/>
                <a:gd name="connsiteY8" fmla="*/ 811983 h 1765307"/>
                <a:gd name="connsiteX9" fmla="*/ 760983 w 1007682"/>
                <a:gd name="connsiteY9" fmla="*/ 530157 h 1765307"/>
                <a:gd name="connsiteX10" fmla="*/ 473502 w 1007682"/>
                <a:gd name="connsiteY10" fmla="*/ 245725 h 1765307"/>
                <a:gd name="connsiteX11" fmla="*/ 229667 w 1007682"/>
                <a:gd name="connsiteY11" fmla="*/ 384097 h 1765307"/>
                <a:gd name="connsiteX12" fmla="*/ 62134 w 1007682"/>
                <a:gd name="connsiteY12" fmla="*/ 430888 h 1765307"/>
                <a:gd name="connsiteX13" fmla="*/ 15343 w 1007682"/>
                <a:gd name="connsiteY13" fmla="*/ 263355 h 1765307"/>
                <a:gd name="connsiteX14" fmla="*/ 16645 w 1007682"/>
                <a:gd name="connsiteY14" fmla="*/ 261100 h 1765307"/>
                <a:gd name="connsiteX15" fmla="*/ 473502 w 1007682"/>
                <a:gd name="connsiteY15" fmla="*/ -206 h 1765307"/>
                <a:gd name="connsiteX16" fmla="*/ 1007168 w 1007682"/>
                <a:gd name="connsiteY16" fmla="*/ 530157 h 1765307"/>
                <a:gd name="connsiteX17" fmla="*/ 596499 w 1007682"/>
                <a:gd name="connsiteY17" fmla="*/ 1042540 h 1765307"/>
                <a:gd name="connsiteX18" fmla="*/ 596690 w 1007682"/>
                <a:gd name="connsiteY18" fmla="*/ 1595965 h 1765307"/>
                <a:gd name="connsiteX19" fmla="*/ 596690 w 1007682"/>
                <a:gd name="connsiteY19" fmla="*/ 1642089 h 1765307"/>
                <a:gd name="connsiteX20" fmla="*/ 473502 w 1007682"/>
                <a:gd name="connsiteY20" fmla="*/ 1765086 h 1765307"/>
                <a:gd name="connsiteX21" fmla="*/ 350314 w 1007682"/>
                <a:gd name="connsiteY21" fmla="*/ 1645221 h 1765307"/>
                <a:gd name="connsiteX22" fmla="*/ 350314 w 1007682"/>
                <a:gd name="connsiteY22" fmla="*/ 1642089 h 1765307"/>
                <a:gd name="connsiteX23" fmla="*/ 350314 w 1007682"/>
                <a:gd name="connsiteY23" fmla="*/ 1595965 h 1765307"/>
                <a:gd name="connsiteX24" fmla="*/ 473502 w 1007682"/>
                <a:gd name="connsiteY24" fmla="*/ 1473031 h 1765307"/>
                <a:gd name="connsiteX25" fmla="*/ 596690 w 1007682"/>
                <a:gd name="connsiteY25" fmla="*/ 1592769 h 1765307"/>
                <a:gd name="connsiteX26" fmla="*/ 596690 w 1007682"/>
                <a:gd name="connsiteY26" fmla="*/ 1595965 h 17653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Lst>
              <a:rect l="l" t="t" r="r" b="b"/>
              <a:pathLst>
                <a:path w="1007682" h="1765307">
                  <a:moveTo>
                    <a:pt x="596690" y="1042540"/>
                  </a:moveTo>
                  <a:lnTo>
                    <a:pt x="596690" y="1209120"/>
                  </a:lnTo>
                  <a:cubicBezTo>
                    <a:pt x="598361" y="1275377"/>
                    <a:pt x="546004" y="1330447"/>
                    <a:pt x="479747" y="1332124"/>
                  </a:cubicBezTo>
                  <a:cubicBezTo>
                    <a:pt x="477663" y="1332175"/>
                    <a:pt x="475579" y="1332175"/>
                    <a:pt x="473502" y="1332118"/>
                  </a:cubicBezTo>
                  <a:cubicBezTo>
                    <a:pt x="405529" y="1332156"/>
                    <a:pt x="350384" y="1277093"/>
                    <a:pt x="350314" y="1209120"/>
                  </a:cubicBezTo>
                  <a:lnTo>
                    <a:pt x="350314" y="945209"/>
                  </a:lnTo>
                  <a:cubicBezTo>
                    <a:pt x="350314" y="942668"/>
                    <a:pt x="352855" y="942668"/>
                    <a:pt x="352855" y="940063"/>
                  </a:cubicBezTo>
                  <a:cubicBezTo>
                    <a:pt x="350314" y="937522"/>
                    <a:pt x="350314" y="937522"/>
                    <a:pt x="350314" y="934981"/>
                  </a:cubicBezTo>
                  <a:cubicBezTo>
                    <a:pt x="350314" y="870941"/>
                    <a:pt x="406793" y="811983"/>
                    <a:pt x="473502" y="811983"/>
                  </a:cubicBezTo>
                  <a:cubicBezTo>
                    <a:pt x="632649" y="811983"/>
                    <a:pt x="760983" y="686445"/>
                    <a:pt x="760983" y="530157"/>
                  </a:cubicBezTo>
                  <a:cubicBezTo>
                    <a:pt x="760983" y="368723"/>
                    <a:pt x="632649" y="245725"/>
                    <a:pt x="473502" y="245725"/>
                  </a:cubicBezTo>
                  <a:cubicBezTo>
                    <a:pt x="373636" y="246094"/>
                    <a:pt x="281198" y="298552"/>
                    <a:pt x="229667" y="384097"/>
                  </a:cubicBezTo>
                  <a:cubicBezTo>
                    <a:pt x="196326" y="443283"/>
                    <a:pt x="121320" y="464230"/>
                    <a:pt x="62134" y="430888"/>
                  </a:cubicBezTo>
                  <a:cubicBezTo>
                    <a:pt x="2948" y="397547"/>
                    <a:pt x="-17999" y="322541"/>
                    <a:pt x="15343" y="263355"/>
                  </a:cubicBezTo>
                  <a:cubicBezTo>
                    <a:pt x="15769" y="262599"/>
                    <a:pt x="16201" y="261850"/>
                    <a:pt x="16645" y="261100"/>
                  </a:cubicBezTo>
                  <a:cubicBezTo>
                    <a:pt x="111346" y="98668"/>
                    <a:pt x="285480" y="-930"/>
                    <a:pt x="473502" y="-206"/>
                  </a:cubicBezTo>
                  <a:cubicBezTo>
                    <a:pt x="766129" y="-206"/>
                    <a:pt x="1007168" y="235497"/>
                    <a:pt x="1007168" y="530157"/>
                  </a:cubicBezTo>
                  <a:cubicBezTo>
                    <a:pt x="1007168" y="778693"/>
                    <a:pt x="832647" y="988792"/>
                    <a:pt x="596499" y="1042540"/>
                  </a:cubicBezTo>
                  <a:close/>
                  <a:moveTo>
                    <a:pt x="596690" y="1595965"/>
                  </a:moveTo>
                  <a:lnTo>
                    <a:pt x="596690" y="1642089"/>
                  </a:lnTo>
                  <a:cubicBezTo>
                    <a:pt x="596690" y="1713816"/>
                    <a:pt x="545356" y="1765086"/>
                    <a:pt x="473502" y="1765086"/>
                  </a:cubicBezTo>
                  <a:cubicBezTo>
                    <a:pt x="406387" y="1766001"/>
                    <a:pt x="351235" y="1712336"/>
                    <a:pt x="350314" y="1645221"/>
                  </a:cubicBezTo>
                  <a:cubicBezTo>
                    <a:pt x="350301" y="1644179"/>
                    <a:pt x="350301" y="1643131"/>
                    <a:pt x="350314" y="1642089"/>
                  </a:cubicBezTo>
                  <a:lnTo>
                    <a:pt x="350314" y="1595965"/>
                  </a:lnTo>
                  <a:cubicBezTo>
                    <a:pt x="351305" y="1528386"/>
                    <a:pt x="405923" y="1473882"/>
                    <a:pt x="473502" y="1473031"/>
                  </a:cubicBezTo>
                  <a:cubicBezTo>
                    <a:pt x="540585" y="1472078"/>
                    <a:pt x="595737" y="1525686"/>
                    <a:pt x="596690" y="1592769"/>
                  </a:cubicBezTo>
                  <a:cubicBezTo>
                    <a:pt x="596703" y="1593830"/>
                    <a:pt x="596703" y="1594897"/>
                    <a:pt x="596690" y="1595965"/>
                  </a:cubicBezTo>
                  <a:close/>
                </a:path>
              </a:pathLst>
            </a:custGeom>
            <a:solidFill>
              <a:srgbClr val="D0D4DA"/>
            </a:solidFill>
            <a:ln w="6346" cap="flat">
              <a:noFill/>
              <a:prstDash val="solid"/>
              <a:miter/>
            </a:ln>
          </p:spPr>
          <p:txBody>
            <a:bodyPr rtlCol="0" anchor="ctr"/>
            <a:lstStyle/>
            <a:p>
              <a:endParaRPr lang="zh-CN" altLang="en-US"/>
            </a:p>
          </p:txBody>
        </p:sp>
      </p:grpSp>
      <p:sp>
        <p:nvSpPr>
          <p:cNvPr id="98" name="íşlïḍè">
            <a:extLst>
              <a:ext uri="{FF2B5EF4-FFF2-40B4-BE49-F238E27FC236}">
                <a16:creationId xmlns:a16="http://schemas.microsoft.com/office/drawing/2014/main" id="{B9CCA618-7B58-4645-AFB4-06EF10699BC9}"/>
              </a:ext>
            </a:extLst>
          </p:cNvPr>
          <p:cNvSpPr txBox="1"/>
          <p:nvPr/>
        </p:nvSpPr>
        <p:spPr>
          <a:xfrm>
            <a:off x="1380805" y="3523176"/>
            <a:ext cx="8751791" cy="587601"/>
          </a:xfrm>
          <a:prstGeom prst="rect">
            <a:avLst/>
          </a:prstGeom>
          <a:noFill/>
        </p:spPr>
        <p:txBody>
          <a:bodyPr wrap="square" lIns="91440" tIns="45720" rIns="91440" bIns="45720" anchor="ctr">
            <a:noAutofit/>
          </a:bodyPr>
          <a:lstStyle/>
          <a:p>
            <a:r>
              <a:rPr lang="zh-CN" altLang="en-US" sz="2000" b="1" dirty="0">
                <a:solidFill>
                  <a:schemeClr val="accent1"/>
                </a:solidFill>
              </a:rPr>
              <a:t>接收方的数据链路层如何从物理层交付上来的比特流中提取出一个个的帧</a:t>
            </a:r>
            <a:endParaRPr lang="en-US" altLang="zh-CN" sz="2000" b="1" dirty="0">
              <a:solidFill>
                <a:schemeClr val="accent1"/>
              </a:solidFill>
            </a:endParaRPr>
          </a:p>
        </p:txBody>
      </p:sp>
      <p:sp>
        <p:nvSpPr>
          <p:cNvPr id="111" name="矩形 110">
            <a:extLst>
              <a:ext uri="{FF2B5EF4-FFF2-40B4-BE49-F238E27FC236}">
                <a16:creationId xmlns:a16="http://schemas.microsoft.com/office/drawing/2014/main" id="{606DBC79-0B1D-4F3E-9A40-AF3E7D527062}"/>
              </a:ext>
            </a:extLst>
          </p:cNvPr>
          <p:cNvSpPr/>
          <p:nvPr/>
        </p:nvSpPr>
        <p:spPr>
          <a:xfrm>
            <a:off x="1442437" y="2061201"/>
            <a:ext cx="256976" cy="256976"/>
          </a:xfrm>
          <a:prstGeom prst="rect">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112" name="íşlïḍè">
            <a:extLst>
              <a:ext uri="{FF2B5EF4-FFF2-40B4-BE49-F238E27FC236}">
                <a16:creationId xmlns:a16="http://schemas.microsoft.com/office/drawing/2014/main" id="{48ED2506-2041-41A7-9A00-0FCB9FE1D1AF}"/>
              </a:ext>
            </a:extLst>
          </p:cNvPr>
          <p:cNvSpPr txBox="1"/>
          <p:nvPr/>
        </p:nvSpPr>
        <p:spPr>
          <a:xfrm>
            <a:off x="1759665" y="2061200"/>
            <a:ext cx="5042917" cy="256977"/>
          </a:xfrm>
          <a:prstGeom prst="rect">
            <a:avLst/>
          </a:prstGeom>
          <a:noFill/>
        </p:spPr>
        <p:txBody>
          <a:bodyPr wrap="square" lIns="91440" tIns="45720" rIns="91440" bIns="45720" anchor="ctr">
            <a:noAutofit/>
          </a:bodyPr>
          <a:lstStyle/>
          <a:p>
            <a:r>
              <a:rPr lang="zh-CN" altLang="en-US" b="1" dirty="0"/>
              <a:t>帧首部和尾部的作用之一就是</a:t>
            </a:r>
            <a:r>
              <a:rPr lang="zh-CN" altLang="en-US" b="1" dirty="0">
                <a:solidFill>
                  <a:schemeClr val="accent1">
                    <a:lumMod val="75000"/>
                  </a:schemeClr>
                </a:solidFill>
              </a:rPr>
              <a:t>帧定界</a:t>
            </a:r>
            <a:r>
              <a:rPr lang="zh-CN" altLang="en-US" b="1" dirty="0"/>
              <a:t>。</a:t>
            </a:r>
            <a:endParaRPr lang="en-US" altLang="zh-CN" b="1" dirty="0"/>
          </a:p>
        </p:txBody>
      </p:sp>
    </p:spTree>
    <p:custDataLst>
      <p:tags r:id="rId1"/>
    </p:custDataLst>
    <p:extLst>
      <p:ext uri="{BB962C8B-B14F-4D97-AF65-F5344CB8AC3E}">
        <p14:creationId xmlns:p14="http://schemas.microsoft.com/office/powerpoint/2010/main" val="3728755311"/>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2" presetClass="entr" presetSubtype="8" fill="hold" grpId="0" nodeType="withEffect">
                                  <p:stCondLst>
                                    <p:cond delay="0"/>
                                  </p:stCondLst>
                                  <p:childTnLst>
                                    <p:set>
                                      <p:cBhvr>
                                        <p:cTn id="6" dur="1" fill="hold">
                                          <p:stCondLst>
                                            <p:cond delay="0"/>
                                          </p:stCondLst>
                                        </p:cTn>
                                        <p:tgtEl>
                                          <p:spTgt spid="27"/>
                                        </p:tgtEl>
                                        <p:attrNameLst>
                                          <p:attrName>style.visibility</p:attrName>
                                        </p:attrNameLst>
                                      </p:cBhvr>
                                      <p:to>
                                        <p:strVal val="visible"/>
                                      </p:to>
                                    </p:set>
                                    <p:anim calcmode="lin" valueType="num">
                                      <p:cBhvr additive="base">
                                        <p:cTn id="7" dur="1000"/>
                                        <p:tgtEl>
                                          <p:spTgt spid="27"/>
                                        </p:tgtEl>
                                        <p:attrNameLst>
                                          <p:attrName>ppt_x</p:attrName>
                                        </p:attrNameLst>
                                      </p:cBhvr>
                                      <p:tavLst>
                                        <p:tav tm="0">
                                          <p:val>
                                            <p:strVal val="#ppt_x-#ppt_w*1.125000"/>
                                          </p:val>
                                        </p:tav>
                                        <p:tav tm="100000">
                                          <p:val>
                                            <p:strVal val="#ppt_x"/>
                                          </p:val>
                                        </p:tav>
                                      </p:tavLst>
                                    </p:anim>
                                    <p:animEffect transition="in" filter="wipe(right)">
                                      <p:cBhvr>
                                        <p:cTn id="8" dur="1000"/>
                                        <p:tgtEl>
                                          <p:spTgt spid="27"/>
                                        </p:tgtEl>
                                      </p:cBhvr>
                                    </p:animEffect>
                                  </p:childTnLst>
                                </p:cTn>
                              </p:par>
                            </p:childTnLst>
                          </p:cTn>
                        </p:par>
                      </p:childTnLst>
                    </p:cTn>
                  </p:par>
                  <p:par>
                    <p:cTn id="9" fill="hold">
                      <p:stCondLst>
                        <p:cond delay="indefinite"/>
                      </p:stCondLst>
                      <p:childTnLst>
                        <p:par>
                          <p:cTn id="10" fill="hold">
                            <p:stCondLst>
                              <p:cond delay="0"/>
                            </p:stCondLst>
                            <p:childTnLst>
                              <p:par>
                                <p:cTn id="11" presetID="30" presetClass="entr" presetSubtype="0" fill="hold" nodeType="clickEffect">
                                  <p:stCondLst>
                                    <p:cond delay="0"/>
                                  </p:stCondLst>
                                  <p:childTnLst>
                                    <p:set>
                                      <p:cBhvr>
                                        <p:cTn id="12" dur="1" fill="hold">
                                          <p:stCondLst>
                                            <p:cond delay="0"/>
                                          </p:stCondLst>
                                        </p:cTn>
                                        <p:tgtEl>
                                          <p:spTgt spid="32"/>
                                        </p:tgtEl>
                                        <p:attrNameLst>
                                          <p:attrName>style.visibility</p:attrName>
                                        </p:attrNameLst>
                                      </p:cBhvr>
                                      <p:to>
                                        <p:strVal val="visible"/>
                                      </p:to>
                                    </p:set>
                                    <p:animEffect transition="in" filter="fade">
                                      <p:cBhvr>
                                        <p:cTn id="13" dur="800" decel="100000"/>
                                        <p:tgtEl>
                                          <p:spTgt spid="32"/>
                                        </p:tgtEl>
                                      </p:cBhvr>
                                    </p:animEffect>
                                    <p:anim calcmode="lin" valueType="num">
                                      <p:cBhvr>
                                        <p:cTn id="14" dur="800" decel="100000" fill="hold"/>
                                        <p:tgtEl>
                                          <p:spTgt spid="32"/>
                                        </p:tgtEl>
                                        <p:attrNameLst>
                                          <p:attrName>style.rotation</p:attrName>
                                        </p:attrNameLst>
                                      </p:cBhvr>
                                      <p:tavLst>
                                        <p:tav tm="0">
                                          <p:val>
                                            <p:fltVal val="-90"/>
                                          </p:val>
                                        </p:tav>
                                        <p:tav tm="100000">
                                          <p:val>
                                            <p:fltVal val="0"/>
                                          </p:val>
                                        </p:tav>
                                      </p:tavLst>
                                    </p:anim>
                                    <p:anim calcmode="lin" valueType="num">
                                      <p:cBhvr>
                                        <p:cTn id="15" dur="800" decel="100000" fill="hold"/>
                                        <p:tgtEl>
                                          <p:spTgt spid="32"/>
                                        </p:tgtEl>
                                        <p:attrNameLst>
                                          <p:attrName>ppt_x</p:attrName>
                                        </p:attrNameLst>
                                      </p:cBhvr>
                                      <p:tavLst>
                                        <p:tav tm="0">
                                          <p:val>
                                            <p:strVal val="#ppt_x+0.4"/>
                                          </p:val>
                                        </p:tav>
                                        <p:tav tm="100000">
                                          <p:val>
                                            <p:strVal val="#ppt_x-0.05"/>
                                          </p:val>
                                        </p:tav>
                                      </p:tavLst>
                                    </p:anim>
                                    <p:anim calcmode="lin" valueType="num">
                                      <p:cBhvr>
                                        <p:cTn id="16" dur="800" decel="100000" fill="hold"/>
                                        <p:tgtEl>
                                          <p:spTgt spid="32"/>
                                        </p:tgtEl>
                                        <p:attrNameLst>
                                          <p:attrName>ppt_y</p:attrName>
                                        </p:attrNameLst>
                                      </p:cBhvr>
                                      <p:tavLst>
                                        <p:tav tm="0">
                                          <p:val>
                                            <p:strVal val="#ppt_y-0.4"/>
                                          </p:val>
                                        </p:tav>
                                        <p:tav tm="100000">
                                          <p:val>
                                            <p:strVal val="#ppt_y+0.1"/>
                                          </p:val>
                                        </p:tav>
                                      </p:tavLst>
                                    </p:anim>
                                    <p:anim calcmode="lin" valueType="num">
                                      <p:cBhvr>
                                        <p:cTn id="17" dur="200" accel="100000" fill="hold">
                                          <p:stCondLst>
                                            <p:cond delay="800"/>
                                          </p:stCondLst>
                                        </p:cTn>
                                        <p:tgtEl>
                                          <p:spTgt spid="32"/>
                                        </p:tgtEl>
                                        <p:attrNameLst>
                                          <p:attrName>ppt_x</p:attrName>
                                        </p:attrNameLst>
                                      </p:cBhvr>
                                      <p:tavLst>
                                        <p:tav tm="0">
                                          <p:val>
                                            <p:strVal val="#ppt_x-0.05"/>
                                          </p:val>
                                        </p:tav>
                                        <p:tav tm="100000">
                                          <p:val>
                                            <p:strVal val="#ppt_x"/>
                                          </p:val>
                                        </p:tav>
                                      </p:tavLst>
                                    </p:anim>
                                    <p:anim calcmode="lin" valueType="num">
                                      <p:cBhvr>
                                        <p:cTn id="18" dur="200" accel="100000" fill="hold">
                                          <p:stCondLst>
                                            <p:cond delay="800"/>
                                          </p:stCondLst>
                                        </p:cTn>
                                        <p:tgtEl>
                                          <p:spTgt spid="32"/>
                                        </p:tgtEl>
                                        <p:attrNameLst>
                                          <p:attrName>ppt_y</p:attrName>
                                        </p:attrNameLst>
                                      </p:cBhvr>
                                      <p:tavLst>
                                        <p:tav tm="0">
                                          <p:val>
                                            <p:strVal val="#ppt_y+0.1"/>
                                          </p:val>
                                        </p:tav>
                                        <p:tav tm="100000">
                                          <p:val>
                                            <p:strVal val="#ppt_y"/>
                                          </p:val>
                                        </p:tav>
                                      </p:tavLst>
                                    </p:anim>
                                  </p:childTnLst>
                                </p:cTn>
                              </p:par>
                            </p:childTnLst>
                          </p:cTn>
                        </p:par>
                        <p:par>
                          <p:cTn id="19" fill="hold">
                            <p:stCondLst>
                              <p:cond delay="1000"/>
                            </p:stCondLst>
                            <p:childTnLst>
                              <p:par>
                                <p:cTn id="20" presetID="12" presetClass="entr" presetSubtype="2" fill="hold" grpId="0" nodeType="afterEffect">
                                  <p:stCondLst>
                                    <p:cond delay="0"/>
                                  </p:stCondLst>
                                  <p:childTnLst>
                                    <p:set>
                                      <p:cBhvr>
                                        <p:cTn id="21" dur="1" fill="hold">
                                          <p:stCondLst>
                                            <p:cond delay="0"/>
                                          </p:stCondLst>
                                        </p:cTn>
                                        <p:tgtEl>
                                          <p:spTgt spid="98"/>
                                        </p:tgtEl>
                                        <p:attrNameLst>
                                          <p:attrName>style.visibility</p:attrName>
                                        </p:attrNameLst>
                                      </p:cBhvr>
                                      <p:to>
                                        <p:strVal val="visible"/>
                                      </p:to>
                                    </p:set>
                                    <p:anim calcmode="lin" valueType="num">
                                      <p:cBhvr additive="base">
                                        <p:cTn id="22" dur="500"/>
                                        <p:tgtEl>
                                          <p:spTgt spid="98"/>
                                        </p:tgtEl>
                                        <p:attrNameLst>
                                          <p:attrName>ppt_x</p:attrName>
                                        </p:attrNameLst>
                                      </p:cBhvr>
                                      <p:tavLst>
                                        <p:tav tm="0">
                                          <p:val>
                                            <p:strVal val="#ppt_x+#ppt_w*1.125000"/>
                                          </p:val>
                                        </p:tav>
                                        <p:tav tm="100000">
                                          <p:val>
                                            <p:strVal val="#ppt_x"/>
                                          </p:val>
                                        </p:tav>
                                      </p:tavLst>
                                    </p:anim>
                                    <p:animEffect transition="in" filter="wipe(left)">
                                      <p:cBhvr>
                                        <p:cTn id="23" dur="500"/>
                                        <p:tgtEl>
                                          <p:spTgt spid="98"/>
                                        </p:tgtEl>
                                      </p:cBhvr>
                                    </p:animEffect>
                                  </p:childTnLst>
                                </p:cTn>
                              </p:par>
                            </p:childTnLst>
                          </p:cTn>
                        </p:par>
                      </p:childTnLst>
                    </p:cTn>
                  </p:par>
                  <p:par>
                    <p:cTn id="24" fill="hold">
                      <p:stCondLst>
                        <p:cond delay="indefinite"/>
                      </p:stCondLst>
                      <p:childTnLst>
                        <p:par>
                          <p:cTn id="25" fill="hold">
                            <p:stCondLst>
                              <p:cond delay="0"/>
                            </p:stCondLst>
                            <p:childTnLst>
                              <p:par>
                                <p:cTn id="26" presetID="12" presetClass="entr" presetSubtype="4" fill="hold" nodeType="clickEffect">
                                  <p:stCondLst>
                                    <p:cond delay="0"/>
                                  </p:stCondLst>
                                  <p:childTnLst>
                                    <p:set>
                                      <p:cBhvr>
                                        <p:cTn id="27" dur="1" fill="hold">
                                          <p:stCondLst>
                                            <p:cond delay="0"/>
                                          </p:stCondLst>
                                        </p:cTn>
                                        <p:tgtEl>
                                          <p:spTgt spid="10"/>
                                        </p:tgtEl>
                                        <p:attrNameLst>
                                          <p:attrName>style.visibility</p:attrName>
                                        </p:attrNameLst>
                                      </p:cBhvr>
                                      <p:to>
                                        <p:strVal val="visible"/>
                                      </p:to>
                                    </p:set>
                                    <p:anim calcmode="lin" valueType="num">
                                      <p:cBhvr additive="base">
                                        <p:cTn id="28" dur="500"/>
                                        <p:tgtEl>
                                          <p:spTgt spid="10"/>
                                        </p:tgtEl>
                                        <p:attrNameLst>
                                          <p:attrName>ppt_y</p:attrName>
                                        </p:attrNameLst>
                                      </p:cBhvr>
                                      <p:tavLst>
                                        <p:tav tm="0">
                                          <p:val>
                                            <p:strVal val="#ppt_y+#ppt_h*1.125000"/>
                                          </p:val>
                                        </p:tav>
                                        <p:tav tm="100000">
                                          <p:val>
                                            <p:strVal val="#ppt_y"/>
                                          </p:val>
                                        </p:tav>
                                      </p:tavLst>
                                    </p:anim>
                                    <p:animEffect transition="in" filter="wipe(up)">
                                      <p:cBhvr>
                                        <p:cTn id="29" dur="500"/>
                                        <p:tgtEl>
                                          <p:spTgt spid="10"/>
                                        </p:tgtEl>
                                      </p:cBhvr>
                                    </p:animEffect>
                                  </p:childTnLst>
                                </p:cTn>
                              </p:par>
                            </p:childTnLst>
                          </p:cTn>
                        </p:par>
                      </p:childTnLst>
                    </p:cTn>
                  </p:par>
                  <p:par>
                    <p:cTn id="30" fill="hold">
                      <p:stCondLst>
                        <p:cond delay="indefinite"/>
                      </p:stCondLst>
                      <p:childTnLst>
                        <p:par>
                          <p:cTn id="31" fill="hold">
                            <p:stCondLst>
                              <p:cond delay="0"/>
                            </p:stCondLst>
                            <p:childTnLst>
                              <p:par>
                                <p:cTn id="32" presetID="12" presetClass="entr" presetSubtype="4" fill="hold" nodeType="clickEffect">
                                  <p:stCondLst>
                                    <p:cond delay="0"/>
                                  </p:stCondLst>
                                  <p:childTnLst>
                                    <p:set>
                                      <p:cBhvr>
                                        <p:cTn id="33" dur="1" fill="hold">
                                          <p:stCondLst>
                                            <p:cond delay="0"/>
                                          </p:stCondLst>
                                        </p:cTn>
                                        <p:tgtEl>
                                          <p:spTgt spid="104"/>
                                        </p:tgtEl>
                                        <p:attrNameLst>
                                          <p:attrName>style.visibility</p:attrName>
                                        </p:attrNameLst>
                                      </p:cBhvr>
                                      <p:to>
                                        <p:strVal val="visible"/>
                                      </p:to>
                                    </p:set>
                                    <p:anim calcmode="lin" valueType="num">
                                      <p:cBhvr additive="base">
                                        <p:cTn id="34" dur="500"/>
                                        <p:tgtEl>
                                          <p:spTgt spid="104"/>
                                        </p:tgtEl>
                                        <p:attrNameLst>
                                          <p:attrName>ppt_y</p:attrName>
                                        </p:attrNameLst>
                                      </p:cBhvr>
                                      <p:tavLst>
                                        <p:tav tm="0">
                                          <p:val>
                                            <p:strVal val="#ppt_y+#ppt_h*1.125000"/>
                                          </p:val>
                                        </p:tav>
                                        <p:tav tm="100000">
                                          <p:val>
                                            <p:strVal val="#ppt_y"/>
                                          </p:val>
                                        </p:tav>
                                      </p:tavLst>
                                    </p:anim>
                                    <p:animEffect transition="in" filter="wipe(up)">
                                      <p:cBhvr>
                                        <p:cTn id="35" dur="500"/>
                                        <p:tgtEl>
                                          <p:spTgt spid="104"/>
                                        </p:tgtEl>
                                      </p:cBhvr>
                                    </p:animEffect>
                                  </p:childTnLst>
                                </p:cTn>
                              </p:par>
                            </p:childTnLst>
                          </p:cTn>
                        </p:par>
                      </p:childTnLst>
                    </p:cTn>
                  </p:par>
                  <p:par>
                    <p:cTn id="36" fill="hold">
                      <p:stCondLst>
                        <p:cond delay="indefinite"/>
                      </p:stCondLst>
                      <p:childTnLst>
                        <p:par>
                          <p:cTn id="37" fill="hold">
                            <p:stCondLst>
                              <p:cond delay="0"/>
                            </p:stCondLst>
                            <p:childTnLst>
                              <p:par>
                                <p:cTn id="38" presetID="49" presetClass="entr" presetSubtype="0" decel="100000" fill="hold" grpId="0" nodeType="clickEffect">
                                  <p:stCondLst>
                                    <p:cond delay="0"/>
                                  </p:stCondLst>
                                  <p:childTnLst>
                                    <p:set>
                                      <p:cBhvr>
                                        <p:cTn id="39" dur="1" fill="hold">
                                          <p:stCondLst>
                                            <p:cond delay="0"/>
                                          </p:stCondLst>
                                        </p:cTn>
                                        <p:tgtEl>
                                          <p:spTgt spid="111"/>
                                        </p:tgtEl>
                                        <p:attrNameLst>
                                          <p:attrName>style.visibility</p:attrName>
                                        </p:attrNameLst>
                                      </p:cBhvr>
                                      <p:to>
                                        <p:strVal val="visible"/>
                                      </p:to>
                                    </p:set>
                                    <p:anim calcmode="lin" valueType="num">
                                      <p:cBhvr>
                                        <p:cTn id="40" dur="500" fill="hold"/>
                                        <p:tgtEl>
                                          <p:spTgt spid="111"/>
                                        </p:tgtEl>
                                        <p:attrNameLst>
                                          <p:attrName>ppt_w</p:attrName>
                                        </p:attrNameLst>
                                      </p:cBhvr>
                                      <p:tavLst>
                                        <p:tav tm="0">
                                          <p:val>
                                            <p:fltVal val="0"/>
                                          </p:val>
                                        </p:tav>
                                        <p:tav tm="100000">
                                          <p:val>
                                            <p:strVal val="#ppt_w"/>
                                          </p:val>
                                        </p:tav>
                                      </p:tavLst>
                                    </p:anim>
                                    <p:anim calcmode="lin" valueType="num">
                                      <p:cBhvr>
                                        <p:cTn id="41" dur="500" fill="hold"/>
                                        <p:tgtEl>
                                          <p:spTgt spid="111"/>
                                        </p:tgtEl>
                                        <p:attrNameLst>
                                          <p:attrName>ppt_h</p:attrName>
                                        </p:attrNameLst>
                                      </p:cBhvr>
                                      <p:tavLst>
                                        <p:tav tm="0">
                                          <p:val>
                                            <p:fltVal val="0"/>
                                          </p:val>
                                        </p:tav>
                                        <p:tav tm="100000">
                                          <p:val>
                                            <p:strVal val="#ppt_h"/>
                                          </p:val>
                                        </p:tav>
                                      </p:tavLst>
                                    </p:anim>
                                    <p:anim calcmode="lin" valueType="num">
                                      <p:cBhvr>
                                        <p:cTn id="42" dur="500" fill="hold"/>
                                        <p:tgtEl>
                                          <p:spTgt spid="111"/>
                                        </p:tgtEl>
                                        <p:attrNameLst>
                                          <p:attrName>style.rotation</p:attrName>
                                        </p:attrNameLst>
                                      </p:cBhvr>
                                      <p:tavLst>
                                        <p:tav tm="0">
                                          <p:val>
                                            <p:fltVal val="360"/>
                                          </p:val>
                                        </p:tav>
                                        <p:tav tm="100000">
                                          <p:val>
                                            <p:fltVal val="0"/>
                                          </p:val>
                                        </p:tav>
                                      </p:tavLst>
                                    </p:anim>
                                    <p:animEffect transition="in" filter="fade">
                                      <p:cBhvr>
                                        <p:cTn id="43" dur="500"/>
                                        <p:tgtEl>
                                          <p:spTgt spid="111"/>
                                        </p:tgtEl>
                                      </p:cBhvr>
                                    </p:animEffect>
                                  </p:childTnLst>
                                </p:cTn>
                              </p:par>
                            </p:childTnLst>
                          </p:cTn>
                        </p:par>
                        <p:par>
                          <p:cTn id="44" fill="hold">
                            <p:stCondLst>
                              <p:cond delay="500"/>
                            </p:stCondLst>
                            <p:childTnLst>
                              <p:par>
                                <p:cTn id="45" presetID="1" presetClass="entr" presetSubtype="0" fill="hold" grpId="0" nodeType="afterEffect">
                                  <p:stCondLst>
                                    <p:cond delay="0"/>
                                  </p:stCondLst>
                                  <p:iterate type="lt">
                                    <p:tmAbs val="100"/>
                                  </p:iterate>
                                  <p:childTnLst>
                                    <p:set>
                                      <p:cBhvr>
                                        <p:cTn id="46" dur="1" fill="hold">
                                          <p:stCondLst>
                                            <p:cond delay="0"/>
                                          </p:stCondLst>
                                        </p:cTn>
                                        <p:tgtEl>
                                          <p:spTgt spid="112"/>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7" grpId="0"/>
      <p:bldP spid="98" grpId="0"/>
      <p:bldP spid="111" grpId="0" animBg="1"/>
      <p:bldP spid="112" grpId="0"/>
    </p:bldLst>
  </p:timing>
</p:sld>
</file>

<file path=ppt/slides/slide3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09" name="矩形 108">
            <a:extLst>
              <a:ext uri="{FF2B5EF4-FFF2-40B4-BE49-F238E27FC236}">
                <a16:creationId xmlns:a16="http://schemas.microsoft.com/office/drawing/2014/main" id="{E398D570-4CEA-4BED-9444-089EE722B2A2}"/>
              </a:ext>
            </a:extLst>
          </p:cNvPr>
          <p:cNvSpPr/>
          <p:nvPr/>
        </p:nvSpPr>
        <p:spPr>
          <a:xfrm>
            <a:off x="9361383" y="3651458"/>
            <a:ext cx="645888" cy="691576"/>
          </a:xfrm>
          <a:prstGeom prst="rect">
            <a:avLst/>
          </a:prstGeom>
          <a:solidFill>
            <a:schemeClr val="accent6"/>
          </a:solidFill>
          <a:ln>
            <a:solidFill>
              <a:schemeClr val="accent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5" name="矩形 4">
            <a:extLst>
              <a:ext uri="{FF2B5EF4-FFF2-40B4-BE49-F238E27FC236}">
                <a16:creationId xmlns:a16="http://schemas.microsoft.com/office/drawing/2014/main" id="{B6C839F9-F617-4C1F-B041-60DB1D6FEFAB}"/>
              </a:ext>
            </a:extLst>
          </p:cNvPr>
          <p:cNvSpPr/>
          <p:nvPr/>
        </p:nvSpPr>
        <p:spPr>
          <a:xfrm>
            <a:off x="2170875" y="3656758"/>
            <a:ext cx="605215" cy="691576"/>
          </a:xfrm>
          <a:prstGeom prst="rect">
            <a:avLst/>
          </a:prstGeom>
          <a:solidFill>
            <a:schemeClr val="accent6"/>
          </a:solidFill>
          <a:ln>
            <a:solidFill>
              <a:schemeClr val="accent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27" name="矩形 26">
            <a:extLst>
              <a:ext uri="{FF2B5EF4-FFF2-40B4-BE49-F238E27FC236}">
                <a16:creationId xmlns:a16="http://schemas.microsoft.com/office/drawing/2014/main" id="{04328A61-C761-46E7-80E3-0CA620A8C360}"/>
              </a:ext>
            </a:extLst>
          </p:cNvPr>
          <p:cNvSpPr/>
          <p:nvPr/>
        </p:nvSpPr>
        <p:spPr>
          <a:xfrm>
            <a:off x="1264513" y="5927281"/>
            <a:ext cx="10079234" cy="314354"/>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CN" b="1" dirty="0">
                <a:solidFill>
                  <a:schemeClr val="tx1"/>
                </a:solidFill>
              </a:rPr>
              <a:t>……0111111010100011010011010000011111100111111011100110001010010011000111111001111110110110110011</a:t>
            </a:r>
            <a:endParaRPr lang="zh-CN" altLang="en-US" b="1" dirty="0">
              <a:solidFill>
                <a:schemeClr val="tx1"/>
              </a:solidFill>
            </a:endParaRPr>
          </a:p>
        </p:txBody>
      </p:sp>
      <p:sp>
        <p:nvSpPr>
          <p:cNvPr id="6" name="矩形 5">
            <a:extLst>
              <a:ext uri="{FF2B5EF4-FFF2-40B4-BE49-F238E27FC236}">
                <a16:creationId xmlns:a16="http://schemas.microsoft.com/office/drawing/2014/main" id="{22F4F901-0757-4FC2-A1B2-FDB0BAEA7623}"/>
              </a:ext>
            </a:extLst>
          </p:cNvPr>
          <p:cNvSpPr/>
          <p:nvPr/>
        </p:nvSpPr>
        <p:spPr>
          <a:xfrm>
            <a:off x="6458" y="5903531"/>
            <a:ext cx="1258055" cy="381548"/>
          </a:xfrm>
          <a:prstGeom prst="rect">
            <a:avLst/>
          </a:prstGeom>
          <a:solidFill>
            <a:schemeClr val="bg1"/>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grpSp>
        <p:nvGrpSpPr>
          <p:cNvPr id="4" name="组合 3">
            <a:extLst>
              <a:ext uri="{FF2B5EF4-FFF2-40B4-BE49-F238E27FC236}">
                <a16:creationId xmlns:a16="http://schemas.microsoft.com/office/drawing/2014/main" id="{9A1EA9F2-FCB6-48C3-935F-7AE7E3AD14AC}"/>
              </a:ext>
            </a:extLst>
          </p:cNvPr>
          <p:cNvGrpSpPr/>
          <p:nvPr/>
        </p:nvGrpSpPr>
        <p:grpSpPr>
          <a:xfrm>
            <a:off x="304800" y="749300"/>
            <a:ext cx="6192344" cy="400110"/>
            <a:chOff x="424117" y="898245"/>
            <a:chExt cx="6192344" cy="400110"/>
          </a:xfrm>
        </p:grpSpPr>
        <p:sp>
          <p:nvSpPr>
            <p:cNvPr id="2" name="平行四边形 1">
              <a:extLst>
                <a:ext uri="{FF2B5EF4-FFF2-40B4-BE49-F238E27FC236}">
                  <a16:creationId xmlns:a16="http://schemas.microsoft.com/office/drawing/2014/main" id="{1F5BAA3F-9845-4F89-A2DD-8222D3E4EDAC}"/>
                </a:ext>
              </a:extLst>
            </p:cNvPr>
            <p:cNvSpPr/>
            <p:nvPr/>
          </p:nvSpPr>
          <p:spPr>
            <a:xfrm>
              <a:off x="424117" y="898245"/>
              <a:ext cx="628306" cy="387090"/>
            </a:xfrm>
            <a:prstGeom prst="parallelogram">
              <a:avLst/>
            </a:prstGeom>
            <a:solidFill>
              <a:schemeClr val="accent3">
                <a:lumMod val="75000"/>
              </a:schemeClr>
            </a:solidFill>
            <a:ln>
              <a:solidFill>
                <a:schemeClr val="accent3">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CN" sz="2200" dirty="0">
                  <a:latin typeface="Impact" panose="020B0806030902050204" pitchFamily="34" charset="0"/>
                </a:rPr>
                <a:t>01</a:t>
              </a:r>
              <a:endParaRPr lang="zh-CN" altLang="en-US" sz="2200" dirty="0">
                <a:latin typeface="Impact" panose="020B0806030902050204" pitchFamily="34" charset="0"/>
              </a:endParaRPr>
            </a:p>
          </p:txBody>
        </p:sp>
        <p:sp>
          <p:nvSpPr>
            <p:cNvPr id="3" name="文本框 2">
              <a:extLst>
                <a:ext uri="{FF2B5EF4-FFF2-40B4-BE49-F238E27FC236}">
                  <a16:creationId xmlns:a16="http://schemas.microsoft.com/office/drawing/2014/main" id="{4D6BD736-A4D3-4F26-AFED-36E11F50F70B}"/>
                </a:ext>
              </a:extLst>
            </p:cNvPr>
            <p:cNvSpPr txBox="1"/>
            <p:nvPr/>
          </p:nvSpPr>
          <p:spPr>
            <a:xfrm>
              <a:off x="1052423" y="898245"/>
              <a:ext cx="5564038" cy="400110"/>
            </a:xfrm>
            <a:prstGeom prst="rect">
              <a:avLst/>
            </a:prstGeom>
            <a:noFill/>
          </p:spPr>
          <p:txBody>
            <a:bodyPr wrap="square" rtlCol="0">
              <a:spAutoFit/>
            </a:bodyPr>
            <a:lstStyle/>
            <a:p>
              <a:r>
                <a:rPr lang="zh-CN" altLang="en-US" sz="2000" b="1" dirty="0"/>
                <a:t>封装成帧</a:t>
              </a:r>
            </a:p>
          </p:txBody>
        </p:sp>
      </p:grpSp>
      <p:sp>
        <p:nvSpPr>
          <p:cNvPr id="8" name="矩形 7">
            <a:extLst>
              <a:ext uri="{FF2B5EF4-FFF2-40B4-BE49-F238E27FC236}">
                <a16:creationId xmlns:a16="http://schemas.microsoft.com/office/drawing/2014/main" id="{C7720255-4E6C-41B6-A880-D93377A356B5}"/>
              </a:ext>
            </a:extLst>
          </p:cNvPr>
          <p:cNvSpPr/>
          <p:nvPr/>
        </p:nvSpPr>
        <p:spPr>
          <a:xfrm>
            <a:off x="1016000" y="1297642"/>
            <a:ext cx="256976" cy="256976"/>
          </a:xfrm>
          <a:prstGeom prst="rect">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9" name="íşlïḍè">
            <a:extLst>
              <a:ext uri="{FF2B5EF4-FFF2-40B4-BE49-F238E27FC236}">
                <a16:creationId xmlns:a16="http://schemas.microsoft.com/office/drawing/2014/main" id="{1E3208DB-9CB5-439E-87A6-F640C77C2B32}"/>
              </a:ext>
            </a:extLst>
          </p:cNvPr>
          <p:cNvSpPr txBox="1"/>
          <p:nvPr/>
        </p:nvSpPr>
        <p:spPr>
          <a:xfrm>
            <a:off x="1333228" y="1297641"/>
            <a:ext cx="10494766" cy="256977"/>
          </a:xfrm>
          <a:prstGeom prst="rect">
            <a:avLst/>
          </a:prstGeom>
          <a:noFill/>
        </p:spPr>
        <p:txBody>
          <a:bodyPr wrap="square" lIns="91440" tIns="45720" rIns="91440" bIns="45720" anchor="ctr">
            <a:noAutofit/>
          </a:bodyPr>
          <a:lstStyle/>
          <a:p>
            <a:r>
              <a:rPr lang="zh-CN" altLang="en-US" b="1" dirty="0"/>
              <a:t>封装成帧是指数据链路层给上层交付下来的协议数据单元</a:t>
            </a:r>
            <a:r>
              <a:rPr lang="en-US" altLang="zh-CN" b="1" dirty="0"/>
              <a:t>PDU</a:t>
            </a:r>
            <a:r>
              <a:rPr lang="zh-CN" altLang="en-US" b="1" dirty="0"/>
              <a:t>添加一个首部和一个尾部，使之成为帧。</a:t>
            </a:r>
            <a:endParaRPr lang="en-US" altLang="zh-CN" b="1" dirty="0"/>
          </a:p>
        </p:txBody>
      </p:sp>
      <p:sp>
        <p:nvSpPr>
          <p:cNvPr id="39" name="矩形 38">
            <a:extLst>
              <a:ext uri="{FF2B5EF4-FFF2-40B4-BE49-F238E27FC236}">
                <a16:creationId xmlns:a16="http://schemas.microsoft.com/office/drawing/2014/main" id="{6D125D46-8770-4CA3-B045-5F4643ABA420}"/>
              </a:ext>
            </a:extLst>
          </p:cNvPr>
          <p:cNvSpPr/>
          <p:nvPr/>
        </p:nvSpPr>
        <p:spPr>
          <a:xfrm>
            <a:off x="1442437" y="1661600"/>
            <a:ext cx="256976" cy="256976"/>
          </a:xfrm>
          <a:prstGeom prst="rect">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40" name="íşlïḍè">
            <a:extLst>
              <a:ext uri="{FF2B5EF4-FFF2-40B4-BE49-F238E27FC236}">
                <a16:creationId xmlns:a16="http://schemas.microsoft.com/office/drawing/2014/main" id="{58498DF2-EFAC-4127-85B0-98503C8F10A5}"/>
              </a:ext>
            </a:extLst>
          </p:cNvPr>
          <p:cNvSpPr txBox="1"/>
          <p:nvPr/>
        </p:nvSpPr>
        <p:spPr>
          <a:xfrm>
            <a:off x="1759665" y="1661599"/>
            <a:ext cx="5042917" cy="256977"/>
          </a:xfrm>
          <a:prstGeom prst="rect">
            <a:avLst/>
          </a:prstGeom>
          <a:noFill/>
        </p:spPr>
        <p:txBody>
          <a:bodyPr wrap="square" lIns="91440" tIns="45720" rIns="91440" bIns="45720" anchor="ctr">
            <a:noAutofit/>
          </a:bodyPr>
          <a:lstStyle/>
          <a:p>
            <a:r>
              <a:rPr lang="zh-CN" altLang="en-US" b="1" dirty="0"/>
              <a:t>帧的首部和尾部中包含有一些</a:t>
            </a:r>
            <a:r>
              <a:rPr lang="zh-CN" altLang="en-US" b="1" dirty="0">
                <a:solidFill>
                  <a:schemeClr val="accent1">
                    <a:lumMod val="75000"/>
                  </a:schemeClr>
                </a:solidFill>
              </a:rPr>
              <a:t>重要的控制信息</a:t>
            </a:r>
            <a:r>
              <a:rPr lang="zh-CN" altLang="en-US" b="1" dirty="0"/>
              <a:t>。</a:t>
            </a:r>
            <a:endParaRPr lang="en-US" altLang="zh-CN" b="1" dirty="0"/>
          </a:p>
        </p:txBody>
      </p:sp>
      <p:grpSp>
        <p:nvGrpSpPr>
          <p:cNvPr id="28" name="组合 27">
            <a:extLst>
              <a:ext uri="{FF2B5EF4-FFF2-40B4-BE49-F238E27FC236}">
                <a16:creationId xmlns:a16="http://schemas.microsoft.com/office/drawing/2014/main" id="{9AA8E776-BAB4-443E-8B87-ADF14B8D0DDE}"/>
              </a:ext>
            </a:extLst>
          </p:cNvPr>
          <p:cNvGrpSpPr/>
          <p:nvPr/>
        </p:nvGrpSpPr>
        <p:grpSpPr>
          <a:xfrm>
            <a:off x="601699" y="5793079"/>
            <a:ext cx="10940423" cy="641082"/>
            <a:chOff x="601699" y="5648354"/>
            <a:chExt cx="10940423" cy="641082"/>
          </a:xfrm>
        </p:grpSpPr>
        <p:cxnSp>
          <p:nvCxnSpPr>
            <p:cNvPr id="29" name="直接连接符 28">
              <a:extLst>
                <a:ext uri="{FF2B5EF4-FFF2-40B4-BE49-F238E27FC236}">
                  <a16:creationId xmlns:a16="http://schemas.microsoft.com/office/drawing/2014/main" id="{CD2354E6-3047-431F-ACF9-EFA46BA792A6}"/>
                </a:ext>
              </a:extLst>
            </p:cNvPr>
            <p:cNvCxnSpPr>
              <a:cxnSpLocks/>
            </p:cNvCxnSpPr>
            <p:nvPr/>
          </p:nvCxnSpPr>
          <p:spPr>
            <a:xfrm>
              <a:off x="1143721" y="6126777"/>
              <a:ext cx="10027235"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pic>
          <p:nvPicPr>
            <p:cNvPr id="30" name="图形 29">
              <a:extLst>
                <a:ext uri="{FF2B5EF4-FFF2-40B4-BE49-F238E27FC236}">
                  <a16:creationId xmlns:a16="http://schemas.microsoft.com/office/drawing/2014/main" id="{008285B2-4F6D-47D8-9021-B2EB227E3BED}"/>
                </a:ext>
              </a:extLst>
            </p:cNvPr>
            <p:cNvPicPr>
              <a:picLocks noChangeAspect="1"/>
            </p:cNvPicPr>
            <p:nvPr/>
          </p:nvPicPr>
          <p:blipFill>
            <a:blip r:embed="rId3">
              <a:extLst>
                <a:ext uri="{28A0092B-C50C-407E-A947-70E740481C1C}">
                  <a14:useLocalDpi xmlns:a14="http://schemas.microsoft.com/office/drawing/2010/main" val="0"/>
                </a:ext>
                <a:ext uri="{96DAC541-7B7A-43D3-8B79-37D633B846F1}">
                  <asvg:svgBlip xmlns:asvg="http://schemas.microsoft.com/office/drawing/2016/SVG/main" r:embed="rId4"/>
                </a:ext>
              </a:extLst>
            </a:blip>
            <a:stretch>
              <a:fillRect/>
            </a:stretch>
          </p:blipFill>
          <p:spPr>
            <a:xfrm>
              <a:off x="601699" y="5648354"/>
              <a:ext cx="662814" cy="641082"/>
            </a:xfrm>
            <a:prstGeom prst="rect">
              <a:avLst/>
            </a:prstGeom>
          </p:spPr>
        </p:pic>
        <p:pic>
          <p:nvPicPr>
            <p:cNvPr id="31" name="图形 30">
              <a:extLst>
                <a:ext uri="{FF2B5EF4-FFF2-40B4-BE49-F238E27FC236}">
                  <a16:creationId xmlns:a16="http://schemas.microsoft.com/office/drawing/2014/main" id="{3E7FDAB1-4B8E-49DB-BD8E-727E69FB35B0}"/>
                </a:ext>
              </a:extLst>
            </p:cNvPr>
            <p:cNvPicPr>
              <a:picLocks noChangeAspect="1"/>
            </p:cNvPicPr>
            <p:nvPr/>
          </p:nvPicPr>
          <p:blipFill>
            <a:blip r:embed="rId3">
              <a:extLst>
                <a:ext uri="{28A0092B-C50C-407E-A947-70E740481C1C}">
                  <a14:useLocalDpi xmlns:a14="http://schemas.microsoft.com/office/drawing/2010/main" val="0"/>
                </a:ext>
                <a:ext uri="{96DAC541-7B7A-43D3-8B79-37D633B846F1}">
                  <asvg:svgBlip xmlns:asvg="http://schemas.microsoft.com/office/drawing/2016/SVG/main" r:embed="rId4"/>
                </a:ext>
              </a:extLst>
            </a:blip>
            <a:stretch>
              <a:fillRect/>
            </a:stretch>
          </p:blipFill>
          <p:spPr>
            <a:xfrm>
              <a:off x="10879308" y="5648354"/>
              <a:ext cx="662814" cy="641082"/>
            </a:xfrm>
            <a:prstGeom prst="rect">
              <a:avLst/>
            </a:prstGeom>
          </p:spPr>
        </p:pic>
      </p:grpSp>
      <p:sp>
        <p:nvSpPr>
          <p:cNvPr id="111" name="矩形 110">
            <a:extLst>
              <a:ext uri="{FF2B5EF4-FFF2-40B4-BE49-F238E27FC236}">
                <a16:creationId xmlns:a16="http://schemas.microsoft.com/office/drawing/2014/main" id="{606DBC79-0B1D-4F3E-9A40-AF3E7D527062}"/>
              </a:ext>
            </a:extLst>
          </p:cNvPr>
          <p:cNvSpPr/>
          <p:nvPr/>
        </p:nvSpPr>
        <p:spPr>
          <a:xfrm>
            <a:off x="1442437" y="2061201"/>
            <a:ext cx="256976" cy="256976"/>
          </a:xfrm>
          <a:prstGeom prst="rect">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112" name="íşlïḍè">
            <a:extLst>
              <a:ext uri="{FF2B5EF4-FFF2-40B4-BE49-F238E27FC236}">
                <a16:creationId xmlns:a16="http://schemas.microsoft.com/office/drawing/2014/main" id="{48ED2506-2041-41A7-9A00-0FCB9FE1D1AF}"/>
              </a:ext>
            </a:extLst>
          </p:cNvPr>
          <p:cNvSpPr txBox="1"/>
          <p:nvPr/>
        </p:nvSpPr>
        <p:spPr>
          <a:xfrm>
            <a:off x="1759665" y="2061200"/>
            <a:ext cx="5042917" cy="256977"/>
          </a:xfrm>
          <a:prstGeom prst="rect">
            <a:avLst/>
          </a:prstGeom>
          <a:noFill/>
        </p:spPr>
        <p:txBody>
          <a:bodyPr wrap="square" lIns="91440" tIns="45720" rIns="91440" bIns="45720" anchor="ctr">
            <a:noAutofit/>
          </a:bodyPr>
          <a:lstStyle/>
          <a:p>
            <a:r>
              <a:rPr lang="zh-CN" altLang="en-US" b="1" dirty="0"/>
              <a:t>帧首部和尾部的作用之一就是</a:t>
            </a:r>
            <a:r>
              <a:rPr lang="zh-CN" altLang="en-US" b="1" dirty="0">
                <a:solidFill>
                  <a:schemeClr val="accent1">
                    <a:lumMod val="75000"/>
                  </a:schemeClr>
                </a:solidFill>
              </a:rPr>
              <a:t>帧定界</a:t>
            </a:r>
            <a:r>
              <a:rPr lang="zh-CN" altLang="en-US" b="1" dirty="0"/>
              <a:t>。</a:t>
            </a:r>
            <a:endParaRPr lang="en-US" altLang="zh-CN" b="1" dirty="0"/>
          </a:p>
        </p:txBody>
      </p:sp>
      <p:graphicFrame>
        <p:nvGraphicFramePr>
          <p:cNvPr id="99" name="表格 15">
            <a:extLst>
              <a:ext uri="{FF2B5EF4-FFF2-40B4-BE49-F238E27FC236}">
                <a16:creationId xmlns:a16="http://schemas.microsoft.com/office/drawing/2014/main" id="{2FB0EF20-B260-4386-853B-731D58DA6936}"/>
              </a:ext>
            </a:extLst>
          </p:cNvPr>
          <p:cNvGraphicFramePr>
            <a:graphicFrameLocks noGrp="1"/>
          </p:cNvGraphicFramePr>
          <p:nvPr/>
        </p:nvGraphicFramePr>
        <p:xfrm>
          <a:off x="2139328" y="3257157"/>
          <a:ext cx="7913343" cy="1112520"/>
        </p:xfrm>
        <a:graphic>
          <a:graphicData uri="http://schemas.openxmlformats.org/drawingml/2006/table">
            <a:tbl>
              <a:tblPr firstRow="1" bandRow="1">
                <a:tableStyleId>{5C22544A-7EE6-4342-B048-85BDC9FD1C3A}</a:tableStyleId>
              </a:tblPr>
              <a:tblGrid>
                <a:gridCol w="660068">
                  <a:extLst>
                    <a:ext uri="{9D8B030D-6E8A-4147-A177-3AD203B41FA5}">
                      <a16:colId xmlns:a16="http://schemas.microsoft.com/office/drawing/2014/main" val="582556354"/>
                    </a:ext>
                  </a:extLst>
                </a:gridCol>
                <a:gridCol w="953870">
                  <a:extLst>
                    <a:ext uri="{9D8B030D-6E8A-4147-A177-3AD203B41FA5}">
                      <a16:colId xmlns:a16="http://schemas.microsoft.com/office/drawing/2014/main" val="4093275061"/>
                    </a:ext>
                  </a:extLst>
                </a:gridCol>
                <a:gridCol w="3170797">
                  <a:extLst>
                    <a:ext uri="{9D8B030D-6E8A-4147-A177-3AD203B41FA5}">
                      <a16:colId xmlns:a16="http://schemas.microsoft.com/office/drawing/2014/main" val="4188641604"/>
                    </a:ext>
                  </a:extLst>
                </a:gridCol>
                <a:gridCol w="907822">
                  <a:extLst>
                    <a:ext uri="{9D8B030D-6E8A-4147-A177-3AD203B41FA5}">
                      <a16:colId xmlns:a16="http://schemas.microsoft.com/office/drawing/2014/main" val="1218946318"/>
                    </a:ext>
                  </a:extLst>
                </a:gridCol>
                <a:gridCol w="740262">
                  <a:extLst>
                    <a:ext uri="{9D8B030D-6E8A-4147-A177-3AD203B41FA5}">
                      <a16:colId xmlns:a16="http://schemas.microsoft.com/office/drawing/2014/main" val="2777886892"/>
                    </a:ext>
                  </a:extLst>
                </a:gridCol>
                <a:gridCol w="740262">
                  <a:extLst>
                    <a:ext uri="{9D8B030D-6E8A-4147-A177-3AD203B41FA5}">
                      <a16:colId xmlns:a16="http://schemas.microsoft.com/office/drawing/2014/main" val="680954693"/>
                    </a:ext>
                  </a:extLst>
                </a:gridCol>
                <a:gridCol w="740262">
                  <a:extLst>
                    <a:ext uri="{9D8B030D-6E8A-4147-A177-3AD203B41FA5}">
                      <a16:colId xmlns:a16="http://schemas.microsoft.com/office/drawing/2014/main" val="286568337"/>
                    </a:ext>
                  </a:extLst>
                </a:gridCol>
              </a:tblGrid>
              <a:tr h="370840">
                <a:tc gridSpan="7">
                  <a:txBody>
                    <a:bodyPr/>
                    <a:lstStyle/>
                    <a:p>
                      <a:pPr algn="ctr"/>
                      <a:r>
                        <a:rPr lang="en-US" altLang="zh-CN" b="1" dirty="0">
                          <a:solidFill>
                            <a:schemeClr val="accent4"/>
                          </a:solidFill>
                        </a:rPr>
                        <a:t>PPP</a:t>
                      </a:r>
                      <a:r>
                        <a:rPr lang="zh-CN" altLang="en-US" b="1" dirty="0">
                          <a:solidFill>
                            <a:schemeClr val="accent4"/>
                          </a:solidFill>
                        </a:rPr>
                        <a:t>帧</a:t>
                      </a: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hMerge="1">
                  <a:txBody>
                    <a:bodyPr/>
                    <a:lstStyle/>
                    <a:p>
                      <a:endParaRPr lang="zh-CN" altLang="en-US" dirty="0"/>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hMerge="1">
                  <a:txBody>
                    <a:bodyPr/>
                    <a:lstStyle/>
                    <a:p>
                      <a:endParaRPr lang="zh-CN" altLang="en-US" dirty="0"/>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hMerge="1">
                  <a:txBody>
                    <a:bodyPr/>
                    <a:lstStyle/>
                    <a:p>
                      <a:endParaRPr lang="zh-CN" altLang="en-US" dirty="0"/>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hMerge="1">
                  <a:txBody>
                    <a:bodyPr/>
                    <a:lstStyle/>
                    <a:p>
                      <a:endParaRPr lang="zh-CN" altLang="en-US" dirty="0"/>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hMerge="1">
                  <a:txBody>
                    <a:bodyPr/>
                    <a:lstStyle/>
                    <a:p>
                      <a:pPr algn="ctr"/>
                      <a:endParaRPr lang="zh-CN" altLang="en-US" b="1" dirty="0">
                        <a:solidFill>
                          <a:schemeClr val="accent4"/>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hMerge="1">
                  <a:txBody>
                    <a:bodyPr/>
                    <a:lstStyle/>
                    <a:p>
                      <a:pPr algn="ctr"/>
                      <a:endParaRPr lang="zh-CN" altLang="en-US" b="1" dirty="0">
                        <a:solidFill>
                          <a:schemeClr val="accent4"/>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extLst>
                  <a:ext uri="{0D108BD9-81ED-4DB2-BD59-A6C34878D82A}">
                    <a16:rowId xmlns:a16="http://schemas.microsoft.com/office/drawing/2014/main" val="751715214"/>
                  </a:ext>
                </a:extLst>
              </a:tr>
              <a:tr h="370840">
                <a:tc>
                  <a:txBody>
                    <a:bodyPr/>
                    <a:lstStyle/>
                    <a:p>
                      <a:pPr algn="ctr"/>
                      <a:r>
                        <a:rPr lang="en-US" altLang="zh-CN" b="1" dirty="0">
                          <a:solidFill>
                            <a:schemeClr val="accent4"/>
                          </a:solidFill>
                        </a:rPr>
                        <a:t>1 B</a:t>
                      </a:r>
                      <a:endParaRPr lang="zh-CN" altLang="en-US" b="1" dirty="0">
                        <a:solidFill>
                          <a:schemeClr val="accent4"/>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algn="ctr"/>
                      <a:r>
                        <a:rPr lang="en-US" altLang="zh-CN" b="1" dirty="0">
                          <a:solidFill>
                            <a:schemeClr val="accent4"/>
                          </a:solidFill>
                        </a:rPr>
                        <a:t>2 B</a:t>
                      </a:r>
                      <a:endParaRPr lang="zh-CN" altLang="en-US" b="1" dirty="0">
                        <a:solidFill>
                          <a:schemeClr val="accent4"/>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algn="ctr"/>
                      <a:r>
                        <a:rPr lang="zh-CN" altLang="en-US" b="1" dirty="0">
                          <a:solidFill>
                            <a:schemeClr val="accent4"/>
                          </a:solidFill>
                        </a:rPr>
                        <a:t>最大 </a:t>
                      </a:r>
                      <a:r>
                        <a:rPr lang="en-US" altLang="zh-CN" b="1" dirty="0">
                          <a:solidFill>
                            <a:schemeClr val="accent4"/>
                          </a:solidFill>
                        </a:rPr>
                        <a:t>1500 B</a:t>
                      </a:r>
                      <a:endParaRPr lang="zh-CN" altLang="en-US" b="1" dirty="0">
                        <a:solidFill>
                          <a:schemeClr val="accent4"/>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algn="ctr"/>
                      <a:r>
                        <a:rPr lang="en-US" altLang="zh-CN" b="1" dirty="0">
                          <a:solidFill>
                            <a:schemeClr val="accent4"/>
                          </a:solidFill>
                        </a:rPr>
                        <a:t>2 B</a:t>
                      </a:r>
                      <a:endParaRPr lang="zh-CN" altLang="en-US" b="1" dirty="0">
                        <a:solidFill>
                          <a:schemeClr val="accent4"/>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algn="ctr"/>
                      <a:r>
                        <a:rPr lang="en-US" altLang="zh-CN" b="1" dirty="0">
                          <a:solidFill>
                            <a:schemeClr val="accent4"/>
                          </a:solidFill>
                        </a:rPr>
                        <a:t>1 B</a:t>
                      </a:r>
                      <a:endParaRPr lang="zh-CN" altLang="en-US" b="1" dirty="0">
                        <a:solidFill>
                          <a:schemeClr val="accent4"/>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algn="ctr"/>
                      <a:r>
                        <a:rPr lang="en-US" altLang="zh-CN" b="1" dirty="0">
                          <a:solidFill>
                            <a:schemeClr val="accent4"/>
                          </a:solidFill>
                        </a:rPr>
                        <a:t>1 B</a:t>
                      </a:r>
                      <a:endParaRPr lang="zh-CN" altLang="en-US" b="1" dirty="0">
                        <a:solidFill>
                          <a:schemeClr val="accent4"/>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algn="ctr"/>
                      <a:r>
                        <a:rPr lang="en-US" altLang="zh-CN" b="1" dirty="0">
                          <a:solidFill>
                            <a:schemeClr val="accent4"/>
                          </a:solidFill>
                        </a:rPr>
                        <a:t>1 B</a:t>
                      </a:r>
                      <a:endParaRPr lang="zh-CN" altLang="en-US" b="1" dirty="0">
                        <a:solidFill>
                          <a:schemeClr val="accent4"/>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extLst>
                  <a:ext uri="{0D108BD9-81ED-4DB2-BD59-A6C34878D82A}">
                    <a16:rowId xmlns:a16="http://schemas.microsoft.com/office/drawing/2014/main" val="1983352797"/>
                  </a:ext>
                </a:extLst>
              </a:tr>
              <a:tr h="370840">
                <a:tc>
                  <a:txBody>
                    <a:bodyPr/>
                    <a:lstStyle/>
                    <a:p>
                      <a:pPr algn="ctr"/>
                      <a:r>
                        <a:rPr lang="zh-CN" altLang="en-US" b="1" dirty="0">
                          <a:solidFill>
                            <a:schemeClr val="accent4"/>
                          </a:solidFill>
                        </a:rPr>
                        <a:t>标志</a:t>
                      </a: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algn="ctr"/>
                      <a:r>
                        <a:rPr lang="en-US" altLang="zh-CN" b="1" dirty="0">
                          <a:solidFill>
                            <a:schemeClr val="accent4"/>
                          </a:solidFill>
                        </a:rPr>
                        <a:t>FCS</a:t>
                      </a:r>
                      <a:endParaRPr lang="zh-CN" altLang="en-US" b="1" dirty="0">
                        <a:solidFill>
                          <a:schemeClr val="accent4"/>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algn="ctr"/>
                      <a:r>
                        <a:rPr lang="zh-CN" altLang="en-US" b="1" dirty="0">
                          <a:solidFill>
                            <a:schemeClr val="accent4"/>
                          </a:solidFill>
                        </a:rPr>
                        <a:t>数据载荷</a:t>
                      </a: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algn="ctr"/>
                      <a:r>
                        <a:rPr lang="zh-CN" altLang="en-US" b="1" dirty="0">
                          <a:solidFill>
                            <a:schemeClr val="accent4"/>
                          </a:solidFill>
                        </a:rPr>
                        <a:t>协议</a:t>
                      </a: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algn="ctr"/>
                      <a:r>
                        <a:rPr lang="zh-CN" altLang="en-US" b="1" dirty="0">
                          <a:solidFill>
                            <a:schemeClr val="accent4"/>
                          </a:solidFill>
                        </a:rPr>
                        <a:t>控制</a:t>
                      </a: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algn="ctr"/>
                      <a:r>
                        <a:rPr lang="zh-CN" altLang="en-US" b="1" dirty="0">
                          <a:solidFill>
                            <a:schemeClr val="accent4"/>
                          </a:solidFill>
                        </a:rPr>
                        <a:t>地址</a:t>
                      </a: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algn="ctr"/>
                      <a:r>
                        <a:rPr lang="zh-CN" altLang="en-US" b="1" dirty="0">
                          <a:solidFill>
                            <a:schemeClr val="accent4"/>
                          </a:solidFill>
                        </a:rPr>
                        <a:t>标志</a:t>
                      </a: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extLst>
                  <a:ext uri="{0D108BD9-81ED-4DB2-BD59-A6C34878D82A}">
                    <a16:rowId xmlns:a16="http://schemas.microsoft.com/office/drawing/2014/main" val="1832940591"/>
                  </a:ext>
                </a:extLst>
              </a:tr>
            </a:tbl>
          </a:graphicData>
        </a:graphic>
      </p:graphicFrame>
      <p:sp>
        <p:nvSpPr>
          <p:cNvPr id="12" name="文本框 11">
            <a:extLst>
              <a:ext uri="{FF2B5EF4-FFF2-40B4-BE49-F238E27FC236}">
                <a16:creationId xmlns:a16="http://schemas.microsoft.com/office/drawing/2014/main" id="{4061240A-AAF3-43D4-8DE8-0FAB3814D3FF}"/>
              </a:ext>
            </a:extLst>
          </p:cNvPr>
          <p:cNvSpPr txBox="1"/>
          <p:nvPr/>
        </p:nvSpPr>
        <p:spPr>
          <a:xfrm>
            <a:off x="9137073" y="5906719"/>
            <a:ext cx="976746" cy="369332"/>
          </a:xfrm>
          <a:prstGeom prst="rect">
            <a:avLst/>
          </a:prstGeom>
          <a:noFill/>
        </p:spPr>
        <p:txBody>
          <a:bodyPr wrap="square" rtlCol="0">
            <a:spAutoFit/>
          </a:bodyPr>
          <a:lstStyle/>
          <a:p>
            <a:pPr algn="ctr"/>
            <a:r>
              <a:rPr lang="en-US" altLang="zh-CN" b="1" dirty="0">
                <a:highlight>
                  <a:srgbClr val="F4B919"/>
                </a:highlight>
              </a:rPr>
              <a:t>01111110</a:t>
            </a:r>
            <a:endParaRPr lang="zh-CN" altLang="en-US" b="1" dirty="0">
              <a:highlight>
                <a:srgbClr val="F4B919"/>
              </a:highlight>
            </a:endParaRPr>
          </a:p>
        </p:txBody>
      </p:sp>
      <p:sp>
        <p:nvSpPr>
          <p:cNvPr id="113" name="文本框 112">
            <a:extLst>
              <a:ext uri="{FF2B5EF4-FFF2-40B4-BE49-F238E27FC236}">
                <a16:creationId xmlns:a16="http://schemas.microsoft.com/office/drawing/2014/main" id="{5AEAF85E-8AEC-4645-874C-C604327CFE71}"/>
              </a:ext>
            </a:extLst>
          </p:cNvPr>
          <p:cNvSpPr txBox="1"/>
          <p:nvPr/>
        </p:nvSpPr>
        <p:spPr>
          <a:xfrm>
            <a:off x="8350803" y="5906719"/>
            <a:ext cx="976746" cy="369332"/>
          </a:xfrm>
          <a:prstGeom prst="rect">
            <a:avLst/>
          </a:prstGeom>
          <a:noFill/>
        </p:spPr>
        <p:txBody>
          <a:bodyPr wrap="square" rtlCol="0">
            <a:spAutoFit/>
          </a:bodyPr>
          <a:lstStyle/>
          <a:p>
            <a:pPr algn="ctr"/>
            <a:r>
              <a:rPr lang="en-US" altLang="zh-CN" b="1" dirty="0">
                <a:highlight>
                  <a:srgbClr val="F4B919"/>
                </a:highlight>
              </a:rPr>
              <a:t>01111110</a:t>
            </a:r>
            <a:endParaRPr lang="zh-CN" altLang="en-US" b="1" dirty="0">
              <a:highlight>
                <a:srgbClr val="F4B919"/>
              </a:highlight>
            </a:endParaRPr>
          </a:p>
        </p:txBody>
      </p:sp>
      <p:sp>
        <p:nvSpPr>
          <p:cNvPr id="114" name="文本框 113">
            <a:extLst>
              <a:ext uri="{FF2B5EF4-FFF2-40B4-BE49-F238E27FC236}">
                <a16:creationId xmlns:a16="http://schemas.microsoft.com/office/drawing/2014/main" id="{79143493-BEC0-4E16-9D31-E8582F5A184D}"/>
              </a:ext>
            </a:extLst>
          </p:cNvPr>
          <p:cNvSpPr txBox="1"/>
          <p:nvPr/>
        </p:nvSpPr>
        <p:spPr>
          <a:xfrm>
            <a:off x="5301072" y="5906719"/>
            <a:ext cx="976746" cy="369332"/>
          </a:xfrm>
          <a:prstGeom prst="rect">
            <a:avLst/>
          </a:prstGeom>
          <a:noFill/>
        </p:spPr>
        <p:txBody>
          <a:bodyPr wrap="square" rtlCol="0">
            <a:spAutoFit/>
          </a:bodyPr>
          <a:lstStyle/>
          <a:p>
            <a:pPr algn="ctr"/>
            <a:r>
              <a:rPr lang="en-US" altLang="zh-CN" b="1" dirty="0">
                <a:highlight>
                  <a:srgbClr val="F4B919"/>
                </a:highlight>
              </a:rPr>
              <a:t>01111110</a:t>
            </a:r>
            <a:endParaRPr lang="zh-CN" altLang="en-US" b="1" dirty="0">
              <a:highlight>
                <a:srgbClr val="F4B919"/>
              </a:highlight>
            </a:endParaRPr>
          </a:p>
        </p:txBody>
      </p:sp>
      <p:sp>
        <p:nvSpPr>
          <p:cNvPr id="115" name="文本框 114">
            <a:extLst>
              <a:ext uri="{FF2B5EF4-FFF2-40B4-BE49-F238E27FC236}">
                <a16:creationId xmlns:a16="http://schemas.microsoft.com/office/drawing/2014/main" id="{F7D77810-9C9B-49DA-8245-63D83863CE19}"/>
              </a:ext>
            </a:extLst>
          </p:cNvPr>
          <p:cNvSpPr txBox="1"/>
          <p:nvPr/>
        </p:nvSpPr>
        <p:spPr>
          <a:xfrm>
            <a:off x="4514802" y="5906719"/>
            <a:ext cx="976746" cy="369332"/>
          </a:xfrm>
          <a:prstGeom prst="rect">
            <a:avLst/>
          </a:prstGeom>
          <a:noFill/>
        </p:spPr>
        <p:txBody>
          <a:bodyPr wrap="square" rtlCol="0">
            <a:spAutoFit/>
          </a:bodyPr>
          <a:lstStyle/>
          <a:p>
            <a:pPr algn="ctr"/>
            <a:r>
              <a:rPr lang="en-US" altLang="zh-CN" b="1" dirty="0">
                <a:highlight>
                  <a:srgbClr val="F4B919"/>
                </a:highlight>
              </a:rPr>
              <a:t>01111110</a:t>
            </a:r>
            <a:endParaRPr lang="zh-CN" altLang="en-US" b="1" dirty="0">
              <a:highlight>
                <a:srgbClr val="F4B919"/>
              </a:highlight>
            </a:endParaRPr>
          </a:p>
        </p:txBody>
      </p:sp>
      <p:sp>
        <p:nvSpPr>
          <p:cNvPr id="116" name="文本框 115">
            <a:extLst>
              <a:ext uri="{FF2B5EF4-FFF2-40B4-BE49-F238E27FC236}">
                <a16:creationId xmlns:a16="http://schemas.microsoft.com/office/drawing/2014/main" id="{C3A429DB-088F-4E25-91D6-E268579DF0B1}"/>
              </a:ext>
            </a:extLst>
          </p:cNvPr>
          <p:cNvSpPr txBox="1"/>
          <p:nvPr/>
        </p:nvSpPr>
        <p:spPr>
          <a:xfrm>
            <a:off x="1650955" y="5906719"/>
            <a:ext cx="976746" cy="369332"/>
          </a:xfrm>
          <a:prstGeom prst="rect">
            <a:avLst/>
          </a:prstGeom>
          <a:noFill/>
        </p:spPr>
        <p:txBody>
          <a:bodyPr wrap="square" rtlCol="0">
            <a:spAutoFit/>
          </a:bodyPr>
          <a:lstStyle/>
          <a:p>
            <a:pPr algn="ctr"/>
            <a:r>
              <a:rPr lang="en-US" altLang="zh-CN" b="1" dirty="0">
                <a:highlight>
                  <a:srgbClr val="F4B919"/>
                </a:highlight>
              </a:rPr>
              <a:t>01111110</a:t>
            </a:r>
            <a:endParaRPr lang="zh-CN" altLang="en-US" b="1" dirty="0">
              <a:highlight>
                <a:srgbClr val="F4B919"/>
              </a:highlight>
            </a:endParaRPr>
          </a:p>
        </p:txBody>
      </p:sp>
      <p:grpSp>
        <p:nvGrpSpPr>
          <p:cNvPr id="14" name="组合 13">
            <a:extLst>
              <a:ext uri="{FF2B5EF4-FFF2-40B4-BE49-F238E27FC236}">
                <a16:creationId xmlns:a16="http://schemas.microsoft.com/office/drawing/2014/main" id="{B750B690-09CD-4154-9D33-7C0C7C75C009}"/>
              </a:ext>
            </a:extLst>
          </p:cNvPr>
          <p:cNvGrpSpPr/>
          <p:nvPr/>
        </p:nvGrpSpPr>
        <p:grpSpPr>
          <a:xfrm>
            <a:off x="1796958" y="5387432"/>
            <a:ext cx="3542425" cy="592057"/>
            <a:chOff x="1796958" y="5387432"/>
            <a:chExt cx="3542425" cy="592057"/>
          </a:xfrm>
        </p:grpSpPr>
        <p:cxnSp>
          <p:nvCxnSpPr>
            <p:cNvPr id="118" name="直接连接符 117">
              <a:extLst>
                <a:ext uri="{FF2B5EF4-FFF2-40B4-BE49-F238E27FC236}">
                  <a16:creationId xmlns:a16="http://schemas.microsoft.com/office/drawing/2014/main" id="{25F7FCA3-ABB3-428F-BCB8-4466F4383F60}"/>
                </a:ext>
              </a:extLst>
            </p:cNvPr>
            <p:cNvCxnSpPr>
              <a:cxnSpLocks/>
            </p:cNvCxnSpPr>
            <p:nvPr/>
          </p:nvCxnSpPr>
          <p:spPr>
            <a:xfrm>
              <a:off x="1796958" y="5387432"/>
              <a:ext cx="0" cy="526273"/>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19" name="直接连接符 118">
              <a:extLst>
                <a:ext uri="{FF2B5EF4-FFF2-40B4-BE49-F238E27FC236}">
                  <a16:creationId xmlns:a16="http://schemas.microsoft.com/office/drawing/2014/main" id="{E1AB60F6-FDDF-4030-86EA-8F47862F7030}"/>
                </a:ext>
              </a:extLst>
            </p:cNvPr>
            <p:cNvCxnSpPr>
              <a:cxnSpLocks/>
            </p:cNvCxnSpPr>
            <p:nvPr/>
          </p:nvCxnSpPr>
          <p:spPr>
            <a:xfrm>
              <a:off x="5339383" y="5453216"/>
              <a:ext cx="0" cy="526273"/>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20" name="直接箭头连接符 119">
              <a:extLst>
                <a:ext uri="{FF2B5EF4-FFF2-40B4-BE49-F238E27FC236}">
                  <a16:creationId xmlns:a16="http://schemas.microsoft.com/office/drawing/2014/main" id="{8A56964E-1933-4F02-9287-08C4C6729603}"/>
                </a:ext>
              </a:extLst>
            </p:cNvPr>
            <p:cNvCxnSpPr>
              <a:cxnSpLocks/>
            </p:cNvCxnSpPr>
            <p:nvPr/>
          </p:nvCxnSpPr>
          <p:spPr>
            <a:xfrm>
              <a:off x="1796958" y="5641678"/>
              <a:ext cx="3542425" cy="0"/>
            </a:xfrm>
            <a:prstGeom prst="straightConnector1">
              <a:avLst/>
            </a:prstGeom>
            <a:ln w="12700">
              <a:solidFill>
                <a:schemeClr val="tx1"/>
              </a:solidFill>
              <a:headEnd type="triangle"/>
              <a:tailEnd type="triangle"/>
            </a:ln>
          </p:spPr>
          <p:style>
            <a:lnRef idx="1">
              <a:schemeClr val="accent1"/>
            </a:lnRef>
            <a:fillRef idx="0">
              <a:schemeClr val="accent1"/>
            </a:fillRef>
            <a:effectRef idx="0">
              <a:schemeClr val="accent1"/>
            </a:effectRef>
            <a:fontRef idx="minor">
              <a:schemeClr val="tx1"/>
            </a:fontRef>
          </p:style>
        </p:cxnSp>
        <p:sp>
          <p:nvSpPr>
            <p:cNvPr id="121" name="文本框 120">
              <a:extLst>
                <a:ext uri="{FF2B5EF4-FFF2-40B4-BE49-F238E27FC236}">
                  <a16:creationId xmlns:a16="http://schemas.microsoft.com/office/drawing/2014/main" id="{20D92134-49D7-447F-954E-799B6416AF43}"/>
                </a:ext>
              </a:extLst>
            </p:cNvPr>
            <p:cNvSpPr txBox="1"/>
            <p:nvPr/>
          </p:nvSpPr>
          <p:spPr>
            <a:xfrm>
              <a:off x="3358237" y="5453216"/>
              <a:ext cx="337566" cy="369332"/>
            </a:xfrm>
            <a:prstGeom prst="rect">
              <a:avLst/>
            </a:prstGeom>
            <a:solidFill>
              <a:schemeClr val="bg1"/>
            </a:solidFill>
          </p:spPr>
          <p:txBody>
            <a:bodyPr wrap="square" rtlCol="0">
              <a:spAutoFit/>
            </a:bodyPr>
            <a:lstStyle/>
            <a:p>
              <a:pPr algn="ctr"/>
              <a:r>
                <a:rPr lang="zh-CN" altLang="en-US" b="1" dirty="0">
                  <a:solidFill>
                    <a:schemeClr val="accent4"/>
                  </a:solidFill>
                </a:rPr>
                <a:t>帧</a:t>
              </a:r>
            </a:p>
          </p:txBody>
        </p:sp>
      </p:grpSp>
      <p:grpSp>
        <p:nvGrpSpPr>
          <p:cNvPr id="16" name="组合 15">
            <a:extLst>
              <a:ext uri="{FF2B5EF4-FFF2-40B4-BE49-F238E27FC236}">
                <a16:creationId xmlns:a16="http://schemas.microsoft.com/office/drawing/2014/main" id="{E4673575-4BAD-424D-84FF-64FC6901B918}"/>
              </a:ext>
            </a:extLst>
          </p:cNvPr>
          <p:cNvGrpSpPr/>
          <p:nvPr/>
        </p:nvGrpSpPr>
        <p:grpSpPr>
          <a:xfrm>
            <a:off x="5447075" y="5453216"/>
            <a:ext cx="3720039" cy="527788"/>
            <a:chOff x="5447075" y="5453216"/>
            <a:chExt cx="3720039" cy="527788"/>
          </a:xfrm>
        </p:grpSpPr>
        <p:cxnSp>
          <p:nvCxnSpPr>
            <p:cNvPr id="123" name="直接连接符 122">
              <a:extLst>
                <a:ext uri="{FF2B5EF4-FFF2-40B4-BE49-F238E27FC236}">
                  <a16:creationId xmlns:a16="http://schemas.microsoft.com/office/drawing/2014/main" id="{D697C344-4A6A-45FC-886E-DAFF892AC018}"/>
                </a:ext>
              </a:extLst>
            </p:cNvPr>
            <p:cNvCxnSpPr>
              <a:cxnSpLocks/>
            </p:cNvCxnSpPr>
            <p:nvPr/>
          </p:nvCxnSpPr>
          <p:spPr>
            <a:xfrm>
              <a:off x="5447075" y="5454731"/>
              <a:ext cx="0" cy="526273"/>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24" name="直接连接符 123">
              <a:extLst>
                <a:ext uri="{FF2B5EF4-FFF2-40B4-BE49-F238E27FC236}">
                  <a16:creationId xmlns:a16="http://schemas.microsoft.com/office/drawing/2014/main" id="{66B329F1-8AFB-4AED-847E-5DE0CA8F684C}"/>
                </a:ext>
              </a:extLst>
            </p:cNvPr>
            <p:cNvCxnSpPr>
              <a:cxnSpLocks/>
            </p:cNvCxnSpPr>
            <p:nvPr/>
          </p:nvCxnSpPr>
          <p:spPr>
            <a:xfrm>
              <a:off x="9167114" y="5454731"/>
              <a:ext cx="0" cy="526273"/>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25" name="直接箭头连接符 124">
              <a:extLst>
                <a:ext uri="{FF2B5EF4-FFF2-40B4-BE49-F238E27FC236}">
                  <a16:creationId xmlns:a16="http://schemas.microsoft.com/office/drawing/2014/main" id="{34CC96D8-13EA-4ABA-AD76-C31C03F9C8C2}"/>
                </a:ext>
              </a:extLst>
            </p:cNvPr>
            <p:cNvCxnSpPr>
              <a:cxnSpLocks/>
            </p:cNvCxnSpPr>
            <p:nvPr/>
          </p:nvCxnSpPr>
          <p:spPr>
            <a:xfrm>
              <a:off x="5447075" y="5643193"/>
              <a:ext cx="3720039" cy="0"/>
            </a:xfrm>
            <a:prstGeom prst="straightConnector1">
              <a:avLst/>
            </a:prstGeom>
            <a:ln w="12700">
              <a:solidFill>
                <a:schemeClr val="tx1"/>
              </a:solidFill>
              <a:headEnd type="triangle"/>
              <a:tailEnd type="triangle"/>
            </a:ln>
          </p:spPr>
          <p:style>
            <a:lnRef idx="1">
              <a:schemeClr val="accent1"/>
            </a:lnRef>
            <a:fillRef idx="0">
              <a:schemeClr val="accent1"/>
            </a:fillRef>
            <a:effectRef idx="0">
              <a:schemeClr val="accent1"/>
            </a:effectRef>
            <a:fontRef idx="minor">
              <a:schemeClr val="tx1"/>
            </a:fontRef>
          </p:style>
        </p:cxnSp>
        <p:sp>
          <p:nvSpPr>
            <p:cNvPr id="126" name="文本框 125">
              <a:extLst>
                <a:ext uri="{FF2B5EF4-FFF2-40B4-BE49-F238E27FC236}">
                  <a16:creationId xmlns:a16="http://schemas.microsoft.com/office/drawing/2014/main" id="{03CE3101-DB39-49B8-9BB7-3C226D4D6D32}"/>
                </a:ext>
              </a:extLst>
            </p:cNvPr>
            <p:cNvSpPr txBox="1"/>
            <p:nvPr/>
          </p:nvSpPr>
          <p:spPr>
            <a:xfrm>
              <a:off x="7159269" y="5453216"/>
              <a:ext cx="337566" cy="369332"/>
            </a:xfrm>
            <a:prstGeom prst="rect">
              <a:avLst/>
            </a:prstGeom>
            <a:solidFill>
              <a:schemeClr val="bg1"/>
            </a:solidFill>
          </p:spPr>
          <p:txBody>
            <a:bodyPr wrap="square" rtlCol="0">
              <a:spAutoFit/>
            </a:bodyPr>
            <a:lstStyle/>
            <a:p>
              <a:pPr algn="ctr"/>
              <a:r>
                <a:rPr lang="zh-CN" altLang="en-US" b="1" dirty="0">
                  <a:solidFill>
                    <a:schemeClr val="accent4"/>
                  </a:solidFill>
                </a:rPr>
                <a:t>帧</a:t>
              </a:r>
            </a:p>
          </p:txBody>
        </p:sp>
      </p:grpSp>
      <p:sp>
        <p:nvSpPr>
          <p:cNvPr id="17" name="对话气泡: 圆角矩形 16">
            <a:extLst>
              <a:ext uri="{FF2B5EF4-FFF2-40B4-BE49-F238E27FC236}">
                <a16:creationId xmlns:a16="http://schemas.microsoft.com/office/drawing/2014/main" id="{259000EF-079E-4DE8-81D6-09D95EA74861}"/>
              </a:ext>
            </a:extLst>
          </p:cNvPr>
          <p:cNvSpPr/>
          <p:nvPr/>
        </p:nvSpPr>
        <p:spPr>
          <a:xfrm>
            <a:off x="6802582" y="2228632"/>
            <a:ext cx="4275578" cy="773483"/>
          </a:xfrm>
          <a:prstGeom prst="wedgeRoundRectCallout">
            <a:avLst>
              <a:gd name="adj1" fmla="val -20987"/>
              <a:gd name="adj2" fmla="val 73556"/>
              <a:gd name="adj3" fmla="val 16667"/>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r>
              <a:rPr lang="zh-CN" altLang="en-US" b="1" dirty="0"/>
              <a:t>         并不是每一种数据链路层协议的帧都包含有帧定界标志。</a:t>
            </a:r>
          </a:p>
        </p:txBody>
      </p:sp>
    </p:spTree>
    <p:custDataLst>
      <p:tags r:id="rId1"/>
    </p:custDataLst>
    <p:extLst>
      <p:ext uri="{BB962C8B-B14F-4D97-AF65-F5344CB8AC3E}">
        <p14:creationId xmlns:p14="http://schemas.microsoft.com/office/powerpoint/2010/main" val="753108482"/>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30" presetClass="entr" presetSubtype="0" fill="hold" nodeType="withEffect">
                                  <p:stCondLst>
                                    <p:cond delay="0"/>
                                  </p:stCondLst>
                                  <p:childTnLst>
                                    <p:set>
                                      <p:cBhvr>
                                        <p:cTn id="6" dur="1" fill="hold">
                                          <p:stCondLst>
                                            <p:cond delay="0"/>
                                          </p:stCondLst>
                                        </p:cTn>
                                        <p:tgtEl>
                                          <p:spTgt spid="99"/>
                                        </p:tgtEl>
                                        <p:attrNameLst>
                                          <p:attrName>style.visibility</p:attrName>
                                        </p:attrNameLst>
                                      </p:cBhvr>
                                      <p:to>
                                        <p:strVal val="visible"/>
                                      </p:to>
                                    </p:set>
                                    <p:animEffect transition="in" filter="fade">
                                      <p:cBhvr>
                                        <p:cTn id="7" dur="800" decel="100000"/>
                                        <p:tgtEl>
                                          <p:spTgt spid="99"/>
                                        </p:tgtEl>
                                      </p:cBhvr>
                                    </p:animEffect>
                                    <p:anim calcmode="lin" valueType="num">
                                      <p:cBhvr>
                                        <p:cTn id="8" dur="800" decel="100000" fill="hold"/>
                                        <p:tgtEl>
                                          <p:spTgt spid="99"/>
                                        </p:tgtEl>
                                        <p:attrNameLst>
                                          <p:attrName>style.rotation</p:attrName>
                                        </p:attrNameLst>
                                      </p:cBhvr>
                                      <p:tavLst>
                                        <p:tav tm="0">
                                          <p:val>
                                            <p:fltVal val="-90"/>
                                          </p:val>
                                        </p:tav>
                                        <p:tav tm="100000">
                                          <p:val>
                                            <p:fltVal val="0"/>
                                          </p:val>
                                        </p:tav>
                                      </p:tavLst>
                                    </p:anim>
                                    <p:anim calcmode="lin" valueType="num">
                                      <p:cBhvr>
                                        <p:cTn id="9" dur="800" decel="100000" fill="hold"/>
                                        <p:tgtEl>
                                          <p:spTgt spid="99"/>
                                        </p:tgtEl>
                                        <p:attrNameLst>
                                          <p:attrName>ppt_x</p:attrName>
                                        </p:attrNameLst>
                                      </p:cBhvr>
                                      <p:tavLst>
                                        <p:tav tm="0">
                                          <p:val>
                                            <p:strVal val="#ppt_x+0.4"/>
                                          </p:val>
                                        </p:tav>
                                        <p:tav tm="100000">
                                          <p:val>
                                            <p:strVal val="#ppt_x-0.05"/>
                                          </p:val>
                                        </p:tav>
                                      </p:tavLst>
                                    </p:anim>
                                    <p:anim calcmode="lin" valueType="num">
                                      <p:cBhvr>
                                        <p:cTn id="10" dur="800" decel="100000" fill="hold"/>
                                        <p:tgtEl>
                                          <p:spTgt spid="99"/>
                                        </p:tgtEl>
                                        <p:attrNameLst>
                                          <p:attrName>ppt_y</p:attrName>
                                        </p:attrNameLst>
                                      </p:cBhvr>
                                      <p:tavLst>
                                        <p:tav tm="0">
                                          <p:val>
                                            <p:strVal val="#ppt_y-0.4"/>
                                          </p:val>
                                        </p:tav>
                                        <p:tav tm="100000">
                                          <p:val>
                                            <p:strVal val="#ppt_y+0.1"/>
                                          </p:val>
                                        </p:tav>
                                      </p:tavLst>
                                    </p:anim>
                                    <p:anim calcmode="lin" valueType="num">
                                      <p:cBhvr>
                                        <p:cTn id="11" dur="200" accel="100000" fill="hold">
                                          <p:stCondLst>
                                            <p:cond delay="800"/>
                                          </p:stCondLst>
                                        </p:cTn>
                                        <p:tgtEl>
                                          <p:spTgt spid="99"/>
                                        </p:tgtEl>
                                        <p:attrNameLst>
                                          <p:attrName>ppt_x</p:attrName>
                                        </p:attrNameLst>
                                      </p:cBhvr>
                                      <p:tavLst>
                                        <p:tav tm="0">
                                          <p:val>
                                            <p:strVal val="#ppt_x-0.05"/>
                                          </p:val>
                                        </p:tav>
                                        <p:tav tm="100000">
                                          <p:val>
                                            <p:strVal val="#ppt_x"/>
                                          </p:val>
                                        </p:tav>
                                      </p:tavLst>
                                    </p:anim>
                                    <p:anim calcmode="lin" valueType="num">
                                      <p:cBhvr>
                                        <p:cTn id="12" dur="200" accel="100000" fill="hold">
                                          <p:stCondLst>
                                            <p:cond delay="800"/>
                                          </p:stCondLst>
                                        </p:cTn>
                                        <p:tgtEl>
                                          <p:spTgt spid="99"/>
                                        </p:tgtEl>
                                        <p:attrNameLst>
                                          <p:attrName>ppt_y</p:attrName>
                                        </p:attrNameLst>
                                      </p:cBhvr>
                                      <p:tavLst>
                                        <p:tav tm="0">
                                          <p:val>
                                            <p:strVal val="#ppt_y+0.1"/>
                                          </p:val>
                                        </p:tav>
                                        <p:tav tm="100000">
                                          <p:val>
                                            <p:strVal val="#ppt_y"/>
                                          </p:val>
                                        </p:tav>
                                      </p:tavLst>
                                    </p:anim>
                                  </p:childTnLst>
                                </p:cTn>
                              </p:par>
                            </p:childTnLst>
                          </p:cTn>
                        </p:par>
                      </p:childTnLst>
                    </p:cTn>
                  </p:par>
                  <p:par>
                    <p:cTn id="13" fill="hold">
                      <p:stCondLst>
                        <p:cond delay="indefinite"/>
                      </p:stCondLst>
                      <p:childTnLst>
                        <p:par>
                          <p:cTn id="14" fill="hold">
                            <p:stCondLst>
                              <p:cond delay="0"/>
                            </p:stCondLst>
                            <p:childTnLst>
                              <p:par>
                                <p:cTn id="15" presetID="22" presetClass="entr" presetSubtype="1" fill="hold" grpId="0" nodeType="clickEffect">
                                  <p:stCondLst>
                                    <p:cond delay="0"/>
                                  </p:stCondLst>
                                  <p:childTnLst>
                                    <p:set>
                                      <p:cBhvr>
                                        <p:cTn id="16" dur="1" fill="hold">
                                          <p:stCondLst>
                                            <p:cond delay="0"/>
                                          </p:stCondLst>
                                        </p:cTn>
                                        <p:tgtEl>
                                          <p:spTgt spid="109"/>
                                        </p:tgtEl>
                                        <p:attrNameLst>
                                          <p:attrName>style.visibility</p:attrName>
                                        </p:attrNameLst>
                                      </p:cBhvr>
                                      <p:to>
                                        <p:strVal val="visible"/>
                                      </p:to>
                                    </p:set>
                                    <p:animEffect transition="in" filter="wipe(up)">
                                      <p:cBhvr>
                                        <p:cTn id="17" dur="1000"/>
                                        <p:tgtEl>
                                          <p:spTgt spid="109"/>
                                        </p:tgtEl>
                                      </p:cBhvr>
                                    </p:animEffect>
                                  </p:childTnLst>
                                </p:cTn>
                              </p:par>
                              <p:par>
                                <p:cTn id="18" presetID="22" presetClass="entr" presetSubtype="1" fill="hold" grpId="0" nodeType="withEffect">
                                  <p:stCondLst>
                                    <p:cond delay="0"/>
                                  </p:stCondLst>
                                  <p:childTnLst>
                                    <p:set>
                                      <p:cBhvr>
                                        <p:cTn id="19" dur="1" fill="hold">
                                          <p:stCondLst>
                                            <p:cond delay="0"/>
                                          </p:stCondLst>
                                        </p:cTn>
                                        <p:tgtEl>
                                          <p:spTgt spid="5"/>
                                        </p:tgtEl>
                                        <p:attrNameLst>
                                          <p:attrName>style.visibility</p:attrName>
                                        </p:attrNameLst>
                                      </p:cBhvr>
                                      <p:to>
                                        <p:strVal val="visible"/>
                                      </p:to>
                                    </p:set>
                                    <p:animEffect transition="in" filter="wipe(up)">
                                      <p:cBhvr>
                                        <p:cTn id="20" dur="1000"/>
                                        <p:tgtEl>
                                          <p:spTgt spid="5"/>
                                        </p:tgtEl>
                                      </p:cBhvr>
                                    </p:animEffect>
                                  </p:childTnLst>
                                </p:cTn>
                              </p:par>
                            </p:childTnLst>
                          </p:cTn>
                        </p:par>
                      </p:childTnLst>
                    </p:cTn>
                  </p:par>
                  <p:par>
                    <p:cTn id="21" fill="hold">
                      <p:stCondLst>
                        <p:cond delay="indefinite"/>
                      </p:stCondLst>
                      <p:childTnLst>
                        <p:par>
                          <p:cTn id="22" fill="hold">
                            <p:stCondLst>
                              <p:cond delay="0"/>
                            </p:stCondLst>
                            <p:childTnLst>
                              <p:par>
                                <p:cTn id="23" presetID="20" presetClass="entr" presetSubtype="0" fill="hold" grpId="0" nodeType="clickEffect">
                                  <p:stCondLst>
                                    <p:cond delay="0"/>
                                  </p:stCondLst>
                                  <p:childTnLst>
                                    <p:set>
                                      <p:cBhvr>
                                        <p:cTn id="24" dur="1" fill="hold">
                                          <p:stCondLst>
                                            <p:cond delay="0"/>
                                          </p:stCondLst>
                                        </p:cTn>
                                        <p:tgtEl>
                                          <p:spTgt spid="12"/>
                                        </p:tgtEl>
                                        <p:attrNameLst>
                                          <p:attrName>style.visibility</p:attrName>
                                        </p:attrNameLst>
                                      </p:cBhvr>
                                      <p:to>
                                        <p:strVal val="visible"/>
                                      </p:to>
                                    </p:set>
                                    <p:animEffect transition="in" filter="wedge">
                                      <p:cBhvr>
                                        <p:cTn id="25" dur="500"/>
                                        <p:tgtEl>
                                          <p:spTgt spid="12"/>
                                        </p:tgtEl>
                                      </p:cBhvr>
                                    </p:animEffect>
                                  </p:childTnLst>
                                </p:cTn>
                              </p:par>
                            </p:childTnLst>
                          </p:cTn>
                        </p:par>
                        <p:par>
                          <p:cTn id="26" fill="hold">
                            <p:stCondLst>
                              <p:cond delay="500"/>
                            </p:stCondLst>
                            <p:childTnLst>
                              <p:par>
                                <p:cTn id="27" presetID="20" presetClass="entr" presetSubtype="0" fill="hold" grpId="0" nodeType="afterEffect">
                                  <p:stCondLst>
                                    <p:cond delay="0"/>
                                  </p:stCondLst>
                                  <p:childTnLst>
                                    <p:set>
                                      <p:cBhvr>
                                        <p:cTn id="28" dur="1" fill="hold">
                                          <p:stCondLst>
                                            <p:cond delay="0"/>
                                          </p:stCondLst>
                                        </p:cTn>
                                        <p:tgtEl>
                                          <p:spTgt spid="113"/>
                                        </p:tgtEl>
                                        <p:attrNameLst>
                                          <p:attrName>style.visibility</p:attrName>
                                        </p:attrNameLst>
                                      </p:cBhvr>
                                      <p:to>
                                        <p:strVal val="visible"/>
                                      </p:to>
                                    </p:set>
                                    <p:animEffect transition="in" filter="wedge">
                                      <p:cBhvr>
                                        <p:cTn id="29" dur="500"/>
                                        <p:tgtEl>
                                          <p:spTgt spid="113"/>
                                        </p:tgtEl>
                                      </p:cBhvr>
                                    </p:animEffect>
                                  </p:childTnLst>
                                </p:cTn>
                              </p:par>
                            </p:childTnLst>
                          </p:cTn>
                        </p:par>
                        <p:par>
                          <p:cTn id="30" fill="hold">
                            <p:stCondLst>
                              <p:cond delay="1000"/>
                            </p:stCondLst>
                            <p:childTnLst>
                              <p:par>
                                <p:cTn id="31" presetID="20" presetClass="entr" presetSubtype="0" fill="hold" grpId="0" nodeType="afterEffect">
                                  <p:stCondLst>
                                    <p:cond delay="0"/>
                                  </p:stCondLst>
                                  <p:childTnLst>
                                    <p:set>
                                      <p:cBhvr>
                                        <p:cTn id="32" dur="1" fill="hold">
                                          <p:stCondLst>
                                            <p:cond delay="0"/>
                                          </p:stCondLst>
                                        </p:cTn>
                                        <p:tgtEl>
                                          <p:spTgt spid="114"/>
                                        </p:tgtEl>
                                        <p:attrNameLst>
                                          <p:attrName>style.visibility</p:attrName>
                                        </p:attrNameLst>
                                      </p:cBhvr>
                                      <p:to>
                                        <p:strVal val="visible"/>
                                      </p:to>
                                    </p:set>
                                    <p:animEffect transition="in" filter="wedge">
                                      <p:cBhvr>
                                        <p:cTn id="33" dur="500"/>
                                        <p:tgtEl>
                                          <p:spTgt spid="114"/>
                                        </p:tgtEl>
                                      </p:cBhvr>
                                    </p:animEffect>
                                  </p:childTnLst>
                                </p:cTn>
                              </p:par>
                            </p:childTnLst>
                          </p:cTn>
                        </p:par>
                        <p:par>
                          <p:cTn id="34" fill="hold">
                            <p:stCondLst>
                              <p:cond delay="1500"/>
                            </p:stCondLst>
                            <p:childTnLst>
                              <p:par>
                                <p:cTn id="35" presetID="20" presetClass="entr" presetSubtype="0" fill="hold" grpId="0" nodeType="afterEffect">
                                  <p:stCondLst>
                                    <p:cond delay="0"/>
                                  </p:stCondLst>
                                  <p:childTnLst>
                                    <p:set>
                                      <p:cBhvr>
                                        <p:cTn id="36" dur="1" fill="hold">
                                          <p:stCondLst>
                                            <p:cond delay="0"/>
                                          </p:stCondLst>
                                        </p:cTn>
                                        <p:tgtEl>
                                          <p:spTgt spid="115"/>
                                        </p:tgtEl>
                                        <p:attrNameLst>
                                          <p:attrName>style.visibility</p:attrName>
                                        </p:attrNameLst>
                                      </p:cBhvr>
                                      <p:to>
                                        <p:strVal val="visible"/>
                                      </p:to>
                                    </p:set>
                                    <p:animEffect transition="in" filter="wedge">
                                      <p:cBhvr>
                                        <p:cTn id="37" dur="500"/>
                                        <p:tgtEl>
                                          <p:spTgt spid="115"/>
                                        </p:tgtEl>
                                      </p:cBhvr>
                                    </p:animEffect>
                                  </p:childTnLst>
                                </p:cTn>
                              </p:par>
                            </p:childTnLst>
                          </p:cTn>
                        </p:par>
                        <p:par>
                          <p:cTn id="38" fill="hold">
                            <p:stCondLst>
                              <p:cond delay="2000"/>
                            </p:stCondLst>
                            <p:childTnLst>
                              <p:par>
                                <p:cTn id="39" presetID="20" presetClass="entr" presetSubtype="0" fill="hold" grpId="0" nodeType="afterEffect">
                                  <p:stCondLst>
                                    <p:cond delay="0"/>
                                  </p:stCondLst>
                                  <p:childTnLst>
                                    <p:set>
                                      <p:cBhvr>
                                        <p:cTn id="40" dur="1" fill="hold">
                                          <p:stCondLst>
                                            <p:cond delay="0"/>
                                          </p:stCondLst>
                                        </p:cTn>
                                        <p:tgtEl>
                                          <p:spTgt spid="116"/>
                                        </p:tgtEl>
                                        <p:attrNameLst>
                                          <p:attrName>style.visibility</p:attrName>
                                        </p:attrNameLst>
                                      </p:cBhvr>
                                      <p:to>
                                        <p:strVal val="visible"/>
                                      </p:to>
                                    </p:set>
                                    <p:animEffect transition="in" filter="wedge">
                                      <p:cBhvr>
                                        <p:cTn id="41" dur="500"/>
                                        <p:tgtEl>
                                          <p:spTgt spid="116"/>
                                        </p:tgtEl>
                                      </p:cBhvr>
                                    </p:animEffect>
                                  </p:childTnLst>
                                </p:cTn>
                              </p:par>
                            </p:childTnLst>
                          </p:cTn>
                        </p:par>
                      </p:childTnLst>
                    </p:cTn>
                  </p:par>
                  <p:par>
                    <p:cTn id="42" fill="hold">
                      <p:stCondLst>
                        <p:cond delay="indefinite"/>
                      </p:stCondLst>
                      <p:childTnLst>
                        <p:par>
                          <p:cTn id="43" fill="hold">
                            <p:stCondLst>
                              <p:cond delay="0"/>
                            </p:stCondLst>
                            <p:childTnLst>
                              <p:par>
                                <p:cTn id="44" presetID="12" presetClass="entr" presetSubtype="4" fill="hold" nodeType="clickEffect">
                                  <p:stCondLst>
                                    <p:cond delay="0"/>
                                  </p:stCondLst>
                                  <p:childTnLst>
                                    <p:set>
                                      <p:cBhvr>
                                        <p:cTn id="45" dur="1" fill="hold">
                                          <p:stCondLst>
                                            <p:cond delay="0"/>
                                          </p:stCondLst>
                                        </p:cTn>
                                        <p:tgtEl>
                                          <p:spTgt spid="14"/>
                                        </p:tgtEl>
                                        <p:attrNameLst>
                                          <p:attrName>style.visibility</p:attrName>
                                        </p:attrNameLst>
                                      </p:cBhvr>
                                      <p:to>
                                        <p:strVal val="visible"/>
                                      </p:to>
                                    </p:set>
                                    <p:anim calcmode="lin" valueType="num">
                                      <p:cBhvr additive="base">
                                        <p:cTn id="46" dur="500"/>
                                        <p:tgtEl>
                                          <p:spTgt spid="14"/>
                                        </p:tgtEl>
                                        <p:attrNameLst>
                                          <p:attrName>ppt_y</p:attrName>
                                        </p:attrNameLst>
                                      </p:cBhvr>
                                      <p:tavLst>
                                        <p:tav tm="0">
                                          <p:val>
                                            <p:strVal val="#ppt_y+#ppt_h*1.125000"/>
                                          </p:val>
                                        </p:tav>
                                        <p:tav tm="100000">
                                          <p:val>
                                            <p:strVal val="#ppt_y"/>
                                          </p:val>
                                        </p:tav>
                                      </p:tavLst>
                                    </p:anim>
                                    <p:animEffect transition="in" filter="wipe(up)">
                                      <p:cBhvr>
                                        <p:cTn id="47" dur="500"/>
                                        <p:tgtEl>
                                          <p:spTgt spid="14"/>
                                        </p:tgtEl>
                                      </p:cBhvr>
                                    </p:animEffect>
                                  </p:childTnLst>
                                </p:cTn>
                              </p:par>
                              <p:par>
                                <p:cTn id="48" presetID="12" presetClass="entr" presetSubtype="4" fill="hold" nodeType="withEffect">
                                  <p:stCondLst>
                                    <p:cond delay="0"/>
                                  </p:stCondLst>
                                  <p:childTnLst>
                                    <p:set>
                                      <p:cBhvr>
                                        <p:cTn id="49" dur="1" fill="hold">
                                          <p:stCondLst>
                                            <p:cond delay="0"/>
                                          </p:stCondLst>
                                        </p:cTn>
                                        <p:tgtEl>
                                          <p:spTgt spid="16"/>
                                        </p:tgtEl>
                                        <p:attrNameLst>
                                          <p:attrName>style.visibility</p:attrName>
                                        </p:attrNameLst>
                                      </p:cBhvr>
                                      <p:to>
                                        <p:strVal val="visible"/>
                                      </p:to>
                                    </p:set>
                                    <p:anim calcmode="lin" valueType="num">
                                      <p:cBhvr additive="base">
                                        <p:cTn id="50" dur="500"/>
                                        <p:tgtEl>
                                          <p:spTgt spid="16"/>
                                        </p:tgtEl>
                                        <p:attrNameLst>
                                          <p:attrName>ppt_y</p:attrName>
                                        </p:attrNameLst>
                                      </p:cBhvr>
                                      <p:tavLst>
                                        <p:tav tm="0">
                                          <p:val>
                                            <p:strVal val="#ppt_y+#ppt_h*1.125000"/>
                                          </p:val>
                                        </p:tav>
                                        <p:tav tm="100000">
                                          <p:val>
                                            <p:strVal val="#ppt_y"/>
                                          </p:val>
                                        </p:tav>
                                      </p:tavLst>
                                    </p:anim>
                                    <p:animEffect transition="in" filter="wipe(up)">
                                      <p:cBhvr>
                                        <p:cTn id="51" dur="500"/>
                                        <p:tgtEl>
                                          <p:spTgt spid="16"/>
                                        </p:tgtEl>
                                      </p:cBhvr>
                                    </p:animEffect>
                                  </p:childTnLst>
                                </p:cTn>
                              </p:par>
                            </p:childTnLst>
                          </p:cTn>
                        </p:par>
                      </p:childTnLst>
                    </p:cTn>
                  </p:par>
                  <p:par>
                    <p:cTn id="52" fill="hold">
                      <p:stCondLst>
                        <p:cond delay="indefinite"/>
                      </p:stCondLst>
                      <p:childTnLst>
                        <p:par>
                          <p:cTn id="53" fill="hold">
                            <p:stCondLst>
                              <p:cond delay="0"/>
                            </p:stCondLst>
                            <p:childTnLst>
                              <p:par>
                                <p:cTn id="54" presetID="2" presetClass="entr" presetSubtype="2" fill="hold" grpId="0" nodeType="clickEffect">
                                  <p:stCondLst>
                                    <p:cond delay="0"/>
                                  </p:stCondLst>
                                  <p:childTnLst>
                                    <p:set>
                                      <p:cBhvr>
                                        <p:cTn id="55" dur="1" fill="hold">
                                          <p:stCondLst>
                                            <p:cond delay="0"/>
                                          </p:stCondLst>
                                        </p:cTn>
                                        <p:tgtEl>
                                          <p:spTgt spid="17"/>
                                        </p:tgtEl>
                                        <p:attrNameLst>
                                          <p:attrName>style.visibility</p:attrName>
                                        </p:attrNameLst>
                                      </p:cBhvr>
                                      <p:to>
                                        <p:strVal val="visible"/>
                                      </p:to>
                                    </p:set>
                                    <p:anim calcmode="lin" valueType="num">
                                      <p:cBhvr additive="base">
                                        <p:cTn id="56" dur="500" fill="hold"/>
                                        <p:tgtEl>
                                          <p:spTgt spid="17"/>
                                        </p:tgtEl>
                                        <p:attrNameLst>
                                          <p:attrName>ppt_x</p:attrName>
                                        </p:attrNameLst>
                                      </p:cBhvr>
                                      <p:tavLst>
                                        <p:tav tm="0">
                                          <p:val>
                                            <p:strVal val="1+#ppt_w/2"/>
                                          </p:val>
                                        </p:tav>
                                        <p:tav tm="100000">
                                          <p:val>
                                            <p:strVal val="#ppt_x"/>
                                          </p:val>
                                        </p:tav>
                                      </p:tavLst>
                                    </p:anim>
                                    <p:anim calcmode="lin" valueType="num">
                                      <p:cBhvr additive="base">
                                        <p:cTn id="57" dur="500" fill="hold"/>
                                        <p:tgtEl>
                                          <p:spTgt spid="17"/>
                                        </p:tgtEl>
                                        <p:attrNameLst>
                                          <p:attrName>ppt_y</p:attrName>
                                        </p:attrNameLst>
                                      </p:cBhvr>
                                      <p:tavLst>
                                        <p:tav tm="0">
                                          <p:val>
                                            <p:strVal val="#ppt_y"/>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09" grpId="0" animBg="1"/>
      <p:bldP spid="5" grpId="0" animBg="1"/>
      <p:bldP spid="12" grpId="0"/>
      <p:bldP spid="113" grpId="0"/>
      <p:bldP spid="114" grpId="0"/>
      <p:bldP spid="115" grpId="0"/>
      <p:bldP spid="116" grpId="0"/>
      <p:bldP spid="17" grpId="0" animBg="1"/>
    </p:bldLst>
  </p:timing>
</p:sld>
</file>

<file path=ppt/slides/slide3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0" name="矩形 49">
            <a:extLst>
              <a:ext uri="{FF2B5EF4-FFF2-40B4-BE49-F238E27FC236}">
                <a16:creationId xmlns:a16="http://schemas.microsoft.com/office/drawing/2014/main" id="{D624BD14-498D-41A3-8FFB-66C995B631B6}"/>
              </a:ext>
            </a:extLst>
          </p:cNvPr>
          <p:cNvSpPr/>
          <p:nvPr/>
        </p:nvSpPr>
        <p:spPr>
          <a:xfrm>
            <a:off x="1859492" y="4542410"/>
            <a:ext cx="2034931" cy="352857"/>
          </a:xfrm>
          <a:prstGeom prst="rect">
            <a:avLst/>
          </a:prstGeom>
          <a:solidFill>
            <a:schemeClr val="accent4"/>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zh-CN" altLang="en-US" b="1" dirty="0"/>
              <a:t>以太网</a:t>
            </a:r>
            <a:r>
              <a:rPr lang="en-US" altLang="zh-CN" b="1" dirty="0"/>
              <a:t>V2</a:t>
            </a:r>
            <a:r>
              <a:rPr lang="zh-CN" altLang="en-US" b="1" dirty="0"/>
              <a:t>的</a:t>
            </a:r>
            <a:r>
              <a:rPr lang="en-US" altLang="zh-CN" b="1" dirty="0"/>
              <a:t>MAC</a:t>
            </a:r>
            <a:r>
              <a:rPr lang="zh-CN" altLang="en-US" b="1" dirty="0"/>
              <a:t>帧</a:t>
            </a:r>
          </a:p>
        </p:txBody>
      </p:sp>
      <p:sp>
        <p:nvSpPr>
          <p:cNvPr id="6" name="矩形 5">
            <a:extLst>
              <a:ext uri="{FF2B5EF4-FFF2-40B4-BE49-F238E27FC236}">
                <a16:creationId xmlns:a16="http://schemas.microsoft.com/office/drawing/2014/main" id="{22F4F901-0757-4FC2-A1B2-FDB0BAEA7623}"/>
              </a:ext>
            </a:extLst>
          </p:cNvPr>
          <p:cNvSpPr/>
          <p:nvPr/>
        </p:nvSpPr>
        <p:spPr>
          <a:xfrm>
            <a:off x="6458" y="5903531"/>
            <a:ext cx="1258055" cy="381548"/>
          </a:xfrm>
          <a:prstGeom prst="rect">
            <a:avLst/>
          </a:prstGeom>
          <a:solidFill>
            <a:schemeClr val="bg1"/>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grpSp>
        <p:nvGrpSpPr>
          <p:cNvPr id="4" name="组合 3">
            <a:extLst>
              <a:ext uri="{FF2B5EF4-FFF2-40B4-BE49-F238E27FC236}">
                <a16:creationId xmlns:a16="http://schemas.microsoft.com/office/drawing/2014/main" id="{9A1EA9F2-FCB6-48C3-935F-7AE7E3AD14AC}"/>
              </a:ext>
            </a:extLst>
          </p:cNvPr>
          <p:cNvGrpSpPr/>
          <p:nvPr/>
        </p:nvGrpSpPr>
        <p:grpSpPr>
          <a:xfrm>
            <a:off x="304800" y="749300"/>
            <a:ext cx="6192344" cy="400110"/>
            <a:chOff x="424117" y="898245"/>
            <a:chExt cx="6192344" cy="400110"/>
          </a:xfrm>
        </p:grpSpPr>
        <p:sp>
          <p:nvSpPr>
            <p:cNvPr id="2" name="平行四边形 1">
              <a:extLst>
                <a:ext uri="{FF2B5EF4-FFF2-40B4-BE49-F238E27FC236}">
                  <a16:creationId xmlns:a16="http://schemas.microsoft.com/office/drawing/2014/main" id="{1F5BAA3F-9845-4F89-A2DD-8222D3E4EDAC}"/>
                </a:ext>
              </a:extLst>
            </p:cNvPr>
            <p:cNvSpPr/>
            <p:nvPr/>
          </p:nvSpPr>
          <p:spPr>
            <a:xfrm>
              <a:off x="424117" y="898245"/>
              <a:ext cx="628306" cy="387090"/>
            </a:xfrm>
            <a:prstGeom prst="parallelogram">
              <a:avLst/>
            </a:prstGeom>
            <a:solidFill>
              <a:schemeClr val="accent3">
                <a:lumMod val="75000"/>
              </a:schemeClr>
            </a:solidFill>
            <a:ln>
              <a:solidFill>
                <a:schemeClr val="accent3">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CN" sz="2200" dirty="0">
                  <a:latin typeface="Impact" panose="020B0806030902050204" pitchFamily="34" charset="0"/>
                </a:rPr>
                <a:t>01</a:t>
              </a:r>
              <a:endParaRPr lang="zh-CN" altLang="en-US" sz="2200" dirty="0">
                <a:latin typeface="Impact" panose="020B0806030902050204" pitchFamily="34" charset="0"/>
              </a:endParaRPr>
            </a:p>
          </p:txBody>
        </p:sp>
        <p:sp>
          <p:nvSpPr>
            <p:cNvPr id="3" name="文本框 2">
              <a:extLst>
                <a:ext uri="{FF2B5EF4-FFF2-40B4-BE49-F238E27FC236}">
                  <a16:creationId xmlns:a16="http://schemas.microsoft.com/office/drawing/2014/main" id="{4D6BD736-A4D3-4F26-AFED-36E11F50F70B}"/>
                </a:ext>
              </a:extLst>
            </p:cNvPr>
            <p:cNvSpPr txBox="1"/>
            <p:nvPr/>
          </p:nvSpPr>
          <p:spPr>
            <a:xfrm>
              <a:off x="1052423" y="898245"/>
              <a:ext cx="5564038" cy="400110"/>
            </a:xfrm>
            <a:prstGeom prst="rect">
              <a:avLst/>
            </a:prstGeom>
            <a:noFill/>
          </p:spPr>
          <p:txBody>
            <a:bodyPr wrap="square" rtlCol="0">
              <a:spAutoFit/>
            </a:bodyPr>
            <a:lstStyle/>
            <a:p>
              <a:r>
                <a:rPr lang="zh-CN" altLang="en-US" sz="2000" b="1" dirty="0"/>
                <a:t>封装成帧</a:t>
              </a:r>
            </a:p>
          </p:txBody>
        </p:sp>
      </p:grpSp>
      <p:sp>
        <p:nvSpPr>
          <p:cNvPr id="8" name="矩形 7">
            <a:extLst>
              <a:ext uri="{FF2B5EF4-FFF2-40B4-BE49-F238E27FC236}">
                <a16:creationId xmlns:a16="http://schemas.microsoft.com/office/drawing/2014/main" id="{C7720255-4E6C-41B6-A880-D93377A356B5}"/>
              </a:ext>
            </a:extLst>
          </p:cNvPr>
          <p:cNvSpPr/>
          <p:nvPr/>
        </p:nvSpPr>
        <p:spPr>
          <a:xfrm>
            <a:off x="1016000" y="1297642"/>
            <a:ext cx="256976" cy="256976"/>
          </a:xfrm>
          <a:prstGeom prst="rect">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9" name="íşlïḍè">
            <a:extLst>
              <a:ext uri="{FF2B5EF4-FFF2-40B4-BE49-F238E27FC236}">
                <a16:creationId xmlns:a16="http://schemas.microsoft.com/office/drawing/2014/main" id="{1E3208DB-9CB5-439E-87A6-F640C77C2B32}"/>
              </a:ext>
            </a:extLst>
          </p:cNvPr>
          <p:cNvSpPr txBox="1"/>
          <p:nvPr/>
        </p:nvSpPr>
        <p:spPr>
          <a:xfrm>
            <a:off x="1333228" y="1297641"/>
            <a:ext cx="10494766" cy="256977"/>
          </a:xfrm>
          <a:prstGeom prst="rect">
            <a:avLst/>
          </a:prstGeom>
          <a:noFill/>
        </p:spPr>
        <p:txBody>
          <a:bodyPr wrap="square" lIns="91440" tIns="45720" rIns="91440" bIns="45720" anchor="ctr">
            <a:noAutofit/>
          </a:bodyPr>
          <a:lstStyle/>
          <a:p>
            <a:r>
              <a:rPr lang="zh-CN" altLang="en-US" b="1" dirty="0"/>
              <a:t>封装成帧是指数据链路层给上层交付下来的协议数据单元</a:t>
            </a:r>
            <a:r>
              <a:rPr lang="en-US" altLang="zh-CN" b="1" dirty="0"/>
              <a:t>PDU</a:t>
            </a:r>
            <a:r>
              <a:rPr lang="zh-CN" altLang="en-US" b="1" dirty="0"/>
              <a:t>添加一个首部和一个尾部，使之成为帧。</a:t>
            </a:r>
            <a:endParaRPr lang="en-US" altLang="zh-CN" b="1" dirty="0"/>
          </a:p>
        </p:txBody>
      </p:sp>
      <p:sp>
        <p:nvSpPr>
          <p:cNvPr id="39" name="矩形 38">
            <a:extLst>
              <a:ext uri="{FF2B5EF4-FFF2-40B4-BE49-F238E27FC236}">
                <a16:creationId xmlns:a16="http://schemas.microsoft.com/office/drawing/2014/main" id="{6D125D46-8770-4CA3-B045-5F4643ABA420}"/>
              </a:ext>
            </a:extLst>
          </p:cNvPr>
          <p:cNvSpPr/>
          <p:nvPr/>
        </p:nvSpPr>
        <p:spPr>
          <a:xfrm>
            <a:off x="1442437" y="1661600"/>
            <a:ext cx="256976" cy="256976"/>
          </a:xfrm>
          <a:prstGeom prst="rect">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40" name="íşlïḍè">
            <a:extLst>
              <a:ext uri="{FF2B5EF4-FFF2-40B4-BE49-F238E27FC236}">
                <a16:creationId xmlns:a16="http://schemas.microsoft.com/office/drawing/2014/main" id="{58498DF2-EFAC-4127-85B0-98503C8F10A5}"/>
              </a:ext>
            </a:extLst>
          </p:cNvPr>
          <p:cNvSpPr txBox="1"/>
          <p:nvPr/>
        </p:nvSpPr>
        <p:spPr>
          <a:xfrm>
            <a:off x="1759665" y="1661599"/>
            <a:ext cx="5042917" cy="256977"/>
          </a:xfrm>
          <a:prstGeom prst="rect">
            <a:avLst/>
          </a:prstGeom>
          <a:noFill/>
        </p:spPr>
        <p:txBody>
          <a:bodyPr wrap="square" lIns="91440" tIns="45720" rIns="91440" bIns="45720" anchor="ctr">
            <a:noAutofit/>
          </a:bodyPr>
          <a:lstStyle/>
          <a:p>
            <a:r>
              <a:rPr lang="zh-CN" altLang="en-US" b="1" dirty="0"/>
              <a:t>帧的首部和尾部中包含有一些</a:t>
            </a:r>
            <a:r>
              <a:rPr lang="zh-CN" altLang="en-US" b="1" dirty="0">
                <a:solidFill>
                  <a:schemeClr val="accent1">
                    <a:lumMod val="75000"/>
                  </a:schemeClr>
                </a:solidFill>
              </a:rPr>
              <a:t>重要的控制信息</a:t>
            </a:r>
            <a:r>
              <a:rPr lang="zh-CN" altLang="en-US" b="1" dirty="0"/>
              <a:t>。</a:t>
            </a:r>
            <a:endParaRPr lang="en-US" altLang="zh-CN" b="1" dirty="0"/>
          </a:p>
        </p:txBody>
      </p:sp>
      <p:grpSp>
        <p:nvGrpSpPr>
          <p:cNvPr id="28" name="组合 27">
            <a:extLst>
              <a:ext uri="{FF2B5EF4-FFF2-40B4-BE49-F238E27FC236}">
                <a16:creationId xmlns:a16="http://schemas.microsoft.com/office/drawing/2014/main" id="{9AA8E776-BAB4-443E-8B87-ADF14B8D0DDE}"/>
              </a:ext>
            </a:extLst>
          </p:cNvPr>
          <p:cNvGrpSpPr/>
          <p:nvPr/>
        </p:nvGrpSpPr>
        <p:grpSpPr>
          <a:xfrm>
            <a:off x="601699" y="5793079"/>
            <a:ext cx="10940423" cy="641082"/>
            <a:chOff x="601699" y="5648354"/>
            <a:chExt cx="10940423" cy="641082"/>
          </a:xfrm>
        </p:grpSpPr>
        <p:cxnSp>
          <p:nvCxnSpPr>
            <p:cNvPr id="29" name="直接连接符 28">
              <a:extLst>
                <a:ext uri="{FF2B5EF4-FFF2-40B4-BE49-F238E27FC236}">
                  <a16:creationId xmlns:a16="http://schemas.microsoft.com/office/drawing/2014/main" id="{CD2354E6-3047-431F-ACF9-EFA46BA792A6}"/>
                </a:ext>
              </a:extLst>
            </p:cNvPr>
            <p:cNvCxnSpPr>
              <a:cxnSpLocks/>
            </p:cNvCxnSpPr>
            <p:nvPr/>
          </p:nvCxnSpPr>
          <p:spPr>
            <a:xfrm>
              <a:off x="1143721" y="6126777"/>
              <a:ext cx="10027235"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pic>
          <p:nvPicPr>
            <p:cNvPr id="30" name="图形 29">
              <a:extLst>
                <a:ext uri="{FF2B5EF4-FFF2-40B4-BE49-F238E27FC236}">
                  <a16:creationId xmlns:a16="http://schemas.microsoft.com/office/drawing/2014/main" id="{008285B2-4F6D-47D8-9021-B2EB227E3BED}"/>
                </a:ext>
              </a:extLst>
            </p:cNvPr>
            <p:cNvPicPr>
              <a:picLocks noChangeAspect="1"/>
            </p:cNvPicPr>
            <p:nvPr/>
          </p:nvPicPr>
          <p:blipFill>
            <a:blip r:embed="rId3">
              <a:extLst>
                <a:ext uri="{28A0092B-C50C-407E-A947-70E740481C1C}">
                  <a14:useLocalDpi xmlns:a14="http://schemas.microsoft.com/office/drawing/2010/main" val="0"/>
                </a:ext>
                <a:ext uri="{96DAC541-7B7A-43D3-8B79-37D633B846F1}">
                  <asvg:svgBlip xmlns:asvg="http://schemas.microsoft.com/office/drawing/2016/SVG/main" r:embed="rId4"/>
                </a:ext>
              </a:extLst>
            </a:blip>
            <a:stretch>
              <a:fillRect/>
            </a:stretch>
          </p:blipFill>
          <p:spPr>
            <a:xfrm>
              <a:off x="601699" y="5648354"/>
              <a:ext cx="662814" cy="641082"/>
            </a:xfrm>
            <a:prstGeom prst="rect">
              <a:avLst/>
            </a:prstGeom>
          </p:spPr>
        </p:pic>
        <p:pic>
          <p:nvPicPr>
            <p:cNvPr id="31" name="图形 30">
              <a:extLst>
                <a:ext uri="{FF2B5EF4-FFF2-40B4-BE49-F238E27FC236}">
                  <a16:creationId xmlns:a16="http://schemas.microsoft.com/office/drawing/2014/main" id="{3E7FDAB1-4B8E-49DB-BD8E-727E69FB35B0}"/>
                </a:ext>
              </a:extLst>
            </p:cNvPr>
            <p:cNvPicPr>
              <a:picLocks noChangeAspect="1"/>
            </p:cNvPicPr>
            <p:nvPr/>
          </p:nvPicPr>
          <p:blipFill>
            <a:blip r:embed="rId3">
              <a:extLst>
                <a:ext uri="{28A0092B-C50C-407E-A947-70E740481C1C}">
                  <a14:useLocalDpi xmlns:a14="http://schemas.microsoft.com/office/drawing/2010/main" val="0"/>
                </a:ext>
                <a:ext uri="{96DAC541-7B7A-43D3-8B79-37D633B846F1}">
                  <asvg:svgBlip xmlns:asvg="http://schemas.microsoft.com/office/drawing/2016/SVG/main" r:embed="rId4"/>
                </a:ext>
              </a:extLst>
            </a:blip>
            <a:stretch>
              <a:fillRect/>
            </a:stretch>
          </p:blipFill>
          <p:spPr>
            <a:xfrm>
              <a:off x="10879308" y="5648354"/>
              <a:ext cx="662814" cy="641082"/>
            </a:xfrm>
            <a:prstGeom prst="rect">
              <a:avLst/>
            </a:prstGeom>
          </p:spPr>
        </p:pic>
      </p:grpSp>
      <p:sp>
        <p:nvSpPr>
          <p:cNvPr id="111" name="矩形 110">
            <a:extLst>
              <a:ext uri="{FF2B5EF4-FFF2-40B4-BE49-F238E27FC236}">
                <a16:creationId xmlns:a16="http://schemas.microsoft.com/office/drawing/2014/main" id="{606DBC79-0B1D-4F3E-9A40-AF3E7D527062}"/>
              </a:ext>
            </a:extLst>
          </p:cNvPr>
          <p:cNvSpPr/>
          <p:nvPr/>
        </p:nvSpPr>
        <p:spPr>
          <a:xfrm>
            <a:off x="1442437" y="2061201"/>
            <a:ext cx="256976" cy="256976"/>
          </a:xfrm>
          <a:prstGeom prst="rect">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112" name="íşlïḍè">
            <a:extLst>
              <a:ext uri="{FF2B5EF4-FFF2-40B4-BE49-F238E27FC236}">
                <a16:creationId xmlns:a16="http://schemas.microsoft.com/office/drawing/2014/main" id="{48ED2506-2041-41A7-9A00-0FCB9FE1D1AF}"/>
              </a:ext>
            </a:extLst>
          </p:cNvPr>
          <p:cNvSpPr txBox="1"/>
          <p:nvPr/>
        </p:nvSpPr>
        <p:spPr>
          <a:xfrm>
            <a:off x="1759665" y="2061200"/>
            <a:ext cx="5042917" cy="256977"/>
          </a:xfrm>
          <a:prstGeom prst="rect">
            <a:avLst/>
          </a:prstGeom>
          <a:noFill/>
        </p:spPr>
        <p:txBody>
          <a:bodyPr wrap="square" lIns="91440" tIns="45720" rIns="91440" bIns="45720" anchor="ctr">
            <a:noAutofit/>
          </a:bodyPr>
          <a:lstStyle/>
          <a:p>
            <a:r>
              <a:rPr lang="zh-CN" altLang="en-US" b="1" dirty="0"/>
              <a:t>帧首部和尾部的作用之一就是</a:t>
            </a:r>
            <a:r>
              <a:rPr lang="zh-CN" altLang="en-US" b="1" dirty="0">
                <a:solidFill>
                  <a:schemeClr val="accent1">
                    <a:lumMod val="75000"/>
                  </a:schemeClr>
                </a:solidFill>
              </a:rPr>
              <a:t>帧定界</a:t>
            </a:r>
            <a:r>
              <a:rPr lang="zh-CN" altLang="en-US" b="1" dirty="0"/>
              <a:t>。</a:t>
            </a:r>
            <a:endParaRPr lang="en-US" altLang="zh-CN" b="1" dirty="0"/>
          </a:p>
        </p:txBody>
      </p:sp>
      <p:graphicFrame>
        <p:nvGraphicFramePr>
          <p:cNvPr id="36" name="表格 15">
            <a:extLst>
              <a:ext uri="{FF2B5EF4-FFF2-40B4-BE49-F238E27FC236}">
                <a16:creationId xmlns:a16="http://schemas.microsoft.com/office/drawing/2014/main" id="{D1E714EF-A380-4AD0-B080-B95D30E1BB0C}"/>
              </a:ext>
            </a:extLst>
          </p:cNvPr>
          <p:cNvGraphicFramePr>
            <a:graphicFrameLocks noGrp="1"/>
          </p:cNvGraphicFramePr>
          <p:nvPr/>
        </p:nvGraphicFramePr>
        <p:xfrm>
          <a:off x="2517341" y="2471994"/>
          <a:ext cx="7170473" cy="1112520"/>
        </p:xfrm>
        <a:graphic>
          <a:graphicData uri="http://schemas.openxmlformats.org/drawingml/2006/table">
            <a:tbl>
              <a:tblPr firstRow="1" bandRow="1">
                <a:tableStyleId>{5C22544A-7EE6-4342-B048-85BDC9FD1C3A}</a:tableStyleId>
              </a:tblPr>
              <a:tblGrid>
                <a:gridCol w="1118331">
                  <a:extLst>
                    <a:ext uri="{9D8B030D-6E8A-4147-A177-3AD203B41FA5}">
                      <a16:colId xmlns:a16="http://schemas.microsoft.com/office/drawing/2014/main" val="582556354"/>
                    </a:ext>
                  </a:extLst>
                </a:gridCol>
                <a:gridCol w="2822696">
                  <a:extLst>
                    <a:ext uri="{9D8B030D-6E8A-4147-A177-3AD203B41FA5}">
                      <a16:colId xmlns:a16="http://schemas.microsoft.com/office/drawing/2014/main" val="4093275061"/>
                    </a:ext>
                  </a:extLst>
                </a:gridCol>
                <a:gridCol w="861218">
                  <a:extLst>
                    <a:ext uri="{9D8B030D-6E8A-4147-A177-3AD203B41FA5}">
                      <a16:colId xmlns:a16="http://schemas.microsoft.com/office/drawing/2014/main" val="4188641604"/>
                    </a:ext>
                  </a:extLst>
                </a:gridCol>
                <a:gridCol w="1184114">
                  <a:extLst>
                    <a:ext uri="{9D8B030D-6E8A-4147-A177-3AD203B41FA5}">
                      <a16:colId xmlns:a16="http://schemas.microsoft.com/office/drawing/2014/main" val="1218946318"/>
                    </a:ext>
                  </a:extLst>
                </a:gridCol>
                <a:gridCol w="1184114">
                  <a:extLst>
                    <a:ext uri="{9D8B030D-6E8A-4147-A177-3AD203B41FA5}">
                      <a16:colId xmlns:a16="http://schemas.microsoft.com/office/drawing/2014/main" val="2777886892"/>
                    </a:ext>
                  </a:extLst>
                </a:gridCol>
              </a:tblGrid>
              <a:tr h="370840">
                <a:tc gridSpan="5">
                  <a:txBody>
                    <a:bodyPr/>
                    <a:lstStyle/>
                    <a:p>
                      <a:pPr algn="ctr"/>
                      <a:r>
                        <a:rPr lang="zh-CN" altLang="en-US" b="1" dirty="0">
                          <a:solidFill>
                            <a:schemeClr val="accent4"/>
                          </a:solidFill>
                        </a:rPr>
                        <a:t>以太网</a:t>
                      </a:r>
                      <a:r>
                        <a:rPr lang="en-US" altLang="zh-CN" b="1" dirty="0">
                          <a:solidFill>
                            <a:schemeClr val="accent4"/>
                          </a:solidFill>
                        </a:rPr>
                        <a:t>V2</a:t>
                      </a:r>
                      <a:r>
                        <a:rPr lang="zh-CN" altLang="en-US" b="1" dirty="0">
                          <a:solidFill>
                            <a:schemeClr val="accent4"/>
                          </a:solidFill>
                        </a:rPr>
                        <a:t>的</a:t>
                      </a:r>
                      <a:r>
                        <a:rPr lang="en-US" altLang="zh-CN" b="1" dirty="0">
                          <a:solidFill>
                            <a:schemeClr val="accent4"/>
                          </a:solidFill>
                        </a:rPr>
                        <a:t>MAC</a:t>
                      </a:r>
                      <a:r>
                        <a:rPr lang="zh-CN" altLang="en-US" b="1" dirty="0">
                          <a:solidFill>
                            <a:schemeClr val="accent4"/>
                          </a:solidFill>
                        </a:rPr>
                        <a:t>帧（最大长度 </a:t>
                      </a:r>
                      <a:r>
                        <a:rPr lang="en-US" altLang="zh-CN" b="1" dirty="0">
                          <a:solidFill>
                            <a:schemeClr val="accent4"/>
                          </a:solidFill>
                        </a:rPr>
                        <a:t>1518 B</a:t>
                      </a:r>
                      <a:r>
                        <a:rPr lang="zh-CN" altLang="en-US" b="1" dirty="0">
                          <a:solidFill>
                            <a:schemeClr val="accent4"/>
                          </a:solidFill>
                        </a:rPr>
                        <a:t>）</a:t>
                      </a: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hMerge="1">
                  <a:txBody>
                    <a:bodyPr/>
                    <a:lstStyle/>
                    <a:p>
                      <a:endParaRPr lang="zh-CN" altLang="en-US" dirty="0"/>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hMerge="1">
                  <a:txBody>
                    <a:bodyPr/>
                    <a:lstStyle/>
                    <a:p>
                      <a:endParaRPr lang="zh-CN" altLang="en-US" dirty="0"/>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hMerge="1">
                  <a:txBody>
                    <a:bodyPr/>
                    <a:lstStyle/>
                    <a:p>
                      <a:endParaRPr lang="zh-CN" altLang="en-US" dirty="0"/>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hMerge="1">
                  <a:txBody>
                    <a:bodyPr/>
                    <a:lstStyle/>
                    <a:p>
                      <a:endParaRPr lang="zh-CN" altLang="en-US" dirty="0"/>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extLst>
                  <a:ext uri="{0D108BD9-81ED-4DB2-BD59-A6C34878D82A}">
                    <a16:rowId xmlns:a16="http://schemas.microsoft.com/office/drawing/2014/main" val="751715214"/>
                  </a:ext>
                </a:extLst>
              </a:tr>
              <a:tr h="370840">
                <a:tc>
                  <a:txBody>
                    <a:bodyPr/>
                    <a:lstStyle/>
                    <a:p>
                      <a:pPr algn="ctr"/>
                      <a:r>
                        <a:rPr lang="en-US" altLang="zh-CN" b="1" dirty="0">
                          <a:solidFill>
                            <a:schemeClr val="accent4"/>
                          </a:solidFill>
                        </a:rPr>
                        <a:t>4 B</a:t>
                      </a:r>
                      <a:endParaRPr lang="zh-CN" altLang="en-US" b="1" dirty="0">
                        <a:solidFill>
                          <a:schemeClr val="accent4"/>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algn="ctr"/>
                      <a:r>
                        <a:rPr lang="en-US" altLang="zh-CN" b="1" dirty="0">
                          <a:solidFill>
                            <a:schemeClr val="accent4"/>
                          </a:solidFill>
                        </a:rPr>
                        <a:t>46</a:t>
                      </a:r>
                      <a:r>
                        <a:rPr lang="zh-CN" altLang="en-US" b="1" dirty="0">
                          <a:solidFill>
                            <a:schemeClr val="accent4"/>
                          </a:solidFill>
                        </a:rPr>
                        <a:t> </a:t>
                      </a:r>
                      <a:r>
                        <a:rPr lang="en-US" altLang="zh-CN" b="1" dirty="0">
                          <a:solidFill>
                            <a:schemeClr val="accent4"/>
                          </a:solidFill>
                        </a:rPr>
                        <a:t>~ 1500 B</a:t>
                      </a:r>
                      <a:endParaRPr lang="zh-CN" altLang="en-US" b="1" dirty="0">
                        <a:solidFill>
                          <a:schemeClr val="accent4"/>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algn="ctr"/>
                      <a:r>
                        <a:rPr lang="en-US" altLang="zh-CN" b="1" dirty="0">
                          <a:solidFill>
                            <a:schemeClr val="accent4"/>
                          </a:solidFill>
                        </a:rPr>
                        <a:t>2 B</a:t>
                      </a:r>
                      <a:endParaRPr lang="zh-CN" altLang="en-US" b="1" dirty="0">
                        <a:solidFill>
                          <a:schemeClr val="accent4"/>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algn="ctr"/>
                      <a:r>
                        <a:rPr lang="en-US" altLang="zh-CN" b="1" dirty="0">
                          <a:solidFill>
                            <a:schemeClr val="accent4"/>
                          </a:solidFill>
                        </a:rPr>
                        <a:t>6 B</a:t>
                      </a:r>
                      <a:endParaRPr lang="zh-CN" altLang="en-US" b="1" dirty="0">
                        <a:solidFill>
                          <a:schemeClr val="accent4"/>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algn="ctr"/>
                      <a:r>
                        <a:rPr lang="en-US" altLang="zh-CN" b="1" dirty="0">
                          <a:solidFill>
                            <a:schemeClr val="accent4"/>
                          </a:solidFill>
                        </a:rPr>
                        <a:t>6 B</a:t>
                      </a:r>
                      <a:endParaRPr lang="zh-CN" altLang="en-US" b="1" dirty="0">
                        <a:solidFill>
                          <a:schemeClr val="accent4"/>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extLst>
                  <a:ext uri="{0D108BD9-81ED-4DB2-BD59-A6C34878D82A}">
                    <a16:rowId xmlns:a16="http://schemas.microsoft.com/office/drawing/2014/main" val="1983352797"/>
                  </a:ext>
                </a:extLst>
              </a:tr>
              <a:tr h="370840">
                <a:tc>
                  <a:txBody>
                    <a:bodyPr/>
                    <a:lstStyle/>
                    <a:p>
                      <a:pPr algn="ctr"/>
                      <a:r>
                        <a:rPr lang="en-US" altLang="zh-CN" b="1" dirty="0">
                          <a:solidFill>
                            <a:schemeClr val="accent4"/>
                          </a:solidFill>
                        </a:rPr>
                        <a:t>FCS</a:t>
                      </a:r>
                      <a:endParaRPr lang="zh-CN" altLang="en-US" b="1" dirty="0">
                        <a:solidFill>
                          <a:schemeClr val="accent4"/>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algn="ctr"/>
                      <a:r>
                        <a:rPr lang="zh-CN" altLang="en-US" b="1" dirty="0">
                          <a:solidFill>
                            <a:schemeClr val="accent4"/>
                          </a:solidFill>
                        </a:rPr>
                        <a:t>数据载荷</a:t>
                      </a: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algn="ctr"/>
                      <a:r>
                        <a:rPr lang="zh-CN" altLang="en-US" b="1" dirty="0">
                          <a:solidFill>
                            <a:schemeClr val="accent4"/>
                          </a:solidFill>
                        </a:rPr>
                        <a:t>类型</a:t>
                      </a: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algn="ctr"/>
                      <a:r>
                        <a:rPr lang="zh-CN" altLang="en-US" b="1" dirty="0">
                          <a:solidFill>
                            <a:schemeClr val="accent4"/>
                          </a:solidFill>
                        </a:rPr>
                        <a:t>源地址</a:t>
                      </a: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algn="ctr"/>
                      <a:r>
                        <a:rPr lang="zh-CN" altLang="en-US" b="1" dirty="0">
                          <a:solidFill>
                            <a:schemeClr val="accent4"/>
                          </a:solidFill>
                        </a:rPr>
                        <a:t>目的地址</a:t>
                      </a: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extLst>
                  <a:ext uri="{0D108BD9-81ED-4DB2-BD59-A6C34878D82A}">
                    <a16:rowId xmlns:a16="http://schemas.microsoft.com/office/drawing/2014/main" val="1832940591"/>
                  </a:ext>
                </a:extLst>
              </a:tr>
            </a:tbl>
          </a:graphicData>
        </a:graphic>
      </p:graphicFrame>
      <p:sp>
        <p:nvSpPr>
          <p:cNvPr id="37" name="对话气泡: 圆角矩形 36">
            <a:extLst>
              <a:ext uri="{FF2B5EF4-FFF2-40B4-BE49-F238E27FC236}">
                <a16:creationId xmlns:a16="http://schemas.microsoft.com/office/drawing/2014/main" id="{38794D89-A57F-44B5-9031-87F296F755D2}"/>
              </a:ext>
            </a:extLst>
          </p:cNvPr>
          <p:cNvSpPr/>
          <p:nvPr/>
        </p:nvSpPr>
        <p:spPr>
          <a:xfrm>
            <a:off x="7486738" y="1814776"/>
            <a:ext cx="4275578" cy="436530"/>
          </a:xfrm>
          <a:prstGeom prst="wedgeRoundRectCallout">
            <a:avLst>
              <a:gd name="adj1" fmla="val -20987"/>
              <a:gd name="adj2" fmla="val 73556"/>
              <a:gd name="adj3" fmla="val 16667"/>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zh-CN" altLang="en-US" b="1" dirty="0"/>
              <a:t>帧首部和尾部中并没有帧定界标志</a:t>
            </a:r>
          </a:p>
        </p:txBody>
      </p:sp>
      <p:grpSp>
        <p:nvGrpSpPr>
          <p:cNvPr id="7" name="组合 6">
            <a:extLst>
              <a:ext uri="{FF2B5EF4-FFF2-40B4-BE49-F238E27FC236}">
                <a16:creationId xmlns:a16="http://schemas.microsoft.com/office/drawing/2014/main" id="{20E7BAAB-9CD9-48BB-9ADE-A23BE4C58EDE}"/>
              </a:ext>
            </a:extLst>
          </p:cNvPr>
          <p:cNvGrpSpPr/>
          <p:nvPr/>
        </p:nvGrpSpPr>
        <p:grpSpPr>
          <a:xfrm>
            <a:off x="304798" y="2487878"/>
            <a:ext cx="11582402" cy="3192584"/>
            <a:chOff x="304798" y="2487878"/>
            <a:chExt cx="11582402" cy="3192584"/>
          </a:xfrm>
        </p:grpSpPr>
        <p:sp>
          <p:nvSpPr>
            <p:cNvPr id="38" name="矩形 37">
              <a:extLst>
                <a:ext uri="{FF2B5EF4-FFF2-40B4-BE49-F238E27FC236}">
                  <a16:creationId xmlns:a16="http://schemas.microsoft.com/office/drawing/2014/main" id="{95FE00D8-81C8-4748-A13A-98C9EA576BB9}"/>
                </a:ext>
              </a:extLst>
            </p:cNvPr>
            <p:cNvSpPr/>
            <p:nvPr/>
          </p:nvSpPr>
          <p:spPr>
            <a:xfrm>
              <a:off x="304799" y="5039380"/>
              <a:ext cx="1366117" cy="641082"/>
            </a:xfrm>
            <a:prstGeom prst="rect">
              <a:avLst/>
            </a:prstGeom>
            <a:solidFill>
              <a:schemeClr val="tx2"/>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zh-CN" altLang="en-US" b="1" dirty="0"/>
                <a:t>物理层</a:t>
              </a:r>
            </a:p>
          </p:txBody>
        </p:sp>
        <p:sp>
          <p:nvSpPr>
            <p:cNvPr id="41" name="矩形 40">
              <a:extLst>
                <a:ext uri="{FF2B5EF4-FFF2-40B4-BE49-F238E27FC236}">
                  <a16:creationId xmlns:a16="http://schemas.microsoft.com/office/drawing/2014/main" id="{D5246B8F-11F2-433B-BFBD-0DF0096BEB97}"/>
                </a:ext>
              </a:extLst>
            </p:cNvPr>
            <p:cNvSpPr/>
            <p:nvPr/>
          </p:nvSpPr>
          <p:spPr>
            <a:xfrm>
              <a:off x="304798" y="3123726"/>
              <a:ext cx="1366117" cy="641082"/>
            </a:xfrm>
            <a:prstGeom prst="rect">
              <a:avLst/>
            </a:prstGeom>
            <a:solidFill>
              <a:schemeClr val="accent3"/>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zh-CN" altLang="en-US" b="1" dirty="0"/>
                <a:t>运输层</a:t>
              </a:r>
            </a:p>
          </p:txBody>
        </p:sp>
        <p:sp>
          <p:nvSpPr>
            <p:cNvPr id="42" name="矩形 41">
              <a:extLst>
                <a:ext uri="{FF2B5EF4-FFF2-40B4-BE49-F238E27FC236}">
                  <a16:creationId xmlns:a16="http://schemas.microsoft.com/office/drawing/2014/main" id="{BBF93A50-647A-4225-9526-008C8460124B}"/>
                </a:ext>
              </a:extLst>
            </p:cNvPr>
            <p:cNvSpPr/>
            <p:nvPr/>
          </p:nvSpPr>
          <p:spPr>
            <a:xfrm>
              <a:off x="304800" y="3760081"/>
              <a:ext cx="1366117" cy="641082"/>
            </a:xfrm>
            <a:prstGeom prst="rect">
              <a:avLst/>
            </a:prstGeom>
            <a:solidFill>
              <a:schemeClr val="accent6"/>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zh-CN" altLang="en-US" b="1" dirty="0"/>
                <a:t>网络层</a:t>
              </a:r>
            </a:p>
          </p:txBody>
        </p:sp>
        <p:sp>
          <p:nvSpPr>
            <p:cNvPr id="43" name="矩形 42">
              <a:extLst>
                <a:ext uri="{FF2B5EF4-FFF2-40B4-BE49-F238E27FC236}">
                  <a16:creationId xmlns:a16="http://schemas.microsoft.com/office/drawing/2014/main" id="{351DB2CE-69D7-4AF1-81EF-4379B5DD7F12}"/>
                </a:ext>
              </a:extLst>
            </p:cNvPr>
            <p:cNvSpPr/>
            <p:nvPr/>
          </p:nvSpPr>
          <p:spPr>
            <a:xfrm>
              <a:off x="304800" y="4399833"/>
              <a:ext cx="1366118" cy="641082"/>
            </a:xfrm>
            <a:prstGeom prst="rect">
              <a:avLst/>
            </a:prstGeom>
            <a:solidFill>
              <a:schemeClr val="accent4"/>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zh-CN" altLang="en-US" b="1" dirty="0"/>
                <a:t>数据链路层</a:t>
              </a:r>
            </a:p>
          </p:txBody>
        </p:sp>
        <p:sp>
          <p:nvSpPr>
            <p:cNvPr id="44" name="矩形 43">
              <a:extLst>
                <a:ext uri="{FF2B5EF4-FFF2-40B4-BE49-F238E27FC236}">
                  <a16:creationId xmlns:a16="http://schemas.microsoft.com/office/drawing/2014/main" id="{B1DA8E3A-30D8-4485-ACDF-A09304AD6A68}"/>
                </a:ext>
              </a:extLst>
            </p:cNvPr>
            <p:cNvSpPr/>
            <p:nvPr/>
          </p:nvSpPr>
          <p:spPr>
            <a:xfrm>
              <a:off x="304800" y="2489413"/>
              <a:ext cx="1366117" cy="641082"/>
            </a:xfrm>
            <a:prstGeom prst="rect">
              <a:avLst/>
            </a:prstGeom>
            <a:solidFill>
              <a:schemeClr val="accent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zh-CN" altLang="en-US" b="1" dirty="0"/>
                <a:t>应用层</a:t>
              </a:r>
            </a:p>
          </p:txBody>
        </p:sp>
        <p:sp>
          <p:nvSpPr>
            <p:cNvPr id="45" name="矩形 44">
              <a:extLst>
                <a:ext uri="{FF2B5EF4-FFF2-40B4-BE49-F238E27FC236}">
                  <a16:creationId xmlns:a16="http://schemas.microsoft.com/office/drawing/2014/main" id="{4F487C8A-68DC-462B-9D7F-FF2920F7FC41}"/>
                </a:ext>
              </a:extLst>
            </p:cNvPr>
            <p:cNvSpPr/>
            <p:nvPr/>
          </p:nvSpPr>
          <p:spPr>
            <a:xfrm>
              <a:off x="10521081" y="5037845"/>
              <a:ext cx="1366117" cy="641082"/>
            </a:xfrm>
            <a:prstGeom prst="rect">
              <a:avLst/>
            </a:prstGeom>
            <a:solidFill>
              <a:schemeClr val="tx2"/>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zh-CN" altLang="en-US" b="1" dirty="0"/>
                <a:t>物理层</a:t>
              </a:r>
            </a:p>
          </p:txBody>
        </p:sp>
        <p:sp>
          <p:nvSpPr>
            <p:cNvPr id="46" name="矩形 45">
              <a:extLst>
                <a:ext uri="{FF2B5EF4-FFF2-40B4-BE49-F238E27FC236}">
                  <a16:creationId xmlns:a16="http://schemas.microsoft.com/office/drawing/2014/main" id="{A567BE1A-AAA5-42EE-99FA-07E614B97CCE}"/>
                </a:ext>
              </a:extLst>
            </p:cNvPr>
            <p:cNvSpPr/>
            <p:nvPr/>
          </p:nvSpPr>
          <p:spPr>
            <a:xfrm>
              <a:off x="10521080" y="3122191"/>
              <a:ext cx="1366117" cy="641082"/>
            </a:xfrm>
            <a:prstGeom prst="rect">
              <a:avLst/>
            </a:prstGeom>
            <a:solidFill>
              <a:schemeClr val="accent3"/>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zh-CN" altLang="en-US" b="1" dirty="0"/>
                <a:t>运输层</a:t>
              </a:r>
            </a:p>
          </p:txBody>
        </p:sp>
        <p:sp>
          <p:nvSpPr>
            <p:cNvPr id="47" name="矩形 46">
              <a:extLst>
                <a:ext uri="{FF2B5EF4-FFF2-40B4-BE49-F238E27FC236}">
                  <a16:creationId xmlns:a16="http://schemas.microsoft.com/office/drawing/2014/main" id="{2E32385E-92EE-47BB-85FC-05DB23305FD5}"/>
                </a:ext>
              </a:extLst>
            </p:cNvPr>
            <p:cNvSpPr/>
            <p:nvPr/>
          </p:nvSpPr>
          <p:spPr>
            <a:xfrm>
              <a:off x="10521082" y="3758546"/>
              <a:ext cx="1366117" cy="641082"/>
            </a:xfrm>
            <a:prstGeom prst="rect">
              <a:avLst/>
            </a:prstGeom>
            <a:solidFill>
              <a:schemeClr val="accent6"/>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zh-CN" altLang="en-US" b="1" dirty="0"/>
                <a:t>网络层</a:t>
              </a:r>
            </a:p>
          </p:txBody>
        </p:sp>
        <p:sp>
          <p:nvSpPr>
            <p:cNvPr id="48" name="矩形 47">
              <a:extLst>
                <a:ext uri="{FF2B5EF4-FFF2-40B4-BE49-F238E27FC236}">
                  <a16:creationId xmlns:a16="http://schemas.microsoft.com/office/drawing/2014/main" id="{1C8C3A44-0082-40FF-AA00-E8C50C13E56E}"/>
                </a:ext>
              </a:extLst>
            </p:cNvPr>
            <p:cNvSpPr/>
            <p:nvPr/>
          </p:nvSpPr>
          <p:spPr>
            <a:xfrm>
              <a:off x="10521082" y="4398298"/>
              <a:ext cx="1366118" cy="641082"/>
            </a:xfrm>
            <a:prstGeom prst="rect">
              <a:avLst/>
            </a:prstGeom>
            <a:solidFill>
              <a:schemeClr val="accent4"/>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zh-CN" altLang="en-US" b="1" dirty="0"/>
                <a:t>数据链路层</a:t>
              </a:r>
            </a:p>
          </p:txBody>
        </p:sp>
        <p:sp>
          <p:nvSpPr>
            <p:cNvPr id="49" name="矩形 48">
              <a:extLst>
                <a:ext uri="{FF2B5EF4-FFF2-40B4-BE49-F238E27FC236}">
                  <a16:creationId xmlns:a16="http://schemas.microsoft.com/office/drawing/2014/main" id="{DCEB6132-5248-49B4-8AD9-9D6FF32B2DB0}"/>
                </a:ext>
              </a:extLst>
            </p:cNvPr>
            <p:cNvSpPr/>
            <p:nvPr/>
          </p:nvSpPr>
          <p:spPr>
            <a:xfrm>
              <a:off x="10521082" y="2487878"/>
              <a:ext cx="1366117" cy="641082"/>
            </a:xfrm>
            <a:prstGeom prst="rect">
              <a:avLst/>
            </a:prstGeom>
            <a:solidFill>
              <a:schemeClr val="accent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zh-CN" altLang="en-US" b="1" dirty="0"/>
                <a:t>应用层</a:t>
              </a:r>
            </a:p>
          </p:txBody>
        </p:sp>
      </p:grpSp>
    </p:spTree>
    <p:custDataLst>
      <p:tags r:id="rId1"/>
    </p:custDataLst>
    <p:extLst>
      <p:ext uri="{BB962C8B-B14F-4D97-AF65-F5344CB8AC3E}">
        <p14:creationId xmlns:p14="http://schemas.microsoft.com/office/powerpoint/2010/main" val="2138392954"/>
      </p:ext>
    </p:extLst>
  </p:cSld>
  <p:clrMapOvr>
    <a:masterClrMapping/>
  </p:clrMapOvr>
  <mc:AlternateContent xmlns:mc="http://schemas.openxmlformats.org/markup-compatibility/2006" xmlns:p14="http://schemas.microsoft.com/office/powerpoint/2010/main">
    <mc:Choice Requires="p14">
      <p:transition p14:dur="10"/>
    </mc:Choice>
    <mc:Fallback xmlns="">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30" presetClass="entr" presetSubtype="0" fill="hold" nodeType="withEffect">
                                  <p:stCondLst>
                                    <p:cond delay="0"/>
                                  </p:stCondLst>
                                  <p:childTnLst>
                                    <p:set>
                                      <p:cBhvr>
                                        <p:cTn id="6" dur="1" fill="hold">
                                          <p:stCondLst>
                                            <p:cond delay="0"/>
                                          </p:stCondLst>
                                        </p:cTn>
                                        <p:tgtEl>
                                          <p:spTgt spid="36"/>
                                        </p:tgtEl>
                                        <p:attrNameLst>
                                          <p:attrName>style.visibility</p:attrName>
                                        </p:attrNameLst>
                                      </p:cBhvr>
                                      <p:to>
                                        <p:strVal val="visible"/>
                                      </p:to>
                                    </p:set>
                                    <p:animEffect transition="in" filter="fade">
                                      <p:cBhvr>
                                        <p:cTn id="7" dur="800" decel="100000"/>
                                        <p:tgtEl>
                                          <p:spTgt spid="36"/>
                                        </p:tgtEl>
                                      </p:cBhvr>
                                    </p:animEffect>
                                    <p:anim calcmode="lin" valueType="num">
                                      <p:cBhvr>
                                        <p:cTn id="8" dur="800" decel="100000" fill="hold"/>
                                        <p:tgtEl>
                                          <p:spTgt spid="36"/>
                                        </p:tgtEl>
                                        <p:attrNameLst>
                                          <p:attrName>style.rotation</p:attrName>
                                        </p:attrNameLst>
                                      </p:cBhvr>
                                      <p:tavLst>
                                        <p:tav tm="0">
                                          <p:val>
                                            <p:fltVal val="-90"/>
                                          </p:val>
                                        </p:tav>
                                        <p:tav tm="100000">
                                          <p:val>
                                            <p:fltVal val="0"/>
                                          </p:val>
                                        </p:tav>
                                      </p:tavLst>
                                    </p:anim>
                                    <p:anim calcmode="lin" valueType="num">
                                      <p:cBhvr>
                                        <p:cTn id="9" dur="800" decel="100000" fill="hold"/>
                                        <p:tgtEl>
                                          <p:spTgt spid="36"/>
                                        </p:tgtEl>
                                        <p:attrNameLst>
                                          <p:attrName>ppt_x</p:attrName>
                                        </p:attrNameLst>
                                      </p:cBhvr>
                                      <p:tavLst>
                                        <p:tav tm="0">
                                          <p:val>
                                            <p:strVal val="#ppt_x+0.4"/>
                                          </p:val>
                                        </p:tav>
                                        <p:tav tm="100000">
                                          <p:val>
                                            <p:strVal val="#ppt_x-0.05"/>
                                          </p:val>
                                        </p:tav>
                                      </p:tavLst>
                                    </p:anim>
                                    <p:anim calcmode="lin" valueType="num">
                                      <p:cBhvr>
                                        <p:cTn id="10" dur="800" decel="100000" fill="hold"/>
                                        <p:tgtEl>
                                          <p:spTgt spid="36"/>
                                        </p:tgtEl>
                                        <p:attrNameLst>
                                          <p:attrName>ppt_y</p:attrName>
                                        </p:attrNameLst>
                                      </p:cBhvr>
                                      <p:tavLst>
                                        <p:tav tm="0">
                                          <p:val>
                                            <p:strVal val="#ppt_y-0.4"/>
                                          </p:val>
                                        </p:tav>
                                        <p:tav tm="100000">
                                          <p:val>
                                            <p:strVal val="#ppt_y+0.1"/>
                                          </p:val>
                                        </p:tav>
                                      </p:tavLst>
                                    </p:anim>
                                    <p:anim calcmode="lin" valueType="num">
                                      <p:cBhvr>
                                        <p:cTn id="11" dur="200" accel="100000" fill="hold">
                                          <p:stCondLst>
                                            <p:cond delay="800"/>
                                          </p:stCondLst>
                                        </p:cTn>
                                        <p:tgtEl>
                                          <p:spTgt spid="36"/>
                                        </p:tgtEl>
                                        <p:attrNameLst>
                                          <p:attrName>ppt_x</p:attrName>
                                        </p:attrNameLst>
                                      </p:cBhvr>
                                      <p:tavLst>
                                        <p:tav tm="0">
                                          <p:val>
                                            <p:strVal val="#ppt_x-0.05"/>
                                          </p:val>
                                        </p:tav>
                                        <p:tav tm="100000">
                                          <p:val>
                                            <p:strVal val="#ppt_x"/>
                                          </p:val>
                                        </p:tav>
                                      </p:tavLst>
                                    </p:anim>
                                    <p:anim calcmode="lin" valueType="num">
                                      <p:cBhvr>
                                        <p:cTn id="12" dur="200" accel="100000" fill="hold">
                                          <p:stCondLst>
                                            <p:cond delay="800"/>
                                          </p:stCondLst>
                                        </p:cTn>
                                        <p:tgtEl>
                                          <p:spTgt spid="36"/>
                                        </p:tgtEl>
                                        <p:attrNameLst>
                                          <p:attrName>ppt_y</p:attrName>
                                        </p:attrNameLst>
                                      </p:cBhvr>
                                      <p:tavLst>
                                        <p:tav tm="0">
                                          <p:val>
                                            <p:strVal val="#ppt_y+0.1"/>
                                          </p:val>
                                        </p:tav>
                                        <p:tav tm="100000">
                                          <p:val>
                                            <p:strVal val="#ppt_y"/>
                                          </p:val>
                                        </p:tav>
                                      </p:tavLst>
                                    </p:anim>
                                  </p:childTnLst>
                                </p:cTn>
                              </p:par>
                            </p:childTnLst>
                          </p:cTn>
                        </p:par>
                      </p:childTnLst>
                    </p:cTn>
                  </p:par>
                  <p:par>
                    <p:cTn id="13" fill="hold">
                      <p:stCondLst>
                        <p:cond delay="indefinite"/>
                      </p:stCondLst>
                      <p:childTnLst>
                        <p:par>
                          <p:cTn id="14" fill="hold">
                            <p:stCondLst>
                              <p:cond delay="0"/>
                            </p:stCondLst>
                            <p:childTnLst>
                              <p:par>
                                <p:cTn id="15" presetID="2" presetClass="entr" presetSubtype="2" fill="hold" grpId="0" nodeType="clickEffect">
                                  <p:stCondLst>
                                    <p:cond delay="0"/>
                                  </p:stCondLst>
                                  <p:childTnLst>
                                    <p:set>
                                      <p:cBhvr>
                                        <p:cTn id="16" dur="1" fill="hold">
                                          <p:stCondLst>
                                            <p:cond delay="0"/>
                                          </p:stCondLst>
                                        </p:cTn>
                                        <p:tgtEl>
                                          <p:spTgt spid="37"/>
                                        </p:tgtEl>
                                        <p:attrNameLst>
                                          <p:attrName>style.visibility</p:attrName>
                                        </p:attrNameLst>
                                      </p:cBhvr>
                                      <p:to>
                                        <p:strVal val="visible"/>
                                      </p:to>
                                    </p:set>
                                    <p:anim calcmode="lin" valueType="num">
                                      <p:cBhvr additive="base">
                                        <p:cTn id="17" dur="500" fill="hold"/>
                                        <p:tgtEl>
                                          <p:spTgt spid="37"/>
                                        </p:tgtEl>
                                        <p:attrNameLst>
                                          <p:attrName>ppt_x</p:attrName>
                                        </p:attrNameLst>
                                      </p:cBhvr>
                                      <p:tavLst>
                                        <p:tav tm="0">
                                          <p:val>
                                            <p:strVal val="1+#ppt_w/2"/>
                                          </p:val>
                                        </p:tav>
                                        <p:tav tm="100000">
                                          <p:val>
                                            <p:strVal val="#ppt_x"/>
                                          </p:val>
                                        </p:tav>
                                      </p:tavLst>
                                    </p:anim>
                                    <p:anim calcmode="lin" valueType="num">
                                      <p:cBhvr additive="base">
                                        <p:cTn id="18" dur="500" fill="hold"/>
                                        <p:tgtEl>
                                          <p:spTgt spid="37"/>
                                        </p:tgtEl>
                                        <p:attrNameLst>
                                          <p:attrName>ppt_y</p:attrName>
                                        </p:attrNameLst>
                                      </p:cBhvr>
                                      <p:tavLst>
                                        <p:tav tm="0">
                                          <p:val>
                                            <p:strVal val="#ppt_y"/>
                                          </p:val>
                                        </p:tav>
                                        <p:tav tm="100000">
                                          <p:val>
                                            <p:strVal val="#ppt_y"/>
                                          </p:val>
                                        </p:tav>
                                      </p:tavLst>
                                    </p:anim>
                                  </p:childTnLst>
                                </p:cTn>
                              </p:par>
                            </p:childTnLst>
                          </p:cTn>
                        </p:par>
                      </p:childTnLst>
                    </p:cTn>
                  </p:par>
                  <p:par>
                    <p:cTn id="19" fill="hold">
                      <p:stCondLst>
                        <p:cond delay="indefinite"/>
                      </p:stCondLst>
                      <p:childTnLst>
                        <p:par>
                          <p:cTn id="20" fill="hold">
                            <p:stCondLst>
                              <p:cond delay="0"/>
                            </p:stCondLst>
                            <p:childTnLst>
                              <p:par>
                                <p:cTn id="21" presetID="12" presetClass="entr" presetSubtype="4" fill="hold" nodeType="clickEffect">
                                  <p:stCondLst>
                                    <p:cond delay="0"/>
                                  </p:stCondLst>
                                  <p:childTnLst>
                                    <p:set>
                                      <p:cBhvr>
                                        <p:cTn id="22" dur="1" fill="hold">
                                          <p:stCondLst>
                                            <p:cond delay="0"/>
                                          </p:stCondLst>
                                        </p:cTn>
                                        <p:tgtEl>
                                          <p:spTgt spid="7"/>
                                        </p:tgtEl>
                                        <p:attrNameLst>
                                          <p:attrName>style.visibility</p:attrName>
                                        </p:attrNameLst>
                                      </p:cBhvr>
                                      <p:to>
                                        <p:strVal val="visible"/>
                                      </p:to>
                                    </p:set>
                                    <p:anim calcmode="lin" valueType="num">
                                      <p:cBhvr additive="base">
                                        <p:cTn id="23" dur="500"/>
                                        <p:tgtEl>
                                          <p:spTgt spid="7"/>
                                        </p:tgtEl>
                                        <p:attrNameLst>
                                          <p:attrName>ppt_y</p:attrName>
                                        </p:attrNameLst>
                                      </p:cBhvr>
                                      <p:tavLst>
                                        <p:tav tm="0">
                                          <p:val>
                                            <p:strVal val="#ppt_y+#ppt_h*1.125000"/>
                                          </p:val>
                                        </p:tav>
                                        <p:tav tm="100000">
                                          <p:val>
                                            <p:strVal val="#ppt_y"/>
                                          </p:val>
                                        </p:tav>
                                      </p:tavLst>
                                    </p:anim>
                                    <p:animEffect transition="in" filter="wipe(up)">
                                      <p:cBhvr>
                                        <p:cTn id="24" dur="500"/>
                                        <p:tgtEl>
                                          <p:spTgt spid="7"/>
                                        </p:tgtEl>
                                      </p:cBhvr>
                                    </p:animEffect>
                                  </p:childTnLst>
                                </p:cTn>
                              </p:par>
                            </p:childTnLst>
                          </p:cTn>
                        </p:par>
                        <p:par>
                          <p:cTn id="25" fill="hold">
                            <p:stCondLst>
                              <p:cond delay="500"/>
                            </p:stCondLst>
                            <p:childTnLst>
                              <p:par>
                                <p:cTn id="26" presetID="12" presetClass="entr" presetSubtype="8" fill="hold" grpId="0" nodeType="afterEffect">
                                  <p:stCondLst>
                                    <p:cond delay="0"/>
                                  </p:stCondLst>
                                  <p:childTnLst>
                                    <p:set>
                                      <p:cBhvr>
                                        <p:cTn id="27" dur="1" fill="hold">
                                          <p:stCondLst>
                                            <p:cond delay="0"/>
                                          </p:stCondLst>
                                        </p:cTn>
                                        <p:tgtEl>
                                          <p:spTgt spid="50"/>
                                        </p:tgtEl>
                                        <p:attrNameLst>
                                          <p:attrName>style.visibility</p:attrName>
                                        </p:attrNameLst>
                                      </p:cBhvr>
                                      <p:to>
                                        <p:strVal val="visible"/>
                                      </p:to>
                                    </p:set>
                                    <p:anim calcmode="lin" valueType="num">
                                      <p:cBhvr additive="base">
                                        <p:cTn id="28" dur="500"/>
                                        <p:tgtEl>
                                          <p:spTgt spid="50"/>
                                        </p:tgtEl>
                                        <p:attrNameLst>
                                          <p:attrName>ppt_x</p:attrName>
                                        </p:attrNameLst>
                                      </p:cBhvr>
                                      <p:tavLst>
                                        <p:tav tm="0">
                                          <p:val>
                                            <p:strVal val="#ppt_x-#ppt_w*1.125000"/>
                                          </p:val>
                                        </p:tav>
                                        <p:tav tm="100000">
                                          <p:val>
                                            <p:strVal val="#ppt_x"/>
                                          </p:val>
                                        </p:tav>
                                      </p:tavLst>
                                    </p:anim>
                                    <p:animEffect transition="in" filter="wipe(right)">
                                      <p:cBhvr>
                                        <p:cTn id="29" dur="500"/>
                                        <p:tgtEl>
                                          <p:spTgt spid="50"/>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0" grpId="0" animBg="1"/>
      <p:bldP spid="37" grpId="0" animBg="1"/>
    </p:bldLst>
  </p:timing>
</p:sld>
</file>

<file path=ppt/slides/slide3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2" name="矩形 31">
            <a:extLst>
              <a:ext uri="{FF2B5EF4-FFF2-40B4-BE49-F238E27FC236}">
                <a16:creationId xmlns:a16="http://schemas.microsoft.com/office/drawing/2014/main" id="{91DDFBDB-373A-417E-B42F-FBD90D0B672F}"/>
              </a:ext>
            </a:extLst>
          </p:cNvPr>
          <p:cNvSpPr/>
          <p:nvPr/>
        </p:nvSpPr>
        <p:spPr>
          <a:xfrm>
            <a:off x="3894423" y="5206828"/>
            <a:ext cx="920985" cy="352857"/>
          </a:xfrm>
          <a:prstGeom prst="rect">
            <a:avLst/>
          </a:prstGeom>
          <a:solidFill>
            <a:schemeClr val="tx2"/>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zh-CN" altLang="en-US" b="1" dirty="0"/>
              <a:t>前导码</a:t>
            </a:r>
          </a:p>
        </p:txBody>
      </p:sp>
      <p:sp>
        <p:nvSpPr>
          <p:cNvPr id="50" name="矩形 49">
            <a:extLst>
              <a:ext uri="{FF2B5EF4-FFF2-40B4-BE49-F238E27FC236}">
                <a16:creationId xmlns:a16="http://schemas.microsoft.com/office/drawing/2014/main" id="{D624BD14-498D-41A3-8FFB-66C995B631B6}"/>
              </a:ext>
            </a:extLst>
          </p:cNvPr>
          <p:cNvSpPr/>
          <p:nvPr/>
        </p:nvSpPr>
        <p:spPr>
          <a:xfrm>
            <a:off x="1859492" y="5206828"/>
            <a:ext cx="2034931" cy="352857"/>
          </a:xfrm>
          <a:prstGeom prst="rect">
            <a:avLst/>
          </a:prstGeom>
          <a:solidFill>
            <a:schemeClr val="accent4"/>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zh-CN" altLang="en-US" b="1" dirty="0"/>
              <a:t>以太网</a:t>
            </a:r>
            <a:r>
              <a:rPr lang="en-US" altLang="zh-CN" b="1" dirty="0"/>
              <a:t>V2</a:t>
            </a:r>
            <a:r>
              <a:rPr lang="zh-CN" altLang="en-US" b="1" dirty="0"/>
              <a:t>的</a:t>
            </a:r>
            <a:r>
              <a:rPr lang="en-US" altLang="zh-CN" b="1" dirty="0"/>
              <a:t>MAC</a:t>
            </a:r>
            <a:r>
              <a:rPr lang="zh-CN" altLang="en-US" b="1" dirty="0"/>
              <a:t>帧</a:t>
            </a:r>
          </a:p>
        </p:txBody>
      </p:sp>
      <p:sp>
        <p:nvSpPr>
          <p:cNvPr id="6" name="矩形 5">
            <a:extLst>
              <a:ext uri="{FF2B5EF4-FFF2-40B4-BE49-F238E27FC236}">
                <a16:creationId xmlns:a16="http://schemas.microsoft.com/office/drawing/2014/main" id="{22F4F901-0757-4FC2-A1B2-FDB0BAEA7623}"/>
              </a:ext>
            </a:extLst>
          </p:cNvPr>
          <p:cNvSpPr/>
          <p:nvPr/>
        </p:nvSpPr>
        <p:spPr>
          <a:xfrm>
            <a:off x="6458" y="5903531"/>
            <a:ext cx="1258055" cy="381548"/>
          </a:xfrm>
          <a:prstGeom prst="rect">
            <a:avLst/>
          </a:prstGeom>
          <a:solidFill>
            <a:schemeClr val="bg1"/>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grpSp>
        <p:nvGrpSpPr>
          <p:cNvPr id="4" name="组合 3">
            <a:extLst>
              <a:ext uri="{FF2B5EF4-FFF2-40B4-BE49-F238E27FC236}">
                <a16:creationId xmlns:a16="http://schemas.microsoft.com/office/drawing/2014/main" id="{9A1EA9F2-FCB6-48C3-935F-7AE7E3AD14AC}"/>
              </a:ext>
            </a:extLst>
          </p:cNvPr>
          <p:cNvGrpSpPr/>
          <p:nvPr/>
        </p:nvGrpSpPr>
        <p:grpSpPr>
          <a:xfrm>
            <a:off x="304800" y="749300"/>
            <a:ext cx="6192344" cy="400110"/>
            <a:chOff x="424117" y="898245"/>
            <a:chExt cx="6192344" cy="400110"/>
          </a:xfrm>
        </p:grpSpPr>
        <p:sp>
          <p:nvSpPr>
            <p:cNvPr id="2" name="平行四边形 1">
              <a:extLst>
                <a:ext uri="{FF2B5EF4-FFF2-40B4-BE49-F238E27FC236}">
                  <a16:creationId xmlns:a16="http://schemas.microsoft.com/office/drawing/2014/main" id="{1F5BAA3F-9845-4F89-A2DD-8222D3E4EDAC}"/>
                </a:ext>
              </a:extLst>
            </p:cNvPr>
            <p:cNvSpPr/>
            <p:nvPr/>
          </p:nvSpPr>
          <p:spPr>
            <a:xfrm>
              <a:off x="424117" y="898245"/>
              <a:ext cx="628306" cy="387090"/>
            </a:xfrm>
            <a:prstGeom prst="parallelogram">
              <a:avLst/>
            </a:prstGeom>
            <a:solidFill>
              <a:schemeClr val="accent3">
                <a:lumMod val="75000"/>
              </a:schemeClr>
            </a:solidFill>
            <a:ln>
              <a:solidFill>
                <a:schemeClr val="accent3">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CN" sz="2200" dirty="0">
                  <a:latin typeface="Impact" panose="020B0806030902050204" pitchFamily="34" charset="0"/>
                </a:rPr>
                <a:t>01</a:t>
              </a:r>
              <a:endParaRPr lang="zh-CN" altLang="en-US" sz="2200" dirty="0">
                <a:latin typeface="Impact" panose="020B0806030902050204" pitchFamily="34" charset="0"/>
              </a:endParaRPr>
            </a:p>
          </p:txBody>
        </p:sp>
        <p:sp>
          <p:nvSpPr>
            <p:cNvPr id="3" name="文本框 2">
              <a:extLst>
                <a:ext uri="{FF2B5EF4-FFF2-40B4-BE49-F238E27FC236}">
                  <a16:creationId xmlns:a16="http://schemas.microsoft.com/office/drawing/2014/main" id="{4D6BD736-A4D3-4F26-AFED-36E11F50F70B}"/>
                </a:ext>
              </a:extLst>
            </p:cNvPr>
            <p:cNvSpPr txBox="1"/>
            <p:nvPr/>
          </p:nvSpPr>
          <p:spPr>
            <a:xfrm>
              <a:off x="1052423" y="898245"/>
              <a:ext cx="5564038" cy="400110"/>
            </a:xfrm>
            <a:prstGeom prst="rect">
              <a:avLst/>
            </a:prstGeom>
            <a:noFill/>
          </p:spPr>
          <p:txBody>
            <a:bodyPr wrap="square" rtlCol="0">
              <a:spAutoFit/>
            </a:bodyPr>
            <a:lstStyle/>
            <a:p>
              <a:r>
                <a:rPr lang="zh-CN" altLang="en-US" sz="2000" b="1" dirty="0"/>
                <a:t>封装成帧</a:t>
              </a:r>
            </a:p>
          </p:txBody>
        </p:sp>
      </p:grpSp>
      <p:sp>
        <p:nvSpPr>
          <p:cNvPr id="8" name="矩形 7">
            <a:extLst>
              <a:ext uri="{FF2B5EF4-FFF2-40B4-BE49-F238E27FC236}">
                <a16:creationId xmlns:a16="http://schemas.microsoft.com/office/drawing/2014/main" id="{C7720255-4E6C-41B6-A880-D93377A356B5}"/>
              </a:ext>
            </a:extLst>
          </p:cNvPr>
          <p:cNvSpPr/>
          <p:nvPr/>
        </p:nvSpPr>
        <p:spPr>
          <a:xfrm>
            <a:off x="1016000" y="1297642"/>
            <a:ext cx="256976" cy="256976"/>
          </a:xfrm>
          <a:prstGeom prst="rect">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9" name="íşlïḍè">
            <a:extLst>
              <a:ext uri="{FF2B5EF4-FFF2-40B4-BE49-F238E27FC236}">
                <a16:creationId xmlns:a16="http://schemas.microsoft.com/office/drawing/2014/main" id="{1E3208DB-9CB5-439E-87A6-F640C77C2B32}"/>
              </a:ext>
            </a:extLst>
          </p:cNvPr>
          <p:cNvSpPr txBox="1"/>
          <p:nvPr/>
        </p:nvSpPr>
        <p:spPr>
          <a:xfrm>
            <a:off x="1333228" y="1297641"/>
            <a:ext cx="10494766" cy="256977"/>
          </a:xfrm>
          <a:prstGeom prst="rect">
            <a:avLst/>
          </a:prstGeom>
          <a:noFill/>
        </p:spPr>
        <p:txBody>
          <a:bodyPr wrap="square" lIns="91440" tIns="45720" rIns="91440" bIns="45720" anchor="ctr">
            <a:noAutofit/>
          </a:bodyPr>
          <a:lstStyle/>
          <a:p>
            <a:r>
              <a:rPr lang="zh-CN" altLang="en-US" b="1" dirty="0"/>
              <a:t>封装成帧是指数据链路层给上层交付下来的协议数据单元</a:t>
            </a:r>
            <a:r>
              <a:rPr lang="en-US" altLang="zh-CN" b="1" dirty="0"/>
              <a:t>PDU</a:t>
            </a:r>
            <a:r>
              <a:rPr lang="zh-CN" altLang="en-US" b="1" dirty="0"/>
              <a:t>添加一个首部和一个尾部，使之成为帧。</a:t>
            </a:r>
            <a:endParaRPr lang="en-US" altLang="zh-CN" b="1" dirty="0"/>
          </a:p>
        </p:txBody>
      </p:sp>
      <p:sp>
        <p:nvSpPr>
          <p:cNvPr id="39" name="矩形 38">
            <a:extLst>
              <a:ext uri="{FF2B5EF4-FFF2-40B4-BE49-F238E27FC236}">
                <a16:creationId xmlns:a16="http://schemas.microsoft.com/office/drawing/2014/main" id="{6D125D46-8770-4CA3-B045-5F4643ABA420}"/>
              </a:ext>
            </a:extLst>
          </p:cNvPr>
          <p:cNvSpPr/>
          <p:nvPr/>
        </p:nvSpPr>
        <p:spPr>
          <a:xfrm>
            <a:off x="1442437" y="1661600"/>
            <a:ext cx="256976" cy="256976"/>
          </a:xfrm>
          <a:prstGeom prst="rect">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40" name="íşlïḍè">
            <a:extLst>
              <a:ext uri="{FF2B5EF4-FFF2-40B4-BE49-F238E27FC236}">
                <a16:creationId xmlns:a16="http://schemas.microsoft.com/office/drawing/2014/main" id="{58498DF2-EFAC-4127-85B0-98503C8F10A5}"/>
              </a:ext>
            </a:extLst>
          </p:cNvPr>
          <p:cNvSpPr txBox="1"/>
          <p:nvPr/>
        </p:nvSpPr>
        <p:spPr>
          <a:xfrm>
            <a:off x="1759665" y="1661599"/>
            <a:ext cx="5042917" cy="256977"/>
          </a:xfrm>
          <a:prstGeom prst="rect">
            <a:avLst/>
          </a:prstGeom>
          <a:noFill/>
        </p:spPr>
        <p:txBody>
          <a:bodyPr wrap="square" lIns="91440" tIns="45720" rIns="91440" bIns="45720" anchor="ctr">
            <a:noAutofit/>
          </a:bodyPr>
          <a:lstStyle/>
          <a:p>
            <a:r>
              <a:rPr lang="zh-CN" altLang="en-US" b="1" dirty="0"/>
              <a:t>帧的首部和尾部中包含有一些</a:t>
            </a:r>
            <a:r>
              <a:rPr lang="zh-CN" altLang="en-US" b="1" dirty="0">
                <a:solidFill>
                  <a:schemeClr val="accent1">
                    <a:lumMod val="75000"/>
                  </a:schemeClr>
                </a:solidFill>
              </a:rPr>
              <a:t>重要的控制信息</a:t>
            </a:r>
            <a:r>
              <a:rPr lang="zh-CN" altLang="en-US" b="1" dirty="0"/>
              <a:t>。</a:t>
            </a:r>
            <a:endParaRPr lang="en-US" altLang="zh-CN" b="1" dirty="0"/>
          </a:p>
        </p:txBody>
      </p:sp>
      <p:grpSp>
        <p:nvGrpSpPr>
          <p:cNvPr id="28" name="组合 27">
            <a:extLst>
              <a:ext uri="{FF2B5EF4-FFF2-40B4-BE49-F238E27FC236}">
                <a16:creationId xmlns:a16="http://schemas.microsoft.com/office/drawing/2014/main" id="{9AA8E776-BAB4-443E-8B87-ADF14B8D0DDE}"/>
              </a:ext>
            </a:extLst>
          </p:cNvPr>
          <p:cNvGrpSpPr/>
          <p:nvPr/>
        </p:nvGrpSpPr>
        <p:grpSpPr>
          <a:xfrm>
            <a:off x="601699" y="5793079"/>
            <a:ext cx="10940423" cy="641082"/>
            <a:chOff x="601699" y="5648354"/>
            <a:chExt cx="10940423" cy="641082"/>
          </a:xfrm>
        </p:grpSpPr>
        <p:cxnSp>
          <p:nvCxnSpPr>
            <p:cNvPr id="29" name="直接连接符 28">
              <a:extLst>
                <a:ext uri="{FF2B5EF4-FFF2-40B4-BE49-F238E27FC236}">
                  <a16:creationId xmlns:a16="http://schemas.microsoft.com/office/drawing/2014/main" id="{CD2354E6-3047-431F-ACF9-EFA46BA792A6}"/>
                </a:ext>
              </a:extLst>
            </p:cNvPr>
            <p:cNvCxnSpPr>
              <a:cxnSpLocks/>
            </p:cNvCxnSpPr>
            <p:nvPr/>
          </p:nvCxnSpPr>
          <p:spPr>
            <a:xfrm>
              <a:off x="1143721" y="6126777"/>
              <a:ext cx="10027235"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pic>
          <p:nvPicPr>
            <p:cNvPr id="30" name="图形 29">
              <a:extLst>
                <a:ext uri="{FF2B5EF4-FFF2-40B4-BE49-F238E27FC236}">
                  <a16:creationId xmlns:a16="http://schemas.microsoft.com/office/drawing/2014/main" id="{008285B2-4F6D-47D8-9021-B2EB227E3BED}"/>
                </a:ext>
              </a:extLst>
            </p:cNvPr>
            <p:cNvPicPr>
              <a:picLocks noChangeAspect="1"/>
            </p:cNvPicPr>
            <p:nvPr/>
          </p:nvPicPr>
          <p:blipFill>
            <a:blip r:embed="rId3">
              <a:extLst>
                <a:ext uri="{28A0092B-C50C-407E-A947-70E740481C1C}">
                  <a14:useLocalDpi xmlns:a14="http://schemas.microsoft.com/office/drawing/2010/main" val="0"/>
                </a:ext>
                <a:ext uri="{96DAC541-7B7A-43D3-8B79-37D633B846F1}">
                  <asvg:svgBlip xmlns:asvg="http://schemas.microsoft.com/office/drawing/2016/SVG/main" r:embed="rId4"/>
                </a:ext>
              </a:extLst>
            </a:blip>
            <a:stretch>
              <a:fillRect/>
            </a:stretch>
          </p:blipFill>
          <p:spPr>
            <a:xfrm>
              <a:off x="601699" y="5648354"/>
              <a:ext cx="662814" cy="641082"/>
            </a:xfrm>
            <a:prstGeom prst="rect">
              <a:avLst/>
            </a:prstGeom>
          </p:spPr>
        </p:pic>
        <p:pic>
          <p:nvPicPr>
            <p:cNvPr id="31" name="图形 30">
              <a:extLst>
                <a:ext uri="{FF2B5EF4-FFF2-40B4-BE49-F238E27FC236}">
                  <a16:creationId xmlns:a16="http://schemas.microsoft.com/office/drawing/2014/main" id="{3E7FDAB1-4B8E-49DB-BD8E-727E69FB35B0}"/>
                </a:ext>
              </a:extLst>
            </p:cNvPr>
            <p:cNvPicPr>
              <a:picLocks noChangeAspect="1"/>
            </p:cNvPicPr>
            <p:nvPr/>
          </p:nvPicPr>
          <p:blipFill>
            <a:blip r:embed="rId3">
              <a:extLst>
                <a:ext uri="{28A0092B-C50C-407E-A947-70E740481C1C}">
                  <a14:useLocalDpi xmlns:a14="http://schemas.microsoft.com/office/drawing/2010/main" val="0"/>
                </a:ext>
                <a:ext uri="{96DAC541-7B7A-43D3-8B79-37D633B846F1}">
                  <asvg:svgBlip xmlns:asvg="http://schemas.microsoft.com/office/drawing/2016/SVG/main" r:embed="rId4"/>
                </a:ext>
              </a:extLst>
            </a:blip>
            <a:stretch>
              <a:fillRect/>
            </a:stretch>
          </p:blipFill>
          <p:spPr>
            <a:xfrm>
              <a:off x="10879308" y="5648354"/>
              <a:ext cx="662814" cy="641082"/>
            </a:xfrm>
            <a:prstGeom prst="rect">
              <a:avLst/>
            </a:prstGeom>
          </p:spPr>
        </p:pic>
      </p:grpSp>
      <p:sp>
        <p:nvSpPr>
          <p:cNvPr id="111" name="矩形 110">
            <a:extLst>
              <a:ext uri="{FF2B5EF4-FFF2-40B4-BE49-F238E27FC236}">
                <a16:creationId xmlns:a16="http://schemas.microsoft.com/office/drawing/2014/main" id="{606DBC79-0B1D-4F3E-9A40-AF3E7D527062}"/>
              </a:ext>
            </a:extLst>
          </p:cNvPr>
          <p:cNvSpPr/>
          <p:nvPr/>
        </p:nvSpPr>
        <p:spPr>
          <a:xfrm>
            <a:off x="1442437" y="2061201"/>
            <a:ext cx="256976" cy="256976"/>
          </a:xfrm>
          <a:prstGeom prst="rect">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112" name="íşlïḍè">
            <a:extLst>
              <a:ext uri="{FF2B5EF4-FFF2-40B4-BE49-F238E27FC236}">
                <a16:creationId xmlns:a16="http://schemas.microsoft.com/office/drawing/2014/main" id="{48ED2506-2041-41A7-9A00-0FCB9FE1D1AF}"/>
              </a:ext>
            </a:extLst>
          </p:cNvPr>
          <p:cNvSpPr txBox="1"/>
          <p:nvPr/>
        </p:nvSpPr>
        <p:spPr>
          <a:xfrm>
            <a:off x="1759665" y="2061200"/>
            <a:ext cx="5042917" cy="256977"/>
          </a:xfrm>
          <a:prstGeom prst="rect">
            <a:avLst/>
          </a:prstGeom>
          <a:noFill/>
        </p:spPr>
        <p:txBody>
          <a:bodyPr wrap="square" lIns="91440" tIns="45720" rIns="91440" bIns="45720" anchor="ctr">
            <a:noAutofit/>
          </a:bodyPr>
          <a:lstStyle/>
          <a:p>
            <a:r>
              <a:rPr lang="zh-CN" altLang="en-US" b="1" dirty="0"/>
              <a:t>帧首部和尾部的作用之一就是</a:t>
            </a:r>
            <a:r>
              <a:rPr lang="zh-CN" altLang="en-US" b="1" dirty="0">
                <a:solidFill>
                  <a:schemeClr val="accent1">
                    <a:lumMod val="75000"/>
                  </a:schemeClr>
                </a:solidFill>
              </a:rPr>
              <a:t>帧定界</a:t>
            </a:r>
            <a:r>
              <a:rPr lang="zh-CN" altLang="en-US" b="1" dirty="0"/>
              <a:t>。</a:t>
            </a:r>
            <a:endParaRPr lang="en-US" altLang="zh-CN" b="1" dirty="0"/>
          </a:p>
        </p:txBody>
      </p:sp>
      <p:graphicFrame>
        <p:nvGraphicFramePr>
          <p:cNvPr id="36" name="表格 15">
            <a:extLst>
              <a:ext uri="{FF2B5EF4-FFF2-40B4-BE49-F238E27FC236}">
                <a16:creationId xmlns:a16="http://schemas.microsoft.com/office/drawing/2014/main" id="{D1E714EF-A380-4AD0-B080-B95D30E1BB0C}"/>
              </a:ext>
            </a:extLst>
          </p:cNvPr>
          <p:cNvGraphicFramePr>
            <a:graphicFrameLocks noGrp="1"/>
          </p:cNvGraphicFramePr>
          <p:nvPr/>
        </p:nvGraphicFramePr>
        <p:xfrm>
          <a:off x="2517341" y="2471994"/>
          <a:ext cx="7170473" cy="1112520"/>
        </p:xfrm>
        <a:graphic>
          <a:graphicData uri="http://schemas.openxmlformats.org/drawingml/2006/table">
            <a:tbl>
              <a:tblPr firstRow="1" bandRow="1">
                <a:tableStyleId>{5C22544A-7EE6-4342-B048-85BDC9FD1C3A}</a:tableStyleId>
              </a:tblPr>
              <a:tblGrid>
                <a:gridCol w="1118331">
                  <a:extLst>
                    <a:ext uri="{9D8B030D-6E8A-4147-A177-3AD203B41FA5}">
                      <a16:colId xmlns:a16="http://schemas.microsoft.com/office/drawing/2014/main" val="582556354"/>
                    </a:ext>
                  </a:extLst>
                </a:gridCol>
                <a:gridCol w="2822696">
                  <a:extLst>
                    <a:ext uri="{9D8B030D-6E8A-4147-A177-3AD203B41FA5}">
                      <a16:colId xmlns:a16="http://schemas.microsoft.com/office/drawing/2014/main" val="4093275061"/>
                    </a:ext>
                  </a:extLst>
                </a:gridCol>
                <a:gridCol w="861218">
                  <a:extLst>
                    <a:ext uri="{9D8B030D-6E8A-4147-A177-3AD203B41FA5}">
                      <a16:colId xmlns:a16="http://schemas.microsoft.com/office/drawing/2014/main" val="4188641604"/>
                    </a:ext>
                  </a:extLst>
                </a:gridCol>
                <a:gridCol w="1184114">
                  <a:extLst>
                    <a:ext uri="{9D8B030D-6E8A-4147-A177-3AD203B41FA5}">
                      <a16:colId xmlns:a16="http://schemas.microsoft.com/office/drawing/2014/main" val="1218946318"/>
                    </a:ext>
                  </a:extLst>
                </a:gridCol>
                <a:gridCol w="1184114">
                  <a:extLst>
                    <a:ext uri="{9D8B030D-6E8A-4147-A177-3AD203B41FA5}">
                      <a16:colId xmlns:a16="http://schemas.microsoft.com/office/drawing/2014/main" val="2777886892"/>
                    </a:ext>
                  </a:extLst>
                </a:gridCol>
              </a:tblGrid>
              <a:tr h="370840">
                <a:tc gridSpan="5">
                  <a:txBody>
                    <a:bodyPr/>
                    <a:lstStyle/>
                    <a:p>
                      <a:pPr algn="ctr"/>
                      <a:r>
                        <a:rPr lang="zh-CN" altLang="en-US" b="1" dirty="0">
                          <a:solidFill>
                            <a:schemeClr val="accent4"/>
                          </a:solidFill>
                        </a:rPr>
                        <a:t>以太网</a:t>
                      </a:r>
                      <a:r>
                        <a:rPr lang="en-US" altLang="zh-CN" b="1" dirty="0">
                          <a:solidFill>
                            <a:schemeClr val="accent4"/>
                          </a:solidFill>
                        </a:rPr>
                        <a:t>V2</a:t>
                      </a:r>
                      <a:r>
                        <a:rPr lang="zh-CN" altLang="en-US" b="1" dirty="0">
                          <a:solidFill>
                            <a:schemeClr val="accent4"/>
                          </a:solidFill>
                        </a:rPr>
                        <a:t>的</a:t>
                      </a:r>
                      <a:r>
                        <a:rPr lang="en-US" altLang="zh-CN" b="1" dirty="0">
                          <a:solidFill>
                            <a:schemeClr val="accent4"/>
                          </a:solidFill>
                        </a:rPr>
                        <a:t>MAC</a:t>
                      </a:r>
                      <a:r>
                        <a:rPr lang="zh-CN" altLang="en-US" b="1" dirty="0">
                          <a:solidFill>
                            <a:schemeClr val="accent4"/>
                          </a:solidFill>
                        </a:rPr>
                        <a:t>帧（最大长度 </a:t>
                      </a:r>
                      <a:r>
                        <a:rPr lang="en-US" altLang="zh-CN" b="1" dirty="0">
                          <a:solidFill>
                            <a:schemeClr val="accent4"/>
                          </a:solidFill>
                        </a:rPr>
                        <a:t>1518 B</a:t>
                      </a:r>
                      <a:r>
                        <a:rPr lang="zh-CN" altLang="en-US" b="1" dirty="0">
                          <a:solidFill>
                            <a:schemeClr val="accent4"/>
                          </a:solidFill>
                        </a:rPr>
                        <a:t>）</a:t>
                      </a: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hMerge="1">
                  <a:txBody>
                    <a:bodyPr/>
                    <a:lstStyle/>
                    <a:p>
                      <a:endParaRPr lang="zh-CN" altLang="en-US" dirty="0"/>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hMerge="1">
                  <a:txBody>
                    <a:bodyPr/>
                    <a:lstStyle/>
                    <a:p>
                      <a:endParaRPr lang="zh-CN" altLang="en-US" dirty="0"/>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hMerge="1">
                  <a:txBody>
                    <a:bodyPr/>
                    <a:lstStyle/>
                    <a:p>
                      <a:endParaRPr lang="zh-CN" altLang="en-US" dirty="0"/>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hMerge="1">
                  <a:txBody>
                    <a:bodyPr/>
                    <a:lstStyle/>
                    <a:p>
                      <a:endParaRPr lang="zh-CN" altLang="en-US" dirty="0"/>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extLst>
                  <a:ext uri="{0D108BD9-81ED-4DB2-BD59-A6C34878D82A}">
                    <a16:rowId xmlns:a16="http://schemas.microsoft.com/office/drawing/2014/main" val="751715214"/>
                  </a:ext>
                </a:extLst>
              </a:tr>
              <a:tr h="370840">
                <a:tc>
                  <a:txBody>
                    <a:bodyPr/>
                    <a:lstStyle/>
                    <a:p>
                      <a:pPr algn="ctr"/>
                      <a:r>
                        <a:rPr lang="en-US" altLang="zh-CN" b="1" dirty="0">
                          <a:solidFill>
                            <a:schemeClr val="accent4"/>
                          </a:solidFill>
                        </a:rPr>
                        <a:t>4 B</a:t>
                      </a:r>
                      <a:endParaRPr lang="zh-CN" altLang="en-US" b="1" dirty="0">
                        <a:solidFill>
                          <a:schemeClr val="accent4"/>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algn="ctr"/>
                      <a:r>
                        <a:rPr lang="en-US" altLang="zh-CN" b="1" dirty="0">
                          <a:solidFill>
                            <a:schemeClr val="accent4"/>
                          </a:solidFill>
                        </a:rPr>
                        <a:t>46</a:t>
                      </a:r>
                      <a:r>
                        <a:rPr lang="zh-CN" altLang="en-US" b="1" dirty="0">
                          <a:solidFill>
                            <a:schemeClr val="accent4"/>
                          </a:solidFill>
                        </a:rPr>
                        <a:t> </a:t>
                      </a:r>
                      <a:r>
                        <a:rPr lang="en-US" altLang="zh-CN" b="1" dirty="0">
                          <a:solidFill>
                            <a:schemeClr val="accent4"/>
                          </a:solidFill>
                        </a:rPr>
                        <a:t>~ 1500 B</a:t>
                      </a:r>
                      <a:endParaRPr lang="zh-CN" altLang="en-US" b="1" dirty="0">
                        <a:solidFill>
                          <a:schemeClr val="accent4"/>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algn="ctr"/>
                      <a:r>
                        <a:rPr lang="en-US" altLang="zh-CN" b="1" dirty="0">
                          <a:solidFill>
                            <a:schemeClr val="accent4"/>
                          </a:solidFill>
                        </a:rPr>
                        <a:t>2 B</a:t>
                      </a:r>
                      <a:endParaRPr lang="zh-CN" altLang="en-US" b="1" dirty="0">
                        <a:solidFill>
                          <a:schemeClr val="accent4"/>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algn="ctr"/>
                      <a:r>
                        <a:rPr lang="en-US" altLang="zh-CN" b="1" dirty="0">
                          <a:solidFill>
                            <a:schemeClr val="accent4"/>
                          </a:solidFill>
                        </a:rPr>
                        <a:t>6 B</a:t>
                      </a:r>
                      <a:endParaRPr lang="zh-CN" altLang="en-US" b="1" dirty="0">
                        <a:solidFill>
                          <a:schemeClr val="accent4"/>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algn="ctr"/>
                      <a:r>
                        <a:rPr lang="en-US" altLang="zh-CN" b="1" dirty="0">
                          <a:solidFill>
                            <a:schemeClr val="accent4"/>
                          </a:solidFill>
                        </a:rPr>
                        <a:t>6 B</a:t>
                      </a:r>
                      <a:endParaRPr lang="zh-CN" altLang="en-US" b="1" dirty="0">
                        <a:solidFill>
                          <a:schemeClr val="accent4"/>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extLst>
                  <a:ext uri="{0D108BD9-81ED-4DB2-BD59-A6C34878D82A}">
                    <a16:rowId xmlns:a16="http://schemas.microsoft.com/office/drawing/2014/main" val="1983352797"/>
                  </a:ext>
                </a:extLst>
              </a:tr>
              <a:tr h="370840">
                <a:tc>
                  <a:txBody>
                    <a:bodyPr/>
                    <a:lstStyle/>
                    <a:p>
                      <a:pPr algn="ctr"/>
                      <a:r>
                        <a:rPr lang="en-US" altLang="zh-CN" b="1" dirty="0">
                          <a:solidFill>
                            <a:schemeClr val="accent4"/>
                          </a:solidFill>
                        </a:rPr>
                        <a:t>FCS</a:t>
                      </a:r>
                      <a:endParaRPr lang="zh-CN" altLang="en-US" b="1" dirty="0">
                        <a:solidFill>
                          <a:schemeClr val="accent4"/>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algn="ctr"/>
                      <a:r>
                        <a:rPr lang="zh-CN" altLang="en-US" b="1" dirty="0">
                          <a:solidFill>
                            <a:schemeClr val="accent4"/>
                          </a:solidFill>
                        </a:rPr>
                        <a:t>数据载荷</a:t>
                      </a: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algn="ctr"/>
                      <a:r>
                        <a:rPr lang="zh-CN" altLang="en-US" b="1" dirty="0">
                          <a:solidFill>
                            <a:schemeClr val="accent4"/>
                          </a:solidFill>
                        </a:rPr>
                        <a:t>类型</a:t>
                      </a: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algn="ctr"/>
                      <a:r>
                        <a:rPr lang="zh-CN" altLang="en-US" b="1" dirty="0">
                          <a:solidFill>
                            <a:schemeClr val="accent4"/>
                          </a:solidFill>
                        </a:rPr>
                        <a:t>源地址</a:t>
                      </a: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algn="ctr"/>
                      <a:r>
                        <a:rPr lang="zh-CN" altLang="en-US" b="1" dirty="0">
                          <a:solidFill>
                            <a:schemeClr val="accent4"/>
                          </a:solidFill>
                        </a:rPr>
                        <a:t>目的地址</a:t>
                      </a: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extLst>
                  <a:ext uri="{0D108BD9-81ED-4DB2-BD59-A6C34878D82A}">
                    <a16:rowId xmlns:a16="http://schemas.microsoft.com/office/drawing/2014/main" val="1832940591"/>
                  </a:ext>
                </a:extLst>
              </a:tr>
            </a:tbl>
          </a:graphicData>
        </a:graphic>
      </p:graphicFrame>
      <p:sp>
        <p:nvSpPr>
          <p:cNvPr id="37" name="对话气泡: 圆角矩形 36">
            <a:extLst>
              <a:ext uri="{FF2B5EF4-FFF2-40B4-BE49-F238E27FC236}">
                <a16:creationId xmlns:a16="http://schemas.microsoft.com/office/drawing/2014/main" id="{38794D89-A57F-44B5-9031-87F296F755D2}"/>
              </a:ext>
            </a:extLst>
          </p:cNvPr>
          <p:cNvSpPr/>
          <p:nvPr/>
        </p:nvSpPr>
        <p:spPr>
          <a:xfrm>
            <a:off x="7486738" y="1814776"/>
            <a:ext cx="4275578" cy="436530"/>
          </a:xfrm>
          <a:prstGeom prst="wedgeRoundRectCallout">
            <a:avLst>
              <a:gd name="adj1" fmla="val -20987"/>
              <a:gd name="adj2" fmla="val 73556"/>
              <a:gd name="adj3" fmla="val 16667"/>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zh-CN" altLang="en-US" b="1" dirty="0"/>
              <a:t>帧首部和尾部中并没有帧定界标志</a:t>
            </a:r>
          </a:p>
        </p:txBody>
      </p:sp>
      <p:grpSp>
        <p:nvGrpSpPr>
          <p:cNvPr id="7" name="组合 6">
            <a:extLst>
              <a:ext uri="{FF2B5EF4-FFF2-40B4-BE49-F238E27FC236}">
                <a16:creationId xmlns:a16="http://schemas.microsoft.com/office/drawing/2014/main" id="{20E7BAAB-9CD9-48BB-9ADE-A23BE4C58EDE}"/>
              </a:ext>
            </a:extLst>
          </p:cNvPr>
          <p:cNvGrpSpPr/>
          <p:nvPr/>
        </p:nvGrpSpPr>
        <p:grpSpPr>
          <a:xfrm>
            <a:off x="304798" y="2487878"/>
            <a:ext cx="11582402" cy="3192584"/>
            <a:chOff x="304798" y="2487878"/>
            <a:chExt cx="11582402" cy="3192584"/>
          </a:xfrm>
        </p:grpSpPr>
        <p:sp>
          <p:nvSpPr>
            <p:cNvPr id="38" name="矩形 37">
              <a:extLst>
                <a:ext uri="{FF2B5EF4-FFF2-40B4-BE49-F238E27FC236}">
                  <a16:creationId xmlns:a16="http://schemas.microsoft.com/office/drawing/2014/main" id="{95FE00D8-81C8-4748-A13A-98C9EA576BB9}"/>
                </a:ext>
              </a:extLst>
            </p:cNvPr>
            <p:cNvSpPr/>
            <p:nvPr/>
          </p:nvSpPr>
          <p:spPr>
            <a:xfrm>
              <a:off x="304799" y="5039380"/>
              <a:ext cx="1366117" cy="641082"/>
            </a:xfrm>
            <a:prstGeom prst="rect">
              <a:avLst/>
            </a:prstGeom>
            <a:solidFill>
              <a:schemeClr val="tx2"/>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zh-CN" altLang="en-US" b="1" dirty="0"/>
                <a:t>物理层</a:t>
              </a:r>
            </a:p>
          </p:txBody>
        </p:sp>
        <p:sp>
          <p:nvSpPr>
            <p:cNvPr id="41" name="矩形 40">
              <a:extLst>
                <a:ext uri="{FF2B5EF4-FFF2-40B4-BE49-F238E27FC236}">
                  <a16:creationId xmlns:a16="http://schemas.microsoft.com/office/drawing/2014/main" id="{D5246B8F-11F2-433B-BFBD-0DF0096BEB97}"/>
                </a:ext>
              </a:extLst>
            </p:cNvPr>
            <p:cNvSpPr/>
            <p:nvPr/>
          </p:nvSpPr>
          <p:spPr>
            <a:xfrm>
              <a:off x="304798" y="3123726"/>
              <a:ext cx="1366117" cy="641082"/>
            </a:xfrm>
            <a:prstGeom prst="rect">
              <a:avLst/>
            </a:prstGeom>
            <a:solidFill>
              <a:schemeClr val="accent3"/>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zh-CN" altLang="en-US" b="1" dirty="0"/>
                <a:t>运输层</a:t>
              </a:r>
            </a:p>
          </p:txBody>
        </p:sp>
        <p:sp>
          <p:nvSpPr>
            <p:cNvPr id="42" name="矩形 41">
              <a:extLst>
                <a:ext uri="{FF2B5EF4-FFF2-40B4-BE49-F238E27FC236}">
                  <a16:creationId xmlns:a16="http://schemas.microsoft.com/office/drawing/2014/main" id="{BBF93A50-647A-4225-9526-008C8460124B}"/>
                </a:ext>
              </a:extLst>
            </p:cNvPr>
            <p:cNvSpPr/>
            <p:nvPr/>
          </p:nvSpPr>
          <p:spPr>
            <a:xfrm>
              <a:off x="304800" y="3760081"/>
              <a:ext cx="1366117" cy="641082"/>
            </a:xfrm>
            <a:prstGeom prst="rect">
              <a:avLst/>
            </a:prstGeom>
            <a:solidFill>
              <a:schemeClr val="accent6"/>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zh-CN" altLang="en-US" b="1" dirty="0"/>
                <a:t>网络层</a:t>
              </a:r>
            </a:p>
          </p:txBody>
        </p:sp>
        <p:sp>
          <p:nvSpPr>
            <p:cNvPr id="43" name="矩形 42">
              <a:extLst>
                <a:ext uri="{FF2B5EF4-FFF2-40B4-BE49-F238E27FC236}">
                  <a16:creationId xmlns:a16="http://schemas.microsoft.com/office/drawing/2014/main" id="{351DB2CE-69D7-4AF1-81EF-4379B5DD7F12}"/>
                </a:ext>
              </a:extLst>
            </p:cNvPr>
            <p:cNvSpPr/>
            <p:nvPr/>
          </p:nvSpPr>
          <p:spPr>
            <a:xfrm>
              <a:off x="304800" y="4399833"/>
              <a:ext cx="1366118" cy="641082"/>
            </a:xfrm>
            <a:prstGeom prst="rect">
              <a:avLst/>
            </a:prstGeom>
            <a:solidFill>
              <a:schemeClr val="accent4"/>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zh-CN" altLang="en-US" b="1" dirty="0"/>
                <a:t>数据链路层</a:t>
              </a:r>
            </a:p>
          </p:txBody>
        </p:sp>
        <p:sp>
          <p:nvSpPr>
            <p:cNvPr id="44" name="矩形 43">
              <a:extLst>
                <a:ext uri="{FF2B5EF4-FFF2-40B4-BE49-F238E27FC236}">
                  <a16:creationId xmlns:a16="http://schemas.microsoft.com/office/drawing/2014/main" id="{B1DA8E3A-30D8-4485-ACDF-A09304AD6A68}"/>
                </a:ext>
              </a:extLst>
            </p:cNvPr>
            <p:cNvSpPr/>
            <p:nvPr/>
          </p:nvSpPr>
          <p:spPr>
            <a:xfrm>
              <a:off x="304800" y="2489413"/>
              <a:ext cx="1366117" cy="641082"/>
            </a:xfrm>
            <a:prstGeom prst="rect">
              <a:avLst/>
            </a:prstGeom>
            <a:solidFill>
              <a:schemeClr val="accent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zh-CN" altLang="en-US" b="1" dirty="0"/>
                <a:t>应用层</a:t>
              </a:r>
            </a:p>
          </p:txBody>
        </p:sp>
        <p:sp>
          <p:nvSpPr>
            <p:cNvPr id="45" name="矩形 44">
              <a:extLst>
                <a:ext uri="{FF2B5EF4-FFF2-40B4-BE49-F238E27FC236}">
                  <a16:creationId xmlns:a16="http://schemas.microsoft.com/office/drawing/2014/main" id="{4F487C8A-68DC-462B-9D7F-FF2920F7FC41}"/>
                </a:ext>
              </a:extLst>
            </p:cNvPr>
            <p:cNvSpPr/>
            <p:nvPr/>
          </p:nvSpPr>
          <p:spPr>
            <a:xfrm>
              <a:off x="10521081" y="5037845"/>
              <a:ext cx="1366117" cy="641082"/>
            </a:xfrm>
            <a:prstGeom prst="rect">
              <a:avLst/>
            </a:prstGeom>
            <a:solidFill>
              <a:schemeClr val="tx2"/>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zh-CN" altLang="en-US" b="1" dirty="0"/>
                <a:t>物理层</a:t>
              </a:r>
            </a:p>
          </p:txBody>
        </p:sp>
        <p:sp>
          <p:nvSpPr>
            <p:cNvPr id="46" name="矩形 45">
              <a:extLst>
                <a:ext uri="{FF2B5EF4-FFF2-40B4-BE49-F238E27FC236}">
                  <a16:creationId xmlns:a16="http://schemas.microsoft.com/office/drawing/2014/main" id="{A567BE1A-AAA5-42EE-99FA-07E614B97CCE}"/>
                </a:ext>
              </a:extLst>
            </p:cNvPr>
            <p:cNvSpPr/>
            <p:nvPr/>
          </p:nvSpPr>
          <p:spPr>
            <a:xfrm>
              <a:off x="10521080" y="3122191"/>
              <a:ext cx="1366117" cy="641082"/>
            </a:xfrm>
            <a:prstGeom prst="rect">
              <a:avLst/>
            </a:prstGeom>
            <a:solidFill>
              <a:schemeClr val="accent3"/>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zh-CN" altLang="en-US" b="1" dirty="0"/>
                <a:t>运输层</a:t>
              </a:r>
            </a:p>
          </p:txBody>
        </p:sp>
        <p:sp>
          <p:nvSpPr>
            <p:cNvPr id="47" name="矩形 46">
              <a:extLst>
                <a:ext uri="{FF2B5EF4-FFF2-40B4-BE49-F238E27FC236}">
                  <a16:creationId xmlns:a16="http://schemas.microsoft.com/office/drawing/2014/main" id="{2E32385E-92EE-47BB-85FC-05DB23305FD5}"/>
                </a:ext>
              </a:extLst>
            </p:cNvPr>
            <p:cNvSpPr/>
            <p:nvPr/>
          </p:nvSpPr>
          <p:spPr>
            <a:xfrm>
              <a:off x="10521082" y="3758546"/>
              <a:ext cx="1366117" cy="641082"/>
            </a:xfrm>
            <a:prstGeom prst="rect">
              <a:avLst/>
            </a:prstGeom>
            <a:solidFill>
              <a:schemeClr val="accent6"/>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zh-CN" altLang="en-US" b="1" dirty="0"/>
                <a:t>网络层</a:t>
              </a:r>
            </a:p>
          </p:txBody>
        </p:sp>
        <p:sp>
          <p:nvSpPr>
            <p:cNvPr id="48" name="矩形 47">
              <a:extLst>
                <a:ext uri="{FF2B5EF4-FFF2-40B4-BE49-F238E27FC236}">
                  <a16:creationId xmlns:a16="http://schemas.microsoft.com/office/drawing/2014/main" id="{1C8C3A44-0082-40FF-AA00-E8C50C13E56E}"/>
                </a:ext>
              </a:extLst>
            </p:cNvPr>
            <p:cNvSpPr/>
            <p:nvPr/>
          </p:nvSpPr>
          <p:spPr>
            <a:xfrm>
              <a:off x="10521082" y="4398298"/>
              <a:ext cx="1366118" cy="641082"/>
            </a:xfrm>
            <a:prstGeom prst="rect">
              <a:avLst/>
            </a:prstGeom>
            <a:solidFill>
              <a:schemeClr val="accent4"/>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zh-CN" altLang="en-US" b="1" dirty="0"/>
                <a:t>数据链路层</a:t>
              </a:r>
            </a:p>
          </p:txBody>
        </p:sp>
        <p:sp>
          <p:nvSpPr>
            <p:cNvPr id="49" name="矩形 48">
              <a:extLst>
                <a:ext uri="{FF2B5EF4-FFF2-40B4-BE49-F238E27FC236}">
                  <a16:creationId xmlns:a16="http://schemas.microsoft.com/office/drawing/2014/main" id="{DCEB6132-5248-49B4-8AD9-9D6FF32B2DB0}"/>
                </a:ext>
              </a:extLst>
            </p:cNvPr>
            <p:cNvSpPr/>
            <p:nvPr/>
          </p:nvSpPr>
          <p:spPr>
            <a:xfrm>
              <a:off x="10521082" y="2487878"/>
              <a:ext cx="1366117" cy="641082"/>
            </a:xfrm>
            <a:prstGeom prst="rect">
              <a:avLst/>
            </a:prstGeom>
            <a:solidFill>
              <a:schemeClr val="accent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zh-CN" altLang="en-US" b="1" dirty="0"/>
                <a:t>应用层</a:t>
              </a:r>
            </a:p>
          </p:txBody>
        </p:sp>
      </p:grpSp>
      <p:grpSp>
        <p:nvGrpSpPr>
          <p:cNvPr id="17" name="组合 16">
            <a:extLst>
              <a:ext uri="{FF2B5EF4-FFF2-40B4-BE49-F238E27FC236}">
                <a16:creationId xmlns:a16="http://schemas.microsoft.com/office/drawing/2014/main" id="{22AC8543-411A-4859-B4B0-BAD68F37BA5B}"/>
              </a:ext>
            </a:extLst>
          </p:cNvPr>
          <p:cNvGrpSpPr/>
          <p:nvPr/>
        </p:nvGrpSpPr>
        <p:grpSpPr>
          <a:xfrm>
            <a:off x="2079298" y="3760973"/>
            <a:ext cx="7906739" cy="1452782"/>
            <a:chOff x="2079298" y="3760973"/>
            <a:chExt cx="7906739" cy="1452782"/>
          </a:xfrm>
        </p:grpSpPr>
        <p:sp>
          <p:nvSpPr>
            <p:cNvPr id="33" name="矩形 32">
              <a:extLst>
                <a:ext uri="{FF2B5EF4-FFF2-40B4-BE49-F238E27FC236}">
                  <a16:creationId xmlns:a16="http://schemas.microsoft.com/office/drawing/2014/main" id="{9CA4470D-634E-4BB0-A63E-B1713E750FB4}"/>
                </a:ext>
              </a:extLst>
            </p:cNvPr>
            <p:cNvSpPr/>
            <p:nvPr/>
          </p:nvSpPr>
          <p:spPr>
            <a:xfrm>
              <a:off x="3715125" y="4420044"/>
              <a:ext cx="6270912" cy="352857"/>
            </a:xfrm>
            <a:prstGeom prst="rect">
              <a:avLst/>
            </a:prstGeom>
            <a:solidFill>
              <a:schemeClr val="tx2"/>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CN" b="1" spc="600" dirty="0"/>
                <a:t>0101010101010101…0101010101010101</a:t>
              </a:r>
              <a:endParaRPr lang="zh-CN" altLang="en-US" b="1" spc="600" dirty="0"/>
            </a:p>
          </p:txBody>
        </p:sp>
        <p:sp>
          <p:nvSpPr>
            <p:cNvPr id="34" name="矩形 33">
              <a:extLst>
                <a:ext uri="{FF2B5EF4-FFF2-40B4-BE49-F238E27FC236}">
                  <a16:creationId xmlns:a16="http://schemas.microsoft.com/office/drawing/2014/main" id="{ADB6C78C-FFCE-4CD2-88E3-07EF9C955E56}"/>
                </a:ext>
              </a:extLst>
            </p:cNvPr>
            <p:cNvSpPr/>
            <p:nvPr/>
          </p:nvSpPr>
          <p:spPr>
            <a:xfrm>
              <a:off x="2079298" y="4420101"/>
              <a:ext cx="1635826" cy="352800"/>
            </a:xfrm>
            <a:prstGeom prst="rect">
              <a:avLst/>
            </a:prstGeom>
            <a:solidFill>
              <a:schemeClr val="tx2"/>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CN" b="1" spc="600" dirty="0"/>
                <a:t>11010101</a:t>
              </a:r>
              <a:endParaRPr lang="zh-CN" altLang="en-US" b="1" spc="600" dirty="0"/>
            </a:p>
          </p:txBody>
        </p:sp>
        <p:sp>
          <p:nvSpPr>
            <p:cNvPr id="5" name="文本框 4">
              <a:extLst>
                <a:ext uri="{FF2B5EF4-FFF2-40B4-BE49-F238E27FC236}">
                  <a16:creationId xmlns:a16="http://schemas.microsoft.com/office/drawing/2014/main" id="{CF4EBE1D-6A23-4392-9FD2-9475A1BF2CE0}"/>
                </a:ext>
              </a:extLst>
            </p:cNvPr>
            <p:cNvSpPr txBox="1"/>
            <p:nvPr/>
          </p:nvSpPr>
          <p:spPr>
            <a:xfrm>
              <a:off x="2079298" y="3772466"/>
              <a:ext cx="1635826" cy="646331"/>
            </a:xfrm>
            <a:prstGeom prst="rect">
              <a:avLst/>
            </a:prstGeom>
            <a:noFill/>
          </p:spPr>
          <p:txBody>
            <a:bodyPr wrap="square" rtlCol="0">
              <a:spAutoFit/>
            </a:bodyPr>
            <a:lstStyle/>
            <a:p>
              <a:pPr algn="ctr"/>
              <a:r>
                <a:rPr lang="en-US" altLang="zh-CN" b="1" dirty="0"/>
                <a:t>1 </a:t>
              </a:r>
              <a:r>
                <a:rPr lang="zh-CN" altLang="en-US" b="1" dirty="0"/>
                <a:t>字节</a:t>
              </a:r>
              <a:endParaRPr lang="en-US" altLang="zh-CN" b="1" dirty="0"/>
            </a:p>
            <a:p>
              <a:pPr algn="ctr"/>
              <a:r>
                <a:rPr lang="zh-CN" altLang="en-US" b="1" dirty="0"/>
                <a:t>帧开始定界符</a:t>
              </a:r>
            </a:p>
          </p:txBody>
        </p:sp>
        <p:cxnSp>
          <p:nvCxnSpPr>
            <p:cNvPr id="11" name="直接连接符 10">
              <a:extLst>
                <a:ext uri="{FF2B5EF4-FFF2-40B4-BE49-F238E27FC236}">
                  <a16:creationId xmlns:a16="http://schemas.microsoft.com/office/drawing/2014/main" id="{11EA2946-410F-4865-8E96-3D17DE2DFB6B}"/>
                </a:ext>
              </a:extLst>
            </p:cNvPr>
            <p:cNvCxnSpPr/>
            <p:nvPr/>
          </p:nvCxnSpPr>
          <p:spPr>
            <a:xfrm flipV="1">
              <a:off x="2079298" y="4039234"/>
              <a:ext cx="0" cy="379563"/>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1" name="直接连接符 50">
              <a:extLst>
                <a:ext uri="{FF2B5EF4-FFF2-40B4-BE49-F238E27FC236}">
                  <a16:creationId xmlns:a16="http://schemas.microsoft.com/office/drawing/2014/main" id="{476B6136-A8C3-4DEC-B7B3-09F1B65D946C}"/>
                </a:ext>
              </a:extLst>
            </p:cNvPr>
            <p:cNvCxnSpPr/>
            <p:nvPr/>
          </p:nvCxnSpPr>
          <p:spPr>
            <a:xfrm flipV="1">
              <a:off x="3715124" y="4039234"/>
              <a:ext cx="0" cy="379563"/>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2" name="直接连接符 51">
              <a:extLst>
                <a:ext uri="{FF2B5EF4-FFF2-40B4-BE49-F238E27FC236}">
                  <a16:creationId xmlns:a16="http://schemas.microsoft.com/office/drawing/2014/main" id="{1453CB31-FF7F-48FC-A5C5-C70E0E01D6DF}"/>
                </a:ext>
              </a:extLst>
            </p:cNvPr>
            <p:cNvCxnSpPr/>
            <p:nvPr/>
          </p:nvCxnSpPr>
          <p:spPr>
            <a:xfrm flipV="1">
              <a:off x="9986037" y="4039234"/>
              <a:ext cx="0" cy="379563"/>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sp>
          <p:nvSpPr>
            <p:cNvPr id="53" name="文本框 52">
              <a:extLst>
                <a:ext uri="{FF2B5EF4-FFF2-40B4-BE49-F238E27FC236}">
                  <a16:creationId xmlns:a16="http://schemas.microsoft.com/office/drawing/2014/main" id="{6EAA63FD-0363-4090-AD1B-73B8600D633C}"/>
                </a:ext>
              </a:extLst>
            </p:cNvPr>
            <p:cNvSpPr txBox="1"/>
            <p:nvPr/>
          </p:nvSpPr>
          <p:spPr>
            <a:xfrm>
              <a:off x="5984669" y="3760973"/>
              <a:ext cx="1635826" cy="646331"/>
            </a:xfrm>
            <a:prstGeom prst="rect">
              <a:avLst/>
            </a:prstGeom>
            <a:noFill/>
          </p:spPr>
          <p:txBody>
            <a:bodyPr wrap="square" rtlCol="0">
              <a:spAutoFit/>
            </a:bodyPr>
            <a:lstStyle/>
            <a:p>
              <a:pPr algn="ctr"/>
              <a:r>
                <a:rPr lang="en-US" altLang="zh-CN" b="1" dirty="0"/>
                <a:t>7 </a:t>
              </a:r>
              <a:r>
                <a:rPr lang="zh-CN" altLang="en-US" b="1" dirty="0"/>
                <a:t>字节</a:t>
              </a:r>
              <a:endParaRPr lang="en-US" altLang="zh-CN" b="1" dirty="0"/>
            </a:p>
            <a:p>
              <a:pPr algn="ctr"/>
              <a:r>
                <a:rPr lang="zh-CN" altLang="en-US" b="1" dirty="0"/>
                <a:t>前同步码</a:t>
              </a:r>
            </a:p>
          </p:txBody>
        </p:sp>
        <p:cxnSp>
          <p:nvCxnSpPr>
            <p:cNvPr id="54" name="直接连接符 53">
              <a:extLst>
                <a:ext uri="{FF2B5EF4-FFF2-40B4-BE49-F238E27FC236}">
                  <a16:creationId xmlns:a16="http://schemas.microsoft.com/office/drawing/2014/main" id="{96D7C9B9-1B2A-46FE-A0D9-50856288F46A}"/>
                </a:ext>
              </a:extLst>
            </p:cNvPr>
            <p:cNvCxnSpPr>
              <a:cxnSpLocks/>
            </p:cNvCxnSpPr>
            <p:nvPr/>
          </p:nvCxnSpPr>
          <p:spPr>
            <a:xfrm flipH="1" flipV="1">
              <a:off x="2079298" y="4772901"/>
              <a:ext cx="1824158" cy="440854"/>
            </a:xfrm>
            <a:prstGeom prst="line">
              <a:avLst/>
            </a:prstGeom>
            <a:ln w="12700">
              <a:solidFill>
                <a:schemeClr val="tx1"/>
              </a:solidFill>
              <a:prstDash val="dash"/>
            </a:ln>
          </p:spPr>
          <p:style>
            <a:lnRef idx="1">
              <a:schemeClr val="accent1"/>
            </a:lnRef>
            <a:fillRef idx="0">
              <a:schemeClr val="accent1"/>
            </a:fillRef>
            <a:effectRef idx="0">
              <a:schemeClr val="accent1"/>
            </a:effectRef>
            <a:fontRef idx="minor">
              <a:schemeClr val="tx1"/>
            </a:fontRef>
          </p:style>
        </p:cxnSp>
        <p:cxnSp>
          <p:nvCxnSpPr>
            <p:cNvPr id="55" name="直接连接符 54">
              <a:extLst>
                <a:ext uri="{FF2B5EF4-FFF2-40B4-BE49-F238E27FC236}">
                  <a16:creationId xmlns:a16="http://schemas.microsoft.com/office/drawing/2014/main" id="{4FCE3CD1-FF6D-4DCA-8409-852AC39CF25F}"/>
                </a:ext>
              </a:extLst>
            </p:cNvPr>
            <p:cNvCxnSpPr>
              <a:cxnSpLocks/>
            </p:cNvCxnSpPr>
            <p:nvPr/>
          </p:nvCxnSpPr>
          <p:spPr>
            <a:xfrm flipV="1">
              <a:off x="4815408" y="4772901"/>
              <a:ext cx="5170629" cy="433927"/>
            </a:xfrm>
            <a:prstGeom prst="line">
              <a:avLst/>
            </a:prstGeom>
            <a:ln w="12700">
              <a:solidFill>
                <a:schemeClr val="tx1"/>
              </a:solidFill>
              <a:prstDash val="dash"/>
            </a:ln>
          </p:spPr>
          <p:style>
            <a:lnRef idx="1">
              <a:schemeClr val="accent1"/>
            </a:lnRef>
            <a:fillRef idx="0">
              <a:schemeClr val="accent1"/>
            </a:fillRef>
            <a:effectRef idx="0">
              <a:schemeClr val="accent1"/>
            </a:effectRef>
            <a:fontRef idx="minor">
              <a:schemeClr val="tx1"/>
            </a:fontRef>
          </p:style>
        </p:cxnSp>
      </p:grpSp>
    </p:spTree>
    <p:custDataLst>
      <p:tags r:id="rId1"/>
    </p:custDataLst>
    <p:extLst>
      <p:ext uri="{BB962C8B-B14F-4D97-AF65-F5344CB8AC3E}">
        <p14:creationId xmlns:p14="http://schemas.microsoft.com/office/powerpoint/2010/main" val="3025087899"/>
      </p:ext>
    </p:extLst>
  </p:cSld>
  <p:clrMapOvr>
    <a:masterClrMapping/>
  </p:clrMapOvr>
  <mc:AlternateContent xmlns:mc="http://schemas.openxmlformats.org/markup-compatibility/2006" xmlns:p159="http://schemas.microsoft.com/office/powerpoint/2015/09/main">
    <mc:Choice Requires="p159">
      <p:transition spd="slow">
        <p159:morph option="byObject"/>
      </p:transition>
    </mc:Choice>
    <mc:Fallback xmlns="">
      <p:transition spd="slow">
        <p:fade/>
      </p:transition>
    </mc:Fallback>
  </mc:AlternateContent>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2" presetClass="entr" presetSubtype="8" fill="hold" grpId="0" nodeType="clickEffect">
                                  <p:stCondLst>
                                    <p:cond delay="0"/>
                                  </p:stCondLst>
                                  <p:childTnLst>
                                    <p:set>
                                      <p:cBhvr>
                                        <p:cTn id="6" dur="1" fill="hold">
                                          <p:stCondLst>
                                            <p:cond delay="0"/>
                                          </p:stCondLst>
                                        </p:cTn>
                                        <p:tgtEl>
                                          <p:spTgt spid="32"/>
                                        </p:tgtEl>
                                        <p:attrNameLst>
                                          <p:attrName>style.visibility</p:attrName>
                                        </p:attrNameLst>
                                      </p:cBhvr>
                                      <p:to>
                                        <p:strVal val="visible"/>
                                      </p:to>
                                    </p:set>
                                    <p:anim calcmode="lin" valueType="num">
                                      <p:cBhvr additive="base">
                                        <p:cTn id="7" dur="500"/>
                                        <p:tgtEl>
                                          <p:spTgt spid="32"/>
                                        </p:tgtEl>
                                        <p:attrNameLst>
                                          <p:attrName>ppt_x</p:attrName>
                                        </p:attrNameLst>
                                      </p:cBhvr>
                                      <p:tavLst>
                                        <p:tav tm="0">
                                          <p:val>
                                            <p:strVal val="#ppt_x-#ppt_w*1.125000"/>
                                          </p:val>
                                        </p:tav>
                                        <p:tav tm="100000">
                                          <p:val>
                                            <p:strVal val="#ppt_x"/>
                                          </p:val>
                                        </p:tav>
                                      </p:tavLst>
                                    </p:anim>
                                    <p:animEffect transition="in" filter="wipe(right)">
                                      <p:cBhvr>
                                        <p:cTn id="8" dur="500"/>
                                        <p:tgtEl>
                                          <p:spTgt spid="32"/>
                                        </p:tgtEl>
                                      </p:cBhvr>
                                    </p:animEffect>
                                  </p:childTnLst>
                                </p:cTn>
                              </p:par>
                            </p:childTnLst>
                          </p:cTn>
                        </p:par>
                      </p:childTnLst>
                    </p:cTn>
                  </p:par>
                  <p:par>
                    <p:cTn id="9" fill="hold">
                      <p:stCondLst>
                        <p:cond delay="indefinite"/>
                      </p:stCondLst>
                      <p:childTnLst>
                        <p:par>
                          <p:cTn id="10" fill="hold">
                            <p:stCondLst>
                              <p:cond delay="0"/>
                            </p:stCondLst>
                            <p:childTnLst>
                              <p:par>
                                <p:cTn id="11" presetID="22" presetClass="entr" presetSubtype="4" fill="hold" nodeType="clickEffect">
                                  <p:stCondLst>
                                    <p:cond delay="0"/>
                                  </p:stCondLst>
                                  <p:childTnLst>
                                    <p:set>
                                      <p:cBhvr>
                                        <p:cTn id="12" dur="1" fill="hold">
                                          <p:stCondLst>
                                            <p:cond delay="0"/>
                                          </p:stCondLst>
                                        </p:cTn>
                                        <p:tgtEl>
                                          <p:spTgt spid="17"/>
                                        </p:tgtEl>
                                        <p:attrNameLst>
                                          <p:attrName>style.visibility</p:attrName>
                                        </p:attrNameLst>
                                      </p:cBhvr>
                                      <p:to>
                                        <p:strVal val="visible"/>
                                      </p:to>
                                    </p:set>
                                    <p:animEffect transition="in" filter="wipe(down)">
                                      <p:cBhvr>
                                        <p:cTn id="13" dur="1000"/>
                                        <p:tgtEl>
                                          <p:spTgt spid="17"/>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2" grpId="0" animBg="1"/>
    </p:bldLst>
  </p:timing>
</p:sld>
</file>

<file path=ppt/slides/slide3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12" name="组合 11">
            <a:extLst>
              <a:ext uri="{FF2B5EF4-FFF2-40B4-BE49-F238E27FC236}">
                <a16:creationId xmlns:a16="http://schemas.microsoft.com/office/drawing/2014/main" id="{85BF1387-1E54-4A87-8204-722B3C19B6E8}"/>
              </a:ext>
            </a:extLst>
          </p:cNvPr>
          <p:cNvGrpSpPr/>
          <p:nvPr/>
        </p:nvGrpSpPr>
        <p:grpSpPr>
          <a:xfrm>
            <a:off x="1325207" y="5868869"/>
            <a:ext cx="9541588" cy="352857"/>
            <a:chOff x="1325207" y="5868869"/>
            <a:chExt cx="9541588" cy="352857"/>
          </a:xfrm>
        </p:grpSpPr>
        <p:grpSp>
          <p:nvGrpSpPr>
            <p:cNvPr id="10" name="组合 9">
              <a:extLst>
                <a:ext uri="{FF2B5EF4-FFF2-40B4-BE49-F238E27FC236}">
                  <a16:creationId xmlns:a16="http://schemas.microsoft.com/office/drawing/2014/main" id="{8F75C06F-1157-4ECB-8EE8-7D258BDCD7D2}"/>
                </a:ext>
              </a:extLst>
            </p:cNvPr>
            <p:cNvGrpSpPr/>
            <p:nvPr/>
          </p:nvGrpSpPr>
          <p:grpSpPr>
            <a:xfrm>
              <a:off x="1325207" y="5868869"/>
              <a:ext cx="2955916" cy="352857"/>
              <a:chOff x="1859492" y="5206828"/>
              <a:chExt cx="2955916" cy="352857"/>
            </a:xfrm>
          </p:grpSpPr>
          <p:sp>
            <p:nvSpPr>
              <p:cNvPr id="32" name="矩形 31">
                <a:extLst>
                  <a:ext uri="{FF2B5EF4-FFF2-40B4-BE49-F238E27FC236}">
                    <a16:creationId xmlns:a16="http://schemas.microsoft.com/office/drawing/2014/main" id="{91DDFBDB-373A-417E-B42F-FBD90D0B672F}"/>
                  </a:ext>
                </a:extLst>
              </p:cNvPr>
              <p:cNvSpPr/>
              <p:nvPr/>
            </p:nvSpPr>
            <p:spPr>
              <a:xfrm>
                <a:off x="3894423" y="5206828"/>
                <a:ext cx="920985" cy="352857"/>
              </a:xfrm>
              <a:prstGeom prst="rect">
                <a:avLst/>
              </a:prstGeom>
              <a:solidFill>
                <a:schemeClr val="tx2"/>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zh-CN" altLang="en-US" b="1" dirty="0"/>
                  <a:t>前导码</a:t>
                </a:r>
              </a:p>
            </p:txBody>
          </p:sp>
          <p:sp>
            <p:nvSpPr>
              <p:cNvPr id="50" name="矩形 49">
                <a:extLst>
                  <a:ext uri="{FF2B5EF4-FFF2-40B4-BE49-F238E27FC236}">
                    <a16:creationId xmlns:a16="http://schemas.microsoft.com/office/drawing/2014/main" id="{D624BD14-498D-41A3-8FFB-66C995B631B6}"/>
                  </a:ext>
                </a:extLst>
              </p:cNvPr>
              <p:cNvSpPr/>
              <p:nvPr/>
            </p:nvSpPr>
            <p:spPr>
              <a:xfrm>
                <a:off x="1859492" y="5206828"/>
                <a:ext cx="2034931" cy="352857"/>
              </a:xfrm>
              <a:prstGeom prst="rect">
                <a:avLst/>
              </a:prstGeom>
              <a:solidFill>
                <a:schemeClr val="accent4"/>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zh-CN" altLang="en-US" b="1" dirty="0"/>
                  <a:t>以太网</a:t>
                </a:r>
                <a:r>
                  <a:rPr lang="en-US" altLang="zh-CN" b="1" dirty="0"/>
                  <a:t>V2</a:t>
                </a:r>
                <a:r>
                  <a:rPr lang="zh-CN" altLang="en-US" b="1" dirty="0"/>
                  <a:t>的</a:t>
                </a:r>
                <a:r>
                  <a:rPr lang="en-US" altLang="zh-CN" b="1" dirty="0"/>
                  <a:t>MAC</a:t>
                </a:r>
                <a:r>
                  <a:rPr lang="zh-CN" altLang="en-US" b="1" dirty="0"/>
                  <a:t>帧</a:t>
                </a:r>
              </a:p>
            </p:txBody>
          </p:sp>
        </p:grpSp>
        <p:grpSp>
          <p:nvGrpSpPr>
            <p:cNvPr id="56" name="组合 55">
              <a:extLst>
                <a:ext uri="{FF2B5EF4-FFF2-40B4-BE49-F238E27FC236}">
                  <a16:creationId xmlns:a16="http://schemas.microsoft.com/office/drawing/2014/main" id="{3D7C2312-DB72-40C2-9531-FAC3EAB547C6}"/>
                </a:ext>
              </a:extLst>
            </p:cNvPr>
            <p:cNvGrpSpPr/>
            <p:nvPr/>
          </p:nvGrpSpPr>
          <p:grpSpPr>
            <a:xfrm>
              <a:off x="4618043" y="5868869"/>
              <a:ext cx="2955916" cy="352857"/>
              <a:chOff x="1859492" y="5206828"/>
              <a:chExt cx="2955916" cy="352857"/>
            </a:xfrm>
          </p:grpSpPr>
          <p:sp>
            <p:nvSpPr>
              <p:cNvPr id="57" name="矩形 56">
                <a:extLst>
                  <a:ext uri="{FF2B5EF4-FFF2-40B4-BE49-F238E27FC236}">
                    <a16:creationId xmlns:a16="http://schemas.microsoft.com/office/drawing/2014/main" id="{CDB9C830-DFE7-46F2-9DB5-516F026A0530}"/>
                  </a:ext>
                </a:extLst>
              </p:cNvPr>
              <p:cNvSpPr/>
              <p:nvPr/>
            </p:nvSpPr>
            <p:spPr>
              <a:xfrm>
                <a:off x="3894423" y="5206828"/>
                <a:ext cx="920985" cy="352857"/>
              </a:xfrm>
              <a:prstGeom prst="rect">
                <a:avLst/>
              </a:prstGeom>
              <a:solidFill>
                <a:schemeClr val="tx2"/>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zh-CN" altLang="en-US" b="1" dirty="0"/>
                  <a:t>前导码</a:t>
                </a:r>
              </a:p>
            </p:txBody>
          </p:sp>
          <p:sp>
            <p:nvSpPr>
              <p:cNvPr id="58" name="矩形 57">
                <a:extLst>
                  <a:ext uri="{FF2B5EF4-FFF2-40B4-BE49-F238E27FC236}">
                    <a16:creationId xmlns:a16="http://schemas.microsoft.com/office/drawing/2014/main" id="{22F5B563-B960-4986-AAEA-DA8455B34A5C}"/>
                  </a:ext>
                </a:extLst>
              </p:cNvPr>
              <p:cNvSpPr/>
              <p:nvPr/>
            </p:nvSpPr>
            <p:spPr>
              <a:xfrm>
                <a:off x="1859492" y="5206828"/>
                <a:ext cx="2034931" cy="352857"/>
              </a:xfrm>
              <a:prstGeom prst="rect">
                <a:avLst/>
              </a:prstGeom>
              <a:solidFill>
                <a:schemeClr val="accent4"/>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zh-CN" altLang="en-US" b="1" dirty="0"/>
                  <a:t>以太网</a:t>
                </a:r>
                <a:r>
                  <a:rPr lang="en-US" altLang="zh-CN" b="1" dirty="0"/>
                  <a:t>V2</a:t>
                </a:r>
                <a:r>
                  <a:rPr lang="zh-CN" altLang="en-US" b="1" dirty="0"/>
                  <a:t>的</a:t>
                </a:r>
                <a:r>
                  <a:rPr lang="en-US" altLang="zh-CN" b="1" dirty="0"/>
                  <a:t>MAC</a:t>
                </a:r>
                <a:r>
                  <a:rPr lang="zh-CN" altLang="en-US" b="1" dirty="0"/>
                  <a:t>帧</a:t>
                </a:r>
              </a:p>
            </p:txBody>
          </p:sp>
        </p:grpSp>
        <p:grpSp>
          <p:nvGrpSpPr>
            <p:cNvPr id="59" name="组合 58">
              <a:extLst>
                <a:ext uri="{FF2B5EF4-FFF2-40B4-BE49-F238E27FC236}">
                  <a16:creationId xmlns:a16="http://schemas.microsoft.com/office/drawing/2014/main" id="{482A6700-F185-4CCE-973B-895D93F22EF3}"/>
                </a:ext>
              </a:extLst>
            </p:cNvPr>
            <p:cNvGrpSpPr/>
            <p:nvPr/>
          </p:nvGrpSpPr>
          <p:grpSpPr>
            <a:xfrm>
              <a:off x="7910879" y="5868869"/>
              <a:ext cx="2955916" cy="352857"/>
              <a:chOff x="1859492" y="5206828"/>
              <a:chExt cx="2955916" cy="352857"/>
            </a:xfrm>
          </p:grpSpPr>
          <p:sp>
            <p:nvSpPr>
              <p:cNvPr id="60" name="矩形 59">
                <a:extLst>
                  <a:ext uri="{FF2B5EF4-FFF2-40B4-BE49-F238E27FC236}">
                    <a16:creationId xmlns:a16="http://schemas.microsoft.com/office/drawing/2014/main" id="{B2F71C69-6B0A-44E5-8B39-F6EBD0C8722E}"/>
                  </a:ext>
                </a:extLst>
              </p:cNvPr>
              <p:cNvSpPr/>
              <p:nvPr/>
            </p:nvSpPr>
            <p:spPr>
              <a:xfrm>
                <a:off x="3894423" y="5206828"/>
                <a:ext cx="920985" cy="352857"/>
              </a:xfrm>
              <a:prstGeom prst="rect">
                <a:avLst/>
              </a:prstGeom>
              <a:solidFill>
                <a:schemeClr val="tx2"/>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zh-CN" altLang="en-US" b="1" dirty="0"/>
                  <a:t>前导码</a:t>
                </a:r>
              </a:p>
            </p:txBody>
          </p:sp>
          <p:sp>
            <p:nvSpPr>
              <p:cNvPr id="61" name="矩形 60">
                <a:extLst>
                  <a:ext uri="{FF2B5EF4-FFF2-40B4-BE49-F238E27FC236}">
                    <a16:creationId xmlns:a16="http://schemas.microsoft.com/office/drawing/2014/main" id="{8F58DDB6-E4E7-4287-9B57-486B3AB68B1D}"/>
                  </a:ext>
                </a:extLst>
              </p:cNvPr>
              <p:cNvSpPr/>
              <p:nvPr/>
            </p:nvSpPr>
            <p:spPr>
              <a:xfrm>
                <a:off x="1859492" y="5206828"/>
                <a:ext cx="2034931" cy="352857"/>
              </a:xfrm>
              <a:prstGeom prst="rect">
                <a:avLst/>
              </a:prstGeom>
              <a:solidFill>
                <a:schemeClr val="accent4"/>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zh-CN" altLang="en-US" b="1" dirty="0"/>
                  <a:t>以太网</a:t>
                </a:r>
                <a:r>
                  <a:rPr lang="en-US" altLang="zh-CN" b="1" dirty="0"/>
                  <a:t>V2</a:t>
                </a:r>
                <a:r>
                  <a:rPr lang="zh-CN" altLang="en-US" b="1" dirty="0"/>
                  <a:t>的</a:t>
                </a:r>
                <a:r>
                  <a:rPr lang="en-US" altLang="zh-CN" b="1" dirty="0"/>
                  <a:t>MAC</a:t>
                </a:r>
                <a:r>
                  <a:rPr lang="zh-CN" altLang="en-US" b="1" dirty="0"/>
                  <a:t>帧</a:t>
                </a:r>
              </a:p>
            </p:txBody>
          </p:sp>
        </p:grpSp>
      </p:grpSp>
      <p:sp>
        <p:nvSpPr>
          <p:cNvPr id="13" name="矩形 12">
            <a:extLst>
              <a:ext uri="{FF2B5EF4-FFF2-40B4-BE49-F238E27FC236}">
                <a16:creationId xmlns:a16="http://schemas.microsoft.com/office/drawing/2014/main" id="{6E019E5B-DE3C-4EE3-A5DA-E18BCF67ECB8}"/>
              </a:ext>
            </a:extLst>
          </p:cNvPr>
          <p:cNvSpPr/>
          <p:nvPr/>
        </p:nvSpPr>
        <p:spPr>
          <a:xfrm>
            <a:off x="22053" y="5793079"/>
            <a:ext cx="1121667" cy="546008"/>
          </a:xfrm>
          <a:prstGeom prst="rect">
            <a:avLst/>
          </a:prstGeom>
          <a:solidFill>
            <a:schemeClr val="bg1"/>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6" name="矩形 5">
            <a:extLst>
              <a:ext uri="{FF2B5EF4-FFF2-40B4-BE49-F238E27FC236}">
                <a16:creationId xmlns:a16="http://schemas.microsoft.com/office/drawing/2014/main" id="{22F4F901-0757-4FC2-A1B2-FDB0BAEA7623}"/>
              </a:ext>
            </a:extLst>
          </p:cNvPr>
          <p:cNvSpPr/>
          <p:nvPr/>
        </p:nvSpPr>
        <p:spPr>
          <a:xfrm>
            <a:off x="6458" y="5903531"/>
            <a:ext cx="1258055" cy="381548"/>
          </a:xfrm>
          <a:prstGeom prst="rect">
            <a:avLst/>
          </a:prstGeom>
          <a:solidFill>
            <a:schemeClr val="bg1"/>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grpSp>
        <p:nvGrpSpPr>
          <p:cNvPr id="4" name="组合 3">
            <a:extLst>
              <a:ext uri="{FF2B5EF4-FFF2-40B4-BE49-F238E27FC236}">
                <a16:creationId xmlns:a16="http://schemas.microsoft.com/office/drawing/2014/main" id="{9A1EA9F2-FCB6-48C3-935F-7AE7E3AD14AC}"/>
              </a:ext>
            </a:extLst>
          </p:cNvPr>
          <p:cNvGrpSpPr/>
          <p:nvPr/>
        </p:nvGrpSpPr>
        <p:grpSpPr>
          <a:xfrm>
            <a:off x="304800" y="749300"/>
            <a:ext cx="6192344" cy="400110"/>
            <a:chOff x="424117" y="898245"/>
            <a:chExt cx="6192344" cy="400110"/>
          </a:xfrm>
        </p:grpSpPr>
        <p:sp>
          <p:nvSpPr>
            <p:cNvPr id="2" name="平行四边形 1">
              <a:extLst>
                <a:ext uri="{FF2B5EF4-FFF2-40B4-BE49-F238E27FC236}">
                  <a16:creationId xmlns:a16="http://schemas.microsoft.com/office/drawing/2014/main" id="{1F5BAA3F-9845-4F89-A2DD-8222D3E4EDAC}"/>
                </a:ext>
              </a:extLst>
            </p:cNvPr>
            <p:cNvSpPr/>
            <p:nvPr/>
          </p:nvSpPr>
          <p:spPr>
            <a:xfrm>
              <a:off x="424117" y="898245"/>
              <a:ext cx="628306" cy="387090"/>
            </a:xfrm>
            <a:prstGeom prst="parallelogram">
              <a:avLst/>
            </a:prstGeom>
            <a:solidFill>
              <a:schemeClr val="accent3">
                <a:lumMod val="75000"/>
              </a:schemeClr>
            </a:solidFill>
            <a:ln>
              <a:solidFill>
                <a:schemeClr val="accent3">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CN" sz="2200" dirty="0">
                  <a:latin typeface="Impact" panose="020B0806030902050204" pitchFamily="34" charset="0"/>
                </a:rPr>
                <a:t>01</a:t>
              </a:r>
              <a:endParaRPr lang="zh-CN" altLang="en-US" sz="2200" dirty="0">
                <a:latin typeface="Impact" panose="020B0806030902050204" pitchFamily="34" charset="0"/>
              </a:endParaRPr>
            </a:p>
          </p:txBody>
        </p:sp>
        <p:sp>
          <p:nvSpPr>
            <p:cNvPr id="3" name="文本框 2">
              <a:extLst>
                <a:ext uri="{FF2B5EF4-FFF2-40B4-BE49-F238E27FC236}">
                  <a16:creationId xmlns:a16="http://schemas.microsoft.com/office/drawing/2014/main" id="{4D6BD736-A4D3-4F26-AFED-36E11F50F70B}"/>
                </a:ext>
              </a:extLst>
            </p:cNvPr>
            <p:cNvSpPr txBox="1"/>
            <p:nvPr/>
          </p:nvSpPr>
          <p:spPr>
            <a:xfrm>
              <a:off x="1052423" y="898245"/>
              <a:ext cx="5564038" cy="400110"/>
            </a:xfrm>
            <a:prstGeom prst="rect">
              <a:avLst/>
            </a:prstGeom>
            <a:noFill/>
          </p:spPr>
          <p:txBody>
            <a:bodyPr wrap="square" rtlCol="0">
              <a:spAutoFit/>
            </a:bodyPr>
            <a:lstStyle/>
            <a:p>
              <a:r>
                <a:rPr lang="zh-CN" altLang="en-US" sz="2000" b="1" dirty="0"/>
                <a:t>封装成帧</a:t>
              </a:r>
            </a:p>
          </p:txBody>
        </p:sp>
      </p:grpSp>
      <p:sp>
        <p:nvSpPr>
          <p:cNvPr id="8" name="矩形 7">
            <a:extLst>
              <a:ext uri="{FF2B5EF4-FFF2-40B4-BE49-F238E27FC236}">
                <a16:creationId xmlns:a16="http://schemas.microsoft.com/office/drawing/2014/main" id="{C7720255-4E6C-41B6-A880-D93377A356B5}"/>
              </a:ext>
            </a:extLst>
          </p:cNvPr>
          <p:cNvSpPr/>
          <p:nvPr/>
        </p:nvSpPr>
        <p:spPr>
          <a:xfrm>
            <a:off x="1016000" y="1297642"/>
            <a:ext cx="256976" cy="256976"/>
          </a:xfrm>
          <a:prstGeom prst="rect">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9" name="íşlïḍè">
            <a:extLst>
              <a:ext uri="{FF2B5EF4-FFF2-40B4-BE49-F238E27FC236}">
                <a16:creationId xmlns:a16="http://schemas.microsoft.com/office/drawing/2014/main" id="{1E3208DB-9CB5-439E-87A6-F640C77C2B32}"/>
              </a:ext>
            </a:extLst>
          </p:cNvPr>
          <p:cNvSpPr txBox="1"/>
          <p:nvPr/>
        </p:nvSpPr>
        <p:spPr>
          <a:xfrm>
            <a:off x="1333228" y="1297641"/>
            <a:ext cx="10494766" cy="256977"/>
          </a:xfrm>
          <a:prstGeom prst="rect">
            <a:avLst/>
          </a:prstGeom>
          <a:noFill/>
        </p:spPr>
        <p:txBody>
          <a:bodyPr wrap="square" lIns="91440" tIns="45720" rIns="91440" bIns="45720" anchor="ctr">
            <a:noAutofit/>
          </a:bodyPr>
          <a:lstStyle/>
          <a:p>
            <a:r>
              <a:rPr lang="zh-CN" altLang="en-US" b="1" dirty="0"/>
              <a:t>封装成帧是指数据链路层给上层交付下来的协议数据单元</a:t>
            </a:r>
            <a:r>
              <a:rPr lang="en-US" altLang="zh-CN" b="1" dirty="0"/>
              <a:t>PDU</a:t>
            </a:r>
            <a:r>
              <a:rPr lang="zh-CN" altLang="en-US" b="1" dirty="0"/>
              <a:t>添加一个首部和一个尾部，使之成为帧。</a:t>
            </a:r>
            <a:endParaRPr lang="en-US" altLang="zh-CN" b="1" dirty="0"/>
          </a:p>
        </p:txBody>
      </p:sp>
      <p:sp>
        <p:nvSpPr>
          <p:cNvPr id="39" name="矩形 38">
            <a:extLst>
              <a:ext uri="{FF2B5EF4-FFF2-40B4-BE49-F238E27FC236}">
                <a16:creationId xmlns:a16="http://schemas.microsoft.com/office/drawing/2014/main" id="{6D125D46-8770-4CA3-B045-5F4643ABA420}"/>
              </a:ext>
            </a:extLst>
          </p:cNvPr>
          <p:cNvSpPr/>
          <p:nvPr/>
        </p:nvSpPr>
        <p:spPr>
          <a:xfrm>
            <a:off x="1442437" y="1661600"/>
            <a:ext cx="256976" cy="256976"/>
          </a:xfrm>
          <a:prstGeom prst="rect">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40" name="íşlïḍè">
            <a:extLst>
              <a:ext uri="{FF2B5EF4-FFF2-40B4-BE49-F238E27FC236}">
                <a16:creationId xmlns:a16="http://schemas.microsoft.com/office/drawing/2014/main" id="{58498DF2-EFAC-4127-85B0-98503C8F10A5}"/>
              </a:ext>
            </a:extLst>
          </p:cNvPr>
          <p:cNvSpPr txBox="1"/>
          <p:nvPr/>
        </p:nvSpPr>
        <p:spPr>
          <a:xfrm>
            <a:off x="1759665" y="1661599"/>
            <a:ext cx="5042917" cy="256977"/>
          </a:xfrm>
          <a:prstGeom prst="rect">
            <a:avLst/>
          </a:prstGeom>
          <a:noFill/>
        </p:spPr>
        <p:txBody>
          <a:bodyPr wrap="square" lIns="91440" tIns="45720" rIns="91440" bIns="45720" anchor="ctr">
            <a:noAutofit/>
          </a:bodyPr>
          <a:lstStyle/>
          <a:p>
            <a:r>
              <a:rPr lang="zh-CN" altLang="en-US" b="1" dirty="0"/>
              <a:t>帧的首部和尾部中包含有一些</a:t>
            </a:r>
            <a:r>
              <a:rPr lang="zh-CN" altLang="en-US" b="1" dirty="0">
                <a:solidFill>
                  <a:schemeClr val="accent1">
                    <a:lumMod val="75000"/>
                  </a:schemeClr>
                </a:solidFill>
              </a:rPr>
              <a:t>重要的控制信息</a:t>
            </a:r>
            <a:r>
              <a:rPr lang="zh-CN" altLang="en-US" b="1" dirty="0"/>
              <a:t>。</a:t>
            </a:r>
            <a:endParaRPr lang="en-US" altLang="zh-CN" b="1" dirty="0"/>
          </a:p>
        </p:txBody>
      </p:sp>
      <p:grpSp>
        <p:nvGrpSpPr>
          <p:cNvPr id="28" name="组合 27">
            <a:extLst>
              <a:ext uri="{FF2B5EF4-FFF2-40B4-BE49-F238E27FC236}">
                <a16:creationId xmlns:a16="http://schemas.microsoft.com/office/drawing/2014/main" id="{9AA8E776-BAB4-443E-8B87-ADF14B8D0DDE}"/>
              </a:ext>
            </a:extLst>
          </p:cNvPr>
          <p:cNvGrpSpPr/>
          <p:nvPr/>
        </p:nvGrpSpPr>
        <p:grpSpPr>
          <a:xfrm>
            <a:off x="601699" y="5793079"/>
            <a:ext cx="10940423" cy="641082"/>
            <a:chOff x="601699" y="5648354"/>
            <a:chExt cx="10940423" cy="641082"/>
          </a:xfrm>
        </p:grpSpPr>
        <p:cxnSp>
          <p:nvCxnSpPr>
            <p:cNvPr id="29" name="直接连接符 28">
              <a:extLst>
                <a:ext uri="{FF2B5EF4-FFF2-40B4-BE49-F238E27FC236}">
                  <a16:creationId xmlns:a16="http://schemas.microsoft.com/office/drawing/2014/main" id="{CD2354E6-3047-431F-ACF9-EFA46BA792A6}"/>
                </a:ext>
              </a:extLst>
            </p:cNvPr>
            <p:cNvCxnSpPr>
              <a:cxnSpLocks/>
            </p:cNvCxnSpPr>
            <p:nvPr/>
          </p:nvCxnSpPr>
          <p:spPr>
            <a:xfrm>
              <a:off x="1143721" y="6126777"/>
              <a:ext cx="10027235"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pic>
          <p:nvPicPr>
            <p:cNvPr id="30" name="图形 29">
              <a:extLst>
                <a:ext uri="{FF2B5EF4-FFF2-40B4-BE49-F238E27FC236}">
                  <a16:creationId xmlns:a16="http://schemas.microsoft.com/office/drawing/2014/main" id="{008285B2-4F6D-47D8-9021-B2EB227E3BED}"/>
                </a:ext>
              </a:extLst>
            </p:cNvPr>
            <p:cNvPicPr>
              <a:picLocks noChangeAspect="1"/>
            </p:cNvPicPr>
            <p:nvPr/>
          </p:nvPicPr>
          <p:blipFill>
            <a:blip r:embed="rId3">
              <a:extLst>
                <a:ext uri="{28A0092B-C50C-407E-A947-70E740481C1C}">
                  <a14:useLocalDpi xmlns:a14="http://schemas.microsoft.com/office/drawing/2010/main" val="0"/>
                </a:ext>
                <a:ext uri="{96DAC541-7B7A-43D3-8B79-37D633B846F1}">
                  <asvg:svgBlip xmlns:asvg="http://schemas.microsoft.com/office/drawing/2016/SVG/main" r:embed="rId4"/>
                </a:ext>
              </a:extLst>
            </a:blip>
            <a:stretch>
              <a:fillRect/>
            </a:stretch>
          </p:blipFill>
          <p:spPr>
            <a:xfrm>
              <a:off x="601699" y="5648354"/>
              <a:ext cx="662814" cy="641082"/>
            </a:xfrm>
            <a:prstGeom prst="rect">
              <a:avLst/>
            </a:prstGeom>
          </p:spPr>
        </p:pic>
        <p:pic>
          <p:nvPicPr>
            <p:cNvPr id="31" name="图形 30">
              <a:extLst>
                <a:ext uri="{FF2B5EF4-FFF2-40B4-BE49-F238E27FC236}">
                  <a16:creationId xmlns:a16="http://schemas.microsoft.com/office/drawing/2014/main" id="{3E7FDAB1-4B8E-49DB-BD8E-727E69FB35B0}"/>
                </a:ext>
              </a:extLst>
            </p:cNvPr>
            <p:cNvPicPr>
              <a:picLocks noChangeAspect="1"/>
            </p:cNvPicPr>
            <p:nvPr/>
          </p:nvPicPr>
          <p:blipFill>
            <a:blip r:embed="rId3">
              <a:extLst>
                <a:ext uri="{28A0092B-C50C-407E-A947-70E740481C1C}">
                  <a14:useLocalDpi xmlns:a14="http://schemas.microsoft.com/office/drawing/2010/main" val="0"/>
                </a:ext>
                <a:ext uri="{96DAC541-7B7A-43D3-8B79-37D633B846F1}">
                  <asvg:svgBlip xmlns:asvg="http://schemas.microsoft.com/office/drawing/2016/SVG/main" r:embed="rId4"/>
                </a:ext>
              </a:extLst>
            </a:blip>
            <a:stretch>
              <a:fillRect/>
            </a:stretch>
          </p:blipFill>
          <p:spPr>
            <a:xfrm>
              <a:off x="10879308" y="5648354"/>
              <a:ext cx="662814" cy="641082"/>
            </a:xfrm>
            <a:prstGeom prst="rect">
              <a:avLst/>
            </a:prstGeom>
          </p:spPr>
        </p:pic>
      </p:grpSp>
      <p:sp>
        <p:nvSpPr>
          <p:cNvPr id="111" name="矩形 110">
            <a:extLst>
              <a:ext uri="{FF2B5EF4-FFF2-40B4-BE49-F238E27FC236}">
                <a16:creationId xmlns:a16="http://schemas.microsoft.com/office/drawing/2014/main" id="{606DBC79-0B1D-4F3E-9A40-AF3E7D527062}"/>
              </a:ext>
            </a:extLst>
          </p:cNvPr>
          <p:cNvSpPr/>
          <p:nvPr/>
        </p:nvSpPr>
        <p:spPr>
          <a:xfrm>
            <a:off x="1442437" y="2061201"/>
            <a:ext cx="256976" cy="256976"/>
          </a:xfrm>
          <a:prstGeom prst="rect">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112" name="íşlïḍè">
            <a:extLst>
              <a:ext uri="{FF2B5EF4-FFF2-40B4-BE49-F238E27FC236}">
                <a16:creationId xmlns:a16="http://schemas.microsoft.com/office/drawing/2014/main" id="{48ED2506-2041-41A7-9A00-0FCB9FE1D1AF}"/>
              </a:ext>
            </a:extLst>
          </p:cNvPr>
          <p:cNvSpPr txBox="1"/>
          <p:nvPr/>
        </p:nvSpPr>
        <p:spPr>
          <a:xfrm>
            <a:off x="1759665" y="2061200"/>
            <a:ext cx="5042917" cy="256977"/>
          </a:xfrm>
          <a:prstGeom prst="rect">
            <a:avLst/>
          </a:prstGeom>
          <a:noFill/>
        </p:spPr>
        <p:txBody>
          <a:bodyPr wrap="square" lIns="91440" tIns="45720" rIns="91440" bIns="45720" anchor="ctr">
            <a:noAutofit/>
          </a:bodyPr>
          <a:lstStyle/>
          <a:p>
            <a:r>
              <a:rPr lang="zh-CN" altLang="en-US" b="1" dirty="0"/>
              <a:t>帧首部和尾部的作用之一就是</a:t>
            </a:r>
            <a:r>
              <a:rPr lang="zh-CN" altLang="en-US" b="1" dirty="0">
                <a:solidFill>
                  <a:schemeClr val="accent1">
                    <a:lumMod val="75000"/>
                  </a:schemeClr>
                </a:solidFill>
              </a:rPr>
              <a:t>帧定界</a:t>
            </a:r>
            <a:r>
              <a:rPr lang="zh-CN" altLang="en-US" b="1" dirty="0"/>
              <a:t>。</a:t>
            </a:r>
            <a:endParaRPr lang="en-US" altLang="zh-CN" b="1" dirty="0"/>
          </a:p>
        </p:txBody>
      </p:sp>
      <p:graphicFrame>
        <p:nvGraphicFramePr>
          <p:cNvPr id="36" name="表格 15">
            <a:extLst>
              <a:ext uri="{FF2B5EF4-FFF2-40B4-BE49-F238E27FC236}">
                <a16:creationId xmlns:a16="http://schemas.microsoft.com/office/drawing/2014/main" id="{D1E714EF-A380-4AD0-B080-B95D30E1BB0C}"/>
              </a:ext>
            </a:extLst>
          </p:cNvPr>
          <p:cNvGraphicFramePr>
            <a:graphicFrameLocks noGrp="1"/>
          </p:cNvGraphicFramePr>
          <p:nvPr/>
        </p:nvGraphicFramePr>
        <p:xfrm>
          <a:off x="2517341" y="2471994"/>
          <a:ext cx="7170473" cy="1112520"/>
        </p:xfrm>
        <a:graphic>
          <a:graphicData uri="http://schemas.openxmlformats.org/drawingml/2006/table">
            <a:tbl>
              <a:tblPr firstRow="1" bandRow="1">
                <a:tableStyleId>{5C22544A-7EE6-4342-B048-85BDC9FD1C3A}</a:tableStyleId>
              </a:tblPr>
              <a:tblGrid>
                <a:gridCol w="1118331">
                  <a:extLst>
                    <a:ext uri="{9D8B030D-6E8A-4147-A177-3AD203B41FA5}">
                      <a16:colId xmlns:a16="http://schemas.microsoft.com/office/drawing/2014/main" val="582556354"/>
                    </a:ext>
                  </a:extLst>
                </a:gridCol>
                <a:gridCol w="2822696">
                  <a:extLst>
                    <a:ext uri="{9D8B030D-6E8A-4147-A177-3AD203B41FA5}">
                      <a16:colId xmlns:a16="http://schemas.microsoft.com/office/drawing/2014/main" val="4093275061"/>
                    </a:ext>
                  </a:extLst>
                </a:gridCol>
                <a:gridCol w="861218">
                  <a:extLst>
                    <a:ext uri="{9D8B030D-6E8A-4147-A177-3AD203B41FA5}">
                      <a16:colId xmlns:a16="http://schemas.microsoft.com/office/drawing/2014/main" val="4188641604"/>
                    </a:ext>
                  </a:extLst>
                </a:gridCol>
                <a:gridCol w="1184114">
                  <a:extLst>
                    <a:ext uri="{9D8B030D-6E8A-4147-A177-3AD203B41FA5}">
                      <a16:colId xmlns:a16="http://schemas.microsoft.com/office/drawing/2014/main" val="1218946318"/>
                    </a:ext>
                  </a:extLst>
                </a:gridCol>
                <a:gridCol w="1184114">
                  <a:extLst>
                    <a:ext uri="{9D8B030D-6E8A-4147-A177-3AD203B41FA5}">
                      <a16:colId xmlns:a16="http://schemas.microsoft.com/office/drawing/2014/main" val="2777886892"/>
                    </a:ext>
                  </a:extLst>
                </a:gridCol>
              </a:tblGrid>
              <a:tr h="370840">
                <a:tc gridSpan="5">
                  <a:txBody>
                    <a:bodyPr/>
                    <a:lstStyle/>
                    <a:p>
                      <a:pPr algn="ctr"/>
                      <a:r>
                        <a:rPr lang="zh-CN" altLang="en-US" b="1" dirty="0">
                          <a:solidFill>
                            <a:schemeClr val="accent4"/>
                          </a:solidFill>
                        </a:rPr>
                        <a:t>以太网</a:t>
                      </a:r>
                      <a:r>
                        <a:rPr lang="en-US" altLang="zh-CN" b="1" dirty="0">
                          <a:solidFill>
                            <a:schemeClr val="accent4"/>
                          </a:solidFill>
                        </a:rPr>
                        <a:t>V2</a:t>
                      </a:r>
                      <a:r>
                        <a:rPr lang="zh-CN" altLang="en-US" b="1" dirty="0">
                          <a:solidFill>
                            <a:schemeClr val="accent4"/>
                          </a:solidFill>
                        </a:rPr>
                        <a:t>的</a:t>
                      </a:r>
                      <a:r>
                        <a:rPr lang="en-US" altLang="zh-CN" b="1" dirty="0">
                          <a:solidFill>
                            <a:schemeClr val="accent4"/>
                          </a:solidFill>
                        </a:rPr>
                        <a:t>MAC</a:t>
                      </a:r>
                      <a:r>
                        <a:rPr lang="zh-CN" altLang="en-US" b="1" dirty="0">
                          <a:solidFill>
                            <a:schemeClr val="accent4"/>
                          </a:solidFill>
                        </a:rPr>
                        <a:t>帧（最大长度 </a:t>
                      </a:r>
                      <a:r>
                        <a:rPr lang="en-US" altLang="zh-CN" b="1" dirty="0">
                          <a:solidFill>
                            <a:schemeClr val="accent4"/>
                          </a:solidFill>
                        </a:rPr>
                        <a:t>1518 B</a:t>
                      </a:r>
                      <a:r>
                        <a:rPr lang="zh-CN" altLang="en-US" b="1" dirty="0">
                          <a:solidFill>
                            <a:schemeClr val="accent4"/>
                          </a:solidFill>
                        </a:rPr>
                        <a:t>）</a:t>
                      </a: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hMerge="1">
                  <a:txBody>
                    <a:bodyPr/>
                    <a:lstStyle/>
                    <a:p>
                      <a:endParaRPr lang="zh-CN" altLang="en-US" dirty="0"/>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hMerge="1">
                  <a:txBody>
                    <a:bodyPr/>
                    <a:lstStyle/>
                    <a:p>
                      <a:endParaRPr lang="zh-CN" altLang="en-US" dirty="0"/>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hMerge="1">
                  <a:txBody>
                    <a:bodyPr/>
                    <a:lstStyle/>
                    <a:p>
                      <a:endParaRPr lang="zh-CN" altLang="en-US" dirty="0"/>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hMerge="1">
                  <a:txBody>
                    <a:bodyPr/>
                    <a:lstStyle/>
                    <a:p>
                      <a:endParaRPr lang="zh-CN" altLang="en-US" dirty="0"/>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extLst>
                  <a:ext uri="{0D108BD9-81ED-4DB2-BD59-A6C34878D82A}">
                    <a16:rowId xmlns:a16="http://schemas.microsoft.com/office/drawing/2014/main" val="751715214"/>
                  </a:ext>
                </a:extLst>
              </a:tr>
              <a:tr h="370840">
                <a:tc>
                  <a:txBody>
                    <a:bodyPr/>
                    <a:lstStyle/>
                    <a:p>
                      <a:pPr algn="ctr"/>
                      <a:r>
                        <a:rPr lang="en-US" altLang="zh-CN" b="1" dirty="0">
                          <a:solidFill>
                            <a:schemeClr val="accent4"/>
                          </a:solidFill>
                        </a:rPr>
                        <a:t>4 B</a:t>
                      </a:r>
                      <a:endParaRPr lang="zh-CN" altLang="en-US" b="1" dirty="0">
                        <a:solidFill>
                          <a:schemeClr val="accent4"/>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algn="ctr"/>
                      <a:r>
                        <a:rPr lang="en-US" altLang="zh-CN" b="1" dirty="0">
                          <a:solidFill>
                            <a:schemeClr val="accent4"/>
                          </a:solidFill>
                        </a:rPr>
                        <a:t>46</a:t>
                      </a:r>
                      <a:r>
                        <a:rPr lang="zh-CN" altLang="en-US" b="1" dirty="0">
                          <a:solidFill>
                            <a:schemeClr val="accent4"/>
                          </a:solidFill>
                        </a:rPr>
                        <a:t> </a:t>
                      </a:r>
                      <a:r>
                        <a:rPr lang="en-US" altLang="zh-CN" b="1" dirty="0">
                          <a:solidFill>
                            <a:schemeClr val="accent4"/>
                          </a:solidFill>
                        </a:rPr>
                        <a:t>~ 1500 B</a:t>
                      </a:r>
                      <a:endParaRPr lang="zh-CN" altLang="en-US" b="1" dirty="0">
                        <a:solidFill>
                          <a:schemeClr val="accent4"/>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algn="ctr"/>
                      <a:r>
                        <a:rPr lang="en-US" altLang="zh-CN" b="1" dirty="0">
                          <a:solidFill>
                            <a:schemeClr val="accent4"/>
                          </a:solidFill>
                        </a:rPr>
                        <a:t>2 B</a:t>
                      </a:r>
                      <a:endParaRPr lang="zh-CN" altLang="en-US" b="1" dirty="0">
                        <a:solidFill>
                          <a:schemeClr val="accent4"/>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algn="ctr"/>
                      <a:r>
                        <a:rPr lang="en-US" altLang="zh-CN" b="1" dirty="0">
                          <a:solidFill>
                            <a:schemeClr val="accent4"/>
                          </a:solidFill>
                        </a:rPr>
                        <a:t>6 B</a:t>
                      </a:r>
                      <a:endParaRPr lang="zh-CN" altLang="en-US" b="1" dirty="0">
                        <a:solidFill>
                          <a:schemeClr val="accent4"/>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algn="ctr"/>
                      <a:r>
                        <a:rPr lang="en-US" altLang="zh-CN" b="1" dirty="0">
                          <a:solidFill>
                            <a:schemeClr val="accent4"/>
                          </a:solidFill>
                        </a:rPr>
                        <a:t>6 B</a:t>
                      </a:r>
                      <a:endParaRPr lang="zh-CN" altLang="en-US" b="1" dirty="0">
                        <a:solidFill>
                          <a:schemeClr val="accent4"/>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extLst>
                  <a:ext uri="{0D108BD9-81ED-4DB2-BD59-A6C34878D82A}">
                    <a16:rowId xmlns:a16="http://schemas.microsoft.com/office/drawing/2014/main" val="1983352797"/>
                  </a:ext>
                </a:extLst>
              </a:tr>
              <a:tr h="370840">
                <a:tc>
                  <a:txBody>
                    <a:bodyPr/>
                    <a:lstStyle/>
                    <a:p>
                      <a:pPr algn="ctr"/>
                      <a:r>
                        <a:rPr lang="en-US" altLang="zh-CN" b="1" dirty="0">
                          <a:solidFill>
                            <a:schemeClr val="accent4"/>
                          </a:solidFill>
                        </a:rPr>
                        <a:t>FCS</a:t>
                      </a:r>
                      <a:endParaRPr lang="zh-CN" altLang="en-US" b="1" dirty="0">
                        <a:solidFill>
                          <a:schemeClr val="accent4"/>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algn="ctr"/>
                      <a:r>
                        <a:rPr lang="zh-CN" altLang="en-US" b="1" dirty="0">
                          <a:solidFill>
                            <a:schemeClr val="accent4"/>
                          </a:solidFill>
                        </a:rPr>
                        <a:t>数据载荷</a:t>
                      </a: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algn="ctr"/>
                      <a:r>
                        <a:rPr lang="zh-CN" altLang="en-US" b="1" dirty="0">
                          <a:solidFill>
                            <a:schemeClr val="accent4"/>
                          </a:solidFill>
                        </a:rPr>
                        <a:t>类型</a:t>
                      </a: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algn="ctr"/>
                      <a:r>
                        <a:rPr lang="zh-CN" altLang="en-US" b="1" dirty="0">
                          <a:solidFill>
                            <a:schemeClr val="accent4"/>
                          </a:solidFill>
                        </a:rPr>
                        <a:t>源地址</a:t>
                      </a: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algn="ctr"/>
                      <a:r>
                        <a:rPr lang="zh-CN" altLang="en-US" b="1" dirty="0">
                          <a:solidFill>
                            <a:schemeClr val="accent4"/>
                          </a:solidFill>
                        </a:rPr>
                        <a:t>目的地址</a:t>
                      </a: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extLst>
                  <a:ext uri="{0D108BD9-81ED-4DB2-BD59-A6C34878D82A}">
                    <a16:rowId xmlns:a16="http://schemas.microsoft.com/office/drawing/2014/main" val="1832940591"/>
                  </a:ext>
                </a:extLst>
              </a:tr>
            </a:tbl>
          </a:graphicData>
        </a:graphic>
      </p:graphicFrame>
      <p:sp>
        <p:nvSpPr>
          <p:cNvPr id="37" name="对话气泡: 圆角矩形 36">
            <a:extLst>
              <a:ext uri="{FF2B5EF4-FFF2-40B4-BE49-F238E27FC236}">
                <a16:creationId xmlns:a16="http://schemas.microsoft.com/office/drawing/2014/main" id="{38794D89-A57F-44B5-9031-87F296F755D2}"/>
              </a:ext>
            </a:extLst>
          </p:cNvPr>
          <p:cNvSpPr/>
          <p:nvPr/>
        </p:nvSpPr>
        <p:spPr>
          <a:xfrm>
            <a:off x="7486738" y="1814776"/>
            <a:ext cx="4275578" cy="436530"/>
          </a:xfrm>
          <a:prstGeom prst="wedgeRoundRectCallout">
            <a:avLst>
              <a:gd name="adj1" fmla="val -20987"/>
              <a:gd name="adj2" fmla="val 73556"/>
              <a:gd name="adj3" fmla="val 16667"/>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zh-CN" altLang="en-US" b="1" dirty="0"/>
              <a:t>帧首部和尾部中并没有帧定界标志</a:t>
            </a:r>
          </a:p>
        </p:txBody>
      </p:sp>
      <p:grpSp>
        <p:nvGrpSpPr>
          <p:cNvPr id="7" name="组合 6">
            <a:extLst>
              <a:ext uri="{FF2B5EF4-FFF2-40B4-BE49-F238E27FC236}">
                <a16:creationId xmlns:a16="http://schemas.microsoft.com/office/drawing/2014/main" id="{20E7BAAB-9CD9-48BB-9ADE-A23BE4C58EDE}"/>
              </a:ext>
            </a:extLst>
          </p:cNvPr>
          <p:cNvGrpSpPr/>
          <p:nvPr/>
        </p:nvGrpSpPr>
        <p:grpSpPr>
          <a:xfrm>
            <a:off x="304798" y="2487878"/>
            <a:ext cx="11582402" cy="3192584"/>
            <a:chOff x="304798" y="2487878"/>
            <a:chExt cx="11582402" cy="3192584"/>
          </a:xfrm>
        </p:grpSpPr>
        <p:sp>
          <p:nvSpPr>
            <p:cNvPr id="38" name="矩形 37">
              <a:extLst>
                <a:ext uri="{FF2B5EF4-FFF2-40B4-BE49-F238E27FC236}">
                  <a16:creationId xmlns:a16="http://schemas.microsoft.com/office/drawing/2014/main" id="{95FE00D8-81C8-4748-A13A-98C9EA576BB9}"/>
                </a:ext>
              </a:extLst>
            </p:cNvPr>
            <p:cNvSpPr/>
            <p:nvPr/>
          </p:nvSpPr>
          <p:spPr>
            <a:xfrm>
              <a:off x="304799" y="5039380"/>
              <a:ext cx="1366117" cy="641082"/>
            </a:xfrm>
            <a:prstGeom prst="rect">
              <a:avLst/>
            </a:prstGeom>
            <a:solidFill>
              <a:schemeClr val="tx2"/>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zh-CN" altLang="en-US" b="1" dirty="0"/>
                <a:t>物理层</a:t>
              </a:r>
            </a:p>
          </p:txBody>
        </p:sp>
        <p:sp>
          <p:nvSpPr>
            <p:cNvPr id="41" name="矩形 40">
              <a:extLst>
                <a:ext uri="{FF2B5EF4-FFF2-40B4-BE49-F238E27FC236}">
                  <a16:creationId xmlns:a16="http://schemas.microsoft.com/office/drawing/2014/main" id="{D5246B8F-11F2-433B-BFBD-0DF0096BEB97}"/>
                </a:ext>
              </a:extLst>
            </p:cNvPr>
            <p:cNvSpPr/>
            <p:nvPr/>
          </p:nvSpPr>
          <p:spPr>
            <a:xfrm>
              <a:off x="304798" y="3123726"/>
              <a:ext cx="1366117" cy="641082"/>
            </a:xfrm>
            <a:prstGeom prst="rect">
              <a:avLst/>
            </a:prstGeom>
            <a:solidFill>
              <a:schemeClr val="accent3"/>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zh-CN" altLang="en-US" b="1" dirty="0"/>
                <a:t>运输层</a:t>
              </a:r>
            </a:p>
          </p:txBody>
        </p:sp>
        <p:sp>
          <p:nvSpPr>
            <p:cNvPr id="42" name="矩形 41">
              <a:extLst>
                <a:ext uri="{FF2B5EF4-FFF2-40B4-BE49-F238E27FC236}">
                  <a16:creationId xmlns:a16="http://schemas.microsoft.com/office/drawing/2014/main" id="{BBF93A50-647A-4225-9526-008C8460124B}"/>
                </a:ext>
              </a:extLst>
            </p:cNvPr>
            <p:cNvSpPr/>
            <p:nvPr/>
          </p:nvSpPr>
          <p:spPr>
            <a:xfrm>
              <a:off x="304800" y="3760081"/>
              <a:ext cx="1366117" cy="641082"/>
            </a:xfrm>
            <a:prstGeom prst="rect">
              <a:avLst/>
            </a:prstGeom>
            <a:solidFill>
              <a:schemeClr val="accent6"/>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zh-CN" altLang="en-US" b="1" dirty="0"/>
                <a:t>网络层</a:t>
              </a:r>
            </a:p>
          </p:txBody>
        </p:sp>
        <p:sp>
          <p:nvSpPr>
            <p:cNvPr id="43" name="矩形 42">
              <a:extLst>
                <a:ext uri="{FF2B5EF4-FFF2-40B4-BE49-F238E27FC236}">
                  <a16:creationId xmlns:a16="http://schemas.microsoft.com/office/drawing/2014/main" id="{351DB2CE-69D7-4AF1-81EF-4379B5DD7F12}"/>
                </a:ext>
              </a:extLst>
            </p:cNvPr>
            <p:cNvSpPr/>
            <p:nvPr/>
          </p:nvSpPr>
          <p:spPr>
            <a:xfrm>
              <a:off x="304800" y="4399833"/>
              <a:ext cx="1366118" cy="641082"/>
            </a:xfrm>
            <a:prstGeom prst="rect">
              <a:avLst/>
            </a:prstGeom>
            <a:solidFill>
              <a:schemeClr val="accent4"/>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zh-CN" altLang="en-US" b="1" dirty="0"/>
                <a:t>数据链路层</a:t>
              </a:r>
            </a:p>
          </p:txBody>
        </p:sp>
        <p:sp>
          <p:nvSpPr>
            <p:cNvPr id="44" name="矩形 43">
              <a:extLst>
                <a:ext uri="{FF2B5EF4-FFF2-40B4-BE49-F238E27FC236}">
                  <a16:creationId xmlns:a16="http://schemas.microsoft.com/office/drawing/2014/main" id="{B1DA8E3A-30D8-4485-ACDF-A09304AD6A68}"/>
                </a:ext>
              </a:extLst>
            </p:cNvPr>
            <p:cNvSpPr/>
            <p:nvPr/>
          </p:nvSpPr>
          <p:spPr>
            <a:xfrm>
              <a:off x="304800" y="2489413"/>
              <a:ext cx="1366117" cy="641082"/>
            </a:xfrm>
            <a:prstGeom prst="rect">
              <a:avLst/>
            </a:prstGeom>
            <a:solidFill>
              <a:schemeClr val="accent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zh-CN" altLang="en-US" b="1" dirty="0"/>
                <a:t>应用层</a:t>
              </a:r>
            </a:p>
          </p:txBody>
        </p:sp>
        <p:sp>
          <p:nvSpPr>
            <p:cNvPr id="45" name="矩形 44">
              <a:extLst>
                <a:ext uri="{FF2B5EF4-FFF2-40B4-BE49-F238E27FC236}">
                  <a16:creationId xmlns:a16="http://schemas.microsoft.com/office/drawing/2014/main" id="{4F487C8A-68DC-462B-9D7F-FF2920F7FC41}"/>
                </a:ext>
              </a:extLst>
            </p:cNvPr>
            <p:cNvSpPr/>
            <p:nvPr/>
          </p:nvSpPr>
          <p:spPr>
            <a:xfrm>
              <a:off x="10521081" y="5037845"/>
              <a:ext cx="1366117" cy="641082"/>
            </a:xfrm>
            <a:prstGeom prst="rect">
              <a:avLst/>
            </a:prstGeom>
            <a:solidFill>
              <a:schemeClr val="tx2"/>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zh-CN" altLang="en-US" b="1" dirty="0"/>
                <a:t>物理层</a:t>
              </a:r>
            </a:p>
          </p:txBody>
        </p:sp>
        <p:sp>
          <p:nvSpPr>
            <p:cNvPr id="46" name="矩形 45">
              <a:extLst>
                <a:ext uri="{FF2B5EF4-FFF2-40B4-BE49-F238E27FC236}">
                  <a16:creationId xmlns:a16="http://schemas.microsoft.com/office/drawing/2014/main" id="{A567BE1A-AAA5-42EE-99FA-07E614B97CCE}"/>
                </a:ext>
              </a:extLst>
            </p:cNvPr>
            <p:cNvSpPr/>
            <p:nvPr/>
          </p:nvSpPr>
          <p:spPr>
            <a:xfrm>
              <a:off x="10521080" y="3122191"/>
              <a:ext cx="1366117" cy="641082"/>
            </a:xfrm>
            <a:prstGeom prst="rect">
              <a:avLst/>
            </a:prstGeom>
            <a:solidFill>
              <a:schemeClr val="accent3"/>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zh-CN" altLang="en-US" b="1" dirty="0"/>
                <a:t>运输层</a:t>
              </a:r>
            </a:p>
          </p:txBody>
        </p:sp>
        <p:sp>
          <p:nvSpPr>
            <p:cNvPr id="47" name="矩形 46">
              <a:extLst>
                <a:ext uri="{FF2B5EF4-FFF2-40B4-BE49-F238E27FC236}">
                  <a16:creationId xmlns:a16="http://schemas.microsoft.com/office/drawing/2014/main" id="{2E32385E-92EE-47BB-85FC-05DB23305FD5}"/>
                </a:ext>
              </a:extLst>
            </p:cNvPr>
            <p:cNvSpPr/>
            <p:nvPr/>
          </p:nvSpPr>
          <p:spPr>
            <a:xfrm>
              <a:off x="10521082" y="3758546"/>
              <a:ext cx="1366117" cy="641082"/>
            </a:xfrm>
            <a:prstGeom prst="rect">
              <a:avLst/>
            </a:prstGeom>
            <a:solidFill>
              <a:schemeClr val="accent6"/>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zh-CN" altLang="en-US" b="1" dirty="0"/>
                <a:t>网络层</a:t>
              </a:r>
            </a:p>
          </p:txBody>
        </p:sp>
        <p:sp>
          <p:nvSpPr>
            <p:cNvPr id="48" name="矩形 47">
              <a:extLst>
                <a:ext uri="{FF2B5EF4-FFF2-40B4-BE49-F238E27FC236}">
                  <a16:creationId xmlns:a16="http://schemas.microsoft.com/office/drawing/2014/main" id="{1C8C3A44-0082-40FF-AA00-E8C50C13E56E}"/>
                </a:ext>
              </a:extLst>
            </p:cNvPr>
            <p:cNvSpPr/>
            <p:nvPr/>
          </p:nvSpPr>
          <p:spPr>
            <a:xfrm>
              <a:off x="10521082" y="4398298"/>
              <a:ext cx="1366118" cy="641082"/>
            </a:xfrm>
            <a:prstGeom prst="rect">
              <a:avLst/>
            </a:prstGeom>
            <a:solidFill>
              <a:schemeClr val="accent4"/>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zh-CN" altLang="en-US" b="1" dirty="0"/>
                <a:t>数据链路层</a:t>
              </a:r>
            </a:p>
          </p:txBody>
        </p:sp>
        <p:sp>
          <p:nvSpPr>
            <p:cNvPr id="49" name="矩形 48">
              <a:extLst>
                <a:ext uri="{FF2B5EF4-FFF2-40B4-BE49-F238E27FC236}">
                  <a16:creationId xmlns:a16="http://schemas.microsoft.com/office/drawing/2014/main" id="{DCEB6132-5248-49B4-8AD9-9D6FF32B2DB0}"/>
                </a:ext>
              </a:extLst>
            </p:cNvPr>
            <p:cNvSpPr/>
            <p:nvPr/>
          </p:nvSpPr>
          <p:spPr>
            <a:xfrm>
              <a:off x="10521082" y="2487878"/>
              <a:ext cx="1366117" cy="641082"/>
            </a:xfrm>
            <a:prstGeom prst="rect">
              <a:avLst/>
            </a:prstGeom>
            <a:solidFill>
              <a:schemeClr val="accent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zh-CN" altLang="en-US" b="1" dirty="0"/>
                <a:t>应用层</a:t>
              </a:r>
            </a:p>
          </p:txBody>
        </p:sp>
      </p:grpSp>
      <p:grpSp>
        <p:nvGrpSpPr>
          <p:cNvPr id="15" name="组合 14">
            <a:extLst>
              <a:ext uri="{FF2B5EF4-FFF2-40B4-BE49-F238E27FC236}">
                <a16:creationId xmlns:a16="http://schemas.microsoft.com/office/drawing/2014/main" id="{6455FDA3-8EAB-4E61-9EF3-C238389868C9}"/>
              </a:ext>
            </a:extLst>
          </p:cNvPr>
          <p:cNvGrpSpPr/>
          <p:nvPr/>
        </p:nvGrpSpPr>
        <p:grpSpPr>
          <a:xfrm>
            <a:off x="2962144" y="4637467"/>
            <a:ext cx="2974877" cy="1224294"/>
            <a:chOff x="2962144" y="4637467"/>
            <a:chExt cx="2974877" cy="1224294"/>
          </a:xfrm>
        </p:grpSpPr>
        <p:cxnSp>
          <p:nvCxnSpPr>
            <p:cNvPr id="63" name="直接连接符 62">
              <a:extLst>
                <a:ext uri="{FF2B5EF4-FFF2-40B4-BE49-F238E27FC236}">
                  <a16:creationId xmlns:a16="http://schemas.microsoft.com/office/drawing/2014/main" id="{D1DCF793-BD57-4D21-8219-88148BC403B3}"/>
                </a:ext>
              </a:extLst>
            </p:cNvPr>
            <p:cNvCxnSpPr>
              <a:cxnSpLocks/>
            </p:cNvCxnSpPr>
            <p:nvPr/>
          </p:nvCxnSpPr>
          <p:spPr>
            <a:xfrm>
              <a:off x="4281123" y="5335488"/>
              <a:ext cx="0" cy="526273"/>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64" name="直接连接符 63">
              <a:extLst>
                <a:ext uri="{FF2B5EF4-FFF2-40B4-BE49-F238E27FC236}">
                  <a16:creationId xmlns:a16="http://schemas.microsoft.com/office/drawing/2014/main" id="{F6A12BFD-BD7D-4078-A778-B04A5D2D66DE}"/>
                </a:ext>
              </a:extLst>
            </p:cNvPr>
            <p:cNvCxnSpPr>
              <a:cxnSpLocks/>
            </p:cNvCxnSpPr>
            <p:nvPr/>
          </p:nvCxnSpPr>
          <p:spPr>
            <a:xfrm>
              <a:off x="4618043" y="5335488"/>
              <a:ext cx="0" cy="526273"/>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65" name="直接箭头连接符 64">
              <a:extLst>
                <a:ext uri="{FF2B5EF4-FFF2-40B4-BE49-F238E27FC236}">
                  <a16:creationId xmlns:a16="http://schemas.microsoft.com/office/drawing/2014/main" id="{1A85F893-6166-4107-AC2C-290BE9E0D895}"/>
                </a:ext>
              </a:extLst>
            </p:cNvPr>
            <p:cNvCxnSpPr>
              <a:cxnSpLocks/>
            </p:cNvCxnSpPr>
            <p:nvPr/>
          </p:nvCxnSpPr>
          <p:spPr>
            <a:xfrm>
              <a:off x="4281123" y="5523010"/>
              <a:ext cx="336920" cy="0"/>
            </a:xfrm>
            <a:prstGeom prst="straightConnector1">
              <a:avLst/>
            </a:prstGeom>
            <a:ln w="12700">
              <a:solidFill>
                <a:schemeClr val="tx1"/>
              </a:solidFill>
              <a:headEnd type="triangle"/>
              <a:tailEnd type="triangle"/>
            </a:ln>
          </p:spPr>
          <p:style>
            <a:lnRef idx="1">
              <a:schemeClr val="accent1"/>
            </a:lnRef>
            <a:fillRef idx="0">
              <a:schemeClr val="accent1"/>
            </a:fillRef>
            <a:effectRef idx="0">
              <a:schemeClr val="accent1"/>
            </a:effectRef>
            <a:fontRef idx="minor">
              <a:schemeClr val="tx1"/>
            </a:fontRef>
          </p:style>
        </p:cxnSp>
        <p:sp>
          <p:nvSpPr>
            <p:cNvPr id="66" name="文本框 65">
              <a:extLst>
                <a:ext uri="{FF2B5EF4-FFF2-40B4-BE49-F238E27FC236}">
                  <a16:creationId xmlns:a16="http://schemas.microsoft.com/office/drawing/2014/main" id="{7E5F6797-66F7-43FF-914A-88A6E450DFBA}"/>
                </a:ext>
              </a:extLst>
            </p:cNvPr>
            <p:cNvSpPr txBox="1"/>
            <p:nvPr/>
          </p:nvSpPr>
          <p:spPr>
            <a:xfrm>
              <a:off x="2962144" y="4637467"/>
              <a:ext cx="2974877" cy="646331"/>
            </a:xfrm>
            <a:prstGeom prst="rect">
              <a:avLst/>
            </a:prstGeom>
            <a:solidFill>
              <a:schemeClr val="bg1"/>
            </a:solidFill>
          </p:spPr>
          <p:txBody>
            <a:bodyPr wrap="square" rtlCol="0">
              <a:spAutoFit/>
            </a:bodyPr>
            <a:lstStyle/>
            <a:p>
              <a:pPr algn="ctr"/>
              <a:r>
                <a:rPr lang="zh-CN" altLang="en-US" b="1" dirty="0"/>
                <a:t>帧间间隔</a:t>
              </a:r>
              <a:endParaRPr lang="en-US" altLang="zh-CN" b="1" dirty="0"/>
            </a:p>
            <a:p>
              <a:pPr algn="ctr"/>
              <a:r>
                <a:rPr lang="zh-CN" altLang="en-US" b="1" dirty="0"/>
                <a:t>（发送</a:t>
              </a:r>
              <a:r>
                <a:rPr lang="en-US" altLang="zh-CN" b="1" dirty="0"/>
                <a:t>96</a:t>
              </a:r>
              <a:r>
                <a:rPr lang="zh-CN" altLang="en-US" b="1" dirty="0"/>
                <a:t>比特所耗费的时间）</a:t>
              </a:r>
            </a:p>
          </p:txBody>
        </p:sp>
      </p:grpSp>
      <p:grpSp>
        <p:nvGrpSpPr>
          <p:cNvPr id="67" name="组合 66">
            <a:extLst>
              <a:ext uri="{FF2B5EF4-FFF2-40B4-BE49-F238E27FC236}">
                <a16:creationId xmlns:a16="http://schemas.microsoft.com/office/drawing/2014/main" id="{A26E21F0-7C50-428B-924F-2E8F0A96360D}"/>
              </a:ext>
            </a:extLst>
          </p:cNvPr>
          <p:cNvGrpSpPr/>
          <p:nvPr/>
        </p:nvGrpSpPr>
        <p:grpSpPr>
          <a:xfrm>
            <a:off x="6254979" y="4637467"/>
            <a:ext cx="2974877" cy="1224294"/>
            <a:chOff x="2962144" y="4637467"/>
            <a:chExt cx="2974877" cy="1224294"/>
          </a:xfrm>
        </p:grpSpPr>
        <p:cxnSp>
          <p:nvCxnSpPr>
            <p:cNvPr id="68" name="直接连接符 67">
              <a:extLst>
                <a:ext uri="{FF2B5EF4-FFF2-40B4-BE49-F238E27FC236}">
                  <a16:creationId xmlns:a16="http://schemas.microsoft.com/office/drawing/2014/main" id="{DFDD445A-04AE-420D-B839-7122EED55F69}"/>
                </a:ext>
              </a:extLst>
            </p:cNvPr>
            <p:cNvCxnSpPr>
              <a:cxnSpLocks/>
            </p:cNvCxnSpPr>
            <p:nvPr/>
          </p:nvCxnSpPr>
          <p:spPr>
            <a:xfrm>
              <a:off x="4281123" y="5335488"/>
              <a:ext cx="0" cy="526273"/>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69" name="直接连接符 68">
              <a:extLst>
                <a:ext uri="{FF2B5EF4-FFF2-40B4-BE49-F238E27FC236}">
                  <a16:creationId xmlns:a16="http://schemas.microsoft.com/office/drawing/2014/main" id="{FC3A7040-C618-4F68-A927-06F5280B4E02}"/>
                </a:ext>
              </a:extLst>
            </p:cNvPr>
            <p:cNvCxnSpPr>
              <a:cxnSpLocks/>
            </p:cNvCxnSpPr>
            <p:nvPr/>
          </p:nvCxnSpPr>
          <p:spPr>
            <a:xfrm>
              <a:off x="4618043" y="5335488"/>
              <a:ext cx="0" cy="526273"/>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70" name="直接箭头连接符 69">
              <a:extLst>
                <a:ext uri="{FF2B5EF4-FFF2-40B4-BE49-F238E27FC236}">
                  <a16:creationId xmlns:a16="http://schemas.microsoft.com/office/drawing/2014/main" id="{4EB22021-8137-40CB-8F2E-A6DD622761BC}"/>
                </a:ext>
              </a:extLst>
            </p:cNvPr>
            <p:cNvCxnSpPr>
              <a:cxnSpLocks/>
            </p:cNvCxnSpPr>
            <p:nvPr/>
          </p:nvCxnSpPr>
          <p:spPr>
            <a:xfrm>
              <a:off x="4281123" y="5523010"/>
              <a:ext cx="336920" cy="0"/>
            </a:xfrm>
            <a:prstGeom prst="straightConnector1">
              <a:avLst/>
            </a:prstGeom>
            <a:ln w="12700">
              <a:solidFill>
                <a:schemeClr val="tx1"/>
              </a:solidFill>
              <a:headEnd type="triangle"/>
              <a:tailEnd type="triangle"/>
            </a:ln>
          </p:spPr>
          <p:style>
            <a:lnRef idx="1">
              <a:schemeClr val="accent1"/>
            </a:lnRef>
            <a:fillRef idx="0">
              <a:schemeClr val="accent1"/>
            </a:fillRef>
            <a:effectRef idx="0">
              <a:schemeClr val="accent1"/>
            </a:effectRef>
            <a:fontRef idx="minor">
              <a:schemeClr val="tx1"/>
            </a:fontRef>
          </p:style>
        </p:cxnSp>
        <p:sp>
          <p:nvSpPr>
            <p:cNvPr id="71" name="文本框 70">
              <a:extLst>
                <a:ext uri="{FF2B5EF4-FFF2-40B4-BE49-F238E27FC236}">
                  <a16:creationId xmlns:a16="http://schemas.microsoft.com/office/drawing/2014/main" id="{D8393858-6E1E-4B40-AEE0-F6441BBAE487}"/>
                </a:ext>
              </a:extLst>
            </p:cNvPr>
            <p:cNvSpPr txBox="1"/>
            <p:nvPr/>
          </p:nvSpPr>
          <p:spPr>
            <a:xfrm>
              <a:off x="2962144" y="4637467"/>
              <a:ext cx="2974877" cy="646331"/>
            </a:xfrm>
            <a:prstGeom prst="rect">
              <a:avLst/>
            </a:prstGeom>
            <a:solidFill>
              <a:schemeClr val="bg1"/>
            </a:solidFill>
          </p:spPr>
          <p:txBody>
            <a:bodyPr wrap="square" rtlCol="0">
              <a:spAutoFit/>
            </a:bodyPr>
            <a:lstStyle/>
            <a:p>
              <a:pPr algn="ctr"/>
              <a:r>
                <a:rPr lang="zh-CN" altLang="en-US" b="1" dirty="0"/>
                <a:t>帧间间隔</a:t>
              </a:r>
              <a:endParaRPr lang="en-US" altLang="zh-CN" b="1" dirty="0"/>
            </a:p>
            <a:p>
              <a:pPr algn="ctr"/>
              <a:r>
                <a:rPr lang="zh-CN" altLang="en-US" b="1" dirty="0"/>
                <a:t>（发送</a:t>
              </a:r>
              <a:r>
                <a:rPr lang="en-US" altLang="zh-CN" b="1" dirty="0"/>
                <a:t>96</a:t>
              </a:r>
              <a:r>
                <a:rPr lang="zh-CN" altLang="en-US" b="1" dirty="0"/>
                <a:t>比特所耗费的时间）</a:t>
              </a:r>
            </a:p>
          </p:txBody>
        </p:sp>
      </p:grpSp>
    </p:spTree>
    <p:custDataLst>
      <p:tags r:id="rId1"/>
    </p:custDataLst>
    <p:extLst>
      <p:ext uri="{BB962C8B-B14F-4D97-AF65-F5344CB8AC3E}">
        <p14:creationId xmlns:p14="http://schemas.microsoft.com/office/powerpoint/2010/main" val="3075057630"/>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2" presetClass="entr" presetSubtype="8" fill="hold" nodeType="withEffect">
                                  <p:stCondLst>
                                    <p:cond delay="0"/>
                                  </p:stCondLst>
                                  <p:childTnLst>
                                    <p:set>
                                      <p:cBhvr>
                                        <p:cTn id="6" dur="1" fill="hold">
                                          <p:stCondLst>
                                            <p:cond delay="0"/>
                                          </p:stCondLst>
                                        </p:cTn>
                                        <p:tgtEl>
                                          <p:spTgt spid="12"/>
                                        </p:tgtEl>
                                        <p:attrNameLst>
                                          <p:attrName>style.visibility</p:attrName>
                                        </p:attrNameLst>
                                      </p:cBhvr>
                                      <p:to>
                                        <p:strVal val="visible"/>
                                      </p:to>
                                    </p:set>
                                    <p:anim calcmode="lin" valueType="num">
                                      <p:cBhvr additive="base">
                                        <p:cTn id="7" dur="1000"/>
                                        <p:tgtEl>
                                          <p:spTgt spid="12"/>
                                        </p:tgtEl>
                                        <p:attrNameLst>
                                          <p:attrName>ppt_x</p:attrName>
                                        </p:attrNameLst>
                                      </p:cBhvr>
                                      <p:tavLst>
                                        <p:tav tm="0">
                                          <p:val>
                                            <p:strVal val="#ppt_x-#ppt_w*1.125000"/>
                                          </p:val>
                                        </p:tav>
                                        <p:tav tm="100000">
                                          <p:val>
                                            <p:strVal val="#ppt_x"/>
                                          </p:val>
                                        </p:tav>
                                      </p:tavLst>
                                    </p:anim>
                                    <p:animEffect transition="in" filter="wipe(right)">
                                      <p:cBhvr>
                                        <p:cTn id="8" dur="1000"/>
                                        <p:tgtEl>
                                          <p:spTgt spid="12"/>
                                        </p:tgtEl>
                                      </p:cBhvr>
                                    </p:animEffect>
                                  </p:childTnLst>
                                </p:cTn>
                              </p:par>
                            </p:childTnLst>
                          </p:cTn>
                        </p:par>
                      </p:childTnLst>
                    </p:cTn>
                  </p:par>
                  <p:par>
                    <p:cTn id="9" fill="hold">
                      <p:stCondLst>
                        <p:cond delay="indefinite"/>
                      </p:stCondLst>
                      <p:childTnLst>
                        <p:par>
                          <p:cTn id="10" fill="hold">
                            <p:stCondLst>
                              <p:cond delay="0"/>
                            </p:stCondLst>
                            <p:childTnLst>
                              <p:par>
                                <p:cTn id="11" presetID="47" presetClass="entr" presetSubtype="0" fill="hold" nodeType="clickEffect">
                                  <p:stCondLst>
                                    <p:cond delay="0"/>
                                  </p:stCondLst>
                                  <p:childTnLst>
                                    <p:set>
                                      <p:cBhvr>
                                        <p:cTn id="12" dur="1" fill="hold">
                                          <p:stCondLst>
                                            <p:cond delay="0"/>
                                          </p:stCondLst>
                                        </p:cTn>
                                        <p:tgtEl>
                                          <p:spTgt spid="15"/>
                                        </p:tgtEl>
                                        <p:attrNameLst>
                                          <p:attrName>style.visibility</p:attrName>
                                        </p:attrNameLst>
                                      </p:cBhvr>
                                      <p:to>
                                        <p:strVal val="visible"/>
                                      </p:to>
                                    </p:set>
                                    <p:animEffect transition="in" filter="fade">
                                      <p:cBhvr>
                                        <p:cTn id="13" dur="1000"/>
                                        <p:tgtEl>
                                          <p:spTgt spid="15"/>
                                        </p:tgtEl>
                                      </p:cBhvr>
                                    </p:animEffect>
                                    <p:anim calcmode="lin" valueType="num">
                                      <p:cBhvr>
                                        <p:cTn id="14" dur="1000" fill="hold"/>
                                        <p:tgtEl>
                                          <p:spTgt spid="15"/>
                                        </p:tgtEl>
                                        <p:attrNameLst>
                                          <p:attrName>ppt_x</p:attrName>
                                        </p:attrNameLst>
                                      </p:cBhvr>
                                      <p:tavLst>
                                        <p:tav tm="0">
                                          <p:val>
                                            <p:strVal val="#ppt_x"/>
                                          </p:val>
                                        </p:tav>
                                        <p:tav tm="100000">
                                          <p:val>
                                            <p:strVal val="#ppt_x"/>
                                          </p:val>
                                        </p:tav>
                                      </p:tavLst>
                                    </p:anim>
                                    <p:anim calcmode="lin" valueType="num">
                                      <p:cBhvr>
                                        <p:cTn id="15" dur="1000" fill="hold"/>
                                        <p:tgtEl>
                                          <p:spTgt spid="15"/>
                                        </p:tgtEl>
                                        <p:attrNameLst>
                                          <p:attrName>ppt_y</p:attrName>
                                        </p:attrNameLst>
                                      </p:cBhvr>
                                      <p:tavLst>
                                        <p:tav tm="0">
                                          <p:val>
                                            <p:strVal val="#ppt_y-.1"/>
                                          </p:val>
                                        </p:tav>
                                        <p:tav tm="100000">
                                          <p:val>
                                            <p:strVal val="#ppt_y"/>
                                          </p:val>
                                        </p:tav>
                                      </p:tavLst>
                                    </p:anim>
                                  </p:childTnLst>
                                </p:cTn>
                              </p:par>
                              <p:par>
                                <p:cTn id="16" presetID="47" presetClass="entr" presetSubtype="0" fill="hold" nodeType="withEffect">
                                  <p:stCondLst>
                                    <p:cond delay="0"/>
                                  </p:stCondLst>
                                  <p:childTnLst>
                                    <p:set>
                                      <p:cBhvr>
                                        <p:cTn id="17" dur="1" fill="hold">
                                          <p:stCondLst>
                                            <p:cond delay="0"/>
                                          </p:stCondLst>
                                        </p:cTn>
                                        <p:tgtEl>
                                          <p:spTgt spid="67"/>
                                        </p:tgtEl>
                                        <p:attrNameLst>
                                          <p:attrName>style.visibility</p:attrName>
                                        </p:attrNameLst>
                                      </p:cBhvr>
                                      <p:to>
                                        <p:strVal val="visible"/>
                                      </p:to>
                                    </p:set>
                                    <p:animEffect transition="in" filter="fade">
                                      <p:cBhvr>
                                        <p:cTn id="18" dur="1000"/>
                                        <p:tgtEl>
                                          <p:spTgt spid="67"/>
                                        </p:tgtEl>
                                      </p:cBhvr>
                                    </p:animEffect>
                                    <p:anim calcmode="lin" valueType="num">
                                      <p:cBhvr>
                                        <p:cTn id="19" dur="1000" fill="hold"/>
                                        <p:tgtEl>
                                          <p:spTgt spid="67"/>
                                        </p:tgtEl>
                                        <p:attrNameLst>
                                          <p:attrName>ppt_x</p:attrName>
                                        </p:attrNameLst>
                                      </p:cBhvr>
                                      <p:tavLst>
                                        <p:tav tm="0">
                                          <p:val>
                                            <p:strVal val="#ppt_x"/>
                                          </p:val>
                                        </p:tav>
                                        <p:tav tm="100000">
                                          <p:val>
                                            <p:strVal val="#ppt_x"/>
                                          </p:val>
                                        </p:tav>
                                      </p:tavLst>
                                    </p:anim>
                                    <p:anim calcmode="lin" valueType="num">
                                      <p:cBhvr>
                                        <p:cTn id="20" dur="1000" fill="hold"/>
                                        <p:tgtEl>
                                          <p:spTgt spid="67"/>
                                        </p:tgtEl>
                                        <p:attrNameLst>
                                          <p:attrName>ppt_y</p:attrName>
                                        </p:attrNameLst>
                                      </p:cBhvr>
                                      <p:tavLst>
                                        <p:tav tm="0">
                                          <p:val>
                                            <p:strVal val="#ppt_y-.1"/>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3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3" name="矩形 12">
            <a:extLst>
              <a:ext uri="{FF2B5EF4-FFF2-40B4-BE49-F238E27FC236}">
                <a16:creationId xmlns:a16="http://schemas.microsoft.com/office/drawing/2014/main" id="{6E019E5B-DE3C-4EE3-A5DA-E18BCF67ECB8}"/>
              </a:ext>
            </a:extLst>
          </p:cNvPr>
          <p:cNvSpPr/>
          <p:nvPr/>
        </p:nvSpPr>
        <p:spPr>
          <a:xfrm>
            <a:off x="22053" y="5793079"/>
            <a:ext cx="1121667" cy="546008"/>
          </a:xfrm>
          <a:prstGeom prst="rect">
            <a:avLst/>
          </a:prstGeom>
          <a:solidFill>
            <a:schemeClr val="bg1"/>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6" name="矩形 5">
            <a:extLst>
              <a:ext uri="{FF2B5EF4-FFF2-40B4-BE49-F238E27FC236}">
                <a16:creationId xmlns:a16="http://schemas.microsoft.com/office/drawing/2014/main" id="{22F4F901-0757-4FC2-A1B2-FDB0BAEA7623}"/>
              </a:ext>
            </a:extLst>
          </p:cNvPr>
          <p:cNvSpPr/>
          <p:nvPr/>
        </p:nvSpPr>
        <p:spPr>
          <a:xfrm>
            <a:off x="6458" y="5903531"/>
            <a:ext cx="1258055" cy="381548"/>
          </a:xfrm>
          <a:prstGeom prst="rect">
            <a:avLst/>
          </a:prstGeom>
          <a:solidFill>
            <a:schemeClr val="bg1"/>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grpSp>
        <p:nvGrpSpPr>
          <p:cNvPr id="4" name="组合 3">
            <a:extLst>
              <a:ext uri="{FF2B5EF4-FFF2-40B4-BE49-F238E27FC236}">
                <a16:creationId xmlns:a16="http://schemas.microsoft.com/office/drawing/2014/main" id="{9A1EA9F2-FCB6-48C3-935F-7AE7E3AD14AC}"/>
              </a:ext>
            </a:extLst>
          </p:cNvPr>
          <p:cNvGrpSpPr/>
          <p:nvPr/>
        </p:nvGrpSpPr>
        <p:grpSpPr>
          <a:xfrm>
            <a:off x="304800" y="749300"/>
            <a:ext cx="6192344" cy="400110"/>
            <a:chOff x="424117" y="898245"/>
            <a:chExt cx="6192344" cy="400110"/>
          </a:xfrm>
        </p:grpSpPr>
        <p:sp>
          <p:nvSpPr>
            <p:cNvPr id="2" name="平行四边形 1">
              <a:extLst>
                <a:ext uri="{FF2B5EF4-FFF2-40B4-BE49-F238E27FC236}">
                  <a16:creationId xmlns:a16="http://schemas.microsoft.com/office/drawing/2014/main" id="{1F5BAA3F-9845-4F89-A2DD-8222D3E4EDAC}"/>
                </a:ext>
              </a:extLst>
            </p:cNvPr>
            <p:cNvSpPr/>
            <p:nvPr/>
          </p:nvSpPr>
          <p:spPr>
            <a:xfrm>
              <a:off x="424117" y="898245"/>
              <a:ext cx="628306" cy="387090"/>
            </a:xfrm>
            <a:prstGeom prst="parallelogram">
              <a:avLst/>
            </a:prstGeom>
            <a:solidFill>
              <a:schemeClr val="accent3">
                <a:lumMod val="75000"/>
              </a:schemeClr>
            </a:solidFill>
            <a:ln>
              <a:solidFill>
                <a:schemeClr val="accent3">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CN" sz="2200" dirty="0">
                  <a:latin typeface="Impact" panose="020B0806030902050204" pitchFamily="34" charset="0"/>
                </a:rPr>
                <a:t>01</a:t>
              </a:r>
              <a:endParaRPr lang="zh-CN" altLang="en-US" sz="2200" dirty="0">
                <a:latin typeface="Impact" panose="020B0806030902050204" pitchFamily="34" charset="0"/>
              </a:endParaRPr>
            </a:p>
          </p:txBody>
        </p:sp>
        <p:sp>
          <p:nvSpPr>
            <p:cNvPr id="3" name="文本框 2">
              <a:extLst>
                <a:ext uri="{FF2B5EF4-FFF2-40B4-BE49-F238E27FC236}">
                  <a16:creationId xmlns:a16="http://schemas.microsoft.com/office/drawing/2014/main" id="{4D6BD736-A4D3-4F26-AFED-36E11F50F70B}"/>
                </a:ext>
              </a:extLst>
            </p:cNvPr>
            <p:cNvSpPr txBox="1"/>
            <p:nvPr/>
          </p:nvSpPr>
          <p:spPr>
            <a:xfrm>
              <a:off x="1052423" y="898245"/>
              <a:ext cx="5564038" cy="400110"/>
            </a:xfrm>
            <a:prstGeom prst="rect">
              <a:avLst/>
            </a:prstGeom>
            <a:noFill/>
          </p:spPr>
          <p:txBody>
            <a:bodyPr wrap="square" rtlCol="0">
              <a:spAutoFit/>
            </a:bodyPr>
            <a:lstStyle/>
            <a:p>
              <a:r>
                <a:rPr lang="zh-CN" altLang="en-US" sz="2000" b="1" dirty="0"/>
                <a:t>封装成帧</a:t>
              </a:r>
            </a:p>
          </p:txBody>
        </p:sp>
      </p:grpSp>
      <p:sp>
        <p:nvSpPr>
          <p:cNvPr id="8" name="矩形 7">
            <a:extLst>
              <a:ext uri="{FF2B5EF4-FFF2-40B4-BE49-F238E27FC236}">
                <a16:creationId xmlns:a16="http://schemas.microsoft.com/office/drawing/2014/main" id="{C7720255-4E6C-41B6-A880-D93377A356B5}"/>
              </a:ext>
            </a:extLst>
          </p:cNvPr>
          <p:cNvSpPr/>
          <p:nvPr/>
        </p:nvSpPr>
        <p:spPr>
          <a:xfrm>
            <a:off x="1016000" y="1297642"/>
            <a:ext cx="256976" cy="256976"/>
          </a:xfrm>
          <a:prstGeom prst="rect">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9" name="íşlïḍè">
            <a:extLst>
              <a:ext uri="{FF2B5EF4-FFF2-40B4-BE49-F238E27FC236}">
                <a16:creationId xmlns:a16="http://schemas.microsoft.com/office/drawing/2014/main" id="{1E3208DB-9CB5-439E-87A6-F640C77C2B32}"/>
              </a:ext>
            </a:extLst>
          </p:cNvPr>
          <p:cNvSpPr txBox="1"/>
          <p:nvPr/>
        </p:nvSpPr>
        <p:spPr>
          <a:xfrm>
            <a:off x="1333228" y="1297641"/>
            <a:ext cx="10494766" cy="256977"/>
          </a:xfrm>
          <a:prstGeom prst="rect">
            <a:avLst/>
          </a:prstGeom>
          <a:noFill/>
        </p:spPr>
        <p:txBody>
          <a:bodyPr wrap="square" lIns="91440" tIns="45720" rIns="91440" bIns="45720" anchor="ctr">
            <a:noAutofit/>
          </a:bodyPr>
          <a:lstStyle/>
          <a:p>
            <a:r>
              <a:rPr lang="zh-CN" altLang="en-US" b="1" dirty="0"/>
              <a:t>为了提高数据链路层传输帧的效率，应当使</a:t>
            </a:r>
            <a:r>
              <a:rPr lang="zh-CN" altLang="en-US" b="1" dirty="0">
                <a:solidFill>
                  <a:schemeClr val="accent1">
                    <a:lumMod val="75000"/>
                  </a:schemeClr>
                </a:solidFill>
              </a:rPr>
              <a:t>帧的数据载荷的长度尽可能地大于首部和尾部的长度</a:t>
            </a:r>
            <a:r>
              <a:rPr lang="zh-CN" altLang="en-US" b="1" dirty="0"/>
              <a:t>。</a:t>
            </a:r>
            <a:endParaRPr lang="en-US" altLang="zh-CN" b="1" dirty="0"/>
          </a:p>
        </p:txBody>
      </p:sp>
      <p:sp>
        <p:nvSpPr>
          <p:cNvPr id="51" name="矩形 50">
            <a:extLst>
              <a:ext uri="{FF2B5EF4-FFF2-40B4-BE49-F238E27FC236}">
                <a16:creationId xmlns:a16="http://schemas.microsoft.com/office/drawing/2014/main" id="{239ED77B-083C-4CF4-BC48-03434B356BCD}"/>
              </a:ext>
            </a:extLst>
          </p:cNvPr>
          <p:cNvSpPr/>
          <p:nvPr/>
        </p:nvSpPr>
        <p:spPr>
          <a:xfrm>
            <a:off x="1016000" y="1923686"/>
            <a:ext cx="256976" cy="256976"/>
          </a:xfrm>
          <a:prstGeom prst="rect">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52" name="íşlïḍè">
            <a:extLst>
              <a:ext uri="{FF2B5EF4-FFF2-40B4-BE49-F238E27FC236}">
                <a16:creationId xmlns:a16="http://schemas.microsoft.com/office/drawing/2014/main" id="{586C339B-D138-4863-B79A-331E3FA9D50C}"/>
              </a:ext>
            </a:extLst>
          </p:cNvPr>
          <p:cNvSpPr txBox="1"/>
          <p:nvPr/>
        </p:nvSpPr>
        <p:spPr>
          <a:xfrm>
            <a:off x="1333228" y="1923685"/>
            <a:ext cx="10218473" cy="503749"/>
          </a:xfrm>
          <a:prstGeom prst="rect">
            <a:avLst/>
          </a:prstGeom>
          <a:noFill/>
        </p:spPr>
        <p:txBody>
          <a:bodyPr wrap="square" lIns="91440" tIns="45720" rIns="91440" bIns="45720" anchor="ctr">
            <a:noAutofit/>
          </a:bodyPr>
          <a:lstStyle/>
          <a:p>
            <a:r>
              <a:rPr lang="zh-CN" altLang="en-US" b="1" dirty="0"/>
              <a:t>考虑到对缓存空间的需求以及差错控制等诸多因素，每一种数据链路层协议都规定了帧的数据载荷的长度上限，即</a:t>
            </a:r>
            <a:r>
              <a:rPr lang="zh-CN" altLang="en-US" b="1" dirty="0">
                <a:solidFill>
                  <a:schemeClr val="accent1">
                    <a:lumMod val="75000"/>
                  </a:schemeClr>
                </a:solidFill>
              </a:rPr>
              <a:t>最大传送单元</a:t>
            </a:r>
            <a:r>
              <a:rPr lang="zh-CN" altLang="en-US" b="1" dirty="0"/>
              <a:t>（</a:t>
            </a:r>
            <a:r>
              <a:rPr lang="en-US" altLang="zh-CN" b="1" dirty="0">
                <a:solidFill>
                  <a:schemeClr val="accent1">
                    <a:lumMod val="75000"/>
                  </a:schemeClr>
                </a:solidFill>
              </a:rPr>
              <a:t>M</a:t>
            </a:r>
            <a:r>
              <a:rPr lang="en-US" altLang="zh-CN" b="1" dirty="0"/>
              <a:t>aximum </a:t>
            </a:r>
            <a:r>
              <a:rPr lang="en-US" altLang="zh-CN" b="1" dirty="0">
                <a:solidFill>
                  <a:schemeClr val="accent1">
                    <a:lumMod val="75000"/>
                  </a:schemeClr>
                </a:solidFill>
              </a:rPr>
              <a:t>T</a:t>
            </a:r>
            <a:r>
              <a:rPr lang="en-US" altLang="zh-CN" b="1" dirty="0"/>
              <a:t>ransfer </a:t>
            </a:r>
            <a:r>
              <a:rPr lang="en-US" altLang="zh-CN" b="1" dirty="0">
                <a:solidFill>
                  <a:schemeClr val="accent1">
                    <a:lumMod val="75000"/>
                  </a:schemeClr>
                </a:solidFill>
              </a:rPr>
              <a:t>U</a:t>
            </a:r>
            <a:r>
              <a:rPr lang="en-US" altLang="zh-CN" b="1" dirty="0"/>
              <a:t>nit</a:t>
            </a:r>
            <a:r>
              <a:rPr lang="zh-CN" altLang="en-US" b="1" dirty="0"/>
              <a:t>，</a:t>
            </a:r>
            <a:r>
              <a:rPr lang="en-US" altLang="zh-CN" b="1" dirty="0">
                <a:solidFill>
                  <a:schemeClr val="accent1">
                    <a:lumMod val="75000"/>
                  </a:schemeClr>
                </a:solidFill>
              </a:rPr>
              <a:t>MTU</a:t>
            </a:r>
            <a:r>
              <a:rPr lang="zh-CN" altLang="en-US" b="1" dirty="0"/>
              <a:t>）。例如，以太网的</a:t>
            </a:r>
            <a:r>
              <a:rPr lang="en-US" altLang="zh-CN" b="1" dirty="0"/>
              <a:t>MTU</a:t>
            </a:r>
            <a:r>
              <a:rPr lang="zh-CN" altLang="en-US" b="1" dirty="0"/>
              <a:t>为</a:t>
            </a:r>
            <a:r>
              <a:rPr lang="en-US" altLang="zh-CN" b="1" dirty="0"/>
              <a:t>1500</a:t>
            </a:r>
            <a:r>
              <a:rPr lang="zh-CN" altLang="en-US" b="1" dirty="0"/>
              <a:t>个字节。</a:t>
            </a:r>
            <a:endParaRPr lang="en-US" altLang="zh-CN" b="1" dirty="0"/>
          </a:p>
        </p:txBody>
      </p:sp>
      <p:grpSp>
        <p:nvGrpSpPr>
          <p:cNvPr id="14" name="组合 13">
            <a:extLst>
              <a:ext uri="{FF2B5EF4-FFF2-40B4-BE49-F238E27FC236}">
                <a16:creationId xmlns:a16="http://schemas.microsoft.com/office/drawing/2014/main" id="{DF8D9692-A9DB-474F-8C93-C987844E3DAE}"/>
              </a:ext>
            </a:extLst>
          </p:cNvPr>
          <p:cNvGrpSpPr/>
          <p:nvPr/>
        </p:nvGrpSpPr>
        <p:grpSpPr>
          <a:xfrm>
            <a:off x="1465829" y="3273559"/>
            <a:ext cx="9421453" cy="641082"/>
            <a:chOff x="1465829" y="3273559"/>
            <a:chExt cx="9421453" cy="641082"/>
          </a:xfrm>
        </p:grpSpPr>
        <p:sp>
          <p:nvSpPr>
            <p:cNvPr id="53" name="矩形 52">
              <a:extLst>
                <a:ext uri="{FF2B5EF4-FFF2-40B4-BE49-F238E27FC236}">
                  <a16:creationId xmlns:a16="http://schemas.microsoft.com/office/drawing/2014/main" id="{3618CDE3-DAAE-46F4-AB6B-112E9CAE058E}"/>
                </a:ext>
              </a:extLst>
            </p:cNvPr>
            <p:cNvSpPr/>
            <p:nvPr/>
          </p:nvSpPr>
          <p:spPr>
            <a:xfrm>
              <a:off x="9457510" y="3273559"/>
              <a:ext cx="1429772" cy="641082"/>
            </a:xfrm>
            <a:prstGeom prst="rect">
              <a:avLst/>
            </a:prstGeom>
            <a:solidFill>
              <a:schemeClr val="accent4"/>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zh-CN" altLang="en-US" b="1" dirty="0"/>
                <a:t>数据链路层</a:t>
              </a:r>
              <a:endParaRPr lang="en-US" altLang="zh-CN" b="1" dirty="0"/>
            </a:p>
            <a:p>
              <a:pPr algn="ctr"/>
              <a:r>
                <a:rPr lang="zh-CN" altLang="en-US" b="1" dirty="0"/>
                <a:t>首部</a:t>
              </a:r>
            </a:p>
          </p:txBody>
        </p:sp>
        <p:sp>
          <p:nvSpPr>
            <p:cNvPr id="74" name="矩形 73">
              <a:extLst>
                <a:ext uri="{FF2B5EF4-FFF2-40B4-BE49-F238E27FC236}">
                  <a16:creationId xmlns:a16="http://schemas.microsoft.com/office/drawing/2014/main" id="{E829F1D9-B4BE-4194-83F2-433D9A9F2BD5}"/>
                </a:ext>
              </a:extLst>
            </p:cNvPr>
            <p:cNvSpPr/>
            <p:nvPr/>
          </p:nvSpPr>
          <p:spPr>
            <a:xfrm>
              <a:off x="1465829" y="3273559"/>
              <a:ext cx="1429772" cy="641082"/>
            </a:xfrm>
            <a:prstGeom prst="rect">
              <a:avLst/>
            </a:prstGeom>
            <a:solidFill>
              <a:schemeClr val="accent4"/>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zh-CN" altLang="en-US" b="1" dirty="0"/>
                <a:t>数据链路层</a:t>
              </a:r>
              <a:endParaRPr lang="en-US" altLang="zh-CN" b="1" dirty="0"/>
            </a:p>
            <a:p>
              <a:pPr algn="ctr"/>
              <a:r>
                <a:rPr lang="zh-CN" altLang="en-US" b="1" dirty="0"/>
                <a:t>尾部</a:t>
              </a:r>
            </a:p>
          </p:txBody>
        </p:sp>
        <p:sp>
          <p:nvSpPr>
            <p:cNvPr id="75" name="矩形 74">
              <a:extLst>
                <a:ext uri="{FF2B5EF4-FFF2-40B4-BE49-F238E27FC236}">
                  <a16:creationId xmlns:a16="http://schemas.microsoft.com/office/drawing/2014/main" id="{670B535E-1E5B-4CE9-9E62-5675AD9E0300}"/>
                </a:ext>
              </a:extLst>
            </p:cNvPr>
            <p:cNvSpPr/>
            <p:nvPr/>
          </p:nvSpPr>
          <p:spPr>
            <a:xfrm>
              <a:off x="2895601" y="3273559"/>
              <a:ext cx="6561909" cy="641082"/>
            </a:xfrm>
            <a:prstGeom prst="rect">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zh-CN" altLang="en-US" b="1" dirty="0">
                  <a:solidFill>
                    <a:schemeClr val="accent4"/>
                  </a:solidFill>
                </a:rPr>
                <a:t>帧的数据载荷</a:t>
              </a:r>
            </a:p>
          </p:txBody>
        </p:sp>
      </p:grpSp>
      <p:grpSp>
        <p:nvGrpSpPr>
          <p:cNvPr id="11" name="组合 10">
            <a:extLst>
              <a:ext uri="{FF2B5EF4-FFF2-40B4-BE49-F238E27FC236}">
                <a16:creationId xmlns:a16="http://schemas.microsoft.com/office/drawing/2014/main" id="{57551ADB-C475-4772-B6BC-FD1A3F1F4546}"/>
              </a:ext>
            </a:extLst>
          </p:cNvPr>
          <p:cNvGrpSpPr/>
          <p:nvPr/>
        </p:nvGrpSpPr>
        <p:grpSpPr>
          <a:xfrm>
            <a:off x="2895601" y="3914641"/>
            <a:ext cx="6561909" cy="526273"/>
            <a:chOff x="2895601" y="3914641"/>
            <a:chExt cx="6561909" cy="526273"/>
          </a:xfrm>
        </p:grpSpPr>
        <p:cxnSp>
          <p:nvCxnSpPr>
            <p:cNvPr id="77" name="直接连接符 76">
              <a:extLst>
                <a:ext uri="{FF2B5EF4-FFF2-40B4-BE49-F238E27FC236}">
                  <a16:creationId xmlns:a16="http://schemas.microsoft.com/office/drawing/2014/main" id="{36B288E6-59EA-4BC4-99FA-E825AA02E45F}"/>
                </a:ext>
              </a:extLst>
            </p:cNvPr>
            <p:cNvCxnSpPr>
              <a:cxnSpLocks/>
            </p:cNvCxnSpPr>
            <p:nvPr/>
          </p:nvCxnSpPr>
          <p:spPr>
            <a:xfrm>
              <a:off x="2895601" y="3914641"/>
              <a:ext cx="0" cy="526273"/>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78" name="直接连接符 77">
              <a:extLst>
                <a:ext uri="{FF2B5EF4-FFF2-40B4-BE49-F238E27FC236}">
                  <a16:creationId xmlns:a16="http://schemas.microsoft.com/office/drawing/2014/main" id="{13C286F9-8ED0-4C97-8CA8-A97E4307B550}"/>
                </a:ext>
              </a:extLst>
            </p:cNvPr>
            <p:cNvCxnSpPr>
              <a:cxnSpLocks/>
            </p:cNvCxnSpPr>
            <p:nvPr/>
          </p:nvCxnSpPr>
          <p:spPr>
            <a:xfrm>
              <a:off x="9457510" y="3914641"/>
              <a:ext cx="0" cy="526273"/>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79" name="直接箭头连接符 78">
              <a:extLst>
                <a:ext uri="{FF2B5EF4-FFF2-40B4-BE49-F238E27FC236}">
                  <a16:creationId xmlns:a16="http://schemas.microsoft.com/office/drawing/2014/main" id="{021CB9F8-FC73-4D79-8B8E-9E47E69DCFEA}"/>
                </a:ext>
              </a:extLst>
            </p:cNvPr>
            <p:cNvCxnSpPr>
              <a:cxnSpLocks/>
            </p:cNvCxnSpPr>
            <p:nvPr/>
          </p:nvCxnSpPr>
          <p:spPr>
            <a:xfrm>
              <a:off x="2895601" y="4224164"/>
              <a:ext cx="6561909" cy="0"/>
            </a:xfrm>
            <a:prstGeom prst="straightConnector1">
              <a:avLst/>
            </a:prstGeom>
            <a:ln w="12700">
              <a:solidFill>
                <a:schemeClr val="tx1"/>
              </a:solidFill>
              <a:headEnd type="triangle"/>
              <a:tailEnd type="triangle"/>
            </a:ln>
          </p:spPr>
          <p:style>
            <a:lnRef idx="1">
              <a:schemeClr val="accent1"/>
            </a:lnRef>
            <a:fillRef idx="0">
              <a:schemeClr val="accent1"/>
            </a:fillRef>
            <a:effectRef idx="0">
              <a:schemeClr val="accent1"/>
            </a:effectRef>
            <a:fontRef idx="minor">
              <a:schemeClr val="tx1"/>
            </a:fontRef>
          </p:style>
        </p:cxnSp>
        <p:sp>
          <p:nvSpPr>
            <p:cNvPr id="80" name="文本框 79">
              <a:extLst>
                <a:ext uri="{FF2B5EF4-FFF2-40B4-BE49-F238E27FC236}">
                  <a16:creationId xmlns:a16="http://schemas.microsoft.com/office/drawing/2014/main" id="{3CBEFE96-1105-4941-82B3-06D1FC141328}"/>
                </a:ext>
              </a:extLst>
            </p:cNvPr>
            <p:cNvSpPr txBox="1"/>
            <p:nvPr/>
          </p:nvSpPr>
          <p:spPr>
            <a:xfrm>
              <a:off x="4892533" y="4039498"/>
              <a:ext cx="2422665" cy="369332"/>
            </a:xfrm>
            <a:prstGeom prst="rect">
              <a:avLst/>
            </a:prstGeom>
            <a:solidFill>
              <a:schemeClr val="bg1"/>
            </a:solidFill>
          </p:spPr>
          <p:txBody>
            <a:bodyPr wrap="square" rtlCol="0">
              <a:spAutoFit/>
            </a:bodyPr>
            <a:lstStyle/>
            <a:p>
              <a:pPr algn="ctr"/>
              <a:r>
                <a:rPr lang="zh-CN" altLang="en-US" b="1" dirty="0"/>
                <a:t>≤ 最大传送单元</a:t>
              </a:r>
              <a:r>
                <a:rPr lang="en-US" altLang="zh-CN" b="1" dirty="0"/>
                <a:t>MTU</a:t>
              </a:r>
              <a:endParaRPr lang="zh-CN" altLang="en-US" b="1" dirty="0"/>
            </a:p>
          </p:txBody>
        </p:sp>
      </p:grpSp>
    </p:spTree>
    <p:custDataLst>
      <p:tags r:id="rId1"/>
    </p:custDataLst>
    <p:extLst>
      <p:ext uri="{BB962C8B-B14F-4D97-AF65-F5344CB8AC3E}">
        <p14:creationId xmlns:p14="http://schemas.microsoft.com/office/powerpoint/2010/main" val="1446668869"/>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49" presetClass="entr" presetSubtype="0" decel="100000" fill="hold" grpId="0" nodeType="withEffect">
                                  <p:stCondLst>
                                    <p:cond delay="0"/>
                                  </p:stCondLst>
                                  <p:childTnLst>
                                    <p:set>
                                      <p:cBhvr>
                                        <p:cTn id="6" dur="1" fill="hold">
                                          <p:stCondLst>
                                            <p:cond delay="0"/>
                                          </p:stCondLst>
                                        </p:cTn>
                                        <p:tgtEl>
                                          <p:spTgt spid="8"/>
                                        </p:tgtEl>
                                        <p:attrNameLst>
                                          <p:attrName>style.visibility</p:attrName>
                                        </p:attrNameLst>
                                      </p:cBhvr>
                                      <p:to>
                                        <p:strVal val="visible"/>
                                      </p:to>
                                    </p:set>
                                    <p:anim calcmode="lin" valueType="num">
                                      <p:cBhvr>
                                        <p:cTn id="7" dur="500" fill="hold"/>
                                        <p:tgtEl>
                                          <p:spTgt spid="8"/>
                                        </p:tgtEl>
                                        <p:attrNameLst>
                                          <p:attrName>ppt_w</p:attrName>
                                        </p:attrNameLst>
                                      </p:cBhvr>
                                      <p:tavLst>
                                        <p:tav tm="0">
                                          <p:val>
                                            <p:fltVal val="0"/>
                                          </p:val>
                                        </p:tav>
                                        <p:tav tm="100000">
                                          <p:val>
                                            <p:strVal val="#ppt_w"/>
                                          </p:val>
                                        </p:tav>
                                      </p:tavLst>
                                    </p:anim>
                                    <p:anim calcmode="lin" valueType="num">
                                      <p:cBhvr>
                                        <p:cTn id="8" dur="500" fill="hold"/>
                                        <p:tgtEl>
                                          <p:spTgt spid="8"/>
                                        </p:tgtEl>
                                        <p:attrNameLst>
                                          <p:attrName>ppt_h</p:attrName>
                                        </p:attrNameLst>
                                      </p:cBhvr>
                                      <p:tavLst>
                                        <p:tav tm="0">
                                          <p:val>
                                            <p:fltVal val="0"/>
                                          </p:val>
                                        </p:tav>
                                        <p:tav tm="100000">
                                          <p:val>
                                            <p:strVal val="#ppt_h"/>
                                          </p:val>
                                        </p:tav>
                                      </p:tavLst>
                                    </p:anim>
                                    <p:anim calcmode="lin" valueType="num">
                                      <p:cBhvr>
                                        <p:cTn id="9" dur="500" fill="hold"/>
                                        <p:tgtEl>
                                          <p:spTgt spid="8"/>
                                        </p:tgtEl>
                                        <p:attrNameLst>
                                          <p:attrName>style.rotation</p:attrName>
                                        </p:attrNameLst>
                                      </p:cBhvr>
                                      <p:tavLst>
                                        <p:tav tm="0">
                                          <p:val>
                                            <p:fltVal val="360"/>
                                          </p:val>
                                        </p:tav>
                                        <p:tav tm="100000">
                                          <p:val>
                                            <p:fltVal val="0"/>
                                          </p:val>
                                        </p:tav>
                                      </p:tavLst>
                                    </p:anim>
                                    <p:animEffect transition="in" filter="fade">
                                      <p:cBhvr>
                                        <p:cTn id="10" dur="500"/>
                                        <p:tgtEl>
                                          <p:spTgt spid="8"/>
                                        </p:tgtEl>
                                      </p:cBhvr>
                                    </p:animEffect>
                                  </p:childTnLst>
                                </p:cTn>
                              </p:par>
                            </p:childTnLst>
                          </p:cTn>
                        </p:par>
                        <p:par>
                          <p:cTn id="11" fill="hold">
                            <p:stCondLst>
                              <p:cond delay="500"/>
                            </p:stCondLst>
                            <p:childTnLst>
                              <p:par>
                                <p:cTn id="12" presetID="1" presetClass="entr" presetSubtype="0" fill="hold" grpId="0" nodeType="afterEffect">
                                  <p:stCondLst>
                                    <p:cond delay="0"/>
                                  </p:stCondLst>
                                  <p:iterate type="lt">
                                    <p:tmAbs val="100"/>
                                  </p:iterate>
                                  <p:childTnLst>
                                    <p:set>
                                      <p:cBhvr>
                                        <p:cTn id="13" dur="1" fill="hold">
                                          <p:stCondLst>
                                            <p:cond delay="0"/>
                                          </p:stCondLst>
                                        </p:cTn>
                                        <p:tgtEl>
                                          <p:spTgt spid="9"/>
                                        </p:tgtEl>
                                        <p:attrNameLst>
                                          <p:attrName>style.visibility</p:attrName>
                                        </p:attrNameLst>
                                      </p:cBhvr>
                                      <p:to>
                                        <p:strVal val="visible"/>
                                      </p:to>
                                    </p:set>
                                  </p:childTnLst>
                                </p:cTn>
                              </p:par>
                            </p:childTnLst>
                          </p:cTn>
                        </p:par>
                      </p:childTnLst>
                    </p:cTn>
                  </p:par>
                  <p:par>
                    <p:cTn id="14" fill="hold">
                      <p:stCondLst>
                        <p:cond delay="indefinite"/>
                      </p:stCondLst>
                      <p:childTnLst>
                        <p:par>
                          <p:cTn id="15" fill="hold">
                            <p:stCondLst>
                              <p:cond delay="0"/>
                            </p:stCondLst>
                            <p:childTnLst>
                              <p:par>
                                <p:cTn id="16" presetID="30" presetClass="entr" presetSubtype="0" fill="hold" nodeType="clickEffect">
                                  <p:stCondLst>
                                    <p:cond delay="0"/>
                                  </p:stCondLst>
                                  <p:childTnLst>
                                    <p:set>
                                      <p:cBhvr>
                                        <p:cTn id="17" dur="1" fill="hold">
                                          <p:stCondLst>
                                            <p:cond delay="0"/>
                                          </p:stCondLst>
                                        </p:cTn>
                                        <p:tgtEl>
                                          <p:spTgt spid="14"/>
                                        </p:tgtEl>
                                        <p:attrNameLst>
                                          <p:attrName>style.visibility</p:attrName>
                                        </p:attrNameLst>
                                      </p:cBhvr>
                                      <p:to>
                                        <p:strVal val="visible"/>
                                      </p:to>
                                    </p:set>
                                    <p:animEffect transition="in" filter="fade">
                                      <p:cBhvr>
                                        <p:cTn id="18" dur="800" decel="100000"/>
                                        <p:tgtEl>
                                          <p:spTgt spid="14"/>
                                        </p:tgtEl>
                                      </p:cBhvr>
                                    </p:animEffect>
                                    <p:anim calcmode="lin" valueType="num">
                                      <p:cBhvr>
                                        <p:cTn id="19" dur="800" decel="100000" fill="hold"/>
                                        <p:tgtEl>
                                          <p:spTgt spid="14"/>
                                        </p:tgtEl>
                                        <p:attrNameLst>
                                          <p:attrName>style.rotation</p:attrName>
                                        </p:attrNameLst>
                                      </p:cBhvr>
                                      <p:tavLst>
                                        <p:tav tm="0">
                                          <p:val>
                                            <p:fltVal val="-90"/>
                                          </p:val>
                                        </p:tav>
                                        <p:tav tm="100000">
                                          <p:val>
                                            <p:fltVal val="0"/>
                                          </p:val>
                                        </p:tav>
                                      </p:tavLst>
                                    </p:anim>
                                    <p:anim calcmode="lin" valueType="num">
                                      <p:cBhvr>
                                        <p:cTn id="20" dur="800" decel="100000" fill="hold"/>
                                        <p:tgtEl>
                                          <p:spTgt spid="14"/>
                                        </p:tgtEl>
                                        <p:attrNameLst>
                                          <p:attrName>ppt_x</p:attrName>
                                        </p:attrNameLst>
                                      </p:cBhvr>
                                      <p:tavLst>
                                        <p:tav tm="0">
                                          <p:val>
                                            <p:strVal val="#ppt_x+0.4"/>
                                          </p:val>
                                        </p:tav>
                                        <p:tav tm="100000">
                                          <p:val>
                                            <p:strVal val="#ppt_x-0.05"/>
                                          </p:val>
                                        </p:tav>
                                      </p:tavLst>
                                    </p:anim>
                                    <p:anim calcmode="lin" valueType="num">
                                      <p:cBhvr>
                                        <p:cTn id="21" dur="800" decel="100000" fill="hold"/>
                                        <p:tgtEl>
                                          <p:spTgt spid="14"/>
                                        </p:tgtEl>
                                        <p:attrNameLst>
                                          <p:attrName>ppt_y</p:attrName>
                                        </p:attrNameLst>
                                      </p:cBhvr>
                                      <p:tavLst>
                                        <p:tav tm="0">
                                          <p:val>
                                            <p:strVal val="#ppt_y-0.4"/>
                                          </p:val>
                                        </p:tav>
                                        <p:tav tm="100000">
                                          <p:val>
                                            <p:strVal val="#ppt_y+0.1"/>
                                          </p:val>
                                        </p:tav>
                                      </p:tavLst>
                                    </p:anim>
                                    <p:anim calcmode="lin" valueType="num">
                                      <p:cBhvr>
                                        <p:cTn id="22" dur="200" accel="100000" fill="hold">
                                          <p:stCondLst>
                                            <p:cond delay="800"/>
                                          </p:stCondLst>
                                        </p:cTn>
                                        <p:tgtEl>
                                          <p:spTgt spid="14"/>
                                        </p:tgtEl>
                                        <p:attrNameLst>
                                          <p:attrName>ppt_x</p:attrName>
                                        </p:attrNameLst>
                                      </p:cBhvr>
                                      <p:tavLst>
                                        <p:tav tm="0">
                                          <p:val>
                                            <p:strVal val="#ppt_x-0.05"/>
                                          </p:val>
                                        </p:tav>
                                        <p:tav tm="100000">
                                          <p:val>
                                            <p:strVal val="#ppt_x"/>
                                          </p:val>
                                        </p:tav>
                                      </p:tavLst>
                                    </p:anim>
                                    <p:anim calcmode="lin" valueType="num">
                                      <p:cBhvr>
                                        <p:cTn id="23" dur="200" accel="100000" fill="hold">
                                          <p:stCondLst>
                                            <p:cond delay="800"/>
                                          </p:stCondLst>
                                        </p:cTn>
                                        <p:tgtEl>
                                          <p:spTgt spid="14"/>
                                        </p:tgtEl>
                                        <p:attrNameLst>
                                          <p:attrName>ppt_y</p:attrName>
                                        </p:attrNameLst>
                                      </p:cBhvr>
                                      <p:tavLst>
                                        <p:tav tm="0">
                                          <p:val>
                                            <p:strVal val="#ppt_y+0.1"/>
                                          </p:val>
                                        </p:tav>
                                        <p:tav tm="100000">
                                          <p:val>
                                            <p:strVal val="#ppt_y"/>
                                          </p:val>
                                        </p:tav>
                                      </p:tavLst>
                                    </p:anim>
                                  </p:childTnLst>
                                </p:cTn>
                              </p:par>
                            </p:childTnLst>
                          </p:cTn>
                        </p:par>
                      </p:childTnLst>
                    </p:cTn>
                  </p:par>
                  <p:par>
                    <p:cTn id="24" fill="hold">
                      <p:stCondLst>
                        <p:cond delay="indefinite"/>
                      </p:stCondLst>
                      <p:childTnLst>
                        <p:par>
                          <p:cTn id="25" fill="hold">
                            <p:stCondLst>
                              <p:cond delay="0"/>
                            </p:stCondLst>
                            <p:childTnLst>
                              <p:par>
                                <p:cTn id="26" presetID="49" presetClass="entr" presetSubtype="0" decel="100000" fill="hold" grpId="0" nodeType="clickEffect">
                                  <p:stCondLst>
                                    <p:cond delay="0"/>
                                  </p:stCondLst>
                                  <p:childTnLst>
                                    <p:set>
                                      <p:cBhvr>
                                        <p:cTn id="27" dur="1" fill="hold">
                                          <p:stCondLst>
                                            <p:cond delay="0"/>
                                          </p:stCondLst>
                                        </p:cTn>
                                        <p:tgtEl>
                                          <p:spTgt spid="51"/>
                                        </p:tgtEl>
                                        <p:attrNameLst>
                                          <p:attrName>style.visibility</p:attrName>
                                        </p:attrNameLst>
                                      </p:cBhvr>
                                      <p:to>
                                        <p:strVal val="visible"/>
                                      </p:to>
                                    </p:set>
                                    <p:anim calcmode="lin" valueType="num">
                                      <p:cBhvr>
                                        <p:cTn id="28" dur="500" fill="hold"/>
                                        <p:tgtEl>
                                          <p:spTgt spid="51"/>
                                        </p:tgtEl>
                                        <p:attrNameLst>
                                          <p:attrName>ppt_w</p:attrName>
                                        </p:attrNameLst>
                                      </p:cBhvr>
                                      <p:tavLst>
                                        <p:tav tm="0">
                                          <p:val>
                                            <p:fltVal val="0"/>
                                          </p:val>
                                        </p:tav>
                                        <p:tav tm="100000">
                                          <p:val>
                                            <p:strVal val="#ppt_w"/>
                                          </p:val>
                                        </p:tav>
                                      </p:tavLst>
                                    </p:anim>
                                    <p:anim calcmode="lin" valueType="num">
                                      <p:cBhvr>
                                        <p:cTn id="29" dur="500" fill="hold"/>
                                        <p:tgtEl>
                                          <p:spTgt spid="51"/>
                                        </p:tgtEl>
                                        <p:attrNameLst>
                                          <p:attrName>ppt_h</p:attrName>
                                        </p:attrNameLst>
                                      </p:cBhvr>
                                      <p:tavLst>
                                        <p:tav tm="0">
                                          <p:val>
                                            <p:fltVal val="0"/>
                                          </p:val>
                                        </p:tav>
                                        <p:tav tm="100000">
                                          <p:val>
                                            <p:strVal val="#ppt_h"/>
                                          </p:val>
                                        </p:tav>
                                      </p:tavLst>
                                    </p:anim>
                                    <p:anim calcmode="lin" valueType="num">
                                      <p:cBhvr>
                                        <p:cTn id="30" dur="500" fill="hold"/>
                                        <p:tgtEl>
                                          <p:spTgt spid="51"/>
                                        </p:tgtEl>
                                        <p:attrNameLst>
                                          <p:attrName>style.rotation</p:attrName>
                                        </p:attrNameLst>
                                      </p:cBhvr>
                                      <p:tavLst>
                                        <p:tav tm="0">
                                          <p:val>
                                            <p:fltVal val="360"/>
                                          </p:val>
                                        </p:tav>
                                        <p:tav tm="100000">
                                          <p:val>
                                            <p:fltVal val="0"/>
                                          </p:val>
                                        </p:tav>
                                      </p:tavLst>
                                    </p:anim>
                                    <p:animEffect transition="in" filter="fade">
                                      <p:cBhvr>
                                        <p:cTn id="31" dur="500"/>
                                        <p:tgtEl>
                                          <p:spTgt spid="51"/>
                                        </p:tgtEl>
                                      </p:cBhvr>
                                    </p:animEffect>
                                  </p:childTnLst>
                                </p:cTn>
                              </p:par>
                            </p:childTnLst>
                          </p:cTn>
                        </p:par>
                        <p:par>
                          <p:cTn id="32" fill="hold">
                            <p:stCondLst>
                              <p:cond delay="500"/>
                            </p:stCondLst>
                            <p:childTnLst>
                              <p:par>
                                <p:cTn id="33" presetID="1" presetClass="entr" presetSubtype="0" fill="hold" grpId="0" nodeType="afterEffect">
                                  <p:stCondLst>
                                    <p:cond delay="0"/>
                                  </p:stCondLst>
                                  <p:iterate type="lt">
                                    <p:tmAbs val="100"/>
                                  </p:iterate>
                                  <p:childTnLst>
                                    <p:set>
                                      <p:cBhvr>
                                        <p:cTn id="34" dur="1" fill="hold">
                                          <p:stCondLst>
                                            <p:cond delay="0"/>
                                          </p:stCondLst>
                                        </p:cTn>
                                        <p:tgtEl>
                                          <p:spTgt spid="52"/>
                                        </p:tgtEl>
                                        <p:attrNameLst>
                                          <p:attrName>style.visibility</p:attrName>
                                        </p:attrNameLst>
                                      </p:cBhvr>
                                      <p:to>
                                        <p:strVal val="visible"/>
                                      </p:to>
                                    </p:set>
                                  </p:childTnLst>
                                </p:cTn>
                              </p:par>
                              <p:par>
                                <p:cTn id="35" presetID="42" presetClass="entr" presetSubtype="0" fill="hold" nodeType="withEffect">
                                  <p:stCondLst>
                                    <p:cond delay="8000"/>
                                  </p:stCondLst>
                                  <p:childTnLst>
                                    <p:set>
                                      <p:cBhvr>
                                        <p:cTn id="36" dur="1" fill="hold">
                                          <p:stCondLst>
                                            <p:cond delay="0"/>
                                          </p:stCondLst>
                                        </p:cTn>
                                        <p:tgtEl>
                                          <p:spTgt spid="11"/>
                                        </p:tgtEl>
                                        <p:attrNameLst>
                                          <p:attrName>style.visibility</p:attrName>
                                        </p:attrNameLst>
                                      </p:cBhvr>
                                      <p:to>
                                        <p:strVal val="visible"/>
                                      </p:to>
                                    </p:set>
                                    <p:animEffect transition="in" filter="fade">
                                      <p:cBhvr>
                                        <p:cTn id="37" dur="500"/>
                                        <p:tgtEl>
                                          <p:spTgt spid="11"/>
                                        </p:tgtEl>
                                      </p:cBhvr>
                                    </p:animEffect>
                                    <p:anim calcmode="lin" valueType="num">
                                      <p:cBhvr>
                                        <p:cTn id="38" dur="500" fill="hold"/>
                                        <p:tgtEl>
                                          <p:spTgt spid="11"/>
                                        </p:tgtEl>
                                        <p:attrNameLst>
                                          <p:attrName>ppt_x</p:attrName>
                                        </p:attrNameLst>
                                      </p:cBhvr>
                                      <p:tavLst>
                                        <p:tav tm="0">
                                          <p:val>
                                            <p:strVal val="#ppt_x"/>
                                          </p:val>
                                        </p:tav>
                                        <p:tav tm="100000">
                                          <p:val>
                                            <p:strVal val="#ppt_x"/>
                                          </p:val>
                                        </p:tav>
                                      </p:tavLst>
                                    </p:anim>
                                    <p:anim calcmode="lin" valueType="num">
                                      <p:cBhvr>
                                        <p:cTn id="39" dur="500" fill="hold"/>
                                        <p:tgtEl>
                                          <p:spTgt spid="11"/>
                                        </p:tgtEl>
                                        <p:attrNameLst>
                                          <p:attrName>ppt_y</p:attrName>
                                        </p:attrNameLst>
                                      </p:cBhvr>
                                      <p:tavLst>
                                        <p:tav tm="0">
                                          <p:val>
                                            <p:strVal val="#ppt_y+.1"/>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8" grpId="0" animBg="1"/>
      <p:bldP spid="9" grpId="0"/>
      <p:bldP spid="51" grpId="0" animBg="1"/>
      <p:bldP spid="52" grpId="0"/>
    </p:bldLst>
  </p:timing>
</p:sld>
</file>

<file path=ppt/slides/slide4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1" name="矩形 40">
            <a:extLst>
              <a:ext uri="{FF2B5EF4-FFF2-40B4-BE49-F238E27FC236}">
                <a16:creationId xmlns:a16="http://schemas.microsoft.com/office/drawing/2014/main" id="{D7BACBC0-210A-4156-A46F-40EC203BE9CC}"/>
              </a:ext>
            </a:extLst>
          </p:cNvPr>
          <p:cNvSpPr/>
          <p:nvPr/>
        </p:nvSpPr>
        <p:spPr>
          <a:xfrm>
            <a:off x="1743140" y="4327373"/>
            <a:ext cx="585619" cy="387091"/>
          </a:xfrm>
          <a:prstGeom prst="rect">
            <a:avLst/>
          </a:prstGeom>
          <a:solidFill>
            <a:schemeClr val="accent4"/>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CN" b="1" dirty="0"/>
              <a:t>Flag</a:t>
            </a:r>
            <a:endParaRPr lang="zh-CN" altLang="en-US" b="1" dirty="0"/>
          </a:p>
        </p:txBody>
      </p:sp>
      <p:sp>
        <p:nvSpPr>
          <p:cNvPr id="42" name="矩形 41">
            <a:extLst>
              <a:ext uri="{FF2B5EF4-FFF2-40B4-BE49-F238E27FC236}">
                <a16:creationId xmlns:a16="http://schemas.microsoft.com/office/drawing/2014/main" id="{E9DA00CF-3FAD-42AB-9D15-D00DC1222610}"/>
              </a:ext>
            </a:extLst>
          </p:cNvPr>
          <p:cNvSpPr/>
          <p:nvPr/>
        </p:nvSpPr>
        <p:spPr>
          <a:xfrm>
            <a:off x="6509344" y="4327371"/>
            <a:ext cx="585619" cy="387091"/>
          </a:xfrm>
          <a:prstGeom prst="rect">
            <a:avLst/>
          </a:prstGeom>
          <a:solidFill>
            <a:schemeClr val="accent4"/>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CN" b="1" dirty="0"/>
              <a:t>Flag</a:t>
            </a:r>
            <a:endParaRPr lang="zh-CN" altLang="en-US" b="1" dirty="0"/>
          </a:p>
        </p:txBody>
      </p:sp>
      <p:grpSp>
        <p:nvGrpSpPr>
          <p:cNvPr id="4" name="组合 3">
            <a:extLst>
              <a:ext uri="{FF2B5EF4-FFF2-40B4-BE49-F238E27FC236}">
                <a16:creationId xmlns:a16="http://schemas.microsoft.com/office/drawing/2014/main" id="{9A1EA9F2-FCB6-48C3-935F-7AE7E3AD14AC}"/>
              </a:ext>
            </a:extLst>
          </p:cNvPr>
          <p:cNvGrpSpPr/>
          <p:nvPr/>
        </p:nvGrpSpPr>
        <p:grpSpPr>
          <a:xfrm>
            <a:off x="304800" y="749300"/>
            <a:ext cx="6192343" cy="400110"/>
            <a:chOff x="424117" y="898245"/>
            <a:chExt cx="6192343" cy="400110"/>
          </a:xfrm>
        </p:grpSpPr>
        <p:sp>
          <p:nvSpPr>
            <p:cNvPr id="2" name="平行四边形 1">
              <a:extLst>
                <a:ext uri="{FF2B5EF4-FFF2-40B4-BE49-F238E27FC236}">
                  <a16:creationId xmlns:a16="http://schemas.microsoft.com/office/drawing/2014/main" id="{1F5BAA3F-9845-4F89-A2DD-8222D3E4EDAC}"/>
                </a:ext>
              </a:extLst>
            </p:cNvPr>
            <p:cNvSpPr/>
            <p:nvPr/>
          </p:nvSpPr>
          <p:spPr>
            <a:xfrm>
              <a:off x="424117" y="898245"/>
              <a:ext cx="711200" cy="387090"/>
            </a:xfrm>
            <a:prstGeom prst="parallelogram">
              <a:avLst/>
            </a:prstGeom>
            <a:solidFill>
              <a:schemeClr val="accent3">
                <a:lumMod val="75000"/>
              </a:schemeClr>
            </a:solidFill>
            <a:ln>
              <a:solidFill>
                <a:schemeClr val="accent3">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CN" sz="2200" dirty="0">
                  <a:latin typeface="Impact" panose="020B0806030902050204" pitchFamily="34" charset="0"/>
                </a:rPr>
                <a:t>02</a:t>
              </a:r>
              <a:endParaRPr lang="zh-CN" altLang="en-US" sz="2200" dirty="0">
                <a:latin typeface="Impact" panose="020B0806030902050204" pitchFamily="34" charset="0"/>
              </a:endParaRPr>
            </a:p>
          </p:txBody>
        </p:sp>
        <p:sp>
          <p:nvSpPr>
            <p:cNvPr id="3" name="文本框 2">
              <a:extLst>
                <a:ext uri="{FF2B5EF4-FFF2-40B4-BE49-F238E27FC236}">
                  <a16:creationId xmlns:a16="http://schemas.microsoft.com/office/drawing/2014/main" id="{4D6BD736-A4D3-4F26-AFED-36E11F50F70B}"/>
                </a:ext>
              </a:extLst>
            </p:cNvPr>
            <p:cNvSpPr txBox="1"/>
            <p:nvPr/>
          </p:nvSpPr>
          <p:spPr>
            <a:xfrm>
              <a:off x="1204755" y="898245"/>
              <a:ext cx="5411705" cy="400110"/>
            </a:xfrm>
            <a:prstGeom prst="rect">
              <a:avLst/>
            </a:prstGeom>
            <a:noFill/>
          </p:spPr>
          <p:txBody>
            <a:bodyPr wrap="square" rtlCol="0">
              <a:spAutoFit/>
            </a:bodyPr>
            <a:lstStyle/>
            <a:p>
              <a:r>
                <a:rPr lang="zh-CN" altLang="en-US" sz="2000" b="1" dirty="0"/>
                <a:t>透明传输</a:t>
              </a:r>
            </a:p>
          </p:txBody>
        </p:sp>
      </p:grpSp>
      <p:sp>
        <p:nvSpPr>
          <p:cNvPr id="8" name="矩形 7">
            <a:extLst>
              <a:ext uri="{FF2B5EF4-FFF2-40B4-BE49-F238E27FC236}">
                <a16:creationId xmlns:a16="http://schemas.microsoft.com/office/drawing/2014/main" id="{C7720255-4E6C-41B6-A880-D93377A356B5}"/>
              </a:ext>
            </a:extLst>
          </p:cNvPr>
          <p:cNvSpPr/>
          <p:nvPr/>
        </p:nvSpPr>
        <p:spPr>
          <a:xfrm>
            <a:off x="1016000" y="1297642"/>
            <a:ext cx="256976" cy="256976"/>
          </a:xfrm>
          <a:prstGeom prst="rect">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9" name="íşlïḍè">
            <a:extLst>
              <a:ext uri="{FF2B5EF4-FFF2-40B4-BE49-F238E27FC236}">
                <a16:creationId xmlns:a16="http://schemas.microsoft.com/office/drawing/2014/main" id="{1E3208DB-9CB5-439E-87A6-F640C77C2B32}"/>
              </a:ext>
            </a:extLst>
          </p:cNvPr>
          <p:cNvSpPr txBox="1"/>
          <p:nvPr/>
        </p:nvSpPr>
        <p:spPr>
          <a:xfrm>
            <a:off x="1333228" y="1297641"/>
            <a:ext cx="10494766" cy="511424"/>
          </a:xfrm>
          <a:prstGeom prst="rect">
            <a:avLst/>
          </a:prstGeom>
          <a:noFill/>
        </p:spPr>
        <p:txBody>
          <a:bodyPr wrap="square" lIns="91440" tIns="45720" rIns="91440" bIns="45720" anchor="ctr">
            <a:noAutofit/>
          </a:bodyPr>
          <a:lstStyle/>
          <a:p>
            <a:r>
              <a:rPr lang="zh-CN" altLang="en-US" b="1" dirty="0"/>
              <a:t>透明传输是指</a:t>
            </a:r>
            <a:r>
              <a:rPr lang="zh-CN" altLang="en-US" b="1" dirty="0">
                <a:solidFill>
                  <a:schemeClr val="accent1">
                    <a:lumMod val="75000"/>
                  </a:schemeClr>
                </a:solidFill>
              </a:rPr>
              <a:t>数据链路层对上层交付下来的协议数据单元</a:t>
            </a:r>
            <a:r>
              <a:rPr lang="en-US" altLang="zh-CN" b="1" dirty="0">
                <a:solidFill>
                  <a:schemeClr val="accent1">
                    <a:lumMod val="75000"/>
                  </a:schemeClr>
                </a:solidFill>
              </a:rPr>
              <a:t>PDU</a:t>
            </a:r>
            <a:r>
              <a:rPr lang="zh-CN" altLang="en-US" b="1" dirty="0">
                <a:solidFill>
                  <a:schemeClr val="accent1">
                    <a:lumMod val="75000"/>
                  </a:schemeClr>
                </a:solidFill>
              </a:rPr>
              <a:t>没有任何限制</a:t>
            </a:r>
            <a:r>
              <a:rPr lang="zh-CN" altLang="en-US" b="1" dirty="0"/>
              <a:t>，就好像数据链路层不存在一样。</a:t>
            </a:r>
            <a:endParaRPr lang="en-US" altLang="zh-CN" b="1" dirty="0"/>
          </a:p>
        </p:txBody>
      </p:sp>
      <p:grpSp>
        <p:nvGrpSpPr>
          <p:cNvPr id="5" name="组合 4">
            <a:extLst>
              <a:ext uri="{FF2B5EF4-FFF2-40B4-BE49-F238E27FC236}">
                <a16:creationId xmlns:a16="http://schemas.microsoft.com/office/drawing/2014/main" id="{8A770C34-1B38-4EEF-A0A8-606779CB738C}"/>
              </a:ext>
            </a:extLst>
          </p:cNvPr>
          <p:cNvGrpSpPr/>
          <p:nvPr/>
        </p:nvGrpSpPr>
        <p:grpSpPr>
          <a:xfrm>
            <a:off x="304799" y="3187346"/>
            <a:ext cx="11595556" cy="2667911"/>
            <a:chOff x="304799" y="3588634"/>
            <a:chExt cx="11595556" cy="2667911"/>
          </a:xfrm>
        </p:grpSpPr>
        <p:grpSp>
          <p:nvGrpSpPr>
            <p:cNvPr id="10" name="组合 9">
              <a:extLst>
                <a:ext uri="{FF2B5EF4-FFF2-40B4-BE49-F238E27FC236}">
                  <a16:creationId xmlns:a16="http://schemas.microsoft.com/office/drawing/2014/main" id="{1872948F-40FE-4C50-9F43-A13F69433512}"/>
                </a:ext>
              </a:extLst>
            </p:cNvPr>
            <p:cNvGrpSpPr/>
            <p:nvPr/>
          </p:nvGrpSpPr>
          <p:grpSpPr>
            <a:xfrm>
              <a:off x="601699" y="5615463"/>
              <a:ext cx="10940423" cy="641082"/>
              <a:chOff x="601699" y="5648354"/>
              <a:chExt cx="10940423" cy="641082"/>
            </a:xfrm>
          </p:grpSpPr>
          <p:cxnSp>
            <p:nvCxnSpPr>
              <p:cNvPr id="21" name="直接连接符 20">
                <a:extLst>
                  <a:ext uri="{FF2B5EF4-FFF2-40B4-BE49-F238E27FC236}">
                    <a16:creationId xmlns:a16="http://schemas.microsoft.com/office/drawing/2014/main" id="{AFA66375-BFFA-4A09-AA4D-EB81610ADFDC}"/>
                  </a:ext>
                </a:extLst>
              </p:cNvPr>
              <p:cNvCxnSpPr>
                <a:cxnSpLocks/>
              </p:cNvCxnSpPr>
              <p:nvPr/>
            </p:nvCxnSpPr>
            <p:spPr>
              <a:xfrm>
                <a:off x="1143721" y="6126777"/>
                <a:ext cx="10027235"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pic>
            <p:nvPicPr>
              <p:cNvPr id="22" name="图形 21">
                <a:extLst>
                  <a:ext uri="{FF2B5EF4-FFF2-40B4-BE49-F238E27FC236}">
                    <a16:creationId xmlns:a16="http://schemas.microsoft.com/office/drawing/2014/main" id="{6C887B44-86C4-4555-A5AA-6253F2886F19}"/>
                  </a:ext>
                </a:extLst>
              </p:cNvPr>
              <p:cNvPicPr>
                <a:picLocks noChangeAspect="1"/>
              </p:cNvPicPr>
              <p:nvPr/>
            </p:nvPicPr>
            <p:blipFill>
              <a:blip r:embed="rId3">
                <a:extLst>
                  <a:ext uri="{28A0092B-C50C-407E-A947-70E740481C1C}">
                    <a14:useLocalDpi xmlns:a14="http://schemas.microsoft.com/office/drawing/2010/main" val="0"/>
                  </a:ext>
                  <a:ext uri="{96DAC541-7B7A-43D3-8B79-37D633B846F1}">
                    <asvg:svgBlip xmlns:asvg="http://schemas.microsoft.com/office/drawing/2016/SVG/main" r:embed="rId4"/>
                  </a:ext>
                </a:extLst>
              </a:blip>
              <a:stretch>
                <a:fillRect/>
              </a:stretch>
            </p:blipFill>
            <p:spPr>
              <a:xfrm>
                <a:off x="601699" y="5648354"/>
                <a:ext cx="662814" cy="641082"/>
              </a:xfrm>
              <a:prstGeom prst="rect">
                <a:avLst/>
              </a:prstGeom>
            </p:spPr>
          </p:pic>
          <p:pic>
            <p:nvPicPr>
              <p:cNvPr id="23" name="图形 22">
                <a:extLst>
                  <a:ext uri="{FF2B5EF4-FFF2-40B4-BE49-F238E27FC236}">
                    <a16:creationId xmlns:a16="http://schemas.microsoft.com/office/drawing/2014/main" id="{D0041743-ABFB-4FFC-9ACE-63E103F31FCF}"/>
                  </a:ext>
                </a:extLst>
              </p:cNvPr>
              <p:cNvPicPr>
                <a:picLocks noChangeAspect="1"/>
              </p:cNvPicPr>
              <p:nvPr/>
            </p:nvPicPr>
            <p:blipFill>
              <a:blip r:embed="rId3">
                <a:extLst>
                  <a:ext uri="{28A0092B-C50C-407E-A947-70E740481C1C}">
                    <a14:useLocalDpi xmlns:a14="http://schemas.microsoft.com/office/drawing/2010/main" val="0"/>
                  </a:ext>
                  <a:ext uri="{96DAC541-7B7A-43D3-8B79-37D633B846F1}">
                    <asvg:svgBlip xmlns:asvg="http://schemas.microsoft.com/office/drawing/2016/SVG/main" r:embed="rId4"/>
                  </a:ext>
                </a:extLst>
              </a:blip>
              <a:stretch>
                <a:fillRect/>
              </a:stretch>
            </p:blipFill>
            <p:spPr>
              <a:xfrm>
                <a:off x="10879308" y="5648354"/>
                <a:ext cx="662814" cy="641082"/>
              </a:xfrm>
              <a:prstGeom prst="rect">
                <a:avLst/>
              </a:prstGeom>
            </p:spPr>
          </p:pic>
        </p:grpSp>
        <p:sp>
          <p:nvSpPr>
            <p:cNvPr id="11" name="矩形 10">
              <a:extLst>
                <a:ext uri="{FF2B5EF4-FFF2-40B4-BE49-F238E27FC236}">
                  <a16:creationId xmlns:a16="http://schemas.microsoft.com/office/drawing/2014/main" id="{89F370EB-1516-471E-8B16-B9DF13881EEB}"/>
                </a:ext>
              </a:extLst>
            </p:cNvPr>
            <p:cNvSpPr/>
            <p:nvPr/>
          </p:nvSpPr>
          <p:spPr>
            <a:xfrm>
              <a:off x="304799" y="5115754"/>
              <a:ext cx="1366117" cy="387091"/>
            </a:xfrm>
            <a:prstGeom prst="rect">
              <a:avLst/>
            </a:prstGeom>
            <a:solidFill>
              <a:schemeClr val="tx2"/>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zh-CN" altLang="en-US" b="1" dirty="0"/>
                <a:t>物理层</a:t>
              </a:r>
            </a:p>
          </p:txBody>
        </p:sp>
        <p:sp>
          <p:nvSpPr>
            <p:cNvPr id="12" name="矩形 11">
              <a:extLst>
                <a:ext uri="{FF2B5EF4-FFF2-40B4-BE49-F238E27FC236}">
                  <a16:creationId xmlns:a16="http://schemas.microsoft.com/office/drawing/2014/main" id="{C120AF4E-32F2-4BB4-8E09-D3F91B674B6A}"/>
                </a:ext>
              </a:extLst>
            </p:cNvPr>
            <p:cNvSpPr/>
            <p:nvPr/>
          </p:nvSpPr>
          <p:spPr>
            <a:xfrm>
              <a:off x="304800" y="3972672"/>
              <a:ext cx="1366117" cy="387091"/>
            </a:xfrm>
            <a:prstGeom prst="rect">
              <a:avLst/>
            </a:prstGeom>
            <a:solidFill>
              <a:schemeClr val="accent3"/>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zh-CN" altLang="en-US" b="1" dirty="0"/>
                <a:t>运输层</a:t>
              </a:r>
            </a:p>
          </p:txBody>
        </p:sp>
        <p:sp>
          <p:nvSpPr>
            <p:cNvPr id="13" name="矩形 12">
              <a:extLst>
                <a:ext uri="{FF2B5EF4-FFF2-40B4-BE49-F238E27FC236}">
                  <a16:creationId xmlns:a16="http://schemas.microsoft.com/office/drawing/2014/main" id="{51C9FA23-441A-4229-A8AC-D91362162E91}"/>
                </a:ext>
              </a:extLst>
            </p:cNvPr>
            <p:cNvSpPr/>
            <p:nvPr/>
          </p:nvSpPr>
          <p:spPr>
            <a:xfrm>
              <a:off x="304800" y="4347677"/>
              <a:ext cx="1366117" cy="387091"/>
            </a:xfrm>
            <a:prstGeom prst="rect">
              <a:avLst/>
            </a:prstGeom>
            <a:solidFill>
              <a:schemeClr val="accent6"/>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zh-CN" altLang="en-US" b="1" dirty="0"/>
                <a:t>网络层</a:t>
              </a:r>
            </a:p>
          </p:txBody>
        </p:sp>
        <p:sp>
          <p:nvSpPr>
            <p:cNvPr id="14" name="矩形 13">
              <a:extLst>
                <a:ext uri="{FF2B5EF4-FFF2-40B4-BE49-F238E27FC236}">
                  <a16:creationId xmlns:a16="http://schemas.microsoft.com/office/drawing/2014/main" id="{944CCDAD-E2F9-4EA6-A4ED-0C39133CDB16}"/>
                </a:ext>
              </a:extLst>
            </p:cNvPr>
            <p:cNvSpPr/>
            <p:nvPr/>
          </p:nvSpPr>
          <p:spPr>
            <a:xfrm>
              <a:off x="304800" y="4728663"/>
              <a:ext cx="1366118" cy="387091"/>
            </a:xfrm>
            <a:prstGeom prst="rect">
              <a:avLst/>
            </a:prstGeom>
            <a:solidFill>
              <a:schemeClr val="accent4"/>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zh-CN" altLang="en-US" b="1" dirty="0"/>
                <a:t>数据链路层</a:t>
              </a:r>
            </a:p>
          </p:txBody>
        </p:sp>
        <p:sp>
          <p:nvSpPr>
            <p:cNvPr id="15" name="矩形 14">
              <a:extLst>
                <a:ext uri="{FF2B5EF4-FFF2-40B4-BE49-F238E27FC236}">
                  <a16:creationId xmlns:a16="http://schemas.microsoft.com/office/drawing/2014/main" id="{84531869-3AF3-45B6-B1D3-9A7658A203C8}"/>
                </a:ext>
              </a:extLst>
            </p:cNvPr>
            <p:cNvSpPr/>
            <p:nvPr/>
          </p:nvSpPr>
          <p:spPr>
            <a:xfrm>
              <a:off x="304800" y="3588634"/>
              <a:ext cx="1366117" cy="387091"/>
            </a:xfrm>
            <a:prstGeom prst="rect">
              <a:avLst/>
            </a:prstGeom>
            <a:solidFill>
              <a:schemeClr val="accent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zh-CN" altLang="en-US" b="1" dirty="0"/>
                <a:t>应用层</a:t>
              </a:r>
            </a:p>
          </p:txBody>
        </p:sp>
        <p:sp>
          <p:nvSpPr>
            <p:cNvPr id="35" name="矩形 34">
              <a:extLst>
                <a:ext uri="{FF2B5EF4-FFF2-40B4-BE49-F238E27FC236}">
                  <a16:creationId xmlns:a16="http://schemas.microsoft.com/office/drawing/2014/main" id="{A2C9B035-8ABD-494E-8783-C6462F2C34EE}"/>
                </a:ext>
              </a:extLst>
            </p:cNvPr>
            <p:cNvSpPr/>
            <p:nvPr/>
          </p:nvSpPr>
          <p:spPr>
            <a:xfrm>
              <a:off x="10534236" y="5126397"/>
              <a:ext cx="1366117" cy="387091"/>
            </a:xfrm>
            <a:prstGeom prst="rect">
              <a:avLst/>
            </a:prstGeom>
            <a:solidFill>
              <a:schemeClr val="tx2"/>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zh-CN" altLang="en-US" b="1" dirty="0"/>
                <a:t>物理层</a:t>
              </a:r>
            </a:p>
          </p:txBody>
        </p:sp>
        <p:sp>
          <p:nvSpPr>
            <p:cNvPr id="36" name="矩形 35">
              <a:extLst>
                <a:ext uri="{FF2B5EF4-FFF2-40B4-BE49-F238E27FC236}">
                  <a16:creationId xmlns:a16="http://schemas.microsoft.com/office/drawing/2014/main" id="{56BC3166-5D46-4BE0-859C-38744E5D710F}"/>
                </a:ext>
              </a:extLst>
            </p:cNvPr>
            <p:cNvSpPr/>
            <p:nvPr/>
          </p:nvSpPr>
          <p:spPr>
            <a:xfrm>
              <a:off x="10534237" y="3983315"/>
              <a:ext cx="1366117" cy="387091"/>
            </a:xfrm>
            <a:prstGeom prst="rect">
              <a:avLst/>
            </a:prstGeom>
            <a:solidFill>
              <a:schemeClr val="accent3"/>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zh-CN" altLang="en-US" b="1" dirty="0"/>
                <a:t>运输层</a:t>
              </a:r>
            </a:p>
          </p:txBody>
        </p:sp>
        <p:sp>
          <p:nvSpPr>
            <p:cNvPr id="37" name="矩形 36">
              <a:extLst>
                <a:ext uri="{FF2B5EF4-FFF2-40B4-BE49-F238E27FC236}">
                  <a16:creationId xmlns:a16="http://schemas.microsoft.com/office/drawing/2014/main" id="{2393EBDF-8E46-43C9-A69C-478390939F5C}"/>
                </a:ext>
              </a:extLst>
            </p:cNvPr>
            <p:cNvSpPr/>
            <p:nvPr/>
          </p:nvSpPr>
          <p:spPr>
            <a:xfrm>
              <a:off x="10534237" y="4358320"/>
              <a:ext cx="1366117" cy="387091"/>
            </a:xfrm>
            <a:prstGeom prst="rect">
              <a:avLst/>
            </a:prstGeom>
            <a:solidFill>
              <a:schemeClr val="accent6"/>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zh-CN" altLang="en-US" b="1" dirty="0"/>
                <a:t>网络层</a:t>
              </a:r>
            </a:p>
          </p:txBody>
        </p:sp>
        <p:sp>
          <p:nvSpPr>
            <p:cNvPr id="38" name="矩形 37">
              <a:extLst>
                <a:ext uri="{FF2B5EF4-FFF2-40B4-BE49-F238E27FC236}">
                  <a16:creationId xmlns:a16="http://schemas.microsoft.com/office/drawing/2014/main" id="{8A58E852-6B41-424C-BD97-FCA280780330}"/>
                </a:ext>
              </a:extLst>
            </p:cNvPr>
            <p:cNvSpPr/>
            <p:nvPr/>
          </p:nvSpPr>
          <p:spPr>
            <a:xfrm>
              <a:off x="10534237" y="4739306"/>
              <a:ext cx="1366118" cy="387091"/>
            </a:xfrm>
            <a:prstGeom prst="rect">
              <a:avLst/>
            </a:prstGeom>
            <a:solidFill>
              <a:schemeClr val="accent4"/>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zh-CN" altLang="en-US" b="1" dirty="0"/>
                <a:t>数据链路层</a:t>
              </a:r>
            </a:p>
          </p:txBody>
        </p:sp>
        <p:sp>
          <p:nvSpPr>
            <p:cNvPr id="39" name="矩形 38">
              <a:extLst>
                <a:ext uri="{FF2B5EF4-FFF2-40B4-BE49-F238E27FC236}">
                  <a16:creationId xmlns:a16="http://schemas.microsoft.com/office/drawing/2014/main" id="{073FA83D-74E3-4EB9-AF7C-687245B39919}"/>
                </a:ext>
              </a:extLst>
            </p:cNvPr>
            <p:cNvSpPr/>
            <p:nvPr/>
          </p:nvSpPr>
          <p:spPr>
            <a:xfrm>
              <a:off x="10534237" y="3599277"/>
              <a:ext cx="1366117" cy="387091"/>
            </a:xfrm>
            <a:prstGeom prst="rect">
              <a:avLst/>
            </a:prstGeom>
            <a:solidFill>
              <a:schemeClr val="accent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zh-CN" altLang="en-US" b="1" dirty="0"/>
                <a:t>应用层</a:t>
              </a:r>
            </a:p>
          </p:txBody>
        </p:sp>
      </p:grpSp>
      <p:sp>
        <p:nvSpPr>
          <p:cNvPr id="40" name="矩形 39">
            <a:extLst>
              <a:ext uri="{FF2B5EF4-FFF2-40B4-BE49-F238E27FC236}">
                <a16:creationId xmlns:a16="http://schemas.microsoft.com/office/drawing/2014/main" id="{34AB1A9F-ECCA-462F-AE15-F44A51008A49}"/>
              </a:ext>
            </a:extLst>
          </p:cNvPr>
          <p:cNvSpPr/>
          <p:nvPr/>
        </p:nvSpPr>
        <p:spPr>
          <a:xfrm>
            <a:off x="2328759" y="4327372"/>
            <a:ext cx="4180585" cy="387091"/>
          </a:xfrm>
          <a:prstGeom prst="rect">
            <a:avLst/>
          </a:prstGeom>
          <a:solidFill>
            <a:schemeClr val="accent6"/>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b="1" dirty="0"/>
          </a:p>
        </p:txBody>
      </p:sp>
      <p:sp>
        <p:nvSpPr>
          <p:cNvPr id="43" name="矩形 42">
            <a:extLst>
              <a:ext uri="{FF2B5EF4-FFF2-40B4-BE49-F238E27FC236}">
                <a16:creationId xmlns:a16="http://schemas.microsoft.com/office/drawing/2014/main" id="{1E4055DF-E75F-45C3-9B93-8250906732BD}"/>
              </a:ext>
            </a:extLst>
          </p:cNvPr>
          <p:cNvSpPr/>
          <p:nvPr/>
        </p:nvSpPr>
        <p:spPr>
          <a:xfrm>
            <a:off x="3097743" y="4327371"/>
            <a:ext cx="585619" cy="387091"/>
          </a:xfrm>
          <a:prstGeom prst="rect">
            <a:avLst/>
          </a:prstGeom>
          <a:solidFill>
            <a:schemeClr val="accent4"/>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CN" b="1" dirty="0"/>
              <a:t>Flag</a:t>
            </a:r>
            <a:endParaRPr lang="zh-CN" altLang="en-US" b="1" dirty="0"/>
          </a:p>
        </p:txBody>
      </p:sp>
    </p:spTree>
    <p:custDataLst>
      <p:tags r:id="rId1"/>
    </p:custDataLst>
    <p:extLst>
      <p:ext uri="{BB962C8B-B14F-4D97-AF65-F5344CB8AC3E}">
        <p14:creationId xmlns:p14="http://schemas.microsoft.com/office/powerpoint/2010/main" val="200004085"/>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2" presetClass="entr" presetSubtype="1" fill="hold" nodeType="withEffect">
                                  <p:stCondLst>
                                    <p:cond delay="0"/>
                                  </p:stCondLst>
                                  <p:childTnLst>
                                    <p:set>
                                      <p:cBhvr>
                                        <p:cTn id="6" dur="1" fill="hold">
                                          <p:stCondLst>
                                            <p:cond delay="0"/>
                                          </p:stCondLst>
                                        </p:cTn>
                                        <p:tgtEl>
                                          <p:spTgt spid="4"/>
                                        </p:tgtEl>
                                        <p:attrNameLst>
                                          <p:attrName>style.visibility</p:attrName>
                                        </p:attrNameLst>
                                      </p:cBhvr>
                                      <p:to>
                                        <p:strVal val="visible"/>
                                      </p:to>
                                    </p:set>
                                    <p:anim calcmode="lin" valueType="num">
                                      <p:cBhvr additive="base">
                                        <p:cTn id="7" dur="1000"/>
                                        <p:tgtEl>
                                          <p:spTgt spid="4"/>
                                        </p:tgtEl>
                                        <p:attrNameLst>
                                          <p:attrName>ppt_y</p:attrName>
                                        </p:attrNameLst>
                                      </p:cBhvr>
                                      <p:tavLst>
                                        <p:tav tm="0">
                                          <p:val>
                                            <p:strVal val="#ppt_y-#ppt_h*1.125000"/>
                                          </p:val>
                                        </p:tav>
                                        <p:tav tm="100000">
                                          <p:val>
                                            <p:strVal val="#ppt_y"/>
                                          </p:val>
                                        </p:tav>
                                      </p:tavLst>
                                    </p:anim>
                                    <p:animEffect transition="in" filter="wipe(down)">
                                      <p:cBhvr>
                                        <p:cTn id="8" dur="1000"/>
                                        <p:tgtEl>
                                          <p:spTgt spid="4"/>
                                        </p:tgtEl>
                                      </p:cBhvr>
                                    </p:animEffect>
                                  </p:childTnLst>
                                </p:cTn>
                              </p:par>
                            </p:childTnLst>
                          </p:cTn>
                        </p:par>
                      </p:childTnLst>
                    </p:cTn>
                  </p:par>
                  <p:par>
                    <p:cTn id="9" fill="hold">
                      <p:stCondLst>
                        <p:cond delay="indefinite"/>
                      </p:stCondLst>
                      <p:childTnLst>
                        <p:par>
                          <p:cTn id="10" fill="hold">
                            <p:stCondLst>
                              <p:cond delay="0"/>
                            </p:stCondLst>
                            <p:childTnLst>
                              <p:par>
                                <p:cTn id="11" presetID="49" presetClass="entr" presetSubtype="0" decel="100000" fill="hold" grpId="0" nodeType="clickEffect">
                                  <p:stCondLst>
                                    <p:cond delay="0"/>
                                  </p:stCondLst>
                                  <p:childTnLst>
                                    <p:set>
                                      <p:cBhvr>
                                        <p:cTn id="12" dur="1" fill="hold">
                                          <p:stCondLst>
                                            <p:cond delay="0"/>
                                          </p:stCondLst>
                                        </p:cTn>
                                        <p:tgtEl>
                                          <p:spTgt spid="8"/>
                                        </p:tgtEl>
                                        <p:attrNameLst>
                                          <p:attrName>style.visibility</p:attrName>
                                        </p:attrNameLst>
                                      </p:cBhvr>
                                      <p:to>
                                        <p:strVal val="visible"/>
                                      </p:to>
                                    </p:set>
                                    <p:anim calcmode="lin" valueType="num">
                                      <p:cBhvr>
                                        <p:cTn id="13" dur="500" fill="hold"/>
                                        <p:tgtEl>
                                          <p:spTgt spid="8"/>
                                        </p:tgtEl>
                                        <p:attrNameLst>
                                          <p:attrName>ppt_w</p:attrName>
                                        </p:attrNameLst>
                                      </p:cBhvr>
                                      <p:tavLst>
                                        <p:tav tm="0">
                                          <p:val>
                                            <p:fltVal val="0"/>
                                          </p:val>
                                        </p:tav>
                                        <p:tav tm="100000">
                                          <p:val>
                                            <p:strVal val="#ppt_w"/>
                                          </p:val>
                                        </p:tav>
                                      </p:tavLst>
                                    </p:anim>
                                    <p:anim calcmode="lin" valueType="num">
                                      <p:cBhvr>
                                        <p:cTn id="14" dur="500" fill="hold"/>
                                        <p:tgtEl>
                                          <p:spTgt spid="8"/>
                                        </p:tgtEl>
                                        <p:attrNameLst>
                                          <p:attrName>ppt_h</p:attrName>
                                        </p:attrNameLst>
                                      </p:cBhvr>
                                      <p:tavLst>
                                        <p:tav tm="0">
                                          <p:val>
                                            <p:fltVal val="0"/>
                                          </p:val>
                                        </p:tav>
                                        <p:tav tm="100000">
                                          <p:val>
                                            <p:strVal val="#ppt_h"/>
                                          </p:val>
                                        </p:tav>
                                      </p:tavLst>
                                    </p:anim>
                                    <p:anim calcmode="lin" valueType="num">
                                      <p:cBhvr>
                                        <p:cTn id="15" dur="500" fill="hold"/>
                                        <p:tgtEl>
                                          <p:spTgt spid="8"/>
                                        </p:tgtEl>
                                        <p:attrNameLst>
                                          <p:attrName>style.rotation</p:attrName>
                                        </p:attrNameLst>
                                      </p:cBhvr>
                                      <p:tavLst>
                                        <p:tav tm="0">
                                          <p:val>
                                            <p:fltVal val="360"/>
                                          </p:val>
                                        </p:tav>
                                        <p:tav tm="100000">
                                          <p:val>
                                            <p:fltVal val="0"/>
                                          </p:val>
                                        </p:tav>
                                      </p:tavLst>
                                    </p:anim>
                                    <p:animEffect transition="in" filter="fade">
                                      <p:cBhvr>
                                        <p:cTn id="16" dur="500"/>
                                        <p:tgtEl>
                                          <p:spTgt spid="8"/>
                                        </p:tgtEl>
                                      </p:cBhvr>
                                    </p:animEffect>
                                  </p:childTnLst>
                                </p:cTn>
                              </p:par>
                            </p:childTnLst>
                          </p:cTn>
                        </p:par>
                        <p:par>
                          <p:cTn id="17" fill="hold">
                            <p:stCondLst>
                              <p:cond delay="500"/>
                            </p:stCondLst>
                            <p:childTnLst>
                              <p:par>
                                <p:cTn id="18" presetID="1" presetClass="entr" presetSubtype="0" fill="hold" grpId="0" nodeType="afterEffect">
                                  <p:stCondLst>
                                    <p:cond delay="0"/>
                                  </p:stCondLst>
                                  <p:iterate type="lt">
                                    <p:tmAbs val="100"/>
                                  </p:iterate>
                                  <p:childTnLst>
                                    <p:set>
                                      <p:cBhvr>
                                        <p:cTn id="19" dur="1" fill="hold">
                                          <p:stCondLst>
                                            <p:cond delay="0"/>
                                          </p:stCondLst>
                                        </p:cTn>
                                        <p:tgtEl>
                                          <p:spTgt spid="9"/>
                                        </p:tgtEl>
                                        <p:attrNameLst>
                                          <p:attrName>style.visibility</p:attrName>
                                        </p:attrNameLst>
                                      </p:cBhvr>
                                      <p:to>
                                        <p:strVal val="visible"/>
                                      </p:to>
                                    </p:set>
                                  </p:childTnLst>
                                </p:cTn>
                              </p:par>
                            </p:childTnLst>
                          </p:cTn>
                        </p:par>
                      </p:childTnLst>
                    </p:cTn>
                  </p:par>
                  <p:par>
                    <p:cTn id="20" fill="hold">
                      <p:stCondLst>
                        <p:cond delay="indefinite"/>
                      </p:stCondLst>
                      <p:childTnLst>
                        <p:par>
                          <p:cTn id="21" fill="hold">
                            <p:stCondLst>
                              <p:cond delay="0"/>
                            </p:stCondLst>
                            <p:childTnLst>
                              <p:par>
                                <p:cTn id="22" presetID="30" presetClass="entr" presetSubtype="0" fill="hold" nodeType="clickEffect">
                                  <p:stCondLst>
                                    <p:cond delay="0"/>
                                  </p:stCondLst>
                                  <p:childTnLst>
                                    <p:set>
                                      <p:cBhvr>
                                        <p:cTn id="23" dur="1" fill="hold">
                                          <p:stCondLst>
                                            <p:cond delay="0"/>
                                          </p:stCondLst>
                                        </p:cTn>
                                        <p:tgtEl>
                                          <p:spTgt spid="5"/>
                                        </p:tgtEl>
                                        <p:attrNameLst>
                                          <p:attrName>style.visibility</p:attrName>
                                        </p:attrNameLst>
                                      </p:cBhvr>
                                      <p:to>
                                        <p:strVal val="visible"/>
                                      </p:to>
                                    </p:set>
                                    <p:animEffect transition="in" filter="fade">
                                      <p:cBhvr>
                                        <p:cTn id="24" dur="800" decel="100000"/>
                                        <p:tgtEl>
                                          <p:spTgt spid="5"/>
                                        </p:tgtEl>
                                      </p:cBhvr>
                                    </p:animEffect>
                                    <p:anim calcmode="lin" valueType="num">
                                      <p:cBhvr>
                                        <p:cTn id="25" dur="800" decel="100000" fill="hold"/>
                                        <p:tgtEl>
                                          <p:spTgt spid="5"/>
                                        </p:tgtEl>
                                        <p:attrNameLst>
                                          <p:attrName>style.rotation</p:attrName>
                                        </p:attrNameLst>
                                      </p:cBhvr>
                                      <p:tavLst>
                                        <p:tav tm="0">
                                          <p:val>
                                            <p:fltVal val="-90"/>
                                          </p:val>
                                        </p:tav>
                                        <p:tav tm="100000">
                                          <p:val>
                                            <p:fltVal val="0"/>
                                          </p:val>
                                        </p:tav>
                                      </p:tavLst>
                                    </p:anim>
                                    <p:anim calcmode="lin" valueType="num">
                                      <p:cBhvr>
                                        <p:cTn id="26" dur="800" decel="100000" fill="hold"/>
                                        <p:tgtEl>
                                          <p:spTgt spid="5"/>
                                        </p:tgtEl>
                                        <p:attrNameLst>
                                          <p:attrName>ppt_x</p:attrName>
                                        </p:attrNameLst>
                                      </p:cBhvr>
                                      <p:tavLst>
                                        <p:tav tm="0">
                                          <p:val>
                                            <p:strVal val="#ppt_x+0.4"/>
                                          </p:val>
                                        </p:tav>
                                        <p:tav tm="100000">
                                          <p:val>
                                            <p:strVal val="#ppt_x-0.05"/>
                                          </p:val>
                                        </p:tav>
                                      </p:tavLst>
                                    </p:anim>
                                    <p:anim calcmode="lin" valueType="num">
                                      <p:cBhvr>
                                        <p:cTn id="27" dur="800" decel="100000" fill="hold"/>
                                        <p:tgtEl>
                                          <p:spTgt spid="5"/>
                                        </p:tgtEl>
                                        <p:attrNameLst>
                                          <p:attrName>ppt_y</p:attrName>
                                        </p:attrNameLst>
                                      </p:cBhvr>
                                      <p:tavLst>
                                        <p:tav tm="0">
                                          <p:val>
                                            <p:strVal val="#ppt_y-0.4"/>
                                          </p:val>
                                        </p:tav>
                                        <p:tav tm="100000">
                                          <p:val>
                                            <p:strVal val="#ppt_y+0.1"/>
                                          </p:val>
                                        </p:tav>
                                      </p:tavLst>
                                    </p:anim>
                                    <p:anim calcmode="lin" valueType="num">
                                      <p:cBhvr>
                                        <p:cTn id="28" dur="200" accel="100000" fill="hold">
                                          <p:stCondLst>
                                            <p:cond delay="800"/>
                                          </p:stCondLst>
                                        </p:cTn>
                                        <p:tgtEl>
                                          <p:spTgt spid="5"/>
                                        </p:tgtEl>
                                        <p:attrNameLst>
                                          <p:attrName>ppt_x</p:attrName>
                                        </p:attrNameLst>
                                      </p:cBhvr>
                                      <p:tavLst>
                                        <p:tav tm="0">
                                          <p:val>
                                            <p:strVal val="#ppt_x-0.05"/>
                                          </p:val>
                                        </p:tav>
                                        <p:tav tm="100000">
                                          <p:val>
                                            <p:strVal val="#ppt_x"/>
                                          </p:val>
                                        </p:tav>
                                      </p:tavLst>
                                    </p:anim>
                                    <p:anim calcmode="lin" valueType="num">
                                      <p:cBhvr>
                                        <p:cTn id="29" dur="200" accel="100000" fill="hold">
                                          <p:stCondLst>
                                            <p:cond delay="800"/>
                                          </p:stCondLst>
                                        </p:cTn>
                                        <p:tgtEl>
                                          <p:spTgt spid="5"/>
                                        </p:tgtEl>
                                        <p:attrNameLst>
                                          <p:attrName>ppt_y</p:attrName>
                                        </p:attrNameLst>
                                      </p:cBhvr>
                                      <p:tavLst>
                                        <p:tav tm="0">
                                          <p:val>
                                            <p:strVal val="#ppt_y+0.1"/>
                                          </p:val>
                                        </p:tav>
                                        <p:tav tm="100000">
                                          <p:val>
                                            <p:strVal val="#ppt_y"/>
                                          </p:val>
                                        </p:tav>
                                      </p:tavLst>
                                    </p:anim>
                                  </p:childTnLst>
                                </p:cTn>
                              </p:par>
                            </p:childTnLst>
                          </p:cTn>
                        </p:par>
                      </p:childTnLst>
                    </p:cTn>
                  </p:par>
                  <p:par>
                    <p:cTn id="30" fill="hold">
                      <p:stCondLst>
                        <p:cond delay="indefinite"/>
                      </p:stCondLst>
                      <p:childTnLst>
                        <p:par>
                          <p:cTn id="31" fill="hold">
                            <p:stCondLst>
                              <p:cond delay="0"/>
                            </p:stCondLst>
                            <p:childTnLst>
                              <p:par>
                                <p:cTn id="32" presetID="12" presetClass="entr" presetSubtype="1" fill="hold" grpId="0" nodeType="clickEffect">
                                  <p:stCondLst>
                                    <p:cond delay="0"/>
                                  </p:stCondLst>
                                  <p:childTnLst>
                                    <p:set>
                                      <p:cBhvr>
                                        <p:cTn id="33" dur="1" fill="hold">
                                          <p:stCondLst>
                                            <p:cond delay="0"/>
                                          </p:stCondLst>
                                        </p:cTn>
                                        <p:tgtEl>
                                          <p:spTgt spid="40"/>
                                        </p:tgtEl>
                                        <p:attrNameLst>
                                          <p:attrName>style.visibility</p:attrName>
                                        </p:attrNameLst>
                                      </p:cBhvr>
                                      <p:to>
                                        <p:strVal val="visible"/>
                                      </p:to>
                                    </p:set>
                                    <p:anim calcmode="lin" valueType="num">
                                      <p:cBhvr additive="base">
                                        <p:cTn id="34" dur="500"/>
                                        <p:tgtEl>
                                          <p:spTgt spid="40"/>
                                        </p:tgtEl>
                                        <p:attrNameLst>
                                          <p:attrName>ppt_y</p:attrName>
                                        </p:attrNameLst>
                                      </p:cBhvr>
                                      <p:tavLst>
                                        <p:tav tm="0">
                                          <p:val>
                                            <p:strVal val="#ppt_y-#ppt_h*1.125000"/>
                                          </p:val>
                                        </p:tav>
                                        <p:tav tm="100000">
                                          <p:val>
                                            <p:strVal val="#ppt_y"/>
                                          </p:val>
                                        </p:tav>
                                      </p:tavLst>
                                    </p:anim>
                                    <p:animEffect transition="in" filter="wipe(down)">
                                      <p:cBhvr>
                                        <p:cTn id="35" dur="500"/>
                                        <p:tgtEl>
                                          <p:spTgt spid="40"/>
                                        </p:tgtEl>
                                      </p:cBhvr>
                                    </p:animEffect>
                                  </p:childTnLst>
                                </p:cTn>
                              </p:par>
                            </p:childTnLst>
                          </p:cTn>
                        </p:par>
                      </p:childTnLst>
                    </p:cTn>
                  </p:par>
                  <p:par>
                    <p:cTn id="36" fill="hold">
                      <p:stCondLst>
                        <p:cond delay="indefinite"/>
                      </p:stCondLst>
                      <p:childTnLst>
                        <p:par>
                          <p:cTn id="37" fill="hold">
                            <p:stCondLst>
                              <p:cond delay="0"/>
                            </p:stCondLst>
                            <p:childTnLst>
                              <p:par>
                                <p:cTn id="38" presetID="12" presetClass="entr" presetSubtype="8" fill="hold" grpId="0" nodeType="clickEffect">
                                  <p:stCondLst>
                                    <p:cond delay="0"/>
                                  </p:stCondLst>
                                  <p:childTnLst>
                                    <p:set>
                                      <p:cBhvr>
                                        <p:cTn id="39" dur="1" fill="hold">
                                          <p:stCondLst>
                                            <p:cond delay="0"/>
                                          </p:stCondLst>
                                        </p:cTn>
                                        <p:tgtEl>
                                          <p:spTgt spid="42"/>
                                        </p:tgtEl>
                                        <p:attrNameLst>
                                          <p:attrName>style.visibility</p:attrName>
                                        </p:attrNameLst>
                                      </p:cBhvr>
                                      <p:to>
                                        <p:strVal val="visible"/>
                                      </p:to>
                                    </p:set>
                                    <p:anim calcmode="lin" valueType="num">
                                      <p:cBhvr additive="base">
                                        <p:cTn id="40" dur="500"/>
                                        <p:tgtEl>
                                          <p:spTgt spid="42"/>
                                        </p:tgtEl>
                                        <p:attrNameLst>
                                          <p:attrName>ppt_x</p:attrName>
                                        </p:attrNameLst>
                                      </p:cBhvr>
                                      <p:tavLst>
                                        <p:tav tm="0">
                                          <p:val>
                                            <p:strVal val="#ppt_x-#ppt_w*1.125000"/>
                                          </p:val>
                                        </p:tav>
                                        <p:tav tm="100000">
                                          <p:val>
                                            <p:strVal val="#ppt_x"/>
                                          </p:val>
                                        </p:tav>
                                      </p:tavLst>
                                    </p:anim>
                                    <p:animEffect transition="in" filter="wipe(right)">
                                      <p:cBhvr>
                                        <p:cTn id="41" dur="500"/>
                                        <p:tgtEl>
                                          <p:spTgt spid="42"/>
                                        </p:tgtEl>
                                      </p:cBhvr>
                                    </p:animEffect>
                                  </p:childTnLst>
                                </p:cTn>
                              </p:par>
                              <p:par>
                                <p:cTn id="42" presetID="12" presetClass="entr" presetSubtype="2" fill="hold" grpId="0" nodeType="withEffect">
                                  <p:stCondLst>
                                    <p:cond delay="0"/>
                                  </p:stCondLst>
                                  <p:childTnLst>
                                    <p:set>
                                      <p:cBhvr>
                                        <p:cTn id="43" dur="1" fill="hold">
                                          <p:stCondLst>
                                            <p:cond delay="0"/>
                                          </p:stCondLst>
                                        </p:cTn>
                                        <p:tgtEl>
                                          <p:spTgt spid="41"/>
                                        </p:tgtEl>
                                        <p:attrNameLst>
                                          <p:attrName>style.visibility</p:attrName>
                                        </p:attrNameLst>
                                      </p:cBhvr>
                                      <p:to>
                                        <p:strVal val="visible"/>
                                      </p:to>
                                    </p:set>
                                    <p:anim calcmode="lin" valueType="num">
                                      <p:cBhvr additive="base">
                                        <p:cTn id="44" dur="500"/>
                                        <p:tgtEl>
                                          <p:spTgt spid="41"/>
                                        </p:tgtEl>
                                        <p:attrNameLst>
                                          <p:attrName>ppt_x</p:attrName>
                                        </p:attrNameLst>
                                      </p:cBhvr>
                                      <p:tavLst>
                                        <p:tav tm="0">
                                          <p:val>
                                            <p:strVal val="#ppt_x+#ppt_w*1.125000"/>
                                          </p:val>
                                        </p:tav>
                                        <p:tav tm="100000">
                                          <p:val>
                                            <p:strVal val="#ppt_x"/>
                                          </p:val>
                                        </p:tav>
                                      </p:tavLst>
                                    </p:anim>
                                    <p:animEffect transition="in" filter="wipe(left)">
                                      <p:cBhvr>
                                        <p:cTn id="45" dur="500"/>
                                        <p:tgtEl>
                                          <p:spTgt spid="41"/>
                                        </p:tgtEl>
                                      </p:cBhvr>
                                    </p:animEffect>
                                  </p:childTnLst>
                                </p:cTn>
                              </p:par>
                            </p:childTnLst>
                          </p:cTn>
                        </p:par>
                      </p:childTnLst>
                    </p:cTn>
                  </p:par>
                  <p:par>
                    <p:cTn id="46" fill="hold">
                      <p:stCondLst>
                        <p:cond delay="indefinite"/>
                      </p:stCondLst>
                      <p:childTnLst>
                        <p:par>
                          <p:cTn id="47" fill="hold">
                            <p:stCondLst>
                              <p:cond delay="0"/>
                            </p:stCondLst>
                            <p:childTnLst>
                              <p:par>
                                <p:cTn id="48" presetID="49" presetClass="entr" presetSubtype="0" decel="100000" fill="hold" grpId="0" nodeType="clickEffect">
                                  <p:stCondLst>
                                    <p:cond delay="0"/>
                                  </p:stCondLst>
                                  <p:childTnLst>
                                    <p:set>
                                      <p:cBhvr>
                                        <p:cTn id="49" dur="1" fill="hold">
                                          <p:stCondLst>
                                            <p:cond delay="0"/>
                                          </p:stCondLst>
                                        </p:cTn>
                                        <p:tgtEl>
                                          <p:spTgt spid="43"/>
                                        </p:tgtEl>
                                        <p:attrNameLst>
                                          <p:attrName>style.visibility</p:attrName>
                                        </p:attrNameLst>
                                      </p:cBhvr>
                                      <p:to>
                                        <p:strVal val="visible"/>
                                      </p:to>
                                    </p:set>
                                    <p:anim calcmode="lin" valueType="num">
                                      <p:cBhvr>
                                        <p:cTn id="50" dur="500" fill="hold"/>
                                        <p:tgtEl>
                                          <p:spTgt spid="43"/>
                                        </p:tgtEl>
                                        <p:attrNameLst>
                                          <p:attrName>ppt_w</p:attrName>
                                        </p:attrNameLst>
                                      </p:cBhvr>
                                      <p:tavLst>
                                        <p:tav tm="0">
                                          <p:val>
                                            <p:fltVal val="0"/>
                                          </p:val>
                                        </p:tav>
                                        <p:tav tm="100000">
                                          <p:val>
                                            <p:strVal val="#ppt_w"/>
                                          </p:val>
                                        </p:tav>
                                      </p:tavLst>
                                    </p:anim>
                                    <p:anim calcmode="lin" valueType="num">
                                      <p:cBhvr>
                                        <p:cTn id="51" dur="500" fill="hold"/>
                                        <p:tgtEl>
                                          <p:spTgt spid="43"/>
                                        </p:tgtEl>
                                        <p:attrNameLst>
                                          <p:attrName>ppt_h</p:attrName>
                                        </p:attrNameLst>
                                      </p:cBhvr>
                                      <p:tavLst>
                                        <p:tav tm="0">
                                          <p:val>
                                            <p:fltVal val="0"/>
                                          </p:val>
                                        </p:tav>
                                        <p:tav tm="100000">
                                          <p:val>
                                            <p:strVal val="#ppt_h"/>
                                          </p:val>
                                        </p:tav>
                                      </p:tavLst>
                                    </p:anim>
                                    <p:anim calcmode="lin" valueType="num">
                                      <p:cBhvr>
                                        <p:cTn id="52" dur="500" fill="hold"/>
                                        <p:tgtEl>
                                          <p:spTgt spid="43"/>
                                        </p:tgtEl>
                                        <p:attrNameLst>
                                          <p:attrName>style.rotation</p:attrName>
                                        </p:attrNameLst>
                                      </p:cBhvr>
                                      <p:tavLst>
                                        <p:tav tm="0">
                                          <p:val>
                                            <p:fltVal val="360"/>
                                          </p:val>
                                        </p:tav>
                                        <p:tav tm="100000">
                                          <p:val>
                                            <p:fltVal val="0"/>
                                          </p:val>
                                        </p:tav>
                                      </p:tavLst>
                                    </p:anim>
                                    <p:animEffect transition="in" filter="fade">
                                      <p:cBhvr>
                                        <p:cTn id="53" dur="500"/>
                                        <p:tgtEl>
                                          <p:spTgt spid="43"/>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1" grpId="0" animBg="1"/>
      <p:bldP spid="42" grpId="0" animBg="1"/>
      <p:bldP spid="8" grpId="0" animBg="1"/>
      <p:bldP spid="9" grpId="0"/>
      <p:bldP spid="40" grpId="0" animBg="1"/>
      <p:bldP spid="43" grpId="0" animBg="1"/>
    </p:bldLst>
  </p:timing>
</p:sld>
</file>

<file path=ppt/slides/slide4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27" name="组合 26">
            <a:extLst>
              <a:ext uri="{FF2B5EF4-FFF2-40B4-BE49-F238E27FC236}">
                <a16:creationId xmlns:a16="http://schemas.microsoft.com/office/drawing/2014/main" id="{22DF3DC8-A9C3-4470-9FF3-6AADCBFAA55F}"/>
              </a:ext>
            </a:extLst>
          </p:cNvPr>
          <p:cNvGrpSpPr/>
          <p:nvPr/>
        </p:nvGrpSpPr>
        <p:grpSpPr>
          <a:xfrm>
            <a:off x="6102295" y="5254517"/>
            <a:ext cx="5351823" cy="387093"/>
            <a:chOff x="1743140" y="4327371"/>
            <a:chExt cx="5351823" cy="387093"/>
          </a:xfrm>
        </p:grpSpPr>
        <p:sp>
          <p:nvSpPr>
            <p:cNvPr id="28" name="矩形 27">
              <a:extLst>
                <a:ext uri="{FF2B5EF4-FFF2-40B4-BE49-F238E27FC236}">
                  <a16:creationId xmlns:a16="http://schemas.microsoft.com/office/drawing/2014/main" id="{14A6C491-7E73-47D1-A668-F6AB051ECA79}"/>
                </a:ext>
              </a:extLst>
            </p:cNvPr>
            <p:cNvSpPr/>
            <p:nvPr/>
          </p:nvSpPr>
          <p:spPr>
            <a:xfrm>
              <a:off x="1743140" y="4327373"/>
              <a:ext cx="585619" cy="387091"/>
            </a:xfrm>
            <a:prstGeom prst="rect">
              <a:avLst/>
            </a:prstGeom>
            <a:solidFill>
              <a:schemeClr val="accent4"/>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CN" b="1" dirty="0"/>
                <a:t>Flag</a:t>
              </a:r>
              <a:endParaRPr lang="zh-CN" altLang="en-US" b="1" dirty="0"/>
            </a:p>
          </p:txBody>
        </p:sp>
        <p:sp>
          <p:nvSpPr>
            <p:cNvPr id="29" name="矩形 28">
              <a:extLst>
                <a:ext uri="{FF2B5EF4-FFF2-40B4-BE49-F238E27FC236}">
                  <a16:creationId xmlns:a16="http://schemas.microsoft.com/office/drawing/2014/main" id="{40A26214-C3A8-47CA-BFB0-17B75191EE24}"/>
                </a:ext>
              </a:extLst>
            </p:cNvPr>
            <p:cNvSpPr/>
            <p:nvPr/>
          </p:nvSpPr>
          <p:spPr>
            <a:xfrm>
              <a:off x="6509344" y="4327371"/>
              <a:ext cx="585619" cy="387091"/>
            </a:xfrm>
            <a:prstGeom prst="rect">
              <a:avLst/>
            </a:prstGeom>
            <a:solidFill>
              <a:schemeClr val="accent4"/>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CN" b="1" dirty="0"/>
                <a:t>Flag</a:t>
              </a:r>
              <a:endParaRPr lang="zh-CN" altLang="en-US" b="1" dirty="0"/>
            </a:p>
          </p:txBody>
        </p:sp>
        <p:sp>
          <p:nvSpPr>
            <p:cNvPr id="30" name="矩形 29">
              <a:extLst>
                <a:ext uri="{FF2B5EF4-FFF2-40B4-BE49-F238E27FC236}">
                  <a16:creationId xmlns:a16="http://schemas.microsoft.com/office/drawing/2014/main" id="{63345335-FFDF-4667-A5D7-D35073E3C64E}"/>
                </a:ext>
              </a:extLst>
            </p:cNvPr>
            <p:cNvSpPr/>
            <p:nvPr/>
          </p:nvSpPr>
          <p:spPr>
            <a:xfrm>
              <a:off x="2328759" y="4327372"/>
              <a:ext cx="4180585" cy="387091"/>
            </a:xfrm>
            <a:prstGeom prst="rect">
              <a:avLst/>
            </a:prstGeom>
            <a:solidFill>
              <a:schemeClr val="accent6"/>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b="1" dirty="0"/>
            </a:p>
          </p:txBody>
        </p:sp>
        <p:sp>
          <p:nvSpPr>
            <p:cNvPr id="31" name="矩形 30">
              <a:extLst>
                <a:ext uri="{FF2B5EF4-FFF2-40B4-BE49-F238E27FC236}">
                  <a16:creationId xmlns:a16="http://schemas.microsoft.com/office/drawing/2014/main" id="{62C1D11E-FD73-4A05-BAE5-B35EDE8B9FC8}"/>
                </a:ext>
              </a:extLst>
            </p:cNvPr>
            <p:cNvSpPr/>
            <p:nvPr/>
          </p:nvSpPr>
          <p:spPr>
            <a:xfrm>
              <a:off x="3097743" y="4327371"/>
              <a:ext cx="585619" cy="387091"/>
            </a:xfrm>
            <a:prstGeom prst="rect">
              <a:avLst/>
            </a:prstGeom>
            <a:solidFill>
              <a:schemeClr val="accent4"/>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CN" b="1" dirty="0"/>
                <a:t>Flag</a:t>
              </a:r>
              <a:endParaRPr lang="zh-CN" altLang="en-US" b="1" dirty="0"/>
            </a:p>
          </p:txBody>
        </p:sp>
      </p:grpSp>
      <p:sp>
        <p:nvSpPr>
          <p:cNvPr id="33" name="矩形 32">
            <a:extLst>
              <a:ext uri="{FF2B5EF4-FFF2-40B4-BE49-F238E27FC236}">
                <a16:creationId xmlns:a16="http://schemas.microsoft.com/office/drawing/2014/main" id="{19C1D5FC-F7A5-4FBF-810B-0FF9A8D13CCD}"/>
              </a:ext>
            </a:extLst>
          </p:cNvPr>
          <p:cNvSpPr/>
          <p:nvPr/>
        </p:nvSpPr>
        <p:spPr>
          <a:xfrm>
            <a:off x="-5167" y="5221918"/>
            <a:ext cx="938273" cy="484003"/>
          </a:xfrm>
          <a:prstGeom prst="rect">
            <a:avLst/>
          </a:prstGeom>
          <a:solidFill>
            <a:schemeClr val="bg1"/>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7" name="矩形 6">
            <a:extLst>
              <a:ext uri="{FF2B5EF4-FFF2-40B4-BE49-F238E27FC236}">
                <a16:creationId xmlns:a16="http://schemas.microsoft.com/office/drawing/2014/main" id="{63000FEF-84AC-4E71-B03B-0329662FD643}"/>
              </a:ext>
            </a:extLst>
          </p:cNvPr>
          <p:cNvSpPr/>
          <p:nvPr/>
        </p:nvSpPr>
        <p:spPr>
          <a:xfrm>
            <a:off x="11253727" y="5178728"/>
            <a:ext cx="938273" cy="484003"/>
          </a:xfrm>
          <a:prstGeom prst="rect">
            <a:avLst/>
          </a:prstGeom>
          <a:solidFill>
            <a:schemeClr val="bg1"/>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grpSp>
        <p:nvGrpSpPr>
          <p:cNvPr id="4" name="组合 3">
            <a:extLst>
              <a:ext uri="{FF2B5EF4-FFF2-40B4-BE49-F238E27FC236}">
                <a16:creationId xmlns:a16="http://schemas.microsoft.com/office/drawing/2014/main" id="{9A1EA9F2-FCB6-48C3-935F-7AE7E3AD14AC}"/>
              </a:ext>
            </a:extLst>
          </p:cNvPr>
          <p:cNvGrpSpPr/>
          <p:nvPr/>
        </p:nvGrpSpPr>
        <p:grpSpPr>
          <a:xfrm>
            <a:off x="304800" y="749300"/>
            <a:ext cx="6192343" cy="400110"/>
            <a:chOff x="424117" y="898245"/>
            <a:chExt cx="6192343" cy="400110"/>
          </a:xfrm>
        </p:grpSpPr>
        <p:sp>
          <p:nvSpPr>
            <p:cNvPr id="2" name="平行四边形 1">
              <a:extLst>
                <a:ext uri="{FF2B5EF4-FFF2-40B4-BE49-F238E27FC236}">
                  <a16:creationId xmlns:a16="http://schemas.microsoft.com/office/drawing/2014/main" id="{1F5BAA3F-9845-4F89-A2DD-8222D3E4EDAC}"/>
                </a:ext>
              </a:extLst>
            </p:cNvPr>
            <p:cNvSpPr/>
            <p:nvPr/>
          </p:nvSpPr>
          <p:spPr>
            <a:xfrm>
              <a:off x="424117" y="898245"/>
              <a:ext cx="711200" cy="387090"/>
            </a:xfrm>
            <a:prstGeom prst="parallelogram">
              <a:avLst/>
            </a:prstGeom>
            <a:solidFill>
              <a:schemeClr val="accent3">
                <a:lumMod val="75000"/>
              </a:schemeClr>
            </a:solidFill>
            <a:ln>
              <a:solidFill>
                <a:schemeClr val="accent3">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CN" sz="2200" dirty="0">
                  <a:latin typeface="Impact" panose="020B0806030902050204" pitchFamily="34" charset="0"/>
                </a:rPr>
                <a:t>02</a:t>
              </a:r>
              <a:endParaRPr lang="zh-CN" altLang="en-US" sz="2200" dirty="0">
                <a:latin typeface="Impact" panose="020B0806030902050204" pitchFamily="34" charset="0"/>
              </a:endParaRPr>
            </a:p>
          </p:txBody>
        </p:sp>
        <p:sp>
          <p:nvSpPr>
            <p:cNvPr id="3" name="文本框 2">
              <a:extLst>
                <a:ext uri="{FF2B5EF4-FFF2-40B4-BE49-F238E27FC236}">
                  <a16:creationId xmlns:a16="http://schemas.microsoft.com/office/drawing/2014/main" id="{4D6BD736-A4D3-4F26-AFED-36E11F50F70B}"/>
                </a:ext>
              </a:extLst>
            </p:cNvPr>
            <p:cNvSpPr txBox="1"/>
            <p:nvPr/>
          </p:nvSpPr>
          <p:spPr>
            <a:xfrm>
              <a:off x="1204755" y="898245"/>
              <a:ext cx="5411705" cy="400110"/>
            </a:xfrm>
            <a:prstGeom prst="rect">
              <a:avLst/>
            </a:prstGeom>
            <a:noFill/>
          </p:spPr>
          <p:txBody>
            <a:bodyPr wrap="square" rtlCol="0">
              <a:spAutoFit/>
            </a:bodyPr>
            <a:lstStyle/>
            <a:p>
              <a:r>
                <a:rPr lang="zh-CN" altLang="en-US" sz="2000" b="1" dirty="0"/>
                <a:t>透明传输</a:t>
              </a:r>
            </a:p>
          </p:txBody>
        </p:sp>
      </p:grpSp>
      <p:sp>
        <p:nvSpPr>
          <p:cNvPr id="8" name="矩形 7">
            <a:extLst>
              <a:ext uri="{FF2B5EF4-FFF2-40B4-BE49-F238E27FC236}">
                <a16:creationId xmlns:a16="http://schemas.microsoft.com/office/drawing/2014/main" id="{C7720255-4E6C-41B6-A880-D93377A356B5}"/>
              </a:ext>
            </a:extLst>
          </p:cNvPr>
          <p:cNvSpPr/>
          <p:nvPr/>
        </p:nvSpPr>
        <p:spPr>
          <a:xfrm>
            <a:off x="1016000" y="1297642"/>
            <a:ext cx="256976" cy="256976"/>
          </a:xfrm>
          <a:prstGeom prst="rect">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9" name="íşlïḍè">
            <a:extLst>
              <a:ext uri="{FF2B5EF4-FFF2-40B4-BE49-F238E27FC236}">
                <a16:creationId xmlns:a16="http://schemas.microsoft.com/office/drawing/2014/main" id="{1E3208DB-9CB5-439E-87A6-F640C77C2B32}"/>
              </a:ext>
            </a:extLst>
          </p:cNvPr>
          <p:cNvSpPr txBox="1"/>
          <p:nvPr/>
        </p:nvSpPr>
        <p:spPr>
          <a:xfrm>
            <a:off x="1333228" y="1297641"/>
            <a:ext cx="10494766" cy="511424"/>
          </a:xfrm>
          <a:prstGeom prst="rect">
            <a:avLst/>
          </a:prstGeom>
          <a:noFill/>
        </p:spPr>
        <p:txBody>
          <a:bodyPr wrap="square" lIns="91440" tIns="45720" rIns="91440" bIns="45720" anchor="ctr">
            <a:noAutofit/>
          </a:bodyPr>
          <a:lstStyle/>
          <a:p>
            <a:r>
              <a:rPr lang="zh-CN" altLang="en-US" b="1" dirty="0"/>
              <a:t>透明传输是指</a:t>
            </a:r>
            <a:r>
              <a:rPr lang="zh-CN" altLang="en-US" b="1" dirty="0">
                <a:solidFill>
                  <a:schemeClr val="accent1">
                    <a:lumMod val="75000"/>
                  </a:schemeClr>
                </a:solidFill>
              </a:rPr>
              <a:t>数据链路层对上层交付下来的协议数据单元</a:t>
            </a:r>
            <a:r>
              <a:rPr lang="en-US" altLang="zh-CN" b="1" dirty="0">
                <a:solidFill>
                  <a:schemeClr val="accent1">
                    <a:lumMod val="75000"/>
                  </a:schemeClr>
                </a:solidFill>
              </a:rPr>
              <a:t>PDU</a:t>
            </a:r>
            <a:r>
              <a:rPr lang="zh-CN" altLang="en-US" b="1" dirty="0">
                <a:solidFill>
                  <a:schemeClr val="accent1">
                    <a:lumMod val="75000"/>
                  </a:schemeClr>
                </a:solidFill>
              </a:rPr>
              <a:t>没有任何限制</a:t>
            </a:r>
            <a:r>
              <a:rPr lang="zh-CN" altLang="en-US" b="1" dirty="0"/>
              <a:t>，就好像数据链路层不存在一样。</a:t>
            </a:r>
            <a:endParaRPr lang="en-US" altLang="zh-CN" b="1" dirty="0"/>
          </a:p>
        </p:txBody>
      </p:sp>
      <p:grpSp>
        <p:nvGrpSpPr>
          <p:cNvPr id="5" name="组合 4">
            <a:extLst>
              <a:ext uri="{FF2B5EF4-FFF2-40B4-BE49-F238E27FC236}">
                <a16:creationId xmlns:a16="http://schemas.microsoft.com/office/drawing/2014/main" id="{8A770C34-1B38-4EEF-A0A8-606779CB738C}"/>
              </a:ext>
            </a:extLst>
          </p:cNvPr>
          <p:cNvGrpSpPr/>
          <p:nvPr/>
        </p:nvGrpSpPr>
        <p:grpSpPr>
          <a:xfrm>
            <a:off x="304799" y="3187346"/>
            <a:ext cx="11595556" cy="2667911"/>
            <a:chOff x="304799" y="3588634"/>
            <a:chExt cx="11595556" cy="2667911"/>
          </a:xfrm>
        </p:grpSpPr>
        <p:grpSp>
          <p:nvGrpSpPr>
            <p:cNvPr id="10" name="组合 9">
              <a:extLst>
                <a:ext uri="{FF2B5EF4-FFF2-40B4-BE49-F238E27FC236}">
                  <a16:creationId xmlns:a16="http://schemas.microsoft.com/office/drawing/2014/main" id="{1872948F-40FE-4C50-9F43-A13F69433512}"/>
                </a:ext>
              </a:extLst>
            </p:cNvPr>
            <p:cNvGrpSpPr/>
            <p:nvPr/>
          </p:nvGrpSpPr>
          <p:grpSpPr>
            <a:xfrm>
              <a:off x="601699" y="5615463"/>
              <a:ext cx="10940423" cy="641082"/>
              <a:chOff x="601699" y="5648354"/>
              <a:chExt cx="10940423" cy="641082"/>
            </a:xfrm>
          </p:grpSpPr>
          <p:cxnSp>
            <p:nvCxnSpPr>
              <p:cNvPr id="21" name="直接连接符 20">
                <a:extLst>
                  <a:ext uri="{FF2B5EF4-FFF2-40B4-BE49-F238E27FC236}">
                    <a16:creationId xmlns:a16="http://schemas.microsoft.com/office/drawing/2014/main" id="{AFA66375-BFFA-4A09-AA4D-EB81610ADFDC}"/>
                  </a:ext>
                </a:extLst>
              </p:cNvPr>
              <p:cNvCxnSpPr>
                <a:cxnSpLocks/>
              </p:cNvCxnSpPr>
              <p:nvPr/>
            </p:nvCxnSpPr>
            <p:spPr>
              <a:xfrm>
                <a:off x="1143721" y="6126777"/>
                <a:ext cx="10027235"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pic>
            <p:nvPicPr>
              <p:cNvPr id="22" name="图形 21">
                <a:extLst>
                  <a:ext uri="{FF2B5EF4-FFF2-40B4-BE49-F238E27FC236}">
                    <a16:creationId xmlns:a16="http://schemas.microsoft.com/office/drawing/2014/main" id="{6C887B44-86C4-4555-A5AA-6253F2886F19}"/>
                  </a:ext>
                </a:extLst>
              </p:cNvPr>
              <p:cNvPicPr>
                <a:picLocks noChangeAspect="1"/>
              </p:cNvPicPr>
              <p:nvPr/>
            </p:nvPicPr>
            <p:blipFill>
              <a:blip r:embed="rId3">
                <a:extLst>
                  <a:ext uri="{28A0092B-C50C-407E-A947-70E740481C1C}">
                    <a14:useLocalDpi xmlns:a14="http://schemas.microsoft.com/office/drawing/2010/main" val="0"/>
                  </a:ext>
                  <a:ext uri="{96DAC541-7B7A-43D3-8B79-37D633B846F1}">
                    <asvg:svgBlip xmlns:asvg="http://schemas.microsoft.com/office/drawing/2016/SVG/main" r:embed="rId4"/>
                  </a:ext>
                </a:extLst>
              </a:blip>
              <a:stretch>
                <a:fillRect/>
              </a:stretch>
            </p:blipFill>
            <p:spPr>
              <a:xfrm>
                <a:off x="601699" y="5648354"/>
                <a:ext cx="662814" cy="641082"/>
              </a:xfrm>
              <a:prstGeom prst="rect">
                <a:avLst/>
              </a:prstGeom>
            </p:spPr>
          </p:pic>
          <p:pic>
            <p:nvPicPr>
              <p:cNvPr id="23" name="图形 22">
                <a:extLst>
                  <a:ext uri="{FF2B5EF4-FFF2-40B4-BE49-F238E27FC236}">
                    <a16:creationId xmlns:a16="http://schemas.microsoft.com/office/drawing/2014/main" id="{D0041743-ABFB-4FFC-9ACE-63E103F31FCF}"/>
                  </a:ext>
                </a:extLst>
              </p:cNvPr>
              <p:cNvPicPr>
                <a:picLocks noChangeAspect="1"/>
              </p:cNvPicPr>
              <p:nvPr/>
            </p:nvPicPr>
            <p:blipFill>
              <a:blip r:embed="rId3">
                <a:extLst>
                  <a:ext uri="{28A0092B-C50C-407E-A947-70E740481C1C}">
                    <a14:useLocalDpi xmlns:a14="http://schemas.microsoft.com/office/drawing/2010/main" val="0"/>
                  </a:ext>
                  <a:ext uri="{96DAC541-7B7A-43D3-8B79-37D633B846F1}">
                    <asvg:svgBlip xmlns:asvg="http://schemas.microsoft.com/office/drawing/2016/SVG/main" r:embed="rId4"/>
                  </a:ext>
                </a:extLst>
              </a:blip>
              <a:stretch>
                <a:fillRect/>
              </a:stretch>
            </p:blipFill>
            <p:spPr>
              <a:xfrm>
                <a:off x="10879308" y="5648354"/>
                <a:ext cx="662814" cy="641082"/>
              </a:xfrm>
              <a:prstGeom prst="rect">
                <a:avLst/>
              </a:prstGeom>
            </p:spPr>
          </p:pic>
        </p:grpSp>
        <p:sp>
          <p:nvSpPr>
            <p:cNvPr id="11" name="矩形 10">
              <a:extLst>
                <a:ext uri="{FF2B5EF4-FFF2-40B4-BE49-F238E27FC236}">
                  <a16:creationId xmlns:a16="http://schemas.microsoft.com/office/drawing/2014/main" id="{89F370EB-1516-471E-8B16-B9DF13881EEB}"/>
                </a:ext>
              </a:extLst>
            </p:cNvPr>
            <p:cNvSpPr/>
            <p:nvPr/>
          </p:nvSpPr>
          <p:spPr>
            <a:xfrm>
              <a:off x="304799" y="5115754"/>
              <a:ext cx="1366117" cy="387091"/>
            </a:xfrm>
            <a:prstGeom prst="rect">
              <a:avLst/>
            </a:prstGeom>
            <a:solidFill>
              <a:schemeClr val="tx2"/>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zh-CN" altLang="en-US" b="1" dirty="0"/>
                <a:t>物理层</a:t>
              </a:r>
            </a:p>
          </p:txBody>
        </p:sp>
        <p:sp>
          <p:nvSpPr>
            <p:cNvPr id="12" name="矩形 11">
              <a:extLst>
                <a:ext uri="{FF2B5EF4-FFF2-40B4-BE49-F238E27FC236}">
                  <a16:creationId xmlns:a16="http://schemas.microsoft.com/office/drawing/2014/main" id="{C120AF4E-32F2-4BB4-8E09-D3F91B674B6A}"/>
                </a:ext>
              </a:extLst>
            </p:cNvPr>
            <p:cNvSpPr/>
            <p:nvPr/>
          </p:nvSpPr>
          <p:spPr>
            <a:xfrm>
              <a:off x="304800" y="3972672"/>
              <a:ext cx="1366117" cy="387091"/>
            </a:xfrm>
            <a:prstGeom prst="rect">
              <a:avLst/>
            </a:prstGeom>
            <a:solidFill>
              <a:schemeClr val="accent3"/>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zh-CN" altLang="en-US" b="1" dirty="0"/>
                <a:t>运输层</a:t>
              </a:r>
            </a:p>
          </p:txBody>
        </p:sp>
        <p:sp>
          <p:nvSpPr>
            <p:cNvPr id="13" name="矩形 12">
              <a:extLst>
                <a:ext uri="{FF2B5EF4-FFF2-40B4-BE49-F238E27FC236}">
                  <a16:creationId xmlns:a16="http://schemas.microsoft.com/office/drawing/2014/main" id="{51C9FA23-441A-4229-A8AC-D91362162E91}"/>
                </a:ext>
              </a:extLst>
            </p:cNvPr>
            <p:cNvSpPr/>
            <p:nvPr/>
          </p:nvSpPr>
          <p:spPr>
            <a:xfrm>
              <a:off x="304800" y="4347677"/>
              <a:ext cx="1366117" cy="387091"/>
            </a:xfrm>
            <a:prstGeom prst="rect">
              <a:avLst/>
            </a:prstGeom>
            <a:solidFill>
              <a:schemeClr val="accent6"/>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zh-CN" altLang="en-US" b="1" dirty="0"/>
                <a:t>网络层</a:t>
              </a:r>
            </a:p>
          </p:txBody>
        </p:sp>
        <p:sp>
          <p:nvSpPr>
            <p:cNvPr id="14" name="矩形 13">
              <a:extLst>
                <a:ext uri="{FF2B5EF4-FFF2-40B4-BE49-F238E27FC236}">
                  <a16:creationId xmlns:a16="http://schemas.microsoft.com/office/drawing/2014/main" id="{944CCDAD-E2F9-4EA6-A4ED-0C39133CDB16}"/>
                </a:ext>
              </a:extLst>
            </p:cNvPr>
            <p:cNvSpPr/>
            <p:nvPr/>
          </p:nvSpPr>
          <p:spPr>
            <a:xfrm>
              <a:off x="304800" y="4728663"/>
              <a:ext cx="1366118" cy="387091"/>
            </a:xfrm>
            <a:prstGeom prst="rect">
              <a:avLst/>
            </a:prstGeom>
            <a:solidFill>
              <a:schemeClr val="accent4"/>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zh-CN" altLang="en-US" b="1" dirty="0"/>
                <a:t>数据链路层</a:t>
              </a:r>
            </a:p>
          </p:txBody>
        </p:sp>
        <p:sp>
          <p:nvSpPr>
            <p:cNvPr id="15" name="矩形 14">
              <a:extLst>
                <a:ext uri="{FF2B5EF4-FFF2-40B4-BE49-F238E27FC236}">
                  <a16:creationId xmlns:a16="http://schemas.microsoft.com/office/drawing/2014/main" id="{84531869-3AF3-45B6-B1D3-9A7658A203C8}"/>
                </a:ext>
              </a:extLst>
            </p:cNvPr>
            <p:cNvSpPr/>
            <p:nvPr/>
          </p:nvSpPr>
          <p:spPr>
            <a:xfrm>
              <a:off x="304800" y="3588634"/>
              <a:ext cx="1366117" cy="387091"/>
            </a:xfrm>
            <a:prstGeom prst="rect">
              <a:avLst/>
            </a:prstGeom>
            <a:solidFill>
              <a:schemeClr val="accent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zh-CN" altLang="en-US" b="1" dirty="0"/>
                <a:t>应用层</a:t>
              </a:r>
            </a:p>
          </p:txBody>
        </p:sp>
        <p:sp>
          <p:nvSpPr>
            <p:cNvPr id="35" name="矩形 34">
              <a:extLst>
                <a:ext uri="{FF2B5EF4-FFF2-40B4-BE49-F238E27FC236}">
                  <a16:creationId xmlns:a16="http://schemas.microsoft.com/office/drawing/2014/main" id="{A2C9B035-8ABD-494E-8783-C6462F2C34EE}"/>
                </a:ext>
              </a:extLst>
            </p:cNvPr>
            <p:cNvSpPr/>
            <p:nvPr/>
          </p:nvSpPr>
          <p:spPr>
            <a:xfrm>
              <a:off x="10534236" y="5126397"/>
              <a:ext cx="1366117" cy="387091"/>
            </a:xfrm>
            <a:prstGeom prst="rect">
              <a:avLst/>
            </a:prstGeom>
            <a:solidFill>
              <a:schemeClr val="tx2"/>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zh-CN" altLang="en-US" b="1" dirty="0"/>
                <a:t>物理层</a:t>
              </a:r>
            </a:p>
          </p:txBody>
        </p:sp>
        <p:sp>
          <p:nvSpPr>
            <p:cNvPr id="36" name="矩形 35">
              <a:extLst>
                <a:ext uri="{FF2B5EF4-FFF2-40B4-BE49-F238E27FC236}">
                  <a16:creationId xmlns:a16="http://schemas.microsoft.com/office/drawing/2014/main" id="{56BC3166-5D46-4BE0-859C-38744E5D710F}"/>
                </a:ext>
              </a:extLst>
            </p:cNvPr>
            <p:cNvSpPr/>
            <p:nvPr/>
          </p:nvSpPr>
          <p:spPr>
            <a:xfrm>
              <a:off x="10534237" y="3983315"/>
              <a:ext cx="1366117" cy="387091"/>
            </a:xfrm>
            <a:prstGeom prst="rect">
              <a:avLst/>
            </a:prstGeom>
            <a:solidFill>
              <a:schemeClr val="accent3"/>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zh-CN" altLang="en-US" b="1" dirty="0"/>
                <a:t>运输层</a:t>
              </a:r>
            </a:p>
          </p:txBody>
        </p:sp>
        <p:sp>
          <p:nvSpPr>
            <p:cNvPr id="37" name="矩形 36">
              <a:extLst>
                <a:ext uri="{FF2B5EF4-FFF2-40B4-BE49-F238E27FC236}">
                  <a16:creationId xmlns:a16="http://schemas.microsoft.com/office/drawing/2014/main" id="{2393EBDF-8E46-43C9-A69C-478390939F5C}"/>
                </a:ext>
              </a:extLst>
            </p:cNvPr>
            <p:cNvSpPr/>
            <p:nvPr/>
          </p:nvSpPr>
          <p:spPr>
            <a:xfrm>
              <a:off x="10534237" y="4358320"/>
              <a:ext cx="1366117" cy="387091"/>
            </a:xfrm>
            <a:prstGeom prst="rect">
              <a:avLst/>
            </a:prstGeom>
            <a:solidFill>
              <a:schemeClr val="accent6"/>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zh-CN" altLang="en-US" b="1" dirty="0"/>
                <a:t>网络层</a:t>
              </a:r>
            </a:p>
          </p:txBody>
        </p:sp>
        <p:sp>
          <p:nvSpPr>
            <p:cNvPr id="38" name="矩形 37">
              <a:extLst>
                <a:ext uri="{FF2B5EF4-FFF2-40B4-BE49-F238E27FC236}">
                  <a16:creationId xmlns:a16="http://schemas.microsoft.com/office/drawing/2014/main" id="{8A58E852-6B41-424C-BD97-FCA280780330}"/>
                </a:ext>
              </a:extLst>
            </p:cNvPr>
            <p:cNvSpPr/>
            <p:nvPr/>
          </p:nvSpPr>
          <p:spPr>
            <a:xfrm>
              <a:off x="10534237" y="4739306"/>
              <a:ext cx="1366118" cy="387091"/>
            </a:xfrm>
            <a:prstGeom prst="rect">
              <a:avLst/>
            </a:prstGeom>
            <a:solidFill>
              <a:schemeClr val="accent4"/>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zh-CN" altLang="en-US" b="1" dirty="0"/>
                <a:t>数据链路层</a:t>
              </a:r>
            </a:p>
          </p:txBody>
        </p:sp>
        <p:sp>
          <p:nvSpPr>
            <p:cNvPr id="39" name="矩形 38">
              <a:extLst>
                <a:ext uri="{FF2B5EF4-FFF2-40B4-BE49-F238E27FC236}">
                  <a16:creationId xmlns:a16="http://schemas.microsoft.com/office/drawing/2014/main" id="{073FA83D-74E3-4EB9-AF7C-687245B39919}"/>
                </a:ext>
              </a:extLst>
            </p:cNvPr>
            <p:cNvSpPr/>
            <p:nvPr/>
          </p:nvSpPr>
          <p:spPr>
            <a:xfrm>
              <a:off x="10534237" y="3599277"/>
              <a:ext cx="1366117" cy="387091"/>
            </a:xfrm>
            <a:prstGeom prst="rect">
              <a:avLst/>
            </a:prstGeom>
            <a:solidFill>
              <a:schemeClr val="accent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zh-CN" altLang="en-US" b="1" dirty="0"/>
                <a:t>应用层</a:t>
              </a:r>
            </a:p>
          </p:txBody>
        </p:sp>
      </p:grpSp>
      <p:grpSp>
        <p:nvGrpSpPr>
          <p:cNvPr id="6" name="组合 5">
            <a:extLst>
              <a:ext uri="{FF2B5EF4-FFF2-40B4-BE49-F238E27FC236}">
                <a16:creationId xmlns:a16="http://schemas.microsoft.com/office/drawing/2014/main" id="{0EEDEA2C-9DFF-424B-9671-7560C18E4199}"/>
              </a:ext>
            </a:extLst>
          </p:cNvPr>
          <p:cNvGrpSpPr/>
          <p:nvPr/>
        </p:nvGrpSpPr>
        <p:grpSpPr>
          <a:xfrm>
            <a:off x="1743140" y="4327371"/>
            <a:ext cx="5351823" cy="387093"/>
            <a:chOff x="1743140" y="4327371"/>
            <a:chExt cx="5351823" cy="387093"/>
          </a:xfrm>
        </p:grpSpPr>
        <p:sp>
          <p:nvSpPr>
            <p:cNvPr id="41" name="矩形 40">
              <a:extLst>
                <a:ext uri="{FF2B5EF4-FFF2-40B4-BE49-F238E27FC236}">
                  <a16:creationId xmlns:a16="http://schemas.microsoft.com/office/drawing/2014/main" id="{D7BACBC0-210A-4156-A46F-40EC203BE9CC}"/>
                </a:ext>
              </a:extLst>
            </p:cNvPr>
            <p:cNvSpPr/>
            <p:nvPr/>
          </p:nvSpPr>
          <p:spPr>
            <a:xfrm>
              <a:off x="1743140" y="4327373"/>
              <a:ext cx="585619" cy="387091"/>
            </a:xfrm>
            <a:prstGeom prst="rect">
              <a:avLst/>
            </a:prstGeom>
            <a:solidFill>
              <a:schemeClr val="accent4"/>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CN" b="1" dirty="0"/>
                <a:t>Flag</a:t>
              </a:r>
              <a:endParaRPr lang="zh-CN" altLang="en-US" b="1" dirty="0"/>
            </a:p>
          </p:txBody>
        </p:sp>
        <p:sp>
          <p:nvSpPr>
            <p:cNvPr id="42" name="矩形 41">
              <a:extLst>
                <a:ext uri="{FF2B5EF4-FFF2-40B4-BE49-F238E27FC236}">
                  <a16:creationId xmlns:a16="http://schemas.microsoft.com/office/drawing/2014/main" id="{E9DA00CF-3FAD-42AB-9D15-D00DC1222610}"/>
                </a:ext>
              </a:extLst>
            </p:cNvPr>
            <p:cNvSpPr/>
            <p:nvPr/>
          </p:nvSpPr>
          <p:spPr>
            <a:xfrm>
              <a:off x="6509344" y="4327371"/>
              <a:ext cx="585619" cy="387091"/>
            </a:xfrm>
            <a:prstGeom prst="rect">
              <a:avLst/>
            </a:prstGeom>
            <a:solidFill>
              <a:schemeClr val="accent4"/>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CN" b="1" dirty="0"/>
                <a:t>Flag</a:t>
              </a:r>
              <a:endParaRPr lang="zh-CN" altLang="en-US" b="1" dirty="0"/>
            </a:p>
          </p:txBody>
        </p:sp>
        <p:sp>
          <p:nvSpPr>
            <p:cNvPr id="40" name="矩形 39">
              <a:extLst>
                <a:ext uri="{FF2B5EF4-FFF2-40B4-BE49-F238E27FC236}">
                  <a16:creationId xmlns:a16="http://schemas.microsoft.com/office/drawing/2014/main" id="{34AB1A9F-ECCA-462F-AE15-F44A51008A49}"/>
                </a:ext>
              </a:extLst>
            </p:cNvPr>
            <p:cNvSpPr/>
            <p:nvPr/>
          </p:nvSpPr>
          <p:spPr>
            <a:xfrm>
              <a:off x="2328759" y="4327372"/>
              <a:ext cx="4180585" cy="387091"/>
            </a:xfrm>
            <a:prstGeom prst="rect">
              <a:avLst/>
            </a:prstGeom>
            <a:solidFill>
              <a:schemeClr val="accent6"/>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b="1" dirty="0"/>
            </a:p>
          </p:txBody>
        </p:sp>
        <p:sp>
          <p:nvSpPr>
            <p:cNvPr id="43" name="矩形 42">
              <a:extLst>
                <a:ext uri="{FF2B5EF4-FFF2-40B4-BE49-F238E27FC236}">
                  <a16:creationId xmlns:a16="http://schemas.microsoft.com/office/drawing/2014/main" id="{1E4055DF-E75F-45C3-9B93-8250906732BD}"/>
                </a:ext>
              </a:extLst>
            </p:cNvPr>
            <p:cNvSpPr/>
            <p:nvPr/>
          </p:nvSpPr>
          <p:spPr>
            <a:xfrm>
              <a:off x="3097743" y="4327371"/>
              <a:ext cx="585619" cy="387091"/>
            </a:xfrm>
            <a:prstGeom prst="rect">
              <a:avLst/>
            </a:prstGeom>
            <a:solidFill>
              <a:schemeClr val="accent4"/>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CN" b="1" dirty="0"/>
                <a:t>Flag</a:t>
              </a:r>
              <a:endParaRPr lang="zh-CN" altLang="en-US" b="1" dirty="0"/>
            </a:p>
          </p:txBody>
        </p:sp>
      </p:grpSp>
    </p:spTree>
    <p:custDataLst>
      <p:tags r:id="rId1"/>
    </p:custDataLst>
    <p:extLst>
      <p:ext uri="{BB962C8B-B14F-4D97-AF65-F5344CB8AC3E}">
        <p14:creationId xmlns:p14="http://schemas.microsoft.com/office/powerpoint/2010/main" val="2364749054"/>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42" presetClass="exit" presetSubtype="0" fill="hold" nodeType="withEffect">
                                  <p:stCondLst>
                                    <p:cond delay="0"/>
                                  </p:stCondLst>
                                  <p:childTnLst>
                                    <p:animEffect transition="out" filter="fade">
                                      <p:cBhvr>
                                        <p:cTn id="6" dur="1000"/>
                                        <p:tgtEl>
                                          <p:spTgt spid="6"/>
                                        </p:tgtEl>
                                      </p:cBhvr>
                                    </p:animEffect>
                                    <p:anim calcmode="lin" valueType="num">
                                      <p:cBhvr>
                                        <p:cTn id="7" dur="1000"/>
                                        <p:tgtEl>
                                          <p:spTgt spid="6"/>
                                        </p:tgtEl>
                                        <p:attrNameLst>
                                          <p:attrName>ppt_x</p:attrName>
                                        </p:attrNameLst>
                                      </p:cBhvr>
                                      <p:tavLst>
                                        <p:tav tm="0">
                                          <p:val>
                                            <p:strVal val="ppt_x"/>
                                          </p:val>
                                        </p:tav>
                                        <p:tav tm="100000">
                                          <p:val>
                                            <p:strVal val="ppt_x"/>
                                          </p:val>
                                        </p:tav>
                                      </p:tavLst>
                                    </p:anim>
                                    <p:anim calcmode="lin" valueType="num">
                                      <p:cBhvr>
                                        <p:cTn id="8" dur="1000"/>
                                        <p:tgtEl>
                                          <p:spTgt spid="6"/>
                                        </p:tgtEl>
                                        <p:attrNameLst>
                                          <p:attrName>ppt_y</p:attrName>
                                        </p:attrNameLst>
                                      </p:cBhvr>
                                      <p:tavLst>
                                        <p:tav tm="0">
                                          <p:val>
                                            <p:strVal val="ppt_y"/>
                                          </p:val>
                                        </p:tav>
                                        <p:tav tm="100000">
                                          <p:val>
                                            <p:strVal val="ppt_y+.1"/>
                                          </p:val>
                                        </p:tav>
                                      </p:tavLst>
                                    </p:anim>
                                    <p:set>
                                      <p:cBhvr>
                                        <p:cTn id="9" dur="1" fill="hold">
                                          <p:stCondLst>
                                            <p:cond delay="999"/>
                                          </p:stCondLst>
                                        </p:cTn>
                                        <p:tgtEl>
                                          <p:spTgt spid="6"/>
                                        </p:tgtEl>
                                        <p:attrNameLst>
                                          <p:attrName>style.visibility</p:attrName>
                                        </p:attrNameLst>
                                      </p:cBhvr>
                                      <p:to>
                                        <p:strVal val="hidden"/>
                                      </p:to>
                                    </p:set>
                                  </p:childTnLst>
                                </p:cTn>
                              </p:par>
                            </p:childTnLst>
                          </p:cTn>
                        </p:par>
                        <p:par>
                          <p:cTn id="10" fill="hold">
                            <p:stCondLst>
                              <p:cond delay="1000"/>
                            </p:stCondLst>
                            <p:childTnLst>
                              <p:par>
                                <p:cTn id="11" presetID="2" presetClass="entr" presetSubtype="8" fill="hold" nodeType="afterEffect">
                                  <p:stCondLst>
                                    <p:cond delay="0"/>
                                  </p:stCondLst>
                                  <p:childTnLst>
                                    <p:set>
                                      <p:cBhvr>
                                        <p:cTn id="12" dur="1" fill="hold">
                                          <p:stCondLst>
                                            <p:cond delay="0"/>
                                          </p:stCondLst>
                                        </p:cTn>
                                        <p:tgtEl>
                                          <p:spTgt spid="27"/>
                                        </p:tgtEl>
                                        <p:attrNameLst>
                                          <p:attrName>style.visibility</p:attrName>
                                        </p:attrNameLst>
                                      </p:cBhvr>
                                      <p:to>
                                        <p:strVal val="visible"/>
                                      </p:to>
                                    </p:set>
                                    <p:anim calcmode="lin" valueType="num">
                                      <p:cBhvr additive="base">
                                        <p:cTn id="13" dur="1000" fill="hold"/>
                                        <p:tgtEl>
                                          <p:spTgt spid="27"/>
                                        </p:tgtEl>
                                        <p:attrNameLst>
                                          <p:attrName>ppt_x</p:attrName>
                                        </p:attrNameLst>
                                      </p:cBhvr>
                                      <p:tavLst>
                                        <p:tav tm="0">
                                          <p:val>
                                            <p:strVal val="0-#ppt_w/2"/>
                                          </p:val>
                                        </p:tav>
                                        <p:tav tm="100000">
                                          <p:val>
                                            <p:strVal val="#ppt_x"/>
                                          </p:val>
                                        </p:tav>
                                      </p:tavLst>
                                    </p:anim>
                                    <p:anim calcmode="lin" valueType="num">
                                      <p:cBhvr additive="base">
                                        <p:cTn id="14" dur="1000" fill="hold"/>
                                        <p:tgtEl>
                                          <p:spTgt spid="27"/>
                                        </p:tgtEl>
                                        <p:attrNameLst>
                                          <p:attrName>ppt_y</p:attrName>
                                        </p:attrNameLst>
                                      </p:cBhvr>
                                      <p:tavLst>
                                        <p:tav tm="0">
                                          <p:val>
                                            <p:strVal val="#ppt_y"/>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4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4" name="íşlïḍè">
            <a:extLst>
              <a:ext uri="{FF2B5EF4-FFF2-40B4-BE49-F238E27FC236}">
                <a16:creationId xmlns:a16="http://schemas.microsoft.com/office/drawing/2014/main" id="{9FAF5B05-A82E-4FA1-A0E0-26302D6721E5}"/>
              </a:ext>
            </a:extLst>
          </p:cNvPr>
          <p:cNvSpPr txBox="1"/>
          <p:nvPr/>
        </p:nvSpPr>
        <p:spPr>
          <a:xfrm>
            <a:off x="10736271" y="5807025"/>
            <a:ext cx="1034912" cy="511424"/>
          </a:xfrm>
          <a:prstGeom prst="rect">
            <a:avLst/>
          </a:prstGeom>
          <a:noFill/>
        </p:spPr>
        <p:txBody>
          <a:bodyPr wrap="square" lIns="91440" tIns="45720" rIns="91440" bIns="45720" anchor="ctr">
            <a:noAutofit/>
          </a:bodyPr>
          <a:lstStyle/>
          <a:p>
            <a:pPr algn="ctr"/>
            <a:r>
              <a:rPr lang="zh-CN" altLang="en-US" b="1" dirty="0"/>
              <a:t>帧开始</a:t>
            </a:r>
            <a:endParaRPr lang="en-US" altLang="zh-CN" b="1" dirty="0"/>
          </a:p>
        </p:txBody>
      </p:sp>
      <p:grpSp>
        <p:nvGrpSpPr>
          <p:cNvPr id="27" name="组合 26">
            <a:extLst>
              <a:ext uri="{FF2B5EF4-FFF2-40B4-BE49-F238E27FC236}">
                <a16:creationId xmlns:a16="http://schemas.microsoft.com/office/drawing/2014/main" id="{22DF3DC8-A9C3-4470-9FF3-6AADCBFAA55F}"/>
              </a:ext>
            </a:extLst>
          </p:cNvPr>
          <p:cNvGrpSpPr/>
          <p:nvPr/>
        </p:nvGrpSpPr>
        <p:grpSpPr>
          <a:xfrm>
            <a:off x="6102295" y="5254517"/>
            <a:ext cx="5351823" cy="387093"/>
            <a:chOff x="1743140" y="4327371"/>
            <a:chExt cx="5351823" cy="387093"/>
          </a:xfrm>
        </p:grpSpPr>
        <p:sp>
          <p:nvSpPr>
            <p:cNvPr id="28" name="矩形 27">
              <a:extLst>
                <a:ext uri="{FF2B5EF4-FFF2-40B4-BE49-F238E27FC236}">
                  <a16:creationId xmlns:a16="http://schemas.microsoft.com/office/drawing/2014/main" id="{14A6C491-7E73-47D1-A668-F6AB051ECA79}"/>
                </a:ext>
              </a:extLst>
            </p:cNvPr>
            <p:cNvSpPr/>
            <p:nvPr/>
          </p:nvSpPr>
          <p:spPr>
            <a:xfrm>
              <a:off x="1743140" y="4327373"/>
              <a:ext cx="585619" cy="387091"/>
            </a:xfrm>
            <a:prstGeom prst="rect">
              <a:avLst/>
            </a:prstGeom>
            <a:solidFill>
              <a:schemeClr val="accent4"/>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CN" b="1" dirty="0"/>
                <a:t>Flag</a:t>
              </a:r>
              <a:endParaRPr lang="zh-CN" altLang="en-US" b="1" dirty="0"/>
            </a:p>
          </p:txBody>
        </p:sp>
        <p:sp>
          <p:nvSpPr>
            <p:cNvPr id="29" name="矩形 28">
              <a:extLst>
                <a:ext uri="{FF2B5EF4-FFF2-40B4-BE49-F238E27FC236}">
                  <a16:creationId xmlns:a16="http://schemas.microsoft.com/office/drawing/2014/main" id="{40A26214-C3A8-47CA-BFB0-17B75191EE24}"/>
                </a:ext>
              </a:extLst>
            </p:cNvPr>
            <p:cNvSpPr/>
            <p:nvPr/>
          </p:nvSpPr>
          <p:spPr>
            <a:xfrm>
              <a:off x="6509344" y="4327371"/>
              <a:ext cx="585619" cy="387091"/>
            </a:xfrm>
            <a:prstGeom prst="rect">
              <a:avLst/>
            </a:prstGeom>
            <a:solidFill>
              <a:schemeClr val="accent4"/>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CN" b="1" dirty="0"/>
                <a:t>Flag</a:t>
              </a:r>
              <a:endParaRPr lang="zh-CN" altLang="en-US" b="1" dirty="0"/>
            </a:p>
          </p:txBody>
        </p:sp>
        <p:sp>
          <p:nvSpPr>
            <p:cNvPr id="30" name="矩形 29">
              <a:extLst>
                <a:ext uri="{FF2B5EF4-FFF2-40B4-BE49-F238E27FC236}">
                  <a16:creationId xmlns:a16="http://schemas.microsoft.com/office/drawing/2014/main" id="{63345335-FFDF-4667-A5D7-D35073E3C64E}"/>
                </a:ext>
              </a:extLst>
            </p:cNvPr>
            <p:cNvSpPr/>
            <p:nvPr/>
          </p:nvSpPr>
          <p:spPr>
            <a:xfrm>
              <a:off x="2328759" y="4327372"/>
              <a:ext cx="4180585" cy="387091"/>
            </a:xfrm>
            <a:prstGeom prst="rect">
              <a:avLst/>
            </a:prstGeom>
            <a:solidFill>
              <a:schemeClr val="accent6"/>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b="1" dirty="0"/>
            </a:p>
          </p:txBody>
        </p:sp>
        <p:sp>
          <p:nvSpPr>
            <p:cNvPr id="31" name="矩形 30">
              <a:extLst>
                <a:ext uri="{FF2B5EF4-FFF2-40B4-BE49-F238E27FC236}">
                  <a16:creationId xmlns:a16="http://schemas.microsoft.com/office/drawing/2014/main" id="{62C1D11E-FD73-4A05-BAE5-B35EDE8B9FC8}"/>
                </a:ext>
              </a:extLst>
            </p:cNvPr>
            <p:cNvSpPr/>
            <p:nvPr/>
          </p:nvSpPr>
          <p:spPr>
            <a:xfrm>
              <a:off x="3097743" y="4327371"/>
              <a:ext cx="585619" cy="387091"/>
            </a:xfrm>
            <a:prstGeom prst="rect">
              <a:avLst/>
            </a:prstGeom>
            <a:solidFill>
              <a:schemeClr val="accent4"/>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CN" b="1" dirty="0"/>
                <a:t>Flag</a:t>
              </a:r>
              <a:endParaRPr lang="zh-CN" altLang="en-US" b="1" dirty="0"/>
            </a:p>
          </p:txBody>
        </p:sp>
      </p:grpSp>
      <p:sp>
        <p:nvSpPr>
          <p:cNvPr id="33" name="矩形 32">
            <a:extLst>
              <a:ext uri="{FF2B5EF4-FFF2-40B4-BE49-F238E27FC236}">
                <a16:creationId xmlns:a16="http://schemas.microsoft.com/office/drawing/2014/main" id="{19C1D5FC-F7A5-4FBF-810B-0FF9A8D13CCD}"/>
              </a:ext>
            </a:extLst>
          </p:cNvPr>
          <p:cNvSpPr/>
          <p:nvPr/>
        </p:nvSpPr>
        <p:spPr>
          <a:xfrm>
            <a:off x="-5167" y="5221918"/>
            <a:ext cx="938273" cy="484003"/>
          </a:xfrm>
          <a:prstGeom prst="rect">
            <a:avLst/>
          </a:prstGeom>
          <a:solidFill>
            <a:schemeClr val="bg1"/>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7" name="矩形 6">
            <a:extLst>
              <a:ext uri="{FF2B5EF4-FFF2-40B4-BE49-F238E27FC236}">
                <a16:creationId xmlns:a16="http://schemas.microsoft.com/office/drawing/2014/main" id="{63000FEF-84AC-4E71-B03B-0329662FD643}"/>
              </a:ext>
            </a:extLst>
          </p:cNvPr>
          <p:cNvSpPr/>
          <p:nvPr/>
        </p:nvSpPr>
        <p:spPr>
          <a:xfrm>
            <a:off x="11253727" y="5178728"/>
            <a:ext cx="938273" cy="484003"/>
          </a:xfrm>
          <a:prstGeom prst="rect">
            <a:avLst/>
          </a:prstGeom>
          <a:solidFill>
            <a:schemeClr val="bg1"/>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grpSp>
        <p:nvGrpSpPr>
          <p:cNvPr id="4" name="组合 3">
            <a:extLst>
              <a:ext uri="{FF2B5EF4-FFF2-40B4-BE49-F238E27FC236}">
                <a16:creationId xmlns:a16="http://schemas.microsoft.com/office/drawing/2014/main" id="{9A1EA9F2-FCB6-48C3-935F-7AE7E3AD14AC}"/>
              </a:ext>
            </a:extLst>
          </p:cNvPr>
          <p:cNvGrpSpPr/>
          <p:nvPr/>
        </p:nvGrpSpPr>
        <p:grpSpPr>
          <a:xfrm>
            <a:off x="304800" y="749300"/>
            <a:ext cx="6192343" cy="400110"/>
            <a:chOff x="424117" y="898245"/>
            <a:chExt cx="6192343" cy="400110"/>
          </a:xfrm>
        </p:grpSpPr>
        <p:sp>
          <p:nvSpPr>
            <p:cNvPr id="2" name="平行四边形 1">
              <a:extLst>
                <a:ext uri="{FF2B5EF4-FFF2-40B4-BE49-F238E27FC236}">
                  <a16:creationId xmlns:a16="http://schemas.microsoft.com/office/drawing/2014/main" id="{1F5BAA3F-9845-4F89-A2DD-8222D3E4EDAC}"/>
                </a:ext>
              </a:extLst>
            </p:cNvPr>
            <p:cNvSpPr/>
            <p:nvPr/>
          </p:nvSpPr>
          <p:spPr>
            <a:xfrm>
              <a:off x="424117" y="898245"/>
              <a:ext cx="711200" cy="387090"/>
            </a:xfrm>
            <a:prstGeom prst="parallelogram">
              <a:avLst/>
            </a:prstGeom>
            <a:solidFill>
              <a:schemeClr val="accent3">
                <a:lumMod val="75000"/>
              </a:schemeClr>
            </a:solidFill>
            <a:ln>
              <a:solidFill>
                <a:schemeClr val="accent3">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CN" sz="2200" dirty="0">
                  <a:latin typeface="Impact" panose="020B0806030902050204" pitchFamily="34" charset="0"/>
                </a:rPr>
                <a:t>02</a:t>
              </a:r>
              <a:endParaRPr lang="zh-CN" altLang="en-US" sz="2200" dirty="0">
                <a:latin typeface="Impact" panose="020B0806030902050204" pitchFamily="34" charset="0"/>
              </a:endParaRPr>
            </a:p>
          </p:txBody>
        </p:sp>
        <p:sp>
          <p:nvSpPr>
            <p:cNvPr id="3" name="文本框 2">
              <a:extLst>
                <a:ext uri="{FF2B5EF4-FFF2-40B4-BE49-F238E27FC236}">
                  <a16:creationId xmlns:a16="http://schemas.microsoft.com/office/drawing/2014/main" id="{4D6BD736-A4D3-4F26-AFED-36E11F50F70B}"/>
                </a:ext>
              </a:extLst>
            </p:cNvPr>
            <p:cNvSpPr txBox="1"/>
            <p:nvPr/>
          </p:nvSpPr>
          <p:spPr>
            <a:xfrm>
              <a:off x="1204755" y="898245"/>
              <a:ext cx="5411705" cy="400110"/>
            </a:xfrm>
            <a:prstGeom prst="rect">
              <a:avLst/>
            </a:prstGeom>
            <a:noFill/>
          </p:spPr>
          <p:txBody>
            <a:bodyPr wrap="square" rtlCol="0">
              <a:spAutoFit/>
            </a:bodyPr>
            <a:lstStyle/>
            <a:p>
              <a:r>
                <a:rPr lang="zh-CN" altLang="en-US" sz="2000" b="1" dirty="0"/>
                <a:t>透明传输</a:t>
              </a:r>
            </a:p>
          </p:txBody>
        </p:sp>
      </p:grpSp>
      <p:sp>
        <p:nvSpPr>
          <p:cNvPr id="8" name="矩形 7">
            <a:extLst>
              <a:ext uri="{FF2B5EF4-FFF2-40B4-BE49-F238E27FC236}">
                <a16:creationId xmlns:a16="http://schemas.microsoft.com/office/drawing/2014/main" id="{C7720255-4E6C-41B6-A880-D93377A356B5}"/>
              </a:ext>
            </a:extLst>
          </p:cNvPr>
          <p:cNvSpPr/>
          <p:nvPr/>
        </p:nvSpPr>
        <p:spPr>
          <a:xfrm>
            <a:off x="1016000" y="1297642"/>
            <a:ext cx="256976" cy="256976"/>
          </a:xfrm>
          <a:prstGeom prst="rect">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9" name="íşlïḍè">
            <a:extLst>
              <a:ext uri="{FF2B5EF4-FFF2-40B4-BE49-F238E27FC236}">
                <a16:creationId xmlns:a16="http://schemas.microsoft.com/office/drawing/2014/main" id="{1E3208DB-9CB5-439E-87A6-F640C77C2B32}"/>
              </a:ext>
            </a:extLst>
          </p:cNvPr>
          <p:cNvSpPr txBox="1"/>
          <p:nvPr/>
        </p:nvSpPr>
        <p:spPr>
          <a:xfrm>
            <a:off x="1333228" y="1297641"/>
            <a:ext cx="10494766" cy="511424"/>
          </a:xfrm>
          <a:prstGeom prst="rect">
            <a:avLst/>
          </a:prstGeom>
          <a:noFill/>
        </p:spPr>
        <p:txBody>
          <a:bodyPr wrap="square" lIns="91440" tIns="45720" rIns="91440" bIns="45720" anchor="ctr">
            <a:noAutofit/>
          </a:bodyPr>
          <a:lstStyle/>
          <a:p>
            <a:r>
              <a:rPr lang="zh-CN" altLang="en-US" b="1" dirty="0"/>
              <a:t>透明传输是指</a:t>
            </a:r>
            <a:r>
              <a:rPr lang="zh-CN" altLang="en-US" b="1" dirty="0">
                <a:solidFill>
                  <a:schemeClr val="accent1">
                    <a:lumMod val="75000"/>
                  </a:schemeClr>
                </a:solidFill>
              </a:rPr>
              <a:t>数据链路层对上层交付下来的协议数据单元</a:t>
            </a:r>
            <a:r>
              <a:rPr lang="en-US" altLang="zh-CN" b="1" dirty="0">
                <a:solidFill>
                  <a:schemeClr val="accent1">
                    <a:lumMod val="75000"/>
                  </a:schemeClr>
                </a:solidFill>
              </a:rPr>
              <a:t>PDU</a:t>
            </a:r>
            <a:r>
              <a:rPr lang="zh-CN" altLang="en-US" b="1" dirty="0">
                <a:solidFill>
                  <a:schemeClr val="accent1">
                    <a:lumMod val="75000"/>
                  </a:schemeClr>
                </a:solidFill>
              </a:rPr>
              <a:t>没有任何限制</a:t>
            </a:r>
            <a:r>
              <a:rPr lang="zh-CN" altLang="en-US" b="1" dirty="0"/>
              <a:t>，就好像数据链路层不存在一样。</a:t>
            </a:r>
            <a:endParaRPr lang="en-US" altLang="zh-CN" b="1" dirty="0"/>
          </a:p>
        </p:txBody>
      </p:sp>
      <p:grpSp>
        <p:nvGrpSpPr>
          <p:cNvPr id="5" name="组合 4">
            <a:extLst>
              <a:ext uri="{FF2B5EF4-FFF2-40B4-BE49-F238E27FC236}">
                <a16:creationId xmlns:a16="http://schemas.microsoft.com/office/drawing/2014/main" id="{8A770C34-1B38-4EEF-A0A8-606779CB738C}"/>
              </a:ext>
            </a:extLst>
          </p:cNvPr>
          <p:cNvGrpSpPr/>
          <p:nvPr/>
        </p:nvGrpSpPr>
        <p:grpSpPr>
          <a:xfrm>
            <a:off x="304799" y="3187346"/>
            <a:ext cx="11595556" cy="2667911"/>
            <a:chOff x="304799" y="3588634"/>
            <a:chExt cx="11595556" cy="2667911"/>
          </a:xfrm>
        </p:grpSpPr>
        <p:grpSp>
          <p:nvGrpSpPr>
            <p:cNvPr id="10" name="组合 9">
              <a:extLst>
                <a:ext uri="{FF2B5EF4-FFF2-40B4-BE49-F238E27FC236}">
                  <a16:creationId xmlns:a16="http://schemas.microsoft.com/office/drawing/2014/main" id="{1872948F-40FE-4C50-9F43-A13F69433512}"/>
                </a:ext>
              </a:extLst>
            </p:cNvPr>
            <p:cNvGrpSpPr/>
            <p:nvPr/>
          </p:nvGrpSpPr>
          <p:grpSpPr>
            <a:xfrm>
              <a:off x="601699" y="5615463"/>
              <a:ext cx="10940423" cy="641082"/>
              <a:chOff x="601699" y="5648354"/>
              <a:chExt cx="10940423" cy="641082"/>
            </a:xfrm>
          </p:grpSpPr>
          <p:cxnSp>
            <p:nvCxnSpPr>
              <p:cNvPr id="21" name="直接连接符 20">
                <a:extLst>
                  <a:ext uri="{FF2B5EF4-FFF2-40B4-BE49-F238E27FC236}">
                    <a16:creationId xmlns:a16="http://schemas.microsoft.com/office/drawing/2014/main" id="{AFA66375-BFFA-4A09-AA4D-EB81610ADFDC}"/>
                  </a:ext>
                </a:extLst>
              </p:cNvPr>
              <p:cNvCxnSpPr>
                <a:cxnSpLocks/>
              </p:cNvCxnSpPr>
              <p:nvPr/>
            </p:nvCxnSpPr>
            <p:spPr>
              <a:xfrm>
                <a:off x="1143721" y="6126777"/>
                <a:ext cx="10027235"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pic>
            <p:nvPicPr>
              <p:cNvPr id="22" name="图形 21">
                <a:extLst>
                  <a:ext uri="{FF2B5EF4-FFF2-40B4-BE49-F238E27FC236}">
                    <a16:creationId xmlns:a16="http://schemas.microsoft.com/office/drawing/2014/main" id="{6C887B44-86C4-4555-A5AA-6253F2886F19}"/>
                  </a:ext>
                </a:extLst>
              </p:cNvPr>
              <p:cNvPicPr>
                <a:picLocks noChangeAspect="1"/>
              </p:cNvPicPr>
              <p:nvPr/>
            </p:nvPicPr>
            <p:blipFill>
              <a:blip r:embed="rId3">
                <a:extLst>
                  <a:ext uri="{28A0092B-C50C-407E-A947-70E740481C1C}">
                    <a14:useLocalDpi xmlns:a14="http://schemas.microsoft.com/office/drawing/2010/main" val="0"/>
                  </a:ext>
                  <a:ext uri="{96DAC541-7B7A-43D3-8B79-37D633B846F1}">
                    <asvg:svgBlip xmlns:asvg="http://schemas.microsoft.com/office/drawing/2016/SVG/main" r:embed="rId4"/>
                  </a:ext>
                </a:extLst>
              </a:blip>
              <a:stretch>
                <a:fillRect/>
              </a:stretch>
            </p:blipFill>
            <p:spPr>
              <a:xfrm>
                <a:off x="601699" y="5648354"/>
                <a:ext cx="662814" cy="641082"/>
              </a:xfrm>
              <a:prstGeom prst="rect">
                <a:avLst/>
              </a:prstGeom>
            </p:spPr>
          </p:pic>
          <p:pic>
            <p:nvPicPr>
              <p:cNvPr id="23" name="图形 22">
                <a:extLst>
                  <a:ext uri="{FF2B5EF4-FFF2-40B4-BE49-F238E27FC236}">
                    <a16:creationId xmlns:a16="http://schemas.microsoft.com/office/drawing/2014/main" id="{D0041743-ABFB-4FFC-9ACE-63E103F31FCF}"/>
                  </a:ext>
                </a:extLst>
              </p:cNvPr>
              <p:cNvPicPr>
                <a:picLocks noChangeAspect="1"/>
              </p:cNvPicPr>
              <p:nvPr/>
            </p:nvPicPr>
            <p:blipFill>
              <a:blip r:embed="rId3">
                <a:extLst>
                  <a:ext uri="{28A0092B-C50C-407E-A947-70E740481C1C}">
                    <a14:useLocalDpi xmlns:a14="http://schemas.microsoft.com/office/drawing/2010/main" val="0"/>
                  </a:ext>
                  <a:ext uri="{96DAC541-7B7A-43D3-8B79-37D633B846F1}">
                    <asvg:svgBlip xmlns:asvg="http://schemas.microsoft.com/office/drawing/2016/SVG/main" r:embed="rId4"/>
                  </a:ext>
                </a:extLst>
              </a:blip>
              <a:stretch>
                <a:fillRect/>
              </a:stretch>
            </p:blipFill>
            <p:spPr>
              <a:xfrm>
                <a:off x="10879308" y="5648354"/>
                <a:ext cx="662814" cy="641082"/>
              </a:xfrm>
              <a:prstGeom prst="rect">
                <a:avLst/>
              </a:prstGeom>
            </p:spPr>
          </p:pic>
        </p:grpSp>
        <p:sp>
          <p:nvSpPr>
            <p:cNvPr id="11" name="矩形 10">
              <a:extLst>
                <a:ext uri="{FF2B5EF4-FFF2-40B4-BE49-F238E27FC236}">
                  <a16:creationId xmlns:a16="http://schemas.microsoft.com/office/drawing/2014/main" id="{89F370EB-1516-471E-8B16-B9DF13881EEB}"/>
                </a:ext>
              </a:extLst>
            </p:cNvPr>
            <p:cNvSpPr/>
            <p:nvPr/>
          </p:nvSpPr>
          <p:spPr>
            <a:xfrm>
              <a:off x="304799" y="5115754"/>
              <a:ext cx="1366117" cy="387091"/>
            </a:xfrm>
            <a:prstGeom prst="rect">
              <a:avLst/>
            </a:prstGeom>
            <a:solidFill>
              <a:schemeClr val="tx2"/>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zh-CN" altLang="en-US" b="1" dirty="0"/>
                <a:t>物理层</a:t>
              </a:r>
            </a:p>
          </p:txBody>
        </p:sp>
        <p:sp>
          <p:nvSpPr>
            <p:cNvPr id="12" name="矩形 11">
              <a:extLst>
                <a:ext uri="{FF2B5EF4-FFF2-40B4-BE49-F238E27FC236}">
                  <a16:creationId xmlns:a16="http://schemas.microsoft.com/office/drawing/2014/main" id="{C120AF4E-32F2-4BB4-8E09-D3F91B674B6A}"/>
                </a:ext>
              </a:extLst>
            </p:cNvPr>
            <p:cNvSpPr/>
            <p:nvPr/>
          </p:nvSpPr>
          <p:spPr>
            <a:xfrm>
              <a:off x="304800" y="3972672"/>
              <a:ext cx="1366117" cy="387091"/>
            </a:xfrm>
            <a:prstGeom prst="rect">
              <a:avLst/>
            </a:prstGeom>
            <a:solidFill>
              <a:schemeClr val="accent3"/>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zh-CN" altLang="en-US" b="1" dirty="0"/>
                <a:t>运输层</a:t>
              </a:r>
            </a:p>
          </p:txBody>
        </p:sp>
        <p:sp>
          <p:nvSpPr>
            <p:cNvPr id="13" name="矩形 12">
              <a:extLst>
                <a:ext uri="{FF2B5EF4-FFF2-40B4-BE49-F238E27FC236}">
                  <a16:creationId xmlns:a16="http://schemas.microsoft.com/office/drawing/2014/main" id="{51C9FA23-441A-4229-A8AC-D91362162E91}"/>
                </a:ext>
              </a:extLst>
            </p:cNvPr>
            <p:cNvSpPr/>
            <p:nvPr/>
          </p:nvSpPr>
          <p:spPr>
            <a:xfrm>
              <a:off x="304800" y="4347677"/>
              <a:ext cx="1366117" cy="387091"/>
            </a:xfrm>
            <a:prstGeom prst="rect">
              <a:avLst/>
            </a:prstGeom>
            <a:solidFill>
              <a:schemeClr val="accent6"/>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zh-CN" altLang="en-US" b="1" dirty="0"/>
                <a:t>网络层</a:t>
              </a:r>
            </a:p>
          </p:txBody>
        </p:sp>
        <p:sp>
          <p:nvSpPr>
            <p:cNvPr id="14" name="矩形 13">
              <a:extLst>
                <a:ext uri="{FF2B5EF4-FFF2-40B4-BE49-F238E27FC236}">
                  <a16:creationId xmlns:a16="http://schemas.microsoft.com/office/drawing/2014/main" id="{944CCDAD-E2F9-4EA6-A4ED-0C39133CDB16}"/>
                </a:ext>
              </a:extLst>
            </p:cNvPr>
            <p:cNvSpPr/>
            <p:nvPr/>
          </p:nvSpPr>
          <p:spPr>
            <a:xfrm>
              <a:off x="304800" y="4728663"/>
              <a:ext cx="1366118" cy="387091"/>
            </a:xfrm>
            <a:prstGeom prst="rect">
              <a:avLst/>
            </a:prstGeom>
            <a:solidFill>
              <a:schemeClr val="accent4"/>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zh-CN" altLang="en-US" b="1" dirty="0"/>
                <a:t>数据链路层</a:t>
              </a:r>
            </a:p>
          </p:txBody>
        </p:sp>
        <p:sp>
          <p:nvSpPr>
            <p:cNvPr id="15" name="矩形 14">
              <a:extLst>
                <a:ext uri="{FF2B5EF4-FFF2-40B4-BE49-F238E27FC236}">
                  <a16:creationId xmlns:a16="http://schemas.microsoft.com/office/drawing/2014/main" id="{84531869-3AF3-45B6-B1D3-9A7658A203C8}"/>
                </a:ext>
              </a:extLst>
            </p:cNvPr>
            <p:cNvSpPr/>
            <p:nvPr/>
          </p:nvSpPr>
          <p:spPr>
            <a:xfrm>
              <a:off x="304800" y="3588634"/>
              <a:ext cx="1366117" cy="387091"/>
            </a:xfrm>
            <a:prstGeom prst="rect">
              <a:avLst/>
            </a:prstGeom>
            <a:solidFill>
              <a:schemeClr val="accent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zh-CN" altLang="en-US" b="1" dirty="0"/>
                <a:t>应用层</a:t>
              </a:r>
            </a:p>
          </p:txBody>
        </p:sp>
        <p:sp>
          <p:nvSpPr>
            <p:cNvPr id="35" name="矩形 34">
              <a:extLst>
                <a:ext uri="{FF2B5EF4-FFF2-40B4-BE49-F238E27FC236}">
                  <a16:creationId xmlns:a16="http://schemas.microsoft.com/office/drawing/2014/main" id="{A2C9B035-8ABD-494E-8783-C6462F2C34EE}"/>
                </a:ext>
              </a:extLst>
            </p:cNvPr>
            <p:cNvSpPr/>
            <p:nvPr/>
          </p:nvSpPr>
          <p:spPr>
            <a:xfrm>
              <a:off x="10534236" y="5126397"/>
              <a:ext cx="1366117" cy="387091"/>
            </a:xfrm>
            <a:prstGeom prst="rect">
              <a:avLst/>
            </a:prstGeom>
            <a:solidFill>
              <a:schemeClr val="tx2"/>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zh-CN" altLang="en-US" b="1" dirty="0"/>
                <a:t>物理层</a:t>
              </a:r>
            </a:p>
          </p:txBody>
        </p:sp>
        <p:sp>
          <p:nvSpPr>
            <p:cNvPr id="36" name="矩形 35">
              <a:extLst>
                <a:ext uri="{FF2B5EF4-FFF2-40B4-BE49-F238E27FC236}">
                  <a16:creationId xmlns:a16="http://schemas.microsoft.com/office/drawing/2014/main" id="{56BC3166-5D46-4BE0-859C-38744E5D710F}"/>
                </a:ext>
              </a:extLst>
            </p:cNvPr>
            <p:cNvSpPr/>
            <p:nvPr/>
          </p:nvSpPr>
          <p:spPr>
            <a:xfrm>
              <a:off x="10534237" y="3983315"/>
              <a:ext cx="1366117" cy="387091"/>
            </a:xfrm>
            <a:prstGeom prst="rect">
              <a:avLst/>
            </a:prstGeom>
            <a:solidFill>
              <a:schemeClr val="accent3"/>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zh-CN" altLang="en-US" b="1" dirty="0"/>
                <a:t>运输层</a:t>
              </a:r>
            </a:p>
          </p:txBody>
        </p:sp>
        <p:sp>
          <p:nvSpPr>
            <p:cNvPr id="37" name="矩形 36">
              <a:extLst>
                <a:ext uri="{FF2B5EF4-FFF2-40B4-BE49-F238E27FC236}">
                  <a16:creationId xmlns:a16="http://schemas.microsoft.com/office/drawing/2014/main" id="{2393EBDF-8E46-43C9-A69C-478390939F5C}"/>
                </a:ext>
              </a:extLst>
            </p:cNvPr>
            <p:cNvSpPr/>
            <p:nvPr/>
          </p:nvSpPr>
          <p:spPr>
            <a:xfrm>
              <a:off x="10534237" y="4358320"/>
              <a:ext cx="1366117" cy="387091"/>
            </a:xfrm>
            <a:prstGeom prst="rect">
              <a:avLst/>
            </a:prstGeom>
            <a:solidFill>
              <a:schemeClr val="accent6"/>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zh-CN" altLang="en-US" b="1" dirty="0"/>
                <a:t>网络层</a:t>
              </a:r>
            </a:p>
          </p:txBody>
        </p:sp>
        <p:sp>
          <p:nvSpPr>
            <p:cNvPr id="38" name="矩形 37">
              <a:extLst>
                <a:ext uri="{FF2B5EF4-FFF2-40B4-BE49-F238E27FC236}">
                  <a16:creationId xmlns:a16="http://schemas.microsoft.com/office/drawing/2014/main" id="{8A58E852-6B41-424C-BD97-FCA280780330}"/>
                </a:ext>
              </a:extLst>
            </p:cNvPr>
            <p:cNvSpPr/>
            <p:nvPr/>
          </p:nvSpPr>
          <p:spPr>
            <a:xfrm>
              <a:off x="10534237" y="4739306"/>
              <a:ext cx="1366118" cy="387091"/>
            </a:xfrm>
            <a:prstGeom prst="rect">
              <a:avLst/>
            </a:prstGeom>
            <a:solidFill>
              <a:schemeClr val="accent4"/>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zh-CN" altLang="en-US" b="1" dirty="0"/>
                <a:t>数据链路层</a:t>
              </a:r>
            </a:p>
          </p:txBody>
        </p:sp>
        <p:sp>
          <p:nvSpPr>
            <p:cNvPr id="39" name="矩形 38">
              <a:extLst>
                <a:ext uri="{FF2B5EF4-FFF2-40B4-BE49-F238E27FC236}">
                  <a16:creationId xmlns:a16="http://schemas.microsoft.com/office/drawing/2014/main" id="{073FA83D-74E3-4EB9-AF7C-687245B39919}"/>
                </a:ext>
              </a:extLst>
            </p:cNvPr>
            <p:cNvSpPr/>
            <p:nvPr/>
          </p:nvSpPr>
          <p:spPr>
            <a:xfrm>
              <a:off x="10534237" y="3599277"/>
              <a:ext cx="1366117" cy="387091"/>
            </a:xfrm>
            <a:prstGeom prst="rect">
              <a:avLst/>
            </a:prstGeom>
            <a:solidFill>
              <a:schemeClr val="accent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zh-CN" altLang="en-US" b="1" dirty="0"/>
                <a:t>应用层</a:t>
              </a:r>
            </a:p>
          </p:txBody>
        </p:sp>
      </p:grpSp>
    </p:spTree>
    <p:custDataLst>
      <p:tags r:id="rId1"/>
    </p:custDataLst>
    <p:extLst>
      <p:ext uri="{BB962C8B-B14F-4D97-AF65-F5344CB8AC3E}">
        <p14:creationId xmlns:p14="http://schemas.microsoft.com/office/powerpoint/2010/main" val="2076123862"/>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47" presetClass="entr" presetSubtype="0" fill="hold" grpId="0" nodeType="withEffect">
                                  <p:stCondLst>
                                    <p:cond delay="0"/>
                                  </p:stCondLst>
                                  <p:childTnLst>
                                    <p:set>
                                      <p:cBhvr>
                                        <p:cTn id="6" dur="1" fill="hold">
                                          <p:stCondLst>
                                            <p:cond delay="0"/>
                                          </p:stCondLst>
                                        </p:cTn>
                                        <p:tgtEl>
                                          <p:spTgt spid="34"/>
                                        </p:tgtEl>
                                        <p:attrNameLst>
                                          <p:attrName>style.visibility</p:attrName>
                                        </p:attrNameLst>
                                      </p:cBhvr>
                                      <p:to>
                                        <p:strVal val="visible"/>
                                      </p:to>
                                    </p:set>
                                    <p:animEffect transition="in" filter="fade">
                                      <p:cBhvr>
                                        <p:cTn id="7" dur="1000"/>
                                        <p:tgtEl>
                                          <p:spTgt spid="34"/>
                                        </p:tgtEl>
                                      </p:cBhvr>
                                    </p:animEffect>
                                    <p:anim calcmode="lin" valueType="num">
                                      <p:cBhvr>
                                        <p:cTn id="8" dur="1000" fill="hold"/>
                                        <p:tgtEl>
                                          <p:spTgt spid="34"/>
                                        </p:tgtEl>
                                        <p:attrNameLst>
                                          <p:attrName>ppt_x</p:attrName>
                                        </p:attrNameLst>
                                      </p:cBhvr>
                                      <p:tavLst>
                                        <p:tav tm="0">
                                          <p:val>
                                            <p:strVal val="#ppt_x"/>
                                          </p:val>
                                        </p:tav>
                                        <p:tav tm="100000">
                                          <p:val>
                                            <p:strVal val="#ppt_x"/>
                                          </p:val>
                                        </p:tav>
                                      </p:tavLst>
                                    </p:anim>
                                    <p:anim calcmode="lin" valueType="num">
                                      <p:cBhvr>
                                        <p:cTn id="9" dur="1000" fill="hold"/>
                                        <p:tgtEl>
                                          <p:spTgt spid="34"/>
                                        </p:tgtEl>
                                        <p:attrNameLst>
                                          <p:attrName>ppt_y</p:attrName>
                                        </p:attrNameLst>
                                      </p:cBhvr>
                                      <p:tavLst>
                                        <p:tav tm="0">
                                          <p:val>
                                            <p:strVal val="#ppt_y-.1"/>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4" grpId="0"/>
    </p:bldLst>
  </p:timing>
</p:sld>
</file>

<file path=ppt/slides/slide4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4" name="íşlïḍè">
            <a:extLst>
              <a:ext uri="{FF2B5EF4-FFF2-40B4-BE49-F238E27FC236}">
                <a16:creationId xmlns:a16="http://schemas.microsoft.com/office/drawing/2014/main" id="{9FAF5B05-A82E-4FA1-A0E0-26302D6721E5}"/>
              </a:ext>
            </a:extLst>
          </p:cNvPr>
          <p:cNvSpPr txBox="1"/>
          <p:nvPr/>
        </p:nvSpPr>
        <p:spPr>
          <a:xfrm>
            <a:off x="10736271" y="5807025"/>
            <a:ext cx="1034912" cy="511424"/>
          </a:xfrm>
          <a:prstGeom prst="rect">
            <a:avLst/>
          </a:prstGeom>
          <a:noFill/>
        </p:spPr>
        <p:txBody>
          <a:bodyPr wrap="square" lIns="91440" tIns="45720" rIns="91440" bIns="45720" anchor="ctr">
            <a:noAutofit/>
          </a:bodyPr>
          <a:lstStyle/>
          <a:p>
            <a:pPr algn="ctr"/>
            <a:r>
              <a:rPr lang="zh-CN" altLang="en-US" b="1" dirty="0">
                <a:solidFill>
                  <a:schemeClr val="accent1">
                    <a:lumMod val="75000"/>
                  </a:schemeClr>
                </a:solidFill>
              </a:rPr>
              <a:t>帧结束</a:t>
            </a:r>
            <a:endParaRPr lang="en-US" altLang="zh-CN" b="1" dirty="0">
              <a:solidFill>
                <a:schemeClr val="accent1">
                  <a:lumMod val="75000"/>
                </a:schemeClr>
              </a:solidFill>
            </a:endParaRPr>
          </a:p>
        </p:txBody>
      </p:sp>
      <p:grpSp>
        <p:nvGrpSpPr>
          <p:cNvPr id="27" name="组合 26">
            <a:extLst>
              <a:ext uri="{FF2B5EF4-FFF2-40B4-BE49-F238E27FC236}">
                <a16:creationId xmlns:a16="http://schemas.microsoft.com/office/drawing/2014/main" id="{22DF3DC8-A9C3-4470-9FF3-6AADCBFAA55F}"/>
              </a:ext>
            </a:extLst>
          </p:cNvPr>
          <p:cNvGrpSpPr/>
          <p:nvPr/>
        </p:nvGrpSpPr>
        <p:grpSpPr>
          <a:xfrm>
            <a:off x="9543140" y="5254517"/>
            <a:ext cx="5351823" cy="387093"/>
            <a:chOff x="1743140" y="4327371"/>
            <a:chExt cx="5351823" cy="387093"/>
          </a:xfrm>
        </p:grpSpPr>
        <p:sp>
          <p:nvSpPr>
            <p:cNvPr id="28" name="矩形 27">
              <a:extLst>
                <a:ext uri="{FF2B5EF4-FFF2-40B4-BE49-F238E27FC236}">
                  <a16:creationId xmlns:a16="http://schemas.microsoft.com/office/drawing/2014/main" id="{14A6C491-7E73-47D1-A668-F6AB051ECA79}"/>
                </a:ext>
              </a:extLst>
            </p:cNvPr>
            <p:cNvSpPr/>
            <p:nvPr/>
          </p:nvSpPr>
          <p:spPr>
            <a:xfrm>
              <a:off x="1743140" y="4327373"/>
              <a:ext cx="585619" cy="387091"/>
            </a:xfrm>
            <a:prstGeom prst="rect">
              <a:avLst/>
            </a:prstGeom>
            <a:solidFill>
              <a:schemeClr val="accent4"/>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CN" b="1" dirty="0"/>
                <a:t>Flag</a:t>
              </a:r>
              <a:endParaRPr lang="zh-CN" altLang="en-US" b="1" dirty="0"/>
            </a:p>
          </p:txBody>
        </p:sp>
        <p:sp>
          <p:nvSpPr>
            <p:cNvPr id="29" name="矩形 28">
              <a:extLst>
                <a:ext uri="{FF2B5EF4-FFF2-40B4-BE49-F238E27FC236}">
                  <a16:creationId xmlns:a16="http://schemas.microsoft.com/office/drawing/2014/main" id="{40A26214-C3A8-47CA-BFB0-17B75191EE24}"/>
                </a:ext>
              </a:extLst>
            </p:cNvPr>
            <p:cNvSpPr/>
            <p:nvPr/>
          </p:nvSpPr>
          <p:spPr>
            <a:xfrm>
              <a:off x="6509344" y="4327371"/>
              <a:ext cx="585619" cy="387091"/>
            </a:xfrm>
            <a:prstGeom prst="rect">
              <a:avLst/>
            </a:prstGeom>
            <a:solidFill>
              <a:schemeClr val="accent4"/>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CN" b="1" dirty="0"/>
                <a:t>Flag</a:t>
              </a:r>
              <a:endParaRPr lang="zh-CN" altLang="en-US" b="1" dirty="0"/>
            </a:p>
          </p:txBody>
        </p:sp>
        <p:sp>
          <p:nvSpPr>
            <p:cNvPr id="30" name="矩形 29">
              <a:extLst>
                <a:ext uri="{FF2B5EF4-FFF2-40B4-BE49-F238E27FC236}">
                  <a16:creationId xmlns:a16="http://schemas.microsoft.com/office/drawing/2014/main" id="{63345335-FFDF-4667-A5D7-D35073E3C64E}"/>
                </a:ext>
              </a:extLst>
            </p:cNvPr>
            <p:cNvSpPr/>
            <p:nvPr/>
          </p:nvSpPr>
          <p:spPr>
            <a:xfrm>
              <a:off x="2328759" y="4327372"/>
              <a:ext cx="4180585" cy="387091"/>
            </a:xfrm>
            <a:prstGeom prst="rect">
              <a:avLst/>
            </a:prstGeom>
            <a:solidFill>
              <a:schemeClr val="accent6"/>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b="1" dirty="0"/>
            </a:p>
          </p:txBody>
        </p:sp>
        <p:sp>
          <p:nvSpPr>
            <p:cNvPr id="31" name="矩形 30">
              <a:extLst>
                <a:ext uri="{FF2B5EF4-FFF2-40B4-BE49-F238E27FC236}">
                  <a16:creationId xmlns:a16="http://schemas.microsoft.com/office/drawing/2014/main" id="{62C1D11E-FD73-4A05-BAE5-B35EDE8B9FC8}"/>
                </a:ext>
              </a:extLst>
            </p:cNvPr>
            <p:cNvSpPr/>
            <p:nvPr/>
          </p:nvSpPr>
          <p:spPr>
            <a:xfrm>
              <a:off x="3097743" y="4327371"/>
              <a:ext cx="585619" cy="387091"/>
            </a:xfrm>
            <a:prstGeom prst="rect">
              <a:avLst/>
            </a:prstGeom>
            <a:solidFill>
              <a:schemeClr val="accent4"/>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CN" b="1" dirty="0"/>
                <a:t>Flag</a:t>
              </a:r>
              <a:endParaRPr lang="zh-CN" altLang="en-US" b="1" dirty="0"/>
            </a:p>
          </p:txBody>
        </p:sp>
      </p:grpSp>
      <p:sp>
        <p:nvSpPr>
          <p:cNvPr id="33" name="矩形 32">
            <a:extLst>
              <a:ext uri="{FF2B5EF4-FFF2-40B4-BE49-F238E27FC236}">
                <a16:creationId xmlns:a16="http://schemas.microsoft.com/office/drawing/2014/main" id="{19C1D5FC-F7A5-4FBF-810B-0FF9A8D13CCD}"/>
              </a:ext>
            </a:extLst>
          </p:cNvPr>
          <p:cNvSpPr/>
          <p:nvPr/>
        </p:nvSpPr>
        <p:spPr>
          <a:xfrm>
            <a:off x="-5167" y="5221918"/>
            <a:ext cx="938273" cy="484003"/>
          </a:xfrm>
          <a:prstGeom prst="rect">
            <a:avLst/>
          </a:prstGeom>
          <a:solidFill>
            <a:schemeClr val="bg1"/>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7" name="矩形 6">
            <a:extLst>
              <a:ext uri="{FF2B5EF4-FFF2-40B4-BE49-F238E27FC236}">
                <a16:creationId xmlns:a16="http://schemas.microsoft.com/office/drawing/2014/main" id="{63000FEF-84AC-4E71-B03B-0329662FD643}"/>
              </a:ext>
            </a:extLst>
          </p:cNvPr>
          <p:cNvSpPr/>
          <p:nvPr/>
        </p:nvSpPr>
        <p:spPr>
          <a:xfrm>
            <a:off x="11253727" y="5178728"/>
            <a:ext cx="938273" cy="484003"/>
          </a:xfrm>
          <a:prstGeom prst="rect">
            <a:avLst/>
          </a:prstGeom>
          <a:solidFill>
            <a:schemeClr val="bg1"/>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grpSp>
        <p:nvGrpSpPr>
          <p:cNvPr id="4" name="组合 3">
            <a:extLst>
              <a:ext uri="{FF2B5EF4-FFF2-40B4-BE49-F238E27FC236}">
                <a16:creationId xmlns:a16="http://schemas.microsoft.com/office/drawing/2014/main" id="{9A1EA9F2-FCB6-48C3-935F-7AE7E3AD14AC}"/>
              </a:ext>
            </a:extLst>
          </p:cNvPr>
          <p:cNvGrpSpPr/>
          <p:nvPr/>
        </p:nvGrpSpPr>
        <p:grpSpPr>
          <a:xfrm>
            <a:off x="304800" y="749300"/>
            <a:ext cx="6192343" cy="400110"/>
            <a:chOff x="424117" y="898245"/>
            <a:chExt cx="6192343" cy="400110"/>
          </a:xfrm>
        </p:grpSpPr>
        <p:sp>
          <p:nvSpPr>
            <p:cNvPr id="2" name="平行四边形 1">
              <a:extLst>
                <a:ext uri="{FF2B5EF4-FFF2-40B4-BE49-F238E27FC236}">
                  <a16:creationId xmlns:a16="http://schemas.microsoft.com/office/drawing/2014/main" id="{1F5BAA3F-9845-4F89-A2DD-8222D3E4EDAC}"/>
                </a:ext>
              </a:extLst>
            </p:cNvPr>
            <p:cNvSpPr/>
            <p:nvPr/>
          </p:nvSpPr>
          <p:spPr>
            <a:xfrm>
              <a:off x="424117" y="898245"/>
              <a:ext cx="711200" cy="387090"/>
            </a:xfrm>
            <a:prstGeom prst="parallelogram">
              <a:avLst/>
            </a:prstGeom>
            <a:solidFill>
              <a:schemeClr val="accent3">
                <a:lumMod val="75000"/>
              </a:schemeClr>
            </a:solidFill>
            <a:ln>
              <a:solidFill>
                <a:schemeClr val="accent3">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CN" sz="2200" dirty="0">
                  <a:latin typeface="Impact" panose="020B0806030902050204" pitchFamily="34" charset="0"/>
                </a:rPr>
                <a:t>02</a:t>
              </a:r>
              <a:endParaRPr lang="zh-CN" altLang="en-US" sz="2200" dirty="0">
                <a:latin typeface="Impact" panose="020B0806030902050204" pitchFamily="34" charset="0"/>
              </a:endParaRPr>
            </a:p>
          </p:txBody>
        </p:sp>
        <p:sp>
          <p:nvSpPr>
            <p:cNvPr id="3" name="文本框 2">
              <a:extLst>
                <a:ext uri="{FF2B5EF4-FFF2-40B4-BE49-F238E27FC236}">
                  <a16:creationId xmlns:a16="http://schemas.microsoft.com/office/drawing/2014/main" id="{4D6BD736-A4D3-4F26-AFED-36E11F50F70B}"/>
                </a:ext>
              </a:extLst>
            </p:cNvPr>
            <p:cNvSpPr txBox="1"/>
            <p:nvPr/>
          </p:nvSpPr>
          <p:spPr>
            <a:xfrm>
              <a:off x="1204755" y="898245"/>
              <a:ext cx="5411705" cy="400110"/>
            </a:xfrm>
            <a:prstGeom prst="rect">
              <a:avLst/>
            </a:prstGeom>
            <a:noFill/>
          </p:spPr>
          <p:txBody>
            <a:bodyPr wrap="square" rtlCol="0">
              <a:spAutoFit/>
            </a:bodyPr>
            <a:lstStyle/>
            <a:p>
              <a:r>
                <a:rPr lang="zh-CN" altLang="en-US" sz="2000" b="1" dirty="0"/>
                <a:t>透明传输</a:t>
              </a:r>
            </a:p>
          </p:txBody>
        </p:sp>
      </p:grpSp>
      <p:sp>
        <p:nvSpPr>
          <p:cNvPr id="8" name="矩形 7">
            <a:extLst>
              <a:ext uri="{FF2B5EF4-FFF2-40B4-BE49-F238E27FC236}">
                <a16:creationId xmlns:a16="http://schemas.microsoft.com/office/drawing/2014/main" id="{C7720255-4E6C-41B6-A880-D93377A356B5}"/>
              </a:ext>
            </a:extLst>
          </p:cNvPr>
          <p:cNvSpPr/>
          <p:nvPr/>
        </p:nvSpPr>
        <p:spPr>
          <a:xfrm>
            <a:off x="1016000" y="1297642"/>
            <a:ext cx="256976" cy="256976"/>
          </a:xfrm>
          <a:prstGeom prst="rect">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9" name="íşlïḍè">
            <a:extLst>
              <a:ext uri="{FF2B5EF4-FFF2-40B4-BE49-F238E27FC236}">
                <a16:creationId xmlns:a16="http://schemas.microsoft.com/office/drawing/2014/main" id="{1E3208DB-9CB5-439E-87A6-F640C77C2B32}"/>
              </a:ext>
            </a:extLst>
          </p:cNvPr>
          <p:cNvSpPr txBox="1"/>
          <p:nvPr/>
        </p:nvSpPr>
        <p:spPr>
          <a:xfrm>
            <a:off x="1333228" y="1297641"/>
            <a:ext cx="10494766" cy="511424"/>
          </a:xfrm>
          <a:prstGeom prst="rect">
            <a:avLst/>
          </a:prstGeom>
          <a:noFill/>
        </p:spPr>
        <p:txBody>
          <a:bodyPr wrap="square" lIns="91440" tIns="45720" rIns="91440" bIns="45720" anchor="ctr">
            <a:noAutofit/>
          </a:bodyPr>
          <a:lstStyle/>
          <a:p>
            <a:r>
              <a:rPr lang="zh-CN" altLang="en-US" b="1" dirty="0"/>
              <a:t>透明传输是指</a:t>
            </a:r>
            <a:r>
              <a:rPr lang="zh-CN" altLang="en-US" b="1" dirty="0">
                <a:solidFill>
                  <a:schemeClr val="accent1">
                    <a:lumMod val="75000"/>
                  </a:schemeClr>
                </a:solidFill>
              </a:rPr>
              <a:t>数据链路层对上层交付下来的协议数据单元</a:t>
            </a:r>
            <a:r>
              <a:rPr lang="en-US" altLang="zh-CN" b="1" dirty="0">
                <a:solidFill>
                  <a:schemeClr val="accent1">
                    <a:lumMod val="75000"/>
                  </a:schemeClr>
                </a:solidFill>
              </a:rPr>
              <a:t>PDU</a:t>
            </a:r>
            <a:r>
              <a:rPr lang="zh-CN" altLang="en-US" b="1" dirty="0">
                <a:solidFill>
                  <a:schemeClr val="accent1">
                    <a:lumMod val="75000"/>
                  </a:schemeClr>
                </a:solidFill>
              </a:rPr>
              <a:t>没有任何限制</a:t>
            </a:r>
            <a:r>
              <a:rPr lang="zh-CN" altLang="en-US" b="1" dirty="0"/>
              <a:t>，就好像数据链路层不存在一样。</a:t>
            </a:r>
            <a:endParaRPr lang="en-US" altLang="zh-CN" b="1" dirty="0"/>
          </a:p>
        </p:txBody>
      </p:sp>
      <p:grpSp>
        <p:nvGrpSpPr>
          <p:cNvPr id="5" name="组合 4">
            <a:extLst>
              <a:ext uri="{FF2B5EF4-FFF2-40B4-BE49-F238E27FC236}">
                <a16:creationId xmlns:a16="http://schemas.microsoft.com/office/drawing/2014/main" id="{8A770C34-1B38-4EEF-A0A8-606779CB738C}"/>
              </a:ext>
            </a:extLst>
          </p:cNvPr>
          <p:cNvGrpSpPr/>
          <p:nvPr/>
        </p:nvGrpSpPr>
        <p:grpSpPr>
          <a:xfrm>
            <a:off x="304799" y="3187346"/>
            <a:ext cx="11595556" cy="2667911"/>
            <a:chOff x="304799" y="3588634"/>
            <a:chExt cx="11595556" cy="2667911"/>
          </a:xfrm>
        </p:grpSpPr>
        <p:grpSp>
          <p:nvGrpSpPr>
            <p:cNvPr id="10" name="组合 9">
              <a:extLst>
                <a:ext uri="{FF2B5EF4-FFF2-40B4-BE49-F238E27FC236}">
                  <a16:creationId xmlns:a16="http://schemas.microsoft.com/office/drawing/2014/main" id="{1872948F-40FE-4C50-9F43-A13F69433512}"/>
                </a:ext>
              </a:extLst>
            </p:cNvPr>
            <p:cNvGrpSpPr/>
            <p:nvPr/>
          </p:nvGrpSpPr>
          <p:grpSpPr>
            <a:xfrm>
              <a:off x="601699" y="5615463"/>
              <a:ext cx="10940423" cy="641082"/>
              <a:chOff x="601699" y="5648354"/>
              <a:chExt cx="10940423" cy="641082"/>
            </a:xfrm>
          </p:grpSpPr>
          <p:cxnSp>
            <p:nvCxnSpPr>
              <p:cNvPr id="21" name="直接连接符 20">
                <a:extLst>
                  <a:ext uri="{FF2B5EF4-FFF2-40B4-BE49-F238E27FC236}">
                    <a16:creationId xmlns:a16="http://schemas.microsoft.com/office/drawing/2014/main" id="{AFA66375-BFFA-4A09-AA4D-EB81610ADFDC}"/>
                  </a:ext>
                </a:extLst>
              </p:cNvPr>
              <p:cNvCxnSpPr>
                <a:cxnSpLocks/>
              </p:cNvCxnSpPr>
              <p:nvPr/>
            </p:nvCxnSpPr>
            <p:spPr>
              <a:xfrm>
                <a:off x="1143721" y="6126777"/>
                <a:ext cx="10027235"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pic>
            <p:nvPicPr>
              <p:cNvPr id="22" name="图形 21">
                <a:extLst>
                  <a:ext uri="{FF2B5EF4-FFF2-40B4-BE49-F238E27FC236}">
                    <a16:creationId xmlns:a16="http://schemas.microsoft.com/office/drawing/2014/main" id="{6C887B44-86C4-4555-A5AA-6253F2886F19}"/>
                  </a:ext>
                </a:extLst>
              </p:cNvPr>
              <p:cNvPicPr>
                <a:picLocks noChangeAspect="1"/>
              </p:cNvPicPr>
              <p:nvPr/>
            </p:nvPicPr>
            <p:blipFill>
              <a:blip r:embed="rId3">
                <a:extLst>
                  <a:ext uri="{28A0092B-C50C-407E-A947-70E740481C1C}">
                    <a14:useLocalDpi xmlns:a14="http://schemas.microsoft.com/office/drawing/2010/main" val="0"/>
                  </a:ext>
                  <a:ext uri="{96DAC541-7B7A-43D3-8B79-37D633B846F1}">
                    <asvg:svgBlip xmlns:asvg="http://schemas.microsoft.com/office/drawing/2016/SVG/main" r:embed="rId4"/>
                  </a:ext>
                </a:extLst>
              </a:blip>
              <a:stretch>
                <a:fillRect/>
              </a:stretch>
            </p:blipFill>
            <p:spPr>
              <a:xfrm>
                <a:off x="601699" y="5648354"/>
                <a:ext cx="662814" cy="641082"/>
              </a:xfrm>
              <a:prstGeom prst="rect">
                <a:avLst/>
              </a:prstGeom>
            </p:spPr>
          </p:pic>
          <p:pic>
            <p:nvPicPr>
              <p:cNvPr id="23" name="图形 22">
                <a:extLst>
                  <a:ext uri="{FF2B5EF4-FFF2-40B4-BE49-F238E27FC236}">
                    <a16:creationId xmlns:a16="http://schemas.microsoft.com/office/drawing/2014/main" id="{D0041743-ABFB-4FFC-9ACE-63E103F31FCF}"/>
                  </a:ext>
                </a:extLst>
              </p:cNvPr>
              <p:cNvPicPr>
                <a:picLocks noChangeAspect="1"/>
              </p:cNvPicPr>
              <p:nvPr/>
            </p:nvPicPr>
            <p:blipFill>
              <a:blip r:embed="rId3">
                <a:extLst>
                  <a:ext uri="{28A0092B-C50C-407E-A947-70E740481C1C}">
                    <a14:useLocalDpi xmlns:a14="http://schemas.microsoft.com/office/drawing/2010/main" val="0"/>
                  </a:ext>
                  <a:ext uri="{96DAC541-7B7A-43D3-8B79-37D633B846F1}">
                    <asvg:svgBlip xmlns:asvg="http://schemas.microsoft.com/office/drawing/2016/SVG/main" r:embed="rId4"/>
                  </a:ext>
                </a:extLst>
              </a:blip>
              <a:stretch>
                <a:fillRect/>
              </a:stretch>
            </p:blipFill>
            <p:spPr>
              <a:xfrm>
                <a:off x="10879308" y="5648354"/>
                <a:ext cx="662814" cy="641082"/>
              </a:xfrm>
              <a:prstGeom prst="rect">
                <a:avLst/>
              </a:prstGeom>
            </p:spPr>
          </p:pic>
        </p:grpSp>
        <p:sp>
          <p:nvSpPr>
            <p:cNvPr id="11" name="矩形 10">
              <a:extLst>
                <a:ext uri="{FF2B5EF4-FFF2-40B4-BE49-F238E27FC236}">
                  <a16:creationId xmlns:a16="http://schemas.microsoft.com/office/drawing/2014/main" id="{89F370EB-1516-471E-8B16-B9DF13881EEB}"/>
                </a:ext>
              </a:extLst>
            </p:cNvPr>
            <p:cNvSpPr/>
            <p:nvPr/>
          </p:nvSpPr>
          <p:spPr>
            <a:xfrm>
              <a:off x="304799" y="5115754"/>
              <a:ext cx="1366117" cy="387091"/>
            </a:xfrm>
            <a:prstGeom prst="rect">
              <a:avLst/>
            </a:prstGeom>
            <a:solidFill>
              <a:schemeClr val="tx2"/>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zh-CN" altLang="en-US" b="1" dirty="0"/>
                <a:t>物理层</a:t>
              </a:r>
            </a:p>
          </p:txBody>
        </p:sp>
        <p:sp>
          <p:nvSpPr>
            <p:cNvPr id="12" name="矩形 11">
              <a:extLst>
                <a:ext uri="{FF2B5EF4-FFF2-40B4-BE49-F238E27FC236}">
                  <a16:creationId xmlns:a16="http://schemas.microsoft.com/office/drawing/2014/main" id="{C120AF4E-32F2-4BB4-8E09-D3F91B674B6A}"/>
                </a:ext>
              </a:extLst>
            </p:cNvPr>
            <p:cNvSpPr/>
            <p:nvPr/>
          </p:nvSpPr>
          <p:spPr>
            <a:xfrm>
              <a:off x="304800" y="3972672"/>
              <a:ext cx="1366117" cy="387091"/>
            </a:xfrm>
            <a:prstGeom prst="rect">
              <a:avLst/>
            </a:prstGeom>
            <a:solidFill>
              <a:schemeClr val="accent3"/>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zh-CN" altLang="en-US" b="1" dirty="0"/>
                <a:t>运输层</a:t>
              </a:r>
            </a:p>
          </p:txBody>
        </p:sp>
        <p:sp>
          <p:nvSpPr>
            <p:cNvPr id="13" name="矩形 12">
              <a:extLst>
                <a:ext uri="{FF2B5EF4-FFF2-40B4-BE49-F238E27FC236}">
                  <a16:creationId xmlns:a16="http://schemas.microsoft.com/office/drawing/2014/main" id="{51C9FA23-441A-4229-A8AC-D91362162E91}"/>
                </a:ext>
              </a:extLst>
            </p:cNvPr>
            <p:cNvSpPr/>
            <p:nvPr/>
          </p:nvSpPr>
          <p:spPr>
            <a:xfrm>
              <a:off x="304800" y="4347677"/>
              <a:ext cx="1366117" cy="387091"/>
            </a:xfrm>
            <a:prstGeom prst="rect">
              <a:avLst/>
            </a:prstGeom>
            <a:solidFill>
              <a:schemeClr val="accent6"/>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zh-CN" altLang="en-US" b="1" dirty="0"/>
                <a:t>网络层</a:t>
              </a:r>
            </a:p>
          </p:txBody>
        </p:sp>
        <p:sp>
          <p:nvSpPr>
            <p:cNvPr id="14" name="矩形 13">
              <a:extLst>
                <a:ext uri="{FF2B5EF4-FFF2-40B4-BE49-F238E27FC236}">
                  <a16:creationId xmlns:a16="http://schemas.microsoft.com/office/drawing/2014/main" id="{944CCDAD-E2F9-4EA6-A4ED-0C39133CDB16}"/>
                </a:ext>
              </a:extLst>
            </p:cNvPr>
            <p:cNvSpPr/>
            <p:nvPr/>
          </p:nvSpPr>
          <p:spPr>
            <a:xfrm>
              <a:off x="304800" y="4728663"/>
              <a:ext cx="1366118" cy="387091"/>
            </a:xfrm>
            <a:prstGeom prst="rect">
              <a:avLst/>
            </a:prstGeom>
            <a:solidFill>
              <a:schemeClr val="accent4"/>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zh-CN" altLang="en-US" b="1" dirty="0"/>
                <a:t>数据链路层</a:t>
              </a:r>
            </a:p>
          </p:txBody>
        </p:sp>
        <p:sp>
          <p:nvSpPr>
            <p:cNvPr id="15" name="矩形 14">
              <a:extLst>
                <a:ext uri="{FF2B5EF4-FFF2-40B4-BE49-F238E27FC236}">
                  <a16:creationId xmlns:a16="http://schemas.microsoft.com/office/drawing/2014/main" id="{84531869-3AF3-45B6-B1D3-9A7658A203C8}"/>
                </a:ext>
              </a:extLst>
            </p:cNvPr>
            <p:cNvSpPr/>
            <p:nvPr/>
          </p:nvSpPr>
          <p:spPr>
            <a:xfrm>
              <a:off x="304800" y="3588634"/>
              <a:ext cx="1366117" cy="387091"/>
            </a:xfrm>
            <a:prstGeom prst="rect">
              <a:avLst/>
            </a:prstGeom>
            <a:solidFill>
              <a:schemeClr val="accent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zh-CN" altLang="en-US" b="1" dirty="0"/>
                <a:t>应用层</a:t>
              </a:r>
            </a:p>
          </p:txBody>
        </p:sp>
        <p:sp>
          <p:nvSpPr>
            <p:cNvPr id="35" name="矩形 34">
              <a:extLst>
                <a:ext uri="{FF2B5EF4-FFF2-40B4-BE49-F238E27FC236}">
                  <a16:creationId xmlns:a16="http://schemas.microsoft.com/office/drawing/2014/main" id="{A2C9B035-8ABD-494E-8783-C6462F2C34EE}"/>
                </a:ext>
              </a:extLst>
            </p:cNvPr>
            <p:cNvSpPr/>
            <p:nvPr/>
          </p:nvSpPr>
          <p:spPr>
            <a:xfrm>
              <a:off x="10534236" y="5126397"/>
              <a:ext cx="1366117" cy="387091"/>
            </a:xfrm>
            <a:prstGeom prst="rect">
              <a:avLst/>
            </a:prstGeom>
            <a:solidFill>
              <a:schemeClr val="tx2"/>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zh-CN" altLang="en-US" b="1" dirty="0"/>
                <a:t>物理层</a:t>
              </a:r>
            </a:p>
          </p:txBody>
        </p:sp>
        <p:sp>
          <p:nvSpPr>
            <p:cNvPr id="36" name="矩形 35">
              <a:extLst>
                <a:ext uri="{FF2B5EF4-FFF2-40B4-BE49-F238E27FC236}">
                  <a16:creationId xmlns:a16="http://schemas.microsoft.com/office/drawing/2014/main" id="{56BC3166-5D46-4BE0-859C-38744E5D710F}"/>
                </a:ext>
              </a:extLst>
            </p:cNvPr>
            <p:cNvSpPr/>
            <p:nvPr/>
          </p:nvSpPr>
          <p:spPr>
            <a:xfrm>
              <a:off x="10534237" y="3983315"/>
              <a:ext cx="1366117" cy="387091"/>
            </a:xfrm>
            <a:prstGeom prst="rect">
              <a:avLst/>
            </a:prstGeom>
            <a:solidFill>
              <a:schemeClr val="accent3"/>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zh-CN" altLang="en-US" b="1" dirty="0"/>
                <a:t>运输层</a:t>
              </a:r>
            </a:p>
          </p:txBody>
        </p:sp>
        <p:sp>
          <p:nvSpPr>
            <p:cNvPr id="37" name="矩形 36">
              <a:extLst>
                <a:ext uri="{FF2B5EF4-FFF2-40B4-BE49-F238E27FC236}">
                  <a16:creationId xmlns:a16="http://schemas.microsoft.com/office/drawing/2014/main" id="{2393EBDF-8E46-43C9-A69C-478390939F5C}"/>
                </a:ext>
              </a:extLst>
            </p:cNvPr>
            <p:cNvSpPr/>
            <p:nvPr/>
          </p:nvSpPr>
          <p:spPr>
            <a:xfrm>
              <a:off x="10534237" y="4358320"/>
              <a:ext cx="1366117" cy="387091"/>
            </a:xfrm>
            <a:prstGeom prst="rect">
              <a:avLst/>
            </a:prstGeom>
            <a:solidFill>
              <a:schemeClr val="accent6"/>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zh-CN" altLang="en-US" b="1" dirty="0"/>
                <a:t>网络层</a:t>
              </a:r>
            </a:p>
          </p:txBody>
        </p:sp>
        <p:sp>
          <p:nvSpPr>
            <p:cNvPr id="38" name="矩形 37">
              <a:extLst>
                <a:ext uri="{FF2B5EF4-FFF2-40B4-BE49-F238E27FC236}">
                  <a16:creationId xmlns:a16="http://schemas.microsoft.com/office/drawing/2014/main" id="{8A58E852-6B41-424C-BD97-FCA280780330}"/>
                </a:ext>
              </a:extLst>
            </p:cNvPr>
            <p:cNvSpPr/>
            <p:nvPr/>
          </p:nvSpPr>
          <p:spPr>
            <a:xfrm>
              <a:off x="10534237" y="4739306"/>
              <a:ext cx="1366118" cy="387091"/>
            </a:xfrm>
            <a:prstGeom prst="rect">
              <a:avLst/>
            </a:prstGeom>
            <a:solidFill>
              <a:schemeClr val="accent4"/>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zh-CN" altLang="en-US" b="1" dirty="0"/>
                <a:t>数据链路层</a:t>
              </a:r>
            </a:p>
          </p:txBody>
        </p:sp>
        <p:sp>
          <p:nvSpPr>
            <p:cNvPr id="39" name="矩形 38">
              <a:extLst>
                <a:ext uri="{FF2B5EF4-FFF2-40B4-BE49-F238E27FC236}">
                  <a16:creationId xmlns:a16="http://schemas.microsoft.com/office/drawing/2014/main" id="{073FA83D-74E3-4EB9-AF7C-687245B39919}"/>
                </a:ext>
              </a:extLst>
            </p:cNvPr>
            <p:cNvSpPr/>
            <p:nvPr/>
          </p:nvSpPr>
          <p:spPr>
            <a:xfrm>
              <a:off x="10534237" y="3599277"/>
              <a:ext cx="1366117" cy="387091"/>
            </a:xfrm>
            <a:prstGeom prst="rect">
              <a:avLst/>
            </a:prstGeom>
            <a:solidFill>
              <a:schemeClr val="accent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zh-CN" altLang="en-US" b="1" dirty="0"/>
                <a:t>应用层</a:t>
              </a:r>
            </a:p>
          </p:txBody>
        </p:sp>
      </p:grpSp>
    </p:spTree>
    <p:custDataLst>
      <p:tags r:id="rId1"/>
    </p:custDataLst>
    <p:extLst>
      <p:ext uri="{BB962C8B-B14F-4D97-AF65-F5344CB8AC3E}">
        <p14:creationId xmlns:p14="http://schemas.microsoft.com/office/powerpoint/2010/main" val="1441846224"/>
      </p:ext>
    </p:extLst>
  </p:cSld>
  <p:clrMapOvr>
    <a:masterClrMapping/>
  </p:clrMapOvr>
  <mc:AlternateContent xmlns:mc="http://schemas.openxmlformats.org/markup-compatibility/2006" xmlns:p159="http://schemas.microsoft.com/office/powerpoint/2015/09/main">
    <mc:Choice Requires="p159">
      <p:transition spd="slow">
        <p159:morph option="byObject"/>
      </p:transition>
    </mc:Choice>
    <mc:Fallback xmlns="">
      <p:transition spd="slow">
        <p:fade/>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47" presetClass="entr" presetSubtype="0" fill="hold" grpId="0" nodeType="withEffect">
                                  <p:stCondLst>
                                    <p:cond delay="0"/>
                                  </p:stCondLst>
                                  <p:childTnLst>
                                    <p:set>
                                      <p:cBhvr>
                                        <p:cTn id="6" dur="1" fill="hold">
                                          <p:stCondLst>
                                            <p:cond delay="0"/>
                                          </p:stCondLst>
                                        </p:cTn>
                                        <p:tgtEl>
                                          <p:spTgt spid="34"/>
                                        </p:tgtEl>
                                        <p:attrNameLst>
                                          <p:attrName>style.visibility</p:attrName>
                                        </p:attrNameLst>
                                      </p:cBhvr>
                                      <p:to>
                                        <p:strVal val="visible"/>
                                      </p:to>
                                    </p:set>
                                    <p:animEffect transition="in" filter="fade">
                                      <p:cBhvr>
                                        <p:cTn id="7" dur="1000"/>
                                        <p:tgtEl>
                                          <p:spTgt spid="34"/>
                                        </p:tgtEl>
                                      </p:cBhvr>
                                    </p:animEffect>
                                    <p:anim calcmode="lin" valueType="num">
                                      <p:cBhvr>
                                        <p:cTn id="8" dur="1000" fill="hold"/>
                                        <p:tgtEl>
                                          <p:spTgt spid="34"/>
                                        </p:tgtEl>
                                        <p:attrNameLst>
                                          <p:attrName>ppt_x</p:attrName>
                                        </p:attrNameLst>
                                      </p:cBhvr>
                                      <p:tavLst>
                                        <p:tav tm="0">
                                          <p:val>
                                            <p:strVal val="#ppt_x"/>
                                          </p:val>
                                        </p:tav>
                                        <p:tav tm="100000">
                                          <p:val>
                                            <p:strVal val="#ppt_x"/>
                                          </p:val>
                                        </p:tav>
                                      </p:tavLst>
                                    </p:anim>
                                    <p:anim calcmode="lin" valueType="num">
                                      <p:cBhvr>
                                        <p:cTn id="9" dur="1000" fill="hold"/>
                                        <p:tgtEl>
                                          <p:spTgt spid="34"/>
                                        </p:tgtEl>
                                        <p:attrNameLst>
                                          <p:attrName>ppt_y</p:attrName>
                                        </p:attrNameLst>
                                      </p:cBhvr>
                                      <p:tavLst>
                                        <p:tav tm="0">
                                          <p:val>
                                            <p:strVal val="#ppt_y-.1"/>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4" grpId="0"/>
    </p:bldLst>
  </p:timing>
</p:sld>
</file>

<file path=ppt/slides/slide4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6" name="组合 5">
            <a:extLst>
              <a:ext uri="{FF2B5EF4-FFF2-40B4-BE49-F238E27FC236}">
                <a16:creationId xmlns:a16="http://schemas.microsoft.com/office/drawing/2014/main" id="{0A61A877-7D28-4692-8942-A11B41904E31}"/>
              </a:ext>
            </a:extLst>
          </p:cNvPr>
          <p:cNvGrpSpPr/>
          <p:nvPr/>
        </p:nvGrpSpPr>
        <p:grpSpPr>
          <a:xfrm>
            <a:off x="1806921" y="4333494"/>
            <a:ext cx="5351823" cy="391617"/>
            <a:chOff x="1806921" y="4333494"/>
            <a:chExt cx="5351823" cy="391617"/>
          </a:xfrm>
        </p:grpSpPr>
        <p:sp>
          <p:nvSpPr>
            <p:cNvPr id="28" name="矩形 27">
              <a:extLst>
                <a:ext uri="{FF2B5EF4-FFF2-40B4-BE49-F238E27FC236}">
                  <a16:creationId xmlns:a16="http://schemas.microsoft.com/office/drawing/2014/main" id="{14A6C491-7E73-47D1-A668-F6AB051ECA79}"/>
                </a:ext>
              </a:extLst>
            </p:cNvPr>
            <p:cNvSpPr/>
            <p:nvPr/>
          </p:nvSpPr>
          <p:spPr>
            <a:xfrm>
              <a:off x="1806921" y="4338020"/>
              <a:ext cx="585619" cy="387091"/>
            </a:xfrm>
            <a:prstGeom prst="rect">
              <a:avLst/>
            </a:prstGeom>
            <a:solidFill>
              <a:schemeClr val="accent4"/>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CN" b="1" dirty="0"/>
                <a:t>Flag</a:t>
              </a:r>
              <a:endParaRPr lang="zh-CN" altLang="en-US" b="1" dirty="0"/>
            </a:p>
          </p:txBody>
        </p:sp>
        <p:sp>
          <p:nvSpPr>
            <p:cNvPr id="29" name="矩形 28">
              <a:extLst>
                <a:ext uri="{FF2B5EF4-FFF2-40B4-BE49-F238E27FC236}">
                  <a16:creationId xmlns:a16="http://schemas.microsoft.com/office/drawing/2014/main" id="{40A26214-C3A8-47CA-BFB0-17B75191EE24}"/>
                </a:ext>
              </a:extLst>
            </p:cNvPr>
            <p:cNvSpPr/>
            <p:nvPr/>
          </p:nvSpPr>
          <p:spPr>
            <a:xfrm>
              <a:off x="6573125" y="4338018"/>
              <a:ext cx="585619" cy="387091"/>
            </a:xfrm>
            <a:prstGeom prst="rect">
              <a:avLst/>
            </a:prstGeom>
            <a:solidFill>
              <a:schemeClr val="accent4"/>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CN" b="1" dirty="0"/>
                <a:t>Flag</a:t>
              </a:r>
              <a:endParaRPr lang="zh-CN" altLang="en-US" b="1" dirty="0"/>
            </a:p>
          </p:txBody>
        </p:sp>
        <p:sp>
          <p:nvSpPr>
            <p:cNvPr id="30" name="矩形 29">
              <a:extLst>
                <a:ext uri="{FF2B5EF4-FFF2-40B4-BE49-F238E27FC236}">
                  <a16:creationId xmlns:a16="http://schemas.microsoft.com/office/drawing/2014/main" id="{63345335-FFDF-4667-A5D7-D35073E3C64E}"/>
                </a:ext>
              </a:extLst>
            </p:cNvPr>
            <p:cNvSpPr/>
            <p:nvPr/>
          </p:nvSpPr>
          <p:spPr>
            <a:xfrm>
              <a:off x="2392540" y="4338019"/>
              <a:ext cx="4180585" cy="387091"/>
            </a:xfrm>
            <a:prstGeom prst="rect">
              <a:avLst/>
            </a:prstGeom>
            <a:solidFill>
              <a:schemeClr val="accent6"/>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b="1" dirty="0"/>
            </a:p>
          </p:txBody>
        </p:sp>
        <p:sp>
          <p:nvSpPr>
            <p:cNvPr id="31" name="矩形 30">
              <a:extLst>
                <a:ext uri="{FF2B5EF4-FFF2-40B4-BE49-F238E27FC236}">
                  <a16:creationId xmlns:a16="http://schemas.microsoft.com/office/drawing/2014/main" id="{62C1D11E-FD73-4A05-BAE5-B35EDE8B9FC8}"/>
                </a:ext>
              </a:extLst>
            </p:cNvPr>
            <p:cNvSpPr/>
            <p:nvPr/>
          </p:nvSpPr>
          <p:spPr>
            <a:xfrm>
              <a:off x="3006721" y="4333494"/>
              <a:ext cx="585619" cy="387091"/>
            </a:xfrm>
            <a:prstGeom prst="rect">
              <a:avLst/>
            </a:prstGeom>
            <a:solidFill>
              <a:schemeClr val="accent4"/>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CN" b="1" dirty="0"/>
                <a:t>Flag</a:t>
              </a:r>
              <a:endParaRPr lang="zh-CN" altLang="en-US" b="1" dirty="0"/>
            </a:p>
          </p:txBody>
        </p:sp>
        <p:sp>
          <p:nvSpPr>
            <p:cNvPr id="41" name="矩形 40">
              <a:extLst>
                <a:ext uri="{FF2B5EF4-FFF2-40B4-BE49-F238E27FC236}">
                  <a16:creationId xmlns:a16="http://schemas.microsoft.com/office/drawing/2014/main" id="{B0E84225-81D7-4A73-B6AC-CBDB0B28398A}"/>
                </a:ext>
              </a:extLst>
            </p:cNvPr>
            <p:cNvSpPr/>
            <p:nvPr/>
          </p:nvSpPr>
          <p:spPr>
            <a:xfrm>
              <a:off x="4575697" y="4333494"/>
              <a:ext cx="585619" cy="387091"/>
            </a:xfrm>
            <a:prstGeom prst="rect">
              <a:avLst/>
            </a:prstGeom>
            <a:solidFill>
              <a:schemeClr val="accent4"/>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CN" b="1" dirty="0"/>
                <a:t>Flag</a:t>
              </a:r>
              <a:endParaRPr lang="zh-CN" altLang="en-US" b="1" dirty="0"/>
            </a:p>
          </p:txBody>
        </p:sp>
      </p:grpSp>
      <p:sp>
        <p:nvSpPr>
          <p:cNvPr id="33" name="矩形 32">
            <a:extLst>
              <a:ext uri="{FF2B5EF4-FFF2-40B4-BE49-F238E27FC236}">
                <a16:creationId xmlns:a16="http://schemas.microsoft.com/office/drawing/2014/main" id="{19C1D5FC-F7A5-4FBF-810B-0FF9A8D13CCD}"/>
              </a:ext>
            </a:extLst>
          </p:cNvPr>
          <p:cNvSpPr/>
          <p:nvPr/>
        </p:nvSpPr>
        <p:spPr>
          <a:xfrm>
            <a:off x="-5167" y="5221918"/>
            <a:ext cx="938273" cy="484003"/>
          </a:xfrm>
          <a:prstGeom prst="rect">
            <a:avLst/>
          </a:prstGeom>
          <a:solidFill>
            <a:schemeClr val="bg1"/>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7" name="矩形 6">
            <a:extLst>
              <a:ext uri="{FF2B5EF4-FFF2-40B4-BE49-F238E27FC236}">
                <a16:creationId xmlns:a16="http://schemas.microsoft.com/office/drawing/2014/main" id="{63000FEF-84AC-4E71-B03B-0329662FD643}"/>
              </a:ext>
            </a:extLst>
          </p:cNvPr>
          <p:cNvSpPr/>
          <p:nvPr/>
        </p:nvSpPr>
        <p:spPr>
          <a:xfrm>
            <a:off x="11253727" y="5178728"/>
            <a:ext cx="938273" cy="484003"/>
          </a:xfrm>
          <a:prstGeom prst="rect">
            <a:avLst/>
          </a:prstGeom>
          <a:solidFill>
            <a:schemeClr val="bg1"/>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grpSp>
        <p:nvGrpSpPr>
          <p:cNvPr id="4" name="组合 3">
            <a:extLst>
              <a:ext uri="{FF2B5EF4-FFF2-40B4-BE49-F238E27FC236}">
                <a16:creationId xmlns:a16="http://schemas.microsoft.com/office/drawing/2014/main" id="{9A1EA9F2-FCB6-48C3-935F-7AE7E3AD14AC}"/>
              </a:ext>
            </a:extLst>
          </p:cNvPr>
          <p:cNvGrpSpPr/>
          <p:nvPr/>
        </p:nvGrpSpPr>
        <p:grpSpPr>
          <a:xfrm>
            <a:off x="304800" y="749300"/>
            <a:ext cx="6192343" cy="400110"/>
            <a:chOff x="424117" y="898245"/>
            <a:chExt cx="6192343" cy="400110"/>
          </a:xfrm>
        </p:grpSpPr>
        <p:sp>
          <p:nvSpPr>
            <p:cNvPr id="2" name="平行四边形 1">
              <a:extLst>
                <a:ext uri="{FF2B5EF4-FFF2-40B4-BE49-F238E27FC236}">
                  <a16:creationId xmlns:a16="http://schemas.microsoft.com/office/drawing/2014/main" id="{1F5BAA3F-9845-4F89-A2DD-8222D3E4EDAC}"/>
                </a:ext>
              </a:extLst>
            </p:cNvPr>
            <p:cNvSpPr/>
            <p:nvPr/>
          </p:nvSpPr>
          <p:spPr>
            <a:xfrm>
              <a:off x="424117" y="898245"/>
              <a:ext cx="711200" cy="387090"/>
            </a:xfrm>
            <a:prstGeom prst="parallelogram">
              <a:avLst/>
            </a:prstGeom>
            <a:solidFill>
              <a:schemeClr val="accent3">
                <a:lumMod val="75000"/>
              </a:schemeClr>
            </a:solidFill>
            <a:ln>
              <a:solidFill>
                <a:schemeClr val="accent3">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CN" sz="2200" dirty="0">
                  <a:latin typeface="Impact" panose="020B0806030902050204" pitchFamily="34" charset="0"/>
                </a:rPr>
                <a:t>02</a:t>
              </a:r>
              <a:endParaRPr lang="zh-CN" altLang="en-US" sz="2200" dirty="0">
                <a:latin typeface="Impact" panose="020B0806030902050204" pitchFamily="34" charset="0"/>
              </a:endParaRPr>
            </a:p>
          </p:txBody>
        </p:sp>
        <p:sp>
          <p:nvSpPr>
            <p:cNvPr id="3" name="文本框 2">
              <a:extLst>
                <a:ext uri="{FF2B5EF4-FFF2-40B4-BE49-F238E27FC236}">
                  <a16:creationId xmlns:a16="http://schemas.microsoft.com/office/drawing/2014/main" id="{4D6BD736-A4D3-4F26-AFED-36E11F50F70B}"/>
                </a:ext>
              </a:extLst>
            </p:cNvPr>
            <p:cNvSpPr txBox="1"/>
            <p:nvPr/>
          </p:nvSpPr>
          <p:spPr>
            <a:xfrm>
              <a:off x="1204755" y="898245"/>
              <a:ext cx="5411705" cy="400110"/>
            </a:xfrm>
            <a:prstGeom prst="rect">
              <a:avLst/>
            </a:prstGeom>
            <a:noFill/>
          </p:spPr>
          <p:txBody>
            <a:bodyPr wrap="square" rtlCol="0">
              <a:spAutoFit/>
            </a:bodyPr>
            <a:lstStyle/>
            <a:p>
              <a:r>
                <a:rPr lang="zh-CN" altLang="en-US" sz="2000" b="1" dirty="0"/>
                <a:t>透明传输</a:t>
              </a:r>
            </a:p>
          </p:txBody>
        </p:sp>
      </p:grpSp>
      <p:sp>
        <p:nvSpPr>
          <p:cNvPr id="8" name="矩形 7">
            <a:extLst>
              <a:ext uri="{FF2B5EF4-FFF2-40B4-BE49-F238E27FC236}">
                <a16:creationId xmlns:a16="http://schemas.microsoft.com/office/drawing/2014/main" id="{C7720255-4E6C-41B6-A880-D93377A356B5}"/>
              </a:ext>
            </a:extLst>
          </p:cNvPr>
          <p:cNvSpPr/>
          <p:nvPr/>
        </p:nvSpPr>
        <p:spPr>
          <a:xfrm>
            <a:off x="1016000" y="1297642"/>
            <a:ext cx="256976" cy="256976"/>
          </a:xfrm>
          <a:prstGeom prst="rect">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9" name="íşlïḍè">
            <a:extLst>
              <a:ext uri="{FF2B5EF4-FFF2-40B4-BE49-F238E27FC236}">
                <a16:creationId xmlns:a16="http://schemas.microsoft.com/office/drawing/2014/main" id="{1E3208DB-9CB5-439E-87A6-F640C77C2B32}"/>
              </a:ext>
            </a:extLst>
          </p:cNvPr>
          <p:cNvSpPr txBox="1"/>
          <p:nvPr/>
        </p:nvSpPr>
        <p:spPr>
          <a:xfrm>
            <a:off x="1333228" y="1297641"/>
            <a:ext cx="10494766" cy="511424"/>
          </a:xfrm>
          <a:prstGeom prst="rect">
            <a:avLst/>
          </a:prstGeom>
          <a:noFill/>
        </p:spPr>
        <p:txBody>
          <a:bodyPr wrap="square" lIns="91440" tIns="45720" rIns="91440" bIns="45720" anchor="ctr">
            <a:noAutofit/>
          </a:bodyPr>
          <a:lstStyle/>
          <a:p>
            <a:r>
              <a:rPr lang="zh-CN" altLang="en-US" b="1" dirty="0"/>
              <a:t>透明传输是指</a:t>
            </a:r>
            <a:r>
              <a:rPr lang="zh-CN" altLang="en-US" b="1" dirty="0">
                <a:solidFill>
                  <a:schemeClr val="accent1">
                    <a:lumMod val="75000"/>
                  </a:schemeClr>
                </a:solidFill>
              </a:rPr>
              <a:t>数据链路层对上层交付下来的协议数据单元</a:t>
            </a:r>
            <a:r>
              <a:rPr lang="en-US" altLang="zh-CN" b="1" dirty="0">
                <a:solidFill>
                  <a:schemeClr val="accent1">
                    <a:lumMod val="75000"/>
                  </a:schemeClr>
                </a:solidFill>
              </a:rPr>
              <a:t>PDU</a:t>
            </a:r>
            <a:r>
              <a:rPr lang="zh-CN" altLang="en-US" b="1" dirty="0">
                <a:solidFill>
                  <a:schemeClr val="accent1">
                    <a:lumMod val="75000"/>
                  </a:schemeClr>
                </a:solidFill>
              </a:rPr>
              <a:t>没有任何限制</a:t>
            </a:r>
            <a:r>
              <a:rPr lang="zh-CN" altLang="en-US" b="1" dirty="0"/>
              <a:t>，就好像数据链路层不存在一样。</a:t>
            </a:r>
            <a:endParaRPr lang="en-US" altLang="zh-CN" b="1" dirty="0"/>
          </a:p>
        </p:txBody>
      </p:sp>
      <p:grpSp>
        <p:nvGrpSpPr>
          <p:cNvPr id="5" name="组合 4">
            <a:extLst>
              <a:ext uri="{FF2B5EF4-FFF2-40B4-BE49-F238E27FC236}">
                <a16:creationId xmlns:a16="http://schemas.microsoft.com/office/drawing/2014/main" id="{8A770C34-1B38-4EEF-A0A8-606779CB738C}"/>
              </a:ext>
            </a:extLst>
          </p:cNvPr>
          <p:cNvGrpSpPr/>
          <p:nvPr/>
        </p:nvGrpSpPr>
        <p:grpSpPr>
          <a:xfrm>
            <a:off x="304799" y="3187346"/>
            <a:ext cx="11595556" cy="2667911"/>
            <a:chOff x="304799" y="3588634"/>
            <a:chExt cx="11595556" cy="2667911"/>
          </a:xfrm>
        </p:grpSpPr>
        <p:grpSp>
          <p:nvGrpSpPr>
            <p:cNvPr id="10" name="组合 9">
              <a:extLst>
                <a:ext uri="{FF2B5EF4-FFF2-40B4-BE49-F238E27FC236}">
                  <a16:creationId xmlns:a16="http://schemas.microsoft.com/office/drawing/2014/main" id="{1872948F-40FE-4C50-9F43-A13F69433512}"/>
                </a:ext>
              </a:extLst>
            </p:cNvPr>
            <p:cNvGrpSpPr/>
            <p:nvPr/>
          </p:nvGrpSpPr>
          <p:grpSpPr>
            <a:xfrm>
              <a:off x="601699" y="5615463"/>
              <a:ext cx="10940423" cy="641082"/>
              <a:chOff x="601699" y="5648354"/>
              <a:chExt cx="10940423" cy="641082"/>
            </a:xfrm>
          </p:grpSpPr>
          <p:cxnSp>
            <p:nvCxnSpPr>
              <p:cNvPr id="21" name="直接连接符 20">
                <a:extLst>
                  <a:ext uri="{FF2B5EF4-FFF2-40B4-BE49-F238E27FC236}">
                    <a16:creationId xmlns:a16="http://schemas.microsoft.com/office/drawing/2014/main" id="{AFA66375-BFFA-4A09-AA4D-EB81610ADFDC}"/>
                  </a:ext>
                </a:extLst>
              </p:cNvPr>
              <p:cNvCxnSpPr>
                <a:cxnSpLocks/>
              </p:cNvCxnSpPr>
              <p:nvPr/>
            </p:nvCxnSpPr>
            <p:spPr>
              <a:xfrm>
                <a:off x="1143721" y="6126777"/>
                <a:ext cx="10027235"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pic>
            <p:nvPicPr>
              <p:cNvPr id="22" name="图形 21">
                <a:extLst>
                  <a:ext uri="{FF2B5EF4-FFF2-40B4-BE49-F238E27FC236}">
                    <a16:creationId xmlns:a16="http://schemas.microsoft.com/office/drawing/2014/main" id="{6C887B44-86C4-4555-A5AA-6253F2886F19}"/>
                  </a:ext>
                </a:extLst>
              </p:cNvPr>
              <p:cNvPicPr>
                <a:picLocks noChangeAspect="1"/>
              </p:cNvPicPr>
              <p:nvPr/>
            </p:nvPicPr>
            <p:blipFill>
              <a:blip r:embed="rId3">
                <a:extLst>
                  <a:ext uri="{28A0092B-C50C-407E-A947-70E740481C1C}">
                    <a14:useLocalDpi xmlns:a14="http://schemas.microsoft.com/office/drawing/2010/main" val="0"/>
                  </a:ext>
                  <a:ext uri="{96DAC541-7B7A-43D3-8B79-37D633B846F1}">
                    <asvg:svgBlip xmlns:asvg="http://schemas.microsoft.com/office/drawing/2016/SVG/main" r:embed="rId4"/>
                  </a:ext>
                </a:extLst>
              </a:blip>
              <a:stretch>
                <a:fillRect/>
              </a:stretch>
            </p:blipFill>
            <p:spPr>
              <a:xfrm>
                <a:off x="601699" y="5648354"/>
                <a:ext cx="662814" cy="641082"/>
              </a:xfrm>
              <a:prstGeom prst="rect">
                <a:avLst/>
              </a:prstGeom>
            </p:spPr>
          </p:pic>
          <p:pic>
            <p:nvPicPr>
              <p:cNvPr id="23" name="图形 22">
                <a:extLst>
                  <a:ext uri="{FF2B5EF4-FFF2-40B4-BE49-F238E27FC236}">
                    <a16:creationId xmlns:a16="http://schemas.microsoft.com/office/drawing/2014/main" id="{D0041743-ABFB-4FFC-9ACE-63E103F31FCF}"/>
                  </a:ext>
                </a:extLst>
              </p:cNvPr>
              <p:cNvPicPr>
                <a:picLocks noChangeAspect="1"/>
              </p:cNvPicPr>
              <p:nvPr/>
            </p:nvPicPr>
            <p:blipFill>
              <a:blip r:embed="rId3">
                <a:extLst>
                  <a:ext uri="{28A0092B-C50C-407E-A947-70E740481C1C}">
                    <a14:useLocalDpi xmlns:a14="http://schemas.microsoft.com/office/drawing/2010/main" val="0"/>
                  </a:ext>
                  <a:ext uri="{96DAC541-7B7A-43D3-8B79-37D633B846F1}">
                    <asvg:svgBlip xmlns:asvg="http://schemas.microsoft.com/office/drawing/2016/SVG/main" r:embed="rId4"/>
                  </a:ext>
                </a:extLst>
              </a:blip>
              <a:stretch>
                <a:fillRect/>
              </a:stretch>
            </p:blipFill>
            <p:spPr>
              <a:xfrm>
                <a:off x="10879308" y="5648354"/>
                <a:ext cx="662814" cy="641082"/>
              </a:xfrm>
              <a:prstGeom prst="rect">
                <a:avLst/>
              </a:prstGeom>
            </p:spPr>
          </p:pic>
        </p:grpSp>
        <p:sp>
          <p:nvSpPr>
            <p:cNvPr id="11" name="矩形 10">
              <a:extLst>
                <a:ext uri="{FF2B5EF4-FFF2-40B4-BE49-F238E27FC236}">
                  <a16:creationId xmlns:a16="http://schemas.microsoft.com/office/drawing/2014/main" id="{89F370EB-1516-471E-8B16-B9DF13881EEB}"/>
                </a:ext>
              </a:extLst>
            </p:cNvPr>
            <p:cNvSpPr/>
            <p:nvPr/>
          </p:nvSpPr>
          <p:spPr>
            <a:xfrm>
              <a:off x="304799" y="5115754"/>
              <a:ext cx="1366117" cy="387091"/>
            </a:xfrm>
            <a:prstGeom prst="rect">
              <a:avLst/>
            </a:prstGeom>
            <a:solidFill>
              <a:schemeClr val="tx2"/>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zh-CN" altLang="en-US" b="1" dirty="0"/>
                <a:t>物理层</a:t>
              </a:r>
            </a:p>
          </p:txBody>
        </p:sp>
        <p:sp>
          <p:nvSpPr>
            <p:cNvPr id="12" name="矩形 11">
              <a:extLst>
                <a:ext uri="{FF2B5EF4-FFF2-40B4-BE49-F238E27FC236}">
                  <a16:creationId xmlns:a16="http://schemas.microsoft.com/office/drawing/2014/main" id="{C120AF4E-32F2-4BB4-8E09-D3F91B674B6A}"/>
                </a:ext>
              </a:extLst>
            </p:cNvPr>
            <p:cNvSpPr/>
            <p:nvPr/>
          </p:nvSpPr>
          <p:spPr>
            <a:xfrm>
              <a:off x="304800" y="3972672"/>
              <a:ext cx="1366117" cy="387091"/>
            </a:xfrm>
            <a:prstGeom prst="rect">
              <a:avLst/>
            </a:prstGeom>
            <a:solidFill>
              <a:schemeClr val="accent3"/>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zh-CN" altLang="en-US" b="1" dirty="0"/>
                <a:t>运输层</a:t>
              </a:r>
            </a:p>
          </p:txBody>
        </p:sp>
        <p:sp>
          <p:nvSpPr>
            <p:cNvPr id="13" name="矩形 12">
              <a:extLst>
                <a:ext uri="{FF2B5EF4-FFF2-40B4-BE49-F238E27FC236}">
                  <a16:creationId xmlns:a16="http://schemas.microsoft.com/office/drawing/2014/main" id="{51C9FA23-441A-4229-A8AC-D91362162E91}"/>
                </a:ext>
              </a:extLst>
            </p:cNvPr>
            <p:cNvSpPr/>
            <p:nvPr/>
          </p:nvSpPr>
          <p:spPr>
            <a:xfrm>
              <a:off x="304800" y="4347677"/>
              <a:ext cx="1366117" cy="387091"/>
            </a:xfrm>
            <a:prstGeom prst="rect">
              <a:avLst/>
            </a:prstGeom>
            <a:solidFill>
              <a:schemeClr val="accent6"/>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zh-CN" altLang="en-US" b="1" dirty="0"/>
                <a:t>网络层</a:t>
              </a:r>
            </a:p>
          </p:txBody>
        </p:sp>
        <p:sp>
          <p:nvSpPr>
            <p:cNvPr id="14" name="矩形 13">
              <a:extLst>
                <a:ext uri="{FF2B5EF4-FFF2-40B4-BE49-F238E27FC236}">
                  <a16:creationId xmlns:a16="http://schemas.microsoft.com/office/drawing/2014/main" id="{944CCDAD-E2F9-4EA6-A4ED-0C39133CDB16}"/>
                </a:ext>
              </a:extLst>
            </p:cNvPr>
            <p:cNvSpPr/>
            <p:nvPr/>
          </p:nvSpPr>
          <p:spPr>
            <a:xfrm>
              <a:off x="304800" y="4728663"/>
              <a:ext cx="1366118" cy="387091"/>
            </a:xfrm>
            <a:prstGeom prst="rect">
              <a:avLst/>
            </a:prstGeom>
            <a:solidFill>
              <a:schemeClr val="accent4"/>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zh-CN" altLang="en-US" b="1" dirty="0"/>
                <a:t>数据链路层</a:t>
              </a:r>
            </a:p>
          </p:txBody>
        </p:sp>
        <p:sp>
          <p:nvSpPr>
            <p:cNvPr id="15" name="矩形 14">
              <a:extLst>
                <a:ext uri="{FF2B5EF4-FFF2-40B4-BE49-F238E27FC236}">
                  <a16:creationId xmlns:a16="http://schemas.microsoft.com/office/drawing/2014/main" id="{84531869-3AF3-45B6-B1D3-9A7658A203C8}"/>
                </a:ext>
              </a:extLst>
            </p:cNvPr>
            <p:cNvSpPr/>
            <p:nvPr/>
          </p:nvSpPr>
          <p:spPr>
            <a:xfrm>
              <a:off x="304800" y="3588634"/>
              <a:ext cx="1366117" cy="387091"/>
            </a:xfrm>
            <a:prstGeom prst="rect">
              <a:avLst/>
            </a:prstGeom>
            <a:solidFill>
              <a:schemeClr val="accent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zh-CN" altLang="en-US" b="1" dirty="0"/>
                <a:t>应用层</a:t>
              </a:r>
            </a:p>
          </p:txBody>
        </p:sp>
        <p:sp>
          <p:nvSpPr>
            <p:cNvPr id="35" name="矩形 34">
              <a:extLst>
                <a:ext uri="{FF2B5EF4-FFF2-40B4-BE49-F238E27FC236}">
                  <a16:creationId xmlns:a16="http://schemas.microsoft.com/office/drawing/2014/main" id="{A2C9B035-8ABD-494E-8783-C6462F2C34EE}"/>
                </a:ext>
              </a:extLst>
            </p:cNvPr>
            <p:cNvSpPr/>
            <p:nvPr/>
          </p:nvSpPr>
          <p:spPr>
            <a:xfrm>
              <a:off x="10534236" y="5126397"/>
              <a:ext cx="1366117" cy="387091"/>
            </a:xfrm>
            <a:prstGeom prst="rect">
              <a:avLst/>
            </a:prstGeom>
            <a:solidFill>
              <a:schemeClr val="tx2"/>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zh-CN" altLang="en-US" b="1" dirty="0"/>
                <a:t>物理层</a:t>
              </a:r>
            </a:p>
          </p:txBody>
        </p:sp>
        <p:sp>
          <p:nvSpPr>
            <p:cNvPr id="36" name="矩形 35">
              <a:extLst>
                <a:ext uri="{FF2B5EF4-FFF2-40B4-BE49-F238E27FC236}">
                  <a16:creationId xmlns:a16="http://schemas.microsoft.com/office/drawing/2014/main" id="{56BC3166-5D46-4BE0-859C-38744E5D710F}"/>
                </a:ext>
              </a:extLst>
            </p:cNvPr>
            <p:cNvSpPr/>
            <p:nvPr/>
          </p:nvSpPr>
          <p:spPr>
            <a:xfrm>
              <a:off x="10534237" y="3983315"/>
              <a:ext cx="1366117" cy="387091"/>
            </a:xfrm>
            <a:prstGeom prst="rect">
              <a:avLst/>
            </a:prstGeom>
            <a:solidFill>
              <a:schemeClr val="accent3"/>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zh-CN" altLang="en-US" b="1" dirty="0"/>
                <a:t>运输层</a:t>
              </a:r>
            </a:p>
          </p:txBody>
        </p:sp>
        <p:sp>
          <p:nvSpPr>
            <p:cNvPr id="37" name="矩形 36">
              <a:extLst>
                <a:ext uri="{FF2B5EF4-FFF2-40B4-BE49-F238E27FC236}">
                  <a16:creationId xmlns:a16="http://schemas.microsoft.com/office/drawing/2014/main" id="{2393EBDF-8E46-43C9-A69C-478390939F5C}"/>
                </a:ext>
              </a:extLst>
            </p:cNvPr>
            <p:cNvSpPr/>
            <p:nvPr/>
          </p:nvSpPr>
          <p:spPr>
            <a:xfrm>
              <a:off x="10534237" y="4358320"/>
              <a:ext cx="1366117" cy="387091"/>
            </a:xfrm>
            <a:prstGeom prst="rect">
              <a:avLst/>
            </a:prstGeom>
            <a:solidFill>
              <a:schemeClr val="accent6"/>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zh-CN" altLang="en-US" b="1" dirty="0"/>
                <a:t>网络层</a:t>
              </a:r>
            </a:p>
          </p:txBody>
        </p:sp>
        <p:sp>
          <p:nvSpPr>
            <p:cNvPr id="38" name="矩形 37">
              <a:extLst>
                <a:ext uri="{FF2B5EF4-FFF2-40B4-BE49-F238E27FC236}">
                  <a16:creationId xmlns:a16="http://schemas.microsoft.com/office/drawing/2014/main" id="{8A58E852-6B41-424C-BD97-FCA280780330}"/>
                </a:ext>
              </a:extLst>
            </p:cNvPr>
            <p:cNvSpPr/>
            <p:nvPr/>
          </p:nvSpPr>
          <p:spPr>
            <a:xfrm>
              <a:off x="10534237" y="4739306"/>
              <a:ext cx="1366118" cy="387091"/>
            </a:xfrm>
            <a:prstGeom prst="rect">
              <a:avLst/>
            </a:prstGeom>
            <a:solidFill>
              <a:schemeClr val="accent4"/>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zh-CN" altLang="en-US" b="1" dirty="0"/>
                <a:t>数据链路层</a:t>
              </a:r>
            </a:p>
          </p:txBody>
        </p:sp>
        <p:sp>
          <p:nvSpPr>
            <p:cNvPr id="39" name="矩形 38">
              <a:extLst>
                <a:ext uri="{FF2B5EF4-FFF2-40B4-BE49-F238E27FC236}">
                  <a16:creationId xmlns:a16="http://schemas.microsoft.com/office/drawing/2014/main" id="{073FA83D-74E3-4EB9-AF7C-687245B39919}"/>
                </a:ext>
              </a:extLst>
            </p:cNvPr>
            <p:cNvSpPr/>
            <p:nvPr/>
          </p:nvSpPr>
          <p:spPr>
            <a:xfrm>
              <a:off x="10534237" y="3599277"/>
              <a:ext cx="1366117" cy="387091"/>
            </a:xfrm>
            <a:prstGeom prst="rect">
              <a:avLst/>
            </a:prstGeom>
            <a:solidFill>
              <a:schemeClr val="accent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zh-CN" altLang="en-US" b="1" dirty="0"/>
                <a:t>应用层</a:t>
              </a:r>
            </a:p>
          </p:txBody>
        </p:sp>
      </p:grpSp>
      <p:sp>
        <p:nvSpPr>
          <p:cNvPr id="40" name="矩形 39">
            <a:extLst>
              <a:ext uri="{FF2B5EF4-FFF2-40B4-BE49-F238E27FC236}">
                <a16:creationId xmlns:a16="http://schemas.microsoft.com/office/drawing/2014/main" id="{BDCC4DD6-C831-4F15-B77B-CEEA5D2DD402}"/>
              </a:ext>
            </a:extLst>
          </p:cNvPr>
          <p:cNvSpPr/>
          <p:nvPr/>
        </p:nvSpPr>
        <p:spPr>
          <a:xfrm>
            <a:off x="3592339" y="4338018"/>
            <a:ext cx="585619" cy="387091"/>
          </a:xfrm>
          <a:prstGeom prst="rect">
            <a:avLst/>
          </a:prstGeom>
          <a:solidFill>
            <a:schemeClr val="accent2"/>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CN" b="1" dirty="0"/>
              <a:t>ESC</a:t>
            </a:r>
            <a:endParaRPr lang="zh-CN" altLang="en-US" b="1" dirty="0"/>
          </a:p>
        </p:txBody>
      </p:sp>
      <p:sp>
        <p:nvSpPr>
          <p:cNvPr id="42" name="矩形 41">
            <a:extLst>
              <a:ext uri="{FF2B5EF4-FFF2-40B4-BE49-F238E27FC236}">
                <a16:creationId xmlns:a16="http://schemas.microsoft.com/office/drawing/2014/main" id="{A6535FD0-DA5A-4301-982E-047E95CBCE52}"/>
              </a:ext>
            </a:extLst>
          </p:cNvPr>
          <p:cNvSpPr/>
          <p:nvPr/>
        </p:nvSpPr>
        <p:spPr>
          <a:xfrm>
            <a:off x="5161315" y="4338018"/>
            <a:ext cx="585619" cy="387091"/>
          </a:xfrm>
          <a:prstGeom prst="rect">
            <a:avLst/>
          </a:prstGeom>
          <a:solidFill>
            <a:schemeClr val="accent2"/>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CN" b="1" dirty="0"/>
              <a:t>ESC</a:t>
            </a:r>
            <a:endParaRPr lang="zh-CN" altLang="en-US" b="1" dirty="0"/>
          </a:p>
        </p:txBody>
      </p:sp>
      <p:sp>
        <p:nvSpPr>
          <p:cNvPr id="43" name="iconfont-11673-5560710">
            <a:extLst>
              <a:ext uri="{FF2B5EF4-FFF2-40B4-BE49-F238E27FC236}">
                <a16:creationId xmlns:a16="http://schemas.microsoft.com/office/drawing/2014/main" id="{70FC7DB4-4680-4AB1-80A6-D05EAAE34CD4}"/>
              </a:ext>
            </a:extLst>
          </p:cNvPr>
          <p:cNvSpPr/>
          <p:nvPr/>
        </p:nvSpPr>
        <p:spPr>
          <a:xfrm>
            <a:off x="2431325" y="4390171"/>
            <a:ext cx="447226" cy="447226"/>
          </a:xfrm>
          <a:custGeom>
            <a:avLst/>
            <a:gdLst>
              <a:gd name="connsiteX0" fmla="*/ 409852 w 609586"/>
              <a:gd name="connsiteY0" fmla="*/ 390766 h 609586"/>
              <a:gd name="connsiteX1" fmla="*/ 396374 w 609586"/>
              <a:gd name="connsiteY1" fmla="*/ 396374 h 609586"/>
              <a:gd name="connsiteX2" fmla="*/ 396374 w 609586"/>
              <a:gd name="connsiteY2" fmla="*/ 423329 h 609586"/>
              <a:gd name="connsiteX3" fmla="*/ 558009 w 609586"/>
              <a:gd name="connsiteY3" fmla="*/ 584964 h 609586"/>
              <a:gd name="connsiteX4" fmla="*/ 584964 w 609586"/>
              <a:gd name="connsiteY4" fmla="*/ 584964 h 609586"/>
              <a:gd name="connsiteX5" fmla="*/ 590536 w 609586"/>
              <a:gd name="connsiteY5" fmla="*/ 571487 h 609586"/>
              <a:gd name="connsiteX6" fmla="*/ 584964 w 609586"/>
              <a:gd name="connsiteY6" fmla="*/ 558009 h 609586"/>
              <a:gd name="connsiteX7" fmla="*/ 423329 w 609586"/>
              <a:gd name="connsiteY7" fmla="*/ 396374 h 609586"/>
              <a:gd name="connsiteX8" fmla="*/ 409852 w 609586"/>
              <a:gd name="connsiteY8" fmla="*/ 390766 h 609586"/>
              <a:gd name="connsiteX9" fmla="*/ 199987 w 609586"/>
              <a:gd name="connsiteY9" fmla="*/ 76185 h 609586"/>
              <a:gd name="connsiteX10" fmla="*/ 76185 w 609586"/>
              <a:gd name="connsiteY10" fmla="*/ 199988 h 609586"/>
              <a:gd name="connsiteX11" fmla="*/ 199987 w 609586"/>
              <a:gd name="connsiteY11" fmla="*/ 323790 h 609586"/>
              <a:gd name="connsiteX12" fmla="*/ 323790 w 609586"/>
              <a:gd name="connsiteY12" fmla="*/ 199988 h 609586"/>
              <a:gd name="connsiteX13" fmla="*/ 199987 w 609586"/>
              <a:gd name="connsiteY13" fmla="*/ 76185 h 609586"/>
              <a:gd name="connsiteX14" fmla="*/ 199987 w 609586"/>
              <a:gd name="connsiteY14" fmla="*/ 57139 h 609586"/>
              <a:gd name="connsiteX15" fmla="*/ 342836 w 609586"/>
              <a:gd name="connsiteY15" fmla="*/ 199988 h 609586"/>
              <a:gd name="connsiteX16" fmla="*/ 199987 w 609586"/>
              <a:gd name="connsiteY16" fmla="*/ 342836 h 609586"/>
              <a:gd name="connsiteX17" fmla="*/ 57139 w 609586"/>
              <a:gd name="connsiteY17" fmla="*/ 199988 h 609586"/>
              <a:gd name="connsiteX18" fmla="*/ 199987 w 609586"/>
              <a:gd name="connsiteY18" fmla="*/ 57139 h 609586"/>
              <a:gd name="connsiteX19" fmla="*/ 200020 w 609586"/>
              <a:gd name="connsiteY19" fmla="*/ 19050 h 609586"/>
              <a:gd name="connsiteX20" fmla="*/ 19050 w 609586"/>
              <a:gd name="connsiteY20" fmla="*/ 200020 h 609586"/>
              <a:gd name="connsiteX21" fmla="*/ 200020 w 609586"/>
              <a:gd name="connsiteY21" fmla="*/ 380991 h 609586"/>
              <a:gd name="connsiteX22" fmla="*/ 380991 w 609586"/>
              <a:gd name="connsiteY22" fmla="*/ 200020 h 609586"/>
              <a:gd name="connsiteX23" fmla="*/ 200020 w 609586"/>
              <a:gd name="connsiteY23" fmla="*/ 19050 h 609586"/>
              <a:gd name="connsiteX24" fmla="*/ 200020 w 609586"/>
              <a:gd name="connsiteY24" fmla="*/ 0 h 609586"/>
              <a:gd name="connsiteX25" fmla="*/ 400041 w 609586"/>
              <a:gd name="connsiteY25" fmla="*/ 200020 h 609586"/>
              <a:gd name="connsiteX26" fmla="*/ 347464 w 609586"/>
              <a:gd name="connsiteY26" fmla="*/ 334701 h 609586"/>
              <a:gd name="connsiteX27" fmla="*/ 349655 w 609586"/>
              <a:gd name="connsiteY27" fmla="*/ 336177 h 609586"/>
              <a:gd name="connsiteX28" fmla="*/ 390707 w 609586"/>
              <a:gd name="connsiteY28" fmla="*/ 377229 h 609586"/>
              <a:gd name="connsiteX29" fmla="*/ 436806 w 609586"/>
              <a:gd name="connsiteY29" fmla="*/ 382896 h 609586"/>
              <a:gd name="connsiteX30" fmla="*/ 598442 w 609586"/>
              <a:gd name="connsiteY30" fmla="*/ 544532 h 609586"/>
              <a:gd name="connsiteX31" fmla="*/ 609586 w 609586"/>
              <a:gd name="connsiteY31" fmla="*/ 571487 h 609586"/>
              <a:gd name="connsiteX32" fmla="*/ 598442 w 609586"/>
              <a:gd name="connsiteY32" fmla="*/ 598442 h 609586"/>
              <a:gd name="connsiteX33" fmla="*/ 571487 w 609586"/>
              <a:gd name="connsiteY33" fmla="*/ 609586 h 609586"/>
              <a:gd name="connsiteX34" fmla="*/ 544579 w 609586"/>
              <a:gd name="connsiteY34" fmla="*/ 598442 h 609586"/>
              <a:gd name="connsiteX35" fmla="*/ 382944 w 609586"/>
              <a:gd name="connsiteY35" fmla="*/ 436806 h 609586"/>
              <a:gd name="connsiteX36" fmla="*/ 377134 w 609586"/>
              <a:gd name="connsiteY36" fmla="*/ 390611 h 609586"/>
              <a:gd name="connsiteX37" fmla="*/ 336177 w 609586"/>
              <a:gd name="connsiteY37" fmla="*/ 349655 h 609586"/>
              <a:gd name="connsiteX38" fmla="*/ 334701 w 609586"/>
              <a:gd name="connsiteY38" fmla="*/ 347464 h 609586"/>
              <a:gd name="connsiteX39" fmla="*/ 200020 w 609586"/>
              <a:gd name="connsiteY39" fmla="*/ 400041 h 609586"/>
              <a:gd name="connsiteX40" fmla="*/ 0 w 609586"/>
              <a:gd name="connsiteY40" fmla="*/ 200020 h 609586"/>
              <a:gd name="connsiteX41" fmla="*/ 200020 w 609586"/>
              <a:gd name="connsiteY41" fmla="*/ 0 h 60958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Lst>
            <a:rect l="l" t="t" r="r" b="b"/>
            <a:pathLst>
              <a:path w="609586" h="609586">
                <a:moveTo>
                  <a:pt x="409852" y="390766"/>
                </a:moveTo>
                <a:cubicBezTo>
                  <a:pt x="404970" y="390766"/>
                  <a:pt x="400089" y="392635"/>
                  <a:pt x="396374" y="396374"/>
                </a:cubicBezTo>
                <a:cubicBezTo>
                  <a:pt x="388897" y="403803"/>
                  <a:pt x="388897" y="415900"/>
                  <a:pt x="396374" y="423329"/>
                </a:cubicBezTo>
                <a:lnTo>
                  <a:pt x="558009" y="584964"/>
                </a:lnTo>
                <a:cubicBezTo>
                  <a:pt x="565581" y="592156"/>
                  <a:pt x="577392" y="592156"/>
                  <a:pt x="584964" y="584964"/>
                </a:cubicBezTo>
                <a:cubicBezTo>
                  <a:pt x="588536" y="581345"/>
                  <a:pt x="590536" y="576583"/>
                  <a:pt x="590536" y="571487"/>
                </a:cubicBezTo>
                <a:cubicBezTo>
                  <a:pt x="590536" y="566391"/>
                  <a:pt x="588536" y="561629"/>
                  <a:pt x="584964" y="558009"/>
                </a:cubicBezTo>
                <a:lnTo>
                  <a:pt x="423329" y="396374"/>
                </a:lnTo>
                <a:cubicBezTo>
                  <a:pt x="419614" y="392635"/>
                  <a:pt x="414733" y="390766"/>
                  <a:pt x="409852" y="390766"/>
                </a:cubicBezTo>
                <a:close/>
                <a:moveTo>
                  <a:pt x="199987" y="76185"/>
                </a:moveTo>
                <a:cubicBezTo>
                  <a:pt x="131706" y="76185"/>
                  <a:pt x="76185" y="131706"/>
                  <a:pt x="76185" y="199988"/>
                </a:cubicBezTo>
                <a:cubicBezTo>
                  <a:pt x="76185" y="268269"/>
                  <a:pt x="131706" y="323790"/>
                  <a:pt x="199987" y="323790"/>
                </a:cubicBezTo>
                <a:cubicBezTo>
                  <a:pt x="268269" y="323790"/>
                  <a:pt x="323790" y="268269"/>
                  <a:pt x="323790" y="199988"/>
                </a:cubicBezTo>
                <a:cubicBezTo>
                  <a:pt x="323790" y="131706"/>
                  <a:pt x="268269" y="76185"/>
                  <a:pt x="199987" y="76185"/>
                </a:cubicBezTo>
                <a:close/>
                <a:moveTo>
                  <a:pt x="199987" y="57139"/>
                </a:moveTo>
                <a:cubicBezTo>
                  <a:pt x="278745" y="57139"/>
                  <a:pt x="342836" y="121230"/>
                  <a:pt x="342836" y="199988"/>
                </a:cubicBezTo>
                <a:cubicBezTo>
                  <a:pt x="342836" y="278745"/>
                  <a:pt x="278745" y="342836"/>
                  <a:pt x="199987" y="342836"/>
                </a:cubicBezTo>
                <a:cubicBezTo>
                  <a:pt x="121230" y="342836"/>
                  <a:pt x="57139" y="278745"/>
                  <a:pt x="57139" y="199988"/>
                </a:cubicBezTo>
                <a:cubicBezTo>
                  <a:pt x="57139" y="121230"/>
                  <a:pt x="121230" y="57139"/>
                  <a:pt x="199987" y="57139"/>
                </a:cubicBezTo>
                <a:close/>
                <a:moveTo>
                  <a:pt x="200020" y="19050"/>
                </a:moveTo>
                <a:cubicBezTo>
                  <a:pt x="100248" y="19050"/>
                  <a:pt x="19050" y="100248"/>
                  <a:pt x="19050" y="200020"/>
                </a:cubicBezTo>
                <a:cubicBezTo>
                  <a:pt x="19050" y="299793"/>
                  <a:pt x="100248" y="380991"/>
                  <a:pt x="200020" y="380991"/>
                </a:cubicBezTo>
                <a:cubicBezTo>
                  <a:pt x="299793" y="380991"/>
                  <a:pt x="380991" y="299793"/>
                  <a:pt x="380991" y="200020"/>
                </a:cubicBezTo>
                <a:cubicBezTo>
                  <a:pt x="380991" y="100248"/>
                  <a:pt x="299793" y="19050"/>
                  <a:pt x="200020" y="19050"/>
                </a:cubicBezTo>
                <a:close/>
                <a:moveTo>
                  <a:pt x="200020" y="0"/>
                </a:moveTo>
                <a:cubicBezTo>
                  <a:pt x="310317" y="0"/>
                  <a:pt x="400041" y="89723"/>
                  <a:pt x="400041" y="200020"/>
                </a:cubicBezTo>
                <a:cubicBezTo>
                  <a:pt x="400041" y="249930"/>
                  <a:pt x="381277" y="297983"/>
                  <a:pt x="347464" y="334701"/>
                </a:cubicBezTo>
                <a:cubicBezTo>
                  <a:pt x="348226" y="335129"/>
                  <a:pt x="348988" y="335510"/>
                  <a:pt x="349655" y="336177"/>
                </a:cubicBezTo>
                <a:lnTo>
                  <a:pt x="390707" y="377229"/>
                </a:lnTo>
                <a:cubicBezTo>
                  <a:pt x="405184" y="369038"/>
                  <a:pt x="424710" y="370847"/>
                  <a:pt x="436806" y="382896"/>
                </a:cubicBezTo>
                <a:lnTo>
                  <a:pt x="598442" y="544532"/>
                </a:lnTo>
                <a:cubicBezTo>
                  <a:pt x="605633" y="551771"/>
                  <a:pt x="609586" y="561295"/>
                  <a:pt x="609586" y="571487"/>
                </a:cubicBezTo>
                <a:cubicBezTo>
                  <a:pt x="609586" y="581678"/>
                  <a:pt x="605633" y="591203"/>
                  <a:pt x="598442" y="598442"/>
                </a:cubicBezTo>
                <a:cubicBezTo>
                  <a:pt x="591203" y="605633"/>
                  <a:pt x="581678" y="609586"/>
                  <a:pt x="571487" y="609586"/>
                </a:cubicBezTo>
                <a:cubicBezTo>
                  <a:pt x="561295" y="609586"/>
                  <a:pt x="551771" y="605633"/>
                  <a:pt x="544579" y="598442"/>
                </a:cubicBezTo>
                <a:lnTo>
                  <a:pt x="382944" y="436806"/>
                </a:lnTo>
                <a:cubicBezTo>
                  <a:pt x="370562" y="424615"/>
                  <a:pt x="368180" y="405518"/>
                  <a:pt x="377134" y="390611"/>
                </a:cubicBezTo>
                <a:lnTo>
                  <a:pt x="336177" y="349655"/>
                </a:lnTo>
                <a:cubicBezTo>
                  <a:pt x="335510" y="348988"/>
                  <a:pt x="335129" y="348226"/>
                  <a:pt x="334701" y="347464"/>
                </a:cubicBezTo>
                <a:cubicBezTo>
                  <a:pt x="299126" y="379991"/>
                  <a:pt x="251930" y="400041"/>
                  <a:pt x="200020" y="400041"/>
                </a:cubicBezTo>
                <a:cubicBezTo>
                  <a:pt x="89723" y="400041"/>
                  <a:pt x="0" y="310317"/>
                  <a:pt x="0" y="200020"/>
                </a:cubicBezTo>
                <a:cubicBezTo>
                  <a:pt x="0" y="89723"/>
                  <a:pt x="89723" y="0"/>
                  <a:pt x="200020" y="0"/>
                </a:cubicBezTo>
                <a:close/>
              </a:path>
            </a:pathLst>
          </a:cu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Tree>
    <p:custDataLst>
      <p:tags r:id="rId1"/>
    </p:custDataLst>
    <p:extLst>
      <p:ext uri="{BB962C8B-B14F-4D97-AF65-F5344CB8AC3E}">
        <p14:creationId xmlns:p14="http://schemas.microsoft.com/office/powerpoint/2010/main" val="2748037057"/>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2" presetClass="entr" presetSubtype="8" fill="hold" nodeType="withEffect">
                                  <p:stCondLst>
                                    <p:cond delay="0"/>
                                  </p:stCondLst>
                                  <p:childTnLst>
                                    <p:set>
                                      <p:cBhvr>
                                        <p:cTn id="6" dur="1" fill="hold">
                                          <p:stCondLst>
                                            <p:cond delay="0"/>
                                          </p:stCondLst>
                                        </p:cTn>
                                        <p:tgtEl>
                                          <p:spTgt spid="6"/>
                                        </p:tgtEl>
                                        <p:attrNameLst>
                                          <p:attrName>style.visibility</p:attrName>
                                        </p:attrNameLst>
                                      </p:cBhvr>
                                      <p:to>
                                        <p:strVal val="visible"/>
                                      </p:to>
                                    </p:set>
                                    <p:anim calcmode="lin" valueType="num">
                                      <p:cBhvr additive="base">
                                        <p:cTn id="7" dur="500"/>
                                        <p:tgtEl>
                                          <p:spTgt spid="6"/>
                                        </p:tgtEl>
                                        <p:attrNameLst>
                                          <p:attrName>ppt_x</p:attrName>
                                        </p:attrNameLst>
                                      </p:cBhvr>
                                      <p:tavLst>
                                        <p:tav tm="0">
                                          <p:val>
                                            <p:strVal val="#ppt_x-#ppt_w*1.125000"/>
                                          </p:val>
                                        </p:tav>
                                        <p:tav tm="100000">
                                          <p:val>
                                            <p:strVal val="#ppt_x"/>
                                          </p:val>
                                        </p:tav>
                                      </p:tavLst>
                                    </p:anim>
                                    <p:animEffect transition="in" filter="wipe(right)">
                                      <p:cBhvr>
                                        <p:cTn id="8" dur="500"/>
                                        <p:tgtEl>
                                          <p:spTgt spid="6"/>
                                        </p:tgtEl>
                                      </p:cBhvr>
                                    </p:animEffect>
                                  </p:childTnLst>
                                </p:cTn>
                              </p:par>
                            </p:childTnLst>
                          </p:cTn>
                        </p:par>
                      </p:childTnLst>
                    </p:cTn>
                  </p:par>
                  <p:par>
                    <p:cTn id="9" fill="hold">
                      <p:stCondLst>
                        <p:cond delay="indefinite"/>
                      </p:stCondLst>
                      <p:childTnLst>
                        <p:par>
                          <p:cTn id="10" fill="hold">
                            <p:stCondLst>
                              <p:cond delay="0"/>
                            </p:stCondLst>
                            <p:childTnLst>
                              <p:par>
                                <p:cTn id="11" presetID="1" presetClass="entr" presetSubtype="0" fill="hold" grpId="0" nodeType="clickEffect">
                                  <p:stCondLst>
                                    <p:cond delay="0"/>
                                  </p:stCondLst>
                                  <p:childTnLst>
                                    <p:set>
                                      <p:cBhvr>
                                        <p:cTn id="12" dur="1" fill="hold">
                                          <p:stCondLst>
                                            <p:cond delay="0"/>
                                          </p:stCondLst>
                                        </p:cTn>
                                        <p:tgtEl>
                                          <p:spTgt spid="43"/>
                                        </p:tgtEl>
                                        <p:attrNameLst>
                                          <p:attrName>style.visibility</p:attrName>
                                        </p:attrNameLst>
                                      </p:cBhvr>
                                      <p:to>
                                        <p:strVal val="visible"/>
                                      </p:to>
                                    </p:set>
                                  </p:childTnLst>
                                </p:cTn>
                              </p:par>
                            </p:childTnLst>
                          </p:cTn>
                        </p:par>
                        <p:par>
                          <p:cTn id="13" fill="hold">
                            <p:stCondLst>
                              <p:cond delay="0"/>
                            </p:stCondLst>
                            <p:childTnLst>
                              <p:par>
                                <p:cTn id="14" presetID="42" presetClass="path" presetSubtype="0" accel="50000" decel="50000" fill="hold" grpId="1" nodeType="afterEffect">
                                  <p:stCondLst>
                                    <p:cond delay="0"/>
                                  </p:stCondLst>
                                  <p:childTnLst>
                                    <p:animMotion origin="layout" path="M 1.66667E-6 4.81481E-6 L 0.31094 -0.00024 " pathEditMode="relative" rAng="0" ptsTypes="AA">
                                      <p:cBhvr>
                                        <p:cTn id="15" dur="2000" fill="hold"/>
                                        <p:tgtEl>
                                          <p:spTgt spid="43"/>
                                        </p:tgtEl>
                                        <p:attrNameLst>
                                          <p:attrName>ppt_x</p:attrName>
                                          <p:attrName>ppt_y</p:attrName>
                                        </p:attrNameLst>
                                      </p:cBhvr>
                                      <p:rCtr x="15547" y="-23"/>
                                    </p:animMotion>
                                  </p:childTnLst>
                                </p:cTn>
                              </p:par>
                              <p:par>
                                <p:cTn id="16" presetID="12" presetClass="entr" presetSubtype="4" fill="hold" grpId="0" nodeType="withEffect">
                                  <p:stCondLst>
                                    <p:cond delay="800"/>
                                  </p:stCondLst>
                                  <p:childTnLst>
                                    <p:set>
                                      <p:cBhvr>
                                        <p:cTn id="17" dur="1" fill="hold">
                                          <p:stCondLst>
                                            <p:cond delay="0"/>
                                          </p:stCondLst>
                                        </p:cTn>
                                        <p:tgtEl>
                                          <p:spTgt spid="40"/>
                                        </p:tgtEl>
                                        <p:attrNameLst>
                                          <p:attrName>style.visibility</p:attrName>
                                        </p:attrNameLst>
                                      </p:cBhvr>
                                      <p:to>
                                        <p:strVal val="visible"/>
                                      </p:to>
                                    </p:set>
                                    <p:anim calcmode="lin" valueType="num">
                                      <p:cBhvr additive="base">
                                        <p:cTn id="18" dur="500"/>
                                        <p:tgtEl>
                                          <p:spTgt spid="40"/>
                                        </p:tgtEl>
                                        <p:attrNameLst>
                                          <p:attrName>ppt_y</p:attrName>
                                        </p:attrNameLst>
                                      </p:cBhvr>
                                      <p:tavLst>
                                        <p:tav tm="0">
                                          <p:val>
                                            <p:strVal val="#ppt_y+#ppt_h*1.125000"/>
                                          </p:val>
                                        </p:tav>
                                        <p:tav tm="100000">
                                          <p:val>
                                            <p:strVal val="#ppt_y"/>
                                          </p:val>
                                        </p:tav>
                                      </p:tavLst>
                                    </p:anim>
                                    <p:animEffect transition="in" filter="wipe(up)">
                                      <p:cBhvr>
                                        <p:cTn id="19" dur="500"/>
                                        <p:tgtEl>
                                          <p:spTgt spid="40"/>
                                        </p:tgtEl>
                                      </p:cBhvr>
                                    </p:animEffect>
                                  </p:childTnLst>
                                </p:cTn>
                              </p:par>
                              <p:par>
                                <p:cTn id="20" presetID="12" presetClass="entr" presetSubtype="4" fill="hold" grpId="0" nodeType="withEffect">
                                  <p:stCondLst>
                                    <p:cond delay="1200"/>
                                  </p:stCondLst>
                                  <p:childTnLst>
                                    <p:set>
                                      <p:cBhvr>
                                        <p:cTn id="21" dur="1" fill="hold">
                                          <p:stCondLst>
                                            <p:cond delay="0"/>
                                          </p:stCondLst>
                                        </p:cTn>
                                        <p:tgtEl>
                                          <p:spTgt spid="42"/>
                                        </p:tgtEl>
                                        <p:attrNameLst>
                                          <p:attrName>style.visibility</p:attrName>
                                        </p:attrNameLst>
                                      </p:cBhvr>
                                      <p:to>
                                        <p:strVal val="visible"/>
                                      </p:to>
                                    </p:set>
                                    <p:anim calcmode="lin" valueType="num">
                                      <p:cBhvr additive="base">
                                        <p:cTn id="22" dur="500"/>
                                        <p:tgtEl>
                                          <p:spTgt spid="42"/>
                                        </p:tgtEl>
                                        <p:attrNameLst>
                                          <p:attrName>ppt_y</p:attrName>
                                        </p:attrNameLst>
                                      </p:cBhvr>
                                      <p:tavLst>
                                        <p:tav tm="0">
                                          <p:val>
                                            <p:strVal val="#ppt_y+#ppt_h*1.125000"/>
                                          </p:val>
                                        </p:tav>
                                        <p:tav tm="100000">
                                          <p:val>
                                            <p:strVal val="#ppt_y"/>
                                          </p:val>
                                        </p:tav>
                                      </p:tavLst>
                                    </p:anim>
                                    <p:animEffect transition="in" filter="wipe(up)">
                                      <p:cBhvr>
                                        <p:cTn id="23" dur="500"/>
                                        <p:tgtEl>
                                          <p:spTgt spid="42"/>
                                        </p:tgtEl>
                                      </p:cBhvr>
                                    </p:animEffect>
                                  </p:childTnLst>
                                </p:cTn>
                              </p:par>
                            </p:childTnLst>
                          </p:cTn>
                        </p:par>
                        <p:par>
                          <p:cTn id="24" fill="hold">
                            <p:stCondLst>
                              <p:cond delay="2000"/>
                            </p:stCondLst>
                            <p:childTnLst>
                              <p:par>
                                <p:cTn id="25" presetID="1" presetClass="exit" presetSubtype="0" fill="hold" grpId="2" nodeType="afterEffect">
                                  <p:stCondLst>
                                    <p:cond delay="0"/>
                                  </p:stCondLst>
                                  <p:childTnLst>
                                    <p:set>
                                      <p:cBhvr>
                                        <p:cTn id="26" dur="1" fill="hold">
                                          <p:stCondLst>
                                            <p:cond delay="0"/>
                                          </p:stCondLst>
                                        </p:cTn>
                                        <p:tgtEl>
                                          <p:spTgt spid="43"/>
                                        </p:tgtEl>
                                        <p:attrNameLst>
                                          <p:attrName>style.visibility</p:attrName>
                                        </p:attrNameLst>
                                      </p:cBhvr>
                                      <p:to>
                                        <p:strVal val="hidden"/>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0" grpId="0" animBg="1"/>
      <p:bldP spid="42" grpId="0" animBg="1"/>
      <p:bldP spid="43" grpId="0" animBg="1"/>
      <p:bldP spid="43" grpId="1" animBg="1"/>
      <p:bldP spid="43" grpId="2" animBg="1"/>
    </p:bldLst>
  </p:timing>
</p:sld>
</file>

<file path=ppt/slides/slide4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34" name="组合 33">
            <a:extLst>
              <a:ext uri="{FF2B5EF4-FFF2-40B4-BE49-F238E27FC236}">
                <a16:creationId xmlns:a16="http://schemas.microsoft.com/office/drawing/2014/main" id="{16FFE905-7031-4A48-98C0-539FC1823457}"/>
              </a:ext>
            </a:extLst>
          </p:cNvPr>
          <p:cNvGrpSpPr/>
          <p:nvPr/>
        </p:nvGrpSpPr>
        <p:grpSpPr>
          <a:xfrm>
            <a:off x="6102578" y="5262102"/>
            <a:ext cx="5351823" cy="389145"/>
            <a:chOff x="1806921" y="4338018"/>
            <a:chExt cx="5351823" cy="389145"/>
          </a:xfrm>
        </p:grpSpPr>
        <p:grpSp>
          <p:nvGrpSpPr>
            <p:cNvPr id="44" name="组合 43">
              <a:extLst>
                <a:ext uri="{FF2B5EF4-FFF2-40B4-BE49-F238E27FC236}">
                  <a16:creationId xmlns:a16="http://schemas.microsoft.com/office/drawing/2014/main" id="{16DD1179-213E-4B7F-B26A-F0DB65959AA0}"/>
                </a:ext>
              </a:extLst>
            </p:cNvPr>
            <p:cNvGrpSpPr/>
            <p:nvPr/>
          </p:nvGrpSpPr>
          <p:grpSpPr>
            <a:xfrm>
              <a:off x="1806921" y="4338018"/>
              <a:ext cx="5351823" cy="389145"/>
              <a:chOff x="1806921" y="4338018"/>
              <a:chExt cx="5351823" cy="389145"/>
            </a:xfrm>
          </p:grpSpPr>
          <p:sp>
            <p:nvSpPr>
              <p:cNvPr id="47" name="矩形 46">
                <a:extLst>
                  <a:ext uri="{FF2B5EF4-FFF2-40B4-BE49-F238E27FC236}">
                    <a16:creationId xmlns:a16="http://schemas.microsoft.com/office/drawing/2014/main" id="{AEE1FC64-2BE2-4784-991C-5F96255D20BF}"/>
                  </a:ext>
                </a:extLst>
              </p:cNvPr>
              <p:cNvSpPr/>
              <p:nvPr/>
            </p:nvSpPr>
            <p:spPr>
              <a:xfrm>
                <a:off x="1806921" y="4338020"/>
                <a:ext cx="585619" cy="387091"/>
              </a:xfrm>
              <a:prstGeom prst="rect">
                <a:avLst/>
              </a:prstGeom>
              <a:solidFill>
                <a:schemeClr val="accent4"/>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CN" b="1" dirty="0"/>
                  <a:t>Flag</a:t>
                </a:r>
                <a:endParaRPr lang="zh-CN" altLang="en-US" b="1" dirty="0"/>
              </a:p>
            </p:txBody>
          </p:sp>
          <p:sp>
            <p:nvSpPr>
              <p:cNvPr id="48" name="矩形 47">
                <a:extLst>
                  <a:ext uri="{FF2B5EF4-FFF2-40B4-BE49-F238E27FC236}">
                    <a16:creationId xmlns:a16="http://schemas.microsoft.com/office/drawing/2014/main" id="{8475A3A4-CD69-4B1B-ACDF-71E00C92B71B}"/>
                  </a:ext>
                </a:extLst>
              </p:cNvPr>
              <p:cNvSpPr/>
              <p:nvPr/>
            </p:nvSpPr>
            <p:spPr>
              <a:xfrm>
                <a:off x="6573125" y="4338018"/>
                <a:ext cx="585619" cy="387091"/>
              </a:xfrm>
              <a:prstGeom prst="rect">
                <a:avLst/>
              </a:prstGeom>
              <a:solidFill>
                <a:schemeClr val="accent4"/>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CN" b="1" dirty="0"/>
                  <a:t>Flag</a:t>
                </a:r>
                <a:endParaRPr lang="zh-CN" altLang="en-US" b="1" dirty="0"/>
              </a:p>
            </p:txBody>
          </p:sp>
          <p:sp>
            <p:nvSpPr>
              <p:cNvPr id="49" name="矩形 48">
                <a:extLst>
                  <a:ext uri="{FF2B5EF4-FFF2-40B4-BE49-F238E27FC236}">
                    <a16:creationId xmlns:a16="http://schemas.microsoft.com/office/drawing/2014/main" id="{5CF45834-E2A2-4730-B06C-0DB3A63B2B03}"/>
                  </a:ext>
                </a:extLst>
              </p:cNvPr>
              <p:cNvSpPr/>
              <p:nvPr/>
            </p:nvSpPr>
            <p:spPr>
              <a:xfrm>
                <a:off x="2392540" y="4338019"/>
                <a:ext cx="4180585" cy="387091"/>
              </a:xfrm>
              <a:prstGeom prst="rect">
                <a:avLst/>
              </a:prstGeom>
              <a:solidFill>
                <a:schemeClr val="accent6"/>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b="1" dirty="0"/>
              </a:p>
            </p:txBody>
          </p:sp>
          <p:sp>
            <p:nvSpPr>
              <p:cNvPr id="50" name="矩形 49">
                <a:extLst>
                  <a:ext uri="{FF2B5EF4-FFF2-40B4-BE49-F238E27FC236}">
                    <a16:creationId xmlns:a16="http://schemas.microsoft.com/office/drawing/2014/main" id="{024A03B3-B582-446A-9093-2F216D7C341C}"/>
                  </a:ext>
                </a:extLst>
              </p:cNvPr>
              <p:cNvSpPr/>
              <p:nvPr/>
            </p:nvSpPr>
            <p:spPr>
              <a:xfrm>
                <a:off x="3006721" y="4340072"/>
                <a:ext cx="585619" cy="387091"/>
              </a:xfrm>
              <a:prstGeom prst="rect">
                <a:avLst/>
              </a:prstGeom>
              <a:solidFill>
                <a:schemeClr val="accent4"/>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CN" b="1" dirty="0"/>
                  <a:t>Flag</a:t>
                </a:r>
                <a:endParaRPr lang="zh-CN" altLang="en-US" b="1" dirty="0"/>
              </a:p>
            </p:txBody>
          </p:sp>
          <p:sp>
            <p:nvSpPr>
              <p:cNvPr id="51" name="矩形 50">
                <a:extLst>
                  <a:ext uri="{FF2B5EF4-FFF2-40B4-BE49-F238E27FC236}">
                    <a16:creationId xmlns:a16="http://schemas.microsoft.com/office/drawing/2014/main" id="{40559DC5-5AC7-41F6-866D-B6BD60A7C3A9}"/>
                  </a:ext>
                </a:extLst>
              </p:cNvPr>
              <p:cNvSpPr/>
              <p:nvPr/>
            </p:nvSpPr>
            <p:spPr>
              <a:xfrm>
                <a:off x="4575697" y="4340072"/>
                <a:ext cx="585619" cy="387091"/>
              </a:xfrm>
              <a:prstGeom prst="rect">
                <a:avLst/>
              </a:prstGeom>
              <a:solidFill>
                <a:schemeClr val="accent4"/>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CN" b="1" dirty="0"/>
                  <a:t>Flag</a:t>
                </a:r>
                <a:endParaRPr lang="zh-CN" altLang="en-US" b="1" dirty="0"/>
              </a:p>
            </p:txBody>
          </p:sp>
        </p:grpSp>
        <p:sp>
          <p:nvSpPr>
            <p:cNvPr id="45" name="矩形 44">
              <a:extLst>
                <a:ext uri="{FF2B5EF4-FFF2-40B4-BE49-F238E27FC236}">
                  <a16:creationId xmlns:a16="http://schemas.microsoft.com/office/drawing/2014/main" id="{510600E6-47B6-4FB6-9C1C-2C91A05A50F6}"/>
                </a:ext>
              </a:extLst>
            </p:cNvPr>
            <p:cNvSpPr/>
            <p:nvPr/>
          </p:nvSpPr>
          <p:spPr>
            <a:xfrm>
              <a:off x="3592339" y="4338018"/>
              <a:ext cx="585619" cy="387091"/>
            </a:xfrm>
            <a:prstGeom prst="rect">
              <a:avLst/>
            </a:prstGeom>
            <a:solidFill>
              <a:schemeClr val="accent2"/>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CN" b="1" dirty="0"/>
                <a:t>ESC</a:t>
              </a:r>
              <a:endParaRPr lang="zh-CN" altLang="en-US" b="1" dirty="0"/>
            </a:p>
          </p:txBody>
        </p:sp>
        <p:sp>
          <p:nvSpPr>
            <p:cNvPr id="46" name="矩形 45">
              <a:extLst>
                <a:ext uri="{FF2B5EF4-FFF2-40B4-BE49-F238E27FC236}">
                  <a16:creationId xmlns:a16="http://schemas.microsoft.com/office/drawing/2014/main" id="{FB2DB382-11A1-42BE-AE5E-99FFEB1B95C4}"/>
                </a:ext>
              </a:extLst>
            </p:cNvPr>
            <p:cNvSpPr/>
            <p:nvPr/>
          </p:nvSpPr>
          <p:spPr>
            <a:xfrm>
              <a:off x="5161315" y="4338018"/>
              <a:ext cx="585619" cy="387091"/>
            </a:xfrm>
            <a:prstGeom prst="rect">
              <a:avLst/>
            </a:prstGeom>
            <a:solidFill>
              <a:schemeClr val="accent2"/>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CN" b="1" dirty="0"/>
                <a:t>ESC</a:t>
              </a:r>
              <a:endParaRPr lang="zh-CN" altLang="en-US" b="1" dirty="0"/>
            </a:p>
          </p:txBody>
        </p:sp>
      </p:grpSp>
      <p:sp>
        <p:nvSpPr>
          <p:cNvPr id="33" name="矩形 32">
            <a:extLst>
              <a:ext uri="{FF2B5EF4-FFF2-40B4-BE49-F238E27FC236}">
                <a16:creationId xmlns:a16="http://schemas.microsoft.com/office/drawing/2014/main" id="{19C1D5FC-F7A5-4FBF-810B-0FF9A8D13CCD}"/>
              </a:ext>
            </a:extLst>
          </p:cNvPr>
          <p:cNvSpPr/>
          <p:nvPr/>
        </p:nvSpPr>
        <p:spPr>
          <a:xfrm>
            <a:off x="-5167" y="5221918"/>
            <a:ext cx="938273" cy="484003"/>
          </a:xfrm>
          <a:prstGeom prst="rect">
            <a:avLst/>
          </a:prstGeom>
          <a:solidFill>
            <a:schemeClr val="bg1"/>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7" name="矩形 6">
            <a:extLst>
              <a:ext uri="{FF2B5EF4-FFF2-40B4-BE49-F238E27FC236}">
                <a16:creationId xmlns:a16="http://schemas.microsoft.com/office/drawing/2014/main" id="{63000FEF-84AC-4E71-B03B-0329662FD643}"/>
              </a:ext>
            </a:extLst>
          </p:cNvPr>
          <p:cNvSpPr/>
          <p:nvPr/>
        </p:nvSpPr>
        <p:spPr>
          <a:xfrm>
            <a:off x="11253727" y="5178728"/>
            <a:ext cx="938273" cy="484003"/>
          </a:xfrm>
          <a:prstGeom prst="rect">
            <a:avLst/>
          </a:prstGeom>
          <a:solidFill>
            <a:schemeClr val="bg1"/>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grpSp>
        <p:nvGrpSpPr>
          <p:cNvPr id="4" name="组合 3">
            <a:extLst>
              <a:ext uri="{FF2B5EF4-FFF2-40B4-BE49-F238E27FC236}">
                <a16:creationId xmlns:a16="http://schemas.microsoft.com/office/drawing/2014/main" id="{9A1EA9F2-FCB6-48C3-935F-7AE7E3AD14AC}"/>
              </a:ext>
            </a:extLst>
          </p:cNvPr>
          <p:cNvGrpSpPr/>
          <p:nvPr/>
        </p:nvGrpSpPr>
        <p:grpSpPr>
          <a:xfrm>
            <a:off x="304800" y="749300"/>
            <a:ext cx="6192343" cy="400110"/>
            <a:chOff x="424117" y="898245"/>
            <a:chExt cx="6192343" cy="400110"/>
          </a:xfrm>
        </p:grpSpPr>
        <p:sp>
          <p:nvSpPr>
            <p:cNvPr id="2" name="平行四边形 1">
              <a:extLst>
                <a:ext uri="{FF2B5EF4-FFF2-40B4-BE49-F238E27FC236}">
                  <a16:creationId xmlns:a16="http://schemas.microsoft.com/office/drawing/2014/main" id="{1F5BAA3F-9845-4F89-A2DD-8222D3E4EDAC}"/>
                </a:ext>
              </a:extLst>
            </p:cNvPr>
            <p:cNvSpPr/>
            <p:nvPr/>
          </p:nvSpPr>
          <p:spPr>
            <a:xfrm>
              <a:off x="424117" y="898245"/>
              <a:ext cx="711200" cy="387090"/>
            </a:xfrm>
            <a:prstGeom prst="parallelogram">
              <a:avLst/>
            </a:prstGeom>
            <a:solidFill>
              <a:schemeClr val="accent3">
                <a:lumMod val="75000"/>
              </a:schemeClr>
            </a:solidFill>
            <a:ln>
              <a:solidFill>
                <a:schemeClr val="accent3">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CN" sz="2200" dirty="0">
                  <a:latin typeface="Impact" panose="020B0806030902050204" pitchFamily="34" charset="0"/>
                </a:rPr>
                <a:t>02</a:t>
              </a:r>
              <a:endParaRPr lang="zh-CN" altLang="en-US" sz="2200" dirty="0">
                <a:latin typeface="Impact" panose="020B0806030902050204" pitchFamily="34" charset="0"/>
              </a:endParaRPr>
            </a:p>
          </p:txBody>
        </p:sp>
        <p:sp>
          <p:nvSpPr>
            <p:cNvPr id="3" name="文本框 2">
              <a:extLst>
                <a:ext uri="{FF2B5EF4-FFF2-40B4-BE49-F238E27FC236}">
                  <a16:creationId xmlns:a16="http://schemas.microsoft.com/office/drawing/2014/main" id="{4D6BD736-A4D3-4F26-AFED-36E11F50F70B}"/>
                </a:ext>
              </a:extLst>
            </p:cNvPr>
            <p:cNvSpPr txBox="1"/>
            <p:nvPr/>
          </p:nvSpPr>
          <p:spPr>
            <a:xfrm>
              <a:off x="1204755" y="898245"/>
              <a:ext cx="5411705" cy="400110"/>
            </a:xfrm>
            <a:prstGeom prst="rect">
              <a:avLst/>
            </a:prstGeom>
            <a:noFill/>
          </p:spPr>
          <p:txBody>
            <a:bodyPr wrap="square" rtlCol="0">
              <a:spAutoFit/>
            </a:bodyPr>
            <a:lstStyle/>
            <a:p>
              <a:r>
                <a:rPr lang="zh-CN" altLang="en-US" sz="2000" b="1" dirty="0"/>
                <a:t>透明传输</a:t>
              </a:r>
            </a:p>
          </p:txBody>
        </p:sp>
      </p:grpSp>
      <p:sp>
        <p:nvSpPr>
          <p:cNvPr id="8" name="矩形 7">
            <a:extLst>
              <a:ext uri="{FF2B5EF4-FFF2-40B4-BE49-F238E27FC236}">
                <a16:creationId xmlns:a16="http://schemas.microsoft.com/office/drawing/2014/main" id="{C7720255-4E6C-41B6-A880-D93377A356B5}"/>
              </a:ext>
            </a:extLst>
          </p:cNvPr>
          <p:cNvSpPr/>
          <p:nvPr/>
        </p:nvSpPr>
        <p:spPr>
          <a:xfrm>
            <a:off x="1016000" y="1297642"/>
            <a:ext cx="256976" cy="256976"/>
          </a:xfrm>
          <a:prstGeom prst="rect">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9" name="íşlïḍè">
            <a:extLst>
              <a:ext uri="{FF2B5EF4-FFF2-40B4-BE49-F238E27FC236}">
                <a16:creationId xmlns:a16="http://schemas.microsoft.com/office/drawing/2014/main" id="{1E3208DB-9CB5-439E-87A6-F640C77C2B32}"/>
              </a:ext>
            </a:extLst>
          </p:cNvPr>
          <p:cNvSpPr txBox="1"/>
          <p:nvPr/>
        </p:nvSpPr>
        <p:spPr>
          <a:xfrm>
            <a:off x="1333228" y="1297641"/>
            <a:ext cx="10494766" cy="511424"/>
          </a:xfrm>
          <a:prstGeom prst="rect">
            <a:avLst/>
          </a:prstGeom>
          <a:noFill/>
        </p:spPr>
        <p:txBody>
          <a:bodyPr wrap="square" lIns="91440" tIns="45720" rIns="91440" bIns="45720" anchor="ctr">
            <a:noAutofit/>
          </a:bodyPr>
          <a:lstStyle/>
          <a:p>
            <a:r>
              <a:rPr lang="zh-CN" altLang="en-US" b="1" dirty="0"/>
              <a:t>透明传输是指</a:t>
            </a:r>
            <a:r>
              <a:rPr lang="zh-CN" altLang="en-US" b="1" dirty="0">
                <a:solidFill>
                  <a:schemeClr val="accent1">
                    <a:lumMod val="75000"/>
                  </a:schemeClr>
                </a:solidFill>
              </a:rPr>
              <a:t>数据链路层对上层交付下来的协议数据单元</a:t>
            </a:r>
            <a:r>
              <a:rPr lang="en-US" altLang="zh-CN" b="1" dirty="0">
                <a:solidFill>
                  <a:schemeClr val="accent1">
                    <a:lumMod val="75000"/>
                  </a:schemeClr>
                </a:solidFill>
              </a:rPr>
              <a:t>PDU</a:t>
            </a:r>
            <a:r>
              <a:rPr lang="zh-CN" altLang="en-US" b="1" dirty="0">
                <a:solidFill>
                  <a:schemeClr val="accent1">
                    <a:lumMod val="75000"/>
                  </a:schemeClr>
                </a:solidFill>
              </a:rPr>
              <a:t>没有任何限制</a:t>
            </a:r>
            <a:r>
              <a:rPr lang="zh-CN" altLang="en-US" b="1" dirty="0"/>
              <a:t>，就好像数据链路层不存在一样。</a:t>
            </a:r>
            <a:endParaRPr lang="en-US" altLang="zh-CN" b="1" dirty="0"/>
          </a:p>
        </p:txBody>
      </p:sp>
      <p:grpSp>
        <p:nvGrpSpPr>
          <p:cNvPr id="5" name="组合 4">
            <a:extLst>
              <a:ext uri="{FF2B5EF4-FFF2-40B4-BE49-F238E27FC236}">
                <a16:creationId xmlns:a16="http://schemas.microsoft.com/office/drawing/2014/main" id="{8A770C34-1B38-4EEF-A0A8-606779CB738C}"/>
              </a:ext>
            </a:extLst>
          </p:cNvPr>
          <p:cNvGrpSpPr/>
          <p:nvPr/>
        </p:nvGrpSpPr>
        <p:grpSpPr>
          <a:xfrm>
            <a:off x="304799" y="3187346"/>
            <a:ext cx="11595556" cy="2667911"/>
            <a:chOff x="304799" y="3588634"/>
            <a:chExt cx="11595556" cy="2667911"/>
          </a:xfrm>
        </p:grpSpPr>
        <p:grpSp>
          <p:nvGrpSpPr>
            <p:cNvPr id="10" name="组合 9">
              <a:extLst>
                <a:ext uri="{FF2B5EF4-FFF2-40B4-BE49-F238E27FC236}">
                  <a16:creationId xmlns:a16="http://schemas.microsoft.com/office/drawing/2014/main" id="{1872948F-40FE-4C50-9F43-A13F69433512}"/>
                </a:ext>
              </a:extLst>
            </p:cNvPr>
            <p:cNvGrpSpPr/>
            <p:nvPr/>
          </p:nvGrpSpPr>
          <p:grpSpPr>
            <a:xfrm>
              <a:off x="601699" y="5615463"/>
              <a:ext cx="10940423" cy="641082"/>
              <a:chOff x="601699" y="5648354"/>
              <a:chExt cx="10940423" cy="641082"/>
            </a:xfrm>
          </p:grpSpPr>
          <p:cxnSp>
            <p:nvCxnSpPr>
              <p:cNvPr id="21" name="直接连接符 20">
                <a:extLst>
                  <a:ext uri="{FF2B5EF4-FFF2-40B4-BE49-F238E27FC236}">
                    <a16:creationId xmlns:a16="http://schemas.microsoft.com/office/drawing/2014/main" id="{AFA66375-BFFA-4A09-AA4D-EB81610ADFDC}"/>
                  </a:ext>
                </a:extLst>
              </p:cNvPr>
              <p:cNvCxnSpPr>
                <a:cxnSpLocks/>
              </p:cNvCxnSpPr>
              <p:nvPr/>
            </p:nvCxnSpPr>
            <p:spPr>
              <a:xfrm>
                <a:off x="1143721" y="6126777"/>
                <a:ext cx="10027235"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pic>
            <p:nvPicPr>
              <p:cNvPr id="22" name="图形 21">
                <a:extLst>
                  <a:ext uri="{FF2B5EF4-FFF2-40B4-BE49-F238E27FC236}">
                    <a16:creationId xmlns:a16="http://schemas.microsoft.com/office/drawing/2014/main" id="{6C887B44-86C4-4555-A5AA-6253F2886F19}"/>
                  </a:ext>
                </a:extLst>
              </p:cNvPr>
              <p:cNvPicPr>
                <a:picLocks noChangeAspect="1"/>
              </p:cNvPicPr>
              <p:nvPr/>
            </p:nvPicPr>
            <p:blipFill>
              <a:blip r:embed="rId3">
                <a:extLst>
                  <a:ext uri="{28A0092B-C50C-407E-A947-70E740481C1C}">
                    <a14:useLocalDpi xmlns:a14="http://schemas.microsoft.com/office/drawing/2010/main" val="0"/>
                  </a:ext>
                  <a:ext uri="{96DAC541-7B7A-43D3-8B79-37D633B846F1}">
                    <asvg:svgBlip xmlns:asvg="http://schemas.microsoft.com/office/drawing/2016/SVG/main" r:embed="rId4"/>
                  </a:ext>
                </a:extLst>
              </a:blip>
              <a:stretch>
                <a:fillRect/>
              </a:stretch>
            </p:blipFill>
            <p:spPr>
              <a:xfrm>
                <a:off x="601699" y="5648354"/>
                <a:ext cx="662814" cy="641082"/>
              </a:xfrm>
              <a:prstGeom prst="rect">
                <a:avLst/>
              </a:prstGeom>
            </p:spPr>
          </p:pic>
          <p:pic>
            <p:nvPicPr>
              <p:cNvPr id="23" name="图形 22">
                <a:extLst>
                  <a:ext uri="{FF2B5EF4-FFF2-40B4-BE49-F238E27FC236}">
                    <a16:creationId xmlns:a16="http://schemas.microsoft.com/office/drawing/2014/main" id="{D0041743-ABFB-4FFC-9ACE-63E103F31FCF}"/>
                  </a:ext>
                </a:extLst>
              </p:cNvPr>
              <p:cNvPicPr>
                <a:picLocks noChangeAspect="1"/>
              </p:cNvPicPr>
              <p:nvPr/>
            </p:nvPicPr>
            <p:blipFill>
              <a:blip r:embed="rId3">
                <a:extLst>
                  <a:ext uri="{28A0092B-C50C-407E-A947-70E740481C1C}">
                    <a14:useLocalDpi xmlns:a14="http://schemas.microsoft.com/office/drawing/2010/main" val="0"/>
                  </a:ext>
                  <a:ext uri="{96DAC541-7B7A-43D3-8B79-37D633B846F1}">
                    <asvg:svgBlip xmlns:asvg="http://schemas.microsoft.com/office/drawing/2016/SVG/main" r:embed="rId4"/>
                  </a:ext>
                </a:extLst>
              </a:blip>
              <a:stretch>
                <a:fillRect/>
              </a:stretch>
            </p:blipFill>
            <p:spPr>
              <a:xfrm>
                <a:off x="10879308" y="5648354"/>
                <a:ext cx="662814" cy="641082"/>
              </a:xfrm>
              <a:prstGeom prst="rect">
                <a:avLst/>
              </a:prstGeom>
            </p:spPr>
          </p:pic>
        </p:grpSp>
        <p:sp>
          <p:nvSpPr>
            <p:cNvPr id="11" name="矩形 10">
              <a:extLst>
                <a:ext uri="{FF2B5EF4-FFF2-40B4-BE49-F238E27FC236}">
                  <a16:creationId xmlns:a16="http://schemas.microsoft.com/office/drawing/2014/main" id="{89F370EB-1516-471E-8B16-B9DF13881EEB}"/>
                </a:ext>
              </a:extLst>
            </p:cNvPr>
            <p:cNvSpPr/>
            <p:nvPr/>
          </p:nvSpPr>
          <p:spPr>
            <a:xfrm>
              <a:off x="304799" y="5115754"/>
              <a:ext cx="1366117" cy="387091"/>
            </a:xfrm>
            <a:prstGeom prst="rect">
              <a:avLst/>
            </a:prstGeom>
            <a:solidFill>
              <a:schemeClr val="tx2"/>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zh-CN" altLang="en-US" b="1" dirty="0"/>
                <a:t>物理层</a:t>
              </a:r>
            </a:p>
          </p:txBody>
        </p:sp>
        <p:sp>
          <p:nvSpPr>
            <p:cNvPr id="12" name="矩形 11">
              <a:extLst>
                <a:ext uri="{FF2B5EF4-FFF2-40B4-BE49-F238E27FC236}">
                  <a16:creationId xmlns:a16="http://schemas.microsoft.com/office/drawing/2014/main" id="{C120AF4E-32F2-4BB4-8E09-D3F91B674B6A}"/>
                </a:ext>
              </a:extLst>
            </p:cNvPr>
            <p:cNvSpPr/>
            <p:nvPr/>
          </p:nvSpPr>
          <p:spPr>
            <a:xfrm>
              <a:off x="304800" y="3972672"/>
              <a:ext cx="1366117" cy="387091"/>
            </a:xfrm>
            <a:prstGeom prst="rect">
              <a:avLst/>
            </a:prstGeom>
            <a:solidFill>
              <a:schemeClr val="accent3"/>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zh-CN" altLang="en-US" b="1" dirty="0"/>
                <a:t>运输层</a:t>
              </a:r>
            </a:p>
          </p:txBody>
        </p:sp>
        <p:sp>
          <p:nvSpPr>
            <p:cNvPr id="13" name="矩形 12">
              <a:extLst>
                <a:ext uri="{FF2B5EF4-FFF2-40B4-BE49-F238E27FC236}">
                  <a16:creationId xmlns:a16="http://schemas.microsoft.com/office/drawing/2014/main" id="{51C9FA23-441A-4229-A8AC-D91362162E91}"/>
                </a:ext>
              </a:extLst>
            </p:cNvPr>
            <p:cNvSpPr/>
            <p:nvPr/>
          </p:nvSpPr>
          <p:spPr>
            <a:xfrm>
              <a:off x="304800" y="4347677"/>
              <a:ext cx="1366117" cy="387091"/>
            </a:xfrm>
            <a:prstGeom prst="rect">
              <a:avLst/>
            </a:prstGeom>
            <a:solidFill>
              <a:schemeClr val="accent6"/>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zh-CN" altLang="en-US" b="1" dirty="0"/>
                <a:t>网络层</a:t>
              </a:r>
            </a:p>
          </p:txBody>
        </p:sp>
        <p:sp>
          <p:nvSpPr>
            <p:cNvPr id="14" name="矩形 13">
              <a:extLst>
                <a:ext uri="{FF2B5EF4-FFF2-40B4-BE49-F238E27FC236}">
                  <a16:creationId xmlns:a16="http://schemas.microsoft.com/office/drawing/2014/main" id="{944CCDAD-E2F9-4EA6-A4ED-0C39133CDB16}"/>
                </a:ext>
              </a:extLst>
            </p:cNvPr>
            <p:cNvSpPr/>
            <p:nvPr/>
          </p:nvSpPr>
          <p:spPr>
            <a:xfrm>
              <a:off x="304800" y="4728663"/>
              <a:ext cx="1366118" cy="387091"/>
            </a:xfrm>
            <a:prstGeom prst="rect">
              <a:avLst/>
            </a:prstGeom>
            <a:solidFill>
              <a:schemeClr val="accent4"/>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zh-CN" altLang="en-US" b="1" dirty="0"/>
                <a:t>数据链路层</a:t>
              </a:r>
            </a:p>
          </p:txBody>
        </p:sp>
        <p:sp>
          <p:nvSpPr>
            <p:cNvPr id="15" name="矩形 14">
              <a:extLst>
                <a:ext uri="{FF2B5EF4-FFF2-40B4-BE49-F238E27FC236}">
                  <a16:creationId xmlns:a16="http://schemas.microsoft.com/office/drawing/2014/main" id="{84531869-3AF3-45B6-B1D3-9A7658A203C8}"/>
                </a:ext>
              </a:extLst>
            </p:cNvPr>
            <p:cNvSpPr/>
            <p:nvPr/>
          </p:nvSpPr>
          <p:spPr>
            <a:xfrm>
              <a:off x="304800" y="3588634"/>
              <a:ext cx="1366117" cy="387091"/>
            </a:xfrm>
            <a:prstGeom prst="rect">
              <a:avLst/>
            </a:prstGeom>
            <a:solidFill>
              <a:schemeClr val="accent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zh-CN" altLang="en-US" b="1" dirty="0"/>
                <a:t>应用层</a:t>
              </a:r>
            </a:p>
          </p:txBody>
        </p:sp>
        <p:sp>
          <p:nvSpPr>
            <p:cNvPr id="35" name="矩形 34">
              <a:extLst>
                <a:ext uri="{FF2B5EF4-FFF2-40B4-BE49-F238E27FC236}">
                  <a16:creationId xmlns:a16="http://schemas.microsoft.com/office/drawing/2014/main" id="{A2C9B035-8ABD-494E-8783-C6462F2C34EE}"/>
                </a:ext>
              </a:extLst>
            </p:cNvPr>
            <p:cNvSpPr/>
            <p:nvPr/>
          </p:nvSpPr>
          <p:spPr>
            <a:xfrm>
              <a:off x="10534236" y="5126397"/>
              <a:ext cx="1366117" cy="387091"/>
            </a:xfrm>
            <a:prstGeom prst="rect">
              <a:avLst/>
            </a:prstGeom>
            <a:solidFill>
              <a:schemeClr val="tx2"/>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zh-CN" altLang="en-US" b="1" dirty="0"/>
                <a:t>物理层</a:t>
              </a:r>
            </a:p>
          </p:txBody>
        </p:sp>
        <p:sp>
          <p:nvSpPr>
            <p:cNvPr id="36" name="矩形 35">
              <a:extLst>
                <a:ext uri="{FF2B5EF4-FFF2-40B4-BE49-F238E27FC236}">
                  <a16:creationId xmlns:a16="http://schemas.microsoft.com/office/drawing/2014/main" id="{56BC3166-5D46-4BE0-859C-38744E5D710F}"/>
                </a:ext>
              </a:extLst>
            </p:cNvPr>
            <p:cNvSpPr/>
            <p:nvPr/>
          </p:nvSpPr>
          <p:spPr>
            <a:xfrm>
              <a:off x="10534237" y="3983315"/>
              <a:ext cx="1366117" cy="387091"/>
            </a:xfrm>
            <a:prstGeom prst="rect">
              <a:avLst/>
            </a:prstGeom>
            <a:solidFill>
              <a:schemeClr val="accent3"/>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zh-CN" altLang="en-US" b="1" dirty="0"/>
                <a:t>运输层</a:t>
              </a:r>
            </a:p>
          </p:txBody>
        </p:sp>
        <p:sp>
          <p:nvSpPr>
            <p:cNvPr id="37" name="矩形 36">
              <a:extLst>
                <a:ext uri="{FF2B5EF4-FFF2-40B4-BE49-F238E27FC236}">
                  <a16:creationId xmlns:a16="http://schemas.microsoft.com/office/drawing/2014/main" id="{2393EBDF-8E46-43C9-A69C-478390939F5C}"/>
                </a:ext>
              </a:extLst>
            </p:cNvPr>
            <p:cNvSpPr/>
            <p:nvPr/>
          </p:nvSpPr>
          <p:spPr>
            <a:xfrm>
              <a:off x="10534237" y="4358320"/>
              <a:ext cx="1366117" cy="387091"/>
            </a:xfrm>
            <a:prstGeom prst="rect">
              <a:avLst/>
            </a:prstGeom>
            <a:solidFill>
              <a:schemeClr val="accent6"/>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zh-CN" altLang="en-US" b="1" dirty="0"/>
                <a:t>网络层</a:t>
              </a:r>
            </a:p>
          </p:txBody>
        </p:sp>
        <p:sp>
          <p:nvSpPr>
            <p:cNvPr id="38" name="矩形 37">
              <a:extLst>
                <a:ext uri="{FF2B5EF4-FFF2-40B4-BE49-F238E27FC236}">
                  <a16:creationId xmlns:a16="http://schemas.microsoft.com/office/drawing/2014/main" id="{8A58E852-6B41-424C-BD97-FCA280780330}"/>
                </a:ext>
              </a:extLst>
            </p:cNvPr>
            <p:cNvSpPr/>
            <p:nvPr/>
          </p:nvSpPr>
          <p:spPr>
            <a:xfrm>
              <a:off x="10534237" y="4739306"/>
              <a:ext cx="1366118" cy="387091"/>
            </a:xfrm>
            <a:prstGeom prst="rect">
              <a:avLst/>
            </a:prstGeom>
            <a:solidFill>
              <a:schemeClr val="accent4"/>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zh-CN" altLang="en-US" b="1" dirty="0"/>
                <a:t>数据链路层</a:t>
              </a:r>
            </a:p>
          </p:txBody>
        </p:sp>
        <p:sp>
          <p:nvSpPr>
            <p:cNvPr id="39" name="矩形 38">
              <a:extLst>
                <a:ext uri="{FF2B5EF4-FFF2-40B4-BE49-F238E27FC236}">
                  <a16:creationId xmlns:a16="http://schemas.microsoft.com/office/drawing/2014/main" id="{073FA83D-74E3-4EB9-AF7C-687245B39919}"/>
                </a:ext>
              </a:extLst>
            </p:cNvPr>
            <p:cNvSpPr/>
            <p:nvPr/>
          </p:nvSpPr>
          <p:spPr>
            <a:xfrm>
              <a:off x="10534237" y="3599277"/>
              <a:ext cx="1366117" cy="387091"/>
            </a:xfrm>
            <a:prstGeom prst="rect">
              <a:avLst/>
            </a:prstGeom>
            <a:solidFill>
              <a:schemeClr val="accent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zh-CN" altLang="en-US" b="1" dirty="0"/>
                <a:t>应用层</a:t>
              </a:r>
            </a:p>
          </p:txBody>
        </p:sp>
      </p:grpSp>
      <p:grpSp>
        <p:nvGrpSpPr>
          <p:cNvPr id="16" name="组合 15">
            <a:extLst>
              <a:ext uri="{FF2B5EF4-FFF2-40B4-BE49-F238E27FC236}">
                <a16:creationId xmlns:a16="http://schemas.microsoft.com/office/drawing/2014/main" id="{02A8BE95-74FB-4B31-8ED0-842BED6AA719}"/>
              </a:ext>
            </a:extLst>
          </p:cNvPr>
          <p:cNvGrpSpPr/>
          <p:nvPr/>
        </p:nvGrpSpPr>
        <p:grpSpPr>
          <a:xfrm>
            <a:off x="1806921" y="4333494"/>
            <a:ext cx="5351823" cy="391617"/>
            <a:chOff x="1806921" y="4333494"/>
            <a:chExt cx="5351823" cy="391617"/>
          </a:xfrm>
        </p:grpSpPr>
        <p:grpSp>
          <p:nvGrpSpPr>
            <p:cNvPr id="6" name="组合 5">
              <a:extLst>
                <a:ext uri="{FF2B5EF4-FFF2-40B4-BE49-F238E27FC236}">
                  <a16:creationId xmlns:a16="http://schemas.microsoft.com/office/drawing/2014/main" id="{0A61A877-7D28-4692-8942-A11B41904E31}"/>
                </a:ext>
              </a:extLst>
            </p:cNvPr>
            <p:cNvGrpSpPr/>
            <p:nvPr/>
          </p:nvGrpSpPr>
          <p:grpSpPr>
            <a:xfrm>
              <a:off x="1806921" y="4333494"/>
              <a:ext cx="5351823" cy="391617"/>
              <a:chOff x="1806921" y="4333494"/>
              <a:chExt cx="5351823" cy="391617"/>
            </a:xfrm>
          </p:grpSpPr>
          <p:sp>
            <p:nvSpPr>
              <p:cNvPr id="28" name="矩形 27">
                <a:extLst>
                  <a:ext uri="{FF2B5EF4-FFF2-40B4-BE49-F238E27FC236}">
                    <a16:creationId xmlns:a16="http://schemas.microsoft.com/office/drawing/2014/main" id="{14A6C491-7E73-47D1-A668-F6AB051ECA79}"/>
                  </a:ext>
                </a:extLst>
              </p:cNvPr>
              <p:cNvSpPr/>
              <p:nvPr/>
            </p:nvSpPr>
            <p:spPr>
              <a:xfrm>
                <a:off x="1806921" y="4338020"/>
                <a:ext cx="585619" cy="387091"/>
              </a:xfrm>
              <a:prstGeom prst="rect">
                <a:avLst/>
              </a:prstGeom>
              <a:solidFill>
                <a:schemeClr val="accent4"/>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CN" b="1" dirty="0"/>
                  <a:t>Flag</a:t>
                </a:r>
                <a:endParaRPr lang="zh-CN" altLang="en-US" b="1" dirty="0"/>
              </a:p>
            </p:txBody>
          </p:sp>
          <p:sp>
            <p:nvSpPr>
              <p:cNvPr id="29" name="矩形 28">
                <a:extLst>
                  <a:ext uri="{FF2B5EF4-FFF2-40B4-BE49-F238E27FC236}">
                    <a16:creationId xmlns:a16="http://schemas.microsoft.com/office/drawing/2014/main" id="{40A26214-C3A8-47CA-BFB0-17B75191EE24}"/>
                  </a:ext>
                </a:extLst>
              </p:cNvPr>
              <p:cNvSpPr/>
              <p:nvPr/>
            </p:nvSpPr>
            <p:spPr>
              <a:xfrm>
                <a:off x="6573125" y="4338018"/>
                <a:ext cx="585619" cy="387091"/>
              </a:xfrm>
              <a:prstGeom prst="rect">
                <a:avLst/>
              </a:prstGeom>
              <a:solidFill>
                <a:schemeClr val="accent4"/>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CN" b="1" dirty="0"/>
                  <a:t>Flag</a:t>
                </a:r>
                <a:endParaRPr lang="zh-CN" altLang="en-US" b="1" dirty="0"/>
              </a:p>
            </p:txBody>
          </p:sp>
          <p:sp>
            <p:nvSpPr>
              <p:cNvPr id="30" name="矩形 29">
                <a:extLst>
                  <a:ext uri="{FF2B5EF4-FFF2-40B4-BE49-F238E27FC236}">
                    <a16:creationId xmlns:a16="http://schemas.microsoft.com/office/drawing/2014/main" id="{63345335-FFDF-4667-A5D7-D35073E3C64E}"/>
                  </a:ext>
                </a:extLst>
              </p:cNvPr>
              <p:cNvSpPr/>
              <p:nvPr/>
            </p:nvSpPr>
            <p:spPr>
              <a:xfrm>
                <a:off x="2392540" y="4338019"/>
                <a:ext cx="4180585" cy="387091"/>
              </a:xfrm>
              <a:prstGeom prst="rect">
                <a:avLst/>
              </a:prstGeom>
              <a:solidFill>
                <a:schemeClr val="accent6"/>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b="1" dirty="0"/>
              </a:p>
            </p:txBody>
          </p:sp>
          <p:sp>
            <p:nvSpPr>
              <p:cNvPr id="31" name="矩形 30">
                <a:extLst>
                  <a:ext uri="{FF2B5EF4-FFF2-40B4-BE49-F238E27FC236}">
                    <a16:creationId xmlns:a16="http://schemas.microsoft.com/office/drawing/2014/main" id="{62C1D11E-FD73-4A05-BAE5-B35EDE8B9FC8}"/>
                  </a:ext>
                </a:extLst>
              </p:cNvPr>
              <p:cNvSpPr/>
              <p:nvPr/>
            </p:nvSpPr>
            <p:spPr>
              <a:xfrm>
                <a:off x="3006721" y="4333494"/>
                <a:ext cx="585619" cy="387091"/>
              </a:xfrm>
              <a:prstGeom prst="rect">
                <a:avLst/>
              </a:prstGeom>
              <a:solidFill>
                <a:schemeClr val="accent4"/>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CN" b="1" dirty="0"/>
                  <a:t>Flag</a:t>
                </a:r>
                <a:endParaRPr lang="zh-CN" altLang="en-US" b="1" dirty="0"/>
              </a:p>
            </p:txBody>
          </p:sp>
          <p:sp>
            <p:nvSpPr>
              <p:cNvPr id="41" name="矩形 40">
                <a:extLst>
                  <a:ext uri="{FF2B5EF4-FFF2-40B4-BE49-F238E27FC236}">
                    <a16:creationId xmlns:a16="http://schemas.microsoft.com/office/drawing/2014/main" id="{B0E84225-81D7-4A73-B6AC-CBDB0B28398A}"/>
                  </a:ext>
                </a:extLst>
              </p:cNvPr>
              <p:cNvSpPr/>
              <p:nvPr/>
            </p:nvSpPr>
            <p:spPr>
              <a:xfrm>
                <a:off x="4575697" y="4333494"/>
                <a:ext cx="585619" cy="387091"/>
              </a:xfrm>
              <a:prstGeom prst="rect">
                <a:avLst/>
              </a:prstGeom>
              <a:solidFill>
                <a:schemeClr val="accent4"/>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CN" b="1" dirty="0"/>
                  <a:t>Flag</a:t>
                </a:r>
                <a:endParaRPr lang="zh-CN" altLang="en-US" b="1" dirty="0"/>
              </a:p>
            </p:txBody>
          </p:sp>
        </p:grpSp>
        <p:sp>
          <p:nvSpPr>
            <p:cNvPr id="40" name="矩形 39">
              <a:extLst>
                <a:ext uri="{FF2B5EF4-FFF2-40B4-BE49-F238E27FC236}">
                  <a16:creationId xmlns:a16="http://schemas.microsoft.com/office/drawing/2014/main" id="{BDCC4DD6-C831-4F15-B77B-CEEA5D2DD402}"/>
                </a:ext>
              </a:extLst>
            </p:cNvPr>
            <p:cNvSpPr/>
            <p:nvPr/>
          </p:nvSpPr>
          <p:spPr>
            <a:xfrm>
              <a:off x="3592339" y="4338018"/>
              <a:ext cx="585619" cy="387091"/>
            </a:xfrm>
            <a:prstGeom prst="rect">
              <a:avLst/>
            </a:prstGeom>
            <a:solidFill>
              <a:schemeClr val="accent2"/>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CN" b="1" dirty="0"/>
                <a:t>ESC</a:t>
              </a:r>
              <a:endParaRPr lang="zh-CN" altLang="en-US" b="1" dirty="0"/>
            </a:p>
          </p:txBody>
        </p:sp>
        <p:sp>
          <p:nvSpPr>
            <p:cNvPr id="42" name="矩形 41">
              <a:extLst>
                <a:ext uri="{FF2B5EF4-FFF2-40B4-BE49-F238E27FC236}">
                  <a16:creationId xmlns:a16="http://schemas.microsoft.com/office/drawing/2014/main" id="{A6535FD0-DA5A-4301-982E-047E95CBCE52}"/>
                </a:ext>
              </a:extLst>
            </p:cNvPr>
            <p:cNvSpPr/>
            <p:nvPr/>
          </p:nvSpPr>
          <p:spPr>
            <a:xfrm>
              <a:off x="5161315" y="4338018"/>
              <a:ext cx="585619" cy="387091"/>
            </a:xfrm>
            <a:prstGeom prst="rect">
              <a:avLst/>
            </a:prstGeom>
            <a:solidFill>
              <a:schemeClr val="accent2"/>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CN" b="1" dirty="0"/>
                <a:t>ESC</a:t>
              </a:r>
              <a:endParaRPr lang="zh-CN" altLang="en-US" b="1" dirty="0"/>
            </a:p>
          </p:txBody>
        </p:sp>
      </p:grpSp>
    </p:spTree>
    <p:custDataLst>
      <p:tags r:id="rId1"/>
    </p:custDataLst>
    <p:extLst>
      <p:ext uri="{BB962C8B-B14F-4D97-AF65-F5344CB8AC3E}">
        <p14:creationId xmlns:p14="http://schemas.microsoft.com/office/powerpoint/2010/main" val="3513168362"/>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42" presetClass="exit" presetSubtype="0" fill="hold" nodeType="withEffect">
                                  <p:stCondLst>
                                    <p:cond delay="0"/>
                                  </p:stCondLst>
                                  <p:childTnLst>
                                    <p:animEffect transition="out" filter="fade">
                                      <p:cBhvr>
                                        <p:cTn id="6" dur="800"/>
                                        <p:tgtEl>
                                          <p:spTgt spid="16"/>
                                        </p:tgtEl>
                                      </p:cBhvr>
                                    </p:animEffect>
                                    <p:anim calcmode="lin" valueType="num">
                                      <p:cBhvr>
                                        <p:cTn id="7" dur="800"/>
                                        <p:tgtEl>
                                          <p:spTgt spid="16"/>
                                        </p:tgtEl>
                                        <p:attrNameLst>
                                          <p:attrName>ppt_x</p:attrName>
                                        </p:attrNameLst>
                                      </p:cBhvr>
                                      <p:tavLst>
                                        <p:tav tm="0">
                                          <p:val>
                                            <p:strVal val="ppt_x"/>
                                          </p:val>
                                        </p:tav>
                                        <p:tav tm="100000">
                                          <p:val>
                                            <p:strVal val="ppt_x"/>
                                          </p:val>
                                        </p:tav>
                                      </p:tavLst>
                                    </p:anim>
                                    <p:anim calcmode="lin" valueType="num">
                                      <p:cBhvr>
                                        <p:cTn id="8" dur="800"/>
                                        <p:tgtEl>
                                          <p:spTgt spid="16"/>
                                        </p:tgtEl>
                                        <p:attrNameLst>
                                          <p:attrName>ppt_y</p:attrName>
                                        </p:attrNameLst>
                                      </p:cBhvr>
                                      <p:tavLst>
                                        <p:tav tm="0">
                                          <p:val>
                                            <p:strVal val="ppt_y"/>
                                          </p:val>
                                        </p:tav>
                                        <p:tav tm="100000">
                                          <p:val>
                                            <p:strVal val="ppt_y+.1"/>
                                          </p:val>
                                        </p:tav>
                                      </p:tavLst>
                                    </p:anim>
                                    <p:set>
                                      <p:cBhvr>
                                        <p:cTn id="9" dur="1" fill="hold">
                                          <p:stCondLst>
                                            <p:cond delay="799"/>
                                          </p:stCondLst>
                                        </p:cTn>
                                        <p:tgtEl>
                                          <p:spTgt spid="16"/>
                                        </p:tgtEl>
                                        <p:attrNameLst>
                                          <p:attrName>style.visibility</p:attrName>
                                        </p:attrNameLst>
                                      </p:cBhvr>
                                      <p:to>
                                        <p:strVal val="hidden"/>
                                      </p:to>
                                    </p:set>
                                  </p:childTnLst>
                                </p:cTn>
                              </p:par>
                            </p:childTnLst>
                          </p:cTn>
                        </p:par>
                        <p:par>
                          <p:cTn id="10" fill="hold">
                            <p:stCondLst>
                              <p:cond delay="800"/>
                            </p:stCondLst>
                            <p:childTnLst>
                              <p:par>
                                <p:cTn id="11" presetID="2" presetClass="entr" presetSubtype="8" fill="hold" nodeType="afterEffect">
                                  <p:stCondLst>
                                    <p:cond delay="0"/>
                                  </p:stCondLst>
                                  <p:childTnLst>
                                    <p:set>
                                      <p:cBhvr>
                                        <p:cTn id="12" dur="1" fill="hold">
                                          <p:stCondLst>
                                            <p:cond delay="0"/>
                                          </p:stCondLst>
                                        </p:cTn>
                                        <p:tgtEl>
                                          <p:spTgt spid="34"/>
                                        </p:tgtEl>
                                        <p:attrNameLst>
                                          <p:attrName>style.visibility</p:attrName>
                                        </p:attrNameLst>
                                      </p:cBhvr>
                                      <p:to>
                                        <p:strVal val="visible"/>
                                      </p:to>
                                    </p:set>
                                    <p:anim calcmode="lin" valueType="num">
                                      <p:cBhvr additive="base">
                                        <p:cTn id="13" dur="1000" fill="hold"/>
                                        <p:tgtEl>
                                          <p:spTgt spid="34"/>
                                        </p:tgtEl>
                                        <p:attrNameLst>
                                          <p:attrName>ppt_x</p:attrName>
                                        </p:attrNameLst>
                                      </p:cBhvr>
                                      <p:tavLst>
                                        <p:tav tm="0">
                                          <p:val>
                                            <p:strVal val="0-#ppt_w/2"/>
                                          </p:val>
                                        </p:tav>
                                        <p:tav tm="100000">
                                          <p:val>
                                            <p:strVal val="#ppt_x"/>
                                          </p:val>
                                        </p:tav>
                                      </p:tavLst>
                                    </p:anim>
                                    <p:anim calcmode="lin" valueType="num">
                                      <p:cBhvr additive="base">
                                        <p:cTn id="14" dur="1000" fill="hold"/>
                                        <p:tgtEl>
                                          <p:spTgt spid="34"/>
                                        </p:tgtEl>
                                        <p:attrNameLst>
                                          <p:attrName>ppt_y</p:attrName>
                                        </p:attrNameLst>
                                      </p:cBhvr>
                                      <p:tavLst>
                                        <p:tav tm="0">
                                          <p:val>
                                            <p:strVal val="#ppt_y"/>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4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3" name="íşlïḍè">
            <a:extLst>
              <a:ext uri="{FF2B5EF4-FFF2-40B4-BE49-F238E27FC236}">
                <a16:creationId xmlns:a16="http://schemas.microsoft.com/office/drawing/2014/main" id="{DFC59B81-3825-4159-92D9-B9F498E18EEA}"/>
              </a:ext>
            </a:extLst>
          </p:cNvPr>
          <p:cNvSpPr txBox="1"/>
          <p:nvPr/>
        </p:nvSpPr>
        <p:spPr>
          <a:xfrm>
            <a:off x="10736271" y="5807025"/>
            <a:ext cx="1034912" cy="511424"/>
          </a:xfrm>
          <a:prstGeom prst="rect">
            <a:avLst/>
          </a:prstGeom>
          <a:noFill/>
        </p:spPr>
        <p:txBody>
          <a:bodyPr wrap="square" lIns="91440" tIns="45720" rIns="91440" bIns="45720" anchor="ctr">
            <a:noAutofit/>
          </a:bodyPr>
          <a:lstStyle/>
          <a:p>
            <a:pPr algn="ctr"/>
            <a:r>
              <a:rPr lang="zh-CN" altLang="en-US" b="1" dirty="0"/>
              <a:t>帧开始</a:t>
            </a:r>
            <a:endParaRPr lang="en-US" altLang="zh-CN" b="1" dirty="0"/>
          </a:p>
        </p:txBody>
      </p:sp>
      <p:grpSp>
        <p:nvGrpSpPr>
          <p:cNvPr id="34" name="组合 33">
            <a:extLst>
              <a:ext uri="{FF2B5EF4-FFF2-40B4-BE49-F238E27FC236}">
                <a16:creationId xmlns:a16="http://schemas.microsoft.com/office/drawing/2014/main" id="{16FFE905-7031-4A48-98C0-539FC1823457}"/>
              </a:ext>
            </a:extLst>
          </p:cNvPr>
          <p:cNvGrpSpPr/>
          <p:nvPr/>
        </p:nvGrpSpPr>
        <p:grpSpPr>
          <a:xfrm>
            <a:off x="6102578" y="5262102"/>
            <a:ext cx="5351823" cy="389145"/>
            <a:chOff x="1806921" y="4338018"/>
            <a:chExt cx="5351823" cy="389145"/>
          </a:xfrm>
        </p:grpSpPr>
        <p:grpSp>
          <p:nvGrpSpPr>
            <p:cNvPr id="44" name="组合 43">
              <a:extLst>
                <a:ext uri="{FF2B5EF4-FFF2-40B4-BE49-F238E27FC236}">
                  <a16:creationId xmlns:a16="http://schemas.microsoft.com/office/drawing/2014/main" id="{16DD1179-213E-4B7F-B26A-F0DB65959AA0}"/>
                </a:ext>
              </a:extLst>
            </p:cNvPr>
            <p:cNvGrpSpPr/>
            <p:nvPr/>
          </p:nvGrpSpPr>
          <p:grpSpPr>
            <a:xfrm>
              <a:off x="1806921" y="4338018"/>
              <a:ext cx="5351823" cy="389145"/>
              <a:chOff x="1806921" y="4338018"/>
              <a:chExt cx="5351823" cy="389145"/>
            </a:xfrm>
          </p:grpSpPr>
          <p:sp>
            <p:nvSpPr>
              <p:cNvPr id="47" name="矩形 46">
                <a:extLst>
                  <a:ext uri="{FF2B5EF4-FFF2-40B4-BE49-F238E27FC236}">
                    <a16:creationId xmlns:a16="http://schemas.microsoft.com/office/drawing/2014/main" id="{AEE1FC64-2BE2-4784-991C-5F96255D20BF}"/>
                  </a:ext>
                </a:extLst>
              </p:cNvPr>
              <p:cNvSpPr/>
              <p:nvPr/>
            </p:nvSpPr>
            <p:spPr>
              <a:xfrm>
                <a:off x="1806921" y="4338020"/>
                <a:ext cx="585619" cy="387091"/>
              </a:xfrm>
              <a:prstGeom prst="rect">
                <a:avLst/>
              </a:prstGeom>
              <a:solidFill>
                <a:schemeClr val="accent4"/>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CN" b="1" dirty="0"/>
                  <a:t>Flag</a:t>
                </a:r>
                <a:endParaRPr lang="zh-CN" altLang="en-US" b="1" dirty="0"/>
              </a:p>
            </p:txBody>
          </p:sp>
          <p:sp>
            <p:nvSpPr>
              <p:cNvPr id="48" name="矩形 47">
                <a:extLst>
                  <a:ext uri="{FF2B5EF4-FFF2-40B4-BE49-F238E27FC236}">
                    <a16:creationId xmlns:a16="http://schemas.microsoft.com/office/drawing/2014/main" id="{8475A3A4-CD69-4B1B-ACDF-71E00C92B71B}"/>
                  </a:ext>
                </a:extLst>
              </p:cNvPr>
              <p:cNvSpPr/>
              <p:nvPr/>
            </p:nvSpPr>
            <p:spPr>
              <a:xfrm>
                <a:off x="6573125" y="4338018"/>
                <a:ext cx="585619" cy="387091"/>
              </a:xfrm>
              <a:prstGeom prst="rect">
                <a:avLst/>
              </a:prstGeom>
              <a:solidFill>
                <a:schemeClr val="accent4"/>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CN" b="1" dirty="0"/>
                  <a:t>Flag</a:t>
                </a:r>
                <a:endParaRPr lang="zh-CN" altLang="en-US" b="1" dirty="0"/>
              </a:p>
            </p:txBody>
          </p:sp>
          <p:sp>
            <p:nvSpPr>
              <p:cNvPr id="49" name="矩形 48">
                <a:extLst>
                  <a:ext uri="{FF2B5EF4-FFF2-40B4-BE49-F238E27FC236}">
                    <a16:creationId xmlns:a16="http://schemas.microsoft.com/office/drawing/2014/main" id="{5CF45834-E2A2-4730-B06C-0DB3A63B2B03}"/>
                  </a:ext>
                </a:extLst>
              </p:cNvPr>
              <p:cNvSpPr/>
              <p:nvPr/>
            </p:nvSpPr>
            <p:spPr>
              <a:xfrm>
                <a:off x="2392540" y="4338019"/>
                <a:ext cx="4180585" cy="387091"/>
              </a:xfrm>
              <a:prstGeom prst="rect">
                <a:avLst/>
              </a:prstGeom>
              <a:solidFill>
                <a:schemeClr val="accent6"/>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b="1" dirty="0"/>
              </a:p>
            </p:txBody>
          </p:sp>
          <p:sp>
            <p:nvSpPr>
              <p:cNvPr id="50" name="矩形 49">
                <a:extLst>
                  <a:ext uri="{FF2B5EF4-FFF2-40B4-BE49-F238E27FC236}">
                    <a16:creationId xmlns:a16="http://schemas.microsoft.com/office/drawing/2014/main" id="{024A03B3-B582-446A-9093-2F216D7C341C}"/>
                  </a:ext>
                </a:extLst>
              </p:cNvPr>
              <p:cNvSpPr/>
              <p:nvPr/>
            </p:nvSpPr>
            <p:spPr>
              <a:xfrm>
                <a:off x="3006721" y="4340072"/>
                <a:ext cx="585619" cy="387091"/>
              </a:xfrm>
              <a:prstGeom prst="rect">
                <a:avLst/>
              </a:prstGeom>
              <a:solidFill>
                <a:schemeClr val="accent4"/>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CN" b="1" dirty="0"/>
                  <a:t>Flag</a:t>
                </a:r>
                <a:endParaRPr lang="zh-CN" altLang="en-US" b="1" dirty="0"/>
              </a:p>
            </p:txBody>
          </p:sp>
          <p:sp>
            <p:nvSpPr>
              <p:cNvPr id="51" name="矩形 50">
                <a:extLst>
                  <a:ext uri="{FF2B5EF4-FFF2-40B4-BE49-F238E27FC236}">
                    <a16:creationId xmlns:a16="http://schemas.microsoft.com/office/drawing/2014/main" id="{40559DC5-5AC7-41F6-866D-B6BD60A7C3A9}"/>
                  </a:ext>
                </a:extLst>
              </p:cNvPr>
              <p:cNvSpPr/>
              <p:nvPr/>
            </p:nvSpPr>
            <p:spPr>
              <a:xfrm>
                <a:off x="4575697" y="4340072"/>
                <a:ext cx="585619" cy="387091"/>
              </a:xfrm>
              <a:prstGeom prst="rect">
                <a:avLst/>
              </a:prstGeom>
              <a:solidFill>
                <a:schemeClr val="accent4"/>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CN" b="1" dirty="0"/>
                  <a:t>Flag</a:t>
                </a:r>
                <a:endParaRPr lang="zh-CN" altLang="en-US" b="1" dirty="0"/>
              </a:p>
            </p:txBody>
          </p:sp>
        </p:grpSp>
        <p:sp>
          <p:nvSpPr>
            <p:cNvPr id="45" name="矩形 44">
              <a:extLst>
                <a:ext uri="{FF2B5EF4-FFF2-40B4-BE49-F238E27FC236}">
                  <a16:creationId xmlns:a16="http://schemas.microsoft.com/office/drawing/2014/main" id="{510600E6-47B6-4FB6-9C1C-2C91A05A50F6}"/>
                </a:ext>
              </a:extLst>
            </p:cNvPr>
            <p:cNvSpPr/>
            <p:nvPr/>
          </p:nvSpPr>
          <p:spPr>
            <a:xfrm>
              <a:off x="3592339" y="4338018"/>
              <a:ext cx="585619" cy="387091"/>
            </a:xfrm>
            <a:prstGeom prst="rect">
              <a:avLst/>
            </a:prstGeom>
            <a:solidFill>
              <a:schemeClr val="accent2"/>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CN" b="1" dirty="0"/>
                <a:t>ESC</a:t>
              </a:r>
              <a:endParaRPr lang="zh-CN" altLang="en-US" b="1" dirty="0"/>
            </a:p>
          </p:txBody>
        </p:sp>
        <p:sp>
          <p:nvSpPr>
            <p:cNvPr id="46" name="矩形 45">
              <a:extLst>
                <a:ext uri="{FF2B5EF4-FFF2-40B4-BE49-F238E27FC236}">
                  <a16:creationId xmlns:a16="http://schemas.microsoft.com/office/drawing/2014/main" id="{FB2DB382-11A1-42BE-AE5E-99FFEB1B95C4}"/>
                </a:ext>
              </a:extLst>
            </p:cNvPr>
            <p:cNvSpPr/>
            <p:nvPr/>
          </p:nvSpPr>
          <p:spPr>
            <a:xfrm>
              <a:off x="5161315" y="4338018"/>
              <a:ext cx="585619" cy="387091"/>
            </a:xfrm>
            <a:prstGeom prst="rect">
              <a:avLst/>
            </a:prstGeom>
            <a:solidFill>
              <a:schemeClr val="accent2"/>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CN" b="1" dirty="0"/>
                <a:t>ESC</a:t>
              </a:r>
              <a:endParaRPr lang="zh-CN" altLang="en-US" b="1" dirty="0"/>
            </a:p>
          </p:txBody>
        </p:sp>
      </p:grpSp>
      <p:sp>
        <p:nvSpPr>
          <p:cNvPr id="33" name="矩形 32">
            <a:extLst>
              <a:ext uri="{FF2B5EF4-FFF2-40B4-BE49-F238E27FC236}">
                <a16:creationId xmlns:a16="http://schemas.microsoft.com/office/drawing/2014/main" id="{19C1D5FC-F7A5-4FBF-810B-0FF9A8D13CCD}"/>
              </a:ext>
            </a:extLst>
          </p:cNvPr>
          <p:cNvSpPr/>
          <p:nvPr/>
        </p:nvSpPr>
        <p:spPr>
          <a:xfrm>
            <a:off x="-5167" y="5221918"/>
            <a:ext cx="938273" cy="484003"/>
          </a:xfrm>
          <a:prstGeom prst="rect">
            <a:avLst/>
          </a:prstGeom>
          <a:solidFill>
            <a:schemeClr val="bg1"/>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7" name="矩形 6">
            <a:extLst>
              <a:ext uri="{FF2B5EF4-FFF2-40B4-BE49-F238E27FC236}">
                <a16:creationId xmlns:a16="http://schemas.microsoft.com/office/drawing/2014/main" id="{63000FEF-84AC-4E71-B03B-0329662FD643}"/>
              </a:ext>
            </a:extLst>
          </p:cNvPr>
          <p:cNvSpPr/>
          <p:nvPr/>
        </p:nvSpPr>
        <p:spPr>
          <a:xfrm>
            <a:off x="11253727" y="5178728"/>
            <a:ext cx="938273" cy="484003"/>
          </a:xfrm>
          <a:prstGeom prst="rect">
            <a:avLst/>
          </a:prstGeom>
          <a:solidFill>
            <a:schemeClr val="bg1"/>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grpSp>
        <p:nvGrpSpPr>
          <p:cNvPr id="4" name="组合 3">
            <a:extLst>
              <a:ext uri="{FF2B5EF4-FFF2-40B4-BE49-F238E27FC236}">
                <a16:creationId xmlns:a16="http://schemas.microsoft.com/office/drawing/2014/main" id="{9A1EA9F2-FCB6-48C3-935F-7AE7E3AD14AC}"/>
              </a:ext>
            </a:extLst>
          </p:cNvPr>
          <p:cNvGrpSpPr/>
          <p:nvPr/>
        </p:nvGrpSpPr>
        <p:grpSpPr>
          <a:xfrm>
            <a:off x="304800" y="749300"/>
            <a:ext cx="6192343" cy="400110"/>
            <a:chOff x="424117" y="898245"/>
            <a:chExt cx="6192343" cy="400110"/>
          </a:xfrm>
        </p:grpSpPr>
        <p:sp>
          <p:nvSpPr>
            <p:cNvPr id="2" name="平行四边形 1">
              <a:extLst>
                <a:ext uri="{FF2B5EF4-FFF2-40B4-BE49-F238E27FC236}">
                  <a16:creationId xmlns:a16="http://schemas.microsoft.com/office/drawing/2014/main" id="{1F5BAA3F-9845-4F89-A2DD-8222D3E4EDAC}"/>
                </a:ext>
              </a:extLst>
            </p:cNvPr>
            <p:cNvSpPr/>
            <p:nvPr/>
          </p:nvSpPr>
          <p:spPr>
            <a:xfrm>
              <a:off x="424117" y="898245"/>
              <a:ext cx="711200" cy="387090"/>
            </a:xfrm>
            <a:prstGeom prst="parallelogram">
              <a:avLst/>
            </a:prstGeom>
            <a:solidFill>
              <a:schemeClr val="accent3">
                <a:lumMod val="75000"/>
              </a:schemeClr>
            </a:solidFill>
            <a:ln>
              <a:solidFill>
                <a:schemeClr val="accent3">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CN" sz="2200" dirty="0">
                  <a:latin typeface="Impact" panose="020B0806030902050204" pitchFamily="34" charset="0"/>
                </a:rPr>
                <a:t>02</a:t>
              </a:r>
              <a:endParaRPr lang="zh-CN" altLang="en-US" sz="2200" dirty="0">
                <a:latin typeface="Impact" panose="020B0806030902050204" pitchFamily="34" charset="0"/>
              </a:endParaRPr>
            </a:p>
          </p:txBody>
        </p:sp>
        <p:sp>
          <p:nvSpPr>
            <p:cNvPr id="3" name="文本框 2">
              <a:extLst>
                <a:ext uri="{FF2B5EF4-FFF2-40B4-BE49-F238E27FC236}">
                  <a16:creationId xmlns:a16="http://schemas.microsoft.com/office/drawing/2014/main" id="{4D6BD736-A4D3-4F26-AFED-36E11F50F70B}"/>
                </a:ext>
              </a:extLst>
            </p:cNvPr>
            <p:cNvSpPr txBox="1"/>
            <p:nvPr/>
          </p:nvSpPr>
          <p:spPr>
            <a:xfrm>
              <a:off x="1204755" y="898245"/>
              <a:ext cx="5411705" cy="400110"/>
            </a:xfrm>
            <a:prstGeom prst="rect">
              <a:avLst/>
            </a:prstGeom>
            <a:noFill/>
          </p:spPr>
          <p:txBody>
            <a:bodyPr wrap="square" rtlCol="0">
              <a:spAutoFit/>
            </a:bodyPr>
            <a:lstStyle/>
            <a:p>
              <a:r>
                <a:rPr lang="zh-CN" altLang="en-US" sz="2000" b="1" dirty="0"/>
                <a:t>透明传输</a:t>
              </a:r>
            </a:p>
          </p:txBody>
        </p:sp>
      </p:grpSp>
      <p:sp>
        <p:nvSpPr>
          <p:cNvPr id="8" name="矩形 7">
            <a:extLst>
              <a:ext uri="{FF2B5EF4-FFF2-40B4-BE49-F238E27FC236}">
                <a16:creationId xmlns:a16="http://schemas.microsoft.com/office/drawing/2014/main" id="{C7720255-4E6C-41B6-A880-D93377A356B5}"/>
              </a:ext>
            </a:extLst>
          </p:cNvPr>
          <p:cNvSpPr/>
          <p:nvPr/>
        </p:nvSpPr>
        <p:spPr>
          <a:xfrm>
            <a:off x="1016000" y="1297642"/>
            <a:ext cx="256976" cy="256976"/>
          </a:xfrm>
          <a:prstGeom prst="rect">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9" name="íşlïḍè">
            <a:extLst>
              <a:ext uri="{FF2B5EF4-FFF2-40B4-BE49-F238E27FC236}">
                <a16:creationId xmlns:a16="http://schemas.microsoft.com/office/drawing/2014/main" id="{1E3208DB-9CB5-439E-87A6-F640C77C2B32}"/>
              </a:ext>
            </a:extLst>
          </p:cNvPr>
          <p:cNvSpPr txBox="1"/>
          <p:nvPr/>
        </p:nvSpPr>
        <p:spPr>
          <a:xfrm>
            <a:off x="1333228" y="1297641"/>
            <a:ext cx="10494766" cy="511424"/>
          </a:xfrm>
          <a:prstGeom prst="rect">
            <a:avLst/>
          </a:prstGeom>
          <a:noFill/>
        </p:spPr>
        <p:txBody>
          <a:bodyPr wrap="square" lIns="91440" tIns="45720" rIns="91440" bIns="45720" anchor="ctr">
            <a:noAutofit/>
          </a:bodyPr>
          <a:lstStyle/>
          <a:p>
            <a:r>
              <a:rPr lang="zh-CN" altLang="en-US" b="1" dirty="0"/>
              <a:t>透明传输是指</a:t>
            </a:r>
            <a:r>
              <a:rPr lang="zh-CN" altLang="en-US" b="1" dirty="0">
                <a:solidFill>
                  <a:schemeClr val="accent1">
                    <a:lumMod val="75000"/>
                  </a:schemeClr>
                </a:solidFill>
              </a:rPr>
              <a:t>数据链路层对上层交付下来的协议数据单元</a:t>
            </a:r>
            <a:r>
              <a:rPr lang="en-US" altLang="zh-CN" b="1" dirty="0">
                <a:solidFill>
                  <a:schemeClr val="accent1">
                    <a:lumMod val="75000"/>
                  </a:schemeClr>
                </a:solidFill>
              </a:rPr>
              <a:t>PDU</a:t>
            </a:r>
            <a:r>
              <a:rPr lang="zh-CN" altLang="en-US" b="1" dirty="0">
                <a:solidFill>
                  <a:schemeClr val="accent1">
                    <a:lumMod val="75000"/>
                  </a:schemeClr>
                </a:solidFill>
              </a:rPr>
              <a:t>没有任何限制</a:t>
            </a:r>
            <a:r>
              <a:rPr lang="zh-CN" altLang="en-US" b="1" dirty="0"/>
              <a:t>，就好像数据链路层不存在一样。</a:t>
            </a:r>
            <a:endParaRPr lang="en-US" altLang="zh-CN" b="1" dirty="0"/>
          </a:p>
        </p:txBody>
      </p:sp>
      <p:grpSp>
        <p:nvGrpSpPr>
          <p:cNvPr id="5" name="组合 4">
            <a:extLst>
              <a:ext uri="{FF2B5EF4-FFF2-40B4-BE49-F238E27FC236}">
                <a16:creationId xmlns:a16="http://schemas.microsoft.com/office/drawing/2014/main" id="{8A770C34-1B38-4EEF-A0A8-606779CB738C}"/>
              </a:ext>
            </a:extLst>
          </p:cNvPr>
          <p:cNvGrpSpPr/>
          <p:nvPr/>
        </p:nvGrpSpPr>
        <p:grpSpPr>
          <a:xfrm>
            <a:off x="304799" y="3187346"/>
            <a:ext cx="11595556" cy="2667911"/>
            <a:chOff x="304799" y="3588634"/>
            <a:chExt cx="11595556" cy="2667911"/>
          </a:xfrm>
        </p:grpSpPr>
        <p:grpSp>
          <p:nvGrpSpPr>
            <p:cNvPr id="10" name="组合 9">
              <a:extLst>
                <a:ext uri="{FF2B5EF4-FFF2-40B4-BE49-F238E27FC236}">
                  <a16:creationId xmlns:a16="http://schemas.microsoft.com/office/drawing/2014/main" id="{1872948F-40FE-4C50-9F43-A13F69433512}"/>
                </a:ext>
              </a:extLst>
            </p:cNvPr>
            <p:cNvGrpSpPr/>
            <p:nvPr/>
          </p:nvGrpSpPr>
          <p:grpSpPr>
            <a:xfrm>
              <a:off x="601699" y="5615463"/>
              <a:ext cx="10940423" cy="641082"/>
              <a:chOff x="601699" y="5648354"/>
              <a:chExt cx="10940423" cy="641082"/>
            </a:xfrm>
          </p:grpSpPr>
          <p:cxnSp>
            <p:nvCxnSpPr>
              <p:cNvPr id="21" name="直接连接符 20">
                <a:extLst>
                  <a:ext uri="{FF2B5EF4-FFF2-40B4-BE49-F238E27FC236}">
                    <a16:creationId xmlns:a16="http://schemas.microsoft.com/office/drawing/2014/main" id="{AFA66375-BFFA-4A09-AA4D-EB81610ADFDC}"/>
                  </a:ext>
                </a:extLst>
              </p:cNvPr>
              <p:cNvCxnSpPr>
                <a:cxnSpLocks/>
              </p:cNvCxnSpPr>
              <p:nvPr/>
            </p:nvCxnSpPr>
            <p:spPr>
              <a:xfrm>
                <a:off x="1143721" y="6126777"/>
                <a:ext cx="10027235"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pic>
            <p:nvPicPr>
              <p:cNvPr id="22" name="图形 21">
                <a:extLst>
                  <a:ext uri="{FF2B5EF4-FFF2-40B4-BE49-F238E27FC236}">
                    <a16:creationId xmlns:a16="http://schemas.microsoft.com/office/drawing/2014/main" id="{6C887B44-86C4-4555-A5AA-6253F2886F19}"/>
                  </a:ext>
                </a:extLst>
              </p:cNvPr>
              <p:cNvPicPr>
                <a:picLocks noChangeAspect="1"/>
              </p:cNvPicPr>
              <p:nvPr/>
            </p:nvPicPr>
            <p:blipFill>
              <a:blip r:embed="rId3">
                <a:extLst>
                  <a:ext uri="{28A0092B-C50C-407E-A947-70E740481C1C}">
                    <a14:useLocalDpi xmlns:a14="http://schemas.microsoft.com/office/drawing/2010/main" val="0"/>
                  </a:ext>
                  <a:ext uri="{96DAC541-7B7A-43D3-8B79-37D633B846F1}">
                    <asvg:svgBlip xmlns:asvg="http://schemas.microsoft.com/office/drawing/2016/SVG/main" r:embed="rId4"/>
                  </a:ext>
                </a:extLst>
              </a:blip>
              <a:stretch>
                <a:fillRect/>
              </a:stretch>
            </p:blipFill>
            <p:spPr>
              <a:xfrm>
                <a:off x="601699" y="5648354"/>
                <a:ext cx="662814" cy="641082"/>
              </a:xfrm>
              <a:prstGeom prst="rect">
                <a:avLst/>
              </a:prstGeom>
            </p:spPr>
          </p:pic>
          <p:pic>
            <p:nvPicPr>
              <p:cNvPr id="23" name="图形 22">
                <a:extLst>
                  <a:ext uri="{FF2B5EF4-FFF2-40B4-BE49-F238E27FC236}">
                    <a16:creationId xmlns:a16="http://schemas.microsoft.com/office/drawing/2014/main" id="{D0041743-ABFB-4FFC-9ACE-63E103F31FCF}"/>
                  </a:ext>
                </a:extLst>
              </p:cNvPr>
              <p:cNvPicPr>
                <a:picLocks noChangeAspect="1"/>
              </p:cNvPicPr>
              <p:nvPr/>
            </p:nvPicPr>
            <p:blipFill>
              <a:blip r:embed="rId3">
                <a:extLst>
                  <a:ext uri="{28A0092B-C50C-407E-A947-70E740481C1C}">
                    <a14:useLocalDpi xmlns:a14="http://schemas.microsoft.com/office/drawing/2010/main" val="0"/>
                  </a:ext>
                  <a:ext uri="{96DAC541-7B7A-43D3-8B79-37D633B846F1}">
                    <asvg:svgBlip xmlns:asvg="http://schemas.microsoft.com/office/drawing/2016/SVG/main" r:embed="rId4"/>
                  </a:ext>
                </a:extLst>
              </a:blip>
              <a:stretch>
                <a:fillRect/>
              </a:stretch>
            </p:blipFill>
            <p:spPr>
              <a:xfrm>
                <a:off x="10879308" y="5648354"/>
                <a:ext cx="662814" cy="641082"/>
              </a:xfrm>
              <a:prstGeom prst="rect">
                <a:avLst/>
              </a:prstGeom>
            </p:spPr>
          </p:pic>
        </p:grpSp>
        <p:sp>
          <p:nvSpPr>
            <p:cNvPr id="11" name="矩形 10">
              <a:extLst>
                <a:ext uri="{FF2B5EF4-FFF2-40B4-BE49-F238E27FC236}">
                  <a16:creationId xmlns:a16="http://schemas.microsoft.com/office/drawing/2014/main" id="{89F370EB-1516-471E-8B16-B9DF13881EEB}"/>
                </a:ext>
              </a:extLst>
            </p:cNvPr>
            <p:cNvSpPr/>
            <p:nvPr/>
          </p:nvSpPr>
          <p:spPr>
            <a:xfrm>
              <a:off x="304799" y="5115754"/>
              <a:ext cx="1366117" cy="387091"/>
            </a:xfrm>
            <a:prstGeom prst="rect">
              <a:avLst/>
            </a:prstGeom>
            <a:solidFill>
              <a:schemeClr val="tx2"/>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zh-CN" altLang="en-US" b="1" dirty="0"/>
                <a:t>物理层</a:t>
              </a:r>
            </a:p>
          </p:txBody>
        </p:sp>
        <p:sp>
          <p:nvSpPr>
            <p:cNvPr id="12" name="矩形 11">
              <a:extLst>
                <a:ext uri="{FF2B5EF4-FFF2-40B4-BE49-F238E27FC236}">
                  <a16:creationId xmlns:a16="http://schemas.microsoft.com/office/drawing/2014/main" id="{C120AF4E-32F2-4BB4-8E09-D3F91B674B6A}"/>
                </a:ext>
              </a:extLst>
            </p:cNvPr>
            <p:cNvSpPr/>
            <p:nvPr/>
          </p:nvSpPr>
          <p:spPr>
            <a:xfrm>
              <a:off x="304800" y="3972672"/>
              <a:ext cx="1366117" cy="387091"/>
            </a:xfrm>
            <a:prstGeom prst="rect">
              <a:avLst/>
            </a:prstGeom>
            <a:solidFill>
              <a:schemeClr val="accent3"/>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zh-CN" altLang="en-US" b="1" dirty="0"/>
                <a:t>运输层</a:t>
              </a:r>
            </a:p>
          </p:txBody>
        </p:sp>
        <p:sp>
          <p:nvSpPr>
            <p:cNvPr id="13" name="矩形 12">
              <a:extLst>
                <a:ext uri="{FF2B5EF4-FFF2-40B4-BE49-F238E27FC236}">
                  <a16:creationId xmlns:a16="http://schemas.microsoft.com/office/drawing/2014/main" id="{51C9FA23-441A-4229-A8AC-D91362162E91}"/>
                </a:ext>
              </a:extLst>
            </p:cNvPr>
            <p:cNvSpPr/>
            <p:nvPr/>
          </p:nvSpPr>
          <p:spPr>
            <a:xfrm>
              <a:off x="304800" y="4347677"/>
              <a:ext cx="1366117" cy="387091"/>
            </a:xfrm>
            <a:prstGeom prst="rect">
              <a:avLst/>
            </a:prstGeom>
            <a:solidFill>
              <a:schemeClr val="accent6"/>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zh-CN" altLang="en-US" b="1" dirty="0"/>
                <a:t>网络层</a:t>
              </a:r>
            </a:p>
          </p:txBody>
        </p:sp>
        <p:sp>
          <p:nvSpPr>
            <p:cNvPr id="14" name="矩形 13">
              <a:extLst>
                <a:ext uri="{FF2B5EF4-FFF2-40B4-BE49-F238E27FC236}">
                  <a16:creationId xmlns:a16="http://schemas.microsoft.com/office/drawing/2014/main" id="{944CCDAD-E2F9-4EA6-A4ED-0C39133CDB16}"/>
                </a:ext>
              </a:extLst>
            </p:cNvPr>
            <p:cNvSpPr/>
            <p:nvPr/>
          </p:nvSpPr>
          <p:spPr>
            <a:xfrm>
              <a:off x="304800" y="4728663"/>
              <a:ext cx="1366118" cy="387091"/>
            </a:xfrm>
            <a:prstGeom prst="rect">
              <a:avLst/>
            </a:prstGeom>
            <a:solidFill>
              <a:schemeClr val="accent4"/>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zh-CN" altLang="en-US" b="1" dirty="0"/>
                <a:t>数据链路层</a:t>
              </a:r>
            </a:p>
          </p:txBody>
        </p:sp>
        <p:sp>
          <p:nvSpPr>
            <p:cNvPr id="15" name="矩形 14">
              <a:extLst>
                <a:ext uri="{FF2B5EF4-FFF2-40B4-BE49-F238E27FC236}">
                  <a16:creationId xmlns:a16="http://schemas.microsoft.com/office/drawing/2014/main" id="{84531869-3AF3-45B6-B1D3-9A7658A203C8}"/>
                </a:ext>
              </a:extLst>
            </p:cNvPr>
            <p:cNvSpPr/>
            <p:nvPr/>
          </p:nvSpPr>
          <p:spPr>
            <a:xfrm>
              <a:off x="304800" y="3588634"/>
              <a:ext cx="1366117" cy="387091"/>
            </a:xfrm>
            <a:prstGeom prst="rect">
              <a:avLst/>
            </a:prstGeom>
            <a:solidFill>
              <a:schemeClr val="accent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zh-CN" altLang="en-US" b="1" dirty="0"/>
                <a:t>应用层</a:t>
              </a:r>
            </a:p>
          </p:txBody>
        </p:sp>
        <p:sp>
          <p:nvSpPr>
            <p:cNvPr id="35" name="矩形 34">
              <a:extLst>
                <a:ext uri="{FF2B5EF4-FFF2-40B4-BE49-F238E27FC236}">
                  <a16:creationId xmlns:a16="http://schemas.microsoft.com/office/drawing/2014/main" id="{A2C9B035-8ABD-494E-8783-C6462F2C34EE}"/>
                </a:ext>
              </a:extLst>
            </p:cNvPr>
            <p:cNvSpPr/>
            <p:nvPr/>
          </p:nvSpPr>
          <p:spPr>
            <a:xfrm>
              <a:off x="10534236" y="5126397"/>
              <a:ext cx="1366117" cy="387091"/>
            </a:xfrm>
            <a:prstGeom prst="rect">
              <a:avLst/>
            </a:prstGeom>
            <a:solidFill>
              <a:schemeClr val="tx2"/>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zh-CN" altLang="en-US" b="1" dirty="0"/>
                <a:t>物理层</a:t>
              </a:r>
            </a:p>
          </p:txBody>
        </p:sp>
        <p:sp>
          <p:nvSpPr>
            <p:cNvPr id="36" name="矩形 35">
              <a:extLst>
                <a:ext uri="{FF2B5EF4-FFF2-40B4-BE49-F238E27FC236}">
                  <a16:creationId xmlns:a16="http://schemas.microsoft.com/office/drawing/2014/main" id="{56BC3166-5D46-4BE0-859C-38744E5D710F}"/>
                </a:ext>
              </a:extLst>
            </p:cNvPr>
            <p:cNvSpPr/>
            <p:nvPr/>
          </p:nvSpPr>
          <p:spPr>
            <a:xfrm>
              <a:off x="10534237" y="3983315"/>
              <a:ext cx="1366117" cy="387091"/>
            </a:xfrm>
            <a:prstGeom prst="rect">
              <a:avLst/>
            </a:prstGeom>
            <a:solidFill>
              <a:schemeClr val="accent3"/>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zh-CN" altLang="en-US" b="1" dirty="0"/>
                <a:t>运输层</a:t>
              </a:r>
            </a:p>
          </p:txBody>
        </p:sp>
        <p:sp>
          <p:nvSpPr>
            <p:cNvPr id="37" name="矩形 36">
              <a:extLst>
                <a:ext uri="{FF2B5EF4-FFF2-40B4-BE49-F238E27FC236}">
                  <a16:creationId xmlns:a16="http://schemas.microsoft.com/office/drawing/2014/main" id="{2393EBDF-8E46-43C9-A69C-478390939F5C}"/>
                </a:ext>
              </a:extLst>
            </p:cNvPr>
            <p:cNvSpPr/>
            <p:nvPr/>
          </p:nvSpPr>
          <p:spPr>
            <a:xfrm>
              <a:off x="10534237" y="4358320"/>
              <a:ext cx="1366117" cy="387091"/>
            </a:xfrm>
            <a:prstGeom prst="rect">
              <a:avLst/>
            </a:prstGeom>
            <a:solidFill>
              <a:schemeClr val="accent6"/>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zh-CN" altLang="en-US" b="1" dirty="0"/>
                <a:t>网络层</a:t>
              </a:r>
            </a:p>
          </p:txBody>
        </p:sp>
        <p:sp>
          <p:nvSpPr>
            <p:cNvPr id="38" name="矩形 37">
              <a:extLst>
                <a:ext uri="{FF2B5EF4-FFF2-40B4-BE49-F238E27FC236}">
                  <a16:creationId xmlns:a16="http://schemas.microsoft.com/office/drawing/2014/main" id="{8A58E852-6B41-424C-BD97-FCA280780330}"/>
                </a:ext>
              </a:extLst>
            </p:cNvPr>
            <p:cNvSpPr/>
            <p:nvPr/>
          </p:nvSpPr>
          <p:spPr>
            <a:xfrm>
              <a:off x="10534237" y="4739306"/>
              <a:ext cx="1366118" cy="387091"/>
            </a:xfrm>
            <a:prstGeom prst="rect">
              <a:avLst/>
            </a:prstGeom>
            <a:solidFill>
              <a:schemeClr val="accent4"/>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zh-CN" altLang="en-US" b="1" dirty="0"/>
                <a:t>数据链路层</a:t>
              </a:r>
            </a:p>
          </p:txBody>
        </p:sp>
        <p:sp>
          <p:nvSpPr>
            <p:cNvPr id="39" name="矩形 38">
              <a:extLst>
                <a:ext uri="{FF2B5EF4-FFF2-40B4-BE49-F238E27FC236}">
                  <a16:creationId xmlns:a16="http://schemas.microsoft.com/office/drawing/2014/main" id="{073FA83D-74E3-4EB9-AF7C-687245B39919}"/>
                </a:ext>
              </a:extLst>
            </p:cNvPr>
            <p:cNvSpPr/>
            <p:nvPr/>
          </p:nvSpPr>
          <p:spPr>
            <a:xfrm>
              <a:off x="10534237" y="3599277"/>
              <a:ext cx="1366117" cy="387091"/>
            </a:xfrm>
            <a:prstGeom prst="rect">
              <a:avLst/>
            </a:prstGeom>
            <a:solidFill>
              <a:schemeClr val="accent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zh-CN" altLang="en-US" b="1" dirty="0"/>
                <a:t>应用层</a:t>
              </a:r>
            </a:p>
          </p:txBody>
        </p:sp>
      </p:grpSp>
    </p:spTree>
    <p:custDataLst>
      <p:tags r:id="rId1"/>
    </p:custDataLst>
    <p:extLst>
      <p:ext uri="{BB962C8B-B14F-4D97-AF65-F5344CB8AC3E}">
        <p14:creationId xmlns:p14="http://schemas.microsoft.com/office/powerpoint/2010/main" val="3915580599"/>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47" presetClass="entr" presetSubtype="0" fill="hold" grpId="0" nodeType="withEffect">
                                  <p:stCondLst>
                                    <p:cond delay="0"/>
                                  </p:stCondLst>
                                  <p:childTnLst>
                                    <p:set>
                                      <p:cBhvr>
                                        <p:cTn id="6" dur="1" fill="hold">
                                          <p:stCondLst>
                                            <p:cond delay="0"/>
                                          </p:stCondLst>
                                        </p:cTn>
                                        <p:tgtEl>
                                          <p:spTgt spid="43"/>
                                        </p:tgtEl>
                                        <p:attrNameLst>
                                          <p:attrName>style.visibility</p:attrName>
                                        </p:attrNameLst>
                                      </p:cBhvr>
                                      <p:to>
                                        <p:strVal val="visible"/>
                                      </p:to>
                                    </p:set>
                                    <p:animEffect transition="in" filter="fade">
                                      <p:cBhvr>
                                        <p:cTn id="7" dur="1000"/>
                                        <p:tgtEl>
                                          <p:spTgt spid="43"/>
                                        </p:tgtEl>
                                      </p:cBhvr>
                                    </p:animEffect>
                                    <p:anim calcmode="lin" valueType="num">
                                      <p:cBhvr>
                                        <p:cTn id="8" dur="1000" fill="hold"/>
                                        <p:tgtEl>
                                          <p:spTgt spid="43"/>
                                        </p:tgtEl>
                                        <p:attrNameLst>
                                          <p:attrName>ppt_x</p:attrName>
                                        </p:attrNameLst>
                                      </p:cBhvr>
                                      <p:tavLst>
                                        <p:tav tm="0">
                                          <p:val>
                                            <p:strVal val="#ppt_x"/>
                                          </p:val>
                                        </p:tav>
                                        <p:tav tm="100000">
                                          <p:val>
                                            <p:strVal val="#ppt_x"/>
                                          </p:val>
                                        </p:tav>
                                      </p:tavLst>
                                    </p:anim>
                                    <p:anim calcmode="lin" valueType="num">
                                      <p:cBhvr>
                                        <p:cTn id="9" dur="1000" fill="hold"/>
                                        <p:tgtEl>
                                          <p:spTgt spid="43"/>
                                        </p:tgtEl>
                                        <p:attrNameLst>
                                          <p:attrName>ppt_y</p:attrName>
                                        </p:attrNameLst>
                                      </p:cBhvr>
                                      <p:tavLst>
                                        <p:tav tm="0">
                                          <p:val>
                                            <p:strVal val="#ppt_y-.1"/>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3" grpId="0"/>
    </p:bldLst>
  </p:timing>
</p:sld>
</file>

<file path=ppt/slides/slide4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0" name="íşlïḍè">
            <a:extLst>
              <a:ext uri="{FF2B5EF4-FFF2-40B4-BE49-F238E27FC236}">
                <a16:creationId xmlns:a16="http://schemas.microsoft.com/office/drawing/2014/main" id="{AF3914DE-510B-4DC4-A42A-679A8FA980BF}"/>
              </a:ext>
            </a:extLst>
          </p:cNvPr>
          <p:cNvSpPr txBox="1"/>
          <p:nvPr/>
        </p:nvSpPr>
        <p:spPr>
          <a:xfrm>
            <a:off x="10346052" y="5890704"/>
            <a:ext cx="1657576" cy="511424"/>
          </a:xfrm>
          <a:prstGeom prst="rect">
            <a:avLst/>
          </a:prstGeom>
          <a:noFill/>
        </p:spPr>
        <p:txBody>
          <a:bodyPr wrap="square" lIns="91440" tIns="45720" rIns="91440" bIns="45720" anchor="ctr">
            <a:noAutofit/>
          </a:bodyPr>
          <a:lstStyle/>
          <a:p>
            <a:pPr algn="ctr"/>
            <a:r>
              <a:rPr lang="zh-CN" altLang="en-US" b="1" dirty="0"/>
              <a:t>转义字符后面</a:t>
            </a:r>
            <a:endParaRPr lang="en-US" altLang="zh-CN" b="1" dirty="0"/>
          </a:p>
          <a:p>
            <a:pPr algn="ctr"/>
            <a:r>
              <a:rPr lang="zh-CN" altLang="en-US" b="1" dirty="0"/>
              <a:t>的是字节数据</a:t>
            </a:r>
            <a:endParaRPr lang="en-US" altLang="zh-CN" b="1" dirty="0"/>
          </a:p>
        </p:txBody>
      </p:sp>
      <p:grpSp>
        <p:nvGrpSpPr>
          <p:cNvPr id="34" name="组合 33">
            <a:extLst>
              <a:ext uri="{FF2B5EF4-FFF2-40B4-BE49-F238E27FC236}">
                <a16:creationId xmlns:a16="http://schemas.microsoft.com/office/drawing/2014/main" id="{16FFE905-7031-4A48-98C0-539FC1823457}"/>
              </a:ext>
            </a:extLst>
          </p:cNvPr>
          <p:cNvGrpSpPr/>
          <p:nvPr/>
        </p:nvGrpSpPr>
        <p:grpSpPr>
          <a:xfrm>
            <a:off x="6944615" y="5262102"/>
            <a:ext cx="5351823" cy="389145"/>
            <a:chOff x="1806921" y="4338018"/>
            <a:chExt cx="5351823" cy="389145"/>
          </a:xfrm>
        </p:grpSpPr>
        <p:grpSp>
          <p:nvGrpSpPr>
            <p:cNvPr id="44" name="组合 43">
              <a:extLst>
                <a:ext uri="{FF2B5EF4-FFF2-40B4-BE49-F238E27FC236}">
                  <a16:creationId xmlns:a16="http://schemas.microsoft.com/office/drawing/2014/main" id="{16DD1179-213E-4B7F-B26A-F0DB65959AA0}"/>
                </a:ext>
              </a:extLst>
            </p:cNvPr>
            <p:cNvGrpSpPr/>
            <p:nvPr/>
          </p:nvGrpSpPr>
          <p:grpSpPr>
            <a:xfrm>
              <a:off x="1806921" y="4338018"/>
              <a:ext cx="5351823" cy="389145"/>
              <a:chOff x="1806921" y="4338018"/>
              <a:chExt cx="5351823" cy="389145"/>
            </a:xfrm>
          </p:grpSpPr>
          <p:sp>
            <p:nvSpPr>
              <p:cNvPr id="47" name="矩形 46">
                <a:extLst>
                  <a:ext uri="{FF2B5EF4-FFF2-40B4-BE49-F238E27FC236}">
                    <a16:creationId xmlns:a16="http://schemas.microsoft.com/office/drawing/2014/main" id="{AEE1FC64-2BE2-4784-991C-5F96255D20BF}"/>
                  </a:ext>
                </a:extLst>
              </p:cNvPr>
              <p:cNvSpPr/>
              <p:nvPr/>
            </p:nvSpPr>
            <p:spPr>
              <a:xfrm>
                <a:off x="1806921" y="4338020"/>
                <a:ext cx="585619" cy="387091"/>
              </a:xfrm>
              <a:prstGeom prst="rect">
                <a:avLst/>
              </a:prstGeom>
              <a:solidFill>
                <a:schemeClr val="accent4"/>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CN" b="1" dirty="0"/>
                  <a:t>Flag</a:t>
                </a:r>
                <a:endParaRPr lang="zh-CN" altLang="en-US" b="1" dirty="0"/>
              </a:p>
            </p:txBody>
          </p:sp>
          <p:sp>
            <p:nvSpPr>
              <p:cNvPr id="48" name="矩形 47">
                <a:extLst>
                  <a:ext uri="{FF2B5EF4-FFF2-40B4-BE49-F238E27FC236}">
                    <a16:creationId xmlns:a16="http://schemas.microsoft.com/office/drawing/2014/main" id="{8475A3A4-CD69-4B1B-ACDF-71E00C92B71B}"/>
                  </a:ext>
                </a:extLst>
              </p:cNvPr>
              <p:cNvSpPr/>
              <p:nvPr/>
            </p:nvSpPr>
            <p:spPr>
              <a:xfrm>
                <a:off x="6573125" y="4338018"/>
                <a:ext cx="585619" cy="387091"/>
              </a:xfrm>
              <a:prstGeom prst="rect">
                <a:avLst/>
              </a:prstGeom>
              <a:solidFill>
                <a:schemeClr val="accent4"/>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CN" b="1" dirty="0"/>
                  <a:t>Flag</a:t>
                </a:r>
                <a:endParaRPr lang="zh-CN" altLang="en-US" b="1" dirty="0"/>
              </a:p>
            </p:txBody>
          </p:sp>
          <p:sp>
            <p:nvSpPr>
              <p:cNvPr id="49" name="矩形 48">
                <a:extLst>
                  <a:ext uri="{FF2B5EF4-FFF2-40B4-BE49-F238E27FC236}">
                    <a16:creationId xmlns:a16="http://schemas.microsoft.com/office/drawing/2014/main" id="{5CF45834-E2A2-4730-B06C-0DB3A63B2B03}"/>
                  </a:ext>
                </a:extLst>
              </p:cNvPr>
              <p:cNvSpPr/>
              <p:nvPr/>
            </p:nvSpPr>
            <p:spPr>
              <a:xfrm>
                <a:off x="2392540" y="4338019"/>
                <a:ext cx="4180585" cy="387091"/>
              </a:xfrm>
              <a:prstGeom prst="rect">
                <a:avLst/>
              </a:prstGeom>
              <a:solidFill>
                <a:schemeClr val="accent6"/>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b="1" dirty="0"/>
              </a:p>
            </p:txBody>
          </p:sp>
          <p:sp>
            <p:nvSpPr>
              <p:cNvPr id="50" name="矩形 49">
                <a:extLst>
                  <a:ext uri="{FF2B5EF4-FFF2-40B4-BE49-F238E27FC236}">
                    <a16:creationId xmlns:a16="http://schemas.microsoft.com/office/drawing/2014/main" id="{024A03B3-B582-446A-9093-2F216D7C341C}"/>
                  </a:ext>
                </a:extLst>
              </p:cNvPr>
              <p:cNvSpPr/>
              <p:nvPr/>
            </p:nvSpPr>
            <p:spPr>
              <a:xfrm>
                <a:off x="3006721" y="4340072"/>
                <a:ext cx="585619" cy="387091"/>
              </a:xfrm>
              <a:prstGeom prst="rect">
                <a:avLst/>
              </a:prstGeom>
              <a:solidFill>
                <a:schemeClr val="accent4"/>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CN" b="1" dirty="0"/>
                  <a:t>Flag</a:t>
                </a:r>
                <a:endParaRPr lang="zh-CN" altLang="en-US" b="1" dirty="0"/>
              </a:p>
            </p:txBody>
          </p:sp>
          <p:sp>
            <p:nvSpPr>
              <p:cNvPr id="51" name="矩形 50">
                <a:extLst>
                  <a:ext uri="{FF2B5EF4-FFF2-40B4-BE49-F238E27FC236}">
                    <a16:creationId xmlns:a16="http://schemas.microsoft.com/office/drawing/2014/main" id="{40559DC5-5AC7-41F6-866D-B6BD60A7C3A9}"/>
                  </a:ext>
                </a:extLst>
              </p:cNvPr>
              <p:cNvSpPr/>
              <p:nvPr/>
            </p:nvSpPr>
            <p:spPr>
              <a:xfrm>
                <a:off x="4575697" y="4340072"/>
                <a:ext cx="585619" cy="387091"/>
              </a:xfrm>
              <a:prstGeom prst="rect">
                <a:avLst/>
              </a:prstGeom>
              <a:solidFill>
                <a:schemeClr val="accent4"/>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CN" b="1" dirty="0"/>
                  <a:t>Flag</a:t>
                </a:r>
                <a:endParaRPr lang="zh-CN" altLang="en-US" b="1" dirty="0"/>
              </a:p>
            </p:txBody>
          </p:sp>
        </p:grpSp>
        <p:sp>
          <p:nvSpPr>
            <p:cNvPr id="45" name="矩形 44">
              <a:extLst>
                <a:ext uri="{FF2B5EF4-FFF2-40B4-BE49-F238E27FC236}">
                  <a16:creationId xmlns:a16="http://schemas.microsoft.com/office/drawing/2014/main" id="{510600E6-47B6-4FB6-9C1C-2C91A05A50F6}"/>
                </a:ext>
              </a:extLst>
            </p:cNvPr>
            <p:cNvSpPr/>
            <p:nvPr/>
          </p:nvSpPr>
          <p:spPr>
            <a:xfrm>
              <a:off x="3592339" y="4338018"/>
              <a:ext cx="585619" cy="387091"/>
            </a:xfrm>
            <a:prstGeom prst="rect">
              <a:avLst/>
            </a:prstGeom>
            <a:solidFill>
              <a:schemeClr val="accent2"/>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CN" b="1" dirty="0"/>
                <a:t>ESC</a:t>
              </a:r>
              <a:endParaRPr lang="zh-CN" altLang="en-US" b="1" dirty="0"/>
            </a:p>
          </p:txBody>
        </p:sp>
        <p:sp>
          <p:nvSpPr>
            <p:cNvPr id="46" name="矩形 45">
              <a:extLst>
                <a:ext uri="{FF2B5EF4-FFF2-40B4-BE49-F238E27FC236}">
                  <a16:creationId xmlns:a16="http://schemas.microsoft.com/office/drawing/2014/main" id="{FB2DB382-11A1-42BE-AE5E-99FFEB1B95C4}"/>
                </a:ext>
              </a:extLst>
            </p:cNvPr>
            <p:cNvSpPr/>
            <p:nvPr/>
          </p:nvSpPr>
          <p:spPr>
            <a:xfrm>
              <a:off x="5161315" y="4338018"/>
              <a:ext cx="585619" cy="387091"/>
            </a:xfrm>
            <a:prstGeom prst="rect">
              <a:avLst/>
            </a:prstGeom>
            <a:solidFill>
              <a:schemeClr val="accent2"/>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CN" b="1" dirty="0"/>
                <a:t>ESC</a:t>
              </a:r>
              <a:endParaRPr lang="zh-CN" altLang="en-US" b="1" dirty="0"/>
            </a:p>
          </p:txBody>
        </p:sp>
      </p:grpSp>
      <p:sp>
        <p:nvSpPr>
          <p:cNvPr id="33" name="矩形 32">
            <a:extLst>
              <a:ext uri="{FF2B5EF4-FFF2-40B4-BE49-F238E27FC236}">
                <a16:creationId xmlns:a16="http://schemas.microsoft.com/office/drawing/2014/main" id="{19C1D5FC-F7A5-4FBF-810B-0FF9A8D13CCD}"/>
              </a:ext>
            </a:extLst>
          </p:cNvPr>
          <p:cNvSpPr/>
          <p:nvPr/>
        </p:nvSpPr>
        <p:spPr>
          <a:xfrm>
            <a:off x="-5167" y="5221918"/>
            <a:ext cx="938273" cy="484003"/>
          </a:xfrm>
          <a:prstGeom prst="rect">
            <a:avLst/>
          </a:prstGeom>
          <a:solidFill>
            <a:schemeClr val="bg1"/>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7" name="矩形 6">
            <a:extLst>
              <a:ext uri="{FF2B5EF4-FFF2-40B4-BE49-F238E27FC236}">
                <a16:creationId xmlns:a16="http://schemas.microsoft.com/office/drawing/2014/main" id="{63000FEF-84AC-4E71-B03B-0329662FD643}"/>
              </a:ext>
            </a:extLst>
          </p:cNvPr>
          <p:cNvSpPr/>
          <p:nvPr/>
        </p:nvSpPr>
        <p:spPr>
          <a:xfrm>
            <a:off x="11253727" y="5178728"/>
            <a:ext cx="938273" cy="484003"/>
          </a:xfrm>
          <a:prstGeom prst="rect">
            <a:avLst/>
          </a:prstGeom>
          <a:solidFill>
            <a:schemeClr val="bg1"/>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grpSp>
        <p:nvGrpSpPr>
          <p:cNvPr id="4" name="组合 3">
            <a:extLst>
              <a:ext uri="{FF2B5EF4-FFF2-40B4-BE49-F238E27FC236}">
                <a16:creationId xmlns:a16="http://schemas.microsoft.com/office/drawing/2014/main" id="{9A1EA9F2-FCB6-48C3-935F-7AE7E3AD14AC}"/>
              </a:ext>
            </a:extLst>
          </p:cNvPr>
          <p:cNvGrpSpPr/>
          <p:nvPr/>
        </p:nvGrpSpPr>
        <p:grpSpPr>
          <a:xfrm>
            <a:off x="304800" y="749300"/>
            <a:ext cx="6192343" cy="400110"/>
            <a:chOff x="424117" y="898245"/>
            <a:chExt cx="6192343" cy="400110"/>
          </a:xfrm>
        </p:grpSpPr>
        <p:sp>
          <p:nvSpPr>
            <p:cNvPr id="2" name="平行四边形 1">
              <a:extLst>
                <a:ext uri="{FF2B5EF4-FFF2-40B4-BE49-F238E27FC236}">
                  <a16:creationId xmlns:a16="http://schemas.microsoft.com/office/drawing/2014/main" id="{1F5BAA3F-9845-4F89-A2DD-8222D3E4EDAC}"/>
                </a:ext>
              </a:extLst>
            </p:cNvPr>
            <p:cNvSpPr/>
            <p:nvPr/>
          </p:nvSpPr>
          <p:spPr>
            <a:xfrm>
              <a:off x="424117" y="898245"/>
              <a:ext cx="711200" cy="387090"/>
            </a:xfrm>
            <a:prstGeom prst="parallelogram">
              <a:avLst/>
            </a:prstGeom>
            <a:solidFill>
              <a:schemeClr val="accent3">
                <a:lumMod val="75000"/>
              </a:schemeClr>
            </a:solidFill>
            <a:ln>
              <a:solidFill>
                <a:schemeClr val="accent3">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CN" sz="2200" dirty="0">
                  <a:latin typeface="Impact" panose="020B0806030902050204" pitchFamily="34" charset="0"/>
                </a:rPr>
                <a:t>02</a:t>
              </a:r>
              <a:endParaRPr lang="zh-CN" altLang="en-US" sz="2200" dirty="0">
                <a:latin typeface="Impact" panose="020B0806030902050204" pitchFamily="34" charset="0"/>
              </a:endParaRPr>
            </a:p>
          </p:txBody>
        </p:sp>
        <p:sp>
          <p:nvSpPr>
            <p:cNvPr id="3" name="文本框 2">
              <a:extLst>
                <a:ext uri="{FF2B5EF4-FFF2-40B4-BE49-F238E27FC236}">
                  <a16:creationId xmlns:a16="http://schemas.microsoft.com/office/drawing/2014/main" id="{4D6BD736-A4D3-4F26-AFED-36E11F50F70B}"/>
                </a:ext>
              </a:extLst>
            </p:cNvPr>
            <p:cNvSpPr txBox="1"/>
            <p:nvPr/>
          </p:nvSpPr>
          <p:spPr>
            <a:xfrm>
              <a:off x="1204755" y="898245"/>
              <a:ext cx="5411705" cy="400110"/>
            </a:xfrm>
            <a:prstGeom prst="rect">
              <a:avLst/>
            </a:prstGeom>
            <a:noFill/>
          </p:spPr>
          <p:txBody>
            <a:bodyPr wrap="square" rtlCol="0">
              <a:spAutoFit/>
            </a:bodyPr>
            <a:lstStyle/>
            <a:p>
              <a:r>
                <a:rPr lang="zh-CN" altLang="en-US" sz="2000" b="1" dirty="0"/>
                <a:t>透明传输</a:t>
              </a:r>
            </a:p>
          </p:txBody>
        </p:sp>
      </p:grpSp>
      <p:sp>
        <p:nvSpPr>
          <p:cNvPr id="8" name="矩形 7">
            <a:extLst>
              <a:ext uri="{FF2B5EF4-FFF2-40B4-BE49-F238E27FC236}">
                <a16:creationId xmlns:a16="http://schemas.microsoft.com/office/drawing/2014/main" id="{C7720255-4E6C-41B6-A880-D93377A356B5}"/>
              </a:ext>
            </a:extLst>
          </p:cNvPr>
          <p:cNvSpPr/>
          <p:nvPr/>
        </p:nvSpPr>
        <p:spPr>
          <a:xfrm>
            <a:off x="1016000" y="1297642"/>
            <a:ext cx="256976" cy="256976"/>
          </a:xfrm>
          <a:prstGeom prst="rect">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9" name="íşlïḍè">
            <a:extLst>
              <a:ext uri="{FF2B5EF4-FFF2-40B4-BE49-F238E27FC236}">
                <a16:creationId xmlns:a16="http://schemas.microsoft.com/office/drawing/2014/main" id="{1E3208DB-9CB5-439E-87A6-F640C77C2B32}"/>
              </a:ext>
            </a:extLst>
          </p:cNvPr>
          <p:cNvSpPr txBox="1"/>
          <p:nvPr/>
        </p:nvSpPr>
        <p:spPr>
          <a:xfrm>
            <a:off x="1333228" y="1297641"/>
            <a:ext cx="10494766" cy="511424"/>
          </a:xfrm>
          <a:prstGeom prst="rect">
            <a:avLst/>
          </a:prstGeom>
          <a:noFill/>
        </p:spPr>
        <p:txBody>
          <a:bodyPr wrap="square" lIns="91440" tIns="45720" rIns="91440" bIns="45720" anchor="ctr">
            <a:noAutofit/>
          </a:bodyPr>
          <a:lstStyle/>
          <a:p>
            <a:r>
              <a:rPr lang="zh-CN" altLang="en-US" b="1" dirty="0"/>
              <a:t>透明传输是指</a:t>
            </a:r>
            <a:r>
              <a:rPr lang="zh-CN" altLang="en-US" b="1" dirty="0">
                <a:solidFill>
                  <a:schemeClr val="accent1">
                    <a:lumMod val="75000"/>
                  </a:schemeClr>
                </a:solidFill>
              </a:rPr>
              <a:t>数据链路层对上层交付下来的协议数据单元</a:t>
            </a:r>
            <a:r>
              <a:rPr lang="en-US" altLang="zh-CN" b="1" dirty="0">
                <a:solidFill>
                  <a:schemeClr val="accent1">
                    <a:lumMod val="75000"/>
                  </a:schemeClr>
                </a:solidFill>
              </a:rPr>
              <a:t>PDU</a:t>
            </a:r>
            <a:r>
              <a:rPr lang="zh-CN" altLang="en-US" b="1" dirty="0">
                <a:solidFill>
                  <a:schemeClr val="accent1">
                    <a:lumMod val="75000"/>
                  </a:schemeClr>
                </a:solidFill>
              </a:rPr>
              <a:t>没有任何限制</a:t>
            </a:r>
            <a:r>
              <a:rPr lang="zh-CN" altLang="en-US" b="1" dirty="0"/>
              <a:t>，就好像数据链路层不存在一样。</a:t>
            </a:r>
            <a:endParaRPr lang="en-US" altLang="zh-CN" b="1" dirty="0"/>
          </a:p>
        </p:txBody>
      </p:sp>
      <p:grpSp>
        <p:nvGrpSpPr>
          <p:cNvPr id="5" name="组合 4">
            <a:extLst>
              <a:ext uri="{FF2B5EF4-FFF2-40B4-BE49-F238E27FC236}">
                <a16:creationId xmlns:a16="http://schemas.microsoft.com/office/drawing/2014/main" id="{8A770C34-1B38-4EEF-A0A8-606779CB738C}"/>
              </a:ext>
            </a:extLst>
          </p:cNvPr>
          <p:cNvGrpSpPr/>
          <p:nvPr/>
        </p:nvGrpSpPr>
        <p:grpSpPr>
          <a:xfrm>
            <a:off x="304799" y="3187346"/>
            <a:ext cx="11595556" cy="2667911"/>
            <a:chOff x="304799" y="3588634"/>
            <a:chExt cx="11595556" cy="2667911"/>
          </a:xfrm>
        </p:grpSpPr>
        <p:grpSp>
          <p:nvGrpSpPr>
            <p:cNvPr id="10" name="组合 9">
              <a:extLst>
                <a:ext uri="{FF2B5EF4-FFF2-40B4-BE49-F238E27FC236}">
                  <a16:creationId xmlns:a16="http://schemas.microsoft.com/office/drawing/2014/main" id="{1872948F-40FE-4C50-9F43-A13F69433512}"/>
                </a:ext>
              </a:extLst>
            </p:cNvPr>
            <p:cNvGrpSpPr/>
            <p:nvPr/>
          </p:nvGrpSpPr>
          <p:grpSpPr>
            <a:xfrm>
              <a:off x="601699" y="5615463"/>
              <a:ext cx="10940423" cy="641082"/>
              <a:chOff x="601699" y="5648354"/>
              <a:chExt cx="10940423" cy="641082"/>
            </a:xfrm>
          </p:grpSpPr>
          <p:cxnSp>
            <p:nvCxnSpPr>
              <p:cNvPr id="21" name="直接连接符 20">
                <a:extLst>
                  <a:ext uri="{FF2B5EF4-FFF2-40B4-BE49-F238E27FC236}">
                    <a16:creationId xmlns:a16="http://schemas.microsoft.com/office/drawing/2014/main" id="{AFA66375-BFFA-4A09-AA4D-EB81610ADFDC}"/>
                  </a:ext>
                </a:extLst>
              </p:cNvPr>
              <p:cNvCxnSpPr>
                <a:cxnSpLocks/>
              </p:cNvCxnSpPr>
              <p:nvPr/>
            </p:nvCxnSpPr>
            <p:spPr>
              <a:xfrm>
                <a:off x="1143721" y="6126777"/>
                <a:ext cx="10027235"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pic>
            <p:nvPicPr>
              <p:cNvPr id="22" name="图形 21">
                <a:extLst>
                  <a:ext uri="{FF2B5EF4-FFF2-40B4-BE49-F238E27FC236}">
                    <a16:creationId xmlns:a16="http://schemas.microsoft.com/office/drawing/2014/main" id="{6C887B44-86C4-4555-A5AA-6253F2886F19}"/>
                  </a:ext>
                </a:extLst>
              </p:cNvPr>
              <p:cNvPicPr>
                <a:picLocks noChangeAspect="1"/>
              </p:cNvPicPr>
              <p:nvPr/>
            </p:nvPicPr>
            <p:blipFill>
              <a:blip r:embed="rId3">
                <a:extLst>
                  <a:ext uri="{28A0092B-C50C-407E-A947-70E740481C1C}">
                    <a14:useLocalDpi xmlns:a14="http://schemas.microsoft.com/office/drawing/2010/main" val="0"/>
                  </a:ext>
                  <a:ext uri="{96DAC541-7B7A-43D3-8B79-37D633B846F1}">
                    <asvg:svgBlip xmlns:asvg="http://schemas.microsoft.com/office/drawing/2016/SVG/main" r:embed="rId4"/>
                  </a:ext>
                </a:extLst>
              </a:blip>
              <a:stretch>
                <a:fillRect/>
              </a:stretch>
            </p:blipFill>
            <p:spPr>
              <a:xfrm>
                <a:off x="601699" y="5648354"/>
                <a:ext cx="662814" cy="641082"/>
              </a:xfrm>
              <a:prstGeom prst="rect">
                <a:avLst/>
              </a:prstGeom>
            </p:spPr>
          </p:pic>
          <p:pic>
            <p:nvPicPr>
              <p:cNvPr id="23" name="图形 22">
                <a:extLst>
                  <a:ext uri="{FF2B5EF4-FFF2-40B4-BE49-F238E27FC236}">
                    <a16:creationId xmlns:a16="http://schemas.microsoft.com/office/drawing/2014/main" id="{D0041743-ABFB-4FFC-9ACE-63E103F31FCF}"/>
                  </a:ext>
                </a:extLst>
              </p:cNvPr>
              <p:cNvPicPr>
                <a:picLocks noChangeAspect="1"/>
              </p:cNvPicPr>
              <p:nvPr/>
            </p:nvPicPr>
            <p:blipFill>
              <a:blip r:embed="rId3">
                <a:extLst>
                  <a:ext uri="{28A0092B-C50C-407E-A947-70E740481C1C}">
                    <a14:useLocalDpi xmlns:a14="http://schemas.microsoft.com/office/drawing/2010/main" val="0"/>
                  </a:ext>
                  <a:ext uri="{96DAC541-7B7A-43D3-8B79-37D633B846F1}">
                    <asvg:svgBlip xmlns:asvg="http://schemas.microsoft.com/office/drawing/2016/SVG/main" r:embed="rId4"/>
                  </a:ext>
                </a:extLst>
              </a:blip>
              <a:stretch>
                <a:fillRect/>
              </a:stretch>
            </p:blipFill>
            <p:spPr>
              <a:xfrm>
                <a:off x="10879308" y="5648354"/>
                <a:ext cx="662814" cy="641082"/>
              </a:xfrm>
              <a:prstGeom prst="rect">
                <a:avLst/>
              </a:prstGeom>
            </p:spPr>
          </p:pic>
        </p:grpSp>
        <p:sp>
          <p:nvSpPr>
            <p:cNvPr id="11" name="矩形 10">
              <a:extLst>
                <a:ext uri="{FF2B5EF4-FFF2-40B4-BE49-F238E27FC236}">
                  <a16:creationId xmlns:a16="http://schemas.microsoft.com/office/drawing/2014/main" id="{89F370EB-1516-471E-8B16-B9DF13881EEB}"/>
                </a:ext>
              </a:extLst>
            </p:cNvPr>
            <p:cNvSpPr/>
            <p:nvPr/>
          </p:nvSpPr>
          <p:spPr>
            <a:xfrm>
              <a:off x="304799" y="5115754"/>
              <a:ext cx="1366117" cy="387091"/>
            </a:xfrm>
            <a:prstGeom prst="rect">
              <a:avLst/>
            </a:prstGeom>
            <a:solidFill>
              <a:schemeClr val="tx2"/>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zh-CN" altLang="en-US" b="1" dirty="0"/>
                <a:t>物理层</a:t>
              </a:r>
            </a:p>
          </p:txBody>
        </p:sp>
        <p:sp>
          <p:nvSpPr>
            <p:cNvPr id="12" name="矩形 11">
              <a:extLst>
                <a:ext uri="{FF2B5EF4-FFF2-40B4-BE49-F238E27FC236}">
                  <a16:creationId xmlns:a16="http://schemas.microsoft.com/office/drawing/2014/main" id="{C120AF4E-32F2-4BB4-8E09-D3F91B674B6A}"/>
                </a:ext>
              </a:extLst>
            </p:cNvPr>
            <p:cNvSpPr/>
            <p:nvPr/>
          </p:nvSpPr>
          <p:spPr>
            <a:xfrm>
              <a:off x="304800" y="3972672"/>
              <a:ext cx="1366117" cy="387091"/>
            </a:xfrm>
            <a:prstGeom prst="rect">
              <a:avLst/>
            </a:prstGeom>
            <a:solidFill>
              <a:schemeClr val="accent3"/>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zh-CN" altLang="en-US" b="1" dirty="0"/>
                <a:t>运输层</a:t>
              </a:r>
            </a:p>
          </p:txBody>
        </p:sp>
        <p:sp>
          <p:nvSpPr>
            <p:cNvPr id="13" name="矩形 12">
              <a:extLst>
                <a:ext uri="{FF2B5EF4-FFF2-40B4-BE49-F238E27FC236}">
                  <a16:creationId xmlns:a16="http://schemas.microsoft.com/office/drawing/2014/main" id="{51C9FA23-441A-4229-A8AC-D91362162E91}"/>
                </a:ext>
              </a:extLst>
            </p:cNvPr>
            <p:cNvSpPr/>
            <p:nvPr/>
          </p:nvSpPr>
          <p:spPr>
            <a:xfrm>
              <a:off x="304800" y="4347677"/>
              <a:ext cx="1366117" cy="387091"/>
            </a:xfrm>
            <a:prstGeom prst="rect">
              <a:avLst/>
            </a:prstGeom>
            <a:solidFill>
              <a:schemeClr val="accent6"/>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zh-CN" altLang="en-US" b="1" dirty="0"/>
                <a:t>网络层</a:t>
              </a:r>
            </a:p>
          </p:txBody>
        </p:sp>
        <p:sp>
          <p:nvSpPr>
            <p:cNvPr id="14" name="矩形 13">
              <a:extLst>
                <a:ext uri="{FF2B5EF4-FFF2-40B4-BE49-F238E27FC236}">
                  <a16:creationId xmlns:a16="http://schemas.microsoft.com/office/drawing/2014/main" id="{944CCDAD-E2F9-4EA6-A4ED-0C39133CDB16}"/>
                </a:ext>
              </a:extLst>
            </p:cNvPr>
            <p:cNvSpPr/>
            <p:nvPr/>
          </p:nvSpPr>
          <p:spPr>
            <a:xfrm>
              <a:off x="304800" y="4728663"/>
              <a:ext cx="1366118" cy="387091"/>
            </a:xfrm>
            <a:prstGeom prst="rect">
              <a:avLst/>
            </a:prstGeom>
            <a:solidFill>
              <a:schemeClr val="accent4"/>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zh-CN" altLang="en-US" b="1" dirty="0"/>
                <a:t>数据链路层</a:t>
              </a:r>
            </a:p>
          </p:txBody>
        </p:sp>
        <p:sp>
          <p:nvSpPr>
            <p:cNvPr id="15" name="矩形 14">
              <a:extLst>
                <a:ext uri="{FF2B5EF4-FFF2-40B4-BE49-F238E27FC236}">
                  <a16:creationId xmlns:a16="http://schemas.microsoft.com/office/drawing/2014/main" id="{84531869-3AF3-45B6-B1D3-9A7658A203C8}"/>
                </a:ext>
              </a:extLst>
            </p:cNvPr>
            <p:cNvSpPr/>
            <p:nvPr/>
          </p:nvSpPr>
          <p:spPr>
            <a:xfrm>
              <a:off x="304800" y="3588634"/>
              <a:ext cx="1366117" cy="387091"/>
            </a:xfrm>
            <a:prstGeom prst="rect">
              <a:avLst/>
            </a:prstGeom>
            <a:solidFill>
              <a:schemeClr val="accent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zh-CN" altLang="en-US" b="1" dirty="0"/>
                <a:t>应用层</a:t>
              </a:r>
            </a:p>
          </p:txBody>
        </p:sp>
        <p:sp>
          <p:nvSpPr>
            <p:cNvPr id="35" name="矩形 34">
              <a:extLst>
                <a:ext uri="{FF2B5EF4-FFF2-40B4-BE49-F238E27FC236}">
                  <a16:creationId xmlns:a16="http://schemas.microsoft.com/office/drawing/2014/main" id="{A2C9B035-8ABD-494E-8783-C6462F2C34EE}"/>
                </a:ext>
              </a:extLst>
            </p:cNvPr>
            <p:cNvSpPr/>
            <p:nvPr/>
          </p:nvSpPr>
          <p:spPr>
            <a:xfrm>
              <a:off x="10534236" y="5126397"/>
              <a:ext cx="1366117" cy="387091"/>
            </a:xfrm>
            <a:prstGeom prst="rect">
              <a:avLst/>
            </a:prstGeom>
            <a:solidFill>
              <a:schemeClr val="tx2"/>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zh-CN" altLang="en-US" b="1" dirty="0"/>
                <a:t>物理层</a:t>
              </a:r>
            </a:p>
          </p:txBody>
        </p:sp>
        <p:sp>
          <p:nvSpPr>
            <p:cNvPr id="36" name="矩形 35">
              <a:extLst>
                <a:ext uri="{FF2B5EF4-FFF2-40B4-BE49-F238E27FC236}">
                  <a16:creationId xmlns:a16="http://schemas.microsoft.com/office/drawing/2014/main" id="{56BC3166-5D46-4BE0-859C-38744E5D710F}"/>
                </a:ext>
              </a:extLst>
            </p:cNvPr>
            <p:cNvSpPr/>
            <p:nvPr/>
          </p:nvSpPr>
          <p:spPr>
            <a:xfrm>
              <a:off x="10534237" y="3983315"/>
              <a:ext cx="1366117" cy="387091"/>
            </a:xfrm>
            <a:prstGeom prst="rect">
              <a:avLst/>
            </a:prstGeom>
            <a:solidFill>
              <a:schemeClr val="accent3"/>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zh-CN" altLang="en-US" b="1" dirty="0"/>
                <a:t>运输层</a:t>
              </a:r>
            </a:p>
          </p:txBody>
        </p:sp>
        <p:sp>
          <p:nvSpPr>
            <p:cNvPr id="37" name="矩形 36">
              <a:extLst>
                <a:ext uri="{FF2B5EF4-FFF2-40B4-BE49-F238E27FC236}">
                  <a16:creationId xmlns:a16="http://schemas.microsoft.com/office/drawing/2014/main" id="{2393EBDF-8E46-43C9-A69C-478390939F5C}"/>
                </a:ext>
              </a:extLst>
            </p:cNvPr>
            <p:cNvSpPr/>
            <p:nvPr/>
          </p:nvSpPr>
          <p:spPr>
            <a:xfrm>
              <a:off x="10534237" y="4358320"/>
              <a:ext cx="1366117" cy="387091"/>
            </a:xfrm>
            <a:prstGeom prst="rect">
              <a:avLst/>
            </a:prstGeom>
            <a:solidFill>
              <a:schemeClr val="accent6"/>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zh-CN" altLang="en-US" b="1" dirty="0"/>
                <a:t>网络层</a:t>
              </a:r>
            </a:p>
          </p:txBody>
        </p:sp>
        <p:sp>
          <p:nvSpPr>
            <p:cNvPr id="38" name="矩形 37">
              <a:extLst>
                <a:ext uri="{FF2B5EF4-FFF2-40B4-BE49-F238E27FC236}">
                  <a16:creationId xmlns:a16="http://schemas.microsoft.com/office/drawing/2014/main" id="{8A58E852-6B41-424C-BD97-FCA280780330}"/>
                </a:ext>
              </a:extLst>
            </p:cNvPr>
            <p:cNvSpPr/>
            <p:nvPr/>
          </p:nvSpPr>
          <p:spPr>
            <a:xfrm>
              <a:off x="10534237" y="4739306"/>
              <a:ext cx="1366118" cy="387091"/>
            </a:xfrm>
            <a:prstGeom prst="rect">
              <a:avLst/>
            </a:prstGeom>
            <a:solidFill>
              <a:schemeClr val="accent4"/>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zh-CN" altLang="en-US" b="1" dirty="0"/>
                <a:t>数据链路层</a:t>
              </a:r>
            </a:p>
          </p:txBody>
        </p:sp>
        <p:sp>
          <p:nvSpPr>
            <p:cNvPr id="39" name="矩形 38">
              <a:extLst>
                <a:ext uri="{FF2B5EF4-FFF2-40B4-BE49-F238E27FC236}">
                  <a16:creationId xmlns:a16="http://schemas.microsoft.com/office/drawing/2014/main" id="{073FA83D-74E3-4EB9-AF7C-687245B39919}"/>
                </a:ext>
              </a:extLst>
            </p:cNvPr>
            <p:cNvSpPr/>
            <p:nvPr/>
          </p:nvSpPr>
          <p:spPr>
            <a:xfrm>
              <a:off x="10534237" y="3599277"/>
              <a:ext cx="1366117" cy="387091"/>
            </a:xfrm>
            <a:prstGeom prst="rect">
              <a:avLst/>
            </a:prstGeom>
            <a:solidFill>
              <a:schemeClr val="accent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zh-CN" altLang="en-US" b="1" dirty="0"/>
                <a:t>应用层</a:t>
              </a:r>
            </a:p>
          </p:txBody>
        </p:sp>
      </p:grpSp>
    </p:spTree>
    <p:custDataLst>
      <p:tags r:id="rId1"/>
    </p:custDataLst>
    <p:extLst>
      <p:ext uri="{BB962C8B-B14F-4D97-AF65-F5344CB8AC3E}">
        <p14:creationId xmlns:p14="http://schemas.microsoft.com/office/powerpoint/2010/main" val="3795616522"/>
      </p:ext>
    </p:extLst>
  </p:cSld>
  <p:clrMapOvr>
    <a:masterClrMapping/>
  </p:clrMapOvr>
  <mc:AlternateContent xmlns:mc="http://schemas.openxmlformats.org/markup-compatibility/2006" xmlns:p159="http://schemas.microsoft.com/office/powerpoint/2015/09/main">
    <mc:Choice Requires="p159">
      <p:transition spd="slow">
        <p159:morph option="byObject"/>
      </p:transition>
    </mc:Choice>
    <mc:Fallback xmlns="">
      <p:transition spd="slow">
        <p:fade/>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47" presetClass="entr" presetSubtype="0" fill="hold" grpId="0" nodeType="withEffect">
                                  <p:stCondLst>
                                    <p:cond delay="0"/>
                                  </p:stCondLst>
                                  <p:childTnLst>
                                    <p:set>
                                      <p:cBhvr>
                                        <p:cTn id="6" dur="1" fill="hold">
                                          <p:stCondLst>
                                            <p:cond delay="0"/>
                                          </p:stCondLst>
                                        </p:cTn>
                                        <p:tgtEl>
                                          <p:spTgt spid="40"/>
                                        </p:tgtEl>
                                        <p:attrNameLst>
                                          <p:attrName>style.visibility</p:attrName>
                                        </p:attrNameLst>
                                      </p:cBhvr>
                                      <p:to>
                                        <p:strVal val="visible"/>
                                      </p:to>
                                    </p:set>
                                    <p:animEffect transition="in" filter="fade">
                                      <p:cBhvr>
                                        <p:cTn id="7" dur="1000"/>
                                        <p:tgtEl>
                                          <p:spTgt spid="40"/>
                                        </p:tgtEl>
                                      </p:cBhvr>
                                    </p:animEffect>
                                    <p:anim calcmode="lin" valueType="num">
                                      <p:cBhvr>
                                        <p:cTn id="8" dur="1000" fill="hold"/>
                                        <p:tgtEl>
                                          <p:spTgt spid="40"/>
                                        </p:tgtEl>
                                        <p:attrNameLst>
                                          <p:attrName>ppt_x</p:attrName>
                                        </p:attrNameLst>
                                      </p:cBhvr>
                                      <p:tavLst>
                                        <p:tav tm="0">
                                          <p:val>
                                            <p:strVal val="#ppt_x"/>
                                          </p:val>
                                        </p:tav>
                                        <p:tav tm="100000">
                                          <p:val>
                                            <p:strVal val="#ppt_x"/>
                                          </p:val>
                                        </p:tav>
                                      </p:tavLst>
                                    </p:anim>
                                    <p:anim calcmode="lin" valueType="num">
                                      <p:cBhvr>
                                        <p:cTn id="9" dur="1000" fill="hold"/>
                                        <p:tgtEl>
                                          <p:spTgt spid="40"/>
                                        </p:tgtEl>
                                        <p:attrNameLst>
                                          <p:attrName>ppt_y</p:attrName>
                                        </p:attrNameLst>
                                      </p:cBhvr>
                                      <p:tavLst>
                                        <p:tav tm="0">
                                          <p:val>
                                            <p:strVal val="#ppt_y-.1"/>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0" grpId="0"/>
    </p:bldLst>
  </p:timing>
</p:sld>
</file>

<file path=ppt/slides/slide4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16" name="组合 15">
            <a:extLst>
              <a:ext uri="{FF2B5EF4-FFF2-40B4-BE49-F238E27FC236}">
                <a16:creationId xmlns:a16="http://schemas.microsoft.com/office/drawing/2014/main" id="{597739D0-4E7B-44C8-9DB2-7EA87C2BFE14}"/>
              </a:ext>
            </a:extLst>
          </p:cNvPr>
          <p:cNvGrpSpPr/>
          <p:nvPr/>
        </p:nvGrpSpPr>
        <p:grpSpPr>
          <a:xfrm>
            <a:off x="6944615" y="5262102"/>
            <a:ext cx="4766204" cy="389145"/>
            <a:chOff x="6944615" y="5262102"/>
            <a:chExt cx="4766204" cy="389145"/>
          </a:xfrm>
        </p:grpSpPr>
        <p:sp>
          <p:nvSpPr>
            <p:cNvPr id="49" name="矩形 48">
              <a:extLst>
                <a:ext uri="{FF2B5EF4-FFF2-40B4-BE49-F238E27FC236}">
                  <a16:creationId xmlns:a16="http://schemas.microsoft.com/office/drawing/2014/main" id="{5CF45834-E2A2-4730-B06C-0DB3A63B2B03}"/>
                </a:ext>
              </a:extLst>
            </p:cNvPr>
            <p:cNvSpPr/>
            <p:nvPr/>
          </p:nvSpPr>
          <p:spPr>
            <a:xfrm>
              <a:off x="7530234" y="5262103"/>
              <a:ext cx="4180585" cy="387091"/>
            </a:xfrm>
            <a:prstGeom prst="rect">
              <a:avLst/>
            </a:prstGeom>
            <a:solidFill>
              <a:schemeClr val="accent6"/>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b="1" dirty="0"/>
            </a:p>
          </p:txBody>
        </p:sp>
        <p:sp>
          <p:nvSpPr>
            <p:cNvPr id="47" name="矩形 46">
              <a:extLst>
                <a:ext uri="{FF2B5EF4-FFF2-40B4-BE49-F238E27FC236}">
                  <a16:creationId xmlns:a16="http://schemas.microsoft.com/office/drawing/2014/main" id="{AEE1FC64-2BE2-4784-991C-5F96255D20BF}"/>
                </a:ext>
              </a:extLst>
            </p:cNvPr>
            <p:cNvSpPr/>
            <p:nvPr/>
          </p:nvSpPr>
          <p:spPr>
            <a:xfrm>
              <a:off x="6944615" y="5262104"/>
              <a:ext cx="585619" cy="387091"/>
            </a:xfrm>
            <a:prstGeom prst="rect">
              <a:avLst/>
            </a:prstGeom>
            <a:solidFill>
              <a:schemeClr val="accent4"/>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CN" b="1" dirty="0"/>
                <a:t>Flag</a:t>
              </a:r>
              <a:endParaRPr lang="zh-CN" altLang="en-US" b="1" dirty="0"/>
            </a:p>
          </p:txBody>
        </p:sp>
        <p:sp>
          <p:nvSpPr>
            <p:cNvPr id="50" name="矩形 49">
              <a:extLst>
                <a:ext uri="{FF2B5EF4-FFF2-40B4-BE49-F238E27FC236}">
                  <a16:creationId xmlns:a16="http://schemas.microsoft.com/office/drawing/2014/main" id="{024A03B3-B582-446A-9093-2F216D7C341C}"/>
                </a:ext>
              </a:extLst>
            </p:cNvPr>
            <p:cNvSpPr/>
            <p:nvPr/>
          </p:nvSpPr>
          <p:spPr>
            <a:xfrm>
              <a:off x="8144415" y="5264156"/>
              <a:ext cx="585619" cy="387091"/>
            </a:xfrm>
            <a:prstGeom prst="rect">
              <a:avLst/>
            </a:prstGeom>
            <a:solidFill>
              <a:schemeClr val="accent4"/>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CN" b="1" dirty="0"/>
                <a:t>Flag</a:t>
              </a:r>
              <a:endParaRPr lang="zh-CN" altLang="en-US" b="1" dirty="0"/>
            </a:p>
          </p:txBody>
        </p:sp>
        <p:sp>
          <p:nvSpPr>
            <p:cNvPr id="45" name="矩形 44">
              <a:extLst>
                <a:ext uri="{FF2B5EF4-FFF2-40B4-BE49-F238E27FC236}">
                  <a16:creationId xmlns:a16="http://schemas.microsoft.com/office/drawing/2014/main" id="{510600E6-47B6-4FB6-9C1C-2C91A05A50F6}"/>
                </a:ext>
              </a:extLst>
            </p:cNvPr>
            <p:cNvSpPr/>
            <p:nvPr/>
          </p:nvSpPr>
          <p:spPr>
            <a:xfrm>
              <a:off x="8730033" y="5262102"/>
              <a:ext cx="585619" cy="387091"/>
            </a:xfrm>
            <a:prstGeom prst="rect">
              <a:avLst/>
            </a:prstGeom>
            <a:solidFill>
              <a:schemeClr val="accent2"/>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CN" b="1" dirty="0"/>
                <a:t>ESC</a:t>
              </a:r>
              <a:endParaRPr lang="zh-CN" altLang="en-US" b="1" dirty="0"/>
            </a:p>
          </p:txBody>
        </p:sp>
      </p:grpSp>
      <p:sp>
        <p:nvSpPr>
          <p:cNvPr id="40" name="íşlïḍè">
            <a:extLst>
              <a:ext uri="{FF2B5EF4-FFF2-40B4-BE49-F238E27FC236}">
                <a16:creationId xmlns:a16="http://schemas.microsoft.com/office/drawing/2014/main" id="{AF3914DE-510B-4DC4-A42A-679A8FA980BF}"/>
              </a:ext>
            </a:extLst>
          </p:cNvPr>
          <p:cNvSpPr txBox="1"/>
          <p:nvPr/>
        </p:nvSpPr>
        <p:spPr>
          <a:xfrm>
            <a:off x="10346052" y="5890704"/>
            <a:ext cx="1657576" cy="511424"/>
          </a:xfrm>
          <a:prstGeom prst="rect">
            <a:avLst/>
          </a:prstGeom>
          <a:noFill/>
        </p:spPr>
        <p:txBody>
          <a:bodyPr wrap="square" lIns="91440" tIns="45720" rIns="91440" bIns="45720" anchor="ctr">
            <a:noAutofit/>
          </a:bodyPr>
          <a:lstStyle/>
          <a:p>
            <a:pPr algn="ctr"/>
            <a:r>
              <a:rPr lang="zh-CN" altLang="en-US" b="1" dirty="0"/>
              <a:t>转义字符后面</a:t>
            </a:r>
            <a:endParaRPr lang="en-US" altLang="zh-CN" b="1" dirty="0"/>
          </a:p>
          <a:p>
            <a:pPr algn="ctr"/>
            <a:r>
              <a:rPr lang="zh-CN" altLang="en-US" b="1" dirty="0"/>
              <a:t>的是字节数据</a:t>
            </a:r>
            <a:endParaRPr lang="en-US" altLang="zh-CN" b="1" dirty="0"/>
          </a:p>
        </p:txBody>
      </p:sp>
      <p:sp>
        <p:nvSpPr>
          <p:cNvPr id="51" name="矩形 50">
            <a:extLst>
              <a:ext uri="{FF2B5EF4-FFF2-40B4-BE49-F238E27FC236}">
                <a16:creationId xmlns:a16="http://schemas.microsoft.com/office/drawing/2014/main" id="{40559DC5-5AC7-41F6-866D-B6BD60A7C3A9}"/>
              </a:ext>
            </a:extLst>
          </p:cNvPr>
          <p:cNvSpPr/>
          <p:nvPr/>
        </p:nvSpPr>
        <p:spPr>
          <a:xfrm>
            <a:off x="9713391" y="5264156"/>
            <a:ext cx="585619" cy="387091"/>
          </a:xfrm>
          <a:prstGeom prst="rect">
            <a:avLst/>
          </a:prstGeom>
          <a:solidFill>
            <a:schemeClr val="accent4"/>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CN" b="1" dirty="0"/>
              <a:t>Flag</a:t>
            </a:r>
            <a:endParaRPr lang="zh-CN" altLang="en-US" b="1" dirty="0"/>
          </a:p>
        </p:txBody>
      </p:sp>
      <p:sp>
        <p:nvSpPr>
          <p:cNvPr id="46" name="矩形 45">
            <a:extLst>
              <a:ext uri="{FF2B5EF4-FFF2-40B4-BE49-F238E27FC236}">
                <a16:creationId xmlns:a16="http://schemas.microsoft.com/office/drawing/2014/main" id="{FB2DB382-11A1-42BE-AE5E-99FFEB1B95C4}"/>
              </a:ext>
            </a:extLst>
          </p:cNvPr>
          <p:cNvSpPr/>
          <p:nvPr/>
        </p:nvSpPr>
        <p:spPr>
          <a:xfrm>
            <a:off x="10299009" y="5262102"/>
            <a:ext cx="585619" cy="387091"/>
          </a:xfrm>
          <a:prstGeom prst="rect">
            <a:avLst/>
          </a:prstGeom>
          <a:solidFill>
            <a:schemeClr val="accent2"/>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CN" b="1" dirty="0"/>
              <a:t>ESC</a:t>
            </a:r>
            <a:endParaRPr lang="zh-CN" altLang="en-US" b="1" dirty="0"/>
          </a:p>
        </p:txBody>
      </p:sp>
      <p:sp>
        <p:nvSpPr>
          <p:cNvPr id="33" name="矩形 32">
            <a:extLst>
              <a:ext uri="{FF2B5EF4-FFF2-40B4-BE49-F238E27FC236}">
                <a16:creationId xmlns:a16="http://schemas.microsoft.com/office/drawing/2014/main" id="{19C1D5FC-F7A5-4FBF-810B-0FF9A8D13CCD}"/>
              </a:ext>
            </a:extLst>
          </p:cNvPr>
          <p:cNvSpPr/>
          <p:nvPr/>
        </p:nvSpPr>
        <p:spPr>
          <a:xfrm>
            <a:off x="-5167" y="5221918"/>
            <a:ext cx="938273" cy="484003"/>
          </a:xfrm>
          <a:prstGeom prst="rect">
            <a:avLst/>
          </a:prstGeom>
          <a:solidFill>
            <a:schemeClr val="bg1"/>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7" name="矩形 6">
            <a:extLst>
              <a:ext uri="{FF2B5EF4-FFF2-40B4-BE49-F238E27FC236}">
                <a16:creationId xmlns:a16="http://schemas.microsoft.com/office/drawing/2014/main" id="{63000FEF-84AC-4E71-B03B-0329662FD643}"/>
              </a:ext>
            </a:extLst>
          </p:cNvPr>
          <p:cNvSpPr/>
          <p:nvPr/>
        </p:nvSpPr>
        <p:spPr>
          <a:xfrm>
            <a:off x="11253727" y="5178728"/>
            <a:ext cx="938273" cy="484003"/>
          </a:xfrm>
          <a:prstGeom prst="rect">
            <a:avLst/>
          </a:prstGeom>
          <a:solidFill>
            <a:schemeClr val="bg1"/>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grpSp>
        <p:nvGrpSpPr>
          <p:cNvPr id="4" name="组合 3">
            <a:extLst>
              <a:ext uri="{FF2B5EF4-FFF2-40B4-BE49-F238E27FC236}">
                <a16:creationId xmlns:a16="http://schemas.microsoft.com/office/drawing/2014/main" id="{9A1EA9F2-FCB6-48C3-935F-7AE7E3AD14AC}"/>
              </a:ext>
            </a:extLst>
          </p:cNvPr>
          <p:cNvGrpSpPr/>
          <p:nvPr/>
        </p:nvGrpSpPr>
        <p:grpSpPr>
          <a:xfrm>
            <a:off x="304800" y="749300"/>
            <a:ext cx="6192343" cy="400110"/>
            <a:chOff x="424117" y="898245"/>
            <a:chExt cx="6192343" cy="400110"/>
          </a:xfrm>
        </p:grpSpPr>
        <p:sp>
          <p:nvSpPr>
            <p:cNvPr id="2" name="平行四边形 1">
              <a:extLst>
                <a:ext uri="{FF2B5EF4-FFF2-40B4-BE49-F238E27FC236}">
                  <a16:creationId xmlns:a16="http://schemas.microsoft.com/office/drawing/2014/main" id="{1F5BAA3F-9845-4F89-A2DD-8222D3E4EDAC}"/>
                </a:ext>
              </a:extLst>
            </p:cNvPr>
            <p:cNvSpPr/>
            <p:nvPr/>
          </p:nvSpPr>
          <p:spPr>
            <a:xfrm>
              <a:off x="424117" y="898245"/>
              <a:ext cx="711200" cy="387090"/>
            </a:xfrm>
            <a:prstGeom prst="parallelogram">
              <a:avLst/>
            </a:prstGeom>
            <a:solidFill>
              <a:schemeClr val="accent3">
                <a:lumMod val="75000"/>
              </a:schemeClr>
            </a:solidFill>
            <a:ln>
              <a:solidFill>
                <a:schemeClr val="accent3">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CN" sz="2200" dirty="0">
                  <a:latin typeface="Impact" panose="020B0806030902050204" pitchFamily="34" charset="0"/>
                </a:rPr>
                <a:t>02</a:t>
              </a:r>
              <a:endParaRPr lang="zh-CN" altLang="en-US" sz="2200" dirty="0">
                <a:latin typeface="Impact" panose="020B0806030902050204" pitchFamily="34" charset="0"/>
              </a:endParaRPr>
            </a:p>
          </p:txBody>
        </p:sp>
        <p:sp>
          <p:nvSpPr>
            <p:cNvPr id="3" name="文本框 2">
              <a:extLst>
                <a:ext uri="{FF2B5EF4-FFF2-40B4-BE49-F238E27FC236}">
                  <a16:creationId xmlns:a16="http://schemas.microsoft.com/office/drawing/2014/main" id="{4D6BD736-A4D3-4F26-AFED-36E11F50F70B}"/>
                </a:ext>
              </a:extLst>
            </p:cNvPr>
            <p:cNvSpPr txBox="1"/>
            <p:nvPr/>
          </p:nvSpPr>
          <p:spPr>
            <a:xfrm>
              <a:off x="1204755" y="898245"/>
              <a:ext cx="5411705" cy="400110"/>
            </a:xfrm>
            <a:prstGeom prst="rect">
              <a:avLst/>
            </a:prstGeom>
            <a:noFill/>
          </p:spPr>
          <p:txBody>
            <a:bodyPr wrap="square" rtlCol="0">
              <a:spAutoFit/>
            </a:bodyPr>
            <a:lstStyle/>
            <a:p>
              <a:r>
                <a:rPr lang="zh-CN" altLang="en-US" sz="2000" b="1" dirty="0"/>
                <a:t>透明传输</a:t>
              </a:r>
            </a:p>
          </p:txBody>
        </p:sp>
      </p:grpSp>
      <p:sp>
        <p:nvSpPr>
          <p:cNvPr id="8" name="矩形 7">
            <a:extLst>
              <a:ext uri="{FF2B5EF4-FFF2-40B4-BE49-F238E27FC236}">
                <a16:creationId xmlns:a16="http://schemas.microsoft.com/office/drawing/2014/main" id="{C7720255-4E6C-41B6-A880-D93377A356B5}"/>
              </a:ext>
            </a:extLst>
          </p:cNvPr>
          <p:cNvSpPr/>
          <p:nvPr/>
        </p:nvSpPr>
        <p:spPr>
          <a:xfrm>
            <a:off x="1016000" y="1297642"/>
            <a:ext cx="256976" cy="256976"/>
          </a:xfrm>
          <a:prstGeom prst="rect">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9" name="íşlïḍè">
            <a:extLst>
              <a:ext uri="{FF2B5EF4-FFF2-40B4-BE49-F238E27FC236}">
                <a16:creationId xmlns:a16="http://schemas.microsoft.com/office/drawing/2014/main" id="{1E3208DB-9CB5-439E-87A6-F640C77C2B32}"/>
              </a:ext>
            </a:extLst>
          </p:cNvPr>
          <p:cNvSpPr txBox="1"/>
          <p:nvPr/>
        </p:nvSpPr>
        <p:spPr>
          <a:xfrm>
            <a:off x="1333228" y="1297641"/>
            <a:ext cx="10494766" cy="511424"/>
          </a:xfrm>
          <a:prstGeom prst="rect">
            <a:avLst/>
          </a:prstGeom>
          <a:noFill/>
        </p:spPr>
        <p:txBody>
          <a:bodyPr wrap="square" lIns="91440" tIns="45720" rIns="91440" bIns="45720" anchor="ctr">
            <a:noAutofit/>
          </a:bodyPr>
          <a:lstStyle/>
          <a:p>
            <a:r>
              <a:rPr lang="zh-CN" altLang="en-US" b="1" dirty="0"/>
              <a:t>透明传输是指</a:t>
            </a:r>
            <a:r>
              <a:rPr lang="zh-CN" altLang="en-US" b="1" dirty="0">
                <a:solidFill>
                  <a:schemeClr val="accent1">
                    <a:lumMod val="75000"/>
                  </a:schemeClr>
                </a:solidFill>
              </a:rPr>
              <a:t>数据链路层对上层交付下来的协议数据单元</a:t>
            </a:r>
            <a:r>
              <a:rPr lang="en-US" altLang="zh-CN" b="1" dirty="0">
                <a:solidFill>
                  <a:schemeClr val="accent1">
                    <a:lumMod val="75000"/>
                  </a:schemeClr>
                </a:solidFill>
              </a:rPr>
              <a:t>PDU</a:t>
            </a:r>
            <a:r>
              <a:rPr lang="zh-CN" altLang="en-US" b="1" dirty="0">
                <a:solidFill>
                  <a:schemeClr val="accent1">
                    <a:lumMod val="75000"/>
                  </a:schemeClr>
                </a:solidFill>
              </a:rPr>
              <a:t>没有任何限制</a:t>
            </a:r>
            <a:r>
              <a:rPr lang="zh-CN" altLang="en-US" b="1" dirty="0"/>
              <a:t>，就好像数据链路层不存在一样。</a:t>
            </a:r>
            <a:endParaRPr lang="en-US" altLang="zh-CN" b="1" dirty="0"/>
          </a:p>
        </p:txBody>
      </p:sp>
      <p:grpSp>
        <p:nvGrpSpPr>
          <p:cNvPr id="10" name="组合 9">
            <a:extLst>
              <a:ext uri="{FF2B5EF4-FFF2-40B4-BE49-F238E27FC236}">
                <a16:creationId xmlns:a16="http://schemas.microsoft.com/office/drawing/2014/main" id="{1872948F-40FE-4C50-9F43-A13F69433512}"/>
              </a:ext>
            </a:extLst>
          </p:cNvPr>
          <p:cNvGrpSpPr/>
          <p:nvPr/>
        </p:nvGrpSpPr>
        <p:grpSpPr>
          <a:xfrm>
            <a:off x="601699" y="5214175"/>
            <a:ext cx="10940423" cy="641082"/>
            <a:chOff x="601699" y="5648354"/>
            <a:chExt cx="10940423" cy="641082"/>
          </a:xfrm>
        </p:grpSpPr>
        <p:cxnSp>
          <p:nvCxnSpPr>
            <p:cNvPr id="21" name="直接连接符 20">
              <a:extLst>
                <a:ext uri="{FF2B5EF4-FFF2-40B4-BE49-F238E27FC236}">
                  <a16:creationId xmlns:a16="http://schemas.microsoft.com/office/drawing/2014/main" id="{AFA66375-BFFA-4A09-AA4D-EB81610ADFDC}"/>
                </a:ext>
              </a:extLst>
            </p:cNvPr>
            <p:cNvCxnSpPr>
              <a:cxnSpLocks/>
            </p:cNvCxnSpPr>
            <p:nvPr/>
          </p:nvCxnSpPr>
          <p:spPr>
            <a:xfrm>
              <a:off x="1143721" y="6126777"/>
              <a:ext cx="10027235"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pic>
          <p:nvPicPr>
            <p:cNvPr id="22" name="图形 21">
              <a:extLst>
                <a:ext uri="{FF2B5EF4-FFF2-40B4-BE49-F238E27FC236}">
                  <a16:creationId xmlns:a16="http://schemas.microsoft.com/office/drawing/2014/main" id="{6C887B44-86C4-4555-A5AA-6253F2886F19}"/>
                </a:ext>
              </a:extLst>
            </p:cNvPr>
            <p:cNvPicPr>
              <a:picLocks noChangeAspect="1"/>
            </p:cNvPicPr>
            <p:nvPr/>
          </p:nvPicPr>
          <p:blipFill>
            <a:blip r:embed="rId3">
              <a:extLst>
                <a:ext uri="{28A0092B-C50C-407E-A947-70E740481C1C}">
                  <a14:useLocalDpi xmlns:a14="http://schemas.microsoft.com/office/drawing/2010/main" val="0"/>
                </a:ext>
                <a:ext uri="{96DAC541-7B7A-43D3-8B79-37D633B846F1}">
                  <asvg:svgBlip xmlns:asvg="http://schemas.microsoft.com/office/drawing/2016/SVG/main" r:embed="rId4"/>
                </a:ext>
              </a:extLst>
            </a:blip>
            <a:stretch>
              <a:fillRect/>
            </a:stretch>
          </p:blipFill>
          <p:spPr>
            <a:xfrm>
              <a:off x="601699" y="5648354"/>
              <a:ext cx="662814" cy="641082"/>
            </a:xfrm>
            <a:prstGeom prst="rect">
              <a:avLst/>
            </a:prstGeom>
          </p:spPr>
        </p:pic>
        <p:pic>
          <p:nvPicPr>
            <p:cNvPr id="23" name="图形 22">
              <a:extLst>
                <a:ext uri="{FF2B5EF4-FFF2-40B4-BE49-F238E27FC236}">
                  <a16:creationId xmlns:a16="http://schemas.microsoft.com/office/drawing/2014/main" id="{D0041743-ABFB-4FFC-9ACE-63E103F31FCF}"/>
                </a:ext>
              </a:extLst>
            </p:cNvPr>
            <p:cNvPicPr>
              <a:picLocks noChangeAspect="1"/>
            </p:cNvPicPr>
            <p:nvPr/>
          </p:nvPicPr>
          <p:blipFill>
            <a:blip r:embed="rId3">
              <a:extLst>
                <a:ext uri="{28A0092B-C50C-407E-A947-70E740481C1C}">
                  <a14:useLocalDpi xmlns:a14="http://schemas.microsoft.com/office/drawing/2010/main" val="0"/>
                </a:ext>
                <a:ext uri="{96DAC541-7B7A-43D3-8B79-37D633B846F1}">
                  <asvg:svgBlip xmlns:asvg="http://schemas.microsoft.com/office/drawing/2016/SVG/main" r:embed="rId4"/>
                </a:ext>
              </a:extLst>
            </a:blip>
            <a:stretch>
              <a:fillRect/>
            </a:stretch>
          </p:blipFill>
          <p:spPr>
            <a:xfrm>
              <a:off x="10879308" y="5648354"/>
              <a:ext cx="662814" cy="641082"/>
            </a:xfrm>
            <a:prstGeom prst="rect">
              <a:avLst/>
            </a:prstGeom>
          </p:spPr>
        </p:pic>
      </p:grpSp>
      <p:sp>
        <p:nvSpPr>
          <p:cNvPr id="11" name="矩形 10">
            <a:extLst>
              <a:ext uri="{FF2B5EF4-FFF2-40B4-BE49-F238E27FC236}">
                <a16:creationId xmlns:a16="http://schemas.microsoft.com/office/drawing/2014/main" id="{89F370EB-1516-471E-8B16-B9DF13881EEB}"/>
              </a:ext>
            </a:extLst>
          </p:cNvPr>
          <p:cNvSpPr/>
          <p:nvPr/>
        </p:nvSpPr>
        <p:spPr>
          <a:xfrm>
            <a:off x="304799" y="4714466"/>
            <a:ext cx="1366117" cy="387091"/>
          </a:xfrm>
          <a:prstGeom prst="rect">
            <a:avLst/>
          </a:prstGeom>
          <a:solidFill>
            <a:schemeClr val="tx2"/>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zh-CN" altLang="en-US" b="1" dirty="0"/>
              <a:t>物理层</a:t>
            </a:r>
          </a:p>
        </p:txBody>
      </p:sp>
      <p:sp>
        <p:nvSpPr>
          <p:cNvPr id="12" name="矩形 11">
            <a:extLst>
              <a:ext uri="{FF2B5EF4-FFF2-40B4-BE49-F238E27FC236}">
                <a16:creationId xmlns:a16="http://schemas.microsoft.com/office/drawing/2014/main" id="{C120AF4E-32F2-4BB4-8E09-D3F91B674B6A}"/>
              </a:ext>
            </a:extLst>
          </p:cNvPr>
          <p:cNvSpPr/>
          <p:nvPr/>
        </p:nvSpPr>
        <p:spPr>
          <a:xfrm>
            <a:off x="304800" y="3571384"/>
            <a:ext cx="1366117" cy="387091"/>
          </a:xfrm>
          <a:prstGeom prst="rect">
            <a:avLst/>
          </a:prstGeom>
          <a:solidFill>
            <a:schemeClr val="accent3"/>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zh-CN" altLang="en-US" b="1" dirty="0"/>
              <a:t>运输层</a:t>
            </a:r>
          </a:p>
        </p:txBody>
      </p:sp>
      <p:sp>
        <p:nvSpPr>
          <p:cNvPr id="13" name="矩形 12">
            <a:extLst>
              <a:ext uri="{FF2B5EF4-FFF2-40B4-BE49-F238E27FC236}">
                <a16:creationId xmlns:a16="http://schemas.microsoft.com/office/drawing/2014/main" id="{51C9FA23-441A-4229-A8AC-D91362162E91}"/>
              </a:ext>
            </a:extLst>
          </p:cNvPr>
          <p:cNvSpPr/>
          <p:nvPr/>
        </p:nvSpPr>
        <p:spPr>
          <a:xfrm>
            <a:off x="304800" y="3946389"/>
            <a:ext cx="1366117" cy="387091"/>
          </a:xfrm>
          <a:prstGeom prst="rect">
            <a:avLst/>
          </a:prstGeom>
          <a:solidFill>
            <a:schemeClr val="accent6"/>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zh-CN" altLang="en-US" b="1" dirty="0"/>
              <a:t>网络层</a:t>
            </a:r>
          </a:p>
        </p:txBody>
      </p:sp>
      <p:sp>
        <p:nvSpPr>
          <p:cNvPr id="14" name="矩形 13">
            <a:extLst>
              <a:ext uri="{FF2B5EF4-FFF2-40B4-BE49-F238E27FC236}">
                <a16:creationId xmlns:a16="http://schemas.microsoft.com/office/drawing/2014/main" id="{944CCDAD-E2F9-4EA6-A4ED-0C39133CDB16}"/>
              </a:ext>
            </a:extLst>
          </p:cNvPr>
          <p:cNvSpPr/>
          <p:nvPr/>
        </p:nvSpPr>
        <p:spPr>
          <a:xfrm>
            <a:off x="304800" y="4327375"/>
            <a:ext cx="1366118" cy="387091"/>
          </a:xfrm>
          <a:prstGeom prst="rect">
            <a:avLst/>
          </a:prstGeom>
          <a:solidFill>
            <a:schemeClr val="accent4"/>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zh-CN" altLang="en-US" b="1" dirty="0"/>
              <a:t>数据链路层</a:t>
            </a:r>
          </a:p>
        </p:txBody>
      </p:sp>
      <p:sp>
        <p:nvSpPr>
          <p:cNvPr id="15" name="矩形 14">
            <a:extLst>
              <a:ext uri="{FF2B5EF4-FFF2-40B4-BE49-F238E27FC236}">
                <a16:creationId xmlns:a16="http://schemas.microsoft.com/office/drawing/2014/main" id="{84531869-3AF3-45B6-B1D3-9A7658A203C8}"/>
              </a:ext>
            </a:extLst>
          </p:cNvPr>
          <p:cNvSpPr/>
          <p:nvPr/>
        </p:nvSpPr>
        <p:spPr>
          <a:xfrm>
            <a:off x="304800" y="3187346"/>
            <a:ext cx="1366117" cy="387091"/>
          </a:xfrm>
          <a:prstGeom prst="rect">
            <a:avLst/>
          </a:prstGeom>
          <a:solidFill>
            <a:schemeClr val="accent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zh-CN" altLang="en-US" b="1" dirty="0"/>
              <a:t>应用层</a:t>
            </a:r>
          </a:p>
        </p:txBody>
      </p:sp>
      <p:sp>
        <p:nvSpPr>
          <p:cNvPr id="35" name="矩形 34">
            <a:extLst>
              <a:ext uri="{FF2B5EF4-FFF2-40B4-BE49-F238E27FC236}">
                <a16:creationId xmlns:a16="http://schemas.microsoft.com/office/drawing/2014/main" id="{A2C9B035-8ABD-494E-8783-C6462F2C34EE}"/>
              </a:ext>
            </a:extLst>
          </p:cNvPr>
          <p:cNvSpPr/>
          <p:nvPr/>
        </p:nvSpPr>
        <p:spPr>
          <a:xfrm>
            <a:off x="10534236" y="4725109"/>
            <a:ext cx="1366117" cy="387091"/>
          </a:xfrm>
          <a:prstGeom prst="rect">
            <a:avLst/>
          </a:prstGeom>
          <a:solidFill>
            <a:schemeClr val="tx2"/>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zh-CN" altLang="en-US" b="1" dirty="0"/>
              <a:t>物理层</a:t>
            </a:r>
          </a:p>
        </p:txBody>
      </p:sp>
      <p:sp>
        <p:nvSpPr>
          <p:cNvPr id="36" name="矩形 35">
            <a:extLst>
              <a:ext uri="{FF2B5EF4-FFF2-40B4-BE49-F238E27FC236}">
                <a16:creationId xmlns:a16="http://schemas.microsoft.com/office/drawing/2014/main" id="{56BC3166-5D46-4BE0-859C-38744E5D710F}"/>
              </a:ext>
            </a:extLst>
          </p:cNvPr>
          <p:cNvSpPr/>
          <p:nvPr/>
        </p:nvSpPr>
        <p:spPr>
          <a:xfrm>
            <a:off x="10534237" y="3582027"/>
            <a:ext cx="1366117" cy="387091"/>
          </a:xfrm>
          <a:prstGeom prst="rect">
            <a:avLst/>
          </a:prstGeom>
          <a:solidFill>
            <a:schemeClr val="accent3"/>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zh-CN" altLang="en-US" b="1" dirty="0"/>
              <a:t>运输层</a:t>
            </a:r>
          </a:p>
        </p:txBody>
      </p:sp>
      <p:sp>
        <p:nvSpPr>
          <p:cNvPr id="37" name="矩形 36">
            <a:extLst>
              <a:ext uri="{FF2B5EF4-FFF2-40B4-BE49-F238E27FC236}">
                <a16:creationId xmlns:a16="http://schemas.microsoft.com/office/drawing/2014/main" id="{2393EBDF-8E46-43C9-A69C-478390939F5C}"/>
              </a:ext>
            </a:extLst>
          </p:cNvPr>
          <p:cNvSpPr/>
          <p:nvPr/>
        </p:nvSpPr>
        <p:spPr>
          <a:xfrm>
            <a:off x="10534237" y="3957032"/>
            <a:ext cx="1366117" cy="387091"/>
          </a:xfrm>
          <a:prstGeom prst="rect">
            <a:avLst/>
          </a:prstGeom>
          <a:solidFill>
            <a:schemeClr val="accent6"/>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zh-CN" altLang="en-US" b="1" dirty="0"/>
              <a:t>网络层</a:t>
            </a:r>
          </a:p>
        </p:txBody>
      </p:sp>
      <p:sp>
        <p:nvSpPr>
          <p:cNvPr id="38" name="矩形 37">
            <a:extLst>
              <a:ext uri="{FF2B5EF4-FFF2-40B4-BE49-F238E27FC236}">
                <a16:creationId xmlns:a16="http://schemas.microsoft.com/office/drawing/2014/main" id="{8A58E852-6B41-424C-BD97-FCA280780330}"/>
              </a:ext>
            </a:extLst>
          </p:cNvPr>
          <p:cNvSpPr/>
          <p:nvPr/>
        </p:nvSpPr>
        <p:spPr>
          <a:xfrm>
            <a:off x="10534237" y="4338018"/>
            <a:ext cx="1366118" cy="387091"/>
          </a:xfrm>
          <a:prstGeom prst="rect">
            <a:avLst/>
          </a:prstGeom>
          <a:solidFill>
            <a:schemeClr val="accent4"/>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zh-CN" altLang="en-US" b="1" dirty="0"/>
              <a:t>数据链路层</a:t>
            </a:r>
          </a:p>
        </p:txBody>
      </p:sp>
      <p:sp>
        <p:nvSpPr>
          <p:cNvPr id="39" name="矩形 38">
            <a:extLst>
              <a:ext uri="{FF2B5EF4-FFF2-40B4-BE49-F238E27FC236}">
                <a16:creationId xmlns:a16="http://schemas.microsoft.com/office/drawing/2014/main" id="{073FA83D-74E3-4EB9-AF7C-687245B39919}"/>
              </a:ext>
            </a:extLst>
          </p:cNvPr>
          <p:cNvSpPr/>
          <p:nvPr/>
        </p:nvSpPr>
        <p:spPr>
          <a:xfrm>
            <a:off x="10534237" y="3197989"/>
            <a:ext cx="1366117" cy="387091"/>
          </a:xfrm>
          <a:prstGeom prst="rect">
            <a:avLst/>
          </a:prstGeom>
          <a:solidFill>
            <a:schemeClr val="accent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zh-CN" altLang="en-US" b="1" dirty="0"/>
              <a:t>应用层</a:t>
            </a:r>
          </a:p>
        </p:txBody>
      </p:sp>
    </p:spTree>
    <p:custDataLst>
      <p:tags r:id="rId1"/>
    </p:custDataLst>
    <p:extLst>
      <p:ext uri="{BB962C8B-B14F-4D97-AF65-F5344CB8AC3E}">
        <p14:creationId xmlns:p14="http://schemas.microsoft.com/office/powerpoint/2010/main" val="1529056701"/>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37" presetClass="exit" presetSubtype="0" fill="hold" grpId="0" nodeType="withEffect">
                                  <p:stCondLst>
                                    <p:cond delay="0"/>
                                  </p:stCondLst>
                                  <p:childTnLst>
                                    <p:animEffect transition="out" filter="fade">
                                      <p:cBhvr>
                                        <p:cTn id="6" dur="1000"/>
                                        <p:tgtEl>
                                          <p:spTgt spid="46"/>
                                        </p:tgtEl>
                                      </p:cBhvr>
                                    </p:animEffect>
                                    <p:anim calcmode="lin" valueType="num">
                                      <p:cBhvr>
                                        <p:cTn id="7" dur="1000"/>
                                        <p:tgtEl>
                                          <p:spTgt spid="46"/>
                                        </p:tgtEl>
                                        <p:attrNameLst>
                                          <p:attrName>ppt_x</p:attrName>
                                        </p:attrNameLst>
                                      </p:cBhvr>
                                      <p:tavLst>
                                        <p:tav tm="0">
                                          <p:val>
                                            <p:strVal val="ppt_x"/>
                                          </p:val>
                                        </p:tav>
                                        <p:tav tm="100000">
                                          <p:val>
                                            <p:strVal val="ppt_x"/>
                                          </p:val>
                                        </p:tav>
                                      </p:tavLst>
                                    </p:anim>
                                    <p:anim calcmode="lin" valueType="num">
                                      <p:cBhvr>
                                        <p:cTn id="8" dur="100" decel="100000"/>
                                        <p:tgtEl>
                                          <p:spTgt spid="46"/>
                                        </p:tgtEl>
                                        <p:attrNameLst>
                                          <p:attrName>ppt_y</p:attrName>
                                        </p:attrNameLst>
                                      </p:cBhvr>
                                      <p:tavLst>
                                        <p:tav tm="0">
                                          <p:val>
                                            <p:strVal val="ppt_y"/>
                                          </p:val>
                                        </p:tav>
                                        <p:tav tm="100000">
                                          <p:val>
                                            <p:strVal val="ppt_y-.03"/>
                                          </p:val>
                                        </p:tav>
                                      </p:tavLst>
                                    </p:anim>
                                    <p:anim calcmode="lin" valueType="num">
                                      <p:cBhvr>
                                        <p:cTn id="9" dur="900" accel="100000">
                                          <p:stCondLst>
                                            <p:cond delay="100"/>
                                          </p:stCondLst>
                                        </p:cTn>
                                        <p:tgtEl>
                                          <p:spTgt spid="46"/>
                                        </p:tgtEl>
                                        <p:attrNameLst>
                                          <p:attrName>ppt_y</p:attrName>
                                        </p:attrNameLst>
                                      </p:cBhvr>
                                      <p:tavLst>
                                        <p:tav tm="0">
                                          <p:val>
                                            <p:strVal val="ppt_y"/>
                                          </p:val>
                                        </p:tav>
                                        <p:tav tm="100000">
                                          <p:val>
                                            <p:strVal val="ppt_y+1"/>
                                          </p:val>
                                        </p:tav>
                                      </p:tavLst>
                                    </p:anim>
                                    <p:set>
                                      <p:cBhvr>
                                        <p:cTn id="10" dur="1" fill="hold">
                                          <p:stCondLst>
                                            <p:cond delay="999"/>
                                          </p:stCondLst>
                                        </p:cTn>
                                        <p:tgtEl>
                                          <p:spTgt spid="46"/>
                                        </p:tgtEl>
                                        <p:attrNameLst>
                                          <p:attrName>style.visibility</p:attrName>
                                        </p:attrNameLst>
                                      </p:cBhvr>
                                      <p:to>
                                        <p:strVal val="hidden"/>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6" grpId="0" animBg="1"/>
    </p:bldLst>
  </p:timing>
</p:sld>
</file>

<file path=ppt/slides/slide4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16" name="组合 15">
            <a:extLst>
              <a:ext uri="{FF2B5EF4-FFF2-40B4-BE49-F238E27FC236}">
                <a16:creationId xmlns:a16="http://schemas.microsoft.com/office/drawing/2014/main" id="{597739D0-4E7B-44C8-9DB2-7EA87C2BFE14}"/>
              </a:ext>
            </a:extLst>
          </p:cNvPr>
          <p:cNvGrpSpPr/>
          <p:nvPr/>
        </p:nvGrpSpPr>
        <p:grpSpPr>
          <a:xfrm>
            <a:off x="6944615" y="5262102"/>
            <a:ext cx="4766204" cy="389145"/>
            <a:chOff x="6944615" y="5262102"/>
            <a:chExt cx="4766204" cy="389145"/>
          </a:xfrm>
        </p:grpSpPr>
        <p:sp>
          <p:nvSpPr>
            <p:cNvPr id="49" name="矩形 48">
              <a:extLst>
                <a:ext uri="{FF2B5EF4-FFF2-40B4-BE49-F238E27FC236}">
                  <a16:creationId xmlns:a16="http://schemas.microsoft.com/office/drawing/2014/main" id="{5CF45834-E2A2-4730-B06C-0DB3A63B2B03}"/>
                </a:ext>
              </a:extLst>
            </p:cNvPr>
            <p:cNvSpPr/>
            <p:nvPr/>
          </p:nvSpPr>
          <p:spPr>
            <a:xfrm>
              <a:off x="7530234" y="5262103"/>
              <a:ext cx="4180585" cy="387091"/>
            </a:xfrm>
            <a:prstGeom prst="rect">
              <a:avLst/>
            </a:prstGeom>
            <a:solidFill>
              <a:schemeClr val="accent6"/>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b="1" dirty="0"/>
            </a:p>
          </p:txBody>
        </p:sp>
        <p:sp>
          <p:nvSpPr>
            <p:cNvPr id="47" name="矩形 46">
              <a:extLst>
                <a:ext uri="{FF2B5EF4-FFF2-40B4-BE49-F238E27FC236}">
                  <a16:creationId xmlns:a16="http://schemas.microsoft.com/office/drawing/2014/main" id="{AEE1FC64-2BE2-4784-991C-5F96255D20BF}"/>
                </a:ext>
              </a:extLst>
            </p:cNvPr>
            <p:cNvSpPr/>
            <p:nvPr/>
          </p:nvSpPr>
          <p:spPr>
            <a:xfrm>
              <a:off x="6944615" y="5262104"/>
              <a:ext cx="585619" cy="387091"/>
            </a:xfrm>
            <a:prstGeom prst="rect">
              <a:avLst/>
            </a:prstGeom>
            <a:solidFill>
              <a:schemeClr val="accent4"/>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CN" b="1" dirty="0"/>
                <a:t>Flag</a:t>
              </a:r>
              <a:endParaRPr lang="zh-CN" altLang="en-US" b="1" dirty="0"/>
            </a:p>
          </p:txBody>
        </p:sp>
        <p:sp>
          <p:nvSpPr>
            <p:cNvPr id="50" name="矩形 49">
              <a:extLst>
                <a:ext uri="{FF2B5EF4-FFF2-40B4-BE49-F238E27FC236}">
                  <a16:creationId xmlns:a16="http://schemas.microsoft.com/office/drawing/2014/main" id="{024A03B3-B582-446A-9093-2F216D7C341C}"/>
                </a:ext>
              </a:extLst>
            </p:cNvPr>
            <p:cNvSpPr/>
            <p:nvPr/>
          </p:nvSpPr>
          <p:spPr>
            <a:xfrm>
              <a:off x="8144415" y="5264156"/>
              <a:ext cx="585619" cy="387091"/>
            </a:xfrm>
            <a:prstGeom prst="rect">
              <a:avLst/>
            </a:prstGeom>
            <a:solidFill>
              <a:schemeClr val="accent4"/>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CN" b="1" dirty="0"/>
                <a:t>Flag</a:t>
              </a:r>
              <a:endParaRPr lang="zh-CN" altLang="en-US" b="1" dirty="0"/>
            </a:p>
          </p:txBody>
        </p:sp>
        <p:sp>
          <p:nvSpPr>
            <p:cNvPr id="45" name="矩形 44">
              <a:extLst>
                <a:ext uri="{FF2B5EF4-FFF2-40B4-BE49-F238E27FC236}">
                  <a16:creationId xmlns:a16="http://schemas.microsoft.com/office/drawing/2014/main" id="{510600E6-47B6-4FB6-9C1C-2C91A05A50F6}"/>
                </a:ext>
              </a:extLst>
            </p:cNvPr>
            <p:cNvSpPr/>
            <p:nvPr/>
          </p:nvSpPr>
          <p:spPr>
            <a:xfrm>
              <a:off x="8730033" y="5262102"/>
              <a:ext cx="585619" cy="387091"/>
            </a:xfrm>
            <a:prstGeom prst="rect">
              <a:avLst/>
            </a:prstGeom>
            <a:solidFill>
              <a:schemeClr val="accent2"/>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CN" b="1" dirty="0"/>
                <a:t>ESC</a:t>
              </a:r>
              <a:endParaRPr lang="zh-CN" altLang="en-US" b="1" dirty="0"/>
            </a:p>
          </p:txBody>
        </p:sp>
      </p:grpSp>
      <p:sp>
        <p:nvSpPr>
          <p:cNvPr id="51" name="矩形 50">
            <a:extLst>
              <a:ext uri="{FF2B5EF4-FFF2-40B4-BE49-F238E27FC236}">
                <a16:creationId xmlns:a16="http://schemas.microsoft.com/office/drawing/2014/main" id="{40559DC5-5AC7-41F6-866D-B6BD60A7C3A9}"/>
              </a:ext>
            </a:extLst>
          </p:cNvPr>
          <p:cNvSpPr/>
          <p:nvPr/>
        </p:nvSpPr>
        <p:spPr>
          <a:xfrm>
            <a:off x="9713391" y="5264156"/>
            <a:ext cx="585619" cy="387091"/>
          </a:xfrm>
          <a:prstGeom prst="rect">
            <a:avLst/>
          </a:prstGeom>
          <a:solidFill>
            <a:schemeClr val="accent4"/>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CN" b="1" dirty="0"/>
              <a:t>Flag</a:t>
            </a:r>
            <a:endParaRPr lang="zh-CN" altLang="en-US" b="1" dirty="0"/>
          </a:p>
        </p:txBody>
      </p:sp>
      <p:sp>
        <p:nvSpPr>
          <p:cNvPr id="33" name="矩形 32">
            <a:extLst>
              <a:ext uri="{FF2B5EF4-FFF2-40B4-BE49-F238E27FC236}">
                <a16:creationId xmlns:a16="http://schemas.microsoft.com/office/drawing/2014/main" id="{19C1D5FC-F7A5-4FBF-810B-0FF9A8D13CCD}"/>
              </a:ext>
            </a:extLst>
          </p:cNvPr>
          <p:cNvSpPr/>
          <p:nvPr/>
        </p:nvSpPr>
        <p:spPr>
          <a:xfrm>
            <a:off x="-5167" y="5221918"/>
            <a:ext cx="938273" cy="484003"/>
          </a:xfrm>
          <a:prstGeom prst="rect">
            <a:avLst/>
          </a:prstGeom>
          <a:solidFill>
            <a:schemeClr val="bg1"/>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7" name="矩形 6">
            <a:extLst>
              <a:ext uri="{FF2B5EF4-FFF2-40B4-BE49-F238E27FC236}">
                <a16:creationId xmlns:a16="http://schemas.microsoft.com/office/drawing/2014/main" id="{63000FEF-84AC-4E71-B03B-0329662FD643}"/>
              </a:ext>
            </a:extLst>
          </p:cNvPr>
          <p:cNvSpPr/>
          <p:nvPr/>
        </p:nvSpPr>
        <p:spPr>
          <a:xfrm>
            <a:off x="11253727" y="5178728"/>
            <a:ext cx="938273" cy="484003"/>
          </a:xfrm>
          <a:prstGeom prst="rect">
            <a:avLst/>
          </a:prstGeom>
          <a:solidFill>
            <a:schemeClr val="bg1"/>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grpSp>
        <p:nvGrpSpPr>
          <p:cNvPr id="4" name="组合 3">
            <a:extLst>
              <a:ext uri="{FF2B5EF4-FFF2-40B4-BE49-F238E27FC236}">
                <a16:creationId xmlns:a16="http://schemas.microsoft.com/office/drawing/2014/main" id="{9A1EA9F2-FCB6-48C3-935F-7AE7E3AD14AC}"/>
              </a:ext>
            </a:extLst>
          </p:cNvPr>
          <p:cNvGrpSpPr/>
          <p:nvPr/>
        </p:nvGrpSpPr>
        <p:grpSpPr>
          <a:xfrm>
            <a:off x="304800" y="749300"/>
            <a:ext cx="6192343" cy="400110"/>
            <a:chOff x="424117" y="898245"/>
            <a:chExt cx="6192343" cy="400110"/>
          </a:xfrm>
        </p:grpSpPr>
        <p:sp>
          <p:nvSpPr>
            <p:cNvPr id="2" name="平行四边形 1">
              <a:extLst>
                <a:ext uri="{FF2B5EF4-FFF2-40B4-BE49-F238E27FC236}">
                  <a16:creationId xmlns:a16="http://schemas.microsoft.com/office/drawing/2014/main" id="{1F5BAA3F-9845-4F89-A2DD-8222D3E4EDAC}"/>
                </a:ext>
              </a:extLst>
            </p:cNvPr>
            <p:cNvSpPr/>
            <p:nvPr/>
          </p:nvSpPr>
          <p:spPr>
            <a:xfrm>
              <a:off x="424117" y="898245"/>
              <a:ext cx="711200" cy="387090"/>
            </a:xfrm>
            <a:prstGeom prst="parallelogram">
              <a:avLst/>
            </a:prstGeom>
            <a:solidFill>
              <a:schemeClr val="accent3">
                <a:lumMod val="75000"/>
              </a:schemeClr>
            </a:solidFill>
            <a:ln>
              <a:solidFill>
                <a:schemeClr val="accent3">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CN" sz="2200" dirty="0">
                  <a:latin typeface="Impact" panose="020B0806030902050204" pitchFamily="34" charset="0"/>
                </a:rPr>
                <a:t>02</a:t>
              </a:r>
              <a:endParaRPr lang="zh-CN" altLang="en-US" sz="2200" dirty="0">
                <a:latin typeface="Impact" panose="020B0806030902050204" pitchFamily="34" charset="0"/>
              </a:endParaRPr>
            </a:p>
          </p:txBody>
        </p:sp>
        <p:sp>
          <p:nvSpPr>
            <p:cNvPr id="3" name="文本框 2">
              <a:extLst>
                <a:ext uri="{FF2B5EF4-FFF2-40B4-BE49-F238E27FC236}">
                  <a16:creationId xmlns:a16="http://schemas.microsoft.com/office/drawing/2014/main" id="{4D6BD736-A4D3-4F26-AFED-36E11F50F70B}"/>
                </a:ext>
              </a:extLst>
            </p:cNvPr>
            <p:cNvSpPr txBox="1"/>
            <p:nvPr/>
          </p:nvSpPr>
          <p:spPr>
            <a:xfrm>
              <a:off x="1204755" y="898245"/>
              <a:ext cx="5411705" cy="400110"/>
            </a:xfrm>
            <a:prstGeom prst="rect">
              <a:avLst/>
            </a:prstGeom>
            <a:noFill/>
          </p:spPr>
          <p:txBody>
            <a:bodyPr wrap="square" rtlCol="0">
              <a:spAutoFit/>
            </a:bodyPr>
            <a:lstStyle/>
            <a:p>
              <a:r>
                <a:rPr lang="zh-CN" altLang="en-US" sz="2000" b="1" dirty="0"/>
                <a:t>透明传输</a:t>
              </a:r>
            </a:p>
          </p:txBody>
        </p:sp>
      </p:grpSp>
      <p:sp>
        <p:nvSpPr>
          <p:cNvPr id="8" name="矩形 7">
            <a:extLst>
              <a:ext uri="{FF2B5EF4-FFF2-40B4-BE49-F238E27FC236}">
                <a16:creationId xmlns:a16="http://schemas.microsoft.com/office/drawing/2014/main" id="{C7720255-4E6C-41B6-A880-D93377A356B5}"/>
              </a:ext>
            </a:extLst>
          </p:cNvPr>
          <p:cNvSpPr/>
          <p:nvPr/>
        </p:nvSpPr>
        <p:spPr>
          <a:xfrm>
            <a:off x="1016000" y="1297642"/>
            <a:ext cx="256976" cy="256976"/>
          </a:xfrm>
          <a:prstGeom prst="rect">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9" name="íşlïḍè">
            <a:extLst>
              <a:ext uri="{FF2B5EF4-FFF2-40B4-BE49-F238E27FC236}">
                <a16:creationId xmlns:a16="http://schemas.microsoft.com/office/drawing/2014/main" id="{1E3208DB-9CB5-439E-87A6-F640C77C2B32}"/>
              </a:ext>
            </a:extLst>
          </p:cNvPr>
          <p:cNvSpPr txBox="1"/>
          <p:nvPr/>
        </p:nvSpPr>
        <p:spPr>
          <a:xfrm>
            <a:off x="1333228" y="1297641"/>
            <a:ext cx="10494766" cy="511424"/>
          </a:xfrm>
          <a:prstGeom prst="rect">
            <a:avLst/>
          </a:prstGeom>
          <a:noFill/>
        </p:spPr>
        <p:txBody>
          <a:bodyPr wrap="square" lIns="91440" tIns="45720" rIns="91440" bIns="45720" anchor="ctr">
            <a:noAutofit/>
          </a:bodyPr>
          <a:lstStyle/>
          <a:p>
            <a:r>
              <a:rPr lang="zh-CN" altLang="en-US" b="1" dirty="0"/>
              <a:t>透明传输是指</a:t>
            </a:r>
            <a:r>
              <a:rPr lang="zh-CN" altLang="en-US" b="1" dirty="0">
                <a:solidFill>
                  <a:schemeClr val="accent1">
                    <a:lumMod val="75000"/>
                  </a:schemeClr>
                </a:solidFill>
              </a:rPr>
              <a:t>数据链路层对上层交付下来的协议数据单元</a:t>
            </a:r>
            <a:r>
              <a:rPr lang="en-US" altLang="zh-CN" b="1" dirty="0">
                <a:solidFill>
                  <a:schemeClr val="accent1">
                    <a:lumMod val="75000"/>
                  </a:schemeClr>
                </a:solidFill>
              </a:rPr>
              <a:t>PDU</a:t>
            </a:r>
            <a:r>
              <a:rPr lang="zh-CN" altLang="en-US" b="1" dirty="0">
                <a:solidFill>
                  <a:schemeClr val="accent1">
                    <a:lumMod val="75000"/>
                  </a:schemeClr>
                </a:solidFill>
              </a:rPr>
              <a:t>没有任何限制</a:t>
            </a:r>
            <a:r>
              <a:rPr lang="zh-CN" altLang="en-US" b="1" dirty="0"/>
              <a:t>，就好像数据链路层不存在一样。</a:t>
            </a:r>
            <a:endParaRPr lang="en-US" altLang="zh-CN" b="1" dirty="0"/>
          </a:p>
        </p:txBody>
      </p:sp>
      <p:grpSp>
        <p:nvGrpSpPr>
          <p:cNvPr id="10" name="组合 9">
            <a:extLst>
              <a:ext uri="{FF2B5EF4-FFF2-40B4-BE49-F238E27FC236}">
                <a16:creationId xmlns:a16="http://schemas.microsoft.com/office/drawing/2014/main" id="{1872948F-40FE-4C50-9F43-A13F69433512}"/>
              </a:ext>
            </a:extLst>
          </p:cNvPr>
          <p:cNvGrpSpPr/>
          <p:nvPr/>
        </p:nvGrpSpPr>
        <p:grpSpPr>
          <a:xfrm>
            <a:off x="601699" y="5214175"/>
            <a:ext cx="10940423" cy="641082"/>
            <a:chOff x="601699" y="5648354"/>
            <a:chExt cx="10940423" cy="641082"/>
          </a:xfrm>
        </p:grpSpPr>
        <p:cxnSp>
          <p:nvCxnSpPr>
            <p:cNvPr id="21" name="直接连接符 20">
              <a:extLst>
                <a:ext uri="{FF2B5EF4-FFF2-40B4-BE49-F238E27FC236}">
                  <a16:creationId xmlns:a16="http://schemas.microsoft.com/office/drawing/2014/main" id="{AFA66375-BFFA-4A09-AA4D-EB81610ADFDC}"/>
                </a:ext>
              </a:extLst>
            </p:cNvPr>
            <p:cNvCxnSpPr>
              <a:cxnSpLocks/>
            </p:cNvCxnSpPr>
            <p:nvPr/>
          </p:nvCxnSpPr>
          <p:spPr>
            <a:xfrm>
              <a:off x="1143721" y="6126777"/>
              <a:ext cx="10027235"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pic>
          <p:nvPicPr>
            <p:cNvPr id="22" name="图形 21">
              <a:extLst>
                <a:ext uri="{FF2B5EF4-FFF2-40B4-BE49-F238E27FC236}">
                  <a16:creationId xmlns:a16="http://schemas.microsoft.com/office/drawing/2014/main" id="{6C887B44-86C4-4555-A5AA-6253F2886F19}"/>
                </a:ext>
              </a:extLst>
            </p:cNvPr>
            <p:cNvPicPr>
              <a:picLocks noChangeAspect="1"/>
            </p:cNvPicPr>
            <p:nvPr/>
          </p:nvPicPr>
          <p:blipFill>
            <a:blip r:embed="rId3">
              <a:extLst>
                <a:ext uri="{28A0092B-C50C-407E-A947-70E740481C1C}">
                  <a14:useLocalDpi xmlns:a14="http://schemas.microsoft.com/office/drawing/2010/main" val="0"/>
                </a:ext>
                <a:ext uri="{96DAC541-7B7A-43D3-8B79-37D633B846F1}">
                  <asvg:svgBlip xmlns:asvg="http://schemas.microsoft.com/office/drawing/2016/SVG/main" r:embed="rId4"/>
                </a:ext>
              </a:extLst>
            </a:blip>
            <a:stretch>
              <a:fillRect/>
            </a:stretch>
          </p:blipFill>
          <p:spPr>
            <a:xfrm>
              <a:off x="601699" y="5648354"/>
              <a:ext cx="662814" cy="641082"/>
            </a:xfrm>
            <a:prstGeom prst="rect">
              <a:avLst/>
            </a:prstGeom>
          </p:spPr>
        </p:pic>
        <p:pic>
          <p:nvPicPr>
            <p:cNvPr id="23" name="图形 22">
              <a:extLst>
                <a:ext uri="{FF2B5EF4-FFF2-40B4-BE49-F238E27FC236}">
                  <a16:creationId xmlns:a16="http://schemas.microsoft.com/office/drawing/2014/main" id="{D0041743-ABFB-4FFC-9ACE-63E103F31FCF}"/>
                </a:ext>
              </a:extLst>
            </p:cNvPr>
            <p:cNvPicPr>
              <a:picLocks noChangeAspect="1"/>
            </p:cNvPicPr>
            <p:nvPr/>
          </p:nvPicPr>
          <p:blipFill>
            <a:blip r:embed="rId3">
              <a:extLst>
                <a:ext uri="{28A0092B-C50C-407E-A947-70E740481C1C}">
                  <a14:useLocalDpi xmlns:a14="http://schemas.microsoft.com/office/drawing/2010/main" val="0"/>
                </a:ext>
                <a:ext uri="{96DAC541-7B7A-43D3-8B79-37D633B846F1}">
                  <asvg:svgBlip xmlns:asvg="http://schemas.microsoft.com/office/drawing/2016/SVG/main" r:embed="rId4"/>
                </a:ext>
              </a:extLst>
            </a:blip>
            <a:stretch>
              <a:fillRect/>
            </a:stretch>
          </p:blipFill>
          <p:spPr>
            <a:xfrm>
              <a:off x="10879308" y="5648354"/>
              <a:ext cx="662814" cy="641082"/>
            </a:xfrm>
            <a:prstGeom prst="rect">
              <a:avLst/>
            </a:prstGeom>
          </p:spPr>
        </p:pic>
      </p:grpSp>
      <p:sp>
        <p:nvSpPr>
          <p:cNvPr id="11" name="矩形 10">
            <a:extLst>
              <a:ext uri="{FF2B5EF4-FFF2-40B4-BE49-F238E27FC236}">
                <a16:creationId xmlns:a16="http://schemas.microsoft.com/office/drawing/2014/main" id="{89F370EB-1516-471E-8B16-B9DF13881EEB}"/>
              </a:ext>
            </a:extLst>
          </p:cNvPr>
          <p:cNvSpPr/>
          <p:nvPr/>
        </p:nvSpPr>
        <p:spPr>
          <a:xfrm>
            <a:off x="304799" y="4714466"/>
            <a:ext cx="1366117" cy="387091"/>
          </a:xfrm>
          <a:prstGeom prst="rect">
            <a:avLst/>
          </a:prstGeom>
          <a:solidFill>
            <a:schemeClr val="tx2"/>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zh-CN" altLang="en-US" b="1" dirty="0"/>
              <a:t>物理层</a:t>
            </a:r>
          </a:p>
        </p:txBody>
      </p:sp>
      <p:sp>
        <p:nvSpPr>
          <p:cNvPr id="12" name="矩形 11">
            <a:extLst>
              <a:ext uri="{FF2B5EF4-FFF2-40B4-BE49-F238E27FC236}">
                <a16:creationId xmlns:a16="http://schemas.microsoft.com/office/drawing/2014/main" id="{C120AF4E-32F2-4BB4-8E09-D3F91B674B6A}"/>
              </a:ext>
            </a:extLst>
          </p:cNvPr>
          <p:cNvSpPr/>
          <p:nvPr/>
        </p:nvSpPr>
        <p:spPr>
          <a:xfrm>
            <a:off x="304800" y="3571384"/>
            <a:ext cx="1366117" cy="387091"/>
          </a:xfrm>
          <a:prstGeom prst="rect">
            <a:avLst/>
          </a:prstGeom>
          <a:solidFill>
            <a:schemeClr val="accent3"/>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zh-CN" altLang="en-US" b="1" dirty="0"/>
              <a:t>运输层</a:t>
            </a:r>
          </a:p>
        </p:txBody>
      </p:sp>
      <p:sp>
        <p:nvSpPr>
          <p:cNvPr id="13" name="矩形 12">
            <a:extLst>
              <a:ext uri="{FF2B5EF4-FFF2-40B4-BE49-F238E27FC236}">
                <a16:creationId xmlns:a16="http://schemas.microsoft.com/office/drawing/2014/main" id="{51C9FA23-441A-4229-A8AC-D91362162E91}"/>
              </a:ext>
            </a:extLst>
          </p:cNvPr>
          <p:cNvSpPr/>
          <p:nvPr/>
        </p:nvSpPr>
        <p:spPr>
          <a:xfrm>
            <a:off x="304800" y="3946389"/>
            <a:ext cx="1366117" cy="387091"/>
          </a:xfrm>
          <a:prstGeom prst="rect">
            <a:avLst/>
          </a:prstGeom>
          <a:solidFill>
            <a:schemeClr val="accent6"/>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zh-CN" altLang="en-US" b="1" dirty="0"/>
              <a:t>网络层</a:t>
            </a:r>
          </a:p>
        </p:txBody>
      </p:sp>
      <p:sp>
        <p:nvSpPr>
          <p:cNvPr id="14" name="矩形 13">
            <a:extLst>
              <a:ext uri="{FF2B5EF4-FFF2-40B4-BE49-F238E27FC236}">
                <a16:creationId xmlns:a16="http://schemas.microsoft.com/office/drawing/2014/main" id="{944CCDAD-E2F9-4EA6-A4ED-0C39133CDB16}"/>
              </a:ext>
            </a:extLst>
          </p:cNvPr>
          <p:cNvSpPr/>
          <p:nvPr/>
        </p:nvSpPr>
        <p:spPr>
          <a:xfrm>
            <a:off x="304800" y="4327375"/>
            <a:ext cx="1366118" cy="387091"/>
          </a:xfrm>
          <a:prstGeom prst="rect">
            <a:avLst/>
          </a:prstGeom>
          <a:solidFill>
            <a:schemeClr val="accent4"/>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zh-CN" altLang="en-US" b="1" dirty="0"/>
              <a:t>数据链路层</a:t>
            </a:r>
          </a:p>
        </p:txBody>
      </p:sp>
      <p:sp>
        <p:nvSpPr>
          <p:cNvPr id="15" name="矩形 14">
            <a:extLst>
              <a:ext uri="{FF2B5EF4-FFF2-40B4-BE49-F238E27FC236}">
                <a16:creationId xmlns:a16="http://schemas.microsoft.com/office/drawing/2014/main" id="{84531869-3AF3-45B6-B1D3-9A7658A203C8}"/>
              </a:ext>
            </a:extLst>
          </p:cNvPr>
          <p:cNvSpPr/>
          <p:nvPr/>
        </p:nvSpPr>
        <p:spPr>
          <a:xfrm>
            <a:off x="304800" y="3187346"/>
            <a:ext cx="1366117" cy="387091"/>
          </a:xfrm>
          <a:prstGeom prst="rect">
            <a:avLst/>
          </a:prstGeom>
          <a:solidFill>
            <a:schemeClr val="accent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zh-CN" altLang="en-US" b="1" dirty="0"/>
              <a:t>应用层</a:t>
            </a:r>
          </a:p>
        </p:txBody>
      </p:sp>
      <p:sp>
        <p:nvSpPr>
          <p:cNvPr id="35" name="矩形 34">
            <a:extLst>
              <a:ext uri="{FF2B5EF4-FFF2-40B4-BE49-F238E27FC236}">
                <a16:creationId xmlns:a16="http://schemas.microsoft.com/office/drawing/2014/main" id="{A2C9B035-8ABD-494E-8783-C6462F2C34EE}"/>
              </a:ext>
            </a:extLst>
          </p:cNvPr>
          <p:cNvSpPr/>
          <p:nvPr/>
        </p:nvSpPr>
        <p:spPr>
          <a:xfrm>
            <a:off x="10534236" y="4725109"/>
            <a:ext cx="1366117" cy="387091"/>
          </a:xfrm>
          <a:prstGeom prst="rect">
            <a:avLst/>
          </a:prstGeom>
          <a:solidFill>
            <a:schemeClr val="tx2"/>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zh-CN" altLang="en-US" b="1" dirty="0"/>
              <a:t>物理层</a:t>
            </a:r>
          </a:p>
        </p:txBody>
      </p:sp>
      <p:sp>
        <p:nvSpPr>
          <p:cNvPr id="36" name="矩形 35">
            <a:extLst>
              <a:ext uri="{FF2B5EF4-FFF2-40B4-BE49-F238E27FC236}">
                <a16:creationId xmlns:a16="http://schemas.microsoft.com/office/drawing/2014/main" id="{56BC3166-5D46-4BE0-859C-38744E5D710F}"/>
              </a:ext>
            </a:extLst>
          </p:cNvPr>
          <p:cNvSpPr/>
          <p:nvPr/>
        </p:nvSpPr>
        <p:spPr>
          <a:xfrm>
            <a:off x="10534237" y="3582027"/>
            <a:ext cx="1366117" cy="387091"/>
          </a:xfrm>
          <a:prstGeom prst="rect">
            <a:avLst/>
          </a:prstGeom>
          <a:solidFill>
            <a:schemeClr val="accent3"/>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zh-CN" altLang="en-US" b="1" dirty="0"/>
              <a:t>运输层</a:t>
            </a:r>
          </a:p>
        </p:txBody>
      </p:sp>
      <p:sp>
        <p:nvSpPr>
          <p:cNvPr id="37" name="矩形 36">
            <a:extLst>
              <a:ext uri="{FF2B5EF4-FFF2-40B4-BE49-F238E27FC236}">
                <a16:creationId xmlns:a16="http://schemas.microsoft.com/office/drawing/2014/main" id="{2393EBDF-8E46-43C9-A69C-478390939F5C}"/>
              </a:ext>
            </a:extLst>
          </p:cNvPr>
          <p:cNvSpPr/>
          <p:nvPr/>
        </p:nvSpPr>
        <p:spPr>
          <a:xfrm>
            <a:off x="10534237" y="3957032"/>
            <a:ext cx="1366117" cy="387091"/>
          </a:xfrm>
          <a:prstGeom prst="rect">
            <a:avLst/>
          </a:prstGeom>
          <a:solidFill>
            <a:schemeClr val="accent6"/>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zh-CN" altLang="en-US" b="1" dirty="0"/>
              <a:t>网络层</a:t>
            </a:r>
          </a:p>
        </p:txBody>
      </p:sp>
      <p:sp>
        <p:nvSpPr>
          <p:cNvPr id="38" name="矩形 37">
            <a:extLst>
              <a:ext uri="{FF2B5EF4-FFF2-40B4-BE49-F238E27FC236}">
                <a16:creationId xmlns:a16="http://schemas.microsoft.com/office/drawing/2014/main" id="{8A58E852-6B41-424C-BD97-FCA280780330}"/>
              </a:ext>
            </a:extLst>
          </p:cNvPr>
          <p:cNvSpPr/>
          <p:nvPr/>
        </p:nvSpPr>
        <p:spPr>
          <a:xfrm>
            <a:off x="10534237" y="4338018"/>
            <a:ext cx="1366118" cy="387091"/>
          </a:xfrm>
          <a:prstGeom prst="rect">
            <a:avLst/>
          </a:prstGeom>
          <a:solidFill>
            <a:schemeClr val="accent4"/>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zh-CN" altLang="en-US" b="1" dirty="0"/>
              <a:t>数据链路层</a:t>
            </a:r>
          </a:p>
        </p:txBody>
      </p:sp>
      <p:sp>
        <p:nvSpPr>
          <p:cNvPr id="39" name="矩形 38">
            <a:extLst>
              <a:ext uri="{FF2B5EF4-FFF2-40B4-BE49-F238E27FC236}">
                <a16:creationId xmlns:a16="http://schemas.microsoft.com/office/drawing/2014/main" id="{073FA83D-74E3-4EB9-AF7C-687245B39919}"/>
              </a:ext>
            </a:extLst>
          </p:cNvPr>
          <p:cNvSpPr/>
          <p:nvPr/>
        </p:nvSpPr>
        <p:spPr>
          <a:xfrm>
            <a:off x="10534237" y="3197989"/>
            <a:ext cx="1366117" cy="387091"/>
          </a:xfrm>
          <a:prstGeom prst="rect">
            <a:avLst/>
          </a:prstGeom>
          <a:solidFill>
            <a:schemeClr val="accent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zh-CN" altLang="en-US" b="1" dirty="0"/>
              <a:t>应用层</a:t>
            </a:r>
          </a:p>
        </p:txBody>
      </p:sp>
      <p:sp>
        <p:nvSpPr>
          <p:cNvPr id="41" name="矩形 40">
            <a:extLst>
              <a:ext uri="{FF2B5EF4-FFF2-40B4-BE49-F238E27FC236}">
                <a16:creationId xmlns:a16="http://schemas.microsoft.com/office/drawing/2014/main" id="{3BBA322B-0832-4585-84C2-01A02F3EF7A2}"/>
              </a:ext>
            </a:extLst>
          </p:cNvPr>
          <p:cNvSpPr/>
          <p:nvPr/>
        </p:nvSpPr>
        <p:spPr>
          <a:xfrm>
            <a:off x="9705354" y="5276548"/>
            <a:ext cx="640698" cy="363600"/>
          </a:xfrm>
          <a:prstGeom prst="rect">
            <a:avLst/>
          </a:prstGeom>
          <a:solidFill>
            <a:schemeClr val="accent6"/>
          </a:solidFill>
          <a:ln>
            <a:solidFill>
              <a:schemeClr val="accent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b="1" dirty="0"/>
          </a:p>
        </p:txBody>
      </p:sp>
    </p:spTree>
    <p:custDataLst>
      <p:tags r:id="rId1"/>
    </p:custDataLst>
    <p:extLst>
      <p:ext uri="{BB962C8B-B14F-4D97-AF65-F5344CB8AC3E}">
        <p14:creationId xmlns:p14="http://schemas.microsoft.com/office/powerpoint/2010/main" val="3559906326"/>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0" presetClass="entr" presetSubtype="0" fill="hold" grpId="0" nodeType="withEffect">
                                  <p:stCondLst>
                                    <p:cond delay="0"/>
                                  </p:stCondLst>
                                  <p:childTnLst>
                                    <p:set>
                                      <p:cBhvr>
                                        <p:cTn id="6" dur="1" fill="hold">
                                          <p:stCondLst>
                                            <p:cond delay="0"/>
                                          </p:stCondLst>
                                        </p:cTn>
                                        <p:tgtEl>
                                          <p:spTgt spid="41"/>
                                        </p:tgtEl>
                                        <p:attrNameLst>
                                          <p:attrName>style.visibility</p:attrName>
                                        </p:attrNameLst>
                                      </p:cBhvr>
                                      <p:to>
                                        <p:strVal val="visible"/>
                                      </p:to>
                                    </p:set>
                                    <p:animEffect transition="in" filter="wedge">
                                      <p:cBhvr>
                                        <p:cTn id="7" dur="2000"/>
                                        <p:tgtEl>
                                          <p:spTgt spid="41"/>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1" grpId="0" animBg="1"/>
    </p:bldLst>
  </p:timing>
</p:sld>
</file>

<file path=ppt/slides/slide5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16" name="组合 15">
            <a:extLst>
              <a:ext uri="{FF2B5EF4-FFF2-40B4-BE49-F238E27FC236}">
                <a16:creationId xmlns:a16="http://schemas.microsoft.com/office/drawing/2014/main" id="{597739D0-4E7B-44C8-9DB2-7EA87C2BFE14}"/>
              </a:ext>
            </a:extLst>
          </p:cNvPr>
          <p:cNvGrpSpPr/>
          <p:nvPr/>
        </p:nvGrpSpPr>
        <p:grpSpPr>
          <a:xfrm>
            <a:off x="6944615" y="5262102"/>
            <a:ext cx="4766204" cy="389145"/>
            <a:chOff x="6944615" y="5262102"/>
            <a:chExt cx="4766204" cy="389145"/>
          </a:xfrm>
        </p:grpSpPr>
        <p:sp>
          <p:nvSpPr>
            <p:cNvPr id="49" name="矩形 48">
              <a:extLst>
                <a:ext uri="{FF2B5EF4-FFF2-40B4-BE49-F238E27FC236}">
                  <a16:creationId xmlns:a16="http://schemas.microsoft.com/office/drawing/2014/main" id="{5CF45834-E2A2-4730-B06C-0DB3A63B2B03}"/>
                </a:ext>
              </a:extLst>
            </p:cNvPr>
            <p:cNvSpPr/>
            <p:nvPr/>
          </p:nvSpPr>
          <p:spPr>
            <a:xfrm>
              <a:off x="7530234" y="5262103"/>
              <a:ext cx="4180585" cy="387091"/>
            </a:xfrm>
            <a:prstGeom prst="rect">
              <a:avLst/>
            </a:prstGeom>
            <a:solidFill>
              <a:schemeClr val="accent6"/>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b="1" dirty="0"/>
            </a:p>
          </p:txBody>
        </p:sp>
        <p:sp>
          <p:nvSpPr>
            <p:cNvPr id="47" name="矩形 46">
              <a:extLst>
                <a:ext uri="{FF2B5EF4-FFF2-40B4-BE49-F238E27FC236}">
                  <a16:creationId xmlns:a16="http://schemas.microsoft.com/office/drawing/2014/main" id="{AEE1FC64-2BE2-4784-991C-5F96255D20BF}"/>
                </a:ext>
              </a:extLst>
            </p:cNvPr>
            <p:cNvSpPr/>
            <p:nvPr/>
          </p:nvSpPr>
          <p:spPr>
            <a:xfrm>
              <a:off x="6944615" y="5262104"/>
              <a:ext cx="585619" cy="387091"/>
            </a:xfrm>
            <a:prstGeom prst="rect">
              <a:avLst/>
            </a:prstGeom>
            <a:solidFill>
              <a:schemeClr val="accent4"/>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CN" b="1" dirty="0"/>
                <a:t>Flag</a:t>
              </a:r>
              <a:endParaRPr lang="zh-CN" altLang="en-US" b="1" dirty="0"/>
            </a:p>
          </p:txBody>
        </p:sp>
        <p:sp>
          <p:nvSpPr>
            <p:cNvPr id="50" name="矩形 49">
              <a:extLst>
                <a:ext uri="{FF2B5EF4-FFF2-40B4-BE49-F238E27FC236}">
                  <a16:creationId xmlns:a16="http://schemas.microsoft.com/office/drawing/2014/main" id="{024A03B3-B582-446A-9093-2F216D7C341C}"/>
                </a:ext>
              </a:extLst>
            </p:cNvPr>
            <p:cNvSpPr/>
            <p:nvPr/>
          </p:nvSpPr>
          <p:spPr>
            <a:xfrm>
              <a:off x="8144415" y="5264156"/>
              <a:ext cx="585619" cy="387091"/>
            </a:xfrm>
            <a:prstGeom prst="rect">
              <a:avLst/>
            </a:prstGeom>
            <a:solidFill>
              <a:schemeClr val="accent4"/>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CN" b="1" dirty="0"/>
                <a:t>Flag</a:t>
              </a:r>
              <a:endParaRPr lang="zh-CN" altLang="en-US" b="1" dirty="0"/>
            </a:p>
          </p:txBody>
        </p:sp>
        <p:sp>
          <p:nvSpPr>
            <p:cNvPr id="45" name="矩形 44">
              <a:extLst>
                <a:ext uri="{FF2B5EF4-FFF2-40B4-BE49-F238E27FC236}">
                  <a16:creationId xmlns:a16="http://schemas.microsoft.com/office/drawing/2014/main" id="{510600E6-47B6-4FB6-9C1C-2C91A05A50F6}"/>
                </a:ext>
              </a:extLst>
            </p:cNvPr>
            <p:cNvSpPr/>
            <p:nvPr/>
          </p:nvSpPr>
          <p:spPr>
            <a:xfrm>
              <a:off x="8730033" y="5262102"/>
              <a:ext cx="585619" cy="387091"/>
            </a:xfrm>
            <a:prstGeom prst="rect">
              <a:avLst/>
            </a:prstGeom>
            <a:solidFill>
              <a:schemeClr val="accent2"/>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CN" b="1" dirty="0"/>
                <a:t>ESC</a:t>
              </a:r>
              <a:endParaRPr lang="zh-CN" altLang="en-US" b="1" dirty="0"/>
            </a:p>
          </p:txBody>
        </p:sp>
      </p:grpSp>
      <p:sp>
        <p:nvSpPr>
          <p:cNvPr id="33" name="矩形 32">
            <a:extLst>
              <a:ext uri="{FF2B5EF4-FFF2-40B4-BE49-F238E27FC236}">
                <a16:creationId xmlns:a16="http://schemas.microsoft.com/office/drawing/2014/main" id="{19C1D5FC-F7A5-4FBF-810B-0FF9A8D13CCD}"/>
              </a:ext>
            </a:extLst>
          </p:cNvPr>
          <p:cNvSpPr/>
          <p:nvPr/>
        </p:nvSpPr>
        <p:spPr>
          <a:xfrm>
            <a:off x="-5167" y="5221918"/>
            <a:ext cx="938273" cy="484003"/>
          </a:xfrm>
          <a:prstGeom prst="rect">
            <a:avLst/>
          </a:prstGeom>
          <a:solidFill>
            <a:schemeClr val="bg1"/>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7" name="矩形 6">
            <a:extLst>
              <a:ext uri="{FF2B5EF4-FFF2-40B4-BE49-F238E27FC236}">
                <a16:creationId xmlns:a16="http://schemas.microsoft.com/office/drawing/2014/main" id="{63000FEF-84AC-4E71-B03B-0329662FD643}"/>
              </a:ext>
            </a:extLst>
          </p:cNvPr>
          <p:cNvSpPr/>
          <p:nvPr/>
        </p:nvSpPr>
        <p:spPr>
          <a:xfrm>
            <a:off x="11253727" y="5178728"/>
            <a:ext cx="938273" cy="484003"/>
          </a:xfrm>
          <a:prstGeom prst="rect">
            <a:avLst/>
          </a:prstGeom>
          <a:solidFill>
            <a:schemeClr val="bg1"/>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grpSp>
        <p:nvGrpSpPr>
          <p:cNvPr id="4" name="组合 3">
            <a:extLst>
              <a:ext uri="{FF2B5EF4-FFF2-40B4-BE49-F238E27FC236}">
                <a16:creationId xmlns:a16="http://schemas.microsoft.com/office/drawing/2014/main" id="{9A1EA9F2-FCB6-48C3-935F-7AE7E3AD14AC}"/>
              </a:ext>
            </a:extLst>
          </p:cNvPr>
          <p:cNvGrpSpPr/>
          <p:nvPr/>
        </p:nvGrpSpPr>
        <p:grpSpPr>
          <a:xfrm>
            <a:off x="304800" y="749300"/>
            <a:ext cx="6192343" cy="400110"/>
            <a:chOff x="424117" y="898245"/>
            <a:chExt cx="6192343" cy="400110"/>
          </a:xfrm>
        </p:grpSpPr>
        <p:sp>
          <p:nvSpPr>
            <p:cNvPr id="2" name="平行四边形 1">
              <a:extLst>
                <a:ext uri="{FF2B5EF4-FFF2-40B4-BE49-F238E27FC236}">
                  <a16:creationId xmlns:a16="http://schemas.microsoft.com/office/drawing/2014/main" id="{1F5BAA3F-9845-4F89-A2DD-8222D3E4EDAC}"/>
                </a:ext>
              </a:extLst>
            </p:cNvPr>
            <p:cNvSpPr/>
            <p:nvPr/>
          </p:nvSpPr>
          <p:spPr>
            <a:xfrm>
              <a:off x="424117" y="898245"/>
              <a:ext cx="711200" cy="387090"/>
            </a:xfrm>
            <a:prstGeom prst="parallelogram">
              <a:avLst/>
            </a:prstGeom>
            <a:solidFill>
              <a:schemeClr val="accent3">
                <a:lumMod val="75000"/>
              </a:schemeClr>
            </a:solidFill>
            <a:ln>
              <a:solidFill>
                <a:schemeClr val="accent3">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CN" sz="2200" dirty="0">
                  <a:latin typeface="Impact" panose="020B0806030902050204" pitchFamily="34" charset="0"/>
                </a:rPr>
                <a:t>02</a:t>
              </a:r>
              <a:endParaRPr lang="zh-CN" altLang="en-US" sz="2200" dirty="0">
                <a:latin typeface="Impact" panose="020B0806030902050204" pitchFamily="34" charset="0"/>
              </a:endParaRPr>
            </a:p>
          </p:txBody>
        </p:sp>
        <p:sp>
          <p:nvSpPr>
            <p:cNvPr id="3" name="文本框 2">
              <a:extLst>
                <a:ext uri="{FF2B5EF4-FFF2-40B4-BE49-F238E27FC236}">
                  <a16:creationId xmlns:a16="http://schemas.microsoft.com/office/drawing/2014/main" id="{4D6BD736-A4D3-4F26-AFED-36E11F50F70B}"/>
                </a:ext>
              </a:extLst>
            </p:cNvPr>
            <p:cNvSpPr txBox="1"/>
            <p:nvPr/>
          </p:nvSpPr>
          <p:spPr>
            <a:xfrm>
              <a:off x="1204755" y="898245"/>
              <a:ext cx="5411705" cy="400110"/>
            </a:xfrm>
            <a:prstGeom prst="rect">
              <a:avLst/>
            </a:prstGeom>
            <a:noFill/>
          </p:spPr>
          <p:txBody>
            <a:bodyPr wrap="square" rtlCol="0">
              <a:spAutoFit/>
            </a:bodyPr>
            <a:lstStyle/>
            <a:p>
              <a:r>
                <a:rPr lang="zh-CN" altLang="en-US" sz="2000" b="1" dirty="0"/>
                <a:t>透明传输</a:t>
              </a:r>
            </a:p>
          </p:txBody>
        </p:sp>
      </p:grpSp>
      <p:sp>
        <p:nvSpPr>
          <p:cNvPr id="8" name="矩形 7">
            <a:extLst>
              <a:ext uri="{FF2B5EF4-FFF2-40B4-BE49-F238E27FC236}">
                <a16:creationId xmlns:a16="http://schemas.microsoft.com/office/drawing/2014/main" id="{C7720255-4E6C-41B6-A880-D93377A356B5}"/>
              </a:ext>
            </a:extLst>
          </p:cNvPr>
          <p:cNvSpPr/>
          <p:nvPr/>
        </p:nvSpPr>
        <p:spPr>
          <a:xfrm>
            <a:off x="1016000" y="1297642"/>
            <a:ext cx="256976" cy="256976"/>
          </a:xfrm>
          <a:prstGeom prst="rect">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9" name="íşlïḍè">
            <a:extLst>
              <a:ext uri="{FF2B5EF4-FFF2-40B4-BE49-F238E27FC236}">
                <a16:creationId xmlns:a16="http://schemas.microsoft.com/office/drawing/2014/main" id="{1E3208DB-9CB5-439E-87A6-F640C77C2B32}"/>
              </a:ext>
            </a:extLst>
          </p:cNvPr>
          <p:cNvSpPr txBox="1"/>
          <p:nvPr/>
        </p:nvSpPr>
        <p:spPr>
          <a:xfrm>
            <a:off x="1333228" y="1297641"/>
            <a:ext cx="10494766" cy="511424"/>
          </a:xfrm>
          <a:prstGeom prst="rect">
            <a:avLst/>
          </a:prstGeom>
          <a:noFill/>
        </p:spPr>
        <p:txBody>
          <a:bodyPr wrap="square" lIns="91440" tIns="45720" rIns="91440" bIns="45720" anchor="ctr">
            <a:noAutofit/>
          </a:bodyPr>
          <a:lstStyle/>
          <a:p>
            <a:r>
              <a:rPr lang="zh-CN" altLang="en-US" b="1" dirty="0"/>
              <a:t>透明传输是指</a:t>
            </a:r>
            <a:r>
              <a:rPr lang="zh-CN" altLang="en-US" b="1" dirty="0">
                <a:solidFill>
                  <a:schemeClr val="accent1">
                    <a:lumMod val="75000"/>
                  </a:schemeClr>
                </a:solidFill>
              </a:rPr>
              <a:t>数据链路层对上层交付下来的协议数据单元</a:t>
            </a:r>
            <a:r>
              <a:rPr lang="en-US" altLang="zh-CN" b="1" dirty="0">
                <a:solidFill>
                  <a:schemeClr val="accent1">
                    <a:lumMod val="75000"/>
                  </a:schemeClr>
                </a:solidFill>
              </a:rPr>
              <a:t>PDU</a:t>
            </a:r>
            <a:r>
              <a:rPr lang="zh-CN" altLang="en-US" b="1" dirty="0">
                <a:solidFill>
                  <a:schemeClr val="accent1">
                    <a:lumMod val="75000"/>
                  </a:schemeClr>
                </a:solidFill>
              </a:rPr>
              <a:t>没有任何限制</a:t>
            </a:r>
            <a:r>
              <a:rPr lang="zh-CN" altLang="en-US" b="1" dirty="0"/>
              <a:t>，就好像数据链路层不存在一样。</a:t>
            </a:r>
            <a:endParaRPr lang="en-US" altLang="zh-CN" b="1" dirty="0"/>
          </a:p>
        </p:txBody>
      </p:sp>
      <p:grpSp>
        <p:nvGrpSpPr>
          <p:cNvPr id="10" name="组合 9">
            <a:extLst>
              <a:ext uri="{FF2B5EF4-FFF2-40B4-BE49-F238E27FC236}">
                <a16:creationId xmlns:a16="http://schemas.microsoft.com/office/drawing/2014/main" id="{1872948F-40FE-4C50-9F43-A13F69433512}"/>
              </a:ext>
            </a:extLst>
          </p:cNvPr>
          <p:cNvGrpSpPr/>
          <p:nvPr/>
        </p:nvGrpSpPr>
        <p:grpSpPr>
          <a:xfrm>
            <a:off x="601699" y="5214175"/>
            <a:ext cx="10940423" cy="641082"/>
            <a:chOff x="601699" y="5648354"/>
            <a:chExt cx="10940423" cy="641082"/>
          </a:xfrm>
        </p:grpSpPr>
        <p:cxnSp>
          <p:nvCxnSpPr>
            <p:cNvPr id="21" name="直接连接符 20">
              <a:extLst>
                <a:ext uri="{FF2B5EF4-FFF2-40B4-BE49-F238E27FC236}">
                  <a16:creationId xmlns:a16="http://schemas.microsoft.com/office/drawing/2014/main" id="{AFA66375-BFFA-4A09-AA4D-EB81610ADFDC}"/>
                </a:ext>
              </a:extLst>
            </p:cNvPr>
            <p:cNvCxnSpPr>
              <a:cxnSpLocks/>
            </p:cNvCxnSpPr>
            <p:nvPr/>
          </p:nvCxnSpPr>
          <p:spPr>
            <a:xfrm>
              <a:off x="1143721" y="6126777"/>
              <a:ext cx="10027235"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pic>
          <p:nvPicPr>
            <p:cNvPr id="22" name="图形 21">
              <a:extLst>
                <a:ext uri="{FF2B5EF4-FFF2-40B4-BE49-F238E27FC236}">
                  <a16:creationId xmlns:a16="http://schemas.microsoft.com/office/drawing/2014/main" id="{6C887B44-86C4-4555-A5AA-6253F2886F19}"/>
                </a:ext>
              </a:extLst>
            </p:cNvPr>
            <p:cNvPicPr>
              <a:picLocks noChangeAspect="1"/>
            </p:cNvPicPr>
            <p:nvPr/>
          </p:nvPicPr>
          <p:blipFill>
            <a:blip r:embed="rId3">
              <a:extLst>
                <a:ext uri="{28A0092B-C50C-407E-A947-70E740481C1C}">
                  <a14:useLocalDpi xmlns:a14="http://schemas.microsoft.com/office/drawing/2010/main" val="0"/>
                </a:ext>
                <a:ext uri="{96DAC541-7B7A-43D3-8B79-37D633B846F1}">
                  <asvg:svgBlip xmlns:asvg="http://schemas.microsoft.com/office/drawing/2016/SVG/main" r:embed="rId4"/>
                </a:ext>
              </a:extLst>
            </a:blip>
            <a:stretch>
              <a:fillRect/>
            </a:stretch>
          </p:blipFill>
          <p:spPr>
            <a:xfrm>
              <a:off x="601699" y="5648354"/>
              <a:ext cx="662814" cy="641082"/>
            </a:xfrm>
            <a:prstGeom prst="rect">
              <a:avLst/>
            </a:prstGeom>
          </p:spPr>
        </p:pic>
        <p:pic>
          <p:nvPicPr>
            <p:cNvPr id="23" name="图形 22">
              <a:extLst>
                <a:ext uri="{FF2B5EF4-FFF2-40B4-BE49-F238E27FC236}">
                  <a16:creationId xmlns:a16="http://schemas.microsoft.com/office/drawing/2014/main" id="{D0041743-ABFB-4FFC-9ACE-63E103F31FCF}"/>
                </a:ext>
              </a:extLst>
            </p:cNvPr>
            <p:cNvPicPr>
              <a:picLocks noChangeAspect="1"/>
            </p:cNvPicPr>
            <p:nvPr/>
          </p:nvPicPr>
          <p:blipFill>
            <a:blip r:embed="rId3">
              <a:extLst>
                <a:ext uri="{28A0092B-C50C-407E-A947-70E740481C1C}">
                  <a14:useLocalDpi xmlns:a14="http://schemas.microsoft.com/office/drawing/2010/main" val="0"/>
                </a:ext>
                <a:ext uri="{96DAC541-7B7A-43D3-8B79-37D633B846F1}">
                  <asvg:svgBlip xmlns:asvg="http://schemas.microsoft.com/office/drawing/2016/SVG/main" r:embed="rId4"/>
                </a:ext>
              </a:extLst>
            </a:blip>
            <a:stretch>
              <a:fillRect/>
            </a:stretch>
          </p:blipFill>
          <p:spPr>
            <a:xfrm>
              <a:off x="10879308" y="5648354"/>
              <a:ext cx="662814" cy="641082"/>
            </a:xfrm>
            <a:prstGeom prst="rect">
              <a:avLst/>
            </a:prstGeom>
          </p:spPr>
        </p:pic>
      </p:grpSp>
      <p:sp>
        <p:nvSpPr>
          <p:cNvPr id="11" name="矩形 10">
            <a:extLst>
              <a:ext uri="{FF2B5EF4-FFF2-40B4-BE49-F238E27FC236}">
                <a16:creationId xmlns:a16="http://schemas.microsoft.com/office/drawing/2014/main" id="{89F370EB-1516-471E-8B16-B9DF13881EEB}"/>
              </a:ext>
            </a:extLst>
          </p:cNvPr>
          <p:cNvSpPr/>
          <p:nvPr/>
        </p:nvSpPr>
        <p:spPr>
          <a:xfrm>
            <a:off x="304799" y="4714466"/>
            <a:ext cx="1366117" cy="387091"/>
          </a:xfrm>
          <a:prstGeom prst="rect">
            <a:avLst/>
          </a:prstGeom>
          <a:solidFill>
            <a:schemeClr val="tx2"/>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zh-CN" altLang="en-US" b="1" dirty="0"/>
              <a:t>物理层</a:t>
            </a:r>
          </a:p>
        </p:txBody>
      </p:sp>
      <p:sp>
        <p:nvSpPr>
          <p:cNvPr id="12" name="矩形 11">
            <a:extLst>
              <a:ext uri="{FF2B5EF4-FFF2-40B4-BE49-F238E27FC236}">
                <a16:creationId xmlns:a16="http://schemas.microsoft.com/office/drawing/2014/main" id="{C120AF4E-32F2-4BB4-8E09-D3F91B674B6A}"/>
              </a:ext>
            </a:extLst>
          </p:cNvPr>
          <p:cNvSpPr/>
          <p:nvPr/>
        </p:nvSpPr>
        <p:spPr>
          <a:xfrm>
            <a:off x="304800" y="3571384"/>
            <a:ext cx="1366117" cy="387091"/>
          </a:xfrm>
          <a:prstGeom prst="rect">
            <a:avLst/>
          </a:prstGeom>
          <a:solidFill>
            <a:schemeClr val="accent3"/>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zh-CN" altLang="en-US" b="1" dirty="0"/>
              <a:t>运输层</a:t>
            </a:r>
          </a:p>
        </p:txBody>
      </p:sp>
      <p:sp>
        <p:nvSpPr>
          <p:cNvPr id="13" name="矩形 12">
            <a:extLst>
              <a:ext uri="{FF2B5EF4-FFF2-40B4-BE49-F238E27FC236}">
                <a16:creationId xmlns:a16="http://schemas.microsoft.com/office/drawing/2014/main" id="{51C9FA23-441A-4229-A8AC-D91362162E91}"/>
              </a:ext>
            </a:extLst>
          </p:cNvPr>
          <p:cNvSpPr/>
          <p:nvPr/>
        </p:nvSpPr>
        <p:spPr>
          <a:xfrm>
            <a:off x="304800" y="3946389"/>
            <a:ext cx="1366117" cy="387091"/>
          </a:xfrm>
          <a:prstGeom prst="rect">
            <a:avLst/>
          </a:prstGeom>
          <a:solidFill>
            <a:schemeClr val="accent6"/>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zh-CN" altLang="en-US" b="1" dirty="0"/>
              <a:t>网络层</a:t>
            </a:r>
          </a:p>
        </p:txBody>
      </p:sp>
      <p:sp>
        <p:nvSpPr>
          <p:cNvPr id="14" name="矩形 13">
            <a:extLst>
              <a:ext uri="{FF2B5EF4-FFF2-40B4-BE49-F238E27FC236}">
                <a16:creationId xmlns:a16="http://schemas.microsoft.com/office/drawing/2014/main" id="{944CCDAD-E2F9-4EA6-A4ED-0C39133CDB16}"/>
              </a:ext>
            </a:extLst>
          </p:cNvPr>
          <p:cNvSpPr/>
          <p:nvPr/>
        </p:nvSpPr>
        <p:spPr>
          <a:xfrm>
            <a:off x="304800" y="4327375"/>
            <a:ext cx="1366118" cy="387091"/>
          </a:xfrm>
          <a:prstGeom prst="rect">
            <a:avLst/>
          </a:prstGeom>
          <a:solidFill>
            <a:schemeClr val="accent4"/>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zh-CN" altLang="en-US" b="1" dirty="0"/>
              <a:t>数据链路层</a:t>
            </a:r>
          </a:p>
        </p:txBody>
      </p:sp>
      <p:sp>
        <p:nvSpPr>
          <p:cNvPr id="15" name="矩形 14">
            <a:extLst>
              <a:ext uri="{FF2B5EF4-FFF2-40B4-BE49-F238E27FC236}">
                <a16:creationId xmlns:a16="http://schemas.microsoft.com/office/drawing/2014/main" id="{84531869-3AF3-45B6-B1D3-9A7658A203C8}"/>
              </a:ext>
            </a:extLst>
          </p:cNvPr>
          <p:cNvSpPr/>
          <p:nvPr/>
        </p:nvSpPr>
        <p:spPr>
          <a:xfrm>
            <a:off x="304800" y="3187346"/>
            <a:ext cx="1366117" cy="387091"/>
          </a:xfrm>
          <a:prstGeom prst="rect">
            <a:avLst/>
          </a:prstGeom>
          <a:solidFill>
            <a:schemeClr val="accent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zh-CN" altLang="en-US" b="1" dirty="0"/>
              <a:t>应用层</a:t>
            </a:r>
          </a:p>
        </p:txBody>
      </p:sp>
      <p:sp>
        <p:nvSpPr>
          <p:cNvPr id="35" name="矩形 34">
            <a:extLst>
              <a:ext uri="{FF2B5EF4-FFF2-40B4-BE49-F238E27FC236}">
                <a16:creationId xmlns:a16="http://schemas.microsoft.com/office/drawing/2014/main" id="{A2C9B035-8ABD-494E-8783-C6462F2C34EE}"/>
              </a:ext>
            </a:extLst>
          </p:cNvPr>
          <p:cNvSpPr/>
          <p:nvPr/>
        </p:nvSpPr>
        <p:spPr>
          <a:xfrm>
            <a:off x="10534236" y="4725109"/>
            <a:ext cx="1366117" cy="387091"/>
          </a:xfrm>
          <a:prstGeom prst="rect">
            <a:avLst/>
          </a:prstGeom>
          <a:solidFill>
            <a:schemeClr val="tx2"/>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zh-CN" altLang="en-US" b="1" dirty="0"/>
              <a:t>物理层</a:t>
            </a:r>
          </a:p>
        </p:txBody>
      </p:sp>
      <p:sp>
        <p:nvSpPr>
          <p:cNvPr id="36" name="矩形 35">
            <a:extLst>
              <a:ext uri="{FF2B5EF4-FFF2-40B4-BE49-F238E27FC236}">
                <a16:creationId xmlns:a16="http://schemas.microsoft.com/office/drawing/2014/main" id="{56BC3166-5D46-4BE0-859C-38744E5D710F}"/>
              </a:ext>
            </a:extLst>
          </p:cNvPr>
          <p:cNvSpPr/>
          <p:nvPr/>
        </p:nvSpPr>
        <p:spPr>
          <a:xfrm>
            <a:off x="10534237" y="3582027"/>
            <a:ext cx="1366117" cy="387091"/>
          </a:xfrm>
          <a:prstGeom prst="rect">
            <a:avLst/>
          </a:prstGeom>
          <a:solidFill>
            <a:schemeClr val="accent3"/>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zh-CN" altLang="en-US" b="1" dirty="0"/>
              <a:t>运输层</a:t>
            </a:r>
          </a:p>
        </p:txBody>
      </p:sp>
      <p:sp>
        <p:nvSpPr>
          <p:cNvPr id="37" name="矩形 36">
            <a:extLst>
              <a:ext uri="{FF2B5EF4-FFF2-40B4-BE49-F238E27FC236}">
                <a16:creationId xmlns:a16="http://schemas.microsoft.com/office/drawing/2014/main" id="{2393EBDF-8E46-43C9-A69C-478390939F5C}"/>
              </a:ext>
            </a:extLst>
          </p:cNvPr>
          <p:cNvSpPr/>
          <p:nvPr/>
        </p:nvSpPr>
        <p:spPr>
          <a:xfrm>
            <a:off x="10534237" y="3957032"/>
            <a:ext cx="1366117" cy="387091"/>
          </a:xfrm>
          <a:prstGeom prst="rect">
            <a:avLst/>
          </a:prstGeom>
          <a:solidFill>
            <a:schemeClr val="accent6"/>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zh-CN" altLang="en-US" b="1" dirty="0"/>
              <a:t>网络层</a:t>
            </a:r>
          </a:p>
        </p:txBody>
      </p:sp>
      <p:sp>
        <p:nvSpPr>
          <p:cNvPr id="38" name="矩形 37">
            <a:extLst>
              <a:ext uri="{FF2B5EF4-FFF2-40B4-BE49-F238E27FC236}">
                <a16:creationId xmlns:a16="http://schemas.microsoft.com/office/drawing/2014/main" id="{8A58E852-6B41-424C-BD97-FCA280780330}"/>
              </a:ext>
            </a:extLst>
          </p:cNvPr>
          <p:cNvSpPr/>
          <p:nvPr/>
        </p:nvSpPr>
        <p:spPr>
          <a:xfrm>
            <a:off x="10534237" y="4338018"/>
            <a:ext cx="1366118" cy="387091"/>
          </a:xfrm>
          <a:prstGeom prst="rect">
            <a:avLst/>
          </a:prstGeom>
          <a:solidFill>
            <a:schemeClr val="accent4"/>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zh-CN" altLang="en-US" b="1" dirty="0"/>
              <a:t>数据链路层</a:t>
            </a:r>
          </a:p>
        </p:txBody>
      </p:sp>
      <p:sp>
        <p:nvSpPr>
          <p:cNvPr id="39" name="矩形 38">
            <a:extLst>
              <a:ext uri="{FF2B5EF4-FFF2-40B4-BE49-F238E27FC236}">
                <a16:creationId xmlns:a16="http://schemas.microsoft.com/office/drawing/2014/main" id="{073FA83D-74E3-4EB9-AF7C-687245B39919}"/>
              </a:ext>
            </a:extLst>
          </p:cNvPr>
          <p:cNvSpPr/>
          <p:nvPr/>
        </p:nvSpPr>
        <p:spPr>
          <a:xfrm>
            <a:off x="10534237" y="3197989"/>
            <a:ext cx="1366117" cy="387091"/>
          </a:xfrm>
          <a:prstGeom prst="rect">
            <a:avLst/>
          </a:prstGeom>
          <a:solidFill>
            <a:schemeClr val="accent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zh-CN" altLang="en-US" b="1" dirty="0"/>
              <a:t>应用层</a:t>
            </a:r>
          </a:p>
        </p:txBody>
      </p:sp>
    </p:spTree>
    <p:custDataLst>
      <p:tags r:id="rId1"/>
    </p:custDataLst>
    <p:extLst>
      <p:ext uri="{BB962C8B-B14F-4D97-AF65-F5344CB8AC3E}">
        <p14:creationId xmlns:p14="http://schemas.microsoft.com/office/powerpoint/2010/main" val="30120176"/>
      </p:ext>
    </p:extLst>
  </p:cSld>
  <p:clrMapOvr>
    <a:masterClrMapping/>
  </p:clrMapOvr>
  <mc:AlternateContent xmlns:mc="http://schemas.openxmlformats.org/markup-compatibility/2006" xmlns:p14="http://schemas.microsoft.com/office/powerpoint/2010/main">
    <mc:Choice Requires="p14">
      <p:transition p14:dur="0" advClick="0" advTm="0"/>
    </mc:Choice>
    <mc:Fallback xmlns="">
      <p:transition advClick="0" advTm="0"/>
    </mc:Fallback>
  </mc:AlternateContent>
</p:sld>
</file>

<file path=ppt/slides/slide5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0" name="íşlïḍè">
            <a:extLst>
              <a:ext uri="{FF2B5EF4-FFF2-40B4-BE49-F238E27FC236}">
                <a16:creationId xmlns:a16="http://schemas.microsoft.com/office/drawing/2014/main" id="{AF3914DE-510B-4DC4-A42A-679A8FA980BF}"/>
              </a:ext>
            </a:extLst>
          </p:cNvPr>
          <p:cNvSpPr txBox="1"/>
          <p:nvPr/>
        </p:nvSpPr>
        <p:spPr>
          <a:xfrm>
            <a:off x="10346052" y="5890704"/>
            <a:ext cx="1657576" cy="511424"/>
          </a:xfrm>
          <a:prstGeom prst="rect">
            <a:avLst/>
          </a:prstGeom>
          <a:noFill/>
        </p:spPr>
        <p:txBody>
          <a:bodyPr wrap="square" lIns="91440" tIns="45720" rIns="91440" bIns="45720" anchor="ctr">
            <a:noAutofit/>
          </a:bodyPr>
          <a:lstStyle/>
          <a:p>
            <a:pPr algn="ctr"/>
            <a:r>
              <a:rPr lang="zh-CN" altLang="en-US" b="1" dirty="0"/>
              <a:t>转义字符后面</a:t>
            </a:r>
            <a:endParaRPr lang="en-US" altLang="zh-CN" b="1" dirty="0"/>
          </a:p>
          <a:p>
            <a:pPr algn="ctr"/>
            <a:r>
              <a:rPr lang="zh-CN" altLang="en-US" b="1" dirty="0"/>
              <a:t>的是字节数据</a:t>
            </a:r>
            <a:endParaRPr lang="en-US" altLang="zh-CN" b="1" dirty="0"/>
          </a:p>
        </p:txBody>
      </p:sp>
      <p:grpSp>
        <p:nvGrpSpPr>
          <p:cNvPr id="16" name="组合 15">
            <a:extLst>
              <a:ext uri="{FF2B5EF4-FFF2-40B4-BE49-F238E27FC236}">
                <a16:creationId xmlns:a16="http://schemas.microsoft.com/office/drawing/2014/main" id="{597739D0-4E7B-44C8-9DB2-7EA87C2BFE14}"/>
              </a:ext>
            </a:extLst>
          </p:cNvPr>
          <p:cNvGrpSpPr/>
          <p:nvPr/>
        </p:nvGrpSpPr>
        <p:grpSpPr>
          <a:xfrm>
            <a:off x="8501552" y="5262102"/>
            <a:ext cx="4766204" cy="389145"/>
            <a:chOff x="6944615" y="5262102"/>
            <a:chExt cx="4766204" cy="389145"/>
          </a:xfrm>
        </p:grpSpPr>
        <p:sp>
          <p:nvSpPr>
            <p:cNvPr id="49" name="矩形 48">
              <a:extLst>
                <a:ext uri="{FF2B5EF4-FFF2-40B4-BE49-F238E27FC236}">
                  <a16:creationId xmlns:a16="http://schemas.microsoft.com/office/drawing/2014/main" id="{5CF45834-E2A2-4730-B06C-0DB3A63B2B03}"/>
                </a:ext>
              </a:extLst>
            </p:cNvPr>
            <p:cNvSpPr/>
            <p:nvPr/>
          </p:nvSpPr>
          <p:spPr>
            <a:xfrm>
              <a:off x="7530234" y="5262103"/>
              <a:ext cx="4180585" cy="387091"/>
            </a:xfrm>
            <a:prstGeom prst="rect">
              <a:avLst/>
            </a:prstGeom>
            <a:solidFill>
              <a:schemeClr val="accent6"/>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b="1" dirty="0"/>
            </a:p>
          </p:txBody>
        </p:sp>
        <p:sp>
          <p:nvSpPr>
            <p:cNvPr id="47" name="矩形 46">
              <a:extLst>
                <a:ext uri="{FF2B5EF4-FFF2-40B4-BE49-F238E27FC236}">
                  <a16:creationId xmlns:a16="http://schemas.microsoft.com/office/drawing/2014/main" id="{AEE1FC64-2BE2-4784-991C-5F96255D20BF}"/>
                </a:ext>
              </a:extLst>
            </p:cNvPr>
            <p:cNvSpPr/>
            <p:nvPr/>
          </p:nvSpPr>
          <p:spPr>
            <a:xfrm>
              <a:off x="6944615" y="5262104"/>
              <a:ext cx="585619" cy="387091"/>
            </a:xfrm>
            <a:prstGeom prst="rect">
              <a:avLst/>
            </a:prstGeom>
            <a:solidFill>
              <a:schemeClr val="accent4"/>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CN" b="1" dirty="0"/>
                <a:t>Flag</a:t>
              </a:r>
              <a:endParaRPr lang="zh-CN" altLang="en-US" b="1" dirty="0"/>
            </a:p>
          </p:txBody>
        </p:sp>
        <p:sp>
          <p:nvSpPr>
            <p:cNvPr id="50" name="矩形 49">
              <a:extLst>
                <a:ext uri="{FF2B5EF4-FFF2-40B4-BE49-F238E27FC236}">
                  <a16:creationId xmlns:a16="http://schemas.microsoft.com/office/drawing/2014/main" id="{024A03B3-B582-446A-9093-2F216D7C341C}"/>
                </a:ext>
              </a:extLst>
            </p:cNvPr>
            <p:cNvSpPr/>
            <p:nvPr/>
          </p:nvSpPr>
          <p:spPr>
            <a:xfrm>
              <a:off x="8144415" y="5264156"/>
              <a:ext cx="585619" cy="387091"/>
            </a:xfrm>
            <a:prstGeom prst="rect">
              <a:avLst/>
            </a:prstGeom>
            <a:solidFill>
              <a:schemeClr val="accent4"/>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CN" b="1" dirty="0"/>
                <a:t>Flag</a:t>
              </a:r>
              <a:endParaRPr lang="zh-CN" altLang="en-US" b="1" dirty="0"/>
            </a:p>
          </p:txBody>
        </p:sp>
        <p:sp>
          <p:nvSpPr>
            <p:cNvPr id="45" name="矩形 44">
              <a:extLst>
                <a:ext uri="{FF2B5EF4-FFF2-40B4-BE49-F238E27FC236}">
                  <a16:creationId xmlns:a16="http://schemas.microsoft.com/office/drawing/2014/main" id="{510600E6-47B6-4FB6-9C1C-2C91A05A50F6}"/>
                </a:ext>
              </a:extLst>
            </p:cNvPr>
            <p:cNvSpPr/>
            <p:nvPr/>
          </p:nvSpPr>
          <p:spPr>
            <a:xfrm>
              <a:off x="8730033" y="5262102"/>
              <a:ext cx="585619" cy="387091"/>
            </a:xfrm>
            <a:prstGeom prst="rect">
              <a:avLst/>
            </a:prstGeom>
            <a:solidFill>
              <a:schemeClr val="accent2"/>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CN" b="1" dirty="0"/>
                <a:t>ESC</a:t>
              </a:r>
              <a:endParaRPr lang="zh-CN" altLang="en-US" b="1" dirty="0"/>
            </a:p>
          </p:txBody>
        </p:sp>
      </p:grpSp>
      <p:sp>
        <p:nvSpPr>
          <p:cNvPr id="33" name="矩形 32">
            <a:extLst>
              <a:ext uri="{FF2B5EF4-FFF2-40B4-BE49-F238E27FC236}">
                <a16:creationId xmlns:a16="http://schemas.microsoft.com/office/drawing/2014/main" id="{19C1D5FC-F7A5-4FBF-810B-0FF9A8D13CCD}"/>
              </a:ext>
            </a:extLst>
          </p:cNvPr>
          <p:cNvSpPr/>
          <p:nvPr/>
        </p:nvSpPr>
        <p:spPr>
          <a:xfrm>
            <a:off x="-5167" y="5221918"/>
            <a:ext cx="938273" cy="484003"/>
          </a:xfrm>
          <a:prstGeom prst="rect">
            <a:avLst/>
          </a:prstGeom>
          <a:solidFill>
            <a:schemeClr val="bg1"/>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7" name="矩形 6">
            <a:extLst>
              <a:ext uri="{FF2B5EF4-FFF2-40B4-BE49-F238E27FC236}">
                <a16:creationId xmlns:a16="http://schemas.microsoft.com/office/drawing/2014/main" id="{63000FEF-84AC-4E71-B03B-0329662FD643}"/>
              </a:ext>
            </a:extLst>
          </p:cNvPr>
          <p:cNvSpPr/>
          <p:nvPr/>
        </p:nvSpPr>
        <p:spPr>
          <a:xfrm>
            <a:off x="11253727" y="5178728"/>
            <a:ext cx="938273" cy="484003"/>
          </a:xfrm>
          <a:prstGeom prst="rect">
            <a:avLst/>
          </a:prstGeom>
          <a:solidFill>
            <a:schemeClr val="bg1"/>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grpSp>
        <p:nvGrpSpPr>
          <p:cNvPr id="4" name="组合 3">
            <a:extLst>
              <a:ext uri="{FF2B5EF4-FFF2-40B4-BE49-F238E27FC236}">
                <a16:creationId xmlns:a16="http://schemas.microsoft.com/office/drawing/2014/main" id="{9A1EA9F2-FCB6-48C3-935F-7AE7E3AD14AC}"/>
              </a:ext>
            </a:extLst>
          </p:cNvPr>
          <p:cNvGrpSpPr/>
          <p:nvPr/>
        </p:nvGrpSpPr>
        <p:grpSpPr>
          <a:xfrm>
            <a:off x="304800" y="749300"/>
            <a:ext cx="6192343" cy="400110"/>
            <a:chOff x="424117" y="898245"/>
            <a:chExt cx="6192343" cy="400110"/>
          </a:xfrm>
        </p:grpSpPr>
        <p:sp>
          <p:nvSpPr>
            <p:cNvPr id="2" name="平行四边形 1">
              <a:extLst>
                <a:ext uri="{FF2B5EF4-FFF2-40B4-BE49-F238E27FC236}">
                  <a16:creationId xmlns:a16="http://schemas.microsoft.com/office/drawing/2014/main" id="{1F5BAA3F-9845-4F89-A2DD-8222D3E4EDAC}"/>
                </a:ext>
              </a:extLst>
            </p:cNvPr>
            <p:cNvSpPr/>
            <p:nvPr/>
          </p:nvSpPr>
          <p:spPr>
            <a:xfrm>
              <a:off x="424117" y="898245"/>
              <a:ext cx="711200" cy="387090"/>
            </a:xfrm>
            <a:prstGeom prst="parallelogram">
              <a:avLst/>
            </a:prstGeom>
            <a:solidFill>
              <a:schemeClr val="accent3">
                <a:lumMod val="75000"/>
              </a:schemeClr>
            </a:solidFill>
            <a:ln>
              <a:solidFill>
                <a:schemeClr val="accent3">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CN" sz="2200" dirty="0">
                  <a:latin typeface="Impact" panose="020B0806030902050204" pitchFamily="34" charset="0"/>
                </a:rPr>
                <a:t>02</a:t>
              </a:r>
              <a:endParaRPr lang="zh-CN" altLang="en-US" sz="2200" dirty="0">
                <a:latin typeface="Impact" panose="020B0806030902050204" pitchFamily="34" charset="0"/>
              </a:endParaRPr>
            </a:p>
          </p:txBody>
        </p:sp>
        <p:sp>
          <p:nvSpPr>
            <p:cNvPr id="3" name="文本框 2">
              <a:extLst>
                <a:ext uri="{FF2B5EF4-FFF2-40B4-BE49-F238E27FC236}">
                  <a16:creationId xmlns:a16="http://schemas.microsoft.com/office/drawing/2014/main" id="{4D6BD736-A4D3-4F26-AFED-36E11F50F70B}"/>
                </a:ext>
              </a:extLst>
            </p:cNvPr>
            <p:cNvSpPr txBox="1"/>
            <p:nvPr/>
          </p:nvSpPr>
          <p:spPr>
            <a:xfrm>
              <a:off x="1204755" y="898245"/>
              <a:ext cx="5411705" cy="400110"/>
            </a:xfrm>
            <a:prstGeom prst="rect">
              <a:avLst/>
            </a:prstGeom>
            <a:noFill/>
          </p:spPr>
          <p:txBody>
            <a:bodyPr wrap="square" rtlCol="0">
              <a:spAutoFit/>
            </a:bodyPr>
            <a:lstStyle/>
            <a:p>
              <a:r>
                <a:rPr lang="zh-CN" altLang="en-US" sz="2000" b="1" dirty="0"/>
                <a:t>透明传输</a:t>
              </a:r>
            </a:p>
          </p:txBody>
        </p:sp>
      </p:grpSp>
      <p:sp>
        <p:nvSpPr>
          <p:cNvPr id="8" name="矩形 7">
            <a:extLst>
              <a:ext uri="{FF2B5EF4-FFF2-40B4-BE49-F238E27FC236}">
                <a16:creationId xmlns:a16="http://schemas.microsoft.com/office/drawing/2014/main" id="{C7720255-4E6C-41B6-A880-D93377A356B5}"/>
              </a:ext>
            </a:extLst>
          </p:cNvPr>
          <p:cNvSpPr/>
          <p:nvPr/>
        </p:nvSpPr>
        <p:spPr>
          <a:xfrm>
            <a:off x="1016000" y="1297642"/>
            <a:ext cx="256976" cy="256976"/>
          </a:xfrm>
          <a:prstGeom prst="rect">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9" name="íşlïḍè">
            <a:extLst>
              <a:ext uri="{FF2B5EF4-FFF2-40B4-BE49-F238E27FC236}">
                <a16:creationId xmlns:a16="http://schemas.microsoft.com/office/drawing/2014/main" id="{1E3208DB-9CB5-439E-87A6-F640C77C2B32}"/>
              </a:ext>
            </a:extLst>
          </p:cNvPr>
          <p:cNvSpPr txBox="1"/>
          <p:nvPr/>
        </p:nvSpPr>
        <p:spPr>
          <a:xfrm>
            <a:off x="1333228" y="1297641"/>
            <a:ext cx="10494766" cy="511424"/>
          </a:xfrm>
          <a:prstGeom prst="rect">
            <a:avLst/>
          </a:prstGeom>
          <a:noFill/>
        </p:spPr>
        <p:txBody>
          <a:bodyPr wrap="square" lIns="91440" tIns="45720" rIns="91440" bIns="45720" anchor="ctr">
            <a:noAutofit/>
          </a:bodyPr>
          <a:lstStyle/>
          <a:p>
            <a:r>
              <a:rPr lang="zh-CN" altLang="en-US" b="1" dirty="0"/>
              <a:t>透明传输是指</a:t>
            </a:r>
            <a:r>
              <a:rPr lang="zh-CN" altLang="en-US" b="1" dirty="0">
                <a:solidFill>
                  <a:schemeClr val="accent1">
                    <a:lumMod val="75000"/>
                  </a:schemeClr>
                </a:solidFill>
              </a:rPr>
              <a:t>数据链路层对上层交付下来的协议数据单元</a:t>
            </a:r>
            <a:r>
              <a:rPr lang="en-US" altLang="zh-CN" b="1" dirty="0">
                <a:solidFill>
                  <a:schemeClr val="accent1">
                    <a:lumMod val="75000"/>
                  </a:schemeClr>
                </a:solidFill>
              </a:rPr>
              <a:t>PDU</a:t>
            </a:r>
            <a:r>
              <a:rPr lang="zh-CN" altLang="en-US" b="1" dirty="0">
                <a:solidFill>
                  <a:schemeClr val="accent1">
                    <a:lumMod val="75000"/>
                  </a:schemeClr>
                </a:solidFill>
              </a:rPr>
              <a:t>没有任何限制</a:t>
            </a:r>
            <a:r>
              <a:rPr lang="zh-CN" altLang="en-US" b="1" dirty="0"/>
              <a:t>，就好像数据链路层不存在一样。</a:t>
            </a:r>
            <a:endParaRPr lang="en-US" altLang="zh-CN" b="1" dirty="0"/>
          </a:p>
        </p:txBody>
      </p:sp>
      <p:grpSp>
        <p:nvGrpSpPr>
          <p:cNvPr id="10" name="组合 9">
            <a:extLst>
              <a:ext uri="{FF2B5EF4-FFF2-40B4-BE49-F238E27FC236}">
                <a16:creationId xmlns:a16="http://schemas.microsoft.com/office/drawing/2014/main" id="{1872948F-40FE-4C50-9F43-A13F69433512}"/>
              </a:ext>
            </a:extLst>
          </p:cNvPr>
          <p:cNvGrpSpPr/>
          <p:nvPr/>
        </p:nvGrpSpPr>
        <p:grpSpPr>
          <a:xfrm>
            <a:off x="601699" y="5214175"/>
            <a:ext cx="10940423" cy="641082"/>
            <a:chOff x="601699" y="5648354"/>
            <a:chExt cx="10940423" cy="641082"/>
          </a:xfrm>
        </p:grpSpPr>
        <p:cxnSp>
          <p:nvCxnSpPr>
            <p:cNvPr id="21" name="直接连接符 20">
              <a:extLst>
                <a:ext uri="{FF2B5EF4-FFF2-40B4-BE49-F238E27FC236}">
                  <a16:creationId xmlns:a16="http://schemas.microsoft.com/office/drawing/2014/main" id="{AFA66375-BFFA-4A09-AA4D-EB81610ADFDC}"/>
                </a:ext>
              </a:extLst>
            </p:cNvPr>
            <p:cNvCxnSpPr>
              <a:cxnSpLocks/>
            </p:cNvCxnSpPr>
            <p:nvPr/>
          </p:nvCxnSpPr>
          <p:spPr>
            <a:xfrm>
              <a:off x="1143721" y="6126777"/>
              <a:ext cx="10027235"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pic>
          <p:nvPicPr>
            <p:cNvPr id="22" name="图形 21">
              <a:extLst>
                <a:ext uri="{FF2B5EF4-FFF2-40B4-BE49-F238E27FC236}">
                  <a16:creationId xmlns:a16="http://schemas.microsoft.com/office/drawing/2014/main" id="{6C887B44-86C4-4555-A5AA-6253F2886F19}"/>
                </a:ext>
              </a:extLst>
            </p:cNvPr>
            <p:cNvPicPr>
              <a:picLocks noChangeAspect="1"/>
            </p:cNvPicPr>
            <p:nvPr/>
          </p:nvPicPr>
          <p:blipFill>
            <a:blip r:embed="rId3">
              <a:extLst>
                <a:ext uri="{28A0092B-C50C-407E-A947-70E740481C1C}">
                  <a14:useLocalDpi xmlns:a14="http://schemas.microsoft.com/office/drawing/2010/main" val="0"/>
                </a:ext>
                <a:ext uri="{96DAC541-7B7A-43D3-8B79-37D633B846F1}">
                  <asvg:svgBlip xmlns:asvg="http://schemas.microsoft.com/office/drawing/2016/SVG/main" r:embed="rId4"/>
                </a:ext>
              </a:extLst>
            </a:blip>
            <a:stretch>
              <a:fillRect/>
            </a:stretch>
          </p:blipFill>
          <p:spPr>
            <a:xfrm>
              <a:off x="601699" y="5648354"/>
              <a:ext cx="662814" cy="641082"/>
            </a:xfrm>
            <a:prstGeom prst="rect">
              <a:avLst/>
            </a:prstGeom>
          </p:spPr>
        </p:pic>
        <p:pic>
          <p:nvPicPr>
            <p:cNvPr id="23" name="图形 22">
              <a:extLst>
                <a:ext uri="{FF2B5EF4-FFF2-40B4-BE49-F238E27FC236}">
                  <a16:creationId xmlns:a16="http://schemas.microsoft.com/office/drawing/2014/main" id="{D0041743-ABFB-4FFC-9ACE-63E103F31FCF}"/>
                </a:ext>
              </a:extLst>
            </p:cNvPr>
            <p:cNvPicPr>
              <a:picLocks noChangeAspect="1"/>
            </p:cNvPicPr>
            <p:nvPr/>
          </p:nvPicPr>
          <p:blipFill>
            <a:blip r:embed="rId3">
              <a:extLst>
                <a:ext uri="{28A0092B-C50C-407E-A947-70E740481C1C}">
                  <a14:useLocalDpi xmlns:a14="http://schemas.microsoft.com/office/drawing/2010/main" val="0"/>
                </a:ext>
                <a:ext uri="{96DAC541-7B7A-43D3-8B79-37D633B846F1}">
                  <asvg:svgBlip xmlns:asvg="http://schemas.microsoft.com/office/drawing/2016/SVG/main" r:embed="rId4"/>
                </a:ext>
              </a:extLst>
            </a:blip>
            <a:stretch>
              <a:fillRect/>
            </a:stretch>
          </p:blipFill>
          <p:spPr>
            <a:xfrm>
              <a:off x="10879308" y="5648354"/>
              <a:ext cx="662814" cy="641082"/>
            </a:xfrm>
            <a:prstGeom prst="rect">
              <a:avLst/>
            </a:prstGeom>
          </p:spPr>
        </p:pic>
      </p:grpSp>
      <p:sp>
        <p:nvSpPr>
          <p:cNvPr id="11" name="矩形 10">
            <a:extLst>
              <a:ext uri="{FF2B5EF4-FFF2-40B4-BE49-F238E27FC236}">
                <a16:creationId xmlns:a16="http://schemas.microsoft.com/office/drawing/2014/main" id="{89F370EB-1516-471E-8B16-B9DF13881EEB}"/>
              </a:ext>
            </a:extLst>
          </p:cNvPr>
          <p:cNvSpPr/>
          <p:nvPr/>
        </p:nvSpPr>
        <p:spPr>
          <a:xfrm>
            <a:off x="304799" y="4714466"/>
            <a:ext cx="1366117" cy="387091"/>
          </a:xfrm>
          <a:prstGeom prst="rect">
            <a:avLst/>
          </a:prstGeom>
          <a:solidFill>
            <a:schemeClr val="tx2"/>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zh-CN" altLang="en-US" b="1" dirty="0"/>
              <a:t>物理层</a:t>
            </a:r>
          </a:p>
        </p:txBody>
      </p:sp>
      <p:sp>
        <p:nvSpPr>
          <p:cNvPr id="12" name="矩形 11">
            <a:extLst>
              <a:ext uri="{FF2B5EF4-FFF2-40B4-BE49-F238E27FC236}">
                <a16:creationId xmlns:a16="http://schemas.microsoft.com/office/drawing/2014/main" id="{C120AF4E-32F2-4BB4-8E09-D3F91B674B6A}"/>
              </a:ext>
            </a:extLst>
          </p:cNvPr>
          <p:cNvSpPr/>
          <p:nvPr/>
        </p:nvSpPr>
        <p:spPr>
          <a:xfrm>
            <a:off x="304800" y="3571384"/>
            <a:ext cx="1366117" cy="387091"/>
          </a:xfrm>
          <a:prstGeom prst="rect">
            <a:avLst/>
          </a:prstGeom>
          <a:solidFill>
            <a:schemeClr val="accent3"/>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zh-CN" altLang="en-US" b="1" dirty="0"/>
              <a:t>运输层</a:t>
            </a:r>
          </a:p>
        </p:txBody>
      </p:sp>
      <p:sp>
        <p:nvSpPr>
          <p:cNvPr id="13" name="矩形 12">
            <a:extLst>
              <a:ext uri="{FF2B5EF4-FFF2-40B4-BE49-F238E27FC236}">
                <a16:creationId xmlns:a16="http://schemas.microsoft.com/office/drawing/2014/main" id="{51C9FA23-441A-4229-A8AC-D91362162E91}"/>
              </a:ext>
            </a:extLst>
          </p:cNvPr>
          <p:cNvSpPr/>
          <p:nvPr/>
        </p:nvSpPr>
        <p:spPr>
          <a:xfrm>
            <a:off x="304800" y="3946389"/>
            <a:ext cx="1366117" cy="387091"/>
          </a:xfrm>
          <a:prstGeom prst="rect">
            <a:avLst/>
          </a:prstGeom>
          <a:solidFill>
            <a:schemeClr val="accent6"/>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zh-CN" altLang="en-US" b="1" dirty="0"/>
              <a:t>网络层</a:t>
            </a:r>
          </a:p>
        </p:txBody>
      </p:sp>
      <p:sp>
        <p:nvSpPr>
          <p:cNvPr id="14" name="矩形 13">
            <a:extLst>
              <a:ext uri="{FF2B5EF4-FFF2-40B4-BE49-F238E27FC236}">
                <a16:creationId xmlns:a16="http://schemas.microsoft.com/office/drawing/2014/main" id="{944CCDAD-E2F9-4EA6-A4ED-0C39133CDB16}"/>
              </a:ext>
            </a:extLst>
          </p:cNvPr>
          <p:cNvSpPr/>
          <p:nvPr/>
        </p:nvSpPr>
        <p:spPr>
          <a:xfrm>
            <a:off x="304800" y="4327375"/>
            <a:ext cx="1366118" cy="387091"/>
          </a:xfrm>
          <a:prstGeom prst="rect">
            <a:avLst/>
          </a:prstGeom>
          <a:solidFill>
            <a:schemeClr val="accent4"/>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zh-CN" altLang="en-US" b="1" dirty="0"/>
              <a:t>数据链路层</a:t>
            </a:r>
          </a:p>
        </p:txBody>
      </p:sp>
      <p:sp>
        <p:nvSpPr>
          <p:cNvPr id="15" name="矩形 14">
            <a:extLst>
              <a:ext uri="{FF2B5EF4-FFF2-40B4-BE49-F238E27FC236}">
                <a16:creationId xmlns:a16="http://schemas.microsoft.com/office/drawing/2014/main" id="{84531869-3AF3-45B6-B1D3-9A7658A203C8}"/>
              </a:ext>
            </a:extLst>
          </p:cNvPr>
          <p:cNvSpPr/>
          <p:nvPr/>
        </p:nvSpPr>
        <p:spPr>
          <a:xfrm>
            <a:off x="304800" y="3187346"/>
            <a:ext cx="1366117" cy="387091"/>
          </a:xfrm>
          <a:prstGeom prst="rect">
            <a:avLst/>
          </a:prstGeom>
          <a:solidFill>
            <a:schemeClr val="accent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zh-CN" altLang="en-US" b="1" dirty="0"/>
              <a:t>应用层</a:t>
            </a:r>
          </a:p>
        </p:txBody>
      </p:sp>
      <p:sp>
        <p:nvSpPr>
          <p:cNvPr id="35" name="矩形 34">
            <a:extLst>
              <a:ext uri="{FF2B5EF4-FFF2-40B4-BE49-F238E27FC236}">
                <a16:creationId xmlns:a16="http://schemas.microsoft.com/office/drawing/2014/main" id="{A2C9B035-8ABD-494E-8783-C6462F2C34EE}"/>
              </a:ext>
            </a:extLst>
          </p:cNvPr>
          <p:cNvSpPr/>
          <p:nvPr/>
        </p:nvSpPr>
        <p:spPr>
          <a:xfrm>
            <a:off x="10534236" y="4725109"/>
            <a:ext cx="1366117" cy="387091"/>
          </a:xfrm>
          <a:prstGeom prst="rect">
            <a:avLst/>
          </a:prstGeom>
          <a:solidFill>
            <a:schemeClr val="tx2"/>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zh-CN" altLang="en-US" b="1" dirty="0"/>
              <a:t>物理层</a:t>
            </a:r>
          </a:p>
        </p:txBody>
      </p:sp>
      <p:sp>
        <p:nvSpPr>
          <p:cNvPr id="36" name="矩形 35">
            <a:extLst>
              <a:ext uri="{FF2B5EF4-FFF2-40B4-BE49-F238E27FC236}">
                <a16:creationId xmlns:a16="http://schemas.microsoft.com/office/drawing/2014/main" id="{56BC3166-5D46-4BE0-859C-38744E5D710F}"/>
              </a:ext>
            </a:extLst>
          </p:cNvPr>
          <p:cNvSpPr/>
          <p:nvPr/>
        </p:nvSpPr>
        <p:spPr>
          <a:xfrm>
            <a:off x="10534237" y="3582027"/>
            <a:ext cx="1366117" cy="387091"/>
          </a:xfrm>
          <a:prstGeom prst="rect">
            <a:avLst/>
          </a:prstGeom>
          <a:solidFill>
            <a:schemeClr val="accent3"/>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zh-CN" altLang="en-US" b="1" dirty="0"/>
              <a:t>运输层</a:t>
            </a:r>
          </a:p>
        </p:txBody>
      </p:sp>
      <p:sp>
        <p:nvSpPr>
          <p:cNvPr id="37" name="矩形 36">
            <a:extLst>
              <a:ext uri="{FF2B5EF4-FFF2-40B4-BE49-F238E27FC236}">
                <a16:creationId xmlns:a16="http://schemas.microsoft.com/office/drawing/2014/main" id="{2393EBDF-8E46-43C9-A69C-478390939F5C}"/>
              </a:ext>
            </a:extLst>
          </p:cNvPr>
          <p:cNvSpPr/>
          <p:nvPr/>
        </p:nvSpPr>
        <p:spPr>
          <a:xfrm>
            <a:off x="10534237" y="3957032"/>
            <a:ext cx="1366117" cy="387091"/>
          </a:xfrm>
          <a:prstGeom prst="rect">
            <a:avLst/>
          </a:prstGeom>
          <a:solidFill>
            <a:schemeClr val="accent6"/>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zh-CN" altLang="en-US" b="1" dirty="0"/>
              <a:t>网络层</a:t>
            </a:r>
          </a:p>
        </p:txBody>
      </p:sp>
      <p:sp>
        <p:nvSpPr>
          <p:cNvPr id="38" name="矩形 37">
            <a:extLst>
              <a:ext uri="{FF2B5EF4-FFF2-40B4-BE49-F238E27FC236}">
                <a16:creationId xmlns:a16="http://schemas.microsoft.com/office/drawing/2014/main" id="{8A58E852-6B41-424C-BD97-FCA280780330}"/>
              </a:ext>
            </a:extLst>
          </p:cNvPr>
          <p:cNvSpPr/>
          <p:nvPr/>
        </p:nvSpPr>
        <p:spPr>
          <a:xfrm>
            <a:off x="10534237" y="4338018"/>
            <a:ext cx="1366118" cy="387091"/>
          </a:xfrm>
          <a:prstGeom prst="rect">
            <a:avLst/>
          </a:prstGeom>
          <a:solidFill>
            <a:schemeClr val="accent4"/>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zh-CN" altLang="en-US" b="1" dirty="0"/>
              <a:t>数据链路层</a:t>
            </a:r>
          </a:p>
        </p:txBody>
      </p:sp>
      <p:sp>
        <p:nvSpPr>
          <p:cNvPr id="39" name="矩形 38">
            <a:extLst>
              <a:ext uri="{FF2B5EF4-FFF2-40B4-BE49-F238E27FC236}">
                <a16:creationId xmlns:a16="http://schemas.microsoft.com/office/drawing/2014/main" id="{073FA83D-74E3-4EB9-AF7C-687245B39919}"/>
              </a:ext>
            </a:extLst>
          </p:cNvPr>
          <p:cNvSpPr/>
          <p:nvPr/>
        </p:nvSpPr>
        <p:spPr>
          <a:xfrm>
            <a:off x="10534237" y="3197989"/>
            <a:ext cx="1366117" cy="387091"/>
          </a:xfrm>
          <a:prstGeom prst="rect">
            <a:avLst/>
          </a:prstGeom>
          <a:solidFill>
            <a:schemeClr val="accent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zh-CN" altLang="en-US" b="1" dirty="0"/>
              <a:t>应用层</a:t>
            </a:r>
          </a:p>
        </p:txBody>
      </p:sp>
    </p:spTree>
    <p:custDataLst>
      <p:tags r:id="rId1"/>
    </p:custDataLst>
    <p:extLst>
      <p:ext uri="{BB962C8B-B14F-4D97-AF65-F5344CB8AC3E}">
        <p14:creationId xmlns:p14="http://schemas.microsoft.com/office/powerpoint/2010/main" val="2779400392"/>
      </p:ext>
    </p:extLst>
  </p:cSld>
  <p:clrMapOvr>
    <a:masterClrMapping/>
  </p:clrMapOvr>
  <mc:AlternateContent xmlns:mc="http://schemas.openxmlformats.org/markup-compatibility/2006" xmlns:p159="http://schemas.microsoft.com/office/powerpoint/2015/09/main">
    <mc:Choice Requires="p159">
      <p:transition spd="slow">
        <p159:morph option="byObject"/>
      </p:transition>
    </mc:Choice>
    <mc:Fallback xmlns="">
      <p:transition spd="slow">
        <p:fade/>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47" presetClass="entr" presetSubtype="0" fill="hold" grpId="0" nodeType="withEffect">
                                  <p:stCondLst>
                                    <p:cond delay="0"/>
                                  </p:stCondLst>
                                  <p:childTnLst>
                                    <p:set>
                                      <p:cBhvr>
                                        <p:cTn id="6" dur="1" fill="hold">
                                          <p:stCondLst>
                                            <p:cond delay="0"/>
                                          </p:stCondLst>
                                        </p:cTn>
                                        <p:tgtEl>
                                          <p:spTgt spid="40"/>
                                        </p:tgtEl>
                                        <p:attrNameLst>
                                          <p:attrName>style.visibility</p:attrName>
                                        </p:attrNameLst>
                                      </p:cBhvr>
                                      <p:to>
                                        <p:strVal val="visible"/>
                                      </p:to>
                                    </p:set>
                                    <p:animEffect transition="in" filter="fade">
                                      <p:cBhvr>
                                        <p:cTn id="7" dur="1000"/>
                                        <p:tgtEl>
                                          <p:spTgt spid="40"/>
                                        </p:tgtEl>
                                      </p:cBhvr>
                                    </p:animEffect>
                                    <p:anim calcmode="lin" valueType="num">
                                      <p:cBhvr>
                                        <p:cTn id="8" dur="1000" fill="hold"/>
                                        <p:tgtEl>
                                          <p:spTgt spid="40"/>
                                        </p:tgtEl>
                                        <p:attrNameLst>
                                          <p:attrName>ppt_x</p:attrName>
                                        </p:attrNameLst>
                                      </p:cBhvr>
                                      <p:tavLst>
                                        <p:tav tm="0">
                                          <p:val>
                                            <p:strVal val="#ppt_x"/>
                                          </p:val>
                                        </p:tav>
                                        <p:tav tm="100000">
                                          <p:val>
                                            <p:strVal val="#ppt_x"/>
                                          </p:val>
                                        </p:tav>
                                      </p:tavLst>
                                    </p:anim>
                                    <p:anim calcmode="lin" valueType="num">
                                      <p:cBhvr>
                                        <p:cTn id="9" dur="1000" fill="hold"/>
                                        <p:tgtEl>
                                          <p:spTgt spid="40"/>
                                        </p:tgtEl>
                                        <p:attrNameLst>
                                          <p:attrName>ppt_y</p:attrName>
                                        </p:attrNameLst>
                                      </p:cBhvr>
                                      <p:tavLst>
                                        <p:tav tm="0">
                                          <p:val>
                                            <p:strVal val="#ppt_y-.1"/>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0" grpId="0"/>
    </p:bldLst>
  </p:timing>
</p:sld>
</file>

<file path=ppt/slides/slide5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0" name="íşlïḍè">
            <a:extLst>
              <a:ext uri="{FF2B5EF4-FFF2-40B4-BE49-F238E27FC236}">
                <a16:creationId xmlns:a16="http://schemas.microsoft.com/office/drawing/2014/main" id="{AF3914DE-510B-4DC4-A42A-679A8FA980BF}"/>
              </a:ext>
            </a:extLst>
          </p:cNvPr>
          <p:cNvSpPr txBox="1"/>
          <p:nvPr/>
        </p:nvSpPr>
        <p:spPr>
          <a:xfrm>
            <a:off x="10346052" y="5890704"/>
            <a:ext cx="1657576" cy="511424"/>
          </a:xfrm>
          <a:prstGeom prst="rect">
            <a:avLst/>
          </a:prstGeom>
          <a:noFill/>
        </p:spPr>
        <p:txBody>
          <a:bodyPr wrap="square" lIns="91440" tIns="45720" rIns="91440" bIns="45720" anchor="ctr">
            <a:noAutofit/>
          </a:bodyPr>
          <a:lstStyle/>
          <a:p>
            <a:pPr algn="ctr"/>
            <a:r>
              <a:rPr lang="zh-CN" altLang="en-US" b="1" dirty="0"/>
              <a:t>转义字符后面</a:t>
            </a:r>
            <a:endParaRPr lang="en-US" altLang="zh-CN" b="1" dirty="0"/>
          </a:p>
          <a:p>
            <a:pPr algn="ctr"/>
            <a:r>
              <a:rPr lang="zh-CN" altLang="en-US" b="1" dirty="0"/>
              <a:t>的是字节数据</a:t>
            </a:r>
            <a:endParaRPr lang="en-US" altLang="zh-CN" b="1" dirty="0"/>
          </a:p>
        </p:txBody>
      </p:sp>
      <p:sp>
        <p:nvSpPr>
          <p:cNvPr id="49" name="矩形 48">
            <a:extLst>
              <a:ext uri="{FF2B5EF4-FFF2-40B4-BE49-F238E27FC236}">
                <a16:creationId xmlns:a16="http://schemas.microsoft.com/office/drawing/2014/main" id="{5CF45834-E2A2-4730-B06C-0DB3A63B2B03}"/>
              </a:ext>
            </a:extLst>
          </p:cNvPr>
          <p:cNvSpPr/>
          <p:nvPr/>
        </p:nvSpPr>
        <p:spPr>
          <a:xfrm>
            <a:off x="9087171" y="5262103"/>
            <a:ext cx="4180585" cy="387091"/>
          </a:xfrm>
          <a:prstGeom prst="rect">
            <a:avLst/>
          </a:prstGeom>
          <a:solidFill>
            <a:schemeClr val="accent6"/>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b="1" dirty="0"/>
          </a:p>
        </p:txBody>
      </p:sp>
      <p:sp>
        <p:nvSpPr>
          <p:cNvPr id="47" name="矩形 46">
            <a:extLst>
              <a:ext uri="{FF2B5EF4-FFF2-40B4-BE49-F238E27FC236}">
                <a16:creationId xmlns:a16="http://schemas.microsoft.com/office/drawing/2014/main" id="{AEE1FC64-2BE2-4784-991C-5F96255D20BF}"/>
              </a:ext>
            </a:extLst>
          </p:cNvPr>
          <p:cNvSpPr/>
          <p:nvPr/>
        </p:nvSpPr>
        <p:spPr>
          <a:xfrm>
            <a:off x="8501552" y="5262104"/>
            <a:ext cx="585619" cy="387091"/>
          </a:xfrm>
          <a:prstGeom prst="rect">
            <a:avLst/>
          </a:prstGeom>
          <a:solidFill>
            <a:schemeClr val="accent4"/>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CN" b="1" dirty="0"/>
              <a:t>Flag</a:t>
            </a:r>
            <a:endParaRPr lang="zh-CN" altLang="en-US" b="1" dirty="0"/>
          </a:p>
        </p:txBody>
      </p:sp>
      <p:sp>
        <p:nvSpPr>
          <p:cNvPr id="50" name="矩形 49">
            <a:extLst>
              <a:ext uri="{FF2B5EF4-FFF2-40B4-BE49-F238E27FC236}">
                <a16:creationId xmlns:a16="http://schemas.microsoft.com/office/drawing/2014/main" id="{024A03B3-B582-446A-9093-2F216D7C341C}"/>
              </a:ext>
            </a:extLst>
          </p:cNvPr>
          <p:cNvSpPr/>
          <p:nvPr/>
        </p:nvSpPr>
        <p:spPr>
          <a:xfrm>
            <a:off x="9701352" y="5264156"/>
            <a:ext cx="585619" cy="387091"/>
          </a:xfrm>
          <a:prstGeom prst="rect">
            <a:avLst/>
          </a:prstGeom>
          <a:solidFill>
            <a:schemeClr val="accent4"/>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CN" b="1" dirty="0"/>
              <a:t>Flag</a:t>
            </a:r>
            <a:endParaRPr lang="zh-CN" altLang="en-US" b="1" dirty="0"/>
          </a:p>
        </p:txBody>
      </p:sp>
      <p:sp>
        <p:nvSpPr>
          <p:cNvPr id="45" name="矩形 44">
            <a:extLst>
              <a:ext uri="{FF2B5EF4-FFF2-40B4-BE49-F238E27FC236}">
                <a16:creationId xmlns:a16="http://schemas.microsoft.com/office/drawing/2014/main" id="{510600E6-47B6-4FB6-9C1C-2C91A05A50F6}"/>
              </a:ext>
            </a:extLst>
          </p:cNvPr>
          <p:cNvSpPr/>
          <p:nvPr/>
        </p:nvSpPr>
        <p:spPr>
          <a:xfrm>
            <a:off x="10286970" y="5262102"/>
            <a:ext cx="585619" cy="387091"/>
          </a:xfrm>
          <a:prstGeom prst="rect">
            <a:avLst/>
          </a:prstGeom>
          <a:solidFill>
            <a:schemeClr val="accent2"/>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CN" b="1" dirty="0"/>
              <a:t>ESC</a:t>
            </a:r>
            <a:endParaRPr lang="zh-CN" altLang="en-US" b="1" dirty="0"/>
          </a:p>
        </p:txBody>
      </p:sp>
      <p:sp>
        <p:nvSpPr>
          <p:cNvPr id="33" name="矩形 32">
            <a:extLst>
              <a:ext uri="{FF2B5EF4-FFF2-40B4-BE49-F238E27FC236}">
                <a16:creationId xmlns:a16="http://schemas.microsoft.com/office/drawing/2014/main" id="{19C1D5FC-F7A5-4FBF-810B-0FF9A8D13CCD}"/>
              </a:ext>
            </a:extLst>
          </p:cNvPr>
          <p:cNvSpPr/>
          <p:nvPr/>
        </p:nvSpPr>
        <p:spPr>
          <a:xfrm>
            <a:off x="-5167" y="5221918"/>
            <a:ext cx="938273" cy="484003"/>
          </a:xfrm>
          <a:prstGeom prst="rect">
            <a:avLst/>
          </a:prstGeom>
          <a:solidFill>
            <a:schemeClr val="bg1"/>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7" name="矩形 6">
            <a:extLst>
              <a:ext uri="{FF2B5EF4-FFF2-40B4-BE49-F238E27FC236}">
                <a16:creationId xmlns:a16="http://schemas.microsoft.com/office/drawing/2014/main" id="{63000FEF-84AC-4E71-B03B-0329662FD643}"/>
              </a:ext>
            </a:extLst>
          </p:cNvPr>
          <p:cNvSpPr/>
          <p:nvPr/>
        </p:nvSpPr>
        <p:spPr>
          <a:xfrm>
            <a:off x="11253727" y="5178728"/>
            <a:ext cx="938273" cy="484003"/>
          </a:xfrm>
          <a:prstGeom prst="rect">
            <a:avLst/>
          </a:prstGeom>
          <a:solidFill>
            <a:schemeClr val="bg1"/>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grpSp>
        <p:nvGrpSpPr>
          <p:cNvPr id="4" name="组合 3">
            <a:extLst>
              <a:ext uri="{FF2B5EF4-FFF2-40B4-BE49-F238E27FC236}">
                <a16:creationId xmlns:a16="http://schemas.microsoft.com/office/drawing/2014/main" id="{9A1EA9F2-FCB6-48C3-935F-7AE7E3AD14AC}"/>
              </a:ext>
            </a:extLst>
          </p:cNvPr>
          <p:cNvGrpSpPr/>
          <p:nvPr/>
        </p:nvGrpSpPr>
        <p:grpSpPr>
          <a:xfrm>
            <a:off x="304800" y="749300"/>
            <a:ext cx="6192343" cy="400110"/>
            <a:chOff x="424117" y="898245"/>
            <a:chExt cx="6192343" cy="400110"/>
          </a:xfrm>
        </p:grpSpPr>
        <p:sp>
          <p:nvSpPr>
            <p:cNvPr id="2" name="平行四边形 1">
              <a:extLst>
                <a:ext uri="{FF2B5EF4-FFF2-40B4-BE49-F238E27FC236}">
                  <a16:creationId xmlns:a16="http://schemas.microsoft.com/office/drawing/2014/main" id="{1F5BAA3F-9845-4F89-A2DD-8222D3E4EDAC}"/>
                </a:ext>
              </a:extLst>
            </p:cNvPr>
            <p:cNvSpPr/>
            <p:nvPr/>
          </p:nvSpPr>
          <p:spPr>
            <a:xfrm>
              <a:off x="424117" y="898245"/>
              <a:ext cx="711200" cy="387090"/>
            </a:xfrm>
            <a:prstGeom prst="parallelogram">
              <a:avLst/>
            </a:prstGeom>
            <a:solidFill>
              <a:schemeClr val="accent3">
                <a:lumMod val="75000"/>
              </a:schemeClr>
            </a:solidFill>
            <a:ln>
              <a:solidFill>
                <a:schemeClr val="accent3">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CN" sz="2200" dirty="0">
                  <a:latin typeface="Impact" panose="020B0806030902050204" pitchFamily="34" charset="0"/>
                </a:rPr>
                <a:t>02</a:t>
              </a:r>
              <a:endParaRPr lang="zh-CN" altLang="en-US" sz="2200" dirty="0">
                <a:latin typeface="Impact" panose="020B0806030902050204" pitchFamily="34" charset="0"/>
              </a:endParaRPr>
            </a:p>
          </p:txBody>
        </p:sp>
        <p:sp>
          <p:nvSpPr>
            <p:cNvPr id="3" name="文本框 2">
              <a:extLst>
                <a:ext uri="{FF2B5EF4-FFF2-40B4-BE49-F238E27FC236}">
                  <a16:creationId xmlns:a16="http://schemas.microsoft.com/office/drawing/2014/main" id="{4D6BD736-A4D3-4F26-AFED-36E11F50F70B}"/>
                </a:ext>
              </a:extLst>
            </p:cNvPr>
            <p:cNvSpPr txBox="1"/>
            <p:nvPr/>
          </p:nvSpPr>
          <p:spPr>
            <a:xfrm>
              <a:off x="1204755" y="898245"/>
              <a:ext cx="5411705" cy="400110"/>
            </a:xfrm>
            <a:prstGeom prst="rect">
              <a:avLst/>
            </a:prstGeom>
            <a:noFill/>
          </p:spPr>
          <p:txBody>
            <a:bodyPr wrap="square" rtlCol="0">
              <a:spAutoFit/>
            </a:bodyPr>
            <a:lstStyle/>
            <a:p>
              <a:r>
                <a:rPr lang="zh-CN" altLang="en-US" sz="2000" b="1" dirty="0"/>
                <a:t>透明传输</a:t>
              </a:r>
            </a:p>
          </p:txBody>
        </p:sp>
      </p:grpSp>
      <p:sp>
        <p:nvSpPr>
          <p:cNvPr id="8" name="矩形 7">
            <a:extLst>
              <a:ext uri="{FF2B5EF4-FFF2-40B4-BE49-F238E27FC236}">
                <a16:creationId xmlns:a16="http://schemas.microsoft.com/office/drawing/2014/main" id="{C7720255-4E6C-41B6-A880-D93377A356B5}"/>
              </a:ext>
            </a:extLst>
          </p:cNvPr>
          <p:cNvSpPr/>
          <p:nvPr/>
        </p:nvSpPr>
        <p:spPr>
          <a:xfrm>
            <a:off x="1016000" y="1297642"/>
            <a:ext cx="256976" cy="256976"/>
          </a:xfrm>
          <a:prstGeom prst="rect">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9" name="íşlïḍè">
            <a:extLst>
              <a:ext uri="{FF2B5EF4-FFF2-40B4-BE49-F238E27FC236}">
                <a16:creationId xmlns:a16="http://schemas.microsoft.com/office/drawing/2014/main" id="{1E3208DB-9CB5-439E-87A6-F640C77C2B32}"/>
              </a:ext>
            </a:extLst>
          </p:cNvPr>
          <p:cNvSpPr txBox="1"/>
          <p:nvPr/>
        </p:nvSpPr>
        <p:spPr>
          <a:xfrm>
            <a:off x="1333228" y="1297641"/>
            <a:ext cx="10494766" cy="511424"/>
          </a:xfrm>
          <a:prstGeom prst="rect">
            <a:avLst/>
          </a:prstGeom>
          <a:noFill/>
        </p:spPr>
        <p:txBody>
          <a:bodyPr wrap="square" lIns="91440" tIns="45720" rIns="91440" bIns="45720" anchor="ctr">
            <a:noAutofit/>
          </a:bodyPr>
          <a:lstStyle/>
          <a:p>
            <a:r>
              <a:rPr lang="zh-CN" altLang="en-US" b="1" dirty="0"/>
              <a:t>透明传输是指</a:t>
            </a:r>
            <a:r>
              <a:rPr lang="zh-CN" altLang="en-US" b="1" dirty="0">
                <a:solidFill>
                  <a:schemeClr val="accent1">
                    <a:lumMod val="75000"/>
                  </a:schemeClr>
                </a:solidFill>
              </a:rPr>
              <a:t>数据链路层对上层交付下来的协议数据单元</a:t>
            </a:r>
            <a:r>
              <a:rPr lang="en-US" altLang="zh-CN" b="1" dirty="0">
                <a:solidFill>
                  <a:schemeClr val="accent1">
                    <a:lumMod val="75000"/>
                  </a:schemeClr>
                </a:solidFill>
              </a:rPr>
              <a:t>PDU</a:t>
            </a:r>
            <a:r>
              <a:rPr lang="zh-CN" altLang="en-US" b="1" dirty="0">
                <a:solidFill>
                  <a:schemeClr val="accent1">
                    <a:lumMod val="75000"/>
                  </a:schemeClr>
                </a:solidFill>
              </a:rPr>
              <a:t>没有任何限制</a:t>
            </a:r>
            <a:r>
              <a:rPr lang="zh-CN" altLang="en-US" b="1" dirty="0"/>
              <a:t>，就好像数据链路层不存在一样。</a:t>
            </a:r>
            <a:endParaRPr lang="en-US" altLang="zh-CN" b="1" dirty="0"/>
          </a:p>
        </p:txBody>
      </p:sp>
      <p:grpSp>
        <p:nvGrpSpPr>
          <p:cNvPr id="10" name="组合 9">
            <a:extLst>
              <a:ext uri="{FF2B5EF4-FFF2-40B4-BE49-F238E27FC236}">
                <a16:creationId xmlns:a16="http://schemas.microsoft.com/office/drawing/2014/main" id="{1872948F-40FE-4C50-9F43-A13F69433512}"/>
              </a:ext>
            </a:extLst>
          </p:cNvPr>
          <p:cNvGrpSpPr/>
          <p:nvPr/>
        </p:nvGrpSpPr>
        <p:grpSpPr>
          <a:xfrm>
            <a:off x="601699" y="5214175"/>
            <a:ext cx="10940423" cy="641082"/>
            <a:chOff x="601699" y="5648354"/>
            <a:chExt cx="10940423" cy="641082"/>
          </a:xfrm>
        </p:grpSpPr>
        <p:cxnSp>
          <p:nvCxnSpPr>
            <p:cNvPr id="21" name="直接连接符 20">
              <a:extLst>
                <a:ext uri="{FF2B5EF4-FFF2-40B4-BE49-F238E27FC236}">
                  <a16:creationId xmlns:a16="http://schemas.microsoft.com/office/drawing/2014/main" id="{AFA66375-BFFA-4A09-AA4D-EB81610ADFDC}"/>
                </a:ext>
              </a:extLst>
            </p:cNvPr>
            <p:cNvCxnSpPr>
              <a:cxnSpLocks/>
            </p:cNvCxnSpPr>
            <p:nvPr/>
          </p:nvCxnSpPr>
          <p:spPr>
            <a:xfrm>
              <a:off x="1143721" y="6126777"/>
              <a:ext cx="10027235"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pic>
          <p:nvPicPr>
            <p:cNvPr id="22" name="图形 21">
              <a:extLst>
                <a:ext uri="{FF2B5EF4-FFF2-40B4-BE49-F238E27FC236}">
                  <a16:creationId xmlns:a16="http://schemas.microsoft.com/office/drawing/2014/main" id="{6C887B44-86C4-4555-A5AA-6253F2886F19}"/>
                </a:ext>
              </a:extLst>
            </p:cNvPr>
            <p:cNvPicPr>
              <a:picLocks noChangeAspect="1"/>
            </p:cNvPicPr>
            <p:nvPr/>
          </p:nvPicPr>
          <p:blipFill>
            <a:blip r:embed="rId3">
              <a:extLst>
                <a:ext uri="{28A0092B-C50C-407E-A947-70E740481C1C}">
                  <a14:useLocalDpi xmlns:a14="http://schemas.microsoft.com/office/drawing/2010/main" val="0"/>
                </a:ext>
                <a:ext uri="{96DAC541-7B7A-43D3-8B79-37D633B846F1}">
                  <asvg:svgBlip xmlns:asvg="http://schemas.microsoft.com/office/drawing/2016/SVG/main" r:embed="rId4"/>
                </a:ext>
              </a:extLst>
            </a:blip>
            <a:stretch>
              <a:fillRect/>
            </a:stretch>
          </p:blipFill>
          <p:spPr>
            <a:xfrm>
              <a:off x="601699" y="5648354"/>
              <a:ext cx="662814" cy="641082"/>
            </a:xfrm>
            <a:prstGeom prst="rect">
              <a:avLst/>
            </a:prstGeom>
          </p:spPr>
        </p:pic>
        <p:pic>
          <p:nvPicPr>
            <p:cNvPr id="23" name="图形 22">
              <a:extLst>
                <a:ext uri="{FF2B5EF4-FFF2-40B4-BE49-F238E27FC236}">
                  <a16:creationId xmlns:a16="http://schemas.microsoft.com/office/drawing/2014/main" id="{D0041743-ABFB-4FFC-9ACE-63E103F31FCF}"/>
                </a:ext>
              </a:extLst>
            </p:cNvPr>
            <p:cNvPicPr>
              <a:picLocks noChangeAspect="1"/>
            </p:cNvPicPr>
            <p:nvPr/>
          </p:nvPicPr>
          <p:blipFill>
            <a:blip r:embed="rId3">
              <a:extLst>
                <a:ext uri="{28A0092B-C50C-407E-A947-70E740481C1C}">
                  <a14:useLocalDpi xmlns:a14="http://schemas.microsoft.com/office/drawing/2010/main" val="0"/>
                </a:ext>
                <a:ext uri="{96DAC541-7B7A-43D3-8B79-37D633B846F1}">
                  <asvg:svgBlip xmlns:asvg="http://schemas.microsoft.com/office/drawing/2016/SVG/main" r:embed="rId4"/>
                </a:ext>
              </a:extLst>
            </a:blip>
            <a:stretch>
              <a:fillRect/>
            </a:stretch>
          </p:blipFill>
          <p:spPr>
            <a:xfrm>
              <a:off x="10879308" y="5648354"/>
              <a:ext cx="662814" cy="641082"/>
            </a:xfrm>
            <a:prstGeom prst="rect">
              <a:avLst/>
            </a:prstGeom>
          </p:spPr>
        </p:pic>
      </p:grpSp>
      <p:sp>
        <p:nvSpPr>
          <p:cNvPr id="11" name="矩形 10">
            <a:extLst>
              <a:ext uri="{FF2B5EF4-FFF2-40B4-BE49-F238E27FC236}">
                <a16:creationId xmlns:a16="http://schemas.microsoft.com/office/drawing/2014/main" id="{89F370EB-1516-471E-8B16-B9DF13881EEB}"/>
              </a:ext>
            </a:extLst>
          </p:cNvPr>
          <p:cNvSpPr/>
          <p:nvPr/>
        </p:nvSpPr>
        <p:spPr>
          <a:xfrm>
            <a:off x="304799" y="4714466"/>
            <a:ext cx="1366117" cy="387091"/>
          </a:xfrm>
          <a:prstGeom prst="rect">
            <a:avLst/>
          </a:prstGeom>
          <a:solidFill>
            <a:schemeClr val="tx2"/>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zh-CN" altLang="en-US" b="1" dirty="0"/>
              <a:t>物理层</a:t>
            </a:r>
          </a:p>
        </p:txBody>
      </p:sp>
      <p:sp>
        <p:nvSpPr>
          <p:cNvPr id="12" name="矩形 11">
            <a:extLst>
              <a:ext uri="{FF2B5EF4-FFF2-40B4-BE49-F238E27FC236}">
                <a16:creationId xmlns:a16="http://schemas.microsoft.com/office/drawing/2014/main" id="{C120AF4E-32F2-4BB4-8E09-D3F91B674B6A}"/>
              </a:ext>
            </a:extLst>
          </p:cNvPr>
          <p:cNvSpPr/>
          <p:nvPr/>
        </p:nvSpPr>
        <p:spPr>
          <a:xfrm>
            <a:off x="304800" y="3571384"/>
            <a:ext cx="1366117" cy="387091"/>
          </a:xfrm>
          <a:prstGeom prst="rect">
            <a:avLst/>
          </a:prstGeom>
          <a:solidFill>
            <a:schemeClr val="accent3"/>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zh-CN" altLang="en-US" b="1" dirty="0"/>
              <a:t>运输层</a:t>
            </a:r>
          </a:p>
        </p:txBody>
      </p:sp>
      <p:sp>
        <p:nvSpPr>
          <p:cNvPr id="13" name="矩形 12">
            <a:extLst>
              <a:ext uri="{FF2B5EF4-FFF2-40B4-BE49-F238E27FC236}">
                <a16:creationId xmlns:a16="http://schemas.microsoft.com/office/drawing/2014/main" id="{51C9FA23-441A-4229-A8AC-D91362162E91}"/>
              </a:ext>
            </a:extLst>
          </p:cNvPr>
          <p:cNvSpPr/>
          <p:nvPr/>
        </p:nvSpPr>
        <p:spPr>
          <a:xfrm>
            <a:off x="304800" y="3946389"/>
            <a:ext cx="1366117" cy="387091"/>
          </a:xfrm>
          <a:prstGeom prst="rect">
            <a:avLst/>
          </a:prstGeom>
          <a:solidFill>
            <a:schemeClr val="accent6"/>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zh-CN" altLang="en-US" b="1" dirty="0"/>
              <a:t>网络层</a:t>
            </a:r>
          </a:p>
        </p:txBody>
      </p:sp>
      <p:sp>
        <p:nvSpPr>
          <p:cNvPr id="14" name="矩形 13">
            <a:extLst>
              <a:ext uri="{FF2B5EF4-FFF2-40B4-BE49-F238E27FC236}">
                <a16:creationId xmlns:a16="http://schemas.microsoft.com/office/drawing/2014/main" id="{944CCDAD-E2F9-4EA6-A4ED-0C39133CDB16}"/>
              </a:ext>
            </a:extLst>
          </p:cNvPr>
          <p:cNvSpPr/>
          <p:nvPr/>
        </p:nvSpPr>
        <p:spPr>
          <a:xfrm>
            <a:off x="304800" y="4327375"/>
            <a:ext cx="1366118" cy="387091"/>
          </a:xfrm>
          <a:prstGeom prst="rect">
            <a:avLst/>
          </a:prstGeom>
          <a:solidFill>
            <a:schemeClr val="accent4"/>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zh-CN" altLang="en-US" b="1" dirty="0"/>
              <a:t>数据链路层</a:t>
            </a:r>
          </a:p>
        </p:txBody>
      </p:sp>
      <p:sp>
        <p:nvSpPr>
          <p:cNvPr id="15" name="矩形 14">
            <a:extLst>
              <a:ext uri="{FF2B5EF4-FFF2-40B4-BE49-F238E27FC236}">
                <a16:creationId xmlns:a16="http://schemas.microsoft.com/office/drawing/2014/main" id="{84531869-3AF3-45B6-B1D3-9A7658A203C8}"/>
              </a:ext>
            </a:extLst>
          </p:cNvPr>
          <p:cNvSpPr/>
          <p:nvPr/>
        </p:nvSpPr>
        <p:spPr>
          <a:xfrm>
            <a:off x="304800" y="3187346"/>
            <a:ext cx="1366117" cy="387091"/>
          </a:xfrm>
          <a:prstGeom prst="rect">
            <a:avLst/>
          </a:prstGeom>
          <a:solidFill>
            <a:schemeClr val="accent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zh-CN" altLang="en-US" b="1" dirty="0"/>
              <a:t>应用层</a:t>
            </a:r>
          </a:p>
        </p:txBody>
      </p:sp>
      <p:sp>
        <p:nvSpPr>
          <p:cNvPr id="35" name="矩形 34">
            <a:extLst>
              <a:ext uri="{FF2B5EF4-FFF2-40B4-BE49-F238E27FC236}">
                <a16:creationId xmlns:a16="http://schemas.microsoft.com/office/drawing/2014/main" id="{A2C9B035-8ABD-494E-8783-C6462F2C34EE}"/>
              </a:ext>
            </a:extLst>
          </p:cNvPr>
          <p:cNvSpPr/>
          <p:nvPr/>
        </p:nvSpPr>
        <p:spPr>
          <a:xfrm>
            <a:off x="10534236" y="4725109"/>
            <a:ext cx="1366117" cy="387091"/>
          </a:xfrm>
          <a:prstGeom prst="rect">
            <a:avLst/>
          </a:prstGeom>
          <a:solidFill>
            <a:schemeClr val="tx2"/>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zh-CN" altLang="en-US" b="1" dirty="0"/>
              <a:t>物理层</a:t>
            </a:r>
          </a:p>
        </p:txBody>
      </p:sp>
      <p:sp>
        <p:nvSpPr>
          <p:cNvPr id="36" name="矩形 35">
            <a:extLst>
              <a:ext uri="{FF2B5EF4-FFF2-40B4-BE49-F238E27FC236}">
                <a16:creationId xmlns:a16="http://schemas.microsoft.com/office/drawing/2014/main" id="{56BC3166-5D46-4BE0-859C-38744E5D710F}"/>
              </a:ext>
            </a:extLst>
          </p:cNvPr>
          <p:cNvSpPr/>
          <p:nvPr/>
        </p:nvSpPr>
        <p:spPr>
          <a:xfrm>
            <a:off x="10534237" y="3582027"/>
            <a:ext cx="1366117" cy="387091"/>
          </a:xfrm>
          <a:prstGeom prst="rect">
            <a:avLst/>
          </a:prstGeom>
          <a:solidFill>
            <a:schemeClr val="accent3"/>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zh-CN" altLang="en-US" b="1" dirty="0"/>
              <a:t>运输层</a:t>
            </a:r>
          </a:p>
        </p:txBody>
      </p:sp>
      <p:sp>
        <p:nvSpPr>
          <p:cNvPr id="37" name="矩形 36">
            <a:extLst>
              <a:ext uri="{FF2B5EF4-FFF2-40B4-BE49-F238E27FC236}">
                <a16:creationId xmlns:a16="http://schemas.microsoft.com/office/drawing/2014/main" id="{2393EBDF-8E46-43C9-A69C-478390939F5C}"/>
              </a:ext>
            </a:extLst>
          </p:cNvPr>
          <p:cNvSpPr/>
          <p:nvPr/>
        </p:nvSpPr>
        <p:spPr>
          <a:xfrm>
            <a:off x="10534237" y="3957032"/>
            <a:ext cx="1366117" cy="387091"/>
          </a:xfrm>
          <a:prstGeom prst="rect">
            <a:avLst/>
          </a:prstGeom>
          <a:solidFill>
            <a:schemeClr val="accent6"/>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zh-CN" altLang="en-US" b="1" dirty="0"/>
              <a:t>网络层</a:t>
            </a:r>
          </a:p>
        </p:txBody>
      </p:sp>
      <p:sp>
        <p:nvSpPr>
          <p:cNvPr id="38" name="矩形 37">
            <a:extLst>
              <a:ext uri="{FF2B5EF4-FFF2-40B4-BE49-F238E27FC236}">
                <a16:creationId xmlns:a16="http://schemas.microsoft.com/office/drawing/2014/main" id="{8A58E852-6B41-424C-BD97-FCA280780330}"/>
              </a:ext>
            </a:extLst>
          </p:cNvPr>
          <p:cNvSpPr/>
          <p:nvPr/>
        </p:nvSpPr>
        <p:spPr>
          <a:xfrm>
            <a:off x="10534237" y="4338018"/>
            <a:ext cx="1366118" cy="387091"/>
          </a:xfrm>
          <a:prstGeom prst="rect">
            <a:avLst/>
          </a:prstGeom>
          <a:solidFill>
            <a:schemeClr val="accent4"/>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zh-CN" altLang="en-US" b="1" dirty="0"/>
              <a:t>数据链路层</a:t>
            </a:r>
          </a:p>
        </p:txBody>
      </p:sp>
      <p:sp>
        <p:nvSpPr>
          <p:cNvPr id="39" name="矩形 38">
            <a:extLst>
              <a:ext uri="{FF2B5EF4-FFF2-40B4-BE49-F238E27FC236}">
                <a16:creationId xmlns:a16="http://schemas.microsoft.com/office/drawing/2014/main" id="{073FA83D-74E3-4EB9-AF7C-687245B39919}"/>
              </a:ext>
            </a:extLst>
          </p:cNvPr>
          <p:cNvSpPr/>
          <p:nvPr/>
        </p:nvSpPr>
        <p:spPr>
          <a:xfrm>
            <a:off x="10534237" y="3197989"/>
            <a:ext cx="1366117" cy="387091"/>
          </a:xfrm>
          <a:prstGeom prst="rect">
            <a:avLst/>
          </a:prstGeom>
          <a:solidFill>
            <a:schemeClr val="accent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zh-CN" altLang="en-US" b="1" dirty="0"/>
              <a:t>应用层</a:t>
            </a:r>
          </a:p>
        </p:txBody>
      </p:sp>
    </p:spTree>
    <p:custDataLst>
      <p:tags r:id="rId1"/>
    </p:custDataLst>
    <p:extLst>
      <p:ext uri="{BB962C8B-B14F-4D97-AF65-F5344CB8AC3E}">
        <p14:creationId xmlns:p14="http://schemas.microsoft.com/office/powerpoint/2010/main" val="310775798"/>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37" presetClass="exit" presetSubtype="0" fill="hold" grpId="0" nodeType="withEffect">
                                  <p:stCondLst>
                                    <p:cond delay="0"/>
                                  </p:stCondLst>
                                  <p:childTnLst>
                                    <p:animEffect transition="out" filter="fade">
                                      <p:cBhvr>
                                        <p:cTn id="6" dur="1000"/>
                                        <p:tgtEl>
                                          <p:spTgt spid="45"/>
                                        </p:tgtEl>
                                      </p:cBhvr>
                                    </p:animEffect>
                                    <p:anim calcmode="lin" valueType="num">
                                      <p:cBhvr>
                                        <p:cTn id="7" dur="1000"/>
                                        <p:tgtEl>
                                          <p:spTgt spid="45"/>
                                        </p:tgtEl>
                                        <p:attrNameLst>
                                          <p:attrName>ppt_x</p:attrName>
                                        </p:attrNameLst>
                                      </p:cBhvr>
                                      <p:tavLst>
                                        <p:tav tm="0">
                                          <p:val>
                                            <p:strVal val="ppt_x"/>
                                          </p:val>
                                        </p:tav>
                                        <p:tav tm="100000">
                                          <p:val>
                                            <p:strVal val="ppt_x"/>
                                          </p:val>
                                        </p:tav>
                                      </p:tavLst>
                                    </p:anim>
                                    <p:anim calcmode="lin" valueType="num">
                                      <p:cBhvr>
                                        <p:cTn id="8" dur="100" decel="100000"/>
                                        <p:tgtEl>
                                          <p:spTgt spid="45"/>
                                        </p:tgtEl>
                                        <p:attrNameLst>
                                          <p:attrName>ppt_y</p:attrName>
                                        </p:attrNameLst>
                                      </p:cBhvr>
                                      <p:tavLst>
                                        <p:tav tm="0">
                                          <p:val>
                                            <p:strVal val="ppt_y"/>
                                          </p:val>
                                        </p:tav>
                                        <p:tav tm="100000">
                                          <p:val>
                                            <p:strVal val="ppt_y-.03"/>
                                          </p:val>
                                        </p:tav>
                                      </p:tavLst>
                                    </p:anim>
                                    <p:anim calcmode="lin" valueType="num">
                                      <p:cBhvr>
                                        <p:cTn id="9" dur="900" accel="100000">
                                          <p:stCondLst>
                                            <p:cond delay="100"/>
                                          </p:stCondLst>
                                        </p:cTn>
                                        <p:tgtEl>
                                          <p:spTgt spid="45"/>
                                        </p:tgtEl>
                                        <p:attrNameLst>
                                          <p:attrName>ppt_y</p:attrName>
                                        </p:attrNameLst>
                                      </p:cBhvr>
                                      <p:tavLst>
                                        <p:tav tm="0">
                                          <p:val>
                                            <p:strVal val="ppt_y"/>
                                          </p:val>
                                        </p:tav>
                                        <p:tav tm="100000">
                                          <p:val>
                                            <p:strVal val="ppt_y+1"/>
                                          </p:val>
                                        </p:tav>
                                      </p:tavLst>
                                    </p:anim>
                                    <p:set>
                                      <p:cBhvr>
                                        <p:cTn id="10" dur="1" fill="hold">
                                          <p:stCondLst>
                                            <p:cond delay="999"/>
                                          </p:stCondLst>
                                        </p:cTn>
                                        <p:tgtEl>
                                          <p:spTgt spid="45"/>
                                        </p:tgtEl>
                                        <p:attrNameLst>
                                          <p:attrName>style.visibility</p:attrName>
                                        </p:attrNameLst>
                                      </p:cBhvr>
                                      <p:to>
                                        <p:strVal val="hidden"/>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5" grpId="0" animBg="1"/>
    </p:bldLst>
  </p:timing>
</p:sld>
</file>

<file path=ppt/slides/slide5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9" name="矩形 48">
            <a:extLst>
              <a:ext uri="{FF2B5EF4-FFF2-40B4-BE49-F238E27FC236}">
                <a16:creationId xmlns:a16="http://schemas.microsoft.com/office/drawing/2014/main" id="{5CF45834-E2A2-4730-B06C-0DB3A63B2B03}"/>
              </a:ext>
            </a:extLst>
          </p:cNvPr>
          <p:cNvSpPr/>
          <p:nvPr/>
        </p:nvSpPr>
        <p:spPr>
          <a:xfrm>
            <a:off x="9087171" y="5262103"/>
            <a:ext cx="4180585" cy="387091"/>
          </a:xfrm>
          <a:prstGeom prst="rect">
            <a:avLst/>
          </a:prstGeom>
          <a:solidFill>
            <a:schemeClr val="accent6"/>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b="1" dirty="0"/>
          </a:p>
        </p:txBody>
      </p:sp>
      <p:sp>
        <p:nvSpPr>
          <p:cNvPr id="47" name="矩形 46">
            <a:extLst>
              <a:ext uri="{FF2B5EF4-FFF2-40B4-BE49-F238E27FC236}">
                <a16:creationId xmlns:a16="http://schemas.microsoft.com/office/drawing/2014/main" id="{AEE1FC64-2BE2-4784-991C-5F96255D20BF}"/>
              </a:ext>
            </a:extLst>
          </p:cNvPr>
          <p:cNvSpPr/>
          <p:nvPr/>
        </p:nvSpPr>
        <p:spPr>
          <a:xfrm>
            <a:off x="8501552" y="5262104"/>
            <a:ext cx="585619" cy="387091"/>
          </a:xfrm>
          <a:prstGeom prst="rect">
            <a:avLst/>
          </a:prstGeom>
          <a:solidFill>
            <a:schemeClr val="accent4"/>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CN" b="1" dirty="0"/>
              <a:t>Flag</a:t>
            </a:r>
            <a:endParaRPr lang="zh-CN" altLang="en-US" b="1" dirty="0"/>
          </a:p>
        </p:txBody>
      </p:sp>
      <p:sp>
        <p:nvSpPr>
          <p:cNvPr id="50" name="矩形 49">
            <a:extLst>
              <a:ext uri="{FF2B5EF4-FFF2-40B4-BE49-F238E27FC236}">
                <a16:creationId xmlns:a16="http://schemas.microsoft.com/office/drawing/2014/main" id="{024A03B3-B582-446A-9093-2F216D7C341C}"/>
              </a:ext>
            </a:extLst>
          </p:cNvPr>
          <p:cNvSpPr/>
          <p:nvPr/>
        </p:nvSpPr>
        <p:spPr>
          <a:xfrm>
            <a:off x="9701352" y="5264156"/>
            <a:ext cx="585619" cy="387091"/>
          </a:xfrm>
          <a:prstGeom prst="rect">
            <a:avLst/>
          </a:prstGeom>
          <a:solidFill>
            <a:schemeClr val="accent4"/>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CN" b="1" dirty="0"/>
              <a:t>Flag</a:t>
            </a:r>
            <a:endParaRPr lang="zh-CN" altLang="en-US" b="1" dirty="0"/>
          </a:p>
        </p:txBody>
      </p:sp>
      <p:sp>
        <p:nvSpPr>
          <p:cNvPr id="33" name="矩形 32">
            <a:extLst>
              <a:ext uri="{FF2B5EF4-FFF2-40B4-BE49-F238E27FC236}">
                <a16:creationId xmlns:a16="http://schemas.microsoft.com/office/drawing/2014/main" id="{19C1D5FC-F7A5-4FBF-810B-0FF9A8D13CCD}"/>
              </a:ext>
            </a:extLst>
          </p:cNvPr>
          <p:cNvSpPr/>
          <p:nvPr/>
        </p:nvSpPr>
        <p:spPr>
          <a:xfrm>
            <a:off x="-5167" y="5221918"/>
            <a:ext cx="938273" cy="484003"/>
          </a:xfrm>
          <a:prstGeom prst="rect">
            <a:avLst/>
          </a:prstGeom>
          <a:solidFill>
            <a:schemeClr val="bg1"/>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7" name="矩形 6">
            <a:extLst>
              <a:ext uri="{FF2B5EF4-FFF2-40B4-BE49-F238E27FC236}">
                <a16:creationId xmlns:a16="http://schemas.microsoft.com/office/drawing/2014/main" id="{63000FEF-84AC-4E71-B03B-0329662FD643}"/>
              </a:ext>
            </a:extLst>
          </p:cNvPr>
          <p:cNvSpPr/>
          <p:nvPr/>
        </p:nvSpPr>
        <p:spPr>
          <a:xfrm>
            <a:off x="11253727" y="5178728"/>
            <a:ext cx="938273" cy="484003"/>
          </a:xfrm>
          <a:prstGeom prst="rect">
            <a:avLst/>
          </a:prstGeom>
          <a:solidFill>
            <a:schemeClr val="bg1"/>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grpSp>
        <p:nvGrpSpPr>
          <p:cNvPr id="4" name="组合 3">
            <a:extLst>
              <a:ext uri="{FF2B5EF4-FFF2-40B4-BE49-F238E27FC236}">
                <a16:creationId xmlns:a16="http://schemas.microsoft.com/office/drawing/2014/main" id="{9A1EA9F2-FCB6-48C3-935F-7AE7E3AD14AC}"/>
              </a:ext>
            </a:extLst>
          </p:cNvPr>
          <p:cNvGrpSpPr/>
          <p:nvPr/>
        </p:nvGrpSpPr>
        <p:grpSpPr>
          <a:xfrm>
            <a:off x="304800" y="749300"/>
            <a:ext cx="6192343" cy="400110"/>
            <a:chOff x="424117" y="898245"/>
            <a:chExt cx="6192343" cy="400110"/>
          </a:xfrm>
        </p:grpSpPr>
        <p:sp>
          <p:nvSpPr>
            <p:cNvPr id="2" name="平行四边形 1">
              <a:extLst>
                <a:ext uri="{FF2B5EF4-FFF2-40B4-BE49-F238E27FC236}">
                  <a16:creationId xmlns:a16="http://schemas.microsoft.com/office/drawing/2014/main" id="{1F5BAA3F-9845-4F89-A2DD-8222D3E4EDAC}"/>
                </a:ext>
              </a:extLst>
            </p:cNvPr>
            <p:cNvSpPr/>
            <p:nvPr/>
          </p:nvSpPr>
          <p:spPr>
            <a:xfrm>
              <a:off x="424117" y="898245"/>
              <a:ext cx="711200" cy="387090"/>
            </a:xfrm>
            <a:prstGeom prst="parallelogram">
              <a:avLst/>
            </a:prstGeom>
            <a:solidFill>
              <a:schemeClr val="accent3">
                <a:lumMod val="75000"/>
              </a:schemeClr>
            </a:solidFill>
            <a:ln>
              <a:solidFill>
                <a:schemeClr val="accent3">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CN" sz="2200" dirty="0">
                  <a:latin typeface="Impact" panose="020B0806030902050204" pitchFamily="34" charset="0"/>
                </a:rPr>
                <a:t>02</a:t>
              </a:r>
              <a:endParaRPr lang="zh-CN" altLang="en-US" sz="2200" dirty="0">
                <a:latin typeface="Impact" panose="020B0806030902050204" pitchFamily="34" charset="0"/>
              </a:endParaRPr>
            </a:p>
          </p:txBody>
        </p:sp>
        <p:sp>
          <p:nvSpPr>
            <p:cNvPr id="3" name="文本框 2">
              <a:extLst>
                <a:ext uri="{FF2B5EF4-FFF2-40B4-BE49-F238E27FC236}">
                  <a16:creationId xmlns:a16="http://schemas.microsoft.com/office/drawing/2014/main" id="{4D6BD736-A4D3-4F26-AFED-36E11F50F70B}"/>
                </a:ext>
              </a:extLst>
            </p:cNvPr>
            <p:cNvSpPr txBox="1"/>
            <p:nvPr/>
          </p:nvSpPr>
          <p:spPr>
            <a:xfrm>
              <a:off x="1204755" y="898245"/>
              <a:ext cx="5411705" cy="400110"/>
            </a:xfrm>
            <a:prstGeom prst="rect">
              <a:avLst/>
            </a:prstGeom>
            <a:noFill/>
          </p:spPr>
          <p:txBody>
            <a:bodyPr wrap="square" rtlCol="0">
              <a:spAutoFit/>
            </a:bodyPr>
            <a:lstStyle/>
            <a:p>
              <a:r>
                <a:rPr lang="zh-CN" altLang="en-US" sz="2000" b="1" dirty="0"/>
                <a:t>透明传输</a:t>
              </a:r>
            </a:p>
          </p:txBody>
        </p:sp>
      </p:grpSp>
      <p:sp>
        <p:nvSpPr>
          <p:cNvPr id="8" name="矩形 7">
            <a:extLst>
              <a:ext uri="{FF2B5EF4-FFF2-40B4-BE49-F238E27FC236}">
                <a16:creationId xmlns:a16="http://schemas.microsoft.com/office/drawing/2014/main" id="{C7720255-4E6C-41B6-A880-D93377A356B5}"/>
              </a:ext>
            </a:extLst>
          </p:cNvPr>
          <p:cNvSpPr/>
          <p:nvPr/>
        </p:nvSpPr>
        <p:spPr>
          <a:xfrm>
            <a:off x="1016000" y="1297642"/>
            <a:ext cx="256976" cy="256976"/>
          </a:xfrm>
          <a:prstGeom prst="rect">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9" name="íşlïḍè">
            <a:extLst>
              <a:ext uri="{FF2B5EF4-FFF2-40B4-BE49-F238E27FC236}">
                <a16:creationId xmlns:a16="http://schemas.microsoft.com/office/drawing/2014/main" id="{1E3208DB-9CB5-439E-87A6-F640C77C2B32}"/>
              </a:ext>
            </a:extLst>
          </p:cNvPr>
          <p:cNvSpPr txBox="1"/>
          <p:nvPr/>
        </p:nvSpPr>
        <p:spPr>
          <a:xfrm>
            <a:off x="1333228" y="1297641"/>
            <a:ext cx="10494766" cy="511424"/>
          </a:xfrm>
          <a:prstGeom prst="rect">
            <a:avLst/>
          </a:prstGeom>
          <a:noFill/>
        </p:spPr>
        <p:txBody>
          <a:bodyPr wrap="square" lIns="91440" tIns="45720" rIns="91440" bIns="45720" anchor="ctr">
            <a:noAutofit/>
          </a:bodyPr>
          <a:lstStyle/>
          <a:p>
            <a:r>
              <a:rPr lang="zh-CN" altLang="en-US" b="1" dirty="0"/>
              <a:t>透明传输是指</a:t>
            </a:r>
            <a:r>
              <a:rPr lang="zh-CN" altLang="en-US" b="1" dirty="0">
                <a:solidFill>
                  <a:schemeClr val="accent1">
                    <a:lumMod val="75000"/>
                  </a:schemeClr>
                </a:solidFill>
              </a:rPr>
              <a:t>数据链路层对上层交付下来的协议数据单元</a:t>
            </a:r>
            <a:r>
              <a:rPr lang="en-US" altLang="zh-CN" b="1" dirty="0">
                <a:solidFill>
                  <a:schemeClr val="accent1">
                    <a:lumMod val="75000"/>
                  </a:schemeClr>
                </a:solidFill>
              </a:rPr>
              <a:t>PDU</a:t>
            </a:r>
            <a:r>
              <a:rPr lang="zh-CN" altLang="en-US" b="1" dirty="0">
                <a:solidFill>
                  <a:schemeClr val="accent1">
                    <a:lumMod val="75000"/>
                  </a:schemeClr>
                </a:solidFill>
              </a:rPr>
              <a:t>没有任何限制</a:t>
            </a:r>
            <a:r>
              <a:rPr lang="zh-CN" altLang="en-US" b="1" dirty="0"/>
              <a:t>，就好像数据链路层不存在一样。</a:t>
            </a:r>
            <a:endParaRPr lang="en-US" altLang="zh-CN" b="1" dirty="0"/>
          </a:p>
        </p:txBody>
      </p:sp>
      <p:grpSp>
        <p:nvGrpSpPr>
          <p:cNvPr id="10" name="组合 9">
            <a:extLst>
              <a:ext uri="{FF2B5EF4-FFF2-40B4-BE49-F238E27FC236}">
                <a16:creationId xmlns:a16="http://schemas.microsoft.com/office/drawing/2014/main" id="{1872948F-40FE-4C50-9F43-A13F69433512}"/>
              </a:ext>
            </a:extLst>
          </p:cNvPr>
          <p:cNvGrpSpPr/>
          <p:nvPr/>
        </p:nvGrpSpPr>
        <p:grpSpPr>
          <a:xfrm>
            <a:off x="601699" y="5214175"/>
            <a:ext cx="10940423" cy="641082"/>
            <a:chOff x="601699" y="5648354"/>
            <a:chExt cx="10940423" cy="641082"/>
          </a:xfrm>
        </p:grpSpPr>
        <p:cxnSp>
          <p:nvCxnSpPr>
            <p:cNvPr id="21" name="直接连接符 20">
              <a:extLst>
                <a:ext uri="{FF2B5EF4-FFF2-40B4-BE49-F238E27FC236}">
                  <a16:creationId xmlns:a16="http://schemas.microsoft.com/office/drawing/2014/main" id="{AFA66375-BFFA-4A09-AA4D-EB81610ADFDC}"/>
                </a:ext>
              </a:extLst>
            </p:cNvPr>
            <p:cNvCxnSpPr>
              <a:cxnSpLocks/>
            </p:cNvCxnSpPr>
            <p:nvPr/>
          </p:nvCxnSpPr>
          <p:spPr>
            <a:xfrm>
              <a:off x="1143721" y="6126777"/>
              <a:ext cx="10027235"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pic>
          <p:nvPicPr>
            <p:cNvPr id="22" name="图形 21">
              <a:extLst>
                <a:ext uri="{FF2B5EF4-FFF2-40B4-BE49-F238E27FC236}">
                  <a16:creationId xmlns:a16="http://schemas.microsoft.com/office/drawing/2014/main" id="{6C887B44-86C4-4555-A5AA-6253F2886F19}"/>
                </a:ext>
              </a:extLst>
            </p:cNvPr>
            <p:cNvPicPr>
              <a:picLocks noChangeAspect="1"/>
            </p:cNvPicPr>
            <p:nvPr/>
          </p:nvPicPr>
          <p:blipFill>
            <a:blip r:embed="rId3">
              <a:extLst>
                <a:ext uri="{28A0092B-C50C-407E-A947-70E740481C1C}">
                  <a14:useLocalDpi xmlns:a14="http://schemas.microsoft.com/office/drawing/2010/main" val="0"/>
                </a:ext>
                <a:ext uri="{96DAC541-7B7A-43D3-8B79-37D633B846F1}">
                  <asvg:svgBlip xmlns:asvg="http://schemas.microsoft.com/office/drawing/2016/SVG/main" r:embed="rId4"/>
                </a:ext>
              </a:extLst>
            </a:blip>
            <a:stretch>
              <a:fillRect/>
            </a:stretch>
          </p:blipFill>
          <p:spPr>
            <a:xfrm>
              <a:off x="601699" y="5648354"/>
              <a:ext cx="662814" cy="641082"/>
            </a:xfrm>
            <a:prstGeom prst="rect">
              <a:avLst/>
            </a:prstGeom>
          </p:spPr>
        </p:pic>
        <p:pic>
          <p:nvPicPr>
            <p:cNvPr id="23" name="图形 22">
              <a:extLst>
                <a:ext uri="{FF2B5EF4-FFF2-40B4-BE49-F238E27FC236}">
                  <a16:creationId xmlns:a16="http://schemas.microsoft.com/office/drawing/2014/main" id="{D0041743-ABFB-4FFC-9ACE-63E103F31FCF}"/>
                </a:ext>
              </a:extLst>
            </p:cNvPr>
            <p:cNvPicPr>
              <a:picLocks noChangeAspect="1"/>
            </p:cNvPicPr>
            <p:nvPr/>
          </p:nvPicPr>
          <p:blipFill>
            <a:blip r:embed="rId3">
              <a:extLst>
                <a:ext uri="{28A0092B-C50C-407E-A947-70E740481C1C}">
                  <a14:useLocalDpi xmlns:a14="http://schemas.microsoft.com/office/drawing/2010/main" val="0"/>
                </a:ext>
                <a:ext uri="{96DAC541-7B7A-43D3-8B79-37D633B846F1}">
                  <asvg:svgBlip xmlns:asvg="http://schemas.microsoft.com/office/drawing/2016/SVG/main" r:embed="rId4"/>
                </a:ext>
              </a:extLst>
            </a:blip>
            <a:stretch>
              <a:fillRect/>
            </a:stretch>
          </p:blipFill>
          <p:spPr>
            <a:xfrm>
              <a:off x="10879308" y="5648354"/>
              <a:ext cx="662814" cy="641082"/>
            </a:xfrm>
            <a:prstGeom prst="rect">
              <a:avLst/>
            </a:prstGeom>
          </p:spPr>
        </p:pic>
      </p:grpSp>
      <p:sp>
        <p:nvSpPr>
          <p:cNvPr id="11" name="矩形 10">
            <a:extLst>
              <a:ext uri="{FF2B5EF4-FFF2-40B4-BE49-F238E27FC236}">
                <a16:creationId xmlns:a16="http://schemas.microsoft.com/office/drawing/2014/main" id="{89F370EB-1516-471E-8B16-B9DF13881EEB}"/>
              </a:ext>
            </a:extLst>
          </p:cNvPr>
          <p:cNvSpPr/>
          <p:nvPr/>
        </p:nvSpPr>
        <p:spPr>
          <a:xfrm>
            <a:off x="304799" y="4714466"/>
            <a:ext cx="1366117" cy="387091"/>
          </a:xfrm>
          <a:prstGeom prst="rect">
            <a:avLst/>
          </a:prstGeom>
          <a:solidFill>
            <a:schemeClr val="tx2"/>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zh-CN" altLang="en-US" b="1" dirty="0"/>
              <a:t>物理层</a:t>
            </a:r>
          </a:p>
        </p:txBody>
      </p:sp>
      <p:sp>
        <p:nvSpPr>
          <p:cNvPr id="12" name="矩形 11">
            <a:extLst>
              <a:ext uri="{FF2B5EF4-FFF2-40B4-BE49-F238E27FC236}">
                <a16:creationId xmlns:a16="http://schemas.microsoft.com/office/drawing/2014/main" id="{C120AF4E-32F2-4BB4-8E09-D3F91B674B6A}"/>
              </a:ext>
            </a:extLst>
          </p:cNvPr>
          <p:cNvSpPr/>
          <p:nvPr/>
        </p:nvSpPr>
        <p:spPr>
          <a:xfrm>
            <a:off x="304800" y="3571384"/>
            <a:ext cx="1366117" cy="387091"/>
          </a:xfrm>
          <a:prstGeom prst="rect">
            <a:avLst/>
          </a:prstGeom>
          <a:solidFill>
            <a:schemeClr val="accent3"/>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zh-CN" altLang="en-US" b="1" dirty="0"/>
              <a:t>运输层</a:t>
            </a:r>
          </a:p>
        </p:txBody>
      </p:sp>
      <p:sp>
        <p:nvSpPr>
          <p:cNvPr id="13" name="矩形 12">
            <a:extLst>
              <a:ext uri="{FF2B5EF4-FFF2-40B4-BE49-F238E27FC236}">
                <a16:creationId xmlns:a16="http://schemas.microsoft.com/office/drawing/2014/main" id="{51C9FA23-441A-4229-A8AC-D91362162E91}"/>
              </a:ext>
            </a:extLst>
          </p:cNvPr>
          <p:cNvSpPr/>
          <p:nvPr/>
        </p:nvSpPr>
        <p:spPr>
          <a:xfrm>
            <a:off x="304800" y="3946389"/>
            <a:ext cx="1366117" cy="387091"/>
          </a:xfrm>
          <a:prstGeom prst="rect">
            <a:avLst/>
          </a:prstGeom>
          <a:solidFill>
            <a:schemeClr val="accent6"/>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zh-CN" altLang="en-US" b="1" dirty="0"/>
              <a:t>网络层</a:t>
            </a:r>
          </a:p>
        </p:txBody>
      </p:sp>
      <p:sp>
        <p:nvSpPr>
          <p:cNvPr id="14" name="矩形 13">
            <a:extLst>
              <a:ext uri="{FF2B5EF4-FFF2-40B4-BE49-F238E27FC236}">
                <a16:creationId xmlns:a16="http://schemas.microsoft.com/office/drawing/2014/main" id="{944CCDAD-E2F9-4EA6-A4ED-0C39133CDB16}"/>
              </a:ext>
            </a:extLst>
          </p:cNvPr>
          <p:cNvSpPr/>
          <p:nvPr/>
        </p:nvSpPr>
        <p:spPr>
          <a:xfrm>
            <a:off x="304800" y="4327375"/>
            <a:ext cx="1366118" cy="387091"/>
          </a:xfrm>
          <a:prstGeom prst="rect">
            <a:avLst/>
          </a:prstGeom>
          <a:solidFill>
            <a:schemeClr val="accent4"/>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zh-CN" altLang="en-US" b="1" dirty="0"/>
              <a:t>数据链路层</a:t>
            </a:r>
          </a:p>
        </p:txBody>
      </p:sp>
      <p:sp>
        <p:nvSpPr>
          <p:cNvPr id="15" name="矩形 14">
            <a:extLst>
              <a:ext uri="{FF2B5EF4-FFF2-40B4-BE49-F238E27FC236}">
                <a16:creationId xmlns:a16="http://schemas.microsoft.com/office/drawing/2014/main" id="{84531869-3AF3-45B6-B1D3-9A7658A203C8}"/>
              </a:ext>
            </a:extLst>
          </p:cNvPr>
          <p:cNvSpPr/>
          <p:nvPr/>
        </p:nvSpPr>
        <p:spPr>
          <a:xfrm>
            <a:off x="304800" y="3187346"/>
            <a:ext cx="1366117" cy="387091"/>
          </a:xfrm>
          <a:prstGeom prst="rect">
            <a:avLst/>
          </a:prstGeom>
          <a:solidFill>
            <a:schemeClr val="accent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zh-CN" altLang="en-US" b="1" dirty="0"/>
              <a:t>应用层</a:t>
            </a:r>
          </a:p>
        </p:txBody>
      </p:sp>
      <p:sp>
        <p:nvSpPr>
          <p:cNvPr id="35" name="矩形 34">
            <a:extLst>
              <a:ext uri="{FF2B5EF4-FFF2-40B4-BE49-F238E27FC236}">
                <a16:creationId xmlns:a16="http://schemas.microsoft.com/office/drawing/2014/main" id="{A2C9B035-8ABD-494E-8783-C6462F2C34EE}"/>
              </a:ext>
            </a:extLst>
          </p:cNvPr>
          <p:cNvSpPr/>
          <p:nvPr/>
        </p:nvSpPr>
        <p:spPr>
          <a:xfrm>
            <a:off x="10534236" y="4725109"/>
            <a:ext cx="1366117" cy="387091"/>
          </a:xfrm>
          <a:prstGeom prst="rect">
            <a:avLst/>
          </a:prstGeom>
          <a:solidFill>
            <a:schemeClr val="tx2"/>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zh-CN" altLang="en-US" b="1" dirty="0"/>
              <a:t>物理层</a:t>
            </a:r>
          </a:p>
        </p:txBody>
      </p:sp>
      <p:sp>
        <p:nvSpPr>
          <p:cNvPr id="36" name="矩形 35">
            <a:extLst>
              <a:ext uri="{FF2B5EF4-FFF2-40B4-BE49-F238E27FC236}">
                <a16:creationId xmlns:a16="http://schemas.microsoft.com/office/drawing/2014/main" id="{56BC3166-5D46-4BE0-859C-38744E5D710F}"/>
              </a:ext>
            </a:extLst>
          </p:cNvPr>
          <p:cNvSpPr/>
          <p:nvPr/>
        </p:nvSpPr>
        <p:spPr>
          <a:xfrm>
            <a:off x="10534237" y="3582027"/>
            <a:ext cx="1366117" cy="387091"/>
          </a:xfrm>
          <a:prstGeom prst="rect">
            <a:avLst/>
          </a:prstGeom>
          <a:solidFill>
            <a:schemeClr val="accent3"/>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zh-CN" altLang="en-US" b="1" dirty="0"/>
              <a:t>运输层</a:t>
            </a:r>
          </a:p>
        </p:txBody>
      </p:sp>
      <p:sp>
        <p:nvSpPr>
          <p:cNvPr id="37" name="矩形 36">
            <a:extLst>
              <a:ext uri="{FF2B5EF4-FFF2-40B4-BE49-F238E27FC236}">
                <a16:creationId xmlns:a16="http://schemas.microsoft.com/office/drawing/2014/main" id="{2393EBDF-8E46-43C9-A69C-478390939F5C}"/>
              </a:ext>
            </a:extLst>
          </p:cNvPr>
          <p:cNvSpPr/>
          <p:nvPr/>
        </p:nvSpPr>
        <p:spPr>
          <a:xfrm>
            <a:off x="10534237" y="3957032"/>
            <a:ext cx="1366117" cy="387091"/>
          </a:xfrm>
          <a:prstGeom prst="rect">
            <a:avLst/>
          </a:prstGeom>
          <a:solidFill>
            <a:schemeClr val="accent6"/>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zh-CN" altLang="en-US" b="1" dirty="0"/>
              <a:t>网络层</a:t>
            </a:r>
          </a:p>
        </p:txBody>
      </p:sp>
      <p:sp>
        <p:nvSpPr>
          <p:cNvPr id="38" name="矩形 37">
            <a:extLst>
              <a:ext uri="{FF2B5EF4-FFF2-40B4-BE49-F238E27FC236}">
                <a16:creationId xmlns:a16="http://schemas.microsoft.com/office/drawing/2014/main" id="{8A58E852-6B41-424C-BD97-FCA280780330}"/>
              </a:ext>
            </a:extLst>
          </p:cNvPr>
          <p:cNvSpPr/>
          <p:nvPr/>
        </p:nvSpPr>
        <p:spPr>
          <a:xfrm>
            <a:off x="10534237" y="4338018"/>
            <a:ext cx="1366118" cy="387091"/>
          </a:xfrm>
          <a:prstGeom prst="rect">
            <a:avLst/>
          </a:prstGeom>
          <a:solidFill>
            <a:schemeClr val="accent4"/>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zh-CN" altLang="en-US" b="1" dirty="0"/>
              <a:t>数据链路层</a:t>
            </a:r>
          </a:p>
        </p:txBody>
      </p:sp>
      <p:sp>
        <p:nvSpPr>
          <p:cNvPr id="39" name="矩形 38">
            <a:extLst>
              <a:ext uri="{FF2B5EF4-FFF2-40B4-BE49-F238E27FC236}">
                <a16:creationId xmlns:a16="http://schemas.microsoft.com/office/drawing/2014/main" id="{073FA83D-74E3-4EB9-AF7C-687245B39919}"/>
              </a:ext>
            </a:extLst>
          </p:cNvPr>
          <p:cNvSpPr/>
          <p:nvPr/>
        </p:nvSpPr>
        <p:spPr>
          <a:xfrm>
            <a:off x="10534237" y="3197989"/>
            <a:ext cx="1366117" cy="387091"/>
          </a:xfrm>
          <a:prstGeom prst="rect">
            <a:avLst/>
          </a:prstGeom>
          <a:solidFill>
            <a:schemeClr val="accent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zh-CN" altLang="en-US" b="1" dirty="0"/>
              <a:t>应用层</a:t>
            </a:r>
          </a:p>
        </p:txBody>
      </p:sp>
      <p:sp>
        <p:nvSpPr>
          <p:cNvPr id="28" name="矩形 27">
            <a:extLst>
              <a:ext uri="{FF2B5EF4-FFF2-40B4-BE49-F238E27FC236}">
                <a16:creationId xmlns:a16="http://schemas.microsoft.com/office/drawing/2014/main" id="{379E3F74-8735-4BAC-A8E8-87320ED04608}"/>
              </a:ext>
            </a:extLst>
          </p:cNvPr>
          <p:cNvSpPr/>
          <p:nvPr/>
        </p:nvSpPr>
        <p:spPr>
          <a:xfrm>
            <a:off x="9691808" y="5276548"/>
            <a:ext cx="640698" cy="363600"/>
          </a:xfrm>
          <a:prstGeom prst="rect">
            <a:avLst/>
          </a:prstGeom>
          <a:solidFill>
            <a:schemeClr val="accent6"/>
          </a:solidFill>
          <a:ln>
            <a:solidFill>
              <a:schemeClr val="accent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b="1" dirty="0"/>
          </a:p>
        </p:txBody>
      </p:sp>
    </p:spTree>
    <p:custDataLst>
      <p:tags r:id="rId1"/>
    </p:custDataLst>
    <p:extLst>
      <p:ext uri="{BB962C8B-B14F-4D97-AF65-F5344CB8AC3E}">
        <p14:creationId xmlns:p14="http://schemas.microsoft.com/office/powerpoint/2010/main" val="3685916576"/>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0" presetClass="entr" presetSubtype="0" fill="hold" grpId="0" nodeType="withEffect">
                                  <p:stCondLst>
                                    <p:cond delay="0"/>
                                  </p:stCondLst>
                                  <p:childTnLst>
                                    <p:set>
                                      <p:cBhvr>
                                        <p:cTn id="6" dur="1" fill="hold">
                                          <p:stCondLst>
                                            <p:cond delay="0"/>
                                          </p:stCondLst>
                                        </p:cTn>
                                        <p:tgtEl>
                                          <p:spTgt spid="28"/>
                                        </p:tgtEl>
                                        <p:attrNameLst>
                                          <p:attrName>style.visibility</p:attrName>
                                        </p:attrNameLst>
                                      </p:cBhvr>
                                      <p:to>
                                        <p:strVal val="visible"/>
                                      </p:to>
                                    </p:set>
                                    <p:animEffect transition="in" filter="wedge">
                                      <p:cBhvr>
                                        <p:cTn id="7" dur="2000"/>
                                        <p:tgtEl>
                                          <p:spTgt spid="28"/>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8" grpId="0" animBg="1"/>
    </p:bldLst>
  </p:timing>
</p:sld>
</file>

<file path=ppt/slides/slide5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9" name="矩形 48">
            <a:extLst>
              <a:ext uri="{FF2B5EF4-FFF2-40B4-BE49-F238E27FC236}">
                <a16:creationId xmlns:a16="http://schemas.microsoft.com/office/drawing/2014/main" id="{5CF45834-E2A2-4730-B06C-0DB3A63B2B03}"/>
              </a:ext>
            </a:extLst>
          </p:cNvPr>
          <p:cNvSpPr/>
          <p:nvPr/>
        </p:nvSpPr>
        <p:spPr>
          <a:xfrm>
            <a:off x="9087171" y="5262103"/>
            <a:ext cx="4180585" cy="387091"/>
          </a:xfrm>
          <a:prstGeom prst="rect">
            <a:avLst/>
          </a:prstGeom>
          <a:solidFill>
            <a:schemeClr val="accent6"/>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b="1" dirty="0"/>
          </a:p>
        </p:txBody>
      </p:sp>
      <p:sp>
        <p:nvSpPr>
          <p:cNvPr id="47" name="矩形 46">
            <a:extLst>
              <a:ext uri="{FF2B5EF4-FFF2-40B4-BE49-F238E27FC236}">
                <a16:creationId xmlns:a16="http://schemas.microsoft.com/office/drawing/2014/main" id="{AEE1FC64-2BE2-4784-991C-5F96255D20BF}"/>
              </a:ext>
            </a:extLst>
          </p:cNvPr>
          <p:cNvSpPr/>
          <p:nvPr/>
        </p:nvSpPr>
        <p:spPr>
          <a:xfrm>
            <a:off x="8501552" y="5262104"/>
            <a:ext cx="585619" cy="387091"/>
          </a:xfrm>
          <a:prstGeom prst="rect">
            <a:avLst/>
          </a:prstGeom>
          <a:solidFill>
            <a:schemeClr val="accent4"/>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CN" b="1" dirty="0"/>
              <a:t>Flag</a:t>
            </a:r>
            <a:endParaRPr lang="zh-CN" altLang="en-US" b="1" dirty="0"/>
          </a:p>
        </p:txBody>
      </p:sp>
      <p:sp>
        <p:nvSpPr>
          <p:cNvPr id="33" name="矩形 32">
            <a:extLst>
              <a:ext uri="{FF2B5EF4-FFF2-40B4-BE49-F238E27FC236}">
                <a16:creationId xmlns:a16="http://schemas.microsoft.com/office/drawing/2014/main" id="{19C1D5FC-F7A5-4FBF-810B-0FF9A8D13CCD}"/>
              </a:ext>
            </a:extLst>
          </p:cNvPr>
          <p:cNvSpPr/>
          <p:nvPr/>
        </p:nvSpPr>
        <p:spPr>
          <a:xfrm>
            <a:off x="-5167" y="5221918"/>
            <a:ext cx="938273" cy="484003"/>
          </a:xfrm>
          <a:prstGeom prst="rect">
            <a:avLst/>
          </a:prstGeom>
          <a:solidFill>
            <a:schemeClr val="bg1"/>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7" name="矩形 6">
            <a:extLst>
              <a:ext uri="{FF2B5EF4-FFF2-40B4-BE49-F238E27FC236}">
                <a16:creationId xmlns:a16="http://schemas.microsoft.com/office/drawing/2014/main" id="{63000FEF-84AC-4E71-B03B-0329662FD643}"/>
              </a:ext>
            </a:extLst>
          </p:cNvPr>
          <p:cNvSpPr/>
          <p:nvPr/>
        </p:nvSpPr>
        <p:spPr>
          <a:xfrm>
            <a:off x="11253727" y="5178728"/>
            <a:ext cx="938273" cy="484003"/>
          </a:xfrm>
          <a:prstGeom prst="rect">
            <a:avLst/>
          </a:prstGeom>
          <a:solidFill>
            <a:schemeClr val="bg1"/>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grpSp>
        <p:nvGrpSpPr>
          <p:cNvPr id="4" name="组合 3">
            <a:extLst>
              <a:ext uri="{FF2B5EF4-FFF2-40B4-BE49-F238E27FC236}">
                <a16:creationId xmlns:a16="http://schemas.microsoft.com/office/drawing/2014/main" id="{9A1EA9F2-FCB6-48C3-935F-7AE7E3AD14AC}"/>
              </a:ext>
            </a:extLst>
          </p:cNvPr>
          <p:cNvGrpSpPr/>
          <p:nvPr/>
        </p:nvGrpSpPr>
        <p:grpSpPr>
          <a:xfrm>
            <a:off x="304800" y="749300"/>
            <a:ext cx="6192343" cy="400110"/>
            <a:chOff x="424117" y="898245"/>
            <a:chExt cx="6192343" cy="400110"/>
          </a:xfrm>
        </p:grpSpPr>
        <p:sp>
          <p:nvSpPr>
            <p:cNvPr id="2" name="平行四边形 1">
              <a:extLst>
                <a:ext uri="{FF2B5EF4-FFF2-40B4-BE49-F238E27FC236}">
                  <a16:creationId xmlns:a16="http://schemas.microsoft.com/office/drawing/2014/main" id="{1F5BAA3F-9845-4F89-A2DD-8222D3E4EDAC}"/>
                </a:ext>
              </a:extLst>
            </p:cNvPr>
            <p:cNvSpPr/>
            <p:nvPr/>
          </p:nvSpPr>
          <p:spPr>
            <a:xfrm>
              <a:off x="424117" y="898245"/>
              <a:ext cx="711200" cy="387090"/>
            </a:xfrm>
            <a:prstGeom prst="parallelogram">
              <a:avLst/>
            </a:prstGeom>
            <a:solidFill>
              <a:schemeClr val="accent3">
                <a:lumMod val="75000"/>
              </a:schemeClr>
            </a:solidFill>
            <a:ln>
              <a:solidFill>
                <a:schemeClr val="accent3">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CN" sz="2200" dirty="0">
                  <a:latin typeface="Impact" panose="020B0806030902050204" pitchFamily="34" charset="0"/>
                </a:rPr>
                <a:t>02</a:t>
              </a:r>
              <a:endParaRPr lang="zh-CN" altLang="en-US" sz="2200" dirty="0">
                <a:latin typeface="Impact" panose="020B0806030902050204" pitchFamily="34" charset="0"/>
              </a:endParaRPr>
            </a:p>
          </p:txBody>
        </p:sp>
        <p:sp>
          <p:nvSpPr>
            <p:cNvPr id="3" name="文本框 2">
              <a:extLst>
                <a:ext uri="{FF2B5EF4-FFF2-40B4-BE49-F238E27FC236}">
                  <a16:creationId xmlns:a16="http://schemas.microsoft.com/office/drawing/2014/main" id="{4D6BD736-A4D3-4F26-AFED-36E11F50F70B}"/>
                </a:ext>
              </a:extLst>
            </p:cNvPr>
            <p:cNvSpPr txBox="1"/>
            <p:nvPr/>
          </p:nvSpPr>
          <p:spPr>
            <a:xfrm>
              <a:off x="1204755" y="898245"/>
              <a:ext cx="5411705" cy="400110"/>
            </a:xfrm>
            <a:prstGeom prst="rect">
              <a:avLst/>
            </a:prstGeom>
            <a:noFill/>
          </p:spPr>
          <p:txBody>
            <a:bodyPr wrap="square" rtlCol="0">
              <a:spAutoFit/>
            </a:bodyPr>
            <a:lstStyle/>
            <a:p>
              <a:r>
                <a:rPr lang="zh-CN" altLang="en-US" sz="2000" b="1" dirty="0"/>
                <a:t>透明传输</a:t>
              </a:r>
            </a:p>
          </p:txBody>
        </p:sp>
      </p:grpSp>
      <p:sp>
        <p:nvSpPr>
          <p:cNvPr id="8" name="矩形 7">
            <a:extLst>
              <a:ext uri="{FF2B5EF4-FFF2-40B4-BE49-F238E27FC236}">
                <a16:creationId xmlns:a16="http://schemas.microsoft.com/office/drawing/2014/main" id="{C7720255-4E6C-41B6-A880-D93377A356B5}"/>
              </a:ext>
            </a:extLst>
          </p:cNvPr>
          <p:cNvSpPr/>
          <p:nvPr/>
        </p:nvSpPr>
        <p:spPr>
          <a:xfrm>
            <a:off x="1016000" y="1297642"/>
            <a:ext cx="256976" cy="256976"/>
          </a:xfrm>
          <a:prstGeom prst="rect">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9" name="íşlïḍè">
            <a:extLst>
              <a:ext uri="{FF2B5EF4-FFF2-40B4-BE49-F238E27FC236}">
                <a16:creationId xmlns:a16="http://schemas.microsoft.com/office/drawing/2014/main" id="{1E3208DB-9CB5-439E-87A6-F640C77C2B32}"/>
              </a:ext>
            </a:extLst>
          </p:cNvPr>
          <p:cNvSpPr txBox="1"/>
          <p:nvPr/>
        </p:nvSpPr>
        <p:spPr>
          <a:xfrm>
            <a:off x="1333228" y="1297641"/>
            <a:ext cx="10494766" cy="511424"/>
          </a:xfrm>
          <a:prstGeom prst="rect">
            <a:avLst/>
          </a:prstGeom>
          <a:noFill/>
        </p:spPr>
        <p:txBody>
          <a:bodyPr wrap="square" lIns="91440" tIns="45720" rIns="91440" bIns="45720" anchor="ctr">
            <a:noAutofit/>
          </a:bodyPr>
          <a:lstStyle/>
          <a:p>
            <a:r>
              <a:rPr lang="zh-CN" altLang="en-US" b="1" dirty="0"/>
              <a:t>透明传输是指</a:t>
            </a:r>
            <a:r>
              <a:rPr lang="zh-CN" altLang="en-US" b="1" dirty="0">
                <a:solidFill>
                  <a:schemeClr val="accent1">
                    <a:lumMod val="75000"/>
                  </a:schemeClr>
                </a:solidFill>
              </a:rPr>
              <a:t>数据链路层对上层交付下来的协议数据单元</a:t>
            </a:r>
            <a:r>
              <a:rPr lang="en-US" altLang="zh-CN" b="1" dirty="0">
                <a:solidFill>
                  <a:schemeClr val="accent1">
                    <a:lumMod val="75000"/>
                  </a:schemeClr>
                </a:solidFill>
              </a:rPr>
              <a:t>PDU</a:t>
            </a:r>
            <a:r>
              <a:rPr lang="zh-CN" altLang="en-US" b="1" dirty="0">
                <a:solidFill>
                  <a:schemeClr val="accent1">
                    <a:lumMod val="75000"/>
                  </a:schemeClr>
                </a:solidFill>
              </a:rPr>
              <a:t>没有任何限制</a:t>
            </a:r>
            <a:r>
              <a:rPr lang="zh-CN" altLang="en-US" b="1" dirty="0"/>
              <a:t>，就好像数据链路层不存在一样。</a:t>
            </a:r>
            <a:endParaRPr lang="en-US" altLang="zh-CN" b="1" dirty="0"/>
          </a:p>
        </p:txBody>
      </p:sp>
      <p:grpSp>
        <p:nvGrpSpPr>
          <p:cNvPr id="10" name="组合 9">
            <a:extLst>
              <a:ext uri="{FF2B5EF4-FFF2-40B4-BE49-F238E27FC236}">
                <a16:creationId xmlns:a16="http://schemas.microsoft.com/office/drawing/2014/main" id="{1872948F-40FE-4C50-9F43-A13F69433512}"/>
              </a:ext>
            </a:extLst>
          </p:cNvPr>
          <p:cNvGrpSpPr/>
          <p:nvPr/>
        </p:nvGrpSpPr>
        <p:grpSpPr>
          <a:xfrm>
            <a:off x="601699" y="5214175"/>
            <a:ext cx="10940423" cy="641082"/>
            <a:chOff x="601699" y="5648354"/>
            <a:chExt cx="10940423" cy="641082"/>
          </a:xfrm>
        </p:grpSpPr>
        <p:cxnSp>
          <p:nvCxnSpPr>
            <p:cNvPr id="21" name="直接连接符 20">
              <a:extLst>
                <a:ext uri="{FF2B5EF4-FFF2-40B4-BE49-F238E27FC236}">
                  <a16:creationId xmlns:a16="http://schemas.microsoft.com/office/drawing/2014/main" id="{AFA66375-BFFA-4A09-AA4D-EB81610ADFDC}"/>
                </a:ext>
              </a:extLst>
            </p:cNvPr>
            <p:cNvCxnSpPr>
              <a:cxnSpLocks/>
            </p:cNvCxnSpPr>
            <p:nvPr/>
          </p:nvCxnSpPr>
          <p:spPr>
            <a:xfrm>
              <a:off x="1143721" y="6126777"/>
              <a:ext cx="10027235"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pic>
          <p:nvPicPr>
            <p:cNvPr id="22" name="图形 21">
              <a:extLst>
                <a:ext uri="{FF2B5EF4-FFF2-40B4-BE49-F238E27FC236}">
                  <a16:creationId xmlns:a16="http://schemas.microsoft.com/office/drawing/2014/main" id="{6C887B44-86C4-4555-A5AA-6253F2886F19}"/>
                </a:ext>
              </a:extLst>
            </p:cNvPr>
            <p:cNvPicPr>
              <a:picLocks noChangeAspect="1"/>
            </p:cNvPicPr>
            <p:nvPr/>
          </p:nvPicPr>
          <p:blipFill>
            <a:blip r:embed="rId3">
              <a:extLst>
                <a:ext uri="{28A0092B-C50C-407E-A947-70E740481C1C}">
                  <a14:useLocalDpi xmlns:a14="http://schemas.microsoft.com/office/drawing/2010/main" val="0"/>
                </a:ext>
                <a:ext uri="{96DAC541-7B7A-43D3-8B79-37D633B846F1}">
                  <asvg:svgBlip xmlns:asvg="http://schemas.microsoft.com/office/drawing/2016/SVG/main" r:embed="rId4"/>
                </a:ext>
              </a:extLst>
            </a:blip>
            <a:stretch>
              <a:fillRect/>
            </a:stretch>
          </p:blipFill>
          <p:spPr>
            <a:xfrm>
              <a:off x="601699" y="5648354"/>
              <a:ext cx="662814" cy="641082"/>
            </a:xfrm>
            <a:prstGeom prst="rect">
              <a:avLst/>
            </a:prstGeom>
          </p:spPr>
        </p:pic>
        <p:pic>
          <p:nvPicPr>
            <p:cNvPr id="23" name="图形 22">
              <a:extLst>
                <a:ext uri="{FF2B5EF4-FFF2-40B4-BE49-F238E27FC236}">
                  <a16:creationId xmlns:a16="http://schemas.microsoft.com/office/drawing/2014/main" id="{D0041743-ABFB-4FFC-9ACE-63E103F31FCF}"/>
                </a:ext>
              </a:extLst>
            </p:cNvPr>
            <p:cNvPicPr>
              <a:picLocks noChangeAspect="1"/>
            </p:cNvPicPr>
            <p:nvPr/>
          </p:nvPicPr>
          <p:blipFill>
            <a:blip r:embed="rId3">
              <a:extLst>
                <a:ext uri="{28A0092B-C50C-407E-A947-70E740481C1C}">
                  <a14:useLocalDpi xmlns:a14="http://schemas.microsoft.com/office/drawing/2010/main" val="0"/>
                </a:ext>
                <a:ext uri="{96DAC541-7B7A-43D3-8B79-37D633B846F1}">
                  <asvg:svgBlip xmlns:asvg="http://schemas.microsoft.com/office/drawing/2016/SVG/main" r:embed="rId4"/>
                </a:ext>
              </a:extLst>
            </a:blip>
            <a:stretch>
              <a:fillRect/>
            </a:stretch>
          </p:blipFill>
          <p:spPr>
            <a:xfrm>
              <a:off x="10879308" y="5648354"/>
              <a:ext cx="662814" cy="641082"/>
            </a:xfrm>
            <a:prstGeom prst="rect">
              <a:avLst/>
            </a:prstGeom>
          </p:spPr>
        </p:pic>
      </p:grpSp>
      <p:sp>
        <p:nvSpPr>
          <p:cNvPr id="11" name="矩形 10">
            <a:extLst>
              <a:ext uri="{FF2B5EF4-FFF2-40B4-BE49-F238E27FC236}">
                <a16:creationId xmlns:a16="http://schemas.microsoft.com/office/drawing/2014/main" id="{89F370EB-1516-471E-8B16-B9DF13881EEB}"/>
              </a:ext>
            </a:extLst>
          </p:cNvPr>
          <p:cNvSpPr/>
          <p:nvPr/>
        </p:nvSpPr>
        <p:spPr>
          <a:xfrm>
            <a:off x="304799" y="4714466"/>
            <a:ext cx="1366117" cy="387091"/>
          </a:xfrm>
          <a:prstGeom prst="rect">
            <a:avLst/>
          </a:prstGeom>
          <a:solidFill>
            <a:schemeClr val="tx2"/>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zh-CN" altLang="en-US" b="1" dirty="0"/>
              <a:t>物理层</a:t>
            </a:r>
          </a:p>
        </p:txBody>
      </p:sp>
      <p:sp>
        <p:nvSpPr>
          <p:cNvPr id="12" name="矩形 11">
            <a:extLst>
              <a:ext uri="{FF2B5EF4-FFF2-40B4-BE49-F238E27FC236}">
                <a16:creationId xmlns:a16="http://schemas.microsoft.com/office/drawing/2014/main" id="{C120AF4E-32F2-4BB4-8E09-D3F91B674B6A}"/>
              </a:ext>
            </a:extLst>
          </p:cNvPr>
          <p:cNvSpPr/>
          <p:nvPr/>
        </p:nvSpPr>
        <p:spPr>
          <a:xfrm>
            <a:off x="304800" y="3571384"/>
            <a:ext cx="1366117" cy="387091"/>
          </a:xfrm>
          <a:prstGeom prst="rect">
            <a:avLst/>
          </a:prstGeom>
          <a:solidFill>
            <a:schemeClr val="accent3"/>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zh-CN" altLang="en-US" b="1" dirty="0"/>
              <a:t>运输层</a:t>
            </a:r>
          </a:p>
        </p:txBody>
      </p:sp>
      <p:sp>
        <p:nvSpPr>
          <p:cNvPr id="13" name="矩形 12">
            <a:extLst>
              <a:ext uri="{FF2B5EF4-FFF2-40B4-BE49-F238E27FC236}">
                <a16:creationId xmlns:a16="http://schemas.microsoft.com/office/drawing/2014/main" id="{51C9FA23-441A-4229-A8AC-D91362162E91}"/>
              </a:ext>
            </a:extLst>
          </p:cNvPr>
          <p:cNvSpPr/>
          <p:nvPr/>
        </p:nvSpPr>
        <p:spPr>
          <a:xfrm>
            <a:off x="304800" y="3946389"/>
            <a:ext cx="1366117" cy="387091"/>
          </a:xfrm>
          <a:prstGeom prst="rect">
            <a:avLst/>
          </a:prstGeom>
          <a:solidFill>
            <a:schemeClr val="accent6"/>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zh-CN" altLang="en-US" b="1" dirty="0"/>
              <a:t>网络层</a:t>
            </a:r>
          </a:p>
        </p:txBody>
      </p:sp>
      <p:sp>
        <p:nvSpPr>
          <p:cNvPr id="14" name="矩形 13">
            <a:extLst>
              <a:ext uri="{FF2B5EF4-FFF2-40B4-BE49-F238E27FC236}">
                <a16:creationId xmlns:a16="http://schemas.microsoft.com/office/drawing/2014/main" id="{944CCDAD-E2F9-4EA6-A4ED-0C39133CDB16}"/>
              </a:ext>
            </a:extLst>
          </p:cNvPr>
          <p:cNvSpPr/>
          <p:nvPr/>
        </p:nvSpPr>
        <p:spPr>
          <a:xfrm>
            <a:off x="304800" y="4327375"/>
            <a:ext cx="1366118" cy="387091"/>
          </a:xfrm>
          <a:prstGeom prst="rect">
            <a:avLst/>
          </a:prstGeom>
          <a:solidFill>
            <a:schemeClr val="accent4"/>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zh-CN" altLang="en-US" b="1" dirty="0"/>
              <a:t>数据链路层</a:t>
            </a:r>
          </a:p>
        </p:txBody>
      </p:sp>
      <p:sp>
        <p:nvSpPr>
          <p:cNvPr id="15" name="矩形 14">
            <a:extLst>
              <a:ext uri="{FF2B5EF4-FFF2-40B4-BE49-F238E27FC236}">
                <a16:creationId xmlns:a16="http://schemas.microsoft.com/office/drawing/2014/main" id="{84531869-3AF3-45B6-B1D3-9A7658A203C8}"/>
              </a:ext>
            </a:extLst>
          </p:cNvPr>
          <p:cNvSpPr/>
          <p:nvPr/>
        </p:nvSpPr>
        <p:spPr>
          <a:xfrm>
            <a:off x="304800" y="3187346"/>
            <a:ext cx="1366117" cy="387091"/>
          </a:xfrm>
          <a:prstGeom prst="rect">
            <a:avLst/>
          </a:prstGeom>
          <a:solidFill>
            <a:schemeClr val="accent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zh-CN" altLang="en-US" b="1" dirty="0"/>
              <a:t>应用层</a:t>
            </a:r>
          </a:p>
        </p:txBody>
      </p:sp>
      <p:sp>
        <p:nvSpPr>
          <p:cNvPr id="35" name="矩形 34">
            <a:extLst>
              <a:ext uri="{FF2B5EF4-FFF2-40B4-BE49-F238E27FC236}">
                <a16:creationId xmlns:a16="http://schemas.microsoft.com/office/drawing/2014/main" id="{A2C9B035-8ABD-494E-8783-C6462F2C34EE}"/>
              </a:ext>
            </a:extLst>
          </p:cNvPr>
          <p:cNvSpPr/>
          <p:nvPr/>
        </p:nvSpPr>
        <p:spPr>
          <a:xfrm>
            <a:off x="10534236" y="4725109"/>
            <a:ext cx="1366117" cy="387091"/>
          </a:xfrm>
          <a:prstGeom prst="rect">
            <a:avLst/>
          </a:prstGeom>
          <a:solidFill>
            <a:schemeClr val="tx2"/>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zh-CN" altLang="en-US" b="1" dirty="0"/>
              <a:t>物理层</a:t>
            </a:r>
          </a:p>
        </p:txBody>
      </p:sp>
      <p:sp>
        <p:nvSpPr>
          <p:cNvPr id="36" name="矩形 35">
            <a:extLst>
              <a:ext uri="{FF2B5EF4-FFF2-40B4-BE49-F238E27FC236}">
                <a16:creationId xmlns:a16="http://schemas.microsoft.com/office/drawing/2014/main" id="{56BC3166-5D46-4BE0-859C-38744E5D710F}"/>
              </a:ext>
            </a:extLst>
          </p:cNvPr>
          <p:cNvSpPr/>
          <p:nvPr/>
        </p:nvSpPr>
        <p:spPr>
          <a:xfrm>
            <a:off x="10534237" y="3582027"/>
            <a:ext cx="1366117" cy="387091"/>
          </a:xfrm>
          <a:prstGeom prst="rect">
            <a:avLst/>
          </a:prstGeom>
          <a:solidFill>
            <a:schemeClr val="accent3"/>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zh-CN" altLang="en-US" b="1" dirty="0"/>
              <a:t>运输层</a:t>
            </a:r>
          </a:p>
        </p:txBody>
      </p:sp>
      <p:sp>
        <p:nvSpPr>
          <p:cNvPr id="37" name="矩形 36">
            <a:extLst>
              <a:ext uri="{FF2B5EF4-FFF2-40B4-BE49-F238E27FC236}">
                <a16:creationId xmlns:a16="http://schemas.microsoft.com/office/drawing/2014/main" id="{2393EBDF-8E46-43C9-A69C-478390939F5C}"/>
              </a:ext>
            </a:extLst>
          </p:cNvPr>
          <p:cNvSpPr/>
          <p:nvPr/>
        </p:nvSpPr>
        <p:spPr>
          <a:xfrm>
            <a:off x="10534237" y="3957032"/>
            <a:ext cx="1366117" cy="387091"/>
          </a:xfrm>
          <a:prstGeom prst="rect">
            <a:avLst/>
          </a:prstGeom>
          <a:solidFill>
            <a:schemeClr val="accent6"/>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zh-CN" altLang="en-US" b="1" dirty="0"/>
              <a:t>网络层</a:t>
            </a:r>
          </a:p>
        </p:txBody>
      </p:sp>
      <p:sp>
        <p:nvSpPr>
          <p:cNvPr id="38" name="矩形 37">
            <a:extLst>
              <a:ext uri="{FF2B5EF4-FFF2-40B4-BE49-F238E27FC236}">
                <a16:creationId xmlns:a16="http://schemas.microsoft.com/office/drawing/2014/main" id="{8A58E852-6B41-424C-BD97-FCA280780330}"/>
              </a:ext>
            </a:extLst>
          </p:cNvPr>
          <p:cNvSpPr/>
          <p:nvPr/>
        </p:nvSpPr>
        <p:spPr>
          <a:xfrm>
            <a:off x="10534237" y="4338018"/>
            <a:ext cx="1366118" cy="387091"/>
          </a:xfrm>
          <a:prstGeom prst="rect">
            <a:avLst/>
          </a:prstGeom>
          <a:solidFill>
            <a:schemeClr val="accent4"/>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zh-CN" altLang="en-US" b="1" dirty="0"/>
              <a:t>数据链路层</a:t>
            </a:r>
          </a:p>
        </p:txBody>
      </p:sp>
      <p:sp>
        <p:nvSpPr>
          <p:cNvPr id="39" name="矩形 38">
            <a:extLst>
              <a:ext uri="{FF2B5EF4-FFF2-40B4-BE49-F238E27FC236}">
                <a16:creationId xmlns:a16="http://schemas.microsoft.com/office/drawing/2014/main" id="{073FA83D-74E3-4EB9-AF7C-687245B39919}"/>
              </a:ext>
            </a:extLst>
          </p:cNvPr>
          <p:cNvSpPr/>
          <p:nvPr/>
        </p:nvSpPr>
        <p:spPr>
          <a:xfrm>
            <a:off x="10534237" y="3197989"/>
            <a:ext cx="1366117" cy="387091"/>
          </a:xfrm>
          <a:prstGeom prst="rect">
            <a:avLst/>
          </a:prstGeom>
          <a:solidFill>
            <a:schemeClr val="accent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zh-CN" altLang="en-US" b="1" dirty="0"/>
              <a:t>应用层</a:t>
            </a:r>
          </a:p>
        </p:txBody>
      </p:sp>
    </p:spTree>
    <p:custDataLst>
      <p:tags r:id="rId1"/>
    </p:custDataLst>
    <p:extLst>
      <p:ext uri="{BB962C8B-B14F-4D97-AF65-F5344CB8AC3E}">
        <p14:creationId xmlns:p14="http://schemas.microsoft.com/office/powerpoint/2010/main" val="314324666"/>
      </p:ext>
    </p:extLst>
  </p:cSld>
  <p:clrMapOvr>
    <a:masterClrMapping/>
  </p:clrMapOvr>
  <mc:AlternateContent xmlns:mc="http://schemas.openxmlformats.org/markup-compatibility/2006" xmlns:p14="http://schemas.microsoft.com/office/powerpoint/2010/main">
    <mc:Choice Requires="p14">
      <p:transition p14:dur="10" advClick="0" advTm="0"/>
    </mc:Choice>
    <mc:Fallback xmlns="">
      <p:transition advClick="0" advTm="0"/>
    </mc:Fallback>
  </mc:AlternateContent>
</p:sld>
</file>

<file path=ppt/slides/slide5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5" name="íşlïḍè">
            <a:extLst>
              <a:ext uri="{FF2B5EF4-FFF2-40B4-BE49-F238E27FC236}">
                <a16:creationId xmlns:a16="http://schemas.microsoft.com/office/drawing/2014/main" id="{901A608D-35D2-49C0-87B5-B1AD8A673262}"/>
              </a:ext>
            </a:extLst>
          </p:cNvPr>
          <p:cNvSpPr txBox="1"/>
          <p:nvPr/>
        </p:nvSpPr>
        <p:spPr>
          <a:xfrm>
            <a:off x="10736271" y="5807025"/>
            <a:ext cx="1034912" cy="511424"/>
          </a:xfrm>
          <a:prstGeom prst="rect">
            <a:avLst/>
          </a:prstGeom>
          <a:noFill/>
        </p:spPr>
        <p:txBody>
          <a:bodyPr wrap="square" lIns="91440" tIns="45720" rIns="91440" bIns="45720" anchor="ctr">
            <a:noAutofit/>
          </a:bodyPr>
          <a:lstStyle/>
          <a:p>
            <a:pPr algn="ctr"/>
            <a:r>
              <a:rPr lang="zh-CN" altLang="en-US" b="1" dirty="0"/>
              <a:t>帧结束</a:t>
            </a:r>
            <a:endParaRPr lang="en-US" altLang="zh-CN" b="1" dirty="0"/>
          </a:p>
        </p:txBody>
      </p:sp>
      <p:sp>
        <p:nvSpPr>
          <p:cNvPr id="49" name="矩形 48">
            <a:extLst>
              <a:ext uri="{FF2B5EF4-FFF2-40B4-BE49-F238E27FC236}">
                <a16:creationId xmlns:a16="http://schemas.microsoft.com/office/drawing/2014/main" id="{5CF45834-E2A2-4730-B06C-0DB3A63B2B03}"/>
              </a:ext>
            </a:extLst>
          </p:cNvPr>
          <p:cNvSpPr/>
          <p:nvPr/>
        </p:nvSpPr>
        <p:spPr>
          <a:xfrm>
            <a:off x="10841458" y="5262103"/>
            <a:ext cx="4180585" cy="387091"/>
          </a:xfrm>
          <a:prstGeom prst="rect">
            <a:avLst/>
          </a:prstGeom>
          <a:solidFill>
            <a:schemeClr val="accent6"/>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b="1" dirty="0"/>
          </a:p>
        </p:txBody>
      </p:sp>
      <p:sp>
        <p:nvSpPr>
          <p:cNvPr id="47" name="矩形 46">
            <a:extLst>
              <a:ext uri="{FF2B5EF4-FFF2-40B4-BE49-F238E27FC236}">
                <a16:creationId xmlns:a16="http://schemas.microsoft.com/office/drawing/2014/main" id="{AEE1FC64-2BE2-4784-991C-5F96255D20BF}"/>
              </a:ext>
            </a:extLst>
          </p:cNvPr>
          <p:cNvSpPr/>
          <p:nvPr/>
        </p:nvSpPr>
        <p:spPr>
          <a:xfrm>
            <a:off x="10255839" y="5262104"/>
            <a:ext cx="585619" cy="387091"/>
          </a:xfrm>
          <a:prstGeom prst="rect">
            <a:avLst/>
          </a:prstGeom>
          <a:solidFill>
            <a:schemeClr val="accent4"/>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CN" b="1" dirty="0"/>
              <a:t>Flag</a:t>
            </a:r>
            <a:endParaRPr lang="zh-CN" altLang="en-US" b="1" dirty="0"/>
          </a:p>
        </p:txBody>
      </p:sp>
      <p:sp>
        <p:nvSpPr>
          <p:cNvPr id="33" name="矩形 32">
            <a:extLst>
              <a:ext uri="{FF2B5EF4-FFF2-40B4-BE49-F238E27FC236}">
                <a16:creationId xmlns:a16="http://schemas.microsoft.com/office/drawing/2014/main" id="{19C1D5FC-F7A5-4FBF-810B-0FF9A8D13CCD}"/>
              </a:ext>
            </a:extLst>
          </p:cNvPr>
          <p:cNvSpPr/>
          <p:nvPr/>
        </p:nvSpPr>
        <p:spPr>
          <a:xfrm>
            <a:off x="-5167" y="5221918"/>
            <a:ext cx="938273" cy="484003"/>
          </a:xfrm>
          <a:prstGeom prst="rect">
            <a:avLst/>
          </a:prstGeom>
          <a:solidFill>
            <a:schemeClr val="bg1"/>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7" name="矩形 6">
            <a:extLst>
              <a:ext uri="{FF2B5EF4-FFF2-40B4-BE49-F238E27FC236}">
                <a16:creationId xmlns:a16="http://schemas.microsoft.com/office/drawing/2014/main" id="{63000FEF-84AC-4E71-B03B-0329662FD643}"/>
              </a:ext>
            </a:extLst>
          </p:cNvPr>
          <p:cNvSpPr/>
          <p:nvPr/>
        </p:nvSpPr>
        <p:spPr>
          <a:xfrm>
            <a:off x="11253727" y="5178728"/>
            <a:ext cx="938273" cy="484003"/>
          </a:xfrm>
          <a:prstGeom prst="rect">
            <a:avLst/>
          </a:prstGeom>
          <a:solidFill>
            <a:schemeClr val="bg1"/>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grpSp>
        <p:nvGrpSpPr>
          <p:cNvPr id="4" name="组合 3">
            <a:extLst>
              <a:ext uri="{FF2B5EF4-FFF2-40B4-BE49-F238E27FC236}">
                <a16:creationId xmlns:a16="http://schemas.microsoft.com/office/drawing/2014/main" id="{9A1EA9F2-FCB6-48C3-935F-7AE7E3AD14AC}"/>
              </a:ext>
            </a:extLst>
          </p:cNvPr>
          <p:cNvGrpSpPr/>
          <p:nvPr/>
        </p:nvGrpSpPr>
        <p:grpSpPr>
          <a:xfrm>
            <a:off x="304800" y="749300"/>
            <a:ext cx="6192343" cy="400110"/>
            <a:chOff x="424117" y="898245"/>
            <a:chExt cx="6192343" cy="400110"/>
          </a:xfrm>
        </p:grpSpPr>
        <p:sp>
          <p:nvSpPr>
            <p:cNvPr id="2" name="平行四边形 1">
              <a:extLst>
                <a:ext uri="{FF2B5EF4-FFF2-40B4-BE49-F238E27FC236}">
                  <a16:creationId xmlns:a16="http://schemas.microsoft.com/office/drawing/2014/main" id="{1F5BAA3F-9845-4F89-A2DD-8222D3E4EDAC}"/>
                </a:ext>
              </a:extLst>
            </p:cNvPr>
            <p:cNvSpPr/>
            <p:nvPr/>
          </p:nvSpPr>
          <p:spPr>
            <a:xfrm>
              <a:off x="424117" y="898245"/>
              <a:ext cx="711200" cy="387090"/>
            </a:xfrm>
            <a:prstGeom prst="parallelogram">
              <a:avLst/>
            </a:prstGeom>
            <a:solidFill>
              <a:schemeClr val="accent3">
                <a:lumMod val="75000"/>
              </a:schemeClr>
            </a:solidFill>
            <a:ln>
              <a:solidFill>
                <a:schemeClr val="accent3">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CN" sz="2200" dirty="0">
                  <a:latin typeface="Impact" panose="020B0806030902050204" pitchFamily="34" charset="0"/>
                </a:rPr>
                <a:t>02</a:t>
              </a:r>
              <a:endParaRPr lang="zh-CN" altLang="en-US" sz="2200" dirty="0">
                <a:latin typeface="Impact" panose="020B0806030902050204" pitchFamily="34" charset="0"/>
              </a:endParaRPr>
            </a:p>
          </p:txBody>
        </p:sp>
        <p:sp>
          <p:nvSpPr>
            <p:cNvPr id="3" name="文本框 2">
              <a:extLst>
                <a:ext uri="{FF2B5EF4-FFF2-40B4-BE49-F238E27FC236}">
                  <a16:creationId xmlns:a16="http://schemas.microsoft.com/office/drawing/2014/main" id="{4D6BD736-A4D3-4F26-AFED-36E11F50F70B}"/>
                </a:ext>
              </a:extLst>
            </p:cNvPr>
            <p:cNvSpPr txBox="1"/>
            <p:nvPr/>
          </p:nvSpPr>
          <p:spPr>
            <a:xfrm>
              <a:off x="1204755" y="898245"/>
              <a:ext cx="5411705" cy="400110"/>
            </a:xfrm>
            <a:prstGeom prst="rect">
              <a:avLst/>
            </a:prstGeom>
            <a:noFill/>
          </p:spPr>
          <p:txBody>
            <a:bodyPr wrap="square" rtlCol="0">
              <a:spAutoFit/>
            </a:bodyPr>
            <a:lstStyle/>
            <a:p>
              <a:r>
                <a:rPr lang="zh-CN" altLang="en-US" sz="2000" b="1" dirty="0"/>
                <a:t>透明传输</a:t>
              </a:r>
            </a:p>
          </p:txBody>
        </p:sp>
      </p:grpSp>
      <p:sp>
        <p:nvSpPr>
          <p:cNvPr id="8" name="矩形 7">
            <a:extLst>
              <a:ext uri="{FF2B5EF4-FFF2-40B4-BE49-F238E27FC236}">
                <a16:creationId xmlns:a16="http://schemas.microsoft.com/office/drawing/2014/main" id="{C7720255-4E6C-41B6-A880-D93377A356B5}"/>
              </a:ext>
            </a:extLst>
          </p:cNvPr>
          <p:cNvSpPr/>
          <p:nvPr/>
        </p:nvSpPr>
        <p:spPr>
          <a:xfrm>
            <a:off x="1016000" y="1297642"/>
            <a:ext cx="256976" cy="256976"/>
          </a:xfrm>
          <a:prstGeom prst="rect">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9" name="íşlïḍè">
            <a:extLst>
              <a:ext uri="{FF2B5EF4-FFF2-40B4-BE49-F238E27FC236}">
                <a16:creationId xmlns:a16="http://schemas.microsoft.com/office/drawing/2014/main" id="{1E3208DB-9CB5-439E-87A6-F640C77C2B32}"/>
              </a:ext>
            </a:extLst>
          </p:cNvPr>
          <p:cNvSpPr txBox="1"/>
          <p:nvPr/>
        </p:nvSpPr>
        <p:spPr>
          <a:xfrm>
            <a:off x="1333228" y="1297641"/>
            <a:ext cx="10494766" cy="511424"/>
          </a:xfrm>
          <a:prstGeom prst="rect">
            <a:avLst/>
          </a:prstGeom>
          <a:noFill/>
        </p:spPr>
        <p:txBody>
          <a:bodyPr wrap="square" lIns="91440" tIns="45720" rIns="91440" bIns="45720" anchor="ctr">
            <a:noAutofit/>
          </a:bodyPr>
          <a:lstStyle/>
          <a:p>
            <a:r>
              <a:rPr lang="zh-CN" altLang="en-US" b="1" dirty="0"/>
              <a:t>透明传输是指</a:t>
            </a:r>
            <a:r>
              <a:rPr lang="zh-CN" altLang="en-US" b="1" dirty="0">
                <a:solidFill>
                  <a:schemeClr val="accent1">
                    <a:lumMod val="75000"/>
                  </a:schemeClr>
                </a:solidFill>
              </a:rPr>
              <a:t>数据链路层对上层交付下来的协议数据单元</a:t>
            </a:r>
            <a:r>
              <a:rPr lang="en-US" altLang="zh-CN" b="1" dirty="0">
                <a:solidFill>
                  <a:schemeClr val="accent1">
                    <a:lumMod val="75000"/>
                  </a:schemeClr>
                </a:solidFill>
              </a:rPr>
              <a:t>PDU</a:t>
            </a:r>
            <a:r>
              <a:rPr lang="zh-CN" altLang="en-US" b="1" dirty="0">
                <a:solidFill>
                  <a:schemeClr val="accent1">
                    <a:lumMod val="75000"/>
                  </a:schemeClr>
                </a:solidFill>
              </a:rPr>
              <a:t>没有任何限制</a:t>
            </a:r>
            <a:r>
              <a:rPr lang="zh-CN" altLang="en-US" b="1" dirty="0"/>
              <a:t>，就好像数据链路层不存在一样。</a:t>
            </a:r>
            <a:endParaRPr lang="en-US" altLang="zh-CN" b="1" dirty="0"/>
          </a:p>
        </p:txBody>
      </p:sp>
      <p:grpSp>
        <p:nvGrpSpPr>
          <p:cNvPr id="10" name="组合 9">
            <a:extLst>
              <a:ext uri="{FF2B5EF4-FFF2-40B4-BE49-F238E27FC236}">
                <a16:creationId xmlns:a16="http://schemas.microsoft.com/office/drawing/2014/main" id="{1872948F-40FE-4C50-9F43-A13F69433512}"/>
              </a:ext>
            </a:extLst>
          </p:cNvPr>
          <p:cNvGrpSpPr/>
          <p:nvPr/>
        </p:nvGrpSpPr>
        <p:grpSpPr>
          <a:xfrm>
            <a:off x="601699" y="5214175"/>
            <a:ext cx="10940423" cy="641082"/>
            <a:chOff x="601699" y="5648354"/>
            <a:chExt cx="10940423" cy="641082"/>
          </a:xfrm>
        </p:grpSpPr>
        <p:cxnSp>
          <p:nvCxnSpPr>
            <p:cNvPr id="21" name="直接连接符 20">
              <a:extLst>
                <a:ext uri="{FF2B5EF4-FFF2-40B4-BE49-F238E27FC236}">
                  <a16:creationId xmlns:a16="http://schemas.microsoft.com/office/drawing/2014/main" id="{AFA66375-BFFA-4A09-AA4D-EB81610ADFDC}"/>
                </a:ext>
              </a:extLst>
            </p:cNvPr>
            <p:cNvCxnSpPr>
              <a:cxnSpLocks/>
            </p:cNvCxnSpPr>
            <p:nvPr/>
          </p:nvCxnSpPr>
          <p:spPr>
            <a:xfrm>
              <a:off x="1143721" y="6126777"/>
              <a:ext cx="10027235"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pic>
          <p:nvPicPr>
            <p:cNvPr id="22" name="图形 21">
              <a:extLst>
                <a:ext uri="{FF2B5EF4-FFF2-40B4-BE49-F238E27FC236}">
                  <a16:creationId xmlns:a16="http://schemas.microsoft.com/office/drawing/2014/main" id="{6C887B44-86C4-4555-A5AA-6253F2886F19}"/>
                </a:ext>
              </a:extLst>
            </p:cNvPr>
            <p:cNvPicPr>
              <a:picLocks noChangeAspect="1"/>
            </p:cNvPicPr>
            <p:nvPr/>
          </p:nvPicPr>
          <p:blipFill>
            <a:blip r:embed="rId3">
              <a:extLst>
                <a:ext uri="{28A0092B-C50C-407E-A947-70E740481C1C}">
                  <a14:useLocalDpi xmlns:a14="http://schemas.microsoft.com/office/drawing/2010/main" val="0"/>
                </a:ext>
                <a:ext uri="{96DAC541-7B7A-43D3-8B79-37D633B846F1}">
                  <asvg:svgBlip xmlns:asvg="http://schemas.microsoft.com/office/drawing/2016/SVG/main" r:embed="rId4"/>
                </a:ext>
              </a:extLst>
            </a:blip>
            <a:stretch>
              <a:fillRect/>
            </a:stretch>
          </p:blipFill>
          <p:spPr>
            <a:xfrm>
              <a:off x="601699" y="5648354"/>
              <a:ext cx="662814" cy="641082"/>
            </a:xfrm>
            <a:prstGeom prst="rect">
              <a:avLst/>
            </a:prstGeom>
          </p:spPr>
        </p:pic>
        <p:pic>
          <p:nvPicPr>
            <p:cNvPr id="23" name="图形 22">
              <a:extLst>
                <a:ext uri="{FF2B5EF4-FFF2-40B4-BE49-F238E27FC236}">
                  <a16:creationId xmlns:a16="http://schemas.microsoft.com/office/drawing/2014/main" id="{D0041743-ABFB-4FFC-9ACE-63E103F31FCF}"/>
                </a:ext>
              </a:extLst>
            </p:cNvPr>
            <p:cNvPicPr>
              <a:picLocks noChangeAspect="1"/>
            </p:cNvPicPr>
            <p:nvPr/>
          </p:nvPicPr>
          <p:blipFill>
            <a:blip r:embed="rId3">
              <a:extLst>
                <a:ext uri="{28A0092B-C50C-407E-A947-70E740481C1C}">
                  <a14:useLocalDpi xmlns:a14="http://schemas.microsoft.com/office/drawing/2010/main" val="0"/>
                </a:ext>
                <a:ext uri="{96DAC541-7B7A-43D3-8B79-37D633B846F1}">
                  <asvg:svgBlip xmlns:asvg="http://schemas.microsoft.com/office/drawing/2016/SVG/main" r:embed="rId4"/>
                </a:ext>
              </a:extLst>
            </a:blip>
            <a:stretch>
              <a:fillRect/>
            </a:stretch>
          </p:blipFill>
          <p:spPr>
            <a:xfrm>
              <a:off x="10879308" y="5648354"/>
              <a:ext cx="662814" cy="641082"/>
            </a:xfrm>
            <a:prstGeom prst="rect">
              <a:avLst/>
            </a:prstGeom>
          </p:spPr>
        </p:pic>
      </p:grpSp>
      <p:sp>
        <p:nvSpPr>
          <p:cNvPr id="11" name="矩形 10">
            <a:extLst>
              <a:ext uri="{FF2B5EF4-FFF2-40B4-BE49-F238E27FC236}">
                <a16:creationId xmlns:a16="http://schemas.microsoft.com/office/drawing/2014/main" id="{89F370EB-1516-471E-8B16-B9DF13881EEB}"/>
              </a:ext>
            </a:extLst>
          </p:cNvPr>
          <p:cNvSpPr/>
          <p:nvPr/>
        </p:nvSpPr>
        <p:spPr>
          <a:xfrm>
            <a:off x="304799" y="4714466"/>
            <a:ext cx="1366117" cy="387091"/>
          </a:xfrm>
          <a:prstGeom prst="rect">
            <a:avLst/>
          </a:prstGeom>
          <a:solidFill>
            <a:schemeClr val="tx2"/>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zh-CN" altLang="en-US" b="1" dirty="0"/>
              <a:t>物理层</a:t>
            </a:r>
          </a:p>
        </p:txBody>
      </p:sp>
      <p:sp>
        <p:nvSpPr>
          <p:cNvPr id="12" name="矩形 11">
            <a:extLst>
              <a:ext uri="{FF2B5EF4-FFF2-40B4-BE49-F238E27FC236}">
                <a16:creationId xmlns:a16="http://schemas.microsoft.com/office/drawing/2014/main" id="{C120AF4E-32F2-4BB4-8E09-D3F91B674B6A}"/>
              </a:ext>
            </a:extLst>
          </p:cNvPr>
          <p:cNvSpPr/>
          <p:nvPr/>
        </p:nvSpPr>
        <p:spPr>
          <a:xfrm>
            <a:off x="304800" y="3571384"/>
            <a:ext cx="1366117" cy="387091"/>
          </a:xfrm>
          <a:prstGeom prst="rect">
            <a:avLst/>
          </a:prstGeom>
          <a:solidFill>
            <a:schemeClr val="accent3"/>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zh-CN" altLang="en-US" b="1" dirty="0"/>
              <a:t>运输层</a:t>
            </a:r>
          </a:p>
        </p:txBody>
      </p:sp>
      <p:sp>
        <p:nvSpPr>
          <p:cNvPr id="13" name="矩形 12">
            <a:extLst>
              <a:ext uri="{FF2B5EF4-FFF2-40B4-BE49-F238E27FC236}">
                <a16:creationId xmlns:a16="http://schemas.microsoft.com/office/drawing/2014/main" id="{51C9FA23-441A-4229-A8AC-D91362162E91}"/>
              </a:ext>
            </a:extLst>
          </p:cNvPr>
          <p:cNvSpPr/>
          <p:nvPr/>
        </p:nvSpPr>
        <p:spPr>
          <a:xfrm>
            <a:off x="304800" y="3946389"/>
            <a:ext cx="1366117" cy="387091"/>
          </a:xfrm>
          <a:prstGeom prst="rect">
            <a:avLst/>
          </a:prstGeom>
          <a:solidFill>
            <a:schemeClr val="accent6"/>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zh-CN" altLang="en-US" b="1" dirty="0"/>
              <a:t>网络层</a:t>
            </a:r>
          </a:p>
        </p:txBody>
      </p:sp>
      <p:sp>
        <p:nvSpPr>
          <p:cNvPr id="14" name="矩形 13">
            <a:extLst>
              <a:ext uri="{FF2B5EF4-FFF2-40B4-BE49-F238E27FC236}">
                <a16:creationId xmlns:a16="http://schemas.microsoft.com/office/drawing/2014/main" id="{944CCDAD-E2F9-4EA6-A4ED-0C39133CDB16}"/>
              </a:ext>
            </a:extLst>
          </p:cNvPr>
          <p:cNvSpPr/>
          <p:nvPr/>
        </p:nvSpPr>
        <p:spPr>
          <a:xfrm>
            <a:off x="304800" y="4327375"/>
            <a:ext cx="1366118" cy="387091"/>
          </a:xfrm>
          <a:prstGeom prst="rect">
            <a:avLst/>
          </a:prstGeom>
          <a:solidFill>
            <a:schemeClr val="accent4"/>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zh-CN" altLang="en-US" b="1" dirty="0"/>
              <a:t>数据链路层</a:t>
            </a:r>
          </a:p>
        </p:txBody>
      </p:sp>
      <p:sp>
        <p:nvSpPr>
          <p:cNvPr id="15" name="矩形 14">
            <a:extLst>
              <a:ext uri="{FF2B5EF4-FFF2-40B4-BE49-F238E27FC236}">
                <a16:creationId xmlns:a16="http://schemas.microsoft.com/office/drawing/2014/main" id="{84531869-3AF3-45B6-B1D3-9A7658A203C8}"/>
              </a:ext>
            </a:extLst>
          </p:cNvPr>
          <p:cNvSpPr/>
          <p:nvPr/>
        </p:nvSpPr>
        <p:spPr>
          <a:xfrm>
            <a:off x="304800" y="3187346"/>
            <a:ext cx="1366117" cy="387091"/>
          </a:xfrm>
          <a:prstGeom prst="rect">
            <a:avLst/>
          </a:prstGeom>
          <a:solidFill>
            <a:schemeClr val="accent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zh-CN" altLang="en-US" b="1" dirty="0"/>
              <a:t>应用层</a:t>
            </a:r>
          </a:p>
        </p:txBody>
      </p:sp>
      <p:sp>
        <p:nvSpPr>
          <p:cNvPr id="35" name="矩形 34">
            <a:extLst>
              <a:ext uri="{FF2B5EF4-FFF2-40B4-BE49-F238E27FC236}">
                <a16:creationId xmlns:a16="http://schemas.microsoft.com/office/drawing/2014/main" id="{A2C9B035-8ABD-494E-8783-C6462F2C34EE}"/>
              </a:ext>
            </a:extLst>
          </p:cNvPr>
          <p:cNvSpPr/>
          <p:nvPr/>
        </p:nvSpPr>
        <p:spPr>
          <a:xfrm>
            <a:off x="10534236" y="4725109"/>
            <a:ext cx="1366117" cy="387091"/>
          </a:xfrm>
          <a:prstGeom prst="rect">
            <a:avLst/>
          </a:prstGeom>
          <a:solidFill>
            <a:schemeClr val="tx2"/>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zh-CN" altLang="en-US" b="1" dirty="0"/>
              <a:t>物理层</a:t>
            </a:r>
          </a:p>
        </p:txBody>
      </p:sp>
      <p:sp>
        <p:nvSpPr>
          <p:cNvPr id="36" name="矩形 35">
            <a:extLst>
              <a:ext uri="{FF2B5EF4-FFF2-40B4-BE49-F238E27FC236}">
                <a16:creationId xmlns:a16="http://schemas.microsoft.com/office/drawing/2014/main" id="{56BC3166-5D46-4BE0-859C-38744E5D710F}"/>
              </a:ext>
            </a:extLst>
          </p:cNvPr>
          <p:cNvSpPr/>
          <p:nvPr/>
        </p:nvSpPr>
        <p:spPr>
          <a:xfrm>
            <a:off x="10534237" y="3582027"/>
            <a:ext cx="1366117" cy="387091"/>
          </a:xfrm>
          <a:prstGeom prst="rect">
            <a:avLst/>
          </a:prstGeom>
          <a:solidFill>
            <a:schemeClr val="accent3"/>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zh-CN" altLang="en-US" b="1" dirty="0"/>
              <a:t>运输层</a:t>
            </a:r>
          </a:p>
        </p:txBody>
      </p:sp>
      <p:sp>
        <p:nvSpPr>
          <p:cNvPr id="37" name="矩形 36">
            <a:extLst>
              <a:ext uri="{FF2B5EF4-FFF2-40B4-BE49-F238E27FC236}">
                <a16:creationId xmlns:a16="http://schemas.microsoft.com/office/drawing/2014/main" id="{2393EBDF-8E46-43C9-A69C-478390939F5C}"/>
              </a:ext>
            </a:extLst>
          </p:cNvPr>
          <p:cNvSpPr/>
          <p:nvPr/>
        </p:nvSpPr>
        <p:spPr>
          <a:xfrm>
            <a:off x="10534237" y="3957032"/>
            <a:ext cx="1366117" cy="387091"/>
          </a:xfrm>
          <a:prstGeom prst="rect">
            <a:avLst/>
          </a:prstGeom>
          <a:solidFill>
            <a:schemeClr val="accent6"/>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zh-CN" altLang="en-US" b="1" dirty="0"/>
              <a:t>网络层</a:t>
            </a:r>
          </a:p>
        </p:txBody>
      </p:sp>
      <p:sp>
        <p:nvSpPr>
          <p:cNvPr id="38" name="矩形 37">
            <a:extLst>
              <a:ext uri="{FF2B5EF4-FFF2-40B4-BE49-F238E27FC236}">
                <a16:creationId xmlns:a16="http://schemas.microsoft.com/office/drawing/2014/main" id="{8A58E852-6B41-424C-BD97-FCA280780330}"/>
              </a:ext>
            </a:extLst>
          </p:cNvPr>
          <p:cNvSpPr/>
          <p:nvPr/>
        </p:nvSpPr>
        <p:spPr>
          <a:xfrm>
            <a:off x="10534237" y="4338018"/>
            <a:ext cx="1366118" cy="387091"/>
          </a:xfrm>
          <a:prstGeom prst="rect">
            <a:avLst/>
          </a:prstGeom>
          <a:solidFill>
            <a:schemeClr val="accent4"/>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zh-CN" altLang="en-US" b="1" dirty="0"/>
              <a:t>数据链路层</a:t>
            </a:r>
          </a:p>
        </p:txBody>
      </p:sp>
      <p:sp>
        <p:nvSpPr>
          <p:cNvPr id="39" name="矩形 38">
            <a:extLst>
              <a:ext uri="{FF2B5EF4-FFF2-40B4-BE49-F238E27FC236}">
                <a16:creationId xmlns:a16="http://schemas.microsoft.com/office/drawing/2014/main" id="{073FA83D-74E3-4EB9-AF7C-687245B39919}"/>
              </a:ext>
            </a:extLst>
          </p:cNvPr>
          <p:cNvSpPr/>
          <p:nvPr/>
        </p:nvSpPr>
        <p:spPr>
          <a:xfrm>
            <a:off x="10534237" y="3197989"/>
            <a:ext cx="1366117" cy="387091"/>
          </a:xfrm>
          <a:prstGeom prst="rect">
            <a:avLst/>
          </a:prstGeom>
          <a:solidFill>
            <a:schemeClr val="accent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zh-CN" altLang="en-US" b="1" dirty="0"/>
              <a:t>应用层</a:t>
            </a:r>
          </a:p>
        </p:txBody>
      </p:sp>
    </p:spTree>
    <p:custDataLst>
      <p:tags r:id="rId1"/>
    </p:custDataLst>
    <p:extLst>
      <p:ext uri="{BB962C8B-B14F-4D97-AF65-F5344CB8AC3E}">
        <p14:creationId xmlns:p14="http://schemas.microsoft.com/office/powerpoint/2010/main" val="2957841158"/>
      </p:ext>
    </p:extLst>
  </p:cSld>
  <p:clrMapOvr>
    <a:masterClrMapping/>
  </p:clrMapOvr>
  <mc:AlternateContent xmlns:mc="http://schemas.openxmlformats.org/markup-compatibility/2006" xmlns:p159="http://schemas.microsoft.com/office/powerpoint/2015/09/main">
    <mc:Choice Requires="p159">
      <p:transition spd="slow" advClick="0">
        <p159:morph option="byObject"/>
      </p:transition>
    </mc:Choice>
    <mc:Fallback xmlns="">
      <p:transition spd="slow" advClick="0">
        <p:fade/>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47" presetClass="entr" presetSubtype="0" fill="hold" grpId="0" nodeType="withEffect">
                                  <p:stCondLst>
                                    <p:cond delay="0"/>
                                  </p:stCondLst>
                                  <p:childTnLst>
                                    <p:set>
                                      <p:cBhvr>
                                        <p:cTn id="6" dur="1" fill="hold">
                                          <p:stCondLst>
                                            <p:cond delay="0"/>
                                          </p:stCondLst>
                                        </p:cTn>
                                        <p:tgtEl>
                                          <p:spTgt spid="25"/>
                                        </p:tgtEl>
                                        <p:attrNameLst>
                                          <p:attrName>style.visibility</p:attrName>
                                        </p:attrNameLst>
                                      </p:cBhvr>
                                      <p:to>
                                        <p:strVal val="visible"/>
                                      </p:to>
                                    </p:set>
                                    <p:animEffect transition="in" filter="fade">
                                      <p:cBhvr>
                                        <p:cTn id="7" dur="1000"/>
                                        <p:tgtEl>
                                          <p:spTgt spid="25"/>
                                        </p:tgtEl>
                                      </p:cBhvr>
                                    </p:animEffect>
                                    <p:anim calcmode="lin" valueType="num">
                                      <p:cBhvr>
                                        <p:cTn id="8" dur="1000" fill="hold"/>
                                        <p:tgtEl>
                                          <p:spTgt spid="25"/>
                                        </p:tgtEl>
                                        <p:attrNameLst>
                                          <p:attrName>ppt_x</p:attrName>
                                        </p:attrNameLst>
                                      </p:cBhvr>
                                      <p:tavLst>
                                        <p:tav tm="0">
                                          <p:val>
                                            <p:strVal val="#ppt_x"/>
                                          </p:val>
                                        </p:tav>
                                        <p:tav tm="100000">
                                          <p:val>
                                            <p:strVal val="#ppt_x"/>
                                          </p:val>
                                        </p:tav>
                                      </p:tavLst>
                                    </p:anim>
                                    <p:anim calcmode="lin" valueType="num">
                                      <p:cBhvr>
                                        <p:cTn id="9" dur="1000" fill="hold"/>
                                        <p:tgtEl>
                                          <p:spTgt spid="25"/>
                                        </p:tgtEl>
                                        <p:attrNameLst>
                                          <p:attrName>ppt_y</p:attrName>
                                        </p:attrNameLst>
                                      </p:cBhvr>
                                      <p:tavLst>
                                        <p:tav tm="0">
                                          <p:val>
                                            <p:strVal val="#ppt_y-.1"/>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5" grpId="0"/>
    </p:bldLst>
  </p:timing>
</p:sld>
</file>

<file path=ppt/slides/slide5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16" name="组合 15">
            <a:extLst>
              <a:ext uri="{FF2B5EF4-FFF2-40B4-BE49-F238E27FC236}">
                <a16:creationId xmlns:a16="http://schemas.microsoft.com/office/drawing/2014/main" id="{61CEA764-4073-4ADE-91F9-49C21F49BEA8}"/>
              </a:ext>
            </a:extLst>
          </p:cNvPr>
          <p:cNvGrpSpPr/>
          <p:nvPr/>
        </p:nvGrpSpPr>
        <p:grpSpPr>
          <a:xfrm>
            <a:off x="1806921" y="4333494"/>
            <a:ext cx="5351823" cy="391617"/>
            <a:chOff x="1806921" y="4333494"/>
            <a:chExt cx="5351823" cy="391617"/>
          </a:xfrm>
        </p:grpSpPr>
        <p:sp>
          <p:nvSpPr>
            <p:cNvPr id="28" name="矩形 27">
              <a:extLst>
                <a:ext uri="{FF2B5EF4-FFF2-40B4-BE49-F238E27FC236}">
                  <a16:creationId xmlns:a16="http://schemas.microsoft.com/office/drawing/2014/main" id="{14A6C491-7E73-47D1-A668-F6AB051ECA79}"/>
                </a:ext>
              </a:extLst>
            </p:cNvPr>
            <p:cNvSpPr/>
            <p:nvPr/>
          </p:nvSpPr>
          <p:spPr>
            <a:xfrm>
              <a:off x="1806921" y="4338020"/>
              <a:ext cx="585619" cy="387091"/>
            </a:xfrm>
            <a:prstGeom prst="rect">
              <a:avLst/>
            </a:prstGeom>
            <a:solidFill>
              <a:schemeClr val="accent4"/>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CN" b="1" dirty="0"/>
                <a:t>Flag</a:t>
              </a:r>
              <a:endParaRPr lang="zh-CN" altLang="en-US" b="1" dirty="0"/>
            </a:p>
          </p:txBody>
        </p:sp>
        <p:sp>
          <p:nvSpPr>
            <p:cNvPr id="29" name="矩形 28">
              <a:extLst>
                <a:ext uri="{FF2B5EF4-FFF2-40B4-BE49-F238E27FC236}">
                  <a16:creationId xmlns:a16="http://schemas.microsoft.com/office/drawing/2014/main" id="{40A26214-C3A8-47CA-BFB0-17B75191EE24}"/>
                </a:ext>
              </a:extLst>
            </p:cNvPr>
            <p:cNvSpPr/>
            <p:nvPr/>
          </p:nvSpPr>
          <p:spPr>
            <a:xfrm>
              <a:off x="6573125" y="4338018"/>
              <a:ext cx="585619" cy="387091"/>
            </a:xfrm>
            <a:prstGeom prst="rect">
              <a:avLst/>
            </a:prstGeom>
            <a:solidFill>
              <a:schemeClr val="accent4"/>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CN" b="1" dirty="0"/>
                <a:t>Flag</a:t>
              </a:r>
              <a:endParaRPr lang="zh-CN" altLang="en-US" b="1" dirty="0"/>
            </a:p>
          </p:txBody>
        </p:sp>
        <p:sp>
          <p:nvSpPr>
            <p:cNvPr id="30" name="矩形 29">
              <a:extLst>
                <a:ext uri="{FF2B5EF4-FFF2-40B4-BE49-F238E27FC236}">
                  <a16:creationId xmlns:a16="http://schemas.microsoft.com/office/drawing/2014/main" id="{63345335-FFDF-4667-A5D7-D35073E3C64E}"/>
                </a:ext>
              </a:extLst>
            </p:cNvPr>
            <p:cNvSpPr/>
            <p:nvPr/>
          </p:nvSpPr>
          <p:spPr>
            <a:xfrm>
              <a:off x="2392540" y="4338019"/>
              <a:ext cx="4180585" cy="387091"/>
            </a:xfrm>
            <a:prstGeom prst="rect">
              <a:avLst/>
            </a:prstGeom>
            <a:solidFill>
              <a:schemeClr val="accent6"/>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b="1" dirty="0"/>
            </a:p>
          </p:txBody>
        </p:sp>
        <p:sp>
          <p:nvSpPr>
            <p:cNvPr id="31" name="矩形 30">
              <a:extLst>
                <a:ext uri="{FF2B5EF4-FFF2-40B4-BE49-F238E27FC236}">
                  <a16:creationId xmlns:a16="http://schemas.microsoft.com/office/drawing/2014/main" id="{62C1D11E-FD73-4A05-BAE5-B35EDE8B9FC8}"/>
                </a:ext>
              </a:extLst>
            </p:cNvPr>
            <p:cNvSpPr/>
            <p:nvPr/>
          </p:nvSpPr>
          <p:spPr>
            <a:xfrm>
              <a:off x="2493604" y="4333494"/>
              <a:ext cx="585619" cy="387091"/>
            </a:xfrm>
            <a:prstGeom prst="rect">
              <a:avLst/>
            </a:prstGeom>
            <a:solidFill>
              <a:schemeClr val="accent4"/>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CN" b="1" dirty="0"/>
                <a:t>Flag</a:t>
              </a:r>
              <a:endParaRPr lang="zh-CN" altLang="en-US" b="1" dirty="0"/>
            </a:p>
          </p:txBody>
        </p:sp>
        <p:sp>
          <p:nvSpPr>
            <p:cNvPr id="41" name="矩形 40">
              <a:extLst>
                <a:ext uri="{FF2B5EF4-FFF2-40B4-BE49-F238E27FC236}">
                  <a16:creationId xmlns:a16="http://schemas.microsoft.com/office/drawing/2014/main" id="{B0E84225-81D7-4A73-B6AC-CBDB0B28398A}"/>
                </a:ext>
              </a:extLst>
            </p:cNvPr>
            <p:cNvSpPr/>
            <p:nvPr/>
          </p:nvSpPr>
          <p:spPr>
            <a:xfrm>
              <a:off x="3799444" y="4333494"/>
              <a:ext cx="585619" cy="387091"/>
            </a:xfrm>
            <a:prstGeom prst="rect">
              <a:avLst/>
            </a:prstGeom>
            <a:solidFill>
              <a:schemeClr val="accent4"/>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CN" b="1" dirty="0"/>
                <a:t>Flag</a:t>
              </a:r>
              <a:endParaRPr lang="zh-CN" altLang="en-US" b="1" dirty="0"/>
            </a:p>
          </p:txBody>
        </p:sp>
        <p:sp>
          <p:nvSpPr>
            <p:cNvPr id="34" name="矩形 33">
              <a:extLst>
                <a:ext uri="{FF2B5EF4-FFF2-40B4-BE49-F238E27FC236}">
                  <a16:creationId xmlns:a16="http://schemas.microsoft.com/office/drawing/2014/main" id="{E3AEE137-A241-4EE2-958E-1A12F6B45F2A}"/>
                </a:ext>
              </a:extLst>
            </p:cNvPr>
            <p:cNvSpPr/>
            <p:nvPr/>
          </p:nvSpPr>
          <p:spPr>
            <a:xfrm>
              <a:off x="5195142" y="4338018"/>
              <a:ext cx="585619" cy="387091"/>
            </a:xfrm>
            <a:prstGeom prst="rect">
              <a:avLst/>
            </a:prstGeom>
            <a:solidFill>
              <a:schemeClr val="accent2"/>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CN" b="1" dirty="0"/>
                <a:t>ESC</a:t>
              </a:r>
              <a:endParaRPr lang="zh-CN" altLang="en-US" b="1" dirty="0"/>
            </a:p>
          </p:txBody>
        </p:sp>
      </p:grpSp>
      <p:sp>
        <p:nvSpPr>
          <p:cNvPr id="33" name="矩形 32">
            <a:extLst>
              <a:ext uri="{FF2B5EF4-FFF2-40B4-BE49-F238E27FC236}">
                <a16:creationId xmlns:a16="http://schemas.microsoft.com/office/drawing/2014/main" id="{19C1D5FC-F7A5-4FBF-810B-0FF9A8D13CCD}"/>
              </a:ext>
            </a:extLst>
          </p:cNvPr>
          <p:cNvSpPr/>
          <p:nvPr/>
        </p:nvSpPr>
        <p:spPr>
          <a:xfrm>
            <a:off x="-5167" y="5221918"/>
            <a:ext cx="938273" cy="484003"/>
          </a:xfrm>
          <a:prstGeom prst="rect">
            <a:avLst/>
          </a:prstGeom>
          <a:solidFill>
            <a:schemeClr val="bg1"/>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7" name="矩形 6">
            <a:extLst>
              <a:ext uri="{FF2B5EF4-FFF2-40B4-BE49-F238E27FC236}">
                <a16:creationId xmlns:a16="http://schemas.microsoft.com/office/drawing/2014/main" id="{63000FEF-84AC-4E71-B03B-0329662FD643}"/>
              </a:ext>
            </a:extLst>
          </p:cNvPr>
          <p:cNvSpPr/>
          <p:nvPr/>
        </p:nvSpPr>
        <p:spPr>
          <a:xfrm>
            <a:off x="11253727" y="5178728"/>
            <a:ext cx="938273" cy="484003"/>
          </a:xfrm>
          <a:prstGeom prst="rect">
            <a:avLst/>
          </a:prstGeom>
          <a:solidFill>
            <a:schemeClr val="bg1"/>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grpSp>
        <p:nvGrpSpPr>
          <p:cNvPr id="4" name="组合 3">
            <a:extLst>
              <a:ext uri="{FF2B5EF4-FFF2-40B4-BE49-F238E27FC236}">
                <a16:creationId xmlns:a16="http://schemas.microsoft.com/office/drawing/2014/main" id="{9A1EA9F2-FCB6-48C3-935F-7AE7E3AD14AC}"/>
              </a:ext>
            </a:extLst>
          </p:cNvPr>
          <p:cNvGrpSpPr/>
          <p:nvPr/>
        </p:nvGrpSpPr>
        <p:grpSpPr>
          <a:xfrm>
            <a:off x="304800" y="749300"/>
            <a:ext cx="6192343" cy="400110"/>
            <a:chOff x="424117" y="898245"/>
            <a:chExt cx="6192343" cy="400110"/>
          </a:xfrm>
        </p:grpSpPr>
        <p:sp>
          <p:nvSpPr>
            <p:cNvPr id="2" name="平行四边形 1">
              <a:extLst>
                <a:ext uri="{FF2B5EF4-FFF2-40B4-BE49-F238E27FC236}">
                  <a16:creationId xmlns:a16="http://schemas.microsoft.com/office/drawing/2014/main" id="{1F5BAA3F-9845-4F89-A2DD-8222D3E4EDAC}"/>
                </a:ext>
              </a:extLst>
            </p:cNvPr>
            <p:cNvSpPr/>
            <p:nvPr/>
          </p:nvSpPr>
          <p:spPr>
            <a:xfrm>
              <a:off x="424117" y="898245"/>
              <a:ext cx="711200" cy="387090"/>
            </a:xfrm>
            <a:prstGeom prst="parallelogram">
              <a:avLst/>
            </a:prstGeom>
            <a:solidFill>
              <a:schemeClr val="accent3">
                <a:lumMod val="75000"/>
              </a:schemeClr>
            </a:solidFill>
            <a:ln>
              <a:solidFill>
                <a:schemeClr val="accent3">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CN" sz="2200" dirty="0">
                  <a:latin typeface="Impact" panose="020B0806030902050204" pitchFamily="34" charset="0"/>
                </a:rPr>
                <a:t>02</a:t>
              </a:r>
              <a:endParaRPr lang="zh-CN" altLang="en-US" sz="2200" dirty="0">
                <a:latin typeface="Impact" panose="020B0806030902050204" pitchFamily="34" charset="0"/>
              </a:endParaRPr>
            </a:p>
          </p:txBody>
        </p:sp>
        <p:sp>
          <p:nvSpPr>
            <p:cNvPr id="3" name="文本框 2">
              <a:extLst>
                <a:ext uri="{FF2B5EF4-FFF2-40B4-BE49-F238E27FC236}">
                  <a16:creationId xmlns:a16="http://schemas.microsoft.com/office/drawing/2014/main" id="{4D6BD736-A4D3-4F26-AFED-36E11F50F70B}"/>
                </a:ext>
              </a:extLst>
            </p:cNvPr>
            <p:cNvSpPr txBox="1"/>
            <p:nvPr/>
          </p:nvSpPr>
          <p:spPr>
            <a:xfrm>
              <a:off x="1204755" y="898245"/>
              <a:ext cx="5411705" cy="400110"/>
            </a:xfrm>
            <a:prstGeom prst="rect">
              <a:avLst/>
            </a:prstGeom>
            <a:noFill/>
          </p:spPr>
          <p:txBody>
            <a:bodyPr wrap="square" rtlCol="0">
              <a:spAutoFit/>
            </a:bodyPr>
            <a:lstStyle/>
            <a:p>
              <a:r>
                <a:rPr lang="zh-CN" altLang="en-US" sz="2000" b="1" dirty="0"/>
                <a:t>透明传输</a:t>
              </a:r>
            </a:p>
          </p:txBody>
        </p:sp>
      </p:grpSp>
      <p:sp>
        <p:nvSpPr>
          <p:cNvPr id="8" name="矩形 7">
            <a:extLst>
              <a:ext uri="{FF2B5EF4-FFF2-40B4-BE49-F238E27FC236}">
                <a16:creationId xmlns:a16="http://schemas.microsoft.com/office/drawing/2014/main" id="{C7720255-4E6C-41B6-A880-D93377A356B5}"/>
              </a:ext>
            </a:extLst>
          </p:cNvPr>
          <p:cNvSpPr/>
          <p:nvPr/>
        </p:nvSpPr>
        <p:spPr>
          <a:xfrm>
            <a:off x="1016000" y="1297642"/>
            <a:ext cx="256976" cy="256976"/>
          </a:xfrm>
          <a:prstGeom prst="rect">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9" name="íşlïḍè">
            <a:extLst>
              <a:ext uri="{FF2B5EF4-FFF2-40B4-BE49-F238E27FC236}">
                <a16:creationId xmlns:a16="http://schemas.microsoft.com/office/drawing/2014/main" id="{1E3208DB-9CB5-439E-87A6-F640C77C2B32}"/>
              </a:ext>
            </a:extLst>
          </p:cNvPr>
          <p:cNvSpPr txBox="1"/>
          <p:nvPr/>
        </p:nvSpPr>
        <p:spPr>
          <a:xfrm>
            <a:off x="1333228" y="1297641"/>
            <a:ext cx="10494766" cy="511424"/>
          </a:xfrm>
          <a:prstGeom prst="rect">
            <a:avLst/>
          </a:prstGeom>
          <a:noFill/>
        </p:spPr>
        <p:txBody>
          <a:bodyPr wrap="square" lIns="91440" tIns="45720" rIns="91440" bIns="45720" anchor="ctr">
            <a:noAutofit/>
          </a:bodyPr>
          <a:lstStyle/>
          <a:p>
            <a:r>
              <a:rPr lang="zh-CN" altLang="en-US" b="1" dirty="0"/>
              <a:t>透明传输是指</a:t>
            </a:r>
            <a:r>
              <a:rPr lang="zh-CN" altLang="en-US" b="1" dirty="0">
                <a:solidFill>
                  <a:schemeClr val="accent1">
                    <a:lumMod val="75000"/>
                  </a:schemeClr>
                </a:solidFill>
              </a:rPr>
              <a:t>数据链路层对上层交付下来的协议数据单元</a:t>
            </a:r>
            <a:r>
              <a:rPr lang="en-US" altLang="zh-CN" b="1" dirty="0">
                <a:solidFill>
                  <a:schemeClr val="accent1">
                    <a:lumMod val="75000"/>
                  </a:schemeClr>
                </a:solidFill>
              </a:rPr>
              <a:t>PDU</a:t>
            </a:r>
            <a:r>
              <a:rPr lang="zh-CN" altLang="en-US" b="1" dirty="0">
                <a:solidFill>
                  <a:schemeClr val="accent1">
                    <a:lumMod val="75000"/>
                  </a:schemeClr>
                </a:solidFill>
              </a:rPr>
              <a:t>没有任何限制</a:t>
            </a:r>
            <a:r>
              <a:rPr lang="zh-CN" altLang="en-US" b="1" dirty="0"/>
              <a:t>，就好像数据链路层不存在一样。</a:t>
            </a:r>
            <a:endParaRPr lang="en-US" altLang="zh-CN" b="1" dirty="0"/>
          </a:p>
        </p:txBody>
      </p:sp>
      <p:grpSp>
        <p:nvGrpSpPr>
          <p:cNvPr id="5" name="组合 4">
            <a:extLst>
              <a:ext uri="{FF2B5EF4-FFF2-40B4-BE49-F238E27FC236}">
                <a16:creationId xmlns:a16="http://schemas.microsoft.com/office/drawing/2014/main" id="{8A770C34-1B38-4EEF-A0A8-606779CB738C}"/>
              </a:ext>
            </a:extLst>
          </p:cNvPr>
          <p:cNvGrpSpPr/>
          <p:nvPr/>
        </p:nvGrpSpPr>
        <p:grpSpPr>
          <a:xfrm>
            <a:off x="304799" y="3187346"/>
            <a:ext cx="11595556" cy="2667911"/>
            <a:chOff x="304799" y="3588634"/>
            <a:chExt cx="11595556" cy="2667911"/>
          </a:xfrm>
        </p:grpSpPr>
        <p:grpSp>
          <p:nvGrpSpPr>
            <p:cNvPr id="10" name="组合 9">
              <a:extLst>
                <a:ext uri="{FF2B5EF4-FFF2-40B4-BE49-F238E27FC236}">
                  <a16:creationId xmlns:a16="http://schemas.microsoft.com/office/drawing/2014/main" id="{1872948F-40FE-4C50-9F43-A13F69433512}"/>
                </a:ext>
              </a:extLst>
            </p:cNvPr>
            <p:cNvGrpSpPr/>
            <p:nvPr/>
          </p:nvGrpSpPr>
          <p:grpSpPr>
            <a:xfrm>
              <a:off x="601699" y="5615463"/>
              <a:ext cx="10940423" cy="641082"/>
              <a:chOff x="601699" y="5648354"/>
              <a:chExt cx="10940423" cy="641082"/>
            </a:xfrm>
          </p:grpSpPr>
          <p:cxnSp>
            <p:nvCxnSpPr>
              <p:cNvPr id="21" name="直接连接符 20">
                <a:extLst>
                  <a:ext uri="{FF2B5EF4-FFF2-40B4-BE49-F238E27FC236}">
                    <a16:creationId xmlns:a16="http://schemas.microsoft.com/office/drawing/2014/main" id="{AFA66375-BFFA-4A09-AA4D-EB81610ADFDC}"/>
                  </a:ext>
                </a:extLst>
              </p:cNvPr>
              <p:cNvCxnSpPr>
                <a:cxnSpLocks/>
              </p:cNvCxnSpPr>
              <p:nvPr/>
            </p:nvCxnSpPr>
            <p:spPr>
              <a:xfrm>
                <a:off x="1143721" y="6126777"/>
                <a:ext cx="10027235"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pic>
            <p:nvPicPr>
              <p:cNvPr id="22" name="图形 21">
                <a:extLst>
                  <a:ext uri="{FF2B5EF4-FFF2-40B4-BE49-F238E27FC236}">
                    <a16:creationId xmlns:a16="http://schemas.microsoft.com/office/drawing/2014/main" id="{6C887B44-86C4-4555-A5AA-6253F2886F19}"/>
                  </a:ext>
                </a:extLst>
              </p:cNvPr>
              <p:cNvPicPr>
                <a:picLocks noChangeAspect="1"/>
              </p:cNvPicPr>
              <p:nvPr/>
            </p:nvPicPr>
            <p:blipFill>
              <a:blip r:embed="rId3">
                <a:extLst>
                  <a:ext uri="{28A0092B-C50C-407E-A947-70E740481C1C}">
                    <a14:useLocalDpi xmlns:a14="http://schemas.microsoft.com/office/drawing/2010/main" val="0"/>
                  </a:ext>
                  <a:ext uri="{96DAC541-7B7A-43D3-8B79-37D633B846F1}">
                    <asvg:svgBlip xmlns:asvg="http://schemas.microsoft.com/office/drawing/2016/SVG/main" r:embed="rId4"/>
                  </a:ext>
                </a:extLst>
              </a:blip>
              <a:stretch>
                <a:fillRect/>
              </a:stretch>
            </p:blipFill>
            <p:spPr>
              <a:xfrm>
                <a:off x="601699" y="5648354"/>
                <a:ext cx="662814" cy="641082"/>
              </a:xfrm>
              <a:prstGeom prst="rect">
                <a:avLst/>
              </a:prstGeom>
            </p:spPr>
          </p:pic>
          <p:pic>
            <p:nvPicPr>
              <p:cNvPr id="23" name="图形 22">
                <a:extLst>
                  <a:ext uri="{FF2B5EF4-FFF2-40B4-BE49-F238E27FC236}">
                    <a16:creationId xmlns:a16="http://schemas.microsoft.com/office/drawing/2014/main" id="{D0041743-ABFB-4FFC-9ACE-63E103F31FCF}"/>
                  </a:ext>
                </a:extLst>
              </p:cNvPr>
              <p:cNvPicPr>
                <a:picLocks noChangeAspect="1"/>
              </p:cNvPicPr>
              <p:nvPr/>
            </p:nvPicPr>
            <p:blipFill>
              <a:blip r:embed="rId3">
                <a:extLst>
                  <a:ext uri="{28A0092B-C50C-407E-A947-70E740481C1C}">
                    <a14:useLocalDpi xmlns:a14="http://schemas.microsoft.com/office/drawing/2010/main" val="0"/>
                  </a:ext>
                  <a:ext uri="{96DAC541-7B7A-43D3-8B79-37D633B846F1}">
                    <asvg:svgBlip xmlns:asvg="http://schemas.microsoft.com/office/drawing/2016/SVG/main" r:embed="rId4"/>
                  </a:ext>
                </a:extLst>
              </a:blip>
              <a:stretch>
                <a:fillRect/>
              </a:stretch>
            </p:blipFill>
            <p:spPr>
              <a:xfrm>
                <a:off x="10879308" y="5648354"/>
                <a:ext cx="662814" cy="641082"/>
              </a:xfrm>
              <a:prstGeom prst="rect">
                <a:avLst/>
              </a:prstGeom>
            </p:spPr>
          </p:pic>
        </p:grpSp>
        <p:sp>
          <p:nvSpPr>
            <p:cNvPr id="11" name="矩形 10">
              <a:extLst>
                <a:ext uri="{FF2B5EF4-FFF2-40B4-BE49-F238E27FC236}">
                  <a16:creationId xmlns:a16="http://schemas.microsoft.com/office/drawing/2014/main" id="{89F370EB-1516-471E-8B16-B9DF13881EEB}"/>
                </a:ext>
              </a:extLst>
            </p:cNvPr>
            <p:cNvSpPr/>
            <p:nvPr/>
          </p:nvSpPr>
          <p:spPr>
            <a:xfrm>
              <a:off x="304799" y="5115754"/>
              <a:ext cx="1366117" cy="387091"/>
            </a:xfrm>
            <a:prstGeom prst="rect">
              <a:avLst/>
            </a:prstGeom>
            <a:solidFill>
              <a:schemeClr val="tx2"/>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zh-CN" altLang="en-US" b="1" dirty="0"/>
                <a:t>物理层</a:t>
              </a:r>
            </a:p>
          </p:txBody>
        </p:sp>
        <p:sp>
          <p:nvSpPr>
            <p:cNvPr id="12" name="矩形 11">
              <a:extLst>
                <a:ext uri="{FF2B5EF4-FFF2-40B4-BE49-F238E27FC236}">
                  <a16:creationId xmlns:a16="http://schemas.microsoft.com/office/drawing/2014/main" id="{C120AF4E-32F2-4BB4-8E09-D3F91B674B6A}"/>
                </a:ext>
              </a:extLst>
            </p:cNvPr>
            <p:cNvSpPr/>
            <p:nvPr/>
          </p:nvSpPr>
          <p:spPr>
            <a:xfrm>
              <a:off x="304800" y="3972672"/>
              <a:ext cx="1366117" cy="387091"/>
            </a:xfrm>
            <a:prstGeom prst="rect">
              <a:avLst/>
            </a:prstGeom>
            <a:solidFill>
              <a:schemeClr val="accent3"/>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zh-CN" altLang="en-US" b="1" dirty="0"/>
                <a:t>运输层</a:t>
              </a:r>
            </a:p>
          </p:txBody>
        </p:sp>
        <p:sp>
          <p:nvSpPr>
            <p:cNvPr id="13" name="矩形 12">
              <a:extLst>
                <a:ext uri="{FF2B5EF4-FFF2-40B4-BE49-F238E27FC236}">
                  <a16:creationId xmlns:a16="http://schemas.microsoft.com/office/drawing/2014/main" id="{51C9FA23-441A-4229-A8AC-D91362162E91}"/>
                </a:ext>
              </a:extLst>
            </p:cNvPr>
            <p:cNvSpPr/>
            <p:nvPr/>
          </p:nvSpPr>
          <p:spPr>
            <a:xfrm>
              <a:off x="304800" y="4347677"/>
              <a:ext cx="1366117" cy="387091"/>
            </a:xfrm>
            <a:prstGeom prst="rect">
              <a:avLst/>
            </a:prstGeom>
            <a:solidFill>
              <a:schemeClr val="accent6"/>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zh-CN" altLang="en-US" b="1" dirty="0"/>
                <a:t>网络层</a:t>
              </a:r>
            </a:p>
          </p:txBody>
        </p:sp>
        <p:sp>
          <p:nvSpPr>
            <p:cNvPr id="14" name="矩形 13">
              <a:extLst>
                <a:ext uri="{FF2B5EF4-FFF2-40B4-BE49-F238E27FC236}">
                  <a16:creationId xmlns:a16="http://schemas.microsoft.com/office/drawing/2014/main" id="{944CCDAD-E2F9-4EA6-A4ED-0C39133CDB16}"/>
                </a:ext>
              </a:extLst>
            </p:cNvPr>
            <p:cNvSpPr/>
            <p:nvPr/>
          </p:nvSpPr>
          <p:spPr>
            <a:xfrm>
              <a:off x="304800" y="4728663"/>
              <a:ext cx="1366118" cy="387091"/>
            </a:xfrm>
            <a:prstGeom prst="rect">
              <a:avLst/>
            </a:prstGeom>
            <a:solidFill>
              <a:schemeClr val="accent4"/>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zh-CN" altLang="en-US" b="1" dirty="0"/>
                <a:t>数据链路层</a:t>
              </a:r>
            </a:p>
          </p:txBody>
        </p:sp>
        <p:sp>
          <p:nvSpPr>
            <p:cNvPr id="15" name="矩形 14">
              <a:extLst>
                <a:ext uri="{FF2B5EF4-FFF2-40B4-BE49-F238E27FC236}">
                  <a16:creationId xmlns:a16="http://schemas.microsoft.com/office/drawing/2014/main" id="{84531869-3AF3-45B6-B1D3-9A7658A203C8}"/>
                </a:ext>
              </a:extLst>
            </p:cNvPr>
            <p:cNvSpPr/>
            <p:nvPr/>
          </p:nvSpPr>
          <p:spPr>
            <a:xfrm>
              <a:off x="304800" y="3588634"/>
              <a:ext cx="1366117" cy="387091"/>
            </a:xfrm>
            <a:prstGeom prst="rect">
              <a:avLst/>
            </a:prstGeom>
            <a:solidFill>
              <a:schemeClr val="accent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zh-CN" altLang="en-US" b="1" dirty="0"/>
                <a:t>应用层</a:t>
              </a:r>
            </a:p>
          </p:txBody>
        </p:sp>
        <p:sp>
          <p:nvSpPr>
            <p:cNvPr id="35" name="矩形 34">
              <a:extLst>
                <a:ext uri="{FF2B5EF4-FFF2-40B4-BE49-F238E27FC236}">
                  <a16:creationId xmlns:a16="http://schemas.microsoft.com/office/drawing/2014/main" id="{A2C9B035-8ABD-494E-8783-C6462F2C34EE}"/>
                </a:ext>
              </a:extLst>
            </p:cNvPr>
            <p:cNvSpPr/>
            <p:nvPr/>
          </p:nvSpPr>
          <p:spPr>
            <a:xfrm>
              <a:off x="10534236" y="5126397"/>
              <a:ext cx="1366117" cy="387091"/>
            </a:xfrm>
            <a:prstGeom prst="rect">
              <a:avLst/>
            </a:prstGeom>
            <a:solidFill>
              <a:schemeClr val="tx2"/>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zh-CN" altLang="en-US" b="1" dirty="0"/>
                <a:t>物理层</a:t>
              </a:r>
            </a:p>
          </p:txBody>
        </p:sp>
        <p:sp>
          <p:nvSpPr>
            <p:cNvPr id="36" name="矩形 35">
              <a:extLst>
                <a:ext uri="{FF2B5EF4-FFF2-40B4-BE49-F238E27FC236}">
                  <a16:creationId xmlns:a16="http://schemas.microsoft.com/office/drawing/2014/main" id="{56BC3166-5D46-4BE0-859C-38744E5D710F}"/>
                </a:ext>
              </a:extLst>
            </p:cNvPr>
            <p:cNvSpPr/>
            <p:nvPr/>
          </p:nvSpPr>
          <p:spPr>
            <a:xfrm>
              <a:off x="10534237" y="3983315"/>
              <a:ext cx="1366117" cy="387091"/>
            </a:xfrm>
            <a:prstGeom prst="rect">
              <a:avLst/>
            </a:prstGeom>
            <a:solidFill>
              <a:schemeClr val="accent3"/>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zh-CN" altLang="en-US" b="1" dirty="0"/>
                <a:t>运输层</a:t>
              </a:r>
            </a:p>
          </p:txBody>
        </p:sp>
        <p:sp>
          <p:nvSpPr>
            <p:cNvPr id="37" name="矩形 36">
              <a:extLst>
                <a:ext uri="{FF2B5EF4-FFF2-40B4-BE49-F238E27FC236}">
                  <a16:creationId xmlns:a16="http://schemas.microsoft.com/office/drawing/2014/main" id="{2393EBDF-8E46-43C9-A69C-478390939F5C}"/>
                </a:ext>
              </a:extLst>
            </p:cNvPr>
            <p:cNvSpPr/>
            <p:nvPr/>
          </p:nvSpPr>
          <p:spPr>
            <a:xfrm>
              <a:off x="10534237" y="4358320"/>
              <a:ext cx="1366117" cy="387091"/>
            </a:xfrm>
            <a:prstGeom prst="rect">
              <a:avLst/>
            </a:prstGeom>
            <a:solidFill>
              <a:schemeClr val="accent6"/>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zh-CN" altLang="en-US" b="1" dirty="0"/>
                <a:t>网络层</a:t>
              </a:r>
            </a:p>
          </p:txBody>
        </p:sp>
        <p:sp>
          <p:nvSpPr>
            <p:cNvPr id="38" name="矩形 37">
              <a:extLst>
                <a:ext uri="{FF2B5EF4-FFF2-40B4-BE49-F238E27FC236}">
                  <a16:creationId xmlns:a16="http://schemas.microsoft.com/office/drawing/2014/main" id="{8A58E852-6B41-424C-BD97-FCA280780330}"/>
                </a:ext>
              </a:extLst>
            </p:cNvPr>
            <p:cNvSpPr/>
            <p:nvPr/>
          </p:nvSpPr>
          <p:spPr>
            <a:xfrm>
              <a:off x="10534237" y="4739306"/>
              <a:ext cx="1366118" cy="387091"/>
            </a:xfrm>
            <a:prstGeom prst="rect">
              <a:avLst/>
            </a:prstGeom>
            <a:solidFill>
              <a:schemeClr val="accent4"/>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zh-CN" altLang="en-US" b="1" dirty="0"/>
                <a:t>数据链路层</a:t>
              </a:r>
            </a:p>
          </p:txBody>
        </p:sp>
        <p:sp>
          <p:nvSpPr>
            <p:cNvPr id="39" name="矩形 38">
              <a:extLst>
                <a:ext uri="{FF2B5EF4-FFF2-40B4-BE49-F238E27FC236}">
                  <a16:creationId xmlns:a16="http://schemas.microsoft.com/office/drawing/2014/main" id="{073FA83D-74E3-4EB9-AF7C-687245B39919}"/>
                </a:ext>
              </a:extLst>
            </p:cNvPr>
            <p:cNvSpPr/>
            <p:nvPr/>
          </p:nvSpPr>
          <p:spPr>
            <a:xfrm>
              <a:off x="10534237" y="3599277"/>
              <a:ext cx="1366117" cy="387091"/>
            </a:xfrm>
            <a:prstGeom prst="rect">
              <a:avLst/>
            </a:prstGeom>
            <a:solidFill>
              <a:schemeClr val="accent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zh-CN" altLang="en-US" b="1" dirty="0"/>
                <a:t>应用层</a:t>
              </a:r>
            </a:p>
          </p:txBody>
        </p:sp>
      </p:grpSp>
      <p:sp>
        <p:nvSpPr>
          <p:cNvPr id="40" name="矩形 39">
            <a:extLst>
              <a:ext uri="{FF2B5EF4-FFF2-40B4-BE49-F238E27FC236}">
                <a16:creationId xmlns:a16="http://schemas.microsoft.com/office/drawing/2014/main" id="{BDCC4DD6-C831-4F15-B77B-CEEA5D2DD402}"/>
              </a:ext>
            </a:extLst>
          </p:cNvPr>
          <p:cNvSpPr/>
          <p:nvPr/>
        </p:nvSpPr>
        <p:spPr>
          <a:xfrm>
            <a:off x="3079223" y="4338018"/>
            <a:ext cx="585619" cy="387091"/>
          </a:xfrm>
          <a:prstGeom prst="rect">
            <a:avLst/>
          </a:prstGeom>
          <a:solidFill>
            <a:schemeClr val="accent2"/>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CN" b="1" dirty="0"/>
              <a:t>ESC</a:t>
            </a:r>
            <a:endParaRPr lang="zh-CN" altLang="en-US" b="1" dirty="0"/>
          </a:p>
        </p:txBody>
      </p:sp>
      <p:sp>
        <p:nvSpPr>
          <p:cNvPr id="42" name="矩形 41">
            <a:extLst>
              <a:ext uri="{FF2B5EF4-FFF2-40B4-BE49-F238E27FC236}">
                <a16:creationId xmlns:a16="http://schemas.microsoft.com/office/drawing/2014/main" id="{A6535FD0-DA5A-4301-982E-047E95CBCE52}"/>
              </a:ext>
            </a:extLst>
          </p:cNvPr>
          <p:cNvSpPr/>
          <p:nvPr/>
        </p:nvSpPr>
        <p:spPr>
          <a:xfrm>
            <a:off x="4385062" y="4338018"/>
            <a:ext cx="585619" cy="387091"/>
          </a:xfrm>
          <a:prstGeom prst="rect">
            <a:avLst/>
          </a:prstGeom>
          <a:solidFill>
            <a:schemeClr val="accent2"/>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CN" b="1" dirty="0"/>
              <a:t>ESC</a:t>
            </a:r>
            <a:endParaRPr lang="zh-CN" altLang="en-US" b="1" dirty="0"/>
          </a:p>
        </p:txBody>
      </p:sp>
      <p:sp>
        <p:nvSpPr>
          <p:cNvPr id="43" name="iconfont-11673-5560710">
            <a:extLst>
              <a:ext uri="{FF2B5EF4-FFF2-40B4-BE49-F238E27FC236}">
                <a16:creationId xmlns:a16="http://schemas.microsoft.com/office/drawing/2014/main" id="{70FC7DB4-4680-4AB1-80A6-D05EAAE34CD4}"/>
              </a:ext>
            </a:extLst>
          </p:cNvPr>
          <p:cNvSpPr/>
          <p:nvPr/>
        </p:nvSpPr>
        <p:spPr>
          <a:xfrm>
            <a:off x="2419168" y="4378311"/>
            <a:ext cx="447226" cy="447226"/>
          </a:xfrm>
          <a:custGeom>
            <a:avLst/>
            <a:gdLst>
              <a:gd name="connsiteX0" fmla="*/ 409852 w 609586"/>
              <a:gd name="connsiteY0" fmla="*/ 390766 h 609586"/>
              <a:gd name="connsiteX1" fmla="*/ 396374 w 609586"/>
              <a:gd name="connsiteY1" fmla="*/ 396374 h 609586"/>
              <a:gd name="connsiteX2" fmla="*/ 396374 w 609586"/>
              <a:gd name="connsiteY2" fmla="*/ 423329 h 609586"/>
              <a:gd name="connsiteX3" fmla="*/ 558009 w 609586"/>
              <a:gd name="connsiteY3" fmla="*/ 584964 h 609586"/>
              <a:gd name="connsiteX4" fmla="*/ 584964 w 609586"/>
              <a:gd name="connsiteY4" fmla="*/ 584964 h 609586"/>
              <a:gd name="connsiteX5" fmla="*/ 590536 w 609586"/>
              <a:gd name="connsiteY5" fmla="*/ 571487 h 609586"/>
              <a:gd name="connsiteX6" fmla="*/ 584964 w 609586"/>
              <a:gd name="connsiteY6" fmla="*/ 558009 h 609586"/>
              <a:gd name="connsiteX7" fmla="*/ 423329 w 609586"/>
              <a:gd name="connsiteY7" fmla="*/ 396374 h 609586"/>
              <a:gd name="connsiteX8" fmla="*/ 409852 w 609586"/>
              <a:gd name="connsiteY8" fmla="*/ 390766 h 609586"/>
              <a:gd name="connsiteX9" fmla="*/ 199987 w 609586"/>
              <a:gd name="connsiteY9" fmla="*/ 76185 h 609586"/>
              <a:gd name="connsiteX10" fmla="*/ 76185 w 609586"/>
              <a:gd name="connsiteY10" fmla="*/ 199988 h 609586"/>
              <a:gd name="connsiteX11" fmla="*/ 199987 w 609586"/>
              <a:gd name="connsiteY11" fmla="*/ 323790 h 609586"/>
              <a:gd name="connsiteX12" fmla="*/ 323790 w 609586"/>
              <a:gd name="connsiteY12" fmla="*/ 199988 h 609586"/>
              <a:gd name="connsiteX13" fmla="*/ 199987 w 609586"/>
              <a:gd name="connsiteY13" fmla="*/ 76185 h 609586"/>
              <a:gd name="connsiteX14" fmla="*/ 199987 w 609586"/>
              <a:gd name="connsiteY14" fmla="*/ 57139 h 609586"/>
              <a:gd name="connsiteX15" fmla="*/ 342836 w 609586"/>
              <a:gd name="connsiteY15" fmla="*/ 199988 h 609586"/>
              <a:gd name="connsiteX16" fmla="*/ 199987 w 609586"/>
              <a:gd name="connsiteY16" fmla="*/ 342836 h 609586"/>
              <a:gd name="connsiteX17" fmla="*/ 57139 w 609586"/>
              <a:gd name="connsiteY17" fmla="*/ 199988 h 609586"/>
              <a:gd name="connsiteX18" fmla="*/ 199987 w 609586"/>
              <a:gd name="connsiteY18" fmla="*/ 57139 h 609586"/>
              <a:gd name="connsiteX19" fmla="*/ 200020 w 609586"/>
              <a:gd name="connsiteY19" fmla="*/ 19050 h 609586"/>
              <a:gd name="connsiteX20" fmla="*/ 19050 w 609586"/>
              <a:gd name="connsiteY20" fmla="*/ 200020 h 609586"/>
              <a:gd name="connsiteX21" fmla="*/ 200020 w 609586"/>
              <a:gd name="connsiteY21" fmla="*/ 380991 h 609586"/>
              <a:gd name="connsiteX22" fmla="*/ 380991 w 609586"/>
              <a:gd name="connsiteY22" fmla="*/ 200020 h 609586"/>
              <a:gd name="connsiteX23" fmla="*/ 200020 w 609586"/>
              <a:gd name="connsiteY23" fmla="*/ 19050 h 609586"/>
              <a:gd name="connsiteX24" fmla="*/ 200020 w 609586"/>
              <a:gd name="connsiteY24" fmla="*/ 0 h 609586"/>
              <a:gd name="connsiteX25" fmla="*/ 400041 w 609586"/>
              <a:gd name="connsiteY25" fmla="*/ 200020 h 609586"/>
              <a:gd name="connsiteX26" fmla="*/ 347464 w 609586"/>
              <a:gd name="connsiteY26" fmla="*/ 334701 h 609586"/>
              <a:gd name="connsiteX27" fmla="*/ 349655 w 609586"/>
              <a:gd name="connsiteY27" fmla="*/ 336177 h 609586"/>
              <a:gd name="connsiteX28" fmla="*/ 390707 w 609586"/>
              <a:gd name="connsiteY28" fmla="*/ 377229 h 609586"/>
              <a:gd name="connsiteX29" fmla="*/ 436806 w 609586"/>
              <a:gd name="connsiteY29" fmla="*/ 382896 h 609586"/>
              <a:gd name="connsiteX30" fmla="*/ 598442 w 609586"/>
              <a:gd name="connsiteY30" fmla="*/ 544532 h 609586"/>
              <a:gd name="connsiteX31" fmla="*/ 609586 w 609586"/>
              <a:gd name="connsiteY31" fmla="*/ 571487 h 609586"/>
              <a:gd name="connsiteX32" fmla="*/ 598442 w 609586"/>
              <a:gd name="connsiteY32" fmla="*/ 598442 h 609586"/>
              <a:gd name="connsiteX33" fmla="*/ 571487 w 609586"/>
              <a:gd name="connsiteY33" fmla="*/ 609586 h 609586"/>
              <a:gd name="connsiteX34" fmla="*/ 544579 w 609586"/>
              <a:gd name="connsiteY34" fmla="*/ 598442 h 609586"/>
              <a:gd name="connsiteX35" fmla="*/ 382944 w 609586"/>
              <a:gd name="connsiteY35" fmla="*/ 436806 h 609586"/>
              <a:gd name="connsiteX36" fmla="*/ 377134 w 609586"/>
              <a:gd name="connsiteY36" fmla="*/ 390611 h 609586"/>
              <a:gd name="connsiteX37" fmla="*/ 336177 w 609586"/>
              <a:gd name="connsiteY37" fmla="*/ 349655 h 609586"/>
              <a:gd name="connsiteX38" fmla="*/ 334701 w 609586"/>
              <a:gd name="connsiteY38" fmla="*/ 347464 h 609586"/>
              <a:gd name="connsiteX39" fmla="*/ 200020 w 609586"/>
              <a:gd name="connsiteY39" fmla="*/ 400041 h 609586"/>
              <a:gd name="connsiteX40" fmla="*/ 0 w 609586"/>
              <a:gd name="connsiteY40" fmla="*/ 200020 h 609586"/>
              <a:gd name="connsiteX41" fmla="*/ 200020 w 609586"/>
              <a:gd name="connsiteY41" fmla="*/ 0 h 60958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Lst>
            <a:rect l="l" t="t" r="r" b="b"/>
            <a:pathLst>
              <a:path w="609586" h="609586">
                <a:moveTo>
                  <a:pt x="409852" y="390766"/>
                </a:moveTo>
                <a:cubicBezTo>
                  <a:pt x="404970" y="390766"/>
                  <a:pt x="400089" y="392635"/>
                  <a:pt x="396374" y="396374"/>
                </a:cubicBezTo>
                <a:cubicBezTo>
                  <a:pt x="388897" y="403803"/>
                  <a:pt x="388897" y="415900"/>
                  <a:pt x="396374" y="423329"/>
                </a:cubicBezTo>
                <a:lnTo>
                  <a:pt x="558009" y="584964"/>
                </a:lnTo>
                <a:cubicBezTo>
                  <a:pt x="565581" y="592156"/>
                  <a:pt x="577392" y="592156"/>
                  <a:pt x="584964" y="584964"/>
                </a:cubicBezTo>
                <a:cubicBezTo>
                  <a:pt x="588536" y="581345"/>
                  <a:pt x="590536" y="576583"/>
                  <a:pt x="590536" y="571487"/>
                </a:cubicBezTo>
                <a:cubicBezTo>
                  <a:pt x="590536" y="566391"/>
                  <a:pt x="588536" y="561629"/>
                  <a:pt x="584964" y="558009"/>
                </a:cubicBezTo>
                <a:lnTo>
                  <a:pt x="423329" y="396374"/>
                </a:lnTo>
                <a:cubicBezTo>
                  <a:pt x="419614" y="392635"/>
                  <a:pt x="414733" y="390766"/>
                  <a:pt x="409852" y="390766"/>
                </a:cubicBezTo>
                <a:close/>
                <a:moveTo>
                  <a:pt x="199987" y="76185"/>
                </a:moveTo>
                <a:cubicBezTo>
                  <a:pt x="131706" y="76185"/>
                  <a:pt x="76185" y="131706"/>
                  <a:pt x="76185" y="199988"/>
                </a:cubicBezTo>
                <a:cubicBezTo>
                  <a:pt x="76185" y="268269"/>
                  <a:pt x="131706" y="323790"/>
                  <a:pt x="199987" y="323790"/>
                </a:cubicBezTo>
                <a:cubicBezTo>
                  <a:pt x="268269" y="323790"/>
                  <a:pt x="323790" y="268269"/>
                  <a:pt x="323790" y="199988"/>
                </a:cubicBezTo>
                <a:cubicBezTo>
                  <a:pt x="323790" y="131706"/>
                  <a:pt x="268269" y="76185"/>
                  <a:pt x="199987" y="76185"/>
                </a:cubicBezTo>
                <a:close/>
                <a:moveTo>
                  <a:pt x="199987" y="57139"/>
                </a:moveTo>
                <a:cubicBezTo>
                  <a:pt x="278745" y="57139"/>
                  <a:pt x="342836" y="121230"/>
                  <a:pt x="342836" y="199988"/>
                </a:cubicBezTo>
                <a:cubicBezTo>
                  <a:pt x="342836" y="278745"/>
                  <a:pt x="278745" y="342836"/>
                  <a:pt x="199987" y="342836"/>
                </a:cubicBezTo>
                <a:cubicBezTo>
                  <a:pt x="121230" y="342836"/>
                  <a:pt x="57139" y="278745"/>
                  <a:pt x="57139" y="199988"/>
                </a:cubicBezTo>
                <a:cubicBezTo>
                  <a:pt x="57139" y="121230"/>
                  <a:pt x="121230" y="57139"/>
                  <a:pt x="199987" y="57139"/>
                </a:cubicBezTo>
                <a:close/>
                <a:moveTo>
                  <a:pt x="200020" y="19050"/>
                </a:moveTo>
                <a:cubicBezTo>
                  <a:pt x="100248" y="19050"/>
                  <a:pt x="19050" y="100248"/>
                  <a:pt x="19050" y="200020"/>
                </a:cubicBezTo>
                <a:cubicBezTo>
                  <a:pt x="19050" y="299793"/>
                  <a:pt x="100248" y="380991"/>
                  <a:pt x="200020" y="380991"/>
                </a:cubicBezTo>
                <a:cubicBezTo>
                  <a:pt x="299793" y="380991"/>
                  <a:pt x="380991" y="299793"/>
                  <a:pt x="380991" y="200020"/>
                </a:cubicBezTo>
                <a:cubicBezTo>
                  <a:pt x="380991" y="100248"/>
                  <a:pt x="299793" y="19050"/>
                  <a:pt x="200020" y="19050"/>
                </a:cubicBezTo>
                <a:close/>
                <a:moveTo>
                  <a:pt x="200020" y="0"/>
                </a:moveTo>
                <a:cubicBezTo>
                  <a:pt x="310317" y="0"/>
                  <a:pt x="400041" y="89723"/>
                  <a:pt x="400041" y="200020"/>
                </a:cubicBezTo>
                <a:cubicBezTo>
                  <a:pt x="400041" y="249930"/>
                  <a:pt x="381277" y="297983"/>
                  <a:pt x="347464" y="334701"/>
                </a:cubicBezTo>
                <a:cubicBezTo>
                  <a:pt x="348226" y="335129"/>
                  <a:pt x="348988" y="335510"/>
                  <a:pt x="349655" y="336177"/>
                </a:cubicBezTo>
                <a:lnTo>
                  <a:pt x="390707" y="377229"/>
                </a:lnTo>
                <a:cubicBezTo>
                  <a:pt x="405184" y="369038"/>
                  <a:pt x="424710" y="370847"/>
                  <a:pt x="436806" y="382896"/>
                </a:cubicBezTo>
                <a:lnTo>
                  <a:pt x="598442" y="544532"/>
                </a:lnTo>
                <a:cubicBezTo>
                  <a:pt x="605633" y="551771"/>
                  <a:pt x="609586" y="561295"/>
                  <a:pt x="609586" y="571487"/>
                </a:cubicBezTo>
                <a:cubicBezTo>
                  <a:pt x="609586" y="581678"/>
                  <a:pt x="605633" y="591203"/>
                  <a:pt x="598442" y="598442"/>
                </a:cubicBezTo>
                <a:cubicBezTo>
                  <a:pt x="591203" y="605633"/>
                  <a:pt x="581678" y="609586"/>
                  <a:pt x="571487" y="609586"/>
                </a:cubicBezTo>
                <a:cubicBezTo>
                  <a:pt x="561295" y="609586"/>
                  <a:pt x="551771" y="605633"/>
                  <a:pt x="544579" y="598442"/>
                </a:cubicBezTo>
                <a:lnTo>
                  <a:pt x="382944" y="436806"/>
                </a:lnTo>
                <a:cubicBezTo>
                  <a:pt x="370562" y="424615"/>
                  <a:pt x="368180" y="405518"/>
                  <a:pt x="377134" y="390611"/>
                </a:cubicBezTo>
                <a:lnTo>
                  <a:pt x="336177" y="349655"/>
                </a:lnTo>
                <a:cubicBezTo>
                  <a:pt x="335510" y="348988"/>
                  <a:pt x="335129" y="348226"/>
                  <a:pt x="334701" y="347464"/>
                </a:cubicBezTo>
                <a:cubicBezTo>
                  <a:pt x="299126" y="379991"/>
                  <a:pt x="251930" y="400041"/>
                  <a:pt x="200020" y="400041"/>
                </a:cubicBezTo>
                <a:cubicBezTo>
                  <a:pt x="89723" y="400041"/>
                  <a:pt x="0" y="310317"/>
                  <a:pt x="0" y="200020"/>
                </a:cubicBezTo>
                <a:cubicBezTo>
                  <a:pt x="0" y="89723"/>
                  <a:pt x="89723" y="0"/>
                  <a:pt x="200020" y="0"/>
                </a:cubicBezTo>
                <a:close/>
              </a:path>
            </a:pathLst>
          </a:cu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4" name="矩形 43">
            <a:extLst>
              <a:ext uri="{FF2B5EF4-FFF2-40B4-BE49-F238E27FC236}">
                <a16:creationId xmlns:a16="http://schemas.microsoft.com/office/drawing/2014/main" id="{D18AAE38-630F-4F50-BB6B-78ED85055B53}"/>
              </a:ext>
            </a:extLst>
          </p:cNvPr>
          <p:cNvSpPr/>
          <p:nvPr/>
        </p:nvSpPr>
        <p:spPr>
          <a:xfrm>
            <a:off x="5779998" y="4338018"/>
            <a:ext cx="585619" cy="387091"/>
          </a:xfrm>
          <a:prstGeom prst="rect">
            <a:avLst/>
          </a:prstGeom>
          <a:solidFill>
            <a:schemeClr val="accent2"/>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CN" b="1" dirty="0"/>
              <a:t>ESC</a:t>
            </a:r>
            <a:endParaRPr lang="zh-CN" altLang="en-US" b="1" dirty="0"/>
          </a:p>
        </p:txBody>
      </p:sp>
    </p:spTree>
    <p:custDataLst>
      <p:tags r:id="rId1"/>
    </p:custDataLst>
    <p:extLst>
      <p:ext uri="{BB962C8B-B14F-4D97-AF65-F5344CB8AC3E}">
        <p14:creationId xmlns:p14="http://schemas.microsoft.com/office/powerpoint/2010/main" val="2576139972"/>
      </p:ext>
    </p:extLst>
  </p:cSld>
  <p:clrMapOvr>
    <a:masterClrMapping/>
  </p:clrMapOvr>
  <mc:AlternateContent xmlns:mc="http://schemas.openxmlformats.org/markup-compatibility/2006" xmlns:p14="http://schemas.microsoft.com/office/powerpoint/2010/main">
    <mc:Choice Requires="p14">
      <p:transition p14:dur="10"/>
    </mc:Choice>
    <mc:Fallback xmlns="">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8" fill="hold" nodeType="withEffect">
                                  <p:stCondLst>
                                    <p:cond delay="0"/>
                                  </p:stCondLst>
                                  <p:childTnLst>
                                    <p:set>
                                      <p:cBhvr>
                                        <p:cTn id="6" dur="1" fill="hold">
                                          <p:stCondLst>
                                            <p:cond delay="0"/>
                                          </p:stCondLst>
                                        </p:cTn>
                                        <p:tgtEl>
                                          <p:spTgt spid="16"/>
                                        </p:tgtEl>
                                        <p:attrNameLst>
                                          <p:attrName>style.visibility</p:attrName>
                                        </p:attrNameLst>
                                      </p:cBhvr>
                                      <p:to>
                                        <p:strVal val="visible"/>
                                      </p:to>
                                    </p:set>
                                    <p:anim calcmode="lin" valueType="num">
                                      <p:cBhvr additive="base">
                                        <p:cTn id="7" dur="500" fill="hold"/>
                                        <p:tgtEl>
                                          <p:spTgt spid="16"/>
                                        </p:tgtEl>
                                        <p:attrNameLst>
                                          <p:attrName>ppt_x</p:attrName>
                                        </p:attrNameLst>
                                      </p:cBhvr>
                                      <p:tavLst>
                                        <p:tav tm="0">
                                          <p:val>
                                            <p:strVal val="0-#ppt_w/2"/>
                                          </p:val>
                                        </p:tav>
                                        <p:tav tm="100000">
                                          <p:val>
                                            <p:strVal val="#ppt_x"/>
                                          </p:val>
                                        </p:tav>
                                      </p:tavLst>
                                    </p:anim>
                                    <p:anim calcmode="lin" valueType="num">
                                      <p:cBhvr additive="base">
                                        <p:cTn id="8" dur="500" fill="hold"/>
                                        <p:tgtEl>
                                          <p:spTgt spid="16"/>
                                        </p:tgtEl>
                                        <p:attrNameLst>
                                          <p:attrName>ppt_y</p:attrName>
                                        </p:attrNameLst>
                                      </p:cBhvr>
                                      <p:tavLst>
                                        <p:tav tm="0">
                                          <p:val>
                                            <p:strVal val="#ppt_y"/>
                                          </p:val>
                                        </p:tav>
                                        <p:tav tm="100000">
                                          <p:val>
                                            <p:strVal val="#ppt_y"/>
                                          </p:val>
                                        </p:tav>
                                      </p:tavLst>
                                    </p:anim>
                                  </p:childTnLst>
                                </p:cTn>
                              </p:par>
                            </p:childTnLst>
                          </p:cTn>
                        </p:par>
                      </p:childTnLst>
                    </p:cTn>
                  </p:par>
                  <p:par>
                    <p:cTn id="9" fill="hold">
                      <p:stCondLst>
                        <p:cond delay="indefinite"/>
                      </p:stCondLst>
                      <p:childTnLst>
                        <p:par>
                          <p:cTn id="10" fill="hold">
                            <p:stCondLst>
                              <p:cond delay="0"/>
                            </p:stCondLst>
                            <p:childTnLst>
                              <p:par>
                                <p:cTn id="11" presetID="1" presetClass="entr" presetSubtype="0" fill="hold" grpId="0" nodeType="clickEffect">
                                  <p:stCondLst>
                                    <p:cond delay="0"/>
                                  </p:stCondLst>
                                  <p:childTnLst>
                                    <p:set>
                                      <p:cBhvr>
                                        <p:cTn id="12" dur="1" fill="hold">
                                          <p:stCondLst>
                                            <p:cond delay="0"/>
                                          </p:stCondLst>
                                        </p:cTn>
                                        <p:tgtEl>
                                          <p:spTgt spid="43"/>
                                        </p:tgtEl>
                                        <p:attrNameLst>
                                          <p:attrName>style.visibility</p:attrName>
                                        </p:attrNameLst>
                                      </p:cBhvr>
                                      <p:to>
                                        <p:strVal val="visible"/>
                                      </p:to>
                                    </p:set>
                                  </p:childTnLst>
                                </p:cTn>
                              </p:par>
                            </p:childTnLst>
                          </p:cTn>
                        </p:par>
                        <p:par>
                          <p:cTn id="13" fill="hold">
                            <p:stCondLst>
                              <p:cond delay="0"/>
                            </p:stCondLst>
                            <p:childTnLst>
                              <p:par>
                                <p:cTn id="14" presetID="42" presetClass="path" presetSubtype="0" accel="50000" decel="50000" fill="hold" grpId="1" nodeType="afterEffect">
                                  <p:stCondLst>
                                    <p:cond delay="0"/>
                                  </p:stCondLst>
                                  <p:childTnLst>
                                    <p:animMotion origin="layout" path="M 3.125E-6 -4.81481E-6 L 0.31263 -0.00046 " pathEditMode="relative" rAng="0" ptsTypes="AA">
                                      <p:cBhvr>
                                        <p:cTn id="15" dur="2000" fill="hold"/>
                                        <p:tgtEl>
                                          <p:spTgt spid="43"/>
                                        </p:tgtEl>
                                        <p:attrNameLst>
                                          <p:attrName>ppt_x</p:attrName>
                                          <p:attrName>ppt_y</p:attrName>
                                        </p:attrNameLst>
                                      </p:cBhvr>
                                      <p:rCtr x="15625" y="-23"/>
                                    </p:animMotion>
                                  </p:childTnLst>
                                </p:cTn>
                              </p:par>
                              <p:par>
                                <p:cTn id="16" presetID="12" presetClass="entr" presetSubtype="4" fill="hold" grpId="0" nodeType="withEffect">
                                  <p:stCondLst>
                                    <p:cond delay="700"/>
                                  </p:stCondLst>
                                  <p:childTnLst>
                                    <p:set>
                                      <p:cBhvr>
                                        <p:cTn id="17" dur="1" fill="hold">
                                          <p:stCondLst>
                                            <p:cond delay="0"/>
                                          </p:stCondLst>
                                        </p:cTn>
                                        <p:tgtEl>
                                          <p:spTgt spid="40"/>
                                        </p:tgtEl>
                                        <p:attrNameLst>
                                          <p:attrName>style.visibility</p:attrName>
                                        </p:attrNameLst>
                                      </p:cBhvr>
                                      <p:to>
                                        <p:strVal val="visible"/>
                                      </p:to>
                                    </p:set>
                                    <p:anim calcmode="lin" valueType="num">
                                      <p:cBhvr additive="base">
                                        <p:cTn id="18" dur="500"/>
                                        <p:tgtEl>
                                          <p:spTgt spid="40"/>
                                        </p:tgtEl>
                                        <p:attrNameLst>
                                          <p:attrName>ppt_y</p:attrName>
                                        </p:attrNameLst>
                                      </p:cBhvr>
                                      <p:tavLst>
                                        <p:tav tm="0">
                                          <p:val>
                                            <p:strVal val="#ppt_y+#ppt_h*1.125000"/>
                                          </p:val>
                                        </p:tav>
                                        <p:tav tm="100000">
                                          <p:val>
                                            <p:strVal val="#ppt_y"/>
                                          </p:val>
                                        </p:tav>
                                      </p:tavLst>
                                    </p:anim>
                                    <p:animEffect transition="in" filter="wipe(up)">
                                      <p:cBhvr>
                                        <p:cTn id="19" dur="500"/>
                                        <p:tgtEl>
                                          <p:spTgt spid="40"/>
                                        </p:tgtEl>
                                      </p:cBhvr>
                                    </p:animEffect>
                                  </p:childTnLst>
                                </p:cTn>
                              </p:par>
                              <p:par>
                                <p:cTn id="20" presetID="12" presetClass="entr" presetSubtype="4" fill="hold" grpId="0" nodeType="withEffect">
                                  <p:stCondLst>
                                    <p:cond delay="1100"/>
                                  </p:stCondLst>
                                  <p:childTnLst>
                                    <p:set>
                                      <p:cBhvr>
                                        <p:cTn id="21" dur="1" fill="hold">
                                          <p:stCondLst>
                                            <p:cond delay="0"/>
                                          </p:stCondLst>
                                        </p:cTn>
                                        <p:tgtEl>
                                          <p:spTgt spid="42"/>
                                        </p:tgtEl>
                                        <p:attrNameLst>
                                          <p:attrName>style.visibility</p:attrName>
                                        </p:attrNameLst>
                                      </p:cBhvr>
                                      <p:to>
                                        <p:strVal val="visible"/>
                                      </p:to>
                                    </p:set>
                                    <p:anim calcmode="lin" valueType="num">
                                      <p:cBhvr additive="base">
                                        <p:cTn id="22" dur="500"/>
                                        <p:tgtEl>
                                          <p:spTgt spid="42"/>
                                        </p:tgtEl>
                                        <p:attrNameLst>
                                          <p:attrName>ppt_y</p:attrName>
                                        </p:attrNameLst>
                                      </p:cBhvr>
                                      <p:tavLst>
                                        <p:tav tm="0">
                                          <p:val>
                                            <p:strVal val="#ppt_y+#ppt_h*1.125000"/>
                                          </p:val>
                                        </p:tav>
                                        <p:tav tm="100000">
                                          <p:val>
                                            <p:strVal val="#ppt_y"/>
                                          </p:val>
                                        </p:tav>
                                      </p:tavLst>
                                    </p:anim>
                                    <p:animEffect transition="in" filter="wipe(up)">
                                      <p:cBhvr>
                                        <p:cTn id="23" dur="500"/>
                                        <p:tgtEl>
                                          <p:spTgt spid="42"/>
                                        </p:tgtEl>
                                      </p:cBhvr>
                                    </p:animEffect>
                                  </p:childTnLst>
                                </p:cTn>
                              </p:par>
                              <p:par>
                                <p:cTn id="24" presetID="12" presetClass="entr" presetSubtype="4" fill="hold" grpId="0" nodeType="withEffect">
                                  <p:stCondLst>
                                    <p:cond delay="1600"/>
                                  </p:stCondLst>
                                  <p:childTnLst>
                                    <p:set>
                                      <p:cBhvr>
                                        <p:cTn id="25" dur="1" fill="hold">
                                          <p:stCondLst>
                                            <p:cond delay="0"/>
                                          </p:stCondLst>
                                        </p:cTn>
                                        <p:tgtEl>
                                          <p:spTgt spid="44"/>
                                        </p:tgtEl>
                                        <p:attrNameLst>
                                          <p:attrName>style.visibility</p:attrName>
                                        </p:attrNameLst>
                                      </p:cBhvr>
                                      <p:to>
                                        <p:strVal val="visible"/>
                                      </p:to>
                                    </p:set>
                                    <p:anim calcmode="lin" valueType="num">
                                      <p:cBhvr additive="base">
                                        <p:cTn id="26" dur="500"/>
                                        <p:tgtEl>
                                          <p:spTgt spid="44"/>
                                        </p:tgtEl>
                                        <p:attrNameLst>
                                          <p:attrName>ppt_y</p:attrName>
                                        </p:attrNameLst>
                                      </p:cBhvr>
                                      <p:tavLst>
                                        <p:tav tm="0">
                                          <p:val>
                                            <p:strVal val="#ppt_y+#ppt_h*1.125000"/>
                                          </p:val>
                                        </p:tav>
                                        <p:tav tm="100000">
                                          <p:val>
                                            <p:strVal val="#ppt_y"/>
                                          </p:val>
                                        </p:tav>
                                      </p:tavLst>
                                    </p:anim>
                                    <p:animEffect transition="in" filter="wipe(up)">
                                      <p:cBhvr>
                                        <p:cTn id="27" dur="500"/>
                                        <p:tgtEl>
                                          <p:spTgt spid="44"/>
                                        </p:tgtEl>
                                      </p:cBhvr>
                                    </p:animEffect>
                                  </p:childTnLst>
                                </p:cTn>
                              </p:par>
                            </p:childTnLst>
                          </p:cTn>
                        </p:par>
                        <p:par>
                          <p:cTn id="28" fill="hold">
                            <p:stCondLst>
                              <p:cond delay="2100"/>
                            </p:stCondLst>
                            <p:childTnLst>
                              <p:par>
                                <p:cTn id="29" presetID="1" presetClass="exit" presetSubtype="0" fill="hold" grpId="2" nodeType="afterEffect">
                                  <p:stCondLst>
                                    <p:cond delay="0"/>
                                  </p:stCondLst>
                                  <p:childTnLst>
                                    <p:set>
                                      <p:cBhvr>
                                        <p:cTn id="30" dur="1" fill="hold">
                                          <p:stCondLst>
                                            <p:cond delay="0"/>
                                          </p:stCondLst>
                                        </p:cTn>
                                        <p:tgtEl>
                                          <p:spTgt spid="43"/>
                                        </p:tgtEl>
                                        <p:attrNameLst>
                                          <p:attrName>style.visibility</p:attrName>
                                        </p:attrNameLst>
                                      </p:cBhvr>
                                      <p:to>
                                        <p:strVal val="hidden"/>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0" grpId="0" animBg="1"/>
      <p:bldP spid="42" grpId="0" animBg="1"/>
      <p:bldP spid="43" grpId="0" animBg="1"/>
      <p:bldP spid="43" grpId="1" animBg="1"/>
      <p:bldP spid="43" grpId="2" animBg="1"/>
      <p:bldP spid="44" grpId="0" animBg="1"/>
    </p:bldLst>
  </p:timing>
</p:sld>
</file>

<file path=ppt/slides/slide5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16" name="组合 15">
            <a:extLst>
              <a:ext uri="{FF2B5EF4-FFF2-40B4-BE49-F238E27FC236}">
                <a16:creationId xmlns:a16="http://schemas.microsoft.com/office/drawing/2014/main" id="{61CEA764-4073-4ADE-91F9-49C21F49BEA8}"/>
              </a:ext>
            </a:extLst>
          </p:cNvPr>
          <p:cNvGrpSpPr/>
          <p:nvPr/>
        </p:nvGrpSpPr>
        <p:grpSpPr>
          <a:xfrm>
            <a:off x="1806921" y="4333494"/>
            <a:ext cx="5351823" cy="391617"/>
            <a:chOff x="1806921" y="4333494"/>
            <a:chExt cx="5351823" cy="391617"/>
          </a:xfrm>
        </p:grpSpPr>
        <p:sp>
          <p:nvSpPr>
            <p:cNvPr id="28" name="矩形 27">
              <a:extLst>
                <a:ext uri="{FF2B5EF4-FFF2-40B4-BE49-F238E27FC236}">
                  <a16:creationId xmlns:a16="http://schemas.microsoft.com/office/drawing/2014/main" id="{14A6C491-7E73-47D1-A668-F6AB051ECA79}"/>
                </a:ext>
              </a:extLst>
            </p:cNvPr>
            <p:cNvSpPr/>
            <p:nvPr/>
          </p:nvSpPr>
          <p:spPr>
            <a:xfrm>
              <a:off x="1806921" y="4338020"/>
              <a:ext cx="585619" cy="387091"/>
            </a:xfrm>
            <a:prstGeom prst="rect">
              <a:avLst/>
            </a:prstGeom>
            <a:solidFill>
              <a:schemeClr val="accent4"/>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CN" b="1" dirty="0"/>
                <a:t>Flag</a:t>
              </a:r>
              <a:endParaRPr lang="zh-CN" altLang="en-US" b="1" dirty="0"/>
            </a:p>
          </p:txBody>
        </p:sp>
        <p:sp>
          <p:nvSpPr>
            <p:cNvPr id="29" name="矩形 28">
              <a:extLst>
                <a:ext uri="{FF2B5EF4-FFF2-40B4-BE49-F238E27FC236}">
                  <a16:creationId xmlns:a16="http://schemas.microsoft.com/office/drawing/2014/main" id="{40A26214-C3A8-47CA-BFB0-17B75191EE24}"/>
                </a:ext>
              </a:extLst>
            </p:cNvPr>
            <p:cNvSpPr/>
            <p:nvPr/>
          </p:nvSpPr>
          <p:spPr>
            <a:xfrm>
              <a:off x="6573125" y="4338018"/>
              <a:ext cx="585619" cy="387091"/>
            </a:xfrm>
            <a:prstGeom prst="rect">
              <a:avLst/>
            </a:prstGeom>
            <a:solidFill>
              <a:schemeClr val="accent4"/>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CN" b="1" dirty="0"/>
                <a:t>Flag</a:t>
              </a:r>
              <a:endParaRPr lang="zh-CN" altLang="en-US" b="1" dirty="0"/>
            </a:p>
          </p:txBody>
        </p:sp>
        <p:sp>
          <p:nvSpPr>
            <p:cNvPr id="30" name="矩形 29">
              <a:extLst>
                <a:ext uri="{FF2B5EF4-FFF2-40B4-BE49-F238E27FC236}">
                  <a16:creationId xmlns:a16="http://schemas.microsoft.com/office/drawing/2014/main" id="{63345335-FFDF-4667-A5D7-D35073E3C64E}"/>
                </a:ext>
              </a:extLst>
            </p:cNvPr>
            <p:cNvSpPr/>
            <p:nvPr/>
          </p:nvSpPr>
          <p:spPr>
            <a:xfrm>
              <a:off x="2392540" y="4338019"/>
              <a:ext cx="4180585" cy="387091"/>
            </a:xfrm>
            <a:prstGeom prst="rect">
              <a:avLst/>
            </a:prstGeom>
            <a:solidFill>
              <a:schemeClr val="accent6"/>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b="1" dirty="0"/>
            </a:p>
          </p:txBody>
        </p:sp>
        <p:sp>
          <p:nvSpPr>
            <p:cNvPr id="31" name="矩形 30">
              <a:extLst>
                <a:ext uri="{FF2B5EF4-FFF2-40B4-BE49-F238E27FC236}">
                  <a16:creationId xmlns:a16="http://schemas.microsoft.com/office/drawing/2014/main" id="{62C1D11E-FD73-4A05-BAE5-B35EDE8B9FC8}"/>
                </a:ext>
              </a:extLst>
            </p:cNvPr>
            <p:cNvSpPr/>
            <p:nvPr/>
          </p:nvSpPr>
          <p:spPr>
            <a:xfrm>
              <a:off x="2493604" y="4333494"/>
              <a:ext cx="585619" cy="387091"/>
            </a:xfrm>
            <a:prstGeom prst="rect">
              <a:avLst/>
            </a:prstGeom>
            <a:solidFill>
              <a:schemeClr val="accent4"/>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CN" b="1" dirty="0"/>
                <a:t>Flag</a:t>
              </a:r>
              <a:endParaRPr lang="zh-CN" altLang="en-US" b="1" dirty="0"/>
            </a:p>
          </p:txBody>
        </p:sp>
        <p:sp>
          <p:nvSpPr>
            <p:cNvPr id="41" name="矩形 40">
              <a:extLst>
                <a:ext uri="{FF2B5EF4-FFF2-40B4-BE49-F238E27FC236}">
                  <a16:creationId xmlns:a16="http://schemas.microsoft.com/office/drawing/2014/main" id="{B0E84225-81D7-4A73-B6AC-CBDB0B28398A}"/>
                </a:ext>
              </a:extLst>
            </p:cNvPr>
            <p:cNvSpPr/>
            <p:nvPr/>
          </p:nvSpPr>
          <p:spPr>
            <a:xfrm>
              <a:off x="3799444" y="4333494"/>
              <a:ext cx="585619" cy="387091"/>
            </a:xfrm>
            <a:prstGeom prst="rect">
              <a:avLst/>
            </a:prstGeom>
            <a:solidFill>
              <a:schemeClr val="accent4"/>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CN" b="1" dirty="0"/>
                <a:t>Flag</a:t>
              </a:r>
              <a:endParaRPr lang="zh-CN" altLang="en-US" b="1" dirty="0"/>
            </a:p>
          </p:txBody>
        </p:sp>
        <p:sp>
          <p:nvSpPr>
            <p:cNvPr id="34" name="矩形 33">
              <a:extLst>
                <a:ext uri="{FF2B5EF4-FFF2-40B4-BE49-F238E27FC236}">
                  <a16:creationId xmlns:a16="http://schemas.microsoft.com/office/drawing/2014/main" id="{E3AEE137-A241-4EE2-958E-1A12F6B45F2A}"/>
                </a:ext>
              </a:extLst>
            </p:cNvPr>
            <p:cNvSpPr/>
            <p:nvPr/>
          </p:nvSpPr>
          <p:spPr>
            <a:xfrm>
              <a:off x="5195142" y="4338018"/>
              <a:ext cx="585619" cy="387091"/>
            </a:xfrm>
            <a:prstGeom prst="rect">
              <a:avLst/>
            </a:prstGeom>
            <a:solidFill>
              <a:schemeClr val="accent2"/>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CN" b="1" dirty="0"/>
                <a:t>ESC</a:t>
              </a:r>
              <a:endParaRPr lang="zh-CN" altLang="en-US" b="1" dirty="0"/>
            </a:p>
          </p:txBody>
        </p:sp>
      </p:grpSp>
      <p:sp>
        <p:nvSpPr>
          <p:cNvPr id="33" name="矩形 32">
            <a:extLst>
              <a:ext uri="{FF2B5EF4-FFF2-40B4-BE49-F238E27FC236}">
                <a16:creationId xmlns:a16="http://schemas.microsoft.com/office/drawing/2014/main" id="{19C1D5FC-F7A5-4FBF-810B-0FF9A8D13CCD}"/>
              </a:ext>
            </a:extLst>
          </p:cNvPr>
          <p:cNvSpPr/>
          <p:nvPr/>
        </p:nvSpPr>
        <p:spPr>
          <a:xfrm>
            <a:off x="-5167" y="5221918"/>
            <a:ext cx="938273" cy="484003"/>
          </a:xfrm>
          <a:prstGeom prst="rect">
            <a:avLst/>
          </a:prstGeom>
          <a:solidFill>
            <a:schemeClr val="bg1"/>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7" name="矩形 6">
            <a:extLst>
              <a:ext uri="{FF2B5EF4-FFF2-40B4-BE49-F238E27FC236}">
                <a16:creationId xmlns:a16="http://schemas.microsoft.com/office/drawing/2014/main" id="{63000FEF-84AC-4E71-B03B-0329662FD643}"/>
              </a:ext>
            </a:extLst>
          </p:cNvPr>
          <p:cNvSpPr/>
          <p:nvPr/>
        </p:nvSpPr>
        <p:spPr>
          <a:xfrm>
            <a:off x="11253727" y="5178728"/>
            <a:ext cx="938273" cy="484003"/>
          </a:xfrm>
          <a:prstGeom prst="rect">
            <a:avLst/>
          </a:prstGeom>
          <a:solidFill>
            <a:schemeClr val="bg1"/>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grpSp>
        <p:nvGrpSpPr>
          <p:cNvPr id="4" name="组合 3">
            <a:extLst>
              <a:ext uri="{FF2B5EF4-FFF2-40B4-BE49-F238E27FC236}">
                <a16:creationId xmlns:a16="http://schemas.microsoft.com/office/drawing/2014/main" id="{9A1EA9F2-FCB6-48C3-935F-7AE7E3AD14AC}"/>
              </a:ext>
            </a:extLst>
          </p:cNvPr>
          <p:cNvGrpSpPr/>
          <p:nvPr/>
        </p:nvGrpSpPr>
        <p:grpSpPr>
          <a:xfrm>
            <a:off x="304800" y="749300"/>
            <a:ext cx="6192343" cy="400110"/>
            <a:chOff x="424117" y="898245"/>
            <a:chExt cx="6192343" cy="400110"/>
          </a:xfrm>
        </p:grpSpPr>
        <p:sp>
          <p:nvSpPr>
            <p:cNvPr id="2" name="平行四边形 1">
              <a:extLst>
                <a:ext uri="{FF2B5EF4-FFF2-40B4-BE49-F238E27FC236}">
                  <a16:creationId xmlns:a16="http://schemas.microsoft.com/office/drawing/2014/main" id="{1F5BAA3F-9845-4F89-A2DD-8222D3E4EDAC}"/>
                </a:ext>
              </a:extLst>
            </p:cNvPr>
            <p:cNvSpPr/>
            <p:nvPr/>
          </p:nvSpPr>
          <p:spPr>
            <a:xfrm>
              <a:off x="424117" y="898245"/>
              <a:ext cx="711200" cy="387090"/>
            </a:xfrm>
            <a:prstGeom prst="parallelogram">
              <a:avLst/>
            </a:prstGeom>
            <a:solidFill>
              <a:schemeClr val="accent3">
                <a:lumMod val="75000"/>
              </a:schemeClr>
            </a:solidFill>
            <a:ln>
              <a:solidFill>
                <a:schemeClr val="accent3">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CN" sz="2200" dirty="0">
                  <a:latin typeface="Impact" panose="020B0806030902050204" pitchFamily="34" charset="0"/>
                </a:rPr>
                <a:t>02</a:t>
              </a:r>
              <a:endParaRPr lang="zh-CN" altLang="en-US" sz="2200" dirty="0">
                <a:latin typeface="Impact" panose="020B0806030902050204" pitchFamily="34" charset="0"/>
              </a:endParaRPr>
            </a:p>
          </p:txBody>
        </p:sp>
        <p:sp>
          <p:nvSpPr>
            <p:cNvPr id="3" name="文本框 2">
              <a:extLst>
                <a:ext uri="{FF2B5EF4-FFF2-40B4-BE49-F238E27FC236}">
                  <a16:creationId xmlns:a16="http://schemas.microsoft.com/office/drawing/2014/main" id="{4D6BD736-A4D3-4F26-AFED-36E11F50F70B}"/>
                </a:ext>
              </a:extLst>
            </p:cNvPr>
            <p:cNvSpPr txBox="1"/>
            <p:nvPr/>
          </p:nvSpPr>
          <p:spPr>
            <a:xfrm>
              <a:off x="1204755" y="898245"/>
              <a:ext cx="5411705" cy="400110"/>
            </a:xfrm>
            <a:prstGeom prst="rect">
              <a:avLst/>
            </a:prstGeom>
            <a:noFill/>
          </p:spPr>
          <p:txBody>
            <a:bodyPr wrap="square" rtlCol="0">
              <a:spAutoFit/>
            </a:bodyPr>
            <a:lstStyle/>
            <a:p>
              <a:r>
                <a:rPr lang="zh-CN" altLang="en-US" sz="2000" b="1" dirty="0"/>
                <a:t>透明传输</a:t>
              </a:r>
            </a:p>
          </p:txBody>
        </p:sp>
      </p:grpSp>
      <p:sp>
        <p:nvSpPr>
          <p:cNvPr id="8" name="矩形 7">
            <a:extLst>
              <a:ext uri="{FF2B5EF4-FFF2-40B4-BE49-F238E27FC236}">
                <a16:creationId xmlns:a16="http://schemas.microsoft.com/office/drawing/2014/main" id="{C7720255-4E6C-41B6-A880-D93377A356B5}"/>
              </a:ext>
            </a:extLst>
          </p:cNvPr>
          <p:cNvSpPr/>
          <p:nvPr/>
        </p:nvSpPr>
        <p:spPr>
          <a:xfrm>
            <a:off x="1016000" y="1297642"/>
            <a:ext cx="256976" cy="256976"/>
          </a:xfrm>
          <a:prstGeom prst="rect">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9" name="íşlïḍè">
            <a:extLst>
              <a:ext uri="{FF2B5EF4-FFF2-40B4-BE49-F238E27FC236}">
                <a16:creationId xmlns:a16="http://schemas.microsoft.com/office/drawing/2014/main" id="{1E3208DB-9CB5-439E-87A6-F640C77C2B32}"/>
              </a:ext>
            </a:extLst>
          </p:cNvPr>
          <p:cNvSpPr txBox="1"/>
          <p:nvPr/>
        </p:nvSpPr>
        <p:spPr>
          <a:xfrm>
            <a:off x="1333228" y="1297641"/>
            <a:ext cx="10494766" cy="511424"/>
          </a:xfrm>
          <a:prstGeom prst="rect">
            <a:avLst/>
          </a:prstGeom>
          <a:noFill/>
        </p:spPr>
        <p:txBody>
          <a:bodyPr wrap="square" lIns="91440" tIns="45720" rIns="91440" bIns="45720" anchor="ctr">
            <a:noAutofit/>
          </a:bodyPr>
          <a:lstStyle/>
          <a:p>
            <a:r>
              <a:rPr lang="zh-CN" altLang="en-US" b="1" dirty="0"/>
              <a:t>透明传输是指</a:t>
            </a:r>
            <a:r>
              <a:rPr lang="zh-CN" altLang="en-US" b="1" dirty="0">
                <a:solidFill>
                  <a:schemeClr val="accent1">
                    <a:lumMod val="75000"/>
                  </a:schemeClr>
                </a:solidFill>
              </a:rPr>
              <a:t>数据链路层对上层交付下来的协议数据单元</a:t>
            </a:r>
            <a:r>
              <a:rPr lang="en-US" altLang="zh-CN" b="1" dirty="0">
                <a:solidFill>
                  <a:schemeClr val="accent1">
                    <a:lumMod val="75000"/>
                  </a:schemeClr>
                </a:solidFill>
              </a:rPr>
              <a:t>PDU</a:t>
            </a:r>
            <a:r>
              <a:rPr lang="zh-CN" altLang="en-US" b="1" dirty="0">
                <a:solidFill>
                  <a:schemeClr val="accent1">
                    <a:lumMod val="75000"/>
                  </a:schemeClr>
                </a:solidFill>
              </a:rPr>
              <a:t>没有任何限制</a:t>
            </a:r>
            <a:r>
              <a:rPr lang="zh-CN" altLang="en-US" b="1" dirty="0"/>
              <a:t>，就好像数据链路层不存在一样。</a:t>
            </a:r>
            <a:endParaRPr lang="en-US" altLang="zh-CN" b="1" dirty="0"/>
          </a:p>
        </p:txBody>
      </p:sp>
      <p:grpSp>
        <p:nvGrpSpPr>
          <p:cNvPr id="5" name="组合 4">
            <a:extLst>
              <a:ext uri="{FF2B5EF4-FFF2-40B4-BE49-F238E27FC236}">
                <a16:creationId xmlns:a16="http://schemas.microsoft.com/office/drawing/2014/main" id="{8A770C34-1B38-4EEF-A0A8-606779CB738C}"/>
              </a:ext>
            </a:extLst>
          </p:cNvPr>
          <p:cNvGrpSpPr/>
          <p:nvPr/>
        </p:nvGrpSpPr>
        <p:grpSpPr>
          <a:xfrm>
            <a:off x="304799" y="3187346"/>
            <a:ext cx="11595556" cy="2667911"/>
            <a:chOff x="304799" y="3588634"/>
            <a:chExt cx="11595556" cy="2667911"/>
          </a:xfrm>
        </p:grpSpPr>
        <p:grpSp>
          <p:nvGrpSpPr>
            <p:cNvPr id="10" name="组合 9">
              <a:extLst>
                <a:ext uri="{FF2B5EF4-FFF2-40B4-BE49-F238E27FC236}">
                  <a16:creationId xmlns:a16="http://schemas.microsoft.com/office/drawing/2014/main" id="{1872948F-40FE-4C50-9F43-A13F69433512}"/>
                </a:ext>
              </a:extLst>
            </p:cNvPr>
            <p:cNvGrpSpPr/>
            <p:nvPr/>
          </p:nvGrpSpPr>
          <p:grpSpPr>
            <a:xfrm>
              <a:off x="601699" y="5615463"/>
              <a:ext cx="10940423" cy="641082"/>
              <a:chOff x="601699" y="5648354"/>
              <a:chExt cx="10940423" cy="641082"/>
            </a:xfrm>
          </p:grpSpPr>
          <p:cxnSp>
            <p:nvCxnSpPr>
              <p:cNvPr id="21" name="直接连接符 20">
                <a:extLst>
                  <a:ext uri="{FF2B5EF4-FFF2-40B4-BE49-F238E27FC236}">
                    <a16:creationId xmlns:a16="http://schemas.microsoft.com/office/drawing/2014/main" id="{AFA66375-BFFA-4A09-AA4D-EB81610ADFDC}"/>
                  </a:ext>
                </a:extLst>
              </p:cNvPr>
              <p:cNvCxnSpPr>
                <a:cxnSpLocks/>
              </p:cNvCxnSpPr>
              <p:nvPr/>
            </p:nvCxnSpPr>
            <p:spPr>
              <a:xfrm>
                <a:off x="1143721" y="6126777"/>
                <a:ext cx="10027235"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pic>
            <p:nvPicPr>
              <p:cNvPr id="22" name="图形 21">
                <a:extLst>
                  <a:ext uri="{FF2B5EF4-FFF2-40B4-BE49-F238E27FC236}">
                    <a16:creationId xmlns:a16="http://schemas.microsoft.com/office/drawing/2014/main" id="{6C887B44-86C4-4555-A5AA-6253F2886F19}"/>
                  </a:ext>
                </a:extLst>
              </p:cNvPr>
              <p:cNvPicPr>
                <a:picLocks noChangeAspect="1"/>
              </p:cNvPicPr>
              <p:nvPr/>
            </p:nvPicPr>
            <p:blipFill>
              <a:blip r:embed="rId3">
                <a:extLst>
                  <a:ext uri="{28A0092B-C50C-407E-A947-70E740481C1C}">
                    <a14:useLocalDpi xmlns:a14="http://schemas.microsoft.com/office/drawing/2010/main" val="0"/>
                  </a:ext>
                  <a:ext uri="{96DAC541-7B7A-43D3-8B79-37D633B846F1}">
                    <asvg:svgBlip xmlns:asvg="http://schemas.microsoft.com/office/drawing/2016/SVG/main" r:embed="rId4"/>
                  </a:ext>
                </a:extLst>
              </a:blip>
              <a:stretch>
                <a:fillRect/>
              </a:stretch>
            </p:blipFill>
            <p:spPr>
              <a:xfrm>
                <a:off x="601699" y="5648354"/>
                <a:ext cx="662814" cy="641082"/>
              </a:xfrm>
              <a:prstGeom prst="rect">
                <a:avLst/>
              </a:prstGeom>
            </p:spPr>
          </p:pic>
          <p:pic>
            <p:nvPicPr>
              <p:cNvPr id="23" name="图形 22">
                <a:extLst>
                  <a:ext uri="{FF2B5EF4-FFF2-40B4-BE49-F238E27FC236}">
                    <a16:creationId xmlns:a16="http://schemas.microsoft.com/office/drawing/2014/main" id="{D0041743-ABFB-4FFC-9ACE-63E103F31FCF}"/>
                  </a:ext>
                </a:extLst>
              </p:cNvPr>
              <p:cNvPicPr>
                <a:picLocks noChangeAspect="1"/>
              </p:cNvPicPr>
              <p:nvPr/>
            </p:nvPicPr>
            <p:blipFill>
              <a:blip r:embed="rId3">
                <a:extLst>
                  <a:ext uri="{28A0092B-C50C-407E-A947-70E740481C1C}">
                    <a14:useLocalDpi xmlns:a14="http://schemas.microsoft.com/office/drawing/2010/main" val="0"/>
                  </a:ext>
                  <a:ext uri="{96DAC541-7B7A-43D3-8B79-37D633B846F1}">
                    <asvg:svgBlip xmlns:asvg="http://schemas.microsoft.com/office/drawing/2016/SVG/main" r:embed="rId4"/>
                  </a:ext>
                </a:extLst>
              </a:blip>
              <a:stretch>
                <a:fillRect/>
              </a:stretch>
            </p:blipFill>
            <p:spPr>
              <a:xfrm>
                <a:off x="10879308" y="5648354"/>
                <a:ext cx="662814" cy="641082"/>
              </a:xfrm>
              <a:prstGeom prst="rect">
                <a:avLst/>
              </a:prstGeom>
            </p:spPr>
          </p:pic>
        </p:grpSp>
        <p:sp>
          <p:nvSpPr>
            <p:cNvPr id="11" name="矩形 10">
              <a:extLst>
                <a:ext uri="{FF2B5EF4-FFF2-40B4-BE49-F238E27FC236}">
                  <a16:creationId xmlns:a16="http://schemas.microsoft.com/office/drawing/2014/main" id="{89F370EB-1516-471E-8B16-B9DF13881EEB}"/>
                </a:ext>
              </a:extLst>
            </p:cNvPr>
            <p:cNvSpPr/>
            <p:nvPr/>
          </p:nvSpPr>
          <p:spPr>
            <a:xfrm>
              <a:off x="304799" y="5115754"/>
              <a:ext cx="1366117" cy="387091"/>
            </a:xfrm>
            <a:prstGeom prst="rect">
              <a:avLst/>
            </a:prstGeom>
            <a:solidFill>
              <a:schemeClr val="tx2"/>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zh-CN" altLang="en-US" b="1" dirty="0"/>
                <a:t>物理层</a:t>
              </a:r>
            </a:p>
          </p:txBody>
        </p:sp>
        <p:sp>
          <p:nvSpPr>
            <p:cNvPr id="12" name="矩形 11">
              <a:extLst>
                <a:ext uri="{FF2B5EF4-FFF2-40B4-BE49-F238E27FC236}">
                  <a16:creationId xmlns:a16="http://schemas.microsoft.com/office/drawing/2014/main" id="{C120AF4E-32F2-4BB4-8E09-D3F91B674B6A}"/>
                </a:ext>
              </a:extLst>
            </p:cNvPr>
            <p:cNvSpPr/>
            <p:nvPr/>
          </p:nvSpPr>
          <p:spPr>
            <a:xfrm>
              <a:off x="304800" y="3972672"/>
              <a:ext cx="1366117" cy="387091"/>
            </a:xfrm>
            <a:prstGeom prst="rect">
              <a:avLst/>
            </a:prstGeom>
            <a:solidFill>
              <a:schemeClr val="accent3"/>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zh-CN" altLang="en-US" b="1" dirty="0"/>
                <a:t>运输层</a:t>
              </a:r>
            </a:p>
          </p:txBody>
        </p:sp>
        <p:sp>
          <p:nvSpPr>
            <p:cNvPr id="13" name="矩形 12">
              <a:extLst>
                <a:ext uri="{FF2B5EF4-FFF2-40B4-BE49-F238E27FC236}">
                  <a16:creationId xmlns:a16="http://schemas.microsoft.com/office/drawing/2014/main" id="{51C9FA23-441A-4229-A8AC-D91362162E91}"/>
                </a:ext>
              </a:extLst>
            </p:cNvPr>
            <p:cNvSpPr/>
            <p:nvPr/>
          </p:nvSpPr>
          <p:spPr>
            <a:xfrm>
              <a:off x="304800" y="4347677"/>
              <a:ext cx="1366117" cy="387091"/>
            </a:xfrm>
            <a:prstGeom prst="rect">
              <a:avLst/>
            </a:prstGeom>
            <a:solidFill>
              <a:schemeClr val="accent6"/>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zh-CN" altLang="en-US" b="1" dirty="0"/>
                <a:t>网络层</a:t>
              </a:r>
            </a:p>
          </p:txBody>
        </p:sp>
        <p:sp>
          <p:nvSpPr>
            <p:cNvPr id="14" name="矩形 13">
              <a:extLst>
                <a:ext uri="{FF2B5EF4-FFF2-40B4-BE49-F238E27FC236}">
                  <a16:creationId xmlns:a16="http://schemas.microsoft.com/office/drawing/2014/main" id="{944CCDAD-E2F9-4EA6-A4ED-0C39133CDB16}"/>
                </a:ext>
              </a:extLst>
            </p:cNvPr>
            <p:cNvSpPr/>
            <p:nvPr/>
          </p:nvSpPr>
          <p:spPr>
            <a:xfrm>
              <a:off x="304800" y="4728663"/>
              <a:ext cx="1366118" cy="387091"/>
            </a:xfrm>
            <a:prstGeom prst="rect">
              <a:avLst/>
            </a:prstGeom>
            <a:solidFill>
              <a:schemeClr val="accent4"/>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zh-CN" altLang="en-US" b="1" dirty="0"/>
                <a:t>数据链路层</a:t>
              </a:r>
            </a:p>
          </p:txBody>
        </p:sp>
        <p:sp>
          <p:nvSpPr>
            <p:cNvPr id="15" name="矩形 14">
              <a:extLst>
                <a:ext uri="{FF2B5EF4-FFF2-40B4-BE49-F238E27FC236}">
                  <a16:creationId xmlns:a16="http://schemas.microsoft.com/office/drawing/2014/main" id="{84531869-3AF3-45B6-B1D3-9A7658A203C8}"/>
                </a:ext>
              </a:extLst>
            </p:cNvPr>
            <p:cNvSpPr/>
            <p:nvPr/>
          </p:nvSpPr>
          <p:spPr>
            <a:xfrm>
              <a:off x="304800" y="3588634"/>
              <a:ext cx="1366117" cy="387091"/>
            </a:xfrm>
            <a:prstGeom prst="rect">
              <a:avLst/>
            </a:prstGeom>
            <a:solidFill>
              <a:schemeClr val="accent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zh-CN" altLang="en-US" b="1" dirty="0"/>
                <a:t>应用层</a:t>
              </a:r>
            </a:p>
          </p:txBody>
        </p:sp>
        <p:sp>
          <p:nvSpPr>
            <p:cNvPr id="35" name="矩形 34">
              <a:extLst>
                <a:ext uri="{FF2B5EF4-FFF2-40B4-BE49-F238E27FC236}">
                  <a16:creationId xmlns:a16="http://schemas.microsoft.com/office/drawing/2014/main" id="{A2C9B035-8ABD-494E-8783-C6462F2C34EE}"/>
                </a:ext>
              </a:extLst>
            </p:cNvPr>
            <p:cNvSpPr/>
            <p:nvPr/>
          </p:nvSpPr>
          <p:spPr>
            <a:xfrm>
              <a:off x="10534236" y="5126397"/>
              <a:ext cx="1366117" cy="387091"/>
            </a:xfrm>
            <a:prstGeom prst="rect">
              <a:avLst/>
            </a:prstGeom>
            <a:solidFill>
              <a:schemeClr val="tx2"/>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zh-CN" altLang="en-US" b="1" dirty="0"/>
                <a:t>物理层</a:t>
              </a:r>
            </a:p>
          </p:txBody>
        </p:sp>
        <p:sp>
          <p:nvSpPr>
            <p:cNvPr id="36" name="矩形 35">
              <a:extLst>
                <a:ext uri="{FF2B5EF4-FFF2-40B4-BE49-F238E27FC236}">
                  <a16:creationId xmlns:a16="http://schemas.microsoft.com/office/drawing/2014/main" id="{56BC3166-5D46-4BE0-859C-38744E5D710F}"/>
                </a:ext>
              </a:extLst>
            </p:cNvPr>
            <p:cNvSpPr/>
            <p:nvPr/>
          </p:nvSpPr>
          <p:spPr>
            <a:xfrm>
              <a:off x="10534237" y="3983315"/>
              <a:ext cx="1366117" cy="387091"/>
            </a:xfrm>
            <a:prstGeom prst="rect">
              <a:avLst/>
            </a:prstGeom>
            <a:solidFill>
              <a:schemeClr val="accent3"/>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zh-CN" altLang="en-US" b="1" dirty="0"/>
                <a:t>运输层</a:t>
              </a:r>
            </a:p>
          </p:txBody>
        </p:sp>
        <p:sp>
          <p:nvSpPr>
            <p:cNvPr id="37" name="矩形 36">
              <a:extLst>
                <a:ext uri="{FF2B5EF4-FFF2-40B4-BE49-F238E27FC236}">
                  <a16:creationId xmlns:a16="http://schemas.microsoft.com/office/drawing/2014/main" id="{2393EBDF-8E46-43C9-A69C-478390939F5C}"/>
                </a:ext>
              </a:extLst>
            </p:cNvPr>
            <p:cNvSpPr/>
            <p:nvPr/>
          </p:nvSpPr>
          <p:spPr>
            <a:xfrm>
              <a:off x="10534237" y="4358320"/>
              <a:ext cx="1366117" cy="387091"/>
            </a:xfrm>
            <a:prstGeom prst="rect">
              <a:avLst/>
            </a:prstGeom>
            <a:solidFill>
              <a:schemeClr val="accent6"/>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zh-CN" altLang="en-US" b="1" dirty="0"/>
                <a:t>网络层</a:t>
              </a:r>
            </a:p>
          </p:txBody>
        </p:sp>
        <p:sp>
          <p:nvSpPr>
            <p:cNvPr id="38" name="矩形 37">
              <a:extLst>
                <a:ext uri="{FF2B5EF4-FFF2-40B4-BE49-F238E27FC236}">
                  <a16:creationId xmlns:a16="http://schemas.microsoft.com/office/drawing/2014/main" id="{8A58E852-6B41-424C-BD97-FCA280780330}"/>
                </a:ext>
              </a:extLst>
            </p:cNvPr>
            <p:cNvSpPr/>
            <p:nvPr/>
          </p:nvSpPr>
          <p:spPr>
            <a:xfrm>
              <a:off x="10534237" y="4739306"/>
              <a:ext cx="1366118" cy="387091"/>
            </a:xfrm>
            <a:prstGeom prst="rect">
              <a:avLst/>
            </a:prstGeom>
            <a:solidFill>
              <a:schemeClr val="accent4"/>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zh-CN" altLang="en-US" b="1" dirty="0"/>
                <a:t>数据链路层</a:t>
              </a:r>
            </a:p>
          </p:txBody>
        </p:sp>
        <p:sp>
          <p:nvSpPr>
            <p:cNvPr id="39" name="矩形 38">
              <a:extLst>
                <a:ext uri="{FF2B5EF4-FFF2-40B4-BE49-F238E27FC236}">
                  <a16:creationId xmlns:a16="http://schemas.microsoft.com/office/drawing/2014/main" id="{073FA83D-74E3-4EB9-AF7C-687245B39919}"/>
                </a:ext>
              </a:extLst>
            </p:cNvPr>
            <p:cNvSpPr/>
            <p:nvPr/>
          </p:nvSpPr>
          <p:spPr>
            <a:xfrm>
              <a:off x="10534237" y="3599277"/>
              <a:ext cx="1366117" cy="387091"/>
            </a:xfrm>
            <a:prstGeom prst="rect">
              <a:avLst/>
            </a:prstGeom>
            <a:solidFill>
              <a:schemeClr val="accent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zh-CN" altLang="en-US" b="1" dirty="0"/>
                <a:t>应用层</a:t>
              </a:r>
            </a:p>
          </p:txBody>
        </p:sp>
      </p:grpSp>
      <p:sp>
        <p:nvSpPr>
          <p:cNvPr id="40" name="矩形 39">
            <a:extLst>
              <a:ext uri="{FF2B5EF4-FFF2-40B4-BE49-F238E27FC236}">
                <a16:creationId xmlns:a16="http://schemas.microsoft.com/office/drawing/2014/main" id="{BDCC4DD6-C831-4F15-B77B-CEEA5D2DD402}"/>
              </a:ext>
            </a:extLst>
          </p:cNvPr>
          <p:cNvSpPr/>
          <p:nvPr/>
        </p:nvSpPr>
        <p:spPr>
          <a:xfrm>
            <a:off x="3079223" y="4338018"/>
            <a:ext cx="585619" cy="387091"/>
          </a:xfrm>
          <a:prstGeom prst="rect">
            <a:avLst/>
          </a:prstGeom>
          <a:solidFill>
            <a:schemeClr val="accent2"/>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CN" b="1" dirty="0"/>
              <a:t>ESC</a:t>
            </a:r>
            <a:endParaRPr lang="zh-CN" altLang="en-US" b="1" dirty="0"/>
          </a:p>
        </p:txBody>
      </p:sp>
      <p:sp>
        <p:nvSpPr>
          <p:cNvPr id="42" name="矩形 41">
            <a:extLst>
              <a:ext uri="{FF2B5EF4-FFF2-40B4-BE49-F238E27FC236}">
                <a16:creationId xmlns:a16="http://schemas.microsoft.com/office/drawing/2014/main" id="{A6535FD0-DA5A-4301-982E-047E95CBCE52}"/>
              </a:ext>
            </a:extLst>
          </p:cNvPr>
          <p:cNvSpPr/>
          <p:nvPr/>
        </p:nvSpPr>
        <p:spPr>
          <a:xfrm>
            <a:off x="4385062" y="4338018"/>
            <a:ext cx="585619" cy="387091"/>
          </a:xfrm>
          <a:prstGeom prst="rect">
            <a:avLst/>
          </a:prstGeom>
          <a:solidFill>
            <a:schemeClr val="accent2"/>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CN" b="1" dirty="0"/>
              <a:t>ESC</a:t>
            </a:r>
            <a:endParaRPr lang="zh-CN" altLang="en-US" b="1" dirty="0"/>
          </a:p>
        </p:txBody>
      </p:sp>
      <p:sp>
        <p:nvSpPr>
          <p:cNvPr id="44" name="矩形 43">
            <a:extLst>
              <a:ext uri="{FF2B5EF4-FFF2-40B4-BE49-F238E27FC236}">
                <a16:creationId xmlns:a16="http://schemas.microsoft.com/office/drawing/2014/main" id="{D18AAE38-630F-4F50-BB6B-78ED85055B53}"/>
              </a:ext>
            </a:extLst>
          </p:cNvPr>
          <p:cNvSpPr/>
          <p:nvPr/>
        </p:nvSpPr>
        <p:spPr>
          <a:xfrm>
            <a:off x="5779998" y="4338018"/>
            <a:ext cx="585619" cy="387091"/>
          </a:xfrm>
          <a:prstGeom prst="rect">
            <a:avLst/>
          </a:prstGeom>
          <a:solidFill>
            <a:schemeClr val="accent2"/>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CN" b="1" dirty="0"/>
              <a:t>ESC</a:t>
            </a:r>
            <a:endParaRPr lang="zh-CN" altLang="en-US" b="1" dirty="0"/>
          </a:p>
        </p:txBody>
      </p:sp>
      <p:sp>
        <p:nvSpPr>
          <p:cNvPr id="45" name="矩形 44">
            <a:extLst>
              <a:ext uri="{FF2B5EF4-FFF2-40B4-BE49-F238E27FC236}">
                <a16:creationId xmlns:a16="http://schemas.microsoft.com/office/drawing/2014/main" id="{7342BF4E-2E9A-4088-8B98-0023EDE524EA}"/>
              </a:ext>
            </a:extLst>
          </p:cNvPr>
          <p:cNvSpPr/>
          <p:nvPr/>
        </p:nvSpPr>
        <p:spPr>
          <a:xfrm>
            <a:off x="1489693" y="2051196"/>
            <a:ext cx="256976" cy="256976"/>
          </a:xfrm>
          <a:prstGeom prst="rect">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46" name="íşlïḍè">
            <a:extLst>
              <a:ext uri="{FF2B5EF4-FFF2-40B4-BE49-F238E27FC236}">
                <a16:creationId xmlns:a16="http://schemas.microsoft.com/office/drawing/2014/main" id="{C3D75D8C-21E3-45F3-915F-7A6CF0D1C1C0}"/>
              </a:ext>
            </a:extLst>
          </p:cNvPr>
          <p:cNvSpPr txBox="1"/>
          <p:nvPr/>
        </p:nvSpPr>
        <p:spPr>
          <a:xfrm>
            <a:off x="1806921" y="2051195"/>
            <a:ext cx="10494766" cy="256975"/>
          </a:xfrm>
          <a:prstGeom prst="rect">
            <a:avLst/>
          </a:prstGeom>
          <a:noFill/>
        </p:spPr>
        <p:txBody>
          <a:bodyPr wrap="square" lIns="91440" tIns="45720" rIns="91440" bIns="45720" anchor="ctr">
            <a:noAutofit/>
          </a:bodyPr>
          <a:lstStyle/>
          <a:p>
            <a:r>
              <a:rPr lang="zh-CN" altLang="en-US" b="1" dirty="0"/>
              <a:t>面向字节的物理链路使用</a:t>
            </a:r>
            <a:r>
              <a:rPr lang="zh-CN" altLang="en-US" b="1" dirty="0">
                <a:solidFill>
                  <a:schemeClr val="accent1">
                    <a:lumMod val="75000"/>
                  </a:schemeClr>
                </a:solidFill>
              </a:rPr>
              <a:t>字节填充</a:t>
            </a:r>
            <a:r>
              <a:rPr lang="zh-CN" altLang="en-US" b="1" dirty="0"/>
              <a:t>的方法实现透明传输。</a:t>
            </a:r>
            <a:endParaRPr lang="en-US" altLang="zh-CN" b="1" dirty="0"/>
          </a:p>
        </p:txBody>
      </p:sp>
    </p:spTree>
    <p:custDataLst>
      <p:tags r:id="rId1"/>
    </p:custDataLst>
    <p:extLst>
      <p:ext uri="{BB962C8B-B14F-4D97-AF65-F5344CB8AC3E}">
        <p14:creationId xmlns:p14="http://schemas.microsoft.com/office/powerpoint/2010/main" val="5159169"/>
      </p:ext>
    </p:extLst>
  </p:cSld>
  <p:clrMapOvr>
    <a:masterClrMapping/>
  </p:clrMapOvr>
  <mc:AlternateContent xmlns:mc="http://schemas.openxmlformats.org/markup-compatibility/2006" xmlns:p14="http://schemas.microsoft.com/office/powerpoint/2010/main">
    <mc:Choice Requires="p14">
      <p:transition p14:dur="10"/>
    </mc:Choice>
    <mc:Fallback xmlns="">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49" presetClass="entr" presetSubtype="0" decel="100000" fill="hold" grpId="0" nodeType="withEffect">
                                  <p:stCondLst>
                                    <p:cond delay="0"/>
                                  </p:stCondLst>
                                  <p:childTnLst>
                                    <p:set>
                                      <p:cBhvr>
                                        <p:cTn id="6" dur="1" fill="hold">
                                          <p:stCondLst>
                                            <p:cond delay="0"/>
                                          </p:stCondLst>
                                        </p:cTn>
                                        <p:tgtEl>
                                          <p:spTgt spid="45"/>
                                        </p:tgtEl>
                                        <p:attrNameLst>
                                          <p:attrName>style.visibility</p:attrName>
                                        </p:attrNameLst>
                                      </p:cBhvr>
                                      <p:to>
                                        <p:strVal val="visible"/>
                                      </p:to>
                                    </p:set>
                                    <p:anim calcmode="lin" valueType="num">
                                      <p:cBhvr>
                                        <p:cTn id="7" dur="500" fill="hold"/>
                                        <p:tgtEl>
                                          <p:spTgt spid="45"/>
                                        </p:tgtEl>
                                        <p:attrNameLst>
                                          <p:attrName>ppt_w</p:attrName>
                                        </p:attrNameLst>
                                      </p:cBhvr>
                                      <p:tavLst>
                                        <p:tav tm="0">
                                          <p:val>
                                            <p:fltVal val="0"/>
                                          </p:val>
                                        </p:tav>
                                        <p:tav tm="100000">
                                          <p:val>
                                            <p:strVal val="#ppt_w"/>
                                          </p:val>
                                        </p:tav>
                                      </p:tavLst>
                                    </p:anim>
                                    <p:anim calcmode="lin" valueType="num">
                                      <p:cBhvr>
                                        <p:cTn id="8" dur="500" fill="hold"/>
                                        <p:tgtEl>
                                          <p:spTgt spid="45"/>
                                        </p:tgtEl>
                                        <p:attrNameLst>
                                          <p:attrName>ppt_h</p:attrName>
                                        </p:attrNameLst>
                                      </p:cBhvr>
                                      <p:tavLst>
                                        <p:tav tm="0">
                                          <p:val>
                                            <p:fltVal val="0"/>
                                          </p:val>
                                        </p:tav>
                                        <p:tav tm="100000">
                                          <p:val>
                                            <p:strVal val="#ppt_h"/>
                                          </p:val>
                                        </p:tav>
                                      </p:tavLst>
                                    </p:anim>
                                    <p:anim calcmode="lin" valueType="num">
                                      <p:cBhvr>
                                        <p:cTn id="9" dur="500" fill="hold"/>
                                        <p:tgtEl>
                                          <p:spTgt spid="45"/>
                                        </p:tgtEl>
                                        <p:attrNameLst>
                                          <p:attrName>style.rotation</p:attrName>
                                        </p:attrNameLst>
                                      </p:cBhvr>
                                      <p:tavLst>
                                        <p:tav tm="0">
                                          <p:val>
                                            <p:fltVal val="360"/>
                                          </p:val>
                                        </p:tav>
                                        <p:tav tm="100000">
                                          <p:val>
                                            <p:fltVal val="0"/>
                                          </p:val>
                                        </p:tav>
                                      </p:tavLst>
                                    </p:anim>
                                    <p:animEffect transition="in" filter="fade">
                                      <p:cBhvr>
                                        <p:cTn id="10" dur="500"/>
                                        <p:tgtEl>
                                          <p:spTgt spid="45"/>
                                        </p:tgtEl>
                                      </p:cBhvr>
                                    </p:animEffect>
                                  </p:childTnLst>
                                </p:cTn>
                              </p:par>
                            </p:childTnLst>
                          </p:cTn>
                        </p:par>
                        <p:par>
                          <p:cTn id="11" fill="hold">
                            <p:stCondLst>
                              <p:cond delay="500"/>
                            </p:stCondLst>
                            <p:childTnLst>
                              <p:par>
                                <p:cTn id="12" presetID="1" presetClass="entr" presetSubtype="0" fill="hold" grpId="0" nodeType="afterEffect">
                                  <p:stCondLst>
                                    <p:cond delay="0"/>
                                  </p:stCondLst>
                                  <p:iterate type="lt">
                                    <p:tmAbs val="100"/>
                                  </p:iterate>
                                  <p:childTnLst>
                                    <p:set>
                                      <p:cBhvr>
                                        <p:cTn id="13" dur="1" fill="hold">
                                          <p:stCondLst>
                                            <p:cond delay="0"/>
                                          </p:stCondLst>
                                        </p:cTn>
                                        <p:tgtEl>
                                          <p:spTgt spid="46"/>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5" grpId="0" animBg="1"/>
      <p:bldP spid="46" grpId="0"/>
    </p:bldLst>
  </p:timing>
</p:sld>
</file>

<file path=ppt/slides/slide5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7" name="矩形 56">
            <a:extLst>
              <a:ext uri="{FF2B5EF4-FFF2-40B4-BE49-F238E27FC236}">
                <a16:creationId xmlns:a16="http://schemas.microsoft.com/office/drawing/2014/main" id="{0A262B01-DE50-4C85-8F16-A30AC9FCB553}"/>
              </a:ext>
            </a:extLst>
          </p:cNvPr>
          <p:cNvSpPr/>
          <p:nvPr/>
        </p:nvSpPr>
        <p:spPr>
          <a:xfrm>
            <a:off x="6996147" y="4016378"/>
            <a:ext cx="1105175" cy="256975"/>
          </a:xfrm>
          <a:prstGeom prst="rect">
            <a:avLst/>
          </a:prstGeom>
          <a:solidFill>
            <a:schemeClr val="accent4"/>
          </a:solidFill>
          <a:ln>
            <a:solidFill>
              <a:schemeClr val="accent4"/>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p>
        </p:txBody>
      </p:sp>
      <p:sp>
        <p:nvSpPr>
          <p:cNvPr id="17" name="矩形 16">
            <a:extLst>
              <a:ext uri="{FF2B5EF4-FFF2-40B4-BE49-F238E27FC236}">
                <a16:creationId xmlns:a16="http://schemas.microsoft.com/office/drawing/2014/main" id="{E5F55CC4-4824-4721-86EC-2AADB8BE8C1E}"/>
              </a:ext>
            </a:extLst>
          </p:cNvPr>
          <p:cNvSpPr/>
          <p:nvPr/>
        </p:nvSpPr>
        <p:spPr>
          <a:xfrm>
            <a:off x="5488592" y="4016378"/>
            <a:ext cx="1105175" cy="256975"/>
          </a:xfrm>
          <a:prstGeom prst="rect">
            <a:avLst/>
          </a:prstGeom>
          <a:solidFill>
            <a:schemeClr val="accent4"/>
          </a:solidFill>
          <a:ln>
            <a:solidFill>
              <a:schemeClr val="accent4"/>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p>
        </p:txBody>
      </p:sp>
      <p:sp>
        <p:nvSpPr>
          <p:cNvPr id="33" name="矩形 32">
            <a:extLst>
              <a:ext uri="{FF2B5EF4-FFF2-40B4-BE49-F238E27FC236}">
                <a16:creationId xmlns:a16="http://schemas.microsoft.com/office/drawing/2014/main" id="{19C1D5FC-F7A5-4FBF-810B-0FF9A8D13CCD}"/>
              </a:ext>
            </a:extLst>
          </p:cNvPr>
          <p:cNvSpPr/>
          <p:nvPr/>
        </p:nvSpPr>
        <p:spPr>
          <a:xfrm>
            <a:off x="-5167" y="5221918"/>
            <a:ext cx="938273" cy="484003"/>
          </a:xfrm>
          <a:prstGeom prst="rect">
            <a:avLst/>
          </a:prstGeom>
          <a:solidFill>
            <a:schemeClr val="bg1"/>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grpSp>
        <p:nvGrpSpPr>
          <p:cNvPr id="4" name="组合 3">
            <a:extLst>
              <a:ext uri="{FF2B5EF4-FFF2-40B4-BE49-F238E27FC236}">
                <a16:creationId xmlns:a16="http://schemas.microsoft.com/office/drawing/2014/main" id="{9A1EA9F2-FCB6-48C3-935F-7AE7E3AD14AC}"/>
              </a:ext>
            </a:extLst>
          </p:cNvPr>
          <p:cNvGrpSpPr/>
          <p:nvPr/>
        </p:nvGrpSpPr>
        <p:grpSpPr>
          <a:xfrm>
            <a:off x="304800" y="749300"/>
            <a:ext cx="6192343" cy="400110"/>
            <a:chOff x="424117" y="898245"/>
            <a:chExt cx="6192343" cy="400110"/>
          </a:xfrm>
        </p:grpSpPr>
        <p:sp>
          <p:nvSpPr>
            <p:cNvPr id="2" name="平行四边形 1">
              <a:extLst>
                <a:ext uri="{FF2B5EF4-FFF2-40B4-BE49-F238E27FC236}">
                  <a16:creationId xmlns:a16="http://schemas.microsoft.com/office/drawing/2014/main" id="{1F5BAA3F-9845-4F89-A2DD-8222D3E4EDAC}"/>
                </a:ext>
              </a:extLst>
            </p:cNvPr>
            <p:cNvSpPr/>
            <p:nvPr/>
          </p:nvSpPr>
          <p:spPr>
            <a:xfrm>
              <a:off x="424117" y="898245"/>
              <a:ext cx="711200" cy="387090"/>
            </a:xfrm>
            <a:prstGeom prst="parallelogram">
              <a:avLst/>
            </a:prstGeom>
            <a:solidFill>
              <a:schemeClr val="accent3">
                <a:lumMod val="75000"/>
              </a:schemeClr>
            </a:solidFill>
            <a:ln>
              <a:solidFill>
                <a:schemeClr val="accent3">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CN" sz="2200" dirty="0">
                  <a:latin typeface="Impact" panose="020B0806030902050204" pitchFamily="34" charset="0"/>
                </a:rPr>
                <a:t>02</a:t>
              </a:r>
              <a:endParaRPr lang="zh-CN" altLang="en-US" sz="2200" dirty="0">
                <a:latin typeface="Impact" panose="020B0806030902050204" pitchFamily="34" charset="0"/>
              </a:endParaRPr>
            </a:p>
          </p:txBody>
        </p:sp>
        <p:sp>
          <p:nvSpPr>
            <p:cNvPr id="3" name="文本框 2">
              <a:extLst>
                <a:ext uri="{FF2B5EF4-FFF2-40B4-BE49-F238E27FC236}">
                  <a16:creationId xmlns:a16="http://schemas.microsoft.com/office/drawing/2014/main" id="{4D6BD736-A4D3-4F26-AFED-36E11F50F70B}"/>
                </a:ext>
              </a:extLst>
            </p:cNvPr>
            <p:cNvSpPr txBox="1"/>
            <p:nvPr/>
          </p:nvSpPr>
          <p:spPr>
            <a:xfrm>
              <a:off x="1204755" y="898245"/>
              <a:ext cx="5411705" cy="400110"/>
            </a:xfrm>
            <a:prstGeom prst="rect">
              <a:avLst/>
            </a:prstGeom>
            <a:noFill/>
          </p:spPr>
          <p:txBody>
            <a:bodyPr wrap="square" rtlCol="0">
              <a:spAutoFit/>
            </a:bodyPr>
            <a:lstStyle/>
            <a:p>
              <a:r>
                <a:rPr lang="zh-CN" altLang="en-US" sz="2000" b="1" dirty="0"/>
                <a:t>透明传输</a:t>
              </a:r>
            </a:p>
          </p:txBody>
        </p:sp>
      </p:grpSp>
      <p:sp>
        <p:nvSpPr>
          <p:cNvPr id="8" name="矩形 7">
            <a:extLst>
              <a:ext uri="{FF2B5EF4-FFF2-40B4-BE49-F238E27FC236}">
                <a16:creationId xmlns:a16="http://schemas.microsoft.com/office/drawing/2014/main" id="{C7720255-4E6C-41B6-A880-D93377A356B5}"/>
              </a:ext>
            </a:extLst>
          </p:cNvPr>
          <p:cNvSpPr/>
          <p:nvPr/>
        </p:nvSpPr>
        <p:spPr>
          <a:xfrm>
            <a:off x="1016000" y="1297642"/>
            <a:ext cx="256976" cy="256976"/>
          </a:xfrm>
          <a:prstGeom prst="rect">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9" name="íşlïḍè">
            <a:extLst>
              <a:ext uri="{FF2B5EF4-FFF2-40B4-BE49-F238E27FC236}">
                <a16:creationId xmlns:a16="http://schemas.microsoft.com/office/drawing/2014/main" id="{1E3208DB-9CB5-439E-87A6-F640C77C2B32}"/>
              </a:ext>
            </a:extLst>
          </p:cNvPr>
          <p:cNvSpPr txBox="1"/>
          <p:nvPr/>
        </p:nvSpPr>
        <p:spPr>
          <a:xfrm>
            <a:off x="1333228" y="1297641"/>
            <a:ext cx="10494766" cy="511424"/>
          </a:xfrm>
          <a:prstGeom prst="rect">
            <a:avLst/>
          </a:prstGeom>
          <a:noFill/>
        </p:spPr>
        <p:txBody>
          <a:bodyPr wrap="square" lIns="91440" tIns="45720" rIns="91440" bIns="45720" anchor="ctr">
            <a:noAutofit/>
          </a:bodyPr>
          <a:lstStyle/>
          <a:p>
            <a:r>
              <a:rPr lang="zh-CN" altLang="en-US" b="1" dirty="0"/>
              <a:t>透明传输是指</a:t>
            </a:r>
            <a:r>
              <a:rPr lang="zh-CN" altLang="en-US" b="1" dirty="0">
                <a:solidFill>
                  <a:schemeClr val="accent1">
                    <a:lumMod val="75000"/>
                  </a:schemeClr>
                </a:solidFill>
              </a:rPr>
              <a:t>数据链路层对上层交付下来的协议数据单元</a:t>
            </a:r>
            <a:r>
              <a:rPr lang="en-US" altLang="zh-CN" b="1" dirty="0">
                <a:solidFill>
                  <a:schemeClr val="accent1">
                    <a:lumMod val="75000"/>
                  </a:schemeClr>
                </a:solidFill>
              </a:rPr>
              <a:t>PDU</a:t>
            </a:r>
            <a:r>
              <a:rPr lang="zh-CN" altLang="en-US" b="1" dirty="0">
                <a:solidFill>
                  <a:schemeClr val="accent1">
                    <a:lumMod val="75000"/>
                  </a:schemeClr>
                </a:solidFill>
              </a:rPr>
              <a:t>没有任何限制</a:t>
            </a:r>
            <a:r>
              <a:rPr lang="zh-CN" altLang="en-US" b="1" dirty="0"/>
              <a:t>，就好像数据链路层不存在一样。</a:t>
            </a:r>
            <a:endParaRPr lang="en-US" altLang="zh-CN" b="1" dirty="0"/>
          </a:p>
        </p:txBody>
      </p:sp>
      <p:sp>
        <p:nvSpPr>
          <p:cNvPr id="45" name="矩形 44">
            <a:extLst>
              <a:ext uri="{FF2B5EF4-FFF2-40B4-BE49-F238E27FC236}">
                <a16:creationId xmlns:a16="http://schemas.microsoft.com/office/drawing/2014/main" id="{7342BF4E-2E9A-4088-8B98-0023EDE524EA}"/>
              </a:ext>
            </a:extLst>
          </p:cNvPr>
          <p:cNvSpPr/>
          <p:nvPr/>
        </p:nvSpPr>
        <p:spPr>
          <a:xfrm>
            <a:off x="1489693" y="2051196"/>
            <a:ext cx="256976" cy="256976"/>
          </a:xfrm>
          <a:prstGeom prst="rect">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46" name="íşlïḍè">
            <a:extLst>
              <a:ext uri="{FF2B5EF4-FFF2-40B4-BE49-F238E27FC236}">
                <a16:creationId xmlns:a16="http://schemas.microsoft.com/office/drawing/2014/main" id="{C3D75D8C-21E3-45F3-915F-7A6CF0D1C1C0}"/>
              </a:ext>
            </a:extLst>
          </p:cNvPr>
          <p:cNvSpPr txBox="1"/>
          <p:nvPr/>
        </p:nvSpPr>
        <p:spPr>
          <a:xfrm>
            <a:off x="1806921" y="2051195"/>
            <a:ext cx="6975266" cy="256975"/>
          </a:xfrm>
          <a:prstGeom prst="rect">
            <a:avLst/>
          </a:prstGeom>
          <a:noFill/>
        </p:spPr>
        <p:txBody>
          <a:bodyPr wrap="square" lIns="91440" tIns="45720" rIns="91440" bIns="45720" anchor="ctr">
            <a:noAutofit/>
          </a:bodyPr>
          <a:lstStyle/>
          <a:p>
            <a:r>
              <a:rPr lang="zh-CN" altLang="en-US" b="1" dirty="0"/>
              <a:t>面向字节的物理链路使用</a:t>
            </a:r>
            <a:r>
              <a:rPr lang="zh-CN" altLang="en-US" b="1" dirty="0">
                <a:solidFill>
                  <a:schemeClr val="accent1">
                    <a:lumMod val="75000"/>
                  </a:schemeClr>
                </a:solidFill>
              </a:rPr>
              <a:t>字节填充</a:t>
            </a:r>
            <a:r>
              <a:rPr lang="zh-CN" altLang="en-US" b="1" dirty="0"/>
              <a:t>的方法实现透明传输。</a:t>
            </a:r>
            <a:endParaRPr lang="en-US" altLang="zh-CN" b="1" dirty="0"/>
          </a:p>
        </p:txBody>
      </p:sp>
      <p:sp>
        <p:nvSpPr>
          <p:cNvPr id="43" name="矩形 42">
            <a:extLst>
              <a:ext uri="{FF2B5EF4-FFF2-40B4-BE49-F238E27FC236}">
                <a16:creationId xmlns:a16="http://schemas.microsoft.com/office/drawing/2014/main" id="{31BC9E06-478C-40EF-8C8C-22D9EA338174}"/>
              </a:ext>
            </a:extLst>
          </p:cNvPr>
          <p:cNvSpPr/>
          <p:nvPr/>
        </p:nvSpPr>
        <p:spPr>
          <a:xfrm>
            <a:off x="1489693" y="2550301"/>
            <a:ext cx="256976" cy="256976"/>
          </a:xfrm>
          <a:prstGeom prst="rect">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47" name="íşlïḍè">
            <a:extLst>
              <a:ext uri="{FF2B5EF4-FFF2-40B4-BE49-F238E27FC236}">
                <a16:creationId xmlns:a16="http://schemas.microsoft.com/office/drawing/2014/main" id="{42E6C11B-9CFF-4DB0-81E0-74E57C4F8454}"/>
              </a:ext>
            </a:extLst>
          </p:cNvPr>
          <p:cNvSpPr txBox="1"/>
          <p:nvPr/>
        </p:nvSpPr>
        <p:spPr>
          <a:xfrm>
            <a:off x="1806921" y="2550300"/>
            <a:ext cx="6008239" cy="256975"/>
          </a:xfrm>
          <a:prstGeom prst="rect">
            <a:avLst/>
          </a:prstGeom>
          <a:noFill/>
        </p:spPr>
        <p:txBody>
          <a:bodyPr wrap="square" lIns="91440" tIns="45720" rIns="91440" bIns="45720" anchor="ctr">
            <a:noAutofit/>
          </a:bodyPr>
          <a:lstStyle/>
          <a:p>
            <a:r>
              <a:rPr lang="zh-CN" altLang="en-US" b="1" dirty="0"/>
              <a:t>面向比特的物理链路使用</a:t>
            </a:r>
            <a:r>
              <a:rPr lang="zh-CN" altLang="en-US" b="1" dirty="0">
                <a:solidFill>
                  <a:schemeClr val="accent1">
                    <a:lumMod val="75000"/>
                  </a:schemeClr>
                </a:solidFill>
              </a:rPr>
              <a:t>比特填充</a:t>
            </a:r>
            <a:r>
              <a:rPr lang="zh-CN" altLang="en-US" b="1" dirty="0"/>
              <a:t>的方法实现透明传输。</a:t>
            </a:r>
            <a:endParaRPr lang="en-US" altLang="zh-CN" b="1" dirty="0"/>
          </a:p>
        </p:txBody>
      </p:sp>
      <p:graphicFrame>
        <p:nvGraphicFramePr>
          <p:cNvPr id="6" name="表格 16">
            <a:extLst>
              <a:ext uri="{FF2B5EF4-FFF2-40B4-BE49-F238E27FC236}">
                <a16:creationId xmlns:a16="http://schemas.microsoft.com/office/drawing/2014/main" id="{446DEA4E-8E45-4E67-926D-1A5F7C6AFF5E}"/>
              </a:ext>
            </a:extLst>
          </p:cNvPr>
          <p:cNvGraphicFramePr>
            <a:graphicFrameLocks noGrp="1"/>
          </p:cNvGraphicFramePr>
          <p:nvPr/>
        </p:nvGraphicFramePr>
        <p:xfrm>
          <a:off x="304801" y="3594100"/>
          <a:ext cx="11582399" cy="741680"/>
        </p:xfrm>
        <a:graphic>
          <a:graphicData uri="http://schemas.openxmlformats.org/drawingml/2006/table">
            <a:tbl>
              <a:tblPr firstRow="1" bandRow="1">
                <a:tableStyleId>{5C22544A-7EE6-4342-B048-85BDC9FD1C3A}</a:tableStyleId>
              </a:tblPr>
              <a:tblGrid>
                <a:gridCol w="1412166">
                  <a:extLst>
                    <a:ext uri="{9D8B030D-6E8A-4147-A177-3AD203B41FA5}">
                      <a16:colId xmlns:a16="http://schemas.microsoft.com/office/drawing/2014/main" val="2616738805"/>
                    </a:ext>
                  </a:extLst>
                </a:gridCol>
                <a:gridCol w="1177537">
                  <a:extLst>
                    <a:ext uri="{9D8B030D-6E8A-4147-A177-3AD203B41FA5}">
                      <a16:colId xmlns:a16="http://schemas.microsoft.com/office/drawing/2014/main" val="2849257341"/>
                    </a:ext>
                  </a:extLst>
                </a:gridCol>
                <a:gridCol w="6558682">
                  <a:extLst>
                    <a:ext uri="{9D8B030D-6E8A-4147-A177-3AD203B41FA5}">
                      <a16:colId xmlns:a16="http://schemas.microsoft.com/office/drawing/2014/main" val="2965773915"/>
                    </a:ext>
                  </a:extLst>
                </a:gridCol>
                <a:gridCol w="1105174">
                  <a:extLst>
                    <a:ext uri="{9D8B030D-6E8A-4147-A177-3AD203B41FA5}">
                      <a16:colId xmlns:a16="http://schemas.microsoft.com/office/drawing/2014/main" val="3459671548"/>
                    </a:ext>
                  </a:extLst>
                </a:gridCol>
                <a:gridCol w="1328840">
                  <a:extLst>
                    <a:ext uri="{9D8B030D-6E8A-4147-A177-3AD203B41FA5}">
                      <a16:colId xmlns:a16="http://schemas.microsoft.com/office/drawing/2014/main" val="1470571145"/>
                    </a:ext>
                  </a:extLst>
                </a:gridCol>
              </a:tblGrid>
              <a:tr h="370840">
                <a:tc gridSpan="2">
                  <a:txBody>
                    <a:bodyPr/>
                    <a:lstStyle/>
                    <a:p>
                      <a:pPr algn="ctr"/>
                      <a:r>
                        <a:rPr lang="zh-CN" altLang="en-US" b="1" dirty="0">
                          <a:solidFill>
                            <a:schemeClr val="tx1"/>
                          </a:solidFill>
                        </a:rPr>
                        <a:t>帧首部</a:t>
                      </a: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hMerge="1">
                  <a:txBody>
                    <a:bodyPr/>
                    <a:lstStyle/>
                    <a:p>
                      <a:endParaRPr lang="zh-CN" altLang="en-US"/>
                    </a:p>
                  </a:txBody>
                  <a:tcPr/>
                </a:tc>
                <a:tc>
                  <a:txBody>
                    <a:bodyPr/>
                    <a:lstStyle/>
                    <a:p>
                      <a:pPr algn="ctr"/>
                      <a:r>
                        <a:rPr lang="zh-CN" altLang="en-US" b="1" dirty="0">
                          <a:solidFill>
                            <a:schemeClr val="tx1"/>
                          </a:solidFill>
                        </a:rPr>
                        <a:t>帧的数据载荷</a:t>
                      </a: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gridSpan="2">
                  <a:txBody>
                    <a:bodyPr/>
                    <a:lstStyle/>
                    <a:p>
                      <a:pPr algn="ctr"/>
                      <a:r>
                        <a:rPr lang="zh-CN" altLang="en-US" b="1" dirty="0">
                          <a:solidFill>
                            <a:schemeClr val="tx1"/>
                          </a:solidFill>
                        </a:rPr>
                        <a:t>帧尾部</a:t>
                      </a: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hMerge="1">
                  <a:txBody>
                    <a:bodyPr/>
                    <a:lstStyle/>
                    <a:p>
                      <a:endParaRPr lang="zh-CN" altLang="en-US"/>
                    </a:p>
                  </a:txBody>
                  <a:tcPr/>
                </a:tc>
                <a:extLst>
                  <a:ext uri="{0D108BD9-81ED-4DB2-BD59-A6C34878D82A}">
                    <a16:rowId xmlns:a16="http://schemas.microsoft.com/office/drawing/2014/main" val="463027167"/>
                  </a:ext>
                </a:extLst>
              </a:tr>
              <a:tr h="370840">
                <a:tc>
                  <a:txBody>
                    <a:bodyPr/>
                    <a:lstStyle/>
                    <a:p>
                      <a:pPr algn="ctr"/>
                      <a:r>
                        <a:rPr lang="en-US" altLang="zh-CN" b="1" spc="300" dirty="0">
                          <a:solidFill>
                            <a:schemeClr val="accent4"/>
                          </a:solidFill>
                        </a:rPr>
                        <a:t>01111110</a:t>
                      </a:r>
                      <a:endParaRPr lang="zh-CN" altLang="en-US" b="1" spc="300" dirty="0">
                        <a:solidFill>
                          <a:schemeClr val="accent4"/>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altLang="zh-CN" b="1" dirty="0">
                          <a:solidFill>
                            <a:schemeClr val="tx1"/>
                          </a:solidFill>
                        </a:rPr>
                        <a:t>……</a:t>
                      </a:r>
                      <a:endParaRPr lang="zh-CN" altLang="en-US" b="1" dirty="0">
                        <a:solidFill>
                          <a:schemeClr val="tx1"/>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algn="ctr"/>
                      <a:r>
                        <a:rPr lang="en-US" altLang="zh-CN" b="1" spc="300" dirty="0">
                          <a:solidFill>
                            <a:schemeClr val="tx1"/>
                          </a:solidFill>
                        </a:rPr>
                        <a:t>…011011010110100101111110011011111100110110…</a:t>
                      </a:r>
                      <a:endParaRPr lang="zh-CN" altLang="en-US" b="1" spc="300" dirty="0">
                        <a:solidFill>
                          <a:schemeClr val="tx1"/>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algn="ctr"/>
                      <a:r>
                        <a:rPr lang="en-US" altLang="zh-CN" b="1" dirty="0">
                          <a:solidFill>
                            <a:schemeClr val="tx1"/>
                          </a:solidFill>
                        </a:rPr>
                        <a:t>……</a:t>
                      </a:r>
                      <a:endParaRPr lang="zh-CN" altLang="en-US" b="1" dirty="0">
                        <a:solidFill>
                          <a:schemeClr val="tx1"/>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algn="ctr"/>
                      <a:r>
                        <a:rPr lang="en-US" altLang="zh-CN" b="1" spc="300" dirty="0">
                          <a:solidFill>
                            <a:schemeClr val="accent4"/>
                          </a:solidFill>
                        </a:rPr>
                        <a:t>01111110</a:t>
                      </a:r>
                      <a:endParaRPr lang="zh-CN" altLang="en-US" b="1" spc="300" dirty="0">
                        <a:solidFill>
                          <a:schemeClr val="accent4"/>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extLst>
                  <a:ext uri="{0D108BD9-81ED-4DB2-BD59-A6C34878D82A}">
                    <a16:rowId xmlns:a16="http://schemas.microsoft.com/office/drawing/2014/main" val="2877422873"/>
                  </a:ext>
                </a:extLst>
              </a:tr>
            </a:tbl>
          </a:graphicData>
        </a:graphic>
      </p:graphicFrame>
    </p:spTree>
    <p:custDataLst>
      <p:tags r:id="rId1"/>
    </p:custDataLst>
    <p:extLst>
      <p:ext uri="{BB962C8B-B14F-4D97-AF65-F5344CB8AC3E}">
        <p14:creationId xmlns:p14="http://schemas.microsoft.com/office/powerpoint/2010/main" val="2021441224"/>
      </p:ext>
    </p:extLst>
  </p:cSld>
  <p:clrMapOvr>
    <a:masterClrMapping/>
  </p:clrMapOvr>
  <mc:AlternateContent xmlns:mc="http://schemas.openxmlformats.org/markup-compatibility/2006" xmlns:p14="http://schemas.microsoft.com/office/powerpoint/2010/main">
    <mc:Choice Requires="p14">
      <p:transition p14:dur="10"/>
    </mc:Choice>
    <mc:Fallback xmlns="">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49" presetClass="entr" presetSubtype="0" decel="100000" fill="hold" grpId="0" nodeType="withEffect">
                                  <p:stCondLst>
                                    <p:cond delay="0"/>
                                  </p:stCondLst>
                                  <p:childTnLst>
                                    <p:set>
                                      <p:cBhvr>
                                        <p:cTn id="6" dur="1" fill="hold">
                                          <p:stCondLst>
                                            <p:cond delay="0"/>
                                          </p:stCondLst>
                                        </p:cTn>
                                        <p:tgtEl>
                                          <p:spTgt spid="43"/>
                                        </p:tgtEl>
                                        <p:attrNameLst>
                                          <p:attrName>style.visibility</p:attrName>
                                        </p:attrNameLst>
                                      </p:cBhvr>
                                      <p:to>
                                        <p:strVal val="visible"/>
                                      </p:to>
                                    </p:set>
                                    <p:anim calcmode="lin" valueType="num">
                                      <p:cBhvr>
                                        <p:cTn id="7" dur="500" fill="hold"/>
                                        <p:tgtEl>
                                          <p:spTgt spid="43"/>
                                        </p:tgtEl>
                                        <p:attrNameLst>
                                          <p:attrName>ppt_w</p:attrName>
                                        </p:attrNameLst>
                                      </p:cBhvr>
                                      <p:tavLst>
                                        <p:tav tm="0">
                                          <p:val>
                                            <p:fltVal val="0"/>
                                          </p:val>
                                        </p:tav>
                                        <p:tav tm="100000">
                                          <p:val>
                                            <p:strVal val="#ppt_w"/>
                                          </p:val>
                                        </p:tav>
                                      </p:tavLst>
                                    </p:anim>
                                    <p:anim calcmode="lin" valueType="num">
                                      <p:cBhvr>
                                        <p:cTn id="8" dur="500" fill="hold"/>
                                        <p:tgtEl>
                                          <p:spTgt spid="43"/>
                                        </p:tgtEl>
                                        <p:attrNameLst>
                                          <p:attrName>ppt_h</p:attrName>
                                        </p:attrNameLst>
                                      </p:cBhvr>
                                      <p:tavLst>
                                        <p:tav tm="0">
                                          <p:val>
                                            <p:fltVal val="0"/>
                                          </p:val>
                                        </p:tav>
                                        <p:tav tm="100000">
                                          <p:val>
                                            <p:strVal val="#ppt_h"/>
                                          </p:val>
                                        </p:tav>
                                      </p:tavLst>
                                    </p:anim>
                                    <p:anim calcmode="lin" valueType="num">
                                      <p:cBhvr>
                                        <p:cTn id="9" dur="500" fill="hold"/>
                                        <p:tgtEl>
                                          <p:spTgt spid="43"/>
                                        </p:tgtEl>
                                        <p:attrNameLst>
                                          <p:attrName>style.rotation</p:attrName>
                                        </p:attrNameLst>
                                      </p:cBhvr>
                                      <p:tavLst>
                                        <p:tav tm="0">
                                          <p:val>
                                            <p:fltVal val="360"/>
                                          </p:val>
                                        </p:tav>
                                        <p:tav tm="100000">
                                          <p:val>
                                            <p:fltVal val="0"/>
                                          </p:val>
                                        </p:tav>
                                      </p:tavLst>
                                    </p:anim>
                                    <p:animEffect transition="in" filter="fade">
                                      <p:cBhvr>
                                        <p:cTn id="10" dur="500"/>
                                        <p:tgtEl>
                                          <p:spTgt spid="43"/>
                                        </p:tgtEl>
                                      </p:cBhvr>
                                    </p:animEffect>
                                  </p:childTnLst>
                                </p:cTn>
                              </p:par>
                            </p:childTnLst>
                          </p:cTn>
                        </p:par>
                        <p:par>
                          <p:cTn id="11" fill="hold">
                            <p:stCondLst>
                              <p:cond delay="500"/>
                            </p:stCondLst>
                            <p:childTnLst>
                              <p:par>
                                <p:cTn id="12" presetID="1" presetClass="entr" presetSubtype="0" fill="hold" grpId="0" nodeType="afterEffect">
                                  <p:stCondLst>
                                    <p:cond delay="0"/>
                                  </p:stCondLst>
                                  <p:iterate type="lt">
                                    <p:tmAbs val="100"/>
                                  </p:iterate>
                                  <p:childTnLst>
                                    <p:set>
                                      <p:cBhvr>
                                        <p:cTn id="13" dur="1" fill="hold">
                                          <p:stCondLst>
                                            <p:cond delay="0"/>
                                          </p:stCondLst>
                                        </p:cTn>
                                        <p:tgtEl>
                                          <p:spTgt spid="47"/>
                                        </p:tgtEl>
                                        <p:attrNameLst>
                                          <p:attrName>style.visibility</p:attrName>
                                        </p:attrNameLst>
                                      </p:cBhvr>
                                      <p:to>
                                        <p:strVal val="visible"/>
                                      </p:to>
                                    </p:set>
                                  </p:childTnLst>
                                </p:cTn>
                              </p:par>
                            </p:childTnLst>
                          </p:cTn>
                        </p:par>
                      </p:childTnLst>
                    </p:cTn>
                  </p:par>
                  <p:par>
                    <p:cTn id="14" fill="hold">
                      <p:stCondLst>
                        <p:cond delay="indefinite"/>
                      </p:stCondLst>
                      <p:childTnLst>
                        <p:par>
                          <p:cTn id="15" fill="hold">
                            <p:stCondLst>
                              <p:cond delay="0"/>
                            </p:stCondLst>
                            <p:childTnLst>
                              <p:par>
                                <p:cTn id="16" presetID="15" presetClass="entr" presetSubtype="0" fill="hold" nodeType="clickEffect">
                                  <p:stCondLst>
                                    <p:cond delay="0"/>
                                  </p:stCondLst>
                                  <p:childTnLst>
                                    <p:set>
                                      <p:cBhvr>
                                        <p:cTn id="17" dur="1" fill="hold">
                                          <p:stCondLst>
                                            <p:cond delay="0"/>
                                          </p:stCondLst>
                                        </p:cTn>
                                        <p:tgtEl>
                                          <p:spTgt spid="6"/>
                                        </p:tgtEl>
                                        <p:attrNameLst>
                                          <p:attrName>style.visibility</p:attrName>
                                        </p:attrNameLst>
                                      </p:cBhvr>
                                      <p:to>
                                        <p:strVal val="visible"/>
                                      </p:to>
                                    </p:set>
                                    <p:anim calcmode="lin" valueType="num">
                                      <p:cBhvr>
                                        <p:cTn id="18" dur="1000" fill="hold"/>
                                        <p:tgtEl>
                                          <p:spTgt spid="6"/>
                                        </p:tgtEl>
                                        <p:attrNameLst>
                                          <p:attrName>ppt_w</p:attrName>
                                        </p:attrNameLst>
                                      </p:cBhvr>
                                      <p:tavLst>
                                        <p:tav tm="0">
                                          <p:val>
                                            <p:fltVal val="0"/>
                                          </p:val>
                                        </p:tav>
                                        <p:tav tm="100000">
                                          <p:val>
                                            <p:strVal val="#ppt_w"/>
                                          </p:val>
                                        </p:tav>
                                      </p:tavLst>
                                    </p:anim>
                                    <p:anim calcmode="lin" valueType="num">
                                      <p:cBhvr>
                                        <p:cTn id="19" dur="1000" fill="hold"/>
                                        <p:tgtEl>
                                          <p:spTgt spid="6"/>
                                        </p:tgtEl>
                                        <p:attrNameLst>
                                          <p:attrName>ppt_h</p:attrName>
                                        </p:attrNameLst>
                                      </p:cBhvr>
                                      <p:tavLst>
                                        <p:tav tm="0">
                                          <p:val>
                                            <p:fltVal val="0"/>
                                          </p:val>
                                        </p:tav>
                                        <p:tav tm="100000">
                                          <p:val>
                                            <p:strVal val="#ppt_h"/>
                                          </p:val>
                                        </p:tav>
                                      </p:tavLst>
                                    </p:anim>
                                    <p:anim calcmode="lin" valueType="num">
                                      <p:cBhvr>
                                        <p:cTn id="20" dur="1000" fill="hold"/>
                                        <p:tgtEl>
                                          <p:spTgt spid="6"/>
                                        </p:tgtEl>
                                        <p:attrNameLst>
                                          <p:attrName>ppt_x</p:attrName>
                                        </p:attrNameLst>
                                      </p:cBhvr>
                                      <p:tavLst>
                                        <p:tav tm="0" fmla="#ppt_x+(cos(-2*pi*(1-$))*-#ppt_x-sin(-2*pi*(1-$))*(1-#ppt_y))*(1-$)">
                                          <p:val>
                                            <p:fltVal val="0"/>
                                          </p:val>
                                        </p:tav>
                                        <p:tav tm="100000">
                                          <p:val>
                                            <p:fltVal val="1"/>
                                          </p:val>
                                        </p:tav>
                                      </p:tavLst>
                                    </p:anim>
                                    <p:anim calcmode="lin" valueType="num">
                                      <p:cBhvr>
                                        <p:cTn id="21" dur="1000" fill="hold"/>
                                        <p:tgtEl>
                                          <p:spTgt spid="6"/>
                                        </p:tgtEl>
                                        <p:attrNameLst>
                                          <p:attrName>ppt_y</p:attrName>
                                        </p:attrNameLst>
                                      </p:cBhvr>
                                      <p:tavLst>
                                        <p:tav tm="0" fmla="#ppt_y+(sin(-2*pi*(1-$))*-#ppt_x+cos(-2*pi*(1-$))*(1-#ppt_y))*(1-$)">
                                          <p:val>
                                            <p:fltVal val="0"/>
                                          </p:val>
                                        </p:tav>
                                        <p:tav tm="100000">
                                          <p:val>
                                            <p:fltVal val="1"/>
                                          </p:val>
                                        </p:tav>
                                      </p:tavLst>
                                    </p:anim>
                                  </p:childTnLst>
                                </p:cTn>
                              </p:par>
                            </p:childTnLst>
                          </p:cTn>
                        </p:par>
                      </p:childTnLst>
                    </p:cTn>
                  </p:par>
                  <p:par>
                    <p:cTn id="22" fill="hold">
                      <p:stCondLst>
                        <p:cond delay="indefinite"/>
                      </p:stCondLst>
                      <p:childTnLst>
                        <p:par>
                          <p:cTn id="23" fill="hold">
                            <p:stCondLst>
                              <p:cond delay="0"/>
                            </p:stCondLst>
                            <p:childTnLst>
                              <p:par>
                                <p:cTn id="24" presetID="20" presetClass="entr" presetSubtype="0" fill="hold" grpId="0" nodeType="clickEffect">
                                  <p:stCondLst>
                                    <p:cond delay="0"/>
                                  </p:stCondLst>
                                  <p:childTnLst>
                                    <p:set>
                                      <p:cBhvr>
                                        <p:cTn id="25" dur="1" fill="hold">
                                          <p:stCondLst>
                                            <p:cond delay="0"/>
                                          </p:stCondLst>
                                        </p:cTn>
                                        <p:tgtEl>
                                          <p:spTgt spid="57"/>
                                        </p:tgtEl>
                                        <p:attrNameLst>
                                          <p:attrName>style.visibility</p:attrName>
                                        </p:attrNameLst>
                                      </p:cBhvr>
                                      <p:to>
                                        <p:strVal val="visible"/>
                                      </p:to>
                                    </p:set>
                                    <p:animEffect transition="in" filter="wedge">
                                      <p:cBhvr>
                                        <p:cTn id="26" dur="1000"/>
                                        <p:tgtEl>
                                          <p:spTgt spid="57"/>
                                        </p:tgtEl>
                                      </p:cBhvr>
                                    </p:animEffect>
                                  </p:childTnLst>
                                </p:cTn>
                              </p:par>
                              <p:par>
                                <p:cTn id="27" presetID="20" presetClass="entr" presetSubtype="0" fill="hold" grpId="0" nodeType="withEffect">
                                  <p:stCondLst>
                                    <p:cond delay="0"/>
                                  </p:stCondLst>
                                  <p:childTnLst>
                                    <p:set>
                                      <p:cBhvr>
                                        <p:cTn id="28" dur="1" fill="hold">
                                          <p:stCondLst>
                                            <p:cond delay="0"/>
                                          </p:stCondLst>
                                        </p:cTn>
                                        <p:tgtEl>
                                          <p:spTgt spid="17"/>
                                        </p:tgtEl>
                                        <p:attrNameLst>
                                          <p:attrName>style.visibility</p:attrName>
                                        </p:attrNameLst>
                                      </p:cBhvr>
                                      <p:to>
                                        <p:strVal val="visible"/>
                                      </p:to>
                                    </p:set>
                                    <p:animEffect transition="in" filter="wedge">
                                      <p:cBhvr>
                                        <p:cTn id="29" dur="1000"/>
                                        <p:tgtEl>
                                          <p:spTgt spid="17"/>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7" grpId="0" animBg="1"/>
      <p:bldP spid="17" grpId="0" animBg="1"/>
      <p:bldP spid="43" grpId="0" animBg="1"/>
      <p:bldP spid="47" grpId="0"/>
    </p:bldLst>
  </p:timing>
</p:sld>
</file>

<file path=ppt/slides/slide5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7" name="矩形 56">
            <a:extLst>
              <a:ext uri="{FF2B5EF4-FFF2-40B4-BE49-F238E27FC236}">
                <a16:creationId xmlns:a16="http://schemas.microsoft.com/office/drawing/2014/main" id="{0A262B01-DE50-4C85-8F16-A30AC9FCB553}"/>
              </a:ext>
            </a:extLst>
          </p:cNvPr>
          <p:cNvSpPr/>
          <p:nvPr/>
        </p:nvSpPr>
        <p:spPr>
          <a:xfrm>
            <a:off x="6996147" y="4016378"/>
            <a:ext cx="1105175" cy="256975"/>
          </a:xfrm>
          <a:prstGeom prst="rect">
            <a:avLst/>
          </a:prstGeom>
          <a:solidFill>
            <a:schemeClr val="accent4"/>
          </a:solidFill>
          <a:ln>
            <a:solidFill>
              <a:schemeClr val="accent4"/>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p>
        </p:txBody>
      </p:sp>
      <p:sp>
        <p:nvSpPr>
          <p:cNvPr id="17" name="矩形 16">
            <a:extLst>
              <a:ext uri="{FF2B5EF4-FFF2-40B4-BE49-F238E27FC236}">
                <a16:creationId xmlns:a16="http://schemas.microsoft.com/office/drawing/2014/main" id="{E5F55CC4-4824-4721-86EC-2AADB8BE8C1E}"/>
              </a:ext>
            </a:extLst>
          </p:cNvPr>
          <p:cNvSpPr/>
          <p:nvPr/>
        </p:nvSpPr>
        <p:spPr>
          <a:xfrm>
            <a:off x="5488592" y="4016378"/>
            <a:ext cx="1105175" cy="256975"/>
          </a:xfrm>
          <a:prstGeom prst="rect">
            <a:avLst/>
          </a:prstGeom>
          <a:solidFill>
            <a:schemeClr val="accent4"/>
          </a:solidFill>
          <a:ln>
            <a:solidFill>
              <a:schemeClr val="accent4"/>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p>
        </p:txBody>
      </p:sp>
      <p:grpSp>
        <p:nvGrpSpPr>
          <p:cNvPr id="4" name="组合 3">
            <a:extLst>
              <a:ext uri="{FF2B5EF4-FFF2-40B4-BE49-F238E27FC236}">
                <a16:creationId xmlns:a16="http://schemas.microsoft.com/office/drawing/2014/main" id="{9A1EA9F2-FCB6-48C3-935F-7AE7E3AD14AC}"/>
              </a:ext>
            </a:extLst>
          </p:cNvPr>
          <p:cNvGrpSpPr/>
          <p:nvPr/>
        </p:nvGrpSpPr>
        <p:grpSpPr>
          <a:xfrm>
            <a:off x="304800" y="749300"/>
            <a:ext cx="6192343" cy="400110"/>
            <a:chOff x="424117" y="898245"/>
            <a:chExt cx="6192343" cy="400110"/>
          </a:xfrm>
        </p:grpSpPr>
        <p:sp>
          <p:nvSpPr>
            <p:cNvPr id="2" name="平行四边形 1">
              <a:extLst>
                <a:ext uri="{FF2B5EF4-FFF2-40B4-BE49-F238E27FC236}">
                  <a16:creationId xmlns:a16="http://schemas.microsoft.com/office/drawing/2014/main" id="{1F5BAA3F-9845-4F89-A2DD-8222D3E4EDAC}"/>
                </a:ext>
              </a:extLst>
            </p:cNvPr>
            <p:cNvSpPr/>
            <p:nvPr/>
          </p:nvSpPr>
          <p:spPr>
            <a:xfrm>
              <a:off x="424117" y="898245"/>
              <a:ext cx="711200" cy="387090"/>
            </a:xfrm>
            <a:prstGeom prst="parallelogram">
              <a:avLst/>
            </a:prstGeom>
            <a:solidFill>
              <a:schemeClr val="accent3">
                <a:lumMod val="75000"/>
              </a:schemeClr>
            </a:solidFill>
            <a:ln>
              <a:solidFill>
                <a:schemeClr val="accent3">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CN" sz="2200" dirty="0">
                  <a:latin typeface="Impact" panose="020B0806030902050204" pitchFamily="34" charset="0"/>
                </a:rPr>
                <a:t>02</a:t>
              </a:r>
              <a:endParaRPr lang="zh-CN" altLang="en-US" sz="2200" dirty="0">
                <a:latin typeface="Impact" panose="020B0806030902050204" pitchFamily="34" charset="0"/>
              </a:endParaRPr>
            </a:p>
          </p:txBody>
        </p:sp>
        <p:sp>
          <p:nvSpPr>
            <p:cNvPr id="3" name="文本框 2">
              <a:extLst>
                <a:ext uri="{FF2B5EF4-FFF2-40B4-BE49-F238E27FC236}">
                  <a16:creationId xmlns:a16="http://schemas.microsoft.com/office/drawing/2014/main" id="{4D6BD736-A4D3-4F26-AFED-36E11F50F70B}"/>
                </a:ext>
              </a:extLst>
            </p:cNvPr>
            <p:cNvSpPr txBox="1"/>
            <p:nvPr/>
          </p:nvSpPr>
          <p:spPr>
            <a:xfrm>
              <a:off x="1204755" y="898245"/>
              <a:ext cx="5411705" cy="400110"/>
            </a:xfrm>
            <a:prstGeom prst="rect">
              <a:avLst/>
            </a:prstGeom>
            <a:noFill/>
          </p:spPr>
          <p:txBody>
            <a:bodyPr wrap="square" rtlCol="0">
              <a:spAutoFit/>
            </a:bodyPr>
            <a:lstStyle/>
            <a:p>
              <a:r>
                <a:rPr lang="zh-CN" altLang="en-US" sz="2000" b="1" dirty="0"/>
                <a:t>透明传输</a:t>
              </a:r>
            </a:p>
          </p:txBody>
        </p:sp>
      </p:grpSp>
      <p:sp>
        <p:nvSpPr>
          <p:cNvPr id="8" name="矩形 7">
            <a:extLst>
              <a:ext uri="{FF2B5EF4-FFF2-40B4-BE49-F238E27FC236}">
                <a16:creationId xmlns:a16="http://schemas.microsoft.com/office/drawing/2014/main" id="{C7720255-4E6C-41B6-A880-D93377A356B5}"/>
              </a:ext>
            </a:extLst>
          </p:cNvPr>
          <p:cNvSpPr/>
          <p:nvPr/>
        </p:nvSpPr>
        <p:spPr>
          <a:xfrm>
            <a:off x="1016000" y="1297642"/>
            <a:ext cx="256976" cy="256976"/>
          </a:xfrm>
          <a:prstGeom prst="rect">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9" name="íşlïḍè">
            <a:extLst>
              <a:ext uri="{FF2B5EF4-FFF2-40B4-BE49-F238E27FC236}">
                <a16:creationId xmlns:a16="http://schemas.microsoft.com/office/drawing/2014/main" id="{1E3208DB-9CB5-439E-87A6-F640C77C2B32}"/>
              </a:ext>
            </a:extLst>
          </p:cNvPr>
          <p:cNvSpPr txBox="1"/>
          <p:nvPr/>
        </p:nvSpPr>
        <p:spPr>
          <a:xfrm>
            <a:off x="1333228" y="1297641"/>
            <a:ext cx="10494766" cy="511424"/>
          </a:xfrm>
          <a:prstGeom prst="rect">
            <a:avLst/>
          </a:prstGeom>
          <a:noFill/>
        </p:spPr>
        <p:txBody>
          <a:bodyPr wrap="square" lIns="91440" tIns="45720" rIns="91440" bIns="45720" anchor="ctr">
            <a:noAutofit/>
          </a:bodyPr>
          <a:lstStyle/>
          <a:p>
            <a:r>
              <a:rPr lang="zh-CN" altLang="en-US" b="1" dirty="0"/>
              <a:t>透明传输是指</a:t>
            </a:r>
            <a:r>
              <a:rPr lang="zh-CN" altLang="en-US" b="1" dirty="0">
                <a:solidFill>
                  <a:schemeClr val="accent1">
                    <a:lumMod val="75000"/>
                  </a:schemeClr>
                </a:solidFill>
              </a:rPr>
              <a:t>数据链路层对上层交付下来的协议数据单元</a:t>
            </a:r>
            <a:r>
              <a:rPr lang="en-US" altLang="zh-CN" b="1" dirty="0">
                <a:solidFill>
                  <a:schemeClr val="accent1">
                    <a:lumMod val="75000"/>
                  </a:schemeClr>
                </a:solidFill>
              </a:rPr>
              <a:t>PDU</a:t>
            </a:r>
            <a:r>
              <a:rPr lang="zh-CN" altLang="en-US" b="1" dirty="0">
                <a:solidFill>
                  <a:schemeClr val="accent1">
                    <a:lumMod val="75000"/>
                  </a:schemeClr>
                </a:solidFill>
              </a:rPr>
              <a:t>没有任何限制</a:t>
            </a:r>
            <a:r>
              <a:rPr lang="zh-CN" altLang="en-US" b="1" dirty="0"/>
              <a:t>，就好像数据链路层不存在一样。</a:t>
            </a:r>
            <a:endParaRPr lang="en-US" altLang="zh-CN" b="1" dirty="0"/>
          </a:p>
        </p:txBody>
      </p:sp>
      <p:sp>
        <p:nvSpPr>
          <p:cNvPr id="45" name="矩形 44">
            <a:extLst>
              <a:ext uri="{FF2B5EF4-FFF2-40B4-BE49-F238E27FC236}">
                <a16:creationId xmlns:a16="http://schemas.microsoft.com/office/drawing/2014/main" id="{7342BF4E-2E9A-4088-8B98-0023EDE524EA}"/>
              </a:ext>
            </a:extLst>
          </p:cNvPr>
          <p:cNvSpPr/>
          <p:nvPr/>
        </p:nvSpPr>
        <p:spPr>
          <a:xfrm>
            <a:off x="1489693" y="2051196"/>
            <a:ext cx="256976" cy="256976"/>
          </a:xfrm>
          <a:prstGeom prst="rect">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46" name="íşlïḍè">
            <a:extLst>
              <a:ext uri="{FF2B5EF4-FFF2-40B4-BE49-F238E27FC236}">
                <a16:creationId xmlns:a16="http://schemas.microsoft.com/office/drawing/2014/main" id="{C3D75D8C-21E3-45F3-915F-7A6CF0D1C1C0}"/>
              </a:ext>
            </a:extLst>
          </p:cNvPr>
          <p:cNvSpPr txBox="1"/>
          <p:nvPr/>
        </p:nvSpPr>
        <p:spPr>
          <a:xfrm>
            <a:off x="1806921" y="2051195"/>
            <a:ext cx="6975266" cy="256975"/>
          </a:xfrm>
          <a:prstGeom prst="rect">
            <a:avLst/>
          </a:prstGeom>
          <a:noFill/>
        </p:spPr>
        <p:txBody>
          <a:bodyPr wrap="square" lIns="91440" tIns="45720" rIns="91440" bIns="45720" anchor="ctr">
            <a:noAutofit/>
          </a:bodyPr>
          <a:lstStyle/>
          <a:p>
            <a:r>
              <a:rPr lang="zh-CN" altLang="en-US" b="1" dirty="0"/>
              <a:t>面向字节的物理链路使用</a:t>
            </a:r>
            <a:r>
              <a:rPr lang="zh-CN" altLang="en-US" b="1" dirty="0">
                <a:solidFill>
                  <a:schemeClr val="accent1">
                    <a:lumMod val="75000"/>
                  </a:schemeClr>
                </a:solidFill>
              </a:rPr>
              <a:t>字节填充</a:t>
            </a:r>
            <a:r>
              <a:rPr lang="zh-CN" altLang="en-US" b="1" dirty="0"/>
              <a:t>的方法实现透明传输。</a:t>
            </a:r>
            <a:endParaRPr lang="en-US" altLang="zh-CN" b="1" dirty="0"/>
          </a:p>
        </p:txBody>
      </p:sp>
      <p:sp>
        <p:nvSpPr>
          <p:cNvPr id="43" name="矩形 42">
            <a:extLst>
              <a:ext uri="{FF2B5EF4-FFF2-40B4-BE49-F238E27FC236}">
                <a16:creationId xmlns:a16="http://schemas.microsoft.com/office/drawing/2014/main" id="{31BC9E06-478C-40EF-8C8C-22D9EA338174}"/>
              </a:ext>
            </a:extLst>
          </p:cNvPr>
          <p:cNvSpPr/>
          <p:nvPr/>
        </p:nvSpPr>
        <p:spPr>
          <a:xfrm>
            <a:off x="1489693" y="2550301"/>
            <a:ext cx="256976" cy="256976"/>
          </a:xfrm>
          <a:prstGeom prst="rect">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47" name="íşlïḍè">
            <a:extLst>
              <a:ext uri="{FF2B5EF4-FFF2-40B4-BE49-F238E27FC236}">
                <a16:creationId xmlns:a16="http://schemas.microsoft.com/office/drawing/2014/main" id="{42E6C11B-9CFF-4DB0-81E0-74E57C4F8454}"/>
              </a:ext>
            </a:extLst>
          </p:cNvPr>
          <p:cNvSpPr txBox="1"/>
          <p:nvPr/>
        </p:nvSpPr>
        <p:spPr>
          <a:xfrm>
            <a:off x="1806921" y="2550300"/>
            <a:ext cx="6008239" cy="256975"/>
          </a:xfrm>
          <a:prstGeom prst="rect">
            <a:avLst/>
          </a:prstGeom>
          <a:noFill/>
        </p:spPr>
        <p:txBody>
          <a:bodyPr wrap="square" lIns="91440" tIns="45720" rIns="91440" bIns="45720" anchor="ctr">
            <a:noAutofit/>
          </a:bodyPr>
          <a:lstStyle/>
          <a:p>
            <a:r>
              <a:rPr lang="zh-CN" altLang="en-US" b="1" dirty="0"/>
              <a:t>面向比特的物理链路使用</a:t>
            </a:r>
            <a:r>
              <a:rPr lang="zh-CN" altLang="en-US" b="1" dirty="0">
                <a:solidFill>
                  <a:schemeClr val="accent1">
                    <a:lumMod val="75000"/>
                  </a:schemeClr>
                </a:solidFill>
              </a:rPr>
              <a:t>比特填充</a:t>
            </a:r>
            <a:r>
              <a:rPr lang="zh-CN" altLang="en-US" b="1" dirty="0"/>
              <a:t>的方法实现透明传输。</a:t>
            </a:r>
            <a:endParaRPr lang="en-US" altLang="zh-CN" b="1" dirty="0"/>
          </a:p>
        </p:txBody>
      </p:sp>
      <p:graphicFrame>
        <p:nvGraphicFramePr>
          <p:cNvPr id="6" name="表格 16">
            <a:extLst>
              <a:ext uri="{FF2B5EF4-FFF2-40B4-BE49-F238E27FC236}">
                <a16:creationId xmlns:a16="http://schemas.microsoft.com/office/drawing/2014/main" id="{446DEA4E-8E45-4E67-926D-1A5F7C6AFF5E}"/>
              </a:ext>
            </a:extLst>
          </p:cNvPr>
          <p:cNvGraphicFramePr>
            <a:graphicFrameLocks noGrp="1"/>
          </p:cNvGraphicFramePr>
          <p:nvPr/>
        </p:nvGraphicFramePr>
        <p:xfrm>
          <a:off x="304801" y="3594100"/>
          <a:ext cx="11582399" cy="741680"/>
        </p:xfrm>
        <a:graphic>
          <a:graphicData uri="http://schemas.openxmlformats.org/drawingml/2006/table">
            <a:tbl>
              <a:tblPr firstRow="1" bandRow="1">
                <a:tableStyleId>{5C22544A-7EE6-4342-B048-85BDC9FD1C3A}</a:tableStyleId>
              </a:tblPr>
              <a:tblGrid>
                <a:gridCol w="1412166">
                  <a:extLst>
                    <a:ext uri="{9D8B030D-6E8A-4147-A177-3AD203B41FA5}">
                      <a16:colId xmlns:a16="http://schemas.microsoft.com/office/drawing/2014/main" val="2616738805"/>
                    </a:ext>
                  </a:extLst>
                </a:gridCol>
                <a:gridCol w="1177537">
                  <a:extLst>
                    <a:ext uri="{9D8B030D-6E8A-4147-A177-3AD203B41FA5}">
                      <a16:colId xmlns:a16="http://schemas.microsoft.com/office/drawing/2014/main" val="2849257341"/>
                    </a:ext>
                  </a:extLst>
                </a:gridCol>
                <a:gridCol w="6558682">
                  <a:extLst>
                    <a:ext uri="{9D8B030D-6E8A-4147-A177-3AD203B41FA5}">
                      <a16:colId xmlns:a16="http://schemas.microsoft.com/office/drawing/2014/main" val="2965773915"/>
                    </a:ext>
                  </a:extLst>
                </a:gridCol>
                <a:gridCol w="1105174">
                  <a:extLst>
                    <a:ext uri="{9D8B030D-6E8A-4147-A177-3AD203B41FA5}">
                      <a16:colId xmlns:a16="http://schemas.microsoft.com/office/drawing/2014/main" val="3459671548"/>
                    </a:ext>
                  </a:extLst>
                </a:gridCol>
                <a:gridCol w="1328840">
                  <a:extLst>
                    <a:ext uri="{9D8B030D-6E8A-4147-A177-3AD203B41FA5}">
                      <a16:colId xmlns:a16="http://schemas.microsoft.com/office/drawing/2014/main" val="1470571145"/>
                    </a:ext>
                  </a:extLst>
                </a:gridCol>
              </a:tblGrid>
              <a:tr h="370840">
                <a:tc gridSpan="2">
                  <a:txBody>
                    <a:bodyPr/>
                    <a:lstStyle/>
                    <a:p>
                      <a:pPr algn="ctr"/>
                      <a:r>
                        <a:rPr lang="zh-CN" altLang="en-US" b="1" dirty="0">
                          <a:solidFill>
                            <a:schemeClr val="tx1"/>
                          </a:solidFill>
                        </a:rPr>
                        <a:t>帧首部</a:t>
                      </a: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hMerge="1">
                  <a:txBody>
                    <a:bodyPr/>
                    <a:lstStyle/>
                    <a:p>
                      <a:endParaRPr lang="zh-CN" altLang="en-US"/>
                    </a:p>
                  </a:txBody>
                  <a:tcPr/>
                </a:tc>
                <a:tc>
                  <a:txBody>
                    <a:bodyPr/>
                    <a:lstStyle/>
                    <a:p>
                      <a:pPr algn="ctr"/>
                      <a:r>
                        <a:rPr lang="zh-CN" altLang="en-US" b="1" dirty="0">
                          <a:solidFill>
                            <a:schemeClr val="tx1"/>
                          </a:solidFill>
                        </a:rPr>
                        <a:t>帧的数据载荷</a:t>
                      </a: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gridSpan="2">
                  <a:txBody>
                    <a:bodyPr/>
                    <a:lstStyle/>
                    <a:p>
                      <a:pPr algn="ctr"/>
                      <a:r>
                        <a:rPr lang="zh-CN" altLang="en-US" b="1" dirty="0">
                          <a:solidFill>
                            <a:schemeClr val="tx1"/>
                          </a:solidFill>
                        </a:rPr>
                        <a:t>帧尾部</a:t>
                      </a: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hMerge="1">
                  <a:txBody>
                    <a:bodyPr/>
                    <a:lstStyle/>
                    <a:p>
                      <a:endParaRPr lang="zh-CN" altLang="en-US"/>
                    </a:p>
                  </a:txBody>
                  <a:tcPr/>
                </a:tc>
                <a:extLst>
                  <a:ext uri="{0D108BD9-81ED-4DB2-BD59-A6C34878D82A}">
                    <a16:rowId xmlns:a16="http://schemas.microsoft.com/office/drawing/2014/main" val="463027167"/>
                  </a:ext>
                </a:extLst>
              </a:tr>
              <a:tr h="370840">
                <a:tc>
                  <a:txBody>
                    <a:bodyPr/>
                    <a:lstStyle/>
                    <a:p>
                      <a:pPr algn="ctr"/>
                      <a:r>
                        <a:rPr lang="en-US" altLang="zh-CN" b="1" spc="300" dirty="0">
                          <a:solidFill>
                            <a:schemeClr val="accent4"/>
                          </a:solidFill>
                        </a:rPr>
                        <a:t>01111110</a:t>
                      </a:r>
                      <a:endParaRPr lang="zh-CN" altLang="en-US" b="1" spc="300" dirty="0">
                        <a:solidFill>
                          <a:schemeClr val="accent4"/>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altLang="zh-CN" b="1" dirty="0">
                          <a:solidFill>
                            <a:schemeClr val="tx1"/>
                          </a:solidFill>
                        </a:rPr>
                        <a:t>……</a:t>
                      </a:r>
                      <a:endParaRPr lang="zh-CN" altLang="en-US" b="1" dirty="0">
                        <a:solidFill>
                          <a:schemeClr val="tx1"/>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algn="ctr"/>
                      <a:r>
                        <a:rPr lang="en-US" altLang="zh-CN" b="1" spc="300" dirty="0">
                          <a:solidFill>
                            <a:schemeClr val="tx1"/>
                          </a:solidFill>
                        </a:rPr>
                        <a:t>…011011010110100101111110011011111100110110…</a:t>
                      </a:r>
                      <a:endParaRPr lang="zh-CN" altLang="en-US" b="1" spc="300" dirty="0">
                        <a:solidFill>
                          <a:schemeClr val="tx1"/>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algn="ctr"/>
                      <a:r>
                        <a:rPr lang="en-US" altLang="zh-CN" b="1" dirty="0">
                          <a:solidFill>
                            <a:schemeClr val="tx1"/>
                          </a:solidFill>
                        </a:rPr>
                        <a:t>……</a:t>
                      </a:r>
                      <a:endParaRPr lang="zh-CN" altLang="en-US" b="1" dirty="0">
                        <a:solidFill>
                          <a:schemeClr val="tx1"/>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algn="ctr"/>
                      <a:r>
                        <a:rPr lang="en-US" altLang="zh-CN" b="1" spc="300" dirty="0">
                          <a:solidFill>
                            <a:schemeClr val="accent4"/>
                          </a:solidFill>
                        </a:rPr>
                        <a:t>01111110</a:t>
                      </a:r>
                      <a:endParaRPr lang="zh-CN" altLang="en-US" b="1" spc="300" dirty="0">
                        <a:solidFill>
                          <a:schemeClr val="accent4"/>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extLst>
                  <a:ext uri="{0D108BD9-81ED-4DB2-BD59-A6C34878D82A}">
                    <a16:rowId xmlns:a16="http://schemas.microsoft.com/office/drawing/2014/main" val="2877422873"/>
                  </a:ext>
                </a:extLst>
              </a:tr>
            </a:tbl>
          </a:graphicData>
        </a:graphic>
      </p:graphicFrame>
      <p:sp>
        <p:nvSpPr>
          <p:cNvPr id="58" name="iconfont-11673-5560710">
            <a:extLst>
              <a:ext uri="{FF2B5EF4-FFF2-40B4-BE49-F238E27FC236}">
                <a16:creationId xmlns:a16="http://schemas.microsoft.com/office/drawing/2014/main" id="{05357E32-5539-4DCD-8A2F-5FFAC741FBF9}"/>
              </a:ext>
            </a:extLst>
          </p:cNvPr>
          <p:cNvSpPr/>
          <p:nvPr/>
        </p:nvSpPr>
        <p:spPr>
          <a:xfrm>
            <a:off x="2938863" y="4003222"/>
            <a:ext cx="447226" cy="447226"/>
          </a:xfrm>
          <a:custGeom>
            <a:avLst/>
            <a:gdLst>
              <a:gd name="connsiteX0" fmla="*/ 409852 w 609586"/>
              <a:gd name="connsiteY0" fmla="*/ 390766 h 609586"/>
              <a:gd name="connsiteX1" fmla="*/ 396374 w 609586"/>
              <a:gd name="connsiteY1" fmla="*/ 396374 h 609586"/>
              <a:gd name="connsiteX2" fmla="*/ 396374 w 609586"/>
              <a:gd name="connsiteY2" fmla="*/ 423329 h 609586"/>
              <a:gd name="connsiteX3" fmla="*/ 558009 w 609586"/>
              <a:gd name="connsiteY3" fmla="*/ 584964 h 609586"/>
              <a:gd name="connsiteX4" fmla="*/ 584964 w 609586"/>
              <a:gd name="connsiteY4" fmla="*/ 584964 h 609586"/>
              <a:gd name="connsiteX5" fmla="*/ 590536 w 609586"/>
              <a:gd name="connsiteY5" fmla="*/ 571487 h 609586"/>
              <a:gd name="connsiteX6" fmla="*/ 584964 w 609586"/>
              <a:gd name="connsiteY6" fmla="*/ 558009 h 609586"/>
              <a:gd name="connsiteX7" fmla="*/ 423329 w 609586"/>
              <a:gd name="connsiteY7" fmla="*/ 396374 h 609586"/>
              <a:gd name="connsiteX8" fmla="*/ 409852 w 609586"/>
              <a:gd name="connsiteY8" fmla="*/ 390766 h 609586"/>
              <a:gd name="connsiteX9" fmla="*/ 199987 w 609586"/>
              <a:gd name="connsiteY9" fmla="*/ 76185 h 609586"/>
              <a:gd name="connsiteX10" fmla="*/ 76185 w 609586"/>
              <a:gd name="connsiteY10" fmla="*/ 199988 h 609586"/>
              <a:gd name="connsiteX11" fmla="*/ 199987 w 609586"/>
              <a:gd name="connsiteY11" fmla="*/ 323790 h 609586"/>
              <a:gd name="connsiteX12" fmla="*/ 323790 w 609586"/>
              <a:gd name="connsiteY12" fmla="*/ 199988 h 609586"/>
              <a:gd name="connsiteX13" fmla="*/ 199987 w 609586"/>
              <a:gd name="connsiteY13" fmla="*/ 76185 h 609586"/>
              <a:gd name="connsiteX14" fmla="*/ 199987 w 609586"/>
              <a:gd name="connsiteY14" fmla="*/ 57139 h 609586"/>
              <a:gd name="connsiteX15" fmla="*/ 342836 w 609586"/>
              <a:gd name="connsiteY15" fmla="*/ 199988 h 609586"/>
              <a:gd name="connsiteX16" fmla="*/ 199987 w 609586"/>
              <a:gd name="connsiteY16" fmla="*/ 342836 h 609586"/>
              <a:gd name="connsiteX17" fmla="*/ 57139 w 609586"/>
              <a:gd name="connsiteY17" fmla="*/ 199988 h 609586"/>
              <a:gd name="connsiteX18" fmla="*/ 199987 w 609586"/>
              <a:gd name="connsiteY18" fmla="*/ 57139 h 609586"/>
              <a:gd name="connsiteX19" fmla="*/ 200020 w 609586"/>
              <a:gd name="connsiteY19" fmla="*/ 19050 h 609586"/>
              <a:gd name="connsiteX20" fmla="*/ 19050 w 609586"/>
              <a:gd name="connsiteY20" fmla="*/ 200020 h 609586"/>
              <a:gd name="connsiteX21" fmla="*/ 200020 w 609586"/>
              <a:gd name="connsiteY21" fmla="*/ 380991 h 609586"/>
              <a:gd name="connsiteX22" fmla="*/ 380991 w 609586"/>
              <a:gd name="connsiteY22" fmla="*/ 200020 h 609586"/>
              <a:gd name="connsiteX23" fmla="*/ 200020 w 609586"/>
              <a:gd name="connsiteY23" fmla="*/ 19050 h 609586"/>
              <a:gd name="connsiteX24" fmla="*/ 200020 w 609586"/>
              <a:gd name="connsiteY24" fmla="*/ 0 h 609586"/>
              <a:gd name="connsiteX25" fmla="*/ 400041 w 609586"/>
              <a:gd name="connsiteY25" fmla="*/ 200020 h 609586"/>
              <a:gd name="connsiteX26" fmla="*/ 347464 w 609586"/>
              <a:gd name="connsiteY26" fmla="*/ 334701 h 609586"/>
              <a:gd name="connsiteX27" fmla="*/ 349655 w 609586"/>
              <a:gd name="connsiteY27" fmla="*/ 336177 h 609586"/>
              <a:gd name="connsiteX28" fmla="*/ 390707 w 609586"/>
              <a:gd name="connsiteY28" fmla="*/ 377229 h 609586"/>
              <a:gd name="connsiteX29" fmla="*/ 436806 w 609586"/>
              <a:gd name="connsiteY29" fmla="*/ 382896 h 609586"/>
              <a:gd name="connsiteX30" fmla="*/ 598442 w 609586"/>
              <a:gd name="connsiteY30" fmla="*/ 544532 h 609586"/>
              <a:gd name="connsiteX31" fmla="*/ 609586 w 609586"/>
              <a:gd name="connsiteY31" fmla="*/ 571487 h 609586"/>
              <a:gd name="connsiteX32" fmla="*/ 598442 w 609586"/>
              <a:gd name="connsiteY32" fmla="*/ 598442 h 609586"/>
              <a:gd name="connsiteX33" fmla="*/ 571487 w 609586"/>
              <a:gd name="connsiteY33" fmla="*/ 609586 h 609586"/>
              <a:gd name="connsiteX34" fmla="*/ 544579 w 609586"/>
              <a:gd name="connsiteY34" fmla="*/ 598442 h 609586"/>
              <a:gd name="connsiteX35" fmla="*/ 382944 w 609586"/>
              <a:gd name="connsiteY35" fmla="*/ 436806 h 609586"/>
              <a:gd name="connsiteX36" fmla="*/ 377134 w 609586"/>
              <a:gd name="connsiteY36" fmla="*/ 390611 h 609586"/>
              <a:gd name="connsiteX37" fmla="*/ 336177 w 609586"/>
              <a:gd name="connsiteY37" fmla="*/ 349655 h 609586"/>
              <a:gd name="connsiteX38" fmla="*/ 334701 w 609586"/>
              <a:gd name="connsiteY38" fmla="*/ 347464 h 609586"/>
              <a:gd name="connsiteX39" fmla="*/ 200020 w 609586"/>
              <a:gd name="connsiteY39" fmla="*/ 400041 h 609586"/>
              <a:gd name="connsiteX40" fmla="*/ 0 w 609586"/>
              <a:gd name="connsiteY40" fmla="*/ 200020 h 609586"/>
              <a:gd name="connsiteX41" fmla="*/ 200020 w 609586"/>
              <a:gd name="connsiteY41" fmla="*/ 0 h 60958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Lst>
            <a:rect l="l" t="t" r="r" b="b"/>
            <a:pathLst>
              <a:path w="609586" h="609586">
                <a:moveTo>
                  <a:pt x="409852" y="390766"/>
                </a:moveTo>
                <a:cubicBezTo>
                  <a:pt x="404970" y="390766"/>
                  <a:pt x="400089" y="392635"/>
                  <a:pt x="396374" y="396374"/>
                </a:cubicBezTo>
                <a:cubicBezTo>
                  <a:pt x="388897" y="403803"/>
                  <a:pt x="388897" y="415900"/>
                  <a:pt x="396374" y="423329"/>
                </a:cubicBezTo>
                <a:lnTo>
                  <a:pt x="558009" y="584964"/>
                </a:lnTo>
                <a:cubicBezTo>
                  <a:pt x="565581" y="592156"/>
                  <a:pt x="577392" y="592156"/>
                  <a:pt x="584964" y="584964"/>
                </a:cubicBezTo>
                <a:cubicBezTo>
                  <a:pt x="588536" y="581345"/>
                  <a:pt x="590536" y="576583"/>
                  <a:pt x="590536" y="571487"/>
                </a:cubicBezTo>
                <a:cubicBezTo>
                  <a:pt x="590536" y="566391"/>
                  <a:pt x="588536" y="561629"/>
                  <a:pt x="584964" y="558009"/>
                </a:cubicBezTo>
                <a:lnTo>
                  <a:pt x="423329" y="396374"/>
                </a:lnTo>
                <a:cubicBezTo>
                  <a:pt x="419614" y="392635"/>
                  <a:pt x="414733" y="390766"/>
                  <a:pt x="409852" y="390766"/>
                </a:cubicBezTo>
                <a:close/>
                <a:moveTo>
                  <a:pt x="199987" y="76185"/>
                </a:moveTo>
                <a:cubicBezTo>
                  <a:pt x="131706" y="76185"/>
                  <a:pt x="76185" y="131706"/>
                  <a:pt x="76185" y="199988"/>
                </a:cubicBezTo>
                <a:cubicBezTo>
                  <a:pt x="76185" y="268269"/>
                  <a:pt x="131706" y="323790"/>
                  <a:pt x="199987" y="323790"/>
                </a:cubicBezTo>
                <a:cubicBezTo>
                  <a:pt x="268269" y="323790"/>
                  <a:pt x="323790" y="268269"/>
                  <a:pt x="323790" y="199988"/>
                </a:cubicBezTo>
                <a:cubicBezTo>
                  <a:pt x="323790" y="131706"/>
                  <a:pt x="268269" y="76185"/>
                  <a:pt x="199987" y="76185"/>
                </a:cubicBezTo>
                <a:close/>
                <a:moveTo>
                  <a:pt x="199987" y="57139"/>
                </a:moveTo>
                <a:cubicBezTo>
                  <a:pt x="278745" y="57139"/>
                  <a:pt x="342836" y="121230"/>
                  <a:pt x="342836" y="199988"/>
                </a:cubicBezTo>
                <a:cubicBezTo>
                  <a:pt x="342836" y="278745"/>
                  <a:pt x="278745" y="342836"/>
                  <a:pt x="199987" y="342836"/>
                </a:cubicBezTo>
                <a:cubicBezTo>
                  <a:pt x="121230" y="342836"/>
                  <a:pt x="57139" y="278745"/>
                  <a:pt x="57139" y="199988"/>
                </a:cubicBezTo>
                <a:cubicBezTo>
                  <a:pt x="57139" y="121230"/>
                  <a:pt x="121230" y="57139"/>
                  <a:pt x="199987" y="57139"/>
                </a:cubicBezTo>
                <a:close/>
                <a:moveTo>
                  <a:pt x="200020" y="19050"/>
                </a:moveTo>
                <a:cubicBezTo>
                  <a:pt x="100248" y="19050"/>
                  <a:pt x="19050" y="100248"/>
                  <a:pt x="19050" y="200020"/>
                </a:cubicBezTo>
                <a:cubicBezTo>
                  <a:pt x="19050" y="299793"/>
                  <a:pt x="100248" y="380991"/>
                  <a:pt x="200020" y="380991"/>
                </a:cubicBezTo>
                <a:cubicBezTo>
                  <a:pt x="299793" y="380991"/>
                  <a:pt x="380991" y="299793"/>
                  <a:pt x="380991" y="200020"/>
                </a:cubicBezTo>
                <a:cubicBezTo>
                  <a:pt x="380991" y="100248"/>
                  <a:pt x="299793" y="19050"/>
                  <a:pt x="200020" y="19050"/>
                </a:cubicBezTo>
                <a:close/>
                <a:moveTo>
                  <a:pt x="200020" y="0"/>
                </a:moveTo>
                <a:cubicBezTo>
                  <a:pt x="310317" y="0"/>
                  <a:pt x="400041" y="89723"/>
                  <a:pt x="400041" y="200020"/>
                </a:cubicBezTo>
                <a:cubicBezTo>
                  <a:pt x="400041" y="249930"/>
                  <a:pt x="381277" y="297983"/>
                  <a:pt x="347464" y="334701"/>
                </a:cubicBezTo>
                <a:cubicBezTo>
                  <a:pt x="348226" y="335129"/>
                  <a:pt x="348988" y="335510"/>
                  <a:pt x="349655" y="336177"/>
                </a:cubicBezTo>
                <a:lnTo>
                  <a:pt x="390707" y="377229"/>
                </a:lnTo>
                <a:cubicBezTo>
                  <a:pt x="405184" y="369038"/>
                  <a:pt x="424710" y="370847"/>
                  <a:pt x="436806" y="382896"/>
                </a:cubicBezTo>
                <a:lnTo>
                  <a:pt x="598442" y="544532"/>
                </a:lnTo>
                <a:cubicBezTo>
                  <a:pt x="605633" y="551771"/>
                  <a:pt x="609586" y="561295"/>
                  <a:pt x="609586" y="571487"/>
                </a:cubicBezTo>
                <a:cubicBezTo>
                  <a:pt x="609586" y="581678"/>
                  <a:pt x="605633" y="591203"/>
                  <a:pt x="598442" y="598442"/>
                </a:cubicBezTo>
                <a:cubicBezTo>
                  <a:pt x="591203" y="605633"/>
                  <a:pt x="581678" y="609586"/>
                  <a:pt x="571487" y="609586"/>
                </a:cubicBezTo>
                <a:cubicBezTo>
                  <a:pt x="561295" y="609586"/>
                  <a:pt x="551771" y="605633"/>
                  <a:pt x="544579" y="598442"/>
                </a:cubicBezTo>
                <a:lnTo>
                  <a:pt x="382944" y="436806"/>
                </a:lnTo>
                <a:cubicBezTo>
                  <a:pt x="370562" y="424615"/>
                  <a:pt x="368180" y="405518"/>
                  <a:pt x="377134" y="390611"/>
                </a:cubicBezTo>
                <a:lnTo>
                  <a:pt x="336177" y="349655"/>
                </a:lnTo>
                <a:cubicBezTo>
                  <a:pt x="335510" y="348988"/>
                  <a:pt x="335129" y="348226"/>
                  <a:pt x="334701" y="347464"/>
                </a:cubicBezTo>
                <a:cubicBezTo>
                  <a:pt x="299126" y="379991"/>
                  <a:pt x="251930" y="400041"/>
                  <a:pt x="200020" y="400041"/>
                </a:cubicBezTo>
                <a:cubicBezTo>
                  <a:pt x="89723" y="400041"/>
                  <a:pt x="0" y="310317"/>
                  <a:pt x="0" y="200020"/>
                </a:cubicBezTo>
                <a:cubicBezTo>
                  <a:pt x="0" y="89723"/>
                  <a:pt x="89723" y="0"/>
                  <a:pt x="200020" y="0"/>
                </a:cubicBezTo>
                <a:close/>
              </a:path>
            </a:pathLst>
          </a:cu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nvGrpSpPr>
          <p:cNvPr id="24" name="组合 23">
            <a:extLst>
              <a:ext uri="{FF2B5EF4-FFF2-40B4-BE49-F238E27FC236}">
                <a16:creationId xmlns:a16="http://schemas.microsoft.com/office/drawing/2014/main" id="{485CCFC6-E0BC-4DFB-AEE0-3F33A0EBF31E}"/>
              </a:ext>
            </a:extLst>
          </p:cNvPr>
          <p:cNvGrpSpPr/>
          <p:nvPr/>
        </p:nvGrpSpPr>
        <p:grpSpPr>
          <a:xfrm>
            <a:off x="6138618" y="4226835"/>
            <a:ext cx="358525" cy="804588"/>
            <a:chOff x="6138618" y="4226835"/>
            <a:chExt cx="358525" cy="804588"/>
          </a:xfrm>
        </p:grpSpPr>
        <p:sp>
          <p:nvSpPr>
            <p:cNvPr id="18" name="文本框 17">
              <a:extLst>
                <a:ext uri="{FF2B5EF4-FFF2-40B4-BE49-F238E27FC236}">
                  <a16:creationId xmlns:a16="http://schemas.microsoft.com/office/drawing/2014/main" id="{2253E083-43F0-4915-B5DE-BD5246DDD7FC}"/>
                </a:ext>
              </a:extLst>
            </p:cNvPr>
            <p:cNvSpPr txBox="1"/>
            <p:nvPr/>
          </p:nvSpPr>
          <p:spPr>
            <a:xfrm>
              <a:off x="6138618" y="4662091"/>
              <a:ext cx="358525" cy="369332"/>
            </a:xfrm>
            <a:prstGeom prst="rect">
              <a:avLst/>
            </a:prstGeom>
            <a:noFill/>
          </p:spPr>
          <p:txBody>
            <a:bodyPr wrap="square" rtlCol="0">
              <a:spAutoFit/>
            </a:bodyPr>
            <a:lstStyle/>
            <a:p>
              <a:pPr algn="ctr"/>
              <a:r>
                <a:rPr lang="en-US" altLang="zh-CN" b="1" dirty="0">
                  <a:solidFill>
                    <a:schemeClr val="accent1">
                      <a:lumMod val="75000"/>
                    </a:schemeClr>
                  </a:solidFill>
                </a:rPr>
                <a:t>0</a:t>
              </a:r>
              <a:endParaRPr lang="zh-CN" altLang="en-US" b="1" dirty="0">
                <a:solidFill>
                  <a:schemeClr val="accent1">
                    <a:lumMod val="75000"/>
                  </a:schemeClr>
                </a:solidFill>
              </a:endParaRPr>
            </a:p>
          </p:txBody>
        </p:sp>
        <p:cxnSp>
          <p:nvCxnSpPr>
            <p:cNvPr id="20" name="直接箭头连接符 19">
              <a:extLst>
                <a:ext uri="{FF2B5EF4-FFF2-40B4-BE49-F238E27FC236}">
                  <a16:creationId xmlns:a16="http://schemas.microsoft.com/office/drawing/2014/main" id="{1D909382-B69B-4F0D-BB5B-4A368A7D10F7}"/>
                </a:ext>
              </a:extLst>
            </p:cNvPr>
            <p:cNvCxnSpPr/>
            <p:nvPr/>
          </p:nvCxnSpPr>
          <p:spPr>
            <a:xfrm flipV="1">
              <a:off x="6317880" y="4226835"/>
              <a:ext cx="0" cy="437756"/>
            </a:xfrm>
            <a:prstGeom prst="straightConnector1">
              <a:avLst/>
            </a:prstGeom>
            <a:ln w="25400">
              <a:solidFill>
                <a:schemeClr val="accent1">
                  <a:lumMod val="75000"/>
                </a:schemeClr>
              </a:solidFill>
              <a:tailEnd type="triangle" w="med" len="lg"/>
            </a:ln>
          </p:spPr>
          <p:style>
            <a:lnRef idx="1">
              <a:schemeClr val="accent1"/>
            </a:lnRef>
            <a:fillRef idx="0">
              <a:schemeClr val="accent1"/>
            </a:fillRef>
            <a:effectRef idx="0">
              <a:schemeClr val="accent1"/>
            </a:effectRef>
            <a:fontRef idx="minor">
              <a:schemeClr val="tx1"/>
            </a:fontRef>
          </p:style>
        </p:cxnSp>
      </p:grpSp>
      <p:grpSp>
        <p:nvGrpSpPr>
          <p:cNvPr id="59" name="组合 58">
            <a:extLst>
              <a:ext uri="{FF2B5EF4-FFF2-40B4-BE49-F238E27FC236}">
                <a16:creationId xmlns:a16="http://schemas.microsoft.com/office/drawing/2014/main" id="{9921FBBC-6C4F-416E-933D-7378D809726B}"/>
              </a:ext>
            </a:extLst>
          </p:cNvPr>
          <p:cNvGrpSpPr/>
          <p:nvPr/>
        </p:nvGrpSpPr>
        <p:grpSpPr>
          <a:xfrm>
            <a:off x="7645531" y="4226835"/>
            <a:ext cx="358525" cy="804588"/>
            <a:chOff x="6138618" y="4226835"/>
            <a:chExt cx="358525" cy="804588"/>
          </a:xfrm>
        </p:grpSpPr>
        <p:sp>
          <p:nvSpPr>
            <p:cNvPr id="60" name="文本框 59">
              <a:extLst>
                <a:ext uri="{FF2B5EF4-FFF2-40B4-BE49-F238E27FC236}">
                  <a16:creationId xmlns:a16="http://schemas.microsoft.com/office/drawing/2014/main" id="{F124FB8C-1954-4AD4-8681-3D6F548772B3}"/>
                </a:ext>
              </a:extLst>
            </p:cNvPr>
            <p:cNvSpPr txBox="1"/>
            <p:nvPr/>
          </p:nvSpPr>
          <p:spPr>
            <a:xfrm>
              <a:off x="6138618" y="4662091"/>
              <a:ext cx="358525" cy="369332"/>
            </a:xfrm>
            <a:prstGeom prst="rect">
              <a:avLst/>
            </a:prstGeom>
            <a:noFill/>
          </p:spPr>
          <p:txBody>
            <a:bodyPr wrap="square" rtlCol="0">
              <a:spAutoFit/>
            </a:bodyPr>
            <a:lstStyle/>
            <a:p>
              <a:pPr algn="ctr"/>
              <a:r>
                <a:rPr lang="en-US" altLang="zh-CN" b="1" dirty="0">
                  <a:solidFill>
                    <a:schemeClr val="accent1">
                      <a:lumMod val="75000"/>
                    </a:schemeClr>
                  </a:solidFill>
                </a:rPr>
                <a:t>0</a:t>
              </a:r>
              <a:endParaRPr lang="zh-CN" altLang="en-US" b="1" dirty="0">
                <a:solidFill>
                  <a:schemeClr val="accent1">
                    <a:lumMod val="75000"/>
                  </a:schemeClr>
                </a:solidFill>
              </a:endParaRPr>
            </a:p>
          </p:txBody>
        </p:sp>
        <p:cxnSp>
          <p:nvCxnSpPr>
            <p:cNvPr id="61" name="直接箭头连接符 60">
              <a:extLst>
                <a:ext uri="{FF2B5EF4-FFF2-40B4-BE49-F238E27FC236}">
                  <a16:creationId xmlns:a16="http://schemas.microsoft.com/office/drawing/2014/main" id="{205A7CC5-E9DD-4735-9877-76700D853FAA}"/>
                </a:ext>
              </a:extLst>
            </p:cNvPr>
            <p:cNvCxnSpPr/>
            <p:nvPr/>
          </p:nvCxnSpPr>
          <p:spPr>
            <a:xfrm flipV="1">
              <a:off x="6317880" y="4226835"/>
              <a:ext cx="0" cy="437756"/>
            </a:xfrm>
            <a:prstGeom prst="straightConnector1">
              <a:avLst/>
            </a:prstGeom>
            <a:ln w="25400">
              <a:solidFill>
                <a:schemeClr val="accent1">
                  <a:lumMod val="75000"/>
                </a:schemeClr>
              </a:solidFill>
              <a:tailEnd type="triangle" w="med" len="lg"/>
            </a:ln>
          </p:spPr>
          <p:style>
            <a:lnRef idx="1">
              <a:schemeClr val="accent1"/>
            </a:lnRef>
            <a:fillRef idx="0">
              <a:schemeClr val="accent1"/>
            </a:fillRef>
            <a:effectRef idx="0">
              <a:schemeClr val="accent1"/>
            </a:effectRef>
            <a:fontRef idx="minor">
              <a:schemeClr val="tx1"/>
            </a:fontRef>
          </p:style>
        </p:cxnSp>
      </p:grpSp>
    </p:spTree>
    <p:custDataLst>
      <p:tags r:id="rId1"/>
    </p:custDataLst>
    <p:extLst>
      <p:ext uri="{BB962C8B-B14F-4D97-AF65-F5344CB8AC3E}">
        <p14:creationId xmlns:p14="http://schemas.microsoft.com/office/powerpoint/2010/main" val="2958351005"/>
      </p:ext>
    </p:extLst>
  </p:cSld>
  <p:clrMapOvr>
    <a:masterClrMapping/>
  </p:clrMapOvr>
  <mc:AlternateContent xmlns:mc="http://schemas.openxmlformats.org/markup-compatibility/2006" xmlns:p14="http://schemas.microsoft.com/office/powerpoint/2010/main">
    <mc:Choice Requires="p14">
      <p:transition p14:dur="10"/>
    </mc:Choice>
    <mc:Fallback xmlns="">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 presetClass="entr" presetSubtype="0" fill="hold" grpId="0" nodeType="withEffect">
                                  <p:stCondLst>
                                    <p:cond delay="0"/>
                                  </p:stCondLst>
                                  <p:childTnLst>
                                    <p:set>
                                      <p:cBhvr>
                                        <p:cTn id="6" dur="1" fill="hold">
                                          <p:stCondLst>
                                            <p:cond delay="0"/>
                                          </p:stCondLst>
                                        </p:cTn>
                                        <p:tgtEl>
                                          <p:spTgt spid="58"/>
                                        </p:tgtEl>
                                        <p:attrNameLst>
                                          <p:attrName>style.visibility</p:attrName>
                                        </p:attrNameLst>
                                      </p:cBhvr>
                                      <p:to>
                                        <p:strVal val="visible"/>
                                      </p:to>
                                    </p:set>
                                  </p:childTnLst>
                                </p:cTn>
                              </p:par>
                            </p:childTnLst>
                          </p:cTn>
                        </p:par>
                        <p:par>
                          <p:cTn id="7" fill="hold">
                            <p:stCondLst>
                              <p:cond delay="0"/>
                            </p:stCondLst>
                            <p:childTnLst>
                              <p:par>
                                <p:cTn id="8" presetID="42" presetClass="path" presetSubtype="0" accel="50000" decel="50000" fill="hold" grpId="1" nodeType="afterEffect">
                                  <p:stCondLst>
                                    <p:cond delay="0"/>
                                  </p:stCondLst>
                                  <p:childTnLst>
                                    <p:animMotion origin="layout" path="M 5E-6 -0.00185 L 0.5073 -0.00324 " pathEditMode="relative" rAng="0" ptsTypes="AA">
                                      <p:cBhvr>
                                        <p:cTn id="9" dur="2000" fill="hold"/>
                                        <p:tgtEl>
                                          <p:spTgt spid="58"/>
                                        </p:tgtEl>
                                        <p:attrNameLst>
                                          <p:attrName>ppt_x</p:attrName>
                                          <p:attrName>ppt_y</p:attrName>
                                        </p:attrNameLst>
                                      </p:cBhvr>
                                      <p:rCtr x="25365" y="-69"/>
                                    </p:animMotion>
                                  </p:childTnLst>
                                </p:cTn>
                              </p:par>
                              <p:par>
                                <p:cTn id="10" presetID="12" presetClass="entr" presetSubtype="4" fill="hold" nodeType="withEffect">
                                  <p:stCondLst>
                                    <p:cond delay="900"/>
                                  </p:stCondLst>
                                  <p:childTnLst>
                                    <p:set>
                                      <p:cBhvr>
                                        <p:cTn id="11" dur="1" fill="hold">
                                          <p:stCondLst>
                                            <p:cond delay="0"/>
                                          </p:stCondLst>
                                        </p:cTn>
                                        <p:tgtEl>
                                          <p:spTgt spid="24"/>
                                        </p:tgtEl>
                                        <p:attrNameLst>
                                          <p:attrName>style.visibility</p:attrName>
                                        </p:attrNameLst>
                                      </p:cBhvr>
                                      <p:to>
                                        <p:strVal val="visible"/>
                                      </p:to>
                                    </p:set>
                                    <p:anim calcmode="lin" valueType="num">
                                      <p:cBhvr additive="base">
                                        <p:cTn id="12" dur="500"/>
                                        <p:tgtEl>
                                          <p:spTgt spid="24"/>
                                        </p:tgtEl>
                                        <p:attrNameLst>
                                          <p:attrName>ppt_y</p:attrName>
                                        </p:attrNameLst>
                                      </p:cBhvr>
                                      <p:tavLst>
                                        <p:tav tm="0">
                                          <p:val>
                                            <p:strVal val="#ppt_y+#ppt_h*1.125000"/>
                                          </p:val>
                                        </p:tav>
                                        <p:tav tm="100000">
                                          <p:val>
                                            <p:strVal val="#ppt_y"/>
                                          </p:val>
                                        </p:tav>
                                      </p:tavLst>
                                    </p:anim>
                                    <p:animEffect transition="in" filter="wipe(up)">
                                      <p:cBhvr>
                                        <p:cTn id="13" dur="500"/>
                                        <p:tgtEl>
                                          <p:spTgt spid="24"/>
                                        </p:tgtEl>
                                      </p:cBhvr>
                                    </p:animEffect>
                                  </p:childTnLst>
                                </p:cTn>
                              </p:par>
                              <p:par>
                                <p:cTn id="14" presetID="12" presetClass="entr" presetSubtype="4" fill="hold" nodeType="withEffect">
                                  <p:stCondLst>
                                    <p:cond delay="1300"/>
                                  </p:stCondLst>
                                  <p:childTnLst>
                                    <p:set>
                                      <p:cBhvr>
                                        <p:cTn id="15" dur="1" fill="hold">
                                          <p:stCondLst>
                                            <p:cond delay="0"/>
                                          </p:stCondLst>
                                        </p:cTn>
                                        <p:tgtEl>
                                          <p:spTgt spid="59"/>
                                        </p:tgtEl>
                                        <p:attrNameLst>
                                          <p:attrName>style.visibility</p:attrName>
                                        </p:attrNameLst>
                                      </p:cBhvr>
                                      <p:to>
                                        <p:strVal val="visible"/>
                                      </p:to>
                                    </p:set>
                                    <p:anim calcmode="lin" valueType="num">
                                      <p:cBhvr additive="base">
                                        <p:cTn id="16" dur="500"/>
                                        <p:tgtEl>
                                          <p:spTgt spid="59"/>
                                        </p:tgtEl>
                                        <p:attrNameLst>
                                          <p:attrName>ppt_y</p:attrName>
                                        </p:attrNameLst>
                                      </p:cBhvr>
                                      <p:tavLst>
                                        <p:tav tm="0">
                                          <p:val>
                                            <p:strVal val="#ppt_y+#ppt_h*1.125000"/>
                                          </p:val>
                                        </p:tav>
                                        <p:tav tm="100000">
                                          <p:val>
                                            <p:strVal val="#ppt_y"/>
                                          </p:val>
                                        </p:tav>
                                      </p:tavLst>
                                    </p:anim>
                                    <p:animEffect transition="in" filter="wipe(up)">
                                      <p:cBhvr>
                                        <p:cTn id="17" dur="500"/>
                                        <p:tgtEl>
                                          <p:spTgt spid="59"/>
                                        </p:tgtEl>
                                      </p:cBhvr>
                                    </p:animEffect>
                                  </p:childTnLst>
                                </p:cTn>
                              </p:par>
                            </p:childTnLst>
                          </p:cTn>
                        </p:par>
                        <p:par>
                          <p:cTn id="18" fill="hold">
                            <p:stCondLst>
                              <p:cond delay="2000"/>
                            </p:stCondLst>
                            <p:childTnLst>
                              <p:par>
                                <p:cTn id="19" presetID="1" presetClass="exit" presetSubtype="0" fill="hold" grpId="2" nodeType="afterEffect">
                                  <p:stCondLst>
                                    <p:cond delay="0"/>
                                  </p:stCondLst>
                                  <p:childTnLst>
                                    <p:set>
                                      <p:cBhvr>
                                        <p:cTn id="20" dur="1" fill="hold">
                                          <p:stCondLst>
                                            <p:cond delay="0"/>
                                          </p:stCondLst>
                                        </p:cTn>
                                        <p:tgtEl>
                                          <p:spTgt spid="58"/>
                                        </p:tgtEl>
                                        <p:attrNameLst>
                                          <p:attrName>style.visibility</p:attrName>
                                        </p:attrNameLst>
                                      </p:cBhvr>
                                      <p:to>
                                        <p:strVal val="hidden"/>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8" grpId="0" animBg="1"/>
      <p:bldP spid="58" grpId="1" animBg="1"/>
      <p:bldP spid="58" grpId="2" animBg="1"/>
    </p:bldLst>
  </p:timing>
</p:sld>
</file>

<file path=ppt/slides/slide6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3" name="矩形 32">
            <a:extLst>
              <a:ext uri="{FF2B5EF4-FFF2-40B4-BE49-F238E27FC236}">
                <a16:creationId xmlns:a16="http://schemas.microsoft.com/office/drawing/2014/main" id="{19C1D5FC-F7A5-4FBF-810B-0FF9A8D13CCD}"/>
              </a:ext>
            </a:extLst>
          </p:cNvPr>
          <p:cNvSpPr/>
          <p:nvPr/>
        </p:nvSpPr>
        <p:spPr>
          <a:xfrm>
            <a:off x="-5167" y="5221918"/>
            <a:ext cx="938273" cy="484003"/>
          </a:xfrm>
          <a:prstGeom prst="rect">
            <a:avLst/>
          </a:prstGeom>
          <a:solidFill>
            <a:schemeClr val="bg1"/>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grpSp>
        <p:nvGrpSpPr>
          <p:cNvPr id="4" name="组合 3">
            <a:extLst>
              <a:ext uri="{FF2B5EF4-FFF2-40B4-BE49-F238E27FC236}">
                <a16:creationId xmlns:a16="http://schemas.microsoft.com/office/drawing/2014/main" id="{9A1EA9F2-FCB6-48C3-935F-7AE7E3AD14AC}"/>
              </a:ext>
            </a:extLst>
          </p:cNvPr>
          <p:cNvGrpSpPr/>
          <p:nvPr/>
        </p:nvGrpSpPr>
        <p:grpSpPr>
          <a:xfrm>
            <a:off x="304800" y="749300"/>
            <a:ext cx="6192343" cy="400110"/>
            <a:chOff x="424117" y="898245"/>
            <a:chExt cx="6192343" cy="400110"/>
          </a:xfrm>
        </p:grpSpPr>
        <p:sp>
          <p:nvSpPr>
            <p:cNvPr id="2" name="平行四边形 1">
              <a:extLst>
                <a:ext uri="{FF2B5EF4-FFF2-40B4-BE49-F238E27FC236}">
                  <a16:creationId xmlns:a16="http://schemas.microsoft.com/office/drawing/2014/main" id="{1F5BAA3F-9845-4F89-A2DD-8222D3E4EDAC}"/>
                </a:ext>
              </a:extLst>
            </p:cNvPr>
            <p:cNvSpPr/>
            <p:nvPr/>
          </p:nvSpPr>
          <p:spPr>
            <a:xfrm>
              <a:off x="424117" y="898245"/>
              <a:ext cx="711200" cy="387090"/>
            </a:xfrm>
            <a:prstGeom prst="parallelogram">
              <a:avLst/>
            </a:prstGeom>
            <a:solidFill>
              <a:schemeClr val="accent3">
                <a:lumMod val="75000"/>
              </a:schemeClr>
            </a:solidFill>
            <a:ln>
              <a:solidFill>
                <a:schemeClr val="accent3">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CN" sz="2200" dirty="0">
                  <a:latin typeface="Impact" panose="020B0806030902050204" pitchFamily="34" charset="0"/>
                </a:rPr>
                <a:t>02</a:t>
              </a:r>
              <a:endParaRPr lang="zh-CN" altLang="en-US" sz="2200" dirty="0">
                <a:latin typeface="Impact" panose="020B0806030902050204" pitchFamily="34" charset="0"/>
              </a:endParaRPr>
            </a:p>
          </p:txBody>
        </p:sp>
        <p:sp>
          <p:nvSpPr>
            <p:cNvPr id="3" name="文本框 2">
              <a:extLst>
                <a:ext uri="{FF2B5EF4-FFF2-40B4-BE49-F238E27FC236}">
                  <a16:creationId xmlns:a16="http://schemas.microsoft.com/office/drawing/2014/main" id="{4D6BD736-A4D3-4F26-AFED-36E11F50F70B}"/>
                </a:ext>
              </a:extLst>
            </p:cNvPr>
            <p:cNvSpPr txBox="1"/>
            <p:nvPr/>
          </p:nvSpPr>
          <p:spPr>
            <a:xfrm>
              <a:off x="1204755" y="898245"/>
              <a:ext cx="5411705" cy="400110"/>
            </a:xfrm>
            <a:prstGeom prst="rect">
              <a:avLst/>
            </a:prstGeom>
            <a:noFill/>
          </p:spPr>
          <p:txBody>
            <a:bodyPr wrap="square" rtlCol="0">
              <a:spAutoFit/>
            </a:bodyPr>
            <a:lstStyle/>
            <a:p>
              <a:r>
                <a:rPr lang="zh-CN" altLang="en-US" sz="2000" b="1" dirty="0"/>
                <a:t>透明传输</a:t>
              </a:r>
            </a:p>
          </p:txBody>
        </p:sp>
      </p:grpSp>
      <p:grpSp>
        <p:nvGrpSpPr>
          <p:cNvPr id="7" name="组合 6">
            <a:extLst>
              <a:ext uri="{FF2B5EF4-FFF2-40B4-BE49-F238E27FC236}">
                <a16:creationId xmlns:a16="http://schemas.microsoft.com/office/drawing/2014/main" id="{32234034-FF65-4AFF-9EA5-90BB3006669F}"/>
              </a:ext>
            </a:extLst>
          </p:cNvPr>
          <p:cNvGrpSpPr/>
          <p:nvPr/>
        </p:nvGrpSpPr>
        <p:grpSpPr>
          <a:xfrm>
            <a:off x="933107" y="1264968"/>
            <a:ext cx="9092401" cy="1238473"/>
            <a:chOff x="933107" y="1264968"/>
            <a:chExt cx="9092401" cy="1238473"/>
          </a:xfrm>
        </p:grpSpPr>
        <p:sp>
          <p:nvSpPr>
            <p:cNvPr id="5" name="文本框 4">
              <a:extLst>
                <a:ext uri="{FF2B5EF4-FFF2-40B4-BE49-F238E27FC236}">
                  <a16:creationId xmlns:a16="http://schemas.microsoft.com/office/drawing/2014/main" id="{5795DF57-D50F-4689-A8D0-84C128609F8B}"/>
                </a:ext>
              </a:extLst>
            </p:cNvPr>
            <p:cNvSpPr txBox="1"/>
            <p:nvPr/>
          </p:nvSpPr>
          <p:spPr>
            <a:xfrm>
              <a:off x="933107" y="1264968"/>
              <a:ext cx="8776638" cy="369332"/>
            </a:xfrm>
            <a:prstGeom prst="rect">
              <a:avLst/>
            </a:prstGeom>
            <a:noFill/>
          </p:spPr>
          <p:txBody>
            <a:bodyPr wrap="square" rtlCol="0">
              <a:spAutoFit/>
            </a:bodyPr>
            <a:lstStyle/>
            <a:p>
              <a:r>
                <a:rPr lang="en-US" altLang="zh-CN" b="1" dirty="0"/>
                <a:t>【2013</a:t>
              </a:r>
              <a:r>
                <a:rPr lang="zh-CN" altLang="en-US" b="1" dirty="0"/>
                <a:t>年 题</a:t>
              </a:r>
              <a:r>
                <a:rPr lang="en-US" altLang="zh-CN" b="1" dirty="0"/>
                <a:t>37】HDLC</a:t>
              </a:r>
              <a:r>
                <a:rPr lang="zh-CN" altLang="en-US" b="1" dirty="0"/>
                <a:t>协议对</a:t>
              </a:r>
              <a:r>
                <a:rPr lang="en-US" altLang="zh-CN" b="1" spc="300" dirty="0"/>
                <a:t>0111110001111110</a:t>
              </a:r>
              <a:r>
                <a:rPr lang="zh-CN" altLang="en-US" b="1" dirty="0"/>
                <a:t>组帧后对应的比特串为（      ）。</a:t>
              </a:r>
            </a:p>
          </p:txBody>
        </p:sp>
        <p:sp>
          <p:nvSpPr>
            <p:cNvPr id="23" name="文本框 22">
              <a:extLst>
                <a:ext uri="{FF2B5EF4-FFF2-40B4-BE49-F238E27FC236}">
                  <a16:creationId xmlns:a16="http://schemas.microsoft.com/office/drawing/2014/main" id="{F6C54E2A-85B0-4D52-9F55-3AD9F7D95840}"/>
                </a:ext>
              </a:extLst>
            </p:cNvPr>
            <p:cNvSpPr txBox="1"/>
            <p:nvPr/>
          </p:nvSpPr>
          <p:spPr>
            <a:xfrm>
              <a:off x="1201002" y="1762878"/>
              <a:ext cx="2982871" cy="369332"/>
            </a:xfrm>
            <a:prstGeom prst="rect">
              <a:avLst/>
            </a:prstGeom>
            <a:noFill/>
          </p:spPr>
          <p:txBody>
            <a:bodyPr wrap="square" rtlCol="0">
              <a:spAutoFit/>
            </a:bodyPr>
            <a:lstStyle/>
            <a:p>
              <a:r>
                <a:rPr lang="en-US" altLang="zh-CN" b="1" dirty="0"/>
                <a:t>A.</a:t>
              </a:r>
              <a:r>
                <a:rPr lang="zh-CN" altLang="en-US" b="1" dirty="0"/>
                <a:t> </a:t>
              </a:r>
              <a:r>
                <a:rPr lang="en-US" altLang="zh-CN" b="1" spc="300" dirty="0"/>
                <a:t>011111000011111010</a:t>
              </a:r>
              <a:endParaRPr lang="zh-CN" altLang="en-US" b="1" spc="300" dirty="0"/>
            </a:p>
          </p:txBody>
        </p:sp>
        <p:sp>
          <p:nvSpPr>
            <p:cNvPr id="25" name="文本框 24">
              <a:extLst>
                <a:ext uri="{FF2B5EF4-FFF2-40B4-BE49-F238E27FC236}">
                  <a16:creationId xmlns:a16="http://schemas.microsoft.com/office/drawing/2014/main" id="{79D34782-2A69-4E46-AD75-16DBC1E504E7}"/>
                </a:ext>
              </a:extLst>
            </p:cNvPr>
            <p:cNvSpPr txBox="1"/>
            <p:nvPr/>
          </p:nvSpPr>
          <p:spPr>
            <a:xfrm>
              <a:off x="5445177" y="1762878"/>
              <a:ext cx="4580331" cy="369332"/>
            </a:xfrm>
            <a:prstGeom prst="rect">
              <a:avLst/>
            </a:prstGeom>
            <a:noFill/>
          </p:spPr>
          <p:txBody>
            <a:bodyPr wrap="square" rtlCol="0">
              <a:spAutoFit/>
            </a:bodyPr>
            <a:lstStyle/>
            <a:p>
              <a:r>
                <a:rPr lang="en-US" altLang="zh-CN" b="1" dirty="0"/>
                <a:t>B.</a:t>
              </a:r>
              <a:r>
                <a:rPr lang="zh-CN" altLang="en-US" b="1" dirty="0"/>
                <a:t> </a:t>
              </a:r>
              <a:r>
                <a:rPr lang="en-US" altLang="zh-CN" b="1" spc="300" dirty="0"/>
                <a:t>011111000111110101111110</a:t>
              </a:r>
              <a:endParaRPr lang="zh-CN" altLang="en-US" b="1" spc="300" dirty="0"/>
            </a:p>
          </p:txBody>
        </p:sp>
        <p:sp>
          <p:nvSpPr>
            <p:cNvPr id="26" name="文本框 25">
              <a:extLst>
                <a:ext uri="{FF2B5EF4-FFF2-40B4-BE49-F238E27FC236}">
                  <a16:creationId xmlns:a16="http://schemas.microsoft.com/office/drawing/2014/main" id="{F8AF5110-E992-4048-9A79-84EF9DAFF754}"/>
                </a:ext>
              </a:extLst>
            </p:cNvPr>
            <p:cNvSpPr txBox="1"/>
            <p:nvPr/>
          </p:nvSpPr>
          <p:spPr>
            <a:xfrm>
              <a:off x="1201001" y="2134109"/>
              <a:ext cx="2982871" cy="369332"/>
            </a:xfrm>
            <a:prstGeom prst="rect">
              <a:avLst/>
            </a:prstGeom>
            <a:noFill/>
          </p:spPr>
          <p:txBody>
            <a:bodyPr wrap="square" rtlCol="0">
              <a:spAutoFit/>
            </a:bodyPr>
            <a:lstStyle/>
            <a:p>
              <a:r>
                <a:rPr lang="en-US" altLang="zh-CN" b="1" dirty="0"/>
                <a:t>C.</a:t>
              </a:r>
              <a:r>
                <a:rPr lang="zh-CN" altLang="en-US" b="1" dirty="0"/>
                <a:t> </a:t>
              </a:r>
              <a:r>
                <a:rPr lang="en-US" altLang="zh-CN" b="1" spc="300" dirty="0"/>
                <a:t>01111100011111010</a:t>
              </a:r>
              <a:endParaRPr lang="zh-CN" altLang="en-US" b="1" spc="300" dirty="0"/>
            </a:p>
          </p:txBody>
        </p:sp>
        <p:sp>
          <p:nvSpPr>
            <p:cNvPr id="27" name="文本框 26">
              <a:extLst>
                <a:ext uri="{FF2B5EF4-FFF2-40B4-BE49-F238E27FC236}">
                  <a16:creationId xmlns:a16="http://schemas.microsoft.com/office/drawing/2014/main" id="{CE6E69B3-B898-413B-9C7C-392BF779ECDA}"/>
                </a:ext>
              </a:extLst>
            </p:cNvPr>
            <p:cNvSpPr txBox="1"/>
            <p:nvPr/>
          </p:nvSpPr>
          <p:spPr>
            <a:xfrm>
              <a:off x="5445176" y="2132210"/>
              <a:ext cx="3751451" cy="369332"/>
            </a:xfrm>
            <a:prstGeom prst="rect">
              <a:avLst/>
            </a:prstGeom>
            <a:noFill/>
          </p:spPr>
          <p:txBody>
            <a:bodyPr wrap="square" rtlCol="0">
              <a:spAutoFit/>
            </a:bodyPr>
            <a:lstStyle/>
            <a:p>
              <a:r>
                <a:rPr lang="en-US" altLang="zh-CN" b="1" dirty="0"/>
                <a:t>D.</a:t>
              </a:r>
              <a:r>
                <a:rPr lang="zh-CN" altLang="en-US" b="1" dirty="0"/>
                <a:t> </a:t>
              </a:r>
              <a:r>
                <a:rPr lang="en-US" altLang="zh-CN" b="1" spc="300" dirty="0"/>
                <a:t>011111000111111001111101</a:t>
              </a:r>
              <a:endParaRPr lang="zh-CN" altLang="en-US" b="1" spc="300" dirty="0"/>
            </a:p>
          </p:txBody>
        </p:sp>
      </p:grpSp>
      <p:sp>
        <p:nvSpPr>
          <p:cNvPr id="28" name="文本框 27">
            <a:extLst>
              <a:ext uri="{FF2B5EF4-FFF2-40B4-BE49-F238E27FC236}">
                <a16:creationId xmlns:a16="http://schemas.microsoft.com/office/drawing/2014/main" id="{F332E995-6B13-4094-B1B1-80FB9CD5071E}"/>
              </a:ext>
            </a:extLst>
          </p:cNvPr>
          <p:cNvSpPr txBox="1"/>
          <p:nvPr/>
        </p:nvSpPr>
        <p:spPr>
          <a:xfrm>
            <a:off x="1085438" y="2633918"/>
            <a:ext cx="704920" cy="369332"/>
          </a:xfrm>
          <a:prstGeom prst="rect">
            <a:avLst/>
          </a:prstGeom>
          <a:noFill/>
        </p:spPr>
        <p:txBody>
          <a:bodyPr wrap="square" rtlCol="0">
            <a:spAutoFit/>
          </a:bodyPr>
          <a:lstStyle/>
          <a:p>
            <a:r>
              <a:rPr lang="zh-CN" altLang="en-US" b="1" dirty="0"/>
              <a:t>解析</a:t>
            </a:r>
          </a:p>
        </p:txBody>
      </p:sp>
      <p:sp>
        <p:nvSpPr>
          <p:cNvPr id="29" name="文本框 28">
            <a:extLst>
              <a:ext uri="{FF2B5EF4-FFF2-40B4-BE49-F238E27FC236}">
                <a16:creationId xmlns:a16="http://schemas.microsoft.com/office/drawing/2014/main" id="{590F5297-A2ED-4587-8CFE-C123192F1E7F}"/>
              </a:ext>
            </a:extLst>
          </p:cNvPr>
          <p:cNvSpPr txBox="1"/>
          <p:nvPr/>
        </p:nvSpPr>
        <p:spPr>
          <a:xfrm>
            <a:off x="1612808" y="2947162"/>
            <a:ext cx="10155980" cy="369332"/>
          </a:xfrm>
          <a:prstGeom prst="rect">
            <a:avLst/>
          </a:prstGeom>
          <a:noFill/>
        </p:spPr>
        <p:txBody>
          <a:bodyPr wrap="square" rtlCol="0">
            <a:spAutoFit/>
          </a:bodyPr>
          <a:lstStyle/>
          <a:p>
            <a:r>
              <a:rPr lang="zh-CN" altLang="en-US" b="1" dirty="0"/>
              <a:t>高级数据链路控制协议</a:t>
            </a:r>
            <a:r>
              <a:rPr lang="en-US" altLang="zh-CN" b="1" dirty="0"/>
              <a:t>HDLC</a:t>
            </a:r>
            <a:r>
              <a:rPr lang="zh-CN" altLang="en-US" b="1" dirty="0"/>
              <a:t>采用帧首部和帧尾部中的标志字段作为帧定界符，其值为</a:t>
            </a:r>
            <a:r>
              <a:rPr lang="en-US" altLang="zh-CN" b="1" spc="300" dirty="0"/>
              <a:t>01111110</a:t>
            </a:r>
            <a:r>
              <a:rPr lang="zh-CN" altLang="en-US" b="1" dirty="0"/>
              <a:t>。</a:t>
            </a:r>
          </a:p>
        </p:txBody>
      </p:sp>
      <p:sp>
        <p:nvSpPr>
          <p:cNvPr id="30" name="文本框 29">
            <a:extLst>
              <a:ext uri="{FF2B5EF4-FFF2-40B4-BE49-F238E27FC236}">
                <a16:creationId xmlns:a16="http://schemas.microsoft.com/office/drawing/2014/main" id="{8AF2A198-CC3B-4276-9934-4D69D7B9CB99}"/>
              </a:ext>
            </a:extLst>
          </p:cNvPr>
          <p:cNvSpPr txBox="1"/>
          <p:nvPr/>
        </p:nvSpPr>
        <p:spPr>
          <a:xfrm>
            <a:off x="1612808" y="3390883"/>
            <a:ext cx="10155980" cy="369332"/>
          </a:xfrm>
          <a:prstGeom prst="rect">
            <a:avLst/>
          </a:prstGeom>
          <a:noFill/>
        </p:spPr>
        <p:txBody>
          <a:bodyPr wrap="square" rtlCol="0">
            <a:spAutoFit/>
          </a:bodyPr>
          <a:lstStyle/>
          <a:p>
            <a:r>
              <a:rPr lang="en-US" altLang="zh-CN" b="1" dirty="0"/>
              <a:t>HDLC</a:t>
            </a:r>
            <a:r>
              <a:rPr lang="zh-CN" altLang="en-US" b="1" dirty="0"/>
              <a:t>为了实现“透明传输”，采用“零比特填充法”，即</a:t>
            </a:r>
            <a:r>
              <a:rPr lang="zh-CN" altLang="en-US" b="1" dirty="0">
                <a:solidFill>
                  <a:schemeClr val="accent1">
                    <a:lumMod val="75000"/>
                  </a:schemeClr>
                </a:solidFill>
              </a:rPr>
              <a:t>每五个连续比特</a:t>
            </a:r>
            <a:r>
              <a:rPr lang="en-US" altLang="zh-CN" b="1" dirty="0">
                <a:solidFill>
                  <a:schemeClr val="accent1">
                    <a:lumMod val="75000"/>
                  </a:schemeClr>
                </a:solidFill>
              </a:rPr>
              <a:t>1</a:t>
            </a:r>
            <a:r>
              <a:rPr lang="zh-CN" altLang="en-US" b="1" dirty="0">
                <a:solidFill>
                  <a:schemeClr val="accent1">
                    <a:lumMod val="75000"/>
                  </a:schemeClr>
                </a:solidFill>
              </a:rPr>
              <a:t>后面插入一个比特</a:t>
            </a:r>
            <a:r>
              <a:rPr lang="en-US" altLang="zh-CN" b="1" dirty="0">
                <a:solidFill>
                  <a:schemeClr val="accent1">
                    <a:lumMod val="75000"/>
                  </a:schemeClr>
                </a:solidFill>
              </a:rPr>
              <a:t>0</a:t>
            </a:r>
            <a:r>
              <a:rPr lang="zh-CN" altLang="en-US" b="1" dirty="0"/>
              <a:t>。</a:t>
            </a:r>
          </a:p>
        </p:txBody>
      </p:sp>
      <p:sp>
        <p:nvSpPr>
          <p:cNvPr id="31" name="文本框 30">
            <a:extLst>
              <a:ext uri="{FF2B5EF4-FFF2-40B4-BE49-F238E27FC236}">
                <a16:creationId xmlns:a16="http://schemas.microsoft.com/office/drawing/2014/main" id="{976A29C7-6535-4190-A8D1-17670500CDE1}"/>
              </a:ext>
            </a:extLst>
          </p:cNvPr>
          <p:cNvSpPr txBox="1"/>
          <p:nvPr/>
        </p:nvSpPr>
        <p:spPr>
          <a:xfrm>
            <a:off x="4802244" y="4131446"/>
            <a:ext cx="2587512" cy="369332"/>
          </a:xfrm>
          <a:prstGeom prst="rect">
            <a:avLst/>
          </a:prstGeom>
          <a:noFill/>
        </p:spPr>
        <p:txBody>
          <a:bodyPr wrap="square" rtlCol="0">
            <a:spAutoFit/>
          </a:bodyPr>
          <a:lstStyle/>
          <a:p>
            <a:pPr algn="ctr"/>
            <a:r>
              <a:rPr lang="en-US" altLang="zh-CN" b="1" spc="300" dirty="0"/>
              <a:t>0111110001111110</a:t>
            </a:r>
            <a:endParaRPr lang="zh-CN" altLang="en-US" b="1" dirty="0"/>
          </a:p>
        </p:txBody>
      </p:sp>
      <p:sp>
        <p:nvSpPr>
          <p:cNvPr id="34" name="文本框 33">
            <a:extLst>
              <a:ext uri="{FF2B5EF4-FFF2-40B4-BE49-F238E27FC236}">
                <a16:creationId xmlns:a16="http://schemas.microsoft.com/office/drawing/2014/main" id="{DF8E8C73-AA4E-4F3A-AFF4-359DA946C097}"/>
              </a:ext>
            </a:extLst>
          </p:cNvPr>
          <p:cNvSpPr txBox="1"/>
          <p:nvPr/>
        </p:nvSpPr>
        <p:spPr>
          <a:xfrm>
            <a:off x="8406004" y="1251691"/>
            <a:ext cx="553802" cy="461665"/>
          </a:xfrm>
          <a:prstGeom prst="rect">
            <a:avLst/>
          </a:prstGeom>
          <a:noFill/>
        </p:spPr>
        <p:txBody>
          <a:bodyPr wrap="square" rtlCol="0">
            <a:spAutoFit/>
          </a:bodyPr>
          <a:lstStyle/>
          <a:p>
            <a:pPr algn="ctr"/>
            <a:r>
              <a:rPr lang="en-US" altLang="zh-CN" sz="2400" b="1" dirty="0">
                <a:solidFill>
                  <a:schemeClr val="accent1">
                    <a:lumMod val="75000"/>
                  </a:schemeClr>
                </a:solidFill>
                <a:latin typeface="Arial Black" panose="020B0A04020102020204" pitchFamily="34" charset="0"/>
              </a:rPr>
              <a:t>A</a:t>
            </a:r>
            <a:endParaRPr lang="zh-CN" altLang="en-US" sz="2400" b="1" dirty="0">
              <a:solidFill>
                <a:schemeClr val="accent1">
                  <a:lumMod val="75000"/>
                </a:schemeClr>
              </a:solidFill>
              <a:latin typeface="Arial Black" panose="020B0A04020102020204" pitchFamily="34" charset="0"/>
            </a:endParaRPr>
          </a:p>
        </p:txBody>
      </p:sp>
    </p:spTree>
    <p:custDataLst>
      <p:tags r:id="rId1"/>
    </p:custDataLst>
    <p:extLst>
      <p:ext uri="{BB962C8B-B14F-4D97-AF65-F5344CB8AC3E}">
        <p14:creationId xmlns:p14="http://schemas.microsoft.com/office/powerpoint/2010/main" val="651988939"/>
      </p:ext>
    </p:extLst>
  </p:cSld>
  <p:clrMapOvr>
    <a:masterClrMapping/>
  </p:clrMapOvr>
  <mc:AlternateContent xmlns:mc="http://schemas.openxmlformats.org/markup-compatibility/2006" xmlns:p14="http://schemas.microsoft.com/office/powerpoint/2010/main">
    <mc:Choice Requires="p14">
      <p:transition p14:dur="10"/>
    </mc:Choice>
    <mc:Fallback xmlns="">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30" presetClass="entr" presetSubtype="0" fill="hold" nodeType="withEffect">
                                  <p:stCondLst>
                                    <p:cond delay="0"/>
                                  </p:stCondLst>
                                  <p:childTnLst>
                                    <p:set>
                                      <p:cBhvr>
                                        <p:cTn id="6" dur="1" fill="hold">
                                          <p:stCondLst>
                                            <p:cond delay="0"/>
                                          </p:stCondLst>
                                        </p:cTn>
                                        <p:tgtEl>
                                          <p:spTgt spid="7"/>
                                        </p:tgtEl>
                                        <p:attrNameLst>
                                          <p:attrName>style.visibility</p:attrName>
                                        </p:attrNameLst>
                                      </p:cBhvr>
                                      <p:to>
                                        <p:strVal val="visible"/>
                                      </p:to>
                                    </p:set>
                                    <p:animEffect transition="in" filter="fade">
                                      <p:cBhvr>
                                        <p:cTn id="7" dur="800" decel="100000"/>
                                        <p:tgtEl>
                                          <p:spTgt spid="7"/>
                                        </p:tgtEl>
                                      </p:cBhvr>
                                    </p:animEffect>
                                    <p:anim calcmode="lin" valueType="num">
                                      <p:cBhvr>
                                        <p:cTn id="8" dur="800" decel="100000" fill="hold"/>
                                        <p:tgtEl>
                                          <p:spTgt spid="7"/>
                                        </p:tgtEl>
                                        <p:attrNameLst>
                                          <p:attrName>style.rotation</p:attrName>
                                        </p:attrNameLst>
                                      </p:cBhvr>
                                      <p:tavLst>
                                        <p:tav tm="0">
                                          <p:val>
                                            <p:fltVal val="-90"/>
                                          </p:val>
                                        </p:tav>
                                        <p:tav tm="100000">
                                          <p:val>
                                            <p:fltVal val="0"/>
                                          </p:val>
                                        </p:tav>
                                      </p:tavLst>
                                    </p:anim>
                                    <p:anim calcmode="lin" valueType="num">
                                      <p:cBhvr>
                                        <p:cTn id="9" dur="800" decel="100000" fill="hold"/>
                                        <p:tgtEl>
                                          <p:spTgt spid="7"/>
                                        </p:tgtEl>
                                        <p:attrNameLst>
                                          <p:attrName>ppt_x</p:attrName>
                                        </p:attrNameLst>
                                      </p:cBhvr>
                                      <p:tavLst>
                                        <p:tav tm="0">
                                          <p:val>
                                            <p:strVal val="#ppt_x+0.4"/>
                                          </p:val>
                                        </p:tav>
                                        <p:tav tm="100000">
                                          <p:val>
                                            <p:strVal val="#ppt_x-0.05"/>
                                          </p:val>
                                        </p:tav>
                                      </p:tavLst>
                                    </p:anim>
                                    <p:anim calcmode="lin" valueType="num">
                                      <p:cBhvr>
                                        <p:cTn id="10" dur="800" decel="100000" fill="hold"/>
                                        <p:tgtEl>
                                          <p:spTgt spid="7"/>
                                        </p:tgtEl>
                                        <p:attrNameLst>
                                          <p:attrName>ppt_y</p:attrName>
                                        </p:attrNameLst>
                                      </p:cBhvr>
                                      <p:tavLst>
                                        <p:tav tm="0">
                                          <p:val>
                                            <p:strVal val="#ppt_y-0.4"/>
                                          </p:val>
                                        </p:tav>
                                        <p:tav tm="100000">
                                          <p:val>
                                            <p:strVal val="#ppt_y+0.1"/>
                                          </p:val>
                                        </p:tav>
                                      </p:tavLst>
                                    </p:anim>
                                    <p:anim calcmode="lin" valueType="num">
                                      <p:cBhvr>
                                        <p:cTn id="11" dur="200" accel="100000" fill="hold">
                                          <p:stCondLst>
                                            <p:cond delay="800"/>
                                          </p:stCondLst>
                                        </p:cTn>
                                        <p:tgtEl>
                                          <p:spTgt spid="7"/>
                                        </p:tgtEl>
                                        <p:attrNameLst>
                                          <p:attrName>ppt_x</p:attrName>
                                        </p:attrNameLst>
                                      </p:cBhvr>
                                      <p:tavLst>
                                        <p:tav tm="0">
                                          <p:val>
                                            <p:strVal val="#ppt_x-0.05"/>
                                          </p:val>
                                        </p:tav>
                                        <p:tav tm="100000">
                                          <p:val>
                                            <p:strVal val="#ppt_x"/>
                                          </p:val>
                                        </p:tav>
                                      </p:tavLst>
                                    </p:anim>
                                    <p:anim calcmode="lin" valueType="num">
                                      <p:cBhvr>
                                        <p:cTn id="12" dur="200" accel="100000" fill="hold">
                                          <p:stCondLst>
                                            <p:cond delay="800"/>
                                          </p:stCondLst>
                                        </p:cTn>
                                        <p:tgtEl>
                                          <p:spTgt spid="7"/>
                                        </p:tgtEl>
                                        <p:attrNameLst>
                                          <p:attrName>ppt_y</p:attrName>
                                        </p:attrNameLst>
                                      </p:cBhvr>
                                      <p:tavLst>
                                        <p:tav tm="0">
                                          <p:val>
                                            <p:strVal val="#ppt_y+0.1"/>
                                          </p:val>
                                        </p:tav>
                                        <p:tav tm="100000">
                                          <p:val>
                                            <p:strVal val="#ppt_y"/>
                                          </p:val>
                                        </p:tav>
                                      </p:tavLst>
                                    </p:anim>
                                  </p:childTnLst>
                                </p:cTn>
                              </p:par>
                            </p:childTnLst>
                          </p:cTn>
                        </p:par>
                      </p:childTnLst>
                    </p:cTn>
                  </p:par>
                  <p:par>
                    <p:cTn id="13" fill="hold">
                      <p:stCondLst>
                        <p:cond delay="indefinite"/>
                      </p:stCondLst>
                      <p:childTnLst>
                        <p:par>
                          <p:cTn id="14" fill="hold">
                            <p:stCondLst>
                              <p:cond delay="0"/>
                            </p:stCondLst>
                            <p:childTnLst>
                              <p:par>
                                <p:cTn id="15" presetID="30" presetClass="entr" presetSubtype="0" fill="hold" grpId="0" nodeType="clickEffect">
                                  <p:stCondLst>
                                    <p:cond delay="0"/>
                                  </p:stCondLst>
                                  <p:childTnLst>
                                    <p:set>
                                      <p:cBhvr>
                                        <p:cTn id="16" dur="1" fill="hold">
                                          <p:stCondLst>
                                            <p:cond delay="0"/>
                                          </p:stCondLst>
                                        </p:cTn>
                                        <p:tgtEl>
                                          <p:spTgt spid="34"/>
                                        </p:tgtEl>
                                        <p:attrNameLst>
                                          <p:attrName>style.visibility</p:attrName>
                                        </p:attrNameLst>
                                      </p:cBhvr>
                                      <p:to>
                                        <p:strVal val="visible"/>
                                      </p:to>
                                    </p:set>
                                    <p:animEffect transition="in" filter="fade">
                                      <p:cBhvr>
                                        <p:cTn id="17" dur="800" decel="100000"/>
                                        <p:tgtEl>
                                          <p:spTgt spid="34"/>
                                        </p:tgtEl>
                                      </p:cBhvr>
                                    </p:animEffect>
                                    <p:anim calcmode="lin" valueType="num">
                                      <p:cBhvr>
                                        <p:cTn id="18" dur="800" decel="100000" fill="hold"/>
                                        <p:tgtEl>
                                          <p:spTgt spid="34"/>
                                        </p:tgtEl>
                                        <p:attrNameLst>
                                          <p:attrName>style.rotation</p:attrName>
                                        </p:attrNameLst>
                                      </p:cBhvr>
                                      <p:tavLst>
                                        <p:tav tm="0">
                                          <p:val>
                                            <p:fltVal val="-90"/>
                                          </p:val>
                                        </p:tav>
                                        <p:tav tm="100000">
                                          <p:val>
                                            <p:fltVal val="0"/>
                                          </p:val>
                                        </p:tav>
                                      </p:tavLst>
                                    </p:anim>
                                    <p:anim calcmode="lin" valueType="num">
                                      <p:cBhvr>
                                        <p:cTn id="19" dur="800" decel="100000" fill="hold"/>
                                        <p:tgtEl>
                                          <p:spTgt spid="34"/>
                                        </p:tgtEl>
                                        <p:attrNameLst>
                                          <p:attrName>ppt_x</p:attrName>
                                        </p:attrNameLst>
                                      </p:cBhvr>
                                      <p:tavLst>
                                        <p:tav tm="0">
                                          <p:val>
                                            <p:strVal val="#ppt_x+0.4"/>
                                          </p:val>
                                        </p:tav>
                                        <p:tav tm="100000">
                                          <p:val>
                                            <p:strVal val="#ppt_x-0.05"/>
                                          </p:val>
                                        </p:tav>
                                      </p:tavLst>
                                    </p:anim>
                                    <p:anim calcmode="lin" valueType="num">
                                      <p:cBhvr>
                                        <p:cTn id="20" dur="800" decel="100000" fill="hold"/>
                                        <p:tgtEl>
                                          <p:spTgt spid="34"/>
                                        </p:tgtEl>
                                        <p:attrNameLst>
                                          <p:attrName>ppt_y</p:attrName>
                                        </p:attrNameLst>
                                      </p:cBhvr>
                                      <p:tavLst>
                                        <p:tav tm="0">
                                          <p:val>
                                            <p:strVal val="#ppt_y-0.4"/>
                                          </p:val>
                                        </p:tav>
                                        <p:tav tm="100000">
                                          <p:val>
                                            <p:strVal val="#ppt_y+0.1"/>
                                          </p:val>
                                        </p:tav>
                                      </p:tavLst>
                                    </p:anim>
                                    <p:anim calcmode="lin" valueType="num">
                                      <p:cBhvr>
                                        <p:cTn id="21" dur="200" accel="100000" fill="hold">
                                          <p:stCondLst>
                                            <p:cond delay="800"/>
                                          </p:stCondLst>
                                        </p:cTn>
                                        <p:tgtEl>
                                          <p:spTgt spid="34"/>
                                        </p:tgtEl>
                                        <p:attrNameLst>
                                          <p:attrName>ppt_x</p:attrName>
                                        </p:attrNameLst>
                                      </p:cBhvr>
                                      <p:tavLst>
                                        <p:tav tm="0">
                                          <p:val>
                                            <p:strVal val="#ppt_x-0.05"/>
                                          </p:val>
                                        </p:tav>
                                        <p:tav tm="100000">
                                          <p:val>
                                            <p:strVal val="#ppt_x"/>
                                          </p:val>
                                        </p:tav>
                                      </p:tavLst>
                                    </p:anim>
                                    <p:anim calcmode="lin" valueType="num">
                                      <p:cBhvr>
                                        <p:cTn id="22" dur="200" accel="100000" fill="hold">
                                          <p:stCondLst>
                                            <p:cond delay="800"/>
                                          </p:stCondLst>
                                        </p:cTn>
                                        <p:tgtEl>
                                          <p:spTgt spid="34"/>
                                        </p:tgtEl>
                                        <p:attrNameLst>
                                          <p:attrName>ppt_y</p:attrName>
                                        </p:attrNameLst>
                                      </p:cBhvr>
                                      <p:tavLst>
                                        <p:tav tm="0">
                                          <p:val>
                                            <p:strVal val="#ppt_y+0.1"/>
                                          </p:val>
                                        </p:tav>
                                        <p:tav tm="100000">
                                          <p:val>
                                            <p:strVal val="#ppt_y"/>
                                          </p:val>
                                        </p:tav>
                                      </p:tavLst>
                                    </p:anim>
                                  </p:childTnLst>
                                </p:cTn>
                              </p:par>
                            </p:childTnLst>
                          </p:cTn>
                        </p:par>
                      </p:childTnLst>
                    </p:cTn>
                  </p:par>
                  <p:par>
                    <p:cTn id="23" fill="hold">
                      <p:stCondLst>
                        <p:cond delay="indefinite"/>
                      </p:stCondLst>
                      <p:childTnLst>
                        <p:par>
                          <p:cTn id="24" fill="hold">
                            <p:stCondLst>
                              <p:cond delay="0"/>
                            </p:stCondLst>
                            <p:childTnLst>
                              <p:par>
                                <p:cTn id="25" presetID="53" presetClass="entr" presetSubtype="16" fill="hold" grpId="0" nodeType="clickEffect">
                                  <p:stCondLst>
                                    <p:cond delay="0"/>
                                  </p:stCondLst>
                                  <p:childTnLst>
                                    <p:set>
                                      <p:cBhvr>
                                        <p:cTn id="26" dur="1" fill="hold">
                                          <p:stCondLst>
                                            <p:cond delay="0"/>
                                          </p:stCondLst>
                                        </p:cTn>
                                        <p:tgtEl>
                                          <p:spTgt spid="28"/>
                                        </p:tgtEl>
                                        <p:attrNameLst>
                                          <p:attrName>style.visibility</p:attrName>
                                        </p:attrNameLst>
                                      </p:cBhvr>
                                      <p:to>
                                        <p:strVal val="visible"/>
                                      </p:to>
                                    </p:set>
                                    <p:anim calcmode="lin" valueType="num">
                                      <p:cBhvr>
                                        <p:cTn id="27" dur="500" fill="hold"/>
                                        <p:tgtEl>
                                          <p:spTgt spid="28"/>
                                        </p:tgtEl>
                                        <p:attrNameLst>
                                          <p:attrName>ppt_w</p:attrName>
                                        </p:attrNameLst>
                                      </p:cBhvr>
                                      <p:tavLst>
                                        <p:tav tm="0">
                                          <p:val>
                                            <p:fltVal val="0"/>
                                          </p:val>
                                        </p:tav>
                                        <p:tav tm="100000">
                                          <p:val>
                                            <p:strVal val="#ppt_w"/>
                                          </p:val>
                                        </p:tav>
                                      </p:tavLst>
                                    </p:anim>
                                    <p:anim calcmode="lin" valueType="num">
                                      <p:cBhvr>
                                        <p:cTn id="28" dur="500" fill="hold"/>
                                        <p:tgtEl>
                                          <p:spTgt spid="28"/>
                                        </p:tgtEl>
                                        <p:attrNameLst>
                                          <p:attrName>ppt_h</p:attrName>
                                        </p:attrNameLst>
                                      </p:cBhvr>
                                      <p:tavLst>
                                        <p:tav tm="0">
                                          <p:val>
                                            <p:fltVal val="0"/>
                                          </p:val>
                                        </p:tav>
                                        <p:tav tm="100000">
                                          <p:val>
                                            <p:strVal val="#ppt_h"/>
                                          </p:val>
                                        </p:tav>
                                      </p:tavLst>
                                    </p:anim>
                                    <p:animEffect transition="in" filter="fade">
                                      <p:cBhvr>
                                        <p:cTn id="29" dur="500"/>
                                        <p:tgtEl>
                                          <p:spTgt spid="28"/>
                                        </p:tgtEl>
                                      </p:cBhvr>
                                    </p:animEffect>
                                  </p:childTnLst>
                                </p:cTn>
                              </p:par>
                            </p:childTnLst>
                          </p:cTn>
                        </p:par>
                      </p:childTnLst>
                    </p:cTn>
                  </p:par>
                  <p:par>
                    <p:cTn id="30" fill="hold">
                      <p:stCondLst>
                        <p:cond delay="indefinite"/>
                      </p:stCondLst>
                      <p:childTnLst>
                        <p:par>
                          <p:cTn id="31" fill="hold">
                            <p:stCondLst>
                              <p:cond delay="0"/>
                            </p:stCondLst>
                            <p:childTnLst>
                              <p:par>
                                <p:cTn id="32" presetID="1" presetClass="entr" presetSubtype="0" fill="hold" grpId="0" nodeType="clickEffect">
                                  <p:stCondLst>
                                    <p:cond delay="0"/>
                                  </p:stCondLst>
                                  <p:iterate type="lt">
                                    <p:tmAbs val="100"/>
                                  </p:iterate>
                                  <p:childTnLst>
                                    <p:set>
                                      <p:cBhvr>
                                        <p:cTn id="33" dur="1" fill="hold">
                                          <p:stCondLst>
                                            <p:cond delay="0"/>
                                          </p:stCondLst>
                                        </p:cTn>
                                        <p:tgtEl>
                                          <p:spTgt spid="29"/>
                                        </p:tgtEl>
                                        <p:attrNameLst>
                                          <p:attrName>style.visibility</p:attrName>
                                        </p:attrNameLst>
                                      </p:cBhvr>
                                      <p:to>
                                        <p:strVal val="visible"/>
                                      </p:to>
                                    </p:set>
                                  </p:childTnLst>
                                </p:cTn>
                              </p:par>
                            </p:childTnLst>
                          </p:cTn>
                        </p:par>
                      </p:childTnLst>
                    </p:cTn>
                  </p:par>
                  <p:par>
                    <p:cTn id="34" fill="hold">
                      <p:stCondLst>
                        <p:cond delay="indefinite"/>
                      </p:stCondLst>
                      <p:childTnLst>
                        <p:par>
                          <p:cTn id="35" fill="hold">
                            <p:stCondLst>
                              <p:cond delay="0"/>
                            </p:stCondLst>
                            <p:childTnLst>
                              <p:par>
                                <p:cTn id="36" presetID="1" presetClass="entr" presetSubtype="0" fill="hold" grpId="0" nodeType="clickEffect">
                                  <p:stCondLst>
                                    <p:cond delay="0"/>
                                  </p:stCondLst>
                                  <p:iterate type="lt">
                                    <p:tmAbs val="100"/>
                                  </p:iterate>
                                  <p:childTnLst>
                                    <p:set>
                                      <p:cBhvr>
                                        <p:cTn id="37" dur="1" fill="hold">
                                          <p:stCondLst>
                                            <p:cond delay="0"/>
                                          </p:stCondLst>
                                        </p:cTn>
                                        <p:tgtEl>
                                          <p:spTgt spid="30"/>
                                        </p:tgtEl>
                                        <p:attrNameLst>
                                          <p:attrName>style.visibility</p:attrName>
                                        </p:attrNameLst>
                                      </p:cBhvr>
                                      <p:to>
                                        <p:strVal val="visible"/>
                                      </p:to>
                                    </p:set>
                                  </p:childTnLst>
                                </p:cTn>
                              </p:par>
                            </p:childTnLst>
                          </p:cTn>
                        </p:par>
                      </p:childTnLst>
                    </p:cTn>
                  </p:par>
                  <p:par>
                    <p:cTn id="38" fill="hold">
                      <p:stCondLst>
                        <p:cond delay="indefinite"/>
                      </p:stCondLst>
                      <p:childTnLst>
                        <p:par>
                          <p:cTn id="39" fill="hold">
                            <p:stCondLst>
                              <p:cond delay="0"/>
                            </p:stCondLst>
                            <p:childTnLst>
                              <p:par>
                                <p:cTn id="40" presetID="47" presetClass="entr" presetSubtype="0" fill="hold" grpId="0" nodeType="clickEffect">
                                  <p:stCondLst>
                                    <p:cond delay="0"/>
                                  </p:stCondLst>
                                  <p:childTnLst>
                                    <p:set>
                                      <p:cBhvr>
                                        <p:cTn id="41" dur="1" fill="hold">
                                          <p:stCondLst>
                                            <p:cond delay="0"/>
                                          </p:stCondLst>
                                        </p:cTn>
                                        <p:tgtEl>
                                          <p:spTgt spid="31"/>
                                        </p:tgtEl>
                                        <p:attrNameLst>
                                          <p:attrName>style.visibility</p:attrName>
                                        </p:attrNameLst>
                                      </p:cBhvr>
                                      <p:to>
                                        <p:strVal val="visible"/>
                                      </p:to>
                                    </p:set>
                                    <p:animEffect transition="in" filter="fade">
                                      <p:cBhvr>
                                        <p:cTn id="42" dur="1000"/>
                                        <p:tgtEl>
                                          <p:spTgt spid="31"/>
                                        </p:tgtEl>
                                      </p:cBhvr>
                                    </p:animEffect>
                                    <p:anim calcmode="lin" valueType="num">
                                      <p:cBhvr>
                                        <p:cTn id="43" dur="1000" fill="hold"/>
                                        <p:tgtEl>
                                          <p:spTgt spid="31"/>
                                        </p:tgtEl>
                                        <p:attrNameLst>
                                          <p:attrName>ppt_x</p:attrName>
                                        </p:attrNameLst>
                                      </p:cBhvr>
                                      <p:tavLst>
                                        <p:tav tm="0">
                                          <p:val>
                                            <p:strVal val="#ppt_x"/>
                                          </p:val>
                                        </p:tav>
                                        <p:tav tm="100000">
                                          <p:val>
                                            <p:strVal val="#ppt_x"/>
                                          </p:val>
                                        </p:tav>
                                      </p:tavLst>
                                    </p:anim>
                                    <p:anim calcmode="lin" valueType="num">
                                      <p:cBhvr>
                                        <p:cTn id="44" dur="1000" fill="hold"/>
                                        <p:tgtEl>
                                          <p:spTgt spid="31"/>
                                        </p:tgtEl>
                                        <p:attrNameLst>
                                          <p:attrName>ppt_y</p:attrName>
                                        </p:attrNameLst>
                                      </p:cBhvr>
                                      <p:tavLst>
                                        <p:tav tm="0">
                                          <p:val>
                                            <p:strVal val="#ppt_y-.1"/>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8" grpId="0"/>
      <p:bldP spid="29" grpId="0"/>
      <p:bldP spid="30" grpId="0"/>
      <p:bldP spid="31" grpId="0"/>
      <p:bldP spid="34" grpId="0"/>
    </p:bldLst>
  </p:timing>
</p:sld>
</file>

<file path=ppt/slides/slide6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3" name="矩形 32">
            <a:extLst>
              <a:ext uri="{FF2B5EF4-FFF2-40B4-BE49-F238E27FC236}">
                <a16:creationId xmlns:a16="http://schemas.microsoft.com/office/drawing/2014/main" id="{19C1D5FC-F7A5-4FBF-810B-0FF9A8D13CCD}"/>
              </a:ext>
            </a:extLst>
          </p:cNvPr>
          <p:cNvSpPr/>
          <p:nvPr/>
        </p:nvSpPr>
        <p:spPr>
          <a:xfrm>
            <a:off x="-5167" y="5221918"/>
            <a:ext cx="938273" cy="484003"/>
          </a:xfrm>
          <a:prstGeom prst="rect">
            <a:avLst/>
          </a:prstGeom>
          <a:solidFill>
            <a:schemeClr val="bg1"/>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grpSp>
        <p:nvGrpSpPr>
          <p:cNvPr id="4" name="组合 3">
            <a:extLst>
              <a:ext uri="{FF2B5EF4-FFF2-40B4-BE49-F238E27FC236}">
                <a16:creationId xmlns:a16="http://schemas.microsoft.com/office/drawing/2014/main" id="{9A1EA9F2-FCB6-48C3-935F-7AE7E3AD14AC}"/>
              </a:ext>
            </a:extLst>
          </p:cNvPr>
          <p:cNvGrpSpPr/>
          <p:nvPr/>
        </p:nvGrpSpPr>
        <p:grpSpPr>
          <a:xfrm>
            <a:off x="304800" y="749300"/>
            <a:ext cx="6192343" cy="400110"/>
            <a:chOff x="424117" y="898245"/>
            <a:chExt cx="6192343" cy="400110"/>
          </a:xfrm>
        </p:grpSpPr>
        <p:sp>
          <p:nvSpPr>
            <p:cNvPr id="2" name="平行四边形 1">
              <a:extLst>
                <a:ext uri="{FF2B5EF4-FFF2-40B4-BE49-F238E27FC236}">
                  <a16:creationId xmlns:a16="http://schemas.microsoft.com/office/drawing/2014/main" id="{1F5BAA3F-9845-4F89-A2DD-8222D3E4EDAC}"/>
                </a:ext>
              </a:extLst>
            </p:cNvPr>
            <p:cNvSpPr/>
            <p:nvPr/>
          </p:nvSpPr>
          <p:spPr>
            <a:xfrm>
              <a:off x="424117" y="898245"/>
              <a:ext cx="711200" cy="387090"/>
            </a:xfrm>
            <a:prstGeom prst="parallelogram">
              <a:avLst/>
            </a:prstGeom>
            <a:solidFill>
              <a:schemeClr val="accent3">
                <a:lumMod val="75000"/>
              </a:schemeClr>
            </a:solidFill>
            <a:ln>
              <a:solidFill>
                <a:schemeClr val="accent3">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CN" sz="2200" dirty="0">
                  <a:latin typeface="Impact" panose="020B0806030902050204" pitchFamily="34" charset="0"/>
                </a:rPr>
                <a:t>02</a:t>
              </a:r>
              <a:endParaRPr lang="zh-CN" altLang="en-US" sz="2200" dirty="0">
                <a:latin typeface="Impact" panose="020B0806030902050204" pitchFamily="34" charset="0"/>
              </a:endParaRPr>
            </a:p>
          </p:txBody>
        </p:sp>
        <p:sp>
          <p:nvSpPr>
            <p:cNvPr id="3" name="文本框 2">
              <a:extLst>
                <a:ext uri="{FF2B5EF4-FFF2-40B4-BE49-F238E27FC236}">
                  <a16:creationId xmlns:a16="http://schemas.microsoft.com/office/drawing/2014/main" id="{4D6BD736-A4D3-4F26-AFED-36E11F50F70B}"/>
                </a:ext>
              </a:extLst>
            </p:cNvPr>
            <p:cNvSpPr txBox="1"/>
            <p:nvPr/>
          </p:nvSpPr>
          <p:spPr>
            <a:xfrm>
              <a:off x="1204755" y="898245"/>
              <a:ext cx="5411705" cy="400110"/>
            </a:xfrm>
            <a:prstGeom prst="rect">
              <a:avLst/>
            </a:prstGeom>
            <a:noFill/>
          </p:spPr>
          <p:txBody>
            <a:bodyPr wrap="square" rtlCol="0">
              <a:spAutoFit/>
            </a:bodyPr>
            <a:lstStyle/>
            <a:p>
              <a:r>
                <a:rPr lang="zh-CN" altLang="en-US" sz="2000" b="1" dirty="0"/>
                <a:t>透明传输</a:t>
              </a:r>
            </a:p>
          </p:txBody>
        </p:sp>
      </p:grpSp>
      <p:grpSp>
        <p:nvGrpSpPr>
          <p:cNvPr id="7" name="组合 6">
            <a:extLst>
              <a:ext uri="{FF2B5EF4-FFF2-40B4-BE49-F238E27FC236}">
                <a16:creationId xmlns:a16="http://schemas.microsoft.com/office/drawing/2014/main" id="{32234034-FF65-4AFF-9EA5-90BB3006669F}"/>
              </a:ext>
            </a:extLst>
          </p:cNvPr>
          <p:cNvGrpSpPr/>
          <p:nvPr/>
        </p:nvGrpSpPr>
        <p:grpSpPr>
          <a:xfrm>
            <a:off x="933107" y="1264968"/>
            <a:ext cx="9092401" cy="1238473"/>
            <a:chOff x="933107" y="1264968"/>
            <a:chExt cx="9092401" cy="1238473"/>
          </a:xfrm>
        </p:grpSpPr>
        <p:sp>
          <p:nvSpPr>
            <p:cNvPr id="5" name="文本框 4">
              <a:extLst>
                <a:ext uri="{FF2B5EF4-FFF2-40B4-BE49-F238E27FC236}">
                  <a16:creationId xmlns:a16="http://schemas.microsoft.com/office/drawing/2014/main" id="{5795DF57-D50F-4689-A8D0-84C128609F8B}"/>
                </a:ext>
              </a:extLst>
            </p:cNvPr>
            <p:cNvSpPr txBox="1"/>
            <p:nvPr/>
          </p:nvSpPr>
          <p:spPr>
            <a:xfrm>
              <a:off x="933107" y="1264968"/>
              <a:ext cx="8776638" cy="369332"/>
            </a:xfrm>
            <a:prstGeom prst="rect">
              <a:avLst/>
            </a:prstGeom>
            <a:noFill/>
          </p:spPr>
          <p:txBody>
            <a:bodyPr wrap="square" rtlCol="0">
              <a:spAutoFit/>
            </a:bodyPr>
            <a:lstStyle/>
            <a:p>
              <a:r>
                <a:rPr lang="en-US" altLang="zh-CN" b="1" dirty="0"/>
                <a:t>【2013</a:t>
              </a:r>
              <a:r>
                <a:rPr lang="zh-CN" altLang="en-US" b="1" dirty="0"/>
                <a:t>年 题</a:t>
              </a:r>
              <a:r>
                <a:rPr lang="en-US" altLang="zh-CN" b="1" dirty="0"/>
                <a:t>37】HDLC</a:t>
              </a:r>
              <a:r>
                <a:rPr lang="zh-CN" altLang="en-US" b="1" dirty="0"/>
                <a:t>协议对</a:t>
              </a:r>
              <a:r>
                <a:rPr lang="en-US" altLang="zh-CN" b="1" spc="300" dirty="0"/>
                <a:t>0111110001111110</a:t>
              </a:r>
              <a:r>
                <a:rPr lang="zh-CN" altLang="en-US" b="1" dirty="0"/>
                <a:t>组帧后对应的比特串为（      ）。</a:t>
              </a:r>
            </a:p>
          </p:txBody>
        </p:sp>
        <p:sp>
          <p:nvSpPr>
            <p:cNvPr id="23" name="文本框 22">
              <a:extLst>
                <a:ext uri="{FF2B5EF4-FFF2-40B4-BE49-F238E27FC236}">
                  <a16:creationId xmlns:a16="http://schemas.microsoft.com/office/drawing/2014/main" id="{F6C54E2A-85B0-4D52-9F55-3AD9F7D95840}"/>
                </a:ext>
              </a:extLst>
            </p:cNvPr>
            <p:cNvSpPr txBox="1"/>
            <p:nvPr/>
          </p:nvSpPr>
          <p:spPr>
            <a:xfrm>
              <a:off x="1201002" y="1762878"/>
              <a:ext cx="2982871" cy="369332"/>
            </a:xfrm>
            <a:prstGeom prst="rect">
              <a:avLst/>
            </a:prstGeom>
            <a:noFill/>
          </p:spPr>
          <p:txBody>
            <a:bodyPr wrap="square" rtlCol="0">
              <a:spAutoFit/>
            </a:bodyPr>
            <a:lstStyle/>
            <a:p>
              <a:r>
                <a:rPr lang="en-US" altLang="zh-CN" b="1" dirty="0"/>
                <a:t>A.</a:t>
              </a:r>
              <a:r>
                <a:rPr lang="zh-CN" altLang="en-US" b="1" dirty="0"/>
                <a:t> </a:t>
              </a:r>
              <a:r>
                <a:rPr lang="en-US" altLang="zh-CN" b="1" spc="300" dirty="0"/>
                <a:t>011111000011111010</a:t>
              </a:r>
              <a:endParaRPr lang="zh-CN" altLang="en-US" b="1" spc="300" dirty="0"/>
            </a:p>
          </p:txBody>
        </p:sp>
        <p:sp>
          <p:nvSpPr>
            <p:cNvPr id="25" name="文本框 24">
              <a:extLst>
                <a:ext uri="{FF2B5EF4-FFF2-40B4-BE49-F238E27FC236}">
                  <a16:creationId xmlns:a16="http://schemas.microsoft.com/office/drawing/2014/main" id="{79D34782-2A69-4E46-AD75-16DBC1E504E7}"/>
                </a:ext>
              </a:extLst>
            </p:cNvPr>
            <p:cNvSpPr txBox="1"/>
            <p:nvPr/>
          </p:nvSpPr>
          <p:spPr>
            <a:xfrm>
              <a:off x="5445177" y="1762878"/>
              <a:ext cx="4580331" cy="369332"/>
            </a:xfrm>
            <a:prstGeom prst="rect">
              <a:avLst/>
            </a:prstGeom>
            <a:noFill/>
          </p:spPr>
          <p:txBody>
            <a:bodyPr wrap="square" rtlCol="0">
              <a:spAutoFit/>
            </a:bodyPr>
            <a:lstStyle/>
            <a:p>
              <a:r>
                <a:rPr lang="en-US" altLang="zh-CN" b="1" dirty="0"/>
                <a:t>B.</a:t>
              </a:r>
              <a:r>
                <a:rPr lang="zh-CN" altLang="en-US" b="1" dirty="0"/>
                <a:t> </a:t>
              </a:r>
              <a:r>
                <a:rPr lang="en-US" altLang="zh-CN" b="1" spc="300" dirty="0"/>
                <a:t>011111000111110101111110</a:t>
              </a:r>
              <a:endParaRPr lang="zh-CN" altLang="en-US" b="1" spc="300" dirty="0"/>
            </a:p>
          </p:txBody>
        </p:sp>
        <p:sp>
          <p:nvSpPr>
            <p:cNvPr id="26" name="文本框 25">
              <a:extLst>
                <a:ext uri="{FF2B5EF4-FFF2-40B4-BE49-F238E27FC236}">
                  <a16:creationId xmlns:a16="http://schemas.microsoft.com/office/drawing/2014/main" id="{F8AF5110-E992-4048-9A79-84EF9DAFF754}"/>
                </a:ext>
              </a:extLst>
            </p:cNvPr>
            <p:cNvSpPr txBox="1"/>
            <p:nvPr/>
          </p:nvSpPr>
          <p:spPr>
            <a:xfrm>
              <a:off x="1201001" y="2134109"/>
              <a:ext cx="2982871" cy="369332"/>
            </a:xfrm>
            <a:prstGeom prst="rect">
              <a:avLst/>
            </a:prstGeom>
            <a:noFill/>
          </p:spPr>
          <p:txBody>
            <a:bodyPr wrap="square" rtlCol="0">
              <a:spAutoFit/>
            </a:bodyPr>
            <a:lstStyle/>
            <a:p>
              <a:r>
                <a:rPr lang="en-US" altLang="zh-CN" b="1" dirty="0"/>
                <a:t>C.</a:t>
              </a:r>
              <a:r>
                <a:rPr lang="zh-CN" altLang="en-US" b="1" dirty="0"/>
                <a:t> </a:t>
              </a:r>
              <a:r>
                <a:rPr lang="en-US" altLang="zh-CN" b="1" spc="300" dirty="0"/>
                <a:t>01111100011111010</a:t>
              </a:r>
              <a:endParaRPr lang="zh-CN" altLang="en-US" b="1" spc="300" dirty="0"/>
            </a:p>
          </p:txBody>
        </p:sp>
        <p:sp>
          <p:nvSpPr>
            <p:cNvPr id="27" name="文本框 26">
              <a:extLst>
                <a:ext uri="{FF2B5EF4-FFF2-40B4-BE49-F238E27FC236}">
                  <a16:creationId xmlns:a16="http://schemas.microsoft.com/office/drawing/2014/main" id="{CE6E69B3-B898-413B-9C7C-392BF779ECDA}"/>
                </a:ext>
              </a:extLst>
            </p:cNvPr>
            <p:cNvSpPr txBox="1"/>
            <p:nvPr/>
          </p:nvSpPr>
          <p:spPr>
            <a:xfrm>
              <a:off x="5445176" y="2132210"/>
              <a:ext cx="3751451" cy="369332"/>
            </a:xfrm>
            <a:prstGeom prst="rect">
              <a:avLst/>
            </a:prstGeom>
            <a:noFill/>
          </p:spPr>
          <p:txBody>
            <a:bodyPr wrap="square" rtlCol="0">
              <a:spAutoFit/>
            </a:bodyPr>
            <a:lstStyle/>
            <a:p>
              <a:r>
                <a:rPr lang="en-US" altLang="zh-CN" b="1" dirty="0"/>
                <a:t>D.</a:t>
              </a:r>
              <a:r>
                <a:rPr lang="zh-CN" altLang="en-US" b="1" dirty="0"/>
                <a:t> </a:t>
              </a:r>
              <a:r>
                <a:rPr lang="en-US" altLang="zh-CN" b="1" spc="300" dirty="0"/>
                <a:t>011111000111111001111101</a:t>
              </a:r>
              <a:endParaRPr lang="zh-CN" altLang="en-US" b="1" spc="300" dirty="0"/>
            </a:p>
          </p:txBody>
        </p:sp>
      </p:grpSp>
      <p:sp>
        <p:nvSpPr>
          <p:cNvPr id="28" name="文本框 27">
            <a:extLst>
              <a:ext uri="{FF2B5EF4-FFF2-40B4-BE49-F238E27FC236}">
                <a16:creationId xmlns:a16="http://schemas.microsoft.com/office/drawing/2014/main" id="{F332E995-6B13-4094-B1B1-80FB9CD5071E}"/>
              </a:ext>
            </a:extLst>
          </p:cNvPr>
          <p:cNvSpPr txBox="1"/>
          <p:nvPr/>
        </p:nvSpPr>
        <p:spPr>
          <a:xfrm>
            <a:off x="1085438" y="2633918"/>
            <a:ext cx="704920" cy="369332"/>
          </a:xfrm>
          <a:prstGeom prst="rect">
            <a:avLst/>
          </a:prstGeom>
          <a:noFill/>
        </p:spPr>
        <p:txBody>
          <a:bodyPr wrap="square" rtlCol="0">
            <a:spAutoFit/>
          </a:bodyPr>
          <a:lstStyle/>
          <a:p>
            <a:r>
              <a:rPr lang="zh-CN" altLang="en-US" b="1" dirty="0"/>
              <a:t>解析</a:t>
            </a:r>
          </a:p>
        </p:txBody>
      </p:sp>
      <p:sp>
        <p:nvSpPr>
          <p:cNvPr id="29" name="文本框 28">
            <a:extLst>
              <a:ext uri="{FF2B5EF4-FFF2-40B4-BE49-F238E27FC236}">
                <a16:creationId xmlns:a16="http://schemas.microsoft.com/office/drawing/2014/main" id="{590F5297-A2ED-4587-8CFE-C123192F1E7F}"/>
              </a:ext>
            </a:extLst>
          </p:cNvPr>
          <p:cNvSpPr txBox="1"/>
          <p:nvPr/>
        </p:nvSpPr>
        <p:spPr>
          <a:xfrm>
            <a:off x="1612808" y="2947162"/>
            <a:ext cx="10155980" cy="369332"/>
          </a:xfrm>
          <a:prstGeom prst="rect">
            <a:avLst/>
          </a:prstGeom>
          <a:noFill/>
        </p:spPr>
        <p:txBody>
          <a:bodyPr wrap="square" rtlCol="0">
            <a:spAutoFit/>
          </a:bodyPr>
          <a:lstStyle/>
          <a:p>
            <a:r>
              <a:rPr lang="zh-CN" altLang="en-US" b="1" dirty="0"/>
              <a:t>高级数据链路控制协议</a:t>
            </a:r>
            <a:r>
              <a:rPr lang="en-US" altLang="zh-CN" b="1" dirty="0"/>
              <a:t>HDLC</a:t>
            </a:r>
            <a:r>
              <a:rPr lang="zh-CN" altLang="en-US" b="1" dirty="0"/>
              <a:t>采用帧首部和帧尾部中的标志字段作为帧定界符，其值为</a:t>
            </a:r>
            <a:r>
              <a:rPr lang="en-US" altLang="zh-CN" b="1" spc="300" dirty="0"/>
              <a:t>01111110</a:t>
            </a:r>
            <a:r>
              <a:rPr lang="zh-CN" altLang="en-US" b="1" dirty="0"/>
              <a:t>。</a:t>
            </a:r>
          </a:p>
        </p:txBody>
      </p:sp>
      <p:sp>
        <p:nvSpPr>
          <p:cNvPr id="30" name="文本框 29">
            <a:extLst>
              <a:ext uri="{FF2B5EF4-FFF2-40B4-BE49-F238E27FC236}">
                <a16:creationId xmlns:a16="http://schemas.microsoft.com/office/drawing/2014/main" id="{8AF2A198-CC3B-4276-9934-4D69D7B9CB99}"/>
              </a:ext>
            </a:extLst>
          </p:cNvPr>
          <p:cNvSpPr txBox="1"/>
          <p:nvPr/>
        </p:nvSpPr>
        <p:spPr>
          <a:xfrm>
            <a:off x="1612808" y="3390883"/>
            <a:ext cx="10155980" cy="369332"/>
          </a:xfrm>
          <a:prstGeom prst="rect">
            <a:avLst/>
          </a:prstGeom>
          <a:noFill/>
        </p:spPr>
        <p:txBody>
          <a:bodyPr wrap="square" rtlCol="0">
            <a:spAutoFit/>
          </a:bodyPr>
          <a:lstStyle/>
          <a:p>
            <a:r>
              <a:rPr lang="en-US" altLang="zh-CN" b="1" dirty="0"/>
              <a:t>HDLC</a:t>
            </a:r>
            <a:r>
              <a:rPr lang="zh-CN" altLang="en-US" b="1" dirty="0"/>
              <a:t>为了实现“透明传输”，采用“零比特填充法”，即</a:t>
            </a:r>
            <a:r>
              <a:rPr lang="zh-CN" altLang="en-US" b="1" dirty="0">
                <a:solidFill>
                  <a:schemeClr val="accent1">
                    <a:lumMod val="75000"/>
                  </a:schemeClr>
                </a:solidFill>
              </a:rPr>
              <a:t>每五个连续比特</a:t>
            </a:r>
            <a:r>
              <a:rPr lang="en-US" altLang="zh-CN" b="1" dirty="0">
                <a:solidFill>
                  <a:schemeClr val="accent1">
                    <a:lumMod val="75000"/>
                  </a:schemeClr>
                </a:solidFill>
              </a:rPr>
              <a:t>1</a:t>
            </a:r>
            <a:r>
              <a:rPr lang="zh-CN" altLang="en-US" b="1" dirty="0">
                <a:solidFill>
                  <a:schemeClr val="accent1">
                    <a:lumMod val="75000"/>
                  </a:schemeClr>
                </a:solidFill>
              </a:rPr>
              <a:t>后面插入一个比特</a:t>
            </a:r>
            <a:r>
              <a:rPr lang="en-US" altLang="zh-CN" b="1" dirty="0">
                <a:solidFill>
                  <a:schemeClr val="accent1">
                    <a:lumMod val="75000"/>
                  </a:schemeClr>
                </a:solidFill>
              </a:rPr>
              <a:t>0</a:t>
            </a:r>
            <a:r>
              <a:rPr lang="zh-CN" altLang="en-US" b="1" dirty="0"/>
              <a:t>。</a:t>
            </a:r>
          </a:p>
        </p:txBody>
      </p:sp>
      <p:sp>
        <p:nvSpPr>
          <p:cNvPr id="31" name="文本框 30">
            <a:extLst>
              <a:ext uri="{FF2B5EF4-FFF2-40B4-BE49-F238E27FC236}">
                <a16:creationId xmlns:a16="http://schemas.microsoft.com/office/drawing/2014/main" id="{976A29C7-6535-4190-A8D1-17670500CDE1}"/>
              </a:ext>
            </a:extLst>
          </p:cNvPr>
          <p:cNvSpPr txBox="1"/>
          <p:nvPr/>
        </p:nvSpPr>
        <p:spPr>
          <a:xfrm>
            <a:off x="4802244" y="4131446"/>
            <a:ext cx="2587512" cy="369332"/>
          </a:xfrm>
          <a:prstGeom prst="rect">
            <a:avLst/>
          </a:prstGeom>
          <a:noFill/>
        </p:spPr>
        <p:txBody>
          <a:bodyPr wrap="square" rtlCol="0">
            <a:spAutoFit/>
          </a:bodyPr>
          <a:lstStyle/>
          <a:p>
            <a:pPr algn="ctr"/>
            <a:r>
              <a:rPr lang="en-US" altLang="zh-CN" b="1" spc="300" dirty="0"/>
              <a:t>0111110001111110</a:t>
            </a:r>
            <a:endParaRPr lang="zh-CN" altLang="en-US" b="1" dirty="0"/>
          </a:p>
        </p:txBody>
      </p:sp>
      <p:sp>
        <p:nvSpPr>
          <p:cNvPr id="32" name="iconfont-11673-5560710">
            <a:extLst>
              <a:ext uri="{FF2B5EF4-FFF2-40B4-BE49-F238E27FC236}">
                <a16:creationId xmlns:a16="http://schemas.microsoft.com/office/drawing/2014/main" id="{7BD429F3-878B-49E2-AA0E-4AFFBA37266C}"/>
              </a:ext>
            </a:extLst>
          </p:cNvPr>
          <p:cNvSpPr/>
          <p:nvPr/>
        </p:nvSpPr>
        <p:spPr>
          <a:xfrm>
            <a:off x="4932124" y="4182130"/>
            <a:ext cx="447226" cy="447226"/>
          </a:xfrm>
          <a:custGeom>
            <a:avLst/>
            <a:gdLst>
              <a:gd name="connsiteX0" fmla="*/ 409852 w 609586"/>
              <a:gd name="connsiteY0" fmla="*/ 390766 h 609586"/>
              <a:gd name="connsiteX1" fmla="*/ 396374 w 609586"/>
              <a:gd name="connsiteY1" fmla="*/ 396374 h 609586"/>
              <a:gd name="connsiteX2" fmla="*/ 396374 w 609586"/>
              <a:gd name="connsiteY2" fmla="*/ 423329 h 609586"/>
              <a:gd name="connsiteX3" fmla="*/ 558009 w 609586"/>
              <a:gd name="connsiteY3" fmla="*/ 584964 h 609586"/>
              <a:gd name="connsiteX4" fmla="*/ 584964 w 609586"/>
              <a:gd name="connsiteY4" fmla="*/ 584964 h 609586"/>
              <a:gd name="connsiteX5" fmla="*/ 590536 w 609586"/>
              <a:gd name="connsiteY5" fmla="*/ 571487 h 609586"/>
              <a:gd name="connsiteX6" fmla="*/ 584964 w 609586"/>
              <a:gd name="connsiteY6" fmla="*/ 558009 h 609586"/>
              <a:gd name="connsiteX7" fmla="*/ 423329 w 609586"/>
              <a:gd name="connsiteY7" fmla="*/ 396374 h 609586"/>
              <a:gd name="connsiteX8" fmla="*/ 409852 w 609586"/>
              <a:gd name="connsiteY8" fmla="*/ 390766 h 609586"/>
              <a:gd name="connsiteX9" fmla="*/ 199987 w 609586"/>
              <a:gd name="connsiteY9" fmla="*/ 76185 h 609586"/>
              <a:gd name="connsiteX10" fmla="*/ 76185 w 609586"/>
              <a:gd name="connsiteY10" fmla="*/ 199988 h 609586"/>
              <a:gd name="connsiteX11" fmla="*/ 199987 w 609586"/>
              <a:gd name="connsiteY11" fmla="*/ 323790 h 609586"/>
              <a:gd name="connsiteX12" fmla="*/ 323790 w 609586"/>
              <a:gd name="connsiteY12" fmla="*/ 199988 h 609586"/>
              <a:gd name="connsiteX13" fmla="*/ 199987 w 609586"/>
              <a:gd name="connsiteY13" fmla="*/ 76185 h 609586"/>
              <a:gd name="connsiteX14" fmla="*/ 199987 w 609586"/>
              <a:gd name="connsiteY14" fmla="*/ 57139 h 609586"/>
              <a:gd name="connsiteX15" fmla="*/ 342836 w 609586"/>
              <a:gd name="connsiteY15" fmla="*/ 199988 h 609586"/>
              <a:gd name="connsiteX16" fmla="*/ 199987 w 609586"/>
              <a:gd name="connsiteY16" fmla="*/ 342836 h 609586"/>
              <a:gd name="connsiteX17" fmla="*/ 57139 w 609586"/>
              <a:gd name="connsiteY17" fmla="*/ 199988 h 609586"/>
              <a:gd name="connsiteX18" fmla="*/ 199987 w 609586"/>
              <a:gd name="connsiteY18" fmla="*/ 57139 h 609586"/>
              <a:gd name="connsiteX19" fmla="*/ 200020 w 609586"/>
              <a:gd name="connsiteY19" fmla="*/ 19050 h 609586"/>
              <a:gd name="connsiteX20" fmla="*/ 19050 w 609586"/>
              <a:gd name="connsiteY20" fmla="*/ 200020 h 609586"/>
              <a:gd name="connsiteX21" fmla="*/ 200020 w 609586"/>
              <a:gd name="connsiteY21" fmla="*/ 380991 h 609586"/>
              <a:gd name="connsiteX22" fmla="*/ 380991 w 609586"/>
              <a:gd name="connsiteY22" fmla="*/ 200020 h 609586"/>
              <a:gd name="connsiteX23" fmla="*/ 200020 w 609586"/>
              <a:gd name="connsiteY23" fmla="*/ 19050 h 609586"/>
              <a:gd name="connsiteX24" fmla="*/ 200020 w 609586"/>
              <a:gd name="connsiteY24" fmla="*/ 0 h 609586"/>
              <a:gd name="connsiteX25" fmla="*/ 400041 w 609586"/>
              <a:gd name="connsiteY25" fmla="*/ 200020 h 609586"/>
              <a:gd name="connsiteX26" fmla="*/ 347464 w 609586"/>
              <a:gd name="connsiteY26" fmla="*/ 334701 h 609586"/>
              <a:gd name="connsiteX27" fmla="*/ 349655 w 609586"/>
              <a:gd name="connsiteY27" fmla="*/ 336177 h 609586"/>
              <a:gd name="connsiteX28" fmla="*/ 390707 w 609586"/>
              <a:gd name="connsiteY28" fmla="*/ 377229 h 609586"/>
              <a:gd name="connsiteX29" fmla="*/ 436806 w 609586"/>
              <a:gd name="connsiteY29" fmla="*/ 382896 h 609586"/>
              <a:gd name="connsiteX30" fmla="*/ 598442 w 609586"/>
              <a:gd name="connsiteY30" fmla="*/ 544532 h 609586"/>
              <a:gd name="connsiteX31" fmla="*/ 609586 w 609586"/>
              <a:gd name="connsiteY31" fmla="*/ 571487 h 609586"/>
              <a:gd name="connsiteX32" fmla="*/ 598442 w 609586"/>
              <a:gd name="connsiteY32" fmla="*/ 598442 h 609586"/>
              <a:gd name="connsiteX33" fmla="*/ 571487 w 609586"/>
              <a:gd name="connsiteY33" fmla="*/ 609586 h 609586"/>
              <a:gd name="connsiteX34" fmla="*/ 544579 w 609586"/>
              <a:gd name="connsiteY34" fmla="*/ 598442 h 609586"/>
              <a:gd name="connsiteX35" fmla="*/ 382944 w 609586"/>
              <a:gd name="connsiteY35" fmla="*/ 436806 h 609586"/>
              <a:gd name="connsiteX36" fmla="*/ 377134 w 609586"/>
              <a:gd name="connsiteY36" fmla="*/ 390611 h 609586"/>
              <a:gd name="connsiteX37" fmla="*/ 336177 w 609586"/>
              <a:gd name="connsiteY37" fmla="*/ 349655 h 609586"/>
              <a:gd name="connsiteX38" fmla="*/ 334701 w 609586"/>
              <a:gd name="connsiteY38" fmla="*/ 347464 h 609586"/>
              <a:gd name="connsiteX39" fmla="*/ 200020 w 609586"/>
              <a:gd name="connsiteY39" fmla="*/ 400041 h 609586"/>
              <a:gd name="connsiteX40" fmla="*/ 0 w 609586"/>
              <a:gd name="connsiteY40" fmla="*/ 200020 h 609586"/>
              <a:gd name="connsiteX41" fmla="*/ 200020 w 609586"/>
              <a:gd name="connsiteY41" fmla="*/ 0 h 60958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Lst>
            <a:rect l="l" t="t" r="r" b="b"/>
            <a:pathLst>
              <a:path w="609586" h="609586">
                <a:moveTo>
                  <a:pt x="409852" y="390766"/>
                </a:moveTo>
                <a:cubicBezTo>
                  <a:pt x="404970" y="390766"/>
                  <a:pt x="400089" y="392635"/>
                  <a:pt x="396374" y="396374"/>
                </a:cubicBezTo>
                <a:cubicBezTo>
                  <a:pt x="388897" y="403803"/>
                  <a:pt x="388897" y="415900"/>
                  <a:pt x="396374" y="423329"/>
                </a:cubicBezTo>
                <a:lnTo>
                  <a:pt x="558009" y="584964"/>
                </a:lnTo>
                <a:cubicBezTo>
                  <a:pt x="565581" y="592156"/>
                  <a:pt x="577392" y="592156"/>
                  <a:pt x="584964" y="584964"/>
                </a:cubicBezTo>
                <a:cubicBezTo>
                  <a:pt x="588536" y="581345"/>
                  <a:pt x="590536" y="576583"/>
                  <a:pt x="590536" y="571487"/>
                </a:cubicBezTo>
                <a:cubicBezTo>
                  <a:pt x="590536" y="566391"/>
                  <a:pt x="588536" y="561629"/>
                  <a:pt x="584964" y="558009"/>
                </a:cubicBezTo>
                <a:lnTo>
                  <a:pt x="423329" y="396374"/>
                </a:lnTo>
                <a:cubicBezTo>
                  <a:pt x="419614" y="392635"/>
                  <a:pt x="414733" y="390766"/>
                  <a:pt x="409852" y="390766"/>
                </a:cubicBezTo>
                <a:close/>
                <a:moveTo>
                  <a:pt x="199987" y="76185"/>
                </a:moveTo>
                <a:cubicBezTo>
                  <a:pt x="131706" y="76185"/>
                  <a:pt x="76185" y="131706"/>
                  <a:pt x="76185" y="199988"/>
                </a:cubicBezTo>
                <a:cubicBezTo>
                  <a:pt x="76185" y="268269"/>
                  <a:pt x="131706" y="323790"/>
                  <a:pt x="199987" y="323790"/>
                </a:cubicBezTo>
                <a:cubicBezTo>
                  <a:pt x="268269" y="323790"/>
                  <a:pt x="323790" y="268269"/>
                  <a:pt x="323790" y="199988"/>
                </a:cubicBezTo>
                <a:cubicBezTo>
                  <a:pt x="323790" y="131706"/>
                  <a:pt x="268269" y="76185"/>
                  <a:pt x="199987" y="76185"/>
                </a:cubicBezTo>
                <a:close/>
                <a:moveTo>
                  <a:pt x="199987" y="57139"/>
                </a:moveTo>
                <a:cubicBezTo>
                  <a:pt x="278745" y="57139"/>
                  <a:pt x="342836" y="121230"/>
                  <a:pt x="342836" y="199988"/>
                </a:cubicBezTo>
                <a:cubicBezTo>
                  <a:pt x="342836" y="278745"/>
                  <a:pt x="278745" y="342836"/>
                  <a:pt x="199987" y="342836"/>
                </a:cubicBezTo>
                <a:cubicBezTo>
                  <a:pt x="121230" y="342836"/>
                  <a:pt x="57139" y="278745"/>
                  <a:pt x="57139" y="199988"/>
                </a:cubicBezTo>
                <a:cubicBezTo>
                  <a:pt x="57139" y="121230"/>
                  <a:pt x="121230" y="57139"/>
                  <a:pt x="199987" y="57139"/>
                </a:cubicBezTo>
                <a:close/>
                <a:moveTo>
                  <a:pt x="200020" y="19050"/>
                </a:moveTo>
                <a:cubicBezTo>
                  <a:pt x="100248" y="19050"/>
                  <a:pt x="19050" y="100248"/>
                  <a:pt x="19050" y="200020"/>
                </a:cubicBezTo>
                <a:cubicBezTo>
                  <a:pt x="19050" y="299793"/>
                  <a:pt x="100248" y="380991"/>
                  <a:pt x="200020" y="380991"/>
                </a:cubicBezTo>
                <a:cubicBezTo>
                  <a:pt x="299793" y="380991"/>
                  <a:pt x="380991" y="299793"/>
                  <a:pt x="380991" y="200020"/>
                </a:cubicBezTo>
                <a:cubicBezTo>
                  <a:pt x="380991" y="100248"/>
                  <a:pt x="299793" y="19050"/>
                  <a:pt x="200020" y="19050"/>
                </a:cubicBezTo>
                <a:close/>
                <a:moveTo>
                  <a:pt x="200020" y="0"/>
                </a:moveTo>
                <a:cubicBezTo>
                  <a:pt x="310317" y="0"/>
                  <a:pt x="400041" y="89723"/>
                  <a:pt x="400041" y="200020"/>
                </a:cubicBezTo>
                <a:cubicBezTo>
                  <a:pt x="400041" y="249930"/>
                  <a:pt x="381277" y="297983"/>
                  <a:pt x="347464" y="334701"/>
                </a:cubicBezTo>
                <a:cubicBezTo>
                  <a:pt x="348226" y="335129"/>
                  <a:pt x="348988" y="335510"/>
                  <a:pt x="349655" y="336177"/>
                </a:cubicBezTo>
                <a:lnTo>
                  <a:pt x="390707" y="377229"/>
                </a:lnTo>
                <a:cubicBezTo>
                  <a:pt x="405184" y="369038"/>
                  <a:pt x="424710" y="370847"/>
                  <a:pt x="436806" y="382896"/>
                </a:cubicBezTo>
                <a:lnTo>
                  <a:pt x="598442" y="544532"/>
                </a:lnTo>
                <a:cubicBezTo>
                  <a:pt x="605633" y="551771"/>
                  <a:pt x="609586" y="561295"/>
                  <a:pt x="609586" y="571487"/>
                </a:cubicBezTo>
                <a:cubicBezTo>
                  <a:pt x="609586" y="581678"/>
                  <a:pt x="605633" y="591203"/>
                  <a:pt x="598442" y="598442"/>
                </a:cubicBezTo>
                <a:cubicBezTo>
                  <a:pt x="591203" y="605633"/>
                  <a:pt x="581678" y="609586"/>
                  <a:pt x="571487" y="609586"/>
                </a:cubicBezTo>
                <a:cubicBezTo>
                  <a:pt x="561295" y="609586"/>
                  <a:pt x="551771" y="605633"/>
                  <a:pt x="544579" y="598442"/>
                </a:cubicBezTo>
                <a:lnTo>
                  <a:pt x="382944" y="436806"/>
                </a:lnTo>
                <a:cubicBezTo>
                  <a:pt x="370562" y="424615"/>
                  <a:pt x="368180" y="405518"/>
                  <a:pt x="377134" y="390611"/>
                </a:cubicBezTo>
                <a:lnTo>
                  <a:pt x="336177" y="349655"/>
                </a:lnTo>
                <a:cubicBezTo>
                  <a:pt x="335510" y="348988"/>
                  <a:pt x="335129" y="348226"/>
                  <a:pt x="334701" y="347464"/>
                </a:cubicBezTo>
                <a:cubicBezTo>
                  <a:pt x="299126" y="379991"/>
                  <a:pt x="251930" y="400041"/>
                  <a:pt x="200020" y="400041"/>
                </a:cubicBezTo>
                <a:cubicBezTo>
                  <a:pt x="89723" y="400041"/>
                  <a:pt x="0" y="310317"/>
                  <a:pt x="0" y="200020"/>
                </a:cubicBezTo>
                <a:cubicBezTo>
                  <a:pt x="0" y="89723"/>
                  <a:pt x="89723" y="0"/>
                  <a:pt x="200020" y="0"/>
                </a:cubicBezTo>
                <a:close/>
              </a:path>
            </a:pathLst>
          </a:cu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4" name="文本框 33">
            <a:extLst>
              <a:ext uri="{FF2B5EF4-FFF2-40B4-BE49-F238E27FC236}">
                <a16:creationId xmlns:a16="http://schemas.microsoft.com/office/drawing/2014/main" id="{DF8E8C73-AA4E-4F3A-AFF4-359DA946C097}"/>
              </a:ext>
            </a:extLst>
          </p:cNvPr>
          <p:cNvSpPr txBox="1"/>
          <p:nvPr/>
        </p:nvSpPr>
        <p:spPr>
          <a:xfrm>
            <a:off x="8406004" y="1251691"/>
            <a:ext cx="553802" cy="461665"/>
          </a:xfrm>
          <a:prstGeom prst="rect">
            <a:avLst/>
          </a:prstGeom>
          <a:noFill/>
        </p:spPr>
        <p:txBody>
          <a:bodyPr wrap="square" rtlCol="0">
            <a:spAutoFit/>
          </a:bodyPr>
          <a:lstStyle/>
          <a:p>
            <a:pPr algn="ctr"/>
            <a:r>
              <a:rPr lang="en-US" altLang="zh-CN" sz="2400" b="1" dirty="0">
                <a:solidFill>
                  <a:schemeClr val="accent1">
                    <a:lumMod val="75000"/>
                  </a:schemeClr>
                </a:solidFill>
                <a:latin typeface="Arial Black" panose="020B0A04020102020204" pitchFamily="34" charset="0"/>
              </a:rPr>
              <a:t>A</a:t>
            </a:r>
            <a:endParaRPr lang="zh-CN" altLang="en-US" sz="2400" b="1" dirty="0">
              <a:solidFill>
                <a:schemeClr val="accent1">
                  <a:lumMod val="75000"/>
                </a:schemeClr>
              </a:solidFill>
              <a:latin typeface="Arial Black" panose="020B0A04020102020204" pitchFamily="34" charset="0"/>
            </a:endParaRPr>
          </a:p>
        </p:txBody>
      </p:sp>
      <p:grpSp>
        <p:nvGrpSpPr>
          <p:cNvPr id="35" name="组合 34">
            <a:extLst>
              <a:ext uri="{FF2B5EF4-FFF2-40B4-BE49-F238E27FC236}">
                <a16:creationId xmlns:a16="http://schemas.microsoft.com/office/drawing/2014/main" id="{1E197470-1A76-4AA0-BF66-B7BC66DB147C}"/>
              </a:ext>
            </a:extLst>
          </p:cNvPr>
          <p:cNvGrpSpPr/>
          <p:nvPr/>
        </p:nvGrpSpPr>
        <p:grpSpPr>
          <a:xfrm>
            <a:off x="5618923" y="4341080"/>
            <a:ext cx="358525" cy="804588"/>
            <a:chOff x="6138618" y="4226835"/>
            <a:chExt cx="358525" cy="804588"/>
          </a:xfrm>
        </p:grpSpPr>
        <p:sp>
          <p:nvSpPr>
            <p:cNvPr id="36" name="文本框 35">
              <a:extLst>
                <a:ext uri="{FF2B5EF4-FFF2-40B4-BE49-F238E27FC236}">
                  <a16:creationId xmlns:a16="http://schemas.microsoft.com/office/drawing/2014/main" id="{650D56AA-01C6-4F34-80AD-3739A6610FF5}"/>
                </a:ext>
              </a:extLst>
            </p:cNvPr>
            <p:cNvSpPr txBox="1"/>
            <p:nvPr/>
          </p:nvSpPr>
          <p:spPr>
            <a:xfrm>
              <a:off x="6138618" y="4662091"/>
              <a:ext cx="358525" cy="369332"/>
            </a:xfrm>
            <a:prstGeom prst="rect">
              <a:avLst/>
            </a:prstGeom>
            <a:noFill/>
          </p:spPr>
          <p:txBody>
            <a:bodyPr wrap="square" rtlCol="0">
              <a:spAutoFit/>
            </a:bodyPr>
            <a:lstStyle/>
            <a:p>
              <a:pPr algn="ctr"/>
              <a:r>
                <a:rPr lang="en-US" altLang="zh-CN" b="1" dirty="0">
                  <a:solidFill>
                    <a:schemeClr val="accent1">
                      <a:lumMod val="75000"/>
                    </a:schemeClr>
                  </a:solidFill>
                </a:rPr>
                <a:t>0</a:t>
              </a:r>
              <a:endParaRPr lang="zh-CN" altLang="en-US" b="1" dirty="0">
                <a:solidFill>
                  <a:schemeClr val="accent1">
                    <a:lumMod val="75000"/>
                  </a:schemeClr>
                </a:solidFill>
              </a:endParaRPr>
            </a:p>
          </p:txBody>
        </p:sp>
        <p:cxnSp>
          <p:nvCxnSpPr>
            <p:cNvPr id="37" name="直接箭头连接符 36">
              <a:extLst>
                <a:ext uri="{FF2B5EF4-FFF2-40B4-BE49-F238E27FC236}">
                  <a16:creationId xmlns:a16="http://schemas.microsoft.com/office/drawing/2014/main" id="{9A020BDA-0573-4BAC-951C-6634CE4D6361}"/>
                </a:ext>
              </a:extLst>
            </p:cNvPr>
            <p:cNvCxnSpPr/>
            <p:nvPr/>
          </p:nvCxnSpPr>
          <p:spPr>
            <a:xfrm flipV="1">
              <a:off x="6317880" y="4226835"/>
              <a:ext cx="0" cy="437756"/>
            </a:xfrm>
            <a:prstGeom prst="straightConnector1">
              <a:avLst/>
            </a:prstGeom>
            <a:ln w="25400">
              <a:solidFill>
                <a:schemeClr val="accent1">
                  <a:lumMod val="75000"/>
                </a:schemeClr>
              </a:solidFill>
              <a:tailEnd type="triangle" w="med" len="lg"/>
            </a:ln>
          </p:spPr>
          <p:style>
            <a:lnRef idx="1">
              <a:schemeClr val="accent1"/>
            </a:lnRef>
            <a:fillRef idx="0">
              <a:schemeClr val="accent1"/>
            </a:fillRef>
            <a:effectRef idx="0">
              <a:schemeClr val="accent1"/>
            </a:effectRef>
            <a:fontRef idx="minor">
              <a:schemeClr val="tx1"/>
            </a:fontRef>
          </p:style>
        </p:cxnSp>
      </p:grpSp>
      <p:grpSp>
        <p:nvGrpSpPr>
          <p:cNvPr id="38" name="组合 37">
            <a:extLst>
              <a:ext uri="{FF2B5EF4-FFF2-40B4-BE49-F238E27FC236}">
                <a16:creationId xmlns:a16="http://schemas.microsoft.com/office/drawing/2014/main" id="{245F9980-2FC1-4E7A-B9F2-D69E944B4CD0}"/>
              </a:ext>
            </a:extLst>
          </p:cNvPr>
          <p:cNvGrpSpPr/>
          <p:nvPr/>
        </p:nvGrpSpPr>
        <p:grpSpPr>
          <a:xfrm>
            <a:off x="6717975" y="4341080"/>
            <a:ext cx="358525" cy="804588"/>
            <a:chOff x="6138618" y="4226835"/>
            <a:chExt cx="358525" cy="804588"/>
          </a:xfrm>
        </p:grpSpPr>
        <p:sp>
          <p:nvSpPr>
            <p:cNvPr id="39" name="文本框 38">
              <a:extLst>
                <a:ext uri="{FF2B5EF4-FFF2-40B4-BE49-F238E27FC236}">
                  <a16:creationId xmlns:a16="http://schemas.microsoft.com/office/drawing/2014/main" id="{7D61511C-0F6A-41CA-838C-0AFB8F0BFCAA}"/>
                </a:ext>
              </a:extLst>
            </p:cNvPr>
            <p:cNvSpPr txBox="1"/>
            <p:nvPr/>
          </p:nvSpPr>
          <p:spPr>
            <a:xfrm>
              <a:off x="6138618" y="4662091"/>
              <a:ext cx="358525" cy="369332"/>
            </a:xfrm>
            <a:prstGeom prst="rect">
              <a:avLst/>
            </a:prstGeom>
            <a:noFill/>
          </p:spPr>
          <p:txBody>
            <a:bodyPr wrap="square" rtlCol="0">
              <a:spAutoFit/>
            </a:bodyPr>
            <a:lstStyle/>
            <a:p>
              <a:pPr algn="ctr"/>
              <a:r>
                <a:rPr lang="en-US" altLang="zh-CN" b="1" dirty="0">
                  <a:solidFill>
                    <a:schemeClr val="accent1">
                      <a:lumMod val="75000"/>
                    </a:schemeClr>
                  </a:solidFill>
                </a:rPr>
                <a:t>0</a:t>
              </a:r>
              <a:endParaRPr lang="zh-CN" altLang="en-US" b="1" dirty="0">
                <a:solidFill>
                  <a:schemeClr val="accent1">
                    <a:lumMod val="75000"/>
                  </a:schemeClr>
                </a:solidFill>
              </a:endParaRPr>
            </a:p>
          </p:txBody>
        </p:sp>
        <p:cxnSp>
          <p:nvCxnSpPr>
            <p:cNvPr id="40" name="直接箭头连接符 39">
              <a:extLst>
                <a:ext uri="{FF2B5EF4-FFF2-40B4-BE49-F238E27FC236}">
                  <a16:creationId xmlns:a16="http://schemas.microsoft.com/office/drawing/2014/main" id="{9CB4211B-1426-4E77-9F7F-2ED4F5967783}"/>
                </a:ext>
              </a:extLst>
            </p:cNvPr>
            <p:cNvCxnSpPr/>
            <p:nvPr/>
          </p:nvCxnSpPr>
          <p:spPr>
            <a:xfrm flipV="1">
              <a:off x="6317880" y="4226835"/>
              <a:ext cx="0" cy="437756"/>
            </a:xfrm>
            <a:prstGeom prst="straightConnector1">
              <a:avLst/>
            </a:prstGeom>
            <a:ln w="25400">
              <a:solidFill>
                <a:schemeClr val="accent1">
                  <a:lumMod val="75000"/>
                </a:schemeClr>
              </a:solidFill>
              <a:tailEnd type="triangle" w="med" len="lg"/>
            </a:ln>
          </p:spPr>
          <p:style>
            <a:lnRef idx="1">
              <a:schemeClr val="accent1"/>
            </a:lnRef>
            <a:fillRef idx="0">
              <a:schemeClr val="accent1"/>
            </a:fillRef>
            <a:effectRef idx="0">
              <a:schemeClr val="accent1"/>
            </a:effectRef>
            <a:fontRef idx="minor">
              <a:schemeClr val="tx1"/>
            </a:fontRef>
          </p:style>
        </p:cxnSp>
      </p:grpSp>
    </p:spTree>
    <p:custDataLst>
      <p:tags r:id="rId1"/>
    </p:custDataLst>
    <p:extLst>
      <p:ext uri="{BB962C8B-B14F-4D97-AF65-F5344CB8AC3E}">
        <p14:creationId xmlns:p14="http://schemas.microsoft.com/office/powerpoint/2010/main" val="3082322906"/>
      </p:ext>
    </p:extLst>
  </p:cSld>
  <p:clrMapOvr>
    <a:masterClrMapping/>
  </p:clrMapOvr>
  <mc:AlternateContent xmlns:mc="http://schemas.openxmlformats.org/markup-compatibility/2006" xmlns:p14="http://schemas.microsoft.com/office/powerpoint/2010/main">
    <mc:Choice Requires="p14">
      <p:transition p14:dur="10"/>
    </mc:Choice>
    <mc:Fallback xmlns="">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 presetClass="entr" presetSubtype="0" fill="hold" grpId="0" nodeType="withEffect">
                                  <p:stCondLst>
                                    <p:cond delay="0"/>
                                  </p:stCondLst>
                                  <p:childTnLst>
                                    <p:set>
                                      <p:cBhvr>
                                        <p:cTn id="6" dur="1" fill="hold">
                                          <p:stCondLst>
                                            <p:cond delay="0"/>
                                          </p:stCondLst>
                                        </p:cTn>
                                        <p:tgtEl>
                                          <p:spTgt spid="32"/>
                                        </p:tgtEl>
                                        <p:attrNameLst>
                                          <p:attrName>style.visibility</p:attrName>
                                        </p:attrNameLst>
                                      </p:cBhvr>
                                      <p:to>
                                        <p:strVal val="visible"/>
                                      </p:to>
                                    </p:set>
                                  </p:childTnLst>
                                </p:cTn>
                              </p:par>
                            </p:childTnLst>
                          </p:cTn>
                        </p:par>
                        <p:par>
                          <p:cTn id="7" fill="hold">
                            <p:stCondLst>
                              <p:cond delay="0"/>
                            </p:stCondLst>
                            <p:childTnLst>
                              <p:par>
                                <p:cTn id="8" presetID="42" presetClass="path" presetSubtype="0" accel="50000" decel="50000" fill="hold" grpId="1" nodeType="afterEffect">
                                  <p:stCondLst>
                                    <p:cond delay="0"/>
                                  </p:stCondLst>
                                  <p:childTnLst>
                                    <p:animMotion origin="layout" path="M 3.33333E-6 -1.11111E-6 L 0.16901 0.00139 " pathEditMode="relative" rAng="0" ptsTypes="AA">
                                      <p:cBhvr>
                                        <p:cTn id="9" dur="2000" fill="hold"/>
                                        <p:tgtEl>
                                          <p:spTgt spid="32"/>
                                        </p:tgtEl>
                                        <p:attrNameLst>
                                          <p:attrName>ppt_x</p:attrName>
                                          <p:attrName>ppt_y</p:attrName>
                                        </p:attrNameLst>
                                      </p:cBhvr>
                                      <p:rCtr x="8451" y="69"/>
                                    </p:animMotion>
                                  </p:childTnLst>
                                </p:cTn>
                              </p:par>
                              <p:par>
                                <p:cTn id="10" presetID="12" presetClass="entr" presetSubtype="4" fill="hold" nodeType="withEffect">
                                  <p:stCondLst>
                                    <p:cond delay="900"/>
                                  </p:stCondLst>
                                  <p:childTnLst>
                                    <p:set>
                                      <p:cBhvr>
                                        <p:cTn id="11" dur="1" fill="hold">
                                          <p:stCondLst>
                                            <p:cond delay="0"/>
                                          </p:stCondLst>
                                        </p:cTn>
                                        <p:tgtEl>
                                          <p:spTgt spid="35"/>
                                        </p:tgtEl>
                                        <p:attrNameLst>
                                          <p:attrName>style.visibility</p:attrName>
                                        </p:attrNameLst>
                                      </p:cBhvr>
                                      <p:to>
                                        <p:strVal val="visible"/>
                                      </p:to>
                                    </p:set>
                                    <p:anim calcmode="lin" valueType="num">
                                      <p:cBhvr additive="base">
                                        <p:cTn id="12" dur="500"/>
                                        <p:tgtEl>
                                          <p:spTgt spid="35"/>
                                        </p:tgtEl>
                                        <p:attrNameLst>
                                          <p:attrName>ppt_y</p:attrName>
                                        </p:attrNameLst>
                                      </p:cBhvr>
                                      <p:tavLst>
                                        <p:tav tm="0">
                                          <p:val>
                                            <p:strVal val="#ppt_y+#ppt_h*1.125000"/>
                                          </p:val>
                                        </p:tav>
                                        <p:tav tm="100000">
                                          <p:val>
                                            <p:strVal val="#ppt_y"/>
                                          </p:val>
                                        </p:tav>
                                      </p:tavLst>
                                    </p:anim>
                                    <p:animEffect transition="in" filter="wipe(up)">
                                      <p:cBhvr>
                                        <p:cTn id="13" dur="500"/>
                                        <p:tgtEl>
                                          <p:spTgt spid="35"/>
                                        </p:tgtEl>
                                      </p:cBhvr>
                                    </p:animEffect>
                                  </p:childTnLst>
                                </p:cTn>
                              </p:par>
                              <p:par>
                                <p:cTn id="14" presetID="12" presetClass="entr" presetSubtype="4" fill="hold" nodeType="withEffect">
                                  <p:stCondLst>
                                    <p:cond delay="1300"/>
                                  </p:stCondLst>
                                  <p:childTnLst>
                                    <p:set>
                                      <p:cBhvr>
                                        <p:cTn id="15" dur="1" fill="hold">
                                          <p:stCondLst>
                                            <p:cond delay="0"/>
                                          </p:stCondLst>
                                        </p:cTn>
                                        <p:tgtEl>
                                          <p:spTgt spid="38"/>
                                        </p:tgtEl>
                                        <p:attrNameLst>
                                          <p:attrName>style.visibility</p:attrName>
                                        </p:attrNameLst>
                                      </p:cBhvr>
                                      <p:to>
                                        <p:strVal val="visible"/>
                                      </p:to>
                                    </p:set>
                                    <p:anim calcmode="lin" valueType="num">
                                      <p:cBhvr additive="base">
                                        <p:cTn id="16" dur="500"/>
                                        <p:tgtEl>
                                          <p:spTgt spid="38"/>
                                        </p:tgtEl>
                                        <p:attrNameLst>
                                          <p:attrName>ppt_y</p:attrName>
                                        </p:attrNameLst>
                                      </p:cBhvr>
                                      <p:tavLst>
                                        <p:tav tm="0">
                                          <p:val>
                                            <p:strVal val="#ppt_y+#ppt_h*1.125000"/>
                                          </p:val>
                                        </p:tav>
                                        <p:tav tm="100000">
                                          <p:val>
                                            <p:strVal val="#ppt_y"/>
                                          </p:val>
                                        </p:tav>
                                      </p:tavLst>
                                    </p:anim>
                                    <p:animEffect transition="in" filter="wipe(up)">
                                      <p:cBhvr>
                                        <p:cTn id="17" dur="500"/>
                                        <p:tgtEl>
                                          <p:spTgt spid="38"/>
                                        </p:tgtEl>
                                      </p:cBhvr>
                                    </p:animEffect>
                                  </p:childTnLst>
                                </p:cTn>
                              </p:par>
                            </p:childTnLst>
                          </p:cTn>
                        </p:par>
                        <p:par>
                          <p:cTn id="18" fill="hold">
                            <p:stCondLst>
                              <p:cond delay="2000"/>
                            </p:stCondLst>
                            <p:childTnLst>
                              <p:par>
                                <p:cTn id="19" presetID="1" presetClass="exit" presetSubtype="0" fill="hold" grpId="2" nodeType="afterEffect">
                                  <p:stCondLst>
                                    <p:cond delay="0"/>
                                  </p:stCondLst>
                                  <p:childTnLst>
                                    <p:set>
                                      <p:cBhvr>
                                        <p:cTn id="20" dur="1" fill="hold">
                                          <p:stCondLst>
                                            <p:cond delay="0"/>
                                          </p:stCondLst>
                                        </p:cTn>
                                        <p:tgtEl>
                                          <p:spTgt spid="32"/>
                                        </p:tgtEl>
                                        <p:attrNameLst>
                                          <p:attrName>style.visibility</p:attrName>
                                        </p:attrNameLst>
                                      </p:cBhvr>
                                      <p:to>
                                        <p:strVal val="hidden"/>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2" grpId="0" animBg="1"/>
      <p:bldP spid="32" grpId="1" animBg="1"/>
      <p:bldP spid="32" grpId="2" animBg="1"/>
    </p:bldLst>
  </p:timing>
</p:sld>
</file>

<file path=ppt/slides/slide6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9" name="组合 8">
            <a:extLst>
              <a:ext uri="{FF2B5EF4-FFF2-40B4-BE49-F238E27FC236}">
                <a16:creationId xmlns:a16="http://schemas.microsoft.com/office/drawing/2014/main" id="{4AFEA54B-973F-487D-9682-FC147246E142}"/>
              </a:ext>
            </a:extLst>
          </p:cNvPr>
          <p:cNvGrpSpPr/>
          <p:nvPr/>
        </p:nvGrpSpPr>
        <p:grpSpPr>
          <a:xfrm>
            <a:off x="209481" y="755896"/>
            <a:ext cx="11677718" cy="1617482"/>
            <a:chOff x="209481" y="755896"/>
            <a:chExt cx="11677718" cy="1617482"/>
          </a:xfrm>
        </p:grpSpPr>
        <p:sp>
          <p:nvSpPr>
            <p:cNvPr id="5" name="文本框 4">
              <a:extLst>
                <a:ext uri="{FF2B5EF4-FFF2-40B4-BE49-F238E27FC236}">
                  <a16:creationId xmlns:a16="http://schemas.microsoft.com/office/drawing/2014/main" id="{5795DF57-D50F-4689-A8D0-84C128609F8B}"/>
                </a:ext>
              </a:extLst>
            </p:cNvPr>
            <p:cNvSpPr txBox="1"/>
            <p:nvPr/>
          </p:nvSpPr>
          <p:spPr>
            <a:xfrm>
              <a:off x="209481" y="755896"/>
              <a:ext cx="11434318" cy="369332"/>
            </a:xfrm>
            <a:prstGeom prst="rect">
              <a:avLst/>
            </a:prstGeom>
            <a:noFill/>
          </p:spPr>
          <p:txBody>
            <a:bodyPr wrap="square" rtlCol="0">
              <a:spAutoFit/>
            </a:bodyPr>
            <a:lstStyle/>
            <a:p>
              <a:r>
                <a:rPr lang="en-US" altLang="zh-CN" b="1" dirty="0"/>
                <a:t>【</a:t>
              </a:r>
              <a:r>
                <a:rPr lang="zh-CN" altLang="en-US" b="1" dirty="0"/>
                <a:t>练习</a:t>
              </a:r>
              <a:r>
                <a:rPr lang="en-US" altLang="zh-CN" b="1" dirty="0"/>
                <a:t>】</a:t>
              </a:r>
              <a:r>
                <a:rPr lang="zh-CN" altLang="en-US" b="1" dirty="0"/>
                <a:t>在某个数据链路层协议中使用下列字符编码：</a:t>
              </a:r>
            </a:p>
          </p:txBody>
        </p:sp>
        <p:sp>
          <p:nvSpPr>
            <p:cNvPr id="28" name="文本框 27">
              <a:extLst>
                <a:ext uri="{FF2B5EF4-FFF2-40B4-BE49-F238E27FC236}">
                  <a16:creationId xmlns:a16="http://schemas.microsoft.com/office/drawing/2014/main" id="{F332E995-6B13-4094-B1B1-80FB9CD5071E}"/>
                </a:ext>
              </a:extLst>
            </p:cNvPr>
            <p:cNvSpPr txBox="1"/>
            <p:nvPr/>
          </p:nvSpPr>
          <p:spPr>
            <a:xfrm>
              <a:off x="1201000" y="1587996"/>
              <a:ext cx="4956398" cy="369332"/>
            </a:xfrm>
            <a:prstGeom prst="rect">
              <a:avLst/>
            </a:prstGeom>
            <a:noFill/>
          </p:spPr>
          <p:txBody>
            <a:bodyPr wrap="square" rtlCol="0">
              <a:spAutoFit/>
            </a:bodyPr>
            <a:lstStyle/>
            <a:p>
              <a:r>
                <a:rPr lang="zh-CN" altLang="en-US" b="1" dirty="0"/>
                <a:t>其中，</a:t>
              </a:r>
              <a:r>
                <a:rPr lang="en-US" altLang="zh-CN" b="1" dirty="0"/>
                <a:t>FLAG</a:t>
              </a:r>
              <a:r>
                <a:rPr lang="zh-CN" altLang="en-US" b="1" dirty="0"/>
                <a:t>作为帧定界符，</a:t>
              </a:r>
              <a:r>
                <a:rPr lang="en-US" altLang="zh-CN" b="1" dirty="0"/>
                <a:t>ESC</a:t>
              </a:r>
              <a:r>
                <a:rPr lang="zh-CN" altLang="en-US" b="1" dirty="0"/>
                <a:t>作为转义字符。</a:t>
              </a:r>
            </a:p>
          </p:txBody>
        </p:sp>
        <p:grpSp>
          <p:nvGrpSpPr>
            <p:cNvPr id="6" name="组合 5">
              <a:extLst>
                <a:ext uri="{FF2B5EF4-FFF2-40B4-BE49-F238E27FC236}">
                  <a16:creationId xmlns:a16="http://schemas.microsoft.com/office/drawing/2014/main" id="{594D9971-EE1F-4DEB-816F-7926EEF56C1D}"/>
                </a:ext>
              </a:extLst>
            </p:cNvPr>
            <p:cNvGrpSpPr/>
            <p:nvPr/>
          </p:nvGrpSpPr>
          <p:grpSpPr>
            <a:xfrm>
              <a:off x="1201000" y="1171946"/>
              <a:ext cx="10686199" cy="369332"/>
              <a:chOff x="1201001" y="1244020"/>
              <a:chExt cx="10686199" cy="369332"/>
            </a:xfrm>
          </p:grpSpPr>
          <p:sp>
            <p:nvSpPr>
              <p:cNvPr id="23" name="文本框 22">
                <a:extLst>
                  <a:ext uri="{FF2B5EF4-FFF2-40B4-BE49-F238E27FC236}">
                    <a16:creationId xmlns:a16="http://schemas.microsoft.com/office/drawing/2014/main" id="{F6C54E2A-85B0-4D52-9F55-3AD9F7D95840}"/>
                  </a:ext>
                </a:extLst>
              </p:cNvPr>
              <p:cNvSpPr txBox="1"/>
              <p:nvPr/>
            </p:nvSpPr>
            <p:spPr>
              <a:xfrm>
                <a:off x="1201001" y="1244020"/>
                <a:ext cx="1794371" cy="369332"/>
              </a:xfrm>
              <a:prstGeom prst="rect">
                <a:avLst/>
              </a:prstGeom>
              <a:noFill/>
            </p:spPr>
            <p:txBody>
              <a:bodyPr wrap="square" rtlCol="0">
                <a:spAutoFit/>
              </a:bodyPr>
              <a:lstStyle/>
              <a:p>
                <a:r>
                  <a:rPr lang="en-US" altLang="zh-CN" b="1" spc="300" dirty="0"/>
                  <a:t>A</a:t>
                </a:r>
                <a:r>
                  <a:rPr lang="zh-CN" altLang="en-US" b="1" spc="300" dirty="0"/>
                  <a:t>：</a:t>
                </a:r>
                <a:r>
                  <a:rPr lang="en-US" altLang="zh-CN" b="1" spc="300" dirty="0"/>
                  <a:t>01000111</a:t>
                </a:r>
                <a:endParaRPr lang="zh-CN" altLang="en-US" b="1" spc="300" dirty="0"/>
              </a:p>
            </p:txBody>
          </p:sp>
          <p:sp>
            <p:nvSpPr>
              <p:cNvPr id="24" name="文本框 23">
                <a:extLst>
                  <a:ext uri="{FF2B5EF4-FFF2-40B4-BE49-F238E27FC236}">
                    <a16:creationId xmlns:a16="http://schemas.microsoft.com/office/drawing/2014/main" id="{59C6478A-E2B6-4BBE-A7B6-7EFFC1DD9CB0}"/>
                  </a:ext>
                </a:extLst>
              </p:cNvPr>
              <p:cNvSpPr txBox="1"/>
              <p:nvPr/>
            </p:nvSpPr>
            <p:spPr>
              <a:xfrm>
                <a:off x="3902607" y="1244020"/>
                <a:ext cx="1794371" cy="369332"/>
              </a:xfrm>
              <a:prstGeom prst="rect">
                <a:avLst/>
              </a:prstGeom>
              <a:noFill/>
            </p:spPr>
            <p:txBody>
              <a:bodyPr wrap="square" rtlCol="0">
                <a:spAutoFit/>
              </a:bodyPr>
              <a:lstStyle/>
              <a:p>
                <a:r>
                  <a:rPr lang="en-US" altLang="zh-CN" b="1" spc="300" dirty="0"/>
                  <a:t>B</a:t>
                </a:r>
                <a:r>
                  <a:rPr lang="zh-CN" altLang="en-US" b="1" spc="300" dirty="0"/>
                  <a:t>：</a:t>
                </a:r>
                <a:r>
                  <a:rPr lang="en-US" altLang="zh-CN" b="1" spc="300" dirty="0"/>
                  <a:t>11100011</a:t>
                </a:r>
                <a:endParaRPr lang="zh-CN" altLang="en-US" b="1" spc="300" dirty="0"/>
              </a:p>
            </p:txBody>
          </p:sp>
          <p:sp>
            <p:nvSpPr>
              <p:cNvPr id="41" name="文本框 40">
                <a:extLst>
                  <a:ext uri="{FF2B5EF4-FFF2-40B4-BE49-F238E27FC236}">
                    <a16:creationId xmlns:a16="http://schemas.microsoft.com/office/drawing/2014/main" id="{F94232D5-9755-4B71-B52C-2C5F70719860}"/>
                  </a:ext>
                </a:extLst>
              </p:cNvPr>
              <p:cNvSpPr txBox="1"/>
              <p:nvPr/>
            </p:nvSpPr>
            <p:spPr>
              <a:xfrm>
                <a:off x="6604213" y="1244020"/>
                <a:ext cx="2112328" cy="369332"/>
              </a:xfrm>
              <a:prstGeom prst="rect">
                <a:avLst/>
              </a:prstGeom>
              <a:noFill/>
            </p:spPr>
            <p:txBody>
              <a:bodyPr wrap="square" rtlCol="0">
                <a:spAutoFit/>
              </a:bodyPr>
              <a:lstStyle/>
              <a:p>
                <a:r>
                  <a:rPr lang="en-US" altLang="zh-CN" b="1" spc="300" dirty="0"/>
                  <a:t>ESC</a:t>
                </a:r>
                <a:r>
                  <a:rPr lang="zh-CN" altLang="en-US" b="1" spc="300" dirty="0"/>
                  <a:t>：</a:t>
                </a:r>
                <a:r>
                  <a:rPr lang="en-US" altLang="zh-CN" b="1" spc="300" dirty="0"/>
                  <a:t>11100000</a:t>
                </a:r>
                <a:endParaRPr lang="zh-CN" altLang="en-US" b="1" spc="300" dirty="0"/>
              </a:p>
            </p:txBody>
          </p:sp>
          <p:sp>
            <p:nvSpPr>
              <p:cNvPr id="42" name="文本框 41">
                <a:extLst>
                  <a:ext uri="{FF2B5EF4-FFF2-40B4-BE49-F238E27FC236}">
                    <a16:creationId xmlns:a16="http://schemas.microsoft.com/office/drawing/2014/main" id="{F524D0C5-CF52-4FC5-9A95-1EED9316F8C1}"/>
                  </a:ext>
                </a:extLst>
              </p:cNvPr>
              <p:cNvSpPr txBox="1"/>
              <p:nvPr/>
            </p:nvSpPr>
            <p:spPr>
              <a:xfrm>
                <a:off x="9623777" y="1244020"/>
                <a:ext cx="2263423" cy="369332"/>
              </a:xfrm>
              <a:prstGeom prst="rect">
                <a:avLst/>
              </a:prstGeom>
              <a:noFill/>
            </p:spPr>
            <p:txBody>
              <a:bodyPr wrap="square" rtlCol="0">
                <a:spAutoFit/>
              </a:bodyPr>
              <a:lstStyle/>
              <a:p>
                <a:r>
                  <a:rPr lang="en-US" altLang="zh-CN" b="1" spc="300" dirty="0"/>
                  <a:t>FLAG</a:t>
                </a:r>
                <a:r>
                  <a:rPr lang="zh-CN" altLang="en-US" b="1" spc="300" dirty="0"/>
                  <a:t>：</a:t>
                </a:r>
                <a:r>
                  <a:rPr lang="en-US" altLang="zh-CN" b="1" spc="300" dirty="0"/>
                  <a:t>01111110</a:t>
                </a:r>
                <a:endParaRPr lang="zh-CN" altLang="en-US" b="1" spc="300" dirty="0"/>
              </a:p>
            </p:txBody>
          </p:sp>
        </p:grpSp>
        <p:sp>
          <p:nvSpPr>
            <p:cNvPr id="43" name="文本框 42">
              <a:extLst>
                <a:ext uri="{FF2B5EF4-FFF2-40B4-BE49-F238E27FC236}">
                  <a16:creationId xmlns:a16="http://schemas.microsoft.com/office/drawing/2014/main" id="{D63F07DE-2E4C-4244-AD75-8AD4FFFD8D5F}"/>
                </a:ext>
              </a:extLst>
            </p:cNvPr>
            <p:cNvSpPr txBox="1"/>
            <p:nvPr/>
          </p:nvSpPr>
          <p:spPr>
            <a:xfrm>
              <a:off x="1201000" y="2004046"/>
              <a:ext cx="10686199" cy="369332"/>
            </a:xfrm>
            <a:prstGeom prst="rect">
              <a:avLst/>
            </a:prstGeom>
            <a:noFill/>
          </p:spPr>
          <p:txBody>
            <a:bodyPr wrap="square" rtlCol="0">
              <a:spAutoFit/>
            </a:bodyPr>
            <a:lstStyle/>
            <a:p>
              <a:r>
                <a:rPr lang="zh-CN" altLang="en-US" b="1" dirty="0"/>
                <a:t>假设帧的数据载荷为</a:t>
              </a:r>
              <a:r>
                <a:rPr lang="en-US" altLang="zh-CN" b="1" dirty="0"/>
                <a:t>4</a:t>
              </a:r>
              <a:r>
                <a:rPr lang="zh-CN" altLang="en-US" b="1" dirty="0"/>
                <a:t>个字符</a:t>
              </a:r>
              <a:r>
                <a:rPr lang="en-US" altLang="zh-CN" b="1" dirty="0"/>
                <a:t>A</a:t>
              </a:r>
              <a:r>
                <a:rPr lang="zh-CN" altLang="en-US" b="1" dirty="0"/>
                <a:t>、</a:t>
              </a:r>
              <a:r>
                <a:rPr lang="en-US" altLang="zh-CN" b="1" dirty="0"/>
                <a:t>B</a:t>
              </a:r>
              <a:r>
                <a:rPr lang="zh-CN" altLang="en-US" b="1" dirty="0"/>
                <a:t>、</a:t>
              </a:r>
              <a:r>
                <a:rPr lang="en-US" altLang="zh-CN" b="1" dirty="0"/>
                <a:t>ESC</a:t>
              </a:r>
              <a:r>
                <a:rPr lang="zh-CN" altLang="en-US" b="1" dirty="0"/>
                <a:t>以及</a:t>
              </a:r>
              <a:r>
                <a:rPr lang="en-US" altLang="zh-CN" b="1" dirty="0"/>
                <a:t>FLAG</a:t>
              </a:r>
              <a:r>
                <a:rPr lang="zh-CN" altLang="en-US" b="1" dirty="0"/>
                <a:t>，请分别使用字符填充法和零比特填充法将其封装成帧。</a:t>
              </a:r>
            </a:p>
          </p:txBody>
        </p:sp>
      </p:grpSp>
      <p:sp>
        <p:nvSpPr>
          <p:cNvPr id="44" name="文本框 43">
            <a:extLst>
              <a:ext uri="{FF2B5EF4-FFF2-40B4-BE49-F238E27FC236}">
                <a16:creationId xmlns:a16="http://schemas.microsoft.com/office/drawing/2014/main" id="{6B3B01C8-0BC4-429E-A85B-A6E401A77A0C}"/>
              </a:ext>
            </a:extLst>
          </p:cNvPr>
          <p:cNvSpPr txBox="1"/>
          <p:nvPr/>
        </p:nvSpPr>
        <p:spPr>
          <a:xfrm>
            <a:off x="319041" y="2454781"/>
            <a:ext cx="692673" cy="369332"/>
          </a:xfrm>
          <a:prstGeom prst="rect">
            <a:avLst/>
          </a:prstGeom>
          <a:noFill/>
        </p:spPr>
        <p:txBody>
          <a:bodyPr wrap="square" rtlCol="0">
            <a:spAutoFit/>
          </a:bodyPr>
          <a:lstStyle/>
          <a:p>
            <a:r>
              <a:rPr lang="zh-CN" altLang="en-US" b="1" dirty="0"/>
              <a:t>解析</a:t>
            </a:r>
          </a:p>
        </p:txBody>
      </p:sp>
      <p:graphicFrame>
        <p:nvGraphicFramePr>
          <p:cNvPr id="8" name="表格 8">
            <a:extLst>
              <a:ext uri="{FF2B5EF4-FFF2-40B4-BE49-F238E27FC236}">
                <a16:creationId xmlns:a16="http://schemas.microsoft.com/office/drawing/2014/main" id="{62875D1D-E954-4813-93CC-EC56115F2454}"/>
              </a:ext>
            </a:extLst>
          </p:cNvPr>
          <p:cNvGraphicFramePr>
            <a:graphicFrameLocks noGrp="1"/>
          </p:cNvGraphicFramePr>
          <p:nvPr/>
        </p:nvGraphicFramePr>
        <p:xfrm>
          <a:off x="304800" y="2883353"/>
          <a:ext cx="11582400" cy="1483360"/>
        </p:xfrm>
        <a:graphic>
          <a:graphicData uri="http://schemas.openxmlformats.org/drawingml/2006/table">
            <a:tbl>
              <a:tblPr firstRow="1" bandRow="1">
                <a:tableStyleId>{5C22544A-7EE6-4342-B048-85BDC9FD1C3A}</a:tableStyleId>
              </a:tblPr>
              <a:tblGrid>
                <a:gridCol w="1447800">
                  <a:extLst>
                    <a:ext uri="{9D8B030D-6E8A-4147-A177-3AD203B41FA5}">
                      <a16:colId xmlns:a16="http://schemas.microsoft.com/office/drawing/2014/main" val="3648292013"/>
                    </a:ext>
                  </a:extLst>
                </a:gridCol>
                <a:gridCol w="1447800">
                  <a:extLst>
                    <a:ext uri="{9D8B030D-6E8A-4147-A177-3AD203B41FA5}">
                      <a16:colId xmlns:a16="http://schemas.microsoft.com/office/drawing/2014/main" val="3188631861"/>
                    </a:ext>
                  </a:extLst>
                </a:gridCol>
                <a:gridCol w="1447800">
                  <a:extLst>
                    <a:ext uri="{9D8B030D-6E8A-4147-A177-3AD203B41FA5}">
                      <a16:colId xmlns:a16="http://schemas.microsoft.com/office/drawing/2014/main" val="3167186302"/>
                    </a:ext>
                  </a:extLst>
                </a:gridCol>
                <a:gridCol w="1447800">
                  <a:extLst>
                    <a:ext uri="{9D8B030D-6E8A-4147-A177-3AD203B41FA5}">
                      <a16:colId xmlns:a16="http://schemas.microsoft.com/office/drawing/2014/main" val="3263993719"/>
                    </a:ext>
                  </a:extLst>
                </a:gridCol>
                <a:gridCol w="1447800">
                  <a:extLst>
                    <a:ext uri="{9D8B030D-6E8A-4147-A177-3AD203B41FA5}">
                      <a16:colId xmlns:a16="http://schemas.microsoft.com/office/drawing/2014/main" val="986096835"/>
                    </a:ext>
                  </a:extLst>
                </a:gridCol>
                <a:gridCol w="1447800">
                  <a:extLst>
                    <a:ext uri="{9D8B030D-6E8A-4147-A177-3AD203B41FA5}">
                      <a16:colId xmlns:a16="http://schemas.microsoft.com/office/drawing/2014/main" val="977100773"/>
                    </a:ext>
                  </a:extLst>
                </a:gridCol>
                <a:gridCol w="1447800">
                  <a:extLst>
                    <a:ext uri="{9D8B030D-6E8A-4147-A177-3AD203B41FA5}">
                      <a16:colId xmlns:a16="http://schemas.microsoft.com/office/drawing/2014/main" val="1934360366"/>
                    </a:ext>
                  </a:extLst>
                </a:gridCol>
                <a:gridCol w="1447800">
                  <a:extLst>
                    <a:ext uri="{9D8B030D-6E8A-4147-A177-3AD203B41FA5}">
                      <a16:colId xmlns:a16="http://schemas.microsoft.com/office/drawing/2014/main" val="3640274392"/>
                    </a:ext>
                  </a:extLst>
                </a:gridCol>
              </a:tblGrid>
              <a:tr h="370840">
                <a:tc gridSpan="8">
                  <a:txBody>
                    <a:bodyPr/>
                    <a:lstStyle/>
                    <a:p>
                      <a:pPr algn="ctr"/>
                      <a:r>
                        <a:rPr lang="zh-CN" altLang="en-US" b="1" dirty="0">
                          <a:solidFill>
                            <a:schemeClr val="tx1"/>
                          </a:solidFill>
                          <a:highlight>
                            <a:srgbClr val="F4B919"/>
                          </a:highlight>
                        </a:rPr>
                        <a:t>字符填充</a:t>
                      </a:r>
                      <a:r>
                        <a:rPr lang="zh-CN" altLang="en-US" b="1" dirty="0">
                          <a:solidFill>
                            <a:schemeClr val="tx1"/>
                          </a:solidFill>
                        </a:rPr>
                        <a:t>法封装成帧</a:t>
                      </a: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hMerge="1">
                  <a:txBody>
                    <a:bodyPr/>
                    <a:lstStyle/>
                    <a:p>
                      <a:endParaRPr lang="zh-CN" altLang="en-US" dirty="0"/>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hMerge="1">
                  <a:txBody>
                    <a:bodyPr/>
                    <a:lstStyle/>
                    <a:p>
                      <a:endParaRPr lang="zh-CN" altLang="en-US" dirty="0"/>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hMerge="1">
                  <a:txBody>
                    <a:bodyPr/>
                    <a:lstStyle/>
                    <a:p>
                      <a:endParaRPr lang="zh-CN" altLang="en-US" dirty="0"/>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hMerge="1">
                  <a:txBody>
                    <a:bodyPr/>
                    <a:lstStyle/>
                    <a:p>
                      <a:endParaRPr lang="zh-CN" altLang="en-US" dirty="0"/>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hMerge="1">
                  <a:txBody>
                    <a:bodyPr/>
                    <a:lstStyle/>
                    <a:p>
                      <a:endParaRPr lang="zh-CN" altLang="en-US" dirty="0"/>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hMerge="1">
                  <a:txBody>
                    <a:bodyPr/>
                    <a:lstStyle/>
                    <a:p>
                      <a:endParaRPr lang="zh-CN" altLang="en-US" dirty="0"/>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hMerge="1">
                  <a:txBody>
                    <a:bodyPr/>
                    <a:lstStyle/>
                    <a:p>
                      <a:endParaRPr lang="zh-CN" altLang="en-US" dirty="0"/>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extLst>
                  <a:ext uri="{0D108BD9-81ED-4DB2-BD59-A6C34878D82A}">
                    <a16:rowId xmlns:a16="http://schemas.microsoft.com/office/drawing/2014/main" val="1382029831"/>
                  </a:ext>
                </a:extLst>
              </a:tr>
              <a:tr h="370840">
                <a:tc>
                  <a:txBody>
                    <a:bodyPr/>
                    <a:lstStyle/>
                    <a:p>
                      <a:pPr algn="ctr"/>
                      <a:r>
                        <a:rPr lang="zh-CN" altLang="en-US" b="1" dirty="0">
                          <a:solidFill>
                            <a:schemeClr val="tx1"/>
                          </a:solidFill>
                        </a:rPr>
                        <a:t>帧定界符</a:t>
                      </a:r>
                      <a:endParaRPr lang="en-US" altLang="zh-CN" b="1" dirty="0">
                        <a:solidFill>
                          <a:schemeClr val="tx1"/>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gridSpan="6">
                  <a:txBody>
                    <a:bodyPr/>
                    <a:lstStyle/>
                    <a:p>
                      <a:pPr algn="ctr"/>
                      <a:r>
                        <a:rPr lang="zh-CN" altLang="en-US" b="1" dirty="0">
                          <a:solidFill>
                            <a:schemeClr val="tx1"/>
                          </a:solidFill>
                        </a:rPr>
                        <a:t>帧的数据载荷</a:t>
                      </a: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hMerge="1">
                  <a:txBody>
                    <a:bodyPr/>
                    <a:lstStyle/>
                    <a:p>
                      <a:pPr algn="ctr"/>
                      <a:endParaRPr lang="zh-CN" altLang="en-US" b="1" dirty="0">
                        <a:solidFill>
                          <a:schemeClr val="tx1"/>
                        </a:solidFill>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hMerge="1">
                  <a:txBody>
                    <a:bodyPr/>
                    <a:lstStyle/>
                    <a:p>
                      <a:pPr algn="ctr"/>
                      <a:endParaRPr lang="zh-CN" altLang="en-US" b="1" dirty="0">
                        <a:solidFill>
                          <a:schemeClr val="tx1"/>
                        </a:solidFill>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hMerge="1">
                  <a:txBody>
                    <a:bodyPr/>
                    <a:lstStyle/>
                    <a:p>
                      <a:pPr algn="ctr"/>
                      <a:endParaRPr lang="zh-CN" altLang="en-US" b="1" dirty="0">
                        <a:solidFill>
                          <a:schemeClr val="tx1"/>
                        </a:solidFill>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hMerge="1">
                  <a:txBody>
                    <a:bodyPr/>
                    <a:lstStyle/>
                    <a:p>
                      <a:pPr algn="ctr"/>
                      <a:endParaRPr lang="zh-CN" altLang="en-US" b="1" dirty="0">
                        <a:solidFill>
                          <a:schemeClr val="tx1"/>
                        </a:solidFill>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hMerge="1">
                  <a:txBody>
                    <a:bodyPr/>
                    <a:lstStyle/>
                    <a:p>
                      <a:pPr algn="ctr"/>
                      <a:endParaRPr lang="zh-CN" altLang="en-US" b="1" dirty="0">
                        <a:solidFill>
                          <a:schemeClr val="tx1"/>
                        </a:solidFill>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algn="ctr"/>
                      <a:r>
                        <a:rPr lang="zh-CN" altLang="en-US" b="1" dirty="0">
                          <a:solidFill>
                            <a:schemeClr val="tx1"/>
                          </a:solidFill>
                        </a:rPr>
                        <a:t>帧定界符</a:t>
                      </a:r>
                      <a:endParaRPr lang="en-US" altLang="zh-CN" b="1" dirty="0">
                        <a:solidFill>
                          <a:schemeClr val="tx1"/>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extLst>
                  <a:ext uri="{0D108BD9-81ED-4DB2-BD59-A6C34878D82A}">
                    <a16:rowId xmlns:a16="http://schemas.microsoft.com/office/drawing/2014/main" val="3918110342"/>
                  </a:ext>
                </a:extLst>
              </a:tr>
              <a:tr h="370840">
                <a:tc>
                  <a:txBody>
                    <a:bodyPr/>
                    <a:lstStyle/>
                    <a:p>
                      <a:pPr algn="ctr"/>
                      <a:r>
                        <a:rPr lang="en-US" altLang="zh-CN" b="1" spc="300" dirty="0">
                          <a:solidFill>
                            <a:schemeClr val="tx1"/>
                          </a:solidFill>
                        </a:rPr>
                        <a:t>FLAG</a:t>
                      </a:r>
                      <a:endParaRPr lang="zh-CN" altLang="en-US" b="1" spc="300" dirty="0">
                        <a:solidFill>
                          <a:schemeClr val="tx1"/>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algn="ctr"/>
                      <a:r>
                        <a:rPr lang="en-US" altLang="zh-CN" b="1" spc="300" dirty="0">
                          <a:solidFill>
                            <a:schemeClr val="tx1"/>
                          </a:solidFill>
                        </a:rPr>
                        <a:t>A</a:t>
                      </a:r>
                      <a:endParaRPr lang="zh-CN" altLang="en-US" b="1" spc="300" dirty="0">
                        <a:solidFill>
                          <a:schemeClr val="tx1"/>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algn="ctr"/>
                      <a:r>
                        <a:rPr lang="en-US" altLang="zh-CN" b="1" spc="300" dirty="0">
                          <a:solidFill>
                            <a:schemeClr val="tx1"/>
                          </a:solidFill>
                        </a:rPr>
                        <a:t>B</a:t>
                      </a:r>
                      <a:endParaRPr lang="zh-CN" altLang="en-US" b="1" spc="300" dirty="0">
                        <a:solidFill>
                          <a:schemeClr val="tx1"/>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algn="ctr"/>
                      <a:r>
                        <a:rPr lang="zh-CN" altLang="en-US" b="1" spc="300" dirty="0">
                          <a:solidFill>
                            <a:schemeClr val="tx1"/>
                          </a:solidFill>
                        </a:rPr>
                        <a:t>转义</a:t>
                      </a:r>
                      <a:r>
                        <a:rPr lang="en-US" altLang="zh-CN" b="1" spc="300" dirty="0">
                          <a:solidFill>
                            <a:schemeClr val="tx1"/>
                          </a:solidFill>
                        </a:rPr>
                        <a:t>ESC</a:t>
                      </a:r>
                      <a:endParaRPr lang="zh-CN" altLang="en-US" b="1" spc="300" dirty="0">
                        <a:solidFill>
                          <a:schemeClr val="tx1"/>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accent6"/>
                    </a:solidFill>
                  </a:tcPr>
                </a:tc>
                <a:tc>
                  <a:txBody>
                    <a:bodyPr/>
                    <a:lstStyle/>
                    <a:p>
                      <a:pPr algn="ctr"/>
                      <a:r>
                        <a:rPr lang="en-US" altLang="zh-CN" b="1" spc="300" dirty="0">
                          <a:solidFill>
                            <a:schemeClr val="tx1"/>
                          </a:solidFill>
                        </a:rPr>
                        <a:t>ESC</a:t>
                      </a:r>
                      <a:endParaRPr lang="zh-CN" altLang="en-US" b="1" spc="300" dirty="0">
                        <a:solidFill>
                          <a:schemeClr val="tx1"/>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algn="ctr"/>
                      <a:r>
                        <a:rPr lang="zh-CN" altLang="en-US" b="1" spc="300" dirty="0">
                          <a:solidFill>
                            <a:schemeClr val="tx1"/>
                          </a:solidFill>
                        </a:rPr>
                        <a:t>转义</a:t>
                      </a:r>
                      <a:r>
                        <a:rPr lang="en-US" altLang="zh-CN" b="1" spc="300" dirty="0">
                          <a:solidFill>
                            <a:schemeClr val="tx1"/>
                          </a:solidFill>
                        </a:rPr>
                        <a:t>ESC</a:t>
                      </a:r>
                      <a:endParaRPr lang="zh-CN" altLang="en-US" b="1" spc="300" dirty="0">
                        <a:solidFill>
                          <a:schemeClr val="tx1"/>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accent6"/>
                    </a:solidFill>
                  </a:tcPr>
                </a:tc>
                <a:tc>
                  <a:txBody>
                    <a:bodyPr/>
                    <a:lstStyle/>
                    <a:p>
                      <a:pPr algn="ctr"/>
                      <a:r>
                        <a:rPr lang="en-US" altLang="zh-CN" b="1" spc="300" dirty="0">
                          <a:solidFill>
                            <a:schemeClr val="tx1"/>
                          </a:solidFill>
                        </a:rPr>
                        <a:t>FLAG</a:t>
                      </a:r>
                      <a:endParaRPr lang="zh-CN" altLang="en-US" b="1" spc="300" dirty="0">
                        <a:solidFill>
                          <a:schemeClr val="tx1"/>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algn="ctr"/>
                      <a:r>
                        <a:rPr lang="en-US" altLang="zh-CN" b="1" spc="300" dirty="0">
                          <a:solidFill>
                            <a:schemeClr val="tx1"/>
                          </a:solidFill>
                        </a:rPr>
                        <a:t>FLAG</a:t>
                      </a:r>
                      <a:endParaRPr lang="zh-CN" altLang="en-US" b="1" spc="300" dirty="0">
                        <a:solidFill>
                          <a:schemeClr val="tx1"/>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extLst>
                  <a:ext uri="{0D108BD9-81ED-4DB2-BD59-A6C34878D82A}">
                    <a16:rowId xmlns:a16="http://schemas.microsoft.com/office/drawing/2014/main" val="3884618632"/>
                  </a:ext>
                </a:extLst>
              </a:tr>
              <a:tr h="370840">
                <a:tc>
                  <a:txBody>
                    <a:bodyPr/>
                    <a:lstStyle/>
                    <a:p>
                      <a:pPr algn="ctr"/>
                      <a:r>
                        <a:rPr lang="en-US" altLang="zh-CN" b="1" spc="300" dirty="0">
                          <a:solidFill>
                            <a:schemeClr val="tx1"/>
                          </a:solidFill>
                        </a:rPr>
                        <a:t>01111110</a:t>
                      </a:r>
                      <a:endParaRPr lang="zh-CN" altLang="en-US" b="1" spc="300" dirty="0">
                        <a:solidFill>
                          <a:schemeClr val="tx1"/>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algn="ctr"/>
                      <a:r>
                        <a:rPr lang="en-US" altLang="zh-CN" b="1" spc="300" dirty="0">
                          <a:solidFill>
                            <a:schemeClr val="tx1"/>
                          </a:solidFill>
                        </a:rPr>
                        <a:t>01000111</a:t>
                      </a:r>
                      <a:endParaRPr lang="zh-CN" altLang="en-US" b="1" spc="300" dirty="0">
                        <a:solidFill>
                          <a:schemeClr val="tx1"/>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algn="ctr"/>
                      <a:r>
                        <a:rPr lang="en-US" altLang="zh-CN" b="1" spc="300" dirty="0">
                          <a:solidFill>
                            <a:schemeClr val="tx1"/>
                          </a:solidFill>
                        </a:rPr>
                        <a:t>11100011</a:t>
                      </a:r>
                      <a:endParaRPr lang="zh-CN" altLang="en-US" b="1" spc="300" dirty="0">
                        <a:solidFill>
                          <a:schemeClr val="tx1"/>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algn="ctr"/>
                      <a:r>
                        <a:rPr lang="en-US" altLang="zh-CN" b="1" spc="300" dirty="0">
                          <a:solidFill>
                            <a:schemeClr val="tx1"/>
                          </a:solidFill>
                        </a:rPr>
                        <a:t>11100000</a:t>
                      </a:r>
                      <a:endParaRPr lang="zh-CN" altLang="en-US" b="1" spc="300" dirty="0">
                        <a:solidFill>
                          <a:schemeClr val="tx1"/>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accent6"/>
                    </a:solidFill>
                  </a:tcPr>
                </a:tc>
                <a:tc>
                  <a:txBody>
                    <a:bodyPr/>
                    <a:lstStyle/>
                    <a:p>
                      <a:pPr algn="ctr"/>
                      <a:r>
                        <a:rPr lang="en-US" altLang="zh-CN" b="1" spc="300" dirty="0">
                          <a:solidFill>
                            <a:schemeClr val="tx1"/>
                          </a:solidFill>
                        </a:rPr>
                        <a:t>11100000</a:t>
                      </a:r>
                      <a:endParaRPr lang="zh-CN" altLang="en-US" b="1" spc="300" dirty="0">
                        <a:solidFill>
                          <a:schemeClr val="tx1"/>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algn="ctr"/>
                      <a:r>
                        <a:rPr lang="en-US" altLang="zh-CN" b="1" spc="300" dirty="0">
                          <a:solidFill>
                            <a:schemeClr val="tx1"/>
                          </a:solidFill>
                        </a:rPr>
                        <a:t>11100000</a:t>
                      </a:r>
                      <a:endParaRPr lang="zh-CN" altLang="en-US" b="1" spc="300" dirty="0">
                        <a:solidFill>
                          <a:schemeClr val="tx1"/>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accent6"/>
                    </a:solidFill>
                  </a:tcPr>
                </a:tc>
                <a:tc>
                  <a:txBody>
                    <a:bodyPr/>
                    <a:lstStyle/>
                    <a:p>
                      <a:pPr algn="ctr"/>
                      <a:r>
                        <a:rPr lang="en-US" altLang="zh-CN" b="1" spc="300" dirty="0">
                          <a:solidFill>
                            <a:schemeClr val="tx1"/>
                          </a:solidFill>
                        </a:rPr>
                        <a:t>01111110</a:t>
                      </a:r>
                      <a:endParaRPr lang="zh-CN" altLang="en-US" b="1" spc="300" dirty="0">
                        <a:solidFill>
                          <a:schemeClr val="tx1"/>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algn="ctr"/>
                      <a:r>
                        <a:rPr lang="en-US" altLang="zh-CN" b="1" spc="300" dirty="0">
                          <a:solidFill>
                            <a:schemeClr val="tx1"/>
                          </a:solidFill>
                        </a:rPr>
                        <a:t>01111110</a:t>
                      </a:r>
                      <a:endParaRPr lang="zh-CN" altLang="en-US" b="1" spc="300" dirty="0">
                        <a:solidFill>
                          <a:schemeClr val="tx1"/>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extLst>
                  <a:ext uri="{0D108BD9-81ED-4DB2-BD59-A6C34878D82A}">
                    <a16:rowId xmlns:a16="http://schemas.microsoft.com/office/drawing/2014/main" val="230374061"/>
                  </a:ext>
                </a:extLst>
              </a:tr>
            </a:tbl>
          </a:graphicData>
        </a:graphic>
      </p:graphicFrame>
      <p:graphicFrame>
        <p:nvGraphicFramePr>
          <p:cNvPr id="57" name="表格 8">
            <a:extLst>
              <a:ext uri="{FF2B5EF4-FFF2-40B4-BE49-F238E27FC236}">
                <a16:creationId xmlns:a16="http://schemas.microsoft.com/office/drawing/2014/main" id="{BC820CF4-4132-4838-AE3E-1F71C84DEA3E}"/>
              </a:ext>
            </a:extLst>
          </p:cNvPr>
          <p:cNvGraphicFramePr>
            <a:graphicFrameLocks noGrp="1"/>
          </p:cNvGraphicFramePr>
          <p:nvPr/>
        </p:nvGraphicFramePr>
        <p:xfrm>
          <a:off x="304800" y="4897009"/>
          <a:ext cx="11582400" cy="1483360"/>
        </p:xfrm>
        <a:graphic>
          <a:graphicData uri="http://schemas.openxmlformats.org/drawingml/2006/table">
            <a:tbl>
              <a:tblPr firstRow="1" bandRow="1">
                <a:tableStyleId>{5C22544A-7EE6-4342-B048-85BDC9FD1C3A}</a:tableStyleId>
              </a:tblPr>
              <a:tblGrid>
                <a:gridCol w="1435947">
                  <a:extLst>
                    <a:ext uri="{9D8B030D-6E8A-4147-A177-3AD203B41FA5}">
                      <a16:colId xmlns:a16="http://schemas.microsoft.com/office/drawing/2014/main" val="3648292013"/>
                    </a:ext>
                  </a:extLst>
                </a:gridCol>
                <a:gridCol w="2174240">
                  <a:extLst>
                    <a:ext uri="{9D8B030D-6E8A-4147-A177-3AD203B41FA5}">
                      <a16:colId xmlns:a16="http://schemas.microsoft.com/office/drawing/2014/main" val="3188631861"/>
                    </a:ext>
                  </a:extLst>
                </a:gridCol>
                <a:gridCol w="2174240">
                  <a:extLst>
                    <a:ext uri="{9D8B030D-6E8A-4147-A177-3AD203B41FA5}">
                      <a16:colId xmlns:a16="http://schemas.microsoft.com/office/drawing/2014/main" val="3167186302"/>
                    </a:ext>
                  </a:extLst>
                </a:gridCol>
                <a:gridCol w="2174240">
                  <a:extLst>
                    <a:ext uri="{9D8B030D-6E8A-4147-A177-3AD203B41FA5}">
                      <a16:colId xmlns:a16="http://schemas.microsoft.com/office/drawing/2014/main" val="986096835"/>
                    </a:ext>
                  </a:extLst>
                </a:gridCol>
                <a:gridCol w="2174240">
                  <a:extLst>
                    <a:ext uri="{9D8B030D-6E8A-4147-A177-3AD203B41FA5}">
                      <a16:colId xmlns:a16="http://schemas.microsoft.com/office/drawing/2014/main" val="1934360366"/>
                    </a:ext>
                  </a:extLst>
                </a:gridCol>
                <a:gridCol w="1449493">
                  <a:extLst>
                    <a:ext uri="{9D8B030D-6E8A-4147-A177-3AD203B41FA5}">
                      <a16:colId xmlns:a16="http://schemas.microsoft.com/office/drawing/2014/main" val="3640274392"/>
                    </a:ext>
                  </a:extLst>
                </a:gridCol>
              </a:tblGrid>
              <a:tr h="370840">
                <a:tc gridSpan="6">
                  <a:txBody>
                    <a:bodyPr/>
                    <a:lstStyle/>
                    <a:p>
                      <a:pPr algn="ctr"/>
                      <a:r>
                        <a:rPr lang="zh-CN" altLang="en-US" b="1" dirty="0">
                          <a:solidFill>
                            <a:schemeClr val="tx1"/>
                          </a:solidFill>
                          <a:highlight>
                            <a:srgbClr val="F4B919"/>
                          </a:highlight>
                        </a:rPr>
                        <a:t>零比特填充</a:t>
                      </a:r>
                      <a:r>
                        <a:rPr lang="zh-CN" altLang="en-US" b="1" dirty="0">
                          <a:solidFill>
                            <a:schemeClr val="tx1"/>
                          </a:solidFill>
                        </a:rPr>
                        <a:t>法封装成帧</a:t>
                      </a: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hMerge="1">
                  <a:txBody>
                    <a:bodyPr/>
                    <a:lstStyle/>
                    <a:p>
                      <a:endParaRPr lang="zh-CN" altLang="en-US" dirty="0"/>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hMerge="1">
                  <a:txBody>
                    <a:bodyPr/>
                    <a:lstStyle/>
                    <a:p>
                      <a:endParaRPr lang="zh-CN" altLang="en-US" dirty="0"/>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hMerge="1">
                  <a:txBody>
                    <a:bodyPr/>
                    <a:lstStyle/>
                    <a:p>
                      <a:endParaRPr lang="zh-CN" altLang="en-US" dirty="0"/>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hMerge="1">
                  <a:txBody>
                    <a:bodyPr/>
                    <a:lstStyle/>
                    <a:p>
                      <a:endParaRPr lang="zh-CN" altLang="en-US" dirty="0"/>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hMerge="1">
                  <a:txBody>
                    <a:bodyPr/>
                    <a:lstStyle/>
                    <a:p>
                      <a:endParaRPr lang="zh-CN" altLang="en-US" dirty="0"/>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extLst>
                  <a:ext uri="{0D108BD9-81ED-4DB2-BD59-A6C34878D82A}">
                    <a16:rowId xmlns:a16="http://schemas.microsoft.com/office/drawing/2014/main" val="1382029831"/>
                  </a:ext>
                </a:extLst>
              </a:tr>
              <a:tr h="370840">
                <a:tc>
                  <a:txBody>
                    <a:bodyPr/>
                    <a:lstStyle/>
                    <a:p>
                      <a:pPr algn="ctr"/>
                      <a:r>
                        <a:rPr lang="zh-CN" altLang="en-US" b="1" dirty="0">
                          <a:solidFill>
                            <a:schemeClr val="tx1"/>
                          </a:solidFill>
                        </a:rPr>
                        <a:t>帧定界符</a:t>
                      </a:r>
                      <a:endParaRPr lang="en-US" altLang="zh-CN" b="1" dirty="0">
                        <a:solidFill>
                          <a:schemeClr val="tx1"/>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gridSpan="4">
                  <a:txBody>
                    <a:bodyPr/>
                    <a:lstStyle/>
                    <a:p>
                      <a:pPr algn="ctr"/>
                      <a:r>
                        <a:rPr lang="zh-CN" altLang="en-US" b="1" dirty="0">
                          <a:solidFill>
                            <a:schemeClr val="tx1"/>
                          </a:solidFill>
                        </a:rPr>
                        <a:t>帧的数据载荷</a:t>
                      </a: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hMerge="1">
                  <a:txBody>
                    <a:bodyPr/>
                    <a:lstStyle/>
                    <a:p>
                      <a:pPr algn="ctr"/>
                      <a:endParaRPr lang="zh-CN" altLang="en-US" b="1" dirty="0">
                        <a:solidFill>
                          <a:schemeClr val="tx1"/>
                        </a:solidFill>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hMerge="1">
                  <a:txBody>
                    <a:bodyPr/>
                    <a:lstStyle/>
                    <a:p>
                      <a:pPr algn="ctr"/>
                      <a:endParaRPr lang="zh-CN" altLang="en-US" b="1" dirty="0">
                        <a:solidFill>
                          <a:schemeClr val="tx1"/>
                        </a:solidFill>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hMerge="1">
                  <a:txBody>
                    <a:bodyPr/>
                    <a:lstStyle/>
                    <a:p>
                      <a:pPr algn="ctr"/>
                      <a:endParaRPr lang="zh-CN" altLang="en-US" b="1" dirty="0">
                        <a:solidFill>
                          <a:schemeClr val="tx1"/>
                        </a:solidFill>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algn="ctr"/>
                      <a:r>
                        <a:rPr lang="zh-CN" altLang="en-US" b="1" dirty="0">
                          <a:solidFill>
                            <a:schemeClr val="tx1"/>
                          </a:solidFill>
                        </a:rPr>
                        <a:t>帧定界符</a:t>
                      </a:r>
                      <a:endParaRPr lang="en-US" altLang="zh-CN" b="1" dirty="0">
                        <a:solidFill>
                          <a:schemeClr val="tx1"/>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extLst>
                  <a:ext uri="{0D108BD9-81ED-4DB2-BD59-A6C34878D82A}">
                    <a16:rowId xmlns:a16="http://schemas.microsoft.com/office/drawing/2014/main" val="3918110342"/>
                  </a:ext>
                </a:extLst>
              </a:tr>
              <a:tr h="370840">
                <a:tc>
                  <a:txBody>
                    <a:bodyPr/>
                    <a:lstStyle/>
                    <a:p>
                      <a:pPr algn="ctr"/>
                      <a:r>
                        <a:rPr lang="en-US" altLang="zh-CN" b="1" spc="300" dirty="0">
                          <a:solidFill>
                            <a:schemeClr val="tx1"/>
                          </a:solidFill>
                        </a:rPr>
                        <a:t>FLAG</a:t>
                      </a:r>
                      <a:endParaRPr lang="zh-CN" altLang="en-US" b="1" spc="300" dirty="0">
                        <a:solidFill>
                          <a:schemeClr val="tx1"/>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algn="ctr"/>
                      <a:r>
                        <a:rPr lang="en-US" altLang="zh-CN" b="1" spc="300" dirty="0">
                          <a:solidFill>
                            <a:schemeClr val="tx1"/>
                          </a:solidFill>
                        </a:rPr>
                        <a:t>A</a:t>
                      </a:r>
                      <a:endParaRPr lang="zh-CN" altLang="en-US" b="1" spc="300" dirty="0">
                        <a:solidFill>
                          <a:schemeClr val="tx1"/>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algn="ctr"/>
                      <a:r>
                        <a:rPr lang="en-US" altLang="zh-CN" b="1" spc="300" dirty="0">
                          <a:solidFill>
                            <a:schemeClr val="tx1"/>
                          </a:solidFill>
                        </a:rPr>
                        <a:t>B</a:t>
                      </a:r>
                      <a:endParaRPr lang="zh-CN" altLang="en-US" b="1" spc="300" dirty="0">
                        <a:solidFill>
                          <a:schemeClr val="tx1"/>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algn="ctr"/>
                      <a:r>
                        <a:rPr lang="en-US" altLang="zh-CN" b="1" spc="300" dirty="0">
                          <a:solidFill>
                            <a:schemeClr val="tx1"/>
                          </a:solidFill>
                        </a:rPr>
                        <a:t>ESC</a:t>
                      </a:r>
                      <a:endParaRPr lang="zh-CN" altLang="en-US" b="1" spc="300" dirty="0">
                        <a:solidFill>
                          <a:schemeClr val="tx1"/>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algn="ctr"/>
                      <a:r>
                        <a:rPr lang="en-US" altLang="zh-CN" b="1" spc="300" dirty="0">
                          <a:solidFill>
                            <a:schemeClr val="tx1"/>
                          </a:solidFill>
                        </a:rPr>
                        <a:t>FLAG</a:t>
                      </a:r>
                      <a:endParaRPr lang="zh-CN" altLang="en-US" b="1" spc="300" dirty="0">
                        <a:solidFill>
                          <a:schemeClr val="tx1"/>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algn="ctr"/>
                      <a:r>
                        <a:rPr lang="en-US" altLang="zh-CN" b="1" spc="300" dirty="0">
                          <a:solidFill>
                            <a:schemeClr val="tx1"/>
                          </a:solidFill>
                        </a:rPr>
                        <a:t>FLAG</a:t>
                      </a:r>
                      <a:endParaRPr lang="zh-CN" altLang="en-US" b="1" spc="300" dirty="0">
                        <a:solidFill>
                          <a:schemeClr val="tx1"/>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extLst>
                  <a:ext uri="{0D108BD9-81ED-4DB2-BD59-A6C34878D82A}">
                    <a16:rowId xmlns:a16="http://schemas.microsoft.com/office/drawing/2014/main" val="3884618632"/>
                  </a:ext>
                </a:extLst>
              </a:tr>
              <a:tr h="370840">
                <a:tc>
                  <a:txBody>
                    <a:bodyPr/>
                    <a:lstStyle/>
                    <a:p>
                      <a:pPr algn="ctr"/>
                      <a:r>
                        <a:rPr lang="en-US" altLang="zh-CN" b="1" spc="300" dirty="0">
                          <a:solidFill>
                            <a:schemeClr val="tx1"/>
                          </a:solidFill>
                        </a:rPr>
                        <a:t>01111110</a:t>
                      </a:r>
                      <a:endParaRPr lang="zh-CN" altLang="en-US" b="1" spc="300" dirty="0">
                        <a:solidFill>
                          <a:schemeClr val="tx1"/>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algn="ctr"/>
                      <a:r>
                        <a:rPr lang="en-US" altLang="zh-CN" b="1" spc="300" dirty="0">
                          <a:solidFill>
                            <a:schemeClr val="tx1"/>
                          </a:solidFill>
                        </a:rPr>
                        <a:t>01000111</a:t>
                      </a:r>
                      <a:endParaRPr lang="zh-CN" altLang="en-US" b="1" spc="300" dirty="0">
                        <a:solidFill>
                          <a:schemeClr val="tx1"/>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algn="ctr"/>
                      <a:r>
                        <a:rPr lang="en-US" altLang="zh-CN" b="1" spc="300" dirty="0">
                          <a:solidFill>
                            <a:schemeClr val="tx1"/>
                          </a:solidFill>
                        </a:rPr>
                        <a:t>11</a:t>
                      </a:r>
                      <a:r>
                        <a:rPr lang="en-US" altLang="zh-CN" b="1" spc="300" dirty="0">
                          <a:solidFill>
                            <a:schemeClr val="tx1"/>
                          </a:solidFill>
                          <a:highlight>
                            <a:srgbClr val="F4B919"/>
                          </a:highlight>
                        </a:rPr>
                        <a:t>0</a:t>
                      </a:r>
                      <a:r>
                        <a:rPr lang="en-US" altLang="zh-CN" b="1" spc="300" dirty="0">
                          <a:solidFill>
                            <a:schemeClr val="tx1"/>
                          </a:solidFill>
                        </a:rPr>
                        <a:t>100011</a:t>
                      </a:r>
                      <a:endParaRPr lang="zh-CN" altLang="en-US" b="1" spc="300" dirty="0">
                        <a:solidFill>
                          <a:schemeClr val="tx1"/>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algn="ctr"/>
                      <a:r>
                        <a:rPr lang="en-US" altLang="zh-CN" b="1" spc="300" dirty="0">
                          <a:solidFill>
                            <a:schemeClr val="tx1"/>
                          </a:solidFill>
                        </a:rPr>
                        <a:t>111</a:t>
                      </a:r>
                      <a:r>
                        <a:rPr lang="en-US" altLang="zh-CN" b="1" spc="300" dirty="0">
                          <a:solidFill>
                            <a:schemeClr val="tx1"/>
                          </a:solidFill>
                          <a:highlight>
                            <a:srgbClr val="F4B919"/>
                          </a:highlight>
                        </a:rPr>
                        <a:t>0</a:t>
                      </a:r>
                      <a:r>
                        <a:rPr lang="en-US" altLang="zh-CN" b="1" spc="300" dirty="0">
                          <a:solidFill>
                            <a:schemeClr val="tx1"/>
                          </a:solidFill>
                        </a:rPr>
                        <a:t>00000</a:t>
                      </a:r>
                      <a:endParaRPr lang="zh-CN" altLang="en-US" b="1" spc="300" dirty="0">
                        <a:solidFill>
                          <a:schemeClr val="tx1"/>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algn="ctr"/>
                      <a:r>
                        <a:rPr lang="en-US" altLang="zh-CN" b="1" spc="300" dirty="0">
                          <a:solidFill>
                            <a:schemeClr val="tx1"/>
                          </a:solidFill>
                        </a:rPr>
                        <a:t>011111</a:t>
                      </a:r>
                      <a:r>
                        <a:rPr lang="en-US" altLang="zh-CN" b="1" spc="300" dirty="0">
                          <a:solidFill>
                            <a:schemeClr val="tx1"/>
                          </a:solidFill>
                          <a:highlight>
                            <a:srgbClr val="F4B919"/>
                          </a:highlight>
                        </a:rPr>
                        <a:t>0</a:t>
                      </a:r>
                      <a:r>
                        <a:rPr lang="en-US" altLang="zh-CN" b="1" spc="300" dirty="0">
                          <a:solidFill>
                            <a:schemeClr val="tx1"/>
                          </a:solidFill>
                        </a:rPr>
                        <a:t>10</a:t>
                      </a:r>
                      <a:endParaRPr lang="zh-CN" altLang="en-US" b="1" spc="300" dirty="0">
                        <a:solidFill>
                          <a:schemeClr val="tx1"/>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algn="ctr"/>
                      <a:r>
                        <a:rPr lang="en-US" altLang="zh-CN" b="1" spc="300" dirty="0">
                          <a:solidFill>
                            <a:schemeClr val="tx1"/>
                          </a:solidFill>
                        </a:rPr>
                        <a:t>01111110</a:t>
                      </a:r>
                      <a:endParaRPr lang="zh-CN" altLang="en-US" b="1" spc="300" dirty="0">
                        <a:solidFill>
                          <a:schemeClr val="tx1"/>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extLst>
                  <a:ext uri="{0D108BD9-81ED-4DB2-BD59-A6C34878D82A}">
                    <a16:rowId xmlns:a16="http://schemas.microsoft.com/office/drawing/2014/main" val="230374061"/>
                  </a:ext>
                </a:extLst>
              </a:tr>
            </a:tbl>
          </a:graphicData>
        </a:graphic>
      </p:graphicFrame>
    </p:spTree>
    <p:custDataLst>
      <p:tags r:id="rId1"/>
    </p:custDataLst>
    <p:extLst>
      <p:ext uri="{BB962C8B-B14F-4D97-AF65-F5344CB8AC3E}">
        <p14:creationId xmlns:p14="http://schemas.microsoft.com/office/powerpoint/2010/main" val="2005757399"/>
      </p:ext>
    </p:extLst>
  </p:cSld>
  <p:clrMapOvr>
    <a:masterClrMapping/>
  </p:clrMapOvr>
  <mc:AlternateContent xmlns:mc="http://schemas.openxmlformats.org/markup-compatibility/2006" xmlns:p14="http://schemas.microsoft.com/office/powerpoint/2010/main">
    <mc:Choice Requires="p14">
      <p:transition p14:dur="10"/>
    </mc:Choice>
    <mc:Fallback xmlns="">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30" presetClass="entr" presetSubtype="0" fill="hold" nodeType="withEffect">
                                  <p:stCondLst>
                                    <p:cond delay="0"/>
                                  </p:stCondLst>
                                  <p:childTnLst>
                                    <p:set>
                                      <p:cBhvr>
                                        <p:cTn id="6" dur="1" fill="hold">
                                          <p:stCondLst>
                                            <p:cond delay="0"/>
                                          </p:stCondLst>
                                        </p:cTn>
                                        <p:tgtEl>
                                          <p:spTgt spid="9"/>
                                        </p:tgtEl>
                                        <p:attrNameLst>
                                          <p:attrName>style.visibility</p:attrName>
                                        </p:attrNameLst>
                                      </p:cBhvr>
                                      <p:to>
                                        <p:strVal val="visible"/>
                                      </p:to>
                                    </p:set>
                                    <p:animEffect transition="in" filter="fade">
                                      <p:cBhvr>
                                        <p:cTn id="7" dur="800" decel="100000"/>
                                        <p:tgtEl>
                                          <p:spTgt spid="9"/>
                                        </p:tgtEl>
                                      </p:cBhvr>
                                    </p:animEffect>
                                    <p:anim calcmode="lin" valueType="num">
                                      <p:cBhvr>
                                        <p:cTn id="8" dur="800" decel="100000" fill="hold"/>
                                        <p:tgtEl>
                                          <p:spTgt spid="9"/>
                                        </p:tgtEl>
                                        <p:attrNameLst>
                                          <p:attrName>style.rotation</p:attrName>
                                        </p:attrNameLst>
                                      </p:cBhvr>
                                      <p:tavLst>
                                        <p:tav tm="0">
                                          <p:val>
                                            <p:fltVal val="-90"/>
                                          </p:val>
                                        </p:tav>
                                        <p:tav tm="100000">
                                          <p:val>
                                            <p:fltVal val="0"/>
                                          </p:val>
                                        </p:tav>
                                      </p:tavLst>
                                    </p:anim>
                                    <p:anim calcmode="lin" valueType="num">
                                      <p:cBhvr>
                                        <p:cTn id="9" dur="800" decel="100000" fill="hold"/>
                                        <p:tgtEl>
                                          <p:spTgt spid="9"/>
                                        </p:tgtEl>
                                        <p:attrNameLst>
                                          <p:attrName>ppt_x</p:attrName>
                                        </p:attrNameLst>
                                      </p:cBhvr>
                                      <p:tavLst>
                                        <p:tav tm="0">
                                          <p:val>
                                            <p:strVal val="#ppt_x+0.4"/>
                                          </p:val>
                                        </p:tav>
                                        <p:tav tm="100000">
                                          <p:val>
                                            <p:strVal val="#ppt_x-0.05"/>
                                          </p:val>
                                        </p:tav>
                                      </p:tavLst>
                                    </p:anim>
                                    <p:anim calcmode="lin" valueType="num">
                                      <p:cBhvr>
                                        <p:cTn id="10" dur="800" decel="100000" fill="hold"/>
                                        <p:tgtEl>
                                          <p:spTgt spid="9"/>
                                        </p:tgtEl>
                                        <p:attrNameLst>
                                          <p:attrName>ppt_y</p:attrName>
                                        </p:attrNameLst>
                                      </p:cBhvr>
                                      <p:tavLst>
                                        <p:tav tm="0">
                                          <p:val>
                                            <p:strVal val="#ppt_y-0.4"/>
                                          </p:val>
                                        </p:tav>
                                        <p:tav tm="100000">
                                          <p:val>
                                            <p:strVal val="#ppt_y+0.1"/>
                                          </p:val>
                                        </p:tav>
                                      </p:tavLst>
                                    </p:anim>
                                    <p:anim calcmode="lin" valueType="num">
                                      <p:cBhvr>
                                        <p:cTn id="11" dur="200" accel="100000" fill="hold">
                                          <p:stCondLst>
                                            <p:cond delay="800"/>
                                          </p:stCondLst>
                                        </p:cTn>
                                        <p:tgtEl>
                                          <p:spTgt spid="9"/>
                                        </p:tgtEl>
                                        <p:attrNameLst>
                                          <p:attrName>ppt_x</p:attrName>
                                        </p:attrNameLst>
                                      </p:cBhvr>
                                      <p:tavLst>
                                        <p:tav tm="0">
                                          <p:val>
                                            <p:strVal val="#ppt_x-0.05"/>
                                          </p:val>
                                        </p:tav>
                                        <p:tav tm="100000">
                                          <p:val>
                                            <p:strVal val="#ppt_x"/>
                                          </p:val>
                                        </p:tav>
                                      </p:tavLst>
                                    </p:anim>
                                    <p:anim calcmode="lin" valueType="num">
                                      <p:cBhvr>
                                        <p:cTn id="12" dur="200" accel="100000" fill="hold">
                                          <p:stCondLst>
                                            <p:cond delay="800"/>
                                          </p:stCondLst>
                                        </p:cTn>
                                        <p:tgtEl>
                                          <p:spTgt spid="9"/>
                                        </p:tgtEl>
                                        <p:attrNameLst>
                                          <p:attrName>ppt_y</p:attrName>
                                        </p:attrNameLst>
                                      </p:cBhvr>
                                      <p:tavLst>
                                        <p:tav tm="0">
                                          <p:val>
                                            <p:strVal val="#ppt_y+0.1"/>
                                          </p:val>
                                        </p:tav>
                                        <p:tav tm="100000">
                                          <p:val>
                                            <p:strVal val="#ppt_y"/>
                                          </p:val>
                                        </p:tav>
                                      </p:tavLst>
                                    </p:anim>
                                  </p:childTnLst>
                                </p:cTn>
                              </p:par>
                            </p:childTnLst>
                          </p:cTn>
                        </p:par>
                      </p:childTnLst>
                    </p:cTn>
                  </p:par>
                  <p:par>
                    <p:cTn id="13" fill="hold">
                      <p:stCondLst>
                        <p:cond delay="indefinite"/>
                      </p:stCondLst>
                      <p:childTnLst>
                        <p:par>
                          <p:cTn id="14" fill="hold">
                            <p:stCondLst>
                              <p:cond delay="0"/>
                            </p:stCondLst>
                            <p:childTnLst>
                              <p:par>
                                <p:cTn id="15" presetID="22" presetClass="entr" presetSubtype="1" fill="hold" grpId="0" nodeType="clickEffect">
                                  <p:stCondLst>
                                    <p:cond delay="0"/>
                                  </p:stCondLst>
                                  <p:childTnLst>
                                    <p:set>
                                      <p:cBhvr>
                                        <p:cTn id="16" dur="1" fill="hold">
                                          <p:stCondLst>
                                            <p:cond delay="0"/>
                                          </p:stCondLst>
                                        </p:cTn>
                                        <p:tgtEl>
                                          <p:spTgt spid="44"/>
                                        </p:tgtEl>
                                        <p:attrNameLst>
                                          <p:attrName>style.visibility</p:attrName>
                                        </p:attrNameLst>
                                      </p:cBhvr>
                                      <p:to>
                                        <p:strVal val="visible"/>
                                      </p:to>
                                    </p:set>
                                    <p:animEffect transition="in" filter="wipe(up)">
                                      <p:cBhvr>
                                        <p:cTn id="17" dur="500"/>
                                        <p:tgtEl>
                                          <p:spTgt spid="44"/>
                                        </p:tgtEl>
                                      </p:cBhvr>
                                    </p:animEffect>
                                  </p:childTnLst>
                                </p:cTn>
                              </p:par>
                            </p:childTnLst>
                          </p:cTn>
                        </p:par>
                        <p:par>
                          <p:cTn id="18" fill="hold">
                            <p:stCondLst>
                              <p:cond delay="500"/>
                            </p:stCondLst>
                            <p:childTnLst>
                              <p:par>
                                <p:cTn id="19" presetID="22" presetClass="entr" presetSubtype="1" fill="hold" nodeType="afterEffect">
                                  <p:stCondLst>
                                    <p:cond delay="0"/>
                                  </p:stCondLst>
                                  <p:childTnLst>
                                    <p:set>
                                      <p:cBhvr>
                                        <p:cTn id="20" dur="1" fill="hold">
                                          <p:stCondLst>
                                            <p:cond delay="0"/>
                                          </p:stCondLst>
                                        </p:cTn>
                                        <p:tgtEl>
                                          <p:spTgt spid="8"/>
                                        </p:tgtEl>
                                        <p:attrNameLst>
                                          <p:attrName>style.visibility</p:attrName>
                                        </p:attrNameLst>
                                      </p:cBhvr>
                                      <p:to>
                                        <p:strVal val="visible"/>
                                      </p:to>
                                    </p:set>
                                    <p:animEffect transition="in" filter="wipe(up)">
                                      <p:cBhvr>
                                        <p:cTn id="21" dur="500"/>
                                        <p:tgtEl>
                                          <p:spTgt spid="8"/>
                                        </p:tgtEl>
                                      </p:cBhvr>
                                    </p:animEffect>
                                  </p:childTnLst>
                                </p:cTn>
                              </p:par>
                            </p:childTnLst>
                          </p:cTn>
                        </p:par>
                        <p:par>
                          <p:cTn id="22" fill="hold">
                            <p:stCondLst>
                              <p:cond delay="1000"/>
                            </p:stCondLst>
                            <p:childTnLst>
                              <p:par>
                                <p:cTn id="23" presetID="22" presetClass="entr" presetSubtype="1" fill="hold" nodeType="afterEffect">
                                  <p:stCondLst>
                                    <p:cond delay="0"/>
                                  </p:stCondLst>
                                  <p:childTnLst>
                                    <p:set>
                                      <p:cBhvr>
                                        <p:cTn id="24" dur="1" fill="hold">
                                          <p:stCondLst>
                                            <p:cond delay="0"/>
                                          </p:stCondLst>
                                        </p:cTn>
                                        <p:tgtEl>
                                          <p:spTgt spid="57"/>
                                        </p:tgtEl>
                                        <p:attrNameLst>
                                          <p:attrName>style.visibility</p:attrName>
                                        </p:attrNameLst>
                                      </p:cBhvr>
                                      <p:to>
                                        <p:strVal val="visible"/>
                                      </p:to>
                                    </p:set>
                                    <p:animEffect transition="in" filter="wipe(up)">
                                      <p:cBhvr>
                                        <p:cTn id="25" dur="500"/>
                                        <p:tgtEl>
                                          <p:spTgt spid="57"/>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4" grpId="0"/>
    </p:bldLst>
  </p:timing>
</p:sld>
</file>

<file path=ppt/slides/slide6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2" name="组合 1">
            <a:extLst>
              <a:ext uri="{FF2B5EF4-FFF2-40B4-BE49-F238E27FC236}">
                <a16:creationId xmlns:a16="http://schemas.microsoft.com/office/drawing/2014/main" id="{1B476F5D-A1C2-7C1F-CE66-52068395579A}"/>
              </a:ext>
            </a:extLst>
          </p:cNvPr>
          <p:cNvGrpSpPr/>
          <p:nvPr/>
        </p:nvGrpSpPr>
        <p:grpSpPr>
          <a:xfrm>
            <a:off x="3287664" y="1188116"/>
            <a:ext cx="4965032" cy="3795840"/>
            <a:chOff x="3287664" y="1188116"/>
            <a:chExt cx="4965032" cy="3795840"/>
          </a:xfrm>
        </p:grpSpPr>
        <p:sp>
          <p:nvSpPr>
            <p:cNvPr id="12" name="íşlïḍè"/>
            <p:cNvSpPr txBox="1"/>
            <p:nvPr/>
          </p:nvSpPr>
          <p:spPr>
            <a:xfrm>
              <a:off x="3965620" y="1188116"/>
              <a:ext cx="4287076" cy="419100"/>
            </a:xfrm>
            <a:prstGeom prst="rect">
              <a:avLst/>
            </a:prstGeom>
            <a:noFill/>
          </p:spPr>
          <p:txBody>
            <a:bodyPr wrap="square" lIns="91440" tIns="45720" rIns="91440" bIns="45720" anchor="ctr">
              <a:noAutofit/>
            </a:bodyPr>
            <a:lstStyle/>
            <a:p>
              <a:pPr algn="ctr"/>
              <a:r>
                <a:rPr lang="en-US" altLang="zh-CN" sz="2400" b="1" dirty="0"/>
                <a:t>3.2.2 </a:t>
              </a:r>
              <a:r>
                <a:rPr lang="zh-CN" altLang="en-US" sz="2400" b="1" dirty="0"/>
                <a:t>差错检测</a:t>
              </a:r>
              <a:endParaRPr lang="en-US" altLang="zh-CN" sz="2400" b="1" dirty="0"/>
            </a:p>
          </p:txBody>
        </p:sp>
        <p:grpSp>
          <p:nvGrpSpPr>
            <p:cNvPr id="6" name="组合 5"/>
            <p:cNvGrpSpPr/>
            <p:nvPr/>
          </p:nvGrpSpPr>
          <p:grpSpPr>
            <a:xfrm>
              <a:off x="3287664" y="2010058"/>
              <a:ext cx="4962513" cy="595554"/>
              <a:chOff x="1912019" y="2200834"/>
              <a:chExt cx="4962513" cy="595554"/>
            </a:xfrm>
          </p:grpSpPr>
          <p:sp>
            <p:nvSpPr>
              <p:cNvPr id="5" name="平行四边形 4"/>
              <p:cNvSpPr/>
              <p:nvPr/>
            </p:nvSpPr>
            <p:spPr>
              <a:xfrm>
                <a:off x="1912019" y="2200834"/>
                <a:ext cx="828092" cy="595554"/>
              </a:xfrm>
              <a:prstGeom prst="parallelogram">
                <a:avLst/>
              </a:prstGeom>
              <a:solidFill>
                <a:schemeClr val="accent3">
                  <a:lumMod val="75000"/>
                </a:schemeClr>
              </a:solidFill>
              <a:ln>
                <a:solidFill>
                  <a:schemeClr val="accent3">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CN" sz="2800" dirty="0">
                    <a:latin typeface="Impact" panose="020B0806030902050204" pitchFamily="34" charset="0"/>
                  </a:rPr>
                  <a:t>01</a:t>
                </a:r>
                <a:endParaRPr lang="zh-CN" altLang="en-US" sz="2800" dirty="0">
                  <a:latin typeface="Impact" panose="020B0806030902050204" pitchFamily="34" charset="0"/>
                </a:endParaRPr>
              </a:p>
            </p:txBody>
          </p:sp>
          <p:sp>
            <p:nvSpPr>
              <p:cNvPr id="25" name="平行四边形 24"/>
              <p:cNvSpPr/>
              <p:nvPr/>
            </p:nvSpPr>
            <p:spPr>
              <a:xfrm>
                <a:off x="2587456" y="2200834"/>
                <a:ext cx="4287076" cy="595554"/>
              </a:xfrm>
              <a:prstGeom prst="parallelogram">
                <a:avLst/>
              </a:prstGeom>
              <a:noFill/>
              <a:ln>
                <a:solidFill>
                  <a:schemeClr val="accent3">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r>
                  <a:rPr lang="zh-CN" altLang="en-US" sz="2200" b="1" dirty="0">
                    <a:solidFill>
                      <a:schemeClr val="tx1"/>
                    </a:solidFill>
                    <a:latin typeface="Impact" panose="020B0806030902050204" pitchFamily="34" charset="0"/>
                  </a:rPr>
                  <a:t>误码的相关概念</a:t>
                </a:r>
              </a:p>
            </p:txBody>
          </p:sp>
        </p:grpSp>
        <p:grpSp>
          <p:nvGrpSpPr>
            <p:cNvPr id="32" name="组合 31"/>
            <p:cNvGrpSpPr/>
            <p:nvPr/>
          </p:nvGrpSpPr>
          <p:grpSpPr>
            <a:xfrm>
              <a:off x="3287664" y="3199230"/>
              <a:ext cx="4962511" cy="595554"/>
              <a:chOff x="1912018" y="3390006"/>
              <a:chExt cx="4962511" cy="595554"/>
            </a:xfrm>
          </p:grpSpPr>
          <p:sp>
            <p:nvSpPr>
              <p:cNvPr id="27" name="平行四边形 26"/>
              <p:cNvSpPr/>
              <p:nvPr/>
            </p:nvSpPr>
            <p:spPr>
              <a:xfrm>
                <a:off x="1912018" y="3390006"/>
                <a:ext cx="828092" cy="595554"/>
              </a:xfrm>
              <a:prstGeom prst="parallelogram">
                <a:avLst/>
              </a:prstGeom>
              <a:solidFill>
                <a:schemeClr val="accent3">
                  <a:lumMod val="75000"/>
                </a:schemeClr>
              </a:solidFill>
              <a:ln>
                <a:solidFill>
                  <a:schemeClr val="accent3">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CN" sz="2800" dirty="0">
                    <a:latin typeface="Impact" panose="020B0806030902050204" pitchFamily="34" charset="0"/>
                  </a:rPr>
                  <a:t>02</a:t>
                </a:r>
                <a:endParaRPr lang="zh-CN" altLang="en-US" sz="2800" dirty="0">
                  <a:latin typeface="Impact" panose="020B0806030902050204" pitchFamily="34" charset="0"/>
                </a:endParaRPr>
              </a:p>
            </p:txBody>
          </p:sp>
          <p:sp>
            <p:nvSpPr>
              <p:cNvPr id="28" name="平行四边形 27"/>
              <p:cNvSpPr/>
              <p:nvPr/>
            </p:nvSpPr>
            <p:spPr>
              <a:xfrm>
                <a:off x="2587454" y="3390006"/>
                <a:ext cx="4287075" cy="595554"/>
              </a:xfrm>
              <a:prstGeom prst="parallelogram">
                <a:avLst/>
              </a:prstGeom>
              <a:noFill/>
              <a:ln>
                <a:solidFill>
                  <a:schemeClr val="accent3">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r>
                  <a:rPr lang="zh-CN" altLang="en-US" sz="2200" b="1" dirty="0">
                    <a:solidFill>
                      <a:schemeClr val="tx1"/>
                    </a:solidFill>
                    <a:latin typeface="Impact" panose="020B0806030902050204" pitchFamily="34" charset="0"/>
                  </a:rPr>
                  <a:t>奇偶校验</a:t>
                </a:r>
              </a:p>
            </p:txBody>
          </p:sp>
        </p:grpSp>
        <p:grpSp>
          <p:nvGrpSpPr>
            <p:cNvPr id="10" name="组合 9">
              <a:extLst>
                <a:ext uri="{FF2B5EF4-FFF2-40B4-BE49-F238E27FC236}">
                  <a16:creationId xmlns:a16="http://schemas.microsoft.com/office/drawing/2014/main" id="{5DB991E4-6CA7-95FA-6D65-2E4856F9222E}"/>
                </a:ext>
              </a:extLst>
            </p:cNvPr>
            <p:cNvGrpSpPr/>
            <p:nvPr/>
          </p:nvGrpSpPr>
          <p:grpSpPr>
            <a:xfrm>
              <a:off x="3287664" y="4388402"/>
              <a:ext cx="4962511" cy="595554"/>
              <a:chOff x="1912018" y="3390006"/>
              <a:chExt cx="4962511" cy="595554"/>
            </a:xfrm>
          </p:grpSpPr>
          <p:sp>
            <p:nvSpPr>
              <p:cNvPr id="11" name="平行四边形 10">
                <a:extLst>
                  <a:ext uri="{FF2B5EF4-FFF2-40B4-BE49-F238E27FC236}">
                    <a16:creationId xmlns:a16="http://schemas.microsoft.com/office/drawing/2014/main" id="{FB42DCD5-5514-3E1D-F8ED-2DE88E081FE8}"/>
                  </a:ext>
                </a:extLst>
              </p:cNvPr>
              <p:cNvSpPr/>
              <p:nvPr/>
            </p:nvSpPr>
            <p:spPr>
              <a:xfrm>
                <a:off x="1912018" y="3390006"/>
                <a:ext cx="828092" cy="595554"/>
              </a:xfrm>
              <a:prstGeom prst="parallelogram">
                <a:avLst/>
              </a:prstGeom>
              <a:solidFill>
                <a:schemeClr val="accent3">
                  <a:lumMod val="75000"/>
                </a:schemeClr>
              </a:solidFill>
              <a:ln>
                <a:solidFill>
                  <a:schemeClr val="accent3">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CN" sz="2800" dirty="0">
                    <a:latin typeface="Impact" panose="020B0806030902050204" pitchFamily="34" charset="0"/>
                  </a:rPr>
                  <a:t>03</a:t>
                </a:r>
                <a:endParaRPr lang="zh-CN" altLang="en-US" sz="2800" dirty="0">
                  <a:latin typeface="Impact" panose="020B0806030902050204" pitchFamily="34" charset="0"/>
                </a:endParaRPr>
              </a:p>
            </p:txBody>
          </p:sp>
          <p:sp>
            <p:nvSpPr>
              <p:cNvPr id="13" name="平行四边形 12">
                <a:extLst>
                  <a:ext uri="{FF2B5EF4-FFF2-40B4-BE49-F238E27FC236}">
                    <a16:creationId xmlns:a16="http://schemas.microsoft.com/office/drawing/2014/main" id="{F60D6E6E-1CB1-6E39-5E05-C6F857FA1BC0}"/>
                  </a:ext>
                </a:extLst>
              </p:cNvPr>
              <p:cNvSpPr/>
              <p:nvPr/>
            </p:nvSpPr>
            <p:spPr>
              <a:xfrm>
                <a:off x="2587454" y="3390006"/>
                <a:ext cx="4287075" cy="595554"/>
              </a:xfrm>
              <a:prstGeom prst="parallelogram">
                <a:avLst/>
              </a:prstGeom>
              <a:noFill/>
              <a:ln>
                <a:solidFill>
                  <a:schemeClr val="accent3">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r>
                  <a:rPr lang="zh-CN" altLang="en-US" sz="2200" b="1" dirty="0">
                    <a:solidFill>
                      <a:schemeClr val="tx1"/>
                    </a:solidFill>
                    <a:latin typeface="Impact" panose="020B0806030902050204" pitchFamily="34" charset="0"/>
                  </a:rPr>
                  <a:t>循环冗余校验</a:t>
                </a:r>
              </a:p>
            </p:txBody>
          </p:sp>
        </p:grpSp>
      </p:grpSp>
    </p:spTree>
    <p:extLst>
      <p:ext uri="{BB962C8B-B14F-4D97-AF65-F5344CB8AC3E}">
        <p14:creationId xmlns:p14="http://schemas.microsoft.com/office/powerpoint/2010/main" val="2386606542"/>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42" presetClass="entr" presetSubtype="0" fill="hold" nodeType="withEffect">
                                  <p:stCondLst>
                                    <p:cond delay="0"/>
                                  </p:stCondLst>
                                  <p:childTnLst>
                                    <p:set>
                                      <p:cBhvr>
                                        <p:cTn id="6" dur="1" fill="hold">
                                          <p:stCondLst>
                                            <p:cond delay="0"/>
                                          </p:stCondLst>
                                        </p:cTn>
                                        <p:tgtEl>
                                          <p:spTgt spid="2"/>
                                        </p:tgtEl>
                                        <p:attrNameLst>
                                          <p:attrName>style.visibility</p:attrName>
                                        </p:attrNameLst>
                                      </p:cBhvr>
                                      <p:to>
                                        <p:strVal val="visible"/>
                                      </p:to>
                                    </p:set>
                                    <p:animEffect transition="in" filter="fade">
                                      <p:cBhvr>
                                        <p:cTn id="7" dur="1000"/>
                                        <p:tgtEl>
                                          <p:spTgt spid="2"/>
                                        </p:tgtEl>
                                      </p:cBhvr>
                                    </p:animEffect>
                                    <p:anim calcmode="lin" valueType="num">
                                      <p:cBhvr>
                                        <p:cTn id="8" dur="1000" fill="hold"/>
                                        <p:tgtEl>
                                          <p:spTgt spid="2"/>
                                        </p:tgtEl>
                                        <p:attrNameLst>
                                          <p:attrName>ppt_x</p:attrName>
                                        </p:attrNameLst>
                                      </p:cBhvr>
                                      <p:tavLst>
                                        <p:tav tm="0">
                                          <p:val>
                                            <p:strVal val="#ppt_x"/>
                                          </p:val>
                                        </p:tav>
                                        <p:tav tm="100000">
                                          <p:val>
                                            <p:strVal val="#ppt_x"/>
                                          </p:val>
                                        </p:tav>
                                      </p:tavLst>
                                    </p:anim>
                                    <p:anim calcmode="lin" valueType="num">
                                      <p:cBhvr>
                                        <p:cTn id="9" dur="1000" fill="hold"/>
                                        <p:tgtEl>
                                          <p:spTgt spid="2"/>
                                        </p:tgtEl>
                                        <p:attrNameLst>
                                          <p:attrName>ppt_y</p:attrName>
                                        </p:attrNameLst>
                                      </p:cBhvr>
                                      <p:tavLst>
                                        <p:tav tm="0">
                                          <p:val>
                                            <p:strVal val="#ppt_y+.1"/>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6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4" name="组合 3">
            <a:extLst>
              <a:ext uri="{FF2B5EF4-FFF2-40B4-BE49-F238E27FC236}">
                <a16:creationId xmlns:a16="http://schemas.microsoft.com/office/drawing/2014/main" id="{9A1EA9F2-FCB6-48C3-935F-7AE7E3AD14AC}"/>
              </a:ext>
            </a:extLst>
          </p:cNvPr>
          <p:cNvGrpSpPr/>
          <p:nvPr/>
        </p:nvGrpSpPr>
        <p:grpSpPr>
          <a:xfrm>
            <a:off x="304800" y="749300"/>
            <a:ext cx="6192344" cy="400110"/>
            <a:chOff x="424117" y="898245"/>
            <a:chExt cx="6192344" cy="400110"/>
          </a:xfrm>
        </p:grpSpPr>
        <p:sp>
          <p:nvSpPr>
            <p:cNvPr id="2" name="平行四边形 1">
              <a:extLst>
                <a:ext uri="{FF2B5EF4-FFF2-40B4-BE49-F238E27FC236}">
                  <a16:creationId xmlns:a16="http://schemas.microsoft.com/office/drawing/2014/main" id="{1F5BAA3F-9845-4F89-A2DD-8222D3E4EDAC}"/>
                </a:ext>
              </a:extLst>
            </p:cNvPr>
            <p:cNvSpPr/>
            <p:nvPr/>
          </p:nvSpPr>
          <p:spPr>
            <a:xfrm>
              <a:off x="424117" y="898245"/>
              <a:ext cx="628306" cy="387090"/>
            </a:xfrm>
            <a:prstGeom prst="parallelogram">
              <a:avLst/>
            </a:prstGeom>
            <a:solidFill>
              <a:schemeClr val="accent3">
                <a:lumMod val="75000"/>
              </a:schemeClr>
            </a:solidFill>
            <a:ln>
              <a:solidFill>
                <a:schemeClr val="accent3">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CN" sz="2200" dirty="0">
                  <a:latin typeface="Impact" panose="020B0806030902050204" pitchFamily="34" charset="0"/>
                </a:rPr>
                <a:t>01</a:t>
              </a:r>
              <a:endParaRPr lang="zh-CN" altLang="en-US" sz="2200" dirty="0">
                <a:latin typeface="Impact" panose="020B0806030902050204" pitchFamily="34" charset="0"/>
              </a:endParaRPr>
            </a:p>
          </p:txBody>
        </p:sp>
        <p:sp>
          <p:nvSpPr>
            <p:cNvPr id="3" name="文本框 2">
              <a:extLst>
                <a:ext uri="{FF2B5EF4-FFF2-40B4-BE49-F238E27FC236}">
                  <a16:creationId xmlns:a16="http://schemas.microsoft.com/office/drawing/2014/main" id="{4D6BD736-A4D3-4F26-AFED-36E11F50F70B}"/>
                </a:ext>
              </a:extLst>
            </p:cNvPr>
            <p:cNvSpPr txBox="1"/>
            <p:nvPr/>
          </p:nvSpPr>
          <p:spPr>
            <a:xfrm>
              <a:off x="1052423" y="898245"/>
              <a:ext cx="5564038" cy="400110"/>
            </a:xfrm>
            <a:prstGeom prst="rect">
              <a:avLst/>
            </a:prstGeom>
            <a:noFill/>
          </p:spPr>
          <p:txBody>
            <a:bodyPr wrap="square" rtlCol="0">
              <a:spAutoFit/>
            </a:bodyPr>
            <a:lstStyle/>
            <a:p>
              <a:r>
                <a:rPr lang="zh-CN" altLang="en-US" sz="2000" b="1" dirty="0"/>
                <a:t>误码的相关概念</a:t>
              </a:r>
            </a:p>
          </p:txBody>
        </p:sp>
      </p:grpSp>
      <p:sp>
        <p:nvSpPr>
          <p:cNvPr id="8" name="矩形 7">
            <a:extLst>
              <a:ext uri="{FF2B5EF4-FFF2-40B4-BE49-F238E27FC236}">
                <a16:creationId xmlns:a16="http://schemas.microsoft.com/office/drawing/2014/main" id="{C7720255-4E6C-41B6-A880-D93377A356B5}"/>
              </a:ext>
            </a:extLst>
          </p:cNvPr>
          <p:cNvSpPr/>
          <p:nvPr/>
        </p:nvSpPr>
        <p:spPr>
          <a:xfrm>
            <a:off x="1016000" y="1297642"/>
            <a:ext cx="256976" cy="256976"/>
          </a:xfrm>
          <a:prstGeom prst="rect">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9" name="íşlïḍè">
            <a:extLst>
              <a:ext uri="{FF2B5EF4-FFF2-40B4-BE49-F238E27FC236}">
                <a16:creationId xmlns:a16="http://schemas.microsoft.com/office/drawing/2014/main" id="{1E3208DB-9CB5-439E-87A6-F640C77C2B32}"/>
              </a:ext>
            </a:extLst>
          </p:cNvPr>
          <p:cNvSpPr txBox="1"/>
          <p:nvPr/>
        </p:nvSpPr>
        <p:spPr>
          <a:xfrm>
            <a:off x="1333228" y="1297641"/>
            <a:ext cx="8889632" cy="256977"/>
          </a:xfrm>
          <a:prstGeom prst="rect">
            <a:avLst/>
          </a:prstGeom>
          <a:noFill/>
        </p:spPr>
        <p:txBody>
          <a:bodyPr wrap="square" lIns="91440" tIns="45720" rIns="91440" bIns="45720" anchor="ctr">
            <a:noAutofit/>
          </a:bodyPr>
          <a:lstStyle/>
          <a:p>
            <a:r>
              <a:rPr lang="zh-CN" altLang="en-US" b="1" dirty="0"/>
              <a:t>实际的通信链路都不是理想的，比特在传输过程中可能会产生差错（称为</a:t>
            </a:r>
            <a:r>
              <a:rPr lang="zh-CN" altLang="en-US" b="1" dirty="0">
                <a:solidFill>
                  <a:schemeClr val="accent1">
                    <a:lumMod val="75000"/>
                  </a:schemeClr>
                </a:solidFill>
              </a:rPr>
              <a:t>比特差错</a:t>
            </a:r>
            <a:r>
              <a:rPr lang="zh-CN" altLang="en-US" b="1" dirty="0"/>
              <a:t>）：</a:t>
            </a:r>
            <a:endParaRPr lang="en-US" altLang="zh-CN" b="1" dirty="0"/>
          </a:p>
        </p:txBody>
      </p:sp>
      <p:sp>
        <p:nvSpPr>
          <p:cNvPr id="39" name="矩形 38">
            <a:extLst>
              <a:ext uri="{FF2B5EF4-FFF2-40B4-BE49-F238E27FC236}">
                <a16:creationId xmlns:a16="http://schemas.microsoft.com/office/drawing/2014/main" id="{10D22BA8-98F7-4E2E-9AF0-D4B8DD2C8724}"/>
              </a:ext>
            </a:extLst>
          </p:cNvPr>
          <p:cNvSpPr/>
          <p:nvPr/>
        </p:nvSpPr>
        <p:spPr>
          <a:xfrm>
            <a:off x="1438115" y="1702850"/>
            <a:ext cx="256976" cy="256976"/>
          </a:xfrm>
          <a:prstGeom prst="rect">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40" name="íşlïḍè">
            <a:extLst>
              <a:ext uri="{FF2B5EF4-FFF2-40B4-BE49-F238E27FC236}">
                <a16:creationId xmlns:a16="http://schemas.microsoft.com/office/drawing/2014/main" id="{421C5E74-8AB7-4DFC-931E-72947271DDC9}"/>
              </a:ext>
            </a:extLst>
          </p:cNvPr>
          <p:cNvSpPr txBox="1"/>
          <p:nvPr/>
        </p:nvSpPr>
        <p:spPr>
          <a:xfrm>
            <a:off x="1755344" y="1702849"/>
            <a:ext cx="2421952" cy="256977"/>
          </a:xfrm>
          <a:prstGeom prst="rect">
            <a:avLst/>
          </a:prstGeom>
          <a:noFill/>
        </p:spPr>
        <p:txBody>
          <a:bodyPr wrap="square" lIns="91440" tIns="45720" rIns="91440" bIns="45720" anchor="ctr">
            <a:noAutofit/>
          </a:bodyPr>
          <a:lstStyle/>
          <a:p>
            <a:r>
              <a:rPr lang="zh-CN" altLang="en-US" b="1" dirty="0"/>
              <a:t>比特</a:t>
            </a:r>
            <a:r>
              <a:rPr lang="en-US" altLang="zh-CN" b="1" dirty="0"/>
              <a:t>1</a:t>
            </a:r>
            <a:r>
              <a:rPr lang="zh-CN" altLang="en-US" b="1" dirty="0"/>
              <a:t>可能变成比特</a:t>
            </a:r>
            <a:r>
              <a:rPr lang="en-US" altLang="zh-CN" b="1" dirty="0"/>
              <a:t>0</a:t>
            </a:r>
          </a:p>
        </p:txBody>
      </p:sp>
      <p:sp>
        <p:nvSpPr>
          <p:cNvPr id="41" name="矩形 40">
            <a:extLst>
              <a:ext uri="{FF2B5EF4-FFF2-40B4-BE49-F238E27FC236}">
                <a16:creationId xmlns:a16="http://schemas.microsoft.com/office/drawing/2014/main" id="{525A32DC-BE86-4A62-AC2E-4C4A3140102E}"/>
              </a:ext>
            </a:extLst>
          </p:cNvPr>
          <p:cNvSpPr/>
          <p:nvPr/>
        </p:nvSpPr>
        <p:spPr>
          <a:xfrm>
            <a:off x="1438115" y="2108058"/>
            <a:ext cx="256976" cy="256976"/>
          </a:xfrm>
          <a:prstGeom prst="rect">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42" name="íşlïḍè">
            <a:extLst>
              <a:ext uri="{FF2B5EF4-FFF2-40B4-BE49-F238E27FC236}">
                <a16:creationId xmlns:a16="http://schemas.microsoft.com/office/drawing/2014/main" id="{2290D78F-B90F-4852-80BA-F8CA0E8AA227}"/>
              </a:ext>
            </a:extLst>
          </p:cNvPr>
          <p:cNvSpPr txBox="1"/>
          <p:nvPr/>
        </p:nvSpPr>
        <p:spPr>
          <a:xfrm>
            <a:off x="1755344" y="2108057"/>
            <a:ext cx="2421952" cy="256977"/>
          </a:xfrm>
          <a:prstGeom prst="rect">
            <a:avLst/>
          </a:prstGeom>
          <a:noFill/>
        </p:spPr>
        <p:txBody>
          <a:bodyPr wrap="square" lIns="91440" tIns="45720" rIns="91440" bIns="45720" anchor="ctr">
            <a:noAutofit/>
          </a:bodyPr>
          <a:lstStyle/>
          <a:p>
            <a:r>
              <a:rPr lang="zh-CN" altLang="en-US" b="1" dirty="0"/>
              <a:t>比特</a:t>
            </a:r>
            <a:r>
              <a:rPr lang="en-US" altLang="zh-CN" b="1" dirty="0"/>
              <a:t>0</a:t>
            </a:r>
            <a:r>
              <a:rPr lang="zh-CN" altLang="en-US" b="1" dirty="0"/>
              <a:t>可能变成比特</a:t>
            </a:r>
            <a:r>
              <a:rPr lang="en-US" altLang="zh-CN" b="1" dirty="0"/>
              <a:t>1</a:t>
            </a:r>
          </a:p>
        </p:txBody>
      </p:sp>
      <p:grpSp>
        <p:nvGrpSpPr>
          <p:cNvPr id="12" name="组合 11">
            <a:extLst>
              <a:ext uri="{FF2B5EF4-FFF2-40B4-BE49-F238E27FC236}">
                <a16:creationId xmlns:a16="http://schemas.microsoft.com/office/drawing/2014/main" id="{313A0EE4-AF2F-4EF7-9B11-657D152500C7}"/>
              </a:ext>
            </a:extLst>
          </p:cNvPr>
          <p:cNvGrpSpPr/>
          <p:nvPr/>
        </p:nvGrpSpPr>
        <p:grpSpPr>
          <a:xfrm>
            <a:off x="625788" y="4000535"/>
            <a:ext cx="10940423" cy="641082"/>
            <a:chOff x="601699" y="5648354"/>
            <a:chExt cx="10940423" cy="641082"/>
          </a:xfrm>
        </p:grpSpPr>
        <p:cxnSp>
          <p:nvCxnSpPr>
            <p:cNvPr id="23" name="直接连接符 22">
              <a:extLst>
                <a:ext uri="{FF2B5EF4-FFF2-40B4-BE49-F238E27FC236}">
                  <a16:creationId xmlns:a16="http://schemas.microsoft.com/office/drawing/2014/main" id="{BDADF065-0436-4D5A-92A4-67B4F392F33D}"/>
                </a:ext>
              </a:extLst>
            </p:cNvPr>
            <p:cNvCxnSpPr>
              <a:cxnSpLocks/>
            </p:cNvCxnSpPr>
            <p:nvPr/>
          </p:nvCxnSpPr>
          <p:spPr>
            <a:xfrm>
              <a:off x="1143721" y="6126777"/>
              <a:ext cx="10027235"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pic>
          <p:nvPicPr>
            <p:cNvPr id="24" name="图形 23">
              <a:extLst>
                <a:ext uri="{FF2B5EF4-FFF2-40B4-BE49-F238E27FC236}">
                  <a16:creationId xmlns:a16="http://schemas.microsoft.com/office/drawing/2014/main" id="{0E73258F-7C5A-4C4A-9D02-9265691C3F02}"/>
                </a:ext>
              </a:extLst>
            </p:cNvPr>
            <p:cNvPicPr>
              <a:picLocks noChangeAspect="1"/>
            </p:cNvPicPr>
            <p:nvPr/>
          </p:nvPicPr>
          <p:blipFill>
            <a:blip r:embed="rId3">
              <a:extLst>
                <a:ext uri="{28A0092B-C50C-407E-A947-70E740481C1C}">
                  <a14:useLocalDpi xmlns:a14="http://schemas.microsoft.com/office/drawing/2010/main" val="0"/>
                </a:ext>
                <a:ext uri="{96DAC541-7B7A-43D3-8B79-37D633B846F1}">
                  <asvg:svgBlip xmlns:asvg="http://schemas.microsoft.com/office/drawing/2016/SVG/main" r:embed="rId4"/>
                </a:ext>
              </a:extLst>
            </a:blip>
            <a:stretch>
              <a:fillRect/>
            </a:stretch>
          </p:blipFill>
          <p:spPr>
            <a:xfrm>
              <a:off x="601699" y="5648354"/>
              <a:ext cx="662814" cy="641082"/>
            </a:xfrm>
            <a:prstGeom prst="rect">
              <a:avLst/>
            </a:prstGeom>
          </p:spPr>
        </p:pic>
        <p:pic>
          <p:nvPicPr>
            <p:cNvPr id="25" name="图形 24">
              <a:extLst>
                <a:ext uri="{FF2B5EF4-FFF2-40B4-BE49-F238E27FC236}">
                  <a16:creationId xmlns:a16="http://schemas.microsoft.com/office/drawing/2014/main" id="{D898DB40-49B3-4A19-A1F9-3897BC630E2B}"/>
                </a:ext>
              </a:extLst>
            </p:cNvPr>
            <p:cNvPicPr>
              <a:picLocks noChangeAspect="1"/>
            </p:cNvPicPr>
            <p:nvPr/>
          </p:nvPicPr>
          <p:blipFill>
            <a:blip r:embed="rId3">
              <a:extLst>
                <a:ext uri="{28A0092B-C50C-407E-A947-70E740481C1C}">
                  <a14:useLocalDpi xmlns:a14="http://schemas.microsoft.com/office/drawing/2010/main" val="0"/>
                </a:ext>
                <a:ext uri="{96DAC541-7B7A-43D3-8B79-37D633B846F1}">
                  <asvg:svgBlip xmlns:asvg="http://schemas.microsoft.com/office/drawing/2016/SVG/main" r:embed="rId4"/>
                </a:ext>
              </a:extLst>
            </a:blip>
            <a:stretch>
              <a:fillRect/>
            </a:stretch>
          </p:blipFill>
          <p:spPr>
            <a:xfrm>
              <a:off x="10879308" y="5648354"/>
              <a:ext cx="662814" cy="641082"/>
            </a:xfrm>
            <a:prstGeom prst="rect">
              <a:avLst/>
            </a:prstGeom>
          </p:spPr>
        </p:pic>
      </p:grpSp>
      <p:grpSp>
        <p:nvGrpSpPr>
          <p:cNvPr id="6" name="组合 5">
            <a:extLst>
              <a:ext uri="{FF2B5EF4-FFF2-40B4-BE49-F238E27FC236}">
                <a16:creationId xmlns:a16="http://schemas.microsoft.com/office/drawing/2014/main" id="{EA987D6B-5425-47EA-A9BD-98923FF5C3DC}"/>
              </a:ext>
            </a:extLst>
          </p:cNvPr>
          <p:cNvGrpSpPr/>
          <p:nvPr/>
        </p:nvGrpSpPr>
        <p:grpSpPr>
          <a:xfrm>
            <a:off x="2681867" y="4134493"/>
            <a:ext cx="6841421" cy="210508"/>
            <a:chOff x="1888005" y="3460642"/>
            <a:chExt cx="6841421" cy="210508"/>
          </a:xfrm>
        </p:grpSpPr>
        <p:sp>
          <p:nvSpPr>
            <p:cNvPr id="5" name="六边形 4">
              <a:extLst>
                <a:ext uri="{FF2B5EF4-FFF2-40B4-BE49-F238E27FC236}">
                  <a16:creationId xmlns:a16="http://schemas.microsoft.com/office/drawing/2014/main" id="{FE756566-6C00-48D9-B879-C211411B8093}"/>
                </a:ext>
              </a:extLst>
            </p:cNvPr>
            <p:cNvSpPr/>
            <p:nvPr/>
          </p:nvSpPr>
          <p:spPr>
            <a:xfrm>
              <a:off x="1888005" y="3460642"/>
              <a:ext cx="335500" cy="210508"/>
            </a:xfrm>
            <a:prstGeom prst="hexagon">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CN" b="1" dirty="0">
                  <a:solidFill>
                    <a:schemeClr val="tx1"/>
                  </a:solidFill>
                </a:rPr>
                <a:t>1</a:t>
              </a:r>
              <a:endParaRPr lang="zh-CN" altLang="en-US" b="1" dirty="0">
                <a:solidFill>
                  <a:schemeClr val="tx1"/>
                </a:solidFill>
              </a:endParaRPr>
            </a:p>
          </p:txBody>
        </p:sp>
        <p:sp>
          <p:nvSpPr>
            <p:cNvPr id="27" name="六边形 26">
              <a:extLst>
                <a:ext uri="{FF2B5EF4-FFF2-40B4-BE49-F238E27FC236}">
                  <a16:creationId xmlns:a16="http://schemas.microsoft.com/office/drawing/2014/main" id="{8F1CC422-AC07-47F5-AEF5-B760061C3799}"/>
                </a:ext>
              </a:extLst>
            </p:cNvPr>
            <p:cNvSpPr/>
            <p:nvPr/>
          </p:nvSpPr>
          <p:spPr>
            <a:xfrm>
              <a:off x="2230422" y="3460642"/>
              <a:ext cx="335500" cy="210508"/>
            </a:xfrm>
            <a:prstGeom prst="hexagon">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CN" b="1" dirty="0">
                  <a:solidFill>
                    <a:schemeClr val="tx1"/>
                  </a:solidFill>
                </a:rPr>
                <a:t>0</a:t>
              </a:r>
              <a:endParaRPr lang="zh-CN" altLang="en-US" b="1" dirty="0">
                <a:solidFill>
                  <a:schemeClr val="tx1"/>
                </a:solidFill>
              </a:endParaRPr>
            </a:p>
          </p:txBody>
        </p:sp>
        <p:sp>
          <p:nvSpPr>
            <p:cNvPr id="28" name="六边形 27">
              <a:extLst>
                <a:ext uri="{FF2B5EF4-FFF2-40B4-BE49-F238E27FC236}">
                  <a16:creationId xmlns:a16="http://schemas.microsoft.com/office/drawing/2014/main" id="{E31B6B72-A23D-4FFA-BB1D-7BA68709CC8B}"/>
                </a:ext>
              </a:extLst>
            </p:cNvPr>
            <p:cNvSpPr/>
            <p:nvPr/>
          </p:nvSpPr>
          <p:spPr>
            <a:xfrm>
              <a:off x="2572839" y="3460642"/>
              <a:ext cx="335500" cy="210508"/>
            </a:xfrm>
            <a:prstGeom prst="hexagon">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CN" b="1" dirty="0">
                  <a:solidFill>
                    <a:schemeClr val="tx1"/>
                  </a:solidFill>
                </a:rPr>
                <a:t>0</a:t>
              </a:r>
              <a:endParaRPr lang="zh-CN" altLang="en-US" b="1" dirty="0">
                <a:solidFill>
                  <a:schemeClr val="tx1"/>
                </a:solidFill>
              </a:endParaRPr>
            </a:p>
          </p:txBody>
        </p:sp>
        <p:sp>
          <p:nvSpPr>
            <p:cNvPr id="29" name="六边形 28">
              <a:extLst>
                <a:ext uri="{FF2B5EF4-FFF2-40B4-BE49-F238E27FC236}">
                  <a16:creationId xmlns:a16="http://schemas.microsoft.com/office/drawing/2014/main" id="{FA0A3AF9-C05E-4B8E-963F-179116101B78}"/>
                </a:ext>
              </a:extLst>
            </p:cNvPr>
            <p:cNvSpPr/>
            <p:nvPr/>
          </p:nvSpPr>
          <p:spPr>
            <a:xfrm>
              <a:off x="2915256" y="3460642"/>
              <a:ext cx="335500" cy="210508"/>
            </a:xfrm>
            <a:prstGeom prst="hexagon">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CN" b="1" dirty="0">
                  <a:solidFill>
                    <a:schemeClr val="tx1"/>
                  </a:solidFill>
                </a:rPr>
                <a:t>1</a:t>
              </a:r>
              <a:endParaRPr lang="zh-CN" altLang="en-US" b="1" dirty="0">
                <a:solidFill>
                  <a:schemeClr val="tx1"/>
                </a:solidFill>
              </a:endParaRPr>
            </a:p>
          </p:txBody>
        </p:sp>
        <p:sp>
          <p:nvSpPr>
            <p:cNvPr id="30" name="六边形 29">
              <a:extLst>
                <a:ext uri="{FF2B5EF4-FFF2-40B4-BE49-F238E27FC236}">
                  <a16:creationId xmlns:a16="http://schemas.microsoft.com/office/drawing/2014/main" id="{5EA3D71F-C273-4E4B-96C8-BBA591977623}"/>
                </a:ext>
              </a:extLst>
            </p:cNvPr>
            <p:cNvSpPr/>
            <p:nvPr/>
          </p:nvSpPr>
          <p:spPr>
            <a:xfrm>
              <a:off x="3257673" y="3460642"/>
              <a:ext cx="335500" cy="210508"/>
            </a:xfrm>
            <a:prstGeom prst="hexagon">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CN" b="1" dirty="0">
                  <a:solidFill>
                    <a:schemeClr val="tx1"/>
                  </a:solidFill>
                </a:rPr>
                <a:t>0</a:t>
              </a:r>
              <a:endParaRPr lang="zh-CN" altLang="en-US" b="1" dirty="0">
                <a:solidFill>
                  <a:schemeClr val="tx1"/>
                </a:solidFill>
              </a:endParaRPr>
            </a:p>
          </p:txBody>
        </p:sp>
        <p:sp>
          <p:nvSpPr>
            <p:cNvPr id="31" name="六边形 30">
              <a:extLst>
                <a:ext uri="{FF2B5EF4-FFF2-40B4-BE49-F238E27FC236}">
                  <a16:creationId xmlns:a16="http://schemas.microsoft.com/office/drawing/2014/main" id="{91CD1503-AD5E-4232-8A58-B1816CFC42AF}"/>
                </a:ext>
              </a:extLst>
            </p:cNvPr>
            <p:cNvSpPr/>
            <p:nvPr/>
          </p:nvSpPr>
          <p:spPr>
            <a:xfrm>
              <a:off x="3600090" y="3460642"/>
              <a:ext cx="335500" cy="210508"/>
            </a:xfrm>
            <a:prstGeom prst="hexagon">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CN" b="1" dirty="0">
                  <a:solidFill>
                    <a:schemeClr val="tx1"/>
                  </a:solidFill>
                </a:rPr>
                <a:t>1</a:t>
              </a:r>
              <a:endParaRPr lang="zh-CN" altLang="en-US" b="1" dirty="0">
                <a:solidFill>
                  <a:schemeClr val="tx1"/>
                </a:solidFill>
              </a:endParaRPr>
            </a:p>
          </p:txBody>
        </p:sp>
        <p:sp>
          <p:nvSpPr>
            <p:cNvPr id="32" name="六边形 31">
              <a:extLst>
                <a:ext uri="{FF2B5EF4-FFF2-40B4-BE49-F238E27FC236}">
                  <a16:creationId xmlns:a16="http://schemas.microsoft.com/office/drawing/2014/main" id="{09696E22-9A3E-4EE5-9408-44C68A0AEA47}"/>
                </a:ext>
              </a:extLst>
            </p:cNvPr>
            <p:cNvSpPr/>
            <p:nvPr/>
          </p:nvSpPr>
          <p:spPr>
            <a:xfrm>
              <a:off x="3942507" y="3460642"/>
              <a:ext cx="335500" cy="210508"/>
            </a:xfrm>
            <a:prstGeom prst="hexagon">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CN" b="1" dirty="0">
                  <a:solidFill>
                    <a:schemeClr val="tx1"/>
                  </a:solidFill>
                </a:rPr>
                <a:t>0</a:t>
              </a:r>
              <a:endParaRPr lang="zh-CN" altLang="en-US" b="1" dirty="0">
                <a:solidFill>
                  <a:schemeClr val="tx1"/>
                </a:solidFill>
              </a:endParaRPr>
            </a:p>
          </p:txBody>
        </p:sp>
        <p:sp>
          <p:nvSpPr>
            <p:cNvPr id="33" name="六边形 32">
              <a:extLst>
                <a:ext uri="{FF2B5EF4-FFF2-40B4-BE49-F238E27FC236}">
                  <a16:creationId xmlns:a16="http://schemas.microsoft.com/office/drawing/2014/main" id="{059A7FD8-E5BA-4744-8B3E-CA91658375AE}"/>
                </a:ext>
              </a:extLst>
            </p:cNvPr>
            <p:cNvSpPr/>
            <p:nvPr/>
          </p:nvSpPr>
          <p:spPr>
            <a:xfrm>
              <a:off x="4284924" y="3460642"/>
              <a:ext cx="335500" cy="210508"/>
            </a:xfrm>
            <a:prstGeom prst="hexagon">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CN" b="1" dirty="0">
                  <a:solidFill>
                    <a:schemeClr val="tx1"/>
                  </a:solidFill>
                </a:rPr>
                <a:t>0</a:t>
              </a:r>
              <a:endParaRPr lang="zh-CN" altLang="en-US" b="1" dirty="0">
                <a:solidFill>
                  <a:schemeClr val="tx1"/>
                </a:solidFill>
              </a:endParaRPr>
            </a:p>
          </p:txBody>
        </p:sp>
        <p:sp>
          <p:nvSpPr>
            <p:cNvPr id="34" name="六边形 33">
              <a:extLst>
                <a:ext uri="{FF2B5EF4-FFF2-40B4-BE49-F238E27FC236}">
                  <a16:creationId xmlns:a16="http://schemas.microsoft.com/office/drawing/2014/main" id="{77553D2E-A81F-4DBB-B0A4-019FB160D4CF}"/>
                </a:ext>
              </a:extLst>
            </p:cNvPr>
            <p:cNvSpPr/>
            <p:nvPr/>
          </p:nvSpPr>
          <p:spPr>
            <a:xfrm>
              <a:off x="4969758" y="3460642"/>
              <a:ext cx="335500" cy="210508"/>
            </a:xfrm>
            <a:prstGeom prst="hexagon">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CN" b="1" dirty="0">
                  <a:solidFill>
                    <a:schemeClr val="tx1"/>
                  </a:solidFill>
                </a:rPr>
                <a:t>1</a:t>
              </a:r>
              <a:endParaRPr lang="zh-CN" altLang="en-US" b="1" dirty="0">
                <a:solidFill>
                  <a:schemeClr val="tx1"/>
                </a:solidFill>
              </a:endParaRPr>
            </a:p>
          </p:txBody>
        </p:sp>
        <p:sp>
          <p:nvSpPr>
            <p:cNvPr id="35" name="六边形 34">
              <a:extLst>
                <a:ext uri="{FF2B5EF4-FFF2-40B4-BE49-F238E27FC236}">
                  <a16:creationId xmlns:a16="http://schemas.microsoft.com/office/drawing/2014/main" id="{92381792-76D9-445E-A14D-6513C60FD60F}"/>
                </a:ext>
              </a:extLst>
            </p:cNvPr>
            <p:cNvSpPr/>
            <p:nvPr/>
          </p:nvSpPr>
          <p:spPr>
            <a:xfrm>
              <a:off x="4627341" y="3460642"/>
              <a:ext cx="335500" cy="210508"/>
            </a:xfrm>
            <a:prstGeom prst="hexagon">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CN" b="1" dirty="0">
                  <a:solidFill>
                    <a:schemeClr val="tx1"/>
                  </a:solidFill>
                </a:rPr>
                <a:t>1</a:t>
              </a:r>
              <a:endParaRPr lang="zh-CN" altLang="en-US" b="1" dirty="0">
                <a:solidFill>
                  <a:schemeClr val="tx1"/>
                </a:solidFill>
              </a:endParaRPr>
            </a:p>
          </p:txBody>
        </p:sp>
        <p:sp>
          <p:nvSpPr>
            <p:cNvPr id="37" name="六边形 36">
              <a:extLst>
                <a:ext uri="{FF2B5EF4-FFF2-40B4-BE49-F238E27FC236}">
                  <a16:creationId xmlns:a16="http://schemas.microsoft.com/office/drawing/2014/main" id="{E987BFF7-AC01-46FB-AF80-6499923BE745}"/>
                </a:ext>
              </a:extLst>
            </p:cNvPr>
            <p:cNvSpPr/>
            <p:nvPr/>
          </p:nvSpPr>
          <p:spPr>
            <a:xfrm>
              <a:off x="5312175" y="3460642"/>
              <a:ext cx="335500" cy="210508"/>
            </a:xfrm>
            <a:prstGeom prst="hexagon">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CN" b="1" dirty="0">
                  <a:solidFill>
                    <a:schemeClr val="tx1"/>
                  </a:solidFill>
                </a:rPr>
                <a:t>0</a:t>
              </a:r>
              <a:endParaRPr lang="zh-CN" altLang="en-US" b="1" dirty="0">
                <a:solidFill>
                  <a:schemeClr val="tx1"/>
                </a:solidFill>
              </a:endParaRPr>
            </a:p>
          </p:txBody>
        </p:sp>
        <p:sp>
          <p:nvSpPr>
            <p:cNvPr id="38" name="六边形 37">
              <a:extLst>
                <a:ext uri="{FF2B5EF4-FFF2-40B4-BE49-F238E27FC236}">
                  <a16:creationId xmlns:a16="http://schemas.microsoft.com/office/drawing/2014/main" id="{D7704D64-AB5B-4334-AEBC-E76B1C5E1259}"/>
                </a:ext>
              </a:extLst>
            </p:cNvPr>
            <p:cNvSpPr/>
            <p:nvPr/>
          </p:nvSpPr>
          <p:spPr>
            <a:xfrm>
              <a:off x="5654592" y="3460642"/>
              <a:ext cx="335500" cy="210508"/>
            </a:xfrm>
            <a:prstGeom prst="hexagon">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CN" b="1" dirty="0">
                  <a:solidFill>
                    <a:schemeClr val="tx1"/>
                  </a:solidFill>
                </a:rPr>
                <a:t>0</a:t>
              </a:r>
              <a:endParaRPr lang="zh-CN" altLang="en-US" b="1" dirty="0">
                <a:solidFill>
                  <a:schemeClr val="tx1"/>
                </a:solidFill>
              </a:endParaRPr>
            </a:p>
          </p:txBody>
        </p:sp>
        <p:sp>
          <p:nvSpPr>
            <p:cNvPr id="43" name="六边形 42">
              <a:extLst>
                <a:ext uri="{FF2B5EF4-FFF2-40B4-BE49-F238E27FC236}">
                  <a16:creationId xmlns:a16="http://schemas.microsoft.com/office/drawing/2014/main" id="{1F806B2D-5D1A-44FB-94C4-9FA4127F374F}"/>
                </a:ext>
              </a:extLst>
            </p:cNvPr>
            <p:cNvSpPr/>
            <p:nvPr/>
          </p:nvSpPr>
          <p:spPr>
            <a:xfrm>
              <a:off x="6339426" y="3460642"/>
              <a:ext cx="335500" cy="210508"/>
            </a:xfrm>
            <a:prstGeom prst="hexagon">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CN" b="1" dirty="0">
                  <a:solidFill>
                    <a:schemeClr val="tx1"/>
                  </a:solidFill>
                </a:rPr>
                <a:t>1</a:t>
              </a:r>
              <a:endParaRPr lang="zh-CN" altLang="en-US" b="1" dirty="0">
                <a:solidFill>
                  <a:schemeClr val="tx1"/>
                </a:solidFill>
              </a:endParaRPr>
            </a:p>
          </p:txBody>
        </p:sp>
        <p:sp>
          <p:nvSpPr>
            <p:cNvPr id="44" name="六边形 43">
              <a:extLst>
                <a:ext uri="{FF2B5EF4-FFF2-40B4-BE49-F238E27FC236}">
                  <a16:creationId xmlns:a16="http://schemas.microsoft.com/office/drawing/2014/main" id="{82FE07B0-8841-4954-8160-06E150AE5E48}"/>
                </a:ext>
              </a:extLst>
            </p:cNvPr>
            <p:cNvSpPr/>
            <p:nvPr/>
          </p:nvSpPr>
          <p:spPr>
            <a:xfrm>
              <a:off x="5997009" y="3460642"/>
              <a:ext cx="335500" cy="210508"/>
            </a:xfrm>
            <a:prstGeom prst="hexagon">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CN" b="1" dirty="0">
                  <a:solidFill>
                    <a:schemeClr val="tx1"/>
                  </a:solidFill>
                </a:rPr>
                <a:t>1</a:t>
              </a:r>
              <a:endParaRPr lang="zh-CN" altLang="en-US" b="1" dirty="0">
                <a:solidFill>
                  <a:schemeClr val="tx1"/>
                </a:solidFill>
              </a:endParaRPr>
            </a:p>
          </p:txBody>
        </p:sp>
        <p:sp>
          <p:nvSpPr>
            <p:cNvPr id="45" name="六边形 44">
              <a:extLst>
                <a:ext uri="{FF2B5EF4-FFF2-40B4-BE49-F238E27FC236}">
                  <a16:creationId xmlns:a16="http://schemas.microsoft.com/office/drawing/2014/main" id="{804EF1B9-5825-4AA5-9AAE-ADFE75EC3B23}"/>
                </a:ext>
              </a:extLst>
            </p:cNvPr>
            <p:cNvSpPr/>
            <p:nvPr/>
          </p:nvSpPr>
          <p:spPr>
            <a:xfrm>
              <a:off x="6681843" y="3460642"/>
              <a:ext cx="335500" cy="210508"/>
            </a:xfrm>
            <a:prstGeom prst="hexagon">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CN" b="1" dirty="0">
                  <a:solidFill>
                    <a:schemeClr val="tx1"/>
                  </a:solidFill>
                </a:rPr>
                <a:t>0</a:t>
              </a:r>
              <a:endParaRPr lang="zh-CN" altLang="en-US" b="1" dirty="0">
                <a:solidFill>
                  <a:schemeClr val="tx1"/>
                </a:solidFill>
              </a:endParaRPr>
            </a:p>
          </p:txBody>
        </p:sp>
        <p:sp>
          <p:nvSpPr>
            <p:cNvPr id="46" name="六边形 45">
              <a:extLst>
                <a:ext uri="{FF2B5EF4-FFF2-40B4-BE49-F238E27FC236}">
                  <a16:creationId xmlns:a16="http://schemas.microsoft.com/office/drawing/2014/main" id="{6339A171-35C4-4E48-904C-C539D338ED22}"/>
                </a:ext>
              </a:extLst>
            </p:cNvPr>
            <p:cNvSpPr/>
            <p:nvPr/>
          </p:nvSpPr>
          <p:spPr>
            <a:xfrm>
              <a:off x="7024260" y="3460642"/>
              <a:ext cx="335500" cy="210508"/>
            </a:xfrm>
            <a:prstGeom prst="hexagon">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CN" b="1" dirty="0">
                  <a:solidFill>
                    <a:schemeClr val="tx1"/>
                  </a:solidFill>
                </a:rPr>
                <a:t>1</a:t>
              </a:r>
              <a:endParaRPr lang="zh-CN" altLang="en-US" b="1" dirty="0">
                <a:solidFill>
                  <a:schemeClr val="tx1"/>
                </a:solidFill>
              </a:endParaRPr>
            </a:p>
          </p:txBody>
        </p:sp>
        <p:sp>
          <p:nvSpPr>
            <p:cNvPr id="47" name="六边形 46">
              <a:extLst>
                <a:ext uri="{FF2B5EF4-FFF2-40B4-BE49-F238E27FC236}">
                  <a16:creationId xmlns:a16="http://schemas.microsoft.com/office/drawing/2014/main" id="{9BA13009-90D4-41F4-8DC1-13764CEFD441}"/>
                </a:ext>
              </a:extLst>
            </p:cNvPr>
            <p:cNvSpPr/>
            <p:nvPr/>
          </p:nvSpPr>
          <p:spPr>
            <a:xfrm>
              <a:off x="7366677" y="3460642"/>
              <a:ext cx="335500" cy="210508"/>
            </a:xfrm>
            <a:prstGeom prst="hexagon">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CN" b="1" dirty="0">
                  <a:solidFill>
                    <a:schemeClr val="tx1"/>
                  </a:solidFill>
                </a:rPr>
                <a:t>0</a:t>
              </a:r>
              <a:endParaRPr lang="zh-CN" altLang="en-US" b="1" dirty="0">
                <a:solidFill>
                  <a:schemeClr val="tx1"/>
                </a:solidFill>
              </a:endParaRPr>
            </a:p>
          </p:txBody>
        </p:sp>
        <p:sp>
          <p:nvSpPr>
            <p:cNvPr id="48" name="六边形 47">
              <a:extLst>
                <a:ext uri="{FF2B5EF4-FFF2-40B4-BE49-F238E27FC236}">
                  <a16:creationId xmlns:a16="http://schemas.microsoft.com/office/drawing/2014/main" id="{0BDA7622-170B-4FEA-B2F3-21BA1BC6BBEF}"/>
                </a:ext>
              </a:extLst>
            </p:cNvPr>
            <p:cNvSpPr/>
            <p:nvPr/>
          </p:nvSpPr>
          <p:spPr>
            <a:xfrm>
              <a:off x="7709094" y="3460642"/>
              <a:ext cx="335500" cy="210508"/>
            </a:xfrm>
            <a:prstGeom prst="hexagon">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CN" b="1" dirty="0">
                  <a:solidFill>
                    <a:schemeClr val="tx1"/>
                  </a:solidFill>
                </a:rPr>
                <a:t>1</a:t>
              </a:r>
              <a:endParaRPr lang="zh-CN" altLang="en-US" b="1" dirty="0">
                <a:solidFill>
                  <a:schemeClr val="tx1"/>
                </a:solidFill>
              </a:endParaRPr>
            </a:p>
          </p:txBody>
        </p:sp>
        <p:sp>
          <p:nvSpPr>
            <p:cNvPr id="49" name="六边形 48">
              <a:extLst>
                <a:ext uri="{FF2B5EF4-FFF2-40B4-BE49-F238E27FC236}">
                  <a16:creationId xmlns:a16="http://schemas.microsoft.com/office/drawing/2014/main" id="{AF26CD92-55C2-4A04-A9E3-3937A9FA6693}"/>
                </a:ext>
              </a:extLst>
            </p:cNvPr>
            <p:cNvSpPr/>
            <p:nvPr/>
          </p:nvSpPr>
          <p:spPr>
            <a:xfrm>
              <a:off x="8051511" y="3460642"/>
              <a:ext cx="335500" cy="210508"/>
            </a:xfrm>
            <a:prstGeom prst="hexagon">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CN" b="1" dirty="0">
                  <a:solidFill>
                    <a:schemeClr val="tx1"/>
                  </a:solidFill>
                </a:rPr>
                <a:t>0</a:t>
              </a:r>
              <a:endParaRPr lang="zh-CN" altLang="en-US" b="1" dirty="0">
                <a:solidFill>
                  <a:schemeClr val="tx1"/>
                </a:solidFill>
              </a:endParaRPr>
            </a:p>
          </p:txBody>
        </p:sp>
        <p:sp>
          <p:nvSpPr>
            <p:cNvPr id="50" name="六边形 49">
              <a:extLst>
                <a:ext uri="{FF2B5EF4-FFF2-40B4-BE49-F238E27FC236}">
                  <a16:creationId xmlns:a16="http://schemas.microsoft.com/office/drawing/2014/main" id="{D32769A7-D709-42AF-B62F-1E0951AB75D6}"/>
                </a:ext>
              </a:extLst>
            </p:cNvPr>
            <p:cNvSpPr/>
            <p:nvPr/>
          </p:nvSpPr>
          <p:spPr>
            <a:xfrm>
              <a:off x="8393926" y="3460642"/>
              <a:ext cx="335500" cy="210508"/>
            </a:xfrm>
            <a:prstGeom prst="hexagon">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CN" b="1" dirty="0">
                  <a:solidFill>
                    <a:schemeClr val="tx1"/>
                  </a:solidFill>
                </a:rPr>
                <a:t>0</a:t>
              </a:r>
              <a:endParaRPr lang="zh-CN" altLang="en-US" b="1" dirty="0">
                <a:solidFill>
                  <a:schemeClr val="tx1"/>
                </a:solidFill>
              </a:endParaRPr>
            </a:p>
          </p:txBody>
        </p:sp>
      </p:grpSp>
      <p:sp>
        <p:nvSpPr>
          <p:cNvPr id="7" name="对话气泡: 圆角矩形 6">
            <a:extLst>
              <a:ext uri="{FF2B5EF4-FFF2-40B4-BE49-F238E27FC236}">
                <a16:creationId xmlns:a16="http://schemas.microsoft.com/office/drawing/2014/main" id="{8AFAD0E1-975A-481B-9CEC-9C7197A3B38C}"/>
              </a:ext>
            </a:extLst>
          </p:cNvPr>
          <p:cNvSpPr/>
          <p:nvPr/>
        </p:nvSpPr>
        <p:spPr>
          <a:xfrm>
            <a:off x="4561701" y="3151063"/>
            <a:ext cx="4793837" cy="668622"/>
          </a:xfrm>
          <a:prstGeom prst="wedgeRoundRectCallout">
            <a:avLst>
              <a:gd name="adj1" fmla="val -22368"/>
              <a:gd name="adj2" fmla="val 82768"/>
              <a:gd name="adj3" fmla="val 16667"/>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zh-CN" altLang="en-US" b="1" dirty="0"/>
              <a:t>受到噪声干扰、传输媒体质量等因素影响</a:t>
            </a:r>
          </a:p>
        </p:txBody>
      </p:sp>
    </p:spTree>
    <p:custDataLst>
      <p:tags r:id="rId1"/>
    </p:custDataLst>
    <p:extLst>
      <p:ext uri="{BB962C8B-B14F-4D97-AF65-F5344CB8AC3E}">
        <p14:creationId xmlns:p14="http://schemas.microsoft.com/office/powerpoint/2010/main" val="1855029540"/>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2" presetClass="entr" presetSubtype="1" fill="hold" nodeType="withEffect">
                                  <p:stCondLst>
                                    <p:cond delay="0"/>
                                  </p:stCondLst>
                                  <p:childTnLst>
                                    <p:set>
                                      <p:cBhvr>
                                        <p:cTn id="6" dur="1" fill="hold">
                                          <p:stCondLst>
                                            <p:cond delay="0"/>
                                          </p:stCondLst>
                                        </p:cTn>
                                        <p:tgtEl>
                                          <p:spTgt spid="4"/>
                                        </p:tgtEl>
                                        <p:attrNameLst>
                                          <p:attrName>style.visibility</p:attrName>
                                        </p:attrNameLst>
                                      </p:cBhvr>
                                      <p:to>
                                        <p:strVal val="visible"/>
                                      </p:to>
                                    </p:set>
                                    <p:anim calcmode="lin" valueType="num">
                                      <p:cBhvr additive="base">
                                        <p:cTn id="7" dur="1000"/>
                                        <p:tgtEl>
                                          <p:spTgt spid="4"/>
                                        </p:tgtEl>
                                        <p:attrNameLst>
                                          <p:attrName>ppt_y</p:attrName>
                                        </p:attrNameLst>
                                      </p:cBhvr>
                                      <p:tavLst>
                                        <p:tav tm="0">
                                          <p:val>
                                            <p:strVal val="#ppt_y-#ppt_h*1.125000"/>
                                          </p:val>
                                        </p:tav>
                                        <p:tav tm="100000">
                                          <p:val>
                                            <p:strVal val="#ppt_y"/>
                                          </p:val>
                                        </p:tav>
                                      </p:tavLst>
                                    </p:anim>
                                    <p:animEffect transition="in" filter="wipe(down)">
                                      <p:cBhvr>
                                        <p:cTn id="8" dur="1000"/>
                                        <p:tgtEl>
                                          <p:spTgt spid="4"/>
                                        </p:tgtEl>
                                      </p:cBhvr>
                                    </p:animEffect>
                                  </p:childTnLst>
                                </p:cTn>
                              </p:par>
                            </p:childTnLst>
                          </p:cTn>
                        </p:par>
                      </p:childTnLst>
                    </p:cTn>
                  </p:par>
                  <p:par>
                    <p:cTn id="9" fill="hold">
                      <p:stCondLst>
                        <p:cond delay="indefinite"/>
                      </p:stCondLst>
                      <p:childTnLst>
                        <p:par>
                          <p:cTn id="10" fill="hold">
                            <p:stCondLst>
                              <p:cond delay="0"/>
                            </p:stCondLst>
                            <p:childTnLst>
                              <p:par>
                                <p:cTn id="11" presetID="49" presetClass="entr" presetSubtype="0" decel="100000" fill="hold" grpId="0" nodeType="clickEffect">
                                  <p:stCondLst>
                                    <p:cond delay="0"/>
                                  </p:stCondLst>
                                  <p:childTnLst>
                                    <p:set>
                                      <p:cBhvr>
                                        <p:cTn id="12" dur="1" fill="hold">
                                          <p:stCondLst>
                                            <p:cond delay="0"/>
                                          </p:stCondLst>
                                        </p:cTn>
                                        <p:tgtEl>
                                          <p:spTgt spid="8"/>
                                        </p:tgtEl>
                                        <p:attrNameLst>
                                          <p:attrName>style.visibility</p:attrName>
                                        </p:attrNameLst>
                                      </p:cBhvr>
                                      <p:to>
                                        <p:strVal val="visible"/>
                                      </p:to>
                                    </p:set>
                                    <p:anim calcmode="lin" valueType="num">
                                      <p:cBhvr>
                                        <p:cTn id="13" dur="500" fill="hold"/>
                                        <p:tgtEl>
                                          <p:spTgt spid="8"/>
                                        </p:tgtEl>
                                        <p:attrNameLst>
                                          <p:attrName>ppt_w</p:attrName>
                                        </p:attrNameLst>
                                      </p:cBhvr>
                                      <p:tavLst>
                                        <p:tav tm="0">
                                          <p:val>
                                            <p:fltVal val="0"/>
                                          </p:val>
                                        </p:tav>
                                        <p:tav tm="100000">
                                          <p:val>
                                            <p:strVal val="#ppt_w"/>
                                          </p:val>
                                        </p:tav>
                                      </p:tavLst>
                                    </p:anim>
                                    <p:anim calcmode="lin" valueType="num">
                                      <p:cBhvr>
                                        <p:cTn id="14" dur="500" fill="hold"/>
                                        <p:tgtEl>
                                          <p:spTgt spid="8"/>
                                        </p:tgtEl>
                                        <p:attrNameLst>
                                          <p:attrName>ppt_h</p:attrName>
                                        </p:attrNameLst>
                                      </p:cBhvr>
                                      <p:tavLst>
                                        <p:tav tm="0">
                                          <p:val>
                                            <p:fltVal val="0"/>
                                          </p:val>
                                        </p:tav>
                                        <p:tav tm="100000">
                                          <p:val>
                                            <p:strVal val="#ppt_h"/>
                                          </p:val>
                                        </p:tav>
                                      </p:tavLst>
                                    </p:anim>
                                    <p:anim calcmode="lin" valueType="num">
                                      <p:cBhvr>
                                        <p:cTn id="15" dur="500" fill="hold"/>
                                        <p:tgtEl>
                                          <p:spTgt spid="8"/>
                                        </p:tgtEl>
                                        <p:attrNameLst>
                                          <p:attrName>style.rotation</p:attrName>
                                        </p:attrNameLst>
                                      </p:cBhvr>
                                      <p:tavLst>
                                        <p:tav tm="0">
                                          <p:val>
                                            <p:fltVal val="360"/>
                                          </p:val>
                                        </p:tav>
                                        <p:tav tm="100000">
                                          <p:val>
                                            <p:fltVal val="0"/>
                                          </p:val>
                                        </p:tav>
                                      </p:tavLst>
                                    </p:anim>
                                    <p:animEffect transition="in" filter="fade">
                                      <p:cBhvr>
                                        <p:cTn id="16" dur="500"/>
                                        <p:tgtEl>
                                          <p:spTgt spid="8"/>
                                        </p:tgtEl>
                                      </p:cBhvr>
                                    </p:animEffect>
                                  </p:childTnLst>
                                </p:cTn>
                              </p:par>
                            </p:childTnLst>
                          </p:cTn>
                        </p:par>
                        <p:par>
                          <p:cTn id="17" fill="hold">
                            <p:stCondLst>
                              <p:cond delay="500"/>
                            </p:stCondLst>
                            <p:childTnLst>
                              <p:par>
                                <p:cTn id="18" presetID="1" presetClass="entr" presetSubtype="0" fill="hold" grpId="0" nodeType="afterEffect">
                                  <p:stCondLst>
                                    <p:cond delay="0"/>
                                  </p:stCondLst>
                                  <p:iterate type="lt">
                                    <p:tmAbs val="100"/>
                                  </p:iterate>
                                  <p:childTnLst>
                                    <p:set>
                                      <p:cBhvr>
                                        <p:cTn id="19" dur="1" fill="hold">
                                          <p:stCondLst>
                                            <p:cond delay="0"/>
                                          </p:stCondLst>
                                        </p:cTn>
                                        <p:tgtEl>
                                          <p:spTgt spid="9"/>
                                        </p:tgtEl>
                                        <p:attrNameLst>
                                          <p:attrName>style.visibility</p:attrName>
                                        </p:attrNameLst>
                                      </p:cBhvr>
                                      <p:to>
                                        <p:strVal val="visible"/>
                                      </p:to>
                                    </p:set>
                                  </p:childTnLst>
                                </p:cTn>
                              </p:par>
                            </p:childTnLst>
                          </p:cTn>
                        </p:par>
                      </p:childTnLst>
                    </p:cTn>
                  </p:par>
                  <p:par>
                    <p:cTn id="20" fill="hold">
                      <p:stCondLst>
                        <p:cond delay="indefinite"/>
                      </p:stCondLst>
                      <p:childTnLst>
                        <p:par>
                          <p:cTn id="21" fill="hold">
                            <p:stCondLst>
                              <p:cond delay="0"/>
                            </p:stCondLst>
                            <p:childTnLst>
                              <p:par>
                                <p:cTn id="22" presetID="49" presetClass="entr" presetSubtype="0" decel="100000" fill="hold" grpId="0" nodeType="clickEffect">
                                  <p:stCondLst>
                                    <p:cond delay="0"/>
                                  </p:stCondLst>
                                  <p:childTnLst>
                                    <p:set>
                                      <p:cBhvr>
                                        <p:cTn id="23" dur="1" fill="hold">
                                          <p:stCondLst>
                                            <p:cond delay="0"/>
                                          </p:stCondLst>
                                        </p:cTn>
                                        <p:tgtEl>
                                          <p:spTgt spid="39"/>
                                        </p:tgtEl>
                                        <p:attrNameLst>
                                          <p:attrName>style.visibility</p:attrName>
                                        </p:attrNameLst>
                                      </p:cBhvr>
                                      <p:to>
                                        <p:strVal val="visible"/>
                                      </p:to>
                                    </p:set>
                                    <p:anim calcmode="lin" valueType="num">
                                      <p:cBhvr>
                                        <p:cTn id="24" dur="500" fill="hold"/>
                                        <p:tgtEl>
                                          <p:spTgt spid="39"/>
                                        </p:tgtEl>
                                        <p:attrNameLst>
                                          <p:attrName>ppt_w</p:attrName>
                                        </p:attrNameLst>
                                      </p:cBhvr>
                                      <p:tavLst>
                                        <p:tav tm="0">
                                          <p:val>
                                            <p:fltVal val="0"/>
                                          </p:val>
                                        </p:tav>
                                        <p:tav tm="100000">
                                          <p:val>
                                            <p:strVal val="#ppt_w"/>
                                          </p:val>
                                        </p:tav>
                                      </p:tavLst>
                                    </p:anim>
                                    <p:anim calcmode="lin" valueType="num">
                                      <p:cBhvr>
                                        <p:cTn id="25" dur="500" fill="hold"/>
                                        <p:tgtEl>
                                          <p:spTgt spid="39"/>
                                        </p:tgtEl>
                                        <p:attrNameLst>
                                          <p:attrName>ppt_h</p:attrName>
                                        </p:attrNameLst>
                                      </p:cBhvr>
                                      <p:tavLst>
                                        <p:tav tm="0">
                                          <p:val>
                                            <p:fltVal val="0"/>
                                          </p:val>
                                        </p:tav>
                                        <p:tav tm="100000">
                                          <p:val>
                                            <p:strVal val="#ppt_h"/>
                                          </p:val>
                                        </p:tav>
                                      </p:tavLst>
                                    </p:anim>
                                    <p:anim calcmode="lin" valueType="num">
                                      <p:cBhvr>
                                        <p:cTn id="26" dur="500" fill="hold"/>
                                        <p:tgtEl>
                                          <p:spTgt spid="39"/>
                                        </p:tgtEl>
                                        <p:attrNameLst>
                                          <p:attrName>style.rotation</p:attrName>
                                        </p:attrNameLst>
                                      </p:cBhvr>
                                      <p:tavLst>
                                        <p:tav tm="0">
                                          <p:val>
                                            <p:fltVal val="360"/>
                                          </p:val>
                                        </p:tav>
                                        <p:tav tm="100000">
                                          <p:val>
                                            <p:fltVal val="0"/>
                                          </p:val>
                                        </p:tav>
                                      </p:tavLst>
                                    </p:anim>
                                    <p:animEffect transition="in" filter="fade">
                                      <p:cBhvr>
                                        <p:cTn id="27" dur="500"/>
                                        <p:tgtEl>
                                          <p:spTgt spid="39"/>
                                        </p:tgtEl>
                                      </p:cBhvr>
                                    </p:animEffect>
                                  </p:childTnLst>
                                </p:cTn>
                              </p:par>
                            </p:childTnLst>
                          </p:cTn>
                        </p:par>
                        <p:par>
                          <p:cTn id="28" fill="hold">
                            <p:stCondLst>
                              <p:cond delay="500"/>
                            </p:stCondLst>
                            <p:childTnLst>
                              <p:par>
                                <p:cTn id="29" presetID="1" presetClass="entr" presetSubtype="0" fill="hold" grpId="0" nodeType="afterEffect">
                                  <p:stCondLst>
                                    <p:cond delay="0"/>
                                  </p:stCondLst>
                                  <p:iterate type="lt">
                                    <p:tmAbs val="100"/>
                                  </p:iterate>
                                  <p:childTnLst>
                                    <p:set>
                                      <p:cBhvr>
                                        <p:cTn id="30" dur="1" fill="hold">
                                          <p:stCondLst>
                                            <p:cond delay="0"/>
                                          </p:stCondLst>
                                        </p:cTn>
                                        <p:tgtEl>
                                          <p:spTgt spid="40"/>
                                        </p:tgtEl>
                                        <p:attrNameLst>
                                          <p:attrName>style.visibility</p:attrName>
                                        </p:attrNameLst>
                                      </p:cBhvr>
                                      <p:to>
                                        <p:strVal val="visible"/>
                                      </p:to>
                                    </p:set>
                                  </p:childTnLst>
                                </p:cTn>
                              </p:par>
                            </p:childTnLst>
                          </p:cTn>
                        </p:par>
                      </p:childTnLst>
                    </p:cTn>
                  </p:par>
                  <p:par>
                    <p:cTn id="31" fill="hold">
                      <p:stCondLst>
                        <p:cond delay="indefinite"/>
                      </p:stCondLst>
                      <p:childTnLst>
                        <p:par>
                          <p:cTn id="32" fill="hold">
                            <p:stCondLst>
                              <p:cond delay="0"/>
                            </p:stCondLst>
                            <p:childTnLst>
                              <p:par>
                                <p:cTn id="33" presetID="49" presetClass="entr" presetSubtype="0" decel="100000" fill="hold" grpId="0" nodeType="clickEffect">
                                  <p:stCondLst>
                                    <p:cond delay="0"/>
                                  </p:stCondLst>
                                  <p:childTnLst>
                                    <p:set>
                                      <p:cBhvr>
                                        <p:cTn id="34" dur="1" fill="hold">
                                          <p:stCondLst>
                                            <p:cond delay="0"/>
                                          </p:stCondLst>
                                        </p:cTn>
                                        <p:tgtEl>
                                          <p:spTgt spid="41"/>
                                        </p:tgtEl>
                                        <p:attrNameLst>
                                          <p:attrName>style.visibility</p:attrName>
                                        </p:attrNameLst>
                                      </p:cBhvr>
                                      <p:to>
                                        <p:strVal val="visible"/>
                                      </p:to>
                                    </p:set>
                                    <p:anim calcmode="lin" valueType="num">
                                      <p:cBhvr>
                                        <p:cTn id="35" dur="500" fill="hold"/>
                                        <p:tgtEl>
                                          <p:spTgt spid="41"/>
                                        </p:tgtEl>
                                        <p:attrNameLst>
                                          <p:attrName>ppt_w</p:attrName>
                                        </p:attrNameLst>
                                      </p:cBhvr>
                                      <p:tavLst>
                                        <p:tav tm="0">
                                          <p:val>
                                            <p:fltVal val="0"/>
                                          </p:val>
                                        </p:tav>
                                        <p:tav tm="100000">
                                          <p:val>
                                            <p:strVal val="#ppt_w"/>
                                          </p:val>
                                        </p:tav>
                                      </p:tavLst>
                                    </p:anim>
                                    <p:anim calcmode="lin" valueType="num">
                                      <p:cBhvr>
                                        <p:cTn id="36" dur="500" fill="hold"/>
                                        <p:tgtEl>
                                          <p:spTgt spid="41"/>
                                        </p:tgtEl>
                                        <p:attrNameLst>
                                          <p:attrName>ppt_h</p:attrName>
                                        </p:attrNameLst>
                                      </p:cBhvr>
                                      <p:tavLst>
                                        <p:tav tm="0">
                                          <p:val>
                                            <p:fltVal val="0"/>
                                          </p:val>
                                        </p:tav>
                                        <p:tav tm="100000">
                                          <p:val>
                                            <p:strVal val="#ppt_h"/>
                                          </p:val>
                                        </p:tav>
                                      </p:tavLst>
                                    </p:anim>
                                    <p:anim calcmode="lin" valueType="num">
                                      <p:cBhvr>
                                        <p:cTn id="37" dur="500" fill="hold"/>
                                        <p:tgtEl>
                                          <p:spTgt spid="41"/>
                                        </p:tgtEl>
                                        <p:attrNameLst>
                                          <p:attrName>style.rotation</p:attrName>
                                        </p:attrNameLst>
                                      </p:cBhvr>
                                      <p:tavLst>
                                        <p:tav tm="0">
                                          <p:val>
                                            <p:fltVal val="360"/>
                                          </p:val>
                                        </p:tav>
                                        <p:tav tm="100000">
                                          <p:val>
                                            <p:fltVal val="0"/>
                                          </p:val>
                                        </p:tav>
                                      </p:tavLst>
                                    </p:anim>
                                    <p:animEffect transition="in" filter="fade">
                                      <p:cBhvr>
                                        <p:cTn id="38" dur="500"/>
                                        <p:tgtEl>
                                          <p:spTgt spid="41"/>
                                        </p:tgtEl>
                                      </p:cBhvr>
                                    </p:animEffect>
                                  </p:childTnLst>
                                </p:cTn>
                              </p:par>
                            </p:childTnLst>
                          </p:cTn>
                        </p:par>
                        <p:par>
                          <p:cTn id="39" fill="hold">
                            <p:stCondLst>
                              <p:cond delay="500"/>
                            </p:stCondLst>
                            <p:childTnLst>
                              <p:par>
                                <p:cTn id="40" presetID="1" presetClass="entr" presetSubtype="0" fill="hold" grpId="0" nodeType="afterEffect">
                                  <p:stCondLst>
                                    <p:cond delay="0"/>
                                  </p:stCondLst>
                                  <p:iterate type="lt">
                                    <p:tmAbs val="100"/>
                                  </p:iterate>
                                  <p:childTnLst>
                                    <p:set>
                                      <p:cBhvr>
                                        <p:cTn id="41" dur="1" fill="hold">
                                          <p:stCondLst>
                                            <p:cond delay="0"/>
                                          </p:stCondLst>
                                        </p:cTn>
                                        <p:tgtEl>
                                          <p:spTgt spid="42"/>
                                        </p:tgtEl>
                                        <p:attrNameLst>
                                          <p:attrName>style.visibility</p:attrName>
                                        </p:attrNameLst>
                                      </p:cBhvr>
                                      <p:to>
                                        <p:strVal val="visible"/>
                                      </p:to>
                                    </p:set>
                                  </p:childTnLst>
                                </p:cTn>
                              </p:par>
                            </p:childTnLst>
                          </p:cTn>
                        </p:par>
                      </p:childTnLst>
                    </p:cTn>
                  </p:par>
                  <p:par>
                    <p:cTn id="42" fill="hold">
                      <p:stCondLst>
                        <p:cond delay="indefinite"/>
                      </p:stCondLst>
                      <p:childTnLst>
                        <p:par>
                          <p:cTn id="43" fill="hold">
                            <p:stCondLst>
                              <p:cond delay="0"/>
                            </p:stCondLst>
                            <p:childTnLst>
                              <p:par>
                                <p:cTn id="44" presetID="30" presetClass="entr" presetSubtype="0" fill="hold" nodeType="clickEffect">
                                  <p:stCondLst>
                                    <p:cond delay="0"/>
                                  </p:stCondLst>
                                  <p:childTnLst>
                                    <p:set>
                                      <p:cBhvr>
                                        <p:cTn id="45" dur="1" fill="hold">
                                          <p:stCondLst>
                                            <p:cond delay="0"/>
                                          </p:stCondLst>
                                        </p:cTn>
                                        <p:tgtEl>
                                          <p:spTgt spid="12"/>
                                        </p:tgtEl>
                                        <p:attrNameLst>
                                          <p:attrName>style.visibility</p:attrName>
                                        </p:attrNameLst>
                                      </p:cBhvr>
                                      <p:to>
                                        <p:strVal val="visible"/>
                                      </p:to>
                                    </p:set>
                                    <p:animEffect transition="in" filter="fade">
                                      <p:cBhvr>
                                        <p:cTn id="46" dur="800" decel="100000"/>
                                        <p:tgtEl>
                                          <p:spTgt spid="12"/>
                                        </p:tgtEl>
                                      </p:cBhvr>
                                    </p:animEffect>
                                    <p:anim calcmode="lin" valueType="num">
                                      <p:cBhvr>
                                        <p:cTn id="47" dur="800" decel="100000" fill="hold"/>
                                        <p:tgtEl>
                                          <p:spTgt spid="12"/>
                                        </p:tgtEl>
                                        <p:attrNameLst>
                                          <p:attrName>style.rotation</p:attrName>
                                        </p:attrNameLst>
                                      </p:cBhvr>
                                      <p:tavLst>
                                        <p:tav tm="0">
                                          <p:val>
                                            <p:fltVal val="-90"/>
                                          </p:val>
                                        </p:tav>
                                        <p:tav tm="100000">
                                          <p:val>
                                            <p:fltVal val="0"/>
                                          </p:val>
                                        </p:tav>
                                      </p:tavLst>
                                    </p:anim>
                                    <p:anim calcmode="lin" valueType="num">
                                      <p:cBhvr>
                                        <p:cTn id="48" dur="800" decel="100000" fill="hold"/>
                                        <p:tgtEl>
                                          <p:spTgt spid="12"/>
                                        </p:tgtEl>
                                        <p:attrNameLst>
                                          <p:attrName>ppt_x</p:attrName>
                                        </p:attrNameLst>
                                      </p:cBhvr>
                                      <p:tavLst>
                                        <p:tav tm="0">
                                          <p:val>
                                            <p:strVal val="#ppt_x+0.4"/>
                                          </p:val>
                                        </p:tav>
                                        <p:tav tm="100000">
                                          <p:val>
                                            <p:strVal val="#ppt_x-0.05"/>
                                          </p:val>
                                        </p:tav>
                                      </p:tavLst>
                                    </p:anim>
                                    <p:anim calcmode="lin" valueType="num">
                                      <p:cBhvr>
                                        <p:cTn id="49" dur="800" decel="100000" fill="hold"/>
                                        <p:tgtEl>
                                          <p:spTgt spid="12"/>
                                        </p:tgtEl>
                                        <p:attrNameLst>
                                          <p:attrName>ppt_y</p:attrName>
                                        </p:attrNameLst>
                                      </p:cBhvr>
                                      <p:tavLst>
                                        <p:tav tm="0">
                                          <p:val>
                                            <p:strVal val="#ppt_y-0.4"/>
                                          </p:val>
                                        </p:tav>
                                        <p:tav tm="100000">
                                          <p:val>
                                            <p:strVal val="#ppt_y+0.1"/>
                                          </p:val>
                                        </p:tav>
                                      </p:tavLst>
                                    </p:anim>
                                    <p:anim calcmode="lin" valueType="num">
                                      <p:cBhvr>
                                        <p:cTn id="50" dur="200" accel="100000" fill="hold">
                                          <p:stCondLst>
                                            <p:cond delay="800"/>
                                          </p:stCondLst>
                                        </p:cTn>
                                        <p:tgtEl>
                                          <p:spTgt spid="12"/>
                                        </p:tgtEl>
                                        <p:attrNameLst>
                                          <p:attrName>ppt_x</p:attrName>
                                        </p:attrNameLst>
                                      </p:cBhvr>
                                      <p:tavLst>
                                        <p:tav tm="0">
                                          <p:val>
                                            <p:strVal val="#ppt_x-0.05"/>
                                          </p:val>
                                        </p:tav>
                                        <p:tav tm="100000">
                                          <p:val>
                                            <p:strVal val="#ppt_x"/>
                                          </p:val>
                                        </p:tav>
                                      </p:tavLst>
                                    </p:anim>
                                    <p:anim calcmode="lin" valueType="num">
                                      <p:cBhvr>
                                        <p:cTn id="51" dur="200" accel="100000" fill="hold">
                                          <p:stCondLst>
                                            <p:cond delay="800"/>
                                          </p:stCondLst>
                                        </p:cTn>
                                        <p:tgtEl>
                                          <p:spTgt spid="12"/>
                                        </p:tgtEl>
                                        <p:attrNameLst>
                                          <p:attrName>ppt_y</p:attrName>
                                        </p:attrNameLst>
                                      </p:cBhvr>
                                      <p:tavLst>
                                        <p:tav tm="0">
                                          <p:val>
                                            <p:strVal val="#ppt_y+0.1"/>
                                          </p:val>
                                        </p:tav>
                                        <p:tav tm="100000">
                                          <p:val>
                                            <p:strVal val="#ppt_y"/>
                                          </p:val>
                                        </p:tav>
                                      </p:tavLst>
                                    </p:anim>
                                  </p:childTnLst>
                                </p:cTn>
                              </p:par>
                            </p:childTnLst>
                          </p:cTn>
                        </p:par>
                      </p:childTnLst>
                    </p:cTn>
                  </p:par>
                  <p:par>
                    <p:cTn id="52" fill="hold">
                      <p:stCondLst>
                        <p:cond delay="indefinite"/>
                      </p:stCondLst>
                      <p:childTnLst>
                        <p:par>
                          <p:cTn id="53" fill="hold">
                            <p:stCondLst>
                              <p:cond delay="0"/>
                            </p:stCondLst>
                            <p:childTnLst>
                              <p:par>
                                <p:cTn id="54" presetID="12" presetClass="entr" presetSubtype="8" fill="hold" nodeType="clickEffect">
                                  <p:stCondLst>
                                    <p:cond delay="0"/>
                                  </p:stCondLst>
                                  <p:childTnLst>
                                    <p:set>
                                      <p:cBhvr>
                                        <p:cTn id="55" dur="1" fill="hold">
                                          <p:stCondLst>
                                            <p:cond delay="0"/>
                                          </p:stCondLst>
                                        </p:cTn>
                                        <p:tgtEl>
                                          <p:spTgt spid="6"/>
                                        </p:tgtEl>
                                        <p:attrNameLst>
                                          <p:attrName>style.visibility</p:attrName>
                                        </p:attrNameLst>
                                      </p:cBhvr>
                                      <p:to>
                                        <p:strVal val="visible"/>
                                      </p:to>
                                    </p:set>
                                    <p:anim calcmode="lin" valueType="num">
                                      <p:cBhvr additive="base">
                                        <p:cTn id="56" dur="1000"/>
                                        <p:tgtEl>
                                          <p:spTgt spid="6"/>
                                        </p:tgtEl>
                                        <p:attrNameLst>
                                          <p:attrName>ppt_x</p:attrName>
                                        </p:attrNameLst>
                                      </p:cBhvr>
                                      <p:tavLst>
                                        <p:tav tm="0">
                                          <p:val>
                                            <p:strVal val="#ppt_x-#ppt_w*1.125000"/>
                                          </p:val>
                                        </p:tav>
                                        <p:tav tm="100000">
                                          <p:val>
                                            <p:strVal val="#ppt_x"/>
                                          </p:val>
                                        </p:tav>
                                      </p:tavLst>
                                    </p:anim>
                                    <p:animEffect transition="in" filter="wipe(right)">
                                      <p:cBhvr>
                                        <p:cTn id="57" dur="1000"/>
                                        <p:tgtEl>
                                          <p:spTgt spid="6"/>
                                        </p:tgtEl>
                                      </p:cBhvr>
                                    </p:animEffect>
                                  </p:childTnLst>
                                </p:cTn>
                              </p:par>
                            </p:childTnLst>
                          </p:cTn>
                        </p:par>
                      </p:childTnLst>
                    </p:cTn>
                  </p:par>
                  <p:par>
                    <p:cTn id="58" fill="hold">
                      <p:stCondLst>
                        <p:cond delay="indefinite"/>
                      </p:stCondLst>
                      <p:childTnLst>
                        <p:par>
                          <p:cTn id="59" fill="hold">
                            <p:stCondLst>
                              <p:cond delay="0"/>
                            </p:stCondLst>
                            <p:childTnLst>
                              <p:par>
                                <p:cTn id="60" presetID="12" presetClass="entr" presetSubtype="4" fill="hold" grpId="0" nodeType="clickEffect">
                                  <p:stCondLst>
                                    <p:cond delay="0"/>
                                  </p:stCondLst>
                                  <p:childTnLst>
                                    <p:set>
                                      <p:cBhvr>
                                        <p:cTn id="61" dur="1" fill="hold">
                                          <p:stCondLst>
                                            <p:cond delay="0"/>
                                          </p:stCondLst>
                                        </p:cTn>
                                        <p:tgtEl>
                                          <p:spTgt spid="7"/>
                                        </p:tgtEl>
                                        <p:attrNameLst>
                                          <p:attrName>style.visibility</p:attrName>
                                        </p:attrNameLst>
                                      </p:cBhvr>
                                      <p:to>
                                        <p:strVal val="visible"/>
                                      </p:to>
                                    </p:set>
                                    <p:anim calcmode="lin" valueType="num">
                                      <p:cBhvr additive="base">
                                        <p:cTn id="62" dur="500"/>
                                        <p:tgtEl>
                                          <p:spTgt spid="7"/>
                                        </p:tgtEl>
                                        <p:attrNameLst>
                                          <p:attrName>ppt_y</p:attrName>
                                        </p:attrNameLst>
                                      </p:cBhvr>
                                      <p:tavLst>
                                        <p:tav tm="0">
                                          <p:val>
                                            <p:strVal val="#ppt_y+#ppt_h*1.125000"/>
                                          </p:val>
                                        </p:tav>
                                        <p:tav tm="100000">
                                          <p:val>
                                            <p:strVal val="#ppt_y"/>
                                          </p:val>
                                        </p:tav>
                                      </p:tavLst>
                                    </p:anim>
                                    <p:animEffect transition="in" filter="wipe(up)">
                                      <p:cBhvr>
                                        <p:cTn id="63" dur="500"/>
                                        <p:tgtEl>
                                          <p:spTgt spid="7"/>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8" grpId="0" animBg="1"/>
      <p:bldP spid="9" grpId="0"/>
      <p:bldP spid="39" grpId="0" animBg="1"/>
      <p:bldP spid="40" grpId="0"/>
      <p:bldP spid="41" grpId="0" animBg="1"/>
      <p:bldP spid="42" grpId="0"/>
      <p:bldP spid="7" grpId="0" animBg="1"/>
    </p:bldLst>
  </p:timing>
</p:sld>
</file>

<file path=ppt/slides/slide6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4" name="组合 3">
            <a:extLst>
              <a:ext uri="{FF2B5EF4-FFF2-40B4-BE49-F238E27FC236}">
                <a16:creationId xmlns:a16="http://schemas.microsoft.com/office/drawing/2014/main" id="{9A1EA9F2-FCB6-48C3-935F-7AE7E3AD14AC}"/>
              </a:ext>
            </a:extLst>
          </p:cNvPr>
          <p:cNvGrpSpPr/>
          <p:nvPr/>
        </p:nvGrpSpPr>
        <p:grpSpPr>
          <a:xfrm>
            <a:off x="304800" y="749300"/>
            <a:ext cx="6192344" cy="400110"/>
            <a:chOff x="424117" y="898245"/>
            <a:chExt cx="6192344" cy="400110"/>
          </a:xfrm>
        </p:grpSpPr>
        <p:sp>
          <p:nvSpPr>
            <p:cNvPr id="2" name="平行四边形 1">
              <a:extLst>
                <a:ext uri="{FF2B5EF4-FFF2-40B4-BE49-F238E27FC236}">
                  <a16:creationId xmlns:a16="http://schemas.microsoft.com/office/drawing/2014/main" id="{1F5BAA3F-9845-4F89-A2DD-8222D3E4EDAC}"/>
                </a:ext>
              </a:extLst>
            </p:cNvPr>
            <p:cNvSpPr/>
            <p:nvPr/>
          </p:nvSpPr>
          <p:spPr>
            <a:xfrm>
              <a:off x="424117" y="898245"/>
              <a:ext cx="628306" cy="387090"/>
            </a:xfrm>
            <a:prstGeom prst="parallelogram">
              <a:avLst/>
            </a:prstGeom>
            <a:solidFill>
              <a:schemeClr val="accent3">
                <a:lumMod val="75000"/>
              </a:schemeClr>
            </a:solidFill>
            <a:ln>
              <a:solidFill>
                <a:schemeClr val="accent3">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CN" sz="2200" dirty="0">
                  <a:latin typeface="Impact" panose="020B0806030902050204" pitchFamily="34" charset="0"/>
                </a:rPr>
                <a:t>01</a:t>
              </a:r>
              <a:endParaRPr lang="zh-CN" altLang="en-US" sz="2200" dirty="0">
                <a:latin typeface="Impact" panose="020B0806030902050204" pitchFamily="34" charset="0"/>
              </a:endParaRPr>
            </a:p>
          </p:txBody>
        </p:sp>
        <p:sp>
          <p:nvSpPr>
            <p:cNvPr id="3" name="文本框 2">
              <a:extLst>
                <a:ext uri="{FF2B5EF4-FFF2-40B4-BE49-F238E27FC236}">
                  <a16:creationId xmlns:a16="http://schemas.microsoft.com/office/drawing/2014/main" id="{4D6BD736-A4D3-4F26-AFED-36E11F50F70B}"/>
                </a:ext>
              </a:extLst>
            </p:cNvPr>
            <p:cNvSpPr txBox="1"/>
            <p:nvPr/>
          </p:nvSpPr>
          <p:spPr>
            <a:xfrm>
              <a:off x="1052423" y="898245"/>
              <a:ext cx="5564038" cy="400110"/>
            </a:xfrm>
            <a:prstGeom prst="rect">
              <a:avLst/>
            </a:prstGeom>
            <a:noFill/>
          </p:spPr>
          <p:txBody>
            <a:bodyPr wrap="square" rtlCol="0">
              <a:spAutoFit/>
            </a:bodyPr>
            <a:lstStyle/>
            <a:p>
              <a:r>
                <a:rPr lang="zh-CN" altLang="en-US" sz="2000" b="1" dirty="0"/>
                <a:t>误码的相关概念</a:t>
              </a:r>
            </a:p>
          </p:txBody>
        </p:sp>
      </p:grpSp>
      <p:sp>
        <p:nvSpPr>
          <p:cNvPr id="8" name="矩形 7">
            <a:extLst>
              <a:ext uri="{FF2B5EF4-FFF2-40B4-BE49-F238E27FC236}">
                <a16:creationId xmlns:a16="http://schemas.microsoft.com/office/drawing/2014/main" id="{C7720255-4E6C-41B6-A880-D93377A356B5}"/>
              </a:ext>
            </a:extLst>
          </p:cNvPr>
          <p:cNvSpPr/>
          <p:nvPr/>
        </p:nvSpPr>
        <p:spPr>
          <a:xfrm>
            <a:off x="1016000" y="1297642"/>
            <a:ext cx="256976" cy="256976"/>
          </a:xfrm>
          <a:prstGeom prst="rect">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9" name="íşlïḍè">
            <a:extLst>
              <a:ext uri="{FF2B5EF4-FFF2-40B4-BE49-F238E27FC236}">
                <a16:creationId xmlns:a16="http://schemas.microsoft.com/office/drawing/2014/main" id="{1E3208DB-9CB5-439E-87A6-F640C77C2B32}"/>
              </a:ext>
            </a:extLst>
          </p:cNvPr>
          <p:cNvSpPr txBox="1"/>
          <p:nvPr/>
        </p:nvSpPr>
        <p:spPr>
          <a:xfrm>
            <a:off x="1333227" y="1297641"/>
            <a:ext cx="9244867" cy="256977"/>
          </a:xfrm>
          <a:prstGeom prst="rect">
            <a:avLst/>
          </a:prstGeom>
          <a:noFill/>
        </p:spPr>
        <p:txBody>
          <a:bodyPr wrap="square" lIns="91440" tIns="45720" rIns="91440" bIns="45720" anchor="ctr">
            <a:noAutofit/>
          </a:bodyPr>
          <a:lstStyle/>
          <a:p>
            <a:r>
              <a:rPr lang="zh-CN" altLang="en-US" b="1" dirty="0"/>
              <a:t>实际的通信链路都不是理想的，比特在传输过程中可能会产生差错（称为</a:t>
            </a:r>
            <a:r>
              <a:rPr lang="zh-CN" altLang="en-US" b="1" dirty="0">
                <a:solidFill>
                  <a:schemeClr val="accent1">
                    <a:lumMod val="75000"/>
                  </a:schemeClr>
                </a:solidFill>
              </a:rPr>
              <a:t>比特差错</a:t>
            </a:r>
            <a:r>
              <a:rPr lang="zh-CN" altLang="en-US" b="1" dirty="0"/>
              <a:t>）：</a:t>
            </a:r>
            <a:endParaRPr lang="en-US" altLang="zh-CN" b="1" dirty="0"/>
          </a:p>
        </p:txBody>
      </p:sp>
      <p:sp>
        <p:nvSpPr>
          <p:cNvPr id="39" name="矩形 38">
            <a:extLst>
              <a:ext uri="{FF2B5EF4-FFF2-40B4-BE49-F238E27FC236}">
                <a16:creationId xmlns:a16="http://schemas.microsoft.com/office/drawing/2014/main" id="{10D22BA8-98F7-4E2E-9AF0-D4B8DD2C8724}"/>
              </a:ext>
            </a:extLst>
          </p:cNvPr>
          <p:cNvSpPr/>
          <p:nvPr/>
        </p:nvSpPr>
        <p:spPr>
          <a:xfrm>
            <a:off x="1438115" y="1702850"/>
            <a:ext cx="256976" cy="256976"/>
          </a:xfrm>
          <a:prstGeom prst="rect">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40" name="íşlïḍè">
            <a:extLst>
              <a:ext uri="{FF2B5EF4-FFF2-40B4-BE49-F238E27FC236}">
                <a16:creationId xmlns:a16="http://schemas.microsoft.com/office/drawing/2014/main" id="{421C5E74-8AB7-4DFC-931E-72947271DDC9}"/>
              </a:ext>
            </a:extLst>
          </p:cNvPr>
          <p:cNvSpPr txBox="1"/>
          <p:nvPr/>
        </p:nvSpPr>
        <p:spPr>
          <a:xfrm>
            <a:off x="1755344" y="1702849"/>
            <a:ext cx="2421952" cy="256977"/>
          </a:xfrm>
          <a:prstGeom prst="rect">
            <a:avLst/>
          </a:prstGeom>
          <a:noFill/>
        </p:spPr>
        <p:txBody>
          <a:bodyPr wrap="square" lIns="91440" tIns="45720" rIns="91440" bIns="45720" anchor="ctr">
            <a:noAutofit/>
          </a:bodyPr>
          <a:lstStyle/>
          <a:p>
            <a:r>
              <a:rPr lang="zh-CN" altLang="en-US" b="1" dirty="0"/>
              <a:t>比特</a:t>
            </a:r>
            <a:r>
              <a:rPr lang="en-US" altLang="zh-CN" b="1" dirty="0"/>
              <a:t>1</a:t>
            </a:r>
            <a:r>
              <a:rPr lang="zh-CN" altLang="en-US" b="1" dirty="0"/>
              <a:t>可能变成比特</a:t>
            </a:r>
            <a:r>
              <a:rPr lang="en-US" altLang="zh-CN" b="1" dirty="0"/>
              <a:t>0</a:t>
            </a:r>
          </a:p>
        </p:txBody>
      </p:sp>
      <p:sp>
        <p:nvSpPr>
          <p:cNvPr id="41" name="矩形 40">
            <a:extLst>
              <a:ext uri="{FF2B5EF4-FFF2-40B4-BE49-F238E27FC236}">
                <a16:creationId xmlns:a16="http://schemas.microsoft.com/office/drawing/2014/main" id="{525A32DC-BE86-4A62-AC2E-4C4A3140102E}"/>
              </a:ext>
            </a:extLst>
          </p:cNvPr>
          <p:cNvSpPr/>
          <p:nvPr/>
        </p:nvSpPr>
        <p:spPr>
          <a:xfrm>
            <a:off x="1438115" y="2108058"/>
            <a:ext cx="256976" cy="256976"/>
          </a:xfrm>
          <a:prstGeom prst="rect">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42" name="íşlïḍè">
            <a:extLst>
              <a:ext uri="{FF2B5EF4-FFF2-40B4-BE49-F238E27FC236}">
                <a16:creationId xmlns:a16="http://schemas.microsoft.com/office/drawing/2014/main" id="{2290D78F-B90F-4852-80BA-F8CA0E8AA227}"/>
              </a:ext>
            </a:extLst>
          </p:cNvPr>
          <p:cNvSpPr txBox="1"/>
          <p:nvPr/>
        </p:nvSpPr>
        <p:spPr>
          <a:xfrm>
            <a:off x="1755344" y="2108057"/>
            <a:ext cx="2421952" cy="256977"/>
          </a:xfrm>
          <a:prstGeom prst="rect">
            <a:avLst/>
          </a:prstGeom>
          <a:noFill/>
        </p:spPr>
        <p:txBody>
          <a:bodyPr wrap="square" lIns="91440" tIns="45720" rIns="91440" bIns="45720" anchor="ctr">
            <a:noAutofit/>
          </a:bodyPr>
          <a:lstStyle/>
          <a:p>
            <a:r>
              <a:rPr lang="zh-CN" altLang="en-US" b="1" dirty="0"/>
              <a:t>比特</a:t>
            </a:r>
            <a:r>
              <a:rPr lang="en-US" altLang="zh-CN" b="1" dirty="0"/>
              <a:t>0</a:t>
            </a:r>
            <a:r>
              <a:rPr lang="zh-CN" altLang="en-US" b="1" dirty="0"/>
              <a:t>可能变成比特</a:t>
            </a:r>
            <a:r>
              <a:rPr lang="en-US" altLang="zh-CN" b="1" dirty="0"/>
              <a:t>1</a:t>
            </a:r>
          </a:p>
        </p:txBody>
      </p:sp>
      <p:grpSp>
        <p:nvGrpSpPr>
          <p:cNvPr id="12" name="组合 11">
            <a:extLst>
              <a:ext uri="{FF2B5EF4-FFF2-40B4-BE49-F238E27FC236}">
                <a16:creationId xmlns:a16="http://schemas.microsoft.com/office/drawing/2014/main" id="{313A0EE4-AF2F-4EF7-9B11-657D152500C7}"/>
              </a:ext>
            </a:extLst>
          </p:cNvPr>
          <p:cNvGrpSpPr/>
          <p:nvPr/>
        </p:nvGrpSpPr>
        <p:grpSpPr>
          <a:xfrm>
            <a:off x="625788" y="4000535"/>
            <a:ext cx="10940423" cy="641082"/>
            <a:chOff x="601699" y="5648354"/>
            <a:chExt cx="10940423" cy="641082"/>
          </a:xfrm>
        </p:grpSpPr>
        <p:cxnSp>
          <p:nvCxnSpPr>
            <p:cNvPr id="23" name="直接连接符 22">
              <a:extLst>
                <a:ext uri="{FF2B5EF4-FFF2-40B4-BE49-F238E27FC236}">
                  <a16:creationId xmlns:a16="http://schemas.microsoft.com/office/drawing/2014/main" id="{BDADF065-0436-4D5A-92A4-67B4F392F33D}"/>
                </a:ext>
              </a:extLst>
            </p:cNvPr>
            <p:cNvCxnSpPr>
              <a:cxnSpLocks/>
            </p:cNvCxnSpPr>
            <p:nvPr/>
          </p:nvCxnSpPr>
          <p:spPr>
            <a:xfrm>
              <a:off x="1143721" y="6126777"/>
              <a:ext cx="10027235"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pic>
          <p:nvPicPr>
            <p:cNvPr id="24" name="图形 23">
              <a:extLst>
                <a:ext uri="{FF2B5EF4-FFF2-40B4-BE49-F238E27FC236}">
                  <a16:creationId xmlns:a16="http://schemas.microsoft.com/office/drawing/2014/main" id="{0E73258F-7C5A-4C4A-9D02-9265691C3F02}"/>
                </a:ext>
              </a:extLst>
            </p:cNvPr>
            <p:cNvPicPr>
              <a:picLocks noChangeAspect="1"/>
            </p:cNvPicPr>
            <p:nvPr/>
          </p:nvPicPr>
          <p:blipFill>
            <a:blip r:embed="rId3">
              <a:extLst>
                <a:ext uri="{28A0092B-C50C-407E-A947-70E740481C1C}">
                  <a14:useLocalDpi xmlns:a14="http://schemas.microsoft.com/office/drawing/2010/main" val="0"/>
                </a:ext>
                <a:ext uri="{96DAC541-7B7A-43D3-8B79-37D633B846F1}">
                  <asvg:svgBlip xmlns:asvg="http://schemas.microsoft.com/office/drawing/2016/SVG/main" r:embed="rId4"/>
                </a:ext>
              </a:extLst>
            </a:blip>
            <a:stretch>
              <a:fillRect/>
            </a:stretch>
          </p:blipFill>
          <p:spPr>
            <a:xfrm>
              <a:off x="601699" y="5648354"/>
              <a:ext cx="662814" cy="641082"/>
            </a:xfrm>
            <a:prstGeom prst="rect">
              <a:avLst/>
            </a:prstGeom>
          </p:spPr>
        </p:pic>
        <p:pic>
          <p:nvPicPr>
            <p:cNvPr id="25" name="图形 24">
              <a:extLst>
                <a:ext uri="{FF2B5EF4-FFF2-40B4-BE49-F238E27FC236}">
                  <a16:creationId xmlns:a16="http://schemas.microsoft.com/office/drawing/2014/main" id="{D898DB40-49B3-4A19-A1F9-3897BC630E2B}"/>
                </a:ext>
              </a:extLst>
            </p:cNvPr>
            <p:cNvPicPr>
              <a:picLocks noChangeAspect="1"/>
            </p:cNvPicPr>
            <p:nvPr/>
          </p:nvPicPr>
          <p:blipFill>
            <a:blip r:embed="rId3">
              <a:extLst>
                <a:ext uri="{28A0092B-C50C-407E-A947-70E740481C1C}">
                  <a14:useLocalDpi xmlns:a14="http://schemas.microsoft.com/office/drawing/2010/main" val="0"/>
                </a:ext>
                <a:ext uri="{96DAC541-7B7A-43D3-8B79-37D633B846F1}">
                  <asvg:svgBlip xmlns:asvg="http://schemas.microsoft.com/office/drawing/2016/SVG/main" r:embed="rId4"/>
                </a:ext>
              </a:extLst>
            </a:blip>
            <a:stretch>
              <a:fillRect/>
            </a:stretch>
          </p:blipFill>
          <p:spPr>
            <a:xfrm>
              <a:off x="10879308" y="5648354"/>
              <a:ext cx="662814" cy="641082"/>
            </a:xfrm>
            <a:prstGeom prst="rect">
              <a:avLst/>
            </a:prstGeom>
          </p:spPr>
        </p:pic>
      </p:grpSp>
      <p:sp>
        <p:nvSpPr>
          <p:cNvPr id="5" name="六边形 4">
            <a:extLst>
              <a:ext uri="{FF2B5EF4-FFF2-40B4-BE49-F238E27FC236}">
                <a16:creationId xmlns:a16="http://schemas.microsoft.com/office/drawing/2014/main" id="{FE756566-6C00-48D9-B879-C211411B8093}"/>
              </a:ext>
            </a:extLst>
          </p:cNvPr>
          <p:cNvSpPr/>
          <p:nvPr/>
        </p:nvSpPr>
        <p:spPr>
          <a:xfrm>
            <a:off x="2681867" y="4134493"/>
            <a:ext cx="335500" cy="210508"/>
          </a:xfrm>
          <a:prstGeom prst="hexagon">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CN" b="1" dirty="0">
                <a:solidFill>
                  <a:schemeClr val="tx1"/>
                </a:solidFill>
              </a:rPr>
              <a:t>1</a:t>
            </a:r>
            <a:endParaRPr lang="zh-CN" altLang="en-US" b="1" dirty="0">
              <a:solidFill>
                <a:schemeClr val="tx1"/>
              </a:solidFill>
            </a:endParaRPr>
          </a:p>
        </p:txBody>
      </p:sp>
      <p:sp>
        <p:nvSpPr>
          <p:cNvPr id="27" name="六边形 26">
            <a:extLst>
              <a:ext uri="{FF2B5EF4-FFF2-40B4-BE49-F238E27FC236}">
                <a16:creationId xmlns:a16="http://schemas.microsoft.com/office/drawing/2014/main" id="{8F1CC422-AC07-47F5-AEF5-B760061C3799}"/>
              </a:ext>
            </a:extLst>
          </p:cNvPr>
          <p:cNvSpPr/>
          <p:nvPr/>
        </p:nvSpPr>
        <p:spPr>
          <a:xfrm>
            <a:off x="3024284" y="4134493"/>
            <a:ext cx="335500" cy="210508"/>
          </a:xfrm>
          <a:prstGeom prst="hexagon">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CN" b="1" dirty="0">
                <a:solidFill>
                  <a:schemeClr val="tx1"/>
                </a:solidFill>
              </a:rPr>
              <a:t>0</a:t>
            </a:r>
            <a:endParaRPr lang="zh-CN" altLang="en-US" b="1" dirty="0">
              <a:solidFill>
                <a:schemeClr val="tx1"/>
              </a:solidFill>
            </a:endParaRPr>
          </a:p>
        </p:txBody>
      </p:sp>
      <p:sp>
        <p:nvSpPr>
          <p:cNvPr id="28" name="六边形 27">
            <a:extLst>
              <a:ext uri="{FF2B5EF4-FFF2-40B4-BE49-F238E27FC236}">
                <a16:creationId xmlns:a16="http://schemas.microsoft.com/office/drawing/2014/main" id="{E31B6B72-A23D-4FFA-BB1D-7BA68709CC8B}"/>
              </a:ext>
            </a:extLst>
          </p:cNvPr>
          <p:cNvSpPr/>
          <p:nvPr/>
        </p:nvSpPr>
        <p:spPr>
          <a:xfrm>
            <a:off x="3366701" y="4134493"/>
            <a:ext cx="335500" cy="210508"/>
          </a:xfrm>
          <a:prstGeom prst="hexagon">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CN" b="1" dirty="0">
                <a:solidFill>
                  <a:schemeClr val="tx1"/>
                </a:solidFill>
              </a:rPr>
              <a:t>0</a:t>
            </a:r>
            <a:endParaRPr lang="zh-CN" altLang="en-US" b="1" dirty="0">
              <a:solidFill>
                <a:schemeClr val="tx1"/>
              </a:solidFill>
            </a:endParaRPr>
          </a:p>
        </p:txBody>
      </p:sp>
      <p:sp>
        <p:nvSpPr>
          <p:cNvPr id="29" name="六边形 28">
            <a:extLst>
              <a:ext uri="{FF2B5EF4-FFF2-40B4-BE49-F238E27FC236}">
                <a16:creationId xmlns:a16="http://schemas.microsoft.com/office/drawing/2014/main" id="{FA0A3AF9-C05E-4B8E-963F-179116101B78}"/>
              </a:ext>
            </a:extLst>
          </p:cNvPr>
          <p:cNvSpPr/>
          <p:nvPr/>
        </p:nvSpPr>
        <p:spPr>
          <a:xfrm>
            <a:off x="3709118" y="4134493"/>
            <a:ext cx="335500" cy="210508"/>
          </a:xfrm>
          <a:prstGeom prst="hexagon">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CN" b="1" dirty="0">
                <a:solidFill>
                  <a:schemeClr val="tx1"/>
                </a:solidFill>
              </a:rPr>
              <a:t>1</a:t>
            </a:r>
            <a:endParaRPr lang="zh-CN" altLang="en-US" b="1" dirty="0">
              <a:solidFill>
                <a:schemeClr val="tx1"/>
              </a:solidFill>
            </a:endParaRPr>
          </a:p>
        </p:txBody>
      </p:sp>
      <p:sp>
        <p:nvSpPr>
          <p:cNvPr id="30" name="六边形 29">
            <a:extLst>
              <a:ext uri="{FF2B5EF4-FFF2-40B4-BE49-F238E27FC236}">
                <a16:creationId xmlns:a16="http://schemas.microsoft.com/office/drawing/2014/main" id="{5EA3D71F-C273-4E4B-96C8-BBA591977623}"/>
              </a:ext>
            </a:extLst>
          </p:cNvPr>
          <p:cNvSpPr/>
          <p:nvPr/>
        </p:nvSpPr>
        <p:spPr>
          <a:xfrm>
            <a:off x="4051535" y="4134493"/>
            <a:ext cx="335500" cy="210508"/>
          </a:xfrm>
          <a:prstGeom prst="hexagon">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CN" b="1" dirty="0">
                <a:solidFill>
                  <a:schemeClr val="tx1"/>
                </a:solidFill>
              </a:rPr>
              <a:t>0</a:t>
            </a:r>
            <a:endParaRPr lang="zh-CN" altLang="en-US" b="1" dirty="0">
              <a:solidFill>
                <a:schemeClr val="tx1"/>
              </a:solidFill>
            </a:endParaRPr>
          </a:p>
        </p:txBody>
      </p:sp>
      <p:sp>
        <p:nvSpPr>
          <p:cNvPr id="31" name="六边形 30">
            <a:extLst>
              <a:ext uri="{FF2B5EF4-FFF2-40B4-BE49-F238E27FC236}">
                <a16:creationId xmlns:a16="http://schemas.microsoft.com/office/drawing/2014/main" id="{91CD1503-AD5E-4232-8A58-B1816CFC42AF}"/>
              </a:ext>
            </a:extLst>
          </p:cNvPr>
          <p:cNvSpPr/>
          <p:nvPr/>
        </p:nvSpPr>
        <p:spPr>
          <a:xfrm>
            <a:off x="4393952" y="4134493"/>
            <a:ext cx="335500" cy="210508"/>
          </a:xfrm>
          <a:prstGeom prst="hexagon">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CN" b="1" dirty="0">
                <a:solidFill>
                  <a:schemeClr val="tx1"/>
                </a:solidFill>
              </a:rPr>
              <a:t>1</a:t>
            </a:r>
            <a:endParaRPr lang="zh-CN" altLang="en-US" b="1" dirty="0">
              <a:solidFill>
                <a:schemeClr val="tx1"/>
              </a:solidFill>
            </a:endParaRPr>
          </a:p>
        </p:txBody>
      </p:sp>
      <p:sp>
        <p:nvSpPr>
          <p:cNvPr id="32" name="六边形 31">
            <a:extLst>
              <a:ext uri="{FF2B5EF4-FFF2-40B4-BE49-F238E27FC236}">
                <a16:creationId xmlns:a16="http://schemas.microsoft.com/office/drawing/2014/main" id="{09696E22-9A3E-4EE5-9408-44C68A0AEA47}"/>
              </a:ext>
            </a:extLst>
          </p:cNvPr>
          <p:cNvSpPr/>
          <p:nvPr/>
        </p:nvSpPr>
        <p:spPr>
          <a:xfrm>
            <a:off x="4736369" y="4134493"/>
            <a:ext cx="335500" cy="210508"/>
          </a:xfrm>
          <a:prstGeom prst="hexagon">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CN" b="1" dirty="0">
                <a:solidFill>
                  <a:schemeClr val="tx1"/>
                </a:solidFill>
              </a:rPr>
              <a:t>0</a:t>
            </a:r>
            <a:endParaRPr lang="zh-CN" altLang="en-US" b="1" dirty="0">
              <a:solidFill>
                <a:schemeClr val="tx1"/>
              </a:solidFill>
            </a:endParaRPr>
          </a:p>
        </p:txBody>
      </p:sp>
      <p:sp>
        <p:nvSpPr>
          <p:cNvPr id="33" name="六边形 32">
            <a:extLst>
              <a:ext uri="{FF2B5EF4-FFF2-40B4-BE49-F238E27FC236}">
                <a16:creationId xmlns:a16="http://schemas.microsoft.com/office/drawing/2014/main" id="{059A7FD8-E5BA-4744-8B3E-CA91658375AE}"/>
              </a:ext>
            </a:extLst>
          </p:cNvPr>
          <p:cNvSpPr/>
          <p:nvPr/>
        </p:nvSpPr>
        <p:spPr>
          <a:xfrm>
            <a:off x="5078786" y="4134493"/>
            <a:ext cx="335500" cy="210508"/>
          </a:xfrm>
          <a:prstGeom prst="hexagon">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CN" b="1" dirty="0">
                <a:solidFill>
                  <a:schemeClr val="tx1"/>
                </a:solidFill>
              </a:rPr>
              <a:t>0</a:t>
            </a:r>
            <a:endParaRPr lang="zh-CN" altLang="en-US" b="1" dirty="0">
              <a:solidFill>
                <a:schemeClr val="tx1"/>
              </a:solidFill>
            </a:endParaRPr>
          </a:p>
        </p:txBody>
      </p:sp>
      <p:sp>
        <p:nvSpPr>
          <p:cNvPr id="34" name="六边形 33">
            <a:extLst>
              <a:ext uri="{FF2B5EF4-FFF2-40B4-BE49-F238E27FC236}">
                <a16:creationId xmlns:a16="http://schemas.microsoft.com/office/drawing/2014/main" id="{77553D2E-A81F-4DBB-B0A4-019FB160D4CF}"/>
              </a:ext>
            </a:extLst>
          </p:cNvPr>
          <p:cNvSpPr/>
          <p:nvPr/>
        </p:nvSpPr>
        <p:spPr>
          <a:xfrm>
            <a:off x="5763620" y="4134493"/>
            <a:ext cx="335500" cy="210508"/>
          </a:xfrm>
          <a:prstGeom prst="hexagon">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CN" b="1" dirty="0">
                <a:solidFill>
                  <a:schemeClr val="tx1"/>
                </a:solidFill>
              </a:rPr>
              <a:t>1</a:t>
            </a:r>
            <a:endParaRPr lang="zh-CN" altLang="en-US" b="1" dirty="0">
              <a:solidFill>
                <a:schemeClr val="tx1"/>
              </a:solidFill>
            </a:endParaRPr>
          </a:p>
        </p:txBody>
      </p:sp>
      <p:sp>
        <p:nvSpPr>
          <p:cNvPr id="35" name="六边形 34">
            <a:extLst>
              <a:ext uri="{FF2B5EF4-FFF2-40B4-BE49-F238E27FC236}">
                <a16:creationId xmlns:a16="http://schemas.microsoft.com/office/drawing/2014/main" id="{92381792-76D9-445E-A14D-6513C60FD60F}"/>
              </a:ext>
            </a:extLst>
          </p:cNvPr>
          <p:cNvSpPr/>
          <p:nvPr/>
        </p:nvSpPr>
        <p:spPr>
          <a:xfrm>
            <a:off x="5421203" y="4134493"/>
            <a:ext cx="335500" cy="210508"/>
          </a:xfrm>
          <a:prstGeom prst="hexagon">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CN" b="1" dirty="0">
                <a:solidFill>
                  <a:schemeClr val="tx1"/>
                </a:solidFill>
              </a:rPr>
              <a:t>1</a:t>
            </a:r>
            <a:endParaRPr lang="zh-CN" altLang="en-US" b="1" dirty="0">
              <a:solidFill>
                <a:schemeClr val="tx1"/>
              </a:solidFill>
            </a:endParaRPr>
          </a:p>
        </p:txBody>
      </p:sp>
      <p:sp>
        <p:nvSpPr>
          <p:cNvPr id="37" name="六边形 36">
            <a:extLst>
              <a:ext uri="{FF2B5EF4-FFF2-40B4-BE49-F238E27FC236}">
                <a16:creationId xmlns:a16="http://schemas.microsoft.com/office/drawing/2014/main" id="{E987BFF7-AC01-46FB-AF80-6499923BE745}"/>
              </a:ext>
            </a:extLst>
          </p:cNvPr>
          <p:cNvSpPr/>
          <p:nvPr/>
        </p:nvSpPr>
        <p:spPr>
          <a:xfrm>
            <a:off x="6106037" y="4134493"/>
            <a:ext cx="335500" cy="210508"/>
          </a:xfrm>
          <a:prstGeom prst="hexagon">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CN" b="1" dirty="0">
                <a:solidFill>
                  <a:schemeClr val="tx1"/>
                </a:solidFill>
              </a:rPr>
              <a:t>0</a:t>
            </a:r>
            <a:endParaRPr lang="zh-CN" altLang="en-US" b="1" dirty="0">
              <a:solidFill>
                <a:schemeClr val="tx1"/>
              </a:solidFill>
            </a:endParaRPr>
          </a:p>
        </p:txBody>
      </p:sp>
      <p:sp>
        <p:nvSpPr>
          <p:cNvPr id="38" name="六边形 37">
            <a:extLst>
              <a:ext uri="{FF2B5EF4-FFF2-40B4-BE49-F238E27FC236}">
                <a16:creationId xmlns:a16="http://schemas.microsoft.com/office/drawing/2014/main" id="{D7704D64-AB5B-4334-AEBC-E76B1C5E1259}"/>
              </a:ext>
            </a:extLst>
          </p:cNvPr>
          <p:cNvSpPr/>
          <p:nvPr/>
        </p:nvSpPr>
        <p:spPr>
          <a:xfrm>
            <a:off x="6448454" y="4134493"/>
            <a:ext cx="335500" cy="210508"/>
          </a:xfrm>
          <a:prstGeom prst="hexagon">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CN" b="1" dirty="0">
                <a:solidFill>
                  <a:schemeClr val="tx1"/>
                </a:solidFill>
              </a:rPr>
              <a:t>0</a:t>
            </a:r>
            <a:endParaRPr lang="zh-CN" altLang="en-US" b="1" dirty="0">
              <a:solidFill>
                <a:schemeClr val="tx1"/>
              </a:solidFill>
            </a:endParaRPr>
          </a:p>
        </p:txBody>
      </p:sp>
      <p:sp>
        <p:nvSpPr>
          <p:cNvPr id="43" name="六边形 42">
            <a:extLst>
              <a:ext uri="{FF2B5EF4-FFF2-40B4-BE49-F238E27FC236}">
                <a16:creationId xmlns:a16="http://schemas.microsoft.com/office/drawing/2014/main" id="{1F806B2D-5D1A-44FB-94C4-9FA4127F374F}"/>
              </a:ext>
            </a:extLst>
          </p:cNvPr>
          <p:cNvSpPr/>
          <p:nvPr/>
        </p:nvSpPr>
        <p:spPr>
          <a:xfrm>
            <a:off x="7133288" y="4134493"/>
            <a:ext cx="335500" cy="210508"/>
          </a:xfrm>
          <a:prstGeom prst="hexagon">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CN" b="1" dirty="0">
                <a:solidFill>
                  <a:schemeClr val="tx1"/>
                </a:solidFill>
              </a:rPr>
              <a:t>1</a:t>
            </a:r>
            <a:endParaRPr lang="zh-CN" altLang="en-US" b="1" dirty="0">
              <a:solidFill>
                <a:schemeClr val="tx1"/>
              </a:solidFill>
            </a:endParaRPr>
          </a:p>
        </p:txBody>
      </p:sp>
      <p:sp>
        <p:nvSpPr>
          <p:cNvPr id="44" name="六边形 43">
            <a:extLst>
              <a:ext uri="{FF2B5EF4-FFF2-40B4-BE49-F238E27FC236}">
                <a16:creationId xmlns:a16="http://schemas.microsoft.com/office/drawing/2014/main" id="{82FE07B0-8841-4954-8160-06E150AE5E48}"/>
              </a:ext>
            </a:extLst>
          </p:cNvPr>
          <p:cNvSpPr/>
          <p:nvPr/>
        </p:nvSpPr>
        <p:spPr>
          <a:xfrm>
            <a:off x="6790871" y="4134493"/>
            <a:ext cx="335500" cy="210508"/>
          </a:xfrm>
          <a:prstGeom prst="hexagon">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CN" b="1" dirty="0">
                <a:solidFill>
                  <a:schemeClr val="tx1"/>
                </a:solidFill>
              </a:rPr>
              <a:t>1</a:t>
            </a:r>
            <a:endParaRPr lang="zh-CN" altLang="en-US" b="1" dirty="0">
              <a:solidFill>
                <a:schemeClr val="tx1"/>
              </a:solidFill>
            </a:endParaRPr>
          </a:p>
        </p:txBody>
      </p:sp>
      <p:sp>
        <p:nvSpPr>
          <p:cNvPr id="45" name="六边形 44">
            <a:extLst>
              <a:ext uri="{FF2B5EF4-FFF2-40B4-BE49-F238E27FC236}">
                <a16:creationId xmlns:a16="http://schemas.microsoft.com/office/drawing/2014/main" id="{804EF1B9-5825-4AA5-9AAE-ADFE75EC3B23}"/>
              </a:ext>
            </a:extLst>
          </p:cNvPr>
          <p:cNvSpPr/>
          <p:nvPr/>
        </p:nvSpPr>
        <p:spPr>
          <a:xfrm>
            <a:off x="7475705" y="4134493"/>
            <a:ext cx="335500" cy="210508"/>
          </a:xfrm>
          <a:prstGeom prst="hexagon">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CN" b="1" dirty="0">
                <a:solidFill>
                  <a:schemeClr val="tx1"/>
                </a:solidFill>
              </a:rPr>
              <a:t>0</a:t>
            </a:r>
            <a:endParaRPr lang="zh-CN" altLang="en-US" b="1" dirty="0">
              <a:solidFill>
                <a:schemeClr val="tx1"/>
              </a:solidFill>
            </a:endParaRPr>
          </a:p>
        </p:txBody>
      </p:sp>
      <p:sp>
        <p:nvSpPr>
          <p:cNvPr id="46" name="六边形 45">
            <a:extLst>
              <a:ext uri="{FF2B5EF4-FFF2-40B4-BE49-F238E27FC236}">
                <a16:creationId xmlns:a16="http://schemas.microsoft.com/office/drawing/2014/main" id="{6339A171-35C4-4E48-904C-C539D338ED22}"/>
              </a:ext>
            </a:extLst>
          </p:cNvPr>
          <p:cNvSpPr/>
          <p:nvPr/>
        </p:nvSpPr>
        <p:spPr>
          <a:xfrm>
            <a:off x="7818122" y="4134493"/>
            <a:ext cx="335500" cy="210508"/>
          </a:xfrm>
          <a:prstGeom prst="hexagon">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CN" b="1" dirty="0">
                <a:solidFill>
                  <a:schemeClr val="tx1"/>
                </a:solidFill>
              </a:rPr>
              <a:t>1</a:t>
            </a:r>
            <a:endParaRPr lang="zh-CN" altLang="en-US" b="1" dirty="0">
              <a:solidFill>
                <a:schemeClr val="tx1"/>
              </a:solidFill>
            </a:endParaRPr>
          </a:p>
        </p:txBody>
      </p:sp>
      <p:sp>
        <p:nvSpPr>
          <p:cNvPr id="47" name="六边形 46">
            <a:extLst>
              <a:ext uri="{FF2B5EF4-FFF2-40B4-BE49-F238E27FC236}">
                <a16:creationId xmlns:a16="http://schemas.microsoft.com/office/drawing/2014/main" id="{9BA13009-90D4-41F4-8DC1-13764CEFD441}"/>
              </a:ext>
            </a:extLst>
          </p:cNvPr>
          <p:cNvSpPr/>
          <p:nvPr/>
        </p:nvSpPr>
        <p:spPr>
          <a:xfrm>
            <a:off x="8160539" y="4134493"/>
            <a:ext cx="335500" cy="210508"/>
          </a:xfrm>
          <a:prstGeom prst="hexagon">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CN" b="1" dirty="0">
                <a:solidFill>
                  <a:schemeClr val="tx1"/>
                </a:solidFill>
              </a:rPr>
              <a:t>0</a:t>
            </a:r>
            <a:endParaRPr lang="zh-CN" altLang="en-US" b="1" dirty="0">
              <a:solidFill>
                <a:schemeClr val="tx1"/>
              </a:solidFill>
            </a:endParaRPr>
          </a:p>
        </p:txBody>
      </p:sp>
      <p:sp>
        <p:nvSpPr>
          <p:cNvPr id="48" name="六边形 47">
            <a:extLst>
              <a:ext uri="{FF2B5EF4-FFF2-40B4-BE49-F238E27FC236}">
                <a16:creationId xmlns:a16="http://schemas.microsoft.com/office/drawing/2014/main" id="{0BDA7622-170B-4FEA-B2F3-21BA1BC6BBEF}"/>
              </a:ext>
            </a:extLst>
          </p:cNvPr>
          <p:cNvSpPr/>
          <p:nvPr/>
        </p:nvSpPr>
        <p:spPr>
          <a:xfrm>
            <a:off x="8502956" y="4134493"/>
            <a:ext cx="335500" cy="210508"/>
          </a:xfrm>
          <a:prstGeom prst="hexagon">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CN" b="1" dirty="0">
                <a:solidFill>
                  <a:schemeClr val="tx1"/>
                </a:solidFill>
              </a:rPr>
              <a:t>1</a:t>
            </a:r>
            <a:endParaRPr lang="zh-CN" altLang="en-US" b="1" dirty="0">
              <a:solidFill>
                <a:schemeClr val="tx1"/>
              </a:solidFill>
            </a:endParaRPr>
          </a:p>
        </p:txBody>
      </p:sp>
      <p:sp>
        <p:nvSpPr>
          <p:cNvPr id="49" name="六边形 48">
            <a:extLst>
              <a:ext uri="{FF2B5EF4-FFF2-40B4-BE49-F238E27FC236}">
                <a16:creationId xmlns:a16="http://schemas.microsoft.com/office/drawing/2014/main" id="{AF26CD92-55C2-4A04-A9E3-3937A9FA6693}"/>
              </a:ext>
            </a:extLst>
          </p:cNvPr>
          <p:cNvSpPr/>
          <p:nvPr/>
        </p:nvSpPr>
        <p:spPr>
          <a:xfrm>
            <a:off x="8845373" y="4134493"/>
            <a:ext cx="335500" cy="210508"/>
          </a:xfrm>
          <a:prstGeom prst="hexagon">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CN" b="1" dirty="0">
                <a:solidFill>
                  <a:schemeClr val="tx1"/>
                </a:solidFill>
              </a:rPr>
              <a:t>0</a:t>
            </a:r>
            <a:endParaRPr lang="zh-CN" altLang="en-US" b="1" dirty="0">
              <a:solidFill>
                <a:schemeClr val="tx1"/>
              </a:solidFill>
            </a:endParaRPr>
          </a:p>
        </p:txBody>
      </p:sp>
      <p:sp>
        <p:nvSpPr>
          <p:cNvPr id="50" name="六边形 49">
            <a:extLst>
              <a:ext uri="{FF2B5EF4-FFF2-40B4-BE49-F238E27FC236}">
                <a16:creationId xmlns:a16="http://schemas.microsoft.com/office/drawing/2014/main" id="{D32769A7-D709-42AF-B62F-1E0951AB75D6}"/>
              </a:ext>
            </a:extLst>
          </p:cNvPr>
          <p:cNvSpPr/>
          <p:nvPr/>
        </p:nvSpPr>
        <p:spPr>
          <a:xfrm>
            <a:off x="9187788" y="4134493"/>
            <a:ext cx="335500" cy="210508"/>
          </a:xfrm>
          <a:prstGeom prst="hexagon">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CN" b="1" dirty="0">
                <a:solidFill>
                  <a:schemeClr val="tx1"/>
                </a:solidFill>
              </a:rPr>
              <a:t>0</a:t>
            </a:r>
            <a:endParaRPr lang="zh-CN" altLang="en-US" b="1" dirty="0">
              <a:solidFill>
                <a:schemeClr val="tx1"/>
              </a:solidFill>
            </a:endParaRPr>
          </a:p>
        </p:txBody>
      </p:sp>
      <p:sp>
        <p:nvSpPr>
          <p:cNvPr id="7" name="对话气泡: 圆角矩形 6">
            <a:extLst>
              <a:ext uri="{FF2B5EF4-FFF2-40B4-BE49-F238E27FC236}">
                <a16:creationId xmlns:a16="http://schemas.microsoft.com/office/drawing/2014/main" id="{8AFAD0E1-975A-481B-9CEC-9C7197A3B38C}"/>
              </a:ext>
            </a:extLst>
          </p:cNvPr>
          <p:cNvSpPr/>
          <p:nvPr/>
        </p:nvSpPr>
        <p:spPr>
          <a:xfrm>
            <a:off x="4561701" y="3151063"/>
            <a:ext cx="4793837" cy="668622"/>
          </a:xfrm>
          <a:prstGeom prst="wedgeRoundRectCallout">
            <a:avLst>
              <a:gd name="adj1" fmla="val -22368"/>
              <a:gd name="adj2" fmla="val 82768"/>
              <a:gd name="adj3" fmla="val 16667"/>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zh-CN" altLang="en-US" b="1" dirty="0"/>
              <a:t>受到噪声干扰、传输媒体质量等因素影响</a:t>
            </a:r>
          </a:p>
        </p:txBody>
      </p:sp>
      <p:sp>
        <p:nvSpPr>
          <p:cNvPr id="51" name="六边形 50">
            <a:extLst>
              <a:ext uri="{FF2B5EF4-FFF2-40B4-BE49-F238E27FC236}">
                <a16:creationId xmlns:a16="http://schemas.microsoft.com/office/drawing/2014/main" id="{9DBF0DC8-022A-4ED5-A3DE-6B241B28692B}"/>
              </a:ext>
            </a:extLst>
          </p:cNvPr>
          <p:cNvSpPr/>
          <p:nvPr/>
        </p:nvSpPr>
        <p:spPr>
          <a:xfrm>
            <a:off x="5767078" y="4134493"/>
            <a:ext cx="335500" cy="210508"/>
          </a:xfrm>
          <a:prstGeom prst="hexagon">
            <a:avLst/>
          </a:prstGeom>
          <a:solidFill>
            <a:schemeClr val="accent1">
              <a:lumMod val="75000"/>
            </a:schemeClr>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CN" b="1" dirty="0">
                <a:solidFill>
                  <a:schemeClr val="bg1"/>
                </a:solidFill>
              </a:rPr>
              <a:t>0</a:t>
            </a:r>
            <a:endParaRPr lang="zh-CN" altLang="en-US" b="1" dirty="0">
              <a:solidFill>
                <a:schemeClr val="bg1"/>
              </a:solidFill>
            </a:endParaRPr>
          </a:p>
        </p:txBody>
      </p:sp>
      <p:sp>
        <p:nvSpPr>
          <p:cNvPr id="10" name="爆炸形: 8 pt  9">
            <a:extLst>
              <a:ext uri="{FF2B5EF4-FFF2-40B4-BE49-F238E27FC236}">
                <a16:creationId xmlns:a16="http://schemas.microsoft.com/office/drawing/2014/main" id="{3699AC4D-D4CA-4C8F-A134-60BC131D42F6}"/>
              </a:ext>
            </a:extLst>
          </p:cNvPr>
          <p:cNvSpPr/>
          <p:nvPr/>
        </p:nvSpPr>
        <p:spPr>
          <a:xfrm>
            <a:off x="5065628" y="4345001"/>
            <a:ext cx="1318724" cy="1262777"/>
          </a:xfrm>
          <a:prstGeom prst="irregularSeal1">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zh-CN" altLang="en-US" b="1" dirty="0"/>
              <a:t>误码</a:t>
            </a:r>
          </a:p>
        </p:txBody>
      </p:sp>
    </p:spTree>
    <p:custDataLst>
      <p:tags r:id="rId1"/>
    </p:custDataLst>
    <p:extLst>
      <p:ext uri="{BB962C8B-B14F-4D97-AF65-F5344CB8AC3E}">
        <p14:creationId xmlns:p14="http://schemas.microsoft.com/office/powerpoint/2010/main" val="1739591045"/>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8" presetClass="emph" presetSubtype="0" fill="hold" grpId="0" nodeType="withEffect">
                                  <p:stCondLst>
                                    <p:cond delay="0"/>
                                  </p:stCondLst>
                                  <p:childTnLst>
                                    <p:animRot by="21600000">
                                      <p:cBhvr>
                                        <p:cTn id="6" dur="500" fill="hold"/>
                                        <p:tgtEl>
                                          <p:spTgt spid="34"/>
                                        </p:tgtEl>
                                        <p:attrNameLst>
                                          <p:attrName>r</p:attrName>
                                        </p:attrNameLst>
                                      </p:cBhvr>
                                    </p:animRot>
                                  </p:childTnLst>
                                </p:cTn>
                              </p:par>
                            </p:childTnLst>
                          </p:cTn>
                        </p:par>
                        <p:par>
                          <p:cTn id="7" fill="hold">
                            <p:stCondLst>
                              <p:cond delay="500"/>
                            </p:stCondLst>
                            <p:childTnLst>
                              <p:par>
                                <p:cTn id="8" presetID="1" presetClass="entr" presetSubtype="0" fill="hold" grpId="0" nodeType="afterEffect">
                                  <p:stCondLst>
                                    <p:cond delay="0"/>
                                  </p:stCondLst>
                                  <p:childTnLst>
                                    <p:set>
                                      <p:cBhvr>
                                        <p:cTn id="9" dur="1" fill="hold">
                                          <p:stCondLst>
                                            <p:cond delay="0"/>
                                          </p:stCondLst>
                                        </p:cTn>
                                        <p:tgtEl>
                                          <p:spTgt spid="51"/>
                                        </p:tgtEl>
                                        <p:attrNameLst>
                                          <p:attrName>style.visibility</p:attrName>
                                        </p:attrNameLst>
                                      </p:cBhvr>
                                      <p:to>
                                        <p:strVal val="visible"/>
                                      </p:to>
                                    </p:set>
                                  </p:childTnLst>
                                </p:cTn>
                              </p:par>
                              <p:par>
                                <p:cTn id="10" presetID="53" presetClass="entr" presetSubtype="16" fill="hold" grpId="0" nodeType="withEffect">
                                  <p:stCondLst>
                                    <p:cond delay="0"/>
                                  </p:stCondLst>
                                  <p:childTnLst>
                                    <p:set>
                                      <p:cBhvr>
                                        <p:cTn id="11" dur="1" fill="hold">
                                          <p:stCondLst>
                                            <p:cond delay="0"/>
                                          </p:stCondLst>
                                        </p:cTn>
                                        <p:tgtEl>
                                          <p:spTgt spid="10"/>
                                        </p:tgtEl>
                                        <p:attrNameLst>
                                          <p:attrName>style.visibility</p:attrName>
                                        </p:attrNameLst>
                                      </p:cBhvr>
                                      <p:to>
                                        <p:strVal val="visible"/>
                                      </p:to>
                                    </p:set>
                                    <p:anim calcmode="lin" valueType="num">
                                      <p:cBhvr>
                                        <p:cTn id="12" dur="500" fill="hold"/>
                                        <p:tgtEl>
                                          <p:spTgt spid="10"/>
                                        </p:tgtEl>
                                        <p:attrNameLst>
                                          <p:attrName>ppt_w</p:attrName>
                                        </p:attrNameLst>
                                      </p:cBhvr>
                                      <p:tavLst>
                                        <p:tav tm="0">
                                          <p:val>
                                            <p:fltVal val="0"/>
                                          </p:val>
                                        </p:tav>
                                        <p:tav tm="100000">
                                          <p:val>
                                            <p:strVal val="#ppt_w"/>
                                          </p:val>
                                        </p:tav>
                                      </p:tavLst>
                                    </p:anim>
                                    <p:anim calcmode="lin" valueType="num">
                                      <p:cBhvr>
                                        <p:cTn id="13" dur="500" fill="hold"/>
                                        <p:tgtEl>
                                          <p:spTgt spid="10"/>
                                        </p:tgtEl>
                                        <p:attrNameLst>
                                          <p:attrName>ppt_h</p:attrName>
                                        </p:attrNameLst>
                                      </p:cBhvr>
                                      <p:tavLst>
                                        <p:tav tm="0">
                                          <p:val>
                                            <p:fltVal val="0"/>
                                          </p:val>
                                        </p:tav>
                                        <p:tav tm="100000">
                                          <p:val>
                                            <p:strVal val="#ppt_h"/>
                                          </p:val>
                                        </p:tav>
                                      </p:tavLst>
                                    </p:anim>
                                    <p:animEffect transition="in" filter="fade">
                                      <p:cBhvr>
                                        <p:cTn id="14" dur="500"/>
                                        <p:tgtEl>
                                          <p:spTgt spid="10"/>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4" grpId="0" animBg="1"/>
      <p:bldP spid="51" grpId="0" animBg="1"/>
      <p:bldP spid="10" grpId="0" animBg="1"/>
    </p:bldLst>
  </p:timing>
</p:sld>
</file>

<file path=ppt/slides/slide6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4" name="组合 3">
            <a:extLst>
              <a:ext uri="{FF2B5EF4-FFF2-40B4-BE49-F238E27FC236}">
                <a16:creationId xmlns:a16="http://schemas.microsoft.com/office/drawing/2014/main" id="{9A1EA9F2-FCB6-48C3-935F-7AE7E3AD14AC}"/>
              </a:ext>
            </a:extLst>
          </p:cNvPr>
          <p:cNvGrpSpPr/>
          <p:nvPr/>
        </p:nvGrpSpPr>
        <p:grpSpPr>
          <a:xfrm>
            <a:off x="304800" y="749300"/>
            <a:ext cx="6192344" cy="400110"/>
            <a:chOff x="424117" y="898245"/>
            <a:chExt cx="6192344" cy="400110"/>
          </a:xfrm>
        </p:grpSpPr>
        <p:sp>
          <p:nvSpPr>
            <p:cNvPr id="2" name="平行四边形 1">
              <a:extLst>
                <a:ext uri="{FF2B5EF4-FFF2-40B4-BE49-F238E27FC236}">
                  <a16:creationId xmlns:a16="http://schemas.microsoft.com/office/drawing/2014/main" id="{1F5BAA3F-9845-4F89-A2DD-8222D3E4EDAC}"/>
                </a:ext>
              </a:extLst>
            </p:cNvPr>
            <p:cNvSpPr/>
            <p:nvPr/>
          </p:nvSpPr>
          <p:spPr>
            <a:xfrm>
              <a:off x="424117" y="898245"/>
              <a:ext cx="628306" cy="387090"/>
            </a:xfrm>
            <a:prstGeom prst="parallelogram">
              <a:avLst/>
            </a:prstGeom>
            <a:solidFill>
              <a:schemeClr val="accent3">
                <a:lumMod val="75000"/>
              </a:schemeClr>
            </a:solidFill>
            <a:ln>
              <a:solidFill>
                <a:schemeClr val="accent3">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CN" sz="2200" dirty="0">
                  <a:latin typeface="Impact" panose="020B0806030902050204" pitchFamily="34" charset="0"/>
                </a:rPr>
                <a:t>01</a:t>
              </a:r>
              <a:endParaRPr lang="zh-CN" altLang="en-US" sz="2200" dirty="0">
                <a:latin typeface="Impact" panose="020B0806030902050204" pitchFamily="34" charset="0"/>
              </a:endParaRPr>
            </a:p>
          </p:txBody>
        </p:sp>
        <p:sp>
          <p:nvSpPr>
            <p:cNvPr id="3" name="文本框 2">
              <a:extLst>
                <a:ext uri="{FF2B5EF4-FFF2-40B4-BE49-F238E27FC236}">
                  <a16:creationId xmlns:a16="http://schemas.microsoft.com/office/drawing/2014/main" id="{4D6BD736-A4D3-4F26-AFED-36E11F50F70B}"/>
                </a:ext>
              </a:extLst>
            </p:cNvPr>
            <p:cNvSpPr txBox="1"/>
            <p:nvPr/>
          </p:nvSpPr>
          <p:spPr>
            <a:xfrm>
              <a:off x="1052423" y="898245"/>
              <a:ext cx="5564038" cy="400110"/>
            </a:xfrm>
            <a:prstGeom prst="rect">
              <a:avLst/>
            </a:prstGeom>
            <a:noFill/>
          </p:spPr>
          <p:txBody>
            <a:bodyPr wrap="square" rtlCol="0">
              <a:spAutoFit/>
            </a:bodyPr>
            <a:lstStyle/>
            <a:p>
              <a:r>
                <a:rPr lang="zh-CN" altLang="en-US" sz="2000" b="1" dirty="0"/>
                <a:t>误码的相关概念</a:t>
              </a:r>
            </a:p>
          </p:txBody>
        </p:sp>
      </p:grpSp>
      <p:sp>
        <p:nvSpPr>
          <p:cNvPr id="8" name="矩形 7">
            <a:extLst>
              <a:ext uri="{FF2B5EF4-FFF2-40B4-BE49-F238E27FC236}">
                <a16:creationId xmlns:a16="http://schemas.microsoft.com/office/drawing/2014/main" id="{C7720255-4E6C-41B6-A880-D93377A356B5}"/>
              </a:ext>
            </a:extLst>
          </p:cNvPr>
          <p:cNvSpPr/>
          <p:nvPr/>
        </p:nvSpPr>
        <p:spPr>
          <a:xfrm>
            <a:off x="1016000" y="1297642"/>
            <a:ext cx="256976" cy="256976"/>
          </a:xfrm>
          <a:prstGeom prst="rect">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9" name="íşlïḍè">
            <a:extLst>
              <a:ext uri="{FF2B5EF4-FFF2-40B4-BE49-F238E27FC236}">
                <a16:creationId xmlns:a16="http://schemas.microsoft.com/office/drawing/2014/main" id="{1E3208DB-9CB5-439E-87A6-F640C77C2B32}"/>
              </a:ext>
            </a:extLst>
          </p:cNvPr>
          <p:cNvSpPr txBox="1"/>
          <p:nvPr/>
        </p:nvSpPr>
        <p:spPr>
          <a:xfrm>
            <a:off x="1333228" y="1297641"/>
            <a:ext cx="9842772" cy="256977"/>
          </a:xfrm>
          <a:prstGeom prst="rect">
            <a:avLst/>
          </a:prstGeom>
          <a:noFill/>
        </p:spPr>
        <p:txBody>
          <a:bodyPr wrap="square" lIns="91440" tIns="45720" rIns="91440" bIns="45720" anchor="ctr">
            <a:noAutofit/>
          </a:bodyPr>
          <a:lstStyle/>
          <a:p>
            <a:r>
              <a:rPr lang="zh-CN" altLang="en-US" b="1" dirty="0"/>
              <a:t>实际的通信链路都不是理想的，比特在传输过程中可能会产生差错（称为</a:t>
            </a:r>
            <a:r>
              <a:rPr lang="zh-CN" altLang="en-US" b="1" dirty="0">
                <a:solidFill>
                  <a:schemeClr val="accent1">
                    <a:lumMod val="75000"/>
                  </a:schemeClr>
                </a:solidFill>
              </a:rPr>
              <a:t>比特差错</a:t>
            </a:r>
            <a:r>
              <a:rPr lang="zh-CN" altLang="en-US" b="1" dirty="0"/>
              <a:t>）：</a:t>
            </a:r>
            <a:endParaRPr lang="en-US" altLang="zh-CN" b="1" dirty="0"/>
          </a:p>
        </p:txBody>
      </p:sp>
      <p:sp>
        <p:nvSpPr>
          <p:cNvPr id="39" name="矩形 38">
            <a:extLst>
              <a:ext uri="{FF2B5EF4-FFF2-40B4-BE49-F238E27FC236}">
                <a16:creationId xmlns:a16="http://schemas.microsoft.com/office/drawing/2014/main" id="{10D22BA8-98F7-4E2E-9AF0-D4B8DD2C8724}"/>
              </a:ext>
            </a:extLst>
          </p:cNvPr>
          <p:cNvSpPr/>
          <p:nvPr/>
        </p:nvSpPr>
        <p:spPr>
          <a:xfrm>
            <a:off x="1438115" y="1702850"/>
            <a:ext cx="256976" cy="256976"/>
          </a:xfrm>
          <a:prstGeom prst="rect">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40" name="íşlïḍè">
            <a:extLst>
              <a:ext uri="{FF2B5EF4-FFF2-40B4-BE49-F238E27FC236}">
                <a16:creationId xmlns:a16="http://schemas.microsoft.com/office/drawing/2014/main" id="{421C5E74-8AB7-4DFC-931E-72947271DDC9}"/>
              </a:ext>
            </a:extLst>
          </p:cNvPr>
          <p:cNvSpPr txBox="1"/>
          <p:nvPr/>
        </p:nvSpPr>
        <p:spPr>
          <a:xfrm>
            <a:off x="1755344" y="1702849"/>
            <a:ext cx="2421952" cy="256977"/>
          </a:xfrm>
          <a:prstGeom prst="rect">
            <a:avLst/>
          </a:prstGeom>
          <a:noFill/>
        </p:spPr>
        <p:txBody>
          <a:bodyPr wrap="square" lIns="91440" tIns="45720" rIns="91440" bIns="45720" anchor="ctr">
            <a:noAutofit/>
          </a:bodyPr>
          <a:lstStyle/>
          <a:p>
            <a:r>
              <a:rPr lang="zh-CN" altLang="en-US" b="1" dirty="0"/>
              <a:t>比特</a:t>
            </a:r>
            <a:r>
              <a:rPr lang="en-US" altLang="zh-CN" b="1" dirty="0"/>
              <a:t>1</a:t>
            </a:r>
            <a:r>
              <a:rPr lang="zh-CN" altLang="en-US" b="1" dirty="0"/>
              <a:t>可能变成比特</a:t>
            </a:r>
            <a:r>
              <a:rPr lang="en-US" altLang="zh-CN" b="1" dirty="0"/>
              <a:t>0</a:t>
            </a:r>
          </a:p>
        </p:txBody>
      </p:sp>
      <p:sp>
        <p:nvSpPr>
          <p:cNvPr id="41" name="矩形 40">
            <a:extLst>
              <a:ext uri="{FF2B5EF4-FFF2-40B4-BE49-F238E27FC236}">
                <a16:creationId xmlns:a16="http://schemas.microsoft.com/office/drawing/2014/main" id="{525A32DC-BE86-4A62-AC2E-4C4A3140102E}"/>
              </a:ext>
            </a:extLst>
          </p:cNvPr>
          <p:cNvSpPr/>
          <p:nvPr/>
        </p:nvSpPr>
        <p:spPr>
          <a:xfrm>
            <a:off x="1438115" y="2108058"/>
            <a:ext cx="256976" cy="256976"/>
          </a:xfrm>
          <a:prstGeom prst="rect">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42" name="íşlïḍè">
            <a:extLst>
              <a:ext uri="{FF2B5EF4-FFF2-40B4-BE49-F238E27FC236}">
                <a16:creationId xmlns:a16="http://schemas.microsoft.com/office/drawing/2014/main" id="{2290D78F-B90F-4852-80BA-F8CA0E8AA227}"/>
              </a:ext>
            </a:extLst>
          </p:cNvPr>
          <p:cNvSpPr txBox="1"/>
          <p:nvPr/>
        </p:nvSpPr>
        <p:spPr>
          <a:xfrm>
            <a:off x="1755344" y="2108057"/>
            <a:ext cx="2421952" cy="256977"/>
          </a:xfrm>
          <a:prstGeom prst="rect">
            <a:avLst/>
          </a:prstGeom>
          <a:noFill/>
        </p:spPr>
        <p:txBody>
          <a:bodyPr wrap="square" lIns="91440" tIns="45720" rIns="91440" bIns="45720" anchor="ctr">
            <a:noAutofit/>
          </a:bodyPr>
          <a:lstStyle/>
          <a:p>
            <a:r>
              <a:rPr lang="zh-CN" altLang="en-US" b="1" dirty="0"/>
              <a:t>比特</a:t>
            </a:r>
            <a:r>
              <a:rPr lang="en-US" altLang="zh-CN" b="1" dirty="0"/>
              <a:t>0</a:t>
            </a:r>
            <a:r>
              <a:rPr lang="zh-CN" altLang="en-US" b="1" dirty="0"/>
              <a:t>可能变成比特</a:t>
            </a:r>
            <a:r>
              <a:rPr lang="en-US" altLang="zh-CN" b="1" dirty="0"/>
              <a:t>1</a:t>
            </a:r>
          </a:p>
        </p:txBody>
      </p:sp>
      <p:sp>
        <p:nvSpPr>
          <p:cNvPr id="52" name="矩形 51">
            <a:extLst>
              <a:ext uri="{FF2B5EF4-FFF2-40B4-BE49-F238E27FC236}">
                <a16:creationId xmlns:a16="http://schemas.microsoft.com/office/drawing/2014/main" id="{55F8BD57-79CF-40E0-AB3E-5C1C4EEB15C2}"/>
              </a:ext>
            </a:extLst>
          </p:cNvPr>
          <p:cNvSpPr/>
          <p:nvPr/>
        </p:nvSpPr>
        <p:spPr>
          <a:xfrm>
            <a:off x="1016000" y="2509563"/>
            <a:ext cx="256976" cy="256976"/>
          </a:xfrm>
          <a:prstGeom prst="rect">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53" name="íşlïḍè">
            <a:extLst>
              <a:ext uri="{FF2B5EF4-FFF2-40B4-BE49-F238E27FC236}">
                <a16:creationId xmlns:a16="http://schemas.microsoft.com/office/drawing/2014/main" id="{D575E355-4400-4711-A018-A9D56749709F}"/>
              </a:ext>
            </a:extLst>
          </p:cNvPr>
          <p:cNvSpPr txBox="1"/>
          <p:nvPr/>
        </p:nvSpPr>
        <p:spPr>
          <a:xfrm>
            <a:off x="1333228" y="2509562"/>
            <a:ext cx="10027235" cy="256977"/>
          </a:xfrm>
          <a:prstGeom prst="rect">
            <a:avLst/>
          </a:prstGeom>
          <a:noFill/>
        </p:spPr>
        <p:txBody>
          <a:bodyPr wrap="square" lIns="91440" tIns="45720" rIns="91440" bIns="45720" anchor="ctr">
            <a:noAutofit/>
          </a:bodyPr>
          <a:lstStyle/>
          <a:p>
            <a:r>
              <a:rPr lang="zh-CN" altLang="en-US" b="1" dirty="0"/>
              <a:t>在一段时间内，传输错误的比特数量占所传输比特总数的比率称为</a:t>
            </a:r>
            <a:r>
              <a:rPr lang="zh-CN" altLang="en-US" b="1" dirty="0">
                <a:solidFill>
                  <a:schemeClr val="accent1">
                    <a:lumMod val="75000"/>
                  </a:schemeClr>
                </a:solidFill>
              </a:rPr>
              <a:t>误码率</a:t>
            </a:r>
            <a:r>
              <a:rPr lang="zh-CN" altLang="en-US" b="1" dirty="0"/>
              <a:t>（</a:t>
            </a:r>
            <a:r>
              <a:rPr lang="en-US" altLang="zh-CN" b="1" dirty="0">
                <a:solidFill>
                  <a:schemeClr val="accent1">
                    <a:lumMod val="75000"/>
                  </a:schemeClr>
                </a:solidFill>
              </a:rPr>
              <a:t>B</a:t>
            </a:r>
            <a:r>
              <a:rPr lang="en-US" altLang="zh-CN" b="1" dirty="0"/>
              <a:t>it </a:t>
            </a:r>
            <a:r>
              <a:rPr lang="en-US" altLang="zh-CN" b="1" dirty="0">
                <a:solidFill>
                  <a:schemeClr val="accent1">
                    <a:lumMod val="75000"/>
                  </a:schemeClr>
                </a:solidFill>
              </a:rPr>
              <a:t>E</a:t>
            </a:r>
            <a:r>
              <a:rPr lang="en-US" altLang="zh-CN" b="1" dirty="0"/>
              <a:t>rror </a:t>
            </a:r>
            <a:r>
              <a:rPr lang="en-US" altLang="zh-CN" b="1" dirty="0">
                <a:solidFill>
                  <a:schemeClr val="accent1">
                    <a:lumMod val="75000"/>
                  </a:schemeClr>
                </a:solidFill>
              </a:rPr>
              <a:t>R</a:t>
            </a:r>
            <a:r>
              <a:rPr lang="en-US" altLang="zh-CN" b="1" dirty="0"/>
              <a:t>ate</a:t>
            </a:r>
            <a:r>
              <a:rPr lang="zh-CN" altLang="en-US" b="1" dirty="0"/>
              <a:t>，</a:t>
            </a:r>
            <a:r>
              <a:rPr lang="en-US" altLang="zh-CN" b="1" dirty="0">
                <a:solidFill>
                  <a:schemeClr val="accent1">
                    <a:lumMod val="75000"/>
                  </a:schemeClr>
                </a:solidFill>
              </a:rPr>
              <a:t>BER</a:t>
            </a:r>
            <a:r>
              <a:rPr lang="zh-CN" altLang="en-US" b="1" dirty="0"/>
              <a:t>）。</a:t>
            </a:r>
            <a:endParaRPr lang="en-US" altLang="zh-CN" b="1" dirty="0"/>
          </a:p>
        </p:txBody>
      </p:sp>
      <p:sp>
        <p:nvSpPr>
          <p:cNvPr id="54" name="矩形 53">
            <a:extLst>
              <a:ext uri="{FF2B5EF4-FFF2-40B4-BE49-F238E27FC236}">
                <a16:creationId xmlns:a16="http://schemas.microsoft.com/office/drawing/2014/main" id="{96E1FCDF-28B6-45A4-98FD-70AAC83F032C}"/>
              </a:ext>
            </a:extLst>
          </p:cNvPr>
          <p:cNvSpPr/>
          <p:nvPr/>
        </p:nvSpPr>
        <p:spPr>
          <a:xfrm>
            <a:off x="1016000" y="2911068"/>
            <a:ext cx="256976" cy="256976"/>
          </a:xfrm>
          <a:prstGeom prst="rect">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55" name="íşlïḍè">
            <a:extLst>
              <a:ext uri="{FF2B5EF4-FFF2-40B4-BE49-F238E27FC236}">
                <a16:creationId xmlns:a16="http://schemas.microsoft.com/office/drawing/2014/main" id="{0B94B8B5-40E6-42DF-B0C4-CF829054E887}"/>
              </a:ext>
            </a:extLst>
          </p:cNvPr>
          <p:cNvSpPr txBox="1"/>
          <p:nvPr/>
        </p:nvSpPr>
        <p:spPr>
          <a:xfrm>
            <a:off x="1333228" y="2911067"/>
            <a:ext cx="10027235" cy="256977"/>
          </a:xfrm>
          <a:prstGeom prst="rect">
            <a:avLst/>
          </a:prstGeom>
          <a:noFill/>
        </p:spPr>
        <p:txBody>
          <a:bodyPr wrap="square" lIns="91440" tIns="45720" rIns="91440" bIns="45720" anchor="ctr">
            <a:noAutofit/>
          </a:bodyPr>
          <a:lstStyle/>
          <a:p>
            <a:r>
              <a:rPr lang="zh-CN" altLang="en-US" b="1" dirty="0">
                <a:solidFill>
                  <a:schemeClr val="accent1">
                    <a:lumMod val="75000"/>
                  </a:schemeClr>
                </a:solidFill>
              </a:rPr>
              <a:t>提高链路的信噪比</a:t>
            </a:r>
            <a:r>
              <a:rPr lang="zh-CN" altLang="en-US" b="1" dirty="0"/>
              <a:t>，可以</a:t>
            </a:r>
            <a:r>
              <a:rPr lang="zh-CN" altLang="en-US" b="1" dirty="0">
                <a:solidFill>
                  <a:schemeClr val="accent1">
                    <a:lumMod val="75000"/>
                  </a:schemeClr>
                </a:solidFill>
              </a:rPr>
              <a:t>降低误码率</a:t>
            </a:r>
            <a:r>
              <a:rPr lang="zh-CN" altLang="en-US" b="1" dirty="0"/>
              <a:t>。但在实际的通信链路上，不可能使误码率下降为零。</a:t>
            </a:r>
            <a:endParaRPr lang="en-US" altLang="zh-CN" b="1" dirty="0"/>
          </a:p>
        </p:txBody>
      </p:sp>
      <p:sp>
        <p:nvSpPr>
          <p:cNvPr id="56" name="矩形 55">
            <a:extLst>
              <a:ext uri="{FF2B5EF4-FFF2-40B4-BE49-F238E27FC236}">
                <a16:creationId xmlns:a16="http://schemas.microsoft.com/office/drawing/2014/main" id="{C34C2206-DF5C-49ED-B5F8-756318D429AC}"/>
              </a:ext>
            </a:extLst>
          </p:cNvPr>
          <p:cNvSpPr/>
          <p:nvPr/>
        </p:nvSpPr>
        <p:spPr>
          <a:xfrm>
            <a:off x="1016000" y="3319979"/>
            <a:ext cx="256976" cy="256976"/>
          </a:xfrm>
          <a:prstGeom prst="rect">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57" name="íşlïḍè">
            <a:extLst>
              <a:ext uri="{FF2B5EF4-FFF2-40B4-BE49-F238E27FC236}">
                <a16:creationId xmlns:a16="http://schemas.microsoft.com/office/drawing/2014/main" id="{B08C2F1F-1B26-452D-81D1-5F35408902EA}"/>
              </a:ext>
            </a:extLst>
          </p:cNvPr>
          <p:cNvSpPr txBox="1"/>
          <p:nvPr/>
        </p:nvSpPr>
        <p:spPr>
          <a:xfrm>
            <a:off x="1333229" y="3319978"/>
            <a:ext cx="9842772" cy="541553"/>
          </a:xfrm>
          <a:prstGeom prst="rect">
            <a:avLst/>
          </a:prstGeom>
          <a:noFill/>
        </p:spPr>
        <p:txBody>
          <a:bodyPr wrap="square" lIns="91440" tIns="45720" rIns="91440" bIns="45720" anchor="ctr">
            <a:noAutofit/>
          </a:bodyPr>
          <a:lstStyle/>
          <a:p>
            <a:r>
              <a:rPr lang="zh-CN" altLang="en-US" b="1" dirty="0"/>
              <a:t>使用</a:t>
            </a:r>
            <a:r>
              <a:rPr lang="zh-CN" altLang="en-US" b="1" dirty="0">
                <a:solidFill>
                  <a:schemeClr val="accent1">
                    <a:lumMod val="75000"/>
                  </a:schemeClr>
                </a:solidFill>
              </a:rPr>
              <a:t>差错检测技术</a:t>
            </a:r>
            <a:r>
              <a:rPr lang="zh-CN" altLang="en-US" b="1" dirty="0"/>
              <a:t>来检测数据在传输过程中是否产生了比特差错，是数据链路层所要解决的重要问题之一。</a:t>
            </a:r>
            <a:endParaRPr lang="en-US" altLang="zh-CN" b="1" dirty="0"/>
          </a:p>
        </p:txBody>
      </p:sp>
    </p:spTree>
    <p:custDataLst>
      <p:tags r:id="rId1"/>
    </p:custDataLst>
    <p:extLst>
      <p:ext uri="{BB962C8B-B14F-4D97-AF65-F5344CB8AC3E}">
        <p14:creationId xmlns:p14="http://schemas.microsoft.com/office/powerpoint/2010/main" val="4281728640"/>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49" presetClass="entr" presetSubtype="0" decel="100000" fill="hold" grpId="0" nodeType="withEffect">
                                  <p:stCondLst>
                                    <p:cond delay="0"/>
                                  </p:stCondLst>
                                  <p:childTnLst>
                                    <p:set>
                                      <p:cBhvr>
                                        <p:cTn id="6" dur="1" fill="hold">
                                          <p:stCondLst>
                                            <p:cond delay="0"/>
                                          </p:stCondLst>
                                        </p:cTn>
                                        <p:tgtEl>
                                          <p:spTgt spid="52"/>
                                        </p:tgtEl>
                                        <p:attrNameLst>
                                          <p:attrName>style.visibility</p:attrName>
                                        </p:attrNameLst>
                                      </p:cBhvr>
                                      <p:to>
                                        <p:strVal val="visible"/>
                                      </p:to>
                                    </p:set>
                                    <p:anim calcmode="lin" valueType="num">
                                      <p:cBhvr>
                                        <p:cTn id="7" dur="500" fill="hold"/>
                                        <p:tgtEl>
                                          <p:spTgt spid="52"/>
                                        </p:tgtEl>
                                        <p:attrNameLst>
                                          <p:attrName>ppt_w</p:attrName>
                                        </p:attrNameLst>
                                      </p:cBhvr>
                                      <p:tavLst>
                                        <p:tav tm="0">
                                          <p:val>
                                            <p:fltVal val="0"/>
                                          </p:val>
                                        </p:tav>
                                        <p:tav tm="100000">
                                          <p:val>
                                            <p:strVal val="#ppt_w"/>
                                          </p:val>
                                        </p:tav>
                                      </p:tavLst>
                                    </p:anim>
                                    <p:anim calcmode="lin" valueType="num">
                                      <p:cBhvr>
                                        <p:cTn id="8" dur="500" fill="hold"/>
                                        <p:tgtEl>
                                          <p:spTgt spid="52"/>
                                        </p:tgtEl>
                                        <p:attrNameLst>
                                          <p:attrName>ppt_h</p:attrName>
                                        </p:attrNameLst>
                                      </p:cBhvr>
                                      <p:tavLst>
                                        <p:tav tm="0">
                                          <p:val>
                                            <p:fltVal val="0"/>
                                          </p:val>
                                        </p:tav>
                                        <p:tav tm="100000">
                                          <p:val>
                                            <p:strVal val="#ppt_h"/>
                                          </p:val>
                                        </p:tav>
                                      </p:tavLst>
                                    </p:anim>
                                    <p:anim calcmode="lin" valueType="num">
                                      <p:cBhvr>
                                        <p:cTn id="9" dur="500" fill="hold"/>
                                        <p:tgtEl>
                                          <p:spTgt spid="52"/>
                                        </p:tgtEl>
                                        <p:attrNameLst>
                                          <p:attrName>style.rotation</p:attrName>
                                        </p:attrNameLst>
                                      </p:cBhvr>
                                      <p:tavLst>
                                        <p:tav tm="0">
                                          <p:val>
                                            <p:fltVal val="360"/>
                                          </p:val>
                                        </p:tav>
                                        <p:tav tm="100000">
                                          <p:val>
                                            <p:fltVal val="0"/>
                                          </p:val>
                                        </p:tav>
                                      </p:tavLst>
                                    </p:anim>
                                    <p:animEffect transition="in" filter="fade">
                                      <p:cBhvr>
                                        <p:cTn id="10" dur="500"/>
                                        <p:tgtEl>
                                          <p:spTgt spid="52"/>
                                        </p:tgtEl>
                                      </p:cBhvr>
                                    </p:animEffect>
                                  </p:childTnLst>
                                </p:cTn>
                              </p:par>
                            </p:childTnLst>
                          </p:cTn>
                        </p:par>
                        <p:par>
                          <p:cTn id="11" fill="hold">
                            <p:stCondLst>
                              <p:cond delay="500"/>
                            </p:stCondLst>
                            <p:childTnLst>
                              <p:par>
                                <p:cTn id="12" presetID="1" presetClass="entr" presetSubtype="0" fill="hold" grpId="0" nodeType="afterEffect">
                                  <p:stCondLst>
                                    <p:cond delay="0"/>
                                  </p:stCondLst>
                                  <p:iterate type="lt">
                                    <p:tmAbs val="100"/>
                                  </p:iterate>
                                  <p:childTnLst>
                                    <p:set>
                                      <p:cBhvr>
                                        <p:cTn id="13" dur="1" fill="hold">
                                          <p:stCondLst>
                                            <p:cond delay="0"/>
                                          </p:stCondLst>
                                        </p:cTn>
                                        <p:tgtEl>
                                          <p:spTgt spid="53"/>
                                        </p:tgtEl>
                                        <p:attrNameLst>
                                          <p:attrName>style.visibility</p:attrName>
                                        </p:attrNameLst>
                                      </p:cBhvr>
                                      <p:to>
                                        <p:strVal val="visible"/>
                                      </p:to>
                                    </p:set>
                                  </p:childTnLst>
                                </p:cTn>
                              </p:par>
                            </p:childTnLst>
                          </p:cTn>
                        </p:par>
                      </p:childTnLst>
                    </p:cTn>
                  </p:par>
                  <p:par>
                    <p:cTn id="14" fill="hold">
                      <p:stCondLst>
                        <p:cond delay="indefinite"/>
                      </p:stCondLst>
                      <p:childTnLst>
                        <p:par>
                          <p:cTn id="15" fill="hold">
                            <p:stCondLst>
                              <p:cond delay="0"/>
                            </p:stCondLst>
                            <p:childTnLst>
                              <p:par>
                                <p:cTn id="16" presetID="49" presetClass="entr" presetSubtype="0" decel="100000" fill="hold" grpId="0" nodeType="clickEffect">
                                  <p:stCondLst>
                                    <p:cond delay="0"/>
                                  </p:stCondLst>
                                  <p:childTnLst>
                                    <p:set>
                                      <p:cBhvr>
                                        <p:cTn id="17" dur="1" fill="hold">
                                          <p:stCondLst>
                                            <p:cond delay="0"/>
                                          </p:stCondLst>
                                        </p:cTn>
                                        <p:tgtEl>
                                          <p:spTgt spid="54"/>
                                        </p:tgtEl>
                                        <p:attrNameLst>
                                          <p:attrName>style.visibility</p:attrName>
                                        </p:attrNameLst>
                                      </p:cBhvr>
                                      <p:to>
                                        <p:strVal val="visible"/>
                                      </p:to>
                                    </p:set>
                                    <p:anim calcmode="lin" valueType="num">
                                      <p:cBhvr>
                                        <p:cTn id="18" dur="500" fill="hold"/>
                                        <p:tgtEl>
                                          <p:spTgt spid="54"/>
                                        </p:tgtEl>
                                        <p:attrNameLst>
                                          <p:attrName>ppt_w</p:attrName>
                                        </p:attrNameLst>
                                      </p:cBhvr>
                                      <p:tavLst>
                                        <p:tav tm="0">
                                          <p:val>
                                            <p:fltVal val="0"/>
                                          </p:val>
                                        </p:tav>
                                        <p:tav tm="100000">
                                          <p:val>
                                            <p:strVal val="#ppt_w"/>
                                          </p:val>
                                        </p:tav>
                                      </p:tavLst>
                                    </p:anim>
                                    <p:anim calcmode="lin" valueType="num">
                                      <p:cBhvr>
                                        <p:cTn id="19" dur="500" fill="hold"/>
                                        <p:tgtEl>
                                          <p:spTgt spid="54"/>
                                        </p:tgtEl>
                                        <p:attrNameLst>
                                          <p:attrName>ppt_h</p:attrName>
                                        </p:attrNameLst>
                                      </p:cBhvr>
                                      <p:tavLst>
                                        <p:tav tm="0">
                                          <p:val>
                                            <p:fltVal val="0"/>
                                          </p:val>
                                        </p:tav>
                                        <p:tav tm="100000">
                                          <p:val>
                                            <p:strVal val="#ppt_h"/>
                                          </p:val>
                                        </p:tav>
                                      </p:tavLst>
                                    </p:anim>
                                    <p:anim calcmode="lin" valueType="num">
                                      <p:cBhvr>
                                        <p:cTn id="20" dur="500" fill="hold"/>
                                        <p:tgtEl>
                                          <p:spTgt spid="54"/>
                                        </p:tgtEl>
                                        <p:attrNameLst>
                                          <p:attrName>style.rotation</p:attrName>
                                        </p:attrNameLst>
                                      </p:cBhvr>
                                      <p:tavLst>
                                        <p:tav tm="0">
                                          <p:val>
                                            <p:fltVal val="360"/>
                                          </p:val>
                                        </p:tav>
                                        <p:tav tm="100000">
                                          <p:val>
                                            <p:fltVal val="0"/>
                                          </p:val>
                                        </p:tav>
                                      </p:tavLst>
                                    </p:anim>
                                    <p:animEffect transition="in" filter="fade">
                                      <p:cBhvr>
                                        <p:cTn id="21" dur="500"/>
                                        <p:tgtEl>
                                          <p:spTgt spid="54"/>
                                        </p:tgtEl>
                                      </p:cBhvr>
                                    </p:animEffect>
                                  </p:childTnLst>
                                </p:cTn>
                              </p:par>
                            </p:childTnLst>
                          </p:cTn>
                        </p:par>
                        <p:par>
                          <p:cTn id="22" fill="hold">
                            <p:stCondLst>
                              <p:cond delay="500"/>
                            </p:stCondLst>
                            <p:childTnLst>
                              <p:par>
                                <p:cTn id="23" presetID="1" presetClass="entr" presetSubtype="0" fill="hold" grpId="0" nodeType="afterEffect">
                                  <p:stCondLst>
                                    <p:cond delay="0"/>
                                  </p:stCondLst>
                                  <p:iterate type="lt">
                                    <p:tmAbs val="100"/>
                                  </p:iterate>
                                  <p:childTnLst>
                                    <p:set>
                                      <p:cBhvr>
                                        <p:cTn id="24" dur="1" fill="hold">
                                          <p:stCondLst>
                                            <p:cond delay="0"/>
                                          </p:stCondLst>
                                        </p:cTn>
                                        <p:tgtEl>
                                          <p:spTgt spid="55"/>
                                        </p:tgtEl>
                                        <p:attrNameLst>
                                          <p:attrName>style.visibility</p:attrName>
                                        </p:attrNameLst>
                                      </p:cBhvr>
                                      <p:to>
                                        <p:strVal val="visible"/>
                                      </p:to>
                                    </p:set>
                                  </p:childTnLst>
                                </p:cTn>
                              </p:par>
                            </p:childTnLst>
                          </p:cTn>
                        </p:par>
                      </p:childTnLst>
                    </p:cTn>
                  </p:par>
                  <p:par>
                    <p:cTn id="25" fill="hold">
                      <p:stCondLst>
                        <p:cond delay="indefinite"/>
                      </p:stCondLst>
                      <p:childTnLst>
                        <p:par>
                          <p:cTn id="26" fill="hold">
                            <p:stCondLst>
                              <p:cond delay="0"/>
                            </p:stCondLst>
                            <p:childTnLst>
                              <p:par>
                                <p:cTn id="27" presetID="49" presetClass="entr" presetSubtype="0" decel="100000" fill="hold" grpId="0" nodeType="clickEffect">
                                  <p:stCondLst>
                                    <p:cond delay="0"/>
                                  </p:stCondLst>
                                  <p:childTnLst>
                                    <p:set>
                                      <p:cBhvr>
                                        <p:cTn id="28" dur="1" fill="hold">
                                          <p:stCondLst>
                                            <p:cond delay="0"/>
                                          </p:stCondLst>
                                        </p:cTn>
                                        <p:tgtEl>
                                          <p:spTgt spid="56"/>
                                        </p:tgtEl>
                                        <p:attrNameLst>
                                          <p:attrName>style.visibility</p:attrName>
                                        </p:attrNameLst>
                                      </p:cBhvr>
                                      <p:to>
                                        <p:strVal val="visible"/>
                                      </p:to>
                                    </p:set>
                                    <p:anim calcmode="lin" valueType="num">
                                      <p:cBhvr>
                                        <p:cTn id="29" dur="500" fill="hold"/>
                                        <p:tgtEl>
                                          <p:spTgt spid="56"/>
                                        </p:tgtEl>
                                        <p:attrNameLst>
                                          <p:attrName>ppt_w</p:attrName>
                                        </p:attrNameLst>
                                      </p:cBhvr>
                                      <p:tavLst>
                                        <p:tav tm="0">
                                          <p:val>
                                            <p:fltVal val="0"/>
                                          </p:val>
                                        </p:tav>
                                        <p:tav tm="100000">
                                          <p:val>
                                            <p:strVal val="#ppt_w"/>
                                          </p:val>
                                        </p:tav>
                                      </p:tavLst>
                                    </p:anim>
                                    <p:anim calcmode="lin" valueType="num">
                                      <p:cBhvr>
                                        <p:cTn id="30" dur="500" fill="hold"/>
                                        <p:tgtEl>
                                          <p:spTgt spid="56"/>
                                        </p:tgtEl>
                                        <p:attrNameLst>
                                          <p:attrName>ppt_h</p:attrName>
                                        </p:attrNameLst>
                                      </p:cBhvr>
                                      <p:tavLst>
                                        <p:tav tm="0">
                                          <p:val>
                                            <p:fltVal val="0"/>
                                          </p:val>
                                        </p:tav>
                                        <p:tav tm="100000">
                                          <p:val>
                                            <p:strVal val="#ppt_h"/>
                                          </p:val>
                                        </p:tav>
                                      </p:tavLst>
                                    </p:anim>
                                    <p:anim calcmode="lin" valueType="num">
                                      <p:cBhvr>
                                        <p:cTn id="31" dur="500" fill="hold"/>
                                        <p:tgtEl>
                                          <p:spTgt spid="56"/>
                                        </p:tgtEl>
                                        <p:attrNameLst>
                                          <p:attrName>style.rotation</p:attrName>
                                        </p:attrNameLst>
                                      </p:cBhvr>
                                      <p:tavLst>
                                        <p:tav tm="0">
                                          <p:val>
                                            <p:fltVal val="360"/>
                                          </p:val>
                                        </p:tav>
                                        <p:tav tm="100000">
                                          <p:val>
                                            <p:fltVal val="0"/>
                                          </p:val>
                                        </p:tav>
                                      </p:tavLst>
                                    </p:anim>
                                    <p:animEffect transition="in" filter="fade">
                                      <p:cBhvr>
                                        <p:cTn id="32" dur="500"/>
                                        <p:tgtEl>
                                          <p:spTgt spid="56"/>
                                        </p:tgtEl>
                                      </p:cBhvr>
                                    </p:animEffect>
                                  </p:childTnLst>
                                </p:cTn>
                              </p:par>
                            </p:childTnLst>
                          </p:cTn>
                        </p:par>
                        <p:par>
                          <p:cTn id="33" fill="hold">
                            <p:stCondLst>
                              <p:cond delay="500"/>
                            </p:stCondLst>
                            <p:childTnLst>
                              <p:par>
                                <p:cTn id="34" presetID="1" presetClass="entr" presetSubtype="0" fill="hold" grpId="0" nodeType="afterEffect">
                                  <p:stCondLst>
                                    <p:cond delay="0"/>
                                  </p:stCondLst>
                                  <p:iterate type="lt">
                                    <p:tmAbs val="100"/>
                                  </p:iterate>
                                  <p:childTnLst>
                                    <p:set>
                                      <p:cBhvr>
                                        <p:cTn id="35" dur="1" fill="hold">
                                          <p:stCondLst>
                                            <p:cond delay="0"/>
                                          </p:stCondLst>
                                        </p:cTn>
                                        <p:tgtEl>
                                          <p:spTgt spid="57"/>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2" grpId="0" animBg="1"/>
      <p:bldP spid="53" grpId="0"/>
      <p:bldP spid="54" grpId="0" animBg="1"/>
      <p:bldP spid="55" grpId="0"/>
      <p:bldP spid="56" grpId="0" animBg="1"/>
      <p:bldP spid="57" grpId="0"/>
    </p:bldLst>
  </p:timing>
</p:sld>
</file>

<file path=ppt/slides/slide6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4" name="组合 3">
            <a:extLst>
              <a:ext uri="{FF2B5EF4-FFF2-40B4-BE49-F238E27FC236}">
                <a16:creationId xmlns:a16="http://schemas.microsoft.com/office/drawing/2014/main" id="{9A1EA9F2-FCB6-48C3-935F-7AE7E3AD14AC}"/>
              </a:ext>
            </a:extLst>
          </p:cNvPr>
          <p:cNvGrpSpPr/>
          <p:nvPr/>
        </p:nvGrpSpPr>
        <p:grpSpPr>
          <a:xfrm>
            <a:off x="304800" y="749300"/>
            <a:ext cx="6192344" cy="400110"/>
            <a:chOff x="424117" y="898245"/>
            <a:chExt cx="6192344" cy="400110"/>
          </a:xfrm>
        </p:grpSpPr>
        <p:sp>
          <p:nvSpPr>
            <p:cNvPr id="2" name="平行四边形 1">
              <a:extLst>
                <a:ext uri="{FF2B5EF4-FFF2-40B4-BE49-F238E27FC236}">
                  <a16:creationId xmlns:a16="http://schemas.microsoft.com/office/drawing/2014/main" id="{1F5BAA3F-9845-4F89-A2DD-8222D3E4EDAC}"/>
                </a:ext>
              </a:extLst>
            </p:cNvPr>
            <p:cNvSpPr/>
            <p:nvPr/>
          </p:nvSpPr>
          <p:spPr>
            <a:xfrm>
              <a:off x="424117" y="898245"/>
              <a:ext cx="628306" cy="387090"/>
            </a:xfrm>
            <a:prstGeom prst="parallelogram">
              <a:avLst/>
            </a:prstGeom>
            <a:solidFill>
              <a:schemeClr val="accent3">
                <a:lumMod val="75000"/>
              </a:schemeClr>
            </a:solidFill>
            <a:ln>
              <a:solidFill>
                <a:schemeClr val="accent3">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CN" sz="2200" dirty="0">
                  <a:latin typeface="Impact" panose="020B0806030902050204" pitchFamily="34" charset="0"/>
                </a:rPr>
                <a:t>01</a:t>
              </a:r>
              <a:endParaRPr lang="zh-CN" altLang="en-US" sz="2200" dirty="0">
                <a:latin typeface="Impact" panose="020B0806030902050204" pitchFamily="34" charset="0"/>
              </a:endParaRPr>
            </a:p>
          </p:txBody>
        </p:sp>
        <p:sp>
          <p:nvSpPr>
            <p:cNvPr id="3" name="文本框 2">
              <a:extLst>
                <a:ext uri="{FF2B5EF4-FFF2-40B4-BE49-F238E27FC236}">
                  <a16:creationId xmlns:a16="http://schemas.microsoft.com/office/drawing/2014/main" id="{4D6BD736-A4D3-4F26-AFED-36E11F50F70B}"/>
                </a:ext>
              </a:extLst>
            </p:cNvPr>
            <p:cNvSpPr txBox="1"/>
            <p:nvPr/>
          </p:nvSpPr>
          <p:spPr>
            <a:xfrm>
              <a:off x="1052423" y="898245"/>
              <a:ext cx="5564038" cy="400110"/>
            </a:xfrm>
            <a:prstGeom prst="rect">
              <a:avLst/>
            </a:prstGeom>
            <a:noFill/>
          </p:spPr>
          <p:txBody>
            <a:bodyPr wrap="square" rtlCol="0">
              <a:spAutoFit/>
            </a:bodyPr>
            <a:lstStyle/>
            <a:p>
              <a:r>
                <a:rPr lang="zh-CN" altLang="en-US" sz="2000" b="1" dirty="0"/>
                <a:t>误码的相关概念</a:t>
              </a:r>
            </a:p>
          </p:txBody>
        </p:sp>
      </p:grpSp>
      <p:grpSp>
        <p:nvGrpSpPr>
          <p:cNvPr id="5" name="组合 4">
            <a:extLst>
              <a:ext uri="{FF2B5EF4-FFF2-40B4-BE49-F238E27FC236}">
                <a16:creationId xmlns:a16="http://schemas.microsoft.com/office/drawing/2014/main" id="{3A78A5A9-A6F5-415C-9571-D872DD3880CB}"/>
              </a:ext>
            </a:extLst>
          </p:cNvPr>
          <p:cNvGrpSpPr/>
          <p:nvPr/>
        </p:nvGrpSpPr>
        <p:grpSpPr>
          <a:xfrm>
            <a:off x="1016000" y="1300409"/>
            <a:ext cx="10160001" cy="541553"/>
            <a:chOff x="1016000" y="3319978"/>
            <a:chExt cx="10160001" cy="541553"/>
          </a:xfrm>
        </p:grpSpPr>
        <p:sp>
          <p:nvSpPr>
            <p:cNvPr id="56" name="矩形 55">
              <a:extLst>
                <a:ext uri="{FF2B5EF4-FFF2-40B4-BE49-F238E27FC236}">
                  <a16:creationId xmlns:a16="http://schemas.microsoft.com/office/drawing/2014/main" id="{C34C2206-DF5C-49ED-B5F8-756318D429AC}"/>
                </a:ext>
              </a:extLst>
            </p:cNvPr>
            <p:cNvSpPr/>
            <p:nvPr/>
          </p:nvSpPr>
          <p:spPr>
            <a:xfrm>
              <a:off x="1016000" y="3319979"/>
              <a:ext cx="256976" cy="256976"/>
            </a:xfrm>
            <a:prstGeom prst="rect">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57" name="íşlïḍè">
              <a:extLst>
                <a:ext uri="{FF2B5EF4-FFF2-40B4-BE49-F238E27FC236}">
                  <a16:creationId xmlns:a16="http://schemas.microsoft.com/office/drawing/2014/main" id="{B08C2F1F-1B26-452D-81D1-5F35408902EA}"/>
                </a:ext>
              </a:extLst>
            </p:cNvPr>
            <p:cNvSpPr txBox="1"/>
            <p:nvPr/>
          </p:nvSpPr>
          <p:spPr>
            <a:xfrm>
              <a:off x="1333229" y="3319978"/>
              <a:ext cx="9842772" cy="541553"/>
            </a:xfrm>
            <a:prstGeom prst="rect">
              <a:avLst/>
            </a:prstGeom>
            <a:noFill/>
          </p:spPr>
          <p:txBody>
            <a:bodyPr wrap="square" lIns="91440" tIns="45720" rIns="91440" bIns="45720" anchor="ctr">
              <a:noAutofit/>
            </a:bodyPr>
            <a:lstStyle/>
            <a:p>
              <a:r>
                <a:rPr lang="zh-CN" altLang="en-US" b="1" dirty="0"/>
                <a:t>使用</a:t>
              </a:r>
              <a:r>
                <a:rPr lang="zh-CN" altLang="en-US" b="1" dirty="0">
                  <a:solidFill>
                    <a:schemeClr val="accent1">
                      <a:lumMod val="75000"/>
                    </a:schemeClr>
                  </a:solidFill>
                </a:rPr>
                <a:t>差错检测技术</a:t>
              </a:r>
              <a:r>
                <a:rPr lang="zh-CN" altLang="en-US" b="1" dirty="0"/>
                <a:t>来检测数据在传输过程中是否产生了比特差错，是数据链路层所要解决的重要问题之一。</a:t>
              </a:r>
              <a:endParaRPr lang="en-US" altLang="zh-CN" b="1" dirty="0"/>
            </a:p>
          </p:txBody>
        </p:sp>
      </p:grpSp>
      <p:grpSp>
        <p:nvGrpSpPr>
          <p:cNvPr id="6" name="组合 5">
            <a:extLst>
              <a:ext uri="{FF2B5EF4-FFF2-40B4-BE49-F238E27FC236}">
                <a16:creationId xmlns:a16="http://schemas.microsoft.com/office/drawing/2014/main" id="{C1E9171A-84B4-4CF3-9B10-A93F2AB684B8}"/>
              </a:ext>
            </a:extLst>
          </p:cNvPr>
          <p:cNvGrpSpPr/>
          <p:nvPr/>
        </p:nvGrpSpPr>
        <p:grpSpPr>
          <a:xfrm>
            <a:off x="632109" y="2030462"/>
            <a:ext cx="10940423" cy="2166829"/>
            <a:chOff x="601699" y="2650452"/>
            <a:chExt cx="10940423" cy="2166829"/>
          </a:xfrm>
        </p:grpSpPr>
        <p:pic>
          <p:nvPicPr>
            <p:cNvPr id="18" name="图片 17" descr="文本&#10;&#10;描述已自动生成">
              <a:extLst>
                <a:ext uri="{FF2B5EF4-FFF2-40B4-BE49-F238E27FC236}">
                  <a16:creationId xmlns:a16="http://schemas.microsoft.com/office/drawing/2014/main" id="{045E55AF-6A6D-404E-925B-DB92B25EDCB9}"/>
                </a:ext>
              </a:extLst>
            </p:cNvPr>
            <p:cNvPicPr>
              <a:picLocks noChangeAspect="1"/>
            </p:cNvPicPr>
            <p:nvPr/>
          </p:nvPicPr>
          <p:blipFill>
            <a:blip r:embed="rId3" cstate="print">
              <a:extLst>
                <a:ext uri="{28A0092B-C50C-407E-A947-70E740481C1C}">
                  <a14:useLocalDpi xmlns:a14="http://schemas.microsoft.com/office/drawing/2010/main" val="0"/>
                </a:ext>
              </a:extLst>
            </a:blip>
            <a:stretch>
              <a:fillRect/>
            </a:stretch>
          </p:blipFill>
          <p:spPr>
            <a:xfrm>
              <a:off x="6454870" y="2650452"/>
              <a:ext cx="4455665" cy="1285714"/>
            </a:xfrm>
            <a:prstGeom prst="rect">
              <a:avLst/>
            </a:prstGeom>
          </p:spPr>
        </p:pic>
        <p:sp>
          <p:nvSpPr>
            <p:cNvPr id="19" name="文本框 18">
              <a:extLst>
                <a:ext uri="{FF2B5EF4-FFF2-40B4-BE49-F238E27FC236}">
                  <a16:creationId xmlns:a16="http://schemas.microsoft.com/office/drawing/2014/main" id="{0B468603-A834-4C80-988B-9720B96D3856}"/>
                </a:ext>
              </a:extLst>
            </p:cNvPr>
            <p:cNvSpPr txBox="1"/>
            <p:nvPr/>
          </p:nvSpPr>
          <p:spPr>
            <a:xfrm>
              <a:off x="7363728" y="3479399"/>
              <a:ext cx="2690573" cy="369332"/>
            </a:xfrm>
            <a:prstGeom prst="rect">
              <a:avLst/>
            </a:prstGeom>
            <a:noFill/>
          </p:spPr>
          <p:txBody>
            <a:bodyPr wrap="square" rtlCol="0">
              <a:spAutoFit/>
            </a:bodyPr>
            <a:lstStyle/>
            <a:p>
              <a:pPr algn="ctr"/>
              <a:r>
                <a:rPr lang="en-US" altLang="zh-CN" b="1" dirty="0">
                  <a:latin typeface="Arial Black" panose="020B0A04020102020204" pitchFamily="34" charset="0"/>
                </a:rPr>
                <a:t>1001001100011010</a:t>
              </a:r>
              <a:endParaRPr lang="zh-CN" altLang="en-US" b="1" dirty="0">
                <a:latin typeface="Arial Black" panose="020B0A04020102020204" pitchFamily="34" charset="0"/>
              </a:endParaRPr>
            </a:p>
          </p:txBody>
        </p:sp>
        <p:grpSp>
          <p:nvGrpSpPr>
            <p:cNvPr id="20" name="组合 19">
              <a:extLst>
                <a:ext uri="{FF2B5EF4-FFF2-40B4-BE49-F238E27FC236}">
                  <a16:creationId xmlns:a16="http://schemas.microsoft.com/office/drawing/2014/main" id="{9E50AEA5-AE00-41AA-AB3E-56FE6E6F05CA}"/>
                </a:ext>
              </a:extLst>
            </p:cNvPr>
            <p:cNvGrpSpPr/>
            <p:nvPr/>
          </p:nvGrpSpPr>
          <p:grpSpPr>
            <a:xfrm>
              <a:off x="601699" y="3457743"/>
              <a:ext cx="10940423" cy="641082"/>
              <a:chOff x="601699" y="5648354"/>
              <a:chExt cx="10940423" cy="641082"/>
            </a:xfrm>
          </p:grpSpPr>
          <p:cxnSp>
            <p:nvCxnSpPr>
              <p:cNvPr id="21" name="直接连接符 20">
                <a:extLst>
                  <a:ext uri="{FF2B5EF4-FFF2-40B4-BE49-F238E27FC236}">
                    <a16:creationId xmlns:a16="http://schemas.microsoft.com/office/drawing/2014/main" id="{136B7C94-465A-4D90-93B5-CB8B6927E6FA}"/>
                  </a:ext>
                </a:extLst>
              </p:cNvPr>
              <p:cNvCxnSpPr>
                <a:cxnSpLocks/>
              </p:cNvCxnSpPr>
              <p:nvPr/>
            </p:nvCxnSpPr>
            <p:spPr>
              <a:xfrm>
                <a:off x="1143721" y="6126777"/>
                <a:ext cx="10027235"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pic>
            <p:nvPicPr>
              <p:cNvPr id="22" name="图形 21">
                <a:extLst>
                  <a:ext uri="{FF2B5EF4-FFF2-40B4-BE49-F238E27FC236}">
                    <a16:creationId xmlns:a16="http://schemas.microsoft.com/office/drawing/2014/main" id="{71B4EEF0-CE8C-4157-8D5E-40B306B06E19}"/>
                  </a:ext>
                </a:extLst>
              </p:cNvPr>
              <p:cNvPicPr>
                <a:picLocks noChangeAspect="1"/>
              </p:cNvPicPr>
              <p:nvPr/>
            </p:nvPicPr>
            <p:blipFill>
              <a:blip r:embed="rId4">
                <a:extLst>
                  <a:ext uri="{28A0092B-C50C-407E-A947-70E740481C1C}">
                    <a14:useLocalDpi xmlns:a14="http://schemas.microsoft.com/office/drawing/2010/main" val="0"/>
                  </a:ext>
                  <a:ext uri="{96DAC541-7B7A-43D3-8B79-37D633B846F1}">
                    <asvg:svgBlip xmlns:asvg="http://schemas.microsoft.com/office/drawing/2016/SVG/main" r:embed="rId5"/>
                  </a:ext>
                </a:extLst>
              </a:blip>
              <a:stretch>
                <a:fillRect/>
              </a:stretch>
            </p:blipFill>
            <p:spPr>
              <a:xfrm>
                <a:off x="601699" y="5648354"/>
                <a:ext cx="662814" cy="641082"/>
              </a:xfrm>
              <a:prstGeom prst="rect">
                <a:avLst/>
              </a:prstGeom>
            </p:spPr>
          </p:pic>
          <p:pic>
            <p:nvPicPr>
              <p:cNvPr id="23" name="图形 22">
                <a:extLst>
                  <a:ext uri="{FF2B5EF4-FFF2-40B4-BE49-F238E27FC236}">
                    <a16:creationId xmlns:a16="http://schemas.microsoft.com/office/drawing/2014/main" id="{8E41F4A0-3F7F-4521-8629-FD86A983334A}"/>
                  </a:ext>
                </a:extLst>
              </p:cNvPr>
              <p:cNvPicPr>
                <a:picLocks noChangeAspect="1"/>
              </p:cNvPicPr>
              <p:nvPr/>
            </p:nvPicPr>
            <p:blipFill>
              <a:blip r:embed="rId4">
                <a:extLst>
                  <a:ext uri="{28A0092B-C50C-407E-A947-70E740481C1C}">
                    <a14:useLocalDpi xmlns:a14="http://schemas.microsoft.com/office/drawing/2010/main" val="0"/>
                  </a:ext>
                  <a:ext uri="{96DAC541-7B7A-43D3-8B79-37D633B846F1}">
                    <asvg:svgBlip xmlns:asvg="http://schemas.microsoft.com/office/drawing/2016/SVG/main" r:embed="rId5"/>
                  </a:ext>
                </a:extLst>
              </a:blip>
              <a:stretch>
                <a:fillRect/>
              </a:stretch>
            </p:blipFill>
            <p:spPr>
              <a:xfrm>
                <a:off x="10879308" y="5648354"/>
                <a:ext cx="662814" cy="641082"/>
              </a:xfrm>
              <a:prstGeom prst="rect">
                <a:avLst/>
              </a:prstGeom>
            </p:spPr>
          </p:pic>
        </p:grpSp>
        <p:sp>
          <p:nvSpPr>
            <p:cNvPr id="24" name="文本框 23">
              <a:extLst>
                <a:ext uri="{FF2B5EF4-FFF2-40B4-BE49-F238E27FC236}">
                  <a16:creationId xmlns:a16="http://schemas.microsoft.com/office/drawing/2014/main" id="{E8C59A58-42B0-4CE0-AA44-86C485CF5C85}"/>
                </a:ext>
              </a:extLst>
            </p:cNvPr>
            <p:cNvSpPr txBox="1"/>
            <p:nvPr/>
          </p:nvSpPr>
          <p:spPr>
            <a:xfrm>
              <a:off x="7363728" y="3479399"/>
              <a:ext cx="2690573" cy="369332"/>
            </a:xfrm>
            <a:prstGeom prst="rect">
              <a:avLst/>
            </a:prstGeom>
            <a:noFill/>
          </p:spPr>
          <p:txBody>
            <a:bodyPr wrap="square" rtlCol="0">
              <a:spAutoFit/>
            </a:bodyPr>
            <a:lstStyle/>
            <a:p>
              <a:pPr algn="ctr"/>
              <a:r>
                <a:rPr lang="en-US" altLang="zh-CN" b="1" dirty="0">
                  <a:latin typeface="Arial Black" panose="020B0A04020102020204" pitchFamily="34" charset="0"/>
                </a:rPr>
                <a:t>100</a:t>
              </a:r>
              <a:r>
                <a:rPr lang="en-US" altLang="zh-CN" b="1" dirty="0">
                  <a:solidFill>
                    <a:schemeClr val="accent1">
                      <a:lumMod val="75000"/>
                    </a:schemeClr>
                  </a:solidFill>
                  <a:latin typeface="Arial Black" panose="020B0A04020102020204" pitchFamily="34" charset="0"/>
                </a:rPr>
                <a:t>0</a:t>
              </a:r>
              <a:r>
                <a:rPr lang="en-US" altLang="zh-CN" b="1" dirty="0">
                  <a:latin typeface="Arial Black" panose="020B0A04020102020204" pitchFamily="34" charset="0"/>
                </a:rPr>
                <a:t>001100</a:t>
              </a:r>
              <a:r>
                <a:rPr lang="en-US" altLang="zh-CN" b="1" dirty="0">
                  <a:solidFill>
                    <a:schemeClr val="accent1">
                      <a:lumMod val="75000"/>
                    </a:schemeClr>
                  </a:solidFill>
                  <a:latin typeface="Arial Black" panose="020B0A04020102020204" pitchFamily="34" charset="0"/>
                </a:rPr>
                <a:t>1</a:t>
              </a:r>
              <a:r>
                <a:rPr lang="en-US" altLang="zh-CN" b="1" dirty="0">
                  <a:latin typeface="Arial Black" panose="020B0A04020102020204" pitchFamily="34" charset="0"/>
                </a:rPr>
                <a:t>11010</a:t>
              </a:r>
              <a:endParaRPr lang="zh-CN" altLang="en-US" b="1" dirty="0">
                <a:latin typeface="Arial Black" panose="020B0A04020102020204" pitchFamily="34" charset="0"/>
              </a:endParaRPr>
            </a:p>
          </p:txBody>
        </p:sp>
        <p:grpSp>
          <p:nvGrpSpPr>
            <p:cNvPr id="25" name="组合 24">
              <a:extLst>
                <a:ext uri="{FF2B5EF4-FFF2-40B4-BE49-F238E27FC236}">
                  <a16:creationId xmlns:a16="http://schemas.microsoft.com/office/drawing/2014/main" id="{BEB765C6-972F-4CAB-9102-F8FB42393F02}"/>
                </a:ext>
              </a:extLst>
            </p:cNvPr>
            <p:cNvGrpSpPr/>
            <p:nvPr/>
          </p:nvGrpSpPr>
          <p:grpSpPr>
            <a:xfrm>
              <a:off x="7749141" y="3776012"/>
              <a:ext cx="1811776" cy="1041269"/>
              <a:chOff x="3171692" y="3601657"/>
              <a:chExt cx="1811776" cy="1041269"/>
            </a:xfrm>
          </p:grpSpPr>
          <p:sp>
            <p:nvSpPr>
              <p:cNvPr id="26" name="文本框 25">
                <a:extLst>
                  <a:ext uri="{FF2B5EF4-FFF2-40B4-BE49-F238E27FC236}">
                    <a16:creationId xmlns:a16="http://schemas.microsoft.com/office/drawing/2014/main" id="{90121953-6A9E-47CF-B2C1-32F3D64EB69B}"/>
                  </a:ext>
                </a:extLst>
              </p:cNvPr>
              <p:cNvSpPr txBox="1"/>
              <p:nvPr/>
            </p:nvSpPr>
            <p:spPr>
              <a:xfrm>
                <a:off x="3171692" y="3996595"/>
                <a:ext cx="1811776" cy="646331"/>
              </a:xfrm>
              <a:prstGeom prst="rect">
                <a:avLst/>
              </a:prstGeom>
              <a:noFill/>
            </p:spPr>
            <p:txBody>
              <a:bodyPr wrap="square" rtlCol="0">
                <a:spAutoFit/>
              </a:bodyPr>
              <a:lstStyle/>
              <a:p>
                <a:pPr algn="ctr"/>
                <a:r>
                  <a:rPr lang="zh-CN" altLang="en-US" b="1" dirty="0"/>
                  <a:t>接收方如何知道</a:t>
                </a:r>
                <a:endParaRPr lang="en-US" altLang="zh-CN" b="1" dirty="0"/>
              </a:p>
              <a:p>
                <a:pPr algn="ctr"/>
                <a:r>
                  <a:rPr lang="zh-CN" altLang="en-US" b="1" dirty="0"/>
                  <a:t>出现了误码？</a:t>
                </a:r>
              </a:p>
            </p:txBody>
          </p:sp>
          <p:cxnSp>
            <p:nvCxnSpPr>
              <p:cNvPr id="27" name="直接箭头连接符 26">
                <a:extLst>
                  <a:ext uri="{FF2B5EF4-FFF2-40B4-BE49-F238E27FC236}">
                    <a16:creationId xmlns:a16="http://schemas.microsoft.com/office/drawing/2014/main" id="{08F2EE2A-DC34-497A-B94C-430FCA708C59}"/>
                  </a:ext>
                </a:extLst>
              </p:cNvPr>
              <p:cNvCxnSpPr>
                <a:cxnSpLocks/>
                <a:stCxn id="26" idx="0"/>
              </p:cNvCxnSpPr>
              <p:nvPr/>
            </p:nvCxnSpPr>
            <p:spPr>
              <a:xfrm flipH="1" flipV="1">
                <a:off x="3461377" y="3601657"/>
                <a:ext cx="616203" cy="394938"/>
              </a:xfrm>
              <a:prstGeom prst="straightConnector1">
                <a:avLst/>
              </a:prstGeom>
              <a:ln w="12700">
                <a:solidFill>
                  <a:schemeClr val="tx1"/>
                </a:solidFill>
                <a:tailEnd type="triangle"/>
              </a:ln>
            </p:spPr>
            <p:style>
              <a:lnRef idx="1">
                <a:schemeClr val="accent1"/>
              </a:lnRef>
              <a:fillRef idx="0">
                <a:schemeClr val="accent1"/>
              </a:fillRef>
              <a:effectRef idx="0">
                <a:schemeClr val="accent1"/>
              </a:effectRef>
              <a:fontRef idx="minor">
                <a:schemeClr val="tx1"/>
              </a:fontRef>
            </p:style>
          </p:cxnSp>
          <p:cxnSp>
            <p:nvCxnSpPr>
              <p:cNvPr id="28" name="直接箭头连接符 27">
                <a:extLst>
                  <a:ext uri="{FF2B5EF4-FFF2-40B4-BE49-F238E27FC236}">
                    <a16:creationId xmlns:a16="http://schemas.microsoft.com/office/drawing/2014/main" id="{A6677CDD-7AC8-4AEF-A10D-F85D90B9BC51}"/>
                  </a:ext>
                </a:extLst>
              </p:cNvPr>
              <p:cNvCxnSpPr>
                <a:cxnSpLocks/>
                <a:stCxn id="26" idx="0"/>
              </p:cNvCxnSpPr>
              <p:nvPr/>
            </p:nvCxnSpPr>
            <p:spPr>
              <a:xfrm flipV="1">
                <a:off x="4077580" y="3601657"/>
                <a:ext cx="460550" cy="394938"/>
              </a:xfrm>
              <a:prstGeom prst="straightConnector1">
                <a:avLst/>
              </a:prstGeom>
              <a:ln w="12700">
                <a:solidFill>
                  <a:schemeClr val="tx1"/>
                </a:solidFill>
                <a:tailEnd type="triangle"/>
              </a:ln>
            </p:spPr>
            <p:style>
              <a:lnRef idx="1">
                <a:schemeClr val="accent1"/>
              </a:lnRef>
              <a:fillRef idx="0">
                <a:schemeClr val="accent1"/>
              </a:fillRef>
              <a:effectRef idx="0">
                <a:schemeClr val="accent1"/>
              </a:effectRef>
              <a:fontRef idx="minor">
                <a:schemeClr val="tx1"/>
              </a:fontRef>
            </p:style>
          </p:cxnSp>
        </p:grpSp>
      </p:grpSp>
    </p:spTree>
    <p:custDataLst>
      <p:tags r:id="rId1"/>
    </p:custDataLst>
    <p:extLst>
      <p:ext uri="{BB962C8B-B14F-4D97-AF65-F5344CB8AC3E}">
        <p14:creationId xmlns:p14="http://schemas.microsoft.com/office/powerpoint/2010/main" val="4132364292"/>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42" presetClass="entr" presetSubtype="0" fill="hold" nodeType="withEffect">
                                  <p:stCondLst>
                                    <p:cond delay="0"/>
                                  </p:stCondLst>
                                  <p:childTnLst>
                                    <p:set>
                                      <p:cBhvr>
                                        <p:cTn id="6" dur="1" fill="hold">
                                          <p:stCondLst>
                                            <p:cond delay="0"/>
                                          </p:stCondLst>
                                        </p:cTn>
                                        <p:tgtEl>
                                          <p:spTgt spid="5"/>
                                        </p:tgtEl>
                                        <p:attrNameLst>
                                          <p:attrName>style.visibility</p:attrName>
                                        </p:attrNameLst>
                                      </p:cBhvr>
                                      <p:to>
                                        <p:strVal val="visible"/>
                                      </p:to>
                                    </p:set>
                                    <p:animEffect transition="in" filter="fade">
                                      <p:cBhvr>
                                        <p:cTn id="7" dur="1000"/>
                                        <p:tgtEl>
                                          <p:spTgt spid="5"/>
                                        </p:tgtEl>
                                      </p:cBhvr>
                                    </p:animEffect>
                                    <p:anim calcmode="lin" valueType="num">
                                      <p:cBhvr>
                                        <p:cTn id="8" dur="1000" fill="hold"/>
                                        <p:tgtEl>
                                          <p:spTgt spid="5"/>
                                        </p:tgtEl>
                                        <p:attrNameLst>
                                          <p:attrName>ppt_x</p:attrName>
                                        </p:attrNameLst>
                                      </p:cBhvr>
                                      <p:tavLst>
                                        <p:tav tm="0">
                                          <p:val>
                                            <p:strVal val="#ppt_x"/>
                                          </p:val>
                                        </p:tav>
                                        <p:tav tm="100000">
                                          <p:val>
                                            <p:strVal val="#ppt_x"/>
                                          </p:val>
                                        </p:tav>
                                      </p:tavLst>
                                    </p:anim>
                                    <p:anim calcmode="lin" valueType="num">
                                      <p:cBhvr>
                                        <p:cTn id="9" dur="1000" fill="hold"/>
                                        <p:tgtEl>
                                          <p:spTgt spid="5"/>
                                        </p:tgtEl>
                                        <p:attrNameLst>
                                          <p:attrName>ppt_y</p:attrName>
                                        </p:attrNameLst>
                                      </p:cBhvr>
                                      <p:tavLst>
                                        <p:tav tm="0">
                                          <p:val>
                                            <p:strVal val="#ppt_y+.1"/>
                                          </p:val>
                                        </p:tav>
                                        <p:tav tm="100000">
                                          <p:val>
                                            <p:strVal val="#ppt_y"/>
                                          </p:val>
                                        </p:tav>
                                      </p:tavLst>
                                    </p:anim>
                                  </p:childTnLst>
                                </p:cTn>
                              </p:par>
                              <p:par>
                                <p:cTn id="10" presetID="30" presetClass="entr" presetSubtype="0" fill="hold" nodeType="withEffect">
                                  <p:stCondLst>
                                    <p:cond delay="0"/>
                                  </p:stCondLst>
                                  <p:childTnLst>
                                    <p:set>
                                      <p:cBhvr>
                                        <p:cTn id="11" dur="1" fill="hold">
                                          <p:stCondLst>
                                            <p:cond delay="0"/>
                                          </p:stCondLst>
                                        </p:cTn>
                                        <p:tgtEl>
                                          <p:spTgt spid="6"/>
                                        </p:tgtEl>
                                        <p:attrNameLst>
                                          <p:attrName>style.visibility</p:attrName>
                                        </p:attrNameLst>
                                      </p:cBhvr>
                                      <p:to>
                                        <p:strVal val="visible"/>
                                      </p:to>
                                    </p:set>
                                    <p:animEffect transition="in" filter="fade">
                                      <p:cBhvr>
                                        <p:cTn id="12" dur="800" decel="100000"/>
                                        <p:tgtEl>
                                          <p:spTgt spid="6"/>
                                        </p:tgtEl>
                                      </p:cBhvr>
                                    </p:animEffect>
                                    <p:anim calcmode="lin" valueType="num">
                                      <p:cBhvr>
                                        <p:cTn id="13" dur="800" decel="100000" fill="hold"/>
                                        <p:tgtEl>
                                          <p:spTgt spid="6"/>
                                        </p:tgtEl>
                                        <p:attrNameLst>
                                          <p:attrName>style.rotation</p:attrName>
                                        </p:attrNameLst>
                                      </p:cBhvr>
                                      <p:tavLst>
                                        <p:tav tm="0">
                                          <p:val>
                                            <p:fltVal val="-90"/>
                                          </p:val>
                                        </p:tav>
                                        <p:tav tm="100000">
                                          <p:val>
                                            <p:fltVal val="0"/>
                                          </p:val>
                                        </p:tav>
                                      </p:tavLst>
                                    </p:anim>
                                    <p:anim calcmode="lin" valueType="num">
                                      <p:cBhvr>
                                        <p:cTn id="14" dur="800" decel="100000" fill="hold"/>
                                        <p:tgtEl>
                                          <p:spTgt spid="6"/>
                                        </p:tgtEl>
                                        <p:attrNameLst>
                                          <p:attrName>ppt_x</p:attrName>
                                        </p:attrNameLst>
                                      </p:cBhvr>
                                      <p:tavLst>
                                        <p:tav tm="0">
                                          <p:val>
                                            <p:strVal val="#ppt_x+0.4"/>
                                          </p:val>
                                        </p:tav>
                                        <p:tav tm="100000">
                                          <p:val>
                                            <p:strVal val="#ppt_x-0.05"/>
                                          </p:val>
                                        </p:tav>
                                      </p:tavLst>
                                    </p:anim>
                                    <p:anim calcmode="lin" valueType="num">
                                      <p:cBhvr>
                                        <p:cTn id="15" dur="800" decel="100000" fill="hold"/>
                                        <p:tgtEl>
                                          <p:spTgt spid="6"/>
                                        </p:tgtEl>
                                        <p:attrNameLst>
                                          <p:attrName>ppt_y</p:attrName>
                                        </p:attrNameLst>
                                      </p:cBhvr>
                                      <p:tavLst>
                                        <p:tav tm="0">
                                          <p:val>
                                            <p:strVal val="#ppt_y-0.4"/>
                                          </p:val>
                                        </p:tav>
                                        <p:tav tm="100000">
                                          <p:val>
                                            <p:strVal val="#ppt_y+0.1"/>
                                          </p:val>
                                        </p:tav>
                                      </p:tavLst>
                                    </p:anim>
                                    <p:anim calcmode="lin" valueType="num">
                                      <p:cBhvr>
                                        <p:cTn id="16" dur="200" accel="100000" fill="hold">
                                          <p:stCondLst>
                                            <p:cond delay="800"/>
                                          </p:stCondLst>
                                        </p:cTn>
                                        <p:tgtEl>
                                          <p:spTgt spid="6"/>
                                        </p:tgtEl>
                                        <p:attrNameLst>
                                          <p:attrName>ppt_x</p:attrName>
                                        </p:attrNameLst>
                                      </p:cBhvr>
                                      <p:tavLst>
                                        <p:tav tm="0">
                                          <p:val>
                                            <p:strVal val="#ppt_x-0.05"/>
                                          </p:val>
                                        </p:tav>
                                        <p:tav tm="100000">
                                          <p:val>
                                            <p:strVal val="#ppt_x"/>
                                          </p:val>
                                        </p:tav>
                                      </p:tavLst>
                                    </p:anim>
                                    <p:anim calcmode="lin" valueType="num">
                                      <p:cBhvr>
                                        <p:cTn id="17" dur="200" accel="100000" fill="hold">
                                          <p:stCondLst>
                                            <p:cond delay="800"/>
                                          </p:stCondLst>
                                        </p:cTn>
                                        <p:tgtEl>
                                          <p:spTgt spid="6"/>
                                        </p:tgtEl>
                                        <p:attrNameLst>
                                          <p:attrName>ppt_y</p:attrName>
                                        </p:attrNameLst>
                                      </p:cBhvr>
                                      <p:tavLst>
                                        <p:tav tm="0">
                                          <p:val>
                                            <p:strVal val="#ppt_y+0.1"/>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6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4" name="组合 3">
            <a:extLst>
              <a:ext uri="{FF2B5EF4-FFF2-40B4-BE49-F238E27FC236}">
                <a16:creationId xmlns:a16="http://schemas.microsoft.com/office/drawing/2014/main" id="{9A1EA9F2-FCB6-48C3-935F-7AE7E3AD14AC}"/>
              </a:ext>
            </a:extLst>
          </p:cNvPr>
          <p:cNvGrpSpPr/>
          <p:nvPr/>
        </p:nvGrpSpPr>
        <p:grpSpPr>
          <a:xfrm>
            <a:off x="304800" y="749300"/>
            <a:ext cx="6192344" cy="400110"/>
            <a:chOff x="424117" y="898245"/>
            <a:chExt cx="6192344" cy="400110"/>
          </a:xfrm>
        </p:grpSpPr>
        <p:sp>
          <p:nvSpPr>
            <p:cNvPr id="2" name="平行四边形 1">
              <a:extLst>
                <a:ext uri="{FF2B5EF4-FFF2-40B4-BE49-F238E27FC236}">
                  <a16:creationId xmlns:a16="http://schemas.microsoft.com/office/drawing/2014/main" id="{1F5BAA3F-9845-4F89-A2DD-8222D3E4EDAC}"/>
                </a:ext>
              </a:extLst>
            </p:cNvPr>
            <p:cNvSpPr/>
            <p:nvPr/>
          </p:nvSpPr>
          <p:spPr>
            <a:xfrm>
              <a:off x="424117" y="898245"/>
              <a:ext cx="628306" cy="387090"/>
            </a:xfrm>
            <a:prstGeom prst="parallelogram">
              <a:avLst/>
            </a:prstGeom>
            <a:solidFill>
              <a:schemeClr val="accent3">
                <a:lumMod val="75000"/>
              </a:schemeClr>
            </a:solidFill>
            <a:ln>
              <a:solidFill>
                <a:schemeClr val="accent3">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CN" sz="2200" dirty="0">
                  <a:latin typeface="Impact" panose="020B0806030902050204" pitchFamily="34" charset="0"/>
                </a:rPr>
                <a:t>01</a:t>
              </a:r>
              <a:endParaRPr lang="zh-CN" altLang="en-US" sz="2200" dirty="0">
                <a:latin typeface="Impact" panose="020B0806030902050204" pitchFamily="34" charset="0"/>
              </a:endParaRPr>
            </a:p>
          </p:txBody>
        </p:sp>
        <p:sp>
          <p:nvSpPr>
            <p:cNvPr id="3" name="文本框 2">
              <a:extLst>
                <a:ext uri="{FF2B5EF4-FFF2-40B4-BE49-F238E27FC236}">
                  <a16:creationId xmlns:a16="http://schemas.microsoft.com/office/drawing/2014/main" id="{4D6BD736-A4D3-4F26-AFED-36E11F50F70B}"/>
                </a:ext>
              </a:extLst>
            </p:cNvPr>
            <p:cNvSpPr txBox="1"/>
            <p:nvPr/>
          </p:nvSpPr>
          <p:spPr>
            <a:xfrm>
              <a:off x="1052423" y="898245"/>
              <a:ext cx="5564038" cy="400110"/>
            </a:xfrm>
            <a:prstGeom prst="rect">
              <a:avLst/>
            </a:prstGeom>
            <a:noFill/>
          </p:spPr>
          <p:txBody>
            <a:bodyPr wrap="square" rtlCol="0">
              <a:spAutoFit/>
            </a:bodyPr>
            <a:lstStyle/>
            <a:p>
              <a:r>
                <a:rPr lang="zh-CN" altLang="en-US" sz="2000" b="1" dirty="0"/>
                <a:t>误码的相关概念</a:t>
              </a:r>
            </a:p>
          </p:txBody>
        </p:sp>
      </p:grpSp>
      <p:grpSp>
        <p:nvGrpSpPr>
          <p:cNvPr id="5" name="组合 4">
            <a:extLst>
              <a:ext uri="{FF2B5EF4-FFF2-40B4-BE49-F238E27FC236}">
                <a16:creationId xmlns:a16="http://schemas.microsoft.com/office/drawing/2014/main" id="{3A78A5A9-A6F5-415C-9571-D872DD3880CB}"/>
              </a:ext>
            </a:extLst>
          </p:cNvPr>
          <p:cNvGrpSpPr/>
          <p:nvPr/>
        </p:nvGrpSpPr>
        <p:grpSpPr>
          <a:xfrm>
            <a:off x="1016000" y="1300409"/>
            <a:ext cx="10160001" cy="541553"/>
            <a:chOff x="1016000" y="3319978"/>
            <a:chExt cx="10160001" cy="541553"/>
          </a:xfrm>
        </p:grpSpPr>
        <p:sp>
          <p:nvSpPr>
            <p:cNvPr id="56" name="矩形 55">
              <a:extLst>
                <a:ext uri="{FF2B5EF4-FFF2-40B4-BE49-F238E27FC236}">
                  <a16:creationId xmlns:a16="http://schemas.microsoft.com/office/drawing/2014/main" id="{C34C2206-DF5C-49ED-B5F8-756318D429AC}"/>
                </a:ext>
              </a:extLst>
            </p:cNvPr>
            <p:cNvSpPr/>
            <p:nvPr/>
          </p:nvSpPr>
          <p:spPr>
            <a:xfrm>
              <a:off x="1016000" y="3319979"/>
              <a:ext cx="256976" cy="256976"/>
            </a:xfrm>
            <a:prstGeom prst="rect">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57" name="íşlïḍè">
              <a:extLst>
                <a:ext uri="{FF2B5EF4-FFF2-40B4-BE49-F238E27FC236}">
                  <a16:creationId xmlns:a16="http://schemas.microsoft.com/office/drawing/2014/main" id="{B08C2F1F-1B26-452D-81D1-5F35408902EA}"/>
                </a:ext>
              </a:extLst>
            </p:cNvPr>
            <p:cNvSpPr txBox="1"/>
            <p:nvPr/>
          </p:nvSpPr>
          <p:spPr>
            <a:xfrm>
              <a:off x="1333229" y="3319978"/>
              <a:ext cx="9842772" cy="541553"/>
            </a:xfrm>
            <a:prstGeom prst="rect">
              <a:avLst/>
            </a:prstGeom>
            <a:noFill/>
          </p:spPr>
          <p:txBody>
            <a:bodyPr wrap="square" lIns="91440" tIns="45720" rIns="91440" bIns="45720" anchor="ctr">
              <a:noAutofit/>
            </a:bodyPr>
            <a:lstStyle/>
            <a:p>
              <a:r>
                <a:rPr lang="zh-CN" altLang="en-US" b="1" dirty="0"/>
                <a:t>使用</a:t>
              </a:r>
              <a:r>
                <a:rPr lang="zh-CN" altLang="en-US" b="1" dirty="0">
                  <a:solidFill>
                    <a:schemeClr val="accent1">
                      <a:lumMod val="75000"/>
                    </a:schemeClr>
                  </a:solidFill>
                </a:rPr>
                <a:t>差错检测技术</a:t>
              </a:r>
              <a:r>
                <a:rPr lang="zh-CN" altLang="en-US" b="1" dirty="0"/>
                <a:t>来检测数据在传输过程中是否产生了比特差错，是数据链路层所要解决的重要问题之一。</a:t>
              </a:r>
              <a:endParaRPr lang="en-US" altLang="zh-CN" b="1" dirty="0"/>
            </a:p>
          </p:txBody>
        </p:sp>
      </p:grpSp>
      <p:grpSp>
        <p:nvGrpSpPr>
          <p:cNvPr id="6" name="组合 5">
            <a:extLst>
              <a:ext uri="{FF2B5EF4-FFF2-40B4-BE49-F238E27FC236}">
                <a16:creationId xmlns:a16="http://schemas.microsoft.com/office/drawing/2014/main" id="{C1E9171A-84B4-4CF3-9B10-A93F2AB684B8}"/>
              </a:ext>
            </a:extLst>
          </p:cNvPr>
          <p:cNvGrpSpPr/>
          <p:nvPr/>
        </p:nvGrpSpPr>
        <p:grpSpPr>
          <a:xfrm>
            <a:off x="632109" y="2030462"/>
            <a:ext cx="10940423" cy="2166829"/>
            <a:chOff x="601699" y="2650452"/>
            <a:chExt cx="10940423" cy="2166829"/>
          </a:xfrm>
        </p:grpSpPr>
        <p:pic>
          <p:nvPicPr>
            <p:cNvPr id="18" name="图片 17" descr="文本&#10;&#10;描述已自动生成">
              <a:extLst>
                <a:ext uri="{FF2B5EF4-FFF2-40B4-BE49-F238E27FC236}">
                  <a16:creationId xmlns:a16="http://schemas.microsoft.com/office/drawing/2014/main" id="{045E55AF-6A6D-404E-925B-DB92B25EDCB9}"/>
                </a:ext>
              </a:extLst>
            </p:cNvPr>
            <p:cNvPicPr>
              <a:picLocks noChangeAspect="1"/>
            </p:cNvPicPr>
            <p:nvPr/>
          </p:nvPicPr>
          <p:blipFill>
            <a:blip r:embed="rId3" cstate="print">
              <a:extLst>
                <a:ext uri="{28A0092B-C50C-407E-A947-70E740481C1C}">
                  <a14:useLocalDpi xmlns:a14="http://schemas.microsoft.com/office/drawing/2010/main" val="0"/>
                </a:ext>
              </a:extLst>
            </a:blip>
            <a:stretch>
              <a:fillRect/>
            </a:stretch>
          </p:blipFill>
          <p:spPr>
            <a:xfrm>
              <a:off x="6454870" y="2650452"/>
              <a:ext cx="4455665" cy="1285714"/>
            </a:xfrm>
            <a:prstGeom prst="rect">
              <a:avLst/>
            </a:prstGeom>
          </p:spPr>
        </p:pic>
        <p:sp>
          <p:nvSpPr>
            <p:cNvPr id="19" name="文本框 18">
              <a:extLst>
                <a:ext uri="{FF2B5EF4-FFF2-40B4-BE49-F238E27FC236}">
                  <a16:creationId xmlns:a16="http://schemas.microsoft.com/office/drawing/2014/main" id="{0B468603-A834-4C80-988B-9720B96D3856}"/>
                </a:ext>
              </a:extLst>
            </p:cNvPr>
            <p:cNvSpPr txBox="1"/>
            <p:nvPr/>
          </p:nvSpPr>
          <p:spPr>
            <a:xfrm>
              <a:off x="7363728" y="3479399"/>
              <a:ext cx="2690573" cy="369332"/>
            </a:xfrm>
            <a:prstGeom prst="rect">
              <a:avLst/>
            </a:prstGeom>
            <a:noFill/>
          </p:spPr>
          <p:txBody>
            <a:bodyPr wrap="square" rtlCol="0">
              <a:spAutoFit/>
            </a:bodyPr>
            <a:lstStyle/>
            <a:p>
              <a:pPr algn="ctr"/>
              <a:r>
                <a:rPr lang="en-US" altLang="zh-CN" b="1" dirty="0">
                  <a:latin typeface="Arial Black" panose="020B0A04020102020204" pitchFamily="34" charset="0"/>
                </a:rPr>
                <a:t>1001001100011010</a:t>
              </a:r>
              <a:endParaRPr lang="zh-CN" altLang="en-US" b="1" dirty="0">
                <a:latin typeface="Arial Black" panose="020B0A04020102020204" pitchFamily="34" charset="0"/>
              </a:endParaRPr>
            </a:p>
          </p:txBody>
        </p:sp>
        <p:grpSp>
          <p:nvGrpSpPr>
            <p:cNvPr id="20" name="组合 19">
              <a:extLst>
                <a:ext uri="{FF2B5EF4-FFF2-40B4-BE49-F238E27FC236}">
                  <a16:creationId xmlns:a16="http://schemas.microsoft.com/office/drawing/2014/main" id="{9E50AEA5-AE00-41AA-AB3E-56FE6E6F05CA}"/>
                </a:ext>
              </a:extLst>
            </p:cNvPr>
            <p:cNvGrpSpPr/>
            <p:nvPr/>
          </p:nvGrpSpPr>
          <p:grpSpPr>
            <a:xfrm>
              <a:off x="601699" y="3457743"/>
              <a:ext cx="10940423" cy="641082"/>
              <a:chOff x="601699" y="5648354"/>
              <a:chExt cx="10940423" cy="641082"/>
            </a:xfrm>
          </p:grpSpPr>
          <p:cxnSp>
            <p:nvCxnSpPr>
              <p:cNvPr id="21" name="直接连接符 20">
                <a:extLst>
                  <a:ext uri="{FF2B5EF4-FFF2-40B4-BE49-F238E27FC236}">
                    <a16:creationId xmlns:a16="http://schemas.microsoft.com/office/drawing/2014/main" id="{136B7C94-465A-4D90-93B5-CB8B6927E6FA}"/>
                  </a:ext>
                </a:extLst>
              </p:cNvPr>
              <p:cNvCxnSpPr>
                <a:cxnSpLocks/>
              </p:cNvCxnSpPr>
              <p:nvPr/>
            </p:nvCxnSpPr>
            <p:spPr>
              <a:xfrm>
                <a:off x="1143721" y="6126777"/>
                <a:ext cx="10027235"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pic>
            <p:nvPicPr>
              <p:cNvPr id="22" name="图形 21">
                <a:extLst>
                  <a:ext uri="{FF2B5EF4-FFF2-40B4-BE49-F238E27FC236}">
                    <a16:creationId xmlns:a16="http://schemas.microsoft.com/office/drawing/2014/main" id="{71B4EEF0-CE8C-4157-8D5E-40B306B06E19}"/>
                  </a:ext>
                </a:extLst>
              </p:cNvPr>
              <p:cNvPicPr>
                <a:picLocks noChangeAspect="1"/>
              </p:cNvPicPr>
              <p:nvPr/>
            </p:nvPicPr>
            <p:blipFill>
              <a:blip r:embed="rId4">
                <a:extLst>
                  <a:ext uri="{28A0092B-C50C-407E-A947-70E740481C1C}">
                    <a14:useLocalDpi xmlns:a14="http://schemas.microsoft.com/office/drawing/2010/main" val="0"/>
                  </a:ext>
                  <a:ext uri="{96DAC541-7B7A-43D3-8B79-37D633B846F1}">
                    <asvg:svgBlip xmlns:asvg="http://schemas.microsoft.com/office/drawing/2016/SVG/main" r:embed="rId5"/>
                  </a:ext>
                </a:extLst>
              </a:blip>
              <a:stretch>
                <a:fillRect/>
              </a:stretch>
            </p:blipFill>
            <p:spPr>
              <a:xfrm>
                <a:off x="601699" y="5648354"/>
                <a:ext cx="662814" cy="641082"/>
              </a:xfrm>
              <a:prstGeom prst="rect">
                <a:avLst/>
              </a:prstGeom>
            </p:spPr>
          </p:pic>
          <p:pic>
            <p:nvPicPr>
              <p:cNvPr id="23" name="图形 22">
                <a:extLst>
                  <a:ext uri="{FF2B5EF4-FFF2-40B4-BE49-F238E27FC236}">
                    <a16:creationId xmlns:a16="http://schemas.microsoft.com/office/drawing/2014/main" id="{8E41F4A0-3F7F-4521-8629-FD86A983334A}"/>
                  </a:ext>
                </a:extLst>
              </p:cNvPr>
              <p:cNvPicPr>
                <a:picLocks noChangeAspect="1"/>
              </p:cNvPicPr>
              <p:nvPr/>
            </p:nvPicPr>
            <p:blipFill>
              <a:blip r:embed="rId4">
                <a:extLst>
                  <a:ext uri="{28A0092B-C50C-407E-A947-70E740481C1C}">
                    <a14:useLocalDpi xmlns:a14="http://schemas.microsoft.com/office/drawing/2010/main" val="0"/>
                  </a:ext>
                  <a:ext uri="{96DAC541-7B7A-43D3-8B79-37D633B846F1}">
                    <asvg:svgBlip xmlns:asvg="http://schemas.microsoft.com/office/drawing/2016/SVG/main" r:embed="rId5"/>
                  </a:ext>
                </a:extLst>
              </a:blip>
              <a:stretch>
                <a:fillRect/>
              </a:stretch>
            </p:blipFill>
            <p:spPr>
              <a:xfrm>
                <a:off x="10879308" y="5648354"/>
                <a:ext cx="662814" cy="641082"/>
              </a:xfrm>
              <a:prstGeom prst="rect">
                <a:avLst/>
              </a:prstGeom>
            </p:spPr>
          </p:pic>
        </p:grpSp>
        <p:sp>
          <p:nvSpPr>
            <p:cNvPr id="24" name="文本框 23">
              <a:extLst>
                <a:ext uri="{FF2B5EF4-FFF2-40B4-BE49-F238E27FC236}">
                  <a16:creationId xmlns:a16="http://schemas.microsoft.com/office/drawing/2014/main" id="{E8C59A58-42B0-4CE0-AA44-86C485CF5C85}"/>
                </a:ext>
              </a:extLst>
            </p:cNvPr>
            <p:cNvSpPr txBox="1"/>
            <p:nvPr/>
          </p:nvSpPr>
          <p:spPr>
            <a:xfrm>
              <a:off x="7363728" y="3479399"/>
              <a:ext cx="2690573" cy="369332"/>
            </a:xfrm>
            <a:prstGeom prst="rect">
              <a:avLst/>
            </a:prstGeom>
            <a:noFill/>
          </p:spPr>
          <p:txBody>
            <a:bodyPr wrap="square" rtlCol="0">
              <a:spAutoFit/>
            </a:bodyPr>
            <a:lstStyle/>
            <a:p>
              <a:pPr algn="ctr"/>
              <a:r>
                <a:rPr lang="en-US" altLang="zh-CN" b="1" dirty="0">
                  <a:latin typeface="Arial Black" panose="020B0A04020102020204" pitchFamily="34" charset="0"/>
                </a:rPr>
                <a:t>100</a:t>
              </a:r>
              <a:r>
                <a:rPr lang="en-US" altLang="zh-CN" b="1" dirty="0">
                  <a:solidFill>
                    <a:schemeClr val="accent1">
                      <a:lumMod val="75000"/>
                    </a:schemeClr>
                  </a:solidFill>
                  <a:latin typeface="Arial Black" panose="020B0A04020102020204" pitchFamily="34" charset="0"/>
                </a:rPr>
                <a:t>0</a:t>
              </a:r>
              <a:r>
                <a:rPr lang="en-US" altLang="zh-CN" b="1" dirty="0">
                  <a:latin typeface="Arial Black" panose="020B0A04020102020204" pitchFamily="34" charset="0"/>
                </a:rPr>
                <a:t>001100</a:t>
              </a:r>
              <a:r>
                <a:rPr lang="en-US" altLang="zh-CN" b="1" dirty="0">
                  <a:solidFill>
                    <a:schemeClr val="accent1">
                      <a:lumMod val="75000"/>
                    </a:schemeClr>
                  </a:solidFill>
                  <a:latin typeface="Arial Black" panose="020B0A04020102020204" pitchFamily="34" charset="0"/>
                </a:rPr>
                <a:t>1</a:t>
              </a:r>
              <a:r>
                <a:rPr lang="en-US" altLang="zh-CN" b="1" dirty="0">
                  <a:latin typeface="Arial Black" panose="020B0A04020102020204" pitchFamily="34" charset="0"/>
                </a:rPr>
                <a:t>11010</a:t>
              </a:r>
              <a:endParaRPr lang="zh-CN" altLang="en-US" b="1" dirty="0">
                <a:latin typeface="Arial Black" panose="020B0A04020102020204" pitchFamily="34" charset="0"/>
              </a:endParaRPr>
            </a:p>
          </p:txBody>
        </p:sp>
        <p:grpSp>
          <p:nvGrpSpPr>
            <p:cNvPr id="25" name="组合 24">
              <a:extLst>
                <a:ext uri="{FF2B5EF4-FFF2-40B4-BE49-F238E27FC236}">
                  <a16:creationId xmlns:a16="http://schemas.microsoft.com/office/drawing/2014/main" id="{BEB765C6-972F-4CAB-9102-F8FB42393F02}"/>
                </a:ext>
              </a:extLst>
            </p:cNvPr>
            <p:cNvGrpSpPr/>
            <p:nvPr/>
          </p:nvGrpSpPr>
          <p:grpSpPr>
            <a:xfrm>
              <a:off x="7749141" y="3776012"/>
              <a:ext cx="1811776" cy="1041269"/>
              <a:chOff x="3171692" y="3601657"/>
              <a:chExt cx="1811776" cy="1041269"/>
            </a:xfrm>
          </p:grpSpPr>
          <p:sp>
            <p:nvSpPr>
              <p:cNvPr id="26" name="文本框 25">
                <a:extLst>
                  <a:ext uri="{FF2B5EF4-FFF2-40B4-BE49-F238E27FC236}">
                    <a16:creationId xmlns:a16="http://schemas.microsoft.com/office/drawing/2014/main" id="{90121953-6A9E-47CF-B2C1-32F3D64EB69B}"/>
                  </a:ext>
                </a:extLst>
              </p:cNvPr>
              <p:cNvSpPr txBox="1"/>
              <p:nvPr/>
            </p:nvSpPr>
            <p:spPr>
              <a:xfrm>
                <a:off x="3171692" y="3996595"/>
                <a:ext cx="1811776" cy="646331"/>
              </a:xfrm>
              <a:prstGeom prst="rect">
                <a:avLst/>
              </a:prstGeom>
              <a:noFill/>
            </p:spPr>
            <p:txBody>
              <a:bodyPr wrap="square" rtlCol="0">
                <a:spAutoFit/>
              </a:bodyPr>
              <a:lstStyle/>
              <a:p>
                <a:pPr algn="ctr"/>
                <a:r>
                  <a:rPr lang="zh-CN" altLang="en-US" b="1" dirty="0"/>
                  <a:t>接收方如何知道</a:t>
                </a:r>
                <a:endParaRPr lang="en-US" altLang="zh-CN" b="1" dirty="0"/>
              </a:p>
              <a:p>
                <a:pPr algn="ctr"/>
                <a:r>
                  <a:rPr lang="zh-CN" altLang="en-US" b="1" dirty="0"/>
                  <a:t>出现了误码？</a:t>
                </a:r>
              </a:p>
            </p:txBody>
          </p:sp>
          <p:cxnSp>
            <p:nvCxnSpPr>
              <p:cNvPr id="27" name="直接箭头连接符 26">
                <a:extLst>
                  <a:ext uri="{FF2B5EF4-FFF2-40B4-BE49-F238E27FC236}">
                    <a16:creationId xmlns:a16="http://schemas.microsoft.com/office/drawing/2014/main" id="{08F2EE2A-DC34-497A-B94C-430FCA708C59}"/>
                  </a:ext>
                </a:extLst>
              </p:cNvPr>
              <p:cNvCxnSpPr>
                <a:cxnSpLocks/>
                <a:stCxn id="26" idx="0"/>
              </p:cNvCxnSpPr>
              <p:nvPr/>
            </p:nvCxnSpPr>
            <p:spPr>
              <a:xfrm flipH="1" flipV="1">
                <a:off x="3461377" y="3601657"/>
                <a:ext cx="616203" cy="394938"/>
              </a:xfrm>
              <a:prstGeom prst="straightConnector1">
                <a:avLst/>
              </a:prstGeom>
              <a:ln w="12700">
                <a:solidFill>
                  <a:schemeClr val="tx1"/>
                </a:solidFill>
                <a:tailEnd type="triangle"/>
              </a:ln>
            </p:spPr>
            <p:style>
              <a:lnRef idx="1">
                <a:schemeClr val="accent1"/>
              </a:lnRef>
              <a:fillRef idx="0">
                <a:schemeClr val="accent1"/>
              </a:fillRef>
              <a:effectRef idx="0">
                <a:schemeClr val="accent1"/>
              </a:effectRef>
              <a:fontRef idx="minor">
                <a:schemeClr val="tx1"/>
              </a:fontRef>
            </p:style>
          </p:cxnSp>
          <p:cxnSp>
            <p:nvCxnSpPr>
              <p:cNvPr id="28" name="直接箭头连接符 27">
                <a:extLst>
                  <a:ext uri="{FF2B5EF4-FFF2-40B4-BE49-F238E27FC236}">
                    <a16:creationId xmlns:a16="http://schemas.microsoft.com/office/drawing/2014/main" id="{A6677CDD-7AC8-4AEF-A10D-F85D90B9BC51}"/>
                  </a:ext>
                </a:extLst>
              </p:cNvPr>
              <p:cNvCxnSpPr>
                <a:cxnSpLocks/>
                <a:stCxn id="26" idx="0"/>
              </p:cNvCxnSpPr>
              <p:nvPr/>
            </p:nvCxnSpPr>
            <p:spPr>
              <a:xfrm flipV="1">
                <a:off x="4077580" y="3601657"/>
                <a:ext cx="460550" cy="394938"/>
              </a:xfrm>
              <a:prstGeom prst="straightConnector1">
                <a:avLst/>
              </a:prstGeom>
              <a:ln w="12700">
                <a:solidFill>
                  <a:schemeClr val="tx1"/>
                </a:solidFill>
                <a:tailEnd type="triangle"/>
              </a:ln>
            </p:spPr>
            <p:style>
              <a:lnRef idx="1">
                <a:schemeClr val="accent1"/>
              </a:lnRef>
              <a:fillRef idx="0">
                <a:schemeClr val="accent1"/>
              </a:fillRef>
              <a:effectRef idx="0">
                <a:schemeClr val="accent1"/>
              </a:effectRef>
              <a:fontRef idx="minor">
                <a:schemeClr val="tx1"/>
              </a:fontRef>
            </p:style>
          </p:cxnSp>
        </p:grpSp>
      </p:grpSp>
      <p:grpSp>
        <p:nvGrpSpPr>
          <p:cNvPr id="29" name="组合 28">
            <a:extLst>
              <a:ext uri="{FF2B5EF4-FFF2-40B4-BE49-F238E27FC236}">
                <a16:creationId xmlns:a16="http://schemas.microsoft.com/office/drawing/2014/main" id="{DD5B0B7D-B249-4E5D-992F-78407F298E64}"/>
              </a:ext>
            </a:extLst>
          </p:cNvPr>
          <p:cNvGrpSpPr/>
          <p:nvPr/>
        </p:nvGrpSpPr>
        <p:grpSpPr>
          <a:xfrm>
            <a:off x="6773980" y="3127439"/>
            <a:ext cx="1027040" cy="672170"/>
            <a:chOff x="6728914" y="3742419"/>
            <a:chExt cx="1027040" cy="672170"/>
          </a:xfrm>
        </p:grpSpPr>
        <p:sp>
          <p:nvSpPr>
            <p:cNvPr id="30" name="文本框 29">
              <a:extLst>
                <a:ext uri="{FF2B5EF4-FFF2-40B4-BE49-F238E27FC236}">
                  <a16:creationId xmlns:a16="http://schemas.microsoft.com/office/drawing/2014/main" id="{AEDAAFF3-549F-4314-92FC-FBB8D6B9A0A0}"/>
                </a:ext>
              </a:extLst>
            </p:cNvPr>
            <p:cNvSpPr txBox="1"/>
            <p:nvPr/>
          </p:nvSpPr>
          <p:spPr>
            <a:xfrm>
              <a:off x="6728914" y="4045257"/>
              <a:ext cx="1027040" cy="369332"/>
            </a:xfrm>
            <a:prstGeom prst="rect">
              <a:avLst/>
            </a:prstGeom>
            <a:noFill/>
          </p:spPr>
          <p:txBody>
            <a:bodyPr wrap="square" rtlCol="0">
              <a:spAutoFit/>
            </a:bodyPr>
            <a:lstStyle/>
            <a:p>
              <a:pPr algn="ctr"/>
              <a:r>
                <a:rPr lang="zh-CN" altLang="en-US" b="1" dirty="0">
                  <a:solidFill>
                    <a:schemeClr val="accent1">
                      <a:lumMod val="75000"/>
                    </a:schemeClr>
                  </a:solidFill>
                </a:rPr>
                <a:t>检错码</a:t>
              </a:r>
            </a:p>
          </p:txBody>
        </p:sp>
        <p:cxnSp>
          <p:nvCxnSpPr>
            <p:cNvPr id="31" name="直接箭头连接符 30">
              <a:extLst>
                <a:ext uri="{FF2B5EF4-FFF2-40B4-BE49-F238E27FC236}">
                  <a16:creationId xmlns:a16="http://schemas.microsoft.com/office/drawing/2014/main" id="{CACA0B14-2465-4A65-88DB-5AB69B63FDE7}"/>
                </a:ext>
              </a:extLst>
            </p:cNvPr>
            <p:cNvCxnSpPr>
              <a:cxnSpLocks/>
            </p:cNvCxnSpPr>
            <p:nvPr/>
          </p:nvCxnSpPr>
          <p:spPr>
            <a:xfrm flipV="1">
              <a:off x="7242434" y="3742419"/>
              <a:ext cx="0" cy="276526"/>
            </a:xfrm>
            <a:prstGeom prst="straightConnector1">
              <a:avLst/>
            </a:prstGeom>
            <a:ln w="12700">
              <a:solidFill>
                <a:schemeClr val="tx1"/>
              </a:solidFill>
              <a:tailEnd type="triangle"/>
            </a:ln>
          </p:spPr>
          <p:style>
            <a:lnRef idx="1">
              <a:schemeClr val="accent1"/>
            </a:lnRef>
            <a:fillRef idx="0">
              <a:schemeClr val="accent1"/>
            </a:fillRef>
            <a:effectRef idx="0">
              <a:schemeClr val="accent1"/>
            </a:effectRef>
            <a:fontRef idx="minor">
              <a:schemeClr val="tx1"/>
            </a:fontRef>
          </p:style>
        </p:cxnSp>
      </p:grpSp>
    </p:spTree>
    <p:custDataLst>
      <p:tags r:id="rId1"/>
    </p:custDataLst>
    <p:extLst>
      <p:ext uri="{BB962C8B-B14F-4D97-AF65-F5344CB8AC3E}">
        <p14:creationId xmlns:p14="http://schemas.microsoft.com/office/powerpoint/2010/main" val="558690851"/>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42" presetClass="entr" presetSubtype="0" fill="hold" nodeType="withEffect">
                                  <p:stCondLst>
                                    <p:cond delay="0"/>
                                  </p:stCondLst>
                                  <p:childTnLst>
                                    <p:set>
                                      <p:cBhvr>
                                        <p:cTn id="6" dur="1" fill="hold">
                                          <p:stCondLst>
                                            <p:cond delay="0"/>
                                          </p:stCondLst>
                                        </p:cTn>
                                        <p:tgtEl>
                                          <p:spTgt spid="29"/>
                                        </p:tgtEl>
                                        <p:attrNameLst>
                                          <p:attrName>style.visibility</p:attrName>
                                        </p:attrNameLst>
                                      </p:cBhvr>
                                      <p:to>
                                        <p:strVal val="visible"/>
                                      </p:to>
                                    </p:set>
                                    <p:animEffect transition="in" filter="fade">
                                      <p:cBhvr>
                                        <p:cTn id="7" dur="1000"/>
                                        <p:tgtEl>
                                          <p:spTgt spid="29"/>
                                        </p:tgtEl>
                                      </p:cBhvr>
                                    </p:animEffect>
                                    <p:anim calcmode="lin" valueType="num">
                                      <p:cBhvr>
                                        <p:cTn id="8" dur="1000" fill="hold"/>
                                        <p:tgtEl>
                                          <p:spTgt spid="29"/>
                                        </p:tgtEl>
                                        <p:attrNameLst>
                                          <p:attrName>ppt_x</p:attrName>
                                        </p:attrNameLst>
                                      </p:cBhvr>
                                      <p:tavLst>
                                        <p:tav tm="0">
                                          <p:val>
                                            <p:strVal val="#ppt_x"/>
                                          </p:val>
                                        </p:tav>
                                        <p:tav tm="100000">
                                          <p:val>
                                            <p:strVal val="#ppt_x"/>
                                          </p:val>
                                        </p:tav>
                                      </p:tavLst>
                                    </p:anim>
                                    <p:anim calcmode="lin" valueType="num">
                                      <p:cBhvr>
                                        <p:cTn id="9" dur="1000" fill="hold"/>
                                        <p:tgtEl>
                                          <p:spTgt spid="29"/>
                                        </p:tgtEl>
                                        <p:attrNameLst>
                                          <p:attrName>ppt_y</p:attrName>
                                        </p:attrNameLst>
                                      </p:cBhvr>
                                      <p:tavLst>
                                        <p:tav tm="0">
                                          <p:val>
                                            <p:strVal val="#ppt_y+.1"/>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6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4" name="组合 3">
            <a:extLst>
              <a:ext uri="{FF2B5EF4-FFF2-40B4-BE49-F238E27FC236}">
                <a16:creationId xmlns:a16="http://schemas.microsoft.com/office/drawing/2014/main" id="{9A1EA9F2-FCB6-48C3-935F-7AE7E3AD14AC}"/>
              </a:ext>
            </a:extLst>
          </p:cNvPr>
          <p:cNvGrpSpPr/>
          <p:nvPr/>
        </p:nvGrpSpPr>
        <p:grpSpPr>
          <a:xfrm>
            <a:off x="304800" y="749300"/>
            <a:ext cx="6192344" cy="400110"/>
            <a:chOff x="424117" y="898245"/>
            <a:chExt cx="6192344" cy="400110"/>
          </a:xfrm>
        </p:grpSpPr>
        <p:sp>
          <p:nvSpPr>
            <p:cNvPr id="2" name="平行四边形 1">
              <a:extLst>
                <a:ext uri="{FF2B5EF4-FFF2-40B4-BE49-F238E27FC236}">
                  <a16:creationId xmlns:a16="http://schemas.microsoft.com/office/drawing/2014/main" id="{1F5BAA3F-9845-4F89-A2DD-8222D3E4EDAC}"/>
                </a:ext>
              </a:extLst>
            </p:cNvPr>
            <p:cNvSpPr/>
            <p:nvPr/>
          </p:nvSpPr>
          <p:spPr>
            <a:xfrm>
              <a:off x="424117" y="898245"/>
              <a:ext cx="628306" cy="387090"/>
            </a:xfrm>
            <a:prstGeom prst="parallelogram">
              <a:avLst/>
            </a:prstGeom>
            <a:solidFill>
              <a:schemeClr val="accent3">
                <a:lumMod val="75000"/>
              </a:schemeClr>
            </a:solidFill>
            <a:ln>
              <a:solidFill>
                <a:schemeClr val="accent3">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CN" sz="2200" dirty="0">
                  <a:latin typeface="Impact" panose="020B0806030902050204" pitchFamily="34" charset="0"/>
                </a:rPr>
                <a:t>01</a:t>
              </a:r>
              <a:endParaRPr lang="zh-CN" altLang="en-US" sz="2200" dirty="0">
                <a:latin typeface="Impact" panose="020B0806030902050204" pitchFamily="34" charset="0"/>
              </a:endParaRPr>
            </a:p>
          </p:txBody>
        </p:sp>
        <p:sp>
          <p:nvSpPr>
            <p:cNvPr id="3" name="文本框 2">
              <a:extLst>
                <a:ext uri="{FF2B5EF4-FFF2-40B4-BE49-F238E27FC236}">
                  <a16:creationId xmlns:a16="http://schemas.microsoft.com/office/drawing/2014/main" id="{4D6BD736-A4D3-4F26-AFED-36E11F50F70B}"/>
                </a:ext>
              </a:extLst>
            </p:cNvPr>
            <p:cNvSpPr txBox="1"/>
            <p:nvPr/>
          </p:nvSpPr>
          <p:spPr>
            <a:xfrm>
              <a:off x="1052423" y="898245"/>
              <a:ext cx="5564038" cy="400110"/>
            </a:xfrm>
            <a:prstGeom prst="rect">
              <a:avLst/>
            </a:prstGeom>
            <a:noFill/>
          </p:spPr>
          <p:txBody>
            <a:bodyPr wrap="square" rtlCol="0">
              <a:spAutoFit/>
            </a:bodyPr>
            <a:lstStyle/>
            <a:p>
              <a:r>
                <a:rPr lang="zh-CN" altLang="en-US" sz="2000" b="1" dirty="0"/>
                <a:t>误码的相关概念</a:t>
              </a:r>
            </a:p>
          </p:txBody>
        </p:sp>
      </p:grpSp>
      <p:grpSp>
        <p:nvGrpSpPr>
          <p:cNvPr id="5" name="组合 4">
            <a:extLst>
              <a:ext uri="{FF2B5EF4-FFF2-40B4-BE49-F238E27FC236}">
                <a16:creationId xmlns:a16="http://schemas.microsoft.com/office/drawing/2014/main" id="{3A78A5A9-A6F5-415C-9571-D872DD3880CB}"/>
              </a:ext>
            </a:extLst>
          </p:cNvPr>
          <p:cNvGrpSpPr/>
          <p:nvPr/>
        </p:nvGrpSpPr>
        <p:grpSpPr>
          <a:xfrm>
            <a:off x="1016000" y="1300409"/>
            <a:ext cx="10160001" cy="541553"/>
            <a:chOff x="1016000" y="3319978"/>
            <a:chExt cx="10160001" cy="541553"/>
          </a:xfrm>
        </p:grpSpPr>
        <p:sp>
          <p:nvSpPr>
            <p:cNvPr id="56" name="矩形 55">
              <a:extLst>
                <a:ext uri="{FF2B5EF4-FFF2-40B4-BE49-F238E27FC236}">
                  <a16:creationId xmlns:a16="http://schemas.microsoft.com/office/drawing/2014/main" id="{C34C2206-DF5C-49ED-B5F8-756318D429AC}"/>
                </a:ext>
              </a:extLst>
            </p:cNvPr>
            <p:cNvSpPr/>
            <p:nvPr/>
          </p:nvSpPr>
          <p:spPr>
            <a:xfrm>
              <a:off x="1016000" y="3319979"/>
              <a:ext cx="256976" cy="256976"/>
            </a:xfrm>
            <a:prstGeom prst="rect">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57" name="íşlïḍè">
              <a:extLst>
                <a:ext uri="{FF2B5EF4-FFF2-40B4-BE49-F238E27FC236}">
                  <a16:creationId xmlns:a16="http://schemas.microsoft.com/office/drawing/2014/main" id="{B08C2F1F-1B26-452D-81D1-5F35408902EA}"/>
                </a:ext>
              </a:extLst>
            </p:cNvPr>
            <p:cNvSpPr txBox="1"/>
            <p:nvPr/>
          </p:nvSpPr>
          <p:spPr>
            <a:xfrm>
              <a:off x="1333229" y="3319978"/>
              <a:ext cx="9842772" cy="541553"/>
            </a:xfrm>
            <a:prstGeom prst="rect">
              <a:avLst/>
            </a:prstGeom>
            <a:noFill/>
          </p:spPr>
          <p:txBody>
            <a:bodyPr wrap="square" lIns="91440" tIns="45720" rIns="91440" bIns="45720" anchor="ctr">
              <a:noAutofit/>
            </a:bodyPr>
            <a:lstStyle/>
            <a:p>
              <a:r>
                <a:rPr lang="zh-CN" altLang="en-US" b="1" dirty="0"/>
                <a:t>使用</a:t>
              </a:r>
              <a:r>
                <a:rPr lang="zh-CN" altLang="en-US" b="1" dirty="0">
                  <a:solidFill>
                    <a:schemeClr val="accent1">
                      <a:lumMod val="75000"/>
                    </a:schemeClr>
                  </a:solidFill>
                </a:rPr>
                <a:t>差错检测技术</a:t>
              </a:r>
              <a:r>
                <a:rPr lang="zh-CN" altLang="en-US" b="1" dirty="0"/>
                <a:t>来检测数据在传输过程中是否产生了比特差错，是数据链路层所要解决的重要问题之一。</a:t>
              </a:r>
              <a:endParaRPr lang="en-US" altLang="zh-CN" b="1" dirty="0"/>
            </a:p>
          </p:txBody>
        </p:sp>
      </p:grpSp>
      <p:pic>
        <p:nvPicPr>
          <p:cNvPr id="18" name="图片 17" descr="文本&#10;&#10;描述已自动生成">
            <a:extLst>
              <a:ext uri="{FF2B5EF4-FFF2-40B4-BE49-F238E27FC236}">
                <a16:creationId xmlns:a16="http://schemas.microsoft.com/office/drawing/2014/main" id="{045E55AF-6A6D-404E-925B-DB92B25EDCB9}"/>
              </a:ext>
            </a:extLst>
          </p:cNvPr>
          <p:cNvPicPr>
            <a:picLocks noChangeAspect="1"/>
          </p:cNvPicPr>
          <p:nvPr/>
        </p:nvPicPr>
        <p:blipFill>
          <a:blip r:embed="rId3" cstate="print">
            <a:extLst>
              <a:ext uri="{28A0092B-C50C-407E-A947-70E740481C1C}">
                <a14:useLocalDpi xmlns:a14="http://schemas.microsoft.com/office/drawing/2010/main" val="0"/>
              </a:ext>
            </a:extLst>
          </a:blip>
          <a:stretch>
            <a:fillRect/>
          </a:stretch>
        </p:blipFill>
        <p:spPr>
          <a:xfrm>
            <a:off x="6485280" y="2030462"/>
            <a:ext cx="4455665" cy="1285714"/>
          </a:xfrm>
          <a:prstGeom prst="rect">
            <a:avLst/>
          </a:prstGeom>
        </p:spPr>
      </p:pic>
      <p:sp>
        <p:nvSpPr>
          <p:cNvPr id="19" name="文本框 18">
            <a:extLst>
              <a:ext uri="{FF2B5EF4-FFF2-40B4-BE49-F238E27FC236}">
                <a16:creationId xmlns:a16="http://schemas.microsoft.com/office/drawing/2014/main" id="{0B468603-A834-4C80-988B-9720B96D3856}"/>
              </a:ext>
            </a:extLst>
          </p:cNvPr>
          <p:cNvSpPr txBox="1"/>
          <p:nvPr/>
        </p:nvSpPr>
        <p:spPr>
          <a:xfrm>
            <a:off x="7394138" y="2859409"/>
            <a:ext cx="2690573" cy="369332"/>
          </a:xfrm>
          <a:prstGeom prst="rect">
            <a:avLst/>
          </a:prstGeom>
          <a:noFill/>
        </p:spPr>
        <p:txBody>
          <a:bodyPr wrap="square" rtlCol="0">
            <a:spAutoFit/>
          </a:bodyPr>
          <a:lstStyle/>
          <a:p>
            <a:pPr algn="ctr"/>
            <a:r>
              <a:rPr lang="en-US" altLang="zh-CN" b="1" dirty="0">
                <a:latin typeface="Arial Black" panose="020B0A04020102020204" pitchFamily="34" charset="0"/>
              </a:rPr>
              <a:t>1001001100011010</a:t>
            </a:r>
            <a:endParaRPr lang="zh-CN" altLang="en-US" b="1" dirty="0">
              <a:latin typeface="Arial Black" panose="020B0A04020102020204" pitchFamily="34" charset="0"/>
            </a:endParaRPr>
          </a:p>
        </p:txBody>
      </p:sp>
      <p:grpSp>
        <p:nvGrpSpPr>
          <p:cNvPr id="20" name="组合 19">
            <a:extLst>
              <a:ext uri="{FF2B5EF4-FFF2-40B4-BE49-F238E27FC236}">
                <a16:creationId xmlns:a16="http://schemas.microsoft.com/office/drawing/2014/main" id="{9E50AEA5-AE00-41AA-AB3E-56FE6E6F05CA}"/>
              </a:ext>
            </a:extLst>
          </p:cNvPr>
          <p:cNvGrpSpPr/>
          <p:nvPr/>
        </p:nvGrpSpPr>
        <p:grpSpPr>
          <a:xfrm>
            <a:off x="632109" y="2837753"/>
            <a:ext cx="10940423" cy="641082"/>
            <a:chOff x="601699" y="5648354"/>
            <a:chExt cx="10940423" cy="641082"/>
          </a:xfrm>
        </p:grpSpPr>
        <p:cxnSp>
          <p:nvCxnSpPr>
            <p:cNvPr id="21" name="直接连接符 20">
              <a:extLst>
                <a:ext uri="{FF2B5EF4-FFF2-40B4-BE49-F238E27FC236}">
                  <a16:creationId xmlns:a16="http://schemas.microsoft.com/office/drawing/2014/main" id="{136B7C94-465A-4D90-93B5-CB8B6927E6FA}"/>
                </a:ext>
              </a:extLst>
            </p:cNvPr>
            <p:cNvCxnSpPr>
              <a:cxnSpLocks/>
            </p:cNvCxnSpPr>
            <p:nvPr/>
          </p:nvCxnSpPr>
          <p:spPr>
            <a:xfrm>
              <a:off x="1143721" y="6126777"/>
              <a:ext cx="10027235"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pic>
          <p:nvPicPr>
            <p:cNvPr id="22" name="图形 21">
              <a:extLst>
                <a:ext uri="{FF2B5EF4-FFF2-40B4-BE49-F238E27FC236}">
                  <a16:creationId xmlns:a16="http://schemas.microsoft.com/office/drawing/2014/main" id="{71B4EEF0-CE8C-4157-8D5E-40B306B06E19}"/>
                </a:ext>
              </a:extLst>
            </p:cNvPr>
            <p:cNvPicPr>
              <a:picLocks noChangeAspect="1"/>
            </p:cNvPicPr>
            <p:nvPr/>
          </p:nvPicPr>
          <p:blipFill>
            <a:blip r:embed="rId4">
              <a:extLst>
                <a:ext uri="{28A0092B-C50C-407E-A947-70E740481C1C}">
                  <a14:useLocalDpi xmlns:a14="http://schemas.microsoft.com/office/drawing/2010/main" val="0"/>
                </a:ext>
                <a:ext uri="{96DAC541-7B7A-43D3-8B79-37D633B846F1}">
                  <asvg:svgBlip xmlns:asvg="http://schemas.microsoft.com/office/drawing/2016/SVG/main" r:embed="rId5"/>
                </a:ext>
              </a:extLst>
            </a:blip>
            <a:stretch>
              <a:fillRect/>
            </a:stretch>
          </p:blipFill>
          <p:spPr>
            <a:xfrm>
              <a:off x="601699" y="5648354"/>
              <a:ext cx="662814" cy="641082"/>
            </a:xfrm>
            <a:prstGeom prst="rect">
              <a:avLst/>
            </a:prstGeom>
          </p:spPr>
        </p:pic>
        <p:pic>
          <p:nvPicPr>
            <p:cNvPr id="23" name="图形 22">
              <a:extLst>
                <a:ext uri="{FF2B5EF4-FFF2-40B4-BE49-F238E27FC236}">
                  <a16:creationId xmlns:a16="http://schemas.microsoft.com/office/drawing/2014/main" id="{8E41F4A0-3F7F-4521-8629-FD86A983334A}"/>
                </a:ext>
              </a:extLst>
            </p:cNvPr>
            <p:cNvPicPr>
              <a:picLocks noChangeAspect="1"/>
            </p:cNvPicPr>
            <p:nvPr/>
          </p:nvPicPr>
          <p:blipFill>
            <a:blip r:embed="rId4">
              <a:extLst>
                <a:ext uri="{28A0092B-C50C-407E-A947-70E740481C1C}">
                  <a14:useLocalDpi xmlns:a14="http://schemas.microsoft.com/office/drawing/2010/main" val="0"/>
                </a:ext>
                <a:ext uri="{96DAC541-7B7A-43D3-8B79-37D633B846F1}">
                  <asvg:svgBlip xmlns:asvg="http://schemas.microsoft.com/office/drawing/2016/SVG/main" r:embed="rId5"/>
                </a:ext>
              </a:extLst>
            </a:blip>
            <a:stretch>
              <a:fillRect/>
            </a:stretch>
          </p:blipFill>
          <p:spPr>
            <a:xfrm>
              <a:off x="10879308" y="5648354"/>
              <a:ext cx="662814" cy="641082"/>
            </a:xfrm>
            <a:prstGeom prst="rect">
              <a:avLst/>
            </a:prstGeom>
          </p:spPr>
        </p:pic>
      </p:grpSp>
      <p:sp>
        <p:nvSpPr>
          <p:cNvPr id="24" name="文本框 23">
            <a:extLst>
              <a:ext uri="{FF2B5EF4-FFF2-40B4-BE49-F238E27FC236}">
                <a16:creationId xmlns:a16="http://schemas.microsoft.com/office/drawing/2014/main" id="{E8C59A58-42B0-4CE0-AA44-86C485CF5C85}"/>
              </a:ext>
            </a:extLst>
          </p:cNvPr>
          <p:cNvSpPr txBox="1"/>
          <p:nvPr/>
        </p:nvSpPr>
        <p:spPr>
          <a:xfrm>
            <a:off x="7394138" y="2859409"/>
            <a:ext cx="2690573" cy="369332"/>
          </a:xfrm>
          <a:prstGeom prst="rect">
            <a:avLst/>
          </a:prstGeom>
          <a:noFill/>
        </p:spPr>
        <p:txBody>
          <a:bodyPr wrap="square" rtlCol="0">
            <a:spAutoFit/>
          </a:bodyPr>
          <a:lstStyle/>
          <a:p>
            <a:pPr algn="ctr"/>
            <a:r>
              <a:rPr lang="en-US" altLang="zh-CN" b="1" dirty="0">
                <a:latin typeface="Arial Black" panose="020B0A04020102020204" pitchFamily="34" charset="0"/>
              </a:rPr>
              <a:t>100</a:t>
            </a:r>
            <a:r>
              <a:rPr lang="en-US" altLang="zh-CN" b="1" dirty="0">
                <a:solidFill>
                  <a:schemeClr val="accent1">
                    <a:lumMod val="75000"/>
                  </a:schemeClr>
                </a:solidFill>
                <a:latin typeface="Arial Black" panose="020B0A04020102020204" pitchFamily="34" charset="0"/>
              </a:rPr>
              <a:t>0</a:t>
            </a:r>
            <a:r>
              <a:rPr lang="en-US" altLang="zh-CN" b="1" dirty="0">
                <a:latin typeface="Arial Black" panose="020B0A04020102020204" pitchFamily="34" charset="0"/>
              </a:rPr>
              <a:t>001100</a:t>
            </a:r>
            <a:r>
              <a:rPr lang="en-US" altLang="zh-CN" b="1" dirty="0">
                <a:solidFill>
                  <a:schemeClr val="accent1">
                    <a:lumMod val="75000"/>
                  </a:schemeClr>
                </a:solidFill>
                <a:latin typeface="Arial Black" panose="020B0A04020102020204" pitchFamily="34" charset="0"/>
              </a:rPr>
              <a:t>1</a:t>
            </a:r>
            <a:r>
              <a:rPr lang="en-US" altLang="zh-CN" b="1" dirty="0">
                <a:latin typeface="Arial Black" panose="020B0A04020102020204" pitchFamily="34" charset="0"/>
              </a:rPr>
              <a:t>11010</a:t>
            </a:r>
            <a:endParaRPr lang="zh-CN" altLang="en-US" b="1" dirty="0">
              <a:latin typeface="Arial Black" panose="020B0A04020102020204" pitchFamily="34" charset="0"/>
            </a:endParaRPr>
          </a:p>
        </p:txBody>
      </p:sp>
      <p:grpSp>
        <p:nvGrpSpPr>
          <p:cNvPr id="32" name="组合 31">
            <a:extLst>
              <a:ext uri="{FF2B5EF4-FFF2-40B4-BE49-F238E27FC236}">
                <a16:creationId xmlns:a16="http://schemas.microsoft.com/office/drawing/2014/main" id="{0EFEFB43-7DD4-4043-8633-E6D44DA2D2AC}"/>
              </a:ext>
            </a:extLst>
          </p:cNvPr>
          <p:cNvGrpSpPr/>
          <p:nvPr/>
        </p:nvGrpSpPr>
        <p:grpSpPr>
          <a:xfrm>
            <a:off x="7238177" y="3144784"/>
            <a:ext cx="3972537" cy="1063738"/>
            <a:chOff x="7238177" y="3723684"/>
            <a:chExt cx="3972537" cy="1063738"/>
          </a:xfrm>
        </p:grpSpPr>
        <p:cxnSp>
          <p:nvCxnSpPr>
            <p:cNvPr id="33" name="连接符: 曲线 32">
              <a:extLst>
                <a:ext uri="{FF2B5EF4-FFF2-40B4-BE49-F238E27FC236}">
                  <a16:creationId xmlns:a16="http://schemas.microsoft.com/office/drawing/2014/main" id="{E84C36EB-EA98-4E7F-A490-E26AF2DF4251}"/>
                </a:ext>
              </a:extLst>
            </p:cNvPr>
            <p:cNvCxnSpPr>
              <a:cxnSpLocks/>
            </p:cNvCxnSpPr>
            <p:nvPr/>
          </p:nvCxnSpPr>
          <p:spPr>
            <a:xfrm rot="5400000" flipH="1">
              <a:off x="9099399" y="1862462"/>
              <a:ext cx="250094" cy="3972537"/>
            </a:xfrm>
            <a:prstGeom prst="curvedConnector3">
              <a:avLst>
                <a:gd name="adj1" fmla="val -232670"/>
              </a:avLst>
            </a:prstGeom>
            <a:ln w="25400">
              <a:solidFill>
                <a:schemeClr val="accent1">
                  <a:lumMod val="75000"/>
                </a:schemeClr>
              </a:solidFill>
              <a:tailEnd type="triangle" w="lg" len="lg"/>
            </a:ln>
          </p:spPr>
          <p:style>
            <a:lnRef idx="1">
              <a:schemeClr val="accent1"/>
            </a:lnRef>
            <a:fillRef idx="0">
              <a:schemeClr val="accent1"/>
            </a:fillRef>
            <a:effectRef idx="0">
              <a:schemeClr val="accent1"/>
            </a:effectRef>
            <a:fontRef idx="minor">
              <a:schemeClr val="tx1"/>
            </a:fontRef>
          </p:style>
        </p:cxnSp>
        <p:sp>
          <p:nvSpPr>
            <p:cNvPr id="34" name="文本框 33">
              <a:extLst>
                <a:ext uri="{FF2B5EF4-FFF2-40B4-BE49-F238E27FC236}">
                  <a16:creationId xmlns:a16="http://schemas.microsoft.com/office/drawing/2014/main" id="{CD5E4EEC-69A2-4E00-BB74-B628C63901E8}"/>
                </a:ext>
              </a:extLst>
            </p:cNvPr>
            <p:cNvSpPr txBox="1"/>
            <p:nvPr/>
          </p:nvSpPr>
          <p:spPr>
            <a:xfrm>
              <a:off x="8194459" y="4141091"/>
              <a:ext cx="2314213" cy="646331"/>
            </a:xfrm>
            <a:prstGeom prst="rect">
              <a:avLst/>
            </a:prstGeom>
            <a:solidFill>
              <a:schemeClr val="bg1"/>
            </a:solidFill>
          </p:spPr>
          <p:txBody>
            <a:bodyPr wrap="square" rtlCol="0">
              <a:spAutoFit/>
            </a:bodyPr>
            <a:lstStyle/>
            <a:p>
              <a:pPr algn="ctr"/>
              <a:r>
                <a:rPr lang="zh-CN" altLang="en-US" b="1" dirty="0">
                  <a:solidFill>
                    <a:schemeClr val="accent1">
                      <a:lumMod val="75000"/>
                    </a:schemeClr>
                  </a:solidFill>
                </a:rPr>
                <a:t>根据帧尾中的检错码</a:t>
              </a:r>
              <a:endParaRPr lang="en-US" altLang="zh-CN" b="1" dirty="0">
                <a:solidFill>
                  <a:schemeClr val="accent1">
                    <a:lumMod val="75000"/>
                  </a:schemeClr>
                </a:solidFill>
              </a:endParaRPr>
            </a:p>
            <a:p>
              <a:pPr algn="ctr"/>
              <a:r>
                <a:rPr lang="zh-CN" altLang="en-US" b="1" dirty="0">
                  <a:solidFill>
                    <a:schemeClr val="accent1">
                      <a:lumMod val="75000"/>
                    </a:schemeClr>
                  </a:solidFill>
                </a:rPr>
                <a:t>检测帧中是否有误码</a:t>
              </a:r>
            </a:p>
          </p:txBody>
        </p:sp>
      </p:grpSp>
      <p:sp>
        <p:nvSpPr>
          <p:cNvPr id="35" name="矩形 34">
            <a:extLst>
              <a:ext uri="{FF2B5EF4-FFF2-40B4-BE49-F238E27FC236}">
                <a16:creationId xmlns:a16="http://schemas.microsoft.com/office/drawing/2014/main" id="{45A20110-A8BC-4270-91BB-19952875A3E9}"/>
              </a:ext>
            </a:extLst>
          </p:cNvPr>
          <p:cNvSpPr/>
          <p:nvPr/>
        </p:nvSpPr>
        <p:spPr>
          <a:xfrm>
            <a:off x="2815561" y="4883634"/>
            <a:ext cx="927557" cy="742746"/>
          </a:xfrm>
          <a:prstGeom prst="rect">
            <a:avLst/>
          </a:pr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graphicFrame>
        <p:nvGraphicFramePr>
          <p:cNvPr id="36" name="表格 15">
            <a:extLst>
              <a:ext uri="{FF2B5EF4-FFF2-40B4-BE49-F238E27FC236}">
                <a16:creationId xmlns:a16="http://schemas.microsoft.com/office/drawing/2014/main" id="{E527F08E-42F0-4F87-96A2-0EE6DA06478B}"/>
              </a:ext>
            </a:extLst>
          </p:cNvPr>
          <p:cNvGraphicFramePr>
            <a:graphicFrameLocks noGrp="1"/>
          </p:cNvGraphicFramePr>
          <p:nvPr/>
        </p:nvGraphicFramePr>
        <p:xfrm>
          <a:off x="2141519" y="4513860"/>
          <a:ext cx="7913343" cy="1112520"/>
        </p:xfrm>
        <a:graphic>
          <a:graphicData uri="http://schemas.openxmlformats.org/drawingml/2006/table">
            <a:tbl>
              <a:tblPr firstRow="1" bandRow="1">
                <a:tableStyleId>{5C22544A-7EE6-4342-B048-85BDC9FD1C3A}</a:tableStyleId>
              </a:tblPr>
              <a:tblGrid>
                <a:gridCol w="660068">
                  <a:extLst>
                    <a:ext uri="{9D8B030D-6E8A-4147-A177-3AD203B41FA5}">
                      <a16:colId xmlns:a16="http://schemas.microsoft.com/office/drawing/2014/main" val="582556354"/>
                    </a:ext>
                  </a:extLst>
                </a:gridCol>
                <a:gridCol w="953870">
                  <a:extLst>
                    <a:ext uri="{9D8B030D-6E8A-4147-A177-3AD203B41FA5}">
                      <a16:colId xmlns:a16="http://schemas.microsoft.com/office/drawing/2014/main" val="4093275061"/>
                    </a:ext>
                  </a:extLst>
                </a:gridCol>
                <a:gridCol w="3170797">
                  <a:extLst>
                    <a:ext uri="{9D8B030D-6E8A-4147-A177-3AD203B41FA5}">
                      <a16:colId xmlns:a16="http://schemas.microsoft.com/office/drawing/2014/main" val="4188641604"/>
                    </a:ext>
                  </a:extLst>
                </a:gridCol>
                <a:gridCol w="907822">
                  <a:extLst>
                    <a:ext uri="{9D8B030D-6E8A-4147-A177-3AD203B41FA5}">
                      <a16:colId xmlns:a16="http://schemas.microsoft.com/office/drawing/2014/main" val="1218946318"/>
                    </a:ext>
                  </a:extLst>
                </a:gridCol>
                <a:gridCol w="740262">
                  <a:extLst>
                    <a:ext uri="{9D8B030D-6E8A-4147-A177-3AD203B41FA5}">
                      <a16:colId xmlns:a16="http://schemas.microsoft.com/office/drawing/2014/main" val="2777886892"/>
                    </a:ext>
                  </a:extLst>
                </a:gridCol>
                <a:gridCol w="740262">
                  <a:extLst>
                    <a:ext uri="{9D8B030D-6E8A-4147-A177-3AD203B41FA5}">
                      <a16:colId xmlns:a16="http://schemas.microsoft.com/office/drawing/2014/main" val="680954693"/>
                    </a:ext>
                  </a:extLst>
                </a:gridCol>
                <a:gridCol w="740262">
                  <a:extLst>
                    <a:ext uri="{9D8B030D-6E8A-4147-A177-3AD203B41FA5}">
                      <a16:colId xmlns:a16="http://schemas.microsoft.com/office/drawing/2014/main" val="286568337"/>
                    </a:ext>
                  </a:extLst>
                </a:gridCol>
              </a:tblGrid>
              <a:tr h="370840">
                <a:tc gridSpan="7">
                  <a:txBody>
                    <a:bodyPr/>
                    <a:lstStyle/>
                    <a:p>
                      <a:pPr algn="ctr"/>
                      <a:r>
                        <a:rPr lang="en-US" altLang="zh-CN" b="1" dirty="0">
                          <a:solidFill>
                            <a:schemeClr val="accent4"/>
                          </a:solidFill>
                        </a:rPr>
                        <a:t>PPP</a:t>
                      </a:r>
                      <a:r>
                        <a:rPr lang="zh-CN" altLang="en-US" b="1" dirty="0">
                          <a:solidFill>
                            <a:schemeClr val="accent4"/>
                          </a:solidFill>
                        </a:rPr>
                        <a:t>帧</a:t>
                      </a: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hMerge="1">
                  <a:txBody>
                    <a:bodyPr/>
                    <a:lstStyle/>
                    <a:p>
                      <a:endParaRPr lang="zh-CN" altLang="en-US" dirty="0"/>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hMerge="1">
                  <a:txBody>
                    <a:bodyPr/>
                    <a:lstStyle/>
                    <a:p>
                      <a:endParaRPr lang="zh-CN" altLang="en-US" dirty="0"/>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hMerge="1">
                  <a:txBody>
                    <a:bodyPr/>
                    <a:lstStyle/>
                    <a:p>
                      <a:endParaRPr lang="zh-CN" altLang="en-US" dirty="0"/>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hMerge="1">
                  <a:txBody>
                    <a:bodyPr/>
                    <a:lstStyle/>
                    <a:p>
                      <a:endParaRPr lang="zh-CN" altLang="en-US" dirty="0"/>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hMerge="1">
                  <a:txBody>
                    <a:bodyPr/>
                    <a:lstStyle/>
                    <a:p>
                      <a:pPr algn="ctr"/>
                      <a:endParaRPr lang="zh-CN" altLang="en-US" b="1" dirty="0">
                        <a:solidFill>
                          <a:schemeClr val="accent4"/>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hMerge="1">
                  <a:txBody>
                    <a:bodyPr/>
                    <a:lstStyle/>
                    <a:p>
                      <a:pPr algn="ctr"/>
                      <a:endParaRPr lang="zh-CN" altLang="en-US" b="1" dirty="0">
                        <a:solidFill>
                          <a:schemeClr val="accent4"/>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extLst>
                  <a:ext uri="{0D108BD9-81ED-4DB2-BD59-A6C34878D82A}">
                    <a16:rowId xmlns:a16="http://schemas.microsoft.com/office/drawing/2014/main" val="751715214"/>
                  </a:ext>
                </a:extLst>
              </a:tr>
              <a:tr h="370840">
                <a:tc>
                  <a:txBody>
                    <a:bodyPr/>
                    <a:lstStyle/>
                    <a:p>
                      <a:pPr algn="ctr"/>
                      <a:r>
                        <a:rPr lang="en-US" altLang="zh-CN" b="1" dirty="0">
                          <a:solidFill>
                            <a:schemeClr val="accent4"/>
                          </a:solidFill>
                        </a:rPr>
                        <a:t>1 B</a:t>
                      </a:r>
                      <a:endParaRPr lang="zh-CN" altLang="en-US" b="1" dirty="0">
                        <a:solidFill>
                          <a:schemeClr val="accent4"/>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algn="ctr"/>
                      <a:r>
                        <a:rPr lang="en-US" altLang="zh-CN" b="1" dirty="0">
                          <a:solidFill>
                            <a:schemeClr val="accent4"/>
                          </a:solidFill>
                        </a:rPr>
                        <a:t>2 B</a:t>
                      </a:r>
                      <a:endParaRPr lang="zh-CN" altLang="en-US" b="1" dirty="0">
                        <a:solidFill>
                          <a:schemeClr val="accent4"/>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algn="ctr"/>
                      <a:r>
                        <a:rPr lang="zh-CN" altLang="en-US" b="1" dirty="0">
                          <a:solidFill>
                            <a:schemeClr val="accent4"/>
                          </a:solidFill>
                        </a:rPr>
                        <a:t>最大 </a:t>
                      </a:r>
                      <a:r>
                        <a:rPr lang="en-US" altLang="zh-CN" b="1" dirty="0">
                          <a:solidFill>
                            <a:schemeClr val="accent4"/>
                          </a:solidFill>
                        </a:rPr>
                        <a:t>1500 B</a:t>
                      </a:r>
                      <a:endParaRPr lang="zh-CN" altLang="en-US" b="1" dirty="0">
                        <a:solidFill>
                          <a:schemeClr val="accent4"/>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algn="ctr"/>
                      <a:r>
                        <a:rPr lang="en-US" altLang="zh-CN" b="1" dirty="0">
                          <a:solidFill>
                            <a:schemeClr val="accent4"/>
                          </a:solidFill>
                        </a:rPr>
                        <a:t>2 B</a:t>
                      </a:r>
                      <a:endParaRPr lang="zh-CN" altLang="en-US" b="1" dirty="0">
                        <a:solidFill>
                          <a:schemeClr val="accent4"/>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algn="ctr"/>
                      <a:r>
                        <a:rPr lang="en-US" altLang="zh-CN" b="1" dirty="0">
                          <a:solidFill>
                            <a:schemeClr val="accent4"/>
                          </a:solidFill>
                        </a:rPr>
                        <a:t>1 B</a:t>
                      </a:r>
                      <a:endParaRPr lang="zh-CN" altLang="en-US" b="1" dirty="0">
                        <a:solidFill>
                          <a:schemeClr val="accent4"/>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algn="ctr"/>
                      <a:r>
                        <a:rPr lang="en-US" altLang="zh-CN" b="1" dirty="0">
                          <a:solidFill>
                            <a:schemeClr val="accent4"/>
                          </a:solidFill>
                        </a:rPr>
                        <a:t>1 B</a:t>
                      </a:r>
                      <a:endParaRPr lang="zh-CN" altLang="en-US" b="1" dirty="0">
                        <a:solidFill>
                          <a:schemeClr val="accent4"/>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algn="ctr"/>
                      <a:r>
                        <a:rPr lang="en-US" altLang="zh-CN" b="1" dirty="0">
                          <a:solidFill>
                            <a:schemeClr val="accent4"/>
                          </a:solidFill>
                        </a:rPr>
                        <a:t>1 B</a:t>
                      </a:r>
                      <a:endParaRPr lang="zh-CN" altLang="en-US" b="1" dirty="0">
                        <a:solidFill>
                          <a:schemeClr val="accent4"/>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extLst>
                  <a:ext uri="{0D108BD9-81ED-4DB2-BD59-A6C34878D82A}">
                    <a16:rowId xmlns:a16="http://schemas.microsoft.com/office/drawing/2014/main" val="1983352797"/>
                  </a:ext>
                </a:extLst>
              </a:tr>
              <a:tr h="370840">
                <a:tc>
                  <a:txBody>
                    <a:bodyPr/>
                    <a:lstStyle/>
                    <a:p>
                      <a:pPr algn="ctr"/>
                      <a:r>
                        <a:rPr lang="zh-CN" altLang="en-US" b="1" dirty="0">
                          <a:solidFill>
                            <a:schemeClr val="accent4"/>
                          </a:solidFill>
                        </a:rPr>
                        <a:t>标志</a:t>
                      </a: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algn="ctr"/>
                      <a:r>
                        <a:rPr lang="en-US" altLang="zh-CN" b="1" dirty="0">
                          <a:solidFill>
                            <a:schemeClr val="accent4"/>
                          </a:solidFill>
                        </a:rPr>
                        <a:t>FCS</a:t>
                      </a:r>
                      <a:endParaRPr lang="zh-CN" altLang="en-US" b="1" dirty="0">
                        <a:solidFill>
                          <a:schemeClr val="accent4"/>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algn="ctr"/>
                      <a:r>
                        <a:rPr lang="zh-CN" altLang="en-US" b="1" dirty="0">
                          <a:solidFill>
                            <a:schemeClr val="accent4"/>
                          </a:solidFill>
                        </a:rPr>
                        <a:t>数据载荷</a:t>
                      </a: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algn="ctr"/>
                      <a:r>
                        <a:rPr lang="zh-CN" altLang="en-US" b="1" dirty="0">
                          <a:solidFill>
                            <a:schemeClr val="accent4"/>
                          </a:solidFill>
                        </a:rPr>
                        <a:t>协议</a:t>
                      </a: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algn="ctr"/>
                      <a:r>
                        <a:rPr lang="zh-CN" altLang="en-US" b="1" dirty="0">
                          <a:solidFill>
                            <a:schemeClr val="accent4"/>
                          </a:solidFill>
                        </a:rPr>
                        <a:t>控制</a:t>
                      </a: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algn="ctr"/>
                      <a:r>
                        <a:rPr lang="zh-CN" altLang="en-US" b="1" dirty="0">
                          <a:solidFill>
                            <a:schemeClr val="accent4"/>
                          </a:solidFill>
                        </a:rPr>
                        <a:t>地址</a:t>
                      </a: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algn="ctr"/>
                      <a:r>
                        <a:rPr lang="zh-CN" altLang="en-US" b="1" dirty="0">
                          <a:solidFill>
                            <a:schemeClr val="accent4"/>
                          </a:solidFill>
                        </a:rPr>
                        <a:t>标志</a:t>
                      </a: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extLst>
                  <a:ext uri="{0D108BD9-81ED-4DB2-BD59-A6C34878D82A}">
                    <a16:rowId xmlns:a16="http://schemas.microsoft.com/office/drawing/2014/main" val="1832940591"/>
                  </a:ext>
                </a:extLst>
              </a:tr>
            </a:tbl>
          </a:graphicData>
        </a:graphic>
      </p:graphicFrame>
    </p:spTree>
    <p:custDataLst>
      <p:tags r:id="rId1"/>
    </p:custDataLst>
    <p:extLst>
      <p:ext uri="{BB962C8B-B14F-4D97-AF65-F5344CB8AC3E}">
        <p14:creationId xmlns:p14="http://schemas.microsoft.com/office/powerpoint/2010/main" val="3263121968"/>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2" presetClass="entr" presetSubtype="2" fill="hold" nodeType="withEffect">
                                  <p:stCondLst>
                                    <p:cond delay="0"/>
                                  </p:stCondLst>
                                  <p:childTnLst>
                                    <p:set>
                                      <p:cBhvr>
                                        <p:cTn id="6" dur="1" fill="hold">
                                          <p:stCondLst>
                                            <p:cond delay="0"/>
                                          </p:stCondLst>
                                        </p:cTn>
                                        <p:tgtEl>
                                          <p:spTgt spid="32"/>
                                        </p:tgtEl>
                                        <p:attrNameLst>
                                          <p:attrName>style.visibility</p:attrName>
                                        </p:attrNameLst>
                                      </p:cBhvr>
                                      <p:to>
                                        <p:strVal val="visible"/>
                                      </p:to>
                                    </p:set>
                                    <p:animEffect transition="in" filter="wipe(right)">
                                      <p:cBhvr>
                                        <p:cTn id="7" dur="1000"/>
                                        <p:tgtEl>
                                          <p:spTgt spid="32"/>
                                        </p:tgtEl>
                                      </p:cBhvr>
                                    </p:animEffect>
                                  </p:childTnLst>
                                </p:cTn>
                              </p:par>
                            </p:childTnLst>
                          </p:cTn>
                        </p:par>
                      </p:childTnLst>
                    </p:cTn>
                  </p:par>
                  <p:par>
                    <p:cTn id="8" fill="hold">
                      <p:stCondLst>
                        <p:cond delay="indefinite"/>
                      </p:stCondLst>
                      <p:childTnLst>
                        <p:par>
                          <p:cTn id="9" fill="hold">
                            <p:stCondLst>
                              <p:cond delay="0"/>
                            </p:stCondLst>
                            <p:childTnLst>
                              <p:par>
                                <p:cTn id="10" presetID="47" presetClass="entr" presetSubtype="0" fill="hold" nodeType="clickEffect">
                                  <p:stCondLst>
                                    <p:cond delay="0"/>
                                  </p:stCondLst>
                                  <p:childTnLst>
                                    <p:set>
                                      <p:cBhvr>
                                        <p:cTn id="11" dur="1" fill="hold">
                                          <p:stCondLst>
                                            <p:cond delay="0"/>
                                          </p:stCondLst>
                                        </p:cTn>
                                        <p:tgtEl>
                                          <p:spTgt spid="36"/>
                                        </p:tgtEl>
                                        <p:attrNameLst>
                                          <p:attrName>style.visibility</p:attrName>
                                        </p:attrNameLst>
                                      </p:cBhvr>
                                      <p:to>
                                        <p:strVal val="visible"/>
                                      </p:to>
                                    </p:set>
                                    <p:animEffect transition="in" filter="fade">
                                      <p:cBhvr>
                                        <p:cTn id="12" dur="1000"/>
                                        <p:tgtEl>
                                          <p:spTgt spid="36"/>
                                        </p:tgtEl>
                                      </p:cBhvr>
                                    </p:animEffect>
                                    <p:anim calcmode="lin" valueType="num">
                                      <p:cBhvr>
                                        <p:cTn id="13" dur="1000" fill="hold"/>
                                        <p:tgtEl>
                                          <p:spTgt spid="36"/>
                                        </p:tgtEl>
                                        <p:attrNameLst>
                                          <p:attrName>ppt_x</p:attrName>
                                        </p:attrNameLst>
                                      </p:cBhvr>
                                      <p:tavLst>
                                        <p:tav tm="0">
                                          <p:val>
                                            <p:strVal val="#ppt_x"/>
                                          </p:val>
                                        </p:tav>
                                        <p:tav tm="100000">
                                          <p:val>
                                            <p:strVal val="#ppt_x"/>
                                          </p:val>
                                        </p:tav>
                                      </p:tavLst>
                                    </p:anim>
                                    <p:anim calcmode="lin" valueType="num">
                                      <p:cBhvr>
                                        <p:cTn id="14" dur="1000" fill="hold"/>
                                        <p:tgtEl>
                                          <p:spTgt spid="36"/>
                                        </p:tgtEl>
                                        <p:attrNameLst>
                                          <p:attrName>ppt_y</p:attrName>
                                        </p:attrNameLst>
                                      </p:cBhvr>
                                      <p:tavLst>
                                        <p:tav tm="0">
                                          <p:val>
                                            <p:strVal val="#ppt_y-.1"/>
                                          </p:val>
                                        </p:tav>
                                        <p:tav tm="100000">
                                          <p:val>
                                            <p:strVal val="#ppt_y"/>
                                          </p:val>
                                        </p:tav>
                                      </p:tavLst>
                                    </p:anim>
                                  </p:childTnLst>
                                </p:cTn>
                              </p:par>
                            </p:childTnLst>
                          </p:cTn>
                        </p:par>
                      </p:childTnLst>
                    </p:cTn>
                  </p:par>
                  <p:par>
                    <p:cTn id="15" fill="hold">
                      <p:stCondLst>
                        <p:cond delay="indefinite"/>
                      </p:stCondLst>
                      <p:childTnLst>
                        <p:par>
                          <p:cTn id="16" fill="hold">
                            <p:stCondLst>
                              <p:cond delay="0"/>
                            </p:stCondLst>
                            <p:childTnLst>
                              <p:par>
                                <p:cTn id="17" presetID="22" presetClass="entr" presetSubtype="1" fill="hold" grpId="0" nodeType="clickEffect">
                                  <p:stCondLst>
                                    <p:cond delay="0"/>
                                  </p:stCondLst>
                                  <p:childTnLst>
                                    <p:set>
                                      <p:cBhvr>
                                        <p:cTn id="18" dur="1" fill="hold">
                                          <p:stCondLst>
                                            <p:cond delay="0"/>
                                          </p:stCondLst>
                                        </p:cTn>
                                        <p:tgtEl>
                                          <p:spTgt spid="35"/>
                                        </p:tgtEl>
                                        <p:attrNameLst>
                                          <p:attrName>style.visibility</p:attrName>
                                        </p:attrNameLst>
                                      </p:cBhvr>
                                      <p:to>
                                        <p:strVal val="visible"/>
                                      </p:to>
                                    </p:set>
                                    <p:animEffect transition="in" filter="wipe(up)">
                                      <p:cBhvr>
                                        <p:cTn id="19" dur="500"/>
                                        <p:tgtEl>
                                          <p:spTgt spid="35"/>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5" grpId="0" animBg="1"/>
    </p:bldLst>
  </p:timing>
</p:sld>
</file>

<file path=ppt/slides/slide7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6" name="矩形 25">
            <a:extLst>
              <a:ext uri="{FF2B5EF4-FFF2-40B4-BE49-F238E27FC236}">
                <a16:creationId xmlns:a16="http://schemas.microsoft.com/office/drawing/2014/main" id="{96A5227C-FB4F-4828-8344-7FA92DE75781}"/>
              </a:ext>
            </a:extLst>
          </p:cNvPr>
          <p:cNvSpPr/>
          <p:nvPr/>
        </p:nvSpPr>
        <p:spPr>
          <a:xfrm>
            <a:off x="2517341" y="4945113"/>
            <a:ext cx="1120524" cy="742746"/>
          </a:xfrm>
          <a:prstGeom prst="rect">
            <a:avLst/>
          </a:pr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graphicFrame>
        <p:nvGraphicFramePr>
          <p:cNvPr id="25" name="表格 15">
            <a:extLst>
              <a:ext uri="{FF2B5EF4-FFF2-40B4-BE49-F238E27FC236}">
                <a16:creationId xmlns:a16="http://schemas.microsoft.com/office/drawing/2014/main" id="{9C6BD1BF-635B-487C-8D6B-427034E850B5}"/>
              </a:ext>
            </a:extLst>
          </p:cNvPr>
          <p:cNvGraphicFramePr>
            <a:graphicFrameLocks noGrp="1"/>
          </p:cNvGraphicFramePr>
          <p:nvPr/>
        </p:nvGraphicFramePr>
        <p:xfrm>
          <a:off x="2517341" y="4575339"/>
          <a:ext cx="7170473" cy="1112520"/>
        </p:xfrm>
        <a:graphic>
          <a:graphicData uri="http://schemas.openxmlformats.org/drawingml/2006/table">
            <a:tbl>
              <a:tblPr firstRow="1" bandRow="1">
                <a:tableStyleId>{5C22544A-7EE6-4342-B048-85BDC9FD1C3A}</a:tableStyleId>
              </a:tblPr>
              <a:tblGrid>
                <a:gridCol w="1118331">
                  <a:extLst>
                    <a:ext uri="{9D8B030D-6E8A-4147-A177-3AD203B41FA5}">
                      <a16:colId xmlns:a16="http://schemas.microsoft.com/office/drawing/2014/main" val="582556354"/>
                    </a:ext>
                  </a:extLst>
                </a:gridCol>
                <a:gridCol w="2822696">
                  <a:extLst>
                    <a:ext uri="{9D8B030D-6E8A-4147-A177-3AD203B41FA5}">
                      <a16:colId xmlns:a16="http://schemas.microsoft.com/office/drawing/2014/main" val="4093275061"/>
                    </a:ext>
                  </a:extLst>
                </a:gridCol>
                <a:gridCol w="861218">
                  <a:extLst>
                    <a:ext uri="{9D8B030D-6E8A-4147-A177-3AD203B41FA5}">
                      <a16:colId xmlns:a16="http://schemas.microsoft.com/office/drawing/2014/main" val="4188641604"/>
                    </a:ext>
                  </a:extLst>
                </a:gridCol>
                <a:gridCol w="1184114">
                  <a:extLst>
                    <a:ext uri="{9D8B030D-6E8A-4147-A177-3AD203B41FA5}">
                      <a16:colId xmlns:a16="http://schemas.microsoft.com/office/drawing/2014/main" val="1218946318"/>
                    </a:ext>
                  </a:extLst>
                </a:gridCol>
                <a:gridCol w="1184114">
                  <a:extLst>
                    <a:ext uri="{9D8B030D-6E8A-4147-A177-3AD203B41FA5}">
                      <a16:colId xmlns:a16="http://schemas.microsoft.com/office/drawing/2014/main" val="2777886892"/>
                    </a:ext>
                  </a:extLst>
                </a:gridCol>
              </a:tblGrid>
              <a:tr h="370840">
                <a:tc gridSpan="5">
                  <a:txBody>
                    <a:bodyPr/>
                    <a:lstStyle/>
                    <a:p>
                      <a:pPr algn="ctr"/>
                      <a:r>
                        <a:rPr lang="zh-CN" altLang="en-US" b="1" dirty="0">
                          <a:solidFill>
                            <a:schemeClr val="accent4"/>
                          </a:solidFill>
                        </a:rPr>
                        <a:t>以太网</a:t>
                      </a:r>
                      <a:r>
                        <a:rPr lang="en-US" altLang="zh-CN" b="1" dirty="0">
                          <a:solidFill>
                            <a:schemeClr val="accent4"/>
                          </a:solidFill>
                        </a:rPr>
                        <a:t>V2</a:t>
                      </a:r>
                      <a:r>
                        <a:rPr lang="zh-CN" altLang="en-US" b="1" dirty="0">
                          <a:solidFill>
                            <a:schemeClr val="accent4"/>
                          </a:solidFill>
                        </a:rPr>
                        <a:t>的</a:t>
                      </a:r>
                      <a:r>
                        <a:rPr lang="en-US" altLang="zh-CN" b="1" dirty="0">
                          <a:solidFill>
                            <a:schemeClr val="accent4"/>
                          </a:solidFill>
                        </a:rPr>
                        <a:t>MAC</a:t>
                      </a:r>
                      <a:r>
                        <a:rPr lang="zh-CN" altLang="en-US" b="1" dirty="0">
                          <a:solidFill>
                            <a:schemeClr val="accent4"/>
                          </a:solidFill>
                        </a:rPr>
                        <a:t>帧（最大长度 </a:t>
                      </a:r>
                      <a:r>
                        <a:rPr lang="en-US" altLang="zh-CN" b="1" dirty="0">
                          <a:solidFill>
                            <a:schemeClr val="accent4"/>
                          </a:solidFill>
                        </a:rPr>
                        <a:t>1518 B</a:t>
                      </a:r>
                      <a:r>
                        <a:rPr lang="zh-CN" altLang="en-US" b="1" dirty="0">
                          <a:solidFill>
                            <a:schemeClr val="accent4"/>
                          </a:solidFill>
                        </a:rPr>
                        <a:t>）</a:t>
                      </a: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hMerge="1">
                  <a:txBody>
                    <a:bodyPr/>
                    <a:lstStyle/>
                    <a:p>
                      <a:endParaRPr lang="zh-CN" altLang="en-US" dirty="0"/>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hMerge="1">
                  <a:txBody>
                    <a:bodyPr/>
                    <a:lstStyle/>
                    <a:p>
                      <a:endParaRPr lang="zh-CN" altLang="en-US" dirty="0"/>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hMerge="1">
                  <a:txBody>
                    <a:bodyPr/>
                    <a:lstStyle/>
                    <a:p>
                      <a:endParaRPr lang="zh-CN" altLang="en-US" dirty="0"/>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hMerge="1">
                  <a:txBody>
                    <a:bodyPr/>
                    <a:lstStyle/>
                    <a:p>
                      <a:endParaRPr lang="zh-CN" altLang="en-US" dirty="0"/>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extLst>
                  <a:ext uri="{0D108BD9-81ED-4DB2-BD59-A6C34878D82A}">
                    <a16:rowId xmlns:a16="http://schemas.microsoft.com/office/drawing/2014/main" val="751715214"/>
                  </a:ext>
                </a:extLst>
              </a:tr>
              <a:tr h="370840">
                <a:tc>
                  <a:txBody>
                    <a:bodyPr/>
                    <a:lstStyle/>
                    <a:p>
                      <a:pPr algn="ctr"/>
                      <a:r>
                        <a:rPr lang="en-US" altLang="zh-CN" b="1" dirty="0">
                          <a:solidFill>
                            <a:schemeClr val="accent4"/>
                          </a:solidFill>
                        </a:rPr>
                        <a:t>4 B</a:t>
                      </a:r>
                      <a:endParaRPr lang="zh-CN" altLang="en-US" b="1" dirty="0">
                        <a:solidFill>
                          <a:schemeClr val="accent4"/>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algn="ctr"/>
                      <a:r>
                        <a:rPr lang="en-US" altLang="zh-CN" b="1" dirty="0">
                          <a:solidFill>
                            <a:schemeClr val="accent4"/>
                          </a:solidFill>
                        </a:rPr>
                        <a:t>46</a:t>
                      </a:r>
                      <a:r>
                        <a:rPr lang="zh-CN" altLang="en-US" b="1" dirty="0">
                          <a:solidFill>
                            <a:schemeClr val="accent4"/>
                          </a:solidFill>
                        </a:rPr>
                        <a:t> </a:t>
                      </a:r>
                      <a:r>
                        <a:rPr lang="en-US" altLang="zh-CN" b="1" dirty="0">
                          <a:solidFill>
                            <a:schemeClr val="accent4"/>
                          </a:solidFill>
                        </a:rPr>
                        <a:t>~ 1500 B</a:t>
                      </a:r>
                      <a:endParaRPr lang="zh-CN" altLang="en-US" b="1" dirty="0">
                        <a:solidFill>
                          <a:schemeClr val="accent4"/>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algn="ctr"/>
                      <a:r>
                        <a:rPr lang="en-US" altLang="zh-CN" b="1" dirty="0">
                          <a:solidFill>
                            <a:schemeClr val="accent4"/>
                          </a:solidFill>
                        </a:rPr>
                        <a:t>2 B</a:t>
                      </a:r>
                      <a:endParaRPr lang="zh-CN" altLang="en-US" b="1" dirty="0">
                        <a:solidFill>
                          <a:schemeClr val="accent4"/>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algn="ctr"/>
                      <a:r>
                        <a:rPr lang="en-US" altLang="zh-CN" b="1" dirty="0">
                          <a:solidFill>
                            <a:schemeClr val="accent4"/>
                          </a:solidFill>
                        </a:rPr>
                        <a:t>6 B</a:t>
                      </a:r>
                      <a:endParaRPr lang="zh-CN" altLang="en-US" b="1" dirty="0">
                        <a:solidFill>
                          <a:schemeClr val="accent4"/>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algn="ctr"/>
                      <a:r>
                        <a:rPr lang="en-US" altLang="zh-CN" b="1" dirty="0">
                          <a:solidFill>
                            <a:schemeClr val="accent4"/>
                          </a:solidFill>
                        </a:rPr>
                        <a:t>6 B</a:t>
                      </a:r>
                      <a:endParaRPr lang="zh-CN" altLang="en-US" b="1" dirty="0">
                        <a:solidFill>
                          <a:schemeClr val="accent4"/>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extLst>
                  <a:ext uri="{0D108BD9-81ED-4DB2-BD59-A6C34878D82A}">
                    <a16:rowId xmlns:a16="http://schemas.microsoft.com/office/drawing/2014/main" val="1983352797"/>
                  </a:ext>
                </a:extLst>
              </a:tr>
              <a:tr h="370840">
                <a:tc>
                  <a:txBody>
                    <a:bodyPr/>
                    <a:lstStyle/>
                    <a:p>
                      <a:pPr algn="ctr"/>
                      <a:r>
                        <a:rPr lang="en-US" altLang="zh-CN" b="1" dirty="0">
                          <a:solidFill>
                            <a:schemeClr val="accent4"/>
                          </a:solidFill>
                        </a:rPr>
                        <a:t>FCS</a:t>
                      </a:r>
                      <a:endParaRPr lang="zh-CN" altLang="en-US" b="1" dirty="0">
                        <a:solidFill>
                          <a:schemeClr val="accent4"/>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algn="ctr"/>
                      <a:r>
                        <a:rPr lang="zh-CN" altLang="en-US" b="1" dirty="0">
                          <a:solidFill>
                            <a:schemeClr val="accent4"/>
                          </a:solidFill>
                        </a:rPr>
                        <a:t>数据载荷</a:t>
                      </a: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algn="ctr"/>
                      <a:r>
                        <a:rPr lang="zh-CN" altLang="en-US" b="1" dirty="0">
                          <a:solidFill>
                            <a:schemeClr val="accent4"/>
                          </a:solidFill>
                        </a:rPr>
                        <a:t>类型</a:t>
                      </a: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algn="ctr"/>
                      <a:r>
                        <a:rPr lang="zh-CN" altLang="en-US" b="1" dirty="0">
                          <a:solidFill>
                            <a:schemeClr val="accent4"/>
                          </a:solidFill>
                        </a:rPr>
                        <a:t>源地址</a:t>
                      </a: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algn="ctr"/>
                      <a:r>
                        <a:rPr lang="zh-CN" altLang="en-US" b="1" dirty="0">
                          <a:solidFill>
                            <a:schemeClr val="accent4"/>
                          </a:solidFill>
                        </a:rPr>
                        <a:t>目的地址</a:t>
                      </a: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extLst>
                  <a:ext uri="{0D108BD9-81ED-4DB2-BD59-A6C34878D82A}">
                    <a16:rowId xmlns:a16="http://schemas.microsoft.com/office/drawing/2014/main" val="1832940591"/>
                  </a:ext>
                </a:extLst>
              </a:tr>
            </a:tbl>
          </a:graphicData>
        </a:graphic>
      </p:graphicFrame>
      <p:grpSp>
        <p:nvGrpSpPr>
          <p:cNvPr id="4" name="组合 3">
            <a:extLst>
              <a:ext uri="{FF2B5EF4-FFF2-40B4-BE49-F238E27FC236}">
                <a16:creationId xmlns:a16="http://schemas.microsoft.com/office/drawing/2014/main" id="{9A1EA9F2-FCB6-48C3-935F-7AE7E3AD14AC}"/>
              </a:ext>
            </a:extLst>
          </p:cNvPr>
          <p:cNvGrpSpPr/>
          <p:nvPr/>
        </p:nvGrpSpPr>
        <p:grpSpPr>
          <a:xfrm>
            <a:off x="304800" y="749300"/>
            <a:ext cx="6192344" cy="400110"/>
            <a:chOff x="424117" y="898245"/>
            <a:chExt cx="6192344" cy="400110"/>
          </a:xfrm>
        </p:grpSpPr>
        <p:sp>
          <p:nvSpPr>
            <p:cNvPr id="2" name="平行四边形 1">
              <a:extLst>
                <a:ext uri="{FF2B5EF4-FFF2-40B4-BE49-F238E27FC236}">
                  <a16:creationId xmlns:a16="http://schemas.microsoft.com/office/drawing/2014/main" id="{1F5BAA3F-9845-4F89-A2DD-8222D3E4EDAC}"/>
                </a:ext>
              </a:extLst>
            </p:cNvPr>
            <p:cNvSpPr/>
            <p:nvPr/>
          </p:nvSpPr>
          <p:spPr>
            <a:xfrm>
              <a:off x="424117" y="898245"/>
              <a:ext cx="628306" cy="387090"/>
            </a:xfrm>
            <a:prstGeom prst="parallelogram">
              <a:avLst/>
            </a:prstGeom>
            <a:solidFill>
              <a:schemeClr val="accent3">
                <a:lumMod val="75000"/>
              </a:schemeClr>
            </a:solidFill>
            <a:ln>
              <a:solidFill>
                <a:schemeClr val="accent3">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CN" sz="2200" dirty="0">
                  <a:latin typeface="Impact" panose="020B0806030902050204" pitchFamily="34" charset="0"/>
                </a:rPr>
                <a:t>01</a:t>
              </a:r>
              <a:endParaRPr lang="zh-CN" altLang="en-US" sz="2200" dirty="0">
                <a:latin typeface="Impact" panose="020B0806030902050204" pitchFamily="34" charset="0"/>
              </a:endParaRPr>
            </a:p>
          </p:txBody>
        </p:sp>
        <p:sp>
          <p:nvSpPr>
            <p:cNvPr id="3" name="文本框 2">
              <a:extLst>
                <a:ext uri="{FF2B5EF4-FFF2-40B4-BE49-F238E27FC236}">
                  <a16:creationId xmlns:a16="http://schemas.microsoft.com/office/drawing/2014/main" id="{4D6BD736-A4D3-4F26-AFED-36E11F50F70B}"/>
                </a:ext>
              </a:extLst>
            </p:cNvPr>
            <p:cNvSpPr txBox="1"/>
            <p:nvPr/>
          </p:nvSpPr>
          <p:spPr>
            <a:xfrm>
              <a:off x="1052423" y="898245"/>
              <a:ext cx="5564038" cy="400110"/>
            </a:xfrm>
            <a:prstGeom prst="rect">
              <a:avLst/>
            </a:prstGeom>
            <a:noFill/>
          </p:spPr>
          <p:txBody>
            <a:bodyPr wrap="square" rtlCol="0">
              <a:spAutoFit/>
            </a:bodyPr>
            <a:lstStyle/>
            <a:p>
              <a:r>
                <a:rPr lang="zh-CN" altLang="en-US" sz="2000" b="1" dirty="0"/>
                <a:t>误码的相关概念</a:t>
              </a:r>
            </a:p>
          </p:txBody>
        </p:sp>
      </p:grpSp>
      <p:grpSp>
        <p:nvGrpSpPr>
          <p:cNvPr id="5" name="组合 4">
            <a:extLst>
              <a:ext uri="{FF2B5EF4-FFF2-40B4-BE49-F238E27FC236}">
                <a16:creationId xmlns:a16="http://schemas.microsoft.com/office/drawing/2014/main" id="{3A78A5A9-A6F5-415C-9571-D872DD3880CB}"/>
              </a:ext>
            </a:extLst>
          </p:cNvPr>
          <p:cNvGrpSpPr/>
          <p:nvPr/>
        </p:nvGrpSpPr>
        <p:grpSpPr>
          <a:xfrm>
            <a:off x="1016000" y="1300409"/>
            <a:ext cx="10160001" cy="541553"/>
            <a:chOff x="1016000" y="3319978"/>
            <a:chExt cx="10160001" cy="541553"/>
          </a:xfrm>
        </p:grpSpPr>
        <p:sp>
          <p:nvSpPr>
            <p:cNvPr id="56" name="矩形 55">
              <a:extLst>
                <a:ext uri="{FF2B5EF4-FFF2-40B4-BE49-F238E27FC236}">
                  <a16:creationId xmlns:a16="http://schemas.microsoft.com/office/drawing/2014/main" id="{C34C2206-DF5C-49ED-B5F8-756318D429AC}"/>
                </a:ext>
              </a:extLst>
            </p:cNvPr>
            <p:cNvSpPr/>
            <p:nvPr/>
          </p:nvSpPr>
          <p:spPr>
            <a:xfrm>
              <a:off x="1016000" y="3319979"/>
              <a:ext cx="256976" cy="256976"/>
            </a:xfrm>
            <a:prstGeom prst="rect">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57" name="íşlïḍè">
              <a:extLst>
                <a:ext uri="{FF2B5EF4-FFF2-40B4-BE49-F238E27FC236}">
                  <a16:creationId xmlns:a16="http://schemas.microsoft.com/office/drawing/2014/main" id="{B08C2F1F-1B26-452D-81D1-5F35408902EA}"/>
                </a:ext>
              </a:extLst>
            </p:cNvPr>
            <p:cNvSpPr txBox="1"/>
            <p:nvPr/>
          </p:nvSpPr>
          <p:spPr>
            <a:xfrm>
              <a:off x="1333229" y="3319978"/>
              <a:ext cx="9842772" cy="541553"/>
            </a:xfrm>
            <a:prstGeom prst="rect">
              <a:avLst/>
            </a:prstGeom>
            <a:noFill/>
          </p:spPr>
          <p:txBody>
            <a:bodyPr wrap="square" lIns="91440" tIns="45720" rIns="91440" bIns="45720" anchor="ctr">
              <a:noAutofit/>
            </a:bodyPr>
            <a:lstStyle/>
            <a:p>
              <a:r>
                <a:rPr lang="zh-CN" altLang="en-US" b="1" dirty="0"/>
                <a:t>使用</a:t>
              </a:r>
              <a:r>
                <a:rPr lang="zh-CN" altLang="en-US" b="1" dirty="0">
                  <a:solidFill>
                    <a:schemeClr val="accent1">
                      <a:lumMod val="75000"/>
                    </a:schemeClr>
                  </a:solidFill>
                </a:rPr>
                <a:t>差错检测技术</a:t>
              </a:r>
              <a:r>
                <a:rPr lang="zh-CN" altLang="en-US" b="1" dirty="0"/>
                <a:t>来检测数据在传输过程中是否产生了比特差错，是数据链路层所要解决的重要问题之一。</a:t>
              </a:r>
              <a:endParaRPr lang="en-US" altLang="zh-CN" b="1" dirty="0"/>
            </a:p>
          </p:txBody>
        </p:sp>
      </p:grpSp>
      <p:pic>
        <p:nvPicPr>
          <p:cNvPr id="18" name="图片 17" descr="文本&#10;&#10;描述已自动生成">
            <a:extLst>
              <a:ext uri="{FF2B5EF4-FFF2-40B4-BE49-F238E27FC236}">
                <a16:creationId xmlns:a16="http://schemas.microsoft.com/office/drawing/2014/main" id="{045E55AF-6A6D-404E-925B-DB92B25EDCB9}"/>
              </a:ext>
            </a:extLst>
          </p:cNvPr>
          <p:cNvPicPr>
            <a:picLocks noChangeAspect="1"/>
          </p:cNvPicPr>
          <p:nvPr/>
        </p:nvPicPr>
        <p:blipFill>
          <a:blip r:embed="rId3" cstate="print">
            <a:extLst>
              <a:ext uri="{28A0092B-C50C-407E-A947-70E740481C1C}">
                <a14:useLocalDpi xmlns:a14="http://schemas.microsoft.com/office/drawing/2010/main" val="0"/>
              </a:ext>
            </a:extLst>
          </a:blip>
          <a:stretch>
            <a:fillRect/>
          </a:stretch>
        </p:blipFill>
        <p:spPr>
          <a:xfrm>
            <a:off x="6485280" y="2030462"/>
            <a:ext cx="4455665" cy="1285714"/>
          </a:xfrm>
          <a:prstGeom prst="rect">
            <a:avLst/>
          </a:prstGeom>
        </p:spPr>
      </p:pic>
      <p:sp>
        <p:nvSpPr>
          <p:cNvPr id="19" name="文本框 18">
            <a:extLst>
              <a:ext uri="{FF2B5EF4-FFF2-40B4-BE49-F238E27FC236}">
                <a16:creationId xmlns:a16="http://schemas.microsoft.com/office/drawing/2014/main" id="{0B468603-A834-4C80-988B-9720B96D3856}"/>
              </a:ext>
            </a:extLst>
          </p:cNvPr>
          <p:cNvSpPr txBox="1"/>
          <p:nvPr/>
        </p:nvSpPr>
        <p:spPr>
          <a:xfrm>
            <a:off x="7394138" y="2859409"/>
            <a:ext cx="2690573" cy="369332"/>
          </a:xfrm>
          <a:prstGeom prst="rect">
            <a:avLst/>
          </a:prstGeom>
          <a:noFill/>
        </p:spPr>
        <p:txBody>
          <a:bodyPr wrap="square" rtlCol="0">
            <a:spAutoFit/>
          </a:bodyPr>
          <a:lstStyle/>
          <a:p>
            <a:pPr algn="ctr"/>
            <a:r>
              <a:rPr lang="en-US" altLang="zh-CN" b="1" dirty="0">
                <a:latin typeface="Arial Black" panose="020B0A04020102020204" pitchFamily="34" charset="0"/>
              </a:rPr>
              <a:t>1001001100011010</a:t>
            </a:r>
            <a:endParaRPr lang="zh-CN" altLang="en-US" b="1" dirty="0">
              <a:latin typeface="Arial Black" panose="020B0A04020102020204" pitchFamily="34" charset="0"/>
            </a:endParaRPr>
          </a:p>
        </p:txBody>
      </p:sp>
      <p:grpSp>
        <p:nvGrpSpPr>
          <p:cNvPr id="20" name="组合 19">
            <a:extLst>
              <a:ext uri="{FF2B5EF4-FFF2-40B4-BE49-F238E27FC236}">
                <a16:creationId xmlns:a16="http://schemas.microsoft.com/office/drawing/2014/main" id="{9E50AEA5-AE00-41AA-AB3E-56FE6E6F05CA}"/>
              </a:ext>
            </a:extLst>
          </p:cNvPr>
          <p:cNvGrpSpPr/>
          <p:nvPr/>
        </p:nvGrpSpPr>
        <p:grpSpPr>
          <a:xfrm>
            <a:off x="632109" y="2837753"/>
            <a:ext cx="10940423" cy="641082"/>
            <a:chOff x="601699" y="5648354"/>
            <a:chExt cx="10940423" cy="641082"/>
          </a:xfrm>
        </p:grpSpPr>
        <p:cxnSp>
          <p:nvCxnSpPr>
            <p:cNvPr id="21" name="直接连接符 20">
              <a:extLst>
                <a:ext uri="{FF2B5EF4-FFF2-40B4-BE49-F238E27FC236}">
                  <a16:creationId xmlns:a16="http://schemas.microsoft.com/office/drawing/2014/main" id="{136B7C94-465A-4D90-93B5-CB8B6927E6FA}"/>
                </a:ext>
              </a:extLst>
            </p:cNvPr>
            <p:cNvCxnSpPr>
              <a:cxnSpLocks/>
            </p:cNvCxnSpPr>
            <p:nvPr/>
          </p:nvCxnSpPr>
          <p:spPr>
            <a:xfrm>
              <a:off x="1143721" y="6126777"/>
              <a:ext cx="10027235"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pic>
          <p:nvPicPr>
            <p:cNvPr id="22" name="图形 21">
              <a:extLst>
                <a:ext uri="{FF2B5EF4-FFF2-40B4-BE49-F238E27FC236}">
                  <a16:creationId xmlns:a16="http://schemas.microsoft.com/office/drawing/2014/main" id="{71B4EEF0-CE8C-4157-8D5E-40B306B06E19}"/>
                </a:ext>
              </a:extLst>
            </p:cNvPr>
            <p:cNvPicPr>
              <a:picLocks noChangeAspect="1"/>
            </p:cNvPicPr>
            <p:nvPr/>
          </p:nvPicPr>
          <p:blipFill>
            <a:blip r:embed="rId4">
              <a:extLst>
                <a:ext uri="{28A0092B-C50C-407E-A947-70E740481C1C}">
                  <a14:useLocalDpi xmlns:a14="http://schemas.microsoft.com/office/drawing/2010/main" val="0"/>
                </a:ext>
                <a:ext uri="{96DAC541-7B7A-43D3-8B79-37D633B846F1}">
                  <asvg:svgBlip xmlns:asvg="http://schemas.microsoft.com/office/drawing/2016/SVG/main" r:embed="rId5"/>
                </a:ext>
              </a:extLst>
            </a:blip>
            <a:stretch>
              <a:fillRect/>
            </a:stretch>
          </p:blipFill>
          <p:spPr>
            <a:xfrm>
              <a:off x="601699" y="5648354"/>
              <a:ext cx="662814" cy="641082"/>
            </a:xfrm>
            <a:prstGeom prst="rect">
              <a:avLst/>
            </a:prstGeom>
          </p:spPr>
        </p:pic>
        <p:pic>
          <p:nvPicPr>
            <p:cNvPr id="23" name="图形 22">
              <a:extLst>
                <a:ext uri="{FF2B5EF4-FFF2-40B4-BE49-F238E27FC236}">
                  <a16:creationId xmlns:a16="http://schemas.microsoft.com/office/drawing/2014/main" id="{8E41F4A0-3F7F-4521-8629-FD86A983334A}"/>
                </a:ext>
              </a:extLst>
            </p:cNvPr>
            <p:cNvPicPr>
              <a:picLocks noChangeAspect="1"/>
            </p:cNvPicPr>
            <p:nvPr/>
          </p:nvPicPr>
          <p:blipFill>
            <a:blip r:embed="rId4">
              <a:extLst>
                <a:ext uri="{28A0092B-C50C-407E-A947-70E740481C1C}">
                  <a14:useLocalDpi xmlns:a14="http://schemas.microsoft.com/office/drawing/2010/main" val="0"/>
                </a:ext>
                <a:ext uri="{96DAC541-7B7A-43D3-8B79-37D633B846F1}">
                  <asvg:svgBlip xmlns:asvg="http://schemas.microsoft.com/office/drawing/2016/SVG/main" r:embed="rId5"/>
                </a:ext>
              </a:extLst>
            </a:blip>
            <a:stretch>
              <a:fillRect/>
            </a:stretch>
          </p:blipFill>
          <p:spPr>
            <a:xfrm>
              <a:off x="10879308" y="5648354"/>
              <a:ext cx="662814" cy="641082"/>
            </a:xfrm>
            <a:prstGeom prst="rect">
              <a:avLst/>
            </a:prstGeom>
          </p:spPr>
        </p:pic>
      </p:grpSp>
      <p:sp>
        <p:nvSpPr>
          <p:cNvPr id="24" name="文本框 23">
            <a:extLst>
              <a:ext uri="{FF2B5EF4-FFF2-40B4-BE49-F238E27FC236}">
                <a16:creationId xmlns:a16="http://schemas.microsoft.com/office/drawing/2014/main" id="{E8C59A58-42B0-4CE0-AA44-86C485CF5C85}"/>
              </a:ext>
            </a:extLst>
          </p:cNvPr>
          <p:cNvSpPr txBox="1"/>
          <p:nvPr/>
        </p:nvSpPr>
        <p:spPr>
          <a:xfrm>
            <a:off x="7394138" y="2859409"/>
            <a:ext cx="2690573" cy="369332"/>
          </a:xfrm>
          <a:prstGeom prst="rect">
            <a:avLst/>
          </a:prstGeom>
          <a:noFill/>
        </p:spPr>
        <p:txBody>
          <a:bodyPr wrap="square" rtlCol="0">
            <a:spAutoFit/>
          </a:bodyPr>
          <a:lstStyle/>
          <a:p>
            <a:pPr algn="ctr"/>
            <a:r>
              <a:rPr lang="en-US" altLang="zh-CN" b="1" dirty="0">
                <a:latin typeface="Arial Black" panose="020B0A04020102020204" pitchFamily="34" charset="0"/>
              </a:rPr>
              <a:t>100</a:t>
            </a:r>
            <a:r>
              <a:rPr lang="en-US" altLang="zh-CN" b="1" dirty="0">
                <a:solidFill>
                  <a:schemeClr val="accent1">
                    <a:lumMod val="75000"/>
                  </a:schemeClr>
                </a:solidFill>
                <a:latin typeface="Arial Black" panose="020B0A04020102020204" pitchFamily="34" charset="0"/>
              </a:rPr>
              <a:t>0</a:t>
            </a:r>
            <a:r>
              <a:rPr lang="en-US" altLang="zh-CN" b="1" dirty="0">
                <a:latin typeface="Arial Black" panose="020B0A04020102020204" pitchFamily="34" charset="0"/>
              </a:rPr>
              <a:t>001100</a:t>
            </a:r>
            <a:r>
              <a:rPr lang="en-US" altLang="zh-CN" b="1" dirty="0">
                <a:solidFill>
                  <a:schemeClr val="accent1">
                    <a:lumMod val="75000"/>
                  </a:schemeClr>
                </a:solidFill>
                <a:latin typeface="Arial Black" panose="020B0A04020102020204" pitchFamily="34" charset="0"/>
              </a:rPr>
              <a:t>1</a:t>
            </a:r>
            <a:r>
              <a:rPr lang="en-US" altLang="zh-CN" b="1" dirty="0">
                <a:latin typeface="Arial Black" panose="020B0A04020102020204" pitchFamily="34" charset="0"/>
              </a:rPr>
              <a:t>11010</a:t>
            </a:r>
            <a:endParaRPr lang="zh-CN" altLang="en-US" b="1" dirty="0">
              <a:latin typeface="Arial Black" panose="020B0A04020102020204" pitchFamily="34" charset="0"/>
            </a:endParaRPr>
          </a:p>
        </p:txBody>
      </p:sp>
      <p:grpSp>
        <p:nvGrpSpPr>
          <p:cNvPr id="32" name="组合 31">
            <a:extLst>
              <a:ext uri="{FF2B5EF4-FFF2-40B4-BE49-F238E27FC236}">
                <a16:creationId xmlns:a16="http://schemas.microsoft.com/office/drawing/2014/main" id="{0EFEFB43-7DD4-4043-8633-E6D44DA2D2AC}"/>
              </a:ext>
            </a:extLst>
          </p:cNvPr>
          <p:cNvGrpSpPr/>
          <p:nvPr/>
        </p:nvGrpSpPr>
        <p:grpSpPr>
          <a:xfrm>
            <a:off x="7238177" y="3144784"/>
            <a:ext cx="3972537" cy="1063738"/>
            <a:chOff x="7238177" y="3723684"/>
            <a:chExt cx="3972537" cy="1063738"/>
          </a:xfrm>
        </p:grpSpPr>
        <p:cxnSp>
          <p:nvCxnSpPr>
            <p:cNvPr id="33" name="连接符: 曲线 32">
              <a:extLst>
                <a:ext uri="{FF2B5EF4-FFF2-40B4-BE49-F238E27FC236}">
                  <a16:creationId xmlns:a16="http://schemas.microsoft.com/office/drawing/2014/main" id="{E84C36EB-EA98-4E7F-A490-E26AF2DF4251}"/>
                </a:ext>
              </a:extLst>
            </p:cNvPr>
            <p:cNvCxnSpPr>
              <a:cxnSpLocks/>
            </p:cNvCxnSpPr>
            <p:nvPr/>
          </p:nvCxnSpPr>
          <p:spPr>
            <a:xfrm rot="5400000" flipH="1">
              <a:off x="9099399" y="1862462"/>
              <a:ext cx="250094" cy="3972537"/>
            </a:xfrm>
            <a:prstGeom prst="curvedConnector3">
              <a:avLst>
                <a:gd name="adj1" fmla="val -232670"/>
              </a:avLst>
            </a:prstGeom>
            <a:ln w="25400">
              <a:solidFill>
                <a:schemeClr val="accent1">
                  <a:lumMod val="75000"/>
                </a:schemeClr>
              </a:solidFill>
              <a:tailEnd type="triangle" w="lg" len="lg"/>
            </a:ln>
          </p:spPr>
          <p:style>
            <a:lnRef idx="1">
              <a:schemeClr val="accent1"/>
            </a:lnRef>
            <a:fillRef idx="0">
              <a:schemeClr val="accent1"/>
            </a:fillRef>
            <a:effectRef idx="0">
              <a:schemeClr val="accent1"/>
            </a:effectRef>
            <a:fontRef idx="minor">
              <a:schemeClr val="tx1"/>
            </a:fontRef>
          </p:style>
        </p:cxnSp>
        <p:sp>
          <p:nvSpPr>
            <p:cNvPr id="34" name="文本框 33">
              <a:extLst>
                <a:ext uri="{FF2B5EF4-FFF2-40B4-BE49-F238E27FC236}">
                  <a16:creationId xmlns:a16="http://schemas.microsoft.com/office/drawing/2014/main" id="{CD5E4EEC-69A2-4E00-BB74-B628C63901E8}"/>
                </a:ext>
              </a:extLst>
            </p:cNvPr>
            <p:cNvSpPr txBox="1"/>
            <p:nvPr/>
          </p:nvSpPr>
          <p:spPr>
            <a:xfrm>
              <a:off x="8194459" y="4141091"/>
              <a:ext cx="2314213" cy="646331"/>
            </a:xfrm>
            <a:prstGeom prst="rect">
              <a:avLst/>
            </a:prstGeom>
            <a:solidFill>
              <a:schemeClr val="bg1"/>
            </a:solidFill>
          </p:spPr>
          <p:txBody>
            <a:bodyPr wrap="square" rtlCol="0">
              <a:spAutoFit/>
            </a:bodyPr>
            <a:lstStyle/>
            <a:p>
              <a:pPr algn="ctr"/>
              <a:r>
                <a:rPr lang="zh-CN" altLang="en-US" b="1" dirty="0">
                  <a:solidFill>
                    <a:schemeClr val="accent1">
                      <a:lumMod val="75000"/>
                    </a:schemeClr>
                  </a:solidFill>
                </a:rPr>
                <a:t>根据帧尾中的检错码</a:t>
              </a:r>
              <a:endParaRPr lang="en-US" altLang="zh-CN" b="1" dirty="0">
                <a:solidFill>
                  <a:schemeClr val="accent1">
                    <a:lumMod val="75000"/>
                  </a:schemeClr>
                </a:solidFill>
              </a:endParaRPr>
            </a:p>
            <a:p>
              <a:pPr algn="ctr"/>
              <a:r>
                <a:rPr lang="zh-CN" altLang="en-US" b="1" dirty="0">
                  <a:solidFill>
                    <a:schemeClr val="accent1">
                      <a:lumMod val="75000"/>
                    </a:schemeClr>
                  </a:solidFill>
                </a:rPr>
                <a:t>检测帧中是否有误码</a:t>
              </a:r>
            </a:p>
          </p:txBody>
        </p:sp>
      </p:grpSp>
    </p:spTree>
    <p:custDataLst>
      <p:tags r:id="rId1"/>
    </p:custDataLst>
    <p:extLst>
      <p:ext uri="{BB962C8B-B14F-4D97-AF65-F5344CB8AC3E}">
        <p14:creationId xmlns:p14="http://schemas.microsoft.com/office/powerpoint/2010/main" val="1930686786"/>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47" presetClass="entr" presetSubtype="0" fill="hold" nodeType="withEffect">
                                  <p:stCondLst>
                                    <p:cond delay="0"/>
                                  </p:stCondLst>
                                  <p:childTnLst>
                                    <p:set>
                                      <p:cBhvr>
                                        <p:cTn id="6" dur="1" fill="hold">
                                          <p:stCondLst>
                                            <p:cond delay="0"/>
                                          </p:stCondLst>
                                        </p:cTn>
                                        <p:tgtEl>
                                          <p:spTgt spid="25"/>
                                        </p:tgtEl>
                                        <p:attrNameLst>
                                          <p:attrName>style.visibility</p:attrName>
                                        </p:attrNameLst>
                                      </p:cBhvr>
                                      <p:to>
                                        <p:strVal val="visible"/>
                                      </p:to>
                                    </p:set>
                                    <p:animEffect transition="in" filter="fade">
                                      <p:cBhvr>
                                        <p:cTn id="7" dur="1000"/>
                                        <p:tgtEl>
                                          <p:spTgt spid="25"/>
                                        </p:tgtEl>
                                      </p:cBhvr>
                                    </p:animEffect>
                                    <p:anim calcmode="lin" valueType="num">
                                      <p:cBhvr>
                                        <p:cTn id="8" dur="1000" fill="hold"/>
                                        <p:tgtEl>
                                          <p:spTgt spid="25"/>
                                        </p:tgtEl>
                                        <p:attrNameLst>
                                          <p:attrName>ppt_x</p:attrName>
                                        </p:attrNameLst>
                                      </p:cBhvr>
                                      <p:tavLst>
                                        <p:tav tm="0">
                                          <p:val>
                                            <p:strVal val="#ppt_x"/>
                                          </p:val>
                                        </p:tav>
                                        <p:tav tm="100000">
                                          <p:val>
                                            <p:strVal val="#ppt_x"/>
                                          </p:val>
                                        </p:tav>
                                      </p:tavLst>
                                    </p:anim>
                                    <p:anim calcmode="lin" valueType="num">
                                      <p:cBhvr>
                                        <p:cTn id="9" dur="1000" fill="hold"/>
                                        <p:tgtEl>
                                          <p:spTgt spid="25"/>
                                        </p:tgtEl>
                                        <p:attrNameLst>
                                          <p:attrName>ppt_y</p:attrName>
                                        </p:attrNameLst>
                                      </p:cBhvr>
                                      <p:tavLst>
                                        <p:tav tm="0">
                                          <p:val>
                                            <p:strVal val="#ppt_y-.1"/>
                                          </p:val>
                                        </p:tav>
                                        <p:tav tm="100000">
                                          <p:val>
                                            <p:strVal val="#ppt_y"/>
                                          </p:val>
                                        </p:tav>
                                      </p:tavLst>
                                    </p:anim>
                                  </p:childTnLst>
                                </p:cTn>
                              </p:par>
                            </p:childTnLst>
                          </p:cTn>
                        </p:par>
                      </p:childTnLst>
                    </p:cTn>
                  </p:par>
                  <p:par>
                    <p:cTn id="10" fill="hold">
                      <p:stCondLst>
                        <p:cond delay="indefinite"/>
                      </p:stCondLst>
                      <p:childTnLst>
                        <p:par>
                          <p:cTn id="11" fill="hold">
                            <p:stCondLst>
                              <p:cond delay="0"/>
                            </p:stCondLst>
                            <p:childTnLst>
                              <p:par>
                                <p:cTn id="12" presetID="22" presetClass="entr" presetSubtype="1" fill="hold" grpId="0" nodeType="clickEffect">
                                  <p:stCondLst>
                                    <p:cond delay="0"/>
                                  </p:stCondLst>
                                  <p:childTnLst>
                                    <p:set>
                                      <p:cBhvr>
                                        <p:cTn id="13" dur="1" fill="hold">
                                          <p:stCondLst>
                                            <p:cond delay="0"/>
                                          </p:stCondLst>
                                        </p:cTn>
                                        <p:tgtEl>
                                          <p:spTgt spid="26"/>
                                        </p:tgtEl>
                                        <p:attrNameLst>
                                          <p:attrName>style.visibility</p:attrName>
                                        </p:attrNameLst>
                                      </p:cBhvr>
                                      <p:to>
                                        <p:strVal val="visible"/>
                                      </p:to>
                                    </p:set>
                                    <p:animEffect transition="in" filter="wipe(up)">
                                      <p:cBhvr>
                                        <p:cTn id="14" dur="500"/>
                                        <p:tgtEl>
                                          <p:spTgt spid="26"/>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6" grpId="0" animBg="1"/>
    </p:bldLst>
  </p:timing>
</p:sld>
</file>

<file path=ppt/slides/slide7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42" name="组合 41">
            <a:extLst>
              <a:ext uri="{FF2B5EF4-FFF2-40B4-BE49-F238E27FC236}">
                <a16:creationId xmlns:a16="http://schemas.microsoft.com/office/drawing/2014/main" id="{3ADC7415-9363-4C02-8707-90F25A65D876}"/>
              </a:ext>
            </a:extLst>
          </p:cNvPr>
          <p:cNvGrpSpPr/>
          <p:nvPr/>
        </p:nvGrpSpPr>
        <p:grpSpPr>
          <a:xfrm>
            <a:off x="1354732" y="2880310"/>
            <a:ext cx="9502855" cy="256977"/>
            <a:chOff x="1354732" y="3302872"/>
            <a:chExt cx="9502855" cy="256977"/>
          </a:xfrm>
        </p:grpSpPr>
        <p:sp>
          <p:nvSpPr>
            <p:cNvPr id="40" name="íşlïḍè">
              <a:extLst>
                <a:ext uri="{FF2B5EF4-FFF2-40B4-BE49-F238E27FC236}">
                  <a16:creationId xmlns:a16="http://schemas.microsoft.com/office/drawing/2014/main" id="{208F611B-54CB-481A-B14E-622F008CE443}"/>
                </a:ext>
              </a:extLst>
            </p:cNvPr>
            <p:cNvSpPr txBox="1"/>
            <p:nvPr/>
          </p:nvSpPr>
          <p:spPr>
            <a:xfrm>
              <a:off x="1354732" y="3302872"/>
              <a:ext cx="1041581" cy="256977"/>
            </a:xfrm>
            <a:prstGeom prst="rect">
              <a:avLst/>
            </a:prstGeom>
            <a:noFill/>
          </p:spPr>
          <p:txBody>
            <a:bodyPr wrap="square" lIns="91440" tIns="45720" rIns="91440" bIns="45720" anchor="ctr">
              <a:noAutofit/>
            </a:bodyPr>
            <a:lstStyle/>
            <a:p>
              <a:pPr algn="ctr"/>
              <a:r>
                <a:rPr lang="zh-CN" altLang="en-US" b="1" dirty="0"/>
                <a:t>奇校验</a:t>
              </a:r>
              <a:endParaRPr lang="en-US" altLang="zh-CN" b="1" dirty="0"/>
            </a:p>
          </p:txBody>
        </p:sp>
        <p:sp>
          <p:nvSpPr>
            <p:cNvPr id="41" name="íşlïḍè">
              <a:extLst>
                <a:ext uri="{FF2B5EF4-FFF2-40B4-BE49-F238E27FC236}">
                  <a16:creationId xmlns:a16="http://schemas.microsoft.com/office/drawing/2014/main" id="{5AC98E50-A602-4681-9A4F-AD54202C61CD}"/>
                </a:ext>
              </a:extLst>
            </p:cNvPr>
            <p:cNvSpPr txBox="1"/>
            <p:nvPr/>
          </p:nvSpPr>
          <p:spPr>
            <a:xfrm>
              <a:off x="9816006" y="3302872"/>
              <a:ext cx="1041581" cy="256977"/>
            </a:xfrm>
            <a:prstGeom prst="rect">
              <a:avLst/>
            </a:prstGeom>
            <a:noFill/>
          </p:spPr>
          <p:txBody>
            <a:bodyPr wrap="square" lIns="91440" tIns="45720" rIns="91440" bIns="45720" anchor="ctr">
              <a:noAutofit/>
            </a:bodyPr>
            <a:lstStyle/>
            <a:p>
              <a:pPr algn="ctr"/>
              <a:r>
                <a:rPr lang="zh-CN" altLang="en-US" b="1" dirty="0"/>
                <a:t>奇校验</a:t>
              </a:r>
              <a:endParaRPr lang="en-US" altLang="zh-CN" b="1" dirty="0"/>
            </a:p>
          </p:txBody>
        </p:sp>
      </p:grpSp>
      <p:grpSp>
        <p:nvGrpSpPr>
          <p:cNvPr id="4" name="组合 3">
            <a:extLst>
              <a:ext uri="{FF2B5EF4-FFF2-40B4-BE49-F238E27FC236}">
                <a16:creationId xmlns:a16="http://schemas.microsoft.com/office/drawing/2014/main" id="{9A1EA9F2-FCB6-48C3-935F-7AE7E3AD14AC}"/>
              </a:ext>
            </a:extLst>
          </p:cNvPr>
          <p:cNvGrpSpPr/>
          <p:nvPr/>
        </p:nvGrpSpPr>
        <p:grpSpPr>
          <a:xfrm>
            <a:off x="304800" y="749300"/>
            <a:ext cx="6192343" cy="400110"/>
            <a:chOff x="424117" y="898245"/>
            <a:chExt cx="6192343" cy="400110"/>
          </a:xfrm>
        </p:grpSpPr>
        <p:sp>
          <p:nvSpPr>
            <p:cNvPr id="2" name="平行四边形 1">
              <a:extLst>
                <a:ext uri="{FF2B5EF4-FFF2-40B4-BE49-F238E27FC236}">
                  <a16:creationId xmlns:a16="http://schemas.microsoft.com/office/drawing/2014/main" id="{1F5BAA3F-9845-4F89-A2DD-8222D3E4EDAC}"/>
                </a:ext>
              </a:extLst>
            </p:cNvPr>
            <p:cNvSpPr/>
            <p:nvPr/>
          </p:nvSpPr>
          <p:spPr>
            <a:xfrm>
              <a:off x="424117" y="898245"/>
              <a:ext cx="711200" cy="387090"/>
            </a:xfrm>
            <a:prstGeom prst="parallelogram">
              <a:avLst/>
            </a:prstGeom>
            <a:solidFill>
              <a:schemeClr val="accent3">
                <a:lumMod val="75000"/>
              </a:schemeClr>
            </a:solidFill>
            <a:ln>
              <a:solidFill>
                <a:schemeClr val="accent3">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CN" sz="2200" dirty="0">
                  <a:latin typeface="Impact" panose="020B0806030902050204" pitchFamily="34" charset="0"/>
                </a:rPr>
                <a:t>02</a:t>
              </a:r>
              <a:endParaRPr lang="zh-CN" altLang="en-US" sz="2200" dirty="0">
                <a:latin typeface="Impact" panose="020B0806030902050204" pitchFamily="34" charset="0"/>
              </a:endParaRPr>
            </a:p>
          </p:txBody>
        </p:sp>
        <p:sp>
          <p:nvSpPr>
            <p:cNvPr id="3" name="文本框 2">
              <a:extLst>
                <a:ext uri="{FF2B5EF4-FFF2-40B4-BE49-F238E27FC236}">
                  <a16:creationId xmlns:a16="http://schemas.microsoft.com/office/drawing/2014/main" id="{4D6BD736-A4D3-4F26-AFED-36E11F50F70B}"/>
                </a:ext>
              </a:extLst>
            </p:cNvPr>
            <p:cNvSpPr txBox="1"/>
            <p:nvPr/>
          </p:nvSpPr>
          <p:spPr>
            <a:xfrm>
              <a:off x="1204755" y="898245"/>
              <a:ext cx="5411705" cy="400110"/>
            </a:xfrm>
            <a:prstGeom prst="rect">
              <a:avLst/>
            </a:prstGeom>
            <a:noFill/>
          </p:spPr>
          <p:txBody>
            <a:bodyPr wrap="square" rtlCol="0">
              <a:spAutoFit/>
            </a:bodyPr>
            <a:lstStyle/>
            <a:p>
              <a:r>
                <a:rPr lang="zh-CN" altLang="en-US" sz="2000" b="1" dirty="0"/>
                <a:t>奇偶校验</a:t>
              </a:r>
            </a:p>
          </p:txBody>
        </p:sp>
      </p:grpSp>
      <p:sp>
        <p:nvSpPr>
          <p:cNvPr id="5" name="矩形 4">
            <a:extLst>
              <a:ext uri="{FF2B5EF4-FFF2-40B4-BE49-F238E27FC236}">
                <a16:creationId xmlns:a16="http://schemas.microsoft.com/office/drawing/2014/main" id="{971D0C99-431C-4101-8C2B-F72D87047F3E}"/>
              </a:ext>
            </a:extLst>
          </p:cNvPr>
          <p:cNvSpPr/>
          <p:nvPr/>
        </p:nvSpPr>
        <p:spPr>
          <a:xfrm>
            <a:off x="1016000" y="1297642"/>
            <a:ext cx="256976" cy="256976"/>
          </a:xfrm>
          <a:prstGeom prst="rect">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6" name="íşlïḍè">
            <a:extLst>
              <a:ext uri="{FF2B5EF4-FFF2-40B4-BE49-F238E27FC236}">
                <a16:creationId xmlns:a16="http://schemas.microsoft.com/office/drawing/2014/main" id="{1839D133-07C9-44AB-879F-5F3648994379}"/>
              </a:ext>
            </a:extLst>
          </p:cNvPr>
          <p:cNvSpPr txBox="1"/>
          <p:nvPr/>
        </p:nvSpPr>
        <p:spPr>
          <a:xfrm>
            <a:off x="1333227" y="1297641"/>
            <a:ext cx="10475031" cy="256977"/>
          </a:xfrm>
          <a:prstGeom prst="rect">
            <a:avLst/>
          </a:prstGeom>
          <a:noFill/>
        </p:spPr>
        <p:txBody>
          <a:bodyPr wrap="square" lIns="91440" tIns="45720" rIns="91440" bIns="45720" anchor="ctr">
            <a:noAutofit/>
          </a:bodyPr>
          <a:lstStyle/>
          <a:p>
            <a:r>
              <a:rPr lang="zh-CN" altLang="en-US" b="1" dirty="0"/>
              <a:t>奇校验是在待发送的数据后面</a:t>
            </a:r>
            <a:r>
              <a:rPr lang="zh-CN" altLang="en-US" b="1" dirty="0">
                <a:solidFill>
                  <a:schemeClr val="accent1">
                    <a:lumMod val="75000"/>
                  </a:schemeClr>
                </a:solidFill>
              </a:rPr>
              <a:t>添加</a:t>
            </a:r>
            <a:r>
              <a:rPr lang="en-US" altLang="zh-CN" b="1" dirty="0">
                <a:solidFill>
                  <a:schemeClr val="accent1">
                    <a:lumMod val="75000"/>
                  </a:schemeClr>
                </a:solidFill>
              </a:rPr>
              <a:t>1</a:t>
            </a:r>
            <a:r>
              <a:rPr lang="zh-CN" altLang="en-US" b="1" dirty="0">
                <a:solidFill>
                  <a:schemeClr val="accent1">
                    <a:lumMod val="75000"/>
                  </a:schemeClr>
                </a:solidFill>
              </a:rPr>
              <a:t>个校验位</a:t>
            </a:r>
            <a:r>
              <a:rPr lang="zh-CN" altLang="en-US" b="1" dirty="0"/>
              <a:t>，使得添加该校验位后的整个数据中</a:t>
            </a:r>
            <a:r>
              <a:rPr lang="zh-CN" altLang="en-US" b="1" dirty="0">
                <a:solidFill>
                  <a:schemeClr val="accent1">
                    <a:lumMod val="75000"/>
                  </a:schemeClr>
                </a:solidFill>
              </a:rPr>
              <a:t>比特</a:t>
            </a:r>
            <a:r>
              <a:rPr lang="en-US" altLang="zh-CN" b="1" dirty="0">
                <a:solidFill>
                  <a:schemeClr val="accent1">
                    <a:lumMod val="75000"/>
                  </a:schemeClr>
                </a:solidFill>
              </a:rPr>
              <a:t>1</a:t>
            </a:r>
            <a:r>
              <a:rPr lang="zh-CN" altLang="en-US" b="1" dirty="0">
                <a:solidFill>
                  <a:schemeClr val="accent1">
                    <a:lumMod val="75000"/>
                  </a:schemeClr>
                </a:solidFill>
              </a:rPr>
              <a:t>的个数</a:t>
            </a:r>
            <a:r>
              <a:rPr lang="zh-CN" altLang="en-US" b="1" dirty="0"/>
              <a:t>为</a:t>
            </a:r>
            <a:r>
              <a:rPr lang="zh-CN" altLang="en-US" b="1" dirty="0">
                <a:solidFill>
                  <a:schemeClr val="accent1">
                    <a:lumMod val="75000"/>
                  </a:schemeClr>
                </a:solidFill>
              </a:rPr>
              <a:t>奇数</a:t>
            </a:r>
            <a:r>
              <a:rPr lang="zh-CN" altLang="en-US" b="1" dirty="0"/>
              <a:t>。</a:t>
            </a:r>
            <a:endParaRPr lang="en-US" altLang="zh-CN" b="1" dirty="0"/>
          </a:p>
        </p:txBody>
      </p:sp>
      <p:sp>
        <p:nvSpPr>
          <p:cNvPr id="7" name="矩形 6">
            <a:extLst>
              <a:ext uri="{FF2B5EF4-FFF2-40B4-BE49-F238E27FC236}">
                <a16:creationId xmlns:a16="http://schemas.microsoft.com/office/drawing/2014/main" id="{D4EA06D0-9D69-44E0-B618-0744E5734DE0}"/>
              </a:ext>
            </a:extLst>
          </p:cNvPr>
          <p:cNvSpPr/>
          <p:nvPr/>
        </p:nvSpPr>
        <p:spPr>
          <a:xfrm>
            <a:off x="1016000" y="1715871"/>
            <a:ext cx="256976" cy="256976"/>
          </a:xfrm>
          <a:prstGeom prst="rect">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8" name="íşlïḍè">
            <a:extLst>
              <a:ext uri="{FF2B5EF4-FFF2-40B4-BE49-F238E27FC236}">
                <a16:creationId xmlns:a16="http://schemas.microsoft.com/office/drawing/2014/main" id="{44494268-1883-4E3C-B842-B7B6E998938E}"/>
              </a:ext>
            </a:extLst>
          </p:cNvPr>
          <p:cNvSpPr txBox="1"/>
          <p:nvPr/>
        </p:nvSpPr>
        <p:spPr>
          <a:xfrm>
            <a:off x="1333227" y="1715870"/>
            <a:ext cx="10475031" cy="256977"/>
          </a:xfrm>
          <a:prstGeom prst="rect">
            <a:avLst/>
          </a:prstGeom>
          <a:noFill/>
        </p:spPr>
        <p:txBody>
          <a:bodyPr wrap="square" lIns="91440" tIns="45720" rIns="91440" bIns="45720" anchor="ctr">
            <a:noAutofit/>
          </a:bodyPr>
          <a:lstStyle/>
          <a:p>
            <a:r>
              <a:rPr lang="zh-CN" altLang="en-US" b="1" dirty="0"/>
              <a:t>偶校验是在待发送的数据后面</a:t>
            </a:r>
            <a:r>
              <a:rPr lang="zh-CN" altLang="en-US" b="1" dirty="0">
                <a:solidFill>
                  <a:schemeClr val="accent1">
                    <a:lumMod val="75000"/>
                  </a:schemeClr>
                </a:solidFill>
              </a:rPr>
              <a:t>添加</a:t>
            </a:r>
            <a:r>
              <a:rPr lang="en-US" altLang="zh-CN" b="1" dirty="0">
                <a:solidFill>
                  <a:schemeClr val="accent1">
                    <a:lumMod val="75000"/>
                  </a:schemeClr>
                </a:solidFill>
              </a:rPr>
              <a:t>1</a:t>
            </a:r>
            <a:r>
              <a:rPr lang="zh-CN" altLang="en-US" b="1" dirty="0">
                <a:solidFill>
                  <a:schemeClr val="accent1">
                    <a:lumMod val="75000"/>
                  </a:schemeClr>
                </a:solidFill>
              </a:rPr>
              <a:t>个校验位</a:t>
            </a:r>
            <a:r>
              <a:rPr lang="zh-CN" altLang="en-US" b="1" dirty="0"/>
              <a:t>，使得添加该校验位后的整个数据中</a:t>
            </a:r>
            <a:r>
              <a:rPr lang="zh-CN" altLang="en-US" b="1" dirty="0">
                <a:solidFill>
                  <a:schemeClr val="accent1">
                    <a:lumMod val="75000"/>
                  </a:schemeClr>
                </a:solidFill>
              </a:rPr>
              <a:t>比特</a:t>
            </a:r>
            <a:r>
              <a:rPr lang="en-US" altLang="zh-CN" b="1" dirty="0">
                <a:solidFill>
                  <a:schemeClr val="accent1">
                    <a:lumMod val="75000"/>
                  </a:schemeClr>
                </a:solidFill>
              </a:rPr>
              <a:t>1</a:t>
            </a:r>
            <a:r>
              <a:rPr lang="zh-CN" altLang="en-US" b="1" dirty="0">
                <a:solidFill>
                  <a:schemeClr val="accent1">
                    <a:lumMod val="75000"/>
                  </a:schemeClr>
                </a:solidFill>
              </a:rPr>
              <a:t>的个数</a:t>
            </a:r>
            <a:r>
              <a:rPr lang="zh-CN" altLang="en-US" b="1" dirty="0"/>
              <a:t>为</a:t>
            </a:r>
            <a:r>
              <a:rPr lang="zh-CN" altLang="en-US" b="1" dirty="0">
                <a:solidFill>
                  <a:schemeClr val="accent1">
                    <a:lumMod val="75000"/>
                  </a:schemeClr>
                </a:solidFill>
              </a:rPr>
              <a:t>偶数</a:t>
            </a:r>
            <a:r>
              <a:rPr lang="zh-CN" altLang="en-US" b="1" dirty="0"/>
              <a:t>。</a:t>
            </a:r>
            <a:endParaRPr lang="en-US" altLang="zh-CN" b="1" dirty="0"/>
          </a:p>
        </p:txBody>
      </p:sp>
      <p:grpSp>
        <p:nvGrpSpPr>
          <p:cNvPr id="39" name="组合 38">
            <a:extLst>
              <a:ext uri="{FF2B5EF4-FFF2-40B4-BE49-F238E27FC236}">
                <a16:creationId xmlns:a16="http://schemas.microsoft.com/office/drawing/2014/main" id="{3DF54BC2-CF8F-4E83-A832-B5E29A9D6D2A}"/>
              </a:ext>
            </a:extLst>
          </p:cNvPr>
          <p:cNvGrpSpPr/>
          <p:nvPr/>
        </p:nvGrpSpPr>
        <p:grpSpPr>
          <a:xfrm>
            <a:off x="1536951" y="2103871"/>
            <a:ext cx="9131253" cy="641082"/>
            <a:chOff x="1178428" y="2118570"/>
            <a:chExt cx="9131253" cy="641082"/>
          </a:xfrm>
        </p:grpSpPr>
        <p:cxnSp>
          <p:nvCxnSpPr>
            <p:cNvPr id="10" name="直接连接符 9">
              <a:extLst>
                <a:ext uri="{FF2B5EF4-FFF2-40B4-BE49-F238E27FC236}">
                  <a16:creationId xmlns:a16="http://schemas.microsoft.com/office/drawing/2014/main" id="{5777D45A-2EFA-4218-A7B0-205A3E5F6A84}"/>
                </a:ext>
              </a:extLst>
            </p:cNvPr>
            <p:cNvCxnSpPr>
              <a:cxnSpLocks/>
            </p:cNvCxnSpPr>
            <p:nvPr/>
          </p:nvCxnSpPr>
          <p:spPr>
            <a:xfrm>
              <a:off x="1509835" y="2585975"/>
              <a:ext cx="8468439"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pic>
          <p:nvPicPr>
            <p:cNvPr id="11" name="图形 10">
              <a:extLst>
                <a:ext uri="{FF2B5EF4-FFF2-40B4-BE49-F238E27FC236}">
                  <a16:creationId xmlns:a16="http://schemas.microsoft.com/office/drawing/2014/main" id="{9C763F9A-7C51-42E2-BD80-23E0BB34B7D7}"/>
                </a:ext>
              </a:extLst>
            </p:cNvPr>
            <p:cNvPicPr>
              <a:picLocks noChangeAspect="1"/>
            </p:cNvPicPr>
            <p:nvPr/>
          </p:nvPicPr>
          <p:blipFill>
            <a:blip r:embed="rId3">
              <a:extLst>
                <a:ext uri="{28A0092B-C50C-407E-A947-70E740481C1C}">
                  <a14:useLocalDpi xmlns:a14="http://schemas.microsoft.com/office/drawing/2010/main" val="0"/>
                </a:ext>
                <a:ext uri="{96DAC541-7B7A-43D3-8B79-37D633B846F1}">
                  <asvg:svgBlip xmlns:asvg="http://schemas.microsoft.com/office/drawing/2016/SVG/main" r:embed="rId4"/>
                </a:ext>
              </a:extLst>
            </a:blip>
            <a:stretch>
              <a:fillRect/>
            </a:stretch>
          </p:blipFill>
          <p:spPr>
            <a:xfrm>
              <a:off x="1178428" y="2118570"/>
              <a:ext cx="662814" cy="641082"/>
            </a:xfrm>
            <a:prstGeom prst="rect">
              <a:avLst/>
            </a:prstGeom>
          </p:spPr>
        </p:pic>
        <p:pic>
          <p:nvPicPr>
            <p:cNvPr id="12" name="图形 11">
              <a:extLst>
                <a:ext uri="{FF2B5EF4-FFF2-40B4-BE49-F238E27FC236}">
                  <a16:creationId xmlns:a16="http://schemas.microsoft.com/office/drawing/2014/main" id="{F2585B3D-C730-4C53-95DA-9CD886C34B82}"/>
                </a:ext>
              </a:extLst>
            </p:cNvPr>
            <p:cNvPicPr>
              <a:picLocks noChangeAspect="1"/>
            </p:cNvPicPr>
            <p:nvPr/>
          </p:nvPicPr>
          <p:blipFill>
            <a:blip r:embed="rId3">
              <a:extLst>
                <a:ext uri="{28A0092B-C50C-407E-A947-70E740481C1C}">
                  <a14:useLocalDpi xmlns:a14="http://schemas.microsoft.com/office/drawing/2010/main" val="0"/>
                </a:ext>
                <a:ext uri="{96DAC541-7B7A-43D3-8B79-37D633B846F1}">
                  <asvg:svgBlip xmlns:asvg="http://schemas.microsoft.com/office/drawing/2016/SVG/main" r:embed="rId4"/>
                </a:ext>
              </a:extLst>
            </a:blip>
            <a:stretch>
              <a:fillRect/>
            </a:stretch>
          </p:blipFill>
          <p:spPr>
            <a:xfrm>
              <a:off x="9646867" y="2118570"/>
              <a:ext cx="662814" cy="641082"/>
            </a:xfrm>
            <a:prstGeom prst="rect">
              <a:avLst/>
            </a:prstGeom>
          </p:spPr>
        </p:pic>
      </p:grpSp>
    </p:spTree>
    <p:custDataLst>
      <p:tags r:id="rId1"/>
    </p:custDataLst>
    <p:extLst>
      <p:ext uri="{BB962C8B-B14F-4D97-AF65-F5344CB8AC3E}">
        <p14:creationId xmlns:p14="http://schemas.microsoft.com/office/powerpoint/2010/main" val="3148273956"/>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2" presetClass="entr" presetSubtype="1" fill="hold" nodeType="withEffect">
                                  <p:stCondLst>
                                    <p:cond delay="0"/>
                                  </p:stCondLst>
                                  <p:childTnLst>
                                    <p:set>
                                      <p:cBhvr>
                                        <p:cTn id="6" dur="1" fill="hold">
                                          <p:stCondLst>
                                            <p:cond delay="0"/>
                                          </p:stCondLst>
                                        </p:cTn>
                                        <p:tgtEl>
                                          <p:spTgt spid="4"/>
                                        </p:tgtEl>
                                        <p:attrNameLst>
                                          <p:attrName>style.visibility</p:attrName>
                                        </p:attrNameLst>
                                      </p:cBhvr>
                                      <p:to>
                                        <p:strVal val="visible"/>
                                      </p:to>
                                    </p:set>
                                    <p:anim calcmode="lin" valueType="num">
                                      <p:cBhvr additive="base">
                                        <p:cTn id="7" dur="1000"/>
                                        <p:tgtEl>
                                          <p:spTgt spid="4"/>
                                        </p:tgtEl>
                                        <p:attrNameLst>
                                          <p:attrName>ppt_y</p:attrName>
                                        </p:attrNameLst>
                                      </p:cBhvr>
                                      <p:tavLst>
                                        <p:tav tm="0">
                                          <p:val>
                                            <p:strVal val="#ppt_y-#ppt_h*1.125000"/>
                                          </p:val>
                                        </p:tav>
                                        <p:tav tm="100000">
                                          <p:val>
                                            <p:strVal val="#ppt_y"/>
                                          </p:val>
                                        </p:tav>
                                      </p:tavLst>
                                    </p:anim>
                                    <p:animEffect transition="in" filter="wipe(down)">
                                      <p:cBhvr>
                                        <p:cTn id="8" dur="1000"/>
                                        <p:tgtEl>
                                          <p:spTgt spid="4"/>
                                        </p:tgtEl>
                                      </p:cBhvr>
                                    </p:animEffect>
                                  </p:childTnLst>
                                </p:cTn>
                              </p:par>
                            </p:childTnLst>
                          </p:cTn>
                        </p:par>
                      </p:childTnLst>
                    </p:cTn>
                  </p:par>
                  <p:par>
                    <p:cTn id="9" fill="hold">
                      <p:stCondLst>
                        <p:cond delay="indefinite"/>
                      </p:stCondLst>
                      <p:childTnLst>
                        <p:par>
                          <p:cTn id="10" fill="hold">
                            <p:stCondLst>
                              <p:cond delay="0"/>
                            </p:stCondLst>
                            <p:childTnLst>
                              <p:par>
                                <p:cTn id="11" presetID="49" presetClass="entr" presetSubtype="0" decel="100000" fill="hold" grpId="0" nodeType="clickEffect">
                                  <p:stCondLst>
                                    <p:cond delay="0"/>
                                  </p:stCondLst>
                                  <p:childTnLst>
                                    <p:set>
                                      <p:cBhvr>
                                        <p:cTn id="12" dur="1" fill="hold">
                                          <p:stCondLst>
                                            <p:cond delay="0"/>
                                          </p:stCondLst>
                                        </p:cTn>
                                        <p:tgtEl>
                                          <p:spTgt spid="5"/>
                                        </p:tgtEl>
                                        <p:attrNameLst>
                                          <p:attrName>style.visibility</p:attrName>
                                        </p:attrNameLst>
                                      </p:cBhvr>
                                      <p:to>
                                        <p:strVal val="visible"/>
                                      </p:to>
                                    </p:set>
                                    <p:anim calcmode="lin" valueType="num">
                                      <p:cBhvr>
                                        <p:cTn id="13" dur="500" fill="hold"/>
                                        <p:tgtEl>
                                          <p:spTgt spid="5"/>
                                        </p:tgtEl>
                                        <p:attrNameLst>
                                          <p:attrName>ppt_w</p:attrName>
                                        </p:attrNameLst>
                                      </p:cBhvr>
                                      <p:tavLst>
                                        <p:tav tm="0">
                                          <p:val>
                                            <p:fltVal val="0"/>
                                          </p:val>
                                        </p:tav>
                                        <p:tav tm="100000">
                                          <p:val>
                                            <p:strVal val="#ppt_w"/>
                                          </p:val>
                                        </p:tav>
                                      </p:tavLst>
                                    </p:anim>
                                    <p:anim calcmode="lin" valueType="num">
                                      <p:cBhvr>
                                        <p:cTn id="14" dur="500" fill="hold"/>
                                        <p:tgtEl>
                                          <p:spTgt spid="5"/>
                                        </p:tgtEl>
                                        <p:attrNameLst>
                                          <p:attrName>ppt_h</p:attrName>
                                        </p:attrNameLst>
                                      </p:cBhvr>
                                      <p:tavLst>
                                        <p:tav tm="0">
                                          <p:val>
                                            <p:fltVal val="0"/>
                                          </p:val>
                                        </p:tav>
                                        <p:tav tm="100000">
                                          <p:val>
                                            <p:strVal val="#ppt_h"/>
                                          </p:val>
                                        </p:tav>
                                      </p:tavLst>
                                    </p:anim>
                                    <p:anim calcmode="lin" valueType="num">
                                      <p:cBhvr>
                                        <p:cTn id="15" dur="500" fill="hold"/>
                                        <p:tgtEl>
                                          <p:spTgt spid="5"/>
                                        </p:tgtEl>
                                        <p:attrNameLst>
                                          <p:attrName>style.rotation</p:attrName>
                                        </p:attrNameLst>
                                      </p:cBhvr>
                                      <p:tavLst>
                                        <p:tav tm="0">
                                          <p:val>
                                            <p:fltVal val="360"/>
                                          </p:val>
                                        </p:tav>
                                        <p:tav tm="100000">
                                          <p:val>
                                            <p:fltVal val="0"/>
                                          </p:val>
                                        </p:tav>
                                      </p:tavLst>
                                    </p:anim>
                                    <p:animEffect transition="in" filter="fade">
                                      <p:cBhvr>
                                        <p:cTn id="16" dur="500"/>
                                        <p:tgtEl>
                                          <p:spTgt spid="5"/>
                                        </p:tgtEl>
                                      </p:cBhvr>
                                    </p:animEffect>
                                  </p:childTnLst>
                                </p:cTn>
                              </p:par>
                            </p:childTnLst>
                          </p:cTn>
                        </p:par>
                        <p:par>
                          <p:cTn id="17" fill="hold">
                            <p:stCondLst>
                              <p:cond delay="500"/>
                            </p:stCondLst>
                            <p:childTnLst>
                              <p:par>
                                <p:cTn id="18" presetID="1" presetClass="entr" presetSubtype="0" fill="hold" grpId="0" nodeType="afterEffect">
                                  <p:stCondLst>
                                    <p:cond delay="0"/>
                                  </p:stCondLst>
                                  <p:iterate type="lt">
                                    <p:tmAbs val="100"/>
                                  </p:iterate>
                                  <p:childTnLst>
                                    <p:set>
                                      <p:cBhvr>
                                        <p:cTn id="19" dur="1" fill="hold">
                                          <p:stCondLst>
                                            <p:cond delay="0"/>
                                          </p:stCondLst>
                                        </p:cTn>
                                        <p:tgtEl>
                                          <p:spTgt spid="6"/>
                                        </p:tgtEl>
                                        <p:attrNameLst>
                                          <p:attrName>style.visibility</p:attrName>
                                        </p:attrNameLst>
                                      </p:cBhvr>
                                      <p:to>
                                        <p:strVal val="visible"/>
                                      </p:to>
                                    </p:set>
                                  </p:childTnLst>
                                </p:cTn>
                              </p:par>
                            </p:childTnLst>
                          </p:cTn>
                        </p:par>
                      </p:childTnLst>
                    </p:cTn>
                  </p:par>
                  <p:par>
                    <p:cTn id="20" fill="hold">
                      <p:stCondLst>
                        <p:cond delay="indefinite"/>
                      </p:stCondLst>
                      <p:childTnLst>
                        <p:par>
                          <p:cTn id="21" fill="hold">
                            <p:stCondLst>
                              <p:cond delay="0"/>
                            </p:stCondLst>
                            <p:childTnLst>
                              <p:par>
                                <p:cTn id="22" presetID="49" presetClass="entr" presetSubtype="0" decel="100000" fill="hold" grpId="0" nodeType="clickEffect">
                                  <p:stCondLst>
                                    <p:cond delay="0"/>
                                  </p:stCondLst>
                                  <p:childTnLst>
                                    <p:set>
                                      <p:cBhvr>
                                        <p:cTn id="23" dur="1" fill="hold">
                                          <p:stCondLst>
                                            <p:cond delay="0"/>
                                          </p:stCondLst>
                                        </p:cTn>
                                        <p:tgtEl>
                                          <p:spTgt spid="7"/>
                                        </p:tgtEl>
                                        <p:attrNameLst>
                                          <p:attrName>style.visibility</p:attrName>
                                        </p:attrNameLst>
                                      </p:cBhvr>
                                      <p:to>
                                        <p:strVal val="visible"/>
                                      </p:to>
                                    </p:set>
                                    <p:anim calcmode="lin" valueType="num">
                                      <p:cBhvr>
                                        <p:cTn id="24" dur="500" fill="hold"/>
                                        <p:tgtEl>
                                          <p:spTgt spid="7"/>
                                        </p:tgtEl>
                                        <p:attrNameLst>
                                          <p:attrName>ppt_w</p:attrName>
                                        </p:attrNameLst>
                                      </p:cBhvr>
                                      <p:tavLst>
                                        <p:tav tm="0">
                                          <p:val>
                                            <p:fltVal val="0"/>
                                          </p:val>
                                        </p:tav>
                                        <p:tav tm="100000">
                                          <p:val>
                                            <p:strVal val="#ppt_w"/>
                                          </p:val>
                                        </p:tav>
                                      </p:tavLst>
                                    </p:anim>
                                    <p:anim calcmode="lin" valueType="num">
                                      <p:cBhvr>
                                        <p:cTn id="25" dur="500" fill="hold"/>
                                        <p:tgtEl>
                                          <p:spTgt spid="7"/>
                                        </p:tgtEl>
                                        <p:attrNameLst>
                                          <p:attrName>ppt_h</p:attrName>
                                        </p:attrNameLst>
                                      </p:cBhvr>
                                      <p:tavLst>
                                        <p:tav tm="0">
                                          <p:val>
                                            <p:fltVal val="0"/>
                                          </p:val>
                                        </p:tav>
                                        <p:tav tm="100000">
                                          <p:val>
                                            <p:strVal val="#ppt_h"/>
                                          </p:val>
                                        </p:tav>
                                      </p:tavLst>
                                    </p:anim>
                                    <p:anim calcmode="lin" valueType="num">
                                      <p:cBhvr>
                                        <p:cTn id="26" dur="500" fill="hold"/>
                                        <p:tgtEl>
                                          <p:spTgt spid="7"/>
                                        </p:tgtEl>
                                        <p:attrNameLst>
                                          <p:attrName>style.rotation</p:attrName>
                                        </p:attrNameLst>
                                      </p:cBhvr>
                                      <p:tavLst>
                                        <p:tav tm="0">
                                          <p:val>
                                            <p:fltVal val="360"/>
                                          </p:val>
                                        </p:tav>
                                        <p:tav tm="100000">
                                          <p:val>
                                            <p:fltVal val="0"/>
                                          </p:val>
                                        </p:tav>
                                      </p:tavLst>
                                    </p:anim>
                                    <p:animEffect transition="in" filter="fade">
                                      <p:cBhvr>
                                        <p:cTn id="27" dur="500"/>
                                        <p:tgtEl>
                                          <p:spTgt spid="7"/>
                                        </p:tgtEl>
                                      </p:cBhvr>
                                    </p:animEffect>
                                  </p:childTnLst>
                                </p:cTn>
                              </p:par>
                            </p:childTnLst>
                          </p:cTn>
                        </p:par>
                        <p:par>
                          <p:cTn id="28" fill="hold">
                            <p:stCondLst>
                              <p:cond delay="500"/>
                            </p:stCondLst>
                            <p:childTnLst>
                              <p:par>
                                <p:cTn id="29" presetID="1" presetClass="entr" presetSubtype="0" fill="hold" grpId="0" nodeType="afterEffect">
                                  <p:stCondLst>
                                    <p:cond delay="0"/>
                                  </p:stCondLst>
                                  <p:iterate type="lt">
                                    <p:tmAbs val="100"/>
                                  </p:iterate>
                                  <p:childTnLst>
                                    <p:set>
                                      <p:cBhvr>
                                        <p:cTn id="30" dur="1" fill="hold">
                                          <p:stCondLst>
                                            <p:cond delay="0"/>
                                          </p:stCondLst>
                                        </p:cTn>
                                        <p:tgtEl>
                                          <p:spTgt spid="8"/>
                                        </p:tgtEl>
                                        <p:attrNameLst>
                                          <p:attrName>style.visibility</p:attrName>
                                        </p:attrNameLst>
                                      </p:cBhvr>
                                      <p:to>
                                        <p:strVal val="visible"/>
                                      </p:to>
                                    </p:set>
                                  </p:childTnLst>
                                </p:cTn>
                              </p:par>
                            </p:childTnLst>
                          </p:cTn>
                        </p:par>
                      </p:childTnLst>
                    </p:cTn>
                  </p:par>
                  <p:par>
                    <p:cTn id="31" fill="hold">
                      <p:stCondLst>
                        <p:cond delay="indefinite"/>
                      </p:stCondLst>
                      <p:childTnLst>
                        <p:par>
                          <p:cTn id="32" fill="hold">
                            <p:stCondLst>
                              <p:cond delay="0"/>
                            </p:stCondLst>
                            <p:childTnLst>
                              <p:par>
                                <p:cTn id="33" presetID="30" presetClass="entr" presetSubtype="0" fill="hold" nodeType="clickEffect">
                                  <p:stCondLst>
                                    <p:cond delay="0"/>
                                  </p:stCondLst>
                                  <p:childTnLst>
                                    <p:set>
                                      <p:cBhvr>
                                        <p:cTn id="34" dur="1" fill="hold">
                                          <p:stCondLst>
                                            <p:cond delay="0"/>
                                          </p:stCondLst>
                                        </p:cTn>
                                        <p:tgtEl>
                                          <p:spTgt spid="39"/>
                                        </p:tgtEl>
                                        <p:attrNameLst>
                                          <p:attrName>style.visibility</p:attrName>
                                        </p:attrNameLst>
                                      </p:cBhvr>
                                      <p:to>
                                        <p:strVal val="visible"/>
                                      </p:to>
                                    </p:set>
                                    <p:animEffect transition="in" filter="fade">
                                      <p:cBhvr>
                                        <p:cTn id="35" dur="800" decel="100000"/>
                                        <p:tgtEl>
                                          <p:spTgt spid="39"/>
                                        </p:tgtEl>
                                      </p:cBhvr>
                                    </p:animEffect>
                                    <p:anim calcmode="lin" valueType="num">
                                      <p:cBhvr>
                                        <p:cTn id="36" dur="800" decel="100000" fill="hold"/>
                                        <p:tgtEl>
                                          <p:spTgt spid="39"/>
                                        </p:tgtEl>
                                        <p:attrNameLst>
                                          <p:attrName>style.rotation</p:attrName>
                                        </p:attrNameLst>
                                      </p:cBhvr>
                                      <p:tavLst>
                                        <p:tav tm="0">
                                          <p:val>
                                            <p:fltVal val="-90"/>
                                          </p:val>
                                        </p:tav>
                                        <p:tav tm="100000">
                                          <p:val>
                                            <p:fltVal val="0"/>
                                          </p:val>
                                        </p:tav>
                                      </p:tavLst>
                                    </p:anim>
                                    <p:anim calcmode="lin" valueType="num">
                                      <p:cBhvr>
                                        <p:cTn id="37" dur="800" decel="100000" fill="hold"/>
                                        <p:tgtEl>
                                          <p:spTgt spid="39"/>
                                        </p:tgtEl>
                                        <p:attrNameLst>
                                          <p:attrName>ppt_x</p:attrName>
                                        </p:attrNameLst>
                                      </p:cBhvr>
                                      <p:tavLst>
                                        <p:tav tm="0">
                                          <p:val>
                                            <p:strVal val="#ppt_x+0.4"/>
                                          </p:val>
                                        </p:tav>
                                        <p:tav tm="100000">
                                          <p:val>
                                            <p:strVal val="#ppt_x-0.05"/>
                                          </p:val>
                                        </p:tav>
                                      </p:tavLst>
                                    </p:anim>
                                    <p:anim calcmode="lin" valueType="num">
                                      <p:cBhvr>
                                        <p:cTn id="38" dur="800" decel="100000" fill="hold"/>
                                        <p:tgtEl>
                                          <p:spTgt spid="39"/>
                                        </p:tgtEl>
                                        <p:attrNameLst>
                                          <p:attrName>ppt_y</p:attrName>
                                        </p:attrNameLst>
                                      </p:cBhvr>
                                      <p:tavLst>
                                        <p:tav tm="0">
                                          <p:val>
                                            <p:strVal val="#ppt_y-0.4"/>
                                          </p:val>
                                        </p:tav>
                                        <p:tav tm="100000">
                                          <p:val>
                                            <p:strVal val="#ppt_y+0.1"/>
                                          </p:val>
                                        </p:tav>
                                      </p:tavLst>
                                    </p:anim>
                                    <p:anim calcmode="lin" valueType="num">
                                      <p:cBhvr>
                                        <p:cTn id="39" dur="200" accel="100000" fill="hold">
                                          <p:stCondLst>
                                            <p:cond delay="800"/>
                                          </p:stCondLst>
                                        </p:cTn>
                                        <p:tgtEl>
                                          <p:spTgt spid="39"/>
                                        </p:tgtEl>
                                        <p:attrNameLst>
                                          <p:attrName>ppt_x</p:attrName>
                                        </p:attrNameLst>
                                      </p:cBhvr>
                                      <p:tavLst>
                                        <p:tav tm="0">
                                          <p:val>
                                            <p:strVal val="#ppt_x-0.05"/>
                                          </p:val>
                                        </p:tav>
                                        <p:tav tm="100000">
                                          <p:val>
                                            <p:strVal val="#ppt_x"/>
                                          </p:val>
                                        </p:tav>
                                      </p:tavLst>
                                    </p:anim>
                                    <p:anim calcmode="lin" valueType="num">
                                      <p:cBhvr>
                                        <p:cTn id="40" dur="200" accel="100000" fill="hold">
                                          <p:stCondLst>
                                            <p:cond delay="800"/>
                                          </p:stCondLst>
                                        </p:cTn>
                                        <p:tgtEl>
                                          <p:spTgt spid="39"/>
                                        </p:tgtEl>
                                        <p:attrNameLst>
                                          <p:attrName>ppt_y</p:attrName>
                                        </p:attrNameLst>
                                      </p:cBhvr>
                                      <p:tavLst>
                                        <p:tav tm="0">
                                          <p:val>
                                            <p:strVal val="#ppt_y+0.1"/>
                                          </p:val>
                                        </p:tav>
                                        <p:tav tm="100000">
                                          <p:val>
                                            <p:strVal val="#ppt_y"/>
                                          </p:val>
                                        </p:tav>
                                      </p:tavLst>
                                    </p:anim>
                                  </p:childTnLst>
                                </p:cTn>
                              </p:par>
                            </p:childTnLst>
                          </p:cTn>
                        </p:par>
                      </p:childTnLst>
                    </p:cTn>
                  </p:par>
                  <p:par>
                    <p:cTn id="41" fill="hold">
                      <p:stCondLst>
                        <p:cond delay="indefinite"/>
                      </p:stCondLst>
                      <p:childTnLst>
                        <p:par>
                          <p:cTn id="42" fill="hold">
                            <p:stCondLst>
                              <p:cond delay="0"/>
                            </p:stCondLst>
                            <p:childTnLst>
                              <p:par>
                                <p:cTn id="43" presetID="47" presetClass="entr" presetSubtype="0" fill="hold" nodeType="clickEffect">
                                  <p:stCondLst>
                                    <p:cond delay="0"/>
                                  </p:stCondLst>
                                  <p:childTnLst>
                                    <p:set>
                                      <p:cBhvr>
                                        <p:cTn id="44" dur="1" fill="hold">
                                          <p:stCondLst>
                                            <p:cond delay="0"/>
                                          </p:stCondLst>
                                        </p:cTn>
                                        <p:tgtEl>
                                          <p:spTgt spid="42"/>
                                        </p:tgtEl>
                                        <p:attrNameLst>
                                          <p:attrName>style.visibility</p:attrName>
                                        </p:attrNameLst>
                                      </p:cBhvr>
                                      <p:to>
                                        <p:strVal val="visible"/>
                                      </p:to>
                                    </p:set>
                                    <p:animEffect transition="in" filter="fade">
                                      <p:cBhvr>
                                        <p:cTn id="45" dur="1000"/>
                                        <p:tgtEl>
                                          <p:spTgt spid="42"/>
                                        </p:tgtEl>
                                      </p:cBhvr>
                                    </p:animEffect>
                                    <p:anim calcmode="lin" valueType="num">
                                      <p:cBhvr>
                                        <p:cTn id="46" dur="1000" fill="hold"/>
                                        <p:tgtEl>
                                          <p:spTgt spid="42"/>
                                        </p:tgtEl>
                                        <p:attrNameLst>
                                          <p:attrName>ppt_x</p:attrName>
                                        </p:attrNameLst>
                                      </p:cBhvr>
                                      <p:tavLst>
                                        <p:tav tm="0">
                                          <p:val>
                                            <p:strVal val="#ppt_x"/>
                                          </p:val>
                                        </p:tav>
                                        <p:tav tm="100000">
                                          <p:val>
                                            <p:strVal val="#ppt_x"/>
                                          </p:val>
                                        </p:tav>
                                      </p:tavLst>
                                    </p:anim>
                                    <p:anim calcmode="lin" valueType="num">
                                      <p:cBhvr>
                                        <p:cTn id="47" dur="1000" fill="hold"/>
                                        <p:tgtEl>
                                          <p:spTgt spid="42"/>
                                        </p:tgtEl>
                                        <p:attrNameLst>
                                          <p:attrName>ppt_y</p:attrName>
                                        </p:attrNameLst>
                                      </p:cBhvr>
                                      <p:tavLst>
                                        <p:tav tm="0">
                                          <p:val>
                                            <p:strVal val="#ppt_y-.1"/>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 grpId="0" animBg="1"/>
      <p:bldP spid="6" grpId="0"/>
      <p:bldP spid="7" grpId="0" animBg="1"/>
      <p:bldP spid="8" grpId="0"/>
    </p:bldLst>
  </p:timing>
</p:sld>
</file>

<file path=ppt/slides/slide7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8" name="íşlïḍè">
            <a:extLst>
              <a:ext uri="{FF2B5EF4-FFF2-40B4-BE49-F238E27FC236}">
                <a16:creationId xmlns:a16="http://schemas.microsoft.com/office/drawing/2014/main" id="{84471C76-DEDF-4671-9FA8-98D09781EF32}"/>
              </a:ext>
            </a:extLst>
          </p:cNvPr>
          <p:cNvSpPr txBox="1"/>
          <p:nvPr/>
        </p:nvSpPr>
        <p:spPr>
          <a:xfrm>
            <a:off x="4260716" y="3500446"/>
            <a:ext cx="3849492" cy="256977"/>
          </a:xfrm>
          <a:prstGeom prst="rect">
            <a:avLst/>
          </a:prstGeom>
          <a:noFill/>
        </p:spPr>
        <p:txBody>
          <a:bodyPr wrap="square" lIns="91440" tIns="45720" rIns="91440" bIns="45720" anchor="ctr">
            <a:noAutofit/>
          </a:bodyPr>
          <a:lstStyle/>
          <a:p>
            <a:r>
              <a:rPr lang="zh-CN" altLang="en-US" b="1" dirty="0">
                <a:solidFill>
                  <a:schemeClr val="accent4"/>
                </a:solidFill>
              </a:rPr>
              <a:t>“</a:t>
            </a:r>
            <a:r>
              <a:rPr lang="en-US" altLang="zh-CN" b="1" dirty="0">
                <a:solidFill>
                  <a:schemeClr val="accent4"/>
                </a:solidFill>
              </a:rPr>
              <a:t>1</a:t>
            </a:r>
            <a:r>
              <a:rPr lang="zh-CN" altLang="en-US" b="1" dirty="0">
                <a:solidFill>
                  <a:schemeClr val="accent4"/>
                </a:solidFill>
              </a:rPr>
              <a:t>”数量的奇性改变，可检出错误。</a:t>
            </a:r>
            <a:endParaRPr lang="en-US" altLang="zh-CN" b="1" dirty="0">
              <a:solidFill>
                <a:schemeClr val="accent4"/>
              </a:solidFill>
            </a:endParaRPr>
          </a:p>
        </p:txBody>
      </p:sp>
      <p:grpSp>
        <p:nvGrpSpPr>
          <p:cNvPr id="42" name="组合 41">
            <a:extLst>
              <a:ext uri="{FF2B5EF4-FFF2-40B4-BE49-F238E27FC236}">
                <a16:creationId xmlns:a16="http://schemas.microsoft.com/office/drawing/2014/main" id="{3ADC7415-9363-4C02-8707-90F25A65D876}"/>
              </a:ext>
            </a:extLst>
          </p:cNvPr>
          <p:cNvGrpSpPr/>
          <p:nvPr/>
        </p:nvGrpSpPr>
        <p:grpSpPr>
          <a:xfrm>
            <a:off x="1354732" y="2880310"/>
            <a:ext cx="9502855" cy="256977"/>
            <a:chOff x="1354732" y="3302872"/>
            <a:chExt cx="9502855" cy="256977"/>
          </a:xfrm>
        </p:grpSpPr>
        <p:sp>
          <p:nvSpPr>
            <p:cNvPr id="40" name="íşlïḍè">
              <a:extLst>
                <a:ext uri="{FF2B5EF4-FFF2-40B4-BE49-F238E27FC236}">
                  <a16:creationId xmlns:a16="http://schemas.microsoft.com/office/drawing/2014/main" id="{208F611B-54CB-481A-B14E-622F008CE443}"/>
                </a:ext>
              </a:extLst>
            </p:cNvPr>
            <p:cNvSpPr txBox="1"/>
            <p:nvPr/>
          </p:nvSpPr>
          <p:spPr>
            <a:xfrm>
              <a:off x="1354732" y="3302872"/>
              <a:ext cx="1041581" cy="256977"/>
            </a:xfrm>
            <a:prstGeom prst="rect">
              <a:avLst/>
            </a:prstGeom>
            <a:noFill/>
          </p:spPr>
          <p:txBody>
            <a:bodyPr wrap="square" lIns="91440" tIns="45720" rIns="91440" bIns="45720" anchor="ctr">
              <a:noAutofit/>
            </a:bodyPr>
            <a:lstStyle/>
            <a:p>
              <a:pPr algn="ctr"/>
              <a:r>
                <a:rPr lang="zh-CN" altLang="en-US" b="1" dirty="0"/>
                <a:t>奇校验</a:t>
              </a:r>
              <a:endParaRPr lang="en-US" altLang="zh-CN" b="1" dirty="0"/>
            </a:p>
          </p:txBody>
        </p:sp>
        <p:sp>
          <p:nvSpPr>
            <p:cNvPr id="41" name="íşlïḍè">
              <a:extLst>
                <a:ext uri="{FF2B5EF4-FFF2-40B4-BE49-F238E27FC236}">
                  <a16:creationId xmlns:a16="http://schemas.microsoft.com/office/drawing/2014/main" id="{5AC98E50-A602-4681-9A4F-AD54202C61CD}"/>
                </a:ext>
              </a:extLst>
            </p:cNvPr>
            <p:cNvSpPr txBox="1"/>
            <p:nvPr/>
          </p:nvSpPr>
          <p:spPr>
            <a:xfrm>
              <a:off x="9816006" y="3302872"/>
              <a:ext cx="1041581" cy="256977"/>
            </a:xfrm>
            <a:prstGeom prst="rect">
              <a:avLst/>
            </a:prstGeom>
            <a:noFill/>
          </p:spPr>
          <p:txBody>
            <a:bodyPr wrap="square" lIns="91440" tIns="45720" rIns="91440" bIns="45720" anchor="ctr">
              <a:noAutofit/>
            </a:bodyPr>
            <a:lstStyle/>
            <a:p>
              <a:pPr algn="ctr"/>
              <a:r>
                <a:rPr lang="zh-CN" altLang="en-US" b="1" dirty="0"/>
                <a:t>奇校验</a:t>
              </a:r>
              <a:endParaRPr lang="en-US" altLang="zh-CN" b="1" dirty="0"/>
            </a:p>
          </p:txBody>
        </p:sp>
      </p:grpSp>
      <p:grpSp>
        <p:nvGrpSpPr>
          <p:cNvPr id="4" name="组合 3">
            <a:extLst>
              <a:ext uri="{FF2B5EF4-FFF2-40B4-BE49-F238E27FC236}">
                <a16:creationId xmlns:a16="http://schemas.microsoft.com/office/drawing/2014/main" id="{9A1EA9F2-FCB6-48C3-935F-7AE7E3AD14AC}"/>
              </a:ext>
            </a:extLst>
          </p:cNvPr>
          <p:cNvGrpSpPr/>
          <p:nvPr/>
        </p:nvGrpSpPr>
        <p:grpSpPr>
          <a:xfrm>
            <a:off x="304800" y="749300"/>
            <a:ext cx="6192343" cy="400110"/>
            <a:chOff x="424117" y="898245"/>
            <a:chExt cx="6192343" cy="400110"/>
          </a:xfrm>
        </p:grpSpPr>
        <p:sp>
          <p:nvSpPr>
            <p:cNvPr id="2" name="平行四边形 1">
              <a:extLst>
                <a:ext uri="{FF2B5EF4-FFF2-40B4-BE49-F238E27FC236}">
                  <a16:creationId xmlns:a16="http://schemas.microsoft.com/office/drawing/2014/main" id="{1F5BAA3F-9845-4F89-A2DD-8222D3E4EDAC}"/>
                </a:ext>
              </a:extLst>
            </p:cNvPr>
            <p:cNvSpPr/>
            <p:nvPr/>
          </p:nvSpPr>
          <p:spPr>
            <a:xfrm>
              <a:off x="424117" y="898245"/>
              <a:ext cx="711200" cy="387090"/>
            </a:xfrm>
            <a:prstGeom prst="parallelogram">
              <a:avLst/>
            </a:prstGeom>
            <a:solidFill>
              <a:schemeClr val="accent3">
                <a:lumMod val="75000"/>
              </a:schemeClr>
            </a:solidFill>
            <a:ln>
              <a:solidFill>
                <a:schemeClr val="accent3">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CN" sz="2200" dirty="0">
                  <a:latin typeface="Impact" panose="020B0806030902050204" pitchFamily="34" charset="0"/>
                </a:rPr>
                <a:t>02</a:t>
              </a:r>
              <a:endParaRPr lang="zh-CN" altLang="en-US" sz="2200" dirty="0">
                <a:latin typeface="Impact" panose="020B0806030902050204" pitchFamily="34" charset="0"/>
              </a:endParaRPr>
            </a:p>
          </p:txBody>
        </p:sp>
        <p:sp>
          <p:nvSpPr>
            <p:cNvPr id="3" name="文本框 2">
              <a:extLst>
                <a:ext uri="{FF2B5EF4-FFF2-40B4-BE49-F238E27FC236}">
                  <a16:creationId xmlns:a16="http://schemas.microsoft.com/office/drawing/2014/main" id="{4D6BD736-A4D3-4F26-AFED-36E11F50F70B}"/>
                </a:ext>
              </a:extLst>
            </p:cNvPr>
            <p:cNvSpPr txBox="1"/>
            <p:nvPr/>
          </p:nvSpPr>
          <p:spPr>
            <a:xfrm>
              <a:off x="1204755" y="898245"/>
              <a:ext cx="5411705" cy="400110"/>
            </a:xfrm>
            <a:prstGeom prst="rect">
              <a:avLst/>
            </a:prstGeom>
            <a:noFill/>
          </p:spPr>
          <p:txBody>
            <a:bodyPr wrap="square" rtlCol="0">
              <a:spAutoFit/>
            </a:bodyPr>
            <a:lstStyle/>
            <a:p>
              <a:r>
                <a:rPr lang="zh-CN" altLang="en-US" sz="2000" b="1" dirty="0"/>
                <a:t>奇偶校验</a:t>
              </a:r>
            </a:p>
          </p:txBody>
        </p:sp>
      </p:grpSp>
      <p:sp>
        <p:nvSpPr>
          <p:cNvPr id="5" name="矩形 4">
            <a:extLst>
              <a:ext uri="{FF2B5EF4-FFF2-40B4-BE49-F238E27FC236}">
                <a16:creationId xmlns:a16="http://schemas.microsoft.com/office/drawing/2014/main" id="{971D0C99-431C-4101-8C2B-F72D87047F3E}"/>
              </a:ext>
            </a:extLst>
          </p:cNvPr>
          <p:cNvSpPr/>
          <p:nvPr/>
        </p:nvSpPr>
        <p:spPr>
          <a:xfrm>
            <a:off x="1016000" y="1297642"/>
            <a:ext cx="256976" cy="256976"/>
          </a:xfrm>
          <a:prstGeom prst="rect">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6" name="íşlïḍè">
            <a:extLst>
              <a:ext uri="{FF2B5EF4-FFF2-40B4-BE49-F238E27FC236}">
                <a16:creationId xmlns:a16="http://schemas.microsoft.com/office/drawing/2014/main" id="{1839D133-07C9-44AB-879F-5F3648994379}"/>
              </a:ext>
            </a:extLst>
          </p:cNvPr>
          <p:cNvSpPr txBox="1"/>
          <p:nvPr/>
        </p:nvSpPr>
        <p:spPr>
          <a:xfrm>
            <a:off x="1333227" y="1297641"/>
            <a:ext cx="10475031" cy="256977"/>
          </a:xfrm>
          <a:prstGeom prst="rect">
            <a:avLst/>
          </a:prstGeom>
          <a:noFill/>
        </p:spPr>
        <p:txBody>
          <a:bodyPr wrap="square" lIns="91440" tIns="45720" rIns="91440" bIns="45720" anchor="ctr">
            <a:noAutofit/>
          </a:bodyPr>
          <a:lstStyle/>
          <a:p>
            <a:r>
              <a:rPr lang="zh-CN" altLang="en-US" b="1" dirty="0"/>
              <a:t>奇校验是在待发送的数据后面</a:t>
            </a:r>
            <a:r>
              <a:rPr lang="zh-CN" altLang="en-US" b="1" dirty="0">
                <a:solidFill>
                  <a:schemeClr val="accent1">
                    <a:lumMod val="75000"/>
                  </a:schemeClr>
                </a:solidFill>
              </a:rPr>
              <a:t>添加</a:t>
            </a:r>
            <a:r>
              <a:rPr lang="en-US" altLang="zh-CN" b="1" dirty="0">
                <a:solidFill>
                  <a:schemeClr val="accent1">
                    <a:lumMod val="75000"/>
                  </a:schemeClr>
                </a:solidFill>
              </a:rPr>
              <a:t>1</a:t>
            </a:r>
            <a:r>
              <a:rPr lang="zh-CN" altLang="en-US" b="1" dirty="0">
                <a:solidFill>
                  <a:schemeClr val="accent1">
                    <a:lumMod val="75000"/>
                  </a:schemeClr>
                </a:solidFill>
              </a:rPr>
              <a:t>个校验位</a:t>
            </a:r>
            <a:r>
              <a:rPr lang="zh-CN" altLang="en-US" b="1" dirty="0"/>
              <a:t>，使得添加该校验位后的整个数据中</a:t>
            </a:r>
            <a:r>
              <a:rPr lang="zh-CN" altLang="en-US" b="1" dirty="0">
                <a:solidFill>
                  <a:schemeClr val="accent1">
                    <a:lumMod val="75000"/>
                  </a:schemeClr>
                </a:solidFill>
              </a:rPr>
              <a:t>比特</a:t>
            </a:r>
            <a:r>
              <a:rPr lang="en-US" altLang="zh-CN" b="1" dirty="0">
                <a:solidFill>
                  <a:schemeClr val="accent1">
                    <a:lumMod val="75000"/>
                  </a:schemeClr>
                </a:solidFill>
              </a:rPr>
              <a:t>1</a:t>
            </a:r>
            <a:r>
              <a:rPr lang="zh-CN" altLang="en-US" b="1" dirty="0">
                <a:solidFill>
                  <a:schemeClr val="accent1">
                    <a:lumMod val="75000"/>
                  </a:schemeClr>
                </a:solidFill>
              </a:rPr>
              <a:t>的个数</a:t>
            </a:r>
            <a:r>
              <a:rPr lang="zh-CN" altLang="en-US" b="1" dirty="0"/>
              <a:t>为</a:t>
            </a:r>
            <a:r>
              <a:rPr lang="zh-CN" altLang="en-US" b="1" dirty="0">
                <a:solidFill>
                  <a:schemeClr val="accent1">
                    <a:lumMod val="75000"/>
                  </a:schemeClr>
                </a:solidFill>
              </a:rPr>
              <a:t>奇数</a:t>
            </a:r>
            <a:r>
              <a:rPr lang="zh-CN" altLang="en-US" b="1" dirty="0"/>
              <a:t>。</a:t>
            </a:r>
            <a:endParaRPr lang="en-US" altLang="zh-CN" b="1" dirty="0"/>
          </a:p>
        </p:txBody>
      </p:sp>
      <p:sp>
        <p:nvSpPr>
          <p:cNvPr id="7" name="矩形 6">
            <a:extLst>
              <a:ext uri="{FF2B5EF4-FFF2-40B4-BE49-F238E27FC236}">
                <a16:creationId xmlns:a16="http://schemas.microsoft.com/office/drawing/2014/main" id="{D4EA06D0-9D69-44E0-B618-0744E5734DE0}"/>
              </a:ext>
            </a:extLst>
          </p:cNvPr>
          <p:cNvSpPr/>
          <p:nvPr/>
        </p:nvSpPr>
        <p:spPr>
          <a:xfrm>
            <a:off x="1016000" y="1715871"/>
            <a:ext cx="256976" cy="256976"/>
          </a:xfrm>
          <a:prstGeom prst="rect">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8" name="íşlïḍè">
            <a:extLst>
              <a:ext uri="{FF2B5EF4-FFF2-40B4-BE49-F238E27FC236}">
                <a16:creationId xmlns:a16="http://schemas.microsoft.com/office/drawing/2014/main" id="{44494268-1883-4E3C-B842-B7B6E998938E}"/>
              </a:ext>
            </a:extLst>
          </p:cNvPr>
          <p:cNvSpPr txBox="1"/>
          <p:nvPr/>
        </p:nvSpPr>
        <p:spPr>
          <a:xfrm>
            <a:off x="1333227" y="1715870"/>
            <a:ext cx="10475031" cy="256977"/>
          </a:xfrm>
          <a:prstGeom prst="rect">
            <a:avLst/>
          </a:prstGeom>
          <a:noFill/>
        </p:spPr>
        <p:txBody>
          <a:bodyPr wrap="square" lIns="91440" tIns="45720" rIns="91440" bIns="45720" anchor="ctr">
            <a:noAutofit/>
          </a:bodyPr>
          <a:lstStyle/>
          <a:p>
            <a:r>
              <a:rPr lang="zh-CN" altLang="en-US" b="1" dirty="0"/>
              <a:t>偶校验是在待发送的数据后面</a:t>
            </a:r>
            <a:r>
              <a:rPr lang="zh-CN" altLang="en-US" b="1" dirty="0">
                <a:solidFill>
                  <a:schemeClr val="accent1">
                    <a:lumMod val="75000"/>
                  </a:schemeClr>
                </a:solidFill>
              </a:rPr>
              <a:t>添加</a:t>
            </a:r>
            <a:r>
              <a:rPr lang="en-US" altLang="zh-CN" b="1" dirty="0">
                <a:solidFill>
                  <a:schemeClr val="accent1">
                    <a:lumMod val="75000"/>
                  </a:schemeClr>
                </a:solidFill>
              </a:rPr>
              <a:t>1</a:t>
            </a:r>
            <a:r>
              <a:rPr lang="zh-CN" altLang="en-US" b="1" dirty="0">
                <a:solidFill>
                  <a:schemeClr val="accent1">
                    <a:lumMod val="75000"/>
                  </a:schemeClr>
                </a:solidFill>
              </a:rPr>
              <a:t>个校验位</a:t>
            </a:r>
            <a:r>
              <a:rPr lang="zh-CN" altLang="en-US" b="1" dirty="0"/>
              <a:t>，使得添加该校验位后的整个数据中</a:t>
            </a:r>
            <a:r>
              <a:rPr lang="zh-CN" altLang="en-US" b="1" dirty="0">
                <a:solidFill>
                  <a:schemeClr val="accent1">
                    <a:lumMod val="75000"/>
                  </a:schemeClr>
                </a:solidFill>
              </a:rPr>
              <a:t>比特</a:t>
            </a:r>
            <a:r>
              <a:rPr lang="en-US" altLang="zh-CN" b="1" dirty="0">
                <a:solidFill>
                  <a:schemeClr val="accent1">
                    <a:lumMod val="75000"/>
                  </a:schemeClr>
                </a:solidFill>
              </a:rPr>
              <a:t>1</a:t>
            </a:r>
            <a:r>
              <a:rPr lang="zh-CN" altLang="en-US" b="1" dirty="0">
                <a:solidFill>
                  <a:schemeClr val="accent1">
                    <a:lumMod val="75000"/>
                  </a:schemeClr>
                </a:solidFill>
              </a:rPr>
              <a:t>的个数</a:t>
            </a:r>
            <a:r>
              <a:rPr lang="zh-CN" altLang="en-US" b="1" dirty="0"/>
              <a:t>为</a:t>
            </a:r>
            <a:r>
              <a:rPr lang="zh-CN" altLang="en-US" b="1" dirty="0">
                <a:solidFill>
                  <a:schemeClr val="accent1">
                    <a:lumMod val="75000"/>
                  </a:schemeClr>
                </a:solidFill>
              </a:rPr>
              <a:t>偶数</a:t>
            </a:r>
            <a:r>
              <a:rPr lang="zh-CN" altLang="en-US" b="1" dirty="0"/>
              <a:t>。</a:t>
            </a:r>
            <a:endParaRPr lang="en-US" altLang="zh-CN" b="1" dirty="0"/>
          </a:p>
        </p:txBody>
      </p:sp>
      <p:grpSp>
        <p:nvGrpSpPr>
          <p:cNvPr id="39" name="组合 38">
            <a:extLst>
              <a:ext uri="{FF2B5EF4-FFF2-40B4-BE49-F238E27FC236}">
                <a16:creationId xmlns:a16="http://schemas.microsoft.com/office/drawing/2014/main" id="{3DF54BC2-CF8F-4E83-A832-B5E29A9D6D2A}"/>
              </a:ext>
            </a:extLst>
          </p:cNvPr>
          <p:cNvGrpSpPr/>
          <p:nvPr/>
        </p:nvGrpSpPr>
        <p:grpSpPr>
          <a:xfrm>
            <a:off x="1536951" y="2103871"/>
            <a:ext cx="9131253" cy="641082"/>
            <a:chOff x="1178428" y="2118570"/>
            <a:chExt cx="9131253" cy="641082"/>
          </a:xfrm>
        </p:grpSpPr>
        <p:cxnSp>
          <p:nvCxnSpPr>
            <p:cNvPr id="10" name="直接连接符 9">
              <a:extLst>
                <a:ext uri="{FF2B5EF4-FFF2-40B4-BE49-F238E27FC236}">
                  <a16:creationId xmlns:a16="http://schemas.microsoft.com/office/drawing/2014/main" id="{5777D45A-2EFA-4218-A7B0-205A3E5F6A84}"/>
                </a:ext>
              </a:extLst>
            </p:cNvPr>
            <p:cNvCxnSpPr>
              <a:cxnSpLocks/>
            </p:cNvCxnSpPr>
            <p:nvPr/>
          </p:nvCxnSpPr>
          <p:spPr>
            <a:xfrm>
              <a:off x="1509835" y="2585975"/>
              <a:ext cx="8468439"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pic>
          <p:nvPicPr>
            <p:cNvPr id="11" name="图形 10">
              <a:extLst>
                <a:ext uri="{FF2B5EF4-FFF2-40B4-BE49-F238E27FC236}">
                  <a16:creationId xmlns:a16="http://schemas.microsoft.com/office/drawing/2014/main" id="{9C763F9A-7C51-42E2-BD80-23E0BB34B7D7}"/>
                </a:ext>
              </a:extLst>
            </p:cNvPr>
            <p:cNvPicPr>
              <a:picLocks noChangeAspect="1"/>
            </p:cNvPicPr>
            <p:nvPr/>
          </p:nvPicPr>
          <p:blipFill>
            <a:blip r:embed="rId3">
              <a:extLst>
                <a:ext uri="{28A0092B-C50C-407E-A947-70E740481C1C}">
                  <a14:useLocalDpi xmlns:a14="http://schemas.microsoft.com/office/drawing/2010/main" val="0"/>
                </a:ext>
                <a:ext uri="{96DAC541-7B7A-43D3-8B79-37D633B846F1}">
                  <asvg:svgBlip xmlns:asvg="http://schemas.microsoft.com/office/drawing/2016/SVG/main" r:embed="rId4"/>
                </a:ext>
              </a:extLst>
            </a:blip>
            <a:stretch>
              <a:fillRect/>
            </a:stretch>
          </p:blipFill>
          <p:spPr>
            <a:xfrm>
              <a:off x="1178428" y="2118570"/>
              <a:ext cx="662814" cy="641082"/>
            </a:xfrm>
            <a:prstGeom prst="rect">
              <a:avLst/>
            </a:prstGeom>
          </p:spPr>
        </p:pic>
        <p:pic>
          <p:nvPicPr>
            <p:cNvPr id="12" name="图形 11">
              <a:extLst>
                <a:ext uri="{FF2B5EF4-FFF2-40B4-BE49-F238E27FC236}">
                  <a16:creationId xmlns:a16="http://schemas.microsoft.com/office/drawing/2014/main" id="{F2585B3D-C730-4C53-95DA-9CD886C34B82}"/>
                </a:ext>
              </a:extLst>
            </p:cNvPr>
            <p:cNvPicPr>
              <a:picLocks noChangeAspect="1"/>
            </p:cNvPicPr>
            <p:nvPr/>
          </p:nvPicPr>
          <p:blipFill>
            <a:blip r:embed="rId3">
              <a:extLst>
                <a:ext uri="{28A0092B-C50C-407E-A947-70E740481C1C}">
                  <a14:useLocalDpi xmlns:a14="http://schemas.microsoft.com/office/drawing/2010/main" val="0"/>
                </a:ext>
                <a:ext uri="{96DAC541-7B7A-43D3-8B79-37D633B846F1}">
                  <asvg:svgBlip xmlns:asvg="http://schemas.microsoft.com/office/drawing/2016/SVG/main" r:embed="rId4"/>
                </a:ext>
              </a:extLst>
            </a:blip>
            <a:stretch>
              <a:fillRect/>
            </a:stretch>
          </p:blipFill>
          <p:spPr>
            <a:xfrm>
              <a:off x="9646867" y="2118570"/>
              <a:ext cx="662814" cy="641082"/>
            </a:xfrm>
            <a:prstGeom prst="rect">
              <a:avLst/>
            </a:prstGeom>
          </p:spPr>
        </p:pic>
      </p:grpSp>
      <p:grpSp>
        <p:nvGrpSpPr>
          <p:cNvPr id="37" name="组合 36">
            <a:extLst>
              <a:ext uri="{FF2B5EF4-FFF2-40B4-BE49-F238E27FC236}">
                <a16:creationId xmlns:a16="http://schemas.microsoft.com/office/drawing/2014/main" id="{D69925A9-C859-4347-A05F-CDC4687E3491}"/>
              </a:ext>
            </a:extLst>
          </p:cNvPr>
          <p:cNvGrpSpPr/>
          <p:nvPr/>
        </p:nvGrpSpPr>
        <p:grpSpPr>
          <a:xfrm>
            <a:off x="930630" y="3728030"/>
            <a:ext cx="2047585" cy="210508"/>
            <a:chOff x="2681867" y="4134493"/>
            <a:chExt cx="2047585" cy="210508"/>
          </a:xfrm>
        </p:grpSpPr>
        <p:sp>
          <p:nvSpPr>
            <p:cNvPr id="17" name="六边形 16">
              <a:extLst>
                <a:ext uri="{FF2B5EF4-FFF2-40B4-BE49-F238E27FC236}">
                  <a16:creationId xmlns:a16="http://schemas.microsoft.com/office/drawing/2014/main" id="{72D03B14-955E-4F48-84FA-24E3CD91B887}"/>
                </a:ext>
              </a:extLst>
            </p:cNvPr>
            <p:cNvSpPr/>
            <p:nvPr/>
          </p:nvSpPr>
          <p:spPr>
            <a:xfrm>
              <a:off x="2681867" y="4134493"/>
              <a:ext cx="335500" cy="210508"/>
            </a:xfrm>
            <a:prstGeom prst="hexagon">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CN" b="1" dirty="0">
                  <a:solidFill>
                    <a:schemeClr val="tx1"/>
                  </a:solidFill>
                </a:rPr>
                <a:t>1</a:t>
              </a:r>
              <a:endParaRPr lang="zh-CN" altLang="en-US" b="1" dirty="0">
                <a:solidFill>
                  <a:schemeClr val="tx1"/>
                </a:solidFill>
              </a:endParaRPr>
            </a:p>
          </p:txBody>
        </p:sp>
        <p:sp>
          <p:nvSpPr>
            <p:cNvPr id="18" name="六边形 17">
              <a:extLst>
                <a:ext uri="{FF2B5EF4-FFF2-40B4-BE49-F238E27FC236}">
                  <a16:creationId xmlns:a16="http://schemas.microsoft.com/office/drawing/2014/main" id="{746A2A15-655F-4663-98BD-DC56FED2B69A}"/>
                </a:ext>
              </a:extLst>
            </p:cNvPr>
            <p:cNvSpPr/>
            <p:nvPr/>
          </p:nvSpPr>
          <p:spPr>
            <a:xfrm>
              <a:off x="3024284" y="4134493"/>
              <a:ext cx="335500" cy="210508"/>
            </a:xfrm>
            <a:prstGeom prst="hexagon">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CN" b="1" dirty="0">
                  <a:solidFill>
                    <a:schemeClr val="tx1"/>
                  </a:solidFill>
                </a:rPr>
                <a:t>0</a:t>
              </a:r>
              <a:endParaRPr lang="zh-CN" altLang="en-US" b="1" dirty="0">
                <a:solidFill>
                  <a:schemeClr val="tx1"/>
                </a:solidFill>
              </a:endParaRPr>
            </a:p>
          </p:txBody>
        </p:sp>
        <p:sp>
          <p:nvSpPr>
            <p:cNvPr id="19" name="六边形 18">
              <a:extLst>
                <a:ext uri="{FF2B5EF4-FFF2-40B4-BE49-F238E27FC236}">
                  <a16:creationId xmlns:a16="http://schemas.microsoft.com/office/drawing/2014/main" id="{388124B0-C89C-44D3-A52E-2F1CA27A7738}"/>
                </a:ext>
              </a:extLst>
            </p:cNvPr>
            <p:cNvSpPr/>
            <p:nvPr/>
          </p:nvSpPr>
          <p:spPr>
            <a:xfrm>
              <a:off x="3366701" y="4134493"/>
              <a:ext cx="335500" cy="210508"/>
            </a:xfrm>
            <a:prstGeom prst="hexagon">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CN" b="1" dirty="0">
                  <a:solidFill>
                    <a:schemeClr val="tx1"/>
                  </a:solidFill>
                </a:rPr>
                <a:t>1</a:t>
              </a:r>
              <a:endParaRPr lang="zh-CN" altLang="en-US" b="1" dirty="0">
                <a:solidFill>
                  <a:schemeClr val="tx1"/>
                </a:solidFill>
              </a:endParaRPr>
            </a:p>
          </p:txBody>
        </p:sp>
        <p:sp>
          <p:nvSpPr>
            <p:cNvPr id="20" name="六边形 19">
              <a:extLst>
                <a:ext uri="{FF2B5EF4-FFF2-40B4-BE49-F238E27FC236}">
                  <a16:creationId xmlns:a16="http://schemas.microsoft.com/office/drawing/2014/main" id="{D1917311-3FF1-4F80-BBA0-CF43ABF07320}"/>
                </a:ext>
              </a:extLst>
            </p:cNvPr>
            <p:cNvSpPr/>
            <p:nvPr/>
          </p:nvSpPr>
          <p:spPr>
            <a:xfrm>
              <a:off x="3709118" y="4134493"/>
              <a:ext cx="335500" cy="210508"/>
            </a:xfrm>
            <a:prstGeom prst="hexagon">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CN" b="1" dirty="0">
                  <a:solidFill>
                    <a:schemeClr val="tx1"/>
                  </a:solidFill>
                </a:rPr>
                <a:t>1</a:t>
              </a:r>
              <a:endParaRPr lang="zh-CN" altLang="en-US" b="1" dirty="0">
                <a:solidFill>
                  <a:schemeClr val="tx1"/>
                </a:solidFill>
              </a:endParaRPr>
            </a:p>
          </p:txBody>
        </p:sp>
        <p:sp>
          <p:nvSpPr>
            <p:cNvPr id="21" name="六边形 20">
              <a:extLst>
                <a:ext uri="{FF2B5EF4-FFF2-40B4-BE49-F238E27FC236}">
                  <a16:creationId xmlns:a16="http://schemas.microsoft.com/office/drawing/2014/main" id="{C3D4F2AE-BE4C-42B0-A30F-EEF7848DD172}"/>
                </a:ext>
              </a:extLst>
            </p:cNvPr>
            <p:cNvSpPr/>
            <p:nvPr/>
          </p:nvSpPr>
          <p:spPr>
            <a:xfrm>
              <a:off x="4051535" y="4134493"/>
              <a:ext cx="335500" cy="210508"/>
            </a:xfrm>
            <a:prstGeom prst="hexagon">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CN" b="1" dirty="0">
                  <a:solidFill>
                    <a:schemeClr val="tx1"/>
                  </a:solidFill>
                </a:rPr>
                <a:t>0</a:t>
              </a:r>
              <a:endParaRPr lang="zh-CN" altLang="en-US" b="1" dirty="0">
                <a:solidFill>
                  <a:schemeClr val="tx1"/>
                </a:solidFill>
              </a:endParaRPr>
            </a:p>
          </p:txBody>
        </p:sp>
        <p:sp>
          <p:nvSpPr>
            <p:cNvPr id="22" name="六边形 21">
              <a:extLst>
                <a:ext uri="{FF2B5EF4-FFF2-40B4-BE49-F238E27FC236}">
                  <a16:creationId xmlns:a16="http://schemas.microsoft.com/office/drawing/2014/main" id="{0BC4B352-5A2D-4E88-93E3-EBCB5D153516}"/>
                </a:ext>
              </a:extLst>
            </p:cNvPr>
            <p:cNvSpPr/>
            <p:nvPr/>
          </p:nvSpPr>
          <p:spPr>
            <a:xfrm>
              <a:off x="4393952" y="4134493"/>
              <a:ext cx="335500" cy="210508"/>
            </a:xfrm>
            <a:prstGeom prst="hexagon">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CN" b="1" dirty="0">
                  <a:solidFill>
                    <a:schemeClr val="tx1"/>
                  </a:solidFill>
                </a:rPr>
                <a:t>1</a:t>
              </a:r>
              <a:endParaRPr lang="zh-CN" altLang="en-US" b="1" dirty="0">
                <a:solidFill>
                  <a:schemeClr val="tx1"/>
                </a:solidFill>
              </a:endParaRPr>
            </a:p>
          </p:txBody>
        </p:sp>
      </p:grpSp>
      <p:sp>
        <p:nvSpPr>
          <p:cNvPr id="43" name="椭圆 42">
            <a:extLst>
              <a:ext uri="{FF2B5EF4-FFF2-40B4-BE49-F238E27FC236}">
                <a16:creationId xmlns:a16="http://schemas.microsoft.com/office/drawing/2014/main" id="{8B288764-AFF1-4C08-B01D-66A1192081A7}"/>
              </a:ext>
            </a:extLst>
          </p:cNvPr>
          <p:cNvSpPr/>
          <p:nvPr/>
        </p:nvSpPr>
        <p:spPr>
          <a:xfrm>
            <a:off x="619595" y="3686421"/>
            <a:ext cx="293725" cy="293725"/>
          </a:xfrm>
          <a:prstGeom prst="ellipse">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CN" b="1" dirty="0">
                <a:solidFill>
                  <a:schemeClr val="tx1"/>
                </a:solidFill>
              </a:rPr>
              <a:t>1</a:t>
            </a:r>
            <a:endParaRPr lang="zh-CN" altLang="en-US" b="1" dirty="0">
              <a:solidFill>
                <a:schemeClr val="tx1"/>
              </a:solidFill>
            </a:endParaRPr>
          </a:p>
        </p:txBody>
      </p:sp>
      <p:grpSp>
        <p:nvGrpSpPr>
          <p:cNvPr id="111" name="组合 110">
            <a:extLst>
              <a:ext uri="{FF2B5EF4-FFF2-40B4-BE49-F238E27FC236}">
                <a16:creationId xmlns:a16="http://schemas.microsoft.com/office/drawing/2014/main" id="{DEFF1C39-6253-4516-B0E8-1B315442A670}"/>
              </a:ext>
            </a:extLst>
          </p:cNvPr>
          <p:cNvGrpSpPr/>
          <p:nvPr/>
        </p:nvGrpSpPr>
        <p:grpSpPr>
          <a:xfrm>
            <a:off x="2978215" y="3190842"/>
            <a:ext cx="8607344" cy="789304"/>
            <a:chOff x="2978215" y="3190842"/>
            <a:chExt cx="8607344" cy="789304"/>
          </a:xfrm>
        </p:grpSpPr>
        <p:grpSp>
          <p:nvGrpSpPr>
            <p:cNvPr id="52" name="组合 51">
              <a:extLst>
                <a:ext uri="{FF2B5EF4-FFF2-40B4-BE49-F238E27FC236}">
                  <a16:creationId xmlns:a16="http://schemas.microsoft.com/office/drawing/2014/main" id="{E1897878-6EC9-42DB-B551-5E1295B88894}"/>
                </a:ext>
              </a:extLst>
            </p:cNvPr>
            <p:cNvGrpSpPr/>
            <p:nvPr/>
          </p:nvGrpSpPr>
          <p:grpSpPr>
            <a:xfrm>
              <a:off x="9226939" y="3686421"/>
              <a:ext cx="2358620" cy="293725"/>
              <a:chOff x="2892150" y="5022586"/>
              <a:chExt cx="2358620" cy="293725"/>
            </a:xfrm>
          </p:grpSpPr>
          <p:grpSp>
            <p:nvGrpSpPr>
              <p:cNvPr id="44" name="组合 43">
                <a:extLst>
                  <a:ext uri="{FF2B5EF4-FFF2-40B4-BE49-F238E27FC236}">
                    <a16:creationId xmlns:a16="http://schemas.microsoft.com/office/drawing/2014/main" id="{7A047028-715A-4402-8269-606C6A926C42}"/>
                  </a:ext>
                </a:extLst>
              </p:cNvPr>
              <p:cNvGrpSpPr/>
              <p:nvPr/>
            </p:nvGrpSpPr>
            <p:grpSpPr>
              <a:xfrm>
                <a:off x="3203185" y="5064195"/>
                <a:ext cx="2047585" cy="210508"/>
                <a:chOff x="2681867" y="4134493"/>
                <a:chExt cx="2047585" cy="210508"/>
              </a:xfrm>
            </p:grpSpPr>
            <p:sp>
              <p:nvSpPr>
                <p:cNvPr id="45" name="六边形 44">
                  <a:extLst>
                    <a:ext uri="{FF2B5EF4-FFF2-40B4-BE49-F238E27FC236}">
                      <a16:creationId xmlns:a16="http://schemas.microsoft.com/office/drawing/2014/main" id="{D8CD7CE4-1ACD-4898-A88D-E87E2666DBA9}"/>
                    </a:ext>
                  </a:extLst>
                </p:cNvPr>
                <p:cNvSpPr/>
                <p:nvPr/>
              </p:nvSpPr>
              <p:spPr>
                <a:xfrm>
                  <a:off x="2681867" y="4134493"/>
                  <a:ext cx="335500" cy="210508"/>
                </a:xfrm>
                <a:prstGeom prst="hexagon">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CN" b="1" dirty="0">
                      <a:solidFill>
                        <a:schemeClr val="tx1"/>
                      </a:solidFill>
                    </a:rPr>
                    <a:t>1</a:t>
                  </a:r>
                  <a:endParaRPr lang="zh-CN" altLang="en-US" b="1" dirty="0">
                    <a:solidFill>
                      <a:schemeClr val="tx1"/>
                    </a:solidFill>
                  </a:endParaRPr>
                </a:p>
              </p:txBody>
            </p:sp>
            <p:sp>
              <p:nvSpPr>
                <p:cNvPr id="46" name="六边形 45">
                  <a:extLst>
                    <a:ext uri="{FF2B5EF4-FFF2-40B4-BE49-F238E27FC236}">
                      <a16:creationId xmlns:a16="http://schemas.microsoft.com/office/drawing/2014/main" id="{19ADD155-F328-48DE-AD19-C239EC21725E}"/>
                    </a:ext>
                  </a:extLst>
                </p:cNvPr>
                <p:cNvSpPr/>
                <p:nvPr/>
              </p:nvSpPr>
              <p:spPr>
                <a:xfrm>
                  <a:off x="3024284" y="4134493"/>
                  <a:ext cx="335500" cy="210508"/>
                </a:xfrm>
                <a:prstGeom prst="hexagon">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CN" b="1" dirty="0">
                      <a:solidFill>
                        <a:schemeClr val="tx1"/>
                      </a:solidFill>
                    </a:rPr>
                    <a:t>0</a:t>
                  </a:r>
                  <a:endParaRPr lang="zh-CN" altLang="en-US" b="1" dirty="0">
                    <a:solidFill>
                      <a:schemeClr val="tx1"/>
                    </a:solidFill>
                  </a:endParaRPr>
                </a:p>
              </p:txBody>
            </p:sp>
            <p:sp>
              <p:nvSpPr>
                <p:cNvPr id="47" name="六边形 46">
                  <a:extLst>
                    <a:ext uri="{FF2B5EF4-FFF2-40B4-BE49-F238E27FC236}">
                      <a16:creationId xmlns:a16="http://schemas.microsoft.com/office/drawing/2014/main" id="{31B7C469-756B-4875-9762-FDB619154CA6}"/>
                    </a:ext>
                  </a:extLst>
                </p:cNvPr>
                <p:cNvSpPr/>
                <p:nvPr/>
              </p:nvSpPr>
              <p:spPr>
                <a:xfrm>
                  <a:off x="3366701" y="4134493"/>
                  <a:ext cx="335500" cy="210508"/>
                </a:xfrm>
                <a:prstGeom prst="hexagon">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CN" b="1" dirty="0">
                      <a:solidFill>
                        <a:schemeClr val="tx1"/>
                      </a:solidFill>
                    </a:rPr>
                    <a:t>1</a:t>
                  </a:r>
                  <a:endParaRPr lang="zh-CN" altLang="en-US" b="1" dirty="0">
                    <a:solidFill>
                      <a:schemeClr val="tx1"/>
                    </a:solidFill>
                  </a:endParaRPr>
                </a:p>
              </p:txBody>
            </p:sp>
            <p:sp>
              <p:nvSpPr>
                <p:cNvPr id="48" name="六边形 47">
                  <a:extLst>
                    <a:ext uri="{FF2B5EF4-FFF2-40B4-BE49-F238E27FC236}">
                      <a16:creationId xmlns:a16="http://schemas.microsoft.com/office/drawing/2014/main" id="{5FA81923-8D9E-4BDB-9292-B939CC2F2D31}"/>
                    </a:ext>
                  </a:extLst>
                </p:cNvPr>
                <p:cNvSpPr/>
                <p:nvPr/>
              </p:nvSpPr>
              <p:spPr>
                <a:xfrm>
                  <a:off x="3709118" y="4134493"/>
                  <a:ext cx="335500" cy="210508"/>
                </a:xfrm>
                <a:prstGeom prst="hexagon">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CN" b="1" dirty="0">
                      <a:solidFill>
                        <a:schemeClr val="tx1"/>
                      </a:solidFill>
                    </a:rPr>
                    <a:t>1</a:t>
                  </a:r>
                  <a:endParaRPr lang="zh-CN" altLang="en-US" b="1" dirty="0">
                    <a:solidFill>
                      <a:schemeClr val="tx1"/>
                    </a:solidFill>
                  </a:endParaRPr>
                </a:p>
              </p:txBody>
            </p:sp>
            <p:sp>
              <p:nvSpPr>
                <p:cNvPr id="49" name="六边形 48">
                  <a:extLst>
                    <a:ext uri="{FF2B5EF4-FFF2-40B4-BE49-F238E27FC236}">
                      <a16:creationId xmlns:a16="http://schemas.microsoft.com/office/drawing/2014/main" id="{3908D744-A005-41D5-851B-5F9699716A9E}"/>
                    </a:ext>
                  </a:extLst>
                </p:cNvPr>
                <p:cNvSpPr/>
                <p:nvPr/>
              </p:nvSpPr>
              <p:spPr>
                <a:xfrm>
                  <a:off x="4051535" y="4134493"/>
                  <a:ext cx="335500" cy="210508"/>
                </a:xfrm>
                <a:prstGeom prst="hexagon">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CN" b="1" dirty="0">
                      <a:solidFill>
                        <a:schemeClr val="tx1"/>
                      </a:solidFill>
                    </a:rPr>
                    <a:t>0</a:t>
                  </a:r>
                  <a:endParaRPr lang="zh-CN" altLang="en-US" b="1" dirty="0">
                    <a:solidFill>
                      <a:schemeClr val="tx1"/>
                    </a:solidFill>
                  </a:endParaRPr>
                </a:p>
              </p:txBody>
            </p:sp>
            <p:sp>
              <p:nvSpPr>
                <p:cNvPr id="50" name="六边形 49">
                  <a:extLst>
                    <a:ext uri="{FF2B5EF4-FFF2-40B4-BE49-F238E27FC236}">
                      <a16:creationId xmlns:a16="http://schemas.microsoft.com/office/drawing/2014/main" id="{DB08D565-DA03-4826-8FED-878EAD0248EF}"/>
                    </a:ext>
                  </a:extLst>
                </p:cNvPr>
                <p:cNvSpPr/>
                <p:nvPr/>
              </p:nvSpPr>
              <p:spPr>
                <a:xfrm>
                  <a:off x="4393952" y="4134493"/>
                  <a:ext cx="335500" cy="210508"/>
                </a:xfrm>
                <a:prstGeom prst="hexagon">
                  <a:avLst/>
                </a:prstGeom>
                <a:solidFill>
                  <a:schemeClr val="accent1">
                    <a:lumMod val="75000"/>
                  </a:schemeClr>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CN" b="1" dirty="0">
                      <a:solidFill>
                        <a:schemeClr val="bg1"/>
                      </a:solidFill>
                    </a:rPr>
                    <a:t>0</a:t>
                  </a:r>
                  <a:endParaRPr lang="zh-CN" altLang="en-US" b="1" dirty="0">
                    <a:solidFill>
                      <a:schemeClr val="bg1"/>
                    </a:solidFill>
                  </a:endParaRPr>
                </a:p>
              </p:txBody>
            </p:sp>
          </p:grpSp>
          <p:sp>
            <p:nvSpPr>
              <p:cNvPr id="51" name="椭圆 50">
                <a:extLst>
                  <a:ext uri="{FF2B5EF4-FFF2-40B4-BE49-F238E27FC236}">
                    <a16:creationId xmlns:a16="http://schemas.microsoft.com/office/drawing/2014/main" id="{DF691906-4A3F-42E0-8701-0FD15362B30D}"/>
                  </a:ext>
                </a:extLst>
              </p:cNvPr>
              <p:cNvSpPr/>
              <p:nvPr/>
            </p:nvSpPr>
            <p:spPr>
              <a:xfrm>
                <a:off x="2892150" y="5022586"/>
                <a:ext cx="293725" cy="293725"/>
              </a:xfrm>
              <a:prstGeom prst="ellipse">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CN" b="1" dirty="0">
                    <a:solidFill>
                      <a:schemeClr val="tx1"/>
                    </a:solidFill>
                  </a:rPr>
                  <a:t>1</a:t>
                </a:r>
                <a:endParaRPr lang="zh-CN" altLang="en-US" b="1" dirty="0">
                  <a:solidFill>
                    <a:schemeClr val="tx1"/>
                  </a:solidFill>
                </a:endParaRPr>
              </a:p>
            </p:txBody>
          </p:sp>
        </p:grpSp>
        <p:cxnSp>
          <p:nvCxnSpPr>
            <p:cNvPr id="54" name="直接箭头连接符 53">
              <a:extLst>
                <a:ext uri="{FF2B5EF4-FFF2-40B4-BE49-F238E27FC236}">
                  <a16:creationId xmlns:a16="http://schemas.microsoft.com/office/drawing/2014/main" id="{1EE514D4-2252-4D12-A8C4-4D71F33120FF}"/>
                </a:ext>
              </a:extLst>
            </p:cNvPr>
            <p:cNvCxnSpPr>
              <a:stCxn id="22" idx="0"/>
              <a:endCxn id="51" idx="2"/>
            </p:cNvCxnSpPr>
            <p:nvPr/>
          </p:nvCxnSpPr>
          <p:spPr>
            <a:xfrm>
              <a:off x="2978215" y="3833284"/>
              <a:ext cx="6248724" cy="0"/>
            </a:xfrm>
            <a:prstGeom prst="straightConnector1">
              <a:avLst/>
            </a:prstGeom>
            <a:ln w="25400">
              <a:solidFill>
                <a:schemeClr val="tx1"/>
              </a:solidFill>
              <a:prstDash val="dash"/>
              <a:tailEnd type="triangle" w="med" len="lg"/>
            </a:ln>
          </p:spPr>
          <p:style>
            <a:lnRef idx="1">
              <a:schemeClr val="accent1"/>
            </a:lnRef>
            <a:fillRef idx="0">
              <a:schemeClr val="accent1"/>
            </a:fillRef>
            <a:effectRef idx="0">
              <a:schemeClr val="accent1"/>
            </a:effectRef>
            <a:fontRef idx="minor">
              <a:schemeClr val="tx1"/>
            </a:fontRef>
          </p:style>
        </p:cxnSp>
        <p:sp>
          <p:nvSpPr>
            <p:cNvPr id="56" name="íşlïḍè">
              <a:extLst>
                <a:ext uri="{FF2B5EF4-FFF2-40B4-BE49-F238E27FC236}">
                  <a16:creationId xmlns:a16="http://schemas.microsoft.com/office/drawing/2014/main" id="{A2F05AD3-6990-491A-AE37-973ECBE7D139}"/>
                </a:ext>
              </a:extLst>
            </p:cNvPr>
            <p:cNvSpPr txBox="1"/>
            <p:nvPr/>
          </p:nvSpPr>
          <p:spPr>
            <a:xfrm>
              <a:off x="4535471" y="3190842"/>
              <a:ext cx="3293187" cy="256977"/>
            </a:xfrm>
            <a:prstGeom prst="rect">
              <a:avLst/>
            </a:prstGeom>
            <a:noFill/>
          </p:spPr>
          <p:txBody>
            <a:bodyPr wrap="square" lIns="91440" tIns="45720" rIns="91440" bIns="45720" anchor="ctr">
              <a:noAutofit/>
            </a:bodyPr>
            <a:lstStyle/>
            <a:p>
              <a:r>
                <a:rPr lang="zh-CN" altLang="en-US" b="1" dirty="0"/>
                <a:t>产生</a:t>
              </a:r>
              <a:r>
                <a:rPr lang="en-US" altLang="zh-CN" b="1" dirty="0">
                  <a:solidFill>
                    <a:schemeClr val="accent4"/>
                  </a:solidFill>
                </a:rPr>
                <a:t>1</a:t>
              </a:r>
              <a:r>
                <a:rPr lang="zh-CN" altLang="en-US" b="1" dirty="0">
                  <a:solidFill>
                    <a:schemeClr val="accent4"/>
                  </a:solidFill>
                </a:rPr>
                <a:t>位误码</a:t>
              </a:r>
              <a:r>
                <a:rPr lang="zh-CN" altLang="en-US" b="1" dirty="0"/>
                <a:t>（出现在数据位）</a:t>
              </a:r>
              <a:endParaRPr lang="en-US" altLang="zh-CN" b="1" dirty="0"/>
            </a:p>
          </p:txBody>
        </p:sp>
      </p:grpSp>
      <p:sp>
        <p:nvSpPr>
          <p:cNvPr id="80" name="iconfont-11673-5560710">
            <a:extLst>
              <a:ext uri="{FF2B5EF4-FFF2-40B4-BE49-F238E27FC236}">
                <a16:creationId xmlns:a16="http://schemas.microsoft.com/office/drawing/2014/main" id="{94F73FFE-B112-4A15-8770-245784BCD568}"/>
              </a:ext>
            </a:extLst>
          </p:cNvPr>
          <p:cNvSpPr/>
          <p:nvPr/>
        </p:nvSpPr>
        <p:spPr>
          <a:xfrm>
            <a:off x="9225130" y="3686421"/>
            <a:ext cx="447226" cy="447226"/>
          </a:xfrm>
          <a:custGeom>
            <a:avLst/>
            <a:gdLst>
              <a:gd name="connsiteX0" fmla="*/ 409852 w 609586"/>
              <a:gd name="connsiteY0" fmla="*/ 390766 h 609586"/>
              <a:gd name="connsiteX1" fmla="*/ 396374 w 609586"/>
              <a:gd name="connsiteY1" fmla="*/ 396374 h 609586"/>
              <a:gd name="connsiteX2" fmla="*/ 396374 w 609586"/>
              <a:gd name="connsiteY2" fmla="*/ 423329 h 609586"/>
              <a:gd name="connsiteX3" fmla="*/ 558009 w 609586"/>
              <a:gd name="connsiteY3" fmla="*/ 584964 h 609586"/>
              <a:gd name="connsiteX4" fmla="*/ 584964 w 609586"/>
              <a:gd name="connsiteY4" fmla="*/ 584964 h 609586"/>
              <a:gd name="connsiteX5" fmla="*/ 590536 w 609586"/>
              <a:gd name="connsiteY5" fmla="*/ 571487 h 609586"/>
              <a:gd name="connsiteX6" fmla="*/ 584964 w 609586"/>
              <a:gd name="connsiteY6" fmla="*/ 558009 h 609586"/>
              <a:gd name="connsiteX7" fmla="*/ 423329 w 609586"/>
              <a:gd name="connsiteY7" fmla="*/ 396374 h 609586"/>
              <a:gd name="connsiteX8" fmla="*/ 409852 w 609586"/>
              <a:gd name="connsiteY8" fmla="*/ 390766 h 609586"/>
              <a:gd name="connsiteX9" fmla="*/ 199987 w 609586"/>
              <a:gd name="connsiteY9" fmla="*/ 76185 h 609586"/>
              <a:gd name="connsiteX10" fmla="*/ 76185 w 609586"/>
              <a:gd name="connsiteY10" fmla="*/ 199988 h 609586"/>
              <a:gd name="connsiteX11" fmla="*/ 199987 w 609586"/>
              <a:gd name="connsiteY11" fmla="*/ 323790 h 609586"/>
              <a:gd name="connsiteX12" fmla="*/ 323790 w 609586"/>
              <a:gd name="connsiteY12" fmla="*/ 199988 h 609586"/>
              <a:gd name="connsiteX13" fmla="*/ 199987 w 609586"/>
              <a:gd name="connsiteY13" fmla="*/ 76185 h 609586"/>
              <a:gd name="connsiteX14" fmla="*/ 199987 w 609586"/>
              <a:gd name="connsiteY14" fmla="*/ 57139 h 609586"/>
              <a:gd name="connsiteX15" fmla="*/ 342836 w 609586"/>
              <a:gd name="connsiteY15" fmla="*/ 199988 h 609586"/>
              <a:gd name="connsiteX16" fmla="*/ 199987 w 609586"/>
              <a:gd name="connsiteY16" fmla="*/ 342836 h 609586"/>
              <a:gd name="connsiteX17" fmla="*/ 57139 w 609586"/>
              <a:gd name="connsiteY17" fmla="*/ 199988 h 609586"/>
              <a:gd name="connsiteX18" fmla="*/ 199987 w 609586"/>
              <a:gd name="connsiteY18" fmla="*/ 57139 h 609586"/>
              <a:gd name="connsiteX19" fmla="*/ 200020 w 609586"/>
              <a:gd name="connsiteY19" fmla="*/ 19050 h 609586"/>
              <a:gd name="connsiteX20" fmla="*/ 19050 w 609586"/>
              <a:gd name="connsiteY20" fmla="*/ 200020 h 609586"/>
              <a:gd name="connsiteX21" fmla="*/ 200020 w 609586"/>
              <a:gd name="connsiteY21" fmla="*/ 380991 h 609586"/>
              <a:gd name="connsiteX22" fmla="*/ 380991 w 609586"/>
              <a:gd name="connsiteY22" fmla="*/ 200020 h 609586"/>
              <a:gd name="connsiteX23" fmla="*/ 200020 w 609586"/>
              <a:gd name="connsiteY23" fmla="*/ 19050 h 609586"/>
              <a:gd name="connsiteX24" fmla="*/ 200020 w 609586"/>
              <a:gd name="connsiteY24" fmla="*/ 0 h 609586"/>
              <a:gd name="connsiteX25" fmla="*/ 400041 w 609586"/>
              <a:gd name="connsiteY25" fmla="*/ 200020 h 609586"/>
              <a:gd name="connsiteX26" fmla="*/ 347464 w 609586"/>
              <a:gd name="connsiteY26" fmla="*/ 334701 h 609586"/>
              <a:gd name="connsiteX27" fmla="*/ 349655 w 609586"/>
              <a:gd name="connsiteY27" fmla="*/ 336177 h 609586"/>
              <a:gd name="connsiteX28" fmla="*/ 390707 w 609586"/>
              <a:gd name="connsiteY28" fmla="*/ 377229 h 609586"/>
              <a:gd name="connsiteX29" fmla="*/ 436806 w 609586"/>
              <a:gd name="connsiteY29" fmla="*/ 382896 h 609586"/>
              <a:gd name="connsiteX30" fmla="*/ 598442 w 609586"/>
              <a:gd name="connsiteY30" fmla="*/ 544532 h 609586"/>
              <a:gd name="connsiteX31" fmla="*/ 609586 w 609586"/>
              <a:gd name="connsiteY31" fmla="*/ 571487 h 609586"/>
              <a:gd name="connsiteX32" fmla="*/ 598442 w 609586"/>
              <a:gd name="connsiteY32" fmla="*/ 598442 h 609586"/>
              <a:gd name="connsiteX33" fmla="*/ 571487 w 609586"/>
              <a:gd name="connsiteY33" fmla="*/ 609586 h 609586"/>
              <a:gd name="connsiteX34" fmla="*/ 544579 w 609586"/>
              <a:gd name="connsiteY34" fmla="*/ 598442 h 609586"/>
              <a:gd name="connsiteX35" fmla="*/ 382944 w 609586"/>
              <a:gd name="connsiteY35" fmla="*/ 436806 h 609586"/>
              <a:gd name="connsiteX36" fmla="*/ 377134 w 609586"/>
              <a:gd name="connsiteY36" fmla="*/ 390611 h 609586"/>
              <a:gd name="connsiteX37" fmla="*/ 336177 w 609586"/>
              <a:gd name="connsiteY37" fmla="*/ 349655 h 609586"/>
              <a:gd name="connsiteX38" fmla="*/ 334701 w 609586"/>
              <a:gd name="connsiteY38" fmla="*/ 347464 h 609586"/>
              <a:gd name="connsiteX39" fmla="*/ 200020 w 609586"/>
              <a:gd name="connsiteY39" fmla="*/ 400041 h 609586"/>
              <a:gd name="connsiteX40" fmla="*/ 0 w 609586"/>
              <a:gd name="connsiteY40" fmla="*/ 200020 h 609586"/>
              <a:gd name="connsiteX41" fmla="*/ 200020 w 609586"/>
              <a:gd name="connsiteY41" fmla="*/ 0 h 60958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Lst>
            <a:rect l="l" t="t" r="r" b="b"/>
            <a:pathLst>
              <a:path w="609586" h="609586">
                <a:moveTo>
                  <a:pt x="409852" y="390766"/>
                </a:moveTo>
                <a:cubicBezTo>
                  <a:pt x="404970" y="390766"/>
                  <a:pt x="400089" y="392635"/>
                  <a:pt x="396374" y="396374"/>
                </a:cubicBezTo>
                <a:cubicBezTo>
                  <a:pt x="388897" y="403803"/>
                  <a:pt x="388897" y="415900"/>
                  <a:pt x="396374" y="423329"/>
                </a:cubicBezTo>
                <a:lnTo>
                  <a:pt x="558009" y="584964"/>
                </a:lnTo>
                <a:cubicBezTo>
                  <a:pt x="565581" y="592156"/>
                  <a:pt x="577392" y="592156"/>
                  <a:pt x="584964" y="584964"/>
                </a:cubicBezTo>
                <a:cubicBezTo>
                  <a:pt x="588536" y="581345"/>
                  <a:pt x="590536" y="576583"/>
                  <a:pt x="590536" y="571487"/>
                </a:cubicBezTo>
                <a:cubicBezTo>
                  <a:pt x="590536" y="566391"/>
                  <a:pt x="588536" y="561629"/>
                  <a:pt x="584964" y="558009"/>
                </a:cubicBezTo>
                <a:lnTo>
                  <a:pt x="423329" y="396374"/>
                </a:lnTo>
                <a:cubicBezTo>
                  <a:pt x="419614" y="392635"/>
                  <a:pt x="414733" y="390766"/>
                  <a:pt x="409852" y="390766"/>
                </a:cubicBezTo>
                <a:close/>
                <a:moveTo>
                  <a:pt x="199987" y="76185"/>
                </a:moveTo>
                <a:cubicBezTo>
                  <a:pt x="131706" y="76185"/>
                  <a:pt x="76185" y="131706"/>
                  <a:pt x="76185" y="199988"/>
                </a:cubicBezTo>
                <a:cubicBezTo>
                  <a:pt x="76185" y="268269"/>
                  <a:pt x="131706" y="323790"/>
                  <a:pt x="199987" y="323790"/>
                </a:cubicBezTo>
                <a:cubicBezTo>
                  <a:pt x="268269" y="323790"/>
                  <a:pt x="323790" y="268269"/>
                  <a:pt x="323790" y="199988"/>
                </a:cubicBezTo>
                <a:cubicBezTo>
                  <a:pt x="323790" y="131706"/>
                  <a:pt x="268269" y="76185"/>
                  <a:pt x="199987" y="76185"/>
                </a:cubicBezTo>
                <a:close/>
                <a:moveTo>
                  <a:pt x="199987" y="57139"/>
                </a:moveTo>
                <a:cubicBezTo>
                  <a:pt x="278745" y="57139"/>
                  <a:pt x="342836" y="121230"/>
                  <a:pt x="342836" y="199988"/>
                </a:cubicBezTo>
                <a:cubicBezTo>
                  <a:pt x="342836" y="278745"/>
                  <a:pt x="278745" y="342836"/>
                  <a:pt x="199987" y="342836"/>
                </a:cubicBezTo>
                <a:cubicBezTo>
                  <a:pt x="121230" y="342836"/>
                  <a:pt x="57139" y="278745"/>
                  <a:pt x="57139" y="199988"/>
                </a:cubicBezTo>
                <a:cubicBezTo>
                  <a:pt x="57139" y="121230"/>
                  <a:pt x="121230" y="57139"/>
                  <a:pt x="199987" y="57139"/>
                </a:cubicBezTo>
                <a:close/>
                <a:moveTo>
                  <a:pt x="200020" y="19050"/>
                </a:moveTo>
                <a:cubicBezTo>
                  <a:pt x="100248" y="19050"/>
                  <a:pt x="19050" y="100248"/>
                  <a:pt x="19050" y="200020"/>
                </a:cubicBezTo>
                <a:cubicBezTo>
                  <a:pt x="19050" y="299793"/>
                  <a:pt x="100248" y="380991"/>
                  <a:pt x="200020" y="380991"/>
                </a:cubicBezTo>
                <a:cubicBezTo>
                  <a:pt x="299793" y="380991"/>
                  <a:pt x="380991" y="299793"/>
                  <a:pt x="380991" y="200020"/>
                </a:cubicBezTo>
                <a:cubicBezTo>
                  <a:pt x="380991" y="100248"/>
                  <a:pt x="299793" y="19050"/>
                  <a:pt x="200020" y="19050"/>
                </a:cubicBezTo>
                <a:close/>
                <a:moveTo>
                  <a:pt x="200020" y="0"/>
                </a:moveTo>
                <a:cubicBezTo>
                  <a:pt x="310317" y="0"/>
                  <a:pt x="400041" y="89723"/>
                  <a:pt x="400041" y="200020"/>
                </a:cubicBezTo>
                <a:cubicBezTo>
                  <a:pt x="400041" y="249930"/>
                  <a:pt x="381277" y="297983"/>
                  <a:pt x="347464" y="334701"/>
                </a:cubicBezTo>
                <a:cubicBezTo>
                  <a:pt x="348226" y="335129"/>
                  <a:pt x="348988" y="335510"/>
                  <a:pt x="349655" y="336177"/>
                </a:cubicBezTo>
                <a:lnTo>
                  <a:pt x="390707" y="377229"/>
                </a:lnTo>
                <a:cubicBezTo>
                  <a:pt x="405184" y="369038"/>
                  <a:pt x="424710" y="370847"/>
                  <a:pt x="436806" y="382896"/>
                </a:cubicBezTo>
                <a:lnTo>
                  <a:pt x="598442" y="544532"/>
                </a:lnTo>
                <a:cubicBezTo>
                  <a:pt x="605633" y="551771"/>
                  <a:pt x="609586" y="561295"/>
                  <a:pt x="609586" y="571487"/>
                </a:cubicBezTo>
                <a:cubicBezTo>
                  <a:pt x="609586" y="581678"/>
                  <a:pt x="605633" y="591203"/>
                  <a:pt x="598442" y="598442"/>
                </a:cubicBezTo>
                <a:cubicBezTo>
                  <a:pt x="591203" y="605633"/>
                  <a:pt x="581678" y="609586"/>
                  <a:pt x="571487" y="609586"/>
                </a:cubicBezTo>
                <a:cubicBezTo>
                  <a:pt x="561295" y="609586"/>
                  <a:pt x="551771" y="605633"/>
                  <a:pt x="544579" y="598442"/>
                </a:cubicBezTo>
                <a:lnTo>
                  <a:pt x="382944" y="436806"/>
                </a:lnTo>
                <a:cubicBezTo>
                  <a:pt x="370562" y="424615"/>
                  <a:pt x="368180" y="405518"/>
                  <a:pt x="377134" y="390611"/>
                </a:cubicBezTo>
                <a:lnTo>
                  <a:pt x="336177" y="349655"/>
                </a:lnTo>
                <a:cubicBezTo>
                  <a:pt x="335510" y="348988"/>
                  <a:pt x="335129" y="348226"/>
                  <a:pt x="334701" y="347464"/>
                </a:cubicBezTo>
                <a:cubicBezTo>
                  <a:pt x="299126" y="379991"/>
                  <a:pt x="251930" y="400041"/>
                  <a:pt x="200020" y="400041"/>
                </a:cubicBezTo>
                <a:cubicBezTo>
                  <a:pt x="89723" y="400041"/>
                  <a:pt x="0" y="310317"/>
                  <a:pt x="0" y="200020"/>
                </a:cubicBezTo>
                <a:cubicBezTo>
                  <a:pt x="0" y="89723"/>
                  <a:pt x="89723" y="0"/>
                  <a:pt x="200020" y="0"/>
                </a:cubicBezTo>
                <a:close/>
              </a:path>
            </a:pathLst>
          </a:cu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Tree>
    <p:custDataLst>
      <p:tags r:id="rId1"/>
    </p:custDataLst>
    <p:extLst>
      <p:ext uri="{BB962C8B-B14F-4D97-AF65-F5344CB8AC3E}">
        <p14:creationId xmlns:p14="http://schemas.microsoft.com/office/powerpoint/2010/main" val="3759684355"/>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47" presetClass="entr" presetSubtype="0" fill="hold" nodeType="withEffect">
                                  <p:stCondLst>
                                    <p:cond delay="0"/>
                                  </p:stCondLst>
                                  <p:childTnLst>
                                    <p:set>
                                      <p:cBhvr>
                                        <p:cTn id="6" dur="1" fill="hold">
                                          <p:stCondLst>
                                            <p:cond delay="0"/>
                                          </p:stCondLst>
                                        </p:cTn>
                                        <p:tgtEl>
                                          <p:spTgt spid="37"/>
                                        </p:tgtEl>
                                        <p:attrNameLst>
                                          <p:attrName>style.visibility</p:attrName>
                                        </p:attrNameLst>
                                      </p:cBhvr>
                                      <p:to>
                                        <p:strVal val="visible"/>
                                      </p:to>
                                    </p:set>
                                    <p:animEffect transition="in" filter="fade">
                                      <p:cBhvr>
                                        <p:cTn id="7" dur="1000"/>
                                        <p:tgtEl>
                                          <p:spTgt spid="37"/>
                                        </p:tgtEl>
                                      </p:cBhvr>
                                    </p:animEffect>
                                    <p:anim calcmode="lin" valueType="num">
                                      <p:cBhvr>
                                        <p:cTn id="8" dur="1000" fill="hold"/>
                                        <p:tgtEl>
                                          <p:spTgt spid="37"/>
                                        </p:tgtEl>
                                        <p:attrNameLst>
                                          <p:attrName>ppt_x</p:attrName>
                                        </p:attrNameLst>
                                      </p:cBhvr>
                                      <p:tavLst>
                                        <p:tav tm="0">
                                          <p:val>
                                            <p:strVal val="#ppt_x"/>
                                          </p:val>
                                        </p:tav>
                                        <p:tav tm="100000">
                                          <p:val>
                                            <p:strVal val="#ppt_x"/>
                                          </p:val>
                                        </p:tav>
                                      </p:tavLst>
                                    </p:anim>
                                    <p:anim calcmode="lin" valueType="num">
                                      <p:cBhvr>
                                        <p:cTn id="9" dur="1000" fill="hold"/>
                                        <p:tgtEl>
                                          <p:spTgt spid="37"/>
                                        </p:tgtEl>
                                        <p:attrNameLst>
                                          <p:attrName>ppt_y</p:attrName>
                                        </p:attrNameLst>
                                      </p:cBhvr>
                                      <p:tavLst>
                                        <p:tav tm="0">
                                          <p:val>
                                            <p:strVal val="#ppt_y-.1"/>
                                          </p:val>
                                        </p:tav>
                                        <p:tav tm="100000">
                                          <p:val>
                                            <p:strVal val="#ppt_y"/>
                                          </p:val>
                                        </p:tav>
                                      </p:tavLst>
                                    </p:anim>
                                  </p:childTnLst>
                                </p:cTn>
                              </p:par>
                            </p:childTnLst>
                          </p:cTn>
                        </p:par>
                      </p:childTnLst>
                    </p:cTn>
                  </p:par>
                  <p:par>
                    <p:cTn id="10" fill="hold">
                      <p:stCondLst>
                        <p:cond delay="indefinite"/>
                      </p:stCondLst>
                      <p:childTnLst>
                        <p:par>
                          <p:cTn id="11" fill="hold">
                            <p:stCondLst>
                              <p:cond delay="0"/>
                            </p:stCondLst>
                            <p:childTnLst>
                              <p:par>
                                <p:cTn id="12" presetID="12" presetClass="entr" presetSubtype="8" fill="hold" grpId="0" nodeType="clickEffect">
                                  <p:stCondLst>
                                    <p:cond delay="0"/>
                                  </p:stCondLst>
                                  <p:childTnLst>
                                    <p:set>
                                      <p:cBhvr>
                                        <p:cTn id="13" dur="1" fill="hold">
                                          <p:stCondLst>
                                            <p:cond delay="0"/>
                                          </p:stCondLst>
                                        </p:cTn>
                                        <p:tgtEl>
                                          <p:spTgt spid="43"/>
                                        </p:tgtEl>
                                        <p:attrNameLst>
                                          <p:attrName>style.visibility</p:attrName>
                                        </p:attrNameLst>
                                      </p:cBhvr>
                                      <p:to>
                                        <p:strVal val="visible"/>
                                      </p:to>
                                    </p:set>
                                    <p:anim calcmode="lin" valueType="num">
                                      <p:cBhvr additive="base">
                                        <p:cTn id="14" dur="500"/>
                                        <p:tgtEl>
                                          <p:spTgt spid="43"/>
                                        </p:tgtEl>
                                        <p:attrNameLst>
                                          <p:attrName>ppt_x</p:attrName>
                                        </p:attrNameLst>
                                      </p:cBhvr>
                                      <p:tavLst>
                                        <p:tav tm="0">
                                          <p:val>
                                            <p:strVal val="#ppt_x-#ppt_w*1.125000"/>
                                          </p:val>
                                        </p:tav>
                                        <p:tav tm="100000">
                                          <p:val>
                                            <p:strVal val="#ppt_x"/>
                                          </p:val>
                                        </p:tav>
                                      </p:tavLst>
                                    </p:anim>
                                    <p:animEffect transition="in" filter="wipe(right)">
                                      <p:cBhvr>
                                        <p:cTn id="15" dur="500"/>
                                        <p:tgtEl>
                                          <p:spTgt spid="43"/>
                                        </p:tgtEl>
                                      </p:cBhvr>
                                    </p:animEffect>
                                  </p:childTnLst>
                                </p:cTn>
                              </p:par>
                            </p:childTnLst>
                          </p:cTn>
                        </p:par>
                      </p:childTnLst>
                    </p:cTn>
                  </p:par>
                  <p:par>
                    <p:cTn id="16" fill="hold">
                      <p:stCondLst>
                        <p:cond delay="indefinite"/>
                      </p:stCondLst>
                      <p:childTnLst>
                        <p:par>
                          <p:cTn id="17" fill="hold">
                            <p:stCondLst>
                              <p:cond delay="0"/>
                            </p:stCondLst>
                            <p:childTnLst>
                              <p:par>
                                <p:cTn id="18" presetID="22" presetClass="entr" presetSubtype="8" fill="hold" nodeType="clickEffect">
                                  <p:stCondLst>
                                    <p:cond delay="0"/>
                                  </p:stCondLst>
                                  <p:childTnLst>
                                    <p:set>
                                      <p:cBhvr>
                                        <p:cTn id="19" dur="1" fill="hold">
                                          <p:stCondLst>
                                            <p:cond delay="0"/>
                                          </p:stCondLst>
                                        </p:cTn>
                                        <p:tgtEl>
                                          <p:spTgt spid="111"/>
                                        </p:tgtEl>
                                        <p:attrNameLst>
                                          <p:attrName>style.visibility</p:attrName>
                                        </p:attrNameLst>
                                      </p:cBhvr>
                                      <p:to>
                                        <p:strVal val="visible"/>
                                      </p:to>
                                    </p:set>
                                    <p:animEffect transition="in" filter="wipe(left)">
                                      <p:cBhvr>
                                        <p:cTn id="20" dur="1000"/>
                                        <p:tgtEl>
                                          <p:spTgt spid="111"/>
                                        </p:tgtEl>
                                      </p:cBhvr>
                                    </p:animEffect>
                                  </p:childTnLst>
                                </p:cTn>
                              </p:par>
                            </p:childTnLst>
                          </p:cTn>
                        </p:par>
                      </p:childTnLst>
                    </p:cTn>
                  </p:par>
                  <p:par>
                    <p:cTn id="21" fill="hold">
                      <p:stCondLst>
                        <p:cond delay="indefinite"/>
                      </p:stCondLst>
                      <p:childTnLst>
                        <p:par>
                          <p:cTn id="22" fill="hold">
                            <p:stCondLst>
                              <p:cond delay="0"/>
                            </p:stCondLst>
                            <p:childTnLst>
                              <p:par>
                                <p:cTn id="23" presetID="1" presetClass="entr" presetSubtype="0" fill="hold" grpId="0" nodeType="clickEffect">
                                  <p:stCondLst>
                                    <p:cond delay="0"/>
                                  </p:stCondLst>
                                  <p:childTnLst>
                                    <p:set>
                                      <p:cBhvr>
                                        <p:cTn id="24" dur="1" fill="hold">
                                          <p:stCondLst>
                                            <p:cond delay="0"/>
                                          </p:stCondLst>
                                        </p:cTn>
                                        <p:tgtEl>
                                          <p:spTgt spid="80"/>
                                        </p:tgtEl>
                                        <p:attrNameLst>
                                          <p:attrName>style.visibility</p:attrName>
                                        </p:attrNameLst>
                                      </p:cBhvr>
                                      <p:to>
                                        <p:strVal val="visible"/>
                                      </p:to>
                                    </p:set>
                                  </p:childTnLst>
                                </p:cTn>
                              </p:par>
                            </p:childTnLst>
                          </p:cTn>
                        </p:par>
                        <p:par>
                          <p:cTn id="25" fill="hold">
                            <p:stCondLst>
                              <p:cond delay="0"/>
                            </p:stCondLst>
                            <p:childTnLst>
                              <p:par>
                                <p:cTn id="26" presetID="42" presetClass="path" presetSubtype="0" accel="50000" decel="50000" fill="hold" grpId="1" nodeType="afterEffect">
                                  <p:stCondLst>
                                    <p:cond delay="0"/>
                                  </p:stCondLst>
                                  <p:childTnLst>
                                    <p:animMotion origin="layout" path="M 0 1.11111E-6 L 0.16823 -0.00185 " pathEditMode="relative" rAng="0" ptsTypes="AA">
                                      <p:cBhvr>
                                        <p:cTn id="27" dur="2000" fill="hold"/>
                                        <p:tgtEl>
                                          <p:spTgt spid="80"/>
                                        </p:tgtEl>
                                        <p:attrNameLst>
                                          <p:attrName>ppt_x</p:attrName>
                                          <p:attrName>ppt_y</p:attrName>
                                        </p:attrNameLst>
                                      </p:cBhvr>
                                      <p:rCtr x="8411" y="-93"/>
                                    </p:animMotion>
                                  </p:childTnLst>
                                </p:cTn>
                              </p:par>
                            </p:childTnLst>
                          </p:cTn>
                        </p:par>
                        <p:par>
                          <p:cTn id="28" fill="hold">
                            <p:stCondLst>
                              <p:cond delay="2000"/>
                            </p:stCondLst>
                            <p:childTnLst>
                              <p:par>
                                <p:cTn id="29" presetID="1" presetClass="exit" presetSubtype="0" fill="hold" grpId="2" nodeType="afterEffect">
                                  <p:stCondLst>
                                    <p:cond delay="0"/>
                                  </p:stCondLst>
                                  <p:childTnLst>
                                    <p:set>
                                      <p:cBhvr>
                                        <p:cTn id="30" dur="1" fill="hold">
                                          <p:stCondLst>
                                            <p:cond delay="0"/>
                                          </p:stCondLst>
                                        </p:cTn>
                                        <p:tgtEl>
                                          <p:spTgt spid="80"/>
                                        </p:tgtEl>
                                        <p:attrNameLst>
                                          <p:attrName>style.visibility</p:attrName>
                                        </p:attrNameLst>
                                      </p:cBhvr>
                                      <p:to>
                                        <p:strVal val="hidden"/>
                                      </p:to>
                                    </p:set>
                                  </p:childTnLst>
                                </p:cTn>
                              </p:par>
                            </p:childTnLst>
                          </p:cTn>
                        </p:par>
                      </p:childTnLst>
                    </p:cTn>
                  </p:par>
                  <p:par>
                    <p:cTn id="31" fill="hold">
                      <p:stCondLst>
                        <p:cond delay="indefinite"/>
                      </p:stCondLst>
                      <p:childTnLst>
                        <p:par>
                          <p:cTn id="32" fill="hold">
                            <p:stCondLst>
                              <p:cond delay="0"/>
                            </p:stCondLst>
                            <p:childTnLst>
                              <p:par>
                                <p:cTn id="33" presetID="12" presetClass="entr" presetSubtype="1" fill="hold" grpId="0" nodeType="clickEffect">
                                  <p:stCondLst>
                                    <p:cond delay="0"/>
                                  </p:stCondLst>
                                  <p:childTnLst>
                                    <p:set>
                                      <p:cBhvr>
                                        <p:cTn id="34" dur="1" fill="hold">
                                          <p:stCondLst>
                                            <p:cond delay="0"/>
                                          </p:stCondLst>
                                        </p:cTn>
                                        <p:tgtEl>
                                          <p:spTgt spid="58"/>
                                        </p:tgtEl>
                                        <p:attrNameLst>
                                          <p:attrName>style.visibility</p:attrName>
                                        </p:attrNameLst>
                                      </p:cBhvr>
                                      <p:to>
                                        <p:strVal val="visible"/>
                                      </p:to>
                                    </p:set>
                                    <p:anim calcmode="lin" valueType="num">
                                      <p:cBhvr additive="base">
                                        <p:cTn id="35" dur="500"/>
                                        <p:tgtEl>
                                          <p:spTgt spid="58"/>
                                        </p:tgtEl>
                                        <p:attrNameLst>
                                          <p:attrName>ppt_y</p:attrName>
                                        </p:attrNameLst>
                                      </p:cBhvr>
                                      <p:tavLst>
                                        <p:tav tm="0">
                                          <p:val>
                                            <p:strVal val="#ppt_y-#ppt_h*1.125000"/>
                                          </p:val>
                                        </p:tav>
                                        <p:tav tm="100000">
                                          <p:val>
                                            <p:strVal val="#ppt_y"/>
                                          </p:val>
                                        </p:tav>
                                      </p:tavLst>
                                    </p:anim>
                                    <p:animEffect transition="in" filter="wipe(down)">
                                      <p:cBhvr>
                                        <p:cTn id="36" dur="500"/>
                                        <p:tgtEl>
                                          <p:spTgt spid="58"/>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8" grpId="0"/>
      <p:bldP spid="43" grpId="0" animBg="1"/>
      <p:bldP spid="80" grpId="0" animBg="1"/>
      <p:bldP spid="80" grpId="1" animBg="1"/>
      <p:bldP spid="80" grpId="2" animBg="1"/>
    </p:bldLst>
  </p:timing>
</p:sld>
</file>

<file path=ppt/slides/slide7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8" name="íşlïḍè">
            <a:extLst>
              <a:ext uri="{FF2B5EF4-FFF2-40B4-BE49-F238E27FC236}">
                <a16:creationId xmlns:a16="http://schemas.microsoft.com/office/drawing/2014/main" id="{88E73155-EBA0-43C1-BE70-9FBD92AC5224}"/>
              </a:ext>
            </a:extLst>
          </p:cNvPr>
          <p:cNvSpPr txBox="1"/>
          <p:nvPr/>
        </p:nvSpPr>
        <p:spPr>
          <a:xfrm>
            <a:off x="4260716" y="4604380"/>
            <a:ext cx="3849492" cy="256977"/>
          </a:xfrm>
          <a:prstGeom prst="rect">
            <a:avLst/>
          </a:prstGeom>
          <a:noFill/>
        </p:spPr>
        <p:txBody>
          <a:bodyPr wrap="square" lIns="91440" tIns="45720" rIns="91440" bIns="45720" anchor="ctr">
            <a:noAutofit/>
          </a:bodyPr>
          <a:lstStyle/>
          <a:p>
            <a:r>
              <a:rPr lang="zh-CN" altLang="en-US" b="1" dirty="0">
                <a:solidFill>
                  <a:schemeClr val="accent4"/>
                </a:solidFill>
              </a:rPr>
              <a:t>“</a:t>
            </a:r>
            <a:r>
              <a:rPr lang="en-US" altLang="zh-CN" b="1" dirty="0">
                <a:solidFill>
                  <a:schemeClr val="accent4"/>
                </a:solidFill>
              </a:rPr>
              <a:t>1</a:t>
            </a:r>
            <a:r>
              <a:rPr lang="zh-CN" altLang="en-US" b="1" dirty="0">
                <a:solidFill>
                  <a:schemeClr val="accent4"/>
                </a:solidFill>
              </a:rPr>
              <a:t>”数量的奇性改变，可检出错误。</a:t>
            </a:r>
            <a:endParaRPr lang="en-US" altLang="zh-CN" b="1" dirty="0">
              <a:solidFill>
                <a:schemeClr val="accent4"/>
              </a:solidFill>
            </a:endParaRPr>
          </a:p>
        </p:txBody>
      </p:sp>
      <p:grpSp>
        <p:nvGrpSpPr>
          <p:cNvPr id="42" name="组合 41">
            <a:extLst>
              <a:ext uri="{FF2B5EF4-FFF2-40B4-BE49-F238E27FC236}">
                <a16:creationId xmlns:a16="http://schemas.microsoft.com/office/drawing/2014/main" id="{3ADC7415-9363-4C02-8707-90F25A65D876}"/>
              </a:ext>
            </a:extLst>
          </p:cNvPr>
          <p:cNvGrpSpPr/>
          <p:nvPr/>
        </p:nvGrpSpPr>
        <p:grpSpPr>
          <a:xfrm>
            <a:off x="1354732" y="2880310"/>
            <a:ext cx="9502855" cy="256977"/>
            <a:chOff x="1354732" y="3302872"/>
            <a:chExt cx="9502855" cy="256977"/>
          </a:xfrm>
        </p:grpSpPr>
        <p:sp>
          <p:nvSpPr>
            <p:cNvPr id="40" name="íşlïḍè">
              <a:extLst>
                <a:ext uri="{FF2B5EF4-FFF2-40B4-BE49-F238E27FC236}">
                  <a16:creationId xmlns:a16="http://schemas.microsoft.com/office/drawing/2014/main" id="{208F611B-54CB-481A-B14E-622F008CE443}"/>
                </a:ext>
              </a:extLst>
            </p:cNvPr>
            <p:cNvSpPr txBox="1"/>
            <p:nvPr/>
          </p:nvSpPr>
          <p:spPr>
            <a:xfrm>
              <a:off x="1354732" y="3302872"/>
              <a:ext cx="1041581" cy="256977"/>
            </a:xfrm>
            <a:prstGeom prst="rect">
              <a:avLst/>
            </a:prstGeom>
            <a:noFill/>
          </p:spPr>
          <p:txBody>
            <a:bodyPr wrap="square" lIns="91440" tIns="45720" rIns="91440" bIns="45720" anchor="ctr">
              <a:noAutofit/>
            </a:bodyPr>
            <a:lstStyle/>
            <a:p>
              <a:pPr algn="ctr"/>
              <a:r>
                <a:rPr lang="zh-CN" altLang="en-US" b="1" dirty="0"/>
                <a:t>奇校验</a:t>
              </a:r>
              <a:endParaRPr lang="en-US" altLang="zh-CN" b="1" dirty="0"/>
            </a:p>
          </p:txBody>
        </p:sp>
        <p:sp>
          <p:nvSpPr>
            <p:cNvPr id="41" name="íşlïḍè">
              <a:extLst>
                <a:ext uri="{FF2B5EF4-FFF2-40B4-BE49-F238E27FC236}">
                  <a16:creationId xmlns:a16="http://schemas.microsoft.com/office/drawing/2014/main" id="{5AC98E50-A602-4681-9A4F-AD54202C61CD}"/>
                </a:ext>
              </a:extLst>
            </p:cNvPr>
            <p:cNvSpPr txBox="1"/>
            <p:nvPr/>
          </p:nvSpPr>
          <p:spPr>
            <a:xfrm>
              <a:off x="9816006" y="3302872"/>
              <a:ext cx="1041581" cy="256977"/>
            </a:xfrm>
            <a:prstGeom prst="rect">
              <a:avLst/>
            </a:prstGeom>
            <a:noFill/>
          </p:spPr>
          <p:txBody>
            <a:bodyPr wrap="square" lIns="91440" tIns="45720" rIns="91440" bIns="45720" anchor="ctr">
              <a:noAutofit/>
            </a:bodyPr>
            <a:lstStyle/>
            <a:p>
              <a:pPr algn="ctr"/>
              <a:r>
                <a:rPr lang="zh-CN" altLang="en-US" b="1" dirty="0"/>
                <a:t>奇校验</a:t>
              </a:r>
              <a:endParaRPr lang="en-US" altLang="zh-CN" b="1" dirty="0"/>
            </a:p>
          </p:txBody>
        </p:sp>
      </p:grpSp>
      <p:grpSp>
        <p:nvGrpSpPr>
          <p:cNvPr id="4" name="组合 3">
            <a:extLst>
              <a:ext uri="{FF2B5EF4-FFF2-40B4-BE49-F238E27FC236}">
                <a16:creationId xmlns:a16="http://schemas.microsoft.com/office/drawing/2014/main" id="{9A1EA9F2-FCB6-48C3-935F-7AE7E3AD14AC}"/>
              </a:ext>
            </a:extLst>
          </p:cNvPr>
          <p:cNvGrpSpPr/>
          <p:nvPr/>
        </p:nvGrpSpPr>
        <p:grpSpPr>
          <a:xfrm>
            <a:off x="304800" y="749300"/>
            <a:ext cx="6192343" cy="400110"/>
            <a:chOff x="424117" y="898245"/>
            <a:chExt cx="6192343" cy="400110"/>
          </a:xfrm>
        </p:grpSpPr>
        <p:sp>
          <p:nvSpPr>
            <p:cNvPr id="2" name="平行四边形 1">
              <a:extLst>
                <a:ext uri="{FF2B5EF4-FFF2-40B4-BE49-F238E27FC236}">
                  <a16:creationId xmlns:a16="http://schemas.microsoft.com/office/drawing/2014/main" id="{1F5BAA3F-9845-4F89-A2DD-8222D3E4EDAC}"/>
                </a:ext>
              </a:extLst>
            </p:cNvPr>
            <p:cNvSpPr/>
            <p:nvPr/>
          </p:nvSpPr>
          <p:spPr>
            <a:xfrm>
              <a:off x="424117" y="898245"/>
              <a:ext cx="711200" cy="387090"/>
            </a:xfrm>
            <a:prstGeom prst="parallelogram">
              <a:avLst/>
            </a:prstGeom>
            <a:solidFill>
              <a:schemeClr val="accent3">
                <a:lumMod val="75000"/>
              </a:schemeClr>
            </a:solidFill>
            <a:ln>
              <a:solidFill>
                <a:schemeClr val="accent3">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CN" sz="2200" dirty="0">
                  <a:latin typeface="Impact" panose="020B0806030902050204" pitchFamily="34" charset="0"/>
                </a:rPr>
                <a:t>02</a:t>
              </a:r>
              <a:endParaRPr lang="zh-CN" altLang="en-US" sz="2200" dirty="0">
                <a:latin typeface="Impact" panose="020B0806030902050204" pitchFamily="34" charset="0"/>
              </a:endParaRPr>
            </a:p>
          </p:txBody>
        </p:sp>
        <p:sp>
          <p:nvSpPr>
            <p:cNvPr id="3" name="文本框 2">
              <a:extLst>
                <a:ext uri="{FF2B5EF4-FFF2-40B4-BE49-F238E27FC236}">
                  <a16:creationId xmlns:a16="http://schemas.microsoft.com/office/drawing/2014/main" id="{4D6BD736-A4D3-4F26-AFED-36E11F50F70B}"/>
                </a:ext>
              </a:extLst>
            </p:cNvPr>
            <p:cNvSpPr txBox="1"/>
            <p:nvPr/>
          </p:nvSpPr>
          <p:spPr>
            <a:xfrm>
              <a:off x="1204755" y="898245"/>
              <a:ext cx="5411705" cy="400110"/>
            </a:xfrm>
            <a:prstGeom prst="rect">
              <a:avLst/>
            </a:prstGeom>
            <a:noFill/>
          </p:spPr>
          <p:txBody>
            <a:bodyPr wrap="square" rtlCol="0">
              <a:spAutoFit/>
            </a:bodyPr>
            <a:lstStyle/>
            <a:p>
              <a:r>
                <a:rPr lang="zh-CN" altLang="en-US" sz="2000" b="1" dirty="0"/>
                <a:t>奇偶校验</a:t>
              </a:r>
            </a:p>
          </p:txBody>
        </p:sp>
      </p:grpSp>
      <p:sp>
        <p:nvSpPr>
          <p:cNvPr id="5" name="矩形 4">
            <a:extLst>
              <a:ext uri="{FF2B5EF4-FFF2-40B4-BE49-F238E27FC236}">
                <a16:creationId xmlns:a16="http://schemas.microsoft.com/office/drawing/2014/main" id="{971D0C99-431C-4101-8C2B-F72D87047F3E}"/>
              </a:ext>
            </a:extLst>
          </p:cNvPr>
          <p:cNvSpPr/>
          <p:nvPr/>
        </p:nvSpPr>
        <p:spPr>
          <a:xfrm>
            <a:off x="1016000" y="1297642"/>
            <a:ext cx="256976" cy="256976"/>
          </a:xfrm>
          <a:prstGeom prst="rect">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6" name="íşlïḍè">
            <a:extLst>
              <a:ext uri="{FF2B5EF4-FFF2-40B4-BE49-F238E27FC236}">
                <a16:creationId xmlns:a16="http://schemas.microsoft.com/office/drawing/2014/main" id="{1839D133-07C9-44AB-879F-5F3648994379}"/>
              </a:ext>
            </a:extLst>
          </p:cNvPr>
          <p:cNvSpPr txBox="1"/>
          <p:nvPr/>
        </p:nvSpPr>
        <p:spPr>
          <a:xfrm>
            <a:off x="1333227" y="1297641"/>
            <a:ext cx="10475031" cy="256977"/>
          </a:xfrm>
          <a:prstGeom prst="rect">
            <a:avLst/>
          </a:prstGeom>
          <a:noFill/>
        </p:spPr>
        <p:txBody>
          <a:bodyPr wrap="square" lIns="91440" tIns="45720" rIns="91440" bIns="45720" anchor="ctr">
            <a:noAutofit/>
          </a:bodyPr>
          <a:lstStyle/>
          <a:p>
            <a:r>
              <a:rPr lang="zh-CN" altLang="en-US" b="1" dirty="0"/>
              <a:t>奇校验是在待发送的数据后面</a:t>
            </a:r>
            <a:r>
              <a:rPr lang="zh-CN" altLang="en-US" b="1" dirty="0">
                <a:solidFill>
                  <a:schemeClr val="accent1">
                    <a:lumMod val="75000"/>
                  </a:schemeClr>
                </a:solidFill>
              </a:rPr>
              <a:t>添加</a:t>
            </a:r>
            <a:r>
              <a:rPr lang="en-US" altLang="zh-CN" b="1" dirty="0">
                <a:solidFill>
                  <a:schemeClr val="accent1">
                    <a:lumMod val="75000"/>
                  </a:schemeClr>
                </a:solidFill>
              </a:rPr>
              <a:t>1</a:t>
            </a:r>
            <a:r>
              <a:rPr lang="zh-CN" altLang="en-US" b="1" dirty="0">
                <a:solidFill>
                  <a:schemeClr val="accent1">
                    <a:lumMod val="75000"/>
                  </a:schemeClr>
                </a:solidFill>
              </a:rPr>
              <a:t>个校验位</a:t>
            </a:r>
            <a:r>
              <a:rPr lang="zh-CN" altLang="en-US" b="1" dirty="0"/>
              <a:t>，使得添加该校验位后的整个数据中</a:t>
            </a:r>
            <a:r>
              <a:rPr lang="zh-CN" altLang="en-US" b="1" dirty="0">
                <a:solidFill>
                  <a:schemeClr val="accent1">
                    <a:lumMod val="75000"/>
                  </a:schemeClr>
                </a:solidFill>
              </a:rPr>
              <a:t>比特</a:t>
            </a:r>
            <a:r>
              <a:rPr lang="en-US" altLang="zh-CN" b="1" dirty="0">
                <a:solidFill>
                  <a:schemeClr val="accent1">
                    <a:lumMod val="75000"/>
                  </a:schemeClr>
                </a:solidFill>
              </a:rPr>
              <a:t>1</a:t>
            </a:r>
            <a:r>
              <a:rPr lang="zh-CN" altLang="en-US" b="1" dirty="0">
                <a:solidFill>
                  <a:schemeClr val="accent1">
                    <a:lumMod val="75000"/>
                  </a:schemeClr>
                </a:solidFill>
              </a:rPr>
              <a:t>的个数</a:t>
            </a:r>
            <a:r>
              <a:rPr lang="zh-CN" altLang="en-US" b="1" dirty="0"/>
              <a:t>为</a:t>
            </a:r>
            <a:r>
              <a:rPr lang="zh-CN" altLang="en-US" b="1" dirty="0">
                <a:solidFill>
                  <a:schemeClr val="accent1">
                    <a:lumMod val="75000"/>
                  </a:schemeClr>
                </a:solidFill>
              </a:rPr>
              <a:t>奇数</a:t>
            </a:r>
            <a:r>
              <a:rPr lang="zh-CN" altLang="en-US" b="1" dirty="0"/>
              <a:t>。</a:t>
            </a:r>
            <a:endParaRPr lang="en-US" altLang="zh-CN" b="1" dirty="0"/>
          </a:p>
        </p:txBody>
      </p:sp>
      <p:sp>
        <p:nvSpPr>
          <p:cNvPr id="7" name="矩形 6">
            <a:extLst>
              <a:ext uri="{FF2B5EF4-FFF2-40B4-BE49-F238E27FC236}">
                <a16:creationId xmlns:a16="http://schemas.microsoft.com/office/drawing/2014/main" id="{D4EA06D0-9D69-44E0-B618-0744E5734DE0}"/>
              </a:ext>
            </a:extLst>
          </p:cNvPr>
          <p:cNvSpPr/>
          <p:nvPr/>
        </p:nvSpPr>
        <p:spPr>
          <a:xfrm>
            <a:off x="1016000" y="1715871"/>
            <a:ext cx="256976" cy="256976"/>
          </a:xfrm>
          <a:prstGeom prst="rect">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8" name="íşlïḍè">
            <a:extLst>
              <a:ext uri="{FF2B5EF4-FFF2-40B4-BE49-F238E27FC236}">
                <a16:creationId xmlns:a16="http://schemas.microsoft.com/office/drawing/2014/main" id="{44494268-1883-4E3C-B842-B7B6E998938E}"/>
              </a:ext>
            </a:extLst>
          </p:cNvPr>
          <p:cNvSpPr txBox="1"/>
          <p:nvPr/>
        </p:nvSpPr>
        <p:spPr>
          <a:xfrm>
            <a:off x="1333227" y="1715870"/>
            <a:ext cx="10475031" cy="256977"/>
          </a:xfrm>
          <a:prstGeom prst="rect">
            <a:avLst/>
          </a:prstGeom>
          <a:noFill/>
        </p:spPr>
        <p:txBody>
          <a:bodyPr wrap="square" lIns="91440" tIns="45720" rIns="91440" bIns="45720" anchor="ctr">
            <a:noAutofit/>
          </a:bodyPr>
          <a:lstStyle/>
          <a:p>
            <a:r>
              <a:rPr lang="zh-CN" altLang="en-US" b="1" dirty="0"/>
              <a:t>偶校验是在待发送的数据后面</a:t>
            </a:r>
            <a:r>
              <a:rPr lang="zh-CN" altLang="en-US" b="1" dirty="0">
                <a:solidFill>
                  <a:schemeClr val="accent1">
                    <a:lumMod val="75000"/>
                  </a:schemeClr>
                </a:solidFill>
              </a:rPr>
              <a:t>添加</a:t>
            </a:r>
            <a:r>
              <a:rPr lang="en-US" altLang="zh-CN" b="1" dirty="0">
                <a:solidFill>
                  <a:schemeClr val="accent1">
                    <a:lumMod val="75000"/>
                  </a:schemeClr>
                </a:solidFill>
              </a:rPr>
              <a:t>1</a:t>
            </a:r>
            <a:r>
              <a:rPr lang="zh-CN" altLang="en-US" b="1" dirty="0">
                <a:solidFill>
                  <a:schemeClr val="accent1">
                    <a:lumMod val="75000"/>
                  </a:schemeClr>
                </a:solidFill>
              </a:rPr>
              <a:t>个校验位</a:t>
            </a:r>
            <a:r>
              <a:rPr lang="zh-CN" altLang="en-US" b="1" dirty="0"/>
              <a:t>，使得添加该校验位后的整个数据中</a:t>
            </a:r>
            <a:r>
              <a:rPr lang="zh-CN" altLang="en-US" b="1" dirty="0">
                <a:solidFill>
                  <a:schemeClr val="accent1">
                    <a:lumMod val="75000"/>
                  </a:schemeClr>
                </a:solidFill>
              </a:rPr>
              <a:t>比特</a:t>
            </a:r>
            <a:r>
              <a:rPr lang="en-US" altLang="zh-CN" b="1" dirty="0">
                <a:solidFill>
                  <a:schemeClr val="accent1">
                    <a:lumMod val="75000"/>
                  </a:schemeClr>
                </a:solidFill>
              </a:rPr>
              <a:t>1</a:t>
            </a:r>
            <a:r>
              <a:rPr lang="zh-CN" altLang="en-US" b="1" dirty="0">
                <a:solidFill>
                  <a:schemeClr val="accent1">
                    <a:lumMod val="75000"/>
                  </a:schemeClr>
                </a:solidFill>
              </a:rPr>
              <a:t>的个数</a:t>
            </a:r>
            <a:r>
              <a:rPr lang="zh-CN" altLang="en-US" b="1" dirty="0"/>
              <a:t>为</a:t>
            </a:r>
            <a:r>
              <a:rPr lang="zh-CN" altLang="en-US" b="1" dirty="0">
                <a:solidFill>
                  <a:schemeClr val="accent1">
                    <a:lumMod val="75000"/>
                  </a:schemeClr>
                </a:solidFill>
              </a:rPr>
              <a:t>偶数</a:t>
            </a:r>
            <a:r>
              <a:rPr lang="zh-CN" altLang="en-US" b="1" dirty="0"/>
              <a:t>。</a:t>
            </a:r>
            <a:endParaRPr lang="en-US" altLang="zh-CN" b="1" dirty="0"/>
          </a:p>
        </p:txBody>
      </p:sp>
      <p:grpSp>
        <p:nvGrpSpPr>
          <p:cNvPr id="39" name="组合 38">
            <a:extLst>
              <a:ext uri="{FF2B5EF4-FFF2-40B4-BE49-F238E27FC236}">
                <a16:creationId xmlns:a16="http://schemas.microsoft.com/office/drawing/2014/main" id="{3DF54BC2-CF8F-4E83-A832-B5E29A9D6D2A}"/>
              </a:ext>
            </a:extLst>
          </p:cNvPr>
          <p:cNvGrpSpPr/>
          <p:nvPr/>
        </p:nvGrpSpPr>
        <p:grpSpPr>
          <a:xfrm>
            <a:off x="1536951" y="2103871"/>
            <a:ext cx="9131253" cy="641082"/>
            <a:chOff x="1178428" y="2118570"/>
            <a:chExt cx="9131253" cy="641082"/>
          </a:xfrm>
        </p:grpSpPr>
        <p:cxnSp>
          <p:nvCxnSpPr>
            <p:cNvPr id="10" name="直接连接符 9">
              <a:extLst>
                <a:ext uri="{FF2B5EF4-FFF2-40B4-BE49-F238E27FC236}">
                  <a16:creationId xmlns:a16="http://schemas.microsoft.com/office/drawing/2014/main" id="{5777D45A-2EFA-4218-A7B0-205A3E5F6A84}"/>
                </a:ext>
              </a:extLst>
            </p:cNvPr>
            <p:cNvCxnSpPr>
              <a:cxnSpLocks/>
            </p:cNvCxnSpPr>
            <p:nvPr/>
          </p:nvCxnSpPr>
          <p:spPr>
            <a:xfrm>
              <a:off x="1509835" y="2585975"/>
              <a:ext cx="8468439"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pic>
          <p:nvPicPr>
            <p:cNvPr id="11" name="图形 10">
              <a:extLst>
                <a:ext uri="{FF2B5EF4-FFF2-40B4-BE49-F238E27FC236}">
                  <a16:creationId xmlns:a16="http://schemas.microsoft.com/office/drawing/2014/main" id="{9C763F9A-7C51-42E2-BD80-23E0BB34B7D7}"/>
                </a:ext>
              </a:extLst>
            </p:cNvPr>
            <p:cNvPicPr>
              <a:picLocks noChangeAspect="1"/>
            </p:cNvPicPr>
            <p:nvPr/>
          </p:nvPicPr>
          <p:blipFill>
            <a:blip r:embed="rId3">
              <a:extLst>
                <a:ext uri="{28A0092B-C50C-407E-A947-70E740481C1C}">
                  <a14:useLocalDpi xmlns:a14="http://schemas.microsoft.com/office/drawing/2010/main" val="0"/>
                </a:ext>
                <a:ext uri="{96DAC541-7B7A-43D3-8B79-37D633B846F1}">
                  <asvg:svgBlip xmlns:asvg="http://schemas.microsoft.com/office/drawing/2016/SVG/main" r:embed="rId4"/>
                </a:ext>
              </a:extLst>
            </a:blip>
            <a:stretch>
              <a:fillRect/>
            </a:stretch>
          </p:blipFill>
          <p:spPr>
            <a:xfrm>
              <a:off x="1178428" y="2118570"/>
              <a:ext cx="662814" cy="641082"/>
            </a:xfrm>
            <a:prstGeom prst="rect">
              <a:avLst/>
            </a:prstGeom>
          </p:spPr>
        </p:pic>
        <p:pic>
          <p:nvPicPr>
            <p:cNvPr id="12" name="图形 11">
              <a:extLst>
                <a:ext uri="{FF2B5EF4-FFF2-40B4-BE49-F238E27FC236}">
                  <a16:creationId xmlns:a16="http://schemas.microsoft.com/office/drawing/2014/main" id="{F2585B3D-C730-4C53-95DA-9CD886C34B82}"/>
                </a:ext>
              </a:extLst>
            </p:cNvPr>
            <p:cNvPicPr>
              <a:picLocks noChangeAspect="1"/>
            </p:cNvPicPr>
            <p:nvPr/>
          </p:nvPicPr>
          <p:blipFill>
            <a:blip r:embed="rId3">
              <a:extLst>
                <a:ext uri="{28A0092B-C50C-407E-A947-70E740481C1C}">
                  <a14:useLocalDpi xmlns:a14="http://schemas.microsoft.com/office/drawing/2010/main" val="0"/>
                </a:ext>
                <a:ext uri="{96DAC541-7B7A-43D3-8B79-37D633B846F1}">
                  <asvg:svgBlip xmlns:asvg="http://schemas.microsoft.com/office/drawing/2016/SVG/main" r:embed="rId4"/>
                </a:ext>
              </a:extLst>
            </a:blip>
            <a:stretch>
              <a:fillRect/>
            </a:stretch>
          </p:blipFill>
          <p:spPr>
            <a:xfrm>
              <a:off x="9646867" y="2118570"/>
              <a:ext cx="662814" cy="641082"/>
            </a:xfrm>
            <a:prstGeom prst="rect">
              <a:avLst/>
            </a:prstGeom>
          </p:spPr>
        </p:pic>
      </p:grpSp>
      <p:grpSp>
        <p:nvGrpSpPr>
          <p:cNvPr id="37" name="组合 36">
            <a:extLst>
              <a:ext uri="{FF2B5EF4-FFF2-40B4-BE49-F238E27FC236}">
                <a16:creationId xmlns:a16="http://schemas.microsoft.com/office/drawing/2014/main" id="{D69925A9-C859-4347-A05F-CDC4687E3491}"/>
              </a:ext>
            </a:extLst>
          </p:cNvPr>
          <p:cNvGrpSpPr/>
          <p:nvPr/>
        </p:nvGrpSpPr>
        <p:grpSpPr>
          <a:xfrm>
            <a:off x="930630" y="3728030"/>
            <a:ext cx="2047585" cy="210508"/>
            <a:chOff x="2681867" y="4134493"/>
            <a:chExt cx="2047585" cy="210508"/>
          </a:xfrm>
        </p:grpSpPr>
        <p:sp>
          <p:nvSpPr>
            <p:cNvPr id="17" name="六边形 16">
              <a:extLst>
                <a:ext uri="{FF2B5EF4-FFF2-40B4-BE49-F238E27FC236}">
                  <a16:creationId xmlns:a16="http://schemas.microsoft.com/office/drawing/2014/main" id="{72D03B14-955E-4F48-84FA-24E3CD91B887}"/>
                </a:ext>
              </a:extLst>
            </p:cNvPr>
            <p:cNvSpPr/>
            <p:nvPr/>
          </p:nvSpPr>
          <p:spPr>
            <a:xfrm>
              <a:off x="2681867" y="4134493"/>
              <a:ext cx="335500" cy="210508"/>
            </a:xfrm>
            <a:prstGeom prst="hexagon">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CN" b="1" dirty="0">
                  <a:solidFill>
                    <a:schemeClr val="tx1"/>
                  </a:solidFill>
                </a:rPr>
                <a:t>1</a:t>
              </a:r>
              <a:endParaRPr lang="zh-CN" altLang="en-US" b="1" dirty="0">
                <a:solidFill>
                  <a:schemeClr val="tx1"/>
                </a:solidFill>
              </a:endParaRPr>
            </a:p>
          </p:txBody>
        </p:sp>
        <p:sp>
          <p:nvSpPr>
            <p:cNvPr id="18" name="六边形 17">
              <a:extLst>
                <a:ext uri="{FF2B5EF4-FFF2-40B4-BE49-F238E27FC236}">
                  <a16:creationId xmlns:a16="http://schemas.microsoft.com/office/drawing/2014/main" id="{746A2A15-655F-4663-98BD-DC56FED2B69A}"/>
                </a:ext>
              </a:extLst>
            </p:cNvPr>
            <p:cNvSpPr/>
            <p:nvPr/>
          </p:nvSpPr>
          <p:spPr>
            <a:xfrm>
              <a:off x="3024284" y="4134493"/>
              <a:ext cx="335500" cy="210508"/>
            </a:xfrm>
            <a:prstGeom prst="hexagon">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CN" b="1" dirty="0">
                  <a:solidFill>
                    <a:schemeClr val="tx1"/>
                  </a:solidFill>
                </a:rPr>
                <a:t>0</a:t>
              </a:r>
              <a:endParaRPr lang="zh-CN" altLang="en-US" b="1" dirty="0">
                <a:solidFill>
                  <a:schemeClr val="tx1"/>
                </a:solidFill>
              </a:endParaRPr>
            </a:p>
          </p:txBody>
        </p:sp>
        <p:sp>
          <p:nvSpPr>
            <p:cNvPr id="19" name="六边形 18">
              <a:extLst>
                <a:ext uri="{FF2B5EF4-FFF2-40B4-BE49-F238E27FC236}">
                  <a16:creationId xmlns:a16="http://schemas.microsoft.com/office/drawing/2014/main" id="{388124B0-C89C-44D3-A52E-2F1CA27A7738}"/>
                </a:ext>
              </a:extLst>
            </p:cNvPr>
            <p:cNvSpPr/>
            <p:nvPr/>
          </p:nvSpPr>
          <p:spPr>
            <a:xfrm>
              <a:off x="3366701" y="4134493"/>
              <a:ext cx="335500" cy="210508"/>
            </a:xfrm>
            <a:prstGeom prst="hexagon">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CN" b="1" dirty="0">
                  <a:solidFill>
                    <a:schemeClr val="tx1"/>
                  </a:solidFill>
                </a:rPr>
                <a:t>1</a:t>
              </a:r>
              <a:endParaRPr lang="zh-CN" altLang="en-US" b="1" dirty="0">
                <a:solidFill>
                  <a:schemeClr val="tx1"/>
                </a:solidFill>
              </a:endParaRPr>
            </a:p>
          </p:txBody>
        </p:sp>
        <p:sp>
          <p:nvSpPr>
            <p:cNvPr id="20" name="六边形 19">
              <a:extLst>
                <a:ext uri="{FF2B5EF4-FFF2-40B4-BE49-F238E27FC236}">
                  <a16:creationId xmlns:a16="http://schemas.microsoft.com/office/drawing/2014/main" id="{D1917311-3FF1-4F80-BBA0-CF43ABF07320}"/>
                </a:ext>
              </a:extLst>
            </p:cNvPr>
            <p:cNvSpPr/>
            <p:nvPr/>
          </p:nvSpPr>
          <p:spPr>
            <a:xfrm>
              <a:off x="3709118" y="4134493"/>
              <a:ext cx="335500" cy="210508"/>
            </a:xfrm>
            <a:prstGeom prst="hexagon">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CN" b="1" dirty="0">
                  <a:solidFill>
                    <a:schemeClr val="tx1"/>
                  </a:solidFill>
                </a:rPr>
                <a:t>1</a:t>
              </a:r>
              <a:endParaRPr lang="zh-CN" altLang="en-US" b="1" dirty="0">
                <a:solidFill>
                  <a:schemeClr val="tx1"/>
                </a:solidFill>
              </a:endParaRPr>
            </a:p>
          </p:txBody>
        </p:sp>
        <p:sp>
          <p:nvSpPr>
            <p:cNvPr id="21" name="六边形 20">
              <a:extLst>
                <a:ext uri="{FF2B5EF4-FFF2-40B4-BE49-F238E27FC236}">
                  <a16:creationId xmlns:a16="http://schemas.microsoft.com/office/drawing/2014/main" id="{C3D4F2AE-BE4C-42B0-A30F-EEF7848DD172}"/>
                </a:ext>
              </a:extLst>
            </p:cNvPr>
            <p:cNvSpPr/>
            <p:nvPr/>
          </p:nvSpPr>
          <p:spPr>
            <a:xfrm>
              <a:off x="4051535" y="4134493"/>
              <a:ext cx="335500" cy="210508"/>
            </a:xfrm>
            <a:prstGeom prst="hexagon">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CN" b="1" dirty="0">
                  <a:solidFill>
                    <a:schemeClr val="tx1"/>
                  </a:solidFill>
                </a:rPr>
                <a:t>0</a:t>
              </a:r>
              <a:endParaRPr lang="zh-CN" altLang="en-US" b="1" dirty="0">
                <a:solidFill>
                  <a:schemeClr val="tx1"/>
                </a:solidFill>
              </a:endParaRPr>
            </a:p>
          </p:txBody>
        </p:sp>
        <p:sp>
          <p:nvSpPr>
            <p:cNvPr id="22" name="六边形 21">
              <a:extLst>
                <a:ext uri="{FF2B5EF4-FFF2-40B4-BE49-F238E27FC236}">
                  <a16:creationId xmlns:a16="http://schemas.microsoft.com/office/drawing/2014/main" id="{0BC4B352-5A2D-4E88-93E3-EBCB5D153516}"/>
                </a:ext>
              </a:extLst>
            </p:cNvPr>
            <p:cNvSpPr/>
            <p:nvPr/>
          </p:nvSpPr>
          <p:spPr>
            <a:xfrm>
              <a:off x="4393952" y="4134493"/>
              <a:ext cx="335500" cy="210508"/>
            </a:xfrm>
            <a:prstGeom prst="hexagon">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CN" b="1" dirty="0">
                  <a:solidFill>
                    <a:schemeClr val="tx1"/>
                  </a:solidFill>
                </a:rPr>
                <a:t>1</a:t>
              </a:r>
              <a:endParaRPr lang="zh-CN" altLang="en-US" b="1" dirty="0">
                <a:solidFill>
                  <a:schemeClr val="tx1"/>
                </a:solidFill>
              </a:endParaRPr>
            </a:p>
          </p:txBody>
        </p:sp>
      </p:grpSp>
      <p:sp>
        <p:nvSpPr>
          <p:cNvPr id="43" name="椭圆 42">
            <a:extLst>
              <a:ext uri="{FF2B5EF4-FFF2-40B4-BE49-F238E27FC236}">
                <a16:creationId xmlns:a16="http://schemas.microsoft.com/office/drawing/2014/main" id="{8B288764-AFF1-4C08-B01D-66A1192081A7}"/>
              </a:ext>
            </a:extLst>
          </p:cNvPr>
          <p:cNvSpPr/>
          <p:nvPr/>
        </p:nvSpPr>
        <p:spPr>
          <a:xfrm>
            <a:off x="619595" y="3686421"/>
            <a:ext cx="293725" cy="293725"/>
          </a:xfrm>
          <a:prstGeom prst="ellipse">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CN" b="1" dirty="0">
                <a:solidFill>
                  <a:schemeClr val="tx1"/>
                </a:solidFill>
              </a:rPr>
              <a:t>1</a:t>
            </a:r>
            <a:endParaRPr lang="zh-CN" altLang="en-US" b="1" dirty="0">
              <a:solidFill>
                <a:schemeClr val="tx1"/>
              </a:solidFill>
            </a:endParaRPr>
          </a:p>
        </p:txBody>
      </p:sp>
      <p:grpSp>
        <p:nvGrpSpPr>
          <p:cNvPr id="111" name="组合 110">
            <a:extLst>
              <a:ext uri="{FF2B5EF4-FFF2-40B4-BE49-F238E27FC236}">
                <a16:creationId xmlns:a16="http://schemas.microsoft.com/office/drawing/2014/main" id="{DEFF1C39-6253-4516-B0E8-1B315442A670}"/>
              </a:ext>
            </a:extLst>
          </p:cNvPr>
          <p:cNvGrpSpPr/>
          <p:nvPr/>
        </p:nvGrpSpPr>
        <p:grpSpPr>
          <a:xfrm>
            <a:off x="2978215" y="3190842"/>
            <a:ext cx="8607344" cy="789304"/>
            <a:chOff x="2978215" y="3190842"/>
            <a:chExt cx="8607344" cy="789304"/>
          </a:xfrm>
        </p:grpSpPr>
        <p:grpSp>
          <p:nvGrpSpPr>
            <p:cNvPr id="52" name="组合 51">
              <a:extLst>
                <a:ext uri="{FF2B5EF4-FFF2-40B4-BE49-F238E27FC236}">
                  <a16:creationId xmlns:a16="http://schemas.microsoft.com/office/drawing/2014/main" id="{E1897878-6EC9-42DB-B551-5E1295B88894}"/>
                </a:ext>
              </a:extLst>
            </p:cNvPr>
            <p:cNvGrpSpPr/>
            <p:nvPr/>
          </p:nvGrpSpPr>
          <p:grpSpPr>
            <a:xfrm>
              <a:off x="9226939" y="3686421"/>
              <a:ext cx="2358620" cy="293725"/>
              <a:chOff x="2892150" y="5022586"/>
              <a:chExt cx="2358620" cy="293725"/>
            </a:xfrm>
          </p:grpSpPr>
          <p:grpSp>
            <p:nvGrpSpPr>
              <p:cNvPr id="44" name="组合 43">
                <a:extLst>
                  <a:ext uri="{FF2B5EF4-FFF2-40B4-BE49-F238E27FC236}">
                    <a16:creationId xmlns:a16="http://schemas.microsoft.com/office/drawing/2014/main" id="{7A047028-715A-4402-8269-606C6A926C42}"/>
                  </a:ext>
                </a:extLst>
              </p:cNvPr>
              <p:cNvGrpSpPr/>
              <p:nvPr/>
            </p:nvGrpSpPr>
            <p:grpSpPr>
              <a:xfrm>
                <a:off x="3203185" y="5064195"/>
                <a:ext cx="2047585" cy="210508"/>
                <a:chOff x="2681867" y="4134493"/>
                <a:chExt cx="2047585" cy="210508"/>
              </a:xfrm>
            </p:grpSpPr>
            <p:sp>
              <p:nvSpPr>
                <p:cNvPr id="45" name="六边形 44">
                  <a:extLst>
                    <a:ext uri="{FF2B5EF4-FFF2-40B4-BE49-F238E27FC236}">
                      <a16:creationId xmlns:a16="http://schemas.microsoft.com/office/drawing/2014/main" id="{D8CD7CE4-1ACD-4898-A88D-E87E2666DBA9}"/>
                    </a:ext>
                  </a:extLst>
                </p:cNvPr>
                <p:cNvSpPr/>
                <p:nvPr/>
              </p:nvSpPr>
              <p:spPr>
                <a:xfrm>
                  <a:off x="2681867" y="4134493"/>
                  <a:ext cx="335500" cy="210508"/>
                </a:xfrm>
                <a:prstGeom prst="hexagon">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CN" b="1" dirty="0">
                      <a:solidFill>
                        <a:schemeClr val="tx1"/>
                      </a:solidFill>
                    </a:rPr>
                    <a:t>1</a:t>
                  </a:r>
                  <a:endParaRPr lang="zh-CN" altLang="en-US" b="1" dirty="0">
                    <a:solidFill>
                      <a:schemeClr val="tx1"/>
                    </a:solidFill>
                  </a:endParaRPr>
                </a:p>
              </p:txBody>
            </p:sp>
            <p:sp>
              <p:nvSpPr>
                <p:cNvPr id="46" name="六边形 45">
                  <a:extLst>
                    <a:ext uri="{FF2B5EF4-FFF2-40B4-BE49-F238E27FC236}">
                      <a16:creationId xmlns:a16="http://schemas.microsoft.com/office/drawing/2014/main" id="{19ADD155-F328-48DE-AD19-C239EC21725E}"/>
                    </a:ext>
                  </a:extLst>
                </p:cNvPr>
                <p:cNvSpPr/>
                <p:nvPr/>
              </p:nvSpPr>
              <p:spPr>
                <a:xfrm>
                  <a:off x="3024284" y="4134493"/>
                  <a:ext cx="335500" cy="210508"/>
                </a:xfrm>
                <a:prstGeom prst="hexagon">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CN" b="1" dirty="0">
                      <a:solidFill>
                        <a:schemeClr val="tx1"/>
                      </a:solidFill>
                    </a:rPr>
                    <a:t>0</a:t>
                  </a:r>
                  <a:endParaRPr lang="zh-CN" altLang="en-US" b="1" dirty="0">
                    <a:solidFill>
                      <a:schemeClr val="tx1"/>
                    </a:solidFill>
                  </a:endParaRPr>
                </a:p>
              </p:txBody>
            </p:sp>
            <p:sp>
              <p:nvSpPr>
                <p:cNvPr id="47" name="六边形 46">
                  <a:extLst>
                    <a:ext uri="{FF2B5EF4-FFF2-40B4-BE49-F238E27FC236}">
                      <a16:creationId xmlns:a16="http://schemas.microsoft.com/office/drawing/2014/main" id="{31B7C469-756B-4875-9762-FDB619154CA6}"/>
                    </a:ext>
                  </a:extLst>
                </p:cNvPr>
                <p:cNvSpPr/>
                <p:nvPr/>
              </p:nvSpPr>
              <p:spPr>
                <a:xfrm>
                  <a:off x="3366701" y="4134493"/>
                  <a:ext cx="335500" cy="210508"/>
                </a:xfrm>
                <a:prstGeom prst="hexagon">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CN" b="1" dirty="0">
                      <a:solidFill>
                        <a:schemeClr val="tx1"/>
                      </a:solidFill>
                    </a:rPr>
                    <a:t>1</a:t>
                  </a:r>
                  <a:endParaRPr lang="zh-CN" altLang="en-US" b="1" dirty="0">
                    <a:solidFill>
                      <a:schemeClr val="tx1"/>
                    </a:solidFill>
                  </a:endParaRPr>
                </a:p>
              </p:txBody>
            </p:sp>
            <p:sp>
              <p:nvSpPr>
                <p:cNvPr id="48" name="六边形 47">
                  <a:extLst>
                    <a:ext uri="{FF2B5EF4-FFF2-40B4-BE49-F238E27FC236}">
                      <a16:creationId xmlns:a16="http://schemas.microsoft.com/office/drawing/2014/main" id="{5FA81923-8D9E-4BDB-9292-B939CC2F2D31}"/>
                    </a:ext>
                  </a:extLst>
                </p:cNvPr>
                <p:cNvSpPr/>
                <p:nvPr/>
              </p:nvSpPr>
              <p:spPr>
                <a:xfrm>
                  <a:off x="3709118" y="4134493"/>
                  <a:ext cx="335500" cy="210508"/>
                </a:xfrm>
                <a:prstGeom prst="hexagon">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CN" b="1" dirty="0">
                      <a:solidFill>
                        <a:schemeClr val="tx1"/>
                      </a:solidFill>
                    </a:rPr>
                    <a:t>1</a:t>
                  </a:r>
                  <a:endParaRPr lang="zh-CN" altLang="en-US" b="1" dirty="0">
                    <a:solidFill>
                      <a:schemeClr val="tx1"/>
                    </a:solidFill>
                  </a:endParaRPr>
                </a:p>
              </p:txBody>
            </p:sp>
            <p:sp>
              <p:nvSpPr>
                <p:cNvPr id="49" name="六边形 48">
                  <a:extLst>
                    <a:ext uri="{FF2B5EF4-FFF2-40B4-BE49-F238E27FC236}">
                      <a16:creationId xmlns:a16="http://schemas.microsoft.com/office/drawing/2014/main" id="{3908D744-A005-41D5-851B-5F9699716A9E}"/>
                    </a:ext>
                  </a:extLst>
                </p:cNvPr>
                <p:cNvSpPr/>
                <p:nvPr/>
              </p:nvSpPr>
              <p:spPr>
                <a:xfrm>
                  <a:off x="4051535" y="4134493"/>
                  <a:ext cx="335500" cy="210508"/>
                </a:xfrm>
                <a:prstGeom prst="hexagon">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CN" b="1" dirty="0">
                      <a:solidFill>
                        <a:schemeClr val="tx1"/>
                      </a:solidFill>
                    </a:rPr>
                    <a:t>0</a:t>
                  </a:r>
                  <a:endParaRPr lang="zh-CN" altLang="en-US" b="1" dirty="0">
                    <a:solidFill>
                      <a:schemeClr val="tx1"/>
                    </a:solidFill>
                  </a:endParaRPr>
                </a:p>
              </p:txBody>
            </p:sp>
            <p:sp>
              <p:nvSpPr>
                <p:cNvPr id="50" name="六边形 49">
                  <a:extLst>
                    <a:ext uri="{FF2B5EF4-FFF2-40B4-BE49-F238E27FC236}">
                      <a16:creationId xmlns:a16="http://schemas.microsoft.com/office/drawing/2014/main" id="{DB08D565-DA03-4826-8FED-878EAD0248EF}"/>
                    </a:ext>
                  </a:extLst>
                </p:cNvPr>
                <p:cNvSpPr/>
                <p:nvPr/>
              </p:nvSpPr>
              <p:spPr>
                <a:xfrm>
                  <a:off x="4393952" y="4134493"/>
                  <a:ext cx="335500" cy="210508"/>
                </a:xfrm>
                <a:prstGeom prst="hexagon">
                  <a:avLst/>
                </a:prstGeom>
                <a:solidFill>
                  <a:schemeClr val="accent1">
                    <a:lumMod val="75000"/>
                  </a:schemeClr>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CN" b="1" dirty="0">
                      <a:solidFill>
                        <a:schemeClr val="bg1"/>
                      </a:solidFill>
                    </a:rPr>
                    <a:t>0</a:t>
                  </a:r>
                  <a:endParaRPr lang="zh-CN" altLang="en-US" b="1" dirty="0">
                    <a:solidFill>
                      <a:schemeClr val="bg1"/>
                    </a:solidFill>
                  </a:endParaRPr>
                </a:p>
              </p:txBody>
            </p:sp>
          </p:grpSp>
          <p:sp>
            <p:nvSpPr>
              <p:cNvPr id="51" name="椭圆 50">
                <a:extLst>
                  <a:ext uri="{FF2B5EF4-FFF2-40B4-BE49-F238E27FC236}">
                    <a16:creationId xmlns:a16="http://schemas.microsoft.com/office/drawing/2014/main" id="{DF691906-4A3F-42E0-8701-0FD15362B30D}"/>
                  </a:ext>
                </a:extLst>
              </p:cNvPr>
              <p:cNvSpPr/>
              <p:nvPr/>
            </p:nvSpPr>
            <p:spPr>
              <a:xfrm>
                <a:off x="2892150" y="5022586"/>
                <a:ext cx="293725" cy="293725"/>
              </a:xfrm>
              <a:prstGeom prst="ellipse">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CN" b="1" dirty="0">
                    <a:solidFill>
                      <a:schemeClr val="tx1"/>
                    </a:solidFill>
                  </a:rPr>
                  <a:t>1</a:t>
                </a:r>
                <a:endParaRPr lang="zh-CN" altLang="en-US" b="1" dirty="0">
                  <a:solidFill>
                    <a:schemeClr val="tx1"/>
                  </a:solidFill>
                </a:endParaRPr>
              </a:p>
            </p:txBody>
          </p:sp>
        </p:grpSp>
        <p:cxnSp>
          <p:nvCxnSpPr>
            <p:cNvPr id="54" name="直接箭头连接符 53">
              <a:extLst>
                <a:ext uri="{FF2B5EF4-FFF2-40B4-BE49-F238E27FC236}">
                  <a16:creationId xmlns:a16="http://schemas.microsoft.com/office/drawing/2014/main" id="{1EE514D4-2252-4D12-A8C4-4D71F33120FF}"/>
                </a:ext>
              </a:extLst>
            </p:cNvPr>
            <p:cNvCxnSpPr>
              <a:stCxn id="22" idx="0"/>
              <a:endCxn id="51" idx="2"/>
            </p:cNvCxnSpPr>
            <p:nvPr/>
          </p:nvCxnSpPr>
          <p:spPr>
            <a:xfrm>
              <a:off x="2978215" y="3833284"/>
              <a:ext cx="6248724" cy="0"/>
            </a:xfrm>
            <a:prstGeom prst="straightConnector1">
              <a:avLst/>
            </a:prstGeom>
            <a:ln w="25400">
              <a:solidFill>
                <a:schemeClr val="tx1"/>
              </a:solidFill>
              <a:prstDash val="dash"/>
              <a:tailEnd type="triangle" w="med" len="lg"/>
            </a:ln>
          </p:spPr>
          <p:style>
            <a:lnRef idx="1">
              <a:schemeClr val="accent1"/>
            </a:lnRef>
            <a:fillRef idx="0">
              <a:schemeClr val="accent1"/>
            </a:fillRef>
            <a:effectRef idx="0">
              <a:schemeClr val="accent1"/>
            </a:effectRef>
            <a:fontRef idx="minor">
              <a:schemeClr val="tx1"/>
            </a:fontRef>
          </p:style>
        </p:cxnSp>
        <p:sp>
          <p:nvSpPr>
            <p:cNvPr id="56" name="íşlïḍè">
              <a:extLst>
                <a:ext uri="{FF2B5EF4-FFF2-40B4-BE49-F238E27FC236}">
                  <a16:creationId xmlns:a16="http://schemas.microsoft.com/office/drawing/2014/main" id="{A2F05AD3-6990-491A-AE37-973ECBE7D139}"/>
                </a:ext>
              </a:extLst>
            </p:cNvPr>
            <p:cNvSpPr txBox="1"/>
            <p:nvPr/>
          </p:nvSpPr>
          <p:spPr>
            <a:xfrm>
              <a:off x="4535471" y="3190842"/>
              <a:ext cx="3293187" cy="256977"/>
            </a:xfrm>
            <a:prstGeom prst="rect">
              <a:avLst/>
            </a:prstGeom>
            <a:noFill/>
          </p:spPr>
          <p:txBody>
            <a:bodyPr wrap="square" lIns="91440" tIns="45720" rIns="91440" bIns="45720" anchor="ctr">
              <a:noAutofit/>
            </a:bodyPr>
            <a:lstStyle/>
            <a:p>
              <a:r>
                <a:rPr lang="zh-CN" altLang="en-US" b="1" dirty="0"/>
                <a:t>产生</a:t>
              </a:r>
              <a:r>
                <a:rPr lang="en-US" altLang="zh-CN" b="1" dirty="0">
                  <a:solidFill>
                    <a:schemeClr val="accent4"/>
                  </a:solidFill>
                </a:rPr>
                <a:t>1</a:t>
              </a:r>
              <a:r>
                <a:rPr lang="zh-CN" altLang="en-US" b="1" dirty="0">
                  <a:solidFill>
                    <a:schemeClr val="accent4"/>
                  </a:solidFill>
                </a:rPr>
                <a:t>位误码</a:t>
              </a:r>
              <a:r>
                <a:rPr lang="zh-CN" altLang="en-US" b="1" dirty="0"/>
                <a:t>（出现在数据位）</a:t>
              </a:r>
              <a:endParaRPr lang="en-US" altLang="zh-CN" b="1" dirty="0"/>
            </a:p>
          </p:txBody>
        </p:sp>
      </p:grpSp>
      <p:sp>
        <p:nvSpPr>
          <p:cNvPr id="58" name="íşlïḍè">
            <a:extLst>
              <a:ext uri="{FF2B5EF4-FFF2-40B4-BE49-F238E27FC236}">
                <a16:creationId xmlns:a16="http://schemas.microsoft.com/office/drawing/2014/main" id="{84471C76-DEDF-4671-9FA8-98D09781EF32}"/>
              </a:ext>
            </a:extLst>
          </p:cNvPr>
          <p:cNvSpPr txBox="1"/>
          <p:nvPr/>
        </p:nvSpPr>
        <p:spPr>
          <a:xfrm>
            <a:off x="4260716" y="3500446"/>
            <a:ext cx="3849492" cy="256977"/>
          </a:xfrm>
          <a:prstGeom prst="rect">
            <a:avLst/>
          </a:prstGeom>
          <a:noFill/>
        </p:spPr>
        <p:txBody>
          <a:bodyPr wrap="square" lIns="91440" tIns="45720" rIns="91440" bIns="45720" anchor="ctr">
            <a:noAutofit/>
          </a:bodyPr>
          <a:lstStyle/>
          <a:p>
            <a:r>
              <a:rPr lang="zh-CN" altLang="en-US" b="1" dirty="0">
                <a:solidFill>
                  <a:schemeClr val="accent4"/>
                </a:solidFill>
              </a:rPr>
              <a:t>“</a:t>
            </a:r>
            <a:r>
              <a:rPr lang="en-US" altLang="zh-CN" b="1" dirty="0">
                <a:solidFill>
                  <a:schemeClr val="accent4"/>
                </a:solidFill>
              </a:rPr>
              <a:t>1</a:t>
            </a:r>
            <a:r>
              <a:rPr lang="zh-CN" altLang="en-US" b="1" dirty="0">
                <a:solidFill>
                  <a:schemeClr val="accent4"/>
                </a:solidFill>
              </a:rPr>
              <a:t>”数量的奇性改变，可检出错误。</a:t>
            </a:r>
            <a:endParaRPr lang="en-US" altLang="zh-CN" b="1" dirty="0">
              <a:solidFill>
                <a:schemeClr val="accent4"/>
              </a:solidFill>
            </a:endParaRPr>
          </a:p>
        </p:txBody>
      </p:sp>
      <p:grpSp>
        <p:nvGrpSpPr>
          <p:cNvPr id="113" name="组合 112">
            <a:extLst>
              <a:ext uri="{FF2B5EF4-FFF2-40B4-BE49-F238E27FC236}">
                <a16:creationId xmlns:a16="http://schemas.microsoft.com/office/drawing/2014/main" id="{2FCF61D3-F879-4C91-BC81-6FE2E0406D83}"/>
              </a:ext>
            </a:extLst>
          </p:cNvPr>
          <p:cNvGrpSpPr/>
          <p:nvPr/>
        </p:nvGrpSpPr>
        <p:grpSpPr>
          <a:xfrm>
            <a:off x="619595" y="4294776"/>
            <a:ext cx="10965964" cy="789304"/>
            <a:chOff x="619595" y="4294776"/>
            <a:chExt cx="10965964" cy="789304"/>
          </a:xfrm>
        </p:grpSpPr>
        <p:grpSp>
          <p:nvGrpSpPr>
            <p:cNvPr id="112" name="组合 111">
              <a:extLst>
                <a:ext uri="{FF2B5EF4-FFF2-40B4-BE49-F238E27FC236}">
                  <a16:creationId xmlns:a16="http://schemas.microsoft.com/office/drawing/2014/main" id="{869D3104-95B7-4A0A-8DAA-7EC2B00B123F}"/>
                </a:ext>
              </a:extLst>
            </p:cNvPr>
            <p:cNvGrpSpPr/>
            <p:nvPr/>
          </p:nvGrpSpPr>
          <p:grpSpPr>
            <a:xfrm>
              <a:off x="619595" y="4790355"/>
              <a:ext cx="2358620" cy="293725"/>
              <a:chOff x="619595" y="4790355"/>
              <a:chExt cx="2358620" cy="293725"/>
            </a:xfrm>
          </p:grpSpPr>
          <p:grpSp>
            <p:nvGrpSpPr>
              <p:cNvPr id="59" name="组合 58">
                <a:extLst>
                  <a:ext uri="{FF2B5EF4-FFF2-40B4-BE49-F238E27FC236}">
                    <a16:creationId xmlns:a16="http://schemas.microsoft.com/office/drawing/2014/main" id="{012199B5-D8A7-48AE-9A5F-D41210B59FE6}"/>
                  </a:ext>
                </a:extLst>
              </p:cNvPr>
              <p:cNvGrpSpPr/>
              <p:nvPr/>
            </p:nvGrpSpPr>
            <p:grpSpPr>
              <a:xfrm>
                <a:off x="930630" y="4831964"/>
                <a:ext cx="2047585" cy="210508"/>
                <a:chOff x="2681867" y="4134493"/>
                <a:chExt cx="2047585" cy="210508"/>
              </a:xfrm>
            </p:grpSpPr>
            <p:sp>
              <p:nvSpPr>
                <p:cNvPr id="60" name="六边形 59">
                  <a:extLst>
                    <a:ext uri="{FF2B5EF4-FFF2-40B4-BE49-F238E27FC236}">
                      <a16:creationId xmlns:a16="http://schemas.microsoft.com/office/drawing/2014/main" id="{6C8C052B-A8CC-41DB-B9BB-D7077D554007}"/>
                    </a:ext>
                  </a:extLst>
                </p:cNvPr>
                <p:cNvSpPr/>
                <p:nvPr/>
              </p:nvSpPr>
              <p:spPr>
                <a:xfrm>
                  <a:off x="2681867" y="4134493"/>
                  <a:ext cx="335500" cy="210508"/>
                </a:xfrm>
                <a:prstGeom prst="hexagon">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CN" b="1" dirty="0">
                      <a:solidFill>
                        <a:schemeClr val="tx1"/>
                      </a:solidFill>
                    </a:rPr>
                    <a:t>1</a:t>
                  </a:r>
                  <a:endParaRPr lang="zh-CN" altLang="en-US" b="1" dirty="0">
                    <a:solidFill>
                      <a:schemeClr val="tx1"/>
                    </a:solidFill>
                  </a:endParaRPr>
                </a:p>
              </p:txBody>
            </p:sp>
            <p:sp>
              <p:nvSpPr>
                <p:cNvPr id="61" name="六边形 60">
                  <a:extLst>
                    <a:ext uri="{FF2B5EF4-FFF2-40B4-BE49-F238E27FC236}">
                      <a16:creationId xmlns:a16="http://schemas.microsoft.com/office/drawing/2014/main" id="{39BE8421-5C6C-4B1E-BE26-1B32F54A3175}"/>
                    </a:ext>
                  </a:extLst>
                </p:cNvPr>
                <p:cNvSpPr/>
                <p:nvPr/>
              </p:nvSpPr>
              <p:spPr>
                <a:xfrm>
                  <a:off x="3024284" y="4134493"/>
                  <a:ext cx="335500" cy="210508"/>
                </a:xfrm>
                <a:prstGeom prst="hexagon">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CN" b="1" dirty="0">
                      <a:solidFill>
                        <a:schemeClr val="tx1"/>
                      </a:solidFill>
                    </a:rPr>
                    <a:t>0</a:t>
                  </a:r>
                  <a:endParaRPr lang="zh-CN" altLang="en-US" b="1" dirty="0">
                    <a:solidFill>
                      <a:schemeClr val="tx1"/>
                    </a:solidFill>
                  </a:endParaRPr>
                </a:p>
              </p:txBody>
            </p:sp>
            <p:sp>
              <p:nvSpPr>
                <p:cNvPr id="62" name="六边形 61">
                  <a:extLst>
                    <a:ext uri="{FF2B5EF4-FFF2-40B4-BE49-F238E27FC236}">
                      <a16:creationId xmlns:a16="http://schemas.microsoft.com/office/drawing/2014/main" id="{F456689D-3B15-4CBC-B43A-5335C0BC6E7F}"/>
                    </a:ext>
                  </a:extLst>
                </p:cNvPr>
                <p:cNvSpPr/>
                <p:nvPr/>
              </p:nvSpPr>
              <p:spPr>
                <a:xfrm>
                  <a:off x="3366701" y="4134493"/>
                  <a:ext cx="335500" cy="210508"/>
                </a:xfrm>
                <a:prstGeom prst="hexagon">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CN" b="1" dirty="0">
                      <a:solidFill>
                        <a:schemeClr val="tx1"/>
                      </a:solidFill>
                    </a:rPr>
                    <a:t>1</a:t>
                  </a:r>
                  <a:endParaRPr lang="zh-CN" altLang="en-US" b="1" dirty="0">
                    <a:solidFill>
                      <a:schemeClr val="tx1"/>
                    </a:solidFill>
                  </a:endParaRPr>
                </a:p>
              </p:txBody>
            </p:sp>
            <p:sp>
              <p:nvSpPr>
                <p:cNvPr id="63" name="六边形 62">
                  <a:extLst>
                    <a:ext uri="{FF2B5EF4-FFF2-40B4-BE49-F238E27FC236}">
                      <a16:creationId xmlns:a16="http://schemas.microsoft.com/office/drawing/2014/main" id="{EC81766B-84C0-447D-9C43-90DC3179A297}"/>
                    </a:ext>
                  </a:extLst>
                </p:cNvPr>
                <p:cNvSpPr/>
                <p:nvPr/>
              </p:nvSpPr>
              <p:spPr>
                <a:xfrm>
                  <a:off x="3709118" y="4134493"/>
                  <a:ext cx="335500" cy="210508"/>
                </a:xfrm>
                <a:prstGeom prst="hexagon">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CN" b="1" dirty="0">
                      <a:solidFill>
                        <a:schemeClr val="tx1"/>
                      </a:solidFill>
                    </a:rPr>
                    <a:t>1</a:t>
                  </a:r>
                  <a:endParaRPr lang="zh-CN" altLang="en-US" b="1" dirty="0">
                    <a:solidFill>
                      <a:schemeClr val="tx1"/>
                    </a:solidFill>
                  </a:endParaRPr>
                </a:p>
              </p:txBody>
            </p:sp>
            <p:sp>
              <p:nvSpPr>
                <p:cNvPr id="64" name="六边形 63">
                  <a:extLst>
                    <a:ext uri="{FF2B5EF4-FFF2-40B4-BE49-F238E27FC236}">
                      <a16:creationId xmlns:a16="http://schemas.microsoft.com/office/drawing/2014/main" id="{927B1C36-4621-476F-B6F7-2D332D2D7758}"/>
                    </a:ext>
                  </a:extLst>
                </p:cNvPr>
                <p:cNvSpPr/>
                <p:nvPr/>
              </p:nvSpPr>
              <p:spPr>
                <a:xfrm>
                  <a:off x="4051535" y="4134493"/>
                  <a:ext cx="335500" cy="210508"/>
                </a:xfrm>
                <a:prstGeom prst="hexagon">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CN" b="1" dirty="0">
                      <a:solidFill>
                        <a:schemeClr val="tx1"/>
                      </a:solidFill>
                    </a:rPr>
                    <a:t>0</a:t>
                  </a:r>
                  <a:endParaRPr lang="zh-CN" altLang="en-US" b="1" dirty="0">
                    <a:solidFill>
                      <a:schemeClr val="tx1"/>
                    </a:solidFill>
                  </a:endParaRPr>
                </a:p>
              </p:txBody>
            </p:sp>
            <p:sp>
              <p:nvSpPr>
                <p:cNvPr id="65" name="六边形 64">
                  <a:extLst>
                    <a:ext uri="{FF2B5EF4-FFF2-40B4-BE49-F238E27FC236}">
                      <a16:creationId xmlns:a16="http://schemas.microsoft.com/office/drawing/2014/main" id="{5AECD3AA-8A5E-4A29-B4E6-843DBE6D6BE4}"/>
                    </a:ext>
                  </a:extLst>
                </p:cNvPr>
                <p:cNvSpPr/>
                <p:nvPr/>
              </p:nvSpPr>
              <p:spPr>
                <a:xfrm>
                  <a:off x="4393952" y="4134493"/>
                  <a:ext cx="335500" cy="210508"/>
                </a:xfrm>
                <a:prstGeom prst="hexagon">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CN" b="1" dirty="0">
                      <a:solidFill>
                        <a:schemeClr val="tx1"/>
                      </a:solidFill>
                    </a:rPr>
                    <a:t>1</a:t>
                  </a:r>
                  <a:endParaRPr lang="zh-CN" altLang="en-US" b="1" dirty="0">
                    <a:solidFill>
                      <a:schemeClr val="tx1"/>
                    </a:solidFill>
                  </a:endParaRPr>
                </a:p>
              </p:txBody>
            </p:sp>
          </p:grpSp>
          <p:sp>
            <p:nvSpPr>
              <p:cNvPr id="66" name="椭圆 65">
                <a:extLst>
                  <a:ext uri="{FF2B5EF4-FFF2-40B4-BE49-F238E27FC236}">
                    <a16:creationId xmlns:a16="http://schemas.microsoft.com/office/drawing/2014/main" id="{314ED0F2-BF00-46D7-9786-7D07786B6678}"/>
                  </a:ext>
                </a:extLst>
              </p:cNvPr>
              <p:cNvSpPr/>
              <p:nvPr/>
            </p:nvSpPr>
            <p:spPr>
              <a:xfrm>
                <a:off x="619595" y="4790355"/>
                <a:ext cx="293725" cy="293725"/>
              </a:xfrm>
              <a:prstGeom prst="ellipse">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CN" b="1" dirty="0">
                    <a:solidFill>
                      <a:schemeClr val="tx1"/>
                    </a:solidFill>
                  </a:rPr>
                  <a:t>1</a:t>
                </a:r>
                <a:endParaRPr lang="zh-CN" altLang="en-US" b="1" dirty="0">
                  <a:solidFill>
                    <a:schemeClr val="tx1"/>
                  </a:solidFill>
                </a:endParaRPr>
              </a:p>
            </p:txBody>
          </p:sp>
        </p:grpSp>
        <p:grpSp>
          <p:nvGrpSpPr>
            <p:cNvPr id="67" name="组合 66">
              <a:extLst>
                <a:ext uri="{FF2B5EF4-FFF2-40B4-BE49-F238E27FC236}">
                  <a16:creationId xmlns:a16="http://schemas.microsoft.com/office/drawing/2014/main" id="{A450AA40-DAE2-4E36-B7C0-F1D51830A1DC}"/>
                </a:ext>
              </a:extLst>
            </p:cNvPr>
            <p:cNvGrpSpPr/>
            <p:nvPr/>
          </p:nvGrpSpPr>
          <p:grpSpPr>
            <a:xfrm>
              <a:off x="9226939" y="4790355"/>
              <a:ext cx="2358620" cy="293725"/>
              <a:chOff x="2892150" y="5022586"/>
              <a:chExt cx="2358620" cy="293725"/>
            </a:xfrm>
          </p:grpSpPr>
          <p:grpSp>
            <p:nvGrpSpPr>
              <p:cNvPr id="68" name="组合 67">
                <a:extLst>
                  <a:ext uri="{FF2B5EF4-FFF2-40B4-BE49-F238E27FC236}">
                    <a16:creationId xmlns:a16="http://schemas.microsoft.com/office/drawing/2014/main" id="{ED61DD46-40D7-4946-A2F8-2DF3A6A767B2}"/>
                  </a:ext>
                </a:extLst>
              </p:cNvPr>
              <p:cNvGrpSpPr/>
              <p:nvPr/>
            </p:nvGrpSpPr>
            <p:grpSpPr>
              <a:xfrm>
                <a:off x="3203185" y="5064195"/>
                <a:ext cx="2047585" cy="210508"/>
                <a:chOff x="2681867" y="4134493"/>
                <a:chExt cx="2047585" cy="210508"/>
              </a:xfrm>
            </p:grpSpPr>
            <p:sp>
              <p:nvSpPr>
                <p:cNvPr id="70" name="六边形 69">
                  <a:extLst>
                    <a:ext uri="{FF2B5EF4-FFF2-40B4-BE49-F238E27FC236}">
                      <a16:creationId xmlns:a16="http://schemas.microsoft.com/office/drawing/2014/main" id="{96335474-A3EA-4836-91A1-C107109D4D56}"/>
                    </a:ext>
                  </a:extLst>
                </p:cNvPr>
                <p:cNvSpPr/>
                <p:nvPr/>
              </p:nvSpPr>
              <p:spPr>
                <a:xfrm>
                  <a:off x="2681867" y="4134493"/>
                  <a:ext cx="335500" cy="210508"/>
                </a:xfrm>
                <a:prstGeom prst="hexagon">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CN" b="1" dirty="0">
                      <a:solidFill>
                        <a:schemeClr val="tx1"/>
                      </a:solidFill>
                    </a:rPr>
                    <a:t>1</a:t>
                  </a:r>
                  <a:endParaRPr lang="zh-CN" altLang="en-US" b="1" dirty="0">
                    <a:solidFill>
                      <a:schemeClr val="tx1"/>
                    </a:solidFill>
                  </a:endParaRPr>
                </a:p>
              </p:txBody>
            </p:sp>
            <p:sp>
              <p:nvSpPr>
                <p:cNvPr id="71" name="六边形 70">
                  <a:extLst>
                    <a:ext uri="{FF2B5EF4-FFF2-40B4-BE49-F238E27FC236}">
                      <a16:creationId xmlns:a16="http://schemas.microsoft.com/office/drawing/2014/main" id="{F225295D-18D8-4419-9EF8-0141B3BAAE1B}"/>
                    </a:ext>
                  </a:extLst>
                </p:cNvPr>
                <p:cNvSpPr/>
                <p:nvPr/>
              </p:nvSpPr>
              <p:spPr>
                <a:xfrm>
                  <a:off x="3024284" y="4134493"/>
                  <a:ext cx="335500" cy="210508"/>
                </a:xfrm>
                <a:prstGeom prst="hexagon">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CN" b="1" dirty="0">
                      <a:solidFill>
                        <a:schemeClr val="tx1"/>
                      </a:solidFill>
                    </a:rPr>
                    <a:t>0</a:t>
                  </a:r>
                  <a:endParaRPr lang="zh-CN" altLang="en-US" b="1" dirty="0">
                    <a:solidFill>
                      <a:schemeClr val="tx1"/>
                    </a:solidFill>
                  </a:endParaRPr>
                </a:p>
              </p:txBody>
            </p:sp>
            <p:sp>
              <p:nvSpPr>
                <p:cNvPr id="72" name="六边形 71">
                  <a:extLst>
                    <a:ext uri="{FF2B5EF4-FFF2-40B4-BE49-F238E27FC236}">
                      <a16:creationId xmlns:a16="http://schemas.microsoft.com/office/drawing/2014/main" id="{5453B42C-68A9-492B-913F-A04E9C3ACF7C}"/>
                    </a:ext>
                  </a:extLst>
                </p:cNvPr>
                <p:cNvSpPr/>
                <p:nvPr/>
              </p:nvSpPr>
              <p:spPr>
                <a:xfrm>
                  <a:off x="3366701" y="4134493"/>
                  <a:ext cx="335500" cy="210508"/>
                </a:xfrm>
                <a:prstGeom prst="hexagon">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CN" b="1" dirty="0">
                      <a:solidFill>
                        <a:schemeClr val="tx1"/>
                      </a:solidFill>
                    </a:rPr>
                    <a:t>1</a:t>
                  </a:r>
                  <a:endParaRPr lang="zh-CN" altLang="en-US" b="1" dirty="0">
                    <a:solidFill>
                      <a:schemeClr val="tx1"/>
                    </a:solidFill>
                  </a:endParaRPr>
                </a:p>
              </p:txBody>
            </p:sp>
            <p:sp>
              <p:nvSpPr>
                <p:cNvPr id="73" name="六边形 72">
                  <a:extLst>
                    <a:ext uri="{FF2B5EF4-FFF2-40B4-BE49-F238E27FC236}">
                      <a16:creationId xmlns:a16="http://schemas.microsoft.com/office/drawing/2014/main" id="{37170FAE-35B2-47C1-BF4B-D7418F8FF8FD}"/>
                    </a:ext>
                  </a:extLst>
                </p:cNvPr>
                <p:cNvSpPr/>
                <p:nvPr/>
              </p:nvSpPr>
              <p:spPr>
                <a:xfrm>
                  <a:off x="3709118" y="4134493"/>
                  <a:ext cx="335500" cy="210508"/>
                </a:xfrm>
                <a:prstGeom prst="hexagon">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CN" b="1" dirty="0">
                      <a:solidFill>
                        <a:schemeClr val="tx1"/>
                      </a:solidFill>
                    </a:rPr>
                    <a:t>1</a:t>
                  </a:r>
                  <a:endParaRPr lang="zh-CN" altLang="en-US" b="1" dirty="0">
                    <a:solidFill>
                      <a:schemeClr val="tx1"/>
                    </a:solidFill>
                  </a:endParaRPr>
                </a:p>
              </p:txBody>
            </p:sp>
            <p:sp>
              <p:nvSpPr>
                <p:cNvPr id="74" name="六边形 73">
                  <a:extLst>
                    <a:ext uri="{FF2B5EF4-FFF2-40B4-BE49-F238E27FC236}">
                      <a16:creationId xmlns:a16="http://schemas.microsoft.com/office/drawing/2014/main" id="{B6C5E532-40F3-48BD-89BB-BBB0DDFB2459}"/>
                    </a:ext>
                  </a:extLst>
                </p:cNvPr>
                <p:cNvSpPr/>
                <p:nvPr/>
              </p:nvSpPr>
              <p:spPr>
                <a:xfrm>
                  <a:off x="4051535" y="4134493"/>
                  <a:ext cx="335500" cy="210508"/>
                </a:xfrm>
                <a:prstGeom prst="hexagon">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CN" b="1" dirty="0">
                      <a:solidFill>
                        <a:schemeClr val="tx1"/>
                      </a:solidFill>
                    </a:rPr>
                    <a:t>0</a:t>
                  </a:r>
                  <a:endParaRPr lang="zh-CN" altLang="en-US" b="1" dirty="0">
                    <a:solidFill>
                      <a:schemeClr val="tx1"/>
                    </a:solidFill>
                  </a:endParaRPr>
                </a:p>
              </p:txBody>
            </p:sp>
            <p:sp>
              <p:nvSpPr>
                <p:cNvPr id="75" name="六边形 74">
                  <a:extLst>
                    <a:ext uri="{FF2B5EF4-FFF2-40B4-BE49-F238E27FC236}">
                      <a16:creationId xmlns:a16="http://schemas.microsoft.com/office/drawing/2014/main" id="{2D736FB8-D9ED-467D-BC84-2370269A397A}"/>
                    </a:ext>
                  </a:extLst>
                </p:cNvPr>
                <p:cNvSpPr/>
                <p:nvPr/>
              </p:nvSpPr>
              <p:spPr>
                <a:xfrm>
                  <a:off x="4393952" y="4134493"/>
                  <a:ext cx="335500" cy="210508"/>
                </a:xfrm>
                <a:prstGeom prst="hexagon">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CN" b="1" dirty="0">
                      <a:solidFill>
                        <a:schemeClr val="tx1"/>
                      </a:solidFill>
                    </a:rPr>
                    <a:t>1</a:t>
                  </a:r>
                  <a:endParaRPr lang="zh-CN" altLang="en-US" b="1" dirty="0">
                    <a:solidFill>
                      <a:schemeClr val="tx1"/>
                    </a:solidFill>
                  </a:endParaRPr>
                </a:p>
              </p:txBody>
            </p:sp>
          </p:grpSp>
          <p:sp>
            <p:nvSpPr>
              <p:cNvPr id="69" name="椭圆 68">
                <a:extLst>
                  <a:ext uri="{FF2B5EF4-FFF2-40B4-BE49-F238E27FC236}">
                    <a16:creationId xmlns:a16="http://schemas.microsoft.com/office/drawing/2014/main" id="{1EE4DC70-994F-44D9-B102-F3129AF84A4E}"/>
                  </a:ext>
                </a:extLst>
              </p:cNvPr>
              <p:cNvSpPr/>
              <p:nvPr/>
            </p:nvSpPr>
            <p:spPr>
              <a:xfrm>
                <a:off x="2892150" y="5022586"/>
                <a:ext cx="293725" cy="293725"/>
              </a:xfrm>
              <a:prstGeom prst="ellipse">
                <a:avLst/>
              </a:prstGeom>
              <a:solidFill>
                <a:schemeClr val="accent1">
                  <a:lumMod val="75000"/>
                </a:schemeClr>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CN" b="1" dirty="0">
                    <a:solidFill>
                      <a:schemeClr val="bg1"/>
                    </a:solidFill>
                  </a:rPr>
                  <a:t>0</a:t>
                </a:r>
                <a:endParaRPr lang="zh-CN" altLang="en-US" b="1" dirty="0">
                  <a:solidFill>
                    <a:schemeClr val="bg1"/>
                  </a:solidFill>
                </a:endParaRPr>
              </a:p>
            </p:txBody>
          </p:sp>
        </p:grpSp>
        <p:cxnSp>
          <p:nvCxnSpPr>
            <p:cNvPr id="76" name="直接箭头连接符 75">
              <a:extLst>
                <a:ext uri="{FF2B5EF4-FFF2-40B4-BE49-F238E27FC236}">
                  <a16:creationId xmlns:a16="http://schemas.microsoft.com/office/drawing/2014/main" id="{CE05D6D4-BE6A-480C-9A81-20B06B529690}"/>
                </a:ext>
              </a:extLst>
            </p:cNvPr>
            <p:cNvCxnSpPr>
              <a:stCxn id="65" idx="0"/>
              <a:endCxn id="69" idx="2"/>
            </p:cNvCxnSpPr>
            <p:nvPr/>
          </p:nvCxnSpPr>
          <p:spPr>
            <a:xfrm>
              <a:off x="2978215" y="4937218"/>
              <a:ext cx="6248724" cy="0"/>
            </a:xfrm>
            <a:prstGeom prst="straightConnector1">
              <a:avLst/>
            </a:prstGeom>
            <a:ln w="25400">
              <a:solidFill>
                <a:schemeClr val="tx1"/>
              </a:solidFill>
              <a:prstDash val="dash"/>
              <a:tailEnd type="triangle" w="med" len="lg"/>
            </a:ln>
          </p:spPr>
          <p:style>
            <a:lnRef idx="1">
              <a:schemeClr val="accent1"/>
            </a:lnRef>
            <a:fillRef idx="0">
              <a:schemeClr val="accent1"/>
            </a:fillRef>
            <a:effectRef idx="0">
              <a:schemeClr val="accent1"/>
            </a:effectRef>
            <a:fontRef idx="minor">
              <a:schemeClr val="tx1"/>
            </a:fontRef>
          </p:style>
        </p:cxnSp>
        <p:sp>
          <p:nvSpPr>
            <p:cNvPr id="77" name="íşlïḍè">
              <a:extLst>
                <a:ext uri="{FF2B5EF4-FFF2-40B4-BE49-F238E27FC236}">
                  <a16:creationId xmlns:a16="http://schemas.microsoft.com/office/drawing/2014/main" id="{3CAC1FF5-A233-4AA2-B3B9-A9520A331295}"/>
                </a:ext>
              </a:extLst>
            </p:cNvPr>
            <p:cNvSpPr txBox="1"/>
            <p:nvPr/>
          </p:nvSpPr>
          <p:spPr>
            <a:xfrm>
              <a:off x="4535471" y="4294776"/>
              <a:ext cx="3293187" cy="256977"/>
            </a:xfrm>
            <a:prstGeom prst="rect">
              <a:avLst/>
            </a:prstGeom>
            <a:noFill/>
          </p:spPr>
          <p:txBody>
            <a:bodyPr wrap="square" lIns="91440" tIns="45720" rIns="91440" bIns="45720" anchor="ctr">
              <a:noAutofit/>
            </a:bodyPr>
            <a:lstStyle/>
            <a:p>
              <a:r>
                <a:rPr lang="zh-CN" altLang="en-US" b="1" dirty="0"/>
                <a:t>产生</a:t>
              </a:r>
              <a:r>
                <a:rPr lang="en-US" altLang="zh-CN" b="1" dirty="0">
                  <a:solidFill>
                    <a:schemeClr val="accent4"/>
                  </a:solidFill>
                </a:rPr>
                <a:t>1</a:t>
              </a:r>
              <a:r>
                <a:rPr lang="zh-CN" altLang="en-US" b="1" dirty="0">
                  <a:solidFill>
                    <a:schemeClr val="accent4"/>
                  </a:solidFill>
                </a:rPr>
                <a:t>位误码</a:t>
              </a:r>
              <a:r>
                <a:rPr lang="zh-CN" altLang="en-US" b="1" dirty="0"/>
                <a:t>（出现在校验位）</a:t>
              </a:r>
              <a:endParaRPr lang="en-US" altLang="zh-CN" b="1" dirty="0"/>
            </a:p>
          </p:txBody>
        </p:sp>
      </p:grpSp>
      <p:sp>
        <p:nvSpPr>
          <p:cNvPr id="83" name="iconfont-11673-5560710">
            <a:extLst>
              <a:ext uri="{FF2B5EF4-FFF2-40B4-BE49-F238E27FC236}">
                <a16:creationId xmlns:a16="http://schemas.microsoft.com/office/drawing/2014/main" id="{5AC988E6-D761-4B57-9F77-ACBF6CEB66EA}"/>
              </a:ext>
            </a:extLst>
          </p:cNvPr>
          <p:cNvSpPr/>
          <p:nvPr/>
        </p:nvSpPr>
        <p:spPr>
          <a:xfrm>
            <a:off x="9225130" y="4798172"/>
            <a:ext cx="447226" cy="447226"/>
          </a:xfrm>
          <a:custGeom>
            <a:avLst/>
            <a:gdLst>
              <a:gd name="connsiteX0" fmla="*/ 409852 w 609586"/>
              <a:gd name="connsiteY0" fmla="*/ 390766 h 609586"/>
              <a:gd name="connsiteX1" fmla="*/ 396374 w 609586"/>
              <a:gd name="connsiteY1" fmla="*/ 396374 h 609586"/>
              <a:gd name="connsiteX2" fmla="*/ 396374 w 609586"/>
              <a:gd name="connsiteY2" fmla="*/ 423329 h 609586"/>
              <a:gd name="connsiteX3" fmla="*/ 558009 w 609586"/>
              <a:gd name="connsiteY3" fmla="*/ 584964 h 609586"/>
              <a:gd name="connsiteX4" fmla="*/ 584964 w 609586"/>
              <a:gd name="connsiteY4" fmla="*/ 584964 h 609586"/>
              <a:gd name="connsiteX5" fmla="*/ 590536 w 609586"/>
              <a:gd name="connsiteY5" fmla="*/ 571487 h 609586"/>
              <a:gd name="connsiteX6" fmla="*/ 584964 w 609586"/>
              <a:gd name="connsiteY6" fmla="*/ 558009 h 609586"/>
              <a:gd name="connsiteX7" fmla="*/ 423329 w 609586"/>
              <a:gd name="connsiteY7" fmla="*/ 396374 h 609586"/>
              <a:gd name="connsiteX8" fmla="*/ 409852 w 609586"/>
              <a:gd name="connsiteY8" fmla="*/ 390766 h 609586"/>
              <a:gd name="connsiteX9" fmla="*/ 199987 w 609586"/>
              <a:gd name="connsiteY9" fmla="*/ 76185 h 609586"/>
              <a:gd name="connsiteX10" fmla="*/ 76185 w 609586"/>
              <a:gd name="connsiteY10" fmla="*/ 199988 h 609586"/>
              <a:gd name="connsiteX11" fmla="*/ 199987 w 609586"/>
              <a:gd name="connsiteY11" fmla="*/ 323790 h 609586"/>
              <a:gd name="connsiteX12" fmla="*/ 323790 w 609586"/>
              <a:gd name="connsiteY12" fmla="*/ 199988 h 609586"/>
              <a:gd name="connsiteX13" fmla="*/ 199987 w 609586"/>
              <a:gd name="connsiteY13" fmla="*/ 76185 h 609586"/>
              <a:gd name="connsiteX14" fmla="*/ 199987 w 609586"/>
              <a:gd name="connsiteY14" fmla="*/ 57139 h 609586"/>
              <a:gd name="connsiteX15" fmla="*/ 342836 w 609586"/>
              <a:gd name="connsiteY15" fmla="*/ 199988 h 609586"/>
              <a:gd name="connsiteX16" fmla="*/ 199987 w 609586"/>
              <a:gd name="connsiteY16" fmla="*/ 342836 h 609586"/>
              <a:gd name="connsiteX17" fmla="*/ 57139 w 609586"/>
              <a:gd name="connsiteY17" fmla="*/ 199988 h 609586"/>
              <a:gd name="connsiteX18" fmla="*/ 199987 w 609586"/>
              <a:gd name="connsiteY18" fmla="*/ 57139 h 609586"/>
              <a:gd name="connsiteX19" fmla="*/ 200020 w 609586"/>
              <a:gd name="connsiteY19" fmla="*/ 19050 h 609586"/>
              <a:gd name="connsiteX20" fmla="*/ 19050 w 609586"/>
              <a:gd name="connsiteY20" fmla="*/ 200020 h 609586"/>
              <a:gd name="connsiteX21" fmla="*/ 200020 w 609586"/>
              <a:gd name="connsiteY21" fmla="*/ 380991 h 609586"/>
              <a:gd name="connsiteX22" fmla="*/ 380991 w 609586"/>
              <a:gd name="connsiteY22" fmla="*/ 200020 h 609586"/>
              <a:gd name="connsiteX23" fmla="*/ 200020 w 609586"/>
              <a:gd name="connsiteY23" fmla="*/ 19050 h 609586"/>
              <a:gd name="connsiteX24" fmla="*/ 200020 w 609586"/>
              <a:gd name="connsiteY24" fmla="*/ 0 h 609586"/>
              <a:gd name="connsiteX25" fmla="*/ 400041 w 609586"/>
              <a:gd name="connsiteY25" fmla="*/ 200020 h 609586"/>
              <a:gd name="connsiteX26" fmla="*/ 347464 w 609586"/>
              <a:gd name="connsiteY26" fmla="*/ 334701 h 609586"/>
              <a:gd name="connsiteX27" fmla="*/ 349655 w 609586"/>
              <a:gd name="connsiteY27" fmla="*/ 336177 h 609586"/>
              <a:gd name="connsiteX28" fmla="*/ 390707 w 609586"/>
              <a:gd name="connsiteY28" fmla="*/ 377229 h 609586"/>
              <a:gd name="connsiteX29" fmla="*/ 436806 w 609586"/>
              <a:gd name="connsiteY29" fmla="*/ 382896 h 609586"/>
              <a:gd name="connsiteX30" fmla="*/ 598442 w 609586"/>
              <a:gd name="connsiteY30" fmla="*/ 544532 h 609586"/>
              <a:gd name="connsiteX31" fmla="*/ 609586 w 609586"/>
              <a:gd name="connsiteY31" fmla="*/ 571487 h 609586"/>
              <a:gd name="connsiteX32" fmla="*/ 598442 w 609586"/>
              <a:gd name="connsiteY32" fmla="*/ 598442 h 609586"/>
              <a:gd name="connsiteX33" fmla="*/ 571487 w 609586"/>
              <a:gd name="connsiteY33" fmla="*/ 609586 h 609586"/>
              <a:gd name="connsiteX34" fmla="*/ 544579 w 609586"/>
              <a:gd name="connsiteY34" fmla="*/ 598442 h 609586"/>
              <a:gd name="connsiteX35" fmla="*/ 382944 w 609586"/>
              <a:gd name="connsiteY35" fmla="*/ 436806 h 609586"/>
              <a:gd name="connsiteX36" fmla="*/ 377134 w 609586"/>
              <a:gd name="connsiteY36" fmla="*/ 390611 h 609586"/>
              <a:gd name="connsiteX37" fmla="*/ 336177 w 609586"/>
              <a:gd name="connsiteY37" fmla="*/ 349655 h 609586"/>
              <a:gd name="connsiteX38" fmla="*/ 334701 w 609586"/>
              <a:gd name="connsiteY38" fmla="*/ 347464 h 609586"/>
              <a:gd name="connsiteX39" fmla="*/ 200020 w 609586"/>
              <a:gd name="connsiteY39" fmla="*/ 400041 h 609586"/>
              <a:gd name="connsiteX40" fmla="*/ 0 w 609586"/>
              <a:gd name="connsiteY40" fmla="*/ 200020 h 609586"/>
              <a:gd name="connsiteX41" fmla="*/ 200020 w 609586"/>
              <a:gd name="connsiteY41" fmla="*/ 0 h 60958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Lst>
            <a:rect l="l" t="t" r="r" b="b"/>
            <a:pathLst>
              <a:path w="609586" h="609586">
                <a:moveTo>
                  <a:pt x="409852" y="390766"/>
                </a:moveTo>
                <a:cubicBezTo>
                  <a:pt x="404970" y="390766"/>
                  <a:pt x="400089" y="392635"/>
                  <a:pt x="396374" y="396374"/>
                </a:cubicBezTo>
                <a:cubicBezTo>
                  <a:pt x="388897" y="403803"/>
                  <a:pt x="388897" y="415900"/>
                  <a:pt x="396374" y="423329"/>
                </a:cubicBezTo>
                <a:lnTo>
                  <a:pt x="558009" y="584964"/>
                </a:lnTo>
                <a:cubicBezTo>
                  <a:pt x="565581" y="592156"/>
                  <a:pt x="577392" y="592156"/>
                  <a:pt x="584964" y="584964"/>
                </a:cubicBezTo>
                <a:cubicBezTo>
                  <a:pt x="588536" y="581345"/>
                  <a:pt x="590536" y="576583"/>
                  <a:pt x="590536" y="571487"/>
                </a:cubicBezTo>
                <a:cubicBezTo>
                  <a:pt x="590536" y="566391"/>
                  <a:pt x="588536" y="561629"/>
                  <a:pt x="584964" y="558009"/>
                </a:cubicBezTo>
                <a:lnTo>
                  <a:pt x="423329" y="396374"/>
                </a:lnTo>
                <a:cubicBezTo>
                  <a:pt x="419614" y="392635"/>
                  <a:pt x="414733" y="390766"/>
                  <a:pt x="409852" y="390766"/>
                </a:cubicBezTo>
                <a:close/>
                <a:moveTo>
                  <a:pt x="199987" y="76185"/>
                </a:moveTo>
                <a:cubicBezTo>
                  <a:pt x="131706" y="76185"/>
                  <a:pt x="76185" y="131706"/>
                  <a:pt x="76185" y="199988"/>
                </a:cubicBezTo>
                <a:cubicBezTo>
                  <a:pt x="76185" y="268269"/>
                  <a:pt x="131706" y="323790"/>
                  <a:pt x="199987" y="323790"/>
                </a:cubicBezTo>
                <a:cubicBezTo>
                  <a:pt x="268269" y="323790"/>
                  <a:pt x="323790" y="268269"/>
                  <a:pt x="323790" y="199988"/>
                </a:cubicBezTo>
                <a:cubicBezTo>
                  <a:pt x="323790" y="131706"/>
                  <a:pt x="268269" y="76185"/>
                  <a:pt x="199987" y="76185"/>
                </a:cubicBezTo>
                <a:close/>
                <a:moveTo>
                  <a:pt x="199987" y="57139"/>
                </a:moveTo>
                <a:cubicBezTo>
                  <a:pt x="278745" y="57139"/>
                  <a:pt x="342836" y="121230"/>
                  <a:pt x="342836" y="199988"/>
                </a:cubicBezTo>
                <a:cubicBezTo>
                  <a:pt x="342836" y="278745"/>
                  <a:pt x="278745" y="342836"/>
                  <a:pt x="199987" y="342836"/>
                </a:cubicBezTo>
                <a:cubicBezTo>
                  <a:pt x="121230" y="342836"/>
                  <a:pt x="57139" y="278745"/>
                  <a:pt x="57139" y="199988"/>
                </a:cubicBezTo>
                <a:cubicBezTo>
                  <a:pt x="57139" y="121230"/>
                  <a:pt x="121230" y="57139"/>
                  <a:pt x="199987" y="57139"/>
                </a:cubicBezTo>
                <a:close/>
                <a:moveTo>
                  <a:pt x="200020" y="19050"/>
                </a:moveTo>
                <a:cubicBezTo>
                  <a:pt x="100248" y="19050"/>
                  <a:pt x="19050" y="100248"/>
                  <a:pt x="19050" y="200020"/>
                </a:cubicBezTo>
                <a:cubicBezTo>
                  <a:pt x="19050" y="299793"/>
                  <a:pt x="100248" y="380991"/>
                  <a:pt x="200020" y="380991"/>
                </a:cubicBezTo>
                <a:cubicBezTo>
                  <a:pt x="299793" y="380991"/>
                  <a:pt x="380991" y="299793"/>
                  <a:pt x="380991" y="200020"/>
                </a:cubicBezTo>
                <a:cubicBezTo>
                  <a:pt x="380991" y="100248"/>
                  <a:pt x="299793" y="19050"/>
                  <a:pt x="200020" y="19050"/>
                </a:cubicBezTo>
                <a:close/>
                <a:moveTo>
                  <a:pt x="200020" y="0"/>
                </a:moveTo>
                <a:cubicBezTo>
                  <a:pt x="310317" y="0"/>
                  <a:pt x="400041" y="89723"/>
                  <a:pt x="400041" y="200020"/>
                </a:cubicBezTo>
                <a:cubicBezTo>
                  <a:pt x="400041" y="249930"/>
                  <a:pt x="381277" y="297983"/>
                  <a:pt x="347464" y="334701"/>
                </a:cubicBezTo>
                <a:cubicBezTo>
                  <a:pt x="348226" y="335129"/>
                  <a:pt x="348988" y="335510"/>
                  <a:pt x="349655" y="336177"/>
                </a:cubicBezTo>
                <a:lnTo>
                  <a:pt x="390707" y="377229"/>
                </a:lnTo>
                <a:cubicBezTo>
                  <a:pt x="405184" y="369038"/>
                  <a:pt x="424710" y="370847"/>
                  <a:pt x="436806" y="382896"/>
                </a:cubicBezTo>
                <a:lnTo>
                  <a:pt x="598442" y="544532"/>
                </a:lnTo>
                <a:cubicBezTo>
                  <a:pt x="605633" y="551771"/>
                  <a:pt x="609586" y="561295"/>
                  <a:pt x="609586" y="571487"/>
                </a:cubicBezTo>
                <a:cubicBezTo>
                  <a:pt x="609586" y="581678"/>
                  <a:pt x="605633" y="591203"/>
                  <a:pt x="598442" y="598442"/>
                </a:cubicBezTo>
                <a:cubicBezTo>
                  <a:pt x="591203" y="605633"/>
                  <a:pt x="581678" y="609586"/>
                  <a:pt x="571487" y="609586"/>
                </a:cubicBezTo>
                <a:cubicBezTo>
                  <a:pt x="561295" y="609586"/>
                  <a:pt x="551771" y="605633"/>
                  <a:pt x="544579" y="598442"/>
                </a:cubicBezTo>
                <a:lnTo>
                  <a:pt x="382944" y="436806"/>
                </a:lnTo>
                <a:cubicBezTo>
                  <a:pt x="370562" y="424615"/>
                  <a:pt x="368180" y="405518"/>
                  <a:pt x="377134" y="390611"/>
                </a:cubicBezTo>
                <a:lnTo>
                  <a:pt x="336177" y="349655"/>
                </a:lnTo>
                <a:cubicBezTo>
                  <a:pt x="335510" y="348988"/>
                  <a:pt x="335129" y="348226"/>
                  <a:pt x="334701" y="347464"/>
                </a:cubicBezTo>
                <a:cubicBezTo>
                  <a:pt x="299126" y="379991"/>
                  <a:pt x="251930" y="400041"/>
                  <a:pt x="200020" y="400041"/>
                </a:cubicBezTo>
                <a:cubicBezTo>
                  <a:pt x="89723" y="400041"/>
                  <a:pt x="0" y="310317"/>
                  <a:pt x="0" y="200020"/>
                </a:cubicBezTo>
                <a:cubicBezTo>
                  <a:pt x="0" y="89723"/>
                  <a:pt x="89723" y="0"/>
                  <a:pt x="200020" y="0"/>
                </a:cubicBezTo>
                <a:close/>
              </a:path>
            </a:pathLst>
          </a:cu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Tree>
    <p:custDataLst>
      <p:tags r:id="rId1"/>
    </p:custDataLst>
    <p:extLst>
      <p:ext uri="{BB962C8B-B14F-4D97-AF65-F5344CB8AC3E}">
        <p14:creationId xmlns:p14="http://schemas.microsoft.com/office/powerpoint/2010/main" val="3621702353"/>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2" presetClass="entr" presetSubtype="8" fill="hold" nodeType="withEffect">
                                  <p:stCondLst>
                                    <p:cond delay="0"/>
                                  </p:stCondLst>
                                  <p:childTnLst>
                                    <p:set>
                                      <p:cBhvr>
                                        <p:cTn id="6" dur="1" fill="hold">
                                          <p:stCondLst>
                                            <p:cond delay="0"/>
                                          </p:stCondLst>
                                        </p:cTn>
                                        <p:tgtEl>
                                          <p:spTgt spid="113"/>
                                        </p:tgtEl>
                                        <p:attrNameLst>
                                          <p:attrName>style.visibility</p:attrName>
                                        </p:attrNameLst>
                                      </p:cBhvr>
                                      <p:to>
                                        <p:strVal val="visible"/>
                                      </p:to>
                                    </p:set>
                                    <p:animEffect transition="in" filter="wipe(left)">
                                      <p:cBhvr>
                                        <p:cTn id="7" dur="1000"/>
                                        <p:tgtEl>
                                          <p:spTgt spid="113"/>
                                        </p:tgtEl>
                                      </p:cBhvr>
                                    </p:animEffect>
                                  </p:childTnLst>
                                </p:cTn>
                              </p:par>
                            </p:childTnLst>
                          </p:cTn>
                        </p:par>
                      </p:childTnLst>
                    </p:cTn>
                  </p:par>
                  <p:par>
                    <p:cTn id="8" fill="hold">
                      <p:stCondLst>
                        <p:cond delay="indefinite"/>
                      </p:stCondLst>
                      <p:childTnLst>
                        <p:par>
                          <p:cTn id="9" fill="hold">
                            <p:stCondLst>
                              <p:cond delay="0"/>
                            </p:stCondLst>
                            <p:childTnLst>
                              <p:par>
                                <p:cTn id="10" presetID="1" presetClass="entr" presetSubtype="0" fill="hold" grpId="0" nodeType="clickEffect">
                                  <p:stCondLst>
                                    <p:cond delay="0"/>
                                  </p:stCondLst>
                                  <p:childTnLst>
                                    <p:set>
                                      <p:cBhvr>
                                        <p:cTn id="11" dur="1" fill="hold">
                                          <p:stCondLst>
                                            <p:cond delay="0"/>
                                          </p:stCondLst>
                                        </p:cTn>
                                        <p:tgtEl>
                                          <p:spTgt spid="83"/>
                                        </p:tgtEl>
                                        <p:attrNameLst>
                                          <p:attrName>style.visibility</p:attrName>
                                        </p:attrNameLst>
                                      </p:cBhvr>
                                      <p:to>
                                        <p:strVal val="visible"/>
                                      </p:to>
                                    </p:set>
                                  </p:childTnLst>
                                </p:cTn>
                              </p:par>
                            </p:childTnLst>
                          </p:cTn>
                        </p:par>
                        <p:par>
                          <p:cTn id="12" fill="hold">
                            <p:stCondLst>
                              <p:cond delay="0"/>
                            </p:stCondLst>
                            <p:childTnLst>
                              <p:par>
                                <p:cTn id="13" presetID="42" presetClass="path" presetSubtype="0" accel="50000" decel="50000" fill="hold" grpId="1" nodeType="afterEffect">
                                  <p:stCondLst>
                                    <p:cond delay="0"/>
                                  </p:stCondLst>
                                  <p:childTnLst>
                                    <p:animMotion origin="layout" path="M 0 4.07407E-6 L 0.16823 -0.00186 " pathEditMode="relative" rAng="0" ptsTypes="AA">
                                      <p:cBhvr>
                                        <p:cTn id="14" dur="2000" fill="hold"/>
                                        <p:tgtEl>
                                          <p:spTgt spid="83"/>
                                        </p:tgtEl>
                                        <p:attrNameLst>
                                          <p:attrName>ppt_x</p:attrName>
                                          <p:attrName>ppt_y</p:attrName>
                                        </p:attrNameLst>
                                      </p:cBhvr>
                                      <p:rCtr x="8411" y="-93"/>
                                    </p:animMotion>
                                  </p:childTnLst>
                                </p:cTn>
                              </p:par>
                            </p:childTnLst>
                          </p:cTn>
                        </p:par>
                        <p:par>
                          <p:cTn id="15" fill="hold">
                            <p:stCondLst>
                              <p:cond delay="2000"/>
                            </p:stCondLst>
                            <p:childTnLst>
                              <p:par>
                                <p:cTn id="16" presetID="1" presetClass="exit" presetSubtype="0" fill="hold" grpId="2" nodeType="afterEffect">
                                  <p:stCondLst>
                                    <p:cond delay="0"/>
                                  </p:stCondLst>
                                  <p:childTnLst>
                                    <p:set>
                                      <p:cBhvr>
                                        <p:cTn id="17" dur="1" fill="hold">
                                          <p:stCondLst>
                                            <p:cond delay="0"/>
                                          </p:stCondLst>
                                        </p:cTn>
                                        <p:tgtEl>
                                          <p:spTgt spid="83"/>
                                        </p:tgtEl>
                                        <p:attrNameLst>
                                          <p:attrName>style.visibility</p:attrName>
                                        </p:attrNameLst>
                                      </p:cBhvr>
                                      <p:to>
                                        <p:strVal val="hidden"/>
                                      </p:to>
                                    </p:set>
                                  </p:childTnLst>
                                </p:cTn>
                              </p:par>
                            </p:childTnLst>
                          </p:cTn>
                        </p:par>
                      </p:childTnLst>
                    </p:cTn>
                  </p:par>
                  <p:par>
                    <p:cTn id="18" fill="hold">
                      <p:stCondLst>
                        <p:cond delay="indefinite"/>
                      </p:stCondLst>
                      <p:childTnLst>
                        <p:par>
                          <p:cTn id="19" fill="hold">
                            <p:stCondLst>
                              <p:cond delay="0"/>
                            </p:stCondLst>
                            <p:childTnLst>
                              <p:par>
                                <p:cTn id="20" presetID="12" presetClass="entr" presetSubtype="1" fill="hold" grpId="0" nodeType="clickEffect">
                                  <p:stCondLst>
                                    <p:cond delay="0"/>
                                  </p:stCondLst>
                                  <p:childTnLst>
                                    <p:set>
                                      <p:cBhvr>
                                        <p:cTn id="21" dur="1" fill="hold">
                                          <p:stCondLst>
                                            <p:cond delay="0"/>
                                          </p:stCondLst>
                                        </p:cTn>
                                        <p:tgtEl>
                                          <p:spTgt spid="78"/>
                                        </p:tgtEl>
                                        <p:attrNameLst>
                                          <p:attrName>style.visibility</p:attrName>
                                        </p:attrNameLst>
                                      </p:cBhvr>
                                      <p:to>
                                        <p:strVal val="visible"/>
                                      </p:to>
                                    </p:set>
                                    <p:anim calcmode="lin" valueType="num">
                                      <p:cBhvr additive="base">
                                        <p:cTn id="22" dur="500"/>
                                        <p:tgtEl>
                                          <p:spTgt spid="78"/>
                                        </p:tgtEl>
                                        <p:attrNameLst>
                                          <p:attrName>ppt_y</p:attrName>
                                        </p:attrNameLst>
                                      </p:cBhvr>
                                      <p:tavLst>
                                        <p:tav tm="0">
                                          <p:val>
                                            <p:strVal val="#ppt_y-#ppt_h*1.125000"/>
                                          </p:val>
                                        </p:tav>
                                        <p:tav tm="100000">
                                          <p:val>
                                            <p:strVal val="#ppt_y"/>
                                          </p:val>
                                        </p:tav>
                                      </p:tavLst>
                                    </p:anim>
                                    <p:animEffect transition="in" filter="wipe(down)">
                                      <p:cBhvr>
                                        <p:cTn id="23" dur="500"/>
                                        <p:tgtEl>
                                          <p:spTgt spid="78"/>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78" grpId="0"/>
      <p:bldP spid="83" grpId="0" animBg="1"/>
      <p:bldP spid="83" grpId="1" animBg="1"/>
      <p:bldP spid="83" grpId="2" animBg="1"/>
    </p:bldLst>
  </p:timing>
</p:sld>
</file>

<file path=ppt/slides/slide7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6" name="íşlïḍè">
            <a:extLst>
              <a:ext uri="{FF2B5EF4-FFF2-40B4-BE49-F238E27FC236}">
                <a16:creationId xmlns:a16="http://schemas.microsoft.com/office/drawing/2014/main" id="{DED6A552-DFCC-4D46-A87B-30B2F4721F64}"/>
              </a:ext>
            </a:extLst>
          </p:cNvPr>
          <p:cNvSpPr txBox="1"/>
          <p:nvPr/>
        </p:nvSpPr>
        <p:spPr>
          <a:xfrm>
            <a:off x="3955914" y="5708313"/>
            <a:ext cx="4287539" cy="256977"/>
          </a:xfrm>
          <a:prstGeom prst="rect">
            <a:avLst/>
          </a:prstGeom>
          <a:noFill/>
        </p:spPr>
        <p:txBody>
          <a:bodyPr wrap="square" lIns="91440" tIns="45720" rIns="91440" bIns="45720" anchor="ctr">
            <a:noAutofit/>
          </a:bodyPr>
          <a:lstStyle/>
          <a:p>
            <a:r>
              <a:rPr lang="zh-CN" altLang="en-US" b="1" dirty="0">
                <a:solidFill>
                  <a:schemeClr val="accent1"/>
                </a:solidFill>
              </a:rPr>
              <a:t>“</a:t>
            </a:r>
            <a:r>
              <a:rPr lang="en-US" altLang="zh-CN" b="1" dirty="0">
                <a:solidFill>
                  <a:schemeClr val="accent1"/>
                </a:solidFill>
              </a:rPr>
              <a:t>1</a:t>
            </a:r>
            <a:r>
              <a:rPr lang="zh-CN" altLang="en-US" b="1" dirty="0">
                <a:solidFill>
                  <a:schemeClr val="accent1"/>
                </a:solidFill>
              </a:rPr>
              <a:t>”数量的奇性不改变，不能检出错误。</a:t>
            </a:r>
            <a:endParaRPr lang="en-US" altLang="zh-CN" b="1" dirty="0">
              <a:solidFill>
                <a:schemeClr val="accent1"/>
              </a:solidFill>
            </a:endParaRPr>
          </a:p>
        </p:txBody>
      </p:sp>
      <p:grpSp>
        <p:nvGrpSpPr>
          <p:cNvPr id="42" name="组合 41">
            <a:extLst>
              <a:ext uri="{FF2B5EF4-FFF2-40B4-BE49-F238E27FC236}">
                <a16:creationId xmlns:a16="http://schemas.microsoft.com/office/drawing/2014/main" id="{3ADC7415-9363-4C02-8707-90F25A65D876}"/>
              </a:ext>
            </a:extLst>
          </p:cNvPr>
          <p:cNvGrpSpPr/>
          <p:nvPr/>
        </p:nvGrpSpPr>
        <p:grpSpPr>
          <a:xfrm>
            <a:off x="1354732" y="2880310"/>
            <a:ext cx="9502855" cy="256977"/>
            <a:chOff x="1354732" y="3302872"/>
            <a:chExt cx="9502855" cy="256977"/>
          </a:xfrm>
        </p:grpSpPr>
        <p:sp>
          <p:nvSpPr>
            <p:cNvPr id="40" name="íşlïḍè">
              <a:extLst>
                <a:ext uri="{FF2B5EF4-FFF2-40B4-BE49-F238E27FC236}">
                  <a16:creationId xmlns:a16="http://schemas.microsoft.com/office/drawing/2014/main" id="{208F611B-54CB-481A-B14E-622F008CE443}"/>
                </a:ext>
              </a:extLst>
            </p:cNvPr>
            <p:cNvSpPr txBox="1"/>
            <p:nvPr/>
          </p:nvSpPr>
          <p:spPr>
            <a:xfrm>
              <a:off x="1354732" y="3302872"/>
              <a:ext cx="1041581" cy="256977"/>
            </a:xfrm>
            <a:prstGeom prst="rect">
              <a:avLst/>
            </a:prstGeom>
            <a:noFill/>
          </p:spPr>
          <p:txBody>
            <a:bodyPr wrap="square" lIns="91440" tIns="45720" rIns="91440" bIns="45720" anchor="ctr">
              <a:noAutofit/>
            </a:bodyPr>
            <a:lstStyle/>
            <a:p>
              <a:pPr algn="ctr"/>
              <a:r>
                <a:rPr lang="zh-CN" altLang="en-US" b="1" dirty="0"/>
                <a:t>奇校验</a:t>
              </a:r>
              <a:endParaRPr lang="en-US" altLang="zh-CN" b="1" dirty="0"/>
            </a:p>
          </p:txBody>
        </p:sp>
        <p:sp>
          <p:nvSpPr>
            <p:cNvPr id="41" name="íşlïḍè">
              <a:extLst>
                <a:ext uri="{FF2B5EF4-FFF2-40B4-BE49-F238E27FC236}">
                  <a16:creationId xmlns:a16="http://schemas.microsoft.com/office/drawing/2014/main" id="{5AC98E50-A602-4681-9A4F-AD54202C61CD}"/>
                </a:ext>
              </a:extLst>
            </p:cNvPr>
            <p:cNvSpPr txBox="1"/>
            <p:nvPr/>
          </p:nvSpPr>
          <p:spPr>
            <a:xfrm>
              <a:off x="9816006" y="3302872"/>
              <a:ext cx="1041581" cy="256977"/>
            </a:xfrm>
            <a:prstGeom prst="rect">
              <a:avLst/>
            </a:prstGeom>
            <a:noFill/>
          </p:spPr>
          <p:txBody>
            <a:bodyPr wrap="square" lIns="91440" tIns="45720" rIns="91440" bIns="45720" anchor="ctr">
              <a:noAutofit/>
            </a:bodyPr>
            <a:lstStyle/>
            <a:p>
              <a:pPr algn="ctr"/>
              <a:r>
                <a:rPr lang="zh-CN" altLang="en-US" b="1" dirty="0"/>
                <a:t>奇校验</a:t>
              </a:r>
              <a:endParaRPr lang="en-US" altLang="zh-CN" b="1" dirty="0"/>
            </a:p>
          </p:txBody>
        </p:sp>
      </p:grpSp>
      <p:grpSp>
        <p:nvGrpSpPr>
          <p:cNvPr id="4" name="组合 3">
            <a:extLst>
              <a:ext uri="{FF2B5EF4-FFF2-40B4-BE49-F238E27FC236}">
                <a16:creationId xmlns:a16="http://schemas.microsoft.com/office/drawing/2014/main" id="{9A1EA9F2-FCB6-48C3-935F-7AE7E3AD14AC}"/>
              </a:ext>
            </a:extLst>
          </p:cNvPr>
          <p:cNvGrpSpPr/>
          <p:nvPr/>
        </p:nvGrpSpPr>
        <p:grpSpPr>
          <a:xfrm>
            <a:off x="304800" y="749300"/>
            <a:ext cx="6192343" cy="400110"/>
            <a:chOff x="424117" y="898245"/>
            <a:chExt cx="6192343" cy="400110"/>
          </a:xfrm>
        </p:grpSpPr>
        <p:sp>
          <p:nvSpPr>
            <p:cNvPr id="2" name="平行四边形 1">
              <a:extLst>
                <a:ext uri="{FF2B5EF4-FFF2-40B4-BE49-F238E27FC236}">
                  <a16:creationId xmlns:a16="http://schemas.microsoft.com/office/drawing/2014/main" id="{1F5BAA3F-9845-4F89-A2DD-8222D3E4EDAC}"/>
                </a:ext>
              </a:extLst>
            </p:cNvPr>
            <p:cNvSpPr/>
            <p:nvPr/>
          </p:nvSpPr>
          <p:spPr>
            <a:xfrm>
              <a:off x="424117" y="898245"/>
              <a:ext cx="711200" cy="387090"/>
            </a:xfrm>
            <a:prstGeom prst="parallelogram">
              <a:avLst/>
            </a:prstGeom>
            <a:solidFill>
              <a:schemeClr val="accent3">
                <a:lumMod val="75000"/>
              </a:schemeClr>
            </a:solidFill>
            <a:ln>
              <a:solidFill>
                <a:schemeClr val="accent3">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CN" sz="2200" dirty="0">
                  <a:latin typeface="Impact" panose="020B0806030902050204" pitchFamily="34" charset="0"/>
                </a:rPr>
                <a:t>02</a:t>
              </a:r>
              <a:endParaRPr lang="zh-CN" altLang="en-US" sz="2200" dirty="0">
                <a:latin typeface="Impact" panose="020B0806030902050204" pitchFamily="34" charset="0"/>
              </a:endParaRPr>
            </a:p>
          </p:txBody>
        </p:sp>
        <p:sp>
          <p:nvSpPr>
            <p:cNvPr id="3" name="文本框 2">
              <a:extLst>
                <a:ext uri="{FF2B5EF4-FFF2-40B4-BE49-F238E27FC236}">
                  <a16:creationId xmlns:a16="http://schemas.microsoft.com/office/drawing/2014/main" id="{4D6BD736-A4D3-4F26-AFED-36E11F50F70B}"/>
                </a:ext>
              </a:extLst>
            </p:cNvPr>
            <p:cNvSpPr txBox="1"/>
            <p:nvPr/>
          </p:nvSpPr>
          <p:spPr>
            <a:xfrm>
              <a:off x="1204755" y="898245"/>
              <a:ext cx="5411705" cy="400110"/>
            </a:xfrm>
            <a:prstGeom prst="rect">
              <a:avLst/>
            </a:prstGeom>
            <a:noFill/>
          </p:spPr>
          <p:txBody>
            <a:bodyPr wrap="square" rtlCol="0">
              <a:spAutoFit/>
            </a:bodyPr>
            <a:lstStyle/>
            <a:p>
              <a:r>
                <a:rPr lang="zh-CN" altLang="en-US" sz="2000" b="1" dirty="0"/>
                <a:t>奇偶校验</a:t>
              </a:r>
            </a:p>
          </p:txBody>
        </p:sp>
      </p:grpSp>
      <p:sp>
        <p:nvSpPr>
          <p:cNvPr id="5" name="矩形 4">
            <a:extLst>
              <a:ext uri="{FF2B5EF4-FFF2-40B4-BE49-F238E27FC236}">
                <a16:creationId xmlns:a16="http://schemas.microsoft.com/office/drawing/2014/main" id="{971D0C99-431C-4101-8C2B-F72D87047F3E}"/>
              </a:ext>
            </a:extLst>
          </p:cNvPr>
          <p:cNvSpPr/>
          <p:nvPr/>
        </p:nvSpPr>
        <p:spPr>
          <a:xfrm>
            <a:off x="1016000" y="1297642"/>
            <a:ext cx="256976" cy="256976"/>
          </a:xfrm>
          <a:prstGeom prst="rect">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6" name="íşlïḍè">
            <a:extLst>
              <a:ext uri="{FF2B5EF4-FFF2-40B4-BE49-F238E27FC236}">
                <a16:creationId xmlns:a16="http://schemas.microsoft.com/office/drawing/2014/main" id="{1839D133-07C9-44AB-879F-5F3648994379}"/>
              </a:ext>
            </a:extLst>
          </p:cNvPr>
          <p:cNvSpPr txBox="1"/>
          <p:nvPr/>
        </p:nvSpPr>
        <p:spPr>
          <a:xfrm>
            <a:off x="1333227" y="1297641"/>
            <a:ext cx="10475031" cy="256977"/>
          </a:xfrm>
          <a:prstGeom prst="rect">
            <a:avLst/>
          </a:prstGeom>
          <a:noFill/>
        </p:spPr>
        <p:txBody>
          <a:bodyPr wrap="square" lIns="91440" tIns="45720" rIns="91440" bIns="45720" anchor="ctr">
            <a:noAutofit/>
          </a:bodyPr>
          <a:lstStyle/>
          <a:p>
            <a:r>
              <a:rPr lang="zh-CN" altLang="en-US" b="1" dirty="0"/>
              <a:t>奇校验是在待发送的数据后面</a:t>
            </a:r>
            <a:r>
              <a:rPr lang="zh-CN" altLang="en-US" b="1" dirty="0">
                <a:solidFill>
                  <a:schemeClr val="accent1">
                    <a:lumMod val="75000"/>
                  </a:schemeClr>
                </a:solidFill>
              </a:rPr>
              <a:t>添加</a:t>
            </a:r>
            <a:r>
              <a:rPr lang="en-US" altLang="zh-CN" b="1" dirty="0">
                <a:solidFill>
                  <a:schemeClr val="accent1">
                    <a:lumMod val="75000"/>
                  </a:schemeClr>
                </a:solidFill>
              </a:rPr>
              <a:t>1</a:t>
            </a:r>
            <a:r>
              <a:rPr lang="zh-CN" altLang="en-US" b="1" dirty="0">
                <a:solidFill>
                  <a:schemeClr val="accent1">
                    <a:lumMod val="75000"/>
                  </a:schemeClr>
                </a:solidFill>
              </a:rPr>
              <a:t>个校验位</a:t>
            </a:r>
            <a:r>
              <a:rPr lang="zh-CN" altLang="en-US" b="1" dirty="0"/>
              <a:t>，使得添加该校验位后的整个数据中</a:t>
            </a:r>
            <a:r>
              <a:rPr lang="zh-CN" altLang="en-US" b="1" dirty="0">
                <a:solidFill>
                  <a:schemeClr val="accent1">
                    <a:lumMod val="75000"/>
                  </a:schemeClr>
                </a:solidFill>
              </a:rPr>
              <a:t>比特</a:t>
            </a:r>
            <a:r>
              <a:rPr lang="en-US" altLang="zh-CN" b="1" dirty="0">
                <a:solidFill>
                  <a:schemeClr val="accent1">
                    <a:lumMod val="75000"/>
                  </a:schemeClr>
                </a:solidFill>
              </a:rPr>
              <a:t>1</a:t>
            </a:r>
            <a:r>
              <a:rPr lang="zh-CN" altLang="en-US" b="1" dirty="0">
                <a:solidFill>
                  <a:schemeClr val="accent1">
                    <a:lumMod val="75000"/>
                  </a:schemeClr>
                </a:solidFill>
              </a:rPr>
              <a:t>的个数</a:t>
            </a:r>
            <a:r>
              <a:rPr lang="zh-CN" altLang="en-US" b="1" dirty="0"/>
              <a:t>为</a:t>
            </a:r>
            <a:r>
              <a:rPr lang="zh-CN" altLang="en-US" b="1" dirty="0">
                <a:solidFill>
                  <a:schemeClr val="accent1">
                    <a:lumMod val="75000"/>
                  </a:schemeClr>
                </a:solidFill>
              </a:rPr>
              <a:t>奇数</a:t>
            </a:r>
            <a:r>
              <a:rPr lang="zh-CN" altLang="en-US" b="1" dirty="0"/>
              <a:t>。</a:t>
            </a:r>
            <a:endParaRPr lang="en-US" altLang="zh-CN" b="1" dirty="0"/>
          </a:p>
        </p:txBody>
      </p:sp>
      <p:sp>
        <p:nvSpPr>
          <p:cNvPr id="7" name="矩形 6">
            <a:extLst>
              <a:ext uri="{FF2B5EF4-FFF2-40B4-BE49-F238E27FC236}">
                <a16:creationId xmlns:a16="http://schemas.microsoft.com/office/drawing/2014/main" id="{D4EA06D0-9D69-44E0-B618-0744E5734DE0}"/>
              </a:ext>
            </a:extLst>
          </p:cNvPr>
          <p:cNvSpPr/>
          <p:nvPr/>
        </p:nvSpPr>
        <p:spPr>
          <a:xfrm>
            <a:off x="1016000" y="1715871"/>
            <a:ext cx="256976" cy="256976"/>
          </a:xfrm>
          <a:prstGeom prst="rect">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8" name="íşlïḍè">
            <a:extLst>
              <a:ext uri="{FF2B5EF4-FFF2-40B4-BE49-F238E27FC236}">
                <a16:creationId xmlns:a16="http://schemas.microsoft.com/office/drawing/2014/main" id="{44494268-1883-4E3C-B842-B7B6E998938E}"/>
              </a:ext>
            </a:extLst>
          </p:cNvPr>
          <p:cNvSpPr txBox="1"/>
          <p:nvPr/>
        </p:nvSpPr>
        <p:spPr>
          <a:xfrm>
            <a:off x="1333227" y="1715870"/>
            <a:ext cx="10475031" cy="256977"/>
          </a:xfrm>
          <a:prstGeom prst="rect">
            <a:avLst/>
          </a:prstGeom>
          <a:noFill/>
        </p:spPr>
        <p:txBody>
          <a:bodyPr wrap="square" lIns="91440" tIns="45720" rIns="91440" bIns="45720" anchor="ctr">
            <a:noAutofit/>
          </a:bodyPr>
          <a:lstStyle/>
          <a:p>
            <a:r>
              <a:rPr lang="zh-CN" altLang="en-US" b="1" dirty="0"/>
              <a:t>偶校验是在待发送的数据后面</a:t>
            </a:r>
            <a:r>
              <a:rPr lang="zh-CN" altLang="en-US" b="1" dirty="0">
                <a:solidFill>
                  <a:schemeClr val="accent1">
                    <a:lumMod val="75000"/>
                  </a:schemeClr>
                </a:solidFill>
              </a:rPr>
              <a:t>添加</a:t>
            </a:r>
            <a:r>
              <a:rPr lang="en-US" altLang="zh-CN" b="1" dirty="0">
                <a:solidFill>
                  <a:schemeClr val="accent1">
                    <a:lumMod val="75000"/>
                  </a:schemeClr>
                </a:solidFill>
              </a:rPr>
              <a:t>1</a:t>
            </a:r>
            <a:r>
              <a:rPr lang="zh-CN" altLang="en-US" b="1" dirty="0">
                <a:solidFill>
                  <a:schemeClr val="accent1">
                    <a:lumMod val="75000"/>
                  </a:schemeClr>
                </a:solidFill>
              </a:rPr>
              <a:t>个校验位</a:t>
            </a:r>
            <a:r>
              <a:rPr lang="zh-CN" altLang="en-US" b="1" dirty="0"/>
              <a:t>，使得添加该校验位后的整个数据中</a:t>
            </a:r>
            <a:r>
              <a:rPr lang="zh-CN" altLang="en-US" b="1" dirty="0">
                <a:solidFill>
                  <a:schemeClr val="accent1">
                    <a:lumMod val="75000"/>
                  </a:schemeClr>
                </a:solidFill>
              </a:rPr>
              <a:t>比特</a:t>
            </a:r>
            <a:r>
              <a:rPr lang="en-US" altLang="zh-CN" b="1" dirty="0">
                <a:solidFill>
                  <a:schemeClr val="accent1">
                    <a:lumMod val="75000"/>
                  </a:schemeClr>
                </a:solidFill>
              </a:rPr>
              <a:t>1</a:t>
            </a:r>
            <a:r>
              <a:rPr lang="zh-CN" altLang="en-US" b="1" dirty="0">
                <a:solidFill>
                  <a:schemeClr val="accent1">
                    <a:lumMod val="75000"/>
                  </a:schemeClr>
                </a:solidFill>
              </a:rPr>
              <a:t>的个数</a:t>
            </a:r>
            <a:r>
              <a:rPr lang="zh-CN" altLang="en-US" b="1" dirty="0"/>
              <a:t>为</a:t>
            </a:r>
            <a:r>
              <a:rPr lang="zh-CN" altLang="en-US" b="1" dirty="0">
                <a:solidFill>
                  <a:schemeClr val="accent1">
                    <a:lumMod val="75000"/>
                  </a:schemeClr>
                </a:solidFill>
              </a:rPr>
              <a:t>偶数</a:t>
            </a:r>
            <a:r>
              <a:rPr lang="zh-CN" altLang="en-US" b="1" dirty="0"/>
              <a:t>。</a:t>
            </a:r>
            <a:endParaRPr lang="en-US" altLang="zh-CN" b="1" dirty="0"/>
          </a:p>
        </p:txBody>
      </p:sp>
      <p:grpSp>
        <p:nvGrpSpPr>
          <p:cNvPr id="39" name="组合 38">
            <a:extLst>
              <a:ext uri="{FF2B5EF4-FFF2-40B4-BE49-F238E27FC236}">
                <a16:creationId xmlns:a16="http://schemas.microsoft.com/office/drawing/2014/main" id="{3DF54BC2-CF8F-4E83-A832-B5E29A9D6D2A}"/>
              </a:ext>
            </a:extLst>
          </p:cNvPr>
          <p:cNvGrpSpPr/>
          <p:nvPr/>
        </p:nvGrpSpPr>
        <p:grpSpPr>
          <a:xfrm>
            <a:off x="1536951" y="2103871"/>
            <a:ext cx="9131253" cy="641082"/>
            <a:chOff x="1178428" y="2118570"/>
            <a:chExt cx="9131253" cy="641082"/>
          </a:xfrm>
        </p:grpSpPr>
        <p:cxnSp>
          <p:nvCxnSpPr>
            <p:cNvPr id="10" name="直接连接符 9">
              <a:extLst>
                <a:ext uri="{FF2B5EF4-FFF2-40B4-BE49-F238E27FC236}">
                  <a16:creationId xmlns:a16="http://schemas.microsoft.com/office/drawing/2014/main" id="{5777D45A-2EFA-4218-A7B0-205A3E5F6A84}"/>
                </a:ext>
              </a:extLst>
            </p:cNvPr>
            <p:cNvCxnSpPr>
              <a:cxnSpLocks/>
            </p:cNvCxnSpPr>
            <p:nvPr/>
          </p:nvCxnSpPr>
          <p:spPr>
            <a:xfrm>
              <a:off x="1509835" y="2585975"/>
              <a:ext cx="8468439"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pic>
          <p:nvPicPr>
            <p:cNvPr id="11" name="图形 10">
              <a:extLst>
                <a:ext uri="{FF2B5EF4-FFF2-40B4-BE49-F238E27FC236}">
                  <a16:creationId xmlns:a16="http://schemas.microsoft.com/office/drawing/2014/main" id="{9C763F9A-7C51-42E2-BD80-23E0BB34B7D7}"/>
                </a:ext>
              </a:extLst>
            </p:cNvPr>
            <p:cNvPicPr>
              <a:picLocks noChangeAspect="1"/>
            </p:cNvPicPr>
            <p:nvPr/>
          </p:nvPicPr>
          <p:blipFill>
            <a:blip r:embed="rId3">
              <a:extLst>
                <a:ext uri="{28A0092B-C50C-407E-A947-70E740481C1C}">
                  <a14:useLocalDpi xmlns:a14="http://schemas.microsoft.com/office/drawing/2010/main" val="0"/>
                </a:ext>
                <a:ext uri="{96DAC541-7B7A-43D3-8B79-37D633B846F1}">
                  <asvg:svgBlip xmlns:asvg="http://schemas.microsoft.com/office/drawing/2016/SVG/main" r:embed="rId4"/>
                </a:ext>
              </a:extLst>
            </a:blip>
            <a:stretch>
              <a:fillRect/>
            </a:stretch>
          </p:blipFill>
          <p:spPr>
            <a:xfrm>
              <a:off x="1178428" y="2118570"/>
              <a:ext cx="662814" cy="641082"/>
            </a:xfrm>
            <a:prstGeom prst="rect">
              <a:avLst/>
            </a:prstGeom>
          </p:spPr>
        </p:pic>
        <p:pic>
          <p:nvPicPr>
            <p:cNvPr id="12" name="图形 11">
              <a:extLst>
                <a:ext uri="{FF2B5EF4-FFF2-40B4-BE49-F238E27FC236}">
                  <a16:creationId xmlns:a16="http://schemas.microsoft.com/office/drawing/2014/main" id="{F2585B3D-C730-4C53-95DA-9CD886C34B82}"/>
                </a:ext>
              </a:extLst>
            </p:cNvPr>
            <p:cNvPicPr>
              <a:picLocks noChangeAspect="1"/>
            </p:cNvPicPr>
            <p:nvPr/>
          </p:nvPicPr>
          <p:blipFill>
            <a:blip r:embed="rId3">
              <a:extLst>
                <a:ext uri="{28A0092B-C50C-407E-A947-70E740481C1C}">
                  <a14:useLocalDpi xmlns:a14="http://schemas.microsoft.com/office/drawing/2010/main" val="0"/>
                </a:ext>
                <a:ext uri="{96DAC541-7B7A-43D3-8B79-37D633B846F1}">
                  <asvg:svgBlip xmlns:asvg="http://schemas.microsoft.com/office/drawing/2016/SVG/main" r:embed="rId4"/>
                </a:ext>
              </a:extLst>
            </a:blip>
            <a:stretch>
              <a:fillRect/>
            </a:stretch>
          </p:blipFill>
          <p:spPr>
            <a:xfrm>
              <a:off x="9646867" y="2118570"/>
              <a:ext cx="662814" cy="641082"/>
            </a:xfrm>
            <a:prstGeom prst="rect">
              <a:avLst/>
            </a:prstGeom>
          </p:spPr>
        </p:pic>
      </p:grpSp>
      <p:grpSp>
        <p:nvGrpSpPr>
          <p:cNvPr id="37" name="组合 36">
            <a:extLst>
              <a:ext uri="{FF2B5EF4-FFF2-40B4-BE49-F238E27FC236}">
                <a16:creationId xmlns:a16="http://schemas.microsoft.com/office/drawing/2014/main" id="{D69925A9-C859-4347-A05F-CDC4687E3491}"/>
              </a:ext>
            </a:extLst>
          </p:cNvPr>
          <p:cNvGrpSpPr/>
          <p:nvPr/>
        </p:nvGrpSpPr>
        <p:grpSpPr>
          <a:xfrm>
            <a:off x="930630" y="3728030"/>
            <a:ext cx="2047585" cy="210508"/>
            <a:chOff x="2681867" y="4134493"/>
            <a:chExt cx="2047585" cy="210508"/>
          </a:xfrm>
        </p:grpSpPr>
        <p:sp>
          <p:nvSpPr>
            <p:cNvPr id="17" name="六边形 16">
              <a:extLst>
                <a:ext uri="{FF2B5EF4-FFF2-40B4-BE49-F238E27FC236}">
                  <a16:creationId xmlns:a16="http://schemas.microsoft.com/office/drawing/2014/main" id="{72D03B14-955E-4F48-84FA-24E3CD91B887}"/>
                </a:ext>
              </a:extLst>
            </p:cNvPr>
            <p:cNvSpPr/>
            <p:nvPr/>
          </p:nvSpPr>
          <p:spPr>
            <a:xfrm>
              <a:off x="2681867" y="4134493"/>
              <a:ext cx="335500" cy="210508"/>
            </a:xfrm>
            <a:prstGeom prst="hexagon">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CN" b="1" dirty="0">
                  <a:solidFill>
                    <a:schemeClr val="tx1"/>
                  </a:solidFill>
                </a:rPr>
                <a:t>1</a:t>
              </a:r>
              <a:endParaRPr lang="zh-CN" altLang="en-US" b="1" dirty="0">
                <a:solidFill>
                  <a:schemeClr val="tx1"/>
                </a:solidFill>
              </a:endParaRPr>
            </a:p>
          </p:txBody>
        </p:sp>
        <p:sp>
          <p:nvSpPr>
            <p:cNvPr id="18" name="六边形 17">
              <a:extLst>
                <a:ext uri="{FF2B5EF4-FFF2-40B4-BE49-F238E27FC236}">
                  <a16:creationId xmlns:a16="http://schemas.microsoft.com/office/drawing/2014/main" id="{746A2A15-655F-4663-98BD-DC56FED2B69A}"/>
                </a:ext>
              </a:extLst>
            </p:cNvPr>
            <p:cNvSpPr/>
            <p:nvPr/>
          </p:nvSpPr>
          <p:spPr>
            <a:xfrm>
              <a:off x="3024284" y="4134493"/>
              <a:ext cx="335500" cy="210508"/>
            </a:xfrm>
            <a:prstGeom prst="hexagon">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CN" b="1" dirty="0">
                  <a:solidFill>
                    <a:schemeClr val="tx1"/>
                  </a:solidFill>
                </a:rPr>
                <a:t>0</a:t>
              </a:r>
              <a:endParaRPr lang="zh-CN" altLang="en-US" b="1" dirty="0">
                <a:solidFill>
                  <a:schemeClr val="tx1"/>
                </a:solidFill>
              </a:endParaRPr>
            </a:p>
          </p:txBody>
        </p:sp>
        <p:sp>
          <p:nvSpPr>
            <p:cNvPr id="19" name="六边形 18">
              <a:extLst>
                <a:ext uri="{FF2B5EF4-FFF2-40B4-BE49-F238E27FC236}">
                  <a16:creationId xmlns:a16="http://schemas.microsoft.com/office/drawing/2014/main" id="{388124B0-C89C-44D3-A52E-2F1CA27A7738}"/>
                </a:ext>
              </a:extLst>
            </p:cNvPr>
            <p:cNvSpPr/>
            <p:nvPr/>
          </p:nvSpPr>
          <p:spPr>
            <a:xfrm>
              <a:off x="3366701" y="4134493"/>
              <a:ext cx="335500" cy="210508"/>
            </a:xfrm>
            <a:prstGeom prst="hexagon">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CN" b="1" dirty="0">
                  <a:solidFill>
                    <a:schemeClr val="tx1"/>
                  </a:solidFill>
                </a:rPr>
                <a:t>1</a:t>
              </a:r>
              <a:endParaRPr lang="zh-CN" altLang="en-US" b="1" dirty="0">
                <a:solidFill>
                  <a:schemeClr val="tx1"/>
                </a:solidFill>
              </a:endParaRPr>
            </a:p>
          </p:txBody>
        </p:sp>
        <p:sp>
          <p:nvSpPr>
            <p:cNvPr id="20" name="六边形 19">
              <a:extLst>
                <a:ext uri="{FF2B5EF4-FFF2-40B4-BE49-F238E27FC236}">
                  <a16:creationId xmlns:a16="http://schemas.microsoft.com/office/drawing/2014/main" id="{D1917311-3FF1-4F80-BBA0-CF43ABF07320}"/>
                </a:ext>
              </a:extLst>
            </p:cNvPr>
            <p:cNvSpPr/>
            <p:nvPr/>
          </p:nvSpPr>
          <p:spPr>
            <a:xfrm>
              <a:off x="3709118" y="4134493"/>
              <a:ext cx="335500" cy="210508"/>
            </a:xfrm>
            <a:prstGeom prst="hexagon">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CN" b="1" dirty="0">
                  <a:solidFill>
                    <a:schemeClr val="tx1"/>
                  </a:solidFill>
                </a:rPr>
                <a:t>1</a:t>
              </a:r>
              <a:endParaRPr lang="zh-CN" altLang="en-US" b="1" dirty="0">
                <a:solidFill>
                  <a:schemeClr val="tx1"/>
                </a:solidFill>
              </a:endParaRPr>
            </a:p>
          </p:txBody>
        </p:sp>
        <p:sp>
          <p:nvSpPr>
            <p:cNvPr id="21" name="六边形 20">
              <a:extLst>
                <a:ext uri="{FF2B5EF4-FFF2-40B4-BE49-F238E27FC236}">
                  <a16:creationId xmlns:a16="http://schemas.microsoft.com/office/drawing/2014/main" id="{C3D4F2AE-BE4C-42B0-A30F-EEF7848DD172}"/>
                </a:ext>
              </a:extLst>
            </p:cNvPr>
            <p:cNvSpPr/>
            <p:nvPr/>
          </p:nvSpPr>
          <p:spPr>
            <a:xfrm>
              <a:off x="4051535" y="4134493"/>
              <a:ext cx="335500" cy="210508"/>
            </a:xfrm>
            <a:prstGeom prst="hexagon">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CN" b="1" dirty="0">
                  <a:solidFill>
                    <a:schemeClr val="tx1"/>
                  </a:solidFill>
                </a:rPr>
                <a:t>0</a:t>
              </a:r>
              <a:endParaRPr lang="zh-CN" altLang="en-US" b="1" dirty="0">
                <a:solidFill>
                  <a:schemeClr val="tx1"/>
                </a:solidFill>
              </a:endParaRPr>
            </a:p>
          </p:txBody>
        </p:sp>
        <p:sp>
          <p:nvSpPr>
            <p:cNvPr id="22" name="六边形 21">
              <a:extLst>
                <a:ext uri="{FF2B5EF4-FFF2-40B4-BE49-F238E27FC236}">
                  <a16:creationId xmlns:a16="http://schemas.microsoft.com/office/drawing/2014/main" id="{0BC4B352-5A2D-4E88-93E3-EBCB5D153516}"/>
                </a:ext>
              </a:extLst>
            </p:cNvPr>
            <p:cNvSpPr/>
            <p:nvPr/>
          </p:nvSpPr>
          <p:spPr>
            <a:xfrm>
              <a:off x="4393952" y="4134493"/>
              <a:ext cx="335500" cy="210508"/>
            </a:xfrm>
            <a:prstGeom prst="hexagon">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CN" b="1" dirty="0">
                  <a:solidFill>
                    <a:schemeClr val="tx1"/>
                  </a:solidFill>
                </a:rPr>
                <a:t>1</a:t>
              </a:r>
              <a:endParaRPr lang="zh-CN" altLang="en-US" b="1" dirty="0">
                <a:solidFill>
                  <a:schemeClr val="tx1"/>
                </a:solidFill>
              </a:endParaRPr>
            </a:p>
          </p:txBody>
        </p:sp>
      </p:grpSp>
      <p:sp>
        <p:nvSpPr>
          <p:cNvPr id="43" name="椭圆 42">
            <a:extLst>
              <a:ext uri="{FF2B5EF4-FFF2-40B4-BE49-F238E27FC236}">
                <a16:creationId xmlns:a16="http://schemas.microsoft.com/office/drawing/2014/main" id="{8B288764-AFF1-4C08-B01D-66A1192081A7}"/>
              </a:ext>
            </a:extLst>
          </p:cNvPr>
          <p:cNvSpPr/>
          <p:nvPr/>
        </p:nvSpPr>
        <p:spPr>
          <a:xfrm>
            <a:off x="619595" y="3686421"/>
            <a:ext cx="293725" cy="293725"/>
          </a:xfrm>
          <a:prstGeom prst="ellipse">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CN" b="1" dirty="0">
                <a:solidFill>
                  <a:schemeClr val="tx1"/>
                </a:solidFill>
              </a:rPr>
              <a:t>1</a:t>
            </a:r>
            <a:endParaRPr lang="zh-CN" altLang="en-US" b="1" dirty="0">
              <a:solidFill>
                <a:schemeClr val="tx1"/>
              </a:solidFill>
            </a:endParaRPr>
          </a:p>
        </p:txBody>
      </p:sp>
      <p:grpSp>
        <p:nvGrpSpPr>
          <p:cNvPr id="111" name="组合 110">
            <a:extLst>
              <a:ext uri="{FF2B5EF4-FFF2-40B4-BE49-F238E27FC236}">
                <a16:creationId xmlns:a16="http://schemas.microsoft.com/office/drawing/2014/main" id="{DEFF1C39-6253-4516-B0E8-1B315442A670}"/>
              </a:ext>
            </a:extLst>
          </p:cNvPr>
          <p:cNvGrpSpPr/>
          <p:nvPr/>
        </p:nvGrpSpPr>
        <p:grpSpPr>
          <a:xfrm>
            <a:off x="2978215" y="3190842"/>
            <a:ext cx="8607344" cy="789304"/>
            <a:chOff x="2978215" y="3190842"/>
            <a:chExt cx="8607344" cy="789304"/>
          </a:xfrm>
        </p:grpSpPr>
        <p:grpSp>
          <p:nvGrpSpPr>
            <p:cNvPr id="52" name="组合 51">
              <a:extLst>
                <a:ext uri="{FF2B5EF4-FFF2-40B4-BE49-F238E27FC236}">
                  <a16:creationId xmlns:a16="http://schemas.microsoft.com/office/drawing/2014/main" id="{E1897878-6EC9-42DB-B551-5E1295B88894}"/>
                </a:ext>
              </a:extLst>
            </p:cNvPr>
            <p:cNvGrpSpPr/>
            <p:nvPr/>
          </p:nvGrpSpPr>
          <p:grpSpPr>
            <a:xfrm>
              <a:off x="9226939" y="3686421"/>
              <a:ext cx="2358620" cy="293725"/>
              <a:chOff x="2892150" y="5022586"/>
              <a:chExt cx="2358620" cy="293725"/>
            </a:xfrm>
          </p:grpSpPr>
          <p:grpSp>
            <p:nvGrpSpPr>
              <p:cNvPr id="44" name="组合 43">
                <a:extLst>
                  <a:ext uri="{FF2B5EF4-FFF2-40B4-BE49-F238E27FC236}">
                    <a16:creationId xmlns:a16="http://schemas.microsoft.com/office/drawing/2014/main" id="{7A047028-715A-4402-8269-606C6A926C42}"/>
                  </a:ext>
                </a:extLst>
              </p:cNvPr>
              <p:cNvGrpSpPr/>
              <p:nvPr/>
            </p:nvGrpSpPr>
            <p:grpSpPr>
              <a:xfrm>
                <a:off x="3203185" y="5064195"/>
                <a:ext cx="2047585" cy="210508"/>
                <a:chOff x="2681867" y="4134493"/>
                <a:chExt cx="2047585" cy="210508"/>
              </a:xfrm>
            </p:grpSpPr>
            <p:sp>
              <p:nvSpPr>
                <p:cNvPr id="45" name="六边形 44">
                  <a:extLst>
                    <a:ext uri="{FF2B5EF4-FFF2-40B4-BE49-F238E27FC236}">
                      <a16:creationId xmlns:a16="http://schemas.microsoft.com/office/drawing/2014/main" id="{D8CD7CE4-1ACD-4898-A88D-E87E2666DBA9}"/>
                    </a:ext>
                  </a:extLst>
                </p:cNvPr>
                <p:cNvSpPr/>
                <p:nvPr/>
              </p:nvSpPr>
              <p:spPr>
                <a:xfrm>
                  <a:off x="2681867" y="4134493"/>
                  <a:ext cx="335500" cy="210508"/>
                </a:xfrm>
                <a:prstGeom prst="hexagon">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CN" b="1" dirty="0">
                      <a:solidFill>
                        <a:schemeClr val="tx1"/>
                      </a:solidFill>
                    </a:rPr>
                    <a:t>1</a:t>
                  </a:r>
                  <a:endParaRPr lang="zh-CN" altLang="en-US" b="1" dirty="0">
                    <a:solidFill>
                      <a:schemeClr val="tx1"/>
                    </a:solidFill>
                  </a:endParaRPr>
                </a:p>
              </p:txBody>
            </p:sp>
            <p:sp>
              <p:nvSpPr>
                <p:cNvPr id="46" name="六边形 45">
                  <a:extLst>
                    <a:ext uri="{FF2B5EF4-FFF2-40B4-BE49-F238E27FC236}">
                      <a16:creationId xmlns:a16="http://schemas.microsoft.com/office/drawing/2014/main" id="{19ADD155-F328-48DE-AD19-C239EC21725E}"/>
                    </a:ext>
                  </a:extLst>
                </p:cNvPr>
                <p:cNvSpPr/>
                <p:nvPr/>
              </p:nvSpPr>
              <p:spPr>
                <a:xfrm>
                  <a:off x="3024284" y="4134493"/>
                  <a:ext cx="335500" cy="210508"/>
                </a:xfrm>
                <a:prstGeom prst="hexagon">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CN" b="1" dirty="0">
                      <a:solidFill>
                        <a:schemeClr val="tx1"/>
                      </a:solidFill>
                    </a:rPr>
                    <a:t>0</a:t>
                  </a:r>
                  <a:endParaRPr lang="zh-CN" altLang="en-US" b="1" dirty="0">
                    <a:solidFill>
                      <a:schemeClr val="tx1"/>
                    </a:solidFill>
                  </a:endParaRPr>
                </a:p>
              </p:txBody>
            </p:sp>
            <p:sp>
              <p:nvSpPr>
                <p:cNvPr id="47" name="六边形 46">
                  <a:extLst>
                    <a:ext uri="{FF2B5EF4-FFF2-40B4-BE49-F238E27FC236}">
                      <a16:creationId xmlns:a16="http://schemas.microsoft.com/office/drawing/2014/main" id="{31B7C469-756B-4875-9762-FDB619154CA6}"/>
                    </a:ext>
                  </a:extLst>
                </p:cNvPr>
                <p:cNvSpPr/>
                <p:nvPr/>
              </p:nvSpPr>
              <p:spPr>
                <a:xfrm>
                  <a:off x="3366701" y="4134493"/>
                  <a:ext cx="335500" cy="210508"/>
                </a:xfrm>
                <a:prstGeom prst="hexagon">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CN" b="1" dirty="0">
                      <a:solidFill>
                        <a:schemeClr val="tx1"/>
                      </a:solidFill>
                    </a:rPr>
                    <a:t>1</a:t>
                  </a:r>
                  <a:endParaRPr lang="zh-CN" altLang="en-US" b="1" dirty="0">
                    <a:solidFill>
                      <a:schemeClr val="tx1"/>
                    </a:solidFill>
                  </a:endParaRPr>
                </a:p>
              </p:txBody>
            </p:sp>
            <p:sp>
              <p:nvSpPr>
                <p:cNvPr id="48" name="六边形 47">
                  <a:extLst>
                    <a:ext uri="{FF2B5EF4-FFF2-40B4-BE49-F238E27FC236}">
                      <a16:creationId xmlns:a16="http://schemas.microsoft.com/office/drawing/2014/main" id="{5FA81923-8D9E-4BDB-9292-B939CC2F2D31}"/>
                    </a:ext>
                  </a:extLst>
                </p:cNvPr>
                <p:cNvSpPr/>
                <p:nvPr/>
              </p:nvSpPr>
              <p:spPr>
                <a:xfrm>
                  <a:off x="3709118" y="4134493"/>
                  <a:ext cx="335500" cy="210508"/>
                </a:xfrm>
                <a:prstGeom prst="hexagon">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CN" b="1" dirty="0">
                      <a:solidFill>
                        <a:schemeClr val="tx1"/>
                      </a:solidFill>
                    </a:rPr>
                    <a:t>1</a:t>
                  </a:r>
                  <a:endParaRPr lang="zh-CN" altLang="en-US" b="1" dirty="0">
                    <a:solidFill>
                      <a:schemeClr val="tx1"/>
                    </a:solidFill>
                  </a:endParaRPr>
                </a:p>
              </p:txBody>
            </p:sp>
            <p:sp>
              <p:nvSpPr>
                <p:cNvPr id="49" name="六边形 48">
                  <a:extLst>
                    <a:ext uri="{FF2B5EF4-FFF2-40B4-BE49-F238E27FC236}">
                      <a16:creationId xmlns:a16="http://schemas.microsoft.com/office/drawing/2014/main" id="{3908D744-A005-41D5-851B-5F9699716A9E}"/>
                    </a:ext>
                  </a:extLst>
                </p:cNvPr>
                <p:cNvSpPr/>
                <p:nvPr/>
              </p:nvSpPr>
              <p:spPr>
                <a:xfrm>
                  <a:off x="4051535" y="4134493"/>
                  <a:ext cx="335500" cy="210508"/>
                </a:xfrm>
                <a:prstGeom prst="hexagon">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CN" b="1" dirty="0">
                      <a:solidFill>
                        <a:schemeClr val="tx1"/>
                      </a:solidFill>
                    </a:rPr>
                    <a:t>0</a:t>
                  </a:r>
                  <a:endParaRPr lang="zh-CN" altLang="en-US" b="1" dirty="0">
                    <a:solidFill>
                      <a:schemeClr val="tx1"/>
                    </a:solidFill>
                  </a:endParaRPr>
                </a:p>
              </p:txBody>
            </p:sp>
            <p:sp>
              <p:nvSpPr>
                <p:cNvPr id="50" name="六边形 49">
                  <a:extLst>
                    <a:ext uri="{FF2B5EF4-FFF2-40B4-BE49-F238E27FC236}">
                      <a16:creationId xmlns:a16="http://schemas.microsoft.com/office/drawing/2014/main" id="{DB08D565-DA03-4826-8FED-878EAD0248EF}"/>
                    </a:ext>
                  </a:extLst>
                </p:cNvPr>
                <p:cNvSpPr/>
                <p:nvPr/>
              </p:nvSpPr>
              <p:spPr>
                <a:xfrm>
                  <a:off x="4393952" y="4134493"/>
                  <a:ext cx="335500" cy="210508"/>
                </a:xfrm>
                <a:prstGeom prst="hexagon">
                  <a:avLst/>
                </a:prstGeom>
                <a:solidFill>
                  <a:schemeClr val="accent1">
                    <a:lumMod val="75000"/>
                  </a:schemeClr>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CN" b="1" dirty="0">
                      <a:solidFill>
                        <a:schemeClr val="bg1"/>
                      </a:solidFill>
                    </a:rPr>
                    <a:t>0</a:t>
                  </a:r>
                  <a:endParaRPr lang="zh-CN" altLang="en-US" b="1" dirty="0">
                    <a:solidFill>
                      <a:schemeClr val="bg1"/>
                    </a:solidFill>
                  </a:endParaRPr>
                </a:p>
              </p:txBody>
            </p:sp>
          </p:grpSp>
          <p:sp>
            <p:nvSpPr>
              <p:cNvPr id="51" name="椭圆 50">
                <a:extLst>
                  <a:ext uri="{FF2B5EF4-FFF2-40B4-BE49-F238E27FC236}">
                    <a16:creationId xmlns:a16="http://schemas.microsoft.com/office/drawing/2014/main" id="{DF691906-4A3F-42E0-8701-0FD15362B30D}"/>
                  </a:ext>
                </a:extLst>
              </p:cNvPr>
              <p:cNvSpPr/>
              <p:nvPr/>
            </p:nvSpPr>
            <p:spPr>
              <a:xfrm>
                <a:off x="2892150" y="5022586"/>
                <a:ext cx="293725" cy="293725"/>
              </a:xfrm>
              <a:prstGeom prst="ellipse">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CN" b="1" dirty="0">
                    <a:solidFill>
                      <a:schemeClr val="tx1"/>
                    </a:solidFill>
                  </a:rPr>
                  <a:t>1</a:t>
                </a:r>
                <a:endParaRPr lang="zh-CN" altLang="en-US" b="1" dirty="0">
                  <a:solidFill>
                    <a:schemeClr val="tx1"/>
                  </a:solidFill>
                </a:endParaRPr>
              </a:p>
            </p:txBody>
          </p:sp>
        </p:grpSp>
        <p:cxnSp>
          <p:nvCxnSpPr>
            <p:cNvPr id="54" name="直接箭头连接符 53">
              <a:extLst>
                <a:ext uri="{FF2B5EF4-FFF2-40B4-BE49-F238E27FC236}">
                  <a16:creationId xmlns:a16="http://schemas.microsoft.com/office/drawing/2014/main" id="{1EE514D4-2252-4D12-A8C4-4D71F33120FF}"/>
                </a:ext>
              </a:extLst>
            </p:cNvPr>
            <p:cNvCxnSpPr>
              <a:stCxn id="22" idx="0"/>
              <a:endCxn id="51" idx="2"/>
            </p:cNvCxnSpPr>
            <p:nvPr/>
          </p:nvCxnSpPr>
          <p:spPr>
            <a:xfrm>
              <a:off x="2978215" y="3833284"/>
              <a:ext cx="6248724" cy="0"/>
            </a:xfrm>
            <a:prstGeom prst="straightConnector1">
              <a:avLst/>
            </a:prstGeom>
            <a:ln w="25400">
              <a:solidFill>
                <a:schemeClr val="tx1"/>
              </a:solidFill>
              <a:prstDash val="dash"/>
              <a:tailEnd type="triangle" w="med" len="lg"/>
            </a:ln>
          </p:spPr>
          <p:style>
            <a:lnRef idx="1">
              <a:schemeClr val="accent1"/>
            </a:lnRef>
            <a:fillRef idx="0">
              <a:schemeClr val="accent1"/>
            </a:fillRef>
            <a:effectRef idx="0">
              <a:schemeClr val="accent1"/>
            </a:effectRef>
            <a:fontRef idx="minor">
              <a:schemeClr val="tx1"/>
            </a:fontRef>
          </p:style>
        </p:cxnSp>
        <p:sp>
          <p:nvSpPr>
            <p:cNvPr id="56" name="íşlïḍè">
              <a:extLst>
                <a:ext uri="{FF2B5EF4-FFF2-40B4-BE49-F238E27FC236}">
                  <a16:creationId xmlns:a16="http://schemas.microsoft.com/office/drawing/2014/main" id="{A2F05AD3-6990-491A-AE37-973ECBE7D139}"/>
                </a:ext>
              </a:extLst>
            </p:cNvPr>
            <p:cNvSpPr txBox="1"/>
            <p:nvPr/>
          </p:nvSpPr>
          <p:spPr>
            <a:xfrm>
              <a:off x="4535471" y="3190842"/>
              <a:ext cx="3293187" cy="256977"/>
            </a:xfrm>
            <a:prstGeom prst="rect">
              <a:avLst/>
            </a:prstGeom>
            <a:noFill/>
          </p:spPr>
          <p:txBody>
            <a:bodyPr wrap="square" lIns="91440" tIns="45720" rIns="91440" bIns="45720" anchor="ctr">
              <a:noAutofit/>
            </a:bodyPr>
            <a:lstStyle/>
            <a:p>
              <a:r>
                <a:rPr lang="zh-CN" altLang="en-US" b="1" dirty="0"/>
                <a:t>产生</a:t>
              </a:r>
              <a:r>
                <a:rPr lang="en-US" altLang="zh-CN" b="1" dirty="0">
                  <a:solidFill>
                    <a:schemeClr val="accent4"/>
                  </a:solidFill>
                </a:rPr>
                <a:t>1</a:t>
              </a:r>
              <a:r>
                <a:rPr lang="zh-CN" altLang="en-US" b="1" dirty="0">
                  <a:solidFill>
                    <a:schemeClr val="accent4"/>
                  </a:solidFill>
                </a:rPr>
                <a:t>位误码</a:t>
              </a:r>
              <a:r>
                <a:rPr lang="zh-CN" altLang="en-US" b="1" dirty="0"/>
                <a:t>（出现在数据位）</a:t>
              </a:r>
              <a:endParaRPr lang="en-US" altLang="zh-CN" b="1" dirty="0"/>
            </a:p>
          </p:txBody>
        </p:sp>
      </p:grpSp>
      <p:sp>
        <p:nvSpPr>
          <p:cNvPr id="58" name="íşlïḍè">
            <a:extLst>
              <a:ext uri="{FF2B5EF4-FFF2-40B4-BE49-F238E27FC236}">
                <a16:creationId xmlns:a16="http://schemas.microsoft.com/office/drawing/2014/main" id="{84471C76-DEDF-4671-9FA8-98D09781EF32}"/>
              </a:ext>
            </a:extLst>
          </p:cNvPr>
          <p:cNvSpPr txBox="1"/>
          <p:nvPr/>
        </p:nvSpPr>
        <p:spPr>
          <a:xfrm>
            <a:off x="4260716" y="3500446"/>
            <a:ext cx="3849492" cy="256977"/>
          </a:xfrm>
          <a:prstGeom prst="rect">
            <a:avLst/>
          </a:prstGeom>
          <a:noFill/>
        </p:spPr>
        <p:txBody>
          <a:bodyPr wrap="square" lIns="91440" tIns="45720" rIns="91440" bIns="45720" anchor="ctr">
            <a:noAutofit/>
          </a:bodyPr>
          <a:lstStyle/>
          <a:p>
            <a:r>
              <a:rPr lang="zh-CN" altLang="en-US" b="1" dirty="0">
                <a:solidFill>
                  <a:schemeClr val="accent4"/>
                </a:solidFill>
              </a:rPr>
              <a:t>“</a:t>
            </a:r>
            <a:r>
              <a:rPr lang="en-US" altLang="zh-CN" b="1" dirty="0">
                <a:solidFill>
                  <a:schemeClr val="accent4"/>
                </a:solidFill>
              </a:rPr>
              <a:t>1</a:t>
            </a:r>
            <a:r>
              <a:rPr lang="zh-CN" altLang="en-US" b="1" dirty="0">
                <a:solidFill>
                  <a:schemeClr val="accent4"/>
                </a:solidFill>
              </a:rPr>
              <a:t>”数量的奇性改变，可检出错误。</a:t>
            </a:r>
            <a:endParaRPr lang="en-US" altLang="zh-CN" b="1" dirty="0">
              <a:solidFill>
                <a:schemeClr val="accent4"/>
              </a:solidFill>
            </a:endParaRPr>
          </a:p>
        </p:txBody>
      </p:sp>
      <p:grpSp>
        <p:nvGrpSpPr>
          <p:cNvPr id="113" name="组合 112">
            <a:extLst>
              <a:ext uri="{FF2B5EF4-FFF2-40B4-BE49-F238E27FC236}">
                <a16:creationId xmlns:a16="http://schemas.microsoft.com/office/drawing/2014/main" id="{2FCF61D3-F879-4C91-BC81-6FE2E0406D83}"/>
              </a:ext>
            </a:extLst>
          </p:cNvPr>
          <p:cNvGrpSpPr/>
          <p:nvPr/>
        </p:nvGrpSpPr>
        <p:grpSpPr>
          <a:xfrm>
            <a:off x="619595" y="4294776"/>
            <a:ext cx="10965964" cy="789304"/>
            <a:chOff x="619595" y="4294776"/>
            <a:chExt cx="10965964" cy="789304"/>
          </a:xfrm>
        </p:grpSpPr>
        <p:grpSp>
          <p:nvGrpSpPr>
            <p:cNvPr id="112" name="组合 111">
              <a:extLst>
                <a:ext uri="{FF2B5EF4-FFF2-40B4-BE49-F238E27FC236}">
                  <a16:creationId xmlns:a16="http://schemas.microsoft.com/office/drawing/2014/main" id="{869D3104-95B7-4A0A-8DAA-7EC2B00B123F}"/>
                </a:ext>
              </a:extLst>
            </p:cNvPr>
            <p:cNvGrpSpPr/>
            <p:nvPr/>
          </p:nvGrpSpPr>
          <p:grpSpPr>
            <a:xfrm>
              <a:off x="619595" y="4790355"/>
              <a:ext cx="2358620" cy="293725"/>
              <a:chOff x="619595" y="4790355"/>
              <a:chExt cx="2358620" cy="293725"/>
            </a:xfrm>
          </p:grpSpPr>
          <p:grpSp>
            <p:nvGrpSpPr>
              <p:cNvPr id="59" name="组合 58">
                <a:extLst>
                  <a:ext uri="{FF2B5EF4-FFF2-40B4-BE49-F238E27FC236}">
                    <a16:creationId xmlns:a16="http://schemas.microsoft.com/office/drawing/2014/main" id="{012199B5-D8A7-48AE-9A5F-D41210B59FE6}"/>
                  </a:ext>
                </a:extLst>
              </p:cNvPr>
              <p:cNvGrpSpPr/>
              <p:nvPr/>
            </p:nvGrpSpPr>
            <p:grpSpPr>
              <a:xfrm>
                <a:off x="930630" y="4831964"/>
                <a:ext cx="2047585" cy="210508"/>
                <a:chOff x="2681867" y="4134493"/>
                <a:chExt cx="2047585" cy="210508"/>
              </a:xfrm>
            </p:grpSpPr>
            <p:sp>
              <p:nvSpPr>
                <p:cNvPr id="60" name="六边形 59">
                  <a:extLst>
                    <a:ext uri="{FF2B5EF4-FFF2-40B4-BE49-F238E27FC236}">
                      <a16:creationId xmlns:a16="http://schemas.microsoft.com/office/drawing/2014/main" id="{6C8C052B-A8CC-41DB-B9BB-D7077D554007}"/>
                    </a:ext>
                  </a:extLst>
                </p:cNvPr>
                <p:cNvSpPr/>
                <p:nvPr/>
              </p:nvSpPr>
              <p:spPr>
                <a:xfrm>
                  <a:off x="2681867" y="4134493"/>
                  <a:ext cx="335500" cy="210508"/>
                </a:xfrm>
                <a:prstGeom prst="hexagon">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CN" b="1" dirty="0">
                      <a:solidFill>
                        <a:schemeClr val="tx1"/>
                      </a:solidFill>
                    </a:rPr>
                    <a:t>1</a:t>
                  </a:r>
                  <a:endParaRPr lang="zh-CN" altLang="en-US" b="1" dirty="0">
                    <a:solidFill>
                      <a:schemeClr val="tx1"/>
                    </a:solidFill>
                  </a:endParaRPr>
                </a:p>
              </p:txBody>
            </p:sp>
            <p:sp>
              <p:nvSpPr>
                <p:cNvPr id="61" name="六边形 60">
                  <a:extLst>
                    <a:ext uri="{FF2B5EF4-FFF2-40B4-BE49-F238E27FC236}">
                      <a16:creationId xmlns:a16="http://schemas.microsoft.com/office/drawing/2014/main" id="{39BE8421-5C6C-4B1E-BE26-1B32F54A3175}"/>
                    </a:ext>
                  </a:extLst>
                </p:cNvPr>
                <p:cNvSpPr/>
                <p:nvPr/>
              </p:nvSpPr>
              <p:spPr>
                <a:xfrm>
                  <a:off x="3024284" y="4134493"/>
                  <a:ext cx="335500" cy="210508"/>
                </a:xfrm>
                <a:prstGeom prst="hexagon">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CN" b="1" dirty="0">
                      <a:solidFill>
                        <a:schemeClr val="tx1"/>
                      </a:solidFill>
                    </a:rPr>
                    <a:t>0</a:t>
                  </a:r>
                  <a:endParaRPr lang="zh-CN" altLang="en-US" b="1" dirty="0">
                    <a:solidFill>
                      <a:schemeClr val="tx1"/>
                    </a:solidFill>
                  </a:endParaRPr>
                </a:p>
              </p:txBody>
            </p:sp>
            <p:sp>
              <p:nvSpPr>
                <p:cNvPr id="62" name="六边形 61">
                  <a:extLst>
                    <a:ext uri="{FF2B5EF4-FFF2-40B4-BE49-F238E27FC236}">
                      <a16:creationId xmlns:a16="http://schemas.microsoft.com/office/drawing/2014/main" id="{F456689D-3B15-4CBC-B43A-5335C0BC6E7F}"/>
                    </a:ext>
                  </a:extLst>
                </p:cNvPr>
                <p:cNvSpPr/>
                <p:nvPr/>
              </p:nvSpPr>
              <p:spPr>
                <a:xfrm>
                  <a:off x="3366701" y="4134493"/>
                  <a:ext cx="335500" cy="210508"/>
                </a:xfrm>
                <a:prstGeom prst="hexagon">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CN" b="1" dirty="0">
                      <a:solidFill>
                        <a:schemeClr val="tx1"/>
                      </a:solidFill>
                    </a:rPr>
                    <a:t>1</a:t>
                  </a:r>
                  <a:endParaRPr lang="zh-CN" altLang="en-US" b="1" dirty="0">
                    <a:solidFill>
                      <a:schemeClr val="tx1"/>
                    </a:solidFill>
                  </a:endParaRPr>
                </a:p>
              </p:txBody>
            </p:sp>
            <p:sp>
              <p:nvSpPr>
                <p:cNvPr id="63" name="六边形 62">
                  <a:extLst>
                    <a:ext uri="{FF2B5EF4-FFF2-40B4-BE49-F238E27FC236}">
                      <a16:creationId xmlns:a16="http://schemas.microsoft.com/office/drawing/2014/main" id="{EC81766B-84C0-447D-9C43-90DC3179A297}"/>
                    </a:ext>
                  </a:extLst>
                </p:cNvPr>
                <p:cNvSpPr/>
                <p:nvPr/>
              </p:nvSpPr>
              <p:spPr>
                <a:xfrm>
                  <a:off x="3709118" y="4134493"/>
                  <a:ext cx="335500" cy="210508"/>
                </a:xfrm>
                <a:prstGeom prst="hexagon">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CN" b="1" dirty="0">
                      <a:solidFill>
                        <a:schemeClr val="tx1"/>
                      </a:solidFill>
                    </a:rPr>
                    <a:t>1</a:t>
                  </a:r>
                  <a:endParaRPr lang="zh-CN" altLang="en-US" b="1" dirty="0">
                    <a:solidFill>
                      <a:schemeClr val="tx1"/>
                    </a:solidFill>
                  </a:endParaRPr>
                </a:p>
              </p:txBody>
            </p:sp>
            <p:sp>
              <p:nvSpPr>
                <p:cNvPr id="64" name="六边形 63">
                  <a:extLst>
                    <a:ext uri="{FF2B5EF4-FFF2-40B4-BE49-F238E27FC236}">
                      <a16:creationId xmlns:a16="http://schemas.microsoft.com/office/drawing/2014/main" id="{927B1C36-4621-476F-B6F7-2D332D2D7758}"/>
                    </a:ext>
                  </a:extLst>
                </p:cNvPr>
                <p:cNvSpPr/>
                <p:nvPr/>
              </p:nvSpPr>
              <p:spPr>
                <a:xfrm>
                  <a:off x="4051535" y="4134493"/>
                  <a:ext cx="335500" cy="210508"/>
                </a:xfrm>
                <a:prstGeom prst="hexagon">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CN" b="1" dirty="0">
                      <a:solidFill>
                        <a:schemeClr val="tx1"/>
                      </a:solidFill>
                    </a:rPr>
                    <a:t>0</a:t>
                  </a:r>
                  <a:endParaRPr lang="zh-CN" altLang="en-US" b="1" dirty="0">
                    <a:solidFill>
                      <a:schemeClr val="tx1"/>
                    </a:solidFill>
                  </a:endParaRPr>
                </a:p>
              </p:txBody>
            </p:sp>
            <p:sp>
              <p:nvSpPr>
                <p:cNvPr id="65" name="六边形 64">
                  <a:extLst>
                    <a:ext uri="{FF2B5EF4-FFF2-40B4-BE49-F238E27FC236}">
                      <a16:creationId xmlns:a16="http://schemas.microsoft.com/office/drawing/2014/main" id="{5AECD3AA-8A5E-4A29-B4E6-843DBE6D6BE4}"/>
                    </a:ext>
                  </a:extLst>
                </p:cNvPr>
                <p:cNvSpPr/>
                <p:nvPr/>
              </p:nvSpPr>
              <p:spPr>
                <a:xfrm>
                  <a:off x="4393952" y="4134493"/>
                  <a:ext cx="335500" cy="210508"/>
                </a:xfrm>
                <a:prstGeom prst="hexagon">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CN" b="1" dirty="0">
                      <a:solidFill>
                        <a:schemeClr val="tx1"/>
                      </a:solidFill>
                    </a:rPr>
                    <a:t>1</a:t>
                  </a:r>
                  <a:endParaRPr lang="zh-CN" altLang="en-US" b="1" dirty="0">
                    <a:solidFill>
                      <a:schemeClr val="tx1"/>
                    </a:solidFill>
                  </a:endParaRPr>
                </a:p>
              </p:txBody>
            </p:sp>
          </p:grpSp>
          <p:sp>
            <p:nvSpPr>
              <p:cNvPr id="66" name="椭圆 65">
                <a:extLst>
                  <a:ext uri="{FF2B5EF4-FFF2-40B4-BE49-F238E27FC236}">
                    <a16:creationId xmlns:a16="http://schemas.microsoft.com/office/drawing/2014/main" id="{314ED0F2-BF00-46D7-9786-7D07786B6678}"/>
                  </a:ext>
                </a:extLst>
              </p:cNvPr>
              <p:cNvSpPr/>
              <p:nvPr/>
            </p:nvSpPr>
            <p:spPr>
              <a:xfrm>
                <a:off x="619595" y="4790355"/>
                <a:ext cx="293725" cy="293725"/>
              </a:xfrm>
              <a:prstGeom prst="ellipse">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CN" b="1" dirty="0">
                    <a:solidFill>
                      <a:schemeClr val="tx1"/>
                    </a:solidFill>
                  </a:rPr>
                  <a:t>1</a:t>
                </a:r>
                <a:endParaRPr lang="zh-CN" altLang="en-US" b="1" dirty="0">
                  <a:solidFill>
                    <a:schemeClr val="tx1"/>
                  </a:solidFill>
                </a:endParaRPr>
              </a:p>
            </p:txBody>
          </p:sp>
        </p:grpSp>
        <p:grpSp>
          <p:nvGrpSpPr>
            <p:cNvPr id="67" name="组合 66">
              <a:extLst>
                <a:ext uri="{FF2B5EF4-FFF2-40B4-BE49-F238E27FC236}">
                  <a16:creationId xmlns:a16="http://schemas.microsoft.com/office/drawing/2014/main" id="{A450AA40-DAE2-4E36-B7C0-F1D51830A1DC}"/>
                </a:ext>
              </a:extLst>
            </p:cNvPr>
            <p:cNvGrpSpPr/>
            <p:nvPr/>
          </p:nvGrpSpPr>
          <p:grpSpPr>
            <a:xfrm>
              <a:off x="9226939" y="4790355"/>
              <a:ext cx="2358620" cy="293725"/>
              <a:chOff x="2892150" y="5022586"/>
              <a:chExt cx="2358620" cy="293725"/>
            </a:xfrm>
          </p:grpSpPr>
          <p:grpSp>
            <p:nvGrpSpPr>
              <p:cNvPr id="68" name="组合 67">
                <a:extLst>
                  <a:ext uri="{FF2B5EF4-FFF2-40B4-BE49-F238E27FC236}">
                    <a16:creationId xmlns:a16="http://schemas.microsoft.com/office/drawing/2014/main" id="{ED61DD46-40D7-4946-A2F8-2DF3A6A767B2}"/>
                  </a:ext>
                </a:extLst>
              </p:cNvPr>
              <p:cNvGrpSpPr/>
              <p:nvPr/>
            </p:nvGrpSpPr>
            <p:grpSpPr>
              <a:xfrm>
                <a:off x="3203185" y="5064195"/>
                <a:ext cx="2047585" cy="210508"/>
                <a:chOff x="2681867" y="4134493"/>
                <a:chExt cx="2047585" cy="210508"/>
              </a:xfrm>
            </p:grpSpPr>
            <p:sp>
              <p:nvSpPr>
                <p:cNvPr id="70" name="六边形 69">
                  <a:extLst>
                    <a:ext uri="{FF2B5EF4-FFF2-40B4-BE49-F238E27FC236}">
                      <a16:creationId xmlns:a16="http://schemas.microsoft.com/office/drawing/2014/main" id="{96335474-A3EA-4836-91A1-C107109D4D56}"/>
                    </a:ext>
                  </a:extLst>
                </p:cNvPr>
                <p:cNvSpPr/>
                <p:nvPr/>
              </p:nvSpPr>
              <p:spPr>
                <a:xfrm>
                  <a:off x="2681867" y="4134493"/>
                  <a:ext cx="335500" cy="210508"/>
                </a:xfrm>
                <a:prstGeom prst="hexagon">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CN" b="1" dirty="0">
                      <a:solidFill>
                        <a:schemeClr val="tx1"/>
                      </a:solidFill>
                    </a:rPr>
                    <a:t>1</a:t>
                  </a:r>
                  <a:endParaRPr lang="zh-CN" altLang="en-US" b="1" dirty="0">
                    <a:solidFill>
                      <a:schemeClr val="tx1"/>
                    </a:solidFill>
                  </a:endParaRPr>
                </a:p>
              </p:txBody>
            </p:sp>
            <p:sp>
              <p:nvSpPr>
                <p:cNvPr id="71" name="六边形 70">
                  <a:extLst>
                    <a:ext uri="{FF2B5EF4-FFF2-40B4-BE49-F238E27FC236}">
                      <a16:creationId xmlns:a16="http://schemas.microsoft.com/office/drawing/2014/main" id="{F225295D-18D8-4419-9EF8-0141B3BAAE1B}"/>
                    </a:ext>
                  </a:extLst>
                </p:cNvPr>
                <p:cNvSpPr/>
                <p:nvPr/>
              </p:nvSpPr>
              <p:spPr>
                <a:xfrm>
                  <a:off x="3024284" y="4134493"/>
                  <a:ext cx="335500" cy="210508"/>
                </a:xfrm>
                <a:prstGeom prst="hexagon">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CN" b="1" dirty="0">
                      <a:solidFill>
                        <a:schemeClr val="tx1"/>
                      </a:solidFill>
                    </a:rPr>
                    <a:t>0</a:t>
                  </a:r>
                  <a:endParaRPr lang="zh-CN" altLang="en-US" b="1" dirty="0">
                    <a:solidFill>
                      <a:schemeClr val="tx1"/>
                    </a:solidFill>
                  </a:endParaRPr>
                </a:p>
              </p:txBody>
            </p:sp>
            <p:sp>
              <p:nvSpPr>
                <p:cNvPr id="72" name="六边形 71">
                  <a:extLst>
                    <a:ext uri="{FF2B5EF4-FFF2-40B4-BE49-F238E27FC236}">
                      <a16:creationId xmlns:a16="http://schemas.microsoft.com/office/drawing/2014/main" id="{5453B42C-68A9-492B-913F-A04E9C3ACF7C}"/>
                    </a:ext>
                  </a:extLst>
                </p:cNvPr>
                <p:cNvSpPr/>
                <p:nvPr/>
              </p:nvSpPr>
              <p:spPr>
                <a:xfrm>
                  <a:off x="3366701" y="4134493"/>
                  <a:ext cx="335500" cy="210508"/>
                </a:xfrm>
                <a:prstGeom prst="hexagon">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CN" b="1" dirty="0">
                      <a:solidFill>
                        <a:schemeClr val="tx1"/>
                      </a:solidFill>
                    </a:rPr>
                    <a:t>1</a:t>
                  </a:r>
                  <a:endParaRPr lang="zh-CN" altLang="en-US" b="1" dirty="0">
                    <a:solidFill>
                      <a:schemeClr val="tx1"/>
                    </a:solidFill>
                  </a:endParaRPr>
                </a:p>
              </p:txBody>
            </p:sp>
            <p:sp>
              <p:nvSpPr>
                <p:cNvPr id="73" name="六边形 72">
                  <a:extLst>
                    <a:ext uri="{FF2B5EF4-FFF2-40B4-BE49-F238E27FC236}">
                      <a16:creationId xmlns:a16="http://schemas.microsoft.com/office/drawing/2014/main" id="{37170FAE-35B2-47C1-BF4B-D7418F8FF8FD}"/>
                    </a:ext>
                  </a:extLst>
                </p:cNvPr>
                <p:cNvSpPr/>
                <p:nvPr/>
              </p:nvSpPr>
              <p:spPr>
                <a:xfrm>
                  <a:off x="3709118" y="4134493"/>
                  <a:ext cx="335500" cy="210508"/>
                </a:xfrm>
                <a:prstGeom prst="hexagon">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CN" b="1" dirty="0">
                      <a:solidFill>
                        <a:schemeClr val="tx1"/>
                      </a:solidFill>
                    </a:rPr>
                    <a:t>1</a:t>
                  </a:r>
                  <a:endParaRPr lang="zh-CN" altLang="en-US" b="1" dirty="0">
                    <a:solidFill>
                      <a:schemeClr val="tx1"/>
                    </a:solidFill>
                  </a:endParaRPr>
                </a:p>
              </p:txBody>
            </p:sp>
            <p:sp>
              <p:nvSpPr>
                <p:cNvPr id="74" name="六边形 73">
                  <a:extLst>
                    <a:ext uri="{FF2B5EF4-FFF2-40B4-BE49-F238E27FC236}">
                      <a16:creationId xmlns:a16="http://schemas.microsoft.com/office/drawing/2014/main" id="{B6C5E532-40F3-48BD-89BB-BBB0DDFB2459}"/>
                    </a:ext>
                  </a:extLst>
                </p:cNvPr>
                <p:cNvSpPr/>
                <p:nvPr/>
              </p:nvSpPr>
              <p:spPr>
                <a:xfrm>
                  <a:off x="4051535" y="4134493"/>
                  <a:ext cx="335500" cy="210508"/>
                </a:xfrm>
                <a:prstGeom prst="hexagon">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CN" b="1" dirty="0">
                      <a:solidFill>
                        <a:schemeClr val="tx1"/>
                      </a:solidFill>
                    </a:rPr>
                    <a:t>0</a:t>
                  </a:r>
                  <a:endParaRPr lang="zh-CN" altLang="en-US" b="1" dirty="0">
                    <a:solidFill>
                      <a:schemeClr val="tx1"/>
                    </a:solidFill>
                  </a:endParaRPr>
                </a:p>
              </p:txBody>
            </p:sp>
            <p:sp>
              <p:nvSpPr>
                <p:cNvPr id="75" name="六边形 74">
                  <a:extLst>
                    <a:ext uri="{FF2B5EF4-FFF2-40B4-BE49-F238E27FC236}">
                      <a16:creationId xmlns:a16="http://schemas.microsoft.com/office/drawing/2014/main" id="{2D736FB8-D9ED-467D-BC84-2370269A397A}"/>
                    </a:ext>
                  </a:extLst>
                </p:cNvPr>
                <p:cNvSpPr/>
                <p:nvPr/>
              </p:nvSpPr>
              <p:spPr>
                <a:xfrm>
                  <a:off x="4393952" y="4134493"/>
                  <a:ext cx="335500" cy="210508"/>
                </a:xfrm>
                <a:prstGeom prst="hexagon">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CN" b="1" dirty="0">
                      <a:solidFill>
                        <a:schemeClr val="tx1"/>
                      </a:solidFill>
                    </a:rPr>
                    <a:t>1</a:t>
                  </a:r>
                  <a:endParaRPr lang="zh-CN" altLang="en-US" b="1" dirty="0">
                    <a:solidFill>
                      <a:schemeClr val="tx1"/>
                    </a:solidFill>
                  </a:endParaRPr>
                </a:p>
              </p:txBody>
            </p:sp>
          </p:grpSp>
          <p:sp>
            <p:nvSpPr>
              <p:cNvPr id="69" name="椭圆 68">
                <a:extLst>
                  <a:ext uri="{FF2B5EF4-FFF2-40B4-BE49-F238E27FC236}">
                    <a16:creationId xmlns:a16="http://schemas.microsoft.com/office/drawing/2014/main" id="{1EE4DC70-994F-44D9-B102-F3129AF84A4E}"/>
                  </a:ext>
                </a:extLst>
              </p:cNvPr>
              <p:cNvSpPr/>
              <p:nvPr/>
            </p:nvSpPr>
            <p:spPr>
              <a:xfrm>
                <a:off x="2892150" y="5022586"/>
                <a:ext cx="293725" cy="293725"/>
              </a:xfrm>
              <a:prstGeom prst="ellipse">
                <a:avLst/>
              </a:prstGeom>
              <a:solidFill>
                <a:schemeClr val="accent1">
                  <a:lumMod val="75000"/>
                </a:schemeClr>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CN" b="1" dirty="0">
                    <a:solidFill>
                      <a:schemeClr val="bg1"/>
                    </a:solidFill>
                  </a:rPr>
                  <a:t>0</a:t>
                </a:r>
                <a:endParaRPr lang="zh-CN" altLang="en-US" b="1" dirty="0">
                  <a:solidFill>
                    <a:schemeClr val="bg1"/>
                  </a:solidFill>
                </a:endParaRPr>
              </a:p>
            </p:txBody>
          </p:sp>
        </p:grpSp>
        <p:cxnSp>
          <p:nvCxnSpPr>
            <p:cNvPr id="76" name="直接箭头连接符 75">
              <a:extLst>
                <a:ext uri="{FF2B5EF4-FFF2-40B4-BE49-F238E27FC236}">
                  <a16:creationId xmlns:a16="http://schemas.microsoft.com/office/drawing/2014/main" id="{CE05D6D4-BE6A-480C-9A81-20B06B529690}"/>
                </a:ext>
              </a:extLst>
            </p:cNvPr>
            <p:cNvCxnSpPr>
              <a:stCxn id="65" idx="0"/>
              <a:endCxn id="69" idx="2"/>
            </p:cNvCxnSpPr>
            <p:nvPr/>
          </p:nvCxnSpPr>
          <p:spPr>
            <a:xfrm>
              <a:off x="2978215" y="4937218"/>
              <a:ext cx="6248724" cy="0"/>
            </a:xfrm>
            <a:prstGeom prst="straightConnector1">
              <a:avLst/>
            </a:prstGeom>
            <a:ln w="25400">
              <a:solidFill>
                <a:schemeClr val="tx1"/>
              </a:solidFill>
              <a:prstDash val="dash"/>
              <a:tailEnd type="triangle" w="med" len="lg"/>
            </a:ln>
          </p:spPr>
          <p:style>
            <a:lnRef idx="1">
              <a:schemeClr val="accent1"/>
            </a:lnRef>
            <a:fillRef idx="0">
              <a:schemeClr val="accent1"/>
            </a:fillRef>
            <a:effectRef idx="0">
              <a:schemeClr val="accent1"/>
            </a:effectRef>
            <a:fontRef idx="minor">
              <a:schemeClr val="tx1"/>
            </a:fontRef>
          </p:style>
        </p:cxnSp>
        <p:sp>
          <p:nvSpPr>
            <p:cNvPr id="77" name="íşlïḍè">
              <a:extLst>
                <a:ext uri="{FF2B5EF4-FFF2-40B4-BE49-F238E27FC236}">
                  <a16:creationId xmlns:a16="http://schemas.microsoft.com/office/drawing/2014/main" id="{3CAC1FF5-A233-4AA2-B3B9-A9520A331295}"/>
                </a:ext>
              </a:extLst>
            </p:cNvPr>
            <p:cNvSpPr txBox="1"/>
            <p:nvPr/>
          </p:nvSpPr>
          <p:spPr>
            <a:xfrm>
              <a:off x="4535471" y="4294776"/>
              <a:ext cx="3293187" cy="256977"/>
            </a:xfrm>
            <a:prstGeom prst="rect">
              <a:avLst/>
            </a:prstGeom>
            <a:noFill/>
          </p:spPr>
          <p:txBody>
            <a:bodyPr wrap="square" lIns="91440" tIns="45720" rIns="91440" bIns="45720" anchor="ctr">
              <a:noAutofit/>
            </a:bodyPr>
            <a:lstStyle/>
            <a:p>
              <a:r>
                <a:rPr lang="zh-CN" altLang="en-US" b="1" dirty="0"/>
                <a:t>产生</a:t>
              </a:r>
              <a:r>
                <a:rPr lang="en-US" altLang="zh-CN" b="1" dirty="0">
                  <a:solidFill>
                    <a:schemeClr val="accent4"/>
                  </a:solidFill>
                </a:rPr>
                <a:t>1</a:t>
              </a:r>
              <a:r>
                <a:rPr lang="zh-CN" altLang="en-US" b="1" dirty="0">
                  <a:solidFill>
                    <a:schemeClr val="accent4"/>
                  </a:solidFill>
                </a:rPr>
                <a:t>位误码</a:t>
              </a:r>
              <a:r>
                <a:rPr lang="zh-CN" altLang="en-US" b="1" dirty="0"/>
                <a:t>（出现在校验位）</a:t>
              </a:r>
              <a:endParaRPr lang="en-US" altLang="zh-CN" b="1" dirty="0"/>
            </a:p>
          </p:txBody>
        </p:sp>
      </p:grpSp>
      <p:sp>
        <p:nvSpPr>
          <p:cNvPr id="78" name="íşlïḍè">
            <a:extLst>
              <a:ext uri="{FF2B5EF4-FFF2-40B4-BE49-F238E27FC236}">
                <a16:creationId xmlns:a16="http://schemas.microsoft.com/office/drawing/2014/main" id="{88E73155-EBA0-43C1-BE70-9FBD92AC5224}"/>
              </a:ext>
            </a:extLst>
          </p:cNvPr>
          <p:cNvSpPr txBox="1"/>
          <p:nvPr/>
        </p:nvSpPr>
        <p:spPr>
          <a:xfrm>
            <a:off x="4260716" y="4604380"/>
            <a:ext cx="3849492" cy="256977"/>
          </a:xfrm>
          <a:prstGeom prst="rect">
            <a:avLst/>
          </a:prstGeom>
          <a:noFill/>
        </p:spPr>
        <p:txBody>
          <a:bodyPr wrap="square" lIns="91440" tIns="45720" rIns="91440" bIns="45720" anchor="ctr">
            <a:noAutofit/>
          </a:bodyPr>
          <a:lstStyle/>
          <a:p>
            <a:r>
              <a:rPr lang="zh-CN" altLang="en-US" b="1" dirty="0">
                <a:solidFill>
                  <a:schemeClr val="accent4"/>
                </a:solidFill>
              </a:rPr>
              <a:t>“</a:t>
            </a:r>
            <a:r>
              <a:rPr lang="en-US" altLang="zh-CN" b="1" dirty="0">
                <a:solidFill>
                  <a:schemeClr val="accent4"/>
                </a:solidFill>
              </a:rPr>
              <a:t>1</a:t>
            </a:r>
            <a:r>
              <a:rPr lang="zh-CN" altLang="en-US" b="1" dirty="0">
                <a:solidFill>
                  <a:schemeClr val="accent4"/>
                </a:solidFill>
              </a:rPr>
              <a:t>”数量的奇性改变，可检出错误。</a:t>
            </a:r>
            <a:endParaRPr lang="en-US" altLang="zh-CN" b="1" dirty="0">
              <a:solidFill>
                <a:schemeClr val="accent4"/>
              </a:solidFill>
            </a:endParaRPr>
          </a:p>
        </p:txBody>
      </p:sp>
      <p:grpSp>
        <p:nvGrpSpPr>
          <p:cNvPr id="114" name="组合 113">
            <a:extLst>
              <a:ext uri="{FF2B5EF4-FFF2-40B4-BE49-F238E27FC236}">
                <a16:creationId xmlns:a16="http://schemas.microsoft.com/office/drawing/2014/main" id="{191E244D-1117-4BB8-8644-4639B215BDA8}"/>
              </a:ext>
            </a:extLst>
          </p:cNvPr>
          <p:cNvGrpSpPr/>
          <p:nvPr/>
        </p:nvGrpSpPr>
        <p:grpSpPr>
          <a:xfrm>
            <a:off x="619595" y="5398709"/>
            <a:ext cx="10965964" cy="789304"/>
            <a:chOff x="619595" y="5398709"/>
            <a:chExt cx="10965964" cy="789304"/>
          </a:xfrm>
        </p:grpSpPr>
        <p:grpSp>
          <p:nvGrpSpPr>
            <p:cNvPr id="81" name="组合 80">
              <a:extLst>
                <a:ext uri="{FF2B5EF4-FFF2-40B4-BE49-F238E27FC236}">
                  <a16:creationId xmlns:a16="http://schemas.microsoft.com/office/drawing/2014/main" id="{2A13266A-956A-4CA6-9324-66F62AEE5E6E}"/>
                </a:ext>
              </a:extLst>
            </p:cNvPr>
            <p:cNvGrpSpPr/>
            <p:nvPr/>
          </p:nvGrpSpPr>
          <p:grpSpPr>
            <a:xfrm>
              <a:off x="930630" y="5935897"/>
              <a:ext cx="2047585" cy="210508"/>
              <a:chOff x="2681867" y="4134493"/>
              <a:chExt cx="2047585" cy="210508"/>
            </a:xfrm>
          </p:grpSpPr>
          <p:sp>
            <p:nvSpPr>
              <p:cNvPr id="95" name="六边形 94">
                <a:extLst>
                  <a:ext uri="{FF2B5EF4-FFF2-40B4-BE49-F238E27FC236}">
                    <a16:creationId xmlns:a16="http://schemas.microsoft.com/office/drawing/2014/main" id="{B44E1FDE-7B0D-4434-91AD-6186FEDDD57D}"/>
                  </a:ext>
                </a:extLst>
              </p:cNvPr>
              <p:cNvSpPr/>
              <p:nvPr/>
            </p:nvSpPr>
            <p:spPr>
              <a:xfrm>
                <a:off x="2681867" y="4134493"/>
                <a:ext cx="335500" cy="210508"/>
              </a:xfrm>
              <a:prstGeom prst="hexagon">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CN" b="1" dirty="0">
                    <a:solidFill>
                      <a:schemeClr val="tx1"/>
                    </a:solidFill>
                  </a:rPr>
                  <a:t>1</a:t>
                </a:r>
                <a:endParaRPr lang="zh-CN" altLang="en-US" b="1" dirty="0">
                  <a:solidFill>
                    <a:schemeClr val="tx1"/>
                  </a:solidFill>
                </a:endParaRPr>
              </a:p>
            </p:txBody>
          </p:sp>
          <p:sp>
            <p:nvSpPr>
              <p:cNvPr id="96" name="六边形 95">
                <a:extLst>
                  <a:ext uri="{FF2B5EF4-FFF2-40B4-BE49-F238E27FC236}">
                    <a16:creationId xmlns:a16="http://schemas.microsoft.com/office/drawing/2014/main" id="{DB35E0D8-0AE7-49D8-AFF9-98D9FD792F65}"/>
                  </a:ext>
                </a:extLst>
              </p:cNvPr>
              <p:cNvSpPr/>
              <p:nvPr/>
            </p:nvSpPr>
            <p:spPr>
              <a:xfrm>
                <a:off x="3024284" y="4134493"/>
                <a:ext cx="335500" cy="210508"/>
              </a:xfrm>
              <a:prstGeom prst="hexagon">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CN" b="1" dirty="0">
                    <a:solidFill>
                      <a:schemeClr val="tx1"/>
                    </a:solidFill>
                  </a:rPr>
                  <a:t>0</a:t>
                </a:r>
                <a:endParaRPr lang="zh-CN" altLang="en-US" b="1" dirty="0">
                  <a:solidFill>
                    <a:schemeClr val="tx1"/>
                  </a:solidFill>
                </a:endParaRPr>
              </a:p>
            </p:txBody>
          </p:sp>
          <p:sp>
            <p:nvSpPr>
              <p:cNvPr id="97" name="六边形 96">
                <a:extLst>
                  <a:ext uri="{FF2B5EF4-FFF2-40B4-BE49-F238E27FC236}">
                    <a16:creationId xmlns:a16="http://schemas.microsoft.com/office/drawing/2014/main" id="{6AC418AF-581D-4F46-A091-B2544E876F1A}"/>
                  </a:ext>
                </a:extLst>
              </p:cNvPr>
              <p:cNvSpPr/>
              <p:nvPr/>
            </p:nvSpPr>
            <p:spPr>
              <a:xfrm>
                <a:off x="3366701" y="4134493"/>
                <a:ext cx="335500" cy="210508"/>
              </a:xfrm>
              <a:prstGeom prst="hexagon">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CN" b="1" dirty="0">
                    <a:solidFill>
                      <a:schemeClr val="tx1"/>
                    </a:solidFill>
                  </a:rPr>
                  <a:t>1</a:t>
                </a:r>
                <a:endParaRPr lang="zh-CN" altLang="en-US" b="1" dirty="0">
                  <a:solidFill>
                    <a:schemeClr val="tx1"/>
                  </a:solidFill>
                </a:endParaRPr>
              </a:p>
            </p:txBody>
          </p:sp>
          <p:sp>
            <p:nvSpPr>
              <p:cNvPr id="98" name="六边形 97">
                <a:extLst>
                  <a:ext uri="{FF2B5EF4-FFF2-40B4-BE49-F238E27FC236}">
                    <a16:creationId xmlns:a16="http://schemas.microsoft.com/office/drawing/2014/main" id="{4F172B8C-4537-4C33-A793-0E3B10037B74}"/>
                  </a:ext>
                </a:extLst>
              </p:cNvPr>
              <p:cNvSpPr/>
              <p:nvPr/>
            </p:nvSpPr>
            <p:spPr>
              <a:xfrm>
                <a:off x="3709118" y="4134493"/>
                <a:ext cx="335500" cy="210508"/>
              </a:xfrm>
              <a:prstGeom prst="hexagon">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CN" b="1" dirty="0">
                    <a:solidFill>
                      <a:schemeClr val="tx1"/>
                    </a:solidFill>
                  </a:rPr>
                  <a:t>1</a:t>
                </a:r>
                <a:endParaRPr lang="zh-CN" altLang="en-US" b="1" dirty="0">
                  <a:solidFill>
                    <a:schemeClr val="tx1"/>
                  </a:solidFill>
                </a:endParaRPr>
              </a:p>
            </p:txBody>
          </p:sp>
          <p:sp>
            <p:nvSpPr>
              <p:cNvPr id="99" name="六边形 98">
                <a:extLst>
                  <a:ext uri="{FF2B5EF4-FFF2-40B4-BE49-F238E27FC236}">
                    <a16:creationId xmlns:a16="http://schemas.microsoft.com/office/drawing/2014/main" id="{4F2FF2B5-D237-4655-86CE-4CC47F4851A6}"/>
                  </a:ext>
                </a:extLst>
              </p:cNvPr>
              <p:cNvSpPr/>
              <p:nvPr/>
            </p:nvSpPr>
            <p:spPr>
              <a:xfrm>
                <a:off x="4051535" y="4134493"/>
                <a:ext cx="335500" cy="210508"/>
              </a:xfrm>
              <a:prstGeom prst="hexagon">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CN" b="1" dirty="0">
                    <a:solidFill>
                      <a:schemeClr val="tx1"/>
                    </a:solidFill>
                  </a:rPr>
                  <a:t>0</a:t>
                </a:r>
                <a:endParaRPr lang="zh-CN" altLang="en-US" b="1" dirty="0">
                  <a:solidFill>
                    <a:schemeClr val="tx1"/>
                  </a:solidFill>
                </a:endParaRPr>
              </a:p>
            </p:txBody>
          </p:sp>
          <p:sp>
            <p:nvSpPr>
              <p:cNvPr id="100" name="六边形 99">
                <a:extLst>
                  <a:ext uri="{FF2B5EF4-FFF2-40B4-BE49-F238E27FC236}">
                    <a16:creationId xmlns:a16="http://schemas.microsoft.com/office/drawing/2014/main" id="{B0FD8FA9-F041-47BC-8C93-3BF587FA1FD4}"/>
                  </a:ext>
                </a:extLst>
              </p:cNvPr>
              <p:cNvSpPr/>
              <p:nvPr/>
            </p:nvSpPr>
            <p:spPr>
              <a:xfrm>
                <a:off x="4393952" y="4134493"/>
                <a:ext cx="335500" cy="210508"/>
              </a:xfrm>
              <a:prstGeom prst="hexagon">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CN" b="1" dirty="0">
                    <a:solidFill>
                      <a:schemeClr val="tx1"/>
                    </a:solidFill>
                  </a:rPr>
                  <a:t>1</a:t>
                </a:r>
                <a:endParaRPr lang="zh-CN" altLang="en-US" b="1" dirty="0">
                  <a:solidFill>
                    <a:schemeClr val="tx1"/>
                  </a:solidFill>
                </a:endParaRPr>
              </a:p>
            </p:txBody>
          </p:sp>
        </p:grpSp>
        <p:sp>
          <p:nvSpPr>
            <p:cNvPr id="82" name="椭圆 81">
              <a:extLst>
                <a:ext uri="{FF2B5EF4-FFF2-40B4-BE49-F238E27FC236}">
                  <a16:creationId xmlns:a16="http://schemas.microsoft.com/office/drawing/2014/main" id="{76FB7EB3-F09D-406F-BBBE-5B1A11703092}"/>
                </a:ext>
              </a:extLst>
            </p:cNvPr>
            <p:cNvSpPr/>
            <p:nvPr/>
          </p:nvSpPr>
          <p:spPr>
            <a:xfrm>
              <a:off x="619595" y="5894288"/>
              <a:ext cx="293725" cy="293725"/>
            </a:xfrm>
            <a:prstGeom prst="ellipse">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CN" b="1" dirty="0">
                  <a:solidFill>
                    <a:schemeClr val="tx1"/>
                  </a:solidFill>
                </a:rPr>
                <a:t>1</a:t>
              </a:r>
              <a:endParaRPr lang="zh-CN" altLang="en-US" b="1" dirty="0">
                <a:solidFill>
                  <a:schemeClr val="tx1"/>
                </a:solidFill>
              </a:endParaRPr>
            </a:p>
          </p:txBody>
        </p:sp>
        <p:cxnSp>
          <p:nvCxnSpPr>
            <p:cNvPr id="84" name="直接箭头连接符 83">
              <a:extLst>
                <a:ext uri="{FF2B5EF4-FFF2-40B4-BE49-F238E27FC236}">
                  <a16:creationId xmlns:a16="http://schemas.microsoft.com/office/drawing/2014/main" id="{B0F2E9DA-6EB5-494D-ACAE-B52227F40209}"/>
                </a:ext>
              </a:extLst>
            </p:cNvPr>
            <p:cNvCxnSpPr>
              <a:cxnSpLocks/>
              <a:stCxn id="100" idx="0"/>
            </p:cNvCxnSpPr>
            <p:nvPr/>
          </p:nvCxnSpPr>
          <p:spPr>
            <a:xfrm>
              <a:off x="2978215" y="6041151"/>
              <a:ext cx="6248724" cy="0"/>
            </a:xfrm>
            <a:prstGeom prst="straightConnector1">
              <a:avLst/>
            </a:prstGeom>
            <a:ln w="25400">
              <a:solidFill>
                <a:schemeClr val="tx1"/>
              </a:solidFill>
              <a:prstDash val="dash"/>
              <a:tailEnd type="triangle" w="med" len="lg"/>
            </a:ln>
          </p:spPr>
          <p:style>
            <a:lnRef idx="1">
              <a:schemeClr val="accent1"/>
            </a:lnRef>
            <a:fillRef idx="0">
              <a:schemeClr val="accent1"/>
            </a:fillRef>
            <a:effectRef idx="0">
              <a:schemeClr val="accent1"/>
            </a:effectRef>
            <a:fontRef idx="minor">
              <a:schemeClr val="tx1"/>
            </a:fontRef>
          </p:style>
        </p:cxnSp>
        <p:sp>
          <p:nvSpPr>
            <p:cNvPr id="85" name="íşlïḍè">
              <a:extLst>
                <a:ext uri="{FF2B5EF4-FFF2-40B4-BE49-F238E27FC236}">
                  <a16:creationId xmlns:a16="http://schemas.microsoft.com/office/drawing/2014/main" id="{D1BC812F-74E9-485A-AEA2-8452146B2ABE}"/>
                </a:ext>
              </a:extLst>
            </p:cNvPr>
            <p:cNvSpPr txBox="1"/>
            <p:nvPr/>
          </p:nvSpPr>
          <p:spPr>
            <a:xfrm>
              <a:off x="4048933" y="5398709"/>
              <a:ext cx="4102838" cy="256977"/>
            </a:xfrm>
            <a:prstGeom prst="rect">
              <a:avLst/>
            </a:prstGeom>
            <a:noFill/>
          </p:spPr>
          <p:txBody>
            <a:bodyPr wrap="square" lIns="91440" tIns="45720" rIns="91440" bIns="45720" anchor="ctr">
              <a:noAutofit/>
            </a:bodyPr>
            <a:lstStyle/>
            <a:p>
              <a:r>
                <a:rPr lang="zh-CN" altLang="en-US" b="1" dirty="0"/>
                <a:t>产生</a:t>
              </a:r>
              <a:r>
                <a:rPr lang="en-US" altLang="zh-CN" b="1" dirty="0">
                  <a:solidFill>
                    <a:schemeClr val="accent1"/>
                  </a:solidFill>
                </a:rPr>
                <a:t>2</a:t>
              </a:r>
              <a:r>
                <a:rPr lang="zh-CN" altLang="en-US" b="1" dirty="0">
                  <a:solidFill>
                    <a:schemeClr val="accent1"/>
                  </a:solidFill>
                </a:rPr>
                <a:t>位误码</a:t>
              </a:r>
              <a:r>
                <a:rPr lang="zh-CN" altLang="en-US" b="1" dirty="0"/>
                <a:t>（数据位和校验位各</a:t>
              </a:r>
              <a:r>
                <a:rPr lang="en-US" altLang="zh-CN" b="1" dirty="0"/>
                <a:t>1</a:t>
              </a:r>
              <a:r>
                <a:rPr lang="zh-CN" altLang="en-US" b="1" dirty="0"/>
                <a:t>位）</a:t>
              </a:r>
              <a:endParaRPr lang="en-US" altLang="zh-CN" b="1" dirty="0"/>
            </a:p>
          </p:txBody>
        </p:sp>
        <p:grpSp>
          <p:nvGrpSpPr>
            <p:cNvPr id="102" name="组合 101">
              <a:extLst>
                <a:ext uri="{FF2B5EF4-FFF2-40B4-BE49-F238E27FC236}">
                  <a16:creationId xmlns:a16="http://schemas.microsoft.com/office/drawing/2014/main" id="{52FA4419-884A-46E6-97BE-EC4D680B8FA5}"/>
                </a:ext>
              </a:extLst>
            </p:cNvPr>
            <p:cNvGrpSpPr/>
            <p:nvPr/>
          </p:nvGrpSpPr>
          <p:grpSpPr>
            <a:xfrm>
              <a:off x="9226939" y="5893750"/>
              <a:ext cx="2358620" cy="293725"/>
              <a:chOff x="2892150" y="5022586"/>
              <a:chExt cx="2358620" cy="293725"/>
            </a:xfrm>
          </p:grpSpPr>
          <p:grpSp>
            <p:nvGrpSpPr>
              <p:cNvPr id="103" name="组合 102">
                <a:extLst>
                  <a:ext uri="{FF2B5EF4-FFF2-40B4-BE49-F238E27FC236}">
                    <a16:creationId xmlns:a16="http://schemas.microsoft.com/office/drawing/2014/main" id="{18C8A1BD-E6EA-433E-A621-17031CFAF84F}"/>
                  </a:ext>
                </a:extLst>
              </p:cNvPr>
              <p:cNvGrpSpPr/>
              <p:nvPr/>
            </p:nvGrpSpPr>
            <p:grpSpPr>
              <a:xfrm>
                <a:off x="3203185" y="5064195"/>
                <a:ext cx="2047585" cy="210508"/>
                <a:chOff x="2681867" y="4134493"/>
                <a:chExt cx="2047585" cy="210508"/>
              </a:xfrm>
            </p:grpSpPr>
            <p:sp>
              <p:nvSpPr>
                <p:cNvPr id="105" name="六边形 104">
                  <a:extLst>
                    <a:ext uri="{FF2B5EF4-FFF2-40B4-BE49-F238E27FC236}">
                      <a16:creationId xmlns:a16="http://schemas.microsoft.com/office/drawing/2014/main" id="{D7C72193-2AFF-4DC5-A4F8-EA6EE5FDC502}"/>
                    </a:ext>
                  </a:extLst>
                </p:cNvPr>
                <p:cNvSpPr/>
                <p:nvPr/>
              </p:nvSpPr>
              <p:spPr>
                <a:xfrm>
                  <a:off x="2681867" y="4134493"/>
                  <a:ext cx="335500" cy="210508"/>
                </a:xfrm>
                <a:prstGeom prst="hexagon">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CN" b="1" dirty="0">
                      <a:solidFill>
                        <a:schemeClr val="tx1"/>
                      </a:solidFill>
                    </a:rPr>
                    <a:t>1</a:t>
                  </a:r>
                  <a:endParaRPr lang="zh-CN" altLang="en-US" b="1" dirty="0">
                    <a:solidFill>
                      <a:schemeClr val="tx1"/>
                    </a:solidFill>
                  </a:endParaRPr>
                </a:p>
              </p:txBody>
            </p:sp>
            <p:sp>
              <p:nvSpPr>
                <p:cNvPr id="106" name="六边形 105">
                  <a:extLst>
                    <a:ext uri="{FF2B5EF4-FFF2-40B4-BE49-F238E27FC236}">
                      <a16:creationId xmlns:a16="http://schemas.microsoft.com/office/drawing/2014/main" id="{841F42E1-FCE4-4293-954A-0DC4768D213F}"/>
                    </a:ext>
                  </a:extLst>
                </p:cNvPr>
                <p:cNvSpPr/>
                <p:nvPr/>
              </p:nvSpPr>
              <p:spPr>
                <a:xfrm>
                  <a:off x="3024284" y="4134493"/>
                  <a:ext cx="335500" cy="210508"/>
                </a:xfrm>
                <a:prstGeom prst="hexagon">
                  <a:avLst/>
                </a:prstGeom>
                <a:solidFill>
                  <a:schemeClr val="accent1">
                    <a:lumMod val="75000"/>
                  </a:schemeClr>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CN" b="1" dirty="0">
                      <a:solidFill>
                        <a:schemeClr val="bg1"/>
                      </a:solidFill>
                    </a:rPr>
                    <a:t>1</a:t>
                  </a:r>
                  <a:endParaRPr lang="zh-CN" altLang="en-US" b="1" dirty="0">
                    <a:solidFill>
                      <a:schemeClr val="bg1"/>
                    </a:solidFill>
                  </a:endParaRPr>
                </a:p>
              </p:txBody>
            </p:sp>
            <p:sp>
              <p:nvSpPr>
                <p:cNvPr id="107" name="六边形 106">
                  <a:extLst>
                    <a:ext uri="{FF2B5EF4-FFF2-40B4-BE49-F238E27FC236}">
                      <a16:creationId xmlns:a16="http://schemas.microsoft.com/office/drawing/2014/main" id="{86C8173B-D59B-44CA-BF34-6394BA67A28A}"/>
                    </a:ext>
                  </a:extLst>
                </p:cNvPr>
                <p:cNvSpPr/>
                <p:nvPr/>
              </p:nvSpPr>
              <p:spPr>
                <a:xfrm>
                  <a:off x="3366701" y="4134493"/>
                  <a:ext cx="335500" cy="210508"/>
                </a:xfrm>
                <a:prstGeom prst="hexagon">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CN" b="1" dirty="0">
                      <a:solidFill>
                        <a:schemeClr val="tx1"/>
                      </a:solidFill>
                    </a:rPr>
                    <a:t>1</a:t>
                  </a:r>
                  <a:endParaRPr lang="zh-CN" altLang="en-US" b="1" dirty="0">
                    <a:solidFill>
                      <a:schemeClr val="tx1"/>
                    </a:solidFill>
                  </a:endParaRPr>
                </a:p>
              </p:txBody>
            </p:sp>
            <p:sp>
              <p:nvSpPr>
                <p:cNvPr id="108" name="六边形 107">
                  <a:extLst>
                    <a:ext uri="{FF2B5EF4-FFF2-40B4-BE49-F238E27FC236}">
                      <a16:creationId xmlns:a16="http://schemas.microsoft.com/office/drawing/2014/main" id="{A24D2155-3E78-454F-854A-0CF64AD7985E}"/>
                    </a:ext>
                  </a:extLst>
                </p:cNvPr>
                <p:cNvSpPr/>
                <p:nvPr/>
              </p:nvSpPr>
              <p:spPr>
                <a:xfrm>
                  <a:off x="3709118" y="4134493"/>
                  <a:ext cx="335500" cy="210508"/>
                </a:xfrm>
                <a:prstGeom prst="hexagon">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CN" b="1" dirty="0">
                      <a:solidFill>
                        <a:schemeClr val="tx1"/>
                      </a:solidFill>
                    </a:rPr>
                    <a:t>1</a:t>
                  </a:r>
                  <a:endParaRPr lang="zh-CN" altLang="en-US" b="1" dirty="0">
                    <a:solidFill>
                      <a:schemeClr val="tx1"/>
                    </a:solidFill>
                  </a:endParaRPr>
                </a:p>
              </p:txBody>
            </p:sp>
            <p:sp>
              <p:nvSpPr>
                <p:cNvPr id="109" name="六边形 108">
                  <a:extLst>
                    <a:ext uri="{FF2B5EF4-FFF2-40B4-BE49-F238E27FC236}">
                      <a16:creationId xmlns:a16="http://schemas.microsoft.com/office/drawing/2014/main" id="{5A9BCE5A-96ED-4C36-96AD-5A26EAAC7E90}"/>
                    </a:ext>
                  </a:extLst>
                </p:cNvPr>
                <p:cNvSpPr/>
                <p:nvPr/>
              </p:nvSpPr>
              <p:spPr>
                <a:xfrm>
                  <a:off x="4051535" y="4134493"/>
                  <a:ext cx="335500" cy="210508"/>
                </a:xfrm>
                <a:prstGeom prst="hexagon">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CN" b="1" dirty="0">
                      <a:solidFill>
                        <a:schemeClr val="tx1"/>
                      </a:solidFill>
                    </a:rPr>
                    <a:t>0</a:t>
                  </a:r>
                  <a:endParaRPr lang="zh-CN" altLang="en-US" b="1" dirty="0">
                    <a:solidFill>
                      <a:schemeClr val="tx1"/>
                    </a:solidFill>
                  </a:endParaRPr>
                </a:p>
              </p:txBody>
            </p:sp>
            <p:sp>
              <p:nvSpPr>
                <p:cNvPr id="110" name="六边形 109">
                  <a:extLst>
                    <a:ext uri="{FF2B5EF4-FFF2-40B4-BE49-F238E27FC236}">
                      <a16:creationId xmlns:a16="http://schemas.microsoft.com/office/drawing/2014/main" id="{AF0A926E-FD1E-49A6-9552-A24202A6ACC2}"/>
                    </a:ext>
                  </a:extLst>
                </p:cNvPr>
                <p:cNvSpPr/>
                <p:nvPr/>
              </p:nvSpPr>
              <p:spPr>
                <a:xfrm>
                  <a:off x="4393952" y="4134493"/>
                  <a:ext cx="335500" cy="210508"/>
                </a:xfrm>
                <a:prstGeom prst="hexagon">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CN" b="1" dirty="0">
                      <a:solidFill>
                        <a:schemeClr val="tx1"/>
                      </a:solidFill>
                    </a:rPr>
                    <a:t>1</a:t>
                  </a:r>
                  <a:endParaRPr lang="zh-CN" altLang="en-US" b="1" dirty="0">
                    <a:solidFill>
                      <a:schemeClr val="tx1"/>
                    </a:solidFill>
                  </a:endParaRPr>
                </a:p>
              </p:txBody>
            </p:sp>
          </p:grpSp>
          <p:sp>
            <p:nvSpPr>
              <p:cNvPr id="104" name="椭圆 103">
                <a:extLst>
                  <a:ext uri="{FF2B5EF4-FFF2-40B4-BE49-F238E27FC236}">
                    <a16:creationId xmlns:a16="http://schemas.microsoft.com/office/drawing/2014/main" id="{AE87358E-0977-4518-8DC4-0BCA9CB12290}"/>
                  </a:ext>
                </a:extLst>
              </p:cNvPr>
              <p:cNvSpPr/>
              <p:nvPr/>
            </p:nvSpPr>
            <p:spPr>
              <a:xfrm>
                <a:off x="2892150" y="5022586"/>
                <a:ext cx="293725" cy="293725"/>
              </a:xfrm>
              <a:prstGeom prst="ellipse">
                <a:avLst/>
              </a:prstGeom>
              <a:solidFill>
                <a:schemeClr val="accent1">
                  <a:lumMod val="75000"/>
                </a:schemeClr>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CN" b="1" dirty="0">
                    <a:solidFill>
                      <a:schemeClr val="bg1"/>
                    </a:solidFill>
                  </a:rPr>
                  <a:t>0</a:t>
                </a:r>
                <a:endParaRPr lang="zh-CN" altLang="en-US" b="1" dirty="0">
                  <a:solidFill>
                    <a:schemeClr val="bg1"/>
                  </a:solidFill>
                </a:endParaRPr>
              </a:p>
            </p:txBody>
          </p:sp>
        </p:grpSp>
      </p:grpSp>
      <p:sp>
        <p:nvSpPr>
          <p:cNvPr id="87" name="iconfont-11673-5560710">
            <a:extLst>
              <a:ext uri="{FF2B5EF4-FFF2-40B4-BE49-F238E27FC236}">
                <a16:creationId xmlns:a16="http://schemas.microsoft.com/office/drawing/2014/main" id="{16C26E1D-807C-4B97-9E51-1E0E0E7E6079}"/>
              </a:ext>
            </a:extLst>
          </p:cNvPr>
          <p:cNvSpPr/>
          <p:nvPr/>
        </p:nvSpPr>
        <p:spPr>
          <a:xfrm>
            <a:off x="9227278" y="5893750"/>
            <a:ext cx="447226" cy="447226"/>
          </a:xfrm>
          <a:custGeom>
            <a:avLst/>
            <a:gdLst>
              <a:gd name="connsiteX0" fmla="*/ 409852 w 609586"/>
              <a:gd name="connsiteY0" fmla="*/ 390766 h 609586"/>
              <a:gd name="connsiteX1" fmla="*/ 396374 w 609586"/>
              <a:gd name="connsiteY1" fmla="*/ 396374 h 609586"/>
              <a:gd name="connsiteX2" fmla="*/ 396374 w 609586"/>
              <a:gd name="connsiteY2" fmla="*/ 423329 h 609586"/>
              <a:gd name="connsiteX3" fmla="*/ 558009 w 609586"/>
              <a:gd name="connsiteY3" fmla="*/ 584964 h 609586"/>
              <a:gd name="connsiteX4" fmla="*/ 584964 w 609586"/>
              <a:gd name="connsiteY4" fmla="*/ 584964 h 609586"/>
              <a:gd name="connsiteX5" fmla="*/ 590536 w 609586"/>
              <a:gd name="connsiteY5" fmla="*/ 571487 h 609586"/>
              <a:gd name="connsiteX6" fmla="*/ 584964 w 609586"/>
              <a:gd name="connsiteY6" fmla="*/ 558009 h 609586"/>
              <a:gd name="connsiteX7" fmla="*/ 423329 w 609586"/>
              <a:gd name="connsiteY7" fmla="*/ 396374 h 609586"/>
              <a:gd name="connsiteX8" fmla="*/ 409852 w 609586"/>
              <a:gd name="connsiteY8" fmla="*/ 390766 h 609586"/>
              <a:gd name="connsiteX9" fmla="*/ 199987 w 609586"/>
              <a:gd name="connsiteY9" fmla="*/ 76185 h 609586"/>
              <a:gd name="connsiteX10" fmla="*/ 76185 w 609586"/>
              <a:gd name="connsiteY10" fmla="*/ 199988 h 609586"/>
              <a:gd name="connsiteX11" fmla="*/ 199987 w 609586"/>
              <a:gd name="connsiteY11" fmla="*/ 323790 h 609586"/>
              <a:gd name="connsiteX12" fmla="*/ 323790 w 609586"/>
              <a:gd name="connsiteY12" fmla="*/ 199988 h 609586"/>
              <a:gd name="connsiteX13" fmla="*/ 199987 w 609586"/>
              <a:gd name="connsiteY13" fmla="*/ 76185 h 609586"/>
              <a:gd name="connsiteX14" fmla="*/ 199987 w 609586"/>
              <a:gd name="connsiteY14" fmla="*/ 57139 h 609586"/>
              <a:gd name="connsiteX15" fmla="*/ 342836 w 609586"/>
              <a:gd name="connsiteY15" fmla="*/ 199988 h 609586"/>
              <a:gd name="connsiteX16" fmla="*/ 199987 w 609586"/>
              <a:gd name="connsiteY16" fmla="*/ 342836 h 609586"/>
              <a:gd name="connsiteX17" fmla="*/ 57139 w 609586"/>
              <a:gd name="connsiteY17" fmla="*/ 199988 h 609586"/>
              <a:gd name="connsiteX18" fmla="*/ 199987 w 609586"/>
              <a:gd name="connsiteY18" fmla="*/ 57139 h 609586"/>
              <a:gd name="connsiteX19" fmla="*/ 200020 w 609586"/>
              <a:gd name="connsiteY19" fmla="*/ 19050 h 609586"/>
              <a:gd name="connsiteX20" fmla="*/ 19050 w 609586"/>
              <a:gd name="connsiteY20" fmla="*/ 200020 h 609586"/>
              <a:gd name="connsiteX21" fmla="*/ 200020 w 609586"/>
              <a:gd name="connsiteY21" fmla="*/ 380991 h 609586"/>
              <a:gd name="connsiteX22" fmla="*/ 380991 w 609586"/>
              <a:gd name="connsiteY22" fmla="*/ 200020 h 609586"/>
              <a:gd name="connsiteX23" fmla="*/ 200020 w 609586"/>
              <a:gd name="connsiteY23" fmla="*/ 19050 h 609586"/>
              <a:gd name="connsiteX24" fmla="*/ 200020 w 609586"/>
              <a:gd name="connsiteY24" fmla="*/ 0 h 609586"/>
              <a:gd name="connsiteX25" fmla="*/ 400041 w 609586"/>
              <a:gd name="connsiteY25" fmla="*/ 200020 h 609586"/>
              <a:gd name="connsiteX26" fmla="*/ 347464 w 609586"/>
              <a:gd name="connsiteY26" fmla="*/ 334701 h 609586"/>
              <a:gd name="connsiteX27" fmla="*/ 349655 w 609586"/>
              <a:gd name="connsiteY27" fmla="*/ 336177 h 609586"/>
              <a:gd name="connsiteX28" fmla="*/ 390707 w 609586"/>
              <a:gd name="connsiteY28" fmla="*/ 377229 h 609586"/>
              <a:gd name="connsiteX29" fmla="*/ 436806 w 609586"/>
              <a:gd name="connsiteY29" fmla="*/ 382896 h 609586"/>
              <a:gd name="connsiteX30" fmla="*/ 598442 w 609586"/>
              <a:gd name="connsiteY30" fmla="*/ 544532 h 609586"/>
              <a:gd name="connsiteX31" fmla="*/ 609586 w 609586"/>
              <a:gd name="connsiteY31" fmla="*/ 571487 h 609586"/>
              <a:gd name="connsiteX32" fmla="*/ 598442 w 609586"/>
              <a:gd name="connsiteY32" fmla="*/ 598442 h 609586"/>
              <a:gd name="connsiteX33" fmla="*/ 571487 w 609586"/>
              <a:gd name="connsiteY33" fmla="*/ 609586 h 609586"/>
              <a:gd name="connsiteX34" fmla="*/ 544579 w 609586"/>
              <a:gd name="connsiteY34" fmla="*/ 598442 h 609586"/>
              <a:gd name="connsiteX35" fmla="*/ 382944 w 609586"/>
              <a:gd name="connsiteY35" fmla="*/ 436806 h 609586"/>
              <a:gd name="connsiteX36" fmla="*/ 377134 w 609586"/>
              <a:gd name="connsiteY36" fmla="*/ 390611 h 609586"/>
              <a:gd name="connsiteX37" fmla="*/ 336177 w 609586"/>
              <a:gd name="connsiteY37" fmla="*/ 349655 h 609586"/>
              <a:gd name="connsiteX38" fmla="*/ 334701 w 609586"/>
              <a:gd name="connsiteY38" fmla="*/ 347464 h 609586"/>
              <a:gd name="connsiteX39" fmla="*/ 200020 w 609586"/>
              <a:gd name="connsiteY39" fmla="*/ 400041 h 609586"/>
              <a:gd name="connsiteX40" fmla="*/ 0 w 609586"/>
              <a:gd name="connsiteY40" fmla="*/ 200020 h 609586"/>
              <a:gd name="connsiteX41" fmla="*/ 200020 w 609586"/>
              <a:gd name="connsiteY41" fmla="*/ 0 h 60958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Lst>
            <a:rect l="l" t="t" r="r" b="b"/>
            <a:pathLst>
              <a:path w="609586" h="609586">
                <a:moveTo>
                  <a:pt x="409852" y="390766"/>
                </a:moveTo>
                <a:cubicBezTo>
                  <a:pt x="404970" y="390766"/>
                  <a:pt x="400089" y="392635"/>
                  <a:pt x="396374" y="396374"/>
                </a:cubicBezTo>
                <a:cubicBezTo>
                  <a:pt x="388897" y="403803"/>
                  <a:pt x="388897" y="415900"/>
                  <a:pt x="396374" y="423329"/>
                </a:cubicBezTo>
                <a:lnTo>
                  <a:pt x="558009" y="584964"/>
                </a:lnTo>
                <a:cubicBezTo>
                  <a:pt x="565581" y="592156"/>
                  <a:pt x="577392" y="592156"/>
                  <a:pt x="584964" y="584964"/>
                </a:cubicBezTo>
                <a:cubicBezTo>
                  <a:pt x="588536" y="581345"/>
                  <a:pt x="590536" y="576583"/>
                  <a:pt x="590536" y="571487"/>
                </a:cubicBezTo>
                <a:cubicBezTo>
                  <a:pt x="590536" y="566391"/>
                  <a:pt x="588536" y="561629"/>
                  <a:pt x="584964" y="558009"/>
                </a:cubicBezTo>
                <a:lnTo>
                  <a:pt x="423329" y="396374"/>
                </a:lnTo>
                <a:cubicBezTo>
                  <a:pt x="419614" y="392635"/>
                  <a:pt x="414733" y="390766"/>
                  <a:pt x="409852" y="390766"/>
                </a:cubicBezTo>
                <a:close/>
                <a:moveTo>
                  <a:pt x="199987" y="76185"/>
                </a:moveTo>
                <a:cubicBezTo>
                  <a:pt x="131706" y="76185"/>
                  <a:pt x="76185" y="131706"/>
                  <a:pt x="76185" y="199988"/>
                </a:cubicBezTo>
                <a:cubicBezTo>
                  <a:pt x="76185" y="268269"/>
                  <a:pt x="131706" y="323790"/>
                  <a:pt x="199987" y="323790"/>
                </a:cubicBezTo>
                <a:cubicBezTo>
                  <a:pt x="268269" y="323790"/>
                  <a:pt x="323790" y="268269"/>
                  <a:pt x="323790" y="199988"/>
                </a:cubicBezTo>
                <a:cubicBezTo>
                  <a:pt x="323790" y="131706"/>
                  <a:pt x="268269" y="76185"/>
                  <a:pt x="199987" y="76185"/>
                </a:cubicBezTo>
                <a:close/>
                <a:moveTo>
                  <a:pt x="199987" y="57139"/>
                </a:moveTo>
                <a:cubicBezTo>
                  <a:pt x="278745" y="57139"/>
                  <a:pt x="342836" y="121230"/>
                  <a:pt x="342836" y="199988"/>
                </a:cubicBezTo>
                <a:cubicBezTo>
                  <a:pt x="342836" y="278745"/>
                  <a:pt x="278745" y="342836"/>
                  <a:pt x="199987" y="342836"/>
                </a:cubicBezTo>
                <a:cubicBezTo>
                  <a:pt x="121230" y="342836"/>
                  <a:pt x="57139" y="278745"/>
                  <a:pt x="57139" y="199988"/>
                </a:cubicBezTo>
                <a:cubicBezTo>
                  <a:pt x="57139" y="121230"/>
                  <a:pt x="121230" y="57139"/>
                  <a:pt x="199987" y="57139"/>
                </a:cubicBezTo>
                <a:close/>
                <a:moveTo>
                  <a:pt x="200020" y="19050"/>
                </a:moveTo>
                <a:cubicBezTo>
                  <a:pt x="100248" y="19050"/>
                  <a:pt x="19050" y="100248"/>
                  <a:pt x="19050" y="200020"/>
                </a:cubicBezTo>
                <a:cubicBezTo>
                  <a:pt x="19050" y="299793"/>
                  <a:pt x="100248" y="380991"/>
                  <a:pt x="200020" y="380991"/>
                </a:cubicBezTo>
                <a:cubicBezTo>
                  <a:pt x="299793" y="380991"/>
                  <a:pt x="380991" y="299793"/>
                  <a:pt x="380991" y="200020"/>
                </a:cubicBezTo>
                <a:cubicBezTo>
                  <a:pt x="380991" y="100248"/>
                  <a:pt x="299793" y="19050"/>
                  <a:pt x="200020" y="19050"/>
                </a:cubicBezTo>
                <a:close/>
                <a:moveTo>
                  <a:pt x="200020" y="0"/>
                </a:moveTo>
                <a:cubicBezTo>
                  <a:pt x="310317" y="0"/>
                  <a:pt x="400041" y="89723"/>
                  <a:pt x="400041" y="200020"/>
                </a:cubicBezTo>
                <a:cubicBezTo>
                  <a:pt x="400041" y="249930"/>
                  <a:pt x="381277" y="297983"/>
                  <a:pt x="347464" y="334701"/>
                </a:cubicBezTo>
                <a:cubicBezTo>
                  <a:pt x="348226" y="335129"/>
                  <a:pt x="348988" y="335510"/>
                  <a:pt x="349655" y="336177"/>
                </a:cubicBezTo>
                <a:lnTo>
                  <a:pt x="390707" y="377229"/>
                </a:lnTo>
                <a:cubicBezTo>
                  <a:pt x="405184" y="369038"/>
                  <a:pt x="424710" y="370847"/>
                  <a:pt x="436806" y="382896"/>
                </a:cubicBezTo>
                <a:lnTo>
                  <a:pt x="598442" y="544532"/>
                </a:lnTo>
                <a:cubicBezTo>
                  <a:pt x="605633" y="551771"/>
                  <a:pt x="609586" y="561295"/>
                  <a:pt x="609586" y="571487"/>
                </a:cubicBezTo>
                <a:cubicBezTo>
                  <a:pt x="609586" y="581678"/>
                  <a:pt x="605633" y="591203"/>
                  <a:pt x="598442" y="598442"/>
                </a:cubicBezTo>
                <a:cubicBezTo>
                  <a:pt x="591203" y="605633"/>
                  <a:pt x="581678" y="609586"/>
                  <a:pt x="571487" y="609586"/>
                </a:cubicBezTo>
                <a:cubicBezTo>
                  <a:pt x="561295" y="609586"/>
                  <a:pt x="551771" y="605633"/>
                  <a:pt x="544579" y="598442"/>
                </a:cubicBezTo>
                <a:lnTo>
                  <a:pt x="382944" y="436806"/>
                </a:lnTo>
                <a:cubicBezTo>
                  <a:pt x="370562" y="424615"/>
                  <a:pt x="368180" y="405518"/>
                  <a:pt x="377134" y="390611"/>
                </a:cubicBezTo>
                <a:lnTo>
                  <a:pt x="336177" y="349655"/>
                </a:lnTo>
                <a:cubicBezTo>
                  <a:pt x="335510" y="348988"/>
                  <a:pt x="335129" y="348226"/>
                  <a:pt x="334701" y="347464"/>
                </a:cubicBezTo>
                <a:cubicBezTo>
                  <a:pt x="299126" y="379991"/>
                  <a:pt x="251930" y="400041"/>
                  <a:pt x="200020" y="400041"/>
                </a:cubicBezTo>
                <a:cubicBezTo>
                  <a:pt x="89723" y="400041"/>
                  <a:pt x="0" y="310317"/>
                  <a:pt x="0" y="200020"/>
                </a:cubicBezTo>
                <a:cubicBezTo>
                  <a:pt x="0" y="89723"/>
                  <a:pt x="89723" y="0"/>
                  <a:pt x="200020" y="0"/>
                </a:cubicBezTo>
                <a:close/>
              </a:path>
            </a:pathLst>
          </a:cu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Tree>
    <p:custDataLst>
      <p:tags r:id="rId1"/>
    </p:custDataLst>
    <p:extLst>
      <p:ext uri="{BB962C8B-B14F-4D97-AF65-F5344CB8AC3E}">
        <p14:creationId xmlns:p14="http://schemas.microsoft.com/office/powerpoint/2010/main" val="2959391960"/>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2" presetClass="entr" presetSubtype="8" fill="hold" nodeType="withEffect">
                                  <p:stCondLst>
                                    <p:cond delay="0"/>
                                  </p:stCondLst>
                                  <p:childTnLst>
                                    <p:set>
                                      <p:cBhvr>
                                        <p:cTn id="6" dur="1" fill="hold">
                                          <p:stCondLst>
                                            <p:cond delay="0"/>
                                          </p:stCondLst>
                                        </p:cTn>
                                        <p:tgtEl>
                                          <p:spTgt spid="114"/>
                                        </p:tgtEl>
                                        <p:attrNameLst>
                                          <p:attrName>style.visibility</p:attrName>
                                        </p:attrNameLst>
                                      </p:cBhvr>
                                      <p:to>
                                        <p:strVal val="visible"/>
                                      </p:to>
                                    </p:set>
                                    <p:animEffect transition="in" filter="wipe(left)">
                                      <p:cBhvr>
                                        <p:cTn id="7" dur="1000"/>
                                        <p:tgtEl>
                                          <p:spTgt spid="114"/>
                                        </p:tgtEl>
                                      </p:cBhvr>
                                    </p:animEffect>
                                  </p:childTnLst>
                                </p:cTn>
                              </p:par>
                            </p:childTnLst>
                          </p:cTn>
                        </p:par>
                      </p:childTnLst>
                    </p:cTn>
                  </p:par>
                  <p:par>
                    <p:cTn id="8" fill="hold">
                      <p:stCondLst>
                        <p:cond delay="indefinite"/>
                      </p:stCondLst>
                      <p:childTnLst>
                        <p:par>
                          <p:cTn id="9" fill="hold">
                            <p:stCondLst>
                              <p:cond delay="0"/>
                            </p:stCondLst>
                            <p:childTnLst>
                              <p:par>
                                <p:cTn id="10" presetID="1" presetClass="entr" presetSubtype="0" fill="hold" grpId="0" nodeType="clickEffect">
                                  <p:stCondLst>
                                    <p:cond delay="0"/>
                                  </p:stCondLst>
                                  <p:childTnLst>
                                    <p:set>
                                      <p:cBhvr>
                                        <p:cTn id="11" dur="1" fill="hold">
                                          <p:stCondLst>
                                            <p:cond delay="0"/>
                                          </p:stCondLst>
                                        </p:cTn>
                                        <p:tgtEl>
                                          <p:spTgt spid="87"/>
                                        </p:tgtEl>
                                        <p:attrNameLst>
                                          <p:attrName>style.visibility</p:attrName>
                                        </p:attrNameLst>
                                      </p:cBhvr>
                                      <p:to>
                                        <p:strVal val="visible"/>
                                      </p:to>
                                    </p:set>
                                  </p:childTnLst>
                                </p:cTn>
                              </p:par>
                            </p:childTnLst>
                          </p:cTn>
                        </p:par>
                        <p:par>
                          <p:cTn id="12" fill="hold">
                            <p:stCondLst>
                              <p:cond delay="0"/>
                            </p:stCondLst>
                            <p:childTnLst>
                              <p:par>
                                <p:cTn id="13" presetID="42" presetClass="path" presetSubtype="0" accel="50000" decel="50000" fill="hold" grpId="1" nodeType="afterEffect">
                                  <p:stCondLst>
                                    <p:cond delay="0"/>
                                  </p:stCondLst>
                                  <p:childTnLst>
                                    <p:animMotion origin="layout" path="M -2.08333E-7 1.85185E-6 L 0.16823 -0.00185 " pathEditMode="relative" rAng="0" ptsTypes="AA">
                                      <p:cBhvr>
                                        <p:cTn id="14" dur="2000" fill="hold"/>
                                        <p:tgtEl>
                                          <p:spTgt spid="87"/>
                                        </p:tgtEl>
                                        <p:attrNameLst>
                                          <p:attrName>ppt_x</p:attrName>
                                          <p:attrName>ppt_y</p:attrName>
                                        </p:attrNameLst>
                                      </p:cBhvr>
                                      <p:rCtr x="8411" y="-93"/>
                                    </p:animMotion>
                                  </p:childTnLst>
                                </p:cTn>
                              </p:par>
                            </p:childTnLst>
                          </p:cTn>
                        </p:par>
                        <p:par>
                          <p:cTn id="15" fill="hold">
                            <p:stCondLst>
                              <p:cond delay="2000"/>
                            </p:stCondLst>
                            <p:childTnLst>
                              <p:par>
                                <p:cTn id="16" presetID="1" presetClass="exit" presetSubtype="0" fill="hold" grpId="2" nodeType="afterEffect">
                                  <p:stCondLst>
                                    <p:cond delay="0"/>
                                  </p:stCondLst>
                                  <p:childTnLst>
                                    <p:set>
                                      <p:cBhvr>
                                        <p:cTn id="17" dur="1" fill="hold">
                                          <p:stCondLst>
                                            <p:cond delay="0"/>
                                          </p:stCondLst>
                                        </p:cTn>
                                        <p:tgtEl>
                                          <p:spTgt spid="87"/>
                                        </p:tgtEl>
                                        <p:attrNameLst>
                                          <p:attrName>style.visibility</p:attrName>
                                        </p:attrNameLst>
                                      </p:cBhvr>
                                      <p:to>
                                        <p:strVal val="hidden"/>
                                      </p:to>
                                    </p:set>
                                  </p:childTnLst>
                                </p:cTn>
                              </p:par>
                            </p:childTnLst>
                          </p:cTn>
                        </p:par>
                      </p:childTnLst>
                    </p:cTn>
                  </p:par>
                  <p:par>
                    <p:cTn id="18" fill="hold">
                      <p:stCondLst>
                        <p:cond delay="indefinite"/>
                      </p:stCondLst>
                      <p:childTnLst>
                        <p:par>
                          <p:cTn id="19" fill="hold">
                            <p:stCondLst>
                              <p:cond delay="0"/>
                            </p:stCondLst>
                            <p:childTnLst>
                              <p:par>
                                <p:cTn id="20" presetID="12" presetClass="entr" presetSubtype="1" fill="hold" grpId="0" nodeType="clickEffect">
                                  <p:stCondLst>
                                    <p:cond delay="0"/>
                                  </p:stCondLst>
                                  <p:childTnLst>
                                    <p:set>
                                      <p:cBhvr>
                                        <p:cTn id="21" dur="1" fill="hold">
                                          <p:stCondLst>
                                            <p:cond delay="0"/>
                                          </p:stCondLst>
                                        </p:cTn>
                                        <p:tgtEl>
                                          <p:spTgt spid="86"/>
                                        </p:tgtEl>
                                        <p:attrNameLst>
                                          <p:attrName>style.visibility</p:attrName>
                                        </p:attrNameLst>
                                      </p:cBhvr>
                                      <p:to>
                                        <p:strVal val="visible"/>
                                      </p:to>
                                    </p:set>
                                    <p:anim calcmode="lin" valueType="num">
                                      <p:cBhvr additive="base">
                                        <p:cTn id="22" dur="500"/>
                                        <p:tgtEl>
                                          <p:spTgt spid="86"/>
                                        </p:tgtEl>
                                        <p:attrNameLst>
                                          <p:attrName>ppt_y</p:attrName>
                                        </p:attrNameLst>
                                      </p:cBhvr>
                                      <p:tavLst>
                                        <p:tav tm="0">
                                          <p:val>
                                            <p:strVal val="#ppt_y-#ppt_h*1.125000"/>
                                          </p:val>
                                        </p:tav>
                                        <p:tav tm="100000">
                                          <p:val>
                                            <p:strVal val="#ppt_y"/>
                                          </p:val>
                                        </p:tav>
                                      </p:tavLst>
                                    </p:anim>
                                    <p:animEffect transition="in" filter="wipe(down)">
                                      <p:cBhvr>
                                        <p:cTn id="23" dur="500"/>
                                        <p:tgtEl>
                                          <p:spTgt spid="86"/>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86" grpId="0"/>
      <p:bldP spid="87" grpId="0" animBg="1"/>
      <p:bldP spid="87" grpId="1" animBg="1"/>
      <p:bldP spid="87" grpId="2" animBg="1"/>
    </p:bldLst>
  </p:timing>
</p:sld>
</file>

<file path=ppt/slides/slide7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4" name="组合 3">
            <a:extLst>
              <a:ext uri="{FF2B5EF4-FFF2-40B4-BE49-F238E27FC236}">
                <a16:creationId xmlns:a16="http://schemas.microsoft.com/office/drawing/2014/main" id="{9A1EA9F2-FCB6-48C3-935F-7AE7E3AD14AC}"/>
              </a:ext>
            </a:extLst>
          </p:cNvPr>
          <p:cNvGrpSpPr/>
          <p:nvPr/>
        </p:nvGrpSpPr>
        <p:grpSpPr>
          <a:xfrm>
            <a:off x="304800" y="749300"/>
            <a:ext cx="6192343" cy="400110"/>
            <a:chOff x="424117" y="898245"/>
            <a:chExt cx="6192343" cy="400110"/>
          </a:xfrm>
        </p:grpSpPr>
        <p:sp>
          <p:nvSpPr>
            <p:cNvPr id="2" name="平行四边形 1">
              <a:extLst>
                <a:ext uri="{FF2B5EF4-FFF2-40B4-BE49-F238E27FC236}">
                  <a16:creationId xmlns:a16="http://schemas.microsoft.com/office/drawing/2014/main" id="{1F5BAA3F-9845-4F89-A2DD-8222D3E4EDAC}"/>
                </a:ext>
              </a:extLst>
            </p:cNvPr>
            <p:cNvSpPr/>
            <p:nvPr/>
          </p:nvSpPr>
          <p:spPr>
            <a:xfrm>
              <a:off x="424117" y="898245"/>
              <a:ext cx="711200" cy="387090"/>
            </a:xfrm>
            <a:prstGeom prst="parallelogram">
              <a:avLst/>
            </a:prstGeom>
            <a:solidFill>
              <a:schemeClr val="accent3">
                <a:lumMod val="75000"/>
              </a:schemeClr>
            </a:solidFill>
            <a:ln>
              <a:solidFill>
                <a:schemeClr val="accent3">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CN" sz="2200" dirty="0">
                  <a:latin typeface="Impact" panose="020B0806030902050204" pitchFamily="34" charset="0"/>
                </a:rPr>
                <a:t>02</a:t>
              </a:r>
              <a:endParaRPr lang="zh-CN" altLang="en-US" sz="2200" dirty="0">
                <a:latin typeface="Impact" panose="020B0806030902050204" pitchFamily="34" charset="0"/>
              </a:endParaRPr>
            </a:p>
          </p:txBody>
        </p:sp>
        <p:sp>
          <p:nvSpPr>
            <p:cNvPr id="3" name="文本框 2">
              <a:extLst>
                <a:ext uri="{FF2B5EF4-FFF2-40B4-BE49-F238E27FC236}">
                  <a16:creationId xmlns:a16="http://schemas.microsoft.com/office/drawing/2014/main" id="{4D6BD736-A4D3-4F26-AFED-36E11F50F70B}"/>
                </a:ext>
              </a:extLst>
            </p:cNvPr>
            <p:cNvSpPr txBox="1"/>
            <p:nvPr/>
          </p:nvSpPr>
          <p:spPr>
            <a:xfrm>
              <a:off x="1204755" y="898245"/>
              <a:ext cx="5411705" cy="400110"/>
            </a:xfrm>
            <a:prstGeom prst="rect">
              <a:avLst/>
            </a:prstGeom>
            <a:noFill/>
          </p:spPr>
          <p:txBody>
            <a:bodyPr wrap="square" rtlCol="0">
              <a:spAutoFit/>
            </a:bodyPr>
            <a:lstStyle/>
            <a:p>
              <a:r>
                <a:rPr lang="zh-CN" altLang="en-US" sz="2000" b="1" dirty="0"/>
                <a:t>奇偶校验</a:t>
              </a:r>
            </a:p>
          </p:txBody>
        </p:sp>
      </p:grpSp>
      <p:sp>
        <p:nvSpPr>
          <p:cNvPr id="5" name="矩形 4">
            <a:extLst>
              <a:ext uri="{FF2B5EF4-FFF2-40B4-BE49-F238E27FC236}">
                <a16:creationId xmlns:a16="http://schemas.microsoft.com/office/drawing/2014/main" id="{971D0C99-431C-4101-8C2B-F72D87047F3E}"/>
              </a:ext>
            </a:extLst>
          </p:cNvPr>
          <p:cNvSpPr/>
          <p:nvPr/>
        </p:nvSpPr>
        <p:spPr>
          <a:xfrm>
            <a:off x="1016000" y="1297642"/>
            <a:ext cx="256976" cy="256976"/>
          </a:xfrm>
          <a:prstGeom prst="rect">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6" name="íşlïḍè">
            <a:extLst>
              <a:ext uri="{FF2B5EF4-FFF2-40B4-BE49-F238E27FC236}">
                <a16:creationId xmlns:a16="http://schemas.microsoft.com/office/drawing/2014/main" id="{1839D133-07C9-44AB-879F-5F3648994379}"/>
              </a:ext>
            </a:extLst>
          </p:cNvPr>
          <p:cNvSpPr txBox="1"/>
          <p:nvPr/>
        </p:nvSpPr>
        <p:spPr>
          <a:xfrm>
            <a:off x="1333227" y="1297641"/>
            <a:ext cx="10475031" cy="256977"/>
          </a:xfrm>
          <a:prstGeom prst="rect">
            <a:avLst/>
          </a:prstGeom>
          <a:noFill/>
        </p:spPr>
        <p:txBody>
          <a:bodyPr wrap="square" lIns="91440" tIns="45720" rIns="91440" bIns="45720" anchor="ctr">
            <a:noAutofit/>
          </a:bodyPr>
          <a:lstStyle/>
          <a:p>
            <a:r>
              <a:rPr lang="zh-CN" altLang="en-US" b="1" dirty="0"/>
              <a:t>奇校验是在待发送的数据后面</a:t>
            </a:r>
            <a:r>
              <a:rPr lang="zh-CN" altLang="en-US" b="1" dirty="0">
                <a:solidFill>
                  <a:schemeClr val="accent1">
                    <a:lumMod val="75000"/>
                  </a:schemeClr>
                </a:solidFill>
              </a:rPr>
              <a:t>添加</a:t>
            </a:r>
            <a:r>
              <a:rPr lang="en-US" altLang="zh-CN" b="1" dirty="0">
                <a:solidFill>
                  <a:schemeClr val="accent1">
                    <a:lumMod val="75000"/>
                  </a:schemeClr>
                </a:solidFill>
              </a:rPr>
              <a:t>1</a:t>
            </a:r>
            <a:r>
              <a:rPr lang="zh-CN" altLang="en-US" b="1" dirty="0">
                <a:solidFill>
                  <a:schemeClr val="accent1">
                    <a:lumMod val="75000"/>
                  </a:schemeClr>
                </a:solidFill>
              </a:rPr>
              <a:t>个校验位</a:t>
            </a:r>
            <a:r>
              <a:rPr lang="zh-CN" altLang="en-US" b="1" dirty="0"/>
              <a:t>，使得添加该校验位后的整个数据中</a:t>
            </a:r>
            <a:r>
              <a:rPr lang="zh-CN" altLang="en-US" b="1" dirty="0">
                <a:solidFill>
                  <a:schemeClr val="accent1">
                    <a:lumMod val="75000"/>
                  </a:schemeClr>
                </a:solidFill>
              </a:rPr>
              <a:t>比特</a:t>
            </a:r>
            <a:r>
              <a:rPr lang="en-US" altLang="zh-CN" b="1" dirty="0">
                <a:solidFill>
                  <a:schemeClr val="accent1">
                    <a:lumMod val="75000"/>
                  </a:schemeClr>
                </a:solidFill>
              </a:rPr>
              <a:t>1</a:t>
            </a:r>
            <a:r>
              <a:rPr lang="zh-CN" altLang="en-US" b="1" dirty="0">
                <a:solidFill>
                  <a:schemeClr val="accent1">
                    <a:lumMod val="75000"/>
                  </a:schemeClr>
                </a:solidFill>
              </a:rPr>
              <a:t>的个数</a:t>
            </a:r>
            <a:r>
              <a:rPr lang="zh-CN" altLang="en-US" b="1" dirty="0"/>
              <a:t>为</a:t>
            </a:r>
            <a:r>
              <a:rPr lang="zh-CN" altLang="en-US" b="1" dirty="0">
                <a:solidFill>
                  <a:schemeClr val="accent1">
                    <a:lumMod val="75000"/>
                  </a:schemeClr>
                </a:solidFill>
              </a:rPr>
              <a:t>奇数</a:t>
            </a:r>
            <a:r>
              <a:rPr lang="zh-CN" altLang="en-US" b="1" dirty="0"/>
              <a:t>。</a:t>
            </a:r>
            <a:endParaRPr lang="en-US" altLang="zh-CN" b="1" dirty="0"/>
          </a:p>
        </p:txBody>
      </p:sp>
      <p:sp>
        <p:nvSpPr>
          <p:cNvPr id="7" name="矩形 6">
            <a:extLst>
              <a:ext uri="{FF2B5EF4-FFF2-40B4-BE49-F238E27FC236}">
                <a16:creationId xmlns:a16="http://schemas.microsoft.com/office/drawing/2014/main" id="{D4EA06D0-9D69-44E0-B618-0744E5734DE0}"/>
              </a:ext>
            </a:extLst>
          </p:cNvPr>
          <p:cNvSpPr/>
          <p:nvPr/>
        </p:nvSpPr>
        <p:spPr>
          <a:xfrm>
            <a:off x="1016000" y="1715871"/>
            <a:ext cx="256976" cy="256976"/>
          </a:xfrm>
          <a:prstGeom prst="rect">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8" name="íşlïḍè">
            <a:extLst>
              <a:ext uri="{FF2B5EF4-FFF2-40B4-BE49-F238E27FC236}">
                <a16:creationId xmlns:a16="http://schemas.microsoft.com/office/drawing/2014/main" id="{44494268-1883-4E3C-B842-B7B6E998938E}"/>
              </a:ext>
            </a:extLst>
          </p:cNvPr>
          <p:cNvSpPr txBox="1"/>
          <p:nvPr/>
        </p:nvSpPr>
        <p:spPr>
          <a:xfrm>
            <a:off x="1333227" y="1715870"/>
            <a:ext cx="10475031" cy="256977"/>
          </a:xfrm>
          <a:prstGeom prst="rect">
            <a:avLst/>
          </a:prstGeom>
          <a:noFill/>
        </p:spPr>
        <p:txBody>
          <a:bodyPr wrap="square" lIns="91440" tIns="45720" rIns="91440" bIns="45720" anchor="ctr">
            <a:noAutofit/>
          </a:bodyPr>
          <a:lstStyle/>
          <a:p>
            <a:r>
              <a:rPr lang="zh-CN" altLang="en-US" b="1" dirty="0"/>
              <a:t>偶校验是在待发送的数据后面</a:t>
            </a:r>
            <a:r>
              <a:rPr lang="zh-CN" altLang="en-US" b="1" dirty="0">
                <a:solidFill>
                  <a:schemeClr val="accent1">
                    <a:lumMod val="75000"/>
                  </a:schemeClr>
                </a:solidFill>
              </a:rPr>
              <a:t>添加</a:t>
            </a:r>
            <a:r>
              <a:rPr lang="en-US" altLang="zh-CN" b="1" dirty="0">
                <a:solidFill>
                  <a:schemeClr val="accent1">
                    <a:lumMod val="75000"/>
                  </a:schemeClr>
                </a:solidFill>
              </a:rPr>
              <a:t>1</a:t>
            </a:r>
            <a:r>
              <a:rPr lang="zh-CN" altLang="en-US" b="1" dirty="0">
                <a:solidFill>
                  <a:schemeClr val="accent1">
                    <a:lumMod val="75000"/>
                  </a:schemeClr>
                </a:solidFill>
              </a:rPr>
              <a:t>个校验位</a:t>
            </a:r>
            <a:r>
              <a:rPr lang="zh-CN" altLang="en-US" b="1" dirty="0"/>
              <a:t>，使得添加该校验位后的整个数据中</a:t>
            </a:r>
            <a:r>
              <a:rPr lang="zh-CN" altLang="en-US" b="1" dirty="0">
                <a:solidFill>
                  <a:schemeClr val="accent1">
                    <a:lumMod val="75000"/>
                  </a:schemeClr>
                </a:solidFill>
              </a:rPr>
              <a:t>比特</a:t>
            </a:r>
            <a:r>
              <a:rPr lang="en-US" altLang="zh-CN" b="1" dirty="0">
                <a:solidFill>
                  <a:schemeClr val="accent1">
                    <a:lumMod val="75000"/>
                  </a:schemeClr>
                </a:solidFill>
              </a:rPr>
              <a:t>1</a:t>
            </a:r>
            <a:r>
              <a:rPr lang="zh-CN" altLang="en-US" b="1" dirty="0">
                <a:solidFill>
                  <a:schemeClr val="accent1">
                    <a:lumMod val="75000"/>
                  </a:schemeClr>
                </a:solidFill>
              </a:rPr>
              <a:t>的个数</a:t>
            </a:r>
            <a:r>
              <a:rPr lang="zh-CN" altLang="en-US" b="1" dirty="0"/>
              <a:t>为</a:t>
            </a:r>
            <a:r>
              <a:rPr lang="zh-CN" altLang="en-US" b="1" dirty="0">
                <a:solidFill>
                  <a:schemeClr val="accent1">
                    <a:lumMod val="75000"/>
                  </a:schemeClr>
                </a:solidFill>
              </a:rPr>
              <a:t>偶数</a:t>
            </a:r>
            <a:r>
              <a:rPr lang="zh-CN" altLang="en-US" b="1" dirty="0"/>
              <a:t>。</a:t>
            </a:r>
            <a:endParaRPr lang="en-US" altLang="zh-CN" b="1" dirty="0"/>
          </a:p>
        </p:txBody>
      </p:sp>
      <p:grpSp>
        <p:nvGrpSpPr>
          <p:cNvPr id="39" name="组合 38">
            <a:extLst>
              <a:ext uri="{FF2B5EF4-FFF2-40B4-BE49-F238E27FC236}">
                <a16:creationId xmlns:a16="http://schemas.microsoft.com/office/drawing/2014/main" id="{3DF54BC2-CF8F-4E83-A832-B5E29A9D6D2A}"/>
              </a:ext>
            </a:extLst>
          </p:cNvPr>
          <p:cNvGrpSpPr/>
          <p:nvPr/>
        </p:nvGrpSpPr>
        <p:grpSpPr>
          <a:xfrm>
            <a:off x="1536951" y="2103871"/>
            <a:ext cx="9131253" cy="641082"/>
            <a:chOff x="1178428" y="2118570"/>
            <a:chExt cx="9131253" cy="641082"/>
          </a:xfrm>
        </p:grpSpPr>
        <p:cxnSp>
          <p:nvCxnSpPr>
            <p:cNvPr id="10" name="直接连接符 9">
              <a:extLst>
                <a:ext uri="{FF2B5EF4-FFF2-40B4-BE49-F238E27FC236}">
                  <a16:creationId xmlns:a16="http://schemas.microsoft.com/office/drawing/2014/main" id="{5777D45A-2EFA-4218-A7B0-205A3E5F6A84}"/>
                </a:ext>
              </a:extLst>
            </p:cNvPr>
            <p:cNvCxnSpPr>
              <a:cxnSpLocks/>
            </p:cNvCxnSpPr>
            <p:nvPr/>
          </p:nvCxnSpPr>
          <p:spPr>
            <a:xfrm>
              <a:off x="1509835" y="2585975"/>
              <a:ext cx="8468439"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pic>
          <p:nvPicPr>
            <p:cNvPr id="11" name="图形 10">
              <a:extLst>
                <a:ext uri="{FF2B5EF4-FFF2-40B4-BE49-F238E27FC236}">
                  <a16:creationId xmlns:a16="http://schemas.microsoft.com/office/drawing/2014/main" id="{9C763F9A-7C51-42E2-BD80-23E0BB34B7D7}"/>
                </a:ext>
              </a:extLst>
            </p:cNvPr>
            <p:cNvPicPr>
              <a:picLocks noChangeAspect="1"/>
            </p:cNvPicPr>
            <p:nvPr/>
          </p:nvPicPr>
          <p:blipFill>
            <a:blip r:embed="rId3">
              <a:extLst>
                <a:ext uri="{28A0092B-C50C-407E-A947-70E740481C1C}">
                  <a14:useLocalDpi xmlns:a14="http://schemas.microsoft.com/office/drawing/2010/main" val="0"/>
                </a:ext>
                <a:ext uri="{96DAC541-7B7A-43D3-8B79-37D633B846F1}">
                  <asvg:svgBlip xmlns:asvg="http://schemas.microsoft.com/office/drawing/2016/SVG/main" r:embed="rId4"/>
                </a:ext>
              </a:extLst>
            </a:blip>
            <a:stretch>
              <a:fillRect/>
            </a:stretch>
          </p:blipFill>
          <p:spPr>
            <a:xfrm>
              <a:off x="1178428" y="2118570"/>
              <a:ext cx="662814" cy="641082"/>
            </a:xfrm>
            <a:prstGeom prst="rect">
              <a:avLst/>
            </a:prstGeom>
          </p:spPr>
        </p:pic>
        <p:pic>
          <p:nvPicPr>
            <p:cNvPr id="12" name="图形 11">
              <a:extLst>
                <a:ext uri="{FF2B5EF4-FFF2-40B4-BE49-F238E27FC236}">
                  <a16:creationId xmlns:a16="http://schemas.microsoft.com/office/drawing/2014/main" id="{F2585B3D-C730-4C53-95DA-9CD886C34B82}"/>
                </a:ext>
              </a:extLst>
            </p:cNvPr>
            <p:cNvPicPr>
              <a:picLocks noChangeAspect="1"/>
            </p:cNvPicPr>
            <p:nvPr/>
          </p:nvPicPr>
          <p:blipFill>
            <a:blip r:embed="rId3">
              <a:extLst>
                <a:ext uri="{28A0092B-C50C-407E-A947-70E740481C1C}">
                  <a14:useLocalDpi xmlns:a14="http://schemas.microsoft.com/office/drawing/2010/main" val="0"/>
                </a:ext>
                <a:ext uri="{96DAC541-7B7A-43D3-8B79-37D633B846F1}">
                  <asvg:svgBlip xmlns:asvg="http://schemas.microsoft.com/office/drawing/2016/SVG/main" r:embed="rId4"/>
                </a:ext>
              </a:extLst>
            </a:blip>
            <a:stretch>
              <a:fillRect/>
            </a:stretch>
          </p:blipFill>
          <p:spPr>
            <a:xfrm>
              <a:off x="9646867" y="2118570"/>
              <a:ext cx="662814" cy="641082"/>
            </a:xfrm>
            <a:prstGeom prst="rect">
              <a:avLst/>
            </a:prstGeom>
          </p:spPr>
        </p:pic>
      </p:grpSp>
      <p:grpSp>
        <p:nvGrpSpPr>
          <p:cNvPr id="9" name="组合 8">
            <a:extLst>
              <a:ext uri="{FF2B5EF4-FFF2-40B4-BE49-F238E27FC236}">
                <a16:creationId xmlns:a16="http://schemas.microsoft.com/office/drawing/2014/main" id="{184D7948-D5B6-4F02-8B72-5393FE34D234}"/>
              </a:ext>
            </a:extLst>
          </p:cNvPr>
          <p:cNvGrpSpPr/>
          <p:nvPr/>
        </p:nvGrpSpPr>
        <p:grpSpPr>
          <a:xfrm>
            <a:off x="619595" y="2880310"/>
            <a:ext cx="10965964" cy="3307703"/>
            <a:chOff x="619595" y="2880310"/>
            <a:chExt cx="10965964" cy="3307703"/>
          </a:xfrm>
        </p:grpSpPr>
        <p:sp>
          <p:nvSpPr>
            <p:cNvPr id="86" name="íşlïḍè">
              <a:extLst>
                <a:ext uri="{FF2B5EF4-FFF2-40B4-BE49-F238E27FC236}">
                  <a16:creationId xmlns:a16="http://schemas.microsoft.com/office/drawing/2014/main" id="{DED6A552-DFCC-4D46-A87B-30B2F4721F64}"/>
                </a:ext>
              </a:extLst>
            </p:cNvPr>
            <p:cNvSpPr txBox="1"/>
            <p:nvPr/>
          </p:nvSpPr>
          <p:spPr>
            <a:xfrm>
              <a:off x="3955914" y="5708313"/>
              <a:ext cx="4287539" cy="256977"/>
            </a:xfrm>
            <a:prstGeom prst="rect">
              <a:avLst/>
            </a:prstGeom>
            <a:noFill/>
          </p:spPr>
          <p:txBody>
            <a:bodyPr wrap="square" lIns="91440" tIns="45720" rIns="91440" bIns="45720" anchor="ctr">
              <a:noAutofit/>
            </a:bodyPr>
            <a:lstStyle/>
            <a:p>
              <a:r>
                <a:rPr lang="zh-CN" altLang="en-US" b="1" dirty="0">
                  <a:solidFill>
                    <a:schemeClr val="accent1"/>
                  </a:solidFill>
                </a:rPr>
                <a:t>“</a:t>
              </a:r>
              <a:r>
                <a:rPr lang="en-US" altLang="zh-CN" b="1" dirty="0">
                  <a:solidFill>
                    <a:schemeClr val="accent1"/>
                  </a:solidFill>
                </a:rPr>
                <a:t>1</a:t>
              </a:r>
              <a:r>
                <a:rPr lang="zh-CN" altLang="en-US" b="1" dirty="0">
                  <a:solidFill>
                    <a:schemeClr val="accent1"/>
                  </a:solidFill>
                </a:rPr>
                <a:t>”数量的偶性不改变，不能检出错误。</a:t>
              </a:r>
              <a:endParaRPr lang="en-US" altLang="zh-CN" b="1" dirty="0">
                <a:solidFill>
                  <a:schemeClr val="accent1"/>
                </a:solidFill>
              </a:endParaRPr>
            </a:p>
          </p:txBody>
        </p:sp>
        <p:grpSp>
          <p:nvGrpSpPr>
            <p:cNvPr id="42" name="组合 41">
              <a:extLst>
                <a:ext uri="{FF2B5EF4-FFF2-40B4-BE49-F238E27FC236}">
                  <a16:creationId xmlns:a16="http://schemas.microsoft.com/office/drawing/2014/main" id="{3ADC7415-9363-4C02-8707-90F25A65D876}"/>
                </a:ext>
              </a:extLst>
            </p:cNvPr>
            <p:cNvGrpSpPr/>
            <p:nvPr/>
          </p:nvGrpSpPr>
          <p:grpSpPr>
            <a:xfrm>
              <a:off x="1354732" y="2880310"/>
              <a:ext cx="9502855" cy="256977"/>
              <a:chOff x="1354732" y="3302872"/>
              <a:chExt cx="9502855" cy="256977"/>
            </a:xfrm>
          </p:grpSpPr>
          <p:sp>
            <p:nvSpPr>
              <p:cNvPr id="40" name="íşlïḍè">
                <a:extLst>
                  <a:ext uri="{FF2B5EF4-FFF2-40B4-BE49-F238E27FC236}">
                    <a16:creationId xmlns:a16="http://schemas.microsoft.com/office/drawing/2014/main" id="{208F611B-54CB-481A-B14E-622F008CE443}"/>
                  </a:ext>
                </a:extLst>
              </p:cNvPr>
              <p:cNvSpPr txBox="1"/>
              <p:nvPr/>
            </p:nvSpPr>
            <p:spPr>
              <a:xfrm>
                <a:off x="1354732" y="3302872"/>
                <a:ext cx="1041581" cy="256977"/>
              </a:xfrm>
              <a:prstGeom prst="rect">
                <a:avLst/>
              </a:prstGeom>
              <a:noFill/>
            </p:spPr>
            <p:txBody>
              <a:bodyPr wrap="square" lIns="91440" tIns="45720" rIns="91440" bIns="45720" anchor="ctr">
                <a:noAutofit/>
              </a:bodyPr>
              <a:lstStyle/>
              <a:p>
                <a:pPr algn="ctr"/>
                <a:r>
                  <a:rPr lang="zh-CN" altLang="en-US" b="1" dirty="0"/>
                  <a:t>偶校验</a:t>
                </a:r>
                <a:endParaRPr lang="en-US" altLang="zh-CN" b="1" dirty="0"/>
              </a:p>
            </p:txBody>
          </p:sp>
          <p:sp>
            <p:nvSpPr>
              <p:cNvPr id="41" name="íşlïḍè">
                <a:extLst>
                  <a:ext uri="{FF2B5EF4-FFF2-40B4-BE49-F238E27FC236}">
                    <a16:creationId xmlns:a16="http://schemas.microsoft.com/office/drawing/2014/main" id="{5AC98E50-A602-4681-9A4F-AD54202C61CD}"/>
                  </a:ext>
                </a:extLst>
              </p:cNvPr>
              <p:cNvSpPr txBox="1"/>
              <p:nvPr/>
            </p:nvSpPr>
            <p:spPr>
              <a:xfrm>
                <a:off x="9816006" y="3302872"/>
                <a:ext cx="1041581" cy="256977"/>
              </a:xfrm>
              <a:prstGeom prst="rect">
                <a:avLst/>
              </a:prstGeom>
              <a:noFill/>
            </p:spPr>
            <p:txBody>
              <a:bodyPr wrap="square" lIns="91440" tIns="45720" rIns="91440" bIns="45720" anchor="ctr">
                <a:noAutofit/>
              </a:bodyPr>
              <a:lstStyle/>
              <a:p>
                <a:pPr algn="ctr"/>
                <a:r>
                  <a:rPr lang="zh-CN" altLang="en-US" b="1" dirty="0"/>
                  <a:t>偶校验</a:t>
                </a:r>
                <a:endParaRPr lang="en-US" altLang="zh-CN" b="1" dirty="0"/>
              </a:p>
            </p:txBody>
          </p:sp>
        </p:grpSp>
        <p:grpSp>
          <p:nvGrpSpPr>
            <p:cNvPr id="37" name="组合 36">
              <a:extLst>
                <a:ext uri="{FF2B5EF4-FFF2-40B4-BE49-F238E27FC236}">
                  <a16:creationId xmlns:a16="http://schemas.microsoft.com/office/drawing/2014/main" id="{D69925A9-C859-4347-A05F-CDC4687E3491}"/>
                </a:ext>
              </a:extLst>
            </p:cNvPr>
            <p:cNvGrpSpPr/>
            <p:nvPr/>
          </p:nvGrpSpPr>
          <p:grpSpPr>
            <a:xfrm>
              <a:off x="930630" y="3728030"/>
              <a:ext cx="2047585" cy="210508"/>
              <a:chOff x="2681867" y="4134493"/>
              <a:chExt cx="2047585" cy="210508"/>
            </a:xfrm>
          </p:grpSpPr>
          <p:sp>
            <p:nvSpPr>
              <p:cNvPr id="17" name="六边形 16">
                <a:extLst>
                  <a:ext uri="{FF2B5EF4-FFF2-40B4-BE49-F238E27FC236}">
                    <a16:creationId xmlns:a16="http://schemas.microsoft.com/office/drawing/2014/main" id="{72D03B14-955E-4F48-84FA-24E3CD91B887}"/>
                  </a:ext>
                </a:extLst>
              </p:cNvPr>
              <p:cNvSpPr/>
              <p:nvPr/>
            </p:nvSpPr>
            <p:spPr>
              <a:xfrm>
                <a:off x="2681867" y="4134493"/>
                <a:ext cx="335500" cy="210508"/>
              </a:xfrm>
              <a:prstGeom prst="hexagon">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CN" b="1" dirty="0">
                    <a:solidFill>
                      <a:schemeClr val="tx1"/>
                    </a:solidFill>
                  </a:rPr>
                  <a:t>1</a:t>
                </a:r>
                <a:endParaRPr lang="zh-CN" altLang="en-US" b="1" dirty="0">
                  <a:solidFill>
                    <a:schemeClr val="tx1"/>
                  </a:solidFill>
                </a:endParaRPr>
              </a:p>
            </p:txBody>
          </p:sp>
          <p:sp>
            <p:nvSpPr>
              <p:cNvPr id="18" name="六边形 17">
                <a:extLst>
                  <a:ext uri="{FF2B5EF4-FFF2-40B4-BE49-F238E27FC236}">
                    <a16:creationId xmlns:a16="http://schemas.microsoft.com/office/drawing/2014/main" id="{746A2A15-655F-4663-98BD-DC56FED2B69A}"/>
                  </a:ext>
                </a:extLst>
              </p:cNvPr>
              <p:cNvSpPr/>
              <p:nvPr/>
            </p:nvSpPr>
            <p:spPr>
              <a:xfrm>
                <a:off x="3024284" y="4134493"/>
                <a:ext cx="335500" cy="210508"/>
              </a:xfrm>
              <a:prstGeom prst="hexagon">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CN" b="1" dirty="0">
                    <a:solidFill>
                      <a:schemeClr val="tx1"/>
                    </a:solidFill>
                  </a:rPr>
                  <a:t>0</a:t>
                </a:r>
                <a:endParaRPr lang="zh-CN" altLang="en-US" b="1" dirty="0">
                  <a:solidFill>
                    <a:schemeClr val="tx1"/>
                  </a:solidFill>
                </a:endParaRPr>
              </a:p>
            </p:txBody>
          </p:sp>
          <p:sp>
            <p:nvSpPr>
              <p:cNvPr id="19" name="六边形 18">
                <a:extLst>
                  <a:ext uri="{FF2B5EF4-FFF2-40B4-BE49-F238E27FC236}">
                    <a16:creationId xmlns:a16="http://schemas.microsoft.com/office/drawing/2014/main" id="{388124B0-C89C-44D3-A52E-2F1CA27A7738}"/>
                  </a:ext>
                </a:extLst>
              </p:cNvPr>
              <p:cNvSpPr/>
              <p:nvPr/>
            </p:nvSpPr>
            <p:spPr>
              <a:xfrm>
                <a:off x="3366701" y="4134493"/>
                <a:ext cx="335500" cy="210508"/>
              </a:xfrm>
              <a:prstGeom prst="hexagon">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CN" b="1" dirty="0">
                    <a:solidFill>
                      <a:schemeClr val="tx1"/>
                    </a:solidFill>
                  </a:rPr>
                  <a:t>1</a:t>
                </a:r>
                <a:endParaRPr lang="zh-CN" altLang="en-US" b="1" dirty="0">
                  <a:solidFill>
                    <a:schemeClr val="tx1"/>
                  </a:solidFill>
                </a:endParaRPr>
              </a:p>
            </p:txBody>
          </p:sp>
          <p:sp>
            <p:nvSpPr>
              <p:cNvPr id="20" name="六边形 19">
                <a:extLst>
                  <a:ext uri="{FF2B5EF4-FFF2-40B4-BE49-F238E27FC236}">
                    <a16:creationId xmlns:a16="http://schemas.microsoft.com/office/drawing/2014/main" id="{D1917311-3FF1-4F80-BBA0-CF43ABF07320}"/>
                  </a:ext>
                </a:extLst>
              </p:cNvPr>
              <p:cNvSpPr/>
              <p:nvPr/>
            </p:nvSpPr>
            <p:spPr>
              <a:xfrm>
                <a:off x="3709118" y="4134493"/>
                <a:ext cx="335500" cy="210508"/>
              </a:xfrm>
              <a:prstGeom prst="hexagon">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CN" b="1" dirty="0">
                    <a:solidFill>
                      <a:schemeClr val="tx1"/>
                    </a:solidFill>
                  </a:rPr>
                  <a:t>1</a:t>
                </a:r>
                <a:endParaRPr lang="zh-CN" altLang="en-US" b="1" dirty="0">
                  <a:solidFill>
                    <a:schemeClr val="tx1"/>
                  </a:solidFill>
                </a:endParaRPr>
              </a:p>
            </p:txBody>
          </p:sp>
          <p:sp>
            <p:nvSpPr>
              <p:cNvPr id="21" name="六边形 20">
                <a:extLst>
                  <a:ext uri="{FF2B5EF4-FFF2-40B4-BE49-F238E27FC236}">
                    <a16:creationId xmlns:a16="http://schemas.microsoft.com/office/drawing/2014/main" id="{C3D4F2AE-BE4C-42B0-A30F-EEF7848DD172}"/>
                  </a:ext>
                </a:extLst>
              </p:cNvPr>
              <p:cNvSpPr/>
              <p:nvPr/>
            </p:nvSpPr>
            <p:spPr>
              <a:xfrm>
                <a:off x="4051535" y="4134493"/>
                <a:ext cx="335500" cy="210508"/>
              </a:xfrm>
              <a:prstGeom prst="hexagon">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CN" b="1" dirty="0">
                    <a:solidFill>
                      <a:schemeClr val="tx1"/>
                    </a:solidFill>
                  </a:rPr>
                  <a:t>0</a:t>
                </a:r>
                <a:endParaRPr lang="zh-CN" altLang="en-US" b="1" dirty="0">
                  <a:solidFill>
                    <a:schemeClr val="tx1"/>
                  </a:solidFill>
                </a:endParaRPr>
              </a:p>
            </p:txBody>
          </p:sp>
          <p:sp>
            <p:nvSpPr>
              <p:cNvPr id="22" name="六边形 21">
                <a:extLst>
                  <a:ext uri="{FF2B5EF4-FFF2-40B4-BE49-F238E27FC236}">
                    <a16:creationId xmlns:a16="http://schemas.microsoft.com/office/drawing/2014/main" id="{0BC4B352-5A2D-4E88-93E3-EBCB5D153516}"/>
                  </a:ext>
                </a:extLst>
              </p:cNvPr>
              <p:cNvSpPr/>
              <p:nvPr/>
            </p:nvSpPr>
            <p:spPr>
              <a:xfrm>
                <a:off x="4393952" y="4134493"/>
                <a:ext cx="335500" cy="210508"/>
              </a:xfrm>
              <a:prstGeom prst="hexagon">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CN" b="1" dirty="0">
                    <a:solidFill>
                      <a:schemeClr val="tx1"/>
                    </a:solidFill>
                  </a:rPr>
                  <a:t>1</a:t>
                </a:r>
                <a:endParaRPr lang="zh-CN" altLang="en-US" b="1" dirty="0">
                  <a:solidFill>
                    <a:schemeClr val="tx1"/>
                  </a:solidFill>
                </a:endParaRPr>
              </a:p>
            </p:txBody>
          </p:sp>
        </p:grpSp>
        <p:sp>
          <p:nvSpPr>
            <p:cNvPr id="43" name="椭圆 42">
              <a:extLst>
                <a:ext uri="{FF2B5EF4-FFF2-40B4-BE49-F238E27FC236}">
                  <a16:creationId xmlns:a16="http://schemas.microsoft.com/office/drawing/2014/main" id="{8B288764-AFF1-4C08-B01D-66A1192081A7}"/>
                </a:ext>
              </a:extLst>
            </p:cNvPr>
            <p:cNvSpPr/>
            <p:nvPr/>
          </p:nvSpPr>
          <p:spPr>
            <a:xfrm>
              <a:off x="619595" y="3686421"/>
              <a:ext cx="293725" cy="293725"/>
            </a:xfrm>
            <a:prstGeom prst="ellipse">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CN" b="1" dirty="0">
                  <a:solidFill>
                    <a:schemeClr val="tx1"/>
                  </a:solidFill>
                </a:rPr>
                <a:t>0</a:t>
              </a:r>
              <a:endParaRPr lang="zh-CN" altLang="en-US" b="1" dirty="0">
                <a:solidFill>
                  <a:schemeClr val="tx1"/>
                </a:solidFill>
              </a:endParaRPr>
            </a:p>
          </p:txBody>
        </p:sp>
        <p:grpSp>
          <p:nvGrpSpPr>
            <p:cNvPr id="111" name="组合 110">
              <a:extLst>
                <a:ext uri="{FF2B5EF4-FFF2-40B4-BE49-F238E27FC236}">
                  <a16:creationId xmlns:a16="http://schemas.microsoft.com/office/drawing/2014/main" id="{DEFF1C39-6253-4516-B0E8-1B315442A670}"/>
                </a:ext>
              </a:extLst>
            </p:cNvPr>
            <p:cNvGrpSpPr/>
            <p:nvPr/>
          </p:nvGrpSpPr>
          <p:grpSpPr>
            <a:xfrm>
              <a:off x="2978215" y="3190842"/>
              <a:ext cx="8607344" cy="789304"/>
              <a:chOff x="2978215" y="3190842"/>
              <a:chExt cx="8607344" cy="789304"/>
            </a:xfrm>
          </p:grpSpPr>
          <p:grpSp>
            <p:nvGrpSpPr>
              <p:cNvPr id="52" name="组合 51">
                <a:extLst>
                  <a:ext uri="{FF2B5EF4-FFF2-40B4-BE49-F238E27FC236}">
                    <a16:creationId xmlns:a16="http://schemas.microsoft.com/office/drawing/2014/main" id="{E1897878-6EC9-42DB-B551-5E1295B88894}"/>
                  </a:ext>
                </a:extLst>
              </p:cNvPr>
              <p:cNvGrpSpPr/>
              <p:nvPr/>
            </p:nvGrpSpPr>
            <p:grpSpPr>
              <a:xfrm>
                <a:off x="9226939" y="3686421"/>
                <a:ext cx="2358620" cy="293725"/>
                <a:chOff x="2892150" y="5022586"/>
                <a:chExt cx="2358620" cy="293725"/>
              </a:xfrm>
            </p:grpSpPr>
            <p:grpSp>
              <p:nvGrpSpPr>
                <p:cNvPr id="44" name="组合 43">
                  <a:extLst>
                    <a:ext uri="{FF2B5EF4-FFF2-40B4-BE49-F238E27FC236}">
                      <a16:creationId xmlns:a16="http://schemas.microsoft.com/office/drawing/2014/main" id="{7A047028-715A-4402-8269-606C6A926C42}"/>
                    </a:ext>
                  </a:extLst>
                </p:cNvPr>
                <p:cNvGrpSpPr/>
                <p:nvPr/>
              </p:nvGrpSpPr>
              <p:grpSpPr>
                <a:xfrm>
                  <a:off x="3203185" y="5064195"/>
                  <a:ext cx="2047585" cy="210508"/>
                  <a:chOff x="2681867" y="4134493"/>
                  <a:chExt cx="2047585" cy="210508"/>
                </a:xfrm>
              </p:grpSpPr>
              <p:sp>
                <p:nvSpPr>
                  <p:cNvPr id="45" name="六边形 44">
                    <a:extLst>
                      <a:ext uri="{FF2B5EF4-FFF2-40B4-BE49-F238E27FC236}">
                        <a16:creationId xmlns:a16="http://schemas.microsoft.com/office/drawing/2014/main" id="{D8CD7CE4-1ACD-4898-A88D-E87E2666DBA9}"/>
                      </a:ext>
                    </a:extLst>
                  </p:cNvPr>
                  <p:cNvSpPr/>
                  <p:nvPr/>
                </p:nvSpPr>
                <p:spPr>
                  <a:xfrm>
                    <a:off x="2681867" y="4134493"/>
                    <a:ext cx="335500" cy="210508"/>
                  </a:xfrm>
                  <a:prstGeom prst="hexagon">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CN" b="1" dirty="0">
                        <a:solidFill>
                          <a:schemeClr val="tx1"/>
                        </a:solidFill>
                      </a:rPr>
                      <a:t>1</a:t>
                    </a:r>
                    <a:endParaRPr lang="zh-CN" altLang="en-US" b="1" dirty="0">
                      <a:solidFill>
                        <a:schemeClr val="tx1"/>
                      </a:solidFill>
                    </a:endParaRPr>
                  </a:p>
                </p:txBody>
              </p:sp>
              <p:sp>
                <p:nvSpPr>
                  <p:cNvPr id="46" name="六边形 45">
                    <a:extLst>
                      <a:ext uri="{FF2B5EF4-FFF2-40B4-BE49-F238E27FC236}">
                        <a16:creationId xmlns:a16="http://schemas.microsoft.com/office/drawing/2014/main" id="{19ADD155-F328-48DE-AD19-C239EC21725E}"/>
                      </a:ext>
                    </a:extLst>
                  </p:cNvPr>
                  <p:cNvSpPr/>
                  <p:nvPr/>
                </p:nvSpPr>
                <p:spPr>
                  <a:xfrm>
                    <a:off x="3024284" y="4134493"/>
                    <a:ext cx="335500" cy="210508"/>
                  </a:xfrm>
                  <a:prstGeom prst="hexagon">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CN" b="1" dirty="0">
                        <a:solidFill>
                          <a:schemeClr val="tx1"/>
                        </a:solidFill>
                      </a:rPr>
                      <a:t>0</a:t>
                    </a:r>
                    <a:endParaRPr lang="zh-CN" altLang="en-US" b="1" dirty="0">
                      <a:solidFill>
                        <a:schemeClr val="tx1"/>
                      </a:solidFill>
                    </a:endParaRPr>
                  </a:p>
                </p:txBody>
              </p:sp>
              <p:sp>
                <p:nvSpPr>
                  <p:cNvPr id="47" name="六边形 46">
                    <a:extLst>
                      <a:ext uri="{FF2B5EF4-FFF2-40B4-BE49-F238E27FC236}">
                        <a16:creationId xmlns:a16="http://schemas.microsoft.com/office/drawing/2014/main" id="{31B7C469-756B-4875-9762-FDB619154CA6}"/>
                      </a:ext>
                    </a:extLst>
                  </p:cNvPr>
                  <p:cNvSpPr/>
                  <p:nvPr/>
                </p:nvSpPr>
                <p:spPr>
                  <a:xfrm>
                    <a:off x="3366701" y="4134493"/>
                    <a:ext cx="335500" cy="210508"/>
                  </a:xfrm>
                  <a:prstGeom prst="hexagon">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CN" b="1" dirty="0">
                        <a:solidFill>
                          <a:schemeClr val="tx1"/>
                        </a:solidFill>
                      </a:rPr>
                      <a:t>1</a:t>
                    </a:r>
                    <a:endParaRPr lang="zh-CN" altLang="en-US" b="1" dirty="0">
                      <a:solidFill>
                        <a:schemeClr val="tx1"/>
                      </a:solidFill>
                    </a:endParaRPr>
                  </a:p>
                </p:txBody>
              </p:sp>
              <p:sp>
                <p:nvSpPr>
                  <p:cNvPr id="48" name="六边形 47">
                    <a:extLst>
                      <a:ext uri="{FF2B5EF4-FFF2-40B4-BE49-F238E27FC236}">
                        <a16:creationId xmlns:a16="http://schemas.microsoft.com/office/drawing/2014/main" id="{5FA81923-8D9E-4BDB-9292-B939CC2F2D31}"/>
                      </a:ext>
                    </a:extLst>
                  </p:cNvPr>
                  <p:cNvSpPr/>
                  <p:nvPr/>
                </p:nvSpPr>
                <p:spPr>
                  <a:xfrm>
                    <a:off x="3709118" y="4134493"/>
                    <a:ext cx="335500" cy="210508"/>
                  </a:xfrm>
                  <a:prstGeom prst="hexagon">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CN" b="1" dirty="0">
                        <a:solidFill>
                          <a:schemeClr val="tx1"/>
                        </a:solidFill>
                      </a:rPr>
                      <a:t>1</a:t>
                    </a:r>
                    <a:endParaRPr lang="zh-CN" altLang="en-US" b="1" dirty="0">
                      <a:solidFill>
                        <a:schemeClr val="tx1"/>
                      </a:solidFill>
                    </a:endParaRPr>
                  </a:p>
                </p:txBody>
              </p:sp>
              <p:sp>
                <p:nvSpPr>
                  <p:cNvPr id="49" name="六边形 48">
                    <a:extLst>
                      <a:ext uri="{FF2B5EF4-FFF2-40B4-BE49-F238E27FC236}">
                        <a16:creationId xmlns:a16="http://schemas.microsoft.com/office/drawing/2014/main" id="{3908D744-A005-41D5-851B-5F9699716A9E}"/>
                      </a:ext>
                    </a:extLst>
                  </p:cNvPr>
                  <p:cNvSpPr/>
                  <p:nvPr/>
                </p:nvSpPr>
                <p:spPr>
                  <a:xfrm>
                    <a:off x="4051535" y="4134493"/>
                    <a:ext cx="335500" cy="210508"/>
                  </a:xfrm>
                  <a:prstGeom prst="hexagon">
                    <a:avLst/>
                  </a:prstGeom>
                  <a:solidFill>
                    <a:schemeClr val="accent1">
                      <a:lumMod val="75000"/>
                    </a:schemeClr>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CN" b="1" dirty="0">
                        <a:solidFill>
                          <a:schemeClr val="bg1"/>
                        </a:solidFill>
                      </a:rPr>
                      <a:t>1</a:t>
                    </a:r>
                    <a:endParaRPr lang="zh-CN" altLang="en-US" b="1" dirty="0">
                      <a:solidFill>
                        <a:schemeClr val="bg1"/>
                      </a:solidFill>
                    </a:endParaRPr>
                  </a:p>
                </p:txBody>
              </p:sp>
              <p:sp>
                <p:nvSpPr>
                  <p:cNvPr id="50" name="六边形 49">
                    <a:extLst>
                      <a:ext uri="{FF2B5EF4-FFF2-40B4-BE49-F238E27FC236}">
                        <a16:creationId xmlns:a16="http://schemas.microsoft.com/office/drawing/2014/main" id="{DB08D565-DA03-4826-8FED-878EAD0248EF}"/>
                      </a:ext>
                    </a:extLst>
                  </p:cNvPr>
                  <p:cNvSpPr/>
                  <p:nvPr/>
                </p:nvSpPr>
                <p:spPr>
                  <a:xfrm>
                    <a:off x="4393952" y="4134493"/>
                    <a:ext cx="335500" cy="210508"/>
                  </a:xfrm>
                  <a:prstGeom prst="hexagon">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CN" b="1" dirty="0">
                        <a:solidFill>
                          <a:schemeClr val="tx1"/>
                        </a:solidFill>
                      </a:rPr>
                      <a:t>1</a:t>
                    </a:r>
                    <a:endParaRPr lang="zh-CN" altLang="en-US" b="1" dirty="0">
                      <a:solidFill>
                        <a:schemeClr val="tx1"/>
                      </a:solidFill>
                    </a:endParaRPr>
                  </a:p>
                </p:txBody>
              </p:sp>
            </p:grpSp>
            <p:sp>
              <p:nvSpPr>
                <p:cNvPr id="51" name="椭圆 50">
                  <a:extLst>
                    <a:ext uri="{FF2B5EF4-FFF2-40B4-BE49-F238E27FC236}">
                      <a16:creationId xmlns:a16="http://schemas.microsoft.com/office/drawing/2014/main" id="{DF691906-4A3F-42E0-8701-0FD15362B30D}"/>
                    </a:ext>
                  </a:extLst>
                </p:cNvPr>
                <p:cNvSpPr/>
                <p:nvPr/>
              </p:nvSpPr>
              <p:spPr>
                <a:xfrm>
                  <a:off x="2892150" y="5022586"/>
                  <a:ext cx="293725" cy="293725"/>
                </a:xfrm>
                <a:prstGeom prst="ellipse">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CN" b="1" dirty="0">
                      <a:solidFill>
                        <a:schemeClr val="tx1"/>
                      </a:solidFill>
                    </a:rPr>
                    <a:t>0</a:t>
                  </a:r>
                  <a:endParaRPr lang="zh-CN" altLang="en-US" b="1" dirty="0">
                    <a:solidFill>
                      <a:schemeClr val="tx1"/>
                    </a:solidFill>
                  </a:endParaRPr>
                </a:p>
              </p:txBody>
            </p:sp>
          </p:grpSp>
          <p:cxnSp>
            <p:nvCxnSpPr>
              <p:cNvPr id="54" name="直接箭头连接符 53">
                <a:extLst>
                  <a:ext uri="{FF2B5EF4-FFF2-40B4-BE49-F238E27FC236}">
                    <a16:creationId xmlns:a16="http://schemas.microsoft.com/office/drawing/2014/main" id="{1EE514D4-2252-4D12-A8C4-4D71F33120FF}"/>
                  </a:ext>
                </a:extLst>
              </p:cNvPr>
              <p:cNvCxnSpPr>
                <a:stCxn id="22" idx="0"/>
                <a:endCxn id="51" idx="2"/>
              </p:cNvCxnSpPr>
              <p:nvPr/>
            </p:nvCxnSpPr>
            <p:spPr>
              <a:xfrm>
                <a:off x="2978215" y="3833284"/>
                <a:ext cx="6248724" cy="0"/>
              </a:xfrm>
              <a:prstGeom prst="straightConnector1">
                <a:avLst/>
              </a:prstGeom>
              <a:ln w="25400">
                <a:solidFill>
                  <a:schemeClr val="tx1"/>
                </a:solidFill>
                <a:prstDash val="dash"/>
                <a:tailEnd type="triangle" w="med" len="lg"/>
              </a:ln>
            </p:spPr>
            <p:style>
              <a:lnRef idx="1">
                <a:schemeClr val="accent1"/>
              </a:lnRef>
              <a:fillRef idx="0">
                <a:schemeClr val="accent1"/>
              </a:fillRef>
              <a:effectRef idx="0">
                <a:schemeClr val="accent1"/>
              </a:effectRef>
              <a:fontRef idx="minor">
                <a:schemeClr val="tx1"/>
              </a:fontRef>
            </p:style>
          </p:cxnSp>
          <p:sp>
            <p:nvSpPr>
              <p:cNvPr id="56" name="íşlïḍè">
                <a:extLst>
                  <a:ext uri="{FF2B5EF4-FFF2-40B4-BE49-F238E27FC236}">
                    <a16:creationId xmlns:a16="http://schemas.microsoft.com/office/drawing/2014/main" id="{A2F05AD3-6990-491A-AE37-973ECBE7D139}"/>
                  </a:ext>
                </a:extLst>
              </p:cNvPr>
              <p:cNvSpPr txBox="1"/>
              <p:nvPr/>
            </p:nvSpPr>
            <p:spPr>
              <a:xfrm>
                <a:off x="4535471" y="3190842"/>
                <a:ext cx="3293187" cy="256977"/>
              </a:xfrm>
              <a:prstGeom prst="rect">
                <a:avLst/>
              </a:prstGeom>
              <a:noFill/>
            </p:spPr>
            <p:txBody>
              <a:bodyPr wrap="square" lIns="91440" tIns="45720" rIns="91440" bIns="45720" anchor="ctr">
                <a:noAutofit/>
              </a:bodyPr>
              <a:lstStyle/>
              <a:p>
                <a:r>
                  <a:rPr lang="zh-CN" altLang="en-US" b="1" dirty="0"/>
                  <a:t>产生</a:t>
                </a:r>
                <a:r>
                  <a:rPr lang="en-US" altLang="zh-CN" b="1" dirty="0">
                    <a:solidFill>
                      <a:schemeClr val="accent4"/>
                    </a:solidFill>
                  </a:rPr>
                  <a:t>1</a:t>
                </a:r>
                <a:r>
                  <a:rPr lang="zh-CN" altLang="en-US" b="1" dirty="0">
                    <a:solidFill>
                      <a:schemeClr val="accent4"/>
                    </a:solidFill>
                  </a:rPr>
                  <a:t>位误码</a:t>
                </a:r>
                <a:r>
                  <a:rPr lang="zh-CN" altLang="en-US" b="1" dirty="0"/>
                  <a:t>（出现在数据位）</a:t>
                </a:r>
                <a:endParaRPr lang="en-US" altLang="zh-CN" b="1" dirty="0"/>
              </a:p>
            </p:txBody>
          </p:sp>
        </p:grpSp>
        <p:sp>
          <p:nvSpPr>
            <p:cNvPr id="58" name="íşlïḍè">
              <a:extLst>
                <a:ext uri="{FF2B5EF4-FFF2-40B4-BE49-F238E27FC236}">
                  <a16:creationId xmlns:a16="http://schemas.microsoft.com/office/drawing/2014/main" id="{84471C76-DEDF-4671-9FA8-98D09781EF32}"/>
                </a:ext>
              </a:extLst>
            </p:cNvPr>
            <p:cNvSpPr txBox="1"/>
            <p:nvPr/>
          </p:nvSpPr>
          <p:spPr>
            <a:xfrm>
              <a:off x="4260716" y="3500446"/>
              <a:ext cx="3849492" cy="256977"/>
            </a:xfrm>
            <a:prstGeom prst="rect">
              <a:avLst/>
            </a:prstGeom>
            <a:noFill/>
          </p:spPr>
          <p:txBody>
            <a:bodyPr wrap="square" lIns="91440" tIns="45720" rIns="91440" bIns="45720" anchor="ctr">
              <a:noAutofit/>
            </a:bodyPr>
            <a:lstStyle/>
            <a:p>
              <a:r>
                <a:rPr lang="zh-CN" altLang="en-US" b="1" dirty="0">
                  <a:solidFill>
                    <a:schemeClr val="accent4"/>
                  </a:solidFill>
                </a:rPr>
                <a:t>“</a:t>
              </a:r>
              <a:r>
                <a:rPr lang="en-US" altLang="zh-CN" b="1" dirty="0">
                  <a:solidFill>
                    <a:schemeClr val="accent4"/>
                  </a:solidFill>
                </a:rPr>
                <a:t>1</a:t>
              </a:r>
              <a:r>
                <a:rPr lang="zh-CN" altLang="en-US" b="1" dirty="0">
                  <a:solidFill>
                    <a:schemeClr val="accent4"/>
                  </a:solidFill>
                </a:rPr>
                <a:t>”数量的偶性改变，可检出错误。</a:t>
              </a:r>
              <a:endParaRPr lang="en-US" altLang="zh-CN" b="1" dirty="0">
                <a:solidFill>
                  <a:schemeClr val="accent4"/>
                </a:solidFill>
              </a:endParaRPr>
            </a:p>
          </p:txBody>
        </p:sp>
        <p:grpSp>
          <p:nvGrpSpPr>
            <p:cNvPr id="113" name="组合 112">
              <a:extLst>
                <a:ext uri="{FF2B5EF4-FFF2-40B4-BE49-F238E27FC236}">
                  <a16:creationId xmlns:a16="http://schemas.microsoft.com/office/drawing/2014/main" id="{2FCF61D3-F879-4C91-BC81-6FE2E0406D83}"/>
                </a:ext>
              </a:extLst>
            </p:cNvPr>
            <p:cNvGrpSpPr/>
            <p:nvPr/>
          </p:nvGrpSpPr>
          <p:grpSpPr>
            <a:xfrm>
              <a:off x="619595" y="4294776"/>
              <a:ext cx="10965964" cy="789304"/>
              <a:chOff x="619595" y="4294776"/>
              <a:chExt cx="10965964" cy="789304"/>
            </a:xfrm>
          </p:grpSpPr>
          <p:grpSp>
            <p:nvGrpSpPr>
              <p:cNvPr id="112" name="组合 111">
                <a:extLst>
                  <a:ext uri="{FF2B5EF4-FFF2-40B4-BE49-F238E27FC236}">
                    <a16:creationId xmlns:a16="http://schemas.microsoft.com/office/drawing/2014/main" id="{869D3104-95B7-4A0A-8DAA-7EC2B00B123F}"/>
                  </a:ext>
                </a:extLst>
              </p:cNvPr>
              <p:cNvGrpSpPr/>
              <p:nvPr/>
            </p:nvGrpSpPr>
            <p:grpSpPr>
              <a:xfrm>
                <a:off x="619595" y="4790355"/>
                <a:ext cx="2358620" cy="293725"/>
                <a:chOff x="619595" y="4790355"/>
                <a:chExt cx="2358620" cy="293725"/>
              </a:xfrm>
            </p:grpSpPr>
            <p:grpSp>
              <p:nvGrpSpPr>
                <p:cNvPr id="59" name="组合 58">
                  <a:extLst>
                    <a:ext uri="{FF2B5EF4-FFF2-40B4-BE49-F238E27FC236}">
                      <a16:creationId xmlns:a16="http://schemas.microsoft.com/office/drawing/2014/main" id="{012199B5-D8A7-48AE-9A5F-D41210B59FE6}"/>
                    </a:ext>
                  </a:extLst>
                </p:cNvPr>
                <p:cNvGrpSpPr/>
                <p:nvPr/>
              </p:nvGrpSpPr>
              <p:grpSpPr>
                <a:xfrm>
                  <a:off x="930630" y="4831964"/>
                  <a:ext cx="2047585" cy="210508"/>
                  <a:chOff x="2681867" y="4134493"/>
                  <a:chExt cx="2047585" cy="210508"/>
                </a:xfrm>
              </p:grpSpPr>
              <p:sp>
                <p:nvSpPr>
                  <p:cNvPr id="60" name="六边形 59">
                    <a:extLst>
                      <a:ext uri="{FF2B5EF4-FFF2-40B4-BE49-F238E27FC236}">
                        <a16:creationId xmlns:a16="http://schemas.microsoft.com/office/drawing/2014/main" id="{6C8C052B-A8CC-41DB-B9BB-D7077D554007}"/>
                      </a:ext>
                    </a:extLst>
                  </p:cNvPr>
                  <p:cNvSpPr/>
                  <p:nvPr/>
                </p:nvSpPr>
                <p:spPr>
                  <a:xfrm>
                    <a:off x="2681867" y="4134493"/>
                    <a:ext cx="335500" cy="210508"/>
                  </a:xfrm>
                  <a:prstGeom prst="hexagon">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CN" b="1" dirty="0">
                        <a:solidFill>
                          <a:schemeClr val="tx1"/>
                        </a:solidFill>
                      </a:rPr>
                      <a:t>1</a:t>
                    </a:r>
                    <a:endParaRPr lang="zh-CN" altLang="en-US" b="1" dirty="0">
                      <a:solidFill>
                        <a:schemeClr val="tx1"/>
                      </a:solidFill>
                    </a:endParaRPr>
                  </a:p>
                </p:txBody>
              </p:sp>
              <p:sp>
                <p:nvSpPr>
                  <p:cNvPr id="61" name="六边形 60">
                    <a:extLst>
                      <a:ext uri="{FF2B5EF4-FFF2-40B4-BE49-F238E27FC236}">
                        <a16:creationId xmlns:a16="http://schemas.microsoft.com/office/drawing/2014/main" id="{39BE8421-5C6C-4B1E-BE26-1B32F54A3175}"/>
                      </a:ext>
                    </a:extLst>
                  </p:cNvPr>
                  <p:cNvSpPr/>
                  <p:nvPr/>
                </p:nvSpPr>
                <p:spPr>
                  <a:xfrm>
                    <a:off x="3024284" y="4134493"/>
                    <a:ext cx="335500" cy="210508"/>
                  </a:xfrm>
                  <a:prstGeom prst="hexagon">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CN" b="1" dirty="0">
                        <a:solidFill>
                          <a:schemeClr val="tx1"/>
                        </a:solidFill>
                      </a:rPr>
                      <a:t>0</a:t>
                    </a:r>
                    <a:endParaRPr lang="zh-CN" altLang="en-US" b="1" dirty="0">
                      <a:solidFill>
                        <a:schemeClr val="tx1"/>
                      </a:solidFill>
                    </a:endParaRPr>
                  </a:p>
                </p:txBody>
              </p:sp>
              <p:sp>
                <p:nvSpPr>
                  <p:cNvPr id="62" name="六边形 61">
                    <a:extLst>
                      <a:ext uri="{FF2B5EF4-FFF2-40B4-BE49-F238E27FC236}">
                        <a16:creationId xmlns:a16="http://schemas.microsoft.com/office/drawing/2014/main" id="{F456689D-3B15-4CBC-B43A-5335C0BC6E7F}"/>
                      </a:ext>
                    </a:extLst>
                  </p:cNvPr>
                  <p:cNvSpPr/>
                  <p:nvPr/>
                </p:nvSpPr>
                <p:spPr>
                  <a:xfrm>
                    <a:off x="3366701" y="4134493"/>
                    <a:ext cx="335500" cy="210508"/>
                  </a:xfrm>
                  <a:prstGeom prst="hexagon">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CN" b="1" dirty="0">
                        <a:solidFill>
                          <a:schemeClr val="tx1"/>
                        </a:solidFill>
                      </a:rPr>
                      <a:t>1</a:t>
                    </a:r>
                    <a:endParaRPr lang="zh-CN" altLang="en-US" b="1" dirty="0">
                      <a:solidFill>
                        <a:schemeClr val="tx1"/>
                      </a:solidFill>
                    </a:endParaRPr>
                  </a:p>
                </p:txBody>
              </p:sp>
              <p:sp>
                <p:nvSpPr>
                  <p:cNvPr id="63" name="六边形 62">
                    <a:extLst>
                      <a:ext uri="{FF2B5EF4-FFF2-40B4-BE49-F238E27FC236}">
                        <a16:creationId xmlns:a16="http://schemas.microsoft.com/office/drawing/2014/main" id="{EC81766B-84C0-447D-9C43-90DC3179A297}"/>
                      </a:ext>
                    </a:extLst>
                  </p:cNvPr>
                  <p:cNvSpPr/>
                  <p:nvPr/>
                </p:nvSpPr>
                <p:spPr>
                  <a:xfrm>
                    <a:off x="3709118" y="4134493"/>
                    <a:ext cx="335500" cy="210508"/>
                  </a:xfrm>
                  <a:prstGeom prst="hexagon">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CN" b="1" dirty="0">
                        <a:solidFill>
                          <a:schemeClr val="tx1"/>
                        </a:solidFill>
                      </a:rPr>
                      <a:t>1</a:t>
                    </a:r>
                    <a:endParaRPr lang="zh-CN" altLang="en-US" b="1" dirty="0">
                      <a:solidFill>
                        <a:schemeClr val="tx1"/>
                      </a:solidFill>
                    </a:endParaRPr>
                  </a:p>
                </p:txBody>
              </p:sp>
              <p:sp>
                <p:nvSpPr>
                  <p:cNvPr id="64" name="六边形 63">
                    <a:extLst>
                      <a:ext uri="{FF2B5EF4-FFF2-40B4-BE49-F238E27FC236}">
                        <a16:creationId xmlns:a16="http://schemas.microsoft.com/office/drawing/2014/main" id="{927B1C36-4621-476F-B6F7-2D332D2D7758}"/>
                      </a:ext>
                    </a:extLst>
                  </p:cNvPr>
                  <p:cNvSpPr/>
                  <p:nvPr/>
                </p:nvSpPr>
                <p:spPr>
                  <a:xfrm>
                    <a:off x="4051535" y="4134493"/>
                    <a:ext cx="335500" cy="210508"/>
                  </a:xfrm>
                  <a:prstGeom prst="hexagon">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CN" b="1" dirty="0">
                        <a:solidFill>
                          <a:schemeClr val="tx1"/>
                        </a:solidFill>
                      </a:rPr>
                      <a:t>0</a:t>
                    </a:r>
                    <a:endParaRPr lang="zh-CN" altLang="en-US" b="1" dirty="0">
                      <a:solidFill>
                        <a:schemeClr val="tx1"/>
                      </a:solidFill>
                    </a:endParaRPr>
                  </a:p>
                </p:txBody>
              </p:sp>
              <p:sp>
                <p:nvSpPr>
                  <p:cNvPr id="65" name="六边形 64">
                    <a:extLst>
                      <a:ext uri="{FF2B5EF4-FFF2-40B4-BE49-F238E27FC236}">
                        <a16:creationId xmlns:a16="http://schemas.microsoft.com/office/drawing/2014/main" id="{5AECD3AA-8A5E-4A29-B4E6-843DBE6D6BE4}"/>
                      </a:ext>
                    </a:extLst>
                  </p:cNvPr>
                  <p:cNvSpPr/>
                  <p:nvPr/>
                </p:nvSpPr>
                <p:spPr>
                  <a:xfrm>
                    <a:off x="4393952" y="4134493"/>
                    <a:ext cx="335500" cy="210508"/>
                  </a:xfrm>
                  <a:prstGeom prst="hexagon">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CN" b="1" dirty="0">
                        <a:solidFill>
                          <a:schemeClr val="tx1"/>
                        </a:solidFill>
                      </a:rPr>
                      <a:t>1</a:t>
                    </a:r>
                    <a:endParaRPr lang="zh-CN" altLang="en-US" b="1" dirty="0">
                      <a:solidFill>
                        <a:schemeClr val="tx1"/>
                      </a:solidFill>
                    </a:endParaRPr>
                  </a:p>
                </p:txBody>
              </p:sp>
            </p:grpSp>
            <p:sp>
              <p:nvSpPr>
                <p:cNvPr id="66" name="椭圆 65">
                  <a:extLst>
                    <a:ext uri="{FF2B5EF4-FFF2-40B4-BE49-F238E27FC236}">
                      <a16:creationId xmlns:a16="http://schemas.microsoft.com/office/drawing/2014/main" id="{314ED0F2-BF00-46D7-9786-7D07786B6678}"/>
                    </a:ext>
                  </a:extLst>
                </p:cNvPr>
                <p:cNvSpPr/>
                <p:nvPr/>
              </p:nvSpPr>
              <p:spPr>
                <a:xfrm>
                  <a:off x="619595" y="4790355"/>
                  <a:ext cx="293725" cy="293725"/>
                </a:xfrm>
                <a:prstGeom prst="ellipse">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CN" b="1" dirty="0">
                      <a:solidFill>
                        <a:schemeClr val="tx1"/>
                      </a:solidFill>
                    </a:rPr>
                    <a:t>0</a:t>
                  </a:r>
                  <a:endParaRPr lang="zh-CN" altLang="en-US" b="1" dirty="0">
                    <a:solidFill>
                      <a:schemeClr val="tx1"/>
                    </a:solidFill>
                  </a:endParaRPr>
                </a:p>
              </p:txBody>
            </p:sp>
          </p:grpSp>
          <p:grpSp>
            <p:nvGrpSpPr>
              <p:cNvPr id="67" name="组合 66">
                <a:extLst>
                  <a:ext uri="{FF2B5EF4-FFF2-40B4-BE49-F238E27FC236}">
                    <a16:creationId xmlns:a16="http://schemas.microsoft.com/office/drawing/2014/main" id="{A450AA40-DAE2-4E36-B7C0-F1D51830A1DC}"/>
                  </a:ext>
                </a:extLst>
              </p:cNvPr>
              <p:cNvGrpSpPr/>
              <p:nvPr/>
            </p:nvGrpSpPr>
            <p:grpSpPr>
              <a:xfrm>
                <a:off x="9226939" y="4790355"/>
                <a:ext cx="2358620" cy="293725"/>
                <a:chOff x="2892150" y="5022586"/>
                <a:chExt cx="2358620" cy="293725"/>
              </a:xfrm>
            </p:grpSpPr>
            <p:grpSp>
              <p:nvGrpSpPr>
                <p:cNvPr id="68" name="组合 67">
                  <a:extLst>
                    <a:ext uri="{FF2B5EF4-FFF2-40B4-BE49-F238E27FC236}">
                      <a16:creationId xmlns:a16="http://schemas.microsoft.com/office/drawing/2014/main" id="{ED61DD46-40D7-4946-A2F8-2DF3A6A767B2}"/>
                    </a:ext>
                  </a:extLst>
                </p:cNvPr>
                <p:cNvGrpSpPr/>
                <p:nvPr/>
              </p:nvGrpSpPr>
              <p:grpSpPr>
                <a:xfrm>
                  <a:off x="3203185" y="5064195"/>
                  <a:ext cx="2047585" cy="210508"/>
                  <a:chOff x="2681867" y="4134493"/>
                  <a:chExt cx="2047585" cy="210508"/>
                </a:xfrm>
              </p:grpSpPr>
              <p:sp>
                <p:nvSpPr>
                  <p:cNvPr id="70" name="六边形 69">
                    <a:extLst>
                      <a:ext uri="{FF2B5EF4-FFF2-40B4-BE49-F238E27FC236}">
                        <a16:creationId xmlns:a16="http://schemas.microsoft.com/office/drawing/2014/main" id="{96335474-A3EA-4836-91A1-C107109D4D56}"/>
                      </a:ext>
                    </a:extLst>
                  </p:cNvPr>
                  <p:cNvSpPr/>
                  <p:nvPr/>
                </p:nvSpPr>
                <p:spPr>
                  <a:xfrm>
                    <a:off x="2681867" y="4134493"/>
                    <a:ext cx="335500" cy="210508"/>
                  </a:xfrm>
                  <a:prstGeom prst="hexagon">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CN" b="1" dirty="0">
                        <a:solidFill>
                          <a:schemeClr val="tx1"/>
                        </a:solidFill>
                      </a:rPr>
                      <a:t>1</a:t>
                    </a:r>
                    <a:endParaRPr lang="zh-CN" altLang="en-US" b="1" dirty="0">
                      <a:solidFill>
                        <a:schemeClr val="tx1"/>
                      </a:solidFill>
                    </a:endParaRPr>
                  </a:p>
                </p:txBody>
              </p:sp>
              <p:sp>
                <p:nvSpPr>
                  <p:cNvPr id="71" name="六边形 70">
                    <a:extLst>
                      <a:ext uri="{FF2B5EF4-FFF2-40B4-BE49-F238E27FC236}">
                        <a16:creationId xmlns:a16="http://schemas.microsoft.com/office/drawing/2014/main" id="{F225295D-18D8-4419-9EF8-0141B3BAAE1B}"/>
                      </a:ext>
                    </a:extLst>
                  </p:cNvPr>
                  <p:cNvSpPr/>
                  <p:nvPr/>
                </p:nvSpPr>
                <p:spPr>
                  <a:xfrm>
                    <a:off x="3024284" y="4134493"/>
                    <a:ext cx="335500" cy="210508"/>
                  </a:xfrm>
                  <a:prstGeom prst="hexagon">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CN" b="1" dirty="0">
                        <a:solidFill>
                          <a:schemeClr val="tx1"/>
                        </a:solidFill>
                      </a:rPr>
                      <a:t>0</a:t>
                    </a:r>
                    <a:endParaRPr lang="zh-CN" altLang="en-US" b="1" dirty="0">
                      <a:solidFill>
                        <a:schemeClr val="tx1"/>
                      </a:solidFill>
                    </a:endParaRPr>
                  </a:p>
                </p:txBody>
              </p:sp>
              <p:sp>
                <p:nvSpPr>
                  <p:cNvPr id="72" name="六边形 71">
                    <a:extLst>
                      <a:ext uri="{FF2B5EF4-FFF2-40B4-BE49-F238E27FC236}">
                        <a16:creationId xmlns:a16="http://schemas.microsoft.com/office/drawing/2014/main" id="{5453B42C-68A9-492B-913F-A04E9C3ACF7C}"/>
                      </a:ext>
                    </a:extLst>
                  </p:cNvPr>
                  <p:cNvSpPr/>
                  <p:nvPr/>
                </p:nvSpPr>
                <p:spPr>
                  <a:xfrm>
                    <a:off x="3366701" y="4134493"/>
                    <a:ext cx="335500" cy="210508"/>
                  </a:xfrm>
                  <a:prstGeom prst="hexagon">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CN" b="1" dirty="0">
                        <a:solidFill>
                          <a:schemeClr val="tx1"/>
                        </a:solidFill>
                      </a:rPr>
                      <a:t>1</a:t>
                    </a:r>
                    <a:endParaRPr lang="zh-CN" altLang="en-US" b="1" dirty="0">
                      <a:solidFill>
                        <a:schemeClr val="tx1"/>
                      </a:solidFill>
                    </a:endParaRPr>
                  </a:p>
                </p:txBody>
              </p:sp>
              <p:sp>
                <p:nvSpPr>
                  <p:cNvPr id="73" name="六边形 72">
                    <a:extLst>
                      <a:ext uri="{FF2B5EF4-FFF2-40B4-BE49-F238E27FC236}">
                        <a16:creationId xmlns:a16="http://schemas.microsoft.com/office/drawing/2014/main" id="{37170FAE-35B2-47C1-BF4B-D7418F8FF8FD}"/>
                      </a:ext>
                    </a:extLst>
                  </p:cNvPr>
                  <p:cNvSpPr/>
                  <p:nvPr/>
                </p:nvSpPr>
                <p:spPr>
                  <a:xfrm>
                    <a:off x="3709118" y="4134493"/>
                    <a:ext cx="335500" cy="210508"/>
                  </a:xfrm>
                  <a:prstGeom prst="hexagon">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CN" b="1" dirty="0">
                        <a:solidFill>
                          <a:schemeClr val="tx1"/>
                        </a:solidFill>
                      </a:rPr>
                      <a:t>1</a:t>
                    </a:r>
                    <a:endParaRPr lang="zh-CN" altLang="en-US" b="1" dirty="0">
                      <a:solidFill>
                        <a:schemeClr val="tx1"/>
                      </a:solidFill>
                    </a:endParaRPr>
                  </a:p>
                </p:txBody>
              </p:sp>
              <p:sp>
                <p:nvSpPr>
                  <p:cNvPr id="74" name="六边形 73">
                    <a:extLst>
                      <a:ext uri="{FF2B5EF4-FFF2-40B4-BE49-F238E27FC236}">
                        <a16:creationId xmlns:a16="http://schemas.microsoft.com/office/drawing/2014/main" id="{B6C5E532-40F3-48BD-89BB-BBB0DDFB2459}"/>
                      </a:ext>
                    </a:extLst>
                  </p:cNvPr>
                  <p:cNvSpPr/>
                  <p:nvPr/>
                </p:nvSpPr>
                <p:spPr>
                  <a:xfrm>
                    <a:off x="4051535" y="4134493"/>
                    <a:ext cx="335500" cy="210508"/>
                  </a:xfrm>
                  <a:prstGeom prst="hexagon">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CN" b="1" dirty="0">
                        <a:solidFill>
                          <a:schemeClr val="tx1"/>
                        </a:solidFill>
                      </a:rPr>
                      <a:t>0</a:t>
                    </a:r>
                    <a:endParaRPr lang="zh-CN" altLang="en-US" b="1" dirty="0">
                      <a:solidFill>
                        <a:schemeClr val="tx1"/>
                      </a:solidFill>
                    </a:endParaRPr>
                  </a:p>
                </p:txBody>
              </p:sp>
              <p:sp>
                <p:nvSpPr>
                  <p:cNvPr id="75" name="六边形 74">
                    <a:extLst>
                      <a:ext uri="{FF2B5EF4-FFF2-40B4-BE49-F238E27FC236}">
                        <a16:creationId xmlns:a16="http://schemas.microsoft.com/office/drawing/2014/main" id="{2D736FB8-D9ED-467D-BC84-2370269A397A}"/>
                      </a:ext>
                    </a:extLst>
                  </p:cNvPr>
                  <p:cNvSpPr/>
                  <p:nvPr/>
                </p:nvSpPr>
                <p:spPr>
                  <a:xfrm>
                    <a:off x="4393952" y="4134493"/>
                    <a:ext cx="335500" cy="210508"/>
                  </a:xfrm>
                  <a:prstGeom prst="hexagon">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CN" b="1" dirty="0">
                        <a:solidFill>
                          <a:schemeClr val="tx1"/>
                        </a:solidFill>
                      </a:rPr>
                      <a:t>1</a:t>
                    </a:r>
                    <a:endParaRPr lang="zh-CN" altLang="en-US" b="1" dirty="0">
                      <a:solidFill>
                        <a:schemeClr val="tx1"/>
                      </a:solidFill>
                    </a:endParaRPr>
                  </a:p>
                </p:txBody>
              </p:sp>
            </p:grpSp>
            <p:sp>
              <p:nvSpPr>
                <p:cNvPr id="69" name="椭圆 68">
                  <a:extLst>
                    <a:ext uri="{FF2B5EF4-FFF2-40B4-BE49-F238E27FC236}">
                      <a16:creationId xmlns:a16="http://schemas.microsoft.com/office/drawing/2014/main" id="{1EE4DC70-994F-44D9-B102-F3129AF84A4E}"/>
                    </a:ext>
                  </a:extLst>
                </p:cNvPr>
                <p:cNvSpPr/>
                <p:nvPr/>
              </p:nvSpPr>
              <p:spPr>
                <a:xfrm>
                  <a:off x="2892150" y="5022586"/>
                  <a:ext cx="293725" cy="293725"/>
                </a:xfrm>
                <a:prstGeom prst="ellipse">
                  <a:avLst/>
                </a:prstGeom>
                <a:solidFill>
                  <a:schemeClr val="accent1">
                    <a:lumMod val="75000"/>
                  </a:schemeClr>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CN" b="1" dirty="0">
                      <a:solidFill>
                        <a:schemeClr val="bg1"/>
                      </a:solidFill>
                    </a:rPr>
                    <a:t>1</a:t>
                  </a:r>
                  <a:endParaRPr lang="zh-CN" altLang="en-US" b="1" dirty="0">
                    <a:solidFill>
                      <a:schemeClr val="bg1"/>
                    </a:solidFill>
                  </a:endParaRPr>
                </a:p>
              </p:txBody>
            </p:sp>
          </p:grpSp>
          <p:cxnSp>
            <p:nvCxnSpPr>
              <p:cNvPr id="76" name="直接箭头连接符 75">
                <a:extLst>
                  <a:ext uri="{FF2B5EF4-FFF2-40B4-BE49-F238E27FC236}">
                    <a16:creationId xmlns:a16="http://schemas.microsoft.com/office/drawing/2014/main" id="{CE05D6D4-BE6A-480C-9A81-20B06B529690}"/>
                  </a:ext>
                </a:extLst>
              </p:cNvPr>
              <p:cNvCxnSpPr>
                <a:stCxn id="65" idx="0"/>
                <a:endCxn id="69" idx="2"/>
              </p:cNvCxnSpPr>
              <p:nvPr/>
            </p:nvCxnSpPr>
            <p:spPr>
              <a:xfrm>
                <a:off x="2978215" y="4937218"/>
                <a:ext cx="6248724" cy="0"/>
              </a:xfrm>
              <a:prstGeom prst="straightConnector1">
                <a:avLst/>
              </a:prstGeom>
              <a:ln w="25400">
                <a:solidFill>
                  <a:schemeClr val="tx1"/>
                </a:solidFill>
                <a:prstDash val="dash"/>
                <a:tailEnd type="triangle" w="med" len="lg"/>
              </a:ln>
            </p:spPr>
            <p:style>
              <a:lnRef idx="1">
                <a:schemeClr val="accent1"/>
              </a:lnRef>
              <a:fillRef idx="0">
                <a:schemeClr val="accent1"/>
              </a:fillRef>
              <a:effectRef idx="0">
                <a:schemeClr val="accent1"/>
              </a:effectRef>
              <a:fontRef idx="minor">
                <a:schemeClr val="tx1"/>
              </a:fontRef>
            </p:style>
          </p:cxnSp>
          <p:sp>
            <p:nvSpPr>
              <p:cNvPr id="77" name="íşlïḍè">
                <a:extLst>
                  <a:ext uri="{FF2B5EF4-FFF2-40B4-BE49-F238E27FC236}">
                    <a16:creationId xmlns:a16="http://schemas.microsoft.com/office/drawing/2014/main" id="{3CAC1FF5-A233-4AA2-B3B9-A9520A331295}"/>
                  </a:ext>
                </a:extLst>
              </p:cNvPr>
              <p:cNvSpPr txBox="1"/>
              <p:nvPr/>
            </p:nvSpPr>
            <p:spPr>
              <a:xfrm>
                <a:off x="4535471" y="4294776"/>
                <a:ext cx="3293187" cy="256977"/>
              </a:xfrm>
              <a:prstGeom prst="rect">
                <a:avLst/>
              </a:prstGeom>
              <a:noFill/>
            </p:spPr>
            <p:txBody>
              <a:bodyPr wrap="square" lIns="91440" tIns="45720" rIns="91440" bIns="45720" anchor="ctr">
                <a:noAutofit/>
              </a:bodyPr>
              <a:lstStyle/>
              <a:p>
                <a:r>
                  <a:rPr lang="zh-CN" altLang="en-US" b="1" dirty="0"/>
                  <a:t>产生</a:t>
                </a:r>
                <a:r>
                  <a:rPr lang="en-US" altLang="zh-CN" b="1" dirty="0">
                    <a:solidFill>
                      <a:schemeClr val="accent4"/>
                    </a:solidFill>
                  </a:rPr>
                  <a:t>1</a:t>
                </a:r>
                <a:r>
                  <a:rPr lang="zh-CN" altLang="en-US" b="1" dirty="0">
                    <a:solidFill>
                      <a:schemeClr val="accent4"/>
                    </a:solidFill>
                  </a:rPr>
                  <a:t>位误码</a:t>
                </a:r>
                <a:r>
                  <a:rPr lang="zh-CN" altLang="en-US" b="1" dirty="0"/>
                  <a:t>（出现在校验位）</a:t>
                </a:r>
                <a:endParaRPr lang="en-US" altLang="zh-CN" b="1" dirty="0"/>
              </a:p>
            </p:txBody>
          </p:sp>
        </p:grpSp>
        <p:sp>
          <p:nvSpPr>
            <p:cNvPr id="78" name="íşlïḍè">
              <a:extLst>
                <a:ext uri="{FF2B5EF4-FFF2-40B4-BE49-F238E27FC236}">
                  <a16:creationId xmlns:a16="http://schemas.microsoft.com/office/drawing/2014/main" id="{88E73155-EBA0-43C1-BE70-9FBD92AC5224}"/>
                </a:ext>
              </a:extLst>
            </p:cNvPr>
            <p:cNvSpPr txBox="1"/>
            <p:nvPr/>
          </p:nvSpPr>
          <p:spPr>
            <a:xfrm>
              <a:off x="4260716" y="4604380"/>
              <a:ext cx="3849492" cy="256977"/>
            </a:xfrm>
            <a:prstGeom prst="rect">
              <a:avLst/>
            </a:prstGeom>
            <a:noFill/>
          </p:spPr>
          <p:txBody>
            <a:bodyPr wrap="square" lIns="91440" tIns="45720" rIns="91440" bIns="45720" anchor="ctr">
              <a:noAutofit/>
            </a:bodyPr>
            <a:lstStyle/>
            <a:p>
              <a:r>
                <a:rPr lang="zh-CN" altLang="en-US" b="1" dirty="0">
                  <a:solidFill>
                    <a:schemeClr val="accent4"/>
                  </a:solidFill>
                </a:rPr>
                <a:t>“</a:t>
              </a:r>
              <a:r>
                <a:rPr lang="en-US" altLang="zh-CN" b="1" dirty="0">
                  <a:solidFill>
                    <a:schemeClr val="accent4"/>
                  </a:solidFill>
                </a:rPr>
                <a:t>1</a:t>
              </a:r>
              <a:r>
                <a:rPr lang="zh-CN" altLang="en-US" b="1" dirty="0">
                  <a:solidFill>
                    <a:schemeClr val="accent4"/>
                  </a:solidFill>
                </a:rPr>
                <a:t>”数量的偶性改变，可检出错误。</a:t>
              </a:r>
              <a:endParaRPr lang="en-US" altLang="zh-CN" b="1" dirty="0">
                <a:solidFill>
                  <a:schemeClr val="accent4"/>
                </a:solidFill>
              </a:endParaRPr>
            </a:p>
          </p:txBody>
        </p:sp>
        <p:grpSp>
          <p:nvGrpSpPr>
            <p:cNvPr id="114" name="组合 113">
              <a:extLst>
                <a:ext uri="{FF2B5EF4-FFF2-40B4-BE49-F238E27FC236}">
                  <a16:creationId xmlns:a16="http://schemas.microsoft.com/office/drawing/2014/main" id="{191E244D-1117-4BB8-8644-4639B215BDA8}"/>
                </a:ext>
              </a:extLst>
            </p:cNvPr>
            <p:cNvGrpSpPr/>
            <p:nvPr/>
          </p:nvGrpSpPr>
          <p:grpSpPr>
            <a:xfrm>
              <a:off x="619595" y="5398709"/>
              <a:ext cx="10965964" cy="789304"/>
              <a:chOff x="619595" y="5398709"/>
              <a:chExt cx="10965964" cy="789304"/>
            </a:xfrm>
          </p:grpSpPr>
          <p:grpSp>
            <p:nvGrpSpPr>
              <p:cNvPr id="81" name="组合 80">
                <a:extLst>
                  <a:ext uri="{FF2B5EF4-FFF2-40B4-BE49-F238E27FC236}">
                    <a16:creationId xmlns:a16="http://schemas.microsoft.com/office/drawing/2014/main" id="{2A13266A-956A-4CA6-9324-66F62AEE5E6E}"/>
                  </a:ext>
                </a:extLst>
              </p:cNvPr>
              <p:cNvGrpSpPr/>
              <p:nvPr/>
            </p:nvGrpSpPr>
            <p:grpSpPr>
              <a:xfrm>
                <a:off x="930630" y="5935897"/>
                <a:ext cx="2047585" cy="210508"/>
                <a:chOff x="2681867" y="4134493"/>
                <a:chExt cx="2047585" cy="210508"/>
              </a:xfrm>
            </p:grpSpPr>
            <p:sp>
              <p:nvSpPr>
                <p:cNvPr id="95" name="六边形 94">
                  <a:extLst>
                    <a:ext uri="{FF2B5EF4-FFF2-40B4-BE49-F238E27FC236}">
                      <a16:creationId xmlns:a16="http://schemas.microsoft.com/office/drawing/2014/main" id="{B44E1FDE-7B0D-4434-91AD-6186FEDDD57D}"/>
                    </a:ext>
                  </a:extLst>
                </p:cNvPr>
                <p:cNvSpPr/>
                <p:nvPr/>
              </p:nvSpPr>
              <p:spPr>
                <a:xfrm>
                  <a:off x="2681867" y="4134493"/>
                  <a:ext cx="335500" cy="210508"/>
                </a:xfrm>
                <a:prstGeom prst="hexagon">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CN" b="1" dirty="0">
                      <a:solidFill>
                        <a:schemeClr val="tx1"/>
                      </a:solidFill>
                    </a:rPr>
                    <a:t>1</a:t>
                  </a:r>
                  <a:endParaRPr lang="zh-CN" altLang="en-US" b="1" dirty="0">
                    <a:solidFill>
                      <a:schemeClr val="tx1"/>
                    </a:solidFill>
                  </a:endParaRPr>
                </a:p>
              </p:txBody>
            </p:sp>
            <p:sp>
              <p:nvSpPr>
                <p:cNvPr id="96" name="六边形 95">
                  <a:extLst>
                    <a:ext uri="{FF2B5EF4-FFF2-40B4-BE49-F238E27FC236}">
                      <a16:creationId xmlns:a16="http://schemas.microsoft.com/office/drawing/2014/main" id="{DB35E0D8-0AE7-49D8-AFF9-98D9FD792F65}"/>
                    </a:ext>
                  </a:extLst>
                </p:cNvPr>
                <p:cNvSpPr/>
                <p:nvPr/>
              </p:nvSpPr>
              <p:spPr>
                <a:xfrm>
                  <a:off x="3024284" y="4134493"/>
                  <a:ext cx="335500" cy="210508"/>
                </a:xfrm>
                <a:prstGeom prst="hexagon">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CN" b="1" dirty="0">
                      <a:solidFill>
                        <a:schemeClr val="tx1"/>
                      </a:solidFill>
                    </a:rPr>
                    <a:t>0</a:t>
                  </a:r>
                  <a:endParaRPr lang="zh-CN" altLang="en-US" b="1" dirty="0">
                    <a:solidFill>
                      <a:schemeClr val="tx1"/>
                    </a:solidFill>
                  </a:endParaRPr>
                </a:p>
              </p:txBody>
            </p:sp>
            <p:sp>
              <p:nvSpPr>
                <p:cNvPr id="97" name="六边形 96">
                  <a:extLst>
                    <a:ext uri="{FF2B5EF4-FFF2-40B4-BE49-F238E27FC236}">
                      <a16:creationId xmlns:a16="http://schemas.microsoft.com/office/drawing/2014/main" id="{6AC418AF-581D-4F46-A091-B2544E876F1A}"/>
                    </a:ext>
                  </a:extLst>
                </p:cNvPr>
                <p:cNvSpPr/>
                <p:nvPr/>
              </p:nvSpPr>
              <p:spPr>
                <a:xfrm>
                  <a:off x="3366701" y="4134493"/>
                  <a:ext cx="335500" cy="210508"/>
                </a:xfrm>
                <a:prstGeom prst="hexagon">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CN" b="1" dirty="0">
                      <a:solidFill>
                        <a:schemeClr val="tx1"/>
                      </a:solidFill>
                    </a:rPr>
                    <a:t>1</a:t>
                  </a:r>
                  <a:endParaRPr lang="zh-CN" altLang="en-US" b="1" dirty="0">
                    <a:solidFill>
                      <a:schemeClr val="tx1"/>
                    </a:solidFill>
                  </a:endParaRPr>
                </a:p>
              </p:txBody>
            </p:sp>
            <p:sp>
              <p:nvSpPr>
                <p:cNvPr id="98" name="六边形 97">
                  <a:extLst>
                    <a:ext uri="{FF2B5EF4-FFF2-40B4-BE49-F238E27FC236}">
                      <a16:creationId xmlns:a16="http://schemas.microsoft.com/office/drawing/2014/main" id="{4F172B8C-4537-4C33-A793-0E3B10037B74}"/>
                    </a:ext>
                  </a:extLst>
                </p:cNvPr>
                <p:cNvSpPr/>
                <p:nvPr/>
              </p:nvSpPr>
              <p:spPr>
                <a:xfrm>
                  <a:off x="3709118" y="4134493"/>
                  <a:ext cx="335500" cy="210508"/>
                </a:xfrm>
                <a:prstGeom prst="hexagon">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CN" b="1" dirty="0">
                      <a:solidFill>
                        <a:schemeClr val="tx1"/>
                      </a:solidFill>
                    </a:rPr>
                    <a:t>1</a:t>
                  </a:r>
                  <a:endParaRPr lang="zh-CN" altLang="en-US" b="1" dirty="0">
                    <a:solidFill>
                      <a:schemeClr val="tx1"/>
                    </a:solidFill>
                  </a:endParaRPr>
                </a:p>
              </p:txBody>
            </p:sp>
            <p:sp>
              <p:nvSpPr>
                <p:cNvPr id="99" name="六边形 98">
                  <a:extLst>
                    <a:ext uri="{FF2B5EF4-FFF2-40B4-BE49-F238E27FC236}">
                      <a16:creationId xmlns:a16="http://schemas.microsoft.com/office/drawing/2014/main" id="{4F2FF2B5-D237-4655-86CE-4CC47F4851A6}"/>
                    </a:ext>
                  </a:extLst>
                </p:cNvPr>
                <p:cNvSpPr/>
                <p:nvPr/>
              </p:nvSpPr>
              <p:spPr>
                <a:xfrm>
                  <a:off x="4051535" y="4134493"/>
                  <a:ext cx="335500" cy="210508"/>
                </a:xfrm>
                <a:prstGeom prst="hexagon">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CN" b="1" dirty="0">
                      <a:solidFill>
                        <a:schemeClr val="tx1"/>
                      </a:solidFill>
                    </a:rPr>
                    <a:t>0</a:t>
                  </a:r>
                  <a:endParaRPr lang="zh-CN" altLang="en-US" b="1" dirty="0">
                    <a:solidFill>
                      <a:schemeClr val="tx1"/>
                    </a:solidFill>
                  </a:endParaRPr>
                </a:p>
              </p:txBody>
            </p:sp>
            <p:sp>
              <p:nvSpPr>
                <p:cNvPr id="100" name="六边形 99">
                  <a:extLst>
                    <a:ext uri="{FF2B5EF4-FFF2-40B4-BE49-F238E27FC236}">
                      <a16:creationId xmlns:a16="http://schemas.microsoft.com/office/drawing/2014/main" id="{B0FD8FA9-F041-47BC-8C93-3BF587FA1FD4}"/>
                    </a:ext>
                  </a:extLst>
                </p:cNvPr>
                <p:cNvSpPr/>
                <p:nvPr/>
              </p:nvSpPr>
              <p:spPr>
                <a:xfrm>
                  <a:off x="4393952" y="4134493"/>
                  <a:ext cx="335500" cy="210508"/>
                </a:xfrm>
                <a:prstGeom prst="hexagon">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CN" b="1" dirty="0">
                      <a:solidFill>
                        <a:schemeClr val="tx1"/>
                      </a:solidFill>
                    </a:rPr>
                    <a:t>1</a:t>
                  </a:r>
                  <a:endParaRPr lang="zh-CN" altLang="en-US" b="1" dirty="0">
                    <a:solidFill>
                      <a:schemeClr val="tx1"/>
                    </a:solidFill>
                  </a:endParaRPr>
                </a:p>
              </p:txBody>
            </p:sp>
          </p:grpSp>
          <p:sp>
            <p:nvSpPr>
              <p:cNvPr id="82" name="椭圆 81">
                <a:extLst>
                  <a:ext uri="{FF2B5EF4-FFF2-40B4-BE49-F238E27FC236}">
                    <a16:creationId xmlns:a16="http://schemas.microsoft.com/office/drawing/2014/main" id="{76FB7EB3-F09D-406F-BBBE-5B1A11703092}"/>
                  </a:ext>
                </a:extLst>
              </p:cNvPr>
              <p:cNvSpPr/>
              <p:nvPr/>
            </p:nvSpPr>
            <p:spPr>
              <a:xfrm>
                <a:off x="619595" y="5894288"/>
                <a:ext cx="293725" cy="293725"/>
              </a:xfrm>
              <a:prstGeom prst="ellipse">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CN" b="1" dirty="0">
                    <a:solidFill>
                      <a:schemeClr val="tx1"/>
                    </a:solidFill>
                  </a:rPr>
                  <a:t>0</a:t>
                </a:r>
                <a:endParaRPr lang="zh-CN" altLang="en-US" b="1" dirty="0">
                  <a:solidFill>
                    <a:schemeClr val="tx1"/>
                  </a:solidFill>
                </a:endParaRPr>
              </a:p>
            </p:txBody>
          </p:sp>
          <p:cxnSp>
            <p:nvCxnSpPr>
              <p:cNvPr id="84" name="直接箭头连接符 83">
                <a:extLst>
                  <a:ext uri="{FF2B5EF4-FFF2-40B4-BE49-F238E27FC236}">
                    <a16:creationId xmlns:a16="http://schemas.microsoft.com/office/drawing/2014/main" id="{B0F2E9DA-6EB5-494D-ACAE-B52227F40209}"/>
                  </a:ext>
                </a:extLst>
              </p:cNvPr>
              <p:cNvCxnSpPr>
                <a:cxnSpLocks/>
                <a:stCxn id="100" idx="0"/>
              </p:cNvCxnSpPr>
              <p:nvPr/>
            </p:nvCxnSpPr>
            <p:spPr>
              <a:xfrm>
                <a:off x="2978215" y="6041151"/>
                <a:ext cx="6248724" cy="0"/>
              </a:xfrm>
              <a:prstGeom prst="straightConnector1">
                <a:avLst/>
              </a:prstGeom>
              <a:ln w="25400">
                <a:solidFill>
                  <a:schemeClr val="tx1"/>
                </a:solidFill>
                <a:prstDash val="dash"/>
                <a:tailEnd type="triangle" w="med" len="lg"/>
              </a:ln>
            </p:spPr>
            <p:style>
              <a:lnRef idx="1">
                <a:schemeClr val="accent1"/>
              </a:lnRef>
              <a:fillRef idx="0">
                <a:schemeClr val="accent1"/>
              </a:fillRef>
              <a:effectRef idx="0">
                <a:schemeClr val="accent1"/>
              </a:effectRef>
              <a:fontRef idx="minor">
                <a:schemeClr val="tx1"/>
              </a:fontRef>
            </p:style>
          </p:cxnSp>
          <p:sp>
            <p:nvSpPr>
              <p:cNvPr id="85" name="íşlïḍè">
                <a:extLst>
                  <a:ext uri="{FF2B5EF4-FFF2-40B4-BE49-F238E27FC236}">
                    <a16:creationId xmlns:a16="http://schemas.microsoft.com/office/drawing/2014/main" id="{D1BC812F-74E9-485A-AEA2-8452146B2ABE}"/>
                  </a:ext>
                </a:extLst>
              </p:cNvPr>
              <p:cNvSpPr txBox="1"/>
              <p:nvPr/>
            </p:nvSpPr>
            <p:spPr>
              <a:xfrm>
                <a:off x="4048933" y="5398709"/>
                <a:ext cx="4102838" cy="256977"/>
              </a:xfrm>
              <a:prstGeom prst="rect">
                <a:avLst/>
              </a:prstGeom>
              <a:noFill/>
            </p:spPr>
            <p:txBody>
              <a:bodyPr wrap="square" lIns="91440" tIns="45720" rIns="91440" bIns="45720" anchor="ctr">
                <a:noAutofit/>
              </a:bodyPr>
              <a:lstStyle/>
              <a:p>
                <a:r>
                  <a:rPr lang="zh-CN" altLang="en-US" b="1" dirty="0"/>
                  <a:t>产生</a:t>
                </a:r>
                <a:r>
                  <a:rPr lang="en-US" altLang="zh-CN" b="1" dirty="0">
                    <a:solidFill>
                      <a:schemeClr val="accent1"/>
                    </a:solidFill>
                  </a:rPr>
                  <a:t>2</a:t>
                </a:r>
                <a:r>
                  <a:rPr lang="zh-CN" altLang="en-US" b="1" dirty="0">
                    <a:solidFill>
                      <a:schemeClr val="accent1"/>
                    </a:solidFill>
                  </a:rPr>
                  <a:t>位误码</a:t>
                </a:r>
                <a:r>
                  <a:rPr lang="zh-CN" altLang="en-US" b="1" dirty="0"/>
                  <a:t>（数据位和校验位各</a:t>
                </a:r>
                <a:r>
                  <a:rPr lang="en-US" altLang="zh-CN" b="1" dirty="0"/>
                  <a:t>1</a:t>
                </a:r>
                <a:r>
                  <a:rPr lang="zh-CN" altLang="en-US" b="1" dirty="0"/>
                  <a:t>位）</a:t>
                </a:r>
                <a:endParaRPr lang="en-US" altLang="zh-CN" b="1" dirty="0"/>
              </a:p>
            </p:txBody>
          </p:sp>
          <p:grpSp>
            <p:nvGrpSpPr>
              <p:cNvPr id="102" name="组合 101">
                <a:extLst>
                  <a:ext uri="{FF2B5EF4-FFF2-40B4-BE49-F238E27FC236}">
                    <a16:creationId xmlns:a16="http://schemas.microsoft.com/office/drawing/2014/main" id="{52FA4419-884A-46E6-97BE-EC4D680B8FA5}"/>
                  </a:ext>
                </a:extLst>
              </p:cNvPr>
              <p:cNvGrpSpPr/>
              <p:nvPr/>
            </p:nvGrpSpPr>
            <p:grpSpPr>
              <a:xfrm>
                <a:off x="9226939" y="5893750"/>
                <a:ext cx="2358620" cy="293725"/>
                <a:chOff x="2892150" y="5022586"/>
                <a:chExt cx="2358620" cy="293725"/>
              </a:xfrm>
            </p:grpSpPr>
            <p:grpSp>
              <p:nvGrpSpPr>
                <p:cNvPr id="103" name="组合 102">
                  <a:extLst>
                    <a:ext uri="{FF2B5EF4-FFF2-40B4-BE49-F238E27FC236}">
                      <a16:creationId xmlns:a16="http://schemas.microsoft.com/office/drawing/2014/main" id="{18C8A1BD-E6EA-433E-A621-17031CFAF84F}"/>
                    </a:ext>
                  </a:extLst>
                </p:cNvPr>
                <p:cNvGrpSpPr/>
                <p:nvPr/>
              </p:nvGrpSpPr>
              <p:grpSpPr>
                <a:xfrm>
                  <a:off x="3203185" y="5064195"/>
                  <a:ext cx="2047585" cy="210508"/>
                  <a:chOff x="2681867" y="4134493"/>
                  <a:chExt cx="2047585" cy="210508"/>
                </a:xfrm>
              </p:grpSpPr>
              <p:sp>
                <p:nvSpPr>
                  <p:cNvPr id="105" name="六边形 104">
                    <a:extLst>
                      <a:ext uri="{FF2B5EF4-FFF2-40B4-BE49-F238E27FC236}">
                        <a16:creationId xmlns:a16="http://schemas.microsoft.com/office/drawing/2014/main" id="{D7C72193-2AFF-4DC5-A4F8-EA6EE5FDC502}"/>
                      </a:ext>
                    </a:extLst>
                  </p:cNvPr>
                  <p:cNvSpPr/>
                  <p:nvPr/>
                </p:nvSpPr>
                <p:spPr>
                  <a:xfrm>
                    <a:off x="2681867" y="4134493"/>
                    <a:ext cx="335500" cy="210508"/>
                  </a:xfrm>
                  <a:prstGeom prst="hexagon">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CN" b="1" dirty="0">
                        <a:solidFill>
                          <a:schemeClr val="tx1"/>
                        </a:solidFill>
                      </a:rPr>
                      <a:t>1</a:t>
                    </a:r>
                    <a:endParaRPr lang="zh-CN" altLang="en-US" b="1" dirty="0">
                      <a:solidFill>
                        <a:schemeClr val="tx1"/>
                      </a:solidFill>
                    </a:endParaRPr>
                  </a:p>
                </p:txBody>
              </p:sp>
              <p:sp>
                <p:nvSpPr>
                  <p:cNvPr id="106" name="六边形 105">
                    <a:extLst>
                      <a:ext uri="{FF2B5EF4-FFF2-40B4-BE49-F238E27FC236}">
                        <a16:creationId xmlns:a16="http://schemas.microsoft.com/office/drawing/2014/main" id="{841F42E1-FCE4-4293-954A-0DC4768D213F}"/>
                      </a:ext>
                    </a:extLst>
                  </p:cNvPr>
                  <p:cNvSpPr/>
                  <p:nvPr/>
                </p:nvSpPr>
                <p:spPr>
                  <a:xfrm>
                    <a:off x="3024284" y="4134493"/>
                    <a:ext cx="335500" cy="210508"/>
                  </a:xfrm>
                  <a:prstGeom prst="hexagon">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CN" b="1" dirty="0">
                        <a:solidFill>
                          <a:schemeClr val="tx1"/>
                        </a:solidFill>
                      </a:rPr>
                      <a:t>0</a:t>
                    </a:r>
                    <a:endParaRPr lang="zh-CN" altLang="en-US" b="1" dirty="0">
                      <a:solidFill>
                        <a:schemeClr val="tx1"/>
                      </a:solidFill>
                    </a:endParaRPr>
                  </a:p>
                </p:txBody>
              </p:sp>
              <p:sp>
                <p:nvSpPr>
                  <p:cNvPr id="107" name="六边形 106">
                    <a:extLst>
                      <a:ext uri="{FF2B5EF4-FFF2-40B4-BE49-F238E27FC236}">
                        <a16:creationId xmlns:a16="http://schemas.microsoft.com/office/drawing/2014/main" id="{86C8173B-D59B-44CA-BF34-6394BA67A28A}"/>
                      </a:ext>
                    </a:extLst>
                  </p:cNvPr>
                  <p:cNvSpPr/>
                  <p:nvPr/>
                </p:nvSpPr>
                <p:spPr>
                  <a:xfrm>
                    <a:off x="3366701" y="4134493"/>
                    <a:ext cx="335500" cy="210508"/>
                  </a:xfrm>
                  <a:prstGeom prst="hexagon">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CN" b="1" dirty="0">
                        <a:solidFill>
                          <a:schemeClr val="tx1"/>
                        </a:solidFill>
                      </a:rPr>
                      <a:t>1</a:t>
                    </a:r>
                    <a:endParaRPr lang="zh-CN" altLang="en-US" b="1" dirty="0">
                      <a:solidFill>
                        <a:schemeClr val="tx1"/>
                      </a:solidFill>
                    </a:endParaRPr>
                  </a:p>
                </p:txBody>
              </p:sp>
              <p:sp>
                <p:nvSpPr>
                  <p:cNvPr id="108" name="六边形 107">
                    <a:extLst>
                      <a:ext uri="{FF2B5EF4-FFF2-40B4-BE49-F238E27FC236}">
                        <a16:creationId xmlns:a16="http://schemas.microsoft.com/office/drawing/2014/main" id="{A24D2155-3E78-454F-854A-0CF64AD7985E}"/>
                      </a:ext>
                    </a:extLst>
                  </p:cNvPr>
                  <p:cNvSpPr/>
                  <p:nvPr/>
                </p:nvSpPr>
                <p:spPr>
                  <a:xfrm>
                    <a:off x="3709118" y="4134493"/>
                    <a:ext cx="335500" cy="210508"/>
                  </a:xfrm>
                  <a:prstGeom prst="hexagon">
                    <a:avLst/>
                  </a:prstGeom>
                  <a:solidFill>
                    <a:schemeClr val="accent1">
                      <a:lumMod val="75000"/>
                    </a:schemeClr>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CN" b="1" dirty="0">
                        <a:solidFill>
                          <a:schemeClr val="bg1"/>
                        </a:solidFill>
                      </a:rPr>
                      <a:t>0</a:t>
                    </a:r>
                    <a:endParaRPr lang="zh-CN" altLang="en-US" b="1" dirty="0">
                      <a:solidFill>
                        <a:schemeClr val="bg1"/>
                      </a:solidFill>
                    </a:endParaRPr>
                  </a:p>
                </p:txBody>
              </p:sp>
              <p:sp>
                <p:nvSpPr>
                  <p:cNvPr id="109" name="六边形 108">
                    <a:extLst>
                      <a:ext uri="{FF2B5EF4-FFF2-40B4-BE49-F238E27FC236}">
                        <a16:creationId xmlns:a16="http://schemas.microsoft.com/office/drawing/2014/main" id="{5A9BCE5A-96ED-4C36-96AD-5A26EAAC7E90}"/>
                      </a:ext>
                    </a:extLst>
                  </p:cNvPr>
                  <p:cNvSpPr/>
                  <p:nvPr/>
                </p:nvSpPr>
                <p:spPr>
                  <a:xfrm>
                    <a:off x="4051535" y="4134493"/>
                    <a:ext cx="335500" cy="210508"/>
                  </a:xfrm>
                  <a:prstGeom prst="hexagon">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CN" b="1" dirty="0">
                        <a:solidFill>
                          <a:schemeClr val="tx1"/>
                        </a:solidFill>
                      </a:rPr>
                      <a:t>0</a:t>
                    </a:r>
                    <a:endParaRPr lang="zh-CN" altLang="en-US" b="1" dirty="0">
                      <a:solidFill>
                        <a:schemeClr val="tx1"/>
                      </a:solidFill>
                    </a:endParaRPr>
                  </a:p>
                </p:txBody>
              </p:sp>
              <p:sp>
                <p:nvSpPr>
                  <p:cNvPr id="110" name="六边形 109">
                    <a:extLst>
                      <a:ext uri="{FF2B5EF4-FFF2-40B4-BE49-F238E27FC236}">
                        <a16:creationId xmlns:a16="http://schemas.microsoft.com/office/drawing/2014/main" id="{AF0A926E-FD1E-49A6-9552-A24202A6ACC2}"/>
                      </a:ext>
                    </a:extLst>
                  </p:cNvPr>
                  <p:cNvSpPr/>
                  <p:nvPr/>
                </p:nvSpPr>
                <p:spPr>
                  <a:xfrm>
                    <a:off x="4393952" y="4134493"/>
                    <a:ext cx="335500" cy="210508"/>
                  </a:xfrm>
                  <a:prstGeom prst="hexagon">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CN" b="1" dirty="0">
                        <a:solidFill>
                          <a:schemeClr val="tx1"/>
                        </a:solidFill>
                      </a:rPr>
                      <a:t>1</a:t>
                    </a:r>
                    <a:endParaRPr lang="zh-CN" altLang="en-US" b="1" dirty="0">
                      <a:solidFill>
                        <a:schemeClr val="tx1"/>
                      </a:solidFill>
                    </a:endParaRPr>
                  </a:p>
                </p:txBody>
              </p:sp>
            </p:grpSp>
            <p:sp>
              <p:nvSpPr>
                <p:cNvPr id="104" name="椭圆 103">
                  <a:extLst>
                    <a:ext uri="{FF2B5EF4-FFF2-40B4-BE49-F238E27FC236}">
                      <a16:creationId xmlns:a16="http://schemas.microsoft.com/office/drawing/2014/main" id="{AE87358E-0977-4518-8DC4-0BCA9CB12290}"/>
                    </a:ext>
                  </a:extLst>
                </p:cNvPr>
                <p:cNvSpPr/>
                <p:nvPr/>
              </p:nvSpPr>
              <p:spPr>
                <a:xfrm>
                  <a:off x="2892150" y="5022586"/>
                  <a:ext cx="293725" cy="293725"/>
                </a:xfrm>
                <a:prstGeom prst="ellipse">
                  <a:avLst/>
                </a:prstGeom>
                <a:solidFill>
                  <a:schemeClr val="accent1">
                    <a:lumMod val="75000"/>
                  </a:schemeClr>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CN" b="1" dirty="0">
                      <a:solidFill>
                        <a:schemeClr val="bg1"/>
                      </a:solidFill>
                    </a:rPr>
                    <a:t>1</a:t>
                  </a:r>
                  <a:endParaRPr lang="zh-CN" altLang="en-US" b="1" dirty="0">
                    <a:solidFill>
                      <a:schemeClr val="bg1"/>
                    </a:solidFill>
                  </a:endParaRPr>
                </a:p>
              </p:txBody>
            </p:sp>
          </p:grpSp>
        </p:grpSp>
      </p:grpSp>
    </p:spTree>
    <p:custDataLst>
      <p:tags r:id="rId1"/>
    </p:custDataLst>
    <p:extLst>
      <p:ext uri="{BB962C8B-B14F-4D97-AF65-F5344CB8AC3E}">
        <p14:creationId xmlns:p14="http://schemas.microsoft.com/office/powerpoint/2010/main" val="3689301741"/>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2" presetClass="entr" presetSubtype="1" fill="hold" nodeType="withEffect">
                                  <p:stCondLst>
                                    <p:cond delay="0"/>
                                  </p:stCondLst>
                                  <p:childTnLst>
                                    <p:set>
                                      <p:cBhvr>
                                        <p:cTn id="6" dur="1" fill="hold">
                                          <p:stCondLst>
                                            <p:cond delay="0"/>
                                          </p:stCondLst>
                                        </p:cTn>
                                        <p:tgtEl>
                                          <p:spTgt spid="9"/>
                                        </p:tgtEl>
                                        <p:attrNameLst>
                                          <p:attrName>style.visibility</p:attrName>
                                        </p:attrNameLst>
                                      </p:cBhvr>
                                      <p:to>
                                        <p:strVal val="visible"/>
                                      </p:to>
                                    </p:set>
                                    <p:animEffect transition="in" filter="wipe(up)">
                                      <p:cBhvr>
                                        <p:cTn id="7" dur="1000"/>
                                        <p:tgtEl>
                                          <p:spTgt spid="9"/>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7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4" name="组合 3">
            <a:extLst>
              <a:ext uri="{FF2B5EF4-FFF2-40B4-BE49-F238E27FC236}">
                <a16:creationId xmlns:a16="http://schemas.microsoft.com/office/drawing/2014/main" id="{9A1EA9F2-FCB6-48C3-935F-7AE7E3AD14AC}"/>
              </a:ext>
            </a:extLst>
          </p:cNvPr>
          <p:cNvGrpSpPr/>
          <p:nvPr/>
        </p:nvGrpSpPr>
        <p:grpSpPr>
          <a:xfrm>
            <a:off x="304800" y="749300"/>
            <a:ext cx="6192343" cy="400110"/>
            <a:chOff x="424117" y="898245"/>
            <a:chExt cx="6192343" cy="400110"/>
          </a:xfrm>
        </p:grpSpPr>
        <p:sp>
          <p:nvSpPr>
            <p:cNvPr id="2" name="平行四边形 1">
              <a:extLst>
                <a:ext uri="{FF2B5EF4-FFF2-40B4-BE49-F238E27FC236}">
                  <a16:creationId xmlns:a16="http://schemas.microsoft.com/office/drawing/2014/main" id="{1F5BAA3F-9845-4F89-A2DD-8222D3E4EDAC}"/>
                </a:ext>
              </a:extLst>
            </p:cNvPr>
            <p:cNvSpPr/>
            <p:nvPr/>
          </p:nvSpPr>
          <p:spPr>
            <a:xfrm>
              <a:off x="424117" y="898245"/>
              <a:ext cx="711200" cy="387090"/>
            </a:xfrm>
            <a:prstGeom prst="parallelogram">
              <a:avLst/>
            </a:prstGeom>
            <a:solidFill>
              <a:schemeClr val="accent3">
                <a:lumMod val="75000"/>
              </a:schemeClr>
            </a:solidFill>
            <a:ln>
              <a:solidFill>
                <a:schemeClr val="accent3">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CN" sz="2200" dirty="0">
                  <a:latin typeface="Impact" panose="020B0806030902050204" pitchFamily="34" charset="0"/>
                </a:rPr>
                <a:t>02</a:t>
              </a:r>
              <a:endParaRPr lang="zh-CN" altLang="en-US" sz="2200" dirty="0">
                <a:latin typeface="Impact" panose="020B0806030902050204" pitchFamily="34" charset="0"/>
              </a:endParaRPr>
            </a:p>
          </p:txBody>
        </p:sp>
        <p:sp>
          <p:nvSpPr>
            <p:cNvPr id="3" name="文本框 2">
              <a:extLst>
                <a:ext uri="{FF2B5EF4-FFF2-40B4-BE49-F238E27FC236}">
                  <a16:creationId xmlns:a16="http://schemas.microsoft.com/office/drawing/2014/main" id="{4D6BD736-A4D3-4F26-AFED-36E11F50F70B}"/>
                </a:ext>
              </a:extLst>
            </p:cNvPr>
            <p:cNvSpPr txBox="1"/>
            <p:nvPr/>
          </p:nvSpPr>
          <p:spPr>
            <a:xfrm>
              <a:off x="1204755" y="898245"/>
              <a:ext cx="5411705" cy="400110"/>
            </a:xfrm>
            <a:prstGeom prst="rect">
              <a:avLst/>
            </a:prstGeom>
            <a:noFill/>
          </p:spPr>
          <p:txBody>
            <a:bodyPr wrap="square" rtlCol="0">
              <a:spAutoFit/>
            </a:bodyPr>
            <a:lstStyle/>
            <a:p>
              <a:r>
                <a:rPr lang="zh-CN" altLang="en-US" sz="2000" b="1" dirty="0"/>
                <a:t>奇偶校验</a:t>
              </a:r>
            </a:p>
          </p:txBody>
        </p:sp>
      </p:grpSp>
      <p:sp>
        <p:nvSpPr>
          <p:cNvPr id="5" name="矩形 4">
            <a:extLst>
              <a:ext uri="{FF2B5EF4-FFF2-40B4-BE49-F238E27FC236}">
                <a16:creationId xmlns:a16="http://schemas.microsoft.com/office/drawing/2014/main" id="{971D0C99-431C-4101-8C2B-F72D87047F3E}"/>
              </a:ext>
            </a:extLst>
          </p:cNvPr>
          <p:cNvSpPr/>
          <p:nvPr/>
        </p:nvSpPr>
        <p:spPr>
          <a:xfrm>
            <a:off x="1016000" y="1297642"/>
            <a:ext cx="256976" cy="256976"/>
          </a:xfrm>
          <a:prstGeom prst="rect">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6" name="íşlïḍè">
            <a:extLst>
              <a:ext uri="{FF2B5EF4-FFF2-40B4-BE49-F238E27FC236}">
                <a16:creationId xmlns:a16="http://schemas.microsoft.com/office/drawing/2014/main" id="{1839D133-07C9-44AB-879F-5F3648994379}"/>
              </a:ext>
            </a:extLst>
          </p:cNvPr>
          <p:cNvSpPr txBox="1"/>
          <p:nvPr/>
        </p:nvSpPr>
        <p:spPr>
          <a:xfrm>
            <a:off x="1333227" y="1297641"/>
            <a:ext cx="10475031" cy="256977"/>
          </a:xfrm>
          <a:prstGeom prst="rect">
            <a:avLst/>
          </a:prstGeom>
          <a:noFill/>
        </p:spPr>
        <p:txBody>
          <a:bodyPr wrap="square" lIns="91440" tIns="45720" rIns="91440" bIns="45720" anchor="ctr">
            <a:noAutofit/>
          </a:bodyPr>
          <a:lstStyle/>
          <a:p>
            <a:r>
              <a:rPr lang="zh-CN" altLang="en-US" b="1" dirty="0"/>
              <a:t>奇校验是在待发送的数据后面</a:t>
            </a:r>
            <a:r>
              <a:rPr lang="zh-CN" altLang="en-US" b="1" dirty="0">
                <a:solidFill>
                  <a:schemeClr val="accent1">
                    <a:lumMod val="75000"/>
                  </a:schemeClr>
                </a:solidFill>
              </a:rPr>
              <a:t>添加</a:t>
            </a:r>
            <a:r>
              <a:rPr lang="en-US" altLang="zh-CN" b="1" dirty="0">
                <a:solidFill>
                  <a:schemeClr val="accent1">
                    <a:lumMod val="75000"/>
                  </a:schemeClr>
                </a:solidFill>
              </a:rPr>
              <a:t>1</a:t>
            </a:r>
            <a:r>
              <a:rPr lang="zh-CN" altLang="en-US" b="1" dirty="0">
                <a:solidFill>
                  <a:schemeClr val="accent1">
                    <a:lumMod val="75000"/>
                  </a:schemeClr>
                </a:solidFill>
              </a:rPr>
              <a:t>个校验位</a:t>
            </a:r>
            <a:r>
              <a:rPr lang="zh-CN" altLang="en-US" b="1" dirty="0"/>
              <a:t>，使得添加该校验位后的整个数据中</a:t>
            </a:r>
            <a:r>
              <a:rPr lang="zh-CN" altLang="en-US" b="1" dirty="0">
                <a:solidFill>
                  <a:schemeClr val="accent1">
                    <a:lumMod val="75000"/>
                  </a:schemeClr>
                </a:solidFill>
              </a:rPr>
              <a:t>比特</a:t>
            </a:r>
            <a:r>
              <a:rPr lang="en-US" altLang="zh-CN" b="1" dirty="0">
                <a:solidFill>
                  <a:schemeClr val="accent1">
                    <a:lumMod val="75000"/>
                  </a:schemeClr>
                </a:solidFill>
              </a:rPr>
              <a:t>1</a:t>
            </a:r>
            <a:r>
              <a:rPr lang="zh-CN" altLang="en-US" b="1" dirty="0">
                <a:solidFill>
                  <a:schemeClr val="accent1">
                    <a:lumMod val="75000"/>
                  </a:schemeClr>
                </a:solidFill>
              </a:rPr>
              <a:t>的个数</a:t>
            </a:r>
            <a:r>
              <a:rPr lang="zh-CN" altLang="en-US" b="1" dirty="0"/>
              <a:t>为</a:t>
            </a:r>
            <a:r>
              <a:rPr lang="zh-CN" altLang="en-US" b="1" dirty="0">
                <a:solidFill>
                  <a:schemeClr val="accent1">
                    <a:lumMod val="75000"/>
                  </a:schemeClr>
                </a:solidFill>
              </a:rPr>
              <a:t>奇数</a:t>
            </a:r>
            <a:r>
              <a:rPr lang="zh-CN" altLang="en-US" b="1" dirty="0"/>
              <a:t>。</a:t>
            </a:r>
            <a:endParaRPr lang="en-US" altLang="zh-CN" b="1" dirty="0"/>
          </a:p>
        </p:txBody>
      </p:sp>
      <p:sp>
        <p:nvSpPr>
          <p:cNvPr id="7" name="矩形 6">
            <a:extLst>
              <a:ext uri="{FF2B5EF4-FFF2-40B4-BE49-F238E27FC236}">
                <a16:creationId xmlns:a16="http://schemas.microsoft.com/office/drawing/2014/main" id="{D4EA06D0-9D69-44E0-B618-0744E5734DE0}"/>
              </a:ext>
            </a:extLst>
          </p:cNvPr>
          <p:cNvSpPr/>
          <p:nvPr/>
        </p:nvSpPr>
        <p:spPr>
          <a:xfrm>
            <a:off x="1016000" y="1715871"/>
            <a:ext cx="256976" cy="256976"/>
          </a:xfrm>
          <a:prstGeom prst="rect">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8" name="íşlïḍè">
            <a:extLst>
              <a:ext uri="{FF2B5EF4-FFF2-40B4-BE49-F238E27FC236}">
                <a16:creationId xmlns:a16="http://schemas.microsoft.com/office/drawing/2014/main" id="{44494268-1883-4E3C-B842-B7B6E998938E}"/>
              </a:ext>
            </a:extLst>
          </p:cNvPr>
          <p:cNvSpPr txBox="1"/>
          <p:nvPr/>
        </p:nvSpPr>
        <p:spPr>
          <a:xfrm>
            <a:off x="1333227" y="1715870"/>
            <a:ext cx="10475031" cy="256977"/>
          </a:xfrm>
          <a:prstGeom prst="rect">
            <a:avLst/>
          </a:prstGeom>
          <a:noFill/>
        </p:spPr>
        <p:txBody>
          <a:bodyPr wrap="square" lIns="91440" tIns="45720" rIns="91440" bIns="45720" anchor="ctr">
            <a:noAutofit/>
          </a:bodyPr>
          <a:lstStyle/>
          <a:p>
            <a:r>
              <a:rPr lang="zh-CN" altLang="en-US" b="1" dirty="0"/>
              <a:t>偶校验是在待发送的数据后面</a:t>
            </a:r>
            <a:r>
              <a:rPr lang="zh-CN" altLang="en-US" b="1" dirty="0">
                <a:solidFill>
                  <a:schemeClr val="accent1">
                    <a:lumMod val="75000"/>
                  </a:schemeClr>
                </a:solidFill>
              </a:rPr>
              <a:t>添加</a:t>
            </a:r>
            <a:r>
              <a:rPr lang="en-US" altLang="zh-CN" b="1" dirty="0">
                <a:solidFill>
                  <a:schemeClr val="accent1">
                    <a:lumMod val="75000"/>
                  </a:schemeClr>
                </a:solidFill>
              </a:rPr>
              <a:t>1</a:t>
            </a:r>
            <a:r>
              <a:rPr lang="zh-CN" altLang="en-US" b="1" dirty="0">
                <a:solidFill>
                  <a:schemeClr val="accent1">
                    <a:lumMod val="75000"/>
                  </a:schemeClr>
                </a:solidFill>
              </a:rPr>
              <a:t>个校验位</a:t>
            </a:r>
            <a:r>
              <a:rPr lang="zh-CN" altLang="en-US" b="1" dirty="0"/>
              <a:t>，使得添加该校验位后的整个数据中</a:t>
            </a:r>
            <a:r>
              <a:rPr lang="zh-CN" altLang="en-US" b="1" dirty="0">
                <a:solidFill>
                  <a:schemeClr val="accent1">
                    <a:lumMod val="75000"/>
                  </a:schemeClr>
                </a:solidFill>
              </a:rPr>
              <a:t>比特</a:t>
            </a:r>
            <a:r>
              <a:rPr lang="en-US" altLang="zh-CN" b="1" dirty="0">
                <a:solidFill>
                  <a:schemeClr val="accent1">
                    <a:lumMod val="75000"/>
                  </a:schemeClr>
                </a:solidFill>
              </a:rPr>
              <a:t>1</a:t>
            </a:r>
            <a:r>
              <a:rPr lang="zh-CN" altLang="en-US" b="1" dirty="0">
                <a:solidFill>
                  <a:schemeClr val="accent1">
                    <a:lumMod val="75000"/>
                  </a:schemeClr>
                </a:solidFill>
              </a:rPr>
              <a:t>的个数</a:t>
            </a:r>
            <a:r>
              <a:rPr lang="zh-CN" altLang="en-US" b="1" dirty="0"/>
              <a:t>为</a:t>
            </a:r>
            <a:r>
              <a:rPr lang="zh-CN" altLang="en-US" b="1" dirty="0">
                <a:solidFill>
                  <a:schemeClr val="accent1">
                    <a:lumMod val="75000"/>
                  </a:schemeClr>
                </a:solidFill>
              </a:rPr>
              <a:t>偶数</a:t>
            </a:r>
            <a:r>
              <a:rPr lang="zh-CN" altLang="en-US" b="1" dirty="0"/>
              <a:t>。</a:t>
            </a:r>
            <a:endParaRPr lang="en-US" altLang="zh-CN" b="1" dirty="0"/>
          </a:p>
        </p:txBody>
      </p:sp>
      <p:grpSp>
        <p:nvGrpSpPr>
          <p:cNvPr id="39" name="组合 38">
            <a:extLst>
              <a:ext uri="{FF2B5EF4-FFF2-40B4-BE49-F238E27FC236}">
                <a16:creationId xmlns:a16="http://schemas.microsoft.com/office/drawing/2014/main" id="{3DF54BC2-CF8F-4E83-A832-B5E29A9D6D2A}"/>
              </a:ext>
            </a:extLst>
          </p:cNvPr>
          <p:cNvGrpSpPr/>
          <p:nvPr/>
        </p:nvGrpSpPr>
        <p:grpSpPr>
          <a:xfrm>
            <a:off x="1536951" y="2103871"/>
            <a:ext cx="9131253" cy="641082"/>
            <a:chOff x="1178428" y="2118570"/>
            <a:chExt cx="9131253" cy="641082"/>
          </a:xfrm>
        </p:grpSpPr>
        <p:cxnSp>
          <p:nvCxnSpPr>
            <p:cNvPr id="10" name="直接连接符 9">
              <a:extLst>
                <a:ext uri="{FF2B5EF4-FFF2-40B4-BE49-F238E27FC236}">
                  <a16:creationId xmlns:a16="http://schemas.microsoft.com/office/drawing/2014/main" id="{5777D45A-2EFA-4218-A7B0-205A3E5F6A84}"/>
                </a:ext>
              </a:extLst>
            </p:cNvPr>
            <p:cNvCxnSpPr>
              <a:cxnSpLocks/>
            </p:cNvCxnSpPr>
            <p:nvPr/>
          </p:nvCxnSpPr>
          <p:spPr>
            <a:xfrm>
              <a:off x="1509835" y="2585975"/>
              <a:ext cx="8468439"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pic>
          <p:nvPicPr>
            <p:cNvPr id="11" name="图形 10">
              <a:extLst>
                <a:ext uri="{FF2B5EF4-FFF2-40B4-BE49-F238E27FC236}">
                  <a16:creationId xmlns:a16="http://schemas.microsoft.com/office/drawing/2014/main" id="{9C763F9A-7C51-42E2-BD80-23E0BB34B7D7}"/>
                </a:ext>
              </a:extLst>
            </p:cNvPr>
            <p:cNvPicPr>
              <a:picLocks noChangeAspect="1"/>
            </p:cNvPicPr>
            <p:nvPr/>
          </p:nvPicPr>
          <p:blipFill>
            <a:blip r:embed="rId3">
              <a:extLst>
                <a:ext uri="{28A0092B-C50C-407E-A947-70E740481C1C}">
                  <a14:useLocalDpi xmlns:a14="http://schemas.microsoft.com/office/drawing/2010/main" val="0"/>
                </a:ext>
                <a:ext uri="{96DAC541-7B7A-43D3-8B79-37D633B846F1}">
                  <asvg:svgBlip xmlns:asvg="http://schemas.microsoft.com/office/drawing/2016/SVG/main" r:embed="rId4"/>
                </a:ext>
              </a:extLst>
            </a:blip>
            <a:stretch>
              <a:fillRect/>
            </a:stretch>
          </p:blipFill>
          <p:spPr>
            <a:xfrm>
              <a:off x="1178428" y="2118570"/>
              <a:ext cx="662814" cy="641082"/>
            </a:xfrm>
            <a:prstGeom prst="rect">
              <a:avLst/>
            </a:prstGeom>
          </p:spPr>
        </p:pic>
        <p:pic>
          <p:nvPicPr>
            <p:cNvPr id="12" name="图形 11">
              <a:extLst>
                <a:ext uri="{FF2B5EF4-FFF2-40B4-BE49-F238E27FC236}">
                  <a16:creationId xmlns:a16="http://schemas.microsoft.com/office/drawing/2014/main" id="{F2585B3D-C730-4C53-95DA-9CD886C34B82}"/>
                </a:ext>
              </a:extLst>
            </p:cNvPr>
            <p:cNvPicPr>
              <a:picLocks noChangeAspect="1"/>
            </p:cNvPicPr>
            <p:nvPr/>
          </p:nvPicPr>
          <p:blipFill>
            <a:blip r:embed="rId3">
              <a:extLst>
                <a:ext uri="{28A0092B-C50C-407E-A947-70E740481C1C}">
                  <a14:useLocalDpi xmlns:a14="http://schemas.microsoft.com/office/drawing/2010/main" val="0"/>
                </a:ext>
                <a:ext uri="{96DAC541-7B7A-43D3-8B79-37D633B846F1}">
                  <asvg:svgBlip xmlns:asvg="http://schemas.microsoft.com/office/drawing/2016/SVG/main" r:embed="rId4"/>
                </a:ext>
              </a:extLst>
            </a:blip>
            <a:stretch>
              <a:fillRect/>
            </a:stretch>
          </p:blipFill>
          <p:spPr>
            <a:xfrm>
              <a:off x="9646867" y="2118570"/>
              <a:ext cx="662814" cy="641082"/>
            </a:xfrm>
            <a:prstGeom prst="rect">
              <a:avLst/>
            </a:prstGeom>
          </p:spPr>
        </p:pic>
      </p:grpSp>
      <p:sp>
        <p:nvSpPr>
          <p:cNvPr id="86" name="íşlïḍè">
            <a:extLst>
              <a:ext uri="{FF2B5EF4-FFF2-40B4-BE49-F238E27FC236}">
                <a16:creationId xmlns:a16="http://schemas.microsoft.com/office/drawing/2014/main" id="{DED6A552-DFCC-4D46-A87B-30B2F4721F64}"/>
              </a:ext>
            </a:extLst>
          </p:cNvPr>
          <p:cNvSpPr txBox="1"/>
          <p:nvPr/>
        </p:nvSpPr>
        <p:spPr>
          <a:xfrm>
            <a:off x="3955914" y="5708313"/>
            <a:ext cx="4287539" cy="256977"/>
          </a:xfrm>
          <a:prstGeom prst="rect">
            <a:avLst/>
          </a:prstGeom>
          <a:noFill/>
        </p:spPr>
        <p:txBody>
          <a:bodyPr wrap="square" lIns="91440" tIns="45720" rIns="91440" bIns="45720" anchor="ctr">
            <a:noAutofit/>
          </a:bodyPr>
          <a:lstStyle/>
          <a:p>
            <a:r>
              <a:rPr lang="zh-CN" altLang="en-US" b="1" dirty="0">
                <a:solidFill>
                  <a:schemeClr val="accent1"/>
                </a:solidFill>
              </a:rPr>
              <a:t>“</a:t>
            </a:r>
            <a:r>
              <a:rPr lang="en-US" altLang="zh-CN" b="1" dirty="0">
                <a:solidFill>
                  <a:schemeClr val="accent1"/>
                </a:solidFill>
              </a:rPr>
              <a:t>1</a:t>
            </a:r>
            <a:r>
              <a:rPr lang="zh-CN" altLang="en-US" b="1" dirty="0">
                <a:solidFill>
                  <a:schemeClr val="accent1"/>
                </a:solidFill>
              </a:rPr>
              <a:t>”数量的偶性不改变，不能检出错误。</a:t>
            </a:r>
            <a:endParaRPr lang="en-US" altLang="zh-CN" b="1" dirty="0">
              <a:solidFill>
                <a:schemeClr val="accent1"/>
              </a:solidFill>
            </a:endParaRPr>
          </a:p>
        </p:txBody>
      </p:sp>
      <p:grpSp>
        <p:nvGrpSpPr>
          <p:cNvPr id="42" name="组合 41">
            <a:extLst>
              <a:ext uri="{FF2B5EF4-FFF2-40B4-BE49-F238E27FC236}">
                <a16:creationId xmlns:a16="http://schemas.microsoft.com/office/drawing/2014/main" id="{3ADC7415-9363-4C02-8707-90F25A65D876}"/>
              </a:ext>
            </a:extLst>
          </p:cNvPr>
          <p:cNvGrpSpPr/>
          <p:nvPr/>
        </p:nvGrpSpPr>
        <p:grpSpPr>
          <a:xfrm>
            <a:off x="1354732" y="2880310"/>
            <a:ext cx="9502855" cy="256977"/>
            <a:chOff x="1354732" y="3302872"/>
            <a:chExt cx="9502855" cy="256977"/>
          </a:xfrm>
        </p:grpSpPr>
        <p:sp>
          <p:nvSpPr>
            <p:cNvPr id="40" name="íşlïḍè">
              <a:extLst>
                <a:ext uri="{FF2B5EF4-FFF2-40B4-BE49-F238E27FC236}">
                  <a16:creationId xmlns:a16="http://schemas.microsoft.com/office/drawing/2014/main" id="{208F611B-54CB-481A-B14E-622F008CE443}"/>
                </a:ext>
              </a:extLst>
            </p:cNvPr>
            <p:cNvSpPr txBox="1"/>
            <p:nvPr/>
          </p:nvSpPr>
          <p:spPr>
            <a:xfrm>
              <a:off x="1354732" y="3302872"/>
              <a:ext cx="1041581" cy="256977"/>
            </a:xfrm>
            <a:prstGeom prst="rect">
              <a:avLst/>
            </a:prstGeom>
            <a:noFill/>
          </p:spPr>
          <p:txBody>
            <a:bodyPr wrap="square" lIns="91440" tIns="45720" rIns="91440" bIns="45720" anchor="ctr">
              <a:noAutofit/>
            </a:bodyPr>
            <a:lstStyle/>
            <a:p>
              <a:pPr algn="ctr"/>
              <a:r>
                <a:rPr lang="zh-CN" altLang="en-US" b="1" dirty="0"/>
                <a:t>偶校验</a:t>
              </a:r>
              <a:endParaRPr lang="en-US" altLang="zh-CN" b="1" dirty="0"/>
            </a:p>
          </p:txBody>
        </p:sp>
        <p:sp>
          <p:nvSpPr>
            <p:cNvPr id="41" name="íşlïḍè">
              <a:extLst>
                <a:ext uri="{FF2B5EF4-FFF2-40B4-BE49-F238E27FC236}">
                  <a16:creationId xmlns:a16="http://schemas.microsoft.com/office/drawing/2014/main" id="{5AC98E50-A602-4681-9A4F-AD54202C61CD}"/>
                </a:ext>
              </a:extLst>
            </p:cNvPr>
            <p:cNvSpPr txBox="1"/>
            <p:nvPr/>
          </p:nvSpPr>
          <p:spPr>
            <a:xfrm>
              <a:off x="9816006" y="3302872"/>
              <a:ext cx="1041581" cy="256977"/>
            </a:xfrm>
            <a:prstGeom prst="rect">
              <a:avLst/>
            </a:prstGeom>
            <a:noFill/>
          </p:spPr>
          <p:txBody>
            <a:bodyPr wrap="square" lIns="91440" tIns="45720" rIns="91440" bIns="45720" anchor="ctr">
              <a:noAutofit/>
            </a:bodyPr>
            <a:lstStyle/>
            <a:p>
              <a:pPr algn="ctr"/>
              <a:r>
                <a:rPr lang="zh-CN" altLang="en-US" b="1" dirty="0"/>
                <a:t>偶校验</a:t>
              </a:r>
              <a:endParaRPr lang="en-US" altLang="zh-CN" b="1" dirty="0"/>
            </a:p>
          </p:txBody>
        </p:sp>
      </p:grpSp>
      <p:grpSp>
        <p:nvGrpSpPr>
          <p:cNvPr id="37" name="组合 36">
            <a:extLst>
              <a:ext uri="{FF2B5EF4-FFF2-40B4-BE49-F238E27FC236}">
                <a16:creationId xmlns:a16="http://schemas.microsoft.com/office/drawing/2014/main" id="{D69925A9-C859-4347-A05F-CDC4687E3491}"/>
              </a:ext>
            </a:extLst>
          </p:cNvPr>
          <p:cNvGrpSpPr/>
          <p:nvPr/>
        </p:nvGrpSpPr>
        <p:grpSpPr>
          <a:xfrm>
            <a:off x="930630" y="3728030"/>
            <a:ext cx="2047585" cy="210508"/>
            <a:chOff x="2681867" y="4134493"/>
            <a:chExt cx="2047585" cy="210508"/>
          </a:xfrm>
        </p:grpSpPr>
        <p:sp>
          <p:nvSpPr>
            <p:cNvPr id="17" name="六边形 16">
              <a:extLst>
                <a:ext uri="{FF2B5EF4-FFF2-40B4-BE49-F238E27FC236}">
                  <a16:creationId xmlns:a16="http://schemas.microsoft.com/office/drawing/2014/main" id="{72D03B14-955E-4F48-84FA-24E3CD91B887}"/>
                </a:ext>
              </a:extLst>
            </p:cNvPr>
            <p:cNvSpPr/>
            <p:nvPr/>
          </p:nvSpPr>
          <p:spPr>
            <a:xfrm>
              <a:off x="2681867" y="4134493"/>
              <a:ext cx="335500" cy="210508"/>
            </a:xfrm>
            <a:prstGeom prst="hexagon">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CN" b="1" dirty="0">
                  <a:solidFill>
                    <a:schemeClr val="tx1"/>
                  </a:solidFill>
                </a:rPr>
                <a:t>1</a:t>
              </a:r>
              <a:endParaRPr lang="zh-CN" altLang="en-US" b="1" dirty="0">
                <a:solidFill>
                  <a:schemeClr val="tx1"/>
                </a:solidFill>
              </a:endParaRPr>
            </a:p>
          </p:txBody>
        </p:sp>
        <p:sp>
          <p:nvSpPr>
            <p:cNvPr id="18" name="六边形 17">
              <a:extLst>
                <a:ext uri="{FF2B5EF4-FFF2-40B4-BE49-F238E27FC236}">
                  <a16:creationId xmlns:a16="http://schemas.microsoft.com/office/drawing/2014/main" id="{746A2A15-655F-4663-98BD-DC56FED2B69A}"/>
                </a:ext>
              </a:extLst>
            </p:cNvPr>
            <p:cNvSpPr/>
            <p:nvPr/>
          </p:nvSpPr>
          <p:spPr>
            <a:xfrm>
              <a:off x="3024284" y="4134493"/>
              <a:ext cx="335500" cy="210508"/>
            </a:xfrm>
            <a:prstGeom prst="hexagon">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CN" b="1" dirty="0">
                  <a:solidFill>
                    <a:schemeClr val="tx1"/>
                  </a:solidFill>
                </a:rPr>
                <a:t>0</a:t>
              </a:r>
              <a:endParaRPr lang="zh-CN" altLang="en-US" b="1" dirty="0">
                <a:solidFill>
                  <a:schemeClr val="tx1"/>
                </a:solidFill>
              </a:endParaRPr>
            </a:p>
          </p:txBody>
        </p:sp>
        <p:sp>
          <p:nvSpPr>
            <p:cNvPr id="19" name="六边形 18">
              <a:extLst>
                <a:ext uri="{FF2B5EF4-FFF2-40B4-BE49-F238E27FC236}">
                  <a16:creationId xmlns:a16="http://schemas.microsoft.com/office/drawing/2014/main" id="{388124B0-C89C-44D3-A52E-2F1CA27A7738}"/>
                </a:ext>
              </a:extLst>
            </p:cNvPr>
            <p:cNvSpPr/>
            <p:nvPr/>
          </p:nvSpPr>
          <p:spPr>
            <a:xfrm>
              <a:off x="3366701" y="4134493"/>
              <a:ext cx="335500" cy="210508"/>
            </a:xfrm>
            <a:prstGeom prst="hexagon">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CN" b="1" dirty="0">
                  <a:solidFill>
                    <a:schemeClr val="tx1"/>
                  </a:solidFill>
                </a:rPr>
                <a:t>1</a:t>
              </a:r>
              <a:endParaRPr lang="zh-CN" altLang="en-US" b="1" dirty="0">
                <a:solidFill>
                  <a:schemeClr val="tx1"/>
                </a:solidFill>
              </a:endParaRPr>
            </a:p>
          </p:txBody>
        </p:sp>
        <p:sp>
          <p:nvSpPr>
            <p:cNvPr id="20" name="六边形 19">
              <a:extLst>
                <a:ext uri="{FF2B5EF4-FFF2-40B4-BE49-F238E27FC236}">
                  <a16:creationId xmlns:a16="http://schemas.microsoft.com/office/drawing/2014/main" id="{D1917311-3FF1-4F80-BBA0-CF43ABF07320}"/>
                </a:ext>
              </a:extLst>
            </p:cNvPr>
            <p:cNvSpPr/>
            <p:nvPr/>
          </p:nvSpPr>
          <p:spPr>
            <a:xfrm>
              <a:off x="3709118" y="4134493"/>
              <a:ext cx="335500" cy="210508"/>
            </a:xfrm>
            <a:prstGeom prst="hexagon">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CN" b="1" dirty="0">
                  <a:solidFill>
                    <a:schemeClr val="tx1"/>
                  </a:solidFill>
                </a:rPr>
                <a:t>1</a:t>
              </a:r>
              <a:endParaRPr lang="zh-CN" altLang="en-US" b="1" dirty="0">
                <a:solidFill>
                  <a:schemeClr val="tx1"/>
                </a:solidFill>
              </a:endParaRPr>
            </a:p>
          </p:txBody>
        </p:sp>
        <p:sp>
          <p:nvSpPr>
            <p:cNvPr id="21" name="六边形 20">
              <a:extLst>
                <a:ext uri="{FF2B5EF4-FFF2-40B4-BE49-F238E27FC236}">
                  <a16:creationId xmlns:a16="http://schemas.microsoft.com/office/drawing/2014/main" id="{C3D4F2AE-BE4C-42B0-A30F-EEF7848DD172}"/>
                </a:ext>
              </a:extLst>
            </p:cNvPr>
            <p:cNvSpPr/>
            <p:nvPr/>
          </p:nvSpPr>
          <p:spPr>
            <a:xfrm>
              <a:off x="4051535" y="4134493"/>
              <a:ext cx="335500" cy="210508"/>
            </a:xfrm>
            <a:prstGeom prst="hexagon">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CN" b="1" dirty="0">
                  <a:solidFill>
                    <a:schemeClr val="tx1"/>
                  </a:solidFill>
                </a:rPr>
                <a:t>0</a:t>
              </a:r>
              <a:endParaRPr lang="zh-CN" altLang="en-US" b="1" dirty="0">
                <a:solidFill>
                  <a:schemeClr val="tx1"/>
                </a:solidFill>
              </a:endParaRPr>
            </a:p>
          </p:txBody>
        </p:sp>
        <p:sp>
          <p:nvSpPr>
            <p:cNvPr id="22" name="六边形 21">
              <a:extLst>
                <a:ext uri="{FF2B5EF4-FFF2-40B4-BE49-F238E27FC236}">
                  <a16:creationId xmlns:a16="http://schemas.microsoft.com/office/drawing/2014/main" id="{0BC4B352-5A2D-4E88-93E3-EBCB5D153516}"/>
                </a:ext>
              </a:extLst>
            </p:cNvPr>
            <p:cNvSpPr/>
            <p:nvPr/>
          </p:nvSpPr>
          <p:spPr>
            <a:xfrm>
              <a:off x="4393952" y="4134493"/>
              <a:ext cx="335500" cy="210508"/>
            </a:xfrm>
            <a:prstGeom prst="hexagon">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CN" b="1" dirty="0">
                  <a:solidFill>
                    <a:schemeClr val="tx1"/>
                  </a:solidFill>
                </a:rPr>
                <a:t>1</a:t>
              </a:r>
              <a:endParaRPr lang="zh-CN" altLang="en-US" b="1" dirty="0">
                <a:solidFill>
                  <a:schemeClr val="tx1"/>
                </a:solidFill>
              </a:endParaRPr>
            </a:p>
          </p:txBody>
        </p:sp>
      </p:grpSp>
      <p:sp>
        <p:nvSpPr>
          <p:cNvPr id="43" name="椭圆 42">
            <a:extLst>
              <a:ext uri="{FF2B5EF4-FFF2-40B4-BE49-F238E27FC236}">
                <a16:creationId xmlns:a16="http://schemas.microsoft.com/office/drawing/2014/main" id="{8B288764-AFF1-4C08-B01D-66A1192081A7}"/>
              </a:ext>
            </a:extLst>
          </p:cNvPr>
          <p:cNvSpPr/>
          <p:nvPr/>
        </p:nvSpPr>
        <p:spPr>
          <a:xfrm>
            <a:off x="619595" y="3686421"/>
            <a:ext cx="293725" cy="293725"/>
          </a:xfrm>
          <a:prstGeom prst="ellipse">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CN" b="1" dirty="0">
                <a:solidFill>
                  <a:schemeClr val="tx1"/>
                </a:solidFill>
              </a:rPr>
              <a:t>0</a:t>
            </a:r>
            <a:endParaRPr lang="zh-CN" altLang="en-US" b="1" dirty="0">
              <a:solidFill>
                <a:schemeClr val="tx1"/>
              </a:solidFill>
            </a:endParaRPr>
          </a:p>
        </p:txBody>
      </p:sp>
      <p:grpSp>
        <p:nvGrpSpPr>
          <p:cNvPr id="111" name="组合 110">
            <a:extLst>
              <a:ext uri="{FF2B5EF4-FFF2-40B4-BE49-F238E27FC236}">
                <a16:creationId xmlns:a16="http://schemas.microsoft.com/office/drawing/2014/main" id="{DEFF1C39-6253-4516-B0E8-1B315442A670}"/>
              </a:ext>
            </a:extLst>
          </p:cNvPr>
          <p:cNvGrpSpPr/>
          <p:nvPr/>
        </p:nvGrpSpPr>
        <p:grpSpPr>
          <a:xfrm>
            <a:off x="2978215" y="3190842"/>
            <a:ext cx="8607344" cy="789304"/>
            <a:chOff x="2978215" y="3190842"/>
            <a:chExt cx="8607344" cy="789304"/>
          </a:xfrm>
        </p:grpSpPr>
        <p:grpSp>
          <p:nvGrpSpPr>
            <p:cNvPr id="52" name="组合 51">
              <a:extLst>
                <a:ext uri="{FF2B5EF4-FFF2-40B4-BE49-F238E27FC236}">
                  <a16:creationId xmlns:a16="http://schemas.microsoft.com/office/drawing/2014/main" id="{E1897878-6EC9-42DB-B551-5E1295B88894}"/>
                </a:ext>
              </a:extLst>
            </p:cNvPr>
            <p:cNvGrpSpPr/>
            <p:nvPr/>
          </p:nvGrpSpPr>
          <p:grpSpPr>
            <a:xfrm>
              <a:off x="9226939" y="3686421"/>
              <a:ext cx="2358620" cy="293725"/>
              <a:chOff x="2892150" y="5022586"/>
              <a:chExt cx="2358620" cy="293725"/>
            </a:xfrm>
          </p:grpSpPr>
          <p:grpSp>
            <p:nvGrpSpPr>
              <p:cNvPr id="44" name="组合 43">
                <a:extLst>
                  <a:ext uri="{FF2B5EF4-FFF2-40B4-BE49-F238E27FC236}">
                    <a16:creationId xmlns:a16="http://schemas.microsoft.com/office/drawing/2014/main" id="{7A047028-715A-4402-8269-606C6A926C42}"/>
                  </a:ext>
                </a:extLst>
              </p:cNvPr>
              <p:cNvGrpSpPr/>
              <p:nvPr/>
            </p:nvGrpSpPr>
            <p:grpSpPr>
              <a:xfrm>
                <a:off x="3203185" y="5064195"/>
                <a:ext cx="2047585" cy="210508"/>
                <a:chOff x="2681867" y="4134493"/>
                <a:chExt cx="2047585" cy="210508"/>
              </a:xfrm>
            </p:grpSpPr>
            <p:sp>
              <p:nvSpPr>
                <p:cNvPr id="45" name="六边形 44">
                  <a:extLst>
                    <a:ext uri="{FF2B5EF4-FFF2-40B4-BE49-F238E27FC236}">
                      <a16:creationId xmlns:a16="http://schemas.microsoft.com/office/drawing/2014/main" id="{D8CD7CE4-1ACD-4898-A88D-E87E2666DBA9}"/>
                    </a:ext>
                  </a:extLst>
                </p:cNvPr>
                <p:cNvSpPr/>
                <p:nvPr/>
              </p:nvSpPr>
              <p:spPr>
                <a:xfrm>
                  <a:off x="2681867" y="4134493"/>
                  <a:ext cx="335500" cy="210508"/>
                </a:xfrm>
                <a:prstGeom prst="hexagon">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CN" b="1" dirty="0">
                      <a:solidFill>
                        <a:schemeClr val="tx1"/>
                      </a:solidFill>
                    </a:rPr>
                    <a:t>1</a:t>
                  </a:r>
                  <a:endParaRPr lang="zh-CN" altLang="en-US" b="1" dirty="0">
                    <a:solidFill>
                      <a:schemeClr val="tx1"/>
                    </a:solidFill>
                  </a:endParaRPr>
                </a:p>
              </p:txBody>
            </p:sp>
            <p:sp>
              <p:nvSpPr>
                <p:cNvPr id="46" name="六边形 45">
                  <a:extLst>
                    <a:ext uri="{FF2B5EF4-FFF2-40B4-BE49-F238E27FC236}">
                      <a16:creationId xmlns:a16="http://schemas.microsoft.com/office/drawing/2014/main" id="{19ADD155-F328-48DE-AD19-C239EC21725E}"/>
                    </a:ext>
                  </a:extLst>
                </p:cNvPr>
                <p:cNvSpPr/>
                <p:nvPr/>
              </p:nvSpPr>
              <p:spPr>
                <a:xfrm>
                  <a:off x="3024284" y="4134493"/>
                  <a:ext cx="335500" cy="210508"/>
                </a:xfrm>
                <a:prstGeom prst="hexagon">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CN" b="1" dirty="0">
                      <a:solidFill>
                        <a:schemeClr val="tx1"/>
                      </a:solidFill>
                    </a:rPr>
                    <a:t>0</a:t>
                  </a:r>
                  <a:endParaRPr lang="zh-CN" altLang="en-US" b="1" dirty="0">
                    <a:solidFill>
                      <a:schemeClr val="tx1"/>
                    </a:solidFill>
                  </a:endParaRPr>
                </a:p>
              </p:txBody>
            </p:sp>
            <p:sp>
              <p:nvSpPr>
                <p:cNvPr id="47" name="六边形 46">
                  <a:extLst>
                    <a:ext uri="{FF2B5EF4-FFF2-40B4-BE49-F238E27FC236}">
                      <a16:creationId xmlns:a16="http://schemas.microsoft.com/office/drawing/2014/main" id="{31B7C469-756B-4875-9762-FDB619154CA6}"/>
                    </a:ext>
                  </a:extLst>
                </p:cNvPr>
                <p:cNvSpPr/>
                <p:nvPr/>
              </p:nvSpPr>
              <p:spPr>
                <a:xfrm>
                  <a:off x="3366701" y="4134493"/>
                  <a:ext cx="335500" cy="210508"/>
                </a:xfrm>
                <a:prstGeom prst="hexagon">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CN" b="1" dirty="0">
                      <a:solidFill>
                        <a:schemeClr val="tx1"/>
                      </a:solidFill>
                    </a:rPr>
                    <a:t>1</a:t>
                  </a:r>
                  <a:endParaRPr lang="zh-CN" altLang="en-US" b="1" dirty="0">
                    <a:solidFill>
                      <a:schemeClr val="tx1"/>
                    </a:solidFill>
                  </a:endParaRPr>
                </a:p>
              </p:txBody>
            </p:sp>
            <p:sp>
              <p:nvSpPr>
                <p:cNvPr id="48" name="六边形 47">
                  <a:extLst>
                    <a:ext uri="{FF2B5EF4-FFF2-40B4-BE49-F238E27FC236}">
                      <a16:creationId xmlns:a16="http://schemas.microsoft.com/office/drawing/2014/main" id="{5FA81923-8D9E-4BDB-9292-B939CC2F2D31}"/>
                    </a:ext>
                  </a:extLst>
                </p:cNvPr>
                <p:cNvSpPr/>
                <p:nvPr/>
              </p:nvSpPr>
              <p:spPr>
                <a:xfrm>
                  <a:off x="3709118" y="4134493"/>
                  <a:ext cx="335500" cy="210508"/>
                </a:xfrm>
                <a:prstGeom prst="hexagon">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CN" b="1" dirty="0">
                      <a:solidFill>
                        <a:schemeClr val="tx1"/>
                      </a:solidFill>
                    </a:rPr>
                    <a:t>1</a:t>
                  </a:r>
                  <a:endParaRPr lang="zh-CN" altLang="en-US" b="1" dirty="0">
                    <a:solidFill>
                      <a:schemeClr val="tx1"/>
                    </a:solidFill>
                  </a:endParaRPr>
                </a:p>
              </p:txBody>
            </p:sp>
            <p:sp>
              <p:nvSpPr>
                <p:cNvPr id="49" name="六边形 48">
                  <a:extLst>
                    <a:ext uri="{FF2B5EF4-FFF2-40B4-BE49-F238E27FC236}">
                      <a16:creationId xmlns:a16="http://schemas.microsoft.com/office/drawing/2014/main" id="{3908D744-A005-41D5-851B-5F9699716A9E}"/>
                    </a:ext>
                  </a:extLst>
                </p:cNvPr>
                <p:cNvSpPr/>
                <p:nvPr/>
              </p:nvSpPr>
              <p:spPr>
                <a:xfrm>
                  <a:off x="4051535" y="4134493"/>
                  <a:ext cx="335500" cy="210508"/>
                </a:xfrm>
                <a:prstGeom prst="hexagon">
                  <a:avLst/>
                </a:prstGeom>
                <a:solidFill>
                  <a:schemeClr val="accent1">
                    <a:lumMod val="75000"/>
                  </a:schemeClr>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CN" b="1" dirty="0">
                      <a:solidFill>
                        <a:schemeClr val="bg1"/>
                      </a:solidFill>
                    </a:rPr>
                    <a:t>1</a:t>
                  </a:r>
                  <a:endParaRPr lang="zh-CN" altLang="en-US" b="1" dirty="0">
                    <a:solidFill>
                      <a:schemeClr val="bg1"/>
                    </a:solidFill>
                  </a:endParaRPr>
                </a:p>
              </p:txBody>
            </p:sp>
            <p:sp>
              <p:nvSpPr>
                <p:cNvPr id="50" name="六边形 49">
                  <a:extLst>
                    <a:ext uri="{FF2B5EF4-FFF2-40B4-BE49-F238E27FC236}">
                      <a16:creationId xmlns:a16="http://schemas.microsoft.com/office/drawing/2014/main" id="{DB08D565-DA03-4826-8FED-878EAD0248EF}"/>
                    </a:ext>
                  </a:extLst>
                </p:cNvPr>
                <p:cNvSpPr/>
                <p:nvPr/>
              </p:nvSpPr>
              <p:spPr>
                <a:xfrm>
                  <a:off x="4393952" y="4134493"/>
                  <a:ext cx="335500" cy="210508"/>
                </a:xfrm>
                <a:prstGeom prst="hexagon">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CN" b="1" dirty="0">
                      <a:solidFill>
                        <a:schemeClr val="tx1"/>
                      </a:solidFill>
                    </a:rPr>
                    <a:t>1</a:t>
                  </a:r>
                  <a:endParaRPr lang="zh-CN" altLang="en-US" b="1" dirty="0">
                    <a:solidFill>
                      <a:schemeClr val="tx1"/>
                    </a:solidFill>
                  </a:endParaRPr>
                </a:p>
              </p:txBody>
            </p:sp>
          </p:grpSp>
          <p:sp>
            <p:nvSpPr>
              <p:cNvPr id="51" name="椭圆 50">
                <a:extLst>
                  <a:ext uri="{FF2B5EF4-FFF2-40B4-BE49-F238E27FC236}">
                    <a16:creationId xmlns:a16="http://schemas.microsoft.com/office/drawing/2014/main" id="{DF691906-4A3F-42E0-8701-0FD15362B30D}"/>
                  </a:ext>
                </a:extLst>
              </p:cNvPr>
              <p:cNvSpPr/>
              <p:nvPr/>
            </p:nvSpPr>
            <p:spPr>
              <a:xfrm>
                <a:off x="2892150" y="5022586"/>
                <a:ext cx="293725" cy="293725"/>
              </a:xfrm>
              <a:prstGeom prst="ellipse">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CN" b="1" dirty="0">
                    <a:solidFill>
                      <a:schemeClr val="tx1"/>
                    </a:solidFill>
                  </a:rPr>
                  <a:t>0</a:t>
                </a:r>
                <a:endParaRPr lang="zh-CN" altLang="en-US" b="1" dirty="0">
                  <a:solidFill>
                    <a:schemeClr val="tx1"/>
                  </a:solidFill>
                </a:endParaRPr>
              </a:p>
            </p:txBody>
          </p:sp>
        </p:grpSp>
        <p:cxnSp>
          <p:nvCxnSpPr>
            <p:cNvPr id="54" name="直接箭头连接符 53">
              <a:extLst>
                <a:ext uri="{FF2B5EF4-FFF2-40B4-BE49-F238E27FC236}">
                  <a16:creationId xmlns:a16="http://schemas.microsoft.com/office/drawing/2014/main" id="{1EE514D4-2252-4D12-A8C4-4D71F33120FF}"/>
                </a:ext>
              </a:extLst>
            </p:cNvPr>
            <p:cNvCxnSpPr>
              <a:stCxn id="22" idx="0"/>
              <a:endCxn id="51" idx="2"/>
            </p:cNvCxnSpPr>
            <p:nvPr/>
          </p:nvCxnSpPr>
          <p:spPr>
            <a:xfrm>
              <a:off x="2978215" y="3833284"/>
              <a:ext cx="6248724" cy="0"/>
            </a:xfrm>
            <a:prstGeom prst="straightConnector1">
              <a:avLst/>
            </a:prstGeom>
            <a:ln w="25400">
              <a:solidFill>
                <a:schemeClr val="tx1"/>
              </a:solidFill>
              <a:prstDash val="dash"/>
              <a:tailEnd type="triangle" w="med" len="lg"/>
            </a:ln>
          </p:spPr>
          <p:style>
            <a:lnRef idx="1">
              <a:schemeClr val="accent1"/>
            </a:lnRef>
            <a:fillRef idx="0">
              <a:schemeClr val="accent1"/>
            </a:fillRef>
            <a:effectRef idx="0">
              <a:schemeClr val="accent1"/>
            </a:effectRef>
            <a:fontRef idx="minor">
              <a:schemeClr val="tx1"/>
            </a:fontRef>
          </p:style>
        </p:cxnSp>
        <p:sp>
          <p:nvSpPr>
            <p:cNvPr id="56" name="íşlïḍè">
              <a:extLst>
                <a:ext uri="{FF2B5EF4-FFF2-40B4-BE49-F238E27FC236}">
                  <a16:creationId xmlns:a16="http://schemas.microsoft.com/office/drawing/2014/main" id="{A2F05AD3-6990-491A-AE37-973ECBE7D139}"/>
                </a:ext>
              </a:extLst>
            </p:cNvPr>
            <p:cNvSpPr txBox="1"/>
            <p:nvPr/>
          </p:nvSpPr>
          <p:spPr>
            <a:xfrm>
              <a:off x="4535471" y="3190842"/>
              <a:ext cx="3293187" cy="256977"/>
            </a:xfrm>
            <a:prstGeom prst="rect">
              <a:avLst/>
            </a:prstGeom>
            <a:noFill/>
          </p:spPr>
          <p:txBody>
            <a:bodyPr wrap="square" lIns="91440" tIns="45720" rIns="91440" bIns="45720" anchor="ctr">
              <a:noAutofit/>
            </a:bodyPr>
            <a:lstStyle/>
            <a:p>
              <a:r>
                <a:rPr lang="zh-CN" altLang="en-US" b="1" dirty="0"/>
                <a:t>产生</a:t>
              </a:r>
              <a:r>
                <a:rPr lang="en-US" altLang="zh-CN" b="1" dirty="0">
                  <a:solidFill>
                    <a:schemeClr val="accent4"/>
                  </a:solidFill>
                </a:rPr>
                <a:t>1</a:t>
              </a:r>
              <a:r>
                <a:rPr lang="zh-CN" altLang="en-US" b="1" dirty="0">
                  <a:solidFill>
                    <a:schemeClr val="accent4"/>
                  </a:solidFill>
                </a:rPr>
                <a:t>位误码</a:t>
              </a:r>
              <a:r>
                <a:rPr lang="zh-CN" altLang="en-US" b="1" dirty="0"/>
                <a:t>（出现在数据位）</a:t>
              </a:r>
              <a:endParaRPr lang="en-US" altLang="zh-CN" b="1" dirty="0"/>
            </a:p>
          </p:txBody>
        </p:sp>
      </p:grpSp>
      <p:sp>
        <p:nvSpPr>
          <p:cNvPr id="58" name="íşlïḍè">
            <a:extLst>
              <a:ext uri="{FF2B5EF4-FFF2-40B4-BE49-F238E27FC236}">
                <a16:creationId xmlns:a16="http://schemas.microsoft.com/office/drawing/2014/main" id="{84471C76-DEDF-4671-9FA8-98D09781EF32}"/>
              </a:ext>
            </a:extLst>
          </p:cNvPr>
          <p:cNvSpPr txBox="1"/>
          <p:nvPr/>
        </p:nvSpPr>
        <p:spPr>
          <a:xfrm>
            <a:off x="4260716" y="3500446"/>
            <a:ext cx="3849492" cy="256977"/>
          </a:xfrm>
          <a:prstGeom prst="rect">
            <a:avLst/>
          </a:prstGeom>
          <a:noFill/>
        </p:spPr>
        <p:txBody>
          <a:bodyPr wrap="square" lIns="91440" tIns="45720" rIns="91440" bIns="45720" anchor="ctr">
            <a:noAutofit/>
          </a:bodyPr>
          <a:lstStyle/>
          <a:p>
            <a:r>
              <a:rPr lang="zh-CN" altLang="en-US" b="1" dirty="0">
                <a:solidFill>
                  <a:schemeClr val="accent4"/>
                </a:solidFill>
              </a:rPr>
              <a:t>“</a:t>
            </a:r>
            <a:r>
              <a:rPr lang="en-US" altLang="zh-CN" b="1" dirty="0">
                <a:solidFill>
                  <a:schemeClr val="accent4"/>
                </a:solidFill>
              </a:rPr>
              <a:t>1</a:t>
            </a:r>
            <a:r>
              <a:rPr lang="zh-CN" altLang="en-US" b="1" dirty="0">
                <a:solidFill>
                  <a:schemeClr val="accent4"/>
                </a:solidFill>
              </a:rPr>
              <a:t>”数量的偶性改变，可检出错误。</a:t>
            </a:r>
            <a:endParaRPr lang="en-US" altLang="zh-CN" b="1" dirty="0">
              <a:solidFill>
                <a:schemeClr val="accent4"/>
              </a:solidFill>
            </a:endParaRPr>
          </a:p>
        </p:txBody>
      </p:sp>
      <p:grpSp>
        <p:nvGrpSpPr>
          <p:cNvPr id="59" name="组合 58">
            <a:extLst>
              <a:ext uri="{FF2B5EF4-FFF2-40B4-BE49-F238E27FC236}">
                <a16:creationId xmlns:a16="http://schemas.microsoft.com/office/drawing/2014/main" id="{012199B5-D8A7-48AE-9A5F-D41210B59FE6}"/>
              </a:ext>
            </a:extLst>
          </p:cNvPr>
          <p:cNvGrpSpPr/>
          <p:nvPr/>
        </p:nvGrpSpPr>
        <p:grpSpPr>
          <a:xfrm>
            <a:off x="930630" y="4831964"/>
            <a:ext cx="2047585" cy="210508"/>
            <a:chOff x="2681867" y="4134493"/>
            <a:chExt cx="2047585" cy="210508"/>
          </a:xfrm>
        </p:grpSpPr>
        <p:sp>
          <p:nvSpPr>
            <p:cNvPr id="60" name="六边形 59">
              <a:extLst>
                <a:ext uri="{FF2B5EF4-FFF2-40B4-BE49-F238E27FC236}">
                  <a16:creationId xmlns:a16="http://schemas.microsoft.com/office/drawing/2014/main" id="{6C8C052B-A8CC-41DB-B9BB-D7077D554007}"/>
                </a:ext>
              </a:extLst>
            </p:cNvPr>
            <p:cNvSpPr/>
            <p:nvPr/>
          </p:nvSpPr>
          <p:spPr>
            <a:xfrm>
              <a:off x="2681867" y="4134493"/>
              <a:ext cx="335500" cy="210508"/>
            </a:xfrm>
            <a:prstGeom prst="hexagon">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CN" b="1" dirty="0">
                  <a:solidFill>
                    <a:schemeClr val="tx1"/>
                  </a:solidFill>
                </a:rPr>
                <a:t>1</a:t>
              </a:r>
              <a:endParaRPr lang="zh-CN" altLang="en-US" b="1" dirty="0">
                <a:solidFill>
                  <a:schemeClr val="tx1"/>
                </a:solidFill>
              </a:endParaRPr>
            </a:p>
          </p:txBody>
        </p:sp>
        <p:sp>
          <p:nvSpPr>
            <p:cNvPr id="61" name="六边形 60">
              <a:extLst>
                <a:ext uri="{FF2B5EF4-FFF2-40B4-BE49-F238E27FC236}">
                  <a16:creationId xmlns:a16="http://schemas.microsoft.com/office/drawing/2014/main" id="{39BE8421-5C6C-4B1E-BE26-1B32F54A3175}"/>
                </a:ext>
              </a:extLst>
            </p:cNvPr>
            <p:cNvSpPr/>
            <p:nvPr/>
          </p:nvSpPr>
          <p:spPr>
            <a:xfrm>
              <a:off x="3024284" y="4134493"/>
              <a:ext cx="335500" cy="210508"/>
            </a:xfrm>
            <a:prstGeom prst="hexagon">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CN" b="1" dirty="0">
                  <a:solidFill>
                    <a:schemeClr val="tx1"/>
                  </a:solidFill>
                </a:rPr>
                <a:t>0</a:t>
              </a:r>
              <a:endParaRPr lang="zh-CN" altLang="en-US" b="1" dirty="0">
                <a:solidFill>
                  <a:schemeClr val="tx1"/>
                </a:solidFill>
              </a:endParaRPr>
            </a:p>
          </p:txBody>
        </p:sp>
        <p:sp>
          <p:nvSpPr>
            <p:cNvPr id="62" name="六边形 61">
              <a:extLst>
                <a:ext uri="{FF2B5EF4-FFF2-40B4-BE49-F238E27FC236}">
                  <a16:creationId xmlns:a16="http://schemas.microsoft.com/office/drawing/2014/main" id="{F456689D-3B15-4CBC-B43A-5335C0BC6E7F}"/>
                </a:ext>
              </a:extLst>
            </p:cNvPr>
            <p:cNvSpPr/>
            <p:nvPr/>
          </p:nvSpPr>
          <p:spPr>
            <a:xfrm>
              <a:off x="3366701" y="4134493"/>
              <a:ext cx="335500" cy="210508"/>
            </a:xfrm>
            <a:prstGeom prst="hexagon">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CN" b="1" dirty="0">
                  <a:solidFill>
                    <a:schemeClr val="tx1"/>
                  </a:solidFill>
                </a:rPr>
                <a:t>1</a:t>
              </a:r>
              <a:endParaRPr lang="zh-CN" altLang="en-US" b="1" dirty="0">
                <a:solidFill>
                  <a:schemeClr val="tx1"/>
                </a:solidFill>
              </a:endParaRPr>
            </a:p>
          </p:txBody>
        </p:sp>
        <p:sp>
          <p:nvSpPr>
            <p:cNvPr id="63" name="六边形 62">
              <a:extLst>
                <a:ext uri="{FF2B5EF4-FFF2-40B4-BE49-F238E27FC236}">
                  <a16:creationId xmlns:a16="http://schemas.microsoft.com/office/drawing/2014/main" id="{EC81766B-84C0-447D-9C43-90DC3179A297}"/>
                </a:ext>
              </a:extLst>
            </p:cNvPr>
            <p:cNvSpPr/>
            <p:nvPr/>
          </p:nvSpPr>
          <p:spPr>
            <a:xfrm>
              <a:off x="3709118" y="4134493"/>
              <a:ext cx="335500" cy="210508"/>
            </a:xfrm>
            <a:prstGeom prst="hexagon">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CN" b="1" dirty="0">
                  <a:solidFill>
                    <a:schemeClr val="tx1"/>
                  </a:solidFill>
                </a:rPr>
                <a:t>1</a:t>
              </a:r>
              <a:endParaRPr lang="zh-CN" altLang="en-US" b="1" dirty="0">
                <a:solidFill>
                  <a:schemeClr val="tx1"/>
                </a:solidFill>
              </a:endParaRPr>
            </a:p>
          </p:txBody>
        </p:sp>
        <p:sp>
          <p:nvSpPr>
            <p:cNvPr id="64" name="六边形 63">
              <a:extLst>
                <a:ext uri="{FF2B5EF4-FFF2-40B4-BE49-F238E27FC236}">
                  <a16:creationId xmlns:a16="http://schemas.microsoft.com/office/drawing/2014/main" id="{927B1C36-4621-476F-B6F7-2D332D2D7758}"/>
                </a:ext>
              </a:extLst>
            </p:cNvPr>
            <p:cNvSpPr/>
            <p:nvPr/>
          </p:nvSpPr>
          <p:spPr>
            <a:xfrm>
              <a:off x="4051535" y="4134493"/>
              <a:ext cx="335500" cy="210508"/>
            </a:xfrm>
            <a:prstGeom prst="hexagon">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CN" b="1" dirty="0">
                  <a:solidFill>
                    <a:schemeClr val="tx1"/>
                  </a:solidFill>
                </a:rPr>
                <a:t>0</a:t>
              </a:r>
              <a:endParaRPr lang="zh-CN" altLang="en-US" b="1" dirty="0">
                <a:solidFill>
                  <a:schemeClr val="tx1"/>
                </a:solidFill>
              </a:endParaRPr>
            </a:p>
          </p:txBody>
        </p:sp>
        <p:sp>
          <p:nvSpPr>
            <p:cNvPr id="65" name="六边形 64">
              <a:extLst>
                <a:ext uri="{FF2B5EF4-FFF2-40B4-BE49-F238E27FC236}">
                  <a16:creationId xmlns:a16="http://schemas.microsoft.com/office/drawing/2014/main" id="{5AECD3AA-8A5E-4A29-B4E6-843DBE6D6BE4}"/>
                </a:ext>
              </a:extLst>
            </p:cNvPr>
            <p:cNvSpPr/>
            <p:nvPr/>
          </p:nvSpPr>
          <p:spPr>
            <a:xfrm>
              <a:off x="4393952" y="4134493"/>
              <a:ext cx="335500" cy="210508"/>
            </a:xfrm>
            <a:prstGeom prst="hexagon">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CN" b="1" dirty="0">
                  <a:solidFill>
                    <a:schemeClr val="tx1"/>
                  </a:solidFill>
                </a:rPr>
                <a:t>1</a:t>
              </a:r>
              <a:endParaRPr lang="zh-CN" altLang="en-US" b="1" dirty="0">
                <a:solidFill>
                  <a:schemeClr val="tx1"/>
                </a:solidFill>
              </a:endParaRPr>
            </a:p>
          </p:txBody>
        </p:sp>
      </p:grpSp>
      <p:sp>
        <p:nvSpPr>
          <p:cNvPr id="66" name="椭圆 65">
            <a:extLst>
              <a:ext uri="{FF2B5EF4-FFF2-40B4-BE49-F238E27FC236}">
                <a16:creationId xmlns:a16="http://schemas.microsoft.com/office/drawing/2014/main" id="{314ED0F2-BF00-46D7-9786-7D07786B6678}"/>
              </a:ext>
            </a:extLst>
          </p:cNvPr>
          <p:cNvSpPr/>
          <p:nvPr/>
        </p:nvSpPr>
        <p:spPr>
          <a:xfrm>
            <a:off x="619595" y="4790355"/>
            <a:ext cx="293725" cy="293725"/>
          </a:xfrm>
          <a:prstGeom prst="ellipse">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CN" b="1" dirty="0">
                <a:solidFill>
                  <a:schemeClr val="tx1"/>
                </a:solidFill>
              </a:rPr>
              <a:t>0</a:t>
            </a:r>
            <a:endParaRPr lang="zh-CN" altLang="en-US" b="1" dirty="0">
              <a:solidFill>
                <a:schemeClr val="tx1"/>
              </a:solidFill>
            </a:endParaRPr>
          </a:p>
        </p:txBody>
      </p:sp>
      <p:grpSp>
        <p:nvGrpSpPr>
          <p:cNvPr id="67" name="组合 66">
            <a:extLst>
              <a:ext uri="{FF2B5EF4-FFF2-40B4-BE49-F238E27FC236}">
                <a16:creationId xmlns:a16="http://schemas.microsoft.com/office/drawing/2014/main" id="{A450AA40-DAE2-4E36-B7C0-F1D51830A1DC}"/>
              </a:ext>
            </a:extLst>
          </p:cNvPr>
          <p:cNvGrpSpPr/>
          <p:nvPr/>
        </p:nvGrpSpPr>
        <p:grpSpPr>
          <a:xfrm>
            <a:off x="9226939" y="4790355"/>
            <a:ext cx="2358620" cy="293725"/>
            <a:chOff x="2892150" y="5022586"/>
            <a:chExt cx="2358620" cy="293725"/>
          </a:xfrm>
        </p:grpSpPr>
        <p:grpSp>
          <p:nvGrpSpPr>
            <p:cNvPr id="68" name="组合 67">
              <a:extLst>
                <a:ext uri="{FF2B5EF4-FFF2-40B4-BE49-F238E27FC236}">
                  <a16:creationId xmlns:a16="http://schemas.microsoft.com/office/drawing/2014/main" id="{ED61DD46-40D7-4946-A2F8-2DF3A6A767B2}"/>
                </a:ext>
              </a:extLst>
            </p:cNvPr>
            <p:cNvGrpSpPr/>
            <p:nvPr/>
          </p:nvGrpSpPr>
          <p:grpSpPr>
            <a:xfrm>
              <a:off x="3203185" y="5064195"/>
              <a:ext cx="2047585" cy="210508"/>
              <a:chOff x="2681867" y="4134493"/>
              <a:chExt cx="2047585" cy="210508"/>
            </a:xfrm>
          </p:grpSpPr>
          <p:sp>
            <p:nvSpPr>
              <p:cNvPr id="70" name="六边形 69">
                <a:extLst>
                  <a:ext uri="{FF2B5EF4-FFF2-40B4-BE49-F238E27FC236}">
                    <a16:creationId xmlns:a16="http://schemas.microsoft.com/office/drawing/2014/main" id="{96335474-A3EA-4836-91A1-C107109D4D56}"/>
                  </a:ext>
                </a:extLst>
              </p:cNvPr>
              <p:cNvSpPr/>
              <p:nvPr/>
            </p:nvSpPr>
            <p:spPr>
              <a:xfrm>
                <a:off x="2681867" y="4134493"/>
                <a:ext cx="335500" cy="210508"/>
              </a:xfrm>
              <a:prstGeom prst="hexagon">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CN" b="1" dirty="0">
                    <a:solidFill>
                      <a:schemeClr val="tx1"/>
                    </a:solidFill>
                  </a:rPr>
                  <a:t>1</a:t>
                </a:r>
                <a:endParaRPr lang="zh-CN" altLang="en-US" b="1" dirty="0">
                  <a:solidFill>
                    <a:schemeClr val="tx1"/>
                  </a:solidFill>
                </a:endParaRPr>
              </a:p>
            </p:txBody>
          </p:sp>
          <p:sp>
            <p:nvSpPr>
              <p:cNvPr id="71" name="六边形 70">
                <a:extLst>
                  <a:ext uri="{FF2B5EF4-FFF2-40B4-BE49-F238E27FC236}">
                    <a16:creationId xmlns:a16="http://schemas.microsoft.com/office/drawing/2014/main" id="{F225295D-18D8-4419-9EF8-0141B3BAAE1B}"/>
                  </a:ext>
                </a:extLst>
              </p:cNvPr>
              <p:cNvSpPr/>
              <p:nvPr/>
            </p:nvSpPr>
            <p:spPr>
              <a:xfrm>
                <a:off x="3024284" y="4134493"/>
                <a:ext cx="335500" cy="210508"/>
              </a:xfrm>
              <a:prstGeom prst="hexagon">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CN" b="1" dirty="0">
                    <a:solidFill>
                      <a:schemeClr val="tx1"/>
                    </a:solidFill>
                  </a:rPr>
                  <a:t>0</a:t>
                </a:r>
                <a:endParaRPr lang="zh-CN" altLang="en-US" b="1" dirty="0">
                  <a:solidFill>
                    <a:schemeClr val="tx1"/>
                  </a:solidFill>
                </a:endParaRPr>
              </a:p>
            </p:txBody>
          </p:sp>
          <p:sp>
            <p:nvSpPr>
              <p:cNvPr id="72" name="六边形 71">
                <a:extLst>
                  <a:ext uri="{FF2B5EF4-FFF2-40B4-BE49-F238E27FC236}">
                    <a16:creationId xmlns:a16="http://schemas.microsoft.com/office/drawing/2014/main" id="{5453B42C-68A9-492B-913F-A04E9C3ACF7C}"/>
                  </a:ext>
                </a:extLst>
              </p:cNvPr>
              <p:cNvSpPr/>
              <p:nvPr/>
            </p:nvSpPr>
            <p:spPr>
              <a:xfrm>
                <a:off x="3366701" y="4134493"/>
                <a:ext cx="335500" cy="210508"/>
              </a:xfrm>
              <a:prstGeom prst="hexagon">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CN" b="1" dirty="0">
                    <a:solidFill>
                      <a:schemeClr val="tx1"/>
                    </a:solidFill>
                  </a:rPr>
                  <a:t>1</a:t>
                </a:r>
                <a:endParaRPr lang="zh-CN" altLang="en-US" b="1" dirty="0">
                  <a:solidFill>
                    <a:schemeClr val="tx1"/>
                  </a:solidFill>
                </a:endParaRPr>
              </a:p>
            </p:txBody>
          </p:sp>
          <p:sp>
            <p:nvSpPr>
              <p:cNvPr id="73" name="六边形 72">
                <a:extLst>
                  <a:ext uri="{FF2B5EF4-FFF2-40B4-BE49-F238E27FC236}">
                    <a16:creationId xmlns:a16="http://schemas.microsoft.com/office/drawing/2014/main" id="{37170FAE-35B2-47C1-BF4B-D7418F8FF8FD}"/>
                  </a:ext>
                </a:extLst>
              </p:cNvPr>
              <p:cNvSpPr/>
              <p:nvPr/>
            </p:nvSpPr>
            <p:spPr>
              <a:xfrm>
                <a:off x="3709118" y="4134493"/>
                <a:ext cx="335500" cy="210508"/>
              </a:xfrm>
              <a:prstGeom prst="hexagon">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CN" b="1" dirty="0">
                    <a:solidFill>
                      <a:schemeClr val="tx1"/>
                    </a:solidFill>
                  </a:rPr>
                  <a:t>1</a:t>
                </a:r>
                <a:endParaRPr lang="zh-CN" altLang="en-US" b="1" dirty="0">
                  <a:solidFill>
                    <a:schemeClr val="tx1"/>
                  </a:solidFill>
                </a:endParaRPr>
              </a:p>
            </p:txBody>
          </p:sp>
          <p:sp>
            <p:nvSpPr>
              <p:cNvPr id="74" name="六边形 73">
                <a:extLst>
                  <a:ext uri="{FF2B5EF4-FFF2-40B4-BE49-F238E27FC236}">
                    <a16:creationId xmlns:a16="http://schemas.microsoft.com/office/drawing/2014/main" id="{B6C5E532-40F3-48BD-89BB-BBB0DDFB2459}"/>
                  </a:ext>
                </a:extLst>
              </p:cNvPr>
              <p:cNvSpPr/>
              <p:nvPr/>
            </p:nvSpPr>
            <p:spPr>
              <a:xfrm>
                <a:off x="4051535" y="4134493"/>
                <a:ext cx="335500" cy="210508"/>
              </a:xfrm>
              <a:prstGeom prst="hexagon">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CN" b="1" dirty="0">
                    <a:solidFill>
                      <a:schemeClr val="tx1"/>
                    </a:solidFill>
                  </a:rPr>
                  <a:t>0</a:t>
                </a:r>
                <a:endParaRPr lang="zh-CN" altLang="en-US" b="1" dirty="0">
                  <a:solidFill>
                    <a:schemeClr val="tx1"/>
                  </a:solidFill>
                </a:endParaRPr>
              </a:p>
            </p:txBody>
          </p:sp>
          <p:sp>
            <p:nvSpPr>
              <p:cNvPr id="75" name="六边形 74">
                <a:extLst>
                  <a:ext uri="{FF2B5EF4-FFF2-40B4-BE49-F238E27FC236}">
                    <a16:creationId xmlns:a16="http://schemas.microsoft.com/office/drawing/2014/main" id="{2D736FB8-D9ED-467D-BC84-2370269A397A}"/>
                  </a:ext>
                </a:extLst>
              </p:cNvPr>
              <p:cNvSpPr/>
              <p:nvPr/>
            </p:nvSpPr>
            <p:spPr>
              <a:xfrm>
                <a:off x="4393952" y="4134493"/>
                <a:ext cx="335500" cy="210508"/>
              </a:xfrm>
              <a:prstGeom prst="hexagon">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CN" b="1" dirty="0">
                    <a:solidFill>
                      <a:schemeClr val="tx1"/>
                    </a:solidFill>
                  </a:rPr>
                  <a:t>1</a:t>
                </a:r>
                <a:endParaRPr lang="zh-CN" altLang="en-US" b="1" dirty="0">
                  <a:solidFill>
                    <a:schemeClr val="tx1"/>
                  </a:solidFill>
                </a:endParaRPr>
              </a:p>
            </p:txBody>
          </p:sp>
        </p:grpSp>
        <p:sp>
          <p:nvSpPr>
            <p:cNvPr id="69" name="椭圆 68">
              <a:extLst>
                <a:ext uri="{FF2B5EF4-FFF2-40B4-BE49-F238E27FC236}">
                  <a16:creationId xmlns:a16="http://schemas.microsoft.com/office/drawing/2014/main" id="{1EE4DC70-994F-44D9-B102-F3129AF84A4E}"/>
                </a:ext>
              </a:extLst>
            </p:cNvPr>
            <p:cNvSpPr/>
            <p:nvPr/>
          </p:nvSpPr>
          <p:spPr>
            <a:xfrm>
              <a:off x="2892150" y="5022586"/>
              <a:ext cx="293725" cy="293725"/>
            </a:xfrm>
            <a:prstGeom prst="ellipse">
              <a:avLst/>
            </a:prstGeom>
            <a:solidFill>
              <a:schemeClr val="accent1">
                <a:lumMod val="75000"/>
              </a:schemeClr>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CN" b="1" dirty="0">
                  <a:solidFill>
                    <a:schemeClr val="bg1"/>
                  </a:solidFill>
                </a:rPr>
                <a:t>1</a:t>
              </a:r>
              <a:endParaRPr lang="zh-CN" altLang="en-US" b="1" dirty="0">
                <a:solidFill>
                  <a:schemeClr val="bg1"/>
                </a:solidFill>
              </a:endParaRPr>
            </a:p>
          </p:txBody>
        </p:sp>
      </p:grpSp>
      <p:cxnSp>
        <p:nvCxnSpPr>
          <p:cNvPr id="76" name="直接箭头连接符 75">
            <a:extLst>
              <a:ext uri="{FF2B5EF4-FFF2-40B4-BE49-F238E27FC236}">
                <a16:creationId xmlns:a16="http://schemas.microsoft.com/office/drawing/2014/main" id="{CE05D6D4-BE6A-480C-9A81-20B06B529690}"/>
              </a:ext>
            </a:extLst>
          </p:cNvPr>
          <p:cNvCxnSpPr>
            <a:stCxn id="65" idx="0"/>
            <a:endCxn id="69" idx="2"/>
          </p:cNvCxnSpPr>
          <p:nvPr/>
        </p:nvCxnSpPr>
        <p:spPr>
          <a:xfrm>
            <a:off x="2978215" y="4937218"/>
            <a:ext cx="6248724" cy="0"/>
          </a:xfrm>
          <a:prstGeom prst="straightConnector1">
            <a:avLst/>
          </a:prstGeom>
          <a:ln w="25400">
            <a:solidFill>
              <a:schemeClr val="tx1"/>
            </a:solidFill>
            <a:prstDash val="dash"/>
            <a:tailEnd type="triangle" w="med" len="lg"/>
          </a:ln>
        </p:spPr>
        <p:style>
          <a:lnRef idx="1">
            <a:schemeClr val="accent1"/>
          </a:lnRef>
          <a:fillRef idx="0">
            <a:schemeClr val="accent1"/>
          </a:fillRef>
          <a:effectRef idx="0">
            <a:schemeClr val="accent1"/>
          </a:effectRef>
          <a:fontRef idx="minor">
            <a:schemeClr val="tx1"/>
          </a:fontRef>
        </p:style>
      </p:cxnSp>
      <p:sp>
        <p:nvSpPr>
          <p:cNvPr id="77" name="íşlïḍè">
            <a:extLst>
              <a:ext uri="{FF2B5EF4-FFF2-40B4-BE49-F238E27FC236}">
                <a16:creationId xmlns:a16="http://schemas.microsoft.com/office/drawing/2014/main" id="{3CAC1FF5-A233-4AA2-B3B9-A9520A331295}"/>
              </a:ext>
            </a:extLst>
          </p:cNvPr>
          <p:cNvSpPr txBox="1"/>
          <p:nvPr/>
        </p:nvSpPr>
        <p:spPr>
          <a:xfrm>
            <a:off x="4535471" y="4294776"/>
            <a:ext cx="3293187" cy="256977"/>
          </a:xfrm>
          <a:prstGeom prst="rect">
            <a:avLst/>
          </a:prstGeom>
          <a:noFill/>
        </p:spPr>
        <p:txBody>
          <a:bodyPr wrap="square" lIns="91440" tIns="45720" rIns="91440" bIns="45720" anchor="ctr">
            <a:noAutofit/>
          </a:bodyPr>
          <a:lstStyle/>
          <a:p>
            <a:r>
              <a:rPr lang="zh-CN" altLang="en-US" b="1" dirty="0"/>
              <a:t>产生</a:t>
            </a:r>
            <a:r>
              <a:rPr lang="en-US" altLang="zh-CN" b="1" dirty="0">
                <a:solidFill>
                  <a:schemeClr val="accent4"/>
                </a:solidFill>
              </a:rPr>
              <a:t>1</a:t>
            </a:r>
            <a:r>
              <a:rPr lang="zh-CN" altLang="en-US" b="1" dirty="0">
                <a:solidFill>
                  <a:schemeClr val="accent4"/>
                </a:solidFill>
              </a:rPr>
              <a:t>位误码</a:t>
            </a:r>
            <a:r>
              <a:rPr lang="zh-CN" altLang="en-US" b="1" dirty="0"/>
              <a:t>（出现在校验位）</a:t>
            </a:r>
            <a:endParaRPr lang="en-US" altLang="zh-CN" b="1" dirty="0"/>
          </a:p>
        </p:txBody>
      </p:sp>
      <p:sp>
        <p:nvSpPr>
          <p:cNvPr id="78" name="íşlïḍè">
            <a:extLst>
              <a:ext uri="{FF2B5EF4-FFF2-40B4-BE49-F238E27FC236}">
                <a16:creationId xmlns:a16="http://schemas.microsoft.com/office/drawing/2014/main" id="{88E73155-EBA0-43C1-BE70-9FBD92AC5224}"/>
              </a:ext>
            </a:extLst>
          </p:cNvPr>
          <p:cNvSpPr txBox="1"/>
          <p:nvPr/>
        </p:nvSpPr>
        <p:spPr>
          <a:xfrm>
            <a:off x="4260716" y="4604380"/>
            <a:ext cx="3849492" cy="256977"/>
          </a:xfrm>
          <a:prstGeom prst="rect">
            <a:avLst/>
          </a:prstGeom>
          <a:noFill/>
        </p:spPr>
        <p:txBody>
          <a:bodyPr wrap="square" lIns="91440" tIns="45720" rIns="91440" bIns="45720" anchor="ctr">
            <a:noAutofit/>
          </a:bodyPr>
          <a:lstStyle/>
          <a:p>
            <a:r>
              <a:rPr lang="zh-CN" altLang="en-US" b="1" dirty="0">
                <a:solidFill>
                  <a:schemeClr val="accent4"/>
                </a:solidFill>
              </a:rPr>
              <a:t>“</a:t>
            </a:r>
            <a:r>
              <a:rPr lang="en-US" altLang="zh-CN" b="1" dirty="0">
                <a:solidFill>
                  <a:schemeClr val="accent4"/>
                </a:solidFill>
              </a:rPr>
              <a:t>1</a:t>
            </a:r>
            <a:r>
              <a:rPr lang="zh-CN" altLang="en-US" b="1" dirty="0">
                <a:solidFill>
                  <a:schemeClr val="accent4"/>
                </a:solidFill>
              </a:rPr>
              <a:t>”数量的偶性改变，可检出错误。</a:t>
            </a:r>
            <a:endParaRPr lang="en-US" altLang="zh-CN" b="1" dirty="0">
              <a:solidFill>
                <a:schemeClr val="accent4"/>
              </a:solidFill>
            </a:endParaRPr>
          </a:p>
        </p:txBody>
      </p:sp>
      <p:grpSp>
        <p:nvGrpSpPr>
          <p:cNvPr id="81" name="组合 80">
            <a:extLst>
              <a:ext uri="{FF2B5EF4-FFF2-40B4-BE49-F238E27FC236}">
                <a16:creationId xmlns:a16="http://schemas.microsoft.com/office/drawing/2014/main" id="{2A13266A-956A-4CA6-9324-66F62AEE5E6E}"/>
              </a:ext>
            </a:extLst>
          </p:cNvPr>
          <p:cNvGrpSpPr/>
          <p:nvPr/>
        </p:nvGrpSpPr>
        <p:grpSpPr>
          <a:xfrm>
            <a:off x="930630" y="5935897"/>
            <a:ext cx="2047585" cy="210508"/>
            <a:chOff x="2681867" y="4134493"/>
            <a:chExt cx="2047585" cy="210508"/>
          </a:xfrm>
        </p:grpSpPr>
        <p:sp>
          <p:nvSpPr>
            <p:cNvPr id="95" name="六边形 94">
              <a:extLst>
                <a:ext uri="{FF2B5EF4-FFF2-40B4-BE49-F238E27FC236}">
                  <a16:creationId xmlns:a16="http://schemas.microsoft.com/office/drawing/2014/main" id="{B44E1FDE-7B0D-4434-91AD-6186FEDDD57D}"/>
                </a:ext>
              </a:extLst>
            </p:cNvPr>
            <p:cNvSpPr/>
            <p:nvPr/>
          </p:nvSpPr>
          <p:spPr>
            <a:xfrm>
              <a:off x="2681867" y="4134493"/>
              <a:ext cx="335500" cy="210508"/>
            </a:xfrm>
            <a:prstGeom prst="hexagon">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CN" b="1" dirty="0">
                  <a:solidFill>
                    <a:schemeClr val="tx1"/>
                  </a:solidFill>
                </a:rPr>
                <a:t>1</a:t>
              </a:r>
              <a:endParaRPr lang="zh-CN" altLang="en-US" b="1" dirty="0">
                <a:solidFill>
                  <a:schemeClr val="tx1"/>
                </a:solidFill>
              </a:endParaRPr>
            </a:p>
          </p:txBody>
        </p:sp>
        <p:sp>
          <p:nvSpPr>
            <p:cNvPr id="96" name="六边形 95">
              <a:extLst>
                <a:ext uri="{FF2B5EF4-FFF2-40B4-BE49-F238E27FC236}">
                  <a16:creationId xmlns:a16="http://schemas.microsoft.com/office/drawing/2014/main" id="{DB35E0D8-0AE7-49D8-AFF9-98D9FD792F65}"/>
                </a:ext>
              </a:extLst>
            </p:cNvPr>
            <p:cNvSpPr/>
            <p:nvPr/>
          </p:nvSpPr>
          <p:spPr>
            <a:xfrm>
              <a:off x="3024284" y="4134493"/>
              <a:ext cx="335500" cy="210508"/>
            </a:xfrm>
            <a:prstGeom prst="hexagon">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CN" b="1" dirty="0">
                  <a:solidFill>
                    <a:schemeClr val="tx1"/>
                  </a:solidFill>
                </a:rPr>
                <a:t>0</a:t>
              </a:r>
              <a:endParaRPr lang="zh-CN" altLang="en-US" b="1" dirty="0">
                <a:solidFill>
                  <a:schemeClr val="tx1"/>
                </a:solidFill>
              </a:endParaRPr>
            </a:p>
          </p:txBody>
        </p:sp>
        <p:sp>
          <p:nvSpPr>
            <p:cNvPr id="97" name="六边形 96">
              <a:extLst>
                <a:ext uri="{FF2B5EF4-FFF2-40B4-BE49-F238E27FC236}">
                  <a16:creationId xmlns:a16="http://schemas.microsoft.com/office/drawing/2014/main" id="{6AC418AF-581D-4F46-A091-B2544E876F1A}"/>
                </a:ext>
              </a:extLst>
            </p:cNvPr>
            <p:cNvSpPr/>
            <p:nvPr/>
          </p:nvSpPr>
          <p:spPr>
            <a:xfrm>
              <a:off x="3366701" y="4134493"/>
              <a:ext cx="335500" cy="210508"/>
            </a:xfrm>
            <a:prstGeom prst="hexagon">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CN" b="1" dirty="0">
                  <a:solidFill>
                    <a:schemeClr val="tx1"/>
                  </a:solidFill>
                </a:rPr>
                <a:t>1</a:t>
              </a:r>
              <a:endParaRPr lang="zh-CN" altLang="en-US" b="1" dirty="0">
                <a:solidFill>
                  <a:schemeClr val="tx1"/>
                </a:solidFill>
              </a:endParaRPr>
            </a:p>
          </p:txBody>
        </p:sp>
        <p:sp>
          <p:nvSpPr>
            <p:cNvPr id="98" name="六边形 97">
              <a:extLst>
                <a:ext uri="{FF2B5EF4-FFF2-40B4-BE49-F238E27FC236}">
                  <a16:creationId xmlns:a16="http://schemas.microsoft.com/office/drawing/2014/main" id="{4F172B8C-4537-4C33-A793-0E3B10037B74}"/>
                </a:ext>
              </a:extLst>
            </p:cNvPr>
            <p:cNvSpPr/>
            <p:nvPr/>
          </p:nvSpPr>
          <p:spPr>
            <a:xfrm>
              <a:off x="3709118" y="4134493"/>
              <a:ext cx="335500" cy="210508"/>
            </a:xfrm>
            <a:prstGeom prst="hexagon">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CN" b="1" dirty="0">
                  <a:solidFill>
                    <a:schemeClr val="tx1"/>
                  </a:solidFill>
                </a:rPr>
                <a:t>1</a:t>
              </a:r>
              <a:endParaRPr lang="zh-CN" altLang="en-US" b="1" dirty="0">
                <a:solidFill>
                  <a:schemeClr val="tx1"/>
                </a:solidFill>
              </a:endParaRPr>
            </a:p>
          </p:txBody>
        </p:sp>
        <p:sp>
          <p:nvSpPr>
            <p:cNvPr id="99" name="六边形 98">
              <a:extLst>
                <a:ext uri="{FF2B5EF4-FFF2-40B4-BE49-F238E27FC236}">
                  <a16:creationId xmlns:a16="http://schemas.microsoft.com/office/drawing/2014/main" id="{4F2FF2B5-D237-4655-86CE-4CC47F4851A6}"/>
                </a:ext>
              </a:extLst>
            </p:cNvPr>
            <p:cNvSpPr/>
            <p:nvPr/>
          </p:nvSpPr>
          <p:spPr>
            <a:xfrm>
              <a:off x="4051535" y="4134493"/>
              <a:ext cx="335500" cy="210508"/>
            </a:xfrm>
            <a:prstGeom prst="hexagon">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CN" b="1" dirty="0">
                  <a:solidFill>
                    <a:schemeClr val="tx1"/>
                  </a:solidFill>
                </a:rPr>
                <a:t>0</a:t>
              </a:r>
              <a:endParaRPr lang="zh-CN" altLang="en-US" b="1" dirty="0">
                <a:solidFill>
                  <a:schemeClr val="tx1"/>
                </a:solidFill>
              </a:endParaRPr>
            </a:p>
          </p:txBody>
        </p:sp>
        <p:sp>
          <p:nvSpPr>
            <p:cNvPr id="100" name="六边形 99">
              <a:extLst>
                <a:ext uri="{FF2B5EF4-FFF2-40B4-BE49-F238E27FC236}">
                  <a16:creationId xmlns:a16="http://schemas.microsoft.com/office/drawing/2014/main" id="{B0FD8FA9-F041-47BC-8C93-3BF587FA1FD4}"/>
                </a:ext>
              </a:extLst>
            </p:cNvPr>
            <p:cNvSpPr/>
            <p:nvPr/>
          </p:nvSpPr>
          <p:spPr>
            <a:xfrm>
              <a:off x="4393952" y="4134493"/>
              <a:ext cx="335500" cy="210508"/>
            </a:xfrm>
            <a:prstGeom prst="hexagon">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CN" b="1" dirty="0">
                  <a:solidFill>
                    <a:schemeClr val="tx1"/>
                  </a:solidFill>
                </a:rPr>
                <a:t>1</a:t>
              </a:r>
              <a:endParaRPr lang="zh-CN" altLang="en-US" b="1" dirty="0">
                <a:solidFill>
                  <a:schemeClr val="tx1"/>
                </a:solidFill>
              </a:endParaRPr>
            </a:p>
          </p:txBody>
        </p:sp>
      </p:grpSp>
      <p:sp>
        <p:nvSpPr>
          <p:cNvPr id="82" name="椭圆 81">
            <a:extLst>
              <a:ext uri="{FF2B5EF4-FFF2-40B4-BE49-F238E27FC236}">
                <a16:creationId xmlns:a16="http://schemas.microsoft.com/office/drawing/2014/main" id="{76FB7EB3-F09D-406F-BBBE-5B1A11703092}"/>
              </a:ext>
            </a:extLst>
          </p:cNvPr>
          <p:cNvSpPr/>
          <p:nvPr/>
        </p:nvSpPr>
        <p:spPr>
          <a:xfrm>
            <a:off x="619595" y="5894288"/>
            <a:ext cx="293725" cy="293725"/>
          </a:xfrm>
          <a:prstGeom prst="ellipse">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CN" b="1" dirty="0">
                <a:solidFill>
                  <a:schemeClr val="tx1"/>
                </a:solidFill>
              </a:rPr>
              <a:t>0</a:t>
            </a:r>
            <a:endParaRPr lang="zh-CN" altLang="en-US" b="1" dirty="0">
              <a:solidFill>
                <a:schemeClr val="tx1"/>
              </a:solidFill>
            </a:endParaRPr>
          </a:p>
        </p:txBody>
      </p:sp>
      <p:cxnSp>
        <p:nvCxnSpPr>
          <p:cNvPr id="84" name="直接箭头连接符 83">
            <a:extLst>
              <a:ext uri="{FF2B5EF4-FFF2-40B4-BE49-F238E27FC236}">
                <a16:creationId xmlns:a16="http://schemas.microsoft.com/office/drawing/2014/main" id="{B0F2E9DA-6EB5-494D-ACAE-B52227F40209}"/>
              </a:ext>
            </a:extLst>
          </p:cNvPr>
          <p:cNvCxnSpPr>
            <a:cxnSpLocks/>
            <a:stCxn id="100" idx="0"/>
          </p:cNvCxnSpPr>
          <p:nvPr/>
        </p:nvCxnSpPr>
        <p:spPr>
          <a:xfrm>
            <a:off x="2978215" y="6041151"/>
            <a:ext cx="6248724" cy="0"/>
          </a:xfrm>
          <a:prstGeom prst="straightConnector1">
            <a:avLst/>
          </a:prstGeom>
          <a:ln w="25400">
            <a:solidFill>
              <a:schemeClr val="tx1"/>
            </a:solidFill>
            <a:prstDash val="dash"/>
            <a:tailEnd type="triangle" w="med" len="lg"/>
          </a:ln>
        </p:spPr>
        <p:style>
          <a:lnRef idx="1">
            <a:schemeClr val="accent1"/>
          </a:lnRef>
          <a:fillRef idx="0">
            <a:schemeClr val="accent1"/>
          </a:fillRef>
          <a:effectRef idx="0">
            <a:schemeClr val="accent1"/>
          </a:effectRef>
          <a:fontRef idx="minor">
            <a:schemeClr val="tx1"/>
          </a:fontRef>
        </p:style>
      </p:cxnSp>
      <p:sp>
        <p:nvSpPr>
          <p:cNvPr id="85" name="íşlïḍè">
            <a:extLst>
              <a:ext uri="{FF2B5EF4-FFF2-40B4-BE49-F238E27FC236}">
                <a16:creationId xmlns:a16="http://schemas.microsoft.com/office/drawing/2014/main" id="{D1BC812F-74E9-485A-AEA2-8452146B2ABE}"/>
              </a:ext>
            </a:extLst>
          </p:cNvPr>
          <p:cNvSpPr txBox="1"/>
          <p:nvPr/>
        </p:nvSpPr>
        <p:spPr>
          <a:xfrm>
            <a:off x="4048933" y="5398709"/>
            <a:ext cx="4102838" cy="256977"/>
          </a:xfrm>
          <a:prstGeom prst="rect">
            <a:avLst/>
          </a:prstGeom>
          <a:noFill/>
        </p:spPr>
        <p:txBody>
          <a:bodyPr wrap="square" lIns="91440" tIns="45720" rIns="91440" bIns="45720" anchor="ctr">
            <a:noAutofit/>
          </a:bodyPr>
          <a:lstStyle/>
          <a:p>
            <a:r>
              <a:rPr lang="zh-CN" altLang="en-US" b="1" dirty="0"/>
              <a:t>产生</a:t>
            </a:r>
            <a:r>
              <a:rPr lang="en-US" altLang="zh-CN" b="1" dirty="0">
                <a:solidFill>
                  <a:schemeClr val="accent1"/>
                </a:solidFill>
              </a:rPr>
              <a:t>2</a:t>
            </a:r>
            <a:r>
              <a:rPr lang="zh-CN" altLang="en-US" b="1" dirty="0">
                <a:solidFill>
                  <a:schemeClr val="accent1"/>
                </a:solidFill>
              </a:rPr>
              <a:t>位误码</a:t>
            </a:r>
            <a:r>
              <a:rPr lang="zh-CN" altLang="en-US" b="1" dirty="0"/>
              <a:t>（数据位和校验位各</a:t>
            </a:r>
            <a:r>
              <a:rPr lang="en-US" altLang="zh-CN" b="1" dirty="0"/>
              <a:t>1</a:t>
            </a:r>
            <a:r>
              <a:rPr lang="zh-CN" altLang="en-US" b="1" dirty="0"/>
              <a:t>位）</a:t>
            </a:r>
            <a:endParaRPr lang="en-US" altLang="zh-CN" b="1" dirty="0"/>
          </a:p>
        </p:txBody>
      </p:sp>
      <p:grpSp>
        <p:nvGrpSpPr>
          <p:cNvPr id="102" name="组合 101">
            <a:extLst>
              <a:ext uri="{FF2B5EF4-FFF2-40B4-BE49-F238E27FC236}">
                <a16:creationId xmlns:a16="http://schemas.microsoft.com/office/drawing/2014/main" id="{52FA4419-884A-46E6-97BE-EC4D680B8FA5}"/>
              </a:ext>
            </a:extLst>
          </p:cNvPr>
          <p:cNvGrpSpPr/>
          <p:nvPr/>
        </p:nvGrpSpPr>
        <p:grpSpPr>
          <a:xfrm>
            <a:off x="9226939" y="5893750"/>
            <a:ext cx="2358620" cy="293725"/>
            <a:chOff x="2892150" y="5022586"/>
            <a:chExt cx="2358620" cy="293725"/>
          </a:xfrm>
        </p:grpSpPr>
        <p:grpSp>
          <p:nvGrpSpPr>
            <p:cNvPr id="103" name="组合 102">
              <a:extLst>
                <a:ext uri="{FF2B5EF4-FFF2-40B4-BE49-F238E27FC236}">
                  <a16:creationId xmlns:a16="http://schemas.microsoft.com/office/drawing/2014/main" id="{18C8A1BD-E6EA-433E-A621-17031CFAF84F}"/>
                </a:ext>
              </a:extLst>
            </p:cNvPr>
            <p:cNvGrpSpPr/>
            <p:nvPr/>
          </p:nvGrpSpPr>
          <p:grpSpPr>
            <a:xfrm>
              <a:off x="3203185" y="5064195"/>
              <a:ext cx="2047585" cy="210508"/>
              <a:chOff x="2681867" y="4134493"/>
              <a:chExt cx="2047585" cy="210508"/>
            </a:xfrm>
          </p:grpSpPr>
          <p:sp>
            <p:nvSpPr>
              <p:cNvPr id="105" name="六边形 104">
                <a:extLst>
                  <a:ext uri="{FF2B5EF4-FFF2-40B4-BE49-F238E27FC236}">
                    <a16:creationId xmlns:a16="http://schemas.microsoft.com/office/drawing/2014/main" id="{D7C72193-2AFF-4DC5-A4F8-EA6EE5FDC502}"/>
                  </a:ext>
                </a:extLst>
              </p:cNvPr>
              <p:cNvSpPr/>
              <p:nvPr/>
            </p:nvSpPr>
            <p:spPr>
              <a:xfrm>
                <a:off x="2681867" y="4134493"/>
                <a:ext cx="335500" cy="210508"/>
              </a:xfrm>
              <a:prstGeom prst="hexagon">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CN" b="1" dirty="0">
                    <a:solidFill>
                      <a:schemeClr val="tx1"/>
                    </a:solidFill>
                  </a:rPr>
                  <a:t>1</a:t>
                </a:r>
                <a:endParaRPr lang="zh-CN" altLang="en-US" b="1" dirty="0">
                  <a:solidFill>
                    <a:schemeClr val="tx1"/>
                  </a:solidFill>
                </a:endParaRPr>
              </a:p>
            </p:txBody>
          </p:sp>
          <p:sp>
            <p:nvSpPr>
              <p:cNvPr id="106" name="六边形 105">
                <a:extLst>
                  <a:ext uri="{FF2B5EF4-FFF2-40B4-BE49-F238E27FC236}">
                    <a16:creationId xmlns:a16="http://schemas.microsoft.com/office/drawing/2014/main" id="{841F42E1-FCE4-4293-954A-0DC4768D213F}"/>
                  </a:ext>
                </a:extLst>
              </p:cNvPr>
              <p:cNvSpPr/>
              <p:nvPr/>
            </p:nvSpPr>
            <p:spPr>
              <a:xfrm>
                <a:off x="3024284" y="4134493"/>
                <a:ext cx="335500" cy="210508"/>
              </a:xfrm>
              <a:prstGeom prst="hexagon">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CN" b="1" dirty="0">
                    <a:solidFill>
                      <a:schemeClr val="tx1"/>
                    </a:solidFill>
                  </a:rPr>
                  <a:t>0</a:t>
                </a:r>
                <a:endParaRPr lang="zh-CN" altLang="en-US" b="1" dirty="0">
                  <a:solidFill>
                    <a:schemeClr val="tx1"/>
                  </a:solidFill>
                </a:endParaRPr>
              </a:p>
            </p:txBody>
          </p:sp>
          <p:sp>
            <p:nvSpPr>
              <p:cNvPr id="107" name="六边形 106">
                <a:extLst>
                  <a:ext uri="{FF2B5EF4-FFF2-40B4-BE49-F238E27FC236}">
                    <a16:creationId xmlns:a16="http://schemas.microsoft.com/office/drawing/2014/main" id="{86C8173B-D59B-44CA-BF34-6394BA67A28A}"/>
                  </a:ext>
                </a:extLst>
              </p:cNvPr>
              <p:cNvSpPr/>
              <p:nvPr/>
            </p:nvSpPr>
            <p:spPr>
              <a:xfrm>
                <a:off x="3366701" y="4134493"/>
                <a:ext cx="335500" cy="210508"/>
              </a:xfrm>
              <a:prstGeom prst="hexagon">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CN" b="1" dirty="0">
                    <a:solidFill>
                      <a:schemeClr val="tx1"/>
                    </a:solidFill>
                  </a:rPr>
                  <a:t>1</a:t>
                </a:r>
                <a:endParaRPr lang="zh-CN" altLang="en-US" b="1" dirty="0">
                  <a:solidFill>
                    <a:schemeClr val="tx1"/>
                  </a:solidFill>
                </a:endParaRPr>
              </a:p>
            </p:txBody>
          </p:sp>
          <p:sp>
            <p:nvSpPr>
              <p:cNvPr id="108" name="六边形 107">
                <a:extLst>
                  <a:ext uri="{FF2B5EF4-FFF2-40B4-BE49-F238E27FC236}">
                    <a16:creationId xmlns:a16="http://schemas.microsoft.com/office/drawing/2014/main" id="{A24D2155-3E78-454F-854A-0CF64AD7985E}"/>
                  </a:ext>
                </a:extLst>
              </p:cNvPr>
              <p:cNvSpPr/>
              <p:nvPr/>
            </p:nvSpPr>
            <p:spPr>
              <a:xfrm>
                <a:off x="3709118" y="4134493"/>
                <a:ext cx="335500" cy="210508"/>
              </a:xfrm>
              <a:prstGeom prst="hexagon">
                <a:avLst/>
              </a:prstGeom>
              <a:solidFill>
                <a:schemeClr val="accent1">
                  <a:lumMod val="75000"/>
                </a:schemeClr>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CN" b="1" dirty="0">
                    <a:solidFill>
                      <a:schemeClr val="bg1"/>
                    </a:solidFill>
                  </a:rPr>
                  <a:t>0</a:t>
                </a:r>
                <a:endParaRPr lang="zh-CN" altLang="en-US" b="1" dirty="0">
                  <a:solidFill>
                    <a:schemeClr val="bg1"/>
                  </a:solidFill>
                </a:endParaRPr>
              </a:p>
            </p:txBody>
          </p:sp>
          <p:sp>
            <p:nvSpPr>
              <p:cNvPr id="109" name="六边形 108">
                <a:extLst>
                  <a:ext uri="{FF2B5EF4-FFF2-40B4-BE49-F238E27FC236}">
                    <a16:creationId xmlns:a16="http://schemas.microsoft.com/office/drawing/2014/main" id="{5A9BCE5A-96ED-4C36-96AD-5A26EAAC7E90}"/>
                  </a:ext>
                </a:extLst>
              </p:cNvPr>
              <p:cNvSpPr/>
              <p:nvPr/>
            </p:nvSpPr>
            <p:spPr>
              <a:xfrm>
                <a:off x="4051535" y="4134493"/>
                <a:ext cx="335500" cy="210508"/>
              </a:xfrm>
              <a:prstGeom prst="hexagon">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CN" b="1" dirty="0">
                    <a:solidFill>
                      <a:schemeClr val="tx1"/>
                    </a:solidFill>
                  </a:rPr>
                  <a:t>0</a:t>
                </a:r>
                <a:endParaRPr lang="zh-CN" altLang="en-US" b="1" dirty="0">
                  <a:solidFill>
                    <a:schemeClr val="tx1"/>
                  </a:solidFill>
                </a:endParaRPr>
              </a:p>
            </p:txBody>
          </p:sp>
          <p:sp>
            <p:nvSpPr>
              <p:cNvPr id="110" name="六边形 109">
                <a:extLst>
                  <a:ext uri="{FF2B5EF4-FFF2-40B4-BE49-F238E27FC236}">
                    <a16:creationId xmlns:a16="http://schemas.microsoft.com/office/drawing/2014/main" id="{AF0A926E-FD1E-49A6-9552-A24202A6ACC2}"/>
                  </a:ext>
                </a:extLst>
              </p:cNvPr>
              <p:cNvSpPr/>
              <p:nvPr/>
            </p:nvSpPr>
            <p:spPr>
              <a:xfrm>
                <a:off x="4393952" y="4134493"/>
                <a:ext cx="335500" cy="210508"/>
              </a:xfrm>
              <a:prstGeom prst="hexagon">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CN" b="1" dirty="0">
                    <a:solidFill>
                      <a:schemeClr val="tx1"/>
                    </a:solidFill>
                  </a:rPr>
                  <a:t>1</a:t>
                </a:r>
                <a:endParaRPr lang="zh-CN" altLang="en-US" b="1" dirty="0">
                  <a:solidFill>
                    <a:schemeClr val="tx1"/>
                  </a:solidFill>
                </a:endParaRPr>
              </a:p>
            </p:txBody>
          </p:sp>
        </p:grpSp>
        <p:sp>
          <p:nvSpPr>
            <p:cNvPr id="104" name="椭圆 103">
              <a:extLst>
                <a:ext uri="{FF2B5EF4-FFF2-40B4-BE49-F238E27FC236}">
                  <a16:creationId xmlns:a16="http://schemas.microsoft.com/office/drawing/2014/main" id="{AE87358E-0977-4518-8DC4-0BCA9CB12290}"/>
                </a:ext>
              </a:extLst>
            </p:cNvPr>
            <p:cNvSpPr/>
            <p:nvPr/>
          </p:nvSpPr>
          <p:spPr>
            <a:xfrm>
              <a:off x="2892150" y="5022586"/>
              <a:ext cx="293725" cy="293725"/>
            </a:xfrm>
            <a:prstGeom prst="ellipse">
              <a:avLst/>
            </a:prstGeom>
            <a:solidFill>
              <a:schemeClr val="accent1">
                <a:lumMod val="75000"/>
              </a:schemeClr>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CN" b="1" dirty="0">
                  <a:solidFill>
                    <a:schemeClr val="bg1"/>
                  </a:solidFill>
                </a:rPr>
                <a:t>1</a:t>
              </a:r>
              <a:endParaRPr lang="zh-CN" altLang="en-US" b="1" dirty="0">
                <a:solidFill>
                  <a:schemeClr val="bg1"/>
                </a:solidFill>
              </a:endParaRPr>
            </a:p>
          </p:txBody>
        </p:sp>
      </p:grpSp>
    </p:spTree>
    <p:custDataLst>
      <p:tags r:id="rId1"/>
    </p:custDataLst>
    <p:extLst>
      <p:ext uri="{BB962C8B-B14F-4D97-AF65-F5344CB8AC3E}">
        <p14:creationId xmlns:p14="http://schemas.microsoft.com/office/powerpoint/2010/main" val="2005438882"/>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8" presetClass="emph" presetSubtype="0" fill="hold" grpId="0" nodeType="withEffect">
                                  <p:stCondLst>
                                    <p:cond delay="0"/>
                                  </p:stCondLst>
                                  <p:childTnLst>
                                    <p:animRot by="21600000">
                                      <p:cBhvr>
                                        <p:cTn id="6" dur="1000" fill="hold"/>
                                        <p:tgtEl>
                                          <p:spTgt spid="43"/>
                                        </p:tgtEl>
                                        <p:attrNameLst>
                                          <p:attrName>r</p:attrName>
                                        </p:attrNameLst>
                                      </p:cBhvr>
                                    </p:animRot>
                                  </p:childTnLst>
                                </p:cTn>
                              </p:par>
                              <p:par>
                                <p:cTn id="7" presetID="8" presetClass="emph" presetSubtype="0" fill="hold" grpId="0" nodeType="withEffect">
                                  <p:stCondLst>
                                    <p:cond delay="0"/>
                                  </p:stCondLst>
                                  <p:childTnLst>
                                    <p:animRot by="21600000">
                                      <p:cBhvr>
                                        <p:cTn id="8" dur="1000" fill="hold"/>
                                        <p:tgtEl>
                                          <p:spTgt spid="66"/>
                                        </p:tgtEl>
                                        <p:attrNameLst>
                                          <p:attrName>r</p:attrName>
                                        </p:attrNameLst>
                                      </p:cBhvr>
                                    </p:animRot>
                                  </p:childTnLst>
                                </p:cTn>
                              </p:par>
                              <p:par>
                                <p:cTn id="9" presetID="8" presetClass="emph" presetSubtype="0" fill="hold" grpId="0" nodeType="withEffect">
                                  <p:stCondLst>
                                    <p:cond delay="0"/>
                                  </p:stCondLst>
                                  <p:childTnLst>
                                    <p:animRot by="21600000">
                                      <p:cBhvr>
                                        <p:cTn id="10" dur="1000" fill="hold"/>
                                        <p:tgtEl>
                                          <p:spTgt spid="82"/>
                                        </p:tgtEl>
                                        <p:attrNameLst>
                                          <p:attrName>r</p:attrName>
                                        </p:attrNameLst>
                                      </p:cBhvr>
                                    </p:animRot>
                                  </p:childTnLst>
                                </p:cTn>
                              </p:par>
                            </p:childTnLst>
                          </p:cTn>
                        </p:par>
                      </p:childTnLst>
                    </p:cTn>
                  </p:par>
                  <p:par>
                    <p:cTn id="11" fill="hold">
                      <p:stCondLst>
                        <p:cond delay="indefinite"/>
                      </p:stCondLst>
                      <p:childTnLst>
                        <p:par>
                          <p:cTn id="12" fill="hold">
                            <p:stCondLst>
                              <p:cond delay="0"/>
                            </p:stCondLst>
                            <p:childTnLst>
                              <p:par>
                                <p:cTn id="13" presetID="34" presetClass="emph" presetSubtype="0" fill="hold" grpId="0" nodeType="clickEffect">
                                  <p:stCondLst>
                                    <p:cond delay="0"/>
                                  </p:stCondLst>
                                  <p:iterate type="lt">
                                    <p:tmPct val="10000"/>
                                  </p:iterate>
                                  <p:childTnLst>
                                    <p:animMotion origin="layout" path="M 0.0 0.0 L 0.0 -0.07213" pathEditMode="relative" ptsTypes="">
                                      <p:cBhvr>
                                        <p:cTn id="14" dur="250" accel="50000" decel="50000" autoRev="1" fill="hold">
                                          <p:stCondLst>
                                            <p:cond delay="0"/>
                                          </p:stCondLst>
                                        </p:cTn>
                                        <p:tgtEl>
                                          <p:spTgt spid="58"/>
                                        </p:tgtEl>
                                        <p:attrNameLst>
                                          <p:attrName>ppt_x</p:attrName>
                                          <p:attrName>ppt_y</p:attrName>
                                        </p:attrNameLst>
                                      </p:cBhvr>
                                    </p:animMotion>
                                    <p:animRot by="1500000">
                                      <p:cBhvr>
                                        <p:cTn id="15" dur="125" fill="hold">
                                          <p:stCondLst>
                                            <p:cond delay="0"/>
                                          </p:stCondLst>
                                        </p:cTn>
                                        <p:tgtEl>
                                          <p:spTgt spid="58"/>
                                        </p:tgtEl>
                                        <p:attrNameLst>
                                          <p:attrName>r</p:attrName>
                                        </p:attrNameLst>
                                      </p:cBhvr>
                                    </p:animRot>
                                    <p:animRot by="-1500000">
                                      <p:cBhvr>
                                        <p:cTn id="16" dur="125" fill="hold">
                                          <p:stCondLst>
                                            <p:cond delay="125"/>
                                          </p:stCondLst>
                                        </p:cTn>
                                        <p:tgtEl>
                                          <p:spTgt spid="58"/>
                                        </p:tgtEl>
                                        <p:attrNameLst>
                                          <p:attrName>r</p:attrName>
                                        </p:attrNameLst>
                                      </p:cBhvr>
                                    </p:animRot>
                                    <p:animRot by="-1500000">
                                      <p:cBhvr>
                                        <p:cTn id="17" dur="125" fill="hold">
                                          <p:stCondLst>
                                            <p:cond delay="250"/>
                                          </p:stCondLst>
                                        </p:cTn>
                                        <p:tgtEl>
                                          <p:spTgt spid="58"/>
                                        </p:tgtEl>
                                        <p:attrNameLst>
                                          <p:attrName>r</p:attrName>
                                        </p:attrNameLst>
                                      </p:cBhvr>
                                    </p:animRot>
                                    <p:animRot by="1500000">
                                      <p:cBhvr>
                                        <p:cTn id="18" dur="125" fill="hold">
                                          <p:stCondLst>
                                            <p:cond delay="375"/>
                                          </p:stCondLst>
                                        </p:cTn>
                                        <p:tgtEl>
                                          <p:spTgt spid="58"/>
                                        </p:tgtEl>
                                        <p:attrNameLst>
                                          <p:attrName>r</p:attrName>
                                        </p:attrNameLst>
                                      </p:cBhvr>
                                    </p:animRot>
                                  </p:childTnLst>
                                </p:cTn>
                              </p:par>
                              <p:par>
                                <p:cTn id="19" presetID="34" presetClass="emph" presetSubtype="0" fill="hold" grpId="0" nodeType="withEffect">
                                  <p:stCondLst>
                                    <p:cond delay="0"/>
                                  </p:stCondLst>
                                  <p:iterate type="lt">
                                    <p:tmPct val="10000"/>
                                  </p:iterate>
                                  <p:childTnLst>
                                    <p:animMotion origin="layout" path="M 0.0 0.0 L 0.0 -0.07213" pathEditMode="relative" ptsTypes="">
                                      <p:cBhvr>
                                        <p:cTn id="20" dur="250" accel="50000" decel="50000" autoRev="1" fill="hold">
                                          <p:stCondLst>
                                            <p:cond delay="0"/>
                                          </p:stCondLst>
                                        </p:cTn>
                                        <p:tgtEl>
                                          <p:spTgt spid="78"/>
                                        </p:tgtEl>
                                        <p:attrNameLst>
                                          <p:attrName>ppt_x</p:attrName>
                                          <p:attrName>ppt_y</p:attrName>
                                        </p:attrNameLst>
                                      </p:cBhvr>
                                    </p:animMotion>
                                    <p:animRot by="1500000">
                                      <p:cBhvr>
                                        <p:cTn id="21" dur="125" fill="hold">
                                          <p:stCondLst>
                                            <p:cond delay="0"/>
                                          </p:stCondLst>
                                        </p:cTn>
                                        <p:tgtEl>
                                          <p:spTgt spid="78"/>
                                        </p:tgtEl>
                                        <p:attrNameLst>
                                          <p:attrName>r</p:attrName>
                                        </p:attrNameLst>
                                      </p:cBhvr>
                                    </p:animRot>
                                    <p:animRot by="-1500000">
                                      <p:cBhvr>
                                        <p:cTn id="22" dur="125" fill="hold">
                                          <p:stCondLst>
                                            <p:cond delay="125"/>
                                          </p:stCondLst>
                                        </p:cTn>
                                        <p:tgtEl>
                                          <p:spTgt spid="78"/>
                                        </p:tgtEl>
                                        <p:attrNameLst>
                                          <p:attrName>r</p:attrName>
                                        </p:attrNameLst>
                                      </p:cBhvr>
                                    </p:animRot>
                                    <p:animRot by="-1500000">
                                      <p:cBhvr>
                                        <p:cTn id="23" dur="125" fill="hold">
                                          <p:stCondLst>
                                            <p:cond delay="250"/>
                                          </p:stCondLst>
                                        </p:cTn>
                                        <p:tgtEl>
                                          <p:spTgt spid="78"/>
                                        </p:tgtEl>
                                        <p:attrNameLst>
                                          <p:attrName>r</p:attrName>
                                        </p:attrNameLst>
                                      </p:cBhvr>
                                    </p:animRot>
                                    <p:animRot by="1500000">
                                      <p:cBhvr>
                                        <p:cTn id="24" dur="125" fill="hold">
                                          <p:stCondLst>
                                            <p:cond delay="375"/>
                                          </p:stCondLst>
                                        </p:cTn>
                                        <p:tgtEl>
                                          <p:spTgt spid="78"/>
                                        </p:tgtEl>
                                        <p:attrNameLst>
                                          <p:attrName>r</p:attrName>
                                        </p:attrNameLst>
                                      </p:cBhvr>
                                    </p:animRot>
                                  </p:childTnLst>
                                </p:cTn>
                              </p:par>
                              <p:par>
                                <p:cTn id="25" presetID="34" presetClass="emph" presetSubtype="0" fill="hold" grpId="0" nodeType="withEffect">
                                  <p:stCondLst>
                                    <p:cond delay="0"/>
                                  </p:stCondLst>
                                  <p:iterate type="lt">
                                    <p:tmPct val="10000"/>
                                  </p:iterate>
                                  <p:childTnLst>
                                    <p:animMotion origin="layout" path="M 0.0 0.0 L 0.0 -0.07213" pathEditMode="relative" ptsTypes="">
                                      <p:cBhvr>
                                        <p:cTn id="26" dur="250" accel="50000" decel="50000" autoRev="1" fill="hold">
                                          <p:stCondLst>
                                            <p:cond delay="0"/>
                                          </p:stCondLst>
                                        </p:cTn>
                                        <p:tgtEl>
                                          <p:spTgt spid="86"/>
                                        </p:tgtEl>
                                        <p:attrNameLst>
                                          <p:attrName>ppt_x</p:attrName>
                                          <p:attrName>ppt_y</p:attrName>
                                        </p:attrNameLst>
                                      </p:cBhvr>
                                    </p:animMotion>
                                    <p:animRot by="1500000">
                                      <p:cBhvr>
                                        <p:cTn id="27" dur="125" fill="hold">
                                          <p:stCondLst>
                                            <p:cond delay="0"/>
                                          </p:stCondLst>
                                        </p:cTn>
                                        <p:tgtEl>
                                          <p:spTgt spid="86"/>
                                        </p:tgtEl>
                                        <p:attrNameLst>
                                          <p:attrName>r</p:attrName>
                                        </p:attrNameLst>
                                      </p:cBhvr>
                                    </p:animRot>
                                    <p:animRot by="-1500000">
                                      <p:cBhvr>
                                        <p:cTn id="28" dur="125" fill="hold">
                                          <p:stCondLst>
                                            <p:cond delay="125"/>
                                          </p:stCondLst>
                                        </p:cTn>
                                        <p:tgtEl>
                                          <p:spTgt spid="86"/>
                                        </p:tgtEl>
                                        <p:attrNameLst>
                                          <p:attrName>r</p:attrName>
                                        </p:attrNameLst>
                                      </p:cBhvr>
                                    </p:animRot>
                                    <p:animRot by="-1500000">
                                      <p:cBhvr>
                                        <p:cTn id="29" dur="125" fill="hold">
                                          <p:stCondLst>
                                            <p:cond delay="250"/>
                                          </p:stCondLst>
                                        </p:cTn>
                                        <p:tgtEl>
                                          <p:spTgt spid="86"/>
                                        </p:tgtEl>
                                        <p:attrNameLst>
                                          <p:attrName>r</p:attrName>
                                        </p:attrNameLst>
                                      </p:cBhvr>
                                    </p:animRot>
                                    <p:animRot by="1500000">
                                      <p:cBhvr>
                                        <p:cTn id="30" dur="125" fill="hold">
                                          <p:stCondLst>
                                            <p:cond delay="375"/>
                                          </p:stCondLst>
                                        </p:cTn>
                                        <p:tgtEl>
                                          <p:spTgt spid="86"/>
                                        </p:tgtEl>
                                        <p:attrNameLst>
                                          <p:attrName>r</p:attrName>
                                        </p:attrNameLst>
                                      </p:cBhvr>
                                    </p:animRo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86" grpId="0"/>
      <p:bldP spid="43" grpId="0" animBg="1"/>
      <p:bldP spid="58" grpId="0"/>
      <p:bldP spid="66" grpId="0" animBg="1"/>
      <p:bldP spid="78" grpId="0"/>
      <p:bldP spid="82" grpId="0" animBg="1"/>
    </p:bldLst>
  </p:timing>
</p:sld>
</file>

<file path=ppt/slides/slide7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4" name="组合 3">
            <a:extLst>
              <a:ext uri="{FF2B5EF4-FFF2-40B4-BE49-F238E27FC236}">
                <a16:creationId xmlns:a16="http://schemas.microsoft.com/office/drawing/2014/main" id="{9A1EA9F2-FCB6-48C3-935F-7AE7E3AD14AC}"/>
              </a:ext>
            </a:extLst>
          </p:cNvPr>
          <p:cNvGrpSpPr/>
          <p:nvPr/>
        </p:nvGrpSpPr>
        <p:grpSpPr>
          <a:xfrm>
            <a:off x="304800" y="749300"/>
            <a:ext cx="6192343" cy="400110"/>
            <a:chOff x="424117" y="898245"/>
            <a:chExt cx="6192343" cy="400110"/>
          </a:xfrm>
        </p:grpSpPr>
        <p:sp>
          <p:nvSpPr>
            <p:cNvPr id="2" name="平行四边形 1">
              <a:extLst>
                <a:ext uri="{FF2B5EF4-FFF2-40B4-BE49-F238E27FC236}">
                  <a16:creationId xmlns:a16="http://schemas.microsoft.com/office/drawing/2014/main" id="{1F5BAA3F-9845-4F89-A2DD-8222D3E4EDAC}"/>
                </a:ext>
              </a:extLst>
            </p:cNvPr>
            <p:cNvSpPr/>
            <p:nvPr/>
          </p:nvSpPr>
          <p:spPr>
            <a:xfrm>
              <a:off x="424117" y="898245"/>
              <a:ext cx="711200" cy="387090"/>
            </a:xfrm>
            <a:prstGeom prst="parallelogram">
              <a:avLst/>
            </a:prstGeom>
            <a:solidFill>
              <a:schemeClr val="accent3">
                <a:lumMod val="75000"/>
              </a:schemeClr>
            </a:solidFill>
            <a:ln>
              <a:solidFill>
                <a:schemeClr val="accent3">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CN" sz="2200" dirty="0">
                  <a:latin typeface="Impact" panose="020B0806030902050204" pitchFamily="34" charset="0"/>
                </a:rPr>
                <a:t>02</a:t>
              </a:r>
              <a:endParaRPr lang="zh-CN" altLang="en-US" sz="2200" dirty="0">
                <a:latin typeface="Impact" panose="020B0806030902050204" pitchFamily="34" charset="0"/>
              </a:endParaRPr>
            </a:p>
          </p:txBody>
        </p:sp>
        <p:sp>
          <p:nvSpPr>
            <p:cNvPr id="3" name="文本框 2">
              <a:extLst>
                <a:ext uri="{FF2B5EF4-FFF2-40B4-BE49-F238E27FC236}">
                  <a16:creationId xmlns:a16="http://schemas.microsoft.com/office/drawing/2014/main" id="{4D6BD736-A4D3-4F26-AFED-36E11F50F70B}"/>
                </a:ext>
              </a:extLst>
            </p:cNvPr>
            <p:cNvSpPr txBox="1"/>
            <p:nvPr/>
          </p:nvSpPr>
          <p:spPr>
            <a:xfrm>
              <a:off x="1204755" y="898245"/>
              <a:ext cx="5411705" cy="400110"/>
            </a:xfrm>
            <a:prstGeom prst="rect">
              <a:avLst/>
            </a:prstGeom>
            <a:noFill/>
          </p:spPr>
          <p:txBody>
            <a:bodyPr wrap="square" rtlCol="0">
              <a:spAutoFit/>
            </a:bodyPr>
            <a:lstStyle/>
            <a:p>
              <a:r>
                <a:rPr lang="zh-CN" altLang="en-US" sz="2000" b="1" dirty="0"/>
                <a:t>奇偶校验</a:t>
              </a:r>
            </a:p>
          </p:txBody>
        </p:sp>
      </p:grpSp>
      <p:sp>
        <p:nvSpPr>
          <p:cNvPr id="5" name="矩形 4">
            <a:extLst>
              <a:ext uri="{FF2B5EF4-FFF2-40B4-BE49-F238E27FC236}">
                <a16:creationId xmlns:a16="http://schemas.microsoft.com/office/drawing/2014/main" id="{971D0C99-431C-4101-8C2B-F72D87047F3E}"/>
              </a:ext>
            </a:extLst>
          </p:cNvPr>
          <p:cNvSpPr/>
          <p:nvPr/>
        </p:nvSpPr>
        <p:spPr>
          <a:xfrm>
            <a:off x="1016000" y="1297642"/>
            <a:ext cx="256976" cy="256976"/>
          </a:xfrm>
          <a:prstGeom prst="rect">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6" name="íşlïḍè">
            <a:extLst>
              <a:ext uri="{FF2B5EF4-FFF2-40B4-BE49-F238E27FC236}">
                <a16:creationId xmlns:a16="http://schemas.microsoft.com/office/drawing/2014/main" id="{1839D133-07C9-44AB-879F-5F3648994379}"/>
              </a:ext>
            </a:extLst>
          </p:cNvPr>
          <p:cNvSpPr txBox="1"/>
          <p:nvPr/>
        </p:nvSpPr>
        <p:spPr>
          <a:xfrm>
            <a:off x="1333227" y="1297641"/>
            <a:ext cx="10475031" cy="256977"/>
          </a:xfrm>
          <a:prstGeom prst="rect">
            <a:avLst/>
          </a:prstGeom>
          <a:noFill/>
        </p:spPr>
        <p:txBody>
          <a:bodyPr wrap="square" lIns="91440" tIns="45720" rIns="91440" bIns="45720" anchor="ctr">
            <a:noAutofit/>
          </a:bodyPr>
          <a:lstStyle/>
          <a:p>
            <a:r>
              <a:rPr lang="zh-CN" altLang="en-US" b="1" dirty="0"/>
              <a:t>奇校验是在待发送的数据后面</a:t>
            </a:r>
            <a:r>
              <a:rPr lang="zh-CN" altLang="en-US" b="1" dirty="0">
                <a:solidFill>
                  <a:schemeClr val="accent1">
                    <a:lumMod val="75000"/>
                  </a:schemeClr>
                </a:solidFill>
              </a:rPr>
              <a:t>添加</a:t>
            </a:r>
            <a:r>
              <a:rPr lang="en-US" altLang="zh-CN" b="1" dirty="0">
                <a:solidFill>
                  <a:schemeClr val="accent1">
                    <a:lumMod val="75000"/>
                  </a:schemeClr>
                </a:solidFill>
              </a:rPr>
              <a:t>1</a:t>
            </a:r>
            <a:r>
              <a:rPr lang="zh-CN" altLang="en-US" b="1" dirty="0">
                <a:solidFill>
                  <a:schemeClr val="accent1">
                    <a:lumMod val="75000"/>
                  </a:schemeClr>
                </a:solidFill>
              </a:rPr>
              <a:t>个校验位</a:t>
            </a:r>
            <a:r>
              <a:rPr lang="zh-CN" altLang="en-US" b="1" dirty="0"/>
              <a:t>，使得添加该校验位后的整个数据中</a:t>
            </a:r>
            <a:r>
              <a:rPr lang="zh-CN" altLang="en-US" b="1" dirty="0">
                <a:solidFill>
                  <a:schemeClr val="accent1">
                    <a:lumMod val="75000"/>
                  </a:schemeClr>
                </a:solidFill>
              </a:rPr>
              <a:t>比特</a:t>
            </a:r>
            <a:r>
              <a:rPr lang="en-US" altLang="zh-CN" b="1" dirty="0">
                <a:solidFill>
                  <a:schemeClr val="accent1">
                    <a:lumMod val="75000"/>
                  </a:schemeClr>
                </a:solidFill>
              </a:rPr>
              <a:t>1</a:t>
            </a:r>
            <a:r>
              <a:rPr lang="zh-CN" altLang="en-US" b="1" dirty="0">
                <a:solidFill>
                  <a:schemeClr val="accent1">
                    <a:lumMod val="75000"/>
                  </a:schemeClr>
                </a:solidFill>
              </a:rPr>
              <a:t>的个数</a:t>
            </a:r>
            <a:r>
              <a:rPr lang="zh-CN" altLang="en-US" b="1" dirty="0"/>
              <a:t>为</a:t>
            </a:r>
            <a:r>
              <a:rPr lang="zh-CN" altLang="en-US" b="1" dirty="0">
                <a:solidFill>
                  <a:schemeClr val="accent1">
                    <a:lumMod val="75000"/>
                  </a:schemeClr>
                </a:solidFill>
              </a:rPr>
              <a:t>奇数</a:t>
            </a:r>
            <a:r>
              <a:rPr lang="zh-CN" altLang="en-US" b="1" dirty="0"/>
              <a:t>。</a:t>
            </a:r>
            <a:endParaRPr lang="en-US" altLang="zh-CN" b="1" dirty="0"/>
          </a:p>
        </p:txBody>
      </p:sp>
      <p:sp>
        <p:nvSpPr>
          <p:cNvPr id="7" name="矩形 6">
            <a:extLst>
              <a:ext uri="{FF2B5EF4-FFF2-40B4-BE49-F238E27FC236}">
                <a16:creationId xmlns:a16="http://schemas.microsoft.com/office/drawing/2014/main" id="{D4EA06D0-9D69-44E0-B618-0744E5734DE0}"/>
              </a:ext>
            </a:extLst>
          </p:cNvPr>
          <p:cNvSpPr/>
          <p:nvPr/>
        </p:nvSpPr>
        <p:spPr>
          <a:xfrm>
            <a:off x="1016000" y="1715871"/>
            <a:ext cx="256976" cy="256976"/>
          </a:xfrm>
          <a:prstGeom prst="rect">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8" name="íşlïḍè">
            <a:extLst>
              <a:ext uri="{FF2B5EF4-FFF2-40B4-BE49-F238E27FC236}">
                <a16:creationId xmlns:a16="http://schemas.microsoft.com/office/drawing/2014/main" id="{44494268-1883-4E3C-B842-B7B6E998938E}"/>
              </a:ext>
            </a:extLst>
          </p:cNvPr>
          <p:cNvSpPr txBox="1"/>
          <p:nvPr/>
        </p:nvSpPr>
        <p:spPr>
          <a:xfrm>
            <a:off x="1333227" y="1715870"/>
            <a:ext cx="10475031" cy="256977"/>
          </a:xfrm>
          <a:prstGeom prst="rect">
            <a:avLst/>
          </a:prstGeom>
          <a:noFill/>
        </p:spPr>
        <p:txBody>
          <a:bodyPr wrap="square" lIns="91440" tIns="45720" rIns="91440" bIns="45720" anchor="ctr">
            <a:noAutofit/>
          </a:bodyPr>
          <a:lstStyle/>
          <a:p>
            <a:r>
              <a:rPr lang="zh-CN" altLang="en-US" b="1" dirty="0"/>
              <a:t>偶校验是在待发送的数据后面</a:t>
            </a:r>
            <a:r>
              <a:rPr lang="zh-CN" altLang="en-US" b="1" dirty="0">
                <a:solidFill>
                  <a:schemeClr val="accent1">
                    <a:lumMod val="75000"/>
                  </a:schemeClr>
                </a:solidFill>
              </a:rPr>
              <a:t>添加</a:t>
            </a:r>
            <a:r>
              <a:rPr lang="en-US" altLang="zh-CN" b="1" dirty="0">
                <a:solidFill>
                  <a:schemeClr val="accent1">
                    <a:lumMod val="75000"/>
                  </a:schemeClr>
                </a:solidFill>
              </a:rPr>
              <a:t>1</a:t>
            </a:r>
            <a:r>
              <a:rPr lang="zh-CN" altLang="en-US" b="1" dirty="0">
                <a:solidFill>
                  <a:schemeClr val="accent1">
                    <a:lumMod val="75000"/>
                  </a:schemeClr>
                </a:solidFill>
              </a:rPr>
              <a:t>个校验位</a:t>
            </a:r>
            <a:r>
              <a:rPr lang="zh-CN" altLang="en-US" b="1" dirty="0"/>
              <a:t>，使得添加该校验位后的整个数据中</a:t>
            </a:r>
            <a:r>
              <a:rPr lang="zh-CN" altLang="en-US" b="1" dirty="0">
                <a:solidFill>
                  <a:schemeClr val="accent1">
                    <a:lumMod val="75000"/>
                  </a:schemeClr>
                </a:solidFill>
              </a:rPr>
              <a:t>比特</a:t>
            </a:r>
            <a:r>
              <a:rPr lang="en-US" altLang="zh-CN" b="1" dirty="0">
                <a:solidFill>
                  <a:schemeClr val="accent1">
                    <a:lumMod val="75000"/>
                  </a:schemeClr>
                </a:solidFill>
              </a:rPr>
              <a:t>1</a:t>
            </a:r>
            <a:r>
              <a:rPr lang="zh-CN" altLang="en-US" b="1" dirty="0">
                <a:solidFill>
                  <a:schemeClr val="accent1">
                    <a:lumMod val="75000"/>
                  </a:schemeClr>
                </a:solidFill>
              </a:rPr>
              <a:t>的个数</a:t>
            </a:r>
            <a:r>
              <a:rPr lang="zh-CN" altLang="en-US" b="1" dirty="0"/>
              <a:t>为</a:t>
            </a:r>
            <a:r>
              <a:rPr lang="zh-CN" altLang="en-US" b="1" dirty="0">
                <a:solidFill>
                  <a:schemeClr val="accent1">
                    <a:lumMod val="75000"/>
                  </a:schemeClr>
                </a:solidFill>
              </a:rPr>
              <a:t>偶数</a:t>
            </a:r>
            <a:r>
              <a:rPr lang="zh-CN" altLang="en-US" b="1" dirty="0"/>
              <a:t>。</a:t>
            </a:r>
            <a:endParaRPr lang="en-US" altLang="zh-CN" b="1" dirty="0"/>
          </a:p>
        </p:txBody>
      </p:sp>
      <p:sp>
        <p:nvSpPr>
          <p:cNvPr id="79" name="矩形 78">
            <a:extLst>
              <a:ext uri="{FF2B5EF4-FFF2-40B4-BE49-F238E27FC236}">
                <a16:creationId xmlns:a16="http://schemas.microsoft.com/office/drawing/2014/main" id="{2C62CDCE-BFC8-4A44-ACEA-BF39B776F327}"/>
              </a:ext>
            </a:extLst>
          </p:cNvPr>
          <p:cNvSpPr/>
          <p:nvPr/>
        </p:nvSpPr>
        <p:spPr>
          <a:xfrm>
            <a:off x="1016000" y="2134100"/>
            <a:ext cx="256976" cy="256976"/>
          </a:xfrm>
          <a:prstGeom prst="rect">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80" name="íşlïḍè">
            <a:extLst>
              <a:ext uri="{FF2B5EF4-FFF2-40B4-BE49-F238E27FC236}">
                <a16:creationId xmlns:a16="http://schemas.microsoft.com/office/drawing/2014/main" id="{9628643C-E538-4B2C-AD0B-77CFA5C0FC8A}"/>
              </a:ext>
            </a:extLst>
          </p:cNvPr>
          <p:cNvSpPr txBox="1"/>
          <p:nvPr/>
        </p:nvSpPr>
        <p:spPr>
          <a:xfrm>
            <a:off x="1333227" y="2134098"/>
            <a:ext cx="10475031" cy="484111"/>
          </a:xfrm>
          <a:prstGeom prst="rect">
            <a:avLst/>
          </a:prstGeom>
          <a:noFill/>
        </p:spPr>
        <p:txBody>
          <a:bodyPr wrap="square" lIns="91440" tIns="45720" rIns="91440" bIns="45720" anchor="ctr">
            <a:noAutofit/>
          </a:bodyPr>
          <a:lstStyle/>
          <a:p>
            <a:r>
              <a:rPr lang="zh-CN" altLang="en-US" b="1" dirty="0"/>
              <a:t>在所传输的数据中，如果有</a:t>
            </a:r>
            <a:r>
              <a:rPr lang="zh-CN" altLang="en-US" b="1" dirty="0">
                <a:solidFill>
                  <a:schemeClr val="accent1">
                    <a:lumMod val="75000"/>
                  </a:schemeClr>
                </a:solidFill>
              </a:rPr>
              <a:t>奇数个位发生误码</a:t>
            </a:r>
            <a:r>
              <a:rPr lang="zh-CN" altLang="en-US" b="1" dirty="0"/>
              <a:t>，则所包含比特</a:t>
            </a:r>
            <a:r>
              <a:rPr lang="en-US" altLang="zh-CN" b="1" dirty="0"/>
              <a:t>1</a:t>
            </a:r>
            <a:r>
              <a:rPr lang="zh-CN" altLang="en-US" b="1" dirty="0"/>
              <a:t>的数量的奇偶性会发生改变，</a:t>
            </a:r>
            <a:r>
              <a:rPr lang="zh-CN" altLang="en-US" b="1" dirty="0">
                <a:solidFill>
                  <a:schemeClr val="accent1">
                    <a:lumMod val="75000"/>
                  </a:schemeClr>
                </a:solidFill>
              </a:rPr>
              <a:t>可以检测出误码</a:t>
            </a:r>
            <a:r>
              <a:rPr lang="zh-CN" altLang="en-US" b="1" dirty="0"/>
              <a:t>。</a:t>
            </a:r>
            <a:endParaRPr lang="en-US" altLang="zh-CN" b="1" dirty="0"/>
          </a:p>
        </p:txBody>
      </p:sp>
      <p:sp>
        <p:nvSpPr>
          <p:cNvPr id="83" name="矩形 82">
            <a:extLst>
              <a:ext uri="{FF2B5EF4-FFF2-40B4-BE49-F238E27FC236}">
                <a16:creationId xmlns:a16="http://schemas.microsoft.com/office/drawing/2014/main" id="{031BA2D6-767E-4717-8966-69E096A98A45}"/>
              </a:ext>
            </a:extLst>
          </p:cNvPr>
          <p:cNvSpPr/>
          <p:nvPr/>
        </p:nvSpPr>
        <p:spPr>
          <a:xfrm>
            <a:off x="1016000" y="2779462"/>
            <a:ext cx="256976" cy="256976"/>
          </a:xfrm>
          <a:prstGeom prst="rect">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87" name="íşlïḍè">
            <a:extLst>
              <a:ext uri="{FF2B5EF4-FFF2-40B4-BE49-F238E27FC236}">
                <a16:creationId xmlns:a16="http://schemas.microsoft.com/office/drawing/2014/main" id="{C35DDD37-D1AC-4FD8-9D50-4B721C778910}"/>
              </a:ext>
            </a:extLst>
          </p:cNvPr>
          <p:cNvSpPr txBox="1"/>
          <p:nvPr/>
        </p:nvSpPr>
        <p:spPr>
          <a:xfrm>
            <a:off x="1333227" y="2779460"/>
            <a:ext cx="10475031" cy="484111"/>
          </a:xfrm>
          <a:prstGeom prst="rect">
            <a:avLst/>
          </a:prstGeom>
          <a:noFill/>
        </p:spPr>
        <p:txBody>
          <a:bodyPr wrap="square" lIns="91440" tIns="45720" rIns="91440" bIns="45720" anchor="ctr">
            <a:noAutofit/>
          </a:bodyPr>
          <a:lstStyle/>
          <a:p>
            <a:r>
              <a:rPr lang="zh-CN" altLang="en-US" b="1" dirty="0"/>
              <a:t>在所传输的数据中，如果有</a:t>
            </a:r>
            <a:r>
              <a:rPr lang="zh-CN" altLang="en-US" b="1" dirty="0">
                <a:solidFill>
                  <a:schemeClr val="accent1">
                    <a:lumMod val="75000"/>
                  </a:schemeClr>
                </a:solidFill>
              </a:rPr>
              <a:t>偶数个位发生误码</a:t>
            </a:r>
            <a:r>
              <a:rPr lang="zh-CN" altLang="en-US" b="1" dirty="0"/>
              <a:t>，则所包含比特</a:t>
            </a:r>
            <a:r>
              <a:rPr lang="en-US" altLang="zh-CN" b="1" dirty="0"/>
              <a:t>1</a:t>
            </a:r>
            <a:r>
              <a:rPr lang="zh-CN" altLang="en-US" b="1" dirty="0"/>
              <a:t>的数量的奇偶性不会发生改变，</a:t>
            </a:r>
            <a:r>
              <a:rPr lang="zh-CN" altLang="en-US" b="1" dirty="0">
                <a:solidFill>
                  <a:schemeClr val="accent1">
                    <a:lumMod val="75000"/>
                  </a:schemeClr>
                </a:solidFill>
              </a:rPr>
              <a:t>无法检测出误码（漏检）</a:t>
            </a:r>
            <a:r>
              <a:rPr lang="zh-CN" altLang="en-US" b="1" dirty="0"/>
              <a:t>。</a:t>
            </a:r>
            <a:endParaRPr lang="en-US" altLang="zh-CN" b="1" dirty="0"/>
          </a:p>
        </p:txBody>
      </p:sp>
      <p:sp>
        <p:nvSpPr>
          <p:cNvPr id="88" name="矩形 87">
            <a:extLst>
              <a:ext uri="{FF2B5EF4-FFF2-40B4-BE49-F238E27FC236}">
                <a16:creationId xmlns:a16="http://schemas.microsoft.com/office/drawing/2014/main" id="{5C470835-A894-4D8A-8C57-6C0F5037AA88}"/>
              </a:ext>
            </a:extLst>
          </p:cNvPr>
          <p:cNvSpPr/>
          <p:nvPr/>
        </p:nvSpPr>
        <p:spPr>
          <a:xfrm>
            <a:off x="1016000" y="3424824"/>
            <a:ext cx="256976" cy="256976"/>
          </a:xfrm>
          <a:prstGeom prst="rect">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89" name="íşlïḍè">
            <a:extLst>
              <a:ext uri="{FF2B5EF4-FFF2-40B4-BE49-F238E27FC236}">
                <a16:creationId xmlns:a16="http://schemas.microsoft.com/office/drawing/2014/main" id="{858A4A63-D6DB-44BA-95FF-424A8FA8F3AD}"/>
              </a:ext>
            </a:extLst>
          </p:cNvPr>
          <p:cNvSpPr txBox="1"/>
          <p:nvPr/>
        </p:nvSpPr>
        <p:spPr>
          <a:xfrm>
            <a:off x="1333227" y="3424822"/>
            <a:ext cx="9047515" cy="256977"/>
          </a:xfrm>
          <a:prstGeom prst="rect">
            <a:avLst/>
          </a:prstGeom>
          <a:noFill/>
        </p:spPr>
        <p:txBody>
          <a:bodyPr wrap="square" lIns="91440" tIns="45720" rIns="91440" bIns="45720" anchor="ctr">
            <a:noAutofit/>
          </a:bodyPr>
          <a:lstStyle/>
          <a:p>
            <a:r>
              <a:rPr lang="zh-CN" altLang="en-US" b="1" dirty="0"/>
              <a:t>在实际使用时，奇偶校验又可分为垂直奇偶校验、水平奇偶校验以及水平垂直奇偶校验。</a:t>
            </a:r>
            <a:endParaRPr lang="en-US" altLang="zh-CN" b="1" dirty="0"/>
          </a:p>
        </p:txBody>
      </p:sp>
    </p:spTree>
    <p:custDataLst>
      <p:tags r:id="rId1"/>
    </p:custDataLst>
    <p:extLst>
      <p:ext uri="{BB962C8B-B14F-4D97-AF65-F5344CB8AC3E}">
        <p14:creationId xmlns:p14="http://schemas.microsoft.com/office/powerpoint/2010/main" val="2249080949"/>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49" presetClass="entr" presetSubtype="0" decel="100000" fill="hold" grpId="0" nodeType="withEffect">
                                  <p:stCondLst>
                                    <p:cond delay="0"/>
                                  </p:stCondLst>
                                  <p:childTnLst>
                                    <p:set>
                                      <p:cBhvr>
                                        <p:cTn id="6" dur="1" fill="hold">
                                          <p:stCondLst>
                                            <p:cond delay="0"/>
                                          </p:stCondLst>
                                        </p:cTn>
                                        <p:tgtEl>
                                          <p:spTgt spid="79"/>
                                        </p:tgtEl>
                                        <p:attrNameLst>
                                          <p:attrName>style.visibility</p:attrName>
                                        </p:attrNameLst>
                                      </p:cBhvr>
                                      <p:to>
                                        <p:strVal val="visible"/>
                                      </p:to>
                                    </p:set>
                                    <p:anim calcmode="lin" valueType="num">
                                      <p:cBhvr>
                                        <p:cTn id="7" dur="500" fill="hold"/>
                                        <p:tgtEl>
                                          <p:spTgt spid="79"/>
                                        </p:tgtEl>
                                        <p:attrNameLst>
                                          <p:attrName>ppt_w</p:attrName>
                                        </p:attrNameLst>
                                      </p:cBhvr>
                                      <p:tavLst>
                                        <p:tav tm="0">
                                          <p:val>
                                            <p:fltVal val="0"/>
                                          </p:val>
                                        </p:tav>
                                        <p:tav tm="100000">
                                          <p:val>
                                            <p:strVal val="#ppt_w"/>
                                          </p:val>
                                        </p:tav>
                                      </p:tavLst>
                                    </p:anim>
                                    <p:anim calcmode="lin" valueType="num">
                                      <p:cBhvr>
                                        <p:cTn id="8" dur="500" fill="hold"/>
                                        <p:tgtEl>
                                          <p:spTgt spid="79"/>
                                        </p:tgtEl>
                                        <p:attrNameLst>
                                          <p:attrName>ppt_h</p:attrName>
                                        </p:attrNameLst>
                                      </p:cBhvr>
                                      <p:tavLst>
                                        <p:tav tm="0">
                                          <p:val>
                                            <p:fltVal val="0"/>
                                          </p:val>
                                        </p:tav>
                                        <p:tav tm="100000">
                                          <p:val>
                                            <p:strVal val="#ppt_h"/>
                                          </p:val>
                                        </p:tav>
                                      </p:tavLst>
                                    </p:anim>
                                    <p:anim calcmode="lin" valueType="num">
                                      <p:cBhvr>
                                        <p:cTn id="9" dur="500" fill="hold"/>
                                        <p:tgtEl>
                                          <p:spTgt spid="79"/>
                                        </p:tgtEl>
                                        <p:attrNameLst>
                                          <p:attrName>style.rotation</p:attrName>
                                        </p:attrNameLst>
                                      </p:cBhvr>
                                      <p:tavLst>
                                        <p:tav tm="0">
                                          <p:val>
                                            <p:fltVal val="360"/>
                                          </p:val>
                                        </p:tav>
                                        <p:tav tm="100000">
                                          <p:val>
                                            <p:fltVal val="0"/>
                                          </p:val>
                                        </p:tav>
                                      </p:tavLst>
                                    </p:anim>
                                    <p:animEffect transition="in" filter="fade">
                                      <p:cBhvr>
                                        <p:cTn id="10" dur="500"/>
                                        <p:tgtEl>
                                          <p:spTgt spid="79"/>
                                        </p:tgtEl>
                                      </p:cBhvr>
                                    </p:animEffect>
                                  </p:childTnLst>
                                </p:cTn>
                              </p:par>
                            </p:childTnLst>
                          </p:cTn>
                        </p:par>
                        <p:par>
                          <p:cTn id="11" fill="hold">
                            <p:stCondLst>
                              <p:cond delay="500"/>
                            </p:stCondLst>
                            <p:childTnLst>
                              <p:par>
                                <p:cTn id="12" presetID="1" presetClass="entr" presetSubtype="0" fill="hold" grpId="0" nodeType="afterEffect">
                                  <p:stCondLst>
                                    <p:cond delay="0"/>
                                  </p:stCondLst>
                                  <p:iterate type="lt">
                                    <p:tmAbs val="100"/>
                                  </p:iterate>
                                  <p:childTnLst>
                                    <p:set>
                                      <p:cBhvr>
                                        <p:cTn id="13" dur="1" fill="hold">
                                          <p:stCondLst>
                                            <p:cond delay="0"/>
                                          </p:stCondLst>
                                        </p:cTn>
                                        <p:tgtEl>
                                          <p:spTgt spid="80"/>
                                        </p:tgtEl>
                                        <p:attrNameLst>
                                          <p:attrName>style.visibility</p:attrName>
                                        </p:attrNameLst>
                                      </p:cBhvr>
                                      <p:to>
                                        <p:strVal val="visible"/>
                                      </p:to>
                                    </p:set>
                                  </p:childTnLst>
                                </p:cTn>
                              </p:par>
                            </p:childTnLst>
                          </p:cTn>
                        </p:par>
                      </p:childTnLst>
                    </p:cTn>
                  </p:par>
                  <p:par>
                    <p:cTn id="14" fill="hold">
                      <p:stCondLst>
                        <p:cond delay="indefinite"/>
                      </p:stCondLst>
                      <p:childTnLst>
                        <p:par>
                          <p:cTn id="15" fill="hold">
                            <p:stCondLst>
                              <p:cond delay="0"/>
                            </p:stCondLst>
                            <p:childTnLst>
                              <p:par>
                                <p:cTn id="16" presetID="49" presetClass="entr" presetSubtype="0" decel="100000" fill="hold" grpId="0" nodeType="clickEffect">
                                  <p:stCondLst>
                                    <p:cond delay="0"/>
                                  </p:stCondLst>
                                  <p:childTnLst>
                                    <p:set>
                                      <p:cBhvr>
                                        <p:cTn id="17" dur="1" fill="hold">
                                          <p:stCondLst>
                                            <p:cond delay="0"/>
                                          </p:stCondLst>
                                        </p:cTn>
                                        <p:tgtEl>
                                          <p:spTgt spid="83"/>
                                        </p:tgtEl>
                                        <p:attrNameLst>
                                          <p:attrName>style.visibility</p:attrName>
                                        </p:attrNameLst>
                                      </p:cBhvr>
                                      <p:to>
                                        <p:strVal val="visible"/>
                                      </p:to>
                                    </p:set>
                                    <p:anim calcmode="lin" valueType="num">
                                      <p:cBhvr>
                                        <p:cTn id="18" dur="500" fill="hold"/>
                                        <p:tgtEl>
                                          <p:spTgt spid="83"/>
                                        </p:tgtEl>
                                        <p:attrNameLst>
                                          <p:attrName>ppt_w</p:attrName>
                                        </p:attrNameLst>
                                      </p:cBhvr>
                                      <p:tavLst>
                                        <p:tav tm="0">
                                          <p:val>
                                            <p:fltVal val="0"/>
                                          </p:val>
                                        </p:tav>
                                        <p:tav tm="100000">
                                          <p:val>
                                            <p:strVal val="#ppt_w"/>
                                          </p:val>
                                        </p:tav>
                                      </p:tavLst>
                                    </p:anim>
                                    <p:anim calcmode="lin" valueType="num">
                                      <p:cBhvr>
                                        <p:cTn id="19" dur="500" fill="hold"/>
                                        <p:tgtEl>
                                          <p:spTgt spid="83"/>
                                        </p:tgtEl>
                                        <p:attrNameLst>
                                          <p:attrName>ppt_h</p:attrName>
                                        </p:attrNameLst>
                                      </p:cBhvr>
                                      <p:tavLst>
                                        <p:tav tm="0">
                                          <p:val>
                                            <p:fltVal val="0"/>
                                          </p:val>
                                        </p:tav>
                                        <p:tav tm="100000">
                                          <p:val>
                                            <p:strVal val="#ppt_h"/>
                                          </p:val>
                                        </p:tav>
                                      </p:tavLst>
                                    </p:anim>
                                    <p:anim calcmode="lin" valueType="num">
                                      <p:cBhvr>
                                        <p:cTn id="20" dur="500" fill="hold"/>
                                        <p:tgtEl>
                                          <p:spTgt spid="83"/>
                                        </p:tgtEl>
                                        <p:attrNameLst>
                                          <p:attrName>style.rotation</p:attrName>
                                        </p:attrNameLst>
                                      </p:cBhvr>
                                      <p:tavLst>
                                        <p:tav tm="0">
                                          <p:val>
                                            <p:fltVal val="360"/>
                                          </p:val>
                                        </p:tav>
                                        <p:tav tm="100000">
                                          <p:val>
                                            <p:fltVal val="0"/>
                                          </p:val>
                                        </p:tav>
                                      </p:tavLst>
                                    </p:anim>
                                    <p:animEffect transition="in" filter="fade">
                                      <p:cBhvr>
                                        <p:cTn id="21" dur="500"/>
                                        <p:tgtEl>
                                          <p:spTgt spid="83"/>
                                        </p:tgtEl>
                                      </p:cBhvr>
                                    </p:animEffect>
                                  </p:childTnLst>
                                </p:cTn>
                              </p:par>
                            </p:childTnLst>
                          </p:cTn>
                        </p:par>
                        <p:par>
                          <p:cTn id="22" fill="hold">
                            <p:stCondLst>
                              <p:cond delay="500"/>
                            </p:stCondLst>
                            <p:childTnLst>
                              <p:par>
                                <p:cTn id="23" presetID="1" presetClass="entr" presetSubtype="0" fill="hold" grpId="0" nodeType="afterEffect">
                                  <p:stCondLst>
                                    <p:cond delay="0"/>
                                  </p:stCondLst>
                                  <p:iterate type="lt">
                                    <p:tmAbs val="100"/>
                                  </p:iterate>
                                  <p:childTnLst>
                                    <p:set>
                                      <p:cBhvr>
                                        <p:cTn id="24" dur="1" fill="hold">
                                          <p:stCondLst>
                                            <p:cond delay="0"/>
                                          </p:stCondLst>
                                        </p:cTn>
                                        <p:tgtEl>
                                          <p:spTgt spid="87"/>
                                        </p:tgtEl>
                                        <p:attrNameLst>
                                          <p:attrName>style.visibility</p:attrName>
                                        </p:attrNameLst>
                                      </p:cBhvr>
                                      <p:to>
                                        <p:strVal val="visible"/>
                                      </p:to>
                                    </p:set>
                                  </p:childTnLst>
                                </p:cTn>
                              </p:par>
                            </p:childTnLst>
                          </p:cTn>
                        </p:par>
                      </p:childTnLst>
                    </p:cTn>
                  </p:par>
                  <p:par>
                    <p:cTn id="25" fill="hold">
                      <p:stCondLst>
                        <p:cond delay="indefinite"/>
                      </p:stCondLst>
                      <p:childTnLst>
                        <p:par>
                          <p:cTn id="26" fill="hold">
                            <p:stCondLst>
                              <p:cond delay="0"/>
                            </p:stCondLst>
                            <p:childTnLst>
                              <p:par>
                                <p:cTn id="27" presetID="49" presetClass="entr" presetSubtype="0" decel="100000" fill="hold" grpId="0" nodeType="clickEffect">
                                  <p:stCondLst>
                                    <p:cond delay="0"/>
                                  </p:stCondLst>
                                  <p:childTnLst>
                                    <p:set>
                                      <p:cBhvr>
                                        <p:cTn id="28" dur="1" fill="hold">
                                          <p:stCondLst>
                                            <p:cond delay="0"/>
                                          </p:stCondLst>
                                        </p:cTn>
                                        <p:tgtEl>
                                          <p:spTgt spid="88"/>
                                        </p:tgtEl>
                                        <p:attrNameLst>
                                          <p:attrName>style.visibility</p:attrName>
                                        </p:attrNameLst>
                                      </p:cBhvr>
                                      <p:to>
                                        <p:strVal val="visible"/>
                                      </p:to>
                                    </p:set>
                                    <p:anim calcmode="lin" valueType="num">
                                      <p:cBhvr>
                                        <p:cTn id="29" dur="500" fill="hold"/>
                                        <p:tgtEl>
                                          <p:spTgt spid="88"/>
                                        </p:tgtEl>
                                        <p:attrNameLst>
                                          <p:attrName>ppt_w</p:attrName>
                                        </p:attrNameLst>
                                      </p:cBhvr>
                                      <p:tavLst>
                                        <p:tav tm="0">
                                          <p:val>
                                            <p:fltVal val="0"/>
                                          </p:val>
                                        </p:tav>
                                        <p:tav tm="100000">
                                          <p:val>
                                            <p:strVal val="#ppt_w"/>
                                          </p:val>
                                        </p:tav>
                                      </p:tavLst>
                                    </p:anim>
                                    <p:anim calcmode="lin" valueType="num">
                                      <p:cBhvr>
                                        <p:cTn id="30" dur="500" fill="hold"/>
                                        <p:tgtEl>
                                          <p:spTgt spid="88"/>
                                        </p:tgtEl>
                                        <p:attrNameLst>
                                          <p:attrName>ppt_h</p:attrName>
                                        </p:attrNameLst>
                                      </p:cBhvr>
                                      <p:tavLst>
                                        <p:tav tm="0">
                                          <p:val>
                                            <p:fltVal val="0"/>
                                          </p:val>
                                        </p:tav>
                                        <p:tav tm="100000">
                                          <p:val>
                                            <p:strVal val="#ppt_h"/>
                                          </p:val>
                                        </p:tav>
                                      </p:tavLst>
                                    </p:anim>
                                    <p:anim calcmode="lin" valueType="num">
                                      <p:cBhvr>
                                        <p:cTn id="31" dur="500" fill="hold"/>
                                        <p:tgtEl>
                                          <p:spTgt spid="88"/>
                                        </p:tgtEl>
                                        <p:attrNameLst>
                                          <p:attrName>style.rotation</p:attrName>
                                        </p:attrNameLst>
                                      </p:cBhvr>
                                      <p:tavLst>
                                        <p:tav tm="0">
                                          <p:val>
                                            <p:fltVal val="360"/>
                                          </p:val>
                                        </p:tav>
                                        <p:tav tm="100000">
                                          <p:val>
                                            <p:fltVal val="0"/>
                                          </p:val>
                                        </p:tav>
                                      </p:tavLst>
                                    </p:anim>
                                    <p:animEffect transition="in" filter="fade">
                                      <p:cBhvr>
                                        <p:cTn id="32" dur="500"/>
                                        <p:tgtEl>
                                          <p:spTgt spid="88"/>
                                        </p:tgtEl>
                                      </p:cBhvr>
                                    </p:animEffect>
                                  </p:childTnLst>
                                </p:cTn>
                              </p:par>
                            </p:childTnLst>
                          </p:cTn>
                        </p:par>
                        <p:par>
                          <p:cTn id="33" fill="hold">
                            <p:stCondLst>
                              <p:cond delay="500"/>
                            </p:stCondLst>
                            <p:childTnLst>
                              <p:par>
                                <p:cTn id="34" presetID="1" presetClass="entr" presetSubtype="0" fill="hold" grpId="0" nodeType="afterEffect">
                                  <p:stCondLst>
                                    <p:cond delay="0"/>
                                  </p:stCondLst>
                                  <p:iterate type="lt">
                                    <p:tmAbs val="100"/>
                                  </p:iterate>
                                  <p:childTnLst>
                                    <p:set>
                                      <p:cBhvr>
                                        <p:cTn id="35" dur="1" fill="hold">
                                          <p:stCondLst>
                                            <p:cond delay="0"/>
                                          </p:stCondLst>
                                        </p:cTn>
                                        <p:tgtEl>
                                          <p:spTgt spid="89"/>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79" grpId="0" animBg="1"/>
      <p:bldP spid="80" grpId="0"/>
      <p:bldP spid="83" grpId="0" animBg="1"/>
      <p:bldP spid="87" grpId="0"/>
      <p:bldP spid="88" grpId="0" animBg="1"/>
      <p:bldP spid="89" grpId="0"/>
    </p:bldLst>
  </p:timing>
</p:sld>
</file>

<file path=ppt/slides/slide7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9" name="Picture 2">
            <a:extLst>
              <a:ext uri="{FF2B5EF4-FFF2-40B4-BE49-F238E27FC236}">
                <a16:creationId xmlns:a16="http://schemas.microsoft.com/office/drawing/2014/main" id="{4B49B37B-DC18-49AF-A36D-4F403782F485}"/>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6497143" y="1702850"/>
            <a:ext cx="4427890" cy="4769006"/>
          </a:xfrm>
          <a:prstGeom prst="rect">
            <a:avLst/>
          </a:prstGeom>
          <a:noFill/>
          <a:extLst>
            <a:ext uri="{909E8E84-426E-40DD-AFC4-6F175D3DCCD1}">
              <a14:hiddenFill xmlns:a14="http://schemas.microsoft.com/office/drawing/2010/main">
                <a:solidFill>
                  <a:srgbClr val="FFFFFF"/>
                </a:solidFill>
              </a14:hiddenFill>
            </a:ext>
          </a:extLst>
        </p:spPr>
      </p:pic>
      <p:grpSp>
        <p:nvGrpSpPr>
          <p:cNvPr id="4" name="组合 3">
            <a:extLst>
              <a:ext uri="{FF2B5EF4-FFF2-40B4-BE49-F238E27FC236}">
                <a16:creationId xmlns:a16="http://schemas.microsoft.com/office/drawing/2014/main" id="{9A1EA9F2-FCB6-48C3-935F-7AE7E3AD14AC}"/>
              </a:ext>
            </a:extLst>
          </p:cNvPr>
          <p:cNvGrpSpPr/>
          <p:nvPr/>
        </p:nvGrpSpPr>
        <p:grpSpPr>
          <a:xfrm>
            <a:off x="304800" y="749300"/>
            <a:ext cx="6192343" cy="400110"/>
            <a:chOff x="424117" y="898245"/>
            <a:chExt cx="6192343" cy="400110"/>
          </a:xfrm>
        </p:grpSpPr>
        <p:sp>
          <p:nvSpPr>
            <p:cNvPr id="2" name="平行四边形 1">
              <a:extLst>
                <a:ext uri="{FF2B5EF4-FFF2-40B4-BE49-F238E27FC236}">
                  <a16:creationId xmlns:a16="http://schemas.microsoft.com/office/drawing/2014/main" id="{1F5BAA3F-9845-4F89-A2DD-8222D3E4EDAC}"/>
                </a:ext>
              </a:extLst>
            </p:cNvPr>
            <p:cNvSpPr/>
            <p:nvPr/>
          </p:nvSpPr>
          <p:spPr>
            <a:xfrm>
              <a:off x="424117" y="898245"/>
              <a:ext cx="711200" cy="387090"/>
            </a:xfrm>
            <a:prstGeom prst="parallelogram">
              <a:avLst/>
            </a:prstGeom>
            <a:solidFill>
              <a:schemeClr val="accent3">
                <a:lumMod val="75000"/>
              </a:schemeClr>
            </a:solidFill>
            <a:ln>
              <a:solidFill>
                <a:schemeClr val="accent3">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CN" sz="2200" dirty="0">
                  <a:latin typeface="Impact" panose="020B0806030902050204" pitchFamily="34" charset="0"/>
                </a:rPr>
                <a:t>03</a:t>
              </a:r>
              <a:endParaRPr lang="zh-CN" altLang="en-US" sz="2200" dirty="0">
                <a:latin typeface="Impact" panose="020B0806030902050204" pitchFamily="34" charset="0"/>
              </a:endParaRPr>
            </a:p>
          </p:txBody>
        </p:sp>
        <p:sp>
          <p:nvSpPr>
            <p:cNvPr id="3" name="文本框 2">
              <a:extLst>
                <a:ext uri="{FF2B5EF4-FFF2-40B4-BE49-F238E27FC236}">
                  <a16:creationId xmlns:a16="http://schemas.microsoft.com/office/drawing/2014/main" id="{4D6BD736-A4D3-4F26-AFED-36E11F50F70B}"/>
                </a:ext>
              </a:extLst>
            </p:cNvPr>
            <p:cNvSpPr txBox="1"/>
            <p:nvPr/>
          </p:nvSpPr>
          <p:spPr>
            <a:xfrm>
              <a:off x="1204755" y="898245"/>
              <a:ext cx="5411705" cy="400110"/>
            </a:xfrm>
            <a:prstGeom prst="rect">
              <a:avLst/>
            </a:prstGeom>
            <a:noFill/>
          </p:spPr>
          <p:txBody>
            <a:bodyPr wrap="square" rtlCol="0">
              <a:spAutoFit/>
            </a:bodyPr>
            <a:lstStyle/>
            <a:p>
              <a:r>
                <a:rPr lang="zh-CN" altLang="en-US" sz="2000" b="1" dirty="0"/>
                <a:t>循环冗余校验</a:t>
              </a:r>
            </a:p>
          </p:txBody>
        </p:sp>
      </p:grpSp>
      <p:sp>
        <p:nvSpPr>
          <p:cNvPr id="6" name="矩形 5">
            <a:extLst>
              <a:ext uri="{FF2B5EF4-FFF2-40B4-BE49-F238E27FC236}">
                <a16:creationId xmlns:a16="http://schemas.microsoft.com/office/drawing/2014/main" id="{8CACD094-0D3A-4771-AB75-49EBD6668366}"/>
              </a:ext>
            </a:extLst>
          </p:cNvPr>
          <p:cNvSpPr/>
          <p:nvPr/>
        </p:nvSpPr>
        <p:spPr>
          <a:xfrm>
            <a:off x="1016000" y="1297642"/>
            <a:ext cx="256976" cy="256976"/>
          </a:xfrm>
          <a:prstGeom prst="rect">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7" name="íşlïḍè">
            <a:extLst>
              <a:ext uri="{FF2B5EF4-FFF2-40B4-BE49-F238E27FC236}">
                <a16:creationId xmlns:a16="http://schemas.microsoft.com/office/drawing/2014/main" id="{BD487D2B-8F53-4183-B6DE-7A472580C479}"/>
              </a:ext>
            </a:extLst>
          </p:cNvPr>
          <p:cNvSpPr txBox="1"/>
          <p:nvPr/>
        </p:nvSpPr>
        <p:spPr>
          <a:xfrm>
            <a:off x="1333227" y="1265805"/>
            <a:ext cx="10553973" cy="320650"/>
          </a:xfrm>
          <a:prstGeom prst="rect">
            <a:avLst/>
          </a:prstGeom>
          <a:noFill/>
        </p:spPr>
        <p:txBody>
          <a:bodyPr wrap="square" lIns="91440" tIns="45720" rIns="91440" bIns="45720" anchor="ctr">
            <a:noAutofit/>
          </a:bodyPr>
          <a:lstStyle/>
          <a:p>
            <a:r>
              <a:rPr lang="zh-CN" altLang="en-US" b="1" dirty="0"/>
              <a:t>数据链路层广泛使用</a:t>
            </a:r>
            <a:r>
              <a:rPr lang="zh-CN" altLang="en-US" b="1" dirty="0">
                <a:solidFill>
                  <a:schemeClr val="accent1">
                    <a:lumMod val="75000"/>
                  </a:schemeClr>
                </a:solidFill>
              </a:rPr>
              <a:t>漏检率极低</a:t>
            </a:r>
            <a:r>
              <a:rPr lang="zh-CN" altLang="en-US" b="1" dirty="0"/>
              <a:t>的循环冗余校验（</a:t>
            </a:r>
            <a:r>
              <a:rPr lang="en-US" altLang="zh-CN" b="1" dirty="0">
                <a:solidFill>
                  <a:schemeClr val="accent1">
                    <a:lumMod val="75000"/>
                  </a:schemeClr>
                </a:solidFill>
              </a:rPr>
              <a:t>C</a:t>
            </a:r>
            <a:r>
              <a:rPr lang="en-US" altLang="zh-CN" b="1" dirty="0"/>
              <a:t>yclic </a:t>
            </a:r>
            <a:r>
              <a:rPr lang="en-US" altLang="zh-CN" b="1" dirty="0">
                <a:solidFill>
                  <a:schemeClr val="accent1">
                    <a:lumMod val="75000"/>
                  </a:schemeClr>
                </a:solidFill>
              </a:rPr>
              <a:t>R</a:t>
            </a:r>
            <a:r>
              <a:rPr lang="en-US" altLang="zh-CN" b="1" dirty="0"/>
              <a:t>edundancy </a:t>
            </a:r>
            <a:r>
              <a:rPr lang="en-US" altLang="zh-CN" b="1" dirty="0">
                <a:solidFill>
                  <a:schemeClr val="accent1">
                    <a:lumMod val="75000"/>
                  </a:schemeClr>
                </a:solidFill>
              </a:rPr>
              <a:t>C</a:t>
            </a:r>
            <a:r>
              <a:rPr lang="en-US" altLang="zh-CN" b="1" dirty="0"/>
              <a:t>heck</a:t>
            </a:r>
            <a:r>
              <a:rPr lang="zh-CN" altLang="en-US" b="1" dirty="0"/>
              <a:t>，</a:t>
            </a:r>
            <a:r>
              <a:rPr lang="en-US" altLang="zh-CN" b="1" dirty="0">
                <a:solidFill>
                  <a:schemeClr val="accent1">
                    <a:lumMod val="75000"/>
                  </a:schemeClr>
                </a:solidFill>
              </a:rPr>
              <a:t>CRC</a:t>
            </a:r>
            <a:r>
              <a:rPr lang="zh-CN" altLang="en-US" b="1" dirty="0"/>
              <a:t>）检错技术。</a:t>
            </a:r>
            <a:endParaRPr lang="en-US" altLang="zh-CN" b="1" dirty="0"/>
          </a:p>
        </p:txBody>
      </p:sp>
      <p:pic>
        <p:nvPicPr>
          <p:cNvPr id="8" name="图片 7" descr="电子设备&#10;&#10;描述已自动生成">
            <a:extLst>
              <a:ext uri="{FF2B5EF4-FFF2-40B4-BE49-F238E27FC236}">
                <a16:creationId xmlns:a16="http://schemas.microsoft.com/office/drawing/2014/main" id="{E09797B4-12F4-42B4-B2CC-2C354EC14524}"/>
              </a:ext>
            </a:extLst>
          </p:cNvPr>
          <p:cNvPicPr>
            <a:picLocks noChangeAspect="1"/>
          </p:cNvPicPr>
          <p:nvPr/>
        </p:nvPicPr>
        <p:blipFill>
          <a:blip r:embed="rId4">
            <a:extLst>
              <a:ext uri="{28A0092B-C50C-407E-A947-70E740481C1C}">
                <a14:useLocalDpi xmlns:a14="http://schemas.microsoft.com/office/drawing/2010/main" val="0"/>
              </a:ext>
            </a:extLst>
          </a:blip>
          <a:stretch>
            <a:fillRect/>
          </a:stretch>
        </p:blipFill>
        <p:spPr>
          <a:xfrm>
            <a:off x="1856687" y="2436812"/>
            <a:ext cx="2362200" cy="2314575"/>
          </a:xfrm>
          <a:prstGeom prst="rect">
            <a:avLst/>
          </a:prstGeom>
        </p:spPr>
      </p:pic>
      <p:sp>
        <p:nvSpPr>
          <p:cNvPr id="5" name="矩形 4">
            <a:extLst>
              <a:ext uri="{FF2B5EF4-FFF2-40B4-BE49-F238E27FC236}">
                <a16:creationId xmlns:a16="http://schemas.microsoft.com/office/drawing/2014/main" id="{75E15DFF-C7CB-41A2-93F2-3632C3BD211E}"/>
              </a:ext>
            </a:extLst>
          </p:cNvPr>
          <p:cNvSpPr/>
          <p:nvPr/>
        </p:nvSpPr>
        <p:spPr>
          <a:xfrm>
            <a:off x="9547199" y="3851862"/>
            <a:ext cx="1323244" cy="317528"/>
          </a:xfrm>
          <a:prstGeom prst="rect">
            <a:avLst/>
          </a:prstGeom>
          <a:noFill/>
          <a:ln w="63500">
            <a:solidFill>
              <a:schemeClr val="accent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11" name="矩形 10">
            <a:extLst>
              <a:ext uri="{FF2B5EF4-FFF2-40B4-BE49-F238E27FC236}">
                <a16:creationId xmlns:a16="http://schemas.microsoft.com/office/drawing/2014/main" id="{A59C310C-CF78-4EBC-8E5A-5088CE2495D5}"/>
              </a:ext>
            </a:extLst>
          </p:cNvPr>
          <p:cNvSpPr/>
          <p:nvPr/>
        </p:nvSpPr>
        <p:spPr>
          <a:xfrm>
            <a:off x="6567438" y="4550173"/>
            <a:ext cx="1323244" cy="317528"/>
          </a:xfrm>
          <a:prstGeom prst="rect">
            <a:avLst/>
          </a:prstGeom>
          <a:noFill/>
          <a:ln w="63500">
            <a:solidFill>
              <a:schemeClr val="accent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Tree>
    <p:custDataLst>
      <p:tags r:id="rId1"/>
    </p:custDataLst>
    <p:extLst>
      <p:ext uri="{BB962C8B-B14F-4D97-AF65-F5344CB8AC3E}">
        <p14:creationId xmlns:p14="http://schemas.microsoft.com/office/powerpoint/2010/main" val="2081913108"/>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2" presetClass="entr" presetSubtype="1" fill="hold" nodeType="withEffect">
                                  <p:stCondLst>
                                    <p:cond delay="0"/>
                                  </p:stCondLst>
                                  <p:childTnLst>
                                    <p:set>
                                      <p:cBhvr>
                                        <p:cTn id="6" dur="1" fill="hold">
                                          <p:stCondLst>
                                            <p:cond delay="0"/>
                                          </p:stCondLst>
                                        </p:cTn>
                                        <p:tgtEl>
                                          <p:spTgt spid="4"/>
                                        </p:tgtEl>
                                        <p:attrNameLst>
                                          <p:attrName>style.visibility</p:attrName>
                                        </p:attrNameLst>
                                      </p:cBhvr>
                                      <p:to>
                                        <p:strVal val="visible"/>
                                      </p:to>
                                    </p:set>
                                    <p:anim calcmode="lin" valueType="num">
                                      <p:cBhvr additive="base">
                                        <p:cTn id="7" dur="1000"/>
                                        <p:tgtEl>
                                          <p:spTgt spid="4"/>
                                        </p:tgtEl>
                                        <p:attrNameLst>
                                          <p:attrName>ppt_y</p:attrName>
                                        </p:attrNameLst>
                                      </p:cBhvr>
                                      <p:tavLst>
                                        <p:tav tm="0">
                                          <p:val>
                                            <p:strVal val="#ppt_y-#ppt_h*1.125000"/>
                                          </p:val>
                                        </p:tav>
                                        <p:tav tm="100000">
                                          <p:val>
                                            <p:strVal val="#ppt_y"/>
                                          </p:val>
                                        </p:tav>
                                      </p:tavLst>
                                    </p:anim>
                                    <p:animEffect transition="in" filter="wipe(down)">
                                      <p:cBhvr>
                                        <p:cTn id="8" dur="1000"/>
                                        <p:tgtEl>
                                          <p:spTgt spid="4"/>
                                        </p:tgtEl>
                                      </p:cBhvr>
                                    </p:animEffect>
                                  </p:childTnLst>
                                </p:cTn>
                              </p:par>
                            </p:childTnLst>
                          </p:cTn>
                        </p:par>
                      </p:childTnLst>
                    </p:cTn>
                  </p:par>
                  <p:par>
                    <p:cTn id="9" fill="hold">
                      <p:stCondLst>
                        <p:cond delay="indefinite"/>
                      </p:stCondLst>
                      <p:childTnLst>
                        <p:par>
                          <p:cTn id="10" fill="hold">
                            <p:stCondLst>
                              <p:cond delay="0"/>
                            </p:stCondLst>
                            <p:childTnLst>
                              <p:par>
                                <p:cTn id="11" presetID="49" presetClass="entr" presetSubtype="0" decel="100000" fill="hold" grpId="0" nodeType="clickEffect">
                                  <p:stCondLst>
                                    <p:cond delay="0"/>
                                  </p:stCondLst>
                                  <p:childTnLst>
                                    <p:set>
                                      <p:cBhvr>
                                        <p:cTn id="12" dur="1" fill="hold">
                                          <p:stCondLst>
                                            <p:cond delay="0"/>
                                          </p:stCondLst>
                                        </p:cTn>
                                        <p:tgtEl>
                                          <p:spTgt spid="6"/>
                                        </p:tgtEl>
                                        <p:attrNameLst>
                                          <p:attrName>style.visibility</p:attrName>
                                        </p:attrNameLst>
                                      </p:cBhvr>
                                      <p:to>
                                        <p:strVal val="visible"/>
                                      </p:to>
                                    </p:set>
                                    <p:anim calcmode="lin" valueType="num">
                                      <p:cBhvr>
                                        <p:cTn id="13" dur="500" fill="hold"/>
                                        <p:tgtEl>
                                          <p:spTgt spid="6"/>
                                        </p:tgtEl>
                                        <p:attrNameLst>
                                          <p:attrName>ppt_w</p:attrName>
                                        </p:attrNameLst>
                                      </p:cBhvr>
                                      <p:tavLst>
                                        <p:tav tm="0">
                                          <p:val>
                                            <p:fltVal val="0"/>
                                          </p:val>
                                        </p:tav>
                                        <p:tav tm="100000">
                                          <p:val>
                                            <p:strVal val="#ppt_w"/>
                                          </p:val>
                                        </p:tav>
                                      </p:tavLst>
                                    </p:anim>
                                    <p:anim calcmode="lin" valueType="num">
                                      <p:cBhvr>
                                        <p:cTn id="14" dur="500" fill="hold"/>
                                        <p:tgtEl>
                                          <p:spTgt spid="6"/>
                                        </p:tgtEl>
                                        <p:attrNameLst>
                                          <p:attrName>ppt_h</p:attrName>
                                        </p:attrNameLst>
                                      </p:cBhvr>
                                      <p:tavLst>
                                        <p:tav tm="0">
                                          <p:val>
                                            <p:fltVal val="0"/>
                                          </p:val>
                                        </p:tav>
                                        <p:tav tm="100000">
                                          <p:val>
                                            <p:strVal val="#ppt_h"/>
                                          </p:val>
                                        </p:tav>
                                      </p:tavLst>
                                    </p:anim>
                                    <p:anim calcmode="lin" valueType="num">
                                      <p:cBhvr>
                                        <p:cTn id="15" dur="500" fill="hold"/>
                                        <p:tgtEl>
                                          <p:spTgt spid="6"/>
                                        </p:tgtEl>
                                        <p:attrNameLst>
                                          <p:attrName>style.rotation</p:attrName>
                                        </p:attrNameLst>
                                      </p:cBhvr>
                                      <p:tavLst>
                                        <p:tav tm="0">
                                          <p:val>
                                            <p:fltVal val="360"/>
                                          </p:val>
                                        </p:tav>
                                        <p:tav tm="100000">
                                          <p:val>
                                            <p:fltVal val="0"/>
                                          </p:val>
                                        </p:tav>
                                      </p:tavLst>
                                    </p:anim>
                                    <p:animEffect transition="in" filter="fade">
                                      <p:cBhvr>
                                        <p:cTn id="16" dur="500"/>
                                        <p:tgtEl>
                                          <p:spTgt spid="6"/>
                                        </p:tgtEl>
                                      </p:cBhvr>
                                    </p:animEffect>
                                  </p:childTnLst>
                                </p:cTn>
                              </p:par>
                            </p:childTnLst>
                          </p:cTn>
                        </p:par>
                        <p:par>
                          <p:cTn id="17" fill="hold">
                            <p:stCondLst>
                              <p:cond delay="500"/>
                            </p:stCondLst>
                            <p:childTnLst>
                              <p:par>
                                <p:cTn id="18" presetID="1" presetClass="entr" presetSubtype="0" fill="hold" grpId="0" nodeType="afterEffect">
                                  <p:stCondLst>
                                    <p:cond delay="0"/>
                                  </p:stCondLst>
                                  <p:iterate type="lt">
                                    <p:tmAbs val="100"/>
                                  </p:iterate>
                                  <p:childTnLst>
                                    <p:set>
                                      <p:cBhvr>
                                        <p:cTn id="19" dur="1" fill="hold">
                                          <p:stCondLst>
                                            <p:cond delay="0"/>
                                          </p:stCondLst>
                                        </p:cTn>
                                        <p:tgtEl>
                                          <p:spTgt spid="7"/>
                                        </p:tgtEl>
                                        <p:attrNameLst>
                                          <p:attrName>style.visibility</p:attrName>
                                        </p:attrNameLst>
                                      </p:cBhvr>
                                      <p:to>
                                        <p:strVal val="visible"/>
                                      </p:to>
                                    </p:set>
                                  </p:childTnLst>
                                </p:cTn>
                              </p:par>
                            </p:childTnLst>
                          </p:cTn>
                        </p:par>
                      </p:childTnLst>
                    </p:cTn>
                  </p:par>
                  <p:par>
                    <p:cTn id="20" fill="hold">
                      <p:stCondLst>
                        <p:cond delay="indefinite"/>
                      </p:stCondLst>
                      <p:childTnLst>
                        <p:par>
                          <p:cTn id="21" fill="hold">
                            <p:stCondLst>
                              <p:cond delay="0"/>
                            </p:stCondLst>
                            <p:childTnLst>
                              <p:par>
                                <p:cTn id="22" presetID="49" presetClass="entr" presetSubtype="0" decel="100000" fill="hold" nodeType="clickEffect">
                                  <p:stCondLst>
                                    <p:cond delay="0"/>
                                  </p:stCondLst>
                                  <p:childTnLst>
                                    <p:set>
                                      <p:cBhvr>
                                        <p:cTn id="23" dur="1" fill="hold">
                                          <p:stCondLst>
                                            <p:cond delay="0"/>
                                          </p:stCondLst>
                                        </p:cTn>
                                        <p:tgtEl>
                                          <p:spTgt spid="8"/>
                                        </p:tgtEl>
                                        <p:attrNameLst>
                                          <p:attrName>style.visibility</p:attrName>
                                        </p:attrNameLst>
                                      </p:cBhvr>
                                      <p:to>
                                        <p:strVal val="visible"/>
                                      </p:to>
                                    </p:set>
                                    <p:anim calcmode="lin" valueType="num">
                                      <p:cBhvr>
                                        <p:cTn id="24" dur="500" fill="hold"/>
                                        <p:tgtEl>
                                          <p:spTgt spid="8"/>
                                        </p:tgtEl>
                                        <p:attrNameLst>
                                          <p:attrName>ppt_w</p:attrName>
                                        </p:attrNameLst>
                                      </p:cBhvr>
                                      <p:tavLst>
                                        <p:tav tm="0">
                                          <p:val>
                                            <p:fltVal val="0"/>
                                          </p:val>
                                        </p:tav>
                                        <p:tav tm="100000">
                                          <p:val>
                                            <p:strVal val="#ppt_w"/>
                                          </p:val>
                                        </p:tav>
                                      </p:tavLst>
                                    </p:anim>
                                    <p:anim calcmode="lin" valueType="num">
                                      <p:cBhvr>
                                        <p:cTn id="25" dur="500" fill="hold"/>
                                        <p:tgtEl>
                                          <p:spTgt spid="8"/>
                                        </p:tgtEl>
                                        <p:attrNameLst>
                                          <p:attrName>ppt_h</p:attrName>
                                        </p:attrNameLst>
                                      </p:cBhvr>
                                      <p:tavLst>
                                        <p:tav tm="0">
                                          <p:val>
                                            <p:fltVal val="0"/>
                                          </p:val>
                                        </p:tav>
                                        <p:tav tm="100000">
                                          <p:val>
                                            <p:strVal val="#ppt_h"/>
                                          </p:val>
                                        </p:tav>
                                      </p:tavLst>
                                    </p:anim>
                                    <p:anim calcmode="lin" valueType="num">
                                      <p:cBhvr>
                                        <p:cTn id="26" dur="500" fill="hold"/>
                                        <p:tgtEl>
                                          <p:spTgt spid="8"/>
                                        </p:tgtEl>
                                        <p:attrNameLst>
                                          <p:attrName>style.rotation</p:attrName>
                                        </p:attrNameLst>
                                      </p:cBhvr>
                                      <p:tavLst>
                                        <p:tav tm="0">
                                          <p:val>
                                            <p:fltVal val="360"/>
                                          </p:val>
                                        </p:tav>
                                        <p:tav tm="100000">
                                          <p:val>
                                            <p:fltVal val="0"/>
                                          </p:val>
                                        </p:tav>
                                      </p:tavLst>
                                    </p:anim>
                                    <p:animEffect transition="in" filter="fade">
                                      <p:cBhvr>
                                        <p:cTn id="27" dur="500"/>
                                        <p:tgtEl>
                                          <p:spTgt spid="8"/>
                                        </p:tgtEl>
                                      </p:cBhvr>
                                    </p:animEffect>
                                  </p:childTnLst>
                                </p:cTn>
                              </p:par>
                            </p:childTnLst>
                          </p:cTn>
                        </p:par>
                      </p:childTnLst>
                    </p:cTn>
                  </p:par>
                  <p:par>
                    <p:cTn id="28" fill="hold">
                      <p:stCondLst>
                        <p:cond delay="indefinite"/>
                      </p:stCondLst>
                      <p:childTnLst>
                        <p:par>
                          <p:cTn id="29" fill="hold">
                            <p:stCondLst>
                              <p:cond delay="0"/>
                            </p:stCondLst>
                            <p:childTnLst>
                              <p:par>
                                <p:cTn id="30" presetID="12" presetClass="entr" presetSubtype="8" fill="hold" nodeType="clickEffect">
                                  <p:stCondLst>
                                    <p:cond delay="0"/>
                                  </p:stCondLst>
                                  <p:childTnLst>
                                    <p:set>
                                      <p:cBhvr>
                                        <p:cTn id="31" dur="1" fill="hold">
                                          <p:stCondLst>
                                            <p:cond delay="0"/>
                                          </p:stCondLst>
                                        </p:cTn>
                                        <p:tgtEl>
                                          <p:spTgt spid="9"/>
                                        </p:tgtEl>
                                        <p:attrNameLst>
                                          <p:attrName>style.visibility</p:attrName>
                                        </p:attrNameLst>
                                      </p:cBhvr>
                                      <p:to>
                                        <p:strVal val="visible"/>
                                      </p:to>
                                    </p:set>
                                    <p:anim calcmode="lin" valueType="num">
                                      <p:cBhvr additive="base">
                                        <p:cTn id="32" dur="500"/>
                                        <p:tgtEl>
                                          <p:spTgt spid="9"/>
                                        </p:tgtEl>
                                        <p:attrNameLst>
                                          <p:attrName>ppt_x</p:attrName>
                                        </p:attrNameLst>
                                      </p:cBhvr>
                                      <p:tavLst>
                                        <p:tav tm="0">
                                          <p:val>
                                            <p:strVal val="#ppt_x-#ppt_w*1.125000"/>
                                          </p:val>
                                        </p:tav>
                                        <p:tav tm="100000">
                                          <p:val>
                                            <p:strVal val="#ppt_x"/>
                                          </p:val>
                                        </p:tav>
                                      </p:tavLst>
                                    </p:anim>
                                    <p:animEffect transition="in" filter="wipe(right)">
                                      <p:cBhvr>
                                        <p:cTn id="33" dur="500"/>
                                        <p:tgtEl>
                                          <p:spTgt spid="9"/>
                                        </p:tgtEl>
                                      </p:cBhvr>
                                    </p:animEffect>
                                  </p:childTnLst>
                                </p:cTn>
                              </p:par>
                            </p:childTnLst>
                          </p:cTn>
                        </p:par>
                      </p:childTnLst>
                    </p:cTn>
                  </p:par>
                  <p:par>
                    <p:cTn id="34" fill="hold">
                      <p:stCondLst>
                        <p:cond delay="indefinite"/>
                      </p:stCondLst>
                      <p:childTnLst>
                        <p:par>
                          <p:cTn id="35" fill="hold">
                            <p:stCondLst>
                              <p:cond delay="0"/>
                            </p:stCondLst>
                            <p:childTnLst>
                              <p:par>
                                <p:cTn id="36" presetID="53" presetClass="entr" presetSubtype="16" fill="hold" grpId="0" nodeType="clickEffect">
                                  <p:stCondLst>
                                    <p:cond delay="0"/>
                                  </p:stCondLst>
                                  <p:childTnLst>
                                    <p:set>
                                      <p:cBhvr>
                                        <p:cTn id="37" dur="1" fill="hold">
                                          <p:stCondLst>
                                            <p:cond delay="0"/>
                                          </p:stCondLst>
                                        </p:cTn>
                                        <p:tgtEl>
                                          <p:spTgt spid="5"/>
                                        </p:tgtEl>
                                        <p:attrNameLst>
                                          <p:attrName>style.visibility</p:attrName>
                                        </p:attrNameLst>
                                      </p:cBhvr>
                                      <p:to>
                                        <p:strVal val="visible"/>
                                      </p:to>
                                    </p:set>
                                    <p:anim calcmode="lin" valueType="num">
                                      <p:cBhvr>
                                        <p:cTn id="38" dur="500" fill="hold"/>
                                        <p:tgtEl>
                                          <p:spTgt spid="5"/>
                                        </p:tgtEl>
                                        <p:attrNameLst>
                                          <p:attrName>ppt_w</p:attrName>
                                        </p:attrNameLst>
                                      </p:cBhvr>
                                      <p:tavLst>
                                        <p:tav tm="0">
                                          <p:val>
                                            <p:fltVal val="0"/>
                                          </p:val>
                                        </p:tav>
                                        <p:tav tm="100000">
                                          <p:val>
                                            <p:strVal val="#ppt_w"/>
                                          </p:val>
                                        </p:tav>
                                      </p:tavLst>
                                    </p:anim>
                                    <p:anim calcmode="lin" valueType="num">
                                      <p:cBhvr>
                                        <p:cTn id="39" dur="500" fill="hold"/>
                                        <p:tgtEl>
                                          <p:spTgt spid="5"/>
                                        </p:tgtEl>
                                        <p:attrNameLst>
                                          <p:attrName>ppt_h</p:attrName>
                                        </p:attrNameLst>
                                      </p:cBhvr>
                                      <p:tavLst>
                                        <p:tav tm="0">
                                          <p:val>
                                            <p:fltVal val="0"/>
                                          </p:val>
                                        </p:tav>
                                        <p:tav tm="100000">
                                          <p:val>
                                            <p:strVal val="#ppt_h"/>
                                          </p:val>
                                        </p:tav>
                                      </p:tavLst>
                                    </p:anim>
                                    <p:animEffect transition="in" filter="fade">
                                      <p:cBhvr>
                                        <p:cTn id="40" dur="500"/>
                                        <p:tgtEl>
                                          <p:spTgt spid="5"/>
                                        </p:tgtEl>
                                      </p:cBhvr>
                                    </p:animEffect>
                                  </p:childTnLst>
                                </p:cTn>
                              </p:par>
                            </p:childTnLst>
                          </p:cTn>
                        </p:par>
                      </p:childTnLst>
                    </p:cTn>
                  </p:par>
                  <p:par>
                    <p:cTn id="41" fill="hold">
                      <p:stCondLst>
                        <p:cond delay="indefinite"/>
                      </p:stCondLst>
                      <p:childTnLst>
                        <p:par>
                          <p:cTn id="42" fill="hold">
                            <p:stCondLst>
                              <p:cond delay="0"/>
                            </p:stCondLst>
                            <p:childTnLst>
                              <p:par>
                                <p:cTn id="43" presetID="53" presetClass="entr" presetSubtype="16" fill="hold" grpId="0" nodeType="clickEffect">
                                  <p:stCondLst>
                                    <p:cond delay="0"/>
                                  </p:stCondLst>
                                  <p:childTnLst>
                                    <p:set>
                                      <p:cBhvr>
                                        <p:cTn id="44" dur="1" fill="hold">
                                          <p:stCondLst>
                                            <p:cond delay="0"/>
                                          </p:stCondLst>
                                        </p:cTn>
                                        <p:tgtEl>
                                          <p:spTgt spid="11"/>
                                        </p:tgtEl>
                                        <p:attrNameLst>
                                          <p:attrName>style.visibility</p:attrName>
                                        </p:attrNameLst>
                                      </p:cBhvr>
                                      <p:to>
                                        <p:strVal val="visible"/>
                                      </p:to>
                                    </p:set>
                                    <p:anim calcmode="lin" valueType="num">
                                      <p:cBhvr>
                                        <p:cTn id="45" dur="500" fill="hold"/>
                                        <p:tgtEl>
                                          <p:spTgt spid="11"/>
                                        </p:tgtEl>
                                        <p:attrNameLst>
                                          <p:attrName>ppt_w</p:attrName>
                                        </p:attrNameLst>
                                      </p:cBhvr>
                                      <p:tavLst>
                                        <p:tav tm="0">
                                          <p:val>
                                            <p:fltVal val="0"/>
                                          </p:val>
                                        </p:tav>
                                        <p:tav tm="100000">
                                          <p:val>
                                            <p:strVal val="#ppt_w"/>
                                          </p:val>
                                        </p:tav>
                                      </p:tavLst>
                                    </p:anim>
                                    <p:anim calcmode="lin" valueType="num">
                                      <p:cBhvr>
                                        <p:cTn id="46" dur="500" fill="hold"/>
                                        <p:tgtEl>
                                          <p:spTgt spid="11"/>
                                        </p:tgtEl>
                                        <p:attrNameLst>
                                          <p:attrName>ppt_h</p:attrName>
                                        </p:attrNameLst>
                                      </p:cBhvr>
                                      <p:tavLst>
                                        <p:tav tm="0">
                                          <p:val>
                                            <p:fltVal val="0"/>
                                          </p:val>
                                        </p:tav>
                                        <p:tav tm="100000">
                                          <p:val>
                                            <p:strVal val="#ppt_h"/>
                                          </p:val>
                                        </p:tav>
                                      </p:tavLst>
                                    </p:anim>
                                    <p:animEffect transition="in" filter="fade">
                                      <p:cBhvr>
                                        <p:cTn id="47" dur="500"/>
                                        <p:tgtEl>
                                          <p:spTgt spid="11"/>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6" grpId="0" animBg="1"/>
      <p:bldP spid="7" grpId="0"/>
      <p:bldP spid="5" grpId="0" animBg="1"/>
      <p:bldP spid="11" grpId="0" animBg="1"/>
    </p:bldLst>
  </p:timing>
</p:sld>
</file>

<file path=ppt/slides/slide7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4" name="组合 3">
            <a:extLst>
              <a:ext uri="{FF2B5EF4-FFF2-40B4-BE49-F238E27FC236}">
                <a16:creationId xmlns:a16="http://schemas.microsoft.com/office/drawing/2014/main" id="{9A1EA9F2-FCB6-48C3-935F-7AE7E3AD14AC}"/>
              </a:ext>
            </a:extLst>
          </p:cNvPr>
          <p:cNvGrpSpPr/>
          <p:nvPr/>
        </p:nvGrpSpPr>
        <p:grpSpPr>
          <a:xfrm>
            <a:off x="304800" y="749300"/>
            <a:ext cx="6192343" cy="400110"/>
            <a:chOff x="424117" y="898245"/>
            <a:chExt cx="6192343" cy="400110"/>
          </a:xfrm>
        </p:grpSpPr>
        <p:sp>
          <p:nvSpPr>
            <p:cNvPr id="2" name="平行四边形 1">
              <a:extLst>
                <a:ext uri="{FF2B5EF4-FFF2-40B4-BE49-F238E27FC236}">
                  <a16:creationId xmlns:a16="http://schemas.microsoft.com/office/drawing/2014/main" id="{1F5BAA3F-9845-4F89-A2DD-8222D3E4EDAC}"/>
                </a:ext>
              </a:extLst>
            </p:cNvPr>
            <p:cNvSpPr/>
            <p:nvPr/>
          </p:nvSpPr>
          <p:spPr>
            <a:xfrm>
              <a:off x="424117" y="898245"/>
              <a:ext cx="711200" cy="387090"/>
            </a:xfrm>
            <a:prstGeom prst="parallelogram">
              <a:avLst/>
            </a:prstGeom>
            <a:solidFill>
              <a:schemeClr val="accent3">
                <a:lumMod val="75000"/>
              </a:schemeClr>
            </a:solidFill>
            <a:ln>
              <a:solidFill>
                <a:schemeClr val="accent3">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CN" sz="2200" dirty="0">
                  <a:latin typeface="Impact" panose="020B0806030902050204" pitchFamily="34" charset="0"/>
                </a:rPr>
                <a:t>03</a:t>
              </a:r>
              <a:endParaRPr lang="zh-CN" altLang="en-US" sz="2200" dirty="0">
                <a:latin typeface="Impact" panose="020B0806030902050204" pitchFamily="34" charset="0"/>
              </a:endParaRPr>
            </a:p>
          </p:txBody>
        </p:sp>
        <p:sp>
          <p:nvSpPr>
            <p:cNvPr id="3" name="文本框 2">
              <a:extLst>
                <a:ext uri="{FF2B5EF4-FFF2-40B4-BE49-F238E27FC236}">
                  <a16:creationId xmlns:a16="http://schemas.microsoft.com/office/drawing/2014/main" id="{4D6BD736-A4D3-4F26-AFED-36E11F50F70B}"/>
                </a:ext>
              </a:extLst>
            </p:cNvPr>
            <p:cNvSpPr txBox="1"/>
            <p:nvPr/>
          </p:nvSpPr>
          <p:spPr>
            <a:xfrm>
              <a:off x="1204755" y="898245"/>
              <a:ext cx="5411705" cy="400110"/>
            </a:xfrm>
            <a:prstGeom prst="rect">
              <a:avLst/>
            </a:prstGeom>
            <a:noFill/>
          </p:spPr>
          <p:txBody>
            <a:bodyPr wrap="square" rtlCol="0">
              <a:spAutoFit/>
            </a:bodyPr>
            <a:lstStyle/>
            <a:p>
              <a:r>
                <a:rPr lang="zh-CN" altLang="en-US" sz="2000" b="1" dirty="0"/>
                <a:t>循环冗余校验</a:t>
              </a:r>
            </a:p>
          </p:txBody>
        </p:sp>
      </p:grpSp>
      <p:sp>
        <p:nvSpPr>
          <p:cNvPr id="6" name="矩形 5">
            <a:extLst>
              <a:ext uri="{FF2B5EF4-FFF2-40B4-BE49-F238E27FC236}">
                <a16:creationId xmlns:a16="http://schemas.microsoft.com/office/drawing/2014/main" id="{8CACD094-0D3A-4771-AB75-49EBD6668366}"/>
              </a:ext>
            </a:extLst>
          </p:cNvPr>
          <p:cNvSpPr/>
          <p:nvPr/>
        </p:nvSpPr>
        <p:spPr>
          <a:xfrm>
            <a:off x="1016000" y="1297642"/>
            <a:ext cx="256976" cy="256976"/>
          </a:xfrm>
          <a:prstGeom prst="rect">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7" name="íşlïḍè">
            <a:extLst>
              <a:ext uri="{FF2B5EF4-FFF2-40B4-BE49-F238E27FC236}">
                <a16:creationId xmlns:a16="http://schemas.microsoft.com/office/drawing/2014/main" id="{BD487D2B-8F53-4183-B6DE-7A472580C479}"/>
              </a:ext>
            </a:extLst>
          </p:cNvPr>
          <p:cNvSpPr txBox="1"/>
          <p:nvPr/>
        </p:nvSpPr>
        <p:spPr>
          <a:xfrm>
            <a:off x="1333227" y="1265805"/>
            <a:ext cx="3776655" cy="320650"/>
          </a:xfrm>
          <a:prstGeom prst="rect">
            <a:avLst/>
          </a:prstGeom>
          <a:noFill/>
        </p:spPr>
        <p:txBody>
          <a:bodyPr wrap="square" lIns="91440" tIns="45720" rIns="91440" bIns="45720" anchor="ctr">
            <a:noAutofit/>
          </a:bodyPr>
          <a:lstStyle/>
          <a:p>
            <a:r>
              <a:rPr lang="zh-CN" altLang="en-US" b="1" dirty="0"/>
              <a:t>循环冗余校验</a:t>
            </a:r>
            <a:r>
              <a:rPr lang="en-US" altLang="zh-CN" b="1" dirty="0"/>
              <a:t>CRC</a:t>
            </a:r>
            <a:r>
              <a:rPr lang="zh-CN" altLang="en-US" b="1" dirty="0"/>
              <a:t>的基本思想：</a:t>
            </a:r>
            <a:endParaRPr lang="en-US" altLang="zh-CN" b="1" dirty="0"/>
          </a:p>
        </p:txBody>
      </p:sp>
      <p:sp>
        <p:nvSpPr>
          <p:cNvPr id="12" name="矩形 11">
            <a:extLst>
              <a:ext uri="{FF2B5EF4-FFF2-40B4-BE49-F238E27FC236}">
                <a16:creationId xmlns:a16="http://schemas.microsoft.com/office/drawing/2014/main" id="{E1656AC2-A6E5-46C5-85FA-C49C3962A79A}"/>
              </a:ext>
            </a:extLst>
          </p:cNvPr>
          <p:cNvSpPr/>
          <p:nvPr/>
        </p:nvSpPr>
        <p:spPr>
          <a:xfrm>
            <a:off x="1450788" y="1698530"/>
            <a:ext cx="256976" cy="256976"/>
          </a:xfrm>
          <a:prstGeom prst="rect">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13" name="íşlïḍè">
            <a:extLst>
              <a:ext uri="{FF2B5EF4-FFF2-40B4-BE49-F238E27FC236}">
                <a16:creationId xmlns:a16="http://schemas.microsoft.com/office/drawing/2014/main" id="{DE01B267-F63C-4A60-BE22-09A005F28694}"/>
              </a:ext>
            </a:extLst>
          </p:cNvPr>
          <p:cNvSpPr txBox="1"/>
          <p:nvPr/>
        </p:nvSpPr>
        <p:spPr>
          <a:xfrm>
            <a:off x="1768015" y="1666693"/>
            <a:ext cx="3973879" cy="320650"/>
          </a:xfrm>
          <a:prstGeom prst="rect">
            <a:avLst/>
          </a:prstGeom>
          <a:noFill/>
        </p:spPr>
        <p:txBody>
          <a:bodyPr wrap="square" lIns="91440" tIns="45720" rIns="91440" bIns="45720" anchor="ctr">
            <a:noAutofit/>
          </a:bodyPr>
          <a:lstStyle/>
          <a:p>
            <a:r>
              <a:rPr lang="zh-CN" altLang="en-US" b="1" dirty="0"/>
              <a:t>收发双方约定好一个</a:t>
            </a:r>
            <a:r>
              <a:rPr lang="zh-CN" altLang="en-US" b="1" dirty="0">
                <a:solidFill>
                  <a:schemeClr val="accent1">
                    <a:lumMod val="75000"/>
                  </a:schemeClr>
                </a:solidFill>
              </a:rPr>
              <a:t>生成多项式</a:t>
            </a:r>
            <a:r>
              <a:rPr lang="en-US" altLang="zh-CN" b="1" dirty="0">
                <a:solidFill>
                  <a:schemeClr val="accent1">
                    <a:lumMod val="75000"/>
                  </a:schemeClr>
                </a:solidFill>
              </a:rPr>
              <a:t>G(X)</a:t>
            </a:r>
            <a:r>
              <a:rPr lang="zh-CN" altLang="en-US" b="1" dirty="0"/>
              <a:t>。</a:t>
            </a:r>
            <a:endParaRPr lang="en-US" altLang="zh-CN" b="1" dirty="0"/>
          </a:p>
        </p:txBody>
      </p:sp>
      <p:sp>
        <p:nvSpPr>
          <p:cNvPr id="14" name="矩形 13">
            <a:extLst>
              <a:ext uri="{FF2B5EF4-FFF2-40B4-BE49-F238E27FC236}">
                <a16:creationId xmlns:a16="http://schemas.microsoft.com/office/drawing/2014/main" id="{3349A115-9DAE-4B74-9831-C43AD8665F02}"/>
              </a:ext>
            </a:extLst>
          </p:cNvPr>
          <p:cNvSpPr/>
          <p:nvPr/>
        </p:nvSpPr>
        <p:spPr>
          <a:xfrm>
            <a:off x="1450788" y="2131255"/>
            <a:ext cx="256976" cy="256976"/>
          </a:xfrm>
          <a:prstGeom prst="rect">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15" name="íşlïḍè">
            <a:extLst>
              <a:ext uri="{FF2B5EF4-FFF2-40B4-BE49-F238E27FC236}">
                <a16:creationId xmlns:a16="http://schemas.microsoft.com/office/drawing/2014/main" id="{FFEC0400-8C28-40B7-A28B-FB6D9E676EB2}"/>
              </a:ext>
            </a:extLst>
          </p:cNvPr>
          <p:cNvSpPr txBox="1"/>
          <p:nvPr/>
        </p:nvSpPr>
        <p:spPr>
          <a:xfrm>
            <a:off x="1768014" y="2099418"/>
            <a:ext cx="10199867" cy="583270"/>
          </a:xfrm>
          <a:prstGeom prst="rect">
            <a:avLst/>
          </a:prstGeom>
          <a:noFill/>
        </p:spPr>
        <p:txBody>
          <a:bodyPr wrap="square" lIns="91440" tIns="45720" rIns="91440" bIns="45720" anchor="ctr">
            <a:noAutofit/>
          </a:bodyPr>
          <a:lstStyle/>
          <a:p>
            <a:r>
              <a:rPr lang="zh-CN" altLang="en-US" b="1" dirty="0"/>
              <a:t>发送方基于待发送的数据和生成多项式</a:t>
            </a:r>
            <a:r>
              <a:rPr lang="en-US" altLang="zh-CN" b="1" dirty="0"/>
              <a:t>G(X)</a:t>
            </a:r>
            <a:r>
              <a:rPr lang="zh-CN" altLang="en-US" b="1" dirty="0"/>
              <a:t>，计算出差错检测码（</a:t>
            </a:r>
            <a:r>
              <a:rPr lang="zh-CN" altLang="en-US" b="1" dirty="0">
                <a:solidFill>
                  <a:schemeClr val="accent1">
                    <a:lumMod val="75000"/>
                  </a:schemeClr>
                </a:solidFill>
              </a:rPr>
              <a:t>冗余码</a:t>
            </a:r>
            <a:r>
              <a:rPr lang="zh-CN" altLang="en-US" b="1" dirty="0"/>
              <a:t>），将冗余码添加到待发送数据的后面一起传输。</a:t>
            </a:r>
            <a:endParaRPr lang="en-US" altLang="zh-CN" b="1" dirty="0"/>
          </a:p>
        </p:txBody>
      </p:sp>
      <p:sp>
        <p:nvSpPr>
          <p:cNvPr id="16" name="矩形 15">
            <a:extLst>
              <a:ext uri="{FF2B5EF4-FFF2-40B4-BE49-F238E27FC236}">
                <a16:creationId xmlns:a16="http://schemas.microsoft.com/office/drawing/2014/main" id="{955B4474-B4BF-4E60-80B0-416F9CF1387D}"/>
              </a:ext>
            </a:extLst>
          </p:cNvPr>
          <p:cNvSpPr/>
          <p:nvPr/>
        </p:nvSpPr>
        <p:spPr>
          <a:xfrm>
            <a:off x="1450788" y="2826600"/>
            <a:ext cx="256976" cy="256976"/>
          </a:xfrm>
          <a:prstGeom prst="rect">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17" name="íşlïḍè">
            <a:extLst>
              <a:ext uri="{FF2B5EF4-FFF2-40B4-BE49-F238E27FC236}">
                <a16:creationId xmlns:a16="http://schemas.microsoft.com/office/drawing/2014/main" id="{D6D93D7B-30F9-4B9A-89E7-C067803BDE62}"/>
              </a:ext>
            </a:extLst>
          </p:cNvPr>
          <p:cNvSpPr txBox="1"/>
          <p:nvPr/>
        </p:nvSpPr>
        <p:spPr>
          <a:xfrm>
            <a:off x="1768014" y="2794763"/>
            <a:ext cx="10199867" cy="288813"/>
          </a:xfrm>
          <a:prstGeom prst="rect">
            <a:avLst/>
          </a:prstGeom>
          <a:noFill/>
        </p:spPr>
        <p:txBody>
          <a:bodyPr wrap="square" lIns="91440" tIns="45720" rIns="91440" bIns="45720" anchor="ctr">
            <a:noAutofit/>
          </a:bodyPr>
          <a:lstStyle/>
          <a:p>
            <a:r>
              <a:rPr lang="zh-CN" altLang="en-US" b="1" dirty="0"/>
              <a:t>接收方收到数据和冗余码后，通过生成多项式</a:t>
            </a:r>
            <a:r>
              <a:rPr lang="en-US" altLang="zh-CN" b="1" dirty="0"/>
              <a:t>G(X)</a:t>
            </a:r>
            <a:r>
              <a:rPr lang="zh-CN" altLang="en-US" b="1" dirty="0"/>
              <a:t>来计算收到的数据和冗余码是否产生了误码。</a:t>
            </a:r>
            <a:endParaRPr lang="en-US" altLang="zh-CN" b="1" dirty="0"/>
          </a:p>
        </p:txBody>
      </p:sp>
    </p:spTree>
    <p:custDataLst>
      <p:tags r:id="rId1"/>
    </p:custDataLst>
    <p:extLst>
      <p:ext uri="{BB962C8B-B14F-4D97-AF65-F5344CB8AC3E}">
        <p14:creationId xmlns:p14="http://schemas.microsoft.com/office/powerpoint/2010/main" val="396853720"/>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49" presetClass="entr" presetSubtype="0" decel="100000" fill="hold" grpId="0" nodeType="withEffect">
                                  <p:stCondLst>
                                    <p:cond delay="0"/>
                                  </p:stCondLst>
                                  <p:childTnLst>
                                    <p:set>
                                      <p:cBhvr>
                                        <p:cTn id="6" dur="1" fill="hold">
                                          <p:stCondLst>
                                            <p:cond delay="0"/>
                                          </p:stCondLst>
                                        </p:cTn>
                                        <p:tgtEl>
                                          <p:spTgt spid="6"/>
                                        </p:tgtEl>
                                        <p:attrNameLst>
                                          <p:attrName>style.visibility</p:attrName>
                                        </p:attrNameLst>
                                      </p:cBhvr>
                                      <p:to>
                                        <p:strVal val="visible"/>
                                      </p:to>
                                    </p:set>
                                    <p:anim calcmode="lin" valueType="num">
                                      <p:cBhvr>
                                        <p:cTn id="7" dur="500" fill="hold"/>
                                        <p:tgtEl>
                                          <p:spTgt spid="6"/>
                                        </p:tgtEl>
                                        <p:attrNameLst>
                                          <p:attrName>ppt_w</p:attrName>
                                        </p:attrNameLst>
                                      </p:cBhvr>
                                      <p:tavLst>
                                        <p:tav tm="0">
                                          <p:val>
                                            <p:fltVal val="0"/>
                                          </p:val>
                                        </p:tav>
                                        <p:tav tm="100000">
                                          <p:val>
                                            <p:strVal val="#ppt_w"/>
                                          </p:val>
                                        </p:tav>
                                      </p:tavLst>
                                    </p:anim>
                                    <p:anim calcmode="lin" valueType="num">
                                      <p:cBhvr>
                                        <p:cTn id="8" dur="500" fill="hold"/>
                                        <p:tgtEl>
                                          <p:spTgt spid="6"/>
                                        </p:tgtEl>
                                        <p:attrNameLst>
                                          <p:attrName>ppt_h</p:attrName>
                                        </p:attrNameLst>
                                      </p:cBhvr>
                                      <p:tavLst>
                                        <p:tav tm="0">
                                          <p:val>
                                            <p:fltVal val="0"/>
                                          </p:val>
                                        </p:tav>
                                        <p:tav tm="100000">
                                          <p:val>
                                            <p:strVal val="#ppt_h"/>
                                          </p:val>
                                        </p:tav>
                                      </p:tavLst>
                                    </p:anim>
                                    <p:anim calcmode="lin" valueType="num">
                                      <p:cBhvr>
                                        <p:cTn id="9" dur="500" fill="hold"/>
                                        <p:tgtEl>
                                          <p:spTgt spid="6"/>
                                        </p:tgtEl>
                                        <p:attrNameLst>
                                          <p:attrName>style.rotation</p:attrName>
                                        </p:attrNameLst>
                                      </p:cBhvr>
                                      <p:tavLst>
                                        <p:tav tm="0">
                                          <p:val>
                                            <p:fltVal val="360"/>
                                          </p:val>
                                        </p:tav>
                                        <p:tav tm="100000">
                                          <p:val>
                                            <p:fltVal val="0"/>
                                          </p:val>
                                        </p:tav>
                                      </p:tavLst>
                                    </p:anim>
                                    <p:animEffect transition="in" filter="fade">
                                      <p:cBhvr>
                                        <p:cTn id="10" dur="500"/>
                                        <p:tgtEl>
                                          <p:spTgt spid="6"/>
                                        </p:tgtEl>
                                      </p:cBhvr>
                                    </p:animEffect>
                                  </p:childTnLst>
                                </p:cTn>
                              </p:par>
                            </p:childTnLst>
                          </p:cTn>
                        </p:par>
                        <p:par>
                          <p:cTn id="11" fill="hold">
                            <p:stCondLst>
                              <p:cond delay="500"/>
                            </p:stCondLst>
                            <p:childTnLst>
                              <p:par>
                                <p:cTn id="12" presetID="1" presetClass="entr" presetSubtype="0" fill="hold" grpId="0" nodeType="afterEffect">
                                  <p:stCondLst>
                                    <p:cond delay="0"/>
                                  </p:stCondLst>
                                  <p:iterate type="lt">
                                    <p:tmAbs val="100"/>
                                  </p:iterate>
                                  <p:childTnLst>
                                    <p:set>
                                      <p:cBhvr>
                                        <p:cTn id="13" dur="1" fill="hold">
                                          <p:stCondLst>
                                            <p:cond delay="0"/>
                                          </p:stCondLst>
                                        </p:cTn>
                                        <p:tgtEl>
                                          <p:spTgt spid="7"/>
                                        </p:tgtEl>
                                        <p:attrNameLst>
                                          <p:attrName>style.visibility</p:attrName>
                                        </p:attrNameLst>
                                      </p:cBhvr>
                                      <p:to>
                                        <p:strVal val="visible"/>
                                      </p:to>
                                    </p:set>
                                  </p:childTnLst>
                                </p:cTn>
                              </p:par>
                            </p:childTnLst>
                          </p:cTn>
                        </p:par>
                      </p:childTnLst>
                    </p:cTn>
                  </p:par>
                  <p:par>
                    <p:cTn id="14" fill="hold">
                      <p:stCondLst>
                        <p:cond delay="indefinite"/>
                      </p:stCondLst>
                      <p:childTnLst>
                        <p:par>
                          <p:cTn id="15" fill="hold">
                            <p:stCondLst>
                              <p:cond delay="0"/>
                            </p:stCondLst>
                            <p:childTnLst>
                              <p:par>
                                <p:cTn id="16" presetID="49" presetClass="entr" presetSubtype="0" decel="100000" fill="hold" grpId="0" nodeType="clickEffect">
                                  <p:stCondLst>
                                    <p:cond delay="0"/>
                                  </p:stCondLst>
                                  <p:childTnLst>
                                    <p:set>
                                      <p:cBhvr>
                                        <p:cTn id="17" dur="1" fill="hold">
                                          <p:stCondLst>
                                            <p:cond delay="0"/>
                                          </p:stCondLst>
                                        </p:cTn>
                                        <p:tgtEl>
                                          <p:spTgt spid="12"/>
                                        </p:tgtEl>
                                        <p:attrNameLst>
                                          <p:attrName>style.visibility</p:attrName>
                                        </p:attrNameLst>
                                      </p:cBhvr>
                                      <p:to>
                                        <p:strVal val="visible"/>
                                      </p:to>
                                    </p:set>
                                    <p:anim calcmode="lin" valueType="num">
                                      <p:cBhvr>
                                        <p:cTn id="18" dur="500" fill="hold"/>
                                        <p:tgtEl>
                                          <p:spTgt spid="12"/>
                                        </p:tgtEl>
                                        <p:attrNameLst>
                                          <p:attrName>ppt_w</p:attrName>
                                        </p:attrNameLst>
                                      </p:cBhvr>
                                      <p:tavLst>
                                        <p:tav tm="0">
                                          <p:val>
                                            <p:fltVal val="0"/>
                                          </p:val>
                                        </p:tav>
                                        <p:tav tm="100000">
                                          <p:val>
                                            <p:strVal val="#ppt_w"/>
                                          </p:val>
                                        </p:tav>
                                      </p:tavLst>
                                    </p:anim>
                                    <p:anim calcmode="lin" valueType="num">
                                      <p:cBhvr>
                                        <p:cTn id="19" dur="500" fill="hold"/>
                                        <p:tgtEl>
                                          <p:spTgt spid="12"/>
                                        </p:tgtEl>
                                        <p:attrNameLst>
                                          <p:attrName>ppt_h</p:attrName>
                                        </p:attrNameLst>
                                      </p:cBhvr>
                                      <p:tavLst>
                                        <p:tav tm="0">
                                          <p:val>
                                            <p:fltVal val="0"/>
                                          </p:val>
                                        </p:tav>
                                        <p:tav tm="100000">
                                          <p:val>
                                            <p:strVal val="#ppt_h"/>
                                          </p:val>
                                        </p:tav>
                                      </p:tavLst>
                                    </p:anim>
                                    <p:anim calcmode="lin" valueType="num">
                                      <p:cBhvr>
                                        <p:cTn id="20" dur="500" fill="hold"/>
                                        <p:tgtEl>
                                          <p:spTgt spid="12"/>
                                        </p:tgtEl>
                                        <p:attrNameLst>
                                          <p:attrName>style.rotation</p:attrName>
                                        </p:attrNameLst>
                                      </p:cBhvr>
                                      <p:tavLst>
                                        <p:tav tm="0">
                                          <p:val>
                                            <p:fltVal val="360"/>
                                          </p:val>
                                        </p:tav>
                                        <p:tav tm="100000">
                                          <p:val>
                                            <p:fltVal val="0"/>
                                          </p:val>
                                        </p:tav>
                                      </p:tavLst>
                                    </p:anim>
                                    <p:animEffect transition="in" filter="fade">
                                      <p:cBhvr>
                                        <p:cTn id="21" dur="500"/>
                                        <p:tgtEl>
                                          <p:spTgt spid="12"/>
                                        </p:tgtEl>
                                      </p:cBhvr>
                                    </p:animEffect>
                                  </p:childTnLst>
                                </p:cTn>
                              </p:par>
                            </p:childTnLst>
                          </p:cTn>
                        </p:par>
                        <p:par>
                          <p:cTn id="22" fill="hold">
                            <p:stCondLst>
                              <p:cond delay="500"/>
                            </p:stCondLst>
                            <p:childTnLst>
                              <p:par>
                                <p:cTn id="23" presetID="1" presetClass="entr" presetSubtype="0" fill="hold" grpId="0" nodeType="afterEffect">
                                  <p:stCondLst>
                                    <p:cond delay="0"/>
                                  </p:stCondLst>
                                  <p:iterate type="lt">
                                    <p:tmAbs val="100"/>
                                  </p:iterate>
                                  <p:childTnLst>
                                    <p:set>
                                      <p:cBhvr>
                                        <p:cTn id="24" dur="1" fill="hold">
                                          <p:stCondLst>
                                            <p:cond delay="0"/>
                                          </p:stCondLst>
                                        </p:cTn>
                                        <p:tgtEl>
                                          <p:spTgt spid="13"/>
                                        </p:tgtEl>
                                        <p:attrNameLst>
                                          <p:attrName>style.visibility</p:attrName>
                                        </p:attrNameLst>
                                      </p:cBhvr>
                                      <p:to>
                                        <p:strVal val="visible"/>
                                      </p:to>
                                    </p:set>
                                  </p:childTnLst>
                                </p:cTn>
                              </p:par>
                            </p:childTnLst>
                          </p:cTn>
                        </p:par>
                      </p:childTnLst>
                    </p:cTn>
                  </p:par>
                  <p:par>
                    <p:cTn id="25" fill="hold">
                      <p:stCondLst>
                        <p:cond delay="indefinite"/>
                      </p:stCondLst>
                      <p:childTnLst>
                        <p:par>
                          <p:cTn id="26" fill="hold">
                            <p:stCondLst>
                              <p:cond delay="0"/>
                            </p:stCondLst>
                            <p:childTnLst>
                              <p:par>
                                <p:cTn id="27" presetID="49" presetClass="entr" presetSubtype="0" decel="100000" fill="hold" grpId="0" nodeType="clickEffect">
                                  <p:stCondLst>
                                    <p:cond delay="0"/>
                                  </p:stCondLst>
                                  <p:childTnLst>
                                    <p:set>
                                      <p:cBhvr>
                                        <p:cTn id="28" dur="1" fill="hold">
                                          <p:stCondLst>
                                            <p:cond delay="0"/>
                                          </p:stCondLst>
                                        </p:cTn>
                                        <p:tgtEl>
                                          <p:spTgt spid="14"/>
                                        </p:tgtEl>
                                        <p:attrNameLst>
                                          <p:attrName>style.visibility</p:attrName>
                                        </p:attrNameLst>
                                      </p:cBhvr>
                                      <p:to>
                                        <p:strVal val="visible"/>
                                      </p:to>
                                    </p:set>
                                    <p:anim calcmode="lin" valueType="num">
                                      <p:cBhvr>
                                        <p:cTn id="29" dur="500" fill="hold"/>
                                        <p:tgtEl>
                                          <p:spTgt spid="14"/>
                                        </p:tgtEl>
                                        <p:attrNameLst>
                                          <p:attrName>ppt_w</p:attrName>
                                        </p:attrNameLst>
                                      </p:cBhvr>
                                      <p:tavLst>
                                        <p:tav tm="0">
                                          <p:val>
                                            <p:fltVal val="0"/>
                                          </p:val>
                                        </p:tav>
                                        <p:tav tm="100000">
                                          <p:val>
                                            <p:strVal val="#ppt_w"/>
                                          </p:val>
                                        </p:tav>
                                      </p:tavLst>
                                    </p:anim>
                                    <p:anim calcmode="lin" valueType="num">
                                      <p:cBhvr>
                                        <p:cTn id="30" dur="500" fill="hold"/>
                                        <p:tgtEl>
                                          <p:spTgt spid="14"/>
                                        </p:tgtEl>
                                        <p:attrNameLst>
                                          <p:attrName>ppt_h</p:attrName>
                                        </p:attrNameLst>
                                      </p:cBhvr>
                                      <p:tavLst>
                                        <p:tav tm="0">
                                          <p:val>
                                            <p:fltVal val="0"/>
                                          </p:val>
                                        </p:tav>
                                        <p:tav tm="100000">
                                          <p:val>
                                            <p:strVal val="#ppt_h"/>
                                          </p:val>
                                        </p:tav>
                                      </p:tavLst>
                                    </p:anim>
                                    <p:anim calcmode="lin" valueType="num">
                                      <p:cBhvr>
                                        <p:cTn id="31" dur="500" fill="hold"/>
                                        <p:tgtEl>
                                          <p:spTgt spid="14"/>
                                        </p:tgtEl>
                                        <p:attrNameLst>
                                          <p:attrName>style.rotation</p:attrName>
                                        </p:attrNameLst>
                                      </p:cBhvr>
                                      <p:tavLst>
                                        <p:tav tm="0">
                                          <p:val>
                                            <p:fltVal val="360"/>
                                          </p:val>
                                        </p:tav>
                                        <p:tav tm="100000">
                                          <p:val>
                                            <p:fltVal val="0"/>
                                          </p:val>
                                        </p:tav>
                                      </p:tavLst>
                                    </p:anim>
                                    <p:animEffect transition="in" filter="fade">
                                      <p:cBhvr>
                                        <p:cTn id="32" dur="500"/>
                                        <p:tgtEl>
                                          <p:spTgt spid="14"/>
                                        </p:tgtEl>
                                      </p:cBhvr>
                                    </p:animEffect>
                                  </p:childTnLst>
                                </p:cTn>
                              </p:par>
                            </p:childTnLst>
                          </p:cTn>
                        </p:par>
                        <p:par>
                          <p:cTn id="33" fill="hold">
                            <p:stCondLst>
                              <p:cond delay="500"/>
                            </p:stCondLst>
                            <p:childTnLst>
                              <p:par>
                                <p:cTn id="34" presetID="1" presetClass="entr" presetSubtype="0" fill="hold" grpId="0" nodeType="afterEffect">
                                  <p:stCondLst>
                                    <p:cond delay="0"/>
                                  </p:stCondLst>
                                  <p:iterate type="lt">
                                    <p:tmAbs val="100"/>
                                  </p:iterate>
                                  <p:childTnLst>
                                    <p:set>
                                      <p:cBhvr>
                                        <p:cTn id="35" dur="1" fill="hold">
                                          <p:stCondLst>
                                            <p:cond delay="0"/>
                                          </p:stCondLst>
                                        </p:cTn>
                                        <p:tgtEl>
                                          <p:spTgt spid="15"/>
                                        </p:tgtEl>
                                        <p:attrNameLst>
                                          <p:attrName>style.visibility</p:attrName>
                                        </p:attrNameLst>
                                      </p:cBhvr>
                                      <p:to>
                                        <p:strVal val="visible"/>
                                      </p:to>
                                    </p:set>
                                  </p:childTnLst>
                                </p:cTn>
                              </p:par>
                            </p:childTnLst>
                          </p:cTn>
                        </p:par>
                      </p:childTnLst>
                    </p:cTn>
                  </p:par>
                  <p:par>
                    <p:cTn id="36" fill="hold">
                      <p:stCondLst>
                        <p:cond delay="indefinite"/>
                      </p:stCondLst>
                      <p:childTnLst>
                        <p:par>
                          <p:cTn id="37" fill="hold">
                            <p:stCondLst>
                              <p:cond delay="0"/>
                            </p:stCondLst>
                            <p:childTnLst>
                              <p:par>
                                <p:cTn id="38" presetID="49" presetClass="entr" presetSubtype="0" decel="100000" fill="hold" grpId="0" nodeType="clickEffect">
                                  <p:stCondLst>
                                    <p:cond delay="0"/>
                                  </p:stCondLst>
                                  <p:childTnLst>
                                    <p:set>
                                      <p:cBhvr>
                                        <p:cTn id="39" dur="1" fill="hold">
                                          <p:stCondLst>
                                            <p:cond delay="0"/>
                                          </p:stCondLst>
                                        </p:cTn>
                                        <p:tgtEl>
                                          <p:spTgt spid="16"/>
                                        </p:tgtEl>
                                        <p:attrNameLst>
                                          <p:attrName>style.visibility</p:attrName>
                                        </p:attrNameLst>
                                      </p:cBhvr>
                                      <p:to>
                                        <p:strVal val="visible"/>
                                      </p:to>
                                    </p:set>
                                    <p:anim calcmode="lin" valueType="num">
                                      <p:cBhvr>
                                        <p:cTn id="40" dur="500" fill="hold"/>
                                        <p:tgtEl>
                                          <p:spTgt spid="16"/>
                                        </p:tgtEl>
                                        <p:attrNameLst>
                                          <p:attrName>ppt_w</p:attrName>
                                        </p:attrNameLst>
                                      </p:cBhvr>
                                      <p:tavLst>
                                        <p:tav tm="0">
                                          <p:val>
                                            <p:fltVal val="0"/>
                                          </p:val>
                                        </p:tav>
                                        <p:tav tm="100000">
                                          <p:val>
                                            <p:strVal val="#ppt_w"/>
                                          </p:val>
                                        </p:tav>
                                      </p:tavLst>
                                    </p:anim>
                                    <p:anim calcmode="lin" valueType="num">
                                      <p:cBhvr>
                                        <p:cTn id="41" dur="500" fill="hold"/>
                                        <p:tgtEl>
                                          <p:spTgt spid="16"/>
                                        </p:tgtEl>
                                        <p:attrNameLst>
                                          <p:attrName>ppt_h</p:attrName>
                                        </p:attrNameLst>
                                      </p:cBhvr>
                                      <p:tavLst>
                                        <p:tav tm="0">
                                          <p:val>
                                            <p:fltVal val="0"/>
                                          </p:val>
                                        </p:tav>
                                        <p:tav tm="100000">
                                          <p:val>
                                            <p:strVal val="#ppt_h"/>
                                          </p:val>
                                        </p:tav>
                                      </p:tavLst>
                                    </p:anim>
                                    <p:anim calcmode="lin" valueType="num">
                                      <p:cBhvr>
                                        <p:cTn id="42" dur="500" fill="hold"/>
                                        <p:tgtEl>
                                          <p:spTgt spid="16"/>
                                        </p:tgtEl>
                                        <p:attrNameLst>
                                          <p:attrName>style.rotation</p:attrName>
                                        </p:attrNameLst>
                                      </p:cBhvr>
                                      <p:tavLst>
                                        <p:tav tm="0">
                                          <p:val>
                                            <p:fltVal val="360"/>
                                          </p:val>
                                        </p:tav>
                                        <p:tav tm="100000">
                                          <p:val>
                                            <p:fltVal val="0"/>
                                          </p:val>
                                        </p:tav>
                                      </p:tavLst>
                                    </p:anim>
                                    <p:animEffect transition="in" filter="fade">
                                      <p:cBhvr>
                                        <p:cTn id="43" dur="500"/>
                                        <p:tgtEl>
                                          <p:spTgt spid="16"/>
                                        </p:tgtEl>
                                      </p:cBhvr>
                                    </p:animEffect>
                                  </p:childTnLst>
                                </p:cTn>
                              </p:par>
                            </p:childTnLst>
                          </p:cTn>
                        </p:par>
                        <p:par>
                          <p:cTn id="44" fill="hold">
                            <p:stCondLst>
                              <p:cond delay="500"/>
                            </p:stCondLst>
                            <p:childTnLst>
                              <p:par>
                                <p:cTn id="45" presetID="1" presetClass="entr" presetSubtype="0" fill="hold" grpId="0" nodeType="afterEffect">
                                  <p:stCondLst>
                                    <p:cond delay="0"/>
                                  </p:stCondLst>
                                  <p:iterate type="lt">
                                    <p:tmAbs val="100"/>
                                  </p:iterate>
                                  <p:childTnLst>
                                    <p:set>
                                      <p:cBhvr>
                                        <p:cTn id="46" dur="1" fill="hold">
                                          <p:stCondLst>
                                            <p:cond delay="0"/>
                                          </p:stCondLst>
                                        </p:cTn>
                                        <p:tgtEl>
                                          <p:spTgt spid="17"/>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6" grpId="0" animBg="1"/>
      <p:bldP spid="7" grpId="0"/>
      <p:bldP spid="12" grpId="0" animBg="1"/>
      <p:bldP spid="13" grpId="0"/>
      <p:bldP spid="14" grpId="0" animBg="1"/>
      <p:bldP spid="15" grpId="0"/>
      <p:bldP spid="16" grpId="0" animBg="1"/>
      <p:bldP spid="17" grpId="0"/>
    </p:bldLst>
  </p:timing>
</p:sld>
</file>

<file path=ppt/slides/slide8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8" name="矩形 17">
            <a:extLst>
              <a:ext uri="{FF2B5EF4-FFF2-40B4-BE49-F238E27FC236}">
                <a16:creationId xmlns:a16="http://schemas.microsoft.com/office/drawing/2014/main" id="{F77515E1-C55C-4EF5-8AD4-3C07D0ED310F}"/>
              </a:ext>
            </a:extLst>
          </p:cNvPr>
          <p:cNvSpPr/>
          <p:nvPr/>
        </p:nvSpPr>
        <p:spPr>
          <a:xfrm>
            <a:off x="8247800" y="2707109"/>
            <a:ext cx="2371165" cy="645147"/>
          </a:xfrm>
          <a:prstGeom prst="rect">
            <a:avLst/>
          </a:prstGeom>
          <a:solidFill>
            <a:schemeClr val="accent4"/>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zh-CN" altLang="en-US" b="1" dirty="0">
                <a:solidFill>
                  <a:schemeClr val="bg1"/>
                </a:solidFill>
              </a:rPr>
              <a:t>生成多项式最高次个</a:t>
            </a:r>
            <a:r>
              <a:rPr lang="en-US" altLang="zh-CN" b="1" dirty="0">
                <a:solidFill>
                  <a:schemeClr val="bg1"/>
                </a:solidFill>
              </a:rPr>
              <a:t>0</a:t>
            </a:r>
            <a:endParaRPr lang="zh-CN" altLang="en-US" b="1" dirty="0">
              <a:solidFill>
                <a:schemeClr val="bg1"/>
              </a:solidFill>
            </a:endParaRPr>
          </a:p>
        </p:txBody>
      </p:sp>
      <p:grpSp>
        <p:nvGrpSpPr>
          <p:cNvPr id="4" name="组合 3">
            <a:extLst>
              <a:ext uri="{FF2B5EF4-FFF2-40B4-BE49-F238E27FC236}">
                <a16:creationId xmlns:a16="http://schemas.microsoft.com/office/drawing/2014/main" id="{9A1EA9F2-FCB6-48C3-935F-7AE7E3AD14AC}"/>
              </a:ext>
            </a:extLst>
          </p:cNvPr>
          <p:cNvGrpSpPr/>
          <p:nvPr/>
        </p:nvGrpSpPr>
        <p:grpSpPr>
          <a:xfrm>
            <a:off x="304800" y="749300"/>
            <a:ext cx="6192343" cy="400110"/>
            <a:chOff x="424117" y="898245"/>
            <a:chExt cx="6192343" cy="400110"/>
          </a:xfrm>
        </p:grpSpPr>
        <p:sp>
          <p:nvSpPr>
            <p:cNvPr id="2" name="平行四边形 1">
              <a:extLst>
                <a:ext uri="{FF2B5EF4-FFF2-40B4-BE49-F238E27FC236}">
                  <a16:creationId xmlns:a16="http://schemas.microsoft.com/office/drawing/2014/main" id="{1F5BAA3F-9845-4F89-A2DD-8222D3E4EDAC}"/>
                </a:ext>
              </a:extLst>
            </p:cNvPr>
            <p:cNvSpPr/>
            <p:nvPr/>
          </p:nvSpPr>
          <p:spPr>
            <a:xfrm>
              <a:off x="424117" y="898245"/>
              <a:ext cx="711200" cy="387090"/>
            </a:xfrm>
            <a:prstGeom prst="parallelogram">
              <a:avLst/>
            </a:prstGeom>
            <a:solidFill>
              <a:schemeClr val="accent3">
                <a:lumMod val="75000"/>
              </a:schemeClr>
            </a:solidFill>
            <a:ln>
              <a:solidFill>
                <a:schemeClr val="accent3">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CN" sz="2200" dirty="0">
                  <a:latin typeface="Impact" panose="020B0806030902050204" pitchFamily="34" charset="0"/>
                </a:rPr>
                <a:t>03</a:t>
              </a:r>
              <a:endParaRPr lang="zh-CN" altLang="en-US" sz="2200" dirty="0">
                <a:latin typeface="Impact" panose="020B0806030902050204" pitchFamily="34" charset="0"/>
              </a:endParaRPr>
            </a:p>
          </p:txBody>
        </p:sp>
        <p:sp>
          <p:nvSpPr>
            <p:cNvPr id="3" name="文本框 2">
              <a:extLst>
                <a:ext uri="{FF2B5EF4-FFF2-40B4-BE49-F238E27FC236}">
                  <a16:creationId xmlns:a16="http://schemas.microsoft.com/office/drawing/2014/main" id="{4D6BD736-A4D3-4F26-AFED-36E11F50F70B}"/>
                </a:ext>
              </a:extLst>
            </p:cNvPr>
            <p:cNvSpPr txBox="1"/>
            <p:nvPr/>
          </p:nvSpPr>
          <p:spPr>
            <a:xfrm>
              <a:off x="1204755" y="898245"/>
              <a:ext cx="5411705" cy="400110"/>
            </a:xfrm>
            <a:prstGeom prst="rect">
              <a:avLst/>
            </a:prstGeom>
            <a:noFill/>
          </p:spPr>
          <p:txBody>
            <a:bodyPr wrap="square" rtlCol="0">
              <a:spAutoFit/>
            </a:bodyPr>
            <a:lstStyle/>
            <a:p>
              <a:r>
                <a:rPr lang="zh-CN" altLang="en-US" sz="2000" b="1" dirty="0"/>
                <a:t>循环冗余校验</a:t>
              </a:r>
            </a:p>
          </p:txBody>
        </p:sp>
      </p:grpSp>
      <p:sp>
        <p:nvSpPr>
          <p:cNvPr id="5" name="矩形 4">
            <a:extLst>
              <a:ext uri="{FF2B5EF4-FFF2-40B4-BE49-F238E27FC236}">
                <a16:creationId xmlns:a16="http://schemas.microsoft.com/office/drawing/2014/main" id="{2FBFA800-207F-43F8-8871-A14B37FA3DBC}"/>
              </a:ext>
            </a:extLst>
          </p:cNvPr>
          <p:cNvSpPr/>
          <p:nvPr/>
        </p:nvSpPr>
        <p:spPr>
          <a:xfrm>
            <a:off x="4444525" y="2707110"/>
            <a:ext cx="3803275" cy="645147"/>
          </a:xfrm>
          <a:prstGeom prst="rect">
            <a:avLst/>
          </a:prstGeom>
          <a:solidFill>
            <a:schemeClr val="bg2"/>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zh-CN" altLang="en-US" b="1" dirty="0">
                <a:solidFill>
                  <a:schemeClr val="tx1"/>
                </a:solidFill>
              </a:rPr>
              <a:t>待发送的数据</a:t>
            </a:r>
          </a:p>
        </p:txBody>
      </p:sp>
      <p:sp>
        <p:nvSpPr>
          <p:cNvPr id="19" name="矩形 18">
            <a:extLst>
              <a:ext uri="{FF2B5EF4-FFF2-40B4-BE49-F238E27FC236}">
                <a16:creationId xmlns:a16="http://schemas.microsoft.com/office/drawing/2014/main" id="{30B60590-B5EF-4750-B743-91CC5C71B895}"/>
              </a:ext>
            </a:extLst>
          </p:cNvPr>
          <p:cNvSpPr/>
          <p:nvPr/>
        </p:nvSpPr>
        <p:spPr>
          <a:xfrm>
            <a:off x="1393536" y="2707108"/>
            <a:ext cx="2371165" cy="645147"/>
          </a:xfrm>
          <a:prstGeom prst="rect">
            <a:avLst/>
          </a:prstGeom>
          <a:solidFill>
            <a:schemeClr val="accent3"/>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zh-CN" altLang="en-US" b="1" dirty="0">
                <a:solidFill>
                  <a:schemeClr val="bg1"/>
                </a:solidFill>
              </a:rPr>
              <a:t>生成多项式各项系数</a:t>
            </a:r>
            <a:endParaRPr lang="en-US" altLang="zh-CN" b="1" dirty="0">
              <a:solidFill>
                <a:schemeClr val="bg1"/>
              </a:solidFill>
            </a:endParaRPr>
          </a:p>
          <a:p>
            <a:pPr algn="ctr"/>
            <a:r>
              <a:rPr lang="zh-CN" altLang="en-US" b="1" dirty="0">
                <a:solidFill>
                  <a:schemeClr val="bg1"/>
                </a:solidFill>
              </a:rPr>
              <a:t>构成的比特串</a:t>
            </a:r>
          </a:p>
        </p:txBody>
      </p:sp>
      <p:grpSp>
        <p:nvGrpSpPr>
          <p:cNvPr id="23" name="组合 22">
            <a:extLst>
              <a:ext uri="{FF2B5EF4-FFF2-40B4-BE49-F238E27FC236}">
                <a16:creationId xmlns:a16="http://schemas.microsoft.com/office/drawing/2014/main" id="{E97E3229-6B20-4C3D-B5E7-E9E666205917}"/>
              </a:ext>
            </a:extLst>
          </p:cNvPr>
          <p:cNvGrpSpPr/>
          <p:nvPr/>
        </p:nvGrpSpPr>
        <p:grpSpPr>
          <a:xfrm>
            <a:off x="4020942" y="2520982"/>
            <a:ext cx="6777521" cy="831273"/>
            <a:chOff x="4020942" y="2520982"/>
            <a:chExt cx="6777521" cy="831273"/>
          </a:xfrm>
        </p:grpSpPr>
        <p:cxnSp>
          <p:nvCxnSpPr>
            <p:cNvPr id="9" name="直接连接符 8">
              <a:extLst>
                <a:ext uri="{FF2B5EF4-FFF2-40B4-BE49-F238E27FC236}">
                  <a16:creationId xmlns:a16="http://schemas.microsoft.com/office/drawing/2014/main" id="{A9FB2EF4-4132-428C-B5CB-765AC6C80D2C}"/>
                </a:ext>
              </a:extLst>
            </p:cNvPr>
            <p:cNvCxnSpPr/>
            <p:nvPr/>
          </p:nvCxnSpPr>
          <p:spPr>
            <a:xfrm flipV="1">
              <a:off x="4020942" y="2521527"/>
              <a:ext cx="302559" cy="830728"/>
            </a:xfrm>
            <a:prstGeom prst="line">
              <a:avLst/>
            </a:prstGeom>
            <a:ln w="50800" cap="rnd">
              <a:solidFill>
                <a:schemeClr val="tx1"/>
              </a:solidFill>
              <a:round/>
            </a:ln>
          </p:spPr>
          <p:style>
            <a:lnRef idx="1">
              <a:schemeClr val="accent1"/>
            </a:lnRef>
            <a:fillRef idx="0">
              <a:schemeClr val="accent1"/>
            </a:fillRef>
            <a:effectRef idx="0">
              <a:schemeClr val="accent1"/>
            </a:effectRef>
            <a:fontRef idx="minor">
              <a:schemeClr val="tx1"/>
            </a:fontRef>
          </p:style>
        </p:cxnSp>
        <p:cxnSp>
          <p:nvCxnSpPr>
            <p:cNvPr id="20" name="直接连接符 19">
              <a:extLst>
                <a:ext uri="{FF2B5EF4-FFF2-40B4-BE49-F238E27FC236}">
                  <a16:creationId xmlns:a16="http://schemas.microsoft.com/office/drawing/2014/main" id="{1DCA8F1C-7353-4BE7-90FF-0A281376CAA3}"/>
                </a:ext>
              </a:extLst>
            </p:cNvPr>
            <p:cNvCxnSpPr>
              <a:cxnSpLocks/>
            </p:cNvCxnSpPr>
            <p:nvPr/>
          </p:nvCxnSpPr>
          <p:spPr>
            <a:xfrm>
              <a:off x="4323501" y="2520982"/>
              <a:ext cx="6474962" cy="0"/>
            </a:xfrm>
            <a:prstGeom prst="line">
              <a:avLst/>
            </a:prstGeom>
            <a:ln w="50800" cap="rnd">
              <a:solidFill>
                <a:schemeClr val="tx1"/>
              </a:solidFill>
              <a:round/>
            </a:ln>
          </p:spPr>
          <p:style>
            <a:lnRef idx="1">
              <a:schemeClr val="accent1"/>
            </a:lnRef>
            <a:fillRef idx="0">
              <a:schemeClr val="accent1"/>
            </a:fillRef>
            <a:effectRef idx="0">
              <a:schemeClr val="accent1"/>
            </a:effectRef>
            <a:fontRef idx="minor">
              <a:schemeClr val="tx1"/>
            </a:fontRef>
          </p:style>
        </p:cxnSp>
      </p:grpSp>
      <p:sp>
        <p:nvSpPr>
          <p:cNvPr id="22" name="文本框 21">
            <a:extLst>
              <a:ext uri="{FF2B5EF4-FFF2-40B4-BE49-F238E27FC236}">
                <a16:creationId xmlns:a16="http://schemas.microsoft.com/office/drawing/2014/main" id="{C4E54250-673A-4412-A3A6-4DAF2F3BE0D1}"/>
              </a:ext>
            </a:extLst>
          </p:cNvPr>
          <p:cNvSpPr txBox="1"/>
          <p:nvPr/>
        </p:nvSpPr>
        <p:spPr>
          <a:xfrm>
            <a:off x="1085438" y="1323963"/>
            <a:ext cx="2003075" cy="400110"/>
          </a:xfrm>
          <a:prstGeom prst="rect">
            <a:avLst/>
          </a:prstGeom>
          <a:noFill/>
        </p:spPr>
        <p:txBody>
          <a:bodyPr wrap="square" rtlCol="0">
            <a:spAutoFit/>
          </a:bodyPr>
          <a:lstStyle/>
          <a:p>
            <a:r>
              <a:rPr lang="zh-CN" altLang="en-US" sz="2000" b="1" dirty="0">
                <a:solidFill>
                  <a:schemeClr val="accent3">
                    <a:lumMod val="75000"/>
                  </a:schemeClr>
                </a:solidFill>
              </a:rPr>
              <a:t>发送方</a:t>
            </a:r>
            <a:r>
              <a:rPr lang="en-US" altLang="zh-CN" sz="2000" b="1" dirty="0">
                <a:solidFill>
                  <a:schemeClr val="accent3">
                    <a:lumMod val="75000"/>
                  </a:schemeClr>
                </a:solidFill>
              </a:rPr>
              <a:t>CRC</a:t>
            </a:r>
            <a:r>
              <a:rPr lang="zh-CN" altLang="en-US" sz="2000" b="1" dirty="0">
                <a:solidFill>
                  <a:schemeClr val="accent3">
                    <a:lumMod val="75000"/>
                  </a:schemeClr>
                </a:solidFill>
              </a:rPr>
              <a:t>操作</a:t>
            </a:r>
          </a:p>
        </p:txBody>
      </p:sp>
      <p:sp>
        <p:nvSpPr>
          <p:cNvPr id="24" name="矩形 23">
            <a:extLst>
              <a:ext uri="{FF2B5EF4-FFF2-40B4-BE49-F238E27FC236}">
                <a16:creationId xmlns:a16="http://schemas.microsoft.com/office/drawing/2014/main" id="{1050CBF5-5EAD-4E09-80A4-E16C8E1B59CA}"/>
              </a:ext>
            </a:extLst>
          </p:cNvPr>
          <p:cNvSpPr/>
          <p:nvPr/>
        </p:nvSpPr>
        <p:spPr>
          <a:xfrm>
            <a:off x="6190327" y="1739388"/>
            <a:ext cx="4428638" cy="645147"/>
          </a:xfrm>
          <a:prstGeom prst="rect">
            <a:avLst/>
          </a:prstGeom>
          <a:solidFill>
            <a:schemeClr val="tx2"/>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zh-CN" altLang="en-US" b="1" dirty="0">
                <a:solidFill>
                  <a:schemeClr val="bg1"/>
                </a:solidFill>
              </a:rPr>
              <a:t>商</a:t>
            </a:r>
          </a:p>
        </p:txBody>
      </p:sp>
      <p:sp>
        <p:nvSpPr>
          <p:cNvPr id="25" name="矩形 24">
            <a:extLst>
              <a:ext uri="{FF2B5EF4-FFF2-40B4-BE49-F238E27FC236}">
                <a16:creationId xmlns:a16="http://schemas.microsoft.com/office/drawing/2014/main" id="{59DF5B6B-74AC-44C0-A248-FB6C181EDFF5}"/>
              </a:ext>
            </a:extLst>
          </p:cNvPr>
          <p:cNvSpPr/>
          <p:nvPr/>
        </p:nvSpPr>
        <p:spPr>
          <a:xfrm>
            <a:off x="8247800" y="4516577"/>
            <a:ext cx="2371165" cy="645147"/>
          </a:xfrm>
          <a:prstGeom prst="rect">
            <a:avLst/>
          </a:prstGeom>
          <a:solidFill>
            <a:schemeClr val="accent2"/>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zh-CN" altLang="en-US" b="1" dirty="0">
                <a:solidFill>
                  <a:schemeClr val="bg1"/>
                </a:solidFill>
              </a:rPr>
              <a:t>余数</a:t>
            </a:r>
          </a:p>
        </p:txBody>
      </p:sp>
      <p:grpSp>
        <p:nvGrpSpPr>
          <p:cNvPr id="30" name="组合 29">
            <a:extLst>
              <a:ext uri="{FF2B5EF4-FFF2-40B4-BE49-F238E27FC236}">
                <a16:creationId xmlns:a16="http://schemas.microsoft.com/office/drawing/2014/main" id="{A4211EA4-6EA9-4929-9402-88AFA7D7B9FB}"/>
              </a:ext>
            </a:extLst>
          </p:cNvPr>
          <p:cNvGrpSpPr/>
          <p:nvPr/>
        </p:nvGrpSpPr>
        <p:grpSpPr>
          <a:xfrm>
            <a:off x="4323501" y="3171729"/>
            <a:ext cx="6474962" cy="1200329"/>
            <a:chOff x="4323501" y="3171729"/>
            <a:chExt cx="6474962" cy="1200329"/>
          </a:xfrm>
        </p:grpSpPr>
        <p:cxnSp>
          <p:nvCxnSpPr>
            <p:cNvPr id="28" name="直接连接符 27">
              <a:extLst>
                <a:ext uri="{FF2B5EF4-FFF2-40B4-BE49-F238E27FC236}">
                  <a16:creationId xmlns:a16="http://schemas.microsoft.com/office/drawing/2014/main" id="{B3C00473-E5F3-4931-9B62-3F7DCD752FC7}"/>
                </a:ext>
              </a:extLst>
            </p:cNvPr>
            <p:cNvCxnSpPr>
              <a:cxnSpLocks/>
            </p:cNvCxnSpPr>
            <p:nvPr/>
          </p:nvCxnSpPr>
          <p:spPr>
            <a:xfrm>
              <a:off x="4323501" y="4372058"/>
              <a:ext cx="6474962" cy="0"/>
            </a:xfrm>
            <a:prstGeom prst="line">
              <a:avLst/>
            </a:prstGeom>
            <a:ln w="50800" cap="rnd">
              <a:solidFill>
                <a:schemeClr val="tx1"/>
              </a:solidFill>
              <a:round/>
            </a:ln>
          </p:spPr>
          <p:style>
            <a:lnRef idx="1">
              <a:schemeClr val="accent1"/>
            </a:lnRef>
            <a:fillRef idx="0">
              <a:schemeClr val="accent1"/>
            </a:fillRef>
            <a:effectRef idx="0">
              <a:schemeClr val="accent1"/>
            </a:effectRef>
            <a:fontRef idx="minor">
              <a:schemeClr val="tx1"/>
            </a:fontRef>
          </p:style>
        </p:cxnSp>
        <p:sp>
          <p:nvSpPr>
            <p:cNvPr id="29" name="文本框 28">
              <a:extLst>
                <a:ext uri="{FF2B5EF4-FFF2-40B4-BE49-F238E27FC236}">
                  <a16:creationId xmlns:a16="http://schemas.microsoft.com/office/drawing/2014/main" id="{E7FCCD83-A6DC-4614-A7E9-593B3ADB0450}"/>
                </a:ext>
              </a:extLst>
            </p:cNvPr>
            <p:cNvSpPr txBox="1"/>
            <p:nvPr/>
          </p:nvSpPr>
          <p:spPr>
            <a:xfrm>
              <a:off x="7399550" y="3171729"/>
              <a:ext cx="289450" cy="1200329"/>
            </a:xfrm>
            <a:prstGeom prst="rect">
              <a:avLst/>
            </a:prstGeom>
            <a:noFill/>
          </p:spPr>
          <p:txBody>
            <a:bodyPr wrap="square" rtlCol="0">
              <a:spAutoFit/>
            </a:bodyPr>
            <a:lstStyle/>
            <a:p>
              <a:r>
                <a:rPr lang="en-US" altLang="zh-CN" sz="2400" b="1" dirty="0">
                  <a:latin typeface="+mn-ea"/>
                </a:rPr>
                <a:t>.</a:t>
              </a:r>
            </a:p>
            <a:p>
              <a:r>
                <a:rPr lang="en-US" altLang="zh-CN" sz="2400" b="1" dirty="0">
                  <a:latin typeface="+mn-ea"/>
                </a:rPr>
                <a:t>.</a:t>
              </a:r>
            </a:p>
            <a:p>
              <a:r>
                <a:rPr lang="en-US" altLang="zh-CN" sz="2400" b="1" dirty="0">
                  <a:latin typeface="+mn-ea"/>
                </a:rPr>
                <a:t>.</a:t>
              </a:r>
              <a:endParaRPr lang="zh-CN" altLang="en-US" sz="2400" b="1" dirty="0">
                <a:latin typeface="+mn-ea"/>
              </a:endParaRPr>
            </a:p>
          </p:txBody>
        </p:sp>
      </p:grpSp>
      <p:sp>
        <p:nvSpPr>
          <p:cNvPr id="31" name="矩形 30">
            <a:extLst>
              <a:ext uri="{FF2B5EF4-FFF2-40B4-BE49-F238E27FC236}">
                <a16:creationId xmlns:a16="http://schemas.microsoft.com/office/drawing/2014/main" id="{E77091C4-2DC4-4E33-A5D0-C1456441BD99}"/>
              </a:ext>
            </a:extLst>
          </p:cNvPr>
          <p:cNvSpPr/>
          <p:nvPr/>
        </p:nvSpPr>
        <p:spPr>
          <a:xfrm>
            <a:off x="4444525" y="2707108"/>
            <a:ext cx="3803275" cy="645147"/>
          </a:xfrm>
          <a:prstGeom prst="rect">
            <a:avLst/>
          </a:prstGeom>
          <a:solidFill>
            <a:schemeClr val="bg2"/>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zh-CN" altLang="en-US" b="1" dirty="0">
                <a:solidFill>
                  <a:schemeClr val="tx1"/>
                </a:solidFill>
              </a:rPr>
              <a:t>待发送的数据</a:t>
            </a:r>
          </a:p>
        </p:txBody>
      </p:sp>
      <p:sp>
        <p:nvSpPr>
          <p:cNvPr id="32" name="矩形 31">
            <a:extLst>
              <a:ext uri="{FF2B5EF4-FFF2-40B4-BE49-F238E27FC236}">
                <a16:creationId xmlns:a16="http://schemas.microsoft.com/office/drawing/2014/main" id="{14DECFC6-0CB1-4618-B698-D3F159B8EA63}"/>
              </a:ext>
            </a:extLst>
          </p:cNvPr>
          <p:cNvSpPr/>
          <p:nvPr/>
        </p:nvSpPr>
        <p:spPr>
          <a:xfrm>
            <a:off x="8247800" y="4516576"/>
            <a:ext cx="2371165" cy="645147"/>
          </a:xfrm>
          <a:prstGeom prst="rect">
            <a:avLst/>
          </a:prstGeom>
          <a:solidFill>
            <a:schemeClr val="accent2"/>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zh-CN" altLang="en-US" b="1" dirty="0">
                <a:solidFill>
                  <a:schemeClr val="bg1"/>
                </a:solidFill>
              </a:rPr>
              <a:t>余数</a:t>
            </a:r>
          </a:p>
        </p:txBody>
      </p:sp>
    </p:spTree>
    <p:custDataLst>
      <p:tags r:id="rId1"/>
    </p:custDataLst>
    <p:extLst>
      <p:ext uri="{BB962C8B-B14F-4D97-AF65-F5344CB8AC3E}">
        <p14:creationId xmlns:p14="http://schemas.microsoft.com/office/powerpoint/2010/main" val="4108751008"/>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2" presetClass="entr" presetSubtype="1" fill="hold" grpId="0" nodeType="withEffect">
                                  <p:stCondLst>
                                    <p:cond delay="0"/>
                                  </p:stCondLst>
                                  <p:childTnLst>
                                    <p:set>
                                      <p:cBhvr>
                                        <p:cTn id="6" dur="1" fill="hold">
                                          <p:stCondLst>
                                            <p:cond delay="0"/>
                                          </p:stCondLst>
                                        </p:cTn>
                                        <p:tgtEl>
                                          <p:spTgt spid="22"/>
                                        </p:tgtEl>
                                        <p:attrNameLst>
                                          <p:attrName>style.visibility</p:attrName>
                                        </p:attrNameLst>
                                      </p:cBhvr>
                                      <p:to>
                                        <p:strVal val="visible"/>
                                      </p:to>
                                    </p:set>
                                    <p:anim calcmode="lin" valueType="num">
                                      <p:cBhvr additive="base">
                                        <p:cTn id="7" dur="500"/>
                                        <p:tgtEl>
                                          <p:spTgt spid="22"/>
                                        </p:tgtEl>
                                        <p:attrNameLst>
                                          <p:attrName>ppt_y</p:attrName>
                                        </p:attrNameLst>
                                      </p:cBhvr>
                                      <p:tavLst>
                                        <p:tav tm="0">
                                          <p:val>
                                            <p:strVal val="#ppt_y-#ppt_h*1.125000"/>
                                          </p:val>
                                        </p:tav>
                                        <p:tav tm="100000">
                                          <p:val>
                                            <p:strVal val="#ppt_y"/>
                                          </p:val>
                                        </p:tav>
                                      </p:tavLst>
                                    </p:anim>
                                    <p:animEffect transition="in" filter="wipe(down)">
                                      <p:cBhvr>
                                        <p:cTn id="8" dur="500"/>
                                        <p:tgtEl>
                                          <p:spTgt spid="22"/>
                                        </p:tgtEl>
                                      </p:cBhvr>
                                    </p:animEffect>
                                  </p:childTnLst>
                                </p:cTn>
                              </p:par>
                            </p:childTnLst>
                          </p:cTn>
                        </p:par>
                      </p:childTnLst>
                    </p:cTn>
                  </p:par>
                  <p:par>
                    <p:cTn id="9" fill="hold">
                      <p:stCondLst>
                        <p:cond delay="indefinite"/>
                      </p:stCondLst>
                      <p:childTnLst>
                        <p:par>
                          <p:cTn id="10" fill="hold">
                            <p:stCondLst>
                              <p:cond delay="0"/>
                            </p:stCondLst>
                            <p:childTnLst>
                              <p:par>
                                <p:cTn id="11" presetID="22" presetClass="entr" presetSubtype="8" fill="hold" nodeType="clickEffect">
                                  <p:stCondLst>
                                    <p:cond delay="0"/>
                                  </p:stCondLst>
                                  <p:childTnLst>
                                    <p:set>
                                      <p:cBhvr>
                                        <p:cTn id="12" dur="1" fill="hold">
                                          <p:stCondLst>
                                            <p:cond delay="0"/>
                                          </p:stCondLst>
                                        </p:cTn>
                                        <p:tgtEl>
                                          <p:spTgt spid="23"/>
                                        </p:tgtEl>
                                        <p:attrNameLst>
                                          <p:attrName>style.visibility</p:attrName>
                                        </p:attrNameLst>
                                      </p:cBhvr>
                                      <p:to>
                                        <p:strVal val="visible"/>
                                      </p:to>
                                    </p:set>
                                    <p:animEffect transition="in" filter="wipe(left)">
                                      <p:cBhvr>
                                        <p:cTn id="13" dur="1000"/>
                                        <p:tgtEl>
                                          <p:spTgt spid="23"/>
                                        </p:tgtEl>
                                      </p:cBhvr>
                                    </p:animEffect>
                                  </p:childTnLst>
                                </p:cTn>
                              </p:par>
                            </p:childTnLst>
                          </p:cTn>
                        </p:par>
                      </p:childTnLst>
                    </p:cTn>
                  </p:par>
                  <p:par>
                    <p:cTn id="14" fill="hold">
                      <p:stCondLst>
                        <p:cond delay="indefinite"/>
                      </p:stCondLst>
                      <p:childTnLst>
                        <p:par>
                          <p:cTn id="15" fill="hold">
                            <p:stCondLst>
                              <p:cond delay="0"/>
                            </p:stCondLst>
                            <p:childTnLst>
                              <p:par>
                                <p:cTn id="16" presetID="53" presetClass="entr" presetSubtype="16" fill="hold" grpId="0" nodeType="clickEffect">
                                  <p:stCondLst>
                                    <p:cond delay="0"/>
                                  </p:stCondLst>
                                  <p:childTnLst>
                                    <p:set>
                                      <p:cBhvr>
                                        <p:cTn id="17" dur="1" fill="hold">
                                          <p:stCondLst>
                                            <p:cond delay="0"/>
                                          </p:stCondLst>
                                        </p:cTn>
                                        <p:tgtEl>
                                          <p:spTgt spid="5"/>
                                        </p:tgtEl>
                                        <p:attrNameLst>
                                          <p:attrName>style.visibility</p:attrName>
                                        </p:attrNameLst>
                                      </p:cBhvr>
                                      <p:to>
                                        <p:strVal val="visible"/>
                                      </p:to>
                                    </p:set>
                                    <p:anim calcmode="lin" valueType="num">
                                      <p:cBhvr>
                                        <p:cTn id="18" dur="500" fill="hold"/>
                                        <p:tgtEl>
                                          <p:spTgt spid="5"/>
                                        </p:tgtEl>
                                        <p:attrNameLst>
                                          <p:attrName>ppt_w</p:attrName>
                                        </p:attrNameLst>
                                      </p:cBhvr>
                                      <p:tavLst>
                                        <p:tav tm="0">
                                          <p:val>
                                            <p:fltVal val="0"/>
                                          </p:val>
                                        </p:tav>
                                        <p:tav tm="100000">
                                          <p:val>
                                            <p:strVal val="#ppt_w"/>
                                          </p:val>
                                        </p:tav>
                                      </p:tavLst>
                                    </p:anim>
                                    <p:anim calcmode="lin" valueType="num">
                                      <p:cBhvr>
                                        <p:cTn id="19" dur="500" fill="hold"/>
                                        <p:tgtEl>
                                          <p:spTgt spid="5"/>
                                        </p:tgtEl>
                                        <p:attrNameLst>
                                          <p:attrName>ppt_h</p:attrName>
                                        </p:attrNameLst>
                                      </p:cBhvr>
                                      <p:tavLst>
                                        <p:tav tm="0">
                                          <p:val>
                                            <p:fltVal val="0"/>
                                          </p:val>
                                        </p:tav>
                                        <p:tav tm="100000">
                                          <p:val>
                                            <p:strVal val="#ppt_h"/>
                                          </p:val>
                                        </p:tav>
                                      </p:tavLst>
                                    </p:anim>
                                    <p:animEffect transition="in" filter="fade">
                                      <p:cBhvr>
                                        <p:cTn id="20" dur="500"/>
                                        <p:tgtEl>
                                          <p:spTgt spid="5"/>
                                        </p:tgtEl>
                                      </p:cBhvr>
                                    </p:animEffect>
                                  </p:childTnLst>
                                </p:cTn>
                              </p:par>
                              <p:par>
                                <p:cTn id="21" presetID="53" presetClass="entr" presetSubtype="16" fill="hold" grpId="0" nodeType="withEffect">
                                  <p:stCondLst>
                                    <p:cond delay="0"/>
                                  </p:stCondLst>
                                  <p:childTnLst>
                                    <p:set>
                                      <p:cBhvr>
                                        <p:cTn id="22" dur="1" fill="hold">
                                          <p:stCondLst>
                                            <p:cond delay="0"/>
                                          </p:stCondLst>
                                        </p:cTn>
                                        <p:tgtEl>
                                          <p:spTgt spid="31"/>
                                        </p:tgtEl>
                                        <p:attrNameLst>
                                          <p:attrName>style.visibility</p:attrName>
                                        </p:attrNameLst>
                                      </p:cBhvr>
                                      <p:to>
                                        <p:strVal val="visible"/>
                                      </p:to>
                                    </p:set>
                                    <p:anim calcmode="lin" valueType="num">
                                      <p:cBhvr>
                                        <p:cTn id="23" dur="500" fill="hold"/>
                                        <p:tgtEl>
                                          <p:spTgt spid="31"/>
                                        </p:tgtEl>
                                        <p:attrNameLst>
                                          <p:attrName>ppt_w</p:attrName>
                                        </p:attrNameLst>
                                      </p:cBhvr>
                                      <p:tavLst>
                                        <p:tav tm="0">
                                          <p:val>
                                            <p:fltVal val="0"/>
                                          </p:val>
                                        </p:tav>
                                        <p:tav tm="100000">
                                          <p:val>
                                            <p:strVal val="#ppt_w"/>
                                          </p:val>
                                        </p:tav>
                                      </p:tavLst>
                                    </p:anim>
                                    <p:anim calcmode="lin" valueType="num">
                                      <p:cBhvr>
                                        <p:cTn id="24" dur="500" fill="hold"/>
                                        <p:tgtEl>
                                          <p:spTgt spid="31"/>
                                        </p:tgtEl>
                                        <p:attrNameLst>
                                          <p:attrName>ppt_h</p:attrName>
                                        </p:attrNameLst>
                                      </p:cBhvr>
                                      <p:tavLst>
                                        <p:tav tm="0">
                                          <p:val>
                                            <p:fltVal val="0"/>
                                          </p:val>
                                        </p:tav>
                                        <p:tav tm="100000">
                                          <p:val>
                                            <p:strVal val="#ppt_h"/>
                                          </p:val>
                                        </p:tav>
                                      </p:tavLst>
                                    </p:anim>
                                    <p:animEffect transition="in" filter="fade">
                                      <p:cBhvr>
                                        <p:cTn id="25" dur="500"/>
                                        <p:tgtEl>
                                          <p:spTgt spid="31"/>
                                        </p:tgtEl>
                                      </p:cBhvr>
                                    </p:animEffect>
                                  </p:childTnLst>
                                </p:cTn>
                              </p:par>
                            </p:childTnLst>
                          </p:cTn>
                        </p:par>
                      </p:childTnLst>
                    </p:cTn>
                  </p:par>
                  <p:par>
                    <p:cTn id="26" fill="hold">
                      <p:stCondLst>
                        <p:cond delay="indefinite"/>
                      </p:stCondLst>
                      <p:childTnLst>
                        <p:par>
                          <p:cTn id="27" fill="hold">
                            <p:stCondLst>
                              <p:cond delay="0"/>
                            </p:stCondLst>
                            <p:childTnLst>
                              <p:par>
                                <p:cTn id="28" presetID="12" presetClass="entr" presetSubtype="8" fill="hold" grpId="0" nodeType="clickEffect">
                                  <p:stCondLst>
                                    <p:cond delay="0"/>
                                  </p:stCondLst>
                                  <p:childTnLst>
                                    <p:set>
                                      <p:cBhvr>
                                        <p:cTn id="29" dur="1" fill="hold">
                                          <p:stCondLst>
                                            <p:cond delay="0"/>
                                          </p:stCondLst>
                                        </p:cTn>
                                        <p:tgtEl>
                                          <p:spTgt spid="18"/>
                                        </p:tgtEl>
                                        <p:attrNameLst>
                                          <p:attrName>style.visibility</p:attrName>
                                        </p:attrNameLst>
                                      </p:cBhvr>
                                      <p:to>
                                        <p:strVal val="visible"/>
                                      </p:to>
                                    </p:set>
                                    <p:anim calcmode="lin" valueType="num">
                                      <p:cBhvr additive="base">
                                        <p:cTn id="30" dur="500"/>
                                        <p:tgtEl>
                                          <p:spTgt spid="18"/>
                                        </p:tgtEl>
                                        <p:attrNameLst>
                                          <p:attrName>ppt_x</p:attrName>
                                        </p:attrNameLst>
                                      </p:cBhvr>
                                      <p:tavLst>
                                        <p:tav tm="0">
                                          <p:val>
                                            <p:strVal val="#ppt_x-#ppt_w*1.125000"/>
                                          </p:val>
                                        </p:tav>
                                        <p:tav tm="100000">
                                          <p:val>
                                            <p:strVal val="#ppt_x"/>
                                          </p:val>
                                        </p:tav>
                                      </p:tavLst>
                                    </p:anim>
                                    <p:animEffect transition="in" filter="wipe(right)">
                                      <p:cBhvr>
                                        <p:cTn id="31" dur="500"/>
                                        <p:tgtEl>
                                          <p:spTgt spid="18"/>
                                        </p:tgtEl>
                                      </p:cBhvr>
                                    </p:animEffect>
                                  </p:childTnLst>
                                </p:cTn>
                              </p:par>
                            </p:childTnLst>
                          </p:cTn>
                        </p:par>
                      </p:childTnLst>
                    </p:cTn>
                  </p:par>
                  <p:par>
                    <p:cTn id="32" fill="hold">
                      <p:stCondLst>
                        <p:cond delay="indefinite"/>
                      </p:stCondLst>
                      <p:childTnLst>
                        <p:par>
                          <p:cTn id="33" fill="hold">
                            <p:stCondLst>
                              <p:cond delay="0"/>
                            </p:stCondLst>
                            <p:childTnLst>
                              <p:par>
                                <p:cTn id="34" presetID="53" presetClass="entr" presetSubtype="16" fill="hold" grpId="0" nodeType="clickEffect">
                                  <p:stCondLst>
                                    <p:cond delay="0"/>
                                  </p:stCondLst>
                                  <p:childTnLst>
                                    <p:set>
                                      <p:cBhvr>
                                        <p:cTn id="35" dur="1" fill="hold">
                                          <p:stCondLst>
                                            <p:cond delay="0"/>
                                          </p:stCondLst>
                                        </p:cTn>
                                        <p:tgtEl>
                                          <p:spTgt spid="19"/>
                                        </p:tgtEl>
                                        <p:attrNameLst>
                                          <p:attrName>style.visibility</p:attrName>
                                        </p:attrNameLst>
                                      </p:cBhvr>
                                      <p:to>
                                        <p:strVal val="visible"/>
                                      </p:to>
                                    </p:set>
                                    <p:anim calcmode="lin" valueType="num">
                                      <p:cBhvr>
                                        <p:cTn id="36" dur="500" fill="hold"/>
                                        <p:tgtEl>
                                          <p:spTgt spid="19"/>
                                        </p:tgtEl>
                                        <p:attrNameLst>
                                          <p:attrName>ppt_w</p:attrName>
                                        </p:attrNameLst>
                                      </p:cBhvr>
                                      <p:tavLst>
                                        <p:tav tm="0">
                                          <p:val>
                                            <p:fltVal val="0"/>
                                          </p:val>
                                        </p:tav>
                                        <p:tav tm="100000">
                                          <p:val>
                                            <p:strVal val="#ppt_w"/>
                                          </p:val>
                                        </p:tav>
                                      </p:tavLst>
                                    </p:anim>
                                    <p:anim calcmode="lin" valueType="num">
                                      <p:cBhvr>
                                        <p:cTn id="37" dur="500" fill="hold"/>
                                        <p:tgtEl>
                                          <p:spTgt spid="19"/>
                                        </p:tgtEl>
                                        <p:attrNameLst>
                                          <p:attrName>ppt_h</p:attrName>
                                        </p:attrNameLst>
                                      </p:cBhvr>
                                      <p:tavLst>
                                        <p:tav tm="0">
                                          <p:val>
                                            <p:fltVal val="0"/>
                                          </p:val>
                                        </p:tav>
                                        <p:tav tm="100000">
                                          <p:val>
                                            <p:strVal val="#ppt_h"/>
                                          </p:val>
                                        </p:tav>
                                      </p:tavLst>
                                    </p:anim>
                                    <p:animEffect transition="in" filter="fade">
                                      <p:cBhvr>
                                        <p:cTn id="38" dur="500"/>
                                        <p:tgtEl>
                                          <p:spTgt spid="19"/>
                                        </p:tgtEl>
                                      </p:cBhvr>
                                    </p:animEffect>
                                  </p:childTnLst>
                                </p:cTn>
                              </p:par>
                            </p:childTnLst>
                          </p:cTn>
                        </p:par>
                      </p:childTnLst>
                    </p:cTn>
                  </p:par>
                  <p:par>
                    <p:cTn id="39" fill="hold">
                      <p:stCondLst>
                        <p:cond delay="indefinite"/>
                      </p:stCondLst>
                      <p:childTnLst>
                        <p:par>
                          <p:cTn id="40" fill="hold">
                            <p:stCondLst>
                              <p:cond delay="0"/>
                            </p:stCondLst>
                            <p:childTnLst>
                              <p:par>
                                <p:cTn id="41" presetID="22" presetClass="entr" presetSubtype="1" fill="hold" nodeType="clickEffect">
                                  <p:stCondLst>
                                    <p:cond delay="0"/>
                                  </p:stCondLst>
                                  <p:childTnLst>
                                    <p:set>
                                      <p:cBhvr>
                                        <p:cTn id="42" dur="1" fill="hold">
                                          <p:stCondLst>
                                            <p:cond delay="0"/>
                                          </p:stCondLst>
                                        </p:cTn>
                                        <p:tgtEl>
                                          <p:spTgt spid="30"/>
                                        </p:tgtEl>
                                        <p:attrNameLst>
                                          <p:attrName>style.visibility</p:attrName>
                                        </p:attrNameLst>
                                      </p:cBhvr>
                                      <p:to>
                                        <p:strVal val="visible"/>
                                      </p:to>
                                    </p:set>
                                    <p:animEffect transition="in" filter="wipe(up)">
                                      <p:cBhvr>
                                        <p:cTn id="43" dur="500"/>
                                        <p:tgtEl>
                                          <p:spTgt spid="30"/>
                                        </p:tgtEl>
                                      </p:cBhvr>
                                    </p:animEffect>
                                  </p:childTnLst>
                                </p:cTn>
                              </p:par>
                            </p:childTnLst>
                          </p:cTn>
                        </p:par>
                      </p:childTnLst>
                    </p:cTn>
                  </p:par>
                  <p:par>
                    <p:cTn id="44" fill="hold">
                      <p:stCondLst>
                        <p:cond delay="indefinite"/>
                      </p:stCondLst>
                      <p:childTnLst>
                        <p:par>
                          <p:cTn id="45" fill="hold">
                            <p:stCondLst>
                              <p:cond delay="0"/>
                            </p:stCondLst>
                            <p:childTnLst>
                              <p:par>
                                <p:cTn id="46" presetID="53" presetClass="entr" presetSubtype="16" fill="hold" grpId="0" nodeType="clickEffect">
                                  <p:stCondLst>
                                    <p:cond delay="0"/>
                                  </p:stCondLst>
                                  <p:childTnLst>
                                    <p:set>
                                      <p:cBhvr>
                                        <p:cTn id="47" dur="1" fill="hold">
                                          <p:stCondLst>
                                            <p:cond delay="0"/>
                                          </p:stCondLst>
                                        </p:cTn>
                                        <p:tgtEl>
                                          <p:spTgt spid="24"/>
                                        </p:tgtEl>
                                        <p:attrNameLst>
                                          <p:attrName>style.visibility</p:attrName>
                                        </p:attrNameLst>
                                      </p:cBhvr>
                                      <p:to>
                                        <p:strVal val="visible"/>
                                      </p:to>
                                    </p:set>
                                    <p:anim calcmode="lin" valueType="num">
                                      <p:cBhvr>
                                        <p:cTn id="48" dur="500" fill="hold"/>
                                        <p:tgtEl>
                                          <p:spTgt spid="24"/>
                                        </p:tgtEl>
                                        <p:attrNameLst>
                                          <p:attrName>ppt_w</p:attrName>
                                        </p:attrNameLst>
                                      </p:cBhvr>
                                      <p:tavLst>
                                        <p:tav tm="0">
                                          <p:val>
                                            <p:fltVal val="0"/>
                                          </p:val>
                                        </p:tav>
                                        <p:tav tm="100000">
                                          <p:val>
                                            <p:strVal val="#ppt_w"/>
                                          </p:val>
                                        </p:tav>
                                      </p:tavLst>
                                    </p:anim>
                                    <p:anim calcmode="lin" valueType="num">
                                      <p:cBhvr>
                                        <p:cTn id="49" dur="500" fill="hold"/>
                                        <p:tgtEl>
                                          <p:spTgt spid="24"/>
                                        </p:tgtEl>
                                        <p:attrNameLst>
                                          <p:attrName>ppt_h</p:attrName>
                                        </p:attrNameLst>
                                      </p:cBhvr>
                                      <p:tavLst>
                                        <p:tav tm="0">
                                          <p:val>
                                            <p:fltVal val="0"/>
                                          </p:val>
                                        </p:tav>
                                        <p:tav tm="100000">
                                          <p:val>
                                            <p:strVal val="#ppt_h"/>
                                          </p:val>
                                        </p:tav>
                                      </p:tavLst>
                                    </p:anim>
                                    <p:animEffect transition="in" filter="fade">
                                      <p:cBhvr>
                                        <p:cTn id="50" dur="500"/>
                                        <p:tgtEl>
                                          <p:spTgt spid="24"/>
                                        </p:tgtEl>
                                      </p:cBhvr>
                                    </p:animEffect>
                                  </p:childTnLst>
                                </p:cTn>
                              </p:par>
                            </p:childTnLst>
                          </p:cTn>
                        </p:par>
                      </p:childTnLst>
                    </p:cTn>
                  </p:par>
                  <p:par>
                    <p:cTn id="51" fill="hold">
                      <p:stCondLst>
                        <p:cond delay="indefinite"/>
                      </p:stCondLst>
                      <p:childTnLst>
                        <p:par>
                          <p:cTn id="52" fill="hold">
                            <p:stCondLst>
                              <p:cond delay="0"/>
                            </p:stCondLst>
                            <p:childTnLst>
                              <p:par>
                                <p:cTn id="53" presetID="53" presetClass="entr" presetSubtype="16" fill="hold" grpId="0" nodeType="clickEffect">
                                  <p:stCondLst>
                                    <p:cond delay="0"/>
                                  </p:stCondLst>
                                  <p:childTnLst>
                                    <p:set>
                                      <p:cBhvr>
                                        <p:cTn id="54" dur="1" fill="hold">
                                          <p:stCondLst>
                                            <p:cond delay="0"/>
                                          </p:stCondLst>
                                        </p:cTn>
                                        <p:tgtEl>
                                          <p:spTgt spid="25"/>
                                        </p:tgtEl>
                                        <p:attrNameLst>
                                          <p:attrName>style.visibility</p:attrName>
                                        </p:attrNameLst>
                                      </p:cBhvr>
                                      <p:to>
                                        <p:strVal val="visible"/>
                                      </p:to>
                                    </p:set>
                                    <p:anim calcmode="lin" valueType="num">
                                      <p:cBhvr>
                                        <p:cTn id="55" dur="500" fill="hold"/>
                                        <p:tgtEl>
                                          <p:spTgt spid="25"/>
                                        </p:tgtEl>
                                        <p:attrNameLst>
                                          <p:attrName>ppt_w</p:attrName>
                                        </p:attrNameLst>
                                      </p:cBhvr>
                                      <p:tavLst>
                                        <p:tav tm="0">
                                          <p:val>
                                            <p:fltVal val="0"/>
                                          </p:val>
                                        </p:tav>
                                        <p:tav tm="100000">
                                          <p:val>
                                            <p:strVal val="#ppt_w"/>
                                          </p:val>
                                        </p:tav>
                                      </p:tavLst>
                                    </p:anim>
                                    <p:anim calcmode="lin" valueType="num">
                                      <p:cBhvr>
                                        <p:cTn id="56" dur="500" fill="hold"/>
                                        <p:tgtEl>
                                          <p:spTgt spid="25"/>
                                        </p:tgtEl>
                                        <p:attrNameLst>
                                          <p:attrName>ppt_h</p:attrName>
                                        </p:attrNameLst>
                                      </p:cBhvr>
                                      <p:tavLst>
                                        <p:tav tm="0">
                                          <p:val>
                                            <p:fltVal val="0"/>
                                          </p:val>
                                        </p:tav>
                                        <p:tav tm="100000">
                                          <p:val>
                                            <p:strVal val="#ppt_h"/>
                                          </p:val>
                                        </p:tav>
                                      </p:tavLst>
                                    </p:anim>
                                    <p:animEffect transition="in" filter="fade">
                                      <p:cBhvr>
                                        <p:cTn id="57" dur="500"/>
                                        <p:tgtEl>
                                          <p:spTgt spid="25"/>
                                        </p:tgtEl>
                                      </p:cBhvr>
                                    </p:animEffect>
                                  </p:childTnLst>
                                </p:cTn>
                              </p:par>
                              <p:par>
                                <p:cTn id="58" presetID="53" presetClass="entr" presetSubtype="16" fill="hold" grpId="0" nodeType="withEffect">
                                  <p:stCondLst>
                                    <p:cond delay="0"/>
                                  </p:stCondLst>
                                  <p:childTnLst>
                                    <p:set>
                                      <p:cBhvr>
                                        <p:cTn id="59" dur="1" fill="hold">
                                          <p:stCondLst>
                                            <p:cond delay="0"/>
                                          </p:stCondLst>
                                        </p:cTn>
                                        <p:tgtEl>
                                          <p:spTgt spid="32"/>
                                        </p:tgtEl>
                                        <p:attrNameLst>
                                          <p:attrName>style.visibility</p:attrName>
                                        </p:attrNameLst>
                                      </p:cBhvr>
                                      <p:to>
                                        <p:strVal val="visible"/>
                                      </p:to>
                                    </p:set>
                                    <p:anim calcmode="lin" valueType="num">
                                      <p:cBhvr>
                                        <p:cTn id="60" dur="500" fill="hold"/>
                                        <p:tgtEl>
                                          <p:spTgt spid="32"/>
                                        </p:tgtEl>
                                        <p:attrNameLst>
                                          <p:attrName>ppt_w</p:attrName>
                                        </p:attrNameLst>
                                      </p:cBhvr>
                                      <p:tavLst>
                                        <p:tav tm="0">
                                          <p:val>
                                            <p:fltVal val="0"/>
                                          </p:val>
                                        </p:tav>
                                        <p:tav tm="100000">
                                          <p:val>
                                            <p:strVal val="#ppt_w"/>
                                          </p:val>
                                        </p:tav>
                                      </p:tavLst>
                                    </p:anim>
                                    <p:anim calcmode="lin" valueType="num">
                                      <p:cBhvr>
                                        <p:cTn id="61" dur="500" fill="hold"/>
                                        <p:tgtEl>
                                          <p:spTgt spid="32"/>
                                        </p:tgtEl>
                                        <p:attrNameLst>
                                          <p:attrName>ppt_h</p:attrName>
                                        </p:attrNameLst>
                                      </p:cBhvr>
                                      <p:tavLst>
                                        <p:tav tm="0">
                                          <p:val>
                                            <p:fltVal val="0"/>
                                          </p:val>
                                        </p:tav>
                                        <p:tav tm="100000">
                                          <p:val>
                                            <p:strVal val="#ppt_h"/>
                                          </p:val>
                                        </p:tav>
                                      </p:tavLst>
                                    </p:anim>
                                    <p:animEffect transition="in" filter="fade">
                                      <p:cBhvr>
                                        <p:cTn id="62" dur="500"/>
                                        <p:tgtEl>
                                          <p:spTgt spid="32"/>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8" grpId="0" animBg="1"/>
      <p:bldP spid="5" grpId="0" animBg="1"/>
      <p:bldP spid="19" grpId="0" animBg="1"/>
      <p:bldP spid="22" grpId="0"/>
      <p:bldP spid="24" grpId="0" animBg="1"/>
      <p:bldP spid="25" grpId="0" animBg="1"/>
      <p:bldP spid="31" grpId="0" animBg="1"/>
      <p:bldP spid="32" grpId="0" animBg="1"/>
    </p:bldLst>
  </p:timing>
</p:sld>
</file>

<file path=ppt/slides/slide8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6" name="对话气泡: 圆角矩形 25">
            <a:extLst>
              <a:ext uri="{FF2B5EF4-FFF2-40B4-BE49-F238E27FC236}">
                <a16:creationId xmlns:a16="http://schemas.microsoft.com/office/drawing/2014/main" id="{6F2FB22D-78D1-445D-B39D-5047FE6E975F}"/>
              </a:ext>
            </a:extLst>
          </p:cNvPr>
          <p:cNvSpPr/>
          <p:nvPr/>
        </p:nvSpPr>
        <p:spPr>
          <a:xfrm>
            <a:off x="6190327" y="1047234"/>
            <a:ext cx="4428638" cy="493388"/>
          </a:xfrm>
          <a:prstGeom prst="wedgeRoundRectCallout">
            <a:avLst>
              <a:gd name="adj1" fmla="val 23105"/>
              <a:gd name="adj2" fmla="val 68411"/>
              <a:gd name="adj3" fmla="val 16667"/>
            </a:avLst>
          </a:prstGeom>
          <a:noFill/>
          <a:ln>
            <a:solidFill>
              <a:schemeClr val="accent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zh-CN" altLang="en-US" b="1" dirty="0">
                <a:solidFill>
                  <a:schemeClr val="tx1"/>
                </a:solidFill>
              </a:rPr>
              <a:t>仅作为标记，防止计算过程对错位</a:t>
            </a:r>
          </a:p>
        </p:txBody>
      </p:sp>
      <p:sp>
        <p:nvSpPr>
          <p:cNvPr id="27" name="对话气泡: 圆角矩形 26">
            <a:extLst>
              <a:ext uri="{FF2B5EF4-FFF2-40B4-BE49-F238E27FC236}">
                <a16:creationId xmlns:a16="http://schemas.microsoft.com/office/drawing/2014/main" id="{8126E19E-F523-446E-B192-84BBB3D03CCF}"/>
              </a:ext>
            </a:extLst>
          </p:cNvPr>
          <p:cNvSpPr/>
          <p:nvPr/>
        </p:nvSpPr>
        <p:spPr>
          <a:xfrm>
            <a:off x="2920817" y="4629772"/>
            <a:ext cx="5164094" cy="493388"/>
          </a:xfrm>
          <a:prstGeom prst="wedgeRoundRectCallout">
            <a:avLst>
              <a:gd name="adj1" fmla="val 52516"/>
              <a:gd name="adj2" fmla="val 5745"/>
              <a:gd name="adj3" fmla="val 16667"/>
            </a:avLst>
          </a:prstGeom>
          <a:noFill/>
          <a:ln>
            <a:solidFill>
              <a:schemeClr val="accent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zh-CN" altLang="en-US" b="1" dirty="0">
                <a:solidFill>
                  <a:schemeClr val="tx1"/>
                </a:solidFill>
              </a:rPr>
              <a:t>长度应与生成多项式最高次数相同，作为冗余码</a:t>
            </a:r>
          </a:p>
        </p:txBody>
      </p:sp>
      <p:sp>
        <p:nvSpPr>
          <p:cNvPr id="18" name="矩形 17">
            <a:extLst>
              <a:ext uri="{FF2B5EF4-FFF2-40B4-BE49-F238E27FC236}">
                <a16:creationId xmlns:a16="http://schemas.microsoft.com/office/drawing/2014/main" id="{F77515E1-C55C-4EF5-8AD4-3C07D0ED310F}"/>
              </a:ext>
            </a:extLst>
          </p:cNvPr>
          <p:cNvSpPr/>
          <p:nvPr/>
        </p:nvSpPr>
        <p:spPr>
          <a:xfrm>
            <a:off x="8247800" y="2707109"/>
            <a:ext cx="2371165" cy="645147"/>
          </a:xfrm>
          <a:prstGeom prst="rect">
            <a:avLst/>
          </a:prstGeom>
          <a:solidFill>
            <a:schemeClr val="accent4"/>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zh-CN" altLang="en-US" b="1" dirty="0">
                <a:solidFill>
                  <a:schemeClr val="bg1"/>
                </a:solidFill>
              </a:rPr>
              <a:t>生成多项式最高次个</a:t>
            </a:r>
            <a:r>
              <a:rPr lang="en-US" altLang="zh-CN" b="1" dirty="0">
                <a:solidFill>
                  <a:schemeClr val="bg1"/>
                </a:solidFill>
              </a:rPr>
              <a:t>0</a:t>
            </a:r>
            <a:endParaRPr lang="zh-CN" altLang="en-US" b="1" dirty="0">
              <a:solidFill>
                <a:schemeClr val="bg1"/>
              </a:solidFill>
            </a:endParaRPr>
          </a:p>
        </p:txBody>
      </p:sp>
      <p:grpSp>
        <p:nvGrpSpPr>
          <p:cNvPr id="4" name="组合 3">
            <a:extLst>
              <a:ext uri="{FF2B5EF4-FFF2-40B4-BE49-F238E27FC236}">
                <a16:creationId xmlns:a16="http://schemas.microsoft.com/office/drawing/2014/main" id="{9A1EA9F2-FCB6-48C3-935F-7AE7E3AD14AC}"/>
              </a:ext>
            </a:extLst>
          </p:cNvPr>
          <p:cNvGrpSpPr/>
          <p:nvPr/>
        </p:nvGrpSpPr>
        <p:grpSpPr>
          <a:xfrm>
            <a:off x="304800" y="749300"/>
            <a:ext cx="6192343" cy="400110"/>
            <a:chOff x="424117" y="898245"/>
            <a:chExt cx="6192343" cy="400110"/>
          </a:xfrm>
        </p:grpSpPr>
        <p:sp>
          <p:nvSpPr>
            <p:cNvPr id="2" name="平行四边形 1">
              <a:extLst>
                <a:ext uri="{FF2B5EF4-FFF2-40B4-BE49-F238E27FC236}">
                  <a16:creationId xmlns:a16="http://schemas.microsoft.com/office/drawing/2014/main" id="{1F5BAA3F-9845-4F89-A2DD-8222D3E4EDAC}"/>
                </a:ext>
              </a:extLst>
            </p:cNvPr>
            <p:cNvSpPr/>
            <p:nvPr/>
          </p:nvSpPr>
          <p:spPr>
            <a:xfrm>
              <a:off x="424117" y="898245"/>
              <a:ext cx="711200" cy="387090"/>
            </a:xfrm>
            <a:prstGeom prst="parallelogram">
              <a:avLst/>
            </a:prstGeom>
            <a:solidFill>
              <a:schemeClr val="accent3">
                <a:lumMod val="75000"/>
              </a:schemeClr>
            </a:solidFill>
            <a:ln>
              <a:solidFill>
                <a:schemeClr val="accent3">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CN" sz="2200" dirty="0">
                  <a:latin typeface="Impact" panose="020B0806030902050204" pitchFamily="34" charset="0"/>
                </a:rPr>
                <a:t>03</a:t>
              </a:r>
              <a:endParaRPr lang="zh-CN" altLang="en-US" sz="2200" dirty="0">
                <a:latin typeface="Impact" panose="020B0806030902050204" pitchFamily="34" charset="0"/>
              </a:endParaRPr>
            </a:p>
          </p:txBody>
        </p:sp>
        <p:sp>
          <p:nvSpPr>
            <p:cNvPr id="3" name="文本框 2">
              <a:extLst>
                <a:ext uri="{FF2B5EF4-FFF2-40B4-BE49-F238E27FC236}">
                  <a16:creationId xmlns:a16="http://schemas.microsoft.com/office/drawing/2014/main" id="{4D6BD736-A4D3-4F26-AFED-36E11F50F70B}"/>
                </a:ext>
              </a:extLst>
            </p:cNvPr>
            <p:cNvSpPr txBox="1"/>
            <p:nvPr/>
          </p:nvSpPr>
          <p:spPr>
            <a:xfrm>
              <a:off x="1204755" y="898245"/>
              <a:ext cx="5411705" cy="400110"/>
            </a:xfrm>
            <a:prstGeom prst="rect">
              <a:avLst/>
            </a:prstGeom>
            <a:noFill/>
          </p:spPr>
          <p:txBody>
            <a:bodyPr wrap="square" rtlCol="0">
              <a:spAutoFit/>
            </a:bodyPr>
            <a:lstStyle/>
            <a:p>
              <a:r>
                <a:rPr lang="zh-CN" altLang="en-US" sz="2000" b="1" dirty="0"/>
                <a:t>循环冗余校验</a:t>
              </a:r>
            </a:p>
          </p:txBody>
        </p:sp>
      </p:grpSp>
      <p:sp>
        <p:nvSpPr>
          <p:cNvPr id="5" name="矩形 4">
            <a:extLst>
              <a:ext uri="{FF2B5EF4-FFF2-40B4-BE49-F238E27FC236}">
                <a16:creationId xmlns:a16="http://schemas.microsoft.com/office/drawing/2014/main" id="{2FBFA800-207F-43F8-8871-A14B37FA3DBC}"/>
              </a:ext>
            </a:extLst>
          </p:cNvPr>
          <p:cNvSpPr/>
          <p:nvPr/>
        </p:nvSpPr>
        <p:spPr>
          <a:xfrm>
            <a:off x="4444525" y="2707110"/>
            <a:ext cx="3803275" cy="645147"/>
          </a:xfrm>
          <a:prstGeom prst="rect">
            <a:avLst/>
          </a:prstGeom>
          <a:solidFill>
            <a:schemeClr val="bg2"/>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zh-CN" altLang="en-US" b="1" dirty="0">
                <a:solidFill>
                  <a:schemeClr val="tx1"/>
                </a:solidFill>
              </a:rPr>
              <a:t>待发送的数据</a:t>
            </a:r>
          </a:p>
        </p:txBody>
      </p:sp>
      <p:sp>
        <p:nvSpPr>
          <p:cNvPr id="19" name="矩形 18">
            <a:extLst>
              <a:ext uri="{FF2B5EF4-FFF2-40B4-BE49-F238E27FC236}">
                <a16:creationId xmlns:a16="http://schemas.microsoft.com/office/drawing/2014/main" id="{30B60590-B5EF-4750-B743-91CC5C71B895}"/>
              </a:ext>
            </a:extLst>
          </p:cNvPr>
          <p:cNvSpPr/>
          <p:nvPr/>
        </p:nvSpPr>
        <p:spPr>
          <a:xfrm>
            <a:off x="1393536" y="2707108"/>
            <a:ext cx="2371165" cy="645147"/>
          </a:xfrm>
          <a:prstGeom prst="rect">
            <a:avLst/>
          </a:prstGeom>
          <a:solidFill>
            <a:schemeClr val="accent3"/>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zh-CN" altLang="en-US" b="1" dirty="0">
                <a:solidFill>
                  <a:schemeClr val="bg1"/>
                </a:solidFill>
              </a:rPr>
              <a:t>生成多项式各项系数</a:t>
            </a:r>
            <a:endParaRPr lang="en-US" altLang="zh-CN" b="1" dirty="0">
              <a:solidFill>
                <a:schemeClr val="bg1"/>
              </a:solidFill>
            </a:endParaRPr>
          </a:p>
          <a:p>
            <a:pPr algn="ctr"/>
            <a:r>
              <a:rPr lang="zh-CN" altLang="en-US" b="1" dirty="0">
                <a:solidFill>
                  <a:schemeClr val="bg1"/>
                </a:solidFill>
              </a:rPr>
              <a:t>构成的比特串</a:t>
            </a:r>
          </a:p>
        </p:txBody>
      </p:sp>
      <p:grpSp>
        <p:nvGrpSpPr>
          <p:cNvPr id="23" name="组合 22">
            <a:extLst>
              <a:ext uri="{FF2B5EF4-FFF2-40B4-BE49-F238E27FC236}">
                <a16:creationId xmlns:a16="http://schemas.microsoft.com/office/drawing/2014/main" id="{E97E3229-6B20-4C3D-B5E7-E9E666205917}"/>
              </a:ext>
            </a:extLst>
          </p:cNvPr>
          <p:cNvGrpSpPr/>
          <p:nvPr/>
        </p:nvGrpSpPr>
        <p:grpSpPr>
          <a:xfrm>
            <a:off x="4020942" y="2520982"/>
            <a:ext cx="6777521" cy="831273"/>
            <a:chOff x="4020942" y="2520982"/>
            <a:chExt cx="6777521" cy="831273"/>
          </a:xfrm>
        </p:grpSpPr>
        <p:cxnSp>
          <p:nvCxnSpPr>
            <p:cNvPr id="9" name="直接连接符 8">
              <a:extLst>
                <a:ext uri="{FF2B5EF4-FFF2-40B4-BE49-F238E27FC236}">
                  <a16:creationId xmlns:a16="http://schemas.microsoft.com/office/drawing/2014/main" id="{A9FB2EF4-4132-428C-B5CB-765AC6C80D2C}"/>
                </a:ext>
              </a:extLst>
            </p:cNvPr>
            <p:cNvCxnSpPr/>
            <p:nvPr/>
          </p:nvCxnSpPr>
          <p:spPr>
            <a:xfrm flipV="1">
              <a:off x="4020942" y="2521527"/>
              <a:ext cx="302559" cy="830728"/>
            </a:xfrm>
            <a:prstGeom prst="line">
              <a:avLst/>
            </a:prstGeom>
            <a:ln w="50800" cap="rnd">
              <a:solidFill>
                <a:schemeClr val="tx1"/>
              </a:solidFill>
              <a:round/>
            </a:ln>
          </p:spPr>
          <p:style>
            <a:lnRef idx="1">
              <a:schemeClr val="accent1"/>
            </a:lnRef>
            <a:fillRef idx="0">
              <a:schemeClr val="accent1"/>
            </a:fillRef>
            <a:effectRef idx="0">
              <a:schemeClr val="accent1"/>
            </a:effectRef>
            <a:fontRef idx="minor">
              <a:schemeClr val="tx1"/>
            </a:fontRef>
          </p:style>
        </p:cxnSp>
        <p:cxnSp>
          <p:nvCxnSpPr>
            <p:cNvPr id="20" name="直接连接符 19">
              <a:extLst>
                <a:ext uri="{FF2B5EF4-FFF2-40B4-BE49-F238E27FC236}">
                  <a16:creationId xmlns:a16="http://schemas.microsoft.com/office/drawing/2014/main" id="{1DCA8F1C-7353-4BE7-90FF-0A281376CAA3}"/>
                </a:ext>
              </a:extLst>
            </p:cNvPr>
            <p:cNvCxnSpPr>
              <a:cxnSpLocks/>
            </p:cNvCxnSpPr>
            <p:nvPr/>
          </p:nvCxnSpPr>
          <p:spPr>
            <a:xfrm>
              <a:off x="4323501" y="2520982"/>
              <a:ext cx="6474962" cy="0"/>
            </a:xfrm>
            <a:prstGeom prst="line">
              <a:avLst/>
            </a:prstGeom>
            <a:ln w="50800" cap="rnd">
              <a:solidFill>
                <a:schemeClr val="tx1"/>
              </a:solidFill>
              <a:round/>
            </a:ln>
          </p:spPr>
          <p:style>
            <a:lnRef idx="1">
              <a:schemeClr val="accent1"/>
            </a:lnRef>
            <a:fillRef idx="0">
              <a:schemeClr val="accent1"/>
            </a:fillRef>
            <a:effectRef idx="0">
              <a:schemeClr val="accent1"/>
            </a:effectRef>
            <a:fontRef idx="minor">
              <a:schemeClr val="tx1"/>
            </a:fontRef>
          </p:style>
        </p:cxnSp>
      </p:grpSp>
      <p:sp>
        <p:nvSpPr>
          <p:cNvPr id="22" name="文本框 21">
            <a:extLst>
              <a:ext uri="{FF2B5EF4-FFF2-40B4-BE49-F238E27FC236}">
                <a16:creationId xmlns:a16="http://schemas.microsoft.com/office/drawing/2014/main" id="{C4E54250-673A-4412-A3A6-4DAF2F3BE0D1}"/>
              </a:ext>
            </a:extLst>
          </p:cNvPr>
          <p:cNvSpPr txBox="1"/>
          <p:nvPr/>
        </p:nvSpPr>
        <p:spPr>
          <a:xfrm>
            <a:off x="1085438" y="1323963"/>
            <a:ext cx="2003075" cy="400110"/>
          </a:xfrm>
          <a:prstGeom prst="rect">
            <a:avLst/>
          </a:prstGeom>
          <a:noFill/>
        </p:spPr>
        <p:txBody>
          <a:bodyPr wrap="square" rtlCol="0">
            <a:spAutoFit/>
          </a:bodyPr>
          <a:lstStyle/>
          <a:p>
            <a:r>
              <a:rPr lang="zh-CN" altLang="en-US" sz="2000" b="1" dirty="0">
                <a:solidFill>
                  <a:schemeClr val="accent3">
                    <a:lumMod val="75000"/>
                  </a:schemeClr>
                </a:solidFill>
              </a:rPr>
              <a:t>发送方</a:t>
            </a:r>
            <a:r>
              <a:rPr lang="en-US" altLang="zh-CN" sz="2000" b="1" dirty="0">
                <a:solidFill>
                  <a:schemeClr val="accent3">
                    <a:lumMod val="75000"/>
                  </a:schemeClr>
                </a:solidFill>
              </a:rPr>
              <a:t>CRC</a:t>
            </a:r>
            <a:r>
              <a:rPr lang="zh-CN" altLang="en-US" sz="2000" b="1" dirty="0">
                <a:solidFill>
                  <a:schemeClr val="accent3">
                    <a:lumMod val="75000"/>
                  </a:schemeClr>
                </a:solidFill>
              </a:rPr>
              <a:t>操作</a:t>
            </a:r>
          </a:p>
        </p:txBody>
      </p:sp>
      <p:sp>
        <p:nvSpPr>
          <p:cNvPr id="24" name="矩形 23">
            <a:extLst>
              <a:ext uri="{FF2B5EF4-FFF2-40B4-BE49-F238E27FC236}">
                <a16:creationId xmlns:a16="http://schemas.microsoft.com/office/drawing/2014/main" id="{1050CBF5-5EAD-4E09-80A4-E16C8E1B59CA}"/>
              </a:ext>
            </a:extLst>
          </p:cNvPr>
          <p:cNvSpPr/>
          <p:nvPr/>
        </p:nvSpPr>
        <p:spPr>
          <a:xfrm>
            <a:off x="6190327" y="1739388"/>
            <a:ext cx="4428638" cy="645147"/>
          </a:xfrm>
          <a:prstGeom prst="rect">
            <a:avLst/>
          </a:prstGeom>
          <a:solidFill>
            <a:schemeClr val="tx2"/>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zh-CN" altLang="en-US" b="1" dirty="0">
                <a:solidFill>
                  <a:schemeClr val="bg1"/>
                </a:solidFill>
              </a:rPr>
              <a:t>商</a:t>
            </a:r>
          </a:p>
        </p:txBody>
      </p:sp>
      <p:sp>
        <p:nvSpPr>
          <p:cNvPr id="25" name="矩形 24">
            <a:extLst>
              <a:ext uri="{FF2B5EF4-FFF2-40B4-BE49-F238E27FC236}">
                <a16:creationId xmlns:a16="http://schemas.microsoft.com/office/drawing/2014/main" id="{59DF5B6B-74AC-44C0-A248-FB6C181EDFF5}"/>
              </a:ext>
            </a:extLst>
          </p:cNvPr>
          <p:cNvSpPr/>
          <p:nvPr/>
        </p:nvSpPr>
        <p:spPr>
          <a:xfrm>
            <a:off x="8247800" y="4516577"/>
            <a:ext cx="2371165" cy="645147"/>
          </a:xfrm>
          <a:prstGeom prst="rect">
            <a:avLst/>
          </a:prstGeom>
          <a:solidFill>
            <a:schemeClr val="accent2"/>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zh-CN" altLang="en-US" b="1" dirty="0">
                <a:solidFill>
                  <a:schemeClr val="bg1"/>
                </a:solidFill>
              </a:rPr>
              <a:t>余数</a:t>
            </a:r>
          </a:p>
        </p:txBody>
      </p:sp>
      <p:grpSp>
        <p:nvGrpSpPr>
          <p:cNvPr id="30" name="组合 29">
            <a:extLst>
              <a:ext uri="{FF2B5EF4-FFF2-40B4-BE49-F238E27FC236}">
                <a16:creationId xmlns:a16="http://schemas.microsoft.com/office/drawing/2014/main" id="{A4211EA4-6EA9-4929-9402-88AFA7D7B9FB}"/>
              </a:ext>
            </a:extLst>
          </p:cNvPr>
          <p:cNvGrpSpPr/>
          <p:nvPr/>
        </p:nvGrpSpPr>
        <p:grpSpPr>
          <a:xfrm>
            <a:off x="4323501" y="3171729"/>
            <a:ext cx="6474962" cy="1200329"/>
            <a:chOff x="4323501" y="3171729"/>
            <a:chExt cx="6474962" cy="1200329"/>
          </a:xfrm>
        </p:grpSpPr>
        <p:cxnSp>
          <p:nvCxnSpPr>
            <p:cNvPr id="28" name="直接连接符 27">
              <a:extLst>
                <a:ext uri="{FF2B5EF4-FFF2-40B4-BE49-F238E27FC236}">
                  <a16:creationId xmlns:a16="http://schemas.microsoft.com/office/drawing/2014/main" id="{B3C00473-E5F3-4931-9B62-3F7DCD752FC7}"/>
                </a:ext>
              </a:extLst>
            </p:cNvPr>
            <p:cNvCxnSpPr>
              <a:cxnSpLocks/>
            </p:cNvCxnSpPr>
            <p:nvPr/>
          </p:nvCxnSpPr>
          <p:spPr>
            <a:xfrm>
              <a:off x="4323501" y="4372058"/>
              <a:ext cx="6474962" cy="0"/>
            </a:xfrm>
            <a:prstGeom prst="line">
              <a:avLst/>
            </a:prstGeom>
            <a:ln w="50800" cap="rnd">
              <a:solidFill>
                <a:schemeClr val="tx1"/>
              </a:solidFill>
              <a:round/>
            </a:ln>
          </p:spPr>
          <p:style>
            <a:lnRef idx="1">
              <a:schemeClr val="accent1"/>
            </a:lnRef>
            <a:fillRef idx="0">
              <a:schemeClr val="accent1"/>
            </a:fillRef>
            <a:effectRef idx="0">
              <a:schemeClr val="accent1"/>
            </a:effectRef>
            <a:fontRef idx="minor">
              <a:schemeClr val="tx1"/>
            </a:fontRef>
          </p:style>
        </p:cxnSp>
        <p:sp>
          <p:nvSpPr>
            <p:cNvPr id="29" name="文本框 28">
              <a:extLst>
                <a:ext uri="{FF2B5EF4-FFF2-40B4-BE49-F238E27FC236}">
                  <a16:creationId xmlns:a16="http://schemas.microsoft.com/office/drawing/2014/main" id="{E7FCCD83-A6DC-4614-A7E9-593B3ADB0450}"/>
                </a:ext>
              </a:extLst>
            </p:cNvPr>
            <p:cNvSpPr txBox="1"/>
            <p:nvPr/>
          </p:nvSpPr>
          <p:spPr>
            <a:xfrm>
              <a:off x="7399550" y="3171729"/>
              <a:ext cx="289450" cy="1200329"/>
            </a:xfrm>
            <a:prstGeom prst="rect">
              <a:avLst/>
            </a:prstGeom>
            <a:noFill/>
          </p:spPr>
          <p:txBody>
            <a:bodyPr wrap="square" rtlCol="0">
              <a:spAutoFit/>
            </a:bodyPr>
            <a:lstStyle/>
            <a:p>
              <a:r>
                <a:rPr lang="en-US" altLang="zh-CN" sz="2400" b="1" dirty="0">
                  <a:latin typeface="+mn-ea"/>
                </a:rPr>
                <a:t>.</a:t>
              </a:r>
            </a:p>
            <a:p>
              <a:r>
                <a:rPr lang="en-US" altLang="zh-CN" sz="2400" b="1" dirty="0">
                  <a:latin typeface="+mn-ea"/>
                </a:rPr>
                <a:t>.</a:t>
              </a:r>
            </a:p>
            <a:p>
              <a:r>
                <a:rPr lang="en-US" altLang="zh-CN" sz="2400" b="1" dirty="0">
                  <a:latin typeface="+mn-ea"/>
                </a:rPr>
                <a:t>.</a:t>
              </a:r>
              <a:endParaRPr lang="zh-CN" altLang="en-US" sz="2400" b="1" dirty="0">
                <a:latin typeface="+mn-ea"/>
              </a:endParaRPr>
            </a:p>
          </p:txBody>
        </p:sp>
      </p:grpSp>
      <p:sp>
        <p:nvSpPr>
          <p:cNvPr id="31" name="矩形 30">
            <a:extLst>
              <a:ext uri="{FF2B5EF4-FFF2-40B4-BE49-F238E27FC236}">
                <a16:creationId xmlns:a16="http://schemas.microsoft.com/office/drawing/2014/main" id="{E77091C4-2DC4-4E33-A5D0-C1456441BD99}"/>
              </a:ext>
            </a:extLst>
          </p:cNvPr>
          <p:cNvSpPr/>
          <p:nvPr/>
        </p:nvSpPr>
        <p:spPr>
          <a:xfrm>
            <a:off x="5093176" y="5534037"/>
            <a:ext cx="3803275" cy="645147"/>
          </a:xfrm>
          <a:prstGeom prst="rect">
            <a:avLst/>
          </a:prstGeom>
          <a:solidFill>
            <a:schemeClr val="bg2"/>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zh-CN" altLang="en-US" b="1" dirty="0">
                <a:solidFill>
                  <a:schemeClr val="tx1"/>
                </a:solidFill>
              </a:rPr>
              <a:t>待发送的数据</a:t>
            </a:r>
          </a:p>
        </p:txBody>
      </p:sp>
      <p:sp>
        <p:nvSpPr>
          <p:cNvPr id="32" name="矩形 31">
            <a:extLst>
              <a:ext uri="{FF2B5EF4-FFF2-40B4-BE49-F238E27FC236}">
                <a16:creationId xmlns:a16="http://schemas.microsoft.com/office/drawing/2014/main" id="{14DECFC6-0CB1-4618-B698-D3F159B8EA63}"/>
              </a:ext>
            </a:extLst>
          </p:cNvPr>
          <p:cNvSpPr/>
          <p:nvPr/>
        </p:nvSpPr>
        <p:spPr>
          <a:xfrm>
            <a:off x="2722011" y="5534037"/>
            <a:ext cx="2371165" cy="645147"/>
          </a:xfrm>
          <a:prstGeom prst="rect">
            <a:avLst/>
          </a:prstGeom>
          <a:solidFill>
            <a:schemeClr val="accent2"/>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zh-CN" altLang="en-US" b="1" dirty="0">
                <a:solidFill>
                  <a:schemeClr val="bg1"/>
                </a:solidFill>
              </a:rPr>
              <a:t>余数</a:t>
            </a:r>
          </a:p>
        </p:txBody>
      </p:sp>
      <p:sp>
        <p:nvSpPr>
          <p:cNvPr id="21" name="箭头: 右 20">
            <a:extLst>
              <a:ext uri="{FF2B5EF4-FFF2-40B4-BE49-F238E27FC236}">
                <a16:creationId xmlns:a16="http://schemas.microsoft.com/office/drawing/2014/main" id="{C01A4871-C424-43DF-9CF4-D47537AA29D6}"/>
              </a:ext>
            </a:extLst>
          </p:cNvPr>
          <p:cNvSpPr/>
          <p:nvPr/>
        </p:nvSpPr>
        <p:spPr>
          <a:xfrm>
            <a:off x="9538704" y="5577984"/>
            <a:ext cx="1080261" cy="645147"/>
          </a:xfrm>
          <a:prstGeom prst="rightArrow">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zh-CN" altLang="en-US" b="1" dirty="0">
                <a:solidFill>
                  <a:schemeClr val="tx1"/>
                </a:solidFill>
              </a:rPr>
              <a:t>发送</a:t>
            </a:r>
          </a:p>
        </p:txBody>
      </p:sp>
      <p:sp>
        <p:nvSpPr>
          <p:cNvPr id="33" name="对话气泡: 圆角矩形 32">
            <a:extLst>
              <a:ext uri="{FF2B5EF4-FFF2-40B4-BE49-F238E27FC236}">
                <a16:creationId xmlns:a16="http://schemas.microsoft.com/office/drawing/2014/main" id="{EF8B45B8-4F4D-41C0-A511-0DA64DC81D9D}"/>
              </a:ext>
            </a:extLst>
          </p:cNvPr>
          <p:cNvSpPr/>
          <p:nvPr/>
        </p:nvSpPr>
        <p:spPr>
          <a:xfrm>
            <a:off x="7829415" y="3609969"/>
            <a:ext cx="2248720" cy="493388"/>
          </a:xfrm>
          <a:prstGeom prst="wedgeRoundRectCallout">
            <a:avLst>
              <a:gd name="adj1" fmla="val -59778"/>
              <a:gd name="adj2" fmla="val -2255"/>
              <a:gd name="adj3" fmla="val 16667"/>
            </a:avLst>
          </a:prstGeom>
          <a:noFill/>
          <a:ln>
            <a:solidFill>
              <a:schemeClr val="accent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zh-CN" altLang="en-US" b="1" dirty="0">
                <a:solidFill>
                  <a:schemeClr val="tx1"/>
                </a:solidFill>
              </a:rPr>
              <a:t>二进制模</a:t>
            </a:r>
            <a:r>
              <a:rPr lang="en-US" altLang="zh-CN" b="1" dirty="0">
                <a:solidFill>
                  <a:schemeClr val="tx1"/>
                </a:solidFill>
              </a:rPr>
              <a:t>2</a:t>
            </a:r>
            <a:r>
              <a:rPr lang="zh-CN" altLang="en-US" b="1" dirty="0">
                <a:solidFill>
                  <a:schemeClr val="tx1"/>
                </a:solidFill>
              </a:rPr>
              <a:t>除法</a:t>
            </a:r>
          </a:p>
        </p:txBody>
      </p:sp>
    </p:spTree>
    <p:custDataLst>
      <p:tags r:id="rId1"/>
    </p:custDataLst>
    <p:extLst>
      <p:ext uri="{BB962C8B-B14F-4D97-AF65-F5344CB8AC3E}">
        <p14:creationId xmlns:p14="http://schemas.microsoft.com/office/powerpoint/2010/main" val="285346887"/>
      </p:ext>
    </p:extLst>
  </p:cSld>
  <p:clrMapOvr>
    <a:masterClrMapping/>
  </p:clrMapOvr>
  <mc:AlternateContent xmlns:mc="http://schemas.openxmlformats.org/markup-compatibility/2006" xmlns:p159="http://schemas.microsoft.com/office/powerpoint/2015/09/main">
    <mc:Choice Requires="p159">
      <p:transition xmlns:p14="http://schemas.microsoft.com/office/powerpoint/2010/main" spd="slow" p14:dur="2000">
        <p159:morph option="byObject"/>
      </p:transition>
    </mc:Choice>
    <mc:Fallback xmlns="">
      <p:transition spd="slow">
        <p:fade/>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2" presetClass="entr" presetSubtype="8" fill="hold" grpId="0" nodeType="withEffect">
                                  <p:stCondLst>
                                    <p:cond delay="0"/>
                                  </p:stCondLst>
                                  <p:childTnLst>
                                    <p:set>
                                      <p:cBhvr>
                                        <p:cTn id="6" dur="1" fill="hold">
                                          <p:stCondLst>
                                            <p:cond delay="0"/>
                                          </p:stCondLst>
                                        </p:cTn>
                                        <p:tgtEl>
                                          <p:spTgt spid="21"/>
                                        </p:tgtEl>
                                        <p:attrNameLst>
                                          <p:attrName>style.visibility</p:attrName>
                                        </p:attrNameLst>
                                      </p:cBhvr>
                                      <p:to>
                                        <p:strVal val="visible"/>
                                      </p:to>
                                    </p:set>
                                    <p:anim calcmode="lin" valueType="num">
                                      <p:cBhvr additive="base">
                                        <p:cTn id="7" dur="500"/>
                                        <p:tgtEl>
                                          <p:spTgt spid="21"/>
                                        </p:tgtEl>
                                        <p:attrNameLst>
                                          <p:attrName>ppt_x</p:attrName>
                                        </p:attrNameLst>
                                      </p:cBhvr>
                                      <p:tavLst>
                                        <p:tav tm="0">
                                          <p:val>
                                            <p:strVal val="#ppt_x-#ppt_w*1.125000"/>
                                          </p:val>
                                        </p:tav>
                                        <p:tav tm="100000">
                                          <p:val>
                                            <p:strVal val="#ppt_x"/>
                                          </p:val>
                                        </p:tav>
                                      </p:tavLst>
                                    </p:anim>
                                    <p:animEffect transition="in" filter="wipe(right)">
                                      <p:cBhvr>
                                        <p:cTn id="8" dur="500"/>
                                        <p:tgtEl>
                                          <p:spTgt spid="21"/>
                                        </p:tgtEl>
                                      </p:cBhvr>
                                    </p:animEffect>
                                  </p:childTnLst>
                                </p:cTn>
                              </p:par>
                            </p:childTnLst>
                          </p:cTn>
                        </p:par>
                      </p:childTnLst>
                    </p:cTn>
                  </p:par>
                  <p:par>
                    <p:cTn id="9" fill="hold">
                      <p:stCondLst>
                        <p:cond delay="indefinite"/>
                      </p:stCondLst>
                      <p:childTnLst>
                        <p:par>
                          <p:cTn id="10" fill="hold">
                            <p:stCondLst>
                              <p:cond delay="0"/>
                            </p:stCondLst>
                            <p:childTnLst>
                              <p:par>
                                <p:cTn id="11" presetID="12" presetClass="entr" presetSubtype="4" fill="hold" grpId="0" nodeType="clickEffect">
                                  <p:stCondLst>
                                    <p:cond delay="0"/>
                                  </p:stCondLst>
                                  <p:childTnLst>
                                    <p:set>
                                      <p:cBhvr>
                                        <p:cTn id="12" dur="1" fill="hold">
                                          <p:stCondLst>
                                            <p:cond delay="0"/>
                                          </p:stCondLst>
                                        </p:cTn>
                                        <p:tgtEl>
                                          <p:spTgt spid="26"/>
                                        </p:tgtEl>
                                        <p:attrNameLst>
                                          <p:attrName>style.visibility</p:attrName>
                                        </p:attrNameLst>
                                      </p:cBhvr>
                                      <p:to>
                                        <p:strVal val="visible"/>
                                      </p:to>
                                    </p:set>
                                    <p:anim calcmode="lin" valueType="num">
                                      <p:cBhvr additive="base">
                                        <p:cTn id="13" dur="500"/>
                                        <p:tgtEl>
                                          <p:spTgt spid="26"/>
                                        </p:tgtEl>
                                        <p:attrNameLst>
                                          <p:attrName>ppt_y</p:attrName>
                                        </p:attrNameLst>
                                      </p:cBhvr>
                                      <p:tavLst>
                                        <p:tav tm="0">
                                          <p:val>
                                            <p:strVal val="#ppt_y+#ppt_h*1.125000"/>
                                          </p:val>
                                        </p:tav>
                                        <p:tav tm="100000">
                                          <p:val>
                                            <p:strVal val="#ppt_y"/>
                                          </p:val>
                                        </p:tav>
                                      </p:tavLst>
                                    </p:anim>
                                    <p:animEffect transition="in" filter="wipe(up)">
                                      <p:cBhvr>
                                        <p:cTn id="14" dur="500"/>
                                        <p:tgtEl>
                                          <p:spTgt spid="26"/>
                                        </p:tgtEl>
                                      </p:cBhvr>
                                    </p:animEffect>
                                  </p:childTnLst>
                                </p:cTn>
                              </p:par>
                            </p:childTnLst>
                          </p:cTn>
                        </p:par>
                      </p:childTnLst>
                    </p:cTn>
                  </p:par>
                  <p:par>
                    <p:cTn id="15" fill="hold">
                      <p:stCondLst>
                        <p:cond delay="indefinite"/>
                      </p:stCondLst>
                      <p:childTnLst>
                        <p:par>
                          <p:cTn id="16" fill="hold">
                            <p:stCondLst>
                              <p:cond delay="0"/>
                            </p:stCondLst>
                            <p:childTnLst>
                              <p:par>
                                <p:cTn id="17" presetID="12" presetClass="entr" presetSubtype="2" fill="hold" grpId="0" nodeType="clickEffect">
                                  <p:stCondLst>
                                    <p:cond delay="0"/>
                                  </p:stCondLst>
                                  <p:childTnLst>
                                    <p:set>
                                      <p:cBhvr>
                                        <p:cTn id="18" dur="1" fill="hold">
                                          <p:stCondLst>
                                            <p:cond delay="0"/>
                                          </p:stCondLst>
                                        </p:cTn>
                                        <p:tgtEl>
                                          <p:spTgt spid="27"/>
                                        </p:tgtEl>
                                        <p:attrNameLst>
                                          <p:attrName>style.visibility</p:attrName>
                                        </p:attrNameLst>
                                      </p:cBhvr>
                                      <p:to>
                                        <p:strVal val="visible"/>
                                      </p:to>
                                    </p:set>
                                    <p:anim calcmode="lin" valueType="num">
                                      <p:cBhvr additive="base">
                                        <p:cTn id="19" dur="500"/>
                                        <p:tgtEl>
                                          <p:spTgt spid="27"/>
                                        </p:tgtEl>
                                        <p:attrNameLst>
                                          <p:attrName>ppt_x</p:attrName>
                                        </p:attrNameLst>
                                      </p:cBhvr>
                                      <p:tavLst>
                                        <p:tav tm="0">
                                          <p:val>
                                            <p:strVal val="#ppt_x+#ppt_w*1.125000"/>
                                          </p:val>
                                        </p:tav>
                                        <p:tav tm="100000">
                                          <p:val>
                                            <p:strVal val="#ppt_x"/>
                                          </p:val>
                                        </p:tav>
                                      </p:tavLst>
                                    </p:anim>
                                    <p:animEffect transition="in" filter="wipe(left)">
                                      <p:cBhvr>
                                        <p:cTn id="20" dur="500"/>
                                        <p:tgtEl>
                                          <p:spTgt spid="27"/>
                                        </p:tgtEl>
                                      </p:cBhvr>
                                    </p:animEffect>
                                  </p:childTnLst>
                                </p:cTn>
                              </p:par>
                            </p:childTnLst>
                          </p:cTn>
                        </p:par>
                      </p:childTnLst>
                    </p:cTn>
                  </p:par>
                  <p:par>
                    <p:cTn id="21" fill="hold">
                      <p:stCondLst>
                        <p:cond delay="indefinite"/>
                      </p:stCondLst>
                      <p:childTnLst>
                        <p:par>
                          <p:cTn id="22" fill="hold">
                            <p:stCondLst>
                              <p:cond delay="0"/>
                            </p:stCondLst>
                            <p:childTnLst>
                              <p:par>
                                <p:cTn id="23" presetID="12" presetClass="entr" presetSubtype="2" fill="hold" grpId="0" nodeType="clickEffect">
                                  <p:stCondLst>
                                    <p:cond delay="0"/>
                                  </p:stCondLst>
                                  <p:childTnLst>
                                    <p:set>
                                      <p:cBhvr>
                                        <p:cTn id="24" dur="1" fill="hold">
                                          <p:stCondLst>
                                            <p:cond delay="0"/>
                                          </p:stCondLst>
                                        </p:cTn>
                                        <p:tgtEl>
                                          <p:spTgt spid="33"/>
                                        </p:tgtEl>
                                        <p:attrNameLst>
                                          <p:attrName>style.visibility</p:attrName>
                                        </p:attrNameLst>
                                      </p:cBhvr>
                                      <p:to>
                                        <p:strVal val="visible"/>
                                      </p:to>
                                    </p:set>
                                    <p:anim calcmode="lin" valueType="num">
                                      <p:cBhvr additive="base">
                                        <p:cTn id="25" dur="500"/>
                                        <p:tgtEl>
                                          <p:spTgt spid="33"/>
                                        </p:tgtEl>
                                        <p:attrNameLst>
                                          <p:attrName>ppt_x</p:attrName>
                                        </p:attrNameLst>
                                      </p:cBhvr>
                                      <p:tavLst>
                                        <p:tav tm="0">
                                          <p:val>
                                            <p:strVal val="#ppt_x+#ppt_w*1.125000"/>
                                          </p:val>
                                        </p:tav>
                                        <p:tav tm="100000">
                                          <p:val>
                                            <p:strVal val="#ppt_x"/>
                                          </p:val>
                                        </p:tav>
                                      </p:tavLst>
                                    </p:anim>
                                    <p:animEffect transition="in" filter="wipe(left)">
                                      <p:cBhvr>
                                        <p:cTn id="26" dur="500"/>
                                        <p:tgtEl>
                                          <p:spTgt spid="33"/>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6" grpId="0" animBg="1"/>
      <p:bldP spid="27" grpId="0" animBg="1"/>
      <p:bldP spid="21" grpId="0" animBg="1"/>
      <p:bldP spid="33" grpId="0" animBg="1"/>
    </p:bldLst>
  </p:timing>
</p:sld>
</file>

<file path=ppt/slides/slide8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4" name="组合 3">
            <a:extLst>
              <a:ext uri="{FF2B5EF4-FFF2-40B4-BE49-F238E27FC236}">
                <a16:creationId xmlns:a16="http://schemas.microsoft.com/office/drawing/2014/main" id="{9A1EA9F2-FCB6-48C3-935F-7AE7E3AD14AC}"/>
              </a:ext>
            </a:extLst>
          </p:cNvPr>
          <p:cNvGrpSpPr/>
          <p:nvPr/>
        </p:nvGrpSpPr>
        <p:grpSpPr>
          <a:xfrm>
            <a:off x="304800" y="749300"/>
            <a:ext cx="6192343" cy="400110"/>
            <a:chOff x="424117" y="898245"/>
            <a:chExt cx="6192343" cy="400110"/>
          </a:xfrm>
        </p:grpSpPr>
        <p:sp>
          <p:nvSpPr>
            <p:cNvPr id="2" name="平行四边形 1">
              <a:extLst>
                <a:ext uri="{FF2B5EF4-FFF2-40B4-BE49-F238E27FC236}">
                  <a16:creationId xmlns:a16="http://schemas.microsoft.com/office/drawing/2014/main" id="{1F5BAA3F-9845-4F89-A2DD-8222D3E4EDAC}"/>
                </a:ext>
              </a:extLst>
            </p:cNvPr>
            <p:cNvSpPr/>
            <p:nvPr/>
          </p:nvSpPr>
          <p:spPr>
            <a:xfrm>
              <a:off x="424117" y="898245"/>
              <a:ext cx="711200" cy="387090"/>
            </a:xfrm>
            <a:prstGeom prst="parallelogram">
              <a:avLst/>
            </a:prstGeom>
            <a:solidFill>
              <a:schemeClr val="accent3">
                <a:lumMod val="75000"/>
              </a:schemeClr>
            </a:solidFill>
            <a:ln>
              <a:solidFill>
                <a:schemeClr val="accent3">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CN" sz="2200" dirty="0">
                  <a:latin typeface="Impact" panose="020B0806030902050204" pitchFamily="34" charset="0"/>
                </a:rPr>
                <a:t>03</a:t>
              </a:r>
              <a:endParaRPr lang="zh-CN" altLang="en-US" sz="2200" dirty="0">
                <a:latin typeface="Impact" panose="020B0806030902050204" pitchFamily="34" charset="0"/>
              </a:endParaRPr>
            </a:p>
          </p:txBody>
        </p:sp>
        <p:sp>
          <p:nvSpPr>
            <p:cNvPr id="3" name="文本框 2">
              <a:extLst>
                <a:ext uri="{FF2B5EF4-FFF2-40B4-BE49-F238E27FC236}">
                  <a16:creationId xmlns:a16="http://schemas.microsoft.com/office/drawing/2014/main" id="{4D6BD736-A4D3-4F26-AFED-36E11F50F70B}"/>
                </a:ext>
              </a:extLst>
            </p:cNvPr>
            <p:cNvSpPr txBox="1"/>
            <p:nvPr/>
          </p:nvSpPr>
          <p:spPr>
            <a:xfrm>
              <a:off x="1204755" y="898245"/>
              <a:ext cx="5411705" cy="400110"/>
            </a:xfrm>
            <a:prstGeom prst="rect">
              <a:avLst/>
            </a:prstGeom>
            <a:noFill/>
          </p:spPr>
          <p:txBody>
            <a:bodyPr wrap="square" rtlCol="0">
              <a:spAutoFit/>
            </a:bodyPr>
            <a:lstStyle/>
            <a:p>
              <a:r>
                <a:rPr lang="zh-CN" altLang="en-US" sz="2000" b="1" dirty="0"/>
                <a:t>循环冗余校验</a:t>
              </a:r>
            </a:p>
          </p:txBody>
        </p:sp>
      </p:grpSp>
      <p:sp>
        <p:nvSpPr>
          <p:cNvPr id="19" name="矩形 18">
            <a:extLst>
              <a:ext uri="{FF2B5EF4-FFF2-40B4-BE49-F238E27FC236}">
                <a16:creationId xmlns:a16="http://schemas.microsoft.com/office/drawing/2014/main" id="{30B60590-B5EF-4750-B743-91CC5C71B895}"/>
              </a:ext>
            </a:extLst>
          </p:cNvPr>
          <p:cNvSpPr/>
          <p:nvPr/>
        </p:nvSpPr>
        <p:spPr>
          <a:xfrm>
            <a:off x="1393536" y="2707108"/>
            <a:ext cx="2371165" cy="645147"/>
          </a:xfrm>
          <a:prstGeom prst="rect">
            <a:avLst/>
          </a:prstGeom>
          <a:solidFill>
            <a:schemeClr val="accent3"/>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zh-CN" altLang="en-US" b="1" dirty="0">
                <a:solidFill>
                  <a:schemeClr val="bg1"/>
                </a:solidFill>
              </a:rPr>
              <a:t>生成多项式各项系数</a:t>
            </a:r>
            <a:endParaRPr lang="en-US" altLang="zh-CN" b="1" dirty="0">
              <a:solidFill>
                <a:schemeClr val="bg1"/>
              </a:solidFill>
            </a:endParaRPr>
          </a:p>
          <a:p>
            <a:pPr algn="ctr"/>
            <a:r>
              <a:rPr lang="zh-CN" altLang="en-US" b="1" dirty="0">
                <a:solidFill>
                  <a:schemeClr val="bg1"/>
                </a:solidFill>
              </a:rPr>
              <a:t>构成的比特串</a:t>
            </a:r>
          </a:p>
        </p:txBody>
      </p:sp>
      <p:grpSp>
        <p:nvGrpSpPr>
          <p:cNvPr id="23" name="组合 22">
            <a:extLst>
              <a:ext uri="{FF2B5EF4-FFF2-40B4-BE49-F238E27FC236}">
                <a16:creationId xmlns:a16="http://schemas.microsoft.com/office/drawing/2014/main" id="{E97E3229-6B20-4C3D-B5E7-E9E666205917}"/>
              </a:ext>
            </a:extLst>
          </p:cNvPr>
          <p:cNvGrpSpPr/>
          <p:nvPr/>
        </p:nvGrpSpPr>
        <p:grpSpPr>
          <a:xfrm>
            <a:off x="4020942" y="2520982"/>
            <a:ext cx="6777521" cy="831273"/>
            <a:chOff x="4020942" y="2520982"/>
            <a:chExt cx="6777521" cy="831273"/>
          </a:xfrm>
        </p:grpSpPr>
        <p:cxnSp>
          <p:nvCxnSpPr>
            <p:cNvPr id="9" name="直接连接符 8">
              <a:extLst>
                <a:ext uri="{FF2B5EF4-FFF2-40B4-BE49-F238E27FC236}">
                  <a16:creationId xmlns:a16="http://schemas.microsoft.com/office/drawing/2014/main" id="{A9FB2EF4-4132-428C-B5CB-765AC6C80D2C}"/>
                </a:ext>
              </a:extLst>
            </p:cNvPr>
            <p:cNvCxnSpPr/>
            <p:nvPr/>
          </p:nvCxnSpPr>
          <p:spPr>
            <a:xfrm flipV="1">
              <a:off x="4020942" y="2521527"/>
              <a:ext cx="302559" cy="830728"/>
            </a:xfrm>
            <a:prstGeom prst="line">
              <a:avLst/>
            </a:prstGeom>
            <a:ln w="50800" cap="rnd">
              <a:solidFill>
                <a:schemeClr val="tx1"/>
              </a:solidFill>
              <a:round/>
            </a:ln>
          </p:spPr>
          <p:style>
            <a:lnRef idx="1">
              <a:schemeClr val="accent1"/>
            </a:lnRef>
            <a:fillRef idx="0">
              <a:schemeClr val="accent1"/>
            </a:fillRef>
            <a:effectRef idx="0">
              <a:schemeClr val="accent1"/>
            </a:effectRef>
            <a:fontRef idx="minor">
              <a:schemeClr val="tx1"/>
            </a:fontRef>
          </p:style>
        </p:cxnSp>
        <p:cxnSp>
          <p:nvCxnSpPr>
            <p:cNvPr id="20" name="直接连接符 19">
              <a:extLst>
                <a:ext uri="{FF2B5EF4-FFF2-40B4-BE49-F238E27FC236}">
                  <a16:creationId xmlns:a16="http://schemas.microsoft.com/office/drawing/2014/main" id="{1DCA8F1C-7353-4BE7-90FF-0A281376CAA3}"/>
                </a:ext>
              </a:extLst>
            </p:cNvPr>
            <p:cNvCxnSpPr>
              <a:cxnSpLocks/>
            </p:cNvCxnSpPr>
            <p:nvPr/>
          </p:nvCxnSpPr>
          <p:spPr>
            <a:xfrm>
              <a:off x="4323501" y="2520982"/>
              <a:ext cx="6474962" cy="0"/>
            </a:xfrm>
            <a:prstGeom prst="line">
              <a:avLst/>
            </a:prstGeom>
            <a:ln w="50800" cap="rnd">
              <a:solidFill>
                <a:schemeClr val="tx1"/>
              </a:solidFill>
              <a:round/>
            </a:ln>
          </p:spPr>
          <p:style>
            <a:lnRef idx="1">
              <a:schemeClr val="accent1"/>
            </a:lnRef>
            <a:fillRef idx="0">
              <a:schemeClr val="accent1"/>
            </a:fillRef>
            <a:effectRef idx="0">
              <a:schemeClr val="accent1"/>
            </a:effectRef>
            <a:fontRef idx="minor">
              <a:schemeClr val="tx1"/>
            </a:fontRef>
          </p:style>
        </p:cxnSp>
      </p:grpSp>
      <p:sp>
        <p:nvSpPr>
          <p:cNvPr id="22" name="文本框 21">
            <a:extLst>
              <a:ext uri="{FF2B5EF4-FFF2-40B4-BE49-F238E27FC236}">
                <a16:creationId xmlns:a16="http://schemas.microsoft.com/office/drawing/2014/main" id="{C4E54250-673A-4412-A3A6-4DAF2F3BE0D1}"/>
              </a:ext>
            </a:extLst>
          </p:cNvPr>
          <p:cNvSpPr txBox="1"/>
          <p:nvPr/>
        </p:nvSpPr>
        <p:spPr>
          <a:xfrm>
            <a:off x="1085438" y="1323963"/>
            <a:ext cx="2003075" cy="400110"/>
          </a:xfrm>
          <a:prstGeom prst="rect">
            <a:avLst/>
          </a:prstGeom>
          <a:noFill/>
        </p:spPr>
        <p:txBody>
          <a:bodyPr wrap="square" rtlCol="0">
            <a:spAutoFit/>
          </a:bodyPr>
          <a:lstStyle/>
          <a:p>
            <a:r>
              <a:rPr lang="zh-CN" altLang="en-US" sz="2000" b="1" dirty="0">
                <a:solidFill>
                  <a:schemeClr val="accent3">
                    <a:lumMod val="75000"/>
                  </a:schemeClr>
                </a:solidFill>
              </a:rPr>
              <a:t>接收方</a:t>
            </a:r>
            <a:r>
              <a:rPr lang="en-US" altLang="zh-CN" sz="2000" b="1" dirty="0">
                <a:solidFill>
                  <a:schemeClr val="accent3">
                    <a:lumMod val="75000"/>
                  </a:schemeClr>
                </a:solidFill>
              </a:rPr>
              <a:t>CRC</a:t>
            </a:r>
            <a:r>
              <a:rPr lang="zh-CN" altLang="en-US" sz="2000" b="1" dirty="0">
                <a:solidFill>
                  <a:schemeClr val="accent3">
                    <a:lumMod val="75000"/>
                  </a:schemeClr>
                </a:solidFill>
              </a:rPr>
              <a:t>操作</a:t>
            </a:r>
          </a:p>
        </p:txBody>
      </p:sp>
      <p:sp>
        <p:nvSpPr>
          <p:cNvPr id="24" name="矩形 23">
            <a:extLst>
              <a:ext uri="{FF2B5EF4-FFF2-40B4-BE49-F238E27FC236}">
                <a16:creationId xmlns:a16="http://schemas.microsoft.com/office/drawing/2014/main" id="{1050CBF5-5EAD-4E09-80A4-E16C8E1B59CA}"/>
              </a:ext>
            </a:extLst>
          </p:cNvPr>
          <p:cNvSpPr/>
          <p:nvPr/>
        </p:nvSpPr>
        <p:spPr>
          <a:xfrm>
            <a:off x="6190327" y="1739388"/>
            <a:ext cx="4428638" cy="645147"/>
          </a:xfrm>
          <a:prstGeom prst="rect">
            <a:avLst/>
          </a:prstGeom>
          <a:solidFill>
            <a:schemeClr val="tx2"/>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zh-CN" altLang="en-US" b="1" dirty="0">
                <a:solidFill>
                  <a:schemeClr val="bg1"/>
                </a:solidFill>
              </a:rPr>
              <a:t>商</a:t>
            </a:r>
          </a:p>
        </p:txBody>
      </p:sp>
      <p:sp>
        <p:nvSpPr>
          <p:cNvPr id="25" name="矩形 24">
            <a:extLst>
              <a:ext uri="{FF2B5EF4-FFF2-40B4-BE49-F238E27FC236}">
                <a16:creationId xmlns:a16="http://schemas.microsoft.com/office/drawing/2014/main" id="{59DF5B6B-74AC-44C0-A248-FB6C181EDFF5}"/>
              </a:ext>
            </a:extLst>
          </p:cNvPr>
          <p:cNvSpPr/>
          <p:nvPr/>
        </p:nvSpPr>
        <p:spPr>
          <a:xfrm>
            <a:off x="4583621" y="4558185"/>
            <a:ext cx="2371165" cy="645147"/>
          </a:xfrm>
          <a:prstGeom prst="rect">
            <a:avLst/>
          </a:prstGeom>
          <a:solidFill>
            <a:schemeClr val="accent4"/>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zh-CN" altLang="en-US" b="1" dirty="0">
                <a:solidFill>
                  <a:schemeClr val="bg1"/>
                </a:solidFill>
              </a:rPr>
              <a:t>余数为</a:t>
            </a:r>
            <a:r>
              <a:rPr lang="en-US" altLang="zh-CN" b="1" dirty="0">
                <a:solidFill>
                  <a:schemeClr val="bg1"/>
                </a:solidFill>
              </a:rPr>
              <a:t>0</a:t>
            </a:r>
          </a:p>
          <a:p>
            <a:pPr algn="ctr"/>
            <a:r>
              <a:rPr lang="zh-CN" altLang="en-US" b="1" dirty="0">
                <a:solidFill>
                  <a:schemeClr val="bg1"/>
                </a:solidFill>
              </a:rPr>
              <a:t>可判断接收无误码</a:t>
            </a:r>
          </a:p>
        </p:txBody>
      </p:sp>
      <p:grpSp>
        <p:nvGrpSpPr>
          <p:cNvPr id="30" name="组合 29">
            <a:extLst>
              <a:ext uri="{FF2B5EF4-FFF2-40B4-BE49-F238E27FC236}">
                <a16:creationId xmlns:a16="http://schemas.microsoft.com/office/drawing/2014/main" id="{A4211EA4-6EA9-4929-9402-88AFA7D7B9FB}"/>
              </a:ext>
            </a:extLst>
          </p:cNvPr>
          <p:cNvGrpSpPr/>
          <p:nvPr/>
        </p:nvGrpSpPr>
        <p:grpSpPr>
          <a:xfrm>
            <a:off x="4323501" y="3171729"/>
            <a:ext cx="6474962" cy="1200329"/>
            <a:chOff x="4323501" y="3171729"/>
            <a:chExt cx="6474962" cy="1200329"/>
          </a:xfrm>
        </p:grpSpPr>
        <p:cxnSp>
          <p:nvCxnSpPr>
            <p:cNvPr id="28" name="直接连接符 27">
              <a:extLst>
                <a:ext uri="{FF2B5EF4-FFF2-40B4-BE49-F238E27FC236}">
                  <a16:creationId xmlns:a16="http://schemas.microsoft.com/office/drawing/2014/main" id="{B3C00473-E5F3-4931-9B62-3F7DCD752FC7}"/>
                </a:ext>
              </a:extLst>
            </p:cNvPr>
            <p:cNvCxnSpPr>
              <a:cxnSpLocks/>
            </p:cNvCxnSpPr>
            <p:nvPr/>
          </p:nvCxnSpPr>
          <p:spPr>
            <a:xfrm>
              <a:off x="4323501" y="4372058"/>
              <a:ext cx="6474962" cy="0"/>
            </a:xfrm>
            <a:prstGeom prst="line">
              <a:avLst/>
            </a:prstGeom>
            <a:ln w="50800" cap="rnd">
              <a:solidFill>
                <a:schemeClr val="tx1"/>
              </a:solidFill>
              <a:round/>
            </a:ln>
          </p:spPr>
          <p:style>
            <a:lnRef idx="1">
              <a:schemeClr val="accent1"/>
            </a:lnRef>
            <a:fillRef idx="0">
              <a:schemeClr val="accent1"/>
            </a:fillRef>
            <a:effectRef idx="0">
              <a:schemeClr val="accent1"/>
            </a:effectRef>
            <a:fontRef idx="minor">
              <a:schemeClr val="tx1"/>
            </a:fontRef>
          </p:style>
        </p:cxnSp>
        <p:sp>
          <p:nvSpPr>
            <p:cNvPr id="29" name="文本框 28">
              <a:extLst>
                <a:ext uri="{FF2B5EF4-FFF2-40B4-BE49-F238E27FC236}">
                  <a16:creationId xmlns:a16="http://schemas.microsoft.com/office/drawing/2014/main" id="{E7FCCD83-A6DC-4614-A7E9-593B3ADB0450}"/>
                </a:ext>
              </a:extLst>
            </p:cNvPr>
            <p:cNvSpPr txBox="1"/>
            <p:nvPr/>
          </p:nvSpPr>
          <p:spPr>
            <a:xfrm>
              <a:off x="7399550" y="3171729"/>
              <a:ext cx="289450" cy="1200329"/>
            </a:xfrm>
            <a:prstGeom prst="rect">
              <a:avLst/>
            </a:prstGeom>
            <a:noFill/>
          </p:spPr>
          <p:txBody>
            <a:bodyPr wrap="square" rtlCol="0">
              <a:spAutoFit/>
            </a:bodyPr>
            <a:lstStyle/>
            <a:p>
              <a:r>
                <a:rPr lang="en-US" altLang="zh-CN" sz="2400" b="1" dirty="0">
                  <a:latin typeface="+mn-ea"/>
                </a:rPr>
                <a:t>.</a:t>
              </a:r>
            </a:p>
            <a:p>
              <a:r>
                <a:rPr lang="en-US" altLang="zh-CN" sz="2400" b="1" dirty="0">
                  <a:latin typeface="+mn-ea"/>
                </a:rPr>
                <a:t>.</a:t>
              </a:r>
            </a:p>
            <a:p>
              <a:r>
                <a:rPr lang="en-US" altLang="zh-CN" sz="2400" b="1" dirty="0">
                  <a:latin typeface="+mn-ea"/>
                </a:rPr>
                <a:t>.</a:t>
              </a:r>
              <a:endParaRPr lang="zh-CN" altLang="en-US" sz="2400" b="1" dirty="0">
                <a:latin typeface="+mn-ea"/>
              </a:endParaRPr>
            </a:p>
          </p:txBody>
        </p:sp>
      </p:grpSp>
      <p:grpSp>
        <p:nvGrpSpPr>
          <p:cNvPr id="6" name="组合 5">
            <a:extLst>
              <a:ext uri="{FF2B5EF4-FFF2-40B4-BE49-F238E27FC236}">
                <a16:creationId xmlns:a16="http://schemas.microsoft.com/office/drawing/2014/main" id="{D4467985-7299-4CAB-BCEB-78E5B82CB2DE}"/>
              </a:ext>
            </a:extLst>
          </p:cNvPr>
          <p:cNvGrpSpPr/>
          <p:nvPr/>
        </p:nvGrpSpPr>
        <p:grpSpPr>
          <a:xfrm>
            <a:off x="4444525" y="2707108"/>
            <a:ext cx="6174439" cy="645149"/>
            <a:chOff x="4444525" y="2707108"/>
            <a:chExt cx="6174439" cy="645149"/>
          </a:xfrm>
        </p:grpSpPr>
        <p:sp>
          <p:nvSpPr>
            <p:cNvPr id="5" name="矩形 4">
              <a:extLst>
                <a:ext uri="{FF2B5EF4-FFF2-40B4-BE49-F238E27FC236}">
                  <a16:creationId xmlns:a16="http://schemas.microsoft.com/office/drawing/2014/main" id="{2FBFA800-207F-43F8-8871-A14B37FA3DBC}"/>
                </a:ext>
              </a:extLst>
            </p:cNvPr>
            <p:cNvSpPr/>
            <p:nvPr/>
          </p:nvSpPr>
          <p:spPr>
            <a:xfrm>
              <a:off x="4444525" y="2707110"/>
              <a:ext cx="3803275" cy="645147"/>
            </a:xfrm>
            <a:prstGeom prst="rect">
              <a:avLst/>
            </a:prstGeom>
            <a:solidFill>
              <a:schemeClr val="bg2"/>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zh-CN" altLang="en-US" b="1" dirty="0">
                  <a:solidFill>
                    <a:schemeClr val="tx1"/>
                  </a:solidFill>
                </a:rPr>
                <a:t>已接收的数据</a:t>
              </a:r>
            </a:p>
          </p:txBody>
        </p:sp>
        <p:sp>
          <p:nvSpPr>
            <p:cNvPr id="32" name="矩形 31">
              <a:extLst>
                <a:ext uri="{FF2B5EF4-FFF2-40B4-BE49-F238E27FC236}">
                  <a16:creationId xmlns:a16="http://schemas.microsoft.com/office/drawing/2014/main" id="{14DECFC6-0CB1-4618-B698-D3F159B8EA63}"/>
                </a:ext>
              </a:extLst>
            </p:cNvPr>
            <p:cNvSpPr/>
            <p:nvPr/>
          </p:nvSpPr>
          <p:spPr>
            <a:xfrm>
              <a:off x="8247799" y="2707108"/>
              <a:ext cx="2371165" cy="645147"/>
            </a:xfrm>
            <a:prstGeom prst="rect">
              <a:avLst/>
            </a:prstGeom>
            <a:solidFill>
              <a:schemeClr val="accent2"/>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zh-CN" altLang="en-US" b="1" dirty="0">
                  <a:solidFill>
                    <a:schemeClr val="bg1"/>
                  </a:solidFill>
                </a:rPr>
                <a:t>余数</a:t>
              </a:r>
            </a:p>
          </p:txBody>
        </p:sp>
      </p:grpSp>
      <p:sp>
        <p:nvSpPr>
          <p:cNvPr id="34" name="矩形 33">
            <a:extLst>
              <a:ext uri="{FF2B5EF4-FFF2-40B4-BE49-F238E27FC236}">
                <a16:creationId xmlns:a16="http://schemas.microsoft.com/office/drawing/2014/main" id="{54FEBA09-9FD2-4F3D-9421-CC13BF1B1332}"/>
              </a:ext>
            </a:extLst>
          </p:cNvPr>
          <p:cNvSpPr/>
          <p:nvPr/>
        </p:nvSpPr>
        <p:spPr>
          <a:xfrm>
            <a:off x="8038387" y="4558183"/>
            <a:ext cx="2371165" cy="645147"/>
          </a:xfrm>
          <a:prstGeom prst="rect">
            <a:avLst/>
          </a:prstGeom>
          <a:solidFill>
            <a:schemeClr val="accent1">
              <a:lumMod val="75000"/>
            </a:schemeClr>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zh-CN" altLang="en-US" b="1" dirty="0">
                <a:solidFill>
                  <a:schemeClr val="bg1"/>
                </a:solidFill>
              </a:rPr>
              <a:t>余数不为</a:t>
            </a:r>
            <a:r>
              <a:rPr lang="en-US" altLang="zh-CN" b="1" dirty="0">
                <a:solidFill>
                  <a:schemeClr val="bg1"/>
                </a:solidFill>
              </a:rPr>
              <a:t>0</a:t>
            </a:r>
          </a:p>
          <a:p>
            <a:pPr algn="ctr"/>
            <a:r>
              <a:rPr lang="zh-CN" altLang="en-US" b="1" dirty="0">
                <a:solidFill>
                  <a:schemeClr val="bg1"/>
                </a:solidFill>
              </a:rPr>
              <a:t>可判断接收有误码</a:t>
            </a:r>
          </a:p>
        </p:txBody>
      </p:sp>
    </p:spTree>
    <p:custDataLst>
      <p:tags r:id="rId1"/>
    </p:custDataLst>
    <p:extLst>
      <p:ext uri="{BB962C8B-B14F-4D97-AF65-F5344CB8AC3E}">
        <p14:creationId xmlns:p14="http://schemas.microsoft.com/office/powerpoint/2010/main" val="2853660689"/>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2" presetClass="entr" presetSubtype="1" fill="hold" grpId="0" nodeType="withEffect">
                                  <p:stCondLst>
                                    <p:cond delay="0"/>
                                  </p:stCondLst>
                                  <p:childTnLst>
                                    <p:set>
                                      <p:cBhvr>
                                        <p:cTn id="6" dur="1" fill="hold">
                                          <p:stCondLst>
                                            <p:cond delay="0"/>
                                          </p:stCondLst>
                                        </p:cTn>
                                        <p:tgtEl>
                                          <p:spTgt spid="22"/>
                                        </p:tgtEl>
                                        <p:attrNameLst>
                                          <p:attrName>style.visibility</p:attrName>
                                        </p:attrNameLst>
                                      </p:cBhvr>
                                      <p:to>
                                        <p:strVal val="visible"/>
                                      </p:to>
                                    </p:set>
                                    <p:anim calcmode="lin" valueType="num">
                                      <p:cBhvr additive="base">
                                        <p:cTn id="7" dur="500"/>
                                        <p:tgtEl>
                                          <p:spTgt spid="22"/>
                                        </p:tgtEl>
                                        <p:attrNameLst>
                                          <p:attrName>ppt_y</p:attrName>
                                        </p:attrNameLst>
                                      </p:cBhvr>
                                      <p:tavLst>
                                        <p:tav tm="0">
                                          <p:val>
                                            <p:strVal val="#ppt_y-#ppt_h*1.125000"/>
                                          </p:val>
                                        </p:tav>
                                        <p:tav tm="100000">
                                          <p:val>
                                            <p:strVal val="#ppt_y"/>
                                          </p:val>
                                        </p:tav>
                                      </p:tavLst>
                                    </p:anim>
                                    <p:animEffect transition="in" filter="wipe(down)">
                                      <p:cBhvr>
                                        <p:cTn id="8" dur="500"/>
                                        <p:tgtEl>
                                          <p:spTgt spid="22"/>
                                        </p:tgtEl>
                                      </p:cBhvr>
                                    </p:animEffect>
                                  </p:childTnLst>
                                </p:cTn>
                              </p:par>
                            </p:childTnLst>
                          </p:cTn>
                        </p:par>
                      </p:childTnLst>
                    </p:cTn>
                  </p:par>
                  <p:par>
                    <p:cTn id="9" fill="hold">
                      <p:stCondLst>
                        <p:cond delay="indefinite"/>
                      </p:stCondLst>
                      <p:childTnLst>
                        <p:par>
                          <p:cTn id="10" fill="hold">
                            <p:stCondLst>
                              <p:cond delay="0"/>
                            </p:stCondLst>
                            <p:childTnLst>
                              <p:par>
                                <p:cTn id="11" presetID="2" presetClass="entr" presetSubtype="2" fill="hold" nodeType="clickEffect">
                                  <p:stCondLst>
                                    <p:cond delay="0"/>
                                  </p:stCondLst>
                                  <p:childTnLst>
                                    <p:set>
                                      <p:cBhvr>
                                        <p:cTn id="12" dur="1" fill="hold">
                                          <p:stCondLst>
                                            <p:cond delay="0"/>
                                          </p:stCondLst>
                                        </p:cTn>
                                        <p:tgtEl>
                                          <p:spTgt spid="6"/>
                                        </p:tgtEl>
                                        <p:attrNameLst>
                                          <p:attrName>style.visibility</p:attrName>
                                        </p:attrNameLst>
                                      </p:cBhvr>
                                      <p:to>
                                        <p:strVal val="visible"/>
                                      </p:to>
                                    </p:set>
                                    <p:anim calcmode="lin" valueType="num">
                                      <p:cBhvr additive="base">
                                        <p:cTn id="13" dur="500" fill="hold"/>
                                        <p:tgtEl>
                                          <p:spTgt spid="6"/>
                                        </p:tgtEl>
                                        <p:attrNameLst>
                                          <p:attrName>ppt_x</p:attrName>
                                        </p:attrNameLst>
                                      </p:cBhvr>
                                      <p:tavLst>
                                        <p:tav tm="0">
                                          <p:val>
                                            <p:strVal val="1+#ppt_w/2"/>
                                          </p:val>
                                        </p:tav>
                                        <p:tav tm="100000">
                                          <p:val>
                                            <p:strVal val="#ppt_x"/>
                                          </p:val>
                                        </p:tav>
                                      </p:tavLst>
                                    </p:anim>
                                    <p:anim calcmode="lin" valueType="num">
                                      <p:cBhvr additive="base">
                                        <p:cTn id="14" dur="500" fill="hold"/>
                                        <p:tgtEl>
                                          <p:spTgt spid="6"/>
                                        </p:tgtEl>
                                        <p:attrNameLst>
                                          <p:attrName>ppt_y</p:attrName>
                                        </p:attrNameLst>
                                      </p:cBhvr>
                                      <p:tavLst>
                                        <p:tav tm="0">
                                          <p:val>
                                            <p:strVal val="#ppt_y"/>
                                          </p:val>
                                        </p:tav>
                                        <p:tav tm="100000">
                                          <p:val>
                                            <p:strVal val="#ppt_y"/>
                                          </p:val>
                                        </p:tav>
                                      </p:tavLst>
                                    </p:anim>
                                  </p:childTnLst>
                                </p:cTn>
                              </p:par>
                            </p:childTnLst>
                          </p:cTn>
                        </p:par>
                      </p:childTnLst>
                    </p:cTn>
                  </p:par>
                  <p:par>
                    <p:cTn id="15" fill="hold">
                      <p:stCondLst>
                        <p:cond delay="indefinite"/>
                      </p:stCondLst>
                      <p:childTnLst>
                        <p:par>
                          <p:cTn id="16" fill="hold">
                            <p:stCondLst>
                              <p:cond delay="0"/>
                            </p:stCondLst>
                            <p:childTnLst>
                              <p:par>
                                <p:cTn id="17" presetID="22" presetClass="entr" presetSubtype="8" fill="hold" nodeType="clickEffect">
                                  <p:stCondLst>
                                    <p:cond delay="0"/>
                                  </p:stCondLst>
                                  <p:childTnLst>
                                    <p:set>
                                      <p:cBhvr>
                                        <p:cTn id="18" dur="1" fill="hold">
                                          <p:stCondLst>
                                            <p:cond delay="0"/>
                                          </p:stCondLst>
                                        </p:cTn>
                                        <p:tgtEl>
                                          <p:spTgt spid="23"/>
                                        </p:tgtEl>
                                        <p:attrNameLst>
                                          <p:attrName>style.visibility</p:attrName>
                                        </p:attrNameLst>
                                      </p:cBhvr>
                                      <p:to>
                                        <p:strVal val="visible"/>
                                      </p:to>
                                    </p:set>
                                    <p:animEffect transition="in" filter="wipe(left)">
                                      <p:cBhvr>
                                        <p:cTn id="19" dur="1000"/>
                                        <p:tgtEl>
                                          <p:spTgt spid="23"/>
                                        </p:tgtEl>
                                      </p:cBhvr>
                                    </p:animEffect>
                                  </p:childTnLst>
                                </p:cTn>
                              </p:par>
                            </p:childTnLst>
                          </p:cTn>
                        </p:par>
                      </p:childTnLst>
                    </p:cTn>
                  </p:par>
                  <p:par>
                    <p:cTn id="20" fill="hold">
                      <p:stCondLst>
                        <p:cond delay="indefinite"/>
                      </p:stCondLst>
                      <p:childTnLst>
                        <p:par>
                          <p:cTn id="21" fill="hold">
                            <p:stCondLst>
                              <p:cond delay="0"/>
                            </p:stCondLst>
                            <p:childTnLst>
                              <p:par>
                                <p:cTn id="22" presetID="53" presetClass="entr" presetSubtype="16" fill="hold" grpId="0" nodeType="clickEffect">
                                  <p:stCondLst>
                                    <p:cond delay="0"/>
                                  </p:stCondLst>
                                  <p:childTnLst>
                                    <p:set>
                                      <p:cBhvr>
                                        <p:cTn id="23" dur="1" fill="hold">
                                          <p:stCondLst>
                                            <p:cond delay="0"/>
                                          </p:stCondLst>
                                        </p:cTn>
                                        <p:tgtEl>
                                          <p:spTgt spid="19"/>
                                        </p:tgtEl>
                                        <p:attrNameLst>
                                          <p:attrName>style.visibility</p:attrName>
                                        </p:attrNameLst>
                                      </p:cBhvr>
                                      <p:to>
                                        <p:strVal val="visible"/>
                                      </p:to>
                                    </p:set>
                                    <p:anim calcmode="lin" valueType="num">
                                      <p:cBhvr>
                                        <p:cTn id="24" dur="500" fill="hold"/>
                                        <p:tgtEl>
                                          <p:spTgt spid="19"/>
                                        </p:tgtEl>
                                        <p:attrNameLst>
                                          <p:attrName>ppt_w</p:attrName>
                                        </p:attrNameLst>
                                      </p:cBhvr>
                                      <p:tavLst>
                                        <p:tav tm="0">
                                          <p:val>
                                            <p:fltVal val="0"/>
                                          </p:val>
                                        </p:tav>
                                        <p:tav tm="100000">
                                          <p:val>
                                            <p:strVal val="#ppt_w"/>
                                          </p:val>
                                        </p:tav>
                                      </p:tavLst>
                                    </p:anim>
                                    <p:anim calcmode="lin" valueType="num">
                                      <p:cBhvr>
                                        <p:cTn id="25" dur="500" fill="hold"/>
                                        <p:tgtEl>
                                          <p:spTgt spid="19"/>
                                        </p:tgtEl>
                                        <p:attrNameLst>
                                          <p:attrName>ppt_h</p:attrName>
                                        </p:attrNameLst>
                                      </p:cBhvr>
                                      <p:tavLst>
                                        <p:tav tm="0">
                                          <p:val>
                                            <p:fltVal val="0"/>
                                          </p:val>
                                        </p:tav>
                                        <p:tav tm="100000">
                                          <p:val>
                                            <p:strVal val="#ppt_h"/>
                                          </p:val>
                                        </p:tav>
                                      </p:tavLst>
                                    </p:anim>
                                    <p:animEffect transition="in" filter="fade">
                                      <p:cBhvr>
                                        <p:cTn id="26" dur="500"/>
                                        <p:tgtEl>
                                          <p:spTgt spid="19"/>
                                        </p:tgtEl>
                                      </p:cBhvr>
                                    </p:animEffect>
                                  </p:childTnLst>
                                </p:cTn>
                              </p:par>
                            </p:childTnLst>
                          </p:cTn>
                        </p:par>
                      </p:childTnLst>
                    </p:cTn>
                  </p:par>
                  <p:par>
                    <p:cTn id="27" fill="hold">
                      <p:stCondLst>
                        <p:cond delay="indefinite"/>
                      </p:stCondLst>
                      <p:childTnLst>
                        <p:par>
                          <p:cTn id="28" fill="hold">
                            <p:stCondLst>
                              <p:cond delay="0"/>
                            </p:stCondLst>
                            <p:childTnLst>
                              <p:par>
                                <p:cTn id="29" presetID="22" presetClass="entr" presetSubtype="1" fill="hold" nodeType="clickEffect">
                                  <p:stCondLst>
                                    <p:cond delay="0"/>
                                  </p:stCondLst>
                                  <p:childTnLst>
                                    <p:set>
                                      <p:cBhvr>
                                        <p:cTn id="30" dur="1" fill="hold">
                                          <p:stCondLst>
                                            <p:cond delay="0"/>
                                          </p:stCondLst>
                                        </p:cTn>
                                        <p:tgtEl>
                                          <p:spTgt spid="30"/>
                                        </p:tgtEl>
                                        <p:attrNameLst>
                                          <p:attrName>style.visibility</p:attrName>
                                        </p:attrNameLst>
                                      </p:cBhvr>
                                      <p:to>
                                        <p:strVal val="visible"/>
                                      </p:to>
                                    </p:set>
                                    <p:animEffect transition="in" filter="wipe(up)">
                                      <p:cBhvr>
                                        <p:cTn id="31" dur="500"/>
                                        <p:tgtEl>
                                          <p:spTgt spid="30"/>
                                        </p:tgtEl>
                                      </p:cBhvr>
                                    </p:animEffect>
                                  </p:childTnLst>
                                </p:cTn>
                              </p:par>
                            </p:childTnLst>
                          </p:cTn>
                        </p:par>
                      </p:childTnLst>
                    </p:cTn>
                  </p:par>
                  <p:par>
                    <p:cTn id="32" fill="hold">
                      <p:stCondLst>
                        <p:cond delay="indefinite"/>
                      </p:stCondLst>
                      <p:childTnLst>
                        <p:par>
                          <p:cTn id="33" fill="hold">
                            <p:stCondLst>
                              <p:cond delay="0"/>
                            </p:stCondLst>
                            <p:childTnLst>
                              <p:par>
                                <p:cTn id="34" presetID="53" presetClass="entr" presetSubtype="16" fill="hold" grpId="0" nodeType="clickEffect">
                                  <p:stCondLst>
                                    <p:cond delay="0"/>
                                  </p:stCondLst>
                                  <p:childTnLst>
                                    <p:set>
                                      <p:cBhvr>
                                        <p:cTn id="35" dur="1" fill="hold">
                                          <p:stCondLst>
                                            <p:cond delay="0"/>
                                          </p:stCondLst>
                                        </p:cTn>
                                        <p:tgtEl>
                                          <p:spTgt spid="24"/>
                                        </p:tgtEl>
                                        <p:attrNameLst>
                                          <p:attrName>style.visibility</p:attrName>
                                        </p:attrNameLst>
                                      </p:cBhvr>
                                      <p:to>
                                        <p:strVal val="visible"/>
                                      </p:to>
                                    </p:set>
                                    <p:anim calcmode="lin" valueType="num">
                                      <p:cBhvr>
                                        <p:cTn id="36" dur="500" fill="hold"/>
                                        <p:tgtEl>
                                          <p:spTgt spid="24"/>
                                        </p:tgtEl>
                                        <p:attrNameLst>
                                          <p:attrName>ppt_w</p:attrName>
                                        </p:attrNameLst>
                                      </p:cBhvr>
                                      <p:tavLst>
                                        <p:tav tm="0">
                                          <p:val>
                                            <p:fltVal val="0"/>
                                          </p:val>
                                        </p:tav>
                                        <p:tav tm="100000">
                                          <p:val>
                                            <p:strVal val="#ppt_w"/>
                                          </p:val>
                                        </p:tav>
                                      </p:tavLst>
                                    </p:anim>
                                    <p:anim calcmode="lin" valueType="num">
                                      <p:cBhvr>
                                        <p:cTn id="37" dur="500" fill="hold"/>
                                        <p:tgtEl>
                                          <p:spTgt spid="24"/>
                                        </p:tgtEl>
                                        <p:attrNameLst>
                                          <p:attrName>ppt_h</p:attrName>
                                        </p:attrNameLst>
                                      </p:cBhvr>
                                      <p:tavLst>
                                        <p:tav tm="0">
                                          <p:val>
                                            <p:fltVal val="0"/>
                                          </p:val>
                                        </p:tav>
                                        <p:tav tm="100000">
                                          <p:val>
                                            <p:strVal val="#ppt_h"/>
                                          </p:val>
                                        </p:tav>
                                      </p:tavLst>
                                    </p:anim>
                                    <p:animEffect transition="in" filter="fade">
                                      <p:cBhvr>
                                        <p:cTn id="38" dur="500"/>
                                        <p:tgtEl>
                                          <p:spTgt spid="24"/>
                                        </p:tgtEl>
                                      </p:cBhvr>
                                    </p:animEffect>
                                  </p:childTnLst>
                                </p:cTn>
                              </p:par>
                            </p:childTnLst>
                          </p:cTn>
                        </p:par>
                      </p:childTnLst>
                    </p:cTn>
                  </p:par>
                  <p:par>
                    <p:cTn id="39" fill="hold">
                      <p:stCondLst>
                        <p:cond delay="indefinite"/>
                      </p:stCondLst>
                      <p:childTnLst>
                        <p:par>
                          <p:cTn id="40" fill="hold">
                            <p:stCondLst>
                              <p:cond delay="0"/>
                            </p:stCondLst>
                            <p:childTnLst>
                              <p:par>
                                <p:cTn id="41" presetID="53" presetClass="entr" presetSubtype="16" fill="hold" grpId="0" nodeType="clickEffect">
                                  <p:stCondLst>
                                    <p:cond delay="0"/>
                                  </p:stCondLst>
                                  <p:childTnLst>
                                    <p:set>
                                      <p:cBhvr>
                                        <p:cTn id="42" dur="1" fill="hold">
                                          <p:stCondLst>
                                            <p:cond delay="0"/>
                                          </p:stCondLst>
                                        </p:cTn>
                                        <p:tgtEl>
                                          <p:spTgt spid="25"/>
                                        </p:tgtEl>
                                        <p:attrNameLst>
                                          <p:attrName>style.visibility</p:attrName>
                                        </p:attrNameLst>
                                      </p:cBhvr>
                                      <p:to>
                                        <p:strVal val="visible"/>
                                      </p:to>
                                    </p:set>
                                    <p:anim calcmode="lin" valueType="num">
                                      <p:cBhvr>
                                        <p:cTn id="43" dur="500" fill="hold"/>
                                        <p:tgtEl>
                                          <p:spTgt spid="25"/>
                                        </p:tgtEl>
                                        <p:attrNameLst>
                                          <p:attrName>ppt_w</p:attrName>
                                        </p:attrNameLst>
                                      </p:cBhvr>
                                      <p:tavLst>
                                        <p:tav tm="0">
                                          <p:val>
                                            <p:fltVal val="0"/>
                                          </p:val>
                                        </p:tav>
                                        <p:tav tm="100000">
                                          <p:val>
                                            <p:strVal val="#ppt_w"/>
                                          </p:val>
                                        </p:tav>
                                      </p:tavLst>
                                    </p:anim>
                                    <p:anim calcmode="lin" valueType="num">
                                      <p:cBhvr>
                                        <p:cTn id="44" dur="500" fill="hold"/>
                                        <p:tgtEl>
                                          <p:spTgt spid="25"/>
                                        </p:tgtEl>
                                        <p:attrNameLst>
                                          <p:attrName>ppt_h</p:attrName>
                                        </p:attrNameLst>
                                      </p:cBhvr>
                                      <p:tavLst>
                                        <p:tav tm="0">
                                          <p:val>
                                            <p:fltVal val="0"/>
                                          </p:val>
                                        </p:tav>
                                        <p:tav tm="100000">
                                          <p:val>
                                            <p:strVal val="#ppt_h"/>
                                          </p:val>
                                        </p:tav>
                                      </p:tavLst>
                                    </p:anim>
                                    <p:animEffect transition="in" filter="fade">
                                      <p:cBhvr>
                                        <p:cTn id="45" dur="500"/>
                                        <p:tgtEl>
                                          <p:spTgt spid="25"/>
                                        </p:tgtEl>
                                      </p:cBhvr>
                                    </p:animEffect>
                                  </p:childTnLst>
                                </p:cTn>
                              </p:par>
                            </p:childTnLst>
                          </p:cTn>
                        </p:par>
                      </p:childTnLst>
                    </p:cTn>
                  </p:par>
                  <p:par>
                    <p:cTn id="46" fill="hold">
                      <p:stCondLst>
                        <p:cond delay="indefinite"/>
                      </p:stCondLst>
                      <p:childTnLst>
                        <p:par>
                          <p:cTn id="47" fill="hold">
                            <p:stCondLst>
                              <p:cond delay="0"/>
                            </p:stCondLst>
                            <p:childTnLst>
                              <p:par>
                                <p:cTn id="48" presetID="53" presetClass="entr" presetSubtype="16" fill="hold" grpId="0" nodeType="clickEffect">
                                  <p:stCondLst>
                                    <p:cond delay="0"/>
                                  </p:stCondLst>
                                  <p:childTnLst>
                                    <p:set>
                                      <p:cBhvr>
                                        <p:cTn id="49" dur="1" fill="hold">
                                          <p:stCondLst>
                                            <p:cond delay="0"/>
                                          </p:stCondLst>
                                        </p:cTn>
                                        <p:tgtEl>
                                          <p:spTgt spid="34"/>
                                        </p:tgtEl>
                                        <p:attrNameLst>
                                          <p:attrName>style.visibility</p:attrName>
                                        </p:attrNameLst>
                                      </p:cBhvr>
                                      <p:to>
                                        <p:strVal val="visible"/>
                                      </p:to>
                                    </p:set>
                                    <p:anim calcmode="lin" valueType="num">
                                      <p:cBhvr>
                                        <p:cTn id="50" dur="500" fill="hold"/>
                                        <p:tgtEl>
                                          <p:spTgt spid="34"/>
                                        </p:tgtEl>
                                        <p:attrNameLst>
                                          <p:attrName>ppt_w</p:attrName>
                                        </p:attrNameLst>
                                      </p:cBhvr>
                                      <p:tavLst>
                                        <p:tav tm="0">
                                          <p:val>
                                            <p:fltVal val="0"/>
                                          </p:val>
                                        </p:tav>
                                        <p:tav tm="100000">
                                          <p:val>
                                            <p:strVal val="#ppt_w"/>
                                          </p:val>
                                        </p:tav>
                                      </p:tavLst>
                                    </p:anim>
                                    <p:anim calcmode="lin" valueType="num">
                                      <p:cBhvr>
                                        <p:cTn id="51" dur="500" fill="hold"/>
                                        <p:tgtEl>
                                          <p:spTgt spid="34"/>
                                        </p:tgtEl>
                                        <p:attrNameLst>
                                          <p:attrName>ppt_h</p:attrName>
                                        </p:attrNameLst>
                                      </p:cBhvr>
                                      <p:tavLst>
                                        <p:tav tm="0">
                                          <p:val>
                                            <p:fltVal val="0"/>
                                          </p:val>
                                        </p:tav>
                                        <p:tav tm="100000">
                                          <p:val>
                                            <p:strVal val="#ppt_h"/>
                                          </p:val>
                                        </p:tav>
                                      </p:tavLst>
                                    </p:anim>
                                    <p:animEffect transition="in" filter="fade">
                                      <p:cBhvr>
                                        <p:cTn id="52" dur="500"/>
                                        <p:tgtEl>
                                          <p:spTgt spid="34"/>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9" grpId="0" animBg="1"/>
      <p:bldP spid="22" grpId="0"/>
      <p:bldP spid="24" grpId="0" animBg="1"/>
      <p:bldP spid="25" grpId="0" animBg="1"/>
      <p:bldP spid="34" grpId="0" animBg="1"/>
    </p:bldLst>
  </p:timing>
</p:sld>
</file>

<file path=ppt/slides/slide8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49" name="组合 48">
            <a:extLst>
              <a:ext uri="{FF2B5EF4-FFF2-40B4-BE49-F238E27FC236}">
                <a16:creationId xmlns:a16="http://schemas.microsoft.com/office/drawing/2014/main" id="{DBF81D00-CE0E-481C-AA58-F0882ABF0963}"/>
              </a:ext>
            </a:extLst>
          </p:cNvPr>
          <p:cNvGrpSpPr/>
          <p:nvPr/>
        </p:nvGrpSpPr>
        <p:grpSpPr>
          <a:xfrm>
            <a:off x="4851552" y="3681893"/>
            <a:ext cx="7035648" cy="2099311"/>
            <a:chOff x="4851552" y="3681893"/>
            <a:chExt cx="7035648" cy="2099311"/>
          </a:xfrm>
        </p:grpSpPr>
        <p:sp>
          <p:nvSpPr>
            <p:cNvPr id="43" name="矩形 42">
              <a:extLst>
                <a:ext uri="{FF2B5EF4-FFF2-40B4-BE49-F238E27FC236}">
                  <a16:creationId xmlns:a16="http://schemas.microsoft.com/office/drawing/2014/main" id="{92CCB21B-6D01-47C3-9390-819E492EE019}"/>
                </a:ext>
              </a:extLst>
            </p:cNvPr>
            <p:cNvSpPr/>
            <p:nvPr/>
          </p:nvSpPr>
          <p:spPr>
            <a:xfrm>
              <a:off x="11683269" y="5500696"/>
              <a:ext cx="203931" cy="280508"/>
            </a:xfrm>
            <a:prstGeom prst="rect">
              <a:avLst/>
            </a:prstGeom>
            <a:solidFill>
              <a:schemeClr val="accent1">
                <a:lumMod val="75000"/>
              </a:schemeClr>
            </a:solidFill>
            <a:ln>
              <a:solidFill>
                <a:schemeClr val="accent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42" name="矩形 41">
              <a:extLst>
                <a:ext uri="{FF2B5EF4-FFF2-40B4-BE49-F238E27FC236}">
                  <a16:creationId xmlns:a16="http://schemas.microsoft.com/office/drawing/2014/main" id="{B76A7E0D-3035-43CC-9DE7-96220489B2CC}"/>
                </a:ext>
              </a:extLst>
            </p:cNvPr>
            <p:cNvSpPr/>
            <p:nvPr/>
          </p:nvSpPr>
          <p:spPr>
            <a:xfrm>
              <a:off x="5295006" y="4957139"/>
              <a:ext cx="203931" cy="280508"/>
            </a:xfrm>
            <a:prstGeom prst="rect">
              <a:avLst/>
            </a:prstGeom>
            <a:solidFill>
              <a:schemeClr val="accent1">
                <a:lumMod val="75000"/>
              </a:schemeClr>
            </a:solidFill>
            <a:ln>
              <a:solidFill>
                <a:schemeClr val="accent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12" name="矩形 11">
              <a:extLst>
                <a:ext uri="{FF2B5EF4-FFF2-40B4-BE49-F238E27FC236}">
                  <a16:creationId xmlns:a16="http://schemas.microsoft.com/office/drawing/2014/main" id="{E978489E-ECAE-48E5-AE67-FCC0F8D07EBB}"/>
                </a:ext>
              </a:extLst>
            </p:cNvPr>
            <p:cNvSpPr/>
            <p:nvPr/>
          </p:nvSpPr>
          <p:spPr>
            <a:xfrm>
              <a:off x="4851552" y="4441409"/>
              <a:ext cx="203931" cy="280508"/>
            </a:xfrm>
            <a:prstGeom prst="rect">
              <a:avLst/>
            </a:prstGeom>
            <a:solidFill>
              <a:schemeClr val="accent1">
                <a:lumMod val="75000"/>
              </a:schemeClr>
            </a:solidFill>
            <a:ln>
              <a:solidFill>
                <a:schemeClr val="accent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grpSp>
          <p:nvGrpSpPr>
            <p:cNvPr id="48" name="组合 47">
              <a:extLst>
                <a:ext uri="{FF2B5EF4-FFF2-40B4-BE49-F238E27FC236}">
                  <a16:creationId xmlns:a16="http://schemas.microsoft.com/office/drawing/2014/main" id="{BFDBAAAD-664D-4532-BDD1-F56E6476B15A}"/>
                </a:ext>
              </a:extLst>
            </p:cNvPr>
            <p:cNvGrpSpPr/>
            <p:nvPr/>
          </p:nvGrpSpPr>
          <p:grpSpPr>
            <a:xfrm>
              <a:off x="5055483" y="3681893"/>
              <a:ext cx="6627786" cy="1818803"/>
              <a:chOff x="5055483" y="3681893"/>
              <a:chExt cx="6627786" cy="1818803"/>
            </a:xfrm>
          </p:grpSpPr>
          <p:sp>
            <p:nvSpPr>
              <p:cNvPr id="41" name="文本框 40">
                <a:extLst>
                  <a:ext uri="{FF2B5EF4-FFF2-40B4-BE49-F238E27FC236}">
                    <a16:creationId xmlns:a16="http://schemas.microsoft.com/office/drawing/2014/main" id="{B046A378-77FC-4CC2-8F6C-5320885AC23F}"/>
                  </a:ext>
                </a:extLst>
              </p:cNvPr>
              <p:cNvSpPr txBox="1"/>
              <p:nvPr/>
            </p:nvSpPr>
            <p:spPr>
              <a:xfrm>
                <a:off x="6157338" y="3681893"/>
                <a:ext cx="4723364" cy="400110"/>
              </a:xfrm>
              <a:prstGeom prst="rect">
                <a:avLst/>
              </a:prstGeom>
              <a:noFill/>
            </p:spPr>
            <p:txBody>
              <a:bodyPr wrap="square" rtlCol="0">
                <a:spAutoFit/>
              </a:bodyPr>
              <a:lstStyle/>
              <a:p>
                <a:pPr algn="ctr"/>
                <a:r>
                  <a:rPr lang="zh-CN" altLang="en-US" sz="2000" b="1" dirty="0">
                    <a:solidFill>
                      <a:schemeClr val="accent1">
                        <a:lumMod val="75000"/>
                      </a:schemeClr>
                    </a:solidFill>
                  </a:rPr>
                  <a:t>算法要求生成多项式必须包含最低次项</a:t>
                </a:r>
                <a:endParaRPr lang="zh-CN" altLang="en-US" sz="2000" b="1" spc="300" dirty="0">
                  <a:solidFill>
                    <a:schemeClr val="accent1">
                      <a:lumMod val="75000"/>
                    </a:schemeClr>
                  </a:solidFill>
                </a:endParaRPr>
              </a:p>
            </p:txBody>
          </p:sp>
          <p:cxnSp>
            <p:nvCxnSpPr>
              <p:cNvPr id="14" name="直接箭头连接符 13">
                <a:extLst>
                  <a:ext uri="{FF2B5EF4-FFF2-40B4-BE49-F238E27FC236}">
                    <a16:creationId xmlns:a16="http://schemas.microsoft.com/office/drawing/2014/main" id="{F046C429-342F-4B91-B3D5-2E64668D3733}"/>
                  </a:ext>
                </a:extLst>
              </p:cNvPr>
              <p:cNvCxnSpPr>
                <a:cxnSpLocks/>
                <a:stCxn id="41" idx="2"/>
              </p:cNvCxnSpPr>
              <p:nvPr/>
            </p:nvCxnSpPr>
            <p:spPr>
              <a:xfrm flipH="1">
                <a:off x="5055483" y="4082003"/>
                <a:ext cx="3463537" cy="499660"/>
              </a:xfrm>
              <a:prstGeom prst="straightConnector1">
                <a:avLst/>
              </a:prstGeom>
              <a:ln w="12700">
                <a:solidFill>
                  <a:schemeClr val="accent1">
                    <a:lumMod val="75000"/>
                  </a:schemeClr>
                </a:solidFill>
                <a:tailEnd type="triangle"/>
              </a:ln>
            </p:spPr>
            <p:style>
              <a:lnRef idx="1">
                <a:schemeClr val="accent1"/>
              </a:lnRef>
              <a:fillRef idx="0">
                <a:schemeClr val="accent1"/>
              </a:fillRef>
              <a:effectRef idx="0">
                <a:schemeClr val="accent1"/>
              </a:effectRef>
              <a:fontRef idx="minor">
                <a:schemeClr val="tx1"/>
              </a:fontRef>
            </p:style>
          </p:cxnSp>
          <p:cxnSp>
            <p:nvCxnSpPr>
              <p:cNvPr id="44" name="直接箭头连接符 43">
                <a:extLst>
                  <a:ext uri="{FF2B5EF4-FFF2-40B4-BE49-F238E27FC236}">
                    <a16:creationId xmlns:a16="http://schemas.microsoft.com/office/drawing/2014/main" id="{DB565D50-0DD3-41C2-A1A1-B3012E13A82B}"/>
                  </a:ext>
                </a:extLst>
              </p:cNvPr>
              <p:cNvCxnSpPr>
                <a:cxnSpLocks/>
                <a:stCxn id="41" idx="2"/>
              </p:cNvCxnSpPr>
              <p:nvPr/>
            </p:nvCxnSpPr>
            <p:spPr>
              <a:xfrm flipH="1">
                <a:off x="5498937" y="4082003"/>
                <a:ext cx="3020083" cy="1015390"/>
              </a:xfrm>
              <a:prstGeom prst="straightConnector1">
                <a:avLst/>
              </a:prstGeom>
              <a:ln w="12700">
                <a:solidFill>
                  <a:schemeClr val="accent1">
                    <a:lumMod val="75000"/>
                  </a:schemeClr>
                </a:solidFill>
                <a:tailEnd type="triangle"/>
              </a:ln>
            </p:spPr>
            <p:style>
              <a:lnRef idx="1">
                <a:schemeClr val="accent1"/>
              </a:lnRef>
              <a:fillRef idx="0">
                <a:schemeClr val="accent1"/>
              </a:fillRef>
              <a:effectRef idx="0">
                <a:schemeClr val="accent1"/>
              </a:effectRef>
              <a:fontRef idx="minor">
                <a:schemeClr val="tx1"/>
              </a:fontRef>
            </p:style>
          </p:cxnSp>
          <p:cxnSp>
            <p:nvCxnSpPr>
              <p:cNvPr id="45" name="直接箭头连接符 44">
                <a:extLst>
                  <a:ext uri="{FF2B5EF4-FFF2-40B4-BE49-F238E27FC236}">
                    <a16:creationId xmlns:a16="http://schemas.microsoft.com/office/drawing/2014/main" id="{504442C0-C7F9-44A4-9514-0187912DB431}"/>
                  </a:ext>
                </a:extLst>
              </p:cNvPr>
              <p:cNvCxnSpPr>
                <a:cxnSpLocks/>
                <a:stCxn id="41" idx="2"/>
              </p:cNvCxnSpPr>
              <p:nvPr/>
            </p:nvCxnSpPr>
            <p:spPr>
              <a:xfrm>
                <a:off x="8519020" y="4082003"/>
                <a:ext cx="3164249" cy="1418693"/>
              </a:xfrm>
              <a:prstGeom prst="straightConnector1">
                <a:avLst/>
              </a:prstGeom>
              <a:ln w="12700">
                <a:solidFill>
                  <a:schemeClr val="accent1">
                    <a:lumMod val="75000"/>
                  </a:schemeClr>
                </a:solidFill>
                <a:tailEnd type="triangle"/>
              </a:ln>
            </p:spPr>
            <p:style>
              <a:lnRef idx="1">
                <a:schemeClr val="accent1"/>
              </a:lnRef>
              <a:fillRef idx="0">
                <a:schemeClr val="accent1"/>
              </a:fillRef>
              <a:effectRef idx="0">
                <a:schemeClr val="accent1"/>
              </a:effectRef>
              <a:fontRef idx="minor">
                <a:schemeClr val="tx1"/>
              </a:fontRef>
            </p:style>
          </p:cxnSp>
        </p:grpSp>
      </p:grpSp>
      <p:grpSp>
        <p:nvGrpSpPr>
          <p:cNvPr id="4" name="组合 3">
            <a:extLst>
              <a:ext uri="{FF2B5EF4-FFF2-40B4-BE49-F238E27FC236}">
                <a16:creationId xmlns:a16="http://schemas.microsoft.com/office/drawing/2014/main" id="{9A1EA9F2-FCB6-48C3-935F-7AE7E3AD14AC}"/>
              </a:ext>
            </a:extLst>
          </p:cNvPr>
          <p:cNvGrpSpPr/>
          <p:nvPr/>
        </p:nvGrpSpPr>
        <p:grpSpPr>
          <a:xfrm>
            <a:off x="304800" y="749300"/>
            <a:ext cx="6192343" cy="400110"/>
            <a:chOff x="424117" y="898245"/>
            <a:chExt cx="6192343" cy="400110"/>
          </a:xfrm>
        </p:grpSpPr>
        <p:sp>
          <p:nvSpPr>
            <p:cNvPr id="2" name="平行四边形 1">
              <a:extLst>
                <a:ext uri="{FF2B5EF4-FFF2-40B4-BE49-F238E27FC236}">
                  <a16:creationId xmlns:a16="http://schemas.microsoft.com/office/drawing/2014/main" id="{1F5BAA3F-9845-4F89-A2DD-8222D3E4EDAC}"/>
                </a:ext>
              </a:extLst>
            </p:cNvPr>
            <p:cNvSpPr/>
            <p:nvPr/>
          </p:nvSpPr>
          <p:spPr>
            <a:xfrm>
              <a:off x="424117" y="898245"/>
              <a:ext cx="711200" cy="387090"/>
            </a:xfrm>
            <a:prstGeom prst="parallelogram">
              <a:avLst/>
            </a:prstGeom>
            <a:solidFill>
              <a:schemeClr val="accent3">
                <a:lumMod val="75000"/>
              </a:schemeClr>
            </a:solidFill>
            <a:ln>
              <a:solidFill>
                <a:schemeClr val="accent3">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CN" sz="2200" dirty="0">
                  <a:latin typeface="Impact" panose="020B0806030902050204" pitchFamily="34" charset="0"/>
                </a:rPr>
                <a:t>03</a:t>
              </a:r>
              <a:endParaRPr lang="zh-CN" altLang="en-US" sz="2200" dirty="0">
                <a:latin typeface="Impact" panose="020B0806030902050204" pitchFamily="34" charset="0"/>
              </a:endParaRPr>
            </a:p>
          </p:txBody>
        </p:sp>
        <p:sp>
          <p:nvSpPr>
            <p:cNvPr id="3" name="文本框 2">
              <a:extLst>
                <a:ext uri="{FF2B5EF4-FFF2-40B4-BE49-F238E27FC236}">
                  <a16:creationId xmlns:a16="http://schemas.microsoft.com/office/drawing/2014/main" id="{4D6BD736-A4D3-4F26-AFED-36E11F50F70B}"/>
                </a:ext>
              </a:extLst>
            </p:cNvPr>
            <p:cNvSpPr txBox="1"/>
            <p:nvPr/>
          </p:nvSpPr>
          <p:spPr>
            <a:xfrm>
              <a:off x="1204755" y="898245"/>
              <a:ext cx="5411705" cy="400110"/>
            </a:xfrm>
            <a:prstGeom prst="rect">
              <a:avLst/>
            </a:prstGeom>
            <a:noFill/>
          </p:spPr>
          <p:txBody>
            <a:bodyPr wrap="square" rtlCol="0">
              <a:spAutoFit/>
            </a:bodyPr>
            <a:lstStyle/>
            <a:p>
              <a:r>
                <a:rPr lang="zh-CN" altLang="en-US" sz="2000" b="1" dirty="0"/>
                <a:t>循环冗余校验</a:t>
              </a:r>
            </a:p>
          </p:txBody>
        </p:sp>
      </p:grpSp>
      <p:sp>
        <p:nvSpPr>
          <p:cNvPr id="22" name="文本框 21">
            <a:extLst>
              <a:ext uri="{FF2B5EF4-FFF2-40B4-BE49-F238E27FC236}">
                <a16:creationId xmlns:a16="http://schemas.microsoft.com/office/drawing/2014/main" id="{C4E54250-673A-4412-A3A6-4DAF2F3BE0D1}"/>
              </a:ext>
            </a:extLst>
          </p:cNvPr>
          <p:cNvSpPr txBox="1"/>
          <p:nvPr/>
        </p:nvSpPr>
        <p:spPr>
          <a:xfrm>
            <a:off x="1002040" y="1297649"/>
            <a:ext cx="2789250" cy="400110"/>
          </a:xfrm>
          <a:prstGeom prst="rect">
            <a:avLst/>
          </a:prstGeom>
          <a:noFill/>
        </p:spPr>
        <p:txBody>
          <a:bodyPr wrap="square" rtlCol="0">
            <a:spAutoFit/>
          </a:bodyPr>
          <a:lstStyle/>
          <a:p>
            <a:r>
              <a:rPr lang="en-US" altLang="zh-CN" sz="2000" b="1" dirty="0">
                <a:solidFill>
                  <a:schemeClr val="accent3">
                    <a:lumMod val="75000"/>
                  </a:schemeClr>
                </a:solidFill>
              </a:rPr>
              <a:t>【</a:t>
            </a:r>
            <a:r>
              <a:rPr lang="zh-CN" altLang="en-US" sz="2000" b="1" dirty="0">
                <a:solidFill>
                  <a:schemeClr val="accent3">
                    <a:lumMod val="75000"/>
                  </a:schemeClr>
                </a:solidFill>
              </a:rPr>
              <a:t>生成多项式举例</a:t>
            </a:r>
            <a:r>
              <a:rPr lang="en-US" altLang="zh-CN" sz="2000" b="1" dirty="0">
                <a:solidFill>
                  <a:schemeClr val="accent3">
                    <a:lumMod val="75000"/>
                  </a:schemeClr>
                </a:solidFill>
              </a:rPr>
              <a:t>】</a:t>
            </a:r>
            <a:endParaRPr lang="zh-CN" altLang="en-US" sz="2000" b="1" dirty="0">
              <a:solidFill>
                <a:schemeClr val="accent3">
                  <a:lumMod val="75000"/>
                </a:schemeClr>
              </a:solidFill>
            </a:endParaRPr>
          </a:p>
        </p:txBody>
      </p:sp>
      <mc:AlternateContent xmlns:mc="http://schemas.openxmlformats.org/markup-compatibility/2006" xmlns:a14="http://schemas.microsoft.com/office/drawing/2010/main">
        <mc:Choice Requires="a14">
          <p:sp>
            <p:nvSpPr>
              <p:cNvPr id="7" name="文本框 6">
                <a:extLst>
                  <a:ext uri="{FF2B5EF4-FFF2-40B4-BE49-F238E27FC236}">
                    <a16:creationId xmlns:a16="http://schemas.microsoft.com/office/drawing/2014/main" id="{888D87E9-82E5-480B-9BF2-A128FAA4E2D1}"/>
                  </a:ext>
                </a:extLst>
              </p:cNvPr>
              <p:cNvSpPr txBox="1"/>
              <p:nvPr/>
            </p:nvSpPr>
            <p:spPr>
              <a:xfrm>
                <a:off x="1591837" y="1753572"/>
                <a:ext cx="5411704" cy="532966"/>
              </a:xfrm>
              <a:prstGeom prst="rect">
                <a:avLst/>
              </a:prstGeom>
              <a:noFill/>
            </p:spPr>
            <p:txBody>
              <a:bodyPr wrap="square" rtlCol="0">
                <a:spAutoFit/>
              </a:bodyPr>
              <a:lstStyle/>
              <a:p>
                <a:pPr/>
                <a14:m>
                  <m:oMathPara xmlns:m="http://schemas.openxmlformats.org/officeDocument/2006/math">
                    <m:oMathParaPr>
                      <m:jc m:val="left"/>
                    </m:oMathParaPr>
                    <m:oMath xmlns:m="http://schemas.openxmlformats.org/officeDocument/2006/math">
                      <m:r>
                        <a:rPr lang="en-US" altLang="zh-CN" sz="2800" b="1" i="1" smtClean="0">
                          <a:latin typeface="Cambria Math" panose="02040503050406030204" pitchFamily="18" charset="0"/>
                        </a:rPr>
                        <m:t>𝑮</m:t>
                      </m:r>
                      <m:d>
                        <m:dPr>
                          <m:ctrlPr>
                            <a:rPr lang="en-US" altLang="zh-CN" sz="2800" b="1" i="1" smtClean="0">
                              <a:latin typeface="Cambria Math" panose="02040503050406030204" pitchFamily="18" charset="0"/>
                            </a:rPr>
                          </m:ctrlPr>
                        </m:dPr>
                        <m:e>
                          <m:r>
                            <a:rPr lang="en-US" altLang="zh-CN" sz="2800" b="1" i="1" smtClean="0">
                              <a:latin typeface="Cambria Math" panose="02040503050406030204" pitchFamily="18" charset="0"/>
                            </a:rPr>
                            <m:t>𝑿</m:t>
                          </m:r>
                        </m:e>
                      </m:d>
                      <m:r>
                        <a:rPr lang="en-US" altLang="zh-CN" sz="2800" b="1" i="1" smtClean="0">
                          <a:latin typeface="Cambria Math" panose="02040503050406030204" pitchFamily="18" charset="0"/>
                        </a:rPr>
                        <m:t>=</m:t>
                      </m:r>
                      <m:sSup>
                        <m:sSupPr>
                          <m:ctrlPr>
                            <a:rPr lang="en-US" altLang="zh-CN" sz="2800" b="1" i="1" smtClean="0">
                              <a:latin typeface="Cambria Math" panose="02040503050406030204" pitchFamily="18" charset="0"/>
                            </a:rPr>
                          </m:ctrlPr>
                        </m:sSupPr>
                        <m:e>
                          <m:r>
                            <a:rPr lang="en-US" altLang="zh-CN" sz="2800" b="1" i="1" smtClean="0">
                              <a:latin typeface="Cambria Math" panose="02040503050406030204" pitchFamily="18" charset="0"/>
                            </a:rPr>
                            <m:t> </m:t>
                          </m:r>
                          <m:r>
                            <a:rPr lang="en-US" altLang="zh-CN" sz="2800" b="1" i="1" smtClean="0">
                              <a:latin typeface="Cambria Math" panose="02040503050406030204" pitchFamily="18" charset="0"/>
                            </a:rPr>
                            <m:t>𝑿</m:t>
                          </m:r>
                        </m:e>
                        <m:sup>
                          <m:r>
                            <a:rPr lang="en-US" altLang="zh-CN" sz="2800" b="1" i="1" smtClean="0">
                              <a:latin typeface="Cambria Math" panose="02040503050406030204" pitchFamily="18" charset="0"/>
                            </a:rPr>
                            <m:t>𝟒</m:t>
                          </m:r>
                        </m:sup>
                      </m:sSup>
                      <m:r>
                        <a:rPr lang="en-US" altLang="zh-CN" sz="2800" b="1" i="1" smtClean="0">
                          <a:latin typeface="Cambria Math" panose="02040503050406030204" pitchFamily="18" charset="0"/>
                          <a:ea typeface="Cambria Math" panose="02040503050406030204" pitchFamily="18" charset="0"/>
                        </a:rPr>
                        <m:t>+</m:t>
                      </m:r>
                      <m:sSup>
                        <m:sSupPr>
                          <m:ctrlPr>
                            <a:rPr lang="en-US" altLang="zh-CN" sz="2800" b="1" i="1" smtClean="0">
                              <a:latin typeface="Cambria Math" panose="02040503050406030204" pitchFamily="18" charset="0"/>
                              <a:ea typeface="Cambria Math" panose="02040503050406030204" pitchFamily="18" charset="0"/>
                            </a:rPr>
                          </m:ctrlPr>
                        </m:sSupPr>
                        <m:e>
                          <m:r>
                            <a:rPr lang="en-US" altLang="zh-CN" sz="2800" b="1" i="1" smtClean="0">
                              <a:latin typeface="Cambria Math" panose="02040503050406030204" pitchFamily="18" charset="0"/>
                              <a:ea typeface="Cambria Math" panose="02040503050406030204" pitchFamily="18" charset="0"/>
                            </a:rPr>
                            <m:t> </m:t>
                          </m:r>
                          <m:r>
                            <a:rPr lang="en-US" altLang="zh-CN" sz="2800" b="1" i="1" smtClean="0">
                              <a:latin typeface="Cambria Math" panose="02040503050406030204" pitchFamily="18" charset="0"/>
                              <a:ea typeface="Cambria Math" panose="02040503050406030204" pitchFamily="18" charset="0"/>
                            </a:rPr>
                            <m:t>𝑿</m:t>
                          </m:r>
                        </m:e>
                        <m:sup>
                          <m:r>
                            <a:rPr lang="en-US" altLang="zh-CN" sz="2800" b="1" i="1" smtClean="0">
                              <a:latin typeface="Cambria Math" panose="02040503050406030204" pitchFamily="18" charset="0"/>
                              <a:ea typeface="Cambria Math" panose="02040503050406030204" pitchFamily="18" charset="0"/>
                            </a:rPr>
                            <m:t>𝟐</m:t>
                          </m:r>
                        </m:sup>
                      </m:sSup>
                      <m:r>
                        <a:rPr lang="en-US" altLang="zh-CN" sz="2800" b="1" i="1" smtClean="0">
                          <a:latin typeface="Cambria Math" panose="02040503050406030204" pitchFamily="18" charset="0"/>
                          <a:ea typeface="Cambria Math" panose="02040503050406030204" pitchFamily="18" charset="0"/>
                        </a:rPr>
                        <m:t>+</m:t>
                      </m:r>
                      <m:r>
                        <a:rPr lang="en-US" altLang="zh-CN" sz="2800" b="1" i="1" smtClean="0">
                          <a:latin typeface="Cambria Math" panose="02040503050406030204" pitchFamily="18" charset="0"/>
                          <a:ea typeface="Cambria Math" panose="02040503050406030204" pitchFamily="18" charset="0"/>
                        </a:rPr>
                        <m:t>𝑿</m:t>
                      </m:r>
                      <m:r>
                        <a:rPr lang="en-US" altLang="zh-CN" sz="2800" b="1" i="1" smtClean="0">
                          <a:latin typeface="Cambria Math" panose="02040503050406030204" pitchFamily="18" charset="0"/>
                          <a:ea typeface="Cambria Math" panose="02040503050406030204" pitchFamily="18" charset="0"/>
                        </a:rPr>
                        <m:t>+</m:t>
                      </m:r>
                      <m:r>
                        <a:rPr lang="en-US" altLang="zh-CN" sz="2800" b="1" i="1" smtClean="0">
                          <a:latin typeface="Cambria Math" panose="02040503050406030204" pitchFamily="18" charset="0"/>
                          <a:ea typeface="Cambria Math" panose="02040503050406030204" pitchFamily="18" charset="0"/>
                        </a:rPr>
                        <m:t>𝟏</m:t>
                      </m:r>
                    </m:oMath>
                  </m:oMathPara>
                </a14:m>
                <a:endParaRPr lang="zh-CN" altLang="en-US" sz="2800" b="1" dirty="0"/>
              </a:p>
            </p:txBody>
          </p:sp>
        </mc:Choice>
        <mc:Fallback xmlns="">
          <p:sp>
            <p:nvSpPr>
              <p:cNvPr id="7" name="文本框 6">
                <a:extLst>
                  <a:ext uri="{FF2B5EF4-FFF2-40B4-BE49-F238E27FC236}">
                    <a16:creationId xmlns:a16="http://schemas.microsoft.com/office/drawing/2014/main" id="{888D87E9-82E5-480B-9BF2-A128FAA4E2D1}"/>
                  </a:ext>
                </a:extLst>
              </p:cNvPr>
              <p:cNvSpPr txBox="1">
                <a:spLocks noRot="1" noChangeAspect="1" noMove="1" noResize="1" noEditPoints="1" noAdjustHandles="1" noChangeArrowheads="1" noChangeShapeType="1" noTextEdit="1"/>
              </p:cNvSpPr>
              <p:nvPr/>
            </p:nvSpPr>
            <p:spPr>
              <a:xfrm>
                <a:off x="1591837" y="1753572"/>
                <a:ext cx="5411704" cy="532966"/>
              </a:xfrm>
              <a:prstGeom prst="rect">
                <a:avLst/>
              </a:prstGeom>
              <a:blipFill>
                <a:blip r:embed="rId3"/>
                <a:stretch>
                  <a:fillRect/>
                </a:stretch>
              </a:blipFill>
            </p:spPr>
            <p:txBody>
              <a:bodyPr/>
              <a:lstStyle/>
              <a:p>
                <a:r>
                  <a:rPr lang="zh-CN" altLang="en-US">
                    <a:noFill/>
                  </a:rPr>
                  <a:t> </a:t>
                </a:r>
              </a:p>
            </p:txBody>
          </p:sp>
        </mc:Fallback>
      </mc:AlternateContent>
      <mc:AlternateContent xmlns:mc="http://schemas.openxmlformats.org/markup-compatibility/2006" xmlns:a14="http://schemas.microsoft.com/office/drawing/2010/main">
        <mc:Choice Requires="a14">
          <p:sp>
            <p:nvSpPr>
              <p:cNvPr id="21" name="文本框 20">
                <a:extLst>
                  <a:ext uri="{FF2B5EF4-FFF2-40B4-BE49-F238E27FC236}">
                    <a16:creationId xmlns:a16="http://schemas.microsoft.com/office/drawing/2014/main" id="{4823FB52-362A-4133-9C06-CB1B2867B008}"/>
                  </a:ext>
                </a:extLst>
              </p:cNvPr>
              <p:cNvSpPr txBox="1"/>
              <p:nvPr/>
            </p:nvSpPr>
            <p:spPr>
              <a:xfrm>
                <a:off x="2431133" y="2342351"/>
                <a:ext cx="7350175" cy="532966"/>
              </a:xfrm>
              <a:prstGeom prst="rect">
                <a:avLst/>
              </a:prstGeom>
              <a:noFill/>
            </p:spPr>
            <p:txBody>
              <a:bodyPr wrap="square" rtlCol="0">
                <a:spAutoFit/>
              </a:bodyPr>
              <a:lstStyle/>
              <a:p>
                <a:pPr/>
                <a14:m>
                  <m:oMathPara xmlns:m="http://schemas.openxmlformats.org/officeDocument/2006/math">
                    <m:oMathParaPr>
                      <m:jc m:val="left"/>
                    </m:oMathParaPr>
                    <m:oMath xmlns:m="http://schemas.openxmlformats.org/officeDocument/2006/math">
                      <m:r>
                        <a:rPr lang="en-US" altLang="zh-CN" sz="2800" b="1" i="1" smtClean="0">
                          <a:latin typeface="Cambria Math" panose="02040503050406030204" pitchFamily="18" charset="0"/>
                        </a:rPr>
                        <m:t>=</m:t>
                      </m:r>
                      <m:sSup>
                        <m:sSupPr>
                          <m:ctrlPr>
                            <a:rPr lang="en-US" altLang="zh-CN" sz="2800" b="1" i="1" smtClean="0">
                              <a:latin typeface="Cambria Math" panose="02040503050406030204" pitchFamily="18" charset="0"/>
                            </a:rPr>
                          </m:ctrlPr>
                        </m:sSupPr>
                        <m:e>
                          <m:r>
                            <a:rPr lang="en-US" altLang="zh-CN" sz="2800" b="1" i="1" smtClean="0">
                              <a:latin typeface="Cambria Math" panose="02040503050406030204" pitchFamily="18" charset="0"/>
                            </a:rPr>
                            <m:t> </m:t>
                          </m:r>
                          <m:r>
                            <a:rPr lang="en-US" altLang="zh-CN" sz="2800" b="1" i="1" smtClean="0">
                              <a:latin typeface="Cambria Math" panose="02040503050406030204" pitchFamily="18" charset="0"/>
                            </a:rPr>
                            <m:t>𝟏</m:t>
                          </m:r>
                          <m:r>
                            <a:rPr lang="en-US" altLang="zh-CN" sz="2800" b="1" i="1" smtClean="0">
                              <a:latin typeface="Cambria Math" panose="02040503050406030204" pitchFamily="18" charset="0"/>
                              <a:ea typeface="Cambria Math" panose="02040503050406030204" pitchFamily="18" charset="0"/>
                            </a:rPr>
                            <m:t>∙</m:t>
                          </m:r>
                          <m:r>
                            <a:rPr lang="en-US" altLang="zh-CN" sz="2800" b="1" i="1" smtClean="0">
                              <a:latin typeface="Cambria Math" panose="02040503050406030204" pitchFamily="18" charset="0"/>
                              <a:ea typeface="Cambria Math" panose="02040503050406030204" pitchFamily="18" charset="0"/>
                            </a:rPr>
                            <m:t>𝑿</m:t>
                          </m:r>
                        </m:e>
                        <m:sup>
                          <m:r>
                            <a:rPr lang="en-US" altLang="zh-CN" sz="2800" b="1" i="1" smtClean="0">
                              <a:latin typeface="Cambria Math" panose="02040503050406030204" pitchFamily="18" charset="0"/>
                            </a:rPr>
                            <m:t>𝟒</m:t>
                          </m:r>
                        </m:sup>
                      </m:sSup>
                      <m:r>
                        <a:rPr lang="en-US" altLang="zh-CN" sz="2800" b="1" i="1" smtClean="0">
                          <a:latin typeface="Cambria Math" panose="02040503050406030204" pitchFamily="18" charset="0"/>
                          <a:ea typeface="Cambria Math" panose="02040503050406030204" pitchFamily="18" charset="0"/>
                        </a:rPr>
                        <m:t>+</m:t>
                      </m:r>
                      <m:sSup>
                        <m:sSupPr>
                          <m:ctrlPr>
                            <a:rPr lang="en-US" altLang="zh-CN" sz="2800" b="1" i="1" smtClean="0">
                              <a:latin typeface="Cambria Math" panose="02040503050406030204" pitchFamily="18" charset="0"/>
                              <a:ea typeface="Cambria Math" panose="02040503050406030204" pitchFamily="18" charset="0"/>
                            </a:rPr>
                          </m:ctrlPr>
                        </m:sSupPr>
                        <m:e>
                          <m:r>
                            <a:rPr lang="en-US" altLang="zh-CN" sz="2800" b="1" i="1" smtClean="0">
                              <a:latin typeface="Cambria Math" panose="02040503050406030204" pitchFamily="18" charset="0"/>
                              <a:ea typeface="Cambria Math" panose="02040503050406030204" pitchFamily="18" charset="0"/>
                            </a:rPr>
                            <m:t> </m:t>
                          </m:r>
                          <m:r>
                            <a:rPr lang="en-US" altLang="zh-CN" sz="2800" b="1" i="1" smtClean="0">
                              <a:latin typeface="Cambria Math" panose="02040503050406030204" pitchFamily="18" charset="0"/>
                              <a:ea typeface="Cambria Math" panose="02040503050406030204" pitchFamily="18" charset="0"/>
                            </a:rPr>
                            <m:t>𝟎</m:t>
                          </m:r>
                          <m:r>
                            <a:rPr lang="en-US" altLang="zh-CN" sz="2800" b="1" i="1" smtClean="0">
                              <a:latin typeface="Cambria Math" panose="02040503050406030204" pitchFamily="18" charset="0"/>
                              <a:ea typeface="Cambria Math" panose="02040503050406030204" pitchFamily="18" charset="0"/>
                            </a:rPr>
                            <m:t>∙</m:t>
                          </m:r>
                          <m:sSup>
                            <m:sSupPr>
                              <m:ctrlPr>
                                <a:rPr lang="en-US" altLang="zh-CN" sz="2800" b="1" i="1" smtClean="0">
                                  <a:latin typeface="Cambria Math" panose="02040503050406030204" pitchFamily="18" charset="0"/>
                                  <a:ea typeface="Cambria Math" panose="02040503050406030204" pitchFamily="18" charset="0"/>
                                </a:rPr>
                              </m:ctrlPr>
                            </m:sSupPr>
                            <m:e>
                              <m:r>
                                <a:rPr lang="en-US" altLang="zh-CN" sz="2800" b="1" i="1" smtClean="0">
                                  <a:latin typeface="Cambria Math" panose="02040503050406030204" pitchFamily="18" charset="0"/>
                                  <a:ea typeface="Cambria Math" panose="02040503050406030204" pitchFamily="18" charset="0"/>
                                </a:rPr>
                                <m:t>𝑿</m:t>
                              </m:r>
                            </m:e>
                            <m:sup>
                              <m:r>
                                <a:rPr lang="en-US" altLang="zh-CN" sz="2800" b="1" i="1" smtClean="0">
                                  <a:latin typeface="Cambria Math" panose="02040503050406030204" pitchFamily="18" charset="0"/>
                                  <a:ea typeface="Cambria Math" panose="02040503050406030204" pitchFamily="18" charset="0"/>
                                </a:rPr>
                                <m:t>𝟑</m:t>
                              </m:r>
                            </m:sup>
                          </m:sSup>
                          <m:r>
                            <a:rPr lang="en-US" altLang="zh-CN" sz="2800" b="1" i="1" smtClean="0">
                              <a:latin typeface="Cambria Math" panose="02040503050406030204" pitchFamily="18" charset="0"/>
                              <a:ea typeface="Cambria Math" panose="02040503050406030204" pitchFamily="18" charset="0"/>
                            </a:rPr>
                            <m:t>+</m:t>
                          </m:r>
                          <m:r>
                            <a:rPr lang="en-US" altLang="zh-CN" sz="2800" b="1" i="1" smtClean="0">
                              <a:latin typeface="Cambria Math" panose="02040503050406030204" pitchFamily="18" charset="0"/>
                              <a:ea typeface="Cambria Math" panose="02040503050406030204" pitchFamily="18" charset="0"/>
                            </a:rPr>
                            <m:t>𝟏</m:t>
                          </m:r>
                          <m:r>
                            <a:rPr lang="en-US" altLang="zh-CN" sz="2800" b="1" i="1" smtClean="0">
                              <a:latin typeface="Cambria Math" panose="02040503050406030204" pitchFamily="18" charset="0"/>
                              <a:ea typeface="Cambria Math" panose="02040503050406030204" pitchFamily="18" charset="0"/>
                            </a:rPr>
                            <m:t>∙</m:t>
                          </m:r>
                          <m:r>
                            <a:rPr lang="en-US" altLang="zh-CN" sz="2800" b="1" i="1" smtClean="0">
                              <a:latin typeface="Cambria Math" panose="02040503050406030204" pitchFamily="18" charset="0"/>
                              <a:ea typeface="Cambria Math" panose="02040503050406030204" pitchFamily="18" charset="0"/>
                            </a:rPr>
                            <m:t>𝑿</m:t>
                          </m:r>
                        </m:e>
                        <m:sup>
                          <m:r>
                            <a:rPr lang="en-US" altLang="zh-CN" sz="2800" b="1" i="1" smtClean="0">
                              <a:latin typeface="Cambria Math" panose="02040503050406030204" pitchFamily="18" charset="0"/>
                              <a:ea typeface="Cambria Math" panose="02040503050406030204" pitchFamily="18" charset="0"/>
                            </a:rPr>
                            <m:t>𝟐</m:t>
                          </m:r>
                        </m:sup>
                      </m:sSup>
                      <m:r>
                        <a:rPr lang="en-US" altLang="zh-CN" sz="2800" b="1" i="1" smtClean="0">
                          <a:latin typeface="Cambria Math" panose="02040503050406030204" pitchFamily="18" charset="0"/>
                          <a:ea typeface="Cambria Math" panose="02040503050406030204" pitchFamily="18" charset="0"/>
                        </a:rPr>
                        <m:t>+</m:t>
                      </m:r>
                      <m:r>
                        <a:rPr lang="en-US" altLang="zh-CN" sz="2800" b="1" i="1" smtClean="0">
                          <a:latin typeface="Cambria Math" panose="02040503050406030204" pitchFamily="18" charset="0"/>
                          <a:ea typeface="Cambria Math" panose="02040503050406030204" pitchFamily="18" charset="0"/>
                        </a:rPr>
                        <m:t>𝟏</m:t>
                      </m:r>
                      <m:r>
                        <a:rPr lang="en-US" altLang="zh-CN" sz="2800" b="1" i="1" smtClean="0">
                          <a:latin typeface="Cambria Math" panose="02040503050406030204" pitchFamily="18" charset="0"/>
                          <a:ea typeface="Cambria Math" panose="02040503050406030204" pitchFamily="18" charset="0"/>
                        </a:rPr>
                        <m:t>∙</m:t>
                      </m:r>
                      <m:sSup>
                        <m:sSupPr>
                          <m:ctrlPr>
                            <a:rPr lang="en-US" altLang="zh-CN" sz="2800" b="1" i="1" smtClean="0">
                              <a:latin typeface="Cambria Math" panose="02040503050406030204" pitchFamily="18" charset="0"/>
                              <a:ea typeface="Cambria Math" panose="02040503050406030204" pitchFamily="18" charset="0"/>
                            </a:rPr>
                          </m:ctrlPr>
                        </m:sSupPr>
                        <m:e>
                          <m:r>
                            <a:rPr lang="en-US" altLang="zh-CN" sz="2800" b="1" i="1" smtClean="0">
                              <a:latin typeface="Cambria Math" panose="02040503050406030204" pitchFamily="18" charset="0"/>
                              <a:ea typeface="Cambria Math" panose="02040503050406030204" pitchFamily="18" charset="0"/>
                            </a:rPr>
                            <m:t>𝑿</m:t>
                          </m:r>
                        </m:e>
                        <m:sup>
                          <m:r>
                            <a:rPr lang="en-US" altLang="zh-CN" sz="2800" b="1" i="1" smtClean="0">
                              <a:latin typeface="Cambria Math" panose="02040503050406030204" pitchFamily="18" charset="0"/>
                              <a:ea typeface="Cambria Math" panose="02040503050406030204" pitchFamily="18" charset="0"/>
                            </a:rPr>
                            <m:t>𝟏</m:t>
                          </m:r>
                        </m:sup>
                      </m:sSup>
                      <m:r>
                        <a:rPr lang="en-US" altLang="zh-CN" sz="2800" b="1" i="1" smtClean="0">
                          <a:latin typeface="Cambria Math" panose="02040503050406030204" pitchFamily="18" charset="0"/>
                          <a:ea typeface="Cambria Math" panose="02040503050406030204" pitchFamily="18" charset="0"/>
                        </a:rPr>
                        <m:t>+</m:t>
                      </m:r>
                      <m:r>
                        <a:rPr lang="en-US" altLang="zh-CN" sz="2800" b="1" i="1" smtClean="0">
                          <a:latin typeface="Cambria Math" panose="02040503050406030204" pitchFamily="18" charset="0"/>
                          <a:ea typeface="Cambria Math" panose="02040503050406030204" pitchFamily="18" charset="0"/>
                        </a:rPr>
                        <m:t>𝟏</m:t>
                      </m:r>
                      <m:r>
                        <a:rPr lang="en-US" altLang="zh-CN" sz="2800" b="1" i="1" smtClean="0">
                          <a:latin typeface="Cambria Math" panose="02040503050406030204" pitchFamily="18" charset="0"/>
                          <a:ea typeface="Cambria Math" panose="02040503050406030204" pitchFamily="18" charset="0"/>
                        </a:rPr>
                        <m:t>∙</m:t>
                      </m:r>
                      <m:sSup>
                        <m:sSupPr>
                          <m:ctrlPr>
                            <a:rPr lang="en-US" altLang="zh-CN" sz="2800" b="1" i="1" smtClean="0">
                              <a:latin typeface="Cambria Math" panose="02040503050406030204" pitchFamily="18" charset="0"/>
                              <a:ea typeface="Cambria Math" panose="02040503050406030204" pitchFamily="18" charset="0"/>
                            </a:rPr>
                          </m:ctrlPr>
                        </m:sSupPr>
                        <m:e>
                          <m:r>
                            <a:rPr lang="en-US" altLang="zh-CN" sz="2800" b="1" i="1" smtClean="0">
                              <a:latin typeface="Cambria Math" panose="02040503050406030204" pitchFamily="18" charset="0"/>
                              <a:ea typeface="Cambria Math" panose="02040503050406030204" pitchFamily="18" charset="0"/>
                            </a:rPr>
                            <m:t>𝑿</m:t>
                          </m:r>
                        </m:e>
                        <m:sup>
                          <m:r>
                            <a:rPr lang="en-US" altLang="zh-CN" sz="2800" b="1" i="1" smtClean="0">
                              <a:latin typeface="Cambria Math" panose="02040503050406030204" pitchFamily="18" charset="0"/>
                              <a:ea typeface="Cambria Math" panose="02040503050406030204" pitchFamily="18" charset="0"/>
                            </a:rPr>
                            <m:t>𝟎</m:t>
                          </m:r>
                        </m:sup>
                      </m:sSup>
                    </m:oMath>
                  </m:oMathPara>
                </a14:m>
                <a:endParaRPr lang="zh-CN" altLang="en-US" sz="2800" b="1" dirty="0"/>
              </a:p>
            </p:txBody>
          </p:sp>
        </mc:Choice>
        <mc:Fallback xmlns="">
          <p:sp>
            <p:nvSpPr>
              <p:cNvPr id="21" name="文本框 20">
                <a:extLst>
                  <a:ext uri="{FF2B5EF4-FFF2-40B4-BE49-F238E27FC236}">
                    <a16:creationId xmlns:a16="http://schemas.microsoft.com/office/drawing/2014/main" id="{4823FB52-362A-4133-9C06-CB1B2867B008}"/>
                  </a:ext>
                </a:extLst>
              </p:cNvPr>
              <p:cNvSpPr txBox="1">
                <a:spLocks noRot="1" noChangeAspect="1" noMove="1" noResize="1" noEditPoints="1" noAdjustHandles="1" noChangeArrowheads="1" noChangeShapeType="1" noTextEdit="1"/>
              </p:cNvSpPr>
              <p:nvPr/>
            </p:nvSpPr>
            <p:spPr>
              <a:xfrm>
                <a:off x="2431133" y="2342351"/>
                <a:ext cx="7350175" cy="532966"/>
              </a:xfrm>
              <a:prstGeom prst="rect">
                <a:avLst/>
              </a:prstGeom>
              <a:blipFill>
                <a:blip r:embed="rId4"/>
                <a:stretch>
                  <a:fillRect/>
                </a:stretch>
              </a:blipFill>
            </p:spPr>
            <p:txBody>
              <a:bodyPr/>
              <a:lstStyle/>
              <a:p>
                <a:r>
                  <a:rPr lang="zh-CN" altLang="en-US">
                    <a:noFill/>
                  </a:rPr>
                  <a:t> </a:t>
                </a:r>
              </a:p>
            </p:txBody>
          </p:sp>
        </mc:Fallback>
      </mc:AlternateContent>
      <p:sp>
        <p:nvSpPr>
          <p:cNvPr id="8" name="矩形 7">
            <a:extLst>
              <a:ext uri="{FF2B5EF4-FFF2-40B4-BE49-F238E27FC236}">
                <a16:creationId xmlns:a16="http://schemas.microsoft.com/office/drawing/2014/main" id="{DBB87DB0-7E6A-4ABA-8D74-DC439DF1CC57}"/>
              </a:ext>
            </a:extLst>
          </p:cNvPr>
          <p:cNvSpPr/>
          <p:nvPr/>
        </p:nvSpPr>
        <p:spPr>
          <a:xfrm>
            <a:off x="2893557" y="2399453"/>
            <a:ext cx="258354" cy="418762"/>
          </a:xfrm>
          <a:prstGeom prst="rect">
            <a:avLst/>
          </a:prstGeom>
          <a:noFill/>
          <a:ln w="25400">
            <a:solidFill>
              <a:schemeClr val="accent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26" name="矩形 25">
            <a:extLst>
              <a:ext uri="{FF2B5EF4-FFF2-40B4-BE49-F238E27FC236}">
                <a16:creationId xmlns:a16="http://schemas.microsoft.com/office/drawing/2014/main" id="{56DCFF57-F9E8-4A59-BE9D-449E8222850F}"/>
              </a:ext>
            </a:extLst>
          </p:cNvPr>
          <p:cNvSpPr/>
          <p:nvPr/>
        </p:nvSpPr>
        <p:spPr>
          <a:xfrm>
            <a:off x="4202810" y="2399453"/>
            <a:ext cx="258354" cy="418762"/>
          </a:xfrm>
          <a:prstGeom prst="rect">
            <a:avLst/>
          </a:prstGeom>
          <a:noFill/>
          <a:ln w="25400">
            <a:solidFill>
              <a:schemeClr val="accent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27" name="矩形 26">
            <a:extLst>
              <a:ext uri="{FF2B5EF4-FFF2-40B4-BE49-F238E27FC236}">
                <a16:creationId xmlns:a16="http://schemas.microsoft.com/office/drawing/2014/main" id="{AF1142FF-3A74-4C7F-B5C2-B7B71429276A}"/>
              </a:ext>
            </a:extLst>
          </p:cNvPr>
          <p:cNvSpPr/>
          <p:nvPr/>
        </p:nvSpPr>
        <p:spPr>
          <a:xfrm>
            <a:off x="5531827" y="2399453"/>
            <a:ext cx="258354" cy="418762"/>
          </a:xfrm>
          <a:prstGeom prst="rect">
            <a:avLst/>
          </a:prstGeom>
          <a:noFill/>
          <a:ln w="25400">
            <a:solidFill>
              <a:schemeClr val="accent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31" name="矩形 30">
            <a:extLst>
              <a:ext uri="{FF2B5EF4-FFF2-40B4-BE49-F238E27FC236}">
                <a16:creationId xmlns:a16="http://schemas.microsoft.com/office/drawing/2014/main" id="{4E1544F4-945F-4AF9-9EA8-42FB1AF578EB}"/>
              </a:ext>
            </a:extLst>
          </p:cNvPr>
          <p:cNvSpPr/>
          <p:nvPr/>
        </p:nvSpPr>
        <p:spPr>
          <a:xfrm>
            <a:off x="6793678" y="2398268"/>
            <a:ext cx="258354" cy="418762"/>
          </a:xfrm>
          <a:prstGeom prst="rect">
            <a:avLst/>
          </a:prstGeom>
          <a:noFill/>
          <a:ln w="25400">
            <a:solidFill>
              <a:schemeClr val="accent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33" name="矩形 32">
            <a:extLst>
              <a:ext uri="{FF2B5EF4-FFF2-40B4-BE49-F238E27FC236}">
                <a16:creationId xmlns:a16="http://schemas.microsoft.com/office/drawing/2014/main" id="{EF08FBC6-CD9E-4D02-9471-DE2DD650CDD9}"/>
              </a:ext>
            </a:extLst>
          </p:cNvPr>
          <p:cNvSpPr/>
          <p:nvPr/>
        </p:nvSpPr>
        <p:spPr>
          <a:xfrm>
            <a:off x="8094988" y="2398268"/>
            <a:ext cx="258354" cy="418762"/>
          </a:xfrm>
          <a:prstGeom prst="rect">
            <a:avLst/>
          </a:prstGeom>
          <a:noFill/>
          <a:ln w="25400">
            <a:solidFill>
              <a:schemeClr val="accent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35" name="文本框 34">
            <a:extLst>
              <a:ext uri="{FF2B5EF4-FFF2-40B4-BE49-F238E27FC236}">
                <a16:creationId xmlns:a16="http://schemas.microsoft.com/office/drawing/2014/main" id="{27C6AC01-D140-46C2-BC21-9F980CA0FD44}"/>
              </a:ext>
            </a:extLst>
          </p:cNvPr>
          <p:cNvSpPr txBox="1"/>
          <p:nvPr/>
        </p:nvSpPr>
        <p:spPr>
          <a:xfrm>
            <a:off x="1508440" y="3057178"/>
            <a:ext cx="5107106" cy="400110"/>
          </a:xfrm>
          <a:prstGeom prst="rect">
            <a:avLst/>
          </a:prstGeom>
          <a:noFill/>
        </p:spPr>
        <p:txBody>
          <a:bodyPr wrap="square" rtlCol="0">
            <a:spAutoFit/>
          </a:bodyPr>
          <a:lstStyle/>
          <a:p>
            <a:r>
              <a:rPr lang="zh-CN" altLang="en-US" sz="2000" b="1" dirty="0"/>
              <a:t>生成多项式各项系数构成的比特串：</a:t>
            </a:r>
            <a:r>
              <a:rPr lang="en-US" altLang="zh-CN" sz="2000" b="1" spc="300" dirty="0"/>
              <a:t>10111</a:t>
            </a:r>
            <a:endParaRPr lang="zh-CN" altLang="en-US" sz="2000" b="1" spc="300" dirty="0"/>
          </a:p>
        </p:txBody>
      </p:sp>
      <p:sp>
        <p:nvSpPr>
          <p:cNvPr id="36" name="文本框 35">
            <a:extLst>
              <a:ext uri="{FF2B5EF4-FFF2-40B4-BE49-F238E27FC236}">
                <a16:creationId xmlns:a16="http://schemas.microsoft.com/office/drawing/2014/main" id="{69307158-E92A-423C-82B8-C3D99CB1B241}"/>
              </a:ext>
            </a:extLst>
          </p:cNvPr>
          <p:cNvSpPr txBox="1"/>
          <p:nvPr/>
        </p:nvSpPr>
        <p:spPr>
          <a:xfrm>
            <a:off x="6384271" y="3057178"/>
            <a:ext cx="3269033" cy="400110"/>
          </a:xfrm>
          <a:prstGeom prst="rect">
            <a:avLst/>
          </a:prstGeom>
          <a:noFill/>
        </p:spPr>
        <p:txBody>
          <a:bodyPr wrap="square" rtlCol="0">
            <a:spAutoFit/>
          </a:bodyPr>
          <a:lstStyle/>
          <a:p>
            <a:r>
              <a:rPr lang="zh-CN" altLang="en-US" sz="2000" b="1" dirty="0"/>
              <a:t>（计算冗余码时作为除数）</a:t>
            </a:r>
            <a:endParaRPr lang="zh-CN" altLang="en-US" sz="2000" b="1" spc="300" dirty="0"/>
          </a:p>
        </p:txBody>
      </p:sp>
      <p:grpSp>
        <p:nvGrpSpPr>
          <p:cNvPr id="10" name="组合 9">
            <a:extLst>
              <a:ext uri="{FF2B5EF4-FFF2-40B4-BE49-F238E27FC236}">
                <a16:creationId xmlns:a16="http://schemas.microsoft.com/office/drawing/2014/main" id="{4FF3B902-29C7-4E72-A322-7B16A7E74D23}"/>
              </a:ext>
            </a:extLst>
          </p:cNvPr>
          <p:cNvGrpSpPr/>
          <p:nvPr/>
        </p:nvGrpSpPr>
        <p:grpSpPr>
          <a:xfrm>
            <a:off x="1085438" y="3861633"/>
            <a:ext cx="10919526" cy="1985143"/>
            <a:chOff x="1085438" y="3861633"/>
            <a:chExt cx="10919526" cy="1985143"/>
          </a:xfrm>
        </p:grpSpPr>
        <p:sp>
          <p:nvSpPr>
            <p:cNvPr id="37" name="文本框 36">
              <a:extLst>
                <a:ext uri="{FF2B5EF4-FFF2-40B4-BE49-F238E27FC236}">
                  <a16:creationId xmlns:a16="http://schemas.microsoft.com/office/drawing/2014/main" id="{DE1C7B73-DAD4-4B0E-8FD0-07251F28525E}"/>
                </a:ext>
              </a:extLst>
            </p:cNvPr>
            <p:cNvSpPr txBox="1"/>
            <p:nvPr/>
          </p:nvSpPr>
          <p:spPr>
            <a:xfrm>
              <a:off x="1085438" y="3861633"/>
              <a:ext cx="2789250" cy="400110"/>
            </a:xfrm>
            <a:prstGeom prst="rect">
              <a:avLst/>
            </a:prstGeom>
            <a:noFill/>
          </p:spPr>
          <p:txBody>
            <a:bodyPr wrap="square" rtlCol="0">
              <a:spAutoFit/>
            </a:bodyPr>
            <a:lstStyle/>
            <a:p>
              <a:r>
                <a:rPr lang="en-US" altLang="zh-CN" sz="2000" b="1" dirty="0">
                  <a:solidFill>
                    <a:schemeClr val="accent3">
                      <a:lumMod val="75000"/>
                    </a:schemeClr>
                  </a:solidFill>
                </a:rPr>
                <a:t>【</a:t>
              </a:r>
              <a:r>
                <a:rPr lang="zh-CN" altLang="en-US" sz="2000" b="1" dirty="0">
                  <a:solidFill>
                    <a:schemeClr val="accent3">
                      <a:lumMod val="75000"/>
                    </a:schemeClr>
                  </a:solidFill>
                </a:rPr>
                <a:t>常用的生成多项式</a:t>
              </a:r>
              <a:r>
                <a:rPr lang="en-US" altLang="zh-CN" sz="2000" b="1" dirty="0">
                  <a:solidFill>
                    <a:schemeClr val="accent3">
                      <a:lumMod val="75000"/>
                    </a:schemeClr>
                  </a:solidFill>
                </a:rPr>
                <a:t>】</a:t>
              </a:r>
              <a:endParaRPr lang="zh-CN" altLang="en-US" sz="2000" b="1" dirty="0">
                <a:solidFill>
                  <a:schemeClr val="accent3">
                    <a:lumMod val="75000"/>
                  </a:schemeClr>
                </a:solidFill>
              </a:endParaRPr>
            </a:p>
          </p:txBody>
        </p:sp>
        <mc:AlternateContent xmlns:mc="http://schemas.openxmlformats.org/markup-compatibility/2006" xmlns:a14="http://schemas.microsoft.com/office/drawing/2010/main">
          <mc:Choice Requires="a14">
            <p:sp>
              <p:nvSpPr>
                <p:cNvPr id="38" name="文本框 37">
                  <a:extLst>
                    <a:ext uri="{FF2B5EF4-FFF2-40B4-BE49-F238E27FC236}">
                      <a16:creationId xmlns:a16="http://schemas.microsoft.com/office/drawing/2014/main" id="{96D73444-E9E8-4C57-BC01-D1977222A6E3}"/>
                    </a:ext>
                  </a:extLst>
                </p:cNvPr>
                <p:cNvSpPr txBox="1"/>
                <p:nvPr/>
              </p:nvSpPr>
              <p:spPr>
                <a:xfrm>
                  <a:off x="1415979" y="4348011"/>
                  <a:ext cx="5411704" cy="411651"/>
                </a:xfrm>
                <a:prstGeom prst="rect">
                  <a:avLst/>
                </a:prstGeom>
                <a:noFill/>
              </p:spPr>
              <p:txBody>
                <a:bodyPr wrap="square" rtlCol="0">
                  <a:spAutoFit/>
                </a:bodyPr>
                <a:lstStyle/>
                <a:p>
                  <a:pPr/>
                  <a14:m>
                    <m:oMathPara xmlns:m="http://schemas.openxmlformats.org/officeDocument/2006/math">
                      <m:oMathParaPr>
                        <m:jc m:val="left"/>
                      </m:oMathParaPr>
                      <m:oMath xmlns:m="http://schemas.openxmlformats.org/officeDocument/2006/math">
                        <m:r>
                          <a:rPr lang="en-US" altLang="zh-CN" sz="2000" b="1" i="1" smtClean="0">
                            <a:latin typeface="Cambria Math" panose="02040503050406030204" pitchFamily="18" charset="0"/>
                          </a:rPr>
                          <m:t>𝑪𝑹𝑪</m:t>
                        </m:r>
                        <m:r>
                          <a:rPr lang="en-US" altLang="zh-CN" sz="2000" b="1" i="1" smtClean="0">
                            <a:latin typeface="Cambria Math" panose="02040503050406030204" pitchFamily="18" charset="0"/>
                          </a:rPr>
                          <m:t>−</m:t>
                        </m:r>
                        <m:r>
                          <a:rPr lang="en-US" altLang="zh-CN" sz="2000" b="1" i="1" smtClean="0">
                            <a:latin typeface="Cambria Math" panose="02040503050406030204" pitchFamily="18" charset="0"/>
                          </a:rPr>
                          <m:t>𝟏𝟔</m:t>
                        </m:r>
                        <m:r>
                          <a:rPr lang="en-US" altLang="zh-CN" sz="2000" b="1" i="1" smtClean="0">
                            <a:latin typeface="Cambria Math" panose="02040503050406030204" pitchFamily="18" charset="0"/>
                          </a:rPr>
                          <m:t>=</m:t>
                        </m:r>
                        <m:sSup>
                          <m:sSupPr>
                            <m:ctrlPr>
                              <a:rPr lang="en-US" altLang="zh-CN" sz="2000" b="1" i="1" smtClean="0">
                                <a:latin typeface="Cambria Math" panose="02040503050406030204" pitchFamily="18" charset="0"/>
                              </a:rPr>
                            </m:ctrlPr>
                          </m:sSupPr>
                          <m:e>
                            <m:r>
                              <a:rPr lang="en-US" altLang="zh-CN" sz="2000" b="1" i="1" smtClean="0">
                                <a:latin typeface="Cambria Math" panose="02040503050406030204" pitchFamily="18" charset="0"/>
                              </a:rPr>
                              <m:t>𝒙</m:t>
                            </m:r>
                          </m:e>
                          <m:sup>
                            <m:r>
                              <a:rPr lang="en-US" altLang="zh-CN" sz="2000" b="1" i="1" smtClean="0">
                                <a:latin typeface="Cambria Math" panose="02040503050406030204" pitchFamily="18" charset="0"/>
                              </a:rPr>
                              <m:t>𝟏𝟔</m:t>
                            </m:r>
                          </m:sup>
                        </m:sSup>
                        <m:r>
                          <a:rPr lang="en-US" altLang="zh-CN" sz="2000" b="1" i="1" smtClean="0">
                            <a:latin typeface="Cambria Math" panose="02040503050406030204" pitchFamily="18" charset="0"/>
                          </a:rPr>
                          <m:t>+</m:t>
                        </m:r>
                        <m:sSup>
                          <m:sSupPr>
                            <m:ctrlPr>
                              <a:rPr lang="en-US" altLang="zh-CN" sz="2000" b="1" i="1" smtClean="0">
                                <a:latin typeface="Cambria Math" panose="02040503050406030204" pitchFamily="18" charset="0"/>
                              </a:rPr>
                            </m:ctrlPr>
                          </m:sSupPr>
                          <m:e>
                            <m:r>
                              <a:rPr lang="en-US" altLang="zh-CN" sz="2000" b="1" i="1" smtClean="0">
                                <a:latin typeface="Cambria Math" panose="02040503050406030204" pitchFamily="18" charset="0"/>
                              </a:rPr>
                              <m:t>𝒙</m:t>
                            </m:r>
                          </m:e>
                          <m:sup>
                            <m:r>
                              <a:rPr lang="en-US" altLang="zh-CN" sz="2000" b="1" i="1" smtClean="0">
                                <a:latin typeface="Cambria Math" panose="02040503050406030204" pitchFamily="18" charset="0"/>
                              </a:rPr>
                              <m:t>𝟏𝟓</m:t>
                            </m:r>
                          </m:sup>
                        </m:sSup>
                        <m:r>
                          <a:rPr lang="en-US" altLang="zh-CN" sz="2000" b="1" i="1" smtClean="0">
                            <a:latin typeface="Cambria Math" panose="02040503050406030204" pitchFamily="18" charset="0"/>
                          </a:rPr>
                          <m:t>+</m:t>
                        </m:r>
                        <m:sSup>
                          <m:sSupPr>
                            <m:ctrlPr>
                              <a:rPr lang="en-US" altLang="zh-CN" sz="2000" b="1" i="1" smtClean="0">
                                <a:latin typeface="Cambria Math" panose="02040503050406030204" pitchFamily="18" charset="0"/>
                              </a:rPr>
                            </m:ctrlPr>
                          </m:sSupPr>
                          <m:e>
                            <m:r>
                              <a:rPr lang="en-US" altLang="zh-CN" sz="2000" b="1" i="1" smtClean="0">
                                <a:latin typeface="Cambria Math" panose="02040503050406030204" pitchFamily="18" charset="0"/>
                              </a:rPr>
                              <m:t>𝒙</m:t>
                            </m:r>
                          </m:e>
                          <m:sup>
                            <m:r>
                              <a:rPr lang="en-US" altLang="zh-CN" sz="2000" b="1" i="1" smtClean="0">
                                <a:latin typeface="Cambria Math" panose="02040503050406030204" pitchFamily="18" charset="0"/>
                              </a:rPr>
                              <m:t>𝟐</m:t>
                            </m:r>
                          </m:sup>
                        </m:sSup>
                        <m:r>
                          <a:rPr lang="en-US" altLang="zh-CN" sz="2000" b="1" i="1" smtClean="0">
                            <a:latin typeface="Cambria Math" panose="02040503050406030204" pitchFamily="18" charset="0"/>
                          </a:rPr>
                          <m:t>+</m:t>
                        </m:r>
                        <m:r>
                          <a:rPr lang="en-US" altLang="zh-CN" sz="2000" b="1" i="1" smtClean="0">
                            <a:latin typeface="Cambria Math" panose="02040503050406030204" pitchFamily="18" charset="0"/>
                          </a:rPr>
                          <m:t>𝟏</m:t>
                        </m:r>
                      </m:oMath>
                    </m:oMathPara>
                  </a14:m>
                  <a:endParaRPr lang="zh-CN" altLang="en-US" sz="2000" b="1" dirty="0"/>
                </a:p>
              </p:txBody>
            </p:sp>
          </mc:Choice>
          <mc:Fallback xmlns="">
            <p:sp>
              <p:nvSpPr>
                <p:cNvPr id="38" name="文本框 37">
                  <a:extLst>
                    <a:ext uri="{FF2B5EF4-FFF2-40B4-BE49-F238E27FC236}">
                      <a16:creationId xmlns:a16="http://schemas.microsoft.com/office/drawing/2014/main" id="{96D73444-E9E8-4C57-BC01-D1977222A6E3}"/>
                    </a:ext>
                  </a:extLst>
                </p:cNvPr>
                <p:cNvSpPr txBox="1">
                  <a:spLocks noRot="1" noChangeAspect="1" noMove="1" noResize="1" noEditPoints="1" noAdjustHandles="1" noChangeArrowheads="1" noChangeShapeType="1" noTextEdit="1"/>
                </p:cNvSpPr>
                <p:nvPr/>
              </p:nvSpPr>
              <p:spPr>
                <a:xfrm>
                  <a:off x="1415979" y="4348011"/>
                  <a:ext cx="5411704" cy="411651"/>
                </a:xfrm>
                <a:prstGeom prst="rect">
                  <a:avLst/>
                </a:prstGeom>
                <a:blipFill>
                  <a:blip r:embed="rId5"/>
                  <a:stretch>
                    <a:fillRect/>
                  </a:stretch>
                </a:blipFill>
              </p:spPr>
              <p:txBody>
                <a:bodyPr/>
                <a:lstStyle/>
                <a:p>
                  <a:r>
                    <a:rPr lang="zh-CN" altLang="en-US">
                      <a:noFill/>
                    </a:rPr>
                    <a:t> </a:t>
                  </a:r>
                </a:p>
              </p:txBody>
            </p:sp>
          </mc:Fallback>
        </mc:AlternateContent>
        <mc:AlternateContent xmlns:mc="http://schemas.openxmlformats.org/markup-compatibility/2006" xmlns:a14="http://schemas.microsoft.com/office/drawing/2010/main">
          <mc:Choice Requires="a14">
            <p:sp>
              <p:nvSpPr>
                <p:cNvPr id="39" name="文本框 38">
                  <a:extLst>
                    <a:ext uri="{FF2B5EF4-FFF2-40B4-BE49-F238E27FC236}">
                      <a16:creationId xmlns:a16="http://schemas.microsoft.com/office/drawing/2014/main" id="{3C77EF08-357F-4BF2-9698-DD8AE5B4B83F}"/>
                    </a:ext>
                  </a:extLst>
                </p:cNvPr>
                <p:cNvSpPr txBox="1"/>
                <p:nvPr/>
              </p:nvSpPr>
              <p:spPr>
                <a:xfrm>
                  <a:off x="1415979" y="4891568"/>
                  <a:ext cx="8580074" cy="411651"/>
                </a:xfrm>
                <a:prstGeom prst="rect">
                  <a:avLst/>
                </a:prstGeom>
                <a:noFill/>
              </p:spPr>
              <p:txBody>
                <a:bodyPr wrap="square" rtlCol="0">
                  <a:spAutoFit/>
                </a:bodyPr>
                <a:lstStyle/>
                <a:p>
                  <a:pPr/>
                  <a14:m>
                    <m:oMathPara xmlns:m="http://schemas.openxmlformats.org/officeDocument/2006/math">
                      <m:oMathParaPr>
                        <m:jc m:val="left"/>
                      </m:oMathParaPr>
                      <m:oMath xmlns:m="http://schemas.openxmlformats.org/officeDocument/2006/math">
                        <m:r>
                          <a:rPr lang="en-US" altLang="zh-CN" sz="2000" b="1" i="1" smtClean="0">
                            <a:latin typeface="Cambria Math" panose="02040503050406030204" pitchFamily="18" charset="0"/>
                          </a:rPr>
                          <m:t>𝑪𝑹𝑪</m:t>
                        </m:r>
                        <m:r>
                          <a:rPr lang="en-US" altLang="zh-CN" sz="2000" b="1" i="1" smtClean="0">
                            <a:latin typeface="Cambria Math" panose="02040503050406030204" pitchFamily="18" charset="0"/>
                          </a:rPr>
                          <m:t>−</m:t>
                        </m:r>
                        <m:r>
                          <a:rPr lang="en-US" altLang="zh-CN" sz="2000" b="1" i="1" smtClean="0">
                            <a:latin typeface="Cambria Math" panose="02040503050406030204" pitchFamily="18" charset="0"/>
                          </a:rPr>
                          <m:t>𝑪𝑪𝑰𝑻𝑻</m:t>
                        </m:r>
                        <m:r>
                          <a:rPr lang="en-US" altLang="zh-CN" sz="2000" b="1" i="1" smtClean="0">
                            <a:latin typeface="Cambria Math" panose="02040503050406030204" pitchFamily="18" charset="0"/>
                          </a:rPr>
                          <m:t>=</m:t>
                        </m:r>
                        <m:sSup>
                          <m:sSupPr>
                            <m:ctrlPr>
                              <a:rPr lang="en-US" altLang="zh-CN" sz="2000" b="1" i="1" smtClean="0">
                                <a:latin typeface="Cambria Math" panose="02040503050406030204" pitchFamily="18" charset="0"/>
                              </a:rPr>
                            </m:ctrlPr>
                          </m:sSupPr>
                          <m:e>
                            <m:r>
                              <a:rPr lang="en-US" altLang="zh-CN" sz="2000" b="1" i="1" smtClean="0">
                                <a:latin typeface="Cambria Math" panose="02040503050406030204" pitchFamily="18" charset="0"/>
                              </a:rPr>
                              <m:t>𝒙</m:t>
                            </m:r>
                          </m:e>
                          <m:sup>
                            <m:r>
                              <a:rPr lang="en-US" altLang="zh-CN" sz="2000" b="1" i="1" smtClean="0">
                                <a:latin typeface="Cambria Math" panose="02040503050406030204" pitchFamily="18" charset="0"/>
                              </a:rPr>
                              <m:t>𝟏𝟔</m:t>
                            </m:r>
                          </m:sup>
                        </m:sSup>
                        <m:r>
                          <a:rPr lang="en-US" altLang="zh-CN" sz="2000" b="1" i="1" smtClean="0">
                            <a:latin typeface="Cambria Math" panose="02040503050406030204" pitchFamily="18" charset="0"/>
                          </a:rPr>
                          <m:t>+</m:t>
                        </m:r>
                        <m:sSup>
                          <m:sSupPr>
                            <m:ctrlPr>
                              <a:rPr lang="en-US" altLang="zh-CN" sz="2000" b="1" i="1" smtClean="0">
                                <a:latin typeface="Cambria Math" panose="02040503050406030204" pitchFamily="18" charset="0"/>
                              </a:rPr>
                            </m:ctrlPr>
                          </m:sSupPr>
                          <m:e>
                            <m:r>
                              <a:rPr lang="en-US" altLang="zh-CN" sz="2000" b="1" i="1" smtClean="0">
                                <a:latin typeface="Cambria Math" panose="02040503050406030204" pitchFamily="18" charset="0"/>
                              </a:rPr>
                              <m:t>𝒙</m:t>
                            </m:r>
                          </m:e>
                          <m:sup>
                            <m:r>
                              <a:rPr lang="en-US" altLang="zh-CN" sz="2000" b="1" i="1" smtClean="0">
                                <a:latin typeface="Cambria Math" panose="02040503050406030204" pitchFamily="18" charset="0"/>
                              </a:rPr>
                              <m:t>𝟏𝟐</m:t>
                            </m:r>
                          </m:sup>
                        </m:sSup>
                        <m:r>
                          <a:rPr lang="en-US" altLang="zh-CN" sz="2000" b="1" i="1" smtClean="0">
                            <a:latin typeface="Cambria Math" panose="02040503050406030204" pitchFamily="18" charset="0"/>
                          </a:rPr>
                          <m:t>+</m:t>
                        </m:r>
                        <m:sSup>
                          <m:sSupPr>
                            <m:ctrlPr>
                              <a:rPr lang="en-US" altLang="zh-CN" sz="2000" b="1" i="1" smtClean="0">
                                <a:latin typeface="Cambria Math" panose="02040503050406030204" pitchFamily="18" charset="0"/>
                              </a:rPr>
                            </m:ctrlPr>
                          </m:sSupPr>
                          <m:e>
                            <m:r>
                              <a:rPr lang="en-US" altLang="zh-CN" sz="2000" b="1" i="1" smtClean="0">
                                <a:latin typeface="Cambria Math" panose="02040503050406030204" pitchFamily="18" charset="0"/>
                              </a:rPr>
                              <m:t>𝒙</m:t>
                            </m:r>
                          </m:e>
                          <m:sup>
                            <m:r>
                              <a:rPr lang="en-US" altLang="zh-CN" sz="2000" b="1" i="1" smtClean="0">
                                <a:latin typeface="Cambria Math" panose="02040503050406030204" pitchFamily="18" charset="0"/>
                              </a:rPr>
                              <m:t>𝟓</m:t>
                            </m:r>
                          </m:sup>
                        </m:sSup>
                        <m:r>
                          <a:rPr lang="en-US" altLang="zh-CN" sz="2000" b="1" i="1" smtClean="0">
                            <a:latin typeface="Cambria Math" panose="02040503050406030204" pitchFamily="18" charset="0"/>
                          </a:rPr>
                          <m:t>+</m:t>
                        </m:r>
                        <m:r>
                          <a:rPr lang="en-US" altLang="zh-CN" sz="2000" b="1" i="1" smtClean="0">
                            <a:latin typeface="Cambria Math" panose="02040503050406030204" pitchFamily="18" charset="0"/>
                          </a:rPr>
                          <m:t>𝟏</m:t>
                        </m:r>
                      </m:oMath>
                    </m:oMathPara>
                  </a14:m>
                  <a:endParaRPr lang="zh-CN" altLang="en-US" sz="2000" b="1" dirty="0"/>
                </a:p>
              </p:txBody>
            </p:sp>
          </mc:Choice>
          <mc:Fallback xmlns="">
            <p:sp>
              <p:nvSpPr>
                <p:cNvPr id="39" name="文本框 38">
                  <a:extLst>
                    <a:ext uri="{FF2B5EF4-FFF2-40B4-BE49-F238E27FC236}">
                      <a16:creationId xmlns:a16="http://schemas.microsoft.com/office/drawing/2014/main" id="{3C77EF08-357F-4BF2-9698-DD8AE5B4B83F}"/>
                    </a:ext>
                  </a:extLst>
                </p:cNvPr>
                <p:cNvSpPr txBox="1">
                  <a:spLocks noRot="1" noChangeAspect="1" noMove="1" noResize="1" noEditPoints="1" noAdjustHandles="1" noChangeArrowheads="1" noChangeShapeType="1" noTextEdit="1"/>
                </p:cNvSpPr>
                <p:nvPr/>
              </p:nvSpPr>
              <p:spPr>
                <a:xfrm>
                  <a:off x="1415979" y="4891568"/>
                  <a:ext cx="8580074" cy="411651"/>
                </a:xfrm>
                <a:prstGeom prst="rect">
                  <a:avLst/>
                </a:prstGeom>
                <a:blipFill>
                  <a:blip r:embed="rId6"/>
                  <a:stretch>
                    <a:fillRect/>
                  </a:stretch>
                </a:blipFill>
              </p:spPr>
              <p:txBody>
                <a:bodyPr/>
                <a:lstStyle/>
                <a:p>
                  <a:r>
                    <a:rPr lang="zh-CN" altLang="en-US">
                      <a:noFill/>
                    </a:rPr>
                    <a:t> </a:t>
                  </a:r>
                </a:p>
              </p:txBody>
            </p:sp>
          </mc:Fallback>
        </mc:AlternateContent>
        <mc:AlternateContent xmlns:mc="http://schemas.openxmlformats.org/markup-compatibility/2006" xmlns:a14="http://schemas.microsoft.com/office/drawing/2010/main">
          <mc:Choice Requires="a14">
            <p:sp>
              <p:nvSpPr>
                <p:cNvPr id="40" name="文本框 39">
                  <a:extLst>
                    <a:ext uri="{FF2B5EF4-FFF2-40B4-BE49-F238E27FC236}">
                      <a16:creationId xmlns:a16="http://schemas.microsoft.com/office/drawing/2014/main" id="{88BC9FC5-E4BE-4CAD-B4C9-C490B89082BA}"/>
                    </a:ext>
                  </a:extLst>
                </p:cNvPr>
                <p:cNvSpPr txBox="1"/>
                <p:nvPr/>
              </p:nvSpPr>
              <p:spPr>
                <a:xfrm>
                  <a:off x="1415980" y="5435125"/>
                  <a:ext cx="10588984" cy="411651"/>
                </a:xfrm>
                <a:prstGeom prst="rect">
                  <a:avLst/>
                </a:prstGeom>
                <a:noFill/>
              </p:spPr>
              <p:txBody>
                <a:bodyPr wrap="square" rtlCol="0">
                  <a:spAutoFit/>
                </a:bodyPr>
                <a:lstStyle/>
                <a:p>
                  <a:pPr/>
                  <a14:m>
                    <m:oMathPara xmlns:m="http://schemas.openxmlformats.org/officeDocument/2006/math">
                      <m:oMathParaPr>
                        <m:jc m:val="left"/>
                      </m:oMathParaPr>
                      <m:oMath xmlns:m="http://schemas.openxmlformats.org/officeDocument/2006/math">
                        <m:r>
                          <a:rPr lang="en-US" altLang="zh-CN" sz="2000" b="1" i="1" smtClean="0">
                            <a:latin typeface="Cambria Math" panose="02040503050406030204" pitchFamily="18" charset="0"/>
                          </a:rPr>
                          <m:t>𝑪𝑹𝑪</m:t>
                        </m:r>
                        <m:r>
                          <a:rPr lang="en-US" altLang="zh-CN" sz="2000" b="1" i="1" smtClean="0">
                            <a:latin typeface="Cambria Math" panose="02040503050406030204" pitchFamily="18" charset="0"/>
                          </a:rPr>
                          <m:t>−</m:t>
                        </m:r>
                        <m:r>
                          <a:rPr lang="en-US" altLang="zh-CN" sz="2000" b="1" i="1" smtClean="0">
                            <a:latin typeface="Cambria Math" panose="02040503050406030204" pitchFamily="18" charset="0"/>
                          </a:rPr>
                          <m:t>𝟑𝟐</m:t>
                        </m:r>
                        <m:r>
                          <a:rPr lang="en-US" altLang="zh-CN" sz="2000" b="1" i="1" smtClean="0">
                            <a:latin typeface="Cambria Math" panose="02040503050406030204" pitchFamily="18" charset="0"/>
                          </a:rPr>
                          <m:t>=</m:t>
                        </m:r>
                        <m:sSup>
                          <m:sSupPr>
                            <m:ctrlPr>
                              <a:rPr lang="en-US" altLang="zh-CN" sz="2000" b="1" i="1" smtClean="0">
                                <a:latin typeface="Cambria Math" panose="02040503050406030204" pitchFamily="18" charset="0"/>
                              </a:rPr>
                            </m:ctrlPr>
                          </m:sSupPr>
                          <m:e>
                            <m:r>
                              <a:rPr lang="en-US" altLang="zh-CN" sz="2000" b="1" i="1" smtClean="0">
                                <a:latin typeface="Cambria Math" panose="02040503050406030204" pitchFamily="18" charset="0"/>
                              </a:rPr>
                              <m:t>𝒙</m:t>
                            </m:r>
                          </m:e>
                          <m:sup>
                            <m:r>
                              <a:rPr lang="en-US" altLang="zh-CN" sz="2000" b="1" i="1" smtClean="0">
                                <a:latin typeface="Cambria Math" panose="02040503050406030204" pitchFamily="18" charset="0"/>
                              </a:rPr>
                              <m:t>𝟑𝟐</m:t>
                            </m:r>
                          </m:sup>
                        </m:sSup>
                        <m:r>
                          <a:rPr lang="en-US" altLang="zh-CN" sz="2000" b="1" i="1" smtClean="0">
                            <a:latin typeface="Cambria Math" panose="02040503050406030204" pitchFamily="18" charset="0"/>
                          </a:rPr>
                          <m:t>+</m:t>
                        </m:r>
                        <m:sSup>
                          <m:sSupPr>
                            <m:ctrlPr>
                              <a:rPr lang="en-US" altLang="zh-CN" sz="2000" b="1" i="1" smtClean="0">
                                <a:latin typeface="Cambria Math" panose="02040503050406030204" pitchFamily="18" charset="0"/>
                              </a:rPr>
                            </m:ctrlPr>
                          </m:sSupPr>
                          <m:e>
                            <m:r>
                              <a:rPr lang="en-US" altLang="zh-CN" sz="2000" b="1" i="1" smtClean="0">
                                <a:latin typeface="Cambria Math" panose="02040503050406030204" pitchFamily="18" charset="0"/>
                              </a:rPr>
                              <m:t>𝒙</m:t>
                            </m:r>
                          </m:e>
                          <m:sup>
                            <m:r>
                              <a:rPr lang="en-US" altLang="zh-CN" sz="2000" b="1" i="1" smtClean="0">
                                <a:latin typeface="Cambria Math" panose="02040503050406030204" pitchFamily="18" charset="0"/>
                              </a:rPr>
                              <m:t>𝟐𝟔</m:t>
                            </m:r>
                          </m:sup>
                        </m:sSup>
                        <m:r>
                          <a:rPr lang="en-US" altLang="zh-CN" sz="2000" b="1" i="1" smtClean="0">
                            <a:latin typeface="Cambria Math" panose="02040503050406030204" pitchFamily="18" charset="0"/>
                          </a:rPr>
                          <m:t>+</m:t>
                        </m:r>
                        <m:sSup>
                          <m:sSupPr>
                            <m:ctrlPr>
                              <a:rPr lang="en-US" altLang="zh-CN" sz="2000" b="1" i="1" smtClean="0">
                                <a:latin typeface="Cambria Math" panose="02040503050406030204" pitchFamily="18" charset="0"/>
                              </a:rPr>
                            </m:ctrlPr>
                          </m:sSupPr>
                          <m:e>
                            <m:r>
                              <a:rPr lang="en-US" altLang="zh-CN" sz="2000" b="1" i="1" smtClean="0">
                                <a:latin typeface="Cambria Math" panose="02040503050406030204" pitchFamily="18" charset="0"/>
                              </a:rPr>
                              <m:t>𝒙</m:t>
                            </m:r>
                          </m:e>
                          <m:sup>
                            <m:r>
                              <a:rPr lang="en-US" altLang="zh-CN" sz="2000" b="1" i="1" smtClean="0">
                                <a:latin typeface="Cambria Math" panose="02040503050406030204" pitchFamily="18" charset="0"/>
                              </a:rPr>
                              <m:t>𝟐𝟑</m:t>
                            </m:r>
                          </m:sup>
                        </m:sSup>
                        <m:r>
                          <a:rPr lang="en-US" altLang="zh-CN" sz="2000" b="1" i="1" smtClean="0">
                            <a:latin typeface="Cambria Math" panose="02040503050406030204" pitchFamily="18" charset="0"/>
                          </a:rPr>
                          <m:t>+</m:t>
                        </m:r>
                        <m:sSup>
                          <m:sSupPr>
                            <m:ctrlPr>
                              <a:rPr lang="en-US" altLang="zh-CN" sz="2000" b="1" i="1" smtClean="0">
                                <a:latin typeface="Cambria Math" panose="02040503050406030204" pitchFamily="18" charset="0"/>
                              </a:rPr>
                            </m:ctrlPr>
                          </m:sSupPr>
                          <m:e>
                            <m:r>
                              <a:rPr lang="en-US" altLang="zh-CN" sz="2000" b="1" i="1" smtClean="0">
                                <a:latin typeface="Cambria Math" panose="02040503050406030204" pitchFamily="18" charset="0"/>
                              </a:rPr>
                              <m:t>𝒙</m:t>
                            </m:r>
                          </m:e>
                          <m:sup>
                            <m:r>
                              <a:rPr lang="en-US" altLang="zh-CN" sz="2000" b="1" i="1" smtClean="0">
                                <a:latin typeface="Cambria Math" panose="02040503050406030204" pitchFamily="18" charset="0"/>
                              </a:rPr>
                              <m:t>𝟐𝟐</m:t>
                            </m:r>
                          </m:sup>
                        </m:sSup>
                        <m:r>
                          <a:rPr lang="en-US" altLang="zh-CN" sz="2000" b="1" i="1" smtClean="0">
                            <a:latin typeface="Cambria Math" panose="02040503050406030204" pitchFamily="18" charset="0"/>
                          </a:rPr>
                          <m:t>+</m:t>
                        </m:r>
                        <m:sSup>
                          <m:sSupPr>
                            <m:ctrlPr>
                              <a:rPr lang="en-US" altLang="zh-CN" sz="2000" b="1" i="1" smtClean="0">
                                <a:latin typeface="Cambria Math" panose="02040503050406030204" pitchFamily="18" charset="0"/>
                              </a:rPr>
                            </m:ctrlPr>
                          </m:sSupPr>
                          <m:e>
                            <m:r>
                              <a:rPr lang="en-US" altLang="zh-CN" sz="2000" b="1" i="1" smtClean="0">
                                <a:latin typeface="Cambria Math" panose="02040503050406030204" pitchFamily="18" charset="0"/>
                              </a:rPr>
                              <m:t>𝒙</m:t>
                            </m:r>
                          </m:e>
                          <m:sup>
                            <m:r>
                              <a:rPr lang="en-US" altLang="zh-CN" sz="2000" b="1" i="1" smtClean="0">
                                <a:latin typeface="Cambria Math" panose="02040503050406030204" pitchFamily="18" charset="0"/>
                              </a:rPr>
                              <m:t>𝟏𝟔</m:t>
                            </m:r>
                          </m:sup>
                        </m:sSup>
                        <m:r>
                          <a:rPr lang="en-US" altLang="zh-CN" sz="2000" b="1" i="1" smtClean="0">
                            <a:latin typeface="Cambria Math" panose="02040503050406030204" pitchFamily="18" charset="0"/>
                          </a:rPr>
                          <m:t>+</m:t>
                        </m:r>
                        <m:sSup>
                          <m:sSupPr>
                            <m:ctrlPr>
                              <a:rPr lang="en-US" altLang="zh-CN" sz="2000" b="1" i="1" smtClean="0">
                                <a:latin typeface="Cambria Math" panose="02040503050406030204" pitchFamily="18" charset="0"/>
                              </a:rPr>
                            </m:ctrlPr>
                          </m:sSupPr>
                          <m:e>
                            <m:r>
                              <a:rPr lang="en-US" altLang="zh-CN" sz="2000" b="1" i="1" smtClean="0">
                                <a:latin typeface="Cambria Math" panose="02040503050406030204" pitchFamily="18" charset="0"/>
                              </a:rPr>
                              <m:t>𝒙</m:t>
                            </m:r>
                          </m:e>
                          <m:sup>
                            <m:r>
                              <a:rPr lang="en-US" altLang="zh-CN" sz="2000" b="1" i="1" smtClean="0">
                                <a:latin typeface="Cambria Math" panose="02040503050406030204" pitchFamily="18" charset="0"/>
                              </a:rPr>
                              <m:t>𝟏𝟐</m:t>
                            </m:r>
                          </m:sup>
                        </m:sSup>
                        <m:r>
                          <a:rPr lang="en-US" altLang="zh-CN" sz="2000" b="1" i="1" smtClean="0">
                            <a:latin typeface="Cambria Math" panose="02040503050406030204" pitchFamily="18" charset="0"/>
                          </a:rPr>
                          <m:t>+</m:t>
                        </m:r>
                        <m:sSup>
                          <m:sSupPr>
                            <m:ctrlPr>
                              <a:rPr lang="en-US" altLang="zh-CN" sz="2000" b="1" i="1" smtClean="0">
                                <a:latin typeface="Cambria Math" panose="02040503050406030204" pitchFamily="18" charset="0"/>
                              </a:rPr>
                            </m:ctrlPr>
                          </m:sSupPr>
                          <m:e>
                            <m:r>
                              <a:rPr lang="en-US" altLang="zh-CN" sz="2000" b="1" i="1" smtClean="0">
                                <a:latin typeface="Cambria Math" panose="02040503050406030204" pitchFamily="18" charset="0"/>
                              </a:rPr>
                              <m:t>𝒙</m:t>
                            </m:r>
                          </m:e>
                          <m:sup>
                            <m:r>
                              <a:rPr lang="en-US" altLang="zh-CN" sz="2000" b="1" i="1" smtClean="0">
                                <a:latin typeface="Cambria Math" panose="02040503050406030204" pitchFamily="18" charset="0"/>
                              </a:rPr>
                              <m:t>𝟏𝟏</m:t>
                            </m:r>
                          </m:sup>
                        </m:sSup>
                        <m:r>
                          <a:rPr lang="en-US" altLang="zh-CN" sz="2000" b="1" i="1" smtClean="0">
                            <a:latin typeface="Cambria Math" panose="02040503050406030204" pitchFamily="18" charset="0"/>
                          </a:rPr>
                          <m:t>+</m:t>
                        </m:r>
                        <m:sSup>
                          <m:sSupPr>
                            <m:ctrlPr>
                              <a:rPr lang="en-US" altLang="zh-CN" sz="2000" b="1" i="1" smtClean="0">
                                <a:latin typeface="Cambria Math" panose="02040503050406030204" pitchFamily="18" charset="0"/>
                              </a:rPr>
                            </m:ctrlPr>
                          </m:sSupPr>
                          <m:e>
                            <m:r>
                              <a:rPr lang="en-US" altLang="zh-CN" sz="2000" b="1" i="1" smtClean="0">
                                <a:latin typeface="Cambria Math" panose="02040503050406030204" pitchFamily="18" charset="0"/>
                              </a:rPr>
                              <m:t>𝒙</m:t>
                            </m:r>
                          </m:e>
                          <m:sup>
                            <m:r>
                              <a:rPr lang="en-US" altLang="zh-CN" sz="2000" b="1" i="1" smtClean="0">
                                <a:latin typeface="Cambria Math" panose="02040503050406030204" pitchFamily="18" charset="0"/>
                              </a:rPr>
                              <m:t>𝟏𝟎</m:t>
                            </m:r>
                          </m:sup>
                        </m:sSup>
                        <m:r>
                          <a:rPr lang="en-US" altLang="zh-CN" sz="2000" b="1" i="1">
                            <a:latin typeface="Cambria Math" panose="02040503050406030204" pitchFamily="18" charset="0"/>
                          </a:rPr>
                          <m:t>+</m:t>
                        </m:r>
                        <m:sSup>
                          <m:sSupPr>
                            <m:ctrlPr>
                              <a:rPr lang="en-US" altLang="zh-CN" sz="2000" b="1" i="1" smtClean="0">
                                <a:latin typeface="Cambria Math" panose="02040503050406030204" pitchFamily="18" charset="0"/>
                              </a:rPr>
                            </m:ctrlPr>
                          </m:sSupPr>
                          <m:e>
                            <m:r>
                              <a:rPr lang="en-US" altLang="zh-CN" sz="2000" b="1" i="1" smtClean="0">
                                <a:latin typeface="Cambria Math" panose="02040503050406030204" pitchFamily="18" charset="0"/>
                              </a:rPr>
                              <m:t>𝒙</m:t>
                            </m:r>
                          </m:e>
                          <m:sup>
                            <m:r>
                              <a:rPr lang="en-US" altLang="zh-CN" sz="2000" b="1" i="1" smtClean="0">
                                <a:latin typeface="Cambria Math" panose="02040503050406030204" pitchFamily="18" charset="0"/>
                              </a:rPr>
                              <m:t>𝟖</m:t>
                            </m:r>
                          </m:sup>
                        </m:sSup>
                        <m:r>
                          <a:rPr lang="en-US" altLang="zh-CN" sz="2000" b="1" i="1" smtClean="0">
                            <a:latin typeface="Cambria Math" panose="02040503050406030204" pitchFamily="18" charset="0"/>
                          </a:rPr>
                          <m:t>+</m:t>
                        </m:r>
                        <m:sSup>
                          <m:sSupPr>
                            <m:ctrlPr>
                              <a:rPr lang="en-US" altLang="zh-CN" sz="2000" b="1" i="1" smtClean="0">
                                <a:latin typeface="Cambria Math" panose="02040503050406030204" pitchFamily="18" charset="0"/>
                              </a:rPr>
                            </m:ctrlPr>
                          </m:sSupPr>
                          <m:e>
                            <m:r>
                              <a:rPr lang="en-US" altLang="zh-CN" sz="2000" b="1" i="1" smtClean="0">
                                <a:latin typeface="Cambria Math" panose="02040503050406030204" pitchFamily="18" charset="0"/>
                              </a:rPr>
                              <m:t>𝒙</m:t>
                            </m:r>
                          </m:e>
                          <m:sup>
                            <m:r>
                              <a:rPr lang="en-US" altLang="zh-CN" sz="2000" b="1" i="1" smtClean="0">
                                <a:latin typeface="Cambria Math" panose="02040503050406030204" pitchFamily="18" charset="0"/>
                              </a:rPr>
                              <m:t>𝟕</m:t>
                            </m:r>
                          </m:sup>
                        </m:sSup>
                        <m:r>
                          <a:rPr lang="en-US" altLang="zh-CN" sz="2000" b="1" i="1" smtClean="0">
                            <a:latin typeface="Cambria Math" panose="02040503050406030204" pitchFamily="18" charset="0"/>
                          </a:rPr>
                          <m:t>+</m:t>
                        </m:r>
                        <m:sSup>
                          <m:sSupPr>
                            <m:ctrlPr>
                              <a:rPr lang="en-US" altLang="zh-CN" sz="2000" b="1" i="1" smtClean="0">
                                <a:latin typeface="Cambria Math" panose="02040503050406030204" pitchFamily="18" charset="0"/>
                              </a:rPr>
                            </m:ctrlPr>
                          </m:sSupPr>
                          <m:e>
                            <m:r>
                              <a:rPr lang="en-US" altLang="zh-CN" sz="2000" b="1" i="1" smtClean="0">
                                <a:latin typeface="Cambria Math" panose="02040503050406030204" pitchFamily="18" charset="0"/>
                              </a:rPr>
                              <m:t>𝒙</m:t>
                            </m:r>
                          </m:e>
                          <m:sup>
                            <m:r>
                              <a:rPr lang="en-US" altLang="zh-CN" sz="2000" b="1" i="1" smtClean="0">
                                <a:latin typeface="Cambria Math" panose="02040503050406030204" pitchFamily="18" charset="0"/>
                              </a:rPr>
                              <m:t>𝟓</m:t>
                            </m:r>
                          </m:sup>
                        </m:sSup>
                        <m:r>
                          <a:rPr lang="en-US" altLang="zh-CN" sz="2000" b="1" i="1" smtClean="0">
                            <a:latin typeface="Cambria Math" panose="02040503050406030204" pitchFamily="18" charset="0"/>
                          </a:rPr>
                          <m:t>+</m:t>
                        </m:r>
                        <m:sSup>
                          <m:sSupPr>
                            <m:ctrlPr>
                              <a:rPr lang="en-US" altLang="zh-CN" sz="2000" b="1" i="1" smtClean="0">
                                <a:latin typeface="Cambria Math" panose="02040503050406030204" pitchFamily="18" charset="0"/>
                              </a:rPr>
                            </m:ctrlPr>
                          </m:sSupPr>
                          <m:e>
                            <m:r>
                              <a:rPr lang="en-US" altLang="zh-CN" sz="2000" b="1" i="1" smtClean="0">
                                <a:latin typeface="Cambria Math" panose="02040503050406030204" pitchFamily="18" charset="0"/>
                              </a:rPr>
                              <m:t>𝒙</m:t>
                            </m:r>
                          </m:e>
                          <m:sup>
                            <m:r>
                              <a:rPr lang="en-US" altLang="zh-CN" sz="2000" b="1" i="1" smtClean="0">
                                <a:latin typeface="Cambria Math" panose="02040503050406030204" pitchFamily="18" charset="0"/>
                              </a:rPr>
                              <m:t>𝟒</m:t>
                            </m:r>
                          </m:sup>
                        </m:sSup>
                        <m:r>
                          <a:rPr lang="en-US" altLang="zh-CN" sz="2000" b="1" i="1" smtClean="0">
                            <a:latin typeface="Cambria Math" panose="02040503050406030204" pitchFamily="18" charset="0"/>
                          </a:rPr>
                          <m:t>+</m:t>
                        </m:r>
                        <m:sSup>
                          <m:sSupPr>
                            <m:ctrlPr>
                              <a:rPr lang="en-US" altLang="zh-CN" sz="2000" b="1" i="1" smtClean="0">
                                <a:latin typeface="Cambria Math" panose="02040503050406030204" pitchFamily="18" charset="0"/>
                              </a:rPr>
                            </m:ctrlPr>
                          </m:sSupPr>
                          <m:e>
                            <m:r>
                              <a:rPr lang="en-US" altLang="zh-CN" sz="2000" b="1" i="1" smtClean="0">
                                <a:latin typeface="Cambria Math" panose="02040503050406030204" pitchFamily="18" charset="0"/>
                              </a:rPr>
                              <m:t>𝒙</m:t>
                            </m:r>
                          </m:e>
                          <m:sup>
                            <m:r>
                              <a:rPr lang="en-US" altLang="zh-CN" sz="2000" b="1" i="1" smtClean="0">
                                <a:latin typeface="Cambria Math" panose="02040503050406030204" pitchFamily="18" charset="0"/>
                              </a:rPr>
                              <m:t>𝟐</m:t>
                            </m:r>
                          </m:sup>
                        </m:sSup>
                        <m:r>
                          <a:rPr lang="en-US" altLang="zh-CN" sz="2000" b="1" i="1" smtClean="0">
                            <a:latin typeface="Cambria Math" panose="02040503050406030204" pitchFamily="18" charset="0"/>
                          </a:rPr>
                          <m:t>+</m:t>
                        </m:r>
                        <m:r>
                          <a:rPr lang="en-US" altLang="zh-CN" sz="2000" b="1" i="1" smtClean="0">
                            <a:latin typeface="Cambria Math" panose="02040503050406030204" pitchFamily="18" charset="0"/>
                          </a:rPr>
                          <m:t>𝒙</m:t>
                        </m:r>
                        <m:r>
                          <a:rPr lang="en-US" altLang="zh-CN" sz="2000" b="1" i="1" smtClean="0">
                            <a:latin typeface="Cambria Math" panose="02040503050406030204" pitchFamily="18" charset="0"/>
                          </a:rPr>
                          <m:t>+</m:t>
                        </m:r>
                        <m:r>
                          <a:rPr lang="en-US" altLang="zh-CN" sz="2000" b="1" i="1" smtClean="0">
                            <a:latin typeface="Cambria Math" panose="02040503050406030204" pitchFamily="18" charset="0"/>
                          </a:rPr>
                          <m:t>𝟏</m:t>
                        </m:r>
                      </m:oMath>
                    </m:oMathPara>
                  </a14:m>
                  <a:endParaRPr lang="zh-CN" altLang="en-US" sz="2000" b="1" dirty="0"/>
                </a:p>
              </p:txBody>
            </p:sp>
          </mc:Choice>
          <mc:Fallback xmlns="">
            <p:sp>
              <p:nvSpPr>
                <p:cNvPr id="40" name="文本框 39">
                  <a:extLst>
                    <a:ext uri="{FF2B5EF4-FFF2-40B4-BE49-F238E27FC236}">
                      <a16:creationId xmlns:a16="http://schemas.microsoft.com/office/drawing/2014/main" id="{88BC9FC5-E4BE-4CAD-B4C9-C490B89082BA}"/>
                    </a:ext>
                  </a:extLst>
                </p:cNvPr>
                <p:cNvSpPr txBox="1">
                  <a:spLocks noRot="1" noChangeAspect="1" noMove="1" noResize="1" noEditPoints="1" noAdjustHandles="1" noChangeArrowheads="1" noChangeShapeType="1" noTextEdit="1"/>
                </p:cNvSpPr>
                <p:nvPr/>
              </p:nvSpPr>
              <p:spPr>
                <a:xfrm>
                  <a:off x="1415980" y="5435125"/>
                  <a:ext cx="10588984" cy="411651"/>
                </a:xfrm>
                <a:prstGeom prst="rect">
                  <a:avLst/>
                </a:prstGeom>
                <a:blipFill>
                  <a:blip r:embed="rId7"/>
                  <a:stretch>
                    <a:fillRect/>
                  </a:stretch>
                </a:blipFill>
              </p:spPr>
              <p:txBody>
                <a:bodyPr/>
                <a:lstStyle/>
                <a:p>
                  <a:r>
                    <a:rPr lang="zh-CN" altLang="en-US">
                      <a:noFill/>
                    </a:rPr>
                    <a:t> </a:t>
                  </a:r>
                </a:p>
              </p:txBody>
            </p:sp>
          </mc:Fallback>
        </mc:AlternateContent>
      </p:grpSp>
    </p:spTree>
    <p:custDataLst>
      <p:tags r:id="rId1"/>
    </p:custDataLst>
    <p:extLst>
      <p:ext uri="{BB962C8B-B14F-4D97-AF65-F5344CB8AC3E}">
        <p14:creationId xmlns:p14="http://schemas.microsoft.com/office/powerpoint/2010/main" val="570700901"/>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2" presetClass="entr" presetSubtype="1" fill="hold" grpId="0" nodeType="withEffect">
                                  <p:stCondLst>
                                    <p:cond delay="0"/>
                                  </p:stCondLst>
                                  <p:childTnLst>
                                    <p:set>
                                      <p:cBhvr>
                                        <p:cTn id="6" dur="1" fill="hold">
                                          <p:stCondLst>
                                            <p:cond delay="0"/>
                                          </p:stCondLst>
                                        </p:cTn>
                                        <p:tgtEl>
                                          <p:spTgt spid="22"/>
                                        </p:tgtEl>
                                        <p:attrNameLst>
                                          <p:attrName>style.visibility</p:attrName>
                                        </p:attrNameLst>
                                      </p:cBhvr>
                                      <p:to>
                                        <p:strVal val="visible"/>
                                      </p:to>
                                    </p:set>
                                    <p:anim calcmode="lin" valueType="num">
                                      <p:cBhvr additive="base">
                                        <p:cTn id="7" dur="500"/>
                                        <p:tgtEl>
                                          <p:spTgt spid="22"/>
                                        </p:tgtEl>
                                        <p:attrNameLst>
                                          <p:attrName>ppt_y</p:attrName>
                                        </p:attrNameLst>
                                      </p:cBhvr>
                                      <p:tavLst>
                                        <p:tav tm="0">
                                          <p:val>
                                            <p:strVal val="#ppt_y-#ppt_h*1.125000"/>
                                          </p:val>
                                        </p:tav>
                                        <p:tav tm="100000">
                                          <p:val>
                                            <p:strVal val="#ppt_y"/>
                                          </p:val>
                                        </p:tav>
                                      </p:tavLst>
                                    </p:anim>
                                    <p:animEffect transition="in" filter="wipe(down)">
                                      <p:cBhvr>
                                        <p:cTn id="8" dur="500"/>
                                        <p:tgtEl>
                                          <p:spTgt spid="22"/>
                                        </p:tgtEl>
                                      </p:cBhvr>
                                    </p:animEffect>
                                  </p:childTnLst>
                                </p:cTn>
                              </p:par>
                            </p:childTnLst>
                          </p:cTn>
                        </p:par>
                      </p:childTnLst>
                    </p:cTn>
                  </p:par>
                  <p:par>
                    <p:cTn id="9" fill="hold">
                      <p:stCondLst>
                        <p:cond delay="indefinite"/>
                      </p:stCondLst>
                      <p:childTnLst>
                        <p:par>
                          <p:cTn id="10" fill="hold">
                            <p:stCondLst>
                              <p:cond delay="0"/>
                            </p:stCondLst>
                            <p:childTnLst>
                              <p:par>
                                <p:cTn id="11" presetID="22" presetClass="entr" presetSubtype="8" fill="hold" grpId="0" nodeType="clickEffect">
                                  <p:stCondLst>
                                    <p:cond delay="0"/>
                                  </p:stCondLst>
                                  <p:childTnLst>
                                    <p:set>
                                      <p:cBhvr>
                                        <p:cTn id="12" dur="1" fill="hold">
                                          <p:stCondLst>
                                            <p:cond delay="0"/>
                                          </p:stCondLst>
                                        </p:cTn>
                                        <p:tgtEl>
                                          <p:spTgt spid="7"/>
                                        </p:tgtEl>
                                        <p:attrNameLst>
                                          <p:attrName>style.visibility</p:attrName>
                                        </p:attrNameLst>
                                      </p:cBhvr>
                                      <p:to>
                                        <p:strVal val="visible"/>
                                      </p:to>
                                    </p:set>
                                    <p:animEffect transition="in" filter="wipe(left)">
                                      <p:cBhvr>
                                        <p:cTn id="13" dur="1000"/>
                                        <p:tgtEl>
                                          <p:spTgt spid="7"/>
                                        </p:tgtEl>
                                      </p:cBhvr>
                                    </p:animEffect>
                                  </p:childTnLst>
                                </p:cTn>
                              </p:par>
                            </p:childTnLst>
                          </p:cTn>
                        </p:par>
                      </p:childTnLst>
                    </p:cTn>
                  </p:par>
                  <p:par>
                    <p:cTn id="14" fill="hold">
                      <p:stCondLst>
                        <p:cond delay="indefinite"/>
                      </p:stCondLst>
                      <p:childTnLst>
                        <p:par>
                          <p:cTn id="15" fill="hold">
                            <p:stCondLst>
                              <p:cond delay="0"/>
                            </p:stCondLst>
                            <p:childTnLst>
                              <p:par>
                                <p:cTn id="16" presetID="22" presetClass="entr" presetSubtype="8" fill="hold" grpId="0" nodeType="clickEffect">
                                  <p:stCondLst>
                                    <p:cond delay="0"/>
                                  </p:stCondLst>
                                  <p:childTnLst>
                                    <p:set>
                                      <p:cBhvr>
                                        <p:cTn id="17" dur="1" fill="hold">
                                          <p:stCondLst>
                                            <p:cond delay="0"/>
                                          </p:stCondLst>
                                        </p:cTn>
                                        <p:tgtEl>
                                          <p:spTgt spid="21"/>
                                        </p:tgtEl>
                                        <p:attrNameLst>
                                          <p:attrName>style.visibility</p:attrName>
                                        </p:attrNameLst>
                                      </p:cBhvr>
                                      <p:to>
                                        <p:strVal val="visible"/>
                                      </p:to>
                                    </p:set>
                                    <p:animEffect transition="in" filter="wipe(left)">
                                      <p:cBhvr>
                                        <p:cTn id="18" dur="1000"/>
                                        <p:tgtEl>
                                          <p:spTgt spid="21"/>
                                        </p:tgtEl>
                                      </p:cBhvr>
                                    </p:animEffect>
                                  </p:childTnLst>
                                </p:cTn>
                              </p:par>
                            </p:childTnLst>
                          </p:cTn>
                        </p:par>
                      </p:childTnLst>
                    </p:cTn>
                  </p:par>
                  <p:par>
                    <p:cTn id="19" fill="hold">
                      <p:stCondLst>
                        <p:cond delay="indefinite"/>
                      </p:stCondLst>
                      <p:childTnLst>
                        <p:par>
                          <p:cTn id="20" fill="hold">
                            <p:stCondLst>
                              <p:cond delay="0"/>
                            </p:stCondLst>
                            <p:childTnLst>
                              <p:par>
                                <p:cTn id="21" presetID="53" presetClass="entr" presetSubtype="16" fill="hold" grpId="0" nodeType="clickEffect">
                                  <p:stCondLst>
                                    <p:cond delay="0"/>
                                  </p:stCondLst>
                                  <p:childTnLst>
                                    <p:set>
                                      <p:cBhvr>
                                        <p:cTn id="22" dur="1" fill="hold">
                                          <p:stCondLst>
                                            <p:cond delay="0"/>
                                          </p:stCondLst>
                                        </p:cTn>
                                        <p:tgtEl>
                                          <p:spTgt spid="8"/>
                                        </p:tgtEl>
                                        <p:attrNameLst>
                                          <p:attrName>style.visibility</p:attrName>
                                        </p:attrNameLst>
                                      </p:cBhvr>
                                      <p:to>
                                        <p:strVal val="visible"/>
                                      </p:to>
                                    </p:set>
                                    <p:anim calcmode="lin" valueType="num">
                                      <p:cBhvr>
                                        <p:cTn id="23" dur="500" fill="hold"/>
                                        <p:tgtEl>
                                          <p:spTgt spid="8"/>
                                        </p:tgtEl>
                                        <p:attrNameLst>
                                          <p:attrName>ppt_w</p:attrName>
                                        </p:attrNameLst>
                                      </p:cBhvr>
                                      <p:tavLst>
                                        <p:tav tm="0">
                                          <p:val>
                                            <p:fltVal val="0"/>
                                          </p:val>
                                        </p:tav>
                                        <p:tav tm="100000">
                                          <p:val>
                                            <p:strVal val="#ppt_w"/>
                                          </p:val>
                                        </p:tav>
                                      </p:tavLst>
                                    </p:anim>
                                    <p:anim calcmode="lin" valueType="num">
                                      <p:cBhvr>
                                        <p:cTn id="24" dur="500" fill="hold"/>
                                        <p:tgtEl>
                                          <p:spTgt spid="8"/>
                                        </p:tgtEl>
                                        <p:attrNameLst>
                                          <p:attrName>ppt_h</p:attrName>
                                        </p:attrNameLst>
                                      </p:cBhvr>
                                      <p:tavLst>
                                        <p:tav tm="0">
                                          <p:val>
                                            <p:fltVal val="0"/>
                                          </p:val>
                                        </p:tav>
                                        <p:tav tm="100000">
                                          <p:val>
                                            <p:strVal val="#ppt_h"/>
                                          </p:val>
                                        </p:tav>
                                      </p:tavLst>
                                    </p:anim>
                                    <p:animEffect transition="in" filter="fade">
                                      <p:cBhvr>
                                        <p:cTn id="25" dur="500"/>
                                        <p:tgtEl>
                                          <p:spTgt spid="8"/>
                                        </p:tgtEl>
                                      </p:cBhvr>
                                    </p:animEffect>
                                  </p:childTnLst>
                                </p:cTn>
                              </p:par>
                              <p:par>
                                <p:cTn id="26" presetID="53" presetClass="entr" presetSubtype="16" fill="hold" grpId="0" nodeType="withEffect">
                                  <p:stCondLst>
                                    <p:cond delay="0"/>
                                  </p:stCondLst>
                                  <p:childTnLst>
                                    <p:set>
                                      <p:cBhvr>
                                        <p:cTn id="27" dur="1" fill="hold">
                                          <p:stCondLst>
                                            <p:cond delay="0"/>
                                          </p:stCondLst>
                                        </p:cTn>
                                        <p:tgtEl>
                                          <p:spTgt spid="26"/>
                                        </p:tgtEl>
                                        <p:attrNameLst>
                                          <p:attrName>style.visibility</p:attrName>
                                        </p:attrNameLst>
                                      </p:cBhvr>
                                      <p:to>
                                        <p:strVal val="visible"/>
                                      </p:to>
                                    </p:set>
                                    <p:anim calcmode="lin" valueType="num">
                                      <p:cBhvr>
                                        <p:cTn id="28" dur="500" fill="hold"/>
                                        <p:tgtEl>
                                          <p:spTgt spid="26"/>
                                        </p:tgtEl>
                                        <p:attrNameLst>
                                          <p:attrName>ppt_w</p:attrName>
                                        </p:attrNameLst>
                                      </p:cBhvr>
                                      <p:tavLst>
                                        <p:tav tm="0">
                                          <p:val>
                                            <p:fltVal val="0"/>
                                          </p:val>
                                        </p:tav>
                                        <p:tav tm="100000">
                                          <p:val>
                                            <p:strVal val="#ppt_w"/>
                                          </p:val>
                                        </p:tav>
                                      </p:tavLst>
                                    </p:anim>
                                    <p:anim calcmode="lin" valueType="num">
                                      <p:cBhvr>
                                        <p:cTn id="29" dur="500" fill="hold"/>
                                        <p:tgtEl>
                                          <p:spTgt spid="26"/>
                                        </p:tgtEl>
                                        <p:attrNameLst>
                                          <p:attrName>ppt_h</p:attrName>
                                        </p:attrNameLst>
                                      </p:cBhvr>
                                      <p:tavLst>
                                        <p:tav tm="0">
                                          <p:val>
                                            <p:fltVal val="0"/>
                                          </p:val>
                                        </p:tav>
                                        <p:tav tm="100000">
                                          <p:val>
                                            <p:strVal val="#ppt_h"/>
                                          </p:val>
                                        </p:tav>
                                      </p:tavLst>
                                    </p:anim>
                                    <p:animEffect transition="in" filter="fade">
                                      <p:cBhvr>
                                        <p:cTn id="30" dur="500"/>
                                        <p:tgtEl>
                                          <p:spTgt spid="26"/>
                                        </p:tgtEl>
                                      </p:cBhvr>
                                    </p:animEffect>
                                  </p:childTnLst>
                                </p:cTn>
                              </p:par>
                              <p:par>
                                <p:cTn id="31" presetID="53" presetClass="entr" presetSubtype="16" fill="hold" grpId="0" nodeType="withEffect">
                                  <p:stCondLst>
                                    <p:cond delay="0"/>
                                  </p:stCondLst>
                                  <p:childTnLst>
                                    <p:set>
                                      <p:cBhvr>
                                        <p:cTn id="32" dur="1" fill="hold">
                                          <p:stCondLst>
                                            <p:cond delay="0"/>
                                          </p:stCondLst>
                                        </p:cTn>
                                        <p:tgtEl>
                                          <p:spTgt spid="27"/>
                                        </p:tgtEl>
                                        <p:attrNameLst>
                                          <p:attrName>style.visibility</p:attrName>
                                        </p:attrNameLst>
                                      </p:cBhvr>
                                      <p:to>
                                        <p:strVal val="visible"/>
                                      </p:to>
                                    </p:set>
                                    <p:anim calcmode="lin" valueType="num">
                                      <p:cBhvr>
                                        <p:cTn id="33" dur="500" fill="hold"/>
                                        <p:tgtEl>
                                          <p:spTgt spid="27"/>
                                        </p:tgtEl>
                                        <p:attrNameLst>
                                          <p:attrName>ppt_w</p:attrName>
                                        </p:attrNameLst>
                                      </p:cBhvr>
                                      <p:tavLst>
                                        <p:tav tm="0">
                                          <p:val>
                                            <p:fltVal val="0"/>
                                          </p:val>
                                        </p:tav>
                                        <p:tav tm="100000">
                                          <p:val>
                                            <p:strVal val="#ppt_w"/>
                                          </p:val>
                                        </p:tav>
                                      </p:tavLst>
                                    </p:anim>
                                    <p:anim calcmode="lin" valueType="num">
                                      <p:cBhvr>
                                        <p:cTn id="34" dur="500" fill="hold"/>
                                        <p:tgtEl>
                                          <p:spTgt spid="27"/>
                                        </p:tgtEl>
                                        <p:attrNameLst>
                                          <p:attrName>ppt_h</p:attrName>
                                        </p:attrNameLst>
                                      </p:cBhvr>
                                      <p:tavLst>
                                        <p:tav tm="0">
                                          <p:val>
                                            <p:fltVal val="0"/>
                                          </p:val>
                                        </p:tav>
                                        <p:tav tm="100000">
                                          <p:val>
                                            <p:strVal val="#ppt_h"/>
                                          </p:val>
                                        </p:tav>
                                      </p:tavLst>
                                    </p:anim>
                                    <p:animEffect transition="in" filter="fade">
                                      <p:cBhvr>
                                        <p:cTn id="35" dur="500"/>
                                        <p:tgtEl>
                                          <p:spTgt spid="27"/>
                                        </p:tgtEl>
                                      </p:cBhvr>
                                    </p:animEffect>
                                  </p:childTnLst>
                                </p:cTn>
                              </p:par>
                              <p:par>
                                <p:cTn id="36" presetID="53" presetClass="entr" presetSubtype="16" fill="hold" grpId="0" nodeType="withEffect">
                                  <p:stCondLst>
                                    <p:cond delay="0"/>
                                  </p:stCondLst>
                                  <p:childTnLst>
                                    <p:set>
                                      <p:cBhvr>
                                        <p:cTn id="37" dur="1" fill="hold">
                                          <p:stCondLst>
                                            <p:cond delay="0"/>
                                          </p:stCondLst>
                                        </p:cTn>
                                        <p:tgtEl>
                                          <p:spTgt spid="31"/>
                                        </p:tgtEl>
                                        <p:attrNameLst>
                                          <p:attrName>style.visibility</p:attrName>
                                        </p:attrNameLst>
                                      </p:cBhvr>
                                      <p:to>
                                        <p:strVal val="visible"/>
                                      </p:to>
                                    </p:set>
                                    <p:anim calcmode="lin" valueType="num">
                                      <p:cBhvr>
                                        <p:cTn id="38" dur="500" fill="hold"/>
                                        <p:tgtEl>
                                          <p:spTgt spid="31"/>
                                        </p:tgtEl>
                                        <p:attrNameLst>
                                          <p:attrName>ppt_w</p:attrName>
                                        </p:attrNameLst>
                                      </p:cBhvr>
                                      <p:tavLst>
                                        <p:tav tm="0">
                                          <p:val>
                                            <p:fltVal val="0"/>
                                          </p:val>
                                        </p:tav>
                                        <p:tav tm="100000">
                                          <p:val>
                                            <p:strVal val="#ppt_w"/>
                                          </p:val>
                                        </p:tav>
                                      </p:tavLst>
                                    </p:anim>
                                    <p:anim calcmode="lin" valueType="num">
                                      <p:cBhvr>
                                        <p:cTn id="39" dur="500" fill="hold"/>
                                        <p:tgtEl>
                                          <p:spTgt spid="31"/>
                                        </p:tgtEl>
                                        <p:attrNameLst>
                                          <p:attrName>ppt_h</p:attrName>
                                        </p:attrNameLst>
                                      </p:cBhvr>
                                      <p:tavLst>
                                        <p:tav tm="0">
                                          <p:val>
                                            <p:fltVal val="0"/>
                                          </p:val>
                                        </p:tav>
                                        <p:tav tm="100000">
                                          <p:val>
                                            <p:strVal val="#ppt_h"/>
                                          </p:val>
                                        </p:tav>
                                      </p:tavLst>
                                    </p:anim>
                                    <p:animEffect transition="in" filter="fade">
                                      <p:cBhvr>
                                        <p:cTn id="40" dur="500"/>
                                        <p:tgtEl>
                                          <p:spTgt spid="31"/>
                                        </p:tgtEl>
                                      </p:cBhvr>
                                    </p:animEffect>
                                  </p:childTnLst>
                                </p:cTn>
                              </p:par>
                              <p:par>
                                <p:cTn id="41" presetID="53" presetClass="entr" presetSubtype="16" fill="hold" grpId="0" nodeType="withEffect">
                                  <p:stCondLst>
                                    <p:cond delay="0"/>
                                  </p:stCondLst>
                                  <p:childTnLst>
                                    <p:set>
                                      <p:cBhvr>
                                        <p:cTn id="42" dur="1" fill="hold">
                                          <p:stCondLst>
                                            <p:cond delay="0"/>
                                          </p:stCondLst>
                                        </p:cTn>
                                        <p:tgtEl>
                                          <p:spTgt spid="33"/>
                                        </p:tgtEl>
                                        <p:attrNameLst>
                                          <p:attrName>style.visibility</p:attrName>
                                        </p:attrNameLst>
                                      </p:cBhvr>
                                      <p:to>
                                        <p:strVal val="visible"/>
                                      </p:to>
                                    </p:set>
                                    <p:anim calcmode="lin" valueType="num">
                                      <p:cBhvr>
                                        <p:cTn id="43" dur="500" fill="hold"/>
                                        <p:tgtEl>
                                          <p:spTgt spid="33"/>
                                        </p:tgtEl>
                                        <p:attrNameLst>
                                          <p:attrName>ppt_w</p:attrName>
                                        </p:attrNameLst>
                                      </p:cBhvr>
                                      <p:tavLst>
                                        <p:tav tm="0">
                                          <p:val>
                                            <p:fltVal val="0"/>
                                          </p:val>
                                        </p:tav>
                                        <p:tav tm="100000">
                                          <p:val>
                                            <p:strVal val="#ppt_w"/>
                                          </p:val>
                                        </p:tav>
                                      </p:tavLst>
                                    </p:anim>
                                    <p:anim calcmode="lin" valueType="num">
                                      <p:cBhvr>
                                        <p:cTn id="44" dur="500" fill="hold"/>
                                        <p:tgtEl>
                                          <p:spTgt spid="33"/>
                                        </p:tgtEl>
                                        <p:attrNameLst>
                                          <p:attrName>ppt_h</p:attrName>
                                        </p:attrNameLst>
                                      </p:cBhvr>
                                      <p:tavLst>
                                        <p:tav tm="0">
                                          <p:val>
                                            <p:fltVal val="0"/>
                                          </p:val>
                                        </p:tav>
                                        <p:tav tm="100000">
                                          <p:val>
                                            <p:strVal val="#ppt_h"/>
                                          </p:val>
                                        </p:tav>
                                      </p:tavLst>
                                    </p:anim>
                                    <p:animEffect transition="in" filter="fade">
                                      <p:cBhvr>
                                        <p:cTn id="45" dur="500"/>
                                        <p:tgtEl>
                                          <p:spTgt spid="33"/>
                                        </p:tgtEl>
                                      </p:cBhvr>
                                    </p:animEffect>
                                  </p:childTnLst>
                                </p:cTn>
                              </p:par>
                            </p:childTnLst>
                          </p:cTn>
                        </p:par>
                        <p:par>
                          <p:cTn id="46" fill="hold">
                            <p:stCondLst>
                              <p:cond delay="500"/>
                            </p:stCondLst>
                            <p:childTnLst>
                              <p:par>
                                <p:cTn id="47" presetID="12" presetClass="entr" presetSubtype="4" fill="hold" grpId="0" nodeType="afterEffect">
                                  <p:stCondLst>
                                    <p:cond delay="0"/>
                                  </p:stCondLst>
                                  <p:childTnLst>
                                    <p:set>
                                      <p:cBhvr>
                                        <p:cTn id="48" dur="1" fill="hold">
                                          <p:stCondLst>
                                            <p:cond delay="0"/>
                                          </p:stCondLst>
                                        </p:cTn>
                                        <p:tgtEl>
                                          <p:spTgt spid="35"/>
                                        </p:tgtEl>
                                        <p:attrNameLst>
                                          <p:attrName>style.visibility</p:attrName>
                                        </p:attrNameLst>
                                      </p:cBhvr>
                                      <p:to>
                                        <p:strVal val="visible"/>
                                      </p:to>
                                    </p:set>
                                    <p:anim calcmode="lin" valueType="num">
                                      <p:cBhvr additive="base">
                                        <p:cTn id="49" dur="500"/>
                                        <p:tgtEl>
                                          <p:spTgt spid="35"/>
                                        </p:tgtEl>
                                        <p:attrNameLst>
                                          <p:attrName>ppt_y</p:attrName>
                                        </p:attrNameLst>
                                      </p:cBhvr>
                                      <p:tavLst>
                                        <p:tav tm="0">
                                          <p:val>
                                            <p:strVal val="#ppt_y+#ppt_h*1.125000"/>
                                          </p:val>
                                        </p:tav>
                                        <p:tav tm="100000">
                                          <p:val>
                                            <p:strVal val="#ppt_y"/>
                                          </p:val>
                                        </p:tav>
                                      </p:tavLst>
                                    </p:anim>
                                    <p:animEffect transition="in" filter="wipe(up)">
                                      <p:cBhvr>
                                        <p:cTn id="50" dur="500"/>
                                        <p:tgtEl>
                                          <p:spTgt spid="35"/>
                                        </p:tgtEl>
                                      </p:cBhvr>
                                    </p:animEffect>
                                  </p:childTnLst>
                                </p:cTn>
                              </p:par>
                            </p:childTnLst>
                          </p:cTn>
                        </p:par>
                      </p:childTnLst>
                    </p:cTn>
                  </p:par>
                  <p:par>
                    <p:cTn id="51" fill="hold">
                      <p:stCondLst>
                        <p:cond delay="indefinite"/>
                      </p:stCondLst>
                      <p:childTnLst>
                        <p:par>
                          <p:cTn id="52" fill="hold">
                            <p:stCondLst>
                              <p:cond delay="0"/>
                            </p:stCondLst>
                            <p:childTnLst>
                              <p:par>
                                <p:cTn id="53" presetID="2" presetClass="entr" presetSubtype="2" fill="hold" grpId="0" nodeType="clickEffect">
                                  <p:stCondLst>
                                    <p:cond delay="0"/>
                                  </p:stCondLst>
                                  <p:childTnLst>
                                    <p:set>
                                      <p:cBhvr>
                                        <p:cTn id="54" dur="1" fill="hold">
                                          <p:stCondLst>
                                            <p:cond delay="0"/>
                                          </p:stCondLst>
                                        </p:cTn>
                                        <p:tgtEl>
                                          <p:spTgt spid="36"/>
                                        </p:tgtEl>
                                        <p:attrNameLst>
                                          <p:attrName>style.visibility</p:attrName>
                                        </p:attrNameLst>
                                      </p:cBhvr>
                                      <p:to>
                                        <p:strVal val="visible"/>
                                      </p:to>
                                    </p:set>
                                    <p:anim calcmode="lin" valueType="num">
                                      <p:cBhvr additive="base">
                                        <p:cTn id="55" dur="500" fill="hold"/>
                                        <p:tgtEl>
                                          <p:spTgt spid="36"/>
                                        </p:tgtEl>
                                        <p:attrNameLst>
                                          <p:attrName>ppt_x</p:attrName>
                                        </p:attrNameLst>
                                      </p:cBhvr>
                                      <p:tavLst>
                                        <p:tav tm="0">
                                          <p:val>
                                            <p:strVal val="1+#ppt_w/2"/>
                                          </p:val>
                                        </p:tav>
                                        <p:tav tm="100000">
                                          <p:val>
                                            <p:strVal val="#ppt_x"/>
                                          </p:val>
                                        </p:tav>
                                      </p:tavLst>
                                    </p:anim>
                                    <p:anim calcmode="lin" valueType="num">
                                      <p:cBhvr additive="base">
                                        <p:cTn id="56" dur="500" fill="hold"/>
                                        <p:tgtEl>
                                          <p:spTgt spid="36"/>
                                        </p:tgtEl>
                                        <p:attrNameLst>
                                          <p:attrName>ppt_y</p:attrName>
                                        </p:attrNameLst>
                                      </p:cBhvr>
                                      <p:tavLst>
                                        <p:tav tm="0">
                                          <p:val>
                                            <p:strVal val="#ppt_y"/>
                                          </p:val>
                                        </p:tav>
                                        <p:tav tm="100000">
                                          <p:val>
                                            <p:strVal val="#ppt_y"/>
                                          </p:val>
                                        </p:tav>
                                      </p:tavLst>
                                    </p:anim>
                                  </p:childTnLst>
                                </p:cTn>
                              </p:par>
                            </p:childTnLst>
                          </p:cTn>
                        </p:par>
                      </p:childTnLst>
                    </p:cTn>
                  </p:par>
                  <p:par>
                    <p:cTn id="57" fill="hold">
                      <p:stCondLst>
                        <p:cond delay="indefinite"/>
                      </p:stCondLst>
                      <p:childTnLst>
                        <p:par>
                          <p:cTn id="58" fill="hold">
                            <p:stCondLst>
                              <p:cond delay="0"/>
                            </p:stCondLst>
                            <p:childTnLst>
                              <p:par>
                                <p:cTn id="59" presetID="15" presetClass="entr" presetSubtype="0" fill="hold" nodeType="clickEffect">
                                  <p:stCondLst>
                                    <p:cond delay="0"/>
                                  </p:stCondLst>
                                  <p:childTnLst>
                                    <p:set>
                                      <p:cBhvr>
                                        <p:cTn id="60" dur="1" fill="hold">
                                          <p:stCondLst>
                                            <p:cond delay="0"/>
                                          </p:stCondLst>
                                        </p:cTn>
                                        <p:tgtEl>
                                          <p:spTgt spid="10"/>
                                        </p:tgtEl>
                                        <p:attrNameLst>
                                          <p:attrName>style.visibility</p:attrName>
                                        </p:attrNameLst>
                                      </p:cBhvr>
                                      <p:to>
                                        <p:strVal val="visible"/>
                                      </p:to>
                                    </p:set>
                                    <p:anim calcmode="lin" valueType="num">
                                      <p:cBhvr>
                                        <p:cTn id="61" dur="1000" fill="hold"/>
                                        <p:tgtEl>
                                          <p:spTgt spid="10"/>
                                        </p:tgtEl>
                                        <p:attrNameLst>
                                          <p:attrName>ppt_w</p:attrName>
                                        </p:attrNameLst>
                                      </p:cBhvr>
                                      <p:tavLst>
                                        <p:tav tm="0">
                                          <p:val>
                                            <p:fltVal val="0"/>
                                          </p:val>
                                        </p:tav>
                                        <p:tav tm="100000">
                                          <p:val>
                                            <p:strVal val="#ppt_w"/>
                                          </p:val>
                                        </p:tav>
                                      </p:tavLst>
                                    </p:anim>
                                    <p:anim calcmode="lin" valueType="num">
                                      <p:cBhvr>
                                        <p:cTn id="62" dur="1000" fill="hold"/>
                                        <p:tgtEl>
                                          <p:spTgt spid="10"/>
                                        </p:tgtEl>
                                        <p:attrNameLst>
                                          <p:attrName>ppt_h</p:attrName>
                                        </p:attrNameLst>
                                      </p:cBhvr>
                                      <p:tavLst>
                                        <p:tav tm="0">
                                          <p:val>
                                            <p:fltVal val="0"/>
                                          </p:val>
                                        </p:tav>
                                        <p:tav tm="100000">
                                          <p:val>
                                            <p:strVal val="#ppt_h"/>
                                          </p:val>
                                        </p:tav>
                                      </p:tavLst>
                                    </p:anim>
                                    <p:anim calcmode="lin" valueType="num">
                                      <p:cBhvr>
                                        <p:cTn id="63" dur="1000" fill="hold"/>
                                        <p:tgtEl>
                                          <p:spTgt spid="10"/>
                                        </p:tgtEl>
                                        <p:attrNameLst>
                                          <p:attrName>ppt_x</p:attrName>
                                        </p:attrNameLst>
                                      </p:cBhvr>
                                      <p:tavLst>
                                        <p:tav tm="0" fmla="#ppt_x+(cos(-2*pi*(1-$))*-#ppt_x-sin(-2*pi*(1-$))*(1-#ppt_y))*(1-$)">
                                          <p:val>
                                            <p:fltVal val="0"/>
                                          </p:val>
                                        </p:tav>
                                        <p:tav tm="100000">
                                          <p:val>
                                            <p:fltVal val="1"/>
                                          </p:val>
                                        </p:tav>
                                      </p:tavLst>
                                    </p:anim>
                                    <p:anim calcmode="lin" valueType="num">
                                      <p:cBhvr>
                                        <p:cTn id="64" dur="1000" fill="hold"/>
                                        <p:tgtEl>
                                          <p:spTgt spid="10"/>
                                        </p:tgtEl>
                                        <p:attrNameLst>
                                          <p:attrName>ppt_y</p:attrName>
                                        </p:attrNameLst>
                                      </p:cBhvr>
                                      <p:tavLst>
                                        <p:tav tm="0" fmla="#ppt_y+(sin(-2*pi*(1-$))*-#ppt_x+cos(-2*pi*(1-$))*(1-#ppt_y))*(1-$)">
                                          <p:val>
                                            <p:fltVal val="0"/>
                                          </p:val>
                                        </p:tav>
                                        <p:tav tm="100000">
                                          <p:val>
                                            <p:fltVal val="1"/>
                                          </p:val>
                                        </p:tav>
                                      </p:tavLst>
                                    </p:anim>
                                  </p:childTnLst>
                                </p:cTn>
                              </p:par>
                            </p:childTnLst>
                          </p:cTn>
                        </p:par>
                      </p:childTnLst>
                    </p:cTn>
                  </p:par>
                  <p:par>
                    <p:cTn id="65" fill="hold">
                      <p:stCondLst>
                        <p:cond delay="indefinite"/>
                      </p:stCondLst>
                      <p:childTnLst>
                        <p:par>
                          <p:cTn id="66" fill="hold">
                            <p:stCondLst>
                              <p:cond delay="0"/>
                            </p:stCondLst>
                            <p:childTnLst>
                              <p:par>
                                <p:cTn id="67" presetID="53" presetClass="entr" presetSubtype="16" fill="hold" nodeType="clickEffect">
                                  <p:stCondLst>
                                    <p:cond delay="0"/>
                                  </p:stCondLst>
                                  <p:childTnLst>
                                    <p:set>
                                      <p:cBhvr>
                                        <p:cTn id="68" dur="1" fill="hold">
                                          <p:stCondLst>
                                            <p:cond delay="0"/>
                                          </p:stCondLst>
                                        </p:cTn>
                                        <p:tgtEl>
                                          <p:spTgt spid="49"/>
                                        </p:tgtEl>
                                        <p:attrNameLst>
                                          <p:attrName>style.visibility</p:attrName>
                                        </p:attrNameLst>
                                      </p:cBhvr>
                                      <p:to>
                                        <p:strVal val="visible"/>
                                      </p:to>
                                    </p:set>
                                    <p:anim calcmode="lin" valueType="num">
                                      <p:cBhvr>
                                        <p:cTn id="69" dur="500" fill="hold"/>
                                        <p:tgtEl>
                                          <p:spTgt spid="49"/>
                                        </p:tgtEl>
                                        <p:attrNameLst>
                                          <p:attrName>ppt_w</p:attrName>
                                        </p:attrNameLst>
                                      </p:cBhvr>
                                      <p:tavLst>
                                        <p:tav tm="0">
                                          <p:val>
                                            <p:fltVal val="0"/>
                                          </p:val>
                                        </p:tav>
                                        <p:tav tm="100000">
                                          <p:val>
                                            <p:strVal val="#ppt_w"/>
                                          </p:val>
                                        </p:tav>
                                      </p:tavLst>
                                    </p:anim>
                                    <p:anim calcmode="lin" valueType="num">
                                      <p:cBhvr>
                                        <p:cTn id="70" dur="500" fill="hold"/>
                                        <p:tgtEl>
                                          <p:spTgt spid="49"/>
                                        </p:tgtEl>
                                        <p:attrNameLst>
                                          <p:attrName>ppt_h</p:attrName>
                                        </p:attrNameLst>
                                      </p:cBhvr>
                                      <p:tavLst>
                                        <p:tav tm="0">
                                          <p:val>
                                            <p:fltVal val="0"/>
                                          </p:val>
                                        </p:tav>
                                        <p:tav tm="100000">
                                          <p:val>
                                            <p:strVal val="#ppt_h"/>
                                          </p:val>
                                        </p:tav>
                                      </p:tavLst>
                                    </p:anim>
                                    <p:animEffect transition="in" filter="fade">
                                      <p:cBhvr>
                                        <p:cTn id="71" dur="500"/>
                                        <p:tgtEl>
                                          <p:spTgt spid="49"/>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2" grpId="0"/>
      <p:bldP spid="7" grpId="0"/>
      <p:bldP spid="21" grpId="0"/>
      <p:bldP spid="8" grpId="0" animBg="1"/>
      <p:bldP spid="26" grpId="0" animBg="1"/>
      <p:bldP spid="27" grpId="0" animBg="1"/>
      <p:bldP spid="31" grpId="0" animBg="1"/>
      <p:bldP spid="33" grpId="0" animBg="1"/>
      <p:bldP spid="35" grpId="0"/>
      <p:bldP spid="36" grpId="0"/>
    </p:bldLst>
  </p:timing>
</p:sld>
</file>

<file path=ppt/slides/slide8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4" name="组合 3">
            <a:extLst>
              <a:ext uri="{FF2B5EF4-FFF2-40B4-BE49-F238E27FC236}">
                <a16:creationId xmlns:a16="http://schemas.microsoft.com/office/drawing/2014/main" id="{9A1EA9F2-FCB6-48C3-935F-7AE7E3AD14AC}"/>
              </a:ext>
            </a:extLst>
          </p:cNvPr>
          <p:cNvGrpSpPr/>
          <p:nvPr/>
        </p:nvGrpSpPr>
        <p:grpSpPr>
          <a:xfrm>
            <a:off x="304800" y="749300"/>
            <a:ext cx="6192343" cy="400110"/>
            <a:chOff x="424117" y="898245"/>
            <a:chExt cx="6192343" cy="400110"/>
          </a:xfrm>
        </p:grpSpPr>
        <p:sp>
          <p:nvSpPr>
            <p:cNvPr id="2" name="平行四边形 1">
              <a:extLst>
                <a:ext uri="{FF2B5EF4-FFF2-40B4-BE49-F238E27FC236}">
                  <a16:creationId xmlns:a16="http://schemas.microsoft.com/office/drawing/2014/main" id="{1F5BAA3F-9845-4F89-A2DD-8222D3E4EDAC}"/>
                </a:ext>
              </a:extLst>
            </p:cNvPr>
            <p:cNvSpPr/>
            <p:nvPr/>
          </p:nvSpPr>
          <p:spPr>
            <a:xfrm>
              <a:off x="424117" y="898245"/>
              <a:ext cx="711200" cy="387090"/>
            </a:xfrm>
            <a:prstGeom prst="parallelogram">
              <a:avLst/>
            </a:prstGeom>
            <a:solidFill>
              <a:schemeClr val="accent3">
                <a:lumMod val="75000"/>
              </a:schemeClr>
            </a:solidFill>
            <a:ln>
              <a:solidFill>
                <a:schemeClr val="accent3">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CN" sz="2200" dirty="0">
                  <a:latin typeface="Impact" panose="020B0806030902050204" pitchFamily="34" charset="0"/>
                </a:rPr>
                <a:t>03</a:t>
              </a:r>
              <a:endParaRPr lang="zh-CN" altLang="en-US" sz="2200" dirty="0">
                <a:latin typeface="Impact" panose="020B0806030902050204" pitchFamily="34" charset="0"/>
              </a:endParaRPr>
            </a:p>
          </p:txBody>
        </p:sp>
        <p:sp>
          <p:nvSpPr>
            <p:cNvPr id="3" name="文本框 2">
              <a:extLst>
                <a:ext uri="{FF2B5EF4-FFF2-40B4-BE49-F238E27FC236}">
                  <a16:creationId xmlns:a16="http://schemas.microsoft.com/office/drawing/2014/main" id="{4D6BD736-A4D3-4F26-AFED-36E11F50F70B}"/>
                </a:ext>
              </a:extLst>
            </p:cNvPr>
            <p:cNvSpPr txBox="1"/>
            <p:nvPr/>
          </p:nvSpPr>
          <p:spPr>
            <a:xfrm>
              <a:off x="1204755" y="898245"/>
              <a:ext cx="5411705" cy="400110"/>
            </a:xfrm>
            <a:prstGeom prst="rect">
              <a:avLst/>
            </a:prstGeom>
            <a:noFill/>
          </p:spPr>
          <p:txBody>
            <a:bodyPr wrap="square" rtlCol="0">
              <a:spAutoFit/>
            </a:bodyPr>
            <a:lstStyle/>
            <a:p>
              <a:r>
                <a:rPr lang="zh-CN" altLang="en-US" sz="2000" b="1" dirty="0"/>
                <a:t>循环冗余校验</a:t>
              </a:r>
            </a:p>
          </p:txBody>
        </p:sp>
      </p:grpSp>
      <mc:AlternateContent xmlns:mc="http://schemas.openxmlformats.org/markup-compatibility/2006" xmlns:a14="http://schemas.microsoft.com/office/drawing/2010/main">
        <mc:Choice Requires="a14">
          <p:sp>
            <p:nvSpPr>
              <p:cNvPr id="5" name="文本框 4">
                <a:extLst>
                  <a:ext uri="{FF2B5EF4-FFF2-40B4-BE49-F238E27FC236}">
                    <a16:creationId xmlns:a16="http://schemas.microsoft.com/office/drawing/2014/main" id="{7EF8B8FD-A564-4AFB-A9EC-CF5287AF5CB1}"/>
                  </a:ext>
                </a:extLst>
              </p:cNvPr>
              <p:cNvSpPr txBox="1"/>
              <p:nvPr/>
            </p:nvSpPr>
            <p:spPr>
              <a:xfrm>
                <a:off x="1016000" y="1149410"/>
                <a:ext cx="10703085" cy="407099"/>
              </a:xfrm>
              <a:prstGeom prst="rect">
                <a:avLst/>
              </a:prstGeom>
              <a:noFill/>
            </p:spPr>
            <p:txBody>
              <a:bodyPr wrap="square" rtlCol="0">
                <a:spAutoFit/>
              </a:bodyPr>
              <a:lstStyle/>
              <a:p>
                <a:r>
                  <a:rPr lang="en-US" altLang="zh-CN" sz="2000" b="1" dirty="0"/>
                  <a:t>【CRC</a:t>
                </a:r>
                <a:r>
                  <a:rPr lang="zh-CN" altLang="en-US" sz="2000" b="1" dirty="0"/>
                  <a:t>举例</a:t>
                </a:r>
                <a:r>
                  <a:rPr lang="en-US" altLang="zh-CN" sz="2000" b="1" dirty="0"/>
                  <a:t>】</a:t>
                </a:r>
                <a:r>
                  <a:rPr lang="zh-CN" altLang="en-US" sz="2000" b="1" dirty="0"/>
                  <a:t>待发送的数据为</a:t>
                </a:r>
                <a:r>
                  <a:rPr lang="en-US" altLang="zh-CN" sz="2000" b="1" dirty="0"/>
                  <a:t>101001</a:t>
                </a:r>
                <a:r>
                  <a:rPr lang="zh-CN" altLang="en-US" sz="2000" b="1" dirty="0"/>
                  <a:t>，生成多项式为</a:t>
                </a:r>
                <a14:m>
                  <m:oMath xmlns:m="http://schemas.openxmlformats.org/officeDocument/2006/math">
                    <m:r>
                      <a:rPr lang="en-US" altLang="zh-CN" sz="2000" b="1" i="1" smtClean="0">
                        <a:latin typeface="Cambria Math" panose="02040503050406030204" pitchFamily="18" charset="0"/>
                      </a:rPr>
                      <m:t>𝑮</m:t>
                    </m:r>
                    <m:d>
                      <m:dPr>
                        <m:ctrlPr>
                          <a:rPr lang="en-US" altLang="zh-CN" sz="2000" b="1" i="1" smtClean="0">
                            <a:latin typeface="Cambria Math" panose="02040503050406030204" pitchFamily="18" charset="0"/>
                          </a:rPr>
                        </m:ctrlPr>
                      </m:dPr>
                      <m:e>
                        <m:r>
                          <a:rPr lang="en-US" altLang="zh-CN" sz="2000" b="1" i="1" smtClean="0">
                            <a:latin typeface="Cambria Math" panose="02040503050406030204" pitchFamily="18" charset="0"/>
                          </a:rPr>
                          <m:t>𝑿</m:t>
                        </m:r>
                      </m:e>
                    </m:d>
                    <m:r>
                      <a:rPr lang="en-US" altLang="zh-CN" sz="2000" b="1" i="1" smtClean="0">
                        <a:latin typeface="Cambria Math" panose="02040503050406030204" pitchFamily="18" charset="0"/>
                      </a:rPr>
                      <m:t>=</m:t>
                    </m:r>
                    <m:sSup>
                      <m:sSupPr>
                        <m:ctrlPr>
                          <a:rPr lang="en-US" altLang="zh-CN" sz="2000" b="1" i="1" smtClean="0">
                            <a:latin typeface="Cambria Math" panose="02040503050406030204" pitchFamily="18" charset="0"/>
                          </a:rPr>
                        </m:ctrlPr>
                      </m:sSupPr>
                      <m:e>
                        <m:r>
                          <a:rPr lang="en-US" altLang="zh-CN" sz="2000" b="1" i="1" smtClean="0">
                            <a:latin typeface="Cambria Math" panose="02040503050406030204" pitchFamily="18" charset="0"/>
                          </a:rPr>
                          <m:t> </m:t>
                        </m:r>
                        <m:r>
                          <a:rPr lang="en-US" altLang="zh-CN" sz="2000" b="1" i="1" smtClean="0">
                            <a:latin typeface="Cambria Math" panose="02040503050406030204" pitchFamily="18" charset="0"/>
                          </a:rPr>
                          <m:t>𝑿</m:t>
                        </m:r>
                      </m:e>
                      <m:sup>
                        <m:r>
                          <a:rPr lang="en-US" altLang="zh-CN" sz="2000" b="1" i="1" smtClean="0">
                            <a:latin typeface="Cambria Math" panose="02040503050406030204" pitchFamily="18" charset="0"/>
                          </a:rPr>
                          <m:t>𝟑</m:t>
                        </m:r>
                      </m:sup>
                    </m:sSup>
                    <m:r>
                      <a:rPr lang="en-US" altLang="zh-CN" sz="2000" b="1" i="1" smtClean="0">
                        <a:latin typeface="Cambria Math" panose="02040503050406030204" pitchFamily="18" charset="0"/>
                        <a:ea typeface="Cambria Math" panose="02040503050406030204" pitchFamily="18" charset="0"/>
                      </a:rPr>
                      <m:t>+</m:t>
                    </m:r>
                    <m:sSup>
                      <m:sSupPr>
                        <m:ctrlPr>
                          <a:rPr lang="en-US" altLang="zh-CN" sz="2000" b="1" i="1" smtClean="0">
                            <a:latin typeface="Cambria Math" panose="02040503050406030204" pitchFamily="18" charset="0"/>
                            <a:ea typeface="Cambria Math" panose="02040503050406030204" pitchFamily="18" charset="0"/>
                          </a:rPr>
                        </m:ctrlPr>
                      </m:sSupPr>
                      <m:e>
                        <m:r>
                          <a:rPr lang="en-US" altLang="zh-CN" sz="2000" b="1" i="1" smtClean="0">
                            <a:latin typeface="Cambria Math" panose="02040503050406030204" pitchFamily="18" charset="0"/>
                            <a:ea typeface="Cambria Math" panose="02040503050406030204" pitchFamily="18" charset="0"/>
                          </a:rPr>
                          <m:t> </m:t>
                        </m:r>
                        <m:r>
                          <a:rPr lang="en-US" altLang="zh-CN" sz="2000" b="1" i="1" smtClean="0">
                            <a:latin typeface="Cambria Math" panose="02040503050406030204" pitchFamily="18" charset="0"/>
                            <a:ea typeface="Cambria Math" panose="02040503050406030204" pitchFamily="18" charset="0"/>
                          </a:rPr>
                          <m:t>𝑿</m:t>
                        </m:r>
                      </m:e>
                      <m:sup>
                        <m:r>
                          <a:rPr lang="en-US" altLang="zh-CN" sz="2000" b="1" i="1" smtClean="0">
                            <a:latin typeface="Cambria Math" panose="02040503050406030204" pitchFamily="18" charset="0"/>
                            <a:ea typeface="Cambria Math" panose="02040503050406030204" pitchFamily="18" charset="0"/>
                          </a:rPr>
                          <m:t>𝟐</m:t>
                        </m:r>
                      </m:sup>
                    </m:sSup>
                    <m:r>
                      <a:rPr lang="en-US" altLang="zh-CN" sz="2000" b="1" i="1" smtClean="0">
                        <a:latin typeface="Cambria Math" panose="02040503050406030204" pitchFamily="18" charset="0"/>
                        <a:ea typeface="Cambria Math" panose="02040503050406030204" pitchFamily="18" charset="0"/>
                      </a:rPr>
                      <m:t>+</m:t>
                    </m:r>
                    <m:r>
                      <a:rPr lang="en-US" altLang="zh-CN" sz="2000" b="1" i="1" smtClean="0">
                        <a:latin typeface="Cambria Math" panose="02040503050406030204" pitchFamily="18" charset="0"/>
                        <a:ea typeface="Cambria Math" panose="02040503050406030204" pitchFamily="18" charset="0"/>
                      </a:rPr>
                      <m:t>𝟏</m:t>
                    </m:r>
                    <m:r>
                      <a:rPr lang="zh-CN" altLang="en-US" sz="2000" b="1" i="1">
                        <a:latin typeface="Cambria Math" panose="02040503050406030204" pitchFamily="18" charset="0"/>
                        <a:ea typeface="Cambria Math" panose="02040503050406030204" pitchFamily="18" charset="0"/>
                      </a:rPr>
                      <m:t>，</m:t>
                    </m:r>
                  </m:oMath>
                </a14:m>
                <a:r>
                  <a:rPr lang="zh-CN" altLang="en-US" sz="2000" b="1" dirty="0"/>
                  <a:t>计算冗余码。</a:t>
                </a:r>
              </a:p>
            </p:txBody>
          </p:sp>
        </mc:Choice>
        <mc:Fallback xmlns="">
          <p:sp>
            <p:nvSpPr>
              <p:cNvPr id="5" name="文本框 4">
                <a:extLst>
                  <a:ext uri="{FF2B5EF4-FFF2-40B4-BE49-F238E27FC236}">
                    <a16:creationId xmlns:a16="http://schemas.microsoft.com/office/drawing/2014/main" id="{7EF8B8FD-A564-4AFB-A9EC-CF5287AF5CB1}"/>
                  </a:ext>
                </a:extLst>
              </p:cNvPr>
              <p:cNvSpPr txBox="1">
                <a:spLocks noRot="1" noChangeAspect="1" noMove="1" noResize="1" noEditPoints="1" noAdjustHandles="1" noChangeArrowheads="1" noChangeShapeType="1" noTextEdit="1"/>
              </p:cNvSpPr>
              <p:nvPr/>
            </p:nvSpPr>
            <p:spPr>
              <a:xfrm>
                <a:off x="1016000" y="1149410"/>
                <a:ext cx="10703085" cy="407099"/>
              </a:xfrm>
              <a:prstGeom prst="rect">
                <a:avLst/>
              </a:prstGeom>
              <a:blipFill>
                <a:blip r:embed="rId3"/>
                <a:stretch>
                  <a:fillRect l="-627" t="-9091" b="-27273"/>
                </a:stretch>
              </a:blipFill>
            </p:spPr>
            <p:txBody>
              <a:bodyPr/>
              <a:lstStyle/>
              <a:p>
                <a:r>
                  <a:rPr lang="zh-CN" altLang="en-US">
                    <a:noFill/>
                  </a:rPr>
                  <a:t> </a:t>
                </a:r>
              </a:p>
            </p:txBody>
          </p:sp>
        </mc:Fallback>
      </mc:AlternateContent>
      <p:grpSp>
        <p:nvGrpSpPr>
          <p:cNvPr id="23" name="组合 22">
            <a:extLst>
              <a:ext uri="{FF2B5EF4-FFF2-40B4-BE49-F238E27FC236}">
                <a16:creationId xmlns:a16="http://schemas.microsoft.com/office/drawing/2014/main" id="{C770F2E7-B300-4503-B5FA-5E83C79A98AE}"/>
              </a:ext>
            </a:extLst>
          </p:cNvPr>
          <p:cNvGrpSpPr/>
          <p:nvPr/>
        </p:nvGrpSpPr>
        <p:grpSpPr>
          <a:xfrm>
            <a:off x="4731327" y="1489364"/>
            <a:ext cx="5853346" cy="1310395"/>
            <a:chOff x="4731327" y="1489364"/>
            <a:chExt cx="5853346" cy="1310395"/>
          </a:xfrm>
        </p:grpSpPr>
        <p:sp>
          <p:nvSpPr>
            <p:cNvPr id="30" name="文本框 29">
              <a:extLst>
                <a:ext uri="{FF2B5EF4-FFF2-40B4-BE49-F238E27FC236}">
                  <a16:creationId xmlns:a16="http://schemas.microsoft.com/office/drawing/2014/main" id="{7FB4EBA1-79C4-4446-A0F0-2599139D46B9}"/>
                </a:ext>
              </a:extLst>
            </p:cNvPr>
            <p:cNvSpPr txBox="1"/>
            <p:nvPr/>
          </p:nvSpPr>
          <p:spPr>
            <a:xfrm>
              <a:off x="8470806" y="2276539"/>
              <a:ext cx="2113867" cy="523220"/>
            </a:xfrm>
            <a:prstGeom prst="rect">
              <a:avLst/>
            </a:prstGeom>
            <a:noFill/>
          </p:spPr>
          <p:txBody>
            <a:bodyPr wrap="square" rtlCol="0">
              <a:spAutoFit/>
            </a:bodyPr>
            <a:lstStyle/>
            <a:p>
              <a:r>
                <a:rPr lang="en-US" altLang="zh-CN" sz="2800" b="1" spc="600" dirty="0">
                  <a:latin typeface="Arial Black" panose="020B0A04020102020204" pitchFamily="34" charset="0"/>
                </a:rPr>
                <a:t>101001</a:t>
              </a:r>
              <a:endParaRPr lang="zh-CN" altLang="en-US" sz="2800" b="1" spc="600" dirty="0">
                <a:latin typeface="Arial Black" panose="020B0A04020102020204" pitchFamily="34" charset="0"/>
              </a:endParaRPr>
            </a:p>
          </p:txBody>
        </p:sp>
        <p:cxnSp>
          <p:nvCxnSpPr>
            <p:cNvPr id="17" name="直接箭头连接符 16">
              <a:extLst>
                <a:ext uri="{FF2B5EF4-FFF2-40B4-BE49-F238E27FC236}">
                  <a16:creationId xmlns:a16="http://schemas.microsoft.com/office/drawing/2014/main" id="{BD4B6D12-5FBD-4248-931E-7CD8A608968E}"/>
                </a:ext>
              </a:extLst>
            </p:cNvPr>
            <p:cNvCxnSpPr>
              <a:cxnSpLocks/>
            </p:cNvCxnSpPr>
            <p:nvPr/>
          </p:nvCxnSpPr>
          <p:spPr>
            <a:xfrm>
              <a:off x="4731327" y="1489364"/>
              <a:ext cx="3892978" cy="911758"/>
            </a:xfrm>
            <a:prstGeom prst="straightConnector1">
              <a:avLst/>
            </a:prstGeom>
            <a:ln w="38100">
              <a:solidFill>
                <a:schemeClr val="tx1"/>
              </a:solidFill>
              <a:prstDash val="dash"/>
              <a:tailEnd type="triangle" w="med" len="lg"/>
            </a:ln>
          </p:spPr>
          <p:style>
            <a:lnRef idx="1">
              <a:schemeClr val="accent1"/>
            </a:lnRef>
            <a:fillRef idx="0">
              <a:schemeClr val="accent1"/>
            </a:fillRef>
            <a:effectRef idx="0">
              <a:schemeClr val="accent1"/>
            </a:effectRef>
            <a:fontRef idx="minor">
              <a:schemeClr val="tx1"/>
            </a:fontRef>
          </p:style>
        </p:cxnSp>
      </p:grpSp>
      <p:grpSp>
        <p:nvGrpSpPr>
          <p:cNvPr id="24" name="组合 23">
            <a:extLst>
              <a:ext uri="{FF2B5EF4-FFF2-40B4-BE49-F238E27FC236}">
                <a16:creationId xmlns:a16="http://schemas.microsoft.com/office/drawing/2014/main" id="{B317FF91-D436-4993-B3F3-B9137B0973FD}"/>
              </a:ext>
            </a:extLst>
          </p:cNvPr>
          <p:cNvGrpSpPr/>
          <p:nvPr/>
        </p:nvGrpSpPr>
        <p:grpSpPr>
          <a:xfrm>
            <a:off x="7987145" y="1352959"/>
            <a:ext cx="3571132" cy="1446800"/>
            <a:chOff x="7987145" y="1352959"/>
            <a:chExt cx="3571132" cy="1446800"/>
          </a:xfrm>
        </p:grpSpPr>
        <p:sp>
          <p:nvSpPr>
            <p:cNvPr id="32" name="文本框 31">
              <a:extLst>
                <a:ext uri="{FF2B5EF4-FFF2-40B4-BE49-F238E27FC236}">
                  <a16:creationId xmlns:a16="http://schemas.microsoft.com/office/drawing/2014/main" id="{CA8A3404-60F5-4210-92D9-DCE5B57DB1C9}"/>
                </a:ext>
              </a:extLst>
            </p:cNvPr>
            <p:cNvSpPr txBox="1"/>
            <p:nvPr/>
          </p:nvSpPr>
          <p:spPr>
            <a:xfrm>
              <a:off x="10353329" y="2276539"/>
              <a:ext cx="1204948" cy="523220"/>
            </a:xfrm>
            <a:prstGeom prst="rect">
              <a:avLst/>
            </a:prstGeom>
            <a:noFill/>
          </p:spPr>
          <p:txBody>
            <a:bodyPr wrap="square" rtlCol="0">
              <a:spAutoFit/>
            </a:bodyPr>
            <a:lstStyle/>
            <a:p>
              <a:r>
                <a:rPr lang="en-US" altLang="zh-CN" sz="2800" b="1" spc="600" dirty="0">
                  <a:solidFill>
                    <a:schemeClr val="accent4"/>
                  </a:solidFill>
                  <a:latin typeface="Arial Black" panose="020B0A04020102020204" pitchFamily="34" charset="0"/>
                </a:rPr>
                <a:t>000</a:t>
              </a:r>
              <a:endParaRPr lang="zh-CN" altLang="en-US" sz="2800" b="1" spc="600" dirty="0">
                <a:solidFill>
                  <a:schemeClr val="accent4"/>
                </a:solidFill>
                <a:latin typeface="Arial Black" panose="020B0A04020102020204" pitchFamily="34" charset="0"/>
              </a:endParaRPr>
            </a:p>
          </p:txBody>
        </p:sp>
        <p:cxnSp>
          <p:nvCxnSpPr>
            <p:cNvPr id="51" name="直接箭头连接符 50">
              <a:extLst>
                <a:ext uri="{FF2B5EF4-FFF2-40B4-BE49-F238E27FC236}">
                  <a16:creationId xmlns:a16="http://schemas.microsoft.com/office/drawing/2014/main" id="{BE717CC5-7280-496D-BC60-C201220BF170}"/>
                </a:ext>
              </a:extLst>
            </p:cNvPr>
            <p:cNvCxnSpPr>
              <a:cxnSpLocks/>
            </p:cNvCxnSpPr>
            <p:nvPr/>
          </p:nvCxnSpPr>
          <p:spPr>
            <a:xfrm>
              <a:off x="7987145" y="1352959"/>
              <a:ext cx="2729097" cy="988958"/>
            </a:xfrm>
            <a:prstGeom prst="straightConnector1">
              <a:avLst/>
            </a:prstGeom>
            <a:ln w="38100">
              <a:solidFill>
                <a:schemeClr val="tx1"/>
              </a:solidFill>
              <a:prstDash val="dash"/>
              <a:tailEnd type="triangle" w="med" len="lg"/>
            </a:ln>
          </p:spPr>
          <p:style>
            <a:lnRef idx="1">
              <a:schemeClr val="accent1"/>
            </a:lnRef>
            <a:fillRef idx="0">
              <a:schemeClr val="accent1"/>
            </a:fillRef>
            <a:effectRef idx="0">
              <a:schemeClr val="accent1"/>
            </a:effectRef>
            <a:fontRef idx="minor">
              <a:schemeClr val="tx1"/>
            </a:fontRef>
          </p:style>
        </p:cxnSp>
      </p:grpSp>
      <p:sp>
        <p:nvSpPr>
          <p:cNvPr id="56" name="矩形 55">
            <a:extLst>
              <a:ext uri="{FF2B5EF4-FFF2-40B4-BE49-F238E27FC236}">
                <a16:creationId xmlns:a16="http://schemas.microsoft.com/office/drawing/2014/main" id="{8ACC1DC7-044B-4CF1-ADE5-A40D6D20D85F}"/>
              </a:ext>
            </a:extLst>
          </p:cNvPr>
          <p:cNvSpPr/>
          <p:nvPr/>
        </p:nvSpPr>
        <p:spPr>
          <a:xfrm>
            <a:off x="318702" y="1956619"/>
            <a:ext cx="1204948" cy="1020462"/>
          </a:xfrm>
          <a:prstGeom prst="rect">
            <a:avLst/>
          </a:prstGeom>
          <a:solidFill>
            <a:schemeClr val="accent3">
              <a:lumMod val="75000"/>
            </a:schemeClr>
          </a:solidFill>
          <a:ln>
            <a:solidFill>
              <a:schemeClr val="accent3">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CN" sz="3200" b="1" dirty="0">
                <a:latin typeface="Arial Black" panose="020B0A04020102020204" pitchFamily="34" charset="0"/>
              </a:rPr>
              <a:t>1</a:t>
            </a:r>
            <a:endParaRPr lang="zh-CN" altLang="en-US" sz="3200" b="1" dirty="0">
              <a:latin typeface="Arial Black" panose="020B0A04020102020204" pitchFamily="34" charset="0"/>
            </a:endParaRPr>
          </a:p>
        </p:txBody>
      </p:sp>
      <p:grpSp>
        <p:nvGrpSpPr>
          <p:cNvPr id="62" name="组合 61">
            <a:extLst>
              <a:ext uri="{FF2B5EF4-FFF2-40B4-BE49-F238E27FC236}">
                <a16:creationId xmlns:a16="http://schemas.microsoft.com/office/drawing/2014/main" id="{ACC7BAD9-1D8C-459A-B04B-90667871AD60}"/>
              </a:ext>
            </a:extLst>
          </p:cNvPr>
          <p:cNvGrpSpPr/>
          <p:nvPr/>
        </p:nvGrpSpPr>
        <p:grpSpPr>
          <a:xfrm>
            <a:off x="1523649" y="1956155"/>
            <a:ext cx="4809417" cy="1020462"/>
            <a:chOff x="1523649" y="1956155"/>
            <a:chExt cx="4809417" cy="1020462"/>
          </a:xfrm>
        </p:grpSpPr>
        <p:sp>
          <p:nvSpPr>
            <p:cNvPr id="55" name="文本框 54">
              <a:extLst>
                <a:ext uri="{FF2B5EF4-FFF2-40B4-BE49-F238E27FC236}">
                  <a16:creationId xmlns:a16="http://schemas.microsoft.com/office/drawing/2014/main" id="{42458A9D-BE9F-40B3-BEEC-B79EBFC6DFFA}"/>
                </a:ext>
              </a:extLst>
            </p:cNvPr>
            <p:cNvSpPr txBox="1"/>
            <p:nvPr/>
          </p:nvSpPr>
          <p:spPr>
            <a:xfrm>
              <a:off x="1672476" y="1994023"/>
              <a:ext cx="2022766" cy="407099"/>
            </a:xfrm>
            <a:prstGeom prst="rect">
              <a:avLst/>
            </a:prstGeom>
            <a:noFill/>
          </p:spPr>
          <p:txBody>
            <a:bodyPr wrap="square" rtlCol="0">
              <a:spAutoFit/>
            </a:bodyPr>
            <a:lstStyle/>
            <a:p>
              <a:r>
                <a:rPr lang="zh-CN" altLang="en-US" sz="2000" b="1" dirty="0">
                  <a:solidFill>
                    <a:schemeClr val="accent3">
                      <a:lumMod val="75000"/>
                    </a:schemeClr>
                  </a:solidFill>
                </a:rPr>
                <a:t>构造“被除数”</a:t>
              </a:r>
            </a:p>
          </p:txBody>
        </p:sp>
        <p:sp>
          <p:nvSpPr>
            <p:cNvPr id="60" name="矩形 59">
              <a:extLst>
                <a:ext uri="{FF2B5EF4-FFF2-40B4-BE49-F238E27FC236}">
                  <a16:creationId xmlns:a16="http://schemas.microsoft.com/office/drawing/2014/main" id="{6B4E7A05-B94E-4D5A-BCAE-96F5525ED4D1}"/>
                </a:ext>
              </a:extLst>
            </p:cNvPr>
            <p:cNvSpPr/>
            <p:nvPr/>
          </p:nvSpPr>
          <p:spPr>
            <a:xfrm>
              <a:off x="1523649" y="1956155"/>
              <a:ext cx="4809417" cy="1020462"/>
            </a:xfrm>
            <a:prstGeom prst="rect">
              <a:avLst/>
            </a:prstGeom>
            <a:noFill/>
            <a:ln>
              <a:solidFill>
                <a:schemeClr val="accent3">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sz="3200" b="1" dirty="0">
                <a:latin typeface="Arial Black" panose="020B0A04020102020204" pitchFamily="34" charset="0"/>
              </a:endParaRPr>
            </a:p>
          </p:txBody>
        </p:sp>
      </p:grpSp>
      <p:sp>
        <p:nvSpPr>
          <p:cNvPr id="61" name="文本框 60">
            <a:extLst>
              <a:ext uri="{FF2B5EF4-FFF2-40B4-BE49-F238E27FC236}">
                <a16:creationId xmlns:a16="http://schemas.microsoft.com/office/drawing/2014/main" id="{11F6B84F-0A9D-4890-AAB9-6FA24D9B5C0E}"/>
              </a:ext>
            </a:extLst>
          </p:cNvPr>
          <p:cNvSpPr txBox="1"/>
          <p:nvPr/>
        </p:nvSpPr>
        <p:spPr>
          <a:xfrm>
            <a:off x="1672475" y="2450988"/>
            <a:ext cx="4660591" cy="369332"/>
          </a:xfrm>
          <a:prstGeom prst="rect">
            <a:avLst/>
          </a:prstGeom>
          <a:noFill/>
        </p:spPr>
        <p:txBody>
          <a:bodyPr wrap="square" rtlCol="0">
            <a:spAutoFit/>
          </a:bodyPr>
          <a:lstStyle/>
          <a:p>
            <a:r>
              <a:rPr lang="zh-CN" altLang="en-US" b="1" dirty="0"/>
              <a:t>待发送数据后面添加生成多项式最高次数个</a:t>
            </a:r>
            <a:r>
              <a:rPr lang="en-US" altLang="zh-CN" b="1" dirty="0"/>
              <a:t>0</a:t>
            </a:r>
            <a:endParaRPr lang="zh-CN" altLang="en-US" b="1" dirty="0"/>
          </a:p>
        </p:txBody>
      </p:sp>
    </p:spTree>
    <p:custDataLst>
      <p:tags r:id="rId1"/>
    </p:custDataLst>
    <p:extLst>
      <p:ext uri="{BB962C8B-B14F-4D97-AF65-F5344CB8AC3E}">
        <p14:creationId xmlns:p14="http://schemas.microsoft.com/office/powerpoint/2010/main" val="1792982711"/>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30" presetClass="entr" presetSubtype="0" fill="hold" grpId="0" nodeType="withEffect">
                                  <p:stCondLst>
                                    <p:cond delay="0"/>
                                  </p:stCondLst>
                                  <p:childTnLst>
                                    <p:set>
                                      <p:cBhvr>
                                        <p:cTn id="6" dur="1" fill="hold">
                                          <p:stCondLst>
                                            <p:cond delay="0"/>
                                          </p:stCondLst>
                                        </p:cTn>
                                        <p:tgtEl>
                                          <p:spTgt spid="5"/>
                                        </p:tgtEl>
                                        <p:attrNameLst>
                                          <p:attrName>style.visibility</p:attrName>
                                        </p:attrNameLst>
                                      </p:cBhvr>
                                      <p:to>
                                        <p:strVal val="visible"/>
                                      </p:to>
                                    </p:set>
                                    <p:animEffect transition="in" filter="fade">
                                      <p:cBhvr>
                                        <p:cTn id="7" dur="800" decel="100000"/>
                                        <p:tgtEl>
                                          <p:spTgt spid="5"/>
                                        </p:tgtEl>
                                      </p:cBhvr>
                                    </p:animEffect>
                                    <p:anim calcmode="lin" valueType="num">
                                      <p:cBhvr>
                                        <p:cTn id="8" dur="800" decel="100000" fill="hold"/>
                                        <p:tgtEl>
                                          <p:spTgt spid="5"/>
                                        </p:tgtEl>
                                        <p:attrNameLst>
                                          <p:attrName>style.rotation</p:attrName>
                                        </p:attrNameLst>
                                      </p:cBhvr>
                                      <p:tavLst>
                                        <p:tav tm="0">
                                          <p:val>
                                            <p:fltVal val="-90"/>
                                          </p:val>
                                        </p:tav>
                                        <p:tav tm="100000">
                                          <p:val>
                                            <p:fltVal val="0"/>
                                          </p:val>
                                        </p:tav>
                                      </p:tavLst>
                                    </p:anim>
                                    <p:anim calcmode="lin" valueType="num">
                                      <p:cBhvr>
                                        <p:cTn id="9" dur="800" decel="100000" fill="hold"/>
                                        <p:tgtEl>
                                          <p:spTgt spid="5"/>
                                        </p:tgtEl>
                                        <p:attrNameLst>
                                          <p:attrName>ppt_x</p:attrName>
                                        </p:attrNameLst>
                                      </p:cBhvr>
                                      <p:tavLst>
                                        <p:tav tm="0">
                                          <p:val>
                                            <p:strVal val="#ppt_x+0.4"/>
                                          </p:val>
                                        </p:tav>
                                        <p:tav tm="100000">
                                          <p:val>
                                            <p:strVal val="#ppt_x-0.05"/>
                                          </p:val>
                                        </p:tav>
                                      </p:tavLst>
                                    </p:anim>
                                    <p:anim calcmode="lin" valueType="num">
                                      <p:cBhvr>
                                        <p:cTn id="10" dur="800" decel="100000" fill="hold"/>
                                        <p:tgtEl>
                                          <p:spTgt spid="5"/>
                                        </p:tgtEl>
                                        <p:attrNameLst>
                                          <p:attrName>ppt_y</p:attrName>
                                        </p:attrNameLst>
                                      </p:cBhvr>
                                      <p:tavLst>
                                        <p:tav tm="0">
                                          <p:val>
                                            <p:strVal val="#ppt_y-0.4"/>
                                          </p:val>
                                        </p:tav>
                                        <p:tav tm="100000">
                                          <p:val>
                                            <p:strVal val="#ppt_y+0.1"/>
                                          </p:val>
                                        </p:tav>
                                      </p:tavLst>
                                    </p:anim>
                                    <p:anim calcmode="lin" valueType="num">
                                      <p:cBhvr>
                                        <p:cTn id="11" dur="200" accel="100000" fill="hold">
                                          <p:stCondLst>
                                            <p:cond delay="800"/>
                                          </p:stCondLst>
                                        </p:cTn>
                                        <p:tgtEl>
                                          <p:spTgt spid="5"/>
                                        </p:tgtEl>
                                        <p:attrNameLst>
                                          <p:attrName>ppt_x</p:attrName>
                                        </p:attrNameLst>
                                      </p:cBhvr>
                                      <p:tavLst>
                                        <p:tav tm="0">
                                          <p:val>
                                            <p:strVal val="#ppt_x-0.05"/>
                                          </p:val>
                                        </p:tav>
                                        <p:tav tm="100000">
                                          <p:val>
                                            <p:strVal val="#ppt_x"/>
                                          </p:val>
                                        </p:tav>
                                      </p:tavLst>
                                    </p:anim>
                                    <p:anim calcmode="lin" valueType="num">
                                      <p:cBhvr>
                                        <p:cTn id="12" dur="200" accel="100000" fill="hold">
                                          <p:stCondLst>
                                            <p:cond delay="800"/>
                                          </p:stCondLst>
                                        </p:cTn>
                                        <p:tgtEl>
                                          <p:spTgt spid="5"/>
                                        </p:tgtEl>
                                        <p:attrNameLst>
                                          <p:attrName>ppt_y</p:attrName>
                                        </p:attrNameLst>
                                      </p:cBhvr>
                                      <p:tavLst>
                                        <p:tav tm="0">
                                          <p:val>
                                            <p:strVal val="#ppt_y+0.1"/>
                                          </p:val>
                                        </p:tav>
                                        <p:tav tm="100000">
                                          <p:val>
                                            <p:strVal val="#ppt_y"/>
                                          </p:val>
                                        </p:tav>
                                      </p:tavLst>
                                    </p:anim>
                                  </p:childTnLst>
                                </p:cTn>
                              </p:par>
                            </p:childTnLst>
                          </p:cTn>
                        </p:par>
                      </p:childTnLst>
                    </p:cTn>
                  </p:par>
                  <p:par>
                    <p:cTn id="13" fill="hold">
                      <p:stCondLst>
                        <p:cond delay="indefinite"/>
                      </p:stCondLst>
                      <p:childTnLst>
                        <p:par>
                          <p:cTn id="14" fill="hold">
                            <p:stCondLst>
                              <p:cond delay="0"/>
                            </p:stCondLst>
                            <p:childTnLst>
                              <p:par>
                                <p:cTn id="15" presetID="49" presetClass="entr" presetSubtype="0" decel="100000" fill="hold" grpId="0" nodeType="clickEffect">
                                  <p:stCondLst>
                                    <p:cond delay="0"/>
                                  </p:stCondLst>
                                  <p:childTnLst>
                                    <p:set>
                                      <p:cBhvr>
                                        <p:cTn id="16" dur="1" fill="hold">
                                          <p:stCondLst>
                                            <p:cond delay="0"/>
                                          </p:stCondLst>
                                        </p:cTn>
                                        <p:tgtEl>
                                          <p:spTgt spid="56"/>
                                        </p:tgtEl>
                                        <p:attrNameLst>
                                          <p:attrName>style.visibility</p:attrName>
                                        </p:attrNameLst>
                                      </p:cBhvr>
                                      <p:to>
                                        <p:strVal val="visible"/>
                                      </p:to>
                                    </p:set>
                                    <p:anim calcmode="lin" valueType="num">
                                      <p:cBhvr>
                                        <p:cTn id="17" dur="500" fill="hold"/>
                                        <p:tgtEl>
                                          <p:spTgt spid="56"/>
                                        </p:tgtEl>
                                        <p:attrNameLst>
                                          <p:attrName>ppt_w</p:attrName>
                                        </p:attrNameLst>
                                      </p:cBhvr>
                                      <p:tavLst>
                                        <p:tav tm="0">
                                          <p:val>
                                            <p:fltVal val="0"/>
                                          </p:val>
                                        </p:tav>
                                        <p:tav tm="100000">
                                          <p:val>
                                            <p:strVal val="#ppt_w"/>
                                          </p:val>
                                        </p:tav>
                                      </p:tavLst>
                                    </p:anim>
                                    <p:anim calcmode="lin" valueType="num">
                                      <p:cBhvr>
                                        <p:cTn id="18" dur="500" fill="hold"/>
                                        <p:tgtEl>
                                          <p:spTgt spid="56"/>
                                        </p:tgtEl>
                                        <p:attrNameLst>
                                          <p:attrName>ppt_h</p:attrName>
                                        </p:attrNameLst>
                                      </p:cBhvr>
                                      <p:tavLst>
                                        <p:tav tm="0">
                                          <p:val>
                                            <p:fltVal val="0"/>
                                          </p:val>
                                        </p:tav>
                                        <p:tav tm="100000">
                                          <p:val>
                                            <p:strVal val="#ppt_h"/>
                                          </p:val>
                                        </p:tav>
                                      </p:tavLst>
                                    </p:anim>
                                    <p:anim calcmode="lin" valueType="num">
                                      <p:cBhvr>
                                        <p:cTn id="19" dur="500" fill="hold"/>
                                        <p:tgtEl>
                                          <p:spTgt spid="56"/>
                                        </p:tgtEl>
                                        <p:attrNameLst>
                                          <p:attrName>style.rotation</p:attrName>
                                        </p:attrNameLst>
                                      </p:cBhvr>
                                      <p:tavLst>
                                        <p:tav tm="0">
                                          <p:val>
                                            <p:fltVal val="360"/>
                                          </p:val>
                                        </p:tav>
                                        <p:tav tm="100000">
                                          <p:val>
                                            <p:fltVal val="0"/>
                                          </p:val>
                                        </p:tav>
                                      </p:tavLst>
                                    </p:anim>
                                    <p:animEffect transition="in" filter="fade">
                                      <p:cBhvr>
                                        <p:cTn id="20" dur="500"/>
                                        <p:tgtEl>
                                          <p:spTgt spid="56"/>
                                        </p:tgtEl>
                                      </p:cBhvr>
                                    </p:animEffect>
                                  </p:childTnLst>
                                </p:cTn>
                              </p:par>
                            </p:childTnLst>
                          </p:cTn>
                        </p:par>
                        <p:par>
                          <p:cTn id="21" fill="hold">
                            <p:stCondLst>
                              <p:cond delay="500"/>
                            </p:stCondLst>
                            <p:childTnLst>
                              <p:par>
                                <p:cTn id="22" presetID="22" presetClass="entr" presetSubtype="8" fill="hold" nodeType="afterEffect">
                                  <p:stCondLst>
                                    <p:cond delay="0"/>
                                  </p:stCondLst>
                                  <p:childTnLst>
                                    <p:set>
                                      <p:cBhvr>
                                        <p:cTn id="23" dur="1" fill="hold">
                                          <p:stCondLst>
                                            <p:cond delay="0"/>
                                          </p:stCondLst>
                                        </p:cTn>
                                        <p:tgtEl>
                                          <p:spTgt spid="62"/>
                                        </p:tgtEl>
                                        <p:attrNameLst>
                                          <p:attrName>style.visibility</p:attrName>
                                        </p:attrNameLst>
                                      </p:cBhvr>
                                      <p:to>
                                        <p:strVal val="visible"/>
                                      </p:to>
                                    </p:set>
                                    <p:animEffect transition="in" filter="wipe(left)">
                                      <p:cBhvr>
                                        <p:cTn id="24" dur="500"/>
                                        <p:tgtEl>
                                          <p:spTgt spid="62"/>
                                        </p:tgtEl>
                                      </p:cBhvr>
                                    </p:animEffect>
                                  </p:childTnLst>
                                </p:cTn>
                              </p:par>
                            </p:childTnLst>
                          </p:cTn>
                        </p:par>
                      </p:childTnLst>
                    </p:cTn>
                  </p:par>
                  <p:par>
                    <p:cTn id="25" fill="hold">
                      <p:stCondLst>
                        <p:cond delay="indefinite"/>
                      </p:stCondLst>
                      <p:childTnLst>
                        <p:par>
                          <p:cTn id="26" fill="hold">
                            <p:stCondLst>
                              <p:cond delay="0"/>
                            </p:stCondLst>
                            <p:childTnLst>
                              <p:par>
                                <p:cTn id="27" presetID="1" presetClass="entr" presetSubtype="0" fill="hold" grpId="0" nodeType="clickEffect">
                                  <p:stCondLst>
                                    <p:cond delay="0"/>
                                  </p:stCondLst>
                                  <p:iterate type="lt">
                                    <p:tmAbs val="100"/>
                                  </p:iterate>
                                  <p:childTnLst>
                                    <p:set>
                                      <p:cBhvr>
                                        <p:cTn id="28" dur="1" fill="hold">
                                          <p:stCondLst>
                                            <p:cond delay="0"/>
                                          </p:stCondLst>
                                        </p:cTn>
                                        <p:tgtEl>
                                          <p:spTgt spid="61"/>
                                        </p:tgtEl>
                                        <p:attrNameLst>
                                          <p:attrName>style.visibility</p:attrName>
                                        </p:attrNameLst>
                                      </p:cBhvr>
                                      <p:to>
                                        <p:strVal val="visible"/>
                                      </p:to>
                                    </p:set>
                                  </p:childTnLst>
                                </p:cTn>
                              </p:par>
                            </p:childTnLst>
                          </p:cTn>
                        </p:par>
                      </p:childTnLst>
                    </p:cTn>
                  </p:par>
                  <p:par>
                    <p:cTn id="29" fill="hold">
                      <p:stCondLst>
                        <p:cond delay="indefinite"/>
                      </p:stCondLst>
                      <p:childTnLst>
                        <p:par>
                          <p:cTn id="30" fill="hold">
                            <p:stCondLst>
                              <p:cond delay="0"/>
                            </p:stCondLst>
                            <p:childTnLst>
                              <p:par>
                                <p:cTn id="31" presetID="22" presetClass="entr" presetSubtype="8" fill="hold" nodeType="clickEffect">
                                  <p:stCondLst>
                                    <p:cond delay="0"/>
                                  </p:stCondLst>
                                  <p:childTnLst>
                                    <p:set>
                                      <p:cBhvr>
                                        <p:cTn id="32" dur="1" fill="hold">
                                          <p:stCondLst>
                                            <p:cond delay="0"/>
                                          </p:stCondLst>
                                        </p:cTn>
                                        <p:tgtEl>
                                          <p:spTgt spid="23"/>
                                        </p:tgtEl>
                                        <p:attrNameLst>
                                          <p:attrName>style.visibility</p:attrName>
                                        </p:attrNameLst>
                                      </p:cBhvr>
                                      <p:to>
                                        <p:strVal val="visible"/>
                                      </p:to>
                                    </p:set>
                                    <p:animEffect transition="in" filter="wipe(left)">
                                      <p:cBhvr>
                                        <p:cTn id="33" dur="1000"/>
                                        <p:tgtEl>
                                          <p:spTgt spid="23"/>
                                        </p:tgtEl>
                                      </p:cBhvr>
                                    </p:animEffect>
                                  </p:childTnLst>
                                </p:cTn>
                              </p:par>
                            </p:childTnLst>
                          </p:cTn>
                        </p:par>
                      </p:childTnLst>
                    </p:cTn>
                  </p:par>
                  <p:par>
                    <p:cTn id="34" fill="hold">
                      <p:stCondLst>
                        <p:cond delay="indefinite"/>
                      </p:stCondLst>
                      <p:childTnLst>
                        <p:par>
                          <p:cTn id="35" fill="hold">
                            <p:stCondLst>
                              <p:cond delay="0"/>
                            </p:stCondLst>
                            <p:childTnLst>
                              <p:par>
                                <p:cTn id="36" presetID="22" presetClass="entr" presetSubtype="8" fill="hold" nodeType="clickEffect">
                                  <p:stCondLst>
                                    <p:cond delay="0"/>
                                  </p:stCondLst>
                                  <p:childTnLst>
                                    <p:set>
                                      <p:cBhvr>
                                        <p:cTn id="37" dur="1" fill="hold">
                                          <p:stCondLst>
                                            <p:cond delay="0"/>
                                          </p:stCondLst>
                                        </p:cTn>
                                        <p:tgtEl>
                                          <p:spTgt spid="24"/>
                                        </p:tgtEl>
                                        <p:attrNameLst>
                                          <p:attrName>style.visibility</p:attrName>
                                        </p:attrNameLst>
                                      </p:cBhvr>
                                      <p:to>
                                        <p:strVal val="visible"/>
                                      </p:to>
                                    </p:set>
                                    <p:animEffect transition="in" filter="wipe(left)">
                                      <p:cBhvr>
                                        <p:cTn id="38" dur="1000"/>
                                        <p:tgtEl>
                                          <p:spTgt spid="24"/>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 grpId="0"/>
      <p:bldP spid="56" grpId="0" animBg="1"/>
      <p:bldP spid="61" grpId="0"/>
    </p:bldLst>
  </p:timing>
</p:sld>
</file>

<file path=ppt/slides/slide8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4" name="组合 3">
            <a:extLst>
              <a:ext uri="{FF2B5EF4-FFF2-40B4-BE49-F238E27FC236}">
                <a16:creationId xmlns:a16="http://schemas.microsoft.com/office/drawing/2014/main" id="{9A1EA9F2-FCB6-48C3-935F-7AE7E3AD14AC}"/>
              </a:ext>
            </a:extLst>
          </p:cNvPr>
          <p:cNvGrpSpPr/>
          <p:nvPr/>
        </p:nvGrpSpPr>
        <p:grpSpPr>
          <a:xfrm>
            <a:off x="304800" y="749300"/>
            <a:ext cx="6192343" cy="400110"/>
            <a:chOff x="424117" y="898245"/>
            <a:chExt cx="6192343" cy="400110"/>
          </a:xfrm>
        </p:grpSpPr>
        <p:sp>
          <p:nvSpPr>
            <p:cNvPr id="2" name="平行四边形 1">
              <a:extLst>
                <a:ext uri="{FF2B5EF4-FFF2-40B4-BE49-F238E27FC236}">
                  <a16:creationId xmlns:a16="http://schemas.microsoft.com/office/drawing/2014/main" id="{1F5BAA3F-9845-4F89-A2DD-8222D3E4EDAC}"/>
                </a:ext>
              </a:extLst>
            </p:cNvPr>
            <p:cNvSpPr/>
            <p:nvPr/>
          </p:nvSpPr>
          <p:spPr>
            <a:xfrm>
              <a:off x="424117" y="898245"/>
              <a:ext cx="711200" cy="387090"/>
            </a:xfrm>
            <a:prstGeom prst="parallelogram">
              <a:avLst/>
            </a:prstGeom>
            <a:solidFill>
              <a:schemeClr val="accent3">
                <a:lumMod val="75000"/>
              </a:schemeClr>
            </a:solidFill>
            <a:ln>
              <a:solidFill>
                <a:schemeClr val="accent3">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CN" sz="2200" dirty="0">
                  <a:latin typeface="Impact" panose="020B0806030902050204" pitchFamily="34" charset="0"/>
                </a:rPr>
                <a:t>03</a:t>
              </a:r>
              <a:endParaRPr lang="zh-CN" altLang="en-US" sz="2200" dirty="0">
                <a:latin typeface="Impact" panose="020B0806030902050204" pitchFamily="34" charset="0"/>
              </a:endParaRPr>
            </a:p>
          </p:txBody>
        </p:sp>
        <p:sp>
          <p:nvSpPr>
            <p:cNvPr id="3" name="文本框 2">
              <a:extLst>
                <a:ext uri="{FF2B5EF4-FFF2-40B4-BE49-F238E27FC236}">
                  <a16:creationId xmlns:a16="http://schemas.microsoft.com/office/drawing/2014/main" id="{4D6BD736-A4D3-4F26-AFED-36E11F50F70B}"/>
                </a:ext>
              </a:extLst>
            </p:cNvPr>
            <p:cNvSpPr txBox="1"/>
            <p:nvPr/>
          </p:nvSpPr>
          <p:spPr>
            <a:xfrm>
              <a:off x="1204755" y="898245"/>
              <a:ext cx="5411705" cy="400110"/>
            </a:xfrm>
            <a:prstGeom prst="rect">
              <a:avLst/>
            </a:prstGeom>
            <a:noFill/>
          </p:spPr>
          <p:txBody>
            <a:bodyPr wrap="square" rtlCol="0">
              <a:spAutoFit/>
            </a:bodyPr>
            <a:lstStyle/>
            <a:p>
              <a:r>
                <a:rPr lang="zh-CN" altLang="en-US" sz="2000" b="1" dirty="0"/>
                <a:t>循环冗余校验</a:t>
              </a:r>
            </a:p>
          </p:txBody>
        </p:sp>
      </p:grpSp>
      <mc:AlternateContent xmlns:mc="http://schemas.openxmlformats.org/markup-compatibility/2006" xmlns:a14="http://schemas.microsoft.com/office/drawing/2010/main">
        <mc:Choice Requires="a14">
          <p:sp>
            <p:nvSpPr>
              <p:cNvPr id="5" name="文本框 4">
                <a:extLst>
                  <a:ext uri="{FF2B5EF4-FFF2-40B4-BE49-F238E27FC236}">
                    <a16:creationId xmlns:a16="http://schemas.microsoft.com/office/drawing/2014/main" id="{7EF8B8FD-A564-4AFB-A9EC-CF5287AF5CB1}"/>
                  </a:ext>
                </a:extLst>
              </p:cNvPr>
              <p:cNvSpPr txBox="1"/>
              <p:nvPr/>
            </p:nvSpPr>
            <p:spPr>
              <a:xfrm>
                <a:off x="1016000" y="1149410"/>
                <a:ext cx="10703085" cy="407099"/>
              </a:xfrm>
              <a:prstGeom prst="rect">
                <a:avLst/>
              </a:prstGeom>
              <a:noFill/>
            </p:spPr>
            <p:txBody>
              <a:bodyPr wrap="square" rtlCol="0">
                <a:spAutoFit/>
              </a:bodyPr>
              <a:lstStyle/>
              <a:p>
                <a:r>
                  <a:rPr lang="en-US" altLang="zh-CN" sz="2000" b="1" dirty="0"/>
                  <a:t>【CRC</a:t>
                </a:r>
                <a:r>
                  <a:rPr lang="zh-CN" altLang="en-US" sz="2000" b="1" dirty="0"/>
                  <a:t>举例</a:t>
                </a:r>
                <a:r>
                  <a:rPr lang="en-US" altLang="zh-CN" sz="2000" b="1" dirty="0"/>
                  <a:t>】</a:t>
                </a:r>
                <a:r>
                  <a:rPr lang="zh-CN" altLang="en-US" sz="2000" b="1" dirty="0"/>
                  <a:t>待发送的数据为</a:t>
                </a:r>
                <a:r>
                  <a:rPr lang="en-US" altLang="zh-CN" sz="2000" b="1" dirty="0"/>
                  <a:t>101001</a:t>
                </a:r>
                <a:r>
                  <a:rPr lang="zh-CN" altLang="en-US" sz="2000" b="1" dirty="0"/>
                  <a:t>，生成多项式为</a:t>
                </a:r>
                <a14:m>
                  <m:oMath xmlns:m="http://schemas.openxmlformats.org/officeDocument/2006/math">
                    <m:r>
                      <a:rPr lang="en-US" altLang="zh-CN" sz="2000" b="1" i="1" smtClean="0">
                        <a:latin typeface="Cambria Math" panose="02040503050406030204" pitchFamily="18" charset="0"/>
                      </a:rPr>
                      <m:t>𝑮</m:t>
                    </m:r>
                    <m:d>
                      <m:dPr>
                        <m:ctrlPr>
                          <a:rPr lang="en-US" altLang="zh-CN" sz="2000" b="1" i="1" smtClean="0">
                            <a:latin typeface="Cambria Math" panose="02040503050406030204" pitchFamily="18" charset="0"/>
                          </a:rPr>
                        </m:ctrlPr>
                      </m:dPr>
                      <m:e>
                        <m:r>
                          <a:rPr lang="en-US" altLang="zh-CN" sz="2000" b="1" i="1" smtClean="0">
                            <a:latin typeface="Cambria Math" panose="02040503050406030204" pitchFamily="18" charset="0"/>
                          </a:rPr>
                          <m:t>𝑿</m:t>
                        </m:r>
                      </m:e>
                    </m:d>
                    <m:r>
                      <a:rPr lang="en-US" altLang="zh-CN" sz="2000" b="1" i="1" smtClean="0">
                        <a:latin typeface="Cambria Math" panose="02040503050406030204" pitchFamily="18" charset="0"/>
                      </a:rPr>
                      <m:t>=</m:t>
                    </m:r>
                    <m:sSup>
                      <m:sSupPr>
                        <m:ctrlPr>
                          <a:rPr lang="en-US" altLang="zh-CN" sz="2000" b="1" i="1" smtClean="0">
                            <a:latin typeface="Cambria Math" panose="02040503050406030204" pitchFamily="18" charset="0"/>
                          </a:rPr>
                        </m:ctrlPr>
                      </m:sSupPr>
                      <m:e>
                        <m:r>
                          <a:rPr lang="en-US" altLang="zh-CN" sz="2000" b="1" i="1" smtClean="0">
                            <a:latin typeface="Cambria Math" panose="02040503050406030204" pitchFamily="18" charset="0"/>
                          </a:rPr>
                          <m:t> </m:t>
                        </m:r>
                        <m:r>
                          <a:rPr lang="en-US" altLang="zh-CN" sz="2000" b="1" i="1" smtClean="0">
                            <a:latin typeface="Cambria Math" panose="02040503050406030204" pitchFamily="18" charset="0"/>
                          </a:rPr>
                          <m:t>𝑿</m:t>
                        </m:r>
                      </m:e>
                      <m:sup>
                        <m:r>
                          <a:rPr lang="en-US" altLang="zh-CN" sz="2000" b="1" i="1" smtClean="0">
                            <a:latin typeface="Cambria Math" panose="02040503050406030204" pitchFamily="18" charset="0"/>
                          </a:rPr>
                          <m:t>𝟑</m:t>
                        </m:r>
                      </m:sup>
                    </m:sSup>
                    <m:r>
                      <a:rPr lang="en-US" altLang="zh-CN" sz="2000" b="1" i="1" smtClean="0">
                        <a:latin typeface="Cambria Math" panose="02040503050406030204" pitchFamily="18" charset="0"/>
                        <a:ea typeface="Cambria Math" panose="02040503050406030204" pitchFamily="18" charset="0"/>
                      </a:rPr>
                      <m:t>+</m:t>
                    </m:r>
                    <m:sSup>
                      <m:sSupPr>
                        <m:ctrlPr>
                          <a:rPr lang="en-US" altLang="zh-CN" sz="2000" b="1" i="1" smtClean="0">
                            <a:latin typeface="Cambria Math" panose="02040503050406030204" pitchFamily="18" charset="0"/>
                            <a:ea typeface="Cambria Math" panose="02040503050406030204" pitchFamily="18" charset="0"/>
                          </a:rPr>
                        </m:ctrlPr>
                      </m:sSupPr>
                      <m:e>
                        <m:r>
                          <a:rPr lang="en-US" altLang="zh-CN" sz="2000" b="1" i="1" smtClean="0">
                            <a:latin typeface="Cambria Math" panose="02040503050406030204" pitchFamily="18" charset="0"/>
                            <a:ea typeface="Cambria Math" panose="02040503050406030204" pitchFamily="18" charset="0"/>
                          </a:rPr>
                          <m:t> </m:t>
                        </m:r>
                        <m:r>
                          <a:rPr lang="en-US" altLang="zh-CN" sz="2000" b="1" i="1" smtClean="0">
                            <a:latin typeface="Cambria Math" panose="02040503050406030204" pitchFamily="18" charset="0"/>
                            <a:ea typeface="Cambria Math" panose="02040503050406030204" pitchFamily="18" charset="0"/>
                          </a:rPr>
                          <m:t>𝑿</m:t>
                        </m:r>
                      </m:e>
                      <m:sup>
                        <m:r>
                          <a:rPr lang="en-US" altLang="zh-CN" sz="2000" b="1" i="1" smtClean="0">
                            <a:latin typeface="Cambria Math" panose="02040503050406030204" pitchFamily="18" charset="0"/>
                            <a:ea typeface="Cambria Math" panose="02040503050406030204" pitchFamily="18" charset="0"/>
                          </a:rPr>
                          <m:t>𝟐</m:t>
                        </m:r>
                      </m:sup>
                    </m:sSup>
                    <m:r>
                      <a:rPr lang="en-US" altLang="zh-CN" sz="2000" b="1" i="1" smtClean="0">
                        <a:latin typeface="Cambria Math" panose="02040503050406030204" pitchFamily="18" charset="0"/>
                        <a:ea typeface="Cambria Math" panose="02040503050406030204" pitchFamily="18" charset="0"/>
                      </a:rPr>
                      <m:t>+</m:t>
                    </m:r>
                    <m:r>
                      <a:rPr lang="en-US" altLang="zh-CN" sz="2000" b="1" i="1" smtClean="0">
                        <a:latin typeface="Cambria Math" panose="02040503050406030204" pitchFamily="18" charset="0"/>
                        <a:ea typeface="Cambria Math" panose="02040503050406030204" pitchFamily="18" charset="0"/>
                      </a:rPr>
                      <m:t>𝟏</m:t>
                    </m:r>
                    <m:r>
                      <a:rPr lang="zh-CN" altLang="en-US" sz="2000" b="1" i="1">
                        <a:latin typeface="Cambria Math" panose="02040503050406030204" pitchFamily="18" charset="0"/>
                        <a:ea typeface="Cambria Math" panose="02040503050406030204" pitchFamily="18" charset="0"/>
                      </a:rPr>
                      <m:t>，</m:t>
                    </m:r>
                  </m:oMath>
                </a14:m>
                <a:r>
                  <a:rPr lang="zh-CN" altLang="en-US" sz="2000" b="1" dirty="0"/>
                  <a:t>计算冗余码。</a:t>
                </a:r>
              </a:p>
            </p:txBody>
          </p:sp>
        </mc:Choice>
        <mc:Fallback xmlns="">
          <p:sp>
            <p:nvSpPr>
              <p:cNvPr id="5" name="文本框 4">
                <a:extLst>
                  <a:ext uri="{FF2B5EF4-FFF2-40B4-BE49-F238E27FC236}">
                    <a16:creationId xmlns:a16="http://schemas.microsoft.com/office/drawing/2014/main" id="{7EF8B8FD-A564-4AFB-A9EC-CF5287AF5CB1}"/>
                  </a:ext>
                </a:extLst>
              </p:cNvPr>
              <p:cNvSpPr txBox="1">
                <a:spLocks noRot="1" noChangeAspect="1" noMove="1" noResize="1" noEditPoints="1" noAdjustHandles="1" noChangeArrowheads="1" noChangeShapeType="1" noTextEdit="1"/>
              </p:cNvSpPr>
              <p:nvPr/>
            </p:nvSpPr>
            <p:spPr>
              <a:xfrm>
                <a:off x="1016000" y="1149410"/>
                <a:ext cx="10703085" cy="407099"/>
              </a:xfrm>
              <a:prstGeom prst="rect">
                <a:avLst/>
              </a:prstGeom>
              <a:blipFill>
                <a:blip r:embed="rId3"/>
                <a:stretch>
                  <a:fillRect l="-627" t="-9091" b="-27273"/>
                </a:stretch>
              </a:blipFill>
            </p:spPr>
            <p:txBody>
              <a:bodyPr/>
              <a:lstStyle/>
              <a:p>
                <a:r>
                  <a:rPr lang="zh-CN" altLang="en-US">
                    <a:noFill/>
                  </a:rPr>
                  <a:t> </a:t>
                </a:r>
              </a:p>
            </p:txBody>
          </p:sp>
        </mc:Fallback>
      </mc:AlternateContent>
      <p:sp>
        <p:nvSpPr>
          <p:cNvPr id="30" name="文本框 29">
            <a:extLst>
              <a:ext uri="{FF2B5EF4-FFF2-40B4-BE49-F238E27FC236}">
                <a16:creationId xmlns:a16="http://schemas.microsoft.com/office/drawing/2014/main" id="{7FB4EBA1-79C4-4446-A0F0-2599139D46B9}"/>
              </a:ext>
            </a:extLst>
          </p:cNvPr>
          <p:cNvSpPr txBox="1"/>
          <p:nvPr/>
        </p:nvSpPr>
        <p:spPr>
          <a:xfrm>
            <a:off x="8470806" y="2276539"/>
            <a:ext cx="2113867" cy="523220"/>
          </a:xfrm>
          <a:prstGeom prst="rect">
            <a:avLst/>
          </a:prstGeom>
          <a:noFill/>
        </p:spPr>
        <p:txBody>
          <a:bodyPr wrap="square" rtlCol="0">
            <a:spAutoFit/>
          </a:bodyPr>
          <a:lstStyle/>
          <a:p>
            <a:r>
              <a:rPr lang="en-US" altLang="zh-CN" sz="2800" b="1" spc="600" dirty="0">
                <a:latin typeface="Arial Black" panose="020B0A04020102020204" pitchFamily="34" charset="0"/>
              </a:rPr>
              <a:t>101001</a:t>
            </a:r>
            <a:endParaRPr lang="zh-CN" altLang="en-US" sz="2800" b="1" spc="600" dirty="0">
              <a:latin typeface="Arial Black" panose="020B0A04020102020204" pitchFamily="34" charset="0"/>
            </a:endParaRPr>
          </a:p>
        </p:txBody>
      </p:sp>
      <p:sp>
        <p:nvSpPr>
          <p:cNvPr id="32" name="文本框 31">
            <a:extLst>
              <a:ext uri="{FF2B5EF4-FFF2-40B4-BE49-F238E27FC236}">
                <a16:creationId xmlns:a16="http://schemas.microsoft.com/office/drawing/2014/main" id="{CA8A3404-60F5-4210-92D9-DCE5B57DB1C9}"/>
              </a:ext>
            </a:extLst>
          </p:cNvPr>
          <p:cNvSpPr txBox="1"/>
          <p:nvPr/>
        </p:nvSpPr>
        <p:spPr>
          <a:xfrm>
            <a:off x="10353329" y="2276539"/>
            <a:ext cx="1204948" cy="523220"/>
          </a:xfrm>
          <a:prstGeom prst="rect">
            <a:avLst/>
          </a:prstGeom>
          <a:noFill/>
        </p:spPr>
        <p:txBody>
          <a:bodyPr wrap="square" rtlCol="0">
            <a:spAutoFit/>
          </a:bodyPr>
          <a:lstStyle/>
          <a:p>
            <a:r>
              <a:rPr lang="en-US" altLang="zh-CN" sz="2800" b="1" spc="600" dirty="0">
                <a:solidFill>
                  <a:schemeClr val="accent4"/>
                </a:solidFill>
                <a:latin typeface="Arial Black" panose="020B0A04020102020204" pitchFamily="34" charset="0"/>
              </a:rPr>
              <a:t>000</a:t>
            </a:r>
            <a:endParaRPr lang="zh-CN" altLang="en-US" sz="2800" b="1" spc="600" dirty="0">
              <a:solidFill>
                <a:schemeClr val="accent4"/>
              </a:solidFill>
              <a:latin typeface="Arial Black" panose="020B0A04020102020204" pitchFamily="34" charset="0"/>
            </a:endParaRPr>
          </a:p>
        </p:txBody>
      </p:sp>
      <p:sp>
        <p:nvSpPr>
          <p:cNvPr id="56" name="矩形 55">
            <a:extLst>
              <a:ext uri="{FF2B5EF4-FFF2-40B4-BE49-F238E27FC236}">
                <a16:creationId xmlns:a16="http://schemas.microsoft.com/office/drawing/2014/main" id="{8ACC1DC7-044B-4CF1-ADE5-A40D6D20D85F}"/>
              </a:ext>
            </a:extLst>
          </p:cNvPr>
          <p:cNvSpPr/>
          <p:nvPr/>
        </p:nvSpPr>
        <p:spPr>
          <a:xfrm>
            <a:off x="318702" y="1956619"/>
            <a:ext cx="1204948" cy="1020462"/>
          </a:xfrm>
          <a:prstGeom prst="rect">
            <a:avLst/>
          </a:prstGeom>
          <a:solidFill>
            <a:schemeClr val="accent3">
              <a:lumMod val="75000"/>
            </a:schemeClr>
          </a:solidFill>
          <a:ln>
            <a:solidFill>
              <a:schemeClr val="accent3">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CN" sz="3200" b="1" dirty="0">
                <a:latin typeface="Arial Black" panose="020B0A04020102020204" pitchFamily="34" charset="0"/>
              </a:rPr>
              <a:t>1</a:t>
            </a:r>
            <a:endParaRPr lang="zh-CN" altLang="en-US" sz="3200" b="1" dirty="0">
              <a:latin typeface="Arial Black" panose="020B0A04020102020204" pitchFamily="34" charset="0"/>
            </a:endParaRPr>
          </a:p>
        </p:txBody>
      </p:sp>
      <p:grpSp>
        <p:nvGrpSpPr>
          <p:cNvPr id="62" name="组合 61">
            <a:extLst>
              <a:ext uri="{FF2B5EF4-FFF2-40B4-BE49-F238E27FC236}">
                <a16:creationId xmlns:a16="http://schemas.microsoft.com/office/drawing/2014/main" id="{ACC7BAD9-1D8C-459A-B04B-90667871AD60}"/>
              </a:ext>
            </a:extLst>
          </p:cNvPr>
          <p:cNvGrpSpPr/>
          <p:nvPr/>
        </p:nvGrpSpPr>
        <p:grpSpPr>
          <a:xfrm>
            <a:off x="1523649" y="1956155"/>
            <a:ext cx="4809417" cy="1020462"/>
            <a:chOff x="1523649" y="1956155"/>
            <a:chExt cx="4809417" cy="1020462"/>
          </a:xfrm>
        </p:grpSpPr>
        <p:sp>
          <p:nvSpPr>
            <p:cNvPr id="55" name="文本框 54">
              <a:extLst>
                <a:ext uri="{FF2B5EF4-FFF2-40B4-BE49-F238E27FC236}">
                  <a16:creationId xmlns:a16="http://schemas.microsoft.com/office/drawing/2014/main" id="{42458A9D-BE9F-40B3-BEEC-B79EBFC6DFFA}"/>
                </a:ext>
              </a:extLst>
            </p:cNvPr>
            <p:cNvSpPr txBox="1"/>
            <p:nvPr/>
          </p:nvSpPr>
          <p:spPr>
            <a:xfrm>
              <a:off x="1672476" y="1994023"/>
              <a:ext cx="2022766" cy="407099"/>
            </a:xfrm>
            <a:prstGeom prst="rect">
              <a:avLst/>
            </a:prstGeom>
            <a:noFill/>
          </p:spPr>
          <p:txBody>
            <a:bodyPr wrap="square" rtlCol="0">
              <a:spAutoFit/>
            </a:bodyPr>
            <a:lstStyle/>
            <a:p>
              <a:r>
                <a:rPr lang="zh-CN" altLang="en-US" sz="2000" b="1" dirty="0">
                  <a:solidFill>
                    <a:schemeClr val="accent3">
                      <a:lumMod val="75000"/>
                    </a:schemeClr>
                  </a:solidFill>
                </a:rPr>
                <a:t>构造“被除数”</a:t>
              </a:r>
            </a:p>
          </p:txBody>
        </p:sp>
        <p:sp>
          <p:nvSpPr>
            <p:cNvPr id="60" name="矩形 59">
              <a:extLst>
                <a:ext uri="{FF2B5EF4-FFF2-40B4-BE49-F238E27FC236}">
                  <a16:creationId xmlns:a16="http://schemas.microsoft.com/office/drawing/2014/main" id="{6B4E7A05-B94E-4D5A-BCAE-96F5525ED4D1}"/>
                </a:ext>
              </a:extLst>
            </p:cNvPr>
            <p:cNvSpPr/>
            <p:nvPr/>
          </p:nvSpPr>
          <p:spPr>
            <a:xfrm>
              <a:off x="1523649" y="1956155"/>
              <a:ext cx="4809417" cy="1020462"/>
            </a:xfrm>
            <a:prstGeom prst="rect">
              <a:avLst/>
            </a:prstGeom>
            <a:noFill/>
            <a:ln>
              <a:solidFill>
                <a:schemeClr val="accent3">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sz="3200" b="1" dirty="0">
                <a:latin typeface="Arial Black" panose="020B0A04020102020204" pitchFamily="34" charset="0"/>
              </a:endParaRPr>
            </a:p>
          </p:txBody>
        </p:sp>
      </p:grpSp>
      <p:sp>
        <p:nvSpPr>
          <p:cNvPr id="61" name="文本框 60">
            <a:extLst>
              <a:ext uri="{FF2B5EF4-FFF2-40B4-BE49-F238E27FC236}">
                <a16:creationId xmlns:a16="http://schemas.microsoft.com/office/drawing/2014/main" id="{11F6B84F-0A9D-4890-AAB9-6FA24D9B5C0E}"/>
              </a:ext>
            </a:extLst>
          </p:cNvPr>
          <p:cNvSpPr txBox="1"/>
          <p:nvPr/>
        </p:nvSpPr>
        <p:spPr>
          <a:xfrm>
            <a:off x="1672475" y="2450988"/>
            <a:ext cx="4660591" cy="369332"/>
          </a:xfrm>
          <a:prstGeom prst="rect">
            <a:avLst/>
          </a:prstGeom>
          <a:noFill/>
        </p:spPr>
        <p:txBody>
          <a:bodyPr wrap="square" rtlCol="0">
            <a:spAutoFit/>
          </a:bodyPr>
          <a:lstStyle/>
          <a:p>
            <a:r>
              <a:rPr lang="zh-CN" altLang="en-US" b="1" dirty="0"/>
              <a:t>待发送数据后面添加生成多项式最高次数个</a:t>
            </a:r>
            <a:r>
              <a:rPr lang="en-US" altLang="zh-CN" b="1" dirty="0"/>
              <a:t>0</a:t>
            </a:r>
            <a:endParaRPr lang="zh-CN" altLang="en-US" b="1" dirty="0"/>
          </a:p>
        </p:txBody>
      </p:sp>
      <p:sp>
        <p:nvSpPr>
          <p:cNvPr id="18" name="矩形 17">
            <a:extLst>
              <a:ext uri="{FF2B5EF4-FFF2-40B4-BE49-F238E27FC236}">
                <a16:creationId xmlns:a16="http://schemas.microsoft.com/office/drawing/2014/main" id="{B706E7D0-1B92-4DC6-9474-6E42D05304F9}"/>
              </a:ext>
            </a:extLst>
          </p:cNvPr>
          <p:cNvSpPr/>
          <p:nvPr/>
        </p:nvSpPr>
        <p:spPr>
          <a:xfrm>
            <a:off x="304800" y="3083869"/>
            <a:ext cx="1204948" cy="1020462"/>
          </a:xfrm>
          <a:prstGeom prst="rect">
            <a:avLst/>
          </a:prstGeom>
          <a:solidFill>
            <a:schemeClr val="accent3">
              <a:lumMod val="75000"/>
            </a:schemeClr>
          </a:solidFill>
          <a:ln>
            <a:solidFill>
              <a:schemeClr val="accent3">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CN" sz="3200" b="1" dirty="0">
                <a:latin typeface="Arial Black" panose="020B0A04020102020204" pitchFamily="34" charset="0"/>
              </a:rPr>
              <a:t>2</a:t>
            </a:r>
            <a:endParaRPr lang="zh-CN" altLang="en-US" sz="3200" b="1" dirty="0">
              <a:latin typeface="Arial Black" panose="020B0A04020102020204" pitchFamily="34" charset="0"/>
            </a:endParaRPr>
          </a:p>
        </p:txBody>
      </p:sp>
      <p:grpSp>
        <p:nvGrpSpPr>
          <p:cNvPr id="19" name="组合 18">
            <a:extLst>
              <a:ext uri="{FF2B5EF4-FFF2-40B4-BE49-F238E27FC236}">
                <a16:creationId xmlns:a16="http://schemas.microsoft.com/office/drawing/2014/main" id="{9D0FD3CC-540D-4E70-B32F-4B1ADB580C53}"/>
              </a:ext>
            </a:extLst>
          </p:cNvPr>
          <p:cNvGrpSpPr/>
          <p:nvPr/>
        </p:nvGrpSpPr>
        <p:grpSpPr>
          <a:xfrm>
            <a:off x="1509747" y="3083405"/>
            <a:ext cx="4823319" cy="1020462"/>
            <a:chOff x="1523649" y="1956155"/>
            <a:chExt cx="4823319" cy="1020462"/>
          </a:xfrm>
        </p:grpSpPr>
        <p:sp>
          <p:nvSpPr>
            <p:cNvPr id="20" name="文本框 19">
              <a:extLst>
                <a:ext uri="{FF2B5EF4-FFF2-40B4-BE49-F238E27FC236}">
                  <a16:creationId xmlns:a16="http://schemas.microsoft.com/office/drawing/2014/main" id="{66F56548-0AB9-4D06-86C5-62BAE52FA817}"/>
                </a:ext>
              </a:extLst>
            </p:cNvPr>
            <p:cNvSpPr txBox="1"/>
            <p:nvPr/>
          </p:nvSpPr>
          <p:spPr>
            <a:xfrm>
              <a:off x="1672476" y="1994023"/>
              <a:ext cx="2022766" cy="407099"/>
            </a:xfrm>
            <a:prstGeom prst="rect">
              <a:avLst/>
            </a:prstGeom>
            <a:noFill/>
          </p:spPr>
          <p:txBody>
            <a:bodyPr wrap="square" rtlCol="0">
              <a:spAutoFit/>
            </a:bodyPr>
            <a:lstStyle/>
            <a:p>
              <a:r>
                <a:rPr lang="zh-CN" altLang="en-US" sz="2000" b="1" dirty="0">
                  <a:solidFill>
                    <a:schemeClr val="accent3">
                      <a:lumMod val="75000"/>
                    </a:schemeClr>
                  </a:solidFill>
                </a:rPr>
                <a:t>构造“除数”</a:t>
              </a:r>
            </a:p>
          </p:txBody>
        </p:sp>
        <p:sp>
          <p:nvSpPr>
            <p:cNvPr id="21" name="矩形 20">
              <a:extLst>
                <a:ext uri="{FF2B5EF4-FFF2-40B4-BE49-F238E27FC236}">
                  <a16:creationId xmlns:a16="http://schemas.microsoft.com/office/drawing/2014/main" id="{3866C55E-0F48-4119-8F7F-531F056012FD}"/>
                </a:ext>
              </a:extLst>
            </p:cNvPr>
            <p:cNvSpPr/>
            <p:nvPr/>
          </p:nvSpPr>
          <p:spPr>
            <a:xfrm>
              <a:off x="1523649" y="1956155"/>
              <a:ext cx="4823319" cy="1020462"/>
            </a:xfrm>
            <a:prstGeom prst="rect">
              <a:avLst/>
            </a:prstGeom>
            <a:noFill/>
            <a:ln>
              <a:solidFill>
                <a:schemeClr val="accent3">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sz="3200" b="1" dirty="0">
                <a:latin typeface="Arial Black" panose="020B0A04020102020204" pitchFamily="34" charset="0"/>
              </a:endParaRPr>
            </a:p>
          </p:txBody>
        </p:sp>
      </p:grpSp>
      <p:sp>
        <p:nvSpPr>
          <p:cNvPr id="22" name="文本框 21">
            <a:extLst>
              <a:ext uri="{FF2B5EF4-FFF2-40B4-BE49-F238E27FC236}">
                <a16:creationId xmlns:a16="http://schemas.microsoft.com/office/drawing/2014/main" id="{DB842822-D3D4-4050-A41C-9BDA9BC45BE4}"/>
              </a:ext>
            </a:extLst>
          </p:cNvPr>
          <p:cNvSpPr txBox="1"/>
          <p:nvPr/>
        </p:nvSpPr>
        <p:spPr>
          <a:xfrm>
            <a:off x="1658573" y="3578238"/>
            <a:ext cx="4660591" cy="369332"/>
          </a:xfrm>
          <a:prstGeom prst="rect">
            <a:avLst/>
          </a:prstGeom>
          <a:noFill/>
        </p:spPr>
        <p:txBody>
          <a:bodyPr wrap="square" rtlCol="0">
            <a:spAutoFit/>
          </a:bodyPr>
          <a:lstStyle/>
          <a:p>
            <a:r>
              <a:rPr lang="zh-CN" altLang="en-US" b="1" dirty="0"/>
              <a:t>生成多项式各项系数构成的比特串作为除数</a:t>
            </a:r>
          </a:p>
        </p:txBody>
      </p:sp>
      <mc:AlternateContent xmlns:mc="http://schemas.openxmlformats.org/markup-compatibility/2006" xmlns:a14="http://schemas.microsoft.com/office/drawing/2010/main">
        <mc:Choice Requires="a14">
          <p:sp>
            <p:nvSpPr>
              <p:cNvPr id="37" name="文本框 36">
                <a:extLst>
                  <a:ext uri="{FF2B5EF4-FFF2-40B4-BE49-F238E27FC236}">
                    <a16:creationId xmlns:a16="http://schemas.microsoft.com/office/drawing/2014/main" id="{582A18B6-3928-4D26-94EF-A20C0A6E9F03}"/>
                  </a:ext>
                </a:extLst>
              </p:cNvPr>
              <p:cNvSpPr txBox="1"/>
              <p:nvPr/>
            </p:nvSpPr>
            <p:spPr>
              <a:xfrm>
                <a:off x="7368740" y="1509424"/>
                <a:ext cx="4278530" cy="407099"/>
              </a:xfrm>
              <a:prstGeom prst="rect">
                <a:avLst/>
              </a:prstGeom>
              <a:noFill/>
            </p:spPr>
            <p:txBody>
              <a:bodyPr wrap="square" rtlCol="0">
                <a:spAutoFit/>
              </a:bodyPr>
              <a:lstStyle/>
              <a:p>
                <a:pPr/>
                <a14:m>
                  <m:oMathPara xmlns:m="http://schemas.openxmlformats.org/officeDocument/2006/math">
                    <m:oMathParaPr>
                      <m:jc m:val="left"/>
                    </m:oMathParaPr>
                    <m:oMath xmlns:m="http://schemas.openxmlformats.org/officeDocument/2006/math">
                      <m:r>
                        <a:rPr lang="en-US" altLang="zh-CN" sz="2000" b="1" i="1" smtClean="0">
                          <a:latin typeface="Cambria Math" panose="02040503050406030204" pitchFamily="18" charset="0"/>
                        </a:rPr>
                        <m:t>=</m:t>
                      </m:r>
                      <m:sSup>
                        <m:sSupPr>
                          <m:ctrlPr>
                            <a:rPr lang="en-US" altLang="zh-CN" sz="2000" b="1" i="1" smtClean="0">
                              <a:latin typeface="Cambria Math" panose="02040503050406030204" pitchFamily="18" charset="0"/>
                            </a:rPr>
                          </m:ctrlPr>
                        </m:sSupPr>
                        <m:e>
                          <m:r>
                            <a:rPr lang="en-US" altLang="zh-CN" sz="2000" b="1" i="1" smtClean="0">
                              <a:latin typeface="Cambria Math" panose="02040503050406030204" pitchFamily="18" charset="0"/>
                            </a:rPr>
                            <m:t> </m:t>
                          </m:r>
                          <m:r>
                            <a:rPr lang="en-US" altLang="zh-CN" sz="2000" b="1" i="1" smtClean="0">
                              <a:latin typeface="Cambria Math" panose="02040503050406030204" pitchFamily="18" charset="0"/>
                            </a:rPr>
                            <m:t>𝟏</m:t>
                          </m:r>
                          <m:r>
                            <a:rPr lang="en-US" altLang="zh-CN" sz="2000" b="1" i="1" smtClean="0">
                              <a:latin typeface="Cambria Math" panose="02040503050406030204" pitchFamily="18" charset="0"/>
                              <a:ea typeface="Cambria Math" panose="02040503050406030204" pitchFamily="18" charset="0"/>
                            </a:rPr>
                            <m:t>∙</m:t>
                          </m:r>
                          <m:r>
                            <a:rPr lang="en-US" altLang="zh-CN" sz="2000" b="1" i="1" smtClean="0">
                              <a:latin typeface="Cambria Math" panose="02040503050406030204" pitchFamily="18" charset="0"/>
                            </a:rPr>
                            <m:t>𝑿</m:t>
                          </m:r>
                        </m:e>
                        <m:sup>
                          <m:r>
                            <a:rPr lang="en-US" altLang="zh-CN" sz="2000" b="1" i="1" smtClean="0">
                              <a:latin typeface="Cambria Math" panose="02040503050406030204" pitchFamily="18" charset="0"/>
                            </a:rPr>
                            <m:t>𝟑</m:t>
                          </m:r>
                        </m:sup>
                      </m:sSup>
                      <m:r>
                        <a:rPr lang="en-US" altLang="zh-CN" sz="2000" b="1" i="1" smtClean="0">
                          <a:latin typeface="Cambria Math" panose="02040503050406030204" pitchFamily="18" charset="0"/>
                          <a:ea typeface="Cambria Math" panose="02040503050406030204" pitchFamily="18" charset="0"/>
                        </a:rPr>
                        <m:t>+</m:t>
                      </m:r>
                      <m:sSup>
                        <m:sSupPr>
                          <m:ctrlPr>
                            <a:rPr lang="en-US" altLang="zh-CN" sz="2000" b="1" i="1" smtClean="0">
                              <a:latin typeface="Cambria Math" panose="02040503050406030204" pitchFamily="18" charset="0"/>
                              <a:ea typeface="Cambria Math" panose="02040503050406030204" pitchFamily="18" charset="0"/>
                            </a:rPr>
                          </m:ctrlPr>
                        </m:sSupPr>
                        <m:e>
                          <m:r>
                            <a:rPr lang="en-US" altLang="zh-CN" sz="2000" b="1" i="1" smtClean="0">
                              <a:latin typeface="Cambria Math" panose="02040503050406030204" pitchFamily="18" charset="0"/>
                              <a:ea typeface="Cambria Math" panose="02040503050406030204" pitchFamily="18" charset="0"/>
                            </a:rPr>
                            <m:t> </m:t>
                          </m:r>
                          <m:r>
                            <a:rPr lang="en-US" altLang="zh-CN" sz="2000" b="1" i="1" smtClean="0">
                              <a:latin typeface="Cambria Math" panose="02040503050406030204" pitchFamily="18" charset="0"/>
                              <a:ea typeface="Cambria Math" panose="02040503050406030204" pitchFamily="18" charset="0"/>
                            </a:rPr>
                            <m:t>𝟏</m:t>
                          </m:r>
                          <m:r>
                            <a:rPr lang="en-US" altLang="zh-CN" sz="2000" b="1" i="1" smtClean="0">
                              <a:latin typeface="Cambria Math" panose="02040503050406030204" pitchFamily="18" charset="0"/>
                              <a:ea typeface="Cambria Math" panose="02040503050406030204" pitchFamily="18" charset="0"/>
                            </a:rPr>
                            <m:t>∙</m:t>
                          </m:r>
                          <m:r>
                            <a:rPr lang="en-US" altLang="zh-CN" sz="2000" b="1" i="1" smtClean="0">
                              <a:latin typeface="Cambria Math" panose="02040503050406030204" pitchFamily="18" charset="0"/>
                              <a:ea typeface="Cambria Math" panose="02040503050406030204" pitchFamily="18" charset="0"/>
                            </a:rPr>
                            <m:t>𝑿</m:t>
                          </m:r>
                        </m:e>
                        <m:sup>
                          <m:r>
                            <a:rPr lang="en-US" altLang="zh-CN" sz="2000" b="1" i="1" smtClean="0">
                              <a:latin typeface="Cambria Math" panose="02040503050406030204" pitchFamily="18" charset="0"/>
                              <a:ea typeface="Cambria Math" panose="02040503050406030204" pitchFamily="18" charset="0"/>
                            </a:rPr>
                            <m:t>𝟐</m:t>
                          </m:r>
                        </m:sup>
                      </m:sSup>
                      <m:r>
                        <a:rPr lang="en-US" altLang="zh-CN" sz="2000" b="1" i="1">
                          <a:latin typeface="Cambria Math" panose="02040503050406030204" pitchFamily="18" charset="0"/>
                          <a:ea typeface="Cambria Math" panose="02040503050406030204" pitchFamily="18" charset="0"/>
                        </a:rPr>
                        <m:t>+</m:t>
                      </m:r>
                      <m:r>
                        <a:rPr lang="en-US" altLang="zh-CN" sz="2000" b="1" i="1" smtClean="0">
                          <a:latin typeface="Cambria Math" panose="02040503050406030204" pitchFamily="18" charset="0"/>
                          <a:ea typeface="Cambria Math" panose="02040503050406030204" pitchFamily="18" charset="0"/>
                        </a:rPr>
                        <m:t>𝟎</m:t>
                      </m:r>
                      <m:r>
                        <a:rPr lang="en-US" altLang="zh-CN" sz="2000" b="1" i="1" smtClean="0">
                          <a:latin typeface="Cambria Math" panose="02040503050406030204" pitchFamily="18" charset="0"/>
                          <a:ea typeface="Cambria Math" panose="02040503050406030204" pitchFamily="18" charset="0"/>
                        </a:rPr>
                        <m:t>∙</m:t>
                      </m:r>
                      <m:sSup>
                        <m:sSupPr>
                          <m:ctrlPr>
                            <a:rPr lang="en-US" altLang="zh-CN" sz="2000" b="1" i="1" smtClean="0">
                              <a:latin typeface="Cambria Math" panose="02040503050406030204" pitchFamily="18" charset="0"/>
                              <a:ea typeface="Cambria Math" panose="02040503050406030204" pitchFamily="18" charset="0"/>
                            </a:rPr>
                          </m:ctrlPr>
                        </m:sSupPr>
                        <m:e>
                          <m:r>
                            <a:rPr lang="en-US" altLang="zh-CN" sz="2000" b="1" i="1" smtClean="0">
                              <a:latin typeface="Cambria Math" panose="02040503050406030204" pitchFamily="18" charset="0"/>
                              <a:ea typeface="Cambria Math" panose="02040503050406030204" pitchFamily="18" charset="0"/>
                            </a:rPr>
                            <m:t>𝑿</m:t>
                          </m:r>
                        </m:e>
                        <m:sup>
                          <m:r>
                            <a:rPr lang="en-US" altLang="zh-CN" sz="2000" b="1" i="1" smtClean="0">
                              <a:latin typeface="Cambria Math" panose="02040503050406030204" pitchFamily="18" charset="0"/>
                              <a:ea typeface="Cambria Math" panose="02040503050406030204" pitchFamily="18" charset="0"/>
                            </a:rPr>
                            <m:t>𝟏</m:t>
                          </m:r>
                        </m:sup>
                      </m:sSup>
                      <m:r>
                        <a:rPr lang="en-US" altLang="zh-CN" sz="2000" b="1" i="1" smtClean="0">
                          <a:latin typeface="Cambria Math" panose="02040503050406030204" pitchFamily="18" charset="0"/>
                          <a:ea typeface="Cambria Math" panose="02040503050406030204" pitchFamily="18" charset="0"/>
                        </a:rPr>
                        <m:t>+</m:t>
                      </m:r>
                      <m:r>
                        <a:rPr lang="en-US" altLang="zh-CN" sz="2000" b="1" i="1" smtClean="0">
                          <a:latin typeface="Cambria Math" panose="02040503050406030204" pitchFamily="18" charset="0"/>
                          <a:ea typeface="Cambria Math" panose="02040503050406030204" pitchFamily="18" charset="0"/>
                        </a:rPr>
                        <m:t>𝟏</m:t>
                      </m:r>
                      <m:r>
                        <a:rPr lang="en-US" altLang="zh-CN" sz="2000" b="1" i="1" smtClean="0">
                          <a:latin typeface="Cambria Math" panose="02040503050406030204" pitchFamily="18" charset="0"/>
                          <a:ea typeface="Cambria Math" panose="02040503050406030204" pitchFamily="18" charset="0"/>
                        </a:rPr>
                        <m:t>∙</m:t>
                      </m:r>
                      <m:sSup>
                        <m:sSupPr>
                          <m:ctrlPr>
                            <a:rPr lang="en-US" altLang="zh-CN" sz="2000" b="1" i="1" smtClean="0">
                              <a:latin typeface="Cambria Math" panose="02040503050406030204" pitchFamily="18" charset="0"/>
                              <a:ea typeface="Cambria Math" panose="02040503050406030204" pitchFamily="18" charset="0"/>
                            </a:rPr>
                          </m:ctrlPr>
                        </m:sSupPr>
                        <m:e>
                          <m:r>
                            <a:rPr lang="en-US" altLang="zh-CN" sz="2000" b="1" i="1" smtClean="0">
                              <a:latin typeface="Cambria Math" panose="02040503050406030204" pitchFamily="18" charset="0"/>
                              <a:ea typeface="Cambria Math" panose="02040503050406030204" pitchFamily="18" charset="0"/>
                            </a:rPr>
                            <m:t>𝑿</m:t>
                          </m:r>
                        </m:e>
                        <m:sup>
                          <m:r>
                            <a:rPr lang="en-US" altLang="zh-CN" sz="2000" b="1" i="1" smtClean="0">
                              <a:latin typeface="Cambria Math" panose="02040503050406030204" pitchFamily="18" charset="0"/>
                              <a:ea typeface="Cambria Math" panose="02040503050406030204" pitchFamily="18" charset="0"/>
                            </a:rPr>
                            <m:t>𝟎</m:t>
                          </m:r>
                        </m:sup>
                      </m:sSup>
                    </m:oMath>
                  </m:oMathPara>
                </a14:m>
                <a:endParaRPr lang="zh-CN" altLang="en-US" sz="2000" b="1" dirty="0"/>
              </a:p>
            </p:txBody>
          </p:sp>
        </mc:Choice>
        <mc:Fallback xmlns="">
          <p:sp>
            <p:nvSpPr>
              <p:cNvPr id="37" name="文本框 36">
                <a:extLst>
                  <a:ext uri="{FF2B5EF4-FFF2-40B4-BE49-F238E27FC236}">
                    <a16:creationId xmlns:a16="http://schemas.microsoft.com/office/drawing/2014/main" id="{582A18B6-3928-4D26-94EF-A20C0A6E9F03}"/>
                  </a:ext>
                </a:extLst>
              </p:cNvPr>
              <p:cNvSpPr txBox="1">
                <a:spLocks noRot="1" noChangeAspect="1" noMove="1" noResize="1" noEditPoints="1" noAdjustHandles="1" noChangeArrowheads="1" noChangeShapeType="1" noTextEdit="1"/>
              </p:cNvSpPr>
              <p:nvPr/>
            </p:nvSpPr>
            <p:spPr>
              <a:xfrm>
                <a:off x="7368740" y="1509424"/>
                <a:ext cx="4278530" cy="407099"/>
              </a:xfrm>
              <a:prstGeom prst="rect">
                <a:avLst/>
              </a:prstGeom>
              <a:blipFill>
                <a:blip r:embed="rId4"/>
                <a:stretch>
                  <a:fillRect/>
                </a:stretch>
              </a:blipFill>
            </p:spPr>
            <p:txBody>
              <a:bodyPr/>
              <a:lstStyle/>
              <a:p>
                <a:r>
                  <a:rPr lang="zh-CN" altLang="en-US">
                    <a:noFill/>
                  </a:rPr>
                  <a:t> </a:t>
                </a:r>
              </a:p>
            </p:txBody>
          </p:sp>
        </mc:Fallback>
      </mc:AlternateContent>
      <p:sp>
        <p:nvSpPr>
          <p:cNvPr id="38" name="矩形 37">
            <a:extLst>
              <a:ext uri="{FF2B5EF4-FFF2-40B4-BE49-F238E27FC236}">
                <a16:creationId xmlns:a16="http://schemas.microsoft.com/office/drawing/2014/main" id="{CB5033EF-AC36-4782-9D51-42EAA3C55FAE}"/>
              </a:ext>
            </a:extLst>
          </p:cNvPr>
          <p:cNvSpPr/>
          <p:nvPr/>
        </p:nvSpPr>
        <p:spPr>
          <a:xfrm>
            <a:off x="7695802" y="1569529"/>
            <a:ext cx="244347" cy="347542"/>
          </a:xfrm>
          <a:prstGeom prst="rect">
            <a:avLst/>
          </a:prstGeom>
          <a:noFill/>
          <a:ln w="25400">
            <a:solidFill>
              <a:schemeClr val="accent3"/>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39" name="矩形 38">
            <a:extLst>
              <a:ext uri="{FF2B5EF4-FFF2-40B4-BE49-F238E27FC236}">
                <a16:creationId xmlns:a16="http://schemas.microsoft.com/office/drawing/2014/main" id="{261EAEAF-8A2D-4C5A-9578-13B475DD42CA}"/>
              </a:ext>
            </a:extLst>
          </p:cNvPr>
          <p:cNvSpPr/>
          <p:nvPr/>
        </p:nvSpPr>
        <p:spPr>
          <a:xfrm>
            <a:off x="8637613" y="1551611"/>
            <a:ext cx="244347" cy="347542"/>
          </a:xfrm>
          <a:prstGeom prst="rect">
            <a:avLst/>
          </a:prstGeom>
          <a:noFill/>
          <a:ln w="25400">
            <a:solidFill>
              <a:schemeClr val="accent3"/>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40" name="矩形 39">
            <a:extLst>
              <a:ext uri="{FF2B5EF4-FFF2-40B4-BE49-F238E27FC236}">
                <a16:creationId xmlns:a16="http://schemas.microsoft.com/office/drawing/2014/main" id="{9804FAB4-F564-4893-AAB5-52A3983CE0BF}"/>
              </a:ext>
            </a:extLst>
          </p:cNvPr>
          <p:cNvSpPr/>
          <p:nvPr/>
        </p:nvSpPr>
        <p:spPr>
          <a:xfrm>
            <a:off x="9559002" y="1551611"/>
            <a:ext cx="244347" cy="347542"/>
          </a:xfrm>
          <a:prstGeom prst="rect">
            <a:avLst/>
          </a:prstGeom>
          <a:noFill/>
          <a:ln w="25400">
            <a:solidFill>
              <a:schemeClr val="accent3"/>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41" name="矩形 40">
            <a:extLst>
              <a:ext uri="{FF2B5EF4-FFF2-40B4-BE49-F238E27FC236}">
                <a16:creationId xmlns:a16="http://schemas.microsoft.com/office/drawing/2014/main" id="{4F48705C-E6C0-4127-93D5-6320AF7077EC}"/>
              </a:ext>
            </a:extLst>
          </p:cNvPr>
          <p:cNvSpPr/>
          <p:nvPr/>
        </p:nvSpPr>
        <p:spPr>
          <a:xfrm>
            <a:off x="10480962" y="1559366"/>
            <a:ext cx="244347" cy="347542"/>
          </a:xfrm>
          <a:prstGeom prst="rect">
            <a:avLst/>
          </a:prstGeom>
          <a:noFill/>
          <a:ln w="25400">
            <a:solidFill>
              <a:schemeClr val="accent3"/>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grpSp>
        <p:nvGrpSpPr>
          <p:cNvPr id="49" name="组合 48">
            <a:extLst>
              <a:ext uri="{FF2B5EF4-FFF2-40B4-BE49-F238E27FC236}">
                <a16:creationId xmlns:a16="http://schemas.microsoft.com/office/drawing/2014/main" id="{A7CD39DD-CB2C-4445-BA60-4B0BDBEC8A7E}"/>
              </a:ext>
            </a:extLst>
          </p:cNvPr>
          <p:cNvGrpSpPr/>
          <p:nvPr/>
        </p:nvGrpSpPr>
        <p:grpSpPr>
          <a:xfrm>
            <a:off x="7030132" y="1725382"/>
            <a:ext cx="3450830" cy="1066246"/>
            <a:chOff x="7030132" y="1725382"/>
            <a:chExt cx="3450830" cy="1066246"/>
          </a:xfrm>
        </p:grpSpPr>
        <p:sp>
          <p:nvSpPr>
            <p:cNvPr id="42" name="文本框 41">
              <a:extLst>
                <a:ext uri="{FF2B5EF4-FFF2-40B4-BE49-F238E27FC236}">
                  <a16:creationId xmlns:a16="http://schemas.microsoft.com/office/drawing/2014/main" id="{6DDFFD00-CD67-4619-868B-088AE2713E1B}"/>
                </a:ext>
              </a:extLst>
            </p:cNvPr>
            <p:cNvSpPr txBox="1"/>
            <p:nvPr/>
          </p:nvSpPr>
          <p:spPr>
            <a:xfrm>
              <a:off x="7030132" y="2268408"/>
              <a:ext cx="1440674" cy="523220"/>
            </a:xfrm>
            <a:prstGeom prst="rect">
              <a:avLst/>
            </a:prstGeom>
            <a:noFill/>
          </p:spPr>
          <p:txBody>
            <a:bodyPr wrap="square" rtlCol="0">
              <a:spAutoFit/>
            </a:bodyPr>
            <a:lstStyle/>
            <a:p>
              <a:r>
                <a:rPr lang="en-US" altLang="zh-CN" sz="2800" b="1" spc="600" dirty="0">
                  <a:solidFill>
                    <a:schemeClr val="accent3"/>
                  </a:solidFill>
                  <a:latin typeface="Arial Black" panose="020B0A04020102020204" pitchFamily="34" charset="0"/>
                </a:rPr>
                <a:t>1101</a:t>
              </a:r>
              <a:endParaRPr lang="zh-CN" altLang="en-US" sz="2800" b="1" spc="600" dirty="0">
                <a:solidFill>
                  <a:schemeClr val="accent3"/>
                </a:solidFill>
                <a:latin typeface="Arial Black" panose="020B0A04020102020204" pitchFamily="34" charset="0"/>
              </a:endParaRPr>
            </a:p>
          </p:txBody>
        </p:sp>
        <p:cxnSp>
          <p:nvCxnSpPr>
            <p:cNvPr id="7" name="直接箭头连接符 6">
              <a:extLst>
                <a:ext uri="{FF2B5EF4-FFF2-40B4-BE49-F238E27FC236}">
                  <a16:creationId xmlns:a16="http://schemas.microsoft.com/office/drawing/2014/main" id="{9D1B1F34-C34E-4D21-BF1F-061C7ADAFF4C}"/>
                </a:ext>
              </a:extLst>
            </p:cNvPr>
            <p:cNvCxnSpPr>
              <a:cxnSpLocks/>
              <a:stCxn id="38" idx="2"/>
            </p:cNvCxnSpPr>
            <p:nvPr/>
          </p:nvCxnSpPr>
          <p:spPr>
            <a:xfrm flipH="1">
              <a:off x="7296925" y="1917071"/>
              <a:ext cx="521051" cy="418267"/>
            </a:xfrm>
            <a:prstGeom prst="straightConnector1">
              <a:avLst/>
            </a:prstGeom>
            <a:ln w="12700">
              <a:solidFill>
                <a:schemeClr val="accent3"/>
              </a:solidFill>
              <a:tailEnd type="triangle" w="med" len="lg"/>
            </a:ln>
          </p:spPr>
          <p:style>
            <a:lnRef idx="1">
              <a:schemeClr val="accent1"/>
            </a:lnRef>
            <a:fillRef idx="0">
              <a:schemeClr val="accent1"/>
            </a:fillRef>
            <a:effectRef idx="0">
              <a:schemeClr val="accent1"/>
            </a:effectRef>
            <a:fontRef idx="minor">
              <a:schemeClr val="tx1"/>
            </a:fontRef>
          </p:style>
        </p:cxnSp>
        <p:cxnSp>
          <p:nvCxnSpPr>
            <p:cNvPr id="43" name="直接箭头连接符 42">
              <a:extLst>
                <a:ext uri="{FF2B5EF4-FFF2-40B4-BE49-F238E27FC236}">
                  <a16:creationId xmlns:a16="http://schemas.microsoft.com/office/drawing/2014/main" id="{005177B4-8823-420F-963E-1510E05601C6}"/>
                </a:ext>
              </a:extLst>
            </p:cNvPr>
            <p:cNvCxnSpPr>
              <a:cxnSpLocks/>
              <a:stCxn id="39" idx="1"/>
            </p:cNvCxnSpPr>
            <p:nvPr/>
          </p:nvCxnSpPr>
          <p:spPr>
            <a:xfrm flipH="1">
              <a:off x="7626554" y="1725382"/>
              <a:ext cx="1011059" cy="609956"/>
            </a:xfrm>
            <a:prstGeom prst="straightConnector1">
              <a:avLst/>
            </a:prstGeom>
            <a:ln w="12700">
              <a:solidFill>
                <a:schemeClr val="accent3"/>
              </a:solidFill>
              <a:tailEnd type="triangle" w="med" len="lg"/>
            </a:ln>
          </p:spPr>
          <p:style>
            <a:lnRef idx="1">
              <a:schemeClr val="accent1"/>
            </a:lnRef>
            <a:fillRef idx="0">
              <a:schemeClr val="accent1"/>
            </a:fillRef>
            <a:effectRef idx="0">
              <a:schemeClr val="accent1"/>
            </a:effectRef>
            <a:fontRef idx="minor">
              <a:schemeClr val="tx1"/>
            </a:fontRef>
          </p:style>
        </p:cxnSp>
        <p:cxnSp>
          <p:nvCxnSpPr>
            <p:cNvPr id="45" name="直接箭头连接符 44">
              <a:extLst>
                <a:ext uri="{FF2B5EF4-FFF2-40B4-BE49-F238E27FC236}">
                  <a16:creationId xmlns:a16="http://schemas.microsoft.com/office/drawing/2014/main" id="{4409532E-F2A7-466E-9EC8-D26411A6855C}"/>
                </a:ext>
              </a:extLst>
            </p:cNvPr>
            <p:cNvCxnSpPr>
              <a:cxnSpLocks/>
              <a:stCxn id="40" idx="1"/>
            </p:cNvCxnSpPr>
            <p:nvPr/>
          </p:nvCxnSpPr>
          <p:spPr>
            <a:xfrm flipH="1">
              <a:off x="7940149" y="1725382"/>
              <a:ext cx="1618853" cy="609956"/>
            </a:xfrm>
            <a:prstGeom prst="straightConnector1">
              <a:avLst/>
            </a:prstGeom>
            <a:ln w="12700">
              <a:solidFill>
                <a:schemeClr val="accent3"/>
              </a:solidFill>
              <a:tailEnd type="triangle" w="med" len="lg"/>
            </a:ln>
          </p:spPr>
          <p:style>
            <a:lnRef idx="1">
              <a:schemeClr val="accent1"/>
            </a:lnRef>
            <a:fillRef idx="0">
              <a:schemeClr val="accent1"/>
            </a:fillRef>
            <a:effectRef idx="0">
              <a:schemeClr val="accent1"/>
            </a:effectRef>
            <a:fontRef idx="minor">
              <a:schemeClr val="tx1"/>
            </a:fontRef>
          </p:style>
        </p:cxnSp>
        <p:cxnSp>
          <p:nvCxnSpPr>
            <p:cNvPr id="48" name="直接箭头连接符 47">
              <a:extLst>
                <a:ext uri="{FF2B5EF4-FFF2-40B4-BE49-F238E27FC236}">
                  <a16:creationId xmlns:a16="http://schemas.microsoft.com/office/drawing/2014/main" id="{9FDFC2AF-72AA-41B3-80AE-7331910CA09F}"/>
                </a:ext>
              </a:extLst>
            </p:cNvPr>
            <p:cNvCxnSpPr>
              <a:cxnSpLocks/>
              <a:stCxn id="41" idx="1"/>
            </p:cNvCxnSpPr>
            <p:nvPr/>
          </p:nvCxnSpPr>
          <p:spPr>
            <a:xfrm flipH="1">
              <a:off x="8305192" y="1733137"/>
              <a:ext cx="2175770" cy="667985"/>
            </a:xfrm>
            <a:prstGeom prst="straightConnector1">
              <a:avLst/>
            </a:prstGeom>
            <a:ln w="12700">
              <a:solidFill>
                <a:schemeClr val="accent3"/>
              </a:solidFill>
              <a:tailEnd type="triangle" w="med" len="lg"/>
            </a:ln>
          </p:spPr>
          <p:style>
            <a:lnRef idx="1">
              <a:schemeClr val="accent1"/>
            </a:lnRef>
            <a:fillRef idx="0">
              <a:schemeClr val="accent1"/>
            </a:fillRef>
            <a:effectRef idx="0">
              <a:schemeClr val="accent1"/>
            </a:effectRef>
            <a:fontRef idx="minor">
              <a:schemeClr val="tx1"/>
            </a:fontRef>
          </p:style>
        </p:cxnSp>
      </p:grpSp>
    </p:spTree>
    <p:custDataLst>
      <p:tags r:id="rId1"/>
    </p:custDataLst>
    <p:extLst>
      <p:ext uri="{BB962C8B-B14F-4D97-AF65-F5344CB8AC3E}">
        <p14:creationId xmlns:p14="http://schemas.microsoft.com/office/powerpoint/2010/main" val="4167368284"/>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49" presetClass="entr" presetSubtype="0" decel="100000" fill="hold" grpId="0" nodeType="withEffect">
                                  <p:stCondLst>
                                    <p:cond delay="0"/>
                                  </p:stCondLst>
                                  <p:childTnLst>
                                    <p:set>
                                      <p:cBhvr>
                                        <p:cTn id="6" dur="1" fill="hold">
                                          <p:stCondLst>
                                            <p:cond delay="0"/>
                                          </p:stCondLst>
                                        </p:cTn>
                                        <p:tgtEl>
                                          <p:spTgt spid="18"/>
                                        </p:tgtEl>
                                        <p:attrNameLst>
                                          <p:attrName>style.visibility</p:attrName>
                                        </p:attrNameLst>
                                      </p:cBhvr>
                                      <p:to>
                                        <p:strVal val="visible"/>
                                      </p:to>
                                    </p:set>
                                    <p:anim calcmode="lin" valueType="num">
                                      <p:cBhvr>
                                        <p:cTn id="7" dur="500" fill="hold"/>
                                        <p:tgtEl>
                                          <p:spTgt spid="18"/>
                                        </p:tgtEl>
                                        <p:attrNameLst>
                                          <p:attrName>ppt_w</p:attrName>
                                        </p:attrNameLst>
                                      </p:cBhvr>
                                      <p:tavLst>
                                        <p:tav tm="0">
                                          <p:val>
                                            <p:fltVal val="0"/>
                                          </p:val>
                                        </p:tav>
                                        <p:tav tm="100000">
                                          <p:val>
                                            <p:strVal val="#ppt_w"/>
                                          </p:val>
                                        </p:tav>
                                      </p:tavLst>
                                    </p:anim>
                                    <p:anim calcmode="lin" valueType="num">
                                      <p:cBhvr>
                                        <p:cTn id="8" dur="500" fill="hold"/>
                                        <p:tgtEl>
                                          <p:spTgt spid="18"/>
                                        </p:tgtEl>
                                        <p:attrNameLst>
                                          <p:attrName>ppt_h</p:attrName>
                                        </p:attrNameLst>
                                      </p:cBhvr>
                                      <p:tavLst>
                                        <p:tav tm="0">
                                          <p:val>
                                            <p:fltVal val="0"/>
                                          </p:val>
                                        </p:tav>
                                        <p:tav tm="100000">
                                          <p:val>
                                            <p:strVal val="#ppt_h"/>
                                          </p:val>
                                        </p:tav>
                                      </p:tavLst>
                                    </p:anim>
                                    <p:anim calcmode="lin" valueType="num">
                                      <p:cBhvr>
                                        <p:cTn id="9" dur="500" fill="hold"/>
                                        <p:tgtEl>
                                          <p:spTgt spid="18"/>
                                        </p:tgtEl>
                                        <p:attrNameLst>
                                          <p:attrName>style.rotation</p:attrName>
                                        </p:attrNameLst>
                                      </p:cBhvr>
                                      <p:tavLst>
                                        <p:tav tm="0">
                                          <p:val>
                                            <p:fltVal val="360"/>
                                          </p:val>
                                        </p:tav>
                                        <p:tav tm="100000">
                                          <p:val>
                                            <p:fltVal val="0"/>
                                          </p:val>
                                        </p:tav>
                                      </p:tavLst>
                                    </p:anim>
                                    <p:animEffect transition="in" filter="fade">
                                      <p:cBhvr>
                                        <p:cTn id="10" dur="500"/>
                                        <p:tgtEl>
                                          <p:spTgt spid="18"/>
                                        </p:tgtEl>
                                      </p:cBhvr>
                                    </p:animEffect>
                                  </p:childTnLst>
                                </p:cTn>
                              </p:par>
                            </p:childTnLst>
                          </p:cTn>
                        </p:par>
                        <p:par>
                          <p:cTn id="11" fill="hold">
                            <p:stCondLst>
                              <p:cond delay="500"/>
                            </p:stCondLst>
                            <p:childTnLst>
                              <p:par>
                                <p:cTn id="12" presetID="22" presetClass="entr" presetSubtype="8" fill="hold" nodeType="afterEffect">
                                  <p:stCondLst>
                                    <p:cond delay="0"/>
                                  </p:stCondLst>
                                  <p:childTnLst>
                                    <p:set>
                                      <p:cBhvr>
                                        <p:cTn id="13" dur="1" fill="hold">
                                          <p:stCondLst>
                                            <p:cond delay="0"/>
                                          </p:stCondLst>
                                        </p:cTn>
                                        <p:tgtEl>
                                          <p:spTgt spid="19"/>
                                        </p:tgtEl>
                                        <p:attrNameLst>
                                          <p:attrName>style.visibility</p:attrName>
                                        </p:attrNameLst>
                                      </p:cBhvr>
                                      <p:to>
                                        <p:strVal val="visible"/>
                                      </p:to>
                                    </p:set>
                                    <p:animEffect transition="in" filter="wipe(left)">
                                      <p:cBhvr>
                                        <p:cTn id="14" dur="500"/>
                                        <p:tgtEl>
                                          <p:spTgt spid="19"/>
                                        </p:tgtEl>
                                      </p:cBhvr>
                                    </p:animEffect>
                                  </p:childTnLst>
                                </p:cTn>
                              </p:par>
                            </p:childTnLst>
                          </p:cTn>
                        </p:par>
                      </p:childTnLst>
                    </p:cTn>
                  </p:par>
                  <p:par>
                    <p:cTn id="15" fill="hold">
                      <p:stCondLst>
                        <p:cond delay="indefinite"/>
                      </p:stCondLst>
                      <p:childTnLst>
                        <p:par>
                          <p:cTn id="16" fill="hold">
                            <p:stCondLst>
                              <p:cond delay="0"/>
                            </p:stCondLst>
                            <p:childTnLst>
                              <p:par>
                                <p:cTn id="17" presetID="1" presetClass="entr" presetSubtype="0" fill="hold" grpId="0" nodeType="clickEffect">
                                  <p:stCondLst>
                                    <p:cond delay="0"/>
                                  </p:stCondLst>
                                  <p:iterate type="lt">
                                    <p:tmAbs val="100"/>
                                  </p:iterate>
                                  <p:childTnLst>
                                    <p:set>
                                      <p:cBhvr>
                                        <p:cTn id="18" dur="1" fill="hold">
                                          <p:stCondLst>
                                            <p:cond delay="0"/>
                                          </p:stCondLst>
                                        </p:cTn>
                                        <p:tgtEl>
                                          <p:spTgt spid="22"/>
                                        </p:tgtEl>
                                        <p:attrNameLst>
                                          <p:attrName>style.visibility</p:attrName>
                                        </p:attrNameLst>
                                      </p:cBhvr>
                                      <p:to>
                                        <p:strVal val="visible"/>
                                      </p:to>
                                    </p:set>
                                  </p:childTnLst>
                                </p:cTn>
                              </p:par>
                            </p:childTnLst>
                          </p:cTn>
                        </p:par>
                      </p:childTnLst>
                    </p:cTn>
                  </p:par>
                  <p:par>
                    <p:cTn id="19" fill="hold">
                      <p:stCondLst>
                        <p:cond delay="indefinite"/>
                      </p:stCondLst>
                      <p:childTnLst>
                        <p:par>
                          <p:cTn id="20" fill="hold">
                            <p:stCondLst>
                              <p:cond delay="0"/>
                            </p:stCondLst>
                            <p:childTnLst>
                              <p:par>
                                <p:cTn id="21" presetID="22" presetClass="entr" presetSubtype="8" fill="hold" grpId="0" nodeType="clickEffect">
                                  <p:stCondLst>
                                    <p:cond delay="0"/>
                                  </p:stCondLst>
                                  <p:childTnLst>
                                    <p:set>
                                      <p:cBhvr>
                                        <p:cTn id="22" dur="1" fill="hold">
                                          <p:stCondLst>
                                            <p:cond delay="0"/>
                                          </p:stCondLst>
                                        </p:cTn>
                                        <p:tgtEl>
                                          <p:spTgt spid="37"/>
                                        </p:tgtEl>
                                        <p:attrNameLst>
                                          <p:attrName>style.visibility</p:attrName>
                                        </p:attrNameLst>
                                      </p:cBhvr>
                                      <p:to>
                                        <p:strVal val="visible"/>
                                      </p:to>
                                    </p:set>
                                    <p:animEffect transition="in" filter="wipe(left)">
                                      <p:cBhvr>
                                        <p:cTn id="23" dur="1000"/>
                                        <p:tgtEl>
                                          <p:spTgt spid="37"/>
                                        </p:tgtEl>
                                      </p:cBhvr>
                                    </p:animEffect>
                                  </p:childTnLst>
                                </p:cTn>
                              </p:par>
                            </p:childTnLst>
                          </p:cTn>
                        </p:par>
                      </p:childTnLst>
                    </p:cTn>
                  </p:par>
                  <p:par>
                    <p:cTn id="24" fill="hold">
                      <p:stCondLst>
                        <p:cond delay="indefinite"/>
                      </p:stCondLst>
                      <p:childTnLst>
                        <p:par>
                          <p:cTn id="25" fill="hold">
                            <p:stCondLst>
                              <p:cond delay="0"/>
                            </p:stCondLst>
                            <p:childTnLst>
                              <p:par>
                                <p:cTn id="26" presetID="53" presetClass="entr" presetSubtype="16" fill="hold" grpId="0" nodeType="clickEffect">
                                  <p:stCondLst>
                                    <p:cond delay="0"/>
                                  </p:stCondLst>
                                  <p:childTnLst>
                                    <p:set>
                                      <p:cBhvr>
                                        <p:cTn id="27" dur="1" fill="hold">
                                          <p:stCondLst>
                                            <p:cond delay="0"/>
                                          </p:stCondLst>
                                        </p:cTn>
                                        <p:tgtEl>
                                          <p:spTgt spid="38"/>
                                        </p:tgtEl>
                                        <p:attrNameLst>
                                          <p:attrName>style.visibility</p:attrName>
                                        </p:attrNameLst>
                                      </p:cBhvr>
                                      <p:to>
                                        <p:strVal val="visible"/>
                                      </p:to>
                                    </p:set>
                                    <p:anim calcmode="lin" valueType="num">
                                      <p:cBhvr>
                                        <p:cTn id="28" dur="500" fill="hold"/>
                                        <p:tgtEl>
                                          <p:spTgt spid="38"/>
                                        </p:tgtEl>
                                        <p:attrNameLst>
                                          <p:attrName>ppt_w</p:attrName>
                                        </p:attrNameLst>
                                      </p:cBhvr>
                                      <p:tavLst>
                                        <p:tav tm="0">
                                          <p:val>
                                            <p:fltVal val="0"/>
                                          </p:val>
                                        </p:tav>
                                        <p:tav tm="100000">
                                          <p:val>
                                            <p:strVal val="#ppt_w"/>
                                          </p:val>
                                        </p:tav>
                                      </p:tavLst>
                                    </p:anim>
                                    <p:anim calcmode="lin" valueType="num">
                                      <p:cBhvr>
                                        <p:cTn id="29" dur="500" fill="hold"/>
                                        <p:tgtEl>
                                          <p:spTgt spid="38"/>
                                        </p:tgtEl>
                                        <p:attrNameLst>
                                          <p:attrName>ppt_h</p:attrName>
                                        </p:attrNameLst>
                                      </p:cBhvr>
                                      <p:tavLst>
                                        <p:tav tm="0">
                                          <p:val>
                                            <p:fltVal val="0"/>
                                          </p:val>
                                        </p:tav>
                                        <p:tav tm="100000">
                                          <p:val>
                                            <p:strVal val="#ppt_h"/>
                                          </p:val>
                                        </p:tav>
                                      </p:tavLst>
                                    </p:anim>
                                    <p:animEffect transition="in" filter="fade">
                                      <p:cBhvr>
                                        <p:cTn id="30" dur="500"/>
                                        <p:tgtEl>
                                          <p:spTgt spid="38"/>
                                        </p:tgtEl>
                                      </p:cBhvr>
                                    </p:animEffect>
                                  </p:childTnLst>
                                </p:cTn>
                              </p:par>
                              <p:par>
                                <p:cTn id="31" presetID="53" presetClass="entr" presetSubtype="16" fill="hold" grpId="0" nodeType="withEffect">
                                  <p:stCondLst>
                                    <p:cond delay="0"/>
                                  </p:stCondLst>
                                  <p:childTnLst>
                                    <p:set>
                                      <p:cBhvr>
                                        <p:cTn id="32" dur="1" fill="hold">
                                          <p:stCondLst>
                                            <p:cond delay="0"/>
                                          </p:stCondLst>
                                        </p:cTn>
                                        <p:tgtEl>
                                          <p:spTgt spid="39"/>
                                        </p:tgtEl>
                                        <p:attrNameLst>
                                          <p:attrName>style.visibility</p:attrName>
                                        </p:attrNameLst>
                                      </p:cBhvr>
                                      <p:to>
                                        <p:strVal val="visible"/>
                                      </p:to>
                                    </p:set>
                                    <p:anim calcmode="lin" valueType="num">
                                      <p:cBhvr>
                                        <p:cTn id="33" dur="500" fill="hold"/>
                                        <p:tgtEl>
                                          <p:spTgt spid="39"/>
                                        </p:tgtEl>
                                        <p:attrNameLst>
                                          <p:attrName>ppt_w</p:attrName>
                                        </p:attrNameLst>
                                      </p:cBhvr>
                                      <p:tavLst>
                                        <p:tav tm="0">
                                          <p:val>
                                            <p:fltVal val="0"/>
                                          </p:val>
                                        </p:tav>
                                        <p:tav tm="100000">
                                          <p:val>
                                            <p:strVal val="#ppt_w"/>
                                          </p:val>
                                        </p:tav>
                                      </p:tavLst>
                                    </p:anim>
                                    <p:anim calcmode="lin" valueType="num">
                                      <p:cBhvr>
                                        <p:cTn id="34" dur="500" fill="hold"/>
                                        <p:tgtEl>
                                          <p:spTgt spid="39"/>
                                        </p:tgtEl>
                                        <p:attrNameLst>
                                          <p:attrName>ppt_h</p:attrName>
                                        </p:attrNameLst>
                                      </p:cBhvr>
                                      <p:tavLst>
                                        <p:tav tm="0">
                                          <p:val>
                                            <p:fltVal val="0"/>
                                          </p:val>
                                        </p:tav>
                                        <p:tav tm="100000">
                                          <p:val>
                                            <p:strVal val="#ppt_h"/>
                                          </p:val>
                                        </p:tav>
                                      </p:tavLst>
                                    </p:anim>
                                    <p:animEffect transition="in" filter="fade">
                                      <p:cBhvr>
                                        <p:cTn id="35" dur="500"/>
                                        <p:tgtEl>
                                          <p:spTgt spid="39"/>
                                        </p:tgtEl>
                                      </p:cBhvr>
                                    </p:animEffect>
                                  </p:childTnLst>
                                </p:cTn>
                              </p:par>
                              <p:par>
                                <p:cTn id="36" presetID="53" presetClass="entr" presetSubtype="16" fill="hold" grpId="0" nodeType="withEffect">
                                  <p:stCondLst>
                                    <p:cond delay="0"/>
                                  </p:stCondLst>
                                  <p:childTnLst>
                                    <p:set>
                                      <p:cBhvr>
                                        <p:cTn id="37" dur="1" fill="hold">
                                          <p:stCondLst>
                                            <p:cond delay="0"/>
                                          </p:stCondLst>
                                        </p:cTn>
                                        <p:tgtEl>
                                          <p:spTgt spid="40"/>
                                        </p:tgtEl>
                                        <p:attrNameLst>
                                          <p:attrName>style.visibility</p:attrName>
                                        </p:attrNameLst>
                                      </p:cBhvr>
                                      <p:to>
                                        <p:strVal val="visible"/>
                                      </p:to>
                                    </p:set>
                                    <p:anim calcmode="lin" valueType="num">
                                      <p:cBhvr>
                                        <p:cTn id="38" dur="500" fill="hold"/>
                                        <p:tgtEl>
                                          <p:spTgt spid="40"/>
                                        </p:tgtEl>
                                        <p:attrNameLst>
                                          <p:attrName>ppt_w</p:attrName>
                                        </p:attrNameLst>
                                      </p:cBhvr>
                                      <p:tavLst>
                                        <p:tav tm="0">
                                          <p:val>
                                            <p:fltVal val="0"/>
                                          </p:val>
                                        </p:tav>
                                        <p:tav tm="100000">
                                          <p:val>
                                            <p:strVal val="#ppt_w"/>
                                          </p:val>
                                        </p:tav>
                                      </p:tavLst>
                                    </p:anim>
                                    <p:anim calcmode="lin" valueType="num">
                                      <p:cBhvr>
                                        <p:cTn id="39" dur="500" fill="hold"/>
                                        <p:tgtEl>
                                          <p:spTgt spid="40"/>
                                        </p:tgtEl>
                                        <p:attrNameLst>
                                          <p:attrName>ppt_h</p:attrName>
                                        </p:attrNameLst>
                                      </p:cBhvr>
                                      <p:tavLst>
                                        <p:tav tm="0">
                                          <p:val>
                                            <p:fltVal val="0"/>
                                          </p:val>
                                        </p:tav>
                                        <p:tav tm="100000">
                                          <p:val>
                                            <p:strVal val="#ppt_h"/>
                                          </p:val>
                                        </p:tav>
                                      </p:tavLst>
                                    </p:anim>
                                    <p:animEffect transition="in" filter="fade">
                                      <p:cBhvr>
                                        <p:cTn id="40" dur="500"/>
                                        <p:tgtEl>
                                          <p:spTgt spid="40"/>
                                        </p:tgtEl>
                                      </p:cBhvr>
                                    </p:animEffect>
                                  </p:childTnLst>
                                </p:cTn>
                              </p:par>
                              <p:par>
                                <p:cTn id="41" presetID="53" presetClass="entr" presetSubtype="16" fill="hold" grpId="0" nodeType="withEffect">
                                  <p:stCondLst>
                                    <p:cond delay="0"/>
                                  </p:stCondLst>
                                  <p:childTnLst>
                                    <p:set>
                                      <p:cBhvr>
                                        <p:cTn id="42" dur="1" fill="hold">
                                          <p:stCondLst>
                                            <p:cond delay="0"/>
                                          </p:stCondLst>
                                        </p:cTn>
                                        <p:tgtEl>
                                          <p:spTgt spid="41"/>
                                        </p:tgtEl>
                                        <p:attrNameLst>
                                          <p:attrName>style.visibility</p:attrName>
                                        </p:attrNameLst>
                                      </p:cBhvr>
                                      <p:to>
                                        <p:strVal val="visible"/>
                                      </p:to>
                                    </p:set>
                                    <p:anim calcmode="lin" valueType="num">
                                      <p:cBhvr>
                                        <p:cTn id="43" dur="500" fill="hold"/>
                                        <p:tgtEl>
                                          <p:spTgt spid="41"/>
                                        </p:tgtEl>
                                        <p:attrNameLst>
                                          <p:attrName>ppt_w</p:attrName>
                                        </p:attrNameLst>
                                      </p:cBhvr>
                                      <p:tavLst>
                                        <p:tav tm="0">
                                          <p:val>
                                            <p:fltVal val="0"/>
                                          </p:val>
                                        </p:tav>
                                        <p:tav tm="100000">
                                          <p:val>
                                            <p:strVal val="#ppt_w"/>
                                          </p:val>
                                        </p:tav>
                                      </p:tavLst>
                                    </p:anim>
                                    <p:anim calcmode="lin" valueType="num">
                                      <p:cBhvr>
                                        <p:cTn id="44" dur="500" fill="hold"/>
                                        <p:tgtEl>
                                          <p:spTgt spid="41"/>
                                        </p:tgtEl>
                                        <p:attrNameLst>
                                          <p:attrName>ppt_h</p:attrName>
                                        </p:attrNameLst>
                                      </p:cBhvr>
                                      <p:tavLst>
                                        <p:tav tm="0">
                                          <p:val>
                                            <p:fltVal val="0"/>
                                          </p:val>
                                        </p:tav>
                                        <p:tav tm="100000">
                                          <p:val>
                                            <p:strVal val="#ppt_h"/>
                                          </p:val>
                                        </p:tav>
                                      </p:tavLst>
                                    </p:anim>
                                    <p:animEffect transition="in" filter="fade">
                                      <p:cBhvr>
                                        <p:cTn id="45" dur="500"/>
                                        <p:tgtEl>
                                          <p:spTgt spid="41"/>
                                        </p:tgtEl>
                                      </p:cBhvr>
                                    </p:animEffect>
                                  </p:childTnLst>
                                </p:cTn>
                              </p:par>
                            </p:childTnLst>
                          </p:cTn>
                        </p:par>
                      </p:childTnLst>
                    </p:cTn>
                  </p:par>
                  <p:par>
                    <p:cTn id="46" fill="hold">
                      <p:stCondLst>
                        <p:cond delay="indefinite"/>
                      </p:stCondLst>
                      <p:childTnLst>
                        <p:par>
                          <p:cTn id="47" fill="hold">
                            <p:stCondLst>
                              <p:cond delay="0"/>
                            </p:stCondLst>
                            <p:childTnLst>
                              <p:par>
                                <p:cTn id="48" presetID="22" presetClass="entr" presetSubtype="1" fill="hold" nodeType="clickEffect">
                                  <p:stCondLst>
                                    <p:cond delay="0"/>
                                  </p:stCondLst>
                                  <p:childTnLst>
                                    <p:set>
                                      <p:cBhvr>
                                        <p:cTn id="49" dur="1" fill="hold">
                                          <p:stCondLst>
                                            <p:cond delay="0"/>
                                          </p:stCondLst>
                                        </p:cTn>
                                        <p:tgtEl>
                                          <p:spTgt spid="49"/>
                                        </p:tgtEl>
                                        <p:attrNameLst>
                                          <p:attrName>style.visibility</p:attrName>
                                        </p:attrNameLst>
                                      </p:cBhvr>
                                      <p:to>
                                        <p:strVal val="visible"/>
                                      </p:to>
                                    </p:set>
                                    <p:animEffect transition="in" filter="wipe(up)">
                                      <p:cBhvr>
                                        <p:cTn id="50" dur="1000"/>
                                        <p:tgtEl>
                                          <p:spTgt spid="49"/>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8" grpId="0" animBg="1"/>
      <p:bldP spid="22" grpId="0"/>
      <p:bldP spid="37" grpId="0"/>
      <p:bldP spid="38" grpId="0" animBg="1"/>
      <p:bldP spid="39" grpId="0" animBg="1"/>
      <p:bldP spid="40" grpId="0" animBg="1"/>
      <p:bldP spid="41" grpId="0" animBg="1"/>
    </p:bldLst>
  </p:timing>
</p:sld>
</file>

<file path=ppt/slides/slide8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4" name="组合 3">
            <a:extLst>
              <a:ext uri="{FF2B5EF4-FFF2-40B4-BE49-F238E27FC236}">
                <a16:creationId xmlns:a16="http://schemas.microsoft.com/office/drawing/2014/main" id="{9A1EA9F2-FCB6-48C3-935F-7AE7E3AD14AC}"/>
              </a:ext>
            </a:extLst>
          </p:cNvPr>
          <p:cNvGrpSpPr/>
          <p:nvPr/>
        </p:nvGrpSpPr>
        <p:grpSpPr>
          <a:xfrm>
            <a:off x="304800" y="749300"/>
            <a:ext cx="6192343" cy="400110"/>
            <a:chOff x="424117" y="898245"/>
            <a:chExt cx="6192343" cy="400110"/>
          </a:xfrm>
        </p:grpSpPr>
        <p:sp>
          <p:nvSpPr>
            <p:cNvPr id="2" name="平行四边形 1">
              <a:extLst>
                <a:ext uri="{FF2B5EF4-FFF2-40B4-BE49-F238E27FC236}">
                  <a16:creationId xmlns:a16="http://schemas.microsoft.com/office/drawing/2014/main" id="{1F5BAA3F-9845-4F89-A2DD-8222D3E4EDAC}"/>
                </a:ext>
              </a:extLst>
            </p:cNvPr>
            <p:cNvSpPr/>
            <p:nvPr/>
          </p:nvSpPr>
          <p:spPr>
            <a:xfrm>
              <a:off x="424117" y="898245"/>
              <a:ext cx="711200" cy="387090"/>
            </a:xfrm>
            <a:prstGeom prst="parallelogram">
              <a:avLst/>
            </a:prstGeom>
            <a:solidFill>
              <a:schemeClr val="accent3">
                <a:lumMod val="75000"/>
              </a:schemeClr>
            </a:solidFill>
            <a:ln>
              <a:solidFill>
                <a:schemeClr val="accent3">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CN" sz="2200" dirty="0">
                  <a:latin typeface="Impact" panose="020B0806030902050204" pitchFamily="34" charset="0"/>
                </a:rPr>
                <a:t>03</a:t>
              </a:r>
              <a:endParaRPr lang="zh-CN" altLang="en-US" sz="2200" dirty="0">
                <a:latin typeface="Impact" panose="020B0806030902050204" pitchFamily="34" charset="0"/>
              </a:endParaRPr>
            </a:p>
          </p:txBody>
        </p:sp>
        <p:sp>
          <p:nvSpPr>
            <p:cNvPr id="3" name="文本框 2">
              <a:extLst>
                <a:ext uri="{FF2B5EF4-FFF2-40B4-BE49-F238E27FC236}">
                  <a16:creationId xmlns:a16="http://schemas.microsoft.com/office/drawing/2014/main" id="{4D6BD736-A4D3-4F26-AFED-36E11F50F70B}"/>
                </a:ext>
              </a:extLst>
            </p:cNvPr>
            <p:cNvSpPr txBox="1"/>
            <p:nvPr/>
          </p:nvSpPr>
          <p:spPr>
            <a:xfrm>
              <a:off x="1204755" y="898245"/>
              <a:ext cx="5411705" cy="400110"/>
            </a:xfrm>
            <a:prstGeom prst="rect">
              <a:avLst/>
            </a:prstGeom>
            <a:noFill/>
          </p:spPr>
          <p:txBody>
            <a:bodyPr wrap="square" rtlCol="0">
              <a:spAutoFit/>
            </a:bodyPr>
            <a:lstStyle/>
            <a:p>
              <a:r>
                <a:rPr lang="zh-CN" altLang="en-US" sz="2000" b="1" dirty="0"/>
                <a:t>循环冗余校验</a:t>
              </a:r>
            </a:p>
          </p:txBody>
        </p:sp>
      </p:grpSp>
      <mc:AlternateContent xmlns:mc="http://schemas.openxmlformats.org/markup-compatibility/2006" xmlns:a14="http://schemas.microsoft.com/office/drawing/2010/main">
        <mc:Choice Requires="a14">
          <p:sp>
            <p:nvSpPr>
              <p:cNvPr id="5" name="文本框 4">
                <a:extLst>
                  <a:ext uri="{FF2B5EF4-FFF2-40B4-BE49-F238E27FC236}">
                    <a16:creationId xmlns:a16="http://schemas.microsoft.com/office/drawing/2014/main" id="{7EF8B8FD-A564-4AFB-A9EC-CF5287AF5CB1}"/>
                  </a:ext>
                </a:extLst>
              </p:cNvPr>
              <p:cNvSpPr txBox="1"/>
              <p:nvPr/>
            </p:nvSpPr>
            <p:spPr>
              <a:xfrm>
                <a:off x="1016000" y="1149410"/>
                <a:ext cx="10703085" cy="407099"/>
              </a:xfrm>
              <a:prstGeom prst="rect">
                <a:avLst/>
              </a:prstGeom>
              <a:noFill/>
            </p:spPr>
            <p:txBody>
              <a:bodyPr wrap="square" rtlCol="0">
                <a:spAutoFit/>
              </a:bodyPr>
              <a:lstStyle/>
              <a:p>
                <a:r>
                  <a:rPr lang="en-US" altLang="zh-CN" sz="2000" b="1" dirty="0"/>
                  <a:t>【CRC</a:t>
                </a:r>
                <a:r>
                  <a:rPr lang="zh-CN" altLang="en-US" sz="2000" b="1" dirty="0"/>
                  <a:t>举例</a:t>
                </a:r>
                <a:r>
                  <a:rPr lang="en-US" altLang="zh-CN" sz="2000" b="1" dirty="0"/>
                  <a:t>】</a:t>
                </a:r>
                <a:r>
                  <a:rPr lang="zh-CN" altLang="en-US" sz="2000" b="1" dirty="0"/>
                  <a:t>待发送的数据为</a:t>
                </a:r>
                <a:r>
                  <a:rPr lang="en-US" altLang="zh-CN" sz="2000" b="1" dirty="0"/>
                  <a:t>101001</a:t>
                </a:r>
                <a:r>
                  <a:rPr lang="zh-CN" altLang="en-US" sz="2000" b="1" dirty="0"/>
                  <a:t>，生成多项式为</a:t>
                </a:r>
                <a14:m>
                  <m:oMath xmlns:m="http://schemas.openxmlformats.org/officeDocument/2006/math">
                    <m:r>
                      <a:rPr lang="en-US" altLang="zh-CN" sz="2000" b="1" i="1" smtClean="0">
                        <a:latin typeface="Cambria Math" panose="02040503050406030204" pitchFamily="18" charset="0"/>
                      </a:rPr>
                      <m:t>𝑮</m:t>
                    </m:r>
                    <m:d>
                      <m:dPr>
                        <m:ctrlPr>
                          <a:rPr lang="en-US" altLang="zh-CN" sz="2000" b="1" i="1" smtClean="0">
                            <a:latin typeface="Cambria Math" panose="02040503050406030204" pitchFamily="18" charset="0"/>
                          </a:rPr>
                        </m:ctrlPr>
                      </m:dPr>
                      <m:e>
                        <m:r>
                          <a:rPr lang="en-US" altLang="zh-CN" sz="2000" b="1" i="1" smtClean="0">
                            <a:latin typeface="Cambria Math" panose="02040503050406030204" pitchFamily="18" charset="0"/>
                          </a:rPr>
                          <m:t>𝑿</m:t>
                        </m:r>
                      </m:e>
                    </m:d>
                    <m:r>
                      <a:rPr lang="en-US" altLang="zh-CN" sz="2000" b="1" i="1" smtClean="0">
                        <a:latin typeface="Cambria Math" panose="02040503050406030204" pitchFamily="18" charset="0"/>
                      </a:rPr>
                      <m:t>=</m:t>
                    </m:r>
                    <m:sSup>
                      <m:sSupPr>
                        <m:ctrlPr>
                          <a:rPr lang="en-US" altLang="zh-CN" sz="2000" b="1" i="1" smtClean="0">
                            <a:latin typeface="Cambria Math" panose="02040503050406030204" pitchFamily="18" charset="0"/>
                          </a:rPr>
                        </m:ctrlPr>
                      </m:sSupPr>
                      <m:e>
                        <m:r>
                          <a:rPr lang="en-US" altLang="zh-CN" sz="2000" b="1" i="1" smtClean="0">
                            <a:latin typeface="Cambria Math" panose="02040503050406030204" pitchFamily="18" charset="0"/>
                          </a:rPr>
                          <m:t> </m:t>
                        </m:r>
                        <m:r>
                          <a:rPr lang="en-US" altLang="zh-CN" sz="2000" b="1" i="1" smtClean="0">
                            <a:latin typeface="Cambria Math" panose="02040503050406030204" pitchFamily="18" charset="0"/>
                          </a:rPr>
                          <m:t>𝑿</m:t>
                        </m:r>
                      </m:e>
                      <m:sup>
                        <m:r>
                          <a:rPr lang="en-US" altLang="zh-CN" sz="2000" b="1" i="1" smtClean="0">
                            <a:latin typeface="Cambria Math" panose="02040503050406030204" pitchFamily="18" charset="0"/>
                          </a:rPr>
                          <m:t>𝟑</m:t>
                        </m:r>
                      </m:sup>
                    </m:sSup>
                    <m:r>
                      <a:rPr lang="en-US" altLang="zh-CN" sz="2000" b="1" i="1" smtClean="0">
                        <a:latin typeface="Cambria Math" panose="02040503050406030204" pitchFamily="18" charset="0"/>
                        <a:ea typeface="Cambria Math" panose="02040503050406030204" pitchFamily="18" charset="0"/>
                      </a:rPr>
                      <m:t>+</m:t>
                    </m:r>
                    <m:sSup>
                      <m:sSupPr>
                        <m:ctrlPr>
                          <a:rPr lang="en-US" altLang="zh-CN" sz="2000" b="1" i="1" smtClean="0">
                            <a:latin typeface="Cambria Math" panose="02040503050406030204" pitchFamily="18" charset="0"/>
                            <a:ea typeface="Cambria Math" panose="02040503050406030204" pitchFamily="18" charset="0"/>
                          </a:rPr>
                        </m:ctrlPr>
                      </m:sSupPr>
                      <m:e>
                        <m:r>
                          <a:rPr lang="en-US" altLang="zh-CN" sz="2000" b="1" i="1" smtClean="0">
                            <a:latin typeface="Cambria Math" panose="02040503050406030204" pitchFamily="18" charset="0"/>
                            <a:ea typeface="Cambria Math" panose="02040503050406030204" pitchFamily="18" charset="0"/>
                          </a:rPr>
                          <m:t> </m:t>
                        </m:r>
                        <m:r>
                          <a:rPr lang="en-US" altLang="zh-CN" sz="2000" b="1" i="1" smtClean="0">
                            <a:latin typeface="Cambria Math" panose="02040503050406030204" pitchFamily="18" charset="0"/>
                            <a:ea typeface="Cambria Math" panose="02040503050406030204" pitchFamily="18" charset="0"/>
                          </a:rPr>
                          <m:t>𝑿</m:t>
                        </m:r>
                      </m:e>
                      <m:sup>
                        <m:r>
                          <a:rPr lang="en-US" altLang="zh-CN" sz="2000" b="1" i="1" smtClean="0">
                            <a:latin typeface="Cambria Math" panose="02040503050406030204" pitchFamily="18" charset="0"/>
                            <a:ea typeface="Cambria Math" panose="02040503050406030204" pitchFamily="18" charset="0"/>
                          </a:rPr>
                          <m:t>𝟐</m:t>
                        </m:r>
                      </m:sup>
                    </m:sSup>
                    <m:r>
                      <a:rPr lang="en-US" altLang="zh-CN" sz="2000" b="1" i="1" smtClean="0">
                        <a:latin typeface="Cambria Math" panose="02040503050406030204" pitchFamily="18" charset="0"/>
                        <a:ea typeface="Cambria Math" panose="02040503050406030204" pitchFamily="18" charset="0"/>
                      </a:rPr>
                      <m:t>+</m:t>
                    </m:r>
                    <m:r>
                      <a:rPr lang="en-US" altLang="zh-CN" sz="2000" b="1" i="1" smtClean="0">
                        <a:latin typeface="Cambria Math" panose="02040503050406030204" pitchFamily="18" charset="0"/>
                        <a:ea typeface="Cambria Math" panose="02040503050406030204" pitchFamily="18" charset="0"/>
                      </a:rPr>
                      <m:t>𝟏</m:t>
                    </m:r>
                    <m:r>
                      <a:rPr lang="zh-CN" altLang="en-US" sz="2000" b="1" i="1">
                        <a:latin typeface="Cambria Math" panose="02040503050406030204" pitchFamily="18" charset="0"/>
                        <a:ea typeface="Cambria Math" panose="02040503050406030204" pitchFamily="18" charset="0"/>
                      </a:rPr>
                      <m:t>，</m:t>
                    </m:r>
                  </m:oMath>
                </a14:m>
                <a:r>
                  <a:rPr lang="zh-CN" altLang="en-US" sz="2000" b="1" dirty="0"/>
                  <a:t>计算冗余码。</a:t>
                </a:r>
              </a:p>
            </p:txBody>
          </p:sp>
        </mc:Choice>
        <mc:Fallback xmlns="">
          <p:sp>
            <p:nvSpPr>
              <p:cNvPr id="5" name="文本框 4">
                <a:extLst>
                  <a:ext uri="{FF2B5EF4-FFF2-40B4-BE49-F238E27FC236}">
                    <a16:creationId xmlns:a16="http://schemas.microsoft.com/office/drawing/2014/main" id="{7EF8B8FD-A564-4AFB-A9EC-CF5287AF5CB1}"/>
                  </a:ext>
                </a:extLst>
              </p:cNvPr>
              <p:cNvSpPr txBox="1">
                <a:spLocks noRot="1" noChangeAspect="1" noMove="1" noResize="1" noEditPoints="1" noAdjustHandles="1" noChangeArrowheads="1" noChangeShapeType="1" noTextEdit="1"/>
              </p:cNvSpPr>
              <p:nvPr/>
            </p:nvSpPr>
            <p:spPr>
              <a:xfrm>
                <a:off x="1016000" y="1149410"/>
                <a:ext cx="10703085" cy="407099"/>
              </a:xfrm>
              <a:prstGeom prst="rect">
                <a:avLst/>
              </a:prstGeom>
              <a:blipFill>
                <a:blip r:embed="rId3"/>
                <a:stretch>
                  <a:fillRect l="-627" t="-9091" b="-27273"/>
                </a:stretch>
              </a:blipFill>
            </p:spPr>
            <p:txBody>
              <a:bodyPr/>
              <a:lstStyle/>
              <a:p>
                <a:r>
                  <a:rPr lang="zh-CN" altLang="en-US">
                    <a:noFill/>
                  </a:rPr>
                  <a:t> </a:t>
                </a:r>
              </a:p>
            </p:txBody>
          </p:sp>
        </mc:Fallback>
      </mc:AlternateContent>
      <p:sp>
        <p:nvSpPr>
          <p:cNvPr id="30" name="文本框 29">
            <a:extLst>
              <a:ext uri="{FF2B5EF4-FFF2-40B4-BE49-F238E27FC236}">
                <a16:creationId xmlns:a16="http://schemas.microsoft.com/office/drawing/2014/main" id="{7FB4EBA1-79C4-4446-A0F0-2599139D46B9}"/>
              </a:ext>
            </a:extLst>
          </p:cNvPr>
          <p:cNvSpPr txBox="1"/>
          <p:nvPr/>
        </p:nvSpPr>
        <p:spPr>
          <a:xfrm>
            <a:off x="8470806" y="2276539"/>
            <a:ext cx="2113867" cy="523220"/>
          </a:xfrm>
          <a:prstGeom prst="rect">
            <a:avLst/>
          </a:prstGeom>
          <a:noFill/>
        </p:spPr>
        <p:txBody>
          <a:bodyPr wrap="square" rtlCol="0">
            <a:spAutoFit/>
          </a:bodyPr>
          <a:lstStyle/>
          <a:p>
            <a:r>
              <a:rPr lang="en-US" altLang="zh-CN" sz="2800" b="1" spc="600" dirty="0">
                <a:latin typeface="Arial Black" panose="020B0A04020102020204" pitchFamily="34" charset="0"/>
              </a:rPr>
              <a:t>101001</a:t>
            </a:r>
            <a:endParaRPr lang="zh-CN" altLang="en-US" sz="2800" b="1" spc="600" dirty="0">
              <a:latin typeface="Arial Black" panose="020B0A04020102020204" pitchFamily="34" charset="0"/>
            </a:endParaRPr>
          </a:p>
        </p:txBody>
      </p:sp>
      <p:sp>
        <p:nvSpPr>
          <p:cNvPr id="32" name="文本框 31">
            <a:extLst>
              <a:ext uri="{FF2B5EF4-FFF2-40B4-BE49-F238E27FC236}">
                <a16:creationId xmlns:a16="http://schemas.microsoft.com/office/drawing/2014/main" id="{CA8A3404-60F5-4210-92D9-DCE5B57DB1C9}"/>
              </a:ext>
            </a:extLst>
          </p:cNvPr>
          <p:cNvSpPr txBox="1"/>
          <p:nvPr/>
        </p:nvSpPr>
        <p:spPr>
          <a:xfrm>
            <a:off x="10353329" y="2276539"/>
            <a:ext cx="1204948" cy="523220"/>
          </a:xfrm>
          <a:prstGeom prst="rect">
            <a:avLst/>
          </a:prstGeom>
          <a:noFill/>
        </p:spPr>
        <p:txBody>
          <a:bodyPr wrap="square" rtlCol="0">
            <a:spAutoFit/>
          </a:bodyPr>
          <a:lstStyle/>
          <a:p>
            <a:r>
              <a:rPr lang="en-US" altLang="zh-CN" sz="2800" b="1" spc="600" dirty="0">
                <a:solidFill>
                  <a:schemeClr val="accent4"/>
                </a:solidFill>
                <a:latin typeface="Arial Black" panose="020B0A04020102020204" pitchFamily="34" charset="0"/>
              </a:rPr>
              <a:t>000</a:t>
            </a:r>
            <a:endParaRPr lang="zh-CN" altLang="en-US" sz="2800" b="1" spc="600" dirty="0">
              <a:solidFill>
                <a:schemeClr val="accent4"/>
              </a:solidFill>
              <a:latin typeface="Arial Black" panose="020B0A04020102020204" pitchFamily="34" charset="0"/>
            </a:endParaRPr>
          </a:p>
        </p:txBody>
      </p:sp>
      <p:sp>
        <p:nvSpPr>
          <p:cNvPr id="56" name="矩形 55">
            <a:extLst>
              <a:ext uri="{FF2B5EF4-FFF2-40B4-BE49-F238E27FC236}">
                <a16:creationId xmlns:a16="http://schemas.microsoft.com/office/drawing/2014/main" id="{8ACC1DC7-044B-4CF1-ADE5-A40D6D20D85F}"/>
              </a:ext>
            </a:extLst>
          </p:cNvPr>
          <p:cNvSpPr/>
          <p:nvPr/>
        </p:nvSpPr>
        <p:spPr>
          <a:xfrm>
            <a:off x="318702" y="1956619"/>
            <a:ext cx="1204948" cy="1020462"/>
          </a:xfrm>
          <a:prstGeom prst="rect">
            <a:avLst/>
          </a:prstGeom>
          <a:solidFill>
            <a:schemeClr val="accent3">
              <a:lumMod val="75000"/>
            </a:schemeClr>
          </a:solidFill>
          <a:ln>
            <a:solidFill>
              <a:schemeClr val="accent3">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CN" sz="3200" b="1" dirty="0">
                <a:latin typeface="Arial Black" panose="020B0A04020102020204" pitchFamily="34" charset="0"/>
              </a:rPr>
              <a:t>1</a:t>
            </a:r>
            <a:endParaRPr lang="zh-CN" altLang="en-US" sz="3200" b="1" dirty="0">
              <a:latin typeface="Arial Black" panose="020B0A04020102020204" pitchFamily="34" charset="0"/>
            </a:endParaRPr>
          </a:p>
        </p:txBody>
      </p:sp>
      <p:grpSp>
        <p:nvGrpSpPr>
          <p:cNvPr id="62" name="组合 61">
            <a:extLst>
              <a:ext uri="{FF2B5EF4-FFF2-40B4-BE49-F238E27FC236}">
                <a16:creationId xmlns:a16="http://schemas.microsoft.com/office/drawing/2014/main" id="{ACC7BAD9-1D8C-459A-B04B-90667871AD60}"/>
              </a:ext>
            </a:extLst>
          </p:cNvPr>
          <p:cNvGrpSpPr/>
          <p:nvPr/>
        </p:nvGrpSpPr>
        <p:grpSpPr>
          <a:xfrm>
            <a:off x="1523649" y="1956155"/>
            <a:ext cx="4809417" cy="1020462"/>
            <a:chOff x="1523649" y="1956155"/>
            <a:chExt cx="4809417" cy="1020462"/>
          </a:xfrm>
        </p:grpSpPr>
        <p:sp>
          <p:nvSpPr>
            <p:cNvPr id="55" name="文本框 54">
              <a:extLst>
                <a:ext uri="{FF2B5EF4-FFF2-40B4-BE49-F238E27FC236}">
                  <a16:creationId xmlns:a16="http://schemas.microsoft.com/office/drawing/2014/main" id="{42458A9D-BE9F-40B3-BEEC-B79EBFC6DFFA}"/>
                </a:ext>
              </a:extLst>
            </p:cNvPr>
            <p:cNvSpPr txBox="1"/>
            <p:nvPr/>
          </p:nvSpPr>
          <p:spPr>
            <a:xfrm>
              <a:off x="1672476" y="1994023"/>
              <a:ext cx="2022766" cy="407099"/>
            </a:xfrm>
            <a:prstGeom prst="rect">
              <a:avLst/>
            </a:prstGeom>
            <a:noFill/>
          </p:spPr>
          <p:txBody>
            <a:bodyPr wrap="square" rtlCol="0">
              <a:spAutoFit/>
            </a:bodyPr>
            <a:lstStyle/>
            <a:p>
              <a:r>
                <a:rPr lang="zh-CN" altLang="en-US" sz="2000" b="1" dirty="0">
                  <a:solidFill>
                    <a:schemeClr val="accent3">
                      <a:lumMod val="75000"/>
                    </a:schemeClr>
                  </a:solidFill>
                </a:rPr>
                <a:t>构造“被除数”</a:t>
              </a:r>
            </a:p>
          </p:txBody>
        </p:sp>
        <p:sp>
          <p:nvSpPr>
            <p:cNvPr id="60" name="矩形 59">
              <a:extLst>
                <a:ext uri="{FF2B5EF4-FFF2-40B4-BE49-F238E27FC236}">
                  <a16:creationId xmlns:a16="http://schemas.microsoft.com/office/drawing/2014/main" id="{6B4E7A05-B94E-4D5A-BCAE-96F5525ED4D1}"/>
                </a:ext>
              </a:extLst>
            </p:cNvPr>
            <p:cNvSpPr/>
            <p:nvPr/>
          </p:nvSpPr>
          <p:spPr>
            <a:xfrm>
              <a:off x="1523649" y="1956155"/>
              <a:ext cx="4809417" cy="1020462"/>
            </a:xfrm>
            <a:prstGeom prst="rect">
              <a:avLst/>
            </a:prstGeom>
            <a:noFill/>
            <a:ln>
              <a:solidFill>
                <a:schemeClr val="accent3">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sz="3200" b="1" dirty="0">
                <a:latin typeface="Arial Black" panose="020B0A04020102020204" pitchFamily="34" charset="0"/>
              </a:endParaRPr>
            </a:p>
          </p:txBody>
        </p:sp>
      </p:grpSp>
      <p:sp>
        <p:nvSpPr>
          <p:cNvPr id="61" name="文本框 60">
            <a:extLst>
              <a:ext uri="{FF2B5EF4-FFF2-40B4-BE49-F238E27FC236}">
                <a16:creationId xmlns:a16="http://schemas.microsoft.com/office/drawing/2014/main" id="{11F6B84F-0A9D-4890-AAB9-6FA24D9B5C0E}"/>
              </a:ext>
            </a:extLst>
          </p:cNvPr>
          <p:cNvSpPr txBox="1"/>
          <p:nvPr/>
        </p:nvSpPr>
        <p:spPr>
          <a:xfrm>
            <a:off x="1672475" y="2450988"/>
            <a:ext cx="4660591" cy="369332"/>
          </a:xfrm>
          <a:prstGeom prst="rect">
            <a:avLst/>
          </a:prstGeom>
          <a:noFill/>
        </p:spPr>
        <p:txBody>
          <a:bodyPr wrap="square" rtlCol="0">
            <a:spAutoFit/>
          </a:bodyPr>
          <a:lstStyle/>
          <a:p>
            <a:r>
              <a:rPr lang="zh-CN" altLang="en-US" b="1" dirty="0"/>
              <a:t>待发送数据后面添加生成多项式最高次数个</a:t>
            </a:r>
            <a:r>
              <a:rPr lang="en-US" altLang="zh-CN" b="1" dirty="0"/>
              <a:t>0</a:t>
            </a:r>
            <a:endParaRPr lang="zh-CN" altLang="en-US" b="1" dirty="0"/>
          </a:p>
        </p:txBody>
      </p:sp>
      <p:sp>
        <p:nvSpPr>
          <p:cNvPr id="18" name="矩形 17">
            <a:extLst>
              <a:ext uri="{FF2B5EF4-FFF2-40B4-BE49-F238E27FC236}">
                <a16:creationId xmlns:a16="http://schemas.microsoft.com/office/drawing/2014/main" id="{B706E7D0-1B92-4DC6-9474-6E42D05304F9}"/>
              </a:ext>
            </a:extLst>
          </p:cNvPr>
          <p:cNvSpPr/>
          <p:nvPr/>
        </p:nvSpPr>
        <p:spPr>
          <a:xfrm>
            <a:off x="304800" y="3083869"/>
            <a:ext cx="1204948" cy="1020462"/>
          </a:xfrm>
          <a:prstGeom prst="rect">
            <a:avLst/>
          </a:prstGeom>
          <a:solidFill>
            <a:schemeClr val="accent3">
              <a:lumMod val="75000"/>
            </a:schemeClr>
          </a:solidFill>
          <a:ln>
            <a:solidFill>
              <a:schemeClr val="accent3">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CN" sz="3200" b="1" dirty="0">
                <a:latin typeface="Arial Black" panose="020B0A04020102020204" pitchFamily="34" charset="0"/>
              </a:rPr>
              <a:t>2</a:t>
            </a:r>
            <a:endParaRPr lang="zh-CN" altLang="en-US" sz="3200" b="1" dirty="0">
              <a:latin typeface="Arial Black" panose="020B0A04020102020204" pitchFamily="34" charset="0"/>
            </a:endParaRPr>
          </a:p>
        </p:txBody>
      </p:sp>
      <p:grpSp>
        <p:nvGrpSpPr>
          <p:cNvPr id="19" name="组合 18">
            <a:extLst>
              <a:ext uri="{FF2B5EF4-FFF2-40B4-BE49-F238E27FC236}">
                <a16:creationId xmlns:a16="http://schemas.microsoft.com/office/drawing/2014/main" id="{9D0FD3CC-540D-4E70-B32F-4B1ADB580C53}"/>
              </a:ext>
            </a:extLst>
          </p:cNvPr>
          <p:cNvGrpSpPr/>
          <p:nvPr/>
        </p:nvGrpSpPr>
        <p:grpSpPr>
          <a:xfrm>
            <a:off x="1509747" y="3083405"/>
            <a:ext cx="4823319" cy="1020462"/>
            <a:chOff x="1523649" y="1956155"/>
            <a:chExt cx="4823319" cy="1020462"/>
          </a:xfrm>
        </p:grpSpPr>
        <p:sp>
          <p:nvSpPr>
            <p:cNvPr id="20" name="文本框 19">
              <a:extLst>
                <a:ext uri="{FF2B5EF4-FFF2-40B4-BE49-F238E27FC236}">
                  <a16:creationId xmlns:a16="http://schemas.microsoft.com/office/drawing/2014/main" id="{66F56548-0AB9-4D06-86C5-62BAE52FA817}"/>
                </a:ext>
              </a:extLst>
            </p:cNvPr>
            <p:cNvSpPr txBox="1"/>
            <p:nvPr/>
          </p:nvSpPr>
          <p:spPr>
            <a:xfrm>
              <a:off x="1672476" y="1994023"/>
              <a:ext cx="2022766" cy="407099"/>
            </a:xfrm>
            <a:prstGeom prst="rect">
              <a:avLst/>
            </a:prstGeom>
            <a:noFill/>
          </p:spPr>
          <p:txBody>
            <a:bodyPr wrap="square" rtlCol="0">
              <a:spAutoFit/>
            </a:bodyPr>
            <a:lstStyle/>
            <a:p>
              <a:r>
                <a:rPr lang="zh-CN" altLang="en-US" sz="2000" b="1" dirty="0">
                  <a:solidFill>
                    <a:schemeClr val="accent3">
                      <a:lumMod val="75000"/>
                    </a:schemeClr>
                  </a:solidFill>
                </a:rPr>
                <a:t>构造“除数”</a:t>
              </a:r>
            </a:p>
          </p:txBody>
        </p:sp>
        <p:sp>
          <p:nvSpPr>
            <p:cNvPr id="21" name="矩形 20">
              <a:extLst>
                <a:ext uri="{FF2B5EF4-FFF2-40B4-BE49-F238E27FC236}">
                  <a16:creationId xmlns:a16="http://schemas.microsoft.com/office/drawing/2014/main" id="{3866C55E-0F48-4119-8F7F-531F056012FD}"/>
                </a:ext>
              </a:extLst>
            </p:cNvPr>
            <p:cNvSpPr/>
            <p:nvPr/>
          </p:nvSpPr>
          <p:spPr>
            <a:xfrm>
              <a:off x="1523649" y="1956155"/>
              <a:ext cx="4823319" cy="1020462"/>
            </a:xfrm>
            <a:prstGeom prst="rect">
              <a:avLst/>
            </a:prstGeom>
            <a:noFill/>
            <a:ln>
              <a:solidFill>
                <a:schemeClr val="accent3">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sz="3200" b="1" dirty="0">
                <a:latin typeface="Arial Black" panose="020B0A04020102020204" pitchFamily="34" charset="0"/>
              </a:endParaRPr>
            </a:p>
          </p:txBody>
        </p:sp>
      </p:grpSp>
      <p:sp>
        <p:nvSpPr>
          <p:cNvPr id="22" name="文本框 21">
            <a:extLst>
              <a:ext uri="{FF2B5EF4-FFF2-40B4-BE49-F238E27FC236}">
                <a16:creationId xmlns:a16="http://schemas.microsoft.com/office/drawing/2014/main" id="{DB842822-D3D4-4050-A41C-9BDA9BC45BE4}"/>
              </a:ext>
            </a:extLst>
          </p:cNvPr>
          <p:cNvSpPr txBox="1"/>
          <p:nvPr/>
        </p:nvSpPr>
        <p:spPr>
          <a:xfrm>
            <a:off x="1658573" y="3578238"/>
            <a:ext cx="4660591" cy="369332"/>
          </a:xfrm>
          <a:prstGeom prst="rect">
            <a:avLst/>
          </a:prstGeom>
          <a:noFill/>
        </p:spPr>
        <p:txBody>
          <a:bodyPr wrap="square" rtlCol="0">
            <a:spAutoFit/>
          </a:bodyPr>
          <a:lstStyle/>
          <a:p>
            <a:r>
              <a:rPr lang="zh-CN" altLang="en-US" b="1" dirty="0"/>
              <a:t>生成多项式各项系数构成的比特串作为除数</a:t>
            </a:r>
          </a:p>
        </p:txBody>
      </p:sp>
      <p:sp>
        <p:nvSpPr>
          <p:cNvPr id="42" name="文本框 41">
            <a:extLst>
              <a:ext uri="{FF2B5EF4-FFF2-40B4-BE49-F238E27FC236}">
                <a16:creationId xmlns:a16="http://schemas.microsoft.com/office/drawing/2014/main" id="{6DDFFD00-CD67-4619-868B-088AE2713E1B}"/>
              </a:ext>
            </a:extLst>
          </p:cNvPr>
          <p:cNvSpPr txBox="1"/>
          <p:nvPr/>
        </p:nvSpPr>
        <p:spPr>
          <a:xfrm>
            <a:off x="7030132" y="2268408"/>
            <a:ext cx="1440674" cy="523220"/>
          </a:xfrm>
          <a:prstGeom prst="rect">
            <a:avLst/>
          </a:prstGeom>
          <a:noFill/>
        </p:spPr>
        <p:txBody>
          <a:bodyPr wrap="square" rtlCol="0">
            <a:spAutoFit/>
          </a:bodyPr>
          <a:lstStyle/>
          <a:p>
            <a:r>
              <a:rPr lang="en-US" altLang="zh-CN" sz="2800" b="1" spc="600" dirty="0">
                <a:solidFill>
                  <a:schemeClr val="accent3"/>
                </a:solidFill>
                <a:latin typeface="Arial Black" panose="020B0A04020102020204" pitchFamily="34" charset="0"/>
              </a:rPr>
              <a:t>1101</a:t>
            </a:r>
            <a:endParaRPr lang="zh-CN" altLang="en-US" sz="2800" b="1" spc="600" dirty="0">
              <a:solidFill>
                <a:schemeClr val="accent3"/>
              </a:solidFill>
              <a:latin typeface="Arial Black" panose="020B0A04020102020204" pitchFamily="34" charset="0"/>
            </a:endParaRPr>
          </a:p>
        </p:txBody>
      </p:sp>
      <p:sp>
        <p:nvSpPr>
          <p:cNvPr id="36" name="矩形 35">
            <a:extLst>
              <a:ext uri="{FF2B5EF4-FFF2-40B4-BE49-F238E27FC236}">
                <a16:creationId xmlns:a16="http://schemas.microsoft.com/office/drawing/2014/main" id="{4BDC91E7-0910-4882-9A1B-E59D3DB3143B}"/>
              </a:ext>
            </a:extLst>
          </p:cNvPr>
          <p:cNvSpPr/>
          <p:nvPr/>
        </p:nvSpPr>
        <p:spPr>
          <a:xfrm>
            <a:off x="304799" y="4210191"/>
            <a:ext cx="1204948" cy="1020462"/>
          </a:xfrm>
          <a:prstGeom prst="rect">
            <a:avLst/>
          </a:prstGeom>
          <a:solidFill>
            <a:schemeClr val="accent3">
              <a:lumMod val="75000"/>
            </a:schemeClr>
          </a:solidFill>
          <a:ln>
            <a:solidFill>
              <a:schemeClr val="accent3">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CN" sz="3200" b="1" dirty="0">
                <a:latin typeface="Arial Black" panose="020B0A04020102020204" pitchFamily="34" charset="0"/>
              </a:rPr>
              <a:t>3</a:t>
            </a:r>
            <a:endParaRPr lang="zh-CN" altLang="en-US" sz="3200" b="1" dirty="0">
              <a:latin typeface="Arial Black" panose="020B0A04020102020204" pitchFamily="34" charset="0"/>
            </a:endParaRPr>
          </a:p>
        </p:txBody>
      </p:sp>
      <p:grpSp>
        <p:nvGrpSpPr>
          <p:cNvPr id="44" name="组合 43">
            <a:extLst>
              <a:ext uri="{FF2B5EF4-FFF2-40B4-BE49-F238E27FC236}">
                <a16:creationId xmlns:a16="http://schemas.microsoft.com/office/drawing/2014/main" id="{DECF8316-B735-49E5-B406-99F0D494ED36}"/>
              </a:ext>
            </a:extLst>
          </p:cNvPr>
          <p:cNvGrpSpPr/>
          <p:nvPr/>
        </p:nvGrpSpPr>
        <p:grpSpPr>
          <a:xfrm>
            <a:off x="1509746" y="4209727"/>
            <a:ext cx="4823319" cy="1020462"/>
            <a:chOff x="1523649" y="1956155"/>
            <a:chExt cx="4823319" cy="1020462"/>
          </a:xfrm>
        </p:grpSpPr>
        <p:sp>
          <p:nvSpPr>
            <p:cNvPr id="46" name="文本框 45">
              <a:extLst>
                <a:ext uri="{FF2B5EF4-FFF2-40B4-BE49-F238E27FC236}">
                  <a16:creationId xmlns:a16="http://schemas.microsoft.com/office/drawing/2014/main" id="{2EC69ACE-88B2-44F1-9A7C-0838EF820C8E}"/>
                </a:ext>
              </a:extLst>
            </p:cNvPr>
            <p:cNvSpPr txBox="1"/>
            <p:nvPr/>
          </p:nvSpPr>
          <p:spPr>
            <a:xfrm>
              <a:off x="1672475" y="1994023"/>
              <a:ext cx="3169985" cy="400110"/>
            </a:xfrm>
            <a:prstGeom prst="rect">
              <a:avLst/>
            </a:prstGeom>
            <a:noFill/>
          </p:spPr>
          <p:txBody>
            <a:bodyPr wrap="square" rtlCol="0">
              <a:spAutoFit/>
            </a:bodyPr>
            <a:lstStyle/>
            <a:p>
              <a:r>
                <a:rPr lang="zh-CN" altLang="en-US" sz="2000" b="1" dirty="0">
                  <a:solidFill>
                    <a:schemeClr val="accent3">
                      <a:lumMod val="75000"/>
                    </a:schemeClr>
                  </a:solidFill>
                </a:rPr>
                <a:t>做“二进制模</a:t>
              </a:r>
              <a:r>
                <a:rPr lang="en-US" altLang="zh-CN" sz="2000" b="1" dirty="0">
                  <a:solidFill>
                    <a:schemeClr val="accent3">
                      <a:lumMod val="75000"/>
                    </a:schemeClr>
                  </a:solidFill>
                </a:rPr>
                <a:t>2</a:t>
              </a:r>
              <a:r>
                <a:rPr lang="zh-CN" altLang="en-US" sz="2000" b="1" dirty="0">
                  <a:solidFill>
                    <a:schemeClr val="accent3">
                      <a:lumMod val="75000"/>
                    </a:schemeClr>
                  </a:solidFill>
                </a:rPr>
                <a:t>除法”</a:t>
              </a:r>
            </a:p>
          </p:txBody>
        </p:sp>
        <p:sp>
          <p:nvSpPr>
            <p:cNvPr id="47" name="矩形 46">
              <a:extLst>
                <a:ext uri="{FF2B5EF4-FFF2-40B4-BE49-F238E27FC236}">
                  <a16:creationId xmlns:a16="http://schemas.microsoft.com/office/drawing/2014/main" id="{1EFE73CC-422C-4519-995C-6EDE029D241F}"/>
                </a:ext>
              </a:extLst>
            </p:cNvPr>
            <p:cNvSpPr/>
            <p:nvPr/>
          </p:nvSpPr>
          <p:spPr>
            <a:xfrm>
              <a:off x="1523649" y="1956155"/>
              <a:ext cx="4823319" cy="1020462"/>
            </a:xfrm>
            <a:prstGeom prst="rect">
              <a:avLst/>
            </a:prstGeom>
            <a:noFill/>
            <a:ln>
              <a:solidFill>
                <a:schemeClr val="accent3">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sz="3200" b="1" dirty="0">
                <a:latin typeface="Arial Black" panose="020B0A04020102020204" pitchFamily="34" charset="0"/>
              </a:endParaRPr>
            </a:p>
          </p:txBody>
        </p:sp>
      </p:grpSp>
      <p:sp>
        <p:nvSpPr>
          <p:cNvPr id="50" name="文本框 49">
            <a:extLst>
              <a:ext uri="{FF2B5EF4-FFF2-40B4-BE49-F238E27FC236}">
                <a16:creationId xmlns:a16="http://schemas.microsoft.com/office/drawing/2014/main" id="{3FC1D2AD-2EF8-4BCB-895B-C45738459D4A}"/>
              </a:ext>
            </a:extLst>
          </p:cNvPr>
          <p:cNvSpPr txBox="1"/>
          <p:nvPr/>
        </p:nvSpPr>
        <p:spPr>
          <a:xfrm>
            <a:off x="1658572" y="4704560"/>
            <a:ext cx="4071229" cy="369332"/>
          </a:xfrm>
          <a:prstGeom prst="rect">
            <a:avLst/>
          </a:prstGeom>
          <a:noFill/>
        </p:spPr>
        <p:txBody>
          <a:bodyPr wrap="square" rtlCol="0">
            <a:spAutoFit/>
          </a:bodyPr>
          <a:lstStyle/>
          <a:p>
            <a:r>
              <a:rPr lang="zh-CN" altLang="en-US" b="1" dirty="0"/>
              <a:t>相当于对应位进行逻辑异或运算</a:t>
            </a:r>
          </a:p>
        </p:txBody>
      </p:sp>
      <p:grpSp>
        <p:nvGrpSpPr>
          <p:cNvPr id="10" name="组合 9">
            <a:extLst>
              <a:ext uri="{FF2B5EF4-FFF2-40B4-BE49-F238E27FC236}">
                <a16:creationId xmlns:a16="http://schemas.microsoft.com/office/drawing/2014/main" id="{3EFCB472-C57F-42B5-981A-9368942DC003}"/>
              </a:ext>
            </a:extLst>
          </p:cNvPr>
          <p:cNvGrpSpPr/>
          <p:nvPr/>
        </p:nvGrpSpPr>
        <p:grpSpPr>
          <a:xfrm>
            <a:off x="8374321" y="2132647"/>
            <a:ext cx="2999762" cy="527177"/>
            <a:chOff x="8374321" y="2132647"/>
            <a:chExt cx="2999762" cy="527177"/>
          </a:xfrm>
        </p:grpSpPr>
        <p:cxnSp>
          <p:nvCxnSpPr>
            <p:cNvPr id="52" name="直接连接符 51">
              <a:extLst>
                <a:ext uri="{FF2B5EF4-FFF2-40B4-BE49-F238E27FC236}">
                  <a16:creationId xmlns:a16="http://schemas.microsoft.com/office/drawing/2014/main" id="{6E1086C8-A897-41B2-8FA8-29FBA66A7A25}"/>
                </a:ext>
              </a:extLst>
            </p:cNvPr>
            <p:cNvCxnSpPr>
              <a:cxnSpLocks/>
            </p:cNvCxnSpPr>
            <p:nvPr/>
          </p:nvCxnSpPr>
          <p:spPr>
            <a:xfrm flipV="1">
              <a:off x="8374321" y="2142420"/>
              <a:ext cx="192970" cy="517404"/>
            </a:xfrm>
            <a:prstGeom prst="line">
              <a:avLst/>
            </a:prstGeom>
            <a:ln w="50800" cap="rnd">
              <a:solidFill>
                <a:schemeClr val="tx1"/>
              </a:solidFill>
              <a:round/>
            </a:ln>
          </p:spPr>
          <p:style>
            <a:lnRef idx="1">
              <a:schemeClr val="accent1"/>
            </a:lnRef>
            <a:fillRef idx="0">
              <a:schemeClr val="accent1"/>
            </a:fillRef>
            <a:effectRef idx="0">
              <a:schemeClr val="accent1"/>
            </a:effectRef>
            <a:fontRef idx="minor">
              <a:schemeClr val="tx1"/>
            </a:fontRef>
          </p:style>
        </p:cxnSp>
        <p:cxnSp>
          <p:nvCxnSpPr>
            <p:cNvPr id="53" name="直接连接符 52">
              <a:extLst>
                <a:ext uri="{FF2B5EF4-FFF2-40B4-BE49-F238E27FC236}">
                  <a16:creationId xmlns:a16="http://schemas.microsoft.com/office/drawing/2014/main" id="{B3307017-69C0-4B38-AB6E-9739737500F1}"/>
                </a:ext>
              </a:extLst>
            </p:cNvPr>
            <p:cNvCxnSpPr>
              <a:cxnSpLocks/>
            </p:cNvCxnSpPr>
            <p:nvPr/>
          </p:nvCxnSpPr>
          <p:spPr>
            <a:xfrm>
              <a:off x="8567291" y="2132647"/>
              <a:ext cx="2806792" cy="0"/>
            </a:xfrm>
            <a:prstGeom prst="line">
              <a:avLst/>
            </a:prstGeom>
            <a:ln w="50800" cap="rnd">
              <a:solidFill>
                <a:schemeClr val="tx1"/>
              </a:solidFill>
              <a:round/>
            </a:ln>
          </p:spPr>
          <p:style>
            <a:lnRef idx="1">
              <a:schemeClr val="accent1"/>
            </a:lnRef>
            <a:fillRef idx="0">
              <a:schemeClr val="accent1"/>
            </a:fillRef>
            <a:effectRef idx="0">
              <a:schemeClr val="accent1"/>
            </a:effectRef>
            <a:fontRef idx="minor">
              <a:schemeClr val="tx1"/>
            </a:fontRef>
          </p:style>
        </p:cxnSp>
      </p:grpSp>
    </p:spTree>
    <p:custDataLst>
      <p:tags r:id="rId1"/>
    </p:custDataLst>
    <p:extLst>
      <p:ext uri="{BB962C8B-B14F-4D97-AF65-F5344CB8AC3E}">
        <p14:creationId xmlns:p14="http://schemas.microsoft.com/office/powerpoint/2010/main" val="1919043436"/>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49" presetClass="entr" presetSubtype="0" decel="100000" fill="hold" grpId="0" nodeType="withEffect">
                                  <p:stCondLst>
                                    <p:cond delay="0"/>
                                  </p:stCondLst>
                                  <p:childTnLst>
                                    <p:set>
                                      <p:cBhvr>
                                        <p:cTn id="6" dur="1" fill="hold">
                                          <p:stCondLst>
                                            <p:cond delay="0"/>
                                          </p:stCondLst>
                                        </p:cTn>
                                        <p:tgtEl>
                                          <p:spTgt spid="36"/>
                                        </p:tgtEl>
                                        <p:attrNameLst>
                                          <p:attrName>style.visibility</p:attrName>
                                        </p:attrNameLst>
                                      </p:cBhvr>
                                      <p:to>
                                        <p:strVal val="visible"/>
                                      </p:to>
                                    </p:set>
                                    <p:anim calcmode="lin" valueType="num">
                                      <p:cBhvr>
                                        <p:cTn id="7" dur="500" fill="hold"/>
                                        <p:tgtEl>
                                          <p:spTgt spid="36"/>
                                        </p:tgtEl>
                                        <p:attrNameLst>
                                          <p:attrName>ppt_w</p:attrName>
                                        </p:attrNameLst>
                                      </p:cBhvr>
                                      <p:tavLst>
                                        <p:tav tm="0">
                                          <p:val>
                                            <p:fltVal val="0"/>
                                          </p:val>
                                        </p:tav>
                                        <p:tav tm="100000">
                                          <p:val>
                                            <p:strVal val="#ppt_w"/>
                                          </p:val>
                                        </p:tav>
                                      </p:tavLst>
                                    </p:anim>
                                    <p:anim calcmode="lin" valueType="num">
                                      <p:cBhvr>
                                        <p:cTn id="8" dur="500" fill="hold"/>
                                        <p:tgtEl>
                                          <p:spTgt spid="36"/>
                                        </p:tgtEl>
                                        <p:attrNameLst>
                                          <p:attrName>ppt_h</p:attrName>
                                        </p:attrNameLst>
                                      </p:cBhvr>
                                      <p:tavLst>
                                        <p:tav tm="0">
                                          <p:val>
                                            <p:fltVal val="0"/>
                                          </p:val>
                                        </p:tav>
                                        <p:tav tm="100000">
                                          <p:val>
                                            <p:strVal val="#ppt_h"/>
                                          </p:val>
                                        </p:tav>
                                      </p:tavLst>
                                    </p:anim>
                                    <p:anim calcmode="lin" valueType="num">
                                      <p:cBhvr>
                                        <p:cTn id="9" dur="500" fill="hold"/>
                                        <p:tgtEl>
                                          <p:spTgt spid="36"/>
                                        </p:tgtEl>
                                        <p:attrNameLst>
                                          <p:attrName>style.rotation</p:attrName>
                                        </p:attrNameLst>
                                      </p:cBhvr>
                                      <p:tavLst>
                                        <p:tav tm="0">
                                          <p:val>
                                            <p:fltVal val="360"/>
                                          </p:val>
                                        </p:tav>
                                        <p:tav tm="100000">
                                          <p:val>
                                            <p:fltVal val="0"/>
                                          </p:val>
                                        </p:tav>
                                      </p:tavLst>
                                    </p:anim>
                                    <p:animEffect transition="in" filter="fade">
                                      <p:cBhvr>
                                        <p:cTn id="10" dur="500"/>
                                        <p:tgtEl>
                                          <p:spTgt spid="36"/>
                                        </p:tgtEl>
                                      </p:cBhvr>
                                    </p:animEffect>
                                  </p:childTnLst>
                                </p:cTn>
                              </p:par>
                            </p:childTnLst>
                          </p:cTn>
                        </p:par>
                        <p:par>
                          <p:cTn id="11" fill="hold">
                            <p:stCondLst>
                              <p:cond delay="500"/>
                            </p:stCondLst>
                            <p:childTnLst>
                              <p:par>
                                <p:cTn id="12" presetID="22" presetClass="entr" presetSubtype="8" fill="hold" nodeType="afterEffect">
                                  <p:stCondLst>
                                    <p:cond delay="0"/>
                                  </p:stCondLst>
                                  <p:childTnLst>
                                    <p:set>
                                      <p:cBhvr>
                                        <p:cTn id="13" dur="1" fill="hold">
                                          <p:stCondLst>
                                            <p:cond delay="0"/>
                                          </p:stCondLst>
                                        </p:cTn>
                                        <p:tgtEl>
                                          <p:spTgt spid="44"/>
                                        </p:tgtEl>
                                        <p:attrNameLst>
                                          <p:attrName>style.visibility</p:attrName>
                                        </p:attrNameLst>
                                      </p:cBhvr>
                                      <p:to>
                                        <p:strVal val="visible"/>
                                      </p:to>
                                    </p:set>
                                    <p:animEffect transition="in" filter="wipe(left)">
                                      <p:cBhvr>
                                        <p:cTn id="14" dur="500"/>
                                        <p:tgtEl>
                                          <p:spTgt spid="44"/>
                                        </p:tgtEl>
                                      </p:cBhvr>
                                    </p:animEffect>
                                  </p:childTnLst>
                                </p:cTn>
                              </p:par>
                            </p:childTnLst>
                          </p:cTn>
                        </p:par>
                      </p:childTnLst>
                    </p:cTn>
                  </p:par>
                  <p:par>
                    <p:cTn id="15" fill="hold">
                      <p:stCondLst>
                        <p:cond delay="indefinite"/>
                      </p:stCondLst>
                      <p:childTnLst>
                        <p:par>
                          <p:cTn id="16" fill="hold">
                            <p:stCondLst>
                              <p:cond delay="0"/>
                            </p:stCondLst>
                            <p:childTnLst>
                              <p:par>
                                <p:cTn id="17" presetID="1" presetClass="entr" presetSubtype="0" fill="hold" grpId="0" nodeType="clickEffect">
                                  <p:stCondLst>
                                    <p:cond delay="0"/>
                                  </p:stCondLst>
                                  <p:iterate type="lt">
                                    <p:tmAbs val="100"/>
                                  </p:iterate>
                                  <p:childTnLst>
                                    <p:set>
                                      <p:cBhvr>
                                        <p:cTn id="18" dur="1" fill="hold">
                                          <p:stCondLst>
                                            <p:cond delay="0"/>
                                          </p:stCondLst>
                                        </p:cTn>
                                        <p:tgtEl>
                                          <p:spTgt spid="50"/>
                                        </p:tgtEl>
                                        <p:attrNameLst>
                                          <p:attrName>style.visibility</p:attrName>
                                        </p:attrNameLst>
                                      </p:cBhvr>
                                      <p:to>
                                        <p:strVal val="visible"/>
                                      </p:to>
                                    </p:set>
                                  </p:childTnLst>
                                </p:cTn>
                              </p:par>
                            </p:childTnLst>
                          </p:cTn>
                        </p:par>
                      </p:childTnLst>
                    </p:cTn>
                  </p:par>
                  <p:par>
                    <p:cTn id="19" fill="hold">
                      <p:stCondLst>
                        <p:cond delay="indefinite"/>
                      </p:stCondLst>
                      <p:childTnLst>
                        <p:par>
                          <p:cTn id="20" fill="hold">
                            <p:stCondLst>
                              <p:cond delay="0"/>
                            </p:stCondLst>
                            <p:childTnLst>
                              <p:par>
                                <p:cTn id="21" presetID="22" presetClass="entr" presetSubtype="8" fill="hold" nodeType="clickEffect">
                                  <p:stCondLst>
                                    <p:cond delay="0"/>
                                  </p:stCondLst>
                                  <p:childTnLst>
                                    <p:set>
                                      <p:cBhvr>
                                        <p:cTn id="22" dur="1" fill="hold">
                                          <p:stCondLst>
                                            <p:cond delay="0"/>
                                          </p:stCondLst>
                                        </p:cTn>
                                        <p:tgtEl>
                                          <p:spTgt spid="10"/>
                                        </p:tgtEl>
                                        <p:attrNameLst>
                                          <p:attrName>style.visibility</p:attrName>
                                        </p:attrNameLst>
                                      </p:cBhvr>
                                      <p:to>
                                        <p:strVal val="visible"/>
                                      </p:to>
                                    </p:set>
                                    <p:animEffect transition="in" filter="wipe(left)">
                                      <p:cBhvr>
                                        <p:cTn id="23" dur="1000"/>
                                        <p:tgtEl>
                                          <p:spTgt spid="10"/>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6" grpId="0" animBg="1"/>
      <p:bldP spid="50" grpId="0"/>
    </p:bldLst>
  </p:timing>
</p:sld>
</file>

<file path=ppt/slides/slide8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4" name="组合 3">
            <a:extLst>
              <a:ext uri="{FF2B5EF4-FFF2-40B4-BE49-F238E27FC236}">
                <a16:creationId xmlns:a16="http://schemas.microsoft.com/office/drawing/2014/main" id="{9A1EA9F2-FCB6-48C3-935F-7AE7E3AD14AC}"/>
              </a:ext>
            </a:extLst>
          </p:cNvPr>
          <p:cNvGrpSpPr/>
          <p:nvPr/>
        </p:nvGrpSpPr>
        <p:grpSpPr>
          <a:xfrm>
            <a:off x="304800" y="749300"/>
            <a:ext cx="6192343" cy="400110"/>
            <a:chOff x="424117" y="898245"/>
            <a:chExt cx="6192343" cy="400110"/>
          </a:xfrm>
        </p:grpSpPr>
        <p:sp>
          <p:nvSpPr>
            <p:cNvPr id="2" name="平行四边形 1">
              <a:extLst>
                <a:ext uri="{FF2B5EF4-FFF2-40B4-BE49-F238E27FC236}">
                  <a16:creationId xmlns:a16="http://schemas.microsoft.com/office/drawing/2014/main" id="{1F5BAA3F-9845-4F89-A2DD-8222D3E4EDAC}"/>
                </a:ext>
              </a:extLst>
            </p:cNvPr>
            <p:cNvSpPr/>
            <p:nvPr/>
          </p:nvSpPr>
          <p:spPr>
            <a:xfrm>
              <a:off x="424117" y="898245"/>
              <a:ext cx="711200" cy="387090"/>
            </a:xfrm>
            <a:prstGeom prst="parallelogram">
              <a:avLst/>
            </a:prstGeom>
            <a:solidFill>
              <a:schemeClr val="accent3">
                <a:lumMod val="75000"/>
              </a:schemeClr>
            </a:solidFill>
            <a:ln>
              <a:solidFill>
                <a:schemeClr val="accent3">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CN" sz="2200" dirty="0">
                  <a:latin typeface="Impact" panose="020B0806030902050204" pitchFamily="34" charset="0"/>
                </a:rPr>
                <a:t>03</a:t>
              </a:r>
              <a:endParaRPr lang="zh-CN" altLang="en-US" sz="2200" dirty="0">
                <a:latin typeface="Impact" panose="020B0806030902050204" pitchFamily="34" charset="0"/>
              </a:endParaRPr>
            </a:p>
          </p:txBody>
        </p:sp>
        <p:sp>
          <p:nvSpPr>
            <p:cNvPr id="3" name="文本框 2">
              <a:extLst>
                <a:ext uri="{FF2B5EF4-FFF2-40B4-BE49-F238E27FC236}">
                  <a16:creationId xmlns:a16="http://schemas.microsoft.com/office/drawing/2014/main" id="{4D6BD736-A4D3-4F26-AFED-36E11F50F70B}"/>
                </a:ext>
              </a:extLst>
            </p:cNvPr>
            <p:cNvSpPr txBox="1"/>
            <p:nvPr/>
          </p:nvSpPr>
          <p:spPr>
            <a:xfrm>
              <a:off x="1204755" y="898245"/>
              <a:ext cx="5411705" cy="400110"/>
            </a:xfrm>
            <a:prstGeom prst="rect">
              <a:avLst/>
            </a:prstGeom>
            <a:noFill/>
          </p:spPr>
          <p:txBody>
            <a:bodyPr wrap="square" rtlCol="0">
              <a:spAutoFit/>
            </a:bodyPr>
            <a:lstStyle/>
            <a:p>
              <a:r>
                <a:rPr lang="zh-CN" altLang="en-US" sz="2000" b="1" dirty="0"/>
                <a:t>循环冗余校验</a:t>
              </a:r>
            </a:p>
          </p:txBody>
        </p:sp>
      </p:grpSp>
      <mc:AlternateContent xmlns:mc="http://schemas.openxmlformats.org/markup-compatibility/2006" xmlns:a14="http://schemas.microsoft.com/office/drawing/2010/main">
        <mc:Choice Requires="a14">
          <p:sp>
            <p:nvSpPr>
              <p:cNvPr id="5" name="文本框 4">
                <a:extLst>
                  <a:ext uri="{FF2B5EF4-FFF2-40B4-BE49-F238E27FC236}">
                    <a16:creationId xmlns:a16="http://schemas.microsoft.com/office/drawing/2014/main" id="{7EF8B8FD-A564-4AFB-A9EC-CF5287AF5CB1}"/>
                  </a:ext>
                </a:extLst>
              </p:cNvPr>
              <p:cNvSpPr txBox="1"/>
              <p:nvPr/>
            </p:nvSpPr>
            <p:spPr>
              <a:xfrm>
                <a:off x="1016000" y="1149410"/>
                <a:ext cx="10703085" cy="407099"/>
              </a:xfrm>
              <a:prstGeom prst="rect">
                <a:avLst/>
              </a:prstGeom>
              <a:noFill/>
            </p:spPr>
            <p:txBody>
              <a:bodyPr wrap="square" rtlCol="0">
                <a:spAutoFit/>
              </a:bodyPr>
              <a:lstStyle/>
              <a:p>
                <a:r>
                  <a:rPr lang="en-US" altLang="zh-CN" sz="2000" b="1" dirty="0"/>
                  <a:t>【CRC</a:t>
                </a:r>
                <a:r>
                  <a:rPr lang="zh-CN" altLang="en-US" sz="2000" b="1" dirty="0"/>
                  <a:t>举例</a:t>
                </a:r>
                <a:r>
                  <a:rPr lang="en-US" altLang="zh-CN" sz="2000" b="1" dirty="0"/>
                  <a:t>】</a:t>
                </a:r>
                <a:r>
                  <a:rPr lang="zh-CN" altLang="en-US" sz="2000" b="1" dirty="0"/>
                  <a:t>待发送的数据为</a:t>
                </a:r>
                <a:r>
                  <a:rPr lang="en-US" altLang="zh-CN" sz="2000" b="1" dirty="0"/>
                  <a:t>101001</a:t>
                </a:r>
                <a:r>
                  <a:rPr lang="zh-CN" altLang="en-US" sz="2000" b="1" dirty="0"/>
                  <a:t>，生成多项式为</a:t>
                </a:r>
                <a14:m>
                  <m:oMath xmlns:m="http://schemas.openxmlformats.org/officeDocument/2006/math">
                    <m:r>
                      <a:rPr lang="en-US" altLang="zh-CN" sz="2000" b="1" i="1" smtClean="0">
                        <a:latin typeface="Cambria Math" panose="02040503050406030204" pitchFamily="18" charset="0"/>
                      </a:rPr>
                      <m:t>𝑮</m:t>
                    </m:r>
                    <m:d>
                      <m:dPr>
                        <m:ctrlPr>
                          <a:rPr lang="en-US" altLang="zh-CN" sz="2000" b="1" i="1" smtClean="0">
                            <a:latin typeface="Cambria Math" panose="02040503050406030204" pitchFamily="18" charset="0"/>
                          </a:rPr>
                        </m:ctrlPr>
                      </m:dPr>
                      <m:e>
                        <m:r>
                          <a:rPr lang="en-US" altLang="zh-CN" sz="2000" b="1" i="1" smtClean="0">
                            <a:latin typeface="Cambria Math" panose="02040503050406030204" pitchFamily="18" charset="0"/>
                          </a:rPr>
                          <m:t>𝑿</m:t>
                        </m:r>
                      </m:e>
                    </m:d>
                    <m:r>
                      <a:rPr lang="en-US" altLang="zh-CN" sz="2000" b="1" i="1" smtClean="0">
                        <a:latin typeface="Cambria Math" panose="02040503050406030204" pitchFamily="18" charset="0"/>
                      </a:rPr>
                      <m:t>=</m:t>
                    </m:r>
                    <m:sSup>
                      <m:sSupPr>
                        <m:ctrlPr>
                          <a:rPr lang="en-US" altLang="zh-CN" sz="2000" b="1" i="1" smtClean="0">
                            <a:latin typeface="Cambria Math" panose="02040503050406030204" pitchFamily="18" charset="0"/>
                          </a:rPr>
                        </m:ctrlPr>
                      </m:sSupPr>
                      <m:e>
                        <m:r>
                          <a:rPr lang="en-US" altLang="zh-CN" sz="2000" b="1" i="1" smtClean="0">
                            <a:latin typeface="Cambria Math" panose="02040503050406030204" pitchFamily="18" charset="0"/>
                          </a:rPr>
                          <m:t> </m:t>
                        </m:r>
                        <m:r>
                          <a:rPr lang="en-US" altLang="zh-CN" sz="2000" b="1" i="1" smtClean="0">
                            <a:latin typeface="Cambria Math" panose="02040503050406030204" pitchFamily="18" charset="0"/>
                          </a:rPr>
                          <m:t>𝑿</m:t>
                        </m:r>
                      </m:e>
                      <m:sup>
                        <m:r>
                          <a:rPr lang="en-US" altLang="zh-CN" sz="2000" b="1" i="1" smtClean="0">
                            <a:latin typeface="Cambria Math" panose="02040503050406030204" pitchFamily="18" charset="0"/>
                          </a:rPr>
                          <m:t>𝟑</m:t>
                        </m:r>
                      </m:sup>
                    </m:sSup>
                    <m:r>
                      <a:rPr lang="en-US" altLang="zh-CN" sz="2000" b="1" i="1" smtClean="0">
                        <a:latin typeface="Cambria Math" panose="02040503050406030204" pitchFamily="18" charset="0"/>
                        <a:ea typeface="Cambria Math" panose="02040503050406030204" pitchFamily="18" charset="0"/>
                      </a:rPr>
                      <m:t>+</m:t>
                    </m:r>
                    <m:sSup>
                      <m:sSupPr>
                        <m:ctrlPr>
                          <a:rPr lang="en-US" altLang="zh-CN" sz="2000" b="1" i="1" smtClean="0">
                            <a:latin typeface="Cambria Math" panose="02040503050406030204" pitchFamily="18" charset="0"/>
                            <a:ea typeface="Cambria Math" panose="02040503050406030204" pitchFamily="18" charset="0"/>
                          </a:rPr>
                        </m:ctrlPr>
                      </m:sSupPr>
                      <m:e>
                        <m:r>
                          <a:rPr lang="en-US" altLang="zh-CN" sz="2000" b="1" i="1" smtClean="0">
                            <a:latin typeface="Cambria Math" panose="02040503050406030204" pitchFamily="18" charset="0"/>
                            <a:ea typeface="Cambria Math" panose="02040503050406030204" pitchFamily="18" charset="0"/>
                          </a:rPr>
                          <m:t> </m:t>
                        </m:r>
                        <m:r>
                          <a:rPr lang="en-US" altLang="zh-CN" sz="2000" b="1" i="1" smtClean="0">
                            <a:latin typeface="Cambria Math" panose="02040503050406030204" pitchFamily="18" charset="0"/>
                            <a:ea typeface="Cambria Math" panose="02040503050406030204" pitchFamily="18" charset="0"/>
                          </a:rPr>
                          <m:t>𝑿</m:t>
                        </m:r>
                      </m:e>
                      <m:sup>
                        <m:r>
                          <a:rPr lang="en-US" altLang="zh-CN" sz="2000" b="1" i="1" smtClean="0">
                            <a:latin typeface="Cambria Math" panose="02040503050406030204" pitchFamily="18" charset="0"/>
                            <a:ea typeface="Cambria Math" panose="02040503050406030204" pitchFamily="18" charset="0"/>
                          </a:rPr>
                          <m:t>𝟐</m:t>
                        </m:r>
                      </m:sup>
                    </m:sSup>
                    <m:r>
                      <a:rPr lang="en-US" altLang="zh-CN" sz="2000" b="1" i="1" smtClean="0">
                        <a:latin typeface="Cambria Math" panose="02040503050406030204" pitchFamily="18" charset="0"/>
                        <a:ea typeface="Cambria Math" panose="02040503050406030204" pitchFamily="18" charset="0"/>
                      </a:rPr>
                      <m:t>+</m:t>
                    </m:r>
                    <m:r>
                      <a:rPr lang="en-US" altLang="zh-CN" sz="2000" b="1" i="1" smtClean="0">
                        <a:latin typeface="Cambria Math" panose="02040503050406030204" pitchFamily="18" charset="0"/>
                        <a:ea typeface="Cambria Math" panose="02040503050406030204" pitchFamily="18" charset="0"/>
                      </a:rPr>
                      <m:t>𝟏</m:t>
                    </m:r>
                    <m:r>
                      <a:rPr lang="zh-CN" altLang="en-US" sz="2000" b="1" i="1">
                        <a:latin typeface="Cambria Math" panose="02040503050406030204" pitchFamily="18" charset="0"/>
                        <a:ea typeface="Cambria Math" panose="02040503050406030204" pitchFamily="18" charset="0"/>
                      </a:rPr>
                      <m:t>，</m:t>
                    </m:r>
                  </m:oMath>
                </a14:m>
                <a:r>
                  <a:rPr lang="zh-CN" altLang="en-US" sz="2000" b="1" dirty="0"/>
                  <a:t>计算冗余码。</a:t>
                </a:r>
              </a:p>
            </p:txBody>
          </p:sp>
        </mc:Choice>
        <mc:Fallback xmlns="">
          <p:sp>
            <p:nvSpPr>
              <p:cNvPr id="5" name="文本框 4">
                <a:extLst>
                  <a:ext uri="{FF2B5EF4-FFF2-40B4-BE49-F238E27FC236}">
                    <a16:creationId xmlns:a16="http://schemas.microsoft.com/office/drawing/2014/main" id="{7EF8B8FD-A564-4AFB-A9EC-CF5287AF5CB1}"/>
                  </a:ext>
                </a:extLst>
              </p:cNvPr>
              <p:cNvSpPr txBox="1">
                <a:spLocks noRot="1" noChangeAspect="1" noMove="1" noResize="1" noEditPoints="1" noAdjustHandles="1" noChangeArrowheads="1" noChangeShapeType="1" noTextEdit="1"/>
              </p:cNvSpPr>
              <p:nvPr/>
            </p:nvSpPr>
            <p:spPr>
              <a:xfrm>
                <a:off x="1016000" y="1149410"/>
                <a:ext cx="10703085" cy="407099"/>
              </a:xfrm>
              <a:prstGeom prst="rect">
                <a:avLst/>
              </a:prstGeom>
              <a:blipFill>
                <a:blip r:embed="rId3"/>
                <a:stretch>
                  <a:fillRect l="-627" t="-9091" b="-27273"/>
                </a:stretch>
              </a:blipFill>
            </p:spPr>
            <p:txBody>
              <a:bodyPr/>
              <a:lstStyle/>
              <a:p>
                <a:r>
                  <a:rPr lang="zh-CN" altLang="en-US">
                    <a:noFill/>
                  </a:rPr>
                  <a:t> </a:t>
                </a:r>
              </a:p>
            </p:txBody>
          </p:sp>
        </mc:Fallback>
      </mc:AlternateContent>
      <p:sp>
        <p:nvSpPr>
          <p:cNvPr id="30" name="文本框 29">
            <a:extLst>
              <a:ext uri="{FF2B5EF4-FFF2-40B4-BE49-F238E27FC236}">
                <a16:creationId xmlns:a16="http://schemas.microsoft.com/office/drawing/2014/main" id="{7FB4EBA1-79C4-4446-A0F0-2599139D46B9}"/>
              </a:ext>
            </a:extLst>
          </p:cNvPr>
          <p:cNvSpPr txBox="1"/>
          <p:nvPr/>
        </p:nvSpPr>
        <p:spPr>
          <a:xfrm>
            <a:off x="8470806" y="2276539"/>
            <a:ext cx="2113867" cy="523220"/>
          </a:xfrm>
          <a:prstGeom prst="rect">
            <a:avLst/>
          </a:prstGeom>
          <a:noFill/>
        </p:spPr>
        <p:txBody>
          <a:bodyPr wrap="square" rtlCol="0">
            <a:spAutoFit/>
          </a:bodyPr>
          <a:lstStyle/>
          <a:p>
            <a:r>
              <a:rPr lang="en-US" altLang="zh-CN" sz="2800" b="1" spc="600" dirty="0">
                <a:latin typeface="Arial Black" panose="020B0A04020102020204" pitchFamily="34" charset="0"/>
              </a:rPr>
              <a:t>101001</a:t>
            </a:r>
            <a:endParaRPr lang="zh-CN" altLang="en-US" sz="2800" b="1" spc="600" dirty="0">
              <a:latin typeface="Arial Black" panose="020B0A04020102020204" pitchFamily="34" charset="0"/>
            </a:endParaRPr>
          </a:p>
        </p:txBody>
      </p:sp>
      <p:sp>
        <p:nvSpPr>
          <p:cNvPr id="32" name="文本框 31">
            <a:extLst>
              <a:ext uri="{FF2B5EF4-FFF2-40B4-BE49-F238E27FC236}">
                <a16:creationId xmlns:a16="http://schemas.microsoft.com/office/drawing/2014/main" id="{CA8A3404-60F5-4210-92D9-DCE5B57DB1C9}"/>
              </a:ext>
            </a:extLst>
          </p:cNvPr>
          <p:cNvSpPr txBox="1"/>
          <p:nvPr/>
        </p:nvSpPr>
        <p:spPr>
          <a:xfrm>
            <a:off x="10353329" y="2276539"/>
            <a:ext cx="1204948" cy="523220"/>
          </a:xfrm>
          <a:prstGeom prst="rect">
            <a:avLst/>
          </a:prstGeom>
          <a:noFill/>
        </p:spPr>
        <p:txBody>
          <a:bodyPr wrap="square" rtlCol="0">
            <a:spAutoFit/>
          </a:bodyPr>
          <a:lstStyle/>
          <a:p>
            <a:r>
              <a:rPr lang="en-US" altLang="zh-CN" sz="2800" b="1" spc="600" dirty="0">
                <a:solidFill>
                  <a:schemeClr val="accent4"/>
                </a:solidFill>
                <a:latin typeface="Arial Black" panose="020B0A04020102020204" pitchFamily="34" charset="0"/>
              </a:rPr>
              <a:t>000</a:t>
            </a:r>
            <a:endParaRPr lang="zh-CN" altLang="en-US" sz="2800" b="1" spc="600" dirty="0">
              <a:solidFill>
                <a:schemeClr val="accent4"/>
              </a:solidFill>
              <a:latin typeface="Arial Black" panose="020B0A04020102020204" pitchFamily="34" charset="0"/>
            </a:endParaRPr>
          </a:p>
        </p:txBody>
      </p:sp>
      <p:sp>
        <p:nvSpPr>
          <p:cNvPr id="56" name="矩形 55">
            <a:extLst>
              <a:ext uri="{FF2B5EF4-FFF2-40B4-BE49-F238E27FC236}">
                <a16:creationId xmlns:a16="http://schemas.microsoft.com/office/drawing/2014/main" id="{8ACC1DC7-044B-4CF1-ADE5-A40D6D20D85F}"/>
              </a:ext>
            </a:extLst>
          </p:cNvPr>
          <p:cNvSpPr/>
          <p:nvPr/>
        </p:nvSpPr>
        <p:spPr>
          <a:xfrm>
            <a:off x="318702" y="1956619"/>
            <a:ext cx="1204948" cy="1020462"/>
          </a:xfrm>
          <a:prstGeom prst="rect">
            <a:avLst/>
          </a:prstGeom>
          <a:solidFill>
            <a:schemeClr val="accent3">
              <a:lumMod val="75000"/>
            </a:schemeClr>
          </a:solidFill>
          <a:ln>
            <a:solidFill>
              <a:schemeClr val="accent3">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CN" sz="3200" b="1" dirty="0">
                <a:latin typeface="Arial Black" panose="020B0A04020102020204" pitchFamily="34" charset="0"/>
              </a:rPr>
              <a:t>1</a:t>
            </a:r>
            <a:endParaRPr lang="zh-CN" altLang="en-US" sz="3200" b="1" dirty="0">
              <a:latin typeface="Arial Black" panose="020B0A04020102020204" pitchFamily="34" charset="0"/>
            </a:endParaRPr>
          </a:p>
        </p:txBody>
      </p:sp>
      <p:grpSp>
        <p:nvGrpSpPr>
          <p:cNvPr id="62" name="组合 61">
            <a:extLst>
              <a:ext uri="{FF2B5EF4-FFF2-40B4-BE49-F238E27FC236}">
                <a16:creationId xmlns:a16="http://schemas.microsoft.com/office/drawing/2014/main" id="{ACC7BAD9-1D8C-459A-B04B-90667871AD60}"/>
              </a:ext>
            </a:extLst>
          </p:cNvPr>
          <p:cNvGrpSpPr/>
          <p:nvPr/>
        </p:nvGrpSpPr>
        <p:grpSpPr>
          <a:xfrm>
            <a:off x="1523649" y="1956155"/>
            <a:ext cx="4809417" cy="1020462"/>
            <a:chOff x="1523649" y="1956155"/>
            <a:chExt cx="4809417" cy="1020462"/>
          </a:xfrm>
        </p:grpSpPr>
        <p:sp>
          <p:nvSpPr>
            <p:cNvPr id="55" name="文本框 54">
              <a:extLst>
                <a:ext uri="{FF2B5EF4-FFF2-40B4-BE49-F238E27FC236}">
                  <a16:creationId xmlns:a16="http://schemas.microsoft.com/office/drawing/2014/main" id="{42458A9D-BE9F-40B3-BEEC-B79EBFC6DFFA}"/>
                </a:ext>
              </a:extLst>
            </p:cNvPr>
            <p:cNvSpPr txBox="1"/>
            <p:nvPr/>
          </p:nvSpPr>
          <p:spPr>
            <a:xfrm>
              <a:off x="1672476" y="1994023"/>
              <a:ext cx="2022766" cy="407099"/>
            </a:xfrm>
            <a:prstGeom prst="rect">
              <a:avLst/>
            </a:prstGeom>
            <a:noFill/>
          </p:spPr>
          <p:txBody>
            <a:bodyPr wrap="square" rtlCol="0">
              <a:spAutoFit/>
            </a:bodyPr>
            <a:lstStyle/>
            <a:p>
              <a:r>
                <a:rPr lang="zh-CN" altLang="en-US" sz="2000" b="1" dirty="0">
                  <a:solidFill>
                    <a:schemeClr val="accent3">
                      <a:lumMod val="75000"/>
                    </a:schemeClr>
                  </a:solidFill>
                </a:rPr>
                <a:t>构造“被除数”</a:t>
              </a:r>
            </a:p>
          </p:txBody>
        </p:sp>
        <p:sp>
          <p:nvSpPr>
            <p:cNvPr id="60" name="矩形 59">
              <a:extLst>
                <a:ext uri="{FF2B5EF4-FFF2-40B4-BE49-F238E27FC236}">
                  <a16:creationId xmlns:a16="http://schemas.microsoft.com/office/drawing/2014/main" id="{6B4E7A05-B94E-4D5A-BCAE-96F5525ED4D1}"/>
                </a:ext>
              </a:extLst>
            </p:cNvPr>
            <p:cNvSpPr/>
            <p:nvPr/>
          </p:nvSpPr>
          <p:spPr>
            <a:xfrm>
              <a:off x="1523649" y="1956155"/>
              <a:ext cx="4809417" cy="1020462"/>
            </a:xfrm>
            <a:prstGeom prst="rect">
              <a:avLst/>
            </a:prstGeom>
            <a:noFill/>
            <a:ln>
              <a:solidFill>
                <a:schemeClr val="accent3">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sz="3200" b="1" dirty="0">
                <a:latin typeface="Arial Black" panose="020B0A04020102020204" pitchFamily="34" charset="0"/>
              </a:endParaRPr>
            </a:p>
          </p:txBody>
        </p:sp>
      </p:grpSp>
      <p:sp>
        <p:nvSpPr>
          <p:cNvPr id="61" name="文本框 60">
            <a:extLst>
              <a:ext uri="{FF2B5EF4-FFF2-40B4-BE49-F238E27FC236}">
                <a16:creationId xmlns:a16="http://schemas.microsoft.com/office/drawing/2014/main" id="{11F6B84F-0A9D-4890-AAB9-6FA24D9B5C0E}"/>
              </a:ext>
            </a:extLst>
          </p:cNvPr>
          <p:cNvSpPr txBox="1"/>
          <p:nvPr/>
        </p:nvSpPr>
        <p:spPr>
          <a:xfrm>
            <a:off x="1672475" y="2450988"/>
            <a:ext cx="4660591" cy="369332"/>
          </a:xfrm>
          <a:prstGeom prst="rect">
            <a:avLst/>
          </a:prstGeom>
          <a:noFill/>
        </p:spPr>
        <p:txBody>
          <a:bodyPr wrap="square" rtlCol="0">
            <a:spAutoFit/>
          </a:bodyPr>
          <a:lstStyle/>
          <a:p>
            <a:r>
              <a:rPr lang="zh-CN" altLang="en-US" b="1" dirty="0"/>
              <a:t>待发送数据后面添加生成多项式最高次数个</a:t>
            </a:r>
            <a:r>
              <a:rPr lang="en-US" altLang="zh-CN" b="1" dirty="0"/>
              <a:t>0</a:t>
            </a:r>
            <a:endParaRPr lang="zh-CN" altLang="en-US" b="1" dirty="0"/>
          </a:p>
        </p:txBody>
      </p:sp>
      <p:sp>
        <p:nvSpPr>
          <p:cNvPr id="18" name="矩形 17">
            <a:extLst>
              <a:ext uri="{FF2B5EF4-FFF2-40B4-BE49-F238E27FC236}">
                <a16:creationId xmlns:a16="http://schemas.microsoft.com/office/drawing/2014/main" id="{B706E7D0-1B92-4DC6-9474-6E42D05304F9}"/>
              </a:ext>
            </a:extLst>
          </p:cNvPr>
          <p:cNvSpPr/>
          <p:nvPr/>
        </p:nvSpPr>
        <p:spPr>
          <a:xfrm>
            <a:off x="304800" y="3083869"/>
            <a:ext cx="1204948" cy="1020462"/>
          </a:xfrm>
          <a:prstGeom prst="rect">
            <a:avLst/>
          </a:prstGeom>
          <a:solidFill>
            <a:schemeClr val="accent3">
              <a:lumMod val="75000"/>
            </a:schemeClr>
          </a:solidFill>
          <a:ln>
            <a:solidFill>
              <a:schemeClr val="accent3">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CN" sz="3200" b="1" dirty="0">
                <a:latin typeface="Arial Black" panose="020B0A04020102020204" pitchFamily="34" charset="0"/>
              </a:rPr>
              <a:t>2</a:t>
            </a:r>
            <a:endParaRPr lang="zh-CN" altLang="en-US" sz="3200" b="1" dirty="0">
              <a:latin typeface="Arial Black" panose="020B0A04020102020204" pitchFamily="34" charset="0"/>
            </a:endParaRPr>
          </a:p>
        </p:txBody>
      </p:sp>
      <p:grpSp>
        <p:nvGrpSpPr>
          <p:cNvPr id="19" name="组合 18">
            <a:extLst>
              <a:ext uri="{FF2B5EF4-FFF2-40B4-BE49-F238E27FC236}">
                <a16:creationId xmlns:a16="http://schemas.microsoft.com/office/drawing/2014/main" id="{9D0FD3CC-540D-4E70-B32F-4B1ADB580C53}"/>
              </a:ext>
            </a:extLst>
          </p:cNvPr>
          <p:cNvGrpSpPr/>
          <p:nvPr/>
        </p:nvGrpSpPr>
        <p:grpSpPr>
          <a:xfrm>
            <a:off x="1509747" y="3083405"/>
            <a:ext cx="4823319" cy="1020462"/>
            <a:chOff x="1523649" y="1956155"/>
            <a:chExt cx="4823319" cy="1020462"/>
          </a:xfrm>
        </p:grpSpPr>
        <p:sp>
          <p:nvSpPr>
            <p:cNvPr id="20" name="文本框 19">
              <a:extLst>
                <a:ext uri="{FF2B5EF4-FFF2-40B4-BE49-F238E27FC236}">
                  <a16:creationId xmlns:a16="http://schemas.microsoft.com/office/drawing/2014/main" id="{66F56548-0AB9-4D06-86C5-62BAE52FA817}"/>
                </a:ext>
              </a:extLst>
            </p:cNvPr>
            <p:cNvSpPr txBox="1"/>
            <p:nvPr/>
          </p:nvSpPr>
          <p:spPr>
            <a:xfrm>
              <a:off x="1672476" y="1994023"/>
              <a:ext cx="2022766" cy="407099"/>
            </a:xfrm>
            <a:prstGeom prst="rect">
              <a:avLst/>
            </a:prstGeom>
            <a:noFill/>
          </p:spPr>
          <p:txBody>
            <a:bodyPr wrap="square" rtlCol="0">
              <a:spAutoFit/>
            </a:bodyPr>
            <a:lstStyle/>
            <a:p>
              <a:r>
                <a:rPr lang="zh-CN" altLang="en-US" sz="2000" b="1" dirty="0">
                  <a:solidFill>
                    <a:schemeClr val="accent3">
                      <a:lumMod val="75000"/>
                    </a:schemeClr>
                  </a:solidFill>
                </a:rPr>
                <a:t>构造“除数”</a:t>
              </a:r>
            </a:p>
          </p:txBody>
        </p:sp>
        <p:sp>
          <p:nvSpPr>
            <p:cNvPr id="21" name="矩形 20">
              <a:extLst>
                <a:ext uri="{FF2B5EF4-FFF2-40B4-BE49-F238E27FC236}">
                  <a16:creationId xmlns:a16="http://schemas.microsoft.com/office/drawing/2014/main" id="{3866C55E-0F48-4119-8F7F-531F056012FD}"/>
                </a:ext>
              </a:extLst>
            </p:cNvPr>
            <p:cNvSpPr/>
            <p:nvPr/>
          </p:nvSpPr>
          <p:spPr>
            <a:xfrm>
              <a:off x="1523649" y="1956155"/>
              <a:ext cx="4823319" cy="1020462"/>
            </a:xfrm>
            <a:prstGeom prst="rect">
              <a:avLst/>
            </a:prstGeom>
            <a:noFill/>
            <a:ln>
              <a:solidFill>
                <a:schemeClr val="accent3">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sz="3200" b="1" dirty="0">
                <a:latin typeface="Arial Black" panose="020B0A04020102020204" pitchFamily="34" charset="0"/>
              </a:endParaRPr>
            </a:p>
          </p:txBody>
        </p:sp>
      </p:grpSp>
      <p:sp>
        <p:nvSpPr>
          <p:cNvPr id="22" name="文本框 21">
            <a:extLst>
              <a:ext uri="{FF2B5EF4-FFF2-40B4-BE49-F238E27FC236}">
                <a16:creationId xmlns:a16="http://schemas.microsoft.com/office/drawing/2014/main" id="{DB842822-D3D4-4050-A41C-9BDA9BC45BE4}"/>
              </a:ext>
            </a:extLst>
          </p:cNvPr>
          <p:cNvSpPr txBox="1"/>
          <p:nvPr/>
        </p:nvSpPr>
        <p:spPr>
          <a:xfrm>
            <a:off x="1658573" y="3578238"/>
            <a:ext cx="4660591" cy="369332"/>
          </a:xfrm>
          <a:prstGeom prst="rect">
            <a:avLst/>
          </a:prstGeom>
          <a:noFill/>
        </p:spPr>
        <p:txBody>
          <a:bodyPr wrap="square" rtlCol="0">
            <a:spAutoFit/>
          </a:bodyPr>
          <a:lstStyle/>
          <a:p>
            <a:r>
              <a:rPr lang="zh-CN" altLang="en-US" b="1" dirty="0"/>
              <a:t>生成多项式各项系数构成的比特串作为除数</a:t>
            </a:r>
          </a:p>
        </p:txBody>
      </p:sp>
      <p:sp>
        <p:nvSpPr>
          <p:cNvPr id="42" name="文本框 41">
            <a:extLst>
              <a:ext uri="{FF2B5EF4-FFF2-40B4-BE49-F238E27FC236}">
                <a16:creationId xmlns:a16="http://schemas.microsoft.com/office/drawing/2014/main" id="{6DDFFD00-CD67-4619-868B-088AE2713E1B}"/>
              </a:ext>
            </a:extLst>
          </p:cNvPr>
          <p:cNvSpPr txBox="1"/>
          <p:nvPr/>
        </p:nvSpPr>
        <p:spPr>
          <a:xfrm>
            <a:off x="7030132" y="2268408"/>
            <a:ext cx="1440674" cy="523220"/>
          </a:xfrm>
          <a:prstGeom prst="rect">
            <a:avLst/>
          </a:prstGeom>
          <a:noFill/>
        </p:spPr>
        <p:txBody>
          <a:bodyPr wrap="square" rtlCol="0">
            <a:spAutoFit/>
          </a:bodyPr>
          <a:lstStyle/>
          <a:p>
            <a:r>
              <a:rPr lang="en-US" altLang="zh-CN" sz="2800" b="1" spc="600" dirty="0">
                <a:solidFill>
                  <a:schemeClr val="accent3"/>
                </a:solidFill>
                <a:latin typeface="Arial Black" panose="020B0A04020102020204" pitchFamily="34" charset="0"/>
              </a:rPr>
              <a:t>1101</a:t>
            </a:r>
            <a:endParaRPr lang="zh-CN" altLang="en-US" sz="2800" b="1" spc="600" dirty="0">
              <a:solidFill>
                <a:schemeClr val="accent3"/>
              </a:solidFill>
              <a:latin typeface="Arial Black" panose="020B0A04020102020204" pitchFamily="34" charset="0"/>
            </a:endParaRPr>
          </a:p>
        </p:txBody>
      </p:sp>
      <p:sp>
        <p:nvSpPr>
          <p:cNvPr id="36" name="矩形 35">
            <a:extLst>
              <a:ext uri="{FF2B5EF4-FFF2-40B4-BE49-F238E27FC236}">
                <a16:creationId xmlns:a16="http://schemas.microsoft.com/office/drawing/2014/main" id="{4BDC91E7-0910-4882-9A1B-E59D3DB3143B}"/>
              </a:ext>
            </a:extLst>
          </p:cNvPr>
          <p:cNvSpPr/>
          <p:nvPr/>
        </p:nvSpPr>
        <p:spPr>
          <a:xfrm>
            <a:off x="304799" y="4210191"/>
            <a:ext cx="1204948" cy="1020462"/>
          </a:xfrm>
          <a:prstGeom prst="rect">
            <a:avLst/>
          </a:prstGeom>
          <a:solidFill>
            <a:schemeClr val="accent3">
              <a:lumMod val="75000"/>
            </a:schemeClr>
          </a:solidFill>
          <a:ln>
            <a:solidFill>
              <a:schemeClr val="accent3">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CN" sz="3200" b="1" dirty="0">
                <a:latin typeface="Arial Black" panose="020B0A04020102020204" pitchFamily="34" charset="0"/>
              </a:rPr>
              <a:t>3</a:t>
            </a:r>
            <a:endParaRPr lang="zh-CN" altLang="en-US" sz="3200" b="1" dirty="0">
              <a:latin typeface="Arial Black" panose="020B0A04020102020204" pitchFamily="34" charset="0"/>
            </a:endParaRPr>
          </a:p>
        </p:txBody>
      </p:sp>
      <p:grpSp>
        <p:nvGrpSpPr>
          <p:cNvPr id="44" name="组合 43">
            <a:extLst>
              <a:ext uri="{FF2B5EF4-FFF2-40B4-BE49-F238E27FC236}">
                <a16:creationId xmlns:a16="http://schemas.microsoft.com/office/drawing/2014/main" id="{DECF8316-B735-49E5-B406-99F0D494ED36}"/>
              </a:ext>
            </a:extLst>
          </p:cNvPr>
          <p:cNvGrpSpPr/>
          <p:nvPr/>
        </p:nvGrpSpPr>
        <p:grpSpPr>
          <a:xfrm>
            <a:off x="1509746" y="4209727"/>
            <a:ext cx="4823319" cy="1020462"/>
            <a:chOff x="1523649" y="1956155"/>
            <a:chExt cx="4809417" cy="1020462"/>
          </a:xfrm>
        </p:grpSpPr>
        <p:sp>
          <p:nvSpPr>
            <p:cNvPr id="46" name="文本框 45">
              <a:extLst>
                <a:ext uri="{FF2B5EF4-FFF2-40B4-BE49-F238E27FC236}">
                  <a16:creationId xmlns:a16="http://schemas.microsoft.com/office/drawing/2014/main" id="{2EC69ACE-88B2-44F1-9A7C-0838EF820C8E}"/>
                </a:ext>
              </a:extLst>
            </p:cNvPr>
            <p:cNvSpPr txBox="1"/>
            <p:nvPr/>
          </p:nvSpPr>
          <p:spPr>
            <a:xfrm>
              <a:off x="1672475" y="1994023"/>
              <a:ext cx="3169985" cy="400110"/>
            </a:xfrm>
            <a:prstGeom prst="rect">
              <a:avLst/>
            </a:prstGeom>
            <a:noFill/>
          </p:spPr>
          <p:txBody>
            <a:bodyPr wrap="square" rtlCol="0">
              <a:spAutoFit/>
            </a:bodyPr>
            <a:lstStyle/>
            <a:p>
              <a:r>
                <a:rPr lang="zh-CN" altLang="en-US" sz="2000" b="1" dirty="0">
                  <a:solidFill>
                    <a:schemeClr val="accent3">
                      <a:lumMod val="75000"/>
                    </a:schemeClr>
                  </a:solidFill>
                </a:rPr>
                <a:t>做“二进制模</a:t>
              </a:r>
              <a:r>
                <a:rPr lang="en-US" altLang="zh-CN" sz="2000" b="1" dirty="0">
                  <a:solidFill>
                    <a:schemeClr val="accent3">
                      <a:lumMod val="75000"/>
                    </a:schemeClr>
                  </a:solidFill>
                </a:rPr>
                <a:t>2</a:t>
              </a:r>
              <a:r>
                <a:rPr lang="zh-CN" altLang="en-US" sz="2000" b="1" dirty="0">
                  <a:solidFill>
                    <a:schemeClr val="accent3">
                      <a:lumMod val="75000"/>
                    </a:schemeClr>
                  </a:solidFill>
                </a:rPr>
                <a:t>除法”</a:t>
              </a:r>
            </a:p>
          </p:txBody>
        </p:sp>
        <p:sp>
          <p:nvSpPr>
            <p:cNvPr id="47" name="矩形 46">
              <a:extLst>
                <a:ext uri="{FF2B5EF4-FFF2-40B4-BE49-F238E27FC236}">
                  <a16:creationId xmlns:a16="http://schemas.microsoft.com/office/drawing/2014/main" id="{1EFE73CC-422C-4519-995C-6EDE029D241F}"/>
                </a:ext>
              </a:extLst>
            </p:cNvPr>
            <p:cNvSpPr/>
            <p:nvPr/>
          </p:nvSpPr>
          <p:spPr>
            <a:xfrm>
              <a:off x="1523649" y="1956155"/>
              <a:ext cx="4809417" cy="1020462"/>
            </a:xfrm>
            <a:prstGeom prst="rect">
              <a:avLst/>
            </a:prstGeom>
            <a:noFill/>
            <a:ln>
              <a:solidFill>
                <a:schemeClr val="accent3">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sz="3200" b="1" dirty="0">
                <a:latin typeface="Arial Black" panose="020B0A04020102020204" pitchFamily="34" charset="0"/>
              </a:endParaRPr>
            </a:p>
          </p:txBody>
        </p:sp>
      </p:grpSp>
      <p:sp>
        <p:nvSpPr>
          <p:cNvPr id="50" name="文本框 49">
            <a:extLst>
              <a:ext uri="{FF2B5EF4-FFF2-40B4-BE49-F238E27FC236}">
                <a16:creationId xmlns:a16="http://schemas.microsoft.com/office/drawing/2014/main" id="{3FC1D2AD-2EF8-4BCB-895B-C45738459D4A}"/>
              </a:ext>
            </a:extLst>
          </p:cNvPr>
          <p:cNvSpPr txBox="1"/>
          <p:nvPr/>
        </p:nvSpPr>
        <p:spPr>
          <a:xfrm>
            <a:off x="1658572" y="4704560"/>
            <a:ext cx="4071229" cy="369332"/>
          </a:xfrm>
          <a:prstGeom prst="rect">
            <a:avLst/>
          </a:prstGeom>
          <a:noFill/>
        </p:spPr>
        <p:txBody>
          <a:bodyPr wrap="square" rtlCol="0">
            <a:spAutoFit/>
          </a:bodyPr>
          <a:lstStyle/>
          <a:p>
            <a:r>
              <a:rPr lang="zh-CN" altLang="en-US" b="1" dirty="0"/>
              <a:t>相当于对应位进行逻辑异或运算</a:t>
            </a:r>
          </a:p>
        </p:txBody>
      </p:sp>
      <p:grpSp>
        <p:nvGrpSpPr>
          <p:cNvPr id="10" name="组合 9">
            <a:extLst>
              <a:ext uri="{FF2B5EF4-FFF2-40B4-BE49-F238E27FC236}">
                <a16:creationId xmlns:a16="http://schemas.microsoft.com/office/drawing/2014/main" id="{3EFCB472-C57F-42B5-981A-9368942DC003}"/>
              </a:ext>
            </a:extLst>
          </p:cNvPr>
          <p:cNvGrpSpPr/>
          <p:nvPr/>
        </p:nvGrpSpPr>
        <p:grpSpPr>
          <a:xfrm>
            <a:off x="8374321" y="2132647"/>
            <a:ext cx="2999762" cy="527177"/>
            <a:chOff x="8374321" y="2132647"/>
            <a:chExt cx="2999762" cy="527177"/>
          </a:xfrm>
        </p:grpSpPr>
        <p:cxnSp>
          <p:nvCxnSpPr>
            <p:cNvPr id="52" name="直接连接符 51">
              <a:extLst>
                <a:ext uri="{FF2B5EF4-FFF2-40B4-BE49-F238E27FC236}">
                  <a16:creationId xmlns:a16="http://schemas.microsoft.com/office/drawing/2014/main" id="{6E1086C8-A897-41B2-8FA8-29FBA66A7A25}"/>
                </a:ext>
              </a:extLst>
            </p:cNvPr>
            <p:cNvCxnSpPr>
              <a:cxnSpLocks/>
            </p:cNvCxnSpPr>
            <p:nvPr/>
          </p:nvCxnSpPr>
          <p:spPr>
            <a:xfrm flipV="1">
              <a:off x="8374321" y="2142420"/>
              <a:ext cx="192970" cy="517404"/>
            </a:xfrm>
            <a:prstGeom prst="line">
              <a:avLst/>
            </a:prstGeom>
            <a:ln w="50800" cap="rnd">
              <a:solidFill>
                <a:schemeClr val="tx1"/>
              </a:solidFill>
              <a:round/>
            </a:ln>
          </p:spPr>
          <p:style>
            <a:lnRef idx="1">
              <a:schemeClr val="accent1"/>
            </a:lnRef>
            <a:fillRef idx="0">
              <a:schemeClr val="accent1"/>
            </a:fillRef>
            <a:effectRef idx="0">
              <a:schemeClr val="accent1"/>
            </a:effectRef>
            <a:fontRef idx="minor">
              <a:schemeClr val="tx1"/>
            </a:fontRef>
          </p:style>
        </p:cxnSp>
        <p:cxnSp>
          <p:nvCxnSpPr>
            <p:cNvPr id="53" name="直接连接符 52">
              <a:extLst>
                <a:ext uri="{FF2B5EF4-FFF2-40B4-BE49-F238E27FC236}">
                  <a16:creationId xmlns:a16="http://schemas.microsoft.com/office/drawing/2014/main" id="{B3307017-69C0-4B38-AB6E-9739737500F1}"/>
                </a:ext>
              </a:extLst>
            </p:cNvPr>
            <p:cNvCxnSpPr>
              <a:cxnSpLocks/>
            </p:cNvCxnSpPr>
            <p:nvPr/>
          </p:nvCxnSpPr>
          <p:spPr>
            <a:xfrm>
              <a:off x="8567291" y="2132647"/>
              <a:ext cx="2806792" cy="0"/>
            </a:xfrm>
            <a:prstGeom prst="line">
              <a:avLst/>
            </a:prstGeom>
            <a:ln w="50800" cap="rnd">
              <a:solidFill>
                <a:schemeClr val="tx1"/>
              </a:solidFill>
              <a:round/>
            </a:ln>
          </p:spPr>
          <p:style>
            <a:lnRef idx="1">
              <a:schemeClr val="accent1"/>
            </a:lnRef>
            <a:fillRef idx="0">
              <a:schemeClr val="accent1"/>
            </a:fillRef>
            <a:effectRef idx="0">
              <a:schemeClr val="accent1"/>
            </a:effectRef>
            <a:fontRef idx="minor">
              <a:schemeClr val="tx1"/>
            </a:fontRef>
          </p:style>
        </p:cxnSp>
      </p:grpSp>
      <p:sp>
        <p:nvSpPr>
          <p:cNvPr id="27" name="文本框 26">
            <a:extLst>
              <a:ext uri="{FF2B5EF4-FFF2-40B4-BE49-F238E27FC236}">
                <a16:creationId xmlns:a16="http://schemas.microsoft.com/office/drawing/2014/main" id="{28E46966-B928-4470-B846-F95E08B35F02}"/>
              </a:ext>
            </a:extLst>
          </p:cNvPr>
          <p:cNvSpPr txBox="1"/>
          <p:nvPr/>
        </p:nvSpPr>
        <p:spPr>
          <a:xfrm>
            <a:off x="9360536" y="1650848"/>
            <a:ext cx="430892" cy="523220"/>
          </a:xfrm>
          <a:prstGeom prst="rect">
            <a:avLst/>
          </a:prstGeom>
          <a:noFill/>
        </p:spPr>
        <p:txBody>
          <a:bodyPr wrap="square" rtlCol="0">
            <a:spAutoFit/>
          </a:bodyPr>
          <a:lstStyle/>
          <a:p>
            <a:r>
              <a:rPr lang="en-US" altLang="zh-CN" sz="2800" b="1" spc="600" dirty="0">
                <a:latin typeface="Arial Black" panose="020B0A04020102020204" pitchFamily="34" charset="0"/>
              </a:rPr>
              <a:t>1</a:t>
            </a:r>
            <a:endParaRPr lang="zh-CN" altLang="en-US" sz="2800" b="1" spc="600" dirty="0">
              <a:latin typeface="Arial Black" panose="020B0A04020102020204" pitchFamily="34" charset="0"/>
            </a:endParaRPr>
          </a:p>
        </p:txBody>
      </p:sp>
      <p:grpSp>
        <p:nvGrpSpPr>
          <p:cNvPr id="11" name="组合 10">
            <a:extLst>
              <a:ext uri="{FF2B5EF4-FFF2-40B4-BE49-F238E27FC236}">
                <a16:creationId xmlns:a16="http://schemas.microsoft.com/office/drawing/2014/main" id="{1369C712-7ADC-4CB2-9CE1-2AE885CDAA31}"/>
              </a:ext>
            </a:extLst>
          </p:cNvPr>
          <p:cNvGrpSpPr/>
          <p:nvPr/>
        </p:nvGrpSpPr>
        <p:grpSpPr>
          <a:xfrm>
            <a:off x="7750468" y="2645808"/>
            <a:ext cx="2161012" cy="523220"/>
            <a:chOff x="7750468" y="2645808"/>
            <a:chExt cx="2161012" cy="523220"/>
          </a:xfrm>
        </p:grpSpPr>
        <p:sp>
          <p:nvSpPr>
            <p:cNvPr id="28" name="文本框 27">
              <a:extLst>
                <a:ext uri="{FF2B5EF4-FFF2-40B4-BE49-F238E27FC236}">
                  <a16:creationId xmlns:a16="http://schemas.microsoft.com/office/drawing/2014/main" id="{C7502E16-649D-40FC-9CBA-F4A8BA66116F}"/>
                </a:ext>
              </a:extLst>
            </p:cNvPr>
            <p:cNvSpPr txBox="1"/>
            <p:nvPr/>
          </p:nvSpPr>
          <p:spPr>
            <a:xfrm>
              <a:off x="8470806" y="2645808"/>
              <a:ext cx="1440674" cy="523220"/>
            </a:xfrm>
            <a:prstGeom prst="rect">
              <a:avLst/>
            </a:prstGeom>
            <a:noFill/>
          </p:spPr>
          <p:txBody>
            <a:bodyPr wrap="square" rtlCol="0">
              <a:spAutoFit/>
            </a:bodyPr>
            <a:lstStyle/>
            <a:p>
              <a:r>
                <a:rPr lang="en-US" altLang="zh-CN" sz="2800" b="1" spc="600" dirty="0">
                  <a:solidFill>
                    <a:schemeClr val="accent3"/>
                  </a:solidFill>
                  <a:latin typeface="Arial Black" panose="020B0A04020102020204" pitchFamily="34" charset="0"/>
                </a:rPr>
                <a:t>1101</a:t>
              </a:r>
              <a:endParaRPr lang="zh-CN" altLang="en-US" sz="2800" b="1" spc="600" dirty="0">
                <a:solidFill>
                  <a:schemeClr val="accent3"/>
                </a:solidFill>
                <a:latin typeface="Arial Black" panose="020B0A04020102020204" pitchFamily="34" charset="0"/>
              </a:endParaRPr>
            </a:p>
          </p:txBody>
        </p:sp>
        <p:cxnSp>
          <p:nvCxnSpPr>
            <p:cNvPr id="9" name="连接符: 曲线 8">
              <a:extLst>
                <a:ext uri="{FF2B5EF4-FFF2-40B4-BE49-F238E27FC236}">
                  <a16:creationId xmlns:a16="http://schemas.microsoft.com/office/drawing/2014/main" id="{9AA6A24D-126E-4A08-98F5-CCC366B12A27}"/>
                </a:ext>
              </a:extLst>
            </p:cNvPr>
            <p:cNvCxnSpPr>
              <a:stCxn id="42" idx="2"/>
              <a:endCxn id="28" idx="1"/>
            </p:cNvCxnSpPr>
            <p:nvPr/>
          </p:nvCxnSpPr>
          <p:spPr>
            <a:xfrm rot="16200000" flipH="1">
              <a:off x="8052742" y="2489354"/>
              <a:ext cx="115790" cy="720337"/>
            </a:xfrm>
            <a:prstGeom prst="curvedConnector2">
              <a:avLst/>
            </a:prstGeom>
            <a:ln w="38100">
              <a:solidFill>
                <a:schemeClr val="accent3"/>
              </a:solidFill>
              <a:prstDash val="dash"/>
              <a:tailEnd type="triangle"/>
            </a:ln>
          </p:spPr>
          <p:style>
            <a:lnRef idx="1">
              <a:schemeClr val="accent1"/>
            </a:lnRef>
            <a:fillRef idx="0">
              <a:schemeClr val="accent1"/>
            </a:fillRef>
            <a:effectRef idx="0">
              <a:schemeClr val="accent1"/>
            </a:effectRef>
            <a:fontRef idx="minor">
              <a:schemeClr val="tx1"/>
            </a:fontRef>
          </p:style>
        </p:cxnSp>
      </p:grpSp>
    </p:spTree>
    <p:custDataLst>
      <p:tags r:id="rId1"/>
    </p:custDataLst>
    <p:extLst>
      <p:ext uri="{BB962C8B-B14F-4D97-AF65-F5344CB8AC3E}">
        <p14:creationId xmlns:p14="http://schemas.microsoft.com/office/powerpoint/2010/main" val="356394542"/>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53" presetClass="entr" presetSubtype="16" fill="hold" grpId="0" nodeType="withEffect">
                                  <p:stCondLst>
                                    <p:cond delay="0"/>
                                  </p:stCondLst>
                                  <p:childTnLst>
                                    <p:set>
                                      <p:cBhvr>
                                        <p:cTn id="6" dur="1" fill="hold">
                                          <p:stCondLst>
                                            <p:cond delay="0"/>
                                          </p:stCondLst>
                                        </p:cTn>
                                        <p:tgtEl>
                                          <p:spTgt spid="27"/>
                                        </p:tgtEl>
                                        <p:attrNameLst>
                                          <p:attrName>style.visibility</p:attrName>
                                        </p:attrNameLst>
                                      </p:cBhvr>
                                      <p:to>
                                        <p:strVal val="visible"/>
                                      </p:to>
                                    </p:set>
                                    <p:anim calcmode="lin" valueType="num">
                                      <p:cBhvr>
                                        <p:cTn id="7" dur="500" fill="hold"/>
                                        <p:tgtEl>
                                          <p:spTgt spid="27"/>
                                        </p:tgtEl>
                                        <p:attrNameLst>
                                          <p:attrName>ppt_w</p:attrName>
                                        </p:attrNameLst>
                                      </p:cBhvr>
                                      <p:tavLst>
                                        <p:tav tm="0">
                                          <p:val>
                                            <p:fltVal val="0"/>
                                          </p:val>
                                        </p:tav>
                                        <p:tav tm="100000">
                                          <p:val>
                                            <p:strVal val="#ppt_w"/>
                                          </p:val>
                                        </p:tav>
                                      </p:tavLst>
                                    </p:anim>
                                    <p:anim calcmode="lin" valueType="num">
                                      <p:cBhvr>
                                        <p:cTn id="8" dur="500" fill="hold"/>
                                        <p:tgtEl>
                                          <p:spTgt spid="27"/>
                                        </p:tgtEl>
                                        <p:attrNameLst>
                                          <p:attrName>ppt_h</p:attrName>
                                        </p:attrNameLst>
                                      </p:cBhvr>
                                      <p:tavLst>
                                        <p:tav tm="0">
                                          <p:val>
                                            <p:fltVal val="0"/>
                                          </p:val>
                                        </p:tav>
                                        <p:tav tm="100000">
                                          <p:val>
                                            <p:strVal val="#ppt_h"/>
                                          </p:val>
                                        </p:tav>
                                      </p:tavLst>
                                    </p:anim>
                                    <p:animEffect transition="in" filter="fade">
                                      <p:cBhvr>
                                        <p:cTn id="9" dur="500"/>
                                        <p:tgtEl>
                                          <p:spTgt spid="27"/>
                                        </p:tgtEl>
                                      </p:cBhvr>
                                    </p:animEffect>
                                  </p:childTnLst>
                                </p:cTn>
                              </p:par>
                            </p:childTnLst>
                          </p:cTn>
                        </p:par>
                      </p:childTnLst>
                    </p:cTn>
                  </p:par>
                  <p:par>
                    <p:cTn id="10" fill="hold">
                      <p:stCondLst>
                        <p:cond delay="indefinite"/>
                      </p:stCondLst>
                      <p:childTnLst>
                        <p:par>
                          <p:cTn id="11" fill="hold">
                            <p:stCondLst>
                              <p:cond delay="0"/>
                            </p:stCondLst>
                            <p:childTnLst>
                              <p:par>
                                <p:cTn id="12" presetID="22" presetClass="entr" presetSubtype="8" fill="hold" nodeType="clickEffect">
                                  <p:stCondLst>
                                    <p:cond delay="0"/>
                                  </p:stCondLst>
                                  <p:childTnLst>
                                    <p:set>
                                      <p:cBhvr>
                                        <p:cTn id="13" dur="1" fill="hold">
                                          <p:stCondLst>
                                            <p:cond delay="0"/>
                                          </p:stCondLst>
                                        </p:cTn>
                                        <p:tgtEl>
                                          <p:spTgt spid="11"/>
                                        </p:tgtEl>
                                        <p:attrNameLst>
                                          <p:attrName>style.visibility</p:attrName>
                                        </p:attrNameLst>
                                      </p:cBhvr>
                                      <p:to>
                                        <p:strVal val="visible"/>
                                      </p:to>
                                    </p:set>
                                    <p:animEffect transition="in" filter="wipe(left)">
                                      <p:cBhvr>
                                        <p:cTn id="14" dur="1000"/>
                                        <p:tgtEl>
                                          <p:spTgt spid="11"/>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7" grpId="0"/>
    </p:bldLst>
  </p:timing>
</p:sld>
</file>

<file path=ppt/slides/slide8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4" name="组合 3">
            <a:extLst>
              <a:ext uri="{FF2B5EF4-FFF2-40B4-BE49-F238E27FC236}">
                <a16:creationId xmlns:a16="http://schemas.microsoft.com/office/drawing/2014/main" id="{9A1EA9F2-FCB6-48C3-935F-7AE7E3AD14AC}"/>
              </a:ext>
            </a:extLst>
          </p:cNvPr>
          <p:cNvGrpSpPr/>
          <p:nvPr/>
        </p:nvGrpSpPr>
        <p:grpSpPr>
          <a:xfrm>
            <a:off x="304800" y="749300"/>
            <a:ext cx="6192343" cy="400110"/>
            <a:chOff x="424117" y="898245"/>
            <a:chExt cx="6192343" cy="400110"/>
          </a:xfrm>
        </p:grpSpPr>
        <p:sp>
          <p:nvSpPr>
            <p:cNvPr id="2" name="平行四边形 1">
              <a:extLst>
                <a:ext uri="{FF2B5EF4-FFF2-40B4-BE49-F238E27FC236}">
                  <a16:creationId xmlns:a16="http://schemas.microsoft.com/office/drawing/2014/main" id="{1F5BAA3F-9845-4F89-A2DD-8222D3E4EDAC}"/>
                </a:ext>
              </a:extLst>
            </p:cNvPr>
            <p:cNvSpPr/>
            <p:nvPr/>
          </p:nvSpPr>
          <p:spPr>
            <a:xfrm>
              <a:off x="424117" y="898245"/>
              <a:ext cx="711200" cy="387090"/>
            </a:xfrm>
            <a:prstGeom prst="parallelogram">
              <a:avLst/>
            </a:prstGeom>
            <a:solidFill>
              <a:schemeClr val="accent3">
                <a:lumMod val="75000"/>
              </a:schemeClr>
            </a:solidFill>
            <a:ln>
              <a:solidFill>
                <a:schemeClr val="accent3">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CN" sz="2200" dirty="0">
                  <a:latin typeface="Impact" panose="020B0806030902050204" pitchFamily="34" charset="0"/>
                </a:rPr>
                <a:t>03</a:t>
              </a:r>
              <a:endParaRPr lang="zh-CN" altLang="en-US" sz="2200" dirty="0">
                <a:latin typeface="Impact" panose="020B0806030902050204" pitchFamily="34" charset="0"/>
              </a:endParaRPr>
            </a:p>
          </p:txBody>
        </p:sp>
        <p:sp>
          <p:nvSpPr>
            <p:cNvPr id="3" name="文本框 2">
              <a:extLst>
                <a:ext uri="{FF2B5EF4-FFF2-40B4-BE49-F238E27FC236}">
                  <a16:creationId xmlns:a16="http://schemas.microsoft.com/office/drawing/2014/main" id="{4D6BD736-A4D3-4F26-AFED-36E11F50F70B}"/>
                </a:ext>
              </a:extLst>
            </p:cNvPr>
            <p:cNvSpPr txBox="1"/>
            <p:nvPr/>
          </p:nvSpPr>
          <p:spPr>
            <a:xfrm>
              <a:off x="1204755" y="898245"/>
              <a:ext cx="5411705" cy="400110"/>
            </a:xfrm>
            <a:prstGeom prst="rect">
              <a:avLst/>
            </a:prstGeom>
            <a:noFill/>
          </p:spPr>
          <p:txBody>
            <a:bodyPr wrap="square" rtlCol="0">
              <a:spAutoFit/>
            </a:bodyPr>
            <a:lstStyle/>
            <a:p>
              <a:r>
                <a:rPr lang="zh-CN" altLang="en-US" sz="2000" b="1" dirty="0"/>
                <a:t>循环冗余校验</a:t>
              </a:r>
            </a:p>
          </p:txBody>
        </p:sp>
      </p:grpSp>
      <mc:AlternateContent xmlns:mc="http://schemas.openxmlformats.org/markup-compatibility/2006" xmlns:a14="http://schemas.microsoft.com/office/drawing/2010/main">
        <mc:Choice Requires="a14">
          <p:sp>
            <p:nvSpPr>
              <p:cNvPr id="5" name="文本框 4">
                <a:extLst>
                  <a:ext uri="{FF2B5EF4-FFF2-40B4-BE49-F238E27FC236}">
                    <a16:creationId xmlns:a16="http://schemas.microsoft.com/office/drawing/2014/main" id="{7EF8B8FD-A564-4AFB-A9EC-CF5287AF5CB1}"/>
                  </a:ext>
                </a:extLst>
              </p:cNvPr>
              <p:cNvSpPr txBox="1"/>
              <p:nvPr/>
            </p:nvSpPr>
            <p:spPr>
              <a:xfrm>
                <a:off x="1016000" y="1149410"/>
                <a:ext cx="10703085" cy="407099"/>
              </a:xfrm>
              <a:prstGeom prst="rect">
                <a:avLst/>
              </a:prstGeom>
              <a:noFill/>
            </p:spPr>
            <p:txBody>
              <a:bodyPr wrap="square" rtlCol="0">
                <a:spAutoFit/>
              </a:bodyPr>
              <a:lstStyle/>
              <a:p>
                <a:r>
                  <a:rPr lang="en-US" altLang="zh-CN" sz="2000" b="1" dirty="0"/>
                  <a:t>【CRC</a:t>
                </a:r>
                <a:r>
                  <a:rPr lang="zh-CN" altLang="en-US" sz="2000" b="1" dirty="0"/>
                  <a:t>举例</a:t>
                </a:r>
                <a:r>
                  <a:rPr lang="en-US" altLang="zh-CN" sz="2000" b="1" dirty="0"/>
                  <a:t>】</a:t>
                </a:r>
                <a:r>
                  <a:rPr lang="zh-CN" altLang="en-US" sz="2000" b="1" dirty="0"/>
                  <a:t>待发送的数据为</a:t>
                </a:r>
                <a:r>
                  <a:rPr lang="en-US" altLang="zh-CN" sz="2000" b="1" dirty="0"/>
                  <a:t>101001</a:t>
                </a:r>
                <a:r>
                  <a:rPr lang="zh-CN" altLang="en-US" sz="2000" b="1" dirty="0"/>
                  <a:t>，生成多项式为</a:t>
                </a:r>
                <a14:m>
                  <m:oMath xmlns:m="http://schemas.openxmlformats.org/officeDocument/2006/math">
                    <m:r>
                      <a:rPr lang="en-US" altLang="zh-CN" sz="2000" b="1" i="1" smtClean="0">
                        <a:latin typeface="Cambria Math" panose="02040503050406030204" pitchFamily="18" charset="0"/>
                      </a:rPr>
                      <m:t>𝑮</m:t>
                    </m:r>
                    <m:d>
                      <m:dPr>
                        <m:ctrlPr>
                          <a:rPr lang="en-US" altLang="zh-CN" sz="2000" b="1" i="1" smtClean="0">
                            <a:latin typeface="Cambria Math" panose="02040503050406030204" pitchFamily="18" charset="0"/>
                          </a:rPr>
                        </m:ctrlPr>
                      </m:dPr>
                      <m:e>
                        <m:r>
                          <a:rPr lang="en-US" altLang="zh-CN" sz="2000" b="1" i="1" smtClean="0">
                            <a:latin typeface="Cambria Math" panose="02040503050406030204" pitchFamily="18" charset="0"/>
                          </a:rPr>
                          <m:t>𝑿</m:t>
                        </m:r>
                      </m:e>
                    </m:d>
                    <m:r>
                      <a:rPr lang="en-US" altLang="zh-CN" sz="2000" b="1" i="1" smtClean="0">
                        <a:latin typeface="Cambria Math" panose="02040503050406030204" pitchFamily="18" charset="0"/>
                      </a:rPr>
                      <m:t>=</m:t>
                    </m:r>
                    <m:sSup>
                      <m:sSupPr>
                        <m:ctrlPr>
                          <a:rPr lang="en-US" altLang="zh-CN" sz="2000" b="1" i="1" smtClean="0">
                            <a:latin typeface="Cambria Math" panose="02040503050406030204" pitchFamily="18" charset="0"/>
                          </a:rPr>
                        </m:ctrlPr>
                      </m:sSupPr>
                      <m:e>
                        <m:r>
                          <a:rPr lang="en-US" altLang="zh-CN" sz="2000" b="1" i="1" smtClean="0">
                            <a:latin typeface="Cambria Math" panose="02040503050406030204" pitchFamily="18" charset="0"/>
                          </a:rPr>
                          <m:t> </m:t>
                        </m:r>
                        <m:r>
                          <a:rPr lang="en-US" altLang="zh-CN" sz="2000" b="1" i="1" smtClean="0">
                            <a:latin typeface="Cambria Math" panose="02040503050406030204" pitchFamily="18" charset="0"/>
                          </a:rPr>
                          <m:t>𝑿</m:t>
                        </m:r>
                      </m:e>
                      <m:sup>
                        <m:r>
                          <a:rPr lang="en-US" altLang="zh-CN" sz="2000" b="1" i="1" smtClean="0">
                            <a:latin typeface="Cambria Math" panose="02040503050406030204" pitchFamily="18" charset="0"/>
                          </a:rPr>
                          <m:t>𝟑</m:t>
                        </m:r>
                      </m:sup>
                    </m:sSup>
                    <m:r>
                      <a:rPr lang="en-US" altLang="zh-CN" sz="2000" b="1" i="1" smtClean="0">
                        <a:latin typeface="Cambria Math" panose="02040503050406030204" pitchFamily="18" charset="0"/>
                        <a:ea typeface="Cambria Math" panose="02040503050406030204" pitchFamily="18" charset="0"/>
                      </a:rPr>
                      <m:t>+</m:t>
                    </m:r>
                    <m:sSup>
                      <m:sSupPr>
                        <m:ctrlPr>
                          <a:rPr lang="en-US" altLang="zh-CN" sz="2000" b="1" i="1" smtClean="0">
                            <a:latin typeface="Cambria Math" panose="02040503050406030204" pitchFamily="18" charset="0"/>
                            <a:ea typeface="Cambria Math" panose="02040503050406030204" pitchFamily="18" charset="0"/>
                          </a:rPr>
                        </m:ctrlPr>
                      </m:sSupPr>
                      <m:e>
                        <m:r>
                          <a:rPr lang="en-US" altLang="zh-CN" sz="2000" b="1" i="1" smtClean="0">
                            <a:latin typeface="Cambria Math" panose="02040503050406030204" pitchFamily="18" charset="0"/>
                            <a:ea typeface="Cambria Math" panose="02040503050406030204" pitchFamily="18" charset="0"/>
                          </a:rPr>
                          <m:t> </m:t>
                        </m:r>
                        <m:r>
                          <a:rPr lang="en-US" altLang="zh-CN" sz="2000" b="1" i="1" smtClean="0">
                            <a:latin typeface="Cambria Math" panose="02040503050406030204" pitchFamily="18" charset="0"/>
                            <a:ea typeface="Cambria Math" panose="02040503050406030204" pitchFamily="18" charset="0"/>
                          </a:rPr>
                          <m:t>𝑿</m:t>
                        </m:r>
                      </m:e>
                      <m:sup>
                        <m:r>
                          <a:rPr lang="en-US" altLang="zh-CN" sz="2000" b="1" i="1" smtClean="0">
                            <a:latin typeface="Cambria Math" panose="02040503050406030204" pitchFamily="18" charset="0"/>
                            <a:ea typeface="Cambria Math" panose="02040503050406030204" pitchFamily="18" charset="0"/>
                          </a:rPr>
                          <m:t>𝟐</m:t>
                        </m:r>
                      </m:sup>
                    </m:sSup>
                    <m:r>
                      <a:rPr lang="en-US" altLang="zh-CN" sz="2000" b="1" i="1" smtClean="0">
                        <a:latin typeface="Cambria Math" panose="02040503050406030204" pitchFamily="18" charset="0"/>
                        <a:ea typeface="Cambria Math" panose="02040503050406030204" pitchFamily="18" charset="0"/>
                      </a:rPr>
                      <m:t>+</m:t>
                    </m:r>
                    <m:r>
                      <a:rPr lang="en-US" altLang="zh-CN" sz="2000" b="1" i="1" smtClean="0">
                        <a:latin typeface="Cambria Math" panose="02040503050406030204" pitchFamily="18" charset="0"/>
                        <a:ea typeface="Cambria Math" panose="02040503050406030204" pitchFamily="18" charset="0"/>
                      </a:rPr>
                      <m:t>𝟏</m:t>
                    </m:r>
                    <m:r>
                      <a:rPr lang="zh-CN" altLang="en-US" sz="2000" b="1" i="1">
                        <a:latin typeface="Cambria Math" panose="02040503050406030204" pitchFamily="18" charset="0"/>
                        <a:ea typeface="Cambria Math" panose="02040503050406030204" pitchFamily="18" charset="0"/>
                      </a:rPr>
                      <m:t>，</m:t>
                    </m:r>
                  </m:oMath>
                </a14:m>
                <a:r>
                  <a:rPr lang="zh-CN" altLang="en-US" sz="2000" b="1" dirty="0"/>
                  <a:t>计算冗余码。</a:t>
                </a:r>
              </a:p>
            </p:txBody>
          </p:sp>
        </mc:Choice>
        <mc:Fallback xmlns="">
          <p:sp>
            <p:nvSpPr>
              <p:cNvPr id="5" name="文本框 4">
                <a:extLst>
                  <a:ext uri="{FF2B5EF4-FFF2-40B4-BE49-F238E27FC236}">
                    <a16:creationId xmlns:a16="http://schemas.microsoft.com/office/drawing/2014/main" id="{7EF8B8FD-A564-4AFB-A9EC-CF5287AF5CB1}"/>
                  </a:ext>
                </a:extLst>
              </p:cNvPr>
              <p:cNvSpPr txBox="1">
                <a:spLocks noRot="1" noChangeAspect="1" noMove="1" noResize="1" noEditPoints="1" noAdjustHandles="1" noChangeArrowheads="1" noChangeShapeType="1" noTextEdit="1"/>
              </p:cNvSpPr>
              <p:nvPr/>
            </p:nvSpPr>
            <p:spPr>
              <a:xfrm>
                <a:off x="1016000" y="1149410"/>
                <a:ext cx="10703085" cy="407099"/>
              </a:xfrm>
              <a:prstGeom prst="rect">
                <a:avLst/>
              </a:prstGeom>
              <a:blipFill>
                <a:blip r:embed="rId3"/>
                <a:stretch>
                  <a:fillRect l="-627" t="-9091" b="-27273"/>
                </a:stretch>
              </a:blipFill>
            </p:spPr>
            <p:txBody>
              <a:bodyPr/>
              <a:lstStyle/>
              <a:p>
                <a:r>
                  <a:rPr lang="zh-CN" altLang="en-US">
                    <a:noFill/>
                  </a:rPr>
                  <a:t> </a:t>
                </a:r>
              </a:p>
            </p:txBody>
          </p:sp>
        </mc:Fallback>
      </mc:AlternateContent>
      <p:sp>
        <p:nvSpPr>
          <p:cNvPr id="30" name="文本框 29">
            <a:extLst>
              <a:ext uri="{FF2B5EF4-FFF2-40B4-BE49-F238E27FC236}">
                <a16:creationId xmlns:a16="http://schemas.microsoft.com/office/drawing/2014/main" id="{7FB4EBA1-79C4-4446-A0F0-2599139D46B9}"/>
              </a:ext>
            </a:extLst>
          </p:cNvPr>
          <p:cNvSpPr txBox="1"/>
          <p:nvPr/>
        </p:nvSpPr>
        <p:spPr>
          <a:xfrm>
            <a:off x="8470806" y="2276539"/>
            <a:ext cx="2113867" cy="523220"/>
          </a:xfrm>
          <a:prstGeom prst="rect">
            <a:avLst/>
          </a:prstGeom>
          <a:noFill/>
        </p:spPr>
        <p:txBody>
          <a:bodyPr wrap="square" rtlCol="0">
            <a:spAutoFit/>
          </a:bodyPr>
          <a:lstStyle/>
          <a:p>
            <a:r>
              <a:rPr lang="en-US" altLang="zh-CN" sz="2800" b="1" spc="600" dirty="0">
                <a:latin typeface="Arial Black" panose="020B0A04020102020204" pitchFamily="34" charset="0"/>
              </a:rPr>
              <a:t>101001</a:t>
            </a:r>
            <a:endParaRPr lang="zh-CN" altLang="en-US" sz="2800" b="1" spc="600" dirty="0">
              <a:latin typeface="Arial Black" panose="020B0A04020102020204" pitchFamily="34" charset="0"/>
            </a:endParaRPr>
          </a:p>
        </p:txBody>
      </p:sp>
      <p:sp>
        <p:nvSpPr>
          <p:cNvPr id="32" name="文本框 31">
            <a:extLst>
              <a:ext uri="{FF2B5EF4-FFF2-40B4-BE49-F238E27FC236}">
                <a16:creationId xmlns:a16="http://schemas.microsoft.com/office/drawing/2014/main" id="{CA8A3404-60F5-4210-92D9-DCE5B57DB1C9}"/>
              </a:ext>
            </a:extLst>
          </p:cNvPr>
          <p:cNvSpPr txBox="1"/>
          <p:nvPr/>
        </p:nvSpPr>
        <p:spPr>
          <a:xfrm>
            <a:off x="10353329" y="2276539"/>
            <a:ext cx="1204948" cy="523220"/>
          </a:xfrm>
          <a:prstGeom prst="rect">
            <a:avLst/>
          </a:prstGeom>
          <a:noFill/>
        </p:spPr>
        <p:txBody>
          <a:bodyPr wrap="square" rtlCol="0">
            <a:spAutoFit/>
          </a:bodyPr>
          <a:lstStyle/>
          <a:p>
            <a:r>
              <a:rPr lang="en-US" altLang="zh-CN" sz="2800" b="1" spc="600" dirty="0">
                <a:solidFill>
                  <a:schemeClr val="accent4"/>
                </a:solidFill>
                <a:latin typeface="Arial Black" panose="020B0A04020102020204" pitchFamily="34" charset="0"/>
              </a:rPr>
              <a:t>000</a:t>
            </a:r>
            <a:endParaRPr lang="zh-CN" altLang="en-US" sz="2800" b="1" spc="600" dirty="0">
              <a:solidFill>
                <a:schemeClr val="accent4"/>
              </a:solidFill>
              <a:latin typeface="Arial Black" panose="020B0A04020102020204" pitchFamily="34" charset="0"/>
            </a:endParaRPr>
          </a:p>
        </p:txBody>
      </p:sp>
      <p:sp>
        <p:nvSpPr>
          <p:cNvPr id="56" name="矩形 55">
            <a:extLst>
              <a:ext uri="{FF2B5EF4-FFF2-40B4-BE49-F238E27FC236}">
                <a16:creationId xmlns:a16="http://schemas.microsoft.com/office/drawing/2014/main" id="{8ACC1DC7-044B-4CF1-ADE5-A40D6D20D85F}"/>
              </a:ext>
            </a:extLst>
          </p:cNvPr>
          <p:cNvSpPr/>
          <p:nvPr/>
        </p:nvSpPr>
        <p:spPr>
          <a:xfrm>
            <a:off x="318702" y="1956619"/>
            <a:ext cx="1204948" cy="1020462"/>
          </a:xfrm>
          <a:prstGeom prst="rect">
            <a:avLst/>
          </a:prstGeom>
          <a:solidFill>
            <a:schemeClr val="accent3">
              <a:lumMod val="75000"/>
            </a:schemeClr>
          </a:solidFill>
          <a:ln>
            <a:solidFill>
              <a:schemeClr val="accent3">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CN" sz="3200" b="1" dirty="0">
                <a:latin typeface="Arial Black" panose="020B0A04020102020204" pitchFamily="34" charset="0"/>
              </a:rPr>
              <a:t>1</a:t>
            </a:r>
            <a:endParaRPr lang="zh-CN" altLang="en-US" sz="3200" b="1" dirty="0">
              <a:latin typeface="Arial Black" panose="020B0A04020102020204" pitchFamily="34" charset="0"/>
            </a:endParaRPr>
          </a:p>
        </p:txBody>
      </p:sp>
      <p:grpSp>
        <p:nvGrpSpPr>
          <p:cNvPr id="62" name="组合 61">
            <a:extLst>
              <a:ext uri="{FF2B5EF4-FFF2-40B4-BE49-F238E27FC236}">
                <a16:creationId xmlns:a16="http://schemas.microsoft.com/office/drawing/2014/main" id="{ACC7BAD9-1D8C-459A-B04B-90667871AD60}"/>
              </a:ext>
            </a:extLst>
          </p:cNvPr>
          <p:cNvGrpSpPr/>
          <p:nvPr/>
        </p:nvGrpSpPr>
        <p:grpSpPr>
          <a:xfrm>
            <a:off x="1523649" y="1956155"/>
            <a:ext cx="4809417" cy="1020462"/>
            <a:chOff x="1523649" y="1956155"/>
            <a:chExt cx="4809417" cy="1020462"/>
          </a:xfrm>
        </p:grpSpPr>
        <p:sp>
          <p:nvSpPr>
            <p:cNvPr id="55" name="文本框 54">
              <a:extLst>
                <a:ext uri="{FF2B5EF4-FFF2-40B4-BE49-F238E27FC236}">
                  <a16:creationId xmlns:a16="http://schemas.microsoft.com/office/drawing/2014/main" id="{42458A9D-BE9F-40B3-BEEC-B79EBFC6DFFA}"/>
                </a:ext>
              </a:extLst>
            </p:cNvPr>
            <p:cNvSpPr txBox="1"/>
            <p:nvPr/>
          </p:nvSpPr>
          <p:spPr>
            <a:xfrm>
              <a:off x="1672476" y="1994023"/>
              <a:ext cx="2022766" cy="407099"/>
            </a:xfrm>
            <a:prstGeom prst="rect">
              <a:avLst/>
            </a:prstGeom>
            <a:noFill/>
          </p:spPr>
          <p:txBody>
            <a:bodyPr wrap="square" rtlCol="0">
              <a:spAutoFit/>
            </a:bodyPr>
            <a:lstStyle/>
            <a:p>
              <a:r>
                <a:rPr lang="zh-CN" altLang="en-US" sz="2000" b="1" dirty="0">
                  <a:solidFill>
                    <a:schemeClr val="accent3">
                      <a:lumMod val="75000"/>
                    </a:schemeClr>
                  </a:solidFill>
                </a:rPr>
                <a:t>构造“被除数”</a:t>
              </a:r>
            </a:p>
          </p:txBody>
        </p:sp>
        <p:sp>
          <p:nvSpPr>
            <p:cNvPr id="60" name="矩形 59">
              <a:extLst>
                <a:ext uri="{FF2B5EF4-FFF2-40B4-BE49-F238E27FC236}">
                  <a16:creationId xmlns:a16="http://schemas.microsoft.com/office/drawing/2014/main" id="{6B4E7A05-B94E-4D5A-BCAE-96F5525ED4D1}"/>
                </a:ext>
              </a:extLst>
            </p:cNvPr>
            <p:cNvSpPr/>
            <p:nvPr/>
          </p:nvSpPr>
          <p:spPr>
            <a:xfrm>
              <a:off x="1523649" y="1956155"/>
              <a:ext cx="4809417" cy="1020462"/>
            </a:xfrm>
            <a:prstGeom prst="rect">
              <a:avLst/>
            </a:prstGeom>
            <a:noFill/>
            <a:ln>
              <a:solidFill>
                <a:schemeClr val="accent3">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sz="3200" b="1" dirty="0">
                <a:latin typeface="Arial Black" panose="020B0A04020102020204" pitchFamily="34" charset="0"/>
              </a:endParaRPr>
            </a:p>
          </p:txBody>
        </p:sp>
      </p:grpSp>
      <p:sp>
        <p:nvSpPr>
          <p:cNvPr id="61" name="文本框 60">
            <a:extLst>
              <a:ext uri="{FF2B5EF4-FFF2-40B4-BE49-F238E27FC236}">
                <a16:creationId xmlns:a16="http://schemas.microsoft.com/office/drawing/2014/main" id="{11F6B84F-0A9D-4890-AAB9-6FA24D9B5C0E}"/>
              </a:ext>
            </a:extLst>
          </p:cNvPr>
          <p:cNvSpPr txBox="1"/>
          <p:nvPr/>
        </p:nvSpPr>
        <p:spPr>
          <a:xfrm>
            <a:off x="1672475" y="2450988"/>
            <a:ext cx="4660591" cy="369332"/>
          </a:xfrm>
          <a:prstGeom prst="rect">
            <a:avLst/>
          </a:prstGeom>
          <a:noFill/>
        </p:spPr>
        <p:txBody>
          <a:bodyPr wrap="square" rtlCol="0">
            <a:spAutoFit/>
          </a:bodyPr>
          <a:lstStyle/>
          <a:p>
            <a:r>
              <a:rPr lang="zh-CN" altLang="en-US" b="1" dirty="0"/>
              <a:t>待发送数据后面添加生成多项式最高次数个</a:t>
            </a:r>
            <a:r>
              <a:rPr lang="en-US" altLang="zh-CN" b="1" dirty="0"/>
              <a:t>0</a:t>
            </a:r>
            <a:endParaRPr lang="zh-CN" altLang="en-US" b="1" dirty="0"/>
          </a:p>
        </p:txBody>
      </p:sp>
      <p:sp>
        <p:nvSpPr>
          <p:cNvPr id="18" name="矩形 17">
            <a:extLst>
              <a:ext uri="{FF2B5EF4-FFF2-40B4-BE49-F238E27FC236}">
                <a16:creationId xmlns:a16="http://schemas.microsoft.com/office/drawing/2014/main" id="{B706E7D0-1B92-4DC6-9474-6E42D05304F9}"/>
              </a:ext>
            </a:extLst>
          </p:cNvPr>
          <p:cNvSpPr/>
          <p:nvPr/>
        </p:nvSpPr>
        <p:spPr>
          <a:xfrm>
            <a:off x="304800" y="3083869"/>
            <a:ext cx="1204948" cy="1020462"/>
          </a:xfrm>
          <a:prstGeom prst="rect">
            <a:avLst/>
          </a:prstGeom>
          <a:solidFill>
            <a:schemeClr val="accent3">
              <a:lumMod val="75000"/>
            </a:schemeClr>
          </a:solidFill>
          <a:ln>
            <a:solidFill>
              <a:schemeClr val="accent3">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CN" sz="3200" b="1" dirty="0">
                <a:latin typeface="Arial Black" panose="020B0A04020102020204" pitchFamily="34" charset="0"/>
              </a:rPr>
              <a:t>2</a:t>
            </a:r>
            <a:endParaRPr lang="zh-CN" altLang="en-US" sz="3200" b="1" dirty="0">
              <a:latin typeface="Arial Black" panose="020B0A04020102020204" pitchFamily="34" charset="0"/>
            </a:endParaRPr>
          </a:p>
        </p:txBody>
      </p:sp>
      <p:grpSp>
        <p:nvGrpSpPr>
          <p:cNvPr id="19" name="组合 18">
            <a:extLst>
              <a:ext uri="{FF2B5EF4-FFF2-40B4-BE49-F238E27FC236}">
                <a16:creationId xmlns:a16="http://schemas.microsoft.com/office/drawing/2014/main" id="{9D0FD3CC-540D-4E70-B32F-4B1ADB580C53}"/>
              </a:ext>
            </a:extLst>
          </p:cNvPr>
          <p:cNvGrpSpPr/>
          <p:nvPr/>
        </p:nvGrpSpPr>
        <p:grpSpPr>
          <a:xfrm>
            <a:off x="1509747" y="3083405"/>
            <a:ext cx="4823319" cy="1020462"/>
            <a:chOff x="1523649" y="1956155"/>
            <a:chExt cx="4823319" cy="1020462"/>
          </a:xfrm>
        </p:grpSpPr>
        <p:sp>
          <p:nvSpPr>
            <p:cNvPr id="20" name="文本框 19">
              <a:extLst>
                <a:ext uri="{FF2B5EF4-FFF2-40B4-BE49-F238E27FC236}">
                  <a16:creationId xmlns:a16="http://schemas.microsoft.com/office/drawing/2014/main" id="{66F56548-0AB9-4D06-86C5-62BAE52FA817}"/>
                </a:ext>
              </a:extLst>
            </p:cNvPr>
            <p:cNvSpPr txBox="1"/>
            <p:nvPr/>
          </p:nvSpPr>
          <p:spPr>
            <a:xfrm>
              <a:off x="1672476" y="1994023"/>
              <a:ext cx="2022766" cy="407099"/>
            </a:xfrm>
            <a:prstGeom prst="rect">
              <a:avLst/>
            </a:prstGeom>
            <a:noFill/>
          </p:spPr>
          <p:txBody>
            <a:bodyPr wrap="square" rtlCol="0">
              <a:spAutoFit/>
            </a:bodyPr>
            <a:lstStyle/>
            <a:p>
              <a:r>
                <a:rPr lang="zh-CN" altLang="en-US" sz="2000" b="1" dirty="0">
                  <a:solidFill>
                    <a:schemeClr val="accent3">
                      <a:lumMod val="75000"/>
                    </a:schemeClr>
                  </a:solidFill>
                </a:rPr>
                <a:t>构造“除数”</a:t>
              </a:r>
            </a:p>
          </p:txBody>
        </p:sp>
        <p:sp>
          <p:nvSpPr>
            <p:cNvPr id="21" name="矩形 20">
              <a:extLst>
                <a:ext uri="{FF2B5EF4-FFF2-40B4-BE49-F238E27FC236}">
                  <a16:creationId xmlns:a16="http://schemas.microsoft.com/office/drawing/2014/main" id="{3866C55E-0F48-4119-8F7F-531F056012FD}"/>
                </a:ext>
              </a:extLst>
            </p:cNvPr>
            <p:cNvSpPr/>
            <p:nvPr/>
          </p:nvSpPr>
          <p:spPr>
            <a:xfrm>
              <a:off x="1523649" y="1956155"/>
              <a:ext cx="4823319" cy="1020462"/>
            </a:xfrm>
            <a:prstGeom prst="rect">
              <a:avLst/>
            </a:prstGeom>
            <a:noFill/>
            <a:ln>
              <a:solidFill>
                <a:schemeClr val="accent3">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sz="3200" b="1" dirty="0">
                <a:latin typeface="Arial Black" panose="020B0A04020102020204" pitchFamily="34" charset="0"/>
              </a:endParaRPr>
            </a:p>
          </p:txBody>
        </p:sp>
      </p:grpSp>
      <p:sp>
        <p:nvSpPr>
          <p:cNvPr id="22" name="文本框 21">
            <a:extLst>
              <a:ext uri="{FF2B5EF4-FFF2-40B4-BE49-F238E27FC236}">
                <a16:creationId xmlns:a16="http://schemas.microsoft.com/office/drawing/2014/main" id="{DB842822-D3D4-4050-A41C-9BDA9BC45BE4}"/>
              </a:ext>
            </a:extLst>
          </p:cNvPr>
          <p:cNvSpPr txBox="1"/>
          <p:nvPr/>
        </p:nvSpPr>
        <p:spPr>
          <a:xfrm>
            <a:off x="1658573" y="3578238"/>
            <a:ext cx="4660591" cy="369332"/>
          </a:xfrm>
          <a:prstGeom prst="rect">
            <a:avLst/>
          </a:prstGeom>
          <a:noFill/>
        </p:spPr>
        <p:txBody>
          <a:bodyPr wrap="square" rtlCol="0">
            <a:spAutoFit/>
          </a:bodyPr>
          <a:lstStyle/>
          <a:p>
            <a:r>
              <a:rPr lang="zh-CN" altLang="en-US" b="1" dirty="0"/>
              <a:t>生成多项式各项系数构成的比特串作为除数</a:t>
            </a:r>
          </a:p>
        </p:txBody>
      </p:sp>
      <p:sp>
        <p:nvSpPr>
          <p:cNvPr id="42" name="文本框 41">
            <a:extLst>
              <a:ext uri="{FF2B5EF4-FFF2-40B4-BE49-F238E27FC236}">
                <a16:creationId xmlns:a16="http://schemas.microsoft.com/office/drawing/2014/main" id="{6DDFFD00-CD67-4619-868B-088AE2713E1B}"/>
              </a:ext>
            </a:extLst>
          </p:cNvPr>
          <p:cNvSpPr txBox="1"/>
          <p:nvPr/>
        </p:nvSpPr>
        <p:spPr>
          <a:xfrm>
            <a:off x="7030132" y="2268408"/>
            <a:ext cx="1440674" cy="523220"/>
          </a:xfrm>
          <a:prstGeom prst="rect">
            <a:avLst/>
          </a:prstGeom>
          <a:noFill/>
        </p:spPr>
        <p:txBody>
          <a:bodyPr wrap="square" rtlCol="0">
            <a:spAutoFit/>
          </a:bodyPr>
          <a:lstStyle/>
          <a:p>
            <a:r>
              <a:rPr lang="en-US" altLang="zh-CN" sz="2800" b="1" spc="600" dirty="0">
                <a:solidFill>
                  <a:schemeClr val="accent3"/>
                </a:solidFill>
                <a:latin typeface="Arial Black" panose="020B0A04020102020204" pitchFamily="34" charset="0"/>
              </a:rPr>
              <a:t>1101</a:t>
            </a:r>
            <a:endParaRPr lang="zh-CN" altLang="en-US" sz="2800" b="1" spc="600" dirty="0">
              <a:solidFill>
                <a:schemeClr val="accent3"/>
              </a:solidFill>
              <a:latin typeface="Arial Black" panose="020B0A04020102020204" pitchFamily="34" charset="0"/>
            </a:endParaRPr>
          </a:p>
        </p:txBody>
      </p:sp>
      <p:sp>
        <p:nvSpPr>
          <p:cNvPr id="36" name="矩形 35">
            <a:extLst>
              <a:ext uri="{FF2B5EF4-FFF2-40B4-BE49-F238E27FC236}">
                <a16:creationId xmlns:a16="http://schemas.microsoft.com/office/drawing/2014/main" id="{4BDC91E7-0910-4882-9A1B-E59D3DB3143B}"/>
              </a:ext>
            </a:extLst>
          </p:cNvPr>
          <p:cNvSpPr/>
          <p:nvPr/>
        </p:nvSpPr>
        <p:spPr>
          <a:xfrm>
            <a:off x="304799" y="4210191"/>
            <a:ext cx="1204948" cy="1020462"/>
          </a:xfrm>
          <a:prstGeom prst="rect">
            <a:avLst/>
          </a:prstGeom>
          <a:solidFill>
            <a:schemeClr val="accent3">
              <a:lumMod val="75000"/>
            </a:schemeClr>
          </a:solidFill>
          <a:ln>
            <a:solidFill>
              <a:schemeClr val="accent3">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CN" sz="3200" b="1" dirty="0">
                <a:latin typeface="Arial Black" panose="020B0A04020102020204" pitchFamily="34" charset="0"/>
              </a:rPr>
              <a:t>3</a:t>
            </a:r>
            <a:endParaRPr lang="zh-CN" altLang="en-US" sz="3200" b="1" dirty="0">
              <a:latin typeface="Arial Black" panose="020B0A04020102020204" pitchFamily="34" charset="0"/>
            </a:endParaRPr>
          </a:p>
        </p:txBody>
      </p:sp>
      <p:grpSp>
        <p:nvGrpSpPr>
          <p:cNvPr id="44" name="组合 43">
            <a:extLst>
              <a:ext uri="{FF2B5EF4-FFF2-40B4-BE49-F238E27FC236}">
                <a16:creationId xmlns:a16="http://schemas.microsoft.com/office/drawing/2014/main" id="{DECF8316-B735-49E5-B406-99F0D494ED36}"/>
              </a:ext>
            </a:extLst>
          </p:cNvPr>
          <p:cNvGrpSpPr/>
          <p:nvPr/>
        </p:nvGrpSpPr>
        <p:grpSpPr>
          <a:xfrm>
            <a:off x="1509746" y="4209727"/>
            <a:ext cx="4823319" cy="1020462"/>
            <a:chOff x="1523649" y="1956155"/>
            <a:chExt cx="4823319" cy="1020462"/>
          </a:xfrm>
        </p:grpSpPr>
        <p:sp>
          <p:nvSpPr>
            <p:cNvPr id="46" name="文本框 45">
              <a:extLst>
                <a:ext uri="{FF2B5EF4-FFF2-40B4-BE49-F238E27FC236}">
                  <a16:creationId xmlns:a16="http://schemas.microsoft.com/office/drawing/2014/main" id="{2EC69ACE-88B2-44F1-9A7C-0838EF820C8E}"/>
                </a:ext>
              </a:extLst>
            </p:cNvPr>
            <p:cNvSpPr txBox="1"/>
            <p:nvPr/>
          </p:nvSpPr>
          <p:spPr>
            <a:xfrm>
              <a:off x="1672475" y="1994023"/>
              <a:ext cx="3169985" cy="400110"/>
            </a:xfrm>
            <a:prstGeom prst="rect">
              <a:avLst/>
            </a:prstGeom>
            <a:noFill/>
          </p:spPr>
          <p:txBody>
            <a:bodyPr wrap="square" rtlCol="0">
              <a:spAutoFit/>
            </a:bodyPr>
            <a:lstStyle/>
            <a:p>
              <a:r>
                <a:rPr lang="zh-CN" altLang="en-US" sz="2000" b="1" dirty="0">
                  <a:solidFill>
                    <a:schemeClr val="accent3">
                      <a:lumMod val="75000"/>
                    </a:schemeClr>
                  </a:solidFill>
                </a:rPr>
                <a:t>做“二进制模</a:t>
              </a:r>
              <a:r>
                <a:rPr lang="en-US" altLang="zh-CN" sz="2000" b="1" dirty="0">
                  <a:solidFill>
                    <a:schemeClr val="accent3">
                      <a:lumMod val="75000"/>
                    </a:schemeClr>
                  </a:solidFill>
                </a:rPr>
                <a:t>2</a:t>
              </a:r>
              <a:r>
                <a:rPr lang="zh-CN" altLang="en-US" sz="2000" b="1" dirty="0">
                  <a:solidFill>
                    <a:schemeClr val="accent3">
                      <a:lumMod val="75000"/>
                    </a:schemeClr>
                  </a:solidFill>
                </a:rPr>
                <a:t>除法”</a:t>
              </a:r>
            </a:p>
          </p:txBody>
        </p:sp>
        <p:sp>
          <p:nvSpPr>
            <p:cNvPr id="47" name="矩形 46">
              <a:extLst>
                <a:ext uri="{FF2B5EF4-FFF2-40B4-BE49-F238E27FC236}">
                  <a16:creationId xmlns:a16="http://schemas.microsoft.com/office/drawing/2014/main" id="{1EFE73CC-422C-4519-995C-6EDE029D241F}"/>
                </a:ext>
              </a:extLst>
            </p:cNvPr>
            <p:cNvSpPr/>
            <p:nvPr/>
          </p:nvSpPr>
          <p:spPr>
            <a:xfrm>
              <a:off x="1523649" y="1956155"/>
              <a:ext cx="4823319" cy="1020462"/>
            </a:xfrm>
            <a:prstGeom prst="rect">
              <a:avLst/>
            </a:prstGeom>
            <a:noFill/>
            <a:ln>
              <a:solidFill>
                <a:schemeClr val="accent3">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sz="3200" b="1" dirty="0">
                <a:latin typeface="Arial Black" panose="020B0A04020102020204" pitchFamily="34" charset="0"/>
              </a:endParaRPr>
            </a:p>
          </p:txBody>
        </p:sp>
      </p:grpSp>
      <p:sp>
        <p:nvSpPr>
          <p:cNvPr id="50" name="文本框 49">
            <a:extLst>
              <a:ext uri="{FF2B5EF4-FFF2-40B4-BE49-F238E27FC236}">
                <a16:creationId xmlns:a16="http://schemas.microsoft.com/office/drawing/2014/main" id="{3FC1D2AD-2EF8-4BCB-895B-C45738459D4A}"/>
              </a:ext>
            </a:extLst>
          </p:cNvPr>
          <p:cNvSpPr txBox="1"/>
          <p:nvPr/>
        </p:nvSpPr>
        <p:spPr>
          <a:xfrm>
            <a:off x="1658572" y="4704560"/>
            <a:ext cx="4071229" cy="369332"/>
          </a:xfrm>
          <a:prstGeom prst="rect">
            <a:avLst/>
          </a:prstGeom>
          <a:noFill/>
        </p:spPr>
        <p:txBody>
          <a:bodyPr wrap="square" rtlCol="0">
            <a:spAutoFit/>
          </a:bodyPr>
          <a:lstStyle/>
          <a:p>
            <a:r>
              <a:rPr lang="zh-CN" altLang="en-US" b="1" dirty="0"/>
              <a:t>相当于对应位进行逻辑异或运算</a:t>
            </a:r>
          </a:p>
        </p:txBody>
      </p:sp>
      <p:grpSp>
        <p:nvGrpSpPr>
          <p:cNvPr id="10" name="组合 9">
            <a:extLst>
              <a:ext uri="{FF2B5EF4-FFF2-40B4-BE49-F238E27FC236}">
                <a16:creationId xmlns:a16="http://schemas.microsoft.com/office/drawing/2014/main" id="{3EFCB472-C57F-42B5-981A-9368942DC003}"/>
              </a:ext>
            </a:extLst>
          </p:cNvPr>
          <p:cNvGrpSpPr/>
          <p:nvPr/>
        </p:nvGrpSpPr>
        <p:grpSpPr>
          <a:xfrm>
            <a:off x="8374321" y="2132647"/>
            <a:ext cx="2999762" cy="527177"/>
            <a:chOff x="8374321" y="2132647"/>
            <a:chExt cx="2999762" cy="527177"/>
          </a:xfrm>
        </p:grpSpPr>
        <p:cxnSp>
          <p:nvCxnSpPr>
            <p:cNvPr id="52" name="直接连接符 51">
              <a:extLst>
                <a:ext uri="{FF2B5EF4-FFF2-40B4-BE49-F238E27FC236}">
                  <a16:creationId xmlns:a16="http://schemas.microsoft.com/office/drawing/2014/main" id="{6E1086C8-A897-41B2-8FA8-29FBA66A7A25}"/>
                </a:ext>
              </a:extLst>
            </p:cNvPr>
            <p:cNvCxnSpPr>
              <a:cxnSpLocks/>
            </p:cNvCxnSpPr>
            <p:nvPr/>
          </p:nvCxnSpPr>
          <p:spPr>
            <a:xfrm flipV="1">
              <a:off x="8374321" y="2142420"/>
              <a:ext cx="192970" cy="517404"/>
            </a:xfrm>
            <a:prstGeom prst="line">
              <a:avLst/>
            </a:prstGeom>
            <a:ln w="50800" cap="rnd">
              <a:solidFill>
                <a:schemeClr val="tx1"/>
              </a:solidFill>
              <a:round/>
            </a:ln>
          </p:spPr>
          <p:style>
            <a:lnRef idx="1">
              <a:schemeClr val="accent1"/>
            </a:lnRef>
            <a:fillRef idx="0">
              <a:schemeClr val="accent1"/>
            </a:fillRef>
            <a:effectRef idx="0">
              <a:schemeClr val="accent1"/>
            </a:effectRef>
            <a:fontRef idx="minor">
              <a:schemeClr val="tx1"/>
            </a:fontRef>
          </p:style>
        </p:cxnSp>
        <p:cxnSp>
          <p:nvCxnSpPr>
            <p:cNvPr id="53" name="直接连接符 52">
              <a:extLst>
                <a:ext uri="{FF2B5EF4-FFF2-40B4-BE49-F238E27FC236}">
                  <a16:creationId xmlns:a16="http://schemas.microsoft.com/office/drawing/2014/main" id="{B3307017-69C0-4B38-AB6E-9739737500F1}"/>
                </a:ext>
              </a:extLst>
            </p:cNvPr>
            <p:cNvCxnSpPr>
              <a:cxnSpLocks/>
            </p:cNvCxnSpPr>
            <p:nvPr/>
          </p:nvCxnSpPr>
          <p:spPr>
            <a:xfrm>
              <a:off x="8567291" y="2132647"/>
              <a:ext cx="2806792" cy="0"/>
            </a:xfrm>
            <a:prstGeom prst="line">
              <a:avLst/>
            </a:prstGeom>
            <a:ln w="50800" cap="rnd">
              <a:solidFill>
                <a:schemeClr val="tx1"/>
              </a:solidFill>
              <a:round/>
            </a:ln>
          </p:spPr>
          <p:style>
            <a:lnRef idx="1">
              <a:schemeClr val="accent1"/>
            </a:lnRef>
            <a:fillRef idx="0">
              <a:schemeClr val="accent1"/>
            </a:fillRef>
            <a:effectRef idx="0">
              <a:schemeClr val="accent1"/>
            </a:effectRef>
            <a:fontRef idx="minor">
              <a:schemeClr val="tx1"/>
            </a:fontRef>
          </p:style>
        </p:cxnSp>
      </p:grpSp>
      <p:sp>
        <p:nvSpPr>
          <p:cNvPr id="27" name="文本框 26">
            <a:extLst>
              <a:ext uri="{FF2B5EF4-FFF2-40B4-BE49-F238E27FC236}">
                <a16:creationId xmlns:a16="http://schemas.microsoft.com/office/drawing/2014/main" id="{28E46966-B928-4470-B846-F95E08B35F02}"/>
              </a:ext>
            </a:extLst>
          </p:cNvPr>
          <p:cNvSpPr txBox="1"/>
          <p:nvPr/>
        </p:nvSpPr>
        <p:spPr>
          <a:xfrm>
            <a:off x="9360536" y="1650848"/>
            <a:ext cx="430892" cy="523220"/>
          </a:xfrm>
          <a:prstGeom prst="rect">
            <a:avLst/>
          </a:prstGeom>
          <a:noFill/>
        </p:spPr>
        <p:txBody>
          <a:bodyPr wrap="square" rtlCol="0">
            <a:spAutoFit/>
          </a:bodyPr>
          <a:lstStyle/>
          <a:p>
            <a:r>
              <a:rPr lang="en-US" altLang="zh-CN" sz="2800" b="1" spc="600" dirty="0">
                <a:latin typeface="Arial Black" panose="020B0A04020102020204" pitchFamily="34" charset="0"/>
              </a:rPr>
              <a:t>1</a:t>
            </a:r>
            <a:endParaRPr lang="zh-CN" altLang="en-US" sz="2800" b="1" spc="600" dirty="0">
              <a:latin typeface="Arial Black" panose="020B0A04020102020204" pitchFamily="34" charset="0"/>
            </a:endParaRPr>
          </a:p>
        </p:txBody>
      </p:sp>
      <p:sp>
        <p:nvSpPr>
          <p:cNvPr id="28" name="文本框 27">
            <a:extLst>
              <a:ext uri="{FF2B5EF4-FFF2-40B4-BE49-F238E27FC236}">
                <a16:creationId xmlns:a16="http://schemas.microsoft.com/office/drawing/2014/main" id="{C7502E16-649D-40FC-9CBA-F4A8BA66116F}"/>
              </a:ext>
            </a:extLst>
          </p:cNvPr>
          <p:cNvSpPr txBox="1"/>
          <p:nvPr/>
        </p:nvSpPr>
        <p:spPr>
          <a:xfrm>
            <a:off x="8470806" y="2645808"/>
            <a:ext cx="1440674" cy="523220"/>
          </a:xfrm>
          <a:prstGeom prst="rect">
            <a:avLst/>
          </a:prstGeom>
          <a:noFill/>
        </p:spPr>
        <p:txBody>
          <a:bodyPr wrap="square" rtlCol="0">
            <a:spAutoFit/>
          </a:bodyPr>
          <a:lstStyle/>
          <a:p>
            <a:r>
              <a:rPr lang="en-US" altLang="zh-CN" sz="2800" b="1" spc="600" dirty="0">
                <a:solidFill>
                  <a:schemeClr val="accent3"/>
                </a:solidFill>
                <a:latin typeface="Arial Black" panose="020B0A04020102020204" pitchFamily="34" charset="0"/>
              </a:rPr>
              <a:t>1101</a:t>
            </a:r>
            <a:endParaRPr lang="zh-CN" altLang="en-US" sz="2800" b="1" spc="600" dirty="0">
              <a:solidFill>
                <a:schemeClr val="accent3"/>
              </a:solidFill>
              <a:latin typeface="Arial Black" panose="020B0A04020102020204" pitchFamily="34" charset="0"/>
            </a:endParaRPr>
          </a:p>
        </p:txBody>
      </p:sp>
      <p:grpSp>
        <p:nvGrpSpPr>
          <p:cNvPr id="8" name="组合 7">
            <a:extLst>
              <a:ext uri="{FF2B5EF4-FFF2-40B4-BE49-F238E27FC236}">
                <a16:creationId xmlns:a16="http://schemas.microsoft.com/office/drawing/2014/main" id="{F6C141FA-14AE-49E2-996C-4E6F66B73177}"/>
              </a:ext>
            </a:extLst>
          </p:cNvPr>
          <p:cNvGrpSpPr/>
          <p:nvPr/>
        </p:nvGrpSpPr>
        <p:grpSpPr>
          <a:xfrm>
            <a:off x="7966736" y="2605199"/>
            <a:ext cx="1701886" cy="523220"/>
            <a:chOff x="7966736" y="2605199"/>
            <a:chExt cx="1701886" cy="523220"/>
          </a:xfrm>
        </p:grpSpPr>
        <p:cxnSp>
          <p:nvCxnSpPr>
            <p:cNvPr id="31" name="直接连接符 30">
              <a:extLst>
                <a:ext uri="{FF2B5EF4-FFF2-40B4-BE49-F238E27FC236}">
                  <a16:creationId xmlns:a16="http://schemas.microsoft.com/office/drawing/2014/main" id="{6B58556E-E238-4C24-8130-3C369DDCC8BD}"/>
                </a:ext>
              </a:extLst>
            </p:cNvPr>
            <p:cNvCxnSpPr>
              <a:cxnSpLocks/>
            </p:cNvCxnSpPr>
            <p:nvPr/>
          </p:nvCxnSpPr>
          <p:spPr>
            <a:xfrm>
              <a:off x="8117215" y="3128419"/>
              <a:ext cx="1551407" cy="0"/>
            </a:xfrm>
            <a:prstGeom prst="line">
              <a:avLst/>
            </a:prstGeom>
            <a:ln w="50800" cap="rnd">
              <a:solidFill>
                <a:schemeClr val="tx1"/>
              </a:solidFill>
              <a:round/>
            </a:ln>
          </p:spPr>
          <p:style>
            <a:lnRef idx="1">
              <a:schemeClr val="accent1"/>
            </a:lnRef>
            <a:fillRef idx="0">
              <a:schemeClr val="accent1"/>
            </a:fillRef>
            <a:effectRef idx="0">
              <a:schemeClr val="accent1"/>
            </a:effectRef>
            <a:fontRef idx="minor">
              <a:schemeClr val="tx1"/>
            </a:fontRef>
          </p:style>
        </p:cxnSp>
        <p:sp>
          <p:nvSpPr>
            <p:cNvPr id="34" name="文本框 33">
              <a:extLst>
                <a:ext uri="{FF2B5EF4-FFF2-40B4-BE49-F238E27FC236}">
                  <a16:creationId xmlns:a16="http://schemas.microsoft.com/office/drawing/2014/main" id="{02C96787-DA58-4B56-BB79-A0D3B9ECF442}"/>
                </a:ext>
              </a:extLst>
            </p:cNvPr>
            <p:cNvSpPr txBox="1"/>
            <p:nvPr/>
          </p:nvSpPr>
          <p:spPr>
            <a:xfrm>
              <a:off x="7966736" y="2605199"/>
              <a:ext cx="547653" cy="523220"/>
            </a:xfrm>
            <a:prstGeom prst="rect">
              <a:avLst/>
            </a:prstGeom>
            <a:noFill/>
          </p:spPr>
          <p:txBody>
            <a:bodyPr wrap="square">
              <a:spAutoFit/>
            </a:bodyPr>
            <a:lstStyle/>
            <a:p>
              <a:pPr algn="ctr"/>
              <a:r>
                <a:rPr lang="zh-CN" altLang="en-US" sz="2800" b="1" dirty="0">
                  <a:solidFill>
                    <a:schemeClr val="accent1">
                      <a:lumMod val="75000"/>
                    </a:schemeClr>
                  </a:solidFill>
                </a:rPr>
                <a:t>⊕</a:t>
              </a:r>
            </a:p>
          </p:txBody>
        </p:sp>
      </p:grpSp>
      <p:sp>
        <p:nvSpPr>
          <p:cNvPr id="37" name="文本框 36">
            <a:extLst>
              <a:ext uri="{FF2B5EF4-FFF2-40B4-BE49-F238E27FC236}">
                <a16:creationId xmlns:a16="http://schemas.microsoft.com/office/drawing/2014/main" id="{3577E062-AB6E-4636-A8CB-E9E6BFF8136E}"/>
              </a:ext>
            </a:extLst>
          </p:cNvPr>
          <p:cNvSpPr txBox="1"/>
          <p:nvPr/>
        </p:nvSpPr>
        <p:spPr>
          <a:xfrm>
            <a:off x="8784936" y="3115729"/>
            <a:ext cx="1151200" cy="523220"/>
          </a:xfrm>
          <a:prstGeom prst="rect">
            <a:avLst/>
          </a:prstGeom>
          <a:noFill/>
        </p:spPr>
        <p:txBody>
          <a:bodyPr wrap="square" rtlCol="0">
            <a:spAutoFit/>
          </a:bodyPr>
          <a:lstStyle/>
          <a:p>
            <a:r>
              <a:rPr lang="en-US" altLang="zh-CN" sz="2800" b="1" spc="600" dirty="0">
                <a:latin typeface="Arial Black" panose="020B0A04020102020204" pitchFamily="34" charset="0"/>
              </a:rPr>
              <a:t>111</a:t>
            </a:r>
            <a:endParaRPr lang="zh-CN" altLang="en-US" sz="2800" b="1" spc="600" dirty="0">
              <a:latin typeface="Arial Black" panose="020B0A04020102020204" pitchFamily="34" charset="0"/>
            </a:endParaRPr>
          </a:p>
        </p:txBody>
      </p:sp>
      <p:grpSp>
        <p:nvGrpSpPr>
          <p:cNvPr id="23" name="组合 22">
            <a:extLst>
              <a:ext uri="{FF2B5EF4-FFF2-40B4-BE49-F238E27FC236}">
                <a16:creationId xmlns:a16="http://schemas.microsoft.com/office/drawing/2014/main" id="{7EEC8481-9E4E-406B-B02E-BCC446228D12}"/>
              </a:ext>
            </a:extLst>
          </p:cNvPr>
          <p:cNvGrpSpPr/>
          <p:nvPr/>
        </p:nvGrpSpPr>
        <p:grpSpPr>
          <a:xfrm>
            <a:off x="9730590" y="2699599"/>
            <a:ext cx="474733" cy="939350"/>
            <a:chOff x="9730590" y="2699599"/>
            <a:chExt cx="474733" cy="939350"/>
          </a:xfrm>
        </p:grpSpPr>
        <p:sp>
          <p:nvSpPr>
            <p:cNvPr id="38" name="文本框 37">
              <a:extLst>
                <a:ext uri="{FF2B5EF4-FFF2-40B4-BE49-F238E27FC236}">
                  <a16:creationId xmlns:a16="http://schemas.microsoft.com/office/drawing/2014/main" id="{B7C6C712-E6CE-4E2F-B3B3-AF7C68230661}"/>
                </a:ext>
              </a:extLst>
            </p:cNvPr>
            <p:cNvSpPr txBox="1"/>
            <p:nvPr/>
          </p:nvSpPr>
          <p:spPr>
            <a:xfrm>
              <a:off x="9730590" y="3115729"/>
              <a:ext cx="474733" cy="523220"/>
            </a:xfrm>
            <a:prstGeom prst="rect">
              <a:avLst/>
            </a:prstGeom>
            <a:noFill/>
          </p:spPr>
          <p:txBody>
            <a:bodyPr wrap="square" rtlCol="0">
              <a:spAutoFit/>
            </a:bodyPr>
            <a:lstStyle/>
            <a:p>
              <a:r>
                <a:rPr lang="en-US" altLang="zh-CN" sz="2800" b="1" spc="600" dirty="0">
                  <a:latin typeface="Arial Black" panose="020B0A04020102020204" pitchFamily="34" charset="0"/>
                </a:rPr>
                <a:t>0</a:t>
              </a:r>
              <a:endParaRPr lang="zh-CN" altLang="en-US" sz="2800" b="1" spc="600" dirty="0">
                <a:latin typeface="Arial Black" panose="020B0A04020102020204" pitchFamily="34" charset="0"/>
              </a:endParaRPr>
            </a:p>
          </p:txBody>
        </p:sp>
        <p:cxnSp>
          <p:nvCxnSpPr>
            <p:cNvPr id="13" name="直接箭头连接符 12">
              <a:extLst>
                <a:ext uri="{FF2B5EF4-FFF2-40B4-BE49-F238E27FC236}">
                  <a16:creationId xmlns:a16="http://schemas.microsoft.com/office/drawing/2014/main" id="{41112DA7-C60D-479D-8170-E18068B18F0F}"/>
                </a:ext>
              </a:extLst>
            </p:cNvPr>
            <p:cNvCxnSpPr>
              <a:cxnSpLocks/>
            </p:cNvCxnSpPr>
            <p:nvPr/>
          </p:nvCxnSpPr>
          <p:spPr>
            <a:xfrm>
              <a:off x="9936136" y="2699599"/>
              <a:ext cx="0" cy="493785"/>
            </a:xfrm>
            <a:prstGeom prst="straightConnector1">
              <a:avLst/>
            </a:prstGeom>
            <a:ln w="25400">
              <a:solidFill>
                <a:schemeClr val="tx1"/>
              </a:solidFill>
              <a:prstDash val="dash"/>
              <a:tailEnd type="triangle"/>
            </a:ln>
          </p:spPr>
          <p:style>
            <a:lnRef idx="1">
              <a:schemeClr val="accent1"/>
            </a:lnRef>
            <a:fillRef idx="0">
              <a:schemeClr val="accent1"/>
            </a:fillRef>
            <a:effectRef idx="0">
              <a:schemeClr val="accent1"/>
            </a:effectRef>
            <a:fontRef idx="minor">
              <a:schemeClr val="tx1"/>
            </a:fontRef>
          </p:style>
        </p:cxnSp>
      </p:grpSp>
      <p:sp>
        <p:nvSpPr>
          <p:cNvPr id="49" name="文本框 48">
            <a:extLst>
              <a:ext uri="{FF2B5EF4-FFF2-40B4-BE49-F238E27FC236}">
                <a16:creationId xmlns:a16="http://schemas.microsoft.com/office/drawing/2014/main" id="{D8FBD509-5CDA-4A95-848B-B0278077B3DA}"/>
              </a:ext>
            </a:extLst>
          </p:cNvPr>
          <p:cNvSpPr txBox="1"/>
          <p:nvPr/>
        </p:nvSpPr>
        <p:spPr>
          <a:xfrm>
            <a:off x="9696034" y="1650848"/>
            <a:ext cx="430892" cy="523220"/>
          </a:xfrm>
          <a:prstGeom prst="rect">
            <a:avLst/>
          </a:prstGeom>
          <a:noFill/>
        </p:spPr>
        <p:txBody>
          <a:bodyPr wrap="square" rtlCol="0">
            <a:spAutoFit/>
          </a:bodyPr>
          <a:lstStyle/>
          <a:p>
            <a:r>
              <a:rPr lang="en-US" altLang="zh-CN" sz="2800" b="1" spc="600" dirty="0">
                <a:latin typeface="Arial Black" panose="020B0A04020102020204" pitchFamily="34" charset="0"/>
              </a:rPr>
              <a:t>1</a:t>
            </a:r>
            <a:endParaRPr lang="zh-CN" altLang="en-US" sz="2800" b="1" spc="600" dirty="0">
              <a:latin typeface="Arial Black" panose="020B0A04020102020204" pitchFamily="34" charset="0"/>
            </a:endParaRPr>
          </a:p>
        </p:txBody>
      </p:sp>
      <p:grpSp>
        <p:nvGrpSpPr>
          <p:cNvPr id="17" name="组合 16">
            <a:extLst>
              <a:ext uri="{FF2B5EF4-FFF2-40B4-BE49-F238E27FC236}">
                <a16:creationId xmlns:a16="http://schemas.microsoft.com/office/drawing/2014/main" id="{9D346384-DF38-4BCA-83CC-349BE8C81B8C}"/>
              </a:ext>
            </a:extLst>
          </p:cNvPr>
          <p:cNvGrpSpPr/>
          <p:nvPr/>
        </p:nvGrpSpPr>
        <p:grpSpPr>
          <a:xfrm>
            <a:off x="7750468" y="2791628"/>
            <a:ext cx="2472046" cy="1216360"/>
            <a:chOff x="7750468" y="2791628"/>
            <a:chExt cx="2472046" cy="1216360"/>
          </a:xfrm>
        </p:grpSpPr>
        <p:sp>
          <p:nvSpPr>
            <p:cNvPr id="41" name="文本框 40">
              <a:extLst>
                <a:ext uri="{FF2B5EF4-FFF2-40B4-BE49-F238E27FC236}">
                  <a16:creationId xmlns:a16="http://schemas.microsoft.com/office/drawing/2014/main" id="{1B0FE9CA-3706-4C90-A74C-78A63B8BDA01}"/>
                </a:ext>
              </a:extLst>
            </p:cNvPr>
            <p:cNvSpPr txBox="1"/>
            <p:nvPr/>
          </p:nvSpPr>
          <p:spPr>
            <a:xfrm>
              <a:off x="8781840" y="3484768"/>
              <a:ext cx="1440674" cy="523220"/>
            </a:xfrm>
            <a:prstGeom prst="rect">
              <a:avLst/>
            </a:prstGeom>
            <a:noFill/>
          </p:spPr>
          <p:txBody>
            <a:bodyPr wrap="square" rtlCol="0">
              <a:spAutoFit/>
            </a:bodyPr>
            <a:lstStyle/>
            <a:p>
              <a:r>
                <a:rPr lang="en-US" altLang="zh-CN" sz="2800" b="1" spc="600" dirty="0">
                  <a:solidFill>
                    <a:schemeClr val="accent3"/>
                  </a:solidFill>
                  <a:latin typeface="Arial Black" panose="020B0A04020102020204" pitchFamily="34" charset="0"/>
                </a:rPr>
                <a:t>1101</a:t>
              </a:r>
              <a:endParaRPr lang="zh-CN" altLang="en-US" sz="2800" b="1" spc="600" dirty="0">
                <a:solidFill>
                  <a:schemeClr val="accent3"/>
                </a:solidFill>
                <a:latin typeface="Arial Black" panose="020B0A04020102020204" pitchFamily="34" charset="0"/>
              </a:endParaRPr>
            </a:p>
          </p:txBody>
        </p:sp>
        <p:cxnSp>
          <p:nvCxnSpPr>
            <p:cNvPr id="51" name="连接符: 曲线 50">
              <a:extLst>
                <a:ext uri="{FF2B5EF4-FFF2-40B4-BE49-F238E27FC236}">
                  <a16:creationId xmlns:a16="http://schemas.microsoft.com/office/drawing/2014/main" id="{EE2CF3D1-D0D0-4967-881F-33EA734A6655}"/>
                </a:ext>
              </a:extLst>
            </p:cNvPr>
            <p:cNvCxnSpPr>
              <a:cxnSpLocks/>
              <a:stCxn id="42" idx="2"/>
              <a:endCxn id="41" idx="1"/>
            </p:cNvCxnSpPr>
            <p:nvPr/>
          </p:nvCxnSpPr>
          <p:spPr>
            <a:xfrm rot="16200000" flipH="1">
              <a:off x="7788779" y="2753317"/>
              <a:ext cx="954750" cy="1031371"/>
            </a:xfrm>
            <a:prstGeom prst="curvedConnector2">
              <a:avLst/>
            </a:prstGeom>
            <a:ln w="38100">
              <a:solidFill>
                <a:schemeClr val="accent3"/>
              </a:solidFill>
              <a:prstDash val="dash"/>
              <a:tailEnd type="triangle"/>
            </a:ln>
          </p:spPr>
          <p:style>
            <a:lnRef idx="1">
              <a:schemeClr val="accent1"/>
            </a:lnRef>
            <a:fillRef idx="0">
              <a:schemeClr val="accent1"/>
            </a:fillRef>
            <a:effectRef idx="0">
              <a:schemeClr val="accent1"/>
            </a:effectRef>
            <a:fontRef idx="minor">
              <a:schemeClr val="tx1"/>
            </a:fontRef>
          </p:style>
        </p:cxnSp>
      </p:grpSp>
    </p:spTree>
    <p:custDataLst>
      <p:tags r:id="rId1"/>
    </p:custDataLst>
    <p:extLst>
      <p:ext uri="{BB962C8B-B14F-4D97-AF65-F5344CB8AC3E}">
        <p14:creationId xmlns:p14="http://schemas.microsoft.com/office/powerpoint/2010/main" val="2954545681"/>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2" presetClass="entr" presetSubtype="8" fill="hold" nodeType="withEffect">
                                  <p:stCondLst>
                                    <p:cond delay="0"/>
                                  </p:stCondLst>
                                  <p:childTnLst>
                                    <p:set>
                                      <p:cBhvr>
                                        <p:cTn id="6" dur="1" fill="hold">
                                          <p:stCondLst>
                                            <p:cond delay="0"/>
                                          </p:stCondLst>
                                        </p:cTn>
                                        <p:tgtEl>
                                          <p:spTgt spid="8"/>
                                        </p:tgtEl>
                                        <p:attrNameLst>
                                          <p:attrName>style.visibility</p:attrName>
                                        </p:attrNameLst>
                                      </p:cBhvr>
                                      <p:to>
                                        <p:strVal val="visible"/>
                                      </p:to>
                                    </p:set>
                                    <p:anim calcmode="lin" valueType="num">
                                      <p:cBhvr additive="base">
                                        <p:cTn id="7" dur="500"/>
                                        <p:tgtEl>
                                          <p:spTgt spid="8"/>
                                        </p:tgtEl>
                                        <p:attrNameLst>
                                          <p:attrName>ppt_x</p:attrName>
                                        </p:attrNameLst>
                                      </p:cBhvr>
                                      <p:tavLst>
                                        <p:tav tm="0">
                                          <p:val>
                                            <p:strVal val="#ppt_x-#ppt_w*1.125000"/>
                                          </p:val>
                                        </p:tav>
                                        <p:tav tm="100000">
                                          <p:val>
                                            <p:strVal val="#ppt_x"/>
                                          </p:val>
                                        </p:tav>
                                      </p:tavLst>
                                    </p:anim>
                                    <p:animEffect transition="in" filter="wipe(right)">
                                      <p:cBhvr>
                                        <p:cTn id="8" dur="500"/>
                                        <p:tgtEl>
                                          <p:spTgt spid="8"/>
                                        </p:tgtEl>
                                      </p:cBhvr>
                                    </p:animEffect>
                                  </p:childTnLst>
                                </p:cTn>
                              </p:par>
                            </p:childTnLst>
                          </p:cTn>
                        </p:par>
                      </p:childTnLst>
                    </p:cTn>
                  </p:par>
                  <p:par>
                    <p:cTn id="9" fill="hold">
                      <p:stCondLst>
                        <p:cond delay="indefinite"/>
                      </p:stCondLst>
                      <p:childTnLst>
                        <p:par>
                          <p:cTn id="10" fill="hold">
                            <p:stCondLst>
                              <p:cond delay="0"/>
                            </p:stCondLst>
                            <p:childTnLst>
                              <p:par>
                                <p:cTn id="11" presetID="12" presetClass="entr" presetSubtype="1" fill="hold" grpId="0" nodeType="clickEffect">
                                  <p:stCondLst>
                                    <p:cond delay="0"/>
                                  </p:stCondLst>
                                  <p:childTnLst>
                                    <p:set>
                                      <p:cBhvr>
                                        <p:cTn id="12" dur="1" fill="hold">
                                          <p:stCondLst>
                                            <p:cond delay="0"/>
                                          </p:stCondLst>
                                        </p:cTn>
                                        <p:tgtEl>
                                          <p:spTgt spid="37"/>
                                        </p:tgtEl>
                                        <p:attrNameLst>
                                          <p:attrName>style.visibility</p:attrName>
                                        </p:attrNameLst>
                                      </p:cBhvr>
                                      <p:to>
                                        <p:strVal val="visible"/>
                                      </p:to>
                                    </p:set>
                                    <p:anim calcmode="lin" valueType="num">
                                      <p:cBhvr additive="base">
                                        <p:cTn id="13" dur="500"/>
                                        <p:tgtEl>
                                          <p:spTgt spid="37"/>
                                        </p:tgtEl>
                                        <p:attrNameLst>
                                          <p:attrName>ppt_y</p:attrName>
                                        </p:attrNameLst>
                                      </p:cBhvr>
                                      <p:tavLst>
                                        <p:tav tm="0">
                                          <p:val>
                                            <p:strVal val="#ppt_y-#ppt_h*1.125000"/>
                                          </p:val>
                                        </p:tav>
                                        <p:tav tm="100000">
                                          <p:val>
                                            <p:strVal val="#ppt_y"/>
                                          </p:val>
                                        </p:tav>
                                      </p:tavLst>
                                    </p:anim>
                                    <p:animEffect transition="in" filter="wipe(down)">
                                      <p:cBhvr>
                                        <p:cTn id="14" dur="500"/>
                                        <p:tgtEl>
                                          <p:spTgt spid="37"/>
                                        </p:tgtEl>
                                      </p:cBhvr>
                                    </p:animEffect>
                                  </p:childTnLst>
                                </p:cTn>
                              </p:par>
                            </p:childTnLst>
                          </p:cTn>
                        </p:par>
                      </p:childTnLst>
                    </p:cTn>
                  </p:par>
                  <p:par>
                    <p:cTn id="15" fill="hold">
                      <p:stCondLst>
                        <p:cond delay="indefinite"/>
                      </p:stCondLst>
                      <p:childTnLst>
                        <p:par>
                          <p:cTn id="16" fill="hold">
                            <p:stCondLst>
                              <p:cond delay="0"/>
                            </p:stCondLst>
                            <p:childTnLst>
                              <p:par>
                                <p:cTn id="17" presetID="22" presetClass="entr" presetSubtype="1" fill="hold" nodeType="clickEffect">
                                  <p:stCondLst>
                                    <p:cond delay="0"/>
                                  </p:stCondLst>
                                  <p:childTnLst>
                                    <p:set>
                                      <p:cBhvr>
                                        <p:cTn id="18" dur="1" fill="hold">
                                          <p:stCondLst>
                                            <p:cond delay="0"/>
                                          </p:stCondLst>
                                        </p:cTn>
                                        <p:tgtEl>
                                          <p:spTgt spid="23"/>
                                        </p:tgtEl>
                                        <p:attrNameLst>
                                          <p:attrName>style.visibility</p:attrName>
                                        </p:attrNameLst>
                                      </p:cBhvr>
                                      <p:to>
                                        <p:strVal val="visible"/>
                                      </p:to>
                                    </p:set>
                                    <p:animEffect transition="in" filter="wipe(up)">
                                      <p:cBhvr>
                                        <p:cTn id="19" dur="500"/>
                                        <p:tgtEl>
                                          <p:spTgt spid="23"/>
                                        </p:tgtEl>
                                      </p:cBhvr>
                                    </p:animEffect>
                                  </p:childTnLst>
                                </p:cTn>
                              </p:par>
                            </p:childTnLst>
                          </p:cTn>
                        </p:par>
                      </p:childTnLst>
                    </p:cTn>
                  </p:par>
                  <p:par>
                    <p:cTn id="20" fill="hold">
                      <p:stCondLst>
                        <p:cond delay="indefinite"/>
                      </p:stCondLst>
                      <p:childTnLst>
                        <p:par>
                          <p:cTn id="21" fill="hold">
                            <p:stCondLst>
                              <p:cond delay="0"/>
                            </p:stCondLst>
                            <p:childTnLst>
                              <p:par>
                                <p:cTn id="22" presetID="53" presetClass="entr" presetSubtype="16" fill="hold" grpId="0" nodeType="clickEffect">
                                  <p:stCondLst>
                                    <p:cond delay="0"/>
                                  </p:stCondLst>
                                  <p:childTnLst>
                                    <p:set>
                                      <p:cBhvr>
                                        <p:cTn id="23" dur="1" fill="hold">
                                          <p:stCondLst>
                                            <p:cond delay="0"/>
                                          </p:stCondLst>
                                        </p:cTn>
                                        <p:tgtEl>
                                          <p:spTgt spid="49"/>
                                        </p:tgtEl>
                                        <p:attrNameLst>
                                          <p:attrName>style.visibility</p:attrName>
                                        </p:attrNameLst>
                                      </p:cBhvr>
                                      <p:to>
                                        <p:strVal val="visible"/>
                                      </p:to>
                                    </p:set>
                                    <p:anim calcmode="lin" valueType="num">
                                      <p:cBhvr>
                                        <p:cTn id="24" dur="500" fill="hold"/>
                                        <p:tgtEl>
                                          <p:spTgt spid="49"/>
                                        </p:tgtEl>
                                        <p:attrNameLst>
                                          <p:attrName>ppt_w</p:attrName>
                                        </p:attrNameLst>
                                      </p:cBhvr>
                                      <p:tavLst>
                                        <p:tav tm="0">
                                          <p:val>
                                            <p:fltVal val="0"/>
                                          </p:val>
                                        </p:tav>
                                        <p:tav tm="100000">
                                          <p:val>
                                            <p:strVal val="#ppt_w"/>
                                          </p:val>
                                        </p:tav>
                                      </p:tavLst>
                                    </p:anim>
                                    <p:anim calcmode="lin" valueType="num">
                                      <p:cBhvr>
                                        <p:cTn id="25" dur="500" fill="hold"/>
                                        <p:tgtEl>
                                          <p:spTgt spid="49"/>
                                        </p:tgtEl>
                                        <p:attrNameLst>
                                          <p:attrName>ppt_h</p:attrName>
                                        </p:attrNameLst>
                                      </p:cBhvr>
                                      <p:tavLst>
                                        <p:tav tm="0">
                                          <p:val>
                                            <p:fltVal val="0"/>
                                          </p:val>
                                        </p:tav>
                                        <p:tav tm="100000">
                                          <p:val>
                                            <p:strVal val="#ppt_h"/>
                                          </p:val>
                                        </p:tav>
                                      </p:tavLst>
                                    </p:anim>
                                    <p:animEffect transition="in" filter="fade">
                                      <p:cBhvr>
                                        <p:cTn id="26" dur="500"/>
                                        <p:tgtEl>
                                          <p:spTgt spid="49"/>
                                        </p:tgtEl>
                                      </p:cBhvr>
                                    </p:animEffect>
                                  </p:childTnLst>
                                </p:cTn>
                              </p:par>
                            </p:childTnLst>
                          </p:cTn>
                        </p:par>
                      </p:childTnLst>
                    </p:cTn>
                  </p:par>
                  <p:par>
                    <p:cTn id="27" fill="hold">
                      <p:stCondLst>
                        <p:cond delay="indefinite"/>
                      </p:stCondLst>
                      <p:childTnLst>
                        <p:par>
                          <p:cTn id="28" fill="hold">
                            <p:stCondLst>
                              <p:cond delay="0"/>
                            </p:stCondLst>
                            <p:childTnLst>
                              <p:par>
                                <p:cTn id="29" presetID="22" presetClass="entr" presetSubtype="8" fill="hold" nodeType="clickEffect">
                                  <p:stCondLst>
                                    <p:cond delay="0"/>
                                  </p:stCondLst>
                                  <p:childTnLst>
                                    <p:set>
                                      <p:cBhvr>
                                        <p:cTn id="30" dur="1" fill="hold">
                                          <p:stCondLst>
                                            <p:cond delay="0"/>
                                          </p:stCondLst>
                                        </p:cTn>
                                        <p:tgtEl>
                                          <p:spTgt spid="17"/>
                                        </p:tgtEl>
                                        <p:attrNameLst>
                                          <p:attrName>style.visibility</p:attrName>
                                        </p:attrNameLst>
                                      </p:cBhvr>
                                      <p:to>
                                        <p:strVal val="visible"/>
                                      </p:to>
                                    </p:set>
                                    <p:animEffect transition="in" filter="wipe(left)">
                                      <p:cBhvr>
                                        <p:cTn id="31" dur="500"/>
                                        <p:tgtEl>
                                          <p:spTgt spid="17"/>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7" grpId="0"/>
      <p:bldP spid="49" grpId="0"/>
    </p:bldLst>
  </p:timing>
</p:sld>
</file>

<file path=ppt/slides/slide8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4" name="组合 3">
            <a:extLst>
              <a:ext uri="{FF2B5EF4-FFF2-40B4-BE49-F238E27FC236}">
                <a16:creationId xmlns:a16="http://schemas.microsoft.com/office/drawing/2014/main" id="{9A1EA9F2-FCB6-48C3-935F-7AE7E3AD14AC}"/>
              </a:ext>
            </a:extLst>
          </p:cNvPr>
          <p:cNvGrpSpPr/>
          <p:nvPr/>
        </p:nvGrpSpPr>
        <p:grpSpPr>
          <a:xfrm>
            <a:off x="304800" y="749300"/>
            <a:ext cx="6192343" cy="400110"/>
            <a:chOff x="424117" y="898245"/>
            <a:chExt cx="6192343" cy="400110"/>
          </a:xfrm>
        </p:grpSpPr>
        <p:sp>
          <p:nvSpPr>
            <p:cNvPr id="2" name="平行四边形 1">
              <a:extLst>
                <a:ext uri="{FF2B5EF4-FFF2-40B4-BE49-F238E27FC236}">
                  <a16:creationId xmlns:a16="http://schemas.microsoft.com/office/drawing/2014/main" id="{1F5BAA3F-9845-4F89-A2DD-8222D3E4EDAC}"/>
                </a:ext>
              </a:extLst>
            </p:cNvPr>
            <p:cNvSpPr/>
            <p:nvPr/>
          </p:nvSpPr>
          <p:spPr>
            <a:xfrm>
              <a:off x="424117" y="898245"/>
              <a:ext cx="711200" cy="387090"/>
            </a:xfrm>
            <a:prstGeom prst="parallelogram">
              <a:avLst/>
            </a:prstGeom>
            <a:solidFill>
              <a:schemeClr val="accent3">
                <a:lumMod val="75000"/>
              </a:schemeClr>
            </a:solidFill>
            <a:ln>
              <a:solidFill>
                <a:schemeClr val="accent3">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CN" sz="2200" dirty="0">
                  <a:latin typeface="Impact" panose="020B0806030902050204" pitchFamily="34" charset="0"/>
                </a:rPr>
                <a:t>03</a:t>
              </a:r>
              <a:endParaRPr lang="zh-CN" altLang="en-US" sz="2200" dirty="0">
                <a:latin typeface="Impact" panose="020B0806030902050204" pitchFamily="34" charset="0"/>
              </a:endParaRPr>
            </a:p>
          </p:txBody>
        </p:sp>
        <p:sp>
          <p:nvSpPr>
            <p:cNvPr id="3" name="文本框 2">
              <a:extLst>
                <a:ext uri="{FF2B5EF4-FFF2-40B4-BE49-F238E27FC236}">
                  <a16:creationId xmlns:a16="http://schemas.microsoft.com/office/drawing/2014/main" id="{4D6BD736-A4D3-4F26-AFED-36E11F50F70B}"/>
                </a:ext>
              </a:extLst>
            </p:cNvPr>
            <p:cNvSpPr txBox="1"/>
            <p:nvPr/>
          </p:nvSpPr>
          <p:spPr>
            <a:xfrm>
              <a:off x="1204755" y="898245"/>
              <a:ext cx="5411705" cy="400110"/>
            </a:xfrm>
            <a:prstGeom prst="rect">
              <a:avLst/>
            </a:prstGeom>
            <a:noFill/>
          </p:spPr>
          <p:txBody>
            <a:bodyPr wrap="square" rtlCol="0">
              <a:spAutoFit/>
            </a:bodyPr>
            <a:lstStyle/>
            <a:p>
              <a:r>
                <a:rPr lang="zh-CN" altLang="en-US" sz="2000" b="1" dirty="0"/>
                <a:t>循环冗余校验</a:t>
              </a:r>
            </a:p>
          </p:txBody>
        </p:sp>
      </p:grpSp>
      <mc:AlternateContent xmlns:mc="http://schemas.openxmlformats.org/markup-compatibility/2006" xmlns:a14="http://schemas.microsoft.com/office/drawing/2010/main">
        <mc:Choice Requires="a14">
          <p:sp>
            <p:nvSpPr>
              <p:cNvPr id="5" name="文本框 4">
                <a:extLst>
                  <a:ext uri="{FF2B5EF4-FFF2-40B4-BE49-F238E27FC236}">
                    <a16:creationId xmlns:a16="http://schemas.microsoft.com/office/drawing/2014/main" id="{7EF8B8FD-A564-4AFB-A9EC-CF5287AF5CB1}"/>
                  </a:ext>
                </a:extLst>
              </p:cNvPr>
              <p:cNvSpPr txBox="1"/>
              <p:nvPr/>
            </p:nvSpPr>
            <p:spPr>
              <a:xfrm>
                <a:off x="1016000" y="1149410"/>
                <a:ext cx="10703085" cy="407099"/>
              </a:xfrm>
              <a:prstGeom prst="rect">
                <a:avLst/>
              </a:prstGeom>
              <a:noFill/>
            </p:spPr>
            <p:txBody>
              <a:bodyPr wrap="square" rtlCol="0">
                <a:spAutoFit/>
              </a:bodyPr>
              <a:lstStyle/>
              <a:p>
                <a:r>
                  <a:rPr lang="en-US" altLang="zh-CN" sz="2000" b="1" dirty="0"/>
                  <a:t>【CRC</a:t>
                </a:r>
                <a:r>
                  <a:rPr lang="zh-CN" altLang="en-US" sz="2000" b="1" dirty="0"/>
                  <a:t>举例</a:t>
                </a:r>
                <a:r>
                  <a:rPr lang="en-US" altLang="zh-CN" sz="2000" b="1" dirty="0"/>
                  <a:t>】</a:t>
                </a:r>
                <a:r>
                  <a:rPr lang="zh-CN" altLang="en-US" sz="2000" b="1" dirty="0"/>
                  <a:t>待发送的数据为</a:t>
                </a:r>
                <a:r>
                  <a:rPr lang="en-US" altLang="zh-CN" sz="2000" b="1" dirty="0"/>
                  <a:t>101001</a:t>
                </a:r>
                <a:r>
                  <a:rPr lang="zh-CN" altLang="en-US" sz="2000" b="1" dirty="0"/>
                  <a:t>，生成多项式为</a:t>
                </a:r>
                <a14:m>
                  <m:oMath xmlns:m="http://schemas.openxmlformats.org/officeDocument/2006/math">
                    <m:r>
                      <a:rPr lang="en-US" altLang="zh-CN" sz="2000" b="1" i="1" smtClean="0">
                        <a:latin typeface="Cambria Math" panose="02040503050406030204" pitchFamily="18" charset="0"/>
                      </a:rPr>
                      <m:t>𝑮</m:t>
                    </m:r>
                    <m:d>
                      <m:dPr>
                        <m:ctrlPr>
                          <a:rPr lang="en-US" altLang="zh-CN" sz="2000" b="1" i="1" smtClean="0">
                            <a:latin typeface="Cambria Math" panose="02040503050406030204" pitchFamily="18" charset="0"/>
                          </a:rPr>
                        </m:ctrlPr>
                      </m:dPr>
                      <m:e>
                        <m:r>
                          <a:rPr lang="en-US" altLang="zh-CN" sz="2000" b="1" i="1" smtClean="0">
                            <a:latin typeface="Cambria Math" panose="02040503050406030204" pitchFamily="18" charset="0"/>
                          </a:rPr>
                          <m:t>𝑿</m:t>
                        </m:r>
                      </m:e>
                    </m:d>
                    <m:r>
                      <a:rPr lang="en-US" altLang="zh-CN" sz="2000" b="1" i="1" smtClean="0">
                        <a:latin typeface="Cambria Math" panose="02040503050406030204" pitchFamily="18" charset="0"/>
                      </a:rPr>
                      <m:t>=</m:t>
                    </m:r>
                    <m:sSup>
                      <m:sSupPr>
                        <m:ctrlPr>
                          <a:rPr lang="en-US" altLang="zh-CN" sz="2000" b="1" i="1" smtClean="0">
                            <a:latin typeface="Cambria Math" panose="02040503050406030204" pitchFamily="18" charset="0"/>
                          </a:rPr>
                        </m:ctrlPr>
                      </m:sSupPr>
                      <m:e>
                        <m:r>
                          <a:rPr lang="en-US" altLang="zh-CN" sz="2000" b="1" i="1" smtClean="0">
                            <a:latin typeface="Cambria Math" panose="02040503050406030204" pitchFamily="18" charset="0"/>
                          </a:rPr>
                          <m:t> </m:t>
                        </m:r>
                        <m:r>
                          <a:rPr lang="en-US" altLang="zh-CN" sz="2000" b="1" i="1" smtClean="0">
                            <a:latin typeface="Cambria Math" panose="02040503050406030204" pitchFamily="18" charset="0"/>
                          </a:rPr>
                          <m:t>𝑿</m:t>
                        </m:r>
                      </m:e>
                      <m:sup>
                        <m:r>
                          <a:rPr lang="en-US" altLang="zh-CN" sz="2000" b="1" i="1" smtClean="0">
                            <a:latin typeface="Cambria Math" panose="02040503050406030204" pitchFamily="18" charset="0"/>
                          </a:rPr>
                          <m:t>𝟑</m:t>
                        </m:r>
                      </m:sup>
                    </m:sSup>
                    <m:r>
                      <a:rPr lang="en-US" altLang="zh-CN" sz="2000" b="1" i="1" smtClean="0">
                        <a:latin typeface="Cambria Math" panose="02040503050406030204" pitchFamily="18" charset="0"/>
                        <a:ea typeface="Cambria Math" panose="02040503050406030204" pitchFamily="18" charset="0"/>
                      </a:rPr>
                      <m:t>+</m:t>
                    </m:r>
                    <m:sSup>
                      <m:sSupPr>
                        <m:ctrlPr>
                          <a:rPr lang="en-US" altLang="zh-CN" sz="2000" b="1" i="1" smtClean="0">
                            <a:latin typeface="Cambria Math" panose="02040503050406030204" pitchFamily="18" charset="0"/>
                            <a:ea typeface="Cambria Math" panose="02040503050406030204" pitchFamily="18" charset="0"/>
                          </a:rPr>
                        </m:ctrlPr>
                      </m:sSupPr>
                      <m:e>
                        <m:r>
                          <a:rPr lang="en-US" altLang="zh-CN" sz="2000" b="1" i="1" smtClean="0">
                            <a:latin typeface="Cambria Math" panose="02040503050406030204" pitchFamily="18" charset="0"/>
                            <a:ea typeface="Cambria Math" panose="02040503050406030204" pitchFamily="18" charset="0"/>
                          </a:rPr>
                          <m:t> </m:t>
                        </m:r>
                        <m:r>
                          <a:rPr lang="en-US" altLang="zh-CN" sz="2000" b="1" i="1" smtClean="0">
                            <a:latin typeface="Cambria Math" panose="02040503050406030204" pitchFamily="18" charset="0"/>
                            <a:ea typeface="Cambria Math" panose="02040503050406030204" pitchFamily="18" charset="0"/>
                          </a:rPr>
                          <m:t>𝑿</m:t>
                        </m:r>
                      </m:e>
                      <m:sup>
                        <m:r>
                          <a:rPr lang="en-US" altLang="zh-CN" sz="2000" b="1" i="1" smtClean="0">
                            <a:latin typeface="Cambria Math" panose="02040503050406030204" pitchFamily="18" charset="0"/>
                            <a:ea typeface="Cambria Math" panose="02040503050406030204" pitchFamily="18" charset="0"/>
                          </a:rPr>
                          <m:t>𝟐</m:t>
                        </m:r>
                      </m:sup>
                    </m:sSup>
                    <m:r>
                      <a:rPr lang="en-US" altLang="zh-CN" sz="2000" b="1" i="1" smtClean="0">
                        <a:latin typeface="Cambria Math" panose="02040503050406030204" pitchFamily="18" charset="0"/>
                        <a:ea typeface="Cambria Math" panose="02040503050406030204" pitchFamily="18" charset="0"/>
                      </a:rPr>
                      <m:t>+</m:t>
                    </m:r>
                    <m:r>
                      <a:rPr lang="en-US" altLang="zh-CN" sz="2000" b="1" i="1" smtClean="0">
                        <a:latin typeface="Cambria Math" panose="02040503050406030204" pitchFamily="18" charset="0"/>
                        <a:ea typeface="Cambria Math" panose="02040503050406030204" pitchFamily="18" charset="0"/>
                      </a:rPr>
                      <m:t>𝟏</m:t>
                    </m:r>
                    <m:r>
                      <a:rPr lang="zh-CN" altLang="en-US" sz="2000" b="1" i="1">
                        <a:latin typeface="Cambria Math" panose="02040503050406030204" pitchFamily="18" charset="0"/>
                        <a:ea typeface="Cambria Math" panose="02040503050406030204" pitchFamily="18" charset="0"/>
                      </a:rPr>
                      <m:t>，</m:t>
                    </m:r>
                  </m:oMath>
                </a14:m>
                <a:r>
                  <a:rPr lang="zh-CN" altLang="en-US" sz="2000" b="1" dirty="0"/>
                  <a:t>计算冗余码。</a:t>
                </a:r>
              </a:p>
            </p:txBody>
          </p:sp>
        </mc:Choice>
        <mc:Fallback xmlns="">
          <p:sp>
            <p:nvSpPr>
              <p:cNvPr id="5" name="文本框 4">
                <a:extLst>
                  <a:ext uri="{FF2B5EF4-FFF2-40B4-BE49-F238E27FC236}">
                    <a16:creationId xmlns:a16="http://schemas.microsoft.com/office/drawing/2014/main" id="{7EF8B8FD-A564-4AFB-A9EC-CF5287AF5CB1}"/>
                  </a:ext>
                </a:extLst>
              </p:cNvPr>
              <p:cNvSpPr txBox="1">
                <a:spLocks noRot="1" noChangeAspect="1" noMove="1" noResize="1" noEditPoints="1" noAdjustHandles="1" noChangeArrowheads="1" noChangeShapeType="1" noTextEdit="1"/>
              </p:cNvSpPr>
              <p:nvPr/>
            </p:nvSpPr>
            <p:spPr>
              <a:xfrm>
                <a:off x="1016000" y="1149410"/>
                <a:ext cx="10703085" cy="407099"/>
              </a:xfrm>
              <a:prstGeom prst="rect">
                <a:avLst/>
              </a:prstGeom>
              <a:blipFill>
                <a:blip r:embed="rId3"/>
                <a:stretch>
                  <a:fillRect l="-627" t="-9091" b="-27273"/>
                </a:stretch>
              </a:blipFill>
            </p:spPr>
            <p:txBody>
              <a:bodyPr/>
              <a:lstStyle/>
              <a:p>
                <a:r>
                  <a:rPr lang="zh-CN" altLang="en-US">
                    <a:noFill/>
                  </a:rPr>
                  <a:t> </a:t>
                </a:r>
              </a:p>
            </p:txBody>
          </p:sp>
        </mc:Fallback>
      </mc:AlternateContent>
      <p:sp>
        <p:nvSpPr>
          <p:cNvPr id="30" name="文本框 29">
            <a:extLst>
              <a:ext uri="{FF2B5EF4-FFF2-40B4-BE49-F238E27FC236}">
                <a16:creationId xmlns:a16="http://schemas.microsoft.com/office/drawing/2014/main" id="{7FB4EBA1-79C4-4446-A0F0-2599139D46B9}"/>
              </a:ext>
            </a:extLst>
          </p:cNvPr>
          <p:cNvSpPr txBox="1"/>
          <p:nvPr/>
        </p:nvSpPr>
        <p:spPr>
          <a:xfrm>
            <a:off x="8470806" y="2276539"/>
            <a:ext cx="2113867" cy="523220"/>
          </a:xfrm>
          <a:prstGeom prst="rect">
            <a:avLst/>
          </a:prstGeom>
          <a:noFill/>
        </p:spPr>
        <p:txBody>
          <a:bodyPr wrap="square" rtlCol="0">
            <a:spAutoFit/>
          </a:bodyPr>
          <a:lstStyle/>
          <a:p>
            <a:r>
              <a:rPr lang="en-US" altLang="zh-CN" sz="2800" b="1" spc="600" dirty="0">
                <a:latin typeface="Arial Black" panose="020B0A04020102020204" pitchFamily="34" charset="0"/>
              </a:rPr>
              <a:t>101001</a:t>
            </a:r>
            <a:endParaRPr lang="zh-CN" altLang="en-US" sz="2800" b="1" spc="600" dirty="0">
              <a:latin typeface="Arial Black" panose="020B0A04020102020204" pitchFamily="34" charset="0"/>
            </a:endParaRPr>
          </a:p>
        </p:txBody>
      </p:sp>
      <p:sp>
        <p:nvSpPr>
          <p:cNvPr id="32" name="文本框 31">
            <a:extLst>
              <a:ext uri="{FF2B5EF4-FFF2-40B4-BE49-F238E27FC236}">
                <a16:creationId xmlns:a16="http://schemas.microsoft.com/office/drawing/2014/main" id="{CA8A3404-60F5-4210-92D9-DCE5B57DB1C9}"/>
              </a:ext>
            </a:extLst>
          </p:cNvPr>
          <p:cNvSpPr txBox="1"/>
          <p:nvPr/>
        </p:nvSpPr>
        <p:spPr>
          <a:xfrm>
            <a:off x="10353329" y="2276539"/>
            <a:ext cx="1204948" cy="523220"/>
          </a:xfrm>
          <a:prstGeom prst="rect">
            <a:avLst/>
          </a:prstGeom>
          <a:noFill/>
        </p:spPr>
        <p:txBody>
          <a:bodyPr wrap="square" rtlCol="0">
            <a:spAutoFit/>
          </a:bodyPr>
          <a:lstStyle/>
          <a:p>
            <a:r>
              <a:rPr lang="en-US" altLang="zh-CN" sz="2800" b="1" spc="600" dirty="0">
                <a:solidFill>
                  <a:schemeClr val="accent4"/>
                </a:solidFill>
                <a:latin typeface="Arial Black" panose="020B0A04020102020204" pitchFamily="34" charset="0"/>
              </a:rPr>
              <a:t>000</a:t>
            </a:r>
            <a:endParaRPr lang="zh-CN" altLang="en-US" sz="2800" b="1" spc="600" dirty="0">
              <a:solidFill>
                <a:schemeClr val="accent4"/>
              </a:solidFill>
              <a:latin typeface="Arial Black" panose="020B0A04020102020204" pitchFamily="34" charset="0"/>
            </a:endParaRPr>
          </a:p>
        </p:txBody>
      </p:sp>
      <p:sp>
        <p:nvSpPr>
          <p:cNvPr id="56" name="矩形 55">
            <a:extLst>
              <a:ext uri="{FF2B5EF4-FFF2-40B4-BE49-F238E27FC236}">
                <a16:creationId xmlns:a16="http://schemas.microsoft.com/office/drawing/2014/main" id="{8ACC1DC7-044B-4CF1-ADE5-A40D6D20D85F}"/>
              </a:ext>
            </a:extLst>
          </p:cNvPr>
          <p:cNvSpPr/>
          <p:nvPr/>
        </p:nvSpPr>
        <p:spPr>
          <a:xfrm>
            <a:off x="318702" y="1956619"/>
            <a:ext cx="1204948" cy="1020462"/>
          </a:xfrm>
          <a:prstGeom prst="rect">
            <a:avLst/>
          </a:prstGeom>
          <a:solidFill>
            <a:schemeClr val="accent3">
              <a:lumMod val="75000"/>
            </a:schemeClr>
          </a:solidFill>
          <a:ln>
            <a:solidFill>
              <a:schemeClr val="accent3">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CN" sz="3200" b="1" dirty="0">
                <a:latin typeface="Arial Black" panose="020B0A04020102020204" pitchFamily="34" charset="0"/>
              </a:rPr>
              <a:t>1</a:t>
            </a:r>
            <a:endParaRPr lang="zh-CN" altLang="en-US" sz="3200" b="1" dirty="0">
              <a:latin typeface="Arial Black" panose="020B0A04020102020204" pitchFamily="34" charset="0"/>
            </a:endParaRPr>
          </a:p>
        </p:txBody>
      </p:sp>
      <p:grpSp>
        <p:nvGrpSpPr>
          <p:cNvPr id="62" name="组合 61">
            <a:extLst>
              <a:ext uri="{FF2B5EF4-FFF2-40B4-BE49-F238E27FC236}">
                <a16:creationId xmlns:a16="http://schemas.microsoft.com/office/drawing/2014/main" id="{ACC7BAD9-1D8C-459A-B04B-90667871AD60}"/>
              </a:ext>
            </a:extLst>
          </p:cNvPr>
          <p:cNvGrpSpPr/>
          <p:nvPr/>
        </p:nvGrpSpPr>
        <p:grpSpPr>
          <a:xfrm>
            <a:off x="1523649" y="1956155"/>
            <a:ext cx="4809417" cy="1020462"/>
            <a:chOff x="1523649" y="1956155"/>
            <a:chExt cx="4809417" cy="1020462"/>
          </a:xfrm>
        </p:grpSpPr>
        <p:sp>
          <p:nvSpPr>
            <p:cNvPr id="55" name="文本框 54">
              <a:extLst>
                <a:ext uri="{FF2B5EF4-FFF2-40B4-BE49-F238E27FC236}">
                  <a16:creationId xmlns:a16="http://schemas.microsoft.com/office/drawing/2014/main" id="{42458A9D-BE9F-40B3-BEEC-B79EBFC6DFFA}"/>
                </a:ext>
              </a:extLst>
            </p:cNvPr>
            <p:cNvSpPr txBox="1"/>
            <p:nvPr/>
          </p:nvSpPr>
          <p:spPr>
            <a:xfrm>
              <a:off x="1672476" y="1994023"/>
              <a:ext cx="2022766" cy="407099"/>
            </a:xfrm>
            <a:prstGeom prst="rect">
              <a:avLst/>
            </a:prstGeom>
            <a:noFill/>
          </p:spPr>
          <p:txBody>
            <a:bodyPr wrap="square" rtlCol="0">
              <a:spAutoFit/>
            </a:bodyPr>
            <a:lstStyle/>
            <a:p>
              <a:r>
                <a:rPr lang="zh-CN" altLang="en-US" sz="2000" b="1" dirty="0">
                  <a:solidFill>
                    <a:schemeClr val="accent3">
                      <a:lumMod val="75000"/>
                    </a:schemeClr>
                  </a:solidFill>
                </a:rPr>
                <a:t>构造“被除数”</a:t>
              </a:r>
            </a:p>
          </p:txBody>
        </p:sp>
        <p:sp>
          <p:nvSpPr>
            <p:cNvPr id="60" name="矩形 59">
              <a:extLst>
                <a:ext uri="{FF2B5EF4-FFF2-40B4-BE49-F238E27FC236}">
                  <a16:creationId xmlns:a16="http://schemas.microsoft.com/office/drawing/2014/main" id="{6B4E7A05-B94E-4D5A-BCAE-96F5525ED4D1}"/>
                </a:ext>
              </a:extLst>
            </p:cNvPr>
            <p:cNvSpPr/>
            <p:nvPr/>
          </p:nvSpPr>
          <p:spPr>
            <a:xfrm>
              <a:off x="1523649" y="1956155"/>
              <a:ext cx="4809417" cy="1020462"/>
            </a:xfrm>
            <a:prstGeom prst="rect">
              <a:avLst/>
            </a:prstGeom>
            <a:noFill/>
            <a:ln>
              <a:solidFill>
                <a:schemeClr val="accent3">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sz="3200" b="1" dirty="0">
                <a:latin typeface="Arial Black" panose="020B0A04020102020204" pitchFamily="34" charset="0"/>
              </a:endParaRPr>
            </a:p>
          </p:txBody>
        </p:sp>
      </p:grpSp>
      <p:sp>
        <p:nvSpPr>
          <p:cNvPr id="61" name="文本框 60">
            <a:extLst>
              <a:ext uri="{FF2B5EF4-FFF2-40B4-BE49-F238E27FC236}">
                <a16:creationId xmlns:a16="http://schemas.microsoft.com/office/drawing/2014/main" id="{11F6B84F-0A9D-4890-AAB9-6FA24D9B5C0E}"/>
              </a:ext>
            </a:extLst>
          </p:cNvPr>
          <p:cNvSpPr txBox="1"/>
          <p:nvPr/>
        </p:nvSpPr>
        <p:spPr>
          <a:xfrm>
            <a:off x="1672475" y="2450988"/>
            <a:ext cx="4660591" cy="369332"/>
          </a:xfrm>
          <a:prstGeom prst="rect">
            <a:avLst/>
          </a:prstGeom>
          <a:noFill/>
        </p:spPr>
        <p:txBody>
          <a:bodyPr wrap="square" rtlCol="0">
            <a:spAutoFit/>
          </a:bodyPr>
          <a:lstStyle/>
          <a:p>
            <a:r>
              <a:rPr lang="zh-CN" altLang="en-US" b="1" dirty="0"/>
              <a:t>待发送数据后面添加生成多项式最高次数个</a:t>
            </a:r>
            <a:r>
              <a:rPr lang="en-US" altLang="zh-CN" b="1" dirty="0"/>
              <a:t>0</a:t>
            </a:r>
            <a:endParaRPr lang="zh-CN" altLang="en-US" b="1" dirty="0"/>
          </a:p>
        </p:txBody>
      </p:sp>
      <p:sp>
        <p:nvSpPr>
          <p:cNvPr id="18" name="矩形 17">
            <a:extLst>
              <a:ext uri="{FF2B5EF4-FFF2-40B4-BE49-F238E27FC236}">
                <a16:creationId xmlns:a16="http://schemas.microsoft.com/office/drawing/2014/main" id="{B706E7D0-1B92-4DC6-9474-6E42D05304F9}"/>
              </a:ext>
            </a:extLst>
          </p:cNvPr>
          <p:cNvSpPr/>
          <p:nvPr/>
        </p:nvSpPr>
        <p:spPr>
          <a:xfrm>
            <a:off x="304800" y="3083869"/>
            <a:ext cx="1204948" cy="1020462"/>
          </a:xfrm>
          <a:prstGeom prst="rect">
            <a:avLst/>
          </a:prstGeom>
          <a:solidFill>
            <a:schemeClr val="accent3">
              <a:lumMod val="75000"/>
            </a:schemeClr>
          </a:solidFill>
          <a:ln>
            <a:solidFill>
              <a:schemeClr val="accent3">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CN" sz="3200" b="1" dirty="0">
                <a:latin typeface="Arial Black" panose="020B0A04020102020204" pitchFamily="34" charset="0"/>
              </a:rPr>
              <a:t>2</a:t>
            </a:r>
            <a:endParaRPr lang="zh-CN" altLang="en-US" sz="3200" b="1" dirty="0">
              <a:latin typeface="Arial Black" panose="020B0A04020102020204" pitchFamily="34" charset="0"/>
            </a:endParaRPr>
          </a:p>
        </p:txBody>
      </p:sp>
      <p:grpSp>
        <p:nvGrpSpPr>
          <p:cNvPr id="19" name="组合 18">
            <a:extLst>
              <a:ext uri="{FF2B5EF4-FFF2-40B4-BE49-F238E27FC236}">
                <a16:creationId xmlns:a16="http://schemas.microsoft.com/office/drawing/2014/main" id="{9D0FD3CC-540D-4E70-B32F-4B1ADB580C53}"/>
              </a:ext>
            </a:extLst>
          </p:cNvPr>
          <p:cNvGrpSpPr/>
          <p:nvPr/>
        </p:nvGrpSpPr>
        <p:grpSpPr>
          <a:xfrm>
            <a:off x="1509747" y="3083405"/>
            <a:ext cx="4823319" cy="1020462"/>
            <a:chOff x="1523649" y="1956155"/>
            <a:chExt cx="4823319" cy="1020462"/>
          </a:xfrm>
        </p:grpSpPr>
        <p:sp>
          <p:nvSpPr>
            <p:cNvPr id="20" name="文本框 19">
              <a:extLst>
                <a:ext uri="{FF2B5EF4-FFF2-40B4-BE49-F238E27FC236}">
                  <a16:creationId xmlns:a16="http://schemas.microsoft.com/office/drawing/2014/main" id="{66F56548-0AB9-4D06-86C5-62BAE52FA817}"/>
                </a:ext>
              </a:extLst>
            </p:cNvPr>
            <p:cNvSpPr txBox="1"/>
            <p:nvPr/>
          </p:nvSpPr>
          <p:spPr>
            <a:xfrm>
              <a:off x="1672476" y="1994023"/>
              <a:ext cx="2022766" cy="407099"/>
            </a:xfrm>
            <a:prstGeom prst="rect">
              <a:avLst/>
            </a:prstGeom>
            <a:noFill/>
          </p:spPr>
          <p:txBody>
            <a:bodyPr wrap="square" rtlCol="0">
              <a:spAutoFit/>
            </a:bodyPr>
            <a:lstStyle/>
            <a:p>
              <a:r>
                <a:rPr lang="zh-CN" altLang="en-US" sz="2000" b="1" dirty="0">
                  <a:solidFill>
                    <a:schemeClr val="accent3">
                      <a:lumMod val="75000"/>
                    </a:schemeClr>
                  </a:solidFill>
                </a:rPr>
                <a:t>构造“除数”</a:t>
              </a:r>
            </a:p>
          </p:txBody>
        </p:sp>
        <p:sp>
          <p:nvSpPr>
            <p:cNvPr id="21" name="矩形 20">
              <a:extLst>
                <a:ext uri="{FF2B5EF4-FFF2-40B4-BE49-F238E27FC236}">
                  <a16:creationId xmlns:a16="http://schemas.microsoft.com/office/drawing/2014/main" id="{3866C55E-0F48-4119-8F7F-531F056012FD}"/>
                </a:ext>
              </a:extLst>
            </p:cNvPr>
            <p:cNvSpPr/>
            <p:nvPr/>
          </p:nvSpPr>
          <p:spPr>
            <a:xfrm>
              <a:off x="1523649" y="1956155"/>
              <a:ext cx="4823319" cy="1020462"/>
            </a:xfrm>
            <a:prstGeom prst="rect">
              <a:avLst/>
            </a:prstGeom>
            <a:noFill/>
            <a:ln>
              <a:solidFill>
                <a:schemeClr val="accent3">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sz="3200" b="1" dirty="0">
                <a:latin typeface="Arial Black" panose="020B0A04020102020204" pitchFamily="34" charset="0"/>
              </a:endParaRPr>
            </a:p>
          </p:txBody>
        </p:sp>
      </p:grpSp>
      <p:sp>
        <p:nvSpPr>
          <p:cNvPr id="22" name="文本框 21">
            <a:extLst>
              <a:ext uri="{FF2B5EF4-FFF2-40B4-BE49-F238E27FC236}">
                <a16:creationId xmlns:a16="http://schemas.microsoft.com/office/drawing/2014/main" id="{DB842822-D3D4-4050-A41C-9BDA9BC45BE4}"/>
              </a:ext>
            </a:extLst>
          </p:cNvPr>
          <p:cNvSpPr txBox="1"/>
          <p:nvPr/>
        </p:nvSpPr>
        <p:spPr>
          <a:xfrm>
            <a:off x="1658573" y="3578238"/>
            <a:ext cx="4660591" cy="369332"/>
          </a:xfrm>
          <a:prstGeom prst="rect">
            <a:avLst/>
          </a:prstGeom>
          <a:noFill/>
        </p:spPr>
        <p:txBody>
          <a:bodyPr wrap="square" rtlCol="0">
            <a:spAutoFit/>
          </a:bodyPr>
          <a:lstStyle/>
          <a:p>
            <a:r>
              <a:rPr lang="zh-CN" altLang="en-US" b="1" dirty="0"/>
              <a:t>生成多项式各项系数构成的比特串作为除数</a:t>
            </a:r>
          </a:p>
        </p:txBody>
      </p:sp>
      <p:sp>
        <p:nvSpPr>
          <p:cNvPr id="42" name="文本框 41">
            <a:extLst>
              <a:ext uri="{FF2B5EF4-FFF2-40B4-BE49-F238E27FC236}">
                <a16:creationId xmlns:a16="http://schemas.microsoft.com/office/drawing/2014/main" id="{6DDFFD00-CD67-4619-868B-088AE2713E1B}"/>
              </a:ext>
            </a:extLst>
          </p:cNvPr>
          <p:cNvSpPr txBox="1"/>
          <p:nvPr/>
        </p:nvSpPr>
        <p:spPr>
          <a:xfrm>
            <a:off x="7030132" y="2268408"/>
            <a:ext cx="1440674" cy="523220"/>
          </a:xfrm>
          <a:prstGeom prst="rect">
            <a:avLst/>
          </a:prstGeom>
          <a:noFill/>
        </p:spPr>
        <p:txBody>
          <a:bodyPr wrap="square" rtlCol="0">
            <a:spAutoFit/>
          </a:bodyPr>
          <a:lstStyle/>
          <a:p>
            <a:r>
              <a:rPr lang="en-US" altLang="zh-CN" sz="2800" b="1" spc="600" dirty="0">
                <a:solidFill>
                  <a:schemeClr val="accent3"/>
                </a:solidFill>
                <a:latin typeface="Arial Black" panose="020B0A04020102020204" pitchFamily="34" charset="0"/>
              </a:rPr>
              <a:t>1101</a:t>
            </a:r>
            <a:endParaRPr lang="zh-CN" altLang="en-US" sz="2800" b="1" spc="600" dirty="0">
              <a:solidFill>
                <a:schemeClr val="accent3"/>
              </a:solidFill>
              <a:latin typeface="Arial Black" panose="020B0A04020102020204" pitchFamily="34" charset="0"/>
            </a:endParaRPr>
          </a:p>
        </p:txBody>
      </p:sp>
      <p:sp>
        <p:nvSpPr>
          <p:cNvPr id="36" name="矩形 35">
            <a:extLst>
              <a:ext uri="{FF2B5EF4-FFF2-40B4-BE49-F238E27FC236}">
                <a16:creationId xmlns:a16="http://schemas.microsoft.com/office/drawing/2014/main" id="{4BDC91E7-0910-4882-9A1B-E59D3DB3143B}"/>
              </a:ext>
            </a:extLst>
          </p:cNvPr>
          <p:cNvSpPr/>
          <p:nvPr/>
        </p:nvSpPr>
        <p:spPr>
          <a:xfrm>
            <a:off x="304799" y="4210191"/>
            <a:ext cx="1204948" cy="1020462"/>
          </a:xfrm>
          <a:prstGeom prst="rect">
            <a:avLst/>
          </a:prstGeom>
          <a:solidFill>
            <a:schemeClr val="accent3">
              <a:lumMod val="75000"/>
            </a:schemeClr>
          </a:solidFill>
          <a:ln>
            <a:solidFill>
              <a:schemeClr val="accent3">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CN" sz="3200" b="1" dirty="0">
                <a:latin typeface="Arial Black" panose="020B0A04020102020204" pitchFamily="34" charset="0"/>
              </a:rPr>
              <a:t>3</a:t>
            </a:r>
            <a:endParaRPr lang="zh-CN" altLang="en-US" sz="3200" b="1" dirty="0">
              <a:latin typeface="Arial Black" panose="020B0A04020102020204" pitchFamily="34" charset="0"/>
            </a:endParaRPr>
          </a:p>
        </p:txBody>
      </p:sp>
      <p:grpSp>
        <p:nvGrpSpPr>
          <p:cNvPr id="44" name="组合 43">
            <a:extLst>
              <a:ext uri="{FF2B5EF4-FFF2-40B4-BE49-F238E27FC236}">
                <a16:creationId xmlns:a16="http://schemas.microsoft.com/office/drawing/2014/main" id="{DECF8316-B735-49E5-B406-99F0D494ED36}"/>
              </a:ext>
            </a:extLst>
          </p:cNvPr>
          <p:cNvGrpSpPr/>
          <p:nvPr/>
        </p:nvGrpSpPr>
        <p:grpSpPr>
          <a:xfrm>
            <a:off x="1509746" y="4209727"/>
            <a:ext cx="4823319" cy="1020462"/>
            <a:chOff x="1523649" y="1956155"/>
            <a:chExt cx="4823319" cy="1020462"/>
          </a:xfrm>
        </p:grpSpPr>
        <p:sp>
          <p:nvSpPr>
            <p:cNvPr id="46" name="文本框 45">
              <a:extLst>
                <a:ext uri="{FF2B5EF4-FFF2-40B4-BE49-F238E27FC236}">
                  <a16:creationId xmlns:a16="http://schemas.microsoft.com/office/drawing/2014/main" id="{2EC69ACE-88B2-44F1-9A7C-0838EF820C8E}"/>
                </a:ext>
              </a:extLst>
            </p:cNvPr>
            <p:cNvSpPr txBox="1"/>
            <p:nvPr/>
          </p:nvSpPr>
          <p:spPr>
            <a:xfrm>
              <a:off x="1672475" y="1994023"/>
              <a:ext cx="3169985" cy="400110"/>
            </a:xfrm>
            <a:prstGeom prst="rect">
              <a:avLst/>
            </a:prstGeom>
            <a:noFill/>
          </p:spPr>
          <p:txBody>
            <a:bodyPr wrap="square" rtlCol="0">
              <a:spAutoFit/>
            </a:bodyPr>
            <a:lstStyle/>
            <a:p>
              <a:r>
                <a:rPr lang="zh-CN" altLang="en-US" sz="2000" b="1" dirty="0">
                  <a:solidFill>
                    <a:schemeClr val="accent3">
                      <a:lumMod val="75000"/>
                    </a:schemeClr>
                  </a:solidFill>
                </a:rPr>
                <a:t>做“二进制模</a:t>
              </a:r>
              <a:r>
                <a:rPr lang="en-US" altLang="zh-CN" sz="2000" b="1" dirty="0">
                  <a:solidFill>
                    <a:schemeClr val="accent3">
                      <a:lumMod val="75000"/>
                    </a:schemeClr>
                  </a:solidFill>
                </a:rPr>
                <a:t>2</a:t>
              </a:r>
              <a:r>
                <a:rPr lang="zh-CN" altLang="en-US" sz="2000" b="1" dirty="0">
                  <a:solidFill>
                    <a:schemeClr val="accent3">
                      <a:lumMod val="75000"/>
                    </a:schemeClr>
                  </a:solidFill>
                </a:rPr>
                <a:t>除法”</a:t>
              </a:r>
            </a:p>
          </p:txBody>
        </p:sp>
        <p:sp>
          <p:nvSpPr>
            <p:cNvPr id="47" name="矩形 46">
              <a:extLst>
                <a:ext uri="{FF2B5EF4-FFF2-40B4-BE49-F238E27FC236}">
                  <a16:creationId xmlns:a16="http://schemas.microsoft.com/office/drawing/2014/main" id="{1EFE73CC-422C-4519-995C-6EDE029D241F}"/>
                </a:ext>
              </a:extLst>
            </p:cNvPr>
            <p:cNvSpPr/>
            <p:nvPr/>
          </p:nvSpPr>
          <p:spPr>
            <a:xfrm>
              <a:off x="1523649" y="1956155"/>
              <a:ext cx="4823319" cy="1020462"/>
            </a:xfrm>
            <a:prstGeom prst="rect">
              <a:avLst/>
            </a:prstGeom>
            <a:noFill/>
            <a:ln>
              <a:solidFill>
                <a:schemeClr val="accent3">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sz="3200" b="1" dirty="0">
                <a:latin typeface="Arial Black" panose="020B0A04020102020204" pitchFamily="34" charset="0"/>
              </a:endParaRPr>
            </a:p>
          </p:txBody>
        </p:sp>
      </p:grpSp>
      <p:sp>
        <p:nvSpPr>
          <p:cNvPr id="50" name="文本框 49">
            <a:extLst>
              <a:ext uri="{FF2B5EF4-FFF2-40B4-BE49-F238E27FC236}">
                <a16:creationId xmlns:a16="http://schemas.microsoft.com/office/drawing/2014/main" id="{3FC1D2AD-2EF8-4BCB-895B-C45738459D4A}"/>
              </a:ext>
            </a:extLst>
          </p:cNvPr>
          <p:cNvSpPr txBox="1"/>
          <p:nvPr/>
        </p:nvSpPr>
        <p:spPr>
          <a:xfrm>
            <a:off x="1658572" y="4704560"/>
            <a:ext cx="4071229" cy="369332"/>
          </a:xfrm>
          <a:prstGeom prst="rect">
            <a:avLst/>
          </a:prstGeom>
          <a:noFill/>
        </p:spPr>
        <p:txBody>
          <a:bodyPr wrap="square" rtlCol="0">
            <a:spAutoFit/>
          </a:bodyPr>
          <a:lstStyle/>
          <a:p>
            <a:r>
              <a:rPr lang="zh-CN" altLang="en-US" b="1" dirty="0"/>
              <a:t>相当于对应位进行逻辑异或运算</a:t>
            </a:r>
          </a:p>
        </p:txBody>
      </p:sp>
      <p:grpSp>
        <p:nvGrpSpPr>
          <p:cNvPr id="10" name="组合 9">
            <a:extLst>
              <a:ext uri="{FF2B5EF4-FFF2-40B4-BE49-F238E27FC236}">
                <a16:creationId xmlns:a16="http://schemas.microsoft.com/office/drawing/2014/main" id="{3EFCB472-C57F-42B5-981A-9368942DC003}"/>
              </a:ext>
            </a:extLst>
          </p:cNvPr>
          <p:cNvGrpSpPr/>
          <p:nvPr/>
        </p:nvGrpSpPr>
        <p:grpSpPr>
          <a:xfrm>
            <a:off x="8374321" y="2132647"/>
            <a:ext cx="2999762" cy="527177"/>
            <a:chOff x="8374321" y="2132647"/>
            <a:chExt cx="2999762" cy="527177"/>
          </a:xfrm>
        </p:grpSpPr>
        <p:cxnSp>
          <p:nvCxnSpPr>
            <p:cNvPr id="52" name="直接连接符 51">
              <a:extLst>
                <a:ext uri="{FF2B5EF4-FFF2-40B4-BE49-F238E27FC236}">
                  <a16:creationId xmlns:a16="http://schemas.microsoft.com/office/drawing/2014/main" id="{6E1086C8-A897-41B2-8FA8-29FBA66A7A25}"/>
                </a:ext>
              </a:extLst>
            </p:cNvPr>
            <p:cNvCxnSpPr>
              <a:cxnSpLocks/>
            </p:cNvCxnSpPr>
            <p:nvPr/>
          </p:nvCxnSpPr>
          <p:spPr>
            <a:xfrm flipV="1">
              <a:off x="8374321" y="2142420"/>
              <a:ext cx="192970" cy="517404"/>
            </a:xfrm>
            <a:prstGeom prst="line">
              <a:avLst/>
            </a:prstGeom>
            <a:ln w="50800" cap="rnd">
              <a:solidFill>
                <a:schemeClr val="tx1"/>
              </a:solidFill>
              <a:round/>
            </a:ln>
          </p:spPr>
          <p:style>
            <a:lnRef idx="1">
              <a:schemeClr val="accent1"/>
            </a:lnRef>
            <a:fillRef idx="0">
              <a:schemeClr val="accent1"/>
            </a:fillRef>
            <a:effectRef idx="0">
              <a:schemeClr val="accent1"/>
            </a:effectRef>
            <a:fontRef idx="minor">
              <a:schemeClr val="tx1"/>
            </a:fontRef>
          </p:style>
        </p:cxnSp>
        <p:cxnSp>
          <p:nvCxnSpPr>
            <p:cNvPr id="53" name="直接连接符 52">
              <a:extLst>
                <a:ext uri="{FF2B5EF4-FFF2-40B4-BE49-F238E27FC236}">
                  <a16:creationId xmlns:a16="http://schemas.microsoft.com/office/drawing/2014/main" id="{B3307017-69C0-4B38-AB6E-9739737500F1}"/>
                </a:ext>
              </a:extLst>
            </p:cNvPr>
            <p:cNvCxnSpPr>
              <a:cxnSpLocks/>
            </p:cNvCxnSpPr>
            <p:nvPr/>
          </p:nvCxnSpPr>
          <p:spPr>
            <a:xfrm>
              <a:off x="8567291" y="2132647"/>
              <a:ext cx="2806792" cy="0"/>
            </a:xfrm>
            <a:prstGeom prst="line">
              <a:avLst/>
            </a:prstGeom>
            <a:ln w="50800" cap="rnd">
              <a:solidFill>
                <a:schemeClr val="tx1"/>
              </a:solidFill>
              <a:round/>
            </a:ln>
          </p:spPr>
          <p:style>
            <a:lnRef idx="1">
              <a:schemeClr val="accent1"/>
            </a:lnRef>
            <a:fillRef idx="0">
              <a:schemeClr val="accent1"/>
            </a:fillRef>
            <a:effectRef idx="0">
              <a:schemeClr val="accent1"/>
            </a:effectRef>
            <a:fontRef idx="minor">
              <a:schemeClr val="tx1"/>
            </a:fontRef>
          </p:style>
        </p:cxnSp>
      </p:grpSp>
      <p:sp>
        <p:nvSpPr>
          <p:cNvPr id="27" name="文本框 26">
            <a:extLst>
              <a:ext uri="{FF2B5EF4-FFF2-40B4-BE49-F238E27FC236}">
                <a16:creationId xmlns:a16="http://schemas.microsoft.com/office/drawing/2014/main" id="{28E46966-B928-4470-B846-F95E08B35F02}"/>
              </a:ext>
            </a:extLst>
          </p:cNvPr>
          <p:cNvSpPr txBox="1"/>
          <p:nvPr/>
        </p:nvSpPr>
        <p:spPr>
          <a:xfrm>
            <a:off x="9360536" y="1650848"/>
            <a:ext cx="430892" cy="523220"/>
          </a:xfrm>
          <a:prstGeom prst="rect">
            <a:avLst/>
          </a:prstGeom>
          <a:noFill/>
        </p:spPr>
        <p:txBody>
          <a:bodyPr wrap="square" rtlCol="0">
            <a:spAutoFit/>
          </a:bodyPr>
          <a:lstStyle/>
          <a:p>
            <a:r>
              <a:rPr lang="en-US" altLang="zh-CN" sz="2800" b="1" spc="600" dirty="0">
                <a:latin typeface="Arial Black" panose="020B0A04020102020204" pitchFamily="34" charset="0"/>
              </a:rPr>
              <a:t>1</a:t>
            </a:r>
            <a:endParaRPr lang="zh-CN" altLang="en-US" sz="2800" b="1" spc="600" dirty="0">
              <a:latin typeface="Arial Black" panose="020B0A04020102020204" pitchFamily="34" charset="0"/>
            </a:endParaRPr>
          </a:p>
        </p:txBody>
      </p:sp>
      <p:sp>
        <p:nvSpPr>
          <p:cNvPr id="28" name="文本框 27">
            <a:extLst>
              <a:ext uri="{FF2B5EF4-FFF2-40B4-BE49-F238E27FC236}">
                <a16:creationId xmlns:a16="http://schemas.microsoft.com/office/drawing/2014/main" id="{C7502E16-649D-40FC-9CBA-F4A8BA66116F}"/>
              </a:ext>
            </a:extLst>
          </p:cNvPr>
          <p:cNvSpPr txBox="1"/>
          <p:nvPr/>
        </p:nvSpPr>
        <p:spPr>
          <a:xfrm>
            <a:off x="8470806" y="2645808"/>
            <a:ext cx="1440674" cy="523220"/>
          </a:xfrm>
          <a:prstGeom prst="rect">
            <a:avLst/>
          </a:prstGeom>
          <a:noFill/>
        </p:spPr>
        <p:txBody>
          <a:bodyPr wrap="square" rtlCol="0">
            <a:spAutoFit/>
          </a:bodyPr>
          <a:lstStyle/>
          <a:p>
            <a:r>
              <a:rPr lang="en-US" altLang="zh-CN" sz="2800" b="1" spc="600" dirty="0">
                <a:solidFill>
                  <a:schemeClr val="accent3"/>
                </a:solidFill>
                <a:latin typeface="Arial Black" panose="020B0A04020102020204" pitchFamily="34" charset="0"/>
              </a:rPr>
              <a:t>1101</a:t>
            </a:r>
            <a:endParaRPr lang="zh-CN" altLang="en-US" sz="2800" b="1" spc="600" dirty="0">
              <a:solidFill>
                <a:schemeClr val="accent3"/>
              </a:solidFill>
              <a:latin typeface="Arial Black" panose="020B0A04020102020204" pitchFamily="34" charset="0"/>
            </a:endParaRPr>
          </a:p>
        </p:txBody>
      </p:sp>
      <p:grpSp>
        <p:nvGrpSpPr>
          <p:cNvPr id="8" name="组合 7">
            <a:extLst>
              <a:ext uri="{FF2B5EF4-FFF2-40B4-BE49-F238E27FC236}">
                <a16:creationId xmlns:a16="http://schemas.microsoft.com/office/drawing/2014/main" id="{F6C141FA-14AE-49E2-996C-4E6F66B73177}"/>
              </a:ext>
            </a:extLst>
          </p:cNvPr>
          <p:cNvGrpSpPr/>
          <p:nvPr/>
        </p:nvGrpSpPr>
        <p:grpSpPr>
          <a:xfrm>
            <a:off x="7966736" y="2605199"/>
            <a:ext cx="1701886" cy="523220"/>
            <a:chOff x="7966736" y="2605199"/>
            <a:chExt cx="1701886" cy="523220"/>
          </a:xfrm>
        </p:grpSpPr>
        <p:cxnSp>
          <p:nvCxnSpPr>
            <p:cNvPr id="31" name="直接连接符 30">
              <a:extLst>
                <a:ext uri="{FF2B5EF4-FFF2-40B4-BE49-F238E27FC236}">
                  <a16:creationId xmlns:a16="http://schemas.microsoft.com/office/drawing/2014/main" id="{6B58556E-E238-4C24-8130-3C369DDCC8BD}"/>
                </a:ext>
              </a:extLst>
            </p:cNvPr>
            <p:cNvCxnSpPr>
              <a:cxnSpLocks/>
            </p:cNvCxnSpPr>
            <p:nvPr/>
          </p:nvCxnSpPr>
          <p:spPr>
            <a:xfrm>
              <a:off x="8117215" y="3128419"/>
              <a:ext cx="1551407" cy="0"/>
            </a:xfrm>
            <a:prstGeom prst="line">
              <a:avLst/>
            </a:prstGeom>
            <a:ln w="50800" cap="rnd">
              <a:solidFill>
                <a:schemeClr val="tx1"/>
              </a:solidFill>
              <a:round/>
            </a:ln>
          </p:spPr>
          <p:style>
            <a:lnRef idx="1">
              <a:schemeClr val="accent1"/>
            </a:lnRef>
            <a:fillRef idx="0">
              <a:schemeClr val="accent1"/>
            </a:fillRef>
            <a:effectRef idx="0">
              <a:schemeClr val="accent1"/>
            </a:effectRef>
            <a:fontRef idx="minor">
              <a:schemeClr val="tx1"/>
            </a:fontRef>
          </p:style>
        </p:cxnSp>
        <p:sp>
          <p:nvSpPr>
            <p:cNvPr id="34" name="文本框 33">
              <a:extLst>
                <a:ext uri="{FF2B5EF4-FFF2-40B4-BE49-F238E27FC236}">
                  <a16:creationId xmlns:a16="http://schemas.microsoft.com/office/drawing/2014/main" id="{02C96787-DA58-4B56-BB79-A0D3B9ECF442}"/>
                </a:ext>
              </a:extLst>
            </p:cNvPr>
            <p:cNvSpPr txBox="1"/>
            <p:nvPr/>
          </p:nvSpPr>
          <p:spPr>
            <a:xfrm>
              <a:off x="7966736" y="2605199"/>
              <a:ext cx="547653" cy="523220"/>
            </a:xfrm>
            <a:prstGeom prst="rect">
              <a:avLst/>
            </a:prstGeom>
            <a:noFill/>
          </p:spPr>
          <p:txBody>
            <a:bodyPr wrap="square">
              <a:spAutoFit/>
            </a:bodyPr>
            <a:lstStyle/>
            <a:p>
              <a:pPr algn="ctr"/>
              <a:r>
                <a:rPr lang="zh-CN" altLang="en-US" sz="2800" b="1" dirty="0">
                  <a:solidFill>
                    <a:schemeClr val="accent1">
                      <a:lumMod val="75000"/>
                    </a:schemeClr>
                  </a:solidFill>
                </a:rPr>
                <a:t>⊕</a:t>
              </a:r>
            </a:p>
          </p:txBody>
        </p:sp>
      </p:grpSp>
      <p:sp>
        <p:nvSpPr>
          <p:cNvPr id="37" name="文本框 36">
            <a:extLst>
              <a:ext uri="{FF2B5EF4-FFF2-40B4-BE49-F238E27FC236}">
                <a16:creationId xmlns:a16="http://schemas.microsoft.com/office/drawing/2014/main" id="{3577E062-AB6E-4636-A8CB-E9E6BFF8136E}"/>
              </a:ext>
            </a:extLst>
          </p:cNvPr>
          <p:cNvSpPr txBox="1"/>
          <p:nvPr/>
        </p:nvSpPr>
        <p:spPr>
          <a:xfrm>
            <a:off x="8784936" y="3115729"/>
            <a:ext cx="1151200" cy="523220"/>
          </a:xfrm>
          <a:prstGeom prst="rect">
            <a:avLst/>
          </a:prstGeom>
          <a:noFill/>
        </p:spPr>
        <p:txBody>
          <a:bodyPr wrap="square" rtlCol="0">
            <a:spAutoFit/>
          </a:bodyPr>
          <a:lstStyle/>
          <a:p>
            <a:r>
              <a:rPr lang="en-US" altLang="zh-CN" sz="2800" b="1" spc="600" dirty="0">
                <a:latin typeface="Arial Black" panose="020B0A04020102020204" pitchFamily="34" charset="0"/>
              </a:rPr>
              <a:t>111</a:t>
            </a:r>
            <a:endParaRPr lang="zh-CN" altLang="en-US" sz="2800" b="1" spc="600" dirty="0">
              <a:latin typeface="Arial Black" panose="020B0A04020102020204" pitchFamily="34" charset="0"/>
            </a:endParaRPr>
          </a:p>
        </p:txBody>
      </p:sp>
      <p:sp>
        <p:nvSpPr>
          <p:cNvPr id="38" name="文本框 37">
            <a:extLst>
              <a:ext uri="{FF2B5EF4-FFF2-40B4-BE49-F238E27FC236}">
                <a16:creationId xmlns:a16="http://schemas.microsoft.com/office/drawing/2014/main" id="{B7C6C712-E6CE-4E2F-B3B3-AF7C68230661}"/>
              </a:ext>
            </a:extLst>
          </p:cNvPr>
          <p:cNvSpPr txBox="1"/>
          <p:nvPr/>
        </p:nvSpPr>
        <p:spPr>
          <a:xfrm>
            <a:off x="9730590" y="3115729"/>
            <a:ext cx="474733" cy="523220"/>
          </a:xfrm>
          <a:prstGeom prst="rect">
            <a:avLst/>
          </a:prstGeom>
          <a:noFill/>
        </p:spPr>
        <p:txBody>
          <a:bodyPr wrap="square" rtlCol="0">
            <a:spAutoFit/>
          </a:bodyPr>
          <a:lstStyle/>
          <a:p>
            <a:r>
              <a:rPr lang="en-US" altLang="zh-CN" sz="2800" b="1" spc="600" dirty="0">
                <a:latin typeface="Arial Black" panose="020B0A04020102020204" pitchFamily="34" charset="0"/>
              </a:rPr>
              <a:t>0</a:t>
            </a:r>
            <a:endParaRPr lang="zh-CN" altLang="en-US" sz="2800" b="1" spc="600" dirty="0">
              <a:latin typeface="Arial Black" panose="020B0A04020102020204" pitchFamily="34" charset="0"/>
            </a:endParaRPr>
          </a:p>
        </p:txBody>
      </p:sp>
      <p:cxnSp>
        <p:nvCxnSpPr>
          <p:cNvPr id="13" name="直接箭头连接符 12">
            <a:extLst>
              <a:ext uri="{FF2B5EF4-FFF2-40B4-BE49-F238E27FC236}">
                <a16:creationId xmlns:a16="http://schemas.microsoft.com/office/drawing/2014/main" id="{41112DA7-C60D-479D-8170-E18068B18F0F}"/>
              </a:ext>
            </a:extLst>
          </p:cNvPr>
          <p:cNvCxnSpPr>
            <a:cxnSpLocks/>
          </p:cNvCxnSpPr>
          <p:nvPr/>
        </p:nvCxnSpPr>
        <p:spPr>
          <a:xfrm>
            <a:off x="9936136" y="2699599"/>
            <a:ext cx="0" cy="493785"/>
          </a:xfrm>
          <a:prstGeom prst="straightConnector1">
            <a:avLst/>
          </a:prstGeom>
          <a:ln w="25400">
            <a:solidFill>
              <a:schemeClr val="tx1"/>
            </a:solidFill>
            <a:prstDash val="dash"/>
            <a:tailEnd type="triangle"/>
          </a:ln>
        </p:spPr>
        <p:style>
          <a:lnRef idx="1">
            <a:schemeClr val="accent1"/>
          </a:lnRef>
          <a:fillRef idx="0">
            <a:schemeClr val="accent1"/>
          </a:fillRef>
          <a:effectRef idx="0">
            <a:schemeClr val="accent1"/>
          </a:effectRef>
          <a:fontRef idx="minor">
            <a:schemeClr val="tx1"/>
          </a:fontRef>
        </p:style>
      </p:cxnSp>
      <p:sp>
        <p:nvSpPr>
          <p:cNvPr id="49" name="文本框 48">
            <a:extLst>
              <a:ext uri="{FF2B5EF4-FFF2-40B4-BE49-F238E27FC236}">
                <a16:creationId xmlns:a16="http://schemas.microsoft.com/office/drawing/2014/main" id="{D8FBD509-5CDA-4A95-848B-B0278077B3DA}"/>
              </a:ext>
            </a:extLst>
          </p:cNvPr>
          <p:cNvSpPr txBox="1"/>
          <p:nvPr/>
        </p:nvSpPr>
        <p:spPr>
          <a:xfrm>
            <a:off x="9696034" y="1650848"/>
            <a:ext cx="430892" cy="523220"/>
          </a:xfrm>
          <a:prstGeom prst="rect">
            <a:avLst/>
          </a:prstGeom>
          <a:noFill/>
        </p:spPr>
        <p:txBody>
          <a:bodyPr wrap="square" rtlCol="0">
            <a:spAutoFit/>
          </a:bodyPr>
          <a:lstStyle/>
          <a:p>
            <a:r>
              <a:rPr lang="en-US" altLang="zh-CN" sz="2800" b="1" spc="600" dirty="0">
                <a:latin typeface="Arial Black" panose="020B0A04020102020204" pitchFamily="34" charset="0"/>
              </a:rPr>
              <a:t>1</a:t>
            </a:r>
            <a:endParaRPr lang="zh-CN" altLang="en-US" sz="2800" b="1" spc="600" dirty="0">
              <a:latin typeface="Arial Black" panose="020B0A04020102020204" pitchFamily="34" charset="0"/>
            </a:endParaRPr>
          </a:p>
        </p:txBody>
      </p:sp>
      <p:sp>
        <p:nvSpPr>
          <p:cNvPr id="41" name="文本框 40">
            <a:extLst>
              <a:ext uri="{FF2B5EF4-FFF2-40B4-BE49-F238E27FC236}">
                <a16:creationId xmlns:a16="http://schemas.microsoft.com/office/drawing/2014/main" id="{1B0FE9CA-3706-4C90-A74C-78A63B8BDA01}"/>
              </a:ext>
            </a:extLst>
          </p:cNvPr>
          <p:cNvSpPr txBox="1"/>
          <p:nvPr/>
        </p:nvSpPr>
        <p:spPr>
          <a:xfrm>
            <a:off x="8781840" y="3484768"/>
            <a:ext cx="1440674" cy="523220"/>
          </a:xfrm>
          <a:prstGeom prst="rect">
            <a:avLst/>
          </a:prstGeom>
          <a:noFill/>
        </p:spPr>
        <p:txBody>
          <a:bodyPr wrap="square" rtlCol="0">
            <a:spAutoFit/>
          </a:bodyPr>
          <a:lstStyle/>
          <a:p>
            <a:r>
              <a:rPr lang="en-US" altLang="zh-CN" sz="2800" b="1" spc="600" dirty="0">
                <a:solidFill>
                  <a:schemeClr val="accent3"/>
                </a:solidFill>
                <a:latin typeface="Arial Black" panose="020B0A04020102020204" pitchFamily="34" charset="0"/>
              </a:rPr>
              <a:t>1101</a:t>
            </a:r>
            <a:endParaRPr lang="zh-CN" altLang="en-US" sz="2800" b="1" spc="600" dirty="0">
              <a:solidFill>
                <a:schemeClr val="accent3"/>
              </a:solidFill>
              <a:latin typeface="Arial Black" panose="020B0A04020102020204" pitchFamily="34" charset="0"/>
            </a:endParaRPr>
          </a:p>
        </p:txBody>
      </p:sp>
      <p:grpSp>
        <p:nvGrpSpPr>
          <p:cNvPr id="40" name="组合 39">
            <a:extLst>
              <a:ext uri="{FF2B5EF4-FFF2-40B4-BE49-F238E27FC236}">
                <a16:creationId xmlns:a16="http://schemas.microsoft.com/office/drawing/2014/main" id="{503C5F4B-257E-4D0F-BB93-030E9098DCFF}"/>
              </a:ext>
            </a:extLst>
          </p:cNvPr>
          <p:cNvGrpSpPr/>
          <p:nvPr/>
        </p:nvGrpSpPr>
        <p:grpSpPr>
          <a:xfrm>
            <a:off x="8266070" y="3444159"/>
            <a:ext cx="1701886" cy="523220"/>
            <a:chOff x="7966736" y="2605199"/>
            <a:chExt cx="1701886" cy="523220"/>
          </a:xfrm>
        </p:grpSpPr>
        <p:cxnSp>
          <p:nvCxnSpPr>
            <p:cNvPr id="43" name="直接连接符 42">
              <a:extLst>
                <a:ext uri="{FF2B5EF4-FFF2-40B4-BE49-F238E27FC236}">
                  <a16:creationId xmlns:a16="http://schemas.microsoft.com/office/drawing/2014/main" id="{B5988F22-BBB6-41F6-AB0B-7C3C103F9942}"/>
                </a:ext>
              </a:extLst>
            </p:cNvPr>
            <p:cNvCxnSpPr>
              <a:cxnSpLocks/>
            </p:cNvCxnSpPr>
            <p:nvPr/>
          </p:nvCxnSpPr>
          <p:spPr>
            <a:xfrm>
              <a:off x="8117215" y="3128419"/>
              <a:ext cx="1551407" cy="0"/>
            </a:xfrm>
            <a:prstGeom prst="line">
              <a:avLst/>
            </a:prstGeom>
            <a:ln w="50800" cap="rnd">
              <a:solidFill>
                <a:schemeClr val="tx1"/>
              </a:solidFill>
              <a:round/>
            </a:ln>
          </p:spPr>
          <p:style>
            <a:lnRef idx="1">
              <a:schemeClr val="accent1"/>
            </a:lnRef>
            <a:fillRef idx="0">
              <a:schemeClr val="accent1"/>
            </a:fillRef>
            <a:effectRef idx="0">
              <a:schemeClr val="accent1"/>
            </a:effectRef>
            <a:fontRef idx="minor">
              <a:schemeClr val="tx1"/>
            </a:fontRef>
          </p:style>
        </p:cxnSp>
        <p:sp>
          <p:nvSpPr>
            <p:cNvPr id="45" name="文本框 44">
              <a:extLst>
                <a:ext uri="{FF2B5EF4-FFF2-40B4-BE49-F238E27FC236}">
                  <a16:creationId xmlns:a16="http://schemas.microsoft.com/office/drawing/2014/main" id="{5A1C06E4-5DBF-49BC-A7F4-F7CA1A35AC6A}"/>
                </a:ext>
              </a:extLst>
            </p:cNvPr>
            <p:cNvSpPr txBox="1"/>
            <p:nvPr/>
          </p:nvSpPr>
          <p:spPr>
            <a:xfrm>
              <a:off x="7966736" y="2605199"/>
              <a:ext cx="547653" cy="523220"/>
            </a:xfrm>
            <a:prstGeom prst="rect">
              <a:avLst/>
            </a:prstGeom>
            <a:noFill/>
          </p:spPr>
          <p:txBody>
            <a:bodyPr wrap="square">
              <a:spAutoFit/>
            </a:bodyPr>
            <a:lstStyle/>
            <a:p>
              <a:pPr algn="ctr"/>
              <a:r>
                <a:rPr lang="zh-CN" altLang="en-US" sz="2800" b="1" dirty="0">
                  <a:solidFill>
                    <a:schemeClr val="accent1">
                      <a:lumMod val="75000"/>
                    </a:schemeClr>
                  </a:solidFill>
                </a:rPr>
                <a:t>⊕</a:t>
              </a:r>
            </a:p>
          </p:txBody>
        </p:sp>
      </p:grpSp>
      <p:sp>
        <p:nvSpPr>
          <p:cNvPr id="48" name="文本框 47">
            <a:extLst>
              <a:ext uri="{FF2B5EF4-FFF2-40B4-BE49-F238E27FC236}">
                <a16:creationId xmlns:a16="http://schemas.microsoft.com/office/drawing/2014/main" id="{D23A3A55-D125-4533-B7A6-1A0032AC155F}"/>
              </a:ext>
            </a:extLst>
          </p:cNvPr>
          <p:cNvSpPr txBox="1"/>
          <p:nvPr/>
        </p:nvSpPr>
        <p:spPr>
          <a:xfrm>
            <a:off x="9398934" y="3972892"/>
            <a:ext cx="823580" cy="523220"/>
          </a:xfrm>
          <a:prstGeom prst="rect">
            <a:avLst/>
          </a:prstGeom>
          <a:noFill/>
        </p:spPr>
        <p:txBody>
          <a:bodyPr wrap="square" rtlCol="0">
            <a:spAutoFit/>
          </a:bodyPr>
          <a:lstStyle/>
          <a:p>
            <a:r>
              <a:rPr lang="en-US" altLang="zh-CN" sz="2800" b="1" spc="600" dirty="0">
                <a:latin typeface="Arial Black" panose="020B0A04020102020204" pitchFamily="34" charset="0"/>
              </a:rPr>
              <a:t>11</a:t>
            </a:r>
            <a:endParaRPr lang="zh-CN" altLang="en-US" sz="2800" b="1" spc="600" dirty="0">
              <a:latin typeface="Arial Black" panose="020B0A04020102020204" pitchFamily="34" charset="0"/>
            </a:endParaRPr>
          </a:p>
        </p:txBody>
      </p:sp>
      <p:grpSp>
        <p:nvGrpSpPr>
          <p:cNvPr id="14" name="组合 13">
            <a:extLst>
              <a:ext uri="{FF2B5EF4-FFF2-40B4-BE49-F238E27FC236}">
                <a16:creationId xmlns:a16="http://schemas.microsoft.com/office/drawing/2014/main" id="{01A0DBE3-2F2E-4710-966E-ECBAD16D9732}"/>
              </a:ext>
            </a:extLst>
          </p:cNvPr>
          <p:cNvGrpSpPr/>
          <p:nvPr/>
        </p:nvGrpSpPr>
        <p:grpSpPr>
          <a:xfrm>
            <a:off x="10022149" y="2699599"/>
            <a:ext cx="474733" cy="1796513"/>
            <a:chOff x="10022149" y="2699599"/>
            <a:chExt cx="474733" cy="1796513"/>
          </a:xfrm>
        </p:grpSpPr>
        <p:sp>
          <p:nvSpPr>
            <p:cNvPr id="57" name="文本框 56">
              <a:extLst>
                <a:ext uri="{FF2B5EF4-FFF2-40B4-BE49-F238E27FC236}">
                  <a16:creationId xmlns:a16="http://schemas.microsoft.com/office/drawing/2014/main" id="{579ADEE0-23C0-4D8E-B8F7-6642DA60CAB2}"/>
                </a:ext>
              </a:extLst>
            </p:cNvPr>
            <p:cNvSpPr txBox="1"/>
            <p:nvPr/>
          </p:nvSpPr>
          <p:spPr>
            <a:xfrm>
              <a:off x="10022149" y="3972892"/>
              <a:ext cx="474733" cy="523220"/>
            </a:xfrm>
            <a:prstGeom prst="rect">
              <a:avLst/>
            </a:prstGeom>
            <a:noFill/>
          </p:spPr>
          <p:txBody>
            <a:bodyPr wrap="square" rtlCol="0">
              <a:spAutoFit/>
            </a:bodyPr>
            <a:lstStyle/>
            <a:p>
              <a:r>
                <a:rPr lang="en-US" altLang="zh-CN" sz="2800" b="1" spc="600" dirty="0">
                  <a:latin typeface="Arial Black" panose="020B0A04020102020204" pitchFamily="34" charset="0"/>
                </a:rPr>
                <a:t>1</a:t>
              </a:r>
              <a:endParaRPr lang="zh-CN" altLang="en-US" sz="2800" b="1" spc="600" dirty="0">
                <a:latin typeface="Arial Black" panose="020B0A04020102020204" pitchFamily="34" charset="0"/>
              </a:endParaRPr>
            </a:p>
          </p:txBody>
        </p:sp>
        <p:cxnSp>
          <p:nvCxnSpPr>
            <p:cNvPr id="58" name="直接箭头连接符 57">
              <a:extLst>
                <a:ext uri="{FF2B5EF4-FFF2-40B4-BE49-F238E27FC236}">
                  <a16:creationId xmlns:a16="http://schemas.microsoft.com/office/drawing/2014/main" id="{CBD82F85-5E00-4306-BBB6-B1DA82930572}"/>
                </a:ext>
              </a:extLst>
            </p:cNvPr>
            <p:cNvCxnSpPr>
              <a:cxnSpLocks/>
            </p:cNvCxnSpPr>
            <p:nvPr/>
          </p:nvCxnSpPr>
          <p:spPr>
            <a:xfrm flipH="1">
              <a:off x="10259516" y="2699599"/>
              <a:ext cx="3763" cy="1273293"/>
            </a:xfrm>
            <a:prstGeom prst="straightConnector1">
              <a:avLst/>
            </a:prstGeom>
            <a:ln w="25400">
              <a:solidFill>
                <a:schemeClr val="tx1"/>
              </a:solidFill>
              <a:prstDash val="dash"/>
              <a:tailEnd type="triangle"/>
            </a:ln>
          </p:spPr>
          <p:style>
            <a:lnRef idx="1">
              <a:schemeClr val="accent1"/>
            </a:lnRef>
            <a:fillRef idx="0">
              <a:schemeClr val="accent1"/>
            </a:fillRef>
            <a:effectRef idx="0">
              <a:schemeClr val="accent1"/>
            </a:effectRef>
            <a:fontRef idx="minor">
              <a:schemeClr val="tx1"/>
            </a:fontRef>
          </p:style>
        </p:cxnSp>
      </p:grpSp>
      <p:sp>
        <p:nvSpPr>
          <p:cNvPr id="59" name="文本框 58">
            <a:extLst>
              <a:ext uri="{FF2B5EF4-FFF2-40B4-BE49-F238E27FC236}">
                <a16:creationId xmlns:a16="http://schemas.microsoft.com/office/drawing/2014/main" id="{3D549CBE-5C75-482D-A455-03C987A182DE}"/>
              </a:ext>
            </a:extLst>
          </p:cNvPr>
          <p:cNvSpPr txBox="1"/>
          <p:nvPr/>
        </p:nvSpPr>
        <p:spPr>
          <a:xfrm>
            <a:off x="10044069" y="1650848"/>
            <a:ext cx="430892" cy="523220"/>
          </a:xfrm>
          <a:prstGeom prst="rect">
            <a:avLst/>
          </a:prstGeom>
          <a:noFill/>
        </p:spPr>
        <p:txBody>
          <a:bodyPr wrap="square" rtlCol="0">
            <a:spAutoFit/>
          </a:bodyPr>
          <a:lstStyle/>
          <a:p>
            <a:r>
              <a:rPr lang="en-US" altLang="zh-CN" sz="2800" b="1" spc="600" dirty="0">
                <a:latin typeface="Arial Black" panose="020B0A04020102020204" pitchFamily="34" charset="0"/>
              </a:rPr>
              <a:t>0</a:t>
            </a:r>
            <a:endParaRPr lang="zh-CN" altLang="en-US" sz="2800" b="1" spc="600" dirty="0">
              <a:latin typeface="Arial Black" panose="020B0A04020102020204" pitchFamily="34" charset="0"/>
            </a:endParaRPr>
          </a:p>
        </p:txBody>
      </p:sp>
      <p:grpSp>
        <p:nvGrpSpPr>
          <p:cNvPr id="15" name="组合 14">
            <a:extLst>
              <a:ext uri="{FF2B5EF4-FFF2-40B4-BE49-F238E27FC236}">
                <a16:creationId xmlns:a16="http://schemas.microsoft.com/office/drawing/2014/main" id="{56F2ED03-3545-43AB-A93D-4FB29ACC4D57}"/>
              </a:ext>
            </a:extLst>
          </p:cNvPr>
          <p:cNvGrpSpPr/>
          <p:nvPr/>
        </p:nvGrpSpPr>
        <p:grpSpPr>
          <a:xfrm>
            <a:off x="10353329" y="2699599"/>
            <a:ext cx="427749" cy="1796513"/>
            <a:chOff x="10353329" y="2699599"/>
            <a:chExt cx="427749" cy="1796513"/>
          </a:xfrm>
        </p:grpSpPr>
        <p:cxnSp>
          <p:nvCxnSpPr>
            <p:cNvPr id="63" name="直接箭头连接符 62">
              <a:extLst>
                <a:ext uri="{FF2B5EF4-FFF2-40B4-BE49-F238E27FC236}">
                  <a16:creationId xmlns:a16="http://schemas.microsoft.com/office/drawing/2014/main" id="{23643120-71E3-439F-81A8-56DE3DBA8745}"/>
                </a:ext>
              </a:extLst>
            </p:cNvPr>
            <p:cNvCxnSpPr>
              <a:cxnSpLocks/>
            </p:cNvCxnSpPr>
            <p:nvPr/>
          </p:nvCxnSpPr>
          <p:spPr>
            <a:xfrm flipH="1">
              <a:off x="10564428" y="2699599"/>
              <a:ext cx="3763" cy="1273293"/>
            </a:xfrm>
            <a:prstGeom prst="straightConnector1">
              <a:avLst/>
            </a:prstGeom>
            <a:ln w="25400">
              <a:solidFill>
                <a:schemeClr val="tx1"/>
              </a:solidFill>
              <a:prstDash val="dash"/>
              <a:tailEnd type="triangle"/>
            </a:ln>
          </p:spPr>
          <p:style>
            <a:lnRef idx="1">
              <a:schemeClr val="accent1"/>
            </a:lnRef>
            <a:fillRef idx="0">
              <a:schemeClr val="accent1"/>
            </a:fillRef>
            <a:effectRef idx="0">
              <a:schemeClr val="accent1"/>
            </a:effectRef>
            <a:fontRef idx="minor">
              <a:schemeClr val="tx1"/>
            </a:fontRef>
          </p:style>
        </p:cxnSp>
        <p:sp>
          <p:nvSpPr>
            <p:cNvPr id="64" name="文本框 63">
              <a:extLst>
                <a:ext uri="{FF2B5EF4-FFF2-40B4-BE49-F238E27FC236}">
                  <a16:creationId xmlns:a16="http://schemas.microsoft.com/office/drawing/2014/main" id="{28C9146A-2FB4-4E90-AFC9-5E9308E5942D}"/>
                </a:ext>
              </a:extLst>
            </p:cNvPr>
            <p:cNvSpPr txBox="1"/>
            <p:nvPr/>
          </p:nvSpPr>
          <p:spPr>
            <a:xfrm>
              <a:off x="10353329" y="3972892"/>
              <a:ext cx="427749" cy="523220"/>
            </a:xfrm>
            <a:prstGeom prst="rect">
              <a:avLst/>
            </a:prstGeom>
            <a:noFill/>
          </p:spPr>
          <p:txBody>
            <a:bodyPr wrap="square" rtlCol="0">
              <a:spAutoFit/>
            </a:bodyPr>
            <a:lstStyle/>
            <a:p>
              <a:r>
                <a:rPr lang="en-US" altLang="zh-CN" sz="2800" b="1" spc="600" dirty="0">
                  <a:solidFill>
                    <a:schemeClr val="accent4"/>
                  </a:solidFill>
                  <a:latin typeface="Arial Black" panose="020B0A04020102020204" pitchFamily="34" charset="0"/>
                </a:rPr>
                <a:t>0</a:t>
              </a:r>
              <a:endParaRPr lang="zh-CN" altLang="en-US" sz="2800" b="1" spc="600" dirty="0">
                <a:solidFill>
                  <a:schemeClr val="accent4"/>
                </a:solidFill>
                <a:latin typeface="Arial Black" panose="020B0A04020102020204" pitchFamily="34" charset="0"/>
              </a:endParaRPr>
            </a:p>
          </p:txBody>
        </p:sp>
      </p:grpSp>
      <p:sp>
        <p:nvSpPr>
          <p:cNvPr id="65" name="文本框 64">
            <a:extLst>
              <a:ext uri="{FF2B5EF4-FFF2-40B4-BE49-F238E27FC236}">
                <a16:creationId xmlns:a16="http://schemas.microsoft.com/office/drawing/2014/main" id="{52F8D026-A967-479D-8FE8-5548C6D673FB}"/>
              </a:ext>
            </a:extLst>
          </p:cNvPr>
          <p:cNvSpPr txBox="1"/>
          <p:nvPr/>
        </p:nvSpPr>
        <p:spPr>
          <a:xfrm>
            <a:off x="10355996" y="1650848"/>
            <a:ext cx="430892" cy="523220"/>
          </a:xfrm>
          <a:prstGeom prst="rect">
            <a:avLst/>
          </a:prstGeom>
          <a:noFill/>
        </p:spPr>
        <p:txBody>
          <a:bodyPr wrap="square" rtlCol="0">
            <a:spAutoFit/>
          </a:bodyPr>
          <a:lstStyle/>
          <a:p>
            <a:r>
              <a:rPr lang="en-US" altLang="zh-CN" sz="2800" b="1" spc="600" dirty="0">
                <a:latin typeface="Arial Black" panose="020B0A04020102020204" pitchFamily="34" charset="0"/>
              </a:rPr>
              <a:t>1</a:t>
            </a:r>
            <a:endParaRPr lang="zh-CN" altLang="en-US" sz="2800" b="1" spc="600" dirty="0">
              <a:latin typeface="Arial Black" panose="020B0A04020102020204" pitchFamily="34" charset="0"/>
            </a:endParaRPr>
          </a:p>
        </p:txBody>
      </p:sp>
      <p:grpSp>
        <p:nvGrpSpPr>
          <p:cNvPr id="12" name="组合 11">
            <a:extLst>
              <a:ext uri="{FF2B5EF4-FFF2-40B4-BE49-F238E27FC236}">
                <a16:creationId xmlns:a16="http://schemas.microsoft.com/office/drawing/2014/main" id="{9AC78A0F-C593-457C-9331-10F772948A4F}"/>
              </a:ext>
            </a:extLst>
          </p:cNvPr>
          <p:cNvGrpSpPr/>
          <p:nvPr/>
        </p:nvGrpSpPr>
        <p:grpSpPr>
          <a:xfrm>
            <a:off x="7750468" y="2791628"/>
            <a:ext cx="3091894" cy="2068010"/>
            <a:chOff x="7750468" y="2791628"/>
            <a:chExt cx="3091894" cy="2068010"/>
          </a:xfrm>
        </p:grpSpPr>
        <p:sp>
          <p:nvSpPr>
            <p:cNvPr id="66" name="文本框 65">
              <a:extLst>
                <a:ext uri="{FF2B5EF4-FFF2-40B4-BE49-F238E27FC236}">
                  <a16:creationId xmlns:a16="http://schemas.microsoft.com/office/drawing/2014/main" id="{0FF95ED9-FC12-4FD1-8B94-6397ADF6DF98}"/>
                </a:ext>
              </a:extLst>
            </p:cNvPr>
            <p:cNvSpPr txBox="1"/>
            <p:nvPr/>
          </p:nvSpPr>
          <p:spPr>
            <a:xfrm>
              <a:off x="9401688" y="4336418"/>
              <a:ext cx="1440674" cy="523220"/>
            </a:xfrm>
            <a:prstGeom prst="rect">
              <a:avLst/>
            </a:prstGeom>
            <a:noFill/>
          </p:spPr>
          <p:txBody>
            <a:bodyPr wrap="square" rtlCol="0">
              <a:spAutoFit/>
            </a:bodyPr>
            <a:lstStyle/>
            <a:p>
              <a:r>
                <a:rPr lang="en-US" altLang="zh-CN" sz="2800" b="1" spc="600" dirty="0">
                  <a:solidFill>
                    <a:schemeClr val="accent3"/>
                  </a:solidFill>
                  <a:latin typeface="Arial Black" panose="020B0A04020102020204" pitchFamily="34" charset="0"/>
                </a:rPr>
                <a:t>1101</a:t>
              </a:r>
              <a:endParaRPr lang="zh-CN" altLang="en-US" sz="2800" b="1" spc="600" dirty="0">
                <a:solidFill>
                  <a:schemeClr val="accent3"/>
                </a:solidFill>
                <a:latin typeface="Arial Black" panose="020B0A04020102020204" pitchFamily="34" charset="0"/>
              </a:endParaRPr>
            </a:p>
          </p:txBody>
        </p:sp>
        <p:cxnSp>
          <p:nvCxnSpPr>
            <p:cNvPr id="67" name="连接符: 曲线 66">
              <a:extLst>
                <a:ext uri="{FF2B5EF4-FFF2-40B4-BE49-F238E27FC236}">
                  <a16:creationId xmlns:a16="http://schemas.microsoft.com/office/drawing/2014/main" id="{252BA68D-87C4-4519-AA2C-22A62723FF62}"/>
                </a:ext>
              </a:extLst>
            </p:cNvPr>
            <p:cNvCxnSpPr>
              <a:cxnSpLocks/>
              <a:stCxn id="42" idx="2"/>
              <a:endCxn id="66" idx="1"/>
            </p:cNvCxnSpPr>
            <p:nvPr/>
          </p:nvCxnSpPr>
          <p:spPr>
            <a:xfrm rot="16200000" flipH="1">
              <a:off x="7672878" y="2869218"/>
              <a:ext cx="1806400" cy="1651219"/>
            </a:xfrm>
            <a:prstGeom prst="curvedConnector2">
              <a:avLst/>
            </a:prstGeom>
            <a:ln w="38100">
              <a:solidFill>
                <a:schemeClr val="accent3"/>
              </a:solidFill>
              <a:prstDash val="dash"/>
              <a:tailEnd type="triangle"/>
            </a:ln>
          </p:spPr>
          <p:style>
            <a:lnRef idx="1">
              <a:schemeClr val="accent1"/>
            </a:lnRef>
            <a:fillRef idx="0">
              <a:schemeClr val="accent1"/>
            </a:fillRef>
            <a:effectRef idx="0">
              <a:schemeClr val="accent1"/>
            </a:effectRef>
            <a:fontRef idx="minor">
              <a:schemeClr val="tx1"/>
            </a:fontRef>
          </p:style>
        </p:cxnSp>
      </p:grpSp>
    </p:spTree>
    <p:custDataLst>
      <p:tags r:id="rId1"/>
    </p:custDataLst>
    <p:extLst>
      <p:ext uri="{BB962C8B-B14F-4D97-AF65-F5344CB8AC3E}">
        <p14:creationId xmlns:p14="http://schemas.microsoft.com/office/powerpoint/2010/main" val="4126872276"/>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2" presetClass="entr" presetSubtype="8" fill="hold" nodeType="withEffect">
                                  <p:stCondLst>
                                    <p:cond delay="0"/>
                                  </p:stCondLst>
                                  <p:childTnLst>
                                    <p:set>
                                      <p:cBhvr>
                                        <p:cTn id="6" dur="1" fill="hold">
                                          <p:stCondLst>
                                            <p:cond delay="0"/>
                                          </p:stCondLst>
                                        </p:cTn>
                                        <p:tgtEl>
                                          <p:spTgt spid="40"/>
                                        </p:tgtEl>
                                        <p:attrNameLst>
                                          <p:attrName>style.visibility</p:attrName>
                                        </p:attrNameLst>
                                      </p:cBhvr>
                                      <p:to>
                                        <p:strVal val="visible"/>
                                      </p:to>
                                    </p:set>
                                    <p:anim calcmode="lin" valueType="num">
                                      <p:cBhvr additive="base">
                                        <p:cTn id="7" dur="500"/>
                                        <p:tgtEl>
                                          <p:spTgt spid="40"/>
                                        </p:tgtEl>
                                        <p:attrNameLst>
                                          <p:attrName>ppt_x</p:attrName>
                                        </p:attrNameLst>
                                      </p:cBhvr>
                                      <p:tavLst>
                                        <p:tav tm="0">
                                          <p:val>
                                            <p:strVal val="#ppt_x-#ppt_w*1.125000"/>
                                          </p:val>
                                        </p:tav>
                                        <p:tav tm="100000">
                                          <p:val>
                                            <p:strVal val="#ppt_x"/>
                                          </p:val>
                                        </p:tav>
                                      </p:tavLst>
                                    </p:anim>
                                    <p:animEffect transition="in" filter="wipe(right)">
                                      <p:cBhvr>
                                        <p:cTn id="8" dur="500"/>
                                        <p:tgtEl>
                                          <p:spTgt spid="40"/>
                                        </p:tgtEl>
                                      </p:cBhvr>
                                    </p:animEffect>
                                  </p:childTnLst>
                                </p:cTn>
                              </p:par>
                            </p:childTnLst>
                          </p:cTn>
                        </p:par>
                      </p:childTnLst>
                    </p:cTn>
                  </p:par>
                  <p:par>
                    <p:cTn id="9" fill="hold">
                      <p:stCondLst>
                        <p:cond delay="indefinite"/>
                      </p:stCondLst>
                      <p:childTnLst>
                        <p:par>
                          <p:cTn id="10" fill="hold">
                            <p:stCondLst>
                              <p:cond delay="0"/>
                            </p:stCondLst>
                            <p:childTnLst>
                              <p:par>
                                <p:cTn id="11" presetID="12" presetClass="entr" presetSubtype="1" fill="hold" grpId="0" nodeType="clickEffect">
                                  <p:stCondLst>
                                    <p:cond delay="0"/>
                                  </p:stCondLst>
                                  <p:childTnLst>
                                    <p:set>
                                      <p:cBhvr>
                                        <p:cTn id="12" dur="1" fill="hold">
                                          <p:stCondLst>
                                            <p:cond delay="0"/>
                                          </p:stCondLst>
                                        </p:cTn>
                                        <p:tgtEl>
                                          <p:spTgt spid="48"/>
                                        </p:tgtEl>
                                        <p:attrNameLst>
                                          <p:attrName>style.visibility</p:attrName>
                                        </p:attrNameLst>
                                      </p:cBhvr>
                                      <p:to>
                                        <p:strVal val="visible"/>
                                      </p:to>
                                    </p:set>
                                    <p:anim calcmode="lin" valueType="num">
                                      <p:cBhvr additive="base">
                                        <p:cTn id="13" dur="500"/>
                                        <p:tgtEl>
                                          <p:spTgt spid="48"/>
                                        </p:tgtEl>
                                        <p:attrNameLst>
                                          <p:attrName>ppt_y</p:attrName>
                                        </p:attrNameLst>
                                      </p:cBhvr>
                                      <p:tavLst>
                                        <p:tav tm="0">
                                          <p:val>
                                            <p:strVal val="#ppt_y-#ppt_h*1.125000"/>
                                          </p:val>
                                        </p:tav>
                                        <p:tav tm="100000">
                                          <p:val>
                                            <p:strVal val="#ppt_y"/>
                                          </p:val>
                                        </p:tav>
                                      </p:tavLst>
                                    </p:anim>
                                    <p:animEffect transition="in" filter="wipe(down)">
                                      <p:cBhvr>
                                        <p:cTn id="14" dur="500"/>
                                        <p:tgtEl>
                                          <p:spTgt spid="48"/>
                                        </p:tgtEl>
                                      </p:cBhvr>
                                    </p:animEffect>
                                  </p:childTnLst>
                                </p:cTn>
                              </p:par>
                            </p:childTnLst>
                          </p:cTn>
                        </p:par>
                      </p:childTnLst>
                    </p:cTn>
                  </p:par>
                  <p:par>
                    <p:cTn id="15" fill="hold">
                      <p:stCondLst>
                        <p:cond delay="indefinite"/>
                      </p:stCondLst>
                      <p:childTnLst>
                        <p:par>
                          <p:cTn id="16" fill="hold">
                            <p:stCondLst>
                              <p:cond delay="0"/>
                            </p:stCondLst>
                            <p:childTnLst>
                              <p:par>
                                <p:cTn id="17" presetID="22" presetClass="entr" presetSubtype="1" fill="hold" nodeType="clickEffect">
                                  <p:stCondLst>
                                    <p:cond delay="0"/>
                                  </p:stCondLst>
                                  <p:childTnLst>
                                    <p:set>
                                      <p:cBhvr>
                                        <p:cTn id="18" dur="1" fill="hold">
                                          <p:stCondLst>
                                            <p:cond delay="0"/>
                                          </p:stCondLst>
                                        </p:cTn>
                                        <p:tgtEl>
                                          <p:spTgt spid="14"/>
                                        </p:tgtEl>
                                        <p:attrNameLst>
                                          <p:attrName>style.visibility</p:attrName>
                                        </p:attrNameLst>
                                      </p:cBhvr>
                                      <p:to>
                                        <p:strVal val="visible"/>
                                      </p:to>
                                    </p:set>
                                    <p:animEffect transition="in" filter="wipe(up)">
                                      <p:cBhvr>
                                        <p:cTn id="19" dur="500"/>
                                        <p:tgtEl>
                                          <p:spTgt spid="14"/>
                                        </p:tgtEl>
                                      </p:cBhvr>
                                    </p:animEffect>
                                  </p:childTnLst>
                                </p:cTn>
                              </p:par>
                            </p:childTnLst>
                          </p:cTn>
                        </p:par>
                      </p:childTnLst>
                    </p:cTn>
                  </p:par>
                  <p:par>
                    <p:cTn id="20" fill="hold">
                      <p:stCondLst>
                        <p:cond delay="indefinite"/>
                      </p:stCondLst>
                      <p:childTnLst>
                        <p:par>
                          <p:cTn id="21" fill="hold">
                            <p:stCondLst>
                              <p:cond delay="0"/>
                            </p:stCondLst>
                            <p:childTnLst>
                              <p:par>
                                <p:cTn id="22" presetID="53" presetClass="entr" presetSubtype="16" fill="hold" grpId="0" nodeType="clickEffect">
                                  <p:stCondLst>
                                    <p:cond delay="0"/>
                                  </p:stCondLst>
                                  <p:childTnLst>
                                    <p:set>
                                      <p:cBhvr>
                                        <p:cTn id="23" dur="1" fill="hold">
                                          <p:stCondLst>
                                            <p:cond delay="0"/>
                                          </p:stCondLst>
                                        </p:cTn>
                                        <p:tgtEl>
                                          <p:spTgt spid="59"/>
                                        </p:tgtEl>
                                        <p:attrNameLst>
                                          <p:attrName>style.visibility</p:attrName>
                                        </p:attrNameLst>
                                      </p:cBhvr>
                                      <p:to>
                                        <p:strVal val="visible"/>
                                      </p:to>
                                    </p:set>
                                    <p:anim calcmode="lin" valueType="num">
                                      <p:cBhvr>
                                        <p:cTn id="24" dur="500" fill="hold"/>
                                        <p:tgtEl>
                                          <p:spTgt spid="59"/>
                                        </p:tgtEl>
                                        <p:attrNameLst>
                                          <p:attrName>ppt_w</p:attrName>
                                        </p:attrNameLst>
                                      </p:cBhvr>
                                      <p:tavLst>
                                        <p:tav tm="0">
                                          <p:val>
                                            <p:fltVal val="0"/>
                                          </p:val>
                                        </p:tav>
                                        <p:tav tm="100000">
                                          <p:val>
                                            <p:strVal val="#ppt_w"/>
                                          </p:val>
                                        </p:tav>
                                      </p:tavLst>
                                    </p:anim>
                                    <p:anim calcmode="lin" valueType="num">
                                      <p:cBhvr>
                                        <p:cTn id="25" dur="500" fill="hold"/>
                                        <p:tgtEl>
                                          <p:spTgt spid="59"/>
                                        </p:tgtEl>
                                        <p:attrNameLst>
                                          <p:attrName>ppt_h</p:attrName>
                                        </p:attrNameLst>
                                      </p:cBhvr>
                                      <p:tavLst>
                                        <p:tav tm="0">
                                          <p:val>
                                            <p:fltVal val="0"/>
                                          </p:val>
                                        </p:tav>
                                        <p:tav tm="100000">
                                          <p:val>
                                            <p:strVal val="#ppt_h"/>
                                          </p:val>
                                        </p:tav>
                                      </p:tavLst>
                                    </p:anim>
                                    <p:animEffect transition="in" filter="fade">
                                      <p:cBhvr>
                                        <p:cTn id="26" dur="500"/>
                                        <p:tgtEl>
                                          <p:spTgt spid="59"/>
                                        </p:tgtEl>
                                      </p:cBhvr>
                                    </p:animEffect>
                                  </p:childTnLst>
                                </p:cTn>
                              </p:par>
                            </p:childTnLst>
                          </p:cTn>
                        </p:par>
                      </p:childTnLst>
                    </p:cTn>
                  </p:par>
                  <p:par>
                    <p:cTn id="27" fill="hold">
                      <p:stCondLst>
                        <p:cond delay="indefinite"/>
                      </p:stCondLst>
                      <p:childTnLst>
                        <p:par>
                          <p:cTn id="28" fill="hold">
                            <p:stCondLst>
                              <p:cond delay="0"/>
                            </p:stCondLst>
                            <p:childTnLst>
                              <p:par>
                                <p:cTn id="29" presetID="22" presetClass="entr" presetSubtype="1" fill="hold" nodeType="clickEffect">
                                  <p:stCondLst>
                                    <p:cond delay="0"/>
                                  </p:stCondLst>
                                  <p:childTnLst>
                                    <p:set>
                                      <p:cBhvr>
                                        <p:cTn id="30" dur="1" fill="hold">
                                          <p:stCondLst>
                                            <p:cond delay="0"/>
                                          </p:stCondLst>
                                        </p:cTn>
                                        <p:tgtEl>
                                          <p:spTgt spid="15"/>
                                        </p:tgtEl>
                                        <p:attrNameLst>
                                          <p:attrName>style.visibility</p:attrName>
                                        </p:attrNameLst>
                                      </p:cBhvr>
                                      <p:to>
                                        <p:strVal val="visible"/>
                                      </p:to>
                                    </p:set>
                                    <p:animEffect transition="in" filter="wipe(up)">
                                      <p:cBhvr>
                                        <p:cTn id="31" dur="500"/>
                                        <p:tgtEl>
                                          <p:spTgt spid="15"/>
                                        </p:tgtEl>
                                      </p:cBhvr>
                                    </p:animEffect>
                                  </p:childTnLst>
                                </p:cTn>
                              </p:par>
                            </p:childTnLst>
                          </p:cTn>
                        </p:par>
                      </p:childTnLst>
                    </p:cTn>
                  </p:par>
                  <p:par>
                    <p:cTn id="32" fill="hold">
                      <p:stCondLst>
                        <p:cond delay="indefinite"/>
                      </p:stCondLst>
                      <p:childTnLst>
                        <p:par>
                          <p:cTn id="33" fill="hold">
                            <p:stCondLst>
                              <p:cond delay="0"/>
                            </p:stCondLst>
                            <p:childTnLst>
                              <p:par>
                                <p:cTn id="34" presetID="53" presetClass="entr" presetSubtype="16" fill="hold" grpId="0" nodeType="clickEffect">
                                  <p:stCondLst>
                                    <p:cond delay="0"/>
                                  </p:stCondLst>
                                  <p:childTnLst>
                                    <p:set>
                                      <p:cBhvr>
                                        <p:cTn id="35" dur="1" fill="hold">
                                          <p:stCondLst>
                                            <p:cond delay="0"/>
                                          </p:stCondLst>
                                        </p:cTn>
                                        <p:tgtEl>
                                          <p:spTgt spid="65"/>
                                        </p:tgtEl>
                                        <p:attrNameLst>
                                          <p:attrName>style.visibility</p:attrName>
                                        </p:attrNameLst>
                                      </p:cBhvr>
                                      <p:to>
                                        <p:strVal val="visible"/>
                                      </p:to>
                                    </p:set>
                                    <p:anim calcmode="lin" valueType="num">
                                      <p:cBhvr>
                                        <p:cTn id="36" dur="500" fill="hold"/>
                                        <p:tgtEl>
                                          <p:spTgt spid="65"/>
                                        </p:tgtEl>
                                        <p:attrNameLst>
                                          <p:attrName>ppt_w</p:attrName>
                                        </p:attrNameLst>
                                      </p:cBhvr>
                                      <p:tavLst>
                                        <p:tav tm="0">
                                          <p:val>
                                            <p:fltVal val="0"/>
                                          </p:val>
                                        </p:tav>
                                        <p:tav tm="100000">
                                          <p:val>
                                            <p:strVal val="#ppt_w"/>
                                          </p:val>
                                        </p:tav>
                                      </p:tavLst>
                                    </p:anim>
                                    <p:anim calcmode="lin" valueType="num">
                                      <p:cBhvr>
                                        <p:cTn id="37" dur="500" fill="hold"/>
                                        <p:tgtEl>
                                          <p:spTgt spid="65"/>
                                        </p:tgtEl>
                                        <p:attrNameLst>
                                          <p:attrName>ppt_h</p:attrName>
                                        </p:attrNameLst>
                                      </p:cBhvr>
                                      <p:tavLst>
                                        <p:tav tm="0">
                                          <p:val>
                                            <p:fltVal val="0"/>
                                          </p:val>
                                        </p:tav>
                                        <p:tav tm="100000">
                                          <p:val>
                                            <p:strVal val="#ppt_h"/>
                                          </p:val>
                                        </p:tav>
                                      </p:tavLst>
                                    </p:anim>
                                    <p:animEffect transition="in" filter="fade">
                                      <p:cBhvr>
                                        <p:cTn id="38" dur="500"/>
                                        <p:tgtEl>
                                          <p:spTgt spid="65"/>
                                        </p:tgtEl>
                                      </p:cBhvr>
                                    </p:animEffect>
                                  </p:childTnLst>
                                </p:cTn>
                              </p:par>
                            </p:childTnLst>
                          </p:cTn>
                        </p:par>
                      </p:childTnLst>
                    </p:cTn>
                  </p:par>
                  <p:par>
                    <p:cTn id="39" fill="hold">
                      <p:stCondLst>
                        <p:cond delay="indefinite"/>
                      </p:stCondLst>
                      <p:childTnLst>
                        <p:par>
                          <p:cTn id="40" fill="hold">
                            <p:stCondLst>
                              <p:cond delay="0"/>
                            </p:stCondLst>
                            <p:childTnLst>
                              <p:par>
                                <p:cTn id="41" presetID="22" presetClass="entr" presetSubtype="8" fill="hold" nodeType="clickEffect">
                                  <p:stCondLst>
                                    <p:cond delay="0"/>
                                  </p:stCondLst>
                                  <p:childTnLst>
                                    <p:set>
                                      <p:cBhvr>
                                        <p:cTn id="42" dur="1" fill="hold">
                                          <p:stCondLst>
                                            <p:cond delay="0"/>
                                          </p:stCondLst>
                                        </p:cTn>
                                        <p:tgtEl>
                                          <p:spTgt spid="12"/>
                                        </p:tgtEl>
                                        <p:attrNameLst>
                                          <p:attrName>style.visibility</p:attrName>
                                        </p:attrNameLst>
                                      </p:cBhvr>
                                      <p:to>
                                        <p:strVal val="visible"/>
                                      </p:to>
                                    </p:set>
                                    <p:animEffect transition="in" filter="wipe(left)">
                                      <p:cBhvr>
                                        <p:cTn id="43" dur="500"/>
                                        <p:tgtEl>
                                          <p:spTgt spid="12"/>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8" grpId="0"/>
      <p:bldP spid="59" grpId="0"/>
      <p:bldP spid="65" grpId="0"/>
    </p:bldLst>
  </p:timing>
</p:sld>
</file>

<file path=ppt/slides/slide9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4" name="组合 3">
            <a:extLst>
              <a:ext uri="{FF2B5EF4-FFF2-40B4-BE49-F238E27FC236}">
                <a16:creationId xmlns:a16="http://schemas.microsoft.com/office/drawing/2014/main" id="{9A1EA9F2-FCB6-48C3-935F-7AE7E3AD14AC}"/>
              </a:ext>
            </a:extLst>
          </p:cNvPr>
          <p:cNvGrpSpPr/>
          <p:nvPr/>
        </p:nvGrpSpPr>
        <p:grpSpPr>
          <a:xfrm>
            <a:off x="304800" y="749300"/>
            <a:ext cx="6192343" cy="400110"/>
            <a:chOff x="424117" y="898245"/>
            <a:chExt cx="6192343" cy="400110"/>
          </a:xfrm>
        </p:grpSpPr>
        <p:sp>
          <p:nvSpPr>
            <p:cNvPr id="2" name="平行四边形 1">
              <a:extLst>
                <a:ext uri="{FF2B5EF4-FFF2-40B4-BE49-F238E27FC236}">
                  <a16:creationId xmlns:a16="http://schemas.microsoft.com/office/drawing/2014/main" id="{1F5BAA3F-9845-4F89-A2DD-8222D3E4EDAC}"/>
                </a:ext>
              </a:extLst>
            </p:cNvPr>
            <p:cNvSpPr/>
            <p:nvPr/>
          </p:nvSpPr>
          <p:spPr>
            <a:xfrm>
              <a:off x="424117" y="898245"/>
              <a:ext cx="711200" cy="387090"/>
            </a:xfrm>
            <a:prstGeom prst="parallelogram">
              <a:avLst/>
            </a:prstGeom>
            <a:solidFill>
              <a:schemeClr val="accent3">
                <a:lumMod val="75000"/>
              </a:schemeClr>
            </a:solidFill>
            <a:ln>
              <a:solidFill>
                <a:schemeClr val="accent3">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CN" sz="2200" dirty="0">
                  <a:latin typeface="Impact" panose="020B0806030902050204" pitchFamily="34" charset="0"/>
                </a:rPr>
                <a:t>03</a:t>
              </a:r>
              <a:endParaRPr lang="zh-CN" altLang="en-US" sz="2200" dirty="0">
                <a:latin typeface="Impact" panose="020B0806030902050204" pitchFamily="34" charset="0"/>
              </a:endParaRPr>
            </a:p>
          </p:txBody>
        </p:sp>
        <p:sp>
          <p:nvSpPr>
            <p:cNvPr id="3" name="文本框 2">
              <a:extLst>
                <a:ext uri="{FF2B5EF4-FFF2-40B4-BE49-F238E27FC236}">
                  <a16:creationId xmlns:a16="http://schemas.microsoft.com/office/drawing/2014/main" id="{4D6BD736-A4D3-4F26-AFED-36E11F50F70B}"/>
                </a:ext>
              </a:extLst>
            </p:cNvPr>
            <p:cNvSpPr txBox="1"/>
            <p:nvPr/>
          </p:nvSpPr>
          <p:spPr>
            <a:xfrm>
              <a:off x="1204755" y="898245"/>
              <a:ext cx="5411705" cy="400110"/>
            </a:xfrm>
            <a:prstGeom prst="rect">
              <a:avLst/>
            </a:prstGeom>
            <a:noFill/>
          </p:spPr>
          <p:txBody>
            <a:bodyPr wrap="square" rtlCol="0">
              <a:spAutoFit/>
            </a:bodyPr>
            <a:lstStyle/>
            <a:p>
              <a:r>
                <a:rPr lang="zh-CN" altLang="en-US" sz="2000" b="1" dirty="0"/>
                <a:t>循环冗余校验</a:t>
              </a:r>
            </a:p>
          </p:txBody>
        </p:sp>
      </p:grpSp>
      <mc:AlternateContent xmlns:mc="http://schemas.openxmlformats.org/markup-compatibility/2006" xmlns:a14="http://schemas.microsoft.com/office/drawing/2010/main">
        <mc:Choice Requires="a14">
          <p:sp>
            <p:nvSpPr>
              <p:cNvPr id="5" name="文本框 4">
                <a:extLst>
                  <a:ext uri="{FF2B5EF4-FFF2-40B4-BE49-F238E27FC236}">
                    <a16:creationId xmlns:a16="http://schemas.microsoft.com/office/drawing/2014/main" id="{7EF8B8FD-A564-4AFB-A9EC-CF5287AF5CB1}"/>
                  </a:ext>
                </a:extLst>
              </p:cNvPr>
              <p:cNvSpPr txBox="1"/>
              <p:nvPr/>
            </p:nvSpPr>
            <p:spPr>
              <a:xfrm>
                <a:off x="1016000" y="1149410"/>
                <a:ext cx="10703085" cy="407099"/>
              </a:xfrm>
              <a:prstGeom prst="rect">
                <a:avLst/>
              </a:prstGeom>
              <a:noFill/>
            </p:spPr>
            <p:txBody>
              <a:bodyPr wrap="square" rtlCol="0">
                <a:spAutoFit/>
              </a:bodyPr>
              <a:lstStyle/>
              <a:p>
                <a:r>
                  <a:rPr lang="en-US" altLang="zh-CN" sz="2000" b="1" dirty="0"/>
                  <a:t>【CRC</a:t>
                </a:r>
                <a:r>
                  <a:rPr lang="zh-CN" altLang="en-US" sz="2000" b="1" dirty="0"/>
                  <a:t>举例</a:t>
                </a:r>
                <a:r>
                  <a:rPr lang="en-US" altLang="zh-CN" sz="2000" b="1" dirty="0"/>
                  <a:t>】</a:t>
                </a:r>
                <a:r>
                  <a:rPr lang="zh-CN" altLang="en-US" sz="2000" b="1" dirty="0"/>
                  <a:t>待发送的数据为</a:t>
                </a:r>
                <a:r>
                  <a:rPr lang="en-US" altLang="zh-CN" sz="2000" b="1" dirty="0"/>
                  <a:t>101001</a:t>
                </a:r>
                <a:r>
                  <a:rPr lang="zh-CN" altLang="en-US" sz="2000" b="1" dirty="0"/>
                  <a:t>，生成多项式为</a:t>
                </a:r>
                <a14:m>
                  <m:oMath xmlns:m="http://schemas.openxmlformats.org/officeDocument/2006/math">
                    <m:r>
                      <a:rPr lang="en-US" altLang="zh-CN" sz="2000" b="1" i="1" smtClean="0">
                        <a:latin typeface="Cambria Math" panose="02040503050406030204" pitchFamily="18" charset="0"/>
                      </a:rPr>
                      <m:t>𝑮</m:t>
                    </m:r>
                    <m:d>
                      <m:dPr>
                        <m:ctrlPr>
                          <a:rPr lang="en-US" altLang="zh-CN" sz="2000" b="1" i="1" smtClean="0">
                            <a:latin typeface="Cambria Math" panose="02040503050406030204" pitchFamily="18" charset="0"/>
                          </a:rPr>
                        </m:ctrlPr>
                      </m:dPr>
                      <m:e>
                        <m:r>
                          <a:rPr lang="en-US" altLang="zh-CN" sz="2000" b="1" i="1" smtClean="0">
                            <a:latin typeface="Cambria Math" panose="02040503050406030204" pitchFamily="18" charset="0"/>
                          </a:rPr>
                          <m:t>𝑿</m:t>
                        </m:r>
                      </m:e>
                    </m:d>
                    <m:r>
                      <a:rPr lang="en-US" altLang="zh-CN" sz="2000" b="1" i="1" smtClean="0">
                        <a:latin typeface="Cambria Math" panose="02040503050406030204" pitchFamily="18" charset="0"/>
                      </a:rPr>
                      <m:t>=</m:t>
                    </m:r>
                    <m:sSup>
                      <m:sSupPr>
                        <m:ctrlPr>
                          <a:rPr lang="en-US" altLang="zh-CN" sz="2000" b="1" i="1" smtClean="0">
                            <a:latin typeface="Cambria Math" panose="02040503050406030204" pitchFamily="18" charset="0"/>
                          </a:rPr>
                        </m:ctrlPr>
                      </m:sSupPr>
                      <m:e>
                        <m:r>
                          <a:rPr lang="en-US" altLang="zh-CN" sz="2000" b="1" i="1" smtClean="0">
                            <a:latin typeface="Cambria Math" panose="02040503050406030204" pitchFamily="18" charset="0"/>
                          </a:rPr>
                          <m:t> </m:t>
                        </m:r>
                        <m:r>
                          <a:rPr lang="en-US" altLang="zh-CN" sz="2000" b="1" i="1" smtClean="0">
                            <a:latin typeface="Cambria Math" panose="02040503050406030204" pitchFamily="18" charset="0"/>
                          </a:rPr>
                          <m:t>𝑿</m:t>
                        </m:r>
                      </m:e>
                      <m:sup>
                        <m:r>
                          <a:rPr lang="en-US" altLang="zh-CN" sz="2000" b="1" i="1" smtClean="0">
                            <a:latin typeface="Cambria Math" panose="02040503050406030204" pitchFamily="18" charset="0"/>
                          </a:rPr>
                          <m:t>𝟑</m:t>
                        </m:r>
                      </m:sup>
                    </m:sSup>
                    <m:r>
                      <a:rPr lang="en-US" altLang="zh-CN" sz="2000" b="1" i="1" smtClean="0">
                        <a:latin typeface="Cambria Math" panose="02040503050406030204" pitchFamily="18" charset="0"/>
                        <a:ea typeface="Cambria Math" panose="02040503050406030204" pitchFamily="18" charset="0"/>
                      </a:rPr>
                      <m:t>+</m:t>
                    </m:r>
                    <m:sSup>
                      <m:sSupPr>
                        <m:ctrlPr>
                          <a:rPr lang="en-US" altLang="zh-CN" sz="2000" b="1" i="1" smtClean="0">
                            <a:latin typeface="Cambria Math" panose="02040503050406030204" pitchFamily="18" charset="0"/>
                            <a:ea typeface="Cambria Math" panose="02040503050406030204" pitchFamily="18" charset="0"/>
                          </a:rPr>
                        </m:ctrlPr>
                      </m:sSupPr>
                      <m:e>
                        <m:r>
                          <a:rPr lang="en-US" altLang="zh-CN" sz="2000" b="1" i="1" smtClean="0">
                            <a:latin typeface="Cambria Math" panose="02040503050406030204" pitchFamily="18" charset="0"/>
                            <a:ea typeface="Cambria Math" panose="02040503050406030204" pitchFamily="18" charset="0"/>
                          </a:rPr>
                          <m:t> </m:t>
                        </m:r>
                        <m:r>
                          <a:rPr lang="en-US" altLang="zh-CN" sz="2000" b="1" i="1" smtClean="0">
                            <a:latin typeface="Cambria Math" panose="02040503050406030204" pitchFamily="18" charset="0"/>
                            <a:ea typeface="Cambria Math" panose="02040503050406030204" pitchFamily="18" charset="0"/>
                          </a:rPr>
                          <m:t>𝑿</m:t>
                        </m:r>
                      </m:e>
                      <m:sup>
                        <m:r>
                          <a:rPr lang="en-US" altLang="zh-CN" sz="2000" b="1" i="1" smtClean="0">
                            <a:latin typeface="Cambria Math" panose="02040503050406030204" pitchFamily="18" charset="0"/>
                            <a:ea typeface="Cambria Math" panose="02040503050406030204" pitchFamily="18" charset="0"/>
                          </a:rPr>
                          <m:t>𝟐</m:t>
                        </m:r>
                      </m:sup>
                    </m:sSup>
                    <m:r>
                      <a:rPr lang="en-US" altLang="zh-CN" sz="2000" b="1" i="1" smtClean="0">
                        <a:latin typeface="Cambria Math" panose="02040503050406030204" pitchFamily="18" charset="0"/>
                        <a:ea typeface="Cambria Math" panose="02040503050406030204" pitchFamily="18" charset="0"/>
                      </a:rPr>
                      <m:t>+</m:t>
                    </m:r>
                    <m:r>
                      <a:rPr lang="en-US" altLang="zh-CN" sz="2000" b="1" i="1" smtClean="0">
                        <a:latin typeface="Cambria Math" panose="02040503050406030204" pitchFamily="18" charset="0"/>
                        <a:ea typeface="Cambria Math" panose="02040503050406030204" pitchFamily="18" charset="0"/>
                      </a:rPr>
                      <m:t>𝟏</m:t>
                    </m:r>
                    <m:r>
                      <a:rPr lang="zh-CN" altLang="en-US" sz="2000" b="1" i="1">
                        <a:latin typeface="Cambria Math" panose="02040503050406030204" pitchFamily="18" charset="0"/>
                        <a:ea typeface="Cambria Math" panose="02040503050406030204" pitchFamily="18" charset="0"/>
                      </a:rPr>
                      <m:t>，</m:t>
                    </m:r>
                  </m:oMath>
                </a14:m>
                <a:r>
                  <a:rPr lang="zh-CN" altLang="en-US" sz="2000" b="1" dirty="0"/>
                  <a:t>计算冗余码。</a:t>
                </a:r>
              </a:p>
            </p:txBody>
          </p:sp>
        </mc:Choice>
        <mc:Fallback xmlns="">
          <p:sp>
            <p:nvSpPr>
              <p:cNvPr id="5" name="文本框 4">
                <a:extLst>
                  <a:ext uri="{FF2B5EF4-FFF2-40B4-BE49-F238E27FC236}">
                    <a16:creationId xmlns:a16="http://schemas.microsoft.com/office/drawing/2014/main" id="{7EF8B8FD-A564-4AFB-A9EC-CF5287AF5CB1}"/>
                  </a:ext>
                </a:extLst>
              </p:cNvPr>
              <p:cNvSpPr txBox="1">
                <a:spLocks noRot="1" noChangeAspect="1" noMove="1" noResize="1" noEditPoints="1" noAdjustHandles="1" noChangeArrowheads="1" noChangeShapeType="1" noTextEdit="1"/>
              </p:cNvSpPr>
              <p:nvPr/>
            </p:nvSpPr>
            <p:spPr>
              <a:xfrm>
                <a:off x="1016000" y="1149410"/>
                <a:ext cx="10703085" cy="407099"/>
              </a:xfrm>
              <a:prstGeom prst="rect">
                <a:avLst/>
              </a:prstGeom>
              <a:blipFill>
                <a:blip r:embed="rId3"/>
                <a:stretch>
                  <a:fillRect l="-627" t="-9091" b="-27273"/>
                </a:stretch>
              </a:blipFill>
            </p:spPr>
            <p:txBody>
              <a:bodyPr/>
              <a:lstStyle/>
              <a:p>
                <a:r>
                  <a:rPr lang="zh-CN" altLang="en-US">
                    <a:noFill/>
                  </a:rPr>
                  <a:t> </a:t>
                </a:r>
              </a:p>
            </p:txBody>
          </p:sp>
        </mc:Fallback>
      </mc:AlternateContent>
      <p:sp>
        <p:nvSpPr>
          <p:cNvPr id="30" name="文本框 29">
            <a:extLst>
              <a:ext uri="{FF2B5EF4-FFF2-40B4-BE49-F238E27FC236}">
                <a16:creationId xmlns:a16="http://schemas.microsoft.com/office/drawing/2014/main" id="{7FB4EBA1-79C4-4446-A0F0-2599139D46B9}"/>
              </a:ext>
            </a:extLst>
          </p:cNvPr>
          <p:cNvSpPr txBox="1"/>
          <p:nvPr/>
        </p:nvSpPr>
        <p:spPr>
          <a:xfrm>
            <a:off x="8470806" y="2276539"/>
            <a:ext cx="2113867" cy="523220"/>
          </a:xfrm>
          <a:prstGeom prst="rect">
            <a:avLst/>
          </a:prstGeom>
          <a:noFill/>
        </p:spPr>
        <p:txBody>
          <a:bodyPr wrap="square" rtlCol="0">
            <a:spAutoFit/>
          </a:bodyPr>
          <a:lstStyle/>
          <a:p>
            <a:r>
              <a:rPr lang="en-US" altLang="zh-CN" sz="2800" b="1" spc="600" dirty="0">
                <a:latin typeface="Arial Black" panose="020B0A04020102020204" pitchFamily="34" charset="0"/>
              </a:rPr>
              <a:t>101001</a:t>
            </a:r>
            <a:endParaRPr lang="zh-CN" altLang="en-US" sz="2800" b="1" spc="600" dirty="0">
              <a:latin typeface="Arial Black" panose="020B0A04020102020204" pitchFamily="34" charset="0"/>
            </a:endParaRPr>
          </a:p>
        </p:txBody>
      </p:sp>
      <p:sp>
        <p:nvSpPr>
          <p:cNvPr id="32" name="文本框 31">
            <a:extLst>
              <a:ext uri="{FF2B5EF4-FFF2-40B4-BE49-F238E27FC236}">
                <a16:creationId xmlns:a16="http://schemas.microsoft.com/office/drawing/2014/main" id="{CA8A3404-60F5-4210-92D9-DCE5B57DB1C9}"/>
              </a:ext>
            </a:extLst>
          </p:cNvPr>
          <p:cNvSpPr txBox="1"/>
          <p:nvPr/>
        </p:nvSpPr>
        <p:spPr>
          <a:xfrm>
            <a:off x="10353329" y="2276539"/>
            <a:ext cx="1204948" cy="523220"/>
          </a:xfrm>
          <a:prstGeom prst="rect">
            <a:avLst/>
          </a:prstGeom>
          <a:noFill/>
        </p:spPr>
        <p:txBody>
          <a:bodyPr wrap="square" rtlCol="0">
            <a:spAutoFit/>
          </a:bodyPr>
          <a:lstStyle/>
          <a:p>
            <a:r>
              <a:rPr lang="en-US" altLang="zh-CN" sz="2800" b="1" spc="600" dirty="0">
                <a:solidFill>
                  <a:schemeClr val="accent4"/>
                </a:solidFill>
                <a:latin typeface="Arial Black" panose="020B0A04020102020204" pitchFamily="34" charset="0"/>
              </a:rPr>
              <a:t>000</a:t>
            </a:r>
            <a:endParaRPr lang="zh-CN" altLang="en-US" sz="2800" b="1" spc="600" dirty="0">
              <a:solidFill>
                <a:schemeClr val="accent4"/>
              </a:solidFill>
              <a:latin typeface="Arial Black" panose="020B0A04020102020204" pitchFamily="34" charset="0"/>
            </a:endParaRPr>
          </a:p>
        </p:txBody>
      </p:sp>
      <p:sp>
        <p:nvSpPr>
          <p:cNvPr id="56" name="矩形 55">
            <a:extLst>
              <a:ext uri="{FF2B5EF4-FFF2-40B4-BE49-F238E27FC236}">
                <a16:creationId xmlns:a16="http://schemas.microsoft.com/office/drawing/2014/main" id="{8ACC1DC7-044B-4CF1-ADE5-A40D6D20D85F}"/>
              </a:ext>
            </a:extLst>
          </p:cNvPr>
          <p:cNvSpPr/>
          <p:nvPr/>
        </p:nvSpPr>
        <p:spPr>
          <a:xfrm>
            <a:off x="318702" y="1956619"/>
            <a:ext cx="1204948" cy="1020462"/>
          </a:xfrm>
          <a:prstGeom prst="rect">
            <a:avLst/>
          </a:prstGeom>
          <a:solidFill>
            <a:schemeClr val="accent3">
              <a:lumMod val="75000"/>
            </a:schemeClr>
          </a:solidFill>
          <a:ln>
            <a:solidFill>
              <a:schemeClr val="accent3">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CN" sz="3200" b="1" dirty="0">
                <a:latin typeface="Arial Black" panose="020B0A04020102020204" pitchFamily="34" charset="0"/>
              </a:rPr>
              <a:t>1</a:t>
            </a:r>
            <a:endParaRPr lang="zh-CN" altLang="en-US" sz="3200" b="1" dirty="0">
              <a:latin typeface="Arial Black" panose="020B0A04020102020204" pitchFamily="34" charset="0"/>
            </a:endParaRPr>
          </a:p>
        </p:txBody>
      </p:sp>
      <p:grpSp>
        <p:nvGrpSpPr>
          <p:cNvPr id="62" name="组合 61">
            <a:extLst>
              <a:ext uri="{FF2B5EF4-FFF2-40B4-BE49-F238E27FC236}">
                <a16:creationId xmlns:a16="http://schemas.microsoft.com/office/drawing/2014/main" id="{ACC7BAD9-1D8C-459A-B04B-90667871AD60}"/>
              </a:ext>
            </a:extLst>
          </p:cNvPr>
          <p:cNvGrpSpPr/>
          <p:nvPr/>
        </p:nvGrpSpPr>
        <p:grpSpPr>
          <a:xfrm>
            <a:off x="1523649" y="1956155"/>
            <a:ext cx="4809417" cy="1020462"/>
            <a:chOff x="1523649" y="1956155"/>
            <a:chExt cx="4809417" cy="1020462"/>
          </a:xfrm>
        </p:grpSpPr>
        <p:sp>
          <p:nvSpPr>
            <p:cNvPr id="55" name="文本框 54">
              <a:extLst>
                <a:ext uri="{FF2B5EF4-FFF2-40B4-BE49-F238E27FC236}">
                  <a16:creationId xmlns:a16="http://schemas.microsoft.com/office/drawing/2014/main" id="{42458A9D-BE9F-40B3-BEEC-B79EBFC6DFFA}"/>
                </a:ext>
              </a:extLst>
            </p:cNvPr>
            <p:cNvSpPr txBox="1"/>
            <p:nvPr/>
          </p:nvSpPr>
          <p:spPr>
            <a:xfrm>
              <a:off x="1672476" y="1994023"/>
              <a:ext cx="2022766" cy="407099"/>
            </a:xfrm>
            <a:prstGeom prst="rect">
              <a:avLst/>
            </a:prstGeom>
            <a:noFill/>
          </p:spPr>
          <p:txBody>
            <a:bodyPr wrap="square" rtlCol="0">
              <a:spAutoFit/>
            </a:bodyPr>
            <a:lstStyle/>
            <a:p>
              <a:r>
                <a:rPr lang="zh-CN" altLang="en-US" sz="2000" b="1" dirty="0">
                  <a:solidFill>
                    <a:schemeClr val="accent3">
                      <a:lumMod val="75000"/>
                    </a:schemeClr>
                  </a:solidFill>
                </a:rPr>
                <a:t>构造“被除数”</a:t>
              </a:r>
            </a:p>
          </p:txBody>
        </p:sp>
        <p:sp>
          <p:nvSpPr>
            <p:cNvPr id="60" name="矩形 59">
              <a:extLst>
                <a:ext uri="{FF2B5EF4-FFF2-40B4-BE49-F238E27FC236}">
                  <a16:creationId xmlns:a16="http://schemas.microsoft.com/office/drawing/2014/main" id="{6B4E7A05-B94E-4D5A-BCAE-96F5525ED4D1}"/>
                </a:ext>
              </a:extLst>
            </p:cNvPr>
            <p:cNvSpPr/>
            <p:nvPr/>
          </p:nvSpPr>
          <p:spPr>
            <a:xfrm>
              <a:off x="1523649" y="1956155"/>
              <a:ext cx="4809417" cy="1020462"/>
            </a:xfrm>
            <a:prstGeom prst="rect">
              <a:avLst/>
            </a:prstGeom>
            <a:noFill/>
            <a:ln>
              <a:solidFill>
                <a:schemeClr val="accent3">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sz="3200" b="1" dirty="0">
                <a:latin typeface="Arial Black" panose="020B0A04020102020204" pitchFamily="34" charset="0"/>
              </a:endParaRPr>
            </a:p>
          </p:txBody>
        </p:sp>
      </p:grpSp>
      <p:sp>
        <p:nvSpPr>
          <p:cNvPr id="61" name="文本框 60">
            <a:extLst>
              <a:ext uri="{FF2B5EF4-FFF2-40B4-BE49-F238E27FC236}">
                <a16:creationId xmlns:a16="http://schemas.microsoft.com/office/drawing/2014/main" id="{11F6B84F-0A9D-4890-AAB9-6FA24D9B5C0E}"/>
              </a:ext>
            </a:extLst>
          </p:cNvPr>
          <p:cNvSpPr txBox="1"/>
          <p:nvPr/>
        </p:nvSpPr>
        <p:spPr>
          <a:xfrm>
            <a:off x="1672475" y="2450988"/>
            <a:ext cx="4660591" cy="369332"/>
          </a:xfrm>
          <a:prstGeom prst="rect">
            <a:avLst/>
          </a:prstGeom>
          <a:noFill/>
        </p:spPr>
        <p:txBody>
          <a:bodyPr wrap="square" rtlCol="0">
            <a:spAutoFit/>
          </a:bodyPr>
          <a:lstStyle/>
          <a:p>
            <a:r>
              <a:rPr lang="zh-CN" altLang="en-US" b="1" dirty="0"/>
              <a:t>待发送数据后面添加生成多项式最高次数个</a:t>
            </a:r>
            <a:r>
              <a:rPr lang="en-US" altLang="zh-CN" b="1" dirty="0"/>
              <a:t>0</a:t>
            </a:r>
            <a:endParaRPr lang="zh-CN" altLang="en-US" b="1" dirty="0"/>
          </a:p>
        </p:txBody>
      </p:sp>
      <p:sp>
        <p:nvSpPr>
          <p:cNvPr id="18" name="矩形 17">
            <a:extLst>
              <a:ext uri="{FF2B5EF4-FFF2-40B4-BE49-F238E27FC236}">
                <a16:creationId xmlns:a16="http://schemas.microsoft.com/office/drawing/2014/main" id="{B706E7D0-1B92-4DC6-9474-6E42D05304F9}"/>
              </a:ext>
            </a:extLst>
          </p:cNvPr>
          <p:cNvSpPr/>
          <p:nvPr/>
        </p:nvSpPr>
        <p:spPr>
          <a:xfrm>
            <a:off x="304800" y="3083869"/>
            <a:ext cx="1204948" cy="1020462"/>
          </a:xfrm>
          <a:prstGeom prst="rect">
            <a:avLst/>
          </a:prstGeom>
          <a:solidFill>
            <a:schemeClr val="accent3">
              <a:lumMod val="75000"/>
            </a:schemeClr>
          </a:solidFill>
          <a:ln>
            <a:solidFill>
              <a:schemeClr val="accent3">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CN" sz="3200" b="1" dirty="0">
                <a:latin typeface="Arial Black" panose="020B0A04020102020204" pitchFamily="34" charset="0"/>
              </a:rPr>
              <a:t>2</a:t>
            </a:r>
            <a:endParaRPr lang="zh-CN" altLang="en-US" sz="3200" b="1" dirty="0">
              <a:latin typeface="Arial Black" panose="020B0A04020102020204" pitchFamily="34" charset="0"/>
            </a:endParaRPr>
          </a:p>
        </p:txBody>
      </p:sp>
      <p:grpSp>
        <p:nvGrpSpPr>
          <p:cNvPr id="19" name="组合 18">
            <a:extLst>
              <a:ext uri="{FF2B5EF4-FFF2-40B4-BE49-F238E27FC236}">
                <a16:creationId xmlns:a16="http://schemas.microsoft.com/office/drawing/2014/main" id="{9D0FD3CC-540D-4E70-B32F-4B1ADB580C53}"/>
              </a:ext>
            </a:extLst>
          </p:cNvPr>
          <p:cNvGrpSpPr/>
          <p:nvPr/>
        </p:nvGrpSpPr>
        <p:grpSpPr>
          <a:xfrm>
            <a:off x="1509747" y="3083405"/>
            <a:ext cx="4823319" cy="1020462"/>
            <a:chOff x="1523649" y="1956155"/>
            <a:chExt cx="4823319" cy="1020462"/>
          </a:xfrm>
        </p:grpSpPr>
        <p:sp>
          <p:nvSpPr>
            <p:cNvPr id="20" name="文本框 19">
              <a:extLst>
                <a:ext uri="{FF2B5EF4-FFF2-40B4-BE49-F238E27FC236}">
                  <a16:creationId xmlns:a16="http://schemas.microsoft.com/office/drawing/2014/main" id="{66F56548-0AB9-4D06-86C5-62BAE52FA817}"/>
                </a:ext>
              </a:extLst>
            </p:cNvPr>
            <p:cNvSpPr txBox="1"/>
            <p:nvPr/>
          </p:nvSpPr>
          <p:spPr>
            <a:xfrm>
              <a:off x="1672476" y="1994023"/>
              <a:ext cx="2022766" cy="407099"/>
            </a:xfrm>
            <a:prstGeom prst="rect">
              <a:avLst/>
            </a:prstGeom>
            <a:noFill/>
          </p:spPr>
          <p:txBody>
            <a:bodyPr wrap="square" rtlCol="0">
              <a:spAutoFit/>
            </a:bodyPr>
            <a:lstStyle/>
            <a:p>
              <a:r>
                <a:rPr lang="zh-CN" altLang="en-US" sz="2000" b="1" dirty="0">
                  <a:solidFill>
                    <a:schemeClr val="accent3">
                      <a:lumMod val="75000"/>
                    </a:schemeClr>
                  </a:solidFill>
                </a:rPr>
                <a:t>构造“除数”</a:t>
              </a:r>
            </a:p>
          </p:txBody>
        </p:sp>
        <p:sp>
          <p:nvSpPr>
            <p:cNvPr id="21" name="矩形 20">
              <a:extLst>
                <a:ext uri="{FF2B5EF4-FFF2-40B4-BE49-F238E27FC236}">
                  <a16:creationId xmlns:a16="http://schemas.microsoft.com/office/drawing/2014/main" id="{3866C55E-0F48-4119-8F7F-531F056012FD}"/>
                </a:ext>
              </a:extLst>
            </p:cNvPr>
            <p:cNvSpPr/>
            <p:nvPr/>
          </p:nvSpPr>
          <p:spPr>
            <a:xfrm>
              <a:off x="1523649" y="1956155"/>
              <a:ext cx="4823319" cy="1020462"/>
            </a:xfrm>
            <a:prstGeom prst="rect">
              <a:avLst/>
            </a:prstGeom>
            <a:noFill/>
            <a:ln>
              <a:solidFill>
                <a:schemeClr val="accent3">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sz="3200" b="1" dirty="0">
                <a:latin typeface="Arial Black" panose="020B0A04020102020204" pitchFamily="34" charset="0"/>
              </a:endParaRPr>
            </a:p>
          </p:txBody>
        </p:sp>
      </p:grpSp>
      <p:sp>
        <p:nvSpPr>
          <p:cNvPr id="22" name="文本框 21">
            <a:extLst>
              <a:ext uri="{FF2B5EF4-FFF2-40B4-BE49-F238E27FC236}">
                <a16:creationId xmlns:a16="http://schemas.microsoft.com/office/drawing/2014/main" id="{DB842822-D3D4-4050-A41C-9BDA9BC45BE4}"/>
              </a:ext>
            </a:extLst>
          </p:cNvPr>
          <p:cNvSpPr txBox="1"/>
          <p:nvPr/>
        </p:nvSpPr>
        <p:spPr>
          <a:xfrm>
            <a:off x="1658573" y="3578238"/>
            <a:ext cx="4660591" cy="369332"/>
          </a:xfrm>
          <a:prstGeom prst="rect">
            <a:avLst/>
          </a:prstGeom>
          <a:noFill/>
        </p:spPr>
        <p:txBody>
          <a:bodyPr wrap="square" rtlCol="0">
            <a:spAutoFit/>
          </a:bodyPr>
          <a:lstStyle/>
          <a:p>
            <a:r>
              <a:rPr lang="zh-CN" altLang="en-US" b="1" dirty="0"/>
              <a:t>生成多项式各项系数构成的比特串作为除数</a:t>
            </a:r>
          </a:p>
        </p:txBody>
      </p:sp>
      <p:sp>
        <p:nvSpPr>
          <p:cNvPr id="42" name="文本框 41">
            <a:extLst>
              <a:ext uri="{FF2B5EF4-FFF2-40B4-BE49-F238E27FC236}">
                <a16:creationId xmlns:a16="http://schemas.microsoft.com/office/drawing/2014/main" id="{6DDFFD00-CD67-4619-868B-088AE2713E1B}"/>
              </a:ext>
            </a:extLst>
          </p:cNvPr>
          <p:cNvSpPr txBox="1"/>
          <p:nvPr/>
        </p:nvSpPr>
        <p:spPr>
          <a:xfrm>
            <a:off x="7030132" y="2268408"/>
            <a:ext cx="1440674" cy="523220"/>
          </a:xfrm>
          <a:prstGeom prst="rect">
            <a:avLst/>
          </a:prstGeom>
          <a:noFill/>
        </p:spPr>
        <p:txBody>
          <a:bodyPr wrap="square" rtlCol="0">
            <a:spAutoFit/>
          </a:bodyPr>
          <a:lstStyle/>
          <a:p>
            <a:r>
              <a:rPr lang="en-US" altLang="zh-CN" sz="2800" b="1" spc="600" dirty="0">
                <a:solidFill>
                  <a:schemeClr val="accent3"/>
                </a:solidFill>
                <a:latin typeface="Arial Black" panose="020B0A04020102020204" pitchFamily="34" charset="0"/>
              </a:rPr>
              <a:t>1101</a:t>
            </a:r>
            <a:endParaRPr lang="zh-CN" altLang="en-US" sz="2800" b="1" spc="600" dirty="0">
              <a:solidFill>
                <a:schemeClr val="accent3"/>
              </a:solidFill>
              <a:latin typeface="Arial Black" panose="020B0A04020102020204" pitchFamily="34" charset="0"/>
            </a:endParaRPr>
          </a:p>
        </p:txBody>
      </p:sp>
      <p:sp>
        <p:nvSpPr>
          <p:cNvPr id="36" name="矩形 35">
            <a:extLst>
              <a:ext uri="{FF2B5EF4-FFF2-40B4-BE49-F238E27FC236}">
                <a16:creationId xmlns:a16="http://schemas.microsoft.com/office/drawing/2014/main" id="{4BDC91E7-0910-4882-9A1B-E59D3DB3143B}"/>
              </a:ext>
            </a:extLst>
          </p:cNvPr>
          <p:cNvSpPr/>
          <p:nvPr/>
        </p:nvSpPr>
        <p:spPr>
          <a:xfrm>
            <a:off x="304799" y="4210191"/>
            <a:ext cx="1204948" cy="1020462"/>
          </a:xfrm>
          <a:prstGeom prst="rect">
            <a:avLst/>
          </a:prstGeom>
          <a:solidFill>
            <a:schemeClr val="accent3">
              <a:lumMod val="75000"/>
            </a:schemeClr>
          </a:solidFill>
          <a:ln>
            <a:solidFill>
              <a:schemeClr val="accent3">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CN" sz="3200" b="1" dirty="0">
                <a:latin typeface="Arial Black" panose="020B0A04020102020204" pitchFamily="34" charset="0"/>
              </a:rPr>
              <a:t>3</a:t>
            </a:r>
            <a:endParaRPr lang="zh-CN" altLang="en-US" sz="3200" b="1" dirty="0">
              <a:latin typeface="Arial Black" panose="020B0A04020102020204" pitchFamily="34" charset="0"/>
            </a:endParaRPr>
          </a:p>
        </p:txBody>
      </p:sp>
      <p:grpSp>
        <p:nvGrpSpPr>
          <p:cNvPr id="44" name="组合 43">
            <a:extLst>
              <a:ext uri="{FF2B5EF4-FFF2-40B4-BE49-F238E27FC236}">
                <a16:creationId xmlns:a16="http://schemas.microsoft.com/office/drawing/2014/main" id="{DECF8316-B735-49E5-B406-99F0D494ED36}"/>
              </a:ext>
            </a:extLst>
          </p:cNvPr>
          <p:cNvGrpSpPr/>
          <p:nvPr/>
        </p:nvGrpSpPr>
        <p:grpSpPr>
          <a:xfrm>
            <a:off x="1509746" y="4209727"/>
            <a:ext cx="4823319" cy="1020462"/>
            <a:chOff x="1523649" y="1956155"/>
            <a:chExt cx="4823319" cy="1020462"/>
          </a:xfrm>
        </p:grpSpPr>
        <p:sp>
          <p:nvSpPr>
            <p:cNvPr id="46" name="文本框 45">
              <a:extLst>
                <a:ext uri="{FF2B5EF4-FFF2-40B4-BE49-F238E27FC236}">
                  <a16:creationId xmlns:a16="http://schemas.microsoft.com/office/drawing/2014/main" id="{2EC69ACE-88B2-44F1-9A7C-0838EF820C8E}"/>
                </a:ext>
              </a:extLst>
            </p:cNvPr>
            <p:cNvSpPr txBox="1"/>
            <p:nvPr/>
          </p:nvSpPr>
          <p:spPr>
            <a:xfrm>
              <a:off x="1672475" y="1994023"/>
              <a:ext cx="3169985" cy="400110"/>
            </a:xfrm>
            <a:prstGeom prst="rect">
              <a:avLst/>
            </a:prstGeom>
            <a:noFill/>
          </p:spPr>
          <p:txBody>
            <a:bodyPr wrap="square" rtlCol="0">
              <a:spAutoFit/>
            </a:bodyPr>
            <a:lstStyle/>
            <a:p>
              <a:r>
                <a:rPr lang="zh-CN" altLang="en-US" sz="2000" b="1" dirty="0">
                  <a:solidFill>
                    <a:schemeClr val="accent3">
                      <a:lumMod val="75000"/>
                    </a:schemeClr>
                  </a:solidFill>
                </a:rPr>
                <a:t>做“二进制模</a:t>
              </a:r>
              <a:r>
                <a:rPr lang="en-US" altLang="zh-CN" sz="2000" b="1" dirty="0">
                  <a:solidFill>
                    <a:schemeClr val="accent3">
                      <a:lumMod val="75000"/>
                    </a:schemeClr>
                  </a:solidFill>
                </a:rPr>
                <a:t>2</a:t>
              </a:r>
              <a:r>
                <a:rPr lang="zh-CN" altLang="en-US" sz="2000" b="1" dirty="0">
                  <a:solidFill>
                    <a:schemeClr val="accent3">
                      <a:lumMod val="75000"/>
                    </a:schemeClr>
                  </a:solidFill>
                </a:rPr>
                <a:t>除法”</a:t>
              </a:r>
            </a:p>
          </p:txBody>
        </p:sp>
        <p:sp>
          <p:nvSpPr>
            <p:cNvPr id="47" name="矩形 46">
              <a:extLst>
                <a:ext uri="{FF2B5EF4-FFF2-40B4-BE49-F238E27FC236}">
                  <a16:creationId xmlns:a16="http://schemas.microsoft.com/office/drawing/2014/main" id="{1EFE73CC-422C-4519-995C-6EDE029D241F}"/>
                </a:ext>
              </a:extLst>
            </p:cNvPr>
            <p:cNvSpPr/>
            <p:nvPr/>
          </p:nvSpPr>
          <p:spPr>
            <a:xfrm>
              <a:off x="1523649" y="1956155"/>
              <a:ext cx="4823319" cy="1020462"/>
            </a:xfrm>
            <a:prstGeom prst="rect">
              <a:avLst/>
            </a:prstGeom>
            <a:noFill/>
            <a:ln>
              <a:solidFill>
                <a:schemeClr val="accent3">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sz="3200" b="1" dirty="0">
                <a:latin typeface="Arial Black" panose="020B0A04020102020204" pitchFamily="34" charset="0"/>
              </a:endParaRPr>
            </a:p>
          </p:txBody>
        </p:sp>
      </p:grpSp>
      <p:sp>
        <p:nvSpPr>
          <p:cNvPr id="50" name="文本框 49">
            <a:extLst>
              <a:ext uri="{FF2B5EF4-FFF2-40B4-BE49-F238E27FC236}">
                <a16:creationId xmlns:a16="http://schemas.microsoft.com/office/drawing/2014/main" id="{3FC1D2AD-2EF8-4BCB-895B-C45738459D4A}"/>
              </a:ext>
            </a:extLst>
          </p:cNvPr>
          <p:cNvSpPr txBox="1"/>
          <p:nvPr/>
        </p:nvSpPr>
        <p:spPr>
          <a:xfrm>
            <a:off x="1658572" y="4704560"/>
            <a:ext cx="4071229" cy="369332"/>
          </a:xfrm>
          <a:prstGeom prst="rect">
            <a:avLst/>
          </a:prstGeom>
          <a:noFill/>
        </p:spPr>
        <p:txBody>
          <a:bodyPr wrap="square" rtlCol="0">
            <a:spAutoFit/>
          </a:bodyPr>
          <a:lstStyle/>
          <a:p>
            <a:r>
              <a:rPr lang="zh-CN" altLang="en-US" b="1" dirty="0"/>
              <a:t>相当于对应位进行逻辑异或运算</a:t>
            </a:r>
          </a:p>
        </p:txBody>
      </p:sp>
      <p:grpSp>
        <p:nvGrpSpPr>
          <p:cNvPr id="10" name="组合 9">
            <a:extLst>
              <a:ext uri="{FF2B5EF4-FFF2-40B4-BE49-F238E27FC236}">
                <a16:creationId xmlns:a16="http://schemas.microsoft.com/office/drawing/2014/main" id="{3EFCB472-C57F-42B5-981A-9368942DC003}"/>
              </a:ext>
            </a:extLst>
          </p:cNvPr>
          <p:cNvGrpSpPr/>
          <p:nvPr/>
        </p:nvGrpSpPr>
        <p:grpSpPr>
          <a:xfrm>
            <a:off x="8374321" y="2132647"/>
            <a:ext cx="2999762" cy="527177"/>
            <a:chOff x="8374321" y="2132647"/>
            <a:chExt cx="2999762" cy="527177"/>
          </a:xfrm>
        </p:grpSpPr>
        <p:cxnSp>
          <p:nvCxnSpPr>
            <p:cNvPr id="52" name="直接连接符 51">
              <a:extLst>
                <a:ext uri="{FF2B5EF4-FFF2-40B4-BE49-F238E27FC236}">
                  <a16:creationId xmlns:a16="http://schemas.microsoft.com/office/drawing/2014/main" id="{6E1086C8-A897-41B2-8FA8-29FBA66A7A25}"/>
                </a:ext>
              </a:extLst>
            </p:cNvPr>
            <p:cNvCxnSpPr>
              <a:cxnSpLocks/>
            </p:cNvCxnSpPr>
            <p:nvPr/>
          </p:nvCxnSpPr>
          <p:spPr>
            <a:xfrm flipV="1">
              <a:off x="8374321" y="2142420"/>
              <a:ext cx="192970" cy="517404"/>
            </a:xfrm>
            <a:prstGeom prst="line">
              <a:avLst/>
            </a:prstGeom>
            <a:ln w="50800" cap="rnd">
              <a:solidFill>
                <a:schemeClr val="tx1"/>
              </a:solidFill>
              <a:round/>
            </a:ln>
          </p:spPr>
          <p:style>
            <a:lnRef idx="1">
              <a:schemeClr val="accent1"/>
            </a:lnRef>
            <a:fillRef idx="0">
              <a:schemeClr val="accent1"/>
            </a:fillRef>
            <a:effectRef idx="0">
              <a:schemeClr val="accent1"/>
            </a:effectRef>
            <a:fontRef idx="minor">
              <a:schemeClr val="tx1"/>
            </a:fontRef>
          </p:style>
        </p:cxnSp>
        <p:cxnSp>
          <p:nvCxnSpPr>
            <p:cNvPr id="53" name="直接连接符 52">
              <a:extLst>
                <a:ext uri="{FF2B5EF4-FFF2-40B4-BE49-F238E27FC236}">
                  <a16:creationId xmlns:a16="http://schemas.microsoft.com/office/drawing/2014/main" id="{B3307017-69C0-4B38-AB6E-9739737500F1}"/>
                </a:ext>
              </a:extLst>
            </p:cNvPr>
            <p:cNvCxnSpPr>
              <a:cxnSpLocks/>
            </p:cNvCxnSpPr>
            <p:nvPr/>
          </p:nvCxnSpPr>
          <p:spPr>
            <a:xfrm>
              <a:off x="8567291" y="2132647"/>
              <a:ext cx="2806792" cy="0"/>
            </a:xfrm>
            <a:prstGeom prst="line">
              <a:avLst/>
            </a:prstGeom>
            <a:ln w="50800" cap="rnd">
              <a:solidFill>
                <a:schemeClr val="tx1"/>
              </a:solidFill>
              <a:round/>
            </a:ln>
          </p:spPr>
          <p:style>
            <a:lnRef idx="1">
              <a:schemeClr val="accent1"/>
            </a:lnRef>
            <a:fillRef idx="0">
              <a:schemeClr val="accent1"/>
            </a:fillRef>
            <a:effectRef idx="0">
              <a:schemeClr val="accent1"/>
            </a:effectRef>
            <a:fontRef idx="minor">
              <a:schemeClr val="tx1"/>
            </a:fontRef>
          </p:style>
        </p:cxnSp>
      </p:grpSp>
      <p:sp>
        <p:nvSpPr>
          <p:cNvPr id="27" name="文本框 26">
            <a:extLst>
              <a:ext uri="{FF2B5EF4-FFF2-40B4-BE49-F238E27FC236}">
                <a16:creationId xmlns:a16="http://schemas.microsoft.com/office/drawing/2014/main" id="{28E46966-B928-4470-B846-F95E08B35F02}"/>
              </a:ext>
            </a:extLst>
          </p:cNvPr>
          <p:cNvSpPr txBox="1"/>
          <p:nvPr/>
        </p:nvSpPr>
        <p:spPr>
          <a:xfrm>
            <a:off x="9360536" y="1650848"/>
            <a:ext cx="430892" cy="523220"/>
          </a:xfrm>
          <a:prstGeom prst="rect">
            <a:avLst/>
          </a:prstGeom>
          <a:noFill/>
        </p:spPr>
        <p:txBody>
          <a:bodyPr wrap="square" rtlCol="0">
            <a:spAutoFit/>
          </a:bodyPr>
          <a:lstStyle/>
          <a:p>
            <a:r>
              <a:rPr lang="en-US" altLang="zh-CN" sz="2800" b="1" spc="600" dirty="0">
                <a:latin typeface="Arial Black" panose="020B0A04020102020204" pitchFamily="34" charset="0"/>
              </a:rPr>
              <a:t>1</a:t>
            </a:r>
            <a:endParaRPr lang="zh-CN" altLang="en-US" sz="2800" b="1" spc="600" dirty="0">
              <a:latin typeface="Arial Black" panose="020B0A04020102020204" pitchFamily="34" charset="0"/>
            </a:endParaRPr>
          </a:p>
        </p:txBody>
      </p:sp>
      <p:sp>
        <p:nvSpPr>
          <p:cNvPr id="28" name="文本框 27">
            <a:extLst>
              <a:ext uri="{FF2B5EF4-FFF2-40B4-BE49-F238E27FC236}">
                <a16:creationId xmlns:a16="http://schemas.microsoft.com/office/drawing/2014/main" id="{C7502E16-649D-40FC-9CBA-F4A8BA66116F}"/>
              </a:ext>
            </a:extLst>
          </p:cNvPr>
          <p:cNvSpPr txBox="1"/>
          <p:nvPr/>
        </p:nvSpPr>
        <p:spPr>
          <a:xfrm>
            <a:off x="8470806" y="2645808"/>
            <a:ext cx="1440674" cy="523220"/>
          </a:xfrm>
          <a:prstGeom prst="rect">
            <a:avLst/>
          </a:prstGeom>
          <a:noFill/>
        </p:spPr>
        <p:txBody>
          <a:bodyPr wrap="square" rtlCol="0">
            <a:spAutoFit/>
          </a:bodyPr>
          <a:lstStyle/>
          <a:p>
            <a:r>
              <a:rPr lang="en-US" altLang="zh-CN" sz="2800" b="1" spc="600" dirty="0">
                <a:solidFill>
                  <a:schemeClr val="accent3"/>
                </a:solidFill>
                <a:latin typeface="Arial Black" panose="020B0A04020102020204" pitchFamily="34" charset="0"/>
              </a:rPr>
              <a:t>1101</a:t>
            </a:r>
            <a:endParaRPr lang="zh-CN" altLang="en-US" sz="2800" b="1" spc="600" dirty="0">
              <a:solidFill>
                <a:schemeClr val="accent3"/>
              </a:solidFill>
              <a:latin typeface="Arial Black" panose="020B0A04020102020204" pitchFamily="34" charset="0"/>
            </a:endParaRPr>
          </a:p>
        </p:txBody>
      </p:sp>
      <p:grpSp>
        <p:nvGrpSpPr>
          <p:cNvPr id="8" name="组合 7">
            <a:extLst>
              <a:ext uri="{FF2B5EF4-FFF2-40B4-BE49-F238E27FC236}">
                <a16:creationId xmlns:a16="http://schemas.microsoft.com/office/drawing/2014/main" id="{F6C141FA-14AE-49E2-996C-4E6F66B73177}"/>
              </a:ext>
            </a:extLst>
          </p:cNvPr>
          <p:cNvGrpSpPr/>
          <p:nvPr/>
        </p:nvGrpSpPr>
        <p:grpSpPr>
          <a:xfrm>
            <a:off x="7966736" y="2605199"/>
            <a:ext cx="1701886" cy="523220"/>
            <a:chOff x="7966736" y="2605199"/>
            <a:chExt cx="1701886" cy="523220"/>
          </a:xfrm>
        </p:grpSpPr>
        <p:cxnSp>
          <p:nvCxnSpPr>
            <p:cNvPr id="31" name="直接连接符 30">
              <a:extLst>
                <a:ext uri="{FF2B5EF4-FFF2-40B4-BE49-F238E27FC236}">
                  <a16:creationId xmlns:a16="http://schemas.microsoft.com/office/drawing/2014/main" id="{6B58556E-E238-4C24-8130-3C369DDCC8BD}"/>
                </a:ext>
              </a:extLst>
            </p:cNvPr>
            <p:cNvCxnSpPr>
              <a:cxnSpLocks/>
            </p:cNvCxnSpPr>
            <p:nvPr/>
          </p:nvCxnSpPr>
          <p:spPr>
            <a:xfrm>
              <a:off x="8117215" y="3128419"/>
              <a:ext cx="1551407" cy="0"/>
            </a:xfrm>
            <a:prstGeom prst="line">
              <a:avLst/>
            </a:prstGeom>
            <a:ln w="50800" cap="rnd">
              <a:solidFill>
                <a:schemeClr val="tx1"/>
              </a:solidFill>
              <a:round/>
            </a:ln>
          </p:spPr>
          <p:style>
            <a:lnRef idx="1">
              <a:schemeClr val="accent1"/>
            </a:lnRef>
            <a:fillRef idx="0">
              <a:schemeClr val="accent1"/>
            </a:fillRef>
            <a:effectRef idx="0">
              <a:schemeClr val="accent1"/>
            </a:effectRef>
            <a:fontRef idx="minor">
              <a:schemeClr val="tx1"/>
            </a:fontRef>
          </p:style>
        </p:cxnSp>
        <p:sp>
          <p:nvSpPr>
            <p:cNvPr id="34" name="文本框 33">
              <a:extLst>
                <a:ext uri="{FF2B5EF4-FFF2-40B4-BE49-F238E27FC236}">
                  <a16:creationId xmlns:a16="http://schemas.microsoft.com/office/drawing/2014/main" id="{02C96787-DA58-4B56-BB79-A0D3B9ECF442}"/>
                </a:ext>
              </a:extLst>
            </p:cNvPr>
            <p:cNvSpPr txBox="1"/>
            <p:nvPr/>
          </p:nvSpPr>
          <p:spPr>
            <a:xfrm>
              <a:off x="7966736" y="2605199"/>
              <a:ext cx="547653" cy="523220"/>
            </a:xfrm>
            <a:prstGeom prst="rect">
              <a:avLst/>
            </a:prstGeom>
            <a:noFill/>
          </p:spPr>
          <p:txBody>
            <a:bodyPr wrap="square">
              <a:spAutoFit/>
            </a:bodyPr>
            <a:lstStyle/>
            <a:p>
              <a:pPr algn="ctr"/>
              <a:r>
                <a:rPr lang="zh-CN" altLang="en-US" sz="2800" b="1" dirty="0">
                  <a:solidFill>
                    <a:schemeClr val="accent1">
                      <a:lumMod val="75000"/>
                    </a:schemeClr>
                  </a:solidFill>
                </a:rPr>
                <a:t>⊕</a:t>
              </a:r>
            </a:p>
          </p:txBody>
        </p:sp>
      </p:grpSp>
      <p:sp>
        <p:nvSpPr>
          <p:cNvPr id="37" name="文本框 36">
            <a:extLst>
              <a:ext uri="{FF2B5EF4-FFF2-40B4-BE49-F238E27FC236}">
                <a16:creationId xmlns:a16="http://schemas.microsoft.com/office/drawing/2014/main" id="{3577E062-AB6E-4636-A8CB-E9E6BFF8136E}"/>
              </a:ext>
            </a:extLst>
          </p:cNvPr>
          <p:cNvSpPr txBox="1"/>
          <p:nvPr/>
        </p:nvSpPr>
        <p:spPr>
          <a:xfrm>
            <a:off x="8784936" y="3115729"/>
            <a:ext cx="1151200" cy="523220"/>
          </a:xfrm>
          <a:prstGeom prst="rect">
            <a:avLst/>
          </a:prstGeom>
          <a:noFill/>
        </p:spPr>
        <p:txBody>
          <a:bodyPr wrap="square" rtlCol="0">
            <a:spAutoFit/>
          </a:bodyPr>
          <a:lstStyle/>
          <a:p>
            <a:r>
              <a:rPr lang="en-US" altLang="zh-CN" sz="2800" b="1" spc="600" dirty="0">
                <a:latin typeface="Arial Black" panose="020B0A04020102020204" pitchFamily="34" charset="0"/>
              </a:rPr>
              <a:t>111</a:t>
            </a:r>
            <a:endParaRPr lang="zh-CN" altLang="en-US" sz="2800" b="1" spc="600" dirty="0">
              <a:latin typeface="Arial Black" panose="020B0A04020102020204" pitchFamily="34" charset="0"/>
            </a:endParaRPr>
          </a:p>
        </p:txBody>
      </p:sp>
      <p:sp>
        <p:nvSpPr>
          <p:cNvPr id="38" name="文本框 37">
            <a:extLst>
              <a:ext uri="{FF2B5EF4-FFF2-40B4-BE49-F238E27FC236}">
                <a16:creationId xmlns:a16="http://schemas.microsoft.com/office/drawing/2014/main" id="{B7C6C712-E6CE-4E2F-B3B3-AF7C68230661}"/>
              </a:ext>
            </a:extLst>
          </p:cNvPr>
          <p:cNvSpPr txBox="1"/>
          <p:nvPr/>
        </p:nvSpPr>
        <p:spPr>
          <a:xfrm>
            <a:off x="9730590" y="3115729"/>
            <a:ext cx="474733" cy="523220"/>
          </a:xfrm>
          <a:prstGeom prst="rect">
            <a:avLst/>
          </a:prstGeom>
          <a:noFill/>
        </p:spPr>
        <p:txBody>
          <a:bodyPr wrap="square" rtlCol="0">
            <a:spAutoFit/>
          </a:bodyPr>
          <a:lstStyle/>
          <a:p>
            <a:r>
              <a:rPr lang="en-US" altLang="zh-CN" sz="2800" b="1" spc="600" dirty="0">
                <a:latin typeface="Arial Black" panose="020B0A04020102020204" pitchFamily="34" charset="0"/>
              </a:rPr>
              <a:t>0</a:t>
            </a:r>
            <a:endParaRPr lang="zh-CN" altLang="en-US" sz="2800" b="1" spc="600" dirty="0">
              <a:latin typeface="Arial Black" panose="020B0A04020102020204" pitchFamily="34" charset="0"/>
            </a:endParaRPr>
          </a:p>
        </p:txBody>
      </p:sp>
      <p:cxnSp>
        <p:nvCxnSpPr>
          <p:cNvPr id="13" name="直接箭头连接符 12">
            <a:extLst>
              <a:ext uri="{FF2B5EF4-FFF2-40B4-BE49-F238E27FC236}">
                <a16:creationId xmlns:a16="http://schemas.microsoft.com/office/drawing/2014/main" id="{41112DA7-C60D-479D-8170-E18068B18F0F}"/>
              </a:ext>
            </a:extLst>
          </p:cNvPr>
          <p:cNvCxnSpPr>
            <a:cxnSpLocks/>
          </p:cNvCxnSpPr>
          <p:nvPr/>
        </p:nvCxnSpPr>
        <p:spPr>
          <a:xfrm>
            <a:off x="9936136" y="2699599"/>
            <a:ext cx="0" cy="493785"/>
          </a:xfrm>
          <a:prstGeom prst="straightConnector1">
            <a:avLst/>
          </a:prstGeom>
          <a:ln w="25400">
            <a:solidFill>
              <a:schemeClr val="tx1"/>
            </a:solidFill>
            <a:prstDash val="dash"/>
            <a:tailEnd type="triangle"/>
          </a:ln>
        </p:spPr>
        <p:style>
          <a:lnRef idx="1">
            <a:schemeClr val="accent1"/>
          </a:lnRef>
          <a:fillRef idx="0">
            <a:schemeClr val="accent1"/>
          </a:fillRef>
          <a:effectRef idx="0">
            <a:schemeClr val="accent1"/>
          </a:effectRef>
          <a:fontRef idx="minor">
            <a:schemeClr val="tx1"/>
          </a:fontRef>
        </p:style>
      </p:cxnSp>
      <p:sp>
        <p:nvSpPr>
          <p:cNvPr id="49" name="文本框 48">
            <a:extLst>
              <a:ext uri="{FF2B5EF4-FFF2-40B4-BE49-F238E27FC236}">
                <a16:creationId xmlns:a16="http://schemas.microsoft.com/office/drawing/2014/main" id="{D8FBD509-5CDA-4A95-848B-B0278077B3DA}"/>
              </a:ext>
            </a:extLst>
          </p:cNvPr>
          <p:cNvSpPr txBox="1"/>
          <p:nvPr/>
        </p:nvSpPr>
        <p:spPr>
          <a:xfrm>
            <a:off x="9696034" y="1650848"/>
            <a:ext cx="430892" cy="523220"/>
          </a:xfrm>
          <a:prstGeom prst="rect">
            <a:avLst/>
          </a:prstGeom>
          <a:noFill/>
        </p:spPr>
        <p:txBody>
          <a:bodyPr wrap="square" rtlCol="0">
            <a:spAutoFit/>
          </a:bodyPr>
          <a:lstStyle/>
          <a:p>
            <a:r>
              <a:rPr lang="en-US" altLang="zh-CN" sz="2800" b="1" spc="600" dirty="0">
                <a:latin typeface="Arial Black" panose="020B0A04020102020204" pitchFamily="34" charset="0"/>
              </a:rPr>
              <a:t>1</a:t>
            </a:r>
            <a:endParaRPr lang="zh-CN" altLang="en-US" sz="2800" b="1" spc="600" dirty="0">
              <a:latin typeface="Arial Black" panose="020B0A04020102020204" pitchFamily="34" charset="0"/>
            </a:endParaRPr>
          </a:p>
        </p:txBody>
      </p:sp>
      <p:sp>
        <p:nvSpPr>
          <p:cNvPr id="41" name="文本框 40">
            <a:extLst>
              <a:ext uri="{FF2B5EF4-FFF2-40B4-BE49-F238E27FC236}">
                <a16:creationId xmlns:a16="http://schemas.microsoft.com/office/drawing/2014/main" id="{1B0FE9CA-3706-4C90-A74C-78A63B8BDA01}"/>
              </a:ext>
            </a:extLst>
          </p:cNvPr>
          <p:cNvSpPr txBox="1"/>
          <p:nvPr/>
        </p:nvSpPr>
        <p:spPr>
          <a:xfrm>
            <a:off x="8781840" y="3484768"/>
            <a:ext cx="1440674" cy="523220"/>
          </a:xfrm>
          <a:prstGeom prst="rect">
            <a:avLst/>
          </a:prstGeom>
          <a:noFill/>
        </p:spPr>
        <p:txBody>
          <a:bodyPr wrap="square" rtlCol="0">
            <a:spAutoFit/>
          </a:bodyPr>
          <a:lstStyle/>
          <a:p>
            <a:r>
              <a:rPr lang="en-US" altLang="zh-CN" sz="2800" b="1" spc="600" dirty="0">
                <a:solidFill>
                  <a:schemeClr val="accent3"/>
                </a:solidFill>
                <a:latin typeface="Arial Black" panose="020B0A04020102020204" pitchFamily="34" charset="0"/>
              </a:rPr>
              <a:t>1101</a:t>
            </a:r>
            <a:endParaRPr lang="zh-CN" altLang="en-US" sz="2800" b="1" spc="600" dirty="0">
              <a:solidFill>
                <a:schemeClr val="accent3"/>
              </a:solidFill>
              <a:latin typeface="Arial Black" panose="020B0A04020102020204" pitchFamily="34" charset="0"/>
            </a:endParaRPr>
          </a:p>
        </p:txBody>
      </p:sp>
      <p:grpSp>
        <p:nvGrpSpPr>
          <p:cNvPr id="40" name="组合 39">
            <a:extLst>
              <a:ext uri="{FF2B5EF4-FFF2-40B4-BE49-F238E27FC236}">
                <a16:creationId xmlns:a16="http://schemas.microsoft.com/office/drawing/2014/main" id="{503C5F4B-257E-4D0F-BB93-030E9098DCFF}"/>
              </a:ext>
            </a:extLst>
          </p:cNvPr>
          <p:cNvGrpSpPr/>
          <p:nvPr/>
        </p:nvGrpSpPr>
        <p:grpSpPr>
          <a:xfrm>
            <a:off x="8266070" y="3444159"/>
            <a:ext cx="1701886" cy="523220"/>
            <a:chOff x="7966736" y="2605199"/>
            <a:chExt cx="1701886" cy="523220"/>
          </a:xfrm>
        </p:grpSpPr>
        <p:cxnSp>
          <p:nvCxnSpPr>
            <p:cNvPr id="43" name="直接连接符 42">
              <a:extLst>
                <a:ext uri="{FF2B5EF4-FFF2-40B4-BE49-F238E27FC236}">
                  <a16:creationId xmlns:a16="http://schemas.microsoft.com/office/drawing/2014/main" id="{B5988F22-BBB6-41F6-AB0B-7C3C103F9942}"/>
                </a:ext>
              </a:extLst>
            </p:cNvPr>
            <p:cNvCxnSpPr>
              <a:cxnSpLocks/>
            </p:cNvCxnSpPr>
            <p:nvPr/>
          </p:nvCxnSpPr>
          <p:spPr>
            <a:xfrm>
              <a:off x="8117215" y="3128419"/>
              <a:ext cx="1551407" cy="0"/>
            </a:xfrm>
            <a:prstGeom prst="line">
              <a:avLst/>
            </a:prstGeom>
            <a:ln w="50800" cap="rnd">
              <a:solidFill>
                <a:schemeClr val="tx1"/>
              </a:solidFill>
              <a:round/>
            </a:ln>
          </p:spPr>
          <p:style>
            <a:lnRef idx="1">
              <a:schemeClr val="accent1"/>
            </a:lnRef>
            <a:fillRef idx="0">
              <a:schemeClr val="accent1"/>
            </a:fillRef>
            <a:effectRef idx="0">
              <a:schemeClr val="accent1"/>
            </a:effectRef>
            <a:fontRef idx="minor">
              <a:schemeClr val="tx1"/>
            </a:fontRef>
          </p:style>
        </p:cxnSp>
        <p:sp>
          <p:nvSpPr>
            <p:cNvPr id="45" name="文本框 44">
              <a:extLst>
                <a:ext uri="{FF2B5EF4-FFF2-40B4-BE49-F238E27FC236}">
                  <a16:creationId xmlns:a16="http://schemas.microsoft.com/office/drawing/2014/main" id="{5A1C06E4-5DBF-49BC-A7F4-F7CA1A35AC6A}"/>
                </a:ext>
              </a:extLst>
            </p:cNvPr>
            <p:cNvSpPr txBox="1"/>
            <p:nvPr/>
          </p:nvSpPr>
          <p:spPr>
            <a:xfrm>
              <a:off x="7966736" y="2605199"/>
              <a:ext cx="547653" cy="523220"/>
            </a:xfrm>
            <a:prstGeom prst="rect">
              <a:avLst/>
            </a:prstGeom>
            <a:noFill/>
          </p:spPr>
          <p:txBody>
            <a:bodyPr wrap="square">
              <a:spAutoFit/>
            </a:bodyPr>
            <a:lstStyle/>
            <a:p>
              <a:pPr algn="ctr"/>
              <a:r>
                <a:rPr lang="zh-CN" altLang="en-US" sz="2800" b="1" dirty="0">
                  <a:solidFill>
                    <a:schemeClr val="accent1">
                      <a:lumMod val="75000"/>
                    </a:schemeClr>
                  </a:solidFill>
                </a:rPr>
                <a:t>⊕</a:t>
              </a:r>
            </a:p>
          </p:txBody>
        </p:sp>
      </p:grpSp>
      <p:sp>
        <p:nvSpPr>
          <p:cNvPr id="48" name="文本框 47">
            <a:extLst>
              <a:ext uri="{FF2B5EF4-FFF2-40B4-BE49-F238E27FC236}">
                <a16:creationId xmlns:a16="http://schemas.microsoft.com/office/drawing/2014/main" id="{D23A3A55-D125-4533-B7A6-1A0032AC155F}"/>
              </a:ext>
            </a:extLst>
          </p:cNvPr>
          <p:cNvSpPr txBox="1"/>
          <p:nvPr/>
        </p:nvSpPr>
        <p:spPr>
          <a:xfrm>
            <a:off x="9398934" y="3972892"/>
            <a:ext cx="823580" cy="523220"/>
          </a:xfrm>
          <a:prstGeom prst="rect">
            <a:avLst/>
          </a:prstGeom>
          <a:noFill/>
        </p:spPr>
        <p:txBody>
          <a:bodyPr wrap="square" rtlCol="0">
            <a:spAutoFit/>
          </a:bodyPr>
          <a:lstStyle/>
          <a:p>
            <a:r>
              <a:rPr lang="en-US" altLang="zh-CN" sz="2800" b="1" spc="600" dirty="0">
                <a:latin typeface="Arial Black" panose="020B0A04020102020204" pitchFamily="34" charset="0"/>
              </a:rPr>
              <a:t>11</a:t>
            </a:r>
            <a:endParaRPr lang="zh-CN" altLang="en-US" sz="2800" b="1" spc="600" dirty="0">
              <a:latin typeface="Arial Black" panose="020B0A04020102020204" pitchFamily="34" charset="0"/>
            </a:endParaRPr>
          </a:p>
        </p:txBody>
      </p:sp>
      <p:grpSp>
        <p:nvGrpSpPr>
          <p:cNvPr id="14" name="组合 13">
            <a:extLst>
              <a:ext uri="{FF2B5EF4-FFF2-40B4-BE49-F238E27FC236}">
                <a16:creationId xmlns:a16="http://schemas.microsoft.com/office/drawing/2014/main" id="{01A0DBE3-2F2E-4710-966E-ECBAD16D9732}"/>
              </a:ext>
            </a:extLst>
          </p:cNvPr>
          <p:cNvGrpSpPr/>
          <p:nvPr/>
        </p:nvGrpSpPr>
        <p:grpSpPr>
          <a:xfrm>
            <a:off x="10022149" y="2699599"/>
            <a:ext cx="474733" cy="1796513"/>
            <a:chOff x="10022149" y="2699599"/>
            <a:chExt cx="474733" cy="1796513"/>
          </a:xfrm>
        </p:grpSpPr>
        <p:sp>
          <p:nvSpPr>
            <p:cNvPr id="57" name="文本框 56">
              <a:extLst>
                <a:ext uri="{FF2B5EF4-FFF2-40B4-BE49-F238E27FC236}">
                  <a16:creationId xmlns:a16="http://schemas.microsoft.com/office/drawing/2014/main" id="{579ADEE0-23C0-4D8E-B8F7-6642DA60CAB2}"/>
                </a:ext>
              </a:extLst>
            </p:cNvPr>
            <p:cNvSpPr txBox="1"/>
            <p:nvPr/>
          </p:nvSpPr>
          <p:spPr>
            <a:xfrm>
              <a:off x="10022149" y="3972892"/>
              <a:ext cx="474733" cy="523220"/>
            </a:xfrm>
            <a:prstGeom prst="rect">
              <a:avLst/>
            </a:prstGeom>
            <a:noFill/>
          </p:spPr>
          <p:txBody>
            <a:bodyPr wrap="square" rtlCol="0">
              <a:spAutoFit/>
            </a:bodyPr>
            <a:lstStyle/>
            <a:p>
              <a:r>
                <a:rPr lang="en-US" altLang="zh-CN" sz="2800" b="1" spc="600" dirty="0">
                  <a:latin typeface="Arial Black" panose="020B0A04020102020204" pitchFamily="34" charset="0"/>
                </a:rPr>
                <a:t>1</a:t>
              </a:r>
              <a:endParaRPr lang="zh-CN" altLang="en-US" sz="2800" b="1" spc="600" dirty="0">
                <a:latin typeface="Arial Black" panose="020B0A04020102020204" pitchFamily="34" charset="0"/>
              </a:endParaRPr>
            </a:p>
          </p:txBody>
        </p:sp>
        <p:cxnSp>
          <p:nvCxnSpPr>
            <p:cNvPr id="58" name="直接箭头连接符 57">
              <a:extLst>
                <a:ext uri="{FF2B5EF4-FFF2-40B4-BE49-F238E27FC236}">
                  <a16:creationId xmlns:a16="http://schemas.microsoft.com/office/drawing/2014/main" id="{CBD82F85-5E00-4306-BBB6-B1DA82930572}"/>
                </a:ext>
              </a:extLst>
            </p:cNvPr>
            <p:cNvCxnSpPr>
              <a:cxnSpLocks/>
            </p:cNvCxnSpPr>
            <p:nvPr/>
          </p:nvCxnSpPr>
          <p:spPr>
            <a:xfrm flipH="1">
              <a:off x="10259516" y="2699599"/>
              <a:ext cx="3763" cy="1273293"/>
            </a:xfrm>
            <a:prstGeom prst="straightConnector1">
              <a:avLst/>
            </a:prstGeom>
            <a:ln w="25400">
              <a:solidFill>
                <a:schemeClr val="tx1"/>
              </a:solidFill>
              <a:prstDash val="dash"/>
              <a:tailEnd type="triangle"/>
            </a:ln>
          </p:spPr>
          <p:style>
            <a:lnRef idx="1">
              <a:schemeClr val="accent1"/>
            </a:lnRef>
            <a:fillRef idx="0">
              <a:schemeClr val="accent1"/>
            </a:fillRef>
            <a:effectRef idx="0">
              <a:schemeClr val="accent1"/>
            </a:effectRef>
            <a:fontRef idx="minor">
              <a:schemeClr val="tx1"/>
            </a:fontRef>
          </p:style>
        </p:cxnSp>
      </p:grpSp>
      <p:sp>
        <p:nvSpPr>
          <p:cNvPr id="59" name="文本框 58">
            <a:extLst>
              <a:ext uri="{FF2B5EF4-FFF2-40B4-BE49-F238E27FC236}">
                <a16:creationId xmlns:a16="http://schemas.microsoft.com/office/drawing/2014/main" id="{3D549CBE-5C75-482D-A455-03C987A182DE}"/>
              </a:ext>
            </a:extLst>
          </p:cNvPr>
          <p:cNvSpPr txBox="1"/>
          <p:nvPr/>
        </p:nvSpPr>
        <p:spPr>
          <a:xfrm>
            <a:off x="10044069" y="1650848"/>
            <a:ext cx="430892" cy="523220"/>
          </a:xfrm>
          <a:prstGeom prst="rect">
            <a:avLst/>
          </a:prstGeom>
          <a:noFill/>
        </p:spPr>
        <p:txBody>
          <a:bodyPr wrap="square" rtlCol="0">
            <a:spAutoFit/>
          </a:bodyPr>
          <a:lstStyle/>
          <a:p>
            <a:r>
              <a:rPr lang="en-US" altLang="zh-CN" sz="2800" b="1" spc="600" dirty="0">
                <a:latin typeface="Arial Black" panose="020B0A04020102020204" pitchFamily="34" charset="0"/>
              </a:rPr>
              <a:t>0</a:t>
            </a:r>
            <a:endParaRPr lang="zh-CN" altLang="en-US" sz="2800" b="1" spc="600" dirty="0">
              <a:latin typeface="Arial Black" panose="020B0A04020102020204" pitchFamily="34" charset="0"/>
            </a:endParaRPr>
          </a:p>
        </p:txBody>
      </p:sp>
      <p:grpSp>
        <p:nvGrpSpPr>
          <p:cNvPr id="15" name="组合 14">
            <a:extLst>
              <a:ext uri="{FF2B5EF4-FFF2-40B4-BE49-F238E27FC236}">
                <a16:creationId xmlns:a16="http://schemas.microsoft.com/office/drawing/2014/main" id="{56F2ED03-3545-43AB-A93D-4FB29ACC4D57}"/>
              </a:ext>
            </a:extLst>
          </p:cNvPr>
          <p:cNvGrpSpPr/>
          <p:nvPr/>
        </p:nvGrpSpPr>
        <p:grpSpPr>
          <a:xfrm>
            <a:off x="10353329" y="2699599"/>
            <a:ext cx="427749" cy="1796513"/>
            <a:chOff x="10353329" y="2699599"/>
            <a:chExt cx="427749" cy="1796513"/>
          </a:xfrm>
        </p:grpSpPr>
        <p:cxnSp>
          <p:nvCxnSpPr>
            <p:cNvPr id="63" name="直接箭头连接符 62">
              <a:extLst>
                <a:ext uri="{FF2B5EF4-FFF2-40B4-BE49-F238E27FC236}">
                  <a16:creationId xmlns:a16="http://schemas.microsoft.com/office/drawing/2014/main" id="{23643120-71E3-439F-81A8-56DE3DBA8745}"/>
                </a:ext>
              </a:extLst>
            </p:cNvPr>
            <p:cNvCxnSpPr>
              <a:cxnSpLocks/>
            </p:cNvCxnSpPr>
            <p:nvPr/>
          </p:nvCxnSpPr>
          <p:spPr>
            <a:xfrm flipH="1">
              <a:off x="10564428" y="2699599"/>
              <a:ext cx="3763" cy="1273293"/>
            </a:xfrm>
            <a:prstGeom prst="straightConnector1">
              <a:avLst/>
            </a:prstGeom>
            <a:ln w="25400">
              <a:solidFill>
                <a:schemeClr val="tx1"/>
              </a:solidFill>
              <a:prstDash val="dash"/>
              <a:tailEnd type="triangle"/>
            </a:ln>
          </p:spPr>
          <p:style>
            <a:lnRef idx="1">
              <a:schemeClr val="accent1"/>
            </a:lnRef>
            <a:fillRef idx="0">
              <a:schemeClr val="accent1"/>
            </a:fillRef>
            <a:effectRef idx="0">
              <a:schemeClr val="accent1"/>
            </a:effectRef>
            <a:fontRef idx="minor">
              <a:schemeClr val="tx1"/>
            </a:fontRef>
          </p:style>
        </p:cxnSp>
        <p:sp>
          <p:nvSpPr>
            <p:cNvPr id="64" name="文本框 63">
              <a:extLst>
                <a:ext uri="{FF2B5EF4-FFF2-40B4-BE49-F238E27FC236}">
                  <a16:creationId xmlns:a16="http://schemas.microsoft.com/office/drawing/2014/main" id="{28C9146A-2FB4-4E90-AFC9-5E9308E5942D}"/>
                </a:ext>
              </a:extLst>
            </p:cNvPr>
            <p:cNvSpPr txBox="1"/>
            <p:nvPr/>
          </p:nvSpPr>
          <p:spPr>
            <a:xfrm>
              <a:off x="10353329" y="3972892"/>
              <a:ext cx="427749" cy="523220"/>
            </a:xfrm>
            <a:prstGeom prst="rect">
              <a:avLst/>
            </a:prstGeom>
            <a:noFill/>
          </p:spPr>
          <p:txBody>
            <a:bodyPr wrap="square" rtlCol="0">
              <a:spAutoFit/>
            </a:bodyPr>
            <a:lstStyle/>
            <a:p>
              <a:r>
                <a:rPr lang="en-US" altLang="zh-CN" sz="2800" b="1" spc="600" dirty="0">
                  <a:solidFill>
                    <a:schemeClr val="accent4"/>
                  </a:solidFill>
                  <a:latin typeface="Arial Black" panose="020B0A04020102020204" pitchFamily="34" charset="0"/>
                </a:rPr>
                <a:t>0</a:t>
              </a:r>
              <a:endParaRPr lang="zh-CN" altLang="en-US" sz="2800" b="1" spc="600" dirty="0">
                <a:solidFill>
                  <a:schemeClr val="accent4"/>
                </a:solidFill>
                <a:latin typeface="Arial Black" panose="020B0A04020102020204" pitchFamily="34" charset="0"/>
              </a:endParaRPr>
            </a:p>
          </p:txBody>
        </p:sp>
      </p:grpSp>
      <p:sp>
        <p:nvSpPr>
          <p:cNvPr id="65" name="文本框 64">
            <a:extLst>
              <a:ext uri="{FF2B5EF4-FFF2-40B4-BE49-F238E27FC236}">
                <a16:creationId xmlns:a16="http://schemas.microsoft.com/office/drawing/2014/main" id="{52F8D026-A967-479D-8FE8-5548C6D673FB}"/>
              </a:ext>
            </a:extLst>
          </p:cNvPr>
          <p:cNvSpPr txBox="1"/>
          <p:nvPr/>
        </p:nvSpPr>
        <p:spPr>
          <a:xfrm>
            <a:off x="10355996" y="1650848"/>
            <a:ext cx="430892" cy="523220"/>
          </a:xfrm>
          <a:prstGeom prst="rect">
            <a:avLst/>
          </a:prstGeom>
          <a:noFill/>
        </p:spPr>
        <p:txBody>
          <a:bodyPr wrap="square" rtlCol="0">
            <a:spAutoFit/>
          </a:bodyPr>
          <a:lstStyle/>
          <a:p>
            <a:r>
              <a:rPr lang="en-US" altLang="zh-CN" sz="2800" b="1" spc="600" dirty="0">
                <a:latin typeface="Arial Black" panose="020B0A04020102020204" pitchFamily="34" charset="0"/>
              </a:rPr>
              <a:t>1</a:t>
            </a:r>
            <a:endParaRPr lang="zh-CN" altLang="en-US" sz="2800" b="1" spc="600" dirty="0">
              <a:latin typeface="Arial Black" panose="020B0A04020102020204" pitchFamily="34" charset="0"/>
            </a:endParaRPr>
          </a:p>
        </p:txBody>
      </p:sp>
      <p:sp>
        <p:nvSpPr>
          <p:cNvPr id="66" name="文本框 65">
            <a:extLst>
              <a:ext uri="{FF2B5EF4-FFF2-40B4-BE49-F238E27FC236}">
                <a16:creationId xmlns:a16="http://schemas.microsoft.com/office/drawing/2014/main" id="{0FF95ED9-FC12-4FD1-8B94-6397ADF6DF98}"/>
              </a:ext>
            </a:extLst>
          </p:cNvPr>
          <p:cNvSpPr txBox="1"/>
          <p:nvPr/>
        </p:nvSpPr>
        <p:spPr>
          <a:xfrm>
            <a:off x="9401688" y="4336418"/>
            <a:ext cx="1440674" cy="523220"/>
          </a:xfrm>
          <a:prstGeom prst="rect">
            <a:avLst/>
          </a:prstGeom>
          <a:noFill/>
        </p:spPr>
        <p:txBody>
          <a:bodyPr wrap="square" rtlCol="0">
            <a:spAutoFit/>
          </a:bodyPr>
          <a:lstStyle/>
          <a:p>
            <a:r>
              <a:rPr lang="en-US" altLang="zh-CN" sz="2800" b="1" spc="600" dirty="0">
                <a:solidFill>
                  <a:schemeClr val="accent3"/>
                </a:solidFill>
                <a:latin typeface="Arial Black" panose="020B0A04020102020204" pitchFamily="34" charset="0"/>
              </a:rPr>
              <a:t>1101</a:t>
            </a:r>
            <a:endParaRPr lang="zh-CN" altLang="en-US" sz="2800" b="1" spc="600" dirty="0">
              <a:solidFill>
                <a:schemeClr val="accent3"/>
              </a:solidFill>
              <a:latin typeface="Arial Black" panose="020B0A04020102020204" pitchFamily="34" charset="0"/>
            </a:endParaRPr>
          </a:p>
        </p:txBody>
      </p:sp>
      <p:sp>
        <p:nvSpPr>
          <p:cNvPr id="54" name="文本框 53">
            <a:extLst>
              <a:ext uri="{FF2B5EF4-FFF2-40B4-BE49-F238E27FC236}">
                <a16:creationId xmlns:a16="http://schemas.microsoft.com/office/drawing/2014/main" id="{E8189A4B-145C-419B-B681-41A3541188A5}"/>
              </a:ext>
            </a:extLst>
          </p:cNvPr>
          <p:cNvSpPr txBox="1"/>
          <p:nvPr/>
        </p:nvSpPr>
        <p:spPr>
          <a:xfrm>
            <a:off x="10018782" y="4785281"/>
            <a:ext cx="823580" cy="523220"/>
          </a:xfrm>
          <a:prstGeom prst="rect">
            <a:avLst/>
          </a:prstGeom>
          <a:noFill/>
        </p:spPr>
        <p:txBody>
          <a:bodyPr wrap="square" rtlCol="0">
            <a:spAutoFit/>
          </a:bodyPr>
          <a:lstStyle/>
          <a:p>
            <a:r>
              <a:rPr lang="en-US" altLang="zh-CN" sz="2800" b="1" spc="600" dirty="0">
                <a:latin typeface="Arial Black" panose="020B0A04020102020204" pitchFamily="34" charset="0"/>
              </a:rPr>
              <a:t>11</a:t>
            </a:r>
            <a:endParaRPr lang="zh-CN" altLang="en-US" sz="2800" b="1" spc="600" dirty="0">
              <a:latin typeface="Arial Black" panose="020B0A04020102020204" pitchFamily="34" charset="0"/>
            </a:endParaRPr>
          </a:p>
        </p:txBody>
      </p:sp>
      <p:grpSp>
        <p:nvGrpSpPr>
          <p:cNvPr id="68" name="组合 67">
            <a:extLst>
              <a:ext uri="{FF2B5EF4-FFF2-40B4-BE49-F238E27FC236}">
                <a16:creationId xmlns:a16="http://schemas.microsoft.com/office/drawing/2014/main" id="{456396D7-1159-4621-8FD7-6F8F457723F1}"/>
              </a:ext>
            </a:extLst>
          </p:cNvPr>
          <p:cNvGrpSpPr/>
          <p:nvPr/>
        </p:nvGrpSpPr>
        <p:grpSpPr>
          <a:xfrm>
            <a:off x="8892918" y="4269598"/>
            <a:ext cx="1701886" cy="523220"/>
            <a:chOff x="7966736" y="2605199"/>
            <a:chExt cx="1701886" cy="523220"/>
          </a:xfrm>
        </p:grpSpPr>
        <p:cxnSp>
          <p:nvCxnSpPr>
            <p:cNvPr id="69" name="直接连接符 68">
              <a:extLst>
                <a:ext uri="{FF2B5EF4-FFF2-40B4-BE49-F238E27FC236}">
                  <a16:creationId xmlns:a16="http://schemas.microsoft.com/office/drawing/2014/main" id="{F10542C0-D930-433F-80D5-F6735D912C44}"/>
                </a:ext>
              </a:extLst>
            </p:cNvPr>
            <p:cNvCxnSpPr>
              <a:cxnSpLocks/>
            </p:cNvCxnSpPr>
            <p:nvPr/>
          </p:nvCxnSpPr>
          <p:spPr>
            <a:xfrm>
              <a:off x="8117215" y="3128419"/>
              <a:ext cx="1551407" cy="0"/>
            </a:xfrm>
            <a:prstGeom prst="line">
              <a:avLst/>
            </a:prstGeom>
            <a:ln w="50800" cap="rnd">
              <a:solidFill>
                <a:schemeClr val="tx1"/>
              </a:solidFill>
              <a:round/>
            </a:ln>
          </p:spPr>
          <p:style>
            <a:lnRef idx="1">
              <a:schemeClr val="accent1"/>
            </a:lnRef>
            <a:fillRef idx="0">
              <a:schemeClr val="accent1"/>
            </a:fillRef>
            <a:effectRef idx="0">
              <a:schemeClr val="accent1"/>
            </a:effectRef>
            <a:fontRef idx="minor">
              <a:schemeClr val="tx1"/>
            </a:fontRef>
          </p:style>
        </p:cxnSp>
        <p:sp>
          <p:nvSpPr>
            <p:cNvPr id="70" name="文本框 69">
              <a:extLst>
                <a:ext uri="{FF2B5EF4-FFF2-40B4-BE49-F238E27FC236}">
                  <a16:creationId xmlns:a16="http://schemas.microsoft.com/office/drawing/2014/main" id="{25E0A365-9B42-4F8B-B724-C48A5CBF73CE}"/>
                </a:ext>
              </a:extLst>
            </p:cNvPr>
            <p:cNvSpPr txBox="1"/>
            <p:nvPr/>
          </p:nvSpPr>
          <p:spPr>
            <a:xfrm>
              <a:off x="7966736" y="2605199"/>
              <a:ext cx="547653" cy="523220"/>
            </a:xfrm>
            <a:prstGeom prst="rect">
              <a:avLst/>
            </a:prstGeom>
            <a:noFill/>
          </p:spPr>
          <p:txBody>
            <a:bodyPr wrap="square">
              <a:spAutoFit/>
            </a:bodyPr>
            <a:lstStyle/>
            <a:p>
              <a:pPr algn="ctr"/>
              <a:r>
                <a:rPr lang="zh-CN" altLang="en-US" sz="2800" b="1" dirty="0">
                  <a:solidFill>
                    <a:schemeClr val="accent1">
                      <a:lumMod val="75000"/>
                    </a:schemeClr>
                  </a:solidFill>
                </a:rPr>
                <a:t>⊕</a:t>
              </a:r>
            </a:p>
          </p:txBody>
        </p:sp>
      </p:grpSp>
      <p:grpSp>
        <p:nvGrpSpPr>
          <p:cNvPr id="16" name="组合 15">
            <a:extLst>
              <a:ext uri="{FF2B5EF4-FFF2-40B4-BE49-F238E27FC236}">
                <a16:creationId xmlns:a16="http://schemas.microsoft.com/office/drawing/2014/main" id="{1EA332D7-CCEF-4362-A31C-7F42D21E8C3D}"/>
              </a:ext>
            </a:extLst>
          </p:cNvPr>
          <p:cNvGrpSpPr/>
          <p:nvPr/>
        </p:nvGrpSpPr>
        <p:grpSpPr>
          <a:xfrm>
            <a:off x="10662669" y="2698534"/>
            <a:ext cx="427749" cy="2609967"/>
            <a:chOff x="10675825" y="2698534"/>
            <a:chExt cx="427749" cy="2609967"/>
          </a:xfrm>
        </p:grpSpPr>
        <p:cxnSp>
          <p:nvCxnSpPr>
            <p:cNvPr id="72" name="直接箭头连接符 71">
              <a:extLst>
                <a:ext uri="{FF2B5EF4-FFF2-40B4-BE49-F238E27FC236}">
                  <a16:creationId xmlns:a16="http://schemas.microsoft.com/office/drawing/2014/main" id="{D2E1C81C-9FF2-4ECC-8716-DCACEC5BBA4C}"/>
                </a:ext>
              </a:extLst>
            </p:cNvPr>
            <p:cNvCxnSpPr>
              <a:cxnSpLocks/>
              <a:endCxn id="73" idx="0"/>
            </p:cNvCxnSpPr>
            <p:nvPr/>
          </p:nvCxnSpPr>
          <p:spPr>
            <a:xfrm>
              <a:off x="10883121" y="2698534"/>
              <a:ext cx="6579" cy="2086747"/>
            </a:xfrm>
            <a:prstGeom prst="straightConnector1">
              <a:avLst/>
            </a:prstGeom>
            <a:ln w="25400">
              <a:solidFill>
                <a:schemeClr val="tx1"/>
              </a:solidFill>
              <a:prstDash val="dash"/>
              <a:tailEnd type="triangle"/>
            </a:ln>
          </p:spPr>
          <p:style>
            <a:lnRef idx="1">
              <a:schemeClr val="accent1"/>
            </a:lnRef>
            <a:fillRef idx="0">
              <a:schemeClr val="accent1"/>
            </a:fillRef>
            <a:effectRef idx="0">
              <a:schemeClr val="accent1"/>
            </a:effectRef>
            <a:fontRef idx="minor">
              <a:schemeClr val="tx1"/>
            </a:fontRef>
          </p:style>
        </p:cxnSp>
        <p:sp>
          <p:nvSpPr>
            <p:cNvPr id="73" name="文本框 72">
              <a:extLst>
                <a:ext uri="{FF2B5EF4-FFF2-40B4-BE49-F238E27FC236}">
                  <a16:creationId xmlns:a16="http://schemas.microsoft.com/office/drawing/2014/main" id="{82CB2C09-F5E5-43AF-9E21-55D7EE28ACA8}"/>
                </a:ext>
              </a:extLst>
            </p:cNvPr>
            <p:cNvSpPr txBox="1"/>
            <p:nvPr/>
          </p:nvSpPr>
          <p:spPr>
            <a:xfrm>
              <a:off x="10675825" y="4785281"/>
              <a:ext cx="427749" cy="523220"/>
            </a:xfrm>
            <a:prstGeom prst="rect">
              <a:avLst/>
            </a:prstGeom>
            <a:noFill/>
          </p:spPr>
          <p:txBody>
            <a:bodyPr wrap="square" rtlCol="0">
              <a:spAutoFit/>
            </a:bodyPr>
            <a:lstStyle/>
            <a:p>
              <a:r>
                <a:rPr lang="en-US" altLang="zh-CN" sz="2800" b="1" spc="600" dirty="0">
                  <a:solidFill>
                    <a:schemeClr val="accent4"/>
                  </a:solidFill>
                  <a:latin typeface="Arial Black" panose="020B0A04020102020204" pitchFamily="34" charset="0"/>
                </a:rPr>
                <a:t>0</a:t>
              </a:r>
              <a:endParaRPr lang="zh-CN" altLang="en-US" sz="2800" b="1" spc="600" dirty="0">
                <a:solidFill>
                  <a:schemeClr val="accent4"/>
                </a:solidFill>
                <a:latin typeface="Arial Black" panose="020B0A04020102020204" pitchFamily="34" charset="0"/>
              </a:endParaRPr>
            </a:p>
          </p:txBody>
        </p:sp>
      </p:grpSp>
      <p:sp>
        <p:nvSpPr>
          <p:cNvPr id="74" name="文本框 73">
            <a:extLst>
              <a:ext uri="{FF2B5EF4-FFF2-40B4-BE49-F238E27FC236}">
                <a16:creationId xmlns:a16="http://schemas.microsoft.com/office/drawing/2014/main" id="{4DEFDD88-264F-4387-8D95-DD8F942C7A77}"/>
              </a:ext>
            </a:extLst>
          </p:cNvPr>
          <p:cNvSpPr txBox="1"/>
          <p:nvPr/>
        </p:nvSpPr>
        <p:spPr>
          <a:xfrm>
            <a:off x="10662669" y="1650848"/>
            <a:ext cx="430892" cy="523220"/>
          </a:xfrm>
          <a:prstGeom prst="rect">
            <a:avLst/>
          </a:prstGeom>
          <a:noFill/>
        </p:spPr>
        <p:txBody>
          <a:bodyPr wrap="square" rtlCol="0">
            <a:spAutoFit/>
          </a:bodyPr>
          <a:lstStyle/>
          <a:p>
            <a:r>
              <a:rPr lang="en-US" altLang="zh-CN" sz="2800" b="1" spc="600" dirty="0">
                <a:latin typeface="Arial Black" panose="020B0A04020102020204" pitchFamily="34" charset="0"/>
              </a:rPr>
              <a:t>0</a:t>
            </a:r>
            <a:endParaRPr lang="zh-CN" altLang="en-US" sz="2800" b="1" spc="600" dirty="0">
              <a:latin typeface="Arial Black" panose="020B0A04020102020204" pitchFamily="34" charset="0"/>
            </a:endParaRPr>
          </a:p>
        </p:txBody>
      </p:sp>
      <p:sp>
        <p:nvSpPr>
          <p:cNvPr id="75" name="文本框 74">
            <a:extLst>
              <a:ext uri="{FF2B5EF4-FFF2-40B4-BE49-F238E27FC236}">
                <a16:creationId xmlns:a16="http://schemas.microsoft.com/office/drawing/2014/main" id="{4088EEF1-25C6-4E08-9D09-CB1F9416EF76}"/>
              </a:ext>
            </a:extLst>
          </p:cNvPr>
          <p:cNvSpPr txBox="1"/>
          <p:nvPr/>
        </p:nvSpPr>
        <p:spPr>
          <a:xfrm>
            <a:off x="10955803" y="1650848"/>
            <a:ext cx="430892" cy="523220"/>
          </a:xfrm>
          <a:prstGeom prst="rect">
            <a:avLst/>
          </a:prstGeom>
          <a:noFill/>
        </p:spPr>
        <p:txBody>
          <a:bodyPr wrap="square" rtlCol="0">
            <a:spAutoFit/>
          </a:bodyPr>
          <a:lstStyle/>
          <a:p>
            <a:r>
              <a:rPr lang="en-US" altLang="zh-CN" sz="2800" b="1" spc="600" dirty="0">
                <a:latin typeface="Arial Black" panose="020B0A04020102020204" pitchFamily="34" charset="0"/>
              </a:rPr>
              <a:t>1</a:t>
            </a:r>
            <a:endParaRPr lang="zh-CN" altLang="en-US" sz="2800" b="1" spc="600" dirty="0">
              <a:latin typeface="Arial Black" panose="020B0A04020102020204" pitchFamily="34" charset="0"/>
            </a:endParaRPr>
          </a:p>
        </p:txBody>
      </p:sp>
      <p:grpSp>
        <p:nvGrpSpPr>
          <p:cNvPr id="11" name="组合 10">
            <a:extLst>
              <a:ext uri="{FF2B5EF4-FFF2-40B4-BE49-F238E27FC236}">
                <a16:creationId xmlns:a16="http://schemas.microsoft.com/office/drawing/2014/main" id="{87C82CFF-2783-489A-959E-87EB0D0AFE67}"/>
              </a:ext>
            </a:extLst>
          </p:cNvPr>
          <p:cNvGrpSpPr/>
          <p:nvPr/>
        </p:nvGrpSpPr>
        <p:grpSpPr>
          <a:xfrm>
            <a:off x="10980201" y="2700266"/>
            <a:ext cx="427749" cy="2609967"/>
            <a:chOff x="10980201" y="2700266"/>
            <a:chExt cx="427749" cy="2609967"/>
          </a:xfrm>
        </p:grpSpPr>
        <p:cxnSp>
          <p:nvCxnSpPr>
            <p:cNvPr id="76" name="直接箭头连接符 75">
              <a:extLst>
                <a:ext uri="{FF2B5EF4-FFF2-40B4-BE49-F238E27FC236}">
                  <a16:creationId xmlns:a16="http://schemas.microsoft.com/office/drawing/2014/main" id="{A7DBE068-18B7-46B7-9AF8-64B65E4D4FB7}"/>
                </a:ext>
              </a:extLst>
            </p:cNvPr>
            <p:cNvCxnSpPr>
              <a:cxnSpLocks/>
              <a:endCxn id="77" idx="0"/>
            </p:cNvCxnSpPr>
            <p:nvPr/>
          </p:nvCxnSpPr>
          <p:spPr>
            <a:xfrm>
              <a:off x="11187497" y="2700266"/>
              <a:ext cx="6579" cy="2086747"/>
            </a:xfrm>
            <a:prstGeom prst="straightConnector1">
              <a:avLst/>
            </a:prstGeom>
            <a:ln w="25400">
              <a:solidFill>
                <a:schemeClr val="tx1"/>
              </a:solidFill>
              <a:prstDash val="dash"/>
              <a:tailEnd type="triangle"/>
            </a:ln>
          </p:spPr>
          <p:style>
            <a:lnRef idx="1">
              <a:schemeClr val="accent1"/>
            </a:lnRef>
            <a:fillRef idx="0">
              <a:schemeClr val="accent1"/>
            </a:fillRef>
            <a:effectRef idx="0">
              <a:schemeClr val="accent1"/>
            </a:effectRef>
            <a:fontRef idx="minor">
              <a:schemeClr val="tx1"/>
            </a:fontRef>
          </p:style>
        </p:cxnSp>
        <p:sp>
          <p:nvSpPr>
            <p:cNvPr id="77" name="文本框 76">
              <a:extLst>
                <a:ext uri="{FF2B5EF4-FFF2-40B4-BE49-F238E27FC236}">
                  <a16:creationId xmlns:a16="http://schemas.microsoft.com/office/drawing/2014/main" id="{5DF64B4C-1EBB-421C-B9FE-F32D5ED0FDEB}"/>
                </a:ext>
              </a:extLst>
            </p:cNvPr>
            <p:cNvSpPr txBox="1"/>
            <p:nvPr/>
          </p:nvSpPr>
          <p:spPr>
            <a:xfrm>
              <a:off x="10980201" y="4787013"/>
              <a:ext cx="427749" cy="523220"/>
            </a:xfrm>
            <a:prstGeom prst="rect">
              <a:avLst/>
            </a:prstGeom>
            <a:noFill/>
          </p:spPr>
          <p:txBody>
            <a:bodyPr wrap="square" rtlCol="0">
              <a:spAutoFit/>
            </a:bodyPr>
            <a:lstStyle/>
            <a:p>
              <a:r>
                <a:rPr lang="en-US" altLang="zh-CN" sz="2800" b="1" spc="600" dirty="0">
                  <a:solidFill>
                    <a:schemeClr val="accent4"/>
                  </a:solidFill>
                  <a:latin typeface="Arial Black" panose="020B0A04020102020204" pitchFamily="34" charset="0"/>
                </a:rPr>
                <a:t>0</a:t>
              </a:r>
              <a:endParaRPr lang="zh-CN" altLang="en-US" sz="2800" b="1" spc="600" dirty="0">
                <a:solidFill>
                  <a:schemeClr val="accent4"/>
                </a:solidFill>
                <a:latin typeface="Arial Black" panose="020B0A04020102020204" pitchFamily="34" charset="0"/>
              </a:endParaRPr>
            </a:p>
          </p:txBody>
        </p:sp>
      </p:grpSp>
      <p:grpSp>
        <p:nvGrpSpPr>
          <p:cNvPr id="24" name="组合 23">
            <a:extLst>
              <a:ext uri="{FF2B5EF4-FFF2-40B4-BE49-F238E27FC236}">
                <a16:creationId xmlns:a16="http://schemas.microsoft.com/office/drawing/2014/main" id="{A368AD24-DAC5-48BA-A7BB-9613E5438690}"/>
              </a:ext>
            </a:extLst>
          </p:cNvPr>
          <p:cNvGrpSpPr/>
          <p:nvPr/>
        </p:nvGrpSpPr>
        <p:grpSpPr>
          <a:xfrm>
            <a:off x="7750469" y="2791627"/>
            <a:ext cx="3715565" cy="2845304"/>
            <a:chOff x="7750469" y="2791627"/>
            <a:chExt cx="3715565" cy="2845304"/>
          </a:xfrm>
        </p:grpSpPr>
        <p:sp>
          <p:nvSpPr>
            <p:cNvPr id="78" name="文本框 77">
              <a:extLst>
                <a:ext uri="{FF2B5EF4-FFF2-40B4-BE49-F238E27FC236}">
                  <a16:creationId xmlns:a16="http://schemas.microsoft.com/office/drawing/2014/main" id="{650BADE6-20B4-4577-AF85-EA6450DE1DA7}"/>
                </a:ext>
              </a:extLst>
            </p:cNvPr>
            <p:cNvSpPr txBox="1"/>
            <p:nvPr/>
          </p:nvSpPr>
          <p:spPr>
            <a:xfrm>
              <a:off x="10025360" y="5113711"/>
              <a:ext cx="1440674" cy="523220"/>
            </a:xfrm>
            <a:prstGeom prst="rect">
              <a:avLst/>
            </a:prstGeom>
            <a:noFill/>
          </p:spPr>
          <p:txBody>
            <a:bodyPr wrap="square" rtlCol="0">
              <a:spAutoFit/>
            </a:bodyPr>
            <a:lstStyle/>
            <a:p>
              <a:r>
                <a:rPr lang="en-US" altLang="zh-CN" sz="2800" b="1" spc="600" dirty="0">
                  <a:solidFill>
                    <a:schemeClr val="accent3"/>
                  </a:solidFill>
                  <a:latin typeface="Arial Black" panose="020B0A04020102020204" pitchFamily="34" charset="0"/>
                </a:rPr>
                <a:t>1101</a:t>
              </a:r>
              <a:endParaRPr lang="zh-CN" altLang="en-US" sz="2800" b="1" spc="600" dirty="0">
                <a:solidFill>
                  <a:schemeClr val="accent3"/>
                </a:solidFill>
                <a:latin typeface="Arial Black" panose="020B0A04020102020204" pitchFamily="34" charset="0"/>
              </a:endParaRPr>
            </a:p>
          </p:txBody>
        </p:sp>
        <p:cxnSp>
          <p:nvCxnSpPr>
            <p:cNvPr id="79" name="连接符: 曲线 78">
              <a:extLst>
                <a:ext uri="{FF2B5EF4-FFF2-40B4-BE49-F238E27FC236}">
                  <a16:creationId xmlns:a16="http://schemas.microsoft.com/office/drawing/2014/main" id="{0B8BE19B-4D48-44AC-BE94-DD5A8973153B}"/>
                </a:ext>
              </a:extLst>
            </p:cNvPr>
            <p:cNvCxnSpPr>
              <a:cxnSpLocks/>
              <a:stCxn id="42" idx="2"/>
              <a:endCxn id="78" idx="1"/>
            </p:cNvCxnSpPr>
            <p:nvPr/>
          </p:nvCxnSpPr>
          <p:spPr>
            <a:xfrm rot="16200000" flipH="1">
              <a:off x="7596068" y="2946028"/>
              <a:ext cx="2583693" cy="2274891"/>
            </a:xfrm>
            <a:prstGeom prst="curvedConnector2">
              <a:avLst/>
            </a:prstGeom>
            <a:ln w="38100">
              <a:solidFill>
                <a:schemeClr val="accent3"/>
              </a:solidFill>
              <a:prstDash val="dash"/>
              <a:tailEnd type="triangle"/>
            </a:ln>
          </p:spPr>
          <p:style>
            <a:lnRef idx="1">
              <a:schemeClr val="accent1"/>
            </a:lnRef>
            <a:fillRef idx="0">
              <a:schemeClr val="accent1"/>
            </a:fillRef>
            <a:effectRef idx="0">
              <a:schemeClr val="accent1"/>
            </a:effectRef>
            <a:fontRef idx="minor">
              <a:schemeClr val="tx1"/>
            </a:fontRef>
          </p:style>
        </p:cxnSp>
      </p:grpSp>
    </p:spTree>
    <p:custDataLst>
      <p:tags r:id="rId1"/>
    </p:custDataLst>
    <p:extLst>
      <p:ext uri="{BB962C8B-B14F-4D97-AF65-F5344CB8AC3E}">
        <p14:creationId xmlns:p14="http://schemas.microsoft.com/office/powerpoint/2010/main" val="2485127116"/>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2" presetClass="entr" presetSubtype="8" fill="hold" nodeType="withEffect">
                                  <p:stCondLst>
                                    <p:cond delay="0"/>
                                  </p:stCondLst>
                                  <p:childTnLst>
                                    <p:set>
                                      <p:cBhvr>
                                        <p:cTn id="6" dur="1" fill="hold">
                                          <p:stCondLst>
                                            <p:cond delay="0"/>
                                          </p:stCondLst>
                                        </p:cTn>
                                        <p:tgtEl>
                                          <p:spTgt spid="68"/>
                                        </p:tgtEl>
                                        <p:attrNameLst>
                                          <p:attrName>style.visibility</p:attrName>
                                        </p:attrNameLst>
                                      </p:cBhvr>
                                      <p:to>
                                        <p:strVal val="visible"/>
                                      </p:to>
                                    </p:set>
                                    <p:anim calcmode="lin" valueType="num">
                                      <p:cBhvr additive="base">
                                        <p:cTn id="7" dur="500"/>
                                        <p:tgtEl>
                                          <p:spTgt spid="68"/>
                                        </p:tgtEl>
                                        <p:attrNameLst>
                                          <p:attrName>ppt_x</p:attrName>
                                        </p:attrNameLst>
                                      </p:cBhvr>
                                      <p:tavLst>
                                        <p:tav tm="0">
                                          <p:val>
                                            <p:strVal val="#ppt_x-#ppt_w*1.125000"/>
                                          </p:val>
                                        </p:tav>
                                        <p:tav tm="100000">
                                          <p:val>
                                            <p:strVal val="#ppt_x"/>
                                          </p:val>
                                        </p:tav>
                                      </p:tavLst>
                                    </p:anim>
                                    <p:animEffect transition="in" filter="wipe(right)">
                                      <p:cBhvr>
                                        <p:cTn id="8" dur="500"/>
                                        <p:tgtEl>
                                          <p:spTgt spid="68"/>
                                        </p:tgtEl>
                                      </p:cBhvr>
                                    </p:animEffect>
                                  </p:childTnLst>
                                </p:cTn>
                              </p:par>
                            </p:childTnLst>
                          </p:cTn>
                        </p:par>
                      </p:childTnLst>
                    </p:cTn>
                  </p:par>
                  <p:par>
                    <p:cTn id="9" fill="hold">
                      <p:stCondLst>
                        <p:cond delay="indefinite"/>
                      </p:stCondLst>
                      <p:childTnLst>
                        <p:par>
                          <p:cTn id="10" fill="hold">
                            <p:stCondLst>
                              <p:cond delay="0"/>
                            </p:stCondLst>
                            <p:childTnLst>
                              <p:par>
                                <p:cTn id="11" presetID="12" presetClass="entr" presetSubtype="1" fill="hold" grpId="0" nodeType="clickEffect">
                                  <p:stCondLst>
                                    <p:cond delay="0"/>
                                  </p:stCondLst>
                                  <p:childTnLst>
                                    <p:set>
                                      <p:cBhvr>
                                        <p:cTn id="12" dur="1" fill="hold">
                                          <p:stCondLst>
                                            <p:cond delay="0"/>
                                          </p:stCondLst>
                                        </p:cTn>
                                        <p:tgtEl>
                                          <p:spTgt spid="54"/>
                                        </p:tgtEl>
                                        <p:attrNameLst>
                                          <p:attrName>style.visibility</p:attrName>
                                        </p:attrNameLst>
                                      </p:cBhvr>
                                      <p:to>
                                        <p:strVal val="visible"/>
                                      </p:to>
                                    </p:set>
                                    <p:anim calcmode="lin" valueType="num">
                                      <p:cBhvr additive="base">
                                        <p:cTn id="13" dur="500"/>
                                        <p:tgtEl>
                                          <p:spTgt spid="54"/>
                                        </p:tgtEl>
                                        <p:attrNameLst>
                                          <p:attrName>ppt_y</p:attrName>
                                        </p:attrNameLst>
                                      </p:cBhvr>
                                      <p:tavLst>
                                        <p:tav tm="0">
                                          <p:val>
                                            <p:strVal val="#ppt_y-#ppt_h*1.125000"/>
                                          </p:val>
                                        </p:tav>
                                        <p:tav tm="100000">
                                          <p:val>
                                            <p:strVal val="#ppt_y"/>
                                          </p:val>
                                        </p:tav>
                                      </p:tavLst>
                                    </p:anim>
                                    <p:animEffect transition="in" filter="wipe(down)">
                                      <p:cBhvr>
                                        <p:cTn id="14" dur="500"/>
                                        <p:tgtEl>
                                          <p:spTgt spid="54"/>
                                        </p:tgtEl>
                                      </p:cBhvr>
                                    </p:animEffect>
                                  </p:childTnLst>
                                </p:cTn>
                              </p:par>
                            </p:childTnLst>
                          </p:cTn>
                        </p:par>
                      </p:childTnLst>
                    </p:cTn>
                  </p:par>
                  <p:par>
                    <p:cTn id="15" fill="hold">
                      <p:stCondLst>
                        <p:cond delay="indefinite"/>
                      </p:stCondLst>
                      <p:childTnLst>
                        <p:par>
                          <p:cTn id="16" fill="hold">
                            <p:stCondLst>
                              <p:cond delay="0"/>
                            </p:stCondLst>
                            <p:childTnLst>
                              <p:par>
                                <p:cTn id="17" presetID="22" presetClass="entr" presetSubtype="1" fill="hold" nodeType="clickEffect">
                                  <p:stCondLst>
                                    <p:cond delay="0"/>
                                  </p:stCondLst>
                                  <p:childTnLst>
                                    <p:set>
                                      <p:cBhvr>
                                        <p:cTn id="18" dur="1" fill="hold">
                                          <p:stCondLst>
                                            <p:cond delay="0"/>
                                          </p:stCondLst>
                                        </p:cTn>
                                        <p:tgtEl>
                                          <p:spTgt spid="16"/>
                                        </p:tgtEl>
                                        <p:attrNameLst>
                                          <p:attrName>style.visibility</p:attrName>
                                        </p:attrNameLst>
                                      </p:cBhvr>
                                      <p:to>
                                        <p:strVal val="visible"/>
                                      </p:to>
                                    </p:set>
                                    <p:animEffect transition="in" filter="wipe(up)">
                                      <p:cBhvr>
                                        <p:cTn id="19" dur="500"/>
                                        <p:tgtEl>
                                          <p:spTgt spid="16"/>
                                        </p:tgtEl>
                                      </p:cBhvr>
                                    </p:animEffect>
                                  </p:childTnLst>
                                </p:cTn>
                              </p:par>
                            </p:childTnLst>
                          </p:cTn>
                        </p:par>
                      </p:childTnLst>
                    </p:cTn>
                  </p:par>
                  <p:par>
                    <p:cTn id="20" fill="hold">
                      <p:stCondLst>
                        <p:cond delay="indefinite"/>
                      </p:stCondLst>
                      <p:childTnLst>
                        <p:par>
                          <p:cTn id="21" fill="hold">
                            <p:stCondLst>
                              <p:cond delay="0"/>
                            </p:stCondLst>
                            <p:childTnLst>
                              <p:par>
                                <p:cTn id="22" presetID="53" presetClass="entr" presetSubtype="16" fill="hold" grpId="0" nodeType="clickEffect">
                                  <p:stCondLst>
                                    <p:cond delay="0"/>
                                  </p:stCondLst>
                                  <p:childTnLst>
                                    <p:set>
                                      <p:cBhvr>
                                        <p:cTn id="23" dur="1" fill="hold">
                                          <p:stCondLst>
                                            <p:cond delay="0"/>
                                          </p:stCondLst>
                                        </p:cTn>
                                        <p:tgtEl>
                                          <p:spTgt spid="74"/>
                                        </p:tgtEl>
                                        <p:attrNameLst>
                                          <p:attrName>style.visibility</p:attrName>
                                        </p:attrNameLst>
                                      </p:cBhvr>
                                      <p:to>
                                        <p:strVal val="visible"/>
                                      </p:to>
                                    </p:set>
                                    <p:anim calcmode="lin" valueType="num">
                                      <p:cBhvr>
                                        <p:cTn id="24" dur="500" fill="hold"/>
                                        <p:tgtEl>
                                          <p:spTgt spid="74"/>
                                        </p:tgtEl>
                                        <p:attrNameLst>
                                          <p:attrName>ppt_w</p:attrName>
                                        </p:attrNameLst>
                                      </p:cBhvr>
                                      <p:tavLst>
                                        <p:tav tm="0">
                                          <p:val>
                                            <p:fltVal val="0"/>
                                          </p:val>
                                        </p:tav>
                                        <p:tav tm="100000">
                                          <p:val>
                                            <p:strVal val="#ppt_w"/>
                                          </p:val>
                                        </p:tav>
                                      </p:tavLst>
                                    </p:anim>
                                    <p:anim calcmode="lin" valueType="num">
                                      <p:cBhvr>
                                        <p:cTn id="25" dur="500" fill="hold"/>
                                        <p:tgtEl>
                                          <p:spTgt spid="74"/>
                                        </p:tgtEl>
                                        <p:attrNameLst>
                                          <p:attrName>ppt_h</p:attrName>
                                        </p:attrNameLst>
                                      </p:cBhvr>
                                      <p:tavLst>
                                        <p:tav tm="0">
                                          <p:val>
                                            <p:fltVal val="0"/>
                                          </p:val>
                                        </p:tav>
                                        <p:tav tm="100000">
                                          <p:val>
                                            <p:strVal val="#ppt_h"/>
                                          </p:val>
                                        </p:tav>
                                      </p:tavLst>
                                    </p:anim>
                                    <p:animEffect transition="in" filter="fade">
                                      <p:cBhvr>
                                        <p:cTn id="26" dur="500"/>
                                        <p:tgtEl>
                                          <p:spTgt spid="74"/>
                                        </p:tgtEl>
                                      </p:cBhvr>
                                    </p:animEffect>
                                  </p:childTnLst>
                                </p:cTn>
                              </p:par>
                            </p:childTnLst>
                          </p:cTn>
                        </p:par>
                      </p:childTnLst>
                    </p:cTn>
                  </p:par>
                  <p:par>
                    <p:cTn id="27" fill="hold">
                      <p:stCondLst>
                        <p:cond delay="indefinite"/>
                      </p:stCondLst>
                      <p:childTnLst>
                        <p:par>
                          <p:cTn id="28" fill="hold">
                            <p:stCondLst>
                              <p:cond delay="0"/>
                            </p:stCondLst>
                            <p:childTnLst>
                              <p:par>
                                <p:cTn id="29" presetID="22" presetClass="entr" presetSubtype="1" fill="hold" nodeType="clickEffect">
                                  <p:stCondLst>
                                    <p:cond delay="0"/>
                                  </p:stCondLst>
                                  <p:childTnLst>
                                    <p:set>
                                      <p:cBhvr>
                                        <p:cTn id="30" dur="1" fill="hold">
                                          <p:stCondLst>
                                            <p:cond delay="0"/>
                                          </p:stCondLst>
                                        </p:cTn>
                                        <p:tgtEl>
                                          <p:spTgt spid="11"/>
                                        </p:tgtEl>
                                        <p:attrNameLst>
                                          <p:attrName>style.visibility</p:attrName>
                                        </p:attrNameLst>
                                      </p:cBhvr>
                                      <p:to>
                                        <p:strVal val="visible"/>
                                      </p:to>
                                    </p:set>
                                    <p:animEffect transition="in" filter="wipe(up)">
                                      <p:cBhvr>
                                        <p:cTn id="31" dur="500"/>
                                        <p:tgtEl>
                                          <p:spTgt spid="11"/>
                                        </p:tgtEl>
                                      </p:cBhvr>
                                    </p:animEffect>
                                  </p:childTnLst>
                                </p:cTn>
                              </p:par>
                            </p:childTnLst>
                          </p:cTn>
                        </p:par>
                      </p:childTnLst>
                    </p:cTn>
                  </p:par>
                  <p:par>
                    <p:cTn id="32" fill="hold">
                      <p:stCondLst>
                        <p:cond delay="indefinite"/>
                      </p:stCondLst>
                      <p:childTnLst>
                        <p:par>
                          <p:cTn id="33" fill="hold">
                            <p:stCondLst>
                              <p:cond delay="0"/>
                            </p:stCondLst>
                            <p:childTnLst>
                              <p:par>
                                <p:cTn id="34" presetID="53" presetClass="entr" presetSubtype="16" fill="hold" grpId="0" nodeType="clickEffect">
                                  <p:stCondLst>
                                    <p:cond delay="0"/>
                                  </p:stCondLst>
                                  <p:childTnLst>
                                    <p:set>
                                      <p:cBhvr>
                                        <p:cTn id="35" dur="1" fill="hold">
                                          <p:stCondLst>
                                            <p:cond delay="0"/>
                                          </p:stCondLst>
                                        </p:cTn>
                                        <p:tgtEl>
                                          <p:spTgt spid="75"/>
                                        </p:tgtEl>
                                        <p:attrNameLst>
                                          <p:attrName>style.visibility</p:attrName>
                                        </p:attrNameLst>
                                      </p:cBhvr>
                                      <p:to>
                                        <p:strVal val="visible"/>
                                      </p:to>
                                    </p:set>
                                    <p:anim calcmode="lin" valueType="num">
                                      <p:cBhvr>
                                        <p:cTn id="36" dur="500" fill="hold"/>
                                        <p:tgtEl>
                                          <p:spTgt spid="75"/>
                                        </p:tgtEl>
                                        <p:attrNameLst>
                                          <p:attrName>ppt_w</p:attrName>
                                        </p:attrNameLst>
                                      </p:cBhvr>
                                      <p:tavLst>
                                        <p:tav tm="0">
                                          <p:val>
                                            <p:fltVal val="0"/>
                                          </p:val>
                                        </p:tav>
                                        <p:tav tm="100000">
                                          <p:val>
                                            <p:strVal val="#ppt_w"/>
                                          </p:val>
                                        </p:tav>
                                      </p:tavLst>
                                    </p:anim>
                                    <p:anim calcmode="lin" valueType="num">
                                      <p:cBhvr>
                                        <p:cTn id="37" dur="500" fill="hold"/>
                                        <p:tgtEl>
                                          <p:spTgt spid="75"/>
                                        </p:tgtEl>
                                        <p:attrNameLst>
                                          <p:attrName>ppt_h</p:attrName>
                                        </p:attrNameLst>
                                      </p:cBhvr>
                                      <p:tavLst>
                                        <p:tav tm="0">
                                          <p:val>
                                            <p:fltVal val="0"/>
                                          </p:val>
                                        </p:tav>
                                        <p:tav tm="100000">
                                          <p:val>
                                            <p:strVal val="#ppt_h"/>
                                          </p:val>
                                        </p:tav>
                                      </p:tavLst>
                                    </p:anim>
                                    <p:animEffect transition="in" filter="fade">
                                      <p:cBhvr>
                                        <p:cTn id="38" dur="500"/>
                                        <p:tgtEl>
                                          <p:spTgt spid="75"/>
                                        </p:tgtEl>
                                      </p:cBhvr>
                                    </p:animEffect>
                                  </p:childTnLst>
                                </p:cTn>
                              </p:par>
                            </p:childTnLst>
                          </p:cTn>
                        </p:par>
                      </p:childTnLst>
                    </p:cTn>
                  </p:par>
                  <p:par>
                    <p:cTn id="39" fill="hold">
                      <p:stCondLst>
                        <p:cond delay="indefinite"/>
                      </p:stCondLst>
                      <p:childTnLst>
                        <p:par>
                          <p:cTn id="40" fill="hold">
                            <p:stCondLst>
                              <p:cond delay="0"/>
                            </p:stCondLst>
                            <p:childTnLst>
                              <p:par>
                                <p:cTn id="41" presetID="22" presetClass="entr" presetSubtype="8" fill="hold" nodeType="clickEffect">
                                  <p:stCondLst>
                                    <p:cond delay="0"/>
                                  </p:stCondLst>
                                  <p:childTnLst>
                                    <p:set>
                                      <p:cBhvr>
                                        <p:cTn id="42" dur="1" fill="hold">
                                          <p:stCondLst>
                                            <p:cond delay="0"/>
                                          </p:stCondLst>
                                        </p:cTn>
                                        <p:tgtEl>
                                          <p:spTgt spid="24"/>
                                        </p:tgtEl>
                                        <p:attrNameLst>
                                          <p:attrName>style.visibility</p:attrName>
                                        </p:attrNameLst>
                                      </p:cBhvr>
                                      <p:to>
                                        <p:strVal val="visible"/>
                                      </p:to>
                                    </p:set>
                                    <p:animEffect transition="in" filter="wipe(left)">
                                      <p:cBhvr>
                                        <p:cTn id="43" dur="1000"/>
                                        <p:tgtEl>
                                          <p:spTgt spid="24"/>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4" grpId="0"/>
      <p:bldP spid="74" grpId="0"/>
      <p:bldP spid="75" grpId="0"/>
    </p:bldLst>
  </p:timing>
</p:sld>
</file>

<file path=ppt/slides/slide9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4" name="组合 3">
            <a:extLst>
              <a:ext uri="{FF2B5EF4-FFF2-40B4-BE49-F238E27FC236}">
                <a16:creationId xmlns:a16="http://schemas.microsoft.com/office/drawing/2014/main" id="{9A1EA9F2-FCB6-48C3-935F-7AE7E3AD14AC}"/>
              </a:ext>
            </a:extLst>
          </p:cNvPr>
          <p:cNvGrpSpPr/>
          <p:nvPr/>
        </p:nvGrpSpPr>
        <p:grpSpPr>
          <a:xfrm>
            <a:off x="304800" y="749300"/>
            <a:ext cx="6192343" cy="400110"/>
            <a:chOff x="424117" y="898245"/>
            <a:chExt cx="6192343" cy="400110"/>
          </a:xfrm>
        </p:grpSpPr>
        <p:sp>
          <p:nvSpPr>
            <p:cNvPr id="2" name="平行四边形 1">
              <a:extLst>
                <a:ext uri="{FF2B5EF4-FFF2-40B4-BE49-F238E27FC236}">
                  <a16:creationId xmlns:a16="http://schemas.microsoft.com/office/drawing/2014/main" id="{1F5BAA3F-9845-4F89-A2DD-8222D3E4EDAC}"/>
                </a:ext>
              </a:extLst>
            </p:cNvPr>
            <p:cNvSpPr/>
            <p:nvPr/>
          </p:nvSpPr>
          <p:spPr>
            <a:xfrm>
              <a:off x="424117" y="898245"/>
              <a:ext cx="711200" cy="387090"/>
            </a:xfrm>
            <a:prstGeom prst="parallelogram">
              <a:avLst/>
            </a:prstGeom>
            <a:solidFill>
              <a:schemeClr val="accent3">
                <a:lumMod val="75000"/>
              </a:schemeClr>
            </a:solidFill>
            <a:ln>
              <a:solidFill>
                <a:schemeClr val="accent3">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CN" sz="2200" dirty="0">
                  <a:latin typeface="Impact" panose="020B0806030902050204" pitchFamily="34" charset="0"/>
                </a:rPr>
                <a:t>03</a:t>
              </a:r>
              <a:endParaRPr lang="zh-CN" altLang="en-US" sz="2200" dirty="0">
                <a:latin typeface="Impact" panose="020B0806030902050204" pitchFamily="34" charset="0"/>
              </a:endParaRPr>
            </a:p>
          </p:txBody>
        </p:sp>
        <p:sp>
          <p:nvSpPr>
            <p:cNvPr id="3" name="文本框 2">
              <a:extLst>
                <a:ext uri="{FF2B5EF4-FFF2-40B4-BE49-F238E27FC236}">
                  <a16:creationId xmlns:a16="http://schemas.microsoft.com/office/drawing/2014/main" id="{4D6BD736-A4D3-4F26-AFED-36E11F50F70B}"/>
                </a:ext>
              </a:extLst>
            </p:cNvPr>
            <p:cNvSpPr txBox="1"/>
            <p:nvPr/>
          </p:nvSpPr>
          <p:spPr>
            <a:xfrm>
              <a:off x="1204755" y="898245"/>
              <a:ext cx="5411705" cy="400110"/>
            </a:xfrm>
            <a:prstGeom prst="rect">
              <a:avLst/>
            </a:prstGeom>
            <a:noFill/>
          </p:spPr>
          <p:txBody>
            <a:bodyPr wrap="square" rtlCol="0">
              <a:spAutoFit/>
            </a:bodyPr>
            <a:lstStyle/>
            <a:p>
              <a:r>
                <a:rPr lang="zh-CN" altLang="en-US" sz="2000" b="1" dirty="0"/>
                <a:t>循环冗余校验</a:t>
              </a:r>
            </a:p>
          </p:txBody>
        </p:sp>
      </p:grpSp>
      <mc:AlternateContent xmlns:mc="http://schemas.openxmlformats.org/markup-compatibility/2006" xmlns:a14="http://schemas.microsoft.com/office/drawing/2010/main">
        <mc:Choice Requires="a14">
          <p:sp>
            <p:nvSpPr>
              <p:cNvPr id="5" name="文本框 4">
                <a:extLst>
                  <a:ext uri="{FF2B5EF4-FFF2-40B4-BE49-F238E27FC236}">
                    <a16:creationId xmlns:a16="http://schemas.microsoft.com/office/drawing/2014/main" id="{7EF8B8FD-A564-4AFB-A9EC-CF5287AF5CB1}"/>
                  </a:ext>
                </a:extLst>
              </p:cNvPr>
              <p:cNvSpPr txBox="1"/>
              <p:nvPr/>
            </p:nvSpPr>
            <p:spPr>
              <a:xfrm>
                <a:off x="1016000" y="1149410"/>
                <a:ext cx="10703085" cy="407099"/>
              </a:xfrm>
              <a:prstGeom prst="rect">
                <a:avLst/>
              </a:prstGeom>
              <a:noFill/>
            </p:spPr>
            <p:txBody>
              <a:bodyPr wrap="square" rtlCol="0">
                <a:spAutoFit/>
              </a:bodyPr>
              <a:lstStyle/>
              <a:p>
                <a:r>
                  <a:rPr lang="en-US" altLang="zh-CN" sz="2000" b="1" dirty="0"/>
                  <a:t>【CRC</a:t>
                </a:r>
                <a:r>
                  <a:rPr lang="zh-CN" altLang="en-US" sz="2000" b="1" dirty="0"/>
                  <a:t>举例</a:t>
                </a:r>
                <a:r>
                  <a:rPr lang="en-US" altLang="zh-CN" sz="2000" b="1" dirty="0"/>
                  <a:t>】</a:t>
                </a:r>
                <a:r>
                  <a:rPr lang="zh-CN" altLang="en-US" sz="2000" b="1" dirty="0"/>
                  <a:t>待发送的数据为</a:t>
                </a:r>
                <a:r>
                  <a:rPr lang="en-US" altLang="zh-CN" sz="2000" b="1" dirty="0"/>
                  <a:t>101001</a:t>
                </a:r>
                <a:r>
                  <a:rPr lang="zh-CN" altLang="en-US" sz="2000" b="1" dirty="0"/>
                  <a:t>，生成多项式为</a:t>
                </a:r>
                <a14:m>
                  <m:oMath xmlns:m="http://schemas.openxmlformats.org/officeDocument/2006/math">
                    <m:r>
                      <a:rPr lang="en-US" altLang="zh-CN" sz="2000" b="1" i="1" smtClean="0">
                        <a:latin typeface="Cambria Math" panose="02040503050406030204" pitchFamily="18" charset="0"/>
                      </a:rPr>
                      <m:t>𝑮</m:t>
                    </m:r>
                    <m:d>
                      <m:dPr>
                        <m:ctrlPr>
                          <a:rPr lang="en-US" altLang="zh-CN" sz="2000" b="1" i="1" smtClean="0">
                            <a:latin typeface="Cambria Math" panose="02040503050406030204" pitchFamily="18" charset="0"/>
                          </a:rPr>
                        </m:ctrlPr>
                      </m:dPr>
                      <m:e>
                        <m:r>
                          <a:rPr lang="en-US" altLang="zh-CN" sz="2000" b="1" i="1" smtClean="0">
                            <a:latin typeface="Cambria Math" panose="02040503050406030204" pitchFamily="18" charset="0"/>
                          </a:rPr>
                          <m:t>𝑿</m:t>
                        </m:r>
                      </m:e>
                    </m:d>
                    <m:r>
                      <a:rPr lang="en-US" altLang="zh-CN" sz="2000" b="1" i="1" smtClean="0">
                        <a:latin typeface="Cambria Math" panose="02040503050406030204" pitchFamily="18" charset="0"/>
                      </a:rPr>
                      <m:t>=</m:t>
                    </m:r>
                    <m:sSup>
                      <m:sSupPr>
                        <m:ctrlPr>
                          <a:rPr lang="en-US" altLang="zh-CN" sz="2000" b="1" i="1" smtClean="0">
                            <a:latin typeface="Cambria Math" panose="02040503050406030204" pitchFamily="18" charset="0"/>
                          </a:rPr>
                        </m:ctrlPr>
                      </m:sSupPr>
                      <m:e>
                        <m:r>
                          <a:rPr lang="en-US" altLang="zh-CN" sz="2000" b="1" i="1" smtClean="0">
                            <a:latin typeface="Cambria Math" panose="02040503050406030204" pitchFamily="18" charset="0"/>
                          </a:rPr>
                          <m:t> </m:t>
                        </m:r>
                        <m:r>
                          <a:rPr lang="en-US" altLang="zh-CN" sz="2000" b="1" i="1" smtClean="0">
                            <a:latin typeface="Cambria Math" panose="02040503050406030204" pitchFamily="18" charset="0"/>
                          </a:rPr>
                          <m:t>𝑿</m:t>
                        </m:r>
                      </m:e>
                      <m:sup>
                        <m:r>
                          <a:rPr lang="en-US" altLang="zh-CN" sz="2000" b="1" i="1" smtClean="0">
                            <a:latin typeface="Cambria Math" panose="02040503050406030204" pitchFamily="18" charset="0"/>
                          </a:rPr>
                          <m:t>𝟑</m:t>
                        </m:r>
                      </m:sup>
                    </m:sSup>
                    <m:r>
                      <a:rPr lang="en-US" altLang="zh-CN" sz="2000" b="1" i="1" smtClean="0">
                        <a:latin typeface="Cambria Math" panose="02040503050406030204" pitchFamily="18" charset="0"/>
                        <a:ea typeface="Cambria Math" panose="02040503050406030204" pitchFamily="18" charset="0"/>
                      </a:rPr>
                      <m:t>+</m:t>
                    </m:r>
                    <m:sSup>
                      <m:sSupPr>
                        <m:ctrlPr>
                          <a:rPr lang="en-US" altLang="zh-CN" sz="2000" b="1" i="1" smtClean="0">
                            <a:latin typeface="Cambria Math" panose="02040503050406030204" pitchFamily="18" charset="0"/>
                            <a:ea typeface="Cambria Math" panose="02040503050406030204" pitchFamily="18" charset="0"/>
                          </a:rPr>
                        </m:ctrlPr>
                      </m:sSupPr>
                      <m:e>
                        <m:r>
                          <a:rPr lang="en-US" altLang="zh-CN" sz="2000" b="1" i="1" smtClean="0">
                            <a:latin typeface="Cambria Math" panose="02040503050406030204" pitchFamily="18" charset="0"/>
                            <a:ea typeface="Cambria Math" panose="02040503050406030204" pitchFamily="18" charset="0"/>
                          </a:rPr>
                          <m:t> </m:t>
                        </m:r>
                        <m:r>
                          <a:rPr lang="en-US" altLang="zh-CN" sz="2000" b="1" i="1" smtClean="0">
                            <a:latin typeface="Cambria Math" panose="02040503050406030204" pitchFamily="18" charset="0"/>
                            <a:ea typeface="Cambria Math" panose="02040503050406030204" pitchFamily="18" charset="0"/>
                          </a:rPr>
                          <m:t>𝑿</m:t>
                        </m:r>
                      </m:e>
                      <m:sup>
                        <m:r>
                          <a:rPr lang="en-US" altLang="zh-CN" sz="2000" b="1" i="1" smtClean="0">
                            <a:latin typeface="Cambria Math" panose="02040503050406030204" pitchFamily="18" charset="0"/>
                            <a:ea typeface="Cambria Math" panose="02040503050406030204" pitchFamily="18" charset="0"/>
                          </a:rPr>
                          <m:t>𝟐</m:t>
                        </m:r>
                      </m:sup>
                    </m:sSup>
                    <m:r>
                      <a:rPr lang="en-US" altLang="zh-CN" sz="2000" b="1" i="1" smtClean="0">
                        <a:latin typeface="Cambria Math" panose="02040503050406030204" pitchFamily="18" charset="0"/>
                        <a:ea typeface="Cambria Math" panose="02040503050406030204" pitchFamily="18" charset="0"/>
                      </a:rPr>
                      <m:t>+</m:t>
                    </m:r>
                    <m:r>
                      <a:rPr lang="en-US" altLang="zh-CN" sz="2000" b="1" i="1" smtClean="0">
                        <a:latin typeface="Cambria Math" panose="02040503050406030204" pitchFamily="18" charset="0"/>
                        <a:ea typeface="Cambria Math" panose="02040503050406030204" pitchFamily="18" charset="0"/>
                      </a:rPr>
                      <m:t>𝟏</m:t>
                    </m:r>
                    <m:r>
                      <a:rPr lang="zh-CN" altLang="en-US" sz="2000" b="1" i="1">
                        <a:latin typeface="Cambria Math" panose="02040503050406030204" pitchFamily="18" charset="0"/>
                        <a:ea typeface="Cambria Math" panose="02040503050406030204" pitchFamily="18" charset="0"/>
                      </a:rPr>
                      <m:t>，</m:t>
                    </m:r>
                  </m:oMath>
                </a14:m>
                <a:r>
                  <a:rPr lang="zh-CN" altLang="en-US" sz="2000" b="1" dirty="0"/>
                  <a:t>计算冗余码。</a:t>
                </a:r>
              </a:p>
            </p:txBody>
          </p:sp>
        </mc:Choice>
        <mc:Fallback xmlns="">
          <p:sp>
            <p:nvSpPr>
              <p:cNvPr id="5" name="文本框 4">
                <a:extLst>
                  <a:ext uri="{FF2B5EF4-FFF2-40B4-BE49-F238E27FC236}">
                    <a16:creationId xmlns:a16="http://schemas.microsoft.com/office/drawing/2014/main" id="{7EF8B8FD-A564-4AFB-A9EC-CF5287AF5CB1}"/>
                  </a:ext>
                </a:extLst>
              </p:cNvPr>
              <p:cNvSpPr txBox="1">
                <a:spLocks noRot="1" noChangeAspect="1" noMove="1" noResize="1" noEditPoints="1" noAdjustHandles="1" noChangeArrowheads="1" noChangeShapeType="1" noTextEdit="1"/>
              </p:cNvSpPr>
              <p:nvPr/>
            </p:nvSpPr>
            <p:spPr>
              <a:xfrm>
                <a:off x="1016000" y="1149410"/>
                <a:ext cx="10703085" cy="407099"/>
              </a:xfrm>
              <a:prstGeom prst="rect">
                <a:avLst/>
              </a:prstGeom>
              <a:blipFill>
                <a:blip r:embed="rId3"/>
                <a:stretch>
                  <a:fillRect l="-627" t="-9091" b="-27273"/>
                </a:stretch>
              </a:blipFill>
            </p:spPr>
            <p:txBody>
              <a:bodyPr/>
              <a:lstStyle/>
              <a:p>
                <a:r>
                  <a:rPr lang="zh-CN" altLang="en-US">
                    <a:noFill/>
                  </a:rPr>
                  <a:t> </a:t>
                </a:r>
              </a:p>
            </p:txBody>
          </p:sp>
        </mc:Fallback>
      </mc:AlternateContent>
      <p:sp>
        <p:nvSpPr>
          <p:cNvPr id="30" name="文本框 29">
            <a:extLst>
              <a:ext uri="{FF2B5EF4-FFF2-40B4-BE49-F238E27FC236}">
                <a16:creationId xmlns:a16="http://schemas.microsoft.com/office/drawing/2014/main" id="{7FB4EBA1-79C4-4446-A0F0-2599139D46B9}"/>
              </a:ext>
            </a:extLst>
          </p:cNvPr>
          <p:cNvSpPr txBox="1"/>
          <p:nvPr/>
        </p:nvSpPr>
        <p:spPr>
          <a:xfrm>
            <a:off x="8470806" y="2276539"/>
            <a:ext cx="2113867" cy="523220"/>
          </a:xfrm>
          <a:prstGeom prst="rect">
            <a:avLst/>
          </a:prstGeom>
          <a:noFill/>
        </p:spPr>
        <p:txBody>
          <a:bodyPr wrap="square" rtlCol="0">
            <a:spAutoFit/>
          </a:bodyPr>
          <a:lstStyle/>
          <a:p>
            <a:r>
              <a:rPr lang="en-US" altLang="zh-CN" sz="2800" b="1" spc="600" dirty="0">
                <a:latin typeface="Arial Black" panose="020B0A04020102020204" pitchFamily="34" charset="0"/>
              </a:rPr>
              <a:t>101001</a:t>
            </a:r>
            <a:endParaRPr lang="zh-CN" altLang="en-US" sz="2800" b="1" spc="600" dirty="0">
              <a:latin typeface="Arial Black" panose="020B0A04020102020204" pitchFamily="34" charset="0"/>
            </a:endParaRPr>
          </a:p>
        </p:txBody>
      </p:sp>
      <p:sp>
        <p:nvSpPr>
          <p:cNvPr id="32" name="文本框 31">
            <a:extLst>
              <a:ext uri="{FF2B5EF4-FFF2-40B4-BE49-F238E27FC236}">
                <a16:creationId xmlns:a16="http://schemas.microsoft.com/office/drawing/2014/main" id="{CA8A3404-60F5-4210-92D9-DCE5B57DB1C9}"/>
              </a:ext>
            </a:extLst>
          </p:cNvPr>
          <p:cNvSpPr txBox="1"/>
          <p:nvPr/>
        </p:nvSpPr>
        <p:spPr>
          <a:xfrm>
            <a:off x="10353329" y="2276539"/>
            <a:ext cx="1204948" cy="523220"/>
          </a:xfrm>
          <a:prstGeom prst="rect">
            <a:avLst/>
          </a:prstGeom>
          <a:noFill/>
        </p:spPr>
        <p:txBody>
          <a:bodyPr wrap="square" rtlCol="0">
            <a:spAutoFit/>
          </a:bodyPr>
          <a:lstStyle/>
          <a:p>
            <a:r>
              <a:rPr lang="en-US" altLang="zh-CN" sz="2800" b="1" spc="600" dirty="0">
                <a:solidFill>
                  <a:schemeClr val="accent4"/>
                </a:solidFill>
                <a:latin typeface="Arial Black" panose="020B0A04020102020204" pitchFamily="34" charset="0"/>
              </a:rPr>
              <a:t>000</a:t>
            </a:r>
            <a:endParaRPr lang="zh-CN" altLang="en-US" sz="2800" b="1" spc="600" dirty="0">
              <a:solidFill>
                <a:schemeClr val="accent4"/>
              </a:solidFill>
              <a:latin typeface="Arial Black" panose="020B0A04020102020204" pitchFamily="34" charset="0"/>
            </a:endParaRPr>
          </a:p>
        </p:txBody>
      </p:sp>
      <p:sp>
        <p:nvSpPr>
          <p:cNvPr id="56" name="矩形 55">
            <a:extLst>
              <a:ext uri="{FF2B5EF4-FFF2-40B4-BE49-F238E27FC236}">
                <a16:creationId xmlns:a16="http://schemas.microsoft.com/office/drawing/2014/main" id="{8ACC1DC7-044B-4CF1-ADE5-A40D6D20D85F}"/>
              </a:ext>
            </a:extLst>
          </p:cNvPr>
          <p:cNvSpPr/>
          <p:nvPr/>
        </p:nvSpPr>
        <p:spPr>
          <a:xfrm>
            <a:off x="318702" y="1956619"/>
            <a:ext cx="1204948" cy="1020462"/>
          </a:xfrm>
          <a:prstGeom prst="rect">
            <a:avLst/>
          </a:prstGeom>
          <a:solidFill>
            <a:schemeClr val="accent3">
              <a:lumMod val="75000"/>
            </a:schemeClr>
          </a:solidFill>
          <a:ln>
            <a:solidFill>
              <a:schemeClr val="accent3">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CN" sz="3200" b="1" dirty="0">
                <a:latin typeface="Arial Black" panose="020B0A04020102020204" pitchFamily="34" charset="0"/>
              </a:rPr>
              <a:t>1</a:t>
            </a:r>
            <a:endParaRPr lang="zh-CN" altLang="en-US" sz="3200" b="1" dirty="0">
              <a:latin typeface="Arial Black" panose="020B0A04020102020204" pitchFamily="34" charset="0"/>
            </a:endParaRPr>
          </a:p>
        </p:txBody>
      </p:sp>
      <p:grpSp>
        <p:nvGrpSpPr>
          <p:cNvPr id="62" name="组合 61">
            <a:extLst>
              <a:ext uri="{FF2B5EF4-FFF2-40B4-BE49-F238E27FC236}">
                <a16:creationId xmlns:a16="http://schemas.microsoft.com/office/drawing/2014/main" id="{ACC7BAD9-1D8C-459A-B04B-90667871AD60}"/>
              </a:ext>
            </a:extLst>
          </p:cNvPr>
          <p:cNvGrpSpPr/>
          <p:nvPr/>
        </p:nvGrpSpPr>
        <p:grpSpPr>
          <a:xfrm>
            <a:off x="1523649" y="1956155"/>
            <a:ext cx="4809417" cy="1020462"/>
            <a:chOff x="1523649" y="1956155"/>
            <a:chExt cx="4809417" cy="1020462"/>
          </a:xfrm>
        </p:grpSpPr>
        <p:sp>
          <p:nvSpPr>
            <p:cNvPr id="55" name="文本框 54">
              <a:extLst>
                <a:ext uri="{FF2B5EF4-FFF2-40B4-BE49-F238E27FC236}">
                  <a16:creationId xmlns:a16="http://schemas.microsoft.com/office/drawing/2014/main" id="{42458A9D-BE9F-40B3-BEEC-B79EBFC6DFFA}"/>
                </a:ext>
              </a:extLst>
            </p:cNvPr>
            <p:cNvSpPr txBox="1"/>
            <p:nvPr/>
          </p:nvSpPr>
          <p:spPr>
            <a:xfrm>
              <a:off x="1672476" y="1994023"/>
              <a:ext cx="2022766" cy="407099"/>
            </a:xfrm>
            <a:prstGeom prst="rect">
              <a:avLst/>
            </a:prstGeom>
            <a:noFill/>
          </p:spPr>
          <p:txBody>
            <a:bodyPr wrap="square" rtlCol="0">
              <a:spAutoFit/>
            </a:bodyPr>
            <a:lstStyle/>
            <a:p>
              <a:r>
                <a:rPr lang="zh-CN" altLang="en-US" sz="2000" b="1" dirty="0">
                  <a:solidFill>
                    <a:schemeClr val="accent3">
                      <a:lumMod val="75000"/>
                    </a:schemeClr>
                  </a:solidFill>
                </a:rPr>
                <a:t>构造“被除数”</a:t>
              </a:r>
            </a:p>
          </p:txBody>
        </p:sp>
        <p:sp>
          <p:nvSpPr>
            <p:cNvPr id="60" name="矩形 59">
              <a:extLst>
                <a:ext uri="{FF2B5EF4-FFF2-40B4-BE49-F238E27FC236}">
                  <a16:creationId xmlns:a16="http://schemas.microsoft.com/office/drawing/2014/main" id="{6B4E7A05-B94E-4D5A-BCAE-96F5525ED4D1}"/>
                </a:ext>
              </a:extLst>
            </p:cNvPr>
            <p:cNvSpPr/>
            <p:nvPr/>
          </p:nvSpPr>
          <p:spPr>
            <a:xfrm>
              <a:off x="1523649" y="1956155"/>
              <a:ext cx="4809417" cy="1020462"/>
            </a:xfrm>
            <a:prstGeom prst="rect">
              <a:avLst/>
            </a:prstGeom>
            <a:noFill/>
            <a:ln>
              <a:solidFill>
                <a:schemeClr val="accent3">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sz="3200" b="1" dirty="0">
                <a:latin typeface="Arial Black" panose="020B0A04020102020204" pitchFamily="34" charset="0"/>
              </a:endParaRPr>
            </a:p>
          </p:txBody>
        </p:sp>
      </p:grpSp>
      <p:sp>
        <p:nvSpPr>
          <p:cNvPr id="61" name="文本框 60">
            <a:extLst>
              <a:ext uri="{FF2B5EF4-FFF2-40B4-BE49-F238E27FC236}">
                <a16:creationId xmlns:a16="http://schemas.microsoft.com/office/drawing/2014/main" id="{11F6B84F-0A9D-4890-AAB9-6FA24D9B5C0E}"/>
              </a:ext>
            </a:extLst>
          </p:cNvPr>
          <p:cNvSpPr txBox="1"/>
          <p:nvPr/>
        </p:nvSpPr>
        <p:spPr>
          <a:xfrm>
            <a:off x="1672475" y="2450988"/>
            <a:ext cx="4660591" cy="369332"/>
          </a:xfrm>
          <a:prstGeom prst="rect">
            <a:avLst/>
          </a:prstGeom>
          <a:noFill/>
        </p:spPr>
        <p:txBody>
          <a:bodyPr wrap="square" rtlCol="0">
            <a:spAutoFit/>
          </a:bodyPr>
          <a:lstStyle/>
          <a:p>
            <a:r>
              <a:rPr lang="zh-CN" altLang="en-US" b="1" dirty="0"/>
              <a:t>待发送数据后面添加生成多项式最高次数个</a:t>
            </a:r>
            <a:r>
              <a:rPr lang="en-US" altLang="zh-CN" b="1" dirty="0"/>
              <a:t>0</a:t>
            </a:r>
            <a:endParaRPr lang="zh-CN" altLang="en-US" b="1" dirty="0"/>
          </a:p>
        </p:txBody>
      </p:sp>
      <p:sp>
        <p:nvSpPr>
          <p:cNvPr id="18" name="矩形 17">
            <a:extLst>
              <a:ext uri="{FF2B5EF4-FFF2-40B4-BE49-F238E27FC236}">
                <a16:creationId xmlns:a16="http://schemas.microsoft.com/office/drawing/2014/main" id="{B706E7D0-1B92-4DC6-9474-6E42D05304F9}"/>
              </a:ext>
            </a:extLst>
          </p:cNvPr>
          <p:cNvSpPr/>
          <p:nvPr/>
        </p:nvSpPr>
        <p:spPr>
          <a:xfrm>
            <a:off x="304800" y="3083869"/>
            <a:ext cx="1204948" cy="1020462"/>
          </a:xfrm>
          <a:prstGeom prst="rect">
            <a:avLst/>
          </a:prstGeom>
          <a:solidFill>
            <a:schemeClr val="accent3">
              <a:lumMod val="75000"/>
            </a:schemeClr>
          </a:solidFill>
          <a:ln>
            <a:solidFill>
              <a:schemeClr val="accent3">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CN" sz="3200" b="1" dirty="0">
                <a:latin typeface="Arial Black" panose="020B0A04020102020204" pitchFamily="34" charset="0"/>
              </a:rPr>
              <a:t>2</a:t>
            </a:r>
            <a:endParaRPr lang="zh-CN" altLang="en-US" sz="3200" b="1" dirty="0">
              <a:latin typeface="Arial Black" panose="020B0A04020102020204" pitchFamily="34" charset="0"/>
            </a:endParaRPr>
          </a:p>
        </p:txBody>
      </p:sp>
      <p:grpSp>
        <p:nvGrpSpPr>
          <p:cNvPr id="19" name="组合 18">
            <a:extLst>
              <a:ext uri="{FF2B5EF4-FFF2-40B4-BE49-F238E27FC236}">
                <a16:creationId xmlns:a16="http://schemas.microsoft.com/office/drawing/2014/main" id="{9D0FD3CC-540D-4E70-B32F-4B1ADB580C53}"/>
              </a:ext>
            </a:extLst>
          </p:cNvPr>
          <p:cNvGrpSpPr/>
          <p:nvPr/>
        </p:nvGrpSpPr>
        <p:grpSpPr>
          <a:xfrm>
            <a:off x="1509747" y="3083405"/>
            <a:ext cx="4823319" cy="1020462"/>
            <a:chOff x="1523649" y="1956155"/>
            <a:chExt cx="4823319" cy="1020462"/>
          </a:xfrm>
        </p:grpSpPr>
        <p:sp>
          <p:nvSpPr>
            <p:cNvPr id="20" name="文本框 19">
              <a:extLst>
                <a:ext uri="{FF2B5EF4-FFF2-40B4-BE49-F238E27FC236}">
                  <a16:creationId xmlns:a16="http://schemas.microsoft.com/office/drawing/2014/main" id="{66F56548-0AB9-4D06-86C5-62BAE52FA817}"/>
                </a:ext>
              </a:extLst>
            </p:cNvPr>
            <p:cNvSpPr txBox="1"/>
            <p:nvPr/>
          </p:nvSpPr>
          <p:spPr>
            <a:xfrm>
              <a:off x="1672476" y="1994023"/>
              <a:ext cx="2022766" cy="407099"/>
            </a:xfrm>
            <a:prstGeom prst="rect">
              <a:avLst/>
            </a:prstGeom>
            <a:noFill/>
          </p:spPr>
          <p:txBody>
            <a:bodyPr wrap="square" rtlCol="0">
              <a:spAutoFit/>
            </a:bodyPr>
            <a:lstStyle/>
            <a:p>
              <a:r>
                <a:rPr lang="zh-CN" altLang="en-US" sz="2000" b="1" dirty="0">
                  <a:solidFill>
                    <a:schemeClr val="accent3">
                      <a:lumMod val="75000"/>
                    </a:schemeClr>
                  </a:solidFill>
                </a:rPr>
                <a:t>构造“除数”</a:t>
              </a:r>
            </a:p>
          </p:txBody>
        </p:sp>
        <p:sp>
          <p:nvSpPr>
            <p:cNvPr id="21" name="矩形 20">
              <a:extLst>
                <a:ext uri="{FF2B5EF4-FFF2-40B4-BE49-F238E27FC236}">
                  <a16:creationId xmlns:a16="http://schemas.microsoft.com/office/drawing/2014/main" id="{3866C55E-0F48-4119-8F7F-531F056012FD}"/>
                </a:ext>
              </a:extLst>
            </p:cNvPr>
            <p:cNvSpPr/>
            <p:nvPr/>
          </p:nvSpPr>
          <p:spPr>
            <a:xfrm>
              <a:off x="1523649" y="1956155"/>
              <a:ext cx="4823319" cy="1020462"/>
            </a:xfrm>
            <a:prstGeom prst="rect">
              <a:avLst/>
            </a:prstGeom>
            <a:noFill/>
            <a:ln>
              <a:solidFill>
                <a:schemeClr val="accent3">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sz="3200" b="1" dirty="0">
                <a:latin typeface="Arial Black" panose="020B0A04020102020204" pitchFamily="34" charset="0"/>
              </a:endParaRPr>
            </a:p>
          </p:txBody>
        </p:sp>
      </p:grpSp>
      <p:sp>
        <p:nvSpPr>
          <p:cNvPr id="22" name="文本框 21">
            <a:extLst>
              <a:ext uri="{FF2B5EF4-FFF2-40B4-BE49-F238E27FC236}">
                <a16:creationId xmlns:a16="http://schemas.microsoft.com/office/drawing/2014/main" id="{DB842822-D3D4-4050-A41C-9BDA9BC45BE4}"/>
              </a:ext>
            </a:extLst>
          </p:cNvPr>
          <p:cNvSpPr txBox="1"/>
          <p:nvPr/>
        </p:nvSpPr>
        <p:spPr>
          <a:xfrm>
            <a:off x="1658573" y="3578238"/>
            <a:ext cx="4660591" cy="369332"/>
          </a:xfrm>
          <a:prstGeom prst="rect">
            <a:avLst/>
          </a:prstGeom>
          <a:noFill/>
        </p:spPr>
        <p:txBody>
          <a:bodyPr wrap="square" rtlCol="0">
            <a:spAutoFit/>
          </a:bodyPr>
          <a:lstStyle/>
          <a:p>
            <a:r>
              <a:rPr lang="zh-CN" altLang="en-US" b="1" dirty="0"/>
              <a:t>生成多项式各项系数构成的比特串作为除数</a:t>
            </a:r>
          </a:p>
        </p:txBody>
      </p:sp>
      <p:sp>
        <p:nvSpPr>
          <p:cNvPr id="42" name="文本框 41">
            <a:extLst>
              <a:ext uri="{FF2B5EF4-FFF2-40B4-BE49-F238E27FC236}">
                <a16:creationId xmlns:a16="http://schemas.microsoft.com/office/drawing/2014/main" id="{6DDFFD00-CD67-4619-868B-088AE2713E1B}"/>
              </a:ext>
            </a:extLst>
          </p:cNvPr>
          <p:cNvSpPr txBox="1"/>
          <p:nvPr/>
        </p:nvSpPr>
        <p:spPr>
          <a:xfrm>
            <a:off x="7030132" y="2268408"/>
            <a:ext cx="1440674" cy="523220"/>
          </a:xfrm>
          <a:prstGeom prst="rect">
            <a:avLst/>
          </a:prstGeom>
          <a:noFill/>
        </p:spPr>
        <p:txBody>
          <a:bodyPr wrap="square" rtlCol="0">
            <a:spAutoFit/>
          </a:bodyPr>
          <a:lstStyle/>
          <a:p>
            <a:r>
              <a:rPr lang="en-US" altLang="zh-CN" sz="2800" b="1" spc="600" dirty="0">
                <a:solidFill>
                  <a:schemeClr val="accent3"/>
                </a:solidFill>
                <a:latin typeface="Arial Black" panose="020B0A04020102020204" pitchFamily="34" charset="0"/>
              </a:rPr>
              <a:t>1101</a:t>
            </a:r>
            <a:endParaRPr lang="zh-CN" altLang="en-US" sz="2800" b="1" spc="600" dirty="0">
              <a:solidFill>
                <a:schemeClr val="accent3"/>
              </a:solidFill>
              <a:latin typeface="Arial Black" panose="020B0A04020102020204" pitchFamily="34" charset="0"/>
            </a:endParaRPr>
          </a:p>
        </p:txBody>
      </p:sp>
      <p:sp>
        <p:nvSpPr>
          <p:cNvPr id="36" name="矩形 35">
            <a:extLst>
              <a:ext uri="{FF2B5EF4-FFF2-40B4-BE49-F238E27FC236}">
                <a16:creationId xmlns:a16="http://schemas.microsoft.com/office/drawing/2014/main" id="{4BDC91E7-0910-4882-9A1B-E59D3DB3143B}"/>
              </a:ext>
            </a:extLst>
          </p:cNvPr>
          <p:cNvSpPr/>
          <p:nvPr/>
        </p:nvSpPr>
        <p:spPr>
          <a:xfrm>
            <a:off x="304799" y="4210191"/>
            <a:ext cx="1204948" cy="1020462"/>
          </a:xfrm>
          <a:prstGeom prst="rect">
            <a:avLst/>
          </a:prstGeom>
          <a:solidFill>
            <a:schemeClr val="accent3">
              <a:lumMod val="75000"/>
            </a:schemeClr>
          </a:solidFill>
          <a:ln>
            <a:solidFill>
              <a:schemeClr val="accent3">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CN" sz="3200" b="1" dirty="0">
                <a:latin typeface="Arial Black" panose="020B0A04020102020204" pitchFamily="34" charset="0"/>
              </a:rPr>
              <a:t>3</a:t>
            </a:r>
            <a:endParaRPr lang="zh-CN" altLang="en-US" sz="3200" b="1" dirty="0">
              <a:latin typeface="Arial Black" panose="020B0A04020102020204" pitchFamily="34" charset="0"/>
            </a:endParaRPr>
          </a:p>
        </p:txBody>
      </p:sp>
      <p:grpSp>
        <p:nvGrpSpPr>
          <p:cNvPr id="44" name="组合 43">
            <a:extLst>
              <a:ext uri="{FF2B5EF4-FFF2-40B4-BE49-F238E27FC236}">
                <a16:creationId xmlns:a16="http://schemas.microsoft.com/office/drawing/2014/main" id="{DECF8316-B735-49E5-B406-99F0D494ED36}"/>
              </a:ext>
            </a:extLst>
          </p:cNvPr>
          <p:cNvGrpSpPr/>
          <p:nvPr/>
        </p:nvGrpSpPr>
        <p:grpSpPr>
          <a:xfrm>
            <a:off x="1509746" y="4209727"/>
            <a:ext cx="4823319" cy="1020462"/>
            <a:chOff x="1523649" y="1956155"/>
            <a:chExt cx="4809417" cy="1020462"/>
          </a:xfrm>
        </p:grpSpPr>
        <p:sp>
          <p:nvSpPr>
            <p:cNvPr id="46" name="文本框 45">
              <a:extLst>
                <a:ext uri="{FF2B5EF4-FFF2-40B4-BE49-F238E27FC236}">
                  <a16:creationId xmlns:a16="http://schemas.microsoft.com/office/drawing/2014/main" id="{2EC69ACE-88B2-44F1-9A7C-0838EF820C8E}"/>
                </a:ext>
              </a:extLst>
            </p:cNvPr>
            <p:cNvSpPr txBox="1"/>
            <p:nvPr/>
          </p:nvSpPr>
          <p:spPr>
            <a:xfrm>
              <a:off x="1672475" y="1994023"/>
              <a:ext cx="3169985" cy="400110"/>
            </a:xfrm>
            <a:prstGeom prst="rect">
              <a:avLst/>
            </a:prstGeom>
            <a:noFill/>
          </p:spPr>
          <p:txBody>
            <a:bodyPr wrap="square" rtlCol="0">
              <a:spAutoFit/>
            </a:bodyPr>
            <a:lstStyle/>
            <a:p>
              <a:r>
                <a:rPr lang="zh-CN" altLang="en-US" sz="2000" b="1" dirty="0">
                  <a:solidFill>
                    <a:schemeClr val="accent3">
                      <a:lumMod val="75000"/>
                    </a:schemeClr>
                  </a:solidFill>
                </a:rPr>
                <a:t>做“二进制模</a:t>
              </a:r>
              <a:r>
                <a:rPr lang="en-US" altLang="zh-CN" sz="2000" b="1" dirty="0">
                  <a:solidFill>
                    <a:schemeClr val="accent3">
                      <a:lumMod val="75000"/>
                    </a:schemeClr>
                  </a:solidFill>
                </a:rPr>
                <a:t>2</a:t>
              </a:r>
              <a:r>
                <a:rPr lang="zh-CN" altLang="en-US" sz="2000" b="1" dirty="0">
                  <a:solidFill>
                    <a:schemeClr val="accent3">
                      <a:lumMod val="75000"/>
                    </a:schemeClr>
                  </a:solidFill>
                </a:rPr>
                <a:t>除法”</a:t>
              </a:r>
            </a:p>
          </p:txBody>
        </p:sp>
        <p:sp>
          <p:nvSpPr>
            <p:cNvPr id="47" name="矩形 46">
              <a:extLst>
                <a:ext uri="{FF2B5EF4-FFF2-40B4-BE49-F238E27FC236}">
                  <a16:creationId xmlns:a16="http://schemas.microsoft.com/office/drawing/2014/main" id="{1EFE73CC-422C-4519-995C-6EDE029D241F}"/>
                </a:ext>
              </a:extLst>
            </p:cNvPr>
            <p:cNvSpPr/>
            <p:nvPr/>
          </p:nvSpPr>
          <p:spPr>
            <a:xfrm>
              <a:off x="1523649" y="1956155"/>
              <a:ext cx="4809417" cy="1020462"/>
            </a:xfrm>
            <a:prstGeom prst="rect">
              <a:avLst/>
            </a:prstGeom>
            <a:noFill/>
            <a:ln>
              <a:solidFill>
                <a:schemeClr val="accent3">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sz="3200" b="1" dirty="0">
                <a:latin typeface="Arial Black" panose="020B0A04020102020204" pitchFamily="34" charset="0"/>
              </a:endParaRPr>
            </a:p>
          </p:txBody>
        </p:sp>
      </p:grpSp>
      <p:sp>
        <p:nvSpPr>
          <p:cNvPr id="50" name="文本框 49">
            <a:extLst>
              <a:ext uri="{FF2B5EF4-FFF2-40B4-BE49-F238E27FC236}">
                <a16:creationId xmlns:a16="http://schemas.microsoft.com/office/drawing/2014/main" id="{3FC1D2AD-2EF8-4BCB-895B-C45738459D4A}"/>
              </a:ext>
            </a:extLst>
          </p:cNvPr>
          <p:cNvSpPr txBox="1"/>
          <p:nvPr/>
        </p:nvSpPr>
        <p:spPr>
          <a:xfrm>
            <a:off x="1658572" y="4704560"/>
            <a:ext cx="4071229" cy="369332"/>
          </a:xfrm>
          <a:prstGeom prst="rect">
            <a:avLst/>
          </a:prstGeom>
          <a:noFill/>
        </p:spPr>
        <p:txBody>
          <a:bodyPr wrap="square" rtlCol="0">
            <a:spAutoFit/>
          </a:bodyPr>
          <a:lstStyle/>
          <a:p>
            <a:r>
              <a:rPr lang="zh-CN" altLang="en-US" b="1" dirty="0"/>
              <a:t>相当于对应位进行逻辑异或运算</a:t>
            </a:r>
          </a:p>
        </p:txBody>
      </p:sp>
      <p:grpSp>
        <p:nvGrpSpPr>
          <p:cNvPr id="10" name="组合 9">
            <a:extLst>
              <a:ext uri="{FF2B5EF4-FFF2-40B4-BE49-F238E27FC236}">
                <a16:creationId xmlns:a16="http://schemas.microsoft.com/office/drawing/2014/main" id="{3EFCB472-C57F-42B5-981A-9368942DC003}"/>
              </a:ext>
            </a:extLst>
          </p:cNvPr>
          <p:cNvGrpSpPr/>
          <p:nvPr/>
        </p:nvGrpSpPr>
        <p:grpSpPr>
          <a:xfrm>
            <a:off x="8374321" y="2132647"/>
            <a:ext cx="2999762" cy="527177"/>
            <a:chOff x="8374321" y="2132647"/>
            <a:chExt cx="2999762" cy="527177"/>
          </a:xfrm>
        </p:grpSpPr>
        <p:cxnSp>
          <p:nvCxnSpPr>
            <p:cNvPr id="52" name="直接连接符 51">
              <a:extLst>
                <a:ext uri="{FF2B5EF4-FFF2-40B4-BE49-F238E27FC236}">
                  <a16:creationId xmlns:a16="http://schemas.microsoft.com/office/drawing/2014/main" id="{6E1086C8-A897-41B2-8FA8-29FBA66A7A25}"/>
                </a:ext>
              </a:extLst>
            </p:cNvPr>
            <p:cNvCxnSpPr>
              <a:cxnSpLocks/>
            </p:cNvCxnSpPr>
            <p:nvPr/>
          </p:nvCxnSpPr>
          <p:spPr>
            <a:xfrm flipV="1">
              <a:off x="8374321" y="2142420"/>
              <a:ext cx="192970" cy="517404"/>
            </a:xfrm>
            <a:prstGeom prst="line">
              <a:avLst/>
            </a:prstGeom>
            <a:ln w="50800" cap="rnd">
              <a:solidFill>
                <a:schemeClr val="tx1"/>
              </a:solidFill>
              <a:round/>
            </a:ln>
          </p:spPr>
          <p:style>
            <a:lnRef idx="1">
              <a:schemeClr val="accent1"/>
            </a:lnRef>
            <a:fillRef idx="0">
              <a:schemeClr val="accent1"/>
            </a:fillRef>
            <a:effectRef idx="0">
              <a:schemeClr val="accent1"/>
            </a:effectRef>
            <a:fontRef idx="minor">
              <a:schemeClr val="tx1"/>
            </a:fontRef>
          </p:style>
        </p:cxnSp>
        <p:cxnSp>
          <p:nvCxnSpPr>
            <p:cNvPr id="53" name="直接连接符 52">
              <a:extLst>
                <a:ext uri="{FF2B5EF4-FFF2-40B4-BE49-F238E27FC236}">
                  <a16:creationId xmlns:a16="http://schemas.microsoft.com/office/drawing/2014/main" id="{B3307017-69C0-4B38-AB6E-9739737500F1}"/>
                </a:ext>
              </a:extLst>
            </p:cNvPr>
            <p:cNvCxnSpPr>
              <a:cxnSpLocks/>
            </p:cNvCxnSpPr>
            <p:nvPr/>
          </p:nvCxnSpPr>
          <p:spPr>
            <a:xfrm>
              <a:off x="8567291" y="2132647"/>
              <a:ext cx="2806792" cy="0"/>
            </a:xfrm>
            <a:prstGeom prst="line">
              <a:avLst/>
            </a:prstGeom>
            <a:ln w="50800" cap="rnd">
              <a:solidFill>
                <a:schemeClr val="tx1"/>
              </a:solidFill>
              <a:round/>
            </a:ln>
          </p:spPr>
          <p:style>
            <a:lnRef idx="1">
              <a:schemeClr val="accent1"/>
            </a:lnRef>
            <a:fillRef idx="0">
              <a:schemeClr val="accent1"/>
            </a:fillRef>
            <a:effectRef idx="0">
              <a:schemeClr val="accent1"/>
            </a:effectRef>
            <a:fontRef idx="minor">
              <a:schemeClr val="tx1"/>
            </a:fontRef>
          </p:style>
        </p:cxnSp>
      </p:grpSp>
      <p:sp>
        <p:nvSpPr>
          <p:cNvPr id="27" name="文本框 26">
            <a:extLst>
              <a:ext uri="{FF2B5EF4-FFF2-40B4-BE49-F238E27FC236}">
                <a16:creationId xmlns:a16="http://schemas.microsoft.com/office/drawing/2014/main" id="{28E46966-B928-4470-B846-F95E08B35F02}"/>
              </a:ext>
            </a:extLst>
          </p:cNvPr>
          <p:cNvSpPr txBox="1"/>
          <p:nvPr/>
        </p:nvSpPr>
        <p:spPr>
          <a:xfrm>
            <a:off x="9360536" y="1650848"/>
            <a:ext cx="430892" cy="523220"/>
          </a:xfrm>
          <a:prstGeom prst="rect">
            <a:avLst/>
          </a:prstGeom>
          <a:noFill/>
        </p:spPr>
        <p:txBody>
          <a:bodyPr wrap="square" rtlCol="0">
            <a:spAutoFit/>
          </a:bodyPr>
          <a:lstStyle/>
          <a:p>
            <a:r>
              <a:rPr lang="en-US" altLang="zh-CN" sz="2800" b="1" spc="600" dirty="0">
                <a:latin typeface="Arial Black" panose="020B0A04020102020204" pitchFamily="34" charset="0"/>
              </a:rPr>
              <a:t>1</a:t>
            </a:r>
            <a:endParaRPr lang="zh-CN" altLang="en-US" sz="2800" b="1" spc="600" dirty="0">
              <a:latin typeface="Arial Black" panose="020B0A04020102020204" pitchFamily="34" charset="0"/>
            </a:endParaRPr>
          </a:p>
        </p:txBody>
      </p:sp>
      <p:sp>
        <p:nvSpPr>
          <p:cNvPr id="28" name="文本框 27">
            <a:extLst>
              <a:ext uri="{FF2B5EF4-FFF2-40B4-BE49-F238E27FC236}">
                <a16:creationId xmlns:a16="http://schemas.microsoft.com/office/drawing/2014/main" id="{C7502E16-649D-40FC-9CBA-F4A8BA66116F}"/>
              </a:ext>
            </a:extLst>
          </p:cNvPr>
          <p:cNvSpPr txBox="1"/>
          <p:nvPr/>
        </p:nvSpPr>
        <p:spPr>
          <a:xfrm>
            <a:off x="8470806" y="2645808"/>
            <a:ext cx="1440674" cy="523220"/>
          </a:xfrm>
          <a:prstGeom prst="rect">
            <a:avLst/>
          </a:prstGeom>
          <a:noFill/>
        </p:spPr>
        <p:txBody>
          <a:bodyPr wrap="square" rtlCol="0">
            <a:spAutoFit/>
          </a:bodyPr>
          <a:lstStyle/>
          <a:p>
            <a:r>
              <a:rPr lang="en-US" altLang="zh-CN" sz="2800" b="1" spc="600" dirty="0">
                <a:solidFill>
                  <a:schemeClr val="accent3"/>
                </a:solidFill>
                <a:latin typeface="Arial Black" panose="020B0A04020102020204" pitchFamily="34" charset="0"/>
              </a:rPr>
              <a:t>1101</a:t>
            </a:r>
            <a:endParaRPr lang="zh-CN" altLang="en-US" sz="2800" b="1" spc="600" dirty="0">
              <a:solidFill>
                <a:schemeClr val="accent3"/>
              </a:solidFill>
              <a:latin typeface="Arial Black" panose="020B0A04020102020204" pitchFamily="34" charset="0"/>
            </a:endParaRPr>
          </a:p>
        </p:txBody>
      </p:sp>
      <p:grpSp>
        <p:nvGrpSpPr>
          <p:cNvPr id="8" name="组合 7">
            <a:extLst>
              <a:ext uri="{FF2B5EF4-FFF2-40B4-BE49-F238E27FC236}">
                <a16:creationId xmlns:a16="http://schemas.microsoft.com/office/drawing/2014/main" id="{F6C141FA-14AE-49E2-996C-4E6F66B73177}"/>
              </a:ext>
            </a:extLst>
          </p:cNvPr>
          <p:cNvGrpSpPr/>
          <p:nvPr/>
        </p:nvGrpSpPr>
        <p:grpSpPr>
          <a:xfrm>
            <a:off x="7966736" y="2605199"/>
            <a:ext cx="1701886" cy="523220"/>
            <a:chOff x="7966736" y="2605199"/>
            <a:chExt cx="1701886" cy="523220"/>
          </a:xfrm>
        </p:grpSpPr>
        <p:cxnSp>
          <p:nvCxnSpPr>
            <p:cNvPr id="31" name="直接连接符 30">
              <a:extLst>
                <a:ext uri="{FF2B5EF4-FFF2-40B4-BE49-F238E27FC236}">
                  <a16:creationId xmlns:a16="http://schemas.microsoft.com/office/drawing/2014/main" id="{6B58556E-E238-4C24-8130-3C369DDCC8BD}"/>
                </a:ext>
              </a:extLst>
            </p:cNvPr>
            <p:cNvCxnSpPr>
              <a:cxnSpLocks/>
            </p:cNvCxnSpPr>
            <p:nvPr/>
          </p:nvCxnSpPr>
          <p:spPr>
            <a:xfrm>
              <a:off x="8117215" y="3128419"/>
              <a:ext cx="1551407" cy="0"/>
            </a:xfrm>
            <a:prstGeom prst="line">
              <a:avLst/>
            </a:prstGeom>
            <a:ln w="50800" cap="rnd">
              <a:solidFill>
                <a:schemeClr val="tx1"/>
              </a:solidFill>
              <a:round/>
            </a:ln>
          </p:spPr>
          <p:style>
            <a:lnRef idx="1">
              <a:schemeClr val="accent1"/>
            </a:lnRef>
            <a:fillRef idx="0">
              <a:schemeClr val="accent1"/>
            </a:fillRef>
            <a:effectRef idx="0">
              <a:schemeClr val="accent1"/>
            </a:effectRef>
            <a:fontRef idx="minor">
              <a:schemeClr val="tx1"/>
            </a:fontRef>
          </p:style>
        </p:cxnSp>
        <p:sp>
          <p:nvSpPr>
            <p:cNvPr id="34" name="文本框 33">
              <a:extLst>
                <a:ext uri="{FF2B5EF4-FFF2-40B4-BE49-F238E27FC236}">
                  <a16:creationId xmlns:a16="http://schemas.microsoft.com/office/drawing/2014/main" id="{02C96787-DA58-4B56-BB79-A0D3B9ECF442}"/>
                </a:ext>
              </a:extLst>
            </p:cNvPr>
            <p:cNvSpPr txBox="1"/>
            <p:nvPr/>
          </p:nvSpPr>
          <p:spPr>
            <a:xfrm>
              <a:off x="7966736" y="2605199"/>
              <a:ext cx="547653" cy="523220"/>
            </a:xfrm>
            <a:prstGeom prst="rect">
              <a:avLst/>
            </a:prstGeom>
            <a:noFill/>
          </p:spPr>
          <p:txBody>
            <a:bodyPr wrap="square">
              <a:spAutoFit/>
            </a:bodyPr>
            <a:lstStyle/>
            <a:p>
              <a:pPr algn="ctr"/>
              <a:r>
                <a:rPr lang="zh-CN" altLang="en-US" sz="2800" b="1" dirty="0">
                  <a:solidFill>
                    <a:schemeClr val="accent1">
                      <a:lumMod val="75000"/>
                    </a:schemeClr>
                  </a:solidFill>
                </a:rPr>
                <a:t>⊕</a:t>
              </a:r>
            </a:p>
          </p:txBody>
        </p:sp>
      </p:grpSp>
      <p:sp>
        <p:nvSpPr>
          <p:cNvPr id="37" name="文本框 36">
            <a:extLst>
              <a:ext uri="{FF2B5EF4-FFF2-40B4-BE49-F238E27FC236}">
                <a16:creationId xmlns:a16="http://schemas.microsoft.com/office/drawing/2014/main" id="{3577E062-AB6E-4636-A8CB-E9E6BFF8136E}"/>
              </a:ext>
            </a:extLst>
          </p:cNvPr>
          <p:cNvSpPr txBox="1"/>
          <p:nvPr/>
        </p:nvSpPr>
        <p:spPr>
          <a:xfrm>
            <a:off x="8784936" y="3115729"/>
            <a:ext cx="1151200" cy="523220"/>
          </a:xfrm>
          <a:prstGeom prst="rect">
            <a:avLst/>
          </a:prstGeom>
          <a:noFill/>
        </p:spPr>
        <p:txBody>
          <a:bodyPr wrap="square" rtlCol="0">
            <a:spAutoFit/>
          </a:bodyPr>
          <a:lstStyle/>
          <a:p>
            <a:r>
              <a:rPr lang="en-US" altLang="zh-CN" sz="2800" b="1" spc="600" dirty="0">
                <a:latin typeface="Arial Black" panose="020B0A04020102020204" pitchFamily="34" charset="0"/>
              </a:rPr>
              <a:t>111</a:t>
            </a:r>
            <a:endParaRPr lang="zh-CN" altLang="en-US" sz="2800" b="1" spc="600" dirty="0">
              <a:latin typeface="Arial Black" panose="020B0A04020102020204" pitchFamily="34" charset="0"/>
            </a:endParaRPr>
          </a:p>
        </p:txBody>
      </p:sp>
      <p:sp>
        <p:nvSpPr>
          <p:cNvPr id="38" name="文本框 37">
            <a:extLst>
              <a:ext uri="{FF2B5EF4-FFF2-40B4-BE49-F238E27FC236}">
                <a16:creationId xmlns:a16="http://schemas.microsoft.com/office/drawing/2014/main" id="{B7C6C712-E6CE-4E2F-B3B3-AF7C68230661}"/>
              </a:ext>
            </a:extLst>
          </p:cNvPr>
          <p:cNvSpPr txBox="1"/>
          <p:nvPr/>
        </p:nvSpPr>
        <p:spPr>
          <a:xfrm>
            <a:off x="9730590" y="3115729"/>
            <a:ext cx="474733" cy="523220"/>
          </a:xfrm>
          <a:prstGeom prst="rect">
            <a:avLst/>
          </a:prstGeom>
          <a:noFill/>
        </p:spPr>
        <p:txBody>
          <a:bodyPr wrap="square" rtlCol="0">
            <a:spAutoFit/>
          </a:bodyPr>
          <a:lstStyle/>
          <a:p>
            <a:r>
              <a:rPr lang="en-US" altLang="zh-CN" sz="2800" b="1" spc="600" dirty="0">
                <a:latin typeface="Arial Black" panose="020B0A04020102020204" pitchFamily="34" charset="0"/>
              </a:rPr>
              <a:t>0</a:t>
            </a:r>
            <a:endParaRPr lang="zh-CN" altLang="en-US" sz="2800" b="1" spc="600" dirty="0">
              <a:latin typeface="Arial Black" panose="020B0A04020102020204" pitchFamily="34" charset="0"/>
            </a:endParaRPr>
          </a:p>
        </p:txBody>
      </p:sp>
      <p:cxnSp>
        <p:nvCxnSpPr>
          <p:cNvPr id="13" name="直接箭头连接符 12">
            <a:extLst>
              <a:ext uri="{FF2B5EF4-FFF2-40B4-BE49-F238E27FC236}">
                <a16:creationId xmlns:a16="http://schemas.microsoft.com/office/drawing/2014/main" id="{41112DA7-C60D-479D-8170-E18068B18F0F}"/>
              </a:ext>
            </a:extLst>
          </p:cNvPr>
          <p:cNvCxnSpPr>
            <a:cxnSpLocks/>
          </p:cNvCxnSpPr>
          <p:nvPr/>
        </p:nvCxnSpPr>
        <p:spPr>
          <a:xfrm>
            <a:off x="9936136" y="2699599"/>
            <a:ext cx="0" cy="493785"/>
          </a:xfrm>
          <a:prstGeom prst="straightConnector1">
            <a:avLst/>
          </a:prstGeom>
          <a:ln w="25400">
            <a:solidFill>
              <a:schemeClr val="tx1"/>
            </a:solidFill>
            <a:prstDash val="dash"/>
            <a:tailEnd type="triangle"/>
          </a:ln>
        </p:spPr>
        <p:style>
          <a:lnRef idx="1">
            <a:schemeClr val="accent1"/>
          </a:lnRef>
          <a:fillRef idx="0">
            <a:schemeClr val="accent1"/>
          </a:fillRef>
          <a:effectRef idx="0">
            <a:schemeClr val="accent1"/>
          </a:effectRef>
          <a:fontRef idx="minor">
            <a:schemeClr val="tx1"/>
          </a:fontRef>
        </p:style>
      </p:cxnSp>
      <p:sp>
        <p:nvSpPr>
          <p:cNvPr id="49" name="文本框 48">
            <a:extLst>
              <a:ext uri="{FF2B5EF4-FFF2-40B4-BE49-F238E27FC236}">
                <a16:creationId xmlns:a16="http://schemas.microsoft.com/office/drawing/2014/main" id="{D8FBD509-5CDA-4A95-848B-B0278077B3DA}"/>
              </a:ext>
            </a:extLst>
          </p:cNvPr>
          <p:cNvSpPr txBox="1"/>
          <p:nvPr/>
        </p:nvSpPr>
        <p:spPr>
          <a:xfrm>
            <a:off x="9696034" y="1650848"/>
            <a:ext cx="430892" cy="523220"/>
          </a:xfrm>
          <a:prstGeom prst="rect">
            <a:avLst/>
          </a:prstGeom>
          <a:noFill/>
        </p:spPr>
        <p:txBody>
          <a:bodyPr wrap="square" rtlCol="0">
            <a:spAutoFit/>
          </a:bodyPr>
          <a:lstStyle/>
          <a:p>
            <a:r>
              <a:rPr lang="en-US" altLang="zh-CN" sz="2800" b="1" spc="600" dirty="0">
                <a:latin typeface="Arial Black" panose="020B0A04020102020204" pitchFamily="34" charset="0"/>
              </a:rPr>
              <a:t>1</a:t>
            </a:r>
            <a:endParaRPr lang="zh-CN" altLang="en-US" sz="2800" b="1" spc="600" dirty="0">
              <a:latin typeface="Arial Black" panose="020B0A04020102020204" pitchFamily="34" charset="0"/>
            </a:endParaRPr>
          </a:p>
        </p:txBody>
      </p:sp>
      <p:sp>
        <p:nvSpPr>
          <p:cNvPr id="41" name="文本框 40">
            <a:extLst>
              <a:ext uri="{FF2B5EF4-FFF2-40B4-BE49-F238E27FC236}">
                <a16:creationId xmlns:a16="http://schemas.microsoft.com/office/drawing/2014/main" id="{1B0FE9CA-3706-4C90-A74C-78A63B8BDA01}"/>
              </a:ext>
            </a:extLst>
          </p:cNvPr>
          <p:cNvSpPr txBox="1"/>
          <p:nvPr/>
        </p:nvSpPr>
        <p:spPr>
          <a:xfrm>
            <a:off x="8781840" y="3484768"/>
            <a:ext cx="1440674" cy="523220"/>
          </a:xfrm>
          <a:prstGeom prst="rect">
            <a:avLst/>
          </a:prstGeom>
          <a:noFill/>
        </p:spPr>
        <p:txBody>
          <a:bodyPr wrap="square" rtlCol="0">
            <a:spAutoFit/>
          </a:bodyPr>
          <a:lstStyle/>
          <a:p>
            <a:r>
              <a:rPr lang="en-US" altLang="zh-CN" sz="2800" b="1" spc="600" dirty="0">
                <a:solidFill>
                  <a:schemeClr val="accent3"/>
                </a:solidFill>
                <a:latin typeface="Arial Black" panose="020B0A04020102020204" pitchFamily="34" charset="0"/>
              </a:rPr>
              <a:t>1101</a:t>
            </a:r>
            <a:endParaRPr lang="zh-CN" altLang="en-US" sz="2800" b="1" spc="600" dirty="0">
              <a:solidFill>
                <a:schemeClr val="accent3"/>
              </a:solidFill>
              <a:latin typeface="Arial Black" panose="020B0A04020102020204" pitchFamily="34" charset="0"/>
            </a:endParaRPr>
          </a:p>
        </p:txBody>
      </p:sp>
      <p:grpSp>
        <p:nvGrpSpPr>
          <p:cNvPr id="40" name="组合 39">
            <a:extLst>
              <a:ext uri="{FF2B5EF4-FFF2-40B4-BE49-F238E27FC236}">
                <a16:creationId xmlns:a16="http://schemas.microsoft.com/office/drawing/2014/main" id="{503C5F4B-257E-4D0F-BB93-030E9098DCFF}"/>
              </a:ext>
            </a:extLst>
          </p:cNvPr>
          <p:cNvGrpSpPr/>
          <p:nvPr/>
        </p:nvGrpSpPr>
        <p:grpSpPr>
          <a:xfrm>
            <a:off x="8266070" y="3444159"/>
            <a:ext cx="1701886" cy="523220"/>
            <a:chOff x="7966736" y="2605199"/>
            <a:chExt cx="1701886" cy="523220"/>
          </a:xfrm>
        </p:grpSpPr>
        <p:cxnSp>
          <p:nvCxnSpPr>
            <p:cNvPr id="43" name="直接连接符 42">
              <a:extLst>
                <a:ext uri="{FF2B5EF4-FFF2-40B4-BE49-F238E27FC236}">
                  <a16:creationId xmlns:a16="http://schemas.microsoft.com/office/drawing/2014/main" id="{B5988F22-BBB6-41F6-AB0B-7C3C103F9942}"/>
                </a:ext>
              </a:extLst>
            </p:cNvPr>
            <p:cNvCxnSpPr>
              <a:cxnSpLocks/>
            </p:cNvCxnSpPr>
            <p:nvPr/>
          </p:nvCxnSpPr>
          <p:spPr>
            <a:xfrm>
              <a:off x="8117215" y="3128419"/>
              <a:ext cx="1551407" cy="0"/>
            </a:xfrm>
            <a:prstGeom prst="line">
              <a:avLst/>
            </a:prstGeom>
            <a:ln w="50800" cap="rnd">
              <a:solidFill>
                <a:schemeClr val="tx1"/>
              </a:solidFill>
              <a:round/>
            </a:ln>
          </p:spPr>
          <p:style>
            <a:lnRef idx="1">
              <a:schemeClr val="accent1"/>
            </a:lnRef>
            <a:fillRef idx="0">
              <a:schemeClr val="accent1"/>
            </a:fillRef>
            <a:effectRef idx="0">
              <a:schemeClr val="accent1"/>
            </a:effectRef>
            <a:fontRef idx="minor">
              <a:schemeClr val="tx1"/>
            </a:fontRef>
          </p:style>
        </p:cxnSp>
        <p:sp>
          <p:nvSpPr>
            <p:cNvPr id="45" name="文本框 44">
              <a:extLst>
                <a:ext uri="{FF2B5EF4-FFF2-40B4-BE49-F238E27FC236}">
                  <a16:creationId xmlns:a16="http://schemas.microsoft.com/office/drawing/2014/main" id="{5A1C06E4-5DBF-49BC-A7F4-F7CA1A35AC6A}"/>
                </a:ext>
              </a:extLst>
            </p:cNvPr>
            <p:cNvSpPr txBox="1"/>
            <p:nvPr/>
          </p:nvSpPr>
          <p:spPr>
            <a:xfrm>
              <a:off x="7966736" y="2605199"/>
              <a:ext cx="547653" cy="523220"/>
            </a:xfrm>
            <a:prstGeom prst="rect">
              <a:avLst/>
            </a:prstGeom>
            <a:noFill/>
          </p:spPr>
          <p:txBody>
            <a:bodyPr wrap="square">
              <a:spAutoFit/>
            </a:bodyPr>
            <a:lstStyle/>
            <a:p>
              <a:pPr algn="ctr"/>
              <a:r>
                <a:rPr lang="zh-CN" altLang="en-US" sz="2800" b="1" dirty="0">
                  <a:solidFill>
                    <a:schemeClr val="accent1">
                      <a:lumMod val="75000"/>
                    </a:schemeClr>
                  </a:solidFill>
                </a:rPr>
                <a:t>⊕</a:t>
              </a:r>
            </a:p>
          </p:txBody>
        </p:sp>
      </p:grpSp>
      <p:sp>
        <p:nvSpPr>
          <p:cNvPr id="48" name="文本框 47">
            <a:extLst>
              <a:ext uri="{FF2B5EF4-FFF2-40B4-BE49-F238E27FC236}">
                <a16:creationId xmlns:a16="http://schemas.microsoft.com/office/drawing/2014/main" id="{D23A3A55-D125-4533-B7A6-1A0032AC155F}"/>
              </a:ext>
            </a:extLst>
          </p:cNvPr>
          <p:cNvSpPr txBox="1"/>
          <p:nvPr/>
        </p:nvSpPr>
        <p:spPr>
          <a:xfrm>
            <a:off x="9398934" y="3972892"/>
            <a:ext cx="823580" cy="523220"/>
          </a:xfrm>
          <a:prstGeom prst="rect">
            <a:avLst/>
          </a:prstGeom>
          <a:noFill/>
        </p:spPr>
        <p:txBody>
          <a:bodyPr wrap="square" rtlCol="0">
            <a:spAutoFit/>
          </a:bodyPr>
          <a:lstStyle/>
          <a:p>
            <a:r>
              <a:rPr lang="en-US" altLang="zh-CN" sz="2800" b="1" spc="600" dirty="0">
                <a:latin typeface="Arial Black" panose="020B0A04020102020204" pitchFamily="34" charset="0"/>
              </a:rPr>
              <a:t>11</a:t>
            </a:r>
            <a:endParaRPr lang="zh-CN" altLang="en-US" sz="2800" b="1" spc="600" dirty="0">
              <a:latin typeface="Arial Black" panose="020B0A04020102020204" pitchFamily="34" charset="0"/>
            </a:endParaRPr>
          </a:p>
        </p:txBody>
      </p:sp>
      <p:grpSp>
        <p:nvGrpSpPr>
          <p:cNvPr id="14" name="组合 13">
            <a:extLst>
              <a:ext uri="{FF2B5EF4-FFF2-40B4-BE49-F238E27FC236}">
                <a16:creationId xmlns:a16="http://schemas.microsoft.com/office/drawing/2014/main" id="{01A0DBE3-2F2E-4710-966E-ECBAD16D9732}"/>
              </a:ext>
            </a:extLst>
          </p:cNvPr>
          <p:cNvGrpSpPr/>
          <p:nvPr/>
        </p:nvGrpSpPr>
        <p:grpSpPr>
          <a:xfrm>
            <a:off x="10022149" y="2699599"/>
            <a:ext cx="474733" cy="1796513"/>
            <a:chOff x="10022149" y="2699599"/>
            <a:chExt cx="474733" cy="1796513"/>
          </a:xfrm>
        </p:grpSpPr>
        <p:sp>
          <p:nvSpPr>
            <p:cNvPr id="57" name="文本框 56">
              <a:extLst>
                <a:ext uri="{FF2B5EF4-FFF2-40B4-BE49-F238E27FC236}">
                  <a16:creationId xmlns:a16="http://schemas.microsoft.com/office/drawing/2014/main" id="{579ADEE0-23C0-4D8E-B8F7-6642DA60CAB2}"/>
                </a:ext>
              </a:extLst>
            </p:cNvPr>
            <p:cNvSpPr txBox="1"/>
            <p:nvPr/>
          </p:nvSpPr>
          <p:spPr>
            <a:xfrm>
              <a:off x="10022149" y="3972892"/>
              <a:ext cx="474733" cy="523220"/>
            </a:xfrm>
            <a:prstGeom prst="rect">
              <a:avLst/>
            </a:prstGeom>
            <a:noFill/>
          </p:spPr>
          <p:txBody>
            <a:bodyPr wrap="square" rtlCol="0">
              <a:spAutoFit/>
            </a:bodyPr>
            <a:lstStyle/>
            <a:p>
              <a:r>
                <a:rPr lang="en-US" altLang="zh-CN" sz="2800" b="1" spc="600" dirty="0">
                  <a:latin typeface="Arial Black" panose="020B0A04020102020204" pitchFamily="34" charset="0"/>
                </a:rPr>
                <a:t>1</a:t>
              </a:r>
              <a:endParaRPr lang="zh-CN" altLang="en-US" sz="2800" b="1" spc="600" dirty="0">
                <a:latin typeface="Arial Black" panose="020B0A04020102020204" pitchFamily="34" charset="0"/>
              </a:endParaRPr>
            </a:p>
          </p:txBody>
        </p:sp>
        <p:cxnSp>
          <p:nvCxnSpPr>
            <p:cNvPr id="58" name="直接箭头连接符 57">
              <a:extLst>
                <a:ext uri="{FF2B5EF4-FFF2-40B4-BE49-F238E27FC236}">
                  <a16:creationId xmlns:a16="http://schemas.microsoft.com/office/drawing/2014/main" id="{CBD82F85-5E00-4306-BBB6-B1DA82930572}"/>
                </a:ext>
              </a:extLst>
            </p:cNvPr>
            <p:cNvCxnSpPr>
              <a:cxnSpLocks/>
            </p:cNvCxnSpPr>
            <p:nvPr/>
          </p:nvCxnSpPr>
          <p:spPr>
            <a:xfrm flipH="1">
              <a:off x="10259516" y="2699599"/>
              <a:ext cx="3763" cy="1273293"/>
            </a:xfrm>
            <a:prstGeom prst="straightConnector1">
              <a:avLst/>
            </a:prstGeom>
            <a:ln w="25400">
              <a:solidFill>
                <a:schemeClr val="tx1"/>
              </a:solidFill>
              <a:prstDash val="dash"/>
              <a:tailEnd type="triangle"/>
            </a:ln>
          </p:spPr>
          <p:style>
            <a:lnRef idx="1">
              <a:schemeClr val="accent1"/>
            </a:lnRef>
            <a:fillRef idx="0">
              <a:schemeClr val="accent1"/>
            </a:fillRef>
            <a:effectRef idx="0">
              <a:schemeClr val="accent1"/>
            </a:effectRef>
            <a:fontRef idx="minor">
              <a:schemeClr val="tx1"/>
            </a:fontRef>
          </p:style>
        </p:cxnSp>
      </p:grpSp>
      <p:sp>
        <p:nvSpPr>
          <p:cNvPr id="59" name="文本框 58">
            <a:extLst>
              <a:ext uri="{FF2B5EF4-FFF2-40B4-BE49-F238E27FC236}">
                <a16:creationId xmlns:a16="http://schemas.microsoft.com/office/drawing/2014/main" id="{3D549CBE-5C75-482D-A455-03C987A182DE}"/>
              </a:ext>
            </a:extLst>
          </p:cNvPr>
          <p:cNvSpPr txBox="1"/>
          <p:nvPr/>
        </p:nvSpPr>
        <p:spPr>
          <a:xfrm>
            <a:off x="10044069" y="1650848"/>
            <a:ext cx="430892" cy="523220"/>
          </a:xfrm>
          <a:prstGeom prst="rect">
            <a:avLst/>
          </a:prstGeom>
          <a:noFill/>
        </p:spPr>
        <p:txBody>
          <a:bodyPr wrap="square" rtlCol="0">
            <a:spAutoFit/>
          </a:bodyPr>
          <a:lstStyle/>
          <a:p>
            <a:r>
              <a:rPr lang="en-US" altLang="zh-CN" sz="2800" b="1" spc="600" dirty="0">
                <a:latin typeface="Arial Black" panose="020B0A04020102020204" pitchFamily="34" charset="0"/>
              </a:rPr>
              <a:t>0</a:t>
            </a:r>
            <a:endParaRPr lang="zh-CN" altLang="en-US" sz="2800" b="1" spc="600" dirty="0">
              <a:latin typeface="Arial Black" panose="020B0A04020102020204" pitchFamily="34" charset="0"/>
            </a:endParaRPr>
          </a:p>
        </p:txBody>
      </p:sp>
      <p:grpSp>
        <p:nvGrpSpPr>
          <p:cNvPr id="15" name="组合 14">
            <a:extLst>
              <a:ext uri="{FF2B5EF4-FFF2-40B4-BE49-F238E27FC236}">
                <a16:creationId xmlns:a16="http://schemas.microsoft.com/office/drawing/2014/main" id="{56F2ED03-3545-43AB-A93D-4FB29ACC4D57}"/>
              </a:ext>
            </a:extLst>
          </p:cNvPr>
          <p:cNvGrpSpPr/>
          <p:nvPr/>
        </p:nvGrpSpPr>
        <p:grpSpPr>
          <a:xfrm>
            <a:off x="10353329" y="2699599"/>
            <a:ext cx="427749" cy="1796513"/>
            <a:chOff x="10353329" y="2699599"/>
            <a:chExt cx="427749" cy="1796513"/>
          </a:xfrm>
        </p:grpSpPr>
        <p:cxnSp>
          <p:nvCxnSpPr>
            <p:cNvPr id="63" name="直接箭头连接符 62">
              <a:extLst>
                <a:ext uri="{FF2B5EF4-FFF2-40B4-BE49-F238E27FC236}">
                  <a16:creationId xmlns:a16="http://schemas.microsoft.com/office/drawing/2014/main" id="{23643120-71E3-439F-81A8-56DE3DBA8745}"/>
                </a:ext>
              </a:extLst>
            </p:cNvPr>
            <p:cNvCxnSpPr>
              <a:cxnSpLocks/>
            </p:cNvCxnSpPr>
            <p:nvPr/>
          </p:nvCxnSpPr>
          <p:spPr>
            <a:xfrm flipH="1">
              <a:off x="10564428" y="2699599"/>
              <a:ext cx="3763" cy="1273293"/>
            </a:xfrm>
            <a:prstGeom prst="straightConnector1">
              <a:avLst/>
            </a:prstGeom>
            <a:ln w="25400">
              <a:solidFill>
                <a:schemeClr val="tx1"/>
              </a:solidFill>
              <a:prstDash val="dash"/>
              <a:tailEnd type="triangle"/>
            </a:ln>
          </p:spPr>
          <p:style>
            <a:lnRef idx="1">
              <a:schemeClr val="accent1"/>
            </a:lnRef>
            <a:fillRef idx="0">
              <a:schemeClr val="accent1"/>
            </a:fillRef>
            <a:effectRef idx="0">
              <a:schemeClr val="accent1"/>
            </a:effectRef>
            <a:fontRef idx="minor">
              <a:schemeClr val="tx1"/>
            </a:fontRef>
          </p:style>
        </p:cxnSp>
        <p:sp>
          <p:nvSpPr>
            <p:cNvPr id="64" name="文本框 63">
              <a:extLst>
                <a:ext uri="{FF2B5EF4-FFF2-40B4-BE49-F238E27FC236}">
                  <a16:creationId xmlns:a16="http://schemas.microsoft.com/office/drawing/2014/main" id="{28C9146A-2FB4-4E90-AFC9-5E9308E5942D}"/>
                </a:ext>
              </a:extLst>
            </p:cNvPr>
            <p:cNvSpPr txBox="1"/>
            <p:nvPr/>
          </p:nvSpPr>
          <p:spPr>
            <a:xfrm>
              <a:off x="10353329" y="3972892"/>
              <a:ext cx="427749" cy="523220"/>
            </a:xfrm>
            <a:prstGeom prst="rect">
              <a:avLst/>
            </a:prstGeom>
            <a:noFill/>
          </p:spPr>
          <p:txBody>
            <a:bodyPr wrap="square" rtlCol="0">
              <a:spAutoFit/>
            </a:bodyPr>
            <a:lstStyle/>
            <a:p>
              <a:r>
                <a:rPr lang="en-US" altLang="zh-CN" sz="2800" b="1" spc="600" dirty="0">
                  <a:solidFill>
                    <a:schemeClr val="accent4"/>
                  </a:solidFill>
                  <a:latin typeface="Arial Black" panose="020B0A04020102020204" pitchFamily="34" charset="0"/>
                </a:rPr>
                <a:t>0</a:t>
              </a:r>
              <a:endParaRPr lang="zh-CN" altLang="en-US" sz="2800" b="1" spc="600" dirty="0">
                <a:solidFill>
                  <a:schemeClr val="accent4"/>
                </a:solidFill>
                <a:latin typeface="Arial Black" panose="020B0A04020102020204" pitchFamily="34" charset="0"/>
              </a:endParaRPr>
            </a:p>
          </p:txBody>
        </p:sp>
      </p:grpSp>
      <p:sp>
        <p:nvSpPr>
          <p:cNvPr id="65" name="文本框 64">
            <a:extLst>
              <a:ext uri="{FF2B5EF4-FFF2-40B4-BE49-F238E27FC236}">
                <a16:creationId xmlns:a16="http://schemas.microsoft.com/office/drawing/2014/main" id="{52F8D026-A967-479D-8FE8-5548C6D673FB}"/>
              </a:ext>
            </a:extLst>
          </p:cNvPr>
          <p:cNvSpPr txBox="1"/>
          <p:nvPr/>
        </p:nvSpPr>
        <p:spPr>
          <a:xfrm>
            <a:off x="10355996" y="1650848"/>
            <a:ext cx="430892" cy="523220"/>
          </a:xfrm>
          <a:prstGeom prst="rect">
            <a:avLst/>
          </a:prstGeom>
          <a:noFill/>
        </p:spPr>
        <p:txBody>
          <a:bodyPr wrap="square" rtlCol="0">
            <a:spAutoFit/>
          </a:bodyPr>
          <a:lstStyle/>
          <a:p>
            <a:r>
              <a:rPr lang="en-US" altLang="zh-CN" sz="2800" b="1" spc="600" dirty="0">
                <a:latin typeface="Arial Black" panose="020B0A04020102020204" pitchFamily="34" charset="0"/>
              </a:rPr>
              <a:t>1</a:t>
            </a:r>
            <a:endParaRPr lang="zh-CN" altLang="en-US" sz="2800" b="1" spc="600" dirty="0">
              <a:latin typeface="Arial Black" panose="020B0A04020102020204" pitchFamily="34" charset="0"/>
            </a:endParaRPr>
          </a:p>
        </p:txBody>
      </p:sp>
      <p:sp>
        <p:nvSpPr>
          <p:cNvPr id="66" name="文本框 65">
            <a:extLst>
              <a:ext uri="{FF2B5EF4-FFF2-40B4-BE49-F238E27FC236}">
                <a16:creationId xmlns:a16="http://schemas.microsoft.com/office/drawing/2014/main" id="{0FF95ED9-FC12-4FD1-8B94-6397ADF6DF98}"/>
              </a:ext>
            </a:extLst>
          </p:cNvPr>
          <p:cNvSpPr txBox="1"/>
          <p:nvPr/>
        </p:nvSpPr>
        <p:spPr>
          <a:xfrm>
            <a:off x="9401688" y="4336418"/>
            <a:ext cx="1440674" cy="523220"/>
          </a:xfrm>
          <a:prstGeom prst="rect">
            <a:avLst/>
          </a:prstGeom>
          <a:noFill/>
        </p:spPr>
        <p:txBody>
          <a:bodyPr wrap="square" rtlCol="0">
            <a:spAutoFit/>
          </a:bodyPr>
          <a:lstStyle/>
          <a:p>
            <a:r>
              <a:rPr lang="en-US" altLang="zh-CN" sz="2800" b="1" spc="600" dirty="0">
                <a:solidFill>
                  <a:schemeClr val="accent3"/>
                </a:solidFill>
                <a:latin typeface="Arial Black" panose="020B0A04020102020204" pitchFamily="34" charset="0"/>
              </a:rPr>
              <a:t>1101</a:t>
            </a:r>
            <a:endParaRPr lang="zh-CN" altLang="en-US" sz="2800" b="1" spc="600" dirty="0">
              <a:solidFill>
                <a:schemeClr val="accent3"/>
              </a:solidFill>
              <a:latin typeface="Arial Black" panose="020B0A04020102020204" pitchFamily="34" charset="0"/>
            </a:endParaRPr>
          </a:p>
        </p:txBody>
      </p:sp>
      <p:sp>
        <p:nvSpPr>
          <p:cNvPr id="54" name="文本框 53">
            <a:extLst>
              <a:ext uri="{FF2B5EF4-FFF2-40B4-BE49-F238E27FC236}">
                <a16:creationId xmlns:a16="http://schemas.microsoft.com/office/drawing/2014/main" id="{E8189A4B-145C-419B-B681-41A3541188A5}"/>
              </a:ext>
            </a:extLst>
          </p:cNvPr>
          <p:cNvSpPr txBox="1"/>
          <p:nvPr/>
        </p:nvSpPr>
        <p:spPr>
          <a:xfrm>
            <a:off x="10018782" y="4785281"/>
            <a:ext cx="823580" cy="523220"/>
          </a:xfrm>
          <a:prstGeom prst="rect">
            <a:avLst/>
          </a:prstGeom>
          <a:noFill/>
        </p:spPr>
        <p:txBody>
          <a:bodyPr wrap="square" rtlCol="0">
            <a:spAutoFit/>
          </a:bodyPr>
          <a:lstStyle/>
          <a:p>
            <a:r>
              <a:rPr lang="en-US" altLang="zh-CN" sz="2800" b="1" spc="600" dirty="0">
                <a:latin typeface="Arial Black" panose="020B0A04020102020204" pitchFamily="34" charset="0"/>
              </a:rPr>
              <a:t>11</a:t>
            </a:r>
            <a:endParaRPr lang="zh-CN" altLang="en-US" sz="2800" b="1" spc="600" dirty="0">
              <a:latin typeface="Arial Black" panose="020B0A04020102020204" pitchFamily="34" charset="0"/>
            </a:endParaRPr>
          </a:p>
        </p:txBody>
      </p:sp>
      <p:grpSp>
        <p:nvGrpSpPr>
          <p:cNvPr id="68" name="组合 67">
            <a:extLst>
              <a:ext uri="{FF2B5EF4-FFF2-40B4-BE49-F238E27FC236}">
                <a16:creationId xmlns:a16="http://schemas.microsoft.com/office/drawing/2014/main" id="{456396D7-1159-4621-8FD7-6F8F457723F1}"/>
              </a:ext>
            </a:extLst>
          </p:cNvPr>
          <p:cNvGrpSpPr/>
          <p:nvPr/>
        </p:nvGrpSpPr>
        <p:grpSpPr>
          <a:xfrm>
            <a:off x="8892918" y="4269598"/>
            <a:ext cx="1701886" cy="523220"/>
            <a:chOff x="7966736" y="2605199"/>
            <a:chExt cx="1701886" cy="523220"/>
          </a:xfrm>
        </p:grpSpPr>
        <p:cxnSp>
          <p:nvCxnSpPr>
            <p:cNvPr id="69" name="直接连接符 68">
              <a:extLst>
                <a:ext uri="{FF2B5EF4-FFF2-40B4-BE49-F238E27FC236}">
                  <a16:creationId xmlns:a16="http://schemas.microsoft.com/office/drawing/2014/main" id="{F10542C0-D930-433F-80D5-F6735D912C44}"/>
                </a:ext>
              </a:extLst>
            </p:cNvPr>
            <p:cNvCxnSpPr>
              <a:cxnSpLocks/>
            </p:cNvCxnSpPr>
            <p:nvPr/>
          </p:nvCxnSpPr>
          <p:spPr>
            <a:xfrm>
              <a:off x="8117215" y="3128419"/>
              <a:ext cx="1551407" cy="0"/>
            </a:xfrm>
            <a:prstGeom prst="line">
              <a:avLst/>
            </a:prstGeom>
            <a:ln w="50800" cap="rnd">
              <a:solidFill>
                <a:schemeClr val="tx1"/>
              </a:solidFill>
              <a:round/>
            </a:ln>
          </p:spPr>
          <p:style>
            <a:lnRef idx="1">
              <a:schemeClr val="accent1"/>
            </a:lnRef>
            <a:fillRef idx="0">
              <a:schemeClr val="accent1"/>
            </a:fillRef>
            <a:effectRef idx="0">
              <a:schemeClr val="accent1"/>
            </a:effectRef>
            <a:fontRef idx="minor">
              <a:schemeClr val="tx1"/>
            </a:fontRef>
          </p:style>
        </p:cxnSp>
        <p:sp>
          <p:nvSpPr>
            <p:cNvPr id="70" name="文本框 69">
              <a:extLst>
                <a:ext uri="{FF2B5EF4-FFF2-40B4-BE49-F238E27FC236}">
                  <a16:creationId xmlns:a16="http://schemas.microsoft.com/office/drawing/2014/main" id="{25E0A365-9B42-4F8B-B724-C48A5CBF73CE}"/>
                </a:ext>
              </a:extLst>
            </p:cNvPr>
            <p:cNvSpPr txBox="1"/>
            <p:nvPr/>
          </p:nvSpPr>
          <p:spPr>
            <a:xfrm>
              <a:off x="7966736" y="2605199"/>
              <a:ext cx="547653" cy="523220"/>
            </a:xfrm>
            <a:prstGeom prst="rect">
              <a:avLst/>
            </a:prstGeom>
            <a:noFill/>
          </p:spPr>
          <p:txBody>
            <a:bodyPr wrap="square">
              <a:spAutoFit/>
            </a:bodyPr>
            <a:lstStyle/>
            <a:p>
              <a:pPr algn="ctr"/>
              <a:r>
                <a:rPr lang="zh-CN" altLang="en-US" sz="2800" b="1" dirty="0">
                  <a:solidFill>
                    <a:schemeClr val="accent1">
                      <a:lumMod val="75000"/>
                    </a:schemeClr>
                  </a:solidFill>
                </a:rPr>
                <a:t>⊕</a:t>
              </a:r>
            </a:p>
          </p:txBody>
        </p:sp>
      </p:grpSp>
      <p:grpSp>
        <p:nvGrpSpPr>
          <p:cNvPr id="16" name="组合 15">
            <a:extLst>
              <a:ext uri="{FF2B5EF4-FFF2-40B4-BE49-F238E27FC236}">
                <a16:creationId xmlns:a16="http://schemas.microsoft.com/office/drawing/2014/main" id="{1EA332D7-CCEF-4362-A31C-7F42D21E8C3D}"/>
              </a:ext>
            </a:extLst>
          </p:cNvPr>
          <p:cNvGrpSpPr/>
          <p:nvPr/>
        </p:nvGrpSpPr>
        <p:grpSpPr>
          <a:xfrm>
            <a:off x="10662669" y="2698534"/>
            <a:ext cx="427749" cy="2609967"/>
            <a:chOff x="10675825" y="2698534"/>
            <a:chExt cx="427749" cy="2609967"/>
          </a:xfrm>
        </p:grpSpPr>
        <p:cxnSp>
          <p:nvCxnSpPr>
            <p:cNvPr id="72" name="直接箭头连接符 71">
              <a:extLst>
                <a:ext uri="{FF2B5EF4-FFF2-40B4-BE49-F238E27FC236}">
                  <a16:creationId xmlns:a16="http://schemas.microsoft.com/office/drawing/2014/main" id="{D2E1C81C-9FF2-4ECC-8716-DCACEC5BBA4C}"/>
                </a:ext>
              </a:extLst>
            </p:cNvPr>
            <p:cNvCxnSpPr>
              <a:cxnSpLocks/>
              <a:endCxn id="73" idx="0"/>
            </p:cNvCxnSpPr>
            <p:nvPr/>
          </p:nvCxnSpPr>
          <p:spPr>
            <a:xfrm>
              <a:off x="10883121" y="2698534"/>
              <a:ext cx="6579" cy="2086747"/>
            </a:xfrm>
            <a:prstGeom prst="straightConnector1">
              <a:avLst/>
            </a:prstGeom>
            <a:ln w="25400">
              <a:solidFill>
                <a:schemeClr val="tx1"/>
              </a:solidFill>
              <a:prstDash val="dash"/>
              <a:tailEnd type="triangle"/>
            </a:ln>
          </p:spPr>
          <p:style>
            <a:lnRef idx="1">
              <a:schemeClr val="accent1"/>
            </a:lnRef>
            <a:fillRef idx="0">
              <a:schemeClr val="accent1"/>
            </a:fillRef>
            <a:effectRef idx="0">
              <a:schemeClr val="accent1"/>
            </a:effectRef>
            <a:fontRef idx="minor">
              <a:schemeClr val="tx1"/>
            </a:fontRef>
          </p:style>
        </p:cxnSp>
        <p:sp>
          <p:nvSpPr>
            <p:cNvPr id="73" name="文本框 72">
              <a:extLst>
                <a:ext uri="{FF2B5EF4-FFF2-40B4-BE49-F238E27FC236}">
                  <a16:creationId xmlns:a16="http://schemas.microsoft.com/office/drawing/2014/main" id="{82CB2C09-F5E5-43AF-9E21-55D7EE28ACA8}"/>
                </a:ext>
              </a:extLst>
            </p:cNvPr>
            <p:cNvSpPr txBox="1"/>
            <p:nvPr/>
          </p:nvSpPr>
          <p:spPr>
            <a:xfrm>
              <a:off x="10675825" y="4785281"/>
              <a:ext cx="427749" cy="523220"/>
            </a:xfrm>
            <a:prstGeom prst="rect">
              <a:avLst/>
            </a:prstGeom>
            <a:noFill/>
          </p:spPr>
          <p:txBody>
            <a:bodyPr wrap="square" rtlCol="0">
              <a:spAutoFit/>
            </a:bodyPr>
            <a:lstStyle/>
            <a:p>
              <a:r>
                <a:rPr lang="en-US" altLang="zh-CN" sz="2800" b="1" spc="600" dirty="0">
                  <a:solidFill>
                    <a:schemeClr val="accent4"/>
                  </a:solidFill>
                  <a:latin typeface="Arial Black" panose="020B0A04020102020204" pitchFamily="34" charset="0"/>
                </a:rPr>
                <a:t>0</a:t>
              </a:r>
              <a:endParaRPr lang="zh-CN" altLang="en-US" sz="2800" b="1" spc="600" dirty="0">
                <a:solidFill>
                  <a:schemeClr val="accent4"/>
                </a:solidFill>
                <a:latin typeface="Arial Black" panose="020B0A04020102020204" pitchFamily="34" charset="0"/>
              </a:endParaRPr>
            </a:p>
          </p:txBody>
        </p:sp>
      </p:grpSp>
      <p:sp>
        <p:nvSpPr>
          <p:cNvPr id="74" name="文本框 73">
            <a:extLst>
              <a:ext uri="{FF2B5EF4-FFF2-40B4-BE49-F238E27FC236}">
                <a16:creationId xmlns:a16="http://schemas.microsoft.com/office/drawing/2014/main" id="{4DEFDD88-264F-4387-8D95-DD8F942C7A77}"/>
              </a:ext>
            </a:extLst>
          </p:cNvPr>
          <p:cNvSpPr txBox="1"/>
          <p:nvPr/>
        </p:nvSpPr>
        <p:spPr>
          <a:xfrm>
            <a:off x="10662669" y="1650848"/>
            <a:ext cx="430892" cy="523220"/>
          </a:xfrm>
          <a:prstGeom prst="rect">
            <a:avLst/>
          </a:prstGeom>
          <a:noFill/>
        </p:spPr>
        <p:txBody>
          <a:bodyPr wrap="square" rtlCol="0">
            <a:spAutoFit/>
          </a:bodyPr>
          <a:lstStyle/>
          <a:p>
            <a:r>
              <a:rPr lang="en-US" altLang="zh-CN" sz="2800" b="1" spc="600" dirty="0">
                <a:latin typeface="Arial Black" panose="020B0A04020102020204" pitchFamily="34" charset="0"/>
              </a:rPr>
              <a:t>0</a:t>
            </a:r>
            <a:endParaRPr lang="zh-CN" altLang="en-US" sz="2800" b="1" spc="600" dirty="0">
              <a:latin typeface="Arial Black" panose="020B0A04020102020204" pitchFamily="34" charset="0"/>
            </a:endParaRPr>
          </a:p>
        </p:txBody>
      </p:sp>
      <p:sp>
        <p:nvSpPr>
          <p:cNvPr id="75" name="文本框 74">
            <a:extLst>
              <a:ext uri="{FF2B5EF4-FFF2-40B4-BE49-F238E27FC236}">
                <a16:creationId xmlns:a16="http://schemas.microsoft.com/office/drawing/2014/main" id="{4088EEF1-25C6-4E08-9D09-CB1F9416EF76}"/>
              </a:ext>
            </a:extLst>
          </p:cNvPr>
          <p:cNvSpPr txBox="1"/>
          <p:nvPr/>
        </p:nvSpPr>
        <p:spPr>
          <a:xfrm>
            <a:off x="10955803" y="1650848"/>
            <a:ext cx="430892" cy="523220"/>
          </a:xfrm>
          <a:prstGeom prst="rect">
            <a:avLst/>
          </a:prstGeom>
          <a:noFill/>
        </p:spPr>
        <p:txBody>
          <a:bodyPr wrap="square" rtlCol="0">
            <a:spAutoFit/>
          </a:bodyPr>
          <a:lstStyle/>
          <a:p>
            <a:r>
              <a:rPr lang="en-US" altLang="zh-CN" sz="2800" b="1" spc="600" dirty="0">
                <a:latin typeface="Arial Black" panose="020B0A04020102020204" pitchFamily="34" charset="0"/>
              </a:rPr>
              <a:t>1</a:t>
            </a:r>
            <a:endParaRPr lang="zh-CN" altLang="en-US" sz="2800" b="1" spc="600" dirty="0">
              <a:latin typeface="Arial Black" panose="020B0A04020102020204" pitchFamily="34" charset="0"/>
            </a:endParaRPr>
          </a:p>
        </p:txBody>
      </p:sp>
      <p:grpSp>
        <p:nvGrpSpPr>
          <p:cNvPr id="11" name="组合 10">
            <a:extLst>
              <a:ext uri="{FF2B5EF4-FFF2-40B4-BE49-F238E27FC236}">
                <a16:creationId xmlns:a16="http://schemas.microsoft.com/office/drawing/2014/main" id="{87C82CFF-2783-489A-959E-87EB0D0AFE67}"/>
              </a:ext>
            </a:extLst>
          </p:cNvPr>
          <p:cNvGrpSpPr/>
          <p:nvPr/>
        </p:nvGrpSpPr>
        <p:grpSpPr>
          <a:xfrm>
            <a:off x="10980201" y="2700266"/>
            <a:ext cx="427749" cy="2609967"/>
            <a:chOff x="10980201" y="2700266"/>
            <a:chExt cx="427749" cy="2609967"/>
          </a:xfrm>
        </p:grpSpPr>
        <p:cxnSp>
          <p:nvCxnSpPr>
            <p:cNvPr id="76" name="直接箭头连接符 75">
              <a:extLst>
                <a:ext uri="{FF2B5EF4-FFF2-40B4-BE49-F238E27FC236}">
                  <a16:creationId xmlns:a16="http://schemas.microsoft.com/office/drawing/2014/main" id="{A7DBE068-18B7-46B7-9AF8-64B65E4D4FB7}"/>
                </a:ext>
              </a:extLst>
            </p:cNvPr>
            <p:cNvCxnSpPr>
              <a:cxnSpLocks/>
              <a:endCxn id="77" idx="0"/>
            </p:cNvCxnSpPr>
            <p:nvPr/>
          </p:nvCxnSpPr>
          <p:spPr>
            <a:xfrm>
              <a:off x="11187497" y="2700266"/>
              <a:ext cx="6579" cy="2086747"/>
            </a:xfrm>
            <a:prstGeom prst="straightConnector1">
              <a:avLst/>
            </a:prstGeom>
            <a:ln w="25400">
              <a:solidFill>
                <a:schemeClr val="tx1"/>
              </a:solidFill>
              <a:prstDash val="dash"/>
              <a:tailEnd type="triangle"/>
            </a:ln>
          </p:spPr>
          <p:style>
            <a:lnRef idx="1">
              <a:schemeClr val="accent1"/>
            </a:lnRef>
            <a:fillRef idx="0">
              <a:schemeClr val="accent1"/>
            </a:fillRef>
            <a:effectRef idx="0">
              <a:schemeClr val="accent1"/>
            </a:effectRef>
            <a:fontRef idx="minor">
              <a:schemeClr val="tx1"/>
            </a:fontRef>
          </p:style>
        </p:cxnSp>
        <p:sp>
          <p:nvSpPr>
            <p:cNvPr id="77" name="文本框 76">
              <a:extLst>
                <a:ext uri="{FF2B5EF4-FFF2-40B4-BE49-F238E27FC236}">
                  <a16:creationId xmlns:a16="http://schemas.microsoft.com/office/drawing/2014/main" id="{5DF64B4C-1EBB-421C-B9FE-F32D5ED0FDEB}"/>
                </a:ext>
              </a:extLst>
            </p:cNvPr>
            <p:cNvSpPr txBox="1"/>
            <p:nvPr/>
          </p:nvSpPr>
          <p:spPr>
            <a:xfrm>
              <a:off x="10980201" y="4787013"/>
              <a:ext cx="427749" cy="523220"/>
            </a:xfrm>
            <a:prstGeom prst="rect">
              <a:avLst/>
            </a:prstGeom>
            <a:noFill/>
          </p:spPr>
          <p:txBody>
            <a:bodyPr wrap="square" rtlCol="0">
              <a:spAutoFit/>
            </a:bodyPr>
            <a:lstStyle/>
            <a:p>
              <a:r>
                <a:rPr lang="en-US" altLang="zh-CN" sz="2800" b="1" spc="600" dirty="0">
                  <a:solidFill>
                    <a:schemeClr val="accent4"/>
                  </a:solidFill>
                  <a:latin typeface="Arial Black" panose="020B0A04020102020204" pitchFamily="34" charset="0"/>
                </a:rPr>
                <a:t>0</a:t>
              </a:r>
              <a:endParaRPr lang="zh-CN" altLang="en-US" sz="2800" b="1" spc="600" dirty="0">
                <a:solidFill>
                  <a:schemeClr val="accent4"/>
                </a:solidFill>
                <a:latin typeface="Arial Black" panose="020B0A04020102020204" pitchFamily="34" charset="0"/>
              </a:endParaRPr>
            </a:p>
          </p:txBody>
        </p:sp>
      </p:grpSp>
      <p:sp>
        <p:nvSpPr>
          <p:cNvPr id="78" name="文本框 77">
            <a:extLst>
              <a:ext uri="{FF2B5EF4-FFF2-40B4-BE49-F238E27FC236}">
                <a16:creationId xmlns:a16="http://schemas.microsoft.com/office/drawing/2014/main" id="{650BADE6-20B4-4577-AF85-EA6450DE1DA7}"/>
              </a:ext>
            </a:extLst>
          </p:cNvPr>
          <p:cNvSpPr txBox="1"/>
          <p:nvPr/>
        </p:nvSpPr>
        <p:spPr>
          <a:xfrm>
            <a:off x="10025360" y="5113711"/>
            <a:ext cx="1440674" cy="523220"/>
          </a:xfrm>
          <a:prstGeom prst="rect">
            <a:avLst/>
          </a:prstGeom>
          <a:noFill/>
        </p:spPr>
        <p:txBody>
          <a:bodyPr wrap="square" rtlCol="0">
            <a:spAutoFit/>
          </a:bodyPr>
          <a:lstStyle/>
          <a:p>
            <a:r>
              <a:rPr lang="en-US" altLang="zh-CN" sz="2800" b="1" spc="600" dirty="0">
                <a:solidFill>
                  <a:schemeClr val="accent3"/>
                </a:solidFill>
                <a:latin typeface="Arial Black" panose="020B0A04020102020204" pitchFamily="34" charset="0"/>
              </a:rPr>
              <a:t>1101</a:t>
            </a:r>
            <a:endParaRPr lang="zh-CN" altLang="en-US" sz="2800" b="1" spc="600" dirty="0">
              <a:solidFill>
                <a:schemeClr val="accent3"/>
              </a:solidFill>
              <a:latin typeface="Arial Black" panose="020B0A04020102020204" pitchFamily="34" charset="0"/>
            </a:endParaRPr>
          </a:p>
        </p:txBody>
      </p:sp>
      <p:grpSp>
        <p:nvGrpSpPr>
          <p:cNvPr id="67" name="组合 66">
            <a:extLst>
              <a:ext uri="{FF2B5EF4-FFF2-40B4-BE49-F238E27FC236}">
                <a16:creationId xmlns:a16="http://schemas.microsoft.com/office/drawing/2014/main" id="{02E6788A-F0B6-4279-82DB-FC76BAB08D14}"/>
              </a:ext>
            </a:extLst>
          </p:cNvPr>
          <p:cNvGrpSpPr/>
          <p:nvPr/>
        </p:nvGrpSpPr>
        <p:grpSpPr>
          <a:xfrm>
            <a:off x="9527739" y="5054428"/>
            <a:ext cx="1701886" cy="523220"/>
            <a:chOff x="7966736" y="2605199"/>
            <a:chExt cx="1701886" cy="523220"/>
          </a:xfrm>
        </p:grpSpPr>
        <p:cxnSp>
          <p:nvCxnSpPr>
            <p:cNvPr id="71" name="直接连接符 70">
              <a:extLst>
                <a:ext uri="{FF2B5EF4-FFF2-40B4-BE49-F238E27FC236}">
                  <a16:creationId xmlns:a16="http://schemas.microsoft.com/office/drawing/2014/main" id="{85C9705D-D613-4986-8FCA-F823FCDE186E}"/>
                </a:ext>
              </a:extLst>
            </p:cNvPr>
            <p:cNvCxnSpPr>
              <a:cxnSpLocks/>
            </p:cNvCxnSpPr>
            <p:nvPr/>
          </p:nvCxnSpPr>
          <p:spPr>
            <a:xfrm>
              <a:off x="8117215" y="3128419"/>
              <a:ext cx="1551407" cy="0"/>
            </a:xfrm>
            <a:prstGeom prst="line">
              <a:avLst/>
            </a:prstGeom>
            <a:ln w="50800" cap="rnd">
              <a:solidFill>
                <a:schemeClr val="tx1"/>
              </a:solidFill>
              <a:round/>
            </a:ln>
          </p:spPr>
          <p:style>
            <a:lnRef idx="1">
              <a:schemeClr val="accent1"/>
            </a:lnRef>
            <a:fillRef idx="0">
              <a:schemeClr val="accent1"/>
            </a:fillRef>
            <a:effectRef idx="0">
              <a:schemeClr val="accent1"/>
            </a:effectRef>
            <a:fontRef idx="minor">
              <a:schemeClr val="tx1"/>
            </a:fontRef>
          </p:style>
        </p:cxnSp>
        <p:sp>
          <p:nvSpPr>
            <p:cNvPr id="80" name="文本框 79">
              <a:extLst>
                <a:ext uri="{FF2B5EF4-FFF2-40B4-BE49-F238E27FC236}">
                  <a16:creationId xmlns:a16="http://schemas.microsoft.com/office/drawing/2014/main" id="{DDA4A975-78C9-40E3-B967-16767F37C4AF}"/>
                </a:ext>
              </a:extLst>
            </p:cNvPr>
            <p:cNvSpPr txBox="1"/>
            <p:nvPr/>
          </p:nvSpPr>
          <p:spPr>
            <a:xfrm>
              <a:off x="7966736" y="2605199"/>
              <a:ext cx="547653" cy="523220"/>
            </a:xfrm>
            <a:prstGeom prst="rect">
              <a:avLst/>
            </a:prstGeom>
            <a:noFill/>
          </p:spPr>
          <p:txBody>
            <a:bodyPr wrap="square">
              <a:spAutoFit/>
            </a:bodyPr>
            <a:lstStyle/>
            <a:p>
              <a:pPr algn="ctr"/>
              <a:r>
                <a:rPr lang="zh-CN" altLang="en-US" sz="2800" b="1" dirty="0">
                  <a:solidFill>
                    <a:schemeClr val="accent1">
                      <a:lumMod val="75000"/>
                    </a:schemeClr>
                  </a:solidFill>
                </a:rPr>
                <a:t>⊕</a:t>
              </a:r>
            </a:p>
          </p:txBody>
        </p:sp>
      </p:grpSp>
      <p:sp>
        <p:nvSpPr>
          <p:cNvPr id="83" name="矩形 82">
            <a:extLst>
              <a:ext uri="{FF2B5EF4-FFF2-40B4-BE49-F238E27FC236}">
                <a16:creationId xmlns:a16="http://schemas.microsoft.com/office/drawing/2014/main" id="{D8FF5894-1276-4FC8-B80A-68463D7A00F6}"/>
              </a:ext>
            </a:extLst>
          </p:cNvPr>
          <p:cNvSpPr/>
          <p:nvPr/>
        </p:nvSpPr>
        <p:spPr>
          <a:xfrm>
            <a:off x="304800" y="5335585"/>
            <a:ext cx="1204948" cy="1020462"/>
          </a:xfrm>
          <a:prstGeom prst="rect">
            <a:avLst/>
          </a:prstGeom>
          <a:solidFill>
            <a:schemeClr val="accent3">
              <a:lumMod val="75000"/>
            </a:schemeClr>
          </a:solidFill>
          <a:ln>
            <a:solidFill>
              <a:schemeClr val="accent3">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CN" sz="3200" b="1" dirty="0">
                <a:latin typeface="Arial Black" panose="020B0A04020102020204" pitchFamily="34" charset="0"/>
              </a:rPr>
              <a:t>4</a:t>
            </a:r>
            <a:endParaRPr lang="zh-CN" altLang="en-US" sz="3200" b="1" dirty="0">
              <a:latin typeface="Arial Black" panose="020B0A04020102020204" pitchFamily="34" charset="0"/>
            </a:endParaRPr>
          </a:p>
        </p:txBody>
      </p:sp>
      <p:grpSp>
        <p:nvGrpSpPr>
          <p:cNvPr id="84" name="组合 83">
            <a:extLst>
              <a:ext uri="{FF2B5EF4-FFF2-40B4-BE49-F238E27FC236}">
                <a16:creationId xmlns:a16="http://schemas.microsoft.com/office/drawing/2014/main" id="{E41919CB-B7AF-4E43-B27C-9AD8151F22CC}"/>
              </a:ext>
            </a:extLst>
          </p:cNvPr>
          <p:cNvGrpSpPr/>
          <p:nvPr/>
        </p:nvGrpSpPr>
        <p:grpSpPr>
          <a:xfrm>
            <a:off x="1509747" y="5335121"/>
            <a:ext cx="4823318" cy="1020462"/>
            <a:chOff x="1523649" y="1956155"/>
            <a:chExt cx="4809417" cy="1020462"/>
          </a:xfrm>
        </p:grpSpPr>
        <p:sp>
          <p:nvSpPr>
            <p:cNvPr id="85" name="文本框 84">
              <a:extLst>
                <a:ext uri="{FF2B5EF4-FFF2-40B4-BE49-F238E27FC236}">
                  <a16:creationId xmlns:a16="http://schemas.microsoft.com/office/drawing/2014/main" id="{6DE892B2-6518-4E4D-BBFF-0BEF4BEBA80C}"/>
                </a:ext>
              </a:extLst>
            </p:cNvPr>
            <p:cNvSpPr txBox="1"/>
            <p:nvPr/>
          </p:nvSpPr>
          <p:spPr>
            <a:xfrm>
              <a:off x="1672475" y="1994023"/>
              <a:ext cx="3169985" cy="400110"/>
            </a:xfrm>
            <a:prstGeom prst="rect">
              <a:avLst/>
            </a:prstGeom>
            <a:noFill/>
          </p:spPr>
          <p:txBody>
            <a:bodyPr wrap="square" rtlCol="0">
              <a:spAutoFit/>
            </a:bodyPr>
            <a:lstStyle/>
            <a:p>
              <a:r>
                <a:rPr lang="zh-CN" altLang="en-US" sz="2000" b="1" dirty="0">
                  <a:solidFill>
                    <a:schemeClr val="accent3">
                      <a:lumMod val="75000"/>
                    </a:schemeClr>
                  </a:solidFill>
                </a:rPr>
                <a:t>检查“余数”</a:t>
              </a:r>
            </a:p>
          </p:txBody>
        </p:sp>
        <p:sp>
          <p:nvSpPr>
            <p:cNvPr id="86" name="矩形 85">
              <a:extLst>
                <a:ext uri="{FF2B5EF4-FFF2-40B4-BE49-F238E27FC236}">
                  <a16:creationId xmlns:a16="http://schemas.microsoft.com/office/drawing/2014/main" id="{A54AE4FF-97E0-443E-90ED-143A35912365}"/>
                </a:ext>
              </a:extLst>
            </p:cNvPr>
            <p:cNvSpPr/>
            <p:nvPr/>
          </p:nvSpPr>
          <p:spPr>
            <a:xfrm>
              <a:off x="1523649" y="1956155"/>
              <a:ext cx="4809417" cy="1020462"/>
            </a:xfrm>
            <a:prstGeom prst="rect">
              <a:avLst/>
            </a:prstGeom>
            <a:noFill/>
            <a:ln>
              <a:solidFill>
                <a:schemeClr val="accent3">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sz="3200" b="1" dirty="0">
                <a:latin typeface="Arial Black" panose="020B0A04020102020204" pitchFamily="34" charset="0"/>
              </a:endParaRPr>
            </a:p>
          </p:txBody>
        </p:sp>
      </p:grpSp>
      <p:sp>
        <p:nvSpPr>
          <p:cNvPr id="87" name="文本框 86">
            <a:extLst>
              <a:ext uri="{FF2B5EF4-FFF2-40B4-BE49-F238E27FC236}">
                <a16:creationId xmlns:a16="http://schemas.microsoft.com/office/drawing/2014/main" id="{167CFC06-58BB-43AD-A90F-6E660AEAD16C}"/>
              </a:ext>
            </a:extLst>
          </p:cNvPr>
          <p:cNvSpPr txBox="1"/>
          <p:nvPr/>
        </p:nvSpPr>
        <p:spPr>
          <a:xfrm>
            <a:off x="1658573" y="5704966"/>
            <a:ext cx="4660590" cy="646331"/>
          </a:xfrm>
          <a:prstGeom prst="rect">
            <a:avLst/>
          </a:prstGeom>
          <a:noFill/>
        </p:spPr>
        <p:txBody>
          <a:bodyPr wrap="square" rtlCol="0">
            <a:spAutoFit/>
          </a:bodyPr>
          <a:lstStyle/>
          <a:p>
            <a:r>
              <a:rPr lang="zh-CN" altLang="en-US" b="1" dirty="0"/>
              <a:t>余数的位数应与生成多项式最高次数相同，如果位数不够，则在余数前补</a:t>
            </a:r>
            <a:r>
              <a:rPr lang="en-US" altLang="zh-CN" b="1" dirty="0"/>
              <a:t>0</a:t>
            </a:r>
            <a:r>
              <a:rPr lang="zh-CN" altLang="en-US" b="1" dirty="0"/>
              <a:t>来凑足位数。</a:t>
            </a:r>
          </a:p>
        </p:txBody>
      </p:sp>
      <p:sp>
        <p:nvSpPr>
          <p:cNvPr id="88" name="文本框 87">
            <a:extLst>
              <a:ext uri="{FF2B5EF4-FFF2-40B4-BE49-F238E27FC236}">
                <a16:creationId xmlns:a16="http://schemas.microsoft.com/office/drawing/2014/main" id="{1309414C-82C0-460F-AFE3-48031B79B214}"/>
              </a:ext>
            </a:extLst>
          </p:cNvPr>
          <p:cNvSpPr txBox="1"/>
          <p:nvPr/>
        </p:nvSpPr>
        <p:spPr>
          <a:xfrm>
            <a:off x="10372880" y="5589259"/>
            <a:ext cx="816396" cy="523220"/>
          </a:xfrm>
          <a:prstGeom prst="rect">
            <a:avLst/>
          </a:prstGeom>
          <a:noFill/>
        </p:spPr>
        <p:txBody>
          <a:bodyPr wrap="square" rtlCol="0">
            <a:spAutoFit/>
          </a:bodyPr>
          <a:lstStyle/>
          <a:p>
            <a:r>
              <a:rPr lang="en-US" altLang="zh-CN" sz="2800" b="1" spc="600" dirty="0">
                <a:solidFill>
                  <a:schemeClr val="accent2"/>
                </a:solidFill>
                <a:latin typeface="Arial Black" panose="020B0A04020102020204" pitchFamily="34" charset="0"/>
              </a:rPr>
              <a:t>00</a:t>
            </a:r>
            <a:endParaRPr lang="zh-CN" altLang="en-US" sz="2800" b="1" spc="600" dirty="0">
              <a:solidFill>
                <a:schemeClr val="accent2"/>
              </a:solidFill>
              <a:latin typeface="Arial Black" panose="020B0A04020102020204" pitchFamily="34" charset="0"/>
            </a:endParaRPr>
          </a:p>
        </p:txBody>
      </p:sp>
      <p:sp>
        <p:nvSpPr>
          <p:cNvPr id="90" name="文本框 89">
            <a:extLst>
              <a:ext uri="{FF2B5EF4-FFF2-40B4-BE49-F238E27FC236}">
                <a16:creationId xmlns:a16="http://schemas.microsoft.com/office/drawing/2014/main" id="{0303CC17-8B9C-4086-AC07-D33B77787FEC}"/>
              </a:ext>
            </a:extLst>
          </p:cNvPr>
          <p:cNvSpPr txBox="1"/>
          <p:nvPr/>
        </p:nvSpPr>
        <p:spPr>
          <a:xfrm>
            <a:off x="11001558" y="5594412"/>
            <a:ext cx="421003" cy="523220"/>
          </a:xfrm>
          <a:prstGeom prst="rect">
            <a:avLst/>
          </a:prstGeom>
          <a:noFill/>
        </p:spPr>
        <p:txBody>
          <a:bodyPr wrap="square" rtlCol="0">
            <a:spAutoFit/>
          </a:bodyPr>
          <a:lstStyle/>
          <a:p>
            <a:r>
              <a:rPr lang="en-US" altLang="zh-CN" sz="2800" b="1" spc="600" dirty="0">
                <a:solidFill>
                  <a:schemeClr val="accent2"/>
                </a:solidFill>
                <a:latin typeface="Arial Black" panose="020B0A04020102020204" pitchFamily="34" charset="0"/>
              </a:rPr>
              <a:t>1</a:t>
            </a:r>
            <a:endParaRPr lang="zh-CN" altLang="en-US" sz="2800" b="1" spc="600" dirty="0">
              <a:solidFill>
                <a:schemeClr val="accent2"/>
              </a:solidFill>
              <a:latin typeface="Arial Black" panose="020B0A04020102020204" pitchFamily="34" charset="0"/>
            </a:endParaRPr>
          </a:p>
        </p:txBody>
      </p:sp>
    </p:spTree>
    <p:custDataLst>
      <p:tags r:id="rId1"/>
    </p:custDataLst>
    <p:extLst>
      <p:ext uri="{BB962C8B-B14F-4D97-AF65-F5344CB8AC3E}">
        <p14:creationId xmlns:p14="http://schemas.microsoft.com/office/powerpoint/2010/main" val="1009375202"/>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2" presetClass="entr" presetSubtype="8" fill="hold" nodeType="withEffect">
                                  <p:stCondLst>
                                    <p:cond delay="0"/>
                                  </p:stCondLst>
                                  <p:childTnLst>
                                    <p:set>
                                      <p:cBhvr>
                                        <p:cTn id="6" dur="1" fill="hold">
                                          <p:stCondLst>
                                            <p:cond delay="0"/>
                                          </p:stCondLst>
                                        </p:cTn>
                                        <p:tgtEl>
                                          <p:spTgt spid="67"/>
                                        </p:tgtEl>
                                        <p:attrNameLst>
                                          <p:attrName>style.visibility</p:attrName>
                                        </p:attrNameLst>
                                      </p:cBhvr>
                                      <p:to>
                                        <p:strVal val="visible"/>
                                      </p:to>
                                    </p:set>
                                    <p:anim calcmode="lin" valueType="num">
                                      <p:cBhvr additive="base">
                                        <p:cTn id="7" dur="500"/>
                                        <p:tgtEl>
                                          <p:spTgt spid="67"/>
                                        </p:tgtEl>
                                        <p:attrNameLst>
                                          <p:attrName>ppt_x</p:attrName>
                                        </p:attrNameLst>
                                      </p:cBhvr>
                                      <p:tavLst>
                                        <p:tav tm="0">
                                          <p:val>
                                            <p:strVal val="#ppt_x-#ppt_w*1.125000"/>
                                          </p:val>
                                        </p:tav>
                                        <p:tav tm="100000">
                                          <p:val>
                                            <p:strVal val="#ppt_x"/>
                                          </p:val>
                                        </p:tav>
                                      </p:tavLst>
                                    </p:anim>
                                    <p:animEffect transition="in" filter="wipe(right)">
                                      <p:cBhvr>
                                        <p:cTn id="8" dur="500"/>
                                        <p:tgtEl>
                                          <p:spTgt spid="67"/>
                                        </p:tgtEl>
                                      </p:cBhvr>
                                    </p:animEffect>
                                  </p:childTnLst>
                                </p:cTn>
                              </p:par>
                            </p:childTnLst>
                          </p:cTn>
                        </p:par>
                      </p:childTnLst>
                    </p:cTn>
                  </p:par>
                  <p:par>
                    <p:cTn id="9" fill="hold">
                      <p:stCondLst>
                        <p:cond delay="indefinite"/>
                      </p:stCondLst>
                      <p:childTnLst>
                        <p:par>
                          <p:cTn id="10" fill="hold">
                            <p:stCondLst>
                              <p:cond delay="0"/>
                            </p:stCondLst>
                            <p:childTnLst>
                              <p:par>
                                <p:cTn id="11" presetID="12" presetClass="entr" presetSubtype="1" fill="hold" grpId="0" nodeType="clickEffect">
                                  <p:stCondLst>
                                    <p:cond delay="0"/>
                                  </p:stCondLst>
                                  <p:childTnLst>
                                    <p:set>
                                      <p:cBhvr>
                                        <p:cTn id="12" dur="1" fill="hold">
                                          <p:stCondLst>
                                            <p:cond delay="0"/>
                                          </p:stCondLst>
                                        </p:cTn>
                                        <p:tgtEl>
                                          <p:spTgt spid="90"/>
                                        </p:tgtEl>
                                        <p:attrNameLst>
                                          <p:attrName>style.visibility</p:attrName>
                                        </p:attrNameLst>
                                      </p:cBhvr>
                                      <p:to>
                                        <p:strVal val="visible"/>
                                      </p:to>
                                    </p:set>
                                    <p:anim calcmode="lin" valueType="num">
                                      <p:cBhvr additive="base">
                                        <p:cTn id="13" dur="500"/>
                                        <p:tgtEl>
                                          <p:spTgt spid="90"/>
                                        </p:tgtEl>
                                        <p:attrNameLst>
                                          <p:attrName>ppt_y</p:attrName>
                                        </p:attrNameLst>
                                      </p:cBhvr>
                                      <p:tavLst>
                                        <p:tav tm="0">
                                          <p:val>
                                            <p:strVal val="#ppt_y-#ppt_h*1.125000"/>
                                          </p:val>
                                        </p:tav>
                                        <p:tav tm="100000">
                                          <p:val>
                                            <p:strVal val="#ppt_y"/>
                                          </p:val>
                                        </p:tav>
                                      </p:tavLst>
                                    </p:anim>
                                    <p:animEffect transition="in" filter="wipe(down)">
                                      <p:cBhvr>
                                        <p:cTn id="14" dur="500"/>
                                        <p:tgtEl>
                                          <p:spTgt spid="90"/>
                                        </p:tgtEl>
                                      </p:cBhvr>
                                    </p:animEffect>
                                  </p:childTnLst>
                                </p:cTn>
                              </p:par>
                            </p:childTnLst>
                          </p:cTn>
                        </p:par>
                      </p:childTnLst>
                    </p:cTn>
                  </p:par>
                  <p:par>
                    <p:cTn id="15" fill="hold">
                      <p:stCondLst>
                        <p:cond delay="indefinite"/>
                      </p:stCondLst>
                      <p:childTnLst>
                        <p:par>
                          <p:cTn id="16" fill="hold">
                            <p:stCondLst>
                              <p:cond delay="0"/>
                            </p:stCondLst>
                            <p:childTnLst>
                              <p:par>
                                <p:cTn id="17" presetID="49" presetClass="entr" presetSubtype="0" decel="100000" fill="hold" grpId="0" nodeType="clickEffect">
                                  <p:stCondLst>
                                    <p:cond delay="0"/>
                                  </p:stCondLst>
                                  <p:childTnLst>
                                    <p:set>
                                      <p:cBhvr>
                                        <p:cTn id="18" dur="1" fill="hold">
                                          <p:stCondLst>
                                            <p:cond delay="0"/>
                                          </p:stCondLst>
                                        </p:cTn>
                                        <p:tgtEl>
                                          <p:spTgt spid="83"/>
                                        </p:tgtEl>
                                        <p:attrNameLst>
                                          <p:attrName>style.visibility</p:attrName>
                                        </p:attrNameLst>
                                      </p:cBhvr>
                                      <p:to>
                                        <p:strVal val="visible"/>
                                      </p:to>
                                    </p:set>
                                    <p:anim calcmode="lin" valueType="num">
                                      <p:cBhvr>
                                        <p:cTn id="19" dur="500" fill="hold"/>
                                        <p:tgtEl>
                                          <p:spTgt spid="83"/>
                                        </p:tgtEl>
                                        <p:attrNameLst>
                                          <p:attrName>ppt_w</p:attrName>
                                        </p:attrNameLst>
                                      </p:cBhvr>
                                      <p:tavLst>
                                        <p:tav tm="0">
                                          <p:val>
                                            <p:fltVal val="0"/>
                                          </p:val>
                                        </p:tav>
                                        <p:tav tm="100000">
                                          <p:val>
                                            <p:strVal val="#ppt_w"/>
                                          </p:val>
                                        </p:tav>
                                      </p:tavLst>
                                    </p:anim>
                                    <p:anim calcmode="lin" valueType="num">
                                      <p:cBhvr>
                                        <p:cTn id="20" dur="500" fill="hold"/>
                                        <p:tgtEl>
                                          <p:spTgt spid="83"/>
                                        </p:tgtEl>
                                        <p:attrNameLst>
                                          <p:attrName>ppt_h</p:attrName>
                                        </p:attrNameLst>
                                      </p:cBhvr>
                                      <p:tavLst>
                                        <p:tav tm="0">
                                          <p:val>
                                            <p:fltVal val="0"/>
                                          </p:val>
                                        </p:tav>
                                        <p:tav tm="100000">
                                          <p:val>
                                            <p:strVal val="#ppt_h"/>
                                          </p:val>
                                        </p:tav>
                                      </p:tavLst>
                                    </p:anim>
                                    <p:anim calcmode="lin" valueType="num">
                                      <p:cBhvr>
                                        <p:cTn id="21" dur="500" fill="hold"/>
                                        <p:tgtEl>
                                          <p:spTgt spid="83"/>
                                        </p:tgtEl>
                                        <p:attrNameLst>
                                          <p:attrName>style.rotation</p:attrName>
                                        </p:attrNameLst>
                                      </p:cBhvr>
                                      <p:tavLst>
                                        <p:tav tm="0">
                                          <p:val>
                                            <p:fltVal val="360"/>
                                          </p:val>
                                        </p:tav>
                                        <p:tav tm="100000">
                                          <p:val>
                                            <p:fltVal val="0"/>
                                          </p:val>
                                        </p:tav>
                                      </p:tavLst>
                                    </p:anim>
                                    <p:animEffect transition="in" filter="fade">
                                      <p:cBhvr>
                                        <p:cTn id="22" dur="500"/>
                                        <p:tgtEl>
                                          <p:spTgt spid="83"/>
                                        </p:tgtEl>
                                      </p:cBhvr>
                                    </p:animEffect>
                                  </p:childTnLst>
                                </p:cTn>
                              </p:par>
                            </p:childTnLst>
                          </p:cTn>
                        </p:par>
                        <p:par>
                          <p:cTn id="23" fill="hold">
                            <p:stCondLst>
                              <p:cond delay="500"/>
                            </p:stCondLst>
                            <p:childTnLst>
                              <p:par>
                                <p:cTn id="24" presetID="22" presetClass="entr" presetSubtype="8" fill="hold" nodeType="afterEffect">
                                  <p:stCondLst>
                                    <p:cond delay="0"/>
                                  </p:stCondLst>
                                  <p:childTnLst>
                                    <p:set>
                                      <p:cBhvr>
                                        <p:cTn id="25" dur="1" fill="hold">
                                          <p:stCondLst>
                                            <p:cond delay="0"/>
                                          </p:stCondLst>
                                        </p:cTn>
                                        <p:tgtEl>
                                          <p:spTgt spid="84"/>
                                        </p:tgtEl>
                                        <p:attrNameLst>
                                          <p:attrName>style.visibility</p:attrName>
                                        </p:attrNameLst>
                                      </p:cBhvr>
                                      <p:to>
                                        <p:strVal val="visible"/>
                                      </p:to>
                                    </p:set>
                                    <p:animEffect transition="in" filter="wipe(left)">
                                      <p:cBhvr>
                                        <p:cTn id="26" dur="500"/>
                                        <p:tgtEl>
                                          <p:spTgt spid="84"/>
                                        </p:tgtEl>
                                      </p:cBhvr>
                                    </p:animEffect>
                                  </p:childTnLst>
                                </p:cTn>
                              </p:par>
                            </p:childTnLst>
                          </p:cTn>
                        </p:par>
                      </p:childTnLst>
                    </p:cTn>
                  </p:par>
                  <p:par>
                    <p:cTn id="27" fill="hold">
                      <p:stCondLst>
                        <p:cond delay="indefinite"/>
                      </p:stCondLst>
                      <p:childTnLst>
                        <p:par>
                          <p:cTn id="28" fill="hold">
                            <p:stCondLst>
                              <p:cond delay="0"/>
                            </p:stCondLst>
                            <p:childTnLst>
                              <p:par>
                                <p:cTn id="29" presetID="1" presetClass="entr" presetSubtype="0" fill="hold" grpId="0" nodeType="clickEffect">
                                  <p:stCondLst>
                                    <p:cond delay="0"/>
                                  </p:stCondLst>
                                  <p:iterate type="lt">
                                    <p:tmAbs val="100"/>
                                  </p:iterate>
                                  <p:childTnLst>
                                    <p:set>
                                      <p:cBhvr>
                                        <p:cTn id="30" dur="1" fill="hold">
                                          <p:stCondLst>
                                            <p:cond delay="0"/>
                                          </p:stCondLst>
                                        </p:cTn>
                                        <p:tgtEl>
                                          <p:spTgt spid="87"/>
                                        </p:tgtEl>
                                        <p:attrNameLst>
                                          <p:attrName>style.visibility</p:attrName>
                                        </p:attrNameLst>
                                      </p:cBhvr>
                                      <p:to>
                                        <p:strVal val="visible"/>
                                      </p:to>
                                    </p:set>
                                  </p:childTnLst>
                                </p:cTn>
                              </p:par>
                            </p:childTnLst>
                          </p:cTn>
                        </p:par>
                      </p:childTnLst>
                    </p:cTn>
                  </p:par>
                  <p:par>
                    <p:cTn id="31" fill="hold">
                      <p:stCondLst>
                        <p:cond delay="indefinite"/>
                      </p:stCondLst>
                      <p:childTnLst>
                        <p:par>
                          <p:cTn id="32" fill="hold">
                            <p:stCondLst>
                              <p:cond delay="0"/>
                            </p:stCondLst>
                            <p:childTnLst>
                              <p:par>
                                <p:cTn id="33" presetID="12" presetClass="entr" presetSubtype="8" fill="hold" grpId="0" nodeType="clickEffect">
                                  <p:stCondLst>
                                    <p:cond delay="0"/>
                                  </p:stCondLst>
                                  <p:childTnLst>
                                    <p:set>
                                      <p:cBhvr>
                                        <p:cTn id="34" dur="1" fill="hold">
                                          <p:stCondLst>
                                            <p:cond delay="0"/>
                                          </p:stCondLst>
                                        </p:cTn>
                                        <p:tgtEl>
                                          <p:spTgt spid="88"/>
                                        </p:tgtEl>
                                        <p:attrNameLst>
                                          <p:attrName>style.visibility</p:attrName>
                                        </p:attrNameLst>
                                      </p:cBhvr>
                                      <p:to>
                                        <p:strVal val="visible"/>
                                      </p:to>
                                    </p:set>
                                    <p:anim calcmode="lin" valueType="num">
                                      <p:cBhvr additive="base">
                                        <p:cTn id="35" dur="500"/>
                                        <p:tgtEl>
                                          <p:spTgt spid="88"/>
                                        </p:tgtEl>
                                        <p:attrNameLst>
                                          <p:attrName>ppt_x</p:attrName>
                                        </p:attrNameLst>
                                      </p:cBhvr>
                                      <p:tavLst>
                                        <p:tav tm="0">
                                          <p:val>
                                            <p:strVal val="#ppt_x-#ppt_w*1.125000"/>
                                          </p:val>
                                        </p:tav>
                                        <p:tav tm="100000">
                                          <p:val>
                                            <p:strVal val="#ppt_x"/>
                                          </p:val>
                                        </p:tav>
                                      </p:tavLst>
                                    </p:anim>
                                    <p:animEffect transition="in" filter="wipe(right)">
                                      <p:cBhvr>
                                        <p:cTn id="36" dur="500"/>
                                        <p:tgtEl>
                                          <p:spTgt spid="88"/>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83" grpId="0" animBg="1"/>
      <p:bldP spid="87" grpId="0"/>
      <p:bldP spid="88" grpId="0"/>
      <p:bldP spid="90" grpId="0"/>
    </p:bldLst>
  </p:timing>
</p:sld>
</file>

<file path=ppt/slides/slide9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2" name="文本框 81">
            <a:extLst>
              <a:ext uri="{FF2B5EF4-FFF2-40B4-BE49-F238E27FC236}">
                <a16:creationId xmlns:a16="http://schemas.microsoft.com/office/drawing/2014/main" id="{5B1C015E-87DC-45E6-A3E7-D28D979826A6}"/>
              </a:ext>
            </a:extLst>
          </p:cNvPr>
          <p:cNvSpPr txBox="1"/>
          <p:nvPr/>
        </p:nvSpPr>
        <p:spPr>
          <a:xfrm>
            <a:off x="11001558" y="5594412"/>
            <a:ext cx="421003" cy="523220"/>
          </a:xfrm>
          <a:prstGeom prst="rect">
            <a:avLst/>
          </a:prstGeom>
          <a:noFill/>
        </p:spPr>
        <p:txBody>
          <a:bodyPr wrap="square" rtlCol="0">
            <a:spAutoFit/>
          </a:bodyPr>
          <a:lstStyle/>
          <a:p>
            <a:r>
              <a:rPr lang="en-US" altLang="zh-CN" sz="2800" b="1" spc="600" dirty="0">
                <a:solidFill>
                  <a:schemeClr val="accent2"/>
                </a:solidFill>
                <a:latin typeface="Arial Black" panose="020B0A04020102020204" pitchFamily="34" charset="0"/>
              </a:rPr>
              <a:t>1</a:t>
            </a:r>
            <a:endParaRPr lang="zh-CN" altLang="en-US" sz="2800" b="1" spc="600" dirty="0">
              <a:solidFill>
                <a:schemeClr val="accent2"/>
              </a:solidFill>
              <a:latin typeface="Arial Black" panose="020B0A04020102020204" pitchFamily="34" charset="0"/>
            </a:endParaRPr>
          </a:p>
        </p:txBody>
      </p:sp>
      <p:grpSp>
        <p:nvGrpSpPr>
          <p:cNvPr id="4" name="组合 3">
            <a:extLst>
              <a:ext uri="{FF2B5EF4-FFF2-40B4-BE49-F238E27FC236}">
                <a16:creationId xmlns:a16="http://schemas.microsoft.com/office/drawing/2014/main" id="{9A1EA9F2-FCB6-48C3-935F-7AE7E3AD14AC}"/>
              </a:ext>
            </a:extLst>
          </p:cNvPr>
          <p:cNvGrpSpPr/>
          <p:nvPr/>
        </p:nvGrpSpPr>
        <p:grpSpPr>
          <a:xfrm>
            <a:off x="304800" y="749300"/>
            <a:ext cx="6192343" cy="400110"/>
            <a:chOff x="424117" y="898245"/>
            <a:chExt cx="6192343" cy="400110"/>
          </a:xfrm>
        </p:grpSpPr>
        <p:sp>
          <p:nvSpPr>
            <p:cNvPr id="2" name="平行四边形 1">
              <a:extLst>
                <a:ext uri="{FF2B5EF4-FFF2-40B4-BE49-F238E27FC236}">
                  <a16:creationId xmlns:a16="http://schemas.microsoft.com/office/drawing/2014/main" id="{1F5BAA3F-9845-4F89-A2DD-8222D3E4EDAC}"/>
                </a:ext>
              </a:extLst>
            </p:cNvPr>
            <p:cNvSpPr/>
            <p:nvPr/>
          </p:nvSpPr>
          <p:spPr>
            <a:xfrm>
              <a:off x="424117" y="898245"/>
              <a:ext cx="711200" cy="387090"/>
            </a:xfrm>
            <a:prstGeom prst="parallelogram">
              <a:avLst/>
            </a:prstGeom>
            <a:solidFill>
              <a:schemeClr val="accent3">
                <a:lumMod val="75000"/>
              </a:schemeClr>
            </a:solidFill>
            <a:ln>
              <a:solidFill>
                <a:schemeClr val="accent3">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CN" sz="2200" dirty="0">
                  <a:latin typeface="Impact" panose="020B0806030902050204" pitchFamily="34" charset="0"/>
                </a:rPr>
                <a:t>03</a:t>
              </a:r>
              <a:endParaRPr lang="zh-CN" altLang="en-US" sz="2200" dirty="0">
                <a:latin typeface="Impact" panose="020B0806030902050204" pitchFamily="34" charset="0"/>
              </a:endParaRPr>
            </a:p>
          </p:txBody>
        </p:sp>
        <p:sp>
          <p:nvSpPr>
            <p:cNvPr id="3" name="文本框 2">
              <a:extLst>
                <a:ext uri="{FF2B5EF4-FFF2-40B4-BE49-F238E27FC236}">
                  <a16:creationId xmlns:a16="http://schemas.microsoft.com/office/drawing/2014/main" id="{4D6BD736-A4D3-4F26-AFED-36E11F50F70B}"/>
                </a:ext>
              </a:extLst>
            </p:cNvPr>
            <p:cNvSpPr txBox="1"/>
            <p:nvPr/>
          </p:nvSpPr>
          <p:spPr>
            <a:xfrm>
              <a:off x="1204755" y="898245"/>
              <a:ext cx="5411705" cy="400110"/>
            </a:xfrm>
            <a:prstGeom prst="rect">
              <a:avLst/>
            </a:prstGeom>
            <a:noFill/>
          </p:spPr>
          <p:txBody>
            <a:bodyPr wrap="square" rtlCol="0">
              <a:spAutoFit/>
            </a:bodyPr>
            <a:lstStyle/>
            <a:p>
              <a:r>
                <a:rPr lang="zh-CN" altLang="en-US" sz="2000" b="1" dirty="0"/>
                <a:t>循环冗余校验</a:t>
              </a:r>
            </a:p>
          </p:txBody>
        </p:sp>
      </p:grpSp>
      <mc:AlternateContent xmlns:mc="http://schemas.openxmlformats.org/markup-compatibility/2006" xmlns:a14="http://schemas.microsoft.com/office/drawing/2010/main">
        <mc:Choice Requires="a14">
          <p:sp>
            <p:nvSpPr>
              <p:cNvPr id="5" name="文本框 4">
                <a:extLst>
                  <a:ext uri="{FF2B5EF4-FFF2-40B4-BE49-F238E27FC236}">
                    <a16:creationId xmlns:a16="http://schemas.microsoft.com/office/drawing/2014/main" id="{7EF8B8FD-A564-4AFB-A9EC-CF5287AF5CB1}"/>
                  </a:ext>
                </a:extLst>
              </p:cNvPr>
              <p:cNvSpPr txBox="1"/>
              <p:nvPr/>
            </p:nvSpPr>
            <p:spPr>
              <a:xfrm>
                <a:off x="1016000" y="1149410"/>
                <a:ext cx="10703085" cy="407099"/>
              </a:xfrm>
              <a:prstGeom prst="rect">
                <a:avLst/>
              </a:prstGeom>
              <a:noFill/>
            </p:spPr>
            <p:txBody>
              <a:bodyPr wrap="square" rtlCol="0">
                <a:spAutoFit/>
              </a:bodyPr>
              <a:lstStyle/>
              <a:p>
                <a:r>
                  <a:rPr lang="en-US" altLang="zh-CN" sz="2000" b="1" dirty="0"/>
                  <a:t>【CRC</a:t>
                </a:r>
                <a:r>
                  <a:rPr lang="zh-CN" altLang="en-US" sz="2000" b="1" dirty="0"/>
                  <a:t>举例</a:t>
                </a:r>
                <a:r>
                  <a:rPr lang="en-US" altLang="zh-CN" sz="2000" b="1" dirty="0"/>
                  <a:t>】</a:t>
                </a:r>
                <a:r>
                  <a:rPr lang="zh-CN" altLang="en-US" sz="2000" b="1" dirty="0"/>
                  <a:t>待发送的数据为</a:t>
                </a:r>
                <a:r>
                  <a:rPr lang="en-US" altLang="zh-CN" sz="2000" b="1" dirty="0"/>
                  <a:t>101001</a:t>
                </a:r>
                <a:r>
                  <a:rPr lang="zh-CN" altLang="en-US" sz="2000" b="1" dirty="0"/>
                  <a:t>，生成多项式为</a:t>
                </a:r>
                <a14:m>
                  <m:oMath xmlns:m="http://schemas.openxmlformats.org/officeDocument/2006/math">
                    <m:r>
                      <a:rPr lang="en-US" altLang="zh-CN" sz="2000" b="1" i="1" smtClean="0">
                        <a:latin typeface="Cambria Math" panose="02040503050406030204" pitchFamily="18" charset="0"/>
                      </a:rPr>
                      <m:t>𝑮</m:t>
                    </m:r>
                    <m:d>
                      <m:dPr>
                        <m:ctrlPr>
                          <a:rPr lang="en-US" altLang="zh-CN" sz="2000" b="1" i="1" smtClean="0">
                            <a:latin typeface="Cambria Math" panose="02040503050406030204" pitchFamily="18" charset="0"/>
                          </a:rPr>
                        </m:ctrlPr>
                      </m:dPr>
                      <m:e>
                        <m:r>
                          <a:rPr lang="en-US" altLang="zh-CN" sz="2000" b="1" i="1" smtClean="0">
                            <a:latin typeface="Cambria Math" panose="02040503050406030204" pitchFamily="18" charset="0"/>
                          </a:rPr>
                          <m:t>𝑿</m:t>
                        </m:r>
                      </m:e>
                    </m:d>
                    <m:r>
                      <a:rPr lang="en-US" altLang="zh-CN" sz="2000" b="1" i="1" smtClean="0">
                        <a:latin typeface="Cambria Math" panose="02040503050406030204" pitchFamily="18" charset="0"/>
                      </a:rPr>
                      <m:t>=</m:t>
                    </m:r>
                    <m:sSup>
                      <m:sSupPr>
                        <m:ctrlPr>
                          <a:rPr lang="en-US" altLang="zh-CN" sz="2000" b="1" i="1" smtClean="0">
                            <a:latin typeface="Cambria Math" panose="02040503050406030204" pitchFamily="18" charset="0"/>
                          </a:rPr>
                        </m:ctrlPr>
                      </m:sSupPr>
                      <m:e>
                        <m:r>
                          <a:rPr lang="en-US" altLang="zh-CN" sz="2000" b="1" i="1" smtClean="0">
                            <a:latin typeface="Cambria Math" panose="02040503050406030204" pitchFamily="18" charset="0"/>
                          </a:rPr>
                          <m:t> </m:t>
                        </m:r>
                        <m:r>
                          <a:rPr lang="en-US" altLang="zh-CN" sz="2000" b="1" i="1" smtClean="0">
                            <a:latin typeface="Cambria Math" panose="02040503050406030204" pitchFamily="18" charset="0"/>
                          </a:rPr>
                          <m:t>𝑿</m:t>
                        </m:r>
                      </m:e>
                      <m:sup>
                        <m:r>
                          <a:rPr lang="en-US" altLang="zh-CN" sz="2000" b="1" i="1" smtClean="0">
                            <a:latin typeface="Cambria Math" panose="02040503050406030204" pitchFamily="18" charset="0"/>
                          </a:rPr>
                          <m:t>𝟑</m:t>
                        </m:r>
                      </m:sup>
                    </m:sSup>
                    <m:r>
                      <a:rPr lang="en-US" altLang="zh-CN" sz="2000" b="1" i="1" smtClean="0">
                        <a:latin typeface="Cambria Math" panose="02040503050406030204" pitchFamily="18" charset="0"/>
                        <a:ea typeface="Cambria Math" panose="02040503050406030204" pitchFamily="18" charset="0"/>
                      </a:rPr>
                      <m:t>+</m:t>
                    </m:r>
                    <m:sSup>
                      <m:sSupPr>
                        <m:ctrlPr>
                          <a:rPr lang="en-US" altLang="zh-CN" sz="2000" b="1" i="1" smtClean="0">
                            <a:latin typeface="Cambria Math" panose="02040503050406030204" pitchFamily="18" charset="0"/>
                            <a:ea typeface="Cambria Math" panose="02040503050406030204" pitchFamily="18" charset="0"/>
                          </a:rPr>
                        </m:ctrlPr>
                      </m:sSupPr>
                      <m:e>
                        <m:r>
                          <a:rPr lang="en-US" altLang="zh-CN" sz="2000" b="1" i="1" smtClean="0">
                            <a:latin typeface="Cambria Math" panose="02040503050406030204" pitchFamily="18" charset="0"/>
                            <a:ea typeface="Cambria Math" panose="02040503050406030204" pitchFamily="18" charset="0"/>
                          </a:rPr>
                          <m:t> </m:t>
                        </m:r>
                        <m:r>
                          <a:rPr lang="en-US" altLang="zh-CN" sz="2000" b="1" i="1" smtClean="0">
                            <a:latin typeface="Cambria Math" panose="02040503050406030204" pitchFamily="18" charset="0"/>
                            <a:ea typeface="Cambria Math" panose="02040503050406030204" pitchFamily="18" charset="0"/>
                          </a:rPr>
                          <m:t>𝑿</m:t>
                        </m:r>
                      </m:e>
                      <m:sup>
                        <m:r>
                          <a:rPr lang="en-US" altLang="zh-CN" sz="2000" b="1" i="1" smtClean="0">
                            <a:latin typeface="Cambria Math" panose="02040503050406030204" pitchFamily="18" charset="0"/>
                            <a:ea typeface="Cambria Math" panose="02040503050406030204" pitchFamily="18" charset="0"/>
                          </a:rPr>
                          <m:t>𝟐</m:t>
                        </m:r>
                      </m:sup>
                    </m:sSup>
                    <m:r>
                      <a:rPr lang="en-US" altLang="zh-CN" sz="2000" b="1" i="1" smtClean="0">
                        <a:latin typeface="Cambria Math" panose="02040503050406030204" pitchFamily="18" charset="0"/>
                        <a:ea typeface="Cambria Math" panose="02040503050406030204" pitchFamily="18" charset="0"/>
                      </a:rPr>
                      <m:t>+</m:t>
                    </m:r>
                    <m:r>
                      <a:rPr lang="en-US" altLang="zh-CN" sz="2000" b="1" i="1" smtClean="0">
                        <a:latin typeface="Cambria Math" panose="02040503050406030204" pitchFamily="18" charset="0"/>
                        <a:ea typeface="Cambria Math" panose="02040503050406030204" pitchFamily="18" charset="0"/>
                      </a:rPr>
                      <m:t>𝟏</m:t>
                    </m:r>
                    <m:r>
                      <a:rPr lang="zh-CN" altLang="en-US" sz="2000" b="1" i="1">
                        <a:latin typeface="Cambria Math" panose="02040503050406030204" pitchFamily="18" charset="0"/>
                        <a:ea typeface="Cambria Math" panose="02040503050406030204" pitchFamily="18" charset="0"/>
                      </a:rPr>
                      <m:t>，</m:t>
                    </m:r>
                  </m:oMath>
                </a14:m>
                <a:r>
                  <a:rPr lang="zh-CN" altLang="en-US" sz="2000" b="1" dirty="0"/>
                  <a:t>计算冗余码。</a:t>
                </a:r>
              </a:p>
            </p:txBody>
          </p:sp>
        </mc:Choice>
        <mc:Fallback xmlns="">
          <p:sp>
            <p:nvSpPr>
              <p:cNvPr id="5" name="文本框 4">
                <a:extLst>
                  <a:ext uri="{FF2B5EF4-FFF2-40B4-BE49-F238E27FC236}">
                    <a16:creationId xmlns:a16="http://schemas.microsoft.com/office/drawing/2014/main" id="{7EF8B8FD-A564-4AFB-A9EC-CF5287AF5CB1}"/>
                  </a:ext>
                </a:extLst>
              </p:cNvPr>
              <p:cNvSpPr txBox="1">
                <a:spLocks noRot="1" noChangeAspect="1" noMove="1" noResize="1" noEditPoints="1" noAdjustHandles="1" noChangeArrowheads="1" noChangeShapeType="1" noTextEdit="1"/>
              </p:cNvSpPr>
              <p:nvPr/>
            </p:nvSpPr>
            <p:spPr>
              <a:xfrm>
                <a:off x="1016000" y="1149410"/>
                <a:ext cx="10703085" cy="407099"/>
              </a:xfrm>
              <a:prstGeom prst="rect">
                <a:avLst/>
              </a:prstGeom>
              <a:blipFill>
                <a:blip r:embed="rId3"/>
                <a:stretch>
                  <a:fillRect l="-627" t="-9091" b="-27273"/>
                </a:stretch>
              </a:blipFill>
            </p:spPr>
            <p:txBody>
              <a:bodyPr/>
              <a:lstStyle/>
              <a:p>
                <a:r>
                  <a:rPr lang="zh-CN" altLang="en-US">
                    <a:noFill/>
                  </a:rPr>
                  <a:t> </a:t>
                </a:r>
              </a:p>
            </p:txBody>
          </p:sp>
        </mc:Fallback>
      </mc:AlternateContent>
      <p:sp>
        <p:nvSpPr>
          <p:cNvPr id="30" name="文本框 29">
            <a:extLst>
              <a:ext uri="{FF2B5EF4-FFF2-40B4-BE49-F238E27FC236}">
                <a16:creationId xmlns:a16="http://schemas.microsoft.com/office/drawing/2014/main" id="{7FB4EBA1-79C4-4446-A0F0-2599139D46B9}"/>
              </a:ext>
            </a:extLst>
          </p:cNvPr>
          <p:cNvSpPr txBox="1"/>
          <p:nvPr/>
        </p:nvSpPr>
        <p:spPr>
          <a:xfrm>
            <a:off x="8470806" y="2276539"/>
            <a:ext cx="2113867" cy="523220"/>
          </a:xfrm>
          <a:prstGeom prst="rect">
            <a:avLst/>
          </a:prstGeom>
          <a:noFill/>
        </p:spPr>
        <p:txBody>
          <a:bodyPr wrap="square" rtlCol="0">
            <a:spAutoFit/>
          </a:bodyPr>
          <a:lstStyle/>
          <a:p>
            <a:r>
              <a:rPr lang="en-US" altLang="zh-CN" sz="2800" b="1" spc="600" dirty="0">
                <a:latin typeface="Arial Black" panose="020B0A04020102020204" pitchFamily="34" charset="0"/>
              </a:rPr>
              <a:t>101001</a:t>
            </a:r>
            <a:endParaRPr lang="zh-CN" altLang="en-US" sz="2800" b="1" spc="600" dirty="0">
              <a:latin typeface="Arial Black" panose="020B0A04020102020204" pitchFamily="34" charset="0"/>
            </a:endParaRPr>
          </a:p>
        </p:txBody>
      </p:sp>
      <p:sp>
        <p:nvSpPr>
          <p:cNvPr id="32" name="文本框 31">
            <a:extLst>
              <a:ext uri="{FF2B5EF4-FFF2-40B4-BE49-F238E27FC236}">
                <a16:creationId xmlns:a16="http://schemas.microsoft.com/office/drawing/2014/main" id="{CA8A3404-60F5-4210-92D9-DCE5B57DB1C9}"/>
              </a:ext>
            </a:extLst>
          </p:cNvPr>
          <p:cNvSpPr txBox="1"/>
          <p:nvPr/>
        </p:nvSpPr>
        <p:spPr>
          <a:xfrm>
            <a:off x="10353329" y="2276539"/>
            <a:ext cx="1204948" cy="523220"/>
          </a:xfrm>
          <a:prstGeom prst="rect">
            <a:avLst/>
          </a:prstGeom>
          <a:noFill/>
        </p:spPr>
        <p:txBody>
          <a:bodyPr wrap="square" rtlCol="0">
            <a:spAutoFit/>
          </a:bodyPr>
          <a:lstStyle/>
          <a:p>
            <a:r>
              <a:rPr lang="en-US" altLang="zh-CN" sz="2800" b="1" spc="600" dirty="0">
                <a:solidFill>
                  <a:schemeClr val="accent4"/>
                </a:solidFill>
                <a:latin typeface="Arial Black" panose="020B0A04020102020204" pitchFamily="34" charset="0"/>
              </a:rPr>
              <a:t>000</a:t>
            </a:r>
            <a:endParaRPr lang="zh-CN" altLang="en-US" sz="2800" b="1" spc="600" dirty="0">
              <a:solidFill>
                <a:schemeClr val="accent4"/>
              </a:solidFill>
              <a:latin typeface="Arial Black" panose="020B0A04020102020204" pitchFamily="34" charset="0"/>
            </a:endParaRPr>
          </a:p>
        </p:txBody>
      </p:sp>
      <p:sp>
        <p:nvSpPr>
          <p:cNvPr id="56" name="矩形 55">
            <a:extLst>
              <a:ext uri="{FF2B5EF4-FFF2-40B4-BE49-F238E27FC236}">
                <a16:creationId xmlns:a16="http://schemas.microsoft.com/office/drawing/2014/main" id="{8ACC1DC7-044B-4CF1-ADE5-A40D6D20D85F}"/>
              </a:ext>
            </a:extLst>
          </p:cNvPr>
          <p:cNvSpPr/>
          <p:nvPr/>
        </p:nvSpPr>
        <p:spPr>
          <a:xfrm>
            <a:off x="318702" y="1956619"/>
            <a:ext cx="1204948" cy="1020462"/>
          </a:xfrm>
          <a:prstGeom prst="rect">
            <a:avLst/>
          </a:prstGeom>
          <a:solidFill>
            <a:schemeClr val="accent3">
              <a:lumMod val="75000"/>
            </a:schemeClr>
          </a:solidFill>
          <a:ln>
            <a:solidFill>
              <a:schemeClr val="accent3">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CN" sz="3200" b="1" dirty="0">
                <a:latin typeface="Arial Black" panose="020B0A04020102020204" pitchFamily="34" charset="0"/>
              </a:rPr>
              <a:t>1</a:t>
            </a:r>
            <a:endParaRPr lang="zh-CN" altLang="en-US" sz="3200" b="1" dirty="0">
              <a:latin typeface="Arial Black" panose="020B0A04020102020204" pitchFamily="34" charset="0"/>
            </a:endParaRPr>
          </a:p>
        </p:txBody>
      </p:sp>
      <p:grpSp>
        <p:nvGrpSpPr>
          <p:cNvPr id="62" name="组合 61">
            <a:extLst>
              <a:ext uri="{FF2B5EF4-FFF2-40B4-BE49-F238E27FC236}">
                <a16:creationId xmlns:a16="http://schemas.microsoft.com/office/drawing/2014/main" id="{ACC7BAD9-1D8C-459A-B04B-90667871AD60}"/>
              </a:ext>
            </a:extLst>
          </p:cNvPr>
          <p:cNvGrpSpPr/>
          <p:nvPr/>
        </p:nvGrpSpPr>
        <p:grpSpPr>
          <a:xfrm>
            <a:off x="1523649" y="1956155"/>
            <a:ext cx="4809417" cy="1020462"/>
            <a:chOff x="1523649" y="1956155"/>
            <a:chExt cx="4809417" cy="1020462"/>
          </a:xfrm>
        </p:grpSpPr>
        <p:sp>
          <p:nvSpPr>
            <p:cNvPr id="55" name="文本框 54">
              <a:extLst>
                <a:ext uri="{FF2B5EF4-FFF2-40B4-BE49-F238E27FC236}">
                  <a16:creationId xmlns:a16="http://schemas.microsoft.com/office/drawing/2014/main" id="{42458A9D-BE9F-40B3-BEEC-B79EBFC6DFFA}"/>
                </a:ext>
              </a:extLst>
            </p:cNvPr>
            <p:cNvSpPr txBox="1"/>
            <p:nvPr/>
          </p:nvSpPr>
          <p:spPr>
            <a:xfrm>
              <a:off x="1672476" y="1994023"/>
              <a:ext cx="2022766" cy="407099"/>
            </a:xfrm>
            <a:prstGeom prst="rect">
              <a:avLst/>
            </a:prstGeom>
            <a:noFill/>
          </p:spPr>
          <p:txBody>
            <a:bodyPr wrap="square" rtlCol="0">
              <a:spAutoFit/>
            </a:bodyPr>
            <a:lstStyle/>
            <a:p>
              <a:r>
                <a:rPr lang="zh-CN" altLang="en-US" sz="2000" b="1" dirty="0">
                  <a:solidFill>
                    <a:schemeClr val="accent3">
                      <a:lumMod val="75000"/>
                    </a:schemeClr>
                  </a:solidFill>
                </a:rPr>
                <a:t>构造“被除数”</a:t>
              </a:r>
            </a:p>
          </p:txBody>
        </p:sp>
        <p:sp>
          <p:nvSpPr>
            <p:cNvPr id="60" name="矩形 59">
              <a:extLst>
                <a:ext uri="{FF2B5EF4-FFF2-40B4-BE49-F238E27FC236}">
                  <a16:creationId xmlns:a16="http://schemas.microsoft.com/office/drawing/2014/main" id="{6B4E7A05-B94E-4D5A-BCAE-96F5525ED4D1}"/>
                </a:ext>
              </a:extLst>
            </p:cNvPr>
            <p:cNvSpPr/>
            <p:nvPr/>
          </p:nvSpPr>
          <p:spPr>
            <a:xfrm>
              <a:off x="1523649" y="1956155"/>
              <a:ext cx="4809417" cy="1020462"/>
            </a:xfrm>
            <a:prstGeom prst="rect">
              <a:avLst/>
            </a:prstGeom>
            <a:noFill/>
            <a:ln>
              <a:solidFill>
                <a:schemeClr val="accent3">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sz="3200" b="1" dirty="0">
                <a:latin typeface="Arial Black" panose="020B0A04020102020204" pitchFamily="34" charset="0"/>
              </a:endParaRPr>
            </a:p>
          </p:txBody>
        </p:sp>
      </p:grpSp>
      <p:sp>
        <p:nvSpPr>
          <p:cNvPr id="61" name="文本框 60">
            <a:extLst>
              <a:ext uri="{FF2B5EF4-FFF2-40B4-BE49-F238E27FC236}">
                <a16:creationId xmlns:a16="http://schemas.microsoft.com/office/drawing/2014/main" id="{11F6B84F-0A9D-4890-AAB9-6FA24D9B5C0E}"/>
              </a:ext>
            </a:extLst>
          </p:cNvPr>
          <p:cNvSpPr txBox="1"/>
          <p:nvPr/>
        </p:nvSpPr>
        <p:spPr>
          <a:xfrm>
            <a:off x="1672475" y="2450988"/>
            <a:ext cx="4660591" cy="369332"/>
          </a:xfrm>
          <a:prstGeom prst="rect">
            <a:avLst/>
          </a:prstGeom>
          <a:noFill/>
        </p:spPr>
        <p:txBody>
          <a:bodyPr wrap="square" rtlCol="0">
            <a:spAutoFit/>
          </a:bodyPr>
          <a:lstStyle/>
          <a:p>
            <a:r>
              <a:rPr lang="zh-CN" altLang="en-US" b="1" dirty="0"/>
              <a:t>待发送数据后面添加生成多项式最高次数个</a:t>
            </a:r>
            <a:r>
              <a:rPr lang="en-US" altLang="zh-CN" b="1" dirty="0"/>
              <a:t>0</a:t>
            </a:r>
            <a:endParaRPr lang="zh-CN" altLang="en-US" b="1" dirty="0"/>
          </a:p>
        </p:txBody>
      </p:sp>
      <p:sp>
        <p:nvSpPr>
          <p:cNvPr id="18" name="矩形 17">
            <a:extLst>
              <a:ext uri="{FF2B5EF4-FFF2-40B4-BE49-F238E27FC236}">
                <a16:creationId xmlns:a16="http://schemas.microsoft.com/office/drawing/2014/main" id="{B706E7D0-1B92-4DC6-9474-6E42D05304F9}"/>
              </a:ext>
            </a:extLst>
          </p:cNvPr>
          <p:cNvSpPr/>
          <p:nvPr/>
        </p:nvSpPr>
        <p:spPr>
          <a:xfrm>
            <a:off x="304800" y="3083869"/>
            <a:ext cx="1204948" cy="1020462"/>
          </a:xfrm>
          <a:prstGeom prst="rect">
            <a:avLst/>
          </a:prstGeom>
          <a:solidFill>
            <a:schemeClr val="accent3">
              <a:lumMod val="75000"/>
            </a:schemeClr>
          </a:solidFill>
          <a:ln>
            <a:solidFill>
              <a:schemeClr val="accent3">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CN" sz="3200" b="1" dirty="0">
                <a:latin typeface="Arial Black" panose="020B0A04020102020204" pitchFamily="34" charset="0"/>
              </a:rPr>
              <a:t>2</a:t>
            </a:r>
            <a:endParaRPr lang="zh-CN" altLang="en-US" sz="3200" b="1" dirty="0">
              <a:latin typeface="Arial Black" panose="020B0A04020102020204" pitchFamily="34" charset="0"/>
            </a:endParaRPr>
          </a:p>
        </p:txBody>
      </p:sp>
      <p:grpSp>
        <p:nvGrpSpPr>
          <p:cNvPr id="19" name="组合 18">
            <a:extLst>
              <a:ext uri="{FF2B5EF4-FFF2-40B4-BE49-F238E27FC236}">
                <a16:creationId xmlns:a16="http://schemas.microsoft.com/office/drawing/2014/main" id="{9D0FD3CC-540D-4E70-B32F-4B1ADB580C53}"/>
              </a:ext>
            </a:extLst>
          </p:cNvPr>
          <p:cNvGrpSpPr/>
          <p:nvPr/>
        </p:nvGrpSpPr>
        <p:grpSpPr>
          <a:xfrm>
            <a:off x="1509747" y="3083405"/>
            <a:ext cx="4823319" cy="1020462"/>
            <a:chOff x="1523649" y="1956155"/>
            <a:chExt cx="4823319" cy="1020462"/>
          </a:xfrm>
        </p:grpSpPr>
        <p:sp>
          <p:nvSpPr>
            <p:cNvPr id="20" name="文本框 19">
              <a:extLst>
                <a:ext uri="{FF2B5EF4-FFF2-40B4-BE49-F238E27FC236}">
                  <a16:creationId xmlns:a16="http://schemas.microsoft.com/office/drawing/2014/main" id="{66F56548-0AB9-4D06-86C5-62BAE52FA817}"/>
                </a:ext>
              </a:extLst>
            </p:cNvPr>
            <p:cNvSpPr txBox="1"/>
            <p:nvPr/>
          </p:nvSpPr>
          <p:spPr>
            <a:xfrm>
              <a:off x="1672476" y="1994023"/>
              <a:ext cx="2022766" cy="407099"/>
            </a:xfrm>
            <a:prstGeom prst="rect">
              <a:avLst/>
            </a:prstGeom>
            <a:noFill/>
          </p:spPr>
          <p:txBody>
            <a:bodyPr wrap="square" rtlCol="0">
              <a:spAutoFit/>
            </a:bodyPr>
            <a:lstStyle/>
            <a:p>
              <a:r>
                <a:rPr lang="zh-CN" altLang="en-US" sz="2000" b="1" dirty="0">
                  <a:solidFill>
                    <a:schemeClr val="accent3">
                      <a:lumMod val="75000"/>
                    </a:schemeClr>
                  </a:solidFill>
                </a:rPr>
                <a:t>构造“除数”</a:t>
              </a:r>
            </a:p>
          </p:txBody>
        </p:sp>
        <p:sp>
          <p:nvSpPr>
            <p:cNvPr id="21" name="矩形 20">
              <a:extLst>
                <a:ext uri="{FF2B5EF4-FFF2-40B4-BE49-F238E27FC236}">
                  <a16:creationId xmlns:a16="http://schemas.microsoft.com/office/drawing/2014/main" id="{3866C55E-0F48-4119-8F7F-531F056012FD}"/>
                </a:ext>
              </a:extLst>
            </p:cNvPr>
            <p:cNvSpPr/>
            <p:nvPr/>
          </p:nvSpPr>
          <p:spPr>
            <a:xfrm>
              <a:off x="1523649" y="1956155"/>
              <a:ext cx="4823319" cy="1020462"/>
            </a:xfrm>
            <a:prstGeom prst="rect">
              <a:avLst/>
            </a:prstGeom>
            <a:noFill/>
            <a:ln>
              <a:solidFill>
                <a:schemeClr val="accent3">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sz="3200" b="1" dirty="0">
                <a:latin typeface="Arial Black" panose="020B0A04020102020204" pitchFamily="34" charset="0"/>
              </a:endParaRPr>
            </a:p>
          </p:txBody>
        </p:sp>
      </p:grpSp>
      <p:sp>
        <p:nvSpPr>
          <p:cNvPr id="22" name="文本框 21">
            <a:extLst>
              <a:ext uri="{FF2B5EF4-FFF2-40B4-BE49-F238E27FC236}">
                <a16:creationId xmlns:a16="http://schemas.microsoft.com/office/drawing/2014/main" id="{DB842822-D3D4-4050-A41C-9BDA9BC45BE4}"/>
              </a:ext>
            </a:extLst>
          </p:cNvPr>
          <p:cNvSpPr txBox="1"/>
          <p:nvPr/>
        </p:nvSpPr>
        <p:spPr>
          <a:xfrm>
            <a:off x="1658573" y="3578238"/>
            <a:ext cx="4660591" cy="369332"/>
          </a:xfrm>
          <a:prstGeom prst="rect">
            <a:avLst/>
          </a:prstGeom>
          <a:noFill/>
        </p:spPr>
        <p:txBody>
          <a:bodyPr wrap="square" rtlCol="0">
            <a:spAutoFit/>
          </a:bodyPr>
          <a:lstStyle/>
          <a:p>
            <a:r>
              <a:rPr lang="zh-CN" altLang="en-US" b="1" dirty="0"/>
              <a:t>生成多项式各项系数构成的比特串作为除数</a:t>
            </a:r>
          </a:p>
        </p:txBody>
      </p:sp>
      <p:sp>
        <p:nvSpPr>
          <p:cNvPr id="42" name="文本框 41">
            <a:extLst>
              <a:ext uri="{FF2B5EF4-FFF2-40B4-BE49-F238E27FC236}">
                <a16:creationId xmlns:a16="http://schemas.microsoft.com/office/drawing/2014/main" id="{6DDFFD00-CD67-4619-868B-088AE2713E1B}"/>
              </a:ext>
            </a:extLst>
          </p:cNvPr>
          <p:cNvSpPr txBox="1"/>
          <p:nvPr/>
        </p:nvSpPr>
        <p:spPr>
          <a:xfrm>
            <a:off x="7030132" y="2268408"/>
            <a:ext cx="1440674" cy="523220"/>
          </a:xfrm>
          <a:prstGeom prst="rect">
            <a:avLst/>
          </a:prstGeom>
          <a:noFill/>
        </p:spPr>
        <p:txBody>
          <a:bodyPr wrap="square" rtlCol="0">
            <a:spAutoFit/>
          </a:bodyPr>
          <a:lstStyle/>
          <a:p>
            <a:r>
              <a:rPr lang="en-US" altLang="zh-CN" sz="2800" b="1" spc="600" dirty="0">
                <a:solidFill>
                  <a:schemeClr val="accent3"/>
                </a:solidFill>
                <a:latin typeface="Arial Black" panose="020B0A04020102020204" pitchFamily="34" charset="0"/>
              </a:rPr>
              <a:t>1101</a:t>
            </a:r>
            <a:endParaRPr lang="zh-CN" altLang="en-US" sz="2800" b="1" spc="600" dirty="0">
              <a:solidFill>
                <a:schemeClr val="accent3"/>
              </a:solidFill>
              <a:latin typeface="Arial Black" panose="020B0A04020102020204" pitchFamily="34" charset="0"/>
            </a:endParaRPr>
          </a:p>
        </p:txBody>
      </p:sp>
      <p:sp>
        <p:nvSpPr>
          <p:cNvPr id="36" name="矩形 35">
            <a:extLst>
              <a:ext uri="{FF2B5EF4-FFF2-40B4-BE49-F238E27FC236}">
                <a16:creationId xmlns:a16="http://schemas.microsoft.com/office/drawing/2014/main" id="{4BDC91E7-0910-4882-9A1B-E59D3DB3143B}"/>
              </a:ext>
            </a:extLst>
          </p:cNvPr>
          <p:cNvSpPr/>
          <p:nvPr/>
        </p:nvSpPr>
        <p:spPr>
          <a:xfrm>
            <a:off x="304799" y="4210191"/>
            <a:ext cx="1204948" cy="1020462"/>
          </a:xfrm>
          <a:prstGeom prst="rect">
            <a:avLst/>
          </a:prstGeom>
          <a:solidFill>
            <a:schemeClr val="accent3">
              <a:lumMod val="75000"/>
            </a:schemeClr>
          </a:solidFill>
          <a:ln>
            <a:solidFill>
              <a:schemeClr val="accent3">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CN" sz="3200" b="1" dirty="0">
                <a:latin typeface="Arial Black" panose="020B0A04020102020204" pitchFamily="34" charset="0"/>
              </a:rPr>
              <a:t>3</a:t>
            </a:r>
            <a:endParaRPr lang="zh-CN" altLang="en-US" sz="3200" b="1" dirty="0">
              <a:latin typeface="Arial Black" panose="020B0A04020102020204" pitchFamily="34" charset="0"/>
            </a:endParaRPr>
          </a:p>
        </p:txBody>
      </p:sp>
      <p:grpSp>
        <p:nvGrpSpPr>
          <p:cNvPr id="44" name="组合 43">
            <a:extLst>
              <a:ext uri="{FF2B5EF4-FFF2-40B4-BE49-F238E27FC236}">
                <a16:creationId xmlns:a16="http://schemas.microsoft.com/office/drawing/2014/main" id="{DECF8316-B735-49E5-B406-99F0D494ED36}"/>
              </a:ext>
            </a:extLst>
          </p:cNvPr>
          <p:cNvGrpSpPr/>
          <p:nvPr/>
        </p:nvGrpSpPr>
        <p:grpSpPr>
          <a:xfrm>
            <a:off x="1509746" y="4209727"/>
            <a:ext cx="4823319" cy="1020462"/>
            <a:chOff x="1523649" y="1956155"/>
            <a:chExt cx="4823319" cy="1020462"/>
          </a:xfrm>
        </p:grpSpPr>
        <p:sp>
          <p:nvSpPr>
            <p:cNvPr id="46" name="文本框 45">
              <a:extLst>
                <a:ext uri="{FF2B5EF4-FFF2-40B4-BE49-F238E27FC236}">
                  <a16:creationId xmlns:a16="http://schemas.microsoft.com/office/drawing/2014/main" id="{2EC69ACE-88B2-44F1-9A7C-0838EF820C8E}"/>
                </a:ext>
              </a:extLst>
            </p:cNvPr>
            <p:cNvSpPr txBox="1"/>
            <p:nvPr/>
          </p:nvSpPr>
          <p:spPr>
            <a:xfrm>
              <a:off x="1672475" y="1994023"/>
              <a:ext cx="3169985" cy="400110"/>
            </a:xfrm>
            <a:prstGeom prst="rect">
              <a:avLst/>
            </a:prstGeom>
            <a:noFill/>
          </p:spPr>
          <p:txBody>
            <a:bodyPr wrap="square" rtlCol="0">
              <a:spAutoFit/>
            </a:bodyPr>
            <a:lstStyle/>
            <a:p>
              <a:r>
                <a:rPr lang="zh-CN" altLang="en-US" sz="2000" b="1" dirty="0">
                  <a:solidFill>
                    <a:schemeClr val="accent3">
                      <a:lumMod val="75000"/>
                    </a:schemeClr>
                  </a:solidFill>
                </a:rPr>
                <a:t>做“二进制模</a:t>
              </a:r>
              <a:r>
                <a:rPr lang="en-US" altLang="zh-CN" sz="2000" b="1" dirty="0">
                  <a:solidFill>
                    <a:schemeClr val="accent3">
                      <a:lumMod val="75000"/>
                    </a:schemeClr>
                  </a:solidFill>
                </a:rPr>
                <a:t>2</a:t>
              </a:r>
              <a:r>
                <a:rPr lang="zh-CN" altLang="en-US" sz="2000" b="1" dirty="0">
                  <a:solidFill>
                    <a:schemeClr val="accent3">
                      <a:lumMod val="75000"/>
                    </a:schemeClr>
                  </a:solidFill>
                </a:rPr>
                <a:t>除法”</a:t>
              </a:r>
            </a:p>
          </p:txBody>
        </p:sp>
        <p:sp>
          <p:nvSpPr>
            <p:cNvPr id="47" name="矩形 46">
              <a:extLst>
                <a:ext uri="{FF2B5EF4-FFF2-40B4-BE49-F238E27FC236}">
                  <a16:creationId xmlns:a16="http://schemas.microsoft.com/office/drawing/2014/main" id="{1EFE73CC-422C-4519-995C-6EDE029D241F}"/>
                </a:ext>
              </a:extLst>
            </p:cNvPr>
            <p:cNvSpPr/>
            <p:nvPr/>
          </p:nvSpPr>
          <p:spPr>
            <a:xfrm>
              <a:off x="1523649" y="1956155"/>
              <a:ext cx="4823319" cy="1020462"/>
            </a:xfrm>
            <a:prstGeom prst="rect">
              <a:avLst/>
            </a:prstGeom>
            <a:noFill/>
            <a:ln>
              <a:solidFill>
                <a:schemeClr val="accent3">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sz="3200" b="1" dirty="0">
                <a:latin typeface="Arial Black" panose="020B0A04020102020204" pitchFamily="34" charset="0"/>
              </a:endParaRPr>
            </a:p>
          </p:txBody>
        </p:sp>
      </p:grpSp>
      <p:sp>
        <p:nvSpPr>
          <p:cNvPr id="50" name="文本框 49">
            <a:extLst>
              <a:ext uri="{FF2B5EF4-FFF2-40B4-BE49-F238E27FC236}">
                <a16:creationId xmlns:a16="http://schemas.microsoft.com/office/drawing/2014/main" id="{3FC1D2AD-2EF8-4BCB-895B-C45738459D4A}"/>
              </a:ext>
            </a:extLst>
          </p:cNvPr>
          <p:cNvSpPr txBox="1"/>
          <p:nvPr/>
        </p:nvSpPr>
        <p:spPr>
          <a:xfrm>
            <a:off x="1658572" y="4704560"/>
            <a:ext cx="4071229" cy="369332"/>
          </a:xfrm>
          <a:prstGeom prst="rect">
            <a:avLst/>
          </a:prstGeom>
          <a:noFill/>
        </p:spPr>
        <p:txBody>
          <a:bodyPr wrap="square" rtlCol="0">
            <a:spAutoFit/>
          </a:bodyPr>
          <a:lstStyle/>
          <a:p>
            <a:r>
              <a:rPr lang="zh-CN" altLang="en-US" b="1" dirty="0"/>
              <a:t>相当于对应位进行逻辑异或运算</a:t>
            </a:r>
          </a:p>
        </p:txBody>
      </p:sp>
      <p:grpSp>
        <p:nvGrpSpPr>
          <p:cNvPr id="10" name="组合 9">
            <a:extLst>
              <a:ext uri="{FF2B5EF4-FFF2-40B4-BE49-F238E27FC236}">
                <a16:creationId xmlns:a16="http://schemas.microsoft.com/office/drawing/2014/main" id="{3EFCB472-C57F-42B5-981A-9368942DC003}"/>
              </a:ext>
            </a:extLst>
          </p:cNvPr>
          <p:cNvGrpSpPr/>
          <p:nvPr/>
        </p:nvGrpSpPr>
        <p:grpSpPr>
          <a:xfrm>
            <a:off x="8374321" y="2132647"/>
            <a:ext cx="2999762" cy="527177"/>
            <a:chOff x="8374321" y="2132647"/>
            <a:chExt cx="2999762" cy="527177"/>
          </a:xfrm>
        </p:grpSpPr>
        <p:cxnSp>
          <p:nvCxnSpPr>
            <p:cNvPr id="52" name="直接连接符 51">
              <a:extLst>
                <a:ext uri="{FF2B5EF4-FFF2-40B4-BE49-F238E27FC236}">
                  <a16:creationId xmlns:a16="http://schemas.microsoft.com/office/drawing/2014/main" id="{6E1086C8-A897-41B2-8FA8-29FBA66A7A25}"/>
                </a:ext>
              </a:extLst>
            </p:cNvPr>
            <p:cNvCxnSpPr>
              <a:cxnSpLocks/>
            </p:cNvCxnSpPr>
            <p:nvPr/>
          </p:nvCxnSpPr>
          <p:spPr>
            <a:xfrm flipV="1">
              <a:off x="8374321" y="2142420"/>
              <a:ext cx="192970" cy="517404"/>
            </a:xfrm>
            <a:prstGeom prst="line">
              <a:avLst/>
            </a:prstGeom>
            <a:ln w="50800" cap="rnd">
              <a:solidFill>
                <a:schemeClr val="tx1"/>
              </a:solidFill>
              <a:round/>
            </a:ln>
          </p:spPr>
          <p:style>
            <a:lnRef idx="1">
              <a:schemeClr val="accent1"/>
            </a:lnRef>
            <a:fillRef idx="0">
              <a:schemeClr val="accent1"/>
            </a:fillRef>
            <a:effectRef idx="0">
              <a:schemeClr val="accent1"/>
            </a:effectRef>
            <a:fontRef idx="minor">
              <a:schemeClr val="tx1"/>
            </a:fontRef>
          </p:style>
        </p:cxnSp>
        <p:cxnSp>
          <p:nvCxnSpPr>
            <p:cNvPr id="53" name="直接连接符 52">
              <a:extLst>
                <a:ext uri="{FF2B5EF4-FFF2-40B4-BE49-F238E27FC236}">
                  <a16:creationId xmlns:a16="http://schemas.microsoft.com/office/drawing/2014/main" id="{B3307017-69C0-4B38-AB6E-9739737500F1}"/>
                </a:ext>
              </a:extLst>
            </p:cNvPr>
            <p:cNvCxnSpPr>
              <a:cxnSpLocks/>
            </p:cNvCxnSpPr>
            <p:nvPr/>
          </p:nvCxnSpPr>
          <p:spPr>
            <a:xfrm>
              <a:off x="8567291" y="2132647"/>
              <a:ext cx="2806792" cy="0"/>
            </a:xfrm>
            <a:prstGeom prst="line">
              <a:avLst/>
            </a:prstGeom>
            <a:ln w="50800" cap="rnd">
              <a:solidFill>
                <a:schemeClr val="tx1"/>
              </a:solidFill>
              <a:round/>
            </a:ln>
          </p:spPr>
          <p:style>
            <a:lnRef idx="1">
              <a:schemeClr val="accent1"/>
            </a:lnRef>
            <a:fillRef idx="0">
              <a:schemeClr val="accent1"/>
            </a:fillRef>
            <a:effectRef idx="0">
              <a:schemeClr val="accent1"/>
            </a:effectRef>
            <a:fontRef idx="minor">
              <a:schemeClr val="tx1"/>
            </a:fontRef>
          </p:style>
        </p:cxnSp>
      </p:grpSp>
      <p:sp>
        <p:nvSpPr>
          <p:cNvPr id="27" name="文本框 26">
            <a:extLst>
              <a:ext uri="{FF2B5EF4-FFF2-40B4-BE49-F238E27FC236}">
                <a16:creationId xmlns:a16="http://schemas.microsoft.com/office/drawing/2014/main" id="{28E46966-B928-4470-B846-F95E08B35F02}"/>
              </a:ext>
            </a:extLst>
          </p:cNvPr>
          <p:cNvSpPr txBox="1"/>
          <p:nvPr/>
        </p:nvSpPr>
        <p:spPr>
          <a:xfrm>
            <a:off x="9360536" y="1650848"/>
            <a:ext cx="430892" cy="523220"/>
          </a:xfrm>
          <a:prstGeom prst="rect">
            <a:avLst/>
          </a:prstGeom>
          <a:noFill/>
        </p:spPr>
        <p:txBody>
          <a:bodyPr wrap="square" rtlCol="0">
            <a:spAutoFit/>
          </a:bodyPr>
          <a:lstStyle/>
          <a:p>
            <a:r>
              <a:rPr lang="en-US" altLang="zh-CN" sz="2800" b="1" spc="600" dirty="0">
                <a:latin typeface="Arial Black" panose="020B0A04020102020204" pitchFamily="34" charset="0"/>
              </a:rPr>
              <a:t>1</a:t>
            </a:r>
            <a:endParaRPr lang="zh-CN" altLang="en-US" sz="2800" b="1" spc="600" dirty="0">
              <a:latin typeface="Arial Black" panose="020B0A04020102020204" pitchFamily="34" charset="0"/>
            </a:endParaRPr>
          </a:p>
        </p:txBody>
      </p:sp>
      <p:sp>
        <p:nvSpPr>
          <p:cNvPr id="28" name="文本框 27">
            <a:extLst>
              <a:ext uri="{FF2B5EF4-FFF2-40B4-BE49-F238E27FC236}">
                <a16:creationId xmlns:a16="http://schemas.microsoft.com/office/drawing/2014/main" id="{C7502E16-649D-40FC-9CBA-F4A8BA66116F}"/>
              </a:ext>
            </a:extLst>
          </p:cNvPr>
          <p:cNvSpPr txBox="1"/>
          <p:nvPr/>
        </p:nvSpPr>
        <p:spPr>
          <a:xfrm>
            <a:off x="8470806" y="2645808"/>
            <a:ext cx="1440674" cy="523220"/>
          </a:xfrm>
          <a:prstGeom prst="rect">
            <a:avLst/>
          </a:prstGeom>
          <a:noFill/>
        </p:spPr>
        <p:txBody>
          <a:bodyPr wrap="square" rtlCol="0">
            <a:spAutoFit/>
          </a:bodyPr>
          <a:lstStyle/>
          <a:p>
            <a:r>
              <a:rPr lang="en-US" altLang="zh-CN" sz="2800" b="1" spc="600" dirty="0">
                <a:solidFill>
                  <a:schemeClr val="accent3"/>
                </a:solidFill>
                <a:latin typeface="Arial Black" panose="020B0A04020102020204" pitchFamily="34" charset="0"/>
              </a:rPr>
              <a:t>1101</a:t>
            </a:r>
            <a:endParaRPr lang="zh-CN" altLang="en-US" sz="2800" b="1" spc="600" dirty="0">
              <a:solidFill>
                <a:schemeClr val="accent3"/>
              </a:solidFill>
              <a:latin typeface="Arial Black" panose="020B0A04020102020204" pitchFamily="34" charset="0"/>
            </a:endParaRPr>
          </a:p>
        </p:txBody>
      </p:sp>
      <p:grpSp>
        <p:nvGrpSpPr>
          <p:cNvPr id="8" name="组合 7">
            <a:extLst>
              <a:ext uri="{FF2B5EF4-FFF2-40B4-BE49-F238E27FC236}">
                <a16:creationId xmlns:a16="http://schemas.microsoft.com/office/drawing/2014/main" id="{F6C141FA-14AE-49E2-996C-4E6F66B73177}"/>
              </a:ext>
            </a:extLst>
          </p:cNvPr>
          <p:cNvGrpSpPr/>
          <p:nvPr/>
        </p:nvGrpSpPr>
        <p:grpSpPr>
          <a:xfrm>
            <a:off x="7966736" y="2605199"/>
            <a:ext cx="1701886" cy="523220"/>
            <a:chOff x="7966736" y="2605199"/>
            <a:chExt cx="1701886" cy="523220"/>
          </a:xfrm>
        </p:grpSpPr>
        <p:cxnSp>
          <p:nvCxnSpPr>
            <p:cNvPr id="31" name="直接连接符 30">
              <a:extLst>
                <a:ext uri="{FF2B5EF4-FFF2-40B4-BE49-F238E27FC236}">
                  <a16:creationId xmlns:a16="http://schemas.microsoft.com/office/drawing/2014/main" id="{6B58556E-E238-4C24-8130-3C369DDCC8BD}"/>
                </a:ext>
              </a:extLst>
            </p:cNvPr>
            <p:cNvCxnSpPr>
              <a:cxnSpLocks/>
            </p:cNvCxnSpPr>
            <p:nvPr/>
          </p:nvCxnSpPr>
          <p:spPr>
            <a:xfrm>
              <a:off x="8117215" y="3128419"/>
              <a:ext cx="1551407" cy="0"/>
            </a:xfrm>
            <a:prstGeom prst="line">
              <a:avLst/>
            </a:prstGeom>
            <a:ln w="50800" cap="rnd">
              <a:solidFill>
                <a:schemeClr val="tx1"/>
              </a:solidFill>
              <a:round/>
            </a:ln>
          </p:spPr>
          <p:style>
            <a:lnRef idx="1">
              <a:schemeClr val="accent1"/>
            </a:lnRef>
            <a:fillRef idx="0">
              <a:schemeClr val="accent1"/>
            </a:fillRef>
            <a:effectRef idx="0">
              <a:schemeClr val="accent1"/>
            </a:effectRef>
            <a:fontRef idx="minor">
              <a:schemeClr val="tx1"/>
            </a:fontRef>
          </p:style>
        </p:cxnSp>
        <p:sp>
          <p:nvSpPr>
            <p:cNvPr id="34" name="文本框 33">
              <a:extLst>
                <a:ext uri="{FF2B5EF4-FFF2-40B4-BE49-F238E27FC236}">
                  <a16:creationId xmlns:a16="http://schemas.microsoft.com/office/drawing/2014/main" id="{02C96787-DA58-4B56-BB79-A0D3B9ECF442}"/>
                </a:ext>
              </a:extLst>
            </p:cNvPr>
            <p:cNvSpPr txBox="1"/>
            <p:nvPr/>
          </p:nvSpPr>
          <p:spPr>
            <a:xfrm>
              <a:off x="7966736" y="2605199"/>
              <a:ext cx="547653" cy="523220"/>
            </a:xfrm>
            <a:prstGeom prst="rect">
              <a:avLst/>
            </a:prstGeom>
            <a:noFill/>
          </p:spPr>
          <p:txBody>
            <a:bodyPr wrap="square">
              <a:spAutoFit/>
            </a:bodyPr>
            <a:lstStyle/>
            <a:p>
              <a:pPr algn="ctr"/>
              <a:r>
                <a:rPr lang="zh-CN" altLang="en-US" sz="2800" b="1" dirty="0">
                  <a:solidFill>
                    <a:schemeClr val="accent1">
                      <a:lumMod val="75000"/>
                    </a:schemeClr>
                  </a:solidFill>
                </a:rPr>
                <a:t>⊕</a:t>
              </a:r>
            </a:p>
          </p:txBody>
        </p:sp>
      </p:grpSp>
      <p:sp>
        <p:nvSpPr>
          <p:cNvPr id="37" name="文本框 36">
            <a:extLst>
              <a:ext uri="{FF2B5EF4-FFF2-40B4-BE49-F238E27FC236}">
                <a16:creationId xmlns:a16="http://schemas.microsoft.com/office/drawing/2014/main" id="{3577E062-AB6E-4636-A8CB-E9E6BFF8136E}"/>
              </a:ext>
            </a:extLst>
          </p:cNvPr>
          <p:cNvSpPr txBox="1"/>
          <p:nvPr/>
        </p:nvSpPr>
        <p:spPr>
          <a:xfrm>
            <a:off x="8784936" y="3115729"/>
            <a:ext cx="1151200" cy="523220"/>
          </a:xfrm>
          <a:prstGeom prst="rect">
            <a:avLst/>
          </a:prstGeom>
          <a:noFill/>
        </p:spPr>
        <p:txBody>
          <a:bodyPr wrap="square" rtlCol="0">
            <a:spAutoFit/>
          </a:bodyPr>
          <a:lstStyle/>
          <a:p>
            <a:r>
              <a:rPr lang="en-US" altLang="zh-CN" sz="2800" b="1" spc="600" dirty="0">
                <a:latin typeface="Arial Black" panose="020B0A04020102020204" pitchFamily="34" charset="0"/>
              </a:rPr>
              <a:t>111</a:t>
            </a:r>
            <a:endParaRPr lang="zh-CN" altLang="en-US" sz="2800" b="1" spc="600" dirty="0">
              <a:latin typeface="Arial Black" panose="020B0A04020102020204" pitchFamily="34" charset="0"/>
            </a:endParaRPr>
          </a:p>
        </p:txBody>
      </p:sp>
      <p:sp>
        <p:nvSpPr>
          <p:cNvPr id="38" name="文本框 37">
            <a:extLst>
              <a:ext uri="{FF2B5EF4-FFF2-40B4-BE49-F238E27FC236}">
                <a16:creationId xmlns:a16="http://schemas.microsoft.com/office/drawing/2014/main" id="{B7C6C712-E6CE-4E2F-B3B3-AF7C68230661}"/>
              </a:ext>
            </a:extLst>
          </p:cNvPr>
          <p:cNvSpPr txBox="1"/>
          <p:nvPr/>
        </p:nvSpPr>
        <p:spPr>
          <a:xfrm>
            <a:off x="9730590" y="3115729"/>
            <a:ext cx="474733" cy="523220"/>
          </a:xfrm>
          <a:prstGeom prst="rect">
            <a:avLst/>
          </a:prstGeom>
          <a:noFill/>
        </p:spPr>
        <p:txBody>
          <a:bodyPr wrap="square" rtlCol="0">
            <a:spAutoFit/>
          </a:bodyPr>
          <a:lstStyle/>
          <a:p>
            <a:r>
              <a:rPr lang="en-US" altLang="zh-CN" sz="2800" b="1" spc="600" dirty="0">
                <a:latin typeface="Arial Black" panose="020B0A04020102020204" pitchFamily="34" charset="0"/>
              </a:rPr>
              <a:t>0</a:t>
            </a:r>
            <a:endParaRPr lang="zh-CN" altLang="en-US" sz="2800" b="1" spc="600" dirty="0">
              <a:latin typeface="Arial Black" panose="020B0A04020102020204" pitchFamily="34" charset="0"/>
            </a:endParaRPr>
          </a:p>
        </p:txBody>
      </p:sp>
      <p:cxnSp>
        <p:nvCxnSpPr>
          <p:cNvPr id="13" name="直接箭头连接符 12">
            <a:extLst>
              <a:ext uri="{FF2B5EF4-FFF2-40B4-BE49-F238E27FC236}">
                <a16:creationId xmlns:a16="http://schemas.microsoft.com/office/drawing/2014/main" id="{41112DA7-C60D-479D-8170-E18068B18F0F}"/>
              </a:ext>
            </a:extLst>
          </p:cNvPr>
          <p:cNvCxnSpPr>
            <a:cxnSpLocks/>
          </p:cNvCxnSpPr>
          <p:nvPr/>
        </p:nvCxnSpPr>
        <p:spPr>
          <a:xfrm>
            <a:off x="9936136" y="2699599"/>
            <a:ext cx="0" cy="493785"/>
          </a:xfrm>
          <a:prstGeom prst="straightConnector1">
            <a:avLst/>
          </a:prstGeom>
          <a:ln w="25400">
            <a:solidFill>
              <a:schemeClr val="tx1"/>
            </a:solidFill>
            <a:prstDash val="dash"/>
            <a:tailEnd type="triangle"/>
          </a:ln>
        </p:spPr>
        <p:style>
          <a:lnRef idx="1">
            <a:schemeClr val="accent1"/>
          </a:lnRef>
          <a:fillRef idx="0">
            <a:schemeClr val="accent1"/>
          </a:fillRef>
          <a:effectRef idx="0">
            <a:schemeClr val="accent1"/>
          </a:effectRef>
          <a:fontRef idx="minor">
            <a:schemeClr val="tx1"/>
          </a:fontRef>
        </p:style>
      </p:cxnSp>
      <p:sp>
        <p:nvSpPr>
          <p:cNvPr id="49" name="文本框 48">
            <a:extLst>
              <a:ext uri="{FF2B5EF4-FFF2-40B4-BE49-F238E27FC236}">
                <a16:creationId xmlns:a16="http://schemas.microsoft.com/office/drawing/2014/main" id="{D8FBD509-5CDA-4A95-848B-B0278077B3DA}"/>
              </a:ext>
            </a:extLst>
          </p:cNvPr>
          <p:cNvSpPr txBox="1"/>
          <p:nvPr/>
        </p:nvSpPr>
        <p:spPr>
          <a:xfrm>
            <a:off x="9696034" y="1650848"/>
            <a:ext cx="430892" cy="523220"/>
          </a:xfrm>
          <a:prstGeom prst="rect">
            <a:avLst/>
          </a:prstGeom>
          <a:noFill/>
        </p:spPr>
        <p:txBody>
          <a:bodyPr wrap="square" rtlCol="0">
            <a:spAutoFit/>
          </a:bodyPr>
          <a:lstStyle/>
          <a:p>
            <a:r>
              <a:rPr lang="en-US" altLang="zh-CN" sz="2800" b="1" spc="600" dirty="0">
                <a:latin typeface="Arial Black" panose="020B0A04020102020204" pitchFamily="34" charset="0"/>
              </a:rPr>
              <a:t>1</a:t>
            </a:r>
            <a:endParaRPr lang="zh-CN" altLang="en-US" sz="2800" b="1" spc="600" dirty="0">
              <a:latin typeface="Arial Black" panose="020B0A04020102020204" pitchFamily="34" charset="0"/>
            </a:endParaRPr>
          </a:p>
        </p:txBody>
      </p:sp>
      <p:sp>
        <p:nvSpPr>
          <p:cNvPr id="41" name="文本框 40">
            <a:extLst>
              <a:ext uri="{FF2B5EF4-FFF2-40B4-BE49-F238E27FC236}">
                <a16:creationId xmlns:a16="http://schemas.microsoft.com/office/drawing/2014/main" id="{1B0FE9CA-3706-4C90-A74C-78A63B8BDA01}"/>
              </a:ext>
            </a:extLst>
          </p:cNvPr>
          <p:cNvSpPr txBox="1"/>
          <p:nvPr/>
        </p:nvSpPr>
        <p:spPr>
          <a:xfrm>
            <a:off x="8781840" y="3484768"/>
            <a:ext cx="1440674" cy="523220"/>
          </a:xfrm>
          <a:prstGeom prst="rect">
            <a:avLst/>
          </a:prstGeom>
          <a:noFill/>
        </p:spPr>
        <p:txBody>
          <a:bodyPr wrap="square" rtlCol="0">
            <a:spAutoFit/>
          </a:bodyPr>
          <a:lstStyle/>
          <a:p>
            <a:r>
              <a:rPr lang="en-US" altLang="zh-CN" sz="2800" b="1" spc="600" dirty="0">
                <a:solidFill>
                  <a:schemeClr val="accent3"/>
                </a:solidFill>
                <a:latin typeface="Arial Black" panose="020B0A04020102020204" pitchFamily="34" charset="0"/>
              </a:rPr>
              <a:t>1101</a:t>
            </a:r>
            <a:endParaRPr lang="zh-CN" altLang="en-US" sz="2800" b="1" spc="600" dirty="0">
              <a:solidFill>
                <a:schemeClr val="accent3"/>
              </a:solidFill>
              <a:latin typeface="Arial Black" panose="020B0A04020102020204" pitchFamily="34" charset="0"/>
            </a:endParaRPr>
          </a:p>
        </p:txBody>
      </p:sp>
      <p:grpSp>
        <p:nvGrpSpPr>
          <p:cNvPr id="40" name="组合 39">
            <a:extLst>
              <a:ext uri="{FF2B5EF4-FFF2-40B4-BE49-F238E27FC236}">
                <a16:creationId xmlns:a16="http://schemas.microsoft.com/office/drawing/2014/main" id="{503C5F4B-257E-4D0F-BB93-030E9098DCFF}"/>
              </a:ext>
            </a:extLst>
          </p:cNvPr>
          <p:cNvGrpSpPr/>
          <p:nvPr/>
        </p:nvGrpSpPr>
        <p:grpSpPr>
          <a:xfrm>
            <a:off x="8266070" y="3444159"/>
            <a:ext cx="1701886" cy="523220"/>
            <a:chOff x="7966736" y="2605199"/>
            <a:chExt cx="1701886" cy="523220"/>
          </a:xfrm>
        </p:grpSpPr>
        <p:cxnSp>
          <p:nvCxnSpPr>
            <p:cNvPr id="43" name="直接连接符 42">
              <a:extLst>
                <a:ext uri="{FF2B5EF4-FFF2-40B4-BE49-F238E27FC236}">
                  <a16:creationId xmlns:a16="http://schemas.microsoft.com/office/drawing/2014/main" id="{B5988F22-BBB6-41F6-AB0B-7C3C103F9942}"/>
                </a:ext>
              </a:extLst>
            </p:cNvPr>
            <p:cNvCxnSpPr>
              <a:cxnSpLocks/>
            </p:cNvCxnSpPr>
            <p:nvPr/>
          </p:nvCxnSpPr>
          <p:spPr>
            <a:xfrm>
              <a:off x="8117215" y="3128419"/>
              <a:ext cx="1551407" cy="0"/>
            </a:xfrm>
            <a:prstGeom prst="line">
              <a:avLst/>
            </a:prstGeom>
            <a:ln w="50800" cap="rnd">
              <a:solidFill>
                <a:schemeClr val="tx1"/>
              </a:solidFill>
              <a:round/>
            </a:ln>
          </p:spPr>
          <p:style>
            <a:lnRef idx="1">
              <a:schemeClr val="accent1"/>
            </a:lnRef>
            <a:fillRef idx="0">
              <a:schemeClr val="accent1"/>
            </a:fillRef>
            <a:effectRef idx="0">
              <a:schemeClr val="accent1"/>
            </a:effectRef>
            <a:fontRef idx="minor">
              <a:schemeClr val="tx1"/>
            </a:fontRef>
          </p:style>
        </p:cxnSp>
        <p:sp>
          <p:nvSpPr>
            <p:cNvPr id="45" name="文本框 44">
              <a:extLst>
                <a:ext uri="{FF2B5EF4-FFF2-40B4-BE49-F238E27FC236}">
                  <a16:creationId xmlns:a16="http://schemas.microsoft.com/office/drawing/2014/main" id="{5A1C06E4-5DBF-49BC-A7F4-F7CA1A35AC6A}"/>
                </a:ext>
              </a:extLst>
            </p:cNvPr>
            <p:cNvSpPr txBox="1"/>
            <p:nvPr/>
          </p:nvSpPr>
          <p:spPr>
            <a:xfrm>
              <a:off x="7966736" y="2605199"/>
              <a:ext cx="547653" cy="523220"/>
            </a:xfrm>
            <a:prstGeom prst="rect">
              <a:avLst/>
            </a:prstGeom>
            <a:noFill/>
          </p:spPr>
          <p:txBody>
            <a:bodyPr wrap="square">
              <a:spAutoFit/>
            </a:bodyPr>
            <a:lstStyle/>
            <a:p>
              <a:pPr algn="ctr"/>
              <a:r>
                <a:rPr lang="zh-CN" altLang="en-US" sz="2800" b="1" dirty="0">
                  <a:solidFill>
                    <a:schemeClr val="accent1">
                      <a:lumMod val="75000"/>
                    </a:schemeClr>
                  </a:solidFill>
                </a:rPr>
                <a:t>⊕</a:t>
              </a:r>
            </a:p>
          </p:txBody>
        </p:sp>
      </p:grpSp>
      <p:sp>
        <p:nvSpPr>
          <p:cNvPr id="48" name="文本框 47">
            <a:extLst>
              <a:ext uri="{FF2B5EF4-FFF2-40B4-BE49-F238E27FC236}">
                <a16:creationId xmlns:a16="http://schemas.microsoft.com/office/drawing/2014/main" id="{D23A3A55-D125-4533-B7A6-1A0032AC155F}"/>
              </a:ext>
            </a:extLst>
          </p:cNvPr>
          <p:cNvSpPr txBox="1"/>
          <p:nvPr/>
        </p:nvSpPr>
        <p:spPr>
          <a:xfrm>
            <a:off x="9398934" y="3972892"/>
            <a:ext cx="823580" cy="523220"/>
          </a:xfrm>
          <a:prstGeom prst="rect">
            <a:avLst/>
          </a:prstGeom>
          <a:noFill/>
        </p:spPr>
        <p:txBody>
          <a:bodyPr wrap="square" rtlCol="0">
            <a:spAutoFit/>
          </a:bodyPr>
          <a:lstStyle/>
          <a:p>
            <a:r>
              <a:rPr lang="en-US" altLang="zh-CN" sz="2800" b="1" spc="600" dirty="0">
                <a:latin typeface="Arial Black" panose="020B0A04020102020204" pitchFamily="34" charset="0"/>
              </a:rPr>
              <a:t>11</a:t>
            </a:r>
            <a:endParaRPr lang="zh-CN" altLang="en-US" sz="2800" b="1" spc="600" dirty="0">
              <a:latin typeface="Arial Black" panose="020B0A04020102020204" pitchFamily="34" charset="0"/>
            </a:endParaRPr>
          </a:p>
        </p:txBody>
      </p:sp>
      <p:grpSp>
        <p:nvGrpSpPr>
          <p:cNvPr id="14" name="组合 13">
            <a:extLst>
              <a:ext uri="{FF2B5EF4-FFF2-40B4-BE49-F238E27FC236}">
                <a16:creationId xmlns:a16="http://schemas.microsoft.com/office/drawing/2014/main" id="{01A0DBE3-2F2E-4710-966E-ECBAD16D9732}"/>
              </a:ext>
            </a:extLst>
          </p:cNvPr>
          <p:cNvGrpSpPr/>
          <p:nvPr/>
        </p:nvGrpSpPr>
        <p:grpSpPr>
          <a:xfrm>
            <a:off x="10022149" y="2699599"/>
            <a:ext cx="474733" cy="1796513"/>
            <a:chOff x="10022149" y="2699599"/>
            <a:chExt cx="474733" cy="1796513"/>
          </a:xfrm>
        </p:grpSpPr>
        <p:sp>
          <p:nvSpPr>
            <p:cNvPr id="57" name="文本框 56">
              <a:extLst>
                <a:ext uri="{FF2B5EF4-FFF2-40B4-BE49-F238E27FC236}">
                  <a16:creationId xmlns:a16="http://schemas.microsoft.com/office/drawing/2014/main" id="{579ADEE0-23C0-4D8E-B8F7-6642DA60CAB2}"/>
                </a:ext>
              </a:extLst>
            </p:cNvPr>
            <p:cNvSpPr txBox="1"/>
            <p:nvPr/>
          </p:nvSpPr>
          <p:spPr>
            <a:xfrm>
              <a:off x="10022149" y="3972892"/>
              <a:ext cx="474733" cy="523220"/>
            </a:xfrm>
            <a:prstGeom prst="rect">
              <a:avLst/>
            </a:prstGeom>
            <a:noFill/>
          </p:spPr>
          <p:txBody>
            <a:bodyPr wrap="square" rtlCol="0">
              <a:spAutoFit/>
            </a:bodyPr>
            <a:lstStyle/>
            <a:p>
              <a:r>
                <a:rPr lang="en-US" altLang="zh-CN" sz="2800" b="1" spc="600" dirty="0">
                  <a:latin typeface="Arial Black" panose="020B0A04020102020204" pitchFamily="34" charset="0"/>
                </a:rPr>
                <a:t>1</a:t>
              </a:r>
              <a:endParaRPr lang="zh-CN" altLang="en-US" sz="2800" b="1" spc="600" dirty="0">
                <a:latin typeface="Arial Black" panose="020B0A04020102020204" pitchFamily="34" charset="0"/>
              </a:endParaRPr>
            </a:p>
          </p:txBody>
        </p:sp>
        <p:cxnSp>
          <p:nvCxnSpPr>
            <p:cNvPr id="58" name="直接箭头连接符 57">
              <a:extLst>
                <a:ext uri="{FF2B5EF4-FFF2-40B4-BE49-F238E27FC236}">
                  <a16:creationId xmlns:a16="http://schemas.microsoft.com/office/drawing/2014/main" id="{CBD82F85-5E00-4306-BBB6-B1DA82930572}"/>
                </a:ext>
              </a:extLst>
            </p:cNvPr>
            <p:cNvCxnSpPr>
              <a:cxnSpLocks/>
            </p:cNvCxnSpPr>
            <p:nvPr/>
          </p:nvCxnSpPr>
          <p:spPr>
            <a:xfrm flipH="1">
              <a:off x="10259516" y="2699599"/>
              <a:ext cx="3763" cy="1273293"/>
            </a:xfrm>
            <a:prstGeom prst="straightConnector1">
              <a:avLst/>
            </a:prstGeom>
            <a:ln w="25400">
              <a:solidFill>
                <a:schemeClr val="tx1"/>
              </a:solidFill>
              <a:prstDash val="dash"/>
              <a:tailEnd type="triangle"/>
            </a:ln>
          </p:spPr>
          <p:style>
            <a:lnRef idx="1">
              <a:schemeClr val="accent1"/>
            </a:lnRef>
            <a:fillRef idx="0">
              <a:schemeClr val="accent1"/>
            </a:fillRef>
            <a:effectRef idx="0">
              <a:schemeClr val="accent1"/>
            </a:effectRef>
            <a:fontRef idx="minor">
              <a:schemeClr val="tx1"/>
            </a:fontRef>
          </p:style>
        </p:cxnSp>
      </p:grpSp>
      <p:sp>
        <p:nvSpPr>
          <p:cNvPr id="59" name="文本框 58">
            <a:extLst>
              <a:ext uri="{FF2B5EF4-FFF2-40B4-BE49-F238E27FC236}">
                <a16:creationId xmlns:a16="http://schemas.microsoft.com/office/drawing/2014/main" id="{3D549CBE-5C75-482D-A455-03C987A182DE}"/>
              </a:ext>
            </a:extLst>
          </p:cNvPr>
          <p:cNvSpPr txBox="1"/>
          <p:nvPr/>
        </p:nvSpPr>
        <p:spPr>
          <a:xfrm>
            <a:off x="10044069" y="1650848"/>
            <a:ext cx="430892" cy="523220"/>
          </a:xfrm>
          <a:prstGeom prst="rect">
            <a:avLst/>
          </a:prstGeom>
          <a:noFill/>
        </p:spPr>
        <p:txBody>
          <a:bodyPr wrap="square" rtlCol="0">
            <a:spAutoFit/>
          </a:bodyPr>
          <a:lstStyle/>
          <a:p>
            <a:r>
              <a:rPr lang="en-US" altLang="zh-CN" sz="2800" b="1" spc="600" dirty="0">
                <a:latin typeface="Arial Black" panose="020B0A04020102020204" pitchFamily="34" charset="0"/>
              </a:rPr>
              <a:t>0</a:t>
            </a:r>
            <a:endParaRPr lang="zh-CN" altLang="en-US" sz="2800" b="1" spc="600" dirty="0">
              <a:latin typeface="Arial Black" panose="020B0A04020102020204" pitchFamily="34" charset="0"/>
            </a:endParaRPr>
          </a:p>
        </p:txBody>
      </p:sp>
      <p:grpSp>
        <p:nvGrpSpPr>
          <p:cNvPr id="15" name="组合 14">
            <a:extLst>
              <a:ext uri="{FF2B5EF4-FFF2-40B4-BE49-F238E27FC236}">
                <a16:creationId xmlns:a16="http://schemas.microsoft.com/office/drawing/2014/main" id="{56F2ED03-3545-43AB-A93D-4FB29ACC4D57}"/>
              </a:ext>
            </a:extLst>
          </p:cNvPr>
          <p:cNvGrpSpPr/>
          <p:nvPr/>
        </p:nvGrpSpPr>
        <p:grpSpPr>
          <a:xfrm>
            <a:off x="10353329" y="2699599"/>
            <a:ext cx="427749" cy="1796513"/>
            <a:chOff x="10353329" y="2699599"/>
            <a:chExt cx="427749" cy="1796513"/>
          </a:xfrm>
        </p:grpSpPr>
        <p:cxnSp>
          <p:nvCxnSpPr>
            <p:cNvPr id="63" name="直接箭头连接符 62">
              <a:extLst>
                <a:ext uri="{FF2B5EF4-FFF2-40B4-BE49-F238E27FC236}">
                  <a16:creationId xmlns:a16="http://schemas.microsoft.com/office/drawing/2014/main" id="{23643120-71E3-439F-81A8-56DE3DBA8745}"/>
                </a:ext>
              </a:extLst>
            </p:cNvPr>
            <p:cNvCxnSpPr>
              <a:cxnSpLocks/>
            </p:cNvCxnSpPr>
            <p:nvPr/>
          </p:nvCxnSpPr>
          <p:spPr>
            <a:xfrm flipH="1">
              <a:off x="10564428" y="2699599"/>
              <a:ext cx="3763" cy="1273293"/>
            </a:xfrm>
            <a:prstGeom prst="straightConnector1">
              <a:avLst/>
            </a:prstGeom>
            <a:ln w="25400">
              <a:solidFill>
                <a:schemeClr val="tx1"/>
              </a:solidFill>
              <a:prstDash val="dash"/>
              <a:tailEnd type="triangle"/>
            </a:ln>
          </p:spPr>
          <p:style>
            <a:lnRef idx="1">
              <a:schemeClr val="accent1"/>
            </a:lnRef>
            <a:fillRef idx="0">
              <a:schemeClr val="accent1"/>
            </a:fillRef>
            <a:effectRef idx="0">
              <a:schemeClr val="accent1"/>
            </a:effectRef>
            <a:fontRef idx="minor">
              <a:schemeClr val="tx1"/>
            </a:fontRef>
          </p:style>
        </p:cxnSp>
        <p:sp>
          <p:nvSpPr>
            <p:cNvPr id="64" name="文本框 63">
              <a:extLst>
                <a:ext uri="{FF2B5EF4-FFF2-40B4-BE49-F238E27FC236}">
                  <a16:creationId xmlns:a16="http://schemas.microsoft.com/office/drawing/2014/main" id="{28C9146A-2FB4-4E90-AFC9-5E9308E5942D}"/>
                </a:ext>
              </a:extLst>
            </p:cNvPr>
            <p:cNvSpPr txBox="1"/>
            <p:nvPr/>
          </p:nvSpPr>
          <p:spPr>
            <a:xfrm>
              <a:off x="10353329" y="3972892"/>
              <a:ext cx="427749" cy="523220"/>
            </a:xfrm>
            <a:prstGeom prst="rect">
              <a:avLst/>
            </a:prstGeom>
            <a:noFill/>
          </p:spPr>
          <p:txBody>
            <a:bodyPr wrap="square" rtlCol="0">
              <a:spAutoFit/>
            </a:bodyPr>
            <a:lstStyle/>
            <a:p>
              <a:r>
                <a:rPr lang="en-US" altLang="zh-CN" sz="2800" b="1" spc="600" dirty="0">
                  <a:solidFill>
                    <a:schemeClr val="accent4"/>
                  </a:solidFill>
                  <a:latin typeface="Arial Black" panose="020B0A04020102020204" pitchFamily="34" charset="0"/>
                </a:rPr>
                <a:t>0</a:t>
              </a:r>
              <a:endParaRPr lang="zh-CN" altLang="en-US" sz="2800" b="1" spc="600" dirty="0">
                <a:solidFill>
                  <a:schemeClr val="accent4"/>
                </a:solidFill>
                <a:latin typeface="Arial Black" panose="020B0A04020102020204" pitchFamily="34" charset="0"/>
              </a:endParaRPr>
            </a:p>
          </p:txBody>
        </p:sp>
      </p:grpSp>
      <p:sp>
        <p:nvSpPr>
          <p:cNvPr id="65" name="文本框 64">
            <a:extLst>
              <a:ext uri="{FF2B5EF4-FFF2-40B4-BE49-F238E27FC236}">
                <a16:creationId xmlns:a16="http://schemas.microsoft.com/office/drawing/2014/main" id="{52F8D026-A967-479D-8FE8-5548C6D673FB}"/>
              </a:ext>
            </a:extLst>
          </p:cNvPr>
          <p:cNvSpPr txBox="1"/>
          <p:nvPr/>
        </p:nvSpPr>
        <p:spPr>
          <a:xfrm>
            <a:off x="10355996" y="1650848"/>
            <a:ext cx="430892" cy="523220"/>
          </a:xfrm>
          <a:prstGeom prst="rect">
            <a:avLst/>
          </a:prstGeom>
          <a:noFill/>
        </p:spPr>
        <p:txBody>
          <a:bodyPr wrap="square" rtlCol="0">
            <a:spAutoFit/>
          </a:bodyPr>
          <a:lstStyle/>
          <a:p>
            <a:r>
              <a:rPr lang="en-US" altLang="zh-CN" sz="2800" b="1" spc="600" dirty="0">
                <a:latin typeface="Arial Black" panose="020B0A04020102020204" pitchFamily="34" charset="0"/>
              </a:rPr>
              <a:t>1</a:t>
            </a:r>
            <a:endParaRPr lang="zh-CN" altLang="en-US" sz="2800" b="1" spc="600" dirty="0">
              <a:latin typeface="Arial Black" panose="020B0A04020102020204" pitchFamily="34" charset="0"/>
            </a:endParaRPr>
          </a:p>
        </p:txBody>
      </p:sp>
      <p:sp>
        <p:nvSpPr>
          <p:cNvPr id="66" name="文本框 65">
            <a:extLst>
              <a:ext uri="{FF2B5EF4-FFF2-40B4-BE49-F238E27FC236}">
                <a16:creationId xmlns:a16="http://schemas.microsoft.com/office/drawing/2014/main" id="{0FF95ED9-FC12-4FD1-8B94-6397ADF6DF98}"/>
              </a:ext>
            </a:extLst>
          </p:cNvPr>
          <p:cNvSpPr txBox="1"/>
          <p:nvPr/>
        </p:nvSpPr>
        <p:spPr>
          <a:xfrm>
            <a:off x="9401688" y="4336418"/>
            <a:ext cx="1440674" cy="523220"/>
          </a:xfrm>
          <a:prstGeom prst="rect">
            <a:avLst/>
          </a:prstGeom>
          <a:noFill/>
        </p:spPr>
        <p:txBody>
          <a:bodyPr wrap="square" rtlCol="0">
            <a:spAutoFit/>
          </a:bodyPr>
          <a:lstStyle/>
          <a:p>
            <a:r>
              <a:rPr lang="en-US" altLang="zh-CN" sz="2800" b="1" spc="600" dirty="0">
                <a:solidFill>
                  <a:schemeClr val="accent3"/>
                </a:solidFill>
                <a:latin typeface="Arial Black" panose="020B0A04020102020204" pitchFamily="34" charset="0"/>
              </a:rPr>
              <a:t>1101</a:t>
            </a:r>
            <a:endParaRPr lang="zh-CN" altLang="en-US" sz="2800" b="1" spc="600" dirty="0">
              <a:solidFill>
                <a:schemeClr val="accent3"/>
              </a:solidFill>
              <a:latin typeface="Arial Black" panose="020B0A04020102020204" pitchFamily="34" charset="0"/>
            </a:endParaRPr>
          </a:p>
        </p:txBody>
      </p:sp>
      <p:sp>
        <p:nvSpPr>
          <p:cNvPr id="54" name="文本框 53">
            <a:extLst>
              <a:ext uri="{FF2B5EF4-FFF2-40B4-BE49-F238E27FC236}">
                <a16:creationId xmlns:a16="http://schemas.microsoft.com/office/drawing/2014/main" id="{E8189A4B-145C-419B-B681-41A3541188A5}"/>
              </a:ext>
            </a:extLst>
          </p:cNvPr>
          <p:cNvSpPr txBox="1"/>
          <p:nvPr/>
        </p:nvSpPr>
        <p:spPr>
          <a:xfrm>
            <a:off x="10018782" y="4785281"/>
            <a:ext cx="823580" cy="523220"/>
          </a:xfrm>
          <a:prstGeom prst="rect">
            <a:avLst/>
          </a:prstGeom>
          <a:noFill/>
        </p:spPr>
        <p:txBody>
          <a:bodyPr wrap="square" rtlCol="0">
            <a:spAutoFit/>
          </a:bodyPr>
          <a:lstStyle/>
          <a:p>
            <a:r>
              <a:rPr lang="en-US" altLang="zh-CN" sz="2800" b="1" spc="600" dirty="0">
                <a:latin typeface="Arial Black" panose="020B0A04020102020204" pitchFamily="34" charset="0"/>
              </a:rPr>
              <a:t>11</a:t>
            </a:r>
            <a:endParaRPr lang="zh-CN" altLang="en-US" sz="2800" b="1" spc="600" dirty="0">
              <a:latin typeface="Arial Black" panose="020B0A04020102020204" pitchFamily="34" charset="0"/>
            </a:endParaRPr>
          </a:p>
        </p:txBody>
      </p:sp>
      <p:grpSp>
        <p:nvGrpSpPr>
          <p:cNvPr id="68" name="组合 67">
            <a:extLst>
              <a:ext uri="{FF2B5EF4-FFF2-40B4-BE49-F238E27FC236}">
                <a16:creationId xmlns:a16="http://schemas.microsoft.com/office/drawing/2014/main" id="{456396D7-1159-4621-8FD7-6F8F457723F1}"/>
              </a:ext>
            </a:extLst>
          </p:cNvPr>
          <p:cNvGrpSpPr/>
          <p:nvPr/>
        </p:nvGrpSpPr>
        <p:grpSpPr>
          <a:xfrm>
            <a:off x="8892918" y="4269598"/>
            <a:ext cx="1701886" cy="523220"/>
            <a:chOff x="7966736" y="2605199"/>
            <a:chExt cx="1701886" cy="523220"/>
          </a:xfrm>
        </p:grpSpPr>
        <p:cxnSp>
          <p:nvCxnSpPr>
            <p:cNvPr id="69" name="直接连接符 68">
              <a:extLst>
                <a:ext uri="{FF2B5EF4-FFF2-40B4-BE49-F238E27FC236}">
                  <a16:creationId xmlns:a16="http://schemas.microsoft.com/office/drawing/2014/main" id="{F10542C0-D930-433F-80D5-F6735D912C44}"/>
                </a:ext>
              </a:extLst>
            </p:cNvPr>
            <p:cNvCxnSpPr>
              <a:cxnSpLocks/>
            </p:cNvCxnSpPr>
            <p:nvPr/>
          </p:nvCxnSpPr>
          <p:spPr>
            <a:xfrm>
              <a:off x="8117215" y="3128419"/>
              <a:ext cx="1551407" cy="0"/>
            </a:xfrm>
            <a:prstGeom prst="line">
              <a:avLst/>
            </a:prstGeom>
            <a:ln w="50800" cap="rnd">
              <a:solidFill>
                <a:schemeClr val="tx1"/>
              </a:solidFill>
              <a:round/>
            </a:ln>
          </p:spPr>
          <p:style>
            <a:lnRef idx="1">
              <a:schemeClr val="accent1"/>
            </a:lnRef>
            <a:fillRef idx="0">
              <a:schemeClr val="accent1"/>
            </a:fillRef>
            <a:effectRef idx="0">
              <a:schemeClr val="accent1"/>
            </a:effectRef>
            <a:fontRef idx="minor">
              <a:schemeClr val="tx1"/>
            </a:fontRef>
          </p:style>
        </p:cxnSp>
        <p:sp>
          <p:nvSpPr>
            <p:cNvPr id="70" name="文本框 69">
              <a:extLst>
                <a:ext uri="{FF2B5EF4-FFF2-40B4-BE49-F238E27FC236}">
                  <a16:creationId xmlns:a16="http://schemas.microsoft.com/office/drawing/2014/main" id="{25E0A365-9B42-4F8B-B724-C48A5CBF73CE}"/>
                </a:ext>
              </a:extLst>
            </p:cNvPr>
            <p:cNvSpPr txBox="1"/>
            <p:nvPr/>
          </p:nvSpPr>
          <p:spPr>
            <a:xfrm>
              <a:off x="7966736" y="2605199"/>
              <a:ext cx="547653" cy="523220"/>
            </a:xfrm>
            <a:prstGeom prst="rect">
              <a:avLst/>
            </a:prstGeom>
            <a:noFill/>
          </p:spPr>
          <p:txBody>
            <a:bodyPr wrap="square">
              <a:spAutoFit/>
            </a:bodyPr>
            <a:lstStyle/>
            <a:p>
              <a:pPr algn="ctr"/>
              <a:r>
                <a:rPr lang="zh-CN" altLang="en-US" sz="2800" b="1" dirty="0">
                  <a:solidFill>
                    <a:schemeClr val="accent1">
                      <a:lumMod val="75000"/>
                    </a:schemeClr>
                  </a:solidFill>
                </a:rPr>
                <a:t>⊕</a:t>
              </a:r>
            </a:p>
          </p:txBody>
        </p:sp>
      </p:grpSp>
      <p:grpSp>
        <p:nvGrpSpPr>
          <p:cNvPr id="16" name="组合 15">
            <a:extLst>
              <a:ext uri="{FF2B5EF4-FFF2-40B4-BE49-F238E27FC236}">
                <a16:creationId xmlns:a16="http://schemas.microsoft.com/office/drawing/2014/main" id="{1EA332D7-CCEF-4362-A31C-7F42D21E8C3D}"/>
              </a:ext>
            </a:extLst>
          </p:cNvPr>
          <p:cNvGrpSpPr/>
          <p:nvPr/>
        </p:nvGrpSpPr>
        <p:grpSpPr>
          <a:xfrm>
            <a:off x="10662669" y="2698534"/>
            <a:ext cx="427749" cy="2609967"/>
            <a:chOff x="10675825" y="2698534"/>
            <a:chExt cx="427749" cy="2609967"/>
          </a:xfrm>
        </p:grpSpPr>
        <p:cxnSp>
          <p:nvCxnSpPr>
            <p:cNvPr id="72" name="直接箭头连接符 71">
              <a:extLst>
                <a:ext uri="{FF2B5EF4-FFF2-40B4-BE49-F238E27FC236}">
                  <a16:creationId xmlns:a16="http://schemas.microsoft.com/office/drawing/2014/main" id="{D2E1C81C-9FF2-4ECC-8716-DCACEC5BBA4C}"/>
                </a:ext>
              </a:extLst>
            </p:cNvPr>
            <p:cNvCxnSpPr>
              <a:cxnSpLocks/>
              <a:endCxn id="73" idx="0"/>
            </p:cNvCxnSpPr>
            <p:nvPr/>
          </p:nvCxnSpPr>
          <p:spPr>
            <a:xfrm>
              <a:off x="10883121" y="2698534"/>
              <a:ext cx="6579" cy="2086747"/>
            </a:xfrm>
            <a:prstGeom prst="straightConnector1">
              <a:avLst/>
            </a:prstGeom>
            <a:ln w="25400">
              <a:solidFill>
                <a:schemeClr val="tx1"/>
              </a:solidFill>
              <a:prstDash val="dash"/>
              <a:tailEnd type="triangle"/>
            </a:ln>
          </p:spPr>
          <p:style>
            <a:lnRef idx="1">
              <a:schemeClr val="accent1"/>
            </a:lnRef>
            <a:fillRef idx="0">
              <a:schemeClr val="accent1"/>
            </a:fillRef>
            <a:effectRef idx="0">
              <a:schemeClr val="accent1"/>
            </a:effectRef>
            <a:fontRef idx="minor">
              <a:schemeClr val="tx1"/>
            </a:fontRef>
          </p:style>
        </p:cxnSp>
        <p:sp>
          <p:nvSpPr>
            <p:cNvPr id="73" name="文本框 72">
              <a:extLst>
                <a:ext uri="{FF2B5EF4-FFF2-40B4-BE49-F238E27FC236}">
                  <a16:creationId xmlns:a16="http://schemas.microsoft.com/office/drawing/2014/main" id="{82CB2C09-F5E5-43AF-9E21-55D7EE28ACA8}"/>
                </a:ext>
              </a:extLst>
            </p:cNvPr>
            <p:cNvSpPr txBox="1"/>
            <p:nvPr/>
          </p:nvSpPr>
          <p:spPr>
            <a:xfrm>
              <a:off x="10675825" y="4785281"/>
              <a:ext cx="427749" cy="523220"/>
            </a:xfrm>
            <a:prstGeom prst="rect">
              <a:avLst/>
            </a:prstGeom>
            <a:noFill/>
          </p:spPr>
          <p:txBody>
            <a:bodyPr wrap="square" rtlCol="0">
              <a:spAutoFit/>
            </a:bodyPr>
            <a:lstStyle/>
            <a:p>
              <a:r>
                <a:rPr lang="en-US" altLang="zh-CN" sz="2800" b="1" spc="600" dirty="0">
                  <a:solidFill>
                    <a:schemeClr val="accent4"/>
                  </a:solidFill>
                  <a:latin typeface="Arial Black" panose="020B0A04020102020204" pitchFamily="34" charset="0"/>
                </a:rPr>
                <a:t>0</a:t>
              </a:r>
              <a:endParaRPr lang="zh-CN" altLang="en-US" sz="2800" b="1" spc="600" dirty="0">
                <a:solidFill>
                  <a:schemeClr val="accent4"/>
                </a:solidFill>
                <a:latin typeface="Arial Black" panose="020B0A04020102020204" pitchFamily="34" charset="0"/>
              </a:endParaRPr>
            </a:p>
          </p:txBody>
        </p:sp>
      </p:grpSp>
      <p:sp>
        <p:nvSpPr>
          <p:cNvPr id="74" name="文本框 73">
            <a:extLst>
              <a:ext uri="{FF2B5EF4-FFF2-40B4-BE49-F238E27FC236}">
                <a16:creationId xmlns:a16="http://schemas.microsoft.com/office/drawing/2014/main" id="{4DEFDD88-264F-4387-8D95-DD8F942C7A77}"/>
              </a:ext>
            </a:extLst>
          </p:cNvPr>
          <p:cNvSpPr txBox="1"/>
          <p:nvPr/>
        </p:nvSpPr>
        <p:spPr>
          <a:xfrm>
            <a:off x="10662669" y="1650848"/>
            <a:ext cx="430892" cy="523220"/>
          </a:xfrm>
          <a:prstGeom prst="rect">
            <a:avLst/>
          </a:prstGeom>
          <a:noFill/>
        </p:spPr>
        <p:txBody>
          <a:bodyPr wrap="square" rtlCol="0">
            <a:spAutoFit/>
          </a:bodyPr>
          <a:lstStyle/>
          <a:p>
            <a:r>
              <a:rPr lang="en-US" altLang="zh-CN" sz="2800" b="1" spc="600" dirty="0">
                <a:latin typeface="Arial Black" panose="020B0A04020102020204" pitchFamily="34" charset="0"/>
              </a:rPr>
              <a:t>0</a:t>
            </a:r>
            <a:endParaRPr lang="zh-CN" altLang="en-US" sz="2800" b="1" spc="600" dirty="0">
              <a:latin typeface="Arial Black" panose="020B0A04020102020204" pitchFamily="34" charset="0"/>
            </a:endParaRPr>
          </a:p>
        </p:txBody>
      </p:sp>
      <p:sp>
        <p:nvSpPr>
          <p:cNvPr id="75" name="文本框 74">
            <a:extLst>
              <a:ext uri="{FF2B5EF4-FFF2-40B4-BE49-F238E27FC236}">
                <a16:creationId xmlns:a16="http://schemas.microsoft.com/office/drawing/2014/main" id="{4088EEF1-25C6-4E08-9D09-CB1F9416EF76}"/>
              </a:ext>
            </a:extLst>
          </p:cNvPr>
          <p:cNvSpPr txBox="1"/>
          <p:nvPr/>
        </p:nvSpPr>
        <p:spPr>
          <a:xfrm>
            <a:off x="10955803" y="1650848"/>
            <a:ext cx="430892" cy="523220"/>
          </a:xfrm>
          <a:prstGeom prst="rect">
            <a:avLst/>
          </a:prstGeom>
          <a:noFill/>
        </p:spPr>
        <p:txBody>
          <a:bodyPr wrap="square" rtlCol="0">
            <a:spAutoFit/>
          </a:bodyPr>
          <a:lstStyle/>
          <a:p>
            <a:r>
              <a:rPr lang="en-US" altLang="zh-CN" sz="2800" b="1" spc="600" dirty="0">
                <a:latin typeface="Arial Black" panose="020B0A04020102020204" pitchFamily="34" charset="0"/>
              </a:rPr>
              <a:t>1</a:t>
            </a:r>
            <a:endParaRPr lang="zh-CN" altLang="en-US" sz="2800" b="1" spc="600" dirty="0">
              <a:latin typeface="Arial Black" panose="020B0A04020102020204" pitchFamily="34" charset="0"/>
            </a:endParaRPr>
          </a:p>
        </p:txBody>
      </p:sp>
      <p:grpSp>
        <p:nvGrpSpPr>
          <p:cNvPr id="11" name="组合 10">
            <a:extLst>
              <a:ext uri="{FF2B5EF4-FFF2-40B4-BE49-F238E27FC236}">
                <a16:creationId xmlns:a16="http://schemas.microsoft.com/office/drawing/2014/main" id="{87C82CFF-2783-489A-959E-87EB0D0AFE67}"/>
              </a:ext>
            </a:extLst>
          </p:cNvPr>
          <p:cNvGrpSpPr/>
          <p:nvPr/>
        </p:nvGrpSpPr>
        <p:grpSpPr>
          <a:xfrm>
            <a:off x="10980201" y="2700266"/>
            <a:ext cx="427749" cy="2609967"/>
            <a:chOff x="10980201" y="2700266"/>
            <a:chExt cx="427749" cy="2609967"/>
          </a:xfrm>
        </p:grpSpPr>
        <p:cxnSp>
          <p:nvCxnSpPr>
            <p:cNvPr id="76" name="直接箭头连接符 75">
              <a:extLst>
                <a:ext uri="{FF2B5EF4-FFF2-40B4-BE49-F238E27FC236}">
                  <a16:creationId xmlns:a16="http://schemas.microsoft.com/office/drawing/2014/main" id="{A7DBE068-18B7-46B7-9AF8-64B65E4D4FB7}"/>
                </a:ext>
              </a:extLst>
            </p:cNvPr>
            <p:cNvCxnSpPr>
              <a:cxnSpLocks/>
              <a:endCxn id="77" idx="0"/>
            </p:cNvCxnSpPr>
            <p:nvPr/>
          </p:nvCxnSpPr>
          <p:spPr>
            <a:xfrm>
              <a:off x="11187497" y="2700266"/>
              <a:ext cx="6579" cy="2086747"/>
            </a:xfrm>
            <a:prstGeom prst="straightConnector1">
              <a:avLst/>
            </a:prstGeom>
            <a:ln w="25400">
              <a:solidFill>
                <a:schemeClr val="tx1"/>
              </a:solidFill>
              <a:prstDash val="dash"/>
              <a:tailEnd type="triangle"/>
            </a:ln>
          </p:spPr>
          <p:style>
            <a:lnRef idx="1">
              <a:schemeClr val="accent1"/>
            </a:lnRef>
            <a:fillRef idx="0">
              <a:schemeClr val="accent1"/>
            </a:fillRef>
            <a:effectRef idx="0">
              <a:schemeClr val="accent1"/>
            </a:effectRef>
            <a:fontRef idx="minor">
              <a:schemeClr val="tx1"/>
            </a:fontRef>
          </p:style>
        </p:cxnSp>
        <p:sp>
          <p:nvSpPr>
            <p:cNvPr id="77" name="文本框 76">
              <a:extLst>
                <a:ext uri="{FF2B5EF4-FFF2-40B4-BE49-F238E27FC236}">
                  <a16:creationId xmlns:a16="http://schemas.microsoft.com/office/drawing/2014/main" id="{5DF64B4C-1EBB-421C-B9FE-F32D5ED0FDEB}"/>
                </a:ext>
              </a:extLst>
            </p:cNvPr>
            <p:cNvSpPr txBox="1"/>
            <p:nvPr/>
          </p:nvSpPr>
          <p:spPr>
            <a:xfrm>
              <a:off x="10980201" y="4787013"/>
              <a:ext cx="427749" cy="523220"/>
            </a:xfrm>
            <a:prstGeom prst="rect">
              <a:avLst/>
            </a:prstGeom>
            <a:noFill/>
          </p:spPr>
          <p:txBody>
            <a:bodyPr wrap="square" rtlCol="0">
              <a:spAutoFit/>
            </a:bodyPr>
            <a:lstStyle/>
            <a:p>
              <a:r>
                <a:rPr lang="en-US" altLang="zh-CN" sz="2800" b="1" spc="600" dirty="0">
                  <a:solidFill>
                    <a:schemeClr val="accent4"/>
                  </a:solidFill>
                  <a:latin typeface="Arial Black" panose="020B0A04020102020204" pitchFamily="34" charset="0"/>
                </a:rPr>
                <a:t>0</a:t>
              </a:r>
              <a:endParaRPr lang="zh-CN" altLang="en-US" sz="2800" b="1" spc="600" dirty="0">
                <a:solidFill>
                  <a:schemeClr val="accent4"/>
                </a:solidFill>
                <a:latin typeface="Arial Black" panose="020B0A04020102020204" pitchFamily="34" charset="0"/>
              </a:endParaRPr>
            </a:p>
          </p:txBody>
        </p:sp>
      </p:grpSp>
      <p:sp>
        <p:nvSpPr>
          <p:cNvPr id="78" name="文本框 77">
            <a:extLst>
              <a:ext uri="{FF2B5EF4-FFF2-40B4-BE49-F238E27FC236}">
                <a16:creationId xmlns:a16="http://schemas.microsoft.com/office/drawing/2014/main" id="{650BADE6-20B4-4577-AF85-EA6450DE1DA7}"/>
              </a:ext>
            </a:extLst>
          </p:cNvPr>
          <p:cNvSpPr txBox="1"/>
          <p:nvPr/>
        </p:nvSpPr>
        <p:spPr>
          <a:xfrm>
            <a:off x="10025360" y="5113711"/>
            <a:ext cx="1440674" cy="523220"/>
          </a:xfrm>
          <a:prstGeom prst="rect">
            <a:avLst/>
          </a:prstGeom>
          <a:noFill/>
        </p:spPr>
        <p:txBody>
          <a:bodyPr wrap="square" rtlCol="0">
            <a:spAutoFit/>
          </a:bodyPr>
          <a:lstStyle/>
          <a:p>
            <a:r>
              <a:rPr lang="en-US" altLang="zh-CN" sz="2800" b="1" spc="600" dirty="0">
                <a:solidFill>
                  <a:schemeClr val="accent3"/>
                </a:solidFill>
                <a:latin typeface="Arial Black" panose="020B0A04020102020204" pitchFamily="34" charset="0"/>
              </a:rPr>
              <a:t>1101</a:t>
            </a:r>
            <a:endParaRPr lang="zh-CN" altLang="en-US" sz="2800" b="1" spc="600" dirty="0">
              <a:solidFill>
                <a:schemeClr val="accent3"/>
              </a:solidFill>
              <a:latin typeface="Arial Black" panose="020B0A04020102020204" pitchFamily="34" charset="0"/>
            </a:endParaRPr>
          </a:p>
        </p:txBody>
      </p:sp>
      <p:grpSp>
        <p:nvGrpSpPr>
          <p:cNvPr id="67" name="组合 66">
            <a:extLst>
              <a:ext uri="{FF2B5EF4-FFF2-40B4-BE49-F238E27FC236}">
                <a16:creationId xmlns:a16="http://schemas.microsoft.com/office/drawing/2014/main" id="{02E6788A-F0B6-4279-82DB-FC76BAB08D14}"/>
              </a:ext>
            </a:extLst>
          </p:cNvPr>
          <p:cNvGrpSpPr/>
          <p:nvPr/>
        </p:nvGrpSpPr>
        <p:grpSpPr>
          <a:xfrm>
            <a:off x="9527739" y="5054428"/>
            <a:ext cx="1701886" cy="523220"/>
            <a:chOff x="7966736" y="2605199"/>
            <a:chExt cx="1701886" cy="523220"/>
          </a:xfrm>
        </p:grpSpPr>
        <p:cxnSp>
          <p:nvCxnSpPr>
            <p:cNvPr id="71" name="直接连接符 70">
              <a:extLst>
                <a:ext uri="{FF2B5EF4-FFF2-40B4-BE49-F238E27FC236}">
                  <a16:creationId xmlns:a16="http://schemas.microsoft.com/office/drawing/2014/main" id="{85C9705D-D613-4986-8FCA-F823FCDE186E}"/>
                </a:ext>
              </a:extLst>
            </p:cNvPr>
            <p:cNvCxnSpPr>
              <a:cxnSpLocks/>
            </p:cNvCxnSpPr>
            <p:nvPr/>
          </p:nvCxnSpPr>
          <p:spPr>
            <a:xfrm>
              <a:off x="8117215" y="3128419"/>
              <a:ext cx="1551407" cy="0"/>
            </a:xfrm>
            <a:prstGeom prst="line">
              <a:avLst/>
            </a:prstGeom>
            <a:ln w="50800" cap="rnd">
              <a:solidFill>
                <a:schemeClr val="tx1"/>
              </a:solidFill>
              <a:round/>
            </a:ln>
          </p:spPr>
          <p:style>
            <a:lnRef idx="1">
              <a:schemeClr val="accent1"/>
            </a:lnRef>
            <a:fillRef idx="0">
              <a:schemeClr val="accent1"/>
            </a:fillRef>
            <a:effectRef idx="0">
              <a:schemeClr val="accent1"/>
            </a:effectRef>
            <a:fontRef idx="minor">
              <a:schemeClr val="tx1"/>
            </a:fontRef>
          </p:style>
        </p:cxnSp>
        <p:sp>
          <p:nvSpPr>
            <p:cNvPr id="80" name="文本框 79">
              <a:extLst>
                <a:ext uri="{FF2B5EF4-FFF2-40B4-BE49-F238E27FC236}">
                  <a16:creationId xmlns:a16="http://schemas.microsoft.com/office/drawing/2014/main" id="{DDA4A975-78C9-40E3-B967-16767F37C4AF}"/>
                </a:ext>
              </a:extLst>
            </p:cNvPr>
            <p:cNvSpPr txBox="1"/>
            <p:nvPr/>
          </p:nvSpPr>
          <p:spPr>
            <a:xfrm>
              <a:off x="7966736" y="2605199"/>
              <a:ext cx="547653" cy="523220"/>
            </a:xfrm>
            <a:prstGeom prst="rect">
              <a:avLst/>
            </a:prstGeom>
            <a:noFill/>
          </p:spPr>
          <p:txBody>
            <a:bodyPr wrap="square">
              <a:spAutoFit/>
            </a:bodyPr>
            <a:lstStyle/>
            <a:p>
              <a:pPr algn="ctr"/>
              <a:r>
                <a:rPr lang="zh-CN" altLang="en-US" sz="2800" b="1" dirty="0">
                  <a:solidFill>
                    <a:schemeClr val="accent1">
                      <a:lumMod val="75000"/>
                    </a:schemeClr>
                  </a:solidFill>
                </a:rPr>
                <a:t>⊕</a:t>
              </a:r>
            </a:p>
          </p:txBody>
        </p:sp>
      </p:grpSp>
      <p:sp>
        <p:nvSpPr>
          <p:cNvPr id="83" name="矩形 82">
            <a:extLst>
              <a:ext uri="{FF2B5EF4-FFF2-40B4-BE49-F238E27FC236}">
                <a16:creationId xmlns:a16="http://schemas.microsoft.com/office/drawing/2014/main" id="{D8FF5894-1276-4FC8-B80A-68463D7A00F6}"/>
              </a:ext>
            </a:extLst>
          </p:cNvPr>
          <p:cNvSpPr/>
          <p:nvPr/>
        </p:nvSpPr>
        <p:spPr>
          <a:xfrm>
            <a:off x="304800" y="5335585"/>
            <a:ext cx="1204948" cy="1020462"/>
          </a:xfrm>
          <a:prstGeom prst="rect">
            <a:avLst/>
          </a:prstGeom>
          <a:solidFill>
            <a:schemeClr val="accent3">
              <a:lumMod val="75000"/>
            </a:schemeClr>
          </a:solidFill>
          <a:ln>
            <a:solidFill>
              <a:schemeClr val="accent3">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CN" sz="3200" b="1" dirty="0">
                <a:latin typeface="Arial Black" panose="020B0A04020102020204" pitchFamily="34" charset="0"/>
              </a:rPr>
              <a:t>4</a:t>
            </a:r>
            <a:endParaRPr lang="zh-CN" altLang="en-US" sz="3200" b="1" dirty="0">
              <a:latin typeface="Arial Black" panose="020B0A04020102020204" pitchFamily="34" charset="0"/>
            </a:endParaRPr>
          </a:p>
        </p:txBody>
      </p:sp>
      <p:grpSp>
        <p:nvGrpSpPr>
          <p:cNvPr id="84" name="组合 83">
            <a:extLst>
              <a:ext uri="{FF2B5EF4-FFF2-40B4-BE49-F238E27FC236}">
                <a16:creationId xmlns:a16="http://schemas.microsoft.com/office/drawing/2014/main" id="{E41919CB-B7AF-4E43-B27C-9AD8151F22CC}"/>
              </a:ext>
            </a:extLst>
          </p:cNvPr>
          <p:cNvGrpSpPr/>
          <p:nvPr/>
        </p:nvGrpSpPr>
        <p:grpSpPr>
          <a:xfrm>
            <a:off x="1509747" y="5335121"/>
            <a:ext cx="4823318" cy="1020462"/>
            <a:chOff x="1523649" y="1956155"/>
            <a:chExt cx="4823318" cy="1020462"/>
          </a:xfrm>
        </p:grpSpPr>
        <p:sp>
          <p:nvSpPr>
            <p:cNvPr id="85" name="文本框 84">
              <a:extLst>
                <a:ext uri="{FF2B5EF4-FFF2-40B4-BE49-F238E27FC236}">
                  <a16:creationId xmlns:a16="http://schemas.microsoft.com/office/drawing/2014/main" id="{6DE892B2-6518-4E4D-BBFF-0BEF4BEBA80C}"/>
                </a:ext>
              </a:extLst>
            </p:cNvPr>
            <p:cNvSpPr txBox="1"/>
            <p:nvPr/>
          </p:nvSpPr>
          <p:spPr>
            <a:xfrm>
              <a:off x="1672475" y="1994023"/>
              <a:ext cx="3169985" cy="400110"/>
            </a:xfrm>
            <a:prstGeom prst="rect">
              <a:avLst/>
            </a:prstGeom>
            <a:noFill/>
          </p:spPr>
          <p:txBody>
            <a:bodyPr wrap="square" rtlCol="0">
              <a:spAutoFit/>
            </a:bodyPr>
            <a:lstStyle/>
            <a:p>
              <a:r>
                <a:rPr lang="zh-CN" altLang="en-US" sz="2000" b="1" dirty="0">
                  <a:solidFill>
                    <a:schemeClr val="accent3">
                      <a:lumMod val="75000"/>
                    </a:schemeClr>
                  </a:solidFill>
                </a:rPr>
                <a:t>检查“余数”</a:t>
              </a:r>
            </a:p>
          </p:txBody>
        </p:sp>
        <p:sp>
          <p:nvSpPr>
            <p:cNvPr id="86" name="矩形 85">
              <a:extLst>
                <a:ext uri="{FF2B5EF4-FFF2-40B4-BE49-F238E27FC236}">
                  <a16:creationId xmlns:a16="http://schemas.microsoft.com/office/drawing/2014/main" id="{A54AE4FF-97E0-443E-90ED-143A35912365}"/>
                </a:ext>
              </a:extLst>
            </p:cNvPr>
            <p:cNvSpPr/>
            <p:nvPr/>
          </p:nvSpPr>
          <p:spPr>
            <a:xfrm>
              <a:off x="1523649" y="1956155"/>
              <a:ext cx="4823318" cy="1020462"/>
            </a:xfrm>
            <a:prstGeom prst="rect">
              <a:avLst/>
            </a:prstGeom>
            <a:noFill/>
            <a:ln>
              <a:solidFill>
                <a:schemeClr val="accent3">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sz="3200" b="1" dirty="0">
                <a:latin typeface="Arial Black" panose="020B0A04020102020204" pitchFamily="34" charset="0"/>
              </a:endParaRPr>
            </a:p>
          </p:txBody>
        </p:sp>
      </p:grpSp>
      <p:sp>
        <p:nvSpPr>
          <p:cNvPr id="87" name="文本框 86">
            <a:extLst>
              <a:ext uri="{FF2B5EF4-FFF2-40B4-BE49-F238E27FC236}">
                <a16:creationId xmlns:a16="http://schemas.microsoft.com/office/drawing/2014/main" id="{167CFC06-58BB-43AD-A90F-6E660AEAD16C}"/>
              </a:ext>
            </a:extLst>
          </p:cNvPr>
          <p:cNvSpPr txBox="1"/>
          <p:nvPr/>
        </p:nvSpPr>
        <p:spPr>
          <a:xfrm>
            <a:off x="1658573" y="5704966"/>
            <a:ext cx="4660590" cy="646331"/>
          </a:xfrm>
          <a:prstGeom prst="rect">
            <a:avLst/>
          </a:prstGeom>
          <a:noFill/>
        </p:spPr>
        <p:txBody>
          <a:bodyPr wrap="square" rtlCol="0">
            <a:spAutoFit/>
          </a:bodyPr>
          <a:lstStyle/>
          <a:p>
            <a:r>
              <a:rPr lang="zh-CN" altLang="en-US" b="1" dirty="0"/>
              <a:t>余数的位数应与生成多项式最高次数相同，如果位数不够，则在余数前补</a:t>
            </a:r>
            <a:r>
              <a:rPr lang="en-US" altLang="zh-CN" b="1" dirty="0"/>
              <a:t>0</a:t>
            </a:r>
            <a:r>
              <a:rPr lang="zh-CN" altLang="en-US" b="1" dirty="0"/>
              <a:t>来凑足位数。</a:t>
            </a:r>
          </a:p>
        </p:txBody>
      </p:sp>
      <p:sp>
        <p:nvSpPr>
          <p:cNvPr id="88" name="文本框 87">
            <a:extLst>
              <a:ext uri="{FF2B5EF4-FFF2-40B4-BE49-F238E27FC236}">
                <a16:creationId xmlns:a16="http://schemas.microsoft.com/office/drawing/2014/main" id="{1309414C-82C0-460F-AFE3-48031B79B214}"/>
              </a:ext>
            </a:extLst>
          </p:cNvPr>
          <p:cNvSpPr txBox="1"/>
          <p:nvPr/>
        </p:nvSpPr>
        <p:spPr>
          <a:xfrm>
            <a:off x="10372880" y="5589259"/>
            <a:ext cx="816396" cy="523220"/>
          </a:xfrm>
          <a:prstGeom prst="rect">
            <a:avLst/>
          </a:prstGeom>
          <a:noFill/>
        </p:spPr>
        <p:txBody>
          <a:bodyPr wrap="square" rtlCol="0">
            <a:spAutoFit/>
          </a:bodyPr>
          <a:lstStyle/>
          <a:p>
            <a:r>
              <a:rPr lang="en-US" altLang="zh-CN" sz="2800" b="1" spc="600" dirty="0">
                <a:solidFill>
                  <a:schemeClr val="accent2"/>
                </a:solidFill>
                <a:latin typeface="Arial Black" panose="020B0A04020102020204" pitchFamily="34" charset="0"/>
              </a:rPr>
              <a:t>00</a:t>
            </a:r>
            <a:endParaRPr lang="zh-CN" altLang="en-US" sz="2800" b="1" spc="600" dirty="0">
              <a:solidFill>
                <a:schemeClr val="accent2"/>
              </a:solidFill>
              <a:latin typeface="Arial Black" panose="020B0A04020102020204" pitchFamily="34" charset="0"/>
            </a:endParaRPr>
          </a:p>
        </p:txBody>
      </p:sp>
      <p:sp>
        <p:nvSpPr>
          <p:cNvPr id="79" name="文本框 78">
            <a:extLst>
              <a:ext uri="{FF2B5EF4-FFF2-40B4-BE49-F238E27FC236}">
                <a16:creationId xmlns:a16="http://schemas.microsoft.com/office/drawing/2014/main" id="{76AE5F02-F732-4E5B-9F35-F3D3F9492EBD}"/>
              </a:ext>
            </a:extLst>
          </p:cNvPr>
          <p:cNvSpPr txBox="1"/>
          <p:nvPr/>
        </p:nvSpPr>
        <p:spPr>
          <a:xfrm>
            <a:off x="10372880" y="5589259"/>
            <a:ext cx="1309280" cy="523220"/>
          </a:xfrm>
          <a:prstGeom prst="rect">
            <a:avLst/>
          </a:prstGeom>
          <a:noFill/>
        </p:spPr>
        <p:txBody>
          <a:bodyPr wrap="square" rtlCol="0">
            <a:spAutoFit/>
          </a:bodyPr>
          <a:lstStyle/>
          <a:p>
            <a:r>
              <a:rPr lang="en-US" altLang="zh-CN" sz="2800" b="1" spc="600" dirty="0">
                <a:solidFill>
                  <a:schemeClr val="accent2"/>
                </a:solidFill>
                <a:latin typeface="Arial Black" panose="020B0A04020102020204" pitchFamily="34" charset="0"/>
              </a:rPr>
              <a:t>001</a:t>
            </a:r>
            <a:endParaRPr lang="zh-CN" altLang="en-US" sz="2800" b="1" spc="600" dirty="0">
              <a:solidFill>
                <a:schemeClr val="accent2"/>
              </a:solidFill>
              <a:latin typeface="Arial Black" panose="020B0A04020102020204" pitchFamily="34" charset="0"/>
            </a:endParaRPr>
          </a:p>
        </p:txBody>
      </p:sp>
      <p:sp>
        <p:nvSpPr>
          <p:cNvPr id="81" name="文本框 80">
            <a:extLst>
              <a:ext uri="{FF2B5EF4-FFF2-40B4-BE49-F238E27FC236}">
                <a16:creationId xmlns:a16="http://schemas.microsoft.com/office/drawing/2014/main" id="{BA6C513A-3A6B-4043-894D-0BE69E1A6F1B}"/>
              </a:ext>
            </a:extLst>
          </p:cNvPr>
          <p:cNvSpPr txBox="1"/>
          <p:nvPr/>
        </p:nvSpPr>
        <p:spPr>
          <a:xfrm>
            <a:off x="8470806" y="2276539"/>
            <a:ext cx="2113867" cy="523220"/>
          </a:xfrm>
          <a:prstGeom prst="rect">
            <a:avLst/>
          </a:prstGeom>
          <a:noFill/>
        </p:spPr>
        <p:txBody>
          <a:bodyPr wrap="square" rtlCol="0">
            <a:spAutoFit/>
          </a:bodyPr>
          <a:lstStyle/>
          <a:p>
            <a:r>
              <a:rPr lang="en-US" altLang="zh-CN" sz="2800" b="1" spc="600" dirty="0">
                <a:latin typeface="Arial Black" panose="020B0A04020102020204" pitchFamily="34" charset="0"/>
              </a:rPr>
              <a:t>101001</a:t>
            </a:r>
            <a:endParaRPr lang="zh-CN" altLang="en-US" sz="2800" b="1" spc="600" dirty="0">
              <a:latin typeface="Arial Black" panose="020B0A04020102020204" pitchFamily="34" charset="0"/>
            </a:endParaRPr>
          </a:p>
        </p:txBody>
      </p:sp>
      <p:sp>
        <p:nvSpPr>
          <p:cNvPr id="6" name="对话气泡: 圆角矩形 5">
            <a:extLst>
              <a:ext uri="{FF2B5EF4-FFF2-40B4-BE49-F238E27FC236}">
                <a16:creationId xmlns:a16="http://schemas.microsoft.com/office/drawing/2014/main" id="{AFAF7427-56A1-4629-A1FC-7036E4D1688C}"/>
              </a:ext>
            </a:extLst>
          </p:cNvPr>
          <p:cNvSpPr/>
          <p:nvPr/>
        </p:nvSpPr>
        <p:spPr>
          <a:xfrm>
            <a:off x="8916566" y="5822147"/>
            <a:ext cx="1204948" cy="442828"/>
          </a:xfrm>
          <a:prstGeom prst="wedgeRoundRectCallout">
            <a:avLst>
              <a:gd name="adj1" fmla="val 73616"/>
              <a:gd name="adj2" fmla="val -38517"/>
              <a:gd name="adj3" fmla="val 16667"/>
            </a:avLst>
          </a:prstGeom>
          <a:solidFill>
            <a:schemeClr val="accent2"/>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zh-CN" altLang="en-US" b="1" dirty="0"/>
              <a:t>冗余码</a:t>
            </a:r>
          </a:p>
        </p:txBody>
      </p:sp>
    </p:spTree>
    <p:custDataLst>
      <p:tags r:id="rId1"/>
    </p:custDataLst>
    <p:extLst>
      <p:ext uri="{BB962C8B-B14F-4D97-AF65-F5344CB8AC3E}">
        <p14:creationId xmlns:p14="http://schemas.microsoft.com/office/powerpoint/2010/main" val="611323932"/>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2" presetClass="entr" presetSubtype="4" fill="hold" grpId="0" nodeType="withEffect">
                                  <p:stCondLst>
                                    <p:cond delay="0"/>
                                  </p:stCondLst>
                                  <p:childTnLst>
                                    <p:set>
                                      <p:cBhvr>
                                        <p:cTn id="6" dur="1" fill="hold">
                                          <p:stCondLst>
                                            <p:cond delay="0"/>
                                          </p:stCondLst>
                                        </p:cTn>
                                        <p:tgtEl>
                                          <p:spTgt spid="6"/>
                                        </p:tgtEl>
                                        <p:attrNameLst>
                                          <p:attrName>style.visibility</p:attrName>
                                        </p:attrNameLst>
                                      </p:cBhvr>
                                      <p:to>
                                        <p:strVal val="visible"/>
                                      </p:to>
                                    </p:set>
                                    <p:anim calcmode="lin" valueType="num">
                                      <p:cBhvr additive="base">
                                        <p:cTn id="7" dur="500"/>
                                        <p:tgtEl>
                                          <p:spTgt spid="6"/>
                                        </p:tgtEl>
                                        <p:attrNameLst>
                                          <p:attrName>ppt_y</p:attrName>
                                        </p:attrNameLst>
                                      </p:cBhvr>
                                      <p:tavLst>
                                        <p:tav tm="0">
                                          <p:val>
                                            <p:strVal val="#ppt_y+#ppt_h*1.125000"/>
                                          </p:val>
                                        </p:tav>
                                        <p:tav tm="100000">
                                          <p:val>
                                            <p:strVal val="#ppt_y"/>
                                          </p:val>
                                        </p:tav>
                                      </p:tavLst>
                                    </p:anim>
                                    <p:animEffect transition="in" filter="wipe(up)">
                                      <p:cBhvr>
                                        <p:cTn id="8" dur="500"/>
                                        <p:tgtEl>
                                          <p:spTgt spid="6"/>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6" grpId="0" animBg="1"/>
    </p:bldLst>
  </p:timing>
</p:sld>
</file>

<file path=ppt/slides/slide9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2" name="文本框 81">
            <a:extLst>
              <a:ext uri="{FF2B5EF4-FFF2-40B4-BE49-F238E27FC236}">
                <a16:creationId xmlns:a16="http://schemas.microsoft.com/office/drawing/2014/main" id="{5B1C015E-87DC-45E6-A3E7-D28D979826A6}"/>
              </a:ext>
            </a:extLst>
          </p:cNvPr>
          <p:cNvSpPr txBox="1"/>
          <p:nvPr/>
        </p:nvSpPr>
        <p:spPr>
          <a:xfrm>
            <a:off x="11001558" y="5594412"/>
            <a:ext cx="421003" cy="523220"/>
          </a:xfrm>
          <a:prstGeom prst="rect">
            <a:avLst/>
          </a:prstGeom>
          <a:noFill/>
        </p:spPr>
        <p:txBody>
          <a:bodyPr wrap="square" rtlCol="0">
            <a:spAutoFit/>
          </a:bodyPr>
          <a:lstStyle/>
          <a:p>
            <a:r>
              <a:rPr lang="en-US" altLang="zh-CN" sz="2800" b="1" spc="600" dirty="0">
                <a:solidFill>
                  <a:schemeClr val="accent2"/>
                </a:solidFill>
                <a:latin typeface="Arial Black" panose="020B0A04020102020204" pitchFamily="34" charset="0"/>
              </a:rPr>
              <a:t>1</a:t>
            </a:r>
            <a:endParaRPr lang="zh-CN" altLang="en-US" sz="2800" b="1" spc="600" dirty="0">
              <a:solidFill>
                <a:schemeClr val="accent2"/>
              </a:solidFill>
              <a:latin typeface="Arial Black" panose="020B0A04020102020204" pitchFamily="34" charset="0"/>
            </a:endParaRPr>
          </a:p>
        </p:txBody>
      </p:sp>
      <p:grpSp>
        <p:nvGrpSpPr>
          <p:cNvPr id="4" name="组合 3">
            <a:extLst>
              <a:ext uri="{FF2B5EF4-FFF2-40B4-BE49-F238E27FC236}">
                <a16:creationId xmlns:a16="http://schemas.microsoft.com/office/drawing/2014/main" id="{9A1EA9F2-FCB6-48C3-935F-7AE7E3AD14AC}"/>
              </a:ext>
            </a:extLst>
          </p:cNvPr>
          <p:cNvGrpSpPr/>
          <p:nvPr/>
        </p:nvGrpSpPr>
        <p:grpSpPr>
          <a:xfrm>
            <a:off x="304800" y="749300"/>
            <a:ext cx="6192343" cy="400110"/>
            <a:chOff x="424117" y="898245"/>
            <a:chExt cx="6192343" cy="400110"/>
          </a:xfrm>
        </p:grpSpPr>
        <p:sp>
          <p:nvSpPr>
            <p:cNvPr id="2" name="平行四边形 1">
              <a:extLst>
                <a:ext uri="{FF2B5EF4-FFF2-40B4-BE49-F238E27FC236}">
                  <a16:creationId xmlns:a16="http://schemas.microsoft.com/office/drawing/2014/main" id="{1F5BAA3F-9845-4F89-A2DD-8222D3E4EDAC}"/>
                </a:ext>
              </a:extLst>
            </p:cNvPr>
            <p:cNvSpPr/>
            <p:nvPr/>
          </p:nvSpPr>
          <p:spPr>
            <a:xfrm>
              <a:off x="424117" y="898245"/>
              <a:ext cx="711200" cy="387090"/>
            </a:xfrm>
            <a:prstGeom prst="parallelogram">
              <a:avLst/>
            </a:prstGeom>
            <a:solidFill>
              <a:schemeClr val="accent3">
                <a:lumMod val="75000"/>
              </a:schemeClr>
            </a:solidFill>
            <a:ln>
              <a:solidFill>
                <a:schemeClr val="accent3">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CN" sz="2200" dirty="0">
                  <a:latin typeface="Impact" panose="020B0806030902050204" pitchFamily="34" charset="0"/>
                </a:rPr>
                <a:t>03</a:t>
              </a:r>
              <a:endParaRPr lang="zh-CN" altLang="en-US" sz="2200" dirty="0">
                <a:latin typeface="Impact" panose="020B0806030902050204" pitchFamily="34" charset="0"/>
              </a:endParaRPr>
            </a:p>
          </p:txBody>
        </p:sp>
        <p:sp>
          <p:nvSpPr>
            <p:cNvPr id="3" name="文本框 2">
              <a:extLst>
                <a:ext uri="{FF2B5EF4-FFF2-40B4-BE49-F238E27FC236}">
                  <a16:creationId xmlns:a16="http://schemas.microsoft.com/office/drawing/2014/main" id="{4D6BD736-A4D3-4F26-AFED-36E11F50F70B}"/>
                </a:ext>
              </a:extLst>
            </p:cNvPr>
            <p:cNvSpPr txBox="1"/>
            <p:nvPr/>
          </p:nvSpPr>
          <p:spPr>
            <a:xfrm>
              <a:off x="1204755" y="898245"/>
              <a:ext cx="5411705" cy="400110"/>
            </a:xfrm>
            <a:prstGeom prst="rect">
              <a:avLst/>
            </a:prstGeom>
            <a:noFill/>
          </p:spPr>
          <p:txBody>
            <a:bodyPr wrap="square" rtlCol="0">
              <a:spAutoFit/>
            </a:bodyPr>
            <a:lstStyle/>
            <a:p>
              <a:r>
                <a:rPr lang="zh-CN" altLang="en-US" sz="2000" b="1" dirty="0"/>
                <a:t>循环冗余校验</a:t>
              </a:r>
            </a:p>
          </p:txBody>
        </p:sp>
      </p:grpSp>
      <mc:AlternateContent xmlns:mc="http://schemas.openxmlformats.org/markup-compatibility/2006" xmlns:a14="http://schemas.microsoft.com/office/drawing/2010/main">
        <mc:Choice Requires="a14">
          <p:sp>
            <p:nvSpPr>
              <p:cNvPr id="5" name="文本框 4">
                <a:extLst>
                  <a:ext uri="{FF2B5EF4-FFF2-40B4-BE49-F238E27FC236}">
                    <a16:creationId xmlns:a16="http://schemas.microsoft.com/office/drawing/2014/main" id="{7EF8B8FD-A564-4AFB-A9EC-CF5287AF5CB1}"/>
                  </a:ext>
                </a:extLst>
              </p:cNvPr>
              <p:cNvSpPr txBox="1"/>
              <p:nvPr/>
            </p:nvSpPr>
            <p:spPr>
              <a:xfrm>
                <a:off x="1016000" y="1149410"/>
                <a:ext cx="10703085" cy="407099"/>
              </a:xfrm>
              <a:prstGeom prst="rect">
                <a:avLst/>
              </a:prstGeom>
              <a:noFill/>
            </p:spPr>
            <p:txBody>
              <a:bodyPr wrap="square" rtlCol="0">
                <a:spAutoFit/>
              </a:bodyPr>
              <a:lstStyle/>
              <a:p>
                <a:r>
                  <a:rPr lang="en-US" altLang="zh-CN" sz="2000" b="1" dirty="0"/>
                  <a:t>【CRC</a:t>
                </a:r>
                <a:r>
                  <a:rPr lang="zh-CN" altLang="en-US" sz="2000" b="1" dirty="0"/>
                  <a:t>举例</a:t>
                </a:r>
                <a:r>
                  <a:rPr lang="en-US" altLang="zh-CN" sz="2000" b="1" dirty="0"/>
                  <a:t>】</a:t>
                </a:r>
                <a:r>
                  <a:rPr lang="zh-CN" altLang="en-US" sz="2000" b="1" dirty="0"/>
                  <a:t>待发送的数据为</a:t>
                </a:r>
                <a:r>
                  <a:rPr lang="en-US" altLang="zh-CN" sz="2000" b="1" dirty="0"/>
                  <a:t>101001</a:t>
                </a:r>
                <a:r>
                  <a:rPr lang="zh-CN" altLang="en-US" sz="2000" b="1" dirty="0"/>
                  <a:t>，生成多项式为</a:t>
                </a:r>
                <a14:m>
                  <m:oMath xmlns:m="http://schemas.openxmlformats.org/officeDocument/2006/math">
                    <m:r>
                      <a:rPr lang="en-US" altLang="zh-CN" sz="2000" b="1" i="1" smtClean="0">
                        <a:latin typeface="Cambria Math" panose="02040503050406030204" pitchFamily="18" charset="0"/>
                      </a:rPr>
                      <m:t>𝑮</m:t>
                    </m:r>
                    <m:d>
                      <m:dPr>
                        <m:ctrlPr>
                          <a:rPr lang="en-US" altLang="zh-CN" sz="2000" b="1" i="1" smtClean="0">
                            <a:latin typeface="Cambria Math" panose="02040503050406030204" pitchFamily="18" charset="0"/>
                          </a:rPr>
                        </m:ctrlPr>
                      </m:dPr>
                      <m:e>
                        <m:r>
                          <a:rPr lang="en-US" altLang="zh-CN" sz="2000" b="1" i="1" smtClean="0">
                            <a:latin typeface="Cambria Math" panose="02040503050406030204" pitchFamily="18" charset="0"/>
                          </a:rPr>
                          <m:t>𝑿</m:t>
                        </m:r>
                      </m:e>
                    </m:d>
                    <m:r>
                      <a:rPr lang="en-US" altLang="zh-CN" sz="2000" b="1" i="1" smtClean="0">
                        <a:latin typeface="Cambria Math" panose="02040503050406030204" pitchFamily="18" charset="0"/>
                      </a:rPr>
                      <m:t>=</m:t>
                    </m:r>
                    <m:sSup>
                      <m:sSupPr>
                        <m:ctrlPr>
                          <a:rPr lang="en-US" altLang="zh-CN" sz="2000" b="1" i="1" smtClean="0">
                            <a:latin typeface="Cambria Math" panose="02040503050406030204" pitchFamily="18" charset="0"/>
                          </a:rPr>
                        </m:ctrlPr>
                      </m:sSupPr>
                      <m:e>
                        <m:r>
                          <a:rPr lang="en-US" altLang="zh-CN" sz="2000" b="1" i="1" smtClean="0">
                            <a:latin typeface="Cambria Math" panose="02040503050406030204" pitchFamily="18" charset="0"/>
                          </a:rPr>
                          <m:t> </m:t>
                        </m:r>
                        <m:r>
                          <a:rPr lang="en-US" altLang="zh-CN" sz="2000" b="1" i="1" smtClean="0">
                            <a:latin typeface="Cambria Math" panose="02040503050406030204" pitchFamily="18" charset="0"/>
                          </a:rPr>
                          <m:t>𝑿</m:t>
                        </m:r>
                      </m:e>
                      <m:sup>
                        <m:r>
                          <a:rPr lang="en-US" altLang="zh-CN" sz="2000" b="1" i="1" smtClean="0">
                            <a:latin typeface="Cambria Math" panose="02040503050406030204" pitchFamily="18" charset="0"/>
                          </a:rPr>
                          <m:t>𝟑</m:t>
                        </m:r>
                      </m:sup>
                    </m:sSup>
                    <m:r>
                      <a:rPr lang="en-US" altLang="zh-CN" sz="2000" b="1" i="1" smtClean="0">
                        <a:latin typeface="Cambria Math" panose="02040503050406030204" pitchFamily="18" charset="0"/>
                        <a:ea typeface="Cambria Math" panose="02040503050406030204" pitchFamily="18" charset="0"/>
                      </a:rPr>
                      <m:t>+</m:t>
                    </m:r>
                    <m:sSup>
                      <m:sSupPr>
                        <m:ctrlPr>
                          <a:rPr lang="en-US" altLang="zh-CN" sz="2000" b="1" i="1" smtClean="0">
                            <a:latin typeface="Cambria Math" panose="02040503050406030204" pitchFamily="18" charset="0"/>
                            <a:ea typeface="Cambria Math" panose="02040503050406030204" pitchFamily="18" charset="0"/>
                          </a:rPr>
                        </m:ctrlPr>
                      </m:sSupPr>
                      <m:e>
                        <m:r>
                          <a:rPr lang="en-US" altLang="zh-CN" sz="2000" b="1" i="1" smtClean="0">
                            <a:latin typeface="Cambria Math" panose="02040503050406030204" pitchFamily="18" charset="0"/>
                            <a:ea typeface="Cambria Math" panose="02040503050406030204" pitchFamily="18" charset="0"/>
                          </a:rPr>
                          <m:t> </m:t>
                        </m:r>
                        <m:r>
                          <a:rPr lang="en-US" altLang="zh-CN" sz="2000" b="1" i="1" smtClean="0">
                            <a:latin typeface="Cambria Math" panose="02040503050406030204" pitchFamily="18" charset="0"/>
                            <a:ea typeface="Cambria Math" panose="02040503050406030204" pitchFamily="18" charset="0"/>
                          </a:rPr>
                          <m:t>𝑿</m:t>
                        </m:r>
                      </m:e>
                      <m:sup>
                        <m:r>
                          <a:rPr lang="en-US" altLang="zh-CN" sz="2000" b="1" i="1" smtClean="0">
                            <a:latin typeface="Cambria Math" panose="02040503050406030204" pitchFamily="18" charset="0"/>
                            <a:ea typeface="Cambria Math" panose="02040503050406030204" pitchFamily="18" charset="0"/>
                          </a:rPr>
                          <m:t>𝟐</m:t>
                        </m:r>
                      </m:sup>
                    </m:sSup>
                    <m:r>
                      <a:rPr lang="en-US" altLang="zh-CN" sz="2000" b="1" i="1" smtClean="0">
                        <a:latin typeface="Cambria Math" panose="02040503050406030204" pitchFamily="18" charset="0"/>
                        <a:ea typeface="Cambria Math" panose="02040503050406030204" pitchFamily="18" charset="0"/>
                      </a:rPr>
                      <m:t>+</m:t>
                    </m:r>
                    <m:r>
                      <a:rPr lang="en-US" altLang="zh-CN" sz="2000" b="1" i="1" smtClean="0">
                        <a:latin typeface="Cambria Math" panose="02040503050406030204" pitchFamily="18" charset="0"/>
                        <a:ea typeface="Cambria Math" panose="02040503050406030204" pitchFamily="18" charset="0"/>
                      </a:rPr>
                      <m:t>𝟏</m:t>
                    </m:r>
                    <m:r>
                      <a:rPr lang="zh-CN" altLang="en-US" sz="2000" b="1" i="1">
                        <a:latin typeface="Cambria Math" panose="02040503050406030204" pitchFamily="18" charset="0"/>
                        <a:ea typeface="Cambria Math" panose="02040503050406030204" pitchFamily="18" charset="0"/>
                      </a:rPr>
                      <m:t>，</m:t>
                    </m:r>
                  </m:oMath>
                </a14:m>
                <a:r>
                  <a:rPr lang="zh-CN" altLang="en-US" sz="2000" b="1" dirty="0"/>
                  <a:t>计算冗余码。</a:t>
                </a:r>
              </a:p>
            </p:txBody>
          </p:sp>
        </mc:Choice>
        <mc:Fallback xmlns="">
          <p:sp>
            <p:nvSpPr>
              <p:cNvPr id="5" name="文本框 4">
                <a:extLst>
                  <a:ext uri="{FF2B5EF4-FFF2-40B4-BE49-F238E27FC236}">
                    <a16:creationId xmlns:a16="http://schemas.microsoft.com/office/drawing/2014/main" id="{7EF8B8FD-A564-4AFB-A9EC-CF5287AF5CB1}"/>
                  </a:ext>
                </a:extLst>
              </p:cNvPr>
              <p:cNvSpPr txBox="1">
                <a:spLocks noRot="1" noChangeAspect="1" noMove="1" noResize="1" noEditPoints="1" noAdjustHandles="1" noChangeArrowheads="1" noChangeShapeType="1" noTextEdit="1"/>
              </p:cNvSpPr>
              <p:nvPr/>
            </p:nvSpPr>
            <p:spPr>
              <a:xfrm>
                <a:off x="1016000" y="1149410"/>
                <a:ext cx="10703085" cy="407099"/>
              </a:xfrm>
              <a:prstGeom prst="rect">
                <a:avLst/>
              </a:prstGeom>
              <a:blipFill>
                <a:blip r:embed="rId3"/>
                <a:stretch>
                  <a:fillRect l="-627" t="-9091" b="-27273"/>
                </a:stretch>
              </a:blipFill>
            </p:spPr>
            <p:txBody>
              <a:bodyPr/>
              <a:lstStyle/>
              <a:p>
                <a:r>
                  <a:rPr lang="zh-CN" altLang="en-US">
                    <a:noFill/>
                  </a:rPr>
                  <a:t> </a:t>
                </a:r>
              </a:p>
            </p:txBody>
          </p:sp>
        </mc:Fallback>
      </mc:AlternateContent>
      <p:sp>
        <p:nvSpPr>
          <p:cNvPr id="30" name="文本框 29">
            <a:extLst>
              <a:ext uri="{FF2B5EF4-FFF2-40B4-BE49-F238E27FC236}">
                <a16:creationId xmlns:a16="http://schemas.microsoft.com/office/drawing/2014/main" id="{7FB4EBA1-79C4-4446-A0F0-2599139D46B9}"/>
              </a:ext>
            </a:extLst>
          </p:cNvPr>
          <p:cNvSpPr txBox="1"/>
          <p:nvPr/>
        </p:nvSpPr>
        <p:spPr>
          <a:xfrm>
            <a:off x="8470806" y="2276539"/>
            <a:ext cx="2113867" cy="523220"/>
          </a:xfrm>
          <a:prstGeom prst="rect">
            <a:avLst/>
          </a:prstGeom>
          <a:noFill/>
        </p:spPr>
        <p:txBody>
          <a:bodyPr wrap="square" rtlCol="0">
            <a:spAutoFit/>
          </a:bodyPr>
          <a:lstStyle/>
          <a:p>
            <a:r>
              <a:rPr lang="en-US" altLang="zh-CN" sz="2800" b="1" spc="600" dirty="0">
                <a:latin typeface="Arial Black" panose="020B0A04020102020204" pitchFamily="34" charset="0"/>
              </a:rPr>
              <a:t>101001</a:t>
            </a:r>
            <a:endParaRPr lang="zh-CN" altLang="en-US" sz="2800" b="1" spc="600" dirty="0">
              <a:latin typeface="Arial Black" panose="020B0A04020102020204" pitchFamily="34" charset="0"/>
            </a:endParaRPr>
          </a:p>
        </p:txBody>
      </p:sp>
      <p:sp>
        <p:nvSpPr>
          <p:cNvPr id="32" name="文本框 31">
            <a:extLst>
              <a:ext uri="{FF2B5EF4-FFF2-40B4-BE49-F238E27FC236}">
                <a16:creationId xmlns:a16="http://schemas.microsoft.com/office/drawing/2014/main" id="{CA8A3404-60F5-4210-92D9-DCE5B57DB1C9}"/>
              </a:ext>
            </a:extLst>
          </p:cNvPr>
          <p:cNvSpPr txBox="1"/>
          <p:nvPr/>
        </p:nvSpPr>
        <p:spPr>
          <a:xfrm>
            <a:off x="10353329" y="2276539"/>
            <a:ext cx="1204948" cy="523220"/>
          </a:xfrm>
          <a:prstGeom prst="rect">
            <a:avLst/>
          </a:prstGeom>
          <a:noFill/>
        </p:spPr>
        <p:txBody>
          <a:bodyPr wrap="square" rtlCol="0">
            <a:spAutoFit/>
          </a:bodyPr>
          <a:lstStyle/>
          <a:p>
            <a:r>
              <a:rPr lang="en-US" altLang="zh-CN" sz="2800" b="1" spc="600" dirty="0">
                <a:solidFill>
                  <a:schemeClr val="accent4"/>
                </a:solidFill>
                <a:latin typeface="Arial Black" panose="020B0A04020102020204" pitchFamily="34" charset="0"/>
              </a:rPr>
              <a:t>000</a:t>
            </a:r>
            <a:endParaRPr lang="zh-CN" altLang="en-US" sz="2800" b="1" spc="600" dirty="0">
              <a:solidFill>
                <a:schemeClr val="accent4"/>
              </a:solidFill>
              <a:latin typeface="Arial Black" panose="020B0A04020102020204" pitchFamily="34" charset="0"/>
            </a:endParaRPr>
          </a:p>
        </p:txBody>
      </p:sp>
      <p:sp>
        <p:nvSpPr>
          <p:cNvPr id="56" name="矩形 55">
            <a:extLst>
              <a:ext uri="{FF2B5EF4-FFF2-40B4-BE49-F238E27FC236}">
                <a16:creationId xmlns:a16="http://schemas.microsoft.com/office/drawing/2014/main" id="{8ACC1DC7-044B-4CF1-ADE5-A40D6D20D85F}"/>
              </a:ext>
            </a:extLst>
          </p:cNvPr>
          <p:cNvSpPr/>
          <p:nvPr/>
        </p:nvSpPr>
        <p:spPr>
          <a:xfrm>
            <a:off x="318702" y="1956619"/>
            <a:ext cx="1204948" cy="1020462"/>
          </a:xfrm>
          <a:prstGeom prst="rect">
            <a:avLst/>
          </a:prstGeom>
          <a:solidFill>
            <a:schemeClr val="accent3">
              <a:lumMod val="75000"/>
            </a:schemeClr>
          </a:solidFill>
          <a:ln>
            <a:solidFill>
              <a:schemeClr val="accent3">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CN" sz="3200" b="1" dirty="0">
                <a:latin typeface="Arial Black" panose="020B0A04020102020204" pitchFamily="34" charset="0"/>
              </a:rPr>
              <a:t>1</a:t>
            </a:r>
            <a:endParaRPr lang="zh-CN" altLang="en-US" sz="3200" b="1" dirty="0">
              <a:latin typeface="Arial Black" panose="020B0A04020102020204" pitchFamily="34" charset="0"/>
            </a:endParaRPr>
          </a:p>
        </p:txBody>
      </p:sp>
      <p:grpSp>
        <p:nvGrpSpPr>
          <p:cNvPr id="62" name="组合 61">
            <a:extLst>
              <a:ext uri="{FF2B5EF4-FFF2-40B4-BE49-F238E27FC236}">
                <a16:creationId xmlns:a16="http://schemas.microsoft.com/office/drawing/2014/main" id="{ACC7BAD9-1D8C-459A-B04B-90667871AD60}"/>
              </a:ext>
            </a:extLst>
          </p:cNvPr>
          <p:cNvGrpSpPr/>
          <p:nvPr/>
        </p:nvGrpSpPr>
        <p:grpSpPr>
          <a:xfrm>
            <a:off x="1523649" y="1956155"/>
            <a:ext cx="4809417" cy="1020462"/>
            <a:chOff x="1523649" y="1956155"/>
            <a:chExt cx="4809417" cy="1020462"/>
          </a:xfrm>
        </p:grpSpPr>
        <p:sp>
          <p:nvSpPr>
            <p:cNvPr id="55" name="文本框 54">
              <a:extLst>
                <a:ext uri="{FF2B5EF4-FFF2-40B4-BE49-F238E27FC236}">
                  <a16:creationId xmlns:a16="http://schemas.microsoft.com/office/drawing/2014/main" id="{42458A9D-BE9F-40B3-BEEC-B79EBFC6DFFA}"/>
                </a:ext>
              </a:extLst>
            </p:cNvPr>
            <p:cNvSpPr txBox="1"/>
            <p:nvPr/>
          </p:nvSpPr>
          <p:spPr>
            <a:xfrm>
              <a:off x="1672476" y="1994023"/>
              <a:ext cx="2022766" cy="407099"/>
            </a:xfrm>
            <a:prstGeom prst="rect">
              <a:avLst/>
            </a:prstGeom>
            <a:noFill/>
          </p:spPr>
          <p:txBody>
            <a:bodyPr wrap="square" rtlCol="0">
              <a:spAutoFit/>
            </a:bodyPr>
            <a:lstStyle/>
            <a:p>
              <a:r>
                <a:rPr lang="zh-CN" altLang="en-US" sz="2000" b="1" dirty="0">
                  <a:solidFill>
                    <a:schemeClr val="accent3">
                      <a:lumMod val="75000"/>
                    </a:schemeClr>
                  </a:solidFill>
                </a:rPr>
                <a:t>构造“被除数”</a:t>
              </a:r>
            </a:p>
          </p:txBody>
        </p:sp>
        <p:sp>
          <p:nvSpPr>
            <p:cNvPr id="60" name="矩形 59">
              <a:extLst>
                <a:ext uri="{FF2B5EF4-FFF2-40B4-BE49-F238E27FC236}">
                  <a16:creationId xmlns:a16="http://schemas.microsoft.com/office/drawing/2014/main" id="{6B4E7A05-B94E-4D5A-BCAE-96F5525ED4D1}"/>
                </a:ext>
              </a:extLst>
            </p:cNvPr>
            <p:cNvSpPr/>
            <p:nvPr/>
          </p:nvSpPr>
          <p:spPr>
            <a:xfrm>
              <a:off x="1523649" y="1956155"/>
              <a:ext cx="4809417" cy="1020462"/>
            </a:xfrm>
            <a:prstGeom prst="rect">
              <a:avLst/>
            </a:prstGeom>
            <a:noFill/>
            <a:ln>
              <a:solidFill>
                <a:schemeClr val="accent3">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sz="3200" b="1" dirty="0">
                <a:latin typeface="Arial Black" panose="020B0A04020102020204" pitchFamily="34" charset="0"/>
              </a:endParaRPr>
            </a:p>
          </p:txBody>
        </p:sp>
      </p:grpSp>
      <p:sp>
        <p:nvSpPr>
          <p:cNvPr id="61" name="文本框 60">
            <a:extLst>
              <a:ext uri="{FF2B5EF4-FFF2-40B4-BE49-F238E27FC236}">
                <a16:creationId xmlns:a16="http://schemas.microsoft.com/office/drawing/2014/main" id="{11F6B84F-0A9D-4890-AAB9-6FA24D9B5C0E}"/>
              </a:ext>
            </a:extLst>
          </p:cNvPr>
          <p:cNvSpPr txBox="1"/>
          <p:nvPr/>
        </p:nvSpPr>
        <p:spPr>
          <a:xfrm>
            <a:off x="1672475" y="2450988"/>
            <a:ext cx="4660591" cy="369332"/>
          </a:xfrm>
          <a:prstGeom prst="rect">
            <a:avLst/>
          </a:prstGeom>
          <a:noFill/>
        </p:spPr>
        <p:txBody>
          <a:bodyPr wrap="square" rtlCol="0">
            <a:spAutoFit/>
          </a:bodyPr>
          <a:lstStyle/>
          <a:p>
            <a:r>
              <a:rPr lang="zh-CN" altLang="en-US" b="1" dirty="0"/>
              <a:t>待发送数据后面添加生成多项式最高次数个</a:t>
            </a:r>
            <a:r>
              <a:rPr lang="en-US" altLang="zh-CN" b="1" dirty="0"/>
              <a:t>0</a:t>
            </a:r>
            <a:endParaRPr lang="zh-CN" altLang="en-US" b="1" dirty="0"/>
          </a:p>
        </p:txBody>
      </p:sp>
      <p:sp>
        <p:nvSpPr>
          <p:cNvPr id="18" name="矩形 17">
            <a:extLst>
              <a:ext uri="{FF2B5EF4-FFF2-40B4-BE49-F238E27FC236}">
                <a16:creationId xmlns:a16="http://schemas.microsoft.com/office/drawing/2014/main" id="{B706E7D0-1B92-4DC6-9474-6E42D05304F9}"/>
              </a:ext>
            </a:extLst>
          </p:cNvPr>
          <p:cNvSpPr/>
          <p:nvPr/>
        </p:nvSpPr>
        <p:spPr>
          <a:xfrm>
            <a:off x="304800" y="3083869"/>
            <a:ext cx="1204948" cy="1020462"/>
          </a:xfrm>
          <a:prstGeom prst="rect">
            <a:avLst/>
          </a:prstGeom>
          <a:solidFill>
            <a:schemeClr val="accent3">
              <a:lumMod val="75000"/>
            </a:schemeClr>
          </a:solidFill>
          <a:ln>
            <a:solidFill>
              <a:schemeClr val="accent3">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CN" sz="3200" b="1" dirty="0">
                <a:latin typeface="Arial Black" panose="020B0A04020102020204" pitchFamily="34" charset="0"/>
              </a:rPr>
              <a:t>2</a:t>
            </a:r>
            <a:endParaRPr lang="zh-CN" altLang="en-US" sz="3200" b="1" dirty="0">
              <a:latin typeface="Arial Black" panose="020B0A04020102020204" pitchFamily="34" charset="0"/>
            </a:endParaRPr>
          </a:p>
        </p:txBody>
      </p:sp>
      <p:grpSp>
        <p:nvGrpSpPr>
          <p:cNvPr id="19" name="组合 18">
            <a:extLst>
              <a:ext uri="{FF2B5EF4-FFF2-40B4-BE49-F238E27FC236}">
                <a16:creationId xmlns:a16="http://schemas.microsoft.com/office/drawing/2014/main" id="{9D0FD3CC-540D-4E70-B32F-4B1ADB580C53}"/>
              </a:ext>
            </a:extLst>
          </p:cNvPr>
          <p:cNvGrpSpPr/>
          <p:nvPr/>
        </p:nvGrpSpPr>
        <p:grpSpPr>
          <a:xfrm>
            <a:off x="1509747" y="3083405"/>
            <a:ext cx="4823319" cy="1020462"/>
            <a:chOff x="1523649" y="1956155"/>
            <a:chExt cx="4823319" cy="1020462"/>
          </a:xfrm>
        </p:grpSpPr>
        <p:sp>
          <p:nvSpPr>
            <p:cNvPr id="20" name="文本框 19">
              <a:extLst>
                <a:ext uri="{FF2B5EF4-FFF2-40B4-BE49-F238E27FC236}">
                  <a16:creationId xmlns:a16="http://schemas.microsoft.com/office/drawing/2014/main" id="{66F56548-0AB9-4D06-86C5-62BAE52FA817}"/>
                </a:ext>
              </a:extLst>
            </p:cNvPr>
            <p:cNvSpPr txBox="1"/>
            <p:nvPr/>
          </p:nvSpPr>
          <p:spPr>
            <a:xfrm>
              <a:off x="1672476" y="1994023"/>
              <a:ext cx="2022766" cy="407099"/>
            </a:xfrm>
            <a:prstGeom prst="rect">
              <a:avLst/>
            </a:prstGeom>
            <a:noFill/>
          </p:spPr>
          <p:txBody>
            <a:bodyPr wrap="square" rtlCol="0">
              <a:spAutoFit/>
            </a:bodyPr>
            <a:lstStyle/>
            <a:p>
              <a:r>
                <a:rPr lang="zh-CN" altLang="en-US" sz="2000" b="1" dirty="0">
                  <a:solidFill>
                    <a:schemeClr val="accent3">
                      <a:lumMod val="75000"/>
                    </a:schemeClr>
                  </a:solidFill>
                </a:rPr>
                <a:t>构造“除数”</a:t>
              </a:r>
            </a:p>
          </p:txBody>
        </p:sp>
        <p:sp>
          <p:nvSpPr>
            <p:cNvPr id="21" name="矩形 20">
              <a:extLst>
                <a:ext uri="{FF2B5EF4-FFF2-40B4-BE49-F238E27FC236}">
                  <a16:creationId xmlns:a16="http://schemas.microsoft.com/office/drawing/2014/main" id="{3866C55E-0F48-4119-8F7F-531F056012FD}"/>
                </a:ext>
              </a:extLst>
            </p:cNvPr>
            <p:cNvSpPr/>
            <p:nvPr/>
          </p:nvSpPr>
          <p:spPr>
            <a:xfrm>
              <a:off x="1523649" y="1956155"/>
              <a:ext cx="4823319" cy="1020462"/>
            </a:xfrm>
            <a:prstGeom prst="rect">
              <a:avLst/>
            </a:prstGeom>
            <a:noFill/>
            <a:ln>
              <a:solidFill>
                <a:schemeClr val="accent3">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sz="3200" b="1" dirty="0">
                <a:latin typeface="Arial Black" panose="020B0A04020102020204" pitchFamily="34" charset="0"/>
              </a:endParaRPr>
            </a:p>
          </p:txBody>
        </p:sp>
      </p:grpSp>
      <p:sp>
        <p:nvSpPr>
          <p:cNvPr id="22" name="文本框 21">
            <a:extLst>
              <a:ext uri="{FF2B5EF4-FFF2-40B4-BE49-F238E27FC236}">
                <a16:creationId xmlns:a16="http://schemas.microsoft.com/office/drawing/2014/main" id="{DB842822-D3D4-4050-A41C-9BDA9BC45BE4}"/>
              </a:ext>
            </a:extLst>
          </p:cNvPr>
          <p:cNvSpPr txBox="1"/>
          <p:nvPr/>
        </p:nvSpPr>
        <p:spPr>
          <a:xfrm>
            <a:off x="1658573" y="3578238"/>
            <a:ext cx="4660591" cy="369332"/>
          </a:xfrm>
          <a:prstGeom prst="rect">
            <a:avLst/>
          </a:prstGeom>
          <a:noFill/>
        </p:spPr>
        <p:txBody>
          <a:bodyPr wrap="square" rtlCol="0">
            <a:spAutoFit/>
          </a:bodyPr>
          <a:lstStyle/>
          <a:p>
            <a:r>
              <a:rPr lang="zh-CN" altLang="en-US" b="1" dirty="0"/>
              <a:t>生成多项式各项系数构成的比特串作为除数</a:t>
            </a:r>
          </a:p>
        </p:txBody>
      </p:sp>
      <p:sp>
        <p:nvSpPr>
          <p:cNvPr id="42" name="文本框 41">
            <a:extLst>
              <a:ext uri="{FF2B5EF4-FFF2-40B4-BE49-F238E27FC236}">
                <a16:creationId xmlns:a16="http://schemas.microsoft.com/office/drawing/2014/main" id="{6DDFFD00-CD67-4619-868B-088AE2713E1B}"/>
              </a:ext>
            </a:extLst>
          </p:cNvPr>
          <p:cNvSpPr txBox="1"/>
          <p:nvPr/>
        </p:nvSpPr>
        <p:spPr>
          <a:xfrm>
            <a:off x="7030132" y="2268408"/>
            <a:ext cx="1440674" cy="523220"/>
          </a:xfrm>
          <a:prstGeom prst="rect">
            <a:avLst/>
          </a:prstGeom>
          <a:noFill/>
        </p:spPr>
        <p:txBody>
          <a:bodyPr wrap="square" rtlCol="0">
            <a:spAutoFit/>
          </a:bodyPr>
          <a:lstStyle/>
          <a:p>
            <a:r>
              <a:rPr lang="en-US" altLang="zh-CN" sz="2800" b="1" spc="600" dirty="0">
                <a:solidFill>
                  <a:schemeClr val="accent3"/>
                </a:solidFill>
                <a:latin typeface="Arial Black" panose="020B0A04020102020204" pitchFamily="34" charset="0"/>
              </a:rPr>
              <a:t>1101</a:t>
            </a:r>
            <a:endParaRPr lang="zh-CN" altLang="en-US" sz="2800" b="1" spc="600" dirty="0">
              <a:solidFill>
                <a:schemeClr val="accent3"/>
              </a:solidFill>
              <a:latin typeface="Arial Black" panose="020B0A04020102020204" pitchFamily="34" charset="0"/>
            </a:endParaRPr>
          </a:p>
        </p:txBody>
      </p:sp>
      <p:sp>
        <p:nvSpPr>
          <p:cNvPr id="36" name="矩形 35">
            <a:extLst>
              <a:ext uri="{FF2B5EF4-FFF2-40B4-BE49-F238E27FC236}">
                <a16:creationId xmlns:a16="http://schemas.microsoft.com/office/drawing/2014/main" id="{4BDC91E7-0910-4882-9A1B-E59D3DB3143B}"/>
              </a:ext>
            </a:extLst>
          </p:cNvPr>
          <p:cNvSpPr/>
          <p:nvPr/>
        </p:nvSpPr>
        <p:spPr>
          <a:xfrm>
            <a:off x="304799" y="4210191"/>
            <a:ext cx="1204948" cy="1020462"/>
          </a:xfrm>
          <a:prstGeom prst="rect">
            <a:avLst/>
          </a:prstGeom>
          <a:solidFill>
            <a:schemeClr val="accent3">
              <a:lumMod val="75000"/>
            </a:schemeClr>
          </a:solidFill>
          <a:ln>
            <a:solidFill>
              <a:schemeClr val="accent3">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CN" sz="3200" b="1" dirty="0">
                <a:latin typeface="Arial Black" panose="020B0A04020102020204" pitchFamily="34" charset="0"/>
              </a:rPr>
              <a:t>3</a:t>
            </a:r>
            <a:endParaRPr lang="zh-CN" altLang="en-US" sz="3200" b="1" dirty="0">
              <a:latin typeface="Arial Black" panose="020B0A04020102020204" pitchFamily="34" charset="0"/>
            </a:endParaRPr>
          </a:p>
        </p:txBody>
      </p:sp>
      <p:grpSp>
        <p:nvGrpSpPr>
          <p:cNvPr id="44" name="组合 43">
            <a:extLst>
              <a:ext uri="{FF2B5EF4-FFF2-40B4-BE49-F238E27FC236}">
                <a16:creationId xmlns:a16="http://schemas.microsoft.com/office/drawing/2014/main" id="{DECF8316-B735-49E5-B406-99F0D494ED36}"/>
              </a:ext>
            </a:extLst>
          </p:cNvPr>
          <p:cNvGrpSpPr/>
          <p:nvPr/>
        </p:nvGrpSpPr>
        <p:grpSpPr>
          <a:xfrm>
            <a:off x="1509746" y="4209727"/>
            <a:ext cx="4823319" cy="1020462"/>
            <a:chOff x="1523649" y="1956155"/>
            <a:chExt cx="4823319" cy="1020462"/>
          </a:xfrm>
        </p:grpSpPr>
        <p:sp>
          <p:nvSpPr>
            <p:cNvPr id="46" name="文本框 45">
              <a:extLst>
                <a:ext uri="{FF2B5EF4-FFF2-40B4-BE49-F238E27FC236}">
                  <a16:creationId xmlns:a16="http://schemas.microsoft.com/office/drawing/2014/main" id="{2EC69ACE-88B2-44F1-9A7C-0838EF820C8E}"/>
                </a:ext>
              </a:extLst>
            </p:cNvPr>
            <p:cNvSpPr txBox="1"/>
            <p:nvPr/>
          </p:nvSpPr>
          <p:spPr>
            <a:xfrm>
              <a:off x="1672475" y="1994023"/>
              <a:ext cx="3169985" cy="400110"/>
            </a:xfrm>
            <a:prstGeom prst="rect">
              <a:avLst/>
            </a:prstGeom>
            <a:noFill/>
          </p:spPr>
          <p:txBody>
            <a:bodyPr wrap="square" rtlCol="0">
              <a:spAutoFit/>
            </a:bodyPr>
            <a:lstStyle/>
            <a:p>
              <a:r>
                <a:rPr lang="zh-CN" altLang="en-US" sz="2000" b="1" dirty="0">
                  <a:solidFill>
                    <a:schemeClr val="accent3">
                      <a:lumMod val="75000"/>
                    </a:schemeClr>
                  </a:solidFill>
                </a:rPr>
                <a:t>做“二进制模</a:t>
              </a:r>
              <a:r>
                <a:rPr lang="en-US" altLang="zh-CN" sz="2000" b="1" dirty="0">
                  <a:solidFill>
                    <a:schemeClr val="accent3">
                      <a:lumMod val="75000"/>
                    </a:schemeClr>
                  </a:solidFill>
                </a:rPr>
                <a:t>2</a:t>
              </a:r>
              <a:r>
                <a:rPr lang="zh-CN" altLang="en-US" sz="2000" b="1" dirty="0">
                  <a:solidFill>
                    <a:schemeClr val="accent3">
                      <a:lumMod val="75000"/>
                    </a:schemeClr>
                  </a:solidFill>
                </a:rPr>
                <a:t>除法”</a:t>
              </a:r>
            </a:p>
          </p:txBody>
        </p:sp>
        <p:sp>
          <p:nvSpPr>
            <p:cNvPr id="47" name="矩形 46">
              <a:extLst>
                <a:ext uri="{FF2B5EF4-FFF2-40B4-BE49-F238E27FC236}">
                  <a16:creationId xmlns:a16="http://schemas.microsoft.com/office/drawing/2014/main" id="{1EFE73CC-422C-4519-995C-6EDE029D241F}"/>
                </a:ext>
              </a:extLst>
            </p:cNvPr>
            <p:cNvSpPr/>
            <p:nvPr/>
          </p:nvSpPr>
          <p:spPr>
            <a:xfrm>
              <a:off x="1523649" y="1956155"/>
              <a:ext cx="4823319" cy="1020462"/>
            </a:xfrm>
            <a:prstGeom prst="rect">
              <a:avLst/>
            </a:prstGeom>
            <a:noFill/>
            <a:ln>
              <a:solidFill>
                <a:schemeClr val="accent3">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sz="3200" b="1" dirty="0">
                <a:latin typeface="Arial Black" panose="020B0A04020102020204" pitchFamily="34" charset="0"/>
              </a:endParaRPr>
            </a:p>
          </p:txBody>
        </p:sp>
      </p:grpSp>
      <p:sp>
        <p:nvSpPr>
          <p:cNvPr id="50" name="文本框 49">
            <a:extLst>
              <a:ext uri="{FF2B5EF4-FFF2-40B4-BE49-F238E27FC236}">
                <a16:creationId xmlns:a16="http://schemas.microsoft.com/office/drawing/2014/main" id="{3FC1D2AD-2EF8-4BCB-895B-C45738459D4A}"/>
              </a:ext>
            </a:extLst>
          </p:cNvPr>
          <p:cNvSpPr txBox="1"/>
          <p:nvPr/>
        </p:nvSpPr>
        <p:spPr>
          <a:xfrm>
            <a:off x="1658572" y="4704560"/>
            <a:ext cx="4071229" cy="369332"/>
          </a:xfrm>
          <a:prstGeom prst="rect">
            <a:avLst/>
          </a:prstGeom>
          <a:noFill/>
        </p:spPr>
        <p:txBody>
          <a:bodyPr wrap="square" rtlCol="0">
            <a:spAutoFit/>
          </a:bodyPr>
          <a:lstStyle/>
          <a:p>
            <a:r>
              <a:rPr lang="zh-CN" altLang="en-US" b="1" dirty="0"/>
              <a:t>相当于对应位进行逻辑异或运算</a:t>
            </a:r>
          </a:p>
        </p:txBody>
      </p:sp>
      <p:grpSp>
        <p:nvGrpSpPr>
          <p:cNvPr id="10" name="组合 9">
            <a:extLst>
              <a:ext uri="{FF2B5EF4-FFF2-40B4-BE49-F238E27FC236}">
                <a16:creationId xmlns:a16="http://schemas.microsoft.com/office/drawing/2014/main" id="{3EFCB472-C57F-42B5-981A-9368942DC003}"/>
              </a:ext>
            </a:extLst>
          </p:cNvPr>
          <p:cNvGrpSpPr/>
          <p:nvPr/>
        </p:nvGrpSpPr>
        <p:grpSpPr>
          <a:xfrm>
            <a:off x="8374321" y="2132647"/>
            <a:ext cx="2999762" cy="527177"/>
            <a:chOff x="8374321" y="2132647"/>
            <a:chExt cx="2999762" cy="527177"/>
          </a:xfrm>
        </p:grpSpPr>
        <p:cxnSp>
          <p:nvCxnSpPr>
            <p:cNvPr id="52" name="直接连接符 51">
              <a:extLst>
                <a:ext uri="{FF2B5EF4-FFF2-40B4-BE49-F238E27FC236}">
                  <a16:creationId xmlns:a16="http://schemas.microsoft.com/office/drawing/2014/main" id="{6E1086C8-A897-41B2-8FA8-29FBA66A7A25}"/>
                </a:ext>
              </a:extLst>
            </p:cNvPr>
            <p:cNvCxnSpPr>
              <a:cxnSpLocks/>
            </p:cNvCxnSpPr>
            <p:nvPr/>
          </p:nvCxnSpPr>
          <p:spPr>
            <a:xfrm flipV="1">
              <a:off x="8374321" y="2142420"/>
              <a:ext cx="192970" cy="517404"/>
            </a:xfrm>
            <a:prstGeom prst="line">
              <a:avLst/>
            </a:prstGeom>
            <a:ln w="50800" cap="rnd">
              <a:solidFill>
                <a:schemeClr val="tx1"/>
              </a:solidFill>
              <a:round/>
            </a:ln>
          </p:spPr>
          <p:style>
            <a:lnRef idx="1">
              <a:schemeClr val="accent1"/>
            </a:lnRef>
            <a:fillRef idx="0">
              <a:schemeClr val="accent1"/>
            </a:fillRef>
            <a:effectRef idx="0">
              <a:schemeClr val="accent1"/>
            </a:effectRef>
            <a:fontRef idx="minor">
              <a:schemeClr val="tx1"/>
            </a:fontRef>
          </p:style>
        </p:cxnSp>
        <p:cxnSp>
          <p:nvCxnSpPr>
            <p:cNvPr id="53" name="直接连接符 52">
              <a:extLst>
                <a:ext uri="{FF2B5EF4-FFF2-40B4-BE49-F238E27FC236}">
                  <a16:creationId xmlns:a16="http://schemas.microsoft.com/office/drawing/2014/main" id="{B3307017-69C0-4B38-AB6E-9739737500F1}"/>
                </a:ext>
              </a:extLst>
            </p:cNvPr>
            <p:cNvCxnSpPr>
              <a:cxnSpLocks/>
            </p:cNvCxnSpPr>
            <p:nvPr/>
          </p:nvCxnSpPr>
          <p:spPr>
            <a:xfrm>
              <a:off x="8567291" y="2132647"/>
              <a:ext cx="2806792" cy="0"/>
            </a:xfrm>
            <a:prstGeom prst="line">
              <a:avLst/>
            </a:prstGeom>
            <a:ln w="50800" cap="rnd">
              <a:solidFill>
                <a:schemeClr val="tx1"/>
              </a:solidFill>
              <a:round/>
            </a:ln>
          </p:spPr>
          <p:style>
            <a:lnRef idx="1">
              <a:schemeClr val="accent1"/>
            </a:lnRef>
            <a:fillRef idx="0">
              <a:schemeClr val="accent1"/>
            </a:fillRef>
            <a:effectRef idx="0">
              <a:schemeClr val="accent1"/>
            </a:effectRef>
            <a:fontRef idx="minor">
              <a:schemeClr val="tx1"/>
            </a:fontRef>
          </p:style>
        </p:cxnSp>
      </p:grpSp>
      <p:sp>
        <p:nvSpPr>
          <p:cNvPr id="27" name="文本框 26">
            <a:extLst>
              <a:ext uri="{FF2B5EF4-FFF2-40B4-BE49-F238E27FC236}">
                <a16:creationId xmlns:a16="http://schemas.microsoft.com/office/drawing/2014/main" id="{28E46966-B928-4470-B846-F95E08B35F02}"/>
              </a:ext>
            </a:extLst>
          </p:cNvPr>
          <p:cNvSpPr txBox="1"/>
          <p:nvPr/>
        </p:nvSpPr>
        <p:spPr>
          <a:xfrm>
            <a:off x="9360536" y="1650848"/>
            <a:ext cx="430892" cy="523220"/>
          </a:xfrm>
          <a:prstGeom prst="rect">
            <a:avLst/>
          </a:prstGeom>
          <a:noFill/>
        </p:spPr>
        <p:txBody>
          <a:bodyPr wrap="square" rtlCol="0">
            <a:spAutoFit/>
          </a:bodyPr>
          <a:lstStyle/>
          <a:p>
            <a:r>
              <a:rPr lang="en-US" altLang="zh-CN" sz="2800" b="1" spc="600" dirty="0">
                <a:latin typeface="Arial Black" panose="020B0A04020102020204" pitchFamily="34" charset="0"/>
              </a:rPr>
              <a:t>1</a:t>
            </a:r>
            <a:endParaRPr lang="zh-CN" altLang="en-US" sz="2800" b="1" spc="600" dirty="0">
              <a:latin typeface="Arial Black" panose="020B0A04020102020204" pitchFamily="34" charset="0"/>
            </a:endParaRPr>
          </a:p>
        </p:txBody>
      </p:sp>
      <p:sp>
        <p:nvSpPr>
          <p:cNvPr id="28" name="文本框 27">
            <a:extLst>
              <a:ext uri="{FF2B5EF4-FFF2-40B4-BE49-F238E27FC236}">
                <a16:creationId xmlns:a16="http://schemas.microsoft.com/office/drawing/2014/main" id="{C7502E16-649D-40FC-9CBA-F4A8BA66116F}"/>
              </a:ext>
            </a:extLst>
          </p:cNvPr>
          <p:cNvSpPr txBox="1"/>
          <p:nvPr/>
        </p:nvSpPr>
        <p:spPr>
          <a:xfrm>
            <a:off x="8470806" y="2645808"/>
            <a:ext cx="1440674" cy="523220"/>
          </a:xfrm>
          <a:prstGeom prst="rect">
            <a:avLst/>
          </a:prstGeom>
          <a:noFill/>
        </p:spPr>
        <p:txBody>
          <a:bodyPr wrap="square" rtlCol="0">
            <a:spAutoFit/>
          </a:bodyPr>
          <a:lstStyle/>
          <a:p>
            <a:r>
              <a:rPr lang="en-US" altLang="zh-CN" sz="2800" b="1" spc="600" dirty="0">
                <a:solidFill>
                  <a:schemeClr val="accent3"/>
                </a:solidFill>
                <a:latin typeface="Arial Black" panose="020B0A04020102020204" pitchFamily="34" charset="0"/>
              </a:rPr>
              <a:t>1101</a:t>
            </a:r>
            <a:endParaRPr lang="zh-CN" altLang="en-US" sz="2800" b="1" spc="600" dirty="0">
              <a:solidFill>
                <a:schemeClr val="accent3"/>
              </a:solidFill>
              <a:latin typeface="Arial Black" panose="020B0A04020102020204" pitchFamily="34" charset="0"/>
            </a:endParaRPr>
          </a:p>
        </p:txBody>
      </p:sp>
      <p:grpSp>
        <p:nvGrpSpPr>
          <p:cNvPr id="8" name="组合 7">
            <a:extLst>
              <a:ext uri="{FF2B5EF4-FFF2-40B4-BE49-F238E27FC236}">
                <a16:creationId xmlns:a16="http://schemas.microsoft.com/office/drawing/2014/main" id="{F6C141FA-14AE-49E2-996C-4E6F66B73177}"/>
              </a:ext>
            </a:extLst>
          </p:cNvPr>
          <p:cNvGrpSpPr/>
          <p:nvPr/>
        </p:nvGrpSpPr>
        <p:grpSpPr>
          <a:xfrm>
            <a:off x="7966736" y="2605199"/>
            <a:ext cx="1701886" cy="523220"/>
            <a:chOff x="7966736" y="2605199"/>
            <a:chExt cx="1701886" cy="523220"/>
          </a:xfrm>
        </p:grpSpPr>
        <p:cxnSp>
          <p:nvCxnSpPr>
            <p:cNvPr id="31" name="直接连接符 30">
              <a:extLst>
                <a:ext uri="{FF2B5EF4-FFF2-40B4-BE49-F238E27FC236}">
                  <a16:creationId xmlns:a16="http://schemas.microsoft.com/office/drawing/2014/main" id="{6B58556E-E238-4C24-8130-3C369DDCC8BD}"/>
                </a:ext>
              </a:extLst>
            </p:cNvPr>
            <p:cNvCxnSpPr>
              <a:cxnSpLocks/>
            </p:cNvCxnSpPr>
            <p:nvPr/>
          </p:nvCxnSpPr>
          <p:spPr>
            <a:xfrm>
              <a:off x="8117215" y="3128419"/>
              <a:ext cx="1551407" cy="0"/>
            </a:xfrm>
            <a:prstGeom prst="line">
              <a:avLst/>
            </a:prstGeom>
            <a:ln w="50800" cap="rnd">
              <a:solidFill>
                <a:schemeClr val="tx1"/>
              </a:solidFill>
              <a:round/>
            </a:ln>
          </p:spPr>
          <p:style>
            <a:lnRef idx="1">
              <a:schemeClr val="accent1"/>
            </a:lnRef>
            <a:fillRef idx="0">
              <a:schemeClr val="accent1"/>
            </a:fillRef>
            <a:effectRef idx="0">
              <a:schemeClr val="accent1"/>
            </a:effectRef>
            <a:fontRef idx="minor">
              <a:schemeClr val="tx1"/>
            </a:fontRef>
          </p:style>
        </p:cxnSp>
        <p:sp>
          <p:nvSpPr>
            <p:cNvPr id="34" name="文本框 33">
              <a:extLst>
                <a:ext uri="{FF2B5EF4-FFF2-40B4-BE49-F238E27FC236}">
                  <a16:creationId xmlns:a16="http://schemas.microsoft.com/office/drawing/2014/main" id="{02C96787-DA58-4B56-BB79-A0D3B9ECF442}"/>
                </a:ext>
              </a:extLst>
            </p:cNvPr>
            <p:cNvSpPr txBox="1"/>
            <p:nvPr/>
          </p:nvSpPr>
          <p:spPr>
            <a:xfrm>
              <a:off x="7966736" y="2605199"/>
              <a:ext cx="547653" cy="523220"/>
            </a:xfrm>
            <a:prstGeom prst="rect">
              <a:avLst/>
            </a:prstGeom>
            <a:noFill/>
          </p:spPr>
          <p:txBody>
            <a:bodyPr wrap="square">
              <a:spAutoFit/>
            </a:bodyPr>
            <a:lstStyle/>
            <a:p>
              <a:pPr algn="ctr"/>
              <a:r>
                <a:rPr lang="zh-CN" altLang="en-US" sz="2800" b="1" dirty="0">
                  <a:solidFill>
                    <a:schemeClr val="accent1">
                      <a:lumMod val="75000"/>
                    </a:schemeClr>
                  </a:solidFill>
                </a:rPr>
                <a:t>⊕</a:t>
              </a:r>
            </a:p>
          </p:txBody>
        </p:sp>
      </p:grpSp>
      <p:sp>
        <p:nvSpPr>
          <p:cNvPr id="37" name="文本框 36">
            <a:extLst>
              <a:ext uri="{FF2B5EF4-FFF2-40B4-BE49-F238E27FC236}">
                <a16:creationId xmlns:a16="http://schemas.microsoft.com/office/drawing/2014/main" id="{3577E062-AB6E-4636-A8CB-E9E6BFF8136E}"/>
              </a:ext>
            </a:extLst>
          </p:cNvPr>
          <p:cNvSpPr txBox="1"/>
          <p:nvPr/>
        </p:nvSpPr>
        <p:spPr>
          <a:xfrm>
            <a:off x="8784936" y="3115729"/>
            <a:ext cx="1151200" cy="523220"/>
          </a:xfrm>
          <a:prstGeom prst="rect">
            <a:avLst/>
          </a:prstGeom>
          <a:noFill/>
        </p:spPr>
        <p:txBody>
          <a:bodyPr wrap="square" rtlCol="0">
            <a:spAutoFit/>
          </a:bodyPr>
          <a:lstStyle/>
          <a:p>
            <a:r>
              <a:rPr lang="en-US" altLang="zh-CN" sz="2800" b="1" spc="600" dirty="0">
                <a:latin typeface="Arial Black" panose="020B0A04020102020204" pitchFamily="34" charset="0"/>
              </a:rPr>
              <a:t>111</a:t>
            </a:r>
            <a:endParaRPr lang="zh-CN" altLang="en-US" sz="2800" b="1" spc="600" dirty="0">
              <a:latin typeface="Arial Black" panose="020B0A04020102020204" pitchFamily="34" charset="0"/>
            </a:endParaRPr>
          </a:p>
        </p:txBody>
      </p:sp>
      <p:sp>
        <p:nvSpPr>
          <p:cNvPr id="38" name="文本框 37">
            <a:extLst>
              <a:ext uri="{FF2B5EF4-FFF2-40B4-BE49-F238E27FC236}">
                <a16:creationId xmlns:a16="http://schemas.microsoft.com/office/drawing/2014/main" id="{B7C6C712-E6CE-4E2F-B3B3-AF7C68230661}"/>
              </a:ext>
            </a:extLst>
          </p:cNvPr>
          <p:cNvSpPr txBox="1"/>
          <p:nvPr/>
        </p:nvSpPr>
        <p:spPr>
          <a:xfrm>
            <a:off x="9730590" y="3115729"/>
            <a:ext cx="474733" cy="523220"/>
          </a:xfrm>
          <a:prstGeom prst="rect">
            <a:avLst/>
          </a:prstGeom>
          <a:noFill/>
        </p:spPr>
        <p:txBody>
          <a:bodyPr wrap="square" rtlCol="0">
            <a:spAutoFit/>
          </a:bodyPr>
          <a:lstStyle/>
          <a:p>
            <a:r>
              <a:rPr lang="en-US" altLang="zh-CN" sz="2800" b="1" spc="600" dirty="0">
                <a:latin typeface="Arial Black" panose="020B0A04020102020204" pitchFamily="34" charset="0"/>
              </a:rPr>
              <a:t>0</a:t>
            </a:r>
            <a:endParaRPr lang="zh-CN" altLang="en-US" sz="2800" b="1" spc="600" dirty="0">
              <a:latin typeface="Arial Black" panose="020B0A04020102020204" pitchFamily="34" charset="0"/>
            </a:endParaRPr>
          </a:p>
        </p:txBody>
      </p:sp>
      <p:cxnSp>
        <p:nvCxnSpPr>
          <p:cNvPr id="13" name="直接箭头连接符 12">
            <a:extLst>
              <a:ext uri="{FF2B5EF4-FFF2-40B4-BE49-F238E27FC236}">
                <a16:creationId xmlns:a16="http://schemas.microsoft.com/office/drawing/2014/main" id="{41112DA7-C60D-479D-8170-E18068B18F0F}"/>
              </a:ext>
            </a:extLst>
          </p:cNvPr>
          <p:cNvCxnSpPr>
            <a:cxnSpLocks/>
          </p:cNvCxnSpPr>
          <p:nvPr/>
        </p:nvCxnSpPr>
        <p:spPr>
          <a:xfrm>
            <a:off x="9936136" y="2699599"/>
            <a:ext cx="0" cy="493785"/>
          </a:xfrm>
          <a:prstGeom prst="straightConnector1">
            <a:avLst/>
          </a:prstGeom>
          <a:ln w="25400">
            <a:solidFill>
              <a:schemeClr val="tx1"/>
            </a:solidFill>
            <a:prstDash val="dash"/>
            <a:tailEnd type="triangle"/>
          </a:ln>
        </p:spPr>
        <p:style>
          <a:lnRef idx="1">
            <a:schemeClr val="accent1"/>
          </a:lnRef>
          <a:fillRef idx="0">
            <a:schemeClr val="accent1"/>
          </a:fillRef>
          <a:effectRef idx="0">
            <a:schemeClr val="accent1"/>
          </a:effectRef>
          <a:fontRef idx="minor">
            <a:schemeClr val="tx1"/>
          </a:fontRef>
        </p:style>
      </p:cxnSp>
      <p:sp>
        <p:nvSpPr>
          <p:cNvPr id="49" name="文本框 48">
            <a:extLst>
              <a:ext uri="{FF2B5EF4-FFF2-40B4-BE49-F238E27FC236}">
                <a16:creationId xmlns:a16="http://schemas.microsoft.com/office/drawing/2014/main" id="{D8FBD509-5CDA-4A95-848B-B0278077B3DA}"/>
              </a:ext>
            </a:extLst>
          </p:cNvPr>
          <p:cNvSpPr txBox="1"/>
          <p:nvPr/>
        </p:nvSpPr>
        <p:spPr>
          <a:xfrm>
            <a:off x="9696034" y="1650848"/>
            <a:ext cx="430892" cy="523220"/>
          </a:xfrm>
          <a:prstGeom prst="rect">
            <a:avLst/>
          </a:prstGeom>
          <a:noFill/>
        </p:spPr>
        <p:txBody>
          <a:bodyPr wrap="square" rtlCol="0">
            <a:spAutoFit/>
          </a:bodyPr>
          <a:lstStyle/>
          <a:p>
            <a:r>
              <a:rPr lang="en-US" altLang="zh-CN" sz="2800" b="1" spc="600" dirty="0">
                <a:latin typeface="Arial Black" panose="020B0A04020102020204" pitchFamily="34" charset="0"/>
              </a:rPr>
              <a:t>1</a:t>
            </a:r>
            <a:endParaRPr lang="zh-CN" altLang="en-US" sz="2800" b="1" spc="600" dirty="0">
              <a:latin typeface="Arial Black" panose="020B0A04020102020204" pitchFamily="34" charset="0"/>
            </a:endParaRPr>
          </a:p>
        </p:txBody>
      </p:sp>
      <p:sp>
        <p:nvSpPr>
          <p:cNvPr id="41" name="文本框 40">
            <a:extLst>
              <a:ext uri="{FF2B5EF4-FFF2-40B4-BE49-F238E27FC236}">
                <a16:creationId xmlns:a16="http://schemas.microsoft.com/office/drawing/2014/main" id="{1B0FE9CA-3706-4C90-A74C-78A63B8BDA01}"/>
              </a:ext>
            </a:extLst>
          </p:cNvPr>
          <p:cNvSpPr txBox="1"/>
          <p:nvPr/>
        </p:nvSpPr>
        <p:spPr>
          <a:xfrm>
            <a:off x="8781840" y="3484768"/>
            <a:ext cx="1440674" cy="523220"/>
          </a:xfrm>
          <a:prstGeom prst="rect">
            <a:avLst/>
          </a:prstGeom>
          <a:noFill/>
        </p:spPr>
        <p:txBody>
          <a:bodyPr wrap="square" rtlCol="0">
            <a:spAutoFit/>
          </a:bodyPr>
          <a:lstStyle/>
          <a:p>
            <a:r>
              <a:rPr lang="en-US" altLang="zh-CN" sz="2800" b="1" spc="600" dirty="0">
                <a:solidFill>
                  <a:schemeClr val="accent3"/>
                </a:solidFill>
                <a:latin typeface="Arial Black" panose="020B0A04020102020204" pitchFamily="34" charset="0"/>
              </a:rPr>
              <a:t>1101</a:t>
            </a:r>
            <a:endParaRPr lang="zh-CN" altLang="en-US" sz="2800" b="1" spc="600" dirty="0">
              <a:solidFill>
                <a:schemeClr val="accent3"/>
              </a:solidFill>
              <a:latin typeface="Arial Black" panose="020B0A04020102020204" pitchFamily="34" charset="0"/>
            </a:endParaRPr>
          </a:p>
        </p:txBody>
      </p:sp>
      <p:grpSp>
        <p:nvGrpSpPr>
          <p:cNvPr id="40" name="组合 39">
            <a:extLst>
              <a:ext uri="{FF2B5EF4-FFF2-40B4-BE49-F238E27FC236}">
                <a16:creationId xmlns:a16="http://schemas.microsoft.com/office/drawing/2014/main" id="{503C5F4B-257E-4D0F-BB93-030E9098DCFF}"/>
              </a:ext>
            </a:extLst>
          </p:cNvPr>
          <p:cNvGrpSpPr/>
          <p:nvPr/>
        </p:nvGrpSpPr>
        <p:grpSpPr>
          <a:xfrm>
            <a:off x="8266070" y="3444159"/>
            <a:ext cx="1701886" cy="523220"/>
            <a:chOff x="7966736" y="2605199"/>
            <a:chExt cx="1701886" cy="523220"/>
          </a:xfrm>
        </p:grpSpPr>
        <p:cxnSp>
          <p:nvCxnSpPr>
            <p:cNvPr id="43" name="直接连接符 42">
              <a:extLst>
                <a:ext uri="{FF2B5EF4-FFF2-40B4-BE49-F238E27FC236}">
                  <a16:creationId xmlns:a16="http://schemas.microsoft.com/office/drawing/2014/main" id="{B5988F22-BBB6-41F6-AB0B-7C3C103F9942}"/>
                </a:ext>
              </a:extLst>
            </p:cNvPr>
            <p:cNvCxnSpPr>
              <a:cxnSpLocks/>
            </p:cNvCxnSpPr>
            <p:nvPr/>
          </p:nvCxnSpPr>
          <p:spPr>
            <a:xfrm>
              <a:off x="8117215" y="3128419"/>
              <a:ext cx="1551407" cy="0"/>
            </a:xfrm>
            <a:prstGeom prst="line">
              <a:avLst/>
            </a:prstGeom>
            <a:ln w="50800" cap="rnd">
              <a:solidFill>
                <a:schemeClr val="tx1"/>
              </a:solidFill>
              <a:round/>
            </a:ln>
          </p:spPr>
          <p:style>
            <a:lnRef idx="1">
              <a:schemeClr val="accent1"/>
            </a:lnRef>
            <a:fillRef idx="0">
              <a:schemeClr val="accent1"/>
            </a:fillRef>
            <a:effectRef idx="0">
              <a:schemeClr val="accent1"/>
            </a:effectRef>
            <a:fontRef idx="minor">
              <a:schemeClr val="tx1"/>
            </a:fontRef>
          </p:style>
        </p:cxnSp>
        <p:sp>
          <p:nvSpPr>
            <p:cNvPr id="45" name="文本框 44">
              <a:extLst>
                <a:ext uri="{FF2B5EF4-FFF2-40B4-BE49-F238E27FC236}">
                  <a16:creationId xmlns:a16="http://schemas.microsoft.com/office/drawing/2014/main" id="{5A1C06E4-5DBF-49BC-A7F4-F7CA1A35AC6A}"/>
                </a:ext>
              </a:extLst>
            </p:cNvPr>
            <p:cNvSpPr txBox="1"/>
            <p:nvPr/>
          </p:nvSpPr>
          <p:spPr>
            <a:xfrm>
              <a:off x="7966736" y="2605199"/>
              <a:ext cx="547653" cy="523220"/>
            </a:xfrm>
            <a:prstGeom prst="rect">
              <a:avLst/>
            </a:prstGeom>
            <a:noFill/>
          </p:spPr>
          <p:txBody>
            <a:bodyPr wrap="square">
              <a:spAutoFit/>
            </a:bodyPr>
            <a:lstStyle/>
            <a:p>
              <a:pPr algn="ctr"/>
              <a:r>
                <a:rPr lang="zh-CN" altLang="en-US" sz="2800" b="1" dirty="0">
                  <a:solidFill>
                    <a:schemeClr val="accent1">
                      <a:lumMod val="75000"/>
                    </a:schemeClr>
                  </a:solidFill>
                </a:rPr>
                <a:t>⊕</a:t>
              </a:r>
            </a:p>
          </p:txBody>
        </p:sp>
      </p:grpSp>
      <p:sp>
        <p:nvSpPr>
          <p:cNvPr id="48" name="文本框 47">
            <a:extLst>
              <a:ext uri="{FF2B5EF4-FFF2-40B4-BE49-F238E27FC236}">
                <a16:creationId xmlns:a16="http://schemas.microsoft.com/office/drawing/2014/main" id="{D23A3A55-D125-4533-B7A6-1A0032AC155F}"/>
              </a:ext>
            </a:extLst>
          </p:cNvPr>
          <p:cNvSpPr txBox="1"/>
          <p:nvPr/>
        </p:nvSpPr>
        <p:spPr>
          <a:xfrm>
            <a:off x="9398934" y="3972892"/>
            <a:ext cx="823580" cy="523220"/>
          </a:xfrm>
          <a:prstGeom prst="rect">
            <a:avLst/>
          </a:prstGeom>
          <a:noFill/>
        </p:spPr>
        <p:txBody>
          <a:bodyPr wrap="square" rtlCol="0">
            <a:spAutoFit/>
          </a:bodyPr>
          <a:lstStyle/>
          <a:p>
            <a:r>
              <a:rPr lang="en-US" altLang="zh-CN" sz="2800" b="1" spc="600" dirty="0">
                <a:latin typeface="Arial Black" panose="020B0A04020102020204" pitchFamily="34" charset="0"/>
              </a:rPr>
              <a:t>11</a:t>
            </a:r>
            <a:endParaRPr lang="zh-CN" altLang="en-US" sz="2800" b="1" spc="600" dirty="0">
              <a:latin typeface="Arial Black" panose="020B0A04020102020204" pitchFamily="34" charset="0"/>
            </a:endParaRPr>
          </a:p>
        </p:txBody>
      </p:sp>
      <p:grpSp>
        <p:nvGrpSpPr>
          <p:cNvPr id="14" name="组合 13">
            <a:extLst>
              <a:ext uri="{FF2B5EF4-FFF2-40B4-BE49-F238E27FC236}">
                <a16:creationId xmlns:a16="http://schemas.microsoft.com/office/drawing/2014/main" id="{01A0DBE3-2F2E-4710-966E-ECBAD16D9732}"/>
              </a:ext>
            </a:extLst>
          </p:cNvPr>
          <p:cNvGrpSpPr/>
          <p:nvPr/>
        </p:nvGrpSpPr>
        <p:grpSpPr>
          <a:xfrm>
            <a:off x="10022149" y="2699599"/>
            <a:ext cx="474733" cy="1796513"/>
            <a:chOff x="10022149" y="2699599"/>
            <a:chExt cx="474733" cy="1796513"/>
          </a:xfrm>
        </p:grpSpPr>
        <p:sp>
          <p:nvSpPr>
            <p:cNvPr id="57" name="文本框 56">
              <a:extLst>
                <a:ext uri="{FF2B5EF4-FFF2-40B4-BE49-F238E27FC236}">
                  <a16:creationId xmlns:a16="http://schemas.microsoft.com/office/drawing/2014/main" id="{579ADEE0-23C0-4D8E-B8F7-6642DA60CAB2}"/>
                </a:ext>
              </a:extLst>
            </p:cNvPr>
            <p:cNvSpPr txBox="1"/>
            <p:nvPr/>
          </p:nvSpPr>
          <p:spPr>
            <a:xfrm>
              <a:off x="10022149" y="3972892"/>
              <a:ext cx="474733" cy="523220"/>
            </a:xfrm>
            <a:prstGeom prst="rect">
              <a:avLst/>
            </a:prstGeom>
            <a:noFill/>
          </p:spPr>
          <p:txBody>
            <a:bodyPr wrap="square" rtlCol="0">
              <a:spAutoFit/>
            </a:bodyPr>
            <a:lstStyle/>
            <a:p>
              <a:r>
                <a:rPr lang="en-US" altLang="zh-CN" sz="2800" b="1" spc="600" dirty="0">
                  <a:latin typeface="Arial Black" panose="020B0A04020102020204" pitchFamily="34" charset="0"/>
                </a:rPr>
                <a:t>1</a:t>
              </a:r>
              <a:endParaRPr lang="zh-CN" altLang="en-US" sz="2800" b="1" spc="600" dirty="0">
                <a:latin typeface="Arial Black" panose="020B0A04020102020204" pitchFamily="34" charset="0"/>
              </a:endParaRPr>
            </a:p>
          </p:txBody>
        </p:sp>
        <p:cxnSp>
          <p:nvCxnSpPr>
            <p:cNvPr id="58" name="直接箭头连接符 57">
              <a:extLst>
                <a:ext uri="{FF2B5EF4-FFF2-40B4-BE49-F238E27FC236}">
                  <a16:creationId xmlns:a16="http://schemas.microsoft.com/office/drawing/2014/main" id="{CBD82F85-5E00-4306-BBB6-B1DA82930572}"/>
                </a:ext>
              </a:extLst>
            </p:cNvPr>
            <p:cNvCxnSpPr>
              <a:cxnSpLocks/>
            </p:cNvCxnSpPr>
            <p:nvPr/>
          </p:nvCxnSpPr>
          <p:spPr>
            <a:xfrm flipH="1">
              <a:off x="10259516" y="2699599"/>
              <a:ext cx="3763" cy="1273293"/>
            </a:xfrm>
            <a:prstGeom prst="straightConnector1">
              <a:avLst/>
            </a:prstGeom>
            <a:ln w="25400">
              <a:solidFill>
                <a:schemeClr val="tx1"/>
              </a:solidFill>
              <a:prstDash val="dash"/>
              <a:tailEnd type="triangle"/>
            </a:ln>
          </p:spPr>
          <p:style>
            <a:lnRef idx="1">
              <a:schemeClr val="accent1"/>
            </a:lnRef>
            <a:fillRef idx="0">
              <a:schemeClr val="accent1"/>
            </a:fillRef>
            <a:effectRef idx="0">
              <a:schemeClr val="accent1"/>
            </a:effectRef>
            <a:fontRef idx="minor">
              <a:schemeClr val="tx1"/>
            </a:fontRef>
          </p:style>
        </p:cxnSp>
      </p:grpSp>
      <p:sp>
        <p:nvSpPr>
          <p:cNvPr id="59" name="文本框 58">
            <a:extLst>
              <a:ext uri="{FF2B5EF4-FFF2-40B4-BE49-F238E27FC236}">
                <a16:creationId xmlns:a16="http://schemas.microsoft.com/office/drawing/2014/main" id="{3D549CBE-5C75-482D-A455-03C987A182DE}"/>
              </a:ext>
            </a:extLst>
          </p:cNvPr>
          <p:cNvSpPr txBox="1"/>
          <p:nvPr/>
        </p:nvSpPr>
        <p:spPr>
          <a:xfrm>
            <a:off x="10044069" y="1650848"/>
            <a:ext cx="430892" cy="523220"/>
          </a:xfrm>
          <a:prstGeom prst="rect">
            <a:avLst/>
          </a:prstGeom>
          <a:noFill/>
        </p:spPr>
        <p:txBody>
          <a:bodyPr wrap="square" rtlCol="0">
            <a:spAutoFit/>
          </a:bodyPr>
          <a:lstStyle/>
          <a:p>
            <a:r>
              <a:rPr lang="en-US" altLang="zh-CN" sz="2800" b="1" spc="600" dirty="0">
                <a:latin typeface="Arial Black" panose="020B0A04020102020204" pitchFamily="34" charset="0"/>
              </a:rPr>
              <a:t>0</a:t>
            </a:r>
            <a:endParaRPr lang="zh-CN" altLang="en-US" sz="2800" b="1" spc="600" dirty="0">
              <a:latin typeface="Arial Black" panose="020B0A04020102020204" pitchFamily="34" charset="0"/>
            </a:endParaRPr>
          </a:p>
        </p:txBody>
      </p:sp>
      <p:grpSp>
        <p:nvGrpSpPr>
          <p:cNvPr id="15" name="组合 14">
            <a:extLst>
              <a:ext uri="{FF2B5EF4-FFF2-40B4-BE49-F238E27FC236}">
                <a16:creationId xmlns:a16="http://schemas.microsoft.com/office/drawing/2014/main" id="{56F2ED03-3545-43AB-A93D-4FB29ACC4D57}"/>
              </a:ext>
            </a:extLst>
          </p:cNvPr>
          <p:cNvGrpSpPr/>
          <p:nvPr/>
        </p:nvGrpSpPr>
        <p:grpSpPr>
          <a:xfrm>
            <a:off x="10353329" y="2699599"/>
            <a:ext cx="427749" cy="1796513"/>
            <a:chOff x="10353329" y="2699599"/>
            <a:chExt cx="427749" cy="1796513"/>
          </a:xfrm>
        </p:grpSpPr>
        <p:cxnSp>
          <p:nvCxnSpPr>
            <p:cNvPr id="63" name="直接箭头连接符 62">
              <a:extLst>
                <a:ext uri="{FF2B5EF4-FFF2-40B4-BE49-F238E27FC236}">
                  <a16:creationId xmlns:a16="http://schemas.microsoft.com/office/drawing/2014/main" id="{23643120-71E3-439F-81A8-56DE3DBA8745}"/>
                </a:ext>
              </a:extLst>
            </p:cNvPr>
            <p:cNvCxnSpPr>
              <a:cxnSpLocks/>
            </p:cNvCxnSpPr>
            <p:nvPr/>
          </p:nvCxnSpPr>
          <p:spPr>
            <a:xfrm flipH="1">
              <a:off x="10564428" y="2699599"/>
              <a:ext cx="3763" cy="1273293"/>
            </a:xfrm>
            <a:prstGeom prst="straightConnector1">
              <a:avLst/>
            </a:prstGeom>
            <a:ln w="25400">
              <a:solidFill>
                <a:schemeClr val="tx1"/>
              </a:solidFill>
              <a:prstDash val="dash"/>
              <a:tailEnd type="triangle"/>
            </a:ln>
          </p:spPr>
          <p:style>
            <a:lnRef idx="1">
              <a:schemeClr val="accent1"/>
            </a:lnRef>
            <a:fillRef idx="0">
              <a:schemeClr val="accent1"/>
            </a:fillRef>
            <a:effectRef idx="0">
              <a:schemeClr val="accent1"/>
            </a:effectRef>
            <a:fontRef idx="minor">
              <a:schemeClr val="tx1"/>
            </a:fontRef>
          </p:style>
        </p:cxnSp>
        <p:sp>
          <p:nvSpPr>
            <p:cNvPr id="64" name="文本框 63">
              <a:extLst>
                <a:ext uri="{FF2B5EF4-FFF2-40B4-BE49-F238E27FC236}">
                  <a16:creationId xmlns:a16="http://schemas.microsoft.com/office/drawing/2014/main" id="{28C9146A-2FB4-4E90-AFC9-5E9308E5942D}"/>
                </a:ext>
              </a:extLst>
            </p:cNvPr>
            <p:cNvSpPr txBox="1"/>
            <p:nvPr/>
          </p:nvSpPr>
          <p:spPr>
            <a:xfrm>
              <a:off x="10353329" y="3972892"/>
              <a:ext cx="427749" cy="523220"/>
            </a:xfrm>
            <a:prstGeom prst="rect">
              <a:avLst/>
            </a:prstGeom>
            <a:noFill/>
          </p:spPr>
          <p:txBody>
            <a:bodyPr wrap="square" rtlCol="0">
              <a:spAutoFit/>
            </a:bodyPr>
            <a:lstStyle/>
            <a:p>
              <a:r>
                <a:rPr lang="en-US" altLang="zh-CN" sz="2800" b="1" spc="600" dirty="0">
                  <a:solidFill>
                    <a:schemeClr val="accent4"/>
                  </a:solidFill>
                  <a:latin typeface="Arial Black" panose="020B0A04020102020204" pitchFamily="34" charset="0"/>
                </a:rPr>
                <a:t>0</a:t>
              </a:r>
              <a:endParaRPr lang="zh-CN" altLang="en-US" sz="2800" b="1" spc="600" dirty="0">
                <a:solidFill>
                  <a:schemeClr val="accent4"/>
                </a:solidFill>
                <a:latin typeface="Arial Black" panose="020B0A04020102020204" pitchFamily="34" charset="0"/>
              </a:endParaRPr>
            </a:p>
          </p:txBody>
        </p:sp>
      </p:grpSp>
      <p:sp>
        <p:nvSpPr>
          <p:cNvPr id="65" name="文本框 64">
            <a:extLst>
              <a:ext uri="{FF2B5EF4-FFF2-40B4-BE49-F238E27FC236}">
                <a16:creationId xmlns:a16="http://schemas.microsoft.com/office/drawing/2014/main" id="{52F8D026-A967-479D-8FE8-5548C6D673FB}"/>
              </a:ext>
            </a:extLst>
          </p:cNvPr>
          <p:cNvSpPr txBox="1"/>
          <p:nvPr/>
        </p:nvSpPr>
        <p:spPr>
          <a:xfrm>
            <a:off x="10355996" y="1650848"/>
            <a:ext cx="430892" cy="523220"/>
          </a:xfrm>
          <a:prstGeom prst="rect">
            <a:avLst/>
          </a:prstGeom>
          <a:noFill/>
        </p:spPr>
        <p:txBody>
          <a:bodyPr wrap="square" rtlCol="0">
            <a:spAutoFit/>
          </a:bodyPr>
          <a:lstStyle/>
          <a:p>
            <a:r>
              <a:rPr lang="en-US" altLang="zh-CN" sz="2800" b="1" spc="600" dirty="0">
                <a:latin typeface="Arial Black" panose="020B0A04020102020204" pitchFamily="34" charset="0"/>
              </a:rPr>
              <a:t>1</a:t>
            </a:r>
            <a:endParaRPr lang="zh-CN" altLang="en-US" sz="2800" b="1" spc="600" dirty="0">
              <a:latin typeface="Arial Black" panose="020B0A04020102020204" pitchFamily="34" charset="0"/>
            </a:endParaRPr>
          </a:p>
        </p:txBody>
      </p:sp>
      <p:sp>
        <p:nvSpPr>
          <p:cNvPr id="66" name="文本框 65">
            <a:extLst>
              <a:ext uri="{FF2B5EF4-FFF2-40B4-BE49-F238E27FC236}">
                <a16:creationId xmlns:a16="http://schemas.microsoft.com/office/drawing/2014/main" id="{0FF95ED9-FC12-4FD1-8B94-6397ADF6DF98}"/>
              </a:ext>
            </a:extLst>
          </p:cNvPr>
          <p:cNvSpPr txBox="1"/>
          <p:nvPr/>
        </p:nvSpPr>
        <p:spPr>
          <a:xfrm>
            <a:off x="9401688" y="4336418"/>
            <a:ext cx="1440674" cy="523220"/>
          </a:xfrm>
          <a:prstGeom prst="rect">
            <a:avLst/>
          </a:prstGeom>
          <a:noFill/>
        </p:spPr>
        <p:txBody>
          <a:bodyPr wrap="square" rtlCol="0">
            <a:spAutoFit/>
          </a:bodyPr>
          <a:lstStyle/>
          <a:p>
            <a:r>
              <a:rPr lang="en-US" altLang="zh-CN" sz="2800" b="1" spc="600" dirty="0">
                <a:solidFill>
                  <a:schemeClr val="accent3"/>
                </a:solidFill>
                <a:latin typeface="Arial Black" panose="020B0A04020102020204" pitchFamily="34" charset="0"/>
              </a:rPr>
              <a:t>1101</a:t>
            </a:r>
            <a:endParaRPr lang="zh-CN" altLang="en-US" sz="2800" b="1" spc="600" dirty="0">
              <a:solidFill>
                <a:schemeClr val="accent3"/>
              </a:solidFill>
              <a:latin typeface="Arial Black" panose="020B0A04020102020204" pitchFamily="34" charset="0"/>
            </a:endParaRPr>
          </a:p>
        </p:txBody>
      </p:sp>
      <p:sp>
        <p:nvSpPr>
          <p:cNvPr id="54" name="文本框 53">
            <a:extLst>
              <a:ext uri="{FF2B5EF4-FFF2-40B4-BE49-F238E27FC236}">
                <a16:creationId xmlns:a16="http://schemas.microsoft.com/office/drawing/2014/main" id="{E8189A4B-145C-419B-B681-41A3541188A5}"/>
              </a:ext>
            </a:extLst>
          </p:cNvPr>
          <p:cNvSpPr txBox="1"/>
          <p:nvPr/>
        </p:nvSpPr>
        <p:spPr>
          <a:xfrm>
            <a:off x="10018782" y="4785281"/>
            <a:ext cx="823580" cy="523220"/>
          </a:xfrm>
          <a:prstGeom prst="rect">
            <a:avLst/>
          </a:prstGeom>
          <a:noFill/>
        </p:spPr>
        <p:txBody>
          <a:bodyPr wrap="square" rtlCol="0">
            <a:spAutoFit/>
          </a:bodyPr>
          <a:lstStyle/>
          <a:p>
            <a:r>
              <a:rPr lang="en-US" altLang="zh-CN" sz="2800" b="1" spc="600" dirty="0">
                <a:latin typeface="Arial Black" panose="020B0A04020102020204" pitchFamily="34" charset="0"/>
              </a:rPr>
              <a:t>11</a:t>
            </a:r>
            <a:endParaRPr lang="zh-CN" altLang="en-US" sz="2800" b="1" spc="600" dirty="0">
              <a:latin typeface="Arial Black" panose="020B0A04020102020204" pitchFamily="34" charset="0"/>
            </a:endParaRPr>
          </a:p>
        </p:txBody>
      </p:sp>
      <p:grpSp>
        <p:nvGrpSpPr>
          <p:cNvPr id="68" name="组合 67">
            <a:extLst>
              <a:ext uri="{FF2B5EF4-FFF2-40B4-BE49-F238E27FC236}">
                <a16:creationId xmlns:a16="http://schemas.microsoft.com/office/drawing/2014/main" id="{456396D7-1159-4621-8FD7-6F8F457723F1}"/>
              </a:ext>
            </a:extLst>
          </p:cNvPr>
          <p:cNvGrpSpPr/>
          <p:nvPr/>
        </p:nvGrpSpPr>
        <p:grpSpPr>
          <a:xfrm>
            <a:off x="8892918" y="4269598"/>
            <a:ext cx="1701886" cy="523220"/>
            <a:chOff x="7966736" y="2605199"/>
            <a:chExt cx="1701886" cy="523220"/>
          </a:xfrm>
        </p:grpSpPr>
        <p:cxnSp>
          <p:nvCxnSpPr>
            <p:cNvPr id="69" name="直接连接符 68">
              <a:extLst>
                <a:ext uri="{FF2B5EF4-FFF2-40B4-BE49-F238E27FC236}">
                  <a16:creationId xmlns:a16="http://schemas.microsoft.com/office/drawing/2014/main" id="{F10542C0-D930-433F-80D5-F6735D912C44}"/>
                </a:ext>
              </a:extLst>
            </p:cNvPr>
            <p:cNvCxnSpPr>
              <a:cxnSpLocks/>
            </p:cNvCxnSpPr>
            <p:nvPr/>
          </p:nvCxnSpPr>
          <p:spPr>
            <a:xfrm>
              <a:off x="8117215" y="3128419"/>
              <a:ext cx="1551407" cy="0"/>
            </a:xfrm>
            <a:prstGeom prst="line">
              <a:avLst/>
            </a:prstGeom>
            <a:ln w="50800" cap="rnd">
              <a:solidFill>
                <a:schemeClr val="tx1"/>
              </a:solidFill>
              <a:round/>
            </a:ln>
          </p:spPr>
          <p:style>
            <a:lnRef idx="1">
              <a:schemeClr val="accent1"/>
            </a:lnRef>
            <a:fillRef idx="0">
              <a:schemeClr val="accent1"/>
            </a:fillRef>
            <a:effectRef idx="0">
              <a:schemeClr val="accent1"/>
            </a:effectRef>
            <a:fontRef idx="minor">
              <a:schemeClr val="tx1"/>
            </a:fontRef>
          </p:style>
        </p:cxnSp>
        <p:sp>
          <p:nvSpPr>
            <p:cNvPr id="70" name="文本框 69">
              <a:extLst>
                <a:ext uri="{FF2B5EF4-FFF2-40B4-BE49-F238E27FC236}">
                  <a16:creationId xmlns:a16="http://schemas.microsoft.com/office/drawing/2014/main" id="{25E0A365-9B42-4F8B-B724-C48A5CBF73CE}"/>
                </a:ext>
              </a:extLst>
            </p:cNvPr>
            <p:cNvSpPr txBox="1"/>
            <p:nvPr/>
          </p:nvSpPr>
          <p:spPr>
            <a:xfrm>
              <a:off x="7966736" y="2605199"/>
              <a:ext cx="547653" cy="523220"/>
            </a:xfrm>
            <a:prstGeom prst="rect">
              <a:avLst/>
            </a:prstGeom>
            <a:noFill/>
          </p:spPr>
          <p:txBody>
            <a:bodyPr wrap="square">
              <a:spAutoFit/>
            </a:bodyPr>
            <a:lstStyle/>
            <a:p>
              <a:pPr algn="ctr"/>
              <a:r>
                <a:rPr lang="zh-CN" altLang="en-US" sz="2800" b="1" dirty="0">
                  <a:solidFill>
                    <a:schemeClr val="accent1">
                      <a:lumMod val="75000"/>
                    </a:schemeClr>
                  </a:solidFill>
                </a:rPr>
                <a:t>⊕</a:t>
              </a:r>
            </a:p>
          </p:txBody>
        </p:sp>
      </p:grpSp>
      <p:grpSp>
        <p:nvGrpSpPr>
          <p:cNvPr id="16" name="组合 15">
            <a:extLst>
              <a:ext uri="{FF2B5EF4-FFF2-40B4-BE49-F238E27FC236}">
                <a16:creationId xmlns:a16="http://schemas.microsoft.com/office/drawing/2014/main" id="{1EA332D7-CCEF-4362-A31C-7F42D21E8C3D}"/>
              </a:ext>
            </a:extLst>
          </p:cNvPr>
          <p:cNvGrpSpPr/>
          <p:nvPr/>
        </p:nvGrpSpPr>
        <p:grpSpPr>
          <a:xfrm>
            <a:off x="10662669" y="2698534"/>
            <a:ext cx="427749" cy="2609967"/>
            <a:chOff x="10675825" y="2698534"/>
            <a:chExt cx="427749" cy="2609967"/>
          </a:xfrm>
        </p:grpSpPr>
        <p:cxnSp>
          <p:nvCxnSpPr>
            <p:cNvPr id="72" name="直接箭头连接符 71">
              <a:extLst>
                <a:ext uri="{FF2B5EF4-FFF2-40B4-BE49-F238E27FC236}">
                  <a16:creationId xmlns:a16="http://schemas.microsoft.com/office/drawing/2014/main" id="{D2E1C81C-9FF2-4ECC-8716-DCACEC5BBA4C}"/>
                </a:ext>
              </a:extLst>
            </p:cNvPr>
            <p:cNvCxnSpPr>
              <a:cxnSpLocks/>
              <a:endCxn id="73" idx="0"/>
            </p:cNvCxnSpPr>
            <p:nvPr/>
          </p:nvCxnSpPr>
          <p:spPr>
            <a:xfrm>
              <a:off x="10883121" y="2698534"/>
              <a:ext cx="6579" cy="2086747"/>
            </a:xfrm>
            <a:prstGeom prst="straightConnector1">
              <a:avLst/>
            </a:prstGeom>
            <a:ln w="25400">
              <a:solidFill>
                <a:schemeClr val="tx1"/>
              </a:solidFill>
              <a:prstDash val="dash"/>
              <a:tailEnd type="triangle"/>
            </a:ln>
          </p:spPr>
          <p:style>
            <a:lnRef idx="1">
              <a:schemeClr val="accent1"/>
            </a:lnRef>
            <a:fillRef idx="0">
              <a:schemeClr val="accent1"/>
            </a:fillRef>
            <a:effectRef idx="0">
              <a:schemeClr val="accent1"/>
            </a:effectRef>
            <a:fontRef idx="minor">
              <a:schemeClr val="tx1"/>
            </a:fontRef>
          </p:style>
        </p:cxnSp>
        <p:sp>
          <p:nvSpPr>
            <p:cNvPr id="73" name="文本框 72">
              <a:extLst>
                <a:ext uri="{FF2B5EF4-FFF2-40B4-BE49-F238E27FC236}">
                  <a16:creationId xmlns:a16="http://schemas.microsoft.com/office/drawing/2014/main" id="{82CB2C09-F5E5-43AF-9E21-55D7EE28ACA8}"/>
                </a:ext>
              </a:extLst>
            </p:cNvPr>
            <p:cNvSpPr txBox="1"/>
            <p:nvPr/>
          </p:nvSpPr>
          <p:spPr>
            <a:xfrm>
              <a:off x="10675825" y="4785281"/>
              <a:ext cx="427749" cy="523220"/>
            </a:xfrm>
            <a:prstGeom prst="rect">
              <a:avLst/>
            </a:prstGeom>
            <a:noFill/>
          </p:spPr>
          <p:txBody>
            <a:bodyPr wrap="square" rtlCol="0">
              <a:spAutoFit/>
            </a:bodyPr>
            <a:lstStyle/>
            <a:p>
              <a:r>
                <a:rPr lang="en-US" altLang="zh-CN" sz="2800" b="1" spc="600" dirty="0">
                  <a:solidFill>
                    <a:schemeClr val="accent4"/>
                  </a:solidFill>
                  <a:latin typeface="Arial Black" panose="020B0A04020102020204" pitchFamily="34" charset="0"/>
                </a:rPr>
                <a:t>0</a:t>
              </a:r>
              <a:endParaRPr lang="zh-CN" altLang="en-US" sz="2800" b="1" spc="600" dirty="0">
                <a:solidFill>
                  <a:schemeClr val="accent4"/>
                </a:solidFill>
                <a:latin typeface="Arial Black" panose="020B0A04020102020204" pitchFamily="34" charset="0"/>
              </a:endParaRPr>
            </a:p>
          </p:txBody>
        </p:sp>
      </p:grpSp>
      <p:sp>
        <p:nvSpPr>
          <p:cNvPr id="74" name="文本框 73">
            <a:extLst>
              <a:ext uri="{FF2B5EF4-FFF2-40B4-BE49-F238E27FC236}">
                <a16:creationId xmlns:a16="http://schemas.microsoft.com/office/drawing/2014/main" id="{4DEFDD88-264F-4387-8D95-DD8F942C7A77}"/>
              </a:ext>
            </a:extLst>
          </p:cNvPr>
          <p:cNvSpPr txBox="1"/>
          <p:nvPr/>
        </p:nvSpPr>
        <p:spPr>
          <a:xfrm>
            <a:off x="10662669" y="1650848"/>
            <a:ext cx="430892" cy="523220"/>
          </a:xfrm>
          <a:prstGeom prst="rect">
            <a:avLst/>
          </a:prstGeom>
          <a:noFill/>
        </p:spPr>
        <p:txBody>
          <a:bodyPr wrap="square" rtlCol="0">
            <a:spAutoFit/>
          </a:bodyPr>
          <a:lstStyle/>
          <a:p>
            <a:r>
              <a:rPr lang="en-US" altLang="zh-CN" sz="2800" b="1" spc="600" dirty="0">
                <a:latin typeface="Arial Black" panose="020B0A04020102020204" pitchFamily="34" charset="0"/>
              </a:rPr>
              <a:t>0</a:t>
            </a:r>
            <a:endParaRPr lang="zh-CN" altLang="en-US" sz="2800" b="1" spc="600" dirty="0">
              <a:latin typeface="Arial Black" panose="020B0A04020102020204" pitchFamily="34" charset="0"/>
            </a:endParaRPr>
          </a:p>
        </p:txBody>
      </p:sp>
      <p:sp>
        <p:nvSpPr>
          <p:cNvPr id="75" name="文本框 74">
            <a:extLst>
              <a:ext uri="{FF2B5EF4-FFF2-40B4-BE49-F238E27FC236}">
                <a16:creationId xmlns:a16="http://schemas.microsoft.com/office/drawing/2014/main" id="{4088EEF1-25C6-4E08-9D09-CB1F9416EF76}"/>
              </a:ext>
            </a:extLst>
          </p:cNvPr>
          <p:cNvSpPr txBox="1"/>
          <p:nvPr/>
        </p:nvSpPr>
        <p:spPr>
          <a:xfrm>
            <a:off x="10955803" y="1650848"/>
            <a:ext cx="430892" cy="523220"/>
          </a:xfrm>
          <a:prstGeom prst="rect">
            <a:avLst/>
          </a:prstGeom>
          <a:noFill/>
        </p:spPr>
        <p:txBody>
          <a:bodyPr wrap="square" rtlCol="0">
            <a:spAutoFit/>
          </a:bodyPr>
          <a:lstStyle/>
          <a:p>
            <a:r>
              <a:rPr lang="en-US" altLang="zh-CN" sz="2800" b="1" spc="600" dirty="0">
                <a:latin typeface="Arial Black" panose="020B0A04020102020204" pitchFamily="34" charset="0"/>
              </a:rPr>
              <a:t>1</a:t>
            </a:r>
            <a:endParaRPr lang="zh-CN" altLang="en-US" sz="2800" b="1" spc="600" dirty="0">
              <a:latin typeface="Arial Black" panose="020B0A04020102020204" pitchFamily="34" charset="0"/>
            </a:endParaRPr>
          </a:p>
        </p:txBody>
      </p:sp>
      <p:grpSp>
        <p:nvGrpSpPr>
          <p:cNvPr id="11" name="组合 10">
            <a:extLst>
              <a:ext uri="{FF2B5EF4-FFF2-40B4-BE49-F238E27FC236}">
                <a16:creationId xmlns:a16="http://schemas.microsoft.com/office/drawing/2014/main" id="{87C82CFF-2783-489A-959E-87EB0D0AFE67}"/>
              </a:ext>
            </a:extLst>
          </p:cNvPr>
          <p:cNvGrpSpPr/>
          <p:nvPr/>
        </p:nvGrpSpPr>
        <p:grpSpPr>
          <a:xfrm>
            <a:off x="10980201" y="2700266"/>
            <a:ext cx="427749" cy="2609967"/>
            <a:chOff x="10980201" y="2700266"/>
            <a:chExt cx="427749" cy="2609967"/>
          </a:xfrm>
        </p:grpSpPr>
        <p:cxnSp>
          <p:nvCxnSpPr>
            <p:cNvPr id="76" name="直接箭头连接符 75">
              <a:extLst>
                <a:ext uri="{FF2B5EF4-FFF2-40B4-BE49-F238E27FC236}">
                  <a16:creationId xmlns:a16="http://schemas.microsoft.com/office/drawing/2014/main" id="{A7DBE068-18B7-46B7-9AF8-64B65E4D4FB7}"/>
                </a:ext>
              </a:extLst>
            </p:cNvPr>
            <p:cNvCxnSpPr>
              <a:cxnSpLocks/>
              <a:endCxn id="77" idx="0"/>
            </p:cNvCxnSpPr>
            <p:nvPr/>
          </p:nvCxnSpPr>
          <p:spPr>
            <a:xfrm>
              <a:off x="11187497" y="2700266"/>
              <a:ext cx="6579" cy="2086747"/>
            </a:xfrm>
            <a:prstGeom prst="straightConnector1">
              <a:avLst/>
            </a:prstGeom>
            <a:ln w="25400">
              <a:solidFill>
                <a:schemeClr val="tx1"/>
              </a:solidFill>
              <a:prstDash val="dash"/>
              <a:tailEnd type="triangle"/>
            </a:ln>
          </p:spPr>
          <p:style>
            <a:lnRef idx="1">
              <a:schemeClr val="accent1"/>
            </a:lnRef>
            <a:fillRef idx="0">
              <a:schemeClr val="accent1"/>
            </a:fillRef>
            <a:effectRef idx="0">
              <a:schemeClr val="accent1"/>
            </a:effectRef>
            <a:fontRef idx="minor">
              <a:schemeClr val="tx1"/>
            </a:fontRef>
          </p:style>
        </p:cxnSp>
        <p:sp>
          <p:nvSpPr>
            <p:cNvPr id="77" name="文本框 76">
              <a:extLst>
                <a:ext uri="{FF2B5EF4-FFF2-40B4-BE49-F238E27FC236}">
                  <a16:creationId xmlns:a16="http://schemas.microsoft.com/office/drawing/2014/main" id="{5DF64B4C-1EBB-421C-B9FE-F32D5ED0FDEB}"/>
                </a:ext>
              </a:extLst>
            </p:cNvPr>
            <p:cNvSpPr txBox="1"/>
            <p:nvPr/>
          </p:nvSpPr>
          <p:spPr>
            <a:xfrm>
              <a:off x="10980201" y="4787013"/>
              <a:ext cx="427749" cy="523220"/>
            </a:xfrm>
            <a:prstGeom prst="rect">
              <a:avLst/>
            </a:prstGeom>
            <a:noFill/>
          </p:spPr>
          <p:txBody>
            <a:bodyPr wrap="square" rtlCol="0">
              <a:spAutoFit/>
            </a:bodyPr>
            <a:lstStyle/>
            <a:p>
              <a:r>
                <a:rPr lang="en-US" altLang="zh-CN" sz="2800" b="1" spc="600" dirty="0">
                  <a:solidFill>
                    <a:schemeClr val="accent4"/>
                  </a:solidFill>
                  <a:latin typeface="Arial Black" panose="020B0A04020102020204" pitchFamily="34" charset="0"/>
                </a:rPr>
                <a:t>0</a:t>
              </a:r>
              <a:endParaRPr lang="zh-CN" altLang="en-US" sz="2800" b="1" spc="600" dirty="0">
                <a:solidFill>
                  <a:schemeClr val="accent4"/>
                </a:solidFill>
                <a:latin typeface="Arial Black" panose="020B0A04020102020204" pitchFamily="34" charset="0"/>
              </a:endParaRPr>
            </a:p>
          </p:txBody>
        </p:sp>
      </p:grpSp>
      <p:sp>
        <p:nvSpPr>
          <p:cNvPr id="78" name="文本框 77">
            <a:extLst>
              <a:ext uri="{FF2B5EF4-FFF2-40B4-BE49-F238E27FC236}">
                <a16:creationId xmlns:a16="http://schemas.microsoft.com/office/drawing/2014/main" id="{650BADE6-20B4-4577-AF85-EA6450DE1DA7}"/>
              </a:ext>
            </a:extLst>
          </p:cNvPr>
          <p:cNvSpPr txBox="1"/>
          <p:nvPr/>
        </p:nvSpPr>
        <p:spPr>
          <a:xfrm>
            <a:off x="10025360" y="5113711"/>
            <a:ext cx="1440674" cy="523220"/>
          </a:xfrm>
          <a:prstGeom prst="rect">
            <a:avLst/>
          </a:prstGeom>
          <a:noFill/>
        </p:spPr>
        <p:txBody>
          <a:bodyPr wrap="square" rtlCol="0">
            <a:spAutoFit/>
          </a:bodyPr>
          <a:lstStyle/>
          <a:p>
            <a:r>
              <a:rPr lang="en-US" altLang="zh-CN" sz="2800" b="1" spc="600" dirty="0">
                <a:solidFill>
                  <a:schemeClr val="accent3"/>
                </a:solidFill>
                <a:latin typeface="Arial Black" panose="020B0A04020102020204" pitchFamily="34" charset="0"/>
              </a:rPr>
              <a:t>1101</a:t>
            </a:r>
            <a:endParaRPr lang="zh-CN" altLang="en-US" sz="2800" b="1" spc="600" dirty="0">
              <a:solidFill>
                <a:schemeClr val="accent3"/>
              </a:solidFill>
              <a:latin typeface="Arial Black" panose="020B0A04020102020204" pitchFamily="34" charset="0"/>
            </a:endParaRPr>
          </a:p>
        </p:txBody>
      </p:sp>
      <p:grpSp>
        <p:nvGrpSpPr>
          <p:cNvPr id="67" name="组合 66">
            <a:extLst>
              <a:ext uri="{FF2B5EF4-FFF2-40B4-BE49-F238E27FC236}">
                <a16:creationId xmlns:a16="http://schemas.microsoft.com/office/drawing/2014/main" id="{02E6788A-F0B6-4279-82DB-FC76BAB08D14}"/>
              </a:ext>
            </a:extLst>
          </p:cNvPr>
          <p:cNvGrpSpPr/>
          <p:nvPr/>
        </p:nvGrpSpPr>
        <p:grpSpPr>
          <a:xfrm>
            <a:off x="9527739" y="5054428"/>
            <a:ext cx="1701886" cy="523220"/>
            <a:chOff x="7966736" y="2605199"/>
            <a:chExt cx="1701886" cy="523220"/>
          </a:xfrm>
        </p:grpSpPr>
        <p:cxnSp>
          <p:nvCxnSpPr>
            <p:cNvPr id="71" name="直接连接符 70">
              <a:extLst>
                <a:ext uri="{FF2B5EF4-FFF2-40B4-BE49-F238E27FC236}">
                  <a16:creationId xmlns:a16="http://schemas.microsoft.com/office/drawing/2014/main" id="{85C9705D-D613-4986-8FCA-F823FCDE186E}"/>
                </a:ext>
              </a:extLst>
            </p:cNvPr>
            <p:cNvCxnSpPr>
              <a:cxnSpLocks/>
            </p:cNvCxnSpPr>
            <p:nvPr/>
          </p:nvCxnSpPr>
          <p:spPr>
            <a:xfrm>
              <a:off x="8117215" y="3128419"/>
              <a:ext cx="1551407" cy="0"/>
            </a:xfrm>
            <a:prstGeom prst="line">
              <a:avLst/>
            </a:prstGeom>
            <a:ln w="50800" cap="rnd">
              <a:solidFill>
                <a:schemeClr val="tx1"/>
              </a:solidFill>
              <a:round/>
            </a:ln>
          </p:spPr>
          <p:style>
            <a:lnRef idx="1">
              <a:schemeClr val="accent1"/>
            </a:lnRef>
            <a:fillRef idx="0">
              <a:schemeClr val="accent1"/>
            </a:fillRef>
            <a:effectRef idx="0">
              <a:schemeClr val="accent1"/>
            </a:effectRef>
            <a:fontRef idx="minor">
              <a:schemeClr val="tx1"/>
            </a:fontRef>
          </p:style>
        </p:cxnSp>
        <p:sp>
          <p:nvSpPr>
            <p:cNvPr id="80" name="文本框 79">
              <a:extLst>
                <a:ext uri="{FF2B5EF4-FFF2-40B4-BE49-F238E27FC236}">
                  <a16:creationId xmlns:a16="http://schemas.microsoft.com/office/drawing/2014/main" id="{DDA4A975-78C9-40E3-B967-16767F37C4AF}"/>
                </a:ext>
              </a:extLst>
            </p:cNvPr>
            <p:cNvSpPr txBox="1"/>
            <p:nvPr/>
          </p:nvSpPr>
          <p:spPr>
            <a:xfrm>
              <a:off x="7966736" y="2605199"/>
              <a:ext cx="547653" cy="523220"/>
            </a:xfrm>
            <a:prstGeom prst="rect">
              <a:avLst/>
            </a:prstGeom>
            <a:noFill/>
          </p:spPr>
          <p:txBody>
            <a:bodyPr wrap="square">
              <a:spAutoFit/>
            </a:bodyPr>
            <a:lstStyle/>
            <a:p>
              <a:pPr algn="ctr"/>
              <a:r>
                <a:rPr lang="zh-CN" altLang="en-US" sz="2800" b="1" dirty="0">
                  <a:solidFill>
                    <a:schemeClr val="accent1">
                      <a:lumMod val="75000"/>
                    </a:schemeClr>
                  </a:solidFill>
                </a:rPr>
                <a:t>⊕</a:t>
              </a:r>
            </a:p>
          </p:txBody>
        </p:sp>
      </p:grpSp>
      <p:sp>
        <p:nvSpPr>
          <p:cNvPr id="83" name="矩形 82">
            <a:extLst>
              <a:ext uri="{FF2B5EF4-FFF2-40B4-BE49-F238E27FC236}">
                <a16:creationId xmlns:a16="http://schemas.microsoft.com/office/drawing/2014/main" id="{D8FF5894-1276-4FC8-B80A-68463D7A00F6}"/>
              </a:ext>
            </a:extLst>
          </p:cNvPr>
          <p:cNvSpPr/>
          <p:nvPr/>
        </p:nvSpPr>
        <p:spPr>
          <a:xfrm>
            <a:off x="304800" y="5335585"/>
            <a:ext cx="1204948" cy="1020462"/>
          </a:xfrm>
          <a:prstGeom prst="rect">
            <a:avLst/>
          </a:prstGeom>
          <a:solidFill>
            <a:schemeClr val="accent3">
              <a:lumMod val="75000"/>
            </a:schemeClr>
          </a:solidFill>
          <a:ln>
            <a:solidFill>
              <a:schemeClr val="accent3">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CN" sz="3200" b="1" dirty="0">
                <a:latin typeface="Arial Black" panose="020B0A04020102020204" pitchFamily="34" charset="0"/>
              </a:rPr>
              <a:t>4</a:t>
            </a:r>
            <a:endParaRPr lang="zh-CN" altLang="en-US" sz="3200" b="1" dirty="0">
              <a:latin typeface="Arial Black" panose="020B0A04020102020204" pitchFamily="34" charset="0"/>
            </a:endParaRPr>
          </a:p>
        </p:txBody>
      </p:sp>
      <p:grpSp>
        <p:nvGrpSpPr>
          <p:cNvPr id="84" name="组合 83">
            <a:extLst>
              <a:ext uri="{FF2B5EF4-FFF2-40B4-BE49-F238E27FC236}">
                <a16:creationId xmlns:a16="http://schemas.microsoft.com/office/drawing/2014/main" id="{E41919CB-B7AF-4E43-B27C-9AD8151F22CC}"/>
              </a:ext>
            </a:extLst>
          </p:cNvPr>
          <p:cNvGrpSpPr/>
          <p:nvPr/>
        </p:nvGrpSpPr>
        <p:grpSpPr>
          <a:xfrm>
            <a:off x="1509747" y="5335121"/>
            <a:ext cx="4823318" cy="1020462"/>
            <a:chOff x="1523649" y="1956155"/>
            <a:chExt cx="4823318" cy="1020462"/>
          </a:xfrm>
        </p:grpSpPr>
        <p:sp>
          <p:nvSpPr>
            <p:cNvPr id="85" name="文本框 84">
              <a:extLst>
                <a:ext uri="{FF2B5EF4-FFF2-40B4-BE49-F238E27FC236}">
                  <a16:creationId xmlns:a16="http://schemas.microsoft.com/office/drawing/2014/main" id="{6DE892B2-6518-4E4D-BBFF-0BEF4BEBA80C}"/>
                </a:ext>
              </a:extLst>
            </p:cNvPr>
            <p:cNvSpPr txBox="1"/>
            <p:nvPr/>
          </p:nvSpPr>
          <p:spPr>
            <a:xfrm>
              <a:off x="1672475" y="1994023"/>
              <a:ext cx="3169985" cy="400110"/>
            </a:xfrm>
            <a:prstGeom prst="rect">
              <a:avLst/>
            </a:prstGeom>
            <a:noFill/>
          </p:spPr>
          <p:txBody>
            <a:bodyPr wrap="square" rtlCol="0">
              <a:spAutoFit/>
            </a:bodyPr>
            <a:lstStyle/>
            <a:p>
              <a:r>
                <a:rPr lang="zh-CN" altLang="en-US" sz="2000" b="1" dirty="0">
                  <a:solidFill>
                    <a:schemeClr val="accent3">
                      <a:lumMod val="75000"/>
                    </a:schemeClr>
                  </a:solidFill>
                </a:rPr>
                <a:t>检查“余数”</a:t>
              </a:r>
            </a:p>
          </p:txBody>
        </p:sp>
        <p:sp>
          <p:nvSpPr>
            <p:cNvPr id="86" name="矩形 85">
              <a:extLst>
                <a:ext uri="{FF2B5EF4-FFF2-40B4-BE49-F238E27FC236}">
                  <a16:creationId xmlns:a16="http://schemas.microsoft.com/office/drawing/2014/main" id="{A54AE4FF-97E0-443E-90ED-143A35912365}"/>
                </a:ext>
              </a:extLst>
            </p:cNvPr>
            <p:cNvSpPr/>
            <p:nvPr/>
          </p:nvSpPr>
          <p:spPr>
            <a:xfrm>
              <a:off x="1523649" y="1956155"/>
              <a:ext cx="4823318" cy="1020462"/>
            </a:xfrm>
            <a:prstGeom prst="rect">
              <a:avLst/>
            </a:prstGeom>
            <a:noFill/>
            <a:ln>
              <a:solidFill>
                <a:schemeClr val="accent3">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sz="3200" b="1" dirty="0">
                <a:latin typeface="Arial Black" panose="020B0A04020102020204" pitchFamily="34" charset="0"/>
              </a:endParaRPr>
            </a:p>
          </p:txBody>
        </p:sp>
      </p:grpSp>
      <p:sp>
        <p:nvSpPr>
          <p:cNvPr id="87" name="文本框 86">
            <a:extLst>
              <a:ext uri="{FF2B5EF4-FFF2-40B4-BE49-F238E27FC236}">
                <a16:creationId xmlns:a16="http://schemas.microsoft.com/office/drawing/2014/main" id="{167CFC06-58BB-43AD-A90F-6E660AEAD16C}"/>
              </a:ext>
            </a:extLst>
          </p:cNvPr>
          <p:cNvSpPr txBox="1"/>
          <p:nvPr/>
        </p:nvSpPr>
        <p:spPr>
          <a:xfrm>
            <a:off x="1658573" y="5704966"/>
            <a:ext cx="4660590" cy="646331"/>
          </a:xfrm>
          <a:prstGeom prst="rect">
            <a:avLst/>
          </a:prstGeom>
          <a:noFill/>
        </p:spPr>
        <p:txBody>
          <a:bodyPr wrap="square" rtlCol="0">
            <a:spAutoFit/>
          </a:bodyPr>
          <a:lstStyle/>
          <a:p>
            <a:r>
              <a:rPr lang="zh-CN" altLang="en-US" b="1" dirty="0"/>
              <a:t>余数的位数应与生成多项式最高次数相同，如果位数不够，则在余数前补</a:t>
            </a:r>
            <a:r>
              <a:rPr lang="en-US" altLang="zh-CN" b="1" dirty="0"/>
              <a:t>0</a:t>
            </a:r>
            <a:r>
              <a:rPr lang="zh-CN" altLang="en-US" b="1" dirty="0"/>
              <a:t>来凑足位数。</a:t>
            </a:r>
          </a:p>
        </p:txBody>
      </p:sp>
      <p:sp>
        <p:nvSpPr>
          <p:cNvPr id="88" name="文本框 87">
            <a:extLst>
              <a:ext uri="{FF2B5EF4-FFF2-40B4-BE49-F238E27FC236}">
                <a16:creationId xmlns:a16="http://schemas.microsoft.com/office/drawing/2014/main" id="{1309414C-82C0-460F-AFE3-48031B79B214}"/>
              </a:ext>
            </a:extLst>
          </p:cNvPr>
          <p:cNvSpPr txBox="1"/>
          <p:nvPr/>
        </p:nvSpPr>
        <p:spPr>
          <a:xfrm>
            <a:off x="10372880" y="5589259"/>
            <a:ext cx="816396" cy="523220"/>
          </a:xfrm>
          <a:prstGeom prst="rect">
            <a:avLst/>
          </a:prstGeom>
          <a:noFill/>
        </p:spPr>
        <p:txBody>
          <a:bodyPr wrap="square" rtlCol="0">
            <a:spAutoFit/>
          </a:bodyPr>
          <a:lstStyle/>
          <a:p>
            <a:r>
              <a:rPr lang="en-US" altLang="zh-CN" sz="2800" b="1" spc="600" dirty="0">
                <a:solidFill>
                  <a:schemeClr val="accent2"/>
                </a:solidFill>
                <a:latin typeface="Arial Black" panose="020B0A04020102020204" pitchFamily="34" charset="0"/>
              </a:rPr>
              <a:t>00</a:t>
            </a:r>
            <a:endParaRPr lang="zh-CN" altLang="en-US" sz="2800" b="1" spc="600" dirty="0">
              <a:solidFill>
                <a:schemeClr val="accent2"/>
              </a:solidFill>
              <a:latin typeface="Arial Black" panose="020B0A04020102020204" pitchFamily="34" charset="0"/>
            </a:endParaRPr>
          </a:p>
        </p:txBody>
      </p:sp>
      <p:sp>
        <p:nvSpPr>
          <p:cNvPr id="79" name="文本框 78">
            <a:extLst>
              <a:ext uri="{FF2B5EF4-FFF2-40B4-BE49-F238E27FC236}">
                <a16:creationId xmlns:a16="http://schemas.microsoft.com/office/drawing/2014/main" id="{76AE5F02-F732-4E5B-9F35-F3D3F9492EBD}"/>
              </a:ext>
            </a:extLst>
          </p:cNvPr>
          <p:cNvSpPr txBox="1"/>
          <p:nvPr/>
        </p:nvSpPr>
        <p:spPr>
          <a:xfrm>
            <a:off x="9275393" y="5819136"/>
            <a:ext cx="1309280" cy="523220"/>
          </a:xfrm>
          <a:prstGeom prst="rect">
            <a:avLst/>
          </a:prstGeom>
          <a:noFill/>
        </p:spPr>
        <p:txBody>
          <a:bodyPr wrap="square" rtlCol="0">
            <a:spAutoFit/>
          </a:bodyPr>
          <a:lstStyle/>
          <a:p>
            <a:r>
              <a:rPr lang="en-US" altLang="zh-CN" sz="2800" b="1" spc="600" dirty="0">
                <a:solidFill>
                  <a:schemeClr val="accent2"/>
                </a:solidFill>
                <a:latin typeface="Arial Black" panose="020B0A04020102020204" pitchFamily="34" charset="0"/>
              </a:rPr>
              <a:t>001</a:t>
            </a:r>
            <a:endParaRPr lang="zh-CN" altLang="en-US" sz="2800" b="1" spc="600" dirty="0">
              <a:solidFill>
                <a:schemeClr val="accent2"/>
              </a:solidFill>
              <a:latin typeface="Arial Black" panose="020B0A04020102020204" pitchFamily="34" charset="0"/>
            </a:endParaRPr>
          </a:p>
        </p:txBody>
      </p:sp>
      <p:sp>
        <p:nvSpPr>
          <p:cNvPr id="81" name="文本框 80">
            <a:extLst>
              <a:ext uri="{FF2B5EF4-FFF2-40B4-BE49-F238E27FC236}">
                <a16:creationId xmlns:a16="http://schemas.microsoft.com/office/drawing/2014/main" id="{BA6C513A-3A6B-4043-894D-0BE69E1A6F1B}"/>
              </a:ext>
            </a:extLst>
          </p:cNvPr>
          <p:cNvSpPr txBox="1"/>
          <p:nvPr/>
        </p:nvSpPr>
        <p:spPr>
          <a:xfrm>
            <a:off x="7409854" y="5830095"/>
            <a:ext cx="2113867" cy="523220"/>
          </a:xfrm>
          <a:prstGeom prst="rect">
            <a:avLst/>
          </a:prstGeom>
          <a:noFill/>
        </p:spPr>
        <p:txBody>
          <a:bodyPr wrap="square" rtlCol="0">
            <a:spAutoFit/>
          </a:bodyPr>
          <a:lstStyle/>
          <a:p>
            <a:r>
              <a:rPr lang="en-US" altLang="zh-CN" sz="2800" b="1" spc="600" dirty="0">
                <a:latin typeface="Arial Black" panose="020B0A04020102020204" pitchFamily="34" charset="0"/>
              </a:rPr>
              <a:t>101001</a:t>
            </a:r>
            <a:endParaRPr lang="zh-CN" altLang="en-US" sz="2800" b="1" spc="600" dirty="0">
              <a:latin typeface="Arial Black" panose="020B0A04020102020204" pitchFamily="34" charset="0"/>
            </a:endParaRPr>
          </a:p>
        </p:txBody>
      </p:sp>
      <p:sp>
        <p:nvSpPr>
          <p:cNvPr id="7" name="箭头: 左 6">
            <a:extLst>
              <a:ext uri="{FF2B5EF4-FFF2-40B4-BE49-F238E27FC236}">
                <a16:creationId xmlns:a16="http://schemas.microsoft.com/office/drawing/2014/main" id="{96710376-2CF1-4819-A429-374B04EE3CC0}"/>
              </a:ext>
            </a:extLst>
          </p:cNvPr>
          <p:cNvSpPr/>
          <p:nvPr/>
        </p:nvSpPr>
        <p:spPr>
          <a:xfrm>
            <a:off x="6583237" y="5819137"/>
            <a:ext cx="849544" cy="523219"/>
          </a:xfrm>
          <a:prstGeom prst="leftArrow">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zh-CN" altLang="en-US" b="1" dirty="0">
                <a:solidFill>
                  <a:schemeClr val="tx1"/>
                </a:solidFill>
              </a:rPr>
              <a:t>发送</a:t>
            </a:r>
          </a:p>
        </p:txBody>
      </p:sp>
    </p:spTree>
    <p:custDataLst>
      <p:tags r:id="rId1"/>
    </p:custDataLst>
    <p:extLst>
      <p:ext uri="{BB962C8B-B14F-4D97-AF65-F5344CB8AC3E}">
        <p14:creationId xmlns:p14="http://schemas.microsoft.com/office/powerpoint/2010/main" val="2113017992"/>
      </p:ext>
    </p:extLst>
  </p:cSld>
  <p:clrMapOvr>
    <a:masterClrMapping/>
  </p:clrMapOvr>
  <mc:AlternateContent xmlns:mc="http://schemas.openxmlformats.org/markup-compatibility/2006" xmlns:p159="http://schemas.microsoft.com/office/powerpoint/2015/09/main">
    <mc:Choice Requires="p159">
      <p:transition xmlns:p14="http://schemas.microsoft.com/office/powerpoint/2010/main" spd="slow" p14:dur="2000">
        <p159:morph option="byObject"/>
      </p:transition>
    </mc:Choice>
    <mc:Fallback xmlns="">
      <p:transition spd="slow">
        <p:fade/>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2" presetClass="entr" presetSubtype="2" fill="hold" grpId="0" nodeType="withEffect">
                                  <p:stCondLst>
                                    <p:cond delay="0"/>
                                  </p:stCondLst>
                                  <p:childTnLst>
                                    <p:set>
                                      <p:cBhvr>
                                        <p:cTn id="6" dur="1" fill="hold">
                                          <p:stCondLst>
                                            <p:cond delay="0"/>
                                          </p:stCondLst>
                                        </p:cTn>
                                        <p:tgtEl>
                                          <p:spTgt spid="7"/>
                                        </p:tgtEl>
                                        <p:attrNameLst>
                                          <p:attrName>style.visibility</p:attrName>
                                        </p:attrNameLst>
                                      </p:cBhvr>
                                      <p:to>
                                        <p:strVal val="visible"/>
                                      </p:to>
                                    </p:set>
                                    <p:anim calcmode="lin" valueType="num">
                                      <p:cBhvr additive="base">
                                        <p:cTn id="7" dur="500"/>
                                        <p:tgtEl>
                                          <p:spTgt spid="7"/>
                                        </p:tgtEl>
                                        <p:attrNameLst>
                                          <p:attrName>ppt_x</p:attrName>
                                        </p:attrNameLst>
                                      </p:cBhvr>
                                      <p:tavLst>
                                        <p:tav tm="0">
                                          <p:val>
                                            <p:strVal val="#ppt_x+#ppt_w*1.125000"/>
                                          </p:val>
                                        </p:tav>
                                        <p:tav tm="100000">
                                          <p:val>
                                            <p:strVal val="#ppt_x"/>
                                          </p:val>
                                        </p:tav>
                                      </p:tavLst>
                                    </p:anim>
                                    <p:animEffect transition="in" filter="wipe(left)">
                                      <p:cBhvr>
                                        <p:cTn id="8" dur="500"/>
                                        <p:tgtEl>
                                          <p:spTgt spid="7"/>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7" grpId="0" animBg="1"/>
    </p:bldLst>
  </p:timing>
</p:sld>
</file>

<file path=ppt/slides/slide9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4" name="组合 3">
            <a:extLst>
              <a:ext uri="{FF2B5EF4-FFF2-40B4-BE49-F238E27FC236}">
                <a16:creationId xmlns:a16="http://schemas.microsoft.com/office/drawing/2014/main" id="{9A1EA9F2-FCB6-48C3-935F-7AE7E3AD14AC}"/>
              </a:ext>
            </a:extLst>
          </p:cNvPr>
          <p:cNvGrpSpPr/>
          <p:nvPr/>
        </p:nvGrpSpPr>
        <p:grpSpPr>
          <a:xfrm>
            <a:off x="304800" y="749300"/>
            <a:ext cx="6192343" cy="400110"/>
            <a:chOff x="424117" y="898245"/>
            <a:chExt cx="6192343" cy="400110"/>
          </a:xfrm>
        </p:grpSpPr>
        <p:sp>
          <p:nvSpPr>
            <p:cNvPr id="2" name="平行四边形 1">
              <a:extLst>
                <a:ext uri="{FF2B5EF4-FFF2-40B4-BE49-F238E27FC236}">
                  <a16:creationId xmlns:a16="http://schemas.microsoft.com/office/drawing/2014/main" id="{1F5BAA3F-9845-4F89-A2DD-8222D3E4EDAC}"/>
                </a:ext>
              </a:extLst>
            </p:cNvPr>
            <p:cNvSpPr/>
            <p:nvPr/>
          </p:nvSpPr>
          <p:spPr>
            <a:xfrm>
              <a:off x="424117" y="898245"/>
              <a:ext cx="711200" cy="387090"/>
            </a:xfrm>
            <a:prstGeom prst="parallelogram">
              <a:avLst/>
            </a:prstGeom>
            <a:solidFill>
              <a:schemeClr val="accent3">
                <a:lumMod val="75000"/>
              </a:schemeClr>
            </a:solidFill>
            <a:ln>
              <a:solidFill>
                <a:schemeClr val="accent3">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CN" sz="2200" dirty="0">
                  <a:latin typeface="Impact" panose="020B0806030902050204" pitchFamily="34" charset="0"/>
                </a:rPr>
                <a:t>03</a:t>
              </a:r>
              <a:endParaRPr lang="zh-CN" altLang="en-US" sz="2200" dirty="0">
                <a:latin typeface="Impact" panose="020B0806030902050204" pitchFamily="34" charset="0"/>
              </a:endParaRPr>
            </a:p>
          </p:txBody>
        </p:sp>
        <p:sp>
          <p:nvSpPr>
            <p:cNvPr id="3" name="文本框 2">
              <a:extLst>
                <a:ext uri="{FF2B5EF4-FFF2-40B4-BE49-F238E27FC236}">
                  <a16:creationId xmlns:a16="http://schemas.microsoft.com/office/drawing/2014/main" id="{4D6BD736-A4D3-4F26-AFED-36E11F50F70B}"/>
                </a:ext>
              </a:extLst>
            </p:cNvPr>
            <p:cNvSpPr txBox="1"/>
            <p:nvPr/>
          </p:nvSpPr>
          <p:spPr>
            <a:xfrm>
              <a:off x="1204755" y="898245"/>
              <a:ext cx="5411705" cy="400110"/>
            </a:xfrm>
            <a:prstGeom prst="rect">
              <a:avLst/>
            </a:prstGeom>
            <a:noFill/>
          </p:spPr>
          <p:txBody>
            <a:bodyPr wrap="square" rtlCol="0">
              <a:spAutoFit/>
            </a:bodyPr>
            <a:lstStyle/>
            <a:p>
              <a:r>
                <a:rPr lang="zh-CN" altLang="en-US" sz="2000" b="1" dirty="0"/>
                <a:t>循环冗余校验</a:t>
              </a:r>
            </a:p>
          </p:txBody>
        </p:sp>
      </p:grpSp>
      <mc:AlternateContent xmlns:mc="http://schemas.openxmlformats.org/markup-compatibility/2006" xmlns:a14="http://schemas.microsoft.com/office/drawing/2010/main">
        <mc:Choice Requires="a14">
          <p:sp>
            <p:nvSpPr>
              <p:cNvPr id="5" name="文本框 4">
                <a:extLst>
                  <a:ext uri="{FF2B5EF4-FFF2-40B4-BE49-F238E27FC236}">
                    <a16:creationId xmlns:a16="http://schemas.microsoft.com/office/drawing/2014/main" id="{7EF8B8FD-A564-4AFB-A9EC-CF5287AF5CB1}"/>
                  </a:ext>
                </a:extLst>
              </p:cNvPr>
              <p:cNvSpPr txBox="1"/>
              <p:nvPr/>
            </p:nvSpPr>
            <p:spPr>
              <a:xfrm>
                <a:off x="1016000" y="1149410"/>
                <a:ext cx="10956719" cy="407099"/>
              </a:xfrm>
              <a:prstGeom prst="rect">
                <a:avLst/>
              </a:prstGeom>
              <a:noFill/>
            </p:spPr>
            <p:txBody>
              <a:bodyPr wrap="square" rtlCol="0">
                <a:spAutoFit/>
              </a:bodyPr>
              <a:lstStyle/>
              <a:p>
                <a:r>
                  <a:rPr lang="en-US" altLang="zh-CN" sz="2000" b="1" dirty="0"/>
                  <a:t>【CRC</a:t>
                </a:r>
                <a:r>
                  <a:rPr lang="zh-CN" altLang="en-US" sz="2000" b="1" dirty="0"/>
                  <a:t>举例</a:t>
                </a:r>
                <a:r>
                  <a:rPr lang="en-US" altLang="zh-CN" sz="2000" b="1" dirty="0"/>
                  <a:t>】</a:t>
                </a:r>
                <a:r>
                  <a:rPr lang="zh-CN" altLang="en-US" sz="2000" b="1" dirty="0"/>
                  <a:t>接收到的信息为</a:t>
                </a:r>
                <a:r>
                  <a:rPr lang="en-US" altLang="zh-CN" sz="2000" b="1" dirty="0"/>
                  <a:t>101101001</a:t>
                </a:r>
                <a:r>
                  <a:rPr lang="zh-CN" altLang="en-US" sz="2000" b="1" dirty="0"/>
                  <a:t>，生成多项式为</a:t>
                </a:r>
                <a14:m>
                  <m:oMath xmlns:m="http://schemas.openxmlformats.org/officeDocument/2006/math">
                    <m:r>
                      <a:rPr lang="en-US" altLang="zh-CN" sz="2000" b="1" i="1" smtClean="0">
                        <a:latin typeface="Cambria Math" panose="02040503050406030204" pitchFamily="18" charset="0"/>
                      </a:rPr>
                      <m:t>𝑮</m:t>
                    </m:r>
                    <m:d>
                      <m:dPr>
                        <m:ctrlPr>
                          <a:rPr lang="en-US" altLang="zh-CN" sz="2000" b="1" i="1" smtClean="0">
                            <a:latin typeface="Cambria Math" panose="02040503050406030204" pitchFamily="18" charset="0"/>
                          </a:rPr>
                        </m:ctrlPr>
                      </m:dPr>
                      <m:e>
                        <m:r>
                          <a:rPr lang="en-US" altLang="zh-CN" sz="2000" b="1" i="1" smtClean="0">
                            <a:latin typeface="Cambria Math" panose="02040503050406030204" pitchFamily="18" charset="0"/>
                          </a:rPr>
                          <m:t>𝑿</m:t>
                        </m:r>
                      </m:e>
                    </m:d>
                    <m:r>
                      <a:rPr lang="en-US" altLang="zh-CN" sz="2000" b="1" i="1" smtClean="0">
                        <a:latin typeface="Cambria Math" panose="02040503050406030204" pitchFamily="18" charset="0"/>
                      </a:rPr>
                      <m:t>=</m:t>
                    </m:r>
                    <m:sSup>
                      <m:sSupPr>
                        <m:ctrlPr>
                          <a:rPr lang="en-US" altLang="zh-CN" sz="2000" b="1" i="1" smtClean="0">
                            <a:latin typeface="Cambria Math" panose="02040503050406030204" pitchFamily="18" charset="0"/>
                          </a:rPr>
                        </m:ctrlPr>
                      </m:sSupPr>
                      <m:e>
                        <m:r>
                          <a:rPr lang="en-US" altLang="zh-CN" sz="2000" b="1" i="1" smtClean="0">
                            <a:latin typeface="Cambria Math" panose="02040503050406030204" pitchFamily="18" charset="0"/>
                          </a:rPr>
                          <m:t> </m:t>
                        </m:r>
                        <m:r>
                          <a:rPr lang="en-US" altLang="zh-CN" sz="2000" b="1" i="1" smtClean="0">
                            <a:latin typeface="Cambria Math" panose="02040503050406030204" pitchFamily="18" charset="0"/>
                          </a:rPr>
                          <m:t>𝑿</m:t>
                        </m:r>
                      </m:e>
                      <m:sup>
                        <m:r>
                          <a:rPr lang="en-US" altLang="zh-CN" sz="2000" b="1" i="1" smtClean="0">
                            <a:latin typeface="Cambria Math" panose="02040503050406030204" pitchFamily="18" charset="0"/>
                          </a:rPr>
                          <m:t>𝟑</m:t>
                        </m:r>
                      </m:sup>
                    </m:sSup>
                    <m:r>
                      <a:rPr lang="en-US" altLang="zh-CN" sz="2000" b="1" i="1" smtClean="0">
                        <a:latin typeface="Cambria Math" panose="02040503050406030204" pitchFamily="18" charset="0"/>
                        <a:ea typeface="Cambria Math" panose="02040503050406030204" pitchFamily="18" charset="0"/>
                      </a:rPr>
                      <m:t>+</m:t>
                    </m:r>
                    <m:sSup>
                      <m:sSupPr>
                        <m:ctrlPr>
                          <a:rPr lang="en-US" altLang="zh-CN" sz="2000" b="1" i="1" smtClean="0">
                            <a:latin typeface="Cambria Math" panose="02040503050406030204" pitchFamily="18" charset="0"/>
                            <a:ea typeface="Cambria Math" panose="02040503050406030204" pitchFamily="18" charset="0"/>
                          </a:rPr>
                        </m:ctrlPr>
                      </m:sSupPr>
                      <m:e>
                        <m:r>
                          <a:rPr lang="en-US" altLang="zh-CN" sz="2000" b="1" i="1" smtClean="0">
                            <a:latin typeface="Cambria Math" panose="02040503050406030204" pitchFamily="18" charset="0"/>
                            <a:ea typeface="Cambria Math" panose="02040503050406030204" pitchFamily="18" charset="0"/>
                          </a:rPr>
                          <m:t> </m:t>
                        </m:r>
                        <m:r>
                          <a:rPr lang="en-US" altLang="zh-CN" sz="2000" b="1" i="1" smtClean="0">
                            <a:latin typeface="Cambria Math" panose="02040503050406030204" pitchFamily="18" charset="0"/>
                            <a:ea typeface="Cambria Math" panose="02040503050406030204" pitchFamily="18" charset="0"/>
                          </a:rPr>
                          <m:t>𝑿</m:t>
                        </m:r>
                      </m:e>
                      <m:sup>
                        <m:r>
                          <a:rPr lang="en-US" altLang="zh-CN" sz="2000" b="1" i="1" smtClean="0">
                            <a:latin typeface="Cambria Math" panose="02040503050406030204" pitchFamily="18" charset="0"/>
                            <a:ea typeface="Cambria Math" panose="02040503050406030204" pitchFamily="18" charset="0"/>
                          </a:rPr>
                          <m:t>𝟐</m:t>
                        </m:r>
                      </m:sup>
                    </m:sSup>
                    <m:r>
                      <a:rPr lang="en-US" altLang="zh-CN" sz="2000" b="1" i="1" smtClean="0">
                        <a:latin typeface="Cambria Math" panose="02040503050406030204" pitchFamily="18" charset="0"/>
                        <a:ea typeface="Cambria Math" panose="02040503050406030204" pitchFamily="18" charset="0"/>
                      </a:rPr>
                      <m:t>+</m:t>
                    </m:r>
                    <m:r>
                      <a:rPr lang="en-US" altLang="zh-CN" sz="2000" b="1" i="1" smtClean="0">
                        <a:latin typeface="Cambria Math" panose="02040503050406030204" pitchFamily="18" charset="0"/>
                        <a:ea typeface="Cambria Math" panose="02040503050406030204" pitchFamily="18" charset="0"/>
                      </a:rPr>
                      <m:t>𝟏</m:t>
                    </m:r>
                    <m:r>
                      <a:rPr lang="zh-CN" altLang="en-US" sz="2000" b="1" i="1">
                        <a:latin typeface="Cambria Math" panose="02040503050406030204" pitchFamily="18" charset="0"/>
                        <a:ea typeface="Cambria Math" panose="02040503050406030204" pitchFamily="18" charset="0"/>
                      </a:rPr>
                      <m:t>，</m:t>
                    </m:r>
                  </m:oMath>
                </a14:m>
                <a:r>
                  <a:rPr lang="zh-CN" altLang="en-US" sz="2000" b="1" dirty="0"/>
                  <a:t>判断传输是否误码？</a:t>
                </a:r>
              </a:p>
            </p:txBody>
          </p:sp>
        </mc:Choice>
        <mc:Fallback xmlns="">
          <p:sp>
            <p:nvSpPr>
              <p:cNvPr id="5" name="文本框 4">
                <a:extLst>
                  <a:ext uri="{FF2B5EF4-FFF2-40B4-BE49-F238E27FC236}">
                    <a16:creationId xmlns:a16="http://schemas.microsoft.com/office/drawing/2014/main" id="{7EF8B8FD-A564-4AFB-A9EC-CF5287AF5CB1}"/>
                  </a:ext>
                </a:extLst>
              </p:cNvPr>
              <p:cNvSpPr txBox="1">
                <a:spLocks noRot="1" noChangeAspect="1" noMove="1" noResize="1" noEditPoints="1" noAdjustHandles="1" noChangeArrowheads="1" noChangeShapeType="1" noTextEdit="1"/>
              </p:cNvSpPr>
              <p:nvPr/>
            </p:nvSpPr>
            <p:spPr>
              <a:xfrm>
                <a:off x="1016000" y="1149410"/>
                <a:ext cx="10956719" cy="407099"/>
              </a:xfrm>
              <a:prstGeom prst="rect">
                <a:avLst/>
              </a:prstGeom>
              <a:blipFill>
                <a:blip r:embed="rId3"/>
                <a:stretch>
                  <a:fillRect l="-612" t="-9091" r="-2838" b="-27273"/>
                </a:stretch>
              </a:blipFill>
            </p:spPr>
            <p:txBody>
              <a:bodyPr/>
              <a:lstStyle/>
              <a:p>
                <a:r>
                  <a:rPr lang="zh-CN" altLang="en-US">
                    <a:noFill/>
                  </a:rPr>
                  <a:t> </a:t>
                </a:r>
              </a:p>
            </p:txBody>
          </p:sp>
        </mc:Fallback>
      </mc:AlternateContent>
      <p:grpSp>
        <p:nvGrpSpPr>
          <p:cNvPr id="9" name="组合 8">
            <a:extLst>
              <a:ext uri="{FF2B5EF4-FFF2-40B4-BE49-F238E27FC236}">
                <a16:creationId xmlns:a16="http://schemas.microsoft.com/office/drawing/2014/main" id="{8D466B6A-B5F0-4F72-B2C3-B4FCB919C2CC}"/>
              </a:ext>
            </a:extLst>
          </p:cNvPr>
          <p:cNvGrpSpPr/>
          <p:nvPr/>
        </p:nvGrpSpPr>
        <p:grpSpPr>
          <a:xfrm>
            <a:off x="304799" y="1956155"/>
            <a:ext cx="6028267" cy="4399892"/>
            <a:chOff x="304799" y="1956155"/>
            <a:chExt cx="6028267" cy="4399892"/>
          </a:xfrm>
        </p:grpSpPr>
        <p:sp>
          <p:nvSpPr>
            <p:cNvPr id="89" name="矩形 88">
              <a:extLst>
                <a:ext uri="{FF2B5EF4-FFF2-40B4-BE49-F238E27FC236}">
                  <a16:creationId xmlns:a16="http://schemas.microsoft.com/office/drawing/2014/main" id="{0BC6CBD4-B629-4846-A1F3-FE04B6F53F49}"/>
                </a:ext>
              </a:extLst>
            </p:cNvPr>
            <p:cNvSpPr/>
            <p:nvPr/>
          </p:nvSpPr>
          <p:spPr>
            <a:xfrm>
              <a:off x="318702" y="1956619"/>
              <a:ext cx="1204948" cy="1020462"/>
            </a:xfrm>
            <a:prstGeom prst="rect">
              <a:avLst/>
            </a:prstGeom>
            <a:solidFill>
              <a:schemeClr val="accent3">
                <a:lumMod val="75000"/>
              </a:schemeClr>
            </a:solidFill>
            <a:ln>
              <a:solidFill>
                <a:schemeClr val="accent3">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CN" sz="3200" b="1" dirty="0">
                  <a:latin typeface="Arial Black" panose="020B0A04020102020204" pitchFamily="34" charset="0"/>
                </a:rPr>
                <a:t>1</a:t>
              </a:r>
              <a:endParaRPr lang="zh-CN" altLang="en-US" sz="3200" b="1" dirty="0">
                <a:latin typeface="Arial Black" panose="020B0A04020102020204" pitchFamily="34" charset="0"/>
              </a:endParaRPr>
            </a:p>
          </p:txBody>
        </p:sp>
        <p:grpSp>
          <p:nvGrpSpPr>
            <p:cNvPr id="90" name="组合 89">
              <a:extLst>
                <a:ext uri="{FF2B5EF4-FFF2-40B4-BE49-F238E27FC236}">
                  <a16:creationId xmlns:a16="http://schemas.microsoft.com/office/drawing/2014/main" id="{0782FFBE-614E-4A1E-B9D0-054A09C0FA66}"/>
                </a:ext>
              </a:extLst>
            </p:cNvPr>
            <p:cNvGrpSpPr/>
            <p:nvPr/>
          </p:nvGrpSpPr>
          <p:grpSpPr>
            <a:xfrm>
              <a:off x="1523649" y="1956155"/>
              <a:ext cx="4809417" cy="1020462"/>
              <a:chOff x="1523649" y="1956155"/>
              <a:chExt cx="4809417" cy="1020462"/>
            </a:xfrm>
          </p:grpSpPr>
          <p:sp>
            <p:nvSpPr>
              <p:cNvPr id="91" name="文本框 90">
                <a:extLst>
                  <a:ext uri="{FF2B5EF4-FFF2-40B4-BE49-F238E27FC236}">
                    <a16:creationId xmlns:a16="http://schemas.microsoft.com/office/drawing/2014/main" id="{D31BDC9C-BFE3-4663-A82A-9E083B2E3FB3}"/>
                  </a:ext>
                </a:extLst>
              </p:cNvPr>
              <p:cNvSpPr txBox="1"/>
              <p:nvPr/>
            </p:nvSpPr>
            <p:spPr>
              <a:xfrm>
                <a:off x="1672476" y="1994023"/>
                <a:ext cx="2022766" cy="407099"/>
              </a:xfrm>
              <a:prstGeom prst="rect">
                <a:avLst/>
              </a:prstGeom>
              <a:noFill/>
            </p:spPr>
            <p:txBody>
              <a:bodyPr wrap="square" rtlCol="0">
                <a:spAutoFit/>
              </a:bodyPr>
              <a:lstStyle/>
              <a:p>
                <a:r>
                  <a:rPr lang="zh-CN" altLang="en-US" sz="2000" b="1" dirty="0">
                    <a:solidFill>
                      <a:schemeClr val="accent3">
                        <a:lumMod val="75000"/>
                      </a:schemeClr>
                    </a:solidFill>
                  </a:rPr>
                  <a:t>构造“被除数”</a:t>
                </a:r>
              </a:p>
            </p:txBody>
          </p:sp>
          <p:sp>
            <p:nvSpPr>
              <p:cNvPr id="92" name="矩形 91">
                <a:extLst>
                  <a:ext uri="{FF2B5EF4-FFF2-40B4-BE49-F238E27FC236}">
                    <a16:creationId xmlns:a16="http://schemas.microsoft.com/office/drawing/2014/main" id="{1D7D0303-A15D-48E6-966E-4F3CE607F165}"/>
                  </a:ext>
                </a:extLst>
              </p:cNvPr>
              <p:cNvSpPr/>
              <p:nvPr/>
            </p:nvSpPr>
            <p:spPr>
              <a:xfrm>
                <a:off x="1523649" y="1956155"/>
                <a:ext cx="4809417" cy="1020462"/>
              </a:xfrm>
              <a:prstGeom prst="rect">
                <a:avLst/>
              </a:prstGeom>
              <a:noFill/>
              <a:ln>
                <a:solidFill>
                  <a:schemeClr val="accent3">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sz="3200" b="1" dirty="0">
                  <a:latin typeface="Arial Black" panose="020B0A04020102020204" pitchFamily="34" charset="0"/>
                </a:endParaRPr>
              </a:p>
            </p:txBody>
          </p:sp>
        </p:grpSp>
        <p:sp>
          <p:nvSpPr>
            <p:cNvPr id="93" name="文本框 92">
              <a:extLst>
                <a:ext uri="{FF2B5EF4-FFF2-40B4-BE49-F238E27FC236}">
                  <a16:creationId xmlns:a16="http://schemas.microsoft.com/office/drawing/2014/main" id="{049833B1-44AD-4D05-A81C-8F266A6757D8}"/>
                </a:ext>
              </a:extLst>
            </p:cNvPr>
            <p:cNvSpPr txBox="1"/>
            <p:nvPr/>
          </p:nvSpPr>
          <p:spPr>
            <a:xfrm>
              <a:off x="1672475" y="2450988"/>
              <a:ext cx="4660591" cy="369332"/>
            </a:xfrm>
            <a:prstGeom prst="rect">
              <a:avLst/>
            </a:prstGeom>
            <a:noFill/>
          </p:spPr>
          <p:txBody>
            <a:bodyPr wrap="square" rtlCol="0">
              <a:spAutoFit/>
            </a:bodyPr>
            <a:lstStyle/>
            <a:p>
              <a:r>
                <a:rPr lang="zh-CN" altLang="en-US" b="1" dirty="0"/>
                <a:t>接收到的信息作为被除数</a:t>
              </a:r>
            </a:p>
          </p:txBody>
        </p:sp>
        <p:sp>
          <p:nvSpPr>
            <p:cNvPr id="94" name="矩形 93">
              <a:extLst>
                <a:ext uri="{FF2B5EF4-FFF2-40B4-BE49-F238E27FC236}">
                  <a16:creationId xmlns:a16="http://schemas.microsoft.com/office/drawing/2014/main" id="{48B2F4DE-4007-4CD8-8B47-860EA49DEB83}"/>
                </a:ext>
              </a:extLst>
            </p:cNvPr>
            <p:cNvSpPr/>
            <p:nvPr/>
          </p:nvSpPr>
          <p:spPr>
            <a:xfrm>
              <a:off x="304800" y="3083869"/>
              <a:ext cx="1204948" cy="1020462"/>
            </a:xfrm>
            <a:prstGeom prst="rect">
              <a:avLst/>
            </a:prstGeom>
            <a:solidFill>
              <a:schemeClr val="accent3">
                <a:lumMod val="75000"/>
              </a:schemeClr>
            </a:solidFill>
            <a:ln>
              <a:solidFill>
                <a:schemeClr val="accent3">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CN" sz="3200" b="1" dirty="0">
                  <a:latin typeface="Arial Black" panose="020B0A04020102020204" pitchFamily="34" charset="0"/>
                </a:rPr>
                <a:t>2</a:t>
              </a:r>
              <a:endParaRPr lang="zh-CN" altLang="en-US" sz="3200" b="1" dirty="0">
                <a:latin typeface="Arial Black" panose="020B0A04020102020204" pitchFamily="34" charset="0"/>
              </a:endParaRPr>
            </a:p>
          </p:txBody>
        </p:sp>
        <p:grpSp>
          <p:nvGrpSpPr>
            <p:cNvPr id="95" name="组合 94">
              <a:extLst>
                <a:ext uri="{FF2B5EF4-FFF2-40B4-BE49-F238E27FC236}">
                  <a16:creationId xmlns:a16="http://schemas.microsoft.com/office/drawing/2014/main" id="{7FFBF02C-C9A0-4215-94A6-FE21FFF7EAC2}"/>
                </a:ext>
              </a:extLst>
            </p:cNvPr>
            <p:cNvGrpSpPr/>
            <p:nvPr/>
          </p:nvGrpSpPr>
          <p:grpSpPr>
            <a:xfrm>
              <a:off x="1509747" y="3083405"/>
              <a:ext cx="4823319" cy="1020462"/>
              <a:chOff x="1523649" y="1956155"/>
              <a:chExt cx="4823319" cy="1020462"/>
            </a:xfrm>
          </p:grpSpPr>
          <p:sp>
            <p:nvSpPr>
              <p:cNvPr id="96" name="文本框 95">
                <a:extLst>
                  <a:ext uri="{FF2B5EF4-FFF2-40B4-BE49-F238E27FC236}">
                    <a16:creationId xmlns:a16="http://schemas.microsoft.com/office/drawing/2014/main" id="{82EF2579-9BBE-4F8A-9421-1BC974CCE636}"/>
                  </a:ext>
                </a:extLst>
              </p:cNvPr>
              <p:cNvSpPr txBox="1"/>
              <p:nvPr/>
            </p:nvSpPr>
            <p:spPr>
              <a:xfrm>
                <a:off x="1672476" y="1994023"/>
                <a:ext cx="2022766" cy="407099"/>
              </a:xfrm>
              <a:prstGeom prst="rect">
                <a:avLst/>
              </a:prstGeom>
              <a:noFill/>
            </p:spPr>
            <p:txBody>
              <a:bodyPr wrap="square" rtlCol="0">
                <a:spAutoFit/>
              </a:bodyPr>
              <a:lstStyle/>
              <a:p>
                <a:r>
                  <a:rPr lang="zh-CN" altLang="en-US" sz="2000" b="1" dirty="0">
                    <a:solidFill>
                      <a:schemeClr val="accent3">
                        <a:lumMod val="75000"/>
                      </a:schemeClr>
                    </a:solidFill>
                  </a:rPr>
                  <a:t>构造“除数”</a:t>
                </a:r>
              </a:p>
            </p:txBody>
          </p:sp>
          <p:sp>
            <p:nvSpPr>
              <p:cNvPr id="97" name="矩形 96">
                <a:extLst>
                  <a:ext uri="{FF2B5EF4-FFF2-40B4-BE49-F238E27FC236}">
                    <a16:creationId xmlns:a16="http://schemas.microsoft.com/office/drawing/2014/main" id="{4BE33523-3E0F-4599-9A73-A28E3DD71527}"/>
                  </a:ext>
                </a:extLst>
              </p:cNvPr>
              <p:cNvSpPr/>
              <p:nvPr/>
            </p:nvSpPr>
            <p:spPr>
              <a:xfrm>
                <a:off x="1523649" y="1956155"/>
                <a:ext cx="4823319" cy="1020462"/>
              </a:xfrm>
              <a:prstGeom prst="rect">
                <a:avLst/>
              </a:prstGeom>
              <a:noFill/>
              <a:ln>
                <a:solidFill>
                  <a:schemeClr val="accent3">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sz="3200" b="1" dirty="0">
                  <a:latin typeface="Arial Black" panose="020B0A04020102020204" pitchFamily="34" charset="0"/>
                </a:endParaRPr>
              </a:p>
            </p:txBody>
          </p:sp>
        </p:grpSp>
        <p:sp>
          <p:nvSpPr>
            <p:cNvPr id="98" name="文本框 97">
              <a:extLst>
                <a:ext uri="{FF2B5EF4-FFF2-40B4-BE49-F238E27FC236}">
                  <a16:creationId xmlns:a16="http://schemas.microsoft.com/office/drawing/2014/main" id="{48D0C34A-F43D-43BD-B4EC-C5B6F9D6477C}"/>
                </a:ext>
              </a:extLst>
            </p:cNvPr>
            <p:cNvSpPr txBox="1"/>
            <p:nvPr/>
          </p:nvSpPr>
          <p:spPr>
            <a:xfrm>
              <a:off x="1658573" y="3578238"/>
              <a:ext cx="4660591" cy="369332"/>
            </a:xfrm>
            <a:prstGeom prst="rect">
              <a:avLst/>
            </a:prstGeom>
            <a:noFill/>
          </p:spPr>
          <p:txBody>
            <a:bodyPr wrap="square" rtlCol="0">
              <a:spAutoFit/>
            </a:bodyPr>
            <a:lstStyle/>
            <a:p>
              <a:r>
                <a:rPr lang="zh-CN" altLang="en-US" b="1" dirty="0"/>
                <a:t>生成多项式各项系数构成的比特串作为除数</a:t>
              </a:r>
            </a:p>
          </p:txBody>
        </p:sp>
        <p:sp>
          <p:nvSpPr>
            <p:cNvPr id="99" name="矩形 98">
              <a:extLst>
                <a:ext uri="{FF2B5EF4-FFF2-40B4-BE49-F238E27FC236}">
                  <a16:creationId xmlns:a16="http://schemas.microsoft.com/office/drawing/2014/main" id="{9E519AED-A85C-4237-B4D2-843D8E81C7EC}"/>
                </a:ext>
              </a:extLst>
            </p:cNvPr>
            <p:cNvSpPr/>
            <p:nvPr/>
          </p:nvSpPr>
          <p:spPr>
            <a:xfrm>
              <a:off x="304799" y="4210191"/>
              <a:ext cx="1204948" cy="1020462"/>
            </a:xfrm>
            <a:prstGeom prst="rect">
              <a:avLst/>
            </a:prstGeom>
            <a:solidFill>
              <a:schemeClr val="accent3">
                <a:lumMod val="75000"/>
              </a:schemeClr>
            </a:solidFill>
            <a:ln>
              <a:solidFill>
                <a:schemeClr val="accent3">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CN" sz="3200" b="1" dirty="0">
                  <a:latin typeface="Arial Black" panose="020B0A04020102020204" pitchFamily="34" charset="0"/>
                </a:rPr>
                <a:t>3</a:t>
              </a:r>
              <a:endParaRPr lang="zh-CN" altLang="en-US" sz="3200" b="1" dirty="0">
                <a:latin typeface="Arial Black" panose="020B0A04020102020204" pitchFamily="34" charset="0"/>
              </a:endParaRPr>
            </a:p>
          </p:txBody>
        </p:sp>
        <p:grpSp>
          <p:nvGrpSpPr>
            <p:cNvPr id="100" name="组合 99">
              <a:extLst>
                <a:ext uri="{FF2B5EF4-FFF2-40B4-BE49-F238E27FC236}">
                  <a16:creationId xmlns:a16="http://schemas.microsoft.com/office/drawing/2014/main" id="{53077412-FF33-46C0-9360-7B4BF9933D76}"/>
                </a:ext>
              </a:extLst>
            </p:cNvPr>
            <p:cNvGrpSpPr/>
            <p:nvPr/>
          </p:nvGrpSpPr>
          <p:grpSpPr>
            <a:xfrm>
              <a:off x="1509746" y="4209727"/>
              <a:ext cx="4823319" cy="1020462"/>
              <a:chOff x="1523649" y="1956155"/>
              <a:chExt cx="4823319" cy="1020462"/>
            </a:xfrm>
          </p:grpSpPr>
          <p:sp>
            <p:nvSpPr>
              <p:cNvPr id="101" name="文本框 100">
                <a:extLst>
                  <a:ext uri="{FF2B5EF4-FFF2-40B4-BE49-F238E27FC236}">
                    <a16:creationId xmlns:a16="http://schemas.microsoft.com/office/drawing/2014/main" id="{1B961249-8D6B-4E4E-9442-1A0C9BCBA994}"/>
                  </a:ext>
                </a:extLst>
              </p:cNvPr>
              <p:cNvSpPr txBox="1"/>
              <p:nvPr/>
            </p:nvSpPr>
            <p:spPr>
              <a:xfrm>
                <a:off x="1672475" y="1994023"/>
                <a:ext cx="3169985" cy="400110"/>
              </a:xfrm>
              <a:prstGeom prst="rect">
                <a:avLst/>
              </a:prstGeom>
              <a:noFill/>
            </p:spPr>
            <p:txBody>
              <a:bodyPr wrap="square" rtlCol="0">
                <a:spAutoFit/>
              </a:bodyPr>
              <a:lstStyle/>
              <a:p>
                <a:r>
                  <a:rPr lang="zh-CN" altLang="en-US" sz="2000" b="1" dirty="0">
                    <a:solidFill>
                      <a:schemeClr val="accent3">
                        <a:lumMod val="75000"/>
                      </a:schemeClr>
                    </a:solidFill>
                  </a:rPr>
                  <a:t>做“二进制模</a:t>
                </a:r>
                <a:r>
                  <a:rPr lang="en-US" altLang="zh-CN" sz="2000" b="1" dirty="0">
                    <a:solidFill>
                      <a:schemeClr val="accent3">
                        <a:lumMod val="75000"/>
                      </a:schemeClr>
                    </a:solidFill>
                  </a:rPr>
                  <a:t>2</a:t>
                </a:r>
                <a:r>
                  <a:rPr lang="zh-CN" altLang="en-US" sz="2000" b="1" dirty="0">
                    <a:solidFill>
                      <a:schemeClr val="accent3">
                        <a:lumMod val="75000"/>
                      </a:schemeClr>
                    </a:solidFill>
                  </a:rPr>
                  <a:t>除法”</a:t>
                </a:r>
              </a:p>
            </p:txBody>
          </p:sp>
          <p:sp>
            <p:nvSpPr>
              <p:cNvPr id="102" name="矩形 101">
                <a:extLst>
                  <a:ext uri="{FF2B5EF4-FFF2-40B4-BE49-F238E27FC236}">
                    <a16:creationId xmlns:a16="http://schemas.microsoft.com/office/drawing/2014/main" id="{9E53ED94-FA38-4C27-8A3B-1B8137D612D9}"/>
                  </a:ext>
                </a:extLst>
              </p:cNvPr>
              <p:cNvSpPr/>
              <p:nvPr/>
            </p:nvSpPr>
            <p:spPr>
              <a:xfrm>
                <a:off x="1523649" y="1956155"/>
                <a:ext cx="4823319" cy="1020462"/>
              </a:xfrm>
              <a:prstGeom prst="rect">
                <a:avLst/>
              </a:prstGeom>
              <a:noFill/>
              <a:ln>
                <a:solidFill>
                  <a:schemeClr val="accent3">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sz="3200" b="1" dirty="0">
                  <a:latin typeface="Arial Black" panose="020B0A04020102020204" pitchFamily="34" charset="0"/>
                </a:endParaRPr>
              </a:p>
            </p:txBody>
          </p:sp>
        </p:grpSp>
        <p:sp>
          <p:nvSpPr>
            <p:cNvPr id="103" name="文本框 102">
              <a:extLst>
                <a:ext uri="{FF2B5EF4-FFF2-40B4-BE49-F238E27FC236}">
                  <a16:creationId xmlns:a16="http://schemas.microsoft.com/office/drawing/2014/main" id="{5DA35ECE-4E15-43E7-9EFC-C8DE8A98EA55}"/>
                </a:ext>
              </a:extLst>
            </p:cNvPr>
            <p:cNvSpPr txBox="1"/>
            <p:nvPr/>
          </p:nvSpPr>
          <p:spPr>
            <a:xfrm>
              <a:off x="1658572" y="4704560"/>
              <a:ext cx="4071229" cy="369332"/>
            </a:xfrm>
            <a:prstGeom prst="rect">
              <a:avLst/>
            </a:prstGeom>
            <a:noFill/>
          </p:spPr>
          <p:txBody>
            <a:bodyPr wrap="square" rtlCol="0">
              <a:spAutoFit/>
            </a:bodyPr>
            <a:lstStyle/>
            <a:p>
              <a:r>
                <a:rPr lang="zh-CN" altLang="en-US" b="1" dirty="0"/>
                <a:t>相当于对应位进行逻辑异或运算</a:t>
              </a:r>
            </a:p>
          </p:txBody>
        </p:sp>
        <p:sp>
          <p:nvSpPr>
            <p:cNvPr id="104" name="矩形 103">
              <a:extLst>
                <a:ext uri="{FF2B5EF4-FFF2-40B4-BE49-F238E27FC236}">
                  <a16:creationId xmlns:a16="http://schemas.microsoft.com/office/drawing/2014/main" id="{28415E87-AC63-416E-AA24-5A3E452A1C72}"/>
                </a:ext>
              </a:extLst>
            </p:cNvPr>
            <p:cNvSpPr/>
            <p:nvPr/>
          </p:nvSpPr>
          <p:spPr>
            <a:xfrm>
              <a:off x="304800" y="5335585"/>
              <a:ext cx="1204948" cy="1020462"/>
            </a:xfrm>
            <a:prstGeom prst="rect">
              <a:avLst/>
            </a:prstGeom>
            <a:solidFill>
              <a:schemeClr val="accent3">
                <a:lumMod val="75000"/>
              </a:schemeClr>
            </a:solidFill>
            <a:ln>
              <a:solidFill>
                <a:schemeClr val="accent3">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CN" sz="3200" b="1" dirty="0">
                  <a:latin typeface="Arial Black" panose="020B0A04020102020204" pitchFamily="34" charset="0"/>
                </a:rPr>
                <a:t>4</a:t>
              </a:r>
              <a:endParaRPr lang="zh-CN" altLang="en-US" sz="3200" b="1" dirty="0">
                <a:latin typeface="Arial Black" panose="020B0A04020102020204" pitchFamily="34" charset="0"/>
              </a:endParaRPr>
            </a:p>
          </p:txBody>
        </p:sp>
        <p:grpSp>
          <p:nvGrpSpPr>
            <p:cNvPr id="105" name="组合 104">
              <a:extLst>
                <a:ext uri="{FF2B5EF4-FFF2-40B4-BE49-F238E27FC236}">
                  <a16:creationId xmlns:a16="http://schemas.microsoft.com/office/drawing/2014/main" id="{8E223153-8FCF-4AFD-BD26-9568B686DB03}"/>
                </a:ext>
              </a:extLst>
            </p:cNvPr>
            <p:cNvGrpSpPr/>
            <p:nvPr/>
          </p:nvGrpSpPr>
          <p:grpSpPr>
            <a:xfrm>
              <a:off x="1509747" y="5335121"/>
              <a:ext cx="4823318" cy="1020462"/>
              <a:chOff x="1523649" y="1956155"/>
              <a:chExt cx="4823318" cy="1020462"/>
            </a:xfrm>
          </p:grpSpPr>
          <p:sp>
            <p:nvSpPr>
              <p:cNvPr id="106" name="文本框 105">
                <a:extLst>
                  <a:ext uri="{FF2B5EF4-FFF2-40B4-BE49-F238E27FC236}">
                    <a16:creationId xmlns:a16="http://schemas.microsoft.com/office/drawing/2014/main" id="{9D991BE5-06FC-42F7-87A7-D4FD2807E0F7}"/>
                  </a:ext>
                </a:extLst>
              </p:cNvPr>
              <p:cNvSpPr txBox="1"/>
              <p:nvPr/>
            </p:nvSpPr>
            <p:spPr>
              <a:xfrm>
                <a:off x="1672475" y="1994023"/>
                <a:ext cx="3169985" cy="400110"/>
              </a:xfrm>
              <a:prstGeom prst="rect">
                <a:avLst/>
              </a:prstGeom>
              <a:noFill/>
            </p:spPr>
            <p:txBody>
              <a:bodyPr wrap="square" rtlCol="0">
                <a:spAutoFit/>
              </a:bodyPr>
              <a:lstStyle/>
              <a:p>
                <a:r>
                  <a:rPr lang="zh-CN" altLang="en-US" sz="2000" b="1" dirty="0">
                    <a:solidFill>
                      <a:schemeClr val="accent3">
                        <a:lumMod val="75000"/>
                      </a:schemeClr>
                    </a:solidFill>
                  </a:rPr>
                  <a:t>检查“余数”</a:t>
                </a:r>
              </a:p>
            </p:txBody>
          </p:sp>
          <p:sp>
            <p:nvSpPr>
              <p:cNvPr id="107" name="矩形 106">
                <a:extLst>
                  <a:ext uri="{FF2B5EF4-FFF2-40B4-BE49-F238E27FC236}">
                    <a16:creationId xmlns:a16="http://schemas.microsoft.com/office/drawing/2014/main" id="{09697FF5-8392-41F8-84F6-45ADD0B9D91B}"/>
                  </a:ext>
                </a:extLst>
              </p:cNvPr>
              <p:cNvSpPr/>
              <p:nvPr/>
            </p:nvSpPr>
            <p:spPr>
              <a:xfrm>
                <a:off x="1523649" y="1956155"/>
                <a:ext cx="4823318" cy="1020462"/>
              </a:xfrm>
              <a:prstGeom prst="rect">
                <a:avLst/>
              </a:prstGeom>
              <a:noFill/>
              <a:ln>
                <a:solidFill>
                  <a:schemeClr val="accent3">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sz="3200" b="1" dirty="0">
                  <a:latin typeface="Arial Black" panose="020B0A04020102020204" pitchFamily="34" charset="0"/>
                </a:endParaRPr>
              </a:p>
            </p:txBody>
          </p:sp>
        </p:grpSp>
        <p:sp>
          <p:nvSpPr>
            <p:cNvPr id="108" name="文本框 107">
              <a:extLst>
                <a:ext uri="{FF2B5EF4-FFF2-40B4-BE49-F238E27FC236}">
                  <a16:creationId xmlns:a16="http://schemas.microsoft.com/office/drawing/2014/main" id="{6E869BDD-B6BA-4084-AEA1-019FDBEBFF4D}"/>
                </a:ext>
              </a:extLst>
            </p:cNvPr>
            <p:cNvSpPr txBox="1"/>
            <p:nvPr/>
          </p:nvSpPr>
          <p:spPr>
            <a:xfrm>
              <a:off x="1658573" y="5704966"/>
              <a:ext cx="4660590" cy="646331"/>
            </a:xfrm>
            <a:prstGeom prst="rect">
              <a:avLst/>
            </a:prstGeom>
            <a:noFill/>
          </p:spPr>
          <p:txBody>
            <a:bodyPr wrap="square" rtlCol="0">
              <a:spAutoFit/>
            </a:bodyPr>
            <a:lstStyle/>
            <a:p>
              <a:r>
                <a:rPr lang="zh-CN" altLang="en-US" b="1" dirty="0"/>
                <a:t>余数为</a:t>
              </a:r>
              <a:r>
                <a:rPr lang="en-US" altLang="zh-CN" b="1" dirty="0"/>
                <a:t>0</a:t>
              </a:r>
              <a:r>
                <a:rPr lang="zh-CN" altLang="en-US" b="1" dirty="0"/>
                <a:t>，可认为传输过程无误码；</a:t>
              </a:r>
              <a:endParaRPr lang="en-US" altLang="zh-CN" b="1" dirty="0"/>
            </a:p>
            <a:p>
              <a:r>
                <a:rPr lang="zh-CN" altLang="en-US" b="1" dirty="0"/>
                <a:t>余数不为</a:t>
              </a:r>
              <a:r>
                <a:rPr lang="en-US" altLang="zh-CN" b="1" dirty="0"/>
                <a:t>0</a:t>
              </a:r>
              <a:r>
                <a:rPr lang="zh-CN" altLang="en-US" b="1" dirty="0"/>
                <a:t>，可认为传输过程产生了误码。</a:t>
              </a:r>
            </a:p>
          </p:txBody>
        </p:sp>
      </p:grpSp>
      <p:grpSp>
        <p:nvGrpSpPr>
          <p:cNvPr id="12" name="组合 11">
            <a:extLst>
              <a:ext uri="{FF2B5EF4-FFF2-40B4-BE49-F238E27FC236}">
                <a16:creationId xmlns:a16="http://schemas.microsoft.com/office/drawing/2014/main" id="{E1CE22A3-7AB6-4C3B-87A1-2B93EA804CFE}"/>
              </a:ext>
            </a:extLst>
          </p:cNvPr>
          <p:cNvGrpSpPr/>
          <p:nvPr/>
        </p:nvGrpSpPr>
        <p:grpSpPr>
          <a:xfrm>
            <a:off x="7030132" y="1690314"/>
            <a:ext cx="4604895" cy="4648550"/>
            <a:chOff x="7030132" y="1690314"/>
            <a:chExt cx="4604895" cy="4648550"/>
          </a:xfrm>
        </p:grpSpPr>
        <p:sp>
          <p:nvSpPr>
            <p:cNvPr id="110" name="文本框 109">
              <a:extLst>
                <a:ext uri="{FF2B5EF4-FFF2-40B4-BE49-F238E27FC236}">
                  <a16:creationId xmlns:a16="http://schemas.microsoft.com/office/drawing/2014/main" id="{F23876DE-78D0-475A-819E-371FF5525473}"/>
                </a:ext>
              </a:extLst>
            </p:cNvPr>
            <p:cNvSpPr txBox="1"/>
            <p:nvPr/>
          </p:nvSpPr>
          <p:spPr>
            <a:xfrm>
              <a:off x="8470806" y="2316005"/>
              <a:ext cx="3133522" cy="523220"/>
            </a:xfrm>
            <a:prstGeom prst="rect">
              <a:avLst/>
            </a:prstGeom>
            <a:noFill/>
          </p:spPr>
          <p:txBody>
            <a:bodyPr wrap="square" rtlCol="0">
              <a:spAutoFit/>
            </a:bodyPr>
            <a:lstStyle/>
            <a:p>
              <a:r>
                <a:rPr lang="en-US" altLang="zh-CN" sz="2800" b="1" spc="600" dirty="0">
                  <a:latin typeface="Arial Black" panose="020B0A04020102020204" pitchFamily="34" charset="0"/>
                </a:rPr>
                <a:t>101101001</a:t>
              </a:r>
              <a:endParaRPr lang="zh-CN" altLang="en-US" sz="2800" b="1" spc="600" dirty="0">
                <a:latin typeface="Arial Black" panose="020B0A04020102020204" pitchFamily="34" charset="0"/>
              </a:endParaRPr>
            </a:p>
          </p:txBody>
        </p:sp>
        <p:sp>
          <p:nvSpPr>
            <p:cNvPr id="112" name="文本框 111">
              <a:extLst>
                <a:ext uri="{FF2B5EF4-FFF2-40B4-BE49-F238E27FC236}">
                  <a16:creationId xmlns:a16="http://schemas.microsoft.com/office/drawing/2014/main" id="{801C07FC-EB77-4A11-AAA2-552089691C3C}"/>
                </a:ext>
              </a:extLst>
            </p:cNvPr>
            <p:cNvSpPr txBox="1"/>
            <p:nvPr/>
          </p:nvSpPr>
          <p:spPr>
            <a:xfrm>
              <a:off x="7030132" y="2307874"/>
              <a:ext cx="1440674" cy="523220"/>
            </a:xfrm>
            <a:prstGeom prst="rect">
              <a:avLst/>
            </a:prstGeom>
            <a:noFill/>
          </p:spPr>
          <p:txBody>
            <a:bodyPr wrap="square" rtlCol="0">
              <a:spAutoFit/>
            </a:bodyPr>
            <a:lstStyle/>
            <a:p>
              <a:r>
                <a:rPr lang="en-US" altLang="zh-CN" sz="2800" b="1" spc="600" dirty="0">
                  <a:solidFill>
                    <a:schemeClr val="accent3"/>
                  </a:solidFill>
                  <a:latin typeface="Arial Black" panose="020B0A04020102020204" pitchFamily="34" charset="0"/>
                </a:rPr>
                <a:t>1101</a:t>
              </a:r>
              <a:endParaRPr lang="zh-CN" altLang="en-US" sz="2800" b="1" spc="600" dirty="0">
                <a:solidFill>
                  <a:schemeClr val="accent3"/>
                </a:solidFill>
                <a:latin typeface="Arial Black" panose="020B0A04020102020204" pitchFamily="34" charset="0"/>
              </a:endParaRPr>
            </a:p>
          </p:txBody>
        </p:sp>
        <p:grpSp>
          <p:nvGrpSpPr>
            <p:cNvPr id="113" name="组合 112">
              <a:extLst>
                <a:ext uri="{FF2B5EF4-FFF2-40B4-BE49-F238E27FC236}">
                  <a16:creationId xmlns:a16="http://schemas.microsoft.com/office/drawing/2014/main" id="{7178B23C-4991-48E0-AAFB-40D116621677}"/>
                </a:ext>
              </a:extLst>
            </p:cNvPr>
            <p:cNvGrpSpPr/>
            <p:nvPr/>
          </p:nvGrpSpPr>
          <p:grpSpPr>
            <a:xfrm>
              <a:off x="8374321" y="2172113"/>
              <a:ext cx="2999762" cy="527177"/>
              <a:chOff x="8374321" y="2132647"/>
              <a:chExt cx="2999762" cy="527177"/>
            </a:xfrm>
          </p:grpSpPr>
          <p:cxnSp>
            <p:nvCxnSpPr>
              <p:cNvPr id="114" name="直接连接符 113">
                <a:extLst>
                  <a:ext uri="{FF2B5EF4-FFF2-40B4-BE49-F238E27FC236}">
                    <a16:creationId xmlns:a16="http://schemas.microsoft.com/office/drawing/2014/main" id="{E14E07D1-CBBB-4025-9278-75587CAF30D0}"/>
                  </a:ext>
                </a:extLst>
              </p:cNvPr>
              <p:cNvCxnSpPr>
                <a:cxnSpLocks/>
              </p:cNvCxnSpPr>
              <p:nvPr/>
            </p:nvCxnSpPr>
            <p:spPr>
              <a:xfrm flipV="1">
                <a:off x="8374321" y="2142420"/>
                <a:ext cx="192970" cy="517404"/>
              </a:xfrm>
              <a:prstGeom prst="line">
                <a:avLst/>
              </a:prstGeom>
              <a:ln w="50800" cap="rnd">
                <a:solidFill>
                  <a:schemeClr val="tx1"/>
                </a:solidFill>
                <a:round/>
              </a:ln>
            </p:spPr>
            <p:style>
              <a:lnRef idx="1">
                <a:schemeClr val="accent1"/>
              </a:lnRef>
              <a:fillRef idx="0">
                <a:schemeClr val="accent1"/>
              </a:fillRef>
              <a:effectRef idx="0">
                <a:schemeClr val="accent1"/>
              </a:effectRef>
              <a:fontRef idx="minor">
                <a:schemeClr val="tx1"/>
              </a:fontRef>
            </p:style>
          </p:cxnSp>
          <p:cxnSp>
            <p:nvCxnSpPr>
              <p:cNvPr id="115" name="直接连接符 114">
                <a:extLst>
                  <a:ext uri="{FF2B5EF4-FFF2-40B4-BE49-F238E27FC236}">
                    <a16:creationId xmlns:a16="http://schemas.microsoft.com/office/drawing/2014/main" id="{2649FAF7-4A6F-4C15-A36F-841CB41EE5B3}"/>
                  </a:ext>
                </a:extLst>
              </p:cNvPr>
              <p:cNvCxnSpPr>
                <a:cxnSpLocks/>
              </p:cNvCxnSpPr>
              <p:nvPr/>
            </p:nvCxnSpPr>
            <p:spPr>
              <a:xfrm>
                <a:off x="8567291" y="2132647"/>
                <a:ext cx="2806792" cy="0"/>
              </a:xfrm>
              <a:prstGeom prst="line">
                <a:avLst/>
              </a:prstGeom>
              <a:ln w="50800" cap="rnd">
                <a:solidFill>
                  <a:schemeClr val="tx1"/>
                </a:solidFill>
                <a:round/>
              </a:ln>
            </p:spPr>
            <p:style>
              <a:lnRef idx="1">
                <a:schemeClr val="accent1"/>
              </a:lnRef>
              <a:fillRef idx="0">
                <a:schemeClr val="accent1"/>
              </a:fillRef>
              <a:effectRef idx="0">
                <a:schemeClr val="accent1"/>
              </a:effectRef>
              <a:fontRef idx="minor">
                <a:schemeClr val="tx1"/>
              </a:fontRef>
            </p:style>
          </p:cxnSp>
        </p:grpSp>
        <p:sp>
          <p:nvSpPr>
            <p:cNvPr id="116" name="文本框 115">
              <a:extLst>
                <a:ext uri="{FF2B5EF4-FFF2-40B4-BE49-F238E27FC236}">
                  <a16:creationId xmlns:a16="http://schemas.microsoft.com/office/drawing/2014/main" id="{DFEB5FE8-6CF4-4BEC-80BE-430CEE01EA8C}"/>
                </a:ext>
              </a:extLst>
            </p:cNvPr>
            <p:cNvSpPr txBox="1"/>
            <p:nvPr/>
          </p:nvSpPr>
          <p:spPr>
            <a:xfrm>
              <a:off x="9398933" y="1690314"/>
              <a:ext cx="2152768" cy="523220"/>
            </a:xfrm>
            <a:prstGeom prst="rect">
              <a:avLst/>
            </a:prstGeom>
            <a:noFill/>
          </p:spPr>
          <p:txBody>
            <a:bodyPr wrap="square" rtlCol="0">
              <a:spAutoFit/>
            </a:bodyPr>
            <a:lstStyle/>
            <a:p>
              <a:r>
                <a:rPr lang="en-US" altLang="zh-CN" sz="2800" b="1" spc="600" dirty="0">
                  <a:latin typeface="Arial Black" panose="020B0A04020102020204" pitchFamily="34" charset="0"/>
                </a:rPr>
                <a:t>110010</a:t>
              </a:r>
              <a:endParaRPr lang="zh-CN" altLang="en-US" sz="2800" b="1" spc="600" dirty="0">
                <a:latin typeface="Arial Black" panose="020B0A04020102020204" pitchFamily="34" charset="0"/>
              </a:endParaRPr>
            </a:p>
          </p:txBody>
        </p:sp>
        <p:grpSp>
          <p:nvGrpSpPr>
            <p:cNvPr id="6" name="组合 5">
              <a:extLst>
                <a:ext uri="{FF2B5EF4-FFF2-40B4-BE49-F238E27FC236}">
                  <a16:creationId xmlns:a16="http://schemas.microsoft.com/office/drawing/2014/main" id="{B7303E07-19B1-40EA-B3D6-06E2729789C5}"/>
                </a:ext>
              </a:extLst>
            </p:cNvPr>
            <p:cNvGrpSpPr/>
            <p:nvPr/>
          </p:nvGrpSpPr>
          <p:grpSpPr>
            <a:xfrm>
              <a:off x="7966736" y="2644665"/>
              <a:ext cx="1944744" cy="563829"/>
              <a:chOff x="7966736" y="2605199"/>
              <a:chExt cx="1944744" cy="563829"/>
            </a:xfrm>
          </p:grpSpPr>
          <p:sp>
            <p:nvSpPr>
              <p:cNvPr id="117" name="文本框 116">
                <a:extLst>
                  <a:ext uri="{FF2B5EF4-FFF2-40B4-BE49-F238E27FC236}">
                    <a16:creationId xmlns:a16="http://schemas.microsoft.com/office/drawing/2014/main" id="{DE10CFDA-9129-490F-9ED9-D86122FE2E70}"/>
                  </a:ext>
                </a:extLst>
              </p:cNvPr>
              <p:cNvSpPr txBox="1"/>
              <p:nvPr/>
            </p:nvSpPr>
            <p:spPr>
              <a:xfrm>
                <a:off x="8470806" y="2645808"/>
                <a:ext cx="1440674" cy="523220"/>
              </a:xfrm>
              <a:prstGeom prst="rect">
                <a:avLst/>
              </a:prstGeom>
              <a:noFill/>
            </p:spPr>
            <p:txBody>
              <a:bodyPr wrap="square" rtlCol="0">
                <a:spAutoFit/>
              </a:bodyPr>
              <a:lstStyle/>
              <a:p>
                <a:r>
                  <a:rPr lang="en-US" altLang="zh-CN" sz="2800" b="1" spc="600" dirty="0">
                    <a:solidFill>
                      <a:schemeClr val="accent3"/>
                    </a:solidFill>
                    <a:latin typeface="Arial Black" panose="020B0A04020102020204" pitchFamily="34" charset="0"/>
                  </a:rPr>
                  <a:t>1101</a:t>
                </a:r>
                <a:endParaRPr lang="zh-CN" altLang="en-US" sz="2800" b="1" spc="600" dirty="0">
                  <a:solidFill>
                    <a:schemeClr val="accent3"/>
                  </a:solidFill>
                  <a:latin typeface="Arial Black" panose="020B0A04020102020204" pitchFamily="34" charset="0"/>
                </a:endParaRPr>
              </a:p>
            </p:txBody>
          </p:sp>
          <p:grpSp>
            <p:nvGrpSpPr>
              <p:cNvPr id="118" name="组合 117">
                <a:extLst>
                  <a:ext uri="{FF2B5EF4-FFF2-40B4-BE49-F238E27FC236}">
                    <a16:creationId xmlns:a16="http://schemas.microsoft.com/office/drawing/2014/main" id="{FDA36042-6E59-4389-A123-FF9804A221FE}"/>
                  </a:ext>
                </a:extLst>
              </p:cNvPr>
              <p:cNvGrpSpPr/>
              <p:nvPr/>
            </p:nvGrpSpPr>
            <p:grpSpPr>
              <a:xfrm>
                <a:off x="7966736" y="2605199"/>
                <a:ext cx="1701886" cy="523220"/>
                <a:chOff x="7966736" y="2605199"/>
                <a:chExt cx="1701886" cy="523220"/>
              </a:xfrm>
            </p:grpSpPr>
            <p:cxnSp>
              <p:nvCxnSpPr>
                <p:cNvPr id="119" name="直接连接符 118">
                  <a:extLst>
                    <a:ext uri="{FF2B5EF4-FFF2-40B4-BE49-F238E27FC236}">
                      <a16:creationId xmlns:a16="http://schemas.microsoft.com/office/drawing/2014/main" id="{A3318E73-17FF-4C7F-A95C-BCF8F6034049}"/>
                    </a:ext>
                  </a:extLst>
                </p:cNvPr>
                <p:cNvCxnSpPr>
                  <a:cxnSpLocks/>
                </p:cNvCxnSpPr>
                <p:nvPr/>
              </p:nvCxnSpPr>
              <p:spPr>
                <a:xfrm>
                  <a:off x="8117215" y="3128419"/>
                  <a:ext cx="1551407" cy="0"/>
                </a:xfrm>
                <a:prstGeom prst="line">
                  <a:avLst/>
                </a:prstGeom>
                <a:ln w="50800" cap="rnd">
                  <a:solidFill>
                    <a:schemeClr val="tx1"/>
                  </a:solidFill>
                  <a:round/>
                </a:ln>
              </p:spPr>
              <p:style>
                <a:lnRef idx="1">
                  <a:schemeClr val="accent1"/>
                </a:lnRef>
                <a:fillRef idx="0">
                  <a:schemeClr val="accent1"/>
                </a:fillRef>
                <a:effectRef idx="0">
                  <a:schemeClr val="accent1"/>
                </a:effectRef>
                <a:fontRef idx="minor">
                  <a:schemeClr val="tx1"/>
                </a:fontRef>
              </p:style>
            </p:cxnSp>
            <p:sp>
              <p:nvSpPr>
                <p:cNvPr id="120" name="文本框 119">
                  <a:extLst>
                    <a:ext uri="{FF2B5EF4-FFF2-40B4-BE49-F238E27FC236}">
                      <a16:creationId xmlns:a16="http://schemas.microsoft.com/office/drawing/2014/main" id="{EF480D79-EB81-46B0-9CD2-312DB3AEA819}"/>
                    </a:ext>
                  </a:extLst>
                </p:cNvPr>
                <p:cNvSpPr txBox="1"/>
                <p:nvPr/>
              </p:nvSpPr>
              <p:spPr>
                <a:xfrm>
                  <a:off x="7966736" y="2605199"/>
                  <a:ext cx="547653" cy="523220"/>
                </a:xfrm>
                <a:prstGeom prst="rect">
                  <a:avLst/>
                </a:prstGeom>
                <a:noFill/>
              </p:spPr>
              <p:txBody>
                <a:bodyPr wrap="square">
                  <a:spAutoFit/>
                </a:bodyPr>
                <a:lstStyle/>
                <a:p>
                  <a:pPr algn="ctr"/>
                  <a:r>
                    <a:rPr lang="zh-CN" altLang="en-US" sz="2800" b="1" dirty="0">
                      <a:solidFill>
                        <a:schemeClr val="accent1">
                          <a:lumMod val="75000"/>
                        </a:schemeClr>
                      </a:solidFill>
                    </a:rPr>
                    <a:t>⊕</a:t>
                  </a:r>
                </a:p>
              </p:txBody>
            </p:sp>
          </p:grpSp>
        </p:grpSp>
        <p:sp>
          <p:nvSpPr>
            <p:cNvPr id="121" name="文本框 120">
              <a:extLst>
                <a:ext uri="{FF2B5EF4-FFF2-40B4-BE49-F238E27FC236}">
                  <a16:creationId xmlns:a16="http://schemas.microsoft.com/office/drawing/2014/main" id="{5CC18CF7-A95B-4EFF-9EFE-2EFDFC43E4AD}"/>
                </a:ext>
              </a:extLst>
            </p:cNvPr>
            <p:cNvSpPr txBox="1"/>
            <p:nvPr/>
          </p:nvSpPr>
          <p:spPr>
            <a:xfrm>
              <a:off x="8784936" y="3155195"/>
              <a:ext cx="1748490" cy="523220"/>
            </a:xfrm>
            <a:prstGeom prst="rect">
              <a:avLst/>
            </a:prstGeom>
            <a:noFill/>
          </p:spPr>
          <p:txBody>
            <a:bodyPr wrap="square" rtlCol="0">
              <a:spAutoFit/>
            </a:bodyPr>
            <a:lstStyle/>
            <a:p>
              <a:r>
                <a:rPr lang="en-US" altLang="zh-CN" sz="2800" b="1" spc="600" dirty="0">
                  <a:latin typeface="Arial Black" panose="020B0A04020102020204" pitchFamily="34" charset="0"/>
                </a:rPr>
                <a:t>1100</a:t>
              </a:r>
              <a:endParaRPr lang="zh-CN" altLang="en-US" sz="2800" b="1" spc="600" dirty="0">
                <a:latin typeface="Arial Black" panose="020B0A04020102020204" pitchFamily="34" charset="0"/>
              </a:endParaRPr>
            </a:p>
          </p:txBody>
        </p:sp>
        <p:grpSp>
          <p:nvGrpSpPr>
            <p:cNvPr id="156" name="组合 155">
              <a:extLst>
                <a:ext uri="{FF2B5EF4-FFF2-40B4-BE49-F238E27FC236}">
                  <a16:creationId xmlns:a16="http://schemas.microsoft.com/office/drawing/2014/main" id="{E8A5C31E-8827-4B38-B04E-E9B356C7F512}"/>
                </a:ext>
              </a:extLst>
            </p:cNvPr>
            <p:cNvGrpSpPr/>
            <p:nvPr/>
          </p:nvGrpSpPr>
          <p:grpSpPr>
            <a:xfrm>
              <a:off x="8290175" y="3496545"/>
              <a:ext cx="1944744" cy="563829"/>
              <a:chOff x="7966736" y="2605199"/>
              <a:chExt cx="1944744" cy="563829"/>
            </a:xfrm>
          </p:grpSpPr>
          <p:sp>
            <p:nvSpPr>
              <p:cNvPr id="157" name="文本框 156">
                <a:extLst>
                  <a:ext uri="{FF2B5EF4-FFF2-40B4-BE49-F238E27FC236}">
                    <a16:creationId xmlns:a16="http://schemas.microsoft.com/office/drawing/2014/main" id="{DC564DB9-2B68-4AB8-BD7C-8DA676A1D2DA}"/>
                  </a:ext>
                </a:extLst>
              </p:cNvPr>
              <p:cNvSpPr txBox="1"/>
              <p:nvPr/>
            </p:nvSpPr>
            <p:spPr>
              <a:xfrm>
                <a:off x="8470806" y="2645808"/>
                <a:ext cx="1440674" cy="523220"/>
              </a:xfrm>
              <a:prstGeom prst="rect">
                <a:avLst/>
              </a:prstGeom>
              <a:noFill/>
            </p:spPr>
            <p:txBody>
              <a:bodyPr wrap="square" rtlCol="0">
                <a:spAutoFit/>
              </a:bodyPr>
              <a:lstStyle/>
              <a:p>
                <a:r>
                  <a:rPr lang="en-US" altLang="zh-CN" sz="2800" b="1" spc="600" dirty="0">
                    <a:solidFill>
                      <a:schemeClr val="accent3"/>
                    </a:solidFill>
                    <a:latin typeface="Arial Black" panose="020B0A04020102020204" pitchFamily="34" charset="0"/>
                  </a:rPr>
                  <a:t>1101</a:t>
                </a:r>
                <a:endParaRPr lang="zh-CN" altLang="en-US" sz="2800" b="1" spc="600" dirty="0">
                  <a:solidFill>
                    <a:schemeClr val="accent3"/>
                  </a:solidFill>
                  <a:latin typeface="Arial Black" panose="020B0A04020102020204" pitchFamily="34" charset="0"/>
                </a:endParaRPr>
              </a:p>
            </p:txBody>
          </p:sp>
          <p:grpSp>
            <p:nvGrpSpPr>
              <p:cNvPr id="158" name="组合 157">
                <a:extLst>
                  <a:ext uri="{FF2B5EF4-FFF2-40B4-BE49-F238E27FC236}">
                    <a16:creationId xmlns:a16="http://schemas.microsoft.com/office/drawing/2014/main" id="{7EA392FC-FDAB-47C1-8463-F079883C6FE9}"/>
                  </a:ext>
                </a:extLst>
              </p:cNvPr>
              <p:cNvGrpSpPr/>
              <p:nvPr/>
            </p:nvGrpSpPr>
            <p:grpSpPr>
              <a:xfrm>
                <a:off x="7966736" y="2605199"/>
                <a:ext cx="1701886" cy="523220"/>
                <a:chOff x="7966736" y="2605199"/>
                <a:chExt cx="1701886" cy="523220"/>
              </a:xfrm>
            </p:grpSpPr>
            <p:cxnSp>
              <p:nvCxnSpPr>
                <p:cNvPr id="159" name="直接连接符 158">
                  <a:extLst>
                    <a:ext uri="{FF2B5EF4-FFF2-40B4-BE49-F238E27FC236}">
                      <a16:creationId xmlns:a16="http://schemas.microsoft.com/office/drawing/2014/main" id="{7CE5963A-6104-4E26-9EC9-755003831C72}"/>
                    </a:ext>
                  </a:extLst>
                </p:cNvPr>
                <p:cNvCxnSpPr>
                  <a:cxnSpLocks/>
                </p:cNvCxnSpPr>
                <p:nvPr/>
              </p:nvCxnSpPr>
              <p:spPr>
                <a:xfrm>
                  <a:off x="8117215" y="3128419"/>
                  <a:ext cx="1551407" cy="0"/>
                </a:xfrm>
                <a:prstGeom prst="line">
                  <a:avLst/>
                </a:prstGeom>
                <a:ln w="50800" cap="rnd">
                  <a:solidFill>
                    <a:schemeClr val="tx1"/>
                  </a:solidFill>
                  <a:round/>
                </a:ln>
              </p:spPr>
              <p:style>
                <a:lnRef idx="1">
                  <a:schemeClr val="accent1"/>
                </a:lnRef>
                <a:fillRef idx="0">
                  <a:schemeClr val="accent1"/>
                </a:fillRef>
                <a:effectRef idx="0">
                  <a:schemeClr val="accent1"/>
                </a:effectRef>
                <a:fontRef idx="minor">
                  <a:schemeClr val="tx1"/>
                </a:fontRef>
              </p:style>
            </p:cxnSp>
            <p:sp>
              <p:nvSpPr>
                <p:cNvPr id="160" name="文本框 159">
                  <a:extLst>
                    <a:ext uri="{FF2B5EF4-FFF2-40B4-BE49-F238E27FC236}">
                      <a16:creationId xmlns:a16="http://schemas.microsoft.com/office/drawing/2014/main" id="{68514E98-67EE-4EF7-8331-9E6344BA03F6}"/>
                    </a:ext>
                  </a:extLst>
                </p:cNvPr>
                <p:cNvSpPr txBox="1"/>
                <p:nvPr/>
              </p:nvSpPr>
              <p:spPr>
                <a:xfrm>
                  <a:off x="7966736" y="2605199"/>
                  <a:ext cx="547653" cy="523220"/>
                </a:xfrm>
                <a:prstGeom prst="rect">
                  <a:avLst/>
                </a:prstGeom>
                <a:noFill/>
              </p:spPr>
              <p:txBody>
                <a:bodyPr wrap="square">
                  <a:spAutoFit/>
                </a:bodyPr>
                <a:lstStyle/>
                <a:p>
                  <a:pPr algn="ctr"/>
                  <a:r>
                    <a:rPr lang="zh-CN" altLang="en-US" sz="2800" b="1" dirty="0">
                      <a:solidFill>
                        <a:schemeClr val="accent1">
                          <a:lumMod val="75000"/>
                        </a:schemeClr>
                      </a:solidFill>
                    </a:rPr>
                    <a:t>⊕</a:t>
                  </a:r>
                </a:p>
              </p:txBody>
            </p:sp>
          </p:grpSp>
        </p:grpSp>
        <p:sp>
          <p:nvSpPr>
            <p:cNvPr id="161" name="文本框 160">
              <a:extLst>
                <a:ext uri="{FF2B5EF4-FFF2-40B4-BE49-F238E27FC236}">
                  <a16:creationId xmlns:a16="http://schemas.microsoft.com/office/drawing/2014/main" id="{95910BED-C566-4D79-A434-D27AB26AEA2E}"/>
                </a:ext>
              </a:extLst>
            </p:cNvPr>
            <p:cNvSpPr txBox="1"/>
            <p:nvPr/>
          </p:nvSpPr>
          <p:spPr>
            <a:xfrm>
              <a:off x="10637994" y="4992602"/>
              <a:ext cx="824761" cy="523220"/>
            </a:xfrm>
            <a:prstGeom prst="rect">
              <a:avLst/>
            </a:prstGeom>
            <a:noFill/>
          </p:spPr>
          <p:txBody>
            <a:bodyPr wrap="square" rtlCol="0">
              <a:spAutoFit/>
            </a:bodyPr>
            <a:lstStyle/>
            <a:p>
              <a:r>
                <a:rPr lang="en-US" altLang="zh-CN" sz="2800" b="1" spc="600" dirty="0">
                  <a:latin typeface="Arial Black" panose="020B0A04020102020204" pitchFamily="34" charset="0"/>
                </a:rPr>
                <a:t>11</a:t>
              </a:r>
              <a:endParaRPr lang="zh-CN" altLang="en-US" sz="2800" b="1" spc="600" dirty="0">
                <a:latin typeface="Arial Black" panose="020B0A04020102020204" pitchFamily="34" charset="0"/>
              </a:endParaRPr>
            </a:p>
          </p:txBody>
        </p:sp>
        <p:grpSp>
          <p:nvGrpSpPr>
            <p:cNvPr id="162" name="组合 161">
              <a:extLst>
                <a:ext uri="{FF2B5EF4-FFF2-40B4-BE49-F238E27FC236}">
                  <a16:creationId xmlns:a16="http://schemas.microsoft.com/office/drawing/2014/main" id="{0BB62E33-E03C-4ECF-9722-52843F7D3634}"/>
                </a:ext>
              </a:extLst>
            </p:cNvPr>
            <p:cNvGrpSpPr/>
            <p:nvPr/>
          </p:nvGrpSpPr>
          <p:grpSpPr>
            <a:xfrm>
              <a:off x="9191143" y="4423358"/>
              <a:ext cx="1944744" cy="563829"/>
              <a:chOff x="7966736" y="2605199"/>
              <a:chExt cx="1944744" cy="563829"/>
            </a:xfrm>
          </p:grpSpPr>
          <p:sp>
            <p:nvSpPr>
              <p:cNvPr id="163" name="文本框 162">
                <a:extLst>
                  <a:ext uri="{FF2B5EF4-FFF2-40B4-BE49-F238E27FC236}">
                    <a16:creationId xmlns:a16="http://schemas.microsoft.com/office/drawing/2014/main" id="{4BB2988A-BDD5-4E7B-A74F-1851E6FEB43F}"/>
                  </a:ext>
                </a:extLst>
              </p:cNvPr>
              <p:cNvSpPr txBox="1"/>
              <p:nvPr/>
            </p:nvSpPr>
            <p:spPr>
              <a:xfrm>
                <a:off x="8470806" y="2645808"/>
                <a:ext cx="1440674" cy="523220"/>
              </a:xfrm>
              <a:prstGeom prst="rect">
                <a:avLst/>
              </a:prstGeom>
              <a:noFill/>
            </p:spPr>
            <p:txBody>
              <a:bodyPr wrap="square" rtlCol="0">
                <a:spAutoFit/>
              </a:bodyPr>
              <a:lstStyle/>
              <a:p>
                <a:r>
                  <a:rPr lang="en-US" altLang="zh-CN" sz="2800" b="1" spc="600" dirty="0">
                    <a:solidFill>
                      <a:schemeClr val="accent3"/>
                    </a:solidFill>
                    <a:latin typeface="Arial Black" panose="020B0A04020102020204" pitchFamily="34" charset="0"/>
                  </a:rPr>
                  <a:t>1101</a:t>
                </a:r>
                <a:endParaRPr lang="zh-CN" altLang="en-US" sz="2800" b="1" spc="600" dirty="0">
                  <a:solidFill>
                    <a:schemeClr val="accent3"/>
                  </a:solidFill>
                  <a:latin typeface="Arial Black" panose="020B0A04020102020204" pitchFamily="34" charset="0"/>
                </a:endParaRPr>
              </a:p>
            </p:txBody>
          </p:sp>
          <p:grpSp>
            <p:nvGrpSpPr>
              <p:cNvPr id="164" name="组合 163">
                <a:extLst>
                  <a:ext uri="{FF2B5EF4-FFF2-40B4-BE49-F238E27FC236}">
                    <a16:creationId xmlns:a16="http://schemas.microsoft.com/office/drawing/2014/main" id="{957FD18A-C9A1-4ADE-8D3F-8179AF0D7F5D}"/>
                  </a:ext>
                </a:extLst>
              </p:cNvPr>
              <p:cNvGrpSpPr/>
              <p:nvPr/>
            </p:nvGrpSpPr>
            <p:grpSpPr>
              <a:xfrm>
                <a:off x="7966736" y="2605199"/>
                <a:ext cx="1701886" cy="523220"/>
                <a:chOff x="7966736" y="2605199"/>
                <a:chExt cx="1701886" cy="523220"/>
              </a:xfrm>
            </p:grpSpPr>
            <p:cxnSp>
              <p:nvCxnSpPr>
                <p:cNvPr id="165" name="直接连接符 164">
                  <a:extLst>
                    <a:ext uri="{FF2B5EF4-FFF2-40B4-BE49-F238E27FC236}">
                      <a16:creationId xmlns:a16="http://schemas.microsoft.com/office/drawing/2014/main" id="{3A832050-15C5-4535-BC8A-785ACEC80861}"/>
                    </a:ext>
                  </a:extLst>
                </p:cNvPr>
                <p:cNvCxnSpPr>
                  <a:cxnSpLocks/>
                </p:cNvCxnSpPr>
                <p:nvPr/>
              </p:nvCxnSpPr>
              <p:spPr>
                <a:xfrm>
                  <a:off x="8117215" y="3128419"/>
                  <a:ext cx="1551407" cy="0"/>
                </a:xfrm>
                <a:prstGeom prst="line">
                  <a:avLst/>
                </a:prstGeom>
                <a:ln w="50800" cap="rnd">
                  <a:solidFill>
                    <a:schemeClr val="tx1"/>
                  </a:solidFill>
                  <a:round/>
                </a:ln>
              </p:spPr>
              <p:style>
                <a:lnRef idx="1">
                  <a:schemeClr val="accent1"/>
                </a:lnRef>
                <a:fillRef idx="0">
                  <a:schemeClr val="accent1"/>
                </a:fillRef>
                <a:effectRef idx="0">
                  <a:schemeClr val="accent1"/>
                </a:effectRef>
                <a:fontRef idx="minor">
                  <a:schemeClr val="tx1"/>
                </a:fontRef>
              </p:style>
            </p:cxnSp>
            <p:sp>
              <p:nvSpPr>
                <p:cNvPr id="166" name="文本框 165">
                  <a:extLst>
                    <a:ext uri="{FF2B5EF4-FFF2-40B4-BE49-F238E27FC236}">
                      <a16:creationId xmlns:a16="http://schemas.microsoft.com/office/drawing/2014/main" id="{4769D050-3FB9-4605-90A0-709EADCBFDA5}"/>
                    </a:ext>
                  </a:extLst>
                </p:cNvPr>
                <p:cNvSpPr txBox="1"/>
                <p:nvPr/>
              </p:nvSpPr>
              <p:spPr>
                <a:xfrm>
                  <a:off x="7966736" y="2605199"/>
                  <a:ext cx="547653" cy="523220"/>
                </a:xfrm>
                <a:prstGeom prst="rect">
                  <a:avLst/>
                </a:prstGeom>
                <a:noFill/>
              </p:spPr>
              <p:txBody>
                <a:bodyPr wrap="square">
                  <a:spAutoFit/>
                </a:bodyPr>
                <a:lstStyle/>
                <a:p>
                  <a:pPr algn="ctr"/>
                  <a:r>
                    <a:rPr lang="zh-CN" altLang="en-US" sz="2800" b="1" dirty="0">
                      <a:solidFill>
                        <a:schemeClr val="accent1">
                          <a:lumMod val="75000"/>
                        </a:schemeClr>
                      </a:solidFill>
                    </a:rPr>
                    <a:t>⊕</a:t>
                  </a:r>
                </a:p>
              </p:txBody>
            </p:sp>
          </p:grpSp>
        </p:grpSp>
        <p:sp>
          <p:nvSpPr>
            <p:cNvPr id="167" name="文本框 166">
              <a:extLst>
                <a:ext uri="{FF2B5EF4-FFF2-40B4-BE49-F238E27FC236}">
                  <a16:creationId xmlns:a16="http://schemas.microsoft.com/office/drawing/2014/main" id="{5B0F1194-FE22-4F33-A04B-310EDD5D8253}"/>
                </a:ext>
              </a:extLst>
            </p:cNvPr>
            <p:cNvSpPr txBox="1"/>
            <p:nvPr/>
          </p:nvSpPr>
          <p:spPr>
            <a:xfrm>
              <a:off x="9714265" y="4060374"/>
              <a:ext cx="1748490" cy="523220"/>
            </a:xfrm>
            <a:prstGeom prst="rect">
              <a:avLst/>
            </a:prstGeom>
            <a:noFill/>
          </p:spPr>
          <p:txBody>
            <a:bodyPr wrap="square" rtlCol="0">
              <a:spAutoFit/>
            </a:bodyPr>
            <a:lstStyle/>
            <a:p>
              <a:r>
                <a:rPr lang="en-US" altLang="zh-CN" sz="2800" b="1" spc="600" dirty="0">
                  <a:latin typeface="Arial Black" panose="020B0A04020102020204" pitchFamily="34" charset="0"/>
                </a:rPr>
                <a:t>1100</a:t>
              </a:r>
              <a:endParaRPr lang="zh-CN" altLang="en-US" sz="2800" b="1" spc="600" dirty="0">
                <a:latin typeface="Arial Black" panose="020B0A04020102020204" pitchFamily="34" charset="0"/>
              </a:endParaRPr>
            </a:p>
          </p:txBody>
        </p:sp>
        <p:sp>
          <p:nvSpPr>
            <p:cNvPr id="168" name="对话气泡: 圆角矩形 167">
              <a:extLst>
                <a:ext uri="{FF2B5EF4-FFF2-40B4-BE49-F238E27FC236}">
                  <a16:creationId xmlns:a16="http://schemas.microsoft.com/office/drawing/2014/main" id="{9A015AB4-D820-43D9-802C-1184EB1CB7D7}"/>
                </a:ext>
              </a:extLst>
            </p:cNvPr>
            <p:cNvSpPr/>
            <p:nvPr/>
          </p:nvSpPr>
          <p:spPr>
            <a:xfrm>
              <a:off x="8306347" y="5573044"/>
              <a:ext cx="3328680" cy="765820"/>
            </a:xfrm>
            <a:prstGeom prst="wedgeRoundRectCallout">
              <a:avLst>
                <a:gd name="adj1" fmla="val 30928"/>
                <a:gd name="adj2" fmla="val -70300"/>
                <a:gd name="adj3" fmla="val 16667"/>
              </a:avLst>
            </a:prstGeom>
            <a:solidFill>
              <a:schemeClr val="accent2"/>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zh-CN" altLang="en-US" b="1" dirty="0"/>
                <a:t>余数不为</a:t>
              </a:r>
              <a:r>
                <a:rPr lang="en-US" altLang="zh-CN" b="1" dirty="0"/>
                <a:t>0</a:t>
              </a:r>
            </a:p>
            <a:p>
              <a:pPr algn="ctr"/>
              <a:r>
                <a:rPr lang="zh-CN" altLang="en-US" b="1" dirty="0"/>
                <a:t>可认为传输过程产生了误码！</a:t>
              </a:r>
            </a:p>
          </p:txBody>
        </p:sp>
      </p:grpSp>
    </p:spTree>
    <p:custDataLst>
      <p:tags r:id="rId1"/>
    </p:custDataLst>
    <p:extLst>
      <p:ext uri="{BB962C8B-B14F-4D97-AF65-F5344CB8AC3E}">
        <p14:creationId xmlns:p14="http://schemas.microsoft.com/office/powerpoint/2010/main" val="2979143031"/>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30" presetClass="entr" presetSubtype="0" fill="hold" grpId="0" nodeType="withEffect">
                                  <p:stCondLst>
                                    <p:cond delay="0"/>
                                  </p:stCondLst>
                                  <p:childTnLst>
                                    <p:set>
                                      <p:cBhvr>
                                        <p:cTn id="6" dur="1" fill="hold">
                                          <p:stCondLst>
                                            <p:cond delay="0"/>
                                          </p:stCondLst>
                                        </p:cTn>
                                        <p:tgtEl>
                                          <p:spTgt spid="5"/>
                                        </p:tgtEl>
                                        <p:attrNameLst>
                                          <p:attrName>style.visibility</p:attrName>
                                        </p:attrNameLst>
                                      </p:cBhvr>
                                      <p:to>
                                        <p:strVal val="visible"/>
                                      </p:to>
                                    </p:set>
                                    <p:animEffect transition="in" filter="fade">
                                      <p:cBhvr>
                                        <p:cTn id="7" dur="800" decel="100000"/>
                                        <p:tgtEl>
                                          <p:spTgt spid="5"/>
                                        </p:tgtEl>
                                      </p:cBhvr>
                                    </p:animEffect>
                                    <p:anim calcmode="lin" valueType="num">
                                      <p:cBhvr>
                                        <p:cTn id="8" dur="800" decel="100000" fill="hold"/>
                                        <p:tgtEl>
                                          <p:spTgt spid="5"/>
                                        </p:tgtEl>
                                        <p:attrNameLst>
                                          <p:attrName>style.rotation</p:attrName>
                                        </p:attrNameLst>
                                      </p:cBhvr>
                                      <p:tavLst>
                                        <p:tav tm="0">
                                          <p:val>
                                            <p:fltVal val="-90"/>
                                          </p:val>
                                        </p:tav>
                                        <p:tav tm="100000">
                                          <p:val>
                                            <p:fltVal val="0"/>
                                          </p:val>
                                        </p:tav>
                                      </p:tavLst>
                                    </p:anim>
                                    <p:anim calcmode="lin" valueType="num">
                                      <p:cBhvr>
                                        <p:cTn id="9" dur="800" decel="100000" fill="hold"/>
                                        <p:tgtEl>
                                          <p:spTgt spid="5"/>
                                        </p:tgtEl>
                                        <p:attrNameLst>
                                          <p:attrName>ppt_x</p:attrName>
                                        </p:attrNameLst>
                                      </p:cBhvr>
                                      <p:tavLst>
                                        <p:tav tm="0">
                                          <p:val>
                                            <p:strVal val="#ppt_x+0.4"/>
                                          </p:val>
                                        </p:tav>
                                        <p:tav tm="100000">
                                          <p:val>
                                            <p:strVal val="#ppt_x-0.05"/>
                                          </p:val>
                                        </p:tav>
                                      </p:tavLst>
                                    </p:anim>
                                    <p:anim calcmode="lin" valueType="num">
                                      <p:cBhvr>
                                        <p:cTn id="10" dur="800" decel="100000" fill="hold"/>
                                        <p:tgtEl>
                                          <p:spTgt spid="5"/>
                                        </p:tgtEl>
                                        <p:attrNameLst>
                                          <p:attrName>ppt_y</p:attrName>
                                        </p:attrNameLst>
                                      </p:cBhvr>
                                      <p:tavLst>
                                        <p:tav tm="0">
                                          <p:val>
                                            <p:strVal val="#ppt_y-0.4"/>
                                          </p:val>
                                        </p:tav>
                                        <p:tav tm="100000">
                                          <p:val>
                                            <p:strVal val="#ppt_y+0.1"/>
                                          </p:val>
                                        </p:tav>
                                      </p:tavLst>
                                    </p:anim>
                                    <p:anim calcmode="lin" valueType="num">
                                      <p:cBhvr>
                                        <p:cTn id="11" dur="200" accel="100000" fill="hold">
                                          <p:stCondLst>
                                            <p:cond delay="800"/>
                                          </p:stCondLst>
                                        </p:cTn>
                                        <p:tgtEl>
                                          <p:spTgt spid="5"/>
                                        </p:tgtEl>
                                        <p:attrNameLst>
                                          <p:attrName>ppt_x</p:attrName>
                                        </p:attrNameLst>
                                      </p:cBhvr>
                                      <p:tavLst>
                                        <p:tav tm="0">
                                          <p:val>
                                            <p:strVal val="#ppt_x-0.05"/>
                                          </p:val>
                                        </p:tav>
                                        <p:tav tm="100000">
                                          <p:val>
                                            <p:strVal val="#ppt_x"/>
                                          </p:val>
                                        </p:tav>
                                      </p:tavLst>
                                    </p:anim>
                                    <p:anim calcmode="lin" valueType="num">
                                      <p:cBhvr>
                                        <p:cTn id="12" dur="200" accel="100000" fill="hold">
                                          <p:stCondLst>
                                            <p:cond delay="800"/>
                                          </p:stCondLst>
                                        </p:cTn>
                                        <p:tgtEl>
                                          <p:spTgt spid="5"/>
                                        </p:tgtEl>
                                        <p:attrNameLst>
                                          <p:attrName>ppt_y</p:attrName>
                                        </p:attrNameLst>
                                      </p:cBhvr>
                                      <p:tavLst>
                                        <p:tav tm="0">
                                          <p:val>
                                            <p:strVal val="#ppt_y+0.1"/>
                                          </p:val>
                                        </p:tav>
                                        <p:tav tm="100000">
                                          <p:val>
                                            <p:strVal val="#ppt_y"/>
                                          </p:val>
                                        </p:tav>
                                      </p:tavLst>
                                    </p:anim>
                                  </p:childTnLst>
                                </p:cTn>
                              </p:par>
                            </p:childTnLst>
                          </p:cTn>
                        </p:par>
                      </p:childTnLst>
                    </p:cTn>
                  </p:par>
                  <p:par>
                    <p:cTn id="13" fill="hold">
                      <p:stCondLst>
                        <p:cond delay="indefinite"/>
                      </p:stCondLst>
                      <p:childTnLst>
                        <p:par>
                          <p:cTn id="14" fill="hold">
                            <p:stCondLst>
                              <p:cond delay="0"/>
                            </p:stCondLst>
                            <p:childTnLst>
                              <p:par>
                                <p:cTn id="15" presetID="22" presetClass="entr" presetSubtype="1" fill="hold" nodeType="clickEffect">
                                  <p:stCondLst>
                                    <p:cond delay="0"/>
                                  </p:stCondLst>
                                  <p:childTnLst>
                                    <p:set>
                                      <p:cBhvr>
                                        <p:cTn id="16" dur="1" fill="hold">
                                          <p:stCondLst>
                                            <p:cond delay="0"/>
                                          </p:stCondLst>
                                        </p:cTn>
                                        <p:tgtEl>
                                          <p:spTgt spid="9"/>
                                        </p:tgtEl>
                                        <p:attrNameLst>
                                          <p:attrName>style.visibility</p:attrName>
                                        </p:attrNameLst>
                                      </p:cBhvr>
                                      <p:to>
                                        <p:strVal val="visible"/>
                                      </p:to>
                                    </p:set>
                                    <p:animEffect transition="in" filter="wipe(up)">
                                      <p:cBhvr>
                                        <p:cTn id="17" dur="1000"/>
                                        <p:tgtEl>
                                          <p:spTgt spid="9"/>
                                        </p:tgtEl>
                                      </p:cBhvr>
                                    </p:animEffect>
                                  </p:childTnLst>
                                </p:cTn>
                              </p:par>
                            </p:childTnLst>
                          </p:cTn>
                        </p:par>
                      </p:childTnLst>
                    </p:cTn>
                  </p:par>
                  <p:par>
                    <p:cTn id="18" fill="hold">
                      <p:stCondLst>
                        <p:cond delay="indefinite"/>
                      </p:stCondLst>
                      <p:childTnLst>
                        <p:par>
                          <p:cTn id="19" fill="hold">
                            <p:stCondLst>
                              <p:cond delay="0"/>
                            </p:stCondLst>
                            <p:childTnLst>
                              <p:par>
                                <p:cTn id="20" presetID="22" presetClass="entr" presetSubtype="1" fill="hold" nodeType="clickEffect">
                                  <p:stCondLst>
                                    <p:cond delay="0"/>
                                  </p:stCondLst>
                                  <p:childTnLst>
                                    <p:set>
                                      <p:cBhvr>
                                        <p:cTn id="21" dur="1" fill="hold">
                                          <p:stCondLst>
                                            <p:cond delay="0"/>
                                          </p:stCondLst>
                                        </p:cTn>
                                        <p:tgtEl>
                                          <p:spTgt spid="12"/>
                                        </p:tgtEl>
                                        <p:attrNameLst>
                                          <p:attrName>style.visibility</p:attrName>
                                        </p:attrNameLst>
                                      </p:cBhvr>
                                      <p:to>
                                        <p:strVal val="visible"/>
                                      </p:to>
                                    </p:set>
                                    <p:animEffect transition="in" filter="wipe(up)">
                                      <p:cBhvr>
                                        <p:cTn id="22" dur="1000"/>
                                        <p:tgtEl>
                                          <p:spTgt spid="12"/>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 grpId="0"/>
    </p:bldLst>
  </p:timing>
</p:sld>
</file>

<file path=ppt/slides/slide9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3" name="组合 2">
            <a:extLst>
              <a:ext uri="{FF2B5EF4-FFF2-40B4-BE49-F238E27FC236}">
                <a16:creationId xmlns:a16="http://schemas.microsoft.com/office/drawing/2014/main" id="{7C88599B-941A-2175-5531-625C13870A07}"/>
              </a:ext>
            </a:extLst>
          </p:cNvPr>
          <p:cNvGrpSpPr/>
          <p:nvPr/>
        </p:nvGrpSpPr>
        <p:grpSpPr>
          <a:xfrm>
            <a:off x="3493921" y="1188116"/>
            <a:ext cx="5210068" cy="4681298"/>
            <a:chOff x="3493921" y="1188116"/>
            <a:chExt cx="5210068" cy="4681298"/>
          </a:xfrm>
        </p:grpSpPr>
        <p:sp>
          <p:nvSpPr>
            <p:cNvPr id="12" name="íşlïḍè"/>
            <p:cNvSpPr txBox="1"/>
            <p:nvPr/>
          </p:nvSpPr>
          <p:spPr>
            <a:xfrm>
              <a:off x="3965621" y="1188116"/>
              <a:ext cx="4287076" cy="419100"/>
            </a:xfrm>
            <a:prstGeom prst="rect">
              <a:avLst/>
            </a:prstGeom>
            <a:noFill/>
          </p:spPr>
          <p:txBody>
            <a:bodyPr wrap="square" lIns="91440" tIns="45720" rIns="91440" bIns="45720" anchor="ctr">
              <a:noAutofit/>
            </a:bodyPr>
            <a:lstStyle/>
            <a:p>
              <a:pPr algn="ctr"/>
              <a:r>
                <a:rPr lang="en-US" altLang="zh-CN" sz="2400" b="1" dirty="0"/>
                <a:t>3.2.3 </a:t>
              </a:r>
              <a:r>
                <a:rPr lang="zh-CN" altLang="en-US" sz="2400" b="1" dirty="0"/>
                <a:t>可靠传输</a:t>
              </a:r>
              <a:endParaRPr lang="en-US" altLang="zh-CN" sz="2400" b="1" dirty="0"/>
            </a:p>
          </p:txBody>
        </p:sp>
        <p:grpSp>
          <p:nvGrpSpPr>
            <p:cNvPr id="6" name="组合 5"/>
            <p:cNvGrpSpPr/>
            <p:nvPr/>
          </p:nvGrpSpPr>
          <p:grpSpPr>
            <a:xfrm>
              <a:off x="3493921" y="1864102"/>
              <a:ext cx="5210068" cy="595554"/>
              <a:chOff x="1912019" y="2200834"/>
              <a:chExt cx="4962513" cy="595554"/>
            </a:xfrm>
          </p:grpSpPr>
          <p:sp>
            <p:nvSpPr>
              <p:cNvPr id="5" name="平行四边形 4"/>
              <p:cNvSpPr/>
              <p:nvPr/>
            </p:nvSpPr>
            <p:spPr>
              <a:xfrm>
                <a:off x="1912019" y="2200834"/>
                <a:ext cx="828092" cy="595554"/>
              </a:xfrm>
              <a:prstGeom prst="parallelogram">
                <a:avLst/>
              </a:prstGeom>
              <a:solidFill>
                <a:schemeClr val="accent3">
                  <a:lumMod val="75000"/>
                </a:schemeClr>
              </a:solidFill>
              <a:ln>
                <a:solidFill>
                  <a:schemeClr val="accent3">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CN" sz="2800" dirty="0">
                    <a:latin typeface="Impact" panose="020B0806030902050204" pitchFamily="34" charset="0"/>
                  </a:rPr>
                  <a:t>01</a:t>
                </a:r>
                <a:endParaRPr lang="zh-CN" altLang="en-US" sz="2800" dirty="0">
                  <a:latin typeface="Impact" panose="020B0806030902050204" pitchFamily="34" charset="0"/>
                </a:endParaRPr>
              </a:p>
            </p:txBody>
          </p:sp>
          <p:sp>
            <p:nvSpPr>
              <p:cNvPr id="25" name="平行四边形 24"/>
              <p:cNvSpPr/>
              <p:nvPr/>
            </p:nvSpPr>
            <p:spPr>
              <a:xfrm>
                <a:off x="2587456" y="2200834"/>
                <a:ext cx="4287076" cy="595554"/>
              </a:xfrm>
              <a:prstGeom prst="parallelogram">
                <a:avLst/>
              </a:prstGeom>
              <a:noFill/>
              <a:ln>
                <a:solidFill>
                  <a:schemeClr val="accent3">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r>
                  <a:rPr lang="zh-CN" altLang="en-US" sz="2200" b="1" dirty="0">
                    <a:solidFill>
                      <a:schemeClr val="tx1"/>
                    </a:solidFill>
                    <a:latin typeface="Impact" panose="020B0806030902050204" pitchFamily="34" charset="0"/>
                  </a:rPr>
                  <a:t>可靠传输的相关基本概念</a:t>
                </a:r>
              </a:p>
            </p:txBody>
          </p:sp>
        </p:grpSp>
        <p:grpSp>
          <p:nvGrpSpPr>
            <p:cNvPr id="32" name="组合 31"/>
            <p:cNvGrpSpPr/>
            <p:nvPr/>
          </p:nvGrpSpPr>
          <p:grpSpPr>
            <a:xfrm>
              <a:off x="3493921" y="2716542"/>
              <a:ext cx="5210068" cy="595554"/>
              <a:chOff x="1912018" y="3390006"/>
              <a:chExt cx="4962511" cy="595554"/>
            </a:xfrm>
          </p:grpSpPr>
          <p:sp>
            <p:nvSpPr>
              <p:cNvPr id="27" name="平行四边形 26"/>
              <p:cNvSpPr/>
              <p:nvPr/>
            </p:nvSpPr>
            <p:spPr>
              <a:xfrm>
                <a:off x="1912018" y="3390006"/>
                <a:ext cx="828092" cy="595554"/>
              </a:xfrm>
              <a:prstGeom prst="parallelogram">
                <a:avLst/>
              </a:prstGeom>
              <a:solidFill>
                <a:schemeClr val="accent3">
                  <a:lumMod val="75000"/>
                </a:schemeClr>
              </a:solidFill>
              <a:ln>
                <a:solidFill>
                  <a:schemeClr val="accent3">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CN" sz="2800" dirty="0">
                    <a:latin typeface="Impact" panose="020B0806030902050204" pitchFamily="34" charset="0"/>
                  </a:rPr>
                  <a:t>02</a:t>
                </a:r>
                <a:endParaRPr lang="zh-CN" altLang="en-US" sz="2800" dirty="0">
                  <a:latin typeface="Impact" panose="020B0806030902050204" pitchFamily="34" charset="0"/>
                </a:endParaRPr>
              </a:p>
            </p:txBody>
          </p:sp>
          <p:sp>
            <p:nvSpPr>
              <p:cNvPr id="28" name="平行四边形 27"/>
              <p:cNvSpPr/>
              <p:nvPr/>
            </p:nvSpPr>
            <p:spPr>
              <a:xfrm>
                <a:off x="2587454" y="3390006"/>
                <a:ext cx="4287075" cy="595554"/>
              </a:xfrm>
              <a:prstGeom prst="parallelogram">
                <a:avLst/>
              </a:prstGeom>
              <a:noFill/>
              <a:ln>
                <a:solidFill>
                  <a:schemeClr val="accent3">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r>
                  <a:rPr lang="zh-CN" altLang="en-US" sz="2200" b="1" dirty="0">
                    <a:solidFill>
                      <a:schemeClr val="tx1"/>
                    </a:solidFill>
                    <a:latin typeface="Impact" panose="020B0806030902050204" pitchFamily="34" charset="0"/>
                  </a:rPr>
                  <a:t>停止</a:t>
                </a:r>
                <a:r>
                  <a:rPr lang="en-US" altLang="zh-CN" sz="2200" b="1" dirty="0">
                    <a:solidFill>
                      <a:schemeClr val="tx1"/>
                    </a:solidFill>
                    <a:latin typeface="Impact" panose="020B0806030902050204" pitchFamily="34" charset="0"/>
                  </a:rPr>
                  <a:t>-</a:t>
                </a:r>
                <a:r>
                  <a:rPr lang="zh-CN" altLang="en-US" sz="2200" b="1" dirty="0">
                    <a:solidFill>
                      <a:schemeClr val="tx1"/>
                    </a:solidFill>
                    <a:latin typeface="Impact" panose="020B0806030902050204" pitchFamily="34" charset="0"/>
                  </a:rPr>
                  <a:t>等待协议</a:t>
                </a:r>
              </a:p>
            </p:txBody>
          </p:sp>
        </p:grpSp>
        <p:grpSp>
          <p:nvGrpSpPr>
            <p:cNvPr id="10" name="组合 9">
              <a:extLst>
                <a:ext uri="{FF2B5EF4-FFF2-40B4-BE49-F238E27FC236}">
                  <a16:creationId xmlns:a16="http://schemas.microsoft.com/office/drawing/2014/main" id="{5DB991E4-6CA7-95FA-6D65-2E4856F9222E}"/>
                </a:ext>
              </a:extLst>
            </p:cNvPr>
            <p:cNvGrpSpPr/>
            <p:nvPr/>
          </p:nvGrpSpPr>
          <p:grpSpPr>
            <a:xfrm>
              <a:off x="3493921" y="3568982"/>
              <a:ext cx="5210068" cy="595554"/>
              <a:chOff x="1912018" y="3390006"/>
              <a:chExt cx="5210068" cy="595554"/>
            </a:xfrm>
          </p:grpSpPr>
          <p:sp>
            <p:nvSpPr>
              <p:cNvPr id="11" name="平行四边形 10">
                <a:extLst>
                  <a:ext uri="{FF2B5EF4-FFF2-40B4-BE49-F238E27FC236}">
                    <a16:creationId xmlns:a16="http://schemas.microsoft.com/office/drawing/2014/main" id="{FB42DCD5-5514-3E1D-F8ED-2DE88E081FE8}"/>
                  </a:ext>
                </a:extLst>
              </p:cNvPr>
              <p:cNvSpPr/>
              <p:nvPr/>
            </p:nvSpPr>
            <p:spPr>
              <a:xfrm>
                <a:off x="1912018" y="3390006"/>
                <a:ext cx="828092" cy="595554"/>
              </a:xfrm>
              <a:prstGeom prst="parallelogram">
                <a:avLst/>
              </a:prstGeom>
              <a:solidFill>
                <a:schemeClr val="accent3">
                  <a:lumMod val="75000"/>
                </a:schemeClr>
              </a:solidFill>
              <a:ln>
                <a:solidFill>
                  <a:schemeClr val="accent3">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CN" sz="2800" dirty="0">
                    <a:latin typeface="Impact" panose="020B0806030902050204" pitchFamily="34" charset="0"/>
                  </a:rPr>
                  <a:t>03</a:t>
                </a:r>
                <a:endParaRPr lang="zh-CN" altLang="en-US" sz="2800" dirty="0">
                  <a:latin typeface="Impact" panose="020B0806030902050204" pitchFamily="34" charset="0"/>
                </a:endParaRPr>
              </a:p>
            </p:txBody>
          </p:sp>
          <p:sp>
            <p:nvSpPr>
              <p:cNvPr id="13" name="平行四边形 12">
                <a:extLst>
                  <a:ext uri="{FF2B5EF4-FFF2-40B4-BE49-F238E27FC236}">
                    <a16:creationId xmlns:a16="http://schemas.microsoft.com/office/drawing/2014/main" id="{F60D6E6E-1CB1-6E39-5E05-C6F857FA1BC0}"/>
                  </a:ext>
                </a:extLst>
              </p:cNvPr>
              <p:cNvSpPr/>
              <p:nvPr/>
            </p:nvSpPr>
            <p:spPr>
              <a:xfrm>
                <a:off x="2587454" y="3390006"/>
                <a:ext cx="4534632" cy="595554"/>
              </a:xfrm>
              <a:prstGeom prst="parallelogram">
                <a:avLst/>
              </a:prstGeom>
              <a:noFill/>
              <a:ln>
                <a:solidFill>
                  <a:schemeClr val="accent3">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r>
                  <a:rPr lang="zh-CN" altLang="en-US" sz="2200" b="1" dirty="0">
                    <a:solidFill>
                      <a:schemeClr val="tx1"/>
                    </a:solidFill>
                    <a:latin typeface="Impact" panose="020B0806030902050204" pitchFamily="34" charset="0"/>
                  </a:rPr>
                  <a:t>停止</a:t>
                </a:r>
                <a:r>
                  <a:rPr lang="en-US" altLang="zh-CN" sz="2200" b="1" dirty="0">
                    <a:solidFill>
                      <a:schemeClr val="tx1"/>
                    </a:solidFill>
                    <a:latin typeface="Impact" panose="020B0806030902050204" pitchFamily="34" charset="0"/>
                  </a:rPr>
                  <a:t>-</a:t>
                </a:r>
                <a:r>
                  <a:rPr lang="zh-CN" altLang="en-US" sz="2200" b="1" dirty="0">
                    <a:solidFill>
                      <a:schemeClr val="tx1"/>
                    </a:solidFill>
                    <a:latin typeface="Impact" panose="020B0806030902050204" pitchFamily="34" charset="0"/>
                  </a:rPr>
                  <a:t>等待协议的信道利用率</a:t>
                </a:r>
              </a:p>
            </p:txBody>
          </p:sp>
        </p:grpSp>
        <p:grpSp>
          <p:nvGrpSpPr>
            <p:cNvPr id="14" name="组合 13">
              <a:extLst>
                <a:ext uri="{FF2B5EF4-FFF2-40B4-BE49-F238E27FC236}">
                  <a16:creationId xmlns:a16="http://schemas.microsoft.com/office/drawing/2014/main" id="{D1FBAA86-960E-4184-616E-BF2E527A53E1}"/>
                </a:ext>
              </a:extLst>
            </p:cNvPr>
            <p:cNvGrpSpPr/>
            <p:nvPr/>
          </p:nvGrpSpPr>
          <p:grpSpPr>
            <a:xfrm>
              <a:off x="3493921" y="4421422"/>
              <a:ext cx="5210068" cy="595554"/>
              <a:chOff x="1912018" y="3390006"/>
              <a:chExt cx="5210068" cy="595554"/>
            </a:xfrm>
          </p:grpSpPr>
          <p:sp>
            <p:nvSpPr>
              <p:cNvPr id="15" name="平行四边形 14">
                <a:extLst>
                  <a:ext uri="{FF2B5EF4-FFF2-40B4-BE49-F238E27FC236}">
                    <a16:creationId xmlns:a16="http://schemas.microsoft.com/office/drawing/2014/main" id="{5B1F39AF-60F1-35FD-B7C2-59FC6D635B68}"/>
                  </a:ext>
                </a:extLst>
              </p:cNvPr>
              <p:cNvSpPr/>
              <p:nvPr/>
            </p:nvSpPr>
            <p:spPr>
              <a:xfrm>
                <a:off x="1912018" y="3390006"/>
                <a:ext cx="828092" cy="595554"/>
              </a:xfrm>
              <a:prstGeom prst="parallelogram">
                <a:avLst/>
              </a:prstGeom>
              <a:solidFill>
                <a:schemeClr val="accent3">
                  <a:lumMod val="75000"/>
                </a:schemeClr>
              </a:solidFill>
              <a:ln>
                <a:solidFill>
                  <a:schemeClr val="accent3">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CN" sz="2800" dirty="0">
                    <a:latin typeface="Impact" panose="020B0806030902050204" pitchFamily="34" charset="0"/>
                  </a:rPr>
                  <a:t>04</a:t>
                </a:r>
                <a:endParaRPr lang="zh-CN" altLang="en-US" sz="2800" dirty="0">
                  <a:latin typeface="Impact" panose="020B0806030902050204" pitchFamily="34" charset="0"/>
                </a:endParaRPr>
              </a:p>
            </p:txBody>
          </p:sp>
          <p:sp>
            <p:nvSpPr>
              <p:cNvPr id="16" name="平行四边形 15">
                <a:extLst>
                  <a:ext uri="{FF2B5EF4-FFF2-40B4-BE49-F238E27FC236}">
                    <a16:creationId xmlns:a16="http://schemas.microsoft.com/office/drawing/2014/main" id="{1AEEA60A-3400-1552-722A-3A1CF1616323}"/>
                  </a:ext>
                </a:extLst>
              </p:cNvPr>
              <p:cNvSpPr/>
              <p:nvPr/>
            </p:nvSpPr>
            <p:spPr>
              <a:xfrm>
                <a:off x="2587454" y="3390006"/>
                <a:ext cx="4534632" cy="595554"/>
              </a:xfrm>
              <a:prstGeom prst="parallelogram">
                <a:avLst/>
              </a:prstGeom>
              <a:noFill/>
              <a:ln>
                <a:solidFill>
                  <a:schemeClr val="accent3">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r>
                  <a:rPr lang="zh-CN" altLang="en-US" sz="2200" b="1" dirty="0">
                    <a:solidFill>
                      <a:schemeClr val="tx1"/>
                    </a:solidFill>
                    <a:latin typeface="Impact" panose="020B0806030902050204" pitchFamily="34" charset="0"/>
                  </a:rPr>
                  <a:t>回退</a:t>
                </a:r>
                <a:r>
                  <a:rPr lang="en-US" altLang="zh-CN" sz="2200" b="1" dirty="0">
                    <a:solidFill>
                      <a:schemeClr val="tx1"/>
                    </a:solidFill>
                    <a:latin typeface="+mn-ea"/>
                  </a:rPr>
                  <a:t>N</a:t>
                </a:r>
                <a:r>
                  <a:rPr lang="zh-CN" altLang="en-US" sz="2200" b="1" dirty="0">
                    <a:solidFill>
                      <a:schemeClr val="tx1"/>
                    </a:solidFill>
                    <a:latin typeface="Impact" panose="020B0806030902050204" pitchFamily="34" charset="0"/>
                  </a:rPr>
                  <a:t>帧协议</a:t>
                </a:r>
              </a:p>
            </p:txBody>
          </p:sp>
        </p:grpSp>
        <p:grpSp>
          <p:nvGrpSpPr>
            <p:cNvPr id="17" name="组合 16">
              <a:extLst>
                <a:ext uri="{FF2B5EF4-FFF2-40B4-BE49-F238E27FC236}">
                  <a16:creationId xmlns:a16="http://schemas.microsoft.com/office/drawing/2014/main" id="{5CB8E93F-4827-397C-141C-4EF92BDE1044}"/>
                </a:ext>
              </a:extLst>
            </p:cNvPr>
            <p:cNvGrpSpPr/>
            <p:nvPr/>
          </p:nvGrpSpPr>
          <p:grpSpPr>
            <a:xfrm>
              <a:off x="3493921" y="5273860"/>
              <a:ext cx="5210068" cy="595554"/>
              <a:chOff x="1912018" y="3390006"/>
              <a:chExt cx="5210068" cy="595554"/>
            </a:xfrm>
          </p:grpSpPr>
          <p:sp>
            <p:nvSpPr>
              <p:cNvPr id="18" name="平行四边形 17">
                <a:extLst>
                  <a:ext uri="{FF2B5EF4-FFF2-40B4-BE49-F238E27FC236}">
                    <a16:creationId xmlns:a16="http://schemas.microsoft.com/office/drawing/2014/main" id="{5821734D-69A4-D91C-0F71-B0EE246FD15F}"/>
                  </a:ext>
                </a:extLst>
              </p:cNvPr>
              <p:cNvSpPr/>
              <p:nvPr/>
            </p:nvSpPr>
            <p:spPr>
              <a:xfrm>
                <a:off x="1912018" y="3390006"/>
                <a:ext cx="828092" cy="595554"/>
              </a:xfrm>
              <a:prstGeom prst="parallelogram">
                <a:avLst/>
              </a:prstGeom>
              <a:solidFill>
                <a:schemeClr val="accent3">
                  <a:lumMod val="75000"/>
                </a:schemeClr>
              </a:solidFill>
              <a:ln>
                <a:solidFill>
                  <a:schemeClr val="accent3">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CN" sz="2800" dirty="0">
                    <a:latin typeface="Impact" panose="020B0806030902050204" pitchFamily="34" charset="0"/>
                  </a:rPr>
                  <a:t>05</a:t>
                </a:r>
                <a:endParaRPr lang="zh-CN" altLang="en-US" sz="2800" dirty="0">
                  <a:latin typeface="Impact" panose="020B0806030902050204" pitchFamily="34" charset="0"/>
                </a:endParaRPr>
              </a:p>
            </p:txBody>
          </p:sp>
          <p:sp>
            <p:nvSpPr>
              <p:cNvPr id="19" name="平行四边形 18">
                <a:extLst>
                  <a:ext uri="{FF2B5EF4-FFF2-40B4-BE49-F238E27FC236}">
                    <a16:creationId xmlns:a16="http://schemas.microsoft.com/office/drawing/2014/main" id="{E6065EBC-8172-C9EA-8EA9-B37C7E4092FF}"/>
                  </a:ext>
                </a:extLst>
              </p:cNvPr>
              <p:cNvSpPr/>
              <p:nvPr/>
            </p:nvSpPr>
            <p:spPr>
              <a:xfrm>
                <a:off x="2587454" y="3390006"/>
                <a:ext cx="4534632" cy="595554"/>
              </a:xfrm>
              <a:prstGeom prst="parallelogram">
                <a:avLst/>
              </a:prstGeom>
              <a:noFill/>
              <a:ln>
                <a:solidFill>
                  <a:schemeClr val="accent3">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r>
                  <a:rPr lang="zh-CN" altLang="en-US" sz="2200" b="1" dirty="0">
                    <a:solidFill>
                      <a:schemeClr val="tx1"/>
                    </a:solidFill>
                    <a:latin typeface="Impact" panose="020B0806030902050204" pitchFamily="34" charset="0"/>
                  </a:rPr>
                  <a:t>选择重传协议</a:t>
                </a:r>
              </a:p>
            </p:txBody>
          </p:sp>
        </p:grpSp>
      </p:grpSp>
    </p:spTree>
    <p:extLst>
      <p:ext uri="{BB962C8B-B14F-4D97-AF65-F5344CB8AC3E}">
        <p14:creationId xmlns:p14="http://schemas.microsoft.com/office/powerpoint/2010/main" val="3403099256"/>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42" presetClass="entr" presetSubtype="0" fill="hold" nodeType="withEffect">
                                  <p:stCondLst>
                                    <p:cond delay="0"/>
                                  </p:stCondLst>
                                  <p:childTnLst>
                                    <p:set>
                                      <p:cBhvr>
                                        <p:cTn id="6" dur="1" fill="hold">
                                          <p:stCondLst>
                                            <p:cond delay="0"/>
                                          </p:stCondLst>
                                        </p:cTn>
                                        <p:tgtEl>
                                          <p:spTgt spid="3"/>
                                        </p:tgtEl>
                                        <p:attrNameLst>
                                          <p:attrName>style.visibility</p:attrName>
                                        </p:attrNameLst>
                                      </p:cBhvr>
                                      <p:to>
                                        <p:strVal val="visible"/>
                                      </p:to>
                                    </p:set>
                                    <p:animEffect transition="in" filter="fade">
                                      <p:cBhvr>
                                        <p:cTn id="7" dur="1000"/>
                                        <p:tgtEl>
                                          <p:spTgt spid="3"/>
                                        </p:tgtEl>
                                      </p:cBhvr>
                                    </p:animEffect>
                                    <p:anim calcmode="lin" valueType="num">
                                      <p:cBhvr>
                                        <p:cTn id="8" dur="1000" fill="hold"/>
                                        <p:tgtEl>
                                          <p:spTgt spid="3"/>
                                        </p:tgtEl>
                                        <p:attrNameLst>
                                          <p:attrName>ppt_x</p:attrName>
                                        </p:attrNameLst>
                                      </p:cBhvr>
                                      <p:tavLst>
                                        <p:tav tm="0">
                                          <p:val>
                                            <p:strVal val="#ppt_x"/>
                                          </p:val>
                                        </p:tav>
                                        <p:tav tm="100000">
                                          <p:val>
                                            <p:strVal val="#ppt_x"/>
                                          </p:val>
                                        </p:tav>
                                      </p:tavLst>
                                    </p:anim>
                                    <p:anim calcmode="lin" valueType="num">
                                      <p:cBhvr>
                                        <p:cTn id="9" dur="1000" fill="hold"/>
                                        <p:tgtEl>
                                          <p:spTgt spid="3"/>
                                        </p:tgtEl>
                                        <p:attrNameLst>
                                          <p:attrName>ppt_y</p:attrName>
                                        </p:attrNameLst>
                                      </p:cBhvr>
                                      <p:tavLst>
                                        <p:tav tm="0">
                                          <p:val>
                                            <p:strVal val="#ppt_y+.1"/>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9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4" name="组合 3">
            <a:extLst>
              <a:ext uri="{FF2B5EF4-FFF2-40B4-BE49-F238E27FC236}">
                <a16:creationId xmlns:a16="http://schemas.microsoft.com/office/drawing/2014/main" id="{9A1EA9F2-FCB6-48C3-935F-7AE7E3AD14AC}"/>
              </a:ext>
            </a:extLst>
          </p:cNvPr>
          <p:cNvGrpSpPr/>
          <p:nvPr/>
        </p:nvGrpSpPr>
        <p:grpSpPr>
          <a:xfrm>
            <a:off x="304800" y="749300"/>
            <a:ext cx="6192344" cy="400110"/>
            <a:chOff x="424117" y="898245"/>
            <a:chExt cx="6192344" cy="400110"/>
          </a:xfrm>
        </p:grpSpPr>
        <p:sp>
          <p:nvSpPr>
            <p:cNvPr id="2" name="平行四边形 1">
              <a:extLst>
                <a:ext uri="{FF2B5EF4-FFF2-40B4-BE49-F238E27FC236}">
                  <a16:creationId xmlns:a16="http://schemas.microsoft.com/office/drawing/2014/main" id="{1F5BAA3F-9845-4F89-A2DD-8222D3E4EDAC}"/>
                </a:ext>
              </a:extLst>
            </p:cNvPr>
            <p:cNvSpPr/>
            <p:nvPr/>
          </p:nvSpPr>
          <p:spPr>
            <a:xfrm>
              <a:off x="424117" y="898245"/>
              <a:ext cx="628306" cy="387090"/>
            </a:xfrm>
            <a:prstGeom prst="parallelogram">
              <a:avLst/>
            </a:prstGeom>
            <a:solidFill>
              <a:schemeClr val="accent3">
                <a:lumMod val="75000"/>
              </a:schemeClr>
            </a:solidFill>
            <a:ln>
              <a:solidFill>
                <a:schemeClr val="accent3">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CN" sz="2200" dirty="0">
                  <a:latin typeface="Impact" panose="020B0806030902050204" pitchFamily="34" charset="0"/>
                </a:rPr>
                <a:t>01</a:t>
              </a:r>
              <a:endParaRPr lang="zh-CN" altLang="en-US" sz="2200" dirty="0">
                <a:latin typeface="Impact" panose="020B0806030902050204" pitchFamily="34" charset="0"/>
              </a:endParaRPr>
            </a:p>
          </p:txBody>
        </p:sp>
        <p:sp>
          <p:nvSpPr>
            <p:cNvPr id="3" name="文本框 2">
              <a:extLst>
                <a:ext uri="{FF2B5EF4-FFF2-40B4-BE49-F238E27FC236}">
                  <a16:creationId xmlns:a16="http://schemas.microsoft.com/office/drawing/2014/main" id="{4D6BD736-A4D3-4F26-AFED-36E11F50F70B}"/>
                </a:ext>
              </a:extLst>
            </p:cNvPr>
            <p:cNvSpPr txBox="1"/>
            <p:nvPr/>
          </p:nvSpPr>
          <p:spPr>
            <a:xfrm>
              <a:off x="1052423" y="898245"/>
              <a:ext cx="5564038" cy="400110"/>
            </a:xfrm>
            <a:prstGeom prst="rect">
              <a:avLst/>
            </a:prstGeom>
            <a:noFill/>
          </p:spPr>
          <p:txBody>
            <a:bodyPr wrap="square" rtlCol="0">
              <a:spAutoFit/>
            </a:bodyPr>
            <a:lstStyle/>
            <a:p>
              <a:r>
                <a:rPr lang="zh-CN" altLang="en-US" sz="2000" b="1" dirty="0"/>
                <a:t>可靠传输的相关基本概念</a:t>
              </a:r>
            </a:p>
          </p:txBody>
        </p:sp>
      </p:grpSp>
      <p:sp>
        <p:nvSpPr>
          <p:cNvPr id="8" name="矩形 7">
            <a:extLst>
              <a:ext uri="{FF2B5EF4-FFF2-40B4-BE49-F238E27FC236}">
                <a16:creationId xmlns:a16="http://schemas.microsoft.com/office/drawing/2014/main" id="{C7720255-4E6C-41B6-A880-D93377A356B5}"/>
              </a:ext>
            </a:extLst>
          </p:cNvPr>
          <p:cNvSpPr/>
          <p:nvPr/>
        </p:nvSpPr>
        <p:spPr>
          <a:xfrm>
            <a:off x="1016000" y="1297642"/>
            <a:ext cx="256976" cy="256976"/>
          </a:xfrm>
          <a:prstGeom prst="rect">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9" name="íşlïḍè">
            <a:extLst>
              <a:ext uri="{FF2B5EF4-FFF2-40B4-BE49-F238E27FC236}">
                <a16:creationId xmlns:a16="http://schemas.microsoft.com/office/drawing/2014/main" id="{1E3208DB-9CB5-439E-87A6-F640C77C2B32}"/>
              </a:ext>
            </a:extLst>
          </p:cNvPr>
          <p:cNvSpPr txBox="1"/>
          <p:nvPr/>
        </p:nvSpPr>
        <p:spPr>
          <a:xfrm>
            <a:off x="1333227" y="1297641"/>
            <a:ext cx="10232983" cy="511042"/>
          </a:xfrm>
          <a:prstGeom prst="rect">
            <a:avLst/>
          </a:prstGeom>
          <a:noFill/>
        </p:spPr>
        <p:txBody>
          <a:bodyPr wrap="square" lIns="91440" tIns="45720" rIns="91440" bIns="45720" anchor="ctr">
            <a:noAutofit/>
          </a:bodyPr>
          <a:lstStyle/>
          <a:p>
            <a:r>
              <a:rPr lang="zh-CN" altLang="en-US" b="1" dirty="0"/>
              <a:t>使用</a:t>
            </a:r>
            <a:r>
              <a:rPr lang="zh-CN" altLang="en-US" b="1" dirty="0">
                <a:solidFill>
                  <a:schemeClr val="accent1">
                    <a:lumMod val="75000"/>
                  </a:schemeClr>
                </a:solidFill>
              </a:rPr>
              <a:t>差错检测技术</a:t>
            </a:r>
            <a:r>
              <a:rPr lang="zh-CN" altLang="en-US" b="1" dirty="0"/>
              <a:t>（例如循环冗余校验</a:t>
            </a:r>
            <a:r>
              <a:rPr lang="en-US" altLang="zh-CN" b="1" dirty="0"/>
              <a:t>CRC</a:t>
            </a:r>
            <a:r>
              <a:rPr lang="zh-CN" altLang="en-US" b="1" dirty="0"/>
              <a:t>），接收方的数据链路层就可检测出帧在传输过程中是否产生了</a:t>
            </a:r>
            <a:r>
              <a:rPr lang="zh-CN" altLang="en-US" b="1" dirty="0">
                <a:solidFill>
                  <a:schemeClr val="accent1">
                    <a:lumMod val="75000"/>
                  </a:schemeClr>
                </a:solidFill>
              </a:rPr>
              <a:t>误码</a:t>
            </a:r>
            <a:r>
              <a:rPr lang="zh-CN" altLang="en-US" b="1" dirty="0"/>
              <a:t>（比特差错）。</a:t>
            </a:r>
            <a:endParaRPr lang="en-US" altLang="zh-CN" b="1" dirty="0"/>
          </a:p>
        </p:txBody>
      </p:sp>
      <p:grpSp>
        <p:nvGrpSpPr>
          <p:cNvPr id="12" name="组合 11">
            <a:extLst>
              <a:ext uri="{FF2B5EF4-FFF2-40B4-BE49-F238E27FC236}">
                <a16:creationId xmlns:a16="http://schemas.microsoft.com/office/drawing/2014/main" id="{313A0EE4-AF2F-4EF7-9B11-657D152500C7}"/>
              </a:ext>
            </a:extLst>
          </p:cNvPr>
          <p:cNvGrpSpPr/>
          <p:nvPr/>
        </p:nvGrpSpPr>
        <p:grpSpPr>
          <a:xfrm>
            <a:off x="625788" y="4000535"/>
            <a:ext cx="10940423" cy="641082"/>
            <a:chOff x="601699" y="5648354"/>
            <a:chExt cx="10940423" cy="641082"/>
          </a:xfrm>
        </p:grpSpPr>
        <p:cxnSp>
          <p:nvCxnSpPr>
            <p:cNvPr id="23" name="直接连接符 22">
              <a:extLst>
                <a:ext uri="{FF2B5EF4-FFF2-40B4-BE49-F238E27FC236}">
                  <a16:creationId xmlns:a16="http://schemas.microsoft.com/office/drawing/2014/main" id="{BDADF065-0436-4D5A-92A4-67B4F392F33D}"/>
                </a:ext>
              </a:extLst>
            </p:cNvPr>
            <p:cNvCxnSpPr>
              <a:cxnSpLocks/>
            </p:cNvCxnSpPr>
            <p:nvPr/>
          </p:nvCxnSpPr>
          <p:spPr>
            <a:xfrm>
              <a:off x="1143721" y="6126777"/>
              <a:ext cx="10027235"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pic>
          <p:nvPicPr>
            <p:cNvPr id="24" name="图形 23">
              <a:extLst>
                <a:ext uri="{FF2B5EF4-FFF2-40B4-BE49-F238E27FC236}">
                  <a16:creationId xmlns:a16="http://schemas.microsoft.com/office/drawing/2014/main" id="{0E73258F-7C5A-4C4A-9D02-9265691C3F02}"/>
                </a:ext>
              </a:extLst>
            </p:cNvPr>
            <p:cNvPicPr>
              <a:picLocks noChangeAspect="1"/>
            </p:cNvPicPr>
            <p:nvPr/>
          </p:nvPicPr>
          <p:blipFill>
            <a:blip r:embed="rId3">
              <a:extLst>
                <a:ext uri="{28A0092B-C50C-407E-A947-70E740481C1C}">
                  <a14:useLocalDpi xmlns:a14="http://schemas.microsoft.com/office/drawing/2010/main" val="0"/>
                </a:ext>
                <a:ext uri="{96DAC541-7B7A-43D3-8B79-37D633B846F1}">
                  <asvg:svgBlip xmlns:asvg="http://schemas.microsoft.com/office/drawing/2016/SVG/main" r:embed="rId4"/>
                </a:ext>
              </a:extLst>
            </a:blip>
            <a:stretch>
              <a:fillRect/>
            </a:stretch>
          </p:blipFill>
          <p:spPr>
            <a:xfrm>
              <a:off x="601699" y="5648354"/>
              <a:ext cx="662814" cy="641082"/>
            </a:xfrm>
            <a:prstGeom prst="rect">
              <a:avLst/>
            </a:prstGeom>
          </p:spPr>
        </p:pic>
        <p:pic>
          <p:nvPicPr>
            <p:cNvPr id="25" name="图形 24">
              <a:extLst>
                <a:ext uri="{FF2B5EF4-FFF2-40B4-BE49-F238E27FC236}">
                  <a16:creationId xmlns:a16="http://schemas.microsoft.com/office/drawing/2014/main" id="{D898DB40-49B3-4A19-A1F9-3897BC630E2B}"/>
                </a:ext>
              </a:extLst>
            </p:cNvPr>
            <p:cNvPicPr>
              <a:picLocks noChangeAspect="1"/>
            </p:cNvPicPr>
            <p:nvPr/>
          </p:nvPicPr>
          <p:blipFill>
            <a:blip r:embed="rId3">
              <a:extLst>
                <a:ext uri="{28A0092B-C50C-407E-A947-70E740481C1C}">
                  <a14:useLocalDpi xmlns:a14="http://schemas.microsoft.com/office/drawing/2010/main" val="0"/>
                </a:ext>
                <a:ext uri="{96DAC541-7B7A-43D3-8B79-37D633B846F1}">
                  <asvg:svgBlip xmlns:asvg="http://schemas.microsoft.com/office/drawing/2016/SVG/main" r:embed="rId4"/>
                </a:ext>
              </a:extLst>
            </a:blip>
            <a:stretch>
              <a:fillRect/>
            </a:stretch>
          </p:blipFill>
          <p:spPr>
            <a:xfrm>
              <a:off x="10879308" y="5648354"/>
              <a:ext cx="662814" cy="641082"/>
            </a:xfrm>
            <a:prstGeom prst="rect">
              <a:avLst/>
            </a:prstGeom>
          </p:spPr>
        </p:pic>
      </p:grpSp>
      <p:sp>
        <p:nvSpPr>
          <p:cNvPr id="7" name="对话气泡: 圆角矩形 6">
            <a:extLst>
              <a:ext uri="{FF2B5EF4-FFF2-40B4-BE49-F238E27FC236}">
                <a16:creationId xmlns:a16="http://schemas.microsoft.com/office/drawing/2014/main" id="{8AFAD0E1-975A-481B-9CEC-9C7197A3B38C}"/>
              </a:ext>
            </a:extLst>
          </p:cNvPr>
          <p:cNvSpPr/>
          <p:nvPr/>
        </p:nvSpPr>
        <p:spPr>
          <a:xfrm>
            <a:off x="4139694" y="3094689"/>
            <a:ext cx="4793837" cy="668622"/>
          </a:xfrm>
          <a:prstGeom prst="wedgeRoundRectCallout">
            <a:avLst>
              <a:gd name="adj1" fmla="val -22368"/>
              <a:gd name="adj2" fmla="val 82768"/>
              <a:gd name="adj3" fmla="val 16667"/>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zh-CN" altLang="en-US" b="1" dirty="0"/>
              <a:t>受到噪声干扰、传输媒体质量等因素影响</a:t>
            </a:r>
          </a:p>
        </p:txBody>
      </p:sp>
      <p:grpSp>
        <p:nvGrpSpPr>
          <p:cNvPr id="11" name="组合 10">
            <a:extLst>
              <a:ext uri="{FF2B5EF4-FFF2-40B4-BE49-F238E27FC236}">
                <a16:creationId xmlns:a16="http://schemas.microsoft.com/office/drawing/2014/main" id="{9C7D648F-8CAF-4A6C-8D04-99D2E167BDA8}"/>
              </a:ext>
            </a:extLst>
          </p:cNvPr>
          <p:cNvGrpSpPr/>
          <p:nvPr/>
        </p:nvGrpSpPr>
        <p:grpSpPr>
          <a:xfrm>
            <a:off x="2578739" y="4006215"/>
            <a:ext cx="4970953" cy="401283"/>
            <a:chOff x="2578739" y="4006215"/>
            <a:chExt cx="4970953" cy="401283"/>
          </a:xfrm>
        </p:grpSpPr>
        <p:sp>
          <p:nvSpPr>
            <p:cNvPr id="10" name="矩形 9">
              <a:extLst>
                <a:ext uri="{FF2B5EF4-FFF2-40B4-BE49-F238E27FC236}">
                  <a16:creationId xmlns:a16="http://schemas.microsoft.com/office/drawing/2014/main" id="{530C36B3-CAA4-4FBC-B92F-2E3422784CF7}"/>
                </a:ext>
              </a:extLst>
            </p:cNvPr>
            <p:cNvSpPr/>
            <p:nvPr/>
          </p:nvSpPr>
          <p:spPr>
            <a:xfrm>
              <a:off x="2578739" y="4006215"/>
              <a:ext cx="1013078" cy="401283"/>
            </a:xfrm>
            <a:prstGeom prst="rect">
              <a:avLst/>
            </a:prstGeom>
            <a:solidFill>
              <a:schemeClr val="accent4"/>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zh-CN" altLang="en-US" b="1" dirty="0"/>
                <a:t>帧尾部</a:t>
              </a:r>
            </a:p>
          </p:txBody>
        </p:sp>
        <p:sp>
          <p:nvSpPr>
            <p:cNvPr id="51" name="矩形 50">
              <a:extLst>
                <a:ext uri="{FF2B5EF4-FFF2-40B4-BE49-F238E27FC236}">
                  <a16:creationId xmlns:a16="http://schemas.microsoft.com/office/drawing/2014/main" id="{560A5E7C-5161-4B6E-A74F-D15E7606A5CD}"/>
                </a:ext>
              </a:extLst>
            </p:cNvPr>
            <p:cNvSpPr/>
            <p:nvPr/>
          </p:nvSpPr>
          <p:spPr>
            <a:xfrm>
              <a:off x="6536614" y="4006215"/>
              <a:ext cx="1013078" cy="401283"/>
            </a:xfrm>
            <a:prstGeom prst="rect">
              <a:avLst/>
            </a:prstGeom>
            <a:solidFill>
              <a:schemeClr val="accent4"/>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zh-CN" altLang="en-US" b="1" dirty="0"/>
                <a:t>帧首部</a:t>
              </a:r>
            </a:p>
          </p:txBody>
        </p:sp>
        <p:sp>
          <p:nvSpPr>
            <p:cNvPr id="52" name="矩形 51">
              <a:extLst>
                <a:ext uri="{FF2B5EF4-FFF2-40B4-BE49-F238E27FC236}">
                  <a16:creationId xmlns:a16="http://schemas.microsoft.com/office/drawing/2014/main" id="{924D77DE-ACBC-4352-A637-85E4A1C699D7}"/>
                </a:ext>
              </a:extLst>
            </p:cNvPr>
            <p:cNvSpPr/>
            <p:nvPr/>
          </p:nvSpPr>
          <p:spPr>
            <a:xfrm>
              <a:off x="3591816" y="4006215"/>
              <a:ext cx="2944797" cy="401283"/>
            </a:xfrm>
            <a:prstGeom prst="rect">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zh-CN" altLang="en-US" b="1" dirty="0">
                  <a:solidFill>
                    <a:schemeClr val="tx1"/>
                  </a:solidFill>
                </a:rPr>
                <a:t>帧的数据载荷</a:t>
              </a:r>
            </a:p>
          </p:txBody>
        </p:sp>
      </p:grpSp>
      <p:sp>
        <p:nvSpPr>
          <p:cNvPr id="53" name="爆炸形: 8 pt  52">
            <a:extLst>
              <a:ext uri="{FF2B5EF4-FFF2-40B4-BE49-F238E27FC236}">
                <a16:creationId xmlns:a16="http://schemas.microsoft.com/office/drawing/2014/main" id="{D823397E-CC3D-4A91-97C2-62A7C4C8CADC}"/>
              </a:ext>
            </a:extLst>
          </p:cNvPr>
          <p:cNvSpPr/>
          <p:nvPr/>
        </p:nvSpPr>
        <p:spPr>
          <a:xfrm>
            <a:off x="4946879" y="4297582"/>
            <a:ext cx="1318724" cy="1262777"/>
          </a:xfrm>
          <a:prstGeom prst="irregularSeal1">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zh-CN" altLang="en-US" b="1" dirty="0"/>
              <a:t>误码</a:t>
            </a:r>
          </a:p>
        </p:txBody>
      </p:sp>
    </p:spTree>
    <p:custDataLst>
      <p:tags r:id="rId1"/>
    </p:custDataLst>
    <p:extLst>
      <p:ext uri="{BB962C8B-B14F-4D97-AF65-F5344CB8AC3E}">
        <p14:creationId xmlns:p14="http://schemas.microsoft.com/office/powerpoint/2010/main" val="2000026149"/>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2" presetClass="entr" presetSubtype="1" fill="hold" nodeType="withEffect">
                                  <p:stCondLst>
                                    <p:cond delay="0"/>
                                  </p:stCondLst>
                                  <p:childTnLst>
                                    <p:set>
                                      <p:cBhvr>
                                        <p:cTn id="6" dur="1" fill="hold">
                                          <p:stCondLst>
                                            <p:cond delay="0"/>
                                          </p:stCondLst>
                                        </p:cTn>
                                        <p:tgtEl>
                                          <p:spTgt spid="4"/>
                                        </p:tgtEl>
                                        <p:attrNameLst>
                                          <p:attrName>style.visibility</p:attrName>
                                        </p:attrNameLst>
                                      </p:cBhvr>
                                      <p:to>
                                        <p:strVal val="visible"/>
                                      </p:to>
                                    </p:set>
                                    <p:anim calcmode="lin" valueType="num">
                                      <p:cBhvr additive="base">
                                        <p:cTn id="7" dur="1000"/>
                                        <p:tgtEl>
                                          <p:spTgt spid="4"/>
                                        </p:tgtEl>
                                        <p:attrNameLst>
                                          <p:attrName>ppt_y</p:attrName>
                                        </p:attrNameLst>
                                      </p:cBhvr>
                                      <p:tavLst>
                                        <p:tav tm="0">
                                          <p:val>
                                            <p:strVal val="#ppt_y-#ppt_h*1.125000"/>
                                          </p:val>
                                        </p:tav>
                                        <p:tav tm="100000">
                                          <p:val>
                                            <p:strVal val="#ppt_y"/>
                                          </p:val>
                                        </p:tav>
                                      </p:tavLst>
                                    </p:anim>
                                    <p:animEffect transition="in" filter="wipe(down)">
                                      <p:cBhvr>
                                        <p:cTn id="8" dur="1000"/>
                                        <p:tgtEl>
                                          <p:spTgt spid="4"/>
                                        </p:tgtEl>
                                      </p:cBhvr>
                                    </p:animEffect>
                                  </p:childTnLst>
                                </p:cTn>
                              </p:par>
                            </p:childTnLst>
                          </p:cTn>
                        </p:par>
                      </p:childTnLst>
                    </p:cTn>
                  </p:par>
                  <p:par>
                    <p:cTn id="9" fill="hold">
                      <p:stCondLst>
                        <p:cond delay="indefinite"/>
                      </p:stCondLst>
                      <p:childTnLst>
                        <p:par>
                          <p:cTn id="10" fill="hold">
                            <p:stCondLst>
                              <p:cond delay="0"/>
                            </p:stCondLst>
                            <p:childTnLst>
                              <p:par>
                                <p:cTn id="11" presetID="49" presetClass="entr" presetSubtype="0" decel="100000" fill="hold" grpId="0" nodeType="clickEffect">
                                  <p:stCondLst>
                                    <p:cond delay="0"/>
                                  </p:stCondLst>
                                  <p:childTnLst>
                                    <p:set>
                                      <p:cBhvr>
                                        <p:cTn id="12" dur="1" fill="hold">
                                          <p:stCondLst>
                                            <p:cond delay="0"/>
                                          </p:stCondLst>
                                        </p:cTn>
                                        <p:tgtEl>
                                          <p:spTgt spid="8"/>
                                        </p:tgtEl>
                                        <p:attrNameLst>
                                          <p:attrName>style.visibility</p:attrName>
                                        </p:attrNameLst>
                                      </p:cBhvr>
                                      <p:to>
                                        <p:strVal val="visible"/>
                                      </p:to>
                                    </p:set>
                                    <p:anim calcmode="lin" valueType="num">
                                      <p:cBhvr>
                                        <p:cTn id="13" dur="500" fill="hold"/>
                                        <p:tgtEl>
                                          <p:spTgt spid="8"/>
                                        </p:tgtEl>
                                        <p:attrNameLst>
                                          <p:attrName>ppt_w</p:attrName>
                                        </p:attrNameLst>
                                      </p:cBhvr>
                                      <p:tavLst>
                                        <p:tav tm="0">
                                          <p:val>
                                            <p:fltVal val="0"/>
                                          </p:val>
                                        </p:tav>
                                        <p:tav tm="100000">
                                          <p:val>
                                            <p:strVal val="#ppt_w"/>
                                          </p:val>
                                        </p:tav>
                                      </p:tavLst>
                                    </p:anim>
                                    <p:anim calcmode="lin" valueType="num">
                                      <p:cBhvr>
                                        <p:cTn id="14" dur="500" fill="hold"/>
                                        <p:tgtEl>
                                          <p:spTgt spid="8"/>
                                        </p:tgtEl>
                                        <p:attrNameLst>
                                          <p:attrName>ppt_h</p:attrName>
                                        </p:attrNameLst>
                                      </p:cBhvr>
                                      <p:tavLst>
                                        <p:tav tm="0">
                                          <p:val>
                                            <p:fltVal val="0"/>
                                          </p:val>
                                        </p:tav>
                                        <p:tav tm="100000">
                                          <p:val>
                                            <p:strVal val="#ppt_h"/>
                                          </p:val>
                                        </p:tav>
                                      </p:tavLst>
                                    </p:anim>
                                    <p:anim calcmode="lin" valueType="num">
                                      <p:cBhvr>
                                        <p:cTn id="15" dur="500" fill="hold"/>
                                        <p:tgtEl>
                                          <p:spTgt spid="8"/>
                                        </p:tgtEl>
                                        <p:attrNameLst>
                                          <p:attrName>style.rotation</p:attrName>
                                        </p:attrNameLst>
                                      </p:cBhvr>
                                      <p:tavLst>
                                        <p:tav tm="0">
                                          <p:val>
                                            <p:fltVal val="360"/>
                                          </p:val>
                                        </p:tav>
                                        <p:tav tm="100000">
                                          <p:val>
                                            <p:fltVal val="0"/>
                                          </p:val>
                                        </p:tav>
                                      </p:tavLst>
                                    </p:anim>
                                    <p:animEffect transition="in" filter="fade">
                                      <p:cBhvr>
                                        <p:cTn id="16" dur="500"/>
                                        <p:tgtEl>
                                          <p:spTgt spid="8"/>
                                        </p:tgtEl>
                                      </p:cBhvr>
                                    </p:animEffect>
                                  </p:childTnLst>
                                </p:cTn>
                              </p:par>
                            </p:childTnLst>
                          </p:cTn>
                        </p:par>
                        <p:par>
                          <p:cTn id="17" fill="hold">
                            <p:stCondLst>
                              <p:cond delay="500"/>
                            </p:stCondLst>
                            <p:childTnLst>
                              <p:par>
                                <p:cTn id="18" presetID="1" presetClass="entr" presetSubtype="0" fill="hold" grpId="0" nodeType="afterEffect">
                                  <p:stCondLst>
                                    <p:cond delay="0"/>
                                  </p:stCondLst>
                                  <p:iterate type="lt">
                                    <p:tmAbs val="100"/>
                                  </p:iterate>
                                  <p:childTnLst>
                                    <p:set>
                                      <p:cBhvr>
                                        <p:cTn id="19" dur="1" fill="hold">
                                          <p:stCondLst>
                                            <p:cond delay="0"/>
                                          </p:stCondLst>
                                        </p:cTn>
                                        <p:tgtEl>
                                          <p:spTgt spid="9"/>
                                        </p:tgtEl>
                                        <p:attrNameLst>
                                          <p:attrName>style.visibility</p:attrName>
                                        </p:attrNameLst>
                                      </p:cBhvr>
                                      <p:to>
                                        <p:strVal val="visible"/>
                                      </p:to>
                                    </p:set>
                                  </p:childTnLst>
                                </p:cTn>
                              </p:par>
                            </p:childTnLst>
                          </p:cTn>
                        </p:par>
                      </p:childTnLst>
                    </p:cTn>
                  </p:par>
                  <p:par>
                    <p:cTn id="20" fill="hold">
                      <p:stCondLst>
                        <p:cond delay="indefinite"/>
                      </p:stCondLst>
                      <p:childTnLst>
                        <p:par>
                          <p:cTn id="21" fill="hold">
                            <p:stCondLst>
                              <p:cond delay="0"/>
                            </p:stCondLst>
                            <p:childTnLst>
                              <p:par>
                                <p:cTn id="22" presetID="30" presetClass="entr" presetSubtype="0" fill="hold" nodeType="clickEffect">
                                  <p:stCondLst>
                                    <p:cond delay="0"/>
                                  </p:stCondLst>
                                  <p:childTnLst>
                                    <p:set>
                                      <p:cBhvr>
                                        <p:cTn id="23" dur="1" fill="hold">
                                          <p:stCondLst>
                                            <p:cond delay="0"/>
                                          </p:stCondLst>
                                        </p:cTn>
                                        <p:tgtEl>
                                          <p:spTgt spid="12"/>
                                        </p:tgtEl>
                                        <p:attrNameLst>
                                          <p:attrName>style.visibility</p:attrName>
                                        </p:attrNameLst>
                                      </p:cBhvr>
                                      <p:to>
                                        <p:strVal val="visible"/>
                                      </p:to>
                                    </p:set>
                                    <p:animEffect transition="in" filter="fade">
                                      <p:cBhvr>
                                        <p:cTn id="24" dur="800" decel="100000"/>
                                        <p:tgtEl>
                                          <p:spTgt spid="12"/>
                                        </p:tgtEl>
                                      </p:cBhvr>
                                    </p:animEffect>
                                    <p:anim calcmode="lin" valueType="num">
                                      <p:cBhvr>
                                        <p:cTn id="25" dur="800" decel="100000" fill="hold"/>
                                        <p:tgtEl>
                                          <p:spTgt spid="12"/>
                                        </p:tgtEl>
                                        <p:attrNameLst>
                                          <p:attrName>style.rotation</p:attrName>
                                        </p:attrNameLst>
                                      </p:cBhvr>
                                      <p:tavLst>
                                        <p:tav tm="0">
                                          <p:val>
                                            <p:fltVal val="-90"/>
                                          </p:val>
                                        </p:tav>
                                        <p:tav tm="100000">
                                          <p:val>
                                            <p:fltVal val="0"/>
                                          </p:val>
                                        </p:tav>
                                      </p:tavLst>
                                    </p:anim>
                                    <p:anim calcmode="lin" valueType="num">
                                      <p:cBhvr>
                                        <p:cTn id="26" dur="800" decel="100000" fill="hold"/>
                                        <p:tgtEl>
                                          <p:spTgt spid="12"/>
                                        </p:tgtEl>
                                        <p:attrNameLst>
                                          <p:attrName>ppt_x</p:attrName>
                                        </p:attrNameLst>
                                      </p:cBhvr>
                                      <p:tavLst>
                                        <p:tav tm="0">
                                          <p:val>
                                            <p:strVal val="#ppt_x+0.4"/>
                                          </p:val>
                                        </p:tav>
                                        <p:tav tm="100000">
                                          <p:val>
                                            <p:strVal val="#ppt_x-0.05"/>
                                          </p:val>
                                        </p:tav>
                                      </p:tavLst>
                                    </p:anim>
                                    <p:anim calcmode="lin" valueType="num">
                                      <p:cBhvr>
                                        <p:cTn id="27" dur="800" decel="100000" fill="hold"/>
                                        <p:tgtEl>
                                          <p:spTgt spid="12"/>
                                        </p:tgtEl>
                                        <p:attrNameLst>
                                          <p:attrName>ppt_y</p:attrName>
                                        </p:attrNameLst>
                                      </p:cBhvr>
                                      <p:tavLst>
                                        <p:tav tm="0">
                                          <p:val>
                                            <p:strVal val="#ppt_y-0.4"/>
                                          </p:val>
                                        </p:tav>
                                        <p:tav tm="100000">
                                          <p:val>
                                            <p:strVal val="#ppt_y+0.1"/>
                                          </p:val>
                                        </p:tav>
                                      </p:tavLst>
                                    </p:anim>
                                    <p:anim calcmode="lin" valueType="num">
                                      <p:cBhvr>
                                        <p:cTn id="28" dur="200" accel="100000" fill="hold">
                                          <p:stCondLst>
                                            <p:cond delay="800"/>
                                          </p:stCondLst>
                                        </p:cTn>
                                        <p:tgtEl>
                                          <p:spTgt spid="12"/>
                                        </p:tgtEl>
                                        <p:attrNameLst>
                                          <p:attrName>ppt_x</p:attrName>
                                        </p:attrNameLst>
                                      </p:cBhvr>
                                      <p:tavLst>
                                        <p:tav tm="0">
                                          <p:val>
                                            <p:strVal val="#ppt_x-0.05"/>
                                          </p:val>
                                        </p:tav>
                                        <p:tav tm="100000">
                                          <p:val>
                                            <p:strVal val="#ppt_x"/>
                                          </p:val>
                                        </p:tav>
                                      </p:tavLst>
                                    </p:anim>
                                    <p:anim calcmode="lin" valueType="num">
                                      <p:cBhvr>
                                        <p:cTn id="29" dur="200" accel="100000" fill="hold">
                                          <p:stCondLst>
                                            <p:cond delay="800"/>
                                          </p:stCondLst>
                                        </p:cTn>
                                        <p:tgtEl>
                                          <p:spTgt spid="12"/>
                                        </p:tgtEl>
                                        <p:attrNameLst>
                                          <p:attrName>ppt_y</p:attrName>
                                        </p:attrNameLst>
                                      </p:cBhvr>
                                      <p:tavLst>
                                        <p:tav tm="0">
                                          <p:val>
                                            <p:strVal val="#ppt_y+0.1"/>
                                          </p:val>
                                        </p:tav>
                                        <p:tav tm="100000">
                                          <p:val>
                                            <p:strVal val="#ppt_y"/>
                                          </p:val>
                                        </p:tav>
                                      </p:tavLst>
                                    </p:anim>
                                  </p:childTnLst>
                                </p:cTn>
                              </p:par>
                            </p:childTnLst>
                          </p:cTn>
                        </p:par>
                      </p:childTnLst>
                    </p:cTn>
                  </p:par>
                  <p:par>
                    <p:cTn id="30" fill="hold">
                      <p:stCondLst>
                        <p:cond delay="indefinite"/>
                      </p:stCondLst>
                      <p:childTnLst>
                        <p:par>
                          <p:cTn id="31" fill="hold">
                            <p:stCondLst>
                              <p:cond delay="0"/>
                            </p:stCondLst>
                            <p:childTnLst>
                              <p:par>
                                <p:cTn id="32" presetID="12" presetClass="entr" presetSubtype="8" fill="hold" nodeType="clickEffect">
                                  <p:stCondLst>
                                    <p:cond delay="0"/>
                                  </p:stCondLst>
                                  <p:childTnLst>
                                    <p:set>
                                      <p:cBhvr>
                                        <p:cTn id="33" dur="1" fill="hold">
                                          <p:stCondLst>
                                            <p:cond delay="0"/>
                                          </p:stCondLst>
                                        </p:cTn>
                                        <p:tgtEl>
                                          <p:spTgt spid="11"/>
                                        </p:tgtEl>
                                        <p:attrNameLst>
                                          <p:attrName>style.visibility</p:attrName>
                                        </p:attrNameLst>
                                      </p:cBhvr>
                                      <p:to>
                                        <p:strVal val="visible"/>
                                      </p:to>
                                    </p:set>
                                    <p:anim calcmode="lin" valueType="num">
                                      <p:cBhvr additive="base">
                                        <p:cTn id="34" dur="1000"/>
                                        <p:tgtEl>
                                          <p:spTgt spid="11"/>
                                        </p:tgtEl>
                                        <p:attrNameLst>
                                          <p:attrName>ppt_x</p:attrName>
                                        </p:attrNameLst>
                                      </p:cBhvr>
                                      <p:tavLst>
                                        <p:tav tm="0">
                                          <p:val>
                                            <p:strVal val="#ppt_x-#ppt_w*1.125000"/>
                                          </p:val>
                                        </p:tav>
                                        <p:tav tm="100000">
                                          <p:val>
                                            <p:strVal val="#ppt_x"/>
                                          </p:val>
                                        </p:tav>
                                      </p:tavLst>
                                    </p:anim>
                                    <p:animEffect transition="in" filter="wipe(right)">
                                      <p:cBhvr>
                                        <p:cTn id="35" dur="1000"/>
                                        <p:tgtEl>
                                          <p:spTgt spid="11"/>
                                        </p:tgtEl>
                                      </p:cBhvr>
                                    </p:animEffect>
                                  </p:childTnLst>
                                </p:cTn>
                              </p:par>
                            </p:childTnLst>
                          </p:cTn>
                        </p:par>
                      </p:childTnLst>
                    </p:cTn>
                  </p:par>
                  <p:par>
                    <p:cTn id="36" fill="hold">
                      <p:stCondLst>
                        <p:cond delay="indefinite"/>
                      </p:stCondLst>
                      <p:childTnLst>
                        <p:par>
                          <p:cTn id="37" fill="hold">
                            <p:stCondLst>
                              <p:cond delay="0"/>
                            </p:stCondLst>
                            <p:childTnLst>
                              <p:par>
                                <p:cTn id="38" presetID="12" presetClass="entr" presetSubtype="4" fill="hold" grpId="0" nodeType="clickEffect">
                                  <p:stCondLst>
                                    <p:cond delay="0"/>
                                  </p:stCondLst>
                                  <p:childTnLst>
                                    <p:set>
                                      <p:cBhvr>
                                        <p:cTn id="39" dur="1" fill="hold">
                                          <p:stCondLst>
                                            <p:cond delay="0"/>
                                          </p:stCondLst>
                                        </p:cTn>
                                        <p:tgtEl>
                                          <p:spTgt spid="7"/>
                                        </p:tgtEl>
                                        <p:attrNameLst>
                                          <p:attrName>style.visibility</p:attrName>
                                        </p:attrNameLst>
                                      </p:cBhvr>
                                      <p:to>
                                        <p:strVal val="visible"/>
                                      </p:to>
                                    </p:set>
                                    <p:anim calcmode="lin" valueType="num">
                                      <p:cBhvr additive="base">
                                        <p:cTn id="40" dur="500"/>
                                        <p:tgtEl>
                                          <p:spTgt spid="7"/>
                                        </p:tgtEl>
                                        <p:attrNameLst>
                                          <p:attrName>ppt_y</p:attrName>
                                        </p:attrNameLst>
                                      </p:cBhvr>
                                      <p:tavLst>
                                        <p:tav tm="0">
                                          <p:val>
                                            <p:strVal val="#ppt_y+#ppt_h*1.125000"/>
                                          </p:val>
                                        </p:tav>
                                        <p:tav tm="100000">
                                          <p:val>
                                            <p:strVal val="#ppt_y"/>
                                          </p:val>
                                        </p:tav>
                                      </p:tavLst>
                                    </p:anim>
                                    <p:animEffect transition="in" filter="wipe(up)">
                                      <p:cBhvr>
                                        <p:cTn id="41" dur="500"/>
                                        <p:tgtEl>
                                          <p:spTgt spid="7"/>
                                        </p:tgtEl>
                                      </p:cBhvr>
                                    </p:animEffect>
                                  </p:childTnLst>
                                </p:cTn>
                              </p:par>
                            </p:childTnLst>
                          </p:cTn>
                        </p:par>
                      </p:childTnLst>
                    </p:cTn>
                  </p:par>
                  <p:par>
                    <p:cTn id="42" fill="hold">
                      <p:stCondLst>
                        <p:cond delay="indefinite"/>
                      </p:stCondLst>
                      <p:childTnLst>
                        <p:par>
                          <p:cTn id="43" fill="hold">
                            <p:stCondLst>
                              <p:cond delay="0"/>
                            </p:stCondLst>
                            <p:childTnLst>
                              <p:par>
                                <p:cTn id="44" presetID="53" presetClass="entr" presetSubtype="16" fill="hold" grpId="0" nodeType="clickEffect">
                                  <p:stCondLst>
                                    <p:cond delay="0"/>
                                  </p:stCondLst>
                                  <p:childTnLst>
                                    <p:set>
                                      <p:cBhvr>
                                        <p:cTn id="45" dur="1" fill="hold">
                                          <p:stCondLst>
                                            <p:cond delay="0"/>
                                          </p:stCondLst>
                                        </p:cTn>
                                        <p:tgtEl>
                                          <p:spTgt spid="53"/>
                                        </p:tgtEl>
                                        <p:attrNameLst>
                                          <p:attrName>style.visibility</p:attrName>
                                        </p:attrNameLst>
                                      </p:cBhvr>
                                      <p:to>
                                        <p:strVal val="visible"/>
                                      </p:to>
                                    </p:set>
                                    <p:anim calcmode="lin" valueType="num">
                                      <p:cBhvr>
                                        <p:cTn id="46" dur="500" fill="hold"/>
                                        <p:tgtEl>
                                          <p:spTgt spid="53"/>
                                        </p:tgtEl>
                                        <p:attrNameLst>
                                          <p:attrName>ppt_w</p:attrName>
                                        </p:attrNameLst>
                                      </p:cBhvr>
                                      <p:tavLst>
                                        <p:tav tm="0">
                                          <p:val>
                                            <p:fltVal val="0"/>
                                          </p:val>
                                        </p:tav>
                                        <p:tav tm="100000">
                                          <p:val>
                                            <p:strVal val="#ppt_w"/>
                                          </p:val>
                                        </p:tav>
                                      </p:tavLst>
                                    </p:anim>
                                    <p:anim calcmode="lin" valueType="num">
                                      <p:cBhvr>
                                        <p:cTn id="47" dur="500" fill="hold"/>
                                        <p:tgtEl>
                                          <p:spTgt spid="53"/>
                                        </p:tgtEl>
                                        <p:attrNameLst>
                                          <p:attrName>ppt_h</p:attrName>
                                        </p:attrNameLst>
                                      </p:cBhvr>
                                      <p:tavLst>
                                        <p:tav tm="0">
                                          <p:val>
                                            <p:fltVal val="0"/>
                                          </p:val>
                                        </p:tav>
                                        <p:tav tm="100000">
                                          <p:val>
                                            <p:strVal val="#ppt_h"/>
                                          </p:val>
                                        </p:tav>
                                      </p:tavLst>
                                    </p:anim>
                                    <p:animEffect transition="in" filter="fade">
                                      <p:cBhvr>
                                        <p:cTn id="48" dur="500"/>
                                        <p:tgtEl>
                                          <p:spTgt spid="53"/>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8" grpId="0" animBg="1"/>
      <p:bldP spid="9" grpId="0"/>
      <p:bldP spid="7" grpId="0" animBg="1"/>
      <p:bldP spid="53" grpId="0" animBg="1"/>
    </p:bldLst>
  </p:timing>
</p:sld>
</file>

<file path=ppt/slides/slide9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4" name="组合 3">
            <a:extLst>
              <a:ext uri="{FF2B5EF4-FFF2-40B4-BE49-F238E27FC236}">
                <a16:creationId xmlns:a16="http://schemas.microsoft.com/office/drawing/2014/main" id="{9A1EA9F2-FCB6-48C3-935F-7AE7E3AD14AC}"/>
              </a:ext>
            </a:extLst>
          </p:cNvPr>
          <p:cNvGrpSpPr/>
          <p:nvPr/>
        </p:nvGrpSpPr>
        <p:grpSpPr>
          <a:xfrm>
            <a:off x="304800" y="749300"/>
            <a:ext cx="6192344" cy="400110"/>
            <a:chOff x="424117" y="898245"/>
            <a:chExt cx="6192344" cy="400110"/>
          </a:xfrm>
        </p:grpSpPr>
        <p:sp>
          <p:nvSpPr>
            <p:cNvPr id="2" name="平行四边形 1">
              <a:extLst>
                <a:ext uri="{FF2B5EF4-FFF2-40B4-BE49-F238E27FC236}">
                  <a16:creationId xmlns:a16="http://schemas.microsoft.com/office/drawing/2014/main" id="{1F5BAA3F-9845-4F89-A2DD-8222D3E4EDAC}"/>
                </a:ext>
              </a:extLst>
            </p:cNvPr>
            <p:cNvSpPr/>
            <p:nvPr/>
          </p:nvSpPr>
          <p:spPr>
            <a:xfrm>
              <a:off x="424117" y="898245"/>
              <a:ext cx="628306" cy="387090"/>
            </a:xfrm>
            <a:prstGeom prst="parallelogram">
              <a:avLst/>
            </a:prstGeom>
            <a:solidFill>
              <a:schemeClr val="accent3">
                <a:lumMod val="75000"/>
              </a:schemeClr>
            </a:solidFill>
            <a:ln>
              <a:solidFill>
                <a:schemeClr val="accent3">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CN" sz="2200" dirty="0">
                  <a:latin typeface="Impact" panose="020B0806030902050204" pitchFamily="34" charset="0"/>
                </a:rPr>
                <a:t>01</a:t>
              </a:r>
              <a:endParaRPr lang="zh-CN" altLang="en-US" sz="2200" dirty="0">
                <a:latin typeface="Impact" panose="020B0806030902050204" pitchFamily="34" charset="0"/>
              </a:endParaRPr>
            </a:p>
          </p:txBody>
        </p:sp>
        <p:sp>
          <p:nvSpPr>
            <p:cNvPr id="3" name="文本框 2">
              <a:extLst>
                <a:ext uri="{FF2B5EF4-FFF2-40B4-BE49-F238E27FC236}">
                  <a16:creationId xmlns:a16="http://schemas.microsoft.com/office/drawing/2014/main" id="{4D6BD736-A4D3-4F26-AFED-36E11F50F70B}"/>
                </a:ext>
              </a:extLst>
            </p:cNvPr>
            <p:cNvSpPr txBox="1"/>
            <p:nvPr/>
          </p:nvSpPr>
          <p:spPr>
            <a:xfrm>
              <a:off x="1052423" y="898245"/>
              <a:ext cx="5564038" cy="400110"/>
            </a:xfrm>
            <a:prstGeom prst="rect">
              <a:avLst/>
            </a:prstGeom>
            <a:noFill/>
          </p:spPr>
          <p:txBody>
            <a:bodyPr wrap="square" rtlCol="0">
              <a:spAutoFit/>
            </a:bodyPr>
            <a:lstStyle/>
            <a:p>
              <a:r>
                <a:rPr lang="zh-CN" altLang="en-US" sz="2000" b="1" dirty="0"/>
                <a:t>可靠传输的相关基本概念</a:t>
              </a:r>
            </a:p>
          </p:txBody>
        </p:sp>
      </p:grpSp>
      <p:sp>
        <p:nvSpPr>
          <p:cNvPr id="8" name="矩形 7">
            <a:extLst>
              <a:ext uri="{FF2B5EF4-FFF2-40B4-BE49-F238E27FC236}">
                <a16:creationId xmlns:a16="http://schemas.microsoft.com/office/drawing/2014/main" id="{C7720255-4E6C-41B6-A880-D93377A356B5}"/>
              </a:ext>
            </a:extLst>
          </p:cNvPr>
          <p:cNvSpPr/>
          <p:nvPr/>
        </p:nvSpPr>
        <p:spPr>
          <a:xfrm>
            <a:off x="1016000" y="1297642"/>
            <a:ext cx="256976" cy="256976"/>
          </a:xfrm>
          <a:prstGeom prst="rect">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9" name="íşlïḍè">
            <a:extLst>
              <a:ext uri="{FF2B5EF4-FFF2-40B4-BE49-F238E27FC236}">
                <a16:creationId xmlns:a16="http://schemas.microsoft.com/office/drawing/2014/main" id="{1E3208DB-9CB5-439E-87A6-F640C77C2B32}"/>
              </a:ext>
            </a:extLst>
          </p:cNvPr>
          <p:cNvSpPr txBox="1"/>
          <p:nvPr/>
        </p:nvSpPr>
        <p:spPr>
          <a:xfrm>
            <a:off x="1333227" y="1297641"/>
            <a:ext cx="10232983" cy="511042"/>
          </a:xfrm>
          <a:prstGeom prst="rect">
            <a:avLst/>
          </a:prstGeom>
          <a:noFill/>
        </p:spPr>
        <p:txBody>
          <a:bodyPr wrap="square" lIns="91440" tIns="45720" rIns="91440" bIns="45720" anchor="ctr">
            <a:noAutofit/>
          </a:bodyPr>
          <a:lstStyle/>
          <a:p>
            <a:r>
              <a:rPr lang="zh-CN" altLang="en-US" b="1" dirty="0"/>
              <a:t>使用</a:t>
            </a:r>
            <a:r>
              <a:rPr lang="zh-CN" altLang="en-US" b="1" dirty="0">
                <a:solidFill>
                  <a:schemeClr val="accent1">
                    <a:lumMod val="75000"/>
                  </a:schemeClr>
                </a:solidFill>
              </a:rPr>
              <a:t>差错检测技术</a:t>
            </a:r>
            <a:r>
              <a:rPr lang="zh-CN" altLang="en-US" b="1" dirty="0"/>
              <a:t>（例如循环冗余校验</a:t>
            </a:r>
            <a:r>
              <a:rPr lang="en-US" altLang="zh-CN" b="1" dirty="0"/>
              <a:t>CRC</a:t>
            </a:r>
            <a:r>
              <a:rPr lang="zh-CN" altLang="en-US" b="1" dirty="0"/>
              <a:t>），接收方的数据链路层就可检测出帧在传输过程中是否产生了</a:t>
            </a:r>
            <a:r>
              <a:rPr lang="zh-CN" altLang="en-US" b="1" dirty="0">
                <a:solidFill>
                  <a:schemeClr val="accent1">
                    <a:lumMod val="75000"/>
                  </a:schemeClr>
                </a:solidFill>
              </a:rPr>
              <a:t>误码</a:t>
            </a:r>
            <a:r>
              <a:rPr lang="zh-CN" altLang="en-US" b="1" dirty="0"/>
              <a:t>（比特差错）。</a:t>
            </a:r>
            <a:endParaRPr lang="en-US" altLang="zh-CN" b="1" dirty="0"/>
          </a:p>
        </p:txBody>
      </p:sp>
      <p:grpSp>
        <p:nvGrpSpPr>
          <p:cNvPr id="12" name="组合 11">
            <a:extLst>
              <a:ext uri="{FF2B5EF4-FFF2-40B4-BE49-F238E27FC236}">
                <a16:creationId xmlns:a16="http://schemas.microsoft.com/office/drawing/2014/main" id="{313A0EE4-AF2F-4EF7-9B11-657D152500C7}"/>
              </a:ext>
            </a:extLst>
          </p:cNvPr>
          <p:cNvGrpSpPr/>
          <p:nvPr/>
        </p:nvGrpSpPr>
        <p:grpSpPr>
          <a:xfrm>
            <a:off x="625788" y="4000535"/>
            <a:ext cx="10940423" cy="641082"/>
            <a:chOff x="601699" y="5648354"/>
            <a:chExt cx="10940423" cy="641082"/>
          </a:xfrm>
        </p:grpSpPr>
        <p:cxnSp>
          <p:nvCxnSpPr>
            <p:cNvPr id="23" name="直接连接符 22">
              <a:extLst>
                <a:ext uri="{FF2B5EF4-FFF2-40B4-BE49-F238E27FC236}">
                  <a16:creationId xmlns:a16="http://schemas.microsoft.com/office/drawing/2014/main" id="{BDADF065-0436-4D5A-92A4-67B4F392F33D}"/>
                </a:ext>
              </a:extLst>
            </p:cNvPr>
            <p:cNvCxnSpPr>
              <a:cxnSpLocks/>
            </p:cNvCxnSpPr>
            <p:nvPr/>
          </p:nvCxnSpPr>
          <p:spPr>
            <a:xfrm>
              <a:off x="1143721" y="6126777"/>
              <a:ext cx="10027235"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pic>
          <p:nvPicPr>
            <p:cNvPr id="24" name="图形 23">
              <a:extLst>
                <a:ext uri="{FF2B5EF4-FFF2-40B4-BE49-F238E27FC236}">
                  <a16:creationId xmlns:a16="http://schemas.microsoft.com/office/drawing/2014/main" id="{0E73258F-7C5A-4C4A-9D02-9265691C3F02}"/>
                </a:ext>
              </a:extLst>
            </p:cNvPr>
            <p:cNvPicPr>
              <a:picLocks noChangeAspect="1"/>
            </p:cNvPicPr>
            <p:nvPr/>
          </p:nvPicPr>
          <p:blipFill>
            <a:blip r:embed="rId3">
              <a:extLst>
                <a:ext uri="{28A0092B-C50C-407E-A947-70E740481C1C}">
                  <a14:useLocalDpi xmlns:a14="http://schemas.microsoft.com/office/drawing/2010/main" val="0"/>
                </a:ext>
                <a:ext uri="{96DAC541-7B7A-43D3-8B79-37D633B846F1}">
                  <asvg:svgBlip xmlns:asvg="http://schemas.microsoft.com/office/drawing/2016/SVG/main" r:embed="rId4"/>
                </a:ext>
              </a:extLst>
            </a:blip>
            <a:stretch>
              <a:fillRect/>
            </a:stretch>
          </p:blipFill>
          <p:spPr>
            <a:xfrm>
              <a:off x="601699" y="5648354"/>
              <a:ext cx="662814" cy="641082"/>
            </a:xfrm>
            <a:prstGeom prst="rect">
              <a:avLst/>
            </a:prstGeom>
          </p:spPr>
        </p:pic>
        <p:pic>
          <p:nvPicPr>
            <p:cNvPr id="25" name="图形 24">
              <a:extLst>
                <a:ext uri="{FF2B5EF4-FFF2-40B4-BE49-F238E27FC236}">
                  <a16:creationId xmlns:a16="http://schemas.microsoft.com/office/drawing/2014/main" id="{D898DB40-49B3-4A19-A1F9-3897BC630E2B}"/>
                </a:ext>
              </a:extLst>
            </p:cNvPr>
            <p:cNvPicPr>
              <a:picLocks noChangeAspect="1"/>
            </p:cNvPicPr>
            <p:nvPr/>
          </p:nvPicPr>
          <p:blipFill>
            <a:blip r:embed="rId3">
              <a:extLst>
                <a:ext uri="{28A0092B-C50C-407E-A947-70E740481C1C}">
                  <a14:useLocalDpi xmlns:a14="http://schemas.microsoft.com/office/drawing/2010/main" val="0"/>
                </a:ext>
                <a:ext uri="{96DAC541-7B7A-43D3-8B79-37D633B846F1}">
                  <asvg:svgBlip xmlns:asvg="http://schemas.microsoft.com/office/drawing/2016/SVG/main" r:embed="rId4"/>
                </a:ext>
              </a:extLst>
            </a:blip>
            <a:stretch>
              <a:fillRect/>
            </a:stretch>
          </p:blipFill>
          <p:spPr>
            <a:xfrm>
              <a:off x="10879308" y="5648354"/>
              <a:ext cx="662814" cy="641082"/>
            </a:xfrm>
            <a:prstGeom prst="rect">
              <a:avLst/>
            </a:prstGeom>
          </p:spPr>
        </p:pic>
      </p:grpSp>
      <p:grpSp>
        <p:nvGrpSpPr>
          <p:cNvPr id="11" name="组合 10">
            <a:extLst>
              <a:ext uri="{FF2B5EF4-FFF2-40B4-BE49-F238E27FC236}">
                <a16:creationId xmlns:a16="http://schemas.microsoft.com/office/drawing/2014/main" id="{9C7D648F-8CAF-4A6C-8D04-99D2E167BDA8}"/>
              </a:ext>
            </a:extLst>
          </p:cNvPr>
          <p:cNvGrpSpPr/>
          <p:nvPr/>
        </p:nvGrpSpPr>
        <p:grpSpPr>
          <a:xfrm>
            <a:off x="5874519" y="4006215"/>
            <a:ext cx="4970953" cy="401283"/>
            <a:chOff x="2578739" y="4006215"/>
            <a:chExt cx="4970953" cy="401283"/>
          </a:xfrm>
        </p:grpSpPr>
        <p:sp>
          <p:nvSpPr>
            <p:cNvPr id="10" name="矩形 9">
              <a:extLst>
                <a:ext uri="{FF2B5EF4-FFF2-40B4-BE49-F238E27FC236}">
                  <a16:creationId xmlns:a16="http://schemas.microsoft.com/office/drawing/2014/main" id="{530C36B3-CAA4-4FBC-B92F-2E3422784CF7}"/>
                </a:ext>
              </a:extLst>
            </p:cNvPr>
            <p:cNvSpPr/>
            <p:nvPr/>
          </p:nvSpPr>
          <p:spPr>
            <a:xfrm>
              <a:off x="2578739" y="4006215"/>
              <a:ext cx="1013078" cy="401283"/>
            </a:xfrm>
            <a:prstGeom prst="rect">
              <a:avLst/>
            </a:prstGeom>
            <a:solidFill>
              <a:schemeClr val="accent4"/>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zh-CN" altLang="en-US" b="1" dirty="0"/>
                <a:t>帧尾部</a:t>
              </a:r>
            </a:p>
          </p:txBody>
        </p:sp>
        <p:sp>
          <p:nvSpPr>
            <p:cNvPr id="51" name="矩形 50">
              <a:extLst>
                <a:ext uri="{FF2B5EF4-FFF2-40B4-BE49-F238E27FC236}">
                  <a16:creationId xmlns:a16="http://schemas.microsoft.com/office/drawing/2014/main" id="{560A5E7C-5161-4B6E-A74F-D15E7606A5CD}"/>
                </a:ext>
              </a:extLst>
            </p:cNvPr>
            <p:cNvSpPr/>
            <p:nvPr/>
          </p:nvSpPr>
          <p:spPr>
            <a:xfrm>
              <a:off x="6536614" y="4006215"/>
              <a:ext cx="1013078" cy="401283"/>
            </a:xfrm>
            <a:prstGeom prst="rect">
              <a:avLst/>
            </a:prstGeom>
            <a:solidFill>
              <a:schemeClr val="accent4"/>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zh-CN" altLang="en-US" b="1" dirty="0"/>
                <a:t>帧首部</a:t>
              </a:r>
            </a:p>
          </p:txBody>
        </p:sp>
        <p:sp>
          <p:nvSpPr>
            <p:cNvPr id="52" name="矩形 51">
              <a:extLst>
                <a:ext uri="{FF2B5EF4-FFF2-40B4-BE49-F238E27FC236}">
                  <a16:creationId xmlns:a16="http://schemas.microsoft.com/office/drawing/2014/main" id="{924D77DE-ACBC-4352-A637-85E4A1C699D7}"/>
                </a:ext>
              </a:extLst>
            </p:cNvPr>
            <p:cNvSpPr/>
            <p:nvPr/>
          </p:nvSpPr>
          <p:spPr>
            <a:xfrm>
              <a:off x="3591816" y="4006215"/>
              <a:ext cx="2944797" cy="401283"/>
            </a:xfrm>
            <a:prstGeom prst="rect">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zh-CN" altLang="en-US" b="1" dirty="0">
                  <a:solidFill>
                    <a:schemeClr val="tx1"/>
                  </a:solidFill>
                </a:rPr>
                <a:t>帧的数据载荷</a:t>
              </a:r>
            </a:p>
          </p:txBody>
        </p:sp>
      </p:grpSp>
      <p:sp>
        <p:nvSpPr>
          <p:cNvPr id="53" name="爆炸形: 8 pt  52">
            <a:extLst>
              <a:ext uri="{FF2B5EF4-FFF2-40B4-BE49-F238E27FC236}">
                <a16:creationId xmlns:a16="http://schemas.microsoft.com/office/drawing/2014/main" id="{D823397E-CC3D-4A91-97C2-62A7C4C8CADC}"/>
              </a:ext>
            </a:extLst>
          </p:cNvPr>
          <p:cNvSpPr/>
          <p:nvPr/>
        </p:nvSpPr>
        <p:spPr>
          <a:xfrm>
            <a:off x="8242659" y="4297582"/>
            <a:ext cx="1318724" cy="1262777"/>
          </a:xfrm>
          <a:prstGeom prst="irregularSeal1">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zh-CN" altLang="en-US" b="1" dirty="0"/>
              <a:t>误码</a:t>
            </a:r>
          </a:p>
        </p:txBody>
      </p:sp>
      <p:grpSp>
        <p:nvGrpSpPr>
          <p:cNvPr id="14" name="组合 13">
            <a:extLst>
              <a:ext uri="{FF2B5EF4-FFF2-40B4-BE49-F238E27FC236}">
                <a16:creationId xmlns:a16="http://schemas.microsoft.com/office/drawing/2014/main" id="{7D5E5007-21FD-4D36-86AE-77EC6EEF1CA5}"/>
              </a:ext>
            </a:extLst>
          </p:cNvPr>
          <p:cNvGrpSpPr/>
          <p:nvPr/>
        </p:nvGrpSpPr>
        <p:grpSpPr>
          <a:xfrm>
            <a:off x="6381058" y="2886516"/>
            <a:ext cx="4853746" cy="1119699"/>
            <a:chOff x="6381058" y="2886516"/>
            <a:chExt cx="4853746" cy="1119699"/>
          </a:xfrm>
        </p:grpSpPr>
        <p:cxnSp>
          <p:nvCxnSpPr>
            <p:cNvPr id="6" name="连接符: 曲线 5">
              <a:extLst>
                <a:ext uri="{FF2B5EF4-FFF2-40B4-BE49-F238E27FC236}">
                  <a16:creationId xmlns:a16="http://schemas.microsoft.com/office/drawing/2014/main" id="{C2207DC9-2D15-44B9-83BB-24F1915B5128}"/>
                </a:ext>
              </a:extLst>
            </p:cNvPr>
            <p:cNvCxnSpPr>
              <a:stCxn id="25" idx="0"/>
              <a:endCxn id="10" idx="0"/>
            </p:cNvCxnSpPr>
            <p:nvPr/>
          </p:nvCxnSpPr>
          <p:spPr>
            <a:xfrm rot="16200000" flipH="1" flipV="1">
              <a:off x="8805091" y="1576502"/>
              <a:ext cx="5680" cy="4853746"/>
            </a:xfrm>
            <a:prstGeom prst="curvedConnector3">
              <a:avLst>
                <a:gd name="adj1" fmla="val -9583891"/>
              </a:avLst>
            </a:prstGeom>
            <a:ln w="25400">
              <a:solidFill>
                <a:schemeClr val="accent1">
                  <a:lumMod val="75000"/>
                </a:schemeClr>
              </a:solidFill>
              <a:tailEnd type="triangle" w="med" len="lg"/>
            </a:ln>
          </p:spPr>
          <p:style>
            <a:lnRef idx="1">
              <a:schemeClr val="accent1"/>
            </a:lnRef>
            <a:fillRef idx="0">
              <a:schemeClr val="accent1"/>
            </a:fillRef>
            <a:effectRef idx="0">
              <a:schemeClr val="accent1"/>
            </a:effectRef>
            <a:fontRef idx="minor">
              <a:schemeClr val="tx1"/>
            </a:fontRef>
          </p:style>
        </p:cxnSp>
        <p:sp>
          <p:nvSpPr>
            <p:cNvPr id="20" name="íşlïḍè">
              <a:extLst>
                <a:ext uri="{FF2B5EF4-FFF2-40B4-BE49-F238E27FC236}">
                  <a16:creationId xmlns:a16="http://schemas.microsoft.com/office/drawing/2014/main" id="{E41D32EE-0BEF-40F0-ACEA-28E6CAD4C14A}"/>
                </a:ext>
              </a:extLst>
            </p:cNvPr>
            <p:cNvSpPr txBox="1"/>
            <p:nvPr/>
          </p:nvSpPr>
          <p:spPr>
            <a:xfrm>
              <a:off x="7977274" y="2886516"/>
              <a:ext cx="1661313" cy="511042"/>
            </a:xfrm>
            <a:prstGeom prst="rect">
              <a:avLst/>
            </a:prstGeom>
            <a:noFill/>
          </p:spPr>
          <p:txBody>
            <a:bodyPr wrap="square" lIns="91440" tIns="45720" rIns="91440" bIns="45720" anchor="ctr">
              <a:noAutofit/>
            </a:bodyPr>
            <a:lstStyle/>
            <a:p>
              <a:pPr algn="ctr"/>
              <a:r>
                <a:rPr lang="en-US" altLang="zh-CN" b="1" dirty="0">
                  <a:solidFill>
                    <a:schemeClr val="accent1">
                      <a:lumMod val="75000"/>
                    </a:schemeClr>
                  </a:solidFill>
                </a:rPr>
                <a:t>FCS</a:t>
              </a:r>
              <a:r>
                <a:rPr lang="zh-CN" altLang="en-US" b="1" dirty="0">
                  <a:solidFill>
                    <a:schemeClr val="accent1">
                      <a:lumMod val="75000"/>
                    </a:schemeClr>
                  </a:solidFill>
                </a:rPr>
                <a:t>字段的值</a:t>
              </a:r>
              <a:endParaRPr lang="en-US" altLang="zh-CN" b="1" dirty="0">
                <a:solidFill>
                  <a:schemeClr val="accent1">
                    <a:lumMod val="75000"/>
                  </a:schemeClr>
                </a:solidFill>
              </a:endParaRPr>
            </a:p>
            <a:p>
              <a:pPr algn="ctr"/>
              <a:r>
                <a:rPr lang="zh-CN" altLang="en-US" b="1" dirty="0">
                  <a:solidFill>
                    <a:schemeClr val="accent1">
                      <a:lumMod val="75000"/>
                    </a:schemeClr>
                  </a:solidFill>
                </a:rPr>
                <a:t>（检错码）</a:t>
              </a:r>
              <a:endParaRPr lang="en-US" altLang="zh-CN" b="1" dirty="0">
                <a:solidFill>
                  <a:schemeClr val="accent1">
                    <a:lumMod val="75000"/>
                  </a:schemeClr>
                </a:solidFill>
              </a:endParaRPr>
            </a:p>
          </p:txBody>
        </p:sp>
      </p:grpSp>
      <p:grpSp>
        <p:nvGrpSpPr>
          <p:cNvPr id="17" name="组合 16">
            <a:extLst>
              <a:ext uri="{FF2B5EF4-FFF2-40B4-BE49-F238E27FC236}">
                <a16:creationId xmlns:a16="http://schemas.microsoft.com/office/drawing/2014/main" id="{E3AD54BF-AB35-4D6A-9B6E-BAF4E65F9830}"/>
              </a:ext>
            </a:extLst>
          </p:cNvPr>
          <p:cNvGrpSpPr/>
          <p:nvPr/>
        </p:nvGrpSpPr>
        <p:grpSpPr>
          <a:xfrm>
            <a:off x="6381058" y="4407497"/>
            <a:ext cx="1861601" cy="810390"/>
            <a:chOff x="6381058" y="4407497"/>
            <a:chExt cx="1861601" cy="810390"/>
          </a:xfrm>
        </p:grpSpPr>
        <p:cxnSp>
          <p:nvCxnSpPr>
            <p:cNvPr id="22" name="连接符: 曲线 21">
              <a:extLst>
                <a:ext uri="{FF2B5EF4-FFF2-40B4-BE49-F238E27FC236}">
                  <a16:creationId xmlns:a16="http://schemas.microsoft.com/office/drawing/2014/main" id="{5D9DCA7F-AC49-44A8-8A88-0C3DE1216D39}"/>
                </a:ext>
              </a:extLst>
            </p:cNvPr>
            <p:cNvCxnSpPr>
              <a:cxnSpLocks/>
              <a:stCxn id="10" idx="2"/>
              <a:endCxn id="53" idx="1"/>
            </p:cNvCxnSpPr>
            <p:nvPr/>
          </p:nvCxnSpPr>
          <p:spPr>
            <a:xfrm rot="16200000" flipH="1">
              <a:off x="7114992" y="3673563"/>
              <a:ext cx="393733" cy="1861601"/>
            </a:xfrm>
            <a:prstGeom prst="curvedConnector2">
              <a:avLst/>
            </a:prstGeom>
            <a:ln w="25400">
              <a:solidFill>
                <a:schemeClr val="accent1">
                  <a:lumMod val="75000"/>
                </a:schemeClr>
              </a:solidFill>
              <a:tailEnd type="triangle" w="med" len="lg"/>
            </a:ln>
          </p:spPr>
          <p:style>
            <a:lnRef idx="1">
              <a:schemeClr val="accent1"/>
            </a:lnRef>
            <a:fillRef idx="0">
              <a:schemeClr val="accent1"/>
            </a:fillRef>
            <a:effectRef idx="0">
              <a:schemeClr val="accent1"/>
            </a:effectRef>
            <a:fontRef idx="minor">
              <a:schemeClr val="tx1"/>
            </a:fontRef>
          </p:style>
        </p:cxnSp>
        <p:sp>
          <p:nvSpPr>
            <p:cNvPr id="26" name="íşlïḍè">
              <a:extLst>
                <a:ext uri="{FF2B5EF4-FFF2-40B4-BE49-F238E27FC236}">
                  <a16:creationId xmlns:a16="http://schemas.microsoft.com/office/drawing/2014/main" id="{B1924FF4-9119-4BBD-921A-663BF3DA1DDE}"/>
                </a:ext>
              </a:extLst>
            </p:cNvPr>
            <p:cNvSpPr txBox="1"/>
            <p:nvPr/>
          </p:nvSpPr>
          <p:spPr>
            <a:xfrm>
              <a:off x="6449718" y="4706845"/>
              <a:ext cx="1460002" cy="511042"/>
            </a:xfrm>
            <a:prstGeom prst="rect">
              <a:avLst/>
            </a:prstGeom>
            <a:noFill/>
          </p:spPr>
          <p:txBody>
            <a:bodyPr wrap="square" lIns="91440" tIns="45720" rIns="91440" bIns="45720" anchor="ctr">
              <a:noAutofit/>
            </a:bodyPr>
            <a:lstStyle/>
            <a:p>
              <a:pPr algn="ctr"/>
              <a:r>
                <a:rPr lang="zh-CN" altLang="en-US" b="1" dirty="0">
                  <a:solidFill>
                    <a:schemeClr val="accent1">
                      <a:lumMod val="75000"/>
                    </a:schemeClr>
                  </a:solidFill>
                </a:rPr>
                <a:t>检测出误码</a:t>
              </a:r>
              <a:endParaRPr lang="en-US" altLang="zh-CN" b="1" dirty="0">
                <a:solidFill>
                  <a:schemeClr val="accent1">
                    <a:lumMod val="75000"/>
                  </a:schemeClr>
                </a:solidFill>
              </a:endParaRPr>
            </a:p>
          </p:txBody>
        </p:sp>
      </p:grpSp>
    </p:spTree>
    <p:custDataLst>
      <p:tags r:id="rId1"/>
    </p:custDataLst>
    <p:extLst>
      <p:ext uri="{BB962C8B-B14F-4D97-AF65-F5344CB8AC3E}">
        <p14:creationId xmlns:p14="http://schemas.microsoft.com/office/powerpoint/2010/main" val="947674414"/>
      </p:ext>
    </p:extLst>
  </p:cSld>
  <p:clrMapOvr>
    <a:masterClrMapping/>
  </p:clrMapOvr>
  <mc:AlternateContent xmlns:mc="http://schemas.openxmlformats.org/markup-compatibility/2006" xmlns:p159="http://schemas.microsoft.com/office/powerpoint/2015/09/main">
    <mc:Choice Requires="p159">
      <p:transition spd="slow">
        <p159:morph option="byObject"/>
      </p:transition>
    </mc:Choice>
    <mc:Fallback xmlns="">
      <p:transition spd="slow">
        <p:fade/>
      </p:transition>
    </mc:Fallback>
  </mc:AlternateContent>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2" presetClass="entr" presetSubtype="2" fill="hold" nodeType="clickEffect">
                                  <p:stCondLst>
                                    <p:cond delay="0"/>
                                  </p:stCondLst>
                                  <p:childTnLst>
                                    <p:set>
                                      <p:cBhvr>
                                        <p:cTn id="6" dur="1" fill="hold">
                                          <p:stCondLst>
                                            <p:cond delay="0"/>
                                          </p:stCondLst>
                                        </p:cTn>
                                        <p:tgtEl>
                                          <p:spTgt spid="14"/>
                                        </p:tgtEl>
                                        <p:attrNameLst>
                                          <p:attrName>style.visibility</p:attrName>
                                        </p:attrNameLst>
                                      </p:cBhvr>
                                      <p:to>
                                        <p:strVal val="visible"/>
                                      </p:to>
                                    </p:set>
                                    <p:animEffect transition="in" filter="wipe(right)">
                                      <p:cBhvr>
                                        <p:cTn id="7" dur="1000"/>
                                        <p:tgtEl>
                                          <p:spTgt spid="14"/>
                                        </p:tgtEl>
                                      </p:cBhvr>
                                    </p:animEffect>
                                  </p:childTnLst>
                                </p:cTn>
                              </p:par>
                            </p:childTnLst>
                          </p:cTn>
                        </p:par>
                      </p:childTnLst>
                    </p:cTn>
                  </p:par>
                  <p:par>
                    <p:cTn id="8" fill="hold">
                      <p:stCondLst>
                        <p:cond delay="indefinite"/>
                      </p:stCondLst>
                      <p:childTnLst>
                        <p:par>
                          <p:cTn id="9" fill="hold">
                            <p:stCondLst>
                              <p:cond delay="0"/>
                            </p:stCondLst>
                            <p:childTnLst>
                              <p:par>
                                <p:cTn id="10" presetID="22" presetClass="entr" presetSubtype="8" fill="hold" nodeType="clickEffect">
                                  <p:stCondLst>
                                    <p:cond delay="0"/>
                                  </p:stCondLst>
                                  <p:childTnLst>
                                    <p:set>
                                      <p:cBhvr>
                                        <p:cTn id="11" dur="1" fill="hold">
                                          <p:stCondLst>
                                            <p:cond delay="0"/>
                                          </p:stCondLst>
                                        </p:cTn>
                                        <p:tgtEl>
                                          <p:spTgt spid="17"/>
                                        </p:tgtEl>
                                        <p:attrNameLst>
                                          <p:attrName>style.visibility</p:attrName>
                                        </p:attrNameLst>
                                      </p:cBhvr>
                                      <p:to>
                                        <p:strVal val="visible"/>
                                      </p:to>
                                    </p:set>
                                    <p:animEffect transition="in" filter="wipe(left)">
                                      <p:cBhvr>
                                        <p:cTn id="12" dur="1000"/>
                                        <p:tgtEl>
                                          <p:spTgt spid="17"/>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9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7" name="íşlïḍè">
            <a:extLst>
              <a:ext uri="{FF2B5EF4-FFF2-40B4-BE49-F238E27FC236}">
                <a16:creationId xmlns:a16="http://schemas.microsoft.com/office/drawing/2014/main" id="{BDAFC755-6103-44BD-8C72-A8DDC3C3C87D}"/>
              </a:ext>
            </a:extLst>
          </p:cNvPr>
          <p:cNvSpPr txBox="1"/>
          <p:nvPr/>
        </p:nvSpPr>
        <p:spPr>
          <a:xfrm>
            <a:off x="10424040" y="4733853"/>
            <a:ext cx="1621528" cy="511042"/>
          </a:xfrm>
          <a:prstGeom prst="rect">
            <a:avLst/>
          </a:prstGeom>
          <a:noFill/>
        </p:spPr>
        <p:txBody>
          <a:bodyPr wrap="square" lIns="91440" tIns="45720" rIns="91440" bIns="45720" anchor="ctr">
            <a:noAutofit/>
          </a:bodyPr>
          <a:lstStyle/>
          <a:p>
            <a:r>
              <a:rPr lang="zh-CN" altLang="en-US" b="1" dirty="0">
                <a:solidFill>
                  <a:schemeClr val="accent1">
                    <a:lumMod val="75000"/>
                  </a:schemeClr>
                </a:solidFill>
              </a:rPr>
              <a:t>检测出误码后</a:t>
            </a:r>
            <a:endParaRPr lang="en-US" altLang="zh-CN" b="1" dirty="0">
              <a:solidFill>
                <a:schemeClr val="accent1">
                  <a:lumMod val="75000"/>
                </a:schemeClr>
              </a:solidFill>
            </a:endParaRPr>
          </a:p>
          <a:p>
            <a:r>
              <a:rPr lang="zh-CN" altLang="en-US" b="1" dirty="0">
                <a:solidFill>
                  <a:schemeClr val="accent1">
                    <a:lumMod val="75000"/>
                  </a:schemeClr>
                </a:solidFill>
              </a:rPr>
              <a:t>如何处理呢？</a:t>
            </a:r>
            <a:endParaRPr lang="en-US" altLang="zh-CN" b="1" dirty="0">
              <a:solidFill>
                <a:schemeClr val="accent1">
                  <a:lumMod val="75000"/>
                </a:schemeClr>
              </a:solidFill>
            </a:endParaRPr>
          </a:p>
        </p:txBody>
      </p:sp>
      <p:grpSp>
        <p:nvGrpSpPr>
          <p:cNvPr id="4" name="组合 3">
            <a:extLst>
              <a:ext uri="{FF2B5EF4-FFF2-40B4-BE49-F238E27FC236}">
                <a16:creationId xmlns:a16="http://schemas.microsoft.com/office/drawing/2014/main" id="{9A1EA9F2-FCB6-48C3-935F-7AE7E3AD14AC}"/>
              </a:ext>
            </a:extLst>
          </p:cNvPr>
          <p:cNvGrpSpPr/>
          <p:nvPr/>
        </p:nvGrpSpPr>
        <p:grpSpPr>
          <a:xfrm>
            <a:off x="304800" y="749300"/>
            <a:ext cx="6192344" cy="400110"/>
            <a:chOff x="424117" y="898245"/>
            <a:chExt cx="6192344" cy="400110"/>
          </a:xfrm>
        </p:grpSpPr>
        <p:sp>
          <p:nvSpPr>
            <p:cNvPr id="2" name="平行四边形 1">
              <a:extLst>
                <a:ext uri="{FF2B5EF4-FFF2-40B4-BE49-F238E27FC236}">
                  <a16:creationId xmlns:a16="http://schemas.microsoft.com/office/drawing/2014/main" id="{1F5BAA3F-9845-4F89-A2DD-8222D3E4EDAC}"/>
                </a:ext>
              </a:extLst>
            </p:cNvPr>
            <p:cNvSpPr/>
            <p:nvPr/>
          </p:nvSpPr>
          <p:spPr>
            <a:xfrm>
              <a:off x="424117" y="898245"/>
              <a:ext cx="628306" cy="387090"/>
            </a:xfrm>
            <a:prstGeom prst="parallelogram">
              <a:avLst/>
            </a:prstGeom>
            <a:solidFill>
              <a:schemeClr val="accent3">
                <a:lumMod val="75000"/>
              </a:schemeClr>
            </a:solidFill>
            <a:ln>
              <a:solidFill>
                <a:schemeClr val="accent3">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CN" sz="2200" dirty="0">
                  <a:latin typeface="Impact" panose="020B0806030902050204" pitchFamily="34" charset="0"/>
                </a:rPr>
                <a:t>01</a:t>
              </a:r>
              <a:endParaRPr lang="zh-CN" altLang="en-US" sz="2200" dirty="0">
                <a:latin typeface="Impact" panose="020B0806030902050204" pitchFamily="34" charset="0"/>
              </a:endParaRPr>
            </a:p>
          </p:txBody>
        </p:sp>
        <p:sp>
          <p:nvSpPr>
            <p:cNvPr id="3" name="文本框 2">
              <a:extLst>
                <a:ext uri="{FF2B5EF4-FFF2-40B4-BE49-F238E27FC236}">
                  <a16:creationId xmlns:a16="http://schemas.microsoft.com/office/drawing/2014/main" id="{4D6BD736-A4D3-4F26-AFED-36E11F50F70B}"/>
                </a:ext>
              </a:extLst>
            </p:cNvPr>
            <p:cNvSpPr txBox="1"/>
            <p:nvPr/>
          </p:nvSpPr>
          <p:spPr>
            <a:xfrm>
              <a:off x="1052423" y="898245"/>
              <a:ext cx="5564038" cy="400110"/>
            </a:xfrm>
            <a:prstGeom prst="rect">
              <a:avLst/>
            </a:prstGeom>
            <a:noFill/>
          </p:spPr>
          <p:txBody>
            <a:bodyPr wrap="square" rtlCol="0">
              <a:spAutoFit/>
            </a:bodyPr>
            <a:lstStyle/>
            <a:p>
              <a:r>
                <a:rPr lang="zh-CN" altLang="en-US" sz="2000" b="1" dirty="0"/>
                <a:t>可靠传输的相关基本概念</a:t>
              </a:r>
            </a:p>
          </p:txBody>
        </p:sp>
      </p:grpSp>
      <p:sp>
        <p:nvSpPr>
          <p:cNvPr id="8" name="矩形 7">
            <a:extLst>
              <a:ext uri="{FF2B5EF4-FFF2-40B4-BE49-F238E27FC236}">
                <a16:creationId xmlns:a16="http://schemas.microsoft.com/office/drawing/2014/main" id="{C7720255-4E6C-41B6-A880-D93377A356B5}"/>
              </a:ext>
            </a:extLst>
          </p:cNvPr>
          <p:cNvSpPr/>
          <p:nvPr/>
        </p:nvSpPr>
        <p:spPr>
          <a:xfrm>
            <a:off x="1016000" y="1297642"/>
            <a:ext cx="256976" cy="256976"/>
          </a:xfrm>
          <a:prstGeom prst="rect">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9" name="íşlïḍè">
            <a:extLst>
              <a:ext uri="{FF2B5EF4-FFF2-40B4-BE49-F238E27FC236}">
                <a16:creationId xmlns:a16="http://schemas.microsoft.com/office/drawing/2014/main" id="{1E3208DB-9CB5-439E-87A6-F640C77C2B32}"/>
              </a:ext>
            </a:extLst>
          </p:cNvPr>
          <p:cNvSpPr txBox="1"/>
          <p:nvPr/>
        </p:nvSpPr>
        <p:spPr>
          <a:xfrm>
            <a:off x="1333227" y="1297641"/>
            <a:ext cx="10232983" cy="511042"/>
          </a:xfrm>
          <a:prstGeom prst="rect">
            <a:avLst/>
          </a:prstGeom>
          <a:noFill/>
        </p:spPr>
        <p:txBody>
          <a:bodyPr wrap="square" lIns="91440" tIns="45720" rIns="91440" bIns="45720" anchor="ctr">
            <a:noAutofit/>
          </a:bodyPr>
          <a:lstStyle/>
          <a:p>
            <a:r>
              <a:rPr lang="zh-CN" altLang="en-US" b="1" dirty="0"/>
              <a:t>使用</a:t>
            </a:r>
            <a:r>
              <a:rPr lang="zh-CN" altLang="en-US" b="1" dirty="0">
                <a:solidFill>
                  <a:schemeClr val="accent1">
                    <a:lumMod val="75000"/>
                  </a:schemeClr>
                </a:solidFill>
              </a:rPr>
              <a:t>差错检测技术</a:t>
            </a:r>
            <a:r>
              <a:rPr lang="zh-CN" altLang="en-US" b="1" dirty="0"/>
              <a:t>（例如循环冗余校验</a:t>
            </a:r>
            <a:r>
              <a:rPr lang="en-US" altLang="zh-CN" b="1" dirty="0"/>
              <a:t>CRC</a:t>
            </a:r>
            <a:r>
              <a:rPr lang="zh-CN" altLang="en-US" b="1" dirty="0"/>
              <a:t>），接收方的数据链路层就可检测出帧在传输过程中是否产生了</a:t>
            </a:r>
            <a:r>
              <a:rPr lang="zh-CN" altLang="en-US" b="1" dirty="0">
                <a:solidFill>
                  <a:schemeClr val="accent1">
                    <a:lumMod val="75000"/>
                  </a:schemeClr>
                </a:solidFill>
              </a:rPr>
              <a:t>误码</a:t>
            </a:r>
            <a:r>
              <a:rPr lang="zh-CN" altLang="en-US" b="1" dirty="0"/>
              <a:t>（比特差错）。</a:t>
            </a:r>
            <a:endParaRPr lang="en-US" altLang="zh-CN" b="1" dirty="0"/>
          </a:p>
        </p:txBody>
      </p:sp>
      <p:grpSp>
        <p:nvGrpSpPr>
          <p:cNvPr id="12" name="组合 11">
            <a:extLst>
              <a:ext uri="{FF2B5EF4-FFF2-40B4-BE49-F238E27FC236}">
                <a16:creationId xmlns:a16="http://schemas.microsoft.com/office/drawing/2014/main" id="{313A0EE4-AF2F-4EF7-9B11-657D152500C7}"/>
              </a:ext>
            </a:extLst>
          </p:cNvPr>
          <p:cNvGrpSpPr/>
          <p:nvPr/>
        </p:nvGrpSpPr>
        <p:grpSpPr>
          <a:xfrm>
            <a:off x="625788" y="4000535"/>
            <a:ext cx="10940423" cy="641082"/>
            <a:chOff x="601699" y="5648354"/>
            <a:chExt cx="10940423" cy="641082"/>
          </a:xfrm>
        </p:grpSpPr>
        <p:cxnSp>
          <p:nvCxnSpPr>
            <p:cNvPr id="23" name="直接连接符 22">
              <a:extLst>
                <a:ext uri="{FF2B5EF4-FFF2-40B4-BE49-F238E27FC236}">
                  <a16:creationId xmlns:a16="http://schemas.microsoft.com/office/drawing/2014/main" id="{BDADF065-0436-4D5A-92A4-67B4F392F33D}"/>
                </a:ext>
              </a:extLst>
            </p:cNvPr>
            <p:cNvCxnSpPr>
              <a:cxnSpLocks/>
            </p:cNvCxnSpPr>
            <p:nvPr/>
          </p:nvCxnSpPr>
          <p:spPr>
            <a:xfrm>
              <a:off x="1143721" y="6126777"/>
              <a:ext cx="10027235"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pic>
          <p:nvPicPr>
            <p:cNvPr id="24" name="图形 23">
              <a:extLst>
                <a:ext uri="{FF2B5EF4-FFF2-40B4-BE49-F238E27FC236}">
                  <a16:creationId xmlns:a16="http://schemas.microsoft.com/office/drawing/2014/main" id="{0E73258F-7C5A-4C4A-9D02-9265691C3F02}"/>
                </a:ext>
              </a:extLst>
            </p:cNvPr>
            <p:cNvPicPr>
              <a:picLocks noChangeAspect="1"/>
            </p:cNvPicPr>
            <p:nvPr/>
          </p:nvPicPr>
          <p:blipFill>
            <a:blip r:embed="rId3">
              <a:extLst>
                <a:ext uri="{28A0092B-C50C-407E-A947-70E740481C1C}">
                  <a14:useLocalDpi xmlns:a14="http://schemas.microsoft.com/office/drawing/2010/main" val="0"/>
                </a:ext>
                <a:ext uri="{96DAC541-7B7A-43D3-8B79-37D633B846F1}">
                  <asvg:svgBlip xmlns:asvg="http://schemas.microsoft.com/office/drawing/2016/SVG/main" r:embed="rId4"/>
                </a:ext>
              </a:extLst>
            </a:blip>
            <a:stretch>
              <a:fillRect/>
            </a:stretch>
          </p:blipFill>
          <p:spPr>
            <a:xfrm>
              <a:off x="601699" y="5648354"/>
              <a:ext cx="662814" cy="641082"/>
            </a:xfrm>
            <a:prstGeom prst="rect">
              <a:avLst/>
            </a:prstGeom>
          </p:spPr>
        </p:pic>
        <p:pic>
          <p:nvPicPr>
            <p:cNvPr id="25" name="图形 24">
              <a:extLst>
                <a:ext uri="{FF2B5EF4-FFF2-40B4-BE49-F238E27FC236}">
                  <a16:creationId xmlns:a16="http://schemas.microsoft.com/office/drawing/2014/main" id="{D898DB40-49B3-4A19-A1F9-3897BC630E2B}"/>
                </a:ext>
              </a:extLst>
            </p:cNvPr>
            <p:cNvPicPr>
              <a:picLocks noChangeAspect="1"/>
            </p:cNvPicPr>
            <p:nvPr/>
          </p:nvPicPr>
          <p:blipFill>
            <a:blip r:embed="rId3">
              <a:extLst>
                <a:ext uri="{28A0092B-C50C-407E-A947-70E740481C1C}">
                  <a14:useLocalDpi xmlns:a14="http://schemas.microsoft.com/office/drawing/2010/main" val="0"/>
                </a:ext>
                <a:ext uri="{96DAC541-7B7A-43D3-8B79-37D633B846F1}">
                  <asvg:svgBlip xmlns:asvg="http://schemas.microsoft.com/office/drawing/2016/SVG/main" r:embed="rId4"/>
                </a:ext>
              </a:extLst>
            </a:blip>
            <a:stretch>
              <a:fillRect/>
            </a:stretch>
          </p:blipFill>
          <p:spPr>
            <a:xfrm>
              <a:off x="10879308" y="5648354"/>
              <a:ext cx="662814" cy="641082"/>
            </a:xfrm>
            <a:prstGeom prst="rect">
              <a:avLst/>
            </a:prstGeom>
          </p:spPr>
        </p:pic>
      </p:grpSp>
      <p:grpSp>
        <p:nvGrpSpPr>
          <p:cNvPr id="11" name="组合 10">
            <a:extLst>
              <a:ext uri="{FF2B5EF4-FFF2-40B4-BE49-F238E27FC236}">
                <a16:creationId xmlns:a16="http://schemas.microsoft.com/office/drawing/2014/main" id="{9C7D648F-8CAF-4A6C-8D04-99D2E167BDA8}"/>
              </a:ext>
            </a:extLst>
          </p:cNvPr>
          <p:cNvGrpSpPr/>
          <p:nvPr/>
        </p:nvGrpSpPr>
        <p:grpSpPr>
          <a:xfrm>
            <a:off x="5874519" y="4006215"/>
            <a:ext cx="4970953" cy="401283"/>
            <a:chOff x="2578739" y="4006215"/>
            <a:chExt cx="4970953" cy="401283"/>
          </a:xfrm>
        </p:grpSpPr>
        <p:sp>
          <p:nvSpPr>
            <p:cNvPr id="10" name="矩形 9">
              <a:extLst>
                <a:ext uri="{FF2B5EF4-FFF2-40B4-BE49-F238E27FC236}">
                  <a16:creationId xmlns:a16="http://schemas.microsoft.com/office/drawing/2014/main" id="{530C36B3-CAA4-4FBC-B92F-2E3422784CF7}"/>
                </a:ext>
              </a:extLst>
            </p:cNvPr>
            <p:cNvSpPr/>
            <p:nvPr/>
          </p:nvSpPr>
          <p:spPr>
            <a:xfrm>
              <a:off x="2578739" y="4006215"/>
              <a:ext cx="1013078" cy="401283"/>
            </a:xfrm>
            <a:prstGeom prst="rect">
              <a:avLst/>
            </a:prstGeom>
            <a:solidFill>
              <a:schemeClr val="accent4"/>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zh-CN" altLang="en-US" b="1" dirty="0"/>
                <a:t>帧尾部</a:t>
              </a:r>
            </a:p>
          </p:txBody>
        </p:sp>
        <p:sp>
          <p:nvSpPr>
            <p:cNvPr id="51" name="矩形 50">
              <a:extLst>
                <a:ext uri="{FF2B5EF4-FFF2-40B4-BE49-F238E27FC236}">
                  <a16:creationId xmlns:a16="http://schemas.microsoft.com/office/drawing/2014/main" id="{560A5E7C-5161-4B6E-A74F-D15E7606A5CD}"/>
                </a:ext>
              </a:extLst>
            </p:cNvPr>
            <p:cNvSpPr/>
            <p:nvPr/>
          </p:nvSpPr>
          <p:spPr>
            <a:xfrm>
              <a:off x="6536614" y="4006215"/>
              <a:ext cx="1013078" cy="401283"/>
            </a:xfrm>
            <a:prstGeom prst="rect">
              <a:avLst/>
            </a:prstGeom>
            <a:solidFill>
              <a:schemeClr val="accent4"/>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zh-CN" altLang="en-US" b="1" dirty="0"/>
                <a:t>帧首部</a:t>
              </a:r>
            </a:p>
          </p:txBody>
        </p:sp>
        <p:sp>
          <p:nvSpPr>
            <p:cNvPr id="52" name="矩形 51">
              <a:extLst>
                <a:ext uri="{FF2B5EF4-FFF2-40B4-BE49-F238E27FC236}">
                  <a16:creationId xmlns:a16="http://schemas.microsoft.com/office/drawing/2014/main" id="{924D77DE-ACBC-4352-A637-85E4A1C699D7}"/>
                </a:ext>
              </a:extLst>
            </p:cNvPr>
            <p:cNvSpPr/>
            <p:nvPr/>
          </p:nvSpPr>
          <p:spPr>
            <a:xfrm>
              <a:off x="3591816" y="4006215"/>
              <a:ext cx="2944797" cy="401283"/>
            </a:xfrm>
            <a:prstGeom prst="rect">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zh-CN" altLang="en-US" b="1" dirty="0">
                  <a:solidFill>
                    <a:schemeClr val="tx1"/>
                  </a:solidFill>
                </a:rPr>
                <a:t>帧的数据载荷</a:t>
              </a:r>
            </a:p>
          </p:txBody>
        </p:sp>
      </p:grpSp>
      <p:sp>
        <p:nvSpPr>
          <p:cNvPr id="53" name="爆炸形: 8 pt  52">
            <a:extLst>
              <a:ext uri="{FF2B5EF4-FFF2-40B4-BE49-F238E27FC236}">
                <a16:creationId xmlns:a16="http://schemas.microsoft.com/office/drawing/2014/main" id="{D823397E-CC3D-4A91-97C2-62A7C4C8CADC}"/>
              </a:ext>
            </a:extLst>
          </p:cNvPr>
          <p:cNvSpPr/>
          <p:nvPr/>
        </p:nvSpPr>
        <p:spPr>
          <a:xfrm>
            <a:off x="8242659" y="4297582"/>
            <a:ext cx="1318724" cy="1262777"/>
          </a:xfrm>
          <a:prstGeom prst="irregularSeal1">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zh-CN" altLang="en-US" b="1" dirty="0"/>
              <a:t>误码</a:t>
            </a:r>
          </a:p>
        </p:txBody>
      </p:sp>
      <p:grpSp>
        <p:nvGrpSpPr>
          <p:cNvPr id="14" name="组合 13">
            <a:extLst>
              <a:ext uri="{FF2B5EF4-FFF2-40B4-BE49-F238E27FC236}">
                <a16:creationId xmlns:a16="http://schemas.microsoft.com/office/drawing/2014/main" id="{7D5E5007-21FD-4D36-86AE-77EC6EEF1CA5}"/>
              </a:ext>
            </a:extLst>
          </p:cNvPr>
          <p:cNvGrpSpPr/>
          <p:nvPr/>
        </p:nvGrpSpPr>
        <p:grpSpPr>
          <a:xfrm>
            <a:off x="6381058" y="2886516"/>
            <a:ext cx="4853746" cy="1119699"/>
            <a:chOff x="6381058" y="2886516"/>
            <a:chExt cx="4853746" cy="1119699"/>
          </a:xfrm>
        </p:grpSpPr>
        <p:cxnSp>
          <p:nvCxnSpPr>
            <p:cNvPr id="6" name="连接符: 曲线 5">
              <a:extLst>
                <a:ext uri="{FF2B5EF4-FFF2-40B4-BE49-F238E27FC236}">
                  <a16:creationId xmlns:a16="http://schemas.microsoft.com/office/drawing/2014/main" id="{C2207DC9-2D15-44B9-83BB-24F1915B5128}"/>
                </a:ext>
              </a:extLst>
            </p:cNvPr>
            <p:cNvCxnSpPr>
              <a:stCxn id="25" idx="0"/>
              <a:endCxn id="10" idx="0"/>
            </p:cNvCxnSpPr>
            <p:nvPr/>
          </p:nvCxnSpPr>
          <p:spPr>
            <a:xfrm rot="16200000" flipH="1" flipV="1">
              <a:off x="8805091" y="1576502"/>
              <a:ext cx="5680" cy="4853746"/>
            </a:xfrm>
            <a:prstGeom prst="curvedConnector3">
              <a:avLst>
                <a:gd name="adj1" fmla="val -9583891"/>
              </a:avLst>
            </a:prstGeom>
            <a:ln w="25400">
              <a:solidFill>
                <a:schemeClr val="accent1">
                  <a:lumMod val="75000"/>
                </a:schemeClr>
              </a:solidFill>
              <a:tailEnd type="triangle" w="med" len="lg"/>
            </a:ln>
          </p:spPr>
          <p:style>
            <a:lnRef idx="1">
              <a:schemeClr val="accent1"/>
            </a:lnRef>
            <a:fillRef idx="0">
              <a:schemeClr val="accent1"/>
            </a:fillRef>
            <a:effectRef idx="0">
              <a:schemeClr val="accent1"/>
            </a:effectRef>
            <a:fontRef idx="minor">
              <a:schemeClr val="tx1"/>
            </a:fontRef>
          </p:style>
        </p:cxnSp>
        <p:sp>
          <p:nvSpPr>
            <p:cNvPr id="20" name="íşlïḍè">
              <a:extLst>
                <a:ext uri="{FF2B5EF4-FFF2-40B4-BE49-F238E27FC236}">
                  <a16:creationId xmlns:a16="http://schemas.microsoft.com/office/drawing/2014/main" id="{E41D32EE-0BEF-40F0-ACEA-28E6CAD4C14A}"/>
                </a:ext>
              </a:extLst>
            </p:cNvPr>
            <p:cNvSpPr txBox="1"/>
            <p:nvPr/>
          </p:nvSpPr>
          <p:spPr>
            <a:xfrm>
              <a:off x="7977274" y="2886516"/>
              <a:ext cx="1661313" cy="511042"/>
            </a:xfrm>
            <a:prstGeom prst="rect">
              <a:avLst/>
            </a:prstGeom>
            <a:noFill/>
          </p:spPr>
          <p:txBody>
            <a:bodyPr wrap="square" lIns="91440" tIns="45720" rIns="91440" bIns="45720" anchor="ctr">
              <a:noAutofit/>
            </a:bodyPr>
            <a:lstStyle/>
            <a:p>
              <a:pPr algn="ctr"/>
              <a:r>
                <a:rPr lang="en-US" altLang="zh-CN" b="1" dirty="0">
                  <a:solidFill>
                    <a:schemeClr val="accent1">
                      <a:lumMod val="75000"/>
                    </a:schemeClr>
                  </a:solidFill>
                </a:rPr>
                <a:t>FCS</a:t>
              </a:r>
              <a:r>
                <a:rPr lang="zh-CN" altLang="en-US" b="1" dirty="0">
                  <a:solidFill>
                    <a:schemeClr val="accent1">
                      <a:lumMod val="75000"/>
                    </a:schemeClr>
                  </a:solidFill>
                </a:rPr>
                <a:t>字段的值</a:t>
              </a:r>
              <a:endParaRPr lang="en-US" altLang="zh-CN" b="1" dirty="0">
                <a:solidFill>
                  <a:schemeClr val="accent1">
                    <a:lumMod val="75000"/>
                  </a:schemeClr>
                </a:solidFill>
              </a:endParaRPr>
            </a:p>
            <a:p>
              <a:pPr algn="ctr"/>
              <a:r>
                <a:rPr lang="zh-CN" altLang="en-US" b="1" dirty="0">
                  <a:solidFill>
                    <a:schemeClr val="accent1">
                      <a:lumMod val="75000"/>
                    </a:schemeClr>
                  </a:solidFill>
                </a:rPr>
                <a:t>（检错码）</a:t>
              </a:r>
              <a:endParaRPr lang="en-US" altLang="zh-CN" b="1" dirty="0">
                <a:solidFill>
                  <a:schemeClr val="accent1">
                    <a:lumMod val="75000"/>
                  </a:schemeClr>
                </a:solidFill>
              </a:endParaRPr>
            </a:p>
          </p:txBody>
        </p:sp>
      </p:grpSp>
      <p:grpSp>
        <p:nvGrpSpPr>
          <p:cNvPr id="17" name="组合 16">
            <a:extLst>
              <a:ext uri="{FF2B5EF4-FFF2-40B4-BE49-F238E27FC236}">
                <a16:creationId xmlns:a16="http://schemas.microsoft.com/office/drawing/2014/main" id="{E3AD54BF-AB35-4D6A-9B6E-BAF4E65F9830}"/>
              </a:ext>
            </a:extLst>
          </p:cNvPr>
          <p:cNvGrpSpPr/>
          <p:nvPr/>
        </p:nvGrpSpPr>
        <p:grpSpPr>
          <a:xfrm>
            <a:off x="6381058" y="4407497"/>
            <a:ext cx="1861601" cy="810390"/>
            <a:chOff x="6381058" y="4407497"/>
            <a:chExt cx="1861601" cy="810390"/>
          </a:xfrm>
        </p:grpSpPr>
        <p:cxnSp>
          <p:nvCxnSpPr>
            <p:cNvPr id="22" name="连接符: 曲线 21">
              <a:extLst>
                <a:ext uri="{FF2B5EF4-FFF2-40B4-BE49-F238E27FC236}">
                  <a16:creationId xmlns:a16="http://schemas.microsoft.com/office/drawing/2014/main" id="{5D9DCA7F-AC49-44A8-8A88-0C3DE1216D39}"/>
                </a:ext>
              </a:extLst>
            </p:cNvPr>
            <p:cNvCxnSpPr>
              <a:cxnSpLocks/>
              <a:stCxn id="10" idx="2"/>
              <a:endCxn id="53" idx="1"/>
            </p:cNvCxnSpPr>
            <p:nvPr/>
          </p:nvCxnSpPr>
          <p:spPr>
            <a:xfrm rot="16200000" flipH="1">
              <a:off x="7114992" y="3673563"/>
              <a:ext cx="393733" cy="1861601"/>
            </a:xfrm>
            <a:prstGeom prst="curvedConnector2">
              <a:avLst/>
            </a:prstGeom>
            <a:ln w="25400">
              <a:solidFill>
                <a:schemeClr val="accent1">
                  <a:lumMod val="75000"/>
                </a:schemeClr>
              </a:solidFill>
              <a:tailEnd type="triangle" w="med" len="lg"/>
            </a:ln>
          </p:spPr>
          <p:style>
            <a:lnRef idx="1">
              <a:schemeClr val="accent1"/>
            </a:lnRef>
            <a:fillRef idx="0">
              <a:schemeClr val="accent1"/>
            </a:fillRef>
            <a:effectRef idx="0">
              <a:schemeClr val="accent1"/>
            </a:effectRef>
            <a:fontRef idx="minor">
              <a:schemeClr val="tx1"/>
            </a:fontRef>
          </p:style>
        </p:cxnSp>
        <p:sp>
          <p:nvSpPr>
            <p:cNvPr id="26" name="íşlïḍè">
              <a:extLst>
                <a:ext uri="{FF2B5EF4-FFF2-40B4-BE49-F238E27FC236}">
                  <a16:creationId xmlns:a16="http://schemas.microsoft.com/office/drawing/2014/main" id="{B1924FF4-9119-4BBD-921A-663BF3DA1DDE}"/>
                </a:ext>
              </a:extLst>
            </p:cNvPr>
            <p:cNvSpPr txBox="1"/>
            <p:nvPr/>
          </p:nvSpPr>
          <p:spPr>
            <a:xfrm>
              <a:off x="6449718" y="4706845"/>
              <a:ext cx="1460002" cy="511042"/>
            </a:xfrm>
            <a:prstGeom prst="rect">
              <a:avLst/>
            </a:prstGeom>
            <a:noFill/>
          </p:spPr>
          <p:txBody>
            <a:bodyPr wrap="square" lIns="91440" tIns="45720" rIns="91440" bIns="45720" anchor="ctr">
              <a:noAutofit/>
            </a:bodyPr>
            <a:lstStyle/>
            <a:p>
              <a:pPr algn="ctr"/>
              <a:r>
                <a:rPr lang="zh-CN" altLang="en-US" b="1" dirty="0">
                  <a:solidFill>
                    <a:schemeClr val="accent1">
                      <a:lumMod val="75000"/>
                    </a:schemeClr>
                  </a:solidFill>
                </a:rPr>
                <a:t>检测出误码</a:t>
              </a:r>
              <a:endParaRPr lang="en-US" altLang="zh-CN" b="1" dirty="0">
                <a:solidFill>
                  <a:schemeClr val="accent1">
                    <a:lumMod val="75000"/>
                  </a:schemeClr>
                </a:solidFill>
              </a:endParaRPr>
            </a:p>
          </p:txBody>
        </p:sp>
      </p:grpSp>
      <p:sp>
        <p:nvSpPr>
          <p:cNvPr id="5" name="对话气泡: 圆角矩形 4">
            <a:extLst>
              <a:ext uri="{FF2B5EF4-FFF2-40B4-BE49-F238E27FC236}">
                <a16:creationId xmlns:a16="http://schemas.microsoft.com/office/drawing/2014/main" id="{7924D0DE-1DAB-4831-8830-764EEA59FAB7}"/>
              </a:ext>
            </a:extLst>
          </p:cNvPr>
          <p:cNvSpPr/>
          <p:nvPr/>
        </p:nvSpPr>
        <p:spPr>
          <a:xfrm>
            <a:off x="6953387" y="5788245"/>
            <a:ext cx="4780226" cy="471002"/>
          </a:xfrm>
          <a:prstGeom prst="wedgeRoundRectCallout">
            <a:avLst>
              <a:gd name="adj1" fmla="val 26485"/>
              <a:gd name="adj2" fmla="val -155027"/>
              <a:gd name="adj3" fmla="val 16667"/>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zh-CN" altLang="en-US" b="1" dirty="0"/>
              <a:t>取决于数据链路层向其上层提供的服务类型</a:t>
            </a:r>
          </a:p>
        </p:txBody>
      </p:sp>
      <p:sp>
        <p:nvSpPr>
          <p:cNvPr id="28" name="矩形 27">
            <a:extLst>
              <a:ext uri="{FF2B5EF4-FFF2-40B4-BE49-F238E27FC236}">
                <a16:creationId xmlns:a16="http://schemas.microsoft.com/office/drawing/2014/main" id="{965BE770-91AC-43E1-B32E-699C04F61FAA}"/>
              </a:ext>
            </a:extLst>
          </p:cNvPr>
          <p:cNvSpPr/>
          <p:nvPr/>
        </p:nvSpPr>
        <p:spPr>
          <a:xfrm>
            <a:off x="1015999" y="2027362"/>
            <a:ext cx="256976" cy="256976"/>
          </a:xfrm>
          <a:prstGeom prst="rect">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29" name="íşlïḍè">
            <a:extLst>
              <a:ext uri="{FF2B5EF4-FFF2-40B4-BE49-F238E27FC236}">
                <a16:creationId xmlns:a16="http://schemas.microsoft.com/office/drawing/2014/main" id="{F658335E-4088-4258-B012-DFBDEB3F6981}"/>
              </a:ext>
            </a:extLst>
          </p:cNvPr>
          <p:cNvSpPr txBox="1"/>
          <p:nvPr/>
        </p:nvSpPr>
        <p:spPr>
          <a:xfrm>
            <a:off x="1333226" y="2027361"/>
            <a:ext cx="3922929" cy="256179"/>
          </a:xfrm>
          <a:prstGeom prst="rect">
            <a:avLst/>
          </a:prstGeom>
          <a:noFill/>
        </p:spPr>
        <p:txBody>
          <a:bodyPr wrap="square" lIns="91440" tIns="45720" rIns="91440" bIns="45720" anchor="ctr">
            <a:noAutofit/>
          </a:bodyPr>
          <a:lstStyle/>
          <a:p>
            <a:r>
              <a:rPr lang="zh-CN" altLang="en-US" b="1" dirty="0"/>
              <a:t>数据链路层向其上层提供的服务类型</a:t>
            </a:r>
            <a:endParaRPr lang="en-US" altLang="zh-CN" b="1" dirty="0"/>
          </a:p>
        </p:txBody>
      </p:sp>
    </p:spTree>
    <p:custDataLst>
      <p:tags r:id="rId1"/>
    </p:custDataLst>
    <p:extLst>
      <p:ext uri="{BB962C8B-B14F-4D97-AF65-F5344CB8AC3E}">
        <p14:creationId xmlns:p14="http://schemas.microsoft.com/office/powerpoint/2010/main" val="4033458855"/>
      </p:ext>
    </p:extLst>
  </p:cSld>
  <p:clrMapOvr>
    <a:masterClrMapping/>
  </p:clrMapOvr>
  <mc:AlternateContent xmlns:mc="http://schemas.openxmlformats.org/markup-compatibility/2006" xmlns:p14="http://schemas.microsoft.com/office/powerpoint/2010/main">
    <mc:Choice Requires="p14">
      <p:transition p14:dur="10"/>
    </mc:Choice>
    <mc:Fallback xmlns="">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2" presetClass="entr" presetSubtype="1" fill="hold" grpId="0" nodeType="withEffect">
                                  <p:stCondLst>
                                    <p:cond delay="0"/>
                                  </p:stCondLst>
                                  <p:childTnLst>
                                    <p:set>
                                      <p:cBhvr>
                                        <p:cTn id="6" dur="1" fill="hold">
                                          <p:stCondLst>
                                            <p:cond delay="0"/>
                                          </p:stCondLst>
                                        </p:cTn>
                                        <p:tgtEl>
                                          <p:spTgt spid="27"/>
                                        </p:tgtEl>
                                        <p:attrNameLst>
                                          <p:attrName>style.visibility</p:attrName>
                                        </p:attrNameLst>
                                      </p:cBhvr>
                                      <p:to>
                                        <p:strVal val="visible"/>
                                      </p:to>
                                    </p:set>
                                    <p:anim calcmode="lin" valueType="num">
                                      <p:cBhvr additive="base">
                                        <p:cTn id="7" dur="500"/>
                                        <p:tgtEl>
                                          <p:spTgt spid="27"/>
                                        </p:tgtEl>
                                        <p:attrNameLst>
                                          <p:attrName>ppt_y</p:attrName>
                                        </p:attrNameLst>
                                      </p:cBhvr>
                                      <p:tavLst>
                                        <p:tav tm="0">
                                          <p:val>
                                            <p:strVal val="#ppt_y-#ppt_h*1.125000"/>
                                          </p:val>
                                        </p:tav>
                                        <p:tav tm="100000">
                                          <p:val>
                                            <p:strVal val="#ppt_y"/>
                                          </p:val>
                                        </p:tav>
                                      </p:tavLst>
                                    </p:anim>
                                    <p:animEffect transition="in" filter="wipe(down)">
                                      <p:cBhvr>
                                        <p:cTn id="8" dur="500"/>
                                        <p:tgtEl>
                                          <p:spTgt spid="27"/>
                                        </p:tgtEl>
                                      </p:cBhvr>
                                    </p:animEffect>
                                  </p:childTnLst>
                                </p:cTn>
                              </p:par>
                            </p:childTnLst>
                          </p:cTn>
                        </p:par>
                      </p:childTnLst>
                    </p:cTn>
                  </p:par>
                  <p:par>
                    <p:cTn id="9" fill="hold">
                      <p:stCondLst>
                        <p:cond delay="indefinite"/>
                      </p:stCondLst>
                      <p:childTnLst>
                        <p:par>
                          <p:cTn id="10" fill="hold">
                            <p:stCondLst>
                              <p:cond delay="0"/>
                            </p:stCondLst>
                            <p:childTnLst>
                              <p:par>
                                <p:cTn id="11" presetID="49" presetClass="entr" presetSubtype="0" decel="100000" fill="hold" grpId="0" nodeType="clickEffect">
                                  <p:stCondLst>
                                    <p:cond delay="0"/>
                                  </p:stCondLst>
                                  <p:childTnLst>
                                    <p:set>
                                      <p:cBhvr>
                                        <p:cTn id="12" dur="1" fill="hold">
                                          <p:stCondLst>
                                            <p:cond delay="0"/>
                                          </p:stCondLst>
                                        </p:cTn>
                                        <p:tgtEl>
                                          <p:spTgt spid="28"/>
                                        </p:tgtEl>
                                        <p:attrNameLst>
                                          <p:attrName>style.visibility</p:attrName>
                                        </p:attrNameLst>
                                      </p:cBhvr>
                                      <p:to>
                                        <p:strVal val="visible"/>
                                      </p:to>
                                    </p:set>
                                    <p:anim calcmode="lin" valueType="num">
                                      <p:cBhvr>
                                        <p:cTn id="13" dur="500" fill="hold"/>
                                        <p:tgtEl>
                                          <p:spTgt spid="28"/>
                                        </p:tgtEl>
                                        <p:attrNameLst>
                                          <p:attrName>ppt_w</p:attrName>
                                        </p:attrNameLst>
                                      </p:cBhvr>
                                      <p:tavLst>
                                        <p:tav tm="0">
                                          <p:val>
                                            <p:fltVal val="0"/>
                                          </p:val>
                                        </p:tav>
                                        <p:tav tm="100000">
                                          <p:val>
                                            <p:strVal val="#ppt_w"/>
                                          </p:val>
                                        </p:tav>
                                      </p:tavLst>
                                    </p:anim>
                                    <p:anim calcmode="lin" valueType="num">
                                      <p:cBhvr>
                                        <p:cTn id="14" dur="500" fill="hold"/>
                                        <p:tgtEl>
                                          <p:spTgt spid="28"/>
                                        </p:tgtEl>
                                        <p:attrNameLst>
                                          <p:attrName>ppt_h</p:attrName>
                                        </p:attrNameLst>
                                      </p:cBhvr>
                                      <p:tavLst>
                                        <p:tav tm="0">
                                          <p:val>
                                            <p:fltVal val="0"/>
                                          </p:val>
                                        </p:tav>
                                        <p:tav tm="100000">
                                          <p:val>
                                            <p:strVal val="#ppt_h"/>
                                          </p:val>
                                        </p:tav>
                                      </p:tavLst>
                                    </p:anim>
                                    <p:anim calcmode="lin" valueType="num">
                                      <p:cBhvr>
                                        <p:cTn id="15" dur="500" fill="hold"/>
                                        <p:tgtEl>
                                          <p:spTgt spid="28"/>
                                        </p:tgtEl>
                                        <p:attrNameLst>
                                          <p:attrName>style.rotation</p:attrName>
                                        </p:attrNameLst>
                                      </p:cBhvr>
                                      <p:tavLst>
                                        <p:tav tm="0">
                                          <p:val>
                                            <p:fltVal val="360"/>
                                          </p:val>
                                        </p:tav>
                                        <p:tav tm="100000">
                                          <p:val>
                                            <p:fltVal val="0"/>
                                          </p:val>
                                        </p:tav>
                                      </p:tavLst>
                                    </p:anim>
                                    <p:animEffect transition="in" filter="fade">
                                      <p:cBhvr>
                                        <p:cTn id="16" dur="500"/>
                                        <p:tgtEl>
                                          <p:spTgt spid="28"/>
                                        </p:tgtEl>
                                      </p:cBhvr>
                                    </p:animEffect>
                                  </p:childTnLst>
                                </p:cTn>
                              </p:par>
                            </p:childTnLst>
                          </p:cTn>
                        </p:par>
                        <p:par>
                          <p:cTn id="17" fill="hold">
                            <p:stCondLst>
                              <p:cond delay="500"/>
                            </p:stCondLst>
                            <p:childTnLst>
                              <p:par>
                                <p:cTn id="18" presetID="1" presetClass="entr" presetSubtype="0" fill="hold" grpId="0" nodeType="afterEffect">
                                  <p:stCondLst>
                                    <p:cond delay="0"/>
                                  </p:stCondLst>
                                  <p:iterate type="lt">
                                    <p:tmAbs val="100"/>
                                  </p:iterate>
                                  <p:childTnLst>
                                    <p:set>
                                      <p:cBhvr>
                                        <p:cTn id="19" dur="1" fill="hold">
                                          <p:stCondLst>
                                            <p:cond delay="0"/>
                                          </p:stCondLst>
                                        </p:cTn>
                                        <p:tgtEl>
                                          <p:spTgt spid="29"/>
                                        </p:tgtEl>
                                        <p:attrNameLst>
                                          <p:attrName>style.visibility</p:attrName>
                                        </p:attrNameLst>
                                      </p:cBhvr>
                                      <p:to>
                                        <p:strVal val="visible"/>
                                      </p:to>
                                    </p:set>
                                  </p:childTnLst>
                                </p:cTn>
                              </p:par>
                              <p:par>
                                <p:cTn id="20" presetID="42" presetClass="entr" presetSubtype="0" fill="hold" grpId="0" nodeType="withEffect">
                                  <p:stCondLst>
                                    <p:cond delay="0"/>
                                  </p:stCondLst>
                                  <p:childTnLst>
                                    <p:set>
                                      <p:cBhvr>
                                        <p:cTn id="21" dur="1" fill="hold">
                                          <p:stCondLst>
                                            <p:cond delay="0"/>
                                          </p:stCondLst>
                                        </p:cTn>
                                        <p:tgtEl>
                                          <p:spTgt spid="5"/>
                                        </p:tgtEl>
                                        <p:attrNameLst>
                                          <p:attrName>style.visibility</p:attrName>
                                        </p:attrNameLst>
                                      </p:cBhvr>
                                      <p:to>
                                        <p:strVal val="visible"/>
                                      </p:to>
                                    </p:set>
                                    <p:animEffect transition="in" filter="fade">
                                      <p:cBhvr>
                                        <p:cTn id="22" dur="1000"/>
                                        <p:tgtEl>
                                          <p:spTgt spid="5"/>
                                        </p:tgtEl>
                                      </p:cBhvr>
                                    </p:animEffect>
                                    <p:anim calcmode="lin" valueType="num">
                                      <p:cBhvr>
                                        <p:cTn id="23" dur="1000" fill="hold"/>
                                        <p:tgtEl>
                                          <p:spTgt spid="5"/>
                                        </p:tgtEl>
                                        <p:attrNameLst>
                                          <p:attrName>ppt_x</p:attrName>
                                        </p:attrNameLst>
                                      </p:cBhvr>
                                      <p:tavLst>
                                        <p:tav tm="0">
                                          <p:val>
                                            <p:strVal val="#ppt_x"/>
                                          </p:val>
                                        </p:tav>
                                        <p:tav tm="100000">
                                          <p:val>
                                            <p:strVal val="#ppt_x"/>
                                          </p:val>
                                        </p:tav>
                                      </p:tavLst>
                                    </p:anim>
                                    <p:anim calcmode="lin" valueType="num">
                                      <p:cBhvr>
                                        <p:cTn id="24" dur="1000" fill="hold"/>
                                        <p:tgtEl>
                                          <p:spTgt spid="5"/>
                                        </p:tgtEl>
                                        <p:attrNameLst>
                                          <p:attrName>ppt_y</p:attrName>
                                        </p:attrNameLst>
                                      </p:cBhvr>
                                      <p:tavLst>
                                        <p:tav tm="0">
                                          <p:val>
                                            <p:strVal val="#ppt_y+.1"/>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7" grpId="0"/>
      <p:bldP spid="5" grpId="0" animBg="1"/>
      <p:bldP spid="28" grpId="0" animBg="1"/>
      <p:bldP spid="29" grpId="0"/>
    </p:bldLst>
  </p:timing>
</p:sld>
</file>

<file path=ppt/slides/slide9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4" name="组合 3">
            <a:extLst>
              <a:ext uri="{FF2B5EF4-FFF2-40B4-BE49-F238E27FC236}">
                <a16:creationId xmlns:a16="http://schemas.microsoft.com/office/drawing/2014/main" id="{9A1EA9F2-FCB6-48C3-935F-7AE7E3AD14AC}"/>
              </a:ext>
            </a:extLst>
          </p:cNvPr>
          <p:cNvGrpSpPr/>
          <p:nvPr/>
        </p:nvGrpSpPr>
        <p:grpSpPr>
          <a:xfrm>
            <a:off x="304800" y="749300"/>
            <a:ext cx="6192344" cy="400110"/>
            <a:chOff x="424117" y="898245"/>
            <a:chExt cx="6192344" cy="400110"/>
          </a:xfrm>
        </p:grpSpPr>
        <p:sp>
          <p:nvSpPr>
            <p:cNvPr id="2" name="平行四边形 1">
              <a:extLst>
                <a:ext uri="{FF2B5EF4-FFF2-40B4-BE49-F238E27FC236}">
                  <a16:creationId xmlns:a16="http://schemas.microsoft.com/office/drawing/2014/main" id="{1F5BAA3F-9845-4F89-A2DD-8222D3E4EDAC}"/>
                </a:ext>
              </a:extLst>
            </p:cNvPr>
            <p:cNvSpPr/>
            <p:nvPr/>
          </p:nvSpPr>
          <p:spPr>
            <a:xfrm>
              <a:off x="424117" y="898245"/>
              <a:ext cx="628306" cy="387090"/>
            </a:xfrm>
            <a:prstGeom prst="parallelogram">
              <a:avLst/>
            </a:prstGeom>
            <a:solidFill>
              <a:schemeClr val="accent3">
                <a:lumMod val="75000"/>
              </a:schemeClr>
            </a:solidFill>
            <a:ln>
              <a:solidFill>
                <a:schemeClr val="accent3">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CN" sz="2200" dirty="0">
                  <a:latin typeface="Impact" panose="020B0806030902050204" pitchFamily="34" charset="0"/>
                </a:rPr>
                <a:t>01</a:t>
              </a:r>
              <a:endParaRPr lang="zh-CN" altLang="en-US" sz="2200" dirty="0">
                <a:latin typeface="Impact" panose="020B0806030902050204" pitchFamily="34" charset="0"/>
              </a:endParaRPr>
            </a:p>
          </p:txBody>
        </p:sp>
        <p:sp>
          <p:nvSpPr>
            <p:cNvPr id="3" name="文本框 2">
              <a:extLst>
                <a:ext uri="{FF2B5EF4-FFF2-40B4-BE49-F238E27FC236}">
                  <a16:creationId xmlns:a16="http://schemas.microsoft.com/office/drawing/2014/main" id="{4D6BD736-A4D3-4F26-AFED-36E11F50F70B}"/>
                </a:ext>
              </a:extLst>
            </p:cNvPr>
            <p:cNvSpPr txBox="1"/>
            <p:nvPr/>
          </p:nvSpPr>
          <p:spPr>
            <a:xfrm>
              <a:off x="1052423" y="898245"/>
              <a:ext cx="5564038" cy="400110"/>
            </a:xfrm>
            <a:prstGeom prst="rect">
              <a:avLst/>
            </a:prstGeom>
            <a:noFill/>
          </p:spPr>
          <p:txBody>
            <a:bodyPr wrap="square" rtlCol="0">
              <a:spAutoFit/>
            </a:bodyPr>
            <a:lstStyle/>
            <a:p>
              <a:r>
                <a:rPr lang="zh-CN" altLang="en-US" sz="2000" b="1" dirty="0"/>
                <a:t>可靠传输的相关基本概念</a:t>
              </a:r>
            </a:p>
          </p:txBody>
        </p:sp>
      </p:grpSp>
      <p:sp>
        <p:nvSpPr>
          <p:cNvPr id="8" name="矩形 7">
            <a:extLst>
              <a:ext uri="{FF2B5EF4-FFF2-40B4-BE49-F238E27FC236}">
                <a16:creationId xmlns:a16="http://schemas.microsoft.com/office/drawing/2014/main" id="{C7720255-4E6C-41B6-A880-D93377A356B5}"/>
              </a:ext>
            </a:extLst>
          </p:cNvPr>
          <p:cNvSpPr/>
          <p:nvPr/>
        </p:nvSpPr>
        <p:spPr>
          <a:xfrm>
            <a:off x="1016000" y="1297642"/>
            <a:ext cx="256976" cy="256976"/>
          </a:xfrm>
          <a:prstGeom prst="rect">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9" name="íşlïḍè">
            <a:extLst>
              <a:ext uri="{FF2B5EF4-FFF2-40B4-BE49-F238E27FC236}">
                <a16:creationId xmlns:a16="http://schemas.microsoft.com/office/drawing/2014/main" id="{1E3208DB-9CB5-439E-87A6-F640C77C2B32}"/>
              </a:ext>
            </a:extLst>
          </p:cNvPr>
          <p:cNvSpPr txBox="1"/>
          <p:nvPr/>
        </p:nvSpPr>
        <p:spPr>
          <a:xfrm>
            <a:off x="1333227" y="1297641"/>
            <a:ext cx="10232983" cy="511042"/>
          </a:xfrm>
          <a:prstGeom prst="rect">
            <a:avLst/>
          </a:prstGeom>
          <a:noFill/>
        </p:spPr>
        <p:txBody>
          <a:bodyPr wrap="square" lIns="91440" tIns="45720" rIns="91440" bIns="45720" anchor="ctr">
            <a:noAutofit/>
          </a:bodyPr>
          <a:lstStyle/>
          <a:p>
            <a:r>
              <a:rPr lang="zh-CN" altLang="en-US" b="1" dirty="0"/>
              <a:t>使用</a:t>
            </a:r>
            <a:r>
              <a:rPr lang="zh-CN" altLang="en-US" b="1" dirty="0">
                <a:solidFill>
                  <a:schemeClr val="accent1">
                    <a:lumMod val="75000"/>
                  </a:schemeClr>
                </a:solidFill>
              </a:rPr>
              <a:t>差错检测技术</a:t>
            </a:r>
            <a:r>
              <a:rPr lang="zh-CN" altLang="en-US" b="1" dirty="0"/>
              <a:t>（例如循环冗余校验</a:t>
            </a:r>
            <a:r>
              <a:rPr lang="en-US" altLang="zh-CN" b="1" dirty="0"/>
              <a:t>CRC</a:t>
            </a:r>
            <a:r>
              <a:rPr lang="zh-CN" altLang="en-US" b="1" dirty="0"/>
              <a:t>），接收方的数据链路层就可检测出帧在传输过程中是否产生了</a:t>
            </a:r>
            <a:r>
              <a:rPr lang="zh-CN" altLang="en-US" b="1" dirty="0">
                <a:solidFill>
                  <a:schemeClr val="accent1">
                    <a:lumMod val="75000"/>
                  </a:schemeClr>
                </a:solidFill>
              </a:rPr>
              <a:t>误码</a:t>
            </a:r>
            <a:r>
              <a:rPr lang="zh-CN" altLang="en-US" b="1" dirty="0"/>
              <a:t>（比特差错）。</a:t>
            </a:r>
            <a:endParaRPr lang="en-US" altLang="zh-CN" b="1" dirty="0"/>
          </a:p>
        </p:txBody>
      </p:sp>
      <p:grpSp>
        <p:nvGrpSpPr>
          <p:cNvPr id="12" name="组合 11">
            <a:extLst>
              <a:ext uri="{FF2B5EF4-FFF2-40B4-BE49-F238E27FC236}">
                <a16:creationId xmlns:a16="http://schemas.microsoft.com/office/drawing/2014/main" id="{313A0EE4-AF2F-4EF7-9B11-657D152500C7}"/>
              </a:ext>
            </a:extLst>
          </p:cNvPr>
          <p:cNvGrpSpPr/>
          <p:nvPr/>
        </p:nvGrpSpPr>
        <p:grpSpPr>
          <a:xfrm>
            <a:off x="625788" y="4000535"/>
            <a:ext cx="10940423" cy="641082"/>
            <a:chOff x="601699" y="5648354"/>
            <a:chExt cx="10940423" cy="641082"/>
          </a:xfrm>
        </p:grpSpPr>
        <p:cxnSp>
          <p:nvCxnSpPr>
            <p:cNvPr id="23" name="直接连接符 22">
              <a:extLst>
                <a:ext uri="{FF2B5EF4-FFF2-40B4-BE49-F238E27FC236}">
                  <a16:creationId xmlns:a16="http://schemas.microsoft.com/office/drawing/2014/main" id="{BDADF065-0436-4D5A-92A4-67B4F392F33D}"/>
                </a:ext>
              </a:extLst>
            </p:cNvPr>
            <p:cNvCxnSpPr>
              <a:cxnSpLocks/>
            </p:cNvCxnSpPr>
            <p:nvPr/>
          </p:nvCxnSpPr>
          <p:spPr>
            <a:xfrm>
              <a:off x="1143721" y="6126777"/>
              <a:ext cx="10027235"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pic>
          <p:nvPicPr>
            <p:cNvPr id="24" name="图形 23">
              <a:extLst>
                <a:ext uri="{FF2B5EF4-FFF2-40B4-BE49-F238E27FC236}">
                  <a16:creationId xmlns:a16="http://schemas.microsoft.com/office/drawing/2014/main" id="{0E73258F-7C5A-4C4A-9D02-9265691C3F02}"/>
                </a:ext>
              </a:extLst>
            </p:cNvPr>
            <p:cNvPicPr>
              <a:picLocks noChangeAspect="1"/>
            </p:cNvPicPr>
            <p:nvPr/>
          </p:nvPicPr>
          <p:blipFill>
            <a:blip r:embed="rId3">
              <a:extLst>
                <a:ext uri="{28A0092B-C50C-407E-A947-70E740481C1C}">
                  <a14:useLocalDpi xmlns:a14="http://schemas.microsoft.com/office/drawing/2010/main" val="0"/>
                </a:ext>
                <a:ext uri="{96DAC541-7B7A-43D3-8B79-37D633B846F1}">
                  <asvg:svgBlip xmlns:asvg="http://schemas.microsoft.com/office/drawing/2016/SVG/main" r:embed="rId4"/>
                </a:ext>
              </a:extLst>
            </a:blip>
            <a:stretch>
              <a:fillRect/>
            </a:stretch>
          </p:blipFill>
          <p:spPr>
            <a:xfrm>
              <a:off x="601699" y="5648354"/>
              <a:ext cx="662814" cy="641082"/>
            </a:xfrm>
            <a:prstGeom prst="rect">
              <a:avLst/>
            </a:prstGeom>
          </p:spPr>
        </p:pic>
        <p:pic>
          <p:nvPicPr>
            <p:cNvPr id="25" name="图形 24">
              <a:extLst>
                <a:ext uri="{FF2B5EF4-FFF2-40B4-BE49-F238E27FC236}">
                  <a16:creationId xmlns:a16="http://schemas.microsoft.com/office/drawing/2014/main" id="{D898DB40-49B3-4A19-A1F9-3897BC630E2B}"/>
                </a:ext>
              </a:extLst>
            </p:cNvPr>
            <p:cNvPicPr>
              <a:picLocks noChangeAspect="1"/>
            </p:cNvPicPr>
            <p:nvPr/>
          </p:nvPicPr>
          <p:blipFill>
            <a:blip r:embed="rId3">
              <a:extLst>
                <a:ext uri="{28A0092B-C50C-407E-A947-70E740481C1C}">
                  <a14:useLocalDpi xmlns:a14="http://schemas.microsoft.com/office/drawing/2010/main" val="0"/>
                </a:ext>
                <a:ext uri="{96DAC541-7B7A-43D3-8B79-37D633B846F1}">
                  <asvg:svgBlip xmlns:asvg="http://schemas.microsoft.com/office/drawing/2016/SVG/main" r:embed="rId4"/>
                </a:ext>
              </a:extLst>
            </a:blip>
            <a:stretch>
              <a:fillRect/>
            </a:stretch>
          </p:blipFill>
          <p:spPr>
            <a:xfrm>
              <a:off x="10879308" y="5648354"/>
              <a:ext cx="662814" cy="641082"/>
            </a:xfrm>
            <a:prstGeom prst="rect">
              <a:avLst/>
            </a:prstGeom>
          </p:spPr>
        </p:pic>
      </p:grpSp>
      <p:grpSp>
        <p:nvGrpSpPr>
          <p:cNvPr id="7" name="组合 6">
            <a:extLst>
              <a:ext uri="{FF2B5EF4-FFF2-40B4-BE49-F238E27FC236}">
                <a16:creationId xmlns:a16="http://schemas.microsoft.com/office/drawing/2014/main" id="{C3AED0A7-3305-4A99-A274-E33CFAF11C29}"/>
              </a:ext>
            </a:extLst>
          </p:cNvPr>
          <p:cNvGrpSpPr/>
          <p:nvPr/>
        </p:nvGrpSpPr>
        <p:grpSpPr>
          <a:xfrm>
            <a:off x="5874519" y="2886516"/>
            <a:ext cx="5360285" cy="2673843"/>
            <a:chOff x="5874519" y="2886516"/>
            <a:chExt cx="5360285" cy="2673843"/>
          </a:xfrm>
        </p:grpSpPr>
        <p:grpSp>
          <p:nvGrpSpPr>
            <p:cNvPr id="11" name="组合 10">
              <a:extLst>
                <a:ext uri="{FF2B5EF4-FFF2-40B4-BE49-F238E27FC236}">
                  <a16:creationId xmlns:a16="http://schemas.microsoft.com/office/drawing/2014/main" id="{9C7D648F-8CAF-4A6C-8D04-99D2E167BDA8}"/>
                </a:ext>
              </a:extLst>
            </p:cNvPr>
            <p:cNvGrpSpPr/>
            <p:nvPr/>
          </p:nvGrpSpPr>
          <p:grpSpPr>
            <a:xfrm>
              <a:off x="5874519" y="4006215"/>
              <a:ext cx="4970953" cy="401283"/>
              <a:chOff x="2578739" y="4006215"/>
              <a:chExt cx="4970953" cy="401283"/>
            </a:xfrm>
          </p:grpSpPr>
          <p:sp>
            <p:nvSpPr>
              <p:cNvPr id="10" name="矩形 9">
                <a:extLst>
                  <a:ext uri="{FF2B5EF4-FFF2-40B4-BE49-F238E27FC236}">
                    <a16:creationId xmlns:a16="http://schemas.microsoft.com/office/drawing/2014/main" id="{530C36B3-CAA4-4FBC-B92F-2E3422784CF7}"/>
                  </a:ext>
                </a:extLst>
              </p:cNvPr>
              <p:cNvSpPr/>
              <p:nvPr/>
            </p:nvSpPr>
            <p:spPr>
              <a:xfrm>
                <a:off x="2578739" y="4006215"/>
                <a:ext cx="1013078" cy="401283"/>
              </a:xfrm>
              <a:prstGeom prst="rect">
                <a:avLst/>
              </a:prstGeom>
              <a:solidFill>
                <a:schemeClr val="accent4"/>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zh-CN" altLang="en-US" b="1" dirty="0"/>
                  <a:t>帧尾部</a:t>
                </a:r>
              </a:p>
            </p:txBody>
          </p:sp>
          <p:sp>
            <p:nvSpPr>
              <p:cNvPr id="51" name="矩形 50">
                <a:extLst>
                  <a:ext uri="{FF2B5EF4-FFF2-40B4-BE49-F238E27FC236}">
                    <a16:creationId xmlns:a16="http://schemas.microsoft.com/office/drawing/2014/main" id="{560A5E7C-5161-4B6E-A74F-D15E7606A5CD}"/>
                  </a:ext>
                </a:extLst>
              </p:cNvPr>
              <p:cNvSpPr/>
              <p:nvPr/>
            </p:nvSpPr>
            <p:spPr>
              <a:xfrm>
                <a:off x="6536614" y="4006215"/>
                <a:ext cx="1013078" cy="401283"/>
              </a:xfrm>
              <a:prstGeom prst="rect">
                <a:avLst/>
              </a:prstGeom>
              <a:solidFill>
                <a:schemeClr val="accent4"/>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zh-CN" altLang="en-US" b="1" dirty="0"/>
                  <a:t>帧首部</a:t>
                </a:r>
              </a:p>
            </p:txBody>
          </p:sp>
          <p:sp>
            <p:nvSpPr>
              <p:cNvPr id="52" name="矩形 51">
                <a:extLst>
                  <a:ext uri="{FF2B5EF4-FFF2-40B4-BE49-F238E27FC236}">
                    <a16:creationId xmlns:a16="http://schemas.microsoft.com/office/drawing/2014/main" id="{924D77DE-ACBC-4352-A637-85E4A1C699D7}"/>
                  </a:ext>
                </a:extLst>
              </p:cNvPr>
              <p:cNvSpPr/>
              <p:nvPr/>
            </p:nvSpPr>
            <p:spPr>
              <a:xfrm>
                <a:off x="3591816" y="4006215"/>
                <a:ext cx="2944797" cy="401283"/>
              </a:xfrm>
              <a:prstGeom prst="rect">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zh-CN" altLang="en-US" b="1" dirty="0">
                    <a:solidFill>
                      <a:schemeClr val="tx1"/>
                    </a:solidFill>
                  </a:rPr>
                  <a:t>帧的数据载荷</a:t>
                </a:r>
              </a:p>
            </p:txBody>
          </p:sp>
        </p:grpSp>
        <p:sp>
          <p:nvSpPr>
            <p:cNvPr id="53" name="爆炸形: 8 pt  52">
              <a:extLst>
                <a:ext uri="{FF2B5EF4-FFF2-40B4-BE49-F238E27FC236}">
                  <a16:creationId xmlns:a16="http://schemas.microsoft.com/office/drawing/2014/main" id="{D823397E-CC3D-4A91-97C2-62A7C4C8CADC}"/>
                </a:ext>
              </a:extLst>
            </p:cNvPr>
            <p:cNvSpPr/>
            <p:nvPr/>
          </p:nvSpPr>
          <p:spPr>
            <a:xfrm>
              <a:off x="8242659" y="4297582"/>
              <a:ext cx="1318724" cy="1262777"/>
            </a:xfrm>
            <a:prstGeom prst="irregularSeal1">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zh-CN" altLang="en-US" b="1" dirty="0"/>
                <a:t>误码</a:t>
              </a:r>
            </a:p>
          </p:txBody>
        </p:sp>
        <p:grpSp>
          <p:nvGrpSpPr>
            <p:cNvPr id="14" name="组合 13">
              <a:extLst>
                <a:ext uri="{FF2B5EF4-FFF2-40B4-BE49-F238E27FC236}">
                  <a16:creationId xmlns:a16="http://schemas.microsoft.com/office/drawing/2014/main" id="{7D5E5007-21FD-4D36-86AE-77EC6EEF1CA5}"/>
                </a:ext>
              </a:extLst>
            </p:cNvPr>
            <p:cNvGrpSpPr/>
            <p:nvPr/>
          </p:nvGrpSpPr>
          <p:grpSpPr>
            <a:xfrm>
              <a:off x="6381058" y="2886516"/>
              <a:ext cx="4853746" cy="1119699"/>
              <a:chOff x="6381058" y="2886516"/>
              <a:chExt cx="4853746" cy="1119699"/>
            </a:xfrm>
          </p:grpSpPr>
          <p:cxnSp>
            <p:nvCxnSpPr>
              <p:cNvPr id="6" name="连接符: 曲线 5">
                <a:extLst>
                  <a:ext uri="{FF2B5EF4-FFF2-40B4-BE49-F238E27FC236}">
                    <a16:creationId xmlns:a16="http://schemas.microsoft.com/office/drawing/2014/main" id="{C2207DC9-2D15-44B9-83BB-24F1915B5128}"/>
                  </a:ext>
                </a:extLst>
              </p:cNvPr>
              <p:cNvCxnSpPr>
                <a:stCxn id="25" idx="0"/>
                <a:endCxn id="10" idx="0"/>
              </p:cNvCxnSpPr>
              <p:nvPr/>
            </p:nvCxnSpPr>
            <p:spPr>
              <a:xfrm rot="16200000" flipH="1" flipV="1">
                <a:off x="8805091" y="1576502"/>
                <a:ext cx="5680" cy="4853746"/>
              </a:xfrm>
              <a:prstGeom prst="curvedConnector3">
                <a:avLst>
                  <a:gd name="adj1" fmla="val -9583891"/>
                </a:avLst>
              </a:prstGeom>
              <a:ln w="25400">
                <a:solidFill>
                  <a:schemeClr val="accent1">
                    <a:lumMod val="75000"/>
                  </a:schemeClr>
                </a:solidFill>
                <a:tailEnd type="triangle" w="med" len="lg"/>
              </a:ln>
            </p:spPr>
            <p:style>
              <a:lnRef idx="1">
                <a:schemeClr val="accent1"/>
              </a:lnRef>
              <a:fillRef idx="0">
                <a:schemeClr val="accent1"/>
              </a:fillRef>
              <a:effectRef idx="0">
                <a:schemeClr val="accent1"/>
              </a:effectRef>
              <a:fontRef idx="minor">
                <a:schemeClr val="tx1"/>
              </a:fontRef>
            </p:style>
          </p:cxnSp>
          <p:sp>
            <p:nvSpPr>
              <p:cNvPr id="20" name="íşlïḍè">
                <a:extLst>
                  <a:ext uri="{FF2B5EF4-FFF2-40B4-BE49-F238E27FC236}">
                    <a16:creationId xmlns:a16="http://schemas.microsoft.com/office/drawing/2014/main" id="{E41D32EE-0BEF-40F0-ACEA-28E6CAD4C14A}"/>
                  </a:ext>
                </a:extLst>
              </p:cNvPr>
              <p:cNvSpPr txBox="1"/>
              <p:nvPr/>
            </p:nvSpPr>
            <p:spPr>
              <a:xfrm>
                <a:off x="7977274" y="2886516"/>
                <a:ext cx="1661313" cy="511042"/>
              </a:xfrm>
              <a:prstGeom prst="rect">
                <a:avLst/>
              </a:prstGeom>
              <a:noFill/>
            </p:spPr>
            <p:txBody>
              <a:bodyPr wrap="square" lIns="91440" tIns="45720" rIns="91440" bIns="45720" anchor="ctr">
                <a:noAutofit/>
              </a:bodyPr>
              <a:lstStyle/>
              <a:p>
                <a:pPr algn="ctr"/>
                <a:r>
                  <a:rPr lang="en-US" altLang="zh-CN" b="1" dirty="0">
                    <a:solidFill>
                      <a:schemeClr val="accent1">
                        <a:lumMod val="75000"/>
                      </a:schemeClr>
                    </a:solidFill>
                  </a:rPr>
                  <a:t>FCS</a:t>
                </a:r>
                <a:r>
                  <a:rPr lang="zh-CN" altLang="en-US" b="1" dirty="0">
                    <a:solidFill>
                      <a:schemeClr val="accent1">
                        <a:lumMod val="75000"/>
                      </a:schemeClr>
                    </a:solidFill>
                  </a:rPr>
                  <a:t>字段的值</a:t>
                </a:r>
                <a:endParaRPr lang="en-US" altLang="zh-CN" b="1" dirty="0">
                  <a:solidFill>
                    <a:schemeClr val="accent1">
                      <a:lumMod val="75000"/>
                    </a:schemeClr>
                  </a:solidFill>
                </a:endParaRPr>
              </a:p>
              <a:p>
                <a:pPr algn="ctr"/>
                <a:r>
                  <a:rPr lang="zh-CN" altLang="en-US" b="1" dirty="0">
                    <a:solidFill>
                      <a:schemeClr val="accent1">
                        <a:lumMod val="75000"/>
                      </a:schemeClr>
                    </a:solidFill>
                  </a:rPr>
                  <a:t>（检错码）</a:t>
                </a:r>
                <a:endParaRPr lang="en-US" altLang="zh-CN" b="1" dirty="0">
                  <a:solidFill>
                    <a:schemeClr val="accent1">
                      <a:lumMod val="75000"/>
                    </a:schemeClr>
                  </a:solidFill>
                </a:endParaRPr>
              </a:p>
            </p:txBody>
          </p:sp>
        </p:grpSp>
        <p:grpSp>
          <p:nvGrpSpPr>
            <p:cNvPr id="17" name="组合 16">
              <a:extLst>
                <a:ext uri="{FF2B5EF4-FFF2-40B4-BE49-F238E27FC236}">
                  <a16:creationId xmlns:a16="http://schemas.microsoft.com/office/drawing/2014/main" id="{E3AD54BF-AB35-4D6A-9B6E-BAF4E65F9830}"/>
                </a:ext>
              </a:extLst>
            </p:cNvPr>
            <p:cNvGrpSpPr/>
            <p:nvPr/>
          </p:nvGrpSpPr>
          <p:grpSpPr>
            <a:xfrm>
              <a:off x="6381058" y="4407497"/>
              <a:ext cx="1861601" cy="810390"/>
              <a:chOff x="6381058" y="4407497"/>
              <a:chExt cx="1861601" cy="810390"/>
            </a:xfrm>
          </p:grpSpPr>
          <p:cxnSp>
            <p:nvCxnSpPr>
              <p:cNvPr id="22" name="连接符: 曲线 21">
                <a:extLst>
                  <a:ext uri="{FF2B5EF4-FFF2-40B4-BE49-F238E27FC236}">
                    <a16:creationId xmlns:a16="http://schemas.microsoft.com/office/drawing/2014/main" id="{5D9DCA7F-AC49-44A8-8A88-0C3DE1216D39}"/>
                  </a:ext>
                </a:extLst>
              </p:cNvPr>
              <p:cNvCxnSpPr>
                <a:cxnSpLocks/>
                <a:stCxn id="10" idx="2"/>
                <a:endCxn id="53" idx="1"/>
              </p:cNvCxnSpPr>
              <p:nvPr/>
            </p:nvCxnSpPr>
            <p:spPr>
              <a:xfrm rot="16200000" flipH="1">
                <a:off x="7114992" y="3673563"/>
                <a:ext cx="393733" cy="1861601"/>
              </a:xfrm>
              <a:prstGeom prst="curvedConnector2">
                <a:avLst/>
              </a:prstGeom>
              <a:ln w="25400">
                <a:solidFill>
                  <a:schemeClr val="accent1">
                    <a:lumMod val="75000"/>
                  </a:schemeClr>
                </a:solidFill>
                <a:tailEnd type="triangle" w="med" len="lg"/>
              </a:ln>
            </p:spPr>
            <p:style>
              <a:lnRef idx="1">
                <a:schemeClr val="accent1"/>
              </a:lnRef>
              <a:fillRef idx="0">
                <a:schemeClr val="accent1"/>
              </a:fillRef>
              <a:effectRef idx="0">
                <a:schemeClr val="accent1"/>
              </a:effectRef>
              <a:fontRef idx="minor">
                <a:schemeClr val="tx1"/>
              </a:fontRef>
            </p:style>
          </p:cxnSp>
          <p:sp>
            <p:nvSpPr>
              <p:cNvPr id="26" name="íşlïḍè">
                <a:extLst>
                  <a:ext uri="{FF2B5EF4-FFF2-40B4-BE49-F238E27FC236}">
                    <a16:creationId xmlns:a16="http://schemas.microsoft.com/office/drawing/2014/main" id="{B1924FF4-9119-4BBD-921A-663BF3DA1DDE}"/>
                  </a:ext>
                </a:extLst>
              </p:cNvPr>
              <p:cNvSpPr txBox="1"/>
              <p:nvPr/>
            </p:nvSpPr>
            <p:spPr>
              <a:xfrm>
                <a:off x="6449718" y="4706845"/>
                <a:ext cx="1460002" cy="511042"/>
              </a:xfrm>
              <a:prstGeom prst="rect">
                <a:avLst/>
              </a:prstGeom>
              <a:noFill/>
            </p:spPr>
            <p:txBody>
              <a:bodyPr wrap="square" lIns="91440" tIns="45720" rIns="91440" bIns="45720" anchor="ctr">
                <a:noAutofit/>
              </a:bodyPr>
              <a:lstStyle/>
              <a:p>
                <a:pPr algn="ctr"/>
                <a:r>
                  <a:rPr lang="zh-CN" altLang="en-US" b="1" dirty="0">
                    <a:solidFill>
                      <a:schemeClr val="accent1">
                        <a:lumMod val="75000"/>
                      </a:schemeClr>
                    </a:solidFill>
                  </a:rPr>
                  <a:t>检测出误码</a:t>
                </a:r>
                <a:endParaRPr lang="en-US" altLang="zh-CN" b="1" dirty="0">
                  <a:solidFill>
                    <a:schemeClr val="accent1">
                      <a:lumMod val="75000"/>
                    </a:schemeClr>
                  </a:solidFill>
                </a:endParaRPr>
              </a:p>
            </p:txBody>
          </p:sp>
        </p:grpSp>
      </p:grpSp>
      <p:sp>
        <p:nvSpPr>
          <p:cNvPr id="28" name="矩形 27">
            <a:extLst>
              <a:ext uri="{FF2B5EF4-FFF2-40B4-BE49-F238E27FC236}">
                <a16:creationId xmlns:a16="http://schemas.microsoft.com/office/drawing/2014/main" id="{965BE770-91AC-43E1-B32E-699C04F61FAA}"/>
              </a:ext>
            </a:extLst>
          </p:cNvPr>
          <p:cNvSpPr/>
          <p:nvPr/>
        </p:nvSpPr>
        <p:spPr>
          <a:xfrm>
            <a:off x="1015999" y="2027362"/>
            <a:ext cx="256976" cy="256976"/>
          </a:xfrm>
          <a:prstGeom prst="rect">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29" name="íşlïḍè">
            <a:extLst>
              <a:ext uri="{FF2B5EF4-FFF2-40B4-BE49-F238E27FC236}">
                <a16:creationId xmlns:a16="http://schemas.microsoft.com/office/drawing/2014/main" id="{F658335E-4088-4258-B012-DFBDEB3F6981}"/>
              </a:ext>
            </a:extLst>
          </p:cNvPr>
          <p:cNvSpPr txBox="1"/>
          <p:nvPr/>
        </p:nvSpPr>
        <p:spPr>
          <a:xfrm>
            <a:off x="1333226" y="2027361"/>
            <a:ext cx="3922929" cy="256179"/>
          </a:xfrm>
          <a:prstGeom prst="rect">
            <a:avLst/>
          </a:prstGeom>
          <a:noFill/>
        </p:spPr>
        <p:txBody>
          <a:bodyPr wrap="square" lIns="91440" tIns="45720" rIns="91440" bIns="45720" anchor="ctr">
            <a:noAutofit/>
          </a:bodyPr>
          <a:lstStyle/>
          <a:p>
            <a:r>
              <a:rPr lang="zh-CN" altLang="en-US" b="1" dirty="0"/>
              <a:t>数据链路层向其上层提供的服务类型</a:t>
            </a:r>
            <a:endParaRPr lang="en-US" altLang="zh-CN" b="1" dirty="0"/>
          </a:p>
        </p:txBody>
      </p:sp>
      <p:sp>
        <p:nvSpPr>
          <p:cNvPr id="30" name="矩形 29">
            <a:extLst>
              <a:ext uri="{FF2B5EF4-FFF2-40B4-BE49-F238E27FC236}">
                <a16:creationId xmlns:a16="http://schemas.microsoft.com/office/drawing/2014/main" id="{8810DB80-B0F7-4601-BDF1-B4D326314922}"/>
              </a:ext>
            </a:extLst>
          </p:cNvPr>
          <p:cNvSpPr/>
          <p:nvPr/>
        </p:nvSpPr>
        <p:spPr>
          <a:xfrm>
            <a:off x="1444693" y="2502219"/>
            <a:ext cx="256976" cy="256976"/>
          </a:xfrm>
          <a:prstGeom prst="rect">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31" name="íşlïḍè">
            <a:extLst>
              <a:ext uri="{FF2B5EF4-FFF2-40B4-BE49-F238E27FC236}">
                <a16:creationId xmlns:a16="http://schemas.microsoft.com/office/drawing/2014/main" id="{AC255468-931E-432B-B30B-C853313F9B3C}"/>
              </a:ext>
            </a:extLst>
          </p:cNvPr>
          <p:cNvSpPr txBox="1"/>
          <p:nvPr/>
        </p:nvSpPr>
        <p:spPr>
          <a:xfrm>
            <a:off x="1761920" y="2502218"/>
            <a:ext cx="1941729" cy="256179"/>
          </a:xfrm>
          <a:prstGeom prst="rect">
            <a:avLst/>
          </a:prstGeom>
          <a:noFill/>
        </p:spPr>
        <p:txBody>
          <a:bodyPr wrap="square" lIns="91440" tIns="45720" rIns="91440" bIns="45720" anchor="ctr">
            <a:noAutofit/>
          </a:bodyPr>
          <a:lstStyle/>
          <a:p>
            <a:r>
              <a:rPr lang="zh-CN" altLang="en-US" b="1" dirty="0">
                <a:solidFill>
                  <a:schemeClr val="accent1">
                    <a:lumMod val="75000"/>
                  </a:schemeClr>
                </a:solidFill>
              </a:rPr>
              <a:t>不可靠传输服务</a:t>
            </a:r>
            <a:r>
              <a:rPr lang="zh-CN" altLang="en-US" b="1" dirty="0"/>
              <a:t>：</a:t>
            </a:r>
            <a:endParaRPr lang="en-US" altLang="zh-CN" b="1" dirty="0"/>
          </a:p>
        </p:txBody>
      </p:sp>
      <p:sp>
        <p:nvSpPr>
          <p:cNvPr id="32" name="íşlïḍè">
            <a:extLst>
              <a:ext uri="{FF2B5EF4-FFF2-40B4-BE49-F238E27FC236}">
                <a16:creationId xmlns:a16="http://schemas.microsoft.com/office/drawing/2014/main" id="{5DA694DD-CFA0-48A2-8D96-505FF0CF0308}"/>
              </a:ext>
            </a:extLst>
          </p:cNvPr>
          <p:cNvSpPr txBox="1"/>
          <p:nvPr/>
        </p:nvSpPr>
        <p:spPr>
          <a:xfrm>
            <a:off x="3651022" y="2502218"/>
            <a:ext cx="4933813" cy="256179"/>
          </a:xfrm>
          <a:prstGeom prst="rect">
            <a:avLst/>
          </a:prstGeom>
          <a:noFill/>
        </p:spPr>
        <p:txBody>
          <a:bodyPr wrap="square" lIns="91440" tIns="45720" rIns="91440" bIns="45720" anchor="ctr">
            <a:noAutofit/>
          </a:bodyPr>
          <a:lstStyle/>
          <a:p>
            <a:r>
              <a:rPr lang="zh-CN" altLang="en-US" b="1" dirty="0">
                <a:solidFill>
                  <a:schemeClr val="accent1">
                    <a:lumMod val="75000"/>
                  </a:schemeClr>
                </a:solidFill>
              </a:rPr>
              <a:t>仅仅丢弃有误码的帧</a:t>
            </a:r>
            <a:r>
              <a:rPr lang="zh-CN" altLang="en-US" b="1" dirty="0"/>
              <a:t>，其他什么也不做；</a:t>
            </a:r>
            <a:endParaRPr lang="en-US" altLang="zh-CN" b="1" dirty="0"/>
          </a:p>
        </p:txBody>
      </p:sp>
    </p:spTree>
    <p:custDataLst>
      <p:tags r:id="rId1"/>
    </p:custDataLst>
    <p:extLst>
      <p:ext uri="{BB962C8B-B14F-4D97-AF65-F5344CB8AC3E}">
        <p14:creationId xmlns:p14="http://schemas.microsoft.com/office/powerpoint/2010/main" val="3271328632"/>
      </p:ext>
    </p:extLst>
  </p:cSld>
  <p:clrMapOvr>
    <a:masterClrMapping/>
  </p:clrMapOvr>
  <mc:AlternateContent xmlns:mc="http://schemas.openxmlformats.org/markup-compatibility/2006" xmlns:p14="http://schemas.microsoft.com/office/powerpoint/2010/main">
    <mc:Choice Requires="p14">
      <p:transition p14:dur="10"/>
    </mc:Choice>
    <mc:Fallback xmlns="">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49" presetClass="entr" presetSubtype="0" decel="100000" fill="hold" grpId="0" nodeType="withEffect">
                                  <p:stCondLst>
                                    <p:cond delay="0"/>
                                  </p:stCondLst>
                                  <p:childTnLst>
                                    <p:set>
                                      <p:cBhvr>
                                        <p:cTn id="6" dur="1" fill="hold">
                                          <p:stCondLst>
                                            <p:cond delay="0"/>
                                          </p:stCondLst>
                                        </p:cTn>
                                        <p:tgtEl>
                                          <p:spTgt spid="30"/>
                                        </p:tgtEl>
                                        <p:attrNameLst>
                                          <p:attrName>style.visibility</p:attrName>
                                        </p:attrNameLst>
                                      </p:cBhvr>
                                      <p:to>
                                        <p:strVal val="visible"/>
                                      </p:to>
                                    </p:set>
                                    <p:anim calcmode="lin" valueType="num">
                                      <p:cBhvr>
                                        <p:cTn id="7" dur="500" fill="hold"/>
                                        <p:tgtEl>
                                          <p:spTgt spid="30"/>
                                        </p:tgtEl>
                                        <p:attrNameLst>
                                          <p:attrName>ppt_w</p:attrName>
                                        </p:attrNameLst>
                                      </p:cBhvr>
                                      <p:tavLst>
                                        <p:tav tm="0">
                                          <p:val>
                                            <p:fltVal val="0"/>
                                          </p:val>
                                        </p:tav>
                                        <p:tav tm="100000">
                                          <p:val>
                                            <p:strVal val="#ppt_w"/>
                                          </p:val>
                                        </p:tav>
                                      </p:tavLst>
                                    </p:anim>
                                    <p:anim calcmode="lin" valueType="num">
                                      <p:cBhvr>
                                        <p:cTn id="8" dur="500" fill="hold"/>
                                        <p:tgtEl>
                                          <p:spTgt spid="30"/>
                                        </p:tgtEl>
                                        <p:attrNameLst>
                                          <p:attrName>ppt_h</p:attrName>
                                        </p:attrNameLst>
                                      </p:cBhvr>
                                      <p:tavLst>
                                        <p:tav tm="0">
                                          <p:val>
                                            <p:fltVal val="0"/>
                                          </p:val>
                                        </p:tav>
                                        <p:tav tm="100000">
                                          <p:val>
                                            <p:strVal val="#ppt_h"/>
                                          </p:val>
                                        </p:tav>
                                      </p:tavLst>
                                    </p:anim>
                                    <p:anim calcmode="lin" valueType="num">
                                      <p:cBhvr>
                                        <p:cTn id="9" dur="500" fill="hold"/>
                                        <p:tgtEl>
                                          <p:spTgt spid="30"/>
                                        </p:tgtEl>
                                        <p:attrNameLst>
                                          <p:attrName>style.rotation</p:attrName>
                                        </p:attrNameLst>
                                      </p:cBhvr>
                                      <p:tavLst>
                                        <p:tav tm="0">
                                          <p:val>
                                            <p:fltVal val="360"/>
                                          </p:val>
                                        </p:tav>
                                        <p:tav tm="100000">
                                          <p:val>
                                            <p:fltVal val="0"/>
                                          </p:val>
                                        </p:tav>
                                      </p:tavLst>
                                    </p:anim>
                                    <p:animEffect transition="in" filter="fade">
                                      <p:cBhvr>
                                        <p:cTn id="10" dur="500"/>
                                        <p:tgtEl>
                                          <p:spTgt spid="30"/>
                                        </p:tgtEl>
                                      </p:cBhvr>
                                    </p:animEffect>
                                  </p:childTnLst>
                                </p:cTn>
                              </p:par>
                            </p:childTnLst>
                          </p:cTn>
                        </p:par>
                        <p:par>
                          <p:cTn id="11" fill="hold">
                            <p:stCondLst>
                              <p:cond delay="500"/>
                            </p:stCondLst>
                            <p:childTnLst>
                              <p:par>
                                <p:cTn id="12" presetID="1" presetClass="entr" presetSubtype="0" fill="hold" grpId="0" nodeType="afterEffect">
                                  <p:stCondLst>
                                    <p:cond delay="0"/>
                                  </p:stCondLst>
                                  <p:iterate type="lt">
                                    <p:tmAbs val="100"/>
                                  </p:iterate>
                                  <p:childTnLst>
                                    <p:set>
                                      <p:cBhvr>
                                        <p:cTn id="13" dur="1" fill="hold">
                                          <p:stCondLst>
                                            <p:cond delay="0"/>
                                          </p:stCondLst>
                                        </p:cTn>
                                        <p:tgtEl>
                                          <p:spTgt spid="31"/>
                                        </p:tgtEl>
                                        <p:attrNameLst>
                                          <p:attrName>style.visibility</p:attrName>
                                        </p:attrNameLst>
                                      </p:cBhvr>
                                      <p:to>
                                        <p:strVal val="visible"/>
                                      </p:to>
                                    </p:set>
                                  </p:childTnLst>
                                </p:cTn>
                              </p:par>
                            </p:childTnLst>
                          </p:cTn>
                        </p:par>
                      </p:childTnLst>
                    </p:cTn>
                  </p:par>
                  <p:par>
                    <p:cTn id="14" fill="hold">
                      <p:stCondLst>
                        <p:cond delay="indefinite"/>
                      </p:stCondLst>
                      <p:childTnLst>
                        <p:par>
                          <p:cTn id="15" fill="hold">
                            <p:stCondLst>
                              <p:cond delay="0"/>
                            </p:stCondLst>
                            <p:childTnLst>
                              <p:par>
                                <p:cTn id="16" presetID="1" presetClass="entr" presetSubtype="0" fill="hold" grpId="0" nodeType="clickEffect">
                                  <p:stCondLst>
                                    <p:cond delay="0"/>
                                  </p:stCondLst>
                                  <p:iterate type="lt">
                                    <p:tmAbs val="100"/>
                                  </p:iterate>
                                  <p:childTnLst>
                                    <p:set>
                                      <p:cBhvr>
                                        <p:cTn id="17" dur="1" fill="hold">
                                          <p:stCondLst>
                                            <p:cond delay="0"/>
                                          </p:stCondLst>
                                        </p:cTn>
                                        <p:tgtEl>
                                          <p:spTgt spid="32"/>
                                        </p:tgtEl>
                                        <p:attrNameLst>
                                          <p:attrName>style.visibility</p:attrName>
                                        </p:attrNameLst>
                                      </p:cBhvr>
                                      <p:to>
                                        <p:strVal val="visible"/>
                                      </p:to>
                                    </p:set>
                                  </p:childTnLst>
                                </p:cTn>
                              </p:par>
                            </p:childTnLst>
                          </p:cTn>
                        </p:par>
                        <p:par>
                          <p:cTn id="18" fill="hold">
                            <p:stCondLst>
                              <p:cond delay="1701"/>
                            </p:stCondLst>
                            <p:childTnLst>
                              <p:par>
                                <p:cTn id="19" presetID="37" presetClass="exit" presetSubtype="0" fill="hold" nodeType="afterEffect">
                                  <p:stCondLst>
                                    <p:cond delay="0"/>
                                  </p:stCondLst>
                                  <p:childTnLst>
                                    <p:animEffect transition="out" filter="fade">
                                      <p:cBhvr>
                                        <p:cTn id="20" dur="1000"/>
                                        <p:tgtEl>
                                          <p:spTgt spid="7"/>
                                        </p:tgtEl>
                                      </p:cBhvr>
                                    </p:animEffect>
                                    <p:anim calcmode="lin" valueType="num">
                                      <p:cBhvr>
                                        <p:cTn id="21" dur="1000"/>
                                        <p:tgtEl>
                                          <p:spTgt spid="7"/>
                                        </p:tgtEl>
                                        <p:attrNameLst>
                                          <p:attrName>ppt_x</p:attrName>
                                        </p:attrNameLst>
                                      </p:cBhvr>
                                      <p:tavLst>
                                        <p:tav tm="0">
                                          <p:val>
                                            <p:strVal val="ppt_x"/>
                                          </p:val>
                                        </p:tav>
                                        <p:tav tm="100000">
                                          <p:val>
                                            <p:strVal val="ppt_x"/>
                                          </p:val>
                                        </p:tav>
                                      </p:tavLst>
                                    </p:anim>
                                    <p:anim calcmode="lin" valueType="num">
                                      <p:cBhvr>
                                        <p:cTn id="22" dur="100" decel="100000"/>
                                        <p:tgtEl>
                                          <p:spTgt spid="7"/>
                                        </p:tgtEl>
                                        <p:attrNameLst>
                                          <p:attrName>ppt_y</p:attrName>
                                        </p:attrNameLst>
                                      </p:cBhvr>
                                      <p:tavLst>
                                        <p:tav tm="0">
                                          <p:val>
                                            <p:strVal val="ppt_y"/>
                                          </p:val>
                                        </p:tav>
                                        <p:tav tm="100000">
                                          <p:val>
                                            <p:strVal val="ppt_y-.03"/>
                                          </p:val>
                                        </p:tav>
                                      </p:tavLst>
                                    </p:anim>
                                    <p:anim calcmode="lin" valueType="num">
                                      <p:cBhvr>
                                        <p:cTn id="23" dur="900" accel="100000">
                                          <p:stCondLst>
                                            <p:cond delay="100"/>
                                          </p:stCondLst>
                                        </p:cTn>
                                        <p:tgtEl>
                                          <p:spTgt spid="7"/>
                                        </p:tgtEl>
                                        <p:attrNameLst>
                                          <p:attrName>ppt_y</p:attrName>
                                        </p:attrNameLst>
                                      </p:cBhvr>
                                      <p:tavLst>
                                        <p:tav tm="0">
                                          <p:val>
                                            <p:strVal val="ppt_y"/>
                                          </p:val>
                                        </p:tav>
                                        <p:tav tm="100000">
                                          <p:val>
                                            <p:strVal val="ppt_y+1"/>
                                          </p:val>
                                        </p:tav>
                                      </p:tavLst>
                                    </p:anim>
                                    <p:set>
                                      <p:cBhvr>
                                        <p:cTn id="24" dur="1" fill="hold">
                                          <p:stCondLst>
                                            <p:cond delay="999"/>
                                          </p:stCondLst>
                                        </p:cTn>
                                        <p:tgtEl>
                                          <p:spTgt spid="7"/>
                                        </p:tgtEl>
                                        <p:attrNameLst>
                                          <p:attrName>style.visibility</p:attrName>
                                        </p:attrNameLst>
                                      </p:cBhvr>
                                      <p:to>
                                        <p:strVal val="hidden"/>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0" grpId="0" animBg="1"/>
      <p:bldP spid="31" grpId="0"/>
      <p:bldP spid="32" grpId="0"/>
    </p:bldLst>
  </p:timing>
</p:sld>
</file>

<file path=ppt/slides/slide10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11" name="组合 10">
            <a:extLst>
              <a:ext uri="{FF2B5EF4-FFF2-40B4-BE49-F238E27FC236}">
                <a16:creationId xmlns:a16="http://schemas.microsoft.com/office/drawing/2014/main" id="{9C7D648F-8CAF-4A6C-8D04-99D2E167BDA8}"/>
              </a:ext>
            </a:extLst>
          </p:cNvPr>
          <p:cNvGrpSpPr/>
          <p:nvPr/>
        </p:nvGrpSpPr>
        <p:grpSpPr>
          <a:xfrm>
            <a:off x="5874519" y="4006215"/>
            <a:ext cx="4970953" cy="401283"/>
            <a:chOff x="2578739" y="4006215"/>
            <a:chExt cx="4970953" cy="401283"/>
          </a:xfrm>
        </p:grpSpPr>
        <p:sp>
          <p:nvSpPr>
            <p:cNvPr id="10" name="矩形 9">
              <a:extLst>
                <a:ext uri="{FF2B5EF4-FFF2-40B4-BE49-F238E27FC236}">
                  <a16:creationId xmlns:a16="http://schemas.microsoft.com/office/drawing/2014/main" id="{530C36B3-CAA4-4FBC-B92F-2E3422784CF7}"/>
                </a:ext>
              </a:extLst>
            </p:cNvPr>
            <p:cNvSpPr/>
            <p:nvPr/>
          </p:nvSpPr>
          <p:spPr>
            <a:xfrm>
              <a:off x="2578739" y="4006215"/>
              <a:ext cx="1013078" cy="401283"/>
            </a:xfrm>
            <a:prstGeom prst="rect">
              <a:avLst/>
            </a:prstGeom>
            <a:solidFill>
              <a:schemeClr val="accent4"/>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zh-CN" altLang="en-US" b="1" dirty="0"/>
                <a:t>帧首部</a:t>
              </a:r>
            </a:p>
          </p:txBody>
        </p:sp>
        <p:sp>
          <p:nvSpPr>
            <p:cNvPr id="51" name="矩形 50">
              <a:extLst>
                <a:ext uri="{FF2B5EF4-FFF2-40B4-BE49-F238E27FC236}">
                  <a16:creationId xmlns:a16="http://schemas.microsoft.com/office/drawing/2014/main" id="{560A5E7C-5161-4B6E-A74F-D15E7606A5CD}"/>
                </a:ext>
              </a:extLst>
            </p:cNvPr>
            <p:cNvSpPr/>
            <p:nvPr/>
          </p:nvSpPr>
          <p:spPr>
            <a:xfrm>
              <a:off x="6536614" y="4006215"/>
              <a:ext cx="1013078" cy="401283"/>
            </a:xfrm>
            <a:prstGeom prst="rect">
              <a:avLst/>
            </a:prstGeom>
            <a:solidFill>
              <a:schemeClr val="accent4"/>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zh-CN" altLang="en-US" b="1" dirty="0"/>
                <a:t>帧尾部</a:t>
              </a:r>
            </a:p>
          </p:txBody>
        </p:sp>
        <p:sp>
          <p:nvSpPr>
            <p:cNvPr id="52" name="矩形 51">
              <a:extLst>
                <a:ext uri="{FF2B5EF4-FFF2-40B4-BE49-F238E27FC236}">
                  <a16:creationId xmlns:a16="http://schemas.microsoft.com/office/drawing/2014/main" id="{924D77DE-ACBC-4352-A637-85E4A1C699D7}"/>
                </a:ext>
              </a:extLst>
            </p:cNvPr>
            <p:cNvSpPr/>
            <p:nvPr/>
          </p:nvSpPr>
          <p:spPr>
            <a:xfrm>
              <a:off x="3591816" y="4006215"/>
              <a:ext cx="2944797" cy="401283"/>
            </a:xfrm>
            <a:prstGeom prst="rect">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zh-CN" altLang="en-US" b="1" dirty="0">
                  <a:solidFill>
                    <a:schemeClr val="accent1">
                      <a:lumMod val="75000"/>
                    </a:schemeClr>
                  </a:solidFill>
                </a:rPr>
                <a:t>“之前的帧有误码”</a:t>
              </a:r>
            </a:p>
          </p:txBody>
        </p:sp>
      </p:grpSp>
      <p:grpSp>
        <p:nvGrpSpPr>
          <p:cNvPr id="4" name="组合 3">
            <a:extLst>
              <a:ext uri="{FF2B5EF4-FFF2-40B4-BE49-F238E27FC236}">
                <a16:creationId xmlns:a16="http://schemas.microsoft.com/office/drawing/2014/main" id="{9A1EA9F2-FCB6-48C3-935F-7AE7E3AD14AC}"/>
              </a:ext>
            </a:extLst>
          </p:cNvPr>
          <p:cNvGrpSpPr/>
          <p:nvPr/>
        </p:nvGrpSpPr>
        <p:grpSpPr>
          <a:xfrm>
            <a:off x="304800" y="749300"/>
            <a:ext cx="6192344" cy="400110"/>
            <a:chOff x="424117" y="898245"/>
            <a:chExt cx="6192344" cy="400110"/>
          </a:xfrm>
        </p:grpSpPr>
        <p:sp>
          <p:nvSpPr>
            <p:cNvPr id="2" name="平行四边形 1">
              <a:extLst>
                <a:ext uri="{FF2B5EF4-FFF2-40B4-BE49-F238E27FC236}">
                  <a16:creationId xmlns:a16="http://schemas.microsoft.com/office/drawing/2014/main" id="{1F5BAA3F-9845-4F89-A2DD-8222D3E4EDAC}"/>
                </a:ext>
              </a:extLst>
            </p:cNvPr>
            <p:cNvSpPr/>
            <p:nvPr/>
          </p:nvSpPr>
          <p:spPr>
            <a:xfrm>
              <a:off x="424117" y="898245"/>
              <a:ext cx="628306" cy="387090"/>
            </a:xfrm>
            <a:prstGeom prst="parallelogram">
              <a:avLst/>
            </a:prstGeom>
            <a:solidFill>
              <a:schemeClr val="accent3">
                <a:lumMod val="75000"/>
              </a:schemeClr>
            </a:solidFill>
            <a:ln>
              <a:solidFill>
                <a:schemeClr val="accent3">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CN" sz="2200" dirty="0">
                  <a:latin typeface="Impact" panose="020B0806030902050204" pitchFamily="34" charset="0"/>
                </a:rPr>
                <a:t>01</a:t>
              </a:r>
              <a:endParaRPr lang="zh-CN" altLang="en-US" sz="2200" dirty="0">
                <a:latin typeface="Impact" panose="020B0806030902050204" pitchFamily="34" charset="0"/>
              </a:endParaRPr>
            </a:p>
          </p:txBody>
        </p:sp>
        <p:sp>
          <p:nvSpPr>
            <p:cNvPr id="3" name="文本框 2">
              <a:extLst>
                <a:ext uri="{FF2B5EF4-FFF2-40B4-BE49-F238E27FC236}">
                  <a16:creationId xmlns:a16="http://schemas.microsoft.com/office/drawing/2014/main" id="{4D6BD736-A4D3-4F26-AFED-36E11F50F70B}"/>
                </a:ext>
              </a:extLst>
            </p:cNvPr>
            <p:cNvSpPr txBox="1"/>
            <p:nvPr/>
          </p:nvSpPr>
          <p:spPr>
            <a:xfrm>
              <a:off x="1052423" y="898245"/>
              <a:ext cx="5564038" cy="400110"/>
            </a:xfrm>
            <a:prstGeom prst="rect">
              <a:avLst/>
            </a:prstGeom>
            <a:noFill/>
          </p:spPr>
          <p:txBody>
            <a:bodyPr wrap="square" rtlCol="0">
              <a:spAutoFit/>
            </a:bodyPr>
            <a:lstStyle/>
            <a:p>
              <a:r>
                <a:rPr lang="zh-CN" altLang="en-US" sz="2000" b="1" dirty="0"/>
                <a:t>可靠传输的相关基本概念</a:t>
              </a:r>
            </a:p>
          </p:txBody>
        </p:sp>
      </p:grpSp>
      <p:sp>
        <p:nvSpPr>
          <p:cNvPr id="8" name="矩形 7">
            <a:extLst>
              <a:ext uri="{FF2B5EF4-FFF2-40B4-BE49-F238E27FC236}">
                <a16:creationId xmlns:a16="http://schemas.microsoft.com/office/drawing/2014/main" id="{C7720255-4E6C-41B6-A880-D93377A356B5}"/>
              </a:ext>
            </a:extLst>
          </p:cNvPr>
          <p:cNvSpPr/>
          <p:nvPr/>
        </p:nvSpPr>
        <p:spPr>
          <a:xfrm>
            <a:off x="1016000" y="1297642"/>
            <a:ext cx="256976" cy="256976"/>
          </a:xfrm>
          <a:prstGeom prst="rect">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9" name="íşlïḍè">
            <a:extLst>
              <a:ext uri="{FF2B5EF4-FFF2-40B4-BE49-F238E27FC236}">
                <a16:creationId xmlns:a16="http://schemas.microsoft.com/office/drawing/2014/main" id="{1E3208DB-9CB5-439E-87A6-F640C77C2B32}"/>
              </a:ext>
            </a:extLst>
          </p:cNvPr>
          <p:cNvSpPr txBox="1"/>
          <p:nvPr/>
        </p:nvSpPr>
        <p:spPr>
          <a:xfrm>
            <a:off x="1333227" y="1297641"/>
            <a:ext cx="10232983" cy="511042"/>
          </a:xfrm>
          <a:prstGeom prst="rect">
            <a:avLst/>
          </a:prstGeom>
          <a:noFill/>
        </p:spPr>
        <p:txBody>
          <a:bodyPr wrap="square" lIns="91440" tIns="45720" rIns="91440" bIns="45720" anchor="ctr">
            <a:noAutofit/>
          </a:bodyPr>
          <a:lstStyle/>
          <a:p>
            <a:r>
              <a:rPr lang="zh-CN" altLang="en-US" b="1" dirty="0"/>
              <a:t>使用</a:t>
            </a:r>
            <a:r>
              <a:rPr lang="zh-CN" altLang="en-US" b="1" dirty="0">
                <a:solidFill>
                  <a:schemeClr val="accent1">
                    <a:lumMod val="75000"/>
                  </a:schemeClr>
                </a:solidFill>
              </a:rPr>
              <a:t>差错检测技术</a:t>
            </a:r>
            <a:r>
              <a:rPr lang="zh-CN" altLang="en-US" b="1" dirty="0"/>
              <a:t>（例如循环冗余校验</a:t>
            </a:r>
            <a:r>
              <a:rPr lang="en-US" altLang="zh-CN" b="1" dirty="0"/>
              <a:t>CRC</a:t>
            </a:r>
            <a:r>
              <a:rPr lang="zh-CN" altLang="en-US" b="1" dirty="0"/>
              <a:t>），接收方的数据链路层就可检测出帧在传输过程中是否产生了</a:t>
            </a:r>
            <a:r>
              <a:rPr lang="zh-CN" altLang="en-US" b="1" dirty="0">
                <a:solidFill>
                  <a:schemeClr val="accent1">
                    <a:lumMod val="75000"/>
                  </a:schemeClr>
                </a:solidFill>
              </a:rPr>
              <a:t>误码</a:t>
            </a:r>
            <a:r>
              <a:rPr lang="zh-CN" altLang="en-US" b="1" dirty="0"/>
              <a:t>（比特差错）。</a:t>
            </a:r>
            <a:endParaRPr lang="en-US" altLang="zh-CN" b="1" dirty="0"/>
          </a:p>
        </p:txBody>
      </p:sp>
      <p:grpSp>
        <p:nvGrpSpPr>
          <p:cNvPr id="12" name="组合 11">
            <a:extLst>
              <a:ext uri="{FF2B5EF4-FFF2-40B4-BE49-F238E27FC236}">
                <a16:creationId xmlns:a16="http://schemas.microsoft.com/office/drawing/2014/main" id="{313A0EE4-AF2F-4EF7-9B11-657D152500C7}"/>
              </a:ext>
            </a:extLst>
          </p:cNvPr>
          <p:cNvGrpSpPr/>
          <p:nvPr/>
        </p:nvGrpSpPr>
        <p:grpSpPr>
          <a:xfrm>
            <a:off x="625788" y="4000535"/>
            <a:ext cx="10940423" cy="641082"/>
            <a:chOff x="601699" y="5648354"/>
            <a:chExt cx="10940423" cy="641082"/>
          </a:xfrm>
        </p:grpSpPr>
        <p:cxnSp>
          <p:nvCxnSpPr>
            <p:cNvPr id="23" name="直接连接符 22">
              <a:extLst>
                <a:ext uri="{FF2B5EF4-FFF2-40B4-BE49-F238E27FC236}">
                  <a16:creationId xmlns:a16="http://schemas.microsoft.com/office/drawing/2014/main" id="{BDADF065-0436-4D5A-92A4-67B4F392F33D}"/>
                </a:ext>
              </a:extLst>
            </p:cNvPr>
            <p:cNvCxnSpPr>
              <a:cxnSpLocks/>
            </p:cNvCxnSpPr>
            <p:nvPr/>
          </p:nvCxnSpPr>
          <p:spPr>
            <a:xfrm>
              <a:off x="1143721" y="6126777"/>
              <a:ext cx="10027235"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pic>
          <p:nvPicPr>
            <p:cNvPr id="24" name="图形 23">
              <a:extLst>
                <a:ext uri="{FF2B5EF4-FFF2-40B4-BE49-F238E27FC236}">
                  <a16:creationId xmlns:a16="http://schemas.microsoft.com/office/drawing/2014/main" id="{0E73258F-7C5A-4C4A-9D02-9265691C3F02}"/>
                </a:ext>
              </a:extLst>
            </p:cNvPr>
            <p:cNvPicPr>
              <a:picLocks noChangeAspect="1"/>
            </p:cNvPicPr>
            <p:nvPr/>
          </p:nvPicPr>
          <p:blipFill>
            <a:blip r:embed="rId3">
              <a:extLst>
                <a:ext uri="{28A0092B-C50C-407E-A947-70E740481C1C}">
                  <a14:useLocalDpi xmlns:a14="http://schemas.microsoft.com/office/drawing/2010/main" val="0"/>
                </a:ext>
                <a:ext uri="{96DAC541-7B7A-43D3-8B79-37D633B846F1}">
                  <asvg:svgBlip xmlns:asvg="http://schemas.microsoft.com/office/drawing/2016/SVG/main" r:embed="rId4"/>
                </a:ext>
              </a:extLst>
            </a:blip>
            <a:stretch>
              <a:fillRect/>
            </a:stretch>
          </p:blipFill>
          <p:spPr>
            <a:xfrm>
              <a:off x="601699" y="5648354"/>
              <a:ext cx="662814" cy="641082"/>
            </a:xfrm>
            <a:prstGeom prst="rect">
              <a:avLst/>
            </a:prstGeom>
          </p:spPr>
        </p:pic>
        <p:pic>
          <p:nvPicPr>
            <p:cNvPr id="25" name="图形 24">
              <a:extLst>
                <a:ext uri="{FF2B5EF4-FFF2-40B4-BE49-F238E27FC236}">
                  <a16:creationId xmlns:a16="http://schemas.microsoft.com/office/drawing/2014/main" id="{D898DB40-49B3-4A19-A1F9-3897BC630E2B}"/>
                </a:ext>
              </a:extLst>
            </p:cNvPr>
            <p:cNvPicPr>
              <a:picLocks noChangeAspect="1"/>
            </p:cNvPicPr>
            <p:nvPr/>
          </p:nvPicPr>
          <p:blipFill>
            <a:blip r:embed="rId3">
              <a:extLst>
                <a:ext uri="{28A0092B-C50C-407E-A947-70E740481C1C}">
                  <a14:useLocalDpi xmlns:a14="http://schemas.microsoft.com/office/drawing/2010/main" val="0"/>
                </a:ext>
                <a:ext uri="{96DAC541-7B7A-43D3-8B79-37D633B846F1}">
                  <asvg:svgBlip xmlns:asvg="http://schemas.microsoft.com/office/drawing/2016/SVG/main" r:embed="rId4"/>
                </a:ext>
              </a:extLst>
            </a:blip>
            <a:stretch>
              <a:fillRect/>
            </a:stretch>
          </p:blipFill>
          <p:spPr>
            <a:xfrm>
              <a:off x="10879308" y="5648354"/>
              <a:ext cx="662814" cy="641082"/>
            </a:xfrm>
            <a:prstGeom prst="rect">
              <a:avLst/>
            </a:prstGeom>
          </p:spPr>
        </p:pic>
      </p:grpSp>
      <p:sp>
        <p:nvSpPr>
          <p:cNvPr id="28" name="矩形 27">
            <a:extLst>
              <a:ext uri="{FF2B5EF4-FFF2-40B4-BE49-F238E27FC236}">
                <a16:creationId xmlns:a16="http://schemas.microsoft.com/office/drawing/2014/main" id="{965BE770-91AC-43E1-B32E-699C04F61FAA}"/>
              </a:ext>
            </a:extLst>
          </p:cNvPr>
          <p:cNvSpPr/>
          <p:nvPr/>
        </p:nvSpPr>
        <p:spPr>
          <a:xfrm>
            <a:off x="1015999" y="2027362"/>
            <a:ext cx="256976" cy="256976"/>
          </a:xfrm>
          <a:prstGeom prst="rect">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29" name="íşlïḍè">
            <a:extLst>
              <a:ext uri="{FF2B5EF4-FFF2-40B4-BE49-F238E27FC236}">
                <a16:creationId xmlns:a16="http://schemas.microsoft.com/office/drawing/2014/main" id="{F658335E-4088-4258-B012-DFBDEB3F6981}"/>
              </a:ext>
            </a:extLst>
          </p:cNvPr>
          <p:cNvSpPr txBox="1"/>
          <p:nvPr/>
        </p:nvSpPr>
        <p:spPr>
          <a:xfrm>
            <a:off x="1333226" y="2027361"/>
            <a:ext cx="3922929" cy="256179"/>
          </a:xfrm>
          <a:prstGeom prst="rect">
            <a:avLst/>
          </a:prstGeom>
          <a:noFill/>
        </p:spPr>
        <p:txBody>
          <a:bodyPr wrap="square" lIns="91440" tIns="45720" rIns="91440" bIns="45720" anchor="ctr">
            <a:noAutofit/>
          </a:bodyPr>
          <a:lstStyle/>
          <a:p>
            <a:r>
              <a:rPr lang="zh-CN" altLang="en-US" b="1" dirty="0"/>
              <a:t>数据链路层向其上层提供的服务类型</a:t>
            </a:r>
            <a:endParaRPr lang="en-US" altLang="zh-CN" b="1" dirty="0"/>
          </a:p>
        </p:txBody>
      </p:sp>
      <p:sp>
        <p:nvSpPr>
          <p:cNvPr id="30" name="矩形 29">
            <a:extLst>
              <a:ext uri="{FF2B5EF4-FFF2-40B4-BE49-F238E27FC236}">
                <a16:creationId xmlns:a16="http://schemas.microsoft.com/office/drawing/2014/main" id="{8810DB80-B0F7-4601-BDF1-B4D326314922}"/>
              </a:ext>
            </a:extLst>
          </p:cNvPr>
          <p:cNvSpPr/>
          <p:nvPr/>
        </p:nvSpPr>
        <p:spPr>
          <a:xfrm>
            <a:off x="1444693" y="2502219"/>
            <a:ext cx="256976" cy="256976"/>
          </a:xfrm>
          <a:prstGeom prst="rect">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31" name="íşlïḍè">
            <a:extLst>
              <a:ext uri="{FF2B5EF4-FFF2-40B4-BE49-F238E27FC236}">
                <a16:creationId xmlns:a16="http://schemas.microsoft.com/office/drawing/2014/main" id="{AC255468-931E-432B-B30B-C853313F9B3C}"/>
              </a:ext>
            </a:extLst>
          </p:cNvPr>
          <p:cNvSpPr txBox="1"/>
          <p:nvPr/>
        </p:nvSpPr>
        <p:spPr>
          <a:xfrm>
            <a:off x="1761920" y="2502218"/>
            <a:ext cx="1941729" cy="256179"/>
          </a:xfrm>
          <a:prstGeom prst="rect">
            <a:avLst/>
          </a:prstGeom>
          <a:noFill/>
        </p:spPr>
        <p:txBody>
          <a:bodyPr wrap="square" lIns="91440" tIns="45720" rIns="91440" bIns="45720" anchor="ctr">
            <a:noAutofit/>
          </a:bodyPr>
          <a:lstStyle/>
          <a:p>
            <a:r>
              <a:rPr lang="zh-CN" altLang="en-US" b="1" dirty="0">
                <a:solidFill>
                  <a:schemeClr val="accent1">
                    <a:lumMod val="75000"/>
                  </a:schemeClr>
                </a:solidFill>
              </a:rPr>
              <a:t>不可靠传输服务</a:t>
            </a:r>
            <a:r>
              <a:rPr lang="zh-CN" altLang="en-US" b="1" dirty="0"/>
              <a:t>：</a:t>
            </a:r>
            <a:endParaRPr lang="en-US" altLang="zh-CN" b="1" dirty="0"/>
          </a:p>
        </p:txBody>
      </p:sp>
      <p:sp>
        <p:nvSpPr>
          <p:cNvPr id="32" name="íşlïḍè">
            <a:extLst>
              <a:ext uri="{FF2B5EF4-FFF2-40B4-BE49-F238E27FC236}">
                <a16:creationId xmlns:a16="http://schemas.microsoft.com/office/drawing/2014/main" id="{5DA694DD-CFA0-48A2-8D96-505FF0CF0308}"/>
              </a:ext>
            </a:extLst>
          </p:cNvPr>
          <p:cNvSpPr txBox="1"/>
          <p:nvPr/>
        </p:nvSpPr>
        <p:spPr>
          <a:xfrm>
            <a:off x="3651022" y="2502218"/>
            <a:ext cx="4933813" cy="256179"/>
          </a:xfrm>
          <a:prstGeom prst="rect">
            <a:avLst/>
          </a:prstGeom>
          <a:noFill/>
        </p:spPr>
        <p:txBody>
          <a:bodyPr wrap="square" lIns="91440" tIns="45720" rIns="91440" bIns="45720" anchor="ctr">
            <a:noAutofit/>
          </a:bodyPr>
          <a:lstStyle/>
          <a:p>
            <a:r>
              <a:rPr lang="zh-CN" altLang="en-US" b="1" dirty="0">
                <a:solidFill>
                  <a:schemeClr val="accent1">
                    <a:lumMod val="75000"/>
                  </a:schemeClr>
                </a:solidFill>
              </a:rPr>
              <a:t>仅仅丢弃有误码的帧</a:t>
            </a:r>
            <a:r>
              <a:rPr lang="zh-CN" altLang="en-US" b="1" dirty="0"/>
              <a:t>，其他什么也不做；</a:t>
            </a:r>
            <a:endParaRPr lang="en-US" altLang="zh-CN" b="1" dirty="0"/>
          </a:p>
        </p:txBody>
      </p:sp>
      <p:sp>
        <p:nvSpPr>
          <p:cNvPr id="33" name="矩形 32">
            <a:extLst>
              <a:ext uri="{FF2B5EF4-FFF2-40B4-BE49-F238E27FC236}">
                <a16:creationId xmlns:a16="http://schemas.microsoft.com/office/drawing/2014/main" id="{D937D681-6D33-4E79-9F85-CFD7015057B8}"/>
              </a:ext>
            </a:extLst>
          </p:cNvPr>
          <p:cNvSpPr/>
          <p:nvPr/>
        </p:nvSpPr>
        <p:spPr>
          <a:xfrm>
            <a:off x="1444693" y="2977076"/>
            <a:ext cx="256976" cy="256976"/>
          </a:xfrm>
          <a:prstGeom prst="rect">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34" name="íşlïḍè">
            <a:extLst>
              <a:ext uri="{FF2B5EF4-FFF2-40B4-BE49-F238E27FC236}">
                <a16:creationId xmlns:a16="http://schemas.microsoft.com/office/drawing/2014/main" id="{1D207B5C-77D6-43D0-8A10-D7C940EFDCC4}"/>
              </a:ext>
            </a:extLst>
          </p:cNvPr>
          <p:cNvSpPr txBox="1"/>
          <p:nvPr/>
        </p:nvSpPr>
        <p:spPr>
          <a:xfrm>
            <a:off x="1761920" y="2977075"/>
            <a:ext cx="1941729" cy="256179"/>
          </a:xfrm>
          <a:prstGeom prst="rect">
            <a:avLst/>
          </a:prstGeom>
          <a:noFill/>
        </p:spPr>
        <p:txBody>
          <a:bodyPr wrap="square" lIns="91440" tIns="45720" rIns="91440" bIns="45720" anchor="ctr">
            <a:noAutofit/>
          </a:bodyPr>
          <a:lstStyle/>
          <a:p>
            <a:r>
              <a:rPr lang="zh-CN" altLang="en-US" b="1" dirty="0">
                <a:solidFill>
                  <a:schemeClr val="accent1">
                    <a:lumMod val="75000"/>
                  </a:schemeClr>
                </a:solidFill>
              </a:rPr>
              <a:t>可靠传输服务</a:t>
            </a:r>
            <a:r>
              <a:rPr lang="zh-CN" altLang="en-US" b="1" dirty="0"/>
              <a:t>：</a:t>
            </a:r>
            <a:endParaRPr lang="en-US" altLang="zh-CN" b="1" dirty="0"/>
          </a:p>
        </p:txBody>
      </p:sp>
      <p:sp>
        <p:nvSpPr>
          <p:cNvPr id="35" name="íşlïḍè">
            <a:extLst>
              <a:ext uri="{FF2B5EF4-FFF2-40B4-BE49-F238E27FC236}">
                <a16:creationId xmlns:a16="http://schemas.microsoft.com/office/drawing/2014/main" id="{543246C2-5C5A-4F2F-A13A-E734D3D580AB}"/>
              </a:ext>
            </a:extLst>
          </p:cNvPr>
          <p:cNvSpPr txBox="1"/>
          <p:nvPr/>
        </p:nvSpPr>
        <p:spPr>
          <a:xfrm>
            <a:off x="3651022" y="2977075"/>
            <a:ext cx="7096285" cy="256179"/>
          </a:xfrm>
          <a:prstGeom prst="rect">
            <a:avLst/>
          </a:prstGeom>
          <a:noFill/>
        </p:spPr>
        <p:txBody>
          <a:bodyPr wrap="square" lIns="91440" tIns="45720" rIns="91440" bIns="45720" anchor="ctr">
            <a:noAutofit/>
          </a:bodyPr>
          <a:lstStyle/>
          <a:p>
            <a:r>
              <a:rPr lang="zh-CN" altLang="en-US" b="1" dirty="0"/>
              <a:t>通过某种机制实现</a:t>
            </a:r>
            <a:r>
              <a:rPr lang="zh-CN" altLang="en-US" b="1" dirty="0">
                <a:solidFill>
                  <a:schemeClr val="accent1">
                    <a:lumMod val="75000"/>
                  </a:schemeClr>
                </a:solidFill>
              </a:rPr>
              <a:t>发送方发送什么</a:t>
            </a:r>
            <a:r>
              <a:rPr lang="zh-CN" altLang="en-US" b="1" dirty="0"/>
              <a:t>，</a:t>
            </a:r>
            <a:r>
              <a:rPr lang="zh-CN" altLang="en-US" b="1" dirty="0">
                <a:solidFill>
                  <a:schemeClr val="accent1">
                    <a:lumMod val="75000"/>
                  </a:schemeClr>
                </a:solidFill>
              </a:rPr>
              <a:t>接收方最终就能收到什么</a:t>
            </a:r>
            <a:r>
              <a:rPr lang="zh-CN" altLang="en-US" b="1" dirty="0"/>
              <a:t>。</a:t>
            </a:r>
            <a:endParaRPr lang="en-US" altLang="zh-CN" b="1" dirty="0"/>
          </a:p>
        </p:txBody>
      </p:sp>
    </p:spTree>
    <p:custDataLst>
      <p:tags r:id="rId1"/>
    </p:custDataLst>
    <p:extLst>
      <p:ext uri="{BB962C8B-B14F-4D97-AF65-F5344CB8AC3E}">
        <p14:creationId xmlns:p14="http://schemas.microsoft.com/office/powerpoint/2010/main" val="1412402004"/>
      </p:ext>
    </p:extLst>
  </p:cSld>
  <p:clrMapOvr>
    <a:masterClrMapping/>
  </p:clrMapOvr>
  <mc:AlternateContent xmlns:mc="http://schemas.openxmlformats.org/markup-compatibility/2006" xmlns:p14="http://schemas.microsoft.com/office/powerpoint/2010/main">
    <mc:Choice Requires="p14">
      <p:transition p14:dur="10"/>
    </mc:Choice>
    <mc:Fallback xmlns="">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49" presetClass="entr" presetSubtype="0" decel="100000" fill="hold" grpId="0" nodeType="withEffect">
                                  <p:stCondLst>
                                    <p:cond delay="0"/>
                                  </p:stCondLst>
                                  <p:childTnLst>
                                    <p:set>
                                      <p:cBhvr>
                                        <p:cTn id="6" dur="1" fill="hold">
                                          <p:stCondLst>
                                            <p:cond delay="0"/>
                                          </p:stCondLst>
                                        </p:cTn>
                                        <p:tgtEl>
                                          <p:spTgt spid="33"/>
                                        </p:tgtEl>
                                        <p:attrNameLst>
                                          <p:attrName>style.visibility</p:attrName>
                                        </p:attrNameLst>
                                      </p:cBhvr>
                                      <p:to>
                                        <p:strVal val="visible"/>
                                      </p:to>
                                    </p:set>
                                    <p:anim calcmode="lin" valueType="num">
                                      <p:cBhvr>
                                        <p:cTn id="7" dur="500" fill="hold"/>
                                        <p:tgtEl>
                                          <p:spTgt spid="33"/>
                                        </p:tgtEl>
                                        <p:attrNameLst>
                                          <p:attrName>ppt_w</p:attrName>
                                        </p:attrNameLst>
                                      </p:cBhvr>
                                      <p:tavLst>
                                        <p:tav tm="0">
                                          <p:val>
                                            <p:fltVal val="0"/>
                                          </p:val>
                                        </p:tav>
                                        <p:tav tm="100000">
                                          <p:val>
                                            <p:strVal val="#ppt_w"/>
                                          </p:val>
                                        </p:tav>
                                      </p:tavLst>
                                    </p:anim>
                                    <p:anim calcmode="lin" valueType="num">
                                      <p:cBhvr>
                                        <p:cTn id="8" dur="500" fill="hold"/>
                                        <p:tgtEl>
                                          <p:spTgt spid="33"/>
                                        </p:tgtEl>
                                        <p:attrNameLst>
                                          <p:attrName>ppt_h</p:attrName>
                                        </p:attrNameLst>
                                      </p:cBhvr>
                                      <p:tavLst>
                                        <p:tav tm="0">
                                          <p:val>
                                            <p:fltVal val="0"/>
                                          </p:val>
                                        </p:tav>
                                        <p:tav tm="100000">
                                          <p:val>
                                            <p:strVal val="#ppt_h"/>
                                          </p:val>
                                        </p:tav>
                                      </p:tavLst>
                                    </p:anim>
                                    <p:anim calcmode="lin" valueType="num">
                                      <p:cBhvr>
                                        <p:cTn id="9" dur="500" fill="hold"/>
                                        <p:tgtEl>
                                          <p:spTgt spid="33"/>
                                        </p:tgtEl>
                                        <p:attrNameLst>
                                          <p:attrName>style.rotation</p:attrName>
                                        </p:attrNameLst>
                                      </p:cBhvr>
                                      <p:tavLst>
                                        <p:tav tm="0">
                                          <p:val>
                                            <p:fltVal val="360"/>
                                          </p:val>
                                        </p:tav>
                                        <p:tav tm="100000">
                                          <p:val>
                                            <p:fltVal val="0"/>
                                          </p:val>
                                        </p:tav>
                                      </p:tavLst>
                                    </p:anim>
                                    <p:animEffect transition="in" filter="fade">
                                      <p:cBhvr>
                                        <p:cTn id="10" dur="500"/>
                                        <p:tgtEl>
                                          <p:spTgt spid="33"/>
                                        </p:tgtEl>
                                      </p:cBhvr>
                                    </p:animEffect>
                                  </p:childTnLst>
                                </p:cTn>
                              </p:par>
                            </p:childTnLst>
                          </p:cTn>
                        </p:par>
                        <p:par>
                          <p:cTn id="11" fill="hold">
                            <p:stCondLst>
                              <p:cond delay="500"/>
                            </p:stCondLst>
                            <p:childTnLst>
                              <p:par>
                                <p:cTn id="12" presetID="1" presetClass="entr" presetSubtype="0" fill="hold" grpId="0" nodeType="afterEffect">
                                  <p:stCondLst>
                                    <p:cond delay="0"/>
                                  </p:stCondLst>
                                  <p:iterate type="lt">
                                    <p:tmAbs val="100"/>
                                  </p:iterate>
                                  <p:childTnLst>
                                    <p:set>
                                      <p:cBhvr>
                                        <p:cTn id="13" dur="1" fill="hold">
                                          <p:stCondLst>
                                            <p:cond delay="0"/>
                                          </p:stCondLst>
                                        </p:cTn>
                                        <p:tgtEl>
                                          <p:spTgt spid="34"/>
                                        </p:tgtEl>
                                        <p:attrNameLst>
                                          <p:attrName>style.visibility</p:attrName>
                                        </p:attrNameLst>
                                      </p:cBhvr>
                                      <p:to>
                                        <p:strVal val="visible"/>
                                      </p:to>
                                    </p:set>
                                  </p:childTnLst>
                                </p:cTn>
                              </p:par>
                            </p:childTnLst>
                          </p:cTn>
                        </p:par>
                      </p:childTnLst>
                    </p:cTn>
                  </p:par>
                  <p:par>
                    <p:cTn id="14" fill="hold">
                      <p:stCondLst>
                        <p:cond delay="indefinite"/>
                      </p:stCondLst>
                      <p:childTnLst>
                        <p:par>
                          <p:cTn id="15" fill="hold">
                            <p:stCondLst>
                              <p:cond delay="0"/>
                            </p:stCondLst>
                            <p:childTnLst>
                              <p:par>
                                <p:cTn id="16" presetID="1" presetClass="entr" presetSubtype="0" fill="hold" grpId="0" nodeType="clickEffect">
                                  <p:stCondLst>
                                    <p:cond delay="0"/>
                                  </p:stCondLst>
                                  <p:iterate type="lt">
                                    <p:tmAbs val="100"/>
                                  </p:iterate>
                                  <p:childTnLst>
                                    <p:set>
                                      <p:cBhvr>
                                        <p:cTn id="17" dur="1" fill="hold">
                                          <p:stCondLst>
                                            <p:cond delay="0"/>
                                          </p:stCondLst>
                                        </p:cTn>
                                        <p:tgtEl>
                                          <p:spTgt spid="35"/>
                                        </p:tgtEl>
                                        <p:attrNameLst>
                                          <p:attrName>style.visibility</p:attrName>
                                        </p:attrNameLst>
                                      </p:cBhvr>
                                      <p:to>
                                        <p:strVal val="visible"/>
                                      </p:to>
                                    </p:set>
                                  </p:childTnLst>
                                </p:cTn>
                              </p:par>
                            </p:childTnLst>
                          </p:cTn>
                        </p:par>
                      </p:childTnLst>
                    </p:cTn>
                  </p:par>
                  <p:par>
                    <p:cTn id="18" fill="hold">
                      <p:stCondLst>
                        <p:cond delay="indefinite"/>
                      </p:stCondLst>
                      <p:childTnLst>
                        <p:par>
                          <p:cTn id="19" fill="hold">
                            <p:stCondLst>
                              <p:cond delay="0"/>
                            </p:stCondLst>
                            <p:childTnLst>
                              <p:par>
                                <p:cTn id="20" presetID="12" presetClass="entr" presetSubtype="2" fill="hold" nodeType="clickEffect">
                                  <p:stCondLst>
                                    <p:cond delay="0"/>
                                  </p:stCondLst>
                                  <p:childTnLst>
                                    <p:set>
                                      <p:cBhvr>
                                        <p:cTn id="21" dur="1" fill="hold">
                                          <p:stCondLst>
                                            <p:cond delay="0"/>
                                          </p:stCondLst>
                                        </p:cTn>
                                        <p:tgtEl>
                                          <p:spTgt spid="11"/>
                                        </p:tgtEl>
                                        <p:attrNameLst>
                                          <p:attrName>style.visibility</p:attrName>
                                        </p:attrNameLst>
                                      </p:cBhvr>
                                      <p:to>
                                        <p:strVal val="visible"/>
                                      </p:to>
                                    </p:set>
                                    <p:anim calcmode="lin" valueType="num">
                                      <p:cBhvr additive="base">
                                        <p:cTn id="22" dur="1000"/>
                                        <p:tgtEl>
                                          <p:spTgt spid="11"/>
                                        </p:tgtEl>
                                        <p:attrNameLst>
                                          <p:attrName>ppt_x</p:attrName>
                                        </p:attrNameLst>
                                      </p:cBhvr>
                                      <p:tavLst>
                                        <p:tav tm="0">
                                          <p:val>
                                            <p:strVal val="#ppt_x+#ppt_w*1.125000"/>
                                          </p:val>
                                        </p:tav>
                                        <p:tav tm="100000">
                                          <p:val>
                                            <p:strVal val="#ppt_x"/>
                                          </p:val>
                                        </p:tav>
                                      </p:tavLst>
                                    </p:anim>
                                    <p:animEffect transition="in" filter="wipe(left)">
                                      <p:cBhvr>
                                        <p:cTn id="23" dur="1000"/>
                                        <p:tgtEl>
                                          <p:spTgt spid="11"/>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3" grpId="0" animBg="1"/>
      <p:bldP spid="34" grpId="0"/>
      <p:bldP spid="35" grpId="0"/>
    </p:bldLst>
  </p:timing>
</p:sld>
</file>

<file path=ppt/slides/slide10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11" name="组合 10">
            <a:extLst>
              <a:ext uri="{FF2B5EF4-FFF2-40B4-BE49-F238E27FC236}">
                <a16:creationId xmlns:a16="http://schemas.microsoft.com/office/drawing/2014/main" id="{9C7D648F-8CAF-4A6C-8D04-99D2E167BDA8}"/>
              </a:ext>
            </a:extLst>
          </p:cNvPr>
          <p:cNvGrpSpPr/>
          <p:nvPr/>
        </p:nvGrpSpPr>
        <p:grpSpPr>
          <a:xfrm>
            <a:off x="1295950" y="4006215"/>
            <a:ext cx="4970953" cy="401283"/>
            <a:chOff x="2578739" y="4006215"/>
            <a:chExt cx="4970953" cy="401283"/>
          </a:xfrm>
        </p:grpSpPr>
        <p:sp>
          <p:nvSpPr>
            <p:cNvPr id="10" name="矩形 9">
              <a:extLst>
                <a:ext uri="{FF2B5EF4-FFF2-40B4-BE49-F238E27FC236}">
                  <a16:creationId xmlns:a16="http://schemas.microsoft.com/office/drawing/2014/main" id="{530C36B3-CAA4-4FBC-B92F-2E3422784CF7}"/>
                </a:ext>
              </a:extLst>
            </p:cNvPr>
            <p:cNvSpPr/>
            <p:nvPr/>
          </p:nvSpPr>
          <p:spPr>
            <a:xfrm>
              <a:off x="2578739" y="4006215"/>
              <a:ext cx="1013078" cy="401283"/>
            </a:xfrm>
            <a:prstGeom prst="rect">
              <a:avLst/>
            </a:prstGeom>
            <a:solidFill>
              <a:schemeClr val="accent4"/>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zh-CN" altLang="en-US" b="1" dirty="0"/>
                <a:t>帧首部</a:t>
              </a:r>
            </a:p>
          </p:txBody>
        </p:sp>
        <p:sp>
          <p:nvSpPr>
            <p:cNvPr id="51" name="矩形 50">
              <a:extLst>
                <a:ext uri="{FF2B5EF4-FFF2-40B4-BE49-F238E27FC236}">
                  <a16:creationId xmlns:a16="http://schemas.microsoft.com/office/drawing/2014/main" id="{560A5E7C-5161-4B6E-A74F-D15E7606A5CD}"/>
                </a:ext>
              </a:extLst>
            </p:cNvPr>
            <p:cNvSpPr/>
            <p:nvPr/>
          </p:nvSpPr>
          <p:spPr>
            <a:xfrm>
              <a:off x="6536614" y="4006215"/>
              <a:ext cx="1013078" cy="401283"/>
            </a:xfrm>
            <a:prstGeom prst="rect">
              <a:avLst/>
            </a:prstGeom>
            <a:solidFill>
              <a:schemeClr val="accent4"/>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zh-CN" altLang="en-US" b="1" dirty="0"/>
                <a:t>帧尾部</a:t>
              </a:r>
            </a:p>
          </p:txBody>
        </p:sp>
        <p:sp>
          <p:nvSpPr>
            <p:cNvPr id="52" name="矩形 51">
              <a:extLst>
                <a:ext uri="{FF2B5EF4-FFF2-40B4-BE49-F238E27FC236}">
                  <a16:creationId xmlns:a16="http://schemas.microsoft.com/office/drawing/2014/main" id="{924D77DE-ACBC-4352-A637-85E4A1C699D7}"/>
                </a:ext>
              </a:extLst>
            </p:cNvPr>
            <p:cNvSpPr/>
            <p:nvPr/>
          </p:nvSpPr>
          <p:spPr>
            <a:xfrm>
              <a:off x="3591816" y="4006215"/>
              <a:ext cx="2944797" cy="401283"/>
            </a:xfrm>
            <a:prstGeom prst="rect">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zh-CN" altLang="en-US" b="1" dirty="0">
                  <a:solidFill>
                    <a:schemeClr val="accent1">
                      <a:lumMod val="75000"/>
                    </a:schemeClr>
                  </a:solidFill>
                </a:rPr>
                <a:t>“之前的帧有误码”</a:t>
              </a:r>
            </a:p>
          </p:txBody>
        </p:sp>
      </p:grpSp>
      <p:grpSp>
        <p:nvGrpSpPr>
          <p:cNvPr id="4" name="组合 3">
            <a:extLst>
              <a:ext uri="{FF2B5EF4-FFF2-40B4-BE49-F238E27FC236}">
                <a16:creationId xmlns:a16="http://schemas.microsoft.com/office/drawing/2014/main" id="{9A1EA9F2-FCB6-48C3-935F-7AE7E3AD14AC}"/>
              </a:ext>
            </a:extLst>
          </p:cNvPr>
          <p:cNvGrpSpPr/>
          <p:nvPr/>
        </p:nvGrpSpPr>
        <p:grpSpPr>
          <a:xfrm>
            <a:off x="304800" y="749300"/>
            <a:ext cx="6192344" cy="400110"/>
            <a:chOff x="424117" y="898245"/>
            <a:chExt cx="6192344" cy="400110"/>
          </a:xfrm>
        </p:grpSpPr>
        <p:sp>
          <p:nvSpPr>
            <p:cNvPr id="2" name="平行四边形 1">
              <a:extLst>
                <a:ext uri="{FF2B5EF4-FFF2-40B4-BE49-F238E27FC236}">
                  <a16:creationId xmlns:a16="http://schemas.microsoft.com/office/drawing/2014/main" id="{1F5BAA3F-9845-4F89-A2DD-8222D3E4EDAC}"/>
                </a:ext>
              </a:extLst>
            </p:cNvPr>
            <p:cNvSpPr/>
            <p:nvPr/>
          </p:nvSpPr>
          <p:spPr>
            <a:xfrm>
              <a:off x="424117" y="898245"/>
              <a:ext cx="628306" cy="387090"/>
            </a:xfrm>
            <a:prstGeom prst="parallelogram">
              <a:avLst/>
            </a:prstGeom>
            <a:solidFill>
              <a:schemeClr val="accent3">
                <a:lumMod val="75000"/>
              </a:schemeClr>
            </a:solidFill>
            <a:ln>
              <a:solidFill>
                <a:schemeClr val="accent3">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CN" sz="2200" dirty="0">
                  <a:latin typeface="Impact" panose="020B0806030902050204" pitchFamily="34" charset="0"/>
                </a:rPr>
                <a:t>01</a:t>
              </a:r>
              <a:endParaRPr lang="zh-CN" altLang="en-US" sz="2200" dirty="0">
                <a:latin typeface="Impact" panose="020B0806030902050204" pitchFamily="34" charset="0"/>
              </a:endParaRPr>
            </a:p>
          </p:txBody>
        </p:sp>
        <p:sp>
          <p:nvSpPr>
            <p:cNvPr id="3" name="文本框 2">
              <a:extLst>
                <a:ext uri="{FF2B5EF4-FFF2-40B4-BE49-F238E27FC236}">
                  <a16:creationId xmlns:a16="http://schemas.microsoft.com/office/drawing/2014/main" id="{4D6BD736-A4D3-4F26-AFED-36E11F50F70B}"/>
                </a:ext>
              </a:extLst>
            </p:cNvPr>
            <p:cNvSpPr txBox="1"/>
            <p:nvPr/>
          </p:nvSpPr>
          <p:spPr>
            <a:xfrm>
              <a:off x="1052423" y="898245"/>
              <a:ext cx="5564038" cy="400110"/>
            </a:xfrm>
            <a:prstGeom prst="rect">
              <a:avLst/>
            </a:prstGeom>
            <a:noFill/>
          </p:spPr>
          <p:txBody>
            <a:bodyPr wrap="square" rtlCol="0">
              <a:spAutoFit/>
            </a:bodyPr>
            <a:lstStyle/>
            <a:p>
              <a:r>
                <a:rPr lang="zh-CN" altLang="en-US" sz="2000" b="1" dirty="0"/>
                <a:t>可靠传输的相关基本概念</a:t>
              </a:r>
            </a:p>
          </p:txBody>
        </p:sp>
      </p:grpSp>
      <p:sp>
        <p:nvSpPr>
          <p:cNvPr id="8" name="矩形 7">
            <a:extLst>
              <a:ext uri="{FF2B5EF4-FFF2-40B4-BE49-F238E27FC236}">
                <a16:creationId xmlns:a16="http://schemas.microsoft.com/office/drawing/2014/main" id="{C7720255-4E6C-41B6-A880-D93377A356B5}"/>
              </a:ext>
            </a:extLst>
          </p:cNvPr>
          <p:cNvSpPr/>
          <p:nvPr/>
        </p:nvSpPr>
        <p:spPr>
          <a:xfrm>
            <a:off x="1016000" y="1297642"/>
            <a:ext cx="256976" cy="256976"/>
          </a:xfrm>
          <a:prstGeom prst="rect">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9" name="íşlïḍè">
            <a:extLst>
              <a:ext uri="{FF2B5EF4-FFF2-40B4-BE49-F238E27FC236}">
                <a16:creationId xmlns:a16="http://schemas.microsoft.com/office/drawing/2014/main" id="{1E3208DB-9CB5-439E-87A6-F640C77C2B32}"/>
              </a:ext>
            </a:extLst>
          </p:cNvPr>
          <p:cNvSpPr txBox="1"/>
          <p:nvPr/>
        </p:nvSpPr>
        <p:spPr>
          <a:xfrm>
            <a:off x="1333227" y="1297641"/>
            <a:ext cx="10232983" cy="511042"/>
          </a:xfrm>
          <a:prstGeom prst="rect">
            <a:avLst/>
          </a:prstGeom>
          <a:noFill/>
        </p:spPr>
        <p:txBody>
          <a:bodyPr wrap="square" lIns="91440" tIns="45720" rIns="91440" bIns="45720" anchor="ctr">
            <a:noAutofit/>
          </a:bodyPr>
          <a:lstStyle/>
          <a:p>
            <a:r>
              <a:rPr lang="zh-CN" altLang="en-US" b="1" dirty="0"/>
              <a:t>使用</a:t>
            </a:r>
            <a:r>
              <a:rPr lang="zh-CN" altLang="en-US" b="1" dirty="0">
                <a:solidFill>
                  <a:schemeClr val="accent1">
                    <a:lumMod val="75000"/>
                  </a:schemeClr>
                </a:solidFill>
              </a:rPr>
              <a:t>差错检测技术</a:t>
            </a:r>
            <a:r>
              <a:rPr lang="zh-CN" altLang="en-US" b="1" dirty="0"/>
              <a:t>（例如循环冗余校验</a:t>
            </a:r>
            <a:r>
              <a:rPr lang="en-US" altLang="zh-CN" b="1" dirty="0"/>
              <a:t>CRC</a:t>
            </a:r>
            <a:r>
              <a:rPr lang="zh-CN" altLang="en-US" b="1" dirty="0"/>
              <a:t>），接收方的数据链路层就可检测出帧在传输过程中是否产生了</a:t>
            </a:r>
            <a:r>
              <a:rPr lang="zh-CN" altLang="en-US" b="1" dirty="0">
                <a:solidFill>
                  <a:schemeClr val="accent1">
                    <a:lumMod val="75000"/>
                  </a:schemeClr>
                </a:solidFill>
              </a:rPr>
              <a:t>误码</a:t>
            </a:r>
            <a:r>
              <a:rPr lang="zh-CN" altLang="en-US" b="1" dirty="0"/>
              <a:t>（比特差错）。</a:t>
            </a:r>
            <a:endParaRPr lang="en-US" altLang="zh-CN" b="1" dirty="0"/>
          </a:p>
        </p:txBody>
      </p:sp>
      <p:grpSp>
        <p:nvGrpSpPr>
          <p:cNvPr id="12" name="组合 11">
            <a:extLst>
              <a:ext uri="{FF2B5EF4-FFF2-40B4-BE49-F238E27FC236}">
                <a16:creationId xmlns:a16="http://schemas.microsoft.com/office/drawing/2014/main" id="{313A0EE4-AF2F-4EF7-9B11-657D152500C7}"/>
              </a:ext>
            </a:extLst>
          </p:cNvPr>
          <p:cNvGrpSpPr/>
          <p:nvPr/>
        </p:nvGrpSpPr>
        <p:grpSpPr>
          <a:xfrm>
            <a:off x="625788" y="4000535"/>
            <a:ext cx="10940423" cy="641082"/>
            <a:chOff x="601699" y="5648354"/>
            <a:chExt cx="10940423" cy="641082"/>
          </a:xfrm>
        </p:grpSpPr>
        <p:cxnSp>
          <p:nvCxnSpPr>
            <p:cNvPr id="23" name="直接连接符 22">
              <a:extLst>
                <a:ext uri="{FF2B5EF4-FFF2-40B4-BE49-F238E27FC236}">
                  <a16:creationId xmlns:a16="http://schemas.microsoft.com/office/drawing/2014/main" id="{BDADF065-0436-4D5A-92A4-67B4F392F33D}"/>
                </a:ext>
              </a:extLst>
            </p:cNvPr>
            <p:cNvCxnSpPr>
              <a:cxnSpLocks/>
            </p:cNvCxnSpPr>
            <p:nvPr/>
          </p:nvCxnSpPr>
          <p:spPr>
            <a:xfrm>
              <a:off x="1143721" y="6126777"/>
              <a:ext cx="10027235"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pic>
          <p:nvPicPr>
            <p:cNvPr id="24" name="图形 23">
              <a:extLst>
                <a:ext uri="{FF2B5EF4-FFF2-40B4-BE49-F238E27FC236}">
                  <a16:creationId xmlns:a16="http://schemas.microsoft.com/office/drawing/2014/main" id="{0E73258F-7C5A-4C4A-9D02-9265691C3F02}"/>
                </a:ext>
              </a:extLst>
            </p:cNvPr>
            <p:cNvPicPr>
              <a:picLocks noChangeAspect="1"/>
            </p:cNvPicPr>
            <p:nvPr/>
          </p:nvPicPr>
          <p:blipFill>
            <a:blip r:embed="rId3">
              <a:extLst>
                <a:ext uri="{28A0092B-C50C-407E-A947-70E740481C1C}">
                  <a14:useLocalDpi xmlns:a14="http://schemas.microsoft.com/office/drawing/2010/main" val="0"/>
                </a:ext>
                <a:ext uri="{96DAC541-7B7A-43D3-8B79-37D633B846F1}">
                  <asvg:svgBlip xmlns:asvg="http://schemas.microsoft.com/office/drawing/2016/SVG/main" r:embed="rId4"/>
                </a:ext>
              </a:extLst>
            </a:blip>
            <a:stretch>
              <a:fillRect/>
            </a:stretch>
          </p:blipFill>
          <p:spPr>
            <a:xfrm>
              <a:off x="601699" y="5648354"/>
              <a:ext cx="662814" cy="641082"/>
            </a:xfrm>
            <a:prstGeom prst="rect">
              <a:avLst/>
            </a:prstGeom>
          </p:spPr>
        </p:pic>
        <p:pic>
          <p:nvPicPr>
            <p:cNvPr id="25" name="图形 24">
              <a:extLst>
                <a:ext uri="{FF2B5EF4-FFF2-40B4-BE49-F238E27FC236}">
                  <a16:creationId xmlns:a16="http://schemas.microsoft.com/office/drawing/2014/main" id="{D898DB40-49B3-4A19-A1F9-3897BC630E2B}"/>
                </a:ext>
              </a:extLst>
            </p:cNvPr>
            <p:cNvPicPr>
              <a:picLocks noChangeAspect="1"/>
            </p:cNvPicPr>
            <p:nvPr/>
          </p:nvPicPr>
          <p:blipFill>
            <a:blip r:embed="rId3">
              <a:extLst>
                <a:ext uri="{28A0092B-C50C-407E-A947-70E740481C1C}">
                  <a14:useLocalDpi xmlns:a14="http://schemas.microsoft.com/office/drawing/2010/main" val="0"/>
                </a:ext>
                <a:ext uri="{96DAC541-7B7A-43D3-8B79-37D633B846F1}">
                  <asvg:svgBlip xmlns:asvg="http://schemas.microsoft.com/office/drawing/2016/SVG/main" r:embed="rId4"/>
                </a:ext>
              </a:extLst>
            </a:blip>
            <a:stretch>
              <a:fillRect/>
            </a:stretch>
          </p:blipFill>
          <p:spPr>
            <a:xfrm>
              <a:off x="10879308" y="5648354"/>
              <a:ext cx="662814" cy="641082"/>
            </a:xfrm>
            <a:prstGeom prst="rect">
              <a:avLst/>
            </a:prstGeom>
          </p:spPr>
        </p:pic>
      </p:grpSp>
      <p:sp>
        <p:nvSpPr>
          <p:cNvPr id="28" name="矩形 27">
            <a:extLst>
              <a:ext uri="{FF2B5EF4-FFF2-40B4-BE49-F238E27FC236}">
                <a16:creationId xmlns:a16="http://schemas.microsoft.com/office/drawing/2014/main" id="{965BE770-91AC-43E1-B32E-699C04F61FAA}"/>
              </a:ext>
            </a:extLst>
          </p:cNvPr>
          <p:cNvSpPr/>
          <p:nvPr/>
        </p:nvSpPr>
        <p:spPr>
          <a:xfrm>
            <a:off x="1015999" y="2027362"/>
            <a:ext cx="256976" cy="256976"/>
          </a:xfrm>
          <a:prstGeom prst="rect">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29" name="íşlïḍè">
            <a:extLst>
              <a:ext uri="{FF2B5EF4-FFF2-40B4-BE49-F238E27FC236}">
                <a16:creationId xmlns:a16="http://schemas.microsoft.com/office/drawing/2014/main" id="{F658335E-4088-4258-B012-DFBDEB3F6981}"/>
              </a:ext>
            </a:extLst>
          </p:cNvPr>
          <p:cNvSpPr txBox="1"/>
          <p:nvPr/>
        </p:nvSpPr>
        <p:spPr>
          <a:xfrm>
            <a:off x="1333226" y="2027361"/>
            <a:ext cx="3922929" cy="256179"/>
          </a:xfrm>
          <a:prstGeom prst="rect">
            <a:avLst/>
          </a:prstGeom>
          <a:noFill/>
        </p:spPr>
        <p:txBody>
          <a:bodyPr wrap="square" lIns="91440" tIns="45720" rIns="91440" bIns="45720" anchor="ctr">
            <a:noAutofit/>
          </a:bodyPr>
          <a:lstStyle/>
          <a:p>
            <a:r>
              <a:rPr lang="zh-CN" altLang="en-US" b="1" dirty="0"/>
              <a:t>数据链路层向其上层提供的服务类型</a:t>
            </a:r>
            <a:endParaRPr lang="en-US" altLang="zh-CN" b="1" dirty="0"/>
          </a:p>
        </p:txBody>
      </p:sp>
      <p:sp>
        <p:nvSpPr>
          <p:cNvPr id="30" name="矩形 29">
            <a:extLst>
              <a:ext uri="{FF2B5EF4-FFF2-40B4-BE49-F238E27FC236}">
                <a16:creationId xmlns:a16="http://schemas.microsoft.com/office/drawing/2014/main" id="{8810DB80-B0F7-4601-BDF1-B4D326314922}"/>
              </a:ext>
            </a:extLst>
          </p:cNvPr>
          <p:cNvSpPr/>
          <p:nvPr/>
        </p:nvSpPr>
        <p:spPr>
          <a:xfrm>
            <a:off x="1444693" y="2502219"/>
            <a:ext cx="256976" cy="256976"/>
          </a:xfrm>
          <a:prstGeom prst="rect">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31" name="íşlïḍè">
            <a:extLst>
              <a:ext uri="{FF2B5EF4-FFF2-40B4-BE49-F238E27FC236}">
                <a16:creationId xmlns:a16="http://schemas.microsoft.com/office/drawing/2014/main" id="{AC255468-931E-432B-B30B-C853313F9B3C}"/>
              </a:ext>
            </a:extLst>
          </p:cNvPr>
          <p:cNvSpPr txBox="1"/>
          <p:nvPr/>
        </p:nvSpPr>
        <p:spPr>
          <a:xfrm>
            <a:off x="1761920" y="2502218"/>
            <a:ext cx="1941729" cy="256179"/>
          </a:xfrm>
          <a:prstGeom prst="rect">
            <a:avLst/>
          </a:prstGeom>
          <a:noFill/>
        </p:spPr>
        <p:txBody>
          <a:bodyPr wrap="square" lIns="91440" tIns="45720" rIns="91440" bIns="45720" anchor="ctr">
            <a:noAutofit/>
          </a:bodyPr>
          <a:lstStyle/>
          <a:p>
            <a:r>
              <a:rPr lang="zh-CN" altLang="en-US" b="1" dirty="0">
                <a:solidFill>
                  <a:schemeClr val="accent1">
                    <a:lumMod val="75000"/>
                  </a:schemeClr>
                </a:solidFill>
              </a:rPr>
              <a:t>不可靠传输服务</a:t>
            </a:r>
            <a:r>
              <a:rPr lang="zh-CN" altLang="en-US" b="1" dirty="0"/>
              <a:t>：</a:t>
            </a:r>
            <a:endParaRPr lang="en-US" altLang="zh-CN" b="1" dirty="0"/>
          </a:p>
        </p:txBody>
      </p:sp>
      <p:sp>
        <p:nvSpPr>
          <p:cNvPr id="32" name="íşlïḍè">
            <a:extLst>
              <a:ext uri="{FF2B5EF4-FFF2-40B4-BE49-F238E27FC236}">
                <a16:creationId xmlns:a16="http://schemas.microsoft.com/office/drawing/2014/main" id="{5DA694DD-CFA0-48A2-8D96-505FF0CF0308}"/>
              </a:ext>
            </a:extLst>
          </p:cNvPr>
          <p:cNvSpPr txBox="1"/>
          <p:nvPr/>
        </p:nvSpPr>
        <p:spPr>
          <a:xfrm>
            <a:off x="3651022" y="2502218"/>
            <a:ext cx="4933813" cy="256179"/>
          </a:xfrm>
          <a:prstGeom prst="rect">
            <a:avLst/>
          </a:prstGeom>
          <a:noFill/>
        </p:spPr>
        <p:txBody>
          <a:bodyPr wrap="square" lIns="91440" tIns="45720" rIns="91440" bIns="45720" anchor="ctr">
            <a:noAutofit/>
          </a:bodyPr>
          <a:lstStyle/>
          <a:p>
            <a:r>
              <a:rPr lang="zh-CN" altLang="en-US" b="1" dirty="0">
                <a:solidFill>
                  <a:schemeClr val="accent1">
                    <a:lumMod val="75000"/>
                  </a:schemeClr>
                </a:solidFill>
              </a:rPr>
              <a:t>仅仅丢弃有误码的帧</a:t>
            </a:r>
            <a:r>
              <a:rPr lang="zh-CN" altLang="en-US" b="1" dirty="0"/>
              <a:t>，其他什么也不做；</a:t>
            </a:r>
            <a:endParaRPr lang="en-US" altLang="zh-CN" b="1" dirty="0"/>
          </a:p>
        </p:txBody>
      </p:sp>
      <p:sp>
        <p:nvSpPr>
          <p:cNvPr id="33" name="矩形 32">
            <a:extLst>
              <a:ext uri="{FF2B5EF4-FFF2-40B4-BE49-F238E27FC236}">
                <a16:creationId xmlns:a16="http://schemas.microsoft.com/office/drawing/2014/main" id="{D937D681-6D33-4E79-9F85-CFD7015057B8}"/>
              </a:ext>
            </a:extLst>
          </p:cNvPr>
          <p:cNvSpPr/>
          <p:nvPr/>
        </p:nvSpPr>
        <p:spPr>
          <a:xfrm>
            <a:off x="1444693" y="2977076"/>
            <a:ext cx="256976" cy="256976"/>
          </a:xfrm>
          <a:prstGeom prst="rect">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34" name="íşlïḍè">
            <a:extLst>
              <a:ext uri="{FF2B5EF4-FFF2-40B4-BE49-F238E27FC236}">
                <a16:creationId xmlns:a16="http://schemas.microsoft.com/office/drawing/2014/main" id="{1D207B5C-77D6-43D0-8A10-D7C940EFDCC4}"/>
              </a:ext>
            </a:extLst>
          </p:cNvPr>
          <p:cNvSpPr txBox="1"/>
          <p:nvPr/>
        </p:nvSpPr>
        <p:spPr>
          <a:xfrm>
            <a:off x="1761920" y="2977075"/>
            <a:ext cx="1941729" cy="256179"/>
          </a:xfrm>
          <a:prstGeom prst="rect">
            <a:avLst/>
          </a:prstGeom>
          <a:noFill/>
        </p:spPr>
        <p:txBody>
          <a:bodyPr wrap="square" lIns="91440" tIns="45720" rIns="91440" bIns="45720" anchor="ctr">
            <a:noAutofit/>
          </a:bodyPr>
          <a:lstStyle/>
          <a:p>
            <a:r>
              <a:rPr lang="zh-CN" altLang="en-US" b="1" dirty="0">
                <a:solidFill>
                  <a:schemeClr val="accent1">
                    <a:lumMod val="75000"/>
                  </a:schemeClr>
                </a:solidFill>
              </a:rPr>
              <a:t>可靠传输服务</a:t>
            </a:r>
            <a:r>
              <a:rPr lang="zh-CN" altLang="en-US" b="1" dirty="0"/>
              <a:t>：</a:t>
            </a:r>
            <a:endParaRPr lang="en-US" altLang="zh-CN" b="1" dirty="0"/>
          </a:p>
        </p:txBody>
      </p:sp>
      <p:sp>
        <p:nvSpPr>
          <p:cNvPr id="35" name="íşlïḍè">
            <a:extLst>
              <a:ext uri="{FF2B5EF4-FFF2-40B4-BE49-F238E27FC236}">
                <a16:creationId xmlns:a16="http://schemas.microsoft.com/office/drawing/2014/main" id="{543246C2-5C5A-4F2F-A13A-E734D3D580AB}"/>
              </a:ext>
            </a:extLst>
          </p:cNvPr>
          <p:cNvSpPr txBox="1"/>
          <p:nvPr/>
        </p:nvSpPr>
        <p:spPr>
          <a:xfrm>
            <a:off x="3651022" y="2977075"/>
            <a:ext cx="7096285" cy="256179"/>
          </a:xfrm>
          <a:prstGeom prst="rect">
            <a:avLst/>
          </a:prstGeom>
          <a:noFill/>
        </p:spPr>
        <p:txBody>
          <a:bodyPr wrap="square" lIns="91440" tIns="45720" rIns="91440" bIns="45720" anchor="ctr">
            <a:noAutofit/>
          </a:bodyPr>
          <a:lstStyle/>
          <a:p>
            <a:r>
              <a:rPr lang="zh-CN" altLang="en-US" b="1" dirty="0"/>
              <a:t>通过某种机制实现</a:t>
            </a:r>
            <a:r>
              <a:rPr lang="zh-CN" altLang="en-US" b="1" dirty="0">
                <a:solidFill>
                  <a:schemeClr val="accent1">
                    <a:lumMod val="75000"/>
                  </a:schemeClr>
                </a:solidFill>
              </a:rPr>
              <a:t>发送方发送什么</a:t>
            </a:r>
            <a:r>
              <a:rPr lang="zh-CN" altLang="en-US" b="1" dirty="0"/>
              <a:t>，</a:t>
            </a:r>
            <a:r>
              <a:rPr lang="zh-CN" altLang="en-US" b="1" dirty="0">
                <a:solidFill>
                  <a:schemeClr val="accent1">
                    <a:lumMod val="75000"/>
                  </a:schemeClr>
                </a:solidFill>
              </a:rPr>
              <a:t>接收方最终就能收到什么</a:t>
            </a:r>
            <a:r>
              <a:rPr lang="zh-CN" altLang="en-US" b="1" dirty="0"/>
              <a:t>。</a:t>
            </a:r>
            <a:endParaRPr lang="en-US" altLang="zh-CN" b="1" dirty="0"/>
          </a:p>
        </p:txBody>
      </p:sp>
      <p:grpSp>
        <p:nvGrpSpPr>
          <p:cNvPr id="6" name="组合 5">
            <a:extLst>
              <a:ext uri="{FF2B5EF4-FFF2-40B4-BE49-F238E27FC236}">
                <a16:creationId xmlns:a16="http://schemas.microsoft.com/office/drawing/2014/main" id="{86AF6312-8B16-420D-A4E2-896F510B0BDA}"/>
              </a:ext>
            </a:extLst>
          </p:cNvPr>
          <p:cNvGrpSpPr/>
          <p:nvPr/>
        </p:nvGrpSpPr>
        <p:grpSpPr>
          <a:xfrm>
            <a:off x="1288602" y="4548168"/>
            <a:ext cx="5970262" cy="418294"/>
            <a:chOff x="1288602" y="4548168"/>
            <a:chExt cx="5970262" cy="418294"/>
          </a:xfrm>
        </p:grpSpPr>
        <p:grpSp>
          <p:nvGrpSpPr>
            <p:cNvPr id="26" name="组合 25">
              <a:extLst>
                <a:ext uri="{FF2B5EF4-FFF2-40B4-BE49-F238E27FC236}">
                  <a16:creationId xmlns:a16="http://schemas.microsoft.com/office/drawing/2014/main" id="{7638403B-4418-4D67-A054-BB0E949F8121}"/>
                </a:ext>
              </a:extLst>
            </p:cNvPr>
            <p:cNvGrpSpPr/>
            <p:nvPr/>
          </p:nvGrpSpPr>
          <p:grpSpPr>
            <a:xfrm>
              <a:off x="1288602" y="4548168"/>
              <a:ext cx="4970953" cy="401283"/>
              <a:chOff x="2578739" y="4006215"/>
              <a:chExt cx="4970953" cy="401283"/>
            </a:xfrm>
          </p:grpSpPr>
          <p:sp>
            <p:nvSpPr>
              <p:cNvPr id="27" name="矩形 26">
                <a:extLst>
                  <a:ext uri="{FF2B5EF4-FFF2-40B4-BE49-F238E27FC236}">
                    <a16:creationId xmlns:a16="http://schemas.microsoft.com/office/drawing/2014/main" id="{29926371-026E-4495-8874-0A460D3E7BCC}"/>
                  </a:ext>
                </a:extLst>
              </p:cNvPr>
              <p:cNvSpPr/>
              <p:nvPr/>
            </p:nvSpPr>
            <p:spPr>
              <a:xfrm>
                <a:off x="2578739" y="4006215"/>
                <a:ext cx="1013078" cy="401283"/>
              </a:xfrm>
              <a:prstGeom prst="rect">
                <a:avLst/>
              </a:prstGeom>
              <a:solidFill>
                <a:schemeClr val="accent4"/>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zh-CN" altLang="en-US" b="1" dirty="0"/>
                  <a:t>帧尾部</a:t>
                </a:r>
              </a:p>
            </p:txBody>
          </p:sp>
          <p:sp>
            <p:nvSpPr>
              <p:cNvPr id="36" name="矩形 35">
                <a:extLst>
                  <a:ext uri="{FF2B5EF4-FFF2-40B4-BE49-F238E27FC236}">
                    <a16:creationId xmlns:a16="http://schemas.microsoft.com/office/drawing/2014/main" id="{5ADFE6CC-3425-4B6F-8088-541589A78B85}"/>
                  </a:ext>
                </a:extLst>
              </p:cNvPr>
              <p:cNvSpPr/>
              <p:nvPr/>
            </p:nvSpPr>
            <p:spPr>
              <a:xfrm>
                <a:off x="6536614" y="4006215"/>
                <a:ext cx="1013078" cy="401283"/>
              </a:xfrm>
              <a:prstGeom prst="rect">
                <a:avLst/>
              </a:prstGeom>
              <a:solidFill>
                <a:schemeClr val="accent4"/>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zh-CN" altLang="en-US" b="1" dirty="0"/>
                  <a:t>帧首部</a:t>
                </a:r>
              </a:p>
            </p:txBody>
          </p:sp>
          <p:sp>
            <p:nvSpPr>
              <p:cNvPr id="37" name="矩形 36">
                <a:extLst>
                  <a:ext uri="{FF2B5EF4-FFF2-40B4-BE49-F238E27FC236}">
                    <a16:creationId xmlns:a16="http://schemas.microsoft.com/office/drawing/2014/main" id="{813EB662-54E1-4188-80E7-BA0A3A833354}"/>
                  </a:ext>
                </a:extLst>
              </p:cNvPr>
              <p:cNvSpPr/>
              <p:nvPr/>
            </p:nvSpPr>
            <p:spPr>
              <a:xfrm>
                <a:off x="3591816" y="4006215"/>
                <a:ext cx="2944797" cy="401283"/>
              </a:xfrm>
              <a:prstGeom prst="rect">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zh-CN" altLang="en-US" b="1" dirty="0">
                    <a:solidFill>
                      <a:schemeClr val="tx1"/>
                    </a:solidFill>
                  </a:rPr>
                  <a:t>帧的数据载荷</a:t>
                </a:r>
              </a:p>
            </p:txBody>
          </p:sp>
        </p:grpSp>
        <p:sp>
          <p:nvSpPr>
            <p:cNvPr id="5" name="箭头: 右 4">
              <a:extLst>
                <a:ext uri="{FF2B5EF4-FFF2-40B4-BE49-F238E27FC236}">
                  <a16:creationId xmlns:a16="http://schemas.microsoft.com/office/drawing/2014/main" id="{51E04676-C14F-4640-8085-98704AAEC338}"/>
                </a:ext>
              </a:extLst>
            </p:cNvPr>
            <p:cNvSpPr/>
            <p:nvPr/>
          </p:nvSpPr>
          <p:spPr>
            <a:xfrm>
              <a:off x="6340261" y="4548168"/>
              <a:ext cx="918603" cy="418294"/>
            </a:xfrm>
            <a:prstGeom prst="rightArrow">
              <a:avLst>
                <a:gd name="adj1" fmla="val 68872"/>
                <a:gd name="adj2" fmla="val 50000"/>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zh-CN" altLang="en-US" b="1" dirty="0">
                  <a:solidFill>
                    <a:schemeClr val="accent1">
                      <a:lumMod val="75000"/>
                    </a:schemeClr>
                  </a:solidFill>
                </a:rPr>
                <a:t>重传</a:t>
              </a:r>
            </a:p>
          </p:txBody>
        </p:sp>
      </p:grpSp>
    </p:spTree>
    <p:custDataLst>
      <p:tags r:id="rId1"/>
    </p:custDataLst>
    <p:extLst>
      <p:ext uri="{BB962C8B-B14F-4D97-AF65-F5344CB8AC3E}">
        <p14:creationId xmlns:p14="http://schemas.microsoft.com/office/powerpoint/2010/main" val="2380753900"/>
      </p:ext>
    </p:extLst>
  </p:cSld>
  <p:clrMapOvr>
    <a:masterClrMapping/>
  </p:clrMapOvr>
  <mc:AlternateContent xmlns:mc="http://schemas.openxmlformats.org/markup-compatibility/2006" xmlns:p159="http://schemas.microsoft.com/office/powerpoint/2015/09/main">
    <mc:Choice Requires="p159">
      <p:transition spd="slow">
        <p159:morph option="byObject"/>
      </p:transition>
    </mc:Choice>
    <mc:Fallback xmlns="">
      <p:transition spd="slow">
        <p:fade/>
      </p:transition>
    </mc:Fallback>
  </mc:AlternateContent>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2" presetClass="entr" presetSubtype="8" fill="hold" nodeType="clickEffect">
                                  <p:stCondLst>
                                    <p:cond delay="0"/>
                                  </p:stCondLst>
                                  <p:childTnLst>
                                    <p:set>
                                      <p:cBhvr>
                                        <p:cTn id="6" dur="1" fill="hold">
                                          <p:stCondLst>
                                            <p:cond delay="0"/>
                                          </p:stCondLst>
                                        </p:cTn>
                                        <p:tgtEl>
                                          <p:spTgt spid="6"/>
                                        </p:tgtEl>
                                        <p:attrNameLst>
                                          <p:attrName>style.visibility</p:attrName>
                                        </p:attrNameLst>
                                      </p:cBhvr>
                                      <p:to>
                                        <p:strVal val="visible"/>
                                      </p:to>
                                    </p:set>
                                    <p:anim calcmode="lin" valueType="num">
                                      <p:cBhvr additive="base">
                                        <p:cTn id="7" dur="1000"/>
                                        <p:tgtEl>
                                          <p:spTgt spid="6"/>
                                        </p:tgtEl>
                                        <p:attrNameLst>
                                          <p:attrName>ppt_x</p:attrName>
                                        </p:attrNameLst>
                                      </p:cBhvr>
                                      <p:tavLst>
                                        <p:tav tm="0">
                                          <p:val>
                                            <p:strVal val="#ppt_x-#ppt_w*1.125000"/>
                                          </p:val>
                                        </p:tav>
                                        <p:tav tm="100000">
                                          <p:val>
                                            <p:strVal val="#ppt_x"/>
                                          </p:val>
                                        </p:tav>
                                      </p:tavLst>
                                    </p:anim>
                                    <p:animEffect transition="in" filter="wipe(right)">
                                      <p:cBhvr>
                                        <p:cTn id="8" dur="1000"/>
                                        <p:tgtEl>
                                          <p:spTgt spid="6"/>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10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11" name="组合 10">
            <a:extLst>
              <a:ext uri="{FF2B5EF4-FFF2-40B4-BE49-F238E27FC236}">
                <a16:creationId xmlns:a16="http://schemas.microsoft.com/office/drawing/2014/main" id="{9C7D648F-8CAF-4A6C-8D04-99D2E167BDA8}"/>
              </a:ext>
            </a:extLst>
          </p:cNvPr>
          <p:cNvGrpSpPr/>
          <p:nvPr/>
        </p:nvGrpSpPr>
        <p:grpSpPr>
          <a:xfrm>
            <a:off x="1295950" y="4006215"/>
            <a:ext cx="4970953" cy="401283"/>
            <a:chOff x="2578739" y="4006215"/>
            <a:chExt cx="4970953" cy="401283"/>
          </a:xfrm>
        </p:grpSpPr>
        <p:sp>
          <p:nvSpPr>
            <p:cNvPr id="10" name="矩形 9">
              <a:extLst>
                <a:ext uri="{FF2B5EF4-FFF2-40B4-BE49-F238E27FC236}">
                  <a16:creationId xmlns:a16="http://schemas.microsoft.com/office/drawing/2014/main" id="{530C36B3-CAA4-4FBC-B92F-2E3422784CF7}"/>
                </a:ext>
              </a:extLst>
            </p:cNvPr>
            <p:cNvSpPr/>
            <p:nvPr/>
          </p:nvSpPr>
          <p:spPr>
            <a:xfrm>
              <a:off x="2578739" y="4006215"/>
              <a:ext cx="1013078" cy="401283"/>
            </a:xfrm>
            <a:prstGeom prst="rect">
              <a:avLst/>
            </a:prstGeom>
            <a:solidFill>
              <a:schemeClr val="accent4"/>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zh-CN" altLang="en-US" b="1" dirty="0"/>
                <a:t>帧首部</a:t>
              </a:r>
            </a:p>
          </p:txBody>
        </p:sp>
        <p:sp>
          <p:nvSpPr>
            <p:cNvPr id="51" name="矩形 50">
              <a:extLst>
                <a:ext uri="{FF2B5EF4-FFF2-40B4-BE49-F238E27FC236}">
                  <a16:creationId xmlns:a16="http://schemas.microsoft.com/office/drawing/2014/main" id="{560A5E7C-5161-4B6E-A74F-D15E7606A5CD}"/>
                </a:ext>
              </a:extLst>
            </p:cNvPr>
            <p:cNvSpPr/>
            <p:nvPr/>
          </p:nvSpPr>
          <p:spPr>
            <a:xfrm>
              <a:off x="6536614" y="4006215"/>
              <a:ext cx="1013078" cy="401283"/>
            </a:xfrm>
            <a:prstGeom prst="rect">
              <a:avLst/>
            </a:prstGeom>
            <a:solidFill>
              <a:schemeClr val="accent4"/>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zh-CN" altLang="en-US" b="1" dirty="0"/>
                <a:t>帧尾部</a:t>
              </a:r>
            </a:p>
          </p:txBody>
        </p:sp>
        <p:sp>
          <p:nvSpPr>
            <p:cNvPr id="52" name="矩形 51">
              <a:extLst>
                <a:ext uri="{FF2B5EF4-FFF2-40B4-BE49-F238E27FC236}">
                  <a16:creationId xmlns:a16="http://schemas.microsoft.com/office/drawing/2014/main" id="{924D77DE-ACBC-4352-A637-85E4A1C699D7}"/>
                </a:ext>
              </a:extLst>
            </p:cNvPr>
            <p:cNvSpPr/>
            <p:nvPr/>
          </p:nvSpPr>
          <p:spPr>
            <a:xfrm>
              <a:off x="3591816" y="4006215"/>
              <a:ext cx="2944797" cy="401283"/>
            </a:xfrm>
            <a:prstGeom prst="rect">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zh-CN" altLang="en-US" b="1" dirty="0">
                  <a:solidFill>
                    <a:schemeClr val="accent1">
                      <a:lumMod val="75000"/>
                    </a:schemeClr>
                  </a:solidFill>
                </a:rPr>
                <a:t>“之前的帧有误码”</a:t>
              </a:r>
            </a:p>
          </p:txBody>
        </p:sp>
      </p:grpSp>
      <p:grpSp>
        <p:nvGrpSpPr>
          <p:cNvPr id="4" name="组合 3">
            <a:extLst>
              <a:ext uri="{FF2B5EF4-FFF2-40B4-BE49-F238E27FC236}">
                <a16:creationId xmlns:a16="http://schemas.microsoft.com/office/drawing/2014/main" id="{9A1EA9F2-FCB6-48C3-935F-7AE7E3AD14AC}"/>
              </a:ext>
            </a:extLst>
          </p:cNvPr>
          <p:cNvGrpSpPr/>
          <p:nvPr/>
        </p:nvGrpSpPr>
        <p:grpSpPr>
          <a:xfrm>
            <a:off x="304800" y="749300"/>
            <a:ext cx="6192344" cy="400110"/>
            <a:chOff x="424117" y="898245"/>
            <a:chExt cx="6192344" cy="400110"/>
          </a:xfrm>
        </p:grpSpPr>
        <p:sp>
          <p:nvSpPr>
            <p:cNvPr id="2" name="平行四边形 1">
              <a:extLst>
                <a:ext uri="{FF2B5EF4-FFF2-40B4-BE49-F238E27FC236}">
                  <a16:creationId xmlns:a16="http://schemas.microsoft.com/office/drawing/2014/main" id="{1F5BAA3F-9845-4F89-A2DD-8222D3E4EDAC}"/>
                </a:ext>
              </a:extLst>
            </p:cNvPr>
            <p:cNvSpPr/>
            <p:nvPr/>
          </p:nvSpPr>
          <p:spPr>
            <a:xfrm>
              <a:off x="424117" y="898245"/>
              <a:ext cx="628306" cy="387090"/>
            </a:xfrm>
            <a:prstGeom prst="parallelogram">
              <a:avLst/>
            </a:prstGeom>
            <a:solidFill>
              <a:schemeClr val="accent3">
                <a:lumMod val="75000"/>
              </a:schemeClr>
            </a:solidFill>
            <a:ln>
              <a:solidFill>
                <a:schemeClr val="accent3">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CN" sz="2200" dirty="0">
                  <a:latin typeface="Impact" panose="020B0806030902050204" pitchFamily="34" charset="0"/>
                </a:rPr>
                <a:t>01</a:t>
              </a:r>
              <a:endParaRPr lang="zh-CN" altLang="en-US" sz="2200" dirty="0">
                <a:latin typeface="Impact" panose="020B0806030902050204" pitchFamily="34" charset="0"/>
              </a:endParaRPr>
            </a:p>
          </p:txBody>
        </p:sp>
        <p:sp>
          <p:nvSpPr>
            <p:cNvPr id="3" name="文本框 2">
              <a:extLst>
                <a:ext uri="{FF2B5EF4-FFF2-40B4-BE49-F238E27FC236}">
                  <a16:creationId xmlns:a16="http://schemas.microsoft.com/office/drawing/2014/main" id="{4D6BD736-A4D3-4F26-AFED-36E11F50F70B}"/>
                </a:ext>
              </a:extLst>
            </p:cNvPr>
            <p:cNvSpPr txBox="1"/>
            <p:nvPr/>
          </p:nvSpPr>
          <p:spPr>
            <a:xfrm>
              <a:off x="1052423" y="898245"/>
              <a:ext cx="5564038" cy="400110"/>
            </a:xfrm>
            <a:prstGeom prst="rect">
              <a:avLst/>
            </a:prstGeom>
            <a:noFill/>
          </p:spPr>
          <p:txBody>
            <a:bodyPr wrap="square" rtlCol="0">
              <a:spAutoFit/>
            </a:bodyPr>
            <a:lstStyle/>
            <a:p>
              <a:r>
                <a:rPr lang="zh-CN" altLang="en-US" sz="2000" b="1" dirty="0"/>
                <a:t>可靠传输的相关基本概念</a:t>
              </a:r>
            </a:p>
          </p:txBody>
        </p:sp>
      </p:grpSp>
      <p:sp>
        <p:nvSpPr>
          <p:cNvPr id="8" name="矩形 7">
            <a:extLst>
              <a:ext uri="{FF2B5EF4-FFF2-40B4-BE49-F238E27FC236}">
                <a16:creationId xmlns:a16="http://schemas.microsoft.com/office/drawing/2014/main" id="{C7720255-4E6C-41B6-A880-D93377A356B5}"/>
              </a:ext>
            </a:extLst>
          </p:cNvPr>
          <p:cNvSpPr/>
          <p:nvPr/>
        </p:nvSpPr>
        <p:spPr>
          <a:xfrm>
            <a:off x="1016000" y="1297642"/>
            <a:ext cx="256976" cy="256976"/>
          </a:xfrm>
          <a:prstGeom prst="rect">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9" name="íşlïḍè">
            <a:extLst>
              <a:ext uri="{FF2B5EF4-FFF2-40B4-BE49-F238E27FC236}">
                <a16:creationId xmlns:a16="http://schemas.microsoft.com/office/drawing/2014/main" id="{1E3208DB-9CB5-439E-87A6-F640C77C2B32}"/>
              </a:ext>
            </a:extLst>
          </p:cNvPr>
          <p:cNvSpPr txBox="1"/>
          <p:nvPr/>
        </p:nvSpPr>
        <p:spPr>
          <a:xfrm>
            <a:off x="1333227" y="1297641"/>
            <a:ext cx="10232983" cy="511042"/>
          </a:xfrm>
          <a:prstGeom prst="rect">
            <a:avLst/>
          </a:prstGeom>
          <a:noFill/>
        </p:spPr>
        <p:txBody>
          <a:bodyPr wrap="square" lIns="91440" tIns="45720" rIns="91440" bIns="45720" anchor="ctr">
            <a:noAutofit/>
          </a:bodyPr>
          <a:lstStyle/>
          <a:p>
            <a:r>
              <a:rPr lang="zh-CN" altLang="en-US" b="1" dirty="0"/>
              <a:t>使用</a:t>
            </a:r>
            <a:r>
              <a:rPr lang="zh-CN" altLang="en-US" b="1" dirty="0">
                <a:solidFill>
                  <a:schemeClr val="accent1">
                    <a:lumMod val="75000"/>
                  </a:schemeClr>
                </a:solidFill>
              </a:rPr>
              <a:t>差错检测技术</a:t>
            </a:r>
            <a:r>
              <a:rPr lang="zh-CN" altLang="en-US" b="1" dirty="0"/>
              <a:t>（例如循环冗余校验</a:t>
            </a:r>
            <a:r>
              <a:rPr lang="en-US" altLang="zh-CN" b="1" dirty="0"/>
              <a:t>CRC</a:t>
            </a:r>
            <a:r>
              <a:rPr lang="zh-CN" altLang="en-US" b="1" dirty="0"/>
              <a:t>），接收方的数据链路层就可检测出帧在传输过程中是否产生了</a:t>
            </a:r>
            <a:r>
              <a:rPr lang="zh-CN" altLang="en-US" b="1" dirty="0">
                <a:solidFill>
                  <a:schemeClr val="accent1">
                    <a:lumMod val="75000"/>
                  </a:schemeClr>
                </a:solidFill>
              </a:rPr>
              <a:t>误码</a:t>
            </a:r>
            <a:r>
              <a:rPr lang="zh-CN" altLang="en-US" b="1" dirty="0"/>
              <a:t>（比特差错）。</a:t>
            </a:r>
            <a:endParaRPr lang="en-US" altLang="zh-CN" b="1" dirty="0"/>
          </a:p>
        </p:txBody>
      </p:sp>
      <p:grpSp>
        <p:nvGrpSpPr>
          <p:cNvPr id="12" name="组合 11">
            <a:extLst>
              <a:ext uri="{FF2B5EF4-FFF2-40B4-BE49-F238E27FC236}">
                <a16:creationId xmlns:a16="http://schemas.microsoft.com/office/drawing/2014/main" id="{313A0EE4-AF2F-4EF7-9B11-657D152500C7}"/>
              </a:ext>
            </a:extLst>
          </p:cNvPr>
          <p:cNvGrpSpPr/>
          <p:nvPr/>
        </p:nvGrpSpPr>
        <p:grpSpPr>
          <a:xfrm>
            <a:off x="625788" y="4000535"/>
            <a:ext cx="10940423" cy="641082"/>
            <a:chOff x="601699" y="5648354"/>
            <a:chExt cx="10940423" cy="641082"/>
          </a:xfrm>
        </p:grpSpPr>
        <p:cxnSp>
          <p:nvCxnSpPr>
            <p:cNvPr id="23" name="直接连接符 22">
              <a:extLst>
                <a:ext uri="{FF2B5EF4-FFF2-40B4-BE49-F238E27FC236}">
                  <a16:creationId xmlns:a16="http://schemas.microsoft.com/office/drawing/2014/main" id="{BDADF065-0436-4D5A-92A4-67B4F392F33D}"/>
                </a:ext>
              </a:extLst>
            </p:cNvPr>
            <p:cNvCxnSpPr>
              <a:cxnSpLocks/>
            </p:cNvCxnSpPr>
            <p:nvPr/>
          </p:nvCxnSpPr>
          <p:spPr>
            <a:xfrm>
              <a:off x="1143721" y="6126777"/>
              <a:ext cx="10027235"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pic>
          <p:nvPicPr>
            <p:cNvPr id="24" name="图形 23">
              <a:extLst>
                <a:ext uri="{FF2B5EF4-FFF2-40B4-BE49-F238E27FC236}">
                  <a16:creationId xmlns:a16="http://schemas.microsoft.com/office/drawing/2014/main" id="{0E73258F-7C5A-4C4A-9D02-9265691C3F02}"/>
                </a:ext>
              </a:extLst>
            </p:cNvPr>
            <p:cNvPicPr>
              <a:picLocks noChangeAspect="1"/>
            </p:cNvPicPr>
            <p:nvPr/>
          </p:nvPicPr>
          <p:blipFill>
            <a:blip r:embed="rId3">
              <a:extLst>
                <a:ext uri="{28A0092B-C50C-407E-A947-70E740481C1C}">
                  <a14:useLocalDpi xmlns:a14="http://schemas.microsoft.com/office/drawing/2010/main" val="0"/>
                </a:ext>
                <a:ext uri="{96DAC541-7B7A-43D3-8B79-37D633B846F1}">
                  <asvg:svgBlip xmlns:asvg="http://schemas.microsoft.com/office/drawing/2016/SVG/main" r:embed="rId4"/>
                </a:ext>
              </a:extLst>
            </a:blip>
            <a:stretch>
              <a:fillRect/>
            </a:stretch>
          </p:blipFill>
          <p:spPr>
            <a:xfrm>
              <a:off x="601699" y="5648354"/>
              <a:ext cx="662814" cy="641082"/>
            </a:xfrm>
            <a:prstGeom prst="rect">
              <a:avLst/>
            </a:prstGeom>
          </p:spPr>
        </p:pic>
        <p:pic>
          <p:nvPicPr>
            <p:cNvPr id="25" name="图形 24">
              <a:extLst>
                <a:ext uri="{FF2B5EF4-FFF2-40B4-BE49-F238E27FC236}">
                  <a16:creationId xmlns:a16="http://schemas.microsoft.com/office/drawing/2014/main" id="{D898DB40-49B3-4A19-A1F9-3897BC630E2B}"/>
                </a:ext>
              </a:extLst>
            </p:cNvPr>
            <p:cNvPicPr>
              <a:picLocks noChangeAspect="1"/>
            </p:cNvPicPr>
            <p:nvPr/>
          </p:nvPicPr>
          <p:blipFill>
            <a:blip r:embed="rId3">
              <a:extLst>
                <a:ext uri="{28A0092B-C50C-407E-A947-70E740481C1C}">
                  <a14:useLocalDpi xmlns:a14="http://schemas.microsoft.com/office/drawing/2010/main" val="0"/>
                </a:ext>
                <a:ext uri="{96DAC541-7B7A-43D3-8B79-37D633B846F1}">
                  <asvg:svgBlip xmlns:asvg="http://schemas.microsoft.com/office/drawing/2016/SVG/main" r:embed="rId4"/>
                </a:ext>
              </a:extLst>
            </a:blip>
            <a:stretch>
              <a:fillRect/>
            </a:stretch>
          </p:blipFill>
          <p:spPr>
            <a:xfrm>
              <a:off x="10879308" y="5648354"/>
              <a:ext cx="662814" cy="641082"/>
            </a:xfrm>
            <a:prstGeom prst="rect">
              <a:avLst/>
            </a:prstGeom>
          </p:spPr>
        </p:pic>
      </p:grpSp>
      <p:sp>
        <p:nvSpPr>
          <p:cNvPr id="28" name="矩形 27">
            <a:extLst>
              <a:ext uri="{FF2B5EF4-FFF2-40B4-BE49-F238E27FC236}">
                <a16:creationId xmlns:a16="http://schemas.microsoft.com/office/drawing/2014/main" id="{965BE770-91AC-43E1-B32E-699C04F61FAA}"/>
              </a:ext>
            </a:extLst>
          </p:cNvPr>
          <p:cNvSpPr/>
          <p:nvPr/>
        </p:nvSpPr>
        <p:spPr>
          <a:xfrm>
            <a:off x="1015999" y="2027362"/>
            <a:ext cx="256976" cy="256976"/>
          </a:xfrm>
          <a:prstGeom prst="rect">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29" name="íşlïḍè">
            <a:extLst>
              <a:ext uri="{FF2B5EF4-FFF2-40B4-BE49-F238E27FC236}">
                <a16:creationId xmlns:a16="http://schemas.microsoft.com/office/drawing/2014/main" id="{F658335E-4088-4258-B012-DFBDEB3F6981}"/>
              </a:ext>
            </a:extLst>
          </p:cNvPr>
          <p:cNvSpPr txBox="1"/>
          <p:nvPr/>
        </p:nvSpPr>
        <p:spPr>
          <a:xfrm>
            <a:off x="1333226" y="2027361"/>
            <a:ext cx="3922929" cy="256179"/>
          </a:xfrm>
          <a:prstGeom prst="rect">
            <a:avLst/>
          </a:prstGeom>
          <a:noFill/>
        </p:spPr>
        <p:txBody>
          <a:bodyPr wrap="square" lIns="91440" tIns="45720" rIns="91440" bIns="45720" anchor="ctr">
            <a:noAutofit/>
          </a:bodyPr>
          <a:lstStyle/>
          <a:p>
            <a:r>
              <a:rPr lang="zh-CN" altLang="en-US" b="1" dirty="0"/>
              <a:t>数据链路层向其上层提供的服务类型</a:t>
            </a:r>
            <a:endParaRPr lang="en-US" altLang="zh-CN" b="1" dirty="0"/>
          </a:p>
        </p:txBody>
      </p:sp>
      <p:sp>
        <p:nvSpPr>
          <p:cNvPr id="30" name="矩形 29">
            <a:extLst>
              <a:ext uri="{FF2B5EF4-FFF2-40B4-BE49-F238E27FC236}">
                <a16:creationId xmlns:a16="http://schemas.microsoft.com/office/drawing/2014/main" id="{8810DB80-B0F7-4601-BDF1-B4D326314922}"/>
              </a:ext>
            </a:extLst>
          </p:cNvPr>
          <p:cNvSpPr/>
          <p:nvPr/>
        </p:nvSpPr>
        <p:spPr>
          <a:xfrm>
            <a:off x="1444693" y="2502219"/>
            <a:ext cx="256976" cy="256976"/>
          </a:xfrm>
          <a:prstGeom prst="rect">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31" name="íşlïḍè">
            <a:extLst>
              <a:ext uri="{FF2B5EF4-FFF2-40B4-BE49-F238E27FC236}">
                <a16:creationId xmlns:a16="http://schemas.microsoft.com/office/drawing/2014/main" id="{AC255468-931E-432B-B30B-C853313F9B3C}"/>
              </a:ext>
            </a:extLst>
          </p:cNvPr>
          <p:cNvSpPr txBox="1"/>
          <p:nvPr/>
        </p:nvSpPr>
        <p:spPr>
          <a:xfrm>
            <a:off x="1761920" y="2502218"/>
            <a:ext cx="1941729" cy="256179"/>
          </a:xfrm>
          <a:prstGeom prst="rect">
            <a:avLst/>
          </a:prstGeom>
          <a:noFill/>
        </p:spPr>
        <p:txBody>
          <a:bodyPr wrap="square" lIns="91440" tIns="45720" rIns="91440" bIns="45720" anchor="ctr">
            <a:noAutofit/>
          </a:bodyPr>
          <a:lstStyle/>
          <a:p>
            <a:r>
              <a:rPr lang="zh-CN" altLang="en-US" b="1" dirty="0">
                <a:solidFill>
                  <a:schemeClr val="accent1">
                    <a:lumMod val="75000"/>
                  </a:schemeClr>
                </a:solidFill>
              </a:rPr>
              <a:t>不可靠传输服务</a:t>
            </a:r>
            <a:r>
              <a:rPr lang="zh-CN" altLang="en-US" b="1" dirty="0"/>
              <a:t>：</a:t>
            </a:r>
            <a:endParaRPr lang="en-US" altLang="zh-CN" b="1" dirty="0"/>
          </a:p>
        </p:txBody>
      </p:sp>
      <p:sp>
        <p:nvSpPr>
          <p:cNvPr id="32" name="íşlïḍè">
            <a:extLst>
              <a:ext uri="{FF2B5EF4-FFF2-40B4-BE49-F238E27FC236}">
                <a16:creationId xmlns:a16="http://schemas.microsoft.com/office/drawing/2014/main" id="{5DA694DD-CFA0-48A2-8D96-505FF0CF0308}"/>
              </a:ext>
            </a:extLst>
          </p:cNvPr>
          <p:cNvSpPr txBox="1"/>
          <p:nvPr/>
        </p:nvSpPr>
        <p:spPr>
          <a:xfrm>
            <a:off x="3651022" y="2502218"/>
            <a:ext cx="4933813" cy="256179"/>
          </a:xfrm>
          <a:prstGeom prst="rect">
            <a:avLst/>
          </a:prstGeom>
          <a:noFill/>
        </p:spPr>
        <p:txBody>
          <a:bodyPr wrap="square" lIns="91440" tIns="45720" rIns="91440" bIns="45720" anchor="ctr">
            <a:noAutofit/>
          </a:bodyPr>
          <a:lstStyle/>
          <a:p>
            <a:r>
              <a:rPr lang="zh-CN" altLang="en-US" b="1" dirty="0">
                <a:solidFill>
                  <a:schemeClr val="accent1">
                    <a:lumMod val="75000"/>
                  </a:schemeClr>
                </a:solidFill>
              </a:rPr>
              <a:t>仅仅丢弃有误码的帧</a:t>
            </a:r>
            <a:r>
              <a:rPr lang="zh-CN" altLang="en-US" b="1" dirty="0"/>
              <a:t>，其他什么也不做；</a:t>
            </a:r>
            <a:endParaRPr lang="en-US" altLang="zh-CN" b="1" dirty="0"/>
          </a:p>
        </p:txBody>
      </p:sp>
      <p:sp>
        <p:nvSpPr>
          <p:cNvPr id="33" name="矩形 32">
            <a:extLst>
              <a:ext uri="{FF2B5EF4-FFF2-40B4-BE49-F238E27FC236}">
                <a16:creationId xmlns:a16="http://schemas.microsoft.com/office/drawing/2014/main" id="{D937D681-6D33-4E79-9F85-CFD7015057B8}"/>
              </a:ext>
            </a:extLst>
          </p:cNvPr>
          <p:cNvSpPr/>
          <p:nvPr/>
        </p:nvSpPr>
        <p:spPr>
          <a:xfrm>
            <a:off x="1444693" y="2977076"/>
            <a:ext cx="256976" cy="256976"/>
          </a:xfrm>
          <a:prstGeom prst="rect">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34" name="íşlïḍè">
            <a:extLst>
              <a:ext uri="{FF2B5EF4-FFF2-40B4-BE49-F238E27FC236}">
                <a16:creationId xmlns:a16="http://schemas.microsoft.com/office/drawing/2014/main" id="{1D207B5C-77D6-43D0-8A10-D7C940EFDCC4}"/>
              </a:ext>
            </a:extLst>
          </p:cNvPr>
          <p:cNvSpPr txBox="1"/>
          <p:nvPr/>
        </p:nvSpPr>
        <p:spPr>
          <a:xfrm>
            <a:off x="1761920" y="2977075"/>
            <a:ext cx="1941729" cy="256179"/>
          </a:xfrm>
          <a:prstGeom prst="rect">
            <a:avLst/>
          </a:prstGeom>
          <a:noFill/>
        </p:spPr>
        <p:txBody>
          <a:bodyPr wrap="square" lIns="91440" tIns="45720" rIns="91440" bIns="45720" anchor="ctr">
            <a:noAutofit/>
          </a:bodyPr>
          <a:lstStyle/>
          <a:p>
            <a:r>
              <a:rPr lang="zh-CN" altLang="en-US" b="1" dirty="0">
                <a:solidFill>
                  <a:schemeClr val="accent1">
                    <a:lumMod val="75000"/>
                  </a:schemeClr>
                </a:solidFill>
              </a:rPr>
              <a:t>可靠传输服务</a:t>
            </a:r>
            <a:r>
              <a:rPr lang="zh-CN" altLang="en-US" b="1" dirty="0"/>
              <a:t>：</a:t>
            </a:r>
            <a:endParaRPr lang="en-US" altLang="zh-CN" b="1" dirty="0"/>
          </a:p>
        </p:txBody>
      </p:sp>
      <p:sp>
        <p:nvSpPr>
          <p:cNvPr id="35" name="íşlïḍè">
            <a:extLst>
              <a:ext uri="{FF2B5EF4-FFF2-40B4-BE49-F238E27FC236}">
                <a16:creationId xmlns:a16="http://schemas.microsoft.com/office/drawing/2014/main" id="{543246C2-5C5A-4F2F-A13A-E734D3D580AB}"/>
              </a:ext>
            </a:extLst>
          </p:cNvPr>
          <p:cNvSpPr txBox="1"/>
          <p:nvPr/>
        </p:nvSpPr>
        <p:spPr>
          <a:xfrm>
            <a:off x="3651022" y="2977075"/>
            <a:ext cx="7096285" cy="256179"/>
          </a:xfrm>
          <a:prstGeom prst="rect">
            <a:avLst/>
          </a:prstGeom>
          <a:noFill/>
        </p:spPr>
        <p:txBody>
          <a:bodyPr wrap="square" lIns="91440" tIns="45720" rIns="91440" bIns="45720" anchor="ctr">
            <a:noAutofit/>
          </a:bodyPr>
          <a:lstStyle/>
          <a:p>
            <a:r>
              <a:rPr lang="zh-CN" altLang="en-US" b="1" dirty="0"/>
              <a:t>通过某种机制实现</a:t>
            </a:r>
            <a:r>
              <a:rPr lang="zh-CN" altLang="en-US" b="1" dirty="0">
                <a:solidFill>
                  <a:schemeClr val="accent1">
                    <a:lumMod val="75000"/>
                  </a:schemeClr>
                </a:solidFill>
              </a:rPr>
              <a:t>发送方发送什么</a:t>
            </a:r>
            <a:r>
              <a:rPr lang="zh-CN" altLang="en-US" b="1" dirty="0"/>
              <a:t>，</a:t>
            </a:r>
            <a:r>
              <a:rPr lang="zh-CN" altLang="en-US" b="1" dirty="0">
                <a:solidFill>
                  <a:schemeClr val="accent1">
                    <a:lumMod val="75000"/>
                  </a:schemeClr>
                </a:solidFill>
              </a:rPr>
              <a:t>接收方最终就能收到什么</a:t>
            </a:r>
            <a:r>
              <a:rPr lang="zh-CN" altLang="en-US" b="1" dirty="0"/>
              <a:t>。</a:t>
            </a:r>
            <a:endParaRPr lang="en-US" altLang="zh-CN" b="1" dirty="0"/>
          </a:p>
        </p:txBody>
      </p:sp>
      <p:sp>
        <p:nvSpPr>
          <p:cNvPr id="38" name="爆炸形: 8 pt  37">
            <a:extLst>
              <a:ext uri="{FF2B5EF4-FFF2-40B4-BE49-F238E27FC236}">
                <a16:creationId xmlns:a16="http://schemas.microsoft.com/office/drawing/2014/main" id="{391CDF31-0A8B-426A-915B-4BBEAA2F81F9}"/>
              </a:ext>
            </a:extLst>
          </p:cNvPr>
          <p:cNvSpPr/>
          <p:nvPr/>
        </p:nvSpPr>
        <p:spPr>
          <a:xfrm>
            <a:off x="1802489" y="4297582"/>
            <a:ext cx="1318724" cy="1262777"/>
          </a:xfrm>
          <a:prstGeom prst="irregularSeal1">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zh-CN" altLang="en-US" b="1" dirty="0"/>
              <a:t>误码</a:t>
            </a:r>
          </a:p>
        </p:txBody>
      </p:sp>
    </p:spTree>
    <p:custDataLst>
      <p:tags r:id="rId1"/>
    </p:custDataLst>
    <p:extLst>
      <p:ext uri="{BB962C8B-B14F-4D97-AF65-F5344CB8AC3E}">
        <p14:creationId xmlns:p14="http://schemas.microsoft.com/office/powerpoint/2010/main" val="3983333563"/>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49" presetClass="entr" presetSubtype="0" decel="100000" fill="hold" grpId="0" nodeType="withEffect">
                                  <p:stCondLst>
                                    <p:cond delay="0"/>
                                  </p:stCondLst>
                                  <p:childTnLst>
                                    <p:set>
                                      <p:cBhvr>
                                        <p:cTn id="6" dur="1" fill="hold">
                                          <p:stCondLst>
                                            <p:cond delay="0"/>
                                          </p:stCondLst>
                                        </p:cTn>
                                        <p:tgtEl>
                                          <p:spTgt spid="38"/>
                                        </p:tgtEl>
                                        <p:attrNameLst>
                                          <p:attrName>style.visibility</p:attrName>
                                        </p:attrNameLst>
                                      </p:cBhvr>
                                      <p:to>
                                        <p:strVal val="visible"/>
                                      </p:to>
                                    </p:set>
                                    <p:anim calcmode="lin" valueType="num">
                                      <p:cBhvr>
                                        <p:cTn id="7" dur="500" fill="hold"/>
                                        <p:tgtEl>
                                          <p:spTgt spid="38"/>
                                        </p:tgtEl>
                                        <p:attrNameLst>
                                          <p:attrName>ppt_w</p:attrName>
                                        </p:attrNameLst>
                                      </p:cBhvr>
                                      <p:tavLst>
                                        <p:tav tm="0">
                                          <p:val>
                                            <p:fltVal val="0"/>
                                          </p:val>
                                        </p:tav>
                                        <p:tav tm="100000">
                                          <p:val>
                                            <p:strVal val="#ppt_w"/>
                                          </p:val>
                                        </p:tav>
                                      </p:tavLst>
                                    </p:anim>
                                    <p:anim calcmode="lin" valueType="num">
                                      <p:cBhvr>
                                        <p:cTn id="8" dur="500" fill="hold"/>
                                        <p:tgtEl>
                                          <p:spTgt spid="38"/>
                                        </p:tgtEl>
                                        <p:attrNameLst>
                                          <p:attrName>ppt_h</p:attrName>
                                        </p:attrNameLst>
                                      </p:cBhvr>
                                      <p:tavLst>
                                        <p:tav tm="0">
                                          <p:val>
                                            <p:fltVal val="0"/>
                                          </p:val>
                                        </p:tav>
                                        <p:tav tm="100000">
                                          <p:val>
                                            <p:strVal val="#ppt_h"/>
                                          </p:val>
                                        </p:tav>
                                      </p:tavLst>
                                    </p:anim>
                                    <p:anim calcmode="lin" valueType="num">
                                      <p:cBhvr>
                                        <p:cTn id="9" dur="500" fill="hold"/>
                                        <p:tgtEl>
                                          <p:spTgt spid="38"/>
                                        </p:tgtEl>
                                        <p:attrNameLst>
                                          <p:attrName>style.rotation</p:attrName>
                                        </p:attrNameLst>
                                      </p:cBhvr>
                                      <p:tavLst>
                                        <p:tav tm="0">
                                          <p:val>
                                            <p:fltVal val="360"/>
                                          </p:val>
                                        </p:tav>
                                        <p:tav tm="100000">
                                          <p:val>
                                            <p:fltVal val="0"/>
                                          </p:val>
                                        </p:tav>
                                      </p:tavLst>
                                    </p:anim>
                                    <p:animEffect transition="in" filter="fade">
                                      <p:cBhvr>
                                        <p:cTn id="10" dur="500"/>
                                        <p:tgtEl>
                                          <p:spTgt spid="38"/>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8" grpId="0" animBg="1"/>
    </p:bldLst>
  </p:timing>
</p:sld>
</file>

<file path=ppt/slides/slide10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4" name="组合 3">
            <a:extLst>
              <a:ext uri="{FF2B5EF4-FFF2-40B4-BE49-F238E27FC236}">
                <a16:creationId xmlns:a16="http://schemas.microsoft.com/office/drawing/2014/main" id="{9A1EA9F2-FCB6-48C3-935F-7AE7E3AD14AC}"/>
              </a:ext>
            </a:extLst>
          </p:cNvPr>
          <p:cNvGrpSpPr/>
          <p:nvPr/>
        </p:nvGrpSpPr>
        <p:grpSpPr>
          <a:xfrm>
            <a:off x="304800" y="749300"/>
            <a:ext cx="6192344" cy="400110"/>
            <a:chOff x="424117" y="898245"/>
            <a:chExt cx="6192344" cy="400110"/>
          </a:xfrm>
        </p:grpSpPr>
        <p:sp>
          <p:nvSpPr>
            <p:cNvPr id="2" name="平行四边形 1">
              <a:extLst>
                <a:ext uri="{FF2B5EF4-FFF2-40B4-BE49-F238E27FC236}">
                  <a16:creationId xmlns:a16="http://schemas.microsoft.com/office/drawing/2014/main" id="{1F5BAA3F-9845-4F89-A2DD-8222D3E4EDAC}"/>
                </a:ext>
              </a:extLst>
            </p:cNvPr>
            <p:cNvSpPr/>
            <p:nvPr/>
          </p:nvSpPr>
          <p:spPr>
            <a:xfrm>
              <a:off x="424117" y="898245"/>
              <a:ext cx="628306" cy="387090"/>
            </a:xfrm>
            <a:prstGeom prst="parallelogram">
              <a:avLst/>
            </a:prstGeom>
            <a:solidFill>
              <a:schemeClr val="accent3">
                <a:lumMod val="75000"/>
              </a:schemeClr>
            </a:solidFill>
            <a:ln>
              <a:solidFill>
                <a:schemeClr val="accent3">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CN" sz="2200" dirty="0">
                  <a:latin typeface="Impact" panose="020B0806030902050204" pitchFamily="34" charset="0"/>
                </a:rPr>
                <a:t>01</a:t>
              </a:r>
              <a:endParaRPr lang="zh-CN" altLang="en-US" sz="2200" dirty="0">
                <a:latin typeface="Impact" panose="020B0806030902050204" pitchFamily="34" charset="0"/>
              </a:endParaRPr>
            </a:p>
          </p:txBody>
        </p:sp>
        <p:sp>
          <p:nvSpPr>
            <p:cNvPr id="3" name="文本框 2">
              <a:extLst>
                <a:ext uri="{FF2B5EF4-FFF2-40B4-BE49-F238E27FC236}">
                  <a16:creationId xmlns:a16="http://schemas.microsoft.com/office/drawing/2014/main" id="{4D6BD736-A4D3-4F26-AFED-36E11F50F70B}"/>
                </a:ext>
              </a:extLst>
            </p:cNvPr>
            <p:cNvSpPr txBox="1"/>
            <p:nvPr/>
          </p:nvSpPr>
          <p:spPr>
            <a:xfrm>
              <a:off x="1052423" y="898245"/>
              <a:ext cx="5564038" cy="400110"/>
            </a:xfrm>
            <a:prstGeom prst="rect">
              <a:avLst/>
            </a:prstGeom>
            <a:noFill/>
          </p:spPr>
          <p:txBody>
            <a:bodyPr wrap="square" rtlCol="0">
              <a:spAutoFit/>
            </a:bodyPr>
            <a:lstStyle/>
            <a:p>
              <a:r>
                <a:rPr lang="zh-CN" altLang="en-US" sz="2000" b="1" dirty="0"/>
                <a:t>可靠传输的相关基本概念</a:t>
              </a:r>
            </a:p>
          </p:txBody>
        </p:sp>
      </p:grpSp>
      <p:sp>
        <p:nvSpPr>
          <p:cNvPr id="8" name="矩形 7">
            <a:extLst>
              <a:ext uri="{FF2B5EF4-FFF2-40B4-BE49-F238E27FC236}">
                <a16:creationId xmlns:a16="http://schemas.microsoft.com/office/drawing/2014/main" id="{C7720255-4E6C-41B6-A880-D93377A356B5}"/>
              </a:ext>
            </a:extLst>
          </p:cNvPr>
          <p:cNvSpPr/>
          <p:nvPr/>
        </p:nvSpPr>
        <p:spPr>
          <a:xfrm>
            <a:off x="1016000" y="1297642"/>
            <a:ext cx="256976" cy="256976"/>
          </a:xfrm>
          <a:prstGeom prst="rect">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9" name="íşlïḍè">
            <a:extLst>
              <a:ext uri="{FF2B5EF4-FFF2-40B4-BE49-F238E27FC236}">
                <a16:creationId xmlns:a16="http://schemas.microsoft.com/office/drawing/2014/main" id="{1E3208DB-9CB5-439E-87A6-F640C77C2B32}"/>
              </a:ext>
            </a:extLst>
          </p:cNvPr>
          <p:cNvSpPr txBox="1"/>
          <p:nvPr/>
        </p:nvSpPr>
        <p:spPr>
          <a:xfrm>
            <a:off x="1333227" y="1297641"/>
            <a:ext cx="10232983" cy="511424"/>
          </a:xfrm>
          <a:prstGeom prst="rect">
            <a:avLst/>
          </a:prstGeom>
          <a:noFill/>
        </p:spPr>
        <p:txBody>
          <a:bodyPr wrap="square" lIns="91440" tIns="45720" rIns="91440" bIns="45720" anchor="ctr">
            <a:noAutofit/>
          </a:bodyPr>
          <a:lstStyle/>
          <a:p>
            <a:r>
              <a:rPr lang="zh-CN" altLang="en-US" b="1" dirty="0"/>
              <a:t>一般情况下，</a:t>
            </a:r>
            <a:r>
              <a:rPr lang="zh-CN" altLang="en-US" b="1" dirty="0">
                <a:solidFill>
                  <a:schemeClr val="accent1">
                    <a:lumMod val="75000"/>
                  </a:schemeClr>
                </a:solidFill>
              </a:rPr>
              <a:t>有线链路的误码率比较低</a:t>
            </a:r>
            <a:r>
              <a:rPr lang="zh-CN" altLang="en-US" b="1" dirty="0"/>
              <a:t>。为了减小开销，</a:t>
            </a:r>
            <a:r>
              <a:rPr lang="zh-CN" altLang="en-US" b="1" dirty="0">
                <a:solidFill>
                  <a:schemeClr val="accent1">
                    <a:lumMod val="75000"/>
                  </a:schemeClr>
                </a:solidFill>
              </a:rPr>
              <a:t>并不要求数据链路层向其上层提供可靠传输服务</a:t>
            </a:r>
            <a:r>
              <a:rPr lang="zh-CN" altLang="en-US" b="1" dirty="0"/>
              <a:t>。即使出现了误码，可靠传输的问题由其上层处理。</a:t>
            </a:r>
            <a:endParaRPr lang="en-US" altLang="zh-CN" b="1" dirty="0"/>
          </a:p>
        </p:txBody>
      </p:sp>
      <p:sp>
        <p:nvSpPr>
          <p:cNvPr id="17" name="矩形 16">
            <a:extLst>
              <a:ext uri="{FF2B5EF4-FFF2-40B4-BE49-F238E27FC236}">
                <a16:creationId xmlns:a16="http://schemas.microsoft.com/office/drawing/2014/main" id="{DC7BC39C-F20D-4A39-8B15-E2041827750B}"/>
              </a:ext>
            </a:extLst>
          </p:cNvPr>
          <p:cNvSpPr/>
          <p:nvPr/>
        </p:nvSpPr>
        <p:spPr>
          <a:xfrm>
            <a:off x="1016000" y="2146233"/>
            <a:ext cx="256976" cy="256976"/>
          </a:xfrm>
          <a:prstGeom prst="rect">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18" name="íşlïḍè">
            <a:extLst>
              <a:ext uri="{FF2B5EF4-FFF2-40B4-BE49-F238E27FC236}">
                <a16:creationId xmlns:a16="http://schemas.microsoft.com/office/drawing/2014/main" id="{DEB1EC00-97CC-4C4F-870D-FB1FD569E49C}"/>
              </a:ext>
            </a:extLst>
          </p:cNvPr>
          <p:cNvSpPr txBox="1"/>
          <p:nvPr/>
        </p:nvSpPr>
        <p:spPr>
          <a:xfrm>
            <a:off x="1333227" y="2146232"/>
            <a:ext cx="10232983" cy="256976"/>
          </a:xfrm>
          <a:prstGeom prst="rect">
            <a:avLst/>
          </a:prstGeom>
          <a:noFill/>
        </p:spPr>
        <p:txBody>
          <a:bodyPr wrap="square" lIns="91440" tIns="45720" rIns="91440" bIns="45720" anchor="ctr">
            <a:noAutofit/>
          </a:bodyPr>
          <a:lstStyle/>
          <a:p>
            <a:r>
              <a:rPr lang="zh-CN" altLang="en-US" b="1" dirty="0">
                <a:solidFill>
                  <a:schemeClr val="accent1">
                    <a:lumMod val="75000"/>
                  </a:schemeClr>
                </a:solidFill>
              </a:rPr>
              <a:t>无线链路</a:t>
            </a:r>
            <a:r>
              <a:rPr lang="zh-CN" altLang="en-US" b="1" dirty="0"/>
              <a:t>易受干扰，</a:t>
            </a:r>
            <a:r>
              <a:rPr lang="zh-CN" altLang="en-US" b="1" dirty="0">
                <a:solidFill>
                  <a:schemeClr val="accent1">
                    <a:lumMod val="75000"/>
                  </a:schemeClr>
                </a:solidFill>
              </a:rPr>
              <a:t>误码率比较高</a:t>
            </a:r>
            <a:r>
              <a:rPr lang="zh-CN" altLang="en-US" b="1" dirty="0"/>
              <a:t>，因此</a:t>
            </a:r>
            <a:r>
              <a:rPr lang="zh-CN" altLang="en-US" b="1" dirty="0">
                <a:solidFill>
                  <a:schemeClr val="accent1">
                    <a:lumMod val="75000"/>
                  </a:schemeClr>
                </a:solidFill>
              </a:rPr>
              <a:t>要求数据链路层必须向其上层提供可靠传输服务</a:t>
            </a:r>
            <a:r>
              <a:rPr lang="zh-CN" altLang="en-US" b="1" dirty="0"/>
              <a:t>。</a:t>
            </a:r>
            <a:endParaRPr lang="en-US" altLang="zh-CN" b="1" dirty="0"/>
          </a:p>
        </p:txBody>
      </p:sp>
      <p:grpSp>
        <p:nvGrpSpPr>
          <p:cNvPr id="13" name="组合 12">
            <a:extLst>
              <a:ext uri="{FF2B5EF4-FFF2-40B4-BE49-F238E27FC236}">
                <a16:creationId xmlns:a16="http://schemas.microsoft.com/office/drawing/2014/main" id="{BD68DB25-947C-4B50-B699-F8C02E222449}"/>
              </a:ext>
            </a:extLst>
          </p:cNvPr>
          <p:cNvGrpSpPr/>
          <p:nvPr/>
        </p:nvGrpSpPr>
        <p:grpSpPr>
          <a:xfrm>
            <a:off x="7050639" y="2943448"/>
            <a:ext cx="3737067" cy="3414095"/>
            <a:chOff x="7050639" y="2943448"/>
            <a:chExt cx="3737067" cy="3414095"/>
          </a:xfrm>
        </p:grpSpPr>
        <p:sp>
          <p:nvSpPr>
            <p:cNvPr id="46" name="文本框 45">
              <a:extLst>
                <a:ext uri="{FF2B5EF4-FFF2-40B4-BE49-F238E27FC236}">
                  <a16:creationId xmlns:a16="http://schemas.microsoft.com/office/drawing/2014/main" id="{24A43367-45CB-4B4E-BE64-70D4039C98E3}"/>
                </a:ext>
              </a:extLst>
            </p:cNvPr>
            <p:cNvSpPr txBox="1"/>
            <p:nvPr/>
          </p:nvSpPr>
          <p:spPr>
            <a:xfrm>
              <a:off x="8586912" y="4611076"/>
              <a:ext cx="952500" cy="646331"/>
            </a:xfrm>
            <a:prstGeom prst="rect">
              <a:avLst/>
            </a:prstGeom>
            <a:noFill/>
          </p:spPr>
          <p:txBody>
            <a:bodyPr wrap="square" rtlCol="0">
              <a:spAutoFit/>
            </a:bodyPr>
            <a:lstStyle/>
            <a:p>
              <a:pPr algn="ctr"/>
              <a:r>
                <a:rPr lang="zh-CN" altLang="en-US" b="1" dirty="0"/>
                <a:t>无线</a:t>
              </a:r>
              <a:endParaRPr lang="en-US" altLang="zh-CN" b="1" dirty="0"/>
            </a:p>
            <a:p>
              <a:pPr algn="ctr"/>
              <a:r>
                <a:rPr lang="zh-CN" altLang="en-US" b="1" dirty="0"/>
                <a:t>接入点</a:t>
              </a:r>
            </a:p>
          </p:txBody>
        </p:sp>
        <p:pic>
          <p:nvPicPr>
            <p:cNvPr id="47" name="图片 46" descr="图片包含 徽标&#10;&#10;描述已自动生成">
              <a:extLst>
                <a:ext uri="{FF2B5EF4-FFF2-40B4-BE49-F238E27FC236}">
                  <a16:creationId xmlns:a16="http://schemas.microsoft.com/office/drawing/2014/main" id="{0C750FA8-B5E5-40E2-8DB7-E26459ACA7B1}"/>
                </a:ext>
              </a:extLst>
            </p:cNvPr>
            <p:cNvPicPr>
              <a:picLocks noChangeAspect="1"/>
            </p:cNvPicPr>
            <p:nvPr/>
          </p:nvPicPr>
          <p:blipFill>
            <a:blip r:embed="rId3" cstate="print">
              <a:extLst>
                <a:ext uri="{28A0092B-C50C-407E-A947-70E740481C1C}">
                  <a14:useLocalDpi xmlns:a14="http://schemas.microsoft.com/office/drawing/2010/main" val="0"/>
                </a:ext>
              </a:extLst>
            </a:blip>
            <a:stretch>
              <a:fillRect/>
            </a:stretch>
          </p:blipFill>
          <p:spPr>
            <a:xfrm>
              <a:off x="10052996" y="5021034"/>
              <a:ext cx="734710" cy="759475"/>
            </a:xfrm>
            <a:prstGeom prst="rect">
              <a:avLst/>
            </a:prstGeom>
          </p:spPr>
        </p:pic>
        <p:pic>
          <p:nvPicPr>
            <p:cNvPr id="48" name="图形 47">
              <a:extLst>
                <a:ext uri="{FF2B5EF4-FFF2-40B4-BE49-F238E27FC236}">
                  <a16:creationId xmlns:a16="http://schemas.microsoft.com/office/drawing/2014/main" id="{ED7D6B87-3A09-4882-A8F7-E8C61C929B7D}"/>
                </a:ext>
              </a:extLst>
            </p:cNvPr>
            <p:cNvPicPr>
              <a:picLocks noChangeAspect="1"/>
            </p:cNvPicPr>
            <p:nvPr/>
          </p:nvPicPr>
          <p:blipFill>
            <a:blip r:embed="rId4">
              <a:extLst>
                <a:ext uri="{28A0092B-C50C-407E-A947-70E740481C1C}">
                  <a14:useLocalDpi xmlns:a14="http://schemas.microsoft.com/office/drawing/2010/main" val="0"/>
                </a:ext>
                <a:ext uri="{96DAC541-7B7A-43D3-8B79-37D633B846F1}">
                  <asvg:svgBlip xmlns:asvg="http://schemas.microsoft.com/office/drawing/2016/SVG/main" r:embed="rId5"/>
                </a:ext>
              </a:extLst>
            </a:blip>
            <a:stretch>
              <a:fillRect/>
            </a:stretch>
          </p:blipFill>
          <p:spPr>
            <a:xfrm>
              <a:off x="10156879" y="2943448"/>
              <a:ext cx="630827" cy="610144"/>
            </a:xfrm>
            <a:prstGeom prst="rect">
              <a:avLst/>
            </a:prstGeom>
          </p:spPr>
        </p:pic>
        <p:sp>
          <p:nvSpPr>
            <p:cNvPr id="49" name="文本框 48">
              <a:extLst>
                <a:ext uri="{FF2B5EF4-FFF2-40B4-BE49-F238E27FC236}">
                  <a16:creationId xmlns:a16="http://schemas.microsoft.com/office/drawing/2014/main" id="{75EE8A3C-2058-4CDA-8E1D-1018FB230996}"/>
                </a:ext>
              </a:extLst>
            </p:cNvPr>
            <p:cNvSpPr txBox="1"/>
            <p:nvPr/>
          </p:nvSpPr>
          <p:spPr>
            <a:xfrm>
              <a:off x="7631024" y="5988211"/>
              <a:ext cx="2812697" cy="369332"/>
            </a:xfrm>
            <a:prstGeom prst="rect">
              <a:avLst/>
            </a:prstGeom>
            <a:noFill/>
          </p:spPr>
          <p:txBody>
            <a:bodyPr wrap="square" rtlCol="0">
              <a:spAutoFit/>
            </a:bodyPr>
            <a:lstStyle/>
            <a:p>
              <a:pPr algn="ctr"/>
              <a:r>
                <a:rPr lang="zh-CN" altLang="en-US" b="1" dirty="0"/>
                <a:t>使用无线链路的简单网络</a:t>
              </a:r>
            </a:p>
          </p:txBody>
        </p:sp>
        <p:pic>
          <p:nvPicPr>
            <p:cNvPr id="50" name="图形 49">
              <a:extLst>
                <a:ext uri="{FF2B5EF4-FFF2-40B4-BE49-F238E27FC236}">
                  <a16:creationId xmlns:a16="http://schemas.microsoft.com/office/drawing/2014/main" id="{BD3A527D-CAE9-477B-92A5-B4874C19B398}"/>
                </a:ext>
              </a:extLst>
            </p:cNvPr>
            <p:cNvPicPr>
              <a:picLocks noChangeAspect="1"/>
            </p:cNvPicPr>
            <p:nvPr/>
          </p:nvPicPr>
          <p:blipFill>
            <a:blip r:embed="rId6">
              <a:extLst>
                <a:ext uri="{28A0092B-C50C-407E-A947-70E740481C1C}">
                  <a14:useLocalDpi xmlns:a14="http://schemas.microsoft.com/office/drawing/2010/main" val="0"/>
                </a:ext>
                <a:ext uri="{96DAC541-7B7A-43D3-8B79-37D633B846F1}">
                  <asvg:svgBlip xmlns:asvg="http://schemas.microsoft.com/office/drawing/2016/SVG/main" r:embed="rId7"/>
                </a:ext>
              </a:extLst>
            </a:blip>
            <a:stretch>
              <a:fillRect/>
            </a:stretch>
          </p:blipFill>
          <p:spPr>
            <a:xfrm>
              <a:off x="7153185" y="2983557"/>
              <a:ext cx="734711" cy="570035"/>
            </a:xfrm>
            <a:prstGeom prst="rect">
              <a:avLst/>
            </a:prstGeom>
          </p:spPr>
        </p:pic>
        <p:pic>
          <p:nvPicPr>
            <p:cNvPr id="54" name="图形 53">
              <a:extLst>
                <a:ext uri="{FF2B5EF4-FFF2-40B4-BE49-F238E27FC236}">
                  <a16:creationId xmlns:a16="http://schemas.microsoft.com/office/drawing/2014/main" id="{4EA82B20-4B28-4B99-898F-C5AC0FB71424}"/>
                </a:ext>
              </a:extLst>
            </p:cNvPr>
            <p:cNvPicPr>
              <a:picLocks noChangeAspect="1"/>
            </p:cNvPicPr>
            <p:nvPr/>
          </p:nvPicPr>
          <p:blipFill>
            <a:blip r:embed="rId8">
              <a:extLst>
                <a:ext uri="{28A0092B-C50C-407E-A947-70E740481C1C}">
                  <a14:useLocalDpi xmlns:a14="http://schemas.microsoft.com/office/drawing/2010/main" val="0"/>
                </a:ext>
                <a:ext uri="{96DAC541-7B7A-43D3-8B79-37D633B846F1}">
                  <asvg:svgBlip xmlns:asvg="http://schemas.microsoft.com/office/drawing/2016/SVG/main" r:embed="rId9"/>
                </a:ext>
              </a:extLst>
            </a:blip>
            <a:stretch>
              <a:fillRect/>
            </a:stretch>
          </p:blipFill>
          <p:spPr>
            <a:xfrm>
              <a:off x="8702522" y="3994053"/>
              <a:ext cx="669700" cy="515154"/>
            </a:xfrm>
            <a:prstGeom prst="rect">
              <a:avLst/>
            </a:prstGeom>
          </p:spPr>
        </p:pic>
        <p:pic>
          <p:nvPicPr>
            <p:cNvPr id="55" name="图形 54">
              <a:extLst>
                <a:ext uri="{FF2B5EF4-FFF2-40B4-BE49-F238E27FC236}">
                  <a16:creationId xmlns:a16="http://schemas.microsoft.com/office/drawing/2014/main" id="{11212AF7-5E78-4950-88F5-FF047D000EE8}"/>
                </a:ext>
              </a:extLst>
            </p:cNvPr>
            <p:cNvPicPr>
              <a:picLocks noChangeAspect="1"/>
            </p:cNvPicPr>
            <p:nvPr/>
          </p:nvPicPr>
          <p:blipFill>
            <a:blip r:embed="rId10">
              <a:extLst>
                <a:ext uri="{28A0092B-C50C-407E-A947-70E740481C1C}">
                  <a14:useLocalDpi xmlns:a14="http://schemas.microsoft.com/office/drawing/2010/main" val="0"/>
                </a:ext>
                <a:ext uri="{96DAC541-7B7A-43D3-8B79-37D633B846F1}">
                  <asvg:svgBlip xmlns:asvg="http://schemas.microsoft.com/office/drawing/2016/SVG/main" r:embed="rId11"/>
                </a:ext>
              </a:extLst>
            </a:blip>
            <a:stretch>
              <a:fillRect/>
            </a:stretch>
          </p:blipFill>
          <p:spPr>
            <a:xfrm>
              <a:off x="7050639" y="4994404"/>
              <a:ext cx="952500" cy="628650"/>
            </a:xfrm>
            <a:prstGeom prst="rect">
              <a:avLst/>
            </a:prstGeom>
          </p:spPr>
        </p:pic>
        <p:pic>
          <p:nvPicPr>
            <p:cNvPr id="56" name="图形 55">
              <a:extLst>
                <a:ext uri="{FF2B5EF4-FFF2-40B4-BE49-F238E27FC236}">
                  <a16:creationId xmlns:a16="http://schemas.microsoft.com/office/drawing/2014/main" id="{E7F0D48B-4125-4730-B8D5-79FB68E1D0C8}"/>
                </a:ext>
              </a:extLst>
            </p:cNvPr>
            <p:cNvPicPr>
              <a:picLocks noChangeAspect="1"/>
            </p:cNvPicPr>
            <p:nvPr/>
          </p:nvPicPr>
          <p:blipFill>
            <a:blip r:embed="rId12">
              <a:extLst>
                <a:ext uri="{28A0092B-C50C-407E-A947-70E740481C1C}">
                  <a14:useLocalDpi xmlns:a14="http://schemas.microsoft.com/office/drawing/2010/main" val="0"/>
                </a:ext>
                <a:ext uri="{96DAC541-7B7A-43D3-8B79-37D633B846F1}">
                  <asvg:svgBlip xmlns:asvg="http://schemas.microsoft.com/office/drawing/2016/SVG/main" r:embed="rId13"/>
                </a:ext>
              </a:extLst>
            </a:blip>
            <a:stretch>
              <a:fillRect/>
            </a:stretch>
          </p:blipFill>
          <p:spPr>
            <a:xfrm rot="6790833">
              <a:off x="7781993" y="3449402"/>
              <a:ext cx="383154" cy="265261"/>
            </a:xfrm>
            <a:prstGeom prst="rect">
              <a:avLst/>
            </a:prstGeom>
          </p:spPr>
        </p:pic>
        <p:pic>
          <p:nvPicPr>
            <p:cNvPr id="57" name="图形 56">
              <a:extLst>
                <a:ext uri="{FF2B5EF4-FFF2-40B4-BE49-F238E27FC236}">
                  <a16:creationId xmlns:a16="http://schemas.microsoft.com/office/drawing/2014/main" id="{8B28DE4C-7BBA-4C82-BF2F-FFC468A68806}"/>
                </a:ext>
              </a:extLst>
            </p:cNvPr>
            <p:cNvPicPr>
              <a:picLocks noChangeAspect="1"/>
            </p:cNvPicPr>
            <p:nvPr/>
          </p:nvPicPr>
          <p:blipFill>
            <a:blip r:embed="rId12">
              <a:extLst>
                <a:ext uri="{28A0092B-C50C-407E-A947-70E740481C1C}">
                  <a14:useLocalDpi xmlns:a14="http://schemas.microsoft.com/office/drawing/2010/main" val="0"/>
                </a:ext>
                <a:ext uri="{96DAC541-7B7A-43D3-8B79-37D633B846F1}">
                  <asvg:svgBlip xmlns:asvg="http://schemas.microsoft.com/office/drawing/2016/SVG/main" r:embed="rId13"/>
                </a:ext>
              </a:extLst>
            </a:blip>
            <a:stretch>
              <a:fillRect/>
            </a:stretch>
          </p:blipFill>
          <p:spPr>
            <a:xfrm rot="3236887">
              <a:off x="7819656" y="4778747"/>
              <a:ext cx="383154" cy="265261"/>
            </a:xfrm>
            <a:prstGeom prst="rect">
              <a:avLst/>
            </a:prstGeom>
          </p:spPr>
        </p:pic>
        <p:pic>
          <p:nvPicPr>
            <p:cNvPr id="58" name="图形 57">
              <a:extLst>
                <a:ext uri="{FF2B5EF4-FFF2-40B4-BE49-F238E27FC236}">
                  <a16:creationId xmlns:a16="http://schemas.microsoft.com/office/drawing/2014/main" id="{731BFD05-68EA-476B-B2A3-2CA1598D17C5}"/>
                </a:ext>
              </a:extLst>
            </p:cNvPr>
            <p:cNvPicPr>
              <a:picLocks noChangeAspect="1"/>
            </p:cNvPicPr>
            <p:nvPr/>
          </p:nvPicPr>
          <p:blipFill>
            <a:blip r:embed="rId12">
              <a:extLst>
                <a:ext uri="{28A0092B-C50C-407E-A947-70E740481C1C}">
                  <a14:useLocalDpi xmlns:a14="http://schemas.microsoft.com/office/drawing/2010/main" val="0"/>
                </a:ext>
                <a:ext uri="{96DAC541-7B7A-43D3-8B79-37D633B846F1}">
                  <asvg:svgBlip xmlns:asvg="http://schemas.microsoft.com/office/drawing/2016/SVG/main" r:embed="rId13"/>
                </a:ext>
              </a:extLst>
            </a:blip>
            <a:stretch>
              <a:fillRect/>
            </a:stretch>
          </p:blipFill>
          <p:spPr>
            <a:xfrm rot="13068139">
              <a:off x="9996511" y="3486123"/>
              <a:ext cx="383154" cy="265261"/>
            </a:xfrm>
            <a:prstGeom prst="rect">
              <a:avLst/>
            </a:prstGeom>
          </p:spPr>
        </p:pic>
        <p:pic>
          <p:nvPicPr>
            <p:cNvPr id="59" name="图形 58">
              <a:extLst>
                <a:ext uri="{FF2B5EF4-FFF2-40B4-BE49-F238E27FC236}">
                  <a16:creationId xmlns:a16="http://schemas.microsoft.com/office/drawing/2014/main" id="{03DF11E4-EBC8-43EA-B231-2D4EE0485491}"/>
                </a:ext>
              </a:extLst>
            </p:cNvPr>
            <p:cNvPicPr>
              <a:picLocks noChangeAspect="1"/>
            </p:cNvPicPr>
            <p:nvPr/>
          </p:nvPicPr>
          <p:blipFill>
            <a:blip r:embed="rId12">
              <a:extLst>
                <a:ext uri="{28A0092B-C50C-407E-A947-70E740481C1C}">
                  <a14:useLocalDpi xmlns:a14="http://schemas.microsoft.com/office/drawing/2010/main" val="0"/>
                </a:ext>
                <a:ext uri="{96DAC541-7B7A-43D3-8B79-37D633B846F1}">
                  <asvg:svgBlip xmlns:asvg="http://schemas.microsoft.com/office/drawing/2016/SVG/main" r:embed="rId13"/>
                </a:ext>
              </a:extLst>
            </a:blip>
            <a:stretch>
              <a:fillRect/>
            </a:stretch>
          </p:blipFill>
          <p:spPr>
            <a:xfrm rot="19099038">
              <a:off x="9883236" y="4815950"/>
              <a:ext cx="383154" cy="265261"/>
            </a:xfrm>
            <a:prstGeom prst="rect">
              <a:avLst/>
            </a:prstGeom>
          </p:spPr>
        </p:pic>
        <p:sp>
          <p:nvSpPr>
            <p:cNvPr id="60" name="文本框 59">
              <a:extLst>
                <a:ext uri="{FF2B5EF4-FFF2-40B4-BE49-F238E27FC236}">
                  <a16:creationId xmlns:a16="http://schemas.microsoft.com/office/drawing/2014/main" id="{48D7DCCA-AE97-4434-B0B7-B3CE2C13BC75}"/>
                </a:ext>
              </a:extLst>
            </p:cNvPr>
            <p:cNvSpPr txBox="1"/>
            <p:nvPr/>
          </p:nvSpPr>
          <p:spPr>
            <a:xfrm>
              <a:off x="8410135" y="3586352"/>
              <a:ext cx="1306055" cy="369332"/>
            </a:xfrm>
            <a:prstGeom prst="rect">
              <a:avLst/>
            </a:prstGeom>
            <a:noFill/>
          </p:spPr>
          <p:txBody>
            <a:bodyPr wrap="square" rtlCol="0">
              <a:spAutoFit/>
            </a:bodyPr>
            <a:lstStyle/>
            <a:p>
              <a:pPr algn="ctr"/>
              <a:r>
                <a:rPr lang="zh-CN" altLang="en-US" b="1" dirty="0">
                  <a:solidFill>
                    <a:srgbClr val="5BD5F9"/>
                  </a:solidFill>
                </a:rPr>
                <a:t>无线链路</a:t>
              </a:r>
            </a:p>
          </p:txBody>
        </p:sp>
      </p:grpSp>
      <p:grpSp>
        <p:nvGrpSpPr>
          <p:cNvPr id="5" name="组合 4">
            <a:extLst>
              <a:ext uri="{FF2B5EF4-FFF2-40B4-BE49-F238E27FC236}">
                <a16:creationId xmlns:a16="http://schemas.microsoft.com/office/drawing/2014/main" id="{E0EB63EC-66C4-4BF4-B047-6F257B30E7D3}"/>
              </a:ext>
            </a:extLst>
          </p:cNvPr>
          <p:cNvGrpSpPr/>
          <p:nvPr/>
        </p:nvGrpSpPr>
        <p:grpSpPr>
          <a:xfrm>
            <a:off x="1173064" y="2943448"/>
            <a:ext cx="3623588" cy="3414095"/>
            <a:chOff x="1173064" y="2849929"/>
            <a:chExt cx="3623588" cy="3414095"/>
          </a:xfrm>
        </p:grpSpPr>
        <p:cxnSp>
          <p:nvCxnSpPr>
            <p:cNvPr id="20" name="直接连接符 19">
              <a:extLst>
                <a:ext uri="{FF2B5EF4-FFF2-40B4-BE49-F238E27FC236}">
                  <a16:creationId xmlns:a16="http://schemas.microsoft.com/office/drawing/2014/main" id="{111EFE07-E323-4A33-ACC1-191DDB10E154}"/>
                </a:ext>
              </a:extLst>
            </p:cNvPr>
            <p:cNvCxnSpPr>
              <a:cxnSpLocks/>
            </p:cNvCxnSpPr>
            <p:nvPr/>
          </p:nvCxnSpPr>
          <p:spPr>
            <a:xfrm flipV="1">
              <a:off x="1529487" y="3273992"/>
              <a:ext cx="2899810" cy="2065437"/>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1" name="直接连接符 20">
              <a:extLst>
                <a:ext uri="{FF2B5EF4-FFF2-40B4-BE49-F238E27FC236}">
                  <a16:creationId xmlns:a16="http://schemas.microsoft.com/office/drawing/2014/main" id="{AEB2BA43-E536-49A1-814D-17D42EDCFD06}"/>
                </a:ext>
              </a:extLst>
            </p:cNvPr>
            <p:cNvCxnSpPr/>
            <p:nvPr/>
          </p:nvCxnSpPr>
          <p:spPr>
            <a:xfrm>
              <a:off x="1599586" y="3263143"/>
              <a:ext cx="2998293" cy="2076286"/>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37" name="文本框 36">
              <a:extLst>
                <a:ext uri="{FF2B5EF4-FFF2-40B4-BE49-F238E27FC236}">
                  <a16:creationId xmlns:a16="http://schemas.microsoft.com/office/drawing/2014/main" id="{DA89D6B4-A2B4-460F-9C28-6CB64859E02F}"/>
                </a:ext>
              </a:extLst>
            </p:cNvPr>
            <p:cNvSpPr txBox="1"/>
            <p:nvPr/>
          </p:nvSpPr>
          <p:spPr>
            <a:xfrm rot="2116231">
              <a:off x="1951224" y="3510698"/>
              <a:ext cx="1102065" cy="369332"/>
            </a:xfrm>
            <a:prstGeom prst="rect">
              <a:avLst/>
            </a:prstGeom>
            <a:noFill/>
          </p:spPr>
          <p:txBody>
            <a:bodyPr wrap="square" rtlCol="0">
              <a:spAutoFit/>
            </a:bodyPr>
            <a:lstStyle/>
            <a:p>
              <a:pPr algn="ctr"/>
              <a:r>
                <a:rPr lang="zh-CN" altLang="en-US" b="1" dirty="0"/>
                <a:t>有线链路</a:t>
              </a:r>
            </a:p>
          </p:txBody>
        </p:sp>
        <p:sp>
          <p:nvSpPr>
            <p:cNvPr id="38" name="文本框 37">
              <a:extLst>
                <a:ext uri="{FF2B5EF4-FFF2-40B4-BE49-F238E27FC236}">
                  <a16:creationId xmlns:a16="http://schemas.microsoft.com/office/drawing/2014/main" id="{8ACE837F-4221-4279-AEE6-F9ED6E3095CC}"/>
                </a:ext>
              </a:extLst>
            </p:cNvPr>
            <p:cNvSpPr txBox="1"/>
            <p:nvPr/>
          </p:nvSpPr>
          <p:spPr>
            <a:xfrm rot="19485800">
              <a:off x="2990418" y="3526806"/>
              <a:ext cx="1149107" cy="369332"/>
            </a:xfrm>
            <a:prstGeom prst="rect">
              <a:avLst/>
            </a:prstGeom>
            <a:noFill/>
          </p:spPr>
          <p:txBody>
            <a:bodyPr wrap="square" rtlCol="0">
              <a:spAutoFit/>
            </a:bodyPr>
            <a:lstStyle/>
            <a:p>
              <a:pPr algn="ctr"/>
              <a:r>
                <a:rPr lang="zh-CN" altLang="en-US" b="1" dirty="0"/>
                <a:t>有线链路</a:t>
              </a:r>
            </a:p>
          </p:txBody>
        </p:sp>
        <p:sp>
          <p:nvSpPr>
            <p:cNvPr id="39" name="文本框 38">
              <a:extLst>
                <a:ext uri="{FF2B5EF4-FFF2-40B4-BE49-F238E27FC236}">
                  <a16:creationId xmlns:a16="http://schemas.microsoft.com/office/drawing/2014/main" id="{9E4156E0-9E99-423B-9AA9-E61AD285B180}"/>
                </a:ext>
              </a:extLst>
            </p:cNvPr>
            <p:cNvSpPr txBox="1"/>
            <p:nvPr/>
          </p:nvSpPr>
          <p:spPr>
            <a:xfrm rot="2082447">
              <a:off x="3304856" y="4473492"/>
              <a:ext cx="1097875" cy="369332"/>
            </a:xfrm>
            <a:prstGeom prst="rect">
              <a:avLst/>
            </a:prstGeom>
            <a:noFill/>
          </p:spPr>
          <p:txBody>
            <a:bodyPr wrap="square" rtlCol="0">
              <a:spAutoFit/>
            </a:bodyPr>
            <a:lstStyle/>
            <a:p>
              <a:pPr algn="ctr"/>
              <a:r>
                <a:rPr lang="zh-CN" altLang="en-US" b="1" dirty="0"/>
                <a:t>有线链路</a:t>
              </a:r>
            </a:p>
          </p:txBody>
        </p:sp>
        <p:sp>
          <p:nvSpPr>
            <p:cNvPr id="40" name="文本框 39">
              <a:extLst>
                <a:ext uri="{FF2B5EF4-FFF2-40B4-BE49-F238E27FC236}">
                  <a16:creationId xmlns:a16="http://schemas.microsoft.com/office/drawing/2014/main" id="{697FD90B-5F27-4156-8111-1D571891B538}"/>
                </a:ext>
              </a:extLst>
            </p:cNvPr>
            <p:cNvSpPr txBox="1"/>
            <p:nvPr/>
          </p:nvSpPr>
          <p:spPr>
            <a:xfrm rot="19459257">
              <a:off x="1588281" y="4479370"/>
              <a:ext cx="1265073" cy="369332"/>
            </a:xfrm>
            <a:prstGeom prst="rect">
              <a:avLst/>
            </a:prstGeom>
            <a:noFill/>
          </p:spPr>
          <p:txBody>
            <a:bodyPr wrap="square" rtlCol="0">
              <a:spAutoFit/>
            </a:bodyPr>
            <a:lstStyle/>
            <a:p>
              <a:pPr algn="ctr"/>
              <a:r>
                <a:rPr lang="zh-CN" altLang="en-US" b="1" dirty="0"/>
                <a:t>有线链路</a:t>
              </a:r>
            </a:p>
          </p:txBody>
        </p:sp>
        <p:pic>
          <p:nvPicPr>
            <p:cNvPr id="31" name="图形 30">
              <a:extLst>
                <a:ext uri="{FF2B5EF4-FFF2-40B4-BE49-F238E27FC236}">
                  <a16:creationId xmlns:a16="http://schemas.microsoft.com/office/drawing/2014/main" id="{15319FC9-282D-425F-8895-3872784FBAC8}"/>
                </a:ext>
              </a:extLst>
            </p:cNvPr>
            <p:cNvPicPr>
              <a:picLocks noChangeAspect="1"/>
            </p:cNvPicPr>
            <p:nvPr/>
          </p:nvPicPr>
          <p:blipFill>
            <a:blip r:embed="rId14">
              <a:extLst>
                <a:ext uri="{28A0092B-C50C-407E-A947-70E740481C1C}">
                  <a14:useLocalDpi xmlns:a14="http://schemas.microsoft.com/office/drawing/2010/main" val="0"/>
                </a:ext>
                <a:ext uri="{96DAC541-7B7A-43D3-8B79-37D633B846F1}">
                  <asvg:svgBlip xmlns:asvg="http://schemas.microsoft.com/office/drawing/2016/SVG/main" r:embed="rId15"/>
                </a:ext>
              </a:extLst>
            </a:blip>
            <a:stretch>
              <a:fillRect/>
            </a:stretch>
          </p:blipFill>
          <p:spPr>
            <a:xfrm>
              <a:off x="1264679" y="4991868"/>
              <a:ext cx="529616" cy="695122"/>
            </a:xfrm>
            <a:prstGeom prst="rect">
              <a:avLst/>
            </a:prstGeom>
          </p:spPr>
        </p:pic>
        <p:pic>
          <p:nvPicPr>
            <p:cNvPr id="32" name="图形 31">
              <a:extLst>
                <a:ext uri="{FF2B5EF4-FFF2-40B4-BE49-F238E27FC236}">
                  <a16:creationId xmlns:a16="http://schemas.microsoft.com/office/drawing/2014/main" id="{F27E255B-02C5-4B24-B14D-AC818D80B388}"/>
                </a:ext>
              </a:extLst>
            </p:cNvPr>
            <p:cNvPicPr>
              <a:picLocks noChangeAspect="1"/>
            </p:cNvPicPr>
            <p:nvPr/>
          </p:nvPicPr>
          <p:blipFill>
            <a:blip r:embed="rId16">
              <a:extLst>
                <a:ext uri="{28A0092B-C50C-407E-A947-70E740481C1C}">
                  <a14:useLocalDpi xmlns:a14="http://schemas.microsoft.com/office/drawing/2010/main" val="0"/>
                </a:ext>
                <a:ext uri="{96DAC541-7B7A-43D3-8B79-37D633B846F1}">
                  <asvg:svgBlip xmlns:asvg="http://schemas.microsoft.com/office/drawing/2016/SVG/main" r:embed="rId17"/>
                </a:ext>
              </a:extLst>
            </a:blip>
            <a:stretch>
              <a:fillRect/>
            </a:stretch>
          </p:blipFill>
          <p:spPr>
            <a:xfrm>
              <a:off x="1173064" y="2941767"/>
              <a:ext cx="853045" cy="518306"/>
            </a:xfrm>
            <a:prstGeom prst="rect">
              <a:avLst/>
            </a:prstGeom>
          </p:spPr>
        </p:pic>
        <p:pic>
          <p:nvPicPr>
            <p:cNvPr id="33" name="图形 32">
              <a:extLst>
                <a:ext uri="{FF2B5EF4-FFF2-40B4-BE49-F238E27FC236}">
                  <a16:creationId xmlns:a16="http://schemas.microsoft.com/office/drawing/2014/main" id="{3318FE3F-F662-447A-A570-7B009CA4A0F3}"/>
                </a:ext>
              </a:extLst>
            </p:cNvPr>
            <p:cNvPicPr>
              <a:picLocks noChangeAspect="1"/>
            </p:cNvPicPr>
            <p:nvPr/>
          </p:nvPicPr>
          <p:blipFill>
            <a:blip r:embed="rId18">
              <a:extLst>
                <a:ext uri="{28A0092B-C50C-407E-A947-70E740481C1C}">
                  <a14:useLocalDpi xmlns:a14="http://schemas.microsoft.com/office/drawing/2010/main" val="0"/>
                </a:ext>
                <a:ext uri="{96DAC541-7B7A-43D3-8B79-37D633B846F1}">
                  <asvg:svgBlip xmlns:asvg="http://schemas.microsoft.com/office/drawing/2016/SVG/main" r:embed="rId19"/>
                </a:ext>
              </a:extLst>
            </a:blip>
            <a:stretch>
              <a:fillRect/>
            </a:stretch>
          </p:blipFill>
          <p:spPr>
            <a:xfrm>
              <a:off x="2678964" y="4035208"/>
              <a:ext cx="736023" cy="494912"/>
            </a:xfrm>
            <a:prstGeom prst="rect">
              <a:avLst/>
            </a:prstGeom>
          </p:spPr>
        </p:pic>
        <p:pic>
          <p:nvPicPr>
            <p:cNvPr id="34" name="图片 33" descr="图片包含 徽标&#10;&#10;描述已自动生成">
              <a:extLst>
                <a:ext uri="{FF2B5EF4-FFF2-40B4-BE49-F238E27FC236}">
                  <a16:creationId xmlns:a16="http://schemas.microsoft.com/office/drawing/2014/main" id="{8E1F03B6-CB67-497F-96B1-7D8A660F0832}"/>
                </a:ext>
              </a:extLst>
            </p:cNvPr>
            <p:cNvPicPr>
              <a:picLocks noChangeAspect="1"/>
            </p:cNvPicPr>
            <p:nvPr/>
          </p:nvPicPr>
          <p:blipFill>
            <a:blip r:embed="rId3" cstate="print">
              <a:extLst>
                <a:ext uri="{28A0092B-C50C-407E-A947-70E740481C1C}">
                  <a14:useLocalDpi xmlns:a14="http://schemas.microsoft.com/office/drawing/2010/main" val="0"/>
                </a:ext>
              </a:extLst>
            </a:blip>
            <a:stretch>
              <a:fillRect/>
            </a:stretch>
          </p:blipFill>
          <p:spPr>
            <a:xfrm>
              <a:off x="4061942" y="4927515"/>
              <a:ext cx="734710" cy="759475"/>
            </a:xfrm>
            <a:prstGeom prst="rect">
              <a:avLst/>
            </a:prstGeom>
          </p:spPr>
        </p:pic>
        <p:pic>
          <p:nvPicPr>
            <p:cNvPr id="35" name="图形 34">
              <a:extLst>
                <a:ext uri="{FF2B5EF4-FFF2-40B4-BE49-F238E27FC236}">
                  <a16:creationId xmlns:a16="http://schemas.microsoft.com/office/drawing/2014/main" id="{F0A42CAA-D7A6-4B61-A9C7-C328B3C63484}"/>
                </a:ext>
              </a:extLst>
            </p:cNvPr>
            <p:cNvPicPr>
              <a:picLocks noChangeAspect="1"/>
            </p:cNvPicPr>
            <p:nvPr/>
          </p:nvPicPr>
          <p:blipFill>
            <a:blip r:embed="rId4">
              <a:extLst>
                <a:ext uri="{28A0092B-C50C-407E-A947-70E740481C1C}">
                  <a14:useLocalDpi xmlns:a14="http://schemas.microsoft.com/office/drawing/2010/main" val="0"/>
                </a:ext>
                <a:ext uri="{96DAC541-7B7A-43D3-8B79-37D633B846F1}">
                  <asvg:svgBlip xmlns:asvg="http://schemas.microsoft.com/office/drawing/2016/SVG/main" r:embed="rId5"/>
                </a:ext>
              </a:extLst>
            </a:blip>
            <a:stretch>
              <a:fillRect/>
            </a:stretch>
          </p:blipFill>
          <p:spPr>
            <a:xfrm>
              <a:off x="4165825" y="2849929"/>
              <a:ext cx="630827" cy="610144"/>
            </a:xfrm>
            <a:prstGeom prst="rect">
              <a:avLst/>
            </a:prstGeom>
          </p:spPr>
        </p:pic>
        <p:sp>
          <p:nvSpPr>
            <p:cNvPr id="36" name="文本框 35">
              <a:extLst>
                <a:ext uri="{FF2B5EF4-FFF2-40B4-BE49-F238E27FC236}">
                  <a16:creationId xmlns:a16="http://schemas.microsoft.com/office/drawing/2014/main" id="{43E2F05D-3836-42EE-B314-7FD78EC9AB0F}"/>
                </a:ext>
              </a:extLst>
            </p:cNvPr>
            <p:cNvSpPr txBox="1"/>
            <p:nvPr/>
          </p:nvSpPr>
          <p:spPr>
            <a:xfrm>
              <a:off x="1573043" y="5894692"/>
              <a:ext cx="2812697" cy="369332"/>
            </a:xfrm>
            <a:prstGeom prst="rect">
              <a:avLst/>
            </a:prstGeom>
            <a:noFill/>
          </p:spPr>
          <p:txBody>
            <a:bodyPr wrap="square" rtlCol="0">
              <a:spAutoFit/>
            </a:bodyPr>
            <a:lstStyle/>
            <a:p>
              <a:pPr algn="ctr"/>
              <a:r>
                <a:rPr lang="zh-CN" altLang="en-US" b="1" dirty="0"/>
                <a:t>使用有线链路的简单网络</a:t>
              </a:r>
            </a:p>
          </p:txBody>
        </p:sp>
        <p:sp>
          <p:nvSpPr>
            <p:cNvPr id="62" name="文本框 61">
              <a:extLst>
                <a:ext uri="{FF2B5EF4-FFF2-40B4-BE49-F238E27FC236}">
                  <a16:creationId xmlns:a16="http://schemas.microsoft.com/office/drawing/2014/main" id="{5D0B286C-E765-424A-9914-E348BCE97320}"/>
                </a:ext>
              </a:extLst>
            </p:cNvPr>
            <p:cNvSpPr txBox="1"/>
            <p:nvPr/>
          </p:nvSpPr>
          <p:spPr>
            <a:xfrm>
              <a:off x="2554277" y="4519281"/>
              <a:ext cx="1030068" cy="646331"/>
            </a:xfrm>
            <a:prstGeom prst="rect">
              <a:avLst/>
            </a:prstGeom>
            <a:noFill/>
          </p:spPr>
          <p:txBody>
            <a:bodyPr wrap="square" rtlCol="0">
              <a:spAutoFit/>
            </a:bodyPr>
            <a:lstStyle/>
            <a:p>
              <a:pPr algn="ctr"/>
              <a:r>
                <a:rPr lang="zh-CN" altLang="en-US" b="1" dirty="0"/>
                <a:t>以太网</a:t>
              </a:r>
              <a:endParaRPr lang="en-US" altLang="zh-CN" b="1" dirty="0"/>
            </a:p>
            <a:p>
              <a:pPr algn="ctr"/>
              <a:r>
                <a:rPr lang="zh-CN" altLang="en-US" b="1" dirty="0"/>
                <a:t>交换机</a:t>
              </a:r>
            </a:p>
          </p:txBody>
        </p:sp>
      </p:grpSp>
    </p:spTree>
    <p:custDataLst>
      <p:tags r:id="rId1"/>
    </p:custDataLst>
    <p:extLst>
      <p:ext uri="{BB962C8B-B14F-4D97-AF65-F5344CB8AC3E}">
        <p14:creationId xmlns:p14="http://schemas.microsoft.com/office/powerpoint/2010/main" val="4117435037"/>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49" presetClass="entr" presetSubtype="0" decel="100000" fill="hold" grpId="0" nodeType="withEffect">
                                  <p:stCondLst>
                                    <p:cond delay="0"/>
                                  </p:stCondLst>
                                  <p:childTnLst>
                                    <p:set>
                                      <p:cBhvr>
                                        <p:cTn id="6" dur="1" fill="hold">
                                          <p:stCondLst>
                                            <p:cond delay="0"/>
                                          </p:stCondLst>
                                        </p:cTn>
                                        <p:tgtEl>
                                          <p:spTgt spid="8"/>
                                        </p:tgtEl>
                                        <p:attrNameLst>
                                          <p:attrName>style.visibility</p:attrName>
                                        </p:attrNameLst>
                                      </p:cBhvr>
                                      <p:to>
                                        <p:strVal val="visible"/>
                                      </p:to>
                                    </p:set>
                                    <p:anim calcmode="lin" valueType="num">
                                      <p:cBhvr>
                                        <p:cTn id="7" dur="500" fill="hold"/>
                                        <p:tgtEl>
                                          <p:spTgt spid="8"/>
                                        </p:tgtEl>
                                        <p:attrNameLst>
                                          <p:attrName>ppt_w</p:attrName>
                                        </p:attrNameLst>
                                      </p:cBhvr>
                                      <p:tavLst>
                                        <p:tav tm="0">
                                          <p:val>
                                            <p:fltVal val="0"/>
                                          </p:val>
                                        </p:tav>
                                        <p:tav tm="100000">
                                          <p:val>
                                            <p:strVal val="#ppt_w"/>
                                          </p:val>
                                        </p:tav>
                                      </p:tavLst>
                                    </p:anim>
                                    <p:anim calcmode="lin" valueType="num">
                                      <p:cBhvr>
                                        <p:cTn id="8" dur="500" fill="hold"/>
                                        <p:tgtEl>
                                          <p:spTgt spid="8"/>
                                        </p:tgtEl>
                                        <p:attrNameLst>
                                          <p:attrName>ppt_h</p:attrName>
                                        </p:attrNameLst>
                                      </p:cBhvr>
                                      <p:tavLst>
                                        <p:tav tm="0">
                                          <p:val>
                                            <p:fltVal val="0"/>
                                          </p:val>
                                        </p:tav>
                                        <p:tav tm="100000">
                                          <p:val>
                                            <p:strVal val="#ppt_h"/>
                                          </p:val>
                                        </p:tav>
                                      </p:tavLst>
                                    </p:anim>
                                    <p:anim calcmode="lin" valueType="num">
                                      <p:cBhvr>
                                        <p:cTn id="9" dur="500" fill="hold"/>
                                        <p:tgtEl>
                                          <p:spTgt spid="8"/>
                                        </p:tgtEl>
                                        <p:attrNameLst>
                                          <p:attrName>style.rotation</p:attrName>
                                        </p:attrNameLst>
                                      </p:cBhvr>
                                      <p:tavLst>
                                        <p:tav tm="0">
                                          <p:val>
                                            <p:fltVal val="360"/>
                                          </p:val>
                                        </p:tav>
                                        <p:tav tm="100000">
                                          <p:val>
                                            <p:fltVal val="0"/>
                                          </p:val>
                                        </p:tav>
                                      </p:tavLst>
                                    </p:anim>
                                    <p:animEffect transition="in" filter="fade">
                                      <p:cBhvr>
                                        <p:cTn id="10" dur="500"/>
                                        <p:tgtEl>
                                          <p:spTgt spid="8"/>
                                        </p:tgtEl>
                                      </p:cBhvr>
                                    </p:animEffect>
                                  </p:childTnLst>
                                </p:cTn>
                              </p:par>
                            </p:childTnLst>
                          </p:cTn>
                        </p:par>
                        <p:par>
                          <p:cTn id="11" fill="hold">
                            <p:stCondLst>
                              <p:cond delay="500"/>
                            </p:stCondLst>
                            <p:childTnLst>
                              <p:par>
                                <p:cTn id="12" presetID="1" presetClass="entr" presetSubtype="0" fill="hold" grpId="0" nodeType="afterEffect">
                                  <p:stCondLst>
                                    <p:cond delay="0"/>
                                  </p:stCondLst>
                                  <p:iterate type="lt">
                                    <p:tmAbs val="100"/>
                                  </p:iterate>
                                  <p:childTnLst>
                                    <p:set>
                                      <p:cBhvr>
                                        <p:cTn id="13" dur="1" fill="hold">
                                          <p:stCondLst>
                                            <p:cond delay="0"/>
                                          </p:stCondLst>
                                        </p:cTn>
                                        <p:tgtEl>
                                          <p:spTgt spid="9"/>
                                        </p:tgtEl>
                                        <p:attrNameLst>
                                          <p:attrName>style.visibility</p:attrName>
                                        </p:attrNameLst>
                                      </p:cBhvr>
                                      <p:to>
                                        <p:strVal val="visible"/>
                                      </p:to>
                                    </p:set>
                                  </p:childTnLst>
                                </p:cTn>
                              </p:par>
                              <p:par>
                                <p:cTn id="14" presetID="42" presetClass="entr" presetSubtype="0" fill="hold" nodeType="withEffect">
                                  <p:stCondLst>
                                    <p:cond delay="0"/>
                                  </p:stCondLst>
                                  <p:childTnLst>
                                    <p:set>
                                      <p:cBhvr>
                                        <p:cTn id="15" dur="1" fill="hold">
                                          <p:stCondLst>
                                            <p:cond delay="0"/>
                                          </p:stCondLst>
                                        </p:cTn>
                                        <p:tgtEl>
                                          <p:spTgt spid="5"/>
                                        </p:tgtEl>
                                        <p:attrNameLst>
                                          <p:attrName>style.visibility</p:attrName>
                                        </p:attrNameLst>
                                      </p:cBhvr>
                                      <p:to>
                                        <p:strVal val="visible"/>
                                      </p:to>
                                    </p:set>
                                    <p:animEffect transition="in" filter="fade">
                                      <p:cBhvr>
                                        <p:cTn id="16" dur="1000"/>
                                        <p:tgtEl>
                                          <p:spTgt spid="5"/>
                                        </p:tgtEl>
                                      </p:cBhvr>
                                    </p:animEffect>
                                    <p:anim calcmode="lin" valueType="num">
                                      <p:cBhvr>
                                        <p:cTn id="17" dur="1000" fill="hold"/>
                                        <p:tgtEl>
                                          <p:spTgt spid="5"/>
                                        </p:tgtEl>
                                        <p:attrNameLst>
                                          <p:attrName>ppt_x</p:attrName>
                                        </p:attrNameLst>
                                      </p:cBhvr>
                                      <p:tavLst>
                                        <p:tav tm="0">
                                          <p:val>
                                            <p:strVal val="#ppt_x"/>
                                          </p:val>
                                        </p:tav>
                                        <p:tav tm="100000">
                                          <p:val>
                                            <p:strVal val="#ppt_x"/>
                                          </p:val>
                                        </p:tav>
                                      </p:tavLst>
                                    </p:anim>
                                    <p:anim calcmode="lin" valueType="num">
                                      <p:cBhvr>
                                        <p:cTn id="18" dur="1000" fill="hold"/>
                                        <p:tgtEl>
                                          <p:spTgt spid="5"/>
                                        </p:tgtEl>
                                        <p:attrNameLst>
                                          <p:attrName>ppt_y</p:attrName>
                                        </p:attrNameLst>
                                      </p:cBhvr>
                                      <p:tavLst>
                                        <p:tav tm="0">
                                          <p:val>
                                            <p:strVal val="#ppt_y+.1"/>
                                          </p:val>
                                        </p:tav>
                                        <p:tav tm="100000">
                                          <p:val>
                                            <p:strVal val="#ppt_y"/>
                                          </p:val>
                                        </p:tav>
                                      </p:tavLst>
                                    </p:anim>
                                  </p:childTnLst>
                                </p:cTn>
                              </p:par>
                            </p:childTnLst>
                          </p:cTn>
                        </p:par>
                      </p:childTnLst>
                    </p:cTn>
                  </p:par>
                  <p:par>
                    <p:cTn id="19" fill="hold">
                      <p:stCondLst>
                        <p:cond delay="indefinite"/>
                      </p:stCondLst>
                      <p:childTnLst>
                        <p:par>
                          <p:cTn id="20" fill="hold">
                            <p:stCondLst>
                              <p:cond delay="0"/>
                            </p:stCondLst>
                            <p:childTnLst>
                              <p:par>
                                <p:cTn id="21" presetID="49" presetClass="entr" presetSubtype="0" decel="100000" fill="hold" grpId="0" nodeType="clickEffect">
                                  <p:stCondLst>
                                    <p:cond delay="0"/>
                                  </p:stCondLst>
                                  <p:childTnLst>
                                    <p:set>
                                      <p:cBhvr>
                                        <p:cTn id="22" dur="1" fill="hold">
                                          <p:stCondLst>
                                            <p:cond delay="0"/>
                                          </p:stCondLst>
                                        </p:cTn>
                                        <p:tgtEl>
                                          <p:spTgt spid="17"/>
                                        </p:tgtEl>
                                        <p:attrNameLst>
                                          <p:attrName>style.visibility</p:attrName>
                                        </p:attrNameLst>
                                      </p:cBhvr>
                                      <p:to>
                                        <p:strVal val="visible"/>
                                      </p:to>
                                    </p:set>
                                    <p:anim calcmode="lin" valueType="num">
                                      <p:cBhvr>
                                        <p:cTn id="23" dur="500" fill="hold"/>
                                        <p:tgtEl>
                                          <p:spTgt spid="17"/>
                                        </p:tgtEl>
                                        <p:attrNameLst>
                                          <p:attrName>ppt_w</p:attrName>
                                        </p:attrNameLst>
                                      </p:cBhvr>
                                      <p:tavLst>
                                        <p:tav tm="0">
                                          <p:val>
                                            <p:fltVal val="0"/>
                                          </p:val>
                                        </p:tav>
                                        <p:tav tm="100000">
                                          <p:val>
                                            <p:strVal val="#ppt_w"/>
                                          </p:val>
                                        </p:tav>
                                      </p:tavLst>
                                    </p:anim>
                                    <p:anim calcmode="lin" valueType="num">
                                      <p:cBhvr>
                                        <p:cTn id="24" dur="500" fill="hold"/>
                                        <p:tgtEl>
                                          <p:spTgt spid="17"/>
                                        </p:tgtEl>
                                        <p:attrNameLst>
                                          <p:attrName>ppt_h</p:attrName>
                                        </p:attrNameLst>
                                      </p:cBhvr>
                                      <p:tavLst>
                                        <p:tav tm="0">
                                          <p:val>
                                            <p:fltVal val="0"/>
                                          </p:val>
                                        </p:tav>
                                        <p:tav tm="100000">
                                          <p:val>
                                            <p:strVal val="#ppt_h"/>
                                          </p:val>
                                        </p:tav>
                                      </p:tavLst>
                                    </p:anim>
                                    <p:anim calcmode="lin" valueType="num">
                                      <p:cBhvr>
                                        <p:cTn id="25" dur="500" fill="hold"/>
                                        <p:tgtEl>
                                          <p:spTgt spid="17"/>
                                        </p:tgtEl>
                                        <p:attrNameLst>
                                          <p:attrName>style.rotation</p:attrName>
                                        </p:attrNameLst>
                                      </p:cBhvr>
                                      <p:tavLst>
                                        <p:tav tm="0">
                                          <p:val>
                                            <p:fltVal val="360"/>
                                          </p:val>
                                        </p:tav>
                                        <p:tav tm="100000">
                                          <p:val>
                                            <p:fltVal val="0"/>
                                          </p:val>
                                        </p:tav>
                                      </p:tavLst>
                                    </p:anim>
                                    <p:animEffect transition="in" filter="fade">
                                      <p:cBhvr>
                                        <p:cTn id="26" dur="500"/>
                                        <p:tgtEl>
                                          <p:spTgt spid="17"/>
                                        </p:tgtEl>
                                      </p:cBhvr>
                                    </p:animEffect>
                                  </p:childTnLst>
                                </p:cTn>
                              </p:par>
                            </p:childTnLst>
                          </p:cTn>
                        </p:par>
                        <p:par>
                          <p:cTn id="27" fill="hold">
                            <p:stCondLst>
                              <p:cond delay="500"/>
                            </p:stCondLst>
                            <p:childTnLst>
                              <p:par>
                                <p:cTn id="28" presetID="1" presetClass="entr" presetSubtype="0" fill="hold" grpId="0" nodeType="afterEffect">
                                  <p:stCondLst>
                                    <p:cond delay="0"/>
                                  </p:stCondLst>
                                  <p:iterate type="lt">
                                    <p:tmAbs val="100"/>
                                  </p:iterate>
                                  <p:childTnLst>
                                    <p:set>
                                      <p:cBhvr>
                                        <p:cTn id="29" dur="1" fill="hold">
                                          <p:stCondLst>
                                            <p:cond delay="0"/>
                                          </p:stCondLst>
                                        </p:cTn>
                                        <p:tgtEl>
                                          <p:spTgt spid="18"/>
                                        </p:tgtEl>
                                        <p:attrNameLst>
                                          <p:attrName>style.visibility</p:attrName>
                                        </p:attrNameLst>
                                      </p:cBhvr>
                                      <p:to>
                                        <p:strVal val="visible"/>
                                      </p:to>
                                    </p:set>
                                  </p:childTnLst>
                                </p:cTn>
                              </p:par>
                              <p:par>
                                <p:cTn id="30" presetID="42" presetClass="entr" presetSubtype="0" fill="hold" nodeType="withEffect">
                                  <p:stCondLst>
                                    <p:cond delay="0"/>
                                  </p:stCondLst>
                                  <p:childTnLst>
                                    <p:set>
                                      <p:cBhvr>
                                        <p:cTn id="31" dur="1" fill="hold">
                                          <p:stCondLst>
                                            <p:cond delay="0"/>
                                          </p:stCondLst>
                                        </p:cTn>
                                        <p:tgtEl>
                                          <p:spTgt spid="13"/>
                                        </p:tgtEl>
                                        <p:attrNameLst>
                                          <p:attrName>style.visibility</p:attrName>
                                        </p:attrNameLst>
                                      </p:cBhvr>
                                      <p:to>
                                        <p:strVal val="visible"/>
                                      </p:to>
                                    </p:set>
                                    <p:animEffect transition="in" filter="fade">
                                      <p:cBhvr>
                                        <p:cTn id="32" dur="1000"/>
                                        <p:tgtEl>
                                          <p:spTgt spid="13"/>
                                        </p:tgtEl>
                                      </p:cBhvr>
                                    </p:animEffect>
                                    <p:anim calcmode="lin" valueType="num">
                                      <p:cBhvr>
                                        <p:cTn id="33" dur="1000" fill="hold"/>
                                        <p:tgtEl>
                                          <p:spTgt spid="13"/>
                                        </p:tgtEl>
                                        <p:attrNameLst>
                                          <p:attrName>ppt_x</p:attrName>
                                        </p:attrNameLst>
                                      </p:cBhvr>
                                      <p:tavLst>
                                        <p:tav tm="0">
                                          <p:val>
                                            <p:strVal val="#ppt_x"/>
                                          </p:val>
                                        </p:tav>
                                        <p:tav tm="100000">
                                          <p:val>
                                            <p:strVal val="#ppt_x"/>
                                          </p:val>
                                        </p:tav>
                                      </p:tavLst>
                                    </p:anim>
                                    <p:anim calcmode="lin" valueType="num">
                                      <p:cBhvr>
                                        <p:cTn id="34" dur="1000" fill="hold"/>
                                        <p:tgtEl>
                                          <p:spTgt spid="13"/>
                                        </p:tgtEl>
                                        <p:attrNameLst>
                                          <p:attrName>ppt_y</p:attrName>
                                        </p:attrNameLst>
                                      </p:cBhvr>
                                      <p:tavLst>
                                        <p:tav tm="0">
                                          <p:val>
                                            <p:strVal val="#ppt_y+.1"/>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8" grpId="0" animBg="1"/>
      <p:bldP spid="9" grpId="0"/>
      <p:bldP spid="17" grpId="0" animBg="1"/>
      <p:bldP spid="18" grpId="0"/>
    </p:bldLst>
  </p:timing>
</p:sld>
</file>

<file path=ppt/slides/slide10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4" name="组合 3">
            <a:extLst>
              <a:ext uri="{FF2B5EF4-FFF2-40B4-BE49-F238E27FC236}">
                <a16:creationId xmlns:a16="http://schemas.microsoft.com/office/drawing/2014/main" id="{9A1EA9F2-FCB6-48C3-935F-7AE7E3AD14AC}"/>
              </a:ext>
            </a:extLst>
          </p:cNvPr>
          <p:cNvGrpSpPr/>
          <p:nvPr/>
        </p:nvGrpSpPr>
        <p:grpSpPr>
          <a:xfrm>
            <a:off x="304800" y="749300"/>
            <a:ext cx="6192344" cy="400110"/>
            <a:chOff x="424117" y="898245"/>
            <a:chExt cx="6192344" cy="400110"/>
          </a:xfrm>
        </p:grpSpPr>
        <p:sp>
          <p:nvSpPr>
            <p:cNvPr id="2" name="平行四边形 1">
              <a:extLst>
                <a:ext uri="{FF2B5EF4-FFF2-40B4-BE49-F238E27FC236}">
                  <a16:creationId xmlns:a16="http://schemas.microsoft.com/office/drawing/2014/main" id="{1F5BAA3F-9845-4F89-A2DD-8222D3E4EDAC}"/>
                </a:ext>
              </a:extLst>
            </p:cNvPr>
            <p:cNvSpPr/>
            <p:nvPr/>
          </p:nvSpPr>
          <p:spPr>
            <a:xfrm>
              <a:off x="424117" y="898245"/>
              <a:ext cx="628306" cy="387090"/>
            </a:xfrm>
            <a:prstGeom prst="parallelogram">
              <a:avLst/>
            </a:prstGeom>
            <a:solidFill>
              <a:schemeClr val="accent3">
                <a:lumMod val="75000"/>
              </a:schemeClr>
            </a:solidFill>
            <a:ln>
              <a:solidFill>
                <a:schemeClr val="accent3">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CN" sz="2200" dirty="0">
                  <a:latin typeface="Impact" panose="020B0806030902050204" pitchFamily="34" charset="0"/>
                </a:rPr>
                <a:t>01</a:t>
              </a:r>
              <a:endParaRPr lang="zh-CN" altLang="en-US" sz="2200" dirty="0">
                <a:latin typeface="Impact" panose="020B0806030902050204" pitchFamily="34" charset="0"/>
              </a:endParaRPr>
            </a:p>
          </p:txBody>
        </p:sp>
        <p:sp>
          <p:nvSpPr>
            <p:cNvPr id="3" name="文本框 2">
              <a:extLst>
                <a:ext uri="{FF2B5EF4-FFF2-40B4-BE49-F238E27FC236}">
                  <a16:creationId xmlns:a16="http://schemas.microsoft.com/office/drawing/2014/main" id="{4D6BD736-A4D3-4F26-AFED-36E11F50F70B}"/>
                </a:ext>
              </a:extLst>
            </p:cNvPr>
            <p:cNvSpPr txBox="1"/>
            <p:nvPr/>
          </p:nvSpPr>
          <p:spPr>
            <a:xfrm>
              <a:off x="1052423" y="898245"/>
              <a:ext cx="5564038" cy="400110"/>
            </a:xfrm>
            <a:prstGeom prst="rect">
              <a:avLst/>
            </a:prstGeom>
            <a:noFill/>
          </p:spPr>
          <p:txBody>
            <a:bodyPr wrap="square" rtlCol="0">
              <a:spAutoFit/>
            </a:bodyPr>
            <a:lstStyle/>
            <a:p>
              <a:r>
                <a:rPr lang="zh-CN" altLang="en-US" sz="2000" b="1" dirty="0"/>
                <a:t>可靠传输的相关基本概念</a:t>
              </a:r>
            </a:p>
          </p:txBody>
        </p:sp>
      </p:grpSp>
      <p:sp>
        <p:nvSpPr>
          <p:cNvPr id="6" name="矩形 5">
            <a:extLst>
              <a:ext uri="{FF2B5EF4-FFF2-40B4-BE49-F238E27FC236}">
                <a16:creationId xmlns:a16="http://schemas.microsoft.com/office/drawing/2014/main" id="{04FB463A-B16F-48FC-B54F-320676314201}"/>
              </a:ext>
            </a:extLst>
          </p:cNvPr>
          <p:cNvSpPr/>
          <p:nvPr/>
        </p:nvSpPr>
        <p:spPr>
          <a:xfrm>
            <a:off x="5010561" y="2002077"/>
            <a:ext cx="2170878" cy="506538"/>
          </a:xfrm>
          <a:prstGeom prst="rect">
            <a:avLst/>
          </a:prstGeom>
        </p:spPr>
        <p:style>
          <a:lnRef idx="2">
            <a:schemeClr val="accent3">
              <a:shade val="50000"/>
            </a:schemeClr>
          </a:lnRef>
          <a:fillRef idx="1">
            <a:schemeClr val="accent3"/>
          </a:fillRef>
          <a:effectRef idx="0">
            <a:schemeClr val="accent3"/>
          </a:effectRef>
          <a:fontRef idx="minor">
            <a:schemeClr val="lt1"/>
          </a:fontRef>
        </p:style>
        <p:txBody>
          <a:bodyPr rtlCol="0" anchor="ctr"/>
          <a:lstStyle/>
          <a:p>
            <a:pPr algn="ctr"/>
            <a:r>
              <a:rPr lang="zh-CN" altLang="en-US" b="1" dirty="0"/>
              <a:t>误码（比特差错）</a:t>
            </a:r>
          </a:p>
        </p:txBody>
      </p:sp>
      <p:sp>
        <p:nvSpPr>
          <p:cNvPr id="44" name="矩形 43">
            <a:extLst>
              <a:ext uri="{FF2B5EF4-FFF2-40B4-BE49-F238E27FC236}">
                <a16:creationId xmlns:a16="http://schemas.microsoft.com/office/drawing/2014/main" id="{D2E55902-4483-44C2-9BB0-BC665F00A52D}"/>
              </a:ext>
            </a:extLst>
          </p:cNvPr>
          <p:cNvSpPr/>
          <p:nvPr/>
        </p:nvSpPr>
        <p:spPr>
          <a:xfrm>
            <a:off x="1163284" y="3340831"/>
            <a:ext cx="2170878" cy="506538"/>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zh-CN" altLang="en-US" b="1" dirty="0"/>
              <a:t>传输差错</a:t>
            </a:r>
          </a:p>
        </p:txBody>
      </p:sp>
      <p:cxnSp>
        <p:nvCxnSpPr>
          <p:cNvPr id="11" name="连接符: 肘形 10">
            <a:extLst>
              <a:ext uri="{FF2B5EF4-FFF2-40B4-BE49-F238E27FC236}">
                <a16:creationId xmlns:a16="http://schemas.microsoft.com/office/drawing/2014/main" id="{1C60153A-AC05-4D6F-B34E-E17052F8ECC9}"/>
              </a:ext>
            </a:extLst>
          </p:cNvPr>
          <p:cNvCxnSpPr>
            <a:stCxn id="6" idx="1"/>
            <a:endCxn id="44" idx="3"/>
          </p:cNvCxnSpPr>
          <p:nvPr/>
        </p:nvCxnSpPr>
        <p:spPr>
          <a:xfrm rot="10800000" flipV="1">
            <a:off x="3334163" y="2255346"/>
            <a:ext cx="1676399" cy="1338754"/>
          </a:xfrm>
          <a:prstGeom prst="bentConnector3">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sp>
        <p:nvSpPr>
          <p:cNvPr id="41" name="矩形 40">
            <a:extLst>
              <a:ext uri="{FF2B5EF4-FFF2-40B4-BE49-F238E27FC236}">
                <a16:creationId xmlns:a16="http://schemas.microsoft.com/office/drawing/2014/main" id="{413FC73A-B4D0-4D30-A618-966354A13D3F}"/>
              </a:ext>
            </a:extLst>
          </p:cNvPr>
          <p:cNvSpPr/>
          <p:nvPr/>
        </p:nvSpPr>
        <p:spPr>
          <a:xfrm>
            <a:off x="5010561" y="2894580"/>
            <a:ext cx="2170878" cy="506538"/>
          </a:xfrm>
          <a:prstGeom prst="rect">
            <a:avLst/>
          </a:prstGeom>
        </p:spPr>
        <p:style>
          <a:lnRef idx="2">
            <a:schemeClr val="accent3">
              <a:shade val="50000"/>
            </a:schemeClr>
          </a:lnRef>
          <a:fillRef idx="1">
            <a:schemeClr val="accent3"/>
          </a:fillRef>
          <a:effectRef idx="0">
            <a:schemeClr val="accent3"/>
          </a:effectRef>
          <a:fontRef idx="minor">
            <a:schemeClr val="lt1"/>
          </a:fontRef>
        </p:style>
        <p:txBody>
          <a:bodyPr rtlCol="0" anchor="ctr"/>
          <a:lstStyle/>
          <a:p>
            <a:pPr algn="ctr"/>
            <a:r>
              <a:rPr lang="zh-CN" altLang="en-US" b="1" dirty="0"/>
              <a:t>分组丢失</a:t>
            </a:r>
          </a:p>
        </p:txBody>
      </p:sp>
      <p:cxnSp>
        <p:nvCxnSpPr>
          <p:cNvPr id="45" name="连接符: 肘形 44">
            <a:extLst>
              <a:ext uri="{FF2B5EF4-FFF2-40B4-BE49-F238E27FC236}">
                <a16:creationId xmlns:a16="http://schemas.microsoft.com/office/drawing/2014/main" id="{8F77EBE8-F658-4736-B12D-40C29950ADA9}"/>
              </a:ext>
            </a:extLst>
          </p:cNvPr>
          <p:cNvCxnSpPr>
            <a:cxnSpLocks/>
            <a:stCxn id="41" idx="1"/>
            <a:endCxn id="44" idx="3"/>
          </p:cNvCxnSpPr>
          <p:nvPr/>
        </p:nvCxnSpPr>
        <p:spPr>
          <a:xfrm rot="10800000" flipV="1">
            <a:off x="3334163" y="3147848"/>
            <a:ext cx="1676399" cy="446251"/>
          </a:xfrm>
          <a:prstGeom prst="bentConnector3">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sp>
        <p:nvSpPr>
          <p:cNvPr id="42" name="矩形 41">
            <a:extLst>
              <a:ext uri="{FF2B5EF4-FFF2-40B4-BE49-F238E27FC236}">
                <a16:creationId xmlns:a16="http://schemas.microsoft.com/office/drawing/2014/main" id="{6337F8D1-B247-4D0B-8C21-4BE83502BAB9}"/>
              </a:ext>
            </a:extLst>
          </p:cNvPr>
          <p:cNvSpPr/>
          <p:nvPr/>
        </p:nvSpPr>
        <p:spPr>
          <a:xfrm>
            <a:off x="5010561" y="3787083"/>
            <a:ext cx="2170878" cy="506538"/>
          </a:xfrm>
          <a:prstGeom prst="rect">
            <a:avLst/>
          </a:prstGeom>
        </p:spPr>
        <p:style>
          <a:lnRef idx="2">
            <a:schemeClr val="accent3">
              <a:shade val="50000"/>
            </a:schemeClr>
          </a:lnRef>
          <a:fillRef idx="1">
            <a:schemeClr val="accent3"/>
          </a:fillRef>
          <a:effectRef idx="0">
            <a:schemeClr val="accent3"/>
          </a:effectRef>
          <a:fontRef idx="minor">
            <a:schemeClr val="lt1"/>
          </a:fontRef>
        </p:style>
        <p:txBody>
          <a:bodyPr rtlCol="0" anchor="ctr"/>
          <a:lstStyle/>
          <a:p>
            <a:pPr algn="ctr"/>
            <a:r>
              <a:rPr lang="zh-CN" altLang="en-US" b="1" dirty="0"/>
              <a:t>分组失序</a:t>
            </a:r>
          </a:p>
        </p:txBody>
      </p:sp>
      <p:cxnSp>
        <p:nvCxnSpPr>
          <p:cNvPr id="51" name="连接符: 肘形 50">
            <a:extLst>
              <a:ext uri="{FF2B5EF4-FFF2-40B4-BE49-F238E27FC236}">
                <a16:creationId xmlns:a16="http://schemas.microsoft.com/office/drawing/2014/main" id="{258CF9B4-2535-4559-A579-B2BE7DD81827}"/>
              </a:ext>
            </a:extLst>
          </p:cNvPr>
          <p:cNvCxnSpPr>
            <a:cxnSpLocks/>
            <a:stCxn id="42" idx="1"/>
            <a:endCxn id="44" idx="3"/>
          </p:cNvCxnSpPr>
          <p:nvPr/>
        </p:nvCxnSpPr>
        <p:spPr>
          <a:xfrm rot="10800000">
            <a:off x="3334163" y="3594100"/>
            <a:ext cx="1676399" cy="446252"/>
          </a:xfrm>
          <a:prstGeom prst="bentConnector3">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sp>
        <p:nvSpPr>
          <p:cNvPr id="43" name="矩形 42">
            <a:extLst>
              <a:ext uri="{FF2B5EF4-FFF2-40B4-BE49-F238E27FC236}">
                <a16:creationId xmlns:a16="http://schemas.microsoft.com/office/drawing/2014/main" id="{ACF8517E-4D5B-4F3C-8666-7D090C83BFA1}"/>
              </a:ext>
            </a:extLst>
          </p:cNvPr>
          <p:cNvSpPr/>
          <p:nvPr/>
        </p:nvSpPr>
        <p:spPr>
          <a:xfrm>
            <a:off x="5010561" y="4679585"/>
            <a:ext cx="2170878" cy="506538"/>
          </a:xfrm>
          <a:prstGeom prst="rect">
            <a:avLst/>
          </a:prstGeom>
        </p:spPr>
        <p:style>
          <a:lnRef idx="2">
            <a:schemeClr val="accent3">
              <a:shade val="50000"/>
            </a:schemeClr>
          </a:lnRef>
          <a:fillRef idx="1">
            <a:schemeClr val="accent3"/>
          </a:fillRef>
          <a:effectRef idx="0">
            <a:schemeClr val="accent3"/>
          </a:effectRef>
          <a:fontRef idx="minor">
            <a:schemeClr val="lt1"/>
          </a:fontRef>
        </p:style>
        <p:txBody>
          <a:bodyPr rtlCol="0" anchor="ctr"/>
          <a:lstStyle/>
          <a:p>
            <a:pPr algn="ctr"/>
            <a:r>
              <a:rPr lang="zh-CN" altLang="en-US" b="1" dirty="0"/>
              <a:t>分组重复</a:t>
            </a:r>
          </a:p>
        </p:txBody>
      </p:sp>
      <p:cxnSp>
        <p:nvCxnSpPr>
          <p:cNvPr id="52" name="连接符: 肘形 51">
            <a:extLst>
              <a:ext uri="{FF2B5EF4-FFF2-40B4-BE49-F238E27FC236}">
                <a16:creationId xmlns:a16="http://schemas.microsoft.com/office/drawing/2014/main" id="{215DD782-FAED-4A8E-A13D-27D49FD0B450}"/>
              </a:ext>
            </a:extLst>
          </p:cNvPr>
          <p:cNvCxnSpPr>
            <a:cxnSpLocks/>
            <a:stCxn id="43" idx="1"/>
            <a:endCxn id="44" idx="3"/>
          </p:cNvCxnSpPr>
          <p:nvPr/>
        </p:nvCxnSpPr>
        <p:spPr>
          <a:xfrm rot="10800000">
            <a:off x="3334163" y="3594100"/>
            <a:ext cx="1676399" cy="1338754"/>
          </a:xfrm>
          <a:prstGeom prst="bentConnector3">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spTree>
    <p:custDataLst>
      <p:tags r:id="rId1"/>
    </p:custDataLst>
    <p:extLst>
      <p:ext uri="{BB962C8B-B14F-4D97-AF65-F5344CB8AC3E}">
        <p14:creationId xmlns:p14="http://schemas.microsoft.com/office/powerpoint/2010/main" val="90728297"/>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49" presetClass="entr" presetSubtype="0" decel="100000" fill="hold" grpId="0" nodeType="withEffect">
                                  <p:stCondLst>
                                    <p:cond delay="0"/>
                                  </p:stCondLst>
                                  <p:childTnLst>
                                    <p:set>
                                      <p:cBhvr>
                                        <p:cTn id="6" dur="1" fill="hold">
                                          <p:stCondLst>
                                            <p:cond delay="0"/>
                                          </p:stCondLst>
                                        </p:cTn>
                                        <p:tgtEl>
                                          <p:spTgt spid="6"/>
                                        </p:tgtEl>
                                        <p:attrNameLst>
                                          <p:attrName>style.visibility</p:attrName>
                                        </p:attrNameLst>
                                      </p:cBhvr>
                                      <p:to>
                                        <p:strVal val="visible"/>
                                      </p:to>
                                    </p:set>
                                    <p:anim calcmode="lin" valueType="num">
                                      <p:cBhvr>
                                        <p:cTn id="7" dur="500" fill="hold"/>
                                        <p:tgtEl>
                                          <p:spTgt spid="6"/>
                                        </p:tgtEl>
                                        <p:attrNameLst>
                                          <p:attrName>ppt_w</p:attrName>
                                        </p:attrNameLst>
                                      </p:cBhvr>
                                      <p:tavLst>
                                        <p:tav tm="0">
                                          <p:val>
                                            <p:fltVal val="0"/>
                                          </p:val>
                                        </p:tav>
                                        <p:tav tm="100000">
                                          <p:val>
                                            <p:strVal val="#ppt_w"/>
                                          </p:val>
                                        </p:tav>
                                      </p:tavLst>
                                    </p:anim>
                                    <p:anim calcmode="lin" valueType="num">
                                      <p:cBhvr>
                                        <p:cTn id="8" dur="500" fill="hold"/>
                                        <p:tgtEl>
                                          <p:spTgt spid="6"/>
                                        </p:tgtEl>
                                        <p:attrNameLst>
                                          <p:attrName>ppt_h</p:attrName>
                                        </p:attrNameLst>
                                      </p:cBhvr>
                                      <p:tavLst>
                                        <p:tav tm="0">
                                          <p:val>
                                            <p:fltVal val="0"/>
                                          </p:val>
                                        </p:tav>
                                        <p:tav tm="100000">
                                          <p:val>
                                            <p:strVal val="#ppt_h"/>
                                          </p:val>
                                        </p:tav>
                                      </p:tavLst>
                                    </p:anim>
                                    <p:anim calcmode="lin" valueType="num">
                                      <p:cBhvr>
                                        <p:cTn id="9" dur="500" fill="hold"/>
                                        <p:tgtEl>
                                          <p:spTgt spid="6"/>
                                        </p:tgtEl>
                                        <p:attrNameLst>
                                          <p:attrName>style.rotation</p:attrName>
                                        </p:attrNameLst>
                                      </p:cBhvr>
                                      <p:tavLst>
                                        <p:tav tm="0">
                                          <p:val>
                                            <p:fltVal val="360"/>
                                          </p:val>
                                        </p:tav>
                                        <p:tav tm="100000">
                                          <p:val>
                                            <p:fltVal val="0"/>
                                          </p:val>
                                        </p:tav>
                                      </p:tavLst>
                                    </p:anim>
                                    <p:animEffect transition="in" filter="fade">
                                      <p:cBhvr>
                                        <p:cTn id="10" dur="500"/>
                                        <p:tgtEl>
                                          <p:spTgt spid="6"/>
                                        </p:tgtEl>
                                      </p:cBhvr>
                                    </p:animEffect>
                                  </p:childTnLst>
                                </p:cTn>
                              </p:par>
                            </p:childTnLst>
                          </p:cTn>
                        </p:par>
                      </p:childTnLst>
                    </p:cTn>
                  </p:par>
                  <p:par>
                    <p:cTn id="11" fill="hold">
                      <p:stCondLst>
                        <p:cond delay="indefinite"/>
                      </p:stCondLst>
                      <p:childTnLst>
                        <p:par>
                          <p:cTn id="12" fill="hold">
                            <p:stCondLst>
                              <p:cond delay="0"/>
                            </p:stCondLst>
                            <p:childTnLst>
                              <p:par>
                                <p:cTn id="13" presetID="22" presetClass="entr" presetSubtype="8" fill="hold" grpId="0" nodeType="clickEffect">
                                  <p:stCondLst>
                                    <p:cond delay="0"/>
                                  </p:stCondLst>
                                  <p:childTnLst>
                                    <p:set>
                                      <p:cBhvr>
                                        <p:cTn id="14" dur="1" fill="hold">
                                          <p:stCondLst>
                                            <p:cond delay="0"/>
                                          </p:stCondLst>
                                        </p:cTn>
                                        <p:tgtEl>
                                          <p:spTgt spid="44"/>
                                        </p:tgtEl>
                                        <p:attrNameLst>
                                          <p:attrName>style.visibility</p:attrName>
                                        </p:attrNameLst>
                                      </p:cBhvr>
                                      <p:to>
                                        <p:strVal val="visible"/>
                                      </p:to>
                                    </p:set>
                                    <p:animEffect transition="in" filter="wipe(left)">
                                      <p:cBhvr>
                                        <p:cTn id="15" dur="500"/>
                                        <p:tgtEl>
                                          <p:spTgt spid="44"/>
                                        </p:tgtEl>
                                      </p:cBhvr>
                                    </p:animEffect>
                                  </p:childTnLst>
                                </p:cTn>
                              </p:par>
                            </p:childTnLst>
                          </p:cTn>
                        </p:par>
                        <p:par>
                          <p:cTn id="16" fill="hold">
                            <p:stCondLst>
                              <p:cond delay="500"/>
                            </p:stCondLst>
                            <p:childTnLst>
                              <p:par>
                                <p:cTn id="17" presetID="22" presetClass="entr" presetSubtype="8" fill="hold" nodeType="afterEffect">
                                  <p:stCondLst>
                                    <p:cond delay="0"/>
                                  </p:stCondLst>
                                  <p:childTnLst>
                                    <p:set>
                                      <p:cBhvr>
                                        <p:cTn id="18" dur="1" fill="hold">
                                          <p:stCondLst>
                                            <p:cond delay="0"/>
                                          </p:stCondLst>
                                        </p:cTn>
                                        <p:tgtEl>
                                          <p:spTgt spid="11"/>
                                        </p:tgtEl>
                                        <p:attrNameLst>
                                          <p:attrName>style.visibility</p:attrName>
                                        </p:attrNameLst>
                                      </p:cBhvr>
                                      <p:to>
                                        <p:strVal val="visible"/>
                                      </p:to>
                                    </p:set>
                                    <p:animEffect transition="in" filter="wipe(left)">
                                      <p:cBhvr>
                                        <p:cTn id="19" dur="500"/>
                                        <p:tgtEl>
                                          <p:spTgt spid="11"/>
                                        </p:tgtEl>
                                      </p:cBhvr>
                                    </p:animEffect>
                                  </p:childTnLst>
                                </p:cTn>
                              </p:par>
                            </p:childTnLst>
                          </p:cTn>
                        </p:par>
                      </p:childTnLst>
                    </p:cTn>
                  </p:par>
                  <p:par>
                    <p:cTn id="20" fill="hold">
                      <p:stCondLst>
                        <p:cond delay="indefinite"/>
                      </p:stCondLst>
                      <p:childTnLst>
                        <p:par>
                          <p:cTn id="21" fill="hold">
                            <p:stCondLst>
                              <p:cond delay="0"/>
                            </p:stCondLst>
                            <p:childTnLst>
                              <p:par>
                                <p:cTn id="22" presetID="22" presetClass="entr" presetSubtype="8" fill="hold" nodeType="clickEffect">
                                  <p:stCondLst>
                                    <p:cond delay="0"/>
                                  </p:stCondLst>
                                  <p:childTnLst>
                                    <p:set>
                                      <p:cBhvr>
                                        <p:cTn id="23" dur="1" fill="hold">
                                          <p:stCondLst>
                                            <p:cond delay="0"/>
                                          </p:stCondLst>
                                        </p:cTn>
                                        <p:tgtEl>
                                          <p:spTgt spid="45"/>
                                        </p:tgtEl>
                                        <p:attrNameLst>
                                          <p:attrName>style.visibility</p:attrName>
                                        </p:attrNameLst>
                                      </p:cBhvr>
                                      <p:to>
                                        <p:strVal val="visible"/>
                                      </p:to>
                                    </p:set>
                                    <p:animEffect transition="in" filter="wipe(left)">
                                      <p:cBhvr>
                                        <p:cTn id="24" dur="500"/>
                                        <p:tgtEl>
                                          <p:spTgt spid="45"/>
                                        </p:tgtEl>
                                      </p:cBhvr>
                                    </p:animEffect>
                                  </p:childTnLst>
                                </p:cTn>
                              </p:par>
                            </p:childTnLst>
                          </p:cTn>
                        </p:par>
                        <p:par>
                          <p:cTn id="25" fill="hold">
                            <p:stCondLst>
                              <p:cond delay="500"/>
                            </p:stCondLst>
                            <p:childTnLst>
                              <p:par>
                                <p:cTn id="26" presetID="22" presetClass="entr" presetSubtype="8" fill="hold" grpId="0" nodeType="afterEffect">
                                  <p:stCondLst>
                                    <p:cond delay="0"/>
                                  </p:stCondLst>
                                  <p:childTnLst>
                                    <p:set>
                                      <p:cBhvr>
                                        <p:cTn id="27" dur="1" fill="hold">
                                          <p:stCondLst>
                                            <p:cond delay="0"/>
                                          </p:stCondLst>
                                        </p:cTn>
                                        <p:tgtEl>
                                          <p:spTgt spid="41"/>
                                        </p:tgtEl>
                                        <p:attrNameLst>
                                          <p:attrName>style.visibility</p:attrName>
                                        </p:attrNameLst>
                                      </p:cBhvr>
                                      <p:to>
                                        <p:strVal val="visible"/>
                                      </p:to>
                                    </p:set>
                                    <p:animEffect transition="in" filter="wipe(left)">
                                      <p:cBhvr>
                                        <p:cTn id="28" dur="500"/>
                                        <p:tgtEl>
                                          <p:spTgt spid="41"/>
                                        </p:tgtEl>
                                      </p:cBhvr>
                                    </p:animEffect>
                                  </p:childTnLst>
                                </p:cTn>
                              </p:par>
                            </p:childTnLst>
                          </p:cTn>
                        </p:par>
                      </p:childTnLst>
                    </p:cTn>
                  </p:par>
                  <p:par>
                    <p:cTn id="29" fill="hold">
                      <p:stCondLst>
                        <p:cond delay="indefinite"/>
                      </p:stCondLst>
                      <p:childTnLst>
                        <p:par>
                          <p:cTn id="30" fill="hold">
                            <p:stCondLst>
                              <p:cond delay="0"/>
                            </p:stCondLst>
                            <p:childTnLst>
                              <p:par>
                                <p:cTn id="31" presetID="22" presetClass="entr" presetSubtype="8" fill="hold" nodeType="clickEffect">
                                  <p:stCondLst>
                                    <p:cond delay="0"/>
                                  </p:stCondLst>
                                  <p:childTnLst>
                                    <p:set>
                                      <p:cBhvr>
                                        <p:cTn id="32" dur="1" fill="hold">
                                          <p:stCondLst>
                                            <p:cond delay="0"/>
                                          </p:stCondLst>
                                        </p:cTn>
                                        <p:tgtEl>
                                          <p:spTgt spid="51"/>
                                        </p:tgtEl>
                                        <p:attrNameLst>
                                          <p:attrName>style.visibility</p:attrName>
                                        </p:attrNameLst>
                                      </p:cBhvr>
                                      <p:to>
                                        <p:strVal val="visible"/>
                                      </p:to>
                                    </p:set>
                                    <p:animEffect transition="in" filter="wipe(left)">
                                      <p:cBhvr>
                                        <p:cTn id="33" dur="500"/>
                                        <p:tgtEl>
                                          <p:spTgt spid="51"/>
                                        </p:tgtEl>
                                      </p:cBhvr>
                                    </p:animEffect>
                                  </p:childTnLst>
                                </p:cTn>
                              </p:par>
                            </p:childTnLst>
                          </p:cTn>
                        </p:par>
                        <p:par>
                          <p:cTn id="34" fill="hold">
                            <p:stCondLst>
                              <p:cond delay="500"/>
                            </p:stCondLst>
                            <p:childTnLst>
                              <p:par>
                                <p:cTn id="35" presetID="22" presetClass="entr" presetSubtype="8" fill="hold" grpId="0" nodeType="afterEffect">
                                  <p:stCondLst>
                                    <p:cond delay="0"/>
                                  </p:stCondLst>
                                  <p:childTnLst>
                                    <p:set>
                                      <p:cBhvr>
                                        <p:cTn id="36" dur="1" fill="hold">
                                          <p:stCondLst>
                                            <p:cond delay="0"/>
                                          </p:stCondLst>
                                        </p:cTn>
                                        <p:tgtEl>
                                          <p:spTgt spid="42"/>
                                        </p:tgtEl>
                                        <p:attrNameLst>
                                          <p:attrName>style.visibility</p:attrName>
                                        </p:attrNameLst>
                                      </p:cBhvr>
                                      <p:to>
                                        <p:strVal val="visible"/>
                                      </p:to>
                                    </p:set>
                                    <p:animEffect transition="in" filter="wipe(left)">
                                      <p:cBhvr>
                                        <p:cTn id="37" dur="500"/>
                                        <p:tgtEl>
                                          <p:spTgt spid="42"/>
                                        </p:tgtEl>
                                      </p:cBhvr>
                                    </p:animEffect>
                                  </p:childTnLst>
                                </p:cTn>
                              </p:par>
                            </p:childTnLst>
                          </p:cTn>
                        </p:par>
                      </p:childTnLst>
                    </p:cTn>
                  </p:par>
                  <p:par>
                    <p:cTn id="38" fill="hold">
                      <p:stCondLst>
                        <p:cond delay="indefinite"/>
                      </p:stCondLst>
                      <p:childTnLst>
                        <p:par>
                          <p:cTn id="39" fill="hold">
                            <p:stCondLst>
                              <p:cond delay="0"/>
                            </p:stCondLst>
                            <p:childTnLst>
                              <p:par>
                                <p:cTn id="40" presetID="22" presetClass="entr" presetSubtype="8" fill="hold" nodeType="clickEffect">
                                  <p:stCondLst>
                                    <p:cond delay="0"/>
                                  </p:stCondLst>
                                  <p:childTnLst>
                                    <p:set>
                                      <p:cBhvr>
                                        <p:cTn id="41" dur="1" fill="hold">
                                          <p:stCondLst>
                                            <p:cond delay="0"/>
                                          </p:stCondLst>
                                        </p:cTn>
                                        <p:tgtEl>
                                          <p:spTgt spid="52"/>
                                        </p:tgtEl>
                                        <p:attrNameLst>
                                          <p:attrName>style.visibility</p:attrName>
                                        </p:attrNameLst>
                                      </p:cBhvr>
                                      <p:to>
                                        <p:strVal val="visible"/>
                                      </p:to>
                                    </p:set>
                                    <p:animEffect transition="in" filter="wipe(left)">
                                      <p:cBhvr>
                                        <p:cTn id="42" dur="500"/>
                                        <p:tgtEl>
                                          <p:spTgt spid="52"/>
                                        </p:tgtEl>
                                      </p:cBhvr>
                                    </p:animEffect>
                                  </p:childTnLst>
                                </p:cTn>
                              </p:par>
                            </p:childTnLst>
                          </p:cTn>
                        </p:par>
                        <p:par>
                          <p:cTn id="43" fill="hold">
                            <p:stCondLst>
                              <p:cond delay="500"/>
                            </p:stCondLst>
                            <p:childTnLst>
                              <p:par>
                                <p:cTn id="44" presetID="22" presetClass="entr" presetSubtype="8" fill="hold" grpId="0" nodeType="afterEffect">
                                  <p:stCondLst>
                                    <p:cond delay="0"/>
                                  </p:stCondLst>
                                  <p:childTnLst>
                                    <p:set>
                                      <p:cBhvr>
                                        <p:cTn id="45" dur="1" fill="hold">
                                          <p:stCondLst>
                                            <p:cond delay="0"/>
                                          </p:stCondLst>
                                        </p:cTn>
                                        <p:tgtEl>
                                          <p:spTgt spid="43"/>
                                        </p:tgtEl>
                                        <p:attrNameLst>
                                          <p:attrName>style.visibility</p:attrName>
                                        </p:attrNameLst>
                                      </p:cBhvr>
                                      <p:to>
                                        <p:strVal val="visible"/>
                                      </p:to>
                                    </p:set>
                                    <p:animEffect transition="in" filter="wipe(left)">
                                      <p:cBhvr>
                                        <p:cTn id="46" dur="500"/>
                                        <p:tgtEl>
                                          <p:spTgt spid="43"/>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6" grpId="0" animBg="1"/>
      <p:bldP spid="44" grpId="0" animBg="1"/>
      <p:bldP spid="41" grpId="0" animBg="1"/>
      <p:bldP spid="42" grpId="0" animBg="1"/>
      <p:bldP spid="43" grpId="0" animBg="1"/>
    </p:bldLst>
  </p:timing>
</p:sld>
</file>

<file path=ppt/slides/slide10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4" name="组合 3">
            <a:extLst>
              <a:ext uri="{FF2B5EF4-FFF2-40B4-BE49-F238E27FC236}">
                <a16:creationId xmlns:a16="http://schemas.microsoft.com/office/drawing/2014/main" id="{9A1EA9F2-FCB6-48C3-935F-7AE7E3AD14AC}"/>
              </a:ext>
            </a:extLst>
          </p:cNvPr>
          <p:cNvGrpSpPr/>
          <p:nvPr/>
        </p:nvGrpSpPr>
        <p:grpSpPr>
          <a:xfrm>
            <a:off x="304800" y="749300"/>
            <a:ext cx="6192344" cy="400110"/>
            <a:chOff x="424117" y="898245"/>
            <a:chExt cx="6192344" cy="400110"/>
          </a:xfrm>
        </p:grpSpPr>
        <p:sp>
          <p:nvSpPr>
            <p:cNvPr id="2" name="平行四边形 1">
              <a:extLst>
                <a:ext uri="{FF2B5EF4-FFF2-40B4-BE49-F238E27FC236}">
                  <a16:creationId xmlns:a16="http://schemas.microsoft.com/office/drawing/2014/main" id="{1F5BAA3F-9845-4F89-A2DD-8222D3E4EDAC}"/>
                </a:ext>
              </a:extLst>
            </p:cNvPr>
            <p:cNvSpPr/>
            <p:nvPr/>
          </p:nvSpPr>
          <p:spPr>
            <a:xfrm>
              <a:off x="424117" y="898245"/>
              <a:ext cx="628306" cy="387090"/>
            </a:xfrm>
            <a:prstGeom prst="parallelogram">
              <a:avLst/>
            </a:prstGeom>
            <a:solidFill>
              <a:schemeClr val="accent3">
                <a:lumMod val="75000"/>
              </a:schemeClr>
            </a:solidFill>
            <a:ln>
              <a:solidFill>
                <a:schemeClr val="accent3">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CN" sz="2200" dirty="0">
                  <a:latin typeface="Impact" panose="020B0806030902050204" pitchFamily="34" charset="0"/>
                </a:rPr>
                <a:t>01</a:t>
              </a:r>
              <a:endParaRPr lang="zh-CN" altLang="en-US" sz="2200" dirty="0">
                <a:latin typeface="Impact" panose="020B0806030902050204" pitchFamily="34" charset="0"/>
              </a:endParaRPr>
            </a:p>
          </p:txBody>
        </p:sp>
        <p:sp>
          <p:nvSpPr>
            <p:cNvPr id="3" name="文本框 2">
              <a:extLst>
                <a:ext uri="{FF2B5EF4-FFF2-40B4-BE49-F238E27FC236}">
                  <a16:creationId xmlns:a16="http://schemas.microsoft.com/office/drawing/2014/main" id="{4D6BD736-A4D3-4F26-AFED-36E11F50F70B}"/>
                </a:ext>
              </a:extLst>
            </p:cNvPr>
            <p:cNvSpPr txBox="1"/>
            <p:nvPr/>
          </p:nvSpPr>
          <p:spPr>
            <a:xfrm>
              <a:off x="1052423" y="898245"/>
              <a:ext cx="5564038" cy="400110"/>
            </a:xfrm>
            <a:prstGeom prst="rect">
              <a:avLst/>
            </a:prstGeom>
            <a:noFill/>
          </p:spPr>
          <p:txBody>
            <a:bodyPr wrap="square" rtlCol="0">
              <a:spAutoFit/>
            </a:bodyPr>
            <a:lstStyle/>
            <a:p>
              <a:r>
                <a:rPr lang="zh-CN" altLang="en-US" sz="2000" b="1" dirty="0"/>
                <a:t>可靠传输的相关基本概念</a:t>
              </a:r>
            </a:p>
          </p:txBody>
        </p:sp>
      </p:grpSp>
      <p:sp>
        <p:nvSpPr>
          <p:cNvPr id="6" name="矩形 5">
            <a:extLst>
              <a:ext uri="{FF2B5EF4-FFF2-40B4-BE49-F238E27FC236}">
                <a16:creationId xmlns:a16="http://schemas.microsoft.com/office/drawing/2014/main" id="{04FB463A-B16F-48FC-B54F-320676314201}"/>
              </a:ext>
            </a:extLst>
          </p:cNvPr>
          <p:cNvSpPr/>
          <p:nvPr/>
        </p:nvSpPr>
        <p:spPr>
          <a:xfrm>
            <a:off x="1787139" y="2446117"/>
            <a:ext cx="2170878" cy="506538"/>
          </a:xfrm>
          <a:prstGeom prst="rect">
            <a:avLst/>
          </a:prstGeom>
          <a:solidFill>
            <a:schemeClr val="bg2">
              <a:lumMod val="90000"/>
            </a:schemeClr>
          </a:solidFill>
          <a:ln>
            <a:solidFill>
              <a:schemeClr val="tx1"/>
            </a:solidFill>
          </a:ln>
        </p:spPr>
        <p:style>
          <a:lnRef idx="2">
            <a:schemeClr val="accent3">
              <a:shade val="50000"/>
            </a:schemeClr>
          </a:lnRef>
          <a:fillRef idx="1">
            <a:schemeClr val="accent3"/>
          </a:fillRef>
          <a:effectRef idx="0">
            <a:schemeClr val="accent3"/>
          </a:effectRef>
          <a:fontRef idx="minor">
            <a:schemeClr val="lt1"/>
          </a:fontRef>
        </p:style>
        <p:txBody>
          <a:bodyPr rtlCol="0" anchor="ctr"/>
          <a:lstStyle/>
          <a:p>
            <a:pPr algn="ctr"/>
            <a:r>
              <a:rPr lang="zh-CN" altLang="en-US" b="1" dirty="0"/>
              <a:t>误码（比特差错）</a:t>
            </a:r>
          </a:p>
        </p:txBody>
      </p:sp>
      <p:sp>
        <p:nvSpPr>
          <p:cNvPr id="44" name="矩形 43">
            <a:extLst>
              <a:ext uri="{FF2B5EF4-FFF2-40B4-BE49-F238E27FC236}">
                <a16:creationId xmlns:a16="http://schemas.microsoft.com/office/drawing/2014/main" id="{D2E55902-4483-44C2-9BB0-BC665F00A52D}"/>
              </a:ext>
            </a:extLst>
          </p:cNvPr>
          <p:cNvSpPr/>
          <p:nvPr/>
        </p:nvSpPr>
        <p:spPr>
          <a:xfrm>
            <a:off x="308094" y="1699467"/>
            <a:ext cx="2170878" cy="506538"/>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zh-CN" altLang="en-US" b="1" dirty="0"/>
              <a:t>传输差错</a:t>
            </a:r>
          </a:p>
        </p:txBody>
      </p:sp>
      <p:cxnSp>
        <p:nvCxnSpPr>
          <p:cNvPr id="11" name="连接符: 肘形 10">
            <a:extLst>
              <a:ext uri="{FF2B5EF4-FFF2-40B4-BE49-F238E27FC236}">
                <a16:creationId xmlns:a16="http://schemas.microsoft.com/office/drawing/2014/main" id="{1C60153A-AC05-4D6F-B34E-E17052F8ECC9}"/>
              </a:ext>
            </a:extLst>
          </p:cNvPr>
          <p:cNvCxnSpPr>
            <a:cxnSpLocks/>
            <a:stCxn id="6" idx="1"/>
            <a:endCxn id="44" idx="2"/>
          </p:cNvCxnSpPr>
          <p:nvPr/>
        </p:nvCxnSpPr>
        <p:spPr>
          <a:xfrm rot="10800000">
            <a:off x="1393533" y="2206006"/>
            <a:ext cx="393606" cy="493381"/>
          </a:xfrm>
          <a:prstGeom prst="bentConnector2">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sp>
        <p:nvSpPr>
          <p:cNvPr id="41" name="矩形 40">
            <a:extLst>
              <a:ext uri="{FF2B5EF4-FFF2-40B4-BE49-F238E27FC236}">
                <a16:creationId xmlns:a16="http://schemas.microsoft.com/office/drawing/2014/main" id="{413FC73A-B4D0-4D30-A618-966354A13D3F}"/>
              </a:ext>
            </a:extLst>
          </p:cNvPr>
          <p:cNvSpPr/>
          <p:nvPr/>
        </p:nvSpPr>
        <p:spPr>
          <a:xfrm>
            <a:off x="1787140" y="3338620"/>
            <a:ext cx="2170878" cy="506538"/>
          </a:xfrm>
          <a:prstGeom prst="rect">
            <a:avLst/>
          </a:prstGeom>
          <a:solidFill>
            <a:schemeClr val="bg2">
              <a:lumMod val="90000"/>
            </a:schemeClr>
          </a:solidFill>
          <a:ln>
            <a:solidFill>
              <a:schemeClr val="tx1"/>
            </a:solidFill>
          </a:ln>
        </p:spPr>
        <p:style>
          <a:lnRef idx="2">
            <a:schemeClr val="accent3">
              <a:shade val="50000"/>
            </a:schemeClr>
          </a:lnRef>
          <a:fillRef idx="1">
            <a:schemeClr val="accent3"/>
          </a:fillRef>
          <a:effectRef idx="0">
            <a:schemeClr val="accent3"/>
          </a:effectRef>
          <a:fontRef idx="minor">
            <a:schemeClr val="lt1"/>
          </a:fontRef>
        </p:style>
        <p:txBody>
          <a:bodyPr rtlCol="0" anchor="ctr"/>
          <a:lstStyle/>
          <a:p>
            <a:pPr algn="ctr"/>
            <a:r>
              <a:rPr lang="zh-CN" altLang="en-US" b="1" dirty="0"/>
              <a:t>分组丢失</a:t>
            </a:r>
          </a:p>
        </p:txBody>
      </p:sp>
      <p:cxnSp>
        <p:nvCxnSpPr>
          <p:cNvPr id="45" name="连接符: 肘形 44">
            <a:extLst>
              <a:ext uri="{FF2B5EF4-FFF2-40B4-BE49-F238E27FC236}">
                <a16:creationId xmlns:a16="http://schemas.microsoft.com/office/drawing/2014/main" id="{8F77EBE8-F658-4736-B12D-40C29950ADA9}"/>
              </a:ext>
            </a:extLst>
          </p:cNvPr>
          <p:cNvCxnSpPr>
            <a:cxnSpLocks/>
            <a:stCxn id="41" idx="1"/>
            <a:endCxn id="44" idx="2"/>
          </p:cNvCxnSpPr>
          <p:nvPr/>
        </p:nvCxnSpPr>
        <p:spPr>
          <a:xfrm rot="10800000">
            <a:off x="1393534" y="2206005"/>
            <a:ext cx="393607" cy="1385884"/>
          </a:xfrm>
          <a:prstGeom prst="bentConnector2">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sp>
        <p:nvSpPr>
          <p:cNvPr id="42" name="矩形 41">
            <a:extLst>
              <a:ext uri="{FF2B5EF4-FFF2-40B4-BE49-F238E27FC236}">
                <a16:creationId xmlns:a16="http://schemas.microsoft.com/office/drawing/2014/main" id="{6337F8D1-B247-4D0B-8C21-4BE83502BAB9}"/>
              </a:ext>
            </a:extLst>
          </p:cNvPr>
          <p:cNvSpPr/>
          <p:nvPr/>
        </p:nvSpPr>
        <p:spPr>
          <a:xfrm>
            <a:off x="1787139" y="4098427"/>
            <a:ext cx="2170878" cy="506538"/>
          </a:xfrm>
          <a:prstGeom prst="rect">
            <a:avLst/>
          </a:prstGeom>
          <a:solidFill>
            <a:schemeClr val="bg2">
              <a:lumMod val="90000"/>
            </a:schemeClr>
          </a:solidFill>
          <a:ln>
            <a:solidFill>
              <a:schemeClr val="tx1"/>
            </a:solidFill>
          </a:ln>
        </p:spPr>
        <p:style>
          <a:lnRef idx="2">
            <a:schemeClr val="accent3">
              <a:shade val="50000"/>
            </a:schemeClr>
          </a:lnRef>
          <a:fillRef idx="1">
            <a:schemeClr val="accent3"/>
          </a:fillRef>
          <a:effectRef idx="0">
            <a:schemeClr val="accent3"/>
          </a:effectRef>
          <a:fontRef idx="minor">
            <a:schemeClr val="lt1"/>
          </a:fontRef>
        </p:style>
        <p:txBody>
          <a:bodyPr rtlCol="0" anchor="ctr"/>
          <a:lstStyle/>
          <a:p>
            <a:pPr algn="ctr"/>
            <a:r>
              <a:rPr lang="zh-CN" altLang="en-US" b="1" dirty="0"/>
              <a:t>分组失序</a:t>
            </a:r>
          </a:p>
        </p:txBody>
      </p:sp>
      <p:cxnSp>
        <p:nvCxnSpPr>
          <p:cNvPr id="51" name="连接符: 肘形 50">
            <a:extLst>
              <a:ext uri="{FF2B5EF4-FFF2-40B4-BE49-F238E27FC236}">
                <a16:creationId xmlns:a16="http://schemas.microsoft.com/office/drawing/2014/main" id="{258CF9B4-2535-4559-A579-B2BE7DD81827}"/>
              </a:ext>
            </a:extLst>
          </p:cNvPr>
          <p:cNvCxnSpPr>
            <a:cxnSpLocks/>
            <a:stCxn id="42" idx="1"/>
            <a:endCxn id="44" idx="2"/>
          </p:cNvCxnSpPr>
          <p:nvPr/>
        </p:nvCxnSpPr>
        <p:spPr>
          <a:xfrm rot="10800000">
            <a:off x="1393533" y="2206006"/>
            <a:ext cx="393606" cy="2145691"/>
          </a:xfrm>
          <a:prstGeom prst="bentConnector2">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sp>
        <p:nvSpPr>
          <p:cNvPr id="43" name="矩形 42">
            <a:extLst>
              <a:ext uri="{FF2B5EF4-FFF2-40B4-BE49-F238E27FC236}">
                <a16:creationId xmlns:a16="http://schemas.microsoft.com/office/drawing/2014/main" id="{ACF8517E-4D5B-4F3C-8666-7D090C83BFA1}"/>
              </a:ext>
            </a:extLst>
          </p:cNvPr>
          <p:cNvSpPr/>
          <p:nvPr/>
        </p:nvSpPr>
        <p:spPr>
          <a:xfrm>
            <a:off x="1787139" y="4858234"/>
            <a:ext cx="2170878" cy="506538"/>
          </a:xfrm>
          <a:prstGeom prst="rect">
            <a:avLst/>
          </a:prstGeom>
          <a:solidFill>
            <a:schemeClr val="bg2">
              <a:lumMod val="90000"/>
            </a:schemeClr>
          </a:solidFill>
          <a:ln>
            <a:solidFill>
              <a:schemeClr val="tx1"/>
            </a:solidFill>
          </a:ln>
        </p:spPr>
        <p:style>
          <a:lnRef idx="2">
            <a:schemeClr val="accent3">
              <a:shade val="50000"/>
            </a:schemeClr>
          </a:lnRef>
          <a:fillRef idx="1">
            <a:schemeClr val="accent3"/>
          </a:fillRef>
          <a:effectRef idx="0">
            <a:schemeClr val="accent3"/>
          </a:effectRef>
          <a:fontRef idx="minor">
            <a:schemeClr val="lt1"/>
          </a:fontRef>
        </p:style>
        <p:txBody>
          <a:bodyPr rtlCol="0" anchor="ctr"/>
          <a:lstStyle/>
          <a:p>
            <a:pPr algn="ctr"/>
            <a:r>
              <a:rPr lang="zh-CN" altLang="en-US" b="1" dirty="0"/>
              <a:t>分组重复</a:t>
            </a:r>
          </a:p>
        </p:txBody>
      </p:sp>
      <p:cxnSp>
        <p:nvCxnSpPr>
          <p:cNvPr id="52" name="连接符: 肘形 51">
            <a:extLst>
              <a:ext uri="{FF2B5EF4-FFF2-40B4-BE49-F238E27FC236}">
                <a16:creationId xmlns:a16="http://schemas.microsoft.com/office/drawing/2014/main" id="{215DD782-FAED-4A8E-A13D-27D49FD0B450}"/>
              </a:ext>
            </a:extLst>
          </p:cNvPr>
          <p:cNvCxnSpPr>
            <a:cxnSpLocks/>
            <a:stCxn id="43" idx="1"/>
            <a:endCxn id="44" idx="2"/>
          </p:cNvCxnSpPr>
          <p:nvPr/>
        </p:nvCxnSpPr>
        <p:spPr>
          <a:xfrm rot="10800000">
            <a:off x="1393533" y="2206005"/>
            <a:ext cx="393606" cy="2905498"/>
          </a:xfrm>
          <a:prstGeom prst="bentConnector2">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grpSp>
        <p:nvGrpSpPr>
          <p:cNvPr id="27" name="组合 26">
            <a:extLst>
              <a:ext uri="{FF2B5EF4-FFF2-40B4-BE49-F238E27FC236}">
                <a16:creationId xmlns:a16="http://schemas.microsoft.com/office/drawing/2014/main" id="{DE606FE8-4775-4A4E-8F9F-00F10243B31D}"/>
              </a:ext>
            </a:extLst>
          </p:cNvPr>
          <p:cNvGrpSpPr/>
          <p:nvPr/>
        </p:nvGrpSpPr>
        <p:grpSpPr>
          <a:xfrm>
            <a:off x="4686256" y="1430515"/>
            <a:ext cx="7328085" cy="4456477"/>
            <a:chOff x="4686256" y="1430515"/>
            <a:chExt cx="7328085" cy="4456477"/>
          </a:xfrm>
        </p:grpSpPr>
        <p:sp>
          <p:nvSpPr>
            <p:cNvPr id="35" name="云形 34">
              <a:extLst>
                <a:ext uri="{FF2B5EF4-FFF2-40B4-BE49-F238E27FC236}">
                  <a16:creationId xmlns:a16="http://schemas.microsoft.com/office/drawing/2014/main" id="{C32FA7A0-ED82-438C-BCD2-BFD60281CA59}"/>
                </a:ext>
              </a:extLst>
            </p:cNvPr>
            <p:cNvSpPr/>
            <p:nvPr/>
          </p:nvSpPr>
          <p:spPr>
            <a:xfrm>
              <a:off x="5768648" y="2062471"/>
              <a:ext cx="4876798" cy="3385192"/>
            </a:xfrm>
            <a:prstGeom prst="cloud">
              <a:avLst/>
            </a:prstGeom>
            <a:solidFill>
              <a:schemeClr val="bg1">
                <a:lumMod val="85000"/>
              </a:schemeClr>
            </a:solidFill>
            <a:ln>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pic>
          <p:nvPicPr>
            <p:cNvPr id="36" name="图形 35">
              <a:extLst>
                <a:ext uri="{FF2B5EF4-FFF2-40B4-BE49-F238E27FC236}">
                  <a16:creationId xmlns:a16="http://schemas.microsoft.com/office/drawing/2014/main" id="{490FD9FF-3F53-4E5A-A04F-D8ACAB645C55}"/>
                </a:ext>
              </a:extLst>
            </p:cNvPr>
            <p:cNvPicPr>
              <a:picLocks noChangeAspect="1"/>
            </p:cNvPicPr>
            <p:nvPr/>
          </p:nvPicPr>
          <p:blipFill>
            <a:blip r:embed="rId3">
              <a:extLst>
                <a:ext uri="{28A0092B-C50C-407E-A947-70E740481C1C}">
                  <a14:useLocalDpi xmlns:a14="http://schemas.microsoft.com/office/drawing/2010/main" val="0"/>
                </a:ext>
                <a:ext uri="{96DAC541-7B7A-43D3-8B79-37D633B846F1}">
                  <asvg:svgBlip xmlns:asvg="http://schemas.microsoft.com/office/drawing/2016/SVG/main" r:embed="rId4"/>
                </a:ext>
              </a:extLst>
            </a:blip>
            <a:stretch>
              <a:fillRect/>
            </a:stretch>
          </p:blipFill>
          <p:spPr>
            <a:xfrm>
              <a:off x="11292680" y="2915270"/>
              <a:ext cx="721661" cy="438478"/>
            </a:xfrm>
            <a:prstGeom prst="rect">
              <a:avLst/>
            </a:prstGeom>
          </p:spPr>
        </p:pic>
        <p:pic>
          <p:nvPicPr>
            <p:cNvPr id="37" name="图形 36">
              <a:extLst>
                <a:ext uri="{FF2B5EF4-FFF2-40B4-BE49-F238E27FC236}">
                  <a16:creationId xmlns:a16="http://schemas.microsoft.com/office/drawing/2014/main" id="{69C49CA7-BE29-4BCF-9BF4-B7B6FBE4D64A}"/>
                </a:ext>
              </a:extLst>
            </p:cNvPr>
            <p:cNvPicPr>
              <a:picLocks noChangeAspect="1"/>
            </p:cNvPicPr>
            <p:nvPr/>
          </p:nvPicPr>
          <p:blipFill>
            <a:blip r:embed="rId5">
              <a:extLst>
                <a:ext uri="{28A0092B-C50C-407E-A947-70E740481C1C}">
                  <a14:useLocalDpi xmlns:a14="http://schemas.microsoft.com/office/drawing/2010/main" val="0"/>
                </a:ext>
                <a:ext uri="{96DAC541-7B7A-43D3-8B79-37D633B846F1}">
                  <asvg:svgBlip xmlns:asvg="http://schemas.microsoft.com/office/drawing/2016/SVG/main" r:embed="rId6"/>
                </a:ext>
              </a:extLst>
            </a:blip>
            <a:stretch>
              <a:fillRect/>
            </a:stretch>
          </p:blipFill>
          <p:spPr>
            <a:xfrm>
              <a:off x="4686256" y="3105954"/>
              <a:ext cx="529643" cy="512277"/>
            </a:xfrm>
            <a:prstGeom prst="rect">
              <a:avLst/>
            </a:prstGeom>
          </p:spPr>
        </p:pic>
        <p:cxnSp>
          <p:nvCxnSpPr>
            <p:cNvPr id="38" name="直接连接符 37">
              <a:extLst>
                <a:ext uri="{FF2B5EF4-FFF2-40B4-BE49-F238E27FC236}">
                  <a16:creationId xmlns:a16="http://schemas.microsoft.com/office/drawing/2014/main" id="{558EBDEF-18D9-438C-96AF-43D1E31CB9F7}"/>
                </a:ext>
              </a:extLst>
            </p:cNvPr>
            <p:cNvCxnSpPr>
              <a:cxnSpLocks/>
            </p:cNvCxnSpPr>
            <p:nvPr/>
          </p:nvCxnSpPr>
          <p:spPr>
            <a:xfrm flipV="1">
              <a:off x="6454891" y="2556704"/>
              <a:ext cx="1701356" cy="819782"/>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9" name="直接连接符 38">
              <a:extLst>
                <a:ext uri="{FF2B5EF4-FFF2-40B4-BE49-F238E27FC236}">
                  <a16:creationId xmlns:a16="http://schemas.microsoft.com/office/drawing/2014/main" id="{2C6B1777-3EEE-417A-BD1B-10CD9D4B68FD}"/>
                </a:ext>
              </a:extLst>
            </p:cNvPr>
            <p:cNvCxnSpPr>
              <a:cxnSpLocks/>
            </p:cNvCxnSpPr>
            <p:nvPr/>
          </p:nvCxnSpPr>
          <p:spPr>
            <a:xfrm>
              <a:off x="8156247" y="2508099"/>
              <a:ext cx="1960028" cy="662277"/>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0" name="直接连接符 39">
              <a:extLst>
                <a:ext uri="{FF2B5EF4-FFF2-40B4-BE49-F238E27FC236}">
                  <a16:creationId xmlns:a16="http://schemas.microsoft.com/office/drawing/2014/main" id="{79FD0772-7279-4E64-975E-033212501ACA}"/>
                </a:ext>
              </a:extLst>
            </p:cNvPr>
            <p:cNvCxnSpPr>
              <a:cxnSpLocks/>
            </p:cNvCxnSpPr>
            <p:nvPr/>
          </p:nvCxnSpPr>
          <p:spPr>
            <a:xfrm>
              <a:off x="6450220" y="3376486"/>
              <a:ext cx="1082682" cy="1231621"/>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6" name="直接连接符 45">
              <a:extLst>
                <a:ext uri="{FF2B5EF4-FFF2-40B4-BE49-F238E27FC236}">
                  <a16:creationId xmlns:a16="http://schemas.microsoft.com/office/drawing/2014/main" id="{B3B96998-4129-4F87-83B1-583D3A875A63}"/>
                </a:ext>
              </a:extLst>
            </p:cNvPr>
            <p:cNvCxnSpPr>
              <a:cxnSpLocks/>
            </p:cNvCxnSpPr>
            <p:nvPr/>
          </p:nvCxnSpPr>
          <p:spPr>
            <a:xfrm flipV="1">
              <a:off x="7586005" y="4312866"/>
              <a:ext cx="1836720" cy="32685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7" name="直接连接符 46">
              <a:extLst>
                <a:ext uri="{FF2B5EF4-FFF2-40B4-BE49-F238E27FC236}">
                  <a16:creationId xmlns:a16="http://schemas.microsoft.com/office/drawing/2014/main" id="{D36E5267-FB9F-41CB-BFBF-112346E10A9C}"/>
                </a:ext>
              </a:extLst>
            </p:cNvPr>
            <p:cNvCxnSpPr>
              <a:cxnSpLocks/>
            </p:cNvCxnSpPr>
            <p:nvPr/>
          </p:nvCxnSpPr>
          <p:spPr>
            <a:xfrm flipH="1">
              <a:off x="9429162" y="3084099"/>
              <a:ext cx="687113" cy="1228765"/>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8" name="直接连接符 47">
              <a:extLst>
                <a:ext uri="{FF2B5EF4-FFF2-40B4-BE49-F238E27FC236}">
                  <a16:creationId xmlns:a16="http://schemas.microsoft.com/office/drawing/2014/main" id="{61621FAB-395D-46A0-9410-D2F82A3489D7}"/>
                </a:ext>
              </a:extLst>
            </p:cNvPr>
            <p:cNvCxnSpPr>
              <a:cxnSpLocks/>
            </p:cNvCxnSpPr>
            <p:nvPr/>
          </p:nvCxnSpPr>
          <p:spPr>
            <a:xfrm flipH="1">
              <a:off x="7586005" y="2508099"/>
              <a:ext cx="570243" cy="2100008"/>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9" name="直接连接符 48">
              <a:extLst>
                <a:ext uri="{FF2B5EF4-FFF2-40B4-BE49-F238E27FC236}">
                  <a16:creationId xmlns:a16="http://schemas.microsoft.com/office/drawing/2014/main" id="{3814F7D7-82C1-4143-842E-8490DDEF468A}"/>
                </a:ext>
              </a:extLst>
            </p:cNvPr>
            <p:cNvCxnSpPr>
              <a:cxnSpLocks/>
            </p:cNvCxnSpPr>
            <p:nvPr/>
          </p:nvCxnSpPr>
          <p:spPr>
            <a:xfrm>
              <a:off x="8156247" y="2508099"/>
              <a:ext cx="1283879" cy="1804765"/>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pic>
          <p:nvPicPr>
            <p:cNvPr id="50" name="图形 49">
              <a:extLst>
                <a:ext uri="{FF2B5EF4-FFF2-40B4-BE49-F238E27FC236}">
                  <a16:creationId xmlns:a16="http://schemas.microsoft.com/office/drawing/2014/main" id="{FFFAA41B-5A8B-42C1-A4F9-F78301ACBF23}"/>
                </a:ext>
              </a:extLst>
            </p:cNvPr>
            <p:cNvPicPr>
              <a:picLocks noChangeAspect="1"/>
            </p:cNvPicPr>
            <p:nvPr/>
          </p:nvPicPr>
          <p:blipFill>
            <a:blip r:embed="rId7" cstate="print">
              <a:extLst>
                <a:ext uri="{28A0092B-C50C-407E-A947-70E740481C1C}">
                  <a14:useLocalDpi xmlns:a14="http://schemas.microsoft.com/office/drawing/2010/main" val="0"/>
                </a:ext>
                <a:ext uri="{96DAC541-7B7A-43D3-8B79-37D633B846F1}">
                  <asvg:svgBlip xmlns:asvg="http://schemas.microsoft.com/office/drawing/2016/SVG/main" r:embed="rId8"/>
                </a:ext>
              </a:extLst>
            </a:blip>
            <a:stretch>
              <a:fillRect/>
            </a:stretch>
          </p:blipFill>
          <p:spPr>
            <a:xfrm>
              <a:off x="6205563" y="3170376"/>
              <a:ext cx="498657" cy="412221"/>
            </a:xfrm>
            <a:prstGeom prst="rect">
              <a:avLst/>
            </a:prstGeom>
          </p:spPr>
        </p:pic>
        <p:pic>
          <p:nvPicPr>
            <p:cNvPr id="53" name="图形 52">
              <a:extLst>
                <a:ext uri="{FF2B5EF4-FFF2-40B4-BE49-F238E27FC236}">
                  <a16:creationId xmlns:a16="http://schemas.microsoft.com/office/drawing/2014/main" id="{76CC6DDF-CC62-4AB5-8510-11A090AFCB7E}"/>
                </a:ext>
              </a:extLst>
            </p:cNvPr>
            <p:cNvPicPr>
              <a:picLocks noChangeAspect="1"/>
            </p:cNvPicPr>
            <p:nvPr/>
          </p:nvPicPr>
          <p:blipFill>
            <a:blip r:embed="rId7" cstate="print">
              <a:extLst>
                <a:ext uri="{28A0092B-C50C-407E-A947-70E740481C1C}">
                  <a14:useLocalDpi xmlns:a14="http://schemas.microsoft.com/office/drawing/2010/main" val="0"/>
                </a:ext>
                <a:ext uri="{96DAC541-7B7A-43D3-8B79-37D633B846F1}">
                  <asvg:svgBlip xmlns:asvg="http://schemas.microsoft.com/office/drawing/2016/SVG/main" r:embed="rId8"/>
                </a:ext>
              </a:extLst>
            </a:blip>
            <a:stretch>
              <a:fillRect/>
            </a:stretch>
          </p:blipFill>
          <p:spPr>
            <a:xfrm>
              <a:off x="9866947" y="2964265"/>
              <a:ext cx="498657" cy="412221"/>
            </a:xfrm>
            <a:prstGeom prst="rect">
              <a:avLst/>
            </a:prstGeom>
          </p:spPr>
        </p:pic>
        <p:sp>
          <p:nvSpPr>
            <p:cNvPr id="54" name="文本框 53">
              <a:extLst>
                <a:ext uri="{FF2B5EF4-FFF2-40B4-BE49-F238E27FC236}">
                  <a16:creationId xmlns:a16="http://schemas.microsoft.com/office/drawing/2014/main" id="{E2C66F9E-C2BB-47E8-8ADA-1F46DAD38F98}"/>
                </a:ext>
              </a:extLst>
            </p:cNvPr>
            <p:cNvSpPr txBox="1"/>
            <p:nvPr/>
          </p:nvSpPr>
          <p:spPr>
            <a:xfrm>
              <a:off x="6235527" y="3567200"/>
              <a:ext cx="429385" cy="369332"/>
            </a:xfrm>
            <a:prstGeom prst="rect">
              <a:avLst/>
            </a:prstGeom>
            <a:noFill/>
          </p:spPr>
          <p:txBody>
            <a:bodyPr wrap="square" rtlCol="0">
              <a:spAutoFit/>
            </a:bodyPr>
            <a:lstStyle/>
            <a:p>
              <a:pPr algn="ctr"/>
              <a:r>
                <a:rPr lang="en-US" altLang="zh-CN" b="1" dirty="0"/>
                <a:t>R1</a:t>
              </a:r>
              <a:endParaRPr lang="zh-CN" altLang="en-US" b="1" dirty="0"/>
            </a:p>
          </p:txBody>
        </p:sp>
        <p:sp>
          <p:nvSpPr>
            <p:cNvPr id="55" name="文本框 54">
              <a:extLst>
                <a:ext uri="{FF2B5EF4-FFF2-40B4-BE49-F238E27FC236}">
                  <a16:creationId xmlns:a16="http://schemas.microsoft.com/office/drawing/2014/main" id="{85AA7D8A-EDF9-471E-BC02-2C72BA3EF0F3}"/>
                </a:ext>
              </a:extLst>
            </p:cNvPr>
            <p:cNvSpPr txBox="1"/>
            <p:nvPr/>
          </p:nvSpPr>
          <p:spPr>
            <a:xfrm>
              <a:off x="7662144" y="2671817"/>
              <a:ext cx="429385" cy="369332"/>
            </a:xfrm>
            <a:prstGeom prst="rect">
              <a:avLst/>
            </a:prstGeom>
            <a:noFill/>
          </p:spPr>
          <p:txBody>
            <a:bodyPr wrap="square" rtlCol="0">
              <a:spAutoFit/>
            </a:bodyPr>
            <a:lstStyle/>
            <a:p>
              <a:pPr algn="ctr"/>
              <a:r>
                <a:rPr lang="en-US" altLang="zh-CN" b="1" dirty="0"/>
                <a:t>R2</a:t>
              </a:r>
              <a:endParaRPr lang="zh-CN" altLang="en-US" b="1" dirty="0"/>
            </a:p>
          </p:txBody>
        </p:sp>
        <p:sp>
          <p:nvSpPr>
            <p:cNvPr id="56" name="文本框 55">
              <a:extLst>
                <a:ext uri="{FF2B5EF4-FFF2-40B4-BE49-F238E27FC236}">
                  <a16:creationId xmlns:a16="http://schemas.microsoft.com/office/drawing/2014/main" id="{9FE93926-02B3-429A-8BE1-4F1C3AFDA7EB}"/>
                </a:ext>
              </a:extLst>
            </p:cNvPr>
            <p:cNvSpPr txBox="1"/>
            <p:nvPr/>
          </p:nvSpPr>
          <p:spPr>
            <a:xfrm>
              <a:off x="9515500" y="3041149"/>
              <a:ext cx="429385" cy="369332"/>
            </a:xfrm>
            <a:prstGeom prst="rect">
              <a:avLst/>
            </a:prstGeom>
            <a:noFill/>
          </p:spPr>
          <p:txBody>
            <a:bodyPr wrap="square" rtlCol="0">
              <a:spAutoFit/>
            </a:bodyPr>
            <a:lstStyle/>
            <a:p>
              <a:pPr algn="ctr"/>
              <a:r>
                <a:rPr lang="en-US" altLang="zh-CN" b="1" dirty="0"/>
                <a:t>R3</a:t>
              </a:r>
              <a:endParaRPr lang="zh-CN" altLang="en-US" b="1" dirty="0"/>
            </a:p>
          </p:txBody>
        </p:sp>
        <p:sp>
          <p:nvSpPr>
            <p:cNvPr id="57" name="文本框 56">
              <a:extLst>
                <a:ext uri="{FF2B5EF4-FFF2-40B4-BE49-F238E27FC236}">
                  <a16:creationId xmlns:a16="http://schemas.microsoft.com/office/drawing/2014/main" id="{B823DEDD-CE96-4ED6-A8DE-946946C2F05B}"/>
                </a:ext>
              </a:extLst>
            </p:cNvPr>
            <p:cNvSpPr txBox="1"/>
            <p:nvPr/>
          </p:nvSpPr>
          <p:spPr>
            <a:xfrm>
              <a:off x="8829382" y="3930075"/>
              <a:ext cx="429385" cy="369332"/>
            </a:xfrm>
            <a:prstGeom prst="rect">
              <a:avLst/>
            </a:prstGeom>
            <a:noFill/>
          </p:spPr>
          <p:txBody>
            <a:bodyPr wrap="square" rtlCol="0">
              <a:spAutoFit/>
            </a:bodyPr>
            <a:lstStyle/>
            <a:p>
              <a:pPr algn="ctr"/>
              <a:r>
                <a:rPr lang="en-US" altLang="zh-CN" b="1" dirty="0"/>
                <a:t>R4</a:t>
              </a:r>
              <a:endParaRPr lang="zh-CN" altLang="en-US" b="1" dirty="0"/>
            </a:p>
          </p:txBody>
        </p:sp>
        <p:sp>
          <p:nvSpPr>
            <p:cNvPr id="58" name="文本框 57">
              <a:extLst>
                <a:ext uri="{FF2B5EF4-FFF2-40B4-BE49-F238E27FC236}">
                  <a16:creationId xmlns:a16="http://schemas.microsoft.com/office/drawing/2014/main" id="{45483B26-707A-4AD8-8E73-D7D9D4442AEB}"/>
                </a:ext>
              </a:extLst>
            </p:cNvPr>
            <p:cNvSpPr txBox="1"/>
            <p:nvPr/>
          </p:nvSpPr>
          <p:spPr>
            <a:xfrm>
              <a:off x="7662144" y="4175686"/>
              <a:ext cx="429385" cy="369332"/>
            </a:xfrm>
            <a:prstGeom prst="rect">
              <a:avLst/>
            </a:prstGeom>
            <a:noFill/>
          </p:spPr>
          <p:txBody>
            <a:bodyPr wrap="square" rtlCol="0">
              <a:spAutoFit/>
            </a:bodyPr>
            <a:lstStyle/>
            <a:p>
              <a:pPr algn="ctr"/>
              <a:r>
                <a:rPr lang="en-US" altLang="zh-CN" b="1" dirty="0"/>
                <a:t>R5</a:t>
              </a:r>
              <a:endParaRPr lang="zh-CN" altLang="en-US" b="1" dirty="0"/>
            </a:p>
          </p:txBody>
        </p:sp>
        <p:cxnSp>
          <p:nvCxnSpPr>
            <p:cNvPr id="59" name="直接连接符 58">
              <a:extLst>
                <a:ext uri="{FF2B5EF4-FFF2-40B4-BE49-F238E27FC236}">
                  <a16:creationId xmlns:a16="http://schemas.microsoft.com/office/drawing/2014/main" id="{E253FC98-D665-421D-85D7-C859D1883B0F}"/>
                </a:ext>
              </a:extLst>
            </p:cNvPr>
            <p:cNvCxnSpPr/>
            <p:nvPr/>
          </p:nvCxnSpPr>
          <p:spPr>
            <a:xfrm>
              <a:off x="5196949" y="3410481"/>
              <a:ext cx="1038578" cy="0"/>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60" name="直接连接符 59">
              <a:extLst>
                <a:ext uri="{FF2B5EF4-FFF2-40B4-BE49-F238E27FC236}">
                  <a16:creationId xmlns:a16="http://schemas.microsoft.com/office/drawing/2014/main" id="{9C6A5121-0839-40A3-83D9-D008F5DFE8F8}"/>
                </a:ext>
              </a:extLst>
            </p:cNvPr>
            <p:cNvCxnSpPr/>
            <p:nvPr/>
          </p:nvCxnSpPr>
          <p:spPr>
            <a:xfrm>
              <a:off x="10365604" y="3170375"/>
              <a:ext cx="1038578" cy="0"/>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61" name="直接连接符 60">
              <a:extLst>
                <a:ext uri="{FF2B5EF4-FFF2-40B4-BE49-F238E27FC236}">
                  <a16:creationId xmlns:a16="http://schemas.microsoft.com/office/drawing/2014/main" id="{DBD992BC-AAD6-4EDD-9920-2634B159BA80}"/>
                </a:ext>
              </a:extLst>
            </p:cNvPr>
            <p:cNvCxnSpPr>
              <a:cxnSpLocks/>
            </p:cNvCxnSpPr>
            <p:nvPr/>
          </p:nvCxnSpPr>
          <p:spPr>
            <a:xfrm flipH="1">
              <a:off x="7121224" y="4608107"/>
              <a:ext cx="549110" cy="704089"/>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pic>
          <p:nvPicPr>
            <p:cNvPr id="62" name="图形 61">
              <a:extLst>
                <a:ext uri="{FF2B5EF4-FFF2-40B4-BE49-F238E27FC236}">
                  <a16:creationId xmlns:a16="http://schemas.microsoft.com/office/drawing/2014/main" id="{FD905A5E-EA08-4A31-9972-26C16ED4E736}"/>
                </a:ext>
              </a:extLst>
            </p:cNvPr>
            <p:cNvPicPr>
              <a:picLocks noChangeAspect="1"/>
            </p:cNvPicPr>
            <p:nvPr/>
          </p:nvPicPr>
          <p:blipFill>
            <a:blip r:embed="rId9">
              <a:extLst>
                <a:ext uri="{28A0092B-C50C-407E-A947-70E740481C1C}">
                  <a14:useLocalDpi xmlns:a14="http://schemas.microsoft.com/office/drawing/2010/main" val="0"/>
                </a:ext>
                <a:ext uri="{96DAC541-7B7A-43D3-8B79-37D633B846F1}">
                  <asvg:svgBlip xmlns:asvg="http://schemas.microsoft.com/office/drawing/2016/SVG/main" r:embed="rId10"/>
                </a:ext>
              </a:extLst>
            </a:blip>
            <a:stretch>
              <a:fillRect/>
            </a:stretch>
          </p:blipFill>
          <p:spPr>
            <a:xfrm>
              <a:off x="6841302" y="5310957"/>
              <a:ext cx="464267" cy="576035"/>
            </a:xfrm>
            <a:prstGeom prst="rect">
              <a:avLst/>
            </a:prstGeom>
          </p:spPr>
        </p:pic>
        <p:pic>
          <p:nvPicPr>
            <p:cNvPr id="63" name="图形 62">
              <a:extLst>
                <a:ext uri="{FF2B5EF4-FFF2-40B4-BE49-F238E27FC236}">
                  <a16:creationId xmlns:a16="http://schemas.microsoft.com/office/drawing/2014/main" id="{D61ECE08-B80B-445C-AB4D-71EA25E4C0C8}"/>
                </a:ext>
              </a:extLst>
            </p:cNvPr>
            <p:cNvPicPr>
              <a:picLocks noChangeAspect="1"/>
            </p:cNvPicPr>
            <p:nvPr/>
          </p:nvPicPr>
          <p:blipFill>
            <a:blip r:embed="rId7" cstate="print">
              <a:extLst>
                <a:ext uri="{28A0092B-C50C-407E-A947-70E740481C1C}">
                  <a14:useLocalDpi xmlns:a14="http://schemas.microsoft.com/office/drawing/2010/main" val="0"/>
                </a:ext>
                <a:ext uri="{96DAC541-7B7A-43D3-8B79-37D633B846F1}">
                  <asvg:svgBlip xmlns:asvg="http://schemas.microsoft.com/office/drawing/2016/SVG/main" r:embed="rId8"/>
                </a:ext>
              </a:extLst>
            </a:blip>
            <a:stretch>
              <a:fillRect/>
            </a:stretch>
          </p:blipFill>
          <p:spPr>
            <a:xfrm>
              <a:off x="7350401" y="4478232"/>
              <a:ext cx="498657" cy="412221"/>
            </a:xfrm>
            <a:prstGeom prst="rect">
              <a:avLst/>
            </a:prstGeom>
          </p:spPr>
        </p:pic>
        <p:cxnSp>
          <p:nvCxnSpPr>
            <p:cNvPr id="64" name="直接连接符 63">
              <a:extLst>
                <a:ext uri="{FF2B5EF4-FFF2-40B4-BE49-F238E27FC236}">
                  <a16:creationId xmlns:a16="http://schemas.microsoft.com/office/drawing/2014/main" id="{67065917-652A-4BD7-92A7-23AF57FAF70B}"/>
                </a:ext>
              </a:extLst>
            </p:cNvPr>
            <p:cNvCxnSpPr>
              <a:cxnSpLocks/>
            </p:cNvCxnSpPr>
            <p:nvPr/>
          </p:nvCxnSpPr>
          <p:spPr>
            <a:xfrm>
              <a:off x="9440126" y="4267718"/>
              <a:ext cx="810210" cy="620130"/>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pic>
          <p:nvPicPr>
            <p:cNvPr id="65" name="图形 64">
              <a:extLst>
                <a:ext uri="{FF2B5EF4-FFF2-40B4-BE49-F238E27FC236}">
                  <a16:creationId xmlns:a16="http://schemas.microsoft.com/office/drawing/2014/main" id="{F2FF53AD-BE95-447D-A8B0-046BCC825037}"/>
                </a:ext>
              </a:extLst>
            </p:cNvPr>
            <p:cNvPicPr>
              <a:picLocks noChangeAspect="1"/>
            </p:cNvPicPr>
            <p:nvPr/>
          </p:nvPicPr>
          <p:blipFill>
            <a:blip r:embed="rId11">
              <a:extLst>
                <a:ext uri="{28A0092B-C50C-407E-A947-70E740481C1C}">
                  <a14:useLocalDpi xmlns:a14="http://schemas.microsoft.com/office/drawing/2010/main" val="0"/>
                </a:ext>
                <a:ext uri="{96DAC541-7B7A-43D3-8B79-37D633B846F1}">
                  <asvg:svgBlip xmlns:asvg="http://schemas.microsoft.com/office/drawing/2016/SVG/main" r:embed="rId12"/>
                </a:ext>
              </a:extLst>
            </a:blip>
            <a:stretch>
              <a:fillRect/>
            </a:stretch>
          </p:blipFill>
          <p:spPr>
            <a:xfrm>
              <a:off x="10087227" y="4642575"/>
              <a:ext cx="498657" cy="558839"/>
            </a:xfrm>
            <a:prstGeom prst="rect">
              <a:avLst/>
            </a:prstGeom>
          </p:spPr>
        </p:pic>
        <p:pic>
          <p:nvPicPr>
            <p:cNvPr id="66" name="图形 65">
              <a:extLst>
                <a:ext uri="{FF2B5EF4-FFF2-40B4-BE49-F238E27FC236}">
                  <a16:creationId xmlns:a16="http://schemas.microsoft.com/office/drawing/2014/main" id="{AAB7D37B-548B-42B2-89CB-79B0AEA18544}"/>
                </a:ext>
              </a:extLst>
            </p:cNvPr>
            <p:cNvPicPr>
              <a:picLocks noChangeAspect="1"/>
            </p:cNvPicPr>
            <p:nvPr/>
          </p:nvPicPr>
          <p:blipFill>
            <a:blip r:embed="rId7" cstate="print">
              <a:extLst>
                <a:ext uri="{28A0092B-C50C-407E-A947-70E740481C1C}">
                  <a14:useLocalDpi xmlns:a14="http://schemas.microsoft.com/office/drawing/2010/main" val="0"/>
                </a:ext>
                <a:ext uri="{96DAC541-7B7A-43D3-8B79-37D633B846F1}">
                  <asvg:svgBlip xmlns:asvg="http://schemas.microsoft.com/office/drawing/2016/SVG/main" r:embed="rId8"/>
                </a:ext>
              </a:extLst>
            </a:blip>
            <a:stretch>
              <a:fillRect/>
            </a:stretch>
          </p:blipFill>
          <p:spPr>
            <a:xfrm>
              <a:off x="9173397" y="4106754"/>
              <a:ext cx="498657" cy="412221"/>
            </a:xfrm>
            <a:prstGeom prst="rect">
              <a:avLst/>
            </a:prstGeom>
          </p:spPr>
        </p:pic>
        <p:cxnSp>
          <p:nvCxnSpPr>
            <p:cNvPr id="67" name="直接连接符 66">
              <a:extLst>
                <a:ext uri="{FF2B5EF4-FFF2-40B4-BE49-F238E27FC236}">
                  <a16:creationId xmlns:a16="http://schemas.microsoft.com/office/drawing/2014/main" id="{0FAE4F00-3E85-46DC-8923-9E3915EAE059}"/>
                </a:ext>
              </a:extLst>
            </p:cNvPr>
            <p:cNvCxnSpPr>
              <a:cxnSpLocks/>
            </p:cNvCxnSpPr>
            <p:nvPr/>
          </p:nvCxnSpPr>
          <p:spPr>
            <a:xfrm>
              <a:off x="8134330" y="1648452"/>
              <a:ext cx="0" cy="828038"/>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pic>
          <p:nvPicPr>
            <p:cNvPr id="68" name="图形 67">
              <a:extLst>
                <a:ext uri="{FF2B5EF4-FFF2-40B4-BE49-F238E27FC236}">
                  <a16:creationId xmlns:a16="http://schemas.microsoft.com/office/drawing/2014/main" id="{E3865CE5-78BB-4623-A982-780311E853D5}"/>
                </a:ext>
              </a:extLst>
            </p:cNvPr>
            <p:cNvPicPr>
              <a:picLocks noChangeAspect="1"/>
            </p:cNvPicPr>
            <p:nvPr/>
          </p:nvPicPr>
          <p:blipFill>
            <a:blip r:embed="rId13">
              <a:extLst>
                <a:ext uri="{28A0092B-C50C-407E-A947-70E740481C1C}">
                  <a14:useLocalDpi xmlns:a14="http://schemas.microsoft.com/office/drawing/2010/main" val="0"/>
                </a:ext>
                <a:ext uri="{96DAC541-7B7A-43D3-8B79-37D633B846F1}">
                  <asvg:svgBlip xmlns:asvg="http://schemas.microsoft.com/office/drawing/2016/SVG/main" r:embed="rId14"/>
                </a:ext>
              </a:extLst>
            </a:blip>
            <a:stretch>
              <a:fillRect/>
            </a:stretch>
          </p:blipFill>
          <p:spPr>
            <a:xfrm>
              <a:off x="7949906" y="1430515"/>
              <a:ext cx="412681" cy="541644"/>
            </a:xfrm>
            <a:prstGeom prst="rect">
              <a:avLst/>
            </a:prstGeom>
          </p:spPr>
        </p:pic>
        <p:pic>
          <p:nvPicPr>
            <p:cNvPr id="69" name="图形 68">
              <a:extLst>
                <a:ext uri="{FF2B5EF4-FFF2-40B4-BE49-F238E27FC236}">
                  <a16:creationId xmlns:a16="http://schemas.microsoft.com/office/drawing/2014/main" id="{D4A0F4BC-0BDA-46B2-80D6-9B576D172338}"/>
                </a:ext>
              </a:extLst>
            </p:cNvPr>
            <p:cNvPicPr>
              <a:picLocks noChangeAspect="1"/>
            </p:cNvPicPr>
            <p:nvPr/>
          </p:nvPicPr>
          <p:blipFill>
            <a:blip r:embed="rId7" cstate="print">
              <a:extLst>
                <a:ext uri="{28A0092B-C50C-407E-A947-70E740481C1C}">
                  <a14:useLocalDpi xmlns:a14="http://schemas.microsoft.com/office/drawing/2010/main" val="0"/>
                </a:ext>
                <a:ext uri="{96DAC541-7B7A-43D3-8B79-37D633B846F1}">
                  <asvg:svgBlip xmlns:asvg="http://schemas.microsoft.com/office/drawing/2016/SVG/main" r:embed="rId8"/>
                </a:ext>
              </a:extLst>
            </a:blip>
            <a:stretch>
              <a:fillRect/>
            </a:stretch>
          </p:blipFill>
          <p:spPr>
            <a:xfrm>
              <a:off x="7906919" y="2350594"/>
              <a:ext cx="498657" cy="412221"/>
            </a:xfrm>
            <a:prstGeom prst="rect">
              <a:avLst/>
            </a:prstGeom>
          </p:spPr>
        </p:pic>
        <p:sp>
          <p:nvSpPr>
            <p:cNvPr id="70" name="文本框 69">
              <a:extLst>
                <a:ext uri="{FF2B5EF4-FFF2-40B4-BE49-F238E27FC236}">
                  <a16:creationId xmlns:a16="http://schemas.microsoft.com/office/drawing/2014/main" id="{EE632F00-BDC1-4935-9306-1EEA92DBD1D9}"/>
                </a:ext>
              </a:extLst>
            </p:cNvPr>
            <p:cNvSpPr txBox="1"/>
            <p:nvPr/>
          </p:nvSpPr>
          <p:spPr>
            <a:xfrm>
              <a:off x="4786514" y="3590740"/>
              <a:ext cx="429385" cy="369332"/>
            </a:xfrm>
            <a:prstGeom prst="rect">
              <a:avLst/>
            </a:prstGeom>
            <a:noFill/>
          </p:spPr>
          <p:txBody>
            <a:bodyPr wrap="square" rtlCol="0">
              <a:spAutoFit/>
            </a:bodyPr>
            <a:lstStyle/>
            <a:p>
              <a:pPr algn="ctr"/>
              <a:r>
                <a:rPr lang="en-US" altLang="zh-CN" b="1" dirty="0"/>
                <a:t>H1</a:t>
              </a:r>
              <a:endParaRPr lang="zh-CN" altLang="en-US" b="1" dirty="0"/>
            </a:p>
          </p:txBody>
        </p:sp>
        <p:sp>
          <p:nvSpPr>
            <p:cNvPr id="71" name="文本框 70">
              <a:extLst>
                <a:ext uri="{FF2B5EF4-FFF2-40B4-BE49-F238E27FC236}">
                  <a16:creationId xmlns:a16="http://schemas.microsoft.com/office/drawing/2014/main" id="{F5131637-5A7E-4249-8D84-2E2CE3F98A34}"/>
                </a:ext>
              </a:extLst>
            </p:cNvPr>
            <p:cNvSpPr txBox="1"/>
            <p:nvPr/>
          </p:nvSpPr>
          <p:spPr>
            <a:xfrm>
              <a:off x="8368801" y="1472306"/>
              <a:ext cx="429385" cy="369332"/>
            </a:xfrm>
            <a:prstGeom prst="rect">
              <a:avLst/>
            </a:prstGeom>
            <a:noFill/>
          </p:spPr>
          <p:txBody>
            <a:bodyPr wrap="square" rtlCol="0">
              <a:spAutoFit/>
            </a:bodyPr>
            <a:lstStyle/>
            <a:p>
              <a:pPr algn="ctr"/>
              <a:r>
                <a:rPr lang="en-US" altLang="zh-CN" b="1" dirty="0"/>
                <a:t>H2</a:t>
              </a:r>
              <a:endParaRPr lang="zh-CN" altLang="en-US" b="1" dirty="0"/>
            </a:p>
          </p:txBody>
        </p:sp>
        <p:sp>
          <p:nvSpPr>
            <p:cNvPr id="72" name="文本框 71">
              <a:extLst>
                <a:ext uri="{FF2B5EF4-FFF2-40B4-BE49-F238E27FC236}">
                  <a16:creationId xmlns:a16="http://schemas.microsoft.com/office/drawing/2014/main" id="{392FEB6B-E5B2-427E-B3C2-EAD0790E6AB9}"/>
                </a:ext>
              </a:extLst>
            </p:cNvPr>
            <p:cNvSpPr txBox="1"/>
            <p:nvPr/>
          </p:nvSpPr>
          <p:spPr>
            <a:xfrm>
              <a:off x="11438817" y="3397931"/>
              <a:ext cx="429385" cy="369332"/>
            </a:xfrm>
            <a:prstGeom prst="rect">
              <a:avLst/>
            </a:prstGeom>
            <a:noFill/>
          </p:spPr>
          <p:txBody>
            <a:bodyPr wrap="square" rtlCol="0">
              <a:spAutoFit/>
            </a:bodyPr>
            <a:lstStyle/>
            <a:p>
              <a:pPr algn="ctr"/>
              <a:r>
                <a:rPr lang="en-US" altLang="zh-CN" b="1" dirty="0"/>
                <a:t>H3</a:t>
              </a:r>
              <a:endParaRPr lang="zh-CN" altLang="en-US" b="1" dirty="0"/>
            </a:p>
          </p:txBody>
        </p:sp>
        <p:sp>
          <p:nvSpPr>
            <p:cNvPr id="73" name="文本框 72">
              <a:extLst>
                <a:ext uri="{FF2B5EF4-FFF2-40B4-BE49-F238E27FC236}">
                  <a16:creationId xmlns:a16="http://schemas.microsoft.com/office/drawing/2014/main" id="{F4F25552-EFE0-4E05-94A7-3F4FF57CFD57}"/>
                </a:ext>
              </a:extLst>
            </p:cNvPr>
            <p:cNvSpPr txBox="1"/>
            <p:nvPr/>
          </p:nvSpPr>
          <p:spPr>
            <a:xfrm>
              <a:off x="10083732" y="5190196"/>
              <a:ext cx="429385" cy="369332"/>
            </a:xfrm>
            <a:prstGeom prst="rect">
              <a:avLst/>
            </a:prstGeom>
            <a:noFill/>
          </p:spPr>
          <p:txBody>
            <a:bodyPr wrap="square" rtlCol="0">
              <a:spAutoFit/>
            </a:bodyPr>
            <a:lstStyle/>
            <a:p>
              <a:pPr algn="ctr"/>
              <a:r>
                <a:rPr lang="en-US" altLang="zh-CN" b="1" dirty="0"/>
                <a:t>H4</a:t>
              </a:r>
              <a:endParaRPr lang="zh-CN" altLang="en-US" b="1" dirty="0"/>
            </a:p>
          </p:txBody>
        </p:sp>
        <p:sp>
          <p:nvSpPr>
            <p:cNvPr id="74" name="文本框 73">
              <a:extLst>
                <a:ext uri="{FF2B5EF4-FFF2-40B4-BE49-F238E27FC236}">
                  <a16:creationId xmlns:a16="http://schemas.microsoft.com/office/drawing/2014/main" id="{2F2D4830-205E-4B2C-867F-AB3A11CAA3B6}"/>
                </a:ext>
              </a:extLst>
            </p:cNvPr>
            <p:cNvSpPr txBox="1"/>
            <p:nvPr/>
          </p:nvSpPr>
          <p:spPr>
            <a:xfrm>
              <a:off x="7275560" y="5401853"/>
              <a:ext cx="429385" cy="369332"/>
            </a:xfrm>
            <a:prstGeom prst="rect">
              <a:avLst/>
            </a:prstGeom>
            <a:noFill/>
          </p:spPr>
          <p:txBody>
            <a:bodyPr wrap="square" rtlCol="0">
              <a:spAutoFit/>
            </a:bodyPr>
            <a:lstStyle/>
            <a:p>
              <a:pPr algn="ctr"/>
              <a:r>
                <a:rPr lang="en-US" altLang="zh-CN" b="1" dirty="0"/>
                <a:t>H5</a:t>
              </a:r>
              <a:endParaRPr lang="zh-CN" altLang="en-US" b="1" dirty="0"/>
            </a:p>
          </p:txBody>
        </p:sp>
      </p:grpSp>
      <p:sp>
        <p:nvSpPr>
          <p:cNvPr id="76" name="envelope_151601">
            <a:extLst>
              <a:ext uri="{FF2B5EF4-FFF2-40B4-BE49-F238E27FC236}">
                <a16:creationId xmlns:a16="http://schemas.microsoft.com/office/drawing/2014/main" id="{F9668344-892A-444F-8FBB-BE00CC033D37}"/>
              </a:ext>
            </a:extLst>
          </p:cNvPr>
          <p:cNvSpPr/>
          <p:nvPr/>
        </p:nvSpPr>
        <p:spPr>
          <a:xfrm>
            <a:off x="5299751" y="3144793"/>
            <a:ext cx="334836" cy="217940"/>
          </a:xfrm>
          <a:custGeom>
            <a:avLst/>
            <a:gdLst>
              <a:gd name="connsiteX0" fmla="*/ 0 w 605169"/>
              <a:gd name="connsiteY0" fmla="*/ 60333 h 393896"/>
              <a:gd name="connsiteX1" fmla="*/ 124371 w 605169"/>
              <a:gd name="connsiteY1" fmla="*/ 146783 h 393896"/>
              <a:gd name="connsiteX2" fmla="*/ 302584 w 605169"/>
              <a:gd name="connsiteY2" fmla="*/ 272032 h 393896"/>
              <a:gd name="connsiteX3" fmla="*/ 480798 w 605169"/>
              <a:gd name="connsiteY3" fmla="*/ 146783 h 393896"/>
              <a:gd name="connsiteX4" fmla="*/ 605169 w 605169"/>
              <a:gd name="connsiteY4" fmla="*/ 60333 h 393896"/>
              <a:gd name="connsiteX5" fmla="*/ 605169 w 605169"/>
              <a:gd name="connsiteY5" fmla="*/ 393896 h 393896"/>
              <a:gd name="connsiteX6" fmla="*/ 0 w 605169"/>
              <a:gd name="connsiteY6" fmla="*/ 393896 h 393896"/>
              <a:gd name="connsiteX7" fmla="*/ 0 w 605169"/>
              <a:gd name="connsiteY7" fmla="*/ 0 h 393896"/>
              <a:gd name="connsiteX8" fmla="*/ 605169 w 605169"/>
              <a:gd name="connsiteY8" fmla="*/ 0 h 393896"/>
              <a:gd name="connsiteX9" fmla="*/ 605169 w 605169"/>
              <a:gd name="connsiteY9" fmla="*/ 19653 h 393896"/>
              <a:gd name="connsiteX10" fmla="*/ 302584 w 605169"/>
              <a:gd name="connsiteY10" fmla="*/ 230114 h 393896"/>
              <a:gd name="connsiteX11" fmla="*/ 0 w 605169"/>
              <a:gd name="connsiteY11" fmla="*/ 19653 h 393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605169" h="393896">
                <a:moveTo>
                  <a:pt x="0" y="60333"/>
                </a:moveTo>
                <a:lnTo>
                  <a:pt x="124371" y="146783"/>
                </a:lnTo>
                <a:lnTo>
                  <a:pt x="302584" y="272032"/>
                </a:lnTo>
                <a:lnTo>
                  <a:pt x="480798" y="146783"/>
                </a:lnTo>
                <a:lnTo>
                  <a:pt x="605169" y="60333"/>
                </a:lnTo>
                <a:lnTo>
                  <a:pt x="605169" y="393896"/>
                </a:lnTo>
                <a:lnTo>
                  <a:pt x="0" y="393896"/>
                </a:lnTo>
                <a:close/>
                <a:moveTo>
                  <a:pt x="0" y="0"/>
                </a:moveTo>
                <a:lnTo>
                  <a:pt x="605169" y="0"/>
                </a:lnTo>
                <a:lnTo>
                  <a:pt x="605169" y="19653"/>
                </a:lnTo>
                <a:lnTo>
                  <a:pt x="302584" y="230114"/>
                </a:lnTo>
                <a:lnTo>
                  <a:pt x="0" y="19653"/>
                </a:lnTo>
                <a:close/>
              </a:path>
            </a:pathLst>
          </a:custGeom>
          <a:solidFill>
            <a:schemeClr val="accent4"/>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zh-CN"/>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a:p>
        </p:txBody>
      </p:sp>
      <p:sp>
        <p:nvSpPr>
          <p:cNvPr id="29" name="矩形 28">
            <a:extLst>
              <a:ext uri="{FF2B5EF4-FFF2-40B4-BE49-F238E27FC236}">
                <a16:creationId xmlns:a16="http://schemas.microsoft.com/office/drawing/2014/main" id="{BE94BA20-4053-4600-8CF3-2D5344B8C534}"/>
              </a:ext>
            </a:extLst>
          </p:cNvPr>
          <p:cNvSpPr/>
          <p:nvPr/>
        </p:nvSpPr>
        <p:spPr>
          <a:xfrm>
            <a:off x="1790141" y="3343197"/>
            <a:ext cx="2174314" cy="512276"/>
          </a:xfrm>
          <a:prstGeom prst="rect">
            <a:avLst/>
          </a:prstGeom>
          <a:solidFill>
            <a:schemeClr val="accent3"/>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zh-CN" altLang="en-US" b="1" dirty="0"/>
              <a:t>分组丢失</a:t>
            </a:r>
          </a:p>
        </p:txBody>
      </p:sp>
    </p:spTree>
    <p:custDataLst>
      <p:tags r:id="rId1"/>
    </p:custDataLst>
    <p:extLst>
      <p:ext uri="{BB962C8B-B14F-4D97-AF65-F5344CB8AC3E}">
        <p14:creationId xmlns:p14="http://schemas.microsoft.com/office/powerpoint/2010/main" val="4030306475"/>
      </p:ext>
    </p:extLst>
  </p:cSld>
  <p:clrMapOvr>
    <a:masterClrMapping/>
  </p:clrMapOvr>
  <mc:AlternateContent xmlns:mc="http://schemas.openxmlformats.org/markup-compatibility/2006" xmlns:p159="http://schemas.microsoft.com/office/powerpoint/2015/09/main">
    <mc:Choice Requires="p159">
      <p:transition spd="slow">
        <p159:morph option="byObject"/>
      </p:transition>
    </mc:Choice>
    <mc:Fallback xmlns="">
      <p:transition spd="slow">
        <p:fade/>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2" presetClass="entr" presetSubtype="8" fill="hold" grpId="0" nodeType="withEffect">
                                  <p:stCondLst>
                                    <p:cond delay="0"/>
                                  </p:stCondLst>
                                  <p:childTnLst>
                                    <p:set>
                                      <p:cBhvr>
                                        <p:cTn id="6" dur="1" fill="hold">
                                          <p:stCondLst>
                                            <p:cond delay="0"/>
                                          </p:stCondLst>
                                        </p:cTn>
                                        <p:tgtEl>
                                          <p:spTgt spid="29"/>
                                        </p:tgtEl>
                                        <p:attrNameLst>
                                          <p:attrName>style.visibility</p:attrName>
                                        </p:attrNameLst>
                                      </p:cBhvr>
                                      <p:to>
                                        <p:strVal val="visible"/>
                                      </p:to>
                                    </p:set>
                                    <p:animEffect transition="in" filter="wipe(left)">
                                      <p:cBhvr>
                                        <p:cTn id="7" dur="500"/>
                                        <p:tgtEl>
                                          <p:spTgt spid="29"/>
                                        </p:tgtEl>
                                      </p:cBhvr>
                                    </p:animEffect>
                                  </p:childTnLst>
                                </p:cTn>
                              </p:par>
                              <p:par>
                                <p:cTn id="8" presetID="30" presetClass="entr" presetSubtype="0" fill="hold" nodeType="withEffect">
                                  <p:stCondLst>
                                    <p:cond delay="0"/>
                                  </p:stCondLst>
                                  <p:childTnLst>
                                    <p:set>
                                      <p:cBhvr>
                                        <p:cTn id="9" dur="1" fill="hold">
                                          <p:stCondLst>
                                            <p:cond delay="0"/>
                                          </p:stCondLst>
                                        </p:cTn>
                                        <p:tgtEl>
                                          <p:spTgt spid="27"/>
                                        </p:tgtEl>
                                        <p:attrNameLst>
                                          <p:attrName>style.visibility</p:attrName>
                                        </p:attrNameLst>
                                      </p:cBhvr>
                                      <p:to>
                                        <p:strVal val="visible"/>
                                      </p:to>
                                    </p:set>
                                    <p:animEffect transition="in" filter="fade">
                                      <p:cBhvr>
                                        <p:cTn id="10" dur="800" decel="100000"/>
                                        <p:tgtEl>
                                          <p:spTgt spid="27"/>
                                        </p:tgtEl>
                                      </p:cBhvr>
                                    </p:animEffect>
                                    <p:anim calcmode="lin" valueType="num">
                                      <p:cBhvr>
                                        <p:cTn id="11" dur="800" decel="100000" fill="hold"/>
                                        <p:tgtEl>
                                          <p:spTgt spid="27"/>
                                        </p:tgtEl>
                                        <p:attrNameLst>
                                          <p:attrName>style.rotation</p:attrName>
                                        </p:attrNameLst>
                                      </p:cBhvr>
                                      <p:tavLst>
                                        <p:tav tm="0">
                                          <p:val>
                                            <p:fltVal val="-90"/>
                                          </p:val>
                                        </p:tav>
                                        <p:tav tm="100000">
                                          <p:val>
                                            <p:fltVal val="0"/>
                                          </p:val>
                                        </p:tav>
                                      </p:tavLst>
                                    </p:anim>
                                    <p:anim calcmode="lin" valueType="num">
                                      <p:cBhvr>
                                        <p:cTn id="12" dur="800" decel="100000" fill="hold"/>
                                        <p:tgtEl>
                                          <p:spTgt spid="27"/>
                                        </p:tgtEl>
                                        <p:attrNameLst>
                                          <p:attrName>ppt_x</p:attrName>
                                        </p:attrNameLst>
                                      </p:cBhvr>
                                      <p:tavLst>
                                        <p:tav tm="0">
                                          <p:val>
                                            <p:strVal val="#ppt_x+0.4"/>
                                          </p:val>
                                        </p:tav>
                                        <p:tav tm="100000">
                                          <p:val>
                                            <p:strVal val="#ppt_x-0.05"/>
                                          </p:val>
                                        </p:tav>
                                      </p:tavLst>
                                    </p:anim>
                                    <p:anim calcmode="lin" valueType="num">
                                      <p:cBhvr>
                                        <p:cTn id="13" dur="800" decel="100000" fill="hold"/>
                                        <p:tgtEl>
                                          <p:spTgt spid="27"/>
                                        </p:tgtEl>
                                        <p:attrNameLst>
                                          <p:attrName>ppt_y</p:attrName>
                                        </p:attrNameLst>
                                      </p:cBhvr>
                                      <p:tavLst>
                                        <p:tav tm="0">
                                          <p:val>
                                            <p:strVal val="#ppt_y-0.4"/>
                                          </p:val>
                                        </p:tav>
                                        <p:tav tm="100000">
                                          <p:val>
                                            <p:strVal val="#ppt_y+0.1"/>
                                          </p:val>
                                        </p:tav>
                                      </p:tavLst>
                                    </p:anim>
                                    <p:anim calcmode="lin" valueType="num">
                                      <p:cBhvr>
                                        <p:cTn id="14" dur="200" accel="100000" fill="hold">
                                          <p:stCondLst>
                                            <p:cond delay="800"/>
                                          </p:stCondLst>
                                        </p:cTn>
                                        <p:tgtEl>
                                          <p:spTgt spid="27"/>
                                        </p:tgtEl>
                                        <p:attrNameLst>
                                          <p:attrName>ppt_x</p:attrName>
                                        </p:attrNameLst>
                                      </p:cBhvr>
                                      <p:tavLst>
                                        <p:tav tm="0">
                                          <p:val>
                                            <p:strVal val="#ppt_x-0.05"/>
                                          </p:val>
                                        </p:tav>
                                        <p:tav tm="100000">
                                          <p:val>
                                            <p:strVal val="#ppt_x"/>
                                          </p:val>
                                        </p:tav>
                                      </p:tavLst>
                                    </p:anim>
                                    <p:anim calcmode="lin" valueType="num">
                                      <p:cBhvr>
                                        <p:cTn id="15" dur="200" accel="100000" fill="hold">
                                          <p:stCondLst>
                                            <p:cond delay="800"/>
                                          </p:stCondLst>
                                        </p:cTn>
                                        <p:tgtEl>
                                          <p:spTgt spid="27"/>
                                        </p:tgtEl>
                                        <p:attrNameLst>
                                          <p:attrName>ppt_y</p:attrName>
                                        </p:attrNameLst>
                                      </p:cBhvr>
                                      <p:tavLst>
                                        <p:tav tm="0">
                                          <p:val>
                                            <p:strVal val="#ppt_y+0.1"/>
                                          </p:val>
                                        </p:tav>
                                        <p:tav tm="100000">
                                          <p:val>
                                            <p:strVal val="#ppt_y"/>
                                          </p:val>
                                        </p:tav>
                                      </p:tavLst>
                                    </p:anim>
                                  </p:childTnLst>
                                </p:cTn>
                              </p:par>
                            </p:childTnLst>
                          </p:cTn>
                        </p:par>
                      </p:childTnLst>
                    </p:cTn>
                  </p:par>
                  <p:par>
                    <p:cTn id="16" fill="hold">
                      <p:stCondLst>
                        <p:cond delay="indefinite"/>
                      </p:stCondLst>
                      <p:childTnLst>
                        <p:par>
                          <p:cTn id="17" fill="hold">
                            <p:stCondLst>
                              <p:cond delay="0"/>
                            </p:stCondLst>
                            <p:childTnLst>
                              <p:par>
                                <p:cTn id="18" presetID="12" presetClass="entr" presetSubtype="8" fill="hold" grpId="0" nodeType="clickEffect">
                                  <p:stCondLst>
                                    <p:cond delay="0"/>
                                  </p:stCondLst>
                                  <p:childTnLst>
                                    <p:set>
                                      <p:cBhvr>
                                        <p:cTn id="19" dur="1" fill="hold">
                                          <p:stCondLst>
                                            <p:cond delay="0"/>
                                          </p:stCondLst>
                                        </p:cTn>
                                        <p:tgtEl>
                                          <p:spTgt spid="76"/>
                                        </p:tgtEl>
                                        <p:attrNameLst>
                                          <p:attrName>style.visibility</p:attrName>
                                        </p:attrNameLst>
                                      </p:cBhvr>
                                      <p:to>
                                        <p:strVal val="visible"/>
                                      </p:to>
                                    </p:set>
                                    <p:anim calcmode="lin" valueType="num">
                                      <p:cBhvr additive="base">
                                        <p:cTn id="20" dur="500"/>
                                        <p:tgtEl>
                                          <p:spTgt spid="76"/>
                                        </p:tgtEl>
                                        <p:attrNameLst>
                                          <p:attrName>ppt_x</p:attrName>
                                        </p:attrNameLst>
                                      </p:cBhvr>
                                      <p:tavLst>
                                        <p:tav tm="0">
                                          <p:val>
                                            <p:strVal val="#ppt_x-#ppt_w*1.125000"/>
                                          </p:val>
                                        </p:tav>
                                        <p:tav tm="100000">
                                          <p:val>
                                            <p:strVal val="#ppt_x"/>
                                          </p:val>
                                        </p:tav>
                                      </p:tavLst>
                                    </p:anim>
                                    <p:animEffect transition="in" filter="wipe(right)">
                                      <p:cBhvr>
                                        <p:cTn id="21" dur="500"/>
                                        <p:tgtEl>
                                          <p:spTgt spid="76"/>
                                        </p:tgtEl>
                                      </p:cBhvr>
                                    </p:animEffect>
                                  </p:childTnLst>
                                </p:cTn>
                              </p:par>
                            </p:childTnLst>
                          </p:cTn>
                        </p:par>
                      </p:childTnLst>
                    </p:cTn>
                  </p:par>
                  <p:par>
                    <p:cTn id="22" fill="hold">
                      <p:stCondLst>
                        <p:cond delay="indefinite"/>
                      </p:stCondLst>
                      <p:childTnLst>
                        <p:par>
                          <p:cTn id="23" fill="hold">
                            <p:stCondLst>
                              <p:cond delay="0"/>
                            </p:stCondLst>
                            <p:childTnLst>
                              <p:par>
                                <p:cTn id="24" presetID="0" presetClass="path" presetSubtype="0" accel="50000" decel="50000" fill="hold" grpId="1" nodeType="clickEffect">
                                  <p:stCondLst>
                                    <p:cond delay="0"/>
                                  </p:stCondLst>
                                  <p:childTnLst>
                                    <p:animMotion origin="layout" path="M 0.00065 0.00254 L 0.08151 0.00138 L 0.22187 -0.10695 L 0.22187 -0.10695 " pathEditMode="relative" ptsTypes="AAAA">
                                      <p:cBhvr>
                                        <p:cTn id="25" dur="2000" fill="hold"/>
                                        <p:tgtEl>
                                          <p:spTgt spid="76"/>
                                        </p:tgtEl>
                                        <p:attrNameLst>
                                          <p:attrName>ppt_x</p:attrName>
                                          <p:attrName>ppt_y</p:attrName>
                                        </p:attrNameLst>
                                      </p:cBhvr>
                                    </p:animMotion>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76" grpId="0" animBg="1"/>
      <p:bldP spid="76" grpId="1" animBg="1"/>
      <p:bldP spid="29" grpId="0" animBg="1"/>
    </p:bldLst>
  </p:timing>
</p:sld>
</file>

<file path=ppt/slides/slide10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4" name="组合 3">
            <a:extLst>
              <a:ext uri="{FF2B5EF4-FFF2-40B4-BE49-F238E27FC236}">
                <a16:creationId xmlns:a16="http://schemas.microsoft.com/office/drawing/2014/main" id="{9A1EA9F2-FCB6-48C3-935F-7AE7E3AD14AC}"/>
              </a:ext>
            </a:extLst>
          </p:cNvPr>
          <p:cNvGrpSpPr/>
          <p:nvPr/>
        </p:nvGrpSpPr>
        <p:grpSpPr>
          <a:xfrm>
            <a:off x="304800" y="749300"/>
            <a:ext cx="6192344" cy="400110"/>
            <a:chOff x="424117" y="898245"/>
            <a:chExt cx="6192344" cy="400110"/>
          </a:xfrm>
        </p:grpSpPr>
        <p:sp>
          <p:nvSpPr>
            <p:cNvPr id="2" name="平行四边形 1">
              <a:extLst>
                <a:ext uri="{FF2B5EF4-FFF2-40B4-BE49-F238E27FC236}">
                  <a16:creationId xmlns:a16="http://schemas.microsoft.com/office/drawing/2014/main" id="{1F5BAA3F-9845-4F89-A2DD-8222D3E4EDAC}"/>
                </a:ext>
              </a:extLst>
            </p:cNvPr>
            <p:cNvSpPr/>
            <p:nvPr/>
          </p:nvSpPr>
          <p:spPr>
            <a:xfrm>
              <a:off x="424117" y="898245"/>
              <a:ext cx="628306" cy="387090"/>
            </a:xfrm>
            <a:prstGeom prst="parallelogram">
              <a:avLst/>
            </a:prstGeom>
            <a:solidFill>
              <a:schemeClr val="accent3">
                <a:lumMod val="75000"/>
              </a:schemeClr>
            </a:solidFill>
            <a:ln>
              <a:solidFill>
                <a:schemeClr val="accent3">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CN" sz="2200" dirty="0">
                  <a:latin typeface="Impact" panose="020B0806030902050204" pitchFamily="34" charset="0"/>
                </a:rPr>
                <a:t>01</a:t>
              </a:r>
              <a:endParaRPr lang="zh-CN" altLang="en-US" sz="2200" dirty="0">
                <a:latin typeface="Impact" panose="020B0806030902050204" pitchFamily="34" charset="0"/>
              </a:endParaRPr>
            </a:p>
          </p:txBody>
        </p:sp>
        <p:sp>
          <p:nvSpPr>
            <p:cNvPr id="3" name="文本框 2">
              <a:extLst>
                <a:ext uri="{FF2B5EF4-FFF2-40B4-BE49-F238E27FC236}">
                  <a16:creationId xmlns:a16="http://schemas.microsoft.com/office/drawing/2014/main" id="{4D6BD736-A4D3-4F26-AFED-36E11F50F70B}"/>
                </a:ext>
              </a:extLst>
            </p:cNvPr>
            <p:cNvSpPr txBox="1"/>
            <p:nvPr/>
          </p:nvSpPr>
          <p:spPr>
            <a:xfrm>
              <a:off x="1052423" y="898245"/>
              <a:ext cx="5564038" cy="400110"/>
            </a:xfrm>
            <a:prstGeom prst="rect">
              <a:avLst/>
            </a:prstGeom>
            <a:noFill/>
          </p:spPr>
          <p:txBody>
            <a:bodyPr wrap="square" rtlCol="0">
              <a:spAutoFit/>
            </a:bodyPr>
            <a:lstStyle/>
            <a:p>
              <a:r>
                <a:rPr lang="zh-CN" altLang="en-US" sz="2000" b="1" dirty="0"/>
                <a:t>可靠传输的相关基本概念</a:t>
              </a:r>
            </a:p>
          </p:txBody>
        </p:sp>
      </p:grpSp>
      <p:sp>
        <p:nvSpPr>
          <p:cNvPr id="6" name="矩形 5">
            <a:extLst>
              <a:ext uri="{FF2B5EF4-FFF2-40B4-BE49-F238E27FC236}">
                <a16:creationId xmlns:a16="http://schemas.microsoft.com/office/drawing/2014/main" id="{04FB463A-B16F-48FC-B54F-320676314201}"/>
              </a:ext>
            </a:extLst>
          </p:cNvPr>
          <p:cNvSpPr/>
          <p:nvPr/>
        </p:nvSpPr>
        <p:spPr>
          <a:xfrm>
            <a:off x="1787139" y="2446117"/>
            <a:ext cx="2170878" cy="506538"/>
          </a:xfrm>
          <a:prstGeom prst="rect">
            <a:avLst/>
          </a:prstGeom>
          <a:solidFill>
            <a:schemeClr val="bg2">
              <a:lumMod val="90000"/>
            </a:schemeClr>
          </a:solidFill>
          <a:ln>
            <a:solidFill>
              <a:schemeClr val="tx1"/>
            </a:solidFill>
          </a:ln>
        </p:spPr>
        <p:style>
          <a:lnRef idx="2">
            <a:schemeClr val="accent3">
              <a:shade val="50000"/>
            </a:schemeClr>
          </a:lnRef>
          <a:fillRef idx="1">
            <a:schemeClr val="accent3"/>
          </a:fillRef>
          <a:effectRef idx="0">
            <a:schemeClr val="accent3"/>
          </a:effectRef>
          <a:fontRef idx="minor">
            <a:schemeClr val="lt1"/>
          </a:fontRef>
        </p:style>
        <p:txBody>
          <a:bodyPr rtlCol="0" anchor="ctr"/>
          <a:lstStyle/>
          <a:p>
            <a:pPr algn="ctr"/>
            <a:r>
              <a:rPr lang="zh-CN" altLang="en-US" b="1" dirty="0"/>
              <a:t>误码（比特差错）</a:t>
            </a:r>
          </a:p>
        </p:txBody>
      </p:sp>
      <p:sp>
        <p:nvSpPr>
          <p:cNvPr id="44" name="矩形 43">
            <a:extLst>
              <a:ext uri="{FF2B5EF4-FFF2-40B4-BE49-F238E27FC236}">
                <a16:creationId xmlns:a16="http://schemas.microsoft.com/office/drawing/2014/main" id="{D2E55902-4483-44C2-9BB0-BC665F00A52D}"/>
              </a:ext>
            </a:extLst>
          </p:cNvPr>
          <p:cNvSpPr/>
          <p:nvPr/>
        </p:nvSpPr>
        <p:spPr>
          <a:xfrm>
            <a:off x="308094" y="1699467"/>
            <a:ext cx="2170878" cy="506538"/>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zh-CN" altLang="en-US" b="1" dirty="0"/>
              <a:t>传输差错</a:t>
            </a:r>
          </a:p>
        </p:txBody>
      </p:sp>
      <p:cxnSp>
        <p:nvCxnSpPr>
          <p:cNvPr id="11" name="连接符: 肘形 10">
            <a:extLst>
              <a:ext uri="{FF2B5EF4-FFF2-40B4-BE49-F238E27FC236}">
                <a16:creationId xmlns:a16="http://schemas.microsoft.com/office/drawing/2014/main" id="{1C60153A-AC05-4D6F-B34E-E17052F8ECC9}"/>
              </a:ext>
            </a:extLst>
          </p:cNvPr>
          <p:cNvCxnSpPr>
            <a:cxnSpLocks/>
            <a:stCxn id="6" idx="1"/>
            <a:endCxn id="44" idx="2"/>
          </p:cNvCxnSpPr>
          <p:nvPr/>
        </p:nvCxnSpPr>
        <p:spPr>
          <a:xfrm rot="10800000">
            <a:off x="1393533" y="2206006"/>
            <a:ext cx="393606" cy="493381"/>
          </a:xfrm>
          <a:prstGeom prst="bentConnector2">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sp>
        <p:nvSpPr>
          <p:cNvPr id="41" name="矩形 40">
            <a:extLst>
              <a:ext uri="{FF2B5EF4-FFF2-40B4-BE49-F238E27FC236}">
                <a16:creationId xmlns:a16="http://schemas.microsoft.com/office/drawing/2014/main" id="{413FC73A-B4D0-4D30-A618-966354A13D3F}"/>
              </a:ext>
            </a:extLst>
          </p:cNvPr>
          <p:cNvSpPr/>
          <p:nvPr/>
        </p:nvSpPr>
        <p:spPr>
          <a:xfrm>
            <a:off x="1787140" y="3338620"/>
            <a:ext cx="2170878" cy="506538"/>
          </a:xfrm>
          <a:prstGeom prst="rect">
            <a:avLst/>
          </a:prstGeom>
          <a:solidFill>
            <a:schemeClr val="accent3"/>
          </a:solidFill>
          <a:ln>
            <a:solidFill>
              <a:schemeClr val="tx1"/>
            </a:solidFill>
          </a:ln>
        </p:spPr>
        <p:style>
          <a:lnRef idx="2">
            <a:schemeClr val="accent3">
              <a:shade val="50000"/>
            </a:schemeClr>
          </a:lnRef>
          <a:fillRef idx="1">
            <a:schemeClr val="accent3"/>
          </a:fillRef>
          <a:effectRef idx="0">
            <a:schemeClr val="accent3"/>
          </a:effectRef>
          <a:fontRef idx="minor">
            <a:schemeClr val="lt1"/>
          </a:fontRef>
        </p:style>
        <p:txBody>
          <a:bodyPr rtlCol="0" anchor="ctr"/>
          <a:lstStyle/>
          <a:p>
            <a:pPr algn="ctr"/>
            <a:r>
              <a:rPr lang="zh-CN" altLang="en-US" b="1" dirty="0"/>
              <a:t>分组丢失</a:t>
            </a:r>
          </a:p>
        </p:txBody>
      </p:sp>
      <p:cxnSp>
        <p:nvCxnSpPr>
          <p:cNvPr id="45" name="连接符: 肘形 44">
            <a:extLst>
              <a:ext uri="{FF2B5EF4-FFF2-40B4-BE49-F238E27FC236}">
                <a16:creationId xmlns:a16="http://schemas.microsoft.com/office/drawing/2014/main" id="{8F77EBE8-F658-4736-B12D-40C29950ADA9}"/>
              </a:ext>
            </a:extLst>
          </p:cNvPr>
          <p:cNvCxnSpPr>
            <a:cxnSpLocks/>
            <a:stCxn id="41" idx="1"/>
            <a:endCxn id="44" idx="2"/>
          </p:cNvCxnSpPr>
          <p:nvPr/>
        </p:nvCxnSpPr>
        <p:spPr>
          <a:xfrm rot="10800000">
            <a:off x="1393534" y="2206005"/>
            <a:ext cx="393607" cy="1385884"/>
          </a:xfrm>
          <a:prstGeom prst="bentConnector2">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sp>
        <p:nvSpPr>
          <p:cNvPr id="42" name="矩形 41">
            <a:extLst>
              <a:ext uri="{FF2B5EF4-FFF2-40B4-BE49-F238E27FC236}">
                <a16:creationId xmlns:a16="http://schemas.microsoft.com/office/drawing/2014/main" id="{6337F8D1-B247-4D0B-8C21-4BE83502BAB9}"/>
              </a:ext>
            </a:extLst>
          </p:cNvPr>
          <p:cNvSpPr/>
          <p:nvPr/>
        </p:nvSpPr>
        <p:spPr>
          <a:xfrm>
            <a:off x="1787139" y="4098427"/>
            <a:ext cx="2170878" cy="506538"/>
          </a:xfrm>
          <a:prstGeom prst="rect">
            <a:avLst/>
          </a:prstGeom>
          <a:solidFill>
            <a:schemeClr val="bg2">
              <a:lumMod val="90000"/>
            </a:schemeClr>
          </a:solidFill>
          <a:ln>
            <a:solidFill>
              <a:schemeClr val="tx1"/>
            </a:solidFill>
          </a:ln>
        </p:spPr>
        <p:style>
          <a:lnRef idx="2">
            <a:schemeClr val="accent3">
              <a:shade val="50000"/>
            </a:schemeClr>
          </a:lnRef>
          <a:fillRef idx="1">
            <a:schemeClr val="accent3"/>
          </a:fillRef>
          <a:effectRef idx="0">
            <a:schemeClr val="accent3"/>
          </a:effectRef>
          <a:fontRef idx="minor">
            <a:schemeClr val="lt1"/>
          </a:fontRef>
        </p:style>
        <p:txBody>
          <a:bodyPr rtlCol="0" anchor="ctr"/>
          <a:lstStyle/>
          <a:p>
            <a:pPr algn="ctr"/>
            <a:r>
              <a:rPr lang="zh-CN" altLang="en-US" b="1" dirty="0"/>
              <a:t>分组失序</a:t>
            </a:r>
          </a:p>
        </p:txBody>
      </p:sp>
      <p:cxnSp>
        <p:nvCxnSpPr>
          <p:cNvPr id="51" name="连接符: 肘形 50">
            <a:extLst>
              <a:ext uri="{FF2B5EF4-FFF2-40B4-BE49-F238E27FC236}">
                <a16:creationId xmlns:a16="http://schemas.microsoft.com/office/drawing/2014/main" id="{258CF9B4-2535-4559-A579-B2BE7DD81827}"/>
              </a:ext>
            </a:extLst>
          </p:cNvPr>
          <p:cNvCxnSpPr>
            <a:cxnSpLocks/>
            <a:stCxn id="42" idx="1"/>
            <a:endCxn id="44" idx="2"/>
          </p:cNvCxnSpPr>
          <p:nvPr/>
        </p:nvCxnSpPr>
        <p:spPr>
          <a:xfrm rot="10800000">
            <a:off x="1393533" y="2206006"/>
            <a:ext cx="393606" cy="2145691"/>
          </a:xfrm>
          <a:prstGeom prst="bentConnector2">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sp>
        <p:nvSpPr>
          <p:cNvPr id="43" name="矩形 42">
            <a:extLst>
              <a:ext uri="{FF2B5EF4-FFF2-40B4-BE49-F238E27FC236}">
                <a16:creationId xmlns:a16="http://schemas.microsoft.com/office/drawing/2014/main" id="{ACF8517E-4D5B-4F3C-8666-7D090C83BFA1}"/>
              </a:ext>
            </a:extLst>
          </p:cNvPr>
          <p:cNvSpPr/>
          <p:nvPr/>
        </p:nvSpPr>
        <p:spPr>
          <a:xfrm>
            <a:off x="1787139" y="4858234"/>
            <a:ext cx="2170878" cy="506538"/>
          </a:xfrm>
          <a:prstGeom prst="rect">
            <a:avLst/>
          </a:prstGeom>
          <a:solidFill>
            <a:schemeClr val="bg2">
              <a:lumMod val="90000"/>
            </a:schemeClr>
          </a:solidFill>
          <a:ln>
            <a:solidFill>
              <a:schemeClr val="tx1"/>
            </a:solidFill>
          </a:ln>
        </p:spPr>
        <p:style>
          <a:lnRef idx="2">
            <a:schemeClr val="accent3">
              <a:shade val="50000"/>
            </a:schemeClr>
          </a:lnRef>
          <a:fillRef idx="1">
            <a:schemeClr val="accent3"/>
          </a:fillRef>
          <a:effectRef idx="0">
            <a:schemeClr val="accent3"/>
          </a:effectRef>
          <a:fontRef idx="minor">
            <a:schemeClr val="lt1"/>
          </a:fontRef>
        </p:style>
        <p:txBody>
          <a:bodyPr rtlCol="0" anchor="ctr"/>
          <a:lstStyle/>
          <a:p>
            <a:pPr algn="ctr"/>
            <a:r>
              <a:rPr lang="zh-CN" altLang="en-US" b="1" dirty="0"/>
              <a:t>分组重复</a:t>
            </a:r>
          </a:p>
        </p:txBody>
      </p:sp>
      <p:cxnSp>
        <p:nvCxnSpPr>
          <p:cNvPr id="52" name="连接符: 肘形 51">
            <a:extLst>
              <a:ext uri="{FF2B5EF4-FFF2-40B4-BE49-F238E27FC236}">
                <a16:creationId xmlns:a16="http://schemas.microsoft.com/office/drawing/2014/main" id="{215DD782-FAED-4A8E-A13D-27D49FD0B450}"/>
              </a:ext>
            </a:extLst>
          </p:cNvPr>
          <p:cNvCxnSpPr>
            <a:cxnSpLocks/>
            <a:stCxn id="43" idx="1"/>
            <a:endCxn id="44" idx="2"/>
          </p:cNvCxnSpPr>
          <p:nvPr/>
        </p:nvCxnSpPr>
        <p:spPr>
          <a:xfrm rot="10800000">
            <a:off x="1393533" y="2206005"/>
            <a:ext cx="393606" cy="2905498"/>
          </a:xfrm>
          <a:prstGeom prst="bentConnector2">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grpSp>
        <p:nvGrpSpPr>
          <p:cNvPr id="27" name="组合 26">
            <a:extLst>
              <a:ext uri="{FF2B5EF4-FFF2-40B4-BE49-F238E27FC236}">
                <a16:creationId xmlns:a16="http://schemas.microsoft.com/office/drawing/2014/main" id="{DE606FE8-4775-4A4E-8F9F-00F10243B31D}"/>
              </a:ext>
            </a:extLst>
          </p:cNvPr>
          <p:cNvGrpSpPr/>
          <p:nvPr/>
        </p:nvGrpSpPr>
        <p:grpSpPr>
          <a:xfrm>
            <a:off x="4686256" y="1430515"/>
            <a:ext cx="7328085" cy="4456477"/>
            <a:chOff x="4686256" y="1430515"/>
            <a:chExt cx="7328085" cy="4456477"/>
          </a:xfrm>
        </p:grpSpPr>
        <p:sp>
          <p:nvSpPr>
            <p:cNvPr id="35" name="云形 34">
              <a:extLst>
                <a:ext uri="{FF2B5EF4-FFF2-40B4-BE49-F238E27FC236}">
                  <a16:creationId xmlns:a16="http://schemas.microsoft.com/office/drawing/2014/main" id="{C32FA7A0-ED82-438C-BCD2-BFD60281CA59}"/>
                </a:ext>
              </a:extLst>
            </p:cNvPr>
            <p:cNvSpPr/>
            <p:nvPr/>
          </p:nvSpPr>
          <p:spPr>
            <a:xfrm>
              <a:off x="5768648" y="2062471"/>
              <a:ext cx="4876798" cy="3385192"/>
            </a:xfrm>
            <a:prstGeom prst="cloud">
              <a:avLst/>
            </a:prstGeom>
            <a:solidFill>
              <a:schemeClr val="bg1">
                <a:lumMod val="85000"/>
              </a:schemeClr>
            </a:solidFill>
            <a:ln>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pic>
          <p:nvPicPr>
            <p:cNvPr id="36" name="图形 35">
              <a:extLst>
                <a:ext uri="{FF2B5EF4-FFF2-40B4-BE49-F238E27FC236}">
                  <a16:creationId xmlns:a16="http://schemas.microsoft.com/office/drawing/2014/main" id="{490FD9FF-3F53-4E5A-A04F-D8ACAB645C55}"/>
                </a:ext>
              </a:extLst>
            </p:cNvPr>
            <p:cNvPicPr>
              <a:picLocks noChangeAspect="1"/>
            </p:cNvPicPr>
            <p:nvPr/>
          </p:nvPicPr>
          <p:blipFill>
            <a:blip r:embed="rId3">
              <a:extLst>
                <a:ext uri="{28A0092B-C50C-407E-A947-70E740481C1C}">
                  <a14:useLocalDpi xmlns:a14="http://schemas.microsoft.com/office/drawing/2010/main" val="0"/>
                </a:ext>
                <a:ext uri="{96DAC541-7B7A-43D3-8B79-37D633B846F1}">
                  <asvg:svgBlip xmlns:asvg="http://schemas.microsoft.com/office/drawing/2016/SVG/main" r:embed="rId4"/>
                </a:ext>
              </a:extLst>
            </a:blip>
            <a:stretch>
              <a:fillRect/>
            </a:stretch>
          </p:blipFill>
          <p:spPr>
            <a:xfrm>
              <a:off x="11292680" y="2915270"/>
              <a:ext cx="721661" cy="438478"/>
            </a:xfrm>
            <a:prstGeom prst="rect">
              <a:avLst/>
            </a:prstGeom>
          </p:spPr>
        </p:pic>
        <p:pic>
          <p:nvPicPr>
            <p:cNvPr id="37" name="图形 36">
              <a:extLst>
                <a:ext uri="{FF2B5EF4-FFF2-40B4-BE49-F238E27FC236}">
                  <a16:creationId xmlns:a16="http://schemas.microsoft.com/office/drawing/2014/main" id="{69C49CA7-BE29-4BCF-9BF4-B7B6FBE4D64A}"/>
                </a:ext>
              </a:extLst>
            </p:cNvPr>
            <p:cNvPicPr>
              <a:picLocks noChangeAspect="1"/>
            </p:cNvPicPr>
            <p:nvPr/>
          </p:nvPicPr>
          <p:blipFill>
            <a:blip r:embed="rId5">
              <a:extLst>
                <a:ext uri="{28A0092B-C50C-407E-A947-70E740481C1C}">
                  <a14:useLocalDpi xmlns:a14="http://schemas.microsoft.com/office/drawing/2010/main" val="0"/>
                </a:ext>
                <a:ext uri="{96DAC541-7B7A-43D3-8B79-37D633B846F1}">
                  <asvg:svgBlip xmlns:asvg="http://schemas.microsoft.com/office/drawing/2016/SVG/main" r:embed="rId6"/>
                </a:ext>
              </a:extLst>
            </a:blip>
            <a:stretch>
              <a:fillRect/>
            </a:stretch>
          </p:blipFill>
          <p:spPr>
            <a:xfrm>
              <a:off x="4686256" y="3105954"/>
              <a:ext cx="529643" cy="512277"/>
            </a:xfrm>
            <a:prstGeom prst="rect">
              <a:avLst/>
            </a:prstGeom>
          </p:spPr>
        </p:pic>
        <p:cxnSp>
          <p:nvCxnSpPr>
            <p:cNvPr id="38" name="直接连接符 37">
              <a:extLst>
                <a:ext uri="{FF2B5EF4-FFF2-40B4-BE49-F238E27FC236}">
                  <a16:creationId xmlns:a16="http://schemas.microsoft.com/office/drawing/2014/main" id="{558EBDEF-18D9-438C-96AF-43D1E31CB9F7}"/>
                </a:ext>
              </a:extLst>
            </p:cNvPr>
            <p:cNvCxnSpPr>
              <a:cxnSpLocks/>
            </p:cNvCxnSpPr>
            <p:nvPr/>
          </p:nvCxnSpPr>
          <p:spPr>
            <a:xfrm flipV="1">
              <a:off x="6454891" y="2556704"/>
              <a:ext cx="1701356" cy="819782"/>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9" name="直接连接符 38">
              <a:extLst>
                <a:ext uri="{FF2B5EF4-FFF2-40B4-BE49-F238E27FC236}">
                  <a16:creationId xmlns:a16="http://schemas.microsoft.com/office/drawing/2014/main" id="{2C6B1777-3EEE-417A-BD1B-10CD9D4B68FD}"/>
                </a:ext>
              </a:extLst>
            </p:cNvPr>
            <p:cNvCxnSpPr>
              <a:cxnSpLocks/>
            </p:cNvCxnSpPr>
            <p:nvPr/>
          </p:nvCxnSpPr>
          <p:spPr>
            <a:xfrm>
              <a:off x="8156247" y="2508099"/>
              <a:ext cx="1960028" cy="662277"/>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0" name="直接连接符 39">
              <a:extLst>
                <a:ext uri="{FF2B5EF4-FFF2-40B4-BE49-F238E27FC236}">
                  <a16:creationId xmlns:a16="http://schemas.microsoft.com/office/drawing/2014/main" id="{79FD0772-7279-4E64-975E-033212501ACA}"/>
                </a:ext>
              </a:extLst>
            </p:cNvPr>
            <p:cNvCxnSpPr>
              <a:cxnSpLocks/>
            </p:cNvCxnSpPr>
            <p:nvPr/>
          </p:nvCxnSpPr>
          <p:spPr>
            <a:xfrm>
              <a:off x="6450220" y="3376486"/>
              <a:ext cx="1082682" cy="1231621"/>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6" name="直接连接符 45">
              <a:extLst>
                <a:ext uri="{FF2B5EF4-FFF2-40B4-BE49-F238E27FC236}">
                  <a16:creationId xmlns:a16="http://schemas.microsoft.com/office/drawing/2014/main" id="{B3B96998-4129-4F87-83B1-583D3A875A63}"/>
                </a:ext>
              </a:extLst>
            </p:cNvPr>
            <p:cNvCxnSpPr>
              <a:cxnSpLocks/>
            </p:cNvCxnSpPr>
            <p:nvPr/>
          </p:nvCxnSpPr>
          <p:spPr>
            <a:xfrm flipV="1">
              <a:off x="7586005" y="4312866"/>
              <a:ext cx="1836720" cy="32685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7" name="直接连接符 46">
              <a:extLst>
                <a:ext uri="{FF2B5EF4-FFF2-40B4-BE49-F238E27FC236}">
                  <a16:creationId xmlns:a16="http://schemas.microsoft.com/office/drawing/2014/main" id="{D36E5267-FB9F-41CB-BFBF-112346E10A9C}"/>
                </a:ext>
              </a:extLst>
            </p:cNvPr>
            <p:cNvCxnSpPr>
              <a:cxnSpLocks/>
            </p:cNvCxnSpPr>
            <p:nvPr/>
          </p:nvCxnSpPr>
          <p:spPr>
            <a:xfrm flipH="1">
              <a:off x="9429162" y="3084099"/>
              <a:ext cx="687113" cy="1228765"/>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8" name="直接连接符 47">
              <a:extLst>
                <a:ext uri="{FF2B5EF4-FFF2-40B4-BE49-F238E27FC236}">
                  <a16:creationId xmlns:a16="http://schemas.microsoft.com/office/drawing/2014/main" id="{61621FAB-395D-46A0-9410-D2F82A3489D7}"/>
                </a:ext>
              </a:extLst>
            </p:cNvPr>
            <p:cNvCxnSpPr>
              <a:cxnSpLocks/>
            </p:cNvCxnSpPr>
            <p:nvPr/>
          </p:nvCxnSpPr>
          <p:spPr>
            <a:xfrm flipH="1">
              <a:off x="7586005" y="2508099"/>
              <a:ext cx="570243" cy="2100008"/>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9" name="直接连接符 48">
              <a:extLst>
                <a:ext uri="{FF2B5EF4-FFF2-40B4-BE49-F238E27FC236}">
                  <a16:creationId xmlns:a16="http://schemas.microsoft.com/office/drawing/2014/main" id="{3814F7D7-82C1-4143-842E-8490DDEF468A}"/>
                </a:ext>
              </a:extLst>
            </p:cNvPr>
            <p:cNvCxnSpPr>
              <a:cxnSpLocks/>
            </p:cNvCxnSpPr>
            <p:nvPr/>
          </p:nvCxnSpPr>
          <p:spPr>
            <a:xfrm>
              <a:off x="8156247" y="2508099"/>
              <a:ext cx="1283879" cy="1804765"/>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pic>
          <p:nvPicPr>
            <p:cNvPr id="50" name="图形 49">
              <a:extLst>
                <a:ext uri="{FF2B5EF4-FFF2-40B4-BE49-F238E27FC236}">
                  <a16:creationId xmlns:a16="http://schemas.microsoft.com/office/drawing/2014/main" id="{FFFAA41B-5A8B-42C1-A4F9-F78301ACBF23}"/>
                </a:ext>
              </a:extLst>
            </p:cNvPr>
            <p:cNvPicPr>
              <a:picLocks noChangeAspect="1"/>
            </p:cNvPicPr>
            <p:nvPr/>
          </p:nvPicPr>
          <p:blipFill>
            <a:blip r:embed="rId7" cstate="print">
              <a:extLst>
                <a:ext uri="{28A0092B-C50C-407E-A947-70E740481C1C}">
                  <a14:useLocalDpi xmlns:a14="http://schemas.microsoft.com/office/drawing/2010/main" val="0"/>
                </a:ext>
                <a:ext uri="{96DAC541-7B7A-43D3-8B79-37D633B846F1}">
                  <asvg:svgBlip xmlns:asvg="http://schemas.microsoft.com/office/drawing/2016/SVG/main" r:embed="rId8"/>
                </a:ext>
              </a:extLst>
            </a:blip>
            <a:stretch>
              <a:fillRect/>
            </a:stretch>
          </p:blipFill>
          <p:spPr>
            <a:xfrm>
              <a:off x="6205563" y="3170376"/>
              <a:ext cx="498657" cy="412221"/>
            </a:xfrm>
            <a:prstGeom prst="rect">
              <a:avLst/>
            </a:prstGeom>
          </p:spPr>
        </p:pic>
        <p:pic>
          <p:nvPicPr>
            <p:cNvPr id="53" name="图形 52">
              <a:extLst>
                <a:ext uri="{FF2B5EF4-FFF2-40B4-BE49-F238E27FC236}">
                  <a16:creationId xmlns:a16="http://schemas.microsoft.com/office/drawing/2014/main" id="{76CC6DDF-CC62-4AB5-8510-11A090AFCB7E}"/>
                </a:ext>
              </a:extLst>
            </p:cNvPr>
            <p:cNvPicPr>
              <a:picLocks noChangeAspect="1"/>
            </p:cNvPicPr>
            <p:nvPr/>
          </p:nvPicPr>
          <p:blipFill>
            <a:blip r:embed="rId7" cstate="print">
              <a:extLst>
                <a:ext uri="{28A0092B-C50C-407E-A947-70E740481C1C}">
                  <a14:useLocalDpi xmlns:a14="http://schemas.microsoft.com/office/drawing/2010/main" val="0"/>
                </a:ext>
                <a:ext uri="{96DAC541-7B7A-43D3-8B79-37D633B846F1}">
                  <asvg:svgBlip xmlns:asvg="http://schemas.microsoft.com/office/drawing/2016/SVG/main" r:embed="rId8"/>
                </a:ext>
              </a:extLst>
            </a:blip>
            <a:stretch>
              <a:fillRect/>
            </a:stretch>
          </p:blipFill>
          <p:spPr>
            <a:xfrm>
              <a:off x="9866947" y="2964265"/>
              <a:ext cx="498657" cy="412221"/>
            </a:xfrm>
            <a:prstGeom prst="rect">
              <a:avLst/>
            </a:prstGeom>
          </p:spPr>
        </p:pic>
        <p:sp>
          <p:nvSpPr>
            <p:cNvPr id="54" name="文本框 53">
              <a:extLst>
                <a:ext uri="{FF2B5EF4-FFF2-40B4-BE49-F238E27FC236}">
                  <a16:creationId xmlns:a16="http://schemas.microsoft.com/office/drawing/2014/main" id="{E2C66F9E-C2BB-47E8-8ADA-1F46DAD38F98}"/>
                </a:ext>
              </a:extLst>
            </p:cNvPr>
            <p:cNvSpPr txBox="1"/>
            <p:nvPr/>
          </p:nvSpPr>
          <p:spPr>
            <a:xfrm>
              <a:off x="6235527" y="3567200"/>
              <a:ext cx="429385" cy="369332"/>
            </a:xfrm>
            <a:prstGeom prst="rect">
              <a:avLst/>
            </a:prstGeom>
            <a:noFill/>
          </p:spPr>
          <p:txBody>
            <a:bodyPr wrap="square" rtlCol="0">
              <a:spAutoFit/>
            </a:bodyPr>
            <a:lstStyle/>
            <a:p>
              <a:pPr algn="ctr"/>
              <a:r>
                <a:rPr lang="en-US" altLang="zh-CN" b="1" dirty="0"/>
                <a:t>R1</a:t>
              </a:r>
              <a:endParaRPr lang="zh-CN" altLang="en-US" b="1" dirty="0"/>
            </a:p>
          </p:txBody>
        </p:sp>
        <p:sp>
          <p:nvSpPr>
            <p:cNvPr id="55" name="文本框 54">
              <a:extLst>
                <a:ext uri="{FF2B5EF4-FFF2-40B4-BE49-F238E27FC236}">
                  <a16:creationId xmlns:a16="http://schemas.microsoft.com/office/drawing/2014/main" id="{85AA7D8A-EDF9-471E-BC02-2C72BA3EF0F3}"/>
                </a:ext>
              </a:extLst>
            </p:cNvPr>
            <p:cNvSpPr txBox="1"/>
            <p:nvPr/>
          </p:nvSpPr>
          <p:spPr>
            <a:xfrm>
              <a:off x="7662144" y="2671817"/>
              <a:ext cx="429385" cy="369332"/>
            </a:xfrm>
            <a:prstGeom prst="rect">
              <a:avLst/>
            </a:prstGeom>
            <a:noFill/>
          </p:spPr>
          <p:txBody>
            <a:bodyPr wrap="square" rtlCol="0">
              <a:spAutoFit/>
            </a:bodyPr>
            <a:lstStyle/>
            <a:p>
              <a:pPr algn="ctr"/>
              <a:r>
                <a:rPr lang="en-US" altLang="zh-CN" b="1" dirty="0"/>
                <a:t>R2</a:t>
              </a:r>
              <a:endParaRPr lang="zh-CN" altLang="en-US" b="1" dirty="0"/>
            </a:p>
          </p:txBody>
        </p:sp>
        <p:sp>
          <p:nvSpPr>
            <p:cNvPr id="56" name="文本框 55">
              <a:extLst>
                <a:ext uri="{FF2B5EF4-FFF2-40B4-BE49-F238E27FC236}">
                  <a16:creationId xmlns:a16="http://schemas.microsoft.com/office/drawing/2014/main" id="{9FE93926-02B3-429A-8BE1-4F1C3AFDA7EB}"/>
                </a:ext>
              </a:extLst>
            </p:cNvPr>
            <p:cNvSpPr txBox="1"/>
            <p:nvPr/>
          </p:nvSpPr>
          <p:spPr>
            <a:xfrm>
              <a:off x="9515500" y="3041149"/>
              <a:ext cx="429385" cy="369332"/>
            </a:xfrm>
            <a:prstGeom prst="rect">
              <a:avLst/>
            </a:prstGeom>
            <a:noFill/>
          </p:spPr>
          <p:txBody>
            <a:bodyPr wrap="square" rtlCol="0">
              <a:spAutoFit/>
            </a:bodyPr>
            <a:lstStyle/>
            <a:p>
              <a:pPr algn="ctr"/>
              <a:r>
                <a:rPr lang="en-US" altLang="zh-CN" b="1" dirty="0"/>
                <a:t>R3</a:t>
              </a:r>
              <a:endParaRPr lang="zh-CN" altLang="en-US" b="1" dirty="0"/>
            </a:p>
          </p:txBody>
        </p:sp>
        <p:sp>
          <p:nvSpPr>
            <p:cNvPr id="57" name="文本框 56">
              <a:extLst>
                <a:ext uri="{FF2B5EF4-FFF2-40B4-BE49-F238E27FC236}">
                  <a16:creationId xmlns:a16="http://schemas.microsoft.com/office/drawing/2014/main" id="{B823DEDD-CE96-4ED6-A8DE-946946C2F05B}"/>
                </a:ext>
              </a:extLst>
            </p:cNvPr>
            <p:cNvSpPr txBox="1"/>
            <p:nvPr/>
          </p:nvSpPr>
          <p:spPr>
            <a:xfrm>
              <a:off x="8829382" y="3930075"/>
              <a:ext cx="429385" cy="369332"/>
            </a:xfrm>
            <a:prstGeom prst="rect">
              <a:avLst/>
            </a:prstGeom>
            <a:noFill/>
          </p:spPr>
          <p:txBody>
            <a:bodyPr wrap="square" rtlCol="0">
              <a:spAutoFit/>
            </a:bodyPr>
            <a:lstStyle/>
            <a:p>
              <a:pPr algn="ctr"/>
              <a:r>
                <a:rPr lang="en-US" altLang="zh-CN" b="1" dirty="0"/>
                <a:t>R4</a:t>
              </a:r>
              <a:endParaRPr lang="zh-CN" altLang="en-US" b="1" dirty="0"/>
            </a:p>
          </p:txBody>
        </p:sp>
        <p:sp>
          <p:nvSpPr>
            <p:cNvPr id="58" name="文本框 57">
              <a:extLst>
                <a:ext uri="{FF2B5EF4-FFF2-40B4-BE49-F238E27FC236}">
                  <a16:creationId xmlns:a16="http://schemas.microsoft.com/office/drawing/2014/main" id="{45483B26-707A-4AD8-8E73-D7D9D4442AEB}"/>
                </a:ext>
              </a:extLst>
            </p:cNvPr>
            <p:cNvSpPr txBox="1"/>
            <p:nvPr/>
          </p:nvSpPr>
          <p:spPr>
            <a:xfrm>
              <a:off x="7662144" y="4175686"/>
              <a:ext cx="429385" cy="369332"/>
            </a:xfrm>
            <a:prstGeom prst="rect">
              <a:avLst/>
            </a:prstGeom>
            <a:noFill/>
          </p:spPr>
          <p:txBody>
            <a:bodyPr wrap="square" rtlCol="0">
              <a:spAutoFit/>
            </a:bodyPr>
            <a:lstStyle/>
            <a:p>
              <a:pPr algn="ctr"/>
              <a:r>
                <a:rPr lang="en-US" altLang="zh-CN" b="1" dirty="0"/>
                <a:t>R5</a:t>
              </a:r>
              <a:endParaRPr lang="zh-CN" altLang="en-US" b="1" dirty="0"/>
            </a:p>
          </p:txBody>
        </p:sp>
        <p:cxnSp>
          <p:nvCxnSpPr>
            <p:cNvPr id="59" name="直接连接符 58">
              <a:extLst>
                <a:ext uri="{FF2B5EF4-FFF2-40B4-BE49-F238E27FC236}">
                  <a16:creationId xmlns:a16="http://schemas.microsoft.com/office/drawing/2014/main" id="{E253FC98-D665-421D-85D7-C859D1883B0F}"/>
                </a:ext>
              </a:extLst>
            </p:cNvPr>
            <p:cNvCxnSpPr/>
            <p:nvPr/>
          </p:nvCxnSpPr>
          <p:spPr>
            <a:xfrm>
              <a:off x="5196949" y="3410481"/>
              <a:ext cx="1038578" cy="0"/>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60" name="直接连接符 59">
              <a:extLst>
                <a:ext uri="{FF2B5EF4-FFF2-40B4-BE49-F238E27FC236}">
                  <a16:creationId xmlns:a16="http://schemas.microsoft.com/office/drawing/2014/main" id="{9C6A5121-0839-40A3-83D9-D008F5DFE8F8}"/>
                </a:ext>
              </a:extLst>
            </p:cNvPr>
            <p:cNvCxnSpPr/>
            <p:nvPr/>
          </p:nvCxnSpPr>
          <p:spPr>
            <a:xfrm>
              <a:off x="10365604" y="3170375"/>
              <a:ext cx="1038578" cy="0"/>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61" name="直接连接符 60">
              <a:extLst>
                <a:ext uri="{FF2B5EF4-FFF2-40B4-BE49-F238E27FC236}">
                  <a16:creationId xmlns:a16="http://schemas.microsoft.com/office/drawing/2014/main" id="{DBD992BC-AAD6-4EDD-9920-2634B159BA80}"/>
                </a:ext>
              </a:extLst>
            </p:cNvPr>
            <p:cNvCxnSpPr>
              <a:cxnSpLocks/>
            </p:cNvCxnSpPr>
            <p:nvPr/>
          </p:nvCxnSpPr>
          <p:spPr>
            <a:xfrm flipH="1">
              <a:off x="7121224" y="4608107"/>
              <a:ext cx="549110" cy="704089"/>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pic>
          <p:nvPicPr>
            <p:cNvPr id="62" name="图形 61">
              <a:extLst>
                <a:ext uri="{FF2B5EF4-FFF2-40B4-BE49-F238E27FC236}">
                  <a16:creationId xmlns:a16="http://schemas.microsoft.com/office/drawing/2014/main" id="{FD905A5E-EA08-4A31-9972-26C16ED4E736}"/>
                </a:ext>
              </a:extLst>
            </p:cNvPr>
            <p:cNvPicPr>
              <a:picLocks noChangeAspect="1"/>
            </p:cNvPicPr>
            <p:nvPr/>
          </p:nvPicPr>
          <p:blipFill>
            <a:blip r:embed="rId9">
              <a:extLst>
                <a:ext uri="{28A0092B-C50C-407E-A947-70E740481C1C}">
                  <a14:useLocalDpi xmlns:a14="http://schemas.microsoft.com/office/drawing/2010/main" val="0"/>
                </a:ext>
                <a:ext uri="{96DAC541-7B7A-43D3-8B79-37D633B846F1}">
                  <asvg:svgBlip xmlns:asvg="http://schemas.microsoft.com/office/drawing/2016/SVG/main" r:embed="rId10"/>
                </a:ext>
              </a:extLst>
            </a:blip>
            <a:stretch>
              <a:fillRect/>
            </a:stretch>
          </p:blipFill>
          <p:spPr>
            <a:xfrm>
              <a:off x="6841302" y="5310957"/>
              <a:ext cx="464267" cy="576035"/>
            </a:xfrm>
            <a:prstGeom prst="rect">
              <a:avLst/>
            </a:prstGeom>
          </p:spPr>
        </p:pic>
        <p:pic>
          <p:nvPicPr>
            <p:cNvPr id="63" name="图形 62">
              <a:extLst>
                <a:ext uri="{FF2B5EF4-FFF2-40B4-BE49-F238E27FC236}">
                  <a16:creationId xmlns:a16="http://schemas.microsoft.com/office/drawing/2014/main" id="{D61ECE08-B80B-445C-AB4D-71EA25E4C0C8}"/>
                </a:ext>
              </a:extLst>
            </p:cNvPr>
            <p:cNvPicPr>
              <a:picLocks noChangeAspect="1"/>
            </p:cNvPicPr>
            <p:nvPr/>
          </p:nvPicPr>
          <p:blipFill>
            <a:blip r:embed="rId7" cstate="print">
              <a:extLst>
                <a:ext uri="{28A0092B-C50C-407E-A947-70E740481C1C}">
                  <a14:useLocalDpi xmlns:a14="http://schemas.microsoft.com/office/drawing/2010/main" val="0"/>
                </a:ext>
                <a:ext uri="{96DAC541-7B7A-43D3-8B79-37D633B846F1}">
                  <asvg:svgBlip xmlns:asvg="http://schemas.microsoft.com/office/drawing/2016/SVG/main" r:embed="rId8"/>
                </a:ext>
              </a:extLst>
            </a:blip>
            <a:stretch>
              <a:fillRect/>
            </a:stretch>
          </p:blipFill>
          <p:spPr>
            <a:xfrm>
              <a:off x="7350401" y="4478232"/>
              <a:ext cx="498657" cy="412221"/>
            </a:xfrm>
            <a:prstGeom prst="rect">
              <a:avLst/>
            </a:prstGeom>
          </p:spPr>
        </p:pic>
        <p:cxnSp>
          <p:nvCxnSpPr>
            <p:cNvPr id="64" name="直接连接符 63">
              <a:extLst>
                <a:ext uri="{FF2B5EF4-FFF2-40B4-BE49-F238E27FC236}">
                  <a16:creationId xmlns:a16="http://schemas.microsoft.com/office/drawing/2014/main" id="{67065917-652A-4BD7-92A7-23AF57FAF70B}"/>
                </a:ext>
              </a:extLst>
            </p:cNvPr>
            <p:cNvCxnSpPr>
              <a:cxnSpLocks/>
            </p:cNvCxnSpPr>
            <p:nvPr/>
          </p:nvCxnSpPr>
          <p:spPr>
            <a:xfrm>
              <a:off x="9440126" y="4267718"/>
              <a:ext cx="810210" cy="620130"/>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pic>
          <p:nvPicPr>
            <p:cNvPr id="65" name="图形 64">
              <a:extLst>
                <a:ext uri="{FF2B5EF4-FFF2-40B4-BE49-F238E27FC236}">
                  <a16:creationId xmlns:a16="http://schemas.microsoft.com/office/drawing/2014/main" id="{F2FF53AD-BE95-447D-A8B0-046BCC825037}"/>
                </a:ext>
              </a:extLst>
            </p:cNvPr>
            <p:cNvPicPr>
              <a:picLocks noChangeAspect="1"/>
            </p:cNvPicPr>
            <p:nvPr/>
          </p:nvPicPr>
          <p:blipFill>
            <a:blip r:embed="rId11">
              <a:extLst>
                <a:ext uri="{28A0092B-C50C-407E-A947-70E740481C1C}">
                  <a14:useLocalDpi xmlns:a14="http://schemas.microsoft.com/office/drawing/2010/main" val="0"/>
                </a:ext>
                <a:ext uri="{96DAC541-7B7A-43D3-8B79-37D633B846F1}">
                  <asvg:svgBlip xmlns:asvg="http://schemas.microsoft.com/office/drawing/2016/SVG/main" r:embed="rId12"/>
                </a:ext>
              </a:extLst>
            </a:blip>
            <a:stretch>
              <a:fillRect/>
            </a:stretch>
          </p:blipFill>
          <p:spPr>
            <a:xfrm>
              <a:off x="10087227" y="4642575"/>
              <a:ext cx="498657" cy="558839"/>
            </a:xfrm>
            <a:prstGeom prst="rect">
              <a:avLst/>
            </a:prstGeom>
          </p:spPr>
        </p:pic>
        <p:pic>
          <p:nvPicPr>
            <p:cNvPr id="66" name="图形 65">
              <a:extLst>
                <a:ext uri="{FF2B5EF4-FFF2-40B4-BE49-F238E27FC236}">
                  <a16:creationId xmlns:a16="http://schemas.microsoft.com/office/drawing/2014/main" id="{AAB7D37B-548B-42B2-89CB-79B0AEA18544}"/>
                </a:ext>
              </a:extLst>
            </p:cNvPr>
            <p:cNvPicPr>
              <a:picLocks noChangeAspect="1"/>
            </p:cNvPicPr>
            <p:nvPr/>
          </p:nvPicPr>
          <p:blipFill>
            <a:blip r:embed="rId7" cstate="print">
              <a:extLst>
                <a:ext uri="{28A0092B-C50C-407E-A947-70E740481C1C}">
                  <a14:useLocalDpi xmlns:a14="http://schemas.microsoft.com/office/drawing/2010/main" val="0"/>
                </a:ext>
                <a:ext uri="{96DAC541-7B7A-43D3-8B79-37D633B846F1}">
                  <asvg:svgBlip xmlns:asvg="http://schemas.microsoft.com/office/drawing/2016/SVG/main" r:embed="rId8"/>
                </a:ext>
              </a:extLst>
            </a:blip>
            <a:stretch>
              <a:fillRect/>
            </a:stretch>
          </p:blipFill>
          <p:spPr>
            <a:xfrm>
              <a:off x="9173397" y="4106754"/>
              <a:ext cx="498657" cy="412221"/>
            </a:xfrm>
            <a:prstGeom prst="rect">
              <a:avLst/>
            </a:prstGeom>
          </p:spPr>
        </p:pic>
        <p:cxnSp>
          <p:nvCxnSpPr>
            <p:cNvPr id="67" name="直接连接符 66">
              <a:extLst>
                <a:ext uri="{FF2B5EF4-FFF2-40B4-BE49-F238E27FC236}">
                  <a16:creationId xmlns:a16="http://schemas.microsoft.com/office/drawing/2014/main" id="{0FAE4F00-3E85-46DC-8923-9E3915EAE059}"/>
                </a:ext>
              </a:extLst>
            </p:cNvPr>
            <p:cNvCxnSpPr>
              <a:cxnSpLocks/>
            </p:cNvCxnSpPr>
            <p:nvPr/>
          </p:nvCxnSpPr>
          <p:spPr>
            <a:xfrm>
              <a:off x="8134330" y="1648452"/>
              <a:ext cx="0" cy="828038"/>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pic>
          <p:nvPicPr>
            <p:cNvPr id="68" name="图形 67">
              <a:extLst>
                <a:ext uri="{FF2B5EF4-FFF2-40B4-BE49-F238E27FC236}">
                  <a16:creationId xmlns:a16="http://schemas.microsoft.com/office/drawing/2014/main" id="{E3865CE5-78BB-4623-A982-780311E853D5}"/>
                </a:ext>
              </a:extLst>
            </p:cNvPr>
            <p:cNvPicPr>
              <a:picLocks noChangeAspect="1"/>
            </p:cNvPicPr>
            <p:nvPr/>
          </p:nvPicPr>
          <p:blipFill>
            <a:blip r:embed="rId13">
              <a:extLst>
                <a:ext uri="{28A0092B-C50C-407E-A947-70E740481C1C}">
                  <a14:useLocalDpi xmlns:a14="http://schemas.microsoft.com/office/drawing/2010/main" val="0"/>
                </a:ext>
                <a:ext uri="{96DAC541-7B7A-43D3-8B79-37D633B846F1}">
                  <asvg:svgBlip xmlns:asvg="http://schemas.microsoft.com/office/drawing/2016/SVG/main" r:embed="rId14"/>
                </a:ext>
              </a:extLst>
            </a:blip>
            <a:stretch>
              <a:fillRect/>
            </a:stretch>
          </p:blipFill>
          <p:spPr>
            <a:xfrm>
              <a:off x="7949906" y="1430515"/>
              <a:ext cx="412681" cy="541644"/>
            </a:xfrm>
            <a:prstGeom prst="rect">
              <a:avLst/>
            </a:prstGeom>
          </p:spPr>
        </p:pic>
        <p:pic>
          <p:nvPicPr>
            <p:cNvPr id="69" name="图形 68">
              <a:extLst>
                <a:ext uri="{FF2B5EF4-FFF2-40B4-BE49-F238E27FC236}">
                  <a16:creationId xmlns:a16="http://schemas.microsoft.com/office/drawing/2014/main" id="{D4A0F4BC-0BDA-46B2-80D6-9B576D172338}"/>
                </a:ext>
              </a:extLst>
            </p:cNvPr>
            <p:cNvPicPr>
              <a:picLocks noChangeAspect="1"/>
            </p:cNvPicPr>
            <p:nvPr/>
          </p:nvPicPr>
          <p:blipFill>
            <a:blip r:embed="rId7" cstate="print">
              <a:extLst>
                <a:ext uri="{28A0092B-C50C-407E-A947-70E740481C1C}">
                  <a14:useLocalDpi xmlns:a14="http://schemas.microsoft.com/office/drawing/2010/main" val="0"/>
                </a:ext>
                <a:ext uri="{96DAC541-7B7A-43D3-8B79-37D633B846F1}">
                  <asvg:svgBlip xmlns:asvg="http://schemas.microsoft.com/office/drawing/2016/SVG/main" r:embed="rId8"/>
                </a:ext>
              </a:extLst>
            </a:blip>
            <a:stretch>
              <a:fillRect/>
            </a:stretch>
          </p:blipFill>
          <p:spPr>
            <a:xfrm>
              <a:off x="7906919" y="2350594"/>
              <a:ext cx="498657" cy="412221"/>
            </a:xfrm>
            <a:prstGeom prst="rect">
              <a:avLst/>
            </a:prstGeom>
          </p:spPr>
        </p:pic>
        <p:sp>
          <p:nvSpPr>
            <p:cNvPr id="70" name="文本框 69">
              <a:extLst>
                <a:ext uri="{FF2B5EF4-FFF2-40B4-BE49-F238E27FC236}">
                  <a16:creationId xmlns:a16="http://schemas.microsoft.com/office/drawing/2014/main" id="{EE632F00-BDC1-4935-9306-1EEA92DBD1D9}"/>
                </a:ext>
              </a:extLst>
            </p:cNvPr>
            <p:cNvSpPr txBox="1"/>
            <p:nvPr/>
          </p:nvSpPr>
          <p:spPr>
            <a:xfrm>
              <a:off x="4786514" y="3590740"/>
              <a:ext cx="429385" cy="369332"/>
            </a:xfrm>
            <a:prstGeom prst="rect">
              <a:avLst/>
            </a:prstGeom>
            <a:noFill/>
          </p:spPr>
          <p:txBody>
            <a:bodyPr wrap="square" rtlCol="0">
              <a:spAutoFit/>
            </a:bodyPr>
            <a:lstStyle/>
            <a:p>
              <a:pPr algn="ctr"/>
              <a:r>
                <a:rPr lang="en-US" altLang="zh-CN" b="1" dirty="0"/>
                <a:t>H1</a:t>
              </a:r>
              <a:endParaRPr lang="zh-CN" altLang="en-US" b="1" dirty="0"/>
            </a:p>
          </p:txBody>
        </p:sp>
        <p:sp>
          <p:nvSpPr>
            <p:cNvPr id="71" name="文本框 70">
              <a:extLst>
                <a:ext uri="{FF2B5EF4-FFF2-40B4-BE49-F238E27FC236}">
                  <a16:creationId xmlns:a16="http://schemas.microsoft.com/office/drawing/2014/main" id="{F5131637-5A7E-4249-8D84-2E2CE3F98A34}"/>
                </a:ext>
              </a:extLst>
            </p:cNvPr>
            <p:cNvSpPr txBox="1"/>
            <p:nvPr/>
          </p:nvSpPr>
          <p:spPr>
            <a:xfrm>
              <a:off x="8368801" y="1472306"/>
              <a:ext cx="429385" cy="369332"/>
            </a:xfrm>
            <a:prstGeom prst="rect">
              <a:avLst/>
            </a:prstGeom>
            <a:noFill/>
          </p:spPr>
          <p:txBody>
            <a:bodyPr wrap="square" rtlCol="0">
              <a:spAutoFit/>
            </a:bodyPr>
            <a:lstStyle/>
            <a:p>
              <a:pPr algn="ctr"/>
              <a:r>
                <a:rPr lang="en-US" altLang="zh-CN" b="1" dirty="0"/>
                <a:t>H2</a:t>
              </a:r>
              <a:endParaRPr lang="zh-CN" altLang="en-US" b="1" dirty="0"/>
            </a:p>
          </p:txBody>
        </p:sp>
        <p:sp>
          <p:nvSpPr>
            <p:cNvPr id="72" name="文本框 71">
              <a:extLst>
                <a:ext uri="{FF2B5EF4-FFF2-40B4-BE49-F238E27FC236}">
                  <a16:creationId xmlns:a16="http://schemas.microsoft.com/office/drawing/2014/main" id="{392FEB6B-E5B2-427E-B3C2-EAD0790E6AB9}"/>
                </a:ext>
              </a:extLst>
            </p:cNvPr>
            <p:cNvSpPr txBox="1"/>
            <p:nvPr/>
          </p:nvSpPr>
          <p:spPr>
            <a:xfrm>
              <a:off x="11438817" y="3397931"/>
              <a:ext cx="429385" cy="369332"/>
            </a:xfrm>
            <a:prstGeom prst="rect">
              <a:avLst/>
            </a:prstGeom>
            <a:noFill/>
          </p:spPr>
          <p:txBody>
            <a:bodyPr wrap="square" rtlCol="0">
              <a:spAutoFit/>
            </a:bodyPr>
            <a:lstStyle/>
            <a:p>
              <a:pPr algn="ctr"/>
              <a:r>
                <a:rPr lang="en-US" altLang="zh-CN" b="1" dirty="0"/>
                <a:t>H3</a:t>
              </a:r>
              <a:endParaRPr lang="zh-CN" altLang="en-US" b="1" dirty="0"/>
            </a:p>
          </p:txBody>
        </p:sp>
        <p:sp>
          <p:nvSpPr>
            <p:cNvPr id="73" name="文本框 72">
              <a:extLst>
                <a:ext uri="{FF2B5EF4-FFF2-40B4-BE49-F238E27FC236}">
                  <a16:creationId xmlns:a16="http://schemas.microsoft.com/office/drawing/2014/main" id="{F4F25552-EFE0-4E05-94A7-3F4FF57CFD57}"/>
                </a:ext>
              </a:extLst>
            </p:cNvPr>
            <p:cNvSpPr txBox="1"/>
            <p:nvPr/>
          </p:nvSpPr>
          <p:spPr>
            <a:xfrm>
              <a:off x="10083732" y="5190196"/>
              <a:ext cx="429385" cy="369332"/>
            </a:xfrm>
            <a:prstGeom prst="rect">
              <a:avLst/>
            </a:prstGeom>
            <a:noFill/>
          </p:spPr>
          <p:txBody>
            <a:bodyPr wrap="square" rtlCol="0">
              <a:spAutoFit/>
            </a:bodyPr>
            <a:lstStyle/>
            <a:p>
              <a:pPr algn="ctr"/>
              <a:r>
                <a:rPr lang="en-US" altLang="zh-CN" b="1" dirty="0"/>
                <a:t>H4</a:t>
              </a:r>
              <a:endParaRPr lang="zh-CN" altLang="en-US" b="1" dirty="0"/>
            </a:p>
          </p:txBody>
        </p:sp>
        <p:sp>
          <p:nvSpPr>
            <p:cNvPr id="74" name="文本框 73">
              <a:extLst>
                <a:ext uri="{FF2B5EF4-FFF2-40B4-BE49-F238E27FC236}">
                  <a16:creationId xmlns:a16="http://schemas.microsoft.com/office/drawing/2014/main" id="{2F2D4830-205E-4B2C-867F-AB3A11CAA3B6}"/>
                </a:ext>
              </a:extLst>
            </p:cNvPr>
            <p:cNvSpPr txBox="1"/>
            <p:nvPr/>
          </p:nvSpPr>
          <p:spPr>
            <a:xfrm>
              <a:off x="7275560" y="5401853"/>
              <a:ext cx="429385" cy="369332"/>
            </a:xfrm>
            <a:prstGeom prst="rect">
              <a:avLst/>
            </a:prstGeom>
            <a:noFill/>
          </p:spPr>
          <p:txBody>
            <a:bodyPr wrap="square" rtlCol="0">
              <a:spAutoFit/>
            </a:bodyPr>
            <a:lstStyle/>
            <a:p>
              <a:pPr algn="ctr"/>
              <a:r>
                <a:rPr lang="en-US" altLang="zh-CN" b="1" dirty="0"/>
                <a:t>H5</a:t>
              </a:r>
              <a:endParaRPr lang="zh-CN" altLang="en-US" b="1" dirty="0"/>
            </a:p>
          </p:txBody>
        </p:sp>
      </p:grpSp>
      <p:sp>
        <p:nvSpPr>
          <p:cNvPr id="78" name="envelope_151601">
            <a:extLst>
              <a:ext uri="{FF2B5EF4-FFF2-40B4-BE49-F238E27FC236}">
                <a16:creationId xmlns:a16="http://schemas.microsoft.com/office/drawing/2014/main" id="{2BEFD442-3BC7-416C-B8A2-26233ED81EAC}"/>
              </a:ext>
            </a:extLst>
          </p:cNvPr>
          <p:cNvSpPr/>
          <p:nvPr/>
        </p:nvSpPr>
        <p:spPr>
          <a:xfrm>
            <a:off x="7990560" y="2403523"/>
            <a:ext cx="334836" cy="217940"/>
          </a:xfrm>
          <a:custGeom>
            <a:avLst/>
            <a:gdLst>
              <a:gd name="connsiteX0" fmla="*/ 0 w 605169"/>
              <a:gd name="connsiteY0" fmla="*/ 60333 h 393896"/>
              <a:gd name="connsiteX1" fmla="*/ 124371 w 605169"/>
              <a:gd name="connsiteY1" fmla="*/ 146783 h 393896"/>
              <a:gd name="connsiteX2" fmla="*/ 302584 w 605169"/>
              <a:gd name="connsiteY2" fmla="*/ 272032 h 393896"/>
              <a:gd name="connsiteX3" fmla="*/ 480798 w 605169"/>
              <a:gd name="connsiteY3" fmla="*/ 146783 h 393896"/>
              <a:gd name="connsiteX4" fmla="*/ 605169 w 605169"/>
              <a:gd name="connsiteY4" fmla="*/ 60333 h 393896"/>
              <a:gd name="connsiteX5" fmla="*/ 605169 w 605169"/>
              <a:gd name="connsiteY5" fmla="*/ 393896 h 393896"/>
              <a:gd name="connsiteX6" fmla="*/ 0 w 605169"/>
              <a:gd name="connsiteY6" fmla="*/ 393896 h 393896"/>
              <a:gd name="connsiteX7" fmla="*/ 0 w 605169"/>
              <a:gd name="connsiteY7" fmla="*/ 0 h 393896"/>
              <a:gd name="connsiteX8" fmla="*/ 605169 w 605169"/>
              <a:gd name="connsiteY8" fmla="*/ 0 h 393896"/>
              <a:gd name="connsiteX9" fmla="*/ 605169 w 605169"/>
              <a:gd name="connsiteY9" fmla="*/ 19653 h 393896"/>
              <a:gd name="connsiteX10" fmla="*/ 302584 w 605169"/>
              <a:gd name="connsiteY10" fmla="*/ 230114 h 393896"/>
              <a:gd name="connsiteX11" fmla="*/ 0 w 605169"/>
              <a:gd name="connsiteY11" fmla="*/ 19653 h 393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605169" h="393896">
                <a:moveTo>
                  <a:pt x="0" y="60333"/>
                </a:moveTo>
                <a:lnTo>
                  <a:pt x="124371" y="146783"/>
                </a:lnTo>
                <a:lnTo>
                  <a:pt x="302584" y="272032"/>
                </a:lnTo>
                <a:lnTo>
                  <a:pt x="480798" y="146783"/>
                </a:lnTo>
                <a:lnTo>
                  <a:pt x="605169" y="60333"/>
                </a:lnTo>
                <a:lnTo>
                  <a:pt x="605169" y="393896"/>
                </a:lnTo>
                <a:lnTo>
                  <a:pt x="0" y="393896"/>
                </a:lnTo>
                <a:close/>
                <a:moveTo>
                  <a:pt x="0" y="0"/>
                </a:moveTo>
                <a:lnTo>
                  <a:pt x="605169" y="0"/>
                </a:lnTo>
                <a:lnTo>
                  <a:pt x="605169" y="19653"/>
                </a:lnTo>
                <a:lnTo>
                  <a:pt x="302584" y="230114"/>
                </a:lnTo>
                <a:lnTo>
                  <a:pt x="0" y="19653"/>
                </a:lnTo>
                <a:close/>
              </a:path>
            </a:pathLst>
          </a:custGeom>
          <a:solidFill>
            <a:schemeClr val="accent4"/>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zh-CN"/>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a:p>
        </p:txBody>
      </p:sp>
      <p:sp>
        <p:nvSpPr>
          <p:cNvPr id="75" name="对话气泡: 圆角矩形 74">
            <a:extLst>
              <a:ext uri="{FF2B5EF4-FFF2-40B4-BE49-F238E27FC236}">
                <a16:creationId xmlns:a16="http://schemas.microsoft.com/office/drawing/2014/main" id="{CBC3CCB4-0BC3-4463-8AB4-5408C28BDA9B}"/>
              </a:ext>
            </a:extLst>
          </p:cNvPr>
          <p:cNvSpPr/>
          <p:nvPr/>
        </p:nvSpPr>
        <p:spPr>
          <a:xfrm>
            <a:off x="5345782" y="1389515"/>
            <a:ext cx="2413059" cy="751703"/>
          </a:xfrm>
          <a:prstGeom prst="wedgeRoundRectCallout">
            <a:avLst>
              <a:gd name="adj1" fmla="val 55773"/>
              <a:gd name="adj2" fmla="val 110355"/>
              <a:gd name="adj3" fmla="val 16667"/>
            </a:avLst>
          </a:prstGeom>
          <a:solidFill>
            <a:schemeClr val="accent1">
              <a:lumMod val="75000"/>
            </a:schemeClr>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zh-CN" altLang="en-US" b="1" dirty="0"/>
              <a:t>输入队列快满了</a:t>
            </a:r>
            <a:endParaRPr lang="en-US" altLang="zh-CN" b="1" dirty="0"/>
          </a:p>
          <a:p>
            <a:pPr algn="ctr"/>
            <a:r>
              <a:rPr lang="zh-CN" altLang="en-US" b="1" dirty="0"/>
              <a:t>主动丢弃收到的分组</a:t>
            </a:r>
            <a:endParaRPr lang="en-US" altLang="zh-CN" b="1" dirty="0"/>
          </a:p>
        </p:txBody>
      </p:sp>
    </p:spTree>
    <p:custDataLst>
      <p:tags r:id="rId1"/>
    </p:custDataLst>
    <p:extLst>
      <p:ext uri="{BB962C8B-B14F-4D97-AF65-F5344CB8AC3E}">
        <p14:creationId xmlns:p14="http://schemas.microsoft.com/office/powerpoint/2010/main" val="1318147080"/>
      </p:ext>
    </p:extLst>
  </p:cSld>
  <p:clrMapOvr>
    <a:masterClrMapping/>
  </p:clrMapOvr>
  <mc:AlternateContent xmlns:mc="http://schemas.openxmlformats.org/markup-compatibility/2006" xmlns:p14="http://schemas.microsoft.com/office/powerpoint/2010/main">
    <mc:Choice Requires="p14">
      <p:transition p14:dur="10"/>
    </mc:Choice>
    <mc:Fallback xmlns="">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53" presetClass="entr" presetSubtype="16" fill="hold" grpId="0" nodeType="withEffect">
                                  <p:stCondLst>
                                    <p:cond delay="0"/>
                                  </p:stCondLst>
                                  <p:childTnLst>
                                    <p:set>
                                      <p:cBhvr>
                                        <p:cTn id="6" dur="1" fill="hold">
                                          <p:stCondLst>
                                            <p:cond delay="0"/>
                                          </p:stCondLst>
                                        </p:cTn>
                                        <p:tgtEl>
                                          <p:spTgt spid="75"/>
                                        </p:tgtEl>
                                        <p:attrNameLst>
                                          <p:attrName>style.visibility</p:attrName>
                                        </p:attrNameLst>
                                      </p:cBhvr>
                                      <p:to>
                                        <p:strVal val="visible"/>
                                      </p:to>
                                    </p:set>
                                    <p:anim calcmode="lin" valueType="num">
                                      <p:cBhvr>
                                        <p:cTn id="7" dur="500" fill="hold"/>
                                        <p:tgtEl>
                                          <p:spTgt spid="75"/>
                                        </p:tgtEl>
                                        <p:attrNameLst>
                                          <p:attrName>ppt_w</p:attrName>
                                        </p:attrNameLst>
                                      </p:cBhvr>
                                      <p:tavLst>
                                        <p:tav tm="0">
                                          <p:val>
                                            <p:fltVal val="0"/>
                                          </p:val>
                                        </p:tav>
                                        <p:tav tm="100000">
                                          <p:val>
                                            <p:strVal val="#ppt_w"/>
                                          </p:val>
                                        </p:tav>
                                      </p:tavLst>
                                    </p:anim>
                                    <p:anim calcmode="lin" valueType="num">
                                      <p:cBhvr>
                                        <p:cTn id="8" dur="500" fill="hold"/>
                                        <p:tgtEl>
                                          <p:spTgt spid="75"/>
                                        </p:tgtEl>
                                        <p:attrNameLst>
                                          <p:attrName>ppt_h</p:attrName>
                                        </p:attrNameLst>
                                      </p:cBhvr>
                                      <p:tavLst>
                                        <p:tav tm="0">
                                          <p:val>
                                            <p:fltVal val="0"/>
                                          </p:val>
                                        </p:tav>
                                        <p:tav tm="100000">
                                          <p:val>
                                            <p:strVal val="#ppt_h"/>
                                          </p:val>
                                        </p:tav>
                                      </p:tavLst>
                                    </p:anim>
                                    <p:animEffect transition="in" filter="fade">
                                      <p:cBhvr>
                                        <p:cTn id="9" dur="500"/>
                                        <p:tgtEl>
                                          <p:spTgt spid="75"/>
                                        </p:tgtEl>
                                      </p:cBhvr>
                                    </p:animEffect>
                                  </p:childTnLst>
                                </p:cTn>
                              </p:par>
                            </p:childTnLst>
                          </p:cTn>
                        </p:par>
                      </p:childTnLst>
                    </p:cTn>
                  </p:par>
                  <p:par>
                    <p:cTn id="10" fill="hold">
                      <p:stCondLst>
                        <p:cond delay="indefinite"/>
                      </p:stCondLst>
                      <p:childTnLst>
                        <p:par>
                          <p:cTn id="11" fill="hold">
                            <p:stCondLst>
                              <p:cond delay="0"/>
                            </p:stCondLst>
                            <p:childTnLst>
                              <p:par>
                                <p:cTn id="12" presetID="49" presetClass="exit" presetSubtype="0" accel="100000" fill="hold" grpId="0" nodeType="clickEffect">
                                  <p:stCondLst>
                                    <p:cond delay="0"/>
                                  </p:stCondLst>
                                  <p:childTnLst>
                                    <p:anim calcmode="lin" valueType="num">
                                      <p:cBhvr>
                                        <p:cTn id="13" dur="1000"/>
                                        <p:tgtEl>
                                          <p:spTgt spid="78"/>
                                        </p:tgtEl>
                                        <p:attrNameLst>
                                          <p:attrName>ppt_w</p:attrName>
                                        </p:attrNameLst>
                                      </p:cBhvr>
                                      <p:tavLst>
                                        <p:tav tm="0">
                                          <p:val>
                                            <p:strVal val="ppt_w"/>
                                          </p:val>
                                        </p:tav>
                                        <p:tav tm="100000">
                                          <p:val>
                                            <p:fltVal val="0"/>
                                          </p:val>
                                        </p:tav>
                                      </p:tavLst>
                                    </p:anim>
                                    <p:anim calcmode="lin" valueType="num">
                                      <p:cBhvr>
                                        <p:cTn id="14" dur="1000"/>
                                        <p:tgtEl>
                                          <p:spTgt spid="78"/>
                                        </p:tgtEl>
                                        <p:attrNameLst>
                                          <p:attrName>ppt_h</p:attrName>
                                        </p:attrNameLst>
                                      </p:cBhvr>
                                      <p:tavLst>
                                        <p:tav tm="0">
                                          <p:val>
                                            <p:strVal val="ppt_h"/>
                                          </p:val>
                                        </p:tav>
                                        <p:tav tm="100000">
                                          <p:val>
                                            <p:fltVal val="0"/>
                                          </p:val>
                                        </p:tav>
                                      </p:tavLst>
                                    </p:anim>
                                    <p:anim calcmode="lin" valueType="num">
                                      <p:cBhvr>
                                        <p:cTn id="15" dur="1000"/>
                                        <p:tgtEl>
                                          <p:spTgt spid="78"/>
                                        </p:tgtEl>
                                        <p:attrNameLst>
                                          <p:attrName>style.rotation</p:attrName>
                                        </p:attrNameLst>
                                      </p:cBhvr>
                                      <p:tavLst>
                                        <p:tav tm="0">
                                          <p:val>
                                            <p:fltVal val="0"/>
                                          </p:val>
                                        </p:tav>
                                        <p:tav tm="100000">
                                          <p:val>
                                            <p:fltVal val="360"/>
                                          </p:val>
                                        </p:tav>
                                      </p:tavLst>
                                    </p:anim>
                                    <p:animEffect transition="out" filter="fade">
                                      <p:cBhvr>
                                        <p:cTn id="16" dur="1000"/>
                                        <p:tgtEl>
                                          <p:spTgt spid="78"/>
                                        </p:tgtEl>
                                      </p:cBhvr>
                                    </p:animEffect>
                                    <p:set>
                                      <p:cBhvr>
                                        <p:cTn id="17" dur="1" fill="hold">
                                          <p:stCondLst>
                                            <p:cond delay="999"/>
                                          </p:stCondLst>
                                        </p:cTn>
                                        <p:tgtEl>
                                          <p:spTgt spid="78"/>
                                        </p:tgtEl>
                                        <p:attrNameLst>
                                          <p:attrName>style.visibility</p:attrName>
                                        </p:attrNameLst>
                                      </p:cBhvr>
                                      <p:to>
                                        <p:strVal val="hidden"/>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78" grpId="0" animBg="1"/>
      <p:bldP spid="75" grpId="0" animBg="1"/>
    </p:bldLst>
  </p:timing>
</p:sld>
</file>

<file path=ppt/slides/slide10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4" name="组合 3">
            <a:extLst>
              <a:ext uri="{FF2B5EF4-FFF2-40B4-BE49-F238E27FC236}">
                <a16:creationId xmlns:a16="http://schemas.microsoft.com/office/drawing/2014/main" id="{9A1EA9F2-FCB6-48C3-935F-7AE7E3AD14AC}"/>
              </a:ext>
            </a:extLst>
          </p:cNvPr>
          <p:cNvGrpSpPr/>
          <p:nvPr/>
        </p:nvGrpSpPr>
        <p:grpSpPr>
          <a:xfrm>
            <a:off x="304800" y="749300"/>
            <a:ext cx="6192344" cy="400110"/>
            <a:chOff x="424117" y="898245"/>
            <a:chExt cx="6192344" cy="400110"/>
          </a:xfrm>
        </p:grpSpPr>
        <p:sp>
          <p:nvSpPr>
            <p:cNvPr id="2" name="平行四边形 1">
              <a:extLst>
                <a:ext uri="{FF2B5EF4-FFF2-40B4-BE49-F238E27FC236}">
                  <a16:creationId xmlns:a16="http://schemas.microsoft.com/office/drawing/2014/main" id="{1F5BAA3F-9845-4F89-A2DD-8222D3E4EDAC}"/>
                </a:ext>
              </a:extLst>
            </p:cNvPr>
            <p:cNvSpPr/>
            <p:nvPr/>
          </p:nvSpPr>
          <p:spPr>
            <a:xfrm>
              <a:off x="424117" y="898245"/>
              <a:ext cx="628306" cy="387090"/>
            </a:xfrm>
            <a:prstGeom prst="parallelogram">
              <a:avLst/>
            </a:prstGeom>
            <a:solidFill>
              <a:schemeClr val="accent3">
                <a:lumMod val="75000"/>
              </a:schemeClr>
            </a:solidFill>
            <a:ln>
              <a:solidFill>
                <a:schemeClr val="accent3">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CN" sz="2200" dirty="0">
                  <a:latin typeface="Impact" panose="020B0806030902050204" pitchFamily="34" charset="0"/>
                </a:rPr>
                <a:t>01</a:t>
              </a:r>
              <a:endParaRPr lang="zh-CN" altLang="en-US" sz="2200" dirty="0">
                <a:latin typeface="Impact" panose="020B0806030902050204" pitchFamily="34" charset="0"/>
              </a:endParaRPr>
            </a:p>
          </p:txBody>
        </p:sp>
        <p:sp>
          <p:nvSpPr>
            <p:cNvPr id="3" name="文本框 2">
              <a:extLst>
                <a:ext uri="{FF2B5EF4-FFF2-40B4-BE49-F238E27FC236}">
                  <a16:creationId xmlns:a16="http://schemas.microsoft.com/office/drawing/2014/main" id="{4D6BD736-A4D3-4F26-AFED-36E11F50F70B}"/>
                </a:ext>
              </a:extLst>
            </p:cNvPr>
            <p:cNvSpPr txBox="1"/>
            <p:nvPr/>
          </p:nvSpPr>
          <p:spPr>
            <a:xfrm>
              <a:off x="1052423" y="898245"/>
              <a:ext cx="5564038" cy="400110"/>
            </a:xfrm>
            <a:prstGeom prst="rect">
              <a:avLst/>
            </a:prstGeom>
            <a:noFill/>
          </p:spPr>
          <p:txBody>
            <a:bodyPr wrap="square" rtlCol="0">
              <a:spAutoFit/>
            </a:bodyPr>
            <a:lstStyle/>
            <a:p>
              <a:r>
                <a:rPr lang="zh-CN" altLang="en-US" sz="2000" b="1" dirty="0"/>
                <a:t>可靠传输的相关基本概念</a:t>
              </a:r>
            </a:p>
          </p:txBody>
        </p:sp>
      </p:grpSp>
      <p:sp>
        <p:nvSpPr>
          <p:cNvPr id="6" name="矩形 5">
            <a:extLst>
              <a:ext uri="{FF2B5EF4-FFF2-40B4-BE49-F238E27FC236}">
                <a16:creationId xmlns:a16="http://schemas.microsoft.com/office/drawing/2014/main" id="{04FB463A-B16F-48FC-B54F-320676314201}"/>
              </a:ext>
            </a:extLst>
          </p:cNvPr>
          <p:cNvSpPr/>
          <p:nvPr/>
        </p:nvSpPr>
        <p:spPr>
          <a:xfrm>
            <a:off x="1787139" y="2446117"/>
            <a:ext cx="2170878" cy="506538"/>
          </a:xfrm>
          <a:prstGeom prst="rect">
            <a:avLst/>
          </a:prstGeom>
          <a:solidFill>
            <a:schemeClr val="bg2">
              <a:lumMod val="90000"/>
            </a:schemeClr>
          </a:solidFill>
          <a:ln>
            <a:solidFill>
              <a:schemeClr val="tx1"/>
            </a:solidFill>
          </a:ln>
        </p:spPr>
        <p:style>
          <a:lnRef idx="2">
            <a:schemeClr val="accent3">
              <a:shade val="50000"/>
            </a:schemeClr>
          </a:lnRef>
          <a:fillRef idx="1">
            <a:schemeClr val="accent3"/>
          </a:fillRef>
          <a:effectRef idx="0">
            <a:schemeClr val="accent3"/>
          </a:effectRef>
          <a:fontRef idx="minor">
            <a:schemeClr val="lt1"/>
          </a:fontRef>
        </p:style>
        <p:txBody>
          <a:bodyPr rtlCol="0" anchor="ctr"/>
          <a:lstStyle/>
          <a:p>
            <a:pPr algn="ctr"/>
            <a:r>
              <a:rPr lang="zh-CN" altLang="en-US" b="1" dirty="0"/>
              <a:t>误码（比特差错）</a:t>
            </a:r>
          </a:p>
        </p:txBody>
      </p:sp>
      <p:sp>
        <p:nvSpPr>
          <p:cNvPr id="44" name="矩形 43">
            <a:extLst>
              <a:ext uri="{FF2B5EF4-FFF2-40B4-BE49-F238E27FC236}">
                <a16:creationId xmlns:a16="http://schemas.microsoft.com/office/drawing/2014/main" id="{D2E55902-4483-44C2-9BB0-BC665F00A52D}"/>
              </a:ext>
            </a:extLst>
          </p:cNvPr>
          <p:cNvSpPr/>
          <p:nvPr/>
        </p:nvSpPr>
        <p:spPr>
          <a:xfrm>
            <a:off x="308094" y="1699467"/>
            <a:ext cx="2170878" cy="506538"/>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zh-CN" altLang="en-US" b="1" dirty="0"/>
              <a:t>传输差错</a:t>
            </a:r>
          </a:p>
        </p:txBody>
      </p:sp>
      <p:cxnSp>
        <p:nvCxnSpPr>
          <p:cNvPr id="11" name="连接符: 肘形 10">
            <a:extLst>
              <a:ext uri="{FF2B5EF4-FFF2-40B4-BE49-F238E27FC236}">
                <a16:creationId xmlns:a16="http://schemas.microsoft.com/office/drawing/2014/main" id="{1C60153A-AC05-4D6F-B34E-E17052F8ECC9}"/>
              </a:ext>
            </a:extLst>
          </p:cNvPr>
          <p:cNvCxnSpPr>
            <a:cxnSpLocks/>
            <a:stCxn id="6" idx="1"/>
            <a:endCxn id="44" idx="2"/>
          </p:cNvCxnSpPr>
          <p:nvPr/>
        </p:nvCxnSpPr>
        <p:spPr>
          <a:xfrm rot="10800000">
            <a:off x="1393533" y="2206006"/>
            <a:ext cx="393606" cy="493381"/>
          </a:xfrm>
          <a:prstGeom prst="bentConnector2">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sp>
        <p:nvSpPr>
          <p:cNvPr id="41" name="矩形 40">
            <a:extLst>
              <a:ext uri="{FF2B5EF4-FFF2-40B4-BE49-F238E27FC236}">
                <a16:creationId xmlns:a16="http://schemas.microsoft.com/office/drawing/2014/main" id="{413FC73A-B4D0-4D30-A618-966354A13D3F}"/>
              </a:ext>
            </a:extLst>
          </p:cNvPr>
          <p:cNvSpPr/>
          <p:nvPr/>
        </p:nvSpPr>
        <p:spPr>
          <a:xfrm>
            <a:off x="1787140" y="3338620"/>
            <a:ext cx="2170878" cy="506538"/>
          </a:xfrm>
          <a:prstGeom prst="rect">
            <a:avLst/>
          </a:prstGeom>
          <a:solidFill>
            <a:schemeClr val="bg2">
              <a:lumMod val="90000"/>
            </a:schemeClr>
          </a:solidFill>
          <a:ln>
            <a:solidFill>
              <a:schemeClr val="tx1"/>
            </a:solidFill>
          </a:ln>
        </p:spPr>
        <p:style>
          <a:lnRef idx="2">
            <a:schemeClr val="accent3">
              <a:shade val="50000"/>
            </a:schemeClr>
          </a:lnRef>
          <a:fillRef idx="1">
            <a:schemeClr val="accent3"/>
          </a:fillRef>
          <a:effectRef idx="0">
            <a:schemeClr val="accent3"/>
          </a:effectRef>
          <a:fontRef idx="minor">
            <a:schemeClr val="lt1"/>
          </a:fontRef>
        </p:style>
        <p:txBody>
          <a:bodyPr rtlCol="0" anchor="ctr"/>
          <a:lstStyle/>
          <a:p>
            <a:pPr algn="ctr"/>
            <a:r>
              <a:rPr lang="zh-CN" altLang="en-US" b="1" dirty="0"/>
              <a:t>分组丢失</a:t>
            </a:r>
          </a:p>
        </p:txBody>
      </p:sp>
      <p:cxnSp>
        <p:nvCxnSpPr>
          <p:cNvPr id="45" name="连接符: 肘形 44">
            <a:extLst>
              <a:ext uri="{FF2B5EF4-FFF2-40B4-BE49-F238E27FC236}">
                <a16:creationId xmlns:a16="http://schemas.microsoft.com/office/drawing/2014/main" id="{8F77EBE8-F658-4736-B12D-40C29950ADA9}"/>
              </a:ext>
            </a:extLst>
          </p:cNvPr>
          <p:cNvCxnSpPr>
            <a:cxnSpLocks/>
            <a:stCxn id="41" idx="1"/>
            <a:endCxn id="44" idx="2"/>
          </p:cNvCxnSpPr>
          <p:nvPr/>
        </p:nvCxnSpPr>
        <p:spPr>
          <a:xfrm rot="10800000">
            <a:off x="1393534" y="2206005"/>
            <a:ext cx="393607" cy="1385884"/>
          </a:xfrm>
          <a:prstGeom prst="bentConnector2">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sp>
        <p:nvSpPr>
          <p:cNvPr id="42" name="矩形 41">
            <a:extLst>
              <a:ext uri="{FF2B5EF4-FFF2-40B4-BE49-F238E27FC236}">
                <a16:creationId xmlns:a16="http://schemas.microsoft.com/office/drawing/2014/main" id="{6337F8D1-B247-4D0B-8C21-4BE83502BAB9}"/>
              </a:ext>
            </a:extLst>
          </p:cNvPr>
          <p:cNvSpPr/>
          <p:nvPr/>
        </p:nvSpPr>
        <p:spPr>
          <a:xfrm>
            <a:off x="1787139" y="4098427"/>
            <a:ext cx="2170878" cy="506538"/>
          </a:xfrm>
          <a:prstGeom prst="rect">
            <a:avLst/>
          </a:prstGeom>
          <a:solidFill>
            <a:schemeClr val="bg2">
              <a:lumMod val="90000"/>
            </a:schemeClr>
          </a:solidFill>
          <a:ln>
            <a:solidFill>
              <a:schemeClr val="tx1"/>
            </a:solidFill>
          </a:ln>
        </p:spPr>
        <p:style>
          <a:lnRef idx="2">
            <a:schemeClr val="accent3">
              <a:shade val="50000"/>
            </a:schemeClr>
          </a:lnRef>
          <a:fillRef idx="1">
            <a:schemeClr val="accent3"/>
          </a:fillRef>
          <a:effectRef idx="0">
            <a:schemeClr val="accent3"/>
          </a:effectRef>
          <a:fontRef idx="minor">
            <a:schemeClr val="lt1"/>
          </a:fontRef>
        </p:style>
        <p:txBody>
          <a:bodyPr rtlCol="0" anchor="ctr"/>
          <a:lstStyle/>
          <a:p>
            <a:pPr algn="ctr"/>
            <a:r>
              <a:rPr lang="zh-CN" altLang="en-US" b="1" dirty="0"/>
              <a:t>分组失序</a:t>
            </a:r>
          </a:p>
        </p:txBody>
      </p:sp>
      <p:cxnSp>
        <p:nvCxnSpPr>
          <p:cNvPr id="51" name="连接符: 肘形 50">
            <a:extLst>
              <a:ext uri="{FF2B5EF4-FFF2-40B4-BE49-F238E27FC236}">
                <a16:creationId xmlns:a16="http://schemas.microsoft.com/office/drawing/2014/main" id="{258CF9B4-2535-4559-A579-B2BE7DD81827}"/>
              </a:ext>
            </a:extLst>
          </p:cNvPr>
          <p:cNvCxnSpPr>
            <a:cxnSpLocks/>
            <a:stCxn id="42" idx="1"/>
            <a:endCxn id="44" idx="2"/>
          </p:cNvCxnSpPr>
          <p:nvPr/>
        </p:nvCxnSpPr>
        <p:spPr>
          <a:xfrm rot="10800000">
            <a:off x="1393533" y="2206006"/>
            <a:ext cx="393606" cy="2145691"/>
          </a:xfrm>
          <a:prstGeom prst="bentConnector2">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sp>
        <p:nvSpPr>
          <p:cNvPr id="43" name="矩形 42">
            <a:extLst>
              <a:ext uri="{FF2B5EF4-FFF2-40B4-BE49-F238E27FC236}">
                <a16:creationId xmlns:a16="http://schemas.microsoft.com/office/drawing/2014/main" id="{ACF8517E-4D5B-4F3C-8666-7D090C83BFA1}"/>
              </a:ext>
            </a:extLst>
          </p:cNvPr>
          <p:cNvSpPr/>
          <p:nvPr/>
        </p:nvSpPr>
        <p:spPr>
          <a:xfrm>
            <a:off x="1787139" y="4858234"/>
            <a:ext cx="2170878" cy="506538"/>
          </a:xfrm>
          <a:prstGeom prst="rect">
            <a:avLst/>
          </a:prstGeom>
          <a:solidFill>
            <a:schemeClr val="bg2">
              <a:lumMod val="90000"/>
            </a:schemeClr>
          </a:solidFill>
          <a:ln>
            <a:solidFill>
              <a:schemeClr val="tx1"/>
            </a:solidFill>
          </a:ln>
        </p:spPr>
        <p:style>
          <a:lnRef idx="2">
            <a:schemeClr val="accent3">
              <a:shade val="50000"/>
            </a:schemeClr>
          </a:lnRef>
          <a:fillRef idx="1">
            <a:schemeClr val="accent3"/>
          </a:fillRef>
          <a:effectRef idx="0">
            <a:schemeClr val="accent3"/>
          </a:effectRef>
          <a:fontRef idx="minor">
            <a:schemeClr val="lt1"/>
          </a:fontRef>
        </p:style>
        <p:txBody>
          <a:bodyPr rtlCol="0" anchor="ctr"/>
          <a:lstStyle/>
          <a:p>
            <a:pPr algn="ctr"/>
            <a:r>
              <a:rPr lang="zh-CN" altLang="en-US" b="1" dirty="0"/>
              <a:t>分组重复</a:t>
            </a:r>
          </a:p>
        </p:txBody>
      </p:sp>
      <p:cxnSp>
        <p:nvCxnSpPr>
          <p:cNvPr id="52" name="连接符: 肘形 51">
            <a:extLst>
              <a:ext uri="{FF2B5EF4-FFF2-40B4-BE49-F238E27FC236}">
                <a16:creationId xmlns:a16="http://schemas.microsoft.com/office/drawing/2014/main" id="{215DD782-FAED-4A8E-A13D-27D49FD0B450}"/>
              </a:ext>
            </a:extLst>
          </p:cNvPr>
          <p:cNvCxnSpPr>
            <a:cxnSpLocks/>
            <a:stCxn id="43" idx="1"/>
            <a:endCxn id="44" idx="2"/>
          </p:cNvCxnSpPr>
          <p:nvPr/>
        </p:nvCxnSpPr>
        <p:spPr>
          <a:xfrm rot="10800000">
            <a:off x="1393533" y="2206005"/>
            <a:ext cx="393606" cy="2905498"/>
          </a:xfrm>
          <a:prstGeom prst="bentConnector2">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grpSp>
        <p:nvGrpSpPr>
          <p:cNvPr id="27" name="组合 26">
            <a:extLst>
              <a:ext uri="{FF2B5EF4-FFF2-40B4-BE49-F238E27FC236}">
                <a16:creationId xmlns:a16="http://schemas.microsoft.com/office/drawing/2014/main" id="{DE606FE8-4775-4A4E-8F9F-00F10243B31D}"/>
              </a:ext>
            </a:extLst>
          </p:cNvPr>
          <p:cNvGrpSpPr/>
          <p:nvPr/>
        </p:nvGrpSpPr>
        <p:grpSpPr>
          <a:xfrm>
            <a:off x="4686256" y="1430515"/>
            <a:ext cx="7328085" cy="4456477"/>
            <a:chOff x="4686256" y="1430515"/>
            <a:chExt cx="7328085" cy="4456477"/>
          </a:xfrm>
        </p:grpSpPr>
        <p:sp>
          <p:nvSpPr>
            <p:cNvPr id="35" name="云形 34">
              <a:extLst>
                <a:ext uri="{FF2B5EF4-FFF2-40B4-BE49-F238E27FC236}">
                  <a16:creationId xmlns:a16="http://schemas.microsoft.com/office/drawing/2014/main" id="{C32FA7A0-ED82-438C-BCD2-BFD60281CA59}"/>
                </a:ext>
              </a:extLst>
            </p:cNvPr>
            <p:cNvSpPr/>
            <p:nvPr/>
          </p:nvSpPr>
          <p:spPr>
            <a:xfrm>
              <a:off x="5768648" y="2062471"/>
              <a:ext cx="4876798" cy="3385192"/>
            </a:xfrm>
            <a:prstGeom prst="cloud">
              <a:avLst/>
            </a:prstGeom>
            <a:solidFill>
              <a:schemeClr val="bg1">
                <a:lumMod val="85000"/>
              </a:schemeClr>
            </a:solidFill>
            <a:ln>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pic>
          <p:nvPicPr>
            <p:cNvPr id="36" name="图形 35">
              <a:extLst>
                <a:ext uri="{FF2B5EF4-FFF2-40B4-BE49-F238E27FC236}">
                  <a16:creationId xmlns:a16="http://schemas.microsoft.com/office/drawing/2014/main" id="{490FD9FF-3F53-4E5A-A04F-D8ACAB645C55}"/>
                </a:ext>
              </a:extLst>
            </p:cNvPr>
            <p:cNvPicPr>
              <a:picLocks noChangeAspect="1"/>
            </p:cNvPicPr>
            <p:nvPr/>
          </p:nvPicPr>
          <p:blipFill>
            <a:blip r:embed="rId3">
              <a:extLst>
                <a:ext uri="{28A0092B-C50C-407E-A947-70E740481C1C}">
                  <a14:useLocalDpi xmlns:a14="http://schemas.microsoft.com/office/drawing/2010/main" val="0"/>
                </a:ext>
                <a:ext uri="{96DAC541-7B7A-43D3-8B79-37D633B846F1}">
                  <asvg:svgBlip xmlns:asvg="http://schemas.microsoft.com/office/drawing/2016/SVG/main" r:embed="rId4"/>
                </a:ext>
              </a:extLst>
            </a:blip>
            <a:stretch>
              <a:fillRect/>
            </a:stretch>
          </p:blipFill>
          <p:spPr>
            <a:xfrm>
              <a:off x="11292680" y="2915270"/>
              <a:ext cx="721661" cy="438478"/>
            </a:xfrm>
            <a:prstGeom prst="rect">
              <a:avLst/>
            </a:prstGeom>
          </p:spPr>
        </p:pic>
        <p:pic>
          <p:nvPicPr>
            <p:cNvPr id="37" name="图形 36">
              <a:extLst>
                <a:ext uri="{FF2B5EF4-FFF2-40B4-BE49-F238E27FC236}">
                  <a16:creationId xmlns:a16="http://schemas.microsoft.com/office/drawing/2014/main" id="{69C49CA7-BE29-4BCF-9BF4-B7B6FBE4D64A}"/>
                </a:ext>
              </a:extLst>
            </p:cNvPr>
            <p:cNvPicPr>
              <a:picLocks noChangeAspect="1"/>
            </p:cNvPicPr>
            <p:nvPr/>
          </p:nvPicPr>
          <p:blipFill>
            <a:blip r:embed="rId5">
              <a:extLst>
                <a:ext uri="{28A0092B-C50C-407E-A947-70E740481C1C}">
                  <a14:useLocalDpi xmlns:a14="http://schemas.microsoft.com/office/drawing/2010/main" val="0"/>
                </a:ext>
                <a:ext uri="{96DAC541-7B7A-43D3-8B79-37D633B846F1}">
                  <asvg:svgBlip xmlns:asvg="http://schemas.microsoft.com/office/drawing/2016/SVG/main" r:embed="rId6"/>
                </a:ext>
              </a:extLst>
            </a:blip>
            <a:stretch>
              <a:fillRect/>
            </a:stretch>
          </p:blipFill>
          <p:spPr>
            <a:xfrm>
              <a:off x="4686256" y="3105954"/>
              <a:ext cx="529643" cy="512277"/>
            </a:xfrm>
            <a:prstGeom prst="rect">
              <a:avLst/>
            </a:prstGeom>
          </p:spPr>
        </p:pic>
        <p:cxnSp>
          <p:nvCxnSpPr>
            <p:cNvPr id="38" name="直接连接符 37">
              <a:extLst>
                <a:ext uri="{FF2B5EF4-FFF2-40B4-BE49-F238E27FC236}">
                  <a16:creationId xmlns:a16="http://schemas.microsoft.com/office/drawing/2014/main" id="{558EBDEF-18D9-438C-96AF-43D1E31CB9F7}"/>
                </a:ext>
              </a:extLst>
            </p:cNvPr>
            <p:cNvCxnSpPr>
              <a:cxnSpLocks/>
            </p:cNvCxnSpPr>
            <p:nvPr/>
          </p:nvCxnSpPr>
          <p:spPr>
            <a:xfrm flipV="1">
              <a:off x="6454891" y="2556704"/>
              <a:ext cx="1701356" cy="819782"/>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9" name="直接连接符 38">
              <a:extLst>
                <a:ext uri="{FF2B5EF4-FFF2-40B4-BE49-F238E27FC236}">
                  <a16:creationId xmlns:a16="http://schemas.microsoft.com/office/drawing/2014/main" id="{2C6B1777-3EEE-417A-BD1B-10CD9D4B68FD}"/>
                </a:ext>
              </a:extLst>
            </p:cNvPr>
            <p:cNvCxnSpPr>
              <a:cxnSpLocks/>
            </p:cNvCxnSpPr>
            <p:nvPr/>
          </p:nvCxnSpPr>
          <p:spPr>
            <a:xfrm>
              <a:off x="8156247" y="2508099"/>
              <a:ext cx="1960028" cy="662277"/>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0" name="直接连接符 39">
              <a:extLst>
                <a:ext uri="{FF2B5EF4-FFF2-40B4-BE49-F238E27FC236}">
                  <a16:creationId xmlns:a16="http://schemas.microsoft.com/office/drawing/2014/main" id="{79FD0772-7279-4E64-975E-033212501ACA}"/>
                </a:ext>
              </a:extLst>
            </p:cNvPr>
            <p:cNvCxnSpPr>
              <a:cxnSpLocks/>
            </p:cNvCxnSpPr>
            <p:nvPr/>
          </p:nvCxnSpPr>
          <p:spPr>
            <a:xfrm>
              <a:off x="6450220" y="3376486"/>
              <a:ext cx="1082682" cy="1231621"/>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6" name="直接连接符 45">
              <a:extLst>
                <a:ext uri="{FF2B5EF4-FFF2-40B4-BE49-F238E27FC236}">
                  <a16:creationId xmlns:a16="http://schemas.microsoft.com/office/drawing/2014/main" id="{B3B96998-4129-4F87-83B1-583D3A875A63}"/>
                </a:ext>
              </a:extLst>
            </p:cNvPr>
            <p:cNvCxnSpPr>
              <a:cxnSpLocks/>
            </p:cNvCxnSpPr>
            <p:nvPr/>
          </p:nvCxnSpPr>
          <p:spPr>
            <a:xfrm flipV="1">
              <a:off x="7586005" y="4312866"/>
              <a:ext cx="1836720" cy="32685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7" name="直接连接符 46">
              <a:extLst>
                <a:ext uri="{FF2B5EF4-FFF2-40B4-BE49-F238E27FC236}">
                  <a16:creationId xmlns:a16="http://schemas.microsoft.com/office/drawing/2014/main" id="{D36E5267-FB9F-41CB-BFBF-112346E10A9C}"/>
                </a:ext>
              </a:extLst>
            </p:cNvPr>
            <p:cNvCxnSpPr>
              <a:cxnSpLocks/>
            </p:cNvCxnSpPr>
            <p:nvPr/>
          </p:nvCxnSpPr>
          <p:spPr>
            <a:xfrm flipH="1">
              <a:off x="9429162" y="3084099"/>
              <a:ext cx="687113" cy="1228765"/>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8" name="直接连接符 47">
              <a:extLst>
                <a:ext uri="{FF2B5EF4-FFF2-40B4-BE49-F238E27FC236}">
                  <a16:creationId xmlns:a16="http://schemas.microsoft.com/office/drawing/2014/main" id="{61621FAB-395D-46A0-9410-D2F82A3489D7}"/>
                </a:ext>
              </a:extLst>
            </p:cNvPr>
            <p:cNvCxnSpPr>
              <a:cxnSpLocks/>
            </p:cNvCxnSpPr>
            <p:nvPr/>
          </p:nvCxnSpPr>
          <p:spPr>
            <a:xfrm flipH="1">
              <a:off x="7586005" y="2508099"/>
              <a:ext cx="570243" cy="2100008"/>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9" name="直接连接符 48">
              <a:extLst>
                <a:ext uri="{FF2B5EF4-FFF2-40B4-BE49-F238E27FC236}">
                  <a16:creationId xmlns:a16="http://schemas.microsoft.com/office/drawing/2014/main" id="{3814F7D7-82C1-4143-842E-8490DDEF468A}"/>
                </a:ext>
              </a:extLst>
            </p:cNvPr>
            <p:cNvCxnSpPr>
              <a:cxnSpLocks/>
            </p:cNvCxnSpPr>
            <p:nvPr/>
          </p:nvCxnSpPr>
          <p:spPr>
            <a:xfrm>
              <a:off x="8156247" y="2508099"/>
              <a:ext cx="1283879" cy="1804765"/>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pic>
          <p:nvPicPr>
            <p:cNvPr id="50" name="图形 49">
              <a:extLst>
                <a:ext uri="{FF2B5EF4-FFF2-40B4-BE49-F238E27FC236}">
                  <a16:creationId xmlns:a16="http://schemas.microsoft.com/office/drawing/2014/main" id="{FFFAA41B-5A8B-42C1-A4F9-F78301ACBF23}"/>
                </a:ext>
              </a:extLst>
            </p:cNvPr>
            <p:cNvPicPr>
              <a:picLocks noChangeAspect="1"/>
            </p:cNvPicPr>
            <p:nvPr/>
          </p:nvPicPr>
          <p:blipFill>
            <a:blip r:embed="rId7" cstate="print">
              <a:extLst>
                <a:ext uri="{28A0092B-C50C-407E-A947-70E740481C1C}">
                  <a14:useLocalDpi xmlns:a14="http://schemas.microsoft.com/office/drawing/2010/main" val="0"/>
                </a:ext>
                <a:ext uri="{96DAC541-7B7A-43D3-8B79-37D633B846F1}">
                  <asvg:svgBlip xmlns:asvg="http://schemas.microsoft.com/office/drawing/2016/SVG/main" r:embed="rId8"/>
                </a:ext>
              </a:extLst>
            </a:blip>
            <a:stretch>
              <a:fillRect/>
            </a:stretch>
          </p:blipFill>
          <p:spPr>
            <a:xfrm>
              <a:off x="6205563" y="3170376"/>
              <a:ext cx="498657" cy="412221"/>
            </a:xfrm>
            <a:prstGeom prst="rect">
              <a:avLst/>
            </a:prstGeom>
          </p:spPr>
        </p:pic>
        <p:pic>
          <p:nvPicPr>
            <p:cNvPr id="53" name="图形 52">
              <a:extLst>
                <a:ext uri="{FF2B5EF4-FFF2-40B4-BE49-F238E27FC236}">
                  <a16:creationId xmlns:a16="http://schemas.microsoft.com/office/drawing/2014/main" id="{76CC6DDF-CC62-4AB5-8510-11A090AFCB7E}"/>
                </a:ext>
              </a:extLst>
            </p:cNvPr>
            <p:cNvPicPr>
              <a:picLocks noChangeAspect="1"/>
            </p:cNvPicPr>
            <p:nvPr/>
          </p:nvPicPr>
          <p:blipFill>
            <a:blip r:embed="rId7" cstate="print">
              <a:extLst>
                <a:ext uri="{28A0092B-C50C-407E-A947-70E740481C1C}">
                  <a14:useLocalDpi xmlns:a14="http://schemas.microsoft.com/office/drawing/2010/main" val="0"/>
                </a:ext>
                <a:ext uri="{96DAC541-7B7A-43D3-8B79-37D633B846F1}">
                  <asvg:svgBlip xmlns:asvg="http://schemas.microsoft.com/office/drawing/2016/SVG/main" r:embed="rId8"/>
                </a:ext>
              </a:extLst>
            </a:blip>
            <a:stretch>
              <a:fillRect/>
            </a:stretch>
          </p:blipFill>
          <p:spPr>
            <a:xfrm>
              <a:off x="9866947" y="2964265"/>
              <a:ext cx="498657" cy="412221"/>
            </a:xfrm>
            <a:prstGeom prst="rect">
              <a:avLst/>
            </a:prstGeom>
          </p:spPr>
        </p:pic>
        <p:sp>
          <p:nvSpPr>
            <p:cNvPr id="54" name="文本框 53">
              <a:extLst>
                <a:ext uri="{FF2B5EF4-FFF2-40B4-BE49-F238E27FC236}">
                  <a16:creationId xmlns:a16="http://schemas.microsoft.com/office/drawing/2014/main" id="{E2C66F9E-C2BB-47E8-8ADA-1F46DAD38F98}"/>
                </a:ext>
              </a:extLst>
            </p:cNvPr>
            <p:cNvSpPr txBox="1"/>
            <p:nvPr/>
          </p:nvSpPr>
          <p:spPr>
            <a:xfrm>
              <a:off x="6235527" y="3567200"/>
              <a:ext cx="429385" cy="369332"/>
            </a:xfrm>
            <a:prstGeom prst="rect">
              <a:avLst/>
            </a:prstGeom>
            <a:noFill/>
          </p:spPr>
          <p:txBody>
            <a:bodyPr wrap="square" rtlCol="0">
              <a:spAutoFit/>
            </a:bodyPr>
            <a:lstStyle/>
            <a:p>
              <a:pPr algn="ctr"/>
              <a:r>
                <a:rPr lang="en-US" altLang="zh-CN" b="1" dirty="0"/>
                <a:t>R1</a:t>
              </a:r>
              <a:endParaRPr lang="zh-CN" altLang="en-US" b="1" dirty="0"/>
            </a:p>
          </p:txBody>
        </p:sp>
        <p:sp>
          <p:nvSpPr>
            <p:cNvPr id="55" name="文本框 54">
              <a:extLst>
                <a:ext uri="{FF2B5EF4-FFF2-40B4-BE49-F238E27FC236}">
                  <a16:creationId xmlns:a16="http://schemas.microsoft.com/office/drawing/2014/main" id="{85AA7D8A-EDF9-471E-BC02-2C72BA3EF0F3}"/>
                </a:ext>
              </a:extLst>
            </p:cNvPr>
            <p:cNvSpPr txBox="1"/>
            <p:nvPr/>
          </p:nvSpPr>
          <p:spPr>
            <a:xfrm>
              <a:off x="7662144" y="2671817"/>
              <a:ext cx="429385" cy="369332"/>
            </a:xfrm>
            <a:prstGeom prst="rect">
              <a:avLst/>
            </a:prstGeom>
            <a:noFill/>
          </p:spPr>
          <p:txBody>
            <a:bodyPr wrap="square" rtlCol="0">
              <a:spAutoFit/>
            </a:bodyPr>
            <a:lstStyle/>
            <a:p>
              <a:pPr algn="ctr"/>
              <a:r>
                <a:rPr lang="en-US" altLang="zh-CN" b="1" dirty="0"/>
                <a:t>R2</a:t>
              </a:r>
              <a:endParaRPr lang="zh-CN" altLang="en-US" b="1" dirty="0"/>
            </a:p>
          </p:txBody>
        </p:sp>
        <p:sp>
          <p:nvSpPr>
            <p:cNvPr id="56" name="文本框 55">
              <a:extLst>
                <a:ext uri="{FF2B5EF4-FFF2-40B4-BE49-F238E27FC236}">
                  <a16:creationId xmlns:a16="http://schemas.microsoft.com/office/drawing/2014/main" id="{9FE93926-02B3-429A-8BE1-4F1C3AFDA7EB}"/>
                </a:ext>
              </a:extLst>
            </p:cNvPr>
            <p:cNvSpPr txBox="1"/>
            <p:nvPr/>
          </p:nvSpPr>
          <p:spPr>
            <a:xfrm>
              <a:off x="9515500" y="3041149"/>
              <a:ext cx="429385" cy="369332"/>
            </a:xfrm>
            <a:prstGeom prst="rect">
              <a:avLst/>
            </a:prstGeom>
            <a:noFill/>
          </p:spPr>
          <p:txBody>
            <a:bodyPr wrap="square" rtlCol="0">
              <a:spAutoFit/>
            </a:bodyPr>
            <a:lstStyle/>
            <a:p>
              <a:pPr algn="ctr"/>
              <a:r>
                <a:rPr lang="en-US" altLang="zh-CN" b="1" dirty="0"/>
                <a:t>R3</a:t>
              </a:r>
              <a:endParaRPr lang="zh-CN" altLang="en-US" b="1" dirty="0"/>
            </a:p>
          </p:txBody>
        </p:sp>
        <p:sp>
          <p:nvSpPr>
            <p:cNvPr id="57" name="文本框 56">
              <a:extLst>
                <a:ext uri="{FF2B5EF4-FFF2-40B4-BE49-F238E27FC236}">
                  <a16:creationId xmlns:a16="http://schemas.microsoft.com/office/drawing/2014/main" id="{B823DEDD-CE96-4ED6-A8DE-946946C2F05B}"/>
                </a:ext>
              </a:extLst>
            </p:cNvPr>
            <p:cNvSpPr txBox="1"/>
            <p:nvPr/>
          </p:nvSpPr>
          <p:spPr>
            <a:xfrm>
              <a:off x="8829382" y="3930075"/>
              <a:ext cx="429385" cy="369332"/>
            </a:xfrm>
            <a:prstGeom prst="rect">
              <a:avLst/>
            </a:prstGeom>
            <a:noFill/>
          </p:spPr>
          <p:txBody>
            <a:bodyPr wrap="square" rtlCol="0">
              <a:spAutoFit/>
            </a:bodyPr>
            <a:lstStyle/>
            <a:p>
              <a:pPr algn="ctr"/>
              <a:r>
                <a:rPr lang="en-US" altLang="zh-CN" b="1" dirty="0"/>
                <a:t>R4</a:t>
              </a:r>
              <a:endParaRPr lang="zh-CN" altLang="en-US" b="1" dirty="0"/>
            </a:p>
          </p:txBody>
        </p:sp>
        <p:sp>
          <p:nvSpPr>
            <p:cNvPr id="58" name="文本框 57">
              <a:extLst>
                <a:ext uri="{FF2B5EF4-FFF2-40B4-BE49-F238E27FC236}">
                  <a16:creationId xmlns:a16="http://schemas.microsoft.com/office/drawing/2014/main" id="{45483B26-707A-4AD8-8E73-D7D9D4442AEB}"/>
                </a:ext>
              </a:extLst>
            </p:cNvPr>
            <p:cNvSpPr txBox="1"/>
            <p:nvPr/>
          </p:nvSpPr>
          <p:spPr>
            <a:xfrm>
              <a:off x="7662144" y="4175686"/>
              <a:ext cx="429385" cy="369332"/>
            </a:xfrm>
            <a:prstGeom prst="rect">
              <a:avLst/>
            </a:prstGeom>
            <a:noFill/>
          </p:spPr>
          <p:txBody>
            <a:bodyPr wrap="square" rtlCol="0">
              <a:spAutoFit/>
            </a:bodyPr>
            <a:lstStyle/>
            <a:p>
              <a:pPr algn="ctr"/>
              <a:r>
                <a:rPr lang="en-US" altLang="zh-CN" b="1" dirty="0"/>
                <a:t>R5</a:t>
              </a:r>
              <a:endParaRPr lang="zh-CN" altLang="en-US" b="1" dirty="0"/>
            </a:p>
          </p:txBody>
        </p:sp>
        <p:cxnSp>
          <p:nvCxnSpPr>
            <p:cNvPr id="59" name="直接连接符 58">
              <a:extLst>
                <a:ext uri="{FF2B5EF4-FFF2-40B4-BE49-F238E27FC236}">
                  <a16:creationId xmlns:a16="http://schemas.microsoft.com/office/drawing/2014/main" id="{E253FC98-D665-421D-85D7-C859D1883B0F}"/>
                </a:ext>
              </a:extLst>
            </p:cNvPr>
            <p:cNvCxnSpPr/>
            <p:nvPr/>
          </p:nvCxnSpPr>
          <p:spPr>
            <a:xfrm>
              <a:off x="5196949" y="3410481"/>
              <a:ext cx="1038578" cy="0"/>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60" name="直接连接符 59">
              <a:extLst>
                <a:ext uri="{FF2B5EF4-FFF2-40B4-BE49-F238E27FC236}">
                  <a16:creationId xmlns:a16="http://schemas.microsoft.com/office/drawing/2014/main" id="{9C6A5121-0839-40A3-83D9-D008F5DFE8F8}"/>
                </a:ext>
              </a:extLst>
            </p:cNvPr>
            <p:cNvCxnSpPr/>
            <p:nvPr/>
          </p:nvCxnSpPr>
          <p:spPr>
            <a:xfrm>
              <a:off x="10365604" y="3170375"/>
              <a:ext cx="1038578" cy="0"/>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61" name="直接连接符 60">
              <a:extLst>
                <a:ext uri="{FF2B5EF4-FFF2-40B4-BE49-F238E27FC236}">
                  <a16:creationId xmlns:a16="http://schemas.microsoft.com/office/drawing/2014/main" id="{DBD992BC-AAD6-4EDD-9920-2634B159BA80}"/>
                </a:ext>
              </a:extLst>
            </p:cNvPr>
            <p:cNvCxnSpPr>
              <a:cxnSpLocks/>
            </p:cNvCxnSpPr>
            <p:nvPr/>
          </p:nvCxnSpPr>
          <p:spPr>
            <a:xfrm flipH="1">
              <a:off x="7121224" y="4608107"/>
              <a:ext cx="549110" cy="704089"/>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pic>
          <p:nvPicPr>
            <p:cNvPr id="62" name="图形 61">
              <a:extLst>
                <a:ext uri="{FF2B5EF4-FFF2-40B4-BE49-F238E27FC236}">
                  <a16:creationId xmlns:a16="http://schemas.microsoft.com/office/drawing/2014/main" id="{FD905A5E-EA08-4A31-9972-26C16ED4E736}"/>
                </a:ext>
              </a:extLst>
            </p:cNvPr>
            <p:cNvPicPr>
              <a:picLocks noChangeAspect="1"/>
            </p:cNvPicPr>
            <p:nvPr/>
          </p:nvPicPr>
          <p:blipFill>
            <a:blip r:embed="rId9">
              <a:extLst>
                <a:ext uri="{28A0092B-C50C-407E-A947-70E740481C1C}">
                  <a14:useLocalDpi xmlns:a14="http://schemas.microsoft.com/office/drawing/2010/main" val="0"/>
                </a:ext>
                <a:ext uri="{96DAC541-7B7A-43D3-8B79-37D633B846F1}">
                  <asvg:svgBlip xmlns:asvg="http://schemas.microsoft.com/office/drawing/2016/SVG/main" r:embed="rId10"/>
                </a:ext>
              </a:extLst>
            </a:blip>
            <a:stretch>
              <a:fillRect/>
            </a:stretch>
          </p:blipFill>
          <p:spPr>
            <a:xfrm>
              <a:off x="6841302" y="5310957"/>
              <a:ext cx="464267" cy="576035"/>
            </a:xfrm>
            <a:prstGeom prst="rect">
              <a:avLst/>
            </a:prstGeom>
          </p:spPr>
        </p:pic>
        <p:pic>
          <p:nvPicPr>
            <p:cNvPr id="63" name="图形 62">
              <a:extLst>
                <a:ext uri="{FF2B5EF4-FFF2-40B4-BE49-F238E27FC236}">
                  <a16:creationId xmlns:a16="http://schemas.microsoft.com/office/drawing/2014/main" id="{D61ECE08-B80B-445C-AB4D-71EA25E4C0C8}"/>
                </a:ext>
              </a:extLst>
            </p:cNvPr>
            <p:cNvPicPr>
              <a:picLocks noChangeAspect="1"/>
            </p:cNvPicPr>
            <p:nvPr/>
          </p:nvPicPr>
          <p:blipFill>
            <a:blip r:embed="rId7" cstate="print">
              <a:extLst>
                <a:ext uri="{28A0092B-C50C-407E-A947-70E740481C1C}">
                  <a14:useLocalDpi xmlns:a14="http://schemas.microsoft.com/office/drawing/2010/main" val="0"/>
                </a:ext>
                <a:ext uri="{96DAC541-7B7A-43D3-8B79-37D633B846F1}">
                  <asvg:svgBlip xmlns:asvg="http://schemas.microsoft.com/office/drawing/2016/SVG/main" r:embed="rId8"/>
                </a:ext>
              </a:extLst>
            </a:blip>
            <a:stretch>
              <a:fillRect/>
            </a:stretch>
          </p:blipFill>
          <p:spPr>
            <a:xfrm>
              <a:off x="7350401" y="4478232"/>
              <a:ext cx="498657" cy="412221"/>
            </a:xfrm>
            <a:prstGeom prst="rect">
              <a:avLst/>
            </a:prstGeom>
          </p:spPr>
        </p:pic>
        <p:cxnSp>
          <p:nvCxnSpPr>
            <p:cNvPr id="64" name="直接连接符 63">
              <a:extLst>
                <a:ext uri="{FF2B5EF4-FFF2-40B4-BE49-F238E27FC236}">
                  <a16:creationId xmlns:a16="http://schemas.microsoft.com/office/drawing/2014/main" id="{67065917-652A-4BD7-92A7-23AF57FAF70B}"/>
                </a:ext>
              </a:extLst>
            </p:cNvPr>
            <p:cNvCxnSpPr>
              <a:cxnSpLocks/>
            </p:cNvCxnSpPr>
            <p:nvPr/>
          </p:nvCxnSpPr>
          <p:spPr>
            <a:xfrm>
              <a:off x="9440126" y="4267718"/>
              <a:ext cx="810210" cy="620130"/>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pic>
          <p:nvPicPr>
            <p:cNvPr id="65" name="图形 64">
              <a:extLst>
                <a:ext uri="{FF2B5EF4-FFF2-40B4-BE49-F238E27FC236}">
                  <a16:creationId xmlns:a16="http://schemas.microsoft.com/office/drawing/2014/main" id="{F2FF53AD-BE95-447D-A8B0-046BCC825037}"/>
                </a:ext>
              </a:extLst>
            </p:cNvPr>
            <p:cNvPicPr>
              <a:picLocks noChangeAspect="1"/>
            </p:cNvPicPr>
            <p:nvPr/>
          </p:nvPicPr>
          <p:blipFill>
            <a:blip r:embed="rId11">
              <a:extLst>
                <a:ext uri="{28A0092B-C50C-407E-A947-70E740481C1C}">
                  <a14:useLocalDpi xmlns:a14="http://schemas.microsoft.com/office/drawing/2010/main" val="0"/>
                </a:ext>
                <a:ext uri="{96DAC541-7B7A-43D3-8B79-37D633B846F1}">
                  <asvg:svgBlip xmlns:asvg="http://schemas.microsoft.com/office/drawing/2016/SVG/main" r:embed="rId12"/>
                </a:ext>
              </a:extLst>
            </a:blip>
            <a:stretch>
              <a:fillRect/>
            </a:stretch>
          </p:blipFill>
          <p:spPr>
            <a:xfrm>
              <a:off x="10087227" y="4642575"/>
              <a:ext cx="498657" cy="558839"/>
            </a:xfrm>
            <a:prstGeom prst="rect">
              <a:avLst/>
            </a:prstGeom>
          </p:spPr>
        </p:pic>
        <p:pic>
          <p:nvPicPr>
            <p:cNvPr id="66" name="图形 65">
              <a:extLst>
                <a:ext uri="{FF2B5EF4-FFF2-40B4-BE49-F238E27FC236}">
                  <a16:creationId xmlns:a16="http://schemas.microsoft.com/office/drawing/2014/main" id="{AAB7D37B-548B-42B2-89CB-79B0AEA18544}"/>
                </a:ext>
              </a:extLst>
            </p:cNvPr>
            <p:cNvPicPr>
              <a:picLocks noChangeAspect="1"/>
            </p:cNvPicPr>
            <p:nvPr/>
          </p:nvPicPr>
          <p:blipFill>
            <a:blip r:embed="rId7" cstate="print">
              <a:extLst>
                <a:ext uri="{28A0092B-C50C-407E-A947-70E740481C1C}">
                  <a14:useLocalDpi xmlns:a14="http://schemas.microsoft.com/office/drawing/2010/main" val="0"/>
                </a:ext>
                <a:ext uri="{96DAC541-7B7A-43D3-8B79-37D633B846F1}">
                  <asvg:svgBlip xmlns:asvg="http://schemas.microsoft.com/office/drawing/2016/SVG/main" r:embed="rId8"/>
                </a:ext>
              </a:extLst>
            </a:blip>
            <a:stretch>
              <a:fillRect/>
            </a:stretch>
          </p:blipFill>
          <p:spPr>
            <a:xfrm>
              <a:off x="9173397" y="4106754"/>
              <a:ext cx="498657" cy="412221"/>
            </a:xfrm>
            <a:prstGeom prst="rect">
              <a:avLst/>
            </a:prstGeom>
          </p:spPr>
        </p:pic>
        <p:cxnSp>
          <p:nvCxnSpPr>
            <p:cNvPr id="67" name="直接连接符 66">
              <a:extLst>
                <a:ext uri="{FF2B5EF4-FFF2-40B4-BE49-F238E27FC236}">
                  <a16:creationId xmlns:a16="http://schemas.microsoft.com/office/drawing/2014/main" id="{0FAE4F00-3E85-46DC-8923-9E3915EAE059}"/>
                </a:ext>
              </a:extLst>
            </p:cNvPr>
            <p:cNvCxnSpPr>
              <a:cxnSpLocks/>
            </p:cNvCxnSpPr>
            <p:nvPr/>
          </p:nvCxnSpPr>
          <p:spPr>
            <a:xfrm>
              <a:off x="8134330" y="1648452"/>
              <a:ext cx="0" cy="828038"/>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pic>
          <p:nvPicPr>
            <p:cNvPr id="68" name="图形 67">
              <a:extLst>
                <a:ext uri="{FF2B5EF4-FFF2-40B4-BE49-F238E27FC236}">
                  <a16:creationId xmlns:a16="http://schemas.microsoft.com/office/drawing/2014/main" id="{E3865CE5-78BB-4623-A982-780311E853D5}"/>
                </a:ext>
              </a:extLst>
            </p:cNvPr>
            <p:cNvPicPr>
              <a:picLocks noChangeAspect="1"/>
            </p:cNvPicPr>
            <p:nvPr/>
          </p:nvPicPr>
          <p:blipFill>
            <a:blip r:embed="rId13">
              <a:extLst>
                <a:ext uri="{28A0092B-C50C-407E-A947-70E740481C1C}">
                  <a14:useLocalDpi xmlns:a14="http://schemas.microsoft.com/office/drawing/2010/main" val="0"/>
                </a:ext>
                <a:ext uri="{96DAC541-7B7A-43D3-8B79-37D633B846F1}">
                  <asvg:svgBlip xmlns:asvg="http://schemas.microsoft.com/office/drawing/2016/SVG/main" r:embed="rId14"/>
                </a:ext>
              </a:extLst>
            </a:blip>
            <a:stretch>
              <a:fillRect/>
            </a:stretch>
          </p:blipFill>
          <p:spPr>
            <a:xfrm>
              <a:off x="7949906" y="1430515"/>
              <a:ext cx="412681" cy="541644"/>
            </a:xfrm>
            <a:prstGeom prst="rect">
              <a:avLst/>
            </a:prstGeom>
          </p:spPr>
        </p:pic>
        <p:pic>
          <p:nvPicPr>
            <p:cNvPr id="69" name="图形 68">
              <a:extLst>
                <a:ext uri="{FF2B5EF4-FFF2-40B4-BE49-F238E27FC236}">
                  <a16:creationId xmlns:a16="http://schemas.microsoft.com/office/drawing/2014/main" id="{D4A0F4BC-0BDA-46B2-80D6-9B576D172338}"/>
                </a:ext>
              </a:extLst>
            </p:cNvPr>
            <p:cNvPicPr>
              <a:picLocks noChangeAspect="1"/>
            </p:cNvPicPr>
            <p:nvPr/>
          </p:nvPicPr>
          <p:blipFill>
            <a:blip r:embed="rId7" cstate="print">
              <a:extLst>
                <a:ext uri="{28A0092B-C50C-407E-A947-70E740481C1C}">
                  <a14:useLocalDpi xmlns:a14="http://schemas.microsoft.com/office/drawing/2010/main" val="0"/>
                </a:ext>
                <a:ext uri="{96DAC541-7B7A-43D3-8B79-37D633B846F1}">
                  <asvg:svgBlip xmlns:asvg="http://schemas.microsoft.com/office/drawing/2016/SVG/main" r:embed="rId8"/>
                </a:ext>
              </a:extLst>
            </a:blip>
            <a:stretch>
              <a:fillRect/>
            </a:stretch>
          </p:blipFill>
          <p:spPr>
            <a:xfrm>
              <a:off x="7906919" y="2350594"/>
              <a:ext cx="498657" cy="412221"/>
            </a:xfrm>
            <a:prstGeom prst="rect">
              <a:avLst/>
            </a:prstGeom>
          </p:spPr>
        </p:pic>
        <p:sp>
          <p:nvSpPr>
            <p:cNvPr id="70" name="文本框 69">
              <a:extLst>
                <a:ext uri="{FF2B5EF4-FFF2-40B4-BE49-F238E27FC236}">
                  <a16:creationId xmlns:a16="http://schemas.microsoft.com/office/drawing/2014/main" id="{EE632F00-BDC1-4935-9306-1EEA92DBD1D9}"/>
                </a:ext>
              </a:extLst>
            </p:cNvPr>
            <p:cNvSpPr txBox="1"/>
            <p:nvPr/>
          </p:nvSpPr>
          <p:spPr>
            <a:xfrm>
              <a:off x="4786514" y="3590740"/>
              <a:ext cx="429385" cy="369332"/>
            </a:xfrm>
            <a:prstGeom prst="rect">
              <a:avLst/>
            </a:prstGeom>
            <a:noFill/>
          </p:spPr>
          <p:txBody>
            <a:bodyPr wrap="square" rtlCol="0">
              <a:spAutoFit/>
            </a:bodyPr>
            <a:lstStyle/>
            <a:p>
              <a:pPr algn="ctr"/>
              <a:r>
                <a:rPr lang="en-US" altLang="zh-CN" b="1" dirty="0"/>
                <a:t>H1</a:t>
              </a:r>
              <a:endParaRPr lang="zh-CN" altLang="en-US" b="1" dirty="0"/>
            </a:p>
          </p:txBody>
        </p:sp>
        <p:sp>
          <p:nvSpPr>
            <p:cNvPr id="71" name="文本框 70">
              <a:extLst>
                <a:ext uri="{FF2B5EF4-FFF2-40B4-BE49-F238E27FC236}">
                  <a16:creationId xmlns:a16="http://schemas.microsoft.com/office/drawing/2014/main" id="{F5131637-5A7E-4249-8D84-2E2CE3F98A34}"/>
                </a:ext>
              </a:extLst>
            </p:cNvPr>
            <p:cNvSpPr txBox="1"/>
            <p:nvPr/>
          </p:nvSpPr>
          <p:spPr>
            <a:xfrm>
              <a:off x="8368801" y="1472306"/>
              <a:ext cx="429385" cy="369332"/>
            </a:xfrm>
            <a:prstGeom prst="rect">
              <a:avLst/>
            </a:prstGeom>
            <a:noFill/>
          </p:spPr>
          <p:txBody>
            <a:bodyPr wrap="square" rtlCol="0">
              <a:spAutoFit/>
            </a:bodyPr>
            <a:lstStyle/>
            <a:p>
              <a:pPr algn="ctr"/>
              <a:r>
                <a:rPr lang="en-US" altLang="zh-CN" b="1" dirty="0"/>
                <a:t>H2</a:t>
              </a:r>
              <a:endParaRPr lang="zh-CN" altLang="en-US" b="1" dirty="0"/>
            </a:p>
          </p:txBody>
        </p:sp>
        <p:sp>
          <p:nvSpPr>
            <p:cNvPr id="72" name="文本框 71">
              <a:extLst>
                <a:ext uri="{FF2B5EF4-FFF2-40B4-BE49-F238E27FC236}">
                  <a16:creationId xmlns:a16="http://schemas.microsoft.com/office/drawing/2014/main" id="{392FEB6B-E5B2-427E-B3C2-EAD0790E6AB9}"/>
                </a:ext>
              </a:extLst>
            </p:cNvPr>
            <p:cNvSpPr txBox="1"/>
            <p:nvPr/>
          </p:nvSpPr>
          <p:spPr>
            <a:xfrm>
              <a:off x="11438817" y="3397931"/>
              <a:ext cx="429385" cy="369332"/>
            </a:xfrm>
            <a:prstGeom prst="rect">
              <a:avLst/>
            </a:prstGeom>
            <a:noFill/>
          </p:spPr>
          <p:txBody>
            <a:bodyPr wrap="square" rtlCol="0">
              <a:spAutoFit/>
            </a:bodyPr>
            <a:lstStyle/>
            <a:p>
              <a:pPr algn="ctr"/>
              <a:r>
                <a:rPr lang="en-US" altLang="zh-CN" b="1" dirty="0"/>
                <a:t>H3</a:t>
              </a:r>
              <a:endParaRPr lang="zh-CN" altLang="en-US" b="1" dirty="0"/>
            </a:p>
          </p:txBody>
        </p:sp>
        <p:sp>
          <p:nvSpPr>
            <p:cNvPr id="73" name="文本框 72">
              <a:extLst>
                <a:ext uri="{FF2B5EF4-FFF2-40B4-BE49-F238E27FC236}">
                  <a16:creationId xmlns:a16="http://schemas.microsoft.com/office/drawing/2014/main" id="{F4F25552-EFE0-4E05-94A7-3F4FF57CFD57}"/>
                </a:ext>
              </a:extLst>
            </p:cNvPr>
            <p:cNvSpPr txBox="1"/>
            <p:nvPr/>
          </p:nvSpPr>
          <p:spPr>
            <a:xfrm>
              <a:off x="10083732" y="5190196"/>
              <a:ext cx="429385" cy="369332"/>
            </a:xfrm>
            <a:prstGeom prst="rect">
              <a:avLst/>
            </a:prstGeom>
            <a:noFill/>
          </p:spPr>
          <p:txBody>
            <a:bodyPr wrap="square" rtlCol="0">
              <a:spAutoFit/>
            </a:bodyPr>
            <a:lstStyle/>
            <a:p>
              <a:pPr algn="ctr"/>
              <a:r>
                <a:rPr lang="en-US" altLang="zh-CN" b="1" dirty="0"/>
                <a:t>H4</a:t>
              </a:r>
              <a:endParaRPr lang="zh-CN" altLang="en-US" b="1" dirty="0"/>
            </a:p>
          </p:txBody>
        </p:sp>
        <p:sp>
          <p:nvSpPr>
            <p:cNvPr id="74" name="文本框 73">
              <a:extLst>
                <a:ext uri="{FF2B5EF4-FFF2-40B4-BE49-F238E27FC236}">
                  <a16:creationId xmlns:a16="http://schemas.microsoft.com/office/drawing/2014/main" id="{2F2D4830-205E-4B2C-867F-AB3A11CAA3B6}"/>
                </a:ext>
              </a:extLst>
            </p:cNvPr>
            <p:cNvSpPr txBox="1"/>
            <p:nvPr/>
          </p:nvSpPr>
          <p:spPr>
            <a:xfrm>
              <a:off x="7275560" y="5401853"/>
              <a:ext cx="429385" cy="369332"/>
            </a:xfrm>
            <a:prstGeom prst="rect">
              <a:avLst/>
            </a:prstGeom>
            <a:noFill/>
          </p:spPr>
          <p:txBody>
            <a:bodyPr wrap="square" rtlCol="0">
              <a:spAutoFit/>
            </a:bodyPr>
            <a:lstStyle/>
            <a:p>
              <a:pPr algn="ctr"/>
              <a:r>
                <a:rPr lang="en-US" altLang="zh-CN" b="1" dirty="0"/>
                <a:t>H5</a:t>
              </a:r>
              <a:endParaRPr lang="zh-CN" altLang="en-US" b="1" dirty="0"/>
            </a:p>
          </p:txBody>
        </p:sp>
      </p:grpSp>
      <p:sp>
        <p:nvSpPr>
          <p:cNvPr id="76" name="矩形 75">
            <a:extLst>
              <a:ext uri="{FF2B5EF4-FFF2-40B4-BE49-F238E27FC236}">
                <a16:creationId xmlns:a16="http://schemas.microsoft.com/office/drawing/2014/main" id="{1A7E5EA6-D880-48D9-8D73-1573B45B2B2B}"/>
              </a:ext>
            </a:extLst>
          </p:cNvPr>
          <p:cNvSpPr/>
          <p:nvPr/>
        </p:nvSpPr>
        <p:spPr>
          <a:xfrm>
            <a:off x="1787139" y="4098426"/>
            <a:ext cx="2170878" cy="506538"/>
          </a:xfrm>
          <a:prstGeom prst="rect">
            <a:avLst/>
          </a:prstGeom>
          <a:solidFill>
            <a:schemeClr val="accent3"/>
          </a:solidFill>
          <a:ln>
            <a:solidFill>
              <a:schemeClr val="tx1"/>
            </a:solidFill>
          </a:ln>
        </p:spPr>
        <p:style>
          <a:lnRef idx="2">
            <a:schemeClr val="accent3">
              <a:shade val="50000"/>
            </a:schemeClr>
          </a:lnRef>
          <a:fillRef idx="1">
            <a:schemeClr val="accent3"/>
          </a:fillRef>
          <a:effectRef idx="0">
            <a:schemeClr val="accent3"/>
          </a:effectRef>
          <a:fontRef idx="minor">
            <a:schemeClr val="lt1"/>
          </a:fontRef>
        </p:style>
        <p:txBody>
          <a:bodyPr rtlCol="0" anchor="ctr"/>
          <a:lstStyle/>
          <a:p>
            <a:pPr algn="ctr"/>
            <a:r>
              <a:rPr lang="zh-CN" altLang="en-US" b="1" dirty="0"/>
              <a:t>分组失序</a:t>
            </a:r>
          </a:p>
        </p:txBody>
      </p:sp>
      <p:sp>
        <p:nvSpPr>
          <p:cNvPr id="78" name="envelope_151601">
            <a:extLst>
              <a:ext uri="{FF2B5EF4-FFF2-40B4-BE49-F238E27FC236}">
                <a16:creationId xmlns:a16="http://schemas.microsoft.com/office/drawing/2014/main" id="{2BEFD442-3BC7-416C-B8A2-26233ED81EAC}"/>
              </a:ext>
            </a:extLst>
          </p:cNvPr>
          <p:cNvSpPr/>
          <p:nvPr/>
        </p:nvSpPr>
        <p:spPr>
          <a:xfrm>
            <a:off x="4227384" y="3164482"/>
            <a:ext cx="334836" cy="217940"/>
          </a:xfrm>
          <a:custGeom>
            <a:avLst/>
            <a:gdLst>
              <a:gd name="connsiteX0" fmla="*/ 0 w 605169"/>
              <a:gd name="connsiteY0" fmla="*/ 60333 h 393896"/>
              <a:gd name="connsiteX1" fmla="*/ 124371 w 605169"/>
              <a:gd name="connsiteY1" fmla="*/ 146783 h 393896"/>
              <a:gd name="connsiteX2" fmla="*/ 302584 w 605169"/>
              <a:gd name="connsiteY2" fmla="*/ 272032 h 393896"/>
              <a:gd name="connsiteX3" fmla="*/ 480798 w 605169"/>
              <a:gd name="connsiteY3" fmla="*/ 146783 h 393896"/>
              <a:gd name="connsiteX4" fmla="*/ 605169 w 605169"/>
              <a:gd name="connsiteY4" fmla="*/ 60333 h 393896"/>
              <a:gd name="connsiteX5" fmla="*/ 605169 w 605169"/>
              <a:gd name="connsiteY5" fmla="*/ 393896 h 393896"/>
              <a:gd name="connsiteX6" fmla="*/ 0 w 605169"/>
              <a:gd name="connsiteY6" fmla="*/ 393896 h 393896"/>
              <a:gd name="connsiteX7" fmla="*/ 0 w 605169"/>
              <a:gd name="connsiteY7" fmla="*/ 0 h 393896"/>
              <a:gd name="connsiteX8" fmla="*/ 605169 w 605169"/>
              <a:gd name="connsiteY8" fmla="*/ 0 h 393896"/>
              <a:gd name="connsiteX9" fmla="*/ 605169 w 605169"/>
              <a:gd name="connsiteY9" fmla="*/ 19653 h 393896"/>
              <a:gd name="connsiteX10" fmla="*/ 302584 w 605169"/>
              <a:gd name="connsiteY10" fmla="*/ 230114 h 393896"/>
              <a:gd name="connsiteX11" fmla="*/ 0 w 605169"/>
              <a:gd name="connsiteY11" fmla="*/ 19653 h 393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605169" h="393896">
                <a:moveTo>
                  <a:pt x="0" y="60333"/>
                </a:moveTo>
                <a:lnTo>
                  <a:pt x="124371" y="146783"/>
                </a:lnTo>
                <a:lnTo>
                  <a:pt x="302584" y="272032"/>
                </a:lnTo>
                <a:lnTo>
                  <a:pt x="480798" y="146783"/>
                </a:lnTo>
                <a:lnTo>
                  <a:pt x="605169" y="60333"/>
                </a:lnTo>
                <a:lnTo>
                  <a:pt x="605169" y="393896"/>
                </a:lnTo>
                <a:lnTo>
                  <a:pt x="0" y="393896"/>
                </a:lnTo>
                <a:close/>
                <a:moveTo>
                  <a:pt x="0" y="0"/>
                </a:moveTo>
                <a:lnTo>
                  <a:pt x="605169" y="0"/>
                </a:lnTo>
                <a:lnTo>
                  <a:pt x="605169" y="19653"/>
                </a:lnTo>
                <a:lnTo>
                  <a:pt x="302584" y="230114"/>
                </a:lnTo>
                <a:lnTo>
                  <a:pt x="0" y="19653"/>
                </a:lnTo>
                <a:close/>
              </a:path>
            </a:pathLst>
          </a:custGeom>
          <a:solidFill>
            <a:schemeClr val="accent4"/>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zh-CN"/>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a:p>
        </p:txBody>
      </p:sp>
      <p:sp>
        <p:nvSpPr>
          <p:cNvPr id="77" name="envelope_151601">
            <a:extLst>
              <a:ext uri="{FF2B5EF4-FFF2-40B4-BE49-F238E27FC236}">
                <a16:creationId xmlns:a16="http://schemas.microsoft.com/office/drawing/2014/main" id="{FFF762A4-FD66-457D-8440-771B1EFAAFF2}"/>
              </a:ext>
            </a:extLst>
          </p:cNvPr>
          <p:cNvSpPr/>
          <p:nvPr/>
        </p:nvSpPr>
        <p:spPr>
          <a:xfrm>
            <a:off x="4594870" y="3164482"/>
            <a:ext cx="334836" cy="217940"/>
          </a:xfrm>
          <a:custGeom>
            <a:avLst/>
            <a:gdLst>
              <a:gd name="connsiteX0" fmla="*/ 0 w 605169"/>
              <a:gd name="connsiteY0" fmla="*/ 60333 h 393896"/>
              <a:gd name="connsiteX1" fmla="*/ 124371 w 605169"/>
              <a:gd name="connsiteY1" fmla="*/ 146783 h 393896"/>
              <a:gd name="connsiteX2" fmla="*/ 302584 w 605169"/>
              <a:gd name="connsiteY2" fmla="*/ 272032 h 393896"/>
              <a:gd name="connsiteX3" fmla="*/ 480798 w 605169"/>
              <a:gd name="connsiteY3" fmla="*/ 146783 h 393896"/>
              <a:gd name="connsiteX4" fmla="*/ 605169 w 605169"/>
              <a:gd name="connsiteY4" fmla="*/ 60333 h 393896"/>
              <a:gd name="connsiteX5" fmla="*/ 605169 w 605169"/>
              <a:gd name="connsiteY5" fmla="*/ 393896 h 393896"/>
              <a:gd name="connsiteX6" fmla="*/ 0 w 605169"/>
              <a:gd name="connsiteY6" fmla="*/ 393896 h 393896"/>
              <a:gd name="connsiteX7" fmla="*/ 0 w 605169"/>
              <a:gd name="connsiteY7" fmla="*/ 0 h 393896"/>
              <a:gd name="connsiteX8" fmla="*/ 605169 w 605169"/>
              <a:gd name="connsiteY8" fmla="*/ 0 h 393896"/>
              <a:gd name="connsiteX9" fmla="*/ 605169 w 605169"/>
              <a:gd name="connsiteY9" fmla="*/ 19653 h 393896"/>
              <a:gd name="connsiteX10" fmla="*/ 302584 w 605169"/>
              <a:gd name="connsiteY10" fmla="*/ 230114 h 393896"/>
              <a:gd name="connsiteX11" fmla="*/ 0 w 605169"/>
              <a:gd name="connsiteY11" fmla="*/ 19653 h 393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605169" h="393896">
                <a:moveTo>
                  <a:pt x="0" y="60333"/>
                </a:moveTo>
                <a:lnTo>
                  <a:pt x="124371" y="146783"/>
                </a:lnTo>
                <a:lnTo>
                  <a:pt x="302584" y="272032"/>
                </a:lnTo>
                <a:lnTo>
                  <a:pt x="480798" y="146783"/>
                </a:lnTo>
                <a:lnTo>
                  <a:pt x="605169" y="60333"/>
                </a:lnTo>
                <a:lnTo>
                  <a:pt x="605169" y="393896"/>
                </a:lnTo>
                <a:lnTo>
                  <a:pt x="0" y="393896"/>
                </a:lnTo>
                <a:close/>
                <a:moveTo>
                  <a:pt x="0" y="0"/>
                </a:moveTo>
                <a:lnTo>
                  <a:pt x="605169" y="0"/>
                </a:lnTo>
                <a:lnTo>
                  <a:pt x="605169" y="19653"/>
                </a:lnTo>
                <a:lnTo>
                  <a:pt x="302584" y="230114"/>
                </a:lnTo>
                <a:lnTo>
                  <a:pt x="0" y="19653"/>
                </a:lnTo>
                <a:close/>
              </a:path>
            </a:pathLst>
          </a:custGeom>
          <a:solidFill>
            <a:schemeClr val="accent5"/>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zh-CN"/>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a:p>
        </p:txBody>
      </p:sp>
      <p:sp>
        <p:nvSpPr>
          <p:cNvPr id="79" name="envelope_151601">
            <a:extLst>
              <a:ext uri="{FF2B5EF4-FFF2-40B4-BE49-F238E27FC236}">
                <a16:creationId xmlns:a16="http://schemas.microsoft.com/office/drawing/2014/main" id="{D0D2F897-D8E7-4C3B-8D16-6A637BEDAA0F}"/>
              </a:ext>
            </a:extLst>
          </p:cNvPr>
          <p:cNvSpPr/>
          <p:nvPr/>
        </p:nvSpPr>
        <p:spPr>
          <a:xfrm>
            <a:off x="4962356" y="3164482"/>
            <a:ext cx="334836" cy="217940"/>
          </a:xfrm>
          <a:custGeom>
            <a:avLst/>
            <a:gdLst>
              <a:gd name="connsiteX0" fmla="*/ 0 w 605169"/>
              <a:gd name="connsiteY0" fmla="*/ 60333 h 393896"/>
              <a:gd name="connsiteX1" fmla="*/ 124371 w 605169"/>
              <a:gd name="connsiteY1" fmla="*/ 146783 h 393896"/>
              <a:gd name="connsiteX2" fmla="*/ 302584 w 605169"/>
              <a:gd name="connsiteY2" fmla="*/ 272032 h 393896"/>
              <a:gd name="connsiteX3" fmla="*/ 480798 w 605169"/>
              <a:gd name="connsiteY3" fmla="*/ 146783 h 393896"/>
              <a:gd name="connsiteX4" fmla="*/ 605169 w 605169"/>
              <a:gd name="connsiteY4" fmla="*/ 60333 h 393896"/>
              <a:gd name="connsiteX5" fmla="*/ 605169 w 605169"/>
              <a:gd name="connsiteY5" fmla="*/ 393896 h 393896"/>
              <a:gd name="connsiteX6" fmla="*/ 0 w 605169"/>
              <a:gd name="connsiteY6" fmla="*/ 393896 h 393896"/>
              <a:gd name="connsiteX7" fmla="*/ 0 w 605169"/>
              <a:gd name="connsiteY7" fmla="*/ 0 h 393896"/>
              <a:gd name="connsiteX8" fmla="*/ 605169 w 605169"/>
              <a:gd name="connsiteY8" fmla="*/ 0 h 393896"/>
              <a:gd name="connsiteX9" fmla="*/ 605169 w 605169"/>
              <a:gd name="connsiteY9" fmla="*/ 19653 h 393896"/>
              <a:gd name="connsiteX10" fmla="*/ 302584 w 605169"/>
              <a:gd name="connsiteY10" fmla="*/ 230114 h 393896"/>
              <a:gd name="connsiteX11" fmla="*/ 0 w 605169"/>
              <a:gd name="connsiteY11" fmla="*/ 19653 h 393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605169" h="393896">
                <a:moveTo>
                  <a:pt x="0" y="60333"/>
                </a:moveTo>
                <a:lnTo>
                  <a:pt x="124371" y="146783"/>
                </a:lnTo>
                <a:lnTo>
                  <a:pt x="302584" y="272032"/>
                </a:lnTo>
                <a:lnTo>
                  <a:pt x="480798" y="146783"/>
                </a:lnTo>
                <a:lnTo>
                  <a:pt x="605169" y="60333"/>
                </a:lnTo>
                <a:lnTo>
                  <a:pt x="605169" y="393896"/>
                </a:lnTo>
                <a:lnTo>
                  <a:pt x="0" y="393896"/>
                </a:lnTo>
                <a:close/>
                <a:moveTo>
                  <a:pt x="0" y="0"/>
                </a:moveTo>
                <a:lnTo>
                  <a:pt x="605169" y="0"/>
                </a:lnTo>
                <a:lnTo>
                  <a:pt x="605169" y="19653"/>
                </a:lnTo>
                <a:lnTo>
                  <a:pt x="302584" y="230114"/>
                </a:lnTo>
                <a:lnTo>
                  <a:pt x="0" y="19653"/>
                </a:lnTo>
                <a:close/>
              </a:path>
            </a:pathLst>
          </a:custGeom>
          <a:solidFill>
            <a:schemeClr val="accent2"/>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zh-CN"/>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a:p>
        </p:txBody>
      </p:sp>
    </p:spTree>
    <p:custDataLst>
      <p:tags r:id="rId1"/>
    </p:custDataLst>
    <p:extLst>
      <p:ext uri="{BB962C8B-B14F-4D97-AF65-F5344CB8AC3E}">
        <p14:creationId xmlns:p14="http://schemas.microsoft.com/office/powerpoint/2010/main" val="1126010148"/>
      </p:ext>
    </p:extLst>
  </p:cSld>
  <p:clrMapOvr>
    <a:masterClrMapping/>
  </p:clrMapOvr>
  <mc:AlternateContent xmlns:mc="http://schemas.openxmlformats.org/markup-compatibility/2006" xmlns:p14="http://schemas.microsoft.com/office/powerpoint/2010/main">
    <mc:Choice Requires="p14">
      <p:transition p14:dur="10"/>
    </mc:Choice>
    <mc:Fallback xmlns="">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2" presetClass="entr" presetSubtype="8" fill="hold" grpId="0" nodeType="withEffect">
                                  <p:stCondLst>
                                    <p:cond delay="0"/>
                                  </p:stCondLst>
                                  <p:childTnLst>
                                    <p:set>
                                      <p:cBhvr>
                                        <p:cTn id="6" dur="1" fill="hold">
                                          <p:stCondLst>
                                            <p:cond delay="0"/>
                                          </p:stCondLst>
                                        </p:cTn>
                                        <p:tgtEl>
                                          <p:spTgt spid="76"/>
                                        </p:tgtEl>
                                        <p:attrNameLst>
                                          <p:attrName>style.visibility</p:attrName>
                                        </p:attrNameLst>
                                      </p:cBhvr>
                                      <p:to>
                                        <p:strVal val="visible"/>
                                      </p:to>
                                    </p:set>
                                    <p:animEffect transition="in" filter="wipe(left)">
                                      <p:cBhvr>
                                        <p:cTn id="7" dur="500"/>
                                        <p:tgtEl>
                                          <p:spTgt spid="76"/>
                                        </p:tgtEl>
                                      </p:cBhvr>
                                    </p:animEffect>
                                  </p:childTnLst>
                                </p:cTn>
                              </p:par>
                            </p:childTnLst>
                          </p:cTn>
                        </p:par>
                      </p:childTnLst>
                    </p:cTn>
                  </p:par>
                  <p:par>
                    <p:cTn id="8" fill="hold">
                      <p:stCondLst>
                        <p:cond delay="indefinite"/>
                      </p:stCondLst>
                      <p:childTnLst>
                        <p:par>
                          <p:cTn id="9" fill="hold">
                            <p:stCondLst>
                              <p:cond delay="0"/>
                            </p:stCondLst>
                            <p:childTnLst>
                              <p:par>
                                <p:cTn id="10" presetID="53" presetClass="entr" presetSubtype="16" fill="hold" grpId="0" nodeType="clickEffect">
                                  <p:stCondLst>
                                    <p:cond delay="0"/>
                                  </p:stCondLst>
                                  <p:childTnLst>
                                    <p:set>
                                      <p:cBhvr>
                                        <p:cTn id="11" dur="1" fill="hold">
                                          <p:stCondLst>
                                            <p:cond delay="0"/>
                                          </p:stCondLst>
                                        </p:cTn>
                                        <p:tgtEl>
                                          <p:spTgt spid="78"/>
                                        </p:tgtEl>
                                        <p:attrNameLst>
                                          <p:attrName>style.visibility</p:attrName>
                                        </p:attrNameLst>
                                      </p:cBhvr>
                                      <p:to>
                                        <p:strVal val="visible"/>
                                      </p:to>
                                    </p:set>
                                    <p:anim calcmode="lin" valueType="num">
                                      <p:cBhvr>
                                        <p:cTn id="12" dur="500" fill="hold"/>
                                        <p:tgtEl>
                                          <p:spTgt spid="78"/>
                                        </p:tgtEl>
                                        <p:attrNameLst>
                                          <p:attrName>ppt_w</p:attrName>
                                        </p:attrNameLst>
                                      </p:cBhvr>
                                      <p:tavLst>
                                        <p:tav tm="0">
                                          <p:val>
                                            <p:fltVal val="0"/>
                                          </p:val>
                                        </p:tav>
                                        <p:tav tm="100000">
                                          <p:val>
                                            <p:strVal val="#ppt_w"/>
                                          </p:val>
                                        </p:tav>
                                      </p:tavLst>
                                    </p:anim>
                                    <p:anim calcmode="lin" valueType="num">
                                      <p:cBhvr>
                                        <p:cTn id="13" dur="500" fill="hold"/>
                                        <p:tgtEl>
                                          <p:spTgt spid="78"/>
                                        </p:tgtEl>
                                        <p:attrNameLst>
                                          <p:attrName>ppt_h</p:attrName>
                                        </p:attrNameLst>
                                      </p:cBhvr>
                                      <p:tavLst>
                                        <p:tav tm="0">
                                          <p:val>
                                            <p:fltVal val="0"/>
                                          </p:val>
                                        </p:tav>
                                        <p:tav tm="100000">
                                          <p:val>
                                            <p:strVal val="#ppt_h"/>
                                          </p:val>
                                        </p:tav>
                                      </p:tavLst>
                                    </p:anim>
                                    <p:animEffect transition="in" filter="fade">
                                      <p:cBhvr>
                                        <p:cTn id="14" dur="500"/>
                                        <p:tgtEl>
                                          <p:spTgt spid="78"/>
                                        </p:tgtEl>
                                      </p:cBhvr>
                                    </p:animEffect>
                                  </p:childTnLst>
                                </p:cTn>
                              </p:par>
                              <p:par>
                                <p:cTn id="15" presetID="53" presetClass="entr" presetSubtype="16" fill="hold" grpId="0" nodeType="withEffect">
                                  <p:stCondLst>
                                    <p:cond delay="0"/>
                                  </p:stCondLst>
                                  <p:childTnLst>
                                    <p:set>
                                      <p:cBhvr>
                                        <p:cTn id="16" dur="1" fill="hold">
                                          <p:stCondLst>
                                            <p:cond delay="0"/>
                                          </p:stCondLst>
                                        </p:cTn>
                                        <p:tgtEl>
                                          <p:spTgt spid="77"/>
                                        </p:tgtEl>
                                        <p:attrNameLst>
                                          <p:attrName>style.visibility</p:attrName>
                                        </p:attrNameLst>
                                      </p:cBhvr>
                                      <p:to>
                                        <p:strVal val="visible"/>
                                      </p:to>
                                    </p:set>
                                    <p:anim calcmode="lin" valueType="num">
                                      <p:cBhvr>
                                        <p:cTn id="17" dur="500" fill="hold"/>
                                        <p:tgtEl>
                                          <p:spTgt spid="77"/>
                                        </p:tgtEl>
                                        <p:attrNameLst>
                                          <p:attrName>ppt_w</p:attrName>
                                        </p:attrNameLst>
                                      </p:cBhvr>
                                      <p:tavLst>
                                        <p:tav tm="0">
                                          <p:val>
                                            <p:fltVal val="0"/>
                                          </p:val>
                                        </p:tav>
                                        <p:tav tm="100000">
                                          <p:val>
                                            <p:strVal val="#ppt_w"/>
                                          </p:val>
                                        </p:tav>
                                      </p:tavLst>
                                    </p:anim>
                                    <p:anim calcmode="lin" valueType="num">
                                      <p:cBhvr>
                                        <p:cTn id="18" dur="500" fill="hold"/>
                                        <p:tgtEl>
                                          <p:spTgt spid="77"/>
                                        </p:tgtEl>
                                        <p:attrNameLst>
                                          <p:attrName>ppt_h</p:attrName>
                                        </p:attrNameLst>
                                      </p:cBhvr>
                                      <p:tavLst>
                                        <p:tav tm="0">
                                          <p:val>
                                            <p:fltVal val="0"/>
                                          </p:val>
                                        </p:tav>
                                        <p:tav tm="100000">
                                          <p:val>
                                            <p:strVal val="#ppt_h"/>
                                          </p:val>
                                        </p:tav>
                                      </p:tavLst>
                                    </p:anim>
                                    <p:animEffect transition="in" filter="fade">
                                      <p:cBhvr>
                                        <p:cTn id="19" dur="500"/>
                                        <p:tgtEl>
                                          <p:spTgt spid="77"/>
                                        </p:tgtEl>
                                      </p:cBhvr>
                                    </p:animEffect>
                                  </p:childTnLst>
                                </p:cTn>
                              </p:par>
                              <p:par>
                                <p:cTn id="20" presetID="53" presetClass="entr" presetSubtype="16" fill="hold" grpId="0" nodeType="withEffect">
                                  <p:stCondLst>
                                    <p:cond delay="0"/>
                                  </p:stCondLst>
                                  <p:childTnLst>
                                    <p:set>
                                      <p:cBhvr>
                                        <p:cTn id="21" dur="1" fill="hold">
                                          <p:stCondLst>
                                            <p:cond delay="0"/>
                                          </p:stCondLst>
                                        </p:cTn>
                                        <p:tgtEl>
                                          <p:spTgt spid="79"/>
                                        </p:tgtEl>
                                        <p:attrNameLst>
                                          <p:attrName>style.visibility</p:attrName>
                                        </p:attrNameLst>
                                      </p:cBhvr>
                                      <p:to>
                                        <p:strVal val="visible"/>
                                      </p:to>
                                    </p:set>
                                    <p:anim calcmode="lin" valueType="num">
                                      <p:cBhvr>
                                        <p:cTn id="22" dur="500" fill="hold"/>
                                        <p:tgtEl>
                                          <p:spTgt spid="79"/>
                                        </p:tgtEl>
                                        <p:attrNameLst>
                                          <p:attrName>ppt_w</p:attrName>
                                        </p:attrNameLst>
                                      </p:cBhvr>
                                      <p:tavLst>
                                        <p:tav tm="0">
                                          <p:val>
                                            <p:fltVal val="0"/>
                                          </p:val>
                                        </p:tav>
                                        <p:tav tm="100000">
                                          <p:val>
                                            <p:strVal val="#ppt_w"/>
                                          </p:val>
                                        </p:tav>
                                      </p:tavLst>
                                    </p:anim>
                                    <p:anim calcmode="lin" valueType="num">
                                      <p:cBhvr>
                                        <p:cTn id="23" dur="500" fill="hold"/>
                                        <p:tgtEl>
                                          <p:spTgt spid="79"/>
                                        </p:tgtEl>
                                        <p:attrNameLst>
                                          <p:attrName>ppt_h</p:attrName>
                                        </p:attrNameLst>
                                      </p:cBhvr>
                                      <p:tavLst>
                                        <p:tav tm="0">
                                          <p:val>
                                            <p:fltVal val="0"/>
                                          </p:val>
                                        </p:tav>
                                        <p:tav tm="100000">
                                          <p:val>
                                            <p:strVal val="#ppt_h"/>
                                          </p:val>
                                        </p:tav>
                                      </p:tavLst>
                                    </p:anim>
                                    <p:animEffect transition="in" filter="fade">
                                      <p:cBhvr>
                                        <p:cTn id="24" dur="500"/>
                                        <p:tgtEl>
                                          <p:spTgt spid="79"/>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76" grpId="0" animBg="1"/>
      <p:bldP spid="78" grpId="0" animBg="1"/>
      <p:bldP spid="77" grpId="0" animBg="1"/>
      <p:bldP spid="79" grpId="0" animBg="1"/>
    </p:bldLst>
  </p:timing>
</p:sld>
</file>

<file path=ppt/slides/slide10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4" name="组合 3">
            <a:extLst>
              <a:ext uri="{FF2B5EF4-FFF2-40B4-BE49-F238E27FC236}">
                <a16:creationId xmlns:a16="http://schemas.microsoft.com/office/drawing/2014/main" id="{9A1EA9F2-FCB6-48C3-935F-7AE7E3AD14AC}"/>
              </a:ext>
            </a:extLst>
          </p:cNvPr>
          <p:cNvGrpSpPr/>
          <p:nvPr/>
        </p:nvGrpSpPr>
        <p:grpSpPr>
          <a:xfrm>
            <a:off x="304800" y="749300"/>
            <a:ext cx="6192344" cy="400110"/>
            <a:chOff x="424117" y="898245"/>
            <a:chExt cx="6192344" cy="400110"/>
          </a:xfrm>
        </p:grpSpPr>
        <p:sp>
          <p:nvSpPr>
            <p:cNvPr id="2" name="平行四边形 1">
              <a:extLst>
                <a:ext uri="{FF2B5EF4-FFF2-40B4-BE49-F238E27FC236}">
                  <a16:creationId xmlns:a16="http://schemas.microsoft.com/office/drawing/2014/main" id="{1F5BAA3F-9845-4F89-A2DD-8222D3E4EDAC}"/>
                </a:ext>
              </a:extLst>
            </p:cNvPr>
            <p:cNvSpPr/>
            <p:nvPr/>
          </p:nvSpPr>
          <p:spPr>
            <a:xfrm>
              <a:off x="424117" y="898245"/>
              <a:ext cx="628306" cy="387090"/>
            </a:xfrm>
            <a:prstGeom prst="parallelogram">
              <a:avLst/>
            </a:prstGeom>
            <a:solidFill>
              <a:schemeClr val="accent3">
                <a:lumMod val="75000"/>
              </a:schemeClr>
            </a:solidFill>
            <a:ln>
              <a:solidFill>
                <a:schemeClr val="accent3">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CN" sz="2200" dirty="0">
                  <a:latin typeface="Impact" panose="020B0806030902050204" pitchFamily="34" charset="0"/>
                </a:rPr>
                <a:t>01</a:t>
              </a:r>
              <a:endParaRPr lang="zh-CN" altLang="en-US" sz="2200" dirty="0">
                <a:latin typeface="Impact" panose="020B0806030902050204" pitchFamily="34" charset="0"/>
              </a:endParaRPr>
            </a:p>
          </p:txBody>
        </p:sp>
        <p:sp>
          <p:nvSpPr>
            <p:cNvPr id="3" name="文本框 2">
              <a:extLst>
                <a:ext uri="{FF2B5EF4-FFF2-40B4-BE49-F238E27FC236}">
                  <a16:creationId xmlns:a16="http://schemas.microsoft.com/office/drawing/2014/main" id="{4D6BD736-A4D3-4F26-AFED-36E11F50F70B}"/>
                </a:ext>
              </a:extLst>
            </p:cNvPr>
            <p:cNvSpPr txBox="1"/>
            <p:nvPr/>
          </p:nvSpPr>
          <p:spPr>
            <a:xfrm>
              <a:off x="1052423" y="898245"/>
              <a:ext cx="5564038" cy="400110"/>
            </a:xfrm>
            <a:prstGeom prst="rect">
              <a:avLst/>
            </a:prstGeom>
            <a:noFill/>
          </p:spPr>
          <p:txBody>
            <a:bodyPr wrap="square" rtlCol="0">
              <a:spAutoFit/>
            </a:bodyPr>
            <a:lstStyle/>
            <a:p>
              <a:r>
                <a:rPr lang="zh-CN" altLang="en-US" sz="2000" b="1" dirty="0"/>
                <a:t>可靠传输的相关基本概念</a:t>
              </a:r>
            </a:p>
          </p:txBody>
        </p:sp>
      </p:grpSp>
      <p:sp>
        <p:nvSpPr>
          <p:cNvPr id="6" name="矩形 5">
            <a:extLst>
              <a:ext uri="{FF2B5EF4-FFF2-40B4-BE49-F238E27FC236}">
                <a16:creationId xmlns:a16="http://schemas.microsoft.com/office/drawing/2014/main" id="{04FB463A-B16F-48FC-B54F-320676314201}"/>
              </a:ext>
            </a:extLst>
          </p:cNvPr>
          <p:cNvSpPr/>
          <p:nvPr/>
        </p:nvSpPr>
        <p:spPr>
          <a:xfrm>
            <a:off x="1787139" y="2446117"/>
            <a:ext cx="2170878" cy="506538"/>
          </a:xfrm>
          <a:prstGeom prst="rect">
            <a:avLst/>
          </a:prstGeom>
          <a:solidFill>
            <a:schemeClr val="bg2">
              <a:lumMod val="90000"/>
            </a:schemeClr>
          </a:solidFill>
          <a:ln>
            <a:solidFill>
              <a:schemeClr val="tx1"/>
            </a:solidFill>
          </a:ln>
        </p:spPr>
        <p:style>
          <a:lnRef idx="2">
            <a:schemeClr val="accent3">
              <a:shade val="50000"/>
            </a:schemeClr>
          </a:lnRef>
          <a:fillRef idx="1">
            <a:schemeClr val="accent3"/>
          </a:fillRef>
          <a:effectRef idx="0">
            <a:schemeClr val="accent3"/>
          </a:effectRef>
          <a:fontRef idx="minor">
            <a:schemeClr val="lt1"/>
          </a:fontRef>
        </p:style>
        <p:txBody>
          <a:bodyPr rtlCol="0" anchor="ctr"/>
          <a:lstStyle/>
          <a:p>
            <a:pPr algn="ctr"/>
            <a:r>
              <a:rPr lang="zh-CN" altLang="en-US" b="1" dirty="0"/>
              <a:t>误码（比特差错）</a:t>
            </a:r>
          </a:p>
        </p:txBody>
      </p:sp>
      <p:sp>
        <p:nvSpPr>
          <p:cNvPr id="44" name="矩形 43">
            <a:extLst>
              <a:ext uri="{FF2B5EF4-FFF2-40B4-BE49-F238E27FC236}">
                <a16:creationId xmlns:a16="http://schemas.microsoft.com/office/drawing/2014/main" id="{D2E55902-4483-44C2-9BB0-BC665F00A52D}"/>
              </a:ext>
            </a:extLst>
          </p:cNvPr>
          <p:cNvSpPr/>
          <p:nvPr/>
        </p:nvSpPr>
        <p:spPr>
          <a:xfrm>
            <a:off x="308094" y="1699467"/>
            <a:ext cx="2170878" cy="506538"/>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zh-CN" altLang="en-US" b="1" dirty="0"/>
              <a:t>传输差错</a:t>
            </a:r>
          </a:p>
        </p:txBody>
      </p:sp>
      <p:cxnSp>
        <p:nvCxnSpPr>
          <p:cNvPr id="11" name="连接符: 肘形 10">
            <a:extLst>
              <a:ext uri="{FF2B5EF4-FFF2-40B4-BE49-F238E27FC236}">
                <a16:creationId xmlns:a16="http://schemas.microsoft.com/office/drawing/2014/main" id="{1C60153A-AC05-4D6F-B34E-E17052F8ECC9}"/>
              </a:ext>
            </a:extLst>
          </p:cNvPr>
          <p:cNvCxnSpPr>
            <a:cxnSpLocks/>
            <a:stCxn id="6" idx="1"/>
            <a:endCxn id="44" idx="2"/>
          </p:cNvCxnSpPr>
          <p:nvPr/>
        </p:nvCxnSpPr>
        <p:spPr>
          <a:xfrm rot="10800000">
            <a:off x="1393533" y="2206006"/>
            <a:ext cx="393606" cy="493381"/>
          </a:xfrm>
          <a:prstGeom prst="bentConnector2">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sp>
        <p:nvSpPr>
          <p:cNvPr id="41" name="矩形 40">
            <a:extLst>
              <a:ext uri="{FF2B5EF4-FFF2-40B4-BE49-F238E27FC236}">
                <a16:creationId xmlns:a16="http://schemas.microsoft.com/office/drawing/2014/main" id="{413FC73A-B4D0-4D30-A618-966354A13D3F}"/>
              </a:ext>
            </a:extLst>
          </p:cNvPr>
          <p:cNvSpPr/>
          <p:nvPr/>
        </p:nvSpPr>
        <p:spPr>
          <a:xfrm>
            <a:off x="1787140" y="3338620"/>
            <a:ext cx="2170878" cy="506538"/>
          </a:xfrm>
          <a:prstGeom prst="rect">
            <a:avLst/>
          </a:prstGeom>
          <a:solidFill>
            <a:schemeClr val="bg2">
              <a:lumMod val="90000"/>
            </a:schemeClr>
          </a:solidFill>
          <a:ln>
            <a:solidFill>
              <a:schemeClr val="tx1"/>
            </a:solidFill>
          </a:ln>
        </p:spPr>
        <p:style>
          <a:lnRef idx="2">
            <a:schemeClr val="accent3">
              <a:shade val="50000"/>
            </a:schemeClr>
          </a:lnRef>
          <a:fillRef idx="1">
            <a:schemeClr val="accent3"/>
          </a:fillRef>
          <a:effectRef idx="0">
            <a:schemeClr val="accent3"/>
          </a:effectRef>
          <a:fontRef idx="minor">
            <a:schemeClr val="lt1"/>
          </a:fontRef>
        </p:style>
        <p:txBody>
          <a:bodyPr rtlCol="0" anchor="ctr"/>
          <a:lstStyle/>
          <a:p>
            <a:pPr algn="ctr"/>
            <a:r>
              <a:rPr lang="zh-CN" altLang="en-US" b="1" dirty="0"/>
              <a:t>分组丢失</a:t>
            </a:r>
          </a:p>
        </p:txBody>
      </p:sp>
      <p:cxnSp>
        <p:nvCxnSpPr>
          <p:cNvPr id="45" name="连接符: 肘形 44">
            <a:extLst>
              <a:ext uri="{FF2B5EF4-FFF2-40B4-BE49-F238E27FC236}">
                <a16:creationId xmlns:a16="http://schemas.microsoft.com/office/drawing/2014/main" id="{8F77EBE8-F658-4736-B12D-40C29950ADA9}"/>
              </a:ext>
            </a:extLst>
          </p:cNvPr>
          <p:cNvCxnSpPr>
            <a:cxnSpLocks/>
            <a:stCxn id="41" idx="1"/>
            <a:endCxn id="44" idx="2"/>
          </p:cNvCxnSpPr>
          <p:nvPr/>
        </p:nvCxnSpPr>
        <p:spPr>
          <a:xfrm rot="10800000">
            <a:off x="1393534" y="2206005"/>
            <a:ext cx="393607" cy="1385884"/>
          </a:xfrm>
          <a:prstGeom prst="bentConnector2">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sp>
        <p:nvSpPr>
          <p:cNvPr id="42" name="矩形 41">
            <a:extLst>
              <a:ext uri="{FF2B5EF4-FFF2-40B4-BE49-F238E27FC236}">
                <a16:creationId xmlns:a16="http://schemas.microsoft.com/office/drawing/2014/main" id="{6337F8D1-B247-4D0B-8C21-4BE83502BAB9}"/>
              </a:ext>
            </a:extLst>
          </p:cNvPr>
          <p:cNvSpPr/>
          <p:nvPr/>
        </p:nvSpPr>
        <p:spPr>
          <a:xfrm>
            <a:off x="1787139" y="4098427"/>
            <a:ext cx="2170878" cy="506538"/>
          </a:xfrm>
          <a:prstGeom prst="rect">
            <a:avLst/>
          </a:prstGeom>
          <a:solidFill>
            <a:schemeClr val="bg2">
              <a:lumMod val="90000"/>
            </a:schemeClr>
          </a:solidFill>
          <a:ln>
            <a:solidFill>
              <a:schemeClr val="tx1"/>
            </a:solidFill>
          </a:ln>
        </p:spPr>
        <p:style>
          <a:lnRef idx="2">
            <a:schemeClr val="accent3">
              <a:shade val="50000"/>
            </a:schemeClr>
          </a:lnRef>
          <a:fillRef idx="1">
            <a:schemeClr val="accent3"/>
          </a:fillRef>
          <a:effectRef idx="0">
            <a:schemeClr val="accent3"/>
          </a:effectRef>
          <a:fontRef idx="minor">
            <a:schemeClr val="lt1"/>
          </a:fontRef>
        </p:style>
        <p:txBody>
          <a:bodyPr rtlCol="0" anchor="ctr"/>
          <a:lstStyle/>
          <a:p>
            <a:pPr algn="ctr"/>
            <a:r>
              <a:rPr lang="zh-CN" altLang="en-US" b="1" dirty="0"/>
              <a:t>分组失序</a:t>
            </a:r>
          </a:p>
        </p:txBody>
      </p:sp>
      <p:cxnSp>
        <p:nvCxnSpPr>
          <p:cNvPr id="51" name="连接符: 肘形 50">
            <a:extLst>
              <a:ext uri="{FF2B5EF4-FFF2-40B4-BE49-F238E27FC236}">
                <a16:creationId xmlns:a16="http://schemas.microsoft.com/office/drawing/2014/main" id="{258CF9B4-2535-4559-A579-B2BE7DD81827}"/>
              </a:ext>
            </a:extLst>
          </p:cNvPr>
          <p:cNvCxnSpPr>
            <a:cxnSpLocks/>
            <a:stCxn id="42" idx="1"/>
            <a:endCxn id="44" idx="2"/>
          </p:cNvCxnSpPr>
          <p:nvPr/>
        </p:nvCxnSpPr>
        <p:spPr>
          <a:xfrm rot="10800000">
            <a:off x="1393533" y="2206006"/>
            <a:ext cx="393606" cy="2145691"/>
          </a:xfrm>
          <a:prstGeom prst="bentConnector2">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sp>
        <p:nvSpPr>
          <p:cNvPr id="43" name="矩形 42">
            <a:extLst>
              <a:ext uri="{FF2B5EF4-FFF2-40B4-BE49-F238E27FC236}">
                <a16:creationId xmlns:a16="http://schemas.microsoft.com/office/drawing/2014/main" id="{ACF8517E-4D5B-4F3C-8666-7D090C83BFA1}"/>
              </a:ext>
            </a:extLst>
          </p:cNvPr>
          <p:cNvSpPr/>
          <p:nvPr/>
        </p:nvSpPr>
        <p:spPr>
          <a:xfrm>
            <a:off x="1787139" y="4858234"/>
            <a:ext cx="2170878" cy="506538"/>
          </a:xfrm>
          <a:prstGeom prst="rect">
            <a:avLst/>
          </a:prstGeom>
          <a:solidFill>
            <a:schemeClr val="bg2">
              <a:lumMod val="90000"/>
            </a:schemeClr>
          </a:solidFill>
          <a:ln>
            <a:solidFill>
              <a:schemeClr val="tx1"/>
            </a:solidFill>
          </a:ln>
        </p:spPr>
        <p:style>
          <a:lnRef idx="2">
            <a:schemeClr val="accent3">
              <a:shade val="50000"/>
            </a:schemeClr>
          </a:lnRef>
          <a:fillRef idx="1">
            <a:schemeClr val="accent3"/>
          </a:fillRef>
          <a:effectRef idx="0">
            <a:schemeClr val="accent3"/>
          </a:effectRef>
          <a:fontRef idx="minor">
            <a:schemeClr val="lt1"/>
          </a:fontRef>
        </p:style>
        <p:txBody>
          <a:bodyPr rtlCol="0" anchor="ctr"/>
          <a:lstStyle/>
          <a:p>
            <a:pPr algn="ctr"/>
            <a:r>
              <a:rPr lang="zh-CN" altLang="en-US" b="1" dirty="0"/>
              <a:t>分组重复</a:t>
            </a:r>
          </a:p>
        </p:txBody>
      </p:sp>
      <p:cxnSp>
        <p:nvCxnSpPr>
          <p:cNvPr id="52" name="连接符: 肘形 51">
            <a:extLst>
              <a:ext uri="{FF2B5EF4-FFF2-40B4-BE49-F238E27FC236}">
                <a16:creationId xmlns:a16="http://schemas.microsoft.com/office/drawing/2014/main" id="{215DD782-FAED-4A8E-A13D-27D49FD0B450}"/>
              </a:ext>
            </a:extLst>
          </p:cNvPr>
          <p:cNvCxnSpPr>
            <a:cxnSpLocks/>
            <a:stCxn id="43" idx="1"/>
            <a:endCxn id="44" idx="2"/>
          </p:cNvCxnSpPr>
          <p:nvPr/>
        </p:nvCxnSpPr>
        <p:spPr>
          <a:xfrm rot="10800000">
            <a:off x="1393533" y="2206005"/>
            <a:ext cx="393606" cy="2905498"/>
          </a:xfrm>
          <a:prstGeom prst="bentConnector2">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grpSp>
        <p:nvGrpSpPr>
          <p:cNvPr id="27" name="组合 26">
            <a:extLst>
              <a:ext uri="{FF2B5EF4-FFF2-40B4-BE49-F238E27FC236}">
                <a16:creationId xmlns:a16="http://schemas.microsoft.com/office/drawing/2014/main" id="{DE606FE8-4775-4A4E-8F9F-00F10243B31D}"/>
              </a:ext>
            </a:extLst>
          </p:cNvPr>
          <p:cNvGrpSpPr/>
          <p:nvPr/>
        </p:nvGrpSpPr>
        <p:grpSpPr>
          <a:xfrm>
            <a:off x="4686256" y="1430515"/>
            <a:ext cx="7328085" cy="4456477"/>
            <a:chOff x="4686256" y="1430515"/>
            <a:chExt cx="7328085" cy="4456477"/>
          </a:xfrm>
        </p:grpSpPr>
        <p:sp>
          <p:nvSpPr>
            <p:cNvPr id="35" name="云形 34">
              <a:extLst>
                <a:ext uri="{FF2B5EF4-FFF2-40B4-BE49-F238E27FC236}">
                  <a16:creationId xmlns:a16="http://schemas.microsoft.com/office/drawing/2014/main" id="{C32FA7A0-ED82-438C-BCD2-BFD60281CA59}"/>
                </a:ext>
              </a:extLst>
            </p:cNvPr>
            <p:cNvSpPr/>
            <p:nvPr/>
          </p:nvSpPr>
          <p:spPr>
            <a:xfrm>
              <a:off x="5768648" y="2062471"/>
              <a:ext cx="4876798" cy="3385192"/>
            </a:xfrm>
            <a:prstGeom prst="cloud">
              <a:avLst/>
            </a:prstGeom>
            <a:solidFill>
              <a:schemeClr val="bg1">
                <a:lumMod val="85000"/>
              </a:schemeClr>
            </a:solidFill>
            <a:ln>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pic>
          <p:nvPicPr>
            <p:cNvPr id="36" name="图形 35">
              <a:extLst>
                <a:ext uri="{FF2B5EF4-FFF2-40B4-BE49-F238E27FC236}">
                  <a16:creationId xmlns:a16="http://schemas.microsoft.com/office/drawing/2014/main" id="{490FD9FF-3F53-4E5A-A04F-D8ACAB645C55}"/>
                </a:ext>
              </a:extLst>
            </p:cNvPr>
            <p:cNvPicPr>
              <a:picLocks noChangeAspect="1"/>
            </p:cNvPicPr>
            <p:nvPr/>
          </p:nvPicPr>
          <p:blipFill>
            <a:blip r:embed="rId3">
              <a:extLst>
                <a:ext uri="{28A0092B-C50C-407E-A947-70E740481C1C}">
                  <a14:useLocalDpi xmlns:a14="http://schemas.microsoft.com/office/drawing/2010/main" val="0"/>
                </a:ext>
                <a:ext uri="{96DAC541-7B7A-43D3-8B79-37D633B846F1}">
                  <asvg:svgBlip xmlns:asvg="http://schemas.microsoft.com/office/drawing/2016/SVG/main" r:embed="rId4"/>
                </a:ext>
              </a:extLst>
            </a:blip>
            <a:stretch>
              <a:fillRect/>
            </a:stretch>
          </p:blipFill>
          <p:spPr>
            <a:xfrm>
              <a:off x="11292680" y="2915270"/>
              <a:ext cx="721661" cy="438478"/>
            </a:xfrm>
            <a:prstGeom prst="rect">
              <a:avLst/>
            </a:prstGeom>
          </p:spPr>
        </p:pic>
        <p:pic>
          <p:nvPicPr>
            <p:cNvPr id="37" name="图形 36">
              <a:extLst>
                <a:ext uri="{FF2B5EF4-FFF2-40B4-BE49-F238E27FC236}">
                  <a16:creationId xmlns:a16="http://schemas.microsoft.com/office/drawing/2014/main" id="{69C49CA7-BE29-4BCF-9BF4-B7B6FBE4D64A}"/>
                </a:ext>
              </a:extLst>
            </p:cNvPr>
            <p:cNvPicPr>
              <a:picLocks noChangeAspect="1"/>
            </p:cNvPicPr>
            <p:nvPr/>
          </p:nvPicPr>
          <p:blipFill>
            <a:blip r:embed="rId5">
              <a:extLst>
                <a:ext uri="{28A0092B-C50C-407E-A947-70E740481C1C}">
                  <a14:useLocalDpi xmlns:a14="http://schemas.microsoft.com/office/drawing/2010/main" val="0"/>
                </a:ext>
                <a:ext uri="{96DAC541-7B7A-43D3-8B79-37D633B846F1}">
                  <asvg:svgBlip xmlns:asvg="http://schemas.microsoft.com/office/drawing/2016/SVG/main" r:embed="rId6"/>
                </a:ext>
              </a:extLst>
            </a:blip>
            <a:stretch>
              <a:fillRect/>
            </a:stretch>
          </p:blipFill>
          <p:spPr>
            <a:xfrm>
              <a:off x="4686256" y="3105954"/>
              <a:ext cx="529643" cy="512277"/>
            </a:xfrm>
            <a:prstGeom prst="rect">
              <a:avLst/>
            </a:prstGeom>
          </p:spPr>
        </p:pic>
        <p:cxnSp>
          <p:nvCxnSpPr>
            <p:cNvPr id="38" name="直接连接符 37">
              <a:extLst>
                <a:ext uri="{FF2B5EF4-FFF2-40B4-BE49-F238E27FC236}">
                  <a16:creationId xmlns:a16="http://schemas.microsoft.com/office/drawing/2014/main" id="{558EBDEF-18D9-438C-96AF-43D1E31CB9F7}"/>
                </a:ext>
              </a:extLst>
            </p:cNvPr>
            <p:cNvCxnSpPr>
              <a:cxnSpLocks/>
            </p:cNvCxnSpPr>
            <p:nvPr/>
          </p:nvCxnSpPr>
          <p:spPr>
            <a:xfrm flipV="1">
              <a:off x="6454891" y="2556704"/>
              <a:ext cx="1701356" cy="819782"/>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9" name="直接连接符 38">
              <a:extLst>
                <a:ext uri="{FF2B5EF4-FFF2-40B4-BE49-F238E27FC236}">
                  <a16:creationId xmlns:a16="http://schemas.microsoft.com/office/drawing/2014/main" id="{2C6B1777-3EEE-417A-BD1B-10CD9D4B68FD}"/>
                </a:ext>
              </a:extLst>
            </p:cNvPr>
            <p:cNvCxnSpPr>
              <a:cxnSpLocks/>
            </p:cNvCxnSpPr>
            <p:nvPr/>
          </p:nvCxnSpPr>
          <p:spPr>
            <a:xfrm>
              <a:off x="8156247" y="2508099"/>
              <a:ext cx="1960028" cy="662277"/>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0" name="直接连接符 39">
              <a:extLst>
                <a:ext uri="{FF2B5EF4-FFF2-40B4-BE49-F238E27FC236}">
                  <a16:creationId xmlns:a16="http://schemas.microsoft.com/office/drawing/2014/main" id="{79FD0772-7279-4E64-975E-033212501ACA}"/>
                </a:ext>
              </a:extLst>
            </p:cNvPr>
            <p:cNvCxnSpPr>
              <a:cxnSpLocks/>
            </p:cNvCxnSpPr>
            <p:nvPr/>
          </p:nvCxnSpPr>
          <p:spPr>
            <a:xfrm>
              <a:off x="6450220" y="3376486"/>
              <a:ext cx="1082682" cy="1231621"/>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6" name="直接连接符 45">
              <a:extLst>
                <a:ext uri="{FF2B5EF4-FFF2-40B4-BE49-F238E27FC236}">
                  <a16:creationId xmlns:a16="http://schemas.microsoft.com/office/drawing/2014/main" id="{B3B96998-4129-4F87-83B1-583D3A875A63}"/>
                </a:ext>
              </a:extLst>
            </p:cNvPr>
            <p:cNvCxnSpPr>
              <a:cxnSpLocks/>
            </p:cNvCxnSpPr>
            <p:nvPr/>
          </p:nvCxnSpPr>
          <p:spPr>
            <a:xfrm flipV="1">
              <a:off x="7586005" y="4312866"/>
              <a:ext cx="1836720" cy="32685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7" name="直接连接符 46">
              <a:extLst>
                <a:ext uri="{FF2B5EF4-FFF2-40B4-BE49-F238E27FC236}">
                  <a16:creationId xmlns:a16="http://schemas.microsoft.com/office/drawing/2014/main" id="{D36E5267-FB9F-41CB-BFBF-112346E10A9C}"/>
                </a:ext>
              </a:extLst>
            </p:cNvPr>
            <p:cNvCxnSpPr>
              <a:cxnSpLocks/>
            </p:cNvCxnSpPr>
            <p:nvPr/>
          </p:nvCxnSpPr>
          <p:spPr>
            <a:xfrm flipH="1">
              <a:off x="9429162" y="3084099"/>
              <a:ext cx="687113" cy="1228765"/>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8" name="直接连接符 47">
              <a:extLst>
                <a:ext uri="{FF2B5EF4-FFF2-40B4-BE49-F238E27FC236}">
                  <a16:creationId xmlns:a16="http://schemas.microsoft.com/office/drawing/2014/main" id="{61621FAB-395D-46A0-9410-D2F82A3489D7}"/>
                </a:ext>
              </a:extLst>
            </p:cNvPr>
            <p:cNvCxnSpPr>
              <a:cxnSpLocks/>
            </p:cNvCxnSpPr>
            <p:nvPr/>
          </p:nvCxnSpPr>
          <p:spPr>
            <a:xfrm flipH="1">
              <a:off x="7586005" y="2508099"/>
              <a:ext cx="570243" cy="2100008"/>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9" name="直接连接符 48">
              <a:extLst>
                <a:ext uri="{FF2B5EF4-FFF2-40B4-BE49-F238E27FC236}">
                  <a16:creationId xmlns:a16="http://schemas.microsoft.com/office/drawing/2014/main" id="{3814F7D7-82C1-4143-842E-8490DDEF468A}"/>
                </a:ext>
              </a:extLst>
            </p:cNvPr>
            <p:cNvCxnSpPr>
              <a:cxnSpLocks/>
            </p:cNvCxnSpPr>
            <p:nvPr/>
          </p:nvCxnSpPr>
          <p:spPr>
            <a:xfrm>
              <a:off x="8156247" y="2508099"/>
              <a:ext cx="1283879" cy="1804765"/>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pic>
          <p:nvPicPr>
            <p:cNvPr id="50" name="图形 49">
              <a:extLst>
                <a:ext uri="{FF2B5EF4-FFF2-40B4-BE49-F238E27FC236}">
                  <a16:creationId xmlns:a16="http://schemas.microsoft.com/office/drawing/2014/main" id="{FFFAA41B-5A8B-42C1-A4F9-F78301ACBF23}"/>
                </a:ext>
              </a:extLst>
            </p:cNvPr>
            <p:cNvPicPr>
              <a:picLocks noChangeAspect="1"/>
            </p:cNvPicPr>
            <p:nvPr/>
          </p:nvPicPr>
          <p:blipFill>
            <a:blip r:embed="rId7" cstate="print">
              <a:extLst>
                <a:ext uri="{28A0092B-C50C-407E-A947-70E740481C1C}">
                  <a14:useLocalDpi xmlns:a14="http://schemas.microsoft.com/office/drawing/2010/main" val="0"/>
                </a:ext>
                <a:ext uri="{96DAC541-7B7A-43D3-8B79-37D633B846F1}">
                  <asvg:svgBlip xmlns:asvg="http://schemas.microsoft.com/office/drawing/2016/SVG/main" r:embed="rId8"/>
                </a:ext>
              </a:extLst>
            </a:blip>
            <a:stretch>
              <a:fillRect/>
            </a:stretch>
          </p:blipFill>
          <p:spPr>
            <a:xfrm>
              <a:off x="6205563" y="3170376"/>
              <a:ext cx="498657" cy="412221"/>
            </a:xfrm>
            <a:prstGeom prst="rect">
              <a:avLst/>
            </a:prstGeom>
          </p:spPr>
        </p:pic>
        <p:pic>
          <p:nvPicPr>
            <p:cNvPr id="53" name="图形 52">
              <a:extLst>
                <a:ext uri="{FF2B5EF4-FFF2-40B4-BE49-F238E27FC236}">
                  <a16:creationId xmlns:a16="http://schemas.microsoft.com/office/drawing/2014/main" id="{76CC6DDF-CC62-4AB5-8510-11A090AFCB7E}"/>
                </a:ext>
              </a:extLst>
            </p:cNvPr>
            <p:cNvPicPr>
              <a:picLocks noChangeAspect="1"/>
            </p:cNvPicPr>
            <p:nvPr/>
          </p:nvPicPr>
          <p:blipFill>
            <a:blip r:embed="rId7" cstate="print">
              <a:extLst>
                <a:ext uri="{28A0092B-C50C-407E-A947-70E740481C1C}">
                  <a14:useLocalDpi xmlns:a14="http://schemas.microsoft.com/office/drawing/2010/main" val="0"/>
                </a:ext>
                <a:ext uri="{96DAC541-7B7A-43D3-8B79-37D633B846F1}">
                  <asvg:svgBlip xmlns:asvg="http://schemas.microsoft.com/office/drawing/2016/SVG/main" r:embed="rId8"/>
                </a:ext>
              </a:extLst>
            </a:blip>
            <a:stretch>
              <a:fillRect/>
            </a:stretch>
          </p:blipFill>
          <p:spPr>
            <a:xfrm>
              <a:off x="9866947" y="2964265"/>
              <a:ext cx="498657" cy="412221"/>
            </a:xfrm>
            <a:prstGeom prst="rect">
              <a:avLst/>
            </a:prstGeom>
          </p:spPr>
        </p:pic>
        <p:sp>
          <p:nvSpPr>
            <p:cNvPr id="54" name="文本框 53">
              <a:extLst>
                <a:ext uri="{FF2B5EF4-FFF2-40B4-BE49-F238E27FC236}">
                  <a16:creationId xmlns:a16="http://schemas.microsoft.com/office/drawing/2014/main" id="{E2C66F9E-C2BB-47E8-8ADA-1F46DAD38F98}"/>
                </a:ext>
              </a:extLst>
            </p:cNvPr>
            <p:cNvSpPr txBox="1"/>
            <p:nvPr/>
          </p:nvSpPr>
          <p:spPr>
            <a:xfrm>
              <a:off x="6235527" y="3567200"/>
              <a:ext cx="429385" cy="369332"/>
            </a:xfrm>
            <a:prstGeom prst="rect">
              <a:avLst/>
            </a:prstGeom>
            <a:noFill/>
          </p:spPr>
          <p:txBody>
            <a:bodyPr wrap="square" rtlCol="0">
              <a:spAutoFit/>
            </a:bodyPr>
            <a:lstStyle/>
            <a:p>
              <a:pPr algn="ctr"/>
              <a:r>
                <a:rPr lang="en-US" altLang="zh-CN" b="1" dirty="0"/>
                <a:t>R1</a:t>
              </a:r>
              <a:endParaRPr lang="zh-CN" altLang="en-US" b="1" dirty="0"/>
            </a:p>
          </p:txBody>
        </p:sp>
        <p:sp>
          <p:nvSpPr>
            <p:cNvPr id="55" name="文本框 54">
              <a:extLst>
                <a:ext uri="{FF2B5EF4-FFF2-40B4-BE49-F238E27FC236}">
                  <a16:creationId xmlns:a16="http://schemas.microsoft.com/office/drawing/2014/main" id="{85AA7D8A-EDF9-471E-BC02-2C72BA3EF0F3}"/>
                </a:ext>
              </a:extLst>
            </p:cNvPr>
            <p:cNvSpPr txBox="1"/>
            <p:nvPr/>
          </p:nvSpPr>
          <p:spPr>
            <a:xfrm>
              <a:off x="7662144" y="2671817"/>
              <a:ext cx="429385" cy="369332"/>
            </a:xfrm>
            <a:prstGeom prst="rect">
              <a:avLst/>
            </a:prstGeom>
            <a:noFill/>
          </p:spPr>
          <p:txBody>
            <a:bodyPr wrap="square" rtlCol="0">
              <a:spAutoFit/>
            </a:bodyPr>
            <a:lstStyle/>
            <a:p>
              <a:pPr algn="ctr"/>
              <a:r>
                <a:rPr lang="en-US" altLang="zh-CN" b="1" dirty="0"/>
                <a:t>R2</a:t>
              </a:r>
              <a:endParaRPr lang="zh-CN" altLang="en-US" b="1" dirty="0"/>
            </a:p>
          </p:txBody>
        </p:sp>
        <p:sp>
          <p:nvSpPr>
            <p:cNvPr id="56" name="文本框 55">
              <a:extLst>
                <a:ext uri="{FF2B5EF4-FFF2-40B4-BE49-F238E27FC236}">
                  <a16:creationId xmlns:a16="http://schemas.microsoft.com/office/drawing/2014/main" id="{9FE93926-02B3-429A-8BE1-4F1C3AFDA7EB}"/>
                </a:ext>
              </a:extLst>
            </p:cNvPr>
            <p:cNvSpPr txBox="1"/>
            <p:nvPr/>
          </p:nvSpPr>
          <p:spPr>
            <a:xfrm>
              <a:off x="9515500" y="3041149"/>
              <a:ext cx="429385" cy="369332"/>
            </a:xfrm>
            <a:prstGeom prst="rect">
              <a:avLst/>
            </a:prstGeom>
            <a:noFill/>
          </p:spPr>
          <p:txBody>
            <a:bodyPr wrap="square" rtlCol="0">
              <a:spAutoFit/>
            </a:bodyPr>
            <a:lstStyle/>
            <a:p>
              <a:pPr algn="ctr"/>
              <a:r>
                <a:rPr lang="en-US" altLang="zh-CN" b="1" dirty="0"/>
                <a:t>R3</a:t>
              </a:r>
              <a:endParaRPr lang="zh-CN" altLang="en-US" b="1" dirty="0"/>
            </a:p>
          </p:txBody>
        </p:sp>
        <p:sp>
          <p:nvSpPr>
            <p:cNvPr id="57" name="文本框 56">
              <a:extLst>
                <a:ext uri="{FF2B5EF4-FFF2-40B4-BE49-F238E27FC236}">
                  <a16:creationId xmlns:a16="http://schemas.microsoft.com/office/drawing/2014/main" id="{B823DEDD-CE96-4ED6-A8DE-946946C2F05B}"/>
                </a:ext>
              </a:extLst>
            </p:cNvPr>
            <p:cNvSpPr txBox="1"/>
            <p:nvPr/>
          </p:nvSpPr>
          <p:spPr>
            <a:xfrm>
              <a:off x="8829382" y="3930075"/>
              <a:ext cx="429385" cy="369332"/>
            </a:xfrm>
            <a:prstGeom prst="rect">
              <a:avLst/>
            </a:prstGeom>
            <a:noFill/>
          </p:spPr>
          <p:txBody>
            <a:bodyPr wrap="square" rtlCol="0">
              <a:spAutoFit/>
            </a:bodyPr>
            <a:lstStyle/>
            <a:p>
              <a:pPr algn="ctr"/>
              <a:r>
                <a:rPr lang="en-US" altLang="zh-CN" b="1" dirty="0"/>
                <a:t>R4</a:t>
              </a:r>
              <a:endParaRPr lang="zh-CN" altLang="en-US" b="1" dirty="0"/>
            </a:p>
          </p:txBody>
        </p:sp>
        <p:sp>
          <p:nvSpPr>
            <p:cNvPr id="58" name="文本框 57">
              <a:extLst>
                <a:ext uri="{FF2B5EF4-FFF2-40B4-BE49-F238E27FC236}">
                  <a16:creationId xmlns:a16="http://schemas.microsoft.com/office/drawing/2014/main" id="{45483B26-707A-4AD8-8E73-D7D9D4442AEB}"/>
                </a:ext>
              </a:extLst>
            </p:cNvPr>
            <p:cNvSpPr txBox="1"/>
            <p:nvPr/>
          </p:nvSpPr>
          <p:spPr>
            <a:xfrm>
              <a:off x="7662144" y="4175686"/>
              <a:ext cx="429385" cy="369332"/>
            </a:xfrm>
            <a:prstGeom prst="rect">
              <a:avLst/>
            </a:prstGeom>
            <a:noFill/>
          </p:spPr>
          <p:txBody>
            <a:bodyPr wrap="square" rtlCol="0">
              <a:spAutoFit/>
            </a:bodyPr>
            <a:lstStyle/>
            <a:p>
              <a:pPr algn="ctr"/>
              <a:r>
                <a:rPr lang="en-US" altLang="zh-CN" b="1" dirty="0"/>
                <a:t>R5</a:t>
              </a:r>
              <a:endParaRPr lang="zh-CN" altLang="en-US" b="1" dirty="0"/>
            </a:p>
          </p:txBody>
        </p:sp>
        <p:cxnSp>
          <p:nvCxnSpPr>
            <p:cNvPr id="59" name="直接连接符 58">
              <a:extLst>
                <a:ext uri="{FF2B5EF4-FFF2-40B4-BE49-F238E27FC236}">
                  <a16:creationId xmlns:a16="http://schemas.microsoft.com/office/drawing/2014/main" id="{E253FC98-D665-421D-85D7-C859D1883B0F}"/>
                </a:ext>
              </a:extLst>
            </p:cNvPr>
            <p:cNvCxnSpPr/>
            <p:nvPr/>
          </p:nvCxnSpPr>
          <p:spPr>
            <a:xfrm>
              <a:off x="5196949" y="3410481"/>
              <a:ext cx="1038578" cy="0"/>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60" name="直接连接符 59">
              <a:extLst>
                <a:ext uri="{FF2B5EF4-FFF2-40B4-BE49-F238E27FC236}">
                  <a16:creationId xmlns:a16="http://schemas.microsoft.com/office/drawing/2014/main" id="{9C6A5121-0839-40A3-83D9-D008F5DFE8F8}"/>
                </a:ext>
              </a:extLst>
            </p:cNvPr>
            <p:cNvCxnSpPr/>
            <p:nvPr/>
          </p:nvCxnSpPr>
          <p:spPr>
            <a:xfrm>
              <a:off x="10365604" y="3170375"/>
              <a:ext cx="1038578" cy="0"/>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61" name="直接连接符 60">
              <a:extLst>
                <a:ext uri="{FF2B5EF4-FFF2-40B4-BE49-F238E27FC236}">
                  <a16:creationId xmlns:a16="http://schemas.microsoft.com/office/drawing/2014/main" id="{DBD992BC-AAD6-4EDD-9920-2634B159BA80}"/>
                </a:ext>
              </a:extLst>
            </p:cNvPr>
            <p:cNvCxnSpPr>
              <a:cxnSpLocks/>
            </p:cNvCxnSpPr>
            <p:nvPr/>
          </p:nvCxnSpPr>
          <p:spPr>
            <a:xfrm flipH="1">
              <a:off x="7121224" y="4608107"/>
              <a:ext cx="549110" cy="704089"/>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pic>
          <p:nvPicPr>
            <p:cNvPr id="62" name="图形 61">
              <a:extLst>
                <a:ext uri="{FF2B5EF4-FFF2-40B4-BE49-F238E27FC236}">
                  <a16:creationId xmlns:a16="http://schemas.microsoft.com/office/drawing/2014/main" id="{FD905A5E-EA08-4A31-9972-26C16ED4E736}"/>
                </a:ext>
              </a:extLst>
            </p:cNvPr>
            <p:cNvPicPr>
              <a:picLocks noChangeAspect="1"/>
            </p:cNvPicPr>
            <p:nvPr/>
          </p:nvPicPr>
          <p:blipFill>
            <a:blip r:embed="rId9">
              <a:extLst>
                <a:ext uri="{28A0092B-C50C-407E-A947-70E740481C1C}">
                  <a14:useLocalDpi xmlns:a14="http://schemas.microsoft.com/office/drawing/2010/main" val="0"/>
                </a:ext>
                <a:ext uri="{96DAC541-7B7A-43D3-8B79-37D633B846F1}">
                  <asvg:svgBlip xmlns:asvg="http://schemas.microsoft.com/office/drawing/2016/SVG/main" r:embed="rId10"/>
                </a:ext>
              </a:extLst>
            </a:blip>
            <a:stretch>
              <a:fillRect/>
            </a:stretch>
          </p:blipFill>
          <p:spPr>
            <a:xfrm>
              <a:off x="6841302" y="5310957"/>
              <a:ext cx="464267" cy="576035"/>
            </a:xfrm>
            <a:prstGeom prst="rect">
              <a:avLst/>
            </a:prstGeom>
          </p:spPr>
        </p:pic>
        <p:pic>
          <p:nvPicPr>
            <p:cNvPr id="63" name="图形 62">
              <a:extLst>
                <a:ext uri="{FF2B5EF4-FFF2-40B4-BE49-F238E27FC236}">
                  <a16:creationId xmlns:a16="http://schemas.microsoft.com/office/drawing/2014/main" id="{D61ECE08-B80B-445C-AB4D-71EA25E4C0C8}"/>
                </a:ext>
              </a:extLst>
            </p:cNvPr>
            <p:cNvPicPr>
              <a:picLocks noChangeAspect="1"/>
            </p:cNvPicPr>
            <p:nvPr/>
          </p:nvPicPr>
          <p:blipFill>
            <a:blip r:embed="rId7" cstate="print">
              <a:extLst>
                <a:ext uri="{28A0092B-C50C-407E-A947-70E740481C1C}">
                  <a14:useLocalDpi xmlns:a14="http://schemas.microsoft.com/office/drawing/2010/main" val="0"/>
                </a:ext>
                <a:ext uri="{96DAC541-7B7A-43D3-8B79-37D633B846F1}">
                  <asvg:svgBlip xmlns:asvg="http://schemas.microsoft.com/office/drawing/2016/SVG/main" r:embed="rId8"/>
                </a:ext>
              </a:extLst>
            </a:blip>
            <a:stretch>
              <a:fillRect/>
            </a:stretch>
          </p:blipFill>
          <p:spPr>
            <a:xfrm>
              <a:off x="7350401" y="4478232"/>
              <a:ext cx="498657" cy="412221"/>
            </a:xfrm>
            <a:prstGeom prst="rect">
              <a:avLst/>
            </a:prstGeom>
          </p:spPr>
        </p:pic>
        <p:cxnSp>
          <p:nvCxnSpPr>
            <p:cNvPr id="64" name="直接连接符 63">
              <a:extLst>
                <a:ext uri="{FF2B5EF4-FFF2-40B4-BE49-F238E27FC236}">
                  <a16:creationId xmlns:a16="http://schemas.microsoft.com/office/drawing/2014/main" id="{67065917-652A-4BD7-92A7-23AF57FAF70B}"/>
                </a:ext>
              </a:extLst>
            </p:cNvPr>
            <p:cNvCxnSpPr>
              <a:cxnSpLocks/>
            </p:cNvCxnSpPr>
            <p:nvPr/>
          </p:nvCxnSpPr>
          <p:spPr>
            <a:xfrm>
              <a:off x="9440126" y="4267718"/>
              <a:ext cx="810210" cy="620130"/>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pic>
          <p:nvPicPr>
            <p:cNvPr id="65" name="图形 64">
              <a:extLst>
                <a:ext uri="{FF2B5EF4-FFF2-40B4-BE49-F238E27FC236}">
                  <a16:creationId xmlns:a16="http://schemas.microsoft.com/office/drawing/2014/main" id="{F2FF53AD-BE95-447D-A8B0-046BCC825037}"/>
                </a:ext>
              </a:extLst>
            </p:cNvPr>
            <p:cNvPicPr>
              <a:picLocks noChangeAspect="1"/>
            </p:cNvPicPr>
            <p:nvPr/>
          </p:nvPicPr>
          <p:blipFill>
            <a:blip r:embed="rId11">
              <a:extLst>
                <a:ext uri="{28A0092B-C50C-407E-A947-70E740481C1C}">
                  <a14:useLocalDpi xmlns:a14="http://schemas.microsoft.com/office/drawing/2010/main" val="0"/>
                </a:ext>
                <a:ext uri="{96DAC541-7B7A-43D3-8B79-37D633B846F1}">
                  <asvg:svgBlip xmlns:asvg="http://schemas.microsoft.com/office/drawing/2016/SVG/main" r:embed="rId12"/>
                </a:ext>
              </a:extLst>
            </a:blip>
            <a:stretch>
              <a:fillRect/>
            </a:stretch>
          </p:blipFill>
          <p:spPr>
            <a:xfrm>
              <a:off x="10087227" y="4642575"/>
              <a:ext cx="498657" cy="558839"/>
            </a:xfrm>
            <a:prstGeom prst="rect">
              <a:avLst/>
            </a:prstGeom>
          </p:spPr>
        </p:pic>
        <p:pic>
          <p:nvPicPr>
            <p:cNvPr id="66" name="图形 65">
              <a:extLst>
                <a:ext uri="{FF2B5EF4-FFF2-40B4-BE49-F238E27FC236}">
                  <a16:creationId xmlns:a16="http://schemas.microsoft.com/office/drawing/2014/main" id="{AAB7D37B-548B-42B2-89CB-79B0AEA18544}"/>
                </a:ext>
              </a:extLst>
            </p:cNvPr>
            <p:cNvPicPr>
              <a:picLocks noChangeAspect="1"/>
            </p:cNvPicPr>
            <p:nvPr/>
          </p:nvPicPr>
          <p:blipFill>
            <a:blip r:embed="rId7" cstate="print">
              <a:extLst>
                <a:ext uri="{28A0092B-C50C-407E-A947-70E740481C1C}">
                  <a14:useLocalDpi xmlns:a14="http://schemas.microsoft.com/office/drawing/2010/main" val="0"/>
                </a:ext>
                <a:ext uri="{96DAC541-7B7A-43D3-8B79-37D633B846F1}">
                  <asvg:svgBlip xmlns:asvg="http://schemas.microsoft.com/office/drawing/2016/SVG/main" r:embed="rId8"/>
                </a:ext>
              </a:extLst>
            </a:blip>
            <a:stretch>
              <a:fillRect/>
            </a:stretch>
          </p:blipFill>
          <p:spPr>
            <a:xfrm>
              <a:off x="9173397" y="4106754"/>
              <a:ext cx="498657" cy="412221"/>
            </a:xfrm>
            <a:prstGeom prst="rect">
              <a:avLst/>
            </a:prstGeom>
          </p:spPr>
        </p:pic>
        <p:cxnSp>
          <p:nvCxnSpPr>
            <p:cNvPr id="67" name="直接连接符 66">
              <a:extLst>
                <a:ext uri="{FF2B5EF4-FFF2-40B4-BE49-F238E27FC236}">
                  <a16:creationId xmlns:a16="http://schemas.microsoft.com/office/drawing/2014/main" id="{0FAE4F00-3E85-46DC-8923-9E3915EAE059}"/>
                </a:ext>
              </a:extLst>
            </p:cNvPr>
            <p:cNvCxnSpPr>
              <a:cxnSpLocks/>
            </p:cNvCxnSpPr>
            <p:nvPr/>
          </p:nvCxnSpPr>
          <p:spPr>
            <a:xfrm>
              <a:off x="8134330" y="1648452"/>
              <a:ext cx="0" cy="828038"/>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pic>
          <p:nvPicPr>
            <p:cNvPr id="68" name="图形 67">
              <a:extLst>
                <a:ext uri="{FF2B5EF4-FFF2-40B4-BE49-F238E27FC236}">
                  <a16:creationId xmlns:a16="http://schemas.microsoft.com/office/drawing/2014/main" id="{E3865CE5-78BB-4623-A982-780311E853D5}"/>
                </a:ext>
              </a:extLst>
            </p:cNvPr>
            <p:cNvPicPr>
              <a:picLocks noChangeAspect="1"/>
            </p:cNvPicPr>
            <p:nvPr/>
          </p:nvPicPr>
          <p:blipFill>
            <a:blip r:embed="rId13">
              <a:extLst>
                <a:ext uri="{28A0092B-C50C-407E-A947-70E740481C1C}">
                  <a14:useLocalDpi xmlns:a14="http://schemas.microsoft.com/office/drawing/2010/main" val="0"/>
                </a:ext>
                <a:ext uri="{96DAC541-7B7A-43D3-8B79-37D633B846F1}">
                  <asvg:svgBlip xmlns:asvg="http://schemas.microsoft.com/office/drawing/2016/SVG/main" r:embed="rId14"/>
                </a:ext>
              </a:extLst>
            </a:blip>
            <a:stretch>
              <a:fillRect/>
            </a:stretch>
          </p:blipFill>
          <p:spPr>
            <a:xfrm>
              <a:off x="7949906" y="1430515"/>
              <a:ext cx="412681" cy="541644"/>
            </a:xfrm>
            <a:prstGeom prst="rect">
              <a:avLst/>
            </a:prstGeom>
          </p:spPr>
        </p:pic>
        <p:pic>
          <p:nvPicPr>
            <p:cNvPr id="69" name="图形 68">
              <a:extLst>
                <a:ext uri="{FF2B5EF4-FFF2-40B4-BE49-F238E27FC236}">
                  <a16:creationId xmlns:a16="http://schemas.microsoft.com/office/drawing/2014/main" id="{D4A0F4BC-0BDA-46B2-80D6-9B576D172338}"/>
                </a:ext>
              </a:extLst>
            </p:cNvPr>
            <p:cNvPicPr>
              <a:picLocks noChangeAspect="1"/>
            </p:cNvPicPr>
            <p:nvPr/>
          </p:nvPicPr>
          <p:blipFill>
            <a:blip r:embed="rId7" cstate="print">
              <a:extLst>
                <a:ext uri="{28A0092B-C50C-407E-A947-70E740481C1C}">
                  <a14:useLocalDpi xmlns:a14="http://schemas.microsoft.com/office/drawing/2010/main" val="0"/>
                </a:ext>
                <a:ext uri="{96DAC541-7B7A-43D3-8B79-37D633B846F1}">
                  <asvg:svgBlip xmlns:asvg="http://schemas.microsoft.com/office/drawing/2016/SVG/main" r:embed="rId8"/>
                </a:ext>
              </a:extLst>
            </a:blip>
            <a:stretch>
              <a:fillRect/>
            </a:stretch>
          </p:blipFill>
          <p:spPr>
            <a:xfrm>
              <a:off x="7906919" y="2350594"/>
              <a:ext cx="498657" cy="412221"/>
            </a:xfrm>
            <a:prstGeom prst="rect">
              <a:avLst/>
            </a:prstGeom>
          </p:spPr>
        </p:pic>
        <p:sp>
          <p:nvSpPr>
            <p:cNvPr id="70" name="文本框 69">
              <a:extLst>
                <a:ext uri="{FF2B5EF4-FFF2-40B4-BE49-F238E27FC236}">
                  <a16:creationId xmlns:a16="http://schemas.microsoft.com/office/drawing/2014/main" id="{EE632F00-BDC1-4935-9306-1EEA92DBD1D9}"/>
                </a:ext>
              </a:extLst>
            </p:cNvPr>
            <p:cNvSpPr txBox="1"/>
            <p:nvPr/>
          </p:nvSpPr>
          <p:spPr>
            <a:xfrm>
              <a:off x="4786514" y="3590740"/>
              <a:ext cx="429385" cy="369332"/>
            </a:xfrm>
            <a:prstGeom prst="rect">
              <a:avLst/>
            </a:prstGeom>
            <a:noFill/>
          </p:spPr>
          <p:txBody>
            <a:bodyPr wrap="square" rtlCol="0">
              <a:spAutoFit/>
            </a:bodyPr>
            <a:lstStyle/>
            <a:p>
              <a:pPr algn="ctr"/>
              <a:r>
                <a:rPr lang="en-US" altLang="zh-CN" b="1" dirty="0"/>
                <a:t>H1</a:t>
              </a:r>
              <a:endParaRPr lang="zh-CN" altLang="en-US" b="1" dirty="0"/>
            </a:p>
          </p:txBody>
        </p:sp>
        <p:sp>
          <p:nvSpPr>
            <p:cNvPr id="71" name="文本框 70">
              <a:extLst>
                <a:ext uri="{FF2B5EF4-FFF2-40B4-BE49-F238E27FC236}">
                  <a16:creationId xmlns:a16="http://schemas.microsoft.com/office/drawing/2014/main" id="{F5131637-5A7E-4249-8D84-2E2CE3F98A34}"/>
                </a:ext>
              </a:extLst>
            </p:cNvPr>
            <p:cNvSpPr txBox="1"/>
            <p:nvPr/>
          </p:nvSpPr>
          <p:spPr>
            <a:xfrm>
              <a:off x="8368801" y="1472306"/>
              <a:ext cx="429385" cy="369332"/>
            </a:xfrm>
            <a:prstGeom prst="rect">
              <a:avLst/>
            </a:prstGeom>
            <a:noFill/>
          </p:spPr>
          <p:txBody>
            <a:bodyPr wrap="square" rtlCol="0">
              <a:spAutoFit/>
            </a:bodyPr>
            <a:lstStyle/>
            <a:p>
              <a:pPr algn="ctr"/>
              <a:r>
                <a:rPr lang="en-US" altLang="zh-CN" b="1" dirty="0"/>
                <a:t>H2</a:t>
              </a:r>
              <a:endParaRPr lang="zh-CN" altLang="en-US" b="1" dirty="0"/>
            </a:p>
          </p:txBody>
        </p:sp>
        <p:sp>
          <p:nvSpPr>
            <p:cNvPr id="72" name="文本框 71">
              <a:extLst>
                <a:ext uri="{FF2B5EF4-FFF2-40B4-BE49-F238E27FC236}">
                  <a16:creationId xmlns:a16="http://schemas.microsoft.com/office/drawing/2014/main" id="{392FEB6B-E5B2-427E-B3C2-EAD0790E6AB9}"/>
                </a:ext>
              </a:extLst>
            </p:cNvPr>
            <p:cNvSpPr txBox="1"/>
            <p:nvPr/>
          </p:nvSpPr>
          <p:spPr>
            <a:xfrm>
              <a:off x="11438817" y="3397931"/>
              <a:ext cx="429385" cy="369332"/>
            </a:xfrm>
            <a:prstGeom prst="rect">
              <a:avLst/>
            </a:prstGeom>
            <a:noFill/>
          </p:spPr>
          <p:txBody>
            <a:bodyPr wrap="square" rtlCol="0">
              <a:spAutoFit/>
            </a:bodyPr>
            <a:lstStyle/>
            <a:p>
              <a:pPr algn="ctr"/>
              <a:r>
                <a:rPr lang="en-US" altLang="zh-CN" b="1" dirty="0"/>
                <a:t>H3</a:t>
              </a:r>
              <a:endParaRPr lang="zh-CN" altLang="en-US" b="1" dirty="0"/>
            </a:p>
          </p:txBody>
        </p:sp>
        <p:sp>
          <p:nvSpPr>
            <p:cNvPr id="73" name="文本框 72">
              <a:extLst>
                <a:ext uri="{FF2B5EF4-FFF2-40B4-BE49-F238E27FC236}">
                  <a16:creationId xmlns:a16="http://schemas.microsoft.com/office/drawing/2014/main" id="{F4F25552-EFE0-4E05-94A7-3F4FF57CFD57}"/>
                </a:ext>
              </a:extLst>
            </p:cNvPr>
            <p:cNvSpPr txBox="1"/>
            <p:nvPr/>
          </p:nvSpPr>
          <p:spPr>
            <a:xfrm>
              <a:off x="10083732" y="5190196"/>
              <a:ext cx="429385" cy="369332"/>
            </a:xfrm>
            <a:prstGeom prst="rect">
              <a:avLst/>
            </a:prstGeom>
            <a:noFill/>
          </p:spPr>
          <p:txBody>
            <a:bodyPr wrap="square" rtlCol="0">
              <a:spAutoFit/>
            </a:bodyPr>
            <a:lstStyle/>
            <a:p>
              <a:pPr algn="ctr"/>
              <a:r>
                <a:rPr lang="en-US" altLang="zh-CN" b="1" dirty="0"/>
                <a:t>H4</a:t>
              </a:r>
              <a:endParaRPr lang="zh-CN" altLang="en-US" b="1" dirty="0"/>
            </a:p>
          </p:txBody>
        </p:sp>
        <p:sp>
          <p:nvSpPr>
            <p:cNvPr id="74" name="文本框 73">
              <a:extLst>
                <a:ext uri="{FF2B5EF4-FFF2-40B4-BE49-F238E27FC236}">
                  <a16:creationId xmlns:a16="http://schemas.microsoft.com/office/drawing/2014/main" id="{2F2D4830-205E-4B2C-867F-AB3A11CAA3B6}"/>
                </a:ext>
              </a:extLst>
            </p:cNvPr>
            <p:cNvSpPr txBox="1"/>
            <p:nvPr/>
          </p:nvSpPr>
          <p:spPr>
            <a:xfrm>
              <a:off x="7275560" y="5401853"/>
              <a:ext cx="429385" cy="369332"/>
            </a:xfrm>
            <a:prstGeom prst="rect">
              <a:avLst/>
            </a:prstGeom>
            <a:noFill/>
          </p:spPr>
          <p:txBody>
            <a:bodyPr wrap="square" rtlCol="0">
              <a:spAutoFit/>
            </a:bodyPr>
            <a:lstStyle/>
            <a:p>
              <a:pPr algn="ctr"/>
              <a:r>
                <a:rPr lang="en-US" altLang="zh-CN" b="1" dirty="0"/>
                <a:t>H5</a:t>
              </a:r>
              <a:endParaRPr lang="zh-CN" altLang="en-US" b="1" dirty="0"/>
            </a:p>
          </p:txBody>
        </p:sp>
      </p:grpSp>
      <p:sp>
        <p:nvSpPr>
          <p:cNvPr id="76" name="矩形 75">
            <a:extLst>
              <a:ext uri="{FF2B5EF4-FFF2-40B4-BE49-F238E27FC236}">
                <a16:creationId xmlns:a16="http://schemas.microsoft.com/office/drawing/2014/main" id="{1A7E5EA6-D880-48D9-8D73-1573B45B2B2B}"/>
              </a:ext>
            </a:extLst>
          </p:cNvPr>
          <p:cNvSpPr/>
          <p:nvPr/>
        </p:nvSpPr>
        <p:spPr>
          <a:xfrm>
            <a:off x="1787139" y="4098426"/>
            <a:ext cx="2170878" cy="506538"/>
          </a:xfrm>
          <a:prstGeom prst="rect">
            <a:avLst/>
          </a:prstGeom>
          <a:solidFill>
            <a:schemeClr val="accent3"/>
          </a:solidFill>
          <a:ln>
            <a:solidFill>
              <a:schemeClr val="tx1"/>
            </a:solidFill>
          </a:ln>
        </p:spPr>
        <p:style>
          <a:lnRef idx="2">
            <a:schemeClr val="accent3">
              <a:shade val="50000"/>
            </a:schemeClr>
          </a:lnRef>
          <a:fillRef idx="1">
            <a:schemeClr val="accent3"/>
          </a:fillRef>
          <a:effectRef idx="0">
            <a:schemeClr val="accent3"/>
          </a:effectRef>
          <a:fontRef idx="minor">
            <a:schemeClr val="lt1"/>
          </a:fontRef>
        </p:style>
        <p:txBody>
          <a:bodyPr rtlCol="0" anchor="ctr"/>
          <a:lstStyle/>
          <a:p>
            <a:pPr algn="ctr"/>
            <a:r>
              <a:rPr lang="zh-CN" altLang="en-US" b="1" dirty="0"/>
              <a:t>分组失序</a:t>
            </a:r>
          </a:p>
        </p:txBody>
      </p:sp>
      <p:sp>
        <p:nvSpPr>
          <p:cNvPr id="78" name="envelope_151601">
            <a:extLst>
              <a:ext uri="{FF2B5EF4-FFF2-40B4-BE49-F238E27FC236}">
                <a16:creationId xmlns:a16="http://schemas.microsoft.com/office/drawing/2014/main" id="{2BEFD442-3BC7-416C-B8A2-26233ED81EAC}"/>
              </a:ext>
            </a:extLst>
          </p:cNvPr>
          <p:cNvSpPr/>
          <p:nvPr/>
        </p:nvSpPr>
        <p:spPr>
          <a:xfrm>
            <a:off x="4227384" y="3164482"/>
            <a:ext cx="334836" cy="217940"/>
          </a:xfrm>
          <a:custGeom>
            <a:avLst/>
            <a:gdLst>
              <a:gd name="connsiteX0" fmla="*/ 0 w 605169"/>
              <a:gd name="connsiteY0" fmla="*/ 60333 h 393896"/>
              <a:gd name="connsiteX1" fmla="*/ 124371 w 605169"/>
              <a:gd name="connsiteY1" fmla="*/ 146783 h 393896"/>
              <a:gd name="connsiteX2" fmla="*/ 302584 w 605169"/>
              <a:gd name="connsiteY2" fmla="*/ 272032 h 393896"/>
              <a:gd name="connsiteX3" fmla="*/ 480798 w 605169"/>
              <a:gd name="connsiteY3" fmla="*/ 146783 h 393896"/>
              <a:gd name="connsiteX4" fmla="*/ 605169 w 605169"/>
              <a:gd name="connsiteY4" fmla="*/ 60333 h 393896"/>
              <a:gd name="connsiteX5" fmla="*/ 605169 w 605169"/>
              <a:gd name="connsiteY5" fmla="*/ 393896 h 393896"/>
              <a:gd name="connsiteX6" fmla="*/ 0 w 605169"/>
              <a:gd name="connsiteY6" fmla="*/ 393896 h 393896"/>
              <a:gd name="connsiteX7" fmla="*/ 0 w 605169"/>
              <a:gd name="connsiteY7" fmla="*/ 0 h 393896"/>
              <a:gd name="connsiteX8" fmla="*/ 605169 w 605169"/>
              <a:gd name="connsiteY8" fmla="*/ 0 h 393896"/>
              <a:gd name="connsiteX9" fmla="*/ 605169 w 605169"/>
              <a:gd name="connsiteY9" fmla="*/ 19653 h 393896"/>
              <a:gd name="connsiteX10" fmla="*/ 302584 w 605169"/>
              <a:gd name="connsiteY10" fmla="*/ 230114 h 393896"/>
              <a:gd name="connsiteX11" fmla="*/ 0 w 605169"/>
              <a:gd name="connsiteY11" fmla="*/ 19653 h 393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605169" h="393896">
                <a:moveTo>
                  <a:pt x="0" y="60333"/>
                </a:moveTo>
                <a:lnTo>
                  <a:pt x="124371" y="146783"/>
                </a:lnTo>
                <a:lnTo>
                  <a:pt x="302584" y="272032"/>
                </a:lnTo>
                <a:lnTo>
                  <a:pt x="480798" y="146783"/>
                </a:lnTo>
                <a:lnTo>
                  <a:pt x="605169" y="60333"/>
                </a:lnTo>
                <a:lnTo>
                  <a:pt x="605169" y="393896"/>
                </a:lnTo>
                <a:lnTo>
                  <a:pt x="0" y="393896"/>
                </a:lnTo>
                <a:close/>
                <a:moveTo>
                  <a:pt x="0" y="0"/>
                </a:moveTo>
                <a:lnTo>
                  <a:pt x="605169" y="0"/>
                </a:lnTo>
                <a:lnTo>
                  <a:pt x="605169" y="19653"/>
                </a:lnTo>
                <a:lnTo>
                  <a:pt x="302584" y="230114"/>
                </a:lnTo>
                <a:lnTo>
                  <a:pt x="0" y="19653"/>
                </a:lnTo>
                <a:close/>
              </a:path>
            </a:pathLst>
          </a:custGeom>
          <a:solidFill>
            <a:schemeClr val="accent4"/>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zh-CN"/>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a:p>
        </p:txBody>
      </p:sp>
      <p:sp>
        <p:nvSpPr>
          <p:cNvPr id="77" name="envelope_151601">
            <a:extLst>
              <a:ext uri="{FF2B5EF4-FFF2-40B4-BE49-F238E27FC236}">
                <a16:creationId xmlns:a16="http://schemas.microsoft.com/office/drawing/2014/main" id="{FFF762A4-FD66-457D-8440-771B1EFAAFF2}"/>
              </a:ext>
            </a:extLst>
          </p:cNvPr>
          <p:cNvSpPr/>
          <p:nvPr/>
        </p:nvSpPr>
        <p:spPr>
          <a:xfrm>
            <a:off x="4594870" y="3164482"/>
            <a:ext cx="334836" cy="217940"/>
          </a:xfrm>
          <a:custGeom>
            <a:avLst/>
            <a:gdLst>
              <a:gd name="connsiteX0" fmla="*/ 0 w 605169"/>
              <a:gd name="connsiteY0" fmla="*/ 60333 h 393896"/>
              <a:gd name="connsiteX1" fmla="*/ 124371 w 605169"/>
              <a:gd name="connsiteY1" fmla="*/ 146783 h 393896"/>
              <a:gd name="connsiteX2" fmla="*/ 302584 w 605169"/>
              <a:gd name="connsiteY2" fmla="*/ 272032 h 393896"/>
              <a:gd name="connsiteX3" fmla="*/ 480798 w 605169"/>
              <a:gd name="connsiteY3" fmla="*/ 146783 h 393896"/>
              <a:gd name="connsiteX4" fmla="*/ 605169 w 605169"/>
              <a:gd name="connsiteY4" fmla="*/ 60333 h 393896"/>
              <a:gd name="connsiteX5" fmla="*/ 605169 w 605169"/>
              <a:gd name="connsiteY5" fmla="*/ 393896 h 393896"/>
              <a:gd name="connsiteX6" fmla="*/ 0 w 605169"/>
              <a:gd name="connsiteY6" fmla="*/ 393896 h 393896"/>
              <a:gd name="connsiteX7" fmla="*/ 0 w 605169"/>
              <a:gd name="connsiteY7" fmla="*/ 0 h 393896"/>
              <a:gd name="connsiteX8" fmla="*/ 605169 w 605169"/>
              <a:gd name="connsiteY8" fmla="*/ 0 h 393896"/>
              <a:gd name="connsiteX9" fmla="*/ 605169 w 605169"/>
              <a:gd name="connsiteY9" fmla="*/ 19653 h 393896"/>
              <a:gd name="connsiteX10" fmla="*/ 302584 w 605169"/>
              <a:gd name="connsiteY10" fmla="*/ 230114 h 393896"/>
              <a:gd name="connsiteX11" fmla="*/ 0 w 605169"/>
              <a:gd name="connsiteY11" fmla="*/ 19653 h 393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605169" h="393896">
                <a:moveTo>
                  <a:pt x="0" y="60333"/>
                </a:moveTo>
                <a:lnTo>
                  <a:pt x="124371" y="146783"/>
                </a:lnTo>
                <a:lnTo>
                  <a:pt x="302584" y="272032"/>
                </a:lnTo>
                <a:lnTo>
                  <a:pt x="480798" y="146783"/>
                </a:lnTo>
                <a:lnTo>
                  <a:pt x="605169" y="60333"/>
                </a:lnTo>
                <a:lnTo>
                  <a:pt x="605169" y="393896"/>
                </a:lnTo>
                <a:lnTo>
                  <a:pt x="0" y="393896"/>
                </a:lnTo>
                <a:close/>
                <a:moveTo>
                  <a:pt x="0" y="0"/>
                </a:moveTo>
                <a:lnTo>
                  <a:pt x="605169" y="0"/>
                </a:lnTo>
                <a:lnTo>
                  <a:pt x="605169" y="19653"/>
                </a:lnTo>
                <a:lnTo>
                  <a:pt x="302584" y="230114"/>
                </a:lnTo>
                <a:lnTo>
                  <a:pt x="0" y="19653"/>
                </a:lnTo>
                <a:close/>
              </a:path>
            </a:pathLst>
          </a:custGeom>
          <a:solidFill>
            <a:schemeClr val="accent5"/>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zh-CN"/>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a:p>
        </p:txBody>
      </p:sp>
      <p:sp>
        <p:nvSpPr>
          <p:cNvPr id="79" name="envelope_151601">
            <a:extLst>
              <a:ext uri="{FF2B5EF4-FFF2-40B4-BE49-F238E27FC236}">
                <a16:creationId xmlns:a16="http://schemas.microsoft.com/office/drawing/2014/main" id="{D0D2F897-D8E7-4C3B-8D16-6A637BEDAA0F}"/>
              </a:ext>
            </a:extLst>
          </p:cNvPr>
          <p:cNvSpPr/>
          <p:nvPr/>
        </p:nvSpPr>
        <p:spPr>
          <a:xfrm>
            <a:off x="4962356" y="3164482"/>
            <a:ext cx="334836" cy="217940"/>
          </a:xfrm>
          <a:custGeom>
            <a:avLst/>
            <a:gdLst>
              <a:gd name="connsiteX0" fmla="*/ 0 w 605169"/>
              <a:gd name="connsiteY0" fmla="*/ 60333 h 393896"/>
              <a:gd name="connsiteX1" fmla="*/ 124371 w 605169"/>
              <a:gd name="connsiteY1" fmla="*/ 146783 h 393896"/>
              <a:gd name="connsiteX2" fmla="*/ 302584 w 605169"/>
              <a:gd name="connsiteY2" fmla="*/ 272032 h 393896"/>
              <a:gd name="connsiteX3" fmla="*/ 480798 w 605169"/>
              <a:gd name="connsiteY3" fmla="*/ 146783 h 393896"/>
              <a:gd name="connsiteX4" fmla="*/ 605169 w 605169"/>
              <a:gd name="connsiteY4" fmla="*/ 60333 h 393896"/>
              <a:gd name="connsiteX5" fmla="*/ 605169 w 605169"/>
              <a:gd name="connsiteY5" fmla="*/ 393896 h 393896"/>
              <a:gd name="connsiteX6" fmla="*/ 0 w 605169"/>
              <a:gd name="connsiteY6" fmla="*/ 393896 h 393896"/>
              <a:gd name="connsiteX7" fmla="*/ 0 w 605169"/>
              <a:gd name="connsiteY7" fmla="*/ 0 h 393896"/>
              <a:gd name="connsiteX8" fmla="*/ 605169 w 605169"/>
              <a:gd name="connsiteY8" fmla="*/ 0 h 393896"/>
              <a:gd name="connsiteX9" fmla="*/ 605169 w 605169"/>
              <a:gd name="connsiteY9" fmla="*/ 19653 h 393896"/>
              <a:gd name="connsiteX10" fmla="*/ 302584 w 605169"/>
              <a:gd name="connsiteY10" fmla="*/ 230114 h 393896"/>
              <a:gd name="connsiteX11" fmla="*/ 0 w 605169"/>
              <a:gd name="connsiteY11" fmla="*/ 19653 h 393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605169" h="393896">
                <a:moveTo>
                  <a:pt x="0" y="60333"/>
                </a:moveTo>
                <a:lnTo>
                  <a:pt x="124371" y="146783"/>
                </a:lnTo>
                <a:lnTo>
                  <a:pt x="302584" y="272032"/>
                </a:lnTo>
                <a:lnTo>
                  <a:pt x="480798" y="146783"/>
                </a:lnTo>
                <a:lnTo>
                  <a:pt x="605169" y="60333"/>
                </a:lnTo>
                <a:lnTo>
                  <a:pt x="605169" y="393896"/>
                </a:lnTo>
                <a:lnTo>
                  <a:pt x="0" y="393896"/>
                </a:lnTo>
                <a:close/>
                <a:moveTo>
                  <a:pt x="0" y="0"/>
                </a:moveTo>
                <a:lnTo>
                  <a:pt x="605169" y="0"/>
                </a:lnTo>
                <a:lnTo>
                  <a:pt x="605169" y="19653"/>
                </a:lnTo>
                <a:lnTo>
                  <a:pt x="302584" y="230114"/>
                </a:lnTo>
                <a:lnTo>
                  <a:pt x="0" y="19653"/>
                </a:lnTo>
                <a:close/>
              </a:path>
            </a:pathLst>
          </a:custGeom>
          <a:solidFill>
            <a:schemeClr val="accent2"/>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zh-CN"/>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a:p>
        </p:txBody>
      </p:sp>
    </p:spTree>
    <p:custDataLst>
      <p:tags r:id="rId1"/>
    </p:custDataLst>
    <p:extLst>
      <p:ext uri="{BB962C8B-B14F-4D97-AF65-F5344CB8AC3E}">
        <p14:creationId xmlns:p14="http://schemas.microsoft.com/office/powerpoint/2010/main" val="356376557"/>
      </p:ext>
    </p:extLst>
  </p:cSld>
  <p:clrMapOvr>
    <a:masterClrMapping/>
  </p:clrMapOvr>
  <mc:AlternateContent xmlns:mc="http://schemas.openxmlformats.org/markup-compatibility/2006" xmlns:p14="http://schemas.microsoft.com/office/powerpoint/2010/main">
    <mc:Choice Requires="p14">
      <p:transition p14:dur="10" advClick="0" advTm="0"/>
    </mc:Choice>
    <mc:Fallback xmlns="">
      <p:transition advClick="0" advTm="0"/>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0" presetClass="path" presetSubtype="0" accel="50000" decel="50000" fill="hold" grpId="0" nodeType="withEffect">
                                  <p:stCondLst>
                                    <p:cond delay="0"/>
                                  </p:stCondLst>
                                  <p:childTnLst>
                                    <p:animMotion origin="layout" path="M -0.00143 0.00325 L 0.10912 0.00325 L 0.20131 0.19607 L 0.35131 0.14329 L 0.40795 -0.02453 L 0.46576 -0.03125 L 0.46576 -0.03125 " pathEditMode="relative" ptsTypes="AAAAAAA">
                                      <p:cBhvr>
                                        <p:cTn id="6" dur="3000" fill="hold"/>
                                        <p:tgtEl>
                                          <p:spTgt spid="79"/>
                                        </p:tgtEl>
                                        <p:attrNameLst>
                                          <p:attrName>ppt_x</p:attrName>
                                          <p:attrName>ppt_y</p:attrName>
                                        </p:attrNameLst>
                                      </p:cBhvr>
                                    </p:animMotion>
                                  </p:childTnLst>
                                </p:cTn>
                              </p:par>
                              <p:par>
                                <p:cTn id="7" presetID="0" presetClass="path" presetSubtype="0" accel="50000" decel="50000" fill="hold" grpId="0" nodeType="withEffect">
                                  <p:stCondLst>
                                    <p:cond delay="0"/>
                                  </p:stCondLst>
                                  <p:childTnLst>
                                    <p:animMotion origin="layout" path="M -0.0052 -0.00069 L 0.13881 0.00232 L 0.278 -0.11481 L 0.43881 -0.02175 L 0.55704 -0.0324 L 0.55704 -0.0324 L 0.55704 -0.0324 " pathEditMode="relative" ptsTypes="AAAAAAA">
                                      <p:cBhvr>
                                        <p:cTn id="8" dur="3000" fill="hold"/>
                                        <p:tgtEl>
                                          <p:spTgt spid="77"/>
                                        </p:tgtEl>
                                        <p:attrNameLst>
                                          <p:attrName>ppt_x</p:attrName>
                                          <p:attrName>ppt_y</p:attrName>
                                        </p:attrNameLst>
                                      </p:cBhvr>
                                    </p:animMotion>
                                  </p:childTnLst>
                                </p:cTn>
                              </p:par>
                              <p:par>
                                <p:cTn id="9" presetID="0" presetClass="path" presetSubtype="0" accel="50000" decel="50000" fill="hold" grpId="0" nodeType="withEffect">
                                  <p:stCondLst>
                                    <p:cond delay="0"/>
                                  </p:stCondLst>
                                  <p:childTnLst>
                                    <p:animMotion origin="layout" path="M -0.00482 0.00047 L 0.16992 0.00625 L 0.30807 -0.11481 L 0.47213 -0.02268 L 0.5569 -0.03333 " pathEditMode="relative" ptsTypes="AAAAA">
                                      <p:cBhvr>
                                        <p:cTn id="10" dur="3000" fill="hold"/>
                                        <p:tgtEl>
                                          <p:spTgt spid="78"/>
                                        </p:tgtEl>
                                        <p:attrNameLst>
                                          <p:attrName>ppt_x</p:attrName>
                                          <p:attrName>ppt_y</p:attrName>
                                        </p:attrNameLst>
                                      </p:cBhvr>
                                    </p:animMotion>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78" grpId="0" animBg="1"/>
      <p:bldP spid="77" grpId="0" animBg="1"/>
      <p:bldP spid="79" grpId="0" animBg="1"/>
    </p:bldLst>
  </p:timing>
</p:sld>
</file>

<file path=ppt/slides/slide10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4" name="组合 3">
            <a:extLst>
              <a:ext uri="{FF2B5EF4-FFF2-40B4-BE49-F238E27FC236}">
                <a16:creationId xmlns:a16="http://schemas.microsoft.com/office/drawing/2014/main" id="{9A1EA9F2-FCB6-48C3-935F-7AE7E3AD14AC}"/>
              </a:ext>
            </a:extLst>
          </p:cNvPr>
          <p:cNvGrpSpPr/>
          <p:nvPr/>
        </p:nvGrpSpPr>
        <p:grpSpPr>
          <a:xfrm>
            <a:off x="304800" y="749300"/>
            <a:ext cx="6192344" cy="400110"/>
            <a:chOff x="424117" y="898245"/>
            <a:chExt cx="6192344" cy="400110"/>
          </a:xfrm>
        </p:grpSpPr>
        <p:sp>
          <p:nvSpPr>
            <p:cNvPr id="2" name="平行四边形 1">
              <a:extLst>
                <a:ext uri="{FF2B5EF4-FFF2-40B4-BE49-F238E27FC236}">
                  <a16:creationId xmlns:a16="http://schemas.microsoft.com/office/drawing/2014/main" id="{1F5BAA3F-9845-4F89-A2DD-8222D3E4EDAC}"/>
                </a:ext>
              </a:extLst>
            </p:cNvPr>
            <p:cNvSpPr/>
            <p:nvPr/>
          </p:nvSpPr>
          <p:spPr>
            <a:xfrm>
              <a:off x="424117" y="898245"/>
              <a:ext cx="628306" cy="387090"/>
            </a:xfrm>
            <a:prstGeom prst="parallelogram">
              <a:avLst/>
            </a:prstGeom>
            <a:solidFill>
              <a:schemeClr val="accent3">
                <a:lumMod val="75000"/>
              </a:schemeClr>
            </a:solidFill>
            <a:ln>
              <a:solidFill>
                <a:schemeClr val="accent3">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CN" sz="2200" dirty="0">
                  <a:latin typeface="Impact" panose="020B0806030902050204" pitchFamily="34" charset="0"/>
                </a:rPr>
                <a:t>01</a:t>
              </a:r>
              <a:endParaRPr lang="zh-CN" altLang="en-US" sz="2200" dirty="0">
                <a:latin typeface="Impact" panose="020B0806030902050204" pitchFamily="34" charset="0"/>
              </a:endParaRPr>
            </a:p>
          </p:txBody>
        </p:sp>
        <p:sp>
          <p:nvSpPr>
            <p:cNvPr id="3" name="文本框 2">
              <a:extLst>
                <a:ext uri="{FF2B5EF4-FFF2-40B4-BE49-F238E27FC236}">
                  <a16:creationId xmlns:a16="http://schemas.microsoft.com/office/drawing/2014/main" id="{4D6BD736-A4D3-4F26-AFED-36E11F50F70B}"/>
                </a:ext>
              </a:extLst>
            </p:cNvPr>
            <p:cNvSpPr txBox="1"/>
            <p:nvPr/>
          </p:nvSpPr>
          <p:spPr>
            <a:xfrm>
              <a:off x="1052423" y="898245"/>
              <a:ext cx="5564038" cy="400110"/>
            </a:xfrm>
            <a:prstGeom prst="rect">
              <a:avLst/>
            </a:prstGeom>
            <a:noFill/>
          </p:spPr>
          <p:txBody>
            <a:bodyPr wrap="square" rtlCol="0">
              <a:spAutoFit/>
            </a:bodyPr>
            <a:lstStyle/>
            <a:p>
              <a:r>
                <a:rPr lang="zh-CN" altLang="en-US" sz="2000" b="1" dirty="0"/>
                <a:t>可靠传输的相关基本概念</a:t>
              </a:r>
            </a:p>
          </p:txBody>
        </p:sp>
      </p:grpSp>
      <p:sp>
        <p:nvSpPr>
          <p:cNvPr id="6" name="矩形 5">
            <a:extLst>
              <a:ext uri="{FF2B5EF4-FFF2-40B4-BE49-F238E27FC236}">
                <a16:creationId xmlns:a16="http://schemas.microsoft.com/office/drawing/2014/main" id="{04FB463A-B16F-48FC-B54F-320676314201}"/>
              </a:ext>
            </a:extLst>
          </p:cNvPr>
          <p:cNvSpPr/>
          <p:nvPr/>
        </p:nvSpPr>
        <p:spPr>
          <a:xfrm>
            <a:off x="1787139" y="2446117"/>
            <a:ext cx="2170878" cy="506538"/>
          </a:xfrm>
          <a:prstGeom prst="rect">
            <a:avLst/>
          </a:prstGeom>
          <a:solidFill>
            <a:schemeClr val="bg2">
              <a:lumMod val="90000"/>
            </a:schemeClr>
          </a:solidFill>
          <a:ln>
            <a:solidFill>
              <a:schemeClr val="tx1"/>
            </a:solidFill>
          </a:ln>
        </p:spPr>
        <p:style>
          <a:lnRef idx="2">
            <a:schemeClr val="accent3">
              <a:shade val="50000"/>
            </a:schemeClr>
          </a:lnRef>
          <a:fillRef idx="1">
            <a:schemeClr val="accent3"/>
          </a:fillRef>
          <a:effectRef idx="0">
            <a:schemeClr val="accent3"/>
          </a:effectRef>
          <a:fontRef idx="minor">
            <a:schemeClr val="lt1"/>
          </a:fontRef>
        </p:style>
        <p:txBody>
          <a:bodyPr rtlCol="0" anchor="ctr"/>
          <a:lstStyle/>
          <a:p>
            <a:pPr algn="ctr"/>
            <a:r>
              <a:rPr lang="zh-CN" altLang="en-US" b="1" dirty="0"/>
              <a:t>误码（比特差错）</a:t>
            </a:r>
          </a:p>
        </p:txBody>
      </p:sp>
      <p:sp>
        <p:nvSpPr>
          <p:cNvPr id="44" name="矩形 43">
            <a:extLst>
              <a:ext uri="{FF2B5EF4-FFF2-40B4-BE49-F238E27FC236}">
                <a16:creationId xmlns:a16="http://schemas.microsoft.com/office/drawing/2014/main" id="{D2E55902-4483-44C2-9BB0-BC665F00A52D}"/>
              </a:ext>
            </a:extLst>
          </p:cNvPr>
          <p:cNvSpPr/>
          <p:nvPr/>
        </p:nvSpPr>
        <p:spPr>
          <a:xfrm>
            <a:off x="308094" y="1699467"/>
            <a:ext cx="2170878" cy="506538"/>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zh-CN" altLang="en-US" b="1" dirty="0"/>
              <a:t>传输差错</a:t>
            </a:r>
          </a:p>
        </p:txBody>
      </p:sp>
      <p:cxnSp>
        <p:nvCxnSpPr>
          <p:cNvPr id="11" name="连接符: 肘形 10">
            <a:extLst>
              <a:ext uri="{FF2B5EF4-FFF2-40B4-BE49-F238E27FC236}">
                <a16:creationId xmlns:a16="http://schemas.microsoft.com/office/drawing/2014/main" id="{1C60153A-AC05-4D6F-B34E-E17052F8ECC9}"/>
              </a:ext>
            </a:extLst>
          </p:cNvPr>
          <p:cNvCxnSpPr>
            <a:cxnSpLocks/>
            <a:stCxn id="6" idx="1"/>
            <a:endCxn id="44" idx="2"/>
          </p:cNvCxnSpPr>
          <p:nvPr/>
        </p:nvCxnSpPr>
        <p:spPr>
          <a:xfrm rot="10800000">
            <a:off x="1393533" y="2206006"/>
            <a:ext cx="393606" cy="493381"/>
          </a:xfrm>
          <a:prstGeom prst="bentConnector2">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sp>
        <p:nvSpPr>
          <p:cNvPr id="41" name="矩形 40">
            <a:extLst>
              <a:ext uri="{FF2B5EF4-FFF2-40B4-BE49-F238E27FC236}">
                <a16:creationId xmlns:a16="http://schemas.microsoft.com/office/drawing/2014/main" id="{413FC73A-B4D0-4D30-A618-966354A13D3F}"/>
              </a:ext>
            </a:extLst>
          </p:cNvPr>
          <p:cNvSpPr/>
          <p:nvPr/>
        </p:nvSpPr>
        <p:spPr>
          <a:xfrm>
            <a:off x="1787140" y="3338620"/>
            <a:ext cx="2170878" cy="506538"/>
          </a:xfrm>
          <a:prstGeom prst="rect">
            <a:avLst/>
          </a:prstGeom>
          <a:solidFill>
            <a:schemeClr val="bg2">
              <a:lumMod val="90000"/>
            </a:schemeClr>
          </a:solidFill>
          <a:ln>
            <a:solidFill>
              <a:schemeClr val="tx1"/>
            </a:solidFill>
          </a:ln>
        </p:spPr>
        <p:style>
          <a:lnRef idx="2">
            <a:schemeClr val="accent3">
              <a:shade val="50000"/>
            </a:schemeClr>
          </a:lnRef>
          <a:fillRef idx="1">
            <a:schemeClr val="accent3"/>
          </a:fillRef>
          <a:effectRef idx="0">
            <a:schemeClr val="accent3"/>
          </a:effectRef>
          <a:fontRef idx="minor">
            <a:schemeClr val="lt1"/>
          </a:fontRef>
        </p:style>
        <p:txBody>
          <a:bodyPr rtlCol="0" anchor="ctr"/>
          <a:lstStyle/>
          <a:p>
            <a:pPr algn="ctr"/>
            <a:r>
              <a:rPr lang="zh-CN" altLang="en-US" b="1" dirty="0"/>
              <a:t>分组丢失</a:t>
            </a:r>
          </a:p>
        </p:txBody>
      </p:sp>
      <p:cxnSp>
        <p:nvCxnSpPr>
          <p:cNvPr id="45" name="连接符: 肘形 44">
            <a:extLst>
              <a:ext uri="{FF2B5EF4-FFF2-40B4-BE49-F238E27FC236}">
                <a16:creationId xmlns:a16="http://schemas.microsoft.com/office/drawing/2014/main" id="{8F77EBE8-F658-4736-B12D-40C29950ADA9}"/>
              </a:ext>
            </a:extLst>
          </p:cNvPr>
          <p:cNvCxnSpPr>
            <a:cxnSpLocks/>
            <a:stCxn id="41" idx="1"/>
            <a:endCxn id="44" idx="2"/>
          </p:cNvCxnSpPr>
          <p:nvPr/>
        </p:nvCxnSpPr>
        <p:spPr>
          <a:xfrm rot="10800000">
            <a:off x="1393534" y="2206005"/>
            <a:ext cx="393607" cy="1385884"/>
          </a:xfrm>
          <a:prstGeom prst="bentConnector2">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sp>
        <p:nvSpPr>
          <p:cNvPr id="42" name="矩形 41">
            <a:extLst>
              <a:ext uri="{FF2B5EF4-FFF2-40B4-BE49-F238E27FC236}">
                <a16:creationId xmlns:a16="http://schemas.microsoft.com/office/drawing/2014/main" id="{6337F8D1-B247-4D0B-8C21-4BE83502BAB9}"/>
              </a:ext>
            </a:extLst>
          </p:cNvPr>
          <p:cNvSpPr/>
          <p:nvPr/>
        </p:nvSpPr>
        <p:spPr>
          <a:xfrm>
            <a:off x="1787139" y="4098427"/>
            <a:ext cx="2170878" cy="506538"/>
          </a:xfrm>
          <a:prstGeom prst="rect">
            <a:avLst/>
          </a:prstGeom>
          <a:solidFill>
            <a:schemeClr val="bg2">
              <a:lumMod val="90000"/>
            </a:schemeClr>
          </a:solidFill>
          <a:ln>
            <a:solidFill>
              <a:schemeClr val="tx1"/>
            </a:solidFill>
          </a:ln>
        </p:spPr>
        <p:style>
          <a:lnRef idx="2">
            <a:schemeClr val="accent3">
              <a:shade val="50000"/>
            </a:schemeClr>
          </a:lnRef>
          <a:fillRef idx="1">
            <a:schemeClr val="accent3"/>
          </a:fillRef>
          <a:effectRef idx="0">
            <a:schemeClr val="accent3"/>
          </a:effectRef>
          <a:fontRef idx="minor">
            <a:schemeClr val="lt1"/>
          </a:fontRef>
        </p:style>
        <p:txBody>
          <a:bodyPr rtlCol="0" anchor="ctr"/>
          <a:lstStyle/>
          <a:p>
            <a:pPr algn="ctr"/>
            <a:r>
              <a:rPr lang="zh-CN" altLang="en-US" b="1" dirty="0"/>
              <a:t>分组失序</a:t>
            </a:r>
          </a:p>
        </p:txBody>
      </p:sp>
      <p:cxnSp>
        <p:nvCxnSpPr>
          <p:cNvPr id="51" name="连接符: 肘形 50">
            <a:extLst>
              <a:ext uri="{FF2B5EF4-FFF2-40B4-BE49-F238E27FC236}">
                <a16:creationId xmlns:a16="http://schemas.microsoft.com/office/drawing/2014/main" id="{258CF9B4-2535-4559-A579-B2BE7DD81827}"/>
              </a:ext>
            </a:extLst>
          </p:cNvPr>
          <p:cNvCxnSpPr>
            <a:cxnSpLocks/>
            <a:stCxn id="42" idx="1"/>
            <a:endCxn id="44" idx="2"/>
          </p:cNvCxnSpPr>
          <p:nvPr/>
        </p:nvCxnSpPr>
        <p:spPr>
          <a:xfrm rot="10800000">
            <a:off x="1393533" y="2206006"/>
            <a:ext cx="393606" cy="2145691"/>
          </a:xfrm>
          <a:prstGeom prst="bentConnector2">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sp>
        <p:nvSpPr>
          <p:cNvPr id="43" name="矩形 42">
            <a:extLst>
              <a:ext uri="{FF2B5EF4-FFF2-40B4-BE49-F238E27FC236}">
                <a16:creationId xmlns:a16="http://schemas.microsoft.com/office/drawing/2014/main" id="{ACF8517E-4D5B-4F3C-8666-7D090C83BFA1}"/>
              </a:ext>
            </a:extLst>
          </p:cNvPr>
          <p:cNvSpPr/>
          <p:nvPr/>
        </p:nvSpPr>
        <p:spPr>
          <a:xfrm>
            <a:off x="1787139" y="4858234"/>
            <a:ext cx="2170878" cy="506538"/>
          </a:xfrm>
          <a:prstGeom prst="rect">
            <a:avLst/>
          </a:prstGeom>
          <a:solidFill>
            <a:schemeClr val="bg2">
              <a:lumMod val="90000"/>
            </a:schemeClr>
          </a:solidFill>
          <a:ln>
            <a:solidFill>
              <a:schemeClr val="tx1"/>
            </a:solidFill>
          </a:ln>
        </p:spPr>
        <p:style>
          <a:lnRef idx="2">
            <a:schemeClr val="accent3">
              <a:shade val="50000"/>
            </a:schemeClr>
          </a:lnRef>
          <a:fillRef idx="1">
            <a:schemeClr val="accent3"/>
          </a:fillRef>
          <a:effectRef idx="0">
            <a:schemeClr val="accent3"/>
          </a:effectRef>
          <a:fontRef idx="minor">
            <a:schemeClr val="lt1"/>
          </a:fontRef>
        </p:style>
        <p:txBody>
          <a:bodyPr rtlCol="0" anchor="ctr"/>
          <a:lstStyle/>
          <a:p>
            <a:pPr algn="ctr"/>
            <a:r>
              <a:rPr lang="zh-CN" altLang="en-US" b="1" dirty="0"/>
              <a:t>分组重复</a:t>
            </a:r>
          </a:p>
        </p:txBody>
      </p:sp>
      <p:cxnSp>
        <p:nvCxnSpPr>
          <p:cNvPr id="52" name="连接符: 肘形 51">
            <a:extLst>
              <a:ext uri="{FF2B5EF4-FFF2-40B4-BE49-F238E27FC236}">
                <a16:creationId xmlns:a16="http://schemas.microsoft.com/office/drawing/2014/main" id="{215DD782-FAED-4A8E-A13D-27D49FD0B450}"/>
              </a:ext>
            </a:extLst>
          </p:cNvPr>
          <p:cNvCxnSpPr>
            <a:cxnSpLocks/>
            <a:stCxn id="43" idx="1"/>
            <a:endCxn id="44" idx="2"/>
          </p:cNvCxnSpPr>
          <p:nvPr/>
        </p:nvCxnSpPr>
        <p:spPr>
          <a:xfrm rot="10800000">
            <a:off x="1393533" y="2206005"/>
            <a:ext cx="393606" cy="2905498"/>
          </a:xfrm>
          <a:prstGeom prst="bentConnector2">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grpSp>
        <p:nvGrpSpPr>
          <p:cNvPr id="27" name="组合 26">
            <a:extLst>
              <a:ext uri="{FF2B5EF4-FFF2-40B4-BE49-F238E27FC236}">
                <a16:creationId xmlns:a16="http://schemas.microsoft.com/office/drawing/2014/main" id="{DE606FE8-4775-4A4E-8F9F-00F10243B31D}"/>
              </a:ext>
            </a:extLst>
          </p:cNvPr>
          <p:cNvGrpSpPr/>
          <p:nvPr/>
        </p:nvGrpSpPr>
        <p:grpSpPr>
          <a:xfrm>
            <a:off x="4686256" y="1430515"/>
            <a:ext cx="7328085" cy="4456477"/>
            <a:chOff x="4686256" y="1430515"/>
            <a:chExt cx="7328085" cy="4456477"/>
          </a:xfrm>
        </p:grpSpPr>
        <p:sp>
          <p:nvSpPr>
            <p:cNvPr id="35" name="云形 34">
              <a:extLst>
                <a:ext uri="{FF2B5EF4-FFF2-40B4-BE49-F238E27FC236}">
                  <a16:creationId xmlns:a16="http://schemas.microsoft.com/office/drawing/2014/main" id="{C32FA7A0-ED82-438C-BCD2-BFD60281CA59}"/>
                </a:ext>
              </a:extLst>
            </p:cNvPr>
            <p:cNvSpPr/>
            <p:nvPr/>
          </p:nvSpPr>
          <p:spPr>
            <a:xfrm>
              <a:off x="5768648" y="2062471"/>
              <a:ext cx="4876798" cy="3385192"/>
            </a:xfrm>
            <a:prstGeom prst="cloud">
              <a:avLst/>
            </a:prstGeom>
            <a:solidFill>
              <a:schemeClr val="bg1">
                <a:lumMod val="85000"/>
              </a:schemeClr>
            </a:solidFill>
            <a:ln>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pic>
          <p:nvPicPr>
            <p:cNvPr id="36" name="图形 35">
              <a:extLst>
                <a:ext uri="{FF2B5EF4-FFF2-40B4-BE49-F238E27FC236}">
                  <a16:creationId xmlns:a16="http://schemas.microsoft.com/office/drawing/2014/main" id="{490FD9FF-3F53-4E5A-A04F-D8ACAB645C55}"/>
                </a:ext>
              </a:extLst>
            </p:cNvPr>
            <p:cNvPicPr>
              <a:picLocks noChangeAspect="1"/>
            </p:cNvPicPr>
            <p:nvPr/>
          </p:nvPicPr>
          <p:blipFill>
            <a:blip r:embed="rId3">
              <a:extLst>
                <a:ext uri="{28A0092B-C50C-407E-A947-70E740481C1C}">
                  <a14:useLocalDpi xmlns:a14="http://schemas.microsoft.com/office/drawing/2010/main" val="0"/>
                </a:ext>
                <a:ext uri="{96DAC541-7B7A-43D3-8B79-37D633B846F1}">
                  <asvg:svgBlip xmlns:asvg="http://schemas.microsoft.com/office/drawing/2016/SVG/main" r:embed="rId4"/>
                </a:ext>
              </a:extLst>
            </a:blip>
            <a:stretch>
              <a:fillRect/>
            </a:stretch>
          </p:blipFill>
          <p:spPr>
            <a:xfrm>
              <a:off x="11292680" y="2915270"/>
              <a:ext cx="721661" cy="438478"/>
            </a:xfrm>
            <a:prstGeom prst="rect">
              <a:avLst/>
            </a:prstGeom>
          </p:spPr>
        </p:pic>
        <p:pic>
          <p:nvPicPr>
            <p:cNvPr id="37" name="图形 36">
              <a:extLst>
                <a:ext uri="{FF2B5EF4-FFF2-40B4-BE49-F238E27FC236}">
                  <a16:creationId xmlns:a16="http://schemas.microsoft.com/office/drawing/2014/main" id="{69C49CA7-BE29-4BCF-9BF4-B7B6FBE4D64A}"/>
                </a:ext>
              </a:extLst>
            </p:cNvPr>
            <p:cNvPicPr>
              <a:picLocks noChangeAspect="1"/>
            </p:cNvPicPr>
            <p:nvPr/>
          </p:nvPicPr>
          <p:blipFill>
            <a:blip r:embed="rId5">
              <a:extLst>
                <a:ext uri="{28A0092B-C50C-407E-A947-70E740481C1C}">
                  <a14:useLocalDpi xmlns:a14="http://schemas.microsoft.com/office/drawing/2010/main" val="0"/>
                </a:ext>
                <a:ext uri="{96DAC541-7B7A-43D3-8B79-37D633B846F1}">
                  <asvg:svgBlip xmlns:asvg="http://schemas.microsoft.com/office/drawing/2016/SVG/main" r:embed="rId6"/>
                </a:ext>
              </a:extLst>
            </a:blip>
            <a:stretch>
              <a:fillRect/>
            </a:stretch>
          </p:blipFill>
          <p:spPr>
            <a:xfrm>
              <a:off x="4686256" y="3105954"/>
              <a:ext cx="529643" cy="512277"/>
            </a:xfrm>
            <a:prstGeom prst="rect">
              <a:avLst/>
            </a:prstGeom>
          </p:spPr>
        </p:pic>
        <p:cxnSp>
          <p:nvCxnSpPr>
            <p:cNvPr id="38" name="直接连接符 37">
              <a:extLst>
                <a:ext uri="{FF2B5EF4-FFF2-40B4-BE49-F238E27FC236}">
                  <a16:creationId xmlns:a16="http://schemas.microsoft.com/office/drawing/2014/main" id="{558EBDEF-18D9-438C-96AF-43D1E31CB9F7}"/>
                </a:ext>
              </a:extLst>
            </p:cNvPr>
            <p:cNvCxnSpPr>
              <a:cxnSpLocks/>
            </p:cNvCxnSpPr>
            <p:nvPr/>
          </p:nvCxnSpPr>
          <p:spPr>
            <a:xfrm flipV="1">
              <a:off x="6454891" y="2556704"/>
              <a:ext cx="1701356" cy="819782"/>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9" name="直接连接符 38">
              <a:extLst>
                <a:ext uri="{FF2B5EF4-FFF2-40B4-BE49-F238E27FC236}">
                  <a16:creationId xmlns:a16="http://schemas.microsoft.com/office/drawing/2014/main" id="{2C6B1777-3EEE-417A-BD1B-10CD9D4B68FD}"/>
                </a:ext>
              </a:extLst>
            </p:cNvPr>
            <p:cNvCxnSpPr>
              <a:cxnSpLocks/>
            </p:cNvCxnSpPr>
            <p:nvPr/>
          </p:nvCxnSpPr>
          <p:spPr>
            <a:xfrm>
              <a:off x="8156247" y="2508099"/>
              <a:ext cx="1960028" cy="662277"/>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0" name="直接连接符 39">
              <a:extLst>
                <a:ext uri="{FF2B5EF4-FFF2-40B4-BE49-F238E27FC236}">
                  <a16:creationId xmlns:a16="http://schemas.microsoft.com/office/drawing/2014/main" id="{79FD0772-7279-4E64-975E-033212501ACA}"/>
                </a:ext>
              </a:extLst>
            </p:cNvPr>
            <p:cNvCxnSpPr>
              <a:cxnSpLocks/>
            </p:cNvCxnSpPr>
            <p:nvPr/>
          </p:nvCxnSpPr>
          <p:spPr>
            <a:xfrm>
              <a:off x="6450220" y="3376486"/>
              <a:ext cx="1082682" cy="1231621"/>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6" name="直接连接符 45">
              <a:extLst>
                <a:ext uri="{FF2B5EF4-FFF2-40B4-BE49-F238E27FC236}">
                  <a16:creationId xmlns:a16="http://schemas.microsoft.com/office/drawing/2014/main" id="{B3B96998-4129-4F87-83B1-583D3A875A63}"/>
                </a:ext>
              </a:extLst>
            </p:cNvPr>
            <p:cNvCxnSpPr>
              <a:cxnSpLocks/>
            </p:cNvCxnSpPr>
            <p:nvPr/>
          </p:nvCxnSpPr>
          <p:spPr>
            <a:xfrm flipV="1">
              <a:off x="7586005" y="4312866"/>
              <a:ext cx="1836720" cy="32685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7" name="直接连接符 46">
              <a:extLst>
                <a:ext uri="{FF2B5EF4-FFF2-40B4-BE49-F238E27FC236}">
                  <a16:creationId xmlns:a16="http://schemas.microsoft.com/office/drawing/2014/main" id="{D36E5267-FB9F-41CB-BFBF-112346E10A9C}"/>
                </a:ext>
              </a:extLst>
            </p:cNvPr>
            <p:cNvCxnSpPr>
              <a:cxnSpLocks/>
            </p:cNvCxnSpPr>
            <p:nvPr/>
          </p:nvCxnSpPr>
          <p:spPr>
            <a:xfrm flipH="1">
              <a:off x="9429162" y="3084099"/>
              <a:ext cx="687113" cy="1228765"/>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8" name="直接连接符 47">
              <a:extLst>
                <a:ext uri="{FF2B5EF4-FFF2-40B4-BE49-F238E27FC236}">
                  <a16:creationId xmlns:a16="http://schemas.microsoft.com/office/drawing/2014/main" id="{61621FAB-395D-46A0-9410-D2F82A3489D7}"/>
                </a:ext>
              </a:extLst>
            </p:cNvPr>
            <p:cNvCxnSpPr>
              <a:cxnSpLocks/>
            </p:cNvCxnSpPr>
            <p:nvPr/>
          </p:nvCxnSpPr>
          <p:spPr>
            <a:xfrm flipH="1">
              <a:off x="7586005" y="2508099"/>
              <a:ext cx="570243" cy="2100008"/>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9" name="直接连接符 48">
              <a:extLst>
                <a:ext uri="{FF2B5EF4-FFF2-40B4-BE49-F238E27FC236}">
                  <a16:creationId xmlns:a16="http://schemas.microsoft.com/office/drawing/2014/main" id="{3814F7D7-82C1-4143-842E-8490DDEF468A}"/>
                </a:ext>
              </a:extLst>
            </p:cNvPr>
            <p:cNvCxnSpPr>
              <a:cxnSpLocks/>
            </p:cNvCxnSpPr>
            <p:nvPr/>
          </p:nvCxnSpPr>
          <p:spPr>
            <a:xfrm>
              <a:off x="8156247" y="2508099"/>
              <a:ext cx="1283879" cy="1804765"/>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pic>
          <p:nvPicPr>
            <p:cNvPr id="50" name="图形 49">
              <a:extLst>
                <a:ext uri="{FF2B5EF4-FFF2-40B4-BE49-F238E27FC236}">
                  <a16:creationId xmlns:a16="http://schemas.microsoft.com/office/drawing/2014/main" id="{FFFAA41B-5A8B-42C1-A4F9-F78301ACBF23}"/>
                </a:ext>
              </a:extLst>
            </p:cNvPr>
            <p:cNvPicPr>
              <a:picLocks noChangeAspect="1"/>
            </p:cNvPicPr>
            <p:nvPr/>
          </p:nvPicPr>
          <p:blipFill>
            <a:blip r:embed="rId7" cstate="print">
              <a:extLst>
                <a:ext uri="{28A0092B-C50C-407E-A947-70E740481C1C}">
                  <a14:useLocalDpi xmlns:a14="http://schemas.microsoft.com/office/drawing/2010/main" val="0"/>
                </a:ext>
                <a:ext uri="{96DAC541-7B7A-43D3-8B79-37D633B846F1}">
                  <asvg:svgBlip xmlns:asvg="http://schemas.microsoft.com/office/drawing/2016/SVG/main" r:embed="rId8"/>
                </a:ext>
              </a:extLst>
            </a:blip>
            <a:stretch>
              <a:fillRect/>
            </a:stretch>
          </p:blipFill>
          <p:spPr>
            <a:xfrm>
              <a:off x="6205563" y="3170376"/>
              <a:ext cx="498657" cy="412221"/>
            </a:xfrm>
            <a:prstGeom prst="rect">
              <a:avLst/>
            </a:prstGeom>
          </p:spPr>
        </p:pic>
        <p:pic>
          <p:nvPicPr>
            <p:cNvPr id="53" name="图形 52">
              <a:extLst>
                <a:ext uri="{FF2B5EF4-FFF2-40B4-BE49-F238E27FC236}">
                  <a16:creationId xmlns:a16="http://schemas.microsoft.com/office/drawing/2014/main" id="{76CC6DDF-CC62-4AB5-8510-11A090AFCB7E}"/>
                </a:ext>
              </a:extLst>
            </p:cNvPr>
            <p:cNvPicPr>
              <a:picLocks noChangeAspect="1"/>
            </p:cNvPicPr>
            <p:nvPr/>
          </p:nvPicPr>
          <p:blipFill>
            <a:blip r:embed="rId7" cstate="print">
              <a:extLst>
                <a:ext uri="{28A0092B-C50C-407E-A947-70E740481C1C}">
                  <a14:useLocalDpi xmlns:a14="http://schemas.microsoft.com/office/drawing/2010/main" val="0"/>
                </a:ext>
                <a:ext uri="{96DAC541-7B7A-43D3-8B79-37D633B846F1}">
                  <asvg:svgBlip xmlns:asvg="http://schemas.microsoft.com/office/drawing/2016/SVG/main" r:embed="rId8"/>
                </a:ext>
              </a:extLst>
            </a:blip>
            <a:stretch>
              <a:fillRect/>
            </a:stretch>
          </p:blipFill>
          <p:spPr>
            <a:xfrm>
              <a:off x="9866947" y="2964265"/>
              <a:ext cx="498657" cy="412221"/>
            </a:xfrm>
            <a:prstGeom prst="rect">
              <a:avLst/>
            </a:prstGeom>
          </p:spPr>
        </p:pic>
        <p:sp>
          <p:nvSpPr>
            <p:cNvPr id="54" name="文本框 53">
              <a:extLst>
                <a:ext uri="{FF2B5EF4-FFF2-40B4-BE49-F238E27FC236}">
                  <a16:creationId xmlns:a16="http://schemas.microsoft.com/office/drawing/2014/main" id="{E2C66F9E-C2BB-47E8-8ADA-1F46DAD38F98}"/>
                </a:ext>
              </a:extLst>
            </p:cNvPr>
            <p:cNvSpPr txBox="1"/>
            <p:nvPr/>
          </p:nvSpPr>
          <p:spPr>
            <a:xfrm>
              <a:off x="6235527" y="3567200"/>
              <a:ext cx="429385" cy="369332"/>
            </a:xfrm>
            <a:prstGeom prst="rect">
              <a:avLst/>
            </a:prstGeom>
            <a:noFill/>
          </p:spPr>
          <p:txBody>
            <a:bodyPr wrap="square" rtlCol="0">
              <a:spAutoFit/>
            </a:bodyPr>
            <a:lstStyle/>
            <a:p>
              <a:pPr algn="ctr"/>
              <a:r>
                <a:rPr lang="en-US" altLang="zh-CN" b="1" dirty="0"/>
                <a:t>R1</a:t>
              </a:r>
              <a:endParaRPr lang="zh-CN" altLang="en-US" b="1" dirty="0"/>
            </a:p>
          </p:txBody>
        </p:sp>
        <p:sp>
          <p:nvSpPr>
            <p:cNvPr id="55" name="文本框 54">
              <a:extLst>
                <a:ext uri="{FF2B5EF4-FFF2-40B4-BE49-F238E27FC236}">
                  <a16:creationId xmlns:a16="http://schemas.microsoft.com/office/drawing/2014/main" id="{85AA7D8A-EDF9-471E-BC02-2C72BA3EF0F3}"/>
                </a:ext>
              </a:extLst>
            </p:cNvPr>
            <p:cNvSpPr txBox="1"/>
            <p:nvPr/>
          </p:nvSpPr>
          <p:spPr>
            <a:xfrm>
              <a:off x="7662144" y="2671817"/>
              <a:ext cx="429385" cy="369332"/>
            </a:xfrm>
            <a:prstGeom prst="rect">
              <a:avLst/>
            </a:prstGeom>
            <a:noFill/>
          </p:spPr>
          <p:txBody>
            <a:bodyPr wrap="square" rtlCol="0">
              <a:spAutoFit/>
            </a:bodyPr>
            <a:lstStyle/>
            <a:p>
              <a:pPr algn="ctr"/>
              <a:r>
                <a:rPr lang="en-US" altLang="zh-CN" b="1" dirty="0"/>
                <a:t>R2</a:t>
              </a:r>
              <a:endParaRPr lang="zh-CN" altLang="en-US" b="1" dirty="0"/>
            </a:p>
          </p:txBody>
        </p:sp>
        <p:sp>
          <p:nvSpPr>
            <p:cNvPr id="56" name="文本框 55">
              <a:extLst>
                <a:ext uri="{FF2B5EF4-FFF2-40B4-BE49-F238E27FC236}">
                  <a16:creationId xmlns:a16="http://schemas.microsoft.com/office/drawing/2014/main" id="{9FE93926-02B3-429A-8BE1-4F1C3AFDA7EB}"/>
                </a:ext>
              </a:extLst>
            </p:cNvPr>
            <p:cNvSpPr txBox="1"/>
            <p:nvPr/>
          </p:nvSpPr>
          <p:spPr>
            <a:xfrm>
              <a:off x="9515500" y="3041149"/>
              <a:ext cx="429385" cy="369332"/>
            </a:xfrm>
            <a:prstGeom prst="rect">
              <a:avLst/>
            </a:prstGeom>
            <a:noFill/>
          </p:spPr>
          <p:txBody>
            <a:bodyPr wrap="square" rtlCol="0">
              <a:spAutoFit/>
            </a:bodyPr>
            <a:lstStyle/>
            <a:p>
              <a:pPr algn="ctr"/>
              <a:r>
                <a:rPr lang="en-US" altLang="zh-CN" b="1" dirty="0"/>
                <a:t>R3</a:t>
              </a:r>
              <a:endParaRPr lang="zh-CN" altLang="en-US" b="1" dirty="0"/>
            </a:p>
          </p:txBody>
        </p:sp>
        <p:sp>
          <p:nvSpPr>
            <p:cNvPr id="57" name="文本框 56">
              <a:extLst>
                <a:ext uri="{FF2B5EF4-FFF2-40B4-BE49-F238E27FC236}">
                  <a16:creationId xmlns:a16="http://schemas.microsoft.com/office/drawing/2014/main" id="{B823DEDD-CE96-4ED6-A8DE-946946C2F05B}"/>
                </a:ext>
              </a:extLst>
            </p:cNvPr>
            <p:cNvSpPr txBox="1"/>
            <p:nvPr/>
          </p:nvSpPr>
          <p:spPr>
            <a:xfrm>
              <a:off x="8829382" y="3930075"/>
              <a:ext cx="429385" cy="369332"/>
            </a:xfrm>
            <a:prstGeom prst="rect">
              <a:avLst/>
            </a:prstGeom>
            <a:noFill/>
          </p:spPr>
          <p:txBody>
            <a:bodyPr wrap="square" rtlCol="0">
              <a:spAutoFit/>
            </a:bodyPr>
            <a:lstStyle/>
            <a:p>
              <a:pPr algn="ctr"/>
              <a:r>
                <a:rPr lang="en-US" altLang="zh-CN" b="1" dirty="0"/>
                <a:t>R4</a:t>
              </a:r>
              <a:endParaRPr lang="zh-CN" altLang="en-US" b="1" dirty="0"/>
            </a:p>
          </p:txBody>
        </p:sp>
        <p:sp>
          <p:nvSpPr>
            <p:cNvPr id="58" name="文本框 57">
              <a:extLst>
                <a:ext uri="{FF2B5EF4-FFF2-40B4-BE49-F238E27FC236}">
                  <a16:creationId xmlns:a16="http://schemas.microsoft.com/office/drawing/2014/main" id="{45483B26-707A-4AD8-8E73-D7D9D4442AEB}"/>
                </a:ext>
              </a:extLst>
            </p:cNvPr>
            <p:cNvSpPr txBox="1"/>
            <p:nvPr/>
          </p:nvSpPr>
          <p:spPr>
            <a:xfrm>
              <a:off x="7662144" y="4175686"/>
              <a:ext cx="429385" cy="369332"/>
            </a:xfrm>
            <a:prstGeom prst="rect">
              <a:avLst/>
            </a:prstGeom>
            <a:noFill/>
          </p:spPr>
          <p:txBody>
            <a:bodyPr wrap="square" rtlCol="0">
              <a:spAutoFit/>
            </a:bodyPr>
            <a:lstStyle/>
            <a:p>
              <a:pPr algn="ctr"/>
              <a:r>
                <a:rPr lang="en-US" altLang="zh-CN" b="1" dirty="0"/>
                <a:t>R5</a:t>
              </a:r>
              <a:endParaRPr lang="zh-CN" altLang="en-US" b="1" dirty="0"/>
            </a:p>
          </p:txBody>
        </p:sp>
        <p:cxnSp>
          <p:nvCxnSpPr>
            <p:cNvPr id="59" name="直接连接符 58">
              <a:extLst>
                <a:ext uri="{FF2B5EF4-FFF2-40B4-BE49-F238E27FC236}">
                  <a16:creationId xmlns:a16="http://schemas.microsoft.com/office/drawing/2014/main" id="{E253FC98-D665-421D-85D7-C859D1883B0F}"/>
                </a:ext>
              </a:extLst>
            </p:cNvPr>
            <p:cNvCxnSpPr/>
            <p:nvPr/>
          </p:nvCxnSpPr>
          <p:spPr>
            <a:xfrm>
              <a:off x="5196949" y="3410481"/>
              <a:ext cx="1038578" cy="0"/>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60" name="直接连接符 59">
              <a:extLst>
                <a:ext uri="{FF2B5EF4-FFF2-40B4-BE49-F238E27FC236}">
                  <a16:creationId xmlns:a16="http://schemas.microsoft.com/office/drawing/2014/main" id="{9C6A5121-0839-40A3-83D9-D008F5DFE8F8}"/>
                </a:ext>
              </a:extLst>
            </p:cNvPr>
            <p:cNvCxnSpPr/>
            <p:nvPr/>
          </p:nvCxnSpPr>
          <p:spPr>
            <a:xfrm>
              <a:off x="10365604" y="3170375"/>
              <a:ext cx="1038578" cy="0"/>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61" name="直接连接符 60">
              <a:extLst>
                <a:ext uri="{FF2B5EF4-FFF2-40B4-BE49-F238E27FC236}">
                  <a16:creationId xmlns:a16="http://schemas.microsoft.com/office/drawing/2014/main" id="{DBD992BC-AAD6-4EDD-9920-2634B159BA80}"/>
                </a:ext>
              </a:extLst>
            </p:cNvPr>
            <p:cNvCxnSpPr>
              <a:cxnSpLocks/>
            </p:cNvCxnSpPr>
            <p:nvPr/>
          </p:nvCxnSpPr>
          <p:spPr>
            <a:xfrm flipH="1">
              <a:off x="7121224" y="4608107"/>
              <a:ext cx="549110" cy="704089"/>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pic>
          <p:nvPicPr>
            <p:cNvPr id="62" name="图形 61">
              <a:extLst>
                <a:ext uri="{FF2B5EF4-FFF2-40B4-BE49-F238E27FC236}">
                  <a16:creationId xmlns:a16="http://schemas.microsoft.com/office/drawing/2014/main" id="{FD905A5E-EA08-4A31-9972-26C16ED4E736}"/>
                </a:ext>
              </a:extLst>
            </p:cNvPr>
            <p:cNvPicPr>
              <a:picLocks noChangeAspect="1"/>
            </p:cNvPicPr>
            <p:nvPr/>
          </p:nvPicPr>
          <p:blipFill>
            <a:blip r:embed="rId9">
              <a:extLst>
                <a:ext uri="{28A0092B-C50C-407E-A947-70E740481C1C}">
                  <a14:useLocalDpi xmlns:a14="http://schemas.microsoft.com/office/drawing/2010/main" val="0"/>
                </a:ext>
                <a:ext uri="{96DAC541-7B7A-43D3-8B79-37D633B846F1}">
                  <asvg:svgBlip xmlns:asvg="http://schemas.microsoft.com/office/drawing/2016/SVG/main" r:embed="rId10"/>
                </a:ext>
              </a:extLst>
            </a:blip>
            <a:stretch>
              <a:fillRect/>
            </a:stretch>
          </p:blipFill>
          <p:spPr>
            <a:xfrm>
              <a:off x="6841302" y="5310957"/>
              <a:ext cx="464267" cy="576035"/>
            </a:xfrm>
            <a:prstGeom prst="rect">
              <a:avLst/>
            </a:prstGeom>
          </p:spPr>
        </p:pic>
        <p:pic>
          <p:nvPicPr>
            <p:cNvPr id="63" name="图形 62">
              <a:extLst>
                <a:ext uri="{FF2B5EF4-FFF2-40B4-BE49-F238E27FC236}">
                  <a16:creationId xmlns:a16="http://schemas.microsoft.com/office/drawing/2014/main" id="{D61ECE08-B80B-445C-AB4D-71EA25E4C0C8}"/>
                </a:ext>
              </a:extLst>
            </p:cNvPr>
            <p:cNvPicPr>
              <a:picLocks noChangeAspect="1"/>
            </p:cNvPicPr>
            <p:nvPr/>
          </p:nvPicPr>
          <p:blipFill>
            <a:blip r:embed="rId7" cstate="print">
              <a:extLst>
                <a:ext uri="{28A0092B-C50C-407E-A947-70E740481C1C}">
                  <a14:useLocalDpi xmlns:a14="http://schemas.microsoft.com/office/drawing/2010/main" val="0"/>
                </a:ext>
                <a:ext uri="{96DAC541-7B7A-43D3-8B79-37D633B846F1}">
                  <asvg:svgBlip xmlns:asvg="http://schemas.microsoft.com/office/drawing/2016/SVG/main" r:embed="rId8"/>
                </a:ext>
              </a:extLst>
            </a:blip>
            <a:stretch>
              <a:fillRect/>
            </a:stretch>
          </p:blipFill>
          <p:spPr>
            <a:xfrm>
              <a:off x="7350401" y="4478232"/>
              <a:ext cx="498657" cy="412221"/>
            </a:xfrm>
            <a:prstGeom prst="rect">
              <a:avLst/>
            </a:prstGeom>
          </p:spPr>
        </p:pic>
        <p:cxnSp>
          <p:nvCxnSpPr>
            <p:cNvPr id="64" name="直接连接符 63">
              <a:extLst>
                <a:ext uri="{FF2B5EF4-FFF2-40B4-BE49-F238E27FC236}">
                  <a16:creationId xmlns:a16="http://schemas.microsoft.com/office/drawing/2014/main" id="{67065917-652A-4BD7-92A7-23AF57FAF70B}"/>
                </a:ext>
              </a:extLst>
            </p:cNvPr>
            <p:cNvCxnSpPr>
              <a:cxnSpLocks/>
            </p:cNvCxnSpPr>
            <p:nvPr/>
          </p:nvCxnSpPr>
          <p:spPr>
            <a:xfrm>
              <a:off x="9440126" y="4267718"/>
              <a:ext cx="810210" cy="620130"/>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pic>
          <p:nvPicPr>
            <p:cNvPr id="65" name="图形 64">
              <a:extLst>
                <a:ext uri="{FF2B5EF4-FFF2-40B4-BE49-F238E27FC236}">
                  <a16:creationId xmlns:a16="http://schemas.microsoft.com/office/drawing/2014/main" id="{F2FF53AD-BE95-447D-A8B0-046BCC825037}"/>
                </a:ext>
              </a:extLst>
            </p:cNvPr>
            <p:cNvPicPr>
              <a:picLocks noChangeAspect="1"/>
            </p:cNvPicPr>
            <p:nvPr/>
          </p:nvPicPr>
          <p:blipFill>
            <a:blip r:embed="rId11">
              <a:extLst>
                <a:ext uri="{28A0092B-C50C-407E-A947-70E740481C1C}">
                  <a14:useLocalDpi xmlns:a14="http://schemas.microsoft.com/office/drawing/2010/main" val="0"/>
                </a:ext>
                <a:ext uri="{96DAC541-7B7A-43D3-8B79-37D633B846F1}">
                  <asvg:svgBlip xmlns:asvg="http://schemas.microsoft.com/office/drawing/2016/SVG/main" r:embed="rId12"/>
                </a:ext>
              </a:extLst>
            </a:blip>
            <a:stretch>
              <a:fillRect/>
            </a:stretch>
          </p:blipFill>
          <p:spPr>
            <a:xfrm>
              <a:off x="10087227" y="4642575"/>
              <a:ext cx="498657" cy="558839"/>
            </a:xfrm>
            <a:prstGeom prst="rect">
              <a:avLst/>
            </a:prstGeom>
          </p:spPr>
        </p:pic>
        <p:pic>
          <p:nvPicPr>
            <p:cNvPr id="66" name="图形 65">
              <a:extLst>
                <a:ext uri="{FF2B5EF4-FFF2-40B4-BE49-F238E27FC236}">
                  <a16:creationId xmlns:a16="http://schemas.microsoft.com/office/drawing/2014/main" id="{AAB7D37B-548B-42B2-89CB-79B0AEA18544}"/>
                </a:ext>
              </a:extLst>
            </p:cNvPr>
            <p:cNvPicPr>
              <a:picLocks noChangeAspect="1"/>
            </p:cNvPicPr>
            <p:nvPr/>
          </p:nvPicPr>
          <p:blipFill>
            <a:blip r:embed="rId7" cstate="print">
              <a:extLst>
                <a:ext uri="{28A0092B-C50C-407E-A947-70E740481C1C}">
                  <a14:useLocalDpi xmlns:a14="http://schemas.microsoft.com/office/drawing/2010/main" val="0"/>
                </a:ext>
                <a:ext uri="{96DAC541-7B7A-43D3-8B79-37D633B846F1}">
                  <asvg:svgBlip xmlns:asvg="http://schemas.microsoft.com/office/drawing/2016/SVG/main" r:embed="rId8"/>
                </a:ext>
              </a:extLst>
            </a:blip>
            <a:stretch>
              <a:fillRect/>
            </a:stretch>
          </p:blipFill>
          <p:spPr>
            <a:xfrm>
              <a:off x="9173397" y="4106754"/>
              <a:ext cx="498657" cy="412221"/>
            </a:xfrm>
            <a:prstGeom prst="rect">
              <a:avLst/>
            </a:prstGeom>
          </p:spPr>
        </p:pic>
        <p:cxnSp>
          <p:nvCxnSpPr>
            <p:cNvPr id="67" name="直接连接符 66">
              <a:extLst>
                <a:ext uri="{FF2B5EF4-FFF2-40B4-BE49-F238E27FC236}">
                  <a16:creationId xmlns:a16="http://schemas.microsoft.com/office/drawing/2014/main" id="{0FAE4F00-3E85-46DC-8923-9E3915EAE059}"/>
                </a:ext>
              </a:extLst>
            </p:cNvPr>
            <p:cNvCxnSpPr>
              <a:cxnSpLocks/>
            </p:cNvCxnSpPr>
            <p:nvPr/>
          </p:nvCxnSpPr>
          <p:spPr>
            <a:xfrm>
              <a:off x="8134330" y="1648452"/>
              <a:ext cx="0" cy="828038"/>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pic>
          <p:nvPicPr>
            <p:cNvPr id="68" name="图形 67">
              <a:extLst>
                <a:ext uri="{FF2B5EF4-FFF2-40B4-BE49-F238E27FC236}">
                  <a16:creationId xmlns:a16="http://schemas.microsoft.com/office/drawing/2014/main" id="{E3865CE5-78BB-4623-A982-780311E853D5}"/>
                </a:ext>
              </a:extLst>
            </p:cNvPr>
            <p:cNvPicPr>
              <a:picLocks noChangeAspect="1"/>
            </p:cNvPicPr>
            <p:nvPr/>
          </p:nvPicPr>
          <p:blipFill>
            <a:blip r:embed="rId13">
              <a:extLst>
                <a:ext uri="{28A0092B-C50C-407E-A947-70E740481C1C}">
                  <a14:useLocalDpi xmlns:a14="http://schemas.microsoft.com/office/drawing/2010/main" val="0"/>
                </a:ext>
                <a:ext uri="{96DAC541-7B7A-43D3-8B79-37D633B846F1}">
                  <asvg:svgBlip xmlns:asvg="http://schemas.microsoft.com/office/drawing/2016/SVG/main" r:embed="rId14"/>
                </a:ext>
              </a:extLst>
            </a:blip>
            <a:stretch>
              <a:fillRect/>
            </a:stretch>
          </p:blipFill>
          <p:spPr>
            <a:xfrm>
              <a:off x="7949906" y="1430515"/>
              <a:ext cx="412681" cy="541644"/>
            </a:xfrm>
            <a:prstGeom prst="rect">
              <a:avLst/>
            </a:prstGeom>
          </p:spPr>
        </p:pic>
        <p:pic>
          <p:nvPicPr>
            <p:cNvPr id="69" name="图形 68">
              <a:extLst>
                <a:ext uri="{FF2B5EF4-FFF2-40B4-BE49-F238E27FC236}">
                  <a16:creationId xmlns:a16="http://schemas.microsoft.com/office/drawing/2014/main" id="{D4A0F4BC-0BDA-46B2-80D6-9B576D172338}"/>
                </a:ext>
              </a:extLst>
            </p:cNvPr>
            <p:cNvPicPr>
              <a:picLocks noChangeAspect="1"/>
            </p:cNvPicPr>
            <p:nvPr/>
          </p:nvPicPr>
          <p:blipFill>
            <a:blip r:embed="rId7" cstate="print">
              <a:extLst>
                <a:ext uri="{28A0092B-C50C-407E-A947-70E740481C1C}">
                  <a14:useLocalDpi xmlns:a14="http://schemas.microsoft.com/office/drawing/2010/main" val="0"/>
                </a:ext>
                <a:ext uri="{96DAC541-7B7A-43D3-8B79-37D633B846F1}">
                  <asvg:svgBlip xmlns:asvg="http://schemas.microsoft.com/office/drawing/2016/SVG/main" r:embed="rId8"/>
                </a:ext>
              </a:extLst>
            </a:blip>
            <a:stretch>
              <a:fillRect/>
            </a:stretch>
          </p:blipFill>
          <p:spPr>
            <a:xfrm>
              <a:off x="7906919" y="2350594"/>
              <a:ext cx="498657" cy="412221"/>
            </a:xfrm>
            <a:prstGeom prst="rect">
              <a:avLst/>
            </a:prstGeom>
          </p:spPr>
        </p:pic>
        <p:sp>
          <p:nvSpPr>
            <p:cNvPr id="70" name="文本框 69">
              <a:extLst>
                <a:ext uri="{FF2B5EF4-FFF2-40B4-BE49-F238E27FC236}">
                  <a16:creationId xmlns:a16="http://schemas.microsoft.com/office/drawing/2014/main" id="{EE632F00-BDC1-4935-9306-1EEA92DBD1D9}"/>
                </a:ext>
              </a:extLst>
            </p:cNvPr>
            <p:cNvSpPr txBox="1"/>
            <p:nvPr/>
          </p:nvSpPr>
          <p:spPr>
            <a:xfrm>
              <a:off x="4786514" y="3590740"/>
              <a:ext cx="429385" cy="369332"/>
            </a:xfrm>
            <a:prstGeom prst="rect">
              <a:avLst/>
            </a:prstGeom>
            <a:noFill/>
          </p:spPr>
          <p:txBody>
            <a:bodyPr wrap="square" rtlCol="0">
              <a:spAutoFit/>
            </a:bodyPr>
            <a:lstStyle/>
            <a:p>
              <a:pPr algn="ctr"/>
              <a:r>
                <a:rPr lang="en-US" altLang="zh-CN" b="1" dirty="0"/>
                <a:t>H1</a:t>
              </a:r>
              <a:endParaRPr lang="zh-CN" altLang="en-US" b="1" dirty="0"/>
            </a:p>
          </p:txBody>
        </p:sp>
        <p:sp>
          <p:nvSpPr>
            <p:cNvPr id="71" name="文本框 70">
              <a:extLst>
                <a:ext uri="{FF2B5EF4-FFF2-40B4-BE49-F238E27FC236}">
                  <a16:creationId xmlns:a16="http://schemas.microsoft.com/office/drawing/2014/main" id="{F5131637-5A7E-4249-8D84-2E2CE3F98A34}"/>
                </a:ext>
              </a:extLst>
            </p:cNvPr>
            <p:cNvSpPr txBox="1"/>
            <p:nvPr/>
          </p:nvSpPr>
          <p:spPr>
            <a:xfrm>
              <a:off x="8368801" y="1472306"/>
              <a:ext cx="429385" cy="369332"/>
            </a:xfrm>
            <a:prstGeom prst="rect">
              <a:avLst/>
            </a:prstGeom>
            <a:noFill/>
          </p:spPr>
          <p:txBody>
            <a:bodyPr wrap="square" rtlCol="0">
              <a:spAutoFit/>
            </a:bodyPr>
            <a:lstStyle/>
            <a:p>
              <a:pPr algn="ctr"/>
              <a:r>
                <a:rPr lang="en-US" altLang="zh-CN" b="1" dirty="0"/>
                <a:t>H2</a:t>
              </a:r>
              <a:endParaRPr lang="zh-CN" altLang="en-US" b="1" dirty="0"/>
            </a:p>
          </p:txBody>
        </p:sp>
        <p:sp>
          <p:nvSpPr>
            <p:cNvPr id="72" name="文本框 71">
              <a:extLst>
                <a:ext uri="{FF2B5EF4-FFF2-40B4-BE49-F238E27FC236}">
                  <a16:creationId xmlns:a16="http://schemas.microsoft.com/office/drawing/2014/main" id="{392FEB6B-E5B2-427E-B3C2-EAD0790E6AB9}"/>
                </a:ext>
              </a:extLst>
            </p:cNvPr>
            <p:cNvSpPr txBox="1"/>
            <p:nvPr/>
          </p:nvSpPr>
          <p:spPr>
            <a:xfrm>
              <a:off x="11438817" y="3397931"/>
              <a:ext cx="429385" cy="369332"/>
            </a:xfrm>
            <a:prstGeom prst="rect">
              <a:avLst/>
            </a:prstGeom>
            <a:noFill/>
          </p:spPr>
          <p:txBody>
            <a:bodyPr wrap="square" rtlCol="0">
              <a:spAutoFit/>
            </a:bodyPr>
            <a:lstStyle/>
            <a:p>
              <a:pPr algn="ctr"/>
              <a:r>
                <a:rPr lang="en-US" altLang="zh-CN" b="1" dirty="0"/>
                <a:t>H3</a:t>
              </a:r>
              <a:endParaRPr lang="zh-CN" altLang="en-US" b="1" dirty="0"/>
            </a:p>
          </p:txBody>
        </p:sp>
        <p:sp>
          <p:nvSpPr>
            <p:cNvPr id="73" name="文本框 72">
              <a:extLst>
                <a:ext uri="{FF2B5EF4-FFF2-40B4-BE49-F238E27FC236}">
                  <a16:creationId xmlns:a16="http://schemas.microsoft.com/office/drawing/2014/main" id="{F4F25552-EFE0-4E05-94A7-3F4FF57CFD57}"/>
                </a:ext>
              </a:extLst>
            </p:cNvPr>
            <p:cNvSpPr txBox="1"/>
            <p:nvPr/>
          </p:nvSpPr>
          <p:spPr>
            <a:xfrm>
              <a:off x="10083732" y="5190196"/>
              <a:ext cx="429385" cy="369332"/>
            </a:xfrm>
            <a:prstGeom prst="rect">
              <a:avLst/>
            </a:prstGeom>
            <a:noFill/>
          </p:spPr>
          <p:txBody>
            <a:bodyPr wrap="square" rtlCol="0">
              <a:spAutoFit/>
            </a:bodyPr>
            <a:lstStyle/>
            <a:p>
              <a:pPr algn="ctr"/>
              <a:r>
                <a:rPr lang="en-US" altLang="zh-CN" b="1" dirty="0"/>
                <a:t>H4</a:t>
              </a:r>
              <a:endParaRPr lang="zh-CN" altLang="en-US" b="1" dirty="0"/>
            </a:p>
          </p:txBody>
        </p:sp>
        <p:sp>
          <p:nvSpPr>
            <p:cNvPr id="74" name="文本框 73">
              <a:extLst>
                <a:ext uri="{FF2B5EF4-FFF2-40B4-BE49-F238E27FC236}">
                  <a16:creationId xmlns:a16="http://schemas.microsoft.com/office/drawing/2014/main" id="{2F2D4830-205E-4B2C-867F-AB3A11CAA3B6}"/>
                </a:ext>
              </a:extLst>
            </p:cNvPr>
            <p:cNvSpPr txBox="1"/>
            <p:nvPr/>
          </p:nvSpPr>
          <p:spPr>
            <a:xfrm>
              <a:off x="7275560" y="5401853"/>
              <a:ext cx="429385" cy="369332"/>
            </a:xfrm>
            <a:prstGeom prst="rect">
              <a:avLst/>
            </a:prstGeom>
            <a:noFill/>
          </p:spPr>
          <p:txBody>
            <a:bodyPr wrap="square" rtlCol="0">
              <a:spAutoFit/>
            </a:bodyPr>
            <a:lstStyle/>
            <a:p>
              <a:pPr algn="ctr"/>
              <a:r>
                <a:rPr lang="en-US" altLang="zh-CN" b="1" dirty="0"/>
                <a:t>H5</a:t>
              </a:r>
              <a:endParaRPr lang="zh-CN" altLang="en-US" b="1" dirty="0"/>
            </a:p>
          </p:txBody>
        </p:sp>
      </p:grpSp>
      <p:sp>
        <p:nvSpPr>
          <p:cNvPr id="76" name="矩形 75">
            <a:extLst>
              <a:ext uri="{FF2B5EF4-FFF2-40B4-BE49-F238E27FC236}">
                <a16:creationId xmlns:a16="http://schemas.microsoft.com/office/drawing/2014/main" id="{1A7E5EA6-D880-48D9-8D73-1573B45B2B2B}"/>
              </a:ext>
            </a:extLst>
          </p:cNvPr>
          <p:cNvSpPr/>
          <p:nvPr/>
        </p:nvSpPr>
        <p:spPr>
          <a:xfrm>
            <a:off x="1787139" y="4098426"/>
            <a:ext cx="2170878" cy="506538"/>
          </a:xfrm>
          <a:prstGeom prst="rect">
            <a:avLst/>
          </a:prstGeom>
          <a:solidFill>
            <a:schemeClr val="accent3"/>
          </a:solidFill>
          <a:ln>
            <a:solidFill>
              <a:schemeClr val="tx1"/>
            </a:solidFill>
          </a:ln>
        </p:spPr>
        <p:style>
          <a:lnRef idx="2">
            <a:schemeClr val="accent3">
              <a:shade val="50000"/>
            </a:schemeClr>
          </a:lnRef>
          <a:fillRef idx="1">
            <a:schemeClr val="accent3"/>
          </a:fillRef>
          <a:effectRef idx="0">
            <a:schemeClr val="accent3"/>
          </a:effectRef>
          <a:fontRef idx="minor">
            <a:schemeClr val="lt1"/>
          </a:fontRef>
        </p:style>
        <p:txBody>
          <a:bodyPr rtlCol="0" anchor="ctr"/>
          <a:lstStyle/>
          <a:p>
            <a:pPr algn="ctr"/>
            <a:r>
              <a:rPr lang="zh-CN" altLang="en-US" b="1" dirty="0"/>
              <a:t>分组失序</a:t>
            </a:r>
          </a:p>
        </p:txBody>
      </p:sp>
      <p:sp>
        <p:nvSpPr>
          <p:cNvPr id="75" name="envelope_151601">
            <a:extLst>
              <a:ext uri="{FF2B5EF4-FFF2-40B4-BE49-F238E27FC236}">
                <a16:creationId xmlns:a16="http://schemas.microsoft.com/office/drawing/2014/main" id="{EA986878-67C0-46C2-80FB-6DBC525311B8}"/>
              </a:ext>
            </a:extLst>
          </p:cNvPr>
          <p:cNvSpPr/>
          <p:nvPr/>
        </p:nvSpPr>
        <p:spPr>
          <a:xfrm>
            <a:off x="10645446" y="2929182"/>
            <a:ext cx="334836" cy="217940"/>
          </a:xfrm>
          <a:custGeom>
            <a:avLst/>
            <a:gdLst>
              <a:gd name="connsiteX0" fmla="*/ 0 w 605169"/>
              <a:gd name="connsiteY0" fmla="*/ 60333 h 393896"/>
              <a:gd name="connsiteX1" fmla="*/ 124371 w 605169"/>
              <a:gd name="connsiteY1" fmla="*/ 146783 h 393896"/>
              <a:gd name="connsiteX2" fmla="*/ 302584 w 605169"/>
              <a:gd name="connsiteY2" fmla="*/ 272032 h 393896"/>
              <a:gd name="connsiteX3" fmla="*/ 480798 w 605169"/>
              <a:gd name="connsiteY3" fmla="*/ 146783 h 393896"/>
              <a:gd name="connsiteX4" fmla="*/ 605169 w 605169"/>
              <a:gd name="connsiteY4" fmla="*/ 60333 h 393896"/>
              <a:gd name="connsiteX5" fmla="*/ 605169 w 605169"/>
              <a:gd name="connsiteY5" fmla="*/ 393896 h 393896"/>
              <a:gd name="connsiteX6" fmla="*/ 0 w 605169"/>
              <a:gd name="connsiteY6" fmla="*/ 393896 h 393896"/>
              <a:gd name="connsiteX7" fmla="*/ 0 w 605169"/>
              <a:gd name="connsiteY7" fmla="*/ 0 h 393896"/>
              <a:gd name="connsiteX8" fmla="*/ 605169 w 605169"/>
              <a:gd name="connsiteY8" fmla="*/ 0 h 393896"/>
              <a:gd name="connsiteX9" fmla="*/ 605169 w 605169"/>
              <a:gd name="connsiteY9" fmla="*/ 19653 h 393896"/>
              <a:gd name="connsiteX10" fmla="*/ 302584 w 605169"/>
              <a:gd name="connsiteY10" fmla="*/ 230114 h 393896"/>
              <a:gd name="connsiteX11" fmla="*/ 0 w 605169"/>
              <a:gd name="connsiteY11" fmla="*/ 19653 h 393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605169" h="393896">
                <a:moveTo>
                  <a:pt x="0" y="60333"/>
                </a:moveTo>
                <a:lnTo>
                  <a:pt x="124371" y="146783"/>
                </a:lnTo>
                <a:lnTo>
                  <a:pt x="302584" y="272032"/>
                </a:lnTo>
                <a:lnTo>
                  <a:pt x="480798" y="146783"/>
                </a:lnTo>
                <a:lnTo>
                  <a:pt x="605169" y="60333"/>
                </a:lnTo>
                <a:lnTo>
                  <a:pt x="605169" y="393896"/>
                </a:lnTo>
                <a:lnTo>
                  <a:pt x="0" y="393896"/>
                </a:lnTo>
                <a:close/>
                <a:moveTo>
                  <a:pt x="0" y="0"/>
                </a:moveTo>
                <a:lnTo>
                  <a:pt x="605169" y="0"/>
                </a:lnTo>
                <a:lnTo>
                  <a:pt x="605169" y="19653"/>
                </a:lnTo>
                <a:lnTo>
                  <a:pt x="302584" y="230114"/>
                </a:lnTo>
                <a:lnTo>
                  <a:pt x="0" y="19653"/>
                </a:lnTo>
                <a:close/>
              </a:path>
            </a:pathLst>
          </a:custGeom>
          <a:solidFill>
            <a:schemeClr val="accent2"/>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zh-CN"/>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a:p>
        </p:txBody>
      </p:sp>
      <p:sp>
        <p:nvSpPr>
          <p:cNvPr id="80" name="envelope_151601">
            <a:extLst>
              <a:ext uri="{FF2B5EF4-FFF2-40B4-BE49-F238E27FC236}">
                <a16:creationId xmlns:a16="http://schemas.microsoft.com/office/drawing/2014/main" id="{88AE2A32-2A08-413E-B14D-028CFAB38DDE}"/>
              </a:ext>
            </a:extLst>
          </p:cNvPr>
          <p:cNvSpPr/>
          <p:nvPr/>
        </p:nvSpPr>
        <p:spPr>
          <a:xfrm>
            <a:off x="11012932" y="2929182"/>
            <a:ext cx="334836" cy="217940"/>
          </a:xfrm>
          <a:custGeom>
            <a:avLst/>
            <a:gdLst>
              <a:gd name="connsiteX0" fmla="*/ 0 w 605169"/>
              <a:gd name="connsiteY0" fmla="*/ 60333 h 393896"/>
              <a:gd name="connsiteX1" fmla="*/ 124371 w 605169"/>
              <a:gd name="connsiteY1" fmla="*/ 146783 h 393896"/>
              <a:gd name="connsiteX2" fmla="*/ 302584 w 605169"/>
              <a:gd name="connsiteY2" fmla="*/ 272032 h 393896"/>
              <a:gd name="connsiteX3" fmla="*/ 480798 w 605169"/>
              <a:gd name="connsiteY3" fmla="*/ 146783 h 393896"/>
              <a:gd name="connsiteX4" fmla="*/ 605169 w 605169"/>
              <a:gd name="connsiteY4" fmla="*/ 60333 h 393896"/>
              <a:gd name="connsiteX5" fmla="*/ 605169 w 605169"/>
              <a:gd name="connsiteY5" fmla="*/ 393896 h 393896"/>
              <a:gd name="connsiteX6" fmla="*/ 0 w 605169"/>
              <a:gd name="connsiteY6" fmla="*/ 393896 h 393896"/>
              <a:gd name="connsiteX7" fmla="*/ 0 w 605169"/>
              <a:gd name="connsiteY7" fmla="*/ 0 h 393896"/>
              <a:gd name="connsiteX8" fmla="*/ 605169 w 605169"/>
              <a:gd name="connsiteY8" fmla="*/ 0 h 393896"/>
              <a:gd name="connsiteX9" fmla="*/ 605169 w 605169"/>
              <a:gd name="connsiteY9" fmla="*/ 19653 h 393896"/>
              <a:gd name="connsiteX10" fmla="*/ 302584 w 605169"/>
              <a:gd name="connsiteY10" fmla="*/ 230114 h 393896"/>
              <a:gd name="connsiteX11" fmla="*/ 0 w 605169"/>
              <a:gd name="connsiteY11" fmla="*/ 19653 h 393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605169" h="393896">
                <a:moveTo>
                  <a:pt x="0" y="60333"/>
                </a:moveTo>
                <a:lnTo>
                  <a:pt x="124371" y="146783"/>
                </a:lnTo>
                <a:lnTo>
                  <a:pt x="302584" y="272032"/>
                </a:lnTo>
                <a:lnTo>
                  <a:pt x="480798" y="146783"/>
                </a:lnTo>
                <a:lnTo>
                  <a:pt x="605169" y="60333"/>
                </a:lnTo>
                <a:lnTo>
                  <a:pt x="605169" y="393896"/>
                </a:lnTo>
                <a:lnTo>
                  <a:pt x="0" y="393896"/>
                </a:lnTo>
                <a:close/>
                <a:moveTo>
                  <a:pt x="0" y="0"/>
                </a:moveTo>
                <a:lnTo>
                  <a:pt x="605169" y="0"/>
                </a:lnTo>
                <a:lnTo>
                  <a:pt x="605169" y="19653"/>
                </a:lnTo>
                <a:lnTo>
                  <a:pt x="302584" y="230114"/>
                </a:lnTo>
                <a:lnTo>
                  <a:pt x="0" y="19653"/>
                </a:lnTo>
                <a:close/>
              </a:path>
            </a:pathLst>
          </a:custGeom>
          <a:solidFill>
            <a:schemeClr val="accent4"/>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zh-CN"/>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a:p>
        </p:txBody>
      </p:sp>
      <p:sp>
        <p:nvSpPr>
          <p:cNvPr id="81" name="envelope_151601">
            <a:extLst>
              <a:ext uri="{FF2B5EF4-FFF2-40B4-BE49-F238E27FC236}">
                <a16:creationId xmlns:a16="http://schemas.microsoft.com/office/drawing/2014/main" id="{2D3B60F7-C3D1-412F-B4DE-7258EF82AB16}"/>
              </a:ext>
            </a:extLst>
          </p:cNvPr>
          <p:cNvSpPr/>
          <p:nvPr/>
        </p:nvSpPr>
        <p:spPr>
          <a:xfrm>
            <a:off x="11380418" y="2929182"/>
            <a:ext cx="334836" cy="217940"/>
          </a:xfrm>
          <a:custGeom>
            <a:avLst/>
            <a:gdLst>
              <a:gd name="connsiteX0" fmla="*/ 0 w 605169"/>
              <a:gd name="connsiteY0" fmla="*/ 60333 h 393896"/>
              <a:gd name="connsiteX1" fmla="*/ 124371 w 605169"/>
              <a:gd name="connsiteY1" fmla="*/ 146783 h 393896"/>
              <a:gd name="connsiteX2" fmla="*/ 302584 w 605169"/>
              <a:gd name="connsiteY2" fmla="*/ 272032 h 393896"/>
              <a:gd name="connsiteX3" fmla="*/ 480798 w 605169"/>
              <a:gd name="connsiteY3" fmla="*/ 146783 h 393896"/>
              <a:gd name="connsiteX4" fmla="*/ 605169 w 605169"/>
              <a:gd name="connsiteY4" fmla="*/ 60333 h 393896"/>
              <a:gd name="connsiteX5" fmla="*/ 605169 w 605169"/>
              <a:gd name="connsiteY5" fmla="*/ 393896 h 393896"/>
              <a:gd name="connsiteX6" fmla="*/ 0 w 605169"/>
              <a:gd name="connsiteY6" fmla="*/ 393896 h 393896"/>
              <a:gd name="connsiteX7" fmla="*/ 0 w 605169"/>
              <a:gd name="connsiteY7" fmla="*/ 0 h 393896"/>
              <a:gd name="connsiteX8" fmla="*/ 605169 w 605169"/>
              <a:gd name="connsiteY8" fmla="*/ 0 h 393896"/>
              <a:gd name="connsiteX9" fmla="*/ 605169 w 605169"/>
              <a:gd name="connsiteY9" fmla="*/ 19653 h 393896"/>
              <a:gd name="connsiteX10" fmla="*/ 302584 w 605169"/>
              <a:gd name="connsiteY10" fmla="*/ 230114 h 393896"/>
              <a:gd name="connsiteX11" fmla="*/ 0 w 605169"/>
              <a:gd name="connsiteY11" fmla="*/ 19653 h 393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605169" h="393896">
                <a:moveTo>
                  <a:pt x="0" y="60333"/>
                </a:moveTo>
                <a:lnTo>
                  <a:pt x="124371" y="146783"/>
                </a:lnTo>
                <a:lnTo>
                  <a:pt x="302584" y="272032"/>
                </a:lnTo>
                <a:lnTo>
                  <a:pt x="480798" y="146783"/>
                </a:lnTo>
                <a:lnTo>
                  <a:pt x="605169" y="60333"/>
                </a:lnTo>
                <a:lnTo>
                  <a:pt x="605169" y="393896"/>
                </a:lnTo>
                <a:lnTo>
                  <a:pt x="0" y="393896"/>
                </a:lnTo>
                <a:close/>
                <a:moveTo>
                  <a:pt x="0" y="0"/>
                </a:moveTo>
                <a:lnTo>
                  <a:pt x="605169" y="0"/>
                </a:lnTo>
                <a:lnTo>
                  <a:pt x="605169" y="19653"/>
                </a:lnTo>
                <a:lnTo>
                  <a:pt x="302584" y="230114"/>
                </a:lnTo>
                <a:lnTo>
                  <a:pt x="0" y="19653"/>
                </a:lnTo>
                <a:close/>
              </a:path>
            </a:pathLst>
          </a:custGeom>
          <a:solidFill>
            <a:schemeClr val="accent5"/>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zh-CN"/>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a:p>
        </p:txBody>
      </p:sp>
      <p:sp>
        <p:nvSpPr>
          <p:cNvPr id="82" name="对话气泡: 圆角矩形 81">
            <a:extLst>
              <a:ext uri="{FF2B5EF4-FFF2-40B4-BE49-F238E27FC236}">
                <a16:creationId xmlns:a16="http://schemas.microsoft.com/office/drawing/2014/main" id="{F608D4DE-CFA8-417C-840F-EEB69A4FE341}"/>
              </a:ext>
            </a:extLst>
          </p:cNvPr>
          <p:cNvSpPr/>
          <p:nvPr/>
        </p:nvSpPr>
        <p:spPr>
          <a:xfrm>
            <a:off x="9379354" y="1145912"/>
            <a:ext cx="2413059" cy="751703"/>
          </a:xfrm>
          <a:prstGeom prst="wedgeRoundRectCallout">
            <a:avLst>
              <a:gd name="adj1" fmla="val 34509"/>
              <a:gd name="adj2" fmla="val 175115"/>
              <a:gd name="adj3" fmla="val 16667"/>
            </a:avLst>
          </a:prstGeom>
          <a:solidFill>
            <a:schemeClr val="accent1">
              <a:lumMod val="75000"/>
            </a:schemeClr>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zh-CN" altLang="en-US" b="1" dirty="0"/>
              <a:t>分组到达顺序与</a:t>
            </a:r>
            <a:endParaRPr lang="en-US" altLang="zh-CN" b="1" dirty="0"/>
          </a:p>
          <a:p>
            <a:pPr algn="ctr"/>
            <a:r>
              <a:rPr lang="zh-CN" altLang="en-US" b="1" dirty="0"/>
              <a:t>发送顺序不同</a:t>
            </a:r>
            <a:endParaRPr lang="en-US" altLang="zh-CN" b="1" dirty="0"/>
          </a:p>
        </p:txBody>
      </p:sp>
    </p:spTree>
    <p:custDataLst>
      <p:tags r:id="rId1"/>
    </p:custDataLst>
    <p:extLst>
      <p:ext uri="{BB962C8B-B14F-4D97-AF65-F5344CB8AC3E}">
        <p14:creationId xmlns:p14="http://schemas.microsoft.com/office/powerpoint/2010/main" val="868734442"/>
      </p:ext>
    </p:extLst>
  </p:cSld>
  <p:clrMapOvr>
    <a:masterClrMapping/>
  </p:clrMapOvr>
  <mc:AlternateContent xmlns:mc="http://schemas.openxmlformats.org/markup-compatibility/2006" xmlns:p14="http://schemas.microsoft.com/office/powerpoint/2010/main">
    <mc:Choice Requires="p14">
      <p:transition p14:dur="10"/>
    </mc:Choice>
    <mc:Fallback xmlns="">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53" presetClass="entr" presetSubtype="16" fill="hold" grpId="0" nodeType="withEffect">
                                  <p:stCondLst>
                                    <p:cond delay="0"/>
                                  </p:stCondLst>
                                  <p:childTnLst>
                                    <p:set>
                                      <p:cBhvr>
                                        <p:cTn id="6" dur="1" fill="hold">
                                          <p:stCondLst>
                                            <p:cond delay="0"/>
                                          </p:stCondLst>
                                        </p:cTn>
                                        <p:tgtEl>
                                          <p:spTgt spid="82"/>
                                        </p:tgtEl>
                                        <p:attrNameLst>
                                          <p:attrName>style.visibility</p:attrName>
                                        </p:attrNameLst>
                                      </p:cBhvr>
                                      <p:to>
                                        <p:strVal val="visible"/>
                                      </p:to>
                                    </p:set>
                                    <p:anim calcmode="lin" valueType="num">
                                      <p:cBhvr>
                                        <p:cTn id="7" dur="500" fill="hold"/>
                                        <p:tgtEl>
                                          <p:spTgt spid="82"/>
                                        </p:tgtEl>
                                        <p:attrNameLst>
                                          <p:attrName>ppt_w</p:attrName>
                                        </p:attrNameLst>
                                      </p:cBhvr>
                                      <p:tavLst>
                                        <p:tav tm="0">
                                          <p:val>
                                            <p:fltVal val="0"/>
                                          </p:val>
                                        </p:tav>
                                        <p:tav tm="100000">
                                          <p:val>
                                            <p:strVal val="#ppt_w"/>
                                          </p:val>
                                        </p:tav>
                                      </p:tavLst>
                                    </p:anim>
                                    <p:anim calcmode="lin" valueType="num">
                                      <p:cBhvr>
                                        <p:cTn id="8" dur="500" fill="hold"/>
                                        <p:tgtEl>
                                          <p:spTgt spid="82"/>
                                        </p:tgtEl>
                                        <p:attrNameLst>
                                          <p:attrName>ppt_h</p:attrName>
                                        </p:attrNameLst>
                                      </p:cBhvr>
                                      <p:tavLst>
                                        <p:tav tm="0">
                                          <p:val>
                                            <p:fltVal val="0"/>
                                          </p:val>
                                        </p:tav>
                                        <p:tav tm="100000">
                                          <p:val>
                                            <p:strVal val="#ppt_h"/>
                                          </p:val>
                                        </p:tav>
                                      </p:tavLst>
                                    </p:anim>
                                    <p:animEffect transition="in" filter="fade">
                                      <p:cBhvr>
                                        <p:cTn id="9" dur="500"/>
                                        <p:tgtEl>
                                          <p:spTgt spid="82"/>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82" grpId="0" animBg="1"/>
    </p:bldLst>
  </p:timing>
</p:sld>
</file>

<file path=ppt/slides/slide11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4" name="组合 3">
            <a:extLst>
              <a:ext uri="{FF2B5EF4-FFF2-40B4-BE49-F238E27FC236}">
                <a16:creationId xmlns:a16="http://schemas.microsoft.com/office/drawing/2014/main" id="{9A1EA9F2-FCB6-48C3-935F-7AE7E3AD14AC}"/>
              </a:ext>
            </a:extLst>
          </p:cNvPr>
          <p:cNvGrpSpPr/>
          <p:nvPr/>
        </p:nvGrpSpPr>
        <p:grpSpPr>
          <a:xfrm>
            <a:off x="304800" y="749300"/>
            <a:ext cx="6192344" cy="400110"/>
            <a:chOff x="424117" y="898245"/>
            <a:chExt cx="6192344" cy="400110"/>
          </a:xfrm>
        </p:grpSpPr>
        <p:sp>
          <p:nvSpPr>
            <p:cNvPr id="2" name="平行四边形 1">
              <a:extLst>
                <a:ext uri="{FF2B5EF4-FFF2-40B4-BE49-F238E27FC236}">
                  <a16:creationId xmlns:a16="http://schemas.microsoft.com/office/drawing/2014/main" id="{1F5BAA3F-9845-4F89-A2DD-8222D3E4EDAC}"/>
                </a:ext>
              </a:extLst>
            </p:cNvPr>
            <p:cNvSpPr/>
            <p:nvPr/>
          </p:nvSpPr>
          <p:spPr>
            <a:xfrm>
              <a:off x="424117" y="898245"/>
              <a:ext cx="628306" cy="387090"/>
            </a:xfrm>
            <a:prstGeom prst="parallelogram">
              <a:avLst/>
            </a:prstGeom>
            <a:solidFill>
              <a:schemeClr val="accent3">
                <a:lumMod val="75000"/>
              </a:schemeClr>
            </a:solidFill>
            <a:ln>
              <a:solidFill>
                <a:schemeClr val="accent3">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CN" sz="2200" dirty="0">
                  <a:latin typeface="Impact" panose="020B0806030902050204" pitchFamily="34" charset="0"/>
                </a:rPr>
                <a:t>01</a:t>
              </a:r>
              <a:endParaRPr lang="zh-CN" altLang="en-US" sz="2200" dirty="0">
                <a:latin typeface="Impact" panose="020B0806030902050204" pitchFamily="34" charset="0"/>
              </a:endParaRPr>
            </a:p>
          </p:txBody>
        </p:sp>
        <p:sp>
          <p:nvSpPr>
            <p:cNvPr id="3" name="文本框 2">
              <a:extLst>
                <a:ext uri="{FF2B5EF4-FFF2-40B4-BE49-F238E27FC236}">
                  <a16:creationId xmlns:a16="http://schemas.microsoft.com/office/drawing/2014/main" id="{4D6BD736-A4D3-4F26-AFED-36E11F50F70B}"/>
                </a:ext>
              </a:extLst>
            </p:cNvPr>
            <p:cNvSpPr txBox="1"/>
            <p:nvPr/>
          </p:nvSpPr>
          <p:spPr>
            <a:xfrm>
              <a:off x="1052423" y="898245"/>
              <a:ext cx="5564038" cy="400110"/>
            </a:xfrm>
            <a:prstGeom prst="rect">
              <a:avLst/>
            </a:prstGeom>
            <a:noFill/>
          </p:spPr>
          <p:txBody>
            <a:bodyPr wrap="square" rtlCol="0">
              <a:spAutoFit/>
            </a:bodyPr>
            <a:lstStyle/>
            <a:p>
              <a:r>
                <a:rPr lang="zh-CN" altLang="en-US" sz="2000" b="1" dirty="0"/>
                <a:t>可靠传输的相关基本概念</a:t>
              </a:r>
            </a:p>
          </p:txBody>
        </p:sp>
      </p:grpSp>
      <p:sp>
        <p:nvSpPr>
          <p:cNvPr id="6" name="矩形 5">
            <a:extLst>
              <a:ext uri="{FF2B5EF4-FFF2-40B4-BE49-F238E27FC236}">
                <a16:creationId xmlns:a16="http://schemas.microsoft.com/office/drawing/2014/main" id="{04FB463A-B16F-48FC-B54F-320676314201}"/>
              </a:ext>
            </a:extLst>
          </p:cNvPr>
          <p:cNvSpPr/>
          <p:nvPr/>
        </p:nvSpPr>
        <p:spPr>
          <a:xfrm>
            <a:off x="1787139" y="2446117"/>
            <a:ext cx="2170878" cy="506538"/>
          </a:xfrm>
          <a:prstGeom prst="rect">
            <a:avLst/>
          </a:prstGeom>
          <a:solidFill>
            <a:schemeClr val="bg2">
              <a:lumMod val="90000"/>
            </a:schemeClr>
          </a:solidFill>
          <a:ln>
            <a:solidFill>
              <a:schemeClr val="tx1"/>
            </a:solidFill>
          </a:ln>
        </p:spPr>
        <p:style>
          <a:lnRef idx="2">
            <a:schemeClr val="accent3">
              <a:shade val="50000"/>
            </a:schemeClr>
          </a:lnRef>
          <a:fillRef idx="1">
            <a:schemeClr val="accent3"/>
          </a:fillRef>
          <a:effectRef idx="0">
            <a:schemeClr val="accent3"/>
          </a:effectRef>
          <a:fontRef idx="minor">
            <a:schemeClr val="lt1"/>
          </a:fontRef>
        </p:style>
        <p:txBody>
          <a:bodyPr rtlCol="0" anchor="ctr"/>
          <a:lstStyle/>
          <a:p>
            <a:pPr algn="ctr"/>
            <a:r>
              <a:rPr lang="zh-CN" altLang="en-US" b="1" dirty="0"/>
              <a:t>误码（比特差错）</a:t>
            </a:r>
          </a:p>
        </p:txBody>
      </p:sp>
      <p:sp>
        <p:nvSpPr>
          <p:cNvPr id="44" name="矩形 43">
            <a:extLst>
              <a:ext uri="{FF2B5EF4-FFF2-40B4-BE49-F238E27FC236}">
                <a16:creationId xmlns:a16="http://schemas.microsoft.com/office/drawing/2014/main" id="{D2E55902-4483-44C2-9BB0-BC665F00A52D}"/>
              </a:ext>
            </a:extLst>
          </p:cNvPr>
          <p:cNvSpPr/>
          <p:nvPr/>
        </p:nvSpPr>
        <p:spPr>
          <a:xfrm>
            <a:off x="308094" y="1699467"/>
            <a:ext cx="2170878" cy="506538"/>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zh-CN" altLang="en-US" b="1" dirty="0"/>
              <a:t>传输差错</a:t>
            </a:r>
          </a:p>
        </p:txBody>
      </p:sp>
      <p:cxnSp>
        <p:nvCxnSpPr>
          <p:cNvPr id="11" name="连接符: 肘形 10">
            <a:extLst>
              <a:ext uri="{FF2B5EF4-FFF2-40B4-BE49-F238E27FC236}">
                <a16:creationId xmlns:a16="http://schemas.microsoft.com/office/drawing/2014/main" id="{1C60153A-AC05-4D6F-B34E-E17052F8ECC9}"/>
              </a:ext>
            </a:extLst>
          </p:cNvPr>
          <p:cNvCxnSpPr>
            <a:cxnSpLocks/>
            <a:stCxn id="6" idx="1"/>
            <a:endCxn id="44" idx="2"/>
          </p:cNvCxnSpPr>
          <p:nvPr/>
        </p:nvCxnSpPr>
        <p:spPr>
          <a:xfrm rot="10800000">
            <a:off x="1393533" y="2206006"/>
            <a:ext cx="393606" cy="493381"/>
          </a:xfrm>
          <a:prstGeom prst="bentConnector2">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sp>
        <p:nvSpPr>
          <p:cNvPr id="41" name="矩形 40">
            <a:extLst>
              <a:ext uri="{FF2B5EF4-FFF2-40B4-BE49-F238E27FC236}">
                <a16:creationId xmlns:a16="http://schemas.microsoft.com/office/drawing/2014/main" id="{413FC73A-B4D0-4D30-A618-966354A13D3F}"/>
              </a:ext>
            </a:extLst>
          </p:cNvPr>
          <p:cNvSpPr/>
          <p:nvPr/>
        </p:nvSpPr>
        <p:spPr>
          <a:xfrm>
            <a:off x="1787140" y="3338620"/>
            <a:ext cx="2170878" cy="506538"/>
          </a:xfrm>
          <a:prstGeom prst="rect">
            <a:avLst/>
          </a:prstGeom>
          <a:solidFill>
            <a:schemeClr val="bg2">
              <a:lumMod val="90000"/>
            </a:schemeClr>
          </a:solidFill>
          <a:ln>
            <a:solidFill>
              <a:schemeClr val="tx1"/>
            </a:solidFill>
          </a:ln>
        </p:spPr>
        <p:style>
          <a:lnRef idx="2">
            <a:schemeClr val="accent3">
              <a:shade val="50000"/>
            </a:schemeClr>
          </a:lnRef>
          <a:fillRef idx="1">
            <a:schemeClr val="accent3"/>
          </a:fillRef>
          <a:effectRef idx="0">
            <a:schemeClr val="accent3"/>
          </a:effectRef>
          <a:fontRef idx="minor">
            <a:schemeClr val="lt1"/>
          </a:fontRef>
        </p:style>
        <p:txBody>
          <a:bodyPr rtlCol="0" anchor="ctr"/>
          <a:lstStyle/>
          <a:p>
            <a:pPr algn="ctr"/>
            <a:r>
              <a:rPr lang="zh-CN" altLang="en-US" b="1" dirty="0"/>
              <a:t>分组丢失</a:t>
            </a:r>
          </a:p>
        </p:txBody>
      </p:sp>
      <p:cxnSp>
        <p:nvCxnSpPr>
          <p:cNvPr id="45" name="连接符: 肘形 44">
            <a:extLst>
              <a:ext uri="{FF2B5EF4-FFF2-40B4-BE49-F238E27FC236}">
                <a16:creationId xmlns:a16="http://schemas.microsoft.com/office/drawing/2014/main" id="{8F77EBE8-F658-4736-B12D-40C29950ADA9}"/>
              </a:ext>
            </a:extLst>
          </p:cNvPr>
          <p:cNvCxnSpPr>
            <a:cxnSpLocks/>
            <a:stCxn id="41" idx="1"/>
            <a:endCxn id="44" idx="2"/>
          </p:cNvCxnSpPr>
          <p:nvPr/>
        </p:nvCxnSpPr>
        <p:spPr>
          <a:xfrm rot="10800000">
            <a:off x="1393534" y="2206005"/>
            <a:ext cx="393607" cy="1385884"/>
          </a:xfrm>
          <a:prstGeom prst="bentConnector2">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sp>
        <p:nvSpPr>
          <p:cNvPr id="42" name="矩形 41">
            <a:extLst>
              <a:ext uri="{FF2B5EF4-FFF2-40B4-BE49-F238E27FC236}">
                <a16:creationId xmlns:a16="http://schemas.microsoft.com/office/drawing/2014/main" id="{6337F8D1-B247-4D0B-8C21-4BE83502BAB9}"/>
              </a:ext>
            </a:extLst>
          </p:cNvPr>
          <p:cNvSpPr/>
          <p:nvPr/>
        </p:nvSpPr>
        <p:spPr>
          <a:xfrm>
            <a:off x="1787139" y="4098427"/>
            <a:ext cx="2170878" cy="506538"/>
          </a:xfrm>
          <a:prstGeom prst="rect">
            <a:avLst/>
          </a:prstGeom>
          <a:solidFill>
            <a:schemeClr val="bg2">
              <a:lumMod val="90000"/>
            </a:schemeClr>
          </a:solidFill>
          <a:ln>
            <a:solidFill>
              <a:schemeClr val="tx1"/>
            </a:solidFill>
          </a:ln>
        </p:spPr>
        <p:style>
          <a:lnRef idx="2">
            <a:schemeClr val="accent3">
              <a:shade val="50000"/>
            </a:schemeClr>
          </a:lnRef>
          <a:fillRef idx="1">
            <a:schemeClr val="accent3"/>
          </a:fillRef>
          <a:effectRef idx="0">
            <a:schemeClr val="accent3"/>
          </a:effectRef>
          <a:fontRef idx="minor">
            <a:schemeClr val="lt1"/>
          </a:fontRef>
        </p:style>
        <p:txBody>
          <a:bodyPr rtlCol="0" anchor="ctr"/>
          <a:lstStyle/>
          <a:p>
            <a:pPr algn="ctr"/>
            <a:r>
              <a:rPr lang="zh-CN" altLang="en-US" b="1" dirty="0"/>
              <a:t>分组失序</a:t>
            </a:r>
          </a:p>
        </p:txBody>
      </p:sp>
      <p:cxnSp>
        <p:nvCxnSpPr>
          <p:cNvPr id="51" name="连接符: 肘形 50">
            <a:extLst>
              <a:ext uri="{FF2B5EF4-FFF2-40B4-BE49-F238E27FC236}">
                <a16:creationId xmlns:a16="http://schemas.microsoft.com/office/drawing/2014/main" id="{258CF9B4-2535-4559-A579-B2BE7DD81827}"/>
              </a:ext>
            </a:extLst>
          </p:cNvPr>
          <p:cNvCxnSpPr>
            <a:cxnSpLocks/>
            <a:stCxn id="42" idx="1"/>
            <a:endCxn id="44" idx="2"/>
          </p:cNvCxnSpPr>
          <p:nvPr/>
        </p:nvCxnSpPr>
        <p:spPr>
          <a:xfrm rot="10800000">
            <a:off x="1393533" y="2206006"/>
            <a:ext cx="393606" cy="2145691"/>
          </a:xfrm>
          <a:prstGeom prst="bentConnector2">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sp>
        <p:nvSpPr>
          <p:cNvPr id="43" name="矩形 42">
            <a:extLst>
              <a:ext uri="{FF2B5EF4-FFF2-40B4-BE49-F238E27FC236}">
                <a16:creationId xmlns:a16="http://schemas.microsoft.com/office/drawing/2014/main" id="{ACF8517E-4D5B-4F3C-8666-7D090C83BFA1}"/>
              </a:ext>
            </a:extLst>
          </p:cNvPr>
          <p:cNvSpPr/>
          <p:nvPr/>
        </p:nvSpPr>
        <p:spPr>
          <a:xfrm>
            <a:off x="1787139" y="4858234"/>
            <a:ext cx="2170878" cy="506538"/>
          </a:xfrm>
          <a:prstGeom prst="rect">
            <a:avLst/>
          </a:prstGeom>
          <a:solidFill>
            <a:schemeClr val="bg2">
              <a:lumMod val="90000"/>
            </a:schemeClr>
          </a:solidFill>
          <a:ln>
            <a:solidFill>
              <a:schemeClr val="tx1"/>
            </a:solidFill>
          </a:ln>
        </p:spPr>
        <p:style>
          <a:lnRef idx="2">
            <a:schemeClr val="accent3">
              <a:shade val="50000"/>
            </a:schemeClr>
          </a:lnRef>
          <a:fillRef idx="1">
            <a:schemeClr val="accent3"/>
          </a:fillRef>
          <a:effectRef idx="0">
            <a:schemeClr val="accent3"/>
          </a:effectRef>
          <a:fontRef idx="minor">
            <a:schemeClr val="lt1"/>
          </a:fontRef>
        </p:style>
        <p:txBody>
          <a:bodyPr rtlCol="0" anchor="ctr"/>
          <a:lstStyle/>
          <a:p>
            <a:pPr algn="ctr"/>
            <a:r>
              <a:rPr lang="zh-CN" altLang="en-US" b="1" dirty="0"/>
              <a:t>分组重复</a:t>
            </a:r>
          </a:p>
        </p:txBody>
      </p:sp>
      <p:cxnSp>
        <p:nvCxnSpPr>
          <p:cNvPr id="52" name="连接符: 肘形 51">
            <a:extLst>
              <a:ext uri="{FF2B5EF4-FFF2-40B4-BE49-F238E27FC236}">
                <a16:creationId xmlns:a16="http://schemas.microsoft.com/office/drawing/2014/main" id="{215DD782-FAED-4A8E-A13D-27D49FD0B450}"/>
              </a:ext>
            </a:extLst>
          </p:cNvPr>
          <p:cNvCxnSpPr>
            <a:cxnSpLocks/>
            <a:stCxn id="43" idx="1"/>
            <a:endCxn id="44" idx="2"/>
          </p:cNvCxnSpPr>
          <p:nvPr/>
        </p:nvCxnSpPr>
        <p:spPr>
          <a:xfrm rot="10800000">
            <a:off x="1393533" y="2206005"/>
            <a:ext cx="393606" cy="2905498"/>
          </a:xfrm>
          <a:prstGeom prst="bentConnector2">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grpSp>
        <p:nvGrpSpPr>
          <p:cNvPr id="27" name="组合 26">
            <a:extLst>
              <a:ext uri="{FF2B5EF4-FFF2-40B4-BE49-F238E27FC236}">
                <a16:creationId xmlns:a16="http://schemas.microsoft.com/office/drawing/2014/main" id="{DE606FE8-4775-4A4E-8F9F-00F10243B31D}"/>
              </a:ext>
            </a:extLst>
          </p:cNvPr>
          <p:cNvGrpSpPr/>
          <p:nvPr/>
        </p:nvGrpSpPr>
        <p:grpSpPr>
          <a:xfrm>
            <a:off x="4686256" y="1430515"/>
            <a:ext cx="7328085" cy="4456477"/>
            <a:chOff x="4686256" y="1430515"/>
            <a:chExt cx="7328085" cy="4456477"/>
          </a:xfrm>
        </p:grpSpPr>
        <p:sp>
          <p:nvSpPr>
            <p:cNvPr id="35" name="云形 34">
              <a:extLst>
                <a:ext uri="{FF2B5EF4-FFF2-40B4-BE49-F238E27FC236}">
                  <a16:creationId xmlns:a16="http://schemas.microsoft.com/office/drawing/2014/main" id="{C32FA7A0-ED82-438C-BCD2-BFD60281CA59}"/>
                </a:ext>
              </a:extLst>
            </p:cNvPr>
            <p:cNvSpPr/>
            <p:nvPr/>
          </p:nvSpPr>
          <p:spPr>
            <a:xfrm>
              <a:off x="5768648" y="2062471"/>
              <a:ext cx="4876798" cy="3385192"/>
            </a:xfrm>
            <a:prstGeom prst="cloud">
              <a:avLst/>
            </a:prstGeom>
            <a:solidFill>
              <a:schemeClr val="bg1">
                <a:lumMod val="85000"/>
              </a:schemeClr>
            </a:solidFill>
            <a:ln>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pic>
          <p:nvPicPr>
            <p:cNvPr id="36" name="图形 35">
              <a:extLst>
                <a:ext uri="{FF2B5EF4-FFF2-40B4-BE49-F238E27FC236}">
                  <a16:creationId xmlns:a16="http://schemas.microsoft.com/office/drawing/2014/main" id="{490FD9FF-3F53-4E5A-A04F-D8ACAB645C55}"/>
                </a:ext>
              </a:extLst>
            </p:cNvPr>
            <p:cNvPicPr>
              <a:picLocks noChangeAspect="1"/>
            </p:cNvPicPr>
            <p:nvPr/>
          </p:nvPicPr>
          <p:blipFill>
            <a:blip r:embed="rId3">
              <a:extLst>
                <a:ext uri="{28A0092B-C50C-407E-A947-70E740481C1C}">
                  <a14:useLocalDpi xmlns:a14="http://schemas.microsoft.com/office/drawing/2010/main" val="0"/>
                </a:ext>
                <a:ext uri="{96DAC541-7B7A-43D3-8B79-37D633B846F1}">
                  <asvg:svgBlip xmlns:asvg="http://schemas.microsoft.com/office/drawing/2016/SVG/main" r:embed="rId4"/>
                </a:ext>
              </a:extLst>
            </a:blip>
            <a:stretch>
              <a:fillRect/>
            </a:stretch>
          </p:blipFill>
          <p:spPr>
            <a:xfrm>
              <a:off x="11292680" y="2915270"/>
              <a:ext cx="721661" cy="438478"/>
            </a:xfrm>
            <a:prstGeom prst="rect">
              <a:avLst/>
            </a:prstGeom>
          </p:spPr>
        </p:pic>
        <p:pic>
          <p:nvPicPr>
            <p:cNvPr id="37" name="图形 36">
              <a:extLst>
                <a:ext uri="{FF2B5EF4-FFF2-40B4-BE49-F238E27FC236}">
                  <a16:creationId xmlns:a16="http://schemas.microsoft.com/office/drawing/2014/main" id="{69C49CA7-BE29-4BCF-9BF4-B7B6FBE4D64A}"/>
                </a:ext>
              </a:extLst>
            </p:cNvPr>
            <p:cNvPicPr>
              <a:picLocks noChangeAspect="1"/>
            </p:cNvPicPr>
            <p:nvPr/>
          </p:nvPicPr>
          <p:blipFill>
            <a:blip r:embed="rId5">
              <a:extLst>
                <a:ext uri="{28A0092B-C50C-407E-A947-70E740481C1C}">
                  <a14:useLocalDpi xmlns:a14="http://schemas.microsoft.com/office/drawing/2010/main" val="0"/>
                </a:ext>
                <a:ext uri="{96DAC541-7B7A-43D3-8B79-37D633B846F1}">
                  <asvg:svgBlip xmlns:asvg="http://schemas.microsoft.com/office/drawing/2016/SVG/main" r:embed="rId6"/>
                </a:ext>
              </a:extLst>
            </a:blip>
            <a:stretch>
              <a:fillRect/>
            </a:stretch>
          </p:blipFill>
          <p:spPr>
            <a:xfrm>
              <a:off x="4686256" y="3105954"/>
              <a:ext cx="529643" cy="512277"/>
            </a:xfrm>
            <a:prstGeom prst="rect">
              <a:avLst/>
            </a:prstGeom>
          </p:spPr>
        </p:pic>
        <p:cxnSp>
          <p:nvCxnSpPr>
            <p:cNvPr id="38" name="直接连接符 37">
              <a:extLst>
                <a:ext uri="{FF2B5EF4-FFF2-40B4-BE49-F238E27FC236}">
                  <a16:creationId xmlns:a16="http://schemas.microsoft.com/office/drawing/2014/main" id="{558EBDEF-18D9-438C-96AF-43D1E31CB9F7}"/>
                </a:ext>
              </a:extLst>
            </p:cNvPr>
            <p:cNvCxnSpPr>
              <a:cxnSpLocks/>
            </p:cNvCxnSpPr>
            <p:nvPr/>
          </p:nvCxnSpPr>
          <p:spPr>
            <a:xfrm flipV="1">
              <a:off x="6454891" y="2556704"/>
              <a:ext cx="1701356" cy="819782"/>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9" name="直接连接符 38">
              <a:extLst>
                <a:ext uri="{FF2B5EF4-FFF2-40B4-BE49-F238E27FC236}">
                  <a16:creationId xmlns:a16="http://schemas.microsoft.com/office/drawing/2014/main" id="{2C6B1777-3EEE-417A-BD1B-10CD9D4B68FD}"/>
                </a:ext>
              </a:extLst>
            </p:cNvPr>
            <p:cNvCxnSpPr>
              <a:cxnSpLocks/>
            </p:cNvCxnSpPr>
            <p:nvPr/>
          </p:nvCxnSpPr>
          <p:spPr>
            <a:xfrm>
              <a:off x="8156247" y="2508099"/>
              <a:ext cx="1960028" cy="662277"/>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0" name="直接连接符 39">
              <a:extLst>
                <a:ext uri="{FF2B5EF4-FFF2-40B4-BE49-F238E27FC236}">
                  <a16:creationId xmlns:a16="http://schemas.microsoft.com/office/drawing/2014/main" id="{79FD0772-7279-4E64-975E-033212501ACA}"/>
                </a:ext>
              </a:extLst>
            </p:cNvPr>
            <p:cNvCxnSpPr>
              <a:cxnSpLocks/>
            </p:cNvCxnSpPr>
            <p:nvPr/>
          </p:nvCxnSpPr>
          <p:spPr>
            <a:xfrm>
              <a:off x="6450220" y="3376486"/>
              <a:ext cx="1082682" cy="1231621"/>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6" name="直接连接符 45">
              <a:extLst>
                <a:ext uri="{FF2B5EF4-FFF2-40B4-BE49-F238E27FC236}">
                  <a16:creationId xmlns:a16="http://schemas.microsoft.com/office/drawing/2014/main" id="{B3B96998-4129-4F87-83B1-583D3A875A63}"/>
                </a:ext>
              </a:extLst>
            </p:cNvPr>
            <p:cNvCxnSpPr>
              <a:cxnSpLocks/>
            </p:cNvCxnSpPr>
            <p:nvPr/>
          </p:nvCxnSpPr>
          <p:spPr>
            <a:xfrm flipV="1">
              <a:off x="7586005" y="4312866"/>
              <a:ext cx="1836720" cy="32685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7" name="直接连接符 46">
              <a:extLst>
                <a:ext uri="{FF2B5EF4-FFF2-40B4-BE49-F238E27FC236}">
                  <a16:creationId xmlns:a16="http://schemas.microsoft.com/office/drawing/2014/main" id="{D36E5267-FB9F-41CB-BFBF-112346E10A9C}"/>
                </a:ext>
              </a:extLst>
            </p:cNvPr>
            <p:cNvCxnSpPr>
              <a:cxnSpLocks/>
            </p:cNvCxnSpPr>
            <p:nvPr/>
          </p:nvCxnSpPr>
          <p:spPr>
            <a:xfrm flipH="1">
              <a:off x="9429162" y="3084099"/>
              <a:ext cx="687113" cy="1228765"/>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8" name="直接连接符 47">
              <a:extLst>
                <a:ext uri="{FF2B5EF4-FFF2-40B4-BE49-F238E27FC236}">
                  <a16:creationId xmlns:a16="http://schemas.microsoft.com/office/drawing/2014/main" id="{61621FAB-395D-46A0-9410-D2F82A3489D7}"/>
                </a:ext>
              </a:extLst>
            </p:cNvPr>
            <p:cNvCxnSpPr>
              <a:cxnSpLocks/>
            </p:cNvCxnSpPr>
            <p:nvPr/>
          </p:nvCxnSpPr>
          <p:spPr>
            <a:xfrm flipH="1">
              <a:off x="7586005" y="2508099"/>
              <a:ext cx="570243" cy="2100008"/>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9" name="直接连接符 48">
              <a:extLst>
                <a:ext uri="{FF2B5EF4-FFF2-40B4-BE49-F238E27FC236}">
                  <a16:creationId xmlns:a16="http://schemas.microsoft.com/office/drawing/2014/main" id="{3814F7D7-82C1-4143-842E-8490DDEF468A}"/>
                </a:ext>
              </a:extLst>
            </p:cNvPr>
            <p:cNvCxnSpPr>
              <a:cxnSpLocks/>
            </p:cNvCxnSpPr>
            <p:nvPr/>
          </p:nvCxnSpPr>
          <p:spPr>
            <a:xfrm>
              <a:off x="8156247" y="2508099"/>
              <a:ext cx="1283879" cy="1804765"/>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pic>
          <p:nvPicPr>
            <p:cNvPr id="50" name="图形 49">
              <a:extLst>
                <a:ext uri="{FF2B5EF4-FFF2-40B4-BE49-F238E27FC236}">
                  <a16:creationId xmlns:a16="http://schemas.microsoft.com/office/drawing/2014/main" id="{FFFAA41B-5A8B-42C1-A4F9-F78301ACBF23}"/>
                </a:ext>
              </a:extLst>
            </p:cNvPr>
            <p:cNvPicPr>
              <a:picLocks noChangeAspect="1"/>
            </p:cNvPicPr>
            <p:nvPr/>
          </p:nvPicPr>
          <p:blipFill>
            <a:blip r:embed="rId7" cstate="print">
              <a:extLst>
                <a:ext uri="{28A0092B-C50C-407E-A947-70E740481C1C}">
                  <a14:useLocalDpi xmlns:a14="http://schemas.microsoft.com/office/drawing/2010/main" val="0"/>
                </a:ext>
                <a:ext uri="{96DAC541-7B7A-43D3-8B79-37D633B846F1}">
                  <asvg:svgBlip xmlns:asvg="http://schemas.microsoft.com/office/drawing/2016/SVG/main" r:embed="rId8"/>
                </a:ext>
              </a:extLst>
            </a:blip>
            <a:stretch>
              <a:fillRect/>
            </a:stretch>
          </p:blipFill>
          <p:spPr>
            <a:xfrm>
              <a:off x="6205563" y="3170376"/>
              <a:ext cx="498657" cy="412221"/>
            </a:xfrm>
            <a:prstGeom prst="rect">
              <a:avLst/>
            </a:prstGeom>
          </p:spPr>
        </p:pic>
        <p:pic>
          <p:nvPicPr>
            <p:cNvPr id="53" name="图形 52">
              <a:extLst>
                <a:ext uri="{FF2B5EF4-FFF2-40B4-BE49-F238E27FC236}">
                  <a16:creationId xmlns:a16="http://schemas.microsoft.com/office/drawing/2014/main" id="{76CC6DDF-CC62-4AB5-8510-11A090AFCB7E}"/>
                </a:ext>
              </a:extLst>
            </p:cNvPr>
            <p:cNvPicPr>
              <a:picLocks noChangeAspect="1"/>
            </p:cNvPicPr>
            <p:nvPr/>
          </p:nvPicPr>
          <p:blipFill>
            <a:blip r:embed="rId7" cstate="print">
              <a:extLst>
                <a:ext uri="{28A0092B-C50C-407E-A947-70E740481C1C}">
                  <a14:useLocalDpi xmlns:a14="http://schemas.microsoft.com/office/drawing/2010/main" val="0"/>
                </a:ext>
                <a:ext uri="{96DAC541-7B7A-43D3-8B79-37D633B846F1}">
                  <asvg:svgBlip xmlns:asvg="http://schemas.microsoft.com/office/drawing/2016/SVG/main" r:embed="rId8"/>
                </a:ext>
              </a:extLst>
            </a:blip>
            <a:stretch>
              <a:fillRect/>
            </a:stretch>
          </p:blipFill>
          <p:spPr>
            <a:xfrm>
              <a:off x="9866947" y="2964265"/>
              <a:ext cx="498657" cy="412221"/>
            </a:xfrm>
            <a:prstGeom prst="rect">
              <a:avLst/>
            </a:prstGeom>
          </p:spPr>
        </p:pic>
        <p:sp>
          <p:nvSpPr>
            <p:cNvPr id="54" name="文本框 53">
              <a:extLst>
                <a:ext uri="{FF2B5EF4-FFF2-40B4-BE49-F238E27FC236}">
                  <a16:creationId xmlns:a16="http://schemas.microsoft.com/office/drawing/2014/main" id="{E2C66F9E-C2BB-47E8-8ADA-1F46DAD38F98}"/>
                </a:ext>
              </a:extLst>
            </p:cNvPr>
            <p:cNvSpPr txBox="1"/>
            <p:nvPr/>
          </p:nvSpPr>
          <p:spPr>
            <a:xfrm>
              <a:off x="6235527" y="3567200"/>
              <a:ext cx="429385" cy="369332"/>
            </a:xfrm>
            <a:prstGeom prst="rect">
              <a:avLst/>
            </a:prstGeom>
            <a:noFill/>
          </p:spPr>
          <p:txBody>
            <a:bodyPr wrap="square" rtlCol="0">
              <a:spAutoFit/>
            </a:bodyPr>
            <a:lstStyle/>
            <a:p>
              <a:pPr algn="ctr"/>
              <a:r>
                <a:rPr lang="en-US" altLang="zh-CN" b="1" dirty="0"/>
                <a:t>R1</a:t>
              </a:r>
              <a:endParaRPr lang="zh-CN" altLang="en-US" b="1" dirty="0"/>
            </a:p>
          </p:txBody>
        </p:sp>
        <p:sp>
          <p:nvSpPr>
            <p:cNvPr id="55" name="文本框 54">
              <a:extLst>
                <a:ext uri="{FF2B5EF4-FFF2-40B4-BE49-F238E27FC236}">
                  <a16:creationId xmlns:a16="http://schemas.microsoft.com/office/drawing/2014/main" id="{85AA7D8A-EDF9-471E-BC02-2C72BA3EF0F3}"/>
                </a:ext>
              </a:extLst>
            </p:cNvPr>
            <p:cNvSpPr txBox="1"/>
            <p:nvPr/>
          </p:nvSpPr>
          <p:spPr>
            <a:xfrm>
              <a:off x="7662144" y="2671817"/>
              <a:ext cx="429385" cy="369332"/>
            </a:xfrm>
            <a:prstGeom prst="rect">
              <a:avLst/>
            </a:prstGeom>
            <a:noFill/>
          </p:spPr>
          <p:txBody>
            <a:bodyPr wrap="square" rtlCol="0">
              <a:spAutoFit/>
            </a:bodyPr>
            <a:lstStyle/>
            <a:p>
              <a:pPr algn="ctr"/>
              <a:r>
                <a:rPr lang="en-US" altLang="zh-CN" b="1" dirty="0"/>
                <a:t>R2</a:t>
              </a:r>
              <a:endParaRPr lang="zh-CN" altLang="en-US" b="1" dirty="0"/>
            </a:p>
          </p:txBody>
        </p:sp>
        <p:sp>
          <p:nvSpPr>
            <p:cNvPr id="56" name="文本框 55">
              <a:extLst>
                <a:ext uri="{FF2B5EF4-FFF2-40B4-BE49-F238E27FC236}">
                  <a16:creationId xmlns:a16="http://schemas.microsoft.com/office/drawing/2014/main" id="{9FE93926-02B3-429A-8BE1-4F1C3AFDA7EB}"/>
                </a:ext>
              </a:extLst>
            </p:cNvPr>
            <p:cNvSpPr txBox="1"/>
            <p:nvPr/>
          </p:nvSpPr>
          <p:spPr>
            <a:xfrm>
              <a:off x="9515500" y="3041149"/>
              <a:ext cx="429385" cy="369332"/>
            </a:xfrm>
            <a:prstGeom prst="rect">
              <a:avLst/>
            </a:prstGeom>
            <a:noFill/>
          </p:spPr>
          <p:txBody>
            <a:bodyPr wrap="square" rtlCol="0">
              <a:spAutoFit/>
            </a:bodyPr>
            <a:lstStyle/>
            <a:p>
              <a:pPr algn="ctr"/>
              <a:r>
                <a:rPr lang="en-US" altLang="zh-CN" b="1" dirty="0"/>
                <a:t>R3</a:t>
              </a:r>
              <a:endParaRPr lang="zh-CN" altLang="en-US" b="1" dirty="0"/>
            </a:p>
          </p:txBody>
        </p:sp>
        <p:sp>
          <p:nvSpPr>
            <p:cNvPr id="57" name="文本框 56">
              <a:extLst>
                <a:ext uri="{FF2B5EF4-FFF2-40B4-BE49-F238E27FC236}">
                  <a16:creationId xmlns:a16="http://schemas.microsoft.com/office/drawing/2014/main" id="{B823DEDD-CE96-4ED6-A8DE-946946C2F05B}"/>
                </a:ext>
              </a:extLst>
            </p:cNvPr>
            <p:cNvSpPr txBox="1"/>
            <p:nvPr/>
          </p:nvSpPr>
          <p:spPr>
            <a:xfrm>
              <a:off x="8829382" y="3930075"/>
              <a:ext cx="429385" cy="369332"/>
            </a:xfrm>
            <a:prstGeom prst="rect">
              <a:avLst/>
            </a:prstGeom>
            <a:noFill/>
          </p:spPr>
          <p:txBody>
            <a:bodyPr wrap="square" rtlCol="0">
              <a:spAutoFit/>
            </a:bodyPr>
            <a:lstStyle/>
            <a:p>
              <a:pPr algn="ctr"/>
              <a:r>
                <a:rPr lang="en-US" altLang="zh-CN" b="1" dirty="0"/>
                <a:t>R4</a:t>
              </a:r>
              <a:endParaRPr lang="zh-CN" altLang="en-US" b="1" dirty="0"/>
            </a:p>
          </p:txBody>
        </p:sp>
        <p:sp>
          <p:nvSpPr>
            <p:cNvPr id="58" name="文本框 57">
              <a:extLst>
                <a:ext uri="{FF2B5EF4-FFF2-40B4-BE49-F238E27FC236}">
                  <a16:creationId xmlns:a16="http://schemas.microsoft.com/office/drawing/2014/main" id="{45483B26-707A-4AD8-8E73-D7D9D4442AEB}"/>
                </a:ext>
              </a:extLst>
            </p:cNvPr>
            <p:cNvSpPr txBox="1"/>
            <p:nvPr/>
          </p:nvSpPr>
          <p:spPr>
            <a:xfrm>
              <a:off x="7662144" y="4175686"/>
              <a:ext cx="429385" cy="369332"/>
            </a:xfrm>
            <a:prstGeom prst="rect">
              <a:avLst/>
            </a:prstGeom>
            <a:noFill/>
          </p:spPr>
          <p:txBody>
            <a:bodyPr wrap="square" rtlCol="0">
              <a:spAutoFit/>
            </a:bodyPr>
            <a:lstStyle/>
            <a:p>
              <a:pPr algn="ctr"/>
              <a:r>
                <a:rPr lang="en-US" altLang="zh-CN" b="1" dirty="0"/>
                <a:t>R5</a:t>
              </a:r>
              <a:endParaRPr lang="zh-CN" altLang="en-US" b="1" dirty="0"/>
            </a:p>
          </p:txBody>
        </p:sp>
        <p:cxnSp>
          <p:nvCxnSpPr>
            <p:cNvPr id="59" name="直接连接符 58">
              <a:extLst>
                <a:ext uri="{FF2B5EF4-FFF2-40B4-BE49-F238E27FC236}">
                  <a16:creationId xmlns:a16="http://schemas.microsoft.com/office/drawing/2014/main" id="{E253FC98-D665-421D-85D7-C859D1883B0F}"/>
                </a:ext>
              </a:extLst>
            </p:cNvPr>
            <p:cNvCxnSpPr/>
            <p:nvPr/>
          </p:nvCxnSpPr>
          <p:spPr>
            <a:xfrm>
              <a:off x="5196949" y="3410481"/>
              <a:ext cx="1038578" cy="0"/>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60" name="直接连接符 59">
              <a:extLst>
                <a:ext uri="{FF2B5EF4-FFF2-40B4-BE49-F238E27FC236}">
                  <a16:creationId xmlns:a16="http://schemas.microsoft.com/office/drawing/2014/main" id="{9C6A5121-0839-40A3-83D9-D008F5DFE8F8}"/>
                </a:ext>
              </a:extLst>
            </p:cNvPr>
            <p:cNvCxnSpPr/>
            <p:nvPr/>
          </p:nvCxnSpPr>
          <p:spPr>
            <a:xfrm>
              <a:off x="10365604" y="3170375"/>
              <a:ext cx="1038578" cy="0"/>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61" name="直接连接符 60">
              <a:extLst>
                <a:ext uri="{FF2B5EF4-FFF2-40B4-BE49-F238E27FC236}">
                  <a16:creationId xmlns:a16="http://schemas.microsoft.com/office/drawing/2014/main" id="{DBD992BC-AAD6-4EDD-9920-2634B159BA80}"/>
                </a:ext>
              </a:extLst>
            </p:cNvPr>
            <p:cNvCxnSpPr>
              <a:cxnSpLocks/>
            </p:cNvCxnSpPr>
            <p:nvPr/>
          </p:nvCxnSpPr>
          <p:spPr>
            <a:xfrm flipH="1">
              <a:off x="7121224" y="4608107"/>
              <a:ext cx="549110" cy="704089"/>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pic>
          <p:nvPicPr>
            <p:cNvPr id="62" name="图形 61">
              <a:extLst>
                <a:ext uri="{FF2B5EF4-FFF2-40B4-BE49-F238E27FC236}">
                  <a16:creationId xmlns:a16="http://schemas.microsoft.com/office/drawing/2014/main" id="{FD905A5E-EA08-4A31-9972-26C16ED4E736}"/>
                </a:ext>
              </a:extLst>
            </p:cNvPr>
            <p:cNvPicPr>
              <a:picLocks noChangeAspect="1"/>
            </p:cNvPicPr>
            <p:nvPr/>
          </p:nvPicPr>
          <p:blipFill>
            <a:blip r:embed="rId9">
              <a:extLst>
                <a:ext uri="{28A0092B-C50C-407E-A947-70E740481C1C}">
                  <a14:useLocalDpi xmlns:a14="http://schemas.microsoft.com/office/drawing/2010/main" val="0"/>
                </a:ext>
                <a:ext uri="{96DAC541-7B7A-43D3-8B79-37D633B846F1}">
                  <asvg:svgBlip xmlns:asvg="http://schemas.microsoft.com/office/drawing/2016/SVG/main" r:embed="rId10"/>
                </a:ext>
              </a:extLst>
            </a:blip>
            <a:stretch>
              <a:fillRect/>
            </a:stretch>
          </p:blipFill>
          <p:spPr>
            <a:xfrm>
              <a:off x="6841302" y="5310957"/>
              <a:ext cx="464267" cy="576035"/>
            </a:xfrm>
            <a:prstGeom prst="rect">
              <a:avLst/>
            </a:prstGeom>
          </p:spPr>
        </p:pic>
        <p:pic>
          <p:nvPicPr>
            <p:cNvPr id="63" name="图形 62">
              <a:extLst>
                <a:ext uri="{FF2B5EF4-FFF2-40B4-BE49-F238E27FC236}">
                  <a16:creationId xmlns:a16="http://schemas.microsoft.com/office/drawing/2014/main" id="{D61ECE08-B80B-445C-AB4D-71EA25E4C0C8}"/>
                </a:ext>
              </a:extLst>
            </p:cNvPr>
            <p:cNvPicPr>
              <a:picLocks noChangeAspect="1"/>
            </p:cNvPicPr>
            <p:nvPr/>
          </p:nvPicPr>
          <p:blipFill>
            <a:blip r:embed="rId7" cstate="print">
              <a:extLst>
                <a:ext uri="{28A0092B-C50C-407E-A947-70E740481C1C}">
                  <a14:useLocalDpi xmlns:a14="http://schemas.microsoft.com/office/drawing/2010/main" val="0"/>
                </a:ext>
                <a:ext uri="{96DAC541-7B7A-43D3-8B79-37D633B846F1}">
                  <asvg:svgBlip xmlns:asvg="http://schemas.microsoft.com/office/drawing/2016/SVG/main" r:embed="rId8"/>
                </a:ext>
              </a:extLst>
            </a:blip>
            <a:stretch>
              <a:fillRect/>
            </a:stretch>
          </p:blipFill>
          <p:spPr>
            <a:xfrm>
              <a:off x="7350401" y="4478232"/>
              <a:ext cx="498657" cy="412221"/>
            </a:xfrm>
            <a:prstGeom prst="rect">
              <a:avLst/>
            </a:prstGeom>
          </p:spPr>
        </p:pic>
        <p:cxnSp>
          <p:nvCxnSpPr>
            <p:cNvPr id="64" name="直接连接符 63">
              <a:extLst>
                <a:ext uri="{FF2B5EF4-FFF2-40B4-BE49-F238E27FC236}">
                  <a16:creationId xmlns:a16="http://schemas.microsoft.com/office/drawing/2014/main" id="{67065917-652A-4BD7-92A7-23AF57FAF70B}"/>
                </a:ext>
              </a:extLst>
            </p:cNvPr>
            <p:cNvCxnSpPr>
              <a:cxnSpLocks/>
            </p:cNvCxnSpPr>
            <p:nvPr/>
          </p:nvCxnSpPr>
          <p:spPr>
            <a:xfrm>
              <a:off x="9440126" y="4267718"/>
              <a:ext cx="810210" cy="620130"/>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pic>
          <p:nvPicPr>
            <p:cNvPr id="65" name="图形 64">
              <a:extLst>
                <a:ext uri="{FF2B5EF4-FFF2-40B4-BE49-F238E27FC236}">
                  <a16:creationId xmlns:a16="http://schemas.microsoft.com/office/drawing/2014/main" id="{F2FF53AD-BE95-447D-A8B0-046BCC825037}"/>
                </a:ext>
              </a:extLst>
            </p:cNvPr>
            <p:cNvPicPr>
              <a:picLocks noChangeAspect="1"/>
            </p:cNvPicPr>
            <p:nvPr/>
          </p:nvPicPr>
          <p:blipFill>
            <a:blip r:embed="rId11">
              <a:extLst>
                <a:ext uri="{28A0092B-C50C-407E-A947-70E740481C1C}">
                  <a14:useLocalDpi xmlns:a14="http://schemas.microsoft.com/office/drawing/2010/main" val="0"/>
                </a:ext>
                <a:ext uri="{96DAC541-7B7A-43D3-8B79-37D633B846F1}">
                  <asvg:svgBlip xmlns:asvg="http://schemas.microsoft.com/office/drawing/2016/SVG/main" r:embed="rId12"/>
                </a:ext>
              </a:extLst>
            </a:blip>
            <a:stretch>
              <a:fillRect/>
            </a:stretch>
          </p:blipFill>
          <p:spPr>
            <a:xfrm>
              <a:off x="10087227" y="4642575"/>
              <a:ext cx="498657" cy="558839"/>
            </a:xfrm>
            <a:prstGeom prst="rect">
              <a:avLst/>
            </a:prstGeom>
          </p:spPr>
        </p:pic>
        <p:pic>
          <p:nvPicPr>
            <p:cNvPr id="66" name="图形 65">
              <a:extLst>
                <a:ext uri="{FF2B5EF4-FFF2-40B4-BE49-F238E27FC236}">
                  <a16:creationId xmlns:a16="http://schemas.microsoft.com/office/drawing/2014/main" id="{AAB7D37B-548B-42B2-89CB-79B0AEA18544}"/>
                </a:ext>
              </a:extLst>
            </p:cNvPr>
            <p:cNvPicPr>
              <a:picLocks noChangeAspect="1"/>
            </p:cNvPicPr>
            <p:nvPr/>
          </p:nvPicPr>
          <p:blipFill>
            <a:blip r:embed="rId7" cstate="print">
              <a:extLst>
                <a:ext uri="{28A0092B-C50C-407E-A947-70E740481C1C}">
                  <a14:useLocalDpi xmlns:a14="http://schemas.microsoft.com/office/drawing/2010/main" val="0"/>
                </a:ext>
                <a:ext uri="{96DAC541-7B7A-43D3-8B79-37D633B846F1}">
                  <asvg:svgBlip xmlns:asvg="http://schemas.microsoft.com/office/drawing/2016/SVG/main" r:embed="rId8"/>
                </a:ext>
              </a:extLst>
            </a:blip>
            <a:stretch>
              <a:fillRect/>
            </a:stretch>
          </p:blipFill>
          <p:spPr>
            <a:xfrm>
              <a:off x="9173397" y="4106754"/>
              <a:ext cx="498657" cy="412221"/>
            </a:xfrm>
            <a:prstGeom prst="rect">
              <a:avLst/>
            </a:prstGeom>
          </p:spPr>
        </p:pic>
        <p:cxnSp>
          <p:nvCxnSpPr>
            <p:cNvPr id="67" name="直接连接符 66">
              <a:extLst>
                <a:ext uri="{FF2B5EF4-FFF2-40B4-BE49-F238E27FC236}">
                  <a16:creationId xmlns:a16="http://schemas.microsoft.com/office/drawing/2014/main" id="{0FAE4F00-3E85-46DC-8923-9E3915EAE059}"/>
                </a:ext>
              </a:extLst>
            </p:cNvPr>
            <p:cNvCxnSpPr>
              <a:cxnSpLocks/>
            </p:cNvCxnSpPr>
            <p:nvPr/>
          </p:nvCxnSpPr>
          <p:spPr>
            <a:xfrm>
              <a:off x="8134330" y="1648452"/>
              <a:ext cx="0" cy="828038"/>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pic>
          <p:nvPicPr>
            <p:cNvPr id="68" name="图形 67">
              <a:extLst>
                <a:ext uri="{FF2B5EF4-FFF2-40B4-BE49-F238E27FC236}">
                  <a16:creationId xmlns:a16="http://schemas.microsoft.com/office/drawing/2014/main" id="{E3865CE5-78BB-4623-A982-780311E853D5}"/>
                </a:ext>
              </a:extLst>
            </p:cNvPr>
            <p:cNvPicPr>
              <a:picLocks noChangeAspect="1"/>
            </p:cNvPicPr>
            <p:nvPr/>
          </p:nvPicPr>
          <p:blipFill>
            <a:blip r:embed="rId13">
              <a:extLst>
                <a:ext uri="{28A0092B-C50C-407E-A947-70E740481C1C}">
                  <a14:useLocalDpi xmlns:a14="http://schemas.microsoft.com/office/drawing/2010/main" val="0"/>
                </a:ext>
                <a:ext uri="{96DAC541-7B7A-43D3-8B79-37D633B846F1}">
                  <asvg:svgBlip xmlns:asvg="http://schemas.microsoft.com/office/drawing/2016/SVG/main" r:embed="rId14"/>
                </a:ext>
              </a:extLst>
            </a:blip>
            <a:stretch>
              <a:fillRect/>
            </a:stretch>
          </p:blipFill>
          <p:spPr>
            <a:xfrm>
              <a:off x="7949906" y="1430515"/>
              <a:ext cx="412681" cy="541644"/>
            </a:xfrm>
            <a:prstGeom prst="rect">
              <a:avLst/>
            </a:prstGeom>
          </p:spPr>
        </p:pic>
        <p:pic>
          <p:nvPicPr>
            <p:cNvPr id="69" name="图形 68">
              <a:extLst>
                <a:ext uri="{FF2B5EF4-FFF2-40B4-BE49-F238E27FC236}">
                  <a16:creationId xmlns:a16="http://schemas.microsoft.com/office/drawing/2014/main" id="{D4A0F4BC-0BDA-46B2-80D6-9B576D172338}"/>
                </a:ext>
              </a:extLst>
            </p:cNvPr>
            <p:cNvPicPr>
              <a:picLocks noChangeAspect="1"/>
            </p:cNvPicPr>
            <p:nvPr/>
          </p:nvPicPr>
          <p:blipFill>
            <a:blip r:embed="rId7" cstate="print">
              <a:extLst>
                <a:ext uri="{28A0092B-C50C-407E-A947-70E740481C1C}">
                  <a14:useLocalDpi xmlns:a14="http://schemas.microsoft.com/office/drawing/2010/main" val="0"/>
                </a:ext>
                <a:ext uri="{96DAC541-7B7A-43D3-8B79-37D633B846F1}">
                  <asvg:svgBlip xmlns:asvg="http://schemas.microsoft.com/office/drawing/2016/SVG/main" r:embed="rId8"/>
                </a:ext>
              </a:extLst>
            </a:blip>
            <a:stretch>
              <a:fillRect/>
            </a:stretch>
          </p:blipFill>
          <p:spPr>
            <a:xfrm>
              <a:off x="7906919" y="2350594"/>
              <a:ext cx="498657" cy="412221"/>
            </a:xfrm>
            <a:prstGeom prst="rect">
              <a:avLst/>
            </a:prstGeom>
          </p:spPr>
        </p:pic>
        <p:sp>
          <p:nvSpPr>
            <p:cNvPr id="70" name="文本框 69">
              <a:extLst>
                <a:ext uri="{FF2B5EF4-FFF2-40B4-BE49-F238E27FC236}">
                  <a16:creationId xmlns:a16="http://schemas.microsoft.com/office/drawing/2014/main" id="{EE632F00-BDC1-4935-9306-1EEA92DBD1D9}"/>
                </a:ext>
              </a:extLst>
            </p:cNvPr>
            <p:cNvSpPr txBox="1"/>
            <p:nvPr/>
          </p:nvSpPr>
          <p:spPr>
            <a:xfrm>
              <a:off x="4786514" y="3590740"/>
              <a:ext cx="429385" cy="369332"/>
            </a:xfrm>
            <a:prstGeom prst="rect">
              <a:avLst/>
            </a:prstGeom>
            <a:noFill/>
          </p:spPr>
          <p:txBody>
            <a:bodyPr wrap="square" rtlCol="0">
              <a:spAutoFit/>
            </a:bodyPr>
            <a:lstStyle/>
            <a:p>
              <a:pPr algn="ctr"/>
              <a:r>
                <a:rPr lang="en-US" altLang="zh-CN" b="1" dirty="0"/>
                <a:t>H1</a:t>
              </a:r>
              <a:endParaRPr lang="zh-CN" altLang="en-US" b="1" dirty="0"/>
            </a:p>
          </p:txBody>
        </p:sp>
        <p:sp>
          <p:nvSpPr>
            <p:cNvPr id="71" name="文本框 70">
              <a:extLst>
                <a:ext uri="{FF2B5EF4-FFF2-40B4-BE49-F238E27FC236}">
                  <a16:creationId xmlns:a16="http://schemas.microsoft.com/office/drawing/2014/main" id="{F5131637-5A7E-4249-8D84-2E2CE3F98A34}"/>
                </a:ext>
              </a:extLst>
            </p:cNvPr>
            <p:cNvSpPr txBox="1"/>
            <p:nvPr/>
          </p:nvSpPr>
          <p:spPr>
            <a:xfrm>
              <a:off x="8368801" y="1472306"/>
              <a:ext cx="429385" cy="369332"/>
            </a:xfrm>
            <a:prstGeom prst="rect">
              <a:avLst/>
            </a:prstGeom>
            <a:noFill/>
          </p:spPr>
          <p:txBody>
            <a:bodyPr wrap="square" rtlCol="0">
              <a:spAutoFit/>
            </a:bodyPr>
            <a:lstStyle/>
            <a:p>
              <a:pPr algn="ctr"/>
              <a:r>
                <a:rPr lang="en-US" altLang="zh-CN" b="1" dirty="0"/>
                <a:t>H2</a:t>
              </a:r>
              <a:endParaRPr lang="zh-CN" altLang="en-US" b="1" dirty="0"/>
            </a:p>
          </p:txBody>
        </p:sp>
        <p:sp>
          <p:nvSpPr>
            <p:cNvPr id="72" name="文本框 71">
              <a:extLst>
                <a:ext uri="{FF2B5EF4-FFF2-40B4-BE49-F238E27FC236}">
                  <a16:creationId xmlns:a16="http://schemas.microsoft.com/office/drawing/2014/main" id="{392FEB6B-E5B2-427E-B3C2-EAD0790E6AB9}"/>
                </a:ext>
              </a:extLst>
            </p:cNvPr>
            <p:cNvSpPr txBox="1"/>
            <p:nvPr/>
          </p:nvSpPr>
          <p:spPr>
            <a:xfrm>
              <a:off x="11438817" y="3397931"/>
              <a:ext cx="429385" cy="369332"/>
            </a:xfrm>
            <a:prstGeom prst="rect">
              <a:avLst/>
            </a:prstGeom>
            <a:noFill/>
          </p:spPr>
          <p:txBody>
            <a:bodyPr wrap="square" rtlCol="0">
              <a:spAutoFit/>
            </a:bodyPr>
            <a:lstStyle/>
            <a:p>
              <a:pPr algn="ctr"/>
              <a:r>
                <a:rPr lang="en-US" altLang="zh-CN" b="1" dirty="0"/>
                <a:t>H3</a:t>
              </a:r>
              <a:endParaRPr lang="zh-CN" altLang="en-US" b="1" dirty="0"/>
            </a:p>
          </p:txBody>
        </p:sp>
        <p:sp>
          <p:nvSpPr>
            <p:cNvPr id="73" name="文本框 72">
              <a:extLst>
                <a:ext uri="{FF2B5EF4-FFF2-40B4-BE49-F238E27FC236}">
                  <a16:creationId xmlns:a16="http://schemas.microsoft.com/office/drawing/2014/main" id="{F4F25552-EFE0-4E05-94A7-3F4FF57CFD57}"/>
                </a:ext>
              </a:extLst>
            </p:cNvPr>
            <p:cNvSpPr txBox="1"/>
            <p:nvPr/>
          </p:nvSpPr>
          <p:spPr>
            <a:xfrm>
              <a:off x="10083732" y="5190196"/>
              <a:ext cx="429385" cy="369332"/>
            </a:xfrm>
            <a:prstGeom prst="rect">
              <a:avLst/>
            </a:prstGeom>
            <a:noFill/>
          </p:spPr>
          <p:txBody>
            <a:bodyPr wrap="square" rtlCol="0">
              <a:spAutoFit/>
            </a:bodyPr>
            <a:lstStyle/>
            <a:p>
              <a:pPr algn="ctr"/>
              <a:r>
                <a:rPr lang="en-US" altLang="zh-CN" b="1" dirty="0"/>
                <a:t>H4</a:t>
              </a:r>
              <a:endParaRPr lang="zh-CN" altLang="en-US" b="1" dirty="0"/>
            </a:p>
          </p:txBody>
        </p:sp>
        <p:sp>
          <p:nvSpPr>
            <p:cNvPr id="74" name="文本框 73">
              <a:extLst>
                <a:ext uri="{FF2B5EF4-FFF2-40B4-BE49-F238E27FC236}">
                  <a16:creationId xmlns:a16="http://schemas.microsoft.com/office/drawing/2014/main" id="{2F2D4830-205E-4B2C-867F-AB3A11CAA3B6}"/>
                </a:ext>
              </a:extLst>
            </p:cNvPr>
            <p:cNvSpPr txBox="1"/>
            <p:nvPr/>
          </p:nvSpPr>
          <p:spPr>
            <a:xfrm>
              <a:off x="7275560" y="5401853"/>
              <a:ext cx="429385" cy="369332"/>
            </a:xfrm>
            <a:prstGeom prst="rect">
              <a:avLst/>
            </a:prstGeom>
            <a:noFill/>
          </p:spPr>
          <p:txBody>
            <a:bodyPr wrap="square" rtlCol="0">
              <a:spAutoFit/>
            </a:bodyPr>
            <a:lstStyle/>
            <a:p>
              <a:pPr algn="ctr"/>
              <a:r>
                <a:rPr lang="en-US" altLang="zh-CN" b="1" dirty="0"/>
                <a:t>H5</a:t>
              </a:r>
              <a:endParaRPr lang="zh-CN" altLang="en-US" b="1" dirty="0"/>
            </a:p>
          </p:txBody>
        </p:sp>
      </p:grpSp>
      <p:sp>
        <p:nvSpPr>
          <p:cNvPr id="76" name="矩形 75">
            <a:extLst>
              <a:ext uri="{FF2B5EF4-FFF2-40B4-BE49-F238E27FC236}">
                <a16:creationId xmlns:a16="http://schemas.microsoft.com/office/drawing/2014/main" id="{1A7E5EA6-D880-48D9-8D73-1573B45B2B2B}"/>
              </a:ext>
            </a:extLst>
          </p:cNvPr>
          <p:cNvSpPr/>
          <p:nvPr/>
        </p:nvSpPr>
        <p:spPr>
          <a:xfrm>
            <a:off x="1787139" y="4858234"/>
            <a:ext cx="2170878" cy="506538"/>
          </a:xfrm>
          <a:prstGeom prst="rect">
            <a:avLst/>
          </a:prstGeom>
          <a:solidFill>
            <a:schemeClr val="accent3"/>
          </a:solidFill>
          <a:ln>
            <a:solidFill>
              <a:schemeClr val="tx1"/>
            </a:solidFill>
          </a:ln>
        </p:spPr>
        <p:style>
          <a:lnRef idx="2">
            <a:schemeClr val="accent3">
              <a:shade val="50000"/>
            </a:schemeClr>
          </a:lnRef>
          <a:fillRef idx="1">
            <a:schemeClr val="accent3"/>
          </a:fillRef>
          <a:effectRef idx="0">
            <a:schemeClr val="accent3"/>
          </a:effectRef>
          <a:fontRef idx="minor">
            <a:schemeClr val="lt1"/>
          </a:fontRef>
        </p:style>
        <p:txBody>
          <a:bodyPr rtlCol="0" anchor="ctr"/>
          <a:lstStyle/>
          <a:p>
            <a:pPr algn="ctr"/>
            <a:r>
              <a:rPr lang="zh-CN" altLang="en-US" b="1" dirty="0"/>
              <a:t>分组重复</a:t>
            </a:r>
          </a:p>
        </p:txBody>
      </p:sp>
      <p:sp>
        <p:nvSpPr>
          <p:cNvPr id="80" name="envelope_151601">
            <a:extLst>
              <a:ext uri="{FF2B5EF4-FFF2-40B4-BE49-F238E27FC236}">
                <a16:creationId xmlns:a16="http://schemas.microsoft.com/office/drawing/2014/main" id="{88AE2A32-2A08-413E-B14D-028CFAB38DDE}"/>
              </a:ext>
            </a:extLst>
          </p:cNvPr>
          <p:cNvSpPr/>
          <p:nvPr/>
        </p:nvSpPr>
        <p:spPr>
          <a:xfrm>
            <a:off x="5222336" y="3170375"/>
            <a:ext cx="334836" cy="217940"/>
          </a:xfrm>
          <a:custGeom>
            <a:avLst/>
            <a:gdLst>
              <a:gd name="connsiteX0" fmla="*/ 0 w 605169"/>
              <a:gd name="connsiteY0" fmla="*/ 60333 h 393896"/>
              <a:gd name="connsiteX1" fmla="*/ 124371 w 605169"/>
              <a:gd name="connsiteY1" fmla="*/ 146783 h 393896"/>
              <a:gd name="connsiteX2" fmla="*/ 302584 w 605169"/>
              <a:gd name="connsiteY2" fmla="*/ 272032 h 393896"/>
              <a:gd name="connsiteX3" fmla="*/ 480798 w 605169"/>
              <a:gd name="connsiteY3" fmla="*/ 146783 h 393896"/>
              <a:gd name="connsiteX4" fmla="*/ 605169 w 605169"/>
              <a:gd name="connsiteY4" fmla="*/ 60333 h 393896"/>
              <a:gd name="connsiteX5" fmla="*/ 605169 w 605169"/>
              <a:gd name="connsiteY5" fmla="*/ 393896 h 393896"/>
              <a:gd name="connsiteX6" fmla="*/ 0 w 605169"/>
              <a:gd name="connsiteY6" fmla="*/ 393896 h 393896"/>
              <a:gd name="connsiteX7" fmla="*/ 0 w 605169"/>
              <a:gd name="connsiteY7" fmla="*/ 0 h 393896"/>
              <a:gd name="connsiteX8" fmla="*/ 605169 w 605169"/>
              <a:gd name="connsiteY8" fmla="*/ 0 h 393896"/>
              <a:gd name="connsiteX9" fmla="*/ 605169 w 605169"/>
              <a:gd name="connsiteY9" fmla="*/ 19653 h 393896"/>
              <a:gd name="connsiteX10" fmla="*/ 302584 w 605169"/>
              <a:gd name="connsiteY10" fmla="*/ 230114 h 393896"/>
              <a:gd name="connsiteX11" fmla="*/ 0 w 605169"/>
              <a:gd name="connsiteY11" fmla="*/ 19653 h 393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605169" h="393896">
                <a:moveTo>
                  <a:pt x="0" y="60333"/>
                </a:moveTo>
                <a:lnTo>
                  <a:pt x="124371" y="146783"/>
                </a:lnTo>
                <a:lnTo>
                  <a:pt x="302584" y="272032"/>
                </a:lnTo>
                <a:lnTo>
                  <a:pt x="480798" y="146783"/>
                </a:lnTo>
                <a:lnTo>
                  <a:pt x="605169" y="60333"/>
                </a:lnTo>
                <a:lnTo>
                  <a:pt x="605169" y="393896"/>
                </a:lnTo>
                <a:lnTo>
                  <a:pt x="0" y="393896"/>
                </a:lnTo>
                <a:close/>
                <a:moveTo>
                  <a:pt x="0" y="0"/>
                </a:moveTo>
                <a:lnTo>
                  <a:pt x="605169" y="0"/>
                </a:lnTo>
                <a:lnTo>
                  <a:pt x="605169" y="19653"/>
                </a:lnTo>
                <a:lnTo>
                  <a:pt x="302584" y="230114"/>
                </a:lnTo>
                <a:lnTo>
                  <a:pt x="0" y="19653"/>
                </a:lnTo>
                <a:close/>
              </a:path>
            </a:pathLst>
          </a:custGeom>
          <a:solidFill>
            <a:schemeClr val="accent4"/>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zh-CN"/>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a:p>
        </p:txBody>
      </p:sp>
    </p:spTree>
    <p:custDataLst>
      <p:tags r:id="rId1"/>
    </p:custDataLst>
    <p:extLst>
      <p:ext uri="{BB962C8B-B14F-4D97-AF65-F5344CB8AC3E}">
        <p14:creationId xmlns:p14="http://schemas.microsoft.com/office/powerpoint/2010/main" val="735311065"/>
      </p:ext>
    </p:extLst>
  </p:cSld>
  <p:clrMapOvr>
    <a:masterClrMapping/>
  </p:clrMapOvr>
  <mc:AlternateContent xmlns:mc="http://schemas.openxmlformats.org/markup-compatibility/2006" xmlns:p14="http://schemas.microsoft.com/office/powerpoint/2010/main">
    <mc:Choice Requires="p14">
      <p:transition p14:dur="10"/>
    </mc:Choice>
    <mc:Fallback xmlns="">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2" presetClass="entr" presetSubtype="8" fill="hold" grpId="0" nodeType="withEffect">
                                  <p:stCondLst>
                                    <p:cond delay="0"/>
                                  </p:stCondLst>
                                  <p:childTnLst>
                                    <p:set>
                                      <p:cBhvr>
                                        <p:cTn id="6" dur="1" fill="hold">
                                          <p:stCondLst>
                                            <p:cond delay="0"/>
                                          </p:stCondLst>
                                        </p:cTn>
                                        <p:tgtEl>
                                          <p:spTgt spid="76"/>
                                        </p:tgtEl>
                                        <p:attrNameLst>
                                          <p:attrName>style.visibility</p:attrName>
                                        </p:attrNameLst>
                                      </p:cBhvr>
                                      <p:to>
                                        <p:strVal val="visible"/>
                                      </p:to>
                                    </p:set>
                                    <p:animEffect transition="in" filter="wipe(left)">
                                      <p:cBhvr>
                                        <p:cTn id="7" dur="500"/>
                                        <p:tgtEl>
                                          <p:spTgt spid="76"/>
                                        </p:tgtEl>
                                      </p:cBhvr>
                                    </p:animEffect>
                                  </p:childTnLst>
                                </p:cTn>
                              </p:par>
                            </p:childTnLst>
                          </p:cTn>
                        </p:par>
                      </p:childTnLst>
                    </p:cTn>
                  </p:par>
                  <p:par>
                    <p:cTn id="8" fill="hold">
                      <p:stCondLst>
                        <p:cond delay="indefinite"/>
                      </p:stCondLst>
                      <p:childTnLst>
                        <p:par>
                          <p:cTn id="9" fill="hold">
                            <p:stCondLst>
                              <p:cond delay="0"/>
                            </p:stCondLst>
                            <p:childTnLst>
                              <p:par>
                                <p:cTn id="10" presetID="12" presetClass="entr" presetSubtype="8" fill="hold" grpId="0" nodeType="clickEffect">
                                  <p:stCondLst>
                                    <p:cond delay="0"/>
                                  </p:stCondLst>
                                  <p:childTnLst>
                                    <p:set>
                                      <p:cBhvr>
                                        <p:cTn id="11" dur="1" fill="hold">
                                          <p:stCondLst>
                                            <p:cond delay="0"/>
                                          </p:stCondLst>
                                        </p:cTn>
                                        <p:tgtEl>
                                          <p:spTgt spid="80"/>
                                        </p:tgtEl>
                                        <p:attrNameLst>
                                          <p:attrName>style.visibility</p:attrName>
                                        </p:attrNameLst>
                                      </p:cBhvr>
                                      <p:to>
                                        <p:strVal val="visible"/>
                                      </p:to>
                                    </p:set>
                                    <p:anim calcmode="lin" valueType="num">
                                      <p:cBhvr additive="base">
                                        <p:cTn id="12" dur="500"/>
                                        <p:tgtEl>
                                          <p:spTgt spid="80"/>
                                        </p:tgtEl>
                                        <p:attrNameLst>
                                          <p:attrName>ppt_x</p:attrName>
                                        </p:attrNameLst>
                                      </p:cBhvr>
                                      <p:tavLst>
                                        <p:tav tm="0">
                                          <p:val>
                                            <p:strVal val="#ppt_x-#ppt_w*1.125000"/>
                                          </p:val>
                                        </p:tav>
                                        <p:tav tm="100000">
                                          <p:val>
                                            <p:strVal val="#ppt_x"/>
                                          </p:val>
                                        </p:tav>
                                      </p:tavLst>
                                    </p:anim>
                                    <p:animEffect transition="in" filter="wipe(right)">
                                      <p:cBhvr>
                                        <p:cTn id="13" dur="500"/>
                                        <p:tgtEl>
                                          <p:spTgt spid="80"/>
                                        </p:tgtEl>
                                      </p:cBhvr>
                                    </p:animEffect>
                                  </p:childTnLst>
                                </p:cTn>
                              </p:par>
                            </p:childTnLst>
                          </p:cTn>
                        </p:par>
                      </p:childTnLst>
                    </p:cTn>
                  </p:par>
                  <p:par>
                    <p:cTn id="14" fill="hold">
                      <p:stCondLst>
                        <p:cond delay="indefinite"/>
                      </p:stCondLst>
                      <p:childTnLst>
                        <p:par>
                          <p:cTn id="15" fill="hold">
                            <p:stCondLst>
                              <p:cond delay="0"/>
                            </p:stCondLst>
                            <p:childTnLst>
                              <p:par>
                                <p:cTn id="16" presetID="0" presetClass="path" presetSubtype="0" accel="50000" decel="50000" fill="hold" grpId="1" nodeType="clickEffect">
                                  <p:stCondLst>
                                    <p:cond delay="0"/>
                                  </p:stCondLst>
                                  <p:childTnLst>
                                    <p:animMotion origin="layout" path="M 0.00039 0.00255 L 0.08724 0.00162 L 0.18008 0.19722 " pathEditMode="relative" ptsTypes="AAA">
                                      <p:cBhvr>
                                        <p:cTn id="17" dur="2000" fill="hold"/>
                                        <p:tgtEl>
                                          <p:spTgt spid="80"/>
                                        </p:tgtEl>
                                        <p:attrNameLst>
                                          <p:attrName>ppt_x</p:attrName>
                                          <p:attrName>ppt_y</p:attrName>
                                        </p:attrNameLst>
                                      </p:cBhvr>
                                    </p:animMotion>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76" grpId="0" animBg="1"/>
      <p:bldP spid="80" grpId="0" animBg="1"/>
      <p:bldP spid="80" grpId="1" animBg="1"/>
    </p:bldLst>
  </p:timing>
</p:sld>
</file>

<file path=ppt/slides/slide11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文本框 4">
            <a:extLst>
              <a:ext uri="{FF2B5EF4-FFF2-40B4-BE49-F238E27FC236}">
                <a16:creationId xmlns:a16="http://schemas.microsoft.com/office/drawing/2014/main" id="{F5B213DB-DDE8-4E55-8433-9378F86B9127}"/>
              </a:ext>
            </a:extLst>
          </p:cNvPr>
          <p:cNvSpPr txBox="1"/>
          <p:nvPr/>
        </p:nvSpPr>
        <p:spPr>
          <a:xfrm>
            <a:off x="4454239" y="2673796"/>
            <a:ext cx="1239035" cy="369332"/>
          </a:xfrm>
          <a:prstGeom prst="rect">
            <a:avLst/>
          </a:prstGeom>
          <a:noFill/>
        </p:spPr>
        <p:txBody>
          <a:bodyPr wrap="square" rtlCol="0">
            <a:spAutoFit/>
          </a:bodyPr>
          <a:lstStyle/>
          <a:p>
            <a:r>
              <a:rPr lang="zh-CN" altLang="en-US" b="1" dirty="0">
                <a:solidFill>
                  <a:schemeClr val="accent1">
                    <a:lumMod val="75000"/>
                  </a:schemeClr>
                </a:solidFill>
              </a:rPr>
              <a:t>超时重发</a:t>
            </a:r>
          </a:p>
        </p:txBody>
      </p:sp>
      <p:grpSp>
        <p:nvGrpSpPr>
          <p:cNvPr id="4" name="组合 3">
            <a:extLst>
              <a:ext uri="{FF2B5EF4-FFF2-40B4-BE49-F238E27FC236}">
                <a16:creationId xmlns:a16="http://schemas.microsoft.com/office/drawing/2014/main" id="{9A1EA9F2-FCB6-48C3-935F-7AE7E3AD14AC}"/>
              </a:ext>
            </a:extLst>
          </p:cNvPr>
          <p:cNvGrpSpPr/>
          <p:nvPr/>
        </p:nvGrpSpPr>
        <p:grpSpPr>
          <a:xfrm>
            <a:off x="304800" y="749300"/>
            <a:ext cx="6192344" cy="400110"/>
            <a:chOff x="424117" y="898245"/>
            <a:chExt cx="6192344" cy="400110"/>
          </a:xfrm>
        </p:grpSpPr>
        <p:sp>
          <p:nvSpPr>
            <p:cNvPr id="2" name="平行四边形 1">
              <a:extLst>
                <a:ext uri="{FF2B5EF4-FFF2-40B4-BE49-F238E27FC236}">
                  <a16:creationId xmlns:a16="http://schemas.microsoft.com/office/drawing/2014/main" id="{1F5BAA3F-9845-4F89-A2DD-8222D3E4EDAC}"/>
                </a:ext>
              </a:extLst>
            </p:cNvPr>
            <p:cNvSpPr/>
            <p:nvPr/>
          </p:nvSpPr>
          <p:spPr>
            <a:xfrm>
              <a:off x="424117" y="898245"/>
              <a:ext cx="628306" cy="387090"/>
            </a:xfrm>
            <a:prstGeom prst="parallelogram">
              <a:avLst/>
            </a:prstGeom>
            <a:solidFill>
              <a:schemeClr val="accent3">
                <a:lumMod val="75000"/>
              </a:schemeClr>
            </a:solidFill>
            <a:ln>
              <a:solidFill>
                <a:schemeClr val="accent3">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CN" sz="2200" dirty="0">
                  <a:latin typeface="Impact" panose="020B0806030902050204" pitchFamily="34" charset="0"/>
                </a:rPr>
                <a:t>01</a:t>
              </a:r>
              <a:endParaRPr lang="zh-CN" altLang="en-US" sz="2200" dirty="0">
                <a:latin typeface="Impact" panose="020B0806030902050204" pitchFamily="34" charset="0"/>
              </a:endParaRPr>
            </a:p>
          </p:txBody>
        </p:sp>
        <p:sp>
          <p:nvSpPr>
            <p:cNvPr id="3" name="文本框 2">
              <a:extLst>
                <a:ext uri="{FF2B5EF4-FFF2-40B4-BE49-F238E27FC236}">
                  <a16:creationId xmlns:a16="http://schemas.microsoft.com/office/drawing/2014/main" id="{4D6BD736-A4D3-4F26-AFED-36E11F50F70B}"/>
                </a:ext>
              </a:extLst>
            </p:cNvPr>
            <p:cNvSpPr txBox="1"/>
            <p:nvPr/>
          </p:nvSpPr>
          <p:spPr>
            <a:xfrm>
              <a:off x="1052423" y="898245"/>
              <a:ext cx="5564038" cy="400110"/>
            </a:xfrm>
            <a:prstGeom prst="rect">
              <a:avLst/>
            </a:prstGeom>
            <a:noFill/>
          </p:spPr>
          <p:txBody>
            <a:bodyPr wrap="square" rtlCol="0">
              <a:spAutoFit/>
            </a:bodyPr>
            <a:lstStyle/>
            <a:p>
              <a:r>
                <a:rPr lang="zh-CN" altLang="en-US" sz="2000" b="1" dirty="0"/>
                <a:t>可靠传输的相关基本概念</a:t>
              </a:r>
            </a:p>
          </p:txBody>
        </p:sp>
      </p:grpSp>
      <p:sp>
        <p:nvSpPr>
          <p:cNvPr id="6" name="矩形 5">
            <a:extLst>
              <a:ext uri="{FF2B5EF4-FFF2-40B4-BE49-F238E27FC236}">
                <a16:creationId xmlns:a16="http://schemas.microsoft.com/office/drawing/2014/main" id="{04FB463A-B16F-48FC-B54F-320676314201}"/>
              </a:ext>
            </a:extLst>
          </p:cNvPr>
          <p:cNvSpPr/>
          <p:nvPr/>
        </p:nvSpPr>
        <p:spPr>
          <a:xfrm>
            <a:off x="1787139" y="2446117"/>
            <a:ext cx="2170878" cy="506538"/>
          </a:xfrm>
          <a:prstGeom prst="rect">
            <a:avLst/>
          </a:prstGeom>
          <a:solidFill>
            <a:schemeClr val="bg2">
              <a:lumMod val="90000"/>
            </a:schemeClr>
          </a:solidFill>
          <a:ln>
            <a:solidFill>
              <a:schemeClr val="tx1"/>
            </a:solidFill>
          </a:ln>
        </p:spPr>
        <p:style>
          <a:lnRef idx="2">
            <a:schemeClr val="accent3">
              <a:shade val="50000"/>
            </a:schemeClr>
          </a:lnRef>
          <a:fillRef idx="1">
            <a:schemeClr val="accent3"/>
          </a:fillRef>
          <a:effectRef idx="0">
            <a:schemeClr val="accent3"/>
          </a:effectRef>
          <a:fontRef idx="minor">
            <a:schemeClr val="lt1"/>
          </a:fontRef>
        </p:style>
        <p:txBody>
          <a:bodyPr rtlCol="0" anchor="ctr"/>
          <a:lstStyle/>
          <a:p>
            <a:pPr algn="ctr"/>
            <a:r>
              <a:rPr lang="zh-CN" altLang="en-US" b="1" dirty="0"/>
              <a:t>误码（比特差错）</a:t>
            </a:r>
          </a:p>
        </p:txBody>
      </p:sp>
      <p:sp>
        <p:nvSpPr>
          <p:cNvPr id="44" name="矩形 43">
            <a:extLst>
              <a:ext uri="{FF2B5EF4-FFF2-40B4-BE49-F238E27FC236}">
                <a16:creationId xmlns:a16="http://schemas.microsoft.com/office/drawing/2014/main" id="{D2E55902-4483-44C2-9BB0-BC665F00A52D}"/>
              </a:ext>
            </a:extLst>
          </p:cNvPr>
          <p:cNvSpPr/>
          <p:nvPr/>
        </p:nvSpPr>
        <p:spPr>
          <a:xfrm>
            <a:off x="308094" y="1699467"/>
            <a:ext cx="2170878" cy="506538"/>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zh-CN" altLang="en-US" b="1" dirty="0"/>
              <a:t>传输差错</a:t>
            </a:r>
          </a:p>
        </p:txBody>
      </p:sp>
      <p:cxnSp>
        <p:nvCxnSpPr>
          <p:cNvPr id="11" name="连接符: 肘形 10">
            <a:extLst>
              <a:ext uri="{FF2B5EF4-FFF2-40B4-BE49-F238E27FC236}">
                <a16:creationId xmlns:a16="http://schemas.microsoft.com/office/drawing/2014/main" id="{1C60153A-AC05-4D6F-B34E-E17052F8ECC9}"/>
              </a:ext>
            </a:extLst>
          </p:cNvPr>
          <p:cNvCxnSpPr>
            <a:cxnSpLocks/>
            <a:stCxn id="6" idx="1"/>
            <a:endCxn id="44" idx="2"/>
          </p:cNvCxnSpPr>
          <p:nvPr/>
        </p:nvCxnSpPr>
        <p:spPr>
          <a:xfrm rot="10800000">
            <a:off x="1393533" y="2206006"/>
            <a:ext cx="393606" cy="493381"/>
          </a:xfrm>
          <a:prstGeom prst="bentConnector2">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sp>
        <p:nvSpPr>
          <p:cNvPr id="41" name="矩形 40">
            <a:extLst>
              <a:ext uri="{FF2B5EF4-FFF2-40B4-BE49-F238E27FC236}">
                <a16:creationId xmlns:a16="http://schemas.microsoft.com/office/drawing/2014/main" id="{413FC73A-B4D0-4D30-A618-966354A13D3F}"/>
              </a:ext>
            </a:extLst>
          </p:cNvPr>
          <p:cNvSpPr/>
          <p:nvPr/>
        </p:nvSpPr>
        <p:spPr>
          <a:xfrm>
            <a:off x="1787140" y="3338620"/>
            <a:ext cx="2170878" cy="506538"/>
          </a:xfrm>
          <a:prstGeom prst="rect">
            <a:avLst/>
          </a:prstGeom>
          <a:solidFill>
            <a:schemeClr val="bg2">
              <a:lumMod val="90000"/>
            </a:schemeClr>
          </a:solidFill>
          <a:ln>
            <a:solidFill>
              <a:schemeClr val="tx1"/>
            </a:solidFill>
          </a:ln>
        </p:spPr>
        <p:style>
          <a:lnRef idx="2">
            <a:schemeClr val="accent3">
              <a:shade val="50000"/>
            </a:schemeClr>
          </a:lnRef>
          <a:fillRef idx="1">
            <a:schemeClr val="accent3"/>
          </a:fillRef>
          <a:effectRef idx="0">
            <a:schemeClr val="accent3"/>
          </a:effectRef>
          <a:fontRef idx="minor">
            <a:schemeClr val="lt1"/>
          </a:fontRef>
        </p:style>
        <p:txBody>
          <a:bodyPr rtlCol="0" anchor="ctr"/>
          <a:lstStyle/>
          <a:p>
            <a:pPr algn="ctr"/>
            <a:r>
              <a:rPr lang="zh-CN" altLang="en-US" b="1" dirty="0"/>
              <a:t>分组丢失</a:t>
            </a:r>
          </a:p>
        </p:txBody>
      </p:sp>
      <p:cxnSp>
        <p:nvCxnSpPr>
          <p:cNvPr id="45" name="连接符: 肘形 44">
            <a:extLst>
              <a:ext uri="{FF2B5EF4-FFF2-40B4-BE49-F238E27FC236}">
                <a16:creationId xmlns:a16="http://schemas.microsoft.com/office/drawing/2014/main" id="{8F77EBE8-F658-4736-B12D-40C29950ADA9}"/>
              </a:ext>
            </a:extLst>
          </p:cNvPr>
          <p:cNvCxnSpPr>
            <a:cxnSpLocks/>
            <a:stCxn id="41" idx="1"/>
            <a:endCxn id="44" idx="2"/>
          </p:cNvCxnSpPr>
          <p:nvPr/>
        </p:nvCxnSpPr>
        <p:spPr>
          <a:xfrm rot="10800000">
            <a:off x="1393534" y="2206005"/>
            <a:ext cx="393607" cy="1385884"/>
          </a:xfrm>
          <a:prstGeom prst="bentConnector2">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sp>
        <p:nvSpPr>
          <p:cNvPr id="42" name="矩形 41">
            <a:extLst>
              <a:ext uri="{FF2B5EF4-FFF2-40B4-BE49-F238E27FC236}">
                <a16:creationId xmlns:a16="http://schemas.microsoft.com/office/drawing/2014/main" id="{6337F8D1-B247-4D0B-8C21-4BE83502BAB9}"/>
              </a:ext>
            </a:extLst>
          </p:cNvPr>
          <p:cNvSpPr/>
          <p:nvPr/>
        </p:nvSpPr>
        <p:spPr>
          <a:xfrm>
            <a:off x="1787139" y="4098427"/>
            <a:ext cx="2170878" cy="506538"/>
          </a:xfrm>
          <a:prstGeom prst="rect">
            <a:avLst/>
          </a:prstGeom>
          <a:solidFill>
            <a:schemeClr val="bg2">
              <a:lumMod val="90000"/>
            </a:schemeClr>
          </a:solidFill>
          <a:ln>
            <a:solidFill>
              <a:schemeClr val="tx1"/>
            </a:solidFill>
          </a:ln>
        </p:spPr>
        <p:style>
          <a:lnRef idx="2">
            <a:schemeClr val="accent3">
              <a:shade val="50000"/>
            </a:schemeClr>
          </a:lnRef>
          <a:fillRef idx="1">
            <a:schemeClr val="accent3"/>
          </a:fillRef>
          <a:effectRef idx="0">
            <a:schemeClr val="accent3"/>
          </a:effectRef>
          <a:fontRef idx="minor">
            <a:schemeClr val="lt1"/>
          </a:fontRef>
        </p:style>
        <p:txBody>
          <a:bodyPr rtlCol="0" anchor="ctr"/>
          <a:lstStyle/>
          <a:p>
            <a:pPr algn="ctr"/>
            <a:r>
              <a:rPr lang="zh-CN" altLang="en-US" b="1" dirty="0"/>
              <a:t>分组失序</a:t>
            </a:r>
          </a:p>
        </p:txBody>
      </p:sp>
      <p:cxnSp>
        <p:nvCxnSpPr>
          <p:cNvPr id="51" name="连接符: 肘形 50">
            <a:extLst>
              <a:ext uri="{FF2B5EF4-FFF2-40B4-BE49-F238E27FC236}">
                <a16:creationId xmlns:a16="http://schemas.microsoft.com/office/drawing/2014/main" id="{258CF9B4-2535-4559-A579-B2BE7DD81827}"/>
              </a:ext>
            </a:extLst>
          </p:cNvPr>
          <p:cNvCxnSpPr>
            <a:cxnSpLocks/>
            <a:stCxn id="42" idx="1"/>
            <a:endCxn id="44" idx="2"/>
          </p:cNvCxnSpPr>
          <p:nvPr/>
        </p:nvCxnSpPr>
        <p:spPr>
          <a:xfrm rot="10800000">
            <a:off x="1393533" y="2206006"/>
            <a:ext cx="393606" cy="2145691"/>
          </a:xfrm>
          <a:prstGeom prst="bentConnector2">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sp>
        <p:nvSpPr>
          <p:cNvPr id="43" name="矩形 42">
            <a:extLst>
              <a:ext uri="{FF2B5EF4-FFF2-40B4-BE49-F238E27FC236}">
                <a16:creationId xmlns:a16="http://schemas.microsoft.com/office/drawing/2014/main" id="{ACF8517E-4D5B-4F3C-8666-7D090C83BFA1}"/>
              </a:ext>
            </a:extLst>
          </p:cNvPr>
          <p:cNvSpPr/>
          <p:nvPr/>
        </p:nvSpPr>
        <p:spPr>
          <a:xfrm>
            <a:off x="1787139" y="4858234"/>
            <a:ext cx="2170878" cy="506538"/>
          </a:xfrm>
          <a:prstGeom prst="rect">
            <a:avLst/>
          </a:prstGeom>
          <a:solidFill>
            <a:schemeClr val="bg2">
              <a:lumMod val="90000"/>
            </a:schemeClr>
          </a:solidFill>
          <a:ln>
            <a:solidFill>
              <a:schemeClr val="tx1"/>
            </a:solidFill>
          </a:ln>
        </p:spPr>
        <p:style>
          <a:lnRef idx="2">
            <a:schemeClr val="accent3">
              <a:shade val="50000"/>
            </a:schemeClr>
          </a:lnRef>
          <a:fillRef idx="1">
            <a:schemeClr val="accent3"/>
          </a:fillRef>
          <a:effectRef idx="0">
            <a:schemeClr val="accent3"/>
          </a:effectRef>
          <a:fontRef idx="minor">
            <a:schemeClr val="lt1"/>
          </a:fontRef>
        </p:style>
        <p:txBody>
          <a:bodyPr rtlCol="0" anchor="ctr"/>
          <a:lstStyle/>
          <a:p>
            <a:pPr algn="ctr"/>
            <a:r>
              <a:rPr lang="zh-CN" altLang="en-US" b="1" dirty="0"/>
              <a:t>分组重复</a:t>
            </a:r>
          </a:p>
        </p:txBody>
      </p:sp>
      <p:cxnSp>
        <p:nvCxnSpPr>
          <p:cNvPr id="52" name="连接符: 肘形 51">
            <a:extLst>
              <a:ext uri="{FF2B5EF4-FFF2-40B4-BE49-F238E27FC236}">
                <a16:creationId xmlns:a16="http://schemas.microsoft.com/office/drawing/2014/main" id="{215DD782-FAED-4A8E-A13D-27D49FD0B450}"/>
              </a:ext>
            </a:extLst>
          </p:cNvPr>
          <p:cNvCxnSpPr>
            <a:cxnSpLocks/>
            <a:stCxn id="43" idx="1"/>
            <a:endCxn id="44" idx="2"/>
          </p:cNvCxnSpPr>
          <p:nvPr/>
        </p:nvCxnSpPr>
        <p:spPr>
          <a:xfrm rot="10800000">
            <a:off x="1393533" y="2206005"/>
            <a:ext cx="393606" cy="2905498"/>
          </a:xfrm>
          <a:prstGeom prst="bentConnector2">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grpSp>
        <p:nvGrpSpPr>
          <p:cNvPr id="27" name="组合 26">
            <a:extLst>
              <a:ext uri="{FF2B5EF4-FFF2-40B4-BE49-F238E27FC236}">
                <a16:creationId xmlns:a16="http://schemas.microsoft.com/office/drawing/2014/main" id="{DE606FE8-4775-4A4E-8F9F-00F10243B31D}"/>
              </a:ext>
            </a:extLst>
          </p:cNvPr>
          <p:cNvGrpSpPr/>
          <p:nvPr/>
        </p:nvGrpSpPr>
        <p:grpSpPr>
          <a:xfrm>
            <a:off x="4686256" y="1430515"/>
            <a:ext cx="7328085" cy="4456477"/>
            <a:chOff x="4686256" y="1430515"/>
            <a:chExt cx="7328085" cy="4456477"/>
          </a:xfrm>
        </p:grpSpPr>
        <p:sp>
          <p:nvSpPr>
            <p:cNvPr id="35" name="云形 34">
              <a:extLst>
                <a:ext uri="{FF2B5EF4-FFF2-40B4-BE49-F238E27FC236}">
                  <a16:creationId xmlns:a16="http://schemas.microsoft.com/office/drawing/2014/main" id="{C32FA7A0-ED82-438C-BCD2-BFD60281CA59}"/>
                </a:ext>
              </a:extLst>
            </p:cNvPr>
            <p:cNvSpPr/>
            <p:nvPr/>
          </p:nvSpPr>
          <p:spPr>
            <a:xfrm>
              <a:off x="5768648" y="2062471"/>
              <a:ext cx="4876798" cy="3385192"/>
            </a:xfrm>
            <a:prstGeom prst="cloud">
              <a:avLst/>
            </a:prstGeom>
            <a:solidFill>
              <a:schemeClr val="bg1">
                <a:lumMod val="85000"/>
              </a:schemeClr>
            </a:solidFill>
            <a:ln>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pic>
          <p:nvPicPr>
            <p:cNvPr id="36" name="图形 35">
              <a:extLst>
                <a:ext uri="{FF2B5EF4-FFF2-40B4-BE49-F238E27FC236}">
                  <a16:creationId xmlns:a16="http://schemas.microsoft.com/office/drawing/2014/main" id="{490FD9FF-3F53-4E5A-A04F-D8ACAB645C55}"/>
                </a:ext>
              </a:extLst>
            </p:cNvPr>
            <p:cNvPicPr>
              <a:picLocks noChangeAspect="1"/>
            </p:cNvPicPr>
            <p:nvPr/>
          </p:nvPicPr>
          <p:blipFill>
            <a:blip r:embed="rId3">
              <a:extLst>
                <a:ext uri="{28A0092B-C50C-407E-A947-70E740481C1C}">
                  <a14:useLocalDpi xmlns:a14="http://schemas.microsoft.com/office/drawing/2010/main" val="0"/>
                </a:ext>
                <a:ext uri="{96DAC541-7B7A-43D3-8B79-37D633B846F1}">
                  <asvg:svgBlip xmlns:asvg="http://schemas.microsoft.com/office/drawing/2016/SVG/main" r:embed="rId4"/>
                </a:ext>
              </a:extLst>
            </a:blip>
            <a:stretch>
              <a:fillRect/>
            </a:stretch>
          </p:blipFill>
          <p:spPr>
            <a:xfrm>
              <a:off x="11292680" y="2915270"/>
              <a:ext cx="721661" cy="438478"/>
            </a:xfrm>
            <a:prstGeom prst="rect">
              <a:avLst/>
            </a:prstGeom>
          </p:spPr>
        </p:pic>
        <p:pic>
          <p:nvPicPr>
            <p:cNvPr id="37" name="图形 36">
              <a:extLst>
                <a:ext uri="{FF2B5EF4-FFF2-40B4-BE49-F238E27FC236}">
                  <a16:creationId xmlns:a16="http://schemas.microsoft.com/office/drawing/2014/main" id="{69C49CA7-BE29-4BCF-9BF4-B7B6FBE4D64A}"/>
                </a:ext>
              </a:extLst>
            </p:cNvPr>
            <p:cNvPicPr>
              <a:picLocks noChangeAspect="1"/>
            </p:cNvPicPr>
            <p:nvPr/>
          </p:nvPicPr>
          <p:blipFill>
            <a:blip r:embed="rId5">
              <a:extLst>
                <a:ext uri="{28A0092B-C50C-407E-A947-70E740481C1C}">
                  <a14:useLocalDpi xmlns:a14="http://schemas.microsoft.com/office/drawing/2010/main" val="0"/>
                </a:ext>
                <a:ext uri="{96DAC541-7B7A-43D3-8B79-37D633B846F1}">
                  <asvg:svgBlip xmlns:asvg="http://schemas.microsoft.com/office/drawing/2016/SVG/main" r:embed="rId6"/>
                </a:ext>
              </a:extLst>
            </a:blip>
            <a:stretch>
              <a:fillRect/>
            </a:stretch>
          </p:blipFill>
          <p:spPr>
            <a:xfrm>
              <a:off x="4686256" y="3105954"/>
              <a:ext cx="529643" cy="512277"/>
            </a:xfrm>
            <a:prstGeom prst="rect">
              <a:avLst/>
            </a:prstGeom>
          </p:spPr>
        </p:pic>
        <p:cxnSp>
          <p:nvCxnSpPr>
            <p:cNvPr id="38" name="直接连接符 37">
              <a:extLst>
                <a:ext uri="{FF2B5EF4-FFF2-40B4-BE49-F238E27FC236}">
                  <a16:creationId xmlns:a16="http://schemas.microsoft.com/office/drawing/2014/main" id="{558EBDEF-18D9-438C-96AF-43D1E31CB9F7}"/>
                </a:ext>
              </a:extLst>
            </p:cNvPr>
            <p:cNvCxnSpPr>
              <a:cxnSpLocks/>
            </p:cNvCxnSpPr>
            <p:nvPr/>
          </p:nvCxnSpPr>
          <p:spPr>
            <a:xfrm flipV="1">
              <a:off x="6454891" y="2556704"/>
              <a:ext cx="1701356" cy="819782"/>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9" name="直接连接符 38">
              <a:extLst>
                <a:ext uri="{FF2B5EF4-FFF2-40B4-BE49-F238E27FC236}">
                  <a16:creationId xmlns:a16="http://schemas.microsoft.com/office/drawing/2014/main" id="{2C6B1777-3EEE-417A-BD1B-10CD9D4B68FD}"/>
                </a:ext>
              </a:extLst>
            </p:cNvPr>
            <p:cNvCxnSpPr>
              <a:cxnSpLocks/>
            </p:cNvCxnSpPr>
            <p:nvPr/>
          </p:nvCxnSpPr>
          <p:spPr>
            <a:xfrm>
              <a:off x="8156247" y="2508099"/>
              <a:ext cx="1960028" cy="662277"/>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0" name="直接连接符 39">
              <a:extLst>
                <a:ext uri="{FF2B5EF4-FFF2-40B4-BE49-F238E27FC236}">
                  <a16:creationId xmlns:a16="http://schemas.microsoft.com/office/drawing/2014/main" id="{79FD0772-7279-4E64-975E-033212501ACA}"/>
                </a:ext>
              </a:extLst>
            </p:cNvPr>
            <p:cNvCxnSpPr>
              <a:cxnSpLocks/>
            </p:cNvCxnSpPr>
            <p:nvPr/>
          </p:nvCxnSpPr>
          <p:spPr>
            <a:xfrm>
              <a:off x="6450220" y="3376486"/>
              <a:ext cx="1082682" cy="1231621"/>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6" name="直接连接符 45">
              <a:extLst>
                <a:ext uri="{FF2B5EF4-FFF2-40B4-BE49-F238E27FC236}">
                  <a16:creationId xmlns:a16="http://schemas.microsoft.com/office/drawing/2014/main" id="{B3B96998-4129-4F87-83B1-583D3A875A63}"/>
                </a:ext>
              </a:extLst>
            </p:cNvPr>
            <p:cNvCxnSpPr>
              <a:cxnSpLocks/>
            </p:cNvCxnSpPr>
            <p:nvPr/>
          </p:nvCxnSpPr>
          <p:spPr>
            <a:xfrm flipV="1">
              <a:off x="7586005" y="4312866"/>
              <a:ext cx="1836720" cy="32685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7" name="直接连接符 46">
              <a:extLst>
                <a:ext uri="{FF2B5EF4-FFF2-40B4-BE49-F238E27FC236}">
                  <a16:creationId xmlns:a16="http://schemas.microsoft.com/office/drawing/2014/main" id="{D36E5267-FB9F-41CB-BFBF-112346E10A9C}"/>
                </a:ext>
              </a:extLst>
            </p:cNvPr>
            <p:cNvCxnSpPr>
              <a:cxnSpLocks/>
            </p:cNvCxnSpPr>
            <p:nvPr/>
          </p:nvCxnSpPr>
          <p:spPr>
            <a:xfrm flipH="1">
              <a:off x="9429162" y="3084099"/>
              <a:ext cx="687113" cy="1228765"/>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8" name="直接连接符 47">
              <a:extLst>
                <a:ext uri="{FF2B5EF4-FFF2-40B4-BE49-F238E27FC236}">
                  <a16:creationId xmlns:a16="http://schemas.microsoft.com/office/drawing/2014/main" id="{61621FAB-395D-46A0-9410-D2F82A3489D7}"/>
                </a:ext>
              </a:extLst>
            </p:cNvPr>
            <p:cNvCxnSpPr>
              <a:cxnSpLocks/>
            </p:cNvCxnSpPr>
            <p:nvPr/>
          </p:nvCxnSpPr>
          <p:spPr>
            <a:xfrm flipH="1">
              <a:off x="7586005" y="2508099"/>
              <a:ext cx="570243" cy="2100008"/>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9" name="直接连接符 48">
              <a:extLst>
                <a:ext uri="{FF2B5EF4-FFF2-40B4-BE49-F238E27FC236}">
                  <a16:creationId xmlns:a16="http://schemas.microsoft.com/office/drawing/2014/main" id="{3814F7D7-82C1-4143-842E-8490DDEF468A}"/>
                </a:ext>
              </a:extLst>
            </p:cNvPr>
            <p:cNvCxnSpPr>
              <a:cxnSpLocks/>
            </p:cNvCxnSpPr>
            <p:nvPr/>
          </p:nvCxnSpPr>
          <p:spPr>
            <a:xfrm>
              <a:off x="8156247" y="2508099"/>
              <a:ext cx="1283879" cy="1804765"/>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pic>
          <p:nvPicPr>
            <p:cNvPr id="50" name="图形 49">
              <a:extLst>
                <a:ext uri="{FF2B5EF4-FFF2-40B4-BE49-F238E27FC236}">
                  <a16:creationId xmlns:a16="http://schemas.microsoft.com/office/drawing/2014/main" id="{FFFAA41B-5A8B-42C1-A4F9-F78301ACBF23}"/>
                </a:ext>
              </a:extLst>
            </p:cNvPr>
            <p:cNvPicPr>
              <a:picLocks noChangeAspect="1"/>
            </p:cNvPicPr>
            <p:nvPr/>
          </p:nvPicPr>
          <p:blipFill>
            <a:blip r:embed="rId7" cstate="print">
              <a:extLst>
                <a:ext uri="{28A0092B-C50C-407E-A947-70E740481C1C}">
                  <a14:useLocalDpi xmlns:a14="http://schemas.microsoft.com/office/drawing/2010/main" val="0"/>
                </a:ext>
                <a:ext uri="{96DAC541-7B7A-43D3-8B79-37D633B846F1}">
                  <asvg:svgBlip xmlns:asvg="http://schemas.microsoft.com/office/drawing/2016/SVG/main" r:embed="rId8"/>
                </a:ext>
              </a:extLst>
            </a:blip>
            <a:stretch>
              <a:fillRect/>
            </a:stretch>
          </p:blipFill>
          <p:spPr>
            <a:xfrm>
              <a:off x="6205563" y="3170376"/>
              <a:ext cx="498657" cy="412221"/>
            </a:xfrm>
            <a:prstGeom prst="rect">
              <a:avLst/>
            </a:prstGeom>
          </p:spPr>
        </p:pic>
        <p:pic>
          <p:nvPicPr>
            <p:cNvPr id="53" name="图形 52">
              <a:extLst>
                <a:ext uri="{FF2B5EF4-FFF2-40B4-BE49-F238E27FC236}">
                  <a16:creationId xmlns:a16="http://schemas.microsoft.com/office/drawing/2014/main" id="{76CC6DDF-CC62-4AB5-8510-11A090AFCB7E}"/>
                </a:ext>
              </a:extLst>
            </p:cNvPr>
            <p:cNvPicPr>
              <a:picLocks noChangeAspect="1"/>
            </p:cNvPicPr>
            <p:nvPr/>
          </p:nvPicPr>
          <p:blipFill>
            <a:blip r:embed="rId7" cstate="print">
              <a:extLst>
                <a:ext uri="{28A0092B-C50C-407E-A947-70E740481C1C}">
                  <a14:useLocalDpi xmlns:a14="http://schemas.microsoft.com/office/drawing/2010/main" val="0"/>
                </a:ext>
                <a:ext uri="{96DAC541-7B7A-43D3-8B79-37D633B846F1}">
                  <asvg:svgBlip xmlns:asvg="http://schemas.microsoft.com/office/drawing/2016/SVG/main" r:embed="rId8"/>
                </a:ext>
              </a:extLst>
            </a:blip>
            <a:stretch>
              <a:fillRect/>
            </a:stretch>
          </p:blipFill>
          <p:spPr>
            <a:xfrm>
              <a:off x="9866947" y="2964265"/>
              <a:ext cx="498657" cy="412221"/>
            </a:xfrm>
            <a:prstGeom prst="rect">
              <a:avLst/>
            </a:prstGeom>
          </p:spPr>
        </p:pic>
        <p:sp>
          <p:nvSpPr>
            <p:cNvPr id="54" name="文本框 53">
              <a:extLst>
                <a:ext uri="{FF2B5EF4-FFF2-40B4-BE49-F238E27FC236}">
                  <a16:creationId xmlns:a16="http://schemas.microsoft.com/office/drawing/2014/main" id="{E2C66F9E-C2BB-47E8-8ADA-1F46DAD38F98}"/>
                </a:ext>
              </a:extLst>
            </p:cNvPr>
            <p:cNvSpPr txBox="1"/>
            <p:nvPr/>
          </p:nvSpPr>
          <p:spPr>
            <a:xfrm>
              <a:off x="6235527" y="3567200"/>
              <a:ext cx="429385" cy="369332"/>
            </a:xfrm>
            <a:prstGeom prst="rect">
              <a:avLst/>
            </a:prstGeom>
            <a:noFill/>
          </p:spPr>
          <p:txBody>
            <a:bodyPr wrap="square" rtlCol="0">
              <a:spAutoFit/>
            </a:bodyPr>
            <a:lstStyle/>
            <a:p>
              <a:pPr algn="ctr"/>
              <a:r>
                <a:rPr lang="en-US" altLang="zh-CN" b="1" dirty="0"/>
                <a:t>R1</a:t>
              </a:r>
              <a:endParaRPr lang="zh-CN" altLang="en-US" b="1" dirty="0"/>
            </a:p>
          </p:txBody>
        </p:sp>
        <p:sp>
          <p:nvSpPr>
            <p:cNvPr id="55" name="文本框 54">
              <a:extLst>
                <a:ext uri="{FF2B5EF4-FFF2-40B4-BE49-F238E27FC236}">
                  <a16:creationId xmlns:a16="http://schemas.microsoft.com/office/drawing/2014/main" id="{85AA7D8A-EDF9-471E-BC02-2C72BA3EF0F3}"/>
                </a:ext>
              </a:extLst>
            </p:cNvPr>
            <p:cNvSpPr txBox="1"/>
            <p:nvPr/>
          </p:nvSpPr>
          <p:spPr>
            <a:xfrm>
              <a:off x="7662144" y="2671817"/>
              <a:ext cx="429385" cy="369332"/>
            </a:xfrm>
            <a:prstGeom prst="rect">
              <a:avLst/>
            </a:prstGeom>
            <a:noFill/>
          </p:spPr>
          <p:txBody>
            <a:bodyPr wrap="square" rtlCol="0">
              <a:spAutoFit/>
            </a:bodyPr>
            <a:lstStyle/>
            <a:p>
              <a:pPr algn="ctr"/>
              <a:r>
                <a:rPr lang="en-US" altLang="zh-CN" b="1" dirty="0"/>
                <a:t>R2</a:t>
              </a:r>
              <a:endParaRPr lang="zh-CN" altLang="en-US" b="1" dirty="0"/>
            </a:p>
          </p:txBody>
        </p:sp>
        <p:sp>
          <p:nvSpPr>
            <p:cNvPr id="56" name="文本框 55">
              <a:extLst>
                <a:ext uri="{FF2B5EF4-FFF2-40B4-BE49-F238E27FC236}">
                  <a16:creationId xmlns:a16="http://schemas.microsoft.com/office/drawing/2014/main" id="{9FE93926-02B3-429A-8BE1-4F1C3AFDA7EB}"/>
                </a:ext>
              </a:extLst>
            </p:cNvPr>
            <p:cNvSpPr txBox="1"/>
            <p:nvPr/>
          </p:nvSpPr>
          <p:spPr>
            <a:xfrm>
              <a:off x="9515500" y="3041149"/>
              <a:ext cx="429385" cy="369332"/>
            </a:xfrm>
            <a:prstGeom prst="rect">
              <a:avLst/>
            </a:prstGeom>
            <a:noFill/>
          </p:spPr>
          <p:txBody>
            <a:bodyPr wrap="square" rtlCol="0">
              <a:spAutoFit/>
            </a:bodyPr>
            <a:lstStyle/>
            <a:p>
              <a:pPr algn="ctr"/>
              <a:r>
                <a:rPr lang="en-US" altLang="zh-CN" b="1" dirty="0"/>
                <a:t>R3</a:t>
              </a:r>
              <a:endParaRPr lang="zh-CN" altLang="en-US" b="1" dirty="0"/>
            </a:p>
          </p:txBody>
        </p:sp>
        <p:sp>
          <p:nvSpPr>
            <p:cNvPr id="57" name="文本框 56">
              <a:extLst>
                <a:ext uri="{FF2B5EF4-FFF2-40B4-BE49-F238E27FC236}">
                  <a16:creationId xmlns:a16="http://schemas.microsoft.com/office/drawing/2014/main" id="{B823DEDD-CE96-4ED6-A8DE-946946C2F05B}"/>
                </a:ext>
              </a:extLst>
            </p:cNvPr>
            <p:cNvSpPr txBox="1"/>
            <p:nvPr/>
          </p:nvSpPr>
          <p:spPr>
            <a:xfrm>
              <a:off x="8829382" y="3930075"/>
              <a:ext cx="429385" cy="369332"/>
            </a:xfrm>
            <a:prstGeom prst="rect">
              <a:avLst/>
            </a:prstGeom>
            <a:noFill/>
          </p:spPr>
          <p:txBody>
            <a:bodyPr wrap="square" rtlCol="0">
              <a:spAutoFit/>
            </a:bodyPr>
            <a:lstStyle/>
            <a:p>
              <a:pPr algn="ctr"/>
              <a:r>
                <a:rPr lang="en-US" altLang="zh-CN" b="1" dirty="0"/>
                <a:t>R4</a:t>
              </a:r>
              <a:endParaRPr lang="zh-CN" altLang="en-US" b="1" dirty="0"/>
            </a:p>
          </p:txBody>
        </p:sp>
        <p:sp>
          <p:nvSpPr>
            <p:cNvPr id="58" name="文本框 57">
              <a:extLst>
                <a:ext uri="{FF2B5EF4-FFF2-40B4-BE49-F238E27FC236}">
                  <a16:creationId xmlns:a16="http://schemas.microsoft.com/office/drawing/2014/main" id="{45483B26-707A-4AD8-8E73-D7D9D4442AEB}"/>
                </a:ext>
              </a:extLst>
            </p:cNvPr>
            <p:cNvSpPr txBox="1"/>
            <p:nvPr/>
          </p:nvSpPr>
          <p:spPr>
            <a:xfrm>
              <a:off x="7662144" y="4175686"/>
              <a:ext cx="429385" cy="369332"/>
            </a:xfrm>
            <a:prstGeom prst="rect">
              <a:avLst/>
            </a:prstGeom>
            <a:noFill/>
          </p:spPr>
          <p:txBody>
            <a:bodyPr wrap="square" rtlCol="0">
              <a:spAutoFit/>
            </a:bodyPr>
            <a:lstStyle/>
            <a:p>
              <a:pPr algn="ctr"/>
              <a:r>
                <a:rPr lang="en-US" altLang="zh-CN" b="1" dirty="0"/>
                <a:t>R5</a:t>
              </a:r>
              <a:endParaRPr lang="zh-CN" altLang="en-US" b="1" dirty="0"/>
            </a:p>
          </p:txBody>
        </p:sp>
        <p:cxnSp>
          <p:nvCxnSpPr>
            <p:cNvPr id="59" name="直接连接符 58">
              <a:extLst>
                <a:ext uri="{FF2B5EF4-FFF2-40B4-BE49-F238E27FC236}">
                  <a16:creationId xmlns:a16="http://schemas.microsoft.com/office/drawing/2014/main" id="{E253FC98-D665-421D-85D7-C859D1883B0F}"/>
                </a:ext>
              </a:extLst>
            </p:cNvPr>
            <p:cNvCxnSpPr/>
            <p:nvPr/>
          </p:nvCxnSpPr>
          <p:spPr>
            <a:xfrm>
              <a:off x="5196949" y="3410481"/>
              <a:ext cx="1038578" cy="0"/>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60" name="直接连接符 59">
              <a:extLst>
                <a:ext uri="{FF2B5EF4-FFF2-40B4-BE49-F238E27FC236}">
                  <a16:creationId xmlns:a16="http://schemas.microsoft.com/office/drawing/2014/main" id="{9C6A5121-0839-40A3-83D9-D008F5DFE8F8}"/>
                </a:ext>
              </a:extLst>
            </p:cNvPr>
            <p:cNvCxnSpPr/>
            <p:nvPr/>
          </p:nvCxnSpPr>
          <p:spPr>
            <a:xfrm>
              <a:off x="10365604" y="3170375"/>
              <a:ext cx="1038578" cy="0"/>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61" name="直接连接符 60">
              <a:extLst>
                <a:ext uri="{FF2B5EF4-FFF2-40B4-BE49-F238E27FC236}">
                  <a16:creationId xmlns:a16="http://schemas.microsoft.com/office/drawing/2014/main" id="{DBD992BC-AAD6-4EDD-9920-2634B159BA80}"/>
                </a:ext>
              </a:extLst>
            </p:cNvPr>
            <p:cNvCxnSpPr>
              <a:cxnSpLocks/>
            </p:cNvCxnSpPr>
            <p:nvPr/>
          </p:nvCxnSpPr>
          <p:spPr>
            <a:xfrm flipH="1">
              <a:off x="7121224" y="4608107"/>
              <a:ext cx="549110" cy="704089"/>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pic>
          <p:nvPicPr>
            <p:cNvPr id="62" name="图形 61">
              <a:extLst>
                <a:ext uri="{FF2B5EF4-FFF2-40B4-BE49-F238E27FC236}">
                  <a16:creationId xmlns:a16="http://schemas.microsoft.com/office/drawing/2014/main" id="{FD905A5E-EA08-4A31-9972-26C16ED4E736}"/>
                </a:ext>
              </a:extLst>
            </p:cNvPr>
            <p:cNvPicPr>
              <a:picLocks noChangeAspect="1"/>
            </p:cNvPicPr>
            <p:nvPr/>
          </p:nvPicPr>
          <p:blipFill>
            <a:blip r:embed="rId9">
              <a:extLst>
                <a:ext uri="{28A0092B-C50C-407E-A947-70E740481C1C}">
                  <a14:useLocalDpi xmlns:a14="http://schemas.microsoft.com/office/drawing/2010/main" val="0"/>
                </a:ext>
                <a:ext uri="{96DAC541-7B7A-43D3-8B79-37D633B846F1}">
                  <asvg:svgBlip xmlns:asvg="http://schemas.microsoft.com/office/drawing/2016/SVG/main" r:embed="rId10"/>
                </a:ext>
              </a:extLst>
            </a:blip>
            <a:stretch>
              <a:fillRect/>
            </a:stretch>
          </p:blipFill>
          <p:spPr>
            <a:xfrm>
              <a:off x="6841302" y="5310957"/>
              <a:ext cx="464267" cy="576035"/>
            </a:xfrm>
            <a:prstGeom prst="rect">
              <a:avLst/>
            </a:prstGeom>
          </p:spPr>
        </p:pic>
        <p:pic>
          <p:nvPicPr>
            <p:cNvPr id="63" name="图形 62">
              <a:extLst>
                <a:ext uri="{FF2B5EF4-FFF2-40B4-BE49-F238E27FC236}">
                  <a16:creationId xmlns:a16="http://schemas.microsoft.com/office/drawing/2014/main" id="{D61ECE08-B80B-445C-AB4D-71EA25E4C0C8}"/>
                </a:ext>
              </a:extLst>
            </p:cNvPr>
            <p:cNvPicPr>
              <a:picLocks noChangeAspect="1"/>
            </p:cNvPicPr>
            <p:nvPr/>
          </p:nvPicPr>
          <p:blipFill>
            <a:blip r:embed="rId7" cstate="print">
              <a:extLst>
                <a:ext uri="{28A0092B-C50C-407E-A947-70E740481C1C}">
                  <a14:useLocalDpi xmlns:a14="http://schemas.microsoft.com/office/drawing/2010/main" val="0"/>
                </a:ext>
                <a:ext uri="{96DAC541-7B7A-43D3-8B79-37D633B846F1}">
                  <asvg:svgBlip xmlns:asvg="http://schemas.microsoft.com/office/drawing/2016/SVG/main" r:embed="rId8"/>
                </a:ext>
              </a:extLst>
            </a:blip>
            <a:stretch>
              <a:fillRect/>
            </a:stretch>
          </p:blipFill>
          <p:spPr>
            <a:xfrm>
              <a:off x="7350401" y="4478232"/>
              <a:ext cx="498657" cy="412221"/>
            </a:xfrm>
            <a:prstGeom prst="rect">
              <a:avLst/>
            </a:prstGeom>
          </p:spPr>
        </p:pic>
        <p:cxnSp>
          <p:nvCxnSpPr>
            <p:cNvPr id="64" name="直接连接符 63">
              <a:extLst>
                <a:ext uri="{FF2B5EF4-FFF2-40B4-BE49-F238E27FC236}">
                  <a16:creationId xmlns:a16="http://schemas.microsoft.com/office/drawing/2014/main" id="{67065917-652A-4BD7-92A7-23AF57FAF70B}"/>
                </a:ext>
              </a:extLst>
            </p:cNvPr>
            <p:cNvCxnSpPr>
              <a:cxnSpLocks/>
            </p:cNvCxnSpPr>
            <p:nvPr/>
          </p:nvCxnSpPr>
          <p:spPr>
            <a:xfrm>
              <a:off x="9440126" y="4267718"/>
              <a:ext cx="810210" cy="620130"/>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pic>
          <p:nvPicPr>
            <p:cNvPr id="65" name="图形 64">
              <a:extLst>
                <a:ext uri="{FF2B5EF4-FFF2-40B4-BE49-F238E27FC236}">
                  <a16:creationId xmlns:a16="http://schemas.microsoft.com/office/drawing/2014/main" id="{F2FF53AD-BE95-447D-A8B0-046BCC825037}"/>
                </a:ext>
              </a:extLst>
            </p:cNvPr>
            <p:cNvPicPr>
              <a:picLocks noChangeAspect="1"/>
            </p:cNvPicPr>
            <p:nvPr/>
          </p:nvPicPr>
          <p:blipFill>
            <a:blip r:embed="rId11">
              <a:extLst>
                <a:ext uri="{28A0092B-C50C-407E-A947-70E740481C1C}">
                  <a14:useLocalDpi xmlns:a14="http://schemas.microsoft.com/office/drawing/2010/main" val="0"/>
                </a:ext>
                <a:ext uri="{96DAC541-7B7A-43D3-8B79-37D633B846F1}">
                  <asvg:svgBlip xmlns:asvg="http://schemas.microsoft.com/office/drawing/2016/SVG/main" r:embed="rId12"/>
                </a:ext>
              </a:extLst>
            </a:blip>
            <a:stretch>
              <a:fillRect/>
            </a:stretch>
          </p:blipFill>
          <p:spPr>
            <a:xfrm>
              <a:off x="10087227" y="4642575"/>
              <a:ext cx="498657" cy="558839"/>
            </a:xfrm>
            <a:prstGeom prst="rect">
              <a:avLst/>
            </a:prstGeom>
          </p:spPr>
        </p:pic>
        <p:pic>
          <p:nvPicPr>
            <p:cNvPr id="66" name="图形 65">
              <a:extLst>
                <a:ext uri="{FF2B5EF4-FFF2-40B4-BE49-F238E27FC236}">
                  <a16:creationId xmlns:a16="http://schemas.microsoft.com/office/drawing/2014/main" id="{AAB7D37B-548B-42B2-89CB-79B0AEA18544}"/>
                </a:ext>
              </a:extLst>
            </p:cNvPr>
            <p:cNvPicPr>
              <a:picLocks noChangeAspect="1"/>
            </p:cNvPicPr>
            <p:nvPr/>
          </p:nvPicPr>
          <p:blipFill>
            <a:blip r:embed="rId7" cstate="print">
              <a:extLst>
                <a:ext uri="{28A0092B-C50C-407E-A947-70E740481C1C}">
                  <a14:useLocalDpi xmlns:a14="http://schemas.microsoft.com/office/drawing/2010/main" val="0"/>
                </a:ext>
                <a:ext uri="{96DAC541-7B7A-43D3-8B79-37D633B846F1}">
                  <asvg:svgBlip xmlns:asvg="http://schemas.microsoft.com/office/drawing/2016/SVG/main" r:embed="rId8"/>
                </a:ext>
              </a:extLst>
            </a:blip>
            <a:stretch>
              <a:fillRect/>
            </a:stretch>
          </p:blipFill>
          <p:spPr>
            <a:xfrm>
              <a:off x="9173397" y="4106754"/>
              <a:ext cx="498657" cy="412221"/>
            </a:xfrm>
            <a:prstGeom prst="rect">
              <a:avLst/>
            </a:prstGeom>
          </p:spPr>
        </p:pic>
        <p:cxnSp>
          <p:nvCxnSpPr>
            <p:cNvPr id="67" name="直接连接符 66">
              <a:extLst>
                <a:ext uri="{FF2B5EF4-FFF2-40B4-BE49-F238E27FC236}">
                  <a16:creationId xmlns:a16="http://schemas.microsoft.com/office/drawing/2014/main" id="{0FAE4F00-3E85-46DC-8923-9E3915EAE059}"/>
                </a:ext>
              </a:extLst>
            </p:cNvPr>
            <p:cNvCxnSpPr>
              <a:cxnSpLocks/>
            </p:cNvCxnSpPr>
            <p:nvPr/>
          </p:nvCxnSpPr>
          <p:spPr>
            <a:xfrm>
              <a:off x="8134330" y="1648452"/>
              <a:ext cx="0" cy="828038"/>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pic>
          <p:nvPicPr>
            <p:cNvPr id="68" name="图形 67">
              <a:extLst>
                <a:ext uri="{FF2B5EF4-FFF2-40B4-BE49-F238E27FC236}">
                  <a16:creationId xmlns:a16="http://schemas.microsoft.com/office/drawing/2014/main" id="{E3865CE5-78BB-4623-A982-780311E853D5}"/>
                </a:ext>
              </a:extLst>
            </p:cNvPr>
            <p:cNvPicPr>
              <a:picLocks noChangeAspect="1"/>
            </p:cNvPicPr>
            <p:nvPr/>
          </p:nvPicPr>
          <p:blipFill>
            <a:blip r:embed="rId13">
              <a:extLst>
                <a:ext uri="{28A0092B-C50C-407E-A947-70E740481C1C}">
                  <a14:useLocalDpi xmlns:a14="http://schemas.microsoft.com/office/drawing/2010/main" val="0"/>
                </a:ext>
                <a:ext uri="{96DAC541-7B7A-43D3-8B79-37D633B846F1}">
                  <asvg:svgBlip xmlns:asvg="http://schemas.microsoft.com/office/drawing/2016/SVG/main" r:embed="rId14"/>
                </a:ext>
              </a:extLst>
            </a:blip>
            <a:stretch>
              <a:fillRect/>
            </a:stretch>
          </p:blipFill>
          <p:spPr>
            <a:xfrm>
              <a:off x="7949906" y="1430515"/>
              <a:ext cx="412681" cy="541644"/>
            </a:xfrm>
            <a:prstGeom prst="rect">
              <a:avLst/>
            </a:prstGeom>
          </p:spPr>
        </p:pic>
        <p:pic>
          <p:nvPicPr>
            <p:cNvPr id="69" name="图形 68">
              <a:extLst>
                <a:ext uri="{FF2B5EF4-FFF2-40B4-BE49-F238E27FC236}">
                  <a16:creationId xmlns:a16="http://schemas.microsoft.com/office/drawing/2014/main" id="{D4A0F4BC-0BDA-46B2-80D6-9B576D172338}"/>
                </a:ext>
              </a:extLst>
            </p:cNvPr>
            <p:cNvPicPr>
              <a:picLocks noChangeAspect="1"/>
            </p:cNvPicPr>
            <p:nvPr/>
          </p:nvPicPr>
          <p:blipFill>
            <a:blip r:embed="rId7" cstate="print">
              <a:extLst>
                <a:ext uri="{28A0092B-C50C-407E-A947-70E740481C1C}">
                  <a14:useLocalDpi xmlns:a14="http://schemas.microsoft.com/office/drawing/2010/main" val="0"/>
                </a:ext>
                <a:ext uri="{96DAC541-7B7A-43D3-8B79-37D633B846F1}">
                  <asvg:svgBlip xmlns:asvg="http://schemas.microsoft.com/office/drawing/2016/SVG/main" r:embed="rId8"/>
                </a:ext>
              </a:extLst>
            </a:blip>
            <a:stretch>
              <a:fillRect/>
            </a:stretch>
          </p:blipFill>
          <p:spPr>
            <a:xfrm>
              <a:off x="7906919" y="2350594"/>
              <a:ext cx="498657" cy="412221"/>
            </a:xfrm>
            <a:prstGeom prst="rect">
              <a:avLst/>
            </a:prstGeom>
          </p:spPr>
        </p:pic>
        <p:sp>
          <p:nvSpPr>
            <p:cNvPr id="70" name="文本框 69">
              <a:extLst>
                <a:ext uri="{FF2B5EF4-FFF2-40B4-BE49-F238E27FC236}">
                  <a16:creationId xmlns:a16="http://schemas.microsoft.com/office/drawing/2014/main" id="{EE632F00-BDC1-4935-9306-1EEA92DBD1D9}"/>
                </a:ext>
              </a:extLst>
            </p:cNvPr>
            <p:cNvSpPr txBox="1"/>
            <p:nvPr/>
          </p:nvSpPr>
          <p:spPr>
            <a:xfrm>
              <a:off x="4786514" y="3590740"/>
              <a:ext cx="429385" cy="369332"/>
            </a:xfrm>
            <a:prstGeom prst="rect">
              <a:avLst/>
            </a:prstGeom>
            <a:noFill/>
          </p:spPr>
          <p:txBody>
            <a:bodyPr wrap="square" rtlCol="0">
              <a:spAutoFit/>
            </a:bodyPr>
            <a:lstStyle/>
            <a:p>
              <a:pPr algn="ctr"/>
              <a:r>
                <a:rPr lang="en-US" altLang="zh-CN" b="1" dirty="0"/>
                <a:t>H1</a:t>
              </a:r>
              <a:endParaRPr lang="zh-CN" altLang="en-US" b="1" dirty="0"/>
            </a:p>
          </p:txBody>
        </p:sp>
        <p:sp>
          <p:nvSpPr>
            <p:cNvPr id="71" name="文本框 70">
              <a:extLst>
                <a:ext uri="{FF2B5EF4-FFF2-40B4-BE49-F238E27FC236}">
                  <a16:creationId xmlns:a16="http://schemas.microsoft.com/office/drawing/2014/main" id="{F5131637-5A7E-4249-8D84-2E2CE3F98A34}"/>
                </a:ext>
              </a:extLst>
            </p:cNvPr>
            <p:cNvSpPr txBox="1"/>
            <p:nvPr/>
          </p:nvSpPr>
          <p:spPr>
            <a:xfrm>
              <a:off x="8368801" y="1472306"/>
              <a:ext cx="429385" cy="369332"/>
            </a:xfrm>
            <a:prstGeom prst="rect">
              <a:avLst/>
            </a:prstGeom>
            <a:noFill/>
          </p:spPr>
          <p:txBody>
            <a:bodyPr wrap="square" rtlCol="0">
              <a:spAutoFit/>
            </a:bodyPr>
            <a:lstStyle/>
            <a:p>
              <a:pPr algn="ctr"/>
              <a:r>
                <a:rPr lang="en-US" altLang="zh-CN" b="1" dirty="0"/>
                <a:t>H2</a:t>
              </a:r>
              <a:endParaRPr lang="zh-CN" altLang="en-US" b="1" dirty="0"/>
            </a:p>
          </p:txBody>
        </p:sp>
        <p:sp>
          <p:nvSpPr>
            <p:cNvPr id="72" name="文本框 71">
              <a:extLst>
                <a:ext uri="{FF2B5EF4-FFF2-40B4-BE49-F238E27FC236}">
                  <a16:creationId xmlns:a16="http://schemas.microsoft.com/office/drawing/2014/main" id="{392FEB6B-E5B2-427E-B3C2-EAD0790E6AB9}"/>
                </a:ext>
              </a:extLst>
            </p:cNvPr>
            <p:cNvSpPr txBox="1"/>
            <p:nvPr/>
          </p:nvSpPr>
          <p:spPr>
            <a:xfrm>
              <a:off x="11438817" y="3397931"/>
              <a:ext cx="429385" cy="369332"/>
            </a:xfrm>
            <a:prstGeom prst="rect">
              <a:avLst/>
            </a:prstGeom>
            <a:noFill/>
          </p:spPr>
          <p:txBody>
            <a:bodyPr wrap="square" rtlCol="0">
              <a:spAutoFit/>
            </a:bodyPr>
            <a:lstStyle/>
            <a:p>
              <a:pPr algn="ctr"/>
              <a:r>
                <a:rPr lang="en-US" altLang="zh-CN" b="1" dirty="0"/>
                <a:t>H3</a:t>
              </a:r>
              <a:endParaRPr lang="zh-CN" altLang="en-US" b="1" dirty="0"/>
            </a:p>
          </p:txBody>
        </p:sp>
        <p:sp>
          <p:nvSpPr>
            <p:cNvPr id="73" name="文本框 72">
              <a:extLst>
                <a:ext uri="{FF2B5EF4-FFF2-40B4-BE49-F238E27FC236}">
                  <a16:creationId xmlns:a16="http://schemas.microsoft.com/office/drawing/2014/main" id="{F4F25552-EFE0-4E05-94A7-3F4FF57CFD57}"/>
                </a:ext>
              </a:extLst>
            </p:cNvPr>
            <p:cNvSpPr txBox="1"/>
            <p:nvPr/>
          </p:nvSpPr>
          <p:spPr>
            <a:xfrm>
              <a:off x="10083732" y="5190196"/>
              <a:ext cx="429385" cy="369332"/>
            </a:xfrm>
            <a:prstGeom prst="rect">
              <a:avLst/>
            </a:prstGeom>
            <a:noFill/>
          </p:spPr>
          <p:txBody>
            <a:bodyPr wrap="square" rtlCol="0">
              <a:spAutoFit/>
            </a:bodyPr>
            <a:lstStyle/>
            <a:p>
              <a:pPr algn="ctr"/>
              <a:r>
                <a:rPr lang="en-US" altLang="zh-CN" b="1" dirty="0"/>
                <a:t>H4</a:t>
              </a:r>
              <a:endParaRPr lang="zh-CN" altLang="en-US" b="1" dirty="0"/>
            </a:p>
          </p:txBody>
        </p:sp>
        <p:sp>
          <p:nvSpPr>
            <p:cNvPr id="74" name="文本框 73">
              <a:extLst>
                <a:ext uri="{FF2B5EF4-FFF2-40B4-BE49-F238E27FC236}">
                  <a16:creationId xmlns:a16="http://schemas.microsoft.com/office/drawing/2014/main" id="{2F2D4830-205E-4B2C-867F-AB3A11CAA3B6}"/>
                </a:ext>
              </a:extLst>
            </p:cNvPr>
            <p:cNvSpPr txBox="1"/>
            <p:nvPr/>
          </p:nvSpPr>
          <p:spPr>
            <a:xfrm>
              <a:off x="7275560" y="5401853"/>
              <a:ext cx="429385" cy="369332"/>
            </a:xfrm>
            <a:prstGeom prst="rect">
              <a:avLst/>
            </a:prstGeom>
            <a:noFill/>
          </p:spPr>
          <p:txBody>
            <a:bodyPr wrap="square" rtlCol="0">
              <a:spAutoFit/>
            </a:bodyPr>
            <a:lstStyle/>
            <a:p>
              <a:pPr algn="ctr"/>
              <a:r>
                <a:rPr lang="en-US" altLang="zh-CN" b="1" dirty="0"/>
                <a:t>H5</a:t>
              </a:r>
              <a:endParaRPr lang="zh-CN" altLang="en-US" b="1" dirty="0"/>
            </a:p>
          </p:txBody>
        </p:sp>
      </p:grpSp>
      <p:sp>
        <p:nvSpPr>
          <p:cNvPr id="76" name="矩形 75">
            <a:extLst>
              <a:ext uri="{FF2B5EF4-FFF2-40B4-BE49-F238E27FC236}">
                <a16:creationId xmlns:a16="http://schemas.microsoft.com/office/drawing/2014/main" id="{1A7E5EA6-D880-48D9-8D73-1573B45B2B2B}"/>
              </a:ext>
            </a:extLst>
          </p:cNvPr>
          <p:cNvSpPr/>
          <p:nvPr/>
        </p:nvSpPr>
        <p:spPr>
          <a:xfrm>
            <a:off x="1787139" y="4858234"/>
            <a:ext cx="2170878" cy="506538"/>
          </a:xfrm>
          <a:prstGeom prst="rect">
            <a:avLst/>
          </a:prstGeom>
          <a:solidFill>
            <a:schemeClr val="accent3"/>
          </a:solidFill>
          <a:ln>
            <a:solidFill>
              <a:schemeClr val="tx1"/>
            </a:solidFill>
          </a:ln>
        </p:spPr>
        <p:style>
          <a:lnRef idx="2">
            <a:schemeClr val="accent3">
              <a:shade val="50000"/>
            </a:schemeClr>
          </a:lnRef>
          <a:fillRef idx="1">
            <a:schemeClr val="accent3"/>
          </a:fillRef>
          <a:effectRef idx="0">
            <a:schemeClr val="accent3"/>
          </a:effectRef>
          <a:fontRef idx="minor">
            <a:schemeClr val="lt1"/>
          </a:fontRef>
        </p:style>
        <p:txBody>
          <a:bodyPr rtlCol="0" anchor="ctr"/>
          <a:lstStyle/>
          <a:p>
            <a:pPr algn="ctr"/>
            <a:r>
              <a:rPr lang="zh-CN" altLang="en-US" b="1" dirty="0"/>
              <a:t>分组重复</a:t>
            </a:r>
          </a:p>
        </p:txBody>
      </p:sp>
      <p:sp>
        <p:nvSpPr>
          <p:cNvPr id="77" name="envelope_151601">
            <a:extLst>
              <a:ext uri="{FF2B5EF4-FFF2-40B4-BE49-F238E27FC236}">
                <a16:creationId xmlns:a16="http://schemas.microsoft.com/office/drawing/2014/main" id="{459A425A-AF41-42CC-BC7E-F13B8B44A1B0}"/>
              </a:ext>
            </a:extLst>
          </p:cNvPr>
          <p:cNvSpPr/>
          <p:nvPr/>
        </p:nvSpPr>
        <p:spPr>
          <a:xfrm>
            <a:off x="7422633" y="4503782"/>
            <a:ext cx="334836" cy="217940"/>
          </a:xfrm>
          <a:custGeom>
            <a:avLst/>
            <a:gdLst>
              <a:gd name="connsiteX0" fmla="*/ 0 w 605169"/>
              <a:gd name="connsiteY0" fmla="*/ 60333 h 393896"/>
              <a:gd name="connsiteX1" fmla="*/ 124371 w 605169"/>
              <a:gd name="connsiteY1" fmla="*/ 146783 h 393896"/>
              <a:gd name="connsiteX2" fmla="*/ 302584 w 605169"/>
              <a:gd name="connsiteY2" fmla="*/ 272032 h 393896"/>
              <a:gd name="connsiteX3" fmla="*/ 480798 w 605169"/>
              <a:gd name="connsiteY3" fmla="*/ 146783 h 393896"/>
              <a:gd name="connsiteX4" fmla="*/ 605169 w 605169"/>
              <a:gd name="connsiteY4" fmla="*/ 60333 h 393896"/>
              <a:gd name="connsiteX5" fmla="*/ 605169 w 605169"/>
              <a:gd name="connsiteY5" fmla="*/ 393896 h 393896"/>
              <a:gd name="connsiteX6" fmla="*/ 0 w 605169"/>
              <a:gd name="connsiteY6" fmla="*/ 393896 h 393896"/>
              <a:gd name="connsiteX7" fmla="*/ 0 w 605169"/>
              <a:gd name="connsiteY7" fmla="*/ 0 h 393896"/>
              <a:gd name="connsiteX8" fmla="*/ 605169 w 605169"/>
              <a:gd name="connsiteY8" fmla="*/ 0 h 393896"/>
              <a:gd name="connsiteX9" fmla="*/ 605169 w 605169"/>
              <a:gd name="connsiteY9" fmla="*/ 19653 h 393896"/>
              <a:gd name="connsiteX10" fmla="*/ 302584 w 605169"/>
              <a:gd name="connsiteY10" fmla="*/ 230114 h 393896"/>
              <a:gd name="connsiteX11" fmla="*/ 0 w 605169"/>
              <a:gd name="connsiteY11" fmla="*/ 19653 h 393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605169" h="393896">
                <a:moveTo>
                  <a:pt x="0" y="60333"/>
                </a:moveTo>
                <a:lnTo>
                  <a:pt x="124371" y="146783"/>
                </a:lnTo>
                <a:lnTo>
                  <a:pt x="302584" y="272032"/>
                </a:lnTo>
                <a:lnTo>
                  <a:pt x="480798" y="146783"/>
                </a:lnTo>
                <a:lnTo>
                  <a:pt x="605169" y="60333"/>
                </a:lnTo>
                <a:lnTo>
                  <a:pt x="605169" y="393896"/>
                </a:lnTo>
                <a:lnTo>
                  <a:pt x="0" y="393896"/>
                </a:lnTo>
                <a:close/>
                <a:moveTo>
                  <a:pt x="0" y="0"/>
                </a:moveTo>
                <a:lnTo>
                  <a:pt x="605169" y="0"/>
                </a:lnTo>
                <a:lnTo>
                  <a:pt x="605169" y="19653"/>
                </a:lnTo>
                <a:lnTo>
                  <a:pt x="302584" y="230114"/>
                </a:lnTo>
                <a:lnTo>
                  <a:pt x="0" y="19653"/>
                </a:lnTo>
                <a:close/>
              </a:path>
            </a:pathLst>
          </a:custGeom>
          <a:solidFill>
            <a:schemeClr val="accent4"/>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zh-CN"/>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a:p>
        </p:txBody>
      </p:sp>
      <p:sp>
        <p:nvSpPr>
          <p:cNvPr id="75" name="对话气泡: 圆角矩形 74">
            <a:extLst>
              <a:ext uri="{FF2B5EF4-FFF2-40B4-BE49-F238E27FC236}">
                <a16:creationId xmlns:a16="http://schemas.microsoft.com/office/drawing/2014/main" id="{CE1460E8-B2B8-4704-8577-EFFF8A2FB0E5}"/>
              </a:ext>
            </a:extLst>
          </p:cNvPr>
          <p:cNvSpPr/>
          <p:nvPr/>
        </p:nvSpPr>
        <p:spPr>
          <a:xfrm>
            <a:off x="7569253" y="5711492"/>
            <a:ext cx="3706944" cy="659670"/>
          </a:xfrm>
          <a:prstGeom prst="wedgeRoundRectCallout">
            <a:avLst>
              <a:gd name="adj1" fmla="val -41823"/>
              <a:gd name="adj2" fmla="val -181735"/>
              <a:gd name="adj3" fmla="val 16667"/>
            </a:avLst>
          </a:prstGeom>
          <a:solidFill>
            <a:schemeClr val="accent1">
              <a:lumMod val="75000"/>
            </a:schemeClr>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zh-CN" altLang="en-US" b="1" dirty="0"/>
              <a:t>路由器繁忙</a:t>
            </a:r>
            <a:endParaRPr lang="en-US" altLang="zh-CN" b="1" dirty="0"/>
          </a:p>
          <a:p>
            <a:pPr algn="ctr"/>
            <a:r>
              <a:rPr lang="zh-CN" altLang="en-US" b="1" dirty="0"/>
              <a:t>分组在输入队列中等待较长时间</a:t>
            </a:r>
            <a:endParaRPr lang="en-US" altLang="zh-CN" b="1" dirty="0"/>
          </a:p>
        </p:txBody>
      </p:sp>
      <p:sp>
        <p:nvSpPr>
          <p:cNvPr id="78" name="envelope_151601">
            <a:extLst>
              <a:ext uri="{FF2B5EF4-FFF2-40B4-BE49-F238E27FC236}">
                <a16:creationId xmlns:a16="http://schemas.microsoft.com/office/drawing/2014/main" id="{19624CD1-C00E-4BB9-B7EB-6DA1C85B7FFA}"/>
              </a:ext>
            </a:extLst>
          </p:cNvPr>
          <p:cNvSpPr/>
          <p:nvPr/>
        </p:nvSpPr>
        <p:spPr>
          <a:xfrm>
            <a:off x="5265434" y="3149248"/>
            <a:ext cx="334836" cy="217940"/>
          </a:xfrm>
          <a:custGeom>
            <a:avLst/>
            <a:gdLst>
              <a:gd name="connsiteX0" fmla="*/ 0 w 605169"/>
              <a:gd name="connsiteY0" fmla="*/ 60333 h 393896"/>
              <a:gd name="connsiteX1" fmla="*/ 124371 w 605169"/>
              <a:gd name="connsiteY1" fmla="*/ 146783 h 393896"/>
              <a:gd name="connsiteX2" fmla="*/ 302584 w 605169"/>
              <a:gd name="connsiteY2" fmla="*/ 272032 h 393896"/>
              <a:gd name="connsiteX3" fmla="*/ 480798 w 605169"/>
              <a:gd name="connsiteY3" fmla="*/ 146783 h 393896"/>
              <a:gd name="connsiteX4" fmla="*/ 605169 w 605169"/>
              <a:gd name="connsiteY4" fmla="*/ 60333 h 393896"/>
              <a:gd name="connsiteX5" fmla="*/ 605169 w 605169"/>
              <a:gd name="connsiteY5" fmla="*/ 393896 h 393896"/>
              <a:gd name="connsiteX6" fmla="*/ 0 w 605169"/>
              <a:gd name="connsiteY6" fmla="*/ 393896 h 393896"/>
              <a:gd name="connsiteX7" fmla="*/ 0 w 605169"/>
              <a:gd name="connsiteY7" fmla="*/ 0 h 393896"/>
              <a:gd name="connsiteX8" fmla="*/ 605169 w 605169"/>
              <a:gd name="connsiteY8" fmla="*/ 0 h 393896"/>
              <a:gd name="connsiteX9" fmla="*/ 605169 w 605169"/>
              <a:gd name="connsiteY9" fmla="*/ 19653 h 393896"/>
              <a:gd name="connsiteX10" fmla="*/ 302584 w 605169"/>
              <a:gd name="connsiteY10" fmla="*/ 230114 h 393896"/>
              <a:gd name="connsiteX11" fmla="*/ 0 w 605169"/>
              <a:gd name="connsiteY11" fmla="*/ 19653 h 393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605169" h="393896">
                <a:moveTo>
                  <a:pt x="0" y="60333"/>
                </a:moveTo>
                <a:lnTo>
                  <a:pt x="124371" y="146783"/>
                </a:lnTo>
                <a:lnTo>
                  <a:pt x="302584" y="272032"/>
                </a:lnTo>
                <a:lnTo>
                  <a:pt x="480798" y="146783"/>
                </a:lnTo>
                <a:lnTo>
                  <a:pt x="605169" y="60333"/>
                </a:lnTo>
                <a:lnTo>
                  <a:pt x="605169" y="393896"/>
                </a:lnTo>
                <a:lnTo>
                  <a:pt x="0" y="393896"/>
                </a:lnTo>
                <a:close/>
                <a:moveTo>
                  <a:pt x="0" y="0"/>
                </a:moveTo>
                <a:lnTo>
                  <a:pt x="605169" y="0"/>
                </a:lnTo>
                <a:lnTo>
                  <a:pt x="605169" y="19653"/>
                </a:lnTo>
                <a:lnTo>
                  <a:pt x="302584" y="230114"/>
                </a:lnTo>
                <a:lnTo>
                  <a:pt x="0" y="19653"/>
                </a:lnTo>
                <a:close/>
              </a:path>
            </a:pathLst>
          </a:custGeom>
          <a:solidFill>
            <a:schemeClr val="accent4"/>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zh-CN"/>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a:p>
        </p:txBody>
      </p:sp>
    </p:spTree>
    <p:custDataLst>
      <p:tags r:id="rId1"/>
    </p:custDataLst>
    <p:extLst>
      <p:ext uri="{BB962C8B-B14F-4D97-AF65-F5344CB8AC3E}">
        <p14:creationId xmlns:p14="http://schemas.microsoft.com/office/powerpoint/2010/main" val="2653660459"/>
      </p:ext>
    </p:extLst>
  </p:cSld>
  <p:clrMapOvr>
    <a:masterClrMapping/>
  </p:clrMapOvr>
  <mc:AlternateContent xmlns:mc="http://schemas.openxmlformats.org/markup-compatibility/2006" xmlns:p14="http://schemas.microsoft.com/office/powerpoint/2010/main">
    <mc:Choice Requires="p14">
      <p:transition p14:dur="10"/>
    </mc:Choice>
    <mc:Fallback xmlns="">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53" presetClass="entr" presetSubtype="16" fill="hold" grpId="0" nodeType="withEffect">
                                  <p:stCondLst>
                                    <p:cond delay="0"/>
                                  </p:stCondLst>
                                  <p:childTnLst>
                                    <p:set>
                                      <p:cBhvr>
                                        <p:cTn id="6" dur="1" fill="hold">
                                          <p:stCondLst>
                                            <p:cond delay="0"/>
                                          </p:stCondLst>
                                        </p:cTn>
                                        <p:tgtEl>
                                          <p:spTgt spid="75"/>
                                        </p:tgtEl>
                                        <p:attrNameLst>
                                          <p:attrName>style.visibility</p:attrName>
                                        </p:attrNameLst>
                                      </p:cBhvr>
                                      <p:to>
                                        <p:strVal val="visible"/>
                                      </p:to>
                                    </p:set>
                                    <p:anim calcmode="lin" valueType="num">
                                      <p:cBhvr>
                                        <p:cTn id="7" dur="500" fill="hold"/>
                                        <p:tgtEl>
                                          <p:spTgt spid="75"/>
                                        </p:tgtEl>
                                        <p:attrNameLst>
                                          <p:attrName>ppt_w</p:attrName>
                                        </p:attrNameLst>
                                      </p:cBhvr>
                                      <p:tavLst>
                                        <p:tav tm="0">
                                          <p:val>
                                            <p:fltVal val="0"/>
                                          </p:val>
                                        </p:tav>
                                        <p:tav tm="100000">
                                          <p:val>
                                            <p:strVal val="#ppt_w"/>
                                          </p:val>
                                        </p:tav>
                                      </p:tavLst>
                                    </p:anim>
                                    <p:anim calcmode="lin" valueType="num">
                                      <p:cBhvr>
                                        <p:cTn id="8" dur="500" fill="hold"/>
                                        <p:tgtEl>
                                          <p:spTgt spid="75"/>
                                        </p:tgtEl>
                                        <p:attrNameLst>
                                          <p:attrName>ppt_h</p:attrName>
                                        </p:attrNameLst>
                                      </p:cBhvr>
                                      <p:tavLst>
                                        <p:tav tm="0">
                                          <p:val>
                                            <p:fltVal val="0"/>
                                          </p:val>
                                        </p:tav>
                                        <p:tav tm="100000">
                                          <p:val>
                                            <p:strVal val="#ppt_h"/>
                                          </p:val>
                                        </p:tav>
                                      </p:tavLst>
                                    </p:anim>
                                    <p:animEffect transition="in" filter="fade">
                                      <p:cBhvr>
                                        <p:cTn id="9" dur="500"/>
                                        <p:tgtEl>
                                          <p:spTgt spid="75"/>
                                        </p:tgtEl>
                                      </p:cBhvr>
                                    </p:animEffect>
                                  </p:childTnLst>
                                </p:cTn>
                              </p:par>
                            </p:childTnLst>
                          </p:cTn>
                        </p:par>
                      </p:childTnLst>
                    </p:cTn>
                  </p:par>
                  <p:par>
                    <p:cTn id="10" fill="hold">
                      <p:stCondLst>
                        <p:cond delay="indefinite"/>
                      </p:stCondLst>
                      <p:childTnLst>
                        <p:par>
                          <p:cTn id="11" fill="hold">
                            <p:stCondLst>
                              <p:cond delay="0"/>
                            </p:stCondLst>
                            <p:childTnLst>
                              <p:par>
                                <p:cTn id="12" presetID="42" presetClass="entr" presetSubtype="0" fill="hold" grpId="0" nodeType="clickEffect">
                                  <p:stCondLst>
                                    <p:cond delay="0"/>
                                  </p:stCondLst>
                                  <p:childTnLst>
                                    <p:set>
                                      <p:cBhvr>
                                        <p:cTn id="13" dur="1" fill="hold">
                                          <p:stCondLst>
                                            <p:cond delay="0"/>
                                          </p:stCondLst>
                                        </p:cTn>
                                        <p:tgtEl>
                                          <p:spTgt spid="5"/>
                                        </p:tgtEl>
                                        <p:attrNameLst>
                                          <p:attrName>style.visibility</p:attrName>
                                        </p:attrNameLst>
                                      </p:cBhvr>
                                      <p:to>
                                        <p:strVal val="visible"/>
                                      </p:to>
                                    </p:set>
                                    <p:animEffect transition="in" filter="fade">
                                      <p:cBhvr>
                                        <p:cTn id="14" dur="1000"/>
                                        <p:tgtEl>
                                          <p:spTgt spid="5"/>
                                        </p:tgtEl>
                                      </p:cBhvr>
                                    </p:animEffect>
                                    <p:anim calcmode="lin" valueType="num">
                                      <p:cBhvr>
                                        <p:cTn id="15" dur="1000" fill="hold"/>
                                        <p:tgtEl>
                                          <p:spTgt spid="5"/>
                                        </p:tgtEl>
                                        <p:attrNameLst>
                                          <p:attrName>ppt_x</p:attrName>
                                        </p:attrNameLst>
                                      </p:cBhvr>
                                      <p:tavLst>
                                        <p:tav tm="0">
                                          <p:val>
                                            <p:strVal val="#ppt_x"/>
                                          </p:val>
                                        </p:tav>
                                        <p:tav tm="100000">
                                          <p:val>
                                            <p:strVal val="#ppt_x"/>
                                          </p:val>
                                        </p:tav>
                                      </p:tavLst>
                                    </p:anim>
                                    <p:anim calcmode="lin" valueType="num">
                                      <p:cBhvr>
                                        <p:cTn id="16" dur="1000" fill="hold"/>
                                        <p:tgtEl>
                                          <p:spTgt spid="5"/>
                                        </p:tgtEl>
                                        <p:attrNameLst>
                                          <p:attrName>ppt_y</p:attrName>
                                        </p:attrNameLst>
                                      </p:cBhvr>
                                      <p:tavLst>
                                        <p:tav tm="0">
                                          <p:val>
                                            <p:strVal val="#ppt_y+.1"/>
                                          </p:val>
                                        </p:tav>
                                        <p:tav tm="100000">
                                          <p:val>
                                            <p:strVal val="#ppt_y"/>
                                          </p:val>
                                        </p:tav>
                                      </p:tavLst>
                                    </p:anim>
                                  </p:childTnLst>
                                </p:cTn>
                              </p:par>
                            </p:childTnLst>
                          </p:cTn>
                        </p:par>
                        <p:par>
                          <p:cTn id="17" fill="hold">
                            <p:stCondLst>
                              <p:cond delay="1000"/>
                            </p:stCondLst>
                            <p:childTnLst>
                              <p:par>
                                <p:cTn id="18" presetID="12" presetClass="entr" presetSubtype="8" fill="hold" grpId="0" nodeType="afterEffect">
                                  <p:stCondLst>
                                    <p:cond delay="0"/>
                                  </p:stCondLst>
                                  <p:childTnLst>
                                    <p:set>
                                      <p:cBhvr>
                                        <p:cTn id="19" dur="1" fill="hold">
                                          <p:stCondLst>
                                            <p:cond delay="0"/>
                                          </p:stCondLst>
                                        </p:cTn>
                                        <p:tgtEl>
                                          <p:spTgt spid="78"/>
                                        </p:tgtEl>
                                        <p:attrNameLst>
                                          <p:attrName>style.visibility</p:attrName>
                                        </p:attrNameLst>
                                      </p:cBhvr>
                                      <p:to>
                                        <p:strVal val="visible"/>
                                      </p:to>
                                    </p:set>
                                    <p:anim calcmode="lin" valueType="num">
                                      <p:cBhvr additive="base">
                                        <p:cTn id="20" dur="500"/>
                                        <p:tgtEl>
                                          <p:spTgt spid="78"/>
                                        </p:tgtEl>
                                        <p:attrNameLst>
                                          <p:attrName>ppt_x</p:attrName>
                                        </p:attrNameLst>
                                      </p:cBhvr>
                                      <p:tavLst>
                                        <p:tav tm="0">
                                          <p:val>
                                            <p:strVal val="#ppt_x-#ppt_w*1.125000"/>
                                          </p:val>
                                        </p:tav>
                                        <p:tav tm="100000">
                                          <p:val>
                                            <p:strVal val="#ppt_x"/>
                                          </p:val>
                                        </p:tav>
                                      </p:tavLst>
                                    </p:anim>
                                    <p:animEffect transition="in" filter="wipe(right)">
                                      <p:cBhvr>
                                        <p:cTn id="21" dur="500"/>
                                        <p:tgtEl>
                                          <p:spTgt spid="78"/>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 grpId="0"/>
      <p:bldP spid="75" grpId="0" animBg="1"/>
      <p:bldP spid="78" grpId="0" animBg="1"/>
    </p:bldLst>
  </p:timing>
</p:sld>
</file>

<file path=ppt/slides/slide11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4" name="组合 3">
            <a:extLst>
              <a:ext uri="{FF2B5EF4-FFF2-40B4-BE49-F238E27FC236}">
                <a16:creationId xmlns:a16="http://schemas.microsoft.com/office/drawing/2014/main" id="{9A1EA9F2-FCB6-48C3-935F-7AE7E3AD14AC}"/>
              </a:ext>
            </a:extLst>
          </p:cNvPr>
          <p:cNvGrpSpPr/>
          <p:nvPr/>
        </p:nvGrpSpPr>
        <p:grpSpPr>
          <a:xfrm>
            <a:off x="304800" y="749300"/>
            <a:ext cx="6192344" cy="400110"/>
            <a:chOff x="424117" y="898245"/>
            <a:chExt cx="6192344" cy="400110"/>
          </a:xfrm>
        </p:grpSpPr>
        <p:sp>
          <p:nvSpPr>
            <p:cNvPr id="2" name="平行四边形 1">
              <a:extLst>
                <a:ext uri="{FF2B5EF4-FFF2-40B4-BE49-F238E27FC236}">
                  <a16:creationId xmlns:a16="http://schemas.microsoft.com/office/drawing/2014/main" id="{1F5BAA3F-9845-4F89-A2DD-8222D3E4EDAC}"/>
                </a:ext>
              </a:extLst>
            </p:cNvPr>
            <p:cNvSpPr/>
            <p:nvPr/>
          </p:nvSpPr>
          <p:spPr>
            <a:xfrm>
              <a:off x="424117" y="898245"/>
              <a:ext cx="628306" cy="387090"/>
            </a:xfrm>
            <a:prstGeom prst="parallelogram">
              <a:avLst/>
            </a:prstGeom>
            <a:solidFill>
              <a:schemeClr val="accent3">
                <a:lumMod val="75000"/>
              </a:schemeClr>
            </a:solidFill>
            <a:ln>
              <a:solidFill>
                <a:schemeClr val="accent3">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CN" sz="2200" dirty="0">
                  <a:latin typeface="Impact" panose="020B0806030902050204" pitchFamily="34" charset="0"/>
                </a:rPr>
                <a:t>01</a:t>
              </a:r>
              <a:endParaRPr lang="zh-CN" altLang="en-US" sz="2200" dirty="0">
                <a:latin typeface="Impact" panose="020B0806030902050204" pitchFamily="34" charset="0"/>
              </a:endParaRPr>
            </a:p>
          </p:txBody>
        </p:sp>
        <p:sp>
          <p:nvSpPr>
            <p:cNvPr id="3" name="文本框 2">
              <a:extLst>
                <a:ext uri="{FF2B5EF4-FFF2-40B4-BE49-F238E27FC236}">
                  <a16:creationId xmlns:a16="http://schemas.microsoft.com/office/drawing/2014/main" id="{4D6BD736-A4D3-4F26-AFED-36E11F50F70B}"/>
                </a:ext>
              </a:extLst>
            </p:cNvPr>
            <p:cNvSpPr txBox="1"/>
            <p:nvPr/>
          </p:nvSpPr>
          <p:spPr>
            <a:xfrm>
              <a:off x="1052423" y="898245"/>
              <a:ext cx="5564038" cy="400110"/>
            </a:xfrm>
            <a:prstGeom prst="rect">
              <a:avLst/>
            </a:prstGeom>
            <a:noFill/>
          </p:spPr>
          <p:txBody>
            <a:bodyPr wrap="square" rtlCol="0">
              <a:spAutoFit/>
            </a:bodyPr>
            <a:lstStyle/>
            <a:p>
              <a:r>
                <a:rPr lang="zh-CN" altLang="en-US" sz="2000" b="1" dirty="0"/>
                <a:t>可靠传输的相关基本概念</a:t>
              </a:r>
            </a:p>
          </p:txBody>
        </p:sp>
      </p:grpSp>
      <p:sp>
        <p:nvSpPr>
          <p:cNvPr id="6" name="矩形 5">
            <a:extLst>
              <a:ext uri="{FF2B5EF4-FFF2-40B4-BE49-F238E27FC236}">
                <a16:creationId xmlns:a16="http://schemas.microsoft.com/office/drawing/2014/main" id="{04FB463A-B16F-48FC-B54F-320676314201}"/>
              </a:ext>
            </a:extLst>
          </p:cNvPr>
          <p:cNvSpPr/>
          <p:nvPr/>
        </p:nvSpPr>
        <p:spPr>
          <a:xfrm>
            <a:off x="1787139" y="2446117"/>
            <a:ext cx="2170878" cy="506538"/>
          </a:xfrm>
          <a:prstGeom prst="rect">
            <a:avLst/>
          </a:prstGeom>
          <a:solidFill>
            <a:schemeClr val="bg2">
              <a:lumMod val="90000"/>
            </a:schemeClr>
          </a:solidFill>
          <a:ln>
            <a:solidFill>
              <a:schemeClr val="tx1"/>
            </a:solidFill>
          </a:ln>
        </p:spPr>
        <p:style>
          <a:lnRef idx="2">
            <a:schemeClr val="accent3">
              <a:shade val="50000"/>
            </a:schemeClr>
          </a:lnRef>
          <a:fillRef idx="1">
            <a:schemeClr val="accent3"/>
          </a:fillRef>
          <a:effectRef idx="0">
            <a:schemeClr val="accent3"/>
          </a:effectRef>
          <a:fontRef idx="minor">
            <a:schemeClr val="lt1"/>
          </a:fontRef>
        </p:style>
        <p:txBody>
          <a:bodyPr rtlCol="0" anchor="ctr"/>
          <a:lstStyle/>
          <a:p>
            <a:pPr algn="ctr"/>
            <a:r>
              <a:rPr lang="zh-CN" altLang="en-US" b="1" dirty="0"/>
              <a:t>误码（比特差错）</a:t>
            </a:r>
          </a:p>
        </p:txBody>
      </p:sp>
      <p:sp>
        <p:nvSpPr>
          <p:cNvPr id="44" name="矩形 43">
            <a:extLst>
              <a:ext uri="{FF2B5EF4-FFF2-40B4-BE49-F238E27FC236}">
                <a16:creationId xmlns:a16="http://schemas.microsoft.com/office/drawing/2014/main" id="{D2E55902-4483-44C2-9BB0-BC665F00A52D}"/>
              </a:ext>
            </a:extLst>
          </p:cNvPr>
          <p:cNvSpPr/>
          <p:nvPr/>
        </p:nvSpPr>
        <p:spPr>
          <a:xfrm>
            <a:off x="308094" y="1699467"/>
            <a:ext cx="2170878" cy="506538"/>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zh-CN" altLang="en-US" b="1" dirty="0"/>
              <a:t>传输差错</a:t>
            </a:r>
          </a:p>
        </p:txBody>
      </p:sp>
      <p:cxnSp>
        <p:nvCxnSpPr>
          <p:cNvPr id="11" name="连接符: 肘形 10">
            <a:extLst>
              <a:ext uri="{FF2B5EF4-FFF2-40B4-BE49-F238E27FC236}">
                <a16:creationId xmlns:a16="http://schemas.microsoft.com/office/drawing/2014/main" id="{1C60153A-AC05-4D6F-B34E-E17052F8ECC9}"/>
              </a:ext>
            </a:extLst>
          </p:cNvPr>
          <p:cNvCxnSpPr>
            <a:cxnSpLocks/>
            <a:stCxn id="6" idx="1"/>
            <a:endCxn id="44" idx="2"/>
          </p:cNvCxnSpPr>
          <p:nvPr/>
        </p:nvCxnSpPr>
        <p:spPr>
          <a:xfrm rot="10800000">
            <a:off x="1393533" y="2206006"/>
            <a:ext cx="393606" cy="493381"/>
          </a:xfrm>
          <a:prstGeom prst="bentConnector2">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sp>
        <p:nvSpPr>
          <p:cNvPr id="41" name="矩形 40">
            <a:extLst>
              <a:ext uri="{FF2B5EF4-FFF2-40B4-BE49-F238E27FC236}">
                <a16:creationId xmlns:a16="http://schemas.microsoft.com/office/drawing/2014/main" id="{413FC73A-B4D0-4D30-A618-966354A13D3F}"/>
              </a:ext>
            </a:extLst>
          </p:cNvPr>
          <p:cNvSpPr/>
          <p:nvPr/>
        </p:nvSpPr>
        <p:spPr>
          <a:xfrm>
            <a:off x="1787140" y="3338620"/>
            <a:ext cx="2170878" cy="506538"/>
          </a:xfrm>
          <a:prstGeom prst="rect">
            <a:avLst/>
          </a:prstGeom>
          <a:solidFill>
            <a:schemeClr val="bg2">
              <a:lumMod val="90000"/>
            </a:schemeClr>
          </a:solidFill>
          <a:ln>
            <a:solidFill>
              <a:schemeClr val="tx1"/>
            </a:solidFill>
          </a:ln>
        </p:spPr>
        <p:style>
          <a:lnRef idx="2">
            <a:schemeClr val="accent3">
              <a:shade val="50000"/>
            </a:schemeClr>
          </a:lnRef>
          <a:fillRef idx="1">
            <a:schemeClr val="accent3"/>
          </a:fillRef>
          <a:effectRef idx="0">
            <a:schemeClr val="accent3"/>
          </a:effectRef>
          <a:fontRef idx="minor">
            <a:schemeClr val="lt1"/>
          </a:fontRef>
        </p:style>
        <p:txBody>
          <a:bodyPr rtlCol="0" anchor="ctr"/>
          <a:lstStyle/>
          <a:p>
            <a:pPr algn="ctr"/>
            <a:r>
              <a:rPr lang="zh-CN" altLang="en-US" b="1" dirty="0"/>
              <a:t>分组丢失</a:t>
            </a:r>
          </a:p>
        </p:txBody>
      </p:sp>
      <p:cxnSp>
        <p:nvCxnSpPr>
          <p:cNvPr id="45" name="连接符: 肘形 44">
            <a:extLst>
              <a:ext uri="{FF2B5EF4-FFF2-40B4-BE49-F238E27FC236}">
                <a16:creationId xmlns:a16="http://schemas.microsoft.com/office/drawing/2014/main" id="{8F77EBE8-F658-4736-B12D-40C29950ADA9}"/>
              </a:ext>
            </a:extLst>
          </p:cNvPr>
          <p:cNvCxnSpPr>
            <a:cxnSpLocks/>
            <a:stCxn id="41" idx="1"/>
            <a:endCxn id="44" idx="2"/>
          </p:cNvCxnSpPr>
          <p:nvPr/>
        </p:nvCxnSpPr>
        <p:spPr>
          <a:xfrm rot="10800000">
            <a:off x="1393534" y="2206005"/>
            <a:ext cx="393607" cy="1385884"/>
          </a:xfrm>
          <a:prstGeom prst="bentConnector2">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sp>
        <p:nvSpPr>
          <p:cNvPr id="42" name="矩形 41">
            <a:extLst>
              <a:ext uri="{FF2B5EF4-FFF2-40B4-BE49-F238E27FC236}">
                <a16:creationId xmlns:a16="http://schemas.microsoft.com/office/drawing/2014/main" id="{6337F8D1-B247-4D0B-8C21-4BE83502BAB9}"/>
              </a:ext>
            </a:extLst>
          </p:cNvPr>
          <p:cNvSpPr/>
          <p:nvPr/>
        </p:nvSpPr>
        <p:spPr>
          <a:xfrm>
            <a:off x="1787139" y="4098427"/>
            <a:ext cx="2170878" cy="506538"/>
          </a:xfrm>
          <a:prstGeom prst="rect">
            <a:avLst/>
          </a:prstGeom>
          <a:solidFill>
            <a:schemeClr val="bg2">
              <a:lumMod val="90000"/>
            </a:schemeClr>
          </a:solidFill>
          <a:ln>
            <a:solidFill>
              <a:schemeClr val="tx1"/>
            </a:solidFill>
          </a:ln>
        </p:spPr>
        <p:style>
          <a:lnRef idx="2">
            <a:schemeClr val="accent3">
              <a:shade val="50000"/>
            </a:schemeClr>
          </a:lnRef>
          <a:fillRef idx="1">
            <a:schemeClr val="accent3"/>
          </a:fillRef>
          <a:effectRef idx="0">
            <a:schemeClr val="accent3"/>
          </a:effectRef>
          <a:fontRef idx="minor">
            <a:schemeClr val="lt1"/>
          </a:fontRef>
        </p:style>
        <p:txBody>
          <a:bodyPr rtlCol="0" anchor="ctr"/>
          <a:lstStyle/>
          <a:p>
            <a:pPr algn="ctr"/>
            <a:r>
              <a:rPr lang="zh-CN" altLang="en-US" b="1" dirty="0"/>
              <a:t>分组失序</a:t>
            </a:r>
          </a:p>
        </p:txBody>
      </p:sp>
      <p:cxnSp>
        <p:nvCxnSpPr>
          <p:cNvPr id="51" name="连接符: 肘形 50">
            <a:extLst>
              <a:ext uri="{FF2B5EF4-FFF2-40B4-BE49-F238E27FC236}">
                <a16:creationId xmlns:a16="http://schemas.microsoft.com/office/drawing/2014/main" id="{258CF9B4-2535-4559-A579-B2BE7DD81827}"/>
              </a:ext>
            </a:extLst>
          </p:cNvPr>
          <p:cNvCxnSpPr>
            <a:cxnSpLocks/>
            <a:stCxn id="42" idx="1"/>
            <a:endCxn id="44" idx="2"/>
          </p:cNvCxnSpPr>
          <p:nvPr/>
        </p:nvCxnSpPr>
        <p:spPr>
          <a:xfrm rot="10800000">
            <a:off x="1393533" y="2206006"/>
            <a:ext cx="393606" cy="2145691"/>
          </a:xfrm>
          <a:prstGeom prst="bentConnector2">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sp>
        <p:nvSpPr>
          <p:cNvPr id="43" name="矩形 42">
            <a:extLst>
              <a:ext uri="{FF2B5EF4-FFF2-40B4-BE49-F238E27FC236}">
                <a16:creationId xmlns:a16="http://schemas.microsoft.com/office/drawing/2014/main" id="{ACF8517E-4D5B-4F3C-8666-7D090C83BFA1}"/>
              </a:ext>
            </a:extLst>
          </p:cNvPr>
          <p:cNvSpPr/>
          <p:nvPr/>
        </p:nvSpPr>
        <p:spPr>
          <a:xfrm>
            <a:off x="1787139" y="4858234"/>
            <a:ext cx="2170878" cy="506538"/>
          </a:xfrm>
          <a:prstGeom prst="rect">
            <a:avLst/>
          </a:prstGeom>
          <a:solidFill>
            <a:schemeClr val="bg2">
              <a:lumMod val="90000"/>
            </a:schemeClr>
          </a:solidFill>
          <a:ln>
            <a:solidFill>
              <a:schemeClr val="tx1"/>
            </a:solidFill>
          </a:ln>
        </p:spPr>
        <p:style>
          <a:lnRef idx="2">
            <a:schemeClr val="accent3">
              <a:shade val="50000"/>
            </a:schemeClr>
          </a:lnRef>
          <a:fillRef idx="1">
            <a:schemeClr val="accent3"/>
          </a:fillRef>
          <a:effectRef idx="0">
            <a:schemeClr val="accent3"/>
          </a:effectRef>
          <a:fontRef idx="minor">
            <a:schemeClr val="lt1"/>
          </a:fontRef>
        </p:style>
        <p:txBody>
          <a:bodyPr rtlCol="0" anchor="ctr"/>
          <a:lstStyle/>
          <a:p>
            <a:pPr algn="ctr"/>
            <a:r>
              <a:rPr lang="zh-CN" altLang="en-US" b="1" dirty="0"/>
              <a:t>分组重复</a:t>
            </a:r>
          </a:p>
        </p:txBody>
      </p:sp>
      <p:cxnSp>
        <p:nvCxnSpPr>
          <p:cNvPr id="52" name="连接符: 肘形 51">
            <a:extLst>
              <a:ext uri="{FF2B5EF4-FFF2-40B4-BE49-F238E27FC236}">
                <a16:creationId xmlns:a16="http://schemas.microsoft.com/office/drawing/2014/main" id="{215DD782-FAED-4A8E-A13D-27D49FD0B450}"/>
              </a:ext>
            </a:extLst>
          </p:cNvPr>
          <p:cNvCxnSpPr>
            <a:cxnSpLocks/>
            <a:stCxn id="43" idx="1"/>
            <a:endCxn id="44" idx="2"/>
          </p:cNvCxnSpPr>
          <p:nvPr/>
        </p:nvCxnSpPr>
        <p:spPr>
          <a:xfrm rot="10800000">
            <a:off x="1393533" y="2206005"/>
            <a:ext cx="393606" cy="2905498"/>
          </a:xfrm>
          <a:prstGeom prst="bentConnector2">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grpSp>
        <p:nvGrpSpPr>
          <p:cNvPr id="27" name="组合 26">
            <a:extLst>
              <a:ext uri="{FF2B5EF4-FFF2-40B4-BE49-F238E27FC236}">
                <a16:creationId xmlns:a16="http://schemas.microsoft.com/office/drawing/2014/main" id="{DE606FE8-4775-4A4E-8F9F-00F10243B31D}"/>
              </a:ext>
            </a:extLst>
          </p:cNvPr>
          <p:cNvGrpSpPr/>
          <p:nvPr/>
        </p:nvGrpSpPr>
        <p:grpSpPr>
          <a:xfrm>
            <a:off x="4686256" y="1430515"/>
            <a:ext cx="7328085" cy="4456477"/>
            <a:chOff x="4686256" y="1430515"/>
            <a:chExt cx="7328085" cy="4456477"/>
          </a:xfrm>
        </p:grpSpPr>
        <p:sp>
          <p:nvSpPr>
            <p:cNvPr id="35" name="云形 34">
              <a:extLst>
                <a:ext uri="{FF2B5EF4-FFF2-40B4-BE49-F238E27FC236}">
                  <a16:creationId xmlns:a16="http://schemas.microsoft.com/office/drawing/2014/main" id="{C32FA7A0-ED82-438C-BCD2-BFD60281CA59}"/>
                </a:ext>
              </a:extLst>
            </p:cNvPr>
            <p:cNvSpPr/>
            <p:nvPr/>
          </p:nvSpPr>
          <p:spPr>
            <a:xfrm>
              <a:off x="5768648" y="2062471"/>
              <a:ext cx="4876798" cy="3385192"/>
            </a:xfrm>
            <a:prstGeom prst="cloud">
              <a:avLst/>
            </a:prstGeom>
            <a:solidFill>
              <a:schemeClr val="bg1">
                <a:lumMod val="85000"/>
              </a:schemeClr>
            </a:solidFill>
            <a:ln>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pic>
          <p:nvPicPr>
            <p:cNvPr id="36" name="图形 35">
              <a:extLst>
                <a:ext uri="{FF2B5EF4-FFF2-40B4-BE49-F238E27FC236}">
                  <a16:creationId xmlns:a16="http://schemas.microsoft.com/office/drawing/2014/main" id="{490FD9FF-3F53-4E5A-A04F-D8ACAB645C55}"/>
                </a:ext>
              </a:extLst>
            </p:cNvPr>
            <p:cNvPicPr>
              <a:picLocks noChangeAspect="1"/>
            </p:cNvPicPr>
            <p:nvPr/>
          </p:nvPicPr>
          <p:blipFill>
            <a:blip r:embed="rId3">
              <a:extLst>
                <a:ext uri="{28A0092B-C50C-407E-A947-70E740481C1C}">
                  <a14:useLocalDpi xmlns:a14="http://schemas.microsoft.com/office/drawing/2010/main" val="0"/>
                </a:ext>
                <a:ext uri="{96DAC541-7B7A-43D3-8B79-37D633B846F1}">
                  <asvg:svgBlip xmlns:asvg="http://schemas.microsoft.com/office/drawing/2016/SVG/main" r:embed="rId4"/>
                </a:ext>
              </a:extLst>
            </a:blip>
            <a:stretch>
              <a:fillRect/>
            </a:stretch>
          </p:blipFill>
          <p:spPr>
            <a:xfrm>
              <a:off x="11292680" y="2915270"/>
              <a:ext cx="721661" cy="438478"/>
            </a:xfrm>
            <a:prstGeom prst="rect">
              <a:avLst/>
            </a:prstGeom>
          </p:spPr>
        </p:pic>
        <p:pic>
          <p:nvPicPr>
            <p:cNvPr id="37" name="图形 36">
              <a:extLst>
                <a:ext uri="{FF2B5EF4-FFF2-40B4-BE49-F238E27FC236}">
                  <a16:creationId xmlns:a16="http://schemas.microsoft.com/office/drawing/2014/main" id="{69C49CA7-BE29-4BCF-9BF4-B7B6FBE4D64A}"/>
                </a:ext>
              </a:extLst>
            </p:cNvPr>
            <p:cNvPicPr>
              <a:picLocks noChangeAspect="1"/>
            </p:cNvPicPr>
            <p:nvPr/>
          </p:nvPicPr>
          <p:blipFill>
            <a:blip r:embed="rId5">
              <a:extLst>
                <a:ext uri="{28A0092B-C50C-407E-A947-70E740481C1C}">
                  <a14:useLocalDpi xmlns:a14="http://schemas.microsoft.com/office/drawing/2010/main" val="0"/>
                </a:ext>
                <a:ext uri="{96DAC541-7B7A-43D3-8B79-37D633B846F1}">
                  <asvg:svgBlip xmlns:asvg="http://schemas.microsoft.com/office/drawing/2016/SVG/main" r:embed="rId6"/>
                </a:ext>
              </a:extLst>
            </a:blip>
            <a:stretch>
              <a:fillRect/>
            </a:stretch>
          </p:blipFill>
          <p:spPr>
            <a:xfrm>
              <a:off x="4686256" y="3105954"/>
              <a:ext cx="529643" cy="512277"/>
            </a:xfrm>
            <a:prstGeom prst="rect">
              <a:avLst/>
            </a:prstGeom>
          </p:spPr>
        </p:pic>
        <p:cxnSp>
          <p:nvCxnSpPr>
            <p:cNvPr id="38" name="直接连接符 37">
              <a:extLst>
                <a:ext uri="{FF2B5EF4-FFF2-40B4-BE49-F238E27FC236}">
                  <a16:creationId xmlns:a16="http://schemas.microsoft.com/office/drawing/2014/main" id="{558EBDEF-18D9-438C-96AF-43D1E31CB9F7}"/>
                </a:ext>
              </a:extLst>
            </p:cNvPr>
            <p:cNvCxnSpPr>
              <a:cxnSpLocks/>
            </p:cNvCxnSpPr>
            <p:nvPr/>
          </p:nvCxnSpPr>
          <p:spPr>
            <a:xfrm flipV="1">
              <a:off x="6454891" y="2556704"/>
              <a:ext cx="1701356" cy="819782"/>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9" name="直接连接符 38">
              <a:extLst>
                <a:ext uri="{FF2B5EF4-FFF2-40B4-BE49-F238E27FC236}">
                  <a16:creationId xmlns:a16="http://schemas.microsoft.com/office/drawing/2014/main" id="{2C6B1777-3EEE-417A-BD1B-10CD9D4B68FD}"/>
                </a:ext>
              </a:extLst>
            </p:cNvPr>
            <p:cNvCxnSpPr>
              <a:cxnSpLocks/>
            </p:cNvCxnSpPr>
            <p:nvPr/>
          </p:nvCxnSpPr>
          <p:spPr>
            <a:xfrm>
              <a:off x="8156247" y="2508099"/>
              <a:ext cx="1960028" cy="662277"/>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0" name="直接连接符 39">
              <a:extLst>
                <a:ext uri="{FF2B5EF4-FFF2-40B4-BE49-F238E27FC236}">
                  <a16:creationId xmlns:a16="http://schemas.microsoft.com/office/drawing/2014/main" id="{79FD0772-7279-4E64-975E-033212501ACA}"/>
                </a:ext>
              </a:extLst>
            </p:cNvPr>
            <p:cNvCxnSpPr>
              <a:cxnSpLocks/>
            </p:cNvCxnSpPr>
            <p:nvPr/>
          </p:nvCxnSpPr>
          <p:spPr>
            <a:xfrm>
              <a:off x="6450220" y="3376486"/>
              <a:ext cx="1082682" cy="1231621"/>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6" name="直接连接符 45">
              <a:extLst>
                <a:ext uri="{FF2B5EF4-FFF2-40B4-BE49-F238E27FC236}">
                  <a16:creationId xmlns:a16="http://schemas.microsoft.com/office/drawing/2014/main" id="{B3B96998-4129-4F87-83B1-583D3A875A63}"/>
                </a:ext>
              </a:extLst>
            </p:cNvPr>
            <p:cNvCxnSpPr>
              <a:cxnSpLocks/>
            </p:cNvCxnSpPr>
            <p:nvPr/>
          </p:nvCxnSpPr>
          <p:spPr>
            <a:xfrm flipV="1">
              <a:off x="7586005" y="4312866"/>
              <a:ext cx="1836720" cy="32685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7" name="直接连接符 46">
              <a:extLst>
                <a:ext uri="{FF2B5EF4-FFF2-40B4-BE49-F238E27FC236}">
                  <a16:creationId xmlns:a16="http://schemas.microsoft.com/office/drawing/2014/main" id="{D36E5267-FB9F-41CB-BFBF-112346E10A9C}"/>
                </a:ext>
              </a:extLst>
            </p:cNvPr>
            <p:cNvCxnSpPr>
              <a:cxnSpLocks/>
            </p:cNvCxnSpPr>
            <p:nvPr/>
          </p:nvCxnSpPr>
          <p:spPr>
            <a:xfrm flipH="1">
              <a:off x="9429162" y="3084099"/>
              <a:ext cx="687113" cy="1228765"/>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8" name="直接连接符 47">
              <a:extLst>
                <a:ext uri="{FF2B5EF4-FFF2-40B4-BE49-F238E27FC236}">
                  <a16:creationId xmlns:a16="http://schemas.microsoft.com/office/drawing/2014/main" id="{61621FAB-395D-46A0-9410-D2F82A3489D7}"/>
                </a:ext>
              </a:extLst>
            </p:cNvPr>
            <p:cNvCxnSpPr>
              <a:cxnSpLocks/>
            </p:cNvCxnSpPr>
            <p:nvPr/>
          </p:nvCxnSpPr>
          <p:spPr>
            <a:xfrm flipH="1">
              <a:off x="7586005" y="2508099"/>
              <a:ext cx="570243" cy="2100008"/>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9" name="直接连接符 48">
              <a:extLst>
                <a:ext uri="{FF2B5EF4-FFF2-40B4-BE49-F238E27FC236}">
                  <a16:creationId xmlns:a16="http://schemas.microsoft.com/office/drawing/2014/main" id="{3814F7D7-82C1-4143-842E-8490DDEF468A}"/>
                </a:ext>
              </a:extLst>
            </p:cNvPr>
            <p:cNvCxnSpPr>
              <a:cxnSpLocks/>
            </p:cNvCxnSpPr>
            <p:nvPr/>
          </p:nvCxnSpPr>
          <p:spPr>
            <a:xfrm>
              <a:off x="8156247" y="2508099"/>
              <a:ext cx="1283879" cy="1804765"/>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pic>
          <p:nvPicPr>
            <p:cNvPr id="50" name="图形 49">
              <a:extLst>
                <a:ext uri="{FF2B5EF4-FFF2-40B4-BE49-F238E27FC236}">
                  <a16:creationId xmlns:a16="http://schemas.microsoft.com/office/drawing/2014/main" id="{FFFAA41B-5A8B-42C1-A4F9-F78301ACBF23}"/>
                </a:ext>
              </a:extLst>
            </p:cNvPr>
            <p:cNvPicPr>
              <a:picLocks noChangeAspect="1"/>
            </p:cNvPicPr>
            <p:nvPr/>
          </p:nvPicPr>
          <p:blipFill>
            <a:blip r:embed="rId7" cstate="print">
              <a:extLst>
                <a:ext uri="{28A0092B-C50C-407E-A947-70E740481C1C}">
                  <a14:useLocalDpi xmlns:a14="http://schemas.microsoft.com/office/drawing/2010/main" val="0"/>
                </a:ext>
                <a:ext uri="{96DAC541-7B7A-43D3-8B79-37D633B846F1}">
                  <asvg:svgBlip xmlns:asvg="http://schemas.microsoft.com/office/drawing/2016/SVG/main" r:embed="rId8"/>
                </a:ext>
              </a:extLst>
            </a:blip>
            <a:stretch>
              <a:fillRect/>
            </a:stretch>
          </p:blipFill>
          <p:spPr>
            <a:xfrm>
              <a:off x="6205563" y="3170376"/>
              <a:ext cx="498657" cy="412221"/>
            </a:xfrm>
            <a:prstGeom prst="rect">
              <a:avLst/>
            </a:prstGeom>
          </p:spPr>
        </p:pic>
        <p:pic>
          <p:nvPicPr>
            <p:cNvPr id="53" name="图形 52">
              <a:extLst>
                <a:ext uri="{FF2B5EF4-FFF2-40B4-BE49-F238E27FC236}">
                  <a16:creationId xmlns:a16="http://schemas.microsoft.com/office/drawing/2014/main" id="{76CC6DDF-CC62-4AB5-8510-11A090AFCB7E}"/>
                </a:ext>
              </a:extLst>
            </p:cNvPr>
            <p:cNvPicPr>
              <a:picLocks noChangeAspect="1"/>
            </p:cNvPicPr>
            <p:nvPr/>
          </p:nvPicPr>
          <p:blipFill>
            <a:blip r:embed="rId7" cstate="print">
              <a:extLst>
                <a:ext uri="{28A0092B-C50C-407E-A947-70E740481C1C}">
                  <a14:useLocalDpi xmlns:a14="http://schemas.microsoft.com/office/drawing/2010/main" val="0"/>
                </a:ext>
                <a:ext uri="{96DAC541-7B7A-43D3-8B79-37D633B846F1}">
                  <asvg:svgBlip xmlns:asvg="http://schemas.microsoft.com/office/drawing/2016/SVG/main" r:embed="rId8"/>
                </a:ext>
              </a:extLst>
            </a:blip>
            <a:stretch>
              <a:fillRect/>
            </a:stretch>
          </p:blipFill>
          <p:spPr>
            <a:xfrm>
              <a:off x="9866947" y="2964265"/>
              <a:ext cx="498657" cy="412221"/>
            </a:xfrm>
            <a:prstGeom prst="rect">
              <a:avLst/>
            </a:prstGeom>
          </p:spPr>
        </p:pic>
        <p:sp>
          <p:nvSpPr>
            <p:cNvPr id="54" name="文本框 53">
              <a:extLst>
                <a:ext uri="{FF2B5EF4-FFF2-40B4-BE49-F238E27FC236}">
                  <a16:creationId xmlns:a16="http://schemas.microsoft.com/office/drawing/2014/main" id="{E2C66F9E-C2BB-47E8-8ADA-1F46DAD38F98}"/>
                </a:ext>
              </a:extLst>
            </p:cNvPr>
            <p:cNvSpPr txBox="1"/>
            <p:nvPr/>
          </p:nvSpPr>
          <p:spPr>
            <a:xfrm>
              <a:off x="6235527" y="3567200"/>
              <a:ext cx="429385" cy="369332"/>
            </a:xfrm>
            <a:prstGeom prst="rect">
              <a:avLst/>
            </a:prstGeom>
            <a:noFill/>
          </p:spPr>
          <p:txBody>
            <a:bodyPr wrap="square" rtlCol="0">
              <a:spAutoFit/>
            </a:bodyPr>
            <a:lstStyle/>
            <a:p>
              <a:pPr algn="ctr"/>
              <a:r>
                <a:rPr lang="en-US" altLang="zh-CN" b="1" dirty="0"/>
                <a:t>R1</a:t>
              </a:r>
              <a:endParaRPr lang="zh-CN" altLang="en-US" b="1" dirty="0"/>
            </a:p>
          </p:txBody>
        </p:sp>
        <p:sp>
          <p:nvSpPr>
            <p:cNvPr id="55" name="文本框 54">
              <a:extLst>
                <a:ext uri="{FF2B5EF4-FFF2-40B4-BE49-F238E27FC236}">
                  <a16:creationId xmlns:a16="http://schemas.microsoft.com/office/drawing/2014/main" id="{85AA7D8A-EDF9-471E-BC02-2C72BA3EF0F3}"/>
                </a:ext>
              </a:extLst>
            </p:cNvPr>
            <p:cNvSpPr txBox="1"/>
            <p:nvPr/>
          </p:nvSpPr>
          <p:spPr>
            <a:xfrm>
              <a:off x="7662144" y="2671817"/>
              <a:ext cx="429385" cy="369332"/>
            </a:xfrm>
            <a:prstGeom prst="rect">
              <a:avLst/>
            </a:prstGeom>
            <a:noFill/>
          </p:spPr>
          <p:txBody>
            <a:bodyPr wrap="square" rtlCol="0">
              <a:spAutoFit/>
            </a:bodyPr>
            <a:lstStyle/>
            <a:p>
              <a:pPr algn="ctr"/>
              <a:r>
                <a:rPr lang="en-US" altLang="zh-CN" b="1" dirty="0"/>
                <a:t>R2</a:t>
              </a:r>
              <a:endParaRPr lang="zh-CN" altLang="en-US" b="1" dirty="0"/>
            </a:p>
          </p:txBody>
        </p:sp>
        <p:sp>
          <p:nvSpPr>
            <p:cNvPr id="56" name="文本框 55">
              <a:extLst>
                <a:ext uri="{FF2B5EF4-FFF2-40B4-BE49-F238E27FC236}">
                  <a16:creationId xmlns:a16="http://schemas.microsoft.com/office/drawing/2014/main" id="{9FE93926-02B3-429A-8BE1-4F1C3AFDA7EB}"/>
                </a:ext>
              </a:extLst>
            </p:cNvPr>
            <p:cNvSpPr txBox="1"/>
            <p:nvPr/>
          </p:nvSpPr>
          <p:spPr>
            <a:xfrm>
              <a:off x="9515500" y="3041149"/>
              <a:ext cx="429385" cy="369332"/>
            </a:xfrm>
            <a:prstGeom prst="rect">
              <a:avLst/>
            </a:prstGeom>
            <a:noFill/>
          </p:spPr>
          <p:txBody>
            <a:bodyPr wrap="square" rtlCol="0">
              <a:spAutoFit/>
            </a:bodyPr>
            <a:lstStyle/>
            <a:p>
              <a:pPr algn="ctr"/>
              <a:r>
                <a:rPr lang="en-US" altLang="zh-CN" b="1" dirty="0"/>
                <a:t>R3</a:t>
              </a:r>
              <a:endParaRPr lang="zh-CN" altLang="en-US" b="1" dirty="0"/>
            </a:p>
          </p:txBody>
        </p:sp>
        <p:sp>
          <p:nvSpPr>
            <p:cNvPr id="57" name="文本框 56">
              <a:extLst>
                <a:ext uri="{FF2B5EF4-FFF2-40B4-BE49-F238E27FC236}">
                  <a16:creationId xmlns:a16="http://schemas.microsoft.com/office/drawing/2014/main" id="{B823DEDD-CE96-4ED6-A8DE-946946C2F05B}"/>
                </a:ext>
              </a:extLst>
            </p:cNvPr>
            <p:cNvSpPr txBox="1"/>
            <p:nvPr/>
          </p:nvSpPr>
          <p:spPr>
            <a:xfrm>
              <a:off x="8829382" y="3930075"/>
              <a:ext cx="429385" cy="369332"/>
            </a:xfrm>
            <a:prstGeom prst="rect">
              <a:avLst/>
            </a:prstGeom>
            <a:noFill/>
          </p:spPr>
          <p:txBody>
            <a:bodyPr wrap="square" rtlCol="0">
              <a:spAutoFit/>
            </a:bodyPr>
            <a:lstStyle/>
            <a:p>
              <a:pPr algn="ctr"/>
              <a:r>
                <a:rPr lang="en-US" altLang="zh-CN" b="1" dirty="0"/>
                <a:t>R4</a:t>
              </a:r>
              <a:endParaRPr lang="zh-CN" altLang="en-US" b="1" dirty="0"/>
            </a:p>
          </p:txBody>
        </p:sp>
        <p:sp>
          <p:nvSpPr>
            <p:cNvPr id="58" name="文本框 57">
              <a:extLst>
                <a:ext uri="{FF2B5EF4-FFF2-40B4-BE49-F238E27FC236}">
                  <a16:creationId xmlns:a16="http://schemas.microsoft.com/office/drawing/2014/main" id="{45483B26-707A-4AD8-8E73-D7D9D4442AEB}"/>
                </a:ext>
              </a:extLst>
            </p:cNvPr>
            <p:cNvSpPr txBox="1"/>
            <p:nvPr/>
          </p:nvSpPr>
          <p:spPr>
            <a:xfrm>
              <a:off x="7662144" y="4175686"/>
              <a:ext cx="429385" cy="369332"/>
            </a:xfrm>
            <a:prstGeom prst="rect">
              <a:avLst/>
            </a:prstGeom>
            <a:noFill/>
          </p:spPr>
          <p:txBody>
            <a:bodyPr wrap="square" rtlCol="0">
              <a:spAutoFit/>
            </a:bodyPr>
            <a:lstStyle/>
            <a:p>
              <a:pPr algn="ctr"/>
              <a:r>
                <a:rPr lang="en-US" altLang="zh-CN" b="1" dirty="0"/>
                <a:t>R5</a:t>
              </a:r>
              <a:endParaRPr lang="zh-CN" altLang="en-US" b="1" dirty="0"/>
            </a:p>
          </p:txBody>
        </p:sp>
        <p:cxnSp>
          <p:nvCxnSpPr>
            <p:cNvPr id="59" name="直接连接符 58">
              <a:extLst>
                <a:ext uri="{FF2B5EF4-FFF2-40B4-BE49-F238E27FC236}">
                  <a16:creationId xmlns:a16="http://schemas.microsoft.com/office/drawing/2014/main" id="{E253FC98-D665-421D-85D7-C859D1883B0F}"/>
                </a:ext>
              </a:extLst>
            </p:cNvPr>
            <p:cNvCxnSpPr/>
            <p:nvPr/>
          </p:nvCxnSpPr>
          <p:spPr>
            <a:xfrm>
              <a:off x="5196949" y="3410481"/>
              <a:ext cx="1038578" cy="0"/>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60" name="直接连接符 59">
              <a:extLst>
                <a:ext uri="{FF2B5EF4-FFF2-40B4-BE49-F238E27FC236}">
                  <a16:creationId xmlns:a16="http://schemas.microsoft.com/office/drawing/2014/main" id="{9C6A5121-0839-40A3-83D9-D008F5DFE8F8}"/>
                </a:ext>
              </a:extLst>
            </p:cNvPr>
            <p:cNvCxnSpPr/>
            <p:nvPr/>
          </p:nvCxnSpPr>
          <p:spPr>
            <a:xfrm>
              <a:off x="10365604" y="3170375"/>
              <a:ext cx="1038578" cy="0"/>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61" name="直接连接符 60">
              <a:extLst>
                <a:ext uri="{FF2B5EF4-FFF2-40B4-BE49-F238E27FC236}">
                  <a16:creationId xmlns:a16="http://schemas.microsoft.com/office/drawing/2014/main" id="{DBD992BC-AAD6-4EDD-9920-2634B159BA80}"/>
                </a:ext>
              </a:extLst>
            </p:cNvPr>
            <p:cNvCxnSpPr>
              <a:cxnSpLocks/>
            </p:cNvCxnSpPr>
            <p:nvPr/>
          </p:nvCxnSpPr>
          <p:spPr>
            <a:xfrm flipH="1">
              <a:off x="7121224" y="4608107"/>
              <a:ext cx="549110" cy="704089"/>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pic>
          <p:nvPicPr>
            <p:cNvPr id="62" name="图形 61">
              <a:extLst>
                <a:ext uri="{FF2B5EF4-FFF2-40B4-BE49-F238E27FC236}">
                  <a16:creationId xmlns:a16="http://schemas.microsoft.com/office/drawing/2014/main" id="{FD905A5E-EA08-4A31-9972-26C16ED4E736}"/>
                </a:ext>
              </a:extLst>
            </p:cNvPr>
            <p:cNvPicPr>
              <a:picLocks noChangeAspect="1"/>
            </p:cNvPicPr>
            <p:nvPr/>
          </p:nvPicPr>
          <p:blipFill>
            <a:blip r:embed="rId9">
              <a:extLst>
                <a:ext uri="{28A0092B-C50C-407E-A947-70E740481C1C}">
                  <a14:useLocalDpi xmlns:a14="http://schemas.microsoft.com/office/drawing/2010/main" val="0"/>
                </a:ext>
                <a:ext uri="{96DAC541-7B7A-43D3-8B79-37D633B846F1}">
                  <asvg:svgBlip xmlns:asvg="http://schemas.microsoft.com/office/drawing/2016/SVG/main" r:embed="rId10"/>
                </a:ext>
              </a:extLst>
            </a:blip>
            <a:stretch>
              <a:fillRect/>
            </a:stretch>
          </p:blipFill>
          <p:spPr>
            <a:xfrm>
              <a:off x="6841302" y="5310957"/>
              <a:ext cx="464267" cy="576035"/>
            </a:xfrm>
            <a:prstGeom prst="rect">
              <a:avLst/>
            </a:prstGeom>
          </p:spPr>
        </p:pic>
        <p:pic>
          <p:nvPicPr>
            <p:cNvPr id="63" name="图形 62">
              <a:extLst>
                <a:ext uri="{FF2B5EF4-FFF2-40B4-BE49-F238E27FC236}">
                  <a16:creationId xmlns:a16="http://schemas.microsoft.com/office/drawing/2014/main" id="{D61ECE08-B80B-445C-AB4D-71EA25E4C0C8}"/>
                </a:ext>
              </a:extLst>
            </p:cNvPr>
            <p:cNvPicPr>
              <a:picLocks noChangeAspect="1"/>
            </p:cNvPicPr>
            <p:nvPr/>
          </p:nvPicPr>
          <p:blipFill>
            <a:blip r:embed="rId7" cstate="print">
              <a:extLst>
                <a:ext uri="{28A0092B-C50C-407E-A947-70E740481C1C}">
                  <a14:useLocalDpi xmlns:a14="http://schemas.microsoft.com/office/drawing/2010/main" val="0"/>
                </a:ext>
                <a:ext uri="{96DAC541-7B7A-43D3-8B79-37D633B846F1}">
                  <asvg:svgBlip xmlns:asvg="http://schemas.microsoft.com/office/drawing/2016/SVG/main" r:embed="rId8"/>
                </a:ext>
              </a:extLst>
            </a:blip>
            <a:stretch>
              <a:fillRect/>
            </a:stretch>
          </p:blipFill>
          <p:spPr>
            <a:xfrm>
              <a:off x="7350401" y="4478232"/>
              <a:ext cx="498657" cy="412221"/>
            </a:xfrm>
            <a:prstGeom prst="rect">
              <a:avLst/>
            </a:prstGeom>
          </p:spPr>
        </p:pic>
        <p:cxnSp>
          <p:nvCxnSpPr>
            <p:cNvPr id="64" name="直接连接符 63">
              <a:extLst>
                <a:ext uri="{FF2B5EF4-FFF2-40B4-BE49-F238E27FC236}">
                  <a16:creationId xmlns:a16="http://schemas.microsoft.com/office/drawing/2014/main" id="{67065917-652A-4BD7-92A7-23AF57FAF70B}"/>
                </a:ext>
              </a:extLst>
            </p:cNvPr>
            <p:cNvCxnSpPr>
              <a:cxnSpLocks/>
            </p:cNvCxnSpPr>
            <p:nvPr/>
          </p:nvCxnSpPr>
          <p:spPr>
            <a:xfrm>
              <a:off x="9440126" y="4267718"/>
              <a:ext cx="810210" cy="620130"/>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pic>
          <p:nvPicPr>
            <p:cNvPr id="65" name="图形 64">
              <a:extLst>
                <a:ext uri="{FF2B5EF4-FFF2-40B4-BE49-F238E27FC236}">
                  <a16:creationId xmlns:a16="http://schemas.microsoft.com/office/drawing/2014/main" id="{F2FF53AD-BE95-447D-A8B0-046BCC825037}"/>
                </a:ext>
              </a:extLst>
            </p:cNvPr>
            <p:cNvPicPr>
              <a:picLocks noChangeAspect="1"/>
            </p:cNvPicPr>
            <p:nvPr/>
          </p:nvPicPr>
          <p:blipFill>
            <a:blip r:embed="rId11">
              <a:extLst>
                <a:ext uri="{28A0092B-C50C-407E-A947-70E740481C1C}">
                  <a14:useLocalDpi xmlns:a14="http://schemas.microsoft.com/office/drawing/2010/main" val="0"/>
                </a:ext>
                <a:ext uri="{96DAC541-7B7A-43D3-8B79-37D633B846F1}">
                  <asvg:svgBlip xmlns:asvg="http://schemas.microsoft.com/office/drawing/2016/SVG/main" r:embed="rId12"/>
                </a:ext>
              </a:extLst>
            </a:blip>
            <a:stretch>
              <a:fillRect/>
            </a:stretch>
          </p:blipFill>
          <p:spPr>
            <a:xfrm>
              <a:off x="10087227" y="4642575"/>
              <a:ext cx="498657" cy="558839"/>
            </a:xfrm>
            <a:prstGeom prst="rect">
              <a:avLst/>
            </a:prstGeom>
          </p:spPr>
        </p:pic>
        <p:pic>
          <p:nvPicPr>
            <p:cNvPr id="66" name="图形 65">
              <a:extLst>
                <a:ext uri="{FF2B5EF4-FFF2-40B4-BE49-F238E27FC236}">
                  <a16:creationId xmlns:a16="http://schemas.microsoft.com/office/drawing/2014/main" id="{AAB7D37B-548B-42B2-89CB-79B0AEA18544}"/>
                </a:ext>
              </a:extLst>
            </p:cNvPr>
            <p:cNvPicPr>
              <a:picLocks noChangeAspect="1"/>
            </p:cNvPicPr>
            <p:nvPr/>
          </p:nvPicPr>
          <p:blipFill>
            <a:blip r:embed="rId7" cstate="print">
              <a:extLst>
                <a:ext uri="{28A0092B-C50C-407E-A947-70E740481C1C}">
                  <a14:useLocalDpi xmlns:a14="http://schemas.microsoft.com/office/drawing/2010/main" val="0"/>
                </a:ext>
                <a:ext uri="{96DAC541-7B7A-43D3-8B79-37D633B846F1}">
                  <asvg:svgBlip xmlns:asvg="http://schemas.microsoft.com/office/drawing/2016/SVG/main" r:embed="rId8"/>
                </a:ext>
              </a:extLst>
            </a:blip>
            <a:stretch>
              <a:fillRect/>
            </a:stretch>
          </p:blipFill>
          <p:spPr>
            <a:xfrm>
              <a:off x="9173397" y="4106754"/>
              <a:ext cx="498657" cy="412221"/>
            </a:xfrm>
            <a:prstGeom prst="rect">
              <a:avLst/>
            </a:prstGeom>
          </p:spPr>
        </p:pic>
        <p:cxnSp>
          <p:nvCxnSpPr>
            <p:cNvPr id="67" name="直接连接符 66">
              <a:extLst>
                <a:ext uri="{FF2B5EF4-FFF2-40B4-BE49-F238E27FC236}">
                  <a16:creationId xmlns:a16="http://schemas.microsoft.com/office/drawing/2014/main" id="{0FAE4F00-3E85-46DC-8923-9E3915EAE059}"/>
                </a:ext>
              </a:extLst>
            </p:cNvPr>
            <p:cNvCxnSpPr>
              <a:cxnSpLocks/>
            </p:cNvCxnSpPr>
            <p:nvPr/>
          </p:nvCxnSpPr>
          <p:spPr>
            <a:xfrm>
              <a:off x="8134330" y="1648452"/>
              <a:ext cx="0" cy="828038"/>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pic>
          <p:nvPicPr>
            <p:cNvPr id="68" name="图形 67">
              <a:extLst>
                <a:ext uri="{FF2B5EF4-FFF2-40B4-BE49-F238E27FC236}">
                  <a16:creationId xmlns:a16="http://schemas.microsoft.com/office/drawing/2014/main" id="{E3865CE5-78BB-4623-A982-780311E853D5}"/>
                </a:ext>
              </a:extLst>
            </p:cNvPr>
            <p:cNvPicPr>
              <a:picLocks noChangeAspect="1"/>
            </p:cNvPicPr>
            <p:nvPr/>
          </p:nvPicPr>
          <p:blipFill>
            <a:blip r:embed="rId13">
              <a:extLst>
                <a:ext uri="{28A0092B-C50C-407E-A947-70E740481C1C}">
                  <a14:useLocalDpi xmlns:a14="http://schemas.microsoft.com/office/drawing/2010/main" val="0"/>
                </a:ext>
                <a:ext uri="{96DAC541-7B7A-43D3-8B79-37D633B846F1}">
                  <asvg:svgBlip xmlns:asvg="http://schemas.microsoft.com/office/drawing/2016/SVG/main" r:embed="rId14"/>
                </a:ext>
              </a:extLst>
            </a:blip>
            <a:stretch>
              <a:fillRect/>
            </a:stretch>
          </p:blipFill>
          <p:spPr>
            <a:xfrm>
              <a:off x="7949906" y="1430515"/>
              <a:ext cx="412681" cy="541644"/>
            </a:xfrm>
            <a:prstGeom prst="rect">
              <a:avLst/>
            </a:prstGeom>
          </p:spPr>
        </p:pic>
        <p:pic>
          <p:nvPicPr>
            <p:cNvPr id="69" name="图形 68">
              <a:extLst>
                <a:ext uri="{FF2B5EF4-FFF2-40B4-BE49-F238E27FC236}">
                  <a16:creationId xmlns:a16="http://schemas.microsoft.com/office/drawing/2014/main" id="{D4A0F4BC-0BDA-46B2-80D6-9B576D172338}"/>
                </a:ext>
              </a:extLst>
            </p:cNvPr>
            <p:cNvPicPr>
              <a:picLocks noChangeAspect="1"/>
            </p:cNvPicPr>
            <p:nvPr/>
          </p:nvPicPr>
          <p:blipFill>
            <a:blip r:embed="rId7" cstate="print">
              <a:extLst>
                <a:ext uri="{28A0092B-C50C-407E-A947-70E740481C1C}">
                  <a14:useLocalDpi xmlns:a14="http://schemas.microsoft.com/office/drawing/2010/main" val="0"/>
                </a:ext>
                <a:ext uri="{96DAC541-7B7A-43D3-8B79-37D633B846F1}">
                  <asvg:svgBlip xmlns:asvg="http://schemas.microsoft.com/office/drawing/2016/SVG/main" r:embed="rId8"/>
                </a:ext>
              </a:extLst>
            </a:blip>
            <a:stretch>
              <a:fillRect/>
            </a:stretch>
          </p:blipFill>
          <p:spPr>
            <a:xfrm>
              <a:off x="7906919" y="2350594"/>
              <a:ext cx="498657" cy="412221"/>
            </a:xfrm>
            <a:prstGeom prst="rect">
              <a:avLst/>
            </a:prstGeom>
          </p:spPr>
        </p:pic>
        <p:sp>
          <p:nvSpPr>
            <p:cNvPr id="70" name="文本框 69">
              <a:extLst>
                <a:ext uri="{FF2B5EF4-FFF2-40B4-BE49-F238E27FC236}">
                  <a16:creationId xmlns:a16="http://schemas.microsoft.com/office/drawing/2014/main" id="{EE632F00-BDC1-4935-9306-1EEA92DBD1D9}"/>
                </a:ext>
              </a:extLst>
            </p:cNvPr>
            <p:cNvSpPr txBox="1"/>
            <p:nvPr/>
          </p:nvSpPr>
          <p:spPr>
            <a:xfrm>
              <a:off x="4786514" y="3590740"/>
              <a:ext cx="429385" cy="369332"/>
            </a:xfrm>
            <a:prstGeom prst="rect">
              <a:avLst/>
            </a:prstGeom>
            <a:noFill/>
          </p:spPr>
          <p:txBody>
            <a:bodyPr wrap="square" rtlCol="0">
              <a:spAutoFit/>
            </a:bodyPr>
            <a:lstStyle/>
            <a:p>
              <a:pPr algn="ctr"/>
              <a:r>
                <a:rPr lang="en-US" altLang="zh-CN" b="1" dirty="0"/>
                <a:t>H1</a:t>
              </a:r>
              <a:endParaRPr lang="zh-CN" altLang="en-US" b="1" dirty="0"/>
            </a:p>
          </p:txBody>
        </p:sp>
        <p:sp>
          <p:nvSpPr>
            <p:cNvPr id="71" name="文本框 70">
              <a:extLst>
                <a:ext uri="{FF2B5EF4-FFF2-40B4-BE49-F238E27FC236}">
                  <a16:creationId xmlns:a16="http://schemas.microsoft.com/office/drawing/2014/main" id="{F5131637-5A7E-4249-8D84-2E2CE3F98A34}"/>
                </a:ext>
              </a:extLst>
            </p:cNvPr>
            <p:cNvSpPr txBox="1"/>
            <p:nvPr/>
          </p:nvSpPr>
          <p:spPr>
            <a:xfrm>
              <a:off x="8368801" y="1472306"/>
              <a:ext cx="429385" cy="369332"/>
            </a:xfrm>
            <a:prstGeom prst="rect">
              <a:avLst/>
            </a:prstGeom>
            <a:noFill/>
          </p:spPr>
          <p:txBody>
            <a:bodyPr wrap="square" rtlCol="0">
              <a:spAutoFit/>
            </a:bodyPr>
            <a:lstStyle/>
            <a:p>
              <a:pPr algn="ctr"/>
              <a:r>
                <a:rPr lang="en-US" altLang="zh-CN" b="1" dirty="0"/>
                <a:t>H2</a:t>
              </a:r>
              <a:endParaRPr lang="zh-CN" altLang="en-US" b="1" dirty="0"/>
            </a:p>
          </p:txBody>
        </p:sp>
        <p:sp>
          <p:nvSpPr>
            <p:cNvPr id="72" name="文本框 71">
              <a:extLst>
                <a:ext uri="{FF2B5EF4-FFF2-40B4-BE49-F238E27FC236}">
                  <a16:creationId xmlns:a16="http://schemas.microsoft.com/office/drawing/2014/main" id="{392FEB6B-E5B2-427E-B3C2-EAD0790E6AB9}"/>
                </a:ext>
              </a:extLst>
            </p:cNvPr>
            <p:cNvSpPr txBox="1"/>
            <p:nvPr/>
          </p:nvSpPr>
          <p:spPr>
            <a:xfrm>
              <a:off x="11438817" y="3397931"/>
              <a:ext cx="429385" cy="369332"/>
            </a:xfrm>
            <a:prstGeom prst="rect">
              <a:avLst/>
            </a:prstGeom>
            <a:noFill/>
          </p:spPr>
          <p:txBody>
            <a:bodyPr wrap="square" rtlCol="0">
              <a:spAutoFit/>
            </a:bodyPr>
            <a:lstStyle/>
            <a:p>
              <a:pPr algn="ctr"/>
              <a:r>
                <a:rPr lang="en-US" altLang="zh-CN" b="1" dirty="0"/>
                <a:t>H3</a:t>
              </a:r>
              <a:endParaRPr lang="zh-CN" altLang="en-US" b="1" dirty="0"/>
            </a:p>
          </p:txBody>
        </p:sp>
        <p:sp>
          <p:nvSpPr>
            <p:cNvPr id="73" name="文本框 72">
              <a:extLst>
                <a:ext uri="{FF2B5EF4-FFF2-40B4-BE49-F238E27FC236}">
                  <a16:creationId xmlns:a16="http://schemas.microsoft.com/office/drawing/2014/main" id="{F4F25552-EFE0-4E05-94A7-3F4FF57CFD57}"/>
                </a:ext>
              </a:extLst>
            </p:cNvPr>
            <p:cNvSpPr txBox="1"/>
            <p:nvPr/>
          </p:nvSpPr>
          <p:spPr>
            <a:xfrm>
              <a:off x="10083732" y="5190196"/>
              <a:ext cx="429385" cy="369332"/>
            </a:xfrm>
            <a:prstGeom prst="rect">
              <a:avLst/>
            </a:prstGeom>
            <a:noFill/>
          </p:spPr>
          <p:txBody>
            <a:bodyPr wrap="square" rtlCol="0">
              <a:spAutoFit/>
            </a:bodyPr>
            <a:lstStyle/>
            <a:p>
              <a:pPr algn="ctr"/>
              <a:r>
                <a:rPr lang="en-US" altLang="zh-CN" b="1" dirty="0"/>
                <a:t>H4</a:t>
              </a:r>
              <a:endParaRPr lang="zh-CN" altLang="en-US" b="1" dirty="0"/>
            </a:p>
          </p:txBody>
        </p:sp>
        <p:sp>
          <p:nvSpPr>
            <p:cNvPr id="74" name="文本框 73">
              <a:extLst>
                <a:ext uri="{FF2B5EF4-FFF2-40B4-BE49-F238E27FC236}">
                  <a16:creationId xmlns:a16="http://schemas.microsoft.com/office/drawing/2014/main" id="{2F2D4830-205E-4B2C-867F-AB3A11CAA3B6}"/>
                </a:ext>
              </a:extLst>
            </p:cNvPr>
            <p:cNvSpPr txBox="1"/>
            <p:nvPr/>
          </p:nvSpPr>
          <p:spPr>
            <a:xfrm>
              <a:off x="7275560" y="5401853"/>
              <a:ext cx="429385" cy="369332"/>
            </a:xfrm>
            <a:prstGeom prst="rect">
              <a:avLst/>
            </a:prstGeom>
            <a:noFill/>
          </p:spPr>
          <p:txBody>
            <a:bodyPr wrap="square" rtlCol="0">
              <a:spAutoFit/>
            </a:bodyPr>
            <a:lstStyle/>
            <a:p>
              <a:pPr algn="ctr"/>
              <a:r>
                <a:rPr lang="en-US" altLang="zh-CN" b="1" dirty="0"/>
                <a:t>H5</a:t>
              </a:r>
              <a:endParaRPr lang="zh-CN" altLang="en-US" b="1" dirty="0"/>
            </a:p>
          </p:txBody>
        </p:sp>
      </p:grpSp>
      <p:sp>
        <p:nvSpPr>
          <p:cNvPr id="76" name="矩形 75">
            <a:extLst>
              <a:ext uri="{FF2B5EF4-FFF2-40B4-BE49-F238E27FC236}">
                <a16:creationId xmlns:a16="http://schemas.microsoft.com/office/drawing/2014/main" id="{1A7E5EA6-D880-48D9-8D73-1573B45B2B2B}"/>
              </a:ext>
            </a:extLst>
          </p:cNvPr>
          <p:cNvSpPr/>
          <p:nvPr/>
        </p:nvSpPr>
        <p:spPr>
          <a:xfrm>
            <a:off x="1787139" y="4858234"/>
            <a:ext cx="2170878" cy="506538"/>
          </a:xfrm>
          <a:prstGeom prst="rect">
            <a:avLst/>
          </a:prstGeom>
          <a:solidFill>
            <a:schemeClr val="accent3"/>
          </a:solidFill>
          <a:ln>
            <a:solidFill>
              <a:schemeClr val="tx1"/>
            </a:solidFill>
          </a:ln>
        </p:spPr>
        <p:style>
          <a:lnRef idx="2">
            <a:schemeClr val="accent3">
              <a:shade val="50000"/>
            </a:schemeClr>
          </a:lnRef>
          <a:fillRef idx="1">
            <a:schemeClr val="accent3"/>
          </a:fillRef>
          <a:effectRef idx="0">
            <a:schemeClr val="accent3"/>
          </a:effectRef>
          <a:fontRef idx="minor">
            <a:schemeClr val="lt1"/>
          </a:fontRef>
        </p:style>
        <p:txBody>
          <a:bodyPr rtlCol="0" anchor="ctr"/>
          <a:lstStyle/>
          <a:p>
            <a:pPr algn="ctr"/>
            <a:r>
              <a:rPr lang="zh-CN" altLang="en-US" b="1" dirty="0"/>
              <a:t>分组重复</a:t>
            </a:r>
          </a:p>
        </p:txBody>
      </p:sp>
      <p:sp>
        <p:nvSpPr>
          <p:cNvPr id="77" name="envelope_151601">
            <a:extLst>
              <a:ext uri="{FF2B5EF4-FFF2-40B4-BE49-F238E27FC236}">
                <a16:creationId xmlns:a16="http://schemas.microsoft.com/office/drawing/2014/main" id="{459A425A-AF41-42CC-BC7E-F13B8B44A1B0}"/>
              </a:ext>
            </a:extLst>
          </p:cNvPr>
          <p:cNvSpPr/>
          <p:nvPr/>
        </p:nvSpPr>
        <p:spPr>
          <a:xfrm>
            <a:off x="7422633" y="4503782"/>
            <a:ext cx="334836" cy="217940"/>
          </a:xfrm>
          <a:custGeom>
            <a:avLst/>
            <a:gdLst>
              <a:gd name="connsiteX0" fmla="*/ 0 w 605169"/>
              <a:gd name="connsiteY0" fmla="*/ 60333 h 393896"/>
              <a:gd name="connsiteX1" fmla="*/ 124371 w 605169"/>
              <a:gd name="connsiteY1" fmla="*/ 146783 h 393896"/>
              <a:gd name="connsiteX2" fmla="*/ 302584 w 605169"/>
              <a:gd name="connsiteY2" fmla="*/ 272032 h 393896"/>
              <a:gd name="connsiteX3" fmla="*/ 480798 w 605169"/>
              <a:gd name="connsiteY3" fmla="*/ 146783 h 393896"/>
              <a:gd name="connsiteX4" fmla="*/ 605169 w 605169"/>
              <a:gd name="connsiteY4" fmla="*/ 60333 h 393896"/>
              <a:gd name="connsiteX5" fmla="*/ 605169 w 605169"/>
              <a:gd name="connsiteY5" fmla="*/ 393896 h 393896"/>
              <a:gd name="connsiteX6" fmla="*/ 0 w 605169"/>
              <a:gd name="connsiteY6" fmla="*/ 393896 h 393896"/>
              <a:gd name="connsiteX7" fmla="*/ 0 w 605169"/>
              <a:gd name="connsiteY7" fmla="*/ 0 h 393896"/>
              <a:gd name="connsiteX8" fmla="*/ 605169 w 605169"/>
              <a:gd name="connsiteY8" fmla="*/ 0 h 393896"/>
              <a:gd name="connsiteX9" fmla="*/ 605169 w 605169"/>
              <a:gd name="connsiteY9" fmla="*/ 19653 h 393896"/>
              <a:gd name="connsiteX10" fmla="*/ 302584 w 605169"/>
              <a:gd name="connsiteY10" fmla="*/ 230114 h 393896"/>
              <a:gd name="connsiteX11" fmla="*/ 0 w 605169"/>
              <a:gd name="connsiteY11" fmla="*/ 19653 h 393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605169" h="393896">
                <a:moveTo>
                  <a:pt x="0" y="60333"/>
                </a:moveTo>
                <a:lnTo>
                  <a:pt x="124371" y="146783"/>
                </a:lnTo>
                <a:lnTo>
                  <a:pt x="302584" y="272032"/>
                </a:lnTo>
                <a:lnTo>
                  <a:pt x="480798" y="146783"/>
                </a:lnTo>
                <a:lnTo>
                  <a:pt x="605169" y="60333"/>
                </a:lnTo>
                <a:lnTo>
                  <a:pt x="605169" y="393896"/>
                </a:lnTo>
                <a:lnTo>
                  <a:pt x="0" y="393896"/>
                </a:lnTo>
                <a:close/>
                <a:moveTo>
                  <a:pt x="0" y="0"/>
                </a:moveTo>
                <a:lnTo>
                  <a:pt x="605169" y="0"/>
                </a:lnTo>
                <a:lnTo>
                  <a:pt x="605169" y="19653"/>
                </a:lnTo>
                <a:lnTo>
                  <a:pt x="302584" y="230114"/>
                </a:lnTo>
                <a:lnTo>
                  <a:pt x="0" y="19653"/>
                </a:lnTo>
                <a:close/>
              </a:path>
            </a:pathLst>
          </a:custGeom>
          <a:solidFill>
            <a:schemeClr val="accent4"/>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zh-CN"/>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a:p>
        </p:txBody>
      </p:sp>
      <p:sp>
        <p:nvSpPr>
          <p:cNvPr id="78" name="envelope_151601">
            <a:extLst>
              <a:ext uri="{FF2B5EF4-FFF2-40B4-BE49-F238E27FC236}">
                <a16:creationId xmlns:a16="http://schemas.microsoft.com/office/drawing/2014/main" id="{19624CD1-C00E-4BB9-B7EB-6DA1C85B7FFA}"/>
              </a:ext>
            </a:extLst>
          </p:cNvPr>
          <p:cNvSpPr/>
          <p:nvPr/>
        </p:nvSpPr>
        <p:spPr>
          <a:xfrm>
            <a:off x="5265434" y="3149248"/>
            <a:ext cx="334836" cy="217940"/>
          </a:xfrm>
          <a:custGeom>
            <a:avLst/>
            <a:gdLst>
              <a:gd name="connsiteX0" fmla="*/ 0 w 605169"/>
              <a:gd name="connsiteY0" fmla="*/ 60333 h 393896"/>
              <a:gd name="connsiteX1" fmla="*/ 124371 w 605169"/>
              <a:gd name="connsiteY1" fmla="*/ 146783 h 393896"/>
              <a:gd name="connsiteX2" fmla="*/ 302584 w 605169"/>
              <a:gd name="connsiteY2" fmla="*/ 272032 h 393896"/>
              <a:gd name="connsiteX3" fmla="*/ 480798 w 605169"/>
              <a:gd name="connsiteY3" fmla="*/ 146783 h 393896"/>
              <a:gd name="connsiteX4" fmla="*/ 605169 w 605169"/>
              <a:gd name="connsiteY4" fmla="*/ 60333 h 393896"/>
              <a:gd name="connsiteX5" fmla="*/ 605169 w 605169"/>
              <a:gd name="connsiteY5" fmla="*/ 393896 h 393896"/>
              <a:gd name="connsiteX6" fmla="*/ 0 w 605169"/>
              <a:gd name="connsiteY6" fmla="*/ 393896 h 393896"/>
              <a:gd name="connsiteX7" fmla="*/ 0 w 605169"/>
              <a:gd name="connsiteY7" fmla="*/ 0 h 393896"/>
              <a:gd name="connsiteX8" fmla="*/ 605169 w 605169"/>
              <a:gd name="connsiteY8" fmla="*/ 0 h 393896"/>
              <a:gd name="connsiteX9" fmla="*/ 605169 w 605169"/>
              <a:gd name="connsiteY9" fmla="*/ 19653 h 393896"/>
              <a:gd name="connsiteX10" fmla="*/ 302584 w 605169"/>
              <a:gd name="connsiteY10" fmla="*/ 230114 h 393896"/>
              <a:gd name="connsiteX11" fmla="*/ 0 w 605169"/>
              <a:gd name="connsiteY11" fmla="*/ 19653 h 393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605169" h="393896">
                <a:moveTo>
                  <a:pt x="0" y="60333"/>
                </a:moveTo>
                <a:lnTo>
                  <a:pt x="124371" y="146783"/>
                </a:lnTo>
                <a:lnTo>
                  <a:pt x="302584" y="272032"/>
                </a:lnTo>
                <a:lnTo>
                  <a:pt x="480798" y="146783"/>
                </a:lnTo>
                <a:lnTo>
                  <a:pt x="605169" y="60333"/>
                </a:lnTo>
                <a:lnTo>
                  <a:pt x="605169" y="393896"/>
                </a:lnTo>
                <a:lnTo>
                  <a:pt x="0" y="393896"/>
                </a:lnTo>
                <a:close/>
                <a:moveTo>
                  <a:pt x="0" y="0"/>
                </a:moveTo>
                <a:lnTo>
                  <a:pt x="605169" y="0"/>
                </a:lnTo>
                <a:lnTo>
                  <a:pt x="605169" y="19653"/>
                </a:lnTo>
                <a:lnTo>
                  <a:pt x="302584" y="230114"/>
                </a:lnTo>
                <a:lnTo>
                  <a:pt x="0" y="19653"/>
                </a:lnTo>
                <a:close/>
              </a:path>
            </a:pathLst>
          </a:custGeom>
          <a:solidFill>
            <a:schemeClr val="accent4"/>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zh-CN"/>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a:p>
        </p:txBody>
      </p:sp>
    </p:spTree>
    <p:custDataLst>
      <p:tags r:id="rId1"/>
    </p:custDataLst>
    <p:extLst>
      <p:ext uri="{BB962C8B-B14F-4D97-AF65-F5344CB8AC3E}">
        <p14:creationId xmlns:p14="http://schemas.microsoft.com/office/powerpoint/2010/main" val="1055589641"/>
      </p:ext>
    </p:extLst>
  </p:cSld>
  <p:clrMapOvr>
    <a:masterClrMapping/>
  </p:clrMapOvr>
  <mc:AlternateContent xmlns:mc="http://schemas.openxmlformats.org/markup-compatibility/2006" xmlns:p14="http://schemas.microsoft.com/office/powerpoint/2010/main">
    <mc:Choice Requires="p14">
      <p:transition p14:dur="10"/>
    </mc:Choice>
    <mc:Fallback xmlns="">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0" presetClass="path" presetSubtype="0" accel="50000" decel="50000" fill="hold" grpId="0" nodeType="withEffect">
                                  <p:stCondLst>
                                    <p:cond delay="0"/>
                                  </p:stCondLst>
                                  <p:childTnLst>
                                    <p:animMotion origin="layout" path="M 0.00013 0.00278 L 0.08321 0.00162 L 0.22448 -0.11528 L 0.38151 -0.0213 L 0.50521 -0.02801 " pathEditMode="relative" ptsTypes="AAAAA">
                                      <p:cBhvr>
                                        <p:cTn id="6" dur="2000" fill="hold"/>
                                        <p:tgtEl>
                                          <p:spTgt spid="78"/>
                                        </p:tgtEl>
                                        <p:attrNameLst>
                                          <p:attrName>ppt_x</p:attrName>
                                          <p:attrName>ppt_y</p:attrName>
                                        </p:attrNameLst>
                                      </p:cBhvr>
                                    </p:animMotion>
                                  </p:childTnLst>
                                </p:cTn>
                              </p:par>
                            </p:childTnLst>
                          </p:cTn>
                        </p:par>
                      </p:childTnLst>
                    </p:cTn>
                  </p:par>
                  <p:par>
                    <p:cTn id="7" fill="hold">
                      <p:stCondLst>
                        <p:cond delay="indefinite"/>
                      </p:stCondLst>
                      <p:childTnLst>
                        <p:par>
                          <p:cTn id="8" fill="hold">
                            <p:stCondLst>
                              <p:cond delay="0"/>
                            </p:stCondLst>
                            <p:childTnLst>
                              <p:par>
                                <p:cTn id="9" presetID="0" presetClass="path" presetSubtype="0" accel="50000" decel="50000" fill="hold" grpId="0" nodeType="clickEffect">
                                  <p:stCondLst>
                                    <p:cond delay="0"/>
                                  </p:stCondLst>
                                  <p:childTnLst>
                                    <p:animMotion origin="layout" path="M 0.00065 0.00486 L 0.15052 -0.05 L 0.20612 -0.2199 L 0.29362 -0.22453 " pathEditMode="relative" ptsTypes="AAAA">
                                      <p:cBhvr>
                                        <p:cTn id="10" dur="2000" fill="hold"/>
                                        <p:tgtEl>
                                          <p:spTgt spid="77"/>
                                        </p:tgtEl>
                                        <p:attrNameLst>
                                          <p:attrName>ppt_x</p:attrName>
                                          <p:attrName>ppt_y</p:attrName>
                                        </p:attrNameLst>
                                      </p:cBhvr>
                                    </p:animMotion>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77" grpId="0" animBg="1"/>
      <p:bldP spid="78" grpId="0" animBg="1"/>
    </p:bldLst>
  </p:timing>
</p:sld>
</file>

<file path=ppt/slides/slide11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4" name="组合 3">
            <a:extLst>
              <a:ext uri="{FF2B5EF4-FFF2-40B4-BE49-F238E27FC236}">
                <a16:creationId xmlns:a16="http://schemas.microsoft.com/office/drawing/2014/main" id="{9A1EA9F2-FCB6-48C3-935F-7AE7E3AD14AC}"/>
              </a:ext>
            </a:extLst>
          </p:cNvPr>
          <p:cNvGrpSpPr/>
          <p:nvPr/>
        </p:nvGrpSpPr>
        <p:grpSpPr>
          <a:xfrm>
            <a:off x="304800" y="749300"/>
            <a:ext cx="6192344" cy="400110"/>
            <a:chOff x="424117" y="898245"/>
            <a:chExt cx="6192344" cy="400110"/>
          </a:xfrm>
        </p:grpSpPr>
        <p:sp>
          <p:nvSpPr>
            <p:cNvPr id="2" name="平行四边形 1">
              <a:extLst>
                <a:ext uri="{FF2B5EF4-FFF2-40B4-BE49-F238E27FC236}">
                  <a16:creationId xmlns:a16="http://schemas.microsoft.com/office/drawing/2014/main" id="{1F5BAA3F-9845-4F89-A2DD-8222D3E4EDAC}"/>
                </a:ext>
              </a:extLst>
            </p:cNvPr>
            <p:cNvSpPr/>
            <p:nvPr/>
          </p:nvSpPr>
          <p:spPr>
            <a:xfrm>
              <a:off x="424117" y="898245"/>
              <a:ext cx="628306" cy="387090"/>
            </a:xfrm>
            <a:prstGeom prst="parallelogram">
              <a:avLst/>
            </a:prstGeom>
            <a:solidFill>
              <a:schemeClr val="accent3">
                <a:lumMod val="75000"/>
              </a:schemeClr>
            </a:solidFill>
            <a:ln>
              <a:solidFill>
                <a:schemeClr val="accent3">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CN" sz="2200" dirty="0">
                  <a:latin typeface="Impact" panose="020B0806030902050204" pitchFamily="34" charset="0"/>
                </a:rPr>
                <a:t>01</a:t>
              </a:r>
              <a:endParaRPr lang="zh-CN" altLang="en-US" sz="2200" dirty="0">
                <a:latin typeface="Impact" panose="020B0806030902050204" pitchFamily="34" charset="0"/>
              </a:endParaRPr>
            </a:p>
          </p:txBody>
        </p:sp>
        <p:sp>
          <p:nvSpPr>
            <p:cNvPr id="3" name="文本框 2">
              <a:extLst>
                <a:ext uri="{FF2B5EF4-FFF2-40B4-BE49-F238E27FC236}">
                  <a16:creationId xmlns:a16="http://schemas.microsoft.com/office/drawing/2014/main" id="{4D6BD736-A4D3-4F26-AFED-36E11F50F70B}"/>
                </a:ext>
              </a:extLst>
            </p:cNvPr>
            <p:cNvSpPr txBox="1"/>
            <p:nvPr/>
          </p:nvSpPr>
          <p:spPr>
            <a:xfrm>
              <a:off x="1052423" y="898245"/>
              <a:ext cx="5564038" cy="400110"/>
            </a:xfrm>
            <a:prstGeom prst="rect">
              <a:avLst/>
            </a:prstGeom>
            <a:noFill/>
          </p:spPr>
          <p:txBody>
            <a:bodyPr wrap="square" rtlCol="0">
              <a:spAutoFit/>
            </a:bodyPr>
            <a:lstStyle/>
            <a:p>
              <a:r>
                <a:rPr lang="zh-CN" altLang="en-US" sz="2000" b="1" dirty="0"/>
                <a:t>可靠传输的相关基本概念</a:t>
              </a:r>
            </a:p>
          </p:txBody>
        </p:sp>
      </p:grpSp>
      <p:sp>
        <p:nvSpPr>
          <p:cNvPr id="6" name="矩形 5">
            <a:extLst>
              <a:ext uri="{FF2B5EF4-FFF2-40B4-BE49-F238E27FC236}">
                <a16:creationId xmlns:a16="http://schemas.microsoft.com/office/drawing/2014/main" id="{04FB463A-B16F-48FC-B54F-320676314201}"/>
              </a:ext>
            </a:extLst>
          </p:cNvPr>
          <p:cNvSpPr/>
          <p:nvPr/>
        </p:nvSpPr>
        <p:spPr>
          <a:xfrm>
            <a:off x="1787139" y="2446117"/>
            <a:ext cx="2170878" cy="506538"/>
          </a:xfrm>
          <a:prstGeom prst="rect">
            <a:avLst/>
          </a:prstGeom>
          <a:solidFill>
            <a:schemeClr val="bg2">
              <a:lumMod val="90000"/>
            </a:schemeClr>
          </a:solidFill>
          <a:ln>
            <a:solidFill>
              <a:schemeClr val="tx1"/>
            </a:solidFill>
          </a:ln>
        </p:spPr>
        <p:style>
          <a:lnRef idx="2">
            <a:schemeClr val="accent3">
              <a:shade val="50000"/>
            </a:schemeClr>
          </a:lnRef>
          <a:fillRef idx="1">
            <a:schemeClr val="accent3"/>
          </a:fillRef>
          <a:effectRef idx="0">
            <a:schemeClr val="accent3"/>
          </a:effectRef>
          <a:fontRef idx="minor">
            <a:schemeClr val="lt1"/>
          </a:fontRef>
        </p:style>
        <p:txBody>
          <a:bodyPr rtlCol="0" anchor="ctr"/>
          <a:lstStyle/>
          <a:p>
            <a:pPr algn="ctr"/>
            <a:r>
              <a:rPr lang="zh-CN" altLang="en-US" b="1" dirty="0"/>
              <a:t>误码（比特差错）</a:t>
            </a:r>
          </a:p>
        </p:txBody>
      </p:sp>
      <p:sp>
        <p:nvSpPr>
          <p:cNvPr id="44" name="矩形 43">
            <a:extLst>
              <a:ext uri="{FF2B5EF4-FFF2-40B4-BE49-F238E27FC236}">
                <a16:creationId xmlns:a16="http://schemas.microsoft.com/office/drawing/2014/main" id="{D2E55902-4483-44C2-9BB0-BC665F00A52D}"/>
              </a:ext>
            </a:extLst>
          </p:cNvPr>
          <p:cNvSpPr/>
          <p:nvPr/>
        </p:nvSpPr>
        <p:spPr>
          <a:xfrm>
            <a:off x="308094" y="1699467"/>
            <a:ext cx="2170878" cy="506538"/>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zh-CN" altLang="en-US" b="1" dirty="0"/>
              <a:t>传输差错</a:t>
            </a:r>
          </a:p>
        </p:txBody>
      </p:sp>
      <p:cxnSp>
        <p:nvCxnSpPr>
          <p:cNvPr id="11" name="连接符: 肘形 10">
            <a:extLst>
              <a:ext uri="{FF2B5EF4-FFF2-40B4-BE49-F238E27FC236}">
                <a16:creationId xmlns:a16="http://schemas.microsoft.com/office/drawing/2014/main" id="{1C60153A-AC05-4D6F-B34E-E17052F8ECC9}"/>
              </a:ext>
            </a:extLst>
          </p:cNvPr>
          <p:cNvCxnSpPr>
            <a:cxnSpLocks/>
            <a:stCxn id="6" idx="1"/>
            <a:endCxn id="44" idx="2"/>
          </p:cNvCxnSpPr>
          <p:nvPr/>
        </p:nvCxnSpPr>
        <p:spPr>
          <a:xfrm rot="10800000">
            <a:off x="1393533" y="2206006"/>
            <a:ext cx="393606" cy="493381"/>
          </a:xfrm>
          <a:prstGeom prst="bentConnector2">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sp>
        <p:nvSpPr>
          <p:cNvPr id="41" name="矩形 40">
            <a:extLst>
              <a:ext uri="{FF2B5EF4-FFF2-40B4-BE49-F238E27FC236}">
                <a16:creationId xmlns:a16="http://schemas.microsoft.com/office/drawing/2014/main" id="{413FC73A-B4D0-4D30-A618-966354A13D3F}"/>
              </a:ext>
            </a:extLst>
          </p:cNvPr>
          <p:cNvSpPr/>
          <p:nvPr/>
        </p:nvSpPr>
        <p:spPr>
          <a:xfrm>
            <a:off x="1787140" y="3338620"/>
            <a:ext cx="2170878" cy="506538"/>
          </a:xfrm>
          <a:prstGeom prst="rect">
            <a:avLst/>
          </a:prstGeom>
          <a:solidFill>
            <a:schemeClr val="bg2">
              <a:lumMod val="90000"/>
            </a:schemeClr>
          </a:solidFill>
          <a:ln>
            <a:solidFill>
              <a:schemeClr val="tx1"/>
            </a:solidFill>
          </a:ln>
        </p:spPr>
        <p:style>
          <a:lnRef idx="2">
            <a:schemeClr val="accent3">
              <a:shade val="50000"/>
            </a:schemeClr>
          </a:lnRef>
          <a:fillRef idx="1">
            <a:schemeClr val="accent3"/>
          </a:fillRef>
          <a:effectRef idx="0">
            <a:schemeClr val="accent3"/>
          </a:effectRef>
          <a:fontRef idx="minor">
            <a:schemeClr val="lt1"/>
          </a:fontRef>
        </p:style>
        <p:txBody>
          <a:bodyPr rtlCol="0" anchor="ctr"/>
          <a:lstStyle/>
          <a:p>
            <a:pPr algn="ctr"/>
            <a:r>
              <a:rPr lang="zh-CN" altLang="en-US" b="1" dirty="0"/>
              <a:t>分组丢失</a:t>
            </a:r>
          </a:p>
        </p:txBody>
      </p:sp>
      <p:cxnSp>
        <p:nvCxnSpPr>
          <p:cNvPr id="45" name="连接符: 肘形 44">
            <a:extLst>
              <a:ext uri="{FF2B5EF4-FFF2-40B4-BE49-F238E27FC236}">
                <a16:creationId xmlns:a16="http://schemas.microsoft.com/office/drawing/2014/main" id="{8F77EBE8-F658-4736-B12D-40C29950ADA9}"/>
              </a:ext>
            </a:extLst>
          </p:cNvPr>
          <p:cNvCxnSpPr>
            <a:cxnSpLocks/>
            <a:stCxn id="41" idx="1"/>
            <a:endCxn id="44" idx="2"/>
          </p:cNvCxnSpPr>
          <p:nvPr/>
        </p:nvCxnSpPr>
        <p:spPr>
          <a:xfrm rot="10800000">
            <a:off x="1393534" y="2206005"/>
            <a:ext cx="393607" cy="1385884"/>
          </a:xfrm>
          <a:prstGeom prst="bentConnector2">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sp>
        <p:nvSpPr>
          <p:cNvPr id="42" name="矩形 41">
            <a:extLst>
              <a:ext uri="{FF2B5EF4-FFF2-40B4-BE49-F238E27FC236}">
                <a16:creationId xmlns:a16="http://schemas.microsoft.com/office/drawing/2014/main" id="{6337F8D1-B247-4D0B-8C21-4BE83502BAB9}"/>
              </a:ext>
            </a:extLst>
          </p:cNvPr>
          <p:cNvSpPr/>
          <p:nvPr/>
        </p:nvSpPr>
        <p:spPr>
          <a:xfrm>
            <a:off x="1787139" y="4098427"/>
            <a:ext cx="2170878" cy="506538"/>
          </a:xfrm>
          <a:prstGeom prst="rect">
            <a:avLst/>
          </a:prstGeom>
          <a:solidFill>
            <a:schemeClr val="bg2">
              <a:lumMod val="90000"/>
            </a:schemeClr>
          </a:solidFill>
          <a:ln>
            <a:solidFill>
              <a:schemeClr val="tx1"/>
            </a:solidFill>
          </a:ln>
        </p:spPr>
        <p:style>
          <a:lnRef idx="2">
            <a:schemeClr val="accent3">
              <a:shade val="50000"/>
            </a:schemeClr>
          </a:lnRef>
          <a:fillRef idx="1">
            <a:schemeClr val="accent3"/>
          </a:fillRef>
          <a:effectRef idx="0">
            <a:schemeClr val="accent3"/>
          </a:effectRef>
          <a:fontRef idx="minor">
            <a:schemeClr val="lt1"/>
          </a:fontRef>
        </p:style>
        <p:txBody>
          <a:bodyPr rtlCol="0" anchor="ctr"/>
          <a:lstStyle/>
          <a:p>
            <a:pPr algn="ctr"/>
            <a:r>
              <a:rPr lang="zh-CN" altLang="en-US" b="1" dirty="0"/>
              <a:t>分组失序</a:t>
            </a:r>
          </a:p>
        </p:txBody>
      </p:sp>
      <p:cxnSp>
        <p:nvCxnSpPr>
          <p:cNvPr id="51" name="连接符: 肘形 50">
            <a:extLst>
              <a:ext uri="{FF2B5EF4-FFF2-40B4-BE49-F238E27FC236}">
                <a16:creationId xmlns:a16="http://schemas.microsoft.com/office/drawing/2014/main" id="{258CF9B4-2535-4559-A579-B2BE7DD81827}"/>
              </a:ext>
            </a:extLst>
          </p:cNvPr>
          <p:cNvCxnSpPr>
            <a:cxnSpLocks/>
            <a:stCxn id="42" idx="1"/>
            <a:endCxn id="44" idx="2"/>
          </p:cNvCxnSpPr>
          <p:nvPr/>
        </p:nvCxnSpPr>
        <p:spPr>
          <a:xfrm rot="10800000">
            <a:off x="1393533" y="2206006"/>
            <a:ext cx="393606" cy="2145691"/>
          </a:xfrm>
          <a:prstGeom prst="bentConnector2">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sp>
        <p:nvSpPr>
          <p:cNvPr id="43" name="矩形 42">
            <a:extLst>
              <a:ext uri="{FF2B5EF4-FFF2-40B4-BE49-F238E27FC236}">
                <a16:creationId xmlns:a16="http://schemas.microsoft.com/office/drawing/2014/main" id="{ACF8517E-4D5B-4F3C-8666-7D090C83BFA1}"/>
              </a:ext>
            </a:extLst>
          </p:cNvPr>
          <p:cNvSpPr/>
          <p:nvPr/>
        </p:nvSpPr>
        <p:spPr>
          <a:xfrm>
            <a:off x="1787139" y="4858234"/>
            <a:ext cx="2170878" cy="506538"/>
          </a:xfrm>
          <a:prstGeom prst="rect">
            <a:avLst/>
          </a:prstGeom>
          <a:solidFill>
            <a:schemeClr val="bg2">
              <a:lumMod val="90000"/>
            </a:schemeClr>
          </a:solidFill>
          <a:ln>
            <a:solidFill>
              <a:schemeClr val="tx1"/>
            </a:solidFill>
          </a:ln>
        </p:spPr>
        <p:style>
          <a:lnRef idx="2">
            <a:schemeClr val="accent3">
              <a:shade val="50000"/>
            </a:schemeClr>
          </a:lnRef>
          <a:fillRef idx="1">
            <a:schemeClr val="accent3"/>
          </a:fillRef>
          <a:effectRef idx="0">
            <a:schemeClr val="accent3"/>
          </a:effectRef>
          <a:fontRef idx="minor">
            <a:schemeClr val="lt1"/>
          </a:fontRef>
        </p:style>
        <p:txBody>
          <a:bodyPr rtlCol="0" anchor="ctr"/>
          <a:lstStyle/>
          <a:p>
            <a:pPr algn="ctr"/>
            <a:r>
              <a:rPr lang="zh-CN" altLang="en-US" b="1" dirty="0"/>
              <a:t>分组重复</a:t>
            </a:r>
          </a:p>
        </p:txBody>
      </p:sp>
      <p:cxnSp>
        <p:nvCxnSpPr>
          <p:cNvPr id="52" name="连接符: 肘形 51">
            <a:extLst>
              <a:ext uri="{FF2B5EF4-FFF2-40B4-BE49-F238E27FC236}">
                <a16:creationId xmlns:a16="http://schemas.microsoft.com/office/drawing/2014/main" id="{215DD782-FAED-4A8E-A13D-27D49FD0B450}"/>
              </a:ext>
            </a:extLst>
          </p:cNvPr>
          <p:cNvCxnSpPr>
            <a:cxnSpLocks/>
            <a:stCxn id="43" idx="1"/>
            <a:endCxn id="44" idx="2"/>
          </p:cNvCxnSpPr>
          <p:nvPr/>
        </p:nvCxnSpPr>
        <p:spPr>
          <a:xfrm rot="10800000">
            <a:off x="1393533" y="2206005"/>
            <a:ext cx="393606" cy="2905498"/>
          </a:xfrm>
          <a:prstGeom prst="bentConnector2">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grpSp>
        <p:nvGrpSpPr>
          <p:cNvPr id="27" name="组合 26">
            <a:extLst>
              <a:ext uri="{FF2B5EF4-FFF2-40B4-BE49-F238E27FC236}">
                <a16:creationId xmlns:a16="http://schemas.microsoft.com/office/drawing/2014/main" id="{DE606FE8-4775-4A4E-8F9F-00F10243B31D}"/>
              </a:ext>
            </a:extLst>
          </p:cNvPr>
          <p:cNvGrpSpPr/>
          <p:nvPr/>
        </p:nvGrpSpPr>
        <p:grpSpPr>
          <a:xfrm>
            <a:off x="4686256" y="1430515"/>
            <a:ext cx="7328085" cy="4456477"/>
            <a:chOff x="4686256" y="1430515"/>
            <a:chExt cx="7328085" cy="4456477"/>
          </a:xfrm>
        </p:grpSpPr>
        <p:sp>
          <p:nvSpPr>
            <p:cNvPr id="35" name="云形 34">
              <a:extLst>
                <a:ext uri="{FF2B5EF4-FFF2-40B4-BE49-F238E27FC236}">
                  <a16:creationId xmlns:a16="http://schemas.microsoft.com/office/drawing/2014/main" id="{C32FA7A0-ED82-438C-BCD2-BFD60281CA59}"/>
                </a:ext>
              </a:extLst>
            </p:cNvPr>
            <p:cNvSpPr/>
            <p:nvPr/>
          </p:nvSpPr>
          <p:spPr>
            <a:xfrm>
              <a:off x="5768648" y="2062471"/>
              <a:ext cx="4876798" cy="3385192"/>
            </a:xfrm>
            <a:prstGeom prst="cloud">
              <a:avLst/>
            </a:prstGeom>
            <a:solidFill>
              <a:schemeClr val="bg1">
                <a:lumMod val="85000"/>
              </a:schemeClr>
            </a:solidFill>
            <a:ln>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pic>
          <p:nvPicPr>
            <p:cNvPr id="36" name="图形 35">
              <a:extLst>
                <a:ext uri="{FF2B5EF4-FFF2-40B4-BE49-F238E27FC236}">
                  <a16:creationId xmlns:a16="http://schemas.microsoft.com/office/drawing/2014/main" id="{490FD9FF-3F53-4E5A-A04F-D8ACAB645C55}"/>
                </a:ext>
              </a:extLst>
            </p:cNvPr>
            <p:cNvPicPr>
              <a:picLocks noChangeAspect="1"/>
            </p:cNvPicPr>
            <p:nvPr/>
          </p:nvPicPr>
          <p:blipFill>
            <a:blip r:embed="rId3">
              <a:extLst>
                <a:ext uri="{28A0092B-C50C-407E-A947-70E740481C1C}">
                  <a14:useLocalDpi xmlns:a14="http://schemas.microsoft.com/office/drawing/2010/main" val="0"/>
                </a:ext>
                <a:ext uri="{96DAC541-7B7A-43D3-8B79-37D633B846F1}">
                  <asvg:svgBlip xmlns:asvg="http://schemas.microsoft.com/office/drawing/2016/SVG/main" r:embed="rId4"/>
                </a:ext>
              </a:extLst>
            </a:blip>
            <a:stretch>
              <a:fillRect/>
            </a:stretch>
          </p:blipFill>
          <p:spPr>
            <a:xfrm>
              <a:off x="11292680" y="2915270"/>
              <a:ext cx="721661" cy="438478"/>
            </a:xfrm>
            <a:prstGeom prst="rect">
              <a:avLst/>
            </a:prstGeom>
          </p:spPr>
        </p:pic>
        <p:pic>
          <p:nvPicPr>
            <p:cNvPr id="37" name="图形 36">
              <a:extLst>
                <a:ext uri="{FF2B5EF4-FFF2-40B4-BE49-F238E27FC236}">
                  <a16:creationId xmlns:a16="http://schemas.microsoft.com/office/drawing/2014/main" id="{69C49CA7-BE29-4BCF-9BF4-B7B6FBE4D64A}"/>
                </a:ext>
              </a:extLst>
            </p:cNvPr>
            <p:cNvPicPr>
              <a:picLocks noChangeAspect="1"/>
            </p:cNvPicPr>
            <p:nvPr/>
          </p:nvPicPr>
          <p:blipFill>
            <a:blip r:embed="rId5">
              <a:extLst>
                <a:ext uri="{28A0092B-C50C-407E-A947-70E740481C1C}">
                  <a14:useLocalDpi xmlns:a14="http://schemas.microsoft.com/office/drawing/2010/main" val="0"/>
                </a:ext>
                <a:ext uri="{96DAC541-7B7A-43D3-8B79-37D633B846F1}">
                  <asvg:svgBlip xmlns:asvg="http://schemas.microsoft.com/office/drawing/2016/SVG/main" r:embed="rId6"/>
                </a:ext>
              </a:extLst>
            </a:blip>
            <a:stretch>
              <a:fillRect/>
            </a:stretch>
          </p:blipFill>
          <p:spPr>
            <a:xfrm>
              <a:off x="4686256" y="3105954"/>
              <a:ext cx="529643" cy="512277"/>
            </a:xfrm>
            <a:prstGeom prst="rect">
              <a:avLst/>
            </a:prstGeom>
          </p:spPr>
        </p:pic>
        <p:cxnSp>
          <p:nvCxnSpPr>
            <p:cNvPr id="38" name="直接连接符 37">
              <a:extLst>
                <a:ext uri="{FF2B5EF4-FFF2-40B4-BE49-F238E27FC236}">
                  <a16:creationId xmlns:a16="http://schemas.microsoft.com/office/drawing/2014/main" id="{558EBDEF-18D9-438C-96AF-43D1E31CB9F7}"/>
                </a:ext>
              </a:extLst>
            </p:cNvPr>
            <p:cNvCxnSpPr>
              <a:cxnSpLocks/>
            </p:cNvCxnSpPr>
            <p:nvPr/>
          </p:nvCxnSpPr>
          <p:spPr>
            <a:xfrm flipV="1">
              <a:off x="6454891" y="2556704"/>
              <a:ext cx="1701356" cy="819782"/>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9" name="直接连接符 38">
              <a:extLst>
                <a:ext uri="{FF2B5EF4-FFF2-40B4-BE49-F238E27FC236}">
                  <a16:creationId xmlns:a16="http://schemas.microsoft.com/office/drawing/2014/main" id="{2C6B1777-3EEE-417A-BD1B-10CD9D4B68FD}"/>
                </a:ext>
              </a:extLst>
            </p:cNvPr>
            <p:cNvCxnSpPr>
              <a:cxnSpLocks/>
            </p:cNvCxnSpPr>
            <p:nvPr/>
          </p:nvCxnSpPr>
          <p:spPr>
            <a:xfrm>
              <a:off x="8156247" y="2508099"/>
              <a:ext cx="1960028" cy="662277"/>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0" name="直接连接符 39">
              <a:extLst>
                <a:ext uri="{FF2B5EF4-FFF2-40B4-BE49-F238E27FC236}">
                  <a16:creationId xmlns:a16="http://schemas.microsoft.com/office/drawing/2014/main" id="{79FD0772-7279-4E64-975E-033212501ACA}"/>
                </a:ext>
              </a:extLst>
            </p:cNvPr>
            <p:cNvCxnSpPr>
              <a:cxnSpLocks/>
            </p:cNvCxnSpPr>
            <p:nvPr/>
          </p:nvCxnSpPr>
          <p:spPr>
            <a:xfrm>
              <a:off x="6450220" y="3376486"/>
              <a:ext cx="1082682" cy="1231621"/>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6" name="直接连接符 45">
              <a:extLst>
                <a:ext uri="{FF2B5EF4-FFF2-40B4-BE49-F238E27FC236}">
                  <a16:creationId xmlns:a16="http://schemas.microsoft.com/office/drawing/2014/main" id="{B3B96998-4129-4F87-83B1-583D3A875A63}"/>
                </a:ext>
              </a:extLst>
            </p:cNvPr>
            <p:cNvCxnSpPr>
              <a:cxnSpLocks/>
            </p:cNvCxnSpPr>
            <p:nvPr/>
          </p:nvCxnSpPr>
          <p:spPr>
            <a:xfrm flipV="1">
              <a:off x="7586005" y="4312866"/>
              <a:ext cx="1836720" cy="32685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7" name="直接连接符 46">
              <a:extLst>
                <a:ext uri="{FF2B5EF4-FFF2-40B4-BE49-F238E27FC236}">
                  <a16:creationId xmlns:a16="http://schemas.microsoft.com/office/drawing/2014/main" id="{D36E5267-FB9F-41CB-BFBF-112346E10A9C}"/>
                </a:ext>
              </a:extLst>
            </p:cNvPr>
            <p:cNvCxnSpPr>
              <a:cxnSpLocks/>
            </p:cNvCxnSpPr>
            <p:nvPr/>
          </p:nvCxnSpPr>
          <p:spPr>
            <a:xfrm flipH="1">
              <a:off x="9429162" y="3084099"/>
              <a:ext cx="687113" cy="1228765"/>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8" name="直接连接符 47">
              <a:extLst>
                <a:ext uri="{FF2B5EF4-FFF2-40B4-BE49-F238E27FC236}">
                  <a16:creationId xmlns:a16="http://schemas.microsoft.com/office/drawing/2014/main" id="{61621FAB-395D-46A0-9410-D2F82A3489D7}"/>
                </a:ext>
              </a:extLst>
            </p:cNvPr>
            <p:cNvCxnSpPr>
              <a:cxnSpLocks/>
            </p:cNvCxnSpPr>
            <p:nvPr/>
          </p:nvCxnSpPr>
          <p:spPr>
            <a:xfrm flipH="1">
              <a:off x="7586005" y="2508099"/>
              <a:ext cx="570243" cy="2100008"/>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9" name="直接连接符 48">
              <a:extLst>
                <a:ext uri="{FF2B5EF4-FFF2-40B4-BE49-F238E27FC236}">
                  <a16:creationId xmlns:a16="http://schemas.microsoft.com/office/drawing/2014/main" id="{3814F7D7-82C1-4143-842E-8490DDEF468A}"/>
                </a:ext>
              </a:extLst>
            </p:cNvPr>
            <p:cNvCxnSpPr>
              <a:cxnSpLocks/>
            </p:cNvCxnSpPr>
            <p:nvPr/>
          </p:nvCxnSpPr>
          <p:spPr>
            <a:xfrm>
              <a:off x="8156247" y="2508099"/>
              <a:ext cx="1283879" cy="1804765"/>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pic>
          <p:nvPicPr>
            <p:cNvPr id="50" name="图形 49">
              <a:extLst>
                <a:ext uri="{FF2B5EF4-FFF2-40B4-BE49-F238E27FC236}">
                  <a16:creationId xmlns:a16="http://schemas.microsoft.com/office/drawing/2014/main" id="{FFFAA41B-5A8B-42C1-A4F9-F78301ACBF23}"/>
                </a:ext>
              </a:extLst>
            </p:cNvPr>
            <p:cNvPicPr>
              <a:picLocks noChangeAspect="1"/>
            </p:cNvPicPr>
            <p:nvPr/>
          </p:nvPicPr>
          <p:blipFill>
            <a:blip r:embed="rId7" cstate="print">
              <a:extLst>
                <a:ext uri="{28A0092B-C50C-407E-A947-70E740481C1C}">
                  <a14:useLocalDpi xmlns:a14="http://schemas.microsoft.com/office/drawing/2010/main" val="0"/>
                </a:ext>
                <a:ext uri="{96DAC541-7B7A-43D3-8B79-37D633B846F1}">
                  <asvg:svgBlip xmlns:asvg="http://schemas.microsoft.com/office/drawing/2016/SVG/main" r:embed="rId8"/>
                </a:ext>
              </a:extLst>
            </a:blip>
            <a:stretch>
              <a:fillRect/>
            </a:stretch>
          </p:blipFill>
          <p:spPr>
            <a:xfrm>
              <a:off x="6205563" y="3170376"/>
              <a:ext cx="498657" cy="412221"/>
            </a:xfrm>
            <a:prstGeom prst="rect">
              <a:avLst/>
            </a:prstGeom>
          </p:spPr>
        </p:pic>
        <p:pic>
          <p:nvPicPr>
            <p:cNvPr id="53" name="图形 52">
              <a:extLst>
                <a:ext uri="{FF2B5EF4-FFF2-40B4-BE49-F238E27FC236}">
                  <a16:creationId xmlns:a16="http://schemas.microsoft.com/office/drawing/2014/main" id="{76CC6DDF-CC62-4AB5-8510-11A090AFCB7E}"/>
                </a:ext>
              </a:extLst>
            </p:cNvPr>
            <p:cNvPicPr>
              <a:picLocks noChangeAspect="1"/>
            </p:cNvPicPr>
            <p:nvPr/>
          </p:nvPicPr>
          <p:blipFill>
            <a:blip r:embed="rId7" cstate="print">
              <a:extLst>
                <a:ext uri="{28A0092B-C50C-407E-A947-70E740481C1C}">
                  <a14:useLocalDpi xmlns:a14="http://schemas.microsoft.com/office/drawing/2010/main" val="0"/>
                </a:ext>
                <a:ext uri="{96DAC541-7B7A-43D3-8B79-37D633B846F1}">
                  <asvg:svgBlip xmlns:asvg="http://schemas.microsoft.com/office/drawing/2016/SVG/main" r:embed="rId8"/>
                </a:ext>
              </a:extLst>
            </a:blip>
            <a:stretch>
              <a:fillRect/>
            </a:stretch>
          </p:blipFill>
          <p:spPr>
            <a:xfrm>
              <a:off x="9866947" y="2964265"/>
              <a:ext cx="498657" cy="412221"/>
            </a:xfrm>
            <a:prstGeom prst="rect">
              <a:avLst/>
            </a:prstGeom>
          </p:spPr>
        </p:pic>
        <p:sp>
          <p:nvSpPr>
            <p:cNvPr id="54" name="文本框 53">
              <a:extLst>
                <a:ext uri="{FF2B5EF4-FFF2-40B4-BE49-F238E27FC236}">
                  <a16:creationId xmlns:a16="http://schemas.microsoft.com/office/drawing/2014/main" id="{E2C66F9E-C2BB-47E8-8ADA-1F46DAD38F98}"/>
                </a:ext>
              </a:extLst>
            </p:cNvPr>
            <p:cNvSpPr txBox="1"/>
            <p:nvPr/>
          </p:nvSpPr>
          <p:spPr>
            <a:xfrm>
              <a:off x="6235527" y="3567200"/>
              <a:ext cx="429385" cy="369332"/>
            </a:xfrm>
            <a:prstGeom prst="rect">
              <a:avLst/>
            </a:prstGeom>
            <a:noFill/>
          </p:spPr>
          <p:txBody>
            <a:bodyPr wrap="square" rtlCol="0">
              <a:spAutoFit/>
            </a:bodyPr>
            <a:lstStyle/>
            <a:p>
              <a:pPr algn="ctr"/>
              <a:r>
                <a:rPr lang="en-US" altLang="zh-CN" b="1" dirty="0"/>
                <a:t>R1</a:t>
              </a:r>
              <a:endParaRPr lang="zh-CN" altLang="en-US" b="1" dirty="0"/>
            </a:p>
          </p:txBody>
        </p:sp>
        <p:sp>
          <p:nvSpPr>
            <p:cNvPr id="55" name="文本框 54">
              <a:extLst>
                <a:ext uri="{FF2B5EF4-FFF2-40B4-BE49-F238E27FC236}">
                  <a16:creationId xmlns:a16="http://schemas.microsoft.com/office/drawing/2014/main" id="{85AA7D8A-EDF9-471E-BC02-2C72BA3EF0F3}"/>
                </a:ext>
              </a:extLst>
            </p:cNvPr>
            <p:cNvSpPr txBox="1"/>
            <p:nvPr/>
          </p:nvSpPr>
          <p:spPr>
            <a:xfrm>
              <a:off x="7662144" y="2671817"/>
              <a:ext cx="429385" cy="369332"/>
            </a:xfrm>
            <a:prstGeom prst="rect">
              <a:avLst/>
            </a:prstGeom>
            <a:noFill/>
          </p:spPr>
          <p:txBody>
            <a:bodyPr wrap="square" rtlCol="0">
              <a:spAutoFit/>
            </a:bodyPr>
            <a:lstStyle/>
            <a:p>
              <a:pPr algn="ctr"/>
              <a:r>
                <a:rPr lang="en-US" altLang="zh-CN" b="1" dirty="0"/>
                <a:t>R2</a:t>
              </a:r>
              <a:endParaRPr lang="zh-CN" altLang="en-US" b="1" dirty="0"/>
            </a:p>
          </p:txBody>
        </p:sp>
        <p:sp>
          <p:nvSpPr>
            <p:cNvPr id="56" name="文本框 55">
              <a:extLst>
                <a:ext uri="{FF2B5EF4-FFF2-40B4-BE49-F238E27FC236}">
                  <a16:creationId xmlns:a16="http://schemas.microsoft.com/office/drawing/2014/main" id="{9FE93926-02B3-429A-8BE1-4F1C3AFDA7EB}"/>
                </a:ext>
              </a:extLst>
            </p:cNvPr>
            <p:cNvSpPr txBox="1"/>
            <p:nvPr/>
          </p:nvSpPr>
          <p:spPr>
            <a:xfrm>
              <a:off x="9515500" y="3041149"/>
              <a:ext cx="429385" cy="369332"/>
            </a:xfrm>
            <a:prstGeom prst="rect">
              <a:avLst/>
            </a:prstGeom>
            <a:noFill/>
          </p:spPr>
          <p:txBody>
            <a:bodyPr wrap="square" rtlCol="0">
              <a:spAutoFit/>
            </a:bodyPr>
            <a:lstStyle/>
            <a:p>
              <a:pPr algn="ctr"/>
              <a:r>
                <a:rPr lang="en-US" altLang="zh-CN" b="1" dirty="0"/>
                <a:t>R3</a:t>
              </a:r>
              <a:endParaRPr lang="zh-CN" altLang="en-US" b="1" dirty="0"/>
            </a:p>
          </p:txBody>
        </p:sp>
        <p:sp>
          <p:nvSpPr>
            <p:cNvPr id="57" name="文本框 56">
              <a:extLst>
                <a:ext uri="{FF2B5EF4-FFF2-40B4-BE49-F238E27FC236}">
                  <a16:creationId xmlns:a16="http://schemas.microsoft.com/office/drawing/2014/main" id="{B823DEDD-CE96-4ED6-A8DE-946946C2F05B}"/>
                </a:ext>
              </a:extLst>
            </p:cNvPr>
            <p:cNvSpPr txBox="1"/>
            <p:nvPr/>
          </p:nvSpPr>
          <p:spPr>
            <a:xfrm>
              <a:off x="8829382" y="3930075"/>
              <a:ext cx="429385" cy="369332"/>
            </a:xfrm>
            <a:prstGeom prst="rect">
              <a:avLst/>
            </a:prstGeom>
            <a:noFill/>
          </p:spPr>
          <p:txBody>
            <a:bodyPr wrap="square" rtlCol="0">
              <a:spAutoFit/>
            </a:bodyPr>
            <a:lstStyle/>
            <a:p>
              <a:pPr algn="ctr"/>
              <a:r>
                <a:rPr lang="en-US" altLang="zh-CN" b="1" dirty="0"/>
                <a:t>R4</a:t>
              </a:r>
              <a:endParaRPr lang="zh-CN" altLang="en-US" b="1" dirty="0"/>
            </a:p>
          </p:txBody>
        </p:sp>
        <p:sp>
          <p:nvSpPr>
            <p:cNvPr id="58" name="文本框 57">
              <a:extLst>
                <a:ext uri="{FF2B5EF4-FFF2-40B4-BE49-F238E27FC236}">
                  <a16:creationId xmlns:a16="http://schemas.microsoft.com/office/drawing/2014/main" id="{45483B26-707A-4AD8-8E73-D7D9D4442AEB}"/>
                </a:ext>
              </a:extLst>
            </p:cNvPr>
            <p:cNvSpPr txBox="1"/>
            <p:nvPr/>
          </p:nvSpPr>
          <p:spPr>
            <a:xfrm>
              <a:off x="7662144" y="4175686"/>
              <a:ext cx="429385" cy="369332"/>
            </a:xfrm>
            <a:prstGeom prst="rect">
              <a:avLst/>
            </a:prstGeom>
            <a:noFill/>
          </p:spPr>
          <p:txBody>
            <a:bodyPr wrap="square" rtlCol="0">
              <a:spAutoFit/>
            </a:bodyPr>
            <a:lstStyle/>
            <a:p>
              <a:pPr algn="ctr"/>
              <a:r>
                <a:rPr lang="en-US" altLang="zh-CN" b="1" dirty="0"/>
                <a:t>R5</a:t>
              </a:r>
              <a:endParaRPr lang="zh-CN" altLang="en-US" b="1" dirty="0"/>
            </a:p>
          </p:txBody>
        </p:sp>
        <p:cxnSp>
          <p:nvCxnSpPr>
            <p:cNvPr id="59" name="直接连接符 58">
              <a:extLst>
                <a:ext uri="{FF2B5EF4-FFF2-40B4-BE49-F238E27FC236}">
                  <a16:creationId xmlns:a16="http://schemas.microsoft.com/office/drawing/2014/main" id="{E253FC98-D665-421D-85D7-C859D1883B0F}"/>
                </a:ext>
              </a:extLst>
            </p:cNvPr>
            <p:cNvCxnSpPr/>
            <p:nvPr/>
          </p:nvCxnSpPr>
          <p:spPr>
            <a:xfrm>
              <a:off x="5196949" y="3410481"/>
              <a:ext cx="1038578" cy="0"/>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60" name="直接连接符 59">
              <a:extLst>
                <a:ext uri="{FF2B5EF4-FFF2-40B4-BE49-F238E27FC236}">
                  <a16:creationId xmlns:a16="http://schemas.microsoft.com/office/drawing/2014/main" id="{9C6A5121-0839-40A3-83D9-D008F5DFE8F8}"/>
                </a:ext>
              </a:extLst>
            </p:cNvPr>
            <p:cNvCxnSpPr/>
            <p:nvPr/>
          </p:nvCxnSpPr>
          <p:spPr>
            <a:xfrm>
              <a:off x="10365604" y="3170375"/>
              <a:ext cx="1038578" cy="0"/>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61" name="直接连接符 60">
              <a:extLst>
                <a:ext uri="{FF2B5EF4-FFF2-40B4-BE49-F238E27FC236}">
                  <a16:creationId xmlns:a16="http://schemas.microsoft.com/office/drawing/2014/main" id="{DBD992BC-AAD6-4EDD-9920-2634B159BA80}"/>
                </a:ext>
              </a:extLst>
            </p:cNvPr>
            <p:cNvCxnSpPr>
              <a:cxnSpLocks/>
            </p:cNvCxnSpPr>
            <p:nvPr/>
          </p:nvCxnSpPr>
          <p:spPr>
            <a:xfrm flipH="1">
              <a:off x="7121224" y="4608107"/>
              <a:ext cx="549110" cy="704089"/>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pic>
          <p:nvPicPr>
            <p:cNvPr id="62" name="图形 61">
              <a:extLst>
                <a:ext uri="{FF2B5EF4-FFF2-40B4-BE49-F238E27FC236}">
                  <a16:creationId xmlns:a16="http://schemas.microsoft.com/office/drawing/2014/main" id="{FD905A5E-EA08-4A31-9972-26C16ED4E736}"/>
                </a:ext>
              </a:extLst>
            </p:cNvPr>
            <p:cNvPicPr>
              <a:picLocks noChangeAspect="1"/>
            </p:cNvPicPr>
            <p:nvPr/>
          </p:nvPicPr>
          <p:blipFill>
            <a:blip r:embed="rId9">
              <a:extLst>
                <a:ext uri="{28A0092B-C50C-407E-A947-70E740481C1C}">
                  <a14:useLocalDpi xmlns:a14="http://schemas.microsoft.com/office/drawing/2010/main" val="0"/>
                </a:ext>
                <a:ext uri="{96DAC541-7B7A-43D3-8B79-37D633B846F1}">
                  <asvg:svgBlip xmlns:asvg="http://schemas.microsoft.com/office/drawing/2016/SVG/main" r:embed="rId10"/>
                </a:ext>
              </a:extLst>
            </a:blip>
            <a:stretch>
              <a:fillRect/>
            </a:stretch>
          </p:blipFill>
          <p:spPr>
            <a:xfrm>
              <a:off x="6841302" y="5310957"/>
              <a:ext cx="464267" cy="576035"/>
            </a:xfrm>
            <a:prstGeom prst="rect">
              <a:avLst/>
            </a:prstGeom>
          </p:spPr>
        </p:pic>
        <p:pic>
          <p:nvPicPr>
            <p:cNvPr id="63" name="图形 62">
              <a:extLst>
                <a:ext uri="{FF2B5EF4-FFF2-40B4-BE49-F238E27FC236}">
                  <a16:creationId xmlns:a16="http://schemas.microsoft.com/office/drawing/2014/main" id="{D61ECE08-B80B-445C-AB4D-71EA25E4C0C8}"/>
                </a:ext>
              </a:extLst>
            </p:cNvPr>
            <p:cNvPicPr>
              <a:picLocks noChangeAspect="1"/>
            </p:cNvPicPr>
            <p:nvPr/>
          </p:nvPicPr>
          <p:blipFill>
            <a:blip r:embed="rId7" cstate="print">
              <a:extLst>
                <a:ext uri="{28A0092B-C50C-407E-A947-70E740481C1C}">
                  <a14:useLocalDpi xmlns:a14="http://schemas.microsoft.com/office/drawing/2010/main" val="0"/>
                </a:ext>
                <a:ext uri="{96DAC541-7B7A-43D3-8B79-37D633B846F1}">
                  <asvg:svgBlip xmlns:asvg="http://schemas.microsoft.com/office/drawing/2016/SVG/main" r:embed="rId8"/>
                </a:ext>
              </a:extLst>
            </a:blip>
            <a:stretch>
              <a:fillRect/>
            </a:stretch>
          </p:blipFill>
          <p:spPr>
            <a:xfrm>
              <a:off x="7350401" y="4478232"/>
              <a:ext cx="498657" cy="412221"/>
            </a:xfrm>
            <a:prstGeom prst="rect">
              <a:avLst/>
            </a:prstGeom>
          </p:spPr>
        </p:pic>
        <p:cxnSp>
          <p:nvCxnSpPr>
            <p:cNvPr id="64" name="直接连接符 63">
              <a:extLst>
                <a:ext uri="{FF2B5EF4-FFF2-40B4-BE49-F238E27FC236}">
                  <a16:creationId xmlns:a16="http://schemas.microsoft.com/office/drawing/2014/main" id="{67065917-652A-4BD7-92A7-23AF57FAF70B}"/>
                </a:ext>
              </a:extLst>
            </p:cNvPr>
            <p:cNvCxnSpPr>
              <a:cxnSpLocks/>
            </p:cNvCxnSpPr>
            <p:nvPr/>
          </p:nvCxnSpPr>
          <p:spPr>
            <a:xfrm>
              <a:off x="9440126" y="4267718"/>
              <a:ext cx="810210" cy="620130"/>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pic>
          <p:nvPicPr>
            <p:cNvPr id="65" name="图形 64">
              <a:extLst>
                <a:ext uri="{FF2B5EF4-FFF2-40B4-BE49-F238E27FC236}">
                  <a16:creationId xmlns:a16="http://schemas.microsoft.com/office/drawing/2014/main" id="{F2FF53AD-BE95-447D-A8B0-046BCC825037}"/>
                </a:ext>
              </a:extLst>
            </p:cNvPr>
            <p:cNvPicPr>
              <a:picLocks noChangeAspect="1"/>
            </p:cNvPicPr>
            <p:nvPr/>
          </p:nvPicPr>
          <p:blipFill>
            <a:blip r:embed="rId11">
              <a:extLst>
                <a:ext uri="{28A0092B-C50C-407E-A947-70E740481C1C}">
                  <a14:useLocalDpi xmlns:a14="http://schemas.microsoft.com/office/drawing/2010/main" val="0"/>
                </a:ext>
                <a:ext uri="{96DAC541-7B7A-43D3-8B79-37D633B846F1}">
                  <asvg:svgBlip xmlns:asvg="http://schemas.microsoft.com/office/drawing/2016/SVG/main" r:embed="rId12"/>
                </a:ext>
              </a:extLst>
            </a:blip>
            <a:stretch>
              <a:fillRect/>
            </a:stretch>
          </p:blipFill>
          <p:spPr>
            <a:xfrm>
              <a:off x="10087227" y="4642575"/>
              <a:ext cx="498657" cy="558839"/>
            </a:xfrm>
            <a:prstGeom prst="rect">
              <a:avLst/>
            </a:prstGeom>
          </p:spPr>
        </p:pic>
        <p:pic>
          <p:nvPicPr>
            <p:cNvPr id="66" name="图形 65">
              <a:extLst>
                <a:ext uri="{FF2B5EF4-FFF2-40B4-BE49-F238E27FC236}">
                  <a16:creationId xmlns:a16="http://schemas.microsoft.com/office/drawing/2014/main" id="{AAB7D37B-548B-42B2-89CB-79B0AEA18544}"/>
                </a:ext>
              </a:extLst>
            </p:cNvPr>
            <p:cNvPicPr>
              <a:picLocks noChangeAspect="1"/>
            </p:cNvPicPr>
            <p:nvPr/>
          </p:nvPicPr>
          <p:blipFill>
            <a:blip r:embed="rId7" cstate="print">
              <a:extLst>
                <a:ext uri="{28A0092B-C50C-407E-A947-70E740481C1C}">
                  <a14:useLocalDpi xmlns:a14="http://schemas.microsoft.com/office/drawing/2010/main" val="0"/>
                </a:ext>
                <a:ext uri="{96DAC541-7B7A-43D3-8B79-37D633B846F1}">
                  <asvg:svgBlip xmlns:asvg="http://schemas.microsoft.com/office/drawing/2016/SVG/main" r:embed="rId8"/>
                </a:ext>
              </a:extLst>
            </a:blip>
            <a:stretch>
              <a:fillRect/>
            </a:stretch>
          </p:blipFill>
          <p:spPr>
            <a:xfrm>
              <a:off x="9173397" y="4106754"/>
              <a:ext cx="498657" cy="412221"/>
            </a:xfrm>
            <a:prstGeom prst="rect">
              <a:avLst/>
            </a:prstGeom>
          </p:spPr>
        </p:pic>
        <p:cxnSp>
          <p:nvCxnSpPr>
            <p:cNvPr id="67" name="直接连接符 66">
              <a:extLst>
                <a:ext uri="{FF2B5EF4-FFF2-40B4-BE49-F238E27FC236}">
                  <a16:creationId xmlns:a16="http://schemas.microsoft.com/office/drawing/2014/main" id="{0FAE4F00-3E85-46DC-8923-9E3915EAE059}"/>
                </a:ext>
              </a:extLst>
            </p:cNvPr>
            <p:cNvCxnSpPr>
              <a:cxnSpLocks/>
            </p:cNvCxnSpPr>
            <p:nvPr/>
          </p:nvCxnSpPr>
          <p:spPr>
            <a:xfrm>
              <a:off x="8134330" y="1648452"/>
              <a:ext cx="0" cy="828038"/>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pic>
          <p:nvPicPr>
            <p:cNvPr id="68" name="图形 67">
              <a:extLst>
                <a:ext uri="{FF2B5EF4-FFF2-40B4-BE49-F238E27FC236}">
                  <a16:creationId xmlns:a16="http://schemas.microsoft.com/office/drawing/2014/main" id="{E3865CE5-78BB-4623-A982-780311E853D5}"/>
                </a:ext>
              </a:extLst>
            </p:cNvPr>
            <p:cNvPicPr>
              <a:picLocks noChangeAspect="1"/>
            </p:cNvPicPr>
            <p:nvPr/>
          </p:nvPicPr>
          <p:blipFill>
            <a:blip r:embed="rId13">
              <a:extLst>
                <a:ext uri="{28A0092B-C50C-407E-A947-70E740481C1C}">
                  <a14:useLocalDpi xmlns:a14="http://schemas.microsoft.com/office/drawing/2010/main" val="0"/>
                </a:ext>
                <a:ext uri="{96DAC541-7B7A-43D3-8B79-37D633B846F1}">
                  <asvg:svgBlip xmlns:asvg="http://schemas.microsoft.com/office/drawing/2016/SVG/main" r:embed="rId14"/>
                </a:ext>
              </a:extLst>
            </a:blip>
            <a:stretch>
              <a:fillRect/>
            </a:stretch>
          </p:blipFill>
          <p:spPr>
            <a:xfrm>
              <a:off x="7949906" y="1430515"/>
              <a:ext cx="412681" cy="541644"/>
            </a:xfrm>
            <a:prstGeom prst="rect">
              <a:avLst/>
            </a:prstGeom>
          </p:spPr>
        </p:pic>
        <p:pic>
          <p:nvPicPr>
            <p:cNvPr id="69" name="图形 68">
              <a:extLst>
                <a:ext uri="{FF2B5EF4-FFF2-40B4-BE49-F238E27FC236}">
                  <a16:creationId xmlns:a16="http://schemas.microsoft.com/office/drawing/2014/main" id="{D4A0F4BC-0BDA-46B2-80D6-9B576D172338}"/>
                </a:ext>
              </a:extLst>
            </p:cNvPr>
            <p:cNvPicPr>
              <a:picLocks noChangeAspect="1"/>
            </p:cNvPicPr>
            <p:nvPr/>
          </p:nvPicPr>
          <p:blipFill>
            <a:blip r:embed="rId7" cstate="print">
              <a:extLst>
                <a:ext uri="{28A0092B-C50C-407E-A947-70E740481C1C}">
                  <a14:useLocalDpi xmlns:a14="http://schemas.microsoft.com/office/drawing/2010/main" val="0"/>
                </a:ext>
                <a:ext uri="{96DAC541-7B7A-43D3-8B79-37D633B846F1}">
                  <asvg:svgBlip xmlns:asvg="http://schemas.microsoft.com/office/drawing/2016/SVG/main" r:embed="rId8"/>
                </a:ext>
              </a:extLst>
            </a:blip>
            <a:stretch>
              <a:fillRect/>
            </a:stretch>
          </p:blipFill>
          <p:spPr>
            <a:xfrm>
              <a:off x="7906919" y="2350594"/>
              <a:ext cx="498657" cy="412221"/>
            </a:xfrm>
            <a:prstGeom prst="rect">
              <a:avLst/>
            </a:prstGeom>
          </p:spPr>
        </p:pic>
        <p:sp>
          <p:nvSpPr>
            <p:cNvPr id="70" name="文本框 69">
              <a:extLst>
                <a:ext uri="{FF2B5EF4-FFF2-40B4-BE49-F238E27FC236}">
                  <a16:creationId xmlns:a16="http://schemas.microsoft.com/office/drawing/2014/main" id="{EE632F00-BDC1-4935-9306-1EEA92DBD1D9}"/>
                </a:ext>
              </a:extLst>
            </p:cNvPr>
            <p:cNvSpPr txBox="1"/>
            <p:nvPr/>
          </p:nvSpPr>
          <p:spPr>
            <a:xfrm>
              <a:off x="4786514" y="3590740"/>
              <a:ext cx="429385" cy="369332"/>
            </a:xfrm>
            <a:prstGeom prst="rect">
              <a:avLst/>
            </a:prstGeom>
            <a:noFill/>
          </p:spPr>
          <p:txBody>
            <a:bodyPr wrap="square" rtlCol="0">
              <a:spAutoFit/>
            </a:bodyPr>
            <a:lstStyle/>
            <a:p>
              <a:pPr algn="ctr"/>
              <a:r>
                <a:rPr lang="en-US" altLang="zh-CN" b="1" dirty="0"/>
                <a:t>H1</a:t>
              </a:r>
              <a:endParaRPr lang="zh-CN" altLang="en-US" b="1" dirty="0"/>
            </a:p>
          </p:txBody>
        </p:sp>
        <p:sp>
          <p:nvSpPr>
            <p:cNvPr id="71" name="文本框 70">
              <a:extLst>
                <a:ext uri="{FF2B5EF4-FFF2-40B4-BE49-F238E27FC236}">
                  <a16:creationId xmlns:a16="http://schemas.microsoft.com/office/drawing/2014/main" id="{F5131637-5A7E-4249-8D84-2E2CE3F98A34}"/>
                </a:ext>
              </a:extLst>
            </p:cNvPr>
            <p:cNvSpPr txBox="1"/>
            <p:nvPr/>
          </p:nvSpPr>
          <p:spPr>
            <a:xfrm>
              <a:off x="8368801" y="1472306"/>
              <a:ext cx="429385" cy="369332"/>
            </a:xfrm>
            <a:prstGeom prst="rect">
              <a:avLst/>
            </a:prstGeom>
            <a:noFill/>
          </p:spPr>
          <p:txBody>
            <a:bodyPr wrap="square" rtlCol="0">
              <a:spAutoFit/>
            </a:bodyPr>
            <a:lstStyle/>
            <a:p>
              <a:pPr algn="ctr"/>
              <a:r>
                <a:rPr lang="en-US" altLang="zh-CN" b="1" dirty="0"/>
                <a:t>H2</a:t>
              </a:r>
              <a:endParaRPr lang="zh-CN" altLang="en-US" b="1" dirty="0"/>
            </a:p>
          </p:txBody>
        </p:sp>
        <p:sp>
          <p:nvSpPr>
            <p:cNvPr id="72" name="文本框 71">
              <a:extLst>
                <a:ext uri="{FF2B5EF4-FFF2-40B4-BE49-F238E27FC236}">
                  <a16:creationId xmlns:a16="http://schemas.microsoft.com/office/drawing/2014/main" id="{392FEB6B-E5B2-427E-B3C2-EAD0790E6AB9}"/>
                </a:ext>
              </a:extLst>
            </p:cNvPr>
            <p:cNvSpPr txBox="1"/>
            <p:nvPr/>
          </p:nvSpPr>
          <p:spPr>
            <a:xfrm>
              <a:off x="11438817" y="3397931"/>
              <a:ext cx="429385" cy="369332"/>
            </a:xfrm>
            <a:prstGeom prst="rect">
              <a:avLst/>
            </a:prstGeom>
            <a:noFill/>
          </p:spPr>
          <p:txBody>
            <a:bodyPr wrap="square" rtlCol="0">
              <a:spAutoFit/>
            </a:bodyPr>
            <a:lstStyle/>
            <a:p>
              <a:pPr algn="ctr"/>
              <a:r>
                <a:rPr lang="en-US" altLang="zh-CN" b="1" dirty="0"/>
                <a:t>H3</a:t>
              </a:r>
              <a:endParaRPr lang="zh-CN" altLang="en-US" b="1" dirty="0"/>
            </a:p>
          </p:txBody>
        </p:sp>
        <p:sp>
          <p:nvSpPr>
            <p:cNvPr id="73" name="文本框 72">
              <a:extLst>
                <a:ext uri="{FF2B5EF4-FFF2-40B4-BE49-F238E27FC236}">
                  <a16:creationId xmlns:a16="http://schemas.microsoft.com/office/drawing/2014/main" id="{F4F25552-EFE0-4E05-94A7-3F4FF57CFD57}"/>
                </a:ext>
              </a:extLst>
            </p:cNvPr>
            <p:cNvSpPr txBox="1"/>
            <p:nvPr/>
          </p:nvSpPr>
          <p:spPr>
            <a:xfrm>
              <a:off x="10083732" y="5190196"/>
              <a:ext cx="429385" cy="369332"/>
            </a:xfrm>
            <a:prstGeom prst="rect">
              <a:avLst/>
            </a:prstGeom>
            <a:noFill/>
          </p:spPr>
          <p:txBody>
            <a:bodyPr wrap="square" rtlCol="0">
              <a:spAutoFit/>
            </a:bodyPr>
            <a:lstStyle/>
            <a:p>
              <a:pPr algn="ctr"/>
              <a:r>
                <a:rPr lang="en-US" altLang="zh-CN" b="1" dirty="0"/>
                <a:t>H4</a:t>
              </a:r>
              <a:endParaRPr lang="zh-CN" altLang="en-US" b="1" dirty="0"/>
            </a:p>
          </p:txBody>
        </p:sp>
        <p:sp>
          <p:nvSpPr>
            <p:cNvPr id="74" name="文本框 73">
              <a:extLst>
                <a:ext uri="{FF2B5EF4-FFF2-40B4-BE49-F238E27FC236}">
                  <a16:creationId xmlns:a16="http://schemas.microsoft.com/office/drawing/2014/main" id="{2F2D4830-205E-4B2C-867F-AB3A11CAA3B6}"/>
                </a:ext>
              </a:extLst>
            </p:cNvPr>
            <p:cNvSpPr txBox="1"/>
            <p:nvPr/>
          </p:nvSpPr>
          <p:spPr>
            <a:xfrm>
              <a:off x="7275560" y="5401853"/>
              <a:ext cx="429385" cy="369332"/>
            </a:xfrm>
            <a:prstGeom prst="rect">
              <a:avLst/>
            </a:prstGeom>
            <a:noFill/>
          </p:spPr>
          <p:txBody>
            <a:bodyPr wrap="square" rtlCol="0">
              <a:spAutoFit/>
            </a:bodyPr>
            <a:lstStyle/>
            <a:p>
              <a:pPr algn="ctr"/>
              <a:r>
                <a:rPr lang="en-US" altLang="zh-CN" b="1" dirty="0"/>
                <a:t>H5</a:t>
              </a:r>
              <a:endParaRPr lang="zh-CN" altLang="en-US" b="1" dirty="0"/>
            </a:p>
          </p:txBody>
        </p:sp>
      </p:grpSp>
      <p:sp>
        <p:nvSpPr>
          <p:cNvPr id="76" name="矩形 75">
            <a:extLst>
              <a:ext uri="{FF2B5EF4-FFF2-40B4-BE49-F238E27FC236}">
                <a16:creationId xmlns:a16="http://schemas.microsoft.com/office/drawing/2014/main" id="{1A7E5EA6-D880-48D9-8D73-1573B45B2B2B}"/>
              </a:ext>
            </a:extLst>
          </p:cNvPr>
          <p:cNvSpPr/>
          <p:nvPr/>
        </p:nvSpPr>
        <p:spPr>
          <a:xfrm>
            <a:off x="1787139" y="4858234"/>
            <a:ext cx="2170878" cy="506538"/>
          </a:xfrm>
          <a:prstGeom prst="rect">
            <a:avLst/>
          </a:prstGeom>
          <a:solidFill>
            <a:schemeClr val="accent3"/>
          </a:solidFill>
          <a:ln>
            <a:solidFill>
              <a:schemeClr val="tx1"/>
            </a:solidFill>
          </a:ln>
        </p:spPr>
        <p:style>
          <a:lnRef idx="2">
            <a:schemeClr val="accent3">
              <a:shade val="50000"/>
            </a:schemeClr>
          </a:lnRef>
          <a:fillRef idx="1">
            <a:schemeClr val="accent3"/>
          </a:fillRef>
          <a:effectRef idx="0">
            <a:schemeClr val="accent3"/>
          </a:effectRef>
          <a:fontRef idx="minor">
            <a:schemeClr val="lt1"/>
          </a:fontRef>
        </p:style>
        <p:txBody>
          <a:bodyPr rtlCol="0" anchor="ctr"/>
          <a:lstStyle/>
          <a:p>
            <a:pPr algn="ctr"/>
            <a:r>
              <a:rPr lang="zh-CN" altLang="en-US" b="1" dirty="0"/>
              <a:t>分组重复</a:t>
            </a:r>
          </a:p>
        </p:txBody>
      </p:sp>
      <p:sp>
        <p:nvSpPr>
          <p:cNvPr id="79" name="envelope_151601">
            <a:extLst>
              <a:ext uri="{FF2B5EF4-FFF2-40B4-BE49-F238E27FC236}">
                <a16:creationId xmlns:a16="http://schemas.microsoft.com/office/drawing/2014/main" id="{DF7CBC09-97EF-4967-8444-EEAAD40A49A7}"/>
              </a:ext>
            </a:extLst>
          </p:cNvPr>
          <p:cNvSpPr/>
          <p:nvPr/>
        </p:nvSpPr>
        <p:spPr>
          <a:xfrm>
            <a:off x="11404182" y="2933853"/>
            <a:ext cx="334836" cy="217940"/>
          </a:xfrm>
          <a:custGeom>
            <a:avLst/>
            <a:gdLst>
              <a:gd name="connsiteX0" fmla="*/ 0 w 605169"/>
              <a:gd name="connsiteY0" fmla="*/ 60333 h 393896"/>
              <a:gd name="connsiteX1" fmla="*/ 124371 w 605169"/>
              <a:gd name="connsiteY1" fmla="*/ 146783 h 393896"/>
              <a:gd name="connsiteX2" fmla="*/ 302584 w 605169"/>
              <a:gd name="connsiteY2" fmla="*/ 272032 h 393896"/>
              <a:gd name="connsiteX3" fmla="*/ 480798 w 605169"/>
              <a:gd name="connsiteY3" fmla="*/ 146783 h 393896"/>
              <a:gd name="connsiteX4" fmla="*/ 605169 w 605169"/>
              <a:gd name="connsiteY4" fmla="*/ 60333 h 393896"/>
              <a:gd name="connsiteX5" fmla="*/ 605169 w 605169"/>
              <a:gd name="connsiteY5" fmla="*/ 393896 h 393896"/>
              <a:gd name="connsiteX6" fmla="*/ 0 w 605169"/>
              <a:gd name="connsiteY6" fmla="*/ 393896 h 393896"/>
              <a:gd name="connsiteX7" fmla="*/ 0 w 605169"/>
              <a:gd name="connsiteY7" fmla="*/ 0 h 393896"/>
              <a:gd name="connsiteX8" fmla="*/ 605169 w 605169"/>
              <a:gd name="connsiteY8" fmla="*/ 0 h 393896"/>
              <a:gd name="connsiteX9" fmla="*/ 605169 w 605169"/>
              <a:gd name="connsiteY9" fmla="*/ 19653 h 393896"/>
              <a:gd name="connsiteX10" fmla="*/ 302584 w 605169"/>
              <a:gd name="connsiteY10" fmla="*/ 230114 h 393896"/>
              <a:gd name="connsiteX11" fmla="*/ 0 w 605169"/>
              <a:gd name="connsiteY11" fmla="*/ 19653 h 393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605169" h="393896">
                <a:moveTo>
                  <a:pt x="0" y="60333"/>
                </a:moveTo>
                <a:lnTo>
                  <a:pt x="124371" y="146783"/>
                </a:lnTo>
                <a:lnTo>
                  <a:pt x="302584" y="272032"/>
                </a:lnTo>
                <a:lnTo>
                  <a:pt x="480798" y="146783"/>
                </a:lnTo>
                <a:lnTo>
                  <a:pt x="605169" y="60333"/>
                </a:lnTo>
                <a:lnTo>
                  <a:pt x="605169" y="393896"/>
                </a:lnTo>
                <a:lnTo>
                  <a:pt x="0" y="393896"/>
                </a:lnTo>
                <a:close/>
                <a:moveTo>
                  <a:pt x="0" y="0"/>
                </a:moveTo>
                <a:lnTo>
                  <a:pt x="605169" y="0"/>
                </a:lnTo>
                <a:lnTo>
                  <a:pt x="605169" y="19653"/>
                </a:lnTo>
                <a:lnTo>
                  <a:pt x="302584" y="230114"/>
                </a:lnTo>
                <a:lnTo>
                  <a:pt x="0" y="19653"/>
                </a:lnTo>
                <a:close/>
              </a:path>
            </a:pathLst>
          </a:custGeom>
          <a:solidFill>
            <a:schemeClr val="accent4"/>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zh-CN"/>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a:p>
        </p:txBody>
      </p:sp>
      <p:sp>
        <p:nvSpPr>
          <p:cNvPr id="80" name="envelope_151601">
            <a:extLst>
              <a:ext uri="{FF2B5EF4-FFF2-40B4-BE49-F238E27FC236}">
                <a16:creationId xmlns:a16="http://schemas.microsoft.com/office/drawing/2014/main" id="{160101E5-0403-40AD-8CE6-F218853D2DEC}"/>
              </a:ext>
            </a:extLst>
          </p:cNvPr>
          <p:cNvSpPr/>
          <p:nvPr/>
        </p:nvSpPr>
        <p:spPr>
          <a:xfrm>
            <a:off x="11012838" y="2933853"/>
            <a:ext cx="334836" cy="217940"/>
          </a:xfrm>
          <a:custGeom>
            <a:avLst/>
            <a:gdLst>
              <a:gd name="connsiteX0" fmla="*/ 0 w 605169"/>
              <a:gd name="connsiteY0" fmla="*/ 60333 h 393896"/>
              <a:gd name="connsiteX1" fmla="*/ 124371 w 605169"/>
              <a:gd name="connsiteY1" fmla="*/ 146783 h 393896"/>
              <a:gd name="connsiteX2" fmla="*/ 302584 w 605169"/>
              <a:gd name="connsiteY2" fmla="*/ 272032 h 393896"/>
              <a:gd name="connsiteX3" fmla="*/ 480798 w 605169"/>
              <a:gd name="connsiteY3" fmla="*/ 146783 h 393896"/>
              <a:gd name="connsiteX4" fmla="*/ 605169 w 605169"/>
              <a:gd name="connsiteY4" fmla="*/ 60333 h 393896"/>
              <a:gd name="connsiteX5" fmla="*/ 605169 w 605169"/>
              <a:gd name="connsiteY5" fmla="*/ 393896 h 393896"/>
              <a:gd name="connsiteX6" fmla="*/ 0 w 605169"/>
              <a:gd name="connsiteY6" fmla="*/ 393896 h 393896"/>
              <a:gd name="connsiteX7" fmla="*/ 0 w 605169"/>
              <a:gd name="connsiteY7" fmla="*/ 0 h 393896"/>
              <a:gd name="connsiteX8" fmla="*/ 605169 w 605169"/>
              <a:gd name="connsiteY8" fmla="*/ 0 h 393896"/>
              <a:gd name="connsiteX9" fmla="*/ 605169 w 605169"/>
              <a:gd name="connsiteY9" fmla="*/ 19653 h 393896"/>
              <a:gd name="connsiteX10" fmla="*/ 302584 w 605169"/>
              <a:gd name="connsiteY10" fmla="*/ 230114 h 393896"/>
              <a:gd name="connsiteX11" fmla="*/ 0 w 605169"/>
              <a:gd name="connsiteY11" fmla="*/ 19653 h 393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605169" h="393896">
                <a:moveTo>
                  <a:pt x="0" y="60333"/>
                </a:moveTo>
                <a:lnTo>
                  <a:pt x="124371" y="146783"/>
                </a:lnTo>
                <a:lnTo>
                  <a:pt x="302584" y="272032"/>
                </a:lnTo>
                <a:lnTo>
                  <a:pt x="480798" y="146783"/>
                </a:lnTo>
                <a:lnTo>
                  <a:pt x="605169" y="60333"/>
                </a:lnTo>
                <a:lnTo>
                  <a:pt x="605169" y="393896"/>
                </a:lnTo>
                <a:lnTo>
                  <a:pt x="0" y="393896"/>
                </a:lnTo>
                <a:close/>
                <a:moveTo>
                  <a:pt x="0" y="0"/>
                </a:moveTo>
                <a:lnTo>
                  <a:pt x="605169" y="0"/>
                </a:lnTo>
                <a:lnTo>
                  <a:pt x="605169" y="19653"/>
                </a:lnTo>
                <a:lnTo>
                  <a:pt x="302584" y="230114"/>
                </a:lnTo>
                <a:lnTo>
                  <a:pt x="0" y="19653"/>
                </a:lnTo>
                <a:close/>
              </a:path>
            </a:pathLst>
          </a:custGeom>
          <a:solidFill>
            <a:schemeClr val="accent4"/>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zh-CN"/>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a:p>
        </p:txBody>
      </p:sp>
      <p:sp>
        <p:nvSpPr>
          <p:cNvPr id="75" name="对话气泡: 圆角矩形 74">
            <a:extLst>
              <a:ext uri="{FF2B5EF4-FFF2-40B4-BE49-F238E27FC236}">
                <a16:creationId xmlns:a16="http://schemas.microsoft.com/office/drawing/2014/main" id="{E7CF20C2-4EF4-4BB5-92CE-B5E43F2E0C1D}"/>
              </a:ext>
            </a:extLst>
          </p:cNvPr>
          <p:cNvSpPr/>
          <p:nvPr/>
        </p:nvSpPr>
        <p:spPr>
          <a:xfrm>
            <a:off x="10109143" y="1793026"/>
            <a:ext cx="1714433" cy="659670"/>
          </a:xfrm>
          <a:prstGeom prst="wedgeRoundRectCallout">
            <a:avLst>
              <a:gd name="adj1" fmla="val 13431"/>
              <a:gd name="adj2" fmla="val 108458"/>
              <a:gd name="adj3" fmla="val 16667"/>
            </a:avLst>
          </a:prstGeom>
          <a:solidFill>
            <a:schemeClr val="accent1">
              <a:lumMod val="75000"/>
            </a:schemeClr>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zh-CN" altLang="en-US" b="1" dirty="0"/>
              <a:t>重复的分组</a:t>
            </a:r>
            <a:endParaRPr lang="en-US" altLang="zh-CN" b="1" dirty="0"/>
          </a:p>
        </p:txBody>
      </p:sp>
    </p:spTree>
    <p:custDataLst>
      <p:tags r:id="rId1"/>
    </p:custDataLst>
    <p:extLst>
      <p:ext uri="{BB962C8B-B14F-4D97-AF65-F5344CB8AC3E}">
        <p14:creationId xmlns:p14="http://schemas.microsoft.com/office/powerpoint/2010/main" val="815679523"/>
      </p:ext>
    </p:extLst>
  </p:cSld>
  <p:clrMapOvr>
    <a:masterClrMapping/>
  </p:clrMapOvr>
  <mc:AlternateContent xmlns:mc="http://schemas.openxmlformats.org/markup-compatibility/2006" xmlns:p14="http://schemas.microsoft.com/office/powerpoint/2010/main">
    <mc:Choice Requires="p14">
      <p:transition p14:dur="10"/>
    </mc:Choice>
    <mc:Fallback xmlns="">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53" presetClass="entr" presetSubtype="16" fill="hold" grpId="0" nodeType="withEffect">
                                  <p:stCondLst>
                                    <p:cond delay="0"/>
                                  </p:stCondLst>
                                  <p:childTnLst>
                                    <p:set>
                                      <p:cBhvr>
                                        <p:cTn id="6" dur="1" fill="hold">
                                          <p:stCondLst>
                                            <p:cond delay="0"/>
                                          </p:stCondLst>
                                        </p:cTn>
                                        <p:tgtEl>
                                          <p:spTgt spid="75"/>
                                        </p:tgtEl>
                                        <p:attrNameLst>
                                          <p:attrName>style.visibility</p:attrName>
                                        </p:attrNameLst>
                                      </p:cBhvr>
                                      <p:to>
                                        <p:strVal val="visible"/>
                                      </p:to>
                                    </p:set>
                                    <p:anim calcmode="lin" valueType="num">
                                      <p:cBhvr>
                                        <p:cTn id="7" dur="500" fill="hold"/>
                                        <p:tgtEl>
                                          <p:spTgt spid="75"/>
                                        </p:tgtEl>
                                        <p:attrNameLst>
                                          <p:attrName>ppt_w</p:attrName>
                                        </p:attrNameLst>
                                      </p:cBhvr>
                                      <p:tavLst>
                                        <p:tav tm="0">
                                          <p:val>
                                            <p:fltVal val="0"/>
                                          </p:val>
                                        </p:tav>
                                        <p:tav tm="100000">
                                          <p:val>
                                            <p:strVal val="#ppt_w"/>
                                          </p:val>
                                        </p:tav>
                                      </p:tavLst>
                                    </p:anim>
                                    <p:anim calcmode="lin" valueType="num">
                                      <p:cBhvr>
                                        <p:cTn id="8" dur="500" fill="hold"/>
                                        <p:tgtEl>
                                          <p:spTgt spid="75"/>
                                        </p:tgtEl>
                                        <p:attrNameLst>
                                          <p:attrName>ppt_h</p:attrName>
                                        </p:attrNameLst>
                                      </p:cBhvr>
                                      <p:tavLst>
                                        <p:tav tm="0">
                                          <p:val>
                                            <p:fltVal val="0"/>
                                          </p:val>
                                        </p:tav>
                                        <p:tav tm="100000">
                                          <p:val>
                                            <p:strVal val="#ppt_h"/>
                                          </p:val>
                                        </p:tav>
                                      </p:tavLst>
                                    </p:anim>
                                    <p:animEffect transition="in" filter="fade">
                                      <p:cBhvr>
                                        <p:cTn id="9" dur="500"/>
                                        <p:tgtEl>
                                          <p:spTgt spid="75"/>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75" grpId="0" animBg="1"/>
    </p:bldLst>
  </p:timing>
</p:sld>
</file>

<file path=ppt/slides/slide11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4" name="组合 3">
            <a:extLst>
              <a:ext uri="{FF2B5EF4-FFF2-40B4-BE49-F238E27FC236}">
                <a16:creationId xmlns:a16="http://schemas.microsoft.com/office/drawing/2014/main" id="{9A1EA9F2-FCB6-48C3-935F-7AE7E3AD14AC}"/>
              </a:ext>
            </a:extLst>
          </p:cNvPr>
          <p:cNvGrpSpPr/>
          <p:nvPr/>
        </p:nvGrpSpPr>
        <p:grpSpPr>
          <a:xfrm>
            <a:off x="304800" y="749300"/>
            <a:ext cx="6192344" cy="400110"/>
            <a:chOff x="424117" y="898245"/>
            <a:chExt cx="6192344" cy="400110"/>
          </a:xfrm>
        </p:grpSpPr>
        <p:sp>
          <p:nvSpPr>
            <p:cNvPr id="2" name="平行四边形 1">
              <a:extLst>
                <a:ext uri="{FF2B5EF4-FFF2-40B4-BE49-F238E27FC236}">
                  <a16:creationId xmlns:a16="http://schemas.microsoft.com/office/drawing/2014/main" id="{1F5BAA3F-9845-4F89-A2DD-8222D3E4EDAC}"/>
                </a:ext>
              </a:extLst>
            </p:cNvPr>
            <p:cNvSpPr/>
            <p:nvPr/>
          </p:nvSpPr>
          <p:spPr>
            <a:xfrm>
              <a:off x="424117" y="898245"/>
              <a:ext cx="628306" cy="387090"/>
            </a:xfrm>
            <a:prstGeom prst="parallelogram">
              <a:avLst/>
            </a:prstGeom>
            <a:solidFill>
              <a:schemeClr val="accent3">
                <a:lumMod val="75000"/>
              </a:schemeClr>
            </a:solidFill>
            <a:ln>
              <a:solidFill>
                <a:schemeClr val="accent3">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CN" sz="2200" dirty="0">
                  <a:latin typeface="Impact" panose="020B0806030902050204" pitchFamily="34" charset="0"/>
                </a:rPr>
                <a:t>01</a:t>
              </a:r>
              <a:endParaRPr lang="zh-CN" altLang="en-US" sz="2200" dirty="0">
                <a:latin typeface="Impact" panose="020B0806030902050204" pitchFamily="34" charset="0"/>
              </a:endParaRPr>
            </a:p>
          </p:txBody>
        </p:sp>
        <p:sp>
          <p:nvSpPr>
            <p:cNvPr id="3" name="文本框 2">
              <a:extLst>
                <a:ext uri="{FF2B5EF4-FFF2-40B4-BE49-F238E27FC236}">
                  <a16:creationId xmlns:a16="http://schemas.microsoft.com/office/drawing/2014/main" id="{4D6BD736-A4D3-4F26-AFED-36E11F50F70B}"/>
                </a:ext>
              </a:extLst>
            </p:cNvPr>
            <p:cNvSpPr txBox="1"/>
            <p:nvPr/>
          </p:nvSpPr>
          <p:spPr>
            <a:xfrm>
              <a:off x="1052423" y="898245"/>
              <a:ext cx="5564038" cy="400110"/>
            </a:xfrm>
            <a:prstGeom prst="rect">
              <a:avLst/>
            </a:prstGeom>
            <a:noFill/>
          </p:spPr>
          <p:txBody>
            <a:bodyPr wrap="square" rtlCol="0">
              <a:spAutoFit/>
            </a:bodyPr>
            <a:lstStyle/>
            <a:p>
              <a:r>
                <a:rPr lang="zh-CN" altLang="en-US" sz="2000" b="1" dirty="0"/>
                <a:t>可靠传输的相关基本概念</a:t>
              </a:r>
            </a:p>
          </p:txBody>
        </p:sp>
      </p:grpSp>
      <p:sp>
        <p:nvSpPr>
          <p:cNvPr id="6" name="矩形 5">
            <a:extLst>
              <a:ext uri="{FF2B5EF4-FFF2-40B4-BE49-F238E27FC236}">
                <a16:creationId xmlns:a16="http://schemas.microsoft.com/office/drawing/2014/main" id="{04FB463A-B16F-48FC-B54F-320676314201}"/>
              </a:ext>
            </a:extLst>
          </p:cNvPr>
          <p:cNvSpPr/>
          <p:nvPr/>
        </p:nvSpPr>
        <p:spPr>
          <a:xfrm>
            <a:off x="4811813" y="4762799"/>
            <a:ext cx="2170878" cy="506538"/>
          </a:xfrm>
          <a:prstGeom prst="rect">
            <a:avLst/>
          </a:prstGeom>
          <a:solidFill>
            <a:schemeClr val="accent4"/>
          </a:solidFill>
          <a:ln>
            <a:solidFill>
              <a:schemeClr val="tx1"/>
            </a:solidFill>
          </a:ln>
        </p:spPr>
        <p:style>
          <a:lnRef idx="2">
            <a:schemeClr val="accent3">
              <a:shade val="50000"/>
            </a:schemeClr>
          </a:lnRef>
          <a:fillRef idx="1">
            <a:schemeClr val="accent3"/>
          </a:fillRef>
          <a:effectRef idx="0">
            <a:schemeClr val="accent3"/>
          </a:effectRef>
          <a:fontRef idx="minor">
            <a:schemeClr val="lt1"/>
          </a:fontRef>
        </p:style>
        <p:txBody>
          <a:bodyPr rtlCol="0" anchor="ctr"/>
          <a:lstStyle/>
          <a:p>
            <a:pPr algn="ctr"/>
            <a:r>
              <a:rPr lang="zh-CN" altLang="en-US" b="1" dirty="0"/>
              <a:t>误码（比特差错）</a:t>
            </a:r>
          </a:p>
        </p:txBody>
      </p:sp>
      <p:sp>
        <p:nvSpPr>
          <p:cNvPr id="44" name="矩形 43">
            <a:extLst>
              <a:ext uri="{FF2B5EF4-FFF2-40B4-BE49-F238E27FC236}">
                <a16:creationId xmlns:a16="http://schemas.microsoft.com/office/drawing/2014/main" id="{D2E55902-4483-44C2-9BB0-BC665F00A52D}"/>
              </a:ext>
            </a:extLst>
          </p:cNvPr>
          <p:cNvSpPr/>
          <p:nvPr/>
        </p:nvSpPr>
        <p:spPr>
          <a:xfrm>
            <a:off x="1191491" y="3340831"/>
            <a:ext cx="2170878" cy="506538"/>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zh-CN" altLang="en-US" b="1" dirty="0"/>
              <a:t>传输差错</a:t>
            </a:r>
          </a:p>
        </p:txBody>
      </p:sp>
      <p:cxnSp>
        <p:nvCxnSpPr>
          <p:cNvPr id="11" name="连接符: 肘形 10">
            <a:extLst>
              <a:ext uri="{FF2B5EF4-FFF2-40B4-BE49-F238E27FC236}">
                <a16:creationId xmlns:a16="http://schemas.microsoft.com/office/drawing/2014/main" id="{1C60153A-AC05-4D6F-B34E-E17052F8ECC9}"/>
              </a:ext>
            </a:extLst>
          </p:cNvPr>
          <p:cNvCxnSpPr>
            <a:cxnSpLocks/>
            <a:stCxn id="6" idx="1"/>
            <a:endCxn id="44" idx="3"/>
          </p:cNvCxnSpPr>
          <p:nvPr/>
        </p:nvCxnSpPr>
        <p:spPr>
          <a:xfrm rot="10800000">
            <a:off x="3362369" y="3594100"/>
            <a:ext cx="1449444" cy="1421968"/>
          </a:xfrm>
          <a:prstGeom prst="bentConnector3">
            <a:avLst>
              <a:gd name="adj1" fmla="val 50000"/>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sp>
        <p:nvSpPr>
          <p:cNvPr id="41" name="矩形 40">
            <a:extLst>
              <a:ext uri="{FF2B5EF4-FFF2-40B4-BE49-F238E27FC236}">
                <a16:creationId xmlns:a16="http://schemas.microsoft.com/office/drawing/2014/main" id="{413FC73A-B4D0-4D30-A618-966354A13D3F}"/>
              </a:ext>
            </a:extLst>
          </p:cNvPr>
          <p:cNvSpPr/>
          <p:nvPr/>
        </p:nvSpPr>
        <p:spPr>
          <a:xfrm>
            <a:off x="4811813" y="3925180"/>
            <a:ext cx="2170878" cy="506538"/>
          </a:xfrm>
          <a:prstGeom prst="rect">
            <a:avLst/>
          </a:prstGeom>
          <a:solidFill>
            <a:schemeClr val="accent6"/>
          </a:solidFill>
          <a:ln>
            <a:solidFill>
              <a:schemeClr val="tx1"/>
            </a:solidFill>
          </a:ln>
        </p:spPr>
        <p:style>
          <a:lnRef idx="2">
            <a:schemeClr val="accent3">
              <a:shade val="50000"/>
            </a:schemeClr>
          </a:lnRef>
          <a:fillRef idx="1">
            <a:schemeClr val="accent3"/>
          </a:fillRef>
          <a:effectRef idx="0">
            <a:schemeClr val="accent3"/>
          </a:effectRef>
          <a:fontRef idx="minor">
            <a:schemeClr val="lt1"/>
          </a:fontRef>
        </p:style>
        <p:txBody>
          <a:bodyPr rtlCol="0" anchor="ctr"/>
          <a:lstStyle/>
          <a:p>
            <a:pPr algn="ctr"/>
            <a:r>
              <a:rPr lang="zh-CN" altLang="en-US" b="1" dirty="0"/>
              <a:t>分组丢失</a:t>
            </a:r>
          </a:p>
        </p:txBody>
      </p:sp>
      <p:cxnSp>
        <p:nvCxnSpPr>
          <p:cNvPr id="45" name="连接符: 肘形 44">
            <a:extLst>
              <a:ext uri="{FF2B5EF4-FFF2-40B4-BE49-F238E27FC236}">
                <a16:creationId xmlns:a16="http://schemas.microsoft.com/office/drawing/2014/main" id="{8F77EBE8-F658-4736-B12D-40C29950ADA9}"/>
              </a:ext>
            </a:extLst>
          </p:cNvPr>
          <p:cNvCxnSpPr>
            <a:cxnSpLocks/>
            <a:stCxn id="41" idx="1"/>
            <a:endCxn id="44" idx="3"/>
          </p:cNvCxnSpPr>
          <p:nvPr/>
        </p:nvCxnSpPr>
        <p:spPr>
          <a:xfrm rot="10800000">
            <a:off x="3362369" y="3594101"/>
            <a:ext cx="1449444" cy="584349"/>
          </a:xfrm>
          <a:prstGeom prst="bentConnector3">
            <a:avLst>
              <a:gd name="adj1" fmla="val 50000"/>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sp>
        <p:nvSpPr>
          <p:cNvPr id="42" name="矩形 41">
            <a:extLst>
              <a:ext uri="{FF2B5EF4-FFF2-40B4-BE49-F238E27FC236}">
                <a16:creationId xmlns:a16="http://schemas.microsoft.com/office/drawing/2014/main" id="{6337F8D1-B247-4D0B-8C21-4BE83502BAB9}"/>
              </a:ext>
            </a:extLst>
          </p:cNvPr>
          <p:cNvSpPr/>
          <p:nvPr/>
        </p:nvSpPr>
        <p:spPr>
          <a:xfrm>
            <a:off x="4811813" y="2931937"/>
            <a:ext cx="2170878" cy="506538"/>
          </a:xfrm>
          <a:prstGeom prst="rect">
            <a:avLst/>
          </a:prstGeom>
          <a:solidFill>
            <a:schemeClr val="accent6"/>
          </a:solidFill>
          <a:ln>
            <a:solidFill>
              <a:schemeClr val="tx1"/>
            </a:solidFill>
          </a:ln>
        </p:spPr>
        <p:style>
          <a:lnRef idx="2">
            <a:schemeClr val="accent3">
              <a:shade val="50000"/>
            </a:schemeClr>
          </a:lnRef>
          <a:fillRef idx="1">
            <a:schemeClr val="accent3"/>
          </a:fillRef>
          <a:effectRef idx="0">
            <a:schemeClr val="accent3"/>
          </a:effectRef>
          <a:fontRef idx="minor">
            <a:schemeClr val="lt1"/>
          </a:fontRef>
        </p:style>
        <p:txBody>
          <a:bodyPr rtlCol="0" anchor="ctr"/>
          <a:lstStyle/>
          <a:p>
            <a:pPr algn="ctr"/>
            <a:r>
              <a:rPr lang="zh-CN" altLang="en-US" b="1" dirty="0"/>
              <a:t>分组失序</a:t>
            </a:r>
          </a:p>
        </p:txBody>
      </p:sp>
      <p:cxnSp>
        <p:nvCxnSpPr>
          <p:cNvPr id="51" name="连接符: 肘形 50">
            <a:extLst>
              <a:ext uri="{FF2B5EF4-FFF2-40B4-BE49-F238E27FC236}">
                <a16:creationId xmlns:a16="http://schemas.microsoft.com/office/drawing/2014/main" id="{258CF9B4-2535-4559-A579-B2BE7DD81827}"/>
              </a:ext>
            </a:extLst>
          </p:cNvPr>
          <p:cNvCxnSpPr>
            <a:cxnSpLocks/>
            <a:stCxn id="42" idx="1"/>
            <a:endCxn id="44" idx="3"/>
          </p:cNvCxnSpPr>
          <p:nvPr/>
        </p:nvCxnSpPr>
        <p:spPr>
          <a:xfrm rot="10800000" flipV="1">
            <a:off x="3362369" y="3185206"/>
            <a:ext cx="1449444" cy="408894"/>
          </a:xfrm>
          <a:prstGeom prst="bentConnector3">
            <a:avLst>
              <a:gd name="adj1" fmla="val 50000"/>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sp>
        <p:nvSpPr>
          <p:cNvPr id="43" name="矩形 42">
            <a:extLst>
              <a:ext uri="{FF2B5EF4-FFF2-40B4-BE49-F238E27FC236}">
                <a16:creationId xmlns:a16="http://schemas.microsoft.com/office/drawing/2014/main" id="{ACF8517E-4D5B-4F3C-8666-7D090C83BFA1}"/>
              </a:ext>
            </a:extLst>
          </p:cNvPr>
          <p:cNvSpPr/>
          <p:nvPr/>
        </p:nvSpPr>
        <p:spPr>
          <a:xfrm>
            <a:off x="4811813" y="1938694"/>
            <a:ext cx="2170878" cy="506538"/>
          </a:xfrm>
          <a:prstGeom prst="rect">
            <a:avLst/>
          </a:prstGeom>
          <a:solidFill>
            <a:schemeClr val="accent6"/>
          </a:solidFill>
          <a:ln>
            <a:solidFill>
              <a:schemeClr val="tx1"/>
            </a:solidFill>
          </a:ln>
        </p:spPr>
        <p:style>
          <a:lnRef idx="2">
            <a:schemeClr val="accent3">
              <a:shade val="50000"/>
            </a:schemeClr>
          </a:lnRef>
          <a:fillRef idx="1">
            <a:schemeClr val="accent3"/>
          </a:fillRef>
          <a:effectRef idx="0">
            <a:schemeClr val="accent3"/>
          </a:effectRef>
          <a:fontRef idx="minor">
            <a:schemeClr val="lt1"/>
          </a:fontRef>
        </p:style>
        <p:txBody>
          <a:bodyPr rtlCol="0" anchor="ctr"/>
          <a:lstStyle/>
          <a:p>
            <a:pPr algn="ctr"/>
            <a:r>
              <a:rPr lang="zh-CN" altLang="en-US" b="1" dirty="0"/>
              <a:t>分组重复</a:t>
            </a:r>
          </a:p>
        </p:txBody>
      </p:sp>
      <p:cxnSp>
        <p:nvCxnSpPr>
          <p:cNvPr id="52" name="连接符: 肘形 51">
            <a:extLst>
              <a:ext uri="{FF2B5EF4-FFF2-40B4-BE49-F238E27FC236}">
                <a16:creationId xmlns:a16="http://schemas.microsoft.com/office/drawing/2014/main" id="{215DD782-FAED-4A8E-A13D-27D49FD0B450}"/>
              </a:ext>
            </a:extLst>
          </p:cNvPr>
          <p:cNvCxnSpPr>
            <a:cxnSpLocks/>
            <a:stCxn id="43" idx="1"/>
            <a:endCxn id="44" idx="3"/>
          </p:cNvCxnSpPr>
          <p:nvPr/>
        </p:nvCxnSpPr>
        <p:spPr>
          <a:xfrm rot="10800000" flipV="1">
            <a:off x="3362369" y="2191962"/>
            <a:ext cx="1449444" cy="1402137"/>
          </a:xfrm>
          <a:prstGeom prst="bentConnector3">
            <a:avLst>
              <a:gd name="adj1" fmla="val 50000"/>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grpSp>
        <p:nvGrpSpPr>
          <p:cNvPr id="26" name="组合 25">
            <a:extLst>
              <a:ext uri="{FF2B5EF4-FFF2-40B4-BE49-F238E27FC236}">
                <a16:creationId xmlns:a16="http://schemas.microsoft.com/office/drawing/2014/main" id="{BADEC547-5934-4C10-AD12-0341020ED5D8}"/>
              </a:ext>
            </a:extLst>
          </p:cNvPr>
          <p:cNvGrpSpPr/>
          <p:nvPr/>
        </p:nvGrpSpPr>
        <p:grpSpPr>
          <a:xfrm>
            <a:off x="6982691" y="2191962"/>
            <a:ext cx="3383499" cy="1986489"/>
            <a:chOff x="6982691" y="2191962"/>
            <a:chExt cx="3383499" cy="1986489"/>
          </a:xfrm>
        </p:grpSpPr>
        <p:sp>
          <p:nvSpPr>
            <p:cNvPr id="24" name="右大括号 23">
              <a:extLst>
                <a:ext uri="{FF2B5EF4-FFF2-40B4-BE49-F238E27FC236}">
                  <a16:creationId xmlns:a16="http://schemas.microsoft.com/office/drawing/2014/main" id="{FFDADFAD-AA9C-47CB-BCAC-AC196177CE18}"/>
                </a:ext>
              </a:extLst>
            </p:cNvPr>
            <p:cNvSpPr/>
            <p:nvPr/>
          </p:nvSpPr>
          <p:spPr>
            <a:xfrm>
              <a:off x="6982691" y="2191962"/>
              <a:ext cx="291643" cy="1986489"/>
            </a:xfrm>
            <a:prstGeom prst="rightBrace">
              <a:avLst>
                <a:gd name="adj1" fmla="val 100814"/>
                <a:gd name="adj2" fmla="val 50000"/>
              </a:avLst>
            </a:prstGeom>
            <a:ln w="12700">
              <a:solidFill>
                <a:schemeClr val="tx1"/>
              </a:solidFill>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zh-CN" altLang="en-US"/>
            </a:p>
          </p:txBody>
        </p:sp>
        <p:sp>
          <p:nvSpPr>
            <p:cNvPr id="88" name="文本框 87">
              <a:extLst>
                <a:ext uri="{FF2B5EF4-FFF2-40B4-BE49-F238E27FC236}">
                  <a16:creationId xmlns:a16="http://schemas.microsoft.com/office/drawing/2014/main" id="{F03116FB-5653-490C-A405-ACED6D7AEECB}"/>
                </a:ext>
              </a:extLst>
            </p:cNvPr>
            <p:cNvSpPr txBox="1"/>
            <p:nvPr/>
          </p:nvSpPr>
          <p:spPr>
            <a:xfrm>
              <a:off x="7274334" y="2992280"/>
              <a:ext cx="3091856" cy="369332"/>
            </a:xfrm>
            <a:prstGeom prst="rect">
              <a:avLst/>
            </a:prstGeom>
            <a:noFill/>
          </p:spPr>
          <p:txBody>
            <a:bodyPr wrap="square" rtlCol="0">
              <a:spAutoFit/>
            </a:bodyPr>
            <a:lstStyle/>
            <a:p>
              <a:r>
                <a:rPr lang="zh-CN" altLang="en-US" b="1" dirty="0"/>
                <a:t>出现在数据链路层的上层</a:t>
              </a:r>
            </a:p>
          </p:txBody>
        </p:sp>
      </p:grpSp>
      <p:grpSp>
        <p:nvGrpSpPr>
          <p:cNvPr id="25" name="组合 24">
            <a:extLst>
              <a:ext uri="{FF2B5EF4-FFF2-40B4-BE49-F238E27FC236}">
                <a16:creationId xmlns:a16="http://schemas.microsoft.com/office/drawing/2014/main" id="{5CB51224-A1CA-42CF-B765-11F775D120F4}"/>
              </a:ext>
            </a:extLst>
          </p:cNvPr>
          <p:cNvGrpSpPr/>
          <p:nvPr/>
        </p:nvGrpSpPr>
        <p:grpSpPr>
          <a:xfrm>
            <a:off x="6982691" y="4762798"/>
            <a:ext cx="3383499" cy="518548"/>
            <a:chOff x="6982691" y="4762798"/>
            <a:chExt cx="3383499" cy="518548"/>
          </a:xfrm>
        </p:grpSpPr>
        <p:sp>
          <p:nvSpPr>
            <p:cNvPr id="20" name="文本框 19">
              <a:extLst>
                <a:ext uri="{FF2B5EF4-FFF2-40B4-BE49-F238E27FC236}">
                  <a16:creationId xmlns:a16="http://schemas.microsoft.com/office/drawing/2014/main" id="{D4B7269E-0572-45F2-9478-FB0E8E7D1F5D}"/>
                </a:ext>
              </a:extLst>
            </p:cNvPr>
            <p:cNvSpPr txBox="1"/>
            <p:nvPr/>
          </p:nvSpPr>
          <p:spPr>
            <a:xfrm>
              <a:off x="7274334" y="4831402"/>
              <a:ext cx="3091856" cy="369332"/>
            </a:xfrm>
            <a:prstGeom prst="rect">
              <a:avLst/>
            </a:prstGeom>
            <a:noFill/>
          </p:spPr>
          <p:txBody>
            <a:bodyPr wrap="square" rtlCol="0">
              <a:spAutoFit/>
            </a:bodyPr>
            <a:lstStyle/>
            <a:p>
              <a:r>
                <a:rPr lang="zh-CN" altLang="en-US" b="1" dirty="0"/>
                <a:t>出现在数据链路层及其下层</a:t>
              </a:r>
            </a:p>
          </p:txBody>
        </p:sp>
        <p:sp>
          <p:nvSpPr>
            <p:cNvPr id="89" name="右大括号 88">
              <a:extLst>
                <a:ext uri="{FF2B5EF4-FFF2-40B4-BE49-F238E27FC236}">
                  <a16:creationId xmlns:a16="http://schemas.microsoft.com/office/drawing/2014/main" id="{E07EC66B-01F6-472E-8C1B-CDBA689DAF11}"/>
                </a:ext>
              </a:extLst>
            </p:cNvPr>
            <p:cNvSpPr/>
            <p:nvPr/>
          </p:nvSpPr>
          <p:spPr>
            <a:xfrm>
              <a:off x="6982691" y="4762798"/>
              <a:ext cx="291643" cy="518548"/>
            </a:xfrm>
            <a:prstGeom prst="rightBrace">
              <a:avLst>
                <a:gd name="adj1" fmla="val 100814"/>
                <a:gd name="adj2" fmla="val 50000"/>
              </a:avLst>
            </a:prstGeom>
            <a:ln w="12700">
              <a:solidFill>
                <a:schemeClr val="tx1"/>
              </a:solidFill>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zh-CN" altLang="en-US"/>
            </a:p>
          </p:txBody>
        </p:sp>
      </p:grpSp>
    </p:spTree>
    <p:custDataLst>
      <p:tags r:id="rId1"/>
    </p:custDataLst>
    <p:extLst>
      <p:ext uri="{BB962C8B-B14F-4D97-AF65-F5344CB8AC3E}">
        <p14:creationId xmlns:p14="http://schemas.microsoft.com/office/powerpoint/2010/main" val="3821881059"/>
      </p:ext>
    </p:extLst>
  </p:cSld>
  <p:clrMapOvr>
    <a:masterClrMapping/>
  </p:clrMapOvr>
  <mc:AlternateContent xmlns:mc="http://schemas.openxmlformats.org/markup-compatibility/2006" xmlns:p159="http://schemas.microsoft.com/office/powerpoint/2015/09/main">
    <mc:Choice Requires="p159">
      <p:transition spd="slow">
        <p159:morph option="byObject"/>
      </p:transition>
    </mc:Choice>
    <mc:Fallback xmlns="">
      <p:transition spd="slow">
        <p:fade/>
      </p:transition>
    </mc:Fallback>
  </mc:AlternateContent>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2" presetClass="entr" presetSubtype="8" fill="hold" nodeType="clickEffect">
                                  <p:stCondLst>
                                    <p:cond delay="0"/>
                                  </p:stCondLst>
                                  <p:childTnLst>
                                    <p:set>
                                      <p:cBhvr>
                                        <p:cTn id="6" dur="1" fill="hold">
                                          <p:stCondLst>
                                            <p:cond delay="0"/>
                                          </p:stCondLst>
                                        </p:cTn>
                                        <p:tgtEl>
                                          <p:spTgt spid="25"/>
                                        </p:tgtEl>
                                        <p:attrNameLst>
                                          <p:attrName>style.visibility</p:attrName>
                                        </p:attrNameLst>
                                      </p:cBhvr>
                                      <p:to>
                                        <p:strVal val="visible"/>
                                      </p:to>
                                    </p:set>
                                    <p:animEffect transition="in" filter="wipe(left)">
                                      <p:cBhvr>
                                        <p:cTn id="7" dur="1000"/>
                                        <p:tgtEl>
                                          <p:spTgt spid="25"/>
                                        </p:tgtEl>
                                      </p:cBhvr>
                                    </p:animEffect>
                                  </p:childTnLst>
                                </p:cTn>
                              </p:par>
                            </p:childTnLst>
                          </p:cTn>
                        </p:par>
                      </p:childTnLst>
                    </p:cTn>
                  </p:par>
                  <p:par>
                    <p:cTn id="8" fill="hold">
                      <p:stCondLst>
                        <p:cond delay="indefinite"/>
                      </p:stCondLst>
                      <p:childTnLst>
                        <p:par>
                          <p:cTn id="9" fill="hold">
                            <p:stCondLst>
                              <p:cond delay="0"/>
                            </p:stCondLst>
                            <p:childTnLst>
                              <p:par>
                                <p:cTn id="10" presetID="22" presetClass="entr" presetSubtype="8" fill="hold" nodeType="clickEffect">
                                  <p:stCondLst>
                                    <p:cond delay="0"/>
                                  </p:stCondLst>
                                  <p:childTnLst>
                                    <p:set>
                                      <p:cBhvr>
                                        <p:cTn id="11" dur="1" fill="hold">
                                          <p:stCondLst>
                                            <p:cond delay="0"/>
                                          </p:stCondLst>
                                        </p:cTn>
                                        <p:tgtEl>
                                          <p:spTgt spid="26"/>
                                        </p:tgtEl>
                                        <p:attrNameLst>
                                          <p:attrName>style.visibility</p:attrName>
                                        </p:attrNameLst>
                                      </p:cBhvr>
                                      <p:to>
                                        <p:strVal val="visible"/>
                                      </p:to>
                                    </p:set>
                                    <p:animEffect transition="in" filter="wipe(left)">
                                      <p:cBhvr>
                                        <p:cTn id="12" dur="1000"/>
                                        <p:tgtEl>
                                          <p:spTgt spid="26"/>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11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4" name="组合 3">
            <a:extLst>
              <a:ext uri="{FF2B5EF4-FFF2-40B4-BE49-F238E27FC236}">
                <a16:creationId xmlns:a16="http://schemas.microsoft.com/office/drawing/2014/main" id="{9A1EA9F2-FCB6-48C3-935F-7AE7E3AD14AC}"/>
              </a:ext>
            </a:extLst>
          </p:cNvPr>
          <p:cNvGrpSpPr/>
          <p:nvPr/>
        </p:nvGrpSpPr>
        <p:grpSpPr>
          <a:xfrm>
            <a:off x="304800" y="749300"/>
            <a:ext cx="6192344" cy="400110"/>
            <a:chOff x="424117" y="898245"/>
            <a:chExt cx="6192344" cy="400110"/>
          </a:xfrm>
        </p:grpSpPr>
        <p:sp>
          <p:nvSpPr>
            <p:cNvPr id="2" name="平行四边形 1">
              <a:extLst>
                <a:ext uri="{FF2B5EF4-FFF2-40B4-BE49-F238E27FC236}">
                  <a16:creationId xmlns:a16="http://schemas.microsoft.com/office/drawing/2014/main" id="{1F5BAA3F-9845-4F89-A2DD-8222D3E4EDAC}"/>
                </a:ext>
              </a:extLst>
            </p:cNvPr>
            <p:cNvSpPr/>
            <p:nvPr/>
          </p:nvSpPr>
          <p:spPr>
            <a:xfrm>
              <a:off x="424117" y="898245"/>
              <a:ext cx="628306" cy="387090"/>
            </a:xfrm>
            <a:prstGeom prst="parallelogram">
              <a:avLst/>
            </a:prstGeom>
            <a:solidFill>
              <a:schemeClr val="accent3">
                <a:lumMod val="75000"/>
              </a:schemeClr>
            </a:solidFill>
            <a:ln>
              <a:solidFill>
                <a:schemeClr val="accent3">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CN" sz="2200" dirty="0">
                  <a:latin typeface="Impact" panose="020B0806030902050204" pitchFamily="34" charset="0"/>
                </a:rPr>
                <a:t>01</a:t>
              </a:r>
              <a:endParaRPr lang="zh-CN" altLang="en-US" sz="2200" dirty="0">
                <a:latin typeface="Impact" panose="020B0806030902050204" pitchFamily="34" charset="0"/>
              </a:endParaRPr>
            </a:p>
          </p:txBody>
        </p:sp>
        <p:sp>
          <p:nvSpPr>
            <p:cNvPr id="3" name="文本框 2">
              <a:extLst>
                <a:ext uri="{FF2B5EF4-FFF2-40B4-BE49-F238E27FC236}">
                  <a16:creationId xmlns:a16="http://schemas.microsoft.com/office/drawing/2014/main" id="{4D6BD736-A4D3-4F26-AFED-36E11F50F70B}"/>
                </a:ext>
              </a:extLst>
            </p:cNvPr>
            <p:cNvSpPr txBox="1"/>
            <p:nvPr/>
          </p:nvSpPr>
          <p:spPr>
            <a:xfrm>
              <a:off x="1052423" y="898245"/>
              <a:ext cx="5564038" cy="400110"/>
            </a:xfrm>
            <a:prstGeom prst="rect">
              <a:avLst/>
            </a:prstGeom>
            <a:noFill/>
          </p:spPr>
          <p:txBody>
            <a:bodyPr wrap="square" rtlCol="0">
              <a:spAutoFit/>
            </a:bodyPr>
            <a:lstStyle/>
            <a:p>
              <a:r>
                <a:rPr lang="zh-CN" altLang="en-US" sz="2000" b="1" dirty="0"/>
                <a:t>可靠传输的相关基本概念</a:t>
              </a:r>
            </a:p>
          </p:txBody>
        </p:sp>
      </p:grpSp>
      <p:sp>
        <p:nvSpPr>
          <p:cNvPr id="8" name="矩形 7">
            <a:extLst>
              <a:ext uri="{FF2B5EF4-FFF2-40B4-BE49-F238E27FC236}">
                <a16:creationId xmlns:a16="http://schemas.microsoft.com/office/drawing/2014/main" id="{C7720255-4E6C-41B6-A880-D93377A356B5}"/>
              </a:ext>
            </a:extLst>
          </p:cNvPr>
          <p:cNvSpPr/>
          <p:nvPr/>
        </p:nvSpPr>
        <p:spPr>
          <a:xfrm>
            <a:off x="1016000" y="1297642"/>
            <a:ext cx="256976" cy="256976"/>
          </a:xfrm>
          <a:prstGeom prst="rect">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9" name="íşlïḍè">
            <a:extLst>
              <a:ext uri="{FF2B5EF4-FFF2-40B4-BE49-F238E27FC236}">
                <a16:creationId xmlns:a16="http://schemas.microsoft.com/office/drawing/2014/main" id="{1E3208DB-9CB5-439E-87A6-F640C77C2B32}"/>
              </a:ext>
            </a:extLst>
          </p:cNvPr>
          <p:cNvSpPr txBox="1"/>
          <p:nvPr/>
        </p:nvSpPr>
        <p:spPr>
          <a:xfrm>
            <a:off x="1333227" y="1297641"/>
            <a:ext cx="10232983" cy="256976"/>
          </a:xfrm>
          <a:prstGeom prst="rect">
            <a:avLst/>
          </a:prstGeom>
          <a:noFill/>
        </p:spPr>
        <p:txBody>
          <a:bodyPr wrap="square" lIns="91440" tIns="45720" rIns="91440" bIns="45720" anchor="ctr">
            <a:noAutofit/>
          </a:bodyPr>
          <a:lstStyle/>
          <a:p>
            <a:r>
              <a:rPr lang="zh-CN" altLang="en-US" b="1" dirty="0">
                <a:solidFill>
                  <a:schemeClr val="accent1">
                    <a:lumMod val="75000"/>
                  </a:schemeClr>
                </a:solidFill>
              </a:rPr>
              <a:t>可靠传输服务并不局限于数据链路层</a:t>
            </a:r>
            <a:r>
              <a:rPr lang="zh-CN" altLang="en-US" b="1" dirty="0"/>
              <a:t>，其他各层均可选择实现可靠传输。</a:t>
            </a:r>
            <a:endParaRPr lang="en-US" altLang="zh-CN" b="1" dirty="0"/>
          </a:p>
        </p:txBody>
      </p:sp>
      <p:grpSp>
        <p:nvGrpSpPr>
          <p:cNvPr id="16" name="组合 15">
            <a:extLst>
              <a:ext uri="{FF2B5EF4-FFF2-40B4-BE49-F238E27FC236}">
                <a16:creationId xmlns:a16="http://schemas.microsoft.com/office/drawing/2014/main" id="{A5636B0E-20AD-46CA-B786-6A08F51589BD}"/>
              </a:ext>
            </a:extLst>
          </p:cNvPr>
          <p:cNvGrpSpPr/>
          <p:nvPr/>
        </p:nvGrpSpPr>
        <p:grpSpPr>
          <a:xfrm>
            <a:off x="2075015" y="1753288"/>
            <a:ext cx="8053169" cy="4105828"/>
            <a:chOff x="2075015" y="1753288"/>
            <a:chExt cx="8053169" cy="4105828"/>
          </a:xfrm>
        </p:grpSpPr>
        <p:sp>
          <p:nvSpPr>
            <p:cNvPr id="27" name="矩形 26">
              <a:extLst>
                <a:ext uri="{FF2B5EF4-FFF2-40B4-BE49-F238E27FC236}">
                  <a16:creationId xmlns:a16="http://schemas.microsoft.com/office/drawing/2014/main" id="{7201C407-5E3A-4225-B31A-E6AC3814D76F}"/>
                </a:ext>
              </a:extLst>
            </p:cNvPr>
            <p:cNvSpPr/>
            <p:nvPr/>
          </p:nvSpPr>
          <p:spPr>
            <a:xfrm>
              <a:off x="4082830" y="2106065"/>
              <a:ext cx="863622" cy="320897"/>
            </a:xfrm>
            <a:prstGeom prst="rect">
              <a:avLst/>
            </a:prstGeom>
            <a:solidFill>
              <a:srgbClr val="F3818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zh-CN"/>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en-US" altLang="zh-CN" b="1" dirty="0">
                  <a:solidFill>
                    <a:schemeClr val="bg1"/>
                  </a:solidFill>
                  <a:latin typeface="Arial Narrow" panose="020B0606020202030204" pitchFamily="34" charset="0"/>
                  <a:ea typeface="微软雅黑" panose="020B0503020204020204" pitchFamily="34" charset="-122"/>
                </a:rPr>
                <a:t>HTTP</a:t>
              </a:r>
              <a:endParaRPr lang="zh-CN" altLang="en-US" b="1" dirty="0">
                <a:solidFill>
                  <a:schemeClr val="bg1"/>
                </a:solidFill>
                <a:latin typeface="Arial Narrow" panose="020B0606020202030204" pitchFamily="34" charset="0"/>
                <a:ea typeface="微软雅黑" panose="020B0503020204020204" pitchFamily="34" charset="-122"/>
              </a:endParaRPr>
            </a:p>
          </p:txBody>
        </p:sp>
        <p:sp>
          <p:nvSpPr>
            <p:cNvPr id="28" name="矩形 27">
              <a:extLst>
                <a:ext uri="{FF2B5EF4-FFF2-40B4-BE49-F238E27FC236}">
                  <a16:creationId xmlns:a16="http://schemas.microsoft.com/office/drawing/2014/main" id="{23C31D94-B341-4AFA-BFC5-149F9AE08EB2}"/>
                </a:ext>
              </a:extLst>
            </p:cNvPr>
            <p:cNvSpPr/>
            <p:nvPr/>
          </p:nvSpPr>
          <p:spPr>
            <a:xfrm>
              <a:off x="5810074" y="2106065"/>
              <a:ext cx="863622" cy="320897"/>
            </a:xfrm>
            <a:prstGeom prst="rect">
              <a:avLst/>
            </a:prstGeom>
            <a:solidFill>
              <a:srgbClr val="F3818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zh-CN"/>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en-US" altLang="zh-CN" b="1" dirty="0">
                  <a:solidFill>
                    <a:schemeClr val="bg1"/>
                  </a:solidFill>
                  <a:latin typeface="Arial Narrow" panose="020B0606020202030204" pitchFamily="34" charset="0"/>
                  <a:ea typeface="微软雅黑" panose="020B0503020204020204" pitchFamily="34" charset="-122"/>
                </a:rPr>
                <a:t>SMTP</a:t>
              </a:r>
              <a:endParaRPr lang="zh-CN" altLang="en-US" b="1" dirty="0">
                <a:solidFill>
                  <a:schemeClr val="bg1"/>
                </a:solidFill>
                <a:latin typeface="Arial Narrow" panose="020B0606020202030204" pitchFamily="34" charset="0"/>
                <a:ea typeface="微软雅黑" panose="020B0503020204020204" pitchFamily="34" charset="-122"/>
              </a:endParaRPr>
            </a:p>
          </p:txBody>
        </p:sp>
        <p:sp>
          <p:nvSpPr>
            <p:cNvPr id="29" name="矩形 28">
              <a:extLst>
                <a:ext uri="{FF2B5EF4-FFF2-40B4-BE49-F238E27FC236}">
                  <a16:creationId xmlns:a16="http://schemas.microsoft.com/office/drawing/2014/main" id="{2E75E7DB-0D59-4A34-B212-D1506AB9F6DE}"/>
                </a:ext>
              </a:extLst>
            </p:cNvPr>
            <p:cNvSpPr/>
            <p:nvPr/>
          </p:nvSpPr>
          <p:spPr>
            <a:xfrm>
              <a:off x="7537318" y="2106065"/>
              <a:ext cx="863622" cy="320897"/>
            </a:xfrm>
            <a:prstGeom prst="rect">
              <a:avLst/>
            </a:prstGeom>
            <a:solidFill>
              <a:srgbClr val="F3818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zh-CN"/>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en-US" altLang="zh-CN" b="1" dirty="0">
                  <a:solidFill>
                    <a:schemeClr val="bg1"/>
                  </a:solidFill>
                  <a:latin typeface="Arial Narrow" panose="020B0606020202030204" pitchFamily="34" charset="0"/>
                  <a:ea typeface="微软雅黑" panose="020B0503020204020204" pitchFamily="34" charset="-122"/>
                </a:rPr>
                <a:t>DNS</a:t>
              </a:r>
              <a:endParaRPr lang="zh-CN" altLang="en-US" b="1" dirty="0">
                <a:solidFill>
                  <a:schemeClr val="bg1"/>
                </a:solidFill>
                <a:latin typeface="Arial Narrow" panose="020B0606020202030204" pitchFamily="34" charset="0"/>
                <a:ea typeface="微软雅黑" panose="020B0503020204020204" pitchFamily="34" charset="-122"/>
              </a:endParaRPr>
            </a:p>
          </p:txBody>
        </p:sp>
        <p:sp>
          <p:nvSpPr>
            <p:cNvPr id="30" name="矩形 29">
              <a:extLst>
                <a:ext uri="{FF2B5EF4-FFF2-40B4-BE49-F238E27FC236}">
                  <a16:creationId xmlns:a16="http://schemas.microsoft.com/office/drawing/2014/main" id="{8A15245B-DA8C-4B4A-B438-408BA8591C2C}"/>
                </a:ext>
              </a:extLst>
            </p:cNvPr>
            <p:cNvSpPr/>
            <p:nvPr/>
          </p:nvSpPr>
          <p:spPr>
            <a:xfrm>
              <a:off x="9264562" y="2106065"/>
              <a:ext cx="863622" cy="320897"/>
            </a:xfrm>
            <a:prstGeom prst="rect">
              <a:avLst/>
            </a:prstGeom>
            <a:solidFill>
              <a:srgbClr val="F3818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zh-CN"/>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en-US" altLang="zh-CN" b="1" dirty="0">
                  <a:solidFill>
                    <a:schemeClr val="bg1"/>
                  </a:solidFill>
                  <a:latin typeface="Arial Narrow" panose="020B0606020202030204" pitchFamily="34" charset="0"/>
                  <a:ea typeface="微软雅黑" panose="020B0503020204020204" pitchFamily="34" charset="-122"/>
                </a:rPr>
                <a:t>RTP</a:t>
              </a:r>
              <a:endParaRPr lang="zh-CN" altLang="en-US" b="1" dirty="0">
                <a:solidFill>
                  <a:schemeClr val="bg1"/>
                </a:solidFill>
                <a:latin typeface="Arial Narrow" panose="020B0606020202030204" pitchFamily="34" charset="0"/>
                <a:ea typeface="微软雅黑" panose="020B0503020204020204" pitchFamily="34" charset="-122"/>
              </a:endParaRPr>
            </a:p>
          </p:txBody>
        </p:sp>
        <p:sp>
          <p:nvSpPr>
            <p:cNvPr id="31" name="矩形 30">
              <a:extLst>
                <a:ext uri="{FF2B5EF4-FFF2-40B4-BE49-F238E27FC236}">
                  <a16:creationId xmlns:a16="http://schemas.microsoft.com/office/drawing/2014/main" id="{5FCED273-8E03-4376-9ABA-D53D464E5DC5}"/>
                </a:ext>
              </a:extLst>
            </p:cNvPr>
            <p:cNvSpPr/>
            <p:nvPr/>
          </p:nvSpPr>
          <p:spPr>
            <a:xfrm>
              <a:off x="4946452" y="3157956"/>
              <a:ext cx="863622" cy="320897"/>
            </a:xfrm>
            <a:prstGeom prst="rect">
              <a:avLst/>
            </a:prstGeom>
            <a:solidFill>
              <a:srgbClr val="A582DD"/>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zh-CN"/>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en-US" altLang="zh-CN" b="1" dirty="0">
                  <a:solidFill>
                    <a:schemeClr val="bg1"/>
                  </a:solidFill>
                  <a:latin typeface="Arial Narrow" panose="020B0606020202030204" pitchFamily="34" charset="0"/>
                  <a:ea typeface="微软雅黑" panose="020B0503020204020204" pitchFamily="34" charset="-122"/>
                </a:rPr>
                <a:t>TCP</a:t>
              </a:r>
              <a:endParaRPr lang="zh-CN" altLang="en-US" b="1" dirty="0">
                <a:solidFill>
                  <a:schemeClr val="bg1"/>
                </a:solidFill>
                <a:latin typeface="Arial Narrow" panose="020B0606020202030204" pitchFamily="34" charset="0"/>
                <a:ea typeface="微软雅黑" panose="020B0503020204020204" pitchFamily="34" charset="-122"/>
              </a:endParaRPr>
            </a:p>
          </p:txBody>
        </p:sp>
        <p:sp>
          <p:nvSpPr>
            <p:cNvPr id="32" name="矩形 31">
              <a:extLst>
                <a:ext uri="{FF2B5EF4-FFF2-40B4-BE49-F238E27FC236}">
                  <a16:creationId xmlns:a16="http://schemas.microsoft.com/office/drawing/2014/main" id="{ACC8488A-36BA-4CEA-A0B6-66EBF0B3A5B1}"/>
                </a:ext>
              </a:extLst>
            </p:cNvPr>
            <p:cNvSpPr/>
            <p:nvPr/>
          </p:nvSpPr>
          <p:spPr>
            <a:xfrm>
              <a:off x="8400940" y="3157956"/>
              <a:ext cx="863622" cy="320897"/>
            </a:xfrm>
            <a:prstGeom prst="rect">
              <a:avLst/>
            </a:prstGeom>
            <a:solidFill>
              <a:srgbClr val="A582DD"/>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zh-CN"/>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en-US" altLang="zh-CN" b="1" dirty="0">
                  <a:solidFill>
                    <a:schemeClr val="bg1"/>
                  </a:solidFill>
                  <a:latin typeface="Arial Narrow" panose="020B0606020202030204" pitchFamily="34" charset="0"/>
                  <a:ea typeface="微软雅黑" panose="020B0503020204020204" pitchFamily="34" charset="-122"/>
                </a:rPr>
                <a:t>UDP</a:t>
              </a:r>
              <a:endParaRPr lang="zh-CN" altLang="en-US" b="1" dirty="0">
                <a:solidFill>
                  <a:schemeClr val="bg1"/>
                </a:solidFill>
                <a:latin typeface="Arial Narrow" panose="020B0606020202030204" pitchFamily="34" charset="0"/>
                <a:ea typeface="微软雅黑" panose="020B0503020204020204" pitchFamily="34" charset="-122"/>
              </a:endParaRPr>
            </a:p>
          </p:txBody>
        </p:sp>
        <p:sp>
          <p:nvSpPr>
            <p:cNvPr id="33" name="矩形 32">
              <a:extLst>
                <a:ext uri="{FF2B5EF4-FFF2-40B4-BE49-F238E27FC236}">
                  <a16:creationId xmlns:a16="http://schemas.microsoft.com/office/drawing/2014/main" id="{234F28C1-6458-49C5-B22E-E75BFB5A53A8}"/>
                </a:ext>
              </a:extLst>
            </p:cNvPr>
            <p:cNvSpPr/>
            <p:nvPr/>
          </p:nvSpPr>
          <p:spPr>
            <a:xfrm>
              <a:off x="6634608" y="4209847"/>
              <a:ext cx="941798" cy="320897"/>
            </a:xfrm>
            <a:prstGeom prst="rect">
              <a:avLst/>
            </a:prstGeom>
            <a:solidFill>
              <a:srgbClr val="FECB5D"/>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zh-CN"/>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en-US" altLang="zh-CN" b="1" dirty="0">
                  <a:solidFill>
                    <a:schemeClr val="bg1"/>
                  </a:solidFill>
                  <a:latin typeface="Arial Narrow" panose="020B0606020202030204" pitchFamily="34" charset="0"/>
                  <a:ea typeface="微软雅黑" panose="020B0503020204020204" pitchFamily="34" charset="-122"/>
                </a:rPr>
                <a:t>IP</a:t>
              </a:r>
              <a:endParaRPr lang="zh-CN" altLang="en-US" b="1" dirty="0">
                <a:solidFill>
                  <a:schemeClr val="bg1"/>
                </a:solidFill>
                <a:latin typeface="Arial Narrow" panose="020B0606020202030204" pitchFamily="34" charset="0"/>
                <a:ea typeface="微软雅黑" panose="020B0503020204020204" pitchFamily="34" charset="-122"/>
              </a:endParaRPr>
            </a:p>
          </p:txBody>
        </p:sp>
        <p:sp>
          <p:nvSpPr>
            <p:cNvPr id="34" name="矩形 33">
              <a:extLst>
                <a:ext uri="{FF2B5EF4-FFF2-40B4-BE49-F238E27FC236}">
                  <a16:creationId xmlns:a16="http://schemas.microsoft.com/office/drawing/2014/main" id="{A8BC7E4F-EB57-4A6F-934D-6E091FF9B5AE}"/>
                </a:ext>
              </a:extLst>
            </p:cNvPr>
            <p:cNvSpPr/>
            <p:nvPr/>
          </p:nvSpPr>
          <p:spPr>
            <a:xfrm>
              <a:off x="4082831" y="5261739"/>
              <a:ext cx="941798" cy="320897"/>
            </a:xfrm>
            <a:prstGeom prst="rect">
              <a:avLst/>
            </a:prstGeom>
            <a:solidFill>
              <a:srgbClr val="A1B5D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zh-CN"/>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zh-CN" altLang="en-US" b="1" dirty="0">
                  <a:solidFill>
                    <a:schemeClr val="bg1"/>
                  </a:solidFill>
                  <a:latin typeface="微软雅黑" panose="020B0503020204020204" pitchFamily="34" charset="-122"/>
                  <a:ea typeface="微软雅黑" panose="020B0503020204020204" pitchFamily="34" charset="-122"/>
                </a:rPr>
                <a:t>以太网</a:t>
              </a:r>
            </a:p>
          </p:txBody>
        </p:sp>
        <p:sp>
          <p:nvSpPr>
            <p:cNvPr id="35" name="矩形 34">
              <a:extLst>
                <a:ext uri="{FF2B5EF4-FFF2-40B4-BE49-F238E27FC236}">
                  <a16:creationId xmlns:a16="http://schemas.microsoft.com/office/drawing/2014/main" id="{7B12B308-C106-417E-B631-D92D78E84C22}"/>
                </a:ext>
              </a:extLst>
            </p:cNvPr>
            <p:cNvSpPr/>
            <p:nvPr/>
          </p:nvSpPr>
          <p:spPr>
            <a:xfrm>
              <a:off x="6146561" y="5248579"/>
              <a:ext cx="1923913" cy="320897"/>
            </a:xfrm>
            <a:prstGeom prst="rect">
              <a:avLst/>
            </a:prstGeom>
            <a:solidFill>
              <a:srgbClr val="A1B5D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zh-CN"/>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en-US" altLang="zh-CN" b="1" dirty="0">
                  <a:solidFill>
                    <a:schemeClr val="bg1"/>
                  </a:solidFill>
                  <a:latin typeface="Arial Narrow" panose="020B0606020202030204" pitchFamily="34" charset="0"/>
                  <a:ea typeface="微软雅黑" panose="020B0503020204020204" pitchFamily="34" charset="-122"/>
                </a:rPr>
                <a:t>802.11</a:t>
              </a:r>
              <a:r>
                <a:rPr lang="zh-CN" altLang="en-US" b="1" dirty="0">
                  <a:solidFill>
                    <a:schemeClr val="bg1"/>
                  </a:solidFill>
                  <a:latin typeface="Arial Narrow" panose="020B0606020202030204" pitchFamily="34" charset="0"/>
                  <a:ea typeface="微软雅黑" panose="020B0503020204020204" pitchFamily="34" charset="-122"/>
                </a:rPr>
                <a:t>无线局域网</a:t>
              </a:r>
            </a:p>
          </p:txBody>
        </p:sp>
        <p:sp>
          <p:nvSpPr>
            <p:cNvPr id="36" name="矩形 35">
              <a:extLst>
                <a:ext uri="{FF2B5EF4-FFF2-40B4-BE49-F238E27FC236}">
                  <a16:creationId xmlns:a16="http://schemas.microsoft.com/office/drawing/2014/main" id="{270A8D63-78DA-458C-9802-4D8017AAF74A}"/>
                </a:ext>
              </a:extLst>
            </p:cNvPr>
            <p:cNvSpPr/>
            <p:nvPr/>
          </p:nvSpPr>
          <p:spPr>
            <a:xfrm>
              <a:off x="9186385" y="5261739"/>
              <a:ext cx="941798" cy="320897"/>
            </a:xfrm>
            <a:prstGeom prst="rect">
              <a:avLst/>
            </a:prstGeom>
            <a:solidFill>
              <a:srgbClr val="A1B5D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zh-CN"/>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zh-CN" altLang="en-US" b="1" dirty="0">
                  <a:solidFill>
                    <a:schemeClr val="bg1"/>
                  </a:solidFill>
                  <a:latin typeface="微软雅黑" panose="020B0503020204020204" pitchFamily="34" charset="-122"/>
                  <a:ea typeface="微软雅黑" panose="020B0503020204020204" pitchFamily="34" charset="-122"/>
                </a:rPr>
                <a:t>接口</a:t>
              </a:r>
              <a:r>
                <a:rPr lang="en-US" altLang="zh-CN" b="1" dirty="0">
                  <a:solidFill>
                    <a:schemeClr val="bg1"/>
                  </a:solidFill>
                  <a:latin typeface="微软雅黑" panose="020B0503020204020204" pitchFamily="34" charset="-122"/>
                  <a:ea typeface="微软雅黑" panose="020B0503020204020204" pitchFamily="34" charset="-122"/>
                </a:rPr>
                <a:t>n</a:t>
              </a:r>
              <a:endParaRPr lang="zh-CN" altLang="en-US" b="1" dirty="0">
                <a:solidFill>
                  <a:schemeClr val="bg1"/>
                </a:solidFill>
                <a:latin typeface="微软雅黑" panose="020B0503020204020204" pitchFamily="34" charset="-122"/>
                <a:ea typeface="微软雅黑" panose="020B0503020204020204" pitchFamily="34" charset="-122"/>
              </a:endParaRPr>
            </a:p>
          </p:txBody>
        </p:sp>
        <p:cxnSp>
          <p:nvCxnSpPr>
            <p:cNvPr id="37" name="直接箭头连接符 36">
              <a:extLst>
                <a:ext uri="{FF2B5EF4-FFF2-40B4-BE49-F238E27FC236}">
                  <a16:creationId xmlns:a16="http://schemas.microsoft.com/office/drawing/2014/main" id="{F04B5E55-0140-4B05-9FEB-F7264945BD6F}"/>
                </a:ext>
              </a:extLst>
            </p:cNvPr>
            <p:cNvCxnSpPr>
              <a:cxnSpLocks/>
              <a:endCxn id="27" idx="2"/>
            </p:cNvCxnSpPr>
            <p:nvPr/>
          </p:nvCxnSpPr>
          <p:spPr>
            <a:xfrm flipH="1" flipV="1">
              <a:off x="4514641" y="2426962"/>
              <a:ext cx="431811" cy="730993"/>
            </a:xfrm>
            <a:prstGeom prst="straightConnector1">
              <a:avLst/>
            </a:prstGeom>
            <a:ln w="12700">
              <a:solidFill>
                <a:schemeClr val="tx1"/>
              </a:solidFill>
              <a:headEnd type="triangle" w="med" len="lg"/>
              <a:tailEnd type="triangle" w="med" len="lg"/>
            </a:ln>
          </p:spPr>
          <p:style>
            <a:lnRef idx="1">
              <a:schemeClr val="accent1"/>
            </a:lnRef>
            <a:fillRef idx="0">
              <a:schemeClr val="accent1"/>
            </a:fillRef>
            <a:effectRef idx="0">
              <a:schemeClr val="accent1"/>
            </a:effectRef>
            <a:fontRef idx="minor">
              <a:schemeClr val="tx1"/>
            </a:fontRef>
          </p:style>
        </p:cxnSp>
        <p:cxnSp>
          <p:nvCxnSpPr>
            <p:cNvPr id="38" name="直接箭头连接符 37">
              <a:extLst>
                <a:ext uri="{FF2B5EF4-FFF2-40B4-BE49-F238E27FC236}">
                  <a16:creationId xmlns:a16="http://schemas.microsoft.com/office/drawing/2014/main" id="{5E5B95BE-3FCB-45E1-82F0-FA3DB2E9ACD4}"/>
                </a:ext>
              </a:extLst>
            </p:cNvPr>
            <p:cNvCxnSpPr>
              <a:cxnSpLocks/>
              <a:endCxn id="28" idx="2"/>
            </p:cNvCxnSpPr>
            <p:nvPr/>
          </p:nvCxnSpPr>
          <p:spPr>
            <a:xfrm flipV="1">
              <a:off x="5810074" y="2426962"/>
              <a:ext cx="431811" cy="746393"/>
            </a:xfrm>
            <a:prstGeom prst="straightConnector1">
              <a:avLst/>
            </a:prstGeom>
            <a:ln w="12700">
              <a:solidFill>
                <a:schemeClr val="tx1"/>
              </a:solidFill>
              <a:headEnd type="triangle" w="med" len="lg"/>
              <a:tailEnd type="triangle" w="med" len="lg"/>
            </a:ln>
          </p:spPr>
          <p:style>
            <a:lnRef idx="1">
              <a:schemeClr val="accent1"/>
            </a:lnRef>
            <a:fillRef idx="0">
              <a:schemeClr val="accent1"/>
            </a:fillRef>
            <a:effectRef idx="0">
              <a:schemeClr val="accent1"/>
            </a:effectRef>
            <a:fontRef idx="minor">
              <a:schemeClr val="tx1"/>
            </a:fontRef>
          </p:style>
        </p:cxnSp>
        <p:cxnSp>
          <p:nvCxnSpPr>
            <p:cNvPr id="39" name="直接箭头连接符 38">
              <a:extLst>
                <a:ext uri="{FF2B5EF4-FFF2-40B4-BE49-F238E27FC236}">
                  <a16:creationId xmlns:a16="http://schemas.microsoft.com/office/drawing/2014/main" id="{808082B5-90AA-4932-A3C9-D1D27803D6B2}"/>
                </a:ext>
              </a:extLst>
            </p:cNvPr>
            <p:cNvCxnSpPr>
              <a:cxnSpLocks/>
            </p:cNvCxnSpPr>
            <p:nvPr/>
          </p:nvCxnSpPr>
          <p:spPr>
            <a:xfrm flipH="1" flipV="1">
              <a:off x="7969130" y="2426962"/>
              <a:ext cx="431810" cy="746393"/>
            </a:xfrm>
            <a:prstGeom prst="straightConnector1">
              <a:avLst/>
            </a:prstGeom>
            <a:ln w="12700">
              <a:solidFill>
                <a:schemeClr val="tx1"/>
              </a:solidFill>
              <a:headEnd type="triangle" w="med" len="lg"/>
              <a:tailEnd type="triangle" w="med" len="lg"/>
            </a:ln>
          </p:spPr>
          <p:style>
            <a:lnRef idx="1">
              <a:schemeClr val="accent1"/>
            </a:lnRef>
            <a:fillRef idx="0">
              <a:schemeClr val="accent1"/>
            </a:fillRef>
            <a:effectRef idx="0">
              <a:schemeClr val="accent1"/>
            </a:effectRef>
            <a:fontRef idx="minor">
              <a:schemeClr val="tx1"/>
            </a:fontRef>
          </p:style>
        </p:cxnSp>
        <p:cxnSp>
          <p:nvCxnSpPr>
            <p:cNvPr id="40" name="直接箭头连接符 39">
              <a:extLst>
                <a:ext uri="{FF2B5EF4-FFF2-40B4-BE49-F238E27FC236}">
                  <a16:creationId xmlns:a16="http://schemas.microsoft.com/office/drawing/2014/main" id="{6132689B-770A-45EC-A8BE-049F024246AD}"/>
                </a:ext>
              </a:extLst>
            </p:cNvPr>
            <p:cNvCxnSpPr>
              <a:cxnSpLocks/>
            </p:cNvCxnSpPr>
            <p:nvPr/>
          </p:nvCxnSpPr>
          <p:spPr>
            <a:xfrm flipV="1">
              <a:off x="9264562" y="2426962"/>
              <a:ext cx="431811" cy="730993"/>
            </a:xfrm>
            <a:prstGeom prst="straightConnector1">
              <a:avLst/>
            </a:prstGeom>
            <a:ln w="12700">
              <a:solidFill>
                <a:schemeClr val="tx1"/>
              </a:solidFill>
              <a:headEnd type="triangle" w="med" len="lg"/>
              <a:tailEnd type="triangle" w="med" len="lg"/>
            </a:ln>
          </p:spPr>
          <p:style>
            <a:lnRef idx="1">
              <a:schemeClr val="accent1"/>
            </a:lnRef>
            <a:fillRef idx="0">
              <a:schemeClr val="accent1"/>
            </a:fillRef>
            <a:effectRef idx="0">
              <a:schemeClr val="accent1"/>
            </a:effectRef>
            <a:fontRef idx="minor">
              <a:schemeClr val="tx1"/>
            </a:fontRef>
          </p:style>
        </p:cxnSp>
        <p:cxnSp>
          <p:nvCxnSpPr>
            <p:cNvPr id="41" name="直接箭头连接符 40">
              <a:extLst>
                <a:ext uri="{FF2B5EF4-FFF2-40B4-BE49-F238E27FC236}">
                  <a16:creationId xmlns:a16="http://schemas.microsoft.com/office/drawing/2014/main" id="{C53A55FE-1AC3-47CA-B931-5BBE2C96C7B7}"/>
                </a:ext>
              </a:extLst>
            </p:cNvPr>
            <p:cNvCxnSpPr>
              <a:cxnSpLocks/>
            </p:cNvCxnSpPr>
            <p:nvPr/>
          </p:nvCxnSpPr>
          <p:spPr>
            <a:xfrm flipH="1" flipV="1">
              <a:off x="5810074" y="3478853"/>
              <a:ext cx="824535" cy="730996"/>
            </a:xfrm>
            <a:prstGeom prst="straightConnector1">
              <a:avLst/>
            </a:prstGeom>
            <a:ln w="12700">
              <a:solidFill>
                <a:schemeClr val="tx1"/>
              </a:solidFill>
              <a:headEnd type="triangle" w="med" len="lg"/>
              <a:tailEnd type="triangle" w="med" len="lg"/>
            </a:ln>
          </p:spPr>
          <p:style>
            <a:lnRef idx="1">
              <a:schemeClr val="accent1"/>
            </a:lnRef>
            <a:fillRef idx="0">
              <a:schemeClr val="accent1"/>
            </a:fillRef>
            <a:effectRef idx="0">
              <a:schemeClr val="accent1"/>
            </a:effectRef>
            <a:fontRef idx="minor">
              <a:schemeClr val="tx1"/>
            </a:fontRef>
          </p:style>
        </p:cxnSp>
        <p:cxnSp>
          <p:nvCxnSpPr>
            <p:cNvPr id="42" name="直接箭头连接符 41">
              <a:extLst>
                <a:ext uri="{FF2B5EF4-FFF2-40B4-BE49-F238E27FC236}">
                  <a16:creationId xmlns:a16="http://schemas.microsoft.com/office/drawing/2014/main" id="{3F689CE0-6C26-453D-A4DE-6D2A6A4AD9EC}"/>
                </a:ext>
              </a:extLst>
            </p:cNvPr>
            <p:cNvCxnSpPr>
              <a:cxnSpLocks/>
            </p:cNvCxnSpPr>
            <p:nvPr/>
          </p:nvCxnSpPr>
          <p:spPr>
            <a:xfrm flipV="1">
              <a:off x="7576406" y="3468784"/>
              <a:ext cx="824534" cy="751767"/>
            </a:xfrm>
            <a:prstGeom prst="straightConnector1">
              <a:avLst/>
            </a:prstGeom>
            <a:ln w="12700">
              <a:solidFill>
                <a:schemeClr val="tx1"/>
              </a:solidFill>
              <a:headEnd type="triangle" w="med" len="lg"/>
              <a:tailEnd type="triangle" w="med" len="lg"/>
            </a:ln>
          </p:spPr>
          <p:style>
            <a:lnRef idx="1">
              <a:schemeClr val="accent1"/>
            </a:lnRef>
            <a:fillRef idx="0">
              <a:schemeClr val="accent1"/>
            </a:fillRef>
            <a:effectRef idx="0">
              <a:schemeClr val="accent1"/>
            </a:effectRef>
            <a:fontRef idx="minor">
              <a:schemeClr val="tx1"/>
            </a:fontRef>
          </p:style>
        </p:cxnSp>
        <p:cxnSp>
          <p:nvCxnSpPr>
            <p:cNvPr id="43" name="直接箭头连接符 42">
              <a:extLst>
                <a:ext uri="{FF2B5EF4-FFF2-40B4-BE49-F238E27FC236}">
                  <a16:creationId xmlns:a16="http://schemas.microsoft.com/office/drawing/2014/main" id="{F865AC06-7394-438C-AE78-8ABDFEA01B03}"/>
                </a:ext>
              </a:extLst>
            </p:cNvPr>
            <p:cNvCxnSpPr>
              <a:cxnSpLocks/>
            </p:cNvCxnSpPr>
            <p:nvPr/>
          </p:nvCxnSpPr>
          <p:spPr>
            <a:xfrm flipH="1" flipV="1">
              <a:off x="7576406" y="4530745"/>
              <a:ext cx="1609979" cy="725080"/>
            </a:xfrm>
            <a:prstGeom prst="straightConnector1">
              <a:avLst/>
            </a:prstGeom>
            <a:ln w="12700">
              <a:solidFill>
                <a:schemeClr val="tx1"/>
              </a:solidFill>
              <a:headEnd type="triangle" w="med" len="lg"/>
              <a:tailEnd type="triangle" w="med" len="lg"/>
            </a:ln>
          </p:spPr>
          <p:style>
            <a:lnRef idx="1">
              <a:schemeClr val="accent1"/>
            </a:lnRef>
            <a:fillRef idx="0">
              <a:schemeClr val="accent1"/>
            </a:fillRef>
            <a:effectRef idx="0">
              <a:schemeClr val="accent1"/>
            </a:effectRef>
            <a:fontRef idx="minor">
              <a:schemeClr val="tx1"/>
            </a:fontRef>
          </p:style>
        </p:cxnSp>
        <p:cxnSp>
          <p:nvCxnSpPr>
            <p:cNvPr id="44" name="直接箭头连接符 43">
              <a:extLst>
                <a:ext uri="{FF2B5EF4-FFF2-40B4-BE49-F238E27FC236}">
                  <a16:creationId xmlns:a16="http://schemas.microsoft.com/office/drawing/2014/main" id="{2BAC19A9-6114-45F1-AE51-84B0C921F50F}"/>
                </a:ext>
              </a:extLst>
            </p:cNvPr>
            <p:cNvCxnSpPr>
              <a:cxnSpLocks/>
              <a:stCxn id="35" idx="0"/>
              <a:endCxn id="33" idx="2"/>
            </p:cNvCxnSpPr>
            <p:nvPr/>
          </p:nvCxnSpPr>
          <p:spPr>
            <a:xfrm flipH="1" flipV="1">
              <a:off x="7105507" y="4530744"/>
              <a:ext cx="3011" cy="717835"/>
            </a:xfrm>
            <a:prstGeom prst="straightConnector1">
              <a:avLst/>
            </a:prstGeom>
            <a:ln w="12700">
              <a:solidFill>
                <a:schemeClr val="tx1"/>
              </a:solidFill>
              <a:headEnd type="triangle" w="med" len="lg"/>
              <a:tailEnd type="triangle" w="med" len="lg"/>
            </a:ln>
          </p:spPr>
          <p:style>
            <a:lnRef idx="1">
              <a:schemeClr val="accent1"/>
            </a:lnRef>
            <a:fillRef idx="0">
              <a:schemeClr val="accent1"/>
            </a:fillRef>
            <a:effectRef idx="0">
              <a:schemeClr val="accent1"/>
            </a:effectRef>
            <a:fontRef idx="minor">
              <a:schemeClr val="tx1"/>
            </a:fontRef>
          </p:style>
        </p:cxnSp>
        <p:cxnSp>
          <p:nvCxnSpPr>
            <p:cNvPr id="45" name="直接箭头连接符 44">
              <a:extLst>
                <a:ext uri="{FF2B5EF4-FFF2-40B4-BE49-F238E27FC236}">
                  <a16:creationId xmlns:a16="http://schemas.microsoft.com/office/drawing/2014/main" id="{68035DAC-0052-44AB-AD99-4F4094E0FE1D}"/>
                </a:ext>
              </a:extLst>
            </p:cNvPr>
            <p:cNvCxnSpPr>
              <a:cxnSpLocks/>
            </p:cNvCxnSpPr>
            <p:nvPr/>
          </p:nvCxnSpPr>
          <p:spPr>
            <a:xfrm flipV="1">
              <a:off x="5035913" y="4524831"/>
              <a:ext cx="1598695" cy="730994"/>
            </a:xfrm>
            <a:prstGeom prst="straightConnector1">
              <a:avLst/>
            </a:prstGeom>
            <a:ln w="12700">
              <a:solidFill>
                <a:schemeClr val="tx1"/>
              </a:solidFill>
              <a:headEnd type="triangle" w="med" len="lg"/>
              <a:tailEnd type="triangle" w="med" len="lg"/>
            </a:ln>
          </p:spPr>
          <p:style>
            <a:lnRef idx="1">
              <a:schemeClr val="accent1"/>
            </a:lnRef>
            <a:fillRef idx="0">
              <a:schemeClr val="accent1"/>
            </a:fillRef>
            <a:effectRef idx="0">
              <a:schemeClr val="accent1"/>
            </a:effectRef>
            <a:fontRef idx="minor">
              <a:schemeClr val="tx1"/>
            </a:fontRef>
          </p:style>
        </p:cxnSp>
        <p:sp>
          <p:nvSpPr>
            <p:cNvPr id="46" name="文本框 103">
              <a:extLst>
                <a:ext uri="{FF2B5EF4-FFF2-40B4-BE49-F238E27FC236}">
                  <a16:creationId xmlns:a16="http://schemas.microsoft.com/office/drawing/2014/main" id="{AD1A2935-7BB8-4269-B8CB-E5F3A5E94CB2}"/>
                </a:ext>
              </a:extLst>
            </p:cNvPr>
            <p:cNvSpPr txBox="1"/>
            <p:nvPr/>
          </p:nvSpPr>
          <p:spPr>
            <a:xfrm>
              <a:off x="4730546" y="2009301"/>
              <a:ext cx="1320800" cy="523220"/>
            </a:xfrm>
            <a:prstGeom prst="rect">
              <a:avLst/>
            </a:prstGeom>
            <a:noFill/>
          </p:spPr>
          <p:txBody>
            <a:bodyPr wrap="square" rtlCol="0">
              <a:spAutoFit/>
            </a:bodyPr>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algn="ctr"/>
              <a:r>
                <a:rPr lang="en-US" altLang="zh-CN" sz="2800" dirty="0"/>
                <a:t>…</a:t>
              </a:r>
              <a:endParaRPr lang="zh-CN" altLang="en-US" sz="2800" dirty="0"/>
            </a:p>
          </p:txBody>
        </p:sp>
        <p:sp>
          <p:nvSpPr>
            <p:cNvPr id="47" name="文本框 104">
              <a:extLst>
                <a:ext uri="{FF2B5EF4-FFF2-40B4-BE49-F238E27FC236}">
                  <a16:creationId xmlns:a16="http://schemas.microsoft.com/office/drawing/2014/main" id="{29DB62EB-7829-4CF6-9638-154493B6E801}"/>
                </a:ext>
              </a:extLst>
            </p:cNvPr>
            <p:cNvSpPr txBox="1"/>
            <p:nvPr/>
          </p:nvSpPr>
          <p:spPr>
            <a:xfrm>
              <a:off x="8174406" y="2027112"/>
              <a:ext cx="1320800" cy="523220"/>
            </a:xfrm>
            <a:prstGeom prst="rect">
              <a:avLst/>
            </a:prstGeom>
            <a:noFill/>
          </p:spPr>
          <p:txBody>
            <a:bodyPr wrap="square" rtlCol="0">
              <a:spAutoFit/>
            </a:bodyPr>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algn="ctr"/>
              <a:r>
                <a:rPr lang="en-US" altLang="zh-CN" sz="2800" dirty="0"/>
                <a:t>…</a:t>
              </a:r>
              <a:endParaRPr lang="zh-CN" altLang="en-US" sz="2800" dirty="0"/>
            </a:p>
          </p:txBody>
        </p:sp>
        <p:sp>
          <p:nvSpPr>
            <p:cNvPr id="48" name="矩形 47">
              <a:extLst>
                <a:ext uri="{FF2B5EF4-FFF2-40B4-BE49-F238E27FC236}">
                  <a16:creationId xmlns:a16="http://schemas.microsoft.com/office/drawing/2014/main" id="{F039AFE4-A263-45FC-ABFF-214CE15EA1D9}"/>
                </a:ext>
              </a:extLst>
            </p:cNvPr>
            <p:cNvSpPr/>
            <p:nvPr/>
          </p:nvSpPr>
          <p:spPr>
            <a:xfrm>
              <a:off x="2075018" y="3806203"/>
              <a:ext cx="1833704" cy="1026455"/>
            </a:xfrm>
            <a:prstGeom prst="rect">
              <a:avLst/>
            </a:prstGeom>
            <a:solidFill>
              <a:srgbClr val="FECB5D"/>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zh-CN"/>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zh-CN" altLang="en-US" b="1" dirty="0">
                  <a:solidFill>
                    <a:schemeClr val="bg1"/>
                  </a:solidFill>
                  <a:latin typeface="+mn-ea"/>
                </a:rPr>
                <a:t>网际层</a:t>
              </a:r>
            </a:p>
          </p:txBody>
        </p:sp>
        <p:sp>
          <p:nvSpPr>
            <p:cNvPr id="49" name="矩形 48">
              <a:extLst>
                <a:ext uri="{FF2B5EF4-FFF2-40B4-BE49-F238E27FC236}">
                  <a16:creationId xmlns:a16="http://schemas.microsoft.com/office/drawing/2014/main" id="{40B3FE1C-205A-49B0-917C-D2144CD48D62}"/>
                </a:ext>
              </a:extLst>
            </p:cNvPr>
            <p:cNvSpPr/>
            <p:nvPr/>
          </p:nvSpPr>
          <p:spPr>
            <a:xfrm>
              <a:off x="2075021" y="2779745"/>
              <a:ext cx="1833704" cy="1026456"/>
            </a:xfrm>
            <a:prstGeom prst="rect">
              <a:avLst/>
            </a:prstGeom>
            <a:solidFill>
              <a:srgbClr val="A582DD"/>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zh-CN"/>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zh-CN" altLang="en-US" b="1" dirty="0">
                  <a:solidFill>
                    <a:schemeClr val="bg1"/>
                  </a:solidFill>
                  <a:latin typeface="+mn-ea"/>
                </a:rPr>
                <a:t>运输层</a:t>
              </a:r>
            </a:p>
          </p:txBody>
        </p:sp>
        <p:sp>
          <p:nvSpPr>
            <p:cNvPr id="50" name="矩形 49">
              <a:extLst>
                <a:ext uri="{FF2B5EF4-FFF2-40B4-BE49-F238E27FC236}">
                  <a16:creationId xmlns:a16="http://schemas.microsoft.com/office/drawing/2014/main" id="{A11EFE8A-B822-43AE-8352-F72176585504}"/>
                </a:ext>
              </a:extLst>
            </p:cNvPr>
            <p:cNvSpPr/>
            <p:nvPr/>
          </p:nvSpPr>
          <p:spPr>
            <a:xfrm>
              <a:off x="2075021" y="1753288"/>
              <a:ext cx="1833704" cy="1026457"/>
            </a:xfrm>
            <a:prstGeom prst="rect">
              <a:avLst/>
            </a:prstGeom>
            <a:solidFill>
              <a:srgbClr val="F3818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zh-CN"/>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zh-CN" altLang="en-US" b="1" dirty="0">
                  <a:solidFill>
                    <a:schemeClr val="bg1"/>
                  </a:solidFill>
                  <a:latin typeface="+mn-ea"/>
                </a:rPr>
                <a:t>应用层</a:t>
              </a:r>
            </a:p>
          </p:txBody>
        </p:sp>
        <p:sp>
          <p:nvSpPr>
            <p:cNvPr id="54" name="矩形 53">
              <a:extLst>
                <a:ext uri="{FF2B5EF4-FFF2-40B4-BE49-F238E27FC236}">
                  <a16:creationId xmlns:a16="http://schemas.microsoft.com/office/drawing/2014/main" id="{9F793763-53C7-4D16-9483-93B1998BE71F}"/>
                </a:ext>
              </a:extLst>
            </p:cNvPr>
            <p:cNvSpPr/>
            <p:nvPr/>
          </p:nvSpPr>
          <p:spPr>
            <a:xfrm>
              <a:off x="2075015" y="4823946"/>
              <a:ext cx="1833703" cy="1035170"/>
            </a:xfrm>
            <a:prstGeom prst="rect">
              <a:avLst/>
            </a:prstGeom>
            <a:solidFill>
              <a:srgbClr val="A1B5D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zh-CN"/>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zh-CN" altLang="en-US" b="1" dirty="0">
                  <a:solidFill>
                    <a:schemeClr val="bg1"/>
                  </a:solidFill>
                  <a:latin typeface="+mn-ea"/>
                </a:rPr>
                <a:t>网络接口层</a:t>
              </a:r>
            </a:p>
          </p:txBody>
        </p:sp>
      </p:grpSp>
    </p:spTree>
    <p:custDataLst>
      <p:tags r:id="rId1"/>
    </p:custDataLst>
    <p:extLst>
      <p:ext uri="{BB962C8B-B14F-4D97-AF65-F5344CB8AC3E}">
        <p14:creationId xmlns:p14="http://schemas.microsoft.com/office/powerpoint/2010/main" val="293996406"/>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49" presetClass="entr" presetSubtype="0" decel="100000" fill="hold" grpId="0" nodeType="withEffect">
                                  <p:stCondLst>
                                    <p:cond delay="0"/>
                                  </p:stCondLst>
                                  <p:childTnLst>
                                    <p:set>
                                      <p:cBhvr>
                                        <p:cTn id="6" dur="1" fill="hold">
                                          <p:stCondLst>
                                            <p:cond delay="0"/>
                                          </p:stCondLst>
                                        </p:cTn>
                                        <p:tgtEl>
                                          <p:spTgt spid="8"/>
                                        </p:tgtEl>
                                        <p:attrNameLst>
                                          <p:attrName>style.visibility</p:attrName>
                                        </p:attrNameLst>
                                      </p:cBhvr>
                                      <p:to>
                                        <p:strVal val="visible"/>
                                      </p:to>
                                    </p:set>
                                    <p:anim calcmode="lin" valueType="num">
                                      <p:cBhvr>
                                        <p:cTn id="7" dur="500" fill="hold"/>
                                        <p:tgtEl>
                                          <p:spTgt spid="8"/>
                                        </p:tgtEl>
                                        <p:attrNameLst>
                                          <p:attrName>ppt_w</p:attrName>
                                        </p:attrNameLst>
                                      </p:cBhvr>
                                      <p:tavLst>
                                        <p:tav tm="0">
                                          <p:val>
                                            <p:fltVal val="0"/>
                                          </p:val>
                                        </p:tav>
                                        <p:tav tm="100000">
                                          <p:val>
                                            <p:strVal val="#ppt_w"/>
                                          </p:val>
                                        </p:tav>
                                      </p:tavLst>
                                    </p:anim>
                                    <p:anim calcmode="lin" valueType="num">
                                      <p:cBhvr>
                                        <p:cTn id="8" dur="500" fill="hold"/>
                                        <p:tgtEl>
                                          <p:spTgt spid="8"/>
                                        </p:tgtEl>
                                        <p:attrNameLst>
                                          <p:attrName>ppt_h</p:attrName>
                                        </p:attrNameLst>
                                      </p:cBhvr>
                                      <p:tavLst>
                                        <p:tav tm="0">
                                          <p:val>
                                            <p:fltVal val="0"/>
                                          </p:val>
                                        </p:tav>
                                        <p:tav tm="100000">
                                          <p:val>
                                            <p:strVal val="#ppt_h"/>
                                          </p:val>
                                        </p:tav>
                                      </p:tavLst>
                                    </p:anim>
                                    <p:anim calcmode="lin" valueType="num">
                                      <p:cBhvr>
                                        <p:cTn id="9" dur="500" fill="hold"/>
                                        <p:tgtEl>
                                          <p:spTgt spid="8"/>
                                        </p:tgtEl>
                                        <p:attrNameLst>
                                          <p:attrName>style.rotation</p:attrName>
                                        </p:attrNameLst>
                                      </p:cBhvr>
                                      <p:tavLst>
                                        <p:tav tm="0">
                                          <p:val>
                                            <p:fltVal val="360"/>
                                          </p:val>
                                        </p:tav>
                                        <p:tav tm="100000">
                                          <p:val>
                                            <p:fltVal val="0"/>
                                          </p:val>
                                        </p:tav>
                                      </p:tavLst>
                                    </p:anim>
                                    <p:animEffect transition="in" filter="fade">
                                      <p:cBhvr>
                                        <p:cTn id="10" dur="500"/>
                                        <p:tgtEl>
                                          <p:spTgt spid="8"/>
                                        </p:tgtEl>
                                      </p:cBhvr>
                                    </p:animEffect>
                                  </p:childTnLst>
                                </p:cTn>
                              </p:par>
                            </p:childTnLst>
                          </p:cTn>
                        </p:par>
                        <p:par>
                          <p:cTn id="11" fill="hold">
                            <p:stCondLst>
                              <p:cond delay="500"/>
                            </p:stCondLst>
                            <p:childTnLst>
                              <p:par>
                                <p:cTn id="12" presetID="1" presetClass="entr" presetSubtype="0" fill="hold" grpId="0" nodeType="afterEffect">
                                  <p:stCondLst>
                                    <p:cond delay="0"/>
                                  </p:stCondLst>
                                  <p:iterate type="lt">
                                    <p:tmAbs val="100"/>
                                  </p:iterate>
                                  <p:childTnLst>
                                    <p:set>
                                      <p:cBhvr>
                                        <p:cTn id="13" dur="1" fill="hold">
                                          <p:stCondLst>
                                            <p:cond delay="0"/>
                                          </p:stCondLst>
                                        </p:cTn>
                                        <p:tgtEl>
                                          <p:spTgt spid="9"/>
                                        </p:tgtEl>
                                        <p:attrNameLst>
                                          <p:attrName>style.visibility</p:attrName>
                                        </p:attrNameLst>
                                      </p:cBhvr>
                                      <p:to>
                                        <p:strVal val="visible"/>
                                      </p:to>
                                    </p:set>
                                  </p:childTnLst>
                                </p:cTn>
                              </p:par>
                            </p:childTnLst>
                          </p:cTn>
                        </p:par>
                      </p:childTnLst>
                    </p:cTn>
                  </p:par>
                  <p:par>
                    <p:cTn id="14" fill="hold">
                      <p:stCondLst>
                        <p:cond delay="indefinite"/>
                      </p:stCondLst>
                      <p:childTnLst>
                        <p:par>
                          <p:cTn id="15" fill="hold">
                            <p:stCondLst>
                              <p:cond delay="0"/>
                            </p:stCondLst>
                            <p:childTnLst>
                              <p:par>
                                <p:cTn id="16" presetID="30" presetClass="entr" presetSubtype="0" fill="hold" nodeType="clickEffect">
                                  <p:stCondLst>
                                    <p:cond delay="0"/>
                                  </p:stCondLst>
                                  <p:childTnLst>
                                    <p:set>
                                      <p:cBhvr>
                                        <p:cTn id="17" dur="1" fill="hold">
                                          <p:stCondLst>
                                            <p:cond delay="0"/>
                                          </p:stCondLst>
                                        </p:cTn>
                                        <p:tgtEl>
                                          <p:spTgt spid="16"/>
                                        </p:tgtEl>
                                        <p:attrNameLst>
                                          <p:attrName>style.visibility</p:attrName>
                                        </p:attrNameLst>
                                      </p:cBhvr>
                                      <p:to>
                                        <p:strVal val="visible"/>
                                      </p:to>
                                    </p:set>
                                    <p:animEffect transition="in" filter="fade">
                                      <p:cBhvr>
                                        <p:cTn id="18" dur="800" decel="100000"/>
                                        <p:tgtEl>
                                          <p:spTgt spid="16"/>
                                        </p:tgtEl>
                                      </p:cBhvr>
                                    </p:animEffect>
                                    <p:anim calcmode="lin" valueType="num">
                                      <p:cBhvr>
                                        <p:cTn id="19" dur="800" decel="100000" fill="hold"/>
                                        <p:tgtEl>
                                          <p:spTgt spid="16"/>
                                        </p:tgtEl>
                                        <p:attrNameLst>
                                          <p:attrName>style.rotation</p:attrName>
                                        </p:attrNameLst>
                                      </p:cBhvr>
                                      <p:tavLst>
                                        <p:tav tm="0">
                                          <p:val>
                                            <p:fltVal val="-90"/>
                                          </p:val>
                                        </p:tav>
                                        <p:tav tm="100000">
                                          <p:val>
                                            <p:fltVal val="0"/>
                                          </p:val>
                                        </p:tav>
                                      </p:tavLst>
                                    </p:anim>
                                    <p:anim calcmode="lin" valueType="num">
                                      <p:cBhvr>
                                        <p:cTn id="20" dur="800" decel="100000" fill="hold"/>
                                        <p:tgtEl>
                                          <p:spTgt spid="16"/>
                                        </p:tgtEl>
                                        <p:attrNameLst>
                                          <p:attrName>ppt_x</p:attrName>
                                        </p:attrNameLst>
                                      </p:cBhvr>
                                      <p:tavLst>
                                        <p:tav tm="0">
                                          <p:val>
                                            <p:strVal val="#ppt_x+0.4"/>
                                          </p:val>
                                        </p:tav>
                                        <p:tav tm="100000">
                                          <p:val>
                                            <p:strVal val="#ppt_x-0.05"/>
                                          </p:val>
                                        </p:tav>
                                      </p:tavLst>
                                    </p:anim>
                                    <p:anim calcmode="lin" valueType="num">
                                      <p:cBhvr>
                                        <p:cTn id="21" dur="800" decel="100000" fill="hold"/>
                                        <p:tgtEl>
                                          <p:spTgt spid="16"/>
                                        </p:tgtEl>
                                        <p:attrNameLst>
                                          <p:attrName>ppt_y</p:attrName>
                                        </p:attrNameLst>
                                      </p:cBhvr>
                                      <p:tavLst>
                                        <p:tav tm="0">
                                          <p:val>
                                            <p:strVal val="#ppt_y-0.4"/>
                                          </p:val>
                                        </p:tav>
                                        <p:tav tm="100000">
                                          <p:val>
                                            <p:strVal val="#ppt_y+0.1"/>
                                          </p:val>
                                        </p:tav>
                                      </p:tavLst>
                                    </p:anim>
                                    <p:anim calcmode="lin" valueType="num">
                                      <p:cBhvr>
                                        <p:cTn id="22" dur="200" accel="100000" fill="hold">
                                          <p:stCondLst>
                                            <p:cond delay="800"/>
                                          </p:stCondLst>
                                        </p:cTn>
                                        <p:tgtEl>
                                          <p:spTgt spid="16"/>
                                        </p:tgtEl>
                                        <p:attrNameLst>
                                          <p:attrName>ppt_x</p:attrName>
                                        </p:attrNameLst>
                                      </p:cBhvr>
                                      <p:tavLst>
                                        <p:tav tm="0">
                                          <p:val>
                                            <p:strVal val="#ppt_x-0.05"/>
                                          </p:val>
                                        </p:tav>
                                        <p:tav tm="100000">
                                          <p:val>
                                            <p:strVal val="#ppt_x"/>
                                          </p:val>
                                        </p:tav>
                                      </p:tavLst>
                                    </p:anim>
                                    <p:anim calcmode="lin" valueType="num">
                                      <p:cBhvr>
                                        <p:cTn id="23" dur="200" accel="100000" fill="hold">
                                          <p:stCondLst>
                                            <p:cond delay="800"/>
                                          </p:stCondLst>
                                        </p:cTn>
                                        <p:tgtEl>
                                          <p:spTgt spid="16"/>
                                        </p:tgtEl>
                                        <p:attrNameLst>
                                          <p:attrName>ppt_y</p:attrName>
                                        </p:attrNameLst>
                                      </p:cBhvr>
                                      <p:tavLst>
                                        <p:tav tm="0">
                                          <p:val>
                                            <p:strVal val="#ppt_y+0.1"/>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8" grpId="0" animBg="1"/>
      <p:bldP spid="9" grpId="0"/>
    </p:bldLst>
  </p:timing>
</p:sld>
</file>

<file path=ppt/slides/slide11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5" name="文本框 54">
            <a:extLst>
              <a:ext uri="{FF2B5EF4-FFF2-40B4-BE49-F238E27FC236}">
                <a16:creationId xmlns:a16="http://schemas.microsoft.com/office/drawing/2014/main" id="{FC19CBBA-46D0-451C-8F34-A6A02D232B23}"/>
              </a:ext>
            </a:extLst>
          </p:cNvPr>
          <p:cNvSpPr txBox="1"/>
          <p:nvPr/>
        </p:nvSpPr>
        <p:spPr>
          <a:xfrm>
            <a:off x="3807833" y="4588417"/>
            <a:ext cx="1491794" cy="646331"/>
          </a:xfrm>
          <a:prstGeom prst="rect">
            <a:avLst/>
          </a:prstGeom>
          <a:noFill/>
        </p:spPr>
        <p:txBody>
          <a:bodyPr wrap="square" rtlCol="0">
            <a:spAutoFit/>
          </a:bodyPr>
          <a:lstStyle/>
          <a:p>
            <a:pPr algn="ctr"/>
            <a:r>
              <a:rPr lang="zh-CN" altLang="en-US" b="1" dirty="0">
                <a:solidFill>
                  <a:schemeClr val="accent3"/>
                </a:solidFill>
                <a:latin typeface="+mn-ea"/>
              </a:rPr>
              <a:t>不可靠</a:t>
            </a:r>
            <a:endParaRPr lang="en-US" altLang="zh-CN" b="1" dirty="0">
              <a:solidFill>
                <a:schemeClr val="accent3"/>
              </a:solidFill>
              <a:latin typeface="+mn-ea"/>
            </a:endParaRPr>
          </a:p>
          <a:p>
            <a:pPr algn="ctr"/>
            <a:r>
              <a:rPr lang="zh-CN" altLang="en-US" b="1" dirty="0">
                <a:solidFill>
                  <a:schemeClr val="accent3"/>
                </a:solidFill>
                <a:latin typeface="+mn-ea"/>
              </a:rPr>
              <a:t>传输</a:t>
            </a:r>
          </a:p>
        </p:txBody>
      </p:sp>
      <p:sp>
        <p:nvSpPr>
          <p:cNvPr id="56" name="文本框 55">
            <a:extLst>
              <a:ext uri="{FF2B5EF4-FFF2-40B4-BE49-F238E27FC236}">
                <a16:creationId xmlns:a16="http://schemas.microsoft.com/office/drawing/2014/main" id="{DDCE3A6E-C1FC-4C61-A290-9CF86499C81B}"/>
              </a:ext>
            </a:extLst>
          </p:cNvPr>
          <p:cNvSpPr txBox="1"/>
          <p:nvPr/>
        </p:nvSpPr>
        <p:spPr>
          <a:xfrm>
            <a:off x="6459947" y="4588417"/>
            <a:ext cx="645559" cy="646331"/>
          </a:xfrm>
          <a:prstGeom prst="rect">
            <a:avLst/>
          </a:prstGeom>
          <a:noFill/>
        </p:spPr>
        <p:txBody>
          <a:bodyPr wrap="square" rtlCol="0">
            <a:spAutoFit/>
          </a:bodyPr>
          <a:lstStyle/>
          <a:p>
            <a:pPr algn="ctr"/>
            <a:r>
              <a:rPr lang="zh-CN" altLang="en-US" b="1" dirty="0">
                <a:solidFill>
                  <a:schemeClr val="accent4"/>
                </a:solidFill>
                <a:latin typeface="+mn-ea"/>
              </a:rPr>
              <a:t>可靠</a:t>
            </a:r>
            <a:endParaRPr lang="en-US" altLang="zh-CN" b="1" dirty="0">
              <a:solidFill>
                <a:schemeClr val="accent4"/>
              </a:solidFill>
              <a:latin typeface="+mn-ea"/>
            </a:endParaRPr>
          </a:p>
          <a:p>
            <a:pPr algn="ctr"/>
            <a:r>
              <a:rPr lang="zh-CN" altLang="en-US" b="1" dirty="0">
                <a:solidFill>
                  <a:schemeClr val="accent4"/>
                </a:solidFill>
                <a:latin typeface="+mn-ea"/>
              </a:rPr>
              <a:t>传输</a:t>
            </a:r>
          </a:p>
        </p:txBody>
      </p:sp>
      <p:sp>
        <p:nvSpPr>
          <p:cNvPr id="57" name="文本框 56">
            <a:extLst>
              <a:ext uri="{FF2B5EF4-FFF2-40B4-BE49-F238E27FC236}">
                <a16:creationId xmlns:a16="http://schemas.microsoft.com/office/drawing/2014/main" id="{B47DC80E-1859-4329-883B-4D6B58CBECCF}"/>
              </a:ext>
            </a:extLst>
          </p:cNvPr>
          <p:cNvSpPr txBox="1"/>
          <p:nvPr/>
        </p:nvSpPr>
        <p:spPr>
          <a:xfrm>
            <a:off x="6359609" y="3550020"/>
            <a:ext cx="1491794" cy="646331"/>
          </a:xfrm>
          <a:prstGeom prst="rect">
            <a:avLst/>
          </a:prstGeom>
          <a:noFill/>
        </p:spPr>
        <p:txBody>
          <a:bodyPr wrap="square" rtlCol="0">
            <a:spAutoFit/>
          </a:bodyPr>
          <a:lstStyle/>
          <a:p>
            <a:pPr algn="ctr"/>
            <a:r>
              <a:rPr lang="zh-CN" altLang="en-US" b="1" dirty="0">
                <a:solidFill>
                  <a:schemeClr val="accent3"/>
                </a:solidFill>
                <a:latin typeface="+mn-ea"/>
              </a:rPr>
              <a:t>不可靠</a:t>
            </a:r>
            <a:endParaRPr lang="en-US" altLang="zh-CN" b="1" dirty="0">
              <a:solidFill>
                <a:schemeClr val="accent3"/>
              </a:solidFill>
              <a:latin typeface="+mn-ea"/>
            </a:endParaRPr>
          </a:p>
          <a:p>
            <a:pPr algn="ctr"/>
            <a:r>
              <a:rPr lang="zh-CN" altLang="en-US" b="1" dirty="0">
                <a:solidFill>
                  <a:schemeClr val="accent3"/>
                </a:solidFill>
                <a:latin typeface="+mn-ea"/>
              </a:rPr>
              <a:t>传输</a:t>
            </a:r>
          </a:p>
        </p:txBody>
      </p:sp>
      <p:sp>
        <p:nvSpPr>
          <p:cNvPr id="58" name="文本框 57">
            <a:extLst>
              <a:ext uri="{FF2B5EF4-FFF2-40B4-BE49-F238E27FC236}">
                <a16:creationId xmlns:a16="http://schemas.microsoft.com/office/drawing/2014/main" id="{E3F5F164-A85B-4267-89CB-B11B8E8AE71D}"/>
              </a:ext>
            </a:extLst>
          </p:cNvPr>
          <p:cNvSpPr txBox="1"/>
          <p:nvPr/>
        </p:nvSpPr>
        <p:spPr>
          <a:xfrm>
            <a:off x="4630720" y="2538786"/>
            <a:ext cx="1491794" cy="646331"/>
          </a:xfrm>
          <a:prstGeom prst="rect">
            <a:avLst/>
          </a:prstGeom>
          <a:noFill/>
        </p:spPr>
        <p:txBody>
          <a:bodyPr wrap="square" rtlCol="0">
            <a:spAutoFit/>
          </a:bodyPr>
          <a:lstStyle/>
          <a:p>
            <a:pPr algn="ctr"/>
            <a:r>
              <a:rPr lang="zh-CN" altLang="en-US" b="1" dirty="0">
                <a:solidFill>
                  <a:schemeClr val="accent4"/>
                </a:solidFill>
                <a:latin typeface="+mn-ea"/>
              </a:rPr>
              <a:t>可靠</a:t>
            </a:r>
            <a:endParaRPr lang="en-US" altLang="zh-CN" b="1" dirty="0">
              <a:solidFill>
                <a:schemeClr val="accent4"/>
              </a:solidFill>
              <a:latin typeface="+mn-ea"/>
            </a:endParaRPr>
          </a:p>
          <a:p>
            <a:pPr algn="ctr"/>
            <a:r>
              <a:rPr lang="zh-CN" altLang="en-US" b="1" dirty="0">
                <a:solidFill>
                  <a:schemeClr val="accent4"/>
                </a:solidFill>
                <a:latin typeface="+mn-ea"/>
              </a:rPr>
              <a:t>传输</a:t>
            </a:r>
          </a:p>
        </p:txBody>
      </p:sp>
      <p:sp>
        <p:nvSpPr>
          <p:cNvPr id="59" name="文本框 58">
            <a:extLst>
              <a:ext uri="{FF2B5EF4-FFF2-40B4-BE49-F238E27FC236}">
                <a16:creationId xmlns:a16="http://schemas.microsoft.com/office/drawing/2014/main" id="{1E789239-3EE8-49A1-9980-2F890AE31084}"/>
              </a:ext>
            </a:extLst>
          </p:cNvPr>
          <p:cNvSpPr txBox="1"/>
          <p:nvPr/>
        </p:nvSpPr>
        <p:spPr>
          <a:xfrm>
            <a:off x="8352744" y="2538786"/>
            <a:ext cx="1117302" cy="646331"/>
          </a:xfrm>
          <a:prstGeom prst="rect">
            <a:avLst/>
          </a:prstGeom>
          <a:noFill/>
        </p:spPr>
        <p:txBody>
          <a:bodyPr wrap="square" rtlCol="0">
            <a:spAutoFit/>
          </a:bodyPr>
          <a:lstStyle/>
          <a:p>
            <a:pPr algn="ctr"/>
            <a:r>
              <a:rPr lang="zh-CN" altLang="en-US" b="1" dirty="0">
                <a:solidFill>
                  <a:schemeClr val="accent3"/>
                </a:solidFill>
                <a:latin typeface="+mn-ea"/>
              </a:rPr>
              <a:t>不可靠</a:t>
            </a:r>
            <a:endParaRPr lang="en-US" altLang="zh-CN" b="1" dirty="0">
              <a:solidFill>
                <a:schemeClr val="accent3"/>
              </a:solidFill>
              <a:latin typeface="+mn-ea"/>
            </a:endParaRPr>
          </a:p>
          <a:p>
            <a:pPr algn="ctr"/>
            <a:r>
              <a:rPr lang="zh-CN" altLang="en-US" b="1" dirty="0">
                <a:solidFill>
                  <a:schemeClr val="accent3"/>
                </a:solidFill>
                <a:latin typeface="+mn-ea"/>
              </a:rPr>
              <a:t>传输</a:t>
            </a:r>
          </a:p>
        </p:txBody>
      </p:sp>
      <p:grpSp>
        <p:nvGrpSpPr>
          <p:cNvPr id="4" name="组合 3">
            <a:extLst>
              <a:ext uri="{FF2B5EF4-FFF2-40B4-BE49-F238E27FC236}">
                <a16:creationId xmlns:a16="http://schemas.microsoft.com/office/drawing/2014/main" id="{9A1EA9F2-FCB6-48C3-935F-7AE7E3AD14AC}"/>
              </a:ext>
            </a:extLst>
          </p:cNvPr>
          <p:cNvGrpSpPr/>
          <p:nvPr/>
        </p:nvGrpSpPr>
        <p:grpSpPr>
          <a:xfrm>
            <a:off x="304800" y="749300"/>
            <a:ext cx="6192344" cy="400110"/>
            <a:chOff x="424117" y="898245"/>
            <a:chExt cx="6192344" cy="400110"/>
          </a:xfrm>
        </p:grpSpPr>
        <p:sp>
          <p:nvSpPr>
            <p:cNvPr id="2" name="平行四边形 1">
              <a:extLst>
                <a:ext uri="{FF2B5EF4-FFF2-40B4-BE49-F238E27FC236}">
                  <a16:creationId xmlns:a16="http://schemas.microsoft.com/office/drawing/2014/main" id="{1F5BAA3F-9845-4F89-A2DD-8222D3E4EDAC}"/>
                </a:ext>
              </a:extLst>
            </p:cNvPr>
            <p:cNvSpPr/>
            <p:nvPr/>
          </p:nvSpPr>
          <p:spPr>
            <a:xfrm>
              <a:off x="424117" y="898245"/>
              <a:ext cx="628306" cy="387090"/>
            </a:xfrm>
            <a:prstGeom prst="parallelogram">
              <a:avLst/>
            </a:prstGeom>
            <a:solidFill>
              <a:schemeClr val="accent3">
                <a:lumMod val="75000"/>
              </a:schemeClr>
            </a:solidFill>
            <a:ln>
              <a:solidFill>
                <a:schemeClr val="accent3">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CN" sz="2200" dirty="0">
                  <a:latin typeface="Impact" panose="020B0806030902050204" pitchFamily="34" charset="0"/>
                </a:rPr>
                <a:t>01</a:t>
              </a:r>
              <a:endParaRPr lang="zh-CN" altLang="en-US" sz="2200" dirty="0">
                <a:latin typeface="Impact" panose="020B0806030902050204" pitchFamily="34" charset="0"/>
              </a:endParaRPr>
            </a:p>
          </p:txBody>
        </p:sp>
        <p:sp>
          <p:nvSpPr>
            <p:cNvPr id="3" name="文本框 2">
              <a:extLst>
                <a:ext uri="{FF2B5EF4-FFF2-40B4-BE49-F238E27FC236}">
                  <a16:creationId xmlns:a16="http://schemas.microsoft.com/office/drawing/2014/main" id="{4D6BD736-A4D3-4F26-AFED-36E11F50F70B}"/>
                </a:ext>
              </a:extLst>
            </p:cNvPr>
            <p:cNvSpPr txBox="1"/>
            <p:nvPr/>
          </p:nvSpPr>
          <p:spPr>
            <a:xfrm>
              <a:off x="1052423" y="898245"/>
              <a:ext cx="5564038" cy="400110"/>
            </a:xfrm>
            <a:prstGeom prst="rect">
              <a:avLst/>
            </a:prstGeom>
            <a:noFill/>
          </p:spPr>
          <p:txBody>
            <a:bodyPr wrap="square" rtlCol="0">
              <a:spAutoFit/>
            </a:bodyPr>
            <a:lstStyle/>
            <a:p>
              <a:r>
                <a:rPr lang="zh-CN" altLang="en-US" sz="2000" b="1" dirty="0"/>
                <a:t>可靠传输的相关基本概念</a:t>
              </a:r>
            </a:p>
          </p:txBody>
        </p:sp>
      </p:grpSp>
      <p:sp>
        <p:nvSpPr>
          <p:cNvPr id="8" name="矩形 7">
            <a:extLst>
              <a:ext uri="{FF2B5EF4-FFF2-40B4-BE49-F238E27FC236}">
                <a16:creationId xmlns:a16="http://schemas.microsoft.com/office/drawing/2014/main" id="{C7720255-4E6C-41B6-A880-D93377A356B5}"/>
              </a:ext>
            </a:extLst>
          </p:cNvPr>
          <p:cNvSpPr/>
          <p:nvPr/>
        </p:nvSpPr>
        <p:spPr>
          <a:xfrm>
            <a:off x="1016000" y="1297642"/>
            <a:ext cx="256976" cy="256976"/>
          </a:xfrm>
          <a:prstGeom prst="rect">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9" name="íşlïḍè">
            <a:extLst>
              <a:ext uri="{FF2B5EF4-FFF2-40B4-BE49-F238E27FC236}">
                <a16:creationId xmlns:a16="http://schemas.microsoft.com/office/drawing/2014/main" id="{1E3208DB-9CB5-439E-87A6-F640C77C2B32}"/>
              </a:ext>
            </a:extLst>
          </p:cNvPr>
          <p:cNvSpPr txBox="1"/>
          <p:nvPr/>
        </p:nvSpPr>
        <p:spPr>
          <a:xfrm>
            <a:off x="1333227" y="1297641"/>
            <a:ext cx="10232983" cy="256976"/>
          </a:xfrm>
          <a:prstGeom prst="rect">
            <a:avLst/>
          </a:prstGeom>
          <a:noFill/>
        </p:spPr>
        <p:txBody>
          <a:bodyPr wrap="square" lIns="91440" tIns="45720" rIns="91440" bIns="45720" anchor="ctr">
            <a:noAutofit/>
          </a:bodyPr>
          <a:lstStyle/>
          <a:p>
            <a:r>
              <a:rPr lang="zh-CN" altLang="en-US" b="1" dirty="0">
                <a:solidFill>
                  <a:schemeClr val="accent1">
                    <a:lumMod val="75000"/>
                  </a:schemeClr>
                </a:solidFill>
              </a:rPr>
              <a:t>可靠传输服务并不局限于数据链路层</a:t>
            </a:r>
            <a:r>
              <a:rPr lang="zh-CN" altLang="en-US" b="1" dirty="0"/>
              <a:t>，其他各层均可选择实现可靠传输。</a:t>
            </a:r>
            <a:endParaRPr lang="en-US" altLang="zh-CN" b="1" dirty="0"/>
          </a:p>
        </p:txBody>
      </p:sp>
      <p:sp>
        <p:nvSpPr>
          <p:cNvPr id="27" name="矩形 26">
            <a:extLst>
              <a:ext uri="{FF2B5EF4-FFF2-40B4-BE49-F238E27FC236}">
                <a16:creationId xmlns:a16="http://schemas.microsoft.com/office/drawing/2014/main" id="{7201C407-5E3A-4225-B31A-E6AC3814D76F}"/>
              </a:ext>
            </a:extLst>
          </p:cNvPr>
          <p:cNvSpPr/>
          <p:nvPr/>
        </p:nvSpPr>
        <p:spPr>
          <a:xfrm>
            <a:off x="4082830" y="2106065"/>
            <a:ext cx="863622" cy="320897"/>
          </a:xfrm>
          <a:prstGeom prst="rect">
            <a:avLst/>
          </a:prstGeom>
          <a:solidFill>
            <a:srgbClr val="F3818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zh-CN"/>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en-US" altLang="zh-CN" b="1" dirty="0">
                <a:solidFill>
                  <a:schemeClr val="bg1"/>
                </a:solidFill>
                <a:latin typeface="Arial Narrow" panose="020B0606020202030204" pitchFamily="34" charset="0"/>
                <a:ea typeface="微软雅黑" panose="020B0503020204020204" pitchFamily="34" charset="-122"/>
              </a:rPr>
              <a:t>HTTP</a:t>
            </a:r>
            <a:endParaRPr lang="zh-CN" altLang="en-US" b="1" dirty="0">
              <a:solidFill>
                <a:schemeClr val="bg1"/>
              </a:solidFill>
              <a:latin typeface="Arial Narrow" panose="020B0606020202030204" pitchFamily="34" charset="0"/>
              <a:ea typeface="微软雅黑" panose="020B0503020204020204" pitchFamily="34" charset="-122"/>
            </a:endParaRPr>
          </a:p>
        </p:txBody>
      </p:sp>
      <p:sp>
        <p:nvSpPr>
          <p:cNvPr id="28" name="矩形 27">
            <a:extLst>
              <a:ext uri="{FF2B5EF4-FFF2-40B4-BE49-F238E27FC236}">
                <a16:creationId xmlns:a16="http://schemas.microsoft.com/office/drawing/2014/main" id="{23C31D94-B341-4AFA-BFC5-149F9AE08EB2}"/>
              </a:ext>
            </a:extLst>
          </p:cNvPr>
          <p:cNvSpPr/>
          <p:nvPr/>
        </p:nvSpPr>
        <p:spPr>
          <a:xfrm>
            <a:off x="5810074" y="2106065"/>
            <a:ext cx="863622" cy="320897"/>
          </a:xfrm>
          <a:prstGeom prst="rect">
            <a:avLst/>
          </a:prstGeom>
          <a:solidFill>
            <a:srgbClr val="F3818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zh-CN"/>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en-US" altLang="zh-CN" b="1" dirty="0">
                <a:solidFill>
                  <a:schemeClr val="bg1"/>
                </a:solidFill>
                <a:latin typeface="Arial Narrow" panose="020B0606020202030204" pitchFamily="34" charset="0"/>
                <a:ea typeface="微软雅黑" panose="020B0503020204020204" pitchFamily="34" charset="-122"/>
              </a:rPr>
              <a:t>SMTP</a:t>
            </a:r>
            <a:endParaRPr lang="zh-CN" altLang="en-US" b="1" dirty="0">
              <a:solidFill>
                <a:schemeClr val="bg1"/>
              </a:solidFill>
              <a:latin typeface="Arial Narrow" panose="020B0606020202030204" pitchFamily="34" charset="0"/>
              <a:ea typeface="微软雅黑" panose="020B0503020204020204" pitchFamily="34" charset="-122"/>
            </a:endParaRPr>
          </a:p>
        </p:txBody>
      </p:sp>
      <p:sp>
        <p:nvSpPr>
          <p:cNvPr id="29" name="矩形 28">
            <a:extLst>
              <a:ext uri="{FF2B5EF4-FFF2-40B4-BE49-F238E27FC236}">
                <a16:creationId xmlns:a16="http://schemas.microsoft.com/office/drawing/2014/main" id="{2E75E7DB-0D59-4A34-B212-D1506AB9F6DE}"/>
              </a:ext>
            </a:extLst>
          </p:cNvPr>
          <p:cNvSpPr/>
          <p:nvPr/>
        </p:nvSpPr>
        <p:spPr>
          <a:xfrm>
            <a:off x="7537318" y="2106065"/>
            <a:ext cx="863622" cy="320897"/>
          </a:xfrm>
          <a:prstGeom prst="rect">
            <a:avLst/>
          </a:prstGeom>
          <a:solidFill>
            <a:srgbClr val="F3818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zh-CN"/>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en-US" altLang="zh-CN" b="1" dirty="0">
                <a:solidFill>
                  <a:schemeClr val="bg1"/>
                </a:solidFill>
                <a:latin typeface="Arial Narrow" panose="020B0606020202030204" pitchFamily="34" charset="0"/>
                <a:ea typeface="微软雅黑" panose="020B0503020204020204" pitchFamily="34" charset="-122"/>
              </a:rPr>
              <a:t>DNS</a:t>
            </a:r>
            <a:endParaRPr lang="zh-CN" altLang="en-US" b="1" dirty="0">
              <a:solidFill>
                <a:schemeClr val="bg1"/>
              </a:solidFill>
              <a:latin typeface="Arial Narrow" panose="020B0606020202030204" pitchFamily="34" charset="0"/>
              <a:ea typeface="微软雅黑" panose="020B0503020204020204" pitchFamily="34" charset="-122"/>
            </a:endParaRPr>
          </a:p>
        </p:txBody>
      </p:sp>
      <p:sp>
        <p:nvSpPr>
          <p:cNvPr id="30" name="矩形 29">
            <a:extLst>
              <a:ext uri="{FF2B5EF4-FFF2-40B4-BE49-F238E27FC236}">
                <a16:creationId xmlns:a16="http://schemas.microsoft.com/office/drawing/2014/main" id="{8A15245B-DA8C-4B4A-B438-408BA8591C2C}"/>
              </a:ext>
            </a:extLst>
          </p:cNvPr>
          <p:cNvSpPr/>
          <p:nvPr/>
        </p:nvSpPr>
        <p:spPr>
          <a:xfrm>
            <a:off x="9264562" y="2106065"/>
            <a:ext cx="863622" cy="320897"/>
          </a:xfrm>
          <a:prstGeom prst="rect">
            <a:avLst/>
          </a:prstGeom>
          <a:solidFill>
            <a:srgbClr val="F3818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zh-CN"/>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en-US" altLang="zh-CN" b="1" dirty="0">
                <a:solidFill>
                  <a:schemeClr val="bg1"/>
                </a:solidFill>
                <a:latin typeface="Arial Narrow" panose="020B0606020202030204" pitchFamily="34" charset="0"/>
                <a:ea typeface="微软雅黑" panose="020B0503020204020204" pitchFamily="34" charset="-122"/>
              </a:rPr>
              <a:t>RTP</a:t>
            </a:r>
            <a:endParaRPr lang="zh-CN" altLang="en-US" b="1" dirty="0">
              <a:solidFill>
                <a:schemeClr val="bg1"/>
              </a:solidFill>
              <a:latin typeface="Arial Narrow" panose="020B0606020202030204" pitchFamily="34" charset="0"/>
              <a:ea typeface="微软雅黑" panose="020B0503020204020204" pitchFamily="34" charset="-122"/>
            </a:endParaRPr>
          </a:p>
        </p:txBody>
      </p:sp>
      <p:sp>
        <p:nvSpPr>
          <p:cNvPr id="31" name="矩形 30">
            <a:extLst>
              <a:ext uri="{FF2B5EF4-FFF2-40B4-BE49-F238E27FC236}">
                <a16:creationId xmlns:a16="http://schemas.microsoft.com/office/drawing/2014/main" id="{5FCED273-8E03-4376-9ABA-D53D464E5DC5}"/>
              </a:ext>
            </a:extLst>
          </p:cNvPr>
          <p:cNvSpPr/>
          <p:nvPr/>
        </p:nvSpPr>
        <p:spPr>
          <a:xfrm>
            <a:off x="4946452" y="3157956"/>
            <a:ext cx="863622" cy="320897"/>
          </a:xfrm>
          <a:prstGeom prst="rect">
            <a:avLst/>
          </a:prstGeom>
          <a:solidFill>
            <a:srgbClr val="A582DD"/>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zh-CN"/>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en-US" altLang="zh-CN" b="1" dirty="0">
                <a:solidFill>
                  <a:schemeClr val="bg1"/>
                </a:solidFill>
                <a:latin typeface="Arial Narrow" panose="020B0606020202030204" pitchFamily="34" charset="0"/>
                <a:ea typeface="微软雅黑" panose="020B0503020204020204" pitchFamily="34" charset="-122"/>
              </a:rPr>
              <a:t>TCP</a:t>
            </a:r>
            <a:endParaRPr lang="zh-CN" altLang="en-US" b="1" dirty="0">
              <a:solidFill>
                <a:schemeClr val="bg1"/>
              </a:solidFill>
              <a:latin typeface="Arial Narrow" panose="020B0606020202030204" pitchFamily="34" charset="0"/>
              <a:ea typeface="微软雅黑" panose="020B0503020204020204" pitchFamily="34" charset="-122"/>
            </a:endParaRPr>
          </a:p>
        </p:txBody>
      </p:sp>
      <p:sp>
        <p:nvSpPr>
          <p:cNvPr id="32" name="矩形 31">
            <a:extLst>
              <a:ext uri="{FF2B5EF4-FFF2-40B4-BE49-F238E27FC236}">
                <a16:creationId xmlns:a16="http://schemas.microsoft.com/office/drawing/2014/main" id="{ACC8488A-36BA-4CEA-A0B6-66EBF0B3A5B1}"/>
              </a:ext>
            </a:extLst>
          </p:cNvPr>
          <p:cNvSpPr/>
          <p:nvPr/>
        </p:nvSpPr>
        <p:spPr>
          <a:xfrm>
            <a:off x="8400940" y="3157956"/>
            <a:ext cx="863622" cy="320897"/>
          </a:xfrm>
          <a:prstGeom prst="rect">
            <a:avLst/>
          </a:prstGeom>
          <a:solidFill>
            <a:srgbClr val="A582DD"/>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zh-CN"/>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en-US" altLang="zh-CN" b="1" dirty="0">
                <a:solidFill>
                  <a:schemeClr val="bg1"/>
                </a:solidFill>
                <a:latin typeface="Arial Narrow" panose="020B0606020202030204" pitchFamily="34" charset="0"/>
                <a:ea typeface="微软雅黑" panose="020B0503020204020204" pitchFamily="34" charset="-122"/>
              </a:rPr>
              <a:t>UDP</a:t>
            </a:r>
            <a:endParaRPr lang="zh-CN" altLang="en-US" b="1" dirty="0">
              <a:solidFill>
                <a:schemeClr val="bg1"/>
              </a:solidFill>
              <a:latin typeface="Arial Narrow" panose="020B0606020202030204" pitchFamily="34" charset="0"/>
              <a:ea typeface="微软雅黑" panose="020B0503020204020204" pitchFamily="34" charset="-122"/>
            </a:endParaRPr>
          </a:p>
        </p:txBody>
      </p:sp>
      <p:sp>
        <p:nvSpPr>
          <p:cNvPr id="33" name="矩形 32">
            <a:extLst>
              <a:ext uri="{FF2B5EF4-FFF2-40B4-BE49-F238E27FC236}">
                <a16:creationId xmlns:a16="http://schemas.microsoft.com/office/drawing/2014/main" id="{234F28C1-6458-49C5-B22E-E75BFB5A53A8}"/>
              </a:ext>
            </a:extLst>
          </p:cNvPr>
          <p:cNvSpPr/>
          <p:nvPr/>
        </p:nvSpPr>
        <p:spPr>
          <a:xfrm>
            <a:off x="6634608" y="4209847"/>
            <a:ext cx="941798" cy="320897"/>
          </a:xfrm>
          <a:prstGeom prst="rect">
            <a:avLst/>
          </a:prstGeom>
          <a:solidFill>
            <a:srgbClr val="FECB5D"/>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zh-CN"/>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en-US" altLang="zh-CN" b="1" dirty="0">
                <a:solidFill>
                  <a:schemeClr val="bg1"/>
                </a:solidFill>
                <a:latin typeface="Arial Narrow" panose="020B0606020202030204" pitchFamily="34" charset="0"/>
                <a:ea typeface="微软雅黑" panose="020B0503020204020204" pitchFamily="34" charset="-122"/>
              </a:rPr>
              <a:t>IP</a:t>
            </a:r>
            <a:endParaRPr lang="zh-CN" altLang="en-US" b="1" dirty="0">
              <a:solidFill>
                <a:schemeClr val="bg1"/>
              </a:solidFill>
              <a:latin typeface="Arial Narrow" panose="020B0606020202030204" pitchFamily="34" charset="0"/>
              <a:ea typeface="微软雅黑" panose="020B0503020204020204" pitchFamily="34" charset="-122"/>
            </a:endParaRPr>
          </a:p>
        </p:txBody>
      </p:sp>
      <p:sp>
        <p:nvSpPr>
          <p:cNvPr id="34" name="矩形 33">
            <a:extLst>
              <a:ext uri="{FF2B5EF4-FFF2-40B4-BE49-F238E27FC236}">
                <a16:creationId xmlns:a16="http://schemas.microsoft.com/office/drawing/2014/main" id="{A8BC7E4F-EB57-4A6F-934D-6E091FF9B5AE}"/>
              </a:ext>
            </a:extLst>
          </p:cNvPr>
          <p:cNvSpPr/>
          <p:nvPr/>
        </p:nvSpPr>
        <p:spPr>
          <a:xfrm>
            <a:off x="4082831" y="5261739"/>
            <a:ext cx="941798" cy="320897"/>
          </a:xfrm>
          <a:prstGeom prst="rect">
            <a:avLst/>
          </a:prstGeom>
          <a:solidFill>
            <a:srgbClr val="A1B5D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zh-CN"/>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zh-CN" altLang="en-US" b="1" dirty="0">
                <a:solidFill>
                  <a:schemeClr val="bg1"/>
                </a:solidFill>
                <a:latin typeface="微软雅黑" panose="020B0503020204020204" pitchFamily="34" charset="-122"/>
                <a:ea typeface="微软雅黑" panose="020B0503020204020204" pitchFamily="34" charset="-122"/>
              </a:rPr>
              <a:t>以太网</a:t>
            </a:r>
          </a:p>
        </p:txBody>
      </p:sp>
      <p:sp>
        <p:nvSpPr>
          <p:cNvPr id="35" name="矩形 34">
            <a:extLst>
              <a:ext uri="{FF2B5EF4-FFF2-40B4-BE49-F238E27FC236}">
                <a16:creationId xmlns:a16="http://schemas.microsoft.com/office/drawing/2014/main" id="{7B12B308-C106-417E-B631-D92D78E84C22}"/>
              </a:ext>
            </a:extLst>
          </p:cNvPr>
          <p:cNvSpPr/>
          <p:nvPr/>
        </p:nvSpPr>
        <p:spPr>
          <a:xfrm>
            <a:off x="6146561" y="5248579"/>
            <a:ext cx="1923913" cy="320897"/>
          </a:xfrm>
          <a:prstGeom prst="rect">
            <a:avLst/>
          </a:prstGeom>
          <a:solidFill>
            <a:srgbClr val="A1B5D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zh-CN"/>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en-US" altLang="zh-CN" b="1" dirty="0">
                <a:solidFill>
                  <a:schemeClr val="bg1"/>
                </a:solidFill>
                <a:latin typeface="Arial Narrow" panose="020B0606020202030204" pitchFamily="34" charset="0"/>
                <a:ea typeface="微软雅黑" panose="020B0503020204020204" pitchFamily="34" charset="-122"/>
              </a:rPr>
              <a:t>802.11</a:t>
            </a:r>
            <a:r>
              <a:rPr lang="zh-CN" altLang="en-US" b="1" dirty="0">
                <a:solidFill>
                  <a:schemeClr val="bg1"/>
                </a:solidFill>
                <a:latin typeface="Arial Narrow" panose="020B0606020202030204" pitchFamily="34" charset="0"/>
                <a:ea typeface="微软雅黑" panose="020B0503020204020204" pitchFamily="34" charset="-122"/>
              </a:rPr>
              <a:t>无线局域网</a:t>
            </a:r>
          </a:p>
        </p:txBody>
      </p:sp>
      <p:sp>
        <p:nvSpPr>
          <p:cNvPr id="36" name="矩形 35">
            <a:extLst>
              <a:ext uri="{FF2B5EF4-FFF2-40B4-BE49-F238E27FC236}">
                <a16:creationId xmlns:a16="http://schemas.microsoft.com/office/drawing/2014/main" id="{270A8D63-78DA-458C-9802-4D8017AAF74A}"/>
              </a:ext>
            </a:extLst>
          </p:cNvPr>
          <p:cNvSpPr/>
          <p:nvPr/>
        </p:nvSpPr>
        <p:spPr>
          <a:xfrm>
            <a:off x="9186385" y="5261739"/>
            <a:ext cx="941798" cy="320897"/>
          </a:xfrm>
          <a:prstGeom prst="rect">
            <a:avLst/>
          </a:prstGeom>
          <a:solidFill>
            <a:srgbClr val="A1B5D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zh-CN"/>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zh-CN" altLang="en-US" b="1" dirty="0">
                <a:solidFill>
                  <a:schemeClr val="bg1"/>
                </a:solidFill>
                <a:latin typeface="微软雅黑" panose="020B0503020204020204" pitchFamily="34" charset="-122"/>
                <a:ea typeface="微软雅黑" panose="020B0503020204020204" pitchFamily="34" charset="-122"/>
              </a:rPr>
              <a:t>接口</a:t>
            </a:r>
            <a:r>
              <a:rPr lang="en-US" altLang="zh-CN" b="1" dirty="0">
                <a:solidFill>
                  <a:schemeClr val="bg1"/>
                </a:solidFill>
                <a:latin typeface="微软雅黑" panose="020B0503020204020204" pitchFamily="34" charset="-122"/>
                <a:ea typeface="微软雅黑" panose="020B0503020204020204" pitchFamily="34" charset="-122"/>
              </a:rPr>
              <a:t>n</a:t>
            </a:r>
            <a:endParaRPr lang="zh-CN" altLang="en-US" b="1" dirty="0">
              <a:solidFill>
                <a:schemeClr val="bg1"/>
              </a:solidFill>
              <a:latin typeface="微软雅黑" panose="020B0503020204020204" pitchFamily="34" charset="-122"/>
              <a:ea typeface="微软雅黑" panose="020B0503020204020204" pitchFamily="34" charset="-122"/>
            </a:endParaRPr>
          </a:p>
        </p:txBody>
      </p:sp>
      <p:cxnSp>
        <p:nvCxnSpPr>
          <p:cNvPr id="37" name="直接箭头连接符 36">
            <a:extLst>
              <a:ext uri="{FF2B5EF4-FFF2-40B4-BE49-F238E27FC236}">
                <a16:creationId xmlns:a16="http://schemas.microsoft.com/office/drawing/2014/main" id="{F04B5E55-0140-4B05-9FEB-F7264945BD6F}"/>
              </a:ext>
            </a:extLst>
          </p:cNvPr>
          <p:cNvCxnSpPr>
            <a:cxnSpLocks/>
            <a:endCxn id="27" idx="2"/>
          </p:cNvCxnSpPr>
          <p:nvPr/>
        </p:nvCxnSpPr>
        <p:spPr>
          <a:xfrm flipH="1" flipV="1">
            <a:off x="4514641" y="2426962"/>
            <a:ext cx="431811" cy="730993"/>
          </a:xfrm>
          <a:prstGeom prst="straightConnector1">
            <a:avLst/>
          </a:prstGeom>
          <a:ln w="12700">
            <a:solidFill>
              <a:schemeClr val="tx1"/>
            </a:solidFill>
            <a:headEnd type="triangle" w="med" len="lg"/>
            <a:tailEnd type="triangle" w="med" len="lg"/>
          </a:ln>
        </p:spPr>
        <p:style>
          <a:lnRef idx="1">
            <a:schemeClr val="accent1"/>
          </a:lnRef>
          <a:fillRef idx="0">
            <a:schemeClr val="accent1"/>
          </a:fillRef>
          <a:effectRef idx="0">
            <a:schemeClr val="accent1"/>
          </a:effectRef>
          <a:fontRef idx="minor">
            <a:schemeClr val="tx1"/>
          </a:fontRef>
        </p:style>
      </p:cxnSp>
      <p:cxnSp>
        <p:nvCxnSpPr>
          <p:cNvPr id="38" name="直接箭头连接符 37">
            <a:extLst>
              <a:ext uri="{FF2B5EF4-FFF2-40B4-BE49-F238E27FC236}">
                <a16:creationId xmlns:a16="http://schemas.microsoft.com/office/drawing/2014/main" id="{5E5B95BE-3FCB-45E1-82F0-FA3DB2E9ACD4}"/>
              </a:ext>
            </a:extLst>
          </p:cNvPr>
          <p:cNvCxnSpPr>
            <a:cxnSpLocks/>
            <a:endCxn id="28" idx="2"/>
          </p:cNvCxnSpPr>
          <p:nvPr/>
        </p:nvCxnSpPr>
        <p:spPr>
          <a:xfrm flipV="1">
            <a:off x="5810074" y="2426962"/>
            <a:ext cx="431811" cy="746393"/>
          </a:xfrm>
          <a:prstGeom prst="straightConnector1">
            <a:avLst/>
          </a:prstGeom>
          <a:ln w="12700">
            <a:solidFill>
              <a:schemeClr val="tx1"/>
            </a:solidFill>
            <a:headEnd type="triangle" w="med" len="lg"/>
            <a:tailEnd type="triangle" w="med" len="lg"/>
          </a:ln>
        </p:spPr>
        <p:style>
          <a:lnRef idx="1">
            <a:schemeClr val="accent1"/>
          </a:lnRef>
          <a:fillRef idx="0">
            <a:schemeClr val="accent1"/>
          </a:fillRef>
          <a:effectRef idx="0">
            <a:schemeClr val="accent1"/>
          </a:effectRef>
          <a:fontRef idx="minor">
            <a:schemeClr val="tx1"/>
          </a:fontRef>
        </p:style>
      </p:cxnSp>
      <p:cxnSp>
        <p:nvCxnSpPr>
          <p:cNvPr id="39" name="直接箭头连接符 38">
            <a:extLst>
              <a:ext uri="{FF2B5EF4-FFF2-40B4-BE49-F238E27FC236}">
                <a16:creationId xmlns:a16="http://schemas.microsoft.com/office/drawing/2014/main" id="{808082B5-90AA-4932-A3C9-D1D27803D6B2}"/>
              </a:ext>
            </a:extLst>
          </p:cNvPr>
          <p:cNvCxnSpPr>
            <a:cxnSpLocks/>
          </p:cNvCxnSpPr>
          <p:nvPr/>
        </p:nvCxnSpPr>
        <p:spPr>
          <a:xfrm flipH="1" flipV="1">
            <a:off x="7969130" y="2426962"/>
            <a:ext cx="431810" cy="746393"/>
          </a:xfrm>
          <a:prstGeom prst="straightConnector1">
            <a:avLst/>
          </a:prstGeom>
          <a:ln w="12700">
            <a:solidFill>
              <a:schemeClr val="tx1"/>
            </a:solidFill>
            <a:headEnd type="triangle" w="med" len="lg"/>
            <a:tailEnd type="triangle" w="med" len="lg"/>
          </a:ln>
        </p:spPr>
        <p:style>
          <a:lnRef idx="1">
            <a:schemeClr val="accent1"/>
          </a:lnRef>
          <a:fillRef idx="0">
            <a:schemeClr val="accent1"/>
          </a:fillRef>
          <a:effectRef idx="0">
            <a:schemeClr val="accent1"/>
          </a:effectRef>
          <a:fontRef idx="minor">
            <a:schemeClr val="tx1"/>
          </a:fontRef>
        </p:style>
      </p:cxnSp>
      <p:cxnSp>
        <p:nvCxnSpPr>
          <p:cNvPr id="40" name="直接箭头连接符 39">
            <a:extLst>
              <a:ext uri="{FF2B5EF4-FFF2-40B4-BE49-F238E27FC236}">
                <a16:creationId xmlns:a16="http://schemas.microsoft.com/office/drawing/2014/main" id="{6132689B-770A-45EC-A8BE-049F024246AD}"/>
              </a:ext>
            </a:extLst>
          </p:cNvPr>
          <p:cNvCxnSpPr>
            <a:cxnSpLocks/>
          </p:cNvCxnSpPr>
          <p:nvPr/>
        </p:nvCxnSpPr>
        <p:spPr>
          <a:xfrm flipV="1">
            <a:off x="9264562" y="2426962"/>
            <a:ext cx="431811" cy="730993"/>
          </a:xfrm>
          <a:prstGeom prst="straightConnector1">
            <a:avLst/>
          </a:prstGeom>
          <a:ln w="12700">
            <a:solidFill>
              <a:schemeClr val="tx1"/>
            </a:solidFill>
            <a:headEnd type="triangle" w="med" len="lg"/>
            <a:tailEnd type="triangle" w="med" len="lg"/>
          </a:ln>
        </p:spPr>
        <p:style>
          <a:lnRef idx="1">
            <a:schemeClr val="accent1"/>
          </a:lnRef>
          <a:fillRef idx="0">
            <a:schemeClr val="accent1"/>
          </a:fillRef>
          <a:effectRef idx="0">
            <a:schemeClr val="accent1"/>
          </a:effectRef>
          <a:fontRef idx="minor">
            <a:schemeClr val="tx1"/>
          </a:fontRef>
        </p:style>
      </p:cxnSp>
      <p:cxnSp>
        <p:nvCxnSpPr>
          <p:cNvPr id="41" name="直接箭头连接符 40">
            <a:extLst>
              <a:ext uri="{FF2B5EF4-FFF2-40B4-BE49-F238E27FC236}">
                <a16:creationId xmlns:a16="http://schemas.microsoft.com/office/drawing/2014/main" id="{C53A55FE-1AC3-47CA-B931-5BBE2C96C7B7}"/>
              </a:ext>
            </a:extLst>
          </p:cNvPr>
          <p:cNvCxnSpPr>
            <a:cxnSpLocks/>
          </p:cNvCxnSpPr>
          <p:nvPr/>
        </p:nvCxnSpPr>
        <p:spPr>
          <a:xfrm flipH="1" flipV="1">
            <a:off x="5810074" y="3478853"/>
            <a:ext cx="824535" cy="730996"/>
          </a:xfrm>
          <a:prstGeom prst="straightConnector1">
            <a:avLst/>
          </a:prstGeom>
          <a:ln w="12700">
            <a:solidFill>
              <a:schemeClr val="tx1"/>
            </a:solidFill>
            <a:headEnd type="triangle" w="med" len="lg"/>
            <a:tailEnd type="triangle" w="med" len="lg"/>
          </a:ln>
        </p:spPr>
        <p:style>
          <a:lnRef idx="1">
            <a:schemeClr val="accent1"/>
          </a:lnRef>
          <a:fillRef idx="0">
            <a:schemeClr val="accent1"/>
          </a:fillRef>
          <a:effectRef idx="0">
            <a:schemeClr val="accent1"/>
          </a:effectRef>
          <a:fontRef idx="minor">
            <a:schemeClr val="tx1"/>
          </a:fontRef>
        </p:style>
      </p:cxnSp>
      <p:cxnSp>
        <p:nvCxnSpPr>
          <p:cNvPr id="42" name="直接箭头连接符 41">
            <a:extLst>
              <a:ext uri="{FF2B5EF4-FFF2-40B4-BE49-F238E27FC236}">
                <a16:creationId xmlns:a16="http://schemas.microsoft.com/office/drawing/2014/main" id="{3F689CE0-6C26-453D-A4DE-6D2A6A4AD9EC}"/>
              </a:ext>
            </a:extLst>
          </p:cNvPr>
          <p:cNvCxnSpPr>
            <a:cxnSpLocks/>
          </p:cNvCxnSpPr>
          <p:nvPr/>
        </p:nvCxnSpPr>
        <p:spPr>
          <a:xfrm flipV="1">
            <a:off x="7576406" y="3468784"/>
            <a:ext cx="824534" cy="751767"/>
          </a:xfrm>
          <a:prstGeom prst="straightConnector1">
            <a:avLst/>
          </a:prstGeom>
          <a:ln w="12700">
            <a:solidFill>
              <a:schemeClr val="tx1"/>
            </a:solidFill>
            <a:headEnd type="triangle" w="med" len="lg"/>
            <a:tailEnd type="triangle" w="med" len="lg"/>
          </a:ln>
        </p:spPr>
        <p:style>
          <a:lnRef idx="1">
            <a:schemeClr val="accent1"/>
          </a:lnRef>
          <a:fillRef idx="0">
            <a:schemeClr val="accent1"/>
          </a:fillRef>
          <a:effectRef idx="0">
            <a:schemeClr val="accent1"/>
          </a:effectRef>
          <a:fontRef idx="minor">
            <a:schemeClr val="tx1"/>
          </a:fontRef>
        </p:style>
      </p:cxnSp>
      <p:cxnSp>
        <p:nvCxnSpPr>
          <p:cNvPr id="43" name="直接箭头连接符 42">
            <a:extLst>
              <a:ext uri="{FF2B5EF4-FFF2-40B4-BE49-F238E27FC236}">
                <a16:creationId xmlns:a16="http://schemas.microsoft.com/office/drawing/2014/main" id="{F865AC06-7394-438C-AE78-8ABDFEA01B03}"/>
              </a:ext>
            </a:extLst>
          </p:cNvPr>
          <p:cNvCxnSpPr>
            <a:cxnSpLocks/>
          </p:cNvCxnSpPr>
          <p:nvPr/>
        </p:nvCxnSpPr>
        <p:spPr>
          <a:xfrm flipH="1" flipV="1">
            <a:off x="7576406" y="4530745"/>
            <a:ext cx="1609979" cy="725080"/>
          </a:xfrm>
          <a:prstGeom prst="straightConnector1">
            <a:avLst/>
          </a:prstGeom>
          <a:ln w="12700">
            <a:solidFill>
              <a:schemeClr val="tx1"/>
            </a:solidFill>
            <a:headEnd type="triangle" w="med" len="lg"/>
            <a:tailEnd type="triangle" w="med" len="lg"/>
          </a:ln>
        </p:spPr>
        <p:style>
          <a:lnRef idx="1">
            <a:schemeClr val="accent1"/>
          </a:lnRef>
          <a:fillRef idx="0">
            <a:schemeClr val="accent1"/>
          </a:fillRef>
          <a:effectRef idx="0">
            <a:schemeClr val="accent1"/>
          </a:effectRef>
          <a:fontRef idx="minor">
            <a:schemeClr val="tx1"/>
          </a:fontRef>
        </p:style>
      </p:cxnSp>
      <p:cxnSp>
        <p:nvCxnSpPr>
          <p:cNvPr id="44" name="直接箭头连接符 43">
            <a:extLst>
              <a:ext uri="{FF2B5EF4-FFF2-40B4-BE49-F238E27FC236}">
                <a16:creationId xmlns:a16="http://schemas.microsoft.com/office/drawing/2014/main" id="{2BAC19A9-6114-45F1-AE51-84B0C921F50F}"/>
              </a:ext>
            </a:extLst>
          </p:cNvPr>
          <p:cNvCxnSpPr>
            <a:cxnSpLocks/>
            <a:stCxn id="35" idx="0"/>
            <a:endCxn id="33" idx="2"/>
          </p:cNvCxnSpPr>
          <p:nvPr/>
        </p:nvCxnSpPr>
        <p:spPr>
          <a:xfrm flipH="1" flipV="1">
            <a:off x="7105507" y="4530744"/>
            <a:ext cx="3011" cy="717835"/>
          </a:xfrm>
          <a:prstGeom prst="straightConnector1">
            <a:avLst/>
          </a:prstGeom>
          <a:ln w="12700">
            <a:solidFill>
              <a:schemeClr val="tx1"/>
            </a:solidFill>
            <a:headEnd type="triangle" w="med" len="lg"/>
            <a:tailEnd type="triangle" w="med" len="lg"/>
          </a:ln>
        </p:spPr>
        <p:style>
          <a:lnRef idx="1">
            <a:schemeClr val="accent1"/>
          </a:lnRef>
          <a:fillRef idx="0">
            <a:schemeClr val="accent1"/>
          </a:fillRef>
          <a:effectRef idx="0">
            <a:schemeClr val="accent1"/>
          </a:effectRef>
          <a:fontRef idx="minor">
            <a:schemeClr val="tx1"/>
          </a:fontRef>
        </p:style>
      </p:cxnSp>
      <p:cxnSp>
        <p:nvCxnSpPr>
          <p:cNvPr id="45" name="直接箭头连接符 44">
            <a:extLst>
              <a:ext uri="{FF2B5EF4-FFF2-40B4-BE49-F238E27FC236}">
                <a16:creationId xmlns:a16="http://schemas.microsoft.com/office/drawing/2014/main" id="{68035DAC-0052-44AB-AD99-4F4094E0FE1D}"/>
              </a:ext>
            </a:extLst>
          </p:cNvPr>
          <p:cNvCxnSpPr>
            <a:cxnSpLocks/>
          </p:cNvCxnSpPr>
          <p:nvPr/>
        </p:nvCxnSpPr>
        <p:spPr>
          <a:xfrm flipV="1">
            <a:off x="5035913" y="4524831"/>
            <a:ext cx="1598695" cy="730994"/>
          </a:xfrm>
          <a:prstGeom prst="straightConnector1">
            <a:avLst/>
          </a:prstGeom>
          <a:ln w="12700">
            <a:solidFill>
              <a:schemeClr val="tx1"/>
            </a:solidFill>
            <a:headEnd type="triangle" w="med" len="lg"/>
            <a:tailEnd type="triangle" w="med" len="lg"/>
          </a:ln>
        </p:spPr>
        <p:style>
          <a:lnRef idx="1">
            <a:schemeClr val="accent1"/>
          </a:lnRef>
          <a:fillRef idx="0">
            <a:schemeClr val="accent1"/>
          </a:fillRef>
          <a:effectRef idx="0">
            <a:schemeClr val="accent1"/>
          </a:effectRef>
          <a:fontRef idx="minor">
            <a:schemeClr val="tx1"/>
          </a:fontRef>
        </p:style>
      </p:cxnSp>
      <p:sp>
        <p:nvSpPr>
          <p:cNvPr id="46" name="文本框 103">
            <a:extLst>
              <a:ext uri="{FF2B5EF4-FFF2-40B4-BE49-F238E27FC236}">
                <a16:creationId xmlns:a16="http://schemas.microsoft.com/office/drawing/2014/main" id="{AD1A2935-7BB8-4269-B8CB-E5F3A5E94CB2}"/>
              </a:ext>
            </a:extLst>
          </p:cNvPr>
          <p:cNvSpPr txBox="1"/>
          <p:nvPr/>
        </p:nvSpPr>
        <p:spPr>
          <a:xfrm>
            <a:off x="4730546" y="2009301"/>
            <a:ext cx="1320800" cy="523220"/>
          </a:xfrm>
          <a:prstGeom prst="rect">
            <a:avLst/>
          </a:prstGeom>
          <a:noFill/>
        </p:spPr>
        <p:txBody>
          <a:bodyPr wrap="square" rtlCol="0">
            <a:spAutoFit/>
          </a:bodyPr>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algn="ctr"/>
            <a:r>
              <a:rPr lang="en-US" altLang="zh-CN" sz="2800" dirty="0"/>
              <a:t>…</a:t>
            </a:r>
            <a:endParaRPr lang="zh-CN" altLang="en-US" sz="2800" dirty="0"/>
          </a:p>
        </p:txBody>
      </p:sp>
      <p:sp>
        <p:nvSpPr>
          <p:cNvPr id="47" name="文本框 104">
            <a:extLst>
              <a:ext uri="{FF2B5EF4-FFF2-40B4-BE49-F238E27FC236}">
                <a16:creationId xmlns:a16="http://schemas.microsoft.com/office/drawing/2014/main" id="{29DB62EB-7829-4CF6-9638-154493B6E801}"/>
              </a:ext>
            </a:extLst>
          </p:cNvPr>
          <p:cNvSpPr txBox="1"/>
          <p:nvPr/>
        </p:nvSpPr>
        <p:spPr>
          <a:xfrm>
            <a:off x="8174406" y="2027112"/>
            <a:ext cx="1320800" cy="523220"/>
          </a:xfrm>
          <a:prstGeom prst="rect">
            <a:avLst/>
          </a:prstGeom>
          <a:noFill/>
        </p:spPr>
        <p:txBody>
          <a:bodyPr wrap="square" rtlCol="0">
            <a:spAutoFit/>
          </a:bodyPr>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algn="ctr"/>
            <a:r>
              <a:rPr lang="en-US" altLang="zh-CN" sz="2800" dirty="0"/>
              <a:t>…</a:t>
            </a:r>
            <a:endParaRPr lang="zh-CN" altLang="en-US" sz="2800" dirty="0"/>
          </a:p>
        </p:txBody>
      </p:sp>
      <p:sp>
        <p:nvSpPr>
          <p:cNvPr id="48" name="矩形 47">
            <a:extLst>
              <a:ext uri="{FF2B5EF4-FFF2-40B4-BE49-F238E27FC236}">
                <a16:creationId xmlns:a16="http://schemas.microsoft.com/office/drawing/2014/main" id="{F039AFE4-A263-45FC-ABFF-214CE15EA1D9}"/>
              </a:ext>
            </a:extLst>
          </p:cNvPr>
          <p:cNvSpPr/>
          <p:nvPr/>
        </p:nvSpPr>
        <p:spPr>
          <a:xfrm>
            <a:off x="2075018" y="3806203"/>
            <a:ext cx="1833704" cy="1026455"/>
          </a:xfrm>
          <a:prstGeom prst="rect">
            <a:avLst/>
          </a:prstGeom>
          <a:solidFill>
            <a:srgbClr val="FECB5D"/>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zh-CN"/>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zh-CN" altLang="en-US" b="1" dirty="0">
                <a:solidFill>
                  <a:schemeClr val="bg1"/>
                </a:solidFill>
                <a:latin typeface="+mn-ea"/>
              </a:rPr>
              <a:t>网际层</a:t>
            </a:r>
          </a:p>
        </p:txBody>
      </p:sp>
      <p:sp>
        <p:nvSpPr>
          <p:cNvPr id="49" name="矩形 48">
            <a:extLst>
              <a:ext uri="{FF2B5EF4-FFF2-40B4-BE49-F238E27FC236}">
                <a16:creationId xmlns:a16="http://schemas.microsoft.com/office/drawing/2014/main" id="{40B3FE1C-205A-49B0-917C-D2144CD48D62}"/>
              </a:ext>
            </a:extLst>
          </p:cNvPr>
          <p:cNvSpPr/>
          <p:nvPr/>
        </p:nvSpPr>
        <p:spPr>
          <a:xfrm>
            <a:off x="2075021" y="2779745"/>
            <a:ext cx="1833704" cy="1026456"/>
          </a:xfrm>
          <a:prstGeom prst="rect">
            <a:avLst/>
          </a:prstGeom>
          <a:solidFill>
            <a:srgbClr val="A582DD"/>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zh-CN"/>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zh-CN" altLang="en-US" b="1" dirty="0">
                <a:solidFill>
                  <a:schemeClr val="bg1"/>
                </a:solidFill>
                <a:latin typeface="+mn-ea"/>
              </a:rPr>
              <a:t>运输层</a:t>
            </a:r>
          </a:p>
        </p:txBody>
      </p:sp>
      <p:sp>
        <p:nvSpPr>
          <p:cNvPr id="50" name="矩形 49">
            <a:extLst>
              <a:ext uri="{FF2B5EF4-FFF2-40B4-BE49-F238E27FC236}">
                <a16:creationId xmlns:a16="http://schemas.microsoft.com/office/drawing/2014/main" id="{A11EFE8A-B822-43AE-8352-F72176585504}"/>
              </a:ext>
            </a:extLst>
          </p:cNvPr>
          <p:cNvSpPr/>
          <p:nvPr/>
        </p:nvSpPr>
        <p:spPr>
          <a:xfrm>
            <a:off x="2075021" y="1753288"/>
            <a:ext cx="1833704" cy="1026457"/>
          </a:xfrm>
          <a:prstGeom prst="rect">
            <a:avLst/>
          </a:prstGeom>
          <a:solidFill>
            <a:srgbClr val="F3818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zh-CN"/>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zh-CN" altLang="en-US" b="1" dirty="0">
                <a:solidFill>
                  <a:schemeClr val="bg1"/>
                </a:solidFill>
                <a:latin typeface="+mn-ea"/>
              </a:rPr>
              <a:t>应用层</a:t>
            </a:r>
          </a:p>
        </p:txBody>
      </p:sp>
      <p:sp>
        <p:nvSpPr>
          <p:cNvPr id="54" name="矩形 53">
            <a:extLst>
              <a:ext uri="{FF2B5EF4-FFF2-40B4-BE49-F238E27FC236}">
                <a16:creationId xmlns:a16="http://schemas.microsoft.com/office/drawing/2014/main" id="{9F793763-53C7-4D16-9483-93B1998BE71F}"/>
              </a:ext>
            </a:extLst>
          </p:cNvPr>
          <p:cNvSpPr/>
          <p:nvPr/>
        </p:nvSpPr>
        <p:spPr>
          <a:xfrm>
            <a:off x="2075015" y="4823946"/>
            <a:ext cx="1833703" cy="1035170"/>
          </a:xfrm>
          <a:prstGeom prst="rect">
            <a:avLst/>
          </a:prstGeom>
          <a:solidFill>
            <a:srgbClr val="A1B5D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zh-CN"/>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zh-CN" altLang="en-US" b="1" dirty="0">
                <a:solidFill>
                  <a:schemeClr val="bg1"/>
                </a:solidFill>
                <a:latin typeface="+mn-ea"/>
              </a:rPr>
              <a:t>网络接口层</a:t>
            </a:r>
          </a:p>
        </p:txBody>
      </p:sp>
    </p:spTree>
    <p:custDataLst>
      <p:tags r:id="rId1"/>
    </p:custDataLst>
    <p:extLst>
      <p:ext uri="{BB962C8B-B14F-4D97-AF65-F5344CB8AC3E}">
        <p14:creationId xmlns:p14="http://schemas.microsoft.com/office/powerpoint/2010/main" val="4123834270"/>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32" presetClass="emph" presetSubtype="0" fill="hold" grpId="0" nodeType="withEffect">
                                  <p:stCondLst>
                                    <p:cond delay="0"/>
                                  </p:stCondLst>
                                  <p:childTnLst>
                                    <p:animRot by="120000">
                                      <p:cBhvr>
                                        <p:cTn id="6" dur="100" fill="hold">
                                          <p:stCondLst>
                                            <p:cond delay="0"/>
                                          </p:stCondLst>
                                        </p:cTn>
                                        <p:tgtEl>
                                          <p:spTgt spid="35"/>
                                        </p:tgtEl>
                                        <p:attrNameLst>
                                          <p:attrName>r</p:attrName>
                                        </p:attrNameLst>
                                      </p:cBhvr>
                                    </p:animRot>
                                    <p:animRot by="-240000">
                                      <p:cBhvr>
                                        <p:cTn id="7" dur="200" fill="hold">
                                          <p:stCondLst>
                                            <p:cond delay="200"/>
                                          </p:stCondLst>
                                        </p:cTn>
                                        <p:tgtEl>
                                          <p:spTgt spid="35"/>
                                        </p:tgtEl>
                                        <p:attrNameLst>
                                          <p:attrName>r</p:attrName>
                                        </p:attrNameLst>
                                      </p:cBhvr>
                                    </p:animRot>
                                    <p:animRot by="240000">
                                      <p:cBhvr>
                                        <p:cTn id="8" dur="200" fill="hold">
                                          <p:stCondLst>
                                            <p:cond delay="400"/>
                                          </p:stCondLst>
                                        </p:cTn>
                                        <p:tgtEl>
                                          <p:spTgt spid="35"/>
                                        </p:tgtEl>
                                        <p:attrNameLst>
                                          <p:attrName>r</p:attrName>
                                        </p:attrNameLst>
                                      </p:cBhvr>
                                    </p:animRot>
                                    <p:animRot by="-240000">
                                      <p:cBhvr>
                                        <p:cTn id="9" dur="200" fill="hold">
                                          <p:stCondLst>
                                            <p:cond delay="600"/>
                                          </p:stCondLst>
                                        </p:cTn>
                                        <p:tgtEl>
                                          <p:spTgt spid="35"/>
                                        </p:tgtEl>
                                        <p:attrNameLst>
                                          <p:attrName>r</p:attrName>
                                        </p:attrNameLst>
                                      </p:cBhvr>
                                    </p:animRot>
                                    <p:animRot by="120000">
                                      <p:cBhvr>
                                        <p:cTn id="10" dur="200" fill="hold">
                                          <p:stCondLst>
                                            <p:cond delay="800"/>
                                          </p:stCondLst>
                                        </p:cTn>
                                        <p:tgtEl>
                                          <p:spTgt spid="35"/>
                                        </p:tgtEl>
                                        <p:attrNameLst>
                                          <p:attrName>r</p:attrName>
                                        </p:attrNameLst>
                                      </p:cBhvr>
                                    </p:animRot>
                                  </p:childTnLst>
                                </p:cTn>
                              </p:par>
                            </p:childTnLst>
                          </p:cTn>
                        </p:par>
                        <p:par>
                          <p:cTn id="11" fill="hold">
                            <p:stCondLst>
                              <p:cond delay="1000"/>
                            </p:stCondLst>
                            <p:childTnLst>
                              <p:par>
                                <p:cTn id="12" presetID="12" presetClass="entr" presetSubtype="4" fill="hold" grpId="0" nodeType="afterEffect">
                                  <p:stCondLst>
                                    <p:cond delay="0"/>
                                  </p:stCondLst>
                                  <p:childTnLst>
                                    <p:set>
                                      <p:cBhvr>
                                        <p:cTn id="13" dur="1" fill="hold">
                                          <p:stCondLst>
                                            <p:cond delay="0"/>
                                          </p:stCondLst>
                                        </p:cTn>
                                        <p:tgtEl>
                                          <p:spTgt spid="56"/>
                                        </p:tgtEl>
                                        <p:attrNameLst>
                                          <p:attrName>style.visibility</p:attrName>
                                        </p:attrNameLst>
                                      </p:cBhvr>
                                      <p:to>
                                        <p:strVal val="visible"/>
                                      </p:to>
                                    </p:set>
                                    <p:anim calcmode="lin" valueType="num">
                                      <p:cBhvr additive="base">
                                        <p:cTn id="14" dur="500"/>
                                        <p:tgtEl>
                                          <p:spTgt spid="56"/>
                                        </p:tgtEl>
                                        <p:attrNameLst>
                                          <p:attrName>ppt_y</p:attrName>
                                        </p:attrNameLst>
                                      </p:cBhvr>
                                      <p:tavLst>
                                        <p:tav tm="0">
                                          <p:val>
                                            <p:strVal val="#ppt_y+#ppt_h*1.125000"/>
                                          </p:val>
                                        </p:tav>
                                        <p:tav tm="100000">
                                          <p:val>
                                            <p:strVal val="#ppt_y"/>
                                          </p:val>
                                        </p:tav>
                                      </p:tavLst>
                                    </p:anim>
                                    <p:animEffect transition="in" filter="wipe(up)">
                                      <p:cBhvr>
                                        <p:cTn id="15" dur="500"/>
                                        <p:tgtEl>
                                          <p:spTgt spid="56"/>
                                        </p:tgtEl>
                                      </p:cBhvr>
                                    </p:animEffect>
                                  </p:childTnLst>
                                </p:cTn>
                              </p:par>
                            </p:childTnLst>
                          </p:cTn>
                        </p:par>
                      </p:childTnLst>
                    </p:cTn>
                  </p:par>
                  <p:par>
                    <p:cTn id="16" fill="hold">
                      <p:stCondLst>
                        <p:cond delay="indefinite"/>
                      </p:stCondLst>
                      <p:childTnLst>
                        <p:par>
                          <p:cTn id="17" fill="hold">
                            <p:stCondLst>
                              <p:cond delay="0"/>
                            </p:stCondLst>
                            <p:childTnLst>
                              <p:par>
                                <p:cTn id="18" presetID="32" presetClass="emph" presetSubtype="0" fill="hold" grpId="0" nodeType="clickEffect">
                                  <p:stCondLst>
                                    <p:cond delay="0"/>
                                  </p:stCondLst>
                                  <p:childTnLst>
                                    <p:animRot by="120000">
                                      <p:cBhvr>
                                        <p:cTn id="19" dur="100" fill="hold">
                                          <p:stCondLst>
                                            <p:cond delay="0"/>
                                          </p:stCondLst>
                                        </p:cTn>
                                        <p:tgtEl>
                                          <p:spTgt spid="34"/>
                                        </p:tgtEl>
                                        <p:attrNameLst>
                                          <p:attrName>r</p:attrName>
                                        </p:attrNameLst>
                                      </p:cBhvr>
                                    </p:animRot>
                                    <p:animRot by="-240000">
                                      <p:cBhvr>
                                        <p:cTn id="20" dur="200" fill="hold">
                                          <p:stCondLst>
                                            <p:cond delay="200"/>
                                          </p:stCondLst>
                                        </p:cTn>
                                        <p:tgtEl>
                                          <p:spTgt spid="34"/>
                                        </p:tgtEl>
                                        <p:attrNameLst>
                                          <p:attrName>r</p:attrName>
                                        </p:attrNameLst>
                                      </p:cBhvr>
                                    </p:animRot>
                                    <p:animRot by="240000">
                                      <p:cBhvr>
                                        <p:cTn id="21" dur="200" fill="hold">
                                          <p:stCondLst>
                                            <p:cond delay="400"/>
                                          </p:stCondLst>
                                        </p:cTn>
                                        <p:tgtEl>
                                          <p:spTgt spid="34"/>
                                        </p:tgtEl>
                                        <p:attrNameLst>
                                          <p:attrName>r</p:attrName>
                                        </p:attrNameLst>
                                      </p:cBhvr>
                                    </p:animRot>
                                    <p:animRot by="-240000">
                                      <p:cBhvr>
                                        <p:cTn id="22" dur="200" fill="hold">
                                          <p:stCondLst>
                                            <p:cond delay="600"/>
                                          </p:stCondLst>
                                        </p:cTn>
                                        <p:tgtEl>
                                          <p:spTgt spid="34"/>
                                        </p:tgtEl>
                                        <p:attrNameLst>
                                          <p:attrName>r</p:attrName>
                                        </p:attrNameLst>
                                      </p:cBhvr>
                                    </p:animRot>
                                    <p:animRot by="120000">
                                      <p:cBhvr>
                                        <p:cTn id="23" dur="200" fill="hold">
                                          <p:stCondLst>
                                            <p:cond delay="800"/>
                                          </p:stCondLst>
                                        </p:cTn>
                                        <p:tgtEl>
                                          <p:spTgt spid="34"/>
                                        </p:tgtEl>
                                        <p:attrNameLst>
                                          <p:attrName>r</p:attrName>
                                        </p:attrNameLst>
                                      </p:cBhvr>
                                    </p:animRot>
                                  </p:childTnLst>
                                </p:cTn>
                              </p:par>
                            </p:childTnLst>
                          </p:cTn>
                        </p:par>
                        <p:par>
                          <p:cTn id="24" fill="hold">
                            <p:stCondLst>
                              <p:cond delay="1000"/>
                            </p:stCondLst>
                            <p:childTnLst>
                              <p:par>
                                <p:cTn id="25" presetID="12" presetClass="entr" presetSubtype="4" fill="hold" grpId="0" nodeType="afterEffect">
                                  <p:stCondLst>
                                    <p:cond delay="0"/>
                                  </p:stCondLst>
                                  <p:childTnLst>
                                    <p:set>
                                      <p:cBhvr>
                                        <p:cTn id="26" dur="1" fill="hold">
                                          <p:stCondLst>
                                            <p:cond delay="0"/>
                                          </p:stCondLst>
                                        </p:cTn>
                                        <p:tgtEl>
                                          <p:spTgt spid="55"/>
                                        </p:tgtEl>
                                        <p:attrNameLst>
                                          <p:attrName>style.visibility</p:attrName>
                                        </p:attrNameLst>
                                      </p:cBhvr>
                                      <p:to>
                                        <p:strVal val="visible"/>
                                      </p:to>
                                    </p:set>
                                    <p:anim calcmode="lin" valueType="num">
                                      <p:cBhvr additive="base">
                                        <p:cTn id="27" dur="500"/>
                                        <p:tgtEl>
                                          <p:spTgt spid="55"/>
                                        </p:tgtEl>
                                        <p:attrNameLst>
                                          <p:attrName>ppt_y</p:attrName>
                                        </p:attrNameLst>
                                      </p:cBhvr>
                                      <p:tavLst>
                                        <p:tav tm="0">
                                          <p:val>
                                            <p:strVal val="#ppt_y+#ppt_h*1.125000"/>
                                          </p:val>
                                        </p:tav>
                                        <p:tav tm="100000">
                                          <p:val>
                                            <p:strVal val="#ppt_y"/>
                                          </p:val>
                                        </p:tav>
                                      </p:tavLst>
                                    </p:anim>
                                    <p:animEffect transition="in" filter="wipe(up)">
                                      <p:cBhvr>
                                        <p:cTn id="28" dur="500"/>
                                        <p:tgtEl>
                                          <p:spTgt spid="55"/>
                                        </p:tgtEl>
                                      </p:cBhvr>
                                    </p:animEffect>
                                  </p:childTnLst>
                                </p:cTn>
                              </p:par>
                            </p:childTnLst>
                          </p:cTn>
                        </p:par>
                      </p:childTnLst>
                    </p:cTn>
                  </p:par>
                  <p:par>
                    <p:cTn id="29" fill="hold">
                      <p:stCondLst>
                        <p:cond delay="indefinite"/>
                      </p:stCondLst>
                      <p:childTnLst>
                        <p:par>
                          <p:cTn id="30" fill="hold">
                            <p:stCondLst>
                              <p:cond delay="0"/>
                            </p:stCondLst>
                            <p:childTnLst>
                              <p:par>
                                <p:cTn id="31" presetID="32" presetClass="emph" presetSubtype="0" fill="hold" grpId="0" nodeType="clickEffect">
                                  <p:stCondLst>
                                    <p:cond delay="0"/>
                                  </p:stCondLst>
                                  <p:childTnLst>
                                    <p:animRot by="120000">
                                      <p:cBhvr>
                                        <p:cTn id="32" dur="100" fill="hold">
                                          <p:stCondLst>
                                            <p:cond delay="0"/>
                                          </p:stCondLst>
                                        </p:cTn>
                                        <p:tgtEl>
                                          <p:spTgt spid="33"/>
                                        </p:tgtEl>
                                        <p:attrNameLst>
                                          <p:attrName>r</p:attrName>
                                        </p:attrNameLst>
                                      </p:cBhvr>
                                    </p:animRot>
                                    <p:animRot by="-240000">
                                      <p:cBhvr>
                                        <p:cTn id="33" dur="200" fill="hold">
                                          <p:stCondLst>
                                            <p:cond delay="200"/>
                                          </p:stCondLst>
                                        </p:cTn>
                                        <p:tgtEl>
                                          <p:spTgt spid="33"/>
                                        </p:tgtEl>
                                        <p:attrNameLst>
                                          <p:attrName>r</p:attrName>
                                        </p:attrNameLst>
                                      </p:cBhvr>
                                    </p:animRot>
                                    <p:animRot by="240000">
                                      <p:cBhvr>
                                        <p:cTn id="34" dur="200" fill="hold">
                                          <p:stCondLst>
                                            <p:cond delay="400"/>
                                          </p:stCondLst>
                                        </p:cTn>
                                        <p:tgtEl>
                                          <p:spTgt spid="33"/>
                                        </p:tgtEl>
                                        <p:attrNameLst>
                                          <p:attrName>r</p:attrName>
                                        </p:attrNameLst>
                                      </p:cBhvr>
                                    </p:animRot>
                                    <p:animRot by="-240000">
                                      <p:cBhvr>
                                        <p:cTn id="35" dur="200" fill="hold">
                                          <p:stCondLst>
                                            <p:cond delay="600"/>
                                          </p:stCondLst>
                                        </p:cTn>
                                        <p:tgtEl>
                                          <p:spTgt spid="33"/>
                                        </p:tgtEl>
                                        <p:attrNameLst>
                                          <p:attrName>r</p:attrName>
                                        </p:attrNameLst>
                                      </p:cBhvr>
                                    </p:animRot>
                                    <p:animRot by="120000">
                                      <p:cBhvr>
                                        <p:cTn id="36" dur="200" fill="hold">
                                          <p:stCondLst>
                                            <p:cond delay="800"/>
                                          </p:stCondLst>
                                        </p:cTn>
                                        <p:tgtEl>
                                          <p:spTgt spid="33"/>
                                        </p:tgtEl>
                                        <p:attrNameLst>
                                          <p:attrName>r</p:attrName>
                                        </p:attrNameLst>
                                      </p:cBhvr>
                                    </p:animRot>
                                  </p:childTnLst>
                                </p:cTn>
                              </p:par>
                            </p:childTnLst>
                          </p:cTn>
                        </p:par>
                        <p:par>
                          <p:cTn id="37" fill="hold">
                            <p:stCondLst>
                              <p:cond delay="1000"/>
                            </p:stCondLst>
                            <p:childTnLst>
                              <p:par>
                                <p:cTn id="38" presetID="12" presetClass="entr" presetSubtype="4" fill="hold" grpId="0" nodeType="afterEffect">
                                  <p:stCondLst>
                                    <p:cond delay="0"/>
                                  </p:stCondLst>
                                  <p:childTnLst>
                                    <p:set>
                                      <p:cBhvr>
                                        <p:cTn id="39" dur="1" fill="hold">
                                          <p:stCondLst>
                                            <p:cond delay="0"/>
                                          </p:stCondLst>
                                        </p:cTn>
                                        <p:tgtEl>
                                          <p:spTgt spid="57"/>
                                        </p:tgtEl>
                                        <p:attrNameLst>
                                          <p:attrName>style.visibility</p:attrName>
                                        </p:attrNameLst>
                                      </p:cBhvr>
                                      <p:to>
                                        <p:strVal val="visible"/>
                                      </p:to>
                                    </p:set>
                                    <p:anim calcmode="lin" valueType="num">
                                      <p:cBhvr additive="base">
                                        <p:cTn id="40" dur="500"/>
                                        <p:tgtEl>
                                          <p:spTgt spid="57"/>
                                        </p:tgtEl>
                                        <p:attrNameLst>
                                          <p:attrName>ppt_y</p:attrName>
                                        </p:attrNameLst>
                                      </p:cBhvr>
                                      <p:tavLst>
                                        <p:tav tm="0">
                                          <p:val>
                                            <p:strVal val="#ppt_y+#ppt_h*1.125000"/>
                                          </p:val>
                                        </p:tav>
                                        <p:tav tm="100000">
                                          <p:val>
                                            <p:strVal val="#ppt_y"/>
                                          </p:val>
                                        </p:tav>
                                      </p:tavLst>
                                    </p:anim>
                                    <p:animEffect transition="in" filter="wipe(up)">
                                      <p:cBhvr>
                                        <p:cTn id="41" dur="500"/>
                                        <p:tgtEl>
                                          <p:spTgt spid="57"/>
                                        </p:tgtEl>
                                      </p:cBhvr>
                                    </p:animEffect>
                                  </p:childTnLst>
                                </p:cTn>
                              </p:par>
                            </p:childTnLst>
                          </p:cTn>
                        </p:par>
                      </p:childTnLst>
                    </p:cTn>
                  </p:par>
                  <p:par>
                    <p:cTn id="42" fill="hold">
                      <p:stCondLst>
                        <p:cond delay="indefinite"/>
                      </p:stCondLst>
                      <p:childTnLst>
                        <p:par>
                          <p:cTn id="43" fill="hold">
                            <p:stCondLst>
                              <p:cond delay="0"/>
                            </p:stCondLst>
                            <p:childTnLst>
                              <p:par>
                                <p:cTn id="44" presetID="32" presetClass="emph" presetSubtype="0" fill="hold" grpId="0" nodeType="clickEffect">
                                  <p:stCondLst>
                                    <p:cond delay="0"/>
                                  </p:stCondLst>
                                  <p:childTnLst>
                                    <p:animRot by="120000">
                                      <p:cBhvr>
                                        <p:cTn id="45" dur="100" fill="hold">
                                          <p:stCondLst>
                                            <p:cond delay="0"/>
                                          </p:stCondLst>
                                        </p:cTn>
                                        <p:tgtEl>
                                          <p:spTgt spid="31"/>
                                        </p:tgtEl>
                                        <p:attrNameLst>
                                          <p:attrName>r</p:attrName>
                                        </p:attrNameLst>
                                      </p:cBhvr>
                                    </p:animRot>
                                    <p:animRot by="-240000">
                                      <p:cBhvr>
                                        <p:cTn id="46" dur="200" fill="hold">
                                          <p:stCondLst>
                                            <p:cond delay="200"/>
                                          </p:stCondLst>
                                        </p:cTn>
                                        <p:tgtEl>
                                          <p:spTgt spid="31"/>
                                        </p:tgtEl>
                                        <p:attrNameLst>
                                          <p:attrName>r</p:attrName>
                                        </p:attrNameLst>
                                      </p:cBhvr>
                                    </p:animRot>
                                    <p:animRot by="240000">
                                      <p:cBhvr>
                                        <p:cTn id="47" dur="200" fill="hold">
                                          <p:stCondLst>
                                            <p:cond delay="400"/>
                                          </p:stCondLst>
                                        </p:cTn>
                                        <p:tgtEl>
                                          <p:spTgt spid="31"/>
                                        </p:tgtEl>
                                        <p:attrNameLst>
                                          <p:attrName>r</p:attrName>
                                        </p:attrNameLst>
                                      </p:cBhvr>
                                    </p:animRot>
                                    <p:animRot by="-240000">
                                      <p:cBhvr>
                                        <p:cTn id="48" dur="200" fill="hold">
                                          <p:stCondLst>
                                            <p:cond delay="600"/>
                                          </p:stCondLst>
                                        </p:cTn>
                                        <p:tgtEl>
                                          <p:spTgt spid="31"/>
                                        </p:tgtEl>
                                        <p:attrNameLst>
                                          <p:attrName>r</p:attrName>
                                        </p:attrNameLst>
                                      </p:cBhvr>
                                    </p:animRot>
                                    <p:animRot by="120000">
                                      <p:cBhvr>
                                        <p:cTn id="49" dur="200" fill="hold">
                                          <p:stCondLst>
                                            <p:cond delay="800"/>
                                          </p:stCondLst>
                                        </p:cTn>
                                        <p:tgtEl>
                                          <p:spTgt spid="31"/>
                                        </p:tgtEl>
                                        <p:attrNameLst>
                                          <p:attrName>r</p:attrName>
                                        </p:attrNameLst>
                                      </p:cBhvr>
                                    </p:animRot>
                                  </p:childTnLst>
                                </p:cTn>
                              </p:par>
                            </p:childTnLst>
                          </p:cTn>
                        </p:par>
                        <p:par>
                          <p:cTn id="50" fill="hold">
                            <p:stCondLst>
                              <p:cond delay="1000"/>
                            </p:stCondLst>
                            <p:childTnLst>
                              <p:par>
                                <p:cTn id="51" presetID="12" presetClass="entr" presetSubtype="4" fill="hold" grpId="0" nodeType="afterEffect">
                                  <p:stCondLst>
                                    <p:cond delay="0"/>
                                  </p:stCondLst>
                                  <p:childTnLst>
                                    <p:set>
                                      <p:cBhvr>
                                        <p:cTn id="52" dur="1" fill="hold">
                                          <p:stCondLst>
                                            <p:cond delay="0"/>
                                          </p:stCondLst>
                                        </p:cTn>
                                        <p:tgtEl>
                                          <p:spTgt spid="58"/>
                                        </p:tgtEl>
                                        <p:attrNameLst>
                                          <p:attrName>style.visibility</p:attrName>
                                        </p:attrNameLst>
                                      </p:cBhvr>
                                      <p:to>
                                        <p:strVal val="visible"/>
                                      </p:to>
                                    </p:set>
                                    <p:anim calcmode="lin" valueType="num">
                                      <p:cBhvr additive="base">
                                        <p:cTn id="53" dur="500"/>
                                        <p:tgtEl>
                                          <p:spTgt spid="58"/>
                                        </p:tgtEl>
                                        <p:attrNameLst>
                                          <p:attrName>ppt_y</p:attrName>
                                        </p:attrNameLst>
                                      </p:cBhvr>
                                      <p:tavLst>
                                        <p:tav tm="0">
                                          <p:val>
                                            <p:strVal val="#ppt_y+#ppt_h*1.125000"/>
                                          </p:val>
                                        </p:tav>
                                        <p:tav tm="100000">
                                          <p:val>
                                            <p:strVal val="#ppt_y"/>
                                          </p:val>
                                        </p:tav>
                                      </p:tavLst>
                                    </p:anim>
                                    <p:animEffect transition="in" filter="wipe(up)">
                                      <p:cBhvr>
                                        <p:cTn id="54" dur="500"/>
                                        <p:tgtEl>
                                          <p:spTgt spid="58"/>
                                        </p:tgtEl>
                                      </p:cBhvr>
                                    </p:animEffect>
                                  </p:childTnLst>
                                </p:cTn>
                              </p:par>
                            </p:childTnLst>
                          </p:cTn>
                        </p:par>
                      </p:childTnLst>
                    </p:cTn>
                  </p:par>
                  <p:par>
                    <p:cTn id="55" fill="hold">
                      <p:stCondLst>
                        <p:cond delay="indefinite"/>
                      </p:stCondLst>
                      <p:childTnLst>
                        <p:par>
                          <p:cTn id="56" fill="hold">
                            <p:stCondLst>
                              <p:cond delay="0"/>
                            </p:stCondLst>
                            <p:childTnLst>
                              <p:par>
                                <p:cTn id="57" presetID="32" presetClass="emph" presetSubtype="0" fill="hold" grpId="0" nodeType="clickEffect">
                                  <p:stCondLst>
                                    <p:cond delay="0"/>
                                  </p:stCondLst>
                                  <p:childTnLst>
                                    <p:animRot by="120000">
                                      <p:cBhvr>
                                        <p:cTn id="58" dur="100" fill="hold">
                                          <p:stCondLst>
                                            <p:cond delay="0"/>
                                          </p:stCondLst>
                                        </p:cTn>
                                        <p:tgtEl>
                                          <p:spTgt spid="32"/>
                                        </p:tgtEl>
                                        <p:attrNameLst>
                                          <p:attrName>r</p:attrName>
                                        </p:attrNameLst>
                                      </p:cBhvr>
                                    </p:animRot>
                                    <p:animRot by="-240000">
                                      <p:cBhvr>
                                        <p:cTn id="59" dur="200" fill="hold">
                                          <p:stCondLst>
                                            <p:cond delay="200"/>
                                          </p:stCondLst>
                                        </p:cTn>
                                        <p:tgtEl>
                                          <p:spTgt spid="32"/>
                                        </p:tgtEl>
                                        <p:attrNameLst>
                                          <p:attrName>r</p:attrName>
                                        </p:attrNameLst>
                                      </p:cBhvr>
                                    </p:animRot>
                                    <p:animRot by="240000">
                                      <p:cBhvr>
                                        <p:cTn id="60" dur="200" fill="hold">
                                          <p:stCondLst>
                                            <p:cond delay="400"/>
                                          </p:stCondLst>
                                        </p:cTn>
                                        <p:tgtEl>
                                          <p:spTgt spid="32"/>
                                        </p:tgtEl>
                                        <p:attrNameLst>
                                          <p:attrName>r</p:attrName>
                                        </p:attrNameLst>
                                      </p:cBhvr>
                                    </p:animRot>
                                    <p:animRot by="-240000">
                                      <p:cBhvr>
                                        <p:cTn id="61" dur="200" fill="hold">
                                          <p:stCondLst>
                                            <p:cond delay="600"/>
                                          </p:stCondLst>
                                        </p:cTn>
                                        <p:tgtEl>
                                          <p:spTgt spid="32"/>
                                        </p:tgtEl>
                                        <p:attrNameLst>
                                          <p:attrName>r</p:attrName>
                                        </p:attrNameLst>
                                      </p:cBhvr>
                                    </p:animRot>
                                    <p:animRot by="120000">
                                      <p:cBhvr>
                                        <p:cTn id="62" dur="200" fill="hold">
                                          <p:stCondLst>
                                            <p:cond delay="800"/>
                                          </p:stCondLst>
                                        </p:cTn>
                                        <p:tgtEl>
                                          <p:spTgt spid="32"/>
                                        </p:tgtEl>
                                        <p:attrNameLst>
                                          <p:attrName>r</p:attrName>
                                        </p:attrNameLst>
                                      </p:cBhvr>
                                    </p:animRot>
                                  </p:childTnLst>
                                </p:cTn>
                              </p:par>
                            </p:childTnLst>
                          </p:cTn>
                        </p:par>
                        <p:par>
                          <p:cTn id="63" fill="hold">
                            <p:stCondLst>
                              <p:cond delay="1000"/>
                            </p:stCondLst>
                            <p:childTnLst>
                              <p:par>
                                <p:cTn id="64" presetID="12" presetClass="entr" presetSubtype="4" fill="hold" grpId="0" nodeType="afterEffect">
                                  <p:stCondLst>
                                    <p:cond delay="0"/>
                                  </p:stCondLst>
                                  <p:childTnLst>
                                    <p:set>
                                      <p:cBhvr>
                                        <p:cTn id="65" dur="1" fill="hold">
                                          <p:stCondLst>
                                            <p:cond delay="0"/>
                                          </p:stCondLst>
                                        </p:cTn>
                                        <p:tgtEl>
                                          <p:spTgt spid="59"/>
                                        </p:tgtEl>
                                        <p:attrNameLst>
                                          <p:attrName>style.visibility</p:attrName>
                                        </p:attrNameLst>
                                      </p:cBhvr>
                                      <p:to>
                                        <p:strVal val="visible"/>
                                      </p:to>
                                    </p:set>
                                    <p:anim calcmode="lin" valueType="num">
                                      <p:cBhvr additive="base">
                                        <p:cTn id="66" dur="500"/>
                                        <p:tgtEl>
                                          <p:spTgt spid="59"/>
                                        </p:tgtEl>
                                        <p:attrNameLst>
                                          <p:attrName>ppt_y</p:attrName>
                                        </p:attrNameLst>
                                      </p:cBhvr>
                                      <p:tavLst>
                                        <p:tav tm="0">
                                          <p:val>
                                            <p:strVal val="#ppt_y+#ppt_h*1.125000"/>
                                          </p:val>
                                        </p:tav>
                                        <p:tav tm="100000">
                                          <p:val>
                                            <p:strVal val="#ppt_y"/>
                                          </p:val>
                                        </p:tav>
                                      </p:tavLst>
                                    </p:anim>
                                    <p:animEffect transition="in" filter="wipe(up)">
                                      <p:cBhvr>
                                        <p:cTn id="67" dur="500"/>
                                        <p:tgtEl>
                                          <p:spTgt spid="59"/>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5" grpId="0"/>
      <p:bldP spid="56" grpId="0"/>
      <p:bldP spid="57" grpId="0"/>
      <p:bldP spid="58" grpId="0"/>
      <p:bldP spid="59" grpId="0"/>
      <p:bldP spid="31" grpId="0" animBg="1"/>
      <p:bldP spid="32" grpId="0" animBg="1"/>
      <p:bldP spid="33" grpId="0" animBg="1"/>
      <p:bldP spid="34" grpId="0" animBg="1"/>
      <p:bldP spid="35" grpId="0" animBg="1"/>
    </p:bldLst>
  </p:timing>
</p:sld>
</file>

<file path=ppt/slides/slide11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5" name="文本框 54">
            <a:extLst>
              <a:ext uri="{FF2B5EF4-FFF2-40B4-BE49-F238E27FC236}">
                <a16:creationId xmlns:a16="http://schemas.microsoft.com/office/drawing/2014/main" id="{FC19CBBA-46D0-451C-8F34-A6A02D232B23}"/>
              </a:ext>
            </a:extLst>
          </p:cNvPr>
          <p:cNvSpPr txBox="1"/>
          <p:nvPr/>
        </p:nvSpPr>
        <p:spPr>
          <a:xfrm>
            <a:off x="3807833" y="5167317"/>
            <a:ext cx="1491794" cy="646331"/>
          </a:xfrm>
          <a:prstGeom prst="rect">
            <a:avLst/>
          </a:prstGeom>
          <a:noFill/>
        </p:spPr>
        <p:txBody>
          <a:bodyPr wrap="square" rtlCol="0">
            <a:spAutoFit/>
          </a:bodyPr>
          <a:lstStyle/>
          <a:p>
            <a:pPr algn="ctr"/>
            <a:r>
              <a:rPr lang="zh-CN" altLang="en-US" b="1" dirty="0">
                <a:solidFill>
                  <a:schemeClr val="accent3"/>
                </a:solidFill>
                <a:latin typeface="+mn-ea"/>
              </a:rPr>
              <a:t>不可靠</a:t>
            </a:r>
            <a:endParaRPr lang="en-US" altLang="zh-CN" b="1" dirty="0">
              <a:solidFill>
                <a:schemeClr val="accent3"/>
              </a:solidFill>
              <a:latin typeface="+mn-ea"/>
            </a:endParaRPr>
          </a:p>
          <a:p>
            <a:pPr algn="ctr"/>
            <a:r>
              <a:rPr lang="zh-CN" altLang="en-US" b="1" dirty="0">
                <a:solidFill>
                  <a:schemeClr val="accent3"/>
                </a:solidFill>
                <a:latin typeface="+mn-ea"/>
              </a:rPr>
              <a:t>传输</a:t>
            </a:r>
          </a:p>
        </p:txBody>
      </p:sp>
      <p:sp>
        <p:nvSpPr>
          <p:cNvPr id="56" name="文本框 55">
            <a:extLst>
              <a:ext uri="{FF2B5EF4-FFF2-40B4-BE49-F238E27FC236}">
                <a16:creationId xmlns:a16="http://schemas.microsoft.com/office/drawing/2014/main" id="{DDCE3A6E-C1FC-4C61-A290-9CF86499C81B}"/>
              </a:ext>
            </a:extLst>
          </p:cNvPr>
          <p:cNvSpPr txBox="1"/>
          <p:nvPr/>
        </p:nvSpPr>
        <p:spPr>
          <a:xfrm>
            <a:off x="6459947" y="5167317"/>
            <a:ext cx="645559" cy="646331"/>
          </a:xfrm>
          <a:prstGeom prst="rect">
            <a:avLst/>
          </a:prstGeom>
          <a:noFill/>
        </p:spPr>
        <p:txBody>
          <a:bodyPr wrap="square" rtlCol="0">
            <a:spAutoFit/>
          </a:bodyPr>
          <a:lstStyle/>
          <a:p>
            <a:pPr algn="ctr"/>
            <a:r>
              <a:rPr lang="zh-CN" altLang="en-US" b="1" dirty="0">
                <a:solidFill>
                  <a:schemeClr val="accent4"/>
                </a:solidFill>
                <a:latin typeface="+mn-ea"/>
              </a:rPr>
              <a:t>可靠</a:t>
            </a:r>
            <a:endParaRPr lang="en-US" altLang="zh-CN" b="1" dirty="0">
              <a:solidFill>
                <a:schemeClr val="accent4"/>
              </a:solidFill>
              <a:latin typeface="+mn-ea"/>
            </a:endParaRPr>
          </a:p>
          <a:p>
            <a:pPr algn="ctr"/>
            <a:r>
              <a:rPr lang="zh-CN" altLang="en-US" b="1" dirty="0">
                <a:solidFill>
                  <a:schemeClr val="accent4"/>
                </a:solidFill>
                <a:latin typeface="+mn-ea"/>
              </a:rPr>
              <a:t>传输</a:t>
            </a:r>
          </a:p>
        </p:txBody>
      </p:sp>
      <p:sp>
        <p:nvSpPr>
          <p:cNvPr id="57" name="文本框 56">
            <a:extLst>
              <a:ext uri="{FF2B5EF4-FFF2-40B4-BE49-F238E27FC236}">
                <a16:creationId xmlns:a16="http://schemas.microsoft.com/office/drawing/2014/main" id="{B47DC80E-1859-4329-883B-4D6B58CBECCF}"/>
              </a:ext>
            </a:extLst>
          </p:cNvPr>
          <p:cNvSpPr txBox="1"/>
          <p:nvPr/>
        </p:nvSpPr>
        <p:spPr>
          <a:xfrm>
            <a:off x="6359609" y="4128920"/>
            <a:ext cx="1491794" cy="646331"/>
          </a:xfrm>
          <a:prstGeom prst="rect">
            <a:avLst/>
          </a:prstGeom>
          <a:noFill/>
        </p:spPr>
        <p:txBody>
          <a:bodyPr wrap="square" rtlCol="0">
            <a:spAutoFit/>
          </a:bodyPr>
          <a:lstStyle/>
          <a:p>
            <a:pPr algn="ctr"/>
            <a:r>
              <a:rPr lang="zh-CN" altLang="en-US" b="1" dirty="0">
                <a:solidFill>
                  <a:schemeClr val="accent3"/>
                </a:solidFill>
                <a:latin typeface="+mn-ea"/>
              </a:rPr>
              <a:t>不可靠</a:t>
            </a:r>
            <a:endParaRPr lang="en-US" altLang="zh-CN" b="1" dirty="0">
              <a:solidFill>
                <a:schemeClr val="accent3"/>
              </a:solidFill>
              <a:latin typeface="+mn-ea"/>
            </a:endParaRPr>
          </a:p>
          <a:p>
            <a:pPr algn="ctr"/>
            <a:r>
              <a:rPr lang="zh-CN" altLang="en-US" b="1" dirty="0">
                <a:solidFill>
                  <a:schemeClr val="accent3"/>
                </a:solidFill>
                <a:latin typeface="+mn-ea"/>
              </a:rPr>
              <a:t>传输</a:t>
            </a:r>
          </a:p>
        </p:txBody>
      </p:sp>
      <p:sp>
        <p:nvSpPr>
          <p:cNvPr id="58" name="文本框 57">
            <a:extLst>
              <a:ext uri="{FF2B5EF4-FFF2-40B4-BE49-F238E27FC236}">
                <a16:creationId xmlns:a16="http://schemas.microsoft.com/office/drawing/2014/main" id="{E3F5F164-A85B-4267-89CB-B11B8E8AE71D}"/>
              </a:ext>
            </a:extLst>
          </p:cNvPr>
          <p:cNvSpPr txBox="1"/>
          <p:nvPr/>
        </p:nvSpPr>
        <p:spPr>
          <a:xfrm>
            <a:off x="4630720" y="3117686"/>
            <a:ext cx="1491794" cy="646331"/>
          </a:xfrm>
          <a:prstGeom prst="rect">
            <a:avLst/>
          </a:prstGeom>
          <a:noFill/>
        </p:spPr>
        <p:txBody>
          <a:bodyPr wrap="square" rtlCol="0">
            <a:spAutoFit/>
          </a:bodyPr>
          <a:lstStyle/>
          <a:p>
            <a:pPr algn="ctr"/>
            <a:r>
              <a:rPr lang="zh-CN" altLang="en-US" b="1" dirty="0">
                <a:solidFill>
                  <a:schemeClr val="accent4"/>
                </a:solidFill>
                <a:latin typeface="+mn-ea"/>
              </a:rPr>
              <a:t>可靠</a:t>
            </a:r>
            <a:endParaRPr lang="en-US" altLang="zh-CN" b="1" dirty="0">
              <a:solidFill>
                <a:schemeClr val="accent4"/>
              </a:solidFill>
              <a:latin typeface="+mn-ea"/>
            </a:endParaRPr>
          </a:p>
          <a:p>
            <a:pPr algn="ctr"/>
            <a:r>
              <a:rPr lang="zh-CN" altLang="en-US" b="1" dirty="0">
                <a:solidFill>
                  <a:schemeClr val="accent4"/>
                </a:solidFill>
                <a:latin typeface="+mn-ea"/>
              </a:rPr>
              <a:t>传输</a:t>
            </a:r>
          </a:p>
        </p:txBody>
      </p:sp>
      <p:sp>
        <p:nvSpPr>
          <p:cNvPr id="59" name="文本框 58">
            <a:extLst>
              <a:ext uri="{FF2B5EF4-FFF2-40B4-BE49-F238E27FC236}">
                <a16:creationId xmlns:a16="http://schemas.microsoft.com/office/drawing/2014/main" id="{1E789239-3EE8-49A1-9980-2F890AE31084}"/>
              </a:ext>
            </a:extLst>
          </p:cNvPr>
          <p:cNvSpPr txBox="1"/>
          <p:nvPr/>
        </p:nvSpPr>
        <p:spPr>
          <a:xfrm>
            <a:off x="8352744" y="3117686"/>
            <a:ext cx="1117302" cy="646331"/>
          </a:xfrm>
          <a:prstGeom prst="rect">
            <a:avLst/>
          </a:prstGeom>
          <a:noFill/>
        </p:spPr>
        <p:txBody>
          <a:bodyPr wrap="square" rtlCol="0">
            <a:spAutoFit/>
          </a:bodyPr>
          <a:lstStyle/>
          <a:p>
            <a:pPr algn="ctr"/>
            <a:r>
              <a:rPr lang="zh-CN" altLang="en-US" b="1" dirty="0">
                <a:solidFill>
                  <a:schemeClr val="accent3"/>
                </a:solidFill>
                <a:latin typeface="+mn-ea"/>
              </a:rPr>
              <a:t>不可靠</a:t>
            </a:r>
            <a:endParaRPr lang="en-US" altLang="zh-CN" b="1" dirty="0">
              <a:solidFill>
                <a:schemeClr val="accent3"/>
              </a:solidFill>
              <a:latin typeface="+mn-ea"/>
            </a:endParaRPr>
          </a:p>
          <a:p>
            <a:pPr algn="ctr"/>
            <a:r>
              <a:rPr lang="zh-CN" altLang="en-US" b="1" dirty="0">
                <a:solidFill>
                  <a:schemeClr val="accent3"/>
                </a:solidFill>
                <a:latin typeface="+mn-ea"/>
              </a:rPr>
              <a:t>传输</a:t>
            </a:r>
          </a:p>
        </p:txBody>
      </p:sp>
      <p:grpSp>
        <p:nvGrpSpPr>
          <p:cNvPr id="4" name="组合 3">
            <a:extLst>
              <a:ext uri="{FF2B5EF4-FFF2-40B4-BE49-F238E27FC236}">
                <a16:creationId xmlns:a16="http://schemas.microsoft.com/office/drawing/2014/main" id="{9A1EA9F2-FCB6-48C3-935F-7AE7E3AD14AC}"/>
              </a:ext>
            </a:extLst>
          </p:cNvPr>
          <p:cNvGrpSpPr/>
          <p:nvPr/>
        </p:nvGrpSpPr>
        <p:grpSpPr>
          <a:xfrm>
            <a:off x="304800" y="749300"/>
            <a:ext cx="6192344" cy="400110"/>
            <a:chOff x="424117" y="898245"/>
            <a:chExt cx="6192344" cy="400110"/>
          </a:xfrm>
        </p:grpSpPr>
        <p:sp>
          <p:nvSpPr>
            <p:cNvPr id="2" name="平行四边形 1">
              <a:extLst>
                <a:ext uri="{FF2B5EF4-FFF2-40B4-BE49-F238E27FC236}">
                  <a16:creationId xmlns:a16="http://schemas.microsoft.com/office/drawing/2014/main" id="{1F5BAA3F-9845-4F89-A2DD-8222D3E4EDAC}"/>
                </a:ext>
              </a:extLst>
            </p:cNvPr>
            <p:cNvSpPr/>
            <p:nvPr/>
          </p:nvSpPr>
          <p:spPr>
            <a:xfrm>
              <a:off x="424117" y="898245"/>
              <a:ext cx="628306" cy="387090"/>
            </a:xfrm>
            <a:prstGeom prst="parallelogram">
              <a:avLst/>
            </a:prstGeom>
            <a:solidFill>
              <a:schemeClr val="accent3">
                <a:lumMod val="75000"/>
              </a:schemeClr>
            </a:solidFill>
            <a:ln>
              <a:solidFill>
                <a:schemeClr val="accent3">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CN" sz="2200" dirty="0">
                  <a:latin typeface="Impact" panose="020B0806030902050204" pitchFamily="34" charset="0"/>
                </a:rPr>
                <a:t>01</a:t>
              </a:r>
              <a:endParaRPr lang="zh-CN" altLang="en-US" sz="2200" dirty="0">
                <a:latin typeface="Impact" panose="020B0806030902050204" pitchFamily="34" charset="0"/>
              </a:endParaRPr>
            </a:p>
          </p:txBody>
        </p:sp>
        <p:sp>
          <p:nvSpPr>
            <p:cNvPr id="3" name="文本框 2">
              <a:extLst>
                <a:ext uri="{FF2B5EF4-FFF2-40B4-BE49-F238E27FC236}">
                  <a16:creationId xmlns:a16="http://schemas.microsoft.com/office/drawing/2014/main" id="{4D6BD736-A4D3-4F26-AFED-36E11F50F70B}"/>
                </a:ext>
              </a:extLst>
            </p:cNvPr>
            <p:cNvSpPr txBox="1"/>
            <p:nvPr/>
          </p:nvSpPr>
          <p:spPr>
            <a:xfrm>
              <a:off x="1052423" y="898245"/>
              <a:ext cx="5564038" cy="400110"/>
            </a:xfrm>
            <a:prstGeom prst="rect">
              <a:avLst/>
            </a:prstGeom>
            <a:noFill/>
          </p:spPr>
          <p:txBody>
            <a:bodyPr wrap="square" rtlCol="0">
              <a:spAutoFit/>
            </a:bodyPr>
            <a:lstStyle/>
            <a:p>
              <a:r>
                <a:rPr lang="zh-CN" altLang="en-US" sz="2000" b="1" dirty="0"/>
                <a:t>可靠传输的相关基本概念</a:t>
              </a:r>
            </a:p>
          </p:txBody>
        </p:sp>
      </p:grpSp>
      <p:sp>
        <p:nvSpPr>
          <p:cNvPr id="8" name="矩形 7">
            <a:extLst>
              <a:ext uri="{FF2B5EF4-FFF2-40B4-BE49-F238E27FC236}">
                <a16:creationId xmlns:a16="http://schemas.microsoft.com/office/drawing/2014/main" id="{C7720255-4E6C-41B6-A880-D93377A356B5}"/>
              </a:ext>
            </a:extLst>
          </p:cNvPr>
          <p:cNvSpPr/>
          <p:nvPr/>
        </p:nvSpPr>
        <p:spPr>
          <a:xfrm>
            <a:off x="1016000" y="1297642"/>
            <a:ext cx="256976" cy="256976"/>
          </a:xfrm>
          <a:prstGeom prst="rect">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9" name="íşlïḍè">
            <a:extLst>
              <a:ext uri="{FF2B5EF4-FFF2-40B4-BE49-F238E27FC236}">
                <a16:creationId xmlns:a16="http://schemas.microsoft.com/office/drawing/2014/main" id="{1E3208DB-9CB5-439E-87A6-F640C77C2B32}"/>
              </a:ext>
            </a:extLst>
          </p:cNvPr>
          <p:cNvSpPr txBox="1"/>
          <p:nvPr/>
        </p:nvSpPr>
        <p:spPr>
          <a:xfrm>
            <a:off x="1333227" y="1297641"/>
            <a:ext cx="10232983" cy="256976"/>
          </a:xfrm>
          <a:prstGeom prst="rect">
            <a:avLst/>
          </a:prstGeom>
          <a:noFill/>
        </p:spPr>
        <p:txBody>
          <a:bodyPr wrap="square" lIns="91440" tIns="45720" rIns="91440" bIns="45720" anchor="ctr">
            <a:noAutofit/>
          </a:bodyPr>
          <a:lstStyle/>
          <a:p>
            <a:r>
              <a:rPr lang="zh-CN" altLang="en-US" b="1" dirty="0">
                <a:solidFill>
                  <a:schemeClr val="accent1">
                    <a:lumMod val="75000"/>
                  </a:schemeClr>
                </a:solidFill>
              </a:rPr>
              <a:t>可靠传输服务并不局限于数据链路层</a:t>
            </a:r>
            <a:r>
              <a:rPr lang="zh-CN" altLang="en-US" b="1" dirty="0"/>
              <a:t>，其他各层均可选择实现可靠传输。</a:t>
            </a:r>
            <a:endParaRPr lang="en-US" altLang="zh-CN" b="1" dirty="0"/>
          </a:p>
        </p:txBody>
      </p:sp>
      <p:sp>
        <p:nvSpPr>
          <p:cNvPr id="27" name="矩形 26">
            <a:extLst>
              <a:ext uri="{FF2B5EF4-FFF2-40B4-BE49-F238E27FC236}">
                <a16:creationId xmlns:a16="http://schemas.microsoft.com/office/drawing/2014/main" id="{7201C407-5E3A-4225-B31A-E6AC3814D76F}"/>
              </a:ext>
            </a:extLst>
          </p:cNvPr>
          <p:cNvSpPr/>
          <p:nvPr/>
        </p:nvSpPr>
        <p:spPr>
          <a:xfrm>
            <a:off x="4082830" y="2684965"/>
            <a:ext cx="863622" cy="320897"/>
          </a:xfrm>
          <a:prstGeom prst="rect">
            <a:avLst/>
          </a:prstGeom>
          <a:solidFill>
            <a:srgbClr val="F3818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zh-CN"/>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en-US" altLang="zh-CN" b="1" dirty="0">
                <a:solidFill>
                  <a:schemeClr val="bg1"/>
                </a:solidFill>
                <a:latin typeface="Arial Narrow" panose="020B0606020202030204" pitchFamily="34" charset="0"/>
                <a:ea typeface="微软雅黑" panose="020B0503020204020204" pitchFamily="34" charset="-122"/>
              </a:rPr>
              <a:t>HTTP</a:t>
            </a:r>
            <a:endParaRPr lang="zh-CN" altLang="en-US" b="1" dirty="0">
              <a:solidFill>
                <a:schemeClr val="bg1"/>
              </a:solidFill>
              <a:latin typeface="Arial Narrow" panose="020B0606020202030204" pitchFamily="34" charset="0"/>
              <a:ea typeface="微软雅黑" panose="020B0503020204020204" pitchFamily="34" charset="-122"/>
            </a:endParaRPr>
          </a:p>
        </p:txBody>
      </p:sp>
      <p:sp>
        <p:nvSpPr>
          <p:cNvPr id="28" name="矩形 27">
            <a:extLst>
              <a:ext uri="{FF2B5EF4-FFF2-40B4-BE49-F238E27FC236}">
                <a16:creationId xmlns:a16="http://schemas.microsoft.com/office/drawing/2014/main" id="{23C31D94-B341-4AFA-BFC5-149F9AE08EB2}"/>
              </a:ext>
            </a:extLst>
          </p:cNvPr>
          <p:cNvSpPr/>
          <p:nvPr/>
        </p:nvSpPr>
        <p:spPr>
          <a:xfrm>
            <a:off x="5810074" y="2684965"/>
            <a:ext cx="863622" cy="320897"/>
          </a:xfrm>
          <a:prstGeom prst="rect">
            <a:avLst/>
          </a:prstGeom>
          <a:solidFill>
            <a:srgbClr val="F3818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zh-CN"/>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en-US" altLang="zh-CN" b="1" dirty="0">
                <a:solidFill>
                  <a:schemeClr val="bg1"/>
                </a:solidFill>
                <a:latin typeface="Arial Narrow" panose="020B0606020202030204" pitchFamily="34" charset="0"/>
                <a:ea typeface="微软雅黑" panose="020B0503020204020204" pitchFamily="34" charset="-122"/>
              </a:rPr>
              <a:t>SMTP</a:t>
            </a:r>
            <a:endParaRPr lang="zh-CN" altLang="en-US" b="1" dirty="0">
              <a:solidFill>
                <a:schemeClr val="bg1"/>
              </a:solidFill>
              <a:latin typeface="Arial Narrow" panose="020B0606020202030204" pitchFamily="34" charset="0"/>
              <a:ea typeface="微软雅黑" panose="020B0503020204020204" pitchFamily="34" charset="-122"/>
            </a:endParaRPr>
          </a:p>
        </p:txBody>
      </p:sp>
      <p:sp>
        <p:nvSpPr>
          <p:cNvPr id="29" name="矩形 28">
            <a:extLst>
              <a:ext uri="{FF2B5EF4-FFF2-40B4-BE49-F238E27FC236}">
                <a16:creationId xmlns:a16="http://schemas.microsoft.com/office/drawing/2014/main" id="{2E75E7DB-0D59-4A34-B212-D1506AB9F6DE}"/>
              </a:ext>
            </a:extLst>
          </p:cNvPr>
          <p:cNvSpPr/>
          <p:nvPr/>
        </p:nvSpPr>
        <p:spPr>
          <a:xfrm>
            <a:off x="7537318" y="2684965"/>
            <a:ext cx="863622" cy="320897"/>
          </a:xfrm>
          <a:prstGeom prst="rect">
            <a:avLst/>
          </a:prstGeom>
          <a:solidFill>
            <a:srgbClr val="F3818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zh-CN"/>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en-US" altLang="zh-CN" b="1" dirty="0">
                <a:solidFill>
                  <a:schemeClr val="bg1"/>
                </a:solidFill>
                <a:latin typeface="Arial Narrow" panose="020B0606020202030204" pitchFamily="34" charset="0"/>
                <a:ea typeface="微软雅黑" panose="020B0503020204020204" pitchFamily="34" charset="-122"/>
              </a:rPr>
              <a:t>DNS</a:t>
            </a:r>
            <a:endParaRPr lang="zh-CN" altLang="en-US" b="1" dirty="0">
              <a:solidFill>
                <a:schemeClr val="bg1"/>
              </a:solidFill>
              <a:latin typeface="Arial Narrow" panose="020B0606020202030204" pitchFamily="34" charset="0"/>
              <a:ea typeface="微软雅黑" panose="020B0503020204020204" pitchFamily="34" charset="-122"/>
            </a:endParaRPr>
          </a:p>
        </p:txBody>
      </p:sp>
      <p:sp>
        <p:nvSpPr>
          <p:cNvPr id="30" name="矩形 29">
            <a:extLst>
              <a:ext uri="{FF2B5EF4-FFF2-40B4-BE49-F238E27FC236}">
                <a16:creationId xmlns:a16="http://schemas.microsoft.com/office/drawing/2014/main" id="{8A15245B-DA8C-4B4A-B438-408BA8591C2C}"/>
              </a:ext>
            </a:extLst>
          </p:cNvPr>
          <p:cNvSpPr/>
          <p:nvPr/>
        </p:nvSpPr>
        <p:spPr>
          <a:xfrm>
            <a:off x="9264562" y="2684965"/>
            <a:ext cx="863622" cy="320897"/>
          </a:xfrm>
          <a:prstGeom prst="rect">
            <a:avLst/>
          </a:prstGeom>
          <a:solidFill>
            <a:srgbClr val="F3818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zh-CN"/>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en-US" altLang="zh-CN" b="1" dirty="0">
                <a:solidFill>
                  <a:schemeClr val="bg1"/>
                </a:solidFill>
                <a:latin typeface="Arial Narrow" panose="020B0606020202030204" pitchFamily="34" charset="0"/>
                <a:ea typeface="微软雅黑" panose="020B0503020204020204" pitchFamily="34" charset="-122"/>
              </a:rPr>
              <a:t>RTP</a:t>
            </a:r>
            <a:endParaRPr lang="zh-CN" altLang="en-US" b="1" dirty="0">
              <a:solidFill>
                <a:schemeClr val="bg1"/>
              </a:solidFill>
              <a:latin typeface="Arial Narrow" panose="020B0606020202030204" pitchFamily="34" charset="0"/>
              <a:ea typeface="微软雅黑" panose="020B0503020204020204" pitchFamily="34" charset="-122"/>
            </a:endParaRPr>
          </a:p>
        </p:txBody>
      </p:sp>
      <p:sp>
        <p:nvSpPr>
          <p:cNvPr id="31" name="矩形 30">
            <a:extLst>
              <a:ext uri="{FF2B5EF4-FFF2-40B4-BE49-F238E27FC236}">
                <a16:creationId xmlns:a16="http://schemas.microsoft.com/office/drawing/2014/main" id="{5FCED273-8E03-4376-9ABA-D53D464E5DC5}"/>
              </a:ext>
            </a:extLst>
          </p:cNvPr>
          <p:cNvSpPr/>
          <p:nvPr/>
        </p:nvSpPr>
        <p:spPr>
          <a:xfrm>
            <a:off x="4946452" y="3736856"/>
            <a:ext cx="863622" cy="320897"/>
          </a:xfrm>
          <a:prstGeom prst="rect">
            <a:avLst/>
          </a:prstGeom>
          <a:solidFill>
            <a:srgbClr val="A582DD"/>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zh-CN"/>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en-US" altLang="zh-CN" b="1" dirty="0">
                <a:solidFill>
                  <a:schemeClr val="bg1"/>
                </a:solidFill>
                <a:latin typeface="Arial Narrow" panose="020B0606020202030204" pitchFamily="34" charset="0"/>
                <a:ea typeface="微软雅黑" panose="020B0503020204020204" pitchFamily="34" charset="-122"/>
              </a:rPr>
              <a:t>TCP</a:t>
            </a:r>
            <a:endParaRPr lang="zh-CN" altLang="en-US" b="1" dirty="0">
              <a:solidFill>
                <a:schemeClr val="bg1"/>
              </a:solidFill>
              <a:latin typeface="Arial Narrow" panose="020B0606020202030204" pitchFamily="34" charset="0"/>
              <a:ea typeface="微软雅黑" panose="020B0503020204020204" pitchFamily="34" charset="-122"/>
            </a:endParaRPr>
          </a:p>
        </p:txBody>
      </p:sp>
      <p:sp>
        <p:nvSpPr>
          <p:cNvPr id="32" name="矩形 31">
            <a:extLst>
              <a:ext uri="{FF2B5EF4-FFF2-40B4-BE49-F238E27FC236}">
                <a16:creationId xmlns:a16="http://schemas.microsoft.com/office/drawing/2014/main" id="{ACC8488A-36BA-4CEA-A0B6-66EBF0B3A5B1}"/>
              </a:ext>
            </a:extLst>
          </p:cNvPr>
          <p:cNvSpPr/>
          <p:nvPr/>
        </p:nvSpPr>
        <p:spPr>
          <a:xfrm>
            <a:off x="8400940" y="3736856"/>
            <a:ext cx="863622" cy="320897"/>
          </a:xfrm>
          <a:prstGeom prst="rect">
            <a:avLst/>
          </a:prstGeom>
          <a:solidFill>
            <a:srgbClr val="A582DD"/>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zh-CN"/>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en-US" altLang="zh-CN" b="1" dirty="0">
                <a:solidFill>
                  <a:schemeClr val="bg1"/>
                </a:solidFill>
                <a:latin typeface="Arial Narrow" panose="020B0606020202030204" pitchFamily="34" charset="0"/>
                <a:ea typeface="微软雅黑" panose="020B0503020204020204" pitchFamily="34" charset="-122"/>
              </a:rPr>
              <a:t>UDP</a:t>
            </a:r>
            <a:endParaRPr lang="zh-CN" altLang="en-US" b="1" dirty="0">
              <a:solidFill>
                <a:schemeClr val="bg1"/>
              </a:solidFill>
              <a:latin typeface="Arial Narrow" panose="020B0606020202030204" pitchFamily="34" charset="0"/>
              <a:ea typeface="微软雅黑" panose="020B0503020204020204" pitchFamily="34" charset="-122"/>
            </a:endParaRPr>
          </a:p>
        </p:txBody>
      </p:sp>
      <p:sp>
        <p:nvSpPr>
          <p:cNvPr id="33" name="矩形 32">
            <a:extLst>
              <a:ext uri="{FF2B5EF4-FFF2-40B4-BE49-F238E27FC236}">
                <a16:creationId xmlns:a16="http://schemas.microsoft.com/office/drawing/2014/main" id="{234F28C1-6458-49C5-B22E-E75BFB5A53A8}"/>
              </a:ext>
            </a:extLst>
          </p:cNvPr>
          <p:cNvSpPr/>
          <p:nvPr/>
        </p:nvSpPr>
        <p:spPr>
          <a:xfrm>
            <a:off x="6634608" y="4788747"/>
            <a:ext cx="941798" cy="320897"/>
          </a:xfrm>
          <a:prstGeom prst="rect">
            <a:avLst/>
          </a:prstGeom>
          <a:solidFill>
            <a:srgbClr val="FECB5D"/>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zh-CN"/>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en-US" altLang="zh-CN" b="1" dirty="0">
                <a:solidFill>
                  <a:schemeClr val="bg1"/>
                </a:solidFill>
                <a:latin typeface="Arial Narrow" panose="020B0606020202030204" pitchFamily="34" charset="0"/>
                <a:ea typeface="微软雅黑" panose="020B0503020204020204" pitchFamily="34" charset="-122"/>
              </a:rPr>
              <a:t>IP</a:t>
            </a:r>
            <a:endParaRPr lang="zh-CN" altLang="en-US" b="1" dirty="0">
              <a:solidFill>
                <a:schemeClr val="bg1"/>
              </a:solidFill>
              <a:latin typeface="Arial Narrow" panose="020B0606020202030204" pitchFamily="34" charset="0"/>
              <a:ea typeface="微软雅黑" panose="020B0503020204020204" pitchFamily="34" charset="-122"/>
            </a:endParaRPr>
          </a:p>
        </p:txBody>
      </p:sp>
      <p:sp>
        <p:nvSpPr>
          <p:cNvPr id="34" name="矩形 33">
            <a:extLst>
              <a:ext uri="{FF2B5EF4-FFF2-40B4-BE49-F238E27FC236}">
                <a16:creationId xmlns:a16="http://schemas.microsoft.com/office/drawing/2014/main" id="{A8BC7E4F-EB57-4A6F-934D-6E091FF9B5AE}"/>
              </a:ext>
            </a:extLst>
          </p:cNvPr>
          <p:cNvSpPr/>
          <p:nvPr/>
        </p:nvSpPr>
        <p:spPr>
          <a:xfrm>
            <a:off x="4082831" y="5840639"/>
            <a:ext cx="941798" cy="320897"/>
          </a:xfrm>
          <a:prstGeom prst="rect">
            <a:avLst/>
          </a:prstGeom>
          <a:solidFill>
            <a:srgbClr val="A1B5D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zh-CN"/>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zh-CN" altLang="en-US" b="1" dirty="0">
                <a:solidFill>
                  <a:schemeClr val="bg1"/>
                </a:solidFill>
                <a:latin typeface="微软雅黑" panose="020B0503020204020204" pitchFamily="34" charset="-122"/>
                <a:ea typeface="微软雅黑" panose="020B0503020204020204" pitchFamily="34" charset="-122"/>
              </a:rPr>
              <a:t>以太网</a:t>
            </a:r>
          </a:p>
        </p:txBody>
      </p:sp>
      <p:sp>
        <p:nvSpPr>
          <p:cNvPr id="35" name="矩形 34">
            <a:extLst>
              <a:ext uri="{FF2B5EF4-FFF2-40B4-BE49-F238E27FC236}">
                <a16:creationId xmlns:a16="http://schemas.microsoft.com/office/drawing/2014/main" id="{7B12B308-C106-417E-B631-D92D78E84C22}"/>
              </a:ext>
            </a:extLst>
          </p:cNvPr>
          <p:cNvSpPr/>
          <p:nvPr/>
        </p:nvSpPr>
        <p:spPr>
          <a:xfrm>
            <a:off x="6146561" y="5827479"/>
            <a:ext cx="1923913" cy="320897"/>
          </a:xfrm>
          <a:prstGeom prst="rect">
            <a:avLst/>
          </a:prstGeom>
          <a:solidFill>
            <a:srgbClr val="A1B5D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zh-CN"/>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en-US" altLang="zh-CN" b="1" dirty="0">
                <a:solidFill>
                  <a:schemeClr val="bg1"/>
                </a:solidFill>
                <a:latin typeface="Arial Narrow" panose="020B0606020202030204" pitchFamily="34" charset="0"/>
                <a:ea typeface="微软雅黑" panose="020B0503020204020204" pitchFamily="34" charset="-122"/>
              </a:rPr>
              <a:t>802.11</a:t>
            </a:r>
            <a:r>
              <a:rPr lang="zh-CN" altLang="en-US" b="1" dirty="0">
                <a:solidFill>
                  <a:schemeClr val="bg1"/>
                </a:solidFill>
                <a:latin typeface="Arial Narrow" panose="020B0606020202030204" pitchFamily="34" charset="0"/>
                <a:ea typeface="微软雅黑" panose="020B0503020204020204" pitchFamily="34" charset="-122"/>
              </a:rPr>
              <a:t>无线局域网</a:t>
            </a:r>
          </a:p>
        </p:txBody>
      </p:sp>
      <p:sp>
        <p:nvSpPr>
          <p:cNvPr id="36" name="矩形 35">
            <a:extLst>
              <a:ext uri="{FF2B5EF4-FFF2-40B4-BE49-F238E27FC236}">
                <a16:creationId xmlns:a16="http://schemas.microsoft.com/office/drawing/2014/main" id="{270A8D63-78DA-458C-9802-4D8017AAF74A}"/>
              </a:ext>
            </a:extLst>
          </p:cNvPr>
          <p:cNvSpPr/>
          <p:nvPr/>
        </p:nvSpPr>
        <p:spPr>
          <a:xfrm>
            <a:off x="9186385" y="5840639"/>
            <a:ext cx="941798" cy="320897"/>
          </a:xfrm>
          <a:prstGeom prst="rect">
            <a:avLst/>
          </a:prstGeom>
          <a:solidFill>
            <a:srgbClr val="A1B5D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zh-CN"/>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zh-CN" altLang="en-US" b="1" dirty="0">
                <a:solidFill>
                  <a:schemeClr val="bg1"/>
                </a:solidFill>
                <a:latin typeface="微软雅黑" panose="020B0503020204020204" pitchFamily="34" charset="-122"/>
                <a:ea typeface="微软雅黑" panose="020B0503020204020204" pitchFamily="34" charset="-122"/>
              </a:rPr>
              <a:t>接口</a:t>
            </a:r>
            <a:r>
              <a:rPr lang="en-US" altLang="zh-CN" b="1" dirty="0">
                <a:solidFill>
                  <a:schemeClr val="bg1"/>
                </a:solidFill>
                <a:latin typeface="微软雅黑" panose="020B0503020204020204" pitchFamily="34" charset="-122"/>
                <a:ea typeface="微软雅黑" panose="020B0503020204020204" pitchFamily="34" charset="-122"/>
              </a:rPr>
              <a:t>n</a:t>
            </a:r>
            <a:endParaRPr lang="zh-CN" altLang="en-US" b="1" dirty="0">
              <a:solidFill>
                <a:schemeClr val="bg1"/>
              </a:solidFill>
              <a:latin typeface="微软雅黑" panose="020B0503020204020204" pitchFamily="34" charset="-122"/>
              <a:ea typeface="微软雅黑" panose="020B0503020204020204" pitchFamily="34" charset="-122"/>
            </a:endParaRPr>
          </a:p>
        </p:txBody>
      </p:sp>
      <p:cxnSp>
        <p:nvCxnSpPr>
          <p:cNvPr id="37" name="直接箭头连接符 36">
            <a:extLst>
              <a:ext uri="{FF2B5EF4-FFF2-40B4-BE49-F238E27FC236}">
                <a16:creationId xmlns:a16="http://schemas.microsoft.com/office/drawing/2014/main" id="{F04B5E55-0140-4B05-9FEB-F7264945BD6F}"/>
              </a:ext>
            </a:extLst>
          </p:cNvPr>
          <p:cNvCxnSpPr>
            <a:cxnSpLocks/>
            <a:endCxn id="27" idx="2"/>
          </p:cNvCxnSpPr>
          <p:nvPr/>
        </p:nvCxnSpPr>
        <p:spPr>
          <a:xfrm flipH="1" flipV="1">
            <a:off x="4514641" y="3005862"/>
            <a:ext cx="431811" cy="730993"/>
          </a:xfrm>
          <a:prstGeom prst="straightConnector1">
            <a:avLst/>
          </a:prstGeom>
          <a:ln w="12700">
            <a:solidFill>
              <a:schemeClr val="tx1"/>
            </a:solidFill>
            <a:headEnd type="triangle" w="med" len="lg"/>
            <a:tailEnd type="triangle" w="med" len="lg"/>
          </a:ln>
        </p:spPr>
        <p:style>
          <a:lnRef idx="1">
            <a:schemeClr val="accent1"/>
          </a:lnRef>
          <a:fillRef idx="0">
            <a:schemeClr val="accent1"/>
          </a:fillRef>
          <a:effectRef idx="0">
            <a:schemeClr val="accent1"/>
          </a:effectRef>
          <a:fontRef idx="minor">
            <a:schemeClr val="tx1"/>
          </a:fontRef>
        </p:style>
      </p:cxnSp>
      <p:cxnSp>
        <p:nvCxnSpPr>
          <p:cNvPr id="38" name="直接箭头连接符 37">
            <a:extLst>
              <a:ext uri="{FF2B5EF4-FFF2-40B4-BE49-F238E27FC236}">
                <a16:creationId xmlns:a16="http://schemas.microsoft.com/office/drawing/2014/main" id="{5E5B95BE-3FCB-45E1-82F0-FA3DB2E9ACD4}"/>
              </a:ext>
            </a:extLst>
          </p:cNvPr>
          <p:cNvCxnSpPr>
            <a:cxnSpLocks/>
            <a:endCxn id="28" idx="2"/>
          </p:cNvCxnSpPr>
          <p:nvPr/>
        </p:nvCxnSpPr>
        <p:spPr>
          <a:xfrm flipV="1">
            <a:off x="5810074" y="3005862"/>
            <a:ext cx="431811" cy="746393"/>
          </a:xfrm>
          <a:prstGeom prst="straightConnector1">
            <a:avLst/>
          </a:prstGeom>
          <a:ln w="12700">
            <a:solidFill>
              <a:schemeClr val="tx1"/>
            </a:solidFill>
            <a:headEnd type="triangle" w="med" len="lg"/>
            <a:tailEnd type="triangle" w="med" len="lg"/>
          </a:ln>
        </p:spPr>
        <p:style>
          <a:lnRef idx="1">
            <a:schemeClr val="accent1"/>
          </a:lnRef>
          <a:fillRef idx="0">
            <a:schemeClr val="accent1"/>
          </a:fillRef>
          <a:effectRef idx="0">
            <a:schemeClr val="accent1"/>
          </a:effectRef>
          <a:fontRef idx="minor">
            <a:schemeClr val="tx1"/>
          </a:fontRef>
        </p:style>
      </p:cxnSp>
      <p:cxnSp>
        <p:nvCxnSpPr>
          <p:cNvPr id="39" name="直接箭头连接符 38">
            <a:extLst>
              <a:ext uri="{FF2B5EF4-FFF2-40B4-BE49-F238E27FC236}">
                <a16:creationId xmlns:a16="http://schemas.microsoft.com/office/drawing/2014/main" id="{808082B5-90AA-4932-A3C9-D1D27803D6B2}"/>
              </a:ext>
            </a:extLst>
          </p:cNvPr>
          <p:cNvCxnSpPr>
            <a:cxnSpLocks/>
          </p:cNvCxnSpPr>
          <p:nvPr/>
        </p:nvCxnSpPr>
        <p:spPr>
          <a:xfrm flipH="1" flipV="1">
            <a:off x="7969130" y="3005862"/>
            <a:ext cx="431810" cy="746393"/>
          </a:xfrm>
          <a:prstGeom prst="straightConnector1">
            <a:avLst/>
          </a:prstGeom>
          <a:ln w="12700">
            <a:solidFill>
              <a:schemeClr val="tx1"/>
            </a:solidFill>
            <a:headEnd type="triangle" w="med" len="lg"/>
            <a:tailEnd type="triangle" w="med" len="lg"/>
          </a:ln>
        </p:spPr>
        <p:style>
          <a:lnRef idx="1">
            <a:schemeClr val="accent1"/>
          </a:lnRef>
          <a:fillRef idx="0">
            <a:schemeClr val="accent1"/>
          </a:fillRef>
          <a:effectRef idx="0">
            <a:schemeClr val="accent1"/>
          </a:effectRef>
          <a:fontRef idx="minor">
            <a:schemeClr val="tx1"/>
          </a:fontRef>
        </p:style>
      </p:cxnSp>
      <p:cxnSp>
        <p:nvCxnSpPr>
          <p:cNvPr id="40" name="直接箭头连接符 39">
            <a:extLst>
              <a:ext uri="{FF2B5EF4-FFF2-40B4-BE49-F238E27FC236}">
                <a16:creationId xmlns:a16="http://schemas.microsoft.com/office/drawing/2014/main" id="{6132689B-770A-45EC-A8BE-049F024246AD}"/>
              </a:ext>
            </a:extLst>
          </p:cNvPr>
          <p:cNvCxnSpPr>
            <a:cxnSpLocks/>
          </p:cNvCxnSpPr>
          <p:nvPr/>
        </p:nvCxnSpPr>
        <p:spPr>
          <a:xfrm flipV="1">
            <a:off x="9264562" y="3005862"/>
            <a:ext cx="431811" cy="730993"/>
          </a:xfrm>
          <a:prstGeom prst="straightConnector1">
            <a:avLst/>
          </a:prstGeom>
          <a:ln w="12700">
            <a:solidFill>
              <a:schemeClr val="tx1"/>
            </a:solidFill>
            <a:headEnd type="triangle" w="med" len="lg"/>
            <a:tailEnd type="triangle" w="med" len="lg"/>
          </a:ln>
        </p:spPr>
        <p:style>
          <a:lnRef idx="1">
            <a:schemeClr val="accent1"/>
          </a:lnRef>
          <a:fillRef idx="0">
            <a:schemeClr val="accent1"/>
          </a:fillRef>
          <a:effectRef idx="0">
            <a:schemeClr val="accent1"/>
          </a:effectRef>
          <a:fontRef idx="minor">
            <a:schemeClr val="tx1"/>
          </a:fontRef>
        </p:style>
      </p:cxnSp>
      <p:cxnSp>
        <p:nvCxnSpPr>
          <p:cNvPr id="41" name="直接箭头连接符 40">
            <a:extLst>
              <a:ext uri="{FF2B5EF4-FFF2-40B4-BE49-F238E27FC236}">
                <a16:creationId xmlns:a16="http://schemas.microsoft.com/office/drawing/2014/main" id="{C53A55FE-1AC3-47CA-B931-5BBE2C96C7B7}"/>
              </a:ext>
            </a:extLst>
          </p:cNvPr>
          <p:cNvCxnSpPr>
            <a:cxnSpLocks/>
          </p:cNvCxnSpPr>
          <p:nvPr/>
        </p:nvCxnSpPr>
        <p:spPr>
          <a:xfrm flipH="1" flipV="1">
            <a:off x="5810074" y="4057753"/>
            <a:ext cx="824535" cy="730996"/>
          </a:xfrm>
          <a:prstGeom prst="straightConnector1">
            <a:avLst/>
          </a:prstGeom>
          <a:ln w="12700">
            <a:solidFill>
              <a:schemeClr val="tx1"/>
            </a:solidFill>
            <a:headEnd type="triangle" w="med" len="lg"/>
            <a:tailEnd type="triangle" w="med" len="lg"/>
          </a:ln>
        </p:spPr>
        <p:style>
          <a:lnRef idx="1">
            <a:schemeClr val="accent1"/>
          </a:lnRef>
          <a:fillRef idx="0">
            <a:schemeClr val="accent1"/>
          </a:fillRef>
          <a:effectRef idx="0">
            <a:schemeClr val="accent1"/>
          </a:effectRef>
          <a:fontRef idx="minor">
            <a:schemeClr val="tx1"/>
          </a:fontRef>
        </p:style>
      </p:cxnSp>
      <p:cxnSp>
        <p:nvCxnSpPr>
          <p:cNvPr id="42" name="直接箭头连接符 41">
            <a:extLst>
              <a:ext uri="{FF2B5EF4-FFF2-40B4-BE49-F238E27FC236}">
                <a16:creationId xmlns:a16="http://schemas.microsoft.com/office/drawing/2014/main" id="{3F689CE0-6C26-453D-A4DE-6D2A6A4AD9EC}"/>
              </a:ext>
            </a:extLst>
          </p:cNvPr>
          <p:cNvCxnSpPr>
            <a:cxnSpLocks/>
          </p:cNvCxnSpPr>
          <p:nvPr/>
        </p:nvCxnSpPr>
        <p:spPr>
          <a:xfrm flipV="1">
            <a:off x="7576406" y="4047684"/>
            <a:ext cx="824534" cy="751767"/>
          </a:xfrm>
          <a:prstGeom prst="straightConnector1">
            <a:avLst/>
          </a:prstGeom>
          <a:ln w="12700">
            <a:solidFill>
              <a:schemeClr val="tx1"/>
            </a:solidFill>
            <a:headEnd type="triangle" w="med" len="lg"/>
            <a:tailEnd type="triangle" w="med" len="lg"/>
          </a:ln>
        </p:spPr>
        <p:style>
          <a:lnRef idx="1">
            <a:schemeClr val="accent1"/>
          </a:lnRef>
          <a:fillRef idx="0">
            <a:schemeClr val="accent1"/>
          </a:fillRef>
          <a:effectRef idx="0">
            <a:schemeClr val="accent1"/>
          </a:effectRef>
          <a:fontRef idx="minor">
            <a:schemeClr val="tx1"/>
          </a:fontRef>
        </p:style>
      </p:cxnSp>
      <p:cxnSp>
        <p:nvCxnSpPr>
          <p:cNvPr id="43" name="直接箭头连接符 42">
            <a:extLst>
              <a:ext uri="{FF2B5EF4-FFF2-40B4-BE49-F238E27FC236}">
                <a16:creationId xmlns:a16="http://schemas.microsoft.com/office/drawing/2014/main" id="{F865AC06-7394-438C-AE78-8ABDFEA01B03}"/>
              </a:ext>
            </a:extLst>
          </p:cNvPr>
          <p:cNvCxnSpPr>
            <a:cxnSpLocks/>
          </p:cNvCxnSpPr>
          <p:nvPr/>
        </p:nvCxnSpPr>
        <p:spPr>
          <a:xfrm flipH="1" flipV="1">
            <a:off x="7576406" y="5109645"/>
            <a:ext cx="1609979" cy="725080"/>
          </a:xfrm>
          <a:prstGeom prst="straightConnector1">
            <a:avLst/>
          </a:prstGeom>
          <a:ln w="12700">
            <a:solidFill>
              <a:schemeClr val="tx1"/>
            </a:solidFill>
            <a:headEnd type="triangle" w="med" len="lg"/>
            <a:tailEnd type="triangle" w="med" len="lg"/>
          </a:ln>
        </p:spPr>
        <p:style>
          <a:lnRef idx="1">
            <a:schemeClr val="accent1"/>
          </a:lnRef>
          <a:fillRef idx="0">
            <a:schemeClr val="accent1"/>
          </a:fillRef>
          <a:effectRef idx="0">
            <a:schemeClr val="accent1"/>
          </a:effectRef>
          <a:fontRef idx="minor">
            <a:schemeClr val="tx1"/>
          </a:fontRef>
        </p:style>
      </p:cxnSp>
      <p:cxnSp>
        <p:nvCxnSpPr>
          <p:cNvPr id="44" name="直接箭头连接符 43">
            <a:extLst>
              <a:ext uri="{FF2B5EF4-FFF2-40B4-BE49-F238E27FC236}">
                <a16:creationId xmlns:a16="http://schemas.microsoft.com/office/drawing/2014/main" id="{2BAC19A9-6114-45F1-AE51-84B0C921F50F}"/>
              </a:ext>
            </a:extLst>
          </p:cNvPr>
          <p:cNvCxnSpPr>
            <a:cxnSpLocks/>
            <a:stCxn id="35" idx="0"/>
            <a:endCxn id="33" idx="2"/>
          </p:cNvCxnSpPr>
          <p:nvPr/>
        </p:nvCxnSpPr>
        <p:spPr>
          <a:xfrm flipH="1" flipV="1">
            <a:off x="7105507" y="5109644"/>
            <a:ext cx="3011" cy="717835"/>
          </a:xfrm>
          <a:prstGeom prst="straightConnector1">
            <a:avLst/>
          </a:prstGeom>
          <a:ln w="12700">
            <a:solidFill>
              <a:schemeClr val="tx1"/>
            </a:solidFill>
            <a:headEnd type="triangle" w="med" len="lg"/>
            <a:tailEnd type="triangle" w="med" len="lg"/>
          </a:ln>
        </p:spPr>
        <p:style>
          <a:lnRef idx="1">
            <a:schemeClr val="accent1"/>
          </a:lnRef>
          <a:fillRef idx="0">
            <a:schemeClr val="accent1"/>
          </a:fillRef>
          <a:effectRef idx="0">
            <a:schemeClr val="accent1"/>
          </a:effectRef>
          <a:fontRef idx="minor">
            <a:schemeClr val="tx1"/>
          </a:fontRef>
        </p:style>
      </p:cxnSp>
      <p:cxnSp>
        <p:nvCxnSpPr>
          <p:cNvPr id="45" name="直接箭头连接符 44">
            <a:extLst>
              <a:ext uri="{FF2B5EF4-FFF2-40B4-BE49-F238E27FC236}">
                <a16:creationId xmlns:a16="http://schemas.microsoft.com/office/drawing/2014/main" id="{68035DAC-0052-44AB-AD99-4F4094E0FE1D}"/>
              </a:ext>
            </a:extLst>
          </p:cNvPr>
          <p:cNvCxnSpPr>
            <a:cxnSpLocks/>
          </p:cNvCxnSpPr>
          <p:nvPr/>
        </p:nvCxnSpPr>
        <p:spPr>
          <a:xfrm flipV="1">
            <a:off x="5035913" y="5103731"/>
            <a:ext cx="1598695" cy="730994"/>
          </a:xfrm>
          <a:prstGeom prst="straightConnector1">
            <a:avLst/>
          </a:prstGeom>
          <a:ln w="12700">
            <a:solidFill>
              <a:schemeClr val="tx1"/>
            </a:solidFill>
            <a:headEnd type="triangle" w="med" len="lg"/>
            <a:tailEnd type="triangle" w="med" len="lg"/>
          </a:ln>
        </p:spPr>
        <p:style>
          <a:lnRef idx="1">
            <a:schemeClr val="accent1"/>
          </a:lnRef>
          <a:fillRef idx="0">
            <a:schemeClr val="accent1"/>
          </a:fillRef>
          <a:effectRef idx="0">
            <a:schemeClr val="accent1"/>
          </a:effectRef>
          <a:fontRef idx="minor">
            <a:schemeClr val="tx1"/>
          </a:fontRef>
        </p:style>
      </p:cxnSp>
      <p:sp>
        <p:nvSpPr>
          <p:cNvPr id="46" name="文本框 103">
            <a:extLst>
              <a:ext uri="{FF2B5EF4-FFF2-40B4-BE49-F238E27FC236}">
                <a16:creationId xmlns:a16="http://schemas.microsoft.com/office/drawing/2014/main" id="{AD1A2935-7BB8-4269-B8CB-E5F3A5E94CB2}"/>
              </a:ext>
            </a:extLst>
          </p:cNvPr>
          <p:cNvSpPr txBox="1"/>
          <p:nvPr/>
        </p:nvSpPr>
        <p:spPr>
          <a:xfrm>
            <a:off x="4730546" y="2588201"/>
            <a:ext cx="1320800" cy="523220"/>
          </a:xfrm>
          <a:prstGeom prst="rect">
            <a:avLst/>
          </a:prstGeom>
          <a:noFill/>
        </p:spPr>
        <p:txBody>
          <a:bodyPr wrap="square" rtlCol="0">
            <a:spAutoFit/>
          </a:bodyPr>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algn="ctr"/>
            <a:r>
              <a:rPr lang="en-US" altLang="zh-CN" sz="2800" dirty="0"/>
              <a:t>…</a:t>
            </a:r>
            <a:endParaRPr lang="zh-CN" altLang="en-US" sz="2800" dirty="0"/>
          </a:p>
        </p:txBody>
      </p:sp>
      <p:sp>
        <p:nvSpPr>
          <p:cNvPr id="47" name="文本框 104">
            <a:extLst>
              <a:ext uri="{FF2B5EF4-FFF2-40B4-BE49-F238E27FC236}">
                <a16:creationId xmlns:a16="http://schemas.microsoft.com/office/drawing/2014/main" id="{29DB62EB-7829-4CF6-9638-154493B6E801}"/>
              </a:ext>
            </a:extLst>
          </p:cNvPr>
          <p:cNvSpPr txBox="1"/>
          <p:nvPr/>
        </p:nvSpPr>
        <p:spPr>
          <a:xfrm>
            <a:off x="8174406" y="2606012"/>
            <a:ext cx="1320800" cy="523220"/>
          </a:xfrm>
          <a:prstGeom prst="rect">
            <a:avLst/>
          </a:prstGeom>
          <a:noFill/>
        </p:spPr>
        <p:txBody>
          <a:bodyPr wrap="square" rtlCol="0">
            <a:spAutoFit/>
          </a:bodyPr>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algn="ctr"/>
            <a:r>
              <a:rPr lang="en-US" altLang="zh-CN" sz="2800" dirty="0"/>
              <a:t>…</a:t>
            </a:r>
            <a:endParaRPr lang="zh-CN" altLang="en-US" sz="2800" dirty="0"/>
          </a:p>
        </p:txBody>
      </p:sp>
      <p:sp>
        <p:nvSpPr>
          <p:cNvPr id="48" name="矩形 47">
            <a:extLst>
              <a:ext uri="{FF2B5EF4-FFF2-40B4-BE49-F238E27FC236}">
                <a16:creationId xmlns:a16="http://schemas.microsoft.com/office/drawing/2014/main" id="{F039AFE4-A263-45FC-ABFF-214CE15EA1D9}"/>
              </a:ext>
            </a:extLst>
          </p:cNvPr>
          <p:cNvSpPr/>
          <p:nvPr/>
        </p:nvSpPr>
        <p:spPr>
          <a:xfrm>
            <a:off x="2075018" y="4385103"/>
            <a:ext cx="1833704" cy="1026455"/>
          </a:xfrm>
          <a:prstGeom prst="rect">
            <a:avLst/>
          </a:prstGeom>
          <a:solidFill>
            <a:srgbClr val="FECB5D"/>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zh-CN"/>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zh-CN" altLang="en-US" b="1" dirty="0">
                <a:solidFill>
                  <a:schemeClr val="bg1"/>
                </a:solidFill>
                <a:latin typeface="+mn-ea"/>
              </a:rPr>
              <a:t>网际层</a:t>
            </a:r>
          </a:p>
        </p:txBody>
      </p:sp>
      <p:sp>
        <p:nvSpPr>
          <p:cNvPr id="49" name="矩形 48">
            <a:extLst>
              <a:ext uri="{FF2B5EF4-FFF2-40B4-BE49-F238E27FC236}">
                <a16:creationId xmlns:a16="http://schemas.microsoft.com/office/drawing/2014/main" id="{40B3FE1C-205A-49B0-917C-D2144CD48D62}"/>
              </a:ext>
            </a:extLst>
          </p:cNvPr>
          <p:cNvSpPr/>
          <p:nvPr/>
        </p:nvSpPr>
        <p:spPr>
          <a:xfrm>
            <a:off x="2075021" y="3358645"/>
            <a:ext cx="1833704" cy="1026456"/>
          </a:xfrm>
          <a:prstGeom prst="rect">
            <a:avLst/>
          </a:prstGeom>
          <a:solidFill>
            <a:srgbClr val="A582DD"/>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zh-CN"/>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zh-CN" altLang="en-US" b="1" dirty="0">
                <a:solidFill>
                  <a:schemeClr val="bg1"/>
                </a:solidFill>
                <a:latin typeface="+mn-ea"/>
              </a:rPr>
              <a:t>运输层</a:t>
            </a:r>
          </a:p>
        </p:txBody>
      </p:sp>
      <p:sp>
        <p:nvSpPr>
          <p:cNvPr id="50" name="矩形 49">
            <a:extLst>
              <a:ext uri="{FF2B5EF4-FFF2-40B4-BE49-F238E27FC236}">
                <a16:creationId xmlns:a16="http://schemas.microsoft.com/office/drawing/2014/main" id="{A11EFE8A-B822-43AE-8352-F72176585504}"/>
              </a:ext>
            </a:extLst>
          </p:cNvPr>
          <p:cNvSpPr/>
          <p:nvPr/>
        </p:nvSpPr>
        <p:spPr>
          <a:xfrm>
            <a:off x="2075021" y="2332188"/>
            <a:ext cx="1833704" cy="1026457"/>
          </a:xfrm>
          <a:prstGeom prst="rect">
            <a:avLst/>
          </a:prstGeom>
          <a:solidFill>
            <a:srgbClr val="F3818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zh-CN"/>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zh-CN" altLang="en-US" b="1" dirty="0">
                <a:solidFill>
                  <a:schemeClr val="bg1"/>
                </a:solidFill>
                <a:latin typeface="+mn-ea"/>
              </a:rPr>
              <a:t>应用层</a:t>
            </a:r>
          </a:p>
        </p:txBody>
      </p:sp>
      <p:sp>
        <p:nvSpPr>
          <p:cNvPr id="54" name="矩形 53">
            <a:extLst>
              <a:ext uri="{FF2B5EF4-FFF2-40B4-BE49-F238E27FC236}">
                <a16:creationId xmlns:a16="http://schemas.microsoft.com/office/drawing/2014/main" id="{9F793763-53C7-4D16-9483-93B1998BE71F}"/>
              </a:ext>
            </a:extLst>
          </p:cNvPr>
          <p:cNvSpPr/>
          <p:nvPr/>
        </p:nvSpPr>
        <p:spPr>
          <a:xfrm>
            <a:off x="2075015" y="5402846"/>
            <a:ext cx="1833703" cy="1035170"/>
          </a:xfrm>
          <a:prstGeom prst="rect">
            <a:avLst/>
          </a:prstGeom>
          <a:solidFill>
            <a:srgbClr val="A1B5D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zh-CN"/>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zh-CN" altLang="en-US" b="1" dirty="0">
                <a:solidFill>
                  <a:schemeClr val="bg1"/>
                </a:solidFill>
                <a:latin typeface="+mn-ea"/>
              </a:rPr>
              <a:t>网络接口层</a:t>
            </a:r>
          </a:p>
        </p:txBody>
      </p:sp>
      <p:sp>
        <p:nvSpPr>
          <p:cNvPr id="51" name="矩形 50">
            <a:extLst>
              <a:ext uri="{FF2B5EF4-FFF2-40B4-BE49-F238E27FC236}">
                <a16:creationId xmlns:a16="http://schemas.microsoft.com/office/drawing/2014/main" id="{CD8FDE3B-439F-49D9-AFE9-E59D7076F509}"/>
              </a:ext>
            </a:extLst>
          </p:cNvPr>
          <p:cNvSpPr/>
          <p:nvPr/>
        </p:nvSpPr>
        <p:spPr>
          <a:xfrm>
            <a:off x="1016000" y="1709166"/>
            <a:ext cx="256976" cy="256976"/>
          </a:xfrm>
          <a:prstGeom prst="rect">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52" name="íşlïḍè">
            <a:extLst>
              <a:ext uri="{FF2B5EF4-FFF2-40B4-BE49-F238E27FC236}">
                <a16:creationId xmlns:a16="http://schemas.microsoft.com/office/drawing/2014/main" id="{7D877C24-CFD1-4FAA-A171-C7F6E76D23AC}"/>
              </a:ext>
            </a:extLst>
          </p:cNvPr>
          <p:cNvSpPr txBox="1"/>
          <p:nvPr/>
        </p:nvSpPr>
        <p:spPr>
          <a:xfrm>
            <a:off x="1333227" y="1709165"/>
            <a:ext cx="10232983" cy="256976"/>
          </a:xfrm>
          <a:prstGeom prst="rect">
            <a:avLst/>
          </a:prstGeom>
          <a:noFill/>
        </p:spPr>
        <p:txBody>
          <a:bodyPr wrap="square" lIns="91440" tIns="45720" rIns="91440" bIns="45720" anchor="ctr">
            <a:noAutofit/>
          </a:bodyPr>
          <a:lstStyle/>
          <a:p>
            <a:r>
              <a:rPr lang="zh-CN" altLang="en-US" b="1" dirty="0"/>
              <a:t>可靠传输的实现比较复杂，开销比较大，是否使用可靠传输取决于应用需求。</a:t>
            </a:r>
            <a:endParaRPr lang="en-US" altLang="zh-CN" b="1" dirty="0"/>
          </a:p>
        </p:txBody>
      </p:sp>
    </p:spTree>
    <p:custDataLst>
      <p:tags r:id="rId1"/>
    </p:custDataLst>
    <p:extLst>
      <p:ext uri="{BB962C8B-B14F-4D97-AF65-F5344CB8AC3E}">
        <p14:creationId xmlns:p14="http://schemas.microsoft.com/office/powerpoint/2010/main" val="3089727508"/>
      </p:ext>
    </p:extLst>
  </p:cSld>
  <p:clrMapOvr>
    <a:masterClrMapping/>
  </p:clrMapOvr>
  <mc:AlternateContent xmlns:mc="http://schemas.openxmlformats.org/markup-compatibility/2006" xmlns:p159="http://schemas.microsoft.com/office/powerpoint/2015/09/main">
    <mc:Choice Requires="p159">
      <p:transition spd="slow">
        <p159:morph option="byObject"/>
      </p:transition>
    </mc:Choice>
    <mc:Fallback xmlns="">
      <p:transition spd="slow">
        <p:fade/>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49" presetClass="entr" presetSubtype="0" decel="100000" fill="hold" grpId="0" nodeType="withEffect">
                                  <p:stCondLst>
                                    <p:cond delay="0"/>
                                  </p:stCondLst>
                                  <p:childTnLst>
                                    <p:set>
                                      <p:cBhvr>
                                        <p:cTn id="6" dur="1" fill="hold">
                                          <p:stCondLst>
                                            <p:cond delay="0"/>
                                          </p:stCondLst>
                                        </p:cTn>
                                        <p:tgtEl>
                                          <p:spTgt spid="51"/>
                                        </p:tgtEl>
                                        <p:attrNameLst>
                                          <p:attrName>style.visibility</p:attrName>
                                        </p:attrNameLst>
                                      </p:cBhvr>
                                      <p:to>
                                        <p:strVal val="visible"/>
                                      </p:to>
                                    </p:set>
                                    <p:anim calcmode="lin" valueType="num">
                                      <p:cBhvr>
                                        <p:cTn id="7" dur="500" fill="hold"/>
                                        <p:tgtEl>
                                          <p:spTgt spid="51"/>
                                        </p:tgtEl>
                                        <p:attrNameLst>
                                          <p:attrName>ppt_w</p:attrName>
                                        </p:attrNameLst>
                                      </p:cBhvr>
                                      <p:tavLst>
                                        <p:tav tm="0">
                                          <p:val>
                                            <p:fltVal val="0"/>
                                          </p:val>
                                        </p:tav>
                                        <p:tav tm="100000">
                                          <p:val>
                                            <p:strVal val="#ppt_w"/>
                                          </p:val>
                                        </p:tav>
                                      </p:tavLst>
                                    </p:anim>
                                    <p:anim calcmode="lin" valueType="num">
                                      <p:cBhvr>
                                        <p:cTn id="8" dur="500" fill="hold"/>
                                        <p:tgtEl>
                                          <p:spTgt spid="51"/>
                                        </p:tgtEl>
                                        <p:attrNameLst>
                                          <p:attrName>ppt_h</p:attrName>
                                        </p:attrNameLst>
                                      </p:cBhvr>
                                      <p:tavLst>
                                        <p:tav tm="0">
                                          <p:val>
                                            <p:fltVal val="0"/>
                                          </p:val>
                                        </p:tav>
                                        <p:tav tm="100000">
                                          <p:val>
                                            <p:strVal val="#ppt_h"/>
                                          </p:val>
                                        </p:tav>
                                      </p:tavLst>
                                    </p:anim>
                                    <p:anim calcmode="lin" valueType="num">
                                      <p:cBhvr>
                                        <p:cTn id="9" dur="500" fill="hold"/>
                                        <p:tgtEl>
                                          <p:spTgt spid="51"/>
                                        </p:tgtEl>
                                        <p:attrNameLst>
                                          <p:attrName>style.rotation</p:attrName>
                                        </p:attrNameLst>
                                      </p:cBhvr>
                                      <p:tavLst>
                                        <p:tav tm="0">
                                          <p:val>
                                            <p:fltVal val="360"/>
                                          </p:val>
                                        </p:tav>
                                        <p:tav tm="100000">
                                          <p:val>
                                            <p:fltVal val="0"/>
                                          </p:val>
                                        </p:tav>
                                      </p:tavLst>
                                    </p:anim>
                                    <p:animEffect transition="in" filter="fade">
                                      <p:cBhvr>
                                        <p:cTn id="10" dur="500"/>
                                        <p:tgtEl>
                                          <p:spTgt spid="51"/>
                                        </p:tgtEl>
                                      </p:cBhvr>
                                    </p:animEffect>
                                  </p:childTnLst>
                                </p:cTn>
                              </p:par>
                            </p:childTnLst>
                          </p:cTn>
                        </p:par>
                        <p:par>
                          <p:cTn id="11" fill="hold">
                            <p:stCondLst>
                              <p:cond delay="500"/>
                            </p:stCondLst>
                            <p:childTnLst>
                              <p:par>
                                <p:cTn id="12" presetID="1" presetClass="entr" presetSubtype="0" fill="hold" grpId="0" nodeType="afterEffect">
                                  <p:stCondLst>
                                    <p:cond delay="0"/>
                                  </p:stCondLst>
                                  <p:iterate type="lt">
                                    <p:tmAbs val="100"/>
                                  </p:iterate>
                                  <p:childTnLst>
                                    <p:set>
                                      <p:cBhvr>
                                        <p:cTn id="13" dur="1" fill="hold">
                                          <p:stCondLst>
                                            <p:cond delay="0"/>
                                          </p:stCondLst>
                                        </p:cTn>
                                        <p:tgtEl>
                                          <p:spTgt spid="52"/>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1" grpId="0" animBg="1"/>
      <p:bldP spid="52" grpId="0"/>
    </p:bldLst>
  </p:timing>
</p:sld>
</file>

<file path=ppt/slides/slide11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44" name="组合 43">
            <a:extLst>
              <a:ext uri="{FF2B5EF4-FFF2-40B4-BE49-F238E27FC236}">
                <a16:creationId xmlns:a16="http://schemas.microsoft.com/office/drawing/2014/main" id="{4E655FF0-9AED-47CE-9C07-0C8C3ECA9984}"/>
              </a:ext>
            </a:extLst>
          </p:cNvPr>
          <p:cNvGrpSpPr/>
          <p:nvPr/>
        </p:nvGrpSpPr>
        <p:grpSpPr>
          <a:xfrm>
            <a:off x="4182910" y="1863472"/>
            <a:ext cx="3873794" cy="4151587"/>
            <a:chOff x="4182910" y="1863472"/>
            <a:chExt cx="3873794" cy="4151587"/>
          </a:xfrm>
        </p:grpSpPr>
        <p:cxnSp>
          <p:nvCxnSpPr>
            <p:cNvPr id="54" name="直接箭头连接符 53">
              <a:extLst>
                <a:ext uri="{FF2B5EF4-FFF2-40B4-BE49-F238E27FC236}">
                  <a16:creationId xmlns:a16="http://schemas.microsoft.com/office/drawing/2014/main" id="{C2F5634E-BA1B-4D66-96B1-B71660808B8B}"/>
                </a:ext>
              </a:extLst>
            </p:cNvPr>
            <p:cNvCxnSpPr>
              <a:cxnSpLocks/>
            </p:cNvCxnSpPr>
            <p:nvPr/>
          </p:nvCxnSpPr>
          <p:spPr>
            <a:xfrm>
              <a:off x="7798891" y="1863472"/>
              <a:ext cx="0" cy="4121692"/>
            </a:xfrm>
            <a:prstGeom prst="straightConnector1">
              <a:avLst/>
            </a:prstGeom>
            <a:ln w="25400">
              <a:solidFill>
                <a:schemeClr val="tx1"/>
              </a:solidFill>
              <a:tailEnd type="triangle"/>
            </a:ln>
          </p:spPr>
          <p:style>
            <a:lnRef idx="1">
              <a:schemeClr val="accent1"/>
            </a:lnRef>
            <a:fillRef idx="0">
              <a:schemeClr val="accent1"/>
            </a:fillRef>
            <a:effectRef idx="0">
              <a:schemeClr val="accent1"/>
            </a:effectRef>
            <a:fontRef idx="minor">
              <a:schemeClr val="tx1"/>
            </a:fontRef>
          </p:style>
        </p:cxnSp>
        <p:cxnSp>
          <p:nvCxnSpPr>
            <p:cNvPr id="14" name="直接箭头连接符 13">
              <a:extLst>
                <a:ext uri="{FF2B5EF4-FFF2-40B4-BE49-F238E27FC236}">
                  <a16:creationId xmlns:a16="http://schemas.microsoft.com/office/drawing/2014/main" id="{5DFA9C35-F25A-4DB3-8C67-0A5DC93590BD}"/>
                </a:ext>
              </a:extLst>
            </p:cNvPr>
            <p:cNvCxnSpPr>
              <a:cxnSpLocks/>
            </p:cNvCxnSpPr>
            <p:nvPr/>
          </p:nvCxnSpPr>
          <p:spPr>
            <a:xfrm>
              <a:off x="4466378" y="1863472"/>
              <a:ext cx="0" cy="4121692"/>
            </a:xfrm>
            <a:prstGeom prst="straightConnector1">
              <a:avLst/>
            </a:prstGeom>
            <a:ln w="25400">
              <a:solidFill>
                <a:schemeClr val="tx1"/>
              </a:solidFill>
              <a:tailEnd type="triangle"/>
            </a:ln>
          </p:spPr>
          <p:style>
            <a:lnRef idx="1">
              <a:schemeClr val="accent1"/>
            </a:lnRef>
            <a:fillRef idx="0">
              <a:schemeClr val="accent1"/>
            </a:fillRef>
            <a:effectRef idx="0">
              <a:schemeClr val="accent1"/>
            </a:effectRef>
            <a:fontRef idx="minor">
              <a:schemeClr val="tx1"/>
            </a:fontRef>
          </p:style>
        </p:cxnSp>
        <p:sp>
          <p:nvSpPr>
            <p:cNvPr id="29" name="文本框 28">
              <a:extLst>
                <a:ext uri="{FF2B5EF4-FFF2-40B4-BE49-F238E27FC236}">
                  <a16:creationId xmlns:a16="http://schemas.microsoft.com/office/drawing/2014/main" id="{4FF3F173-B2A0-456F-A798-5EF84BB1A73F}"/>
                </a:ext>
              </a:extLst>
            </p:cNvPr>
            <p:cNvSpPr txBox="1"/>
            <p:nvPr/>
          </p:nvSpPr>
          <p:spPr>
            <a:xfrm>
              <a:off x="4182910" y="5645727"/>
              <a:ext cx="221673" cy="369332"/>
            </a:xfrm>
            <a:prstGeom prst="rect">
              <a:avLst/>
            </a:prstGeom>
            <a:noFill/>
          </p:spPr>
          <p:txBody>
            <a:bodyPr wrap="square" rtlCol="0">
              <a:spAutoFit/>
            </a:bodyPr>
            <a:lstStyle/>
            <a:p>
              <a:pPr algn="r"/>
              <a:r>
                <a:rPr lang="en-US" altLang="zh-CN" b="1" dirty="0"/>
                <a:t>t</a:t>
              </a:r>
              <a:endParaRPr lang="zh-CN" altLang="en-US" b="1" dirty="0"/>
            </a:p>
          </p:txBody>
        </p:sp>
        <p:sp>
          <p:nvSpPr>
            <p:cNvPr id="34" name="文本框 33">
              <a:extLst>
                <a:ext uri="{FF2B5EF4-FFF2-40B4-BE49-F238E27FC236}">
                  <a16:creationId xmlns:a16="http://schemas.microsoft.com/office/drawing/2014/main" id="{81382C67-92C2-4AA3-8371-612A0950C151}"/>
                </a:ext>
              </a:extLst>
            </p:cNvPr>
            <p:cNvSpPr txBox="1"/>
            <p:nvPr/>
          </p:nvSpPr>
          <p:spPr>
            <a:xfrm>
              <a:off x="7835031" y="5645727"/>
              <a:ext cx="221673" cy="369332"/>
            </a:xfrm>
            <a:prstGeom prst="rect">
              <a:avLst/>
            </a:prstGeom>
            <a:noFill/>
          </p:spPr>
          <p:txBody>
            <a:bodyPr wrap="square" rtlCol="0">
              <a:spAutoFit/>
            </a:bodyPr>
            <a:lstStyle/>
            <a:p>
              <a:r>
                <a:rPr lang="en-US" altLang="zh-CN" b="1" dirty="0"/>
                <a:t>t</a:t>
              </a:r>
              <a:endParaRPr lang="zh-CN" altLang="en-US" b="1" dirty="0"/>
            </a:p>
          </p:txBody>
        </p:sp>
      </p:grpSp>
      <p:grpSp>
        <p:nvGrpSpPr>
          <p:cNvPr id="4" name="组合 3">
            <a:extLst>
              <a:ext uri="{FF2B5EF4-FFF2-40B4-BE49-F238E27FC236}">
                <a16:creationId xmlns:a16="http://schemas.microsoft.com/office/drawing/2014/main" id="{9A1EA9F2-FCB6-48C3-935F-7AE7E3AD14AC}"/>
              </a:ext>
            </a:extLst>
          </p:cNvPr>
          <p:cNvGrpSpPr/>
          <p:nvPr/>
        </p:nvGrpSpPr>
        <p:grpSpPr>
          <a:xfrm>
            <a:off x="304800" y="749300"/>
            <a:ext cx="6192344" cy="400110"/>
            <a:chOff x="424117" y="898245"/>
            <a:chExt cx="6192344" cy="400110"/>
          </a:xfrm>
        </p:grpSpPr>
        <p:sp>
          <p:nvSpPr>
            <p:cNvPr id="2" name="平行四边形 1">
              <a:extLst>
                <a:ext uri="{FF2B5EF4-FFF2-40B4-BE49-F238E27FC236}">
                  <a16:creationId xmlns:a16="http://schemas.microsoft.com/office/drawing/2014/main" id="{1F5BAA3F-9845-4F89-A2DD-8222D3E4EDAC}"/>
                </a:ext>
              </a:extLst>
            </p:cNvPr>
            <p:cNvSpPr/>
            <p:nvPr/>
          </p:nvSpPr>
          <p:spPr>
            <a:xfrm>
              <a:off x="424117" y="898245"/>
              <a:ext cx="678352" cy="387090"/>
            </a:xfrm>
            <a:prstGeom prst="parallelogram">
              <a:avLst/>
            </a:prstGeom>
            <a:solidFill>
              <a:schemeClr val="accent3">
                <a:lumMod val="75000"/>
              </a:schemeClr>
            </a:solidFill>
            <a:ln>
              <a:solidFill>
                <a:schemeClr val="accent3">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CN" sz="2200" dirty="0">
                  <a:latin typeface="Impact" panose="020B0806030902050204" pitchFamily="34" charset="0"/>
                </a:rPr>
                <a:t>02</a:t>
              </a:r>
              <a:endParaRPr lang="zh-CN" altLang="en-US" sz="2200" dirty="0">
                <a:latin typeface="Impact" panose="020B0806030902050204" pitchFamily="34" charset="0"/>
              </a:endParaRPr>
            </a:p>
          </p:txBody>
        </p:sp>
        <p:sp>
          <p:nvSpPr>
            <p:cNvPr id="3" name="文本框 2">
              <a:extLst>
                <a:ext uri="{FF2B5EF4-FFF2-40B4-BE49-F238E27FC236}">
                  <a16:creationId xmlns:a16="http://schemas.microsoft.com/office/drawing/2014/main" id="{4D6BD736-A4D3-4F26-AFED-36E11F50F70B}"/>
                </a:ext>
              </a:extLst>
            </p:cNvPr>
            <p:cNvSpPr txBox="1"/>
            <p:nvPr/>
          </p:nvSpPr>
          <p:spPr>
            <a:xfrm>
              <a:off x="1052423" y="898245"/>
              <a:ext cx="5564038" cy="400110"/>
            </a:xfrm>
            <a:prstGeom prst="rect">
              <a:avLst/>
            </a:prstGeom>
            <a:noFill/>
          </p:spPr>
          <p:txBody>
            <a:bodyPr wrap="square" rtlCol="0">
              <a:spAutoFit/>
            </a:bodyPr>
            <a:lstStyle/>
            <a:p>
              <a:r>
                <a:rPr lang="zh-CN" altLang="en-US" sz="2000" b="1" dirty="0"/>
                <a:t>停止</a:t>
              </a:r>
              <a:r>
                <a:rPr lang="en-US" altLang="zh-CN" sz="2000" b="1" dirty="0"/>
                <a:t>-</a:t>
              </a:r>
              <a:r>
                <a:rPr lang="zh-CN" altLang="en-US" sz="2000" b="1" dirty="0"/>
                <a:t>等待协议的实现原理</a:t>
              </a:r>
            </a:p>
          </p:txBody>
        </p:sp>
      </p:grpSp>
      <p:grpSp>
        <p:nvGrpSpPr>
          <p:cNvPr id="77" name="组合 76">
            <a:extLst>
              <a:ext uri="{FF2B5EF4-FFF2-40B4-BE49-F238E27FC236}">
                <a16:creationId xmlns:a16="http://schemas.microsoft.com/office/drawing/2014/main" id="{238D6E69-D6D9-4128-A1E2-C1D9D36267B3}"/>
              </a:ext>
            </a:extLst>
          </p:cNvPr>
          <p:cNvGrpSpPr/>
          <p:nvPr/>
        </p:nvGrpSpPr>
        <p:grpSpPr>
          <a:xfrm>
            <a:off x="4504661" y="2037063"/>
            <a:ext cx="3303300" cy="528141"/>
            <a:chOff x="4504661" y="2037063"/>
            <a:chExt cx="3303300" cy="528141"/>
          </a:xfrm>
        </p:grpSpPr>
        <p:cxnSp>
          <p:nvCxnSpPr>
            <p:cNvPr id="35" name="直接箭头连接符 34">
              <a:extLst>
                <a:ext uri="{FF2B5EF4-FFF2-40B4-BE49-F238E27FC236}">
                  <a16:creationId xmlns:a16="http://schemas.microsoft.com/office/drawing/2014/main" id="{86E67B9A-DDD7-44FC-95CD-DCBD0C280064}"/>
                </a:ext>
              </a:extLst>
            </p:cNvPr>
            <p:cNvCxnSpPr>
              <a:cxnSpLocks/>
            </p:cNvCxnSpPr>
            <p:nvPr/>
          </p:nvCxnSpPr>
          <p:spPr>
            <a:xfrm>
              <a:off x="4504661" y="2165620"/>
              <a:ext cx="3303300" cy="399584"/>
            </a:xfrm>
            <a:prstGeom prst="straightConnector1">
              <a:avLst/>
            </a:prstGeom>
            <a:ln w="63500" cap="rnd">
              <a:solidFill>
                <a:schemeClr val="accent3"/>
              </a:solidFill>
              <a:round/>
              <a:tailEnd type="triangle" w="med" len="lg"/>
            </a:ln>
          </p:spPr>
          <p:style>
            <a:lnRef idx="1">
              <a:schemeClr val="accent1"/>
            </a:lnRef>
            <a:fillRef idx="0">
              <a:schemeClr val="accent1"/>
            </a:fillRef>
            <a:effectRef idx="0">
              <a:schemeClr val="accent1"/>
            </a:effectRef>
            <a:fontRef idx="minor">
              <a:schemeClr val="tx1"/>
            </a:fontRef>
          </p:style>
        </p:cxnSp>
        <p:sp>
          <p:nvSpPr>
            <p:cNvPr id="36" name="文本框 35">
              <a:extLst>
                <a:ext uri="{FF2B5EF4-FFF2-40B4-BE49-F238E27FC236}">
                  <a16:creationId xmlns:a16="http://schemas.microsoft.com/office/drawing/2014/main" id="{F6F96800-C831-4F1B-B5C3-E6630CC34B4B}"/>
                </a:ext>
              </a:extLst>
            </p:cNvPr>
            <p:cNvSpPr txBox="1"/>
            <p:nvPr/>
          </p:nvSpPr>
          <p:spPr>
            <a:xfrm rot="468067">
              <a:off x="5522912" y="2037063"/>
              <a:ext cx="1107553" cy="369332"/>
            </a:xfrm>
            <a:prstGeom prst="rect">
              <a:avLst/>
            </a:prstGeom>
            <a:noFill/>
          </p:spPr>
          <p:txBody>
            <a:bodyPr wrap="square" rtlCol="0">
              <a:spAutoFit/>
            </a:bodyPr>
            <a:lstStyle/>
            <a:p>
              <a:pPr algn="ctr"/>
              <a:r>
                <a:rPr lang="en-US" altLang="zh-CN" b="1" dirty="0">
                  <a:solidFill>
                    <a:schemeClr val="accent3"/>
                  </a:solidFill>
                  <a:latin typeface="Arial Black" panose="020B0A04020102020204" pitchFamily="34" charset="0"/>
                </a:rPr>
                <a:t>DATA</a:t>
              </a:r>
              <a:endParaRPr lang="zh-CN" altLang="en-US" b="1" dirty="0">
                <a:solidFill>
                  <a:schemeClr val="accent3"/>
                </a:solidFill>
                <a:latin typeface="Arial Black" panose="020B0A04020102020204" pitchFamily="34" charset="0"/>
              </a:endParaRPr>
            </a:p>
          </p:txBody>
        </p:sp>
      </p:grpSp>
      <p:grpSp>
        <p:nvGrpSpPr>
          <p:cNvPr id="78" name="组合 77">
            <a:extLst>
              <a:ext uri="{FF2B5EF4-FFF2-40B4-BE49-F238E27FC236}">
                <a16:creationId xmlns:a16="http://schemas.microsoft.com/office/drawing/2014/main" id="{143693FA-5C76-43FB-BCFF-741145D046C9}"/>
              </a:ext>
            </a:extLst>
          </p:cNvPr>
          <p:cNvGrpSpPr/>
          <p:nvPr/>
        </p:nvGrpSpPr>
        <p:grpSpPr>
          <a:xfrm>
            <a:off x="4466378" y="2584918"/>
            <a:ext cx="3332513" cy="585415"/>
            <a:chOff x="4466378" y="2584918"/>
            <a:chExt cx="3332513" cy="585415"/>
          </a:xfrm>
        </p:grpSpPr>
        <p:cxnSp>
          <p:nvCxnSpPr>
            <p:cNvPr id="39" name="直接箭头连接符 38">
              <a:extLst>
                <a:ext uri="{FF2B5EF4-FFF2-40B4-BE49-F238E27FC236}">
                  <a16:creationId xmlns:a16="http://schemas.microsoft.com/office/drawing/2014/main" id="{C66B632F-B866-4D84-B666-E41C1C3518F3}"/>
                </a:ext>
              </a:extLst>
            </p:cNvPr>
            <p:cNvCxnSpPr/>
            <p:nvPr/>
          </p:nvCxnSpPr>
          <p:spPr>
            <a:xfrm flipH="1">
              <a:off x="4466378" y="2611337"/>
              <a:ext cx="3332513" cy="558996"/>
            </a:xfrm>
            <a:prstGeom prst="straightConnector1">
              <a:avLst/>
            </a:prstGeom>
            <a:ln w="25400">
              <a:solidFill>
                <a:schemeClr val="accent4"/>
              </a:solidFill>
              <a:tailEnd type="triangle" w="med" len="lg"/>
            </a:ln>
          </p:spPr>
          <p:style>
            <a:lnRef idx="1">
              <a:schemeClr val="accent1"/>
            </a:lnRef>
            <a:fillRef idx="0">
              <a:schemeClr val="accent1"/>
            </a:fillRef>
            <a:effectRef idx="0">
              <a:schemeClr val="accent1"/>
            </a:effectRef>
            <a:fontRef idx="minor">
              <a:schemeClr val="tx1"/>
            </a:fontRef>
          </p:style>
        </p:cxnSp>
        <p:sp>
          <p:nvSpPr>
            <p:cNvPr id="43" name="文本框 42">
              <a:extLst>
                <a:ext uri="{FF2B5EF4-FFF2-40B4-BE49-F238E27FC236}">
                  <a16:creationId xmlns:a16="http://schemas.microsoft.com/office/drawing/2014/main" id="{C482902A-A41B-4AC6-A6CE-94C2744F64EC}"/>
                </a:ext>
              </a:extLst>
            </p:cNvPr>
            <p:cNvSpPr txBox="1"/>
            <p:nvPr/>
          </p:nvSpPr>
          <p:spPr>
            <a:xfrm rot="21014117">
              <a:off x="5560616" y="2584918"/>
              <a:ext cx="1107553" cy="369332"/>
            </a:xfrm>
            <a:prstGeom prst="rect">
              <a:avLst/>
            </a:prstGeom>
            <a:noFill/>
          </p:spPr>
          <p:txBody>
            <a:bodyPr wrap="square" rtlCol="0">
              <a:spAutoFit/>
            </a:bodyPr>
            <a:lstStyle/>
            <a:p>
              <a:pPr algn="ctr"/>
              <a:r>
                <a:rPr lang="en-US" altLang="zh-CN" b="1" dirty="0">
                  <a:solidFill>
                    <a:schemeClr val="accent4"/>
                  </a:solidFill>
                  <a:latin typeface="Arial Black" panose="020B0A04020102020204" pitchFamily="34" charset="0"/>
                </a:rPr>
                <a:t>ACK</a:t>
              </a:r>
              <a:endParaRPr lang="zh-CN" altLang="en-US" b="1" dirty="0">
                <a:solidFill>
                  <a:schemeClr val="accent4"/>
                </a:solidFill>
                <a:latin typeface="Arial Black" panose="020B0A04020102020204" pitchFamily="34" charset="0"/>
              </a:endParaRPr>
            </a:p>
          </p:txBody>
        </p:sp>
      </p:grpSp>
      <p:grpSp>
        <p:nvGrpSpPr>
          <p:cNvPr id="80" name="组合 79">
            <a:extLst>
              <a:ext uri="{FF2B5EF4-FFF2-40B4-BE49-F238E27FC236}">
                <a16:creationId xmlns:a16="http://schemas.microsoft.com/office/drawing/2014/main" id="{0C9C29EF-6FCD-453E-BB42-5926C1C11056}"/>
              </a:ext>
            </a:extLst>
          </p:cNvPr>
          <p:cNvGrpSpPr/>
          <p:nvPr/>
        </p:nvGrpSpPr>
        <p:grpSpPr>
          <a:xfrm>
            <a:off x="4513731" y="3113394"/>
            <a:ext cx="3303300" cy="528141"/>
            <a:chOff x="4513731" y="3113394"/>
            <a:chExt cx="3303300" cy="528141"/>
          </a:xfrm>
        </p:grpSpPr>
        <p:cxnSp>
          <p:nvCxnSpPr>
            <p:cNvPr id="69" name="直接箭头连接符 68">
              <a:extLst>
                <a:ext uri="{FF2B5EF4-FFF2-40B4-BE49-F238E27FC236}">
                  <a16:creationId xmlns:a16="http://schemas.microsoft.com/office/drawing/2014/main" id="{2B5A080D-19B4-4262-B780-C8327741AE66}"/>
                </a:ext>
              </a:extLst>
            </p:cNvPr>
            <p:cNvCxnSpPr>
              <a:cxnSpLocks/>
            </p:cNvCxnSpPr>
            <p:nvPr/>
          </p:nvCxnSpPr>
          <p:spPr>
            <a:xfrm>
              <a:off x="4513731" y="3241951"/>
              <a:ext cx="3303300" cy="399584"/>
            </a:xfrm>
            <a:prstGeom prst="straightConnector1">
              <a:avLst/>
            </a:prstGeom>
            <a:ln w="63500" cap="rnd">
              <a:solidFill>
                <a:schemeClr val="accent3"/>
              </a:solidFill>
              <a:round/>
              <a:tailEnd type="triangle" w="med" len="lg"/>
            </a:ln>
          </p:spPr>
          <p:style>
            <a:lnRef idx="1">
              <a:schemeClr val="accent1"/>
            </a:lnRef>
            <a:fillRef idx="0">
              <a:schemeClr val="accent1"/>
            </a:fillRef>
            <a:effectRef idx="0">
              <a:schemeClr val="accent1"/>
            </a:effectRef>
            <a:fontRef idx="minor">
              <a:schemeClr val="tx1"/>
            </a:fontRef>
          </p:style>
        </p:cxnSp>
        <p:sp>
          <p:nvSpPr>
            <p:cNvPr id="70" name="文本框 69">
              <a:extLst>
                <a:ext uri="{FF2B5EF4-FFF2-40B4-BE49-F238E27FC236}">
                  <a16:creationId xmlns:a16="http://schemas.microsoft.com/office/drawing/2014/main" id="{D9EC023B-0DC6-479F-A3FD-121A9D7C1545}"/>
                </a:ext>
              </a:extLst>
            </p:cNvPr>
            <p:cNvSpPr txBox="1"/>
            <p:nvPr/>
          </p:nvSpPr>
          <p:spPr>
            <a:xfrm rot="468067">
              <a:off x="5531982" y="3113394"/>
              <a:ext cx="1107553" cy="369332"/>
            </a:xfrm>
            <a:prstGeom prst="rect">
              <a:avLst/>
            </a:prstGeom>
            <a:noFill/>
          </p:spPr>
          <p:txBody>
            <a:bodyPr wrap="square" rtlCol="0">
              <a:spAutoFit/>
            </a:bodyPr>
            <a:lstStyle/>
            <a:p>
              <a:pPr algn="ctr"/>
              <a:r>
                <a:rPr lang="en-US" altLang="zh-CN" b="1" dirty="0">
                  <a:solidFill>
                    <a:schemeClr val="accent3"/>
                  </a:solidFill>
                  <a:latin typeface="Arial Black" panose="020B0A04020102020204" pitchFamily="34" charset="0"/>
                </a:rPr>
                <a:t>DATA</a:t>
              </a:r>
              <a:endParaRPr lang="zh-CN" altLang="en-US" b="1" dirty="0">
                <a:solidFill>
                  <a:schemeClr val="accent3"/>
                </a:solidFill>
                <a:latin typeface="Arial Black" panose="020B0A04020102020204" pitchFamily="34" charset="0"/>
              </a:endParaRPr>
            </a:p>
          </p:txBody>
        </p:sp>
      </p:grpSp>
      <p:grpSp>
        <p:nvGrpSpPr>
          <p:cNvPr id="81" name="组合 80">
            <a:extLst>
              <a:ext uri="{FF2B5EF4-FFF2-40B4-BE49-F238E27FC236}">
                <a16:creationId xmlns:a16="http://schemas.microsoft.com/office/drawing/2014/main" id="{BC2F674E-C69A-41B5-8BA1-E580BAFB0005}"/>
              </a:ext>
            </a:extLst>
          </p:cNvPr>
          <p:cNvGrpSpPr/>
          <p:nvPr/>
        </p:nvGrpSpPr>
        <p:grpSpPr>
          <a:xfrm>
            <a:off x="4475448" y="3661249"/>
            <a:ext cx="3332513" cy="585415"/>
            <a:chOff x="4475448" y="3661249"/>
            <a:chExt cx="3332513" cy="585415"/>
          </a:xfrm>
        </p:grpSpPr>
        <p:cxnSp>
          <p:nvCxnSpPr>
            <p:cNvPr id="71" name="直接箭头连接符 70">
              <a:extLst>
                <a:ext uri="{FF2B5EF4-FFF2-40B4-BE49-F238E27FC236}">
                  <a16:creationId xmlns:a16="http://schemas.microsoft.com/office/drawing/2014/main" id="{AF70819B-D02C-4D0A-9C27-71E1763F470A}"/>
                </a:ext>
              </a:extLst>
            </p:cNvPr>
            <p:cNvCxnSpPr/>
            <p:nvPr/>
          </p:nvCxnSpPr>
          <p:spPr>
            <a:xfrm flipH="1">
              <a:off x="4475448" y="3687668"/>
              <a:ext cx="3332513" cy="558996"/>
            </a:xfrm>
            <a:prstGeom prst="straightConnector1">
              <a:avLst/>
            </a:prstGeom>
            <a:ln w="25400">
              <a:solidFill>
                <a:schemeClr val="tx2"/>
              </a:solidFill>
              <a:tailEnd type="triangle" w="med" len="lg"/>
            </a:ln>
          </p:spPr>
          <p:style>
            <a:lnRef idx="1">
              <a:schemeClr val="accent1"/>
            </a:lnRef>
            <a:fillRef idx="0">
              <a:schemeClr val="accent1"/>
            </a:fillRef>
            <a:effectRef idx="0">
              <a:schemeClr val="accent1"/>
            </a:effectRef>
            <a:fontRef idx="minor">
              <a:schemeClr val="tx1"/>
            </a:fontRef>
          </p:style>
        </p:cxnSp>
        <p:sp>
          <p:nvSpPr>
            <p:cNvPr id="72" name="文本框 71">
              <a:extLst>
                <a:ext uri="{FF2B5EF4-FFF2-40B4-BE49-F238E27FC236}">
                  <a16:creationId xmlns:a16="http://schemas.microsoft.com/office/drawing/2014/main" id="{2D89823F-748D-48C0-AF4A-F493BFF1B177}"/>
                </a:ext>
              </a:extLst>
            </p:cNvPr>
            <p:cNvSpPr txBox="1"/>
            <p:nvPr/>
          </p:nvSpPr>
          <p:spPr>
            <a:xfrm rot="21014117">
              <a:off x="5569686" y="3661249"/>
              <a:ext cx="1107553" cy="369332"/>
            </a:xfrm>
            <a:prstGeom prst="rect">
              <a:avLst/>
            </a:prstGeom>
            <a:noFill/>
          </p:spPr>
          <p:txBody>
            <a:bodyPr wrap="square" rtlCol="0">
              <a:spAutoFit/>
            </a:bodyPr>
            <a:lstStyle/>
            <a:p>
              <a:pPr algn="ctr"/>
              <a:r>
                <a:rPr lang="en-US" altLang="zh-CN" b="1" dirty="0">
                  <a:solidFill>
                    <a:schemeClr val="tx2"/>
                  </a:solidFill>
                  <a:latin typeface="Arial Black" panose="020B0A04020102020204" pitchFamily="34" charset="0"/>
                </a:rPr>
                <a:t>NAK</a:t>
              </a:r>
              <a:endParaRPr lang="zh-CN" altLang="en-US" b="1" dirty="0">
                <a:solidFill>
                  <a:schemeClr val="tx2"/>
                </a:solidFill>
                <a:latin typeface="Arial Black" panose="020B0A04020102020204" pitchFamily="34" charset="0"/>
              </a:endParaRPr>
            </a:p>
          </p:txBody>
        </p:sp>
      </p:grpSp>
      <p:grpSp>
        <p:nvGrpSpPr>
          <p:cNvPr id="82" name="组合 81">
            <a:extLst>
              <a:ext uri="{FF2B5EF4-FFF2-40B4-BE49-F238E27FC236}">
                <a16:creationId xmlns:a16="http://schemas.microsoft.com/office/drawing/2014/main" id="{0FD607FA-E2A6-4DC0-A08A-639F776C028F}"/>
              </a:ext>
            </a:extLst>
          </p:cNvPr>
          <p:cNvGrpSpPr/>
          <p:nvPr/>
        </p:nvGrpSpPr>
        <p:grpSpPr>
          <a:xfrm>
            <a:off x="4495592" y="4189725"/>
            <a:ext cx="3303300" cy="528141"/>
            <a:chOff x="4495592" y="4189725"/>
            <a:chExt cx="3303300" cy="528141"/>
          </a:xfrm>
        </p:grpSpPr>
        <p:cxnSp>
          <p:nvCxnSpPr>
            <p:cNvPr id="73" name="直接箭头连接符 72">
              <a:extLst>
                <a:ext uri="{FF2B5EF4-FFF2-40B4-BE49-F238E27FC236}">
                  <a16:creationId xmlns:a16="http://schemas.microsoft.com/office/drawing/2014/main" id="{1DC00F8B-25F0-411D-BE9F-076B8D403830}"/>
                </a:ext>
              </a:extLst>
            </p:cNvPr>
            <p:cNvCxnSpPr>
              <a:cxnSpLocks/>
            </p:cNvCxnSpPr>
            <p:nvPr/>
          </p:nvCxnSpPr>
          <p:spPr>
            <a:xfrm>
              <a:off x="4495592" y="4318282"/>
              <a:ext cx="3303300" cy="399584"/>
            </a:xfrm>
            <a:prstGeom prst="straightConnector1">
              <a:avLst/>
            </a:prstGeom>
            <a:ln w="63500" cap="rnd">
              <a:solidFill>
                <a:schemeClr val="accent3"/>
              </a:solidFill>
              <a:round/>
              <a:tailEnd type="triangle" w="med" len="lg"/>
            </a:ln>
          </p:spPr>
          <p:style>
            <a:lnRef idx="1">
              <a:schemeClr val="accent1"/>
            </a:lnRef>
            <a:fillRef idx="0">
              <a:schemeClr val="accent1"/>
            </a:fillRef>
            <a:effectRef idx="0">
              <a:schemeClr val="accent1"/>
            </a:effectRef>
            <a:fontRef idx="minor">
              <a:schemeClr val="tx1"/>
            </a:fontRef>
          </p:style>
        </p:cxnSp>
        <p:sp>
          <p:nvSpPr>
            <p:cNvPr id="74" name="文本框 73">
              <a:extLst>
                <a:ext uri="{FF2B5EF4-FFF2-40B4-BE49-F238E27FC236}">
                  <a16:creationId xmlns:a16="http://schemas.microsoft.com/office/drawing/2014/main" id="{370F8F17-09F0-4B7E-8882-A8D15EF5C062}"/>
                </a:ext>
              </a:extLst>
            </p:cNvPr>
            <p:cNvSpPr txBox="1"/>
            <p:nvPr/>
          </p:nvSpPr>
          <p:spPr>
            <a:xfrm rot="468067">
              <a:off x="5513843" y="4189725"/>
              <a:ext cx="1107553" cy="369332"/>
            </a:xfrm>
            <a:prstGeom prst="rect">
              <a:avLst/>
            </a:prstGeom>
            <a:noFill/>
          </p:spPr>
          <p:txBody>
            <a:bodyPr wrap="square" rtlCol="0">
              <a:spAutoFit/>
            </a:bodyPr>
            <a:lstStyle/>
            <a:p>
              <a:pPr algn="ctr"/>
              <a:r>
                <a:rPr lang="en-US" altLang="zh-CN" b="1" dirty="0">
                  <a:solidFill>
                    <a:schemeClr val="accent3"/>
                  </a:solidFill>
                  <a:latin typeface="Arial Black" panose="020B0A04020102020204" pitchFamily="34" charset="0"/>
                </a:rPr>
                <a:t>DATA</a:t>
              </a:r>
              <a:endParaRPr lang="zh-CN" altLang="en-US" b="1" dirty="0">
                <a:solidFill>
                  <a:schemeClr val="accent3"/>
                </a:solidFill>
                <a:latin typeface="Arial Black" panose="020B0A04020102020204" pitchFamily="34" charset="0"/>
              </a:endParaRPr>
            </a:p>
          </p:txBody>
        </p:sp>
      </p:grpSp>
      <p:grpSp>
        <p:nvGrpSpPr>
          <p:cNvPr id="83" name="组合 82">
            <a:extLst>
              <a:ext uri="{FF2B5EF4-FFF2-40B4-BE49-F238E27FC236}">
                <a16:creationId xmlns:a16="http://schemas.microsoft.com/office/drawing/2014/main" id="{6FEAC98D-6CFE-4063-B9A2-4676B7035823}"/>
              </a:ext>
            </a:extLst>
          </p:cNvPr>
          <p:cNvGrpSpPr/>
          <p:nvPr/>
        </p:nvGrpSpPr>
        <p:grpSpPr>
          <a:xfrm>
            <a:off x="4457309" y="4737580"/>
            <a:ext cx="3332513" cy="585415"/>
            <a:chOff x="4457309" y="4737580"/>
            <a:chExt cx="3332513" cy="585415"/>
          </a:xfrm>
        </p:grpSpPr>
        <p:cxnSp>
          <p:nvCxnSpPr>
            <p:cNvPr id="75" name="直接箭头连接符 74">
              <a:extLst>
                <a:ext uri="{FF2B5EF4-FFF2-40B4-BE49-F238E27FC236}">
                  <a16:creationId xmlns:a16="http://schemas.microsoft.com/office/drawing/2014/main" id="{56B9AEF8-4195-4436-A650-246CBA9FF411}"/>
                </a:ext>
              </a:extLst>
            </p:cNvPr>
            <p:cNvCxnSpPr/>
            <p:nvPr/>
          </p:nvCxnSpPr>
          <p:spPr>
            <a:xfrm flipH="1">
              <a:off x="4457309" y="4763999"/>
              <a:ext cx="3332513" cy="558996"/>
            </a:xfrm>
            <a:prstGeom prst="straightConnector1">
              <a:avLst/>
            </a:prstGeom>
            <a:ln w="25400">
              <a:solidFill>
                <a:schemeClr val="accent4"/>
              </a:solidFill>
              <a:tailEnd type="triangle" w="med" len="lg"/>
            </a:ln>
          </p:spPr>
          <p:style>
            <a:lnRef idx="1">
              <a:schemeClr val="accent1"/>
            </a:lnRef>
            <a:fillRef idx="0">
              <a:schemeClr val="accent1"/>
            </a:fillRef>
            <a:effectRef idx="0">
              <a:schemeClr val="accent1"/>
            </a:effectRef>
            <a:fontRef idx="minor">
              <a:schemeClr val="tx1"/>
            </a:fontRef>
          </p:style>
        </p:cxnSp>
        <p:sp>
          <p:nvSpPr>
            <p:cNvPr id="76" name="文本框 75">
              <a:extLst>
                <a:ext uri="{FF2B5EF4-FFF2-40B4-BE49-F238E27FC236}">
                  <a16:creationId xmlns:a16="http://schemas.microsoft.com/office/drawing/2014/main" id="{7F0A3889-23B0-4191-9965-4349BD09EF8B}"/>
                </a:ext>
              </a:extLst>
            </p:cNvPr>
            <p:cNvSpPr txBox="1"/>
            <p:nvPr/>
          </p:nvSpPr>
          <p:spPr>
            <a:xfrm rot="21014117">
              <a:off x="5551547" y="4737580"/>
              <a:ext cx="1107553" cy="369332"/>
            </a:xfrm>
            <a:prstGeom prst="rect">
              <a:avLst/>
            </a:prstGeom>
            <a:noFill/>
          </p:spPr>
          <p:txBody>
            <a:bodyPr wrap="square" rtlCol="0">
              <a:spAutoFit/>
            </a:bodyPr>
            <a:lstStyle/>
            <a:p>
              <a:pPr algn="ctr"/>
              <a:r>
                <a:rPr lang="en-US" altLang="zh-CN" b="1" dirty="0">
                  <a:solidFill>
                    <a:schemeClr val="accent4"/>
                  </a:solidFill>
                  <a:latin typeface="Arial Black" panose="020B0A04020102020204" pitchFamily="34" charset="0"/>
                </a:rPr>
                <a:t>ACK</a:t>
              </a:r>
              <a:endParaRPr lang="zh-CN" altLang="en-US" b="1" dirty="0">
                <a:solidFill>
                  <a:schemeClr val="accent4"/>
                </a:solidFill>
                <a:latin typeface="Arial Black" panose="020B0A04020102020204" pitchFamily="34" charset="0"/>
              </a:endParaRPr>
            </a:p>
          </p:txBody>
        </p:sp>
      </p:grpSp>
      <p:grpSp>
        <p:nvGrpSpPr>
          <p:cNvPr id="30" name="组合 29">
            <a:extLst>
              <a:ext uri="{FF2B5EF4-FFF2-40B4-BE49-F238E27FC236}">
                <a16:creationId xmlns:a16="http://schemas.microsoft.com/office/drawing/2014/main" id="{7F3B4E09-6764-454A-9492-E074DC4B625B}"/>
              </a:ext>
            </a:extLst>
          </p:cNvPr>
          <p:cNvGrpSpPr/>
          <p:nvPr/>
        </p:nvGrpSpPr>
        <p:grpSpPr>
          <a:xfrm>
            <a:off x="3184786" y="1260318"/>
            <a:ext cx="5835614" cy="808297"/>
            <a:chOff x="3094732" y="1606682"/>
            <a:chExt cx="5835614" cy="808297"/>
          </a:xfrm>
        </p:grpSpPr>
        <p:sp>
          <p:nvSpPr>
            <p:cNvPr id="17" name="文本框 16">
              <a:extLst>
                <a:ext uri="{FF2B5EF4-FFF2-40B4-BE49-F238E27FC236}">
                  <a16:creationId xmlns:a16="http://schemas.microsoft.com/office/drawing/2014/main" id="{5BC89BE0-4BDF-4485-9FBE-0F4CA3E7333F}"/>
                </a:ext>
              </a:extLst>
            </p:cNvPr>
            <p:cNvSpPr txBox="1"/>
            <p:nvPr/>
          </p:nvSpPr>
          <p:spPr>
            <a:xfrm>
              <a:off x="3094732" y="1829614"/>
              <a:ext cx="905164" cy="369332"/>
            </a:xfrm>
            <a:prstGeom prst="rect">
              <a:avLst/>
            </a:prstGeom>
            <a:noFill/>
          </p:spPr>
          <p:txBody>
            <a:bodyPr wrap="square" rtlCol="0">
              <a:spAutoFit/>
            </a:bodyPr>
            <a:lstStyle/>
            <a:p>
              <a:pPr algn="ctr"/>
              <a:r>
                <a:rPr lang="zh-CN" altLang="en-US" b="1" dirty="0">
                  <a:latin typeface="+mn-ea"/>
                </a:rPr>
                <a:t>发送方</a:t>
              </a:r>
            </a:p>
          </p:txBody>
        </p:sp>
        <p:sp>
          <p:nvSpPr>
            <p:cNvPr id="18" name="文本框 17">
              <a:extLst>
                <a:ext uri="{FF2B5EF4-FFF2-40B4-BE49-F238E27FC236}">
                  <a16:creationId xmlns:a16="http://schemas.microsoft.com/office/drawing/2014/main" id="{A53EBA0B-88E5-479C-B031-0031D4C518FB}"/>
                </a:ext>
              </a:extLst>
            </p:cNvPr>
            <p:cNvSpPr txBox="1"/>
            <p:nvPr/>
          </p:nvSpPr>
          <p:spPr>
            <a:xfrm>
              <a:off x="8025182" y="1829614"/>
              <a:ext cx="905164" cy="369332"/>
            </a:xfrm>
            <a:prstGeom prst="rect">
              <a:avLst/>
            </a:prstGeom>
            <a:noFill/>
          </p:spPr>
          <p:txBody>
            <a:bodyPr wrap="square" rtlCol="0">
              <a:spAutoFit/>
            </a:bodyPr>
            <a:lstStyle/>
            <a:p>
              <a:pPr algn="ctr"/>
              <a:r>
                <a:rPr lang="zh-CN" altLang="en-US" b="1" dirty="0">
                  <a:latin typeface="+mn-ea"/>
                </a:rPr>
                <a:t>接收方</a:t>
              </a:r>
            </a:p>
          </p:txBody>
        </p:sp>
        <p:cxnSp>
          <p:nvCxnSpPr>
            <p:cNvPr id="20" name="直接连接符 19">
              <a:extLst>
                <a:ext uri="{FF2B5EF4-FFF2-40B4-BE49-F238E27FC236}">
                  <a16:creationId xmlns:a16="http://schemas.microsoft.com/office/drawing/2014/main" id="{60E4C73B-A225-411B-883A-DC140C4192C5}"/>
                </a:ext>
              </a:extLst>
            </p:cNvPr>
            <p:cNvCxnSpPr>
              <a:cxnSpLocks/>
            </p:cNvCxnSpPr>
            <p:nvPr/>
          </p:nvCxnSpPr>
          <p:spPr>
            <a:xfrm>
              <a:off x="4214689" y="2101247"/>
              <a:ext cx="3494148" cy="0"/>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pic>
          <p:nvPicPr>
            <p:cNvPr id="21" name="图形 20">
              <a:extLst>
                <a:ext uri="{FF2B5EF4-FFF2-40B4-BE49-F238E27FC236}">
                  <a16:creationId xmlns:a16="http://schemas.microsoft.com/office/drawing/2014/main" id="{6741A3DB-8FF6-4FA5-B425-532579F07BB2}"/>
                </a:ext>
              </a:extLst>
            </p:cNvPr>
            <p:cNvPicPr>
              <a:picLocks noChangeAspect="1"/>
            </p:cNvPicPr>
            <p:nvPr/>
          </p:nvPicPr>
          <p:blipFill>
            <a:blip r:embed="rId3">
              <a:extLst>
                <a:ext uri="{28A0092B-C50C-407E-A947-70E740481C1C}">
                  <a14:useLocalDpi xmlns:a14="http://schemas.microsoft.com/office/drawing/2010/main" val="0"/>
                </a:ext>
                <a:ext uri="{96DAC541-7B7A-43D3-8B79-37D633B846F1}">
                  <asvg:svgBlip xmlns:asvg="http://schemas.microsoft.com/office/drawing/2016/SVG/main" r:embed="rId4"/>
                </a:ext>
              </a:extLst>
            </a:blip>
            <a:stretch>
              <a:fillRect/>
            </a:stretch>
          </p:blipFill>
          <p:spPr>
            <a:xfrm>
              <a:off x="4044917" y="1625133"/>
              <a:ext cx="662814" cy="641082"/>
            </a:xfrm>
            <a:prstGeom prst="rect">
              <a:avLst/>
            </a:prstGeom>
          </p:spPr>
        </p:pic>
        <p:pic>
          <p:nvPicPr>
            <p:cNvPr id="22" name="图形 21">
              <a:extLst>
                <a:ext uri="{FF2B5EF4-FFF2-40B4-BE49-F238E27FC236}">
                  <a16:creationId xmlns:a16="http://schemas.microsoft.com/office/drawing/2014/main" id="{FB51D0B6-4BB2-4ACA-8731-2370EE12D6D8}"/>
                </a:ext>
              </a:extLst>
            </p:cNvPr>
            <p:cNvPicPr>
              <a:picLocks noChangeAspect="1"/>
            </p:cNvPicPr>
            <p:nvPr/>
          </p:nvPicPr>
          <p:blipFill>
            <a:blip r:embed="rId5">
              <a:extLst>
                <a:ext uri="{28A0092B-C50C-407E-A947-70E740481C1C}">
                  <a14:useLocalDpi xmlns:a14="http://schemas.microsoft.com/office/drawing/2010/main" val="0"/>
                </a:ext>
                <a:ext uri="{96DAC541-7B7A-43D3-8B79-37D633B846F1}">
                  <asvg:svgBlip xmlns:asvg="http://schemas.microsoft.com/office/drawing/2016/SVG/main" r:embed="rId6"/>
                </a:ext>
              </a:extLst>
            </a:blip>
            <a:stretch>
              <a:fillRect/>
            </a:stretch>
          </p:blipFill>
          <p:spPr>
            <a:xfrm>
              <a:off x="7457951" y="1606682"/>
              <a:ext cx="501772" cy="658576"/>
            </a:xfrm>
            <a:prstGeom prst="rect">
              <a:avLst/>
            </a:prstGeom>
          </p:spPr>
        </p:pic>
        <p:sp>
          <p:nvSpPr>
            <p:cNvPr id="27" name="云形 26">
              <a:extLst>
                <a:ext uri="{FF2B5EF4-FFF2-40B4-BE49-F238E27FC236}">
                  <a16:creationId xmlns:a16="http://schemas.microsoft.com/office/drawing/2014/main" id="{376EF8EB-1F23-4CFB-8171-CB84499BD291}"/>
                </a:ext>
              </a:extLst>
            </p:cNvPr>
            <p:cNvSpPr/>
            <p:nvPr/>
          </p:nvSpPr>
          <p:spPr>
            <a:xfrm>
              <a:off x="5371531" y="1613581"/>
              <a:ext cx="1422620" cy="801398"/>
            </a:xfrm>
            <a:prstGeom prst="cloud">
              <a:avLst/>
            </a:prstGeom>
            <a:solidFill>
              <a:schemeClr val="bg1">
                <a:lumMod val="85000"/>
              </a:schemeClr>
            </a:solidFill>
            <a:ln>
              <a:solidFill>
                <a:schemeClr val="bg1">
                  <a:lumMod val="85000"/>
                </a:schemeClr>
              </a:solidFill>
            </a:ln>
          </p:spPr>
          <p:style>
            <a:lnRef idx="2">
              <a:schemeClr val="accent3">
                <a:shade val="50000"/>
              </a:schemeClr>
            </a:lnRef>
            <a:fillRef idx="1">
              <a:schemeClr val="accent3"/>
            </a:fillRef>
            <a:effectRef idx="0">
              <a:schemeClr val="accent3"/>
            </a:effectRef>
            <a:fontRef idx="minor">
              <a:schemeClr val="lt1"/>
            </a:fontRef>
          </p:style>
          <p:txBody>
            <a:bodyPr rtlCol="0" anchor="ctr"/>
            <a:lstStyle/>
            <a:p>
              <a:pPr algn="ctr"/>
              <a:r>
                <a:rPr lang="zh-CN" altLang="en-US" b="1" dirty="0">
                  <a:solidFill>
                    <a:schemeClr val="tx1"/>
                  </a:solidFill>
                  <a:latin typeface="+mn-ea"/>
                </a:rPr>
                <a:t>因特网</a:t>
              </a:r>
            </a:p>
          </p:txBody>
        </p:sp>
      </p:grpSp>
      <p:sp>
        <p:nvSpPr>
          <p:cNvPr id="84" name="对话气泡: 圆角矩形 83">
            <a:extLst>
              <a:ext uri="{FF2B5EF4-FFF2-40B4-BE49-F238E27FC236}">
                <a16:creationId xmlns:a16="http://schemas.microsoft.com/office/drawing/2014/main" id="{5FF3FA76-172B-48A9-8F51-7AFA5C279392}"/>
              </a:ext>
            </a:extLst>
          </p:cNvPr>
          <p:cNvSpPr/>
          <p:nvPr/>
        </p:nvSpPr>
        <p:spPr>
          <a:xfrm>
            <a:off x="8115236" y="2165620"/>
            <a:ext cx="2745732" cy="369333"/>
          </a:xfrm>
          <a:prstGeom prst="wedgeRoundRectCallout">
            <a:avLst>
              <a:gd name="adj1" fmla="val -60429"/>
              <a:gd name="adj2" fmla="val 57895"/>
              <a:gd name="adj3" fmla="val 16667"/>
            </a:avLst>
          </a:prstGeom>
        </p:spPr>
        <p:style>
          <a:lnRef idx="2">
            <a:schemeClr val="accent4">
              <a:shade val="50000"/>
            </a:schemeClr>
          </a:lnRef>
          <a:fillRef idx="1">
            <a:schemeClr val="accent4"/>
          </a:fillRef>
          <a:effectRef idx="0">
            <a:schemeClr val="accent4"/>
          </a:effectRef>
          <a:fontRef idx="minor">
            <a:schemeClr val="lt1"/>
          </a:fontRef>
        </p:style>
        <p:txBody>
          <a:bodyPr rtlCol="0" anchor="ctr"/>
          <a:lstStyle/>
          <a:p>
            <a:r>
              <a:rPr lang="zh-CN" altLang="en-US" b="1" dirty="0"/>
              <a:t>差错检测：无误码。接受</a:t>
            </a:r>
          </a:p>
        </p:txBody>
      </p:sp>
      <p:sp>
        <p:nvSpPr>
          <p:cNvPr id="85" name="爆炸形: 8 pt  84">
            <a:extLst>
              <a:ext uri="{FF2B5EF4-FFF2-40B4-BE49-F238E27FC236}">
                <a16:creationId xmlns:a16="http://schemas.microsoft.com/office/drawing/2014/main" id="{9ABA44E0-54C8-423D-A265-C9119221C8F6}"/>
              </a:ext>
            </a:extLst>
          </p:cNvPr>
          <p:cNvSpPr/>
          <p:nvPr/>
        </p:nvSpPr>
        <p:spPr>
          <a:xfrm>
            <a:off x="6468676" y="2847873"/>
            <a:ext cx="1174706" cy="686320"/>
          </a:xfrm>
          <a:prstGeom prst="irregularSeal1">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zh-CN" altLang="en-US" b="1" dirty="0"/>
              <a:t>误码</a:t>
            </a:r>
          </a:p>
        </p:txBody>
      </p:sp>
      <p:sp>
        <p:nvSpPr>
          <p:cNvPr id="87" name="对话气泡: 圆角矩形 86">
            <a:extLst>
              <a:ext uri="{FF2B5EF4-FFF2-40B4-BE49-F238E27FC236}">
                <a16:creationId xmlns:a16="http://schemas.microsoft.com/office/drawing/2014/main" id="{67F0A744-4DE3-4833-98C8-BC91C5FFBF4F}"/>
              </a:ext>
            </a:extLst>
          </p:cNvPr>
          <p:cNvSpPr/>
          <p:nvPr/>
        </p:nvSpPr>
        <p:spPr>
          <a:xfrm>
            <a:off x="8115235" y="3237923"/>
            <a:ext cx="2745733" cy="369333"/>
          </a:xfrm>
          <a:prstGeom prst="wedgeRoundRectCallout">
            <a:avLst>
              <a:gd name="adj1" fmla="val -60429"/>
              <a:gd name="adj2" fmla="val 57895"/>
              <a:gd name="adj3" fmla="val 16667"/>
            </a:avLst>
          </a:prstGeom>
          <a:solidFill>
            <a:schemeClr val="accent1">
              <a:lumMod val="75000"/>
            </a:schemeClr>
          </a:solidFill>
          <a:ln>
            <a:solidFill>
              <a:schemeClr val="accent1">
                <a:lumMod val="50000"/>
              </a:schemeClr>
            </a:solidFill>
          </a:ln>
        </p:spPr>
        <p:style>
          <a:lnRef idx="2">
            <a:schemeClr val="accent4">
              <a:shade val="50000"/>
            </a:schemeClr>
          </a:lnRef>
          <a:fillRef idx="1">
            <a:schemeClr val="accent4"/>
          </a:fillRef>
          <a:effectRef idx="0">
            <a:schemeClr val="accent4"/>
          </a:effectRef>
          <a:fontRef idx="minor">
            <a:schemeClr val="lt1"/>
          </a:fontRef>
        </p:style>
        <p:txBody>
          <a:bodyPr rtlCol="0" anchor="ctr"/>
          <a:lstStyle/>
          <a:p>
            <a:r>
              <a:rPr lang="zh-CN" altLang="en-US" b="1" dirty="0"/>
              <a:t>差错检测：有误码。丢弃</a:t>
            </a:r>
          </a:p>
        </p:txBody>
      </p:sp>
      <p:sp>
        <p:nvSpPr>
          <p:cNvPr id="88" name="对话气泡: 圆角矩形 87">
            <a:extLst>
              <a:ext uri="{FF2B5EF4-FFF2-40B4-BE49-F238E27FC236}">
                <a16:creationId xmlns:a16="http://schemas.microsoft.com/office/drawing/2014/main" id="{F73AB301-471B-4F44-9B76-76CF22EDF2BE}"/>
              </a:ext>
            </a:extLst>
          </p:cNvPr>
          <p:cNvSpPr/>
          <p:nvPr/>
        </p:nvSpPr>
        <p:spPr>
          <a:xfrm>
            <a:off x="1394628" y="3975065"/>
            <a:ext cx="2740344" cy="369333"/>
          </a:xfrm>
          <a:prstGeom prst="wedgeRoundRectCallout">
            <a:avLst>
              <a:gd name="adj1" fmla="val 61911"/>
              <a:gd name="adj2" fmla="val 31177"/>
              <a:gd name="adj3" fmla="val 16667"/>
            </a:avLst>
          </a:prstGeom>
          <a:solidFill>
            <a:schemeClr val="accent3"/>
          </a:solidFill>
          <a:ln>
            <a:solidFill>
              <a:schemeClr val="accent3">
                <a:lumMod val="75000"/>
              </a:schemeClr>
            </a:solidFill>
          </a:ln>
        </p:spPr>
        <p:style>
          <a:lnRef idx="2">
            <a:schemeClr val="accent4">
              <a:shade val="50000"/>
            </a:schemeClr>
          </a:lnRef>
          <a:fillRef idx="1">
            <a:schemeClr val="accent4"/>
          </a:fillRef>
          <a:effectRef idx="0">
            <a:schemeClr val="accent4"/>
          </a:effectRef>
          <a:fontRef idx="minor">
            <a:schemeClr val="lt1"/>
          </a:fontRef>
        </p:style>
        <p:txBody>
          <a:bodyPr rtlCol="0" anchor="ctr"/>
          <a:lstStyle/>
          <a:p>
            <a:pPr algn="r"/>
            <a:r>
              <a:rPr lang="zh-CN" altLang="en-US" b="1" dirty="0"/>
              <a:t>重传之前误码的数据分组</a:t>
            </a:r>
          </a:p>
        </p:txBody>
      </p:sp>
      <p:sp>
        <p:nvSpPr>
          <p:cNvPr id="89" name="对话气泡: 圆角矩形 88">
            <a:extLst>
              <a:ext uri="{FF2B5EF4-FFF2-40B4-BE49-F238E27FC236}">
                <a16:creationId xmlns:a16="http://schemas.microsoft.com/office/drawing/2014/main" id="{5B78723F-553C-4F43-ADF6-66A23F4644F5}"/>
              </a:ext>
            </a:extLst>
          </p:cNvPr>
          <p:cNvSpPr/>
          <p:nvPr/>
        </p:nvSpPr>
        <p:spPr>
          <a:xfrm>
            <a:off x="8115235" y="4318282"/>
            <a:ext cx="2745732" cy="369333"/>
          </a:xfrm>
          <a:prstGeom prst="wedgeRoundRectCallout">
            <a:avLst>
              <a:gd name="adj1" fmla="val -60429"/>
              <a:gd name="adj2" fmla="val 57895"/>
              <a:gd name="adj3" fmla="val 16667"/>
            </a:avLst>
          </a:prstGeom>
        </p:spPr>
        <p:style>
          <a:lnRef idx="2">
            <a:schemeClr val="accent4">
              <a:shade val="50000"/>
            </a:schemeClr>
          </a:lnRef>
          <a:fillRef idx="1">
            <a:schemeClr val="accent4"/>
          </a:fillRef>
          <a:effectRef idx="0">
            <a:schemeClr val="accent4"/>
          </a:effectRef>
          <a:fontRef idx="minor">
            <a:schemeClr val="lt1"/>
          </a:fontRef>
        </p:style>
        <p:txBody>
          <a:bodyPr rtlCol="0" anchor="ctr"/>
          <a:lstStyle/>
          <a:p>
            <a:r>
              <a:rPr lang="zh-CN" altLang="en-US" b="1" dirty="0"/>
              <a:t>差错检测：无误码。接受</a:t>
            </a:r>
          </a:p>
        </p:txBody>
      </p:sp>
      <p:sp>
        <p:nvSpPr>
          <p:cNvPr id="90" name="对话气泡: 圆角矩形 89">
            <a:extLst>
              <a:ext uri="{FF2B5EF4-FFF2-40B4-BE49-F238E27FC236}">
                <a16:creationId xmlns:a16="http://schemas.microsoft.com/office/drawing/2014/main" id="{505405F5-6668-4453-8D49-E7ABA7393D47}"/>
              </a:ext>
            </a:extLst>
          </p:cNvPr>
          <p:cNvSpPr/>
          <p:nvPr/>
        </p:nvSpPr>
        <p:spPr>
          <a:xfrm>
            <a:off x="1394627" y="2903991"/>
            <a:ext cx="2740344" cy="369333"/>
          </a:xfrm>
          <a:prstGeom prst="wedgeRoundRectCallout">
            <a:avLst>
              <a:gd name="adj1" fmla="val 61911"/>
              <a:gd name="adj2" fmla="val 31177"/>
              <a:gd name="adj3" fmla="val 16667"/>
            </a:avLst>
          </a:prstGeom>
          <a:solidFill>
            <a:schemeClr val="accent3"/>
          </a:solidFill>
          <a:ln>
            <a:solidFill>
              <a:schemeClr val="accent3">
                <a:lumMod val="75000"/>
              </a:schemeClr>
            </a:solidFill>
          </a:ln>
        </p:spPr>
        <p:style>
          <a:lnRef idx="2">
            <a:schemeClr val="accent4">
              <a:shade val="50000"/>
            </a:schemeClr>
          </a:lnRef>
          <a:fillRef idx="1">
            <a:schemeClr val="accent4"/>
          </a:fillRef>
          <a:effectRef idx="0">
            <a:schemeClr val="accent4"/>
          </a:effectRef>
          <a:fontRef idx="minor">
            <a:schemeClr val="lt1"/>
          </a:fontRef>
        </p:style>
        <p:txBody>
          <a:bodyPr rtlCol="0" anchor="ctr"/>
          <a:lstStyle/>
          <a:p>
            <a:pPr algn="r"/>
            <a:r>
              <a:rPr lang="zh-CN" altLang="en-US" b="1" dirty="0"/>
              <a:t>发送下一个数据分组</a:t>
            </a:r>
          </a:p>
        </p:txBody>
      </p:sp>
      <p:sp>
        <p:nvSpPr>
          <p:cNvPr id="91" name="对话气泡: 圆角矩形 90">
            <a:extLst>
              <a:ext uri="{FF2B5EF4-FFF2-40B4-BE49-F238E27FC236}">
                <a16:creationId xmlns:a16="http://schemas.microsoft.com/office/drawing/2014/main" id="{A5D76270-B04B-4E0C-8A33-0A97AEF8FE3F}"/>
              </a:ext>
            </a:extLst>
          </p:cNvPr>
          <p:cNvSpPr/>
          <p:nvPr/>
        </p:nvSpPr>
        <p:spPr>
          <a:xfrm>
            <a:off x="8115235" y="2611337"/>
            <a:ext cx="2745732" cy="369333"/>
          </a:xfrm>
          <a:prstGeom prst="wedgeRoundRectCallout">
            <a:avLst>
              <a:gd name="adj1" fmla="val -59739"/>
              <a:gd name="adj2" fmla="val -48975"/>
              <a:gd name="adj3" fmla="val 16667"/>
            </a:avLst>
          </a:prstGeom>
        </p:spPr>
        <p:style>
          <a:lnRef idx="2">
            <a:schemeClr val="accent4">
              <a:shade val="50000"/>
            </a:schemeClr>
          </a:lnRef>
          <a:fillRef idx="1">
            <a:schemeClr val="accent4"/>
          </a:fillRef>
          <a:effectRef idx="0">
            <a:schemeClr val="accent4"/>
          </a:effectRef>
          <a:fontRef idx="minor">
            <a:schemeClr val="lt1"/>
          </a:fontRef>
        </p:style>
        <p:txBody>
          <a:bodyPr rtlCol="0" anchor="ctr"/>
          <a:lstStyle/>
          <a:p>
            <a:r>
              <a:rPr lang="zh-CN" altLang="en-US" b="1" dirty="0"/>
              <a:t>发送确认分组</a:t>
            </a:r>
          </a:p>
        </p:txBody>
      </p:sp>
      <p:sp>
        <p:nvSpPr>
          <p:cNvPr id="92" name="对话气泡: 圆角矩形 91">
            <a:extLst>
              <a:ext uri="{FF2B5EF4-FFF2-40B4-BE49-F238E27FC236}">
                <a16:creationId xmlns:a16="http://schemas.microsoft.com/office/drawing/2014/main" id="{E48F7AE6-DF22-4F25-9252-B9827FFE6103}"/>
              </a:ext>
            </a:extLst>
          </p:cNvPr>
          <p:cNvSpPr/>
          <p:nvPr/>
        </p:nvSpPr>
        <p:spPr>
          <a:xfrm>
            <a:off x="8115235" y="3683640"/>
            <a:ext cx="2745732" cy="369333"/>
          </a:xfrm>
          <a:prstGeom prst="wedgeRoundRectCallout">
            <a:avLst>
              <a:gd name="adj1" fmla="val -59739"/>
              <a:gd name="adj2" fmla="val -48975"/>
              <a:gd name="adj3" fmla="val 16667"/>
            </a:avLst>
          </a:prstGeom>
          <a:solidFill>
            <a:schemeClr val="tx2"/>
          </a:solidFill>
          <a:ln>
            <a:solidFill>
              <a:schemeClr val="tx2">
                <a:lumMod val="75000"/>
              </a:schemeClr>
            </a:solidFill>
          </a:ln>
        </p:spPr>
        <p:style>
          <a:lnRef idx="2">
            <a:schemeClr val="accent4">
              <a:shade val="50000"/>
            </a:schemeClr>
          </a:lnRef>
          <a:fillRef idx="1">
            <a:schemeClr val="accent4"/>
          </a:fillRef>
          <a:effectRef idx="0">
            <a:schemeClr val="accent4"/>
          </a:effectRef>
          <a:fontRef idx="minor">
            <a:schemeClr val="lt1"/>
          </a:fontRef>
        </p:style>
        <p:txBody>
          <a:bodyPr rtlCol="0" anchor="ctr"/>
          <a:lstStyle/>
          <a:p>
            <a:r>
              <a:rPr lang="zh-CN" altLang="en-US" b="1" dirty="0"/>
              <a:t>发送否认分组</a:t>
            </a:r>
          </a:p>
        </p:txBody>
      </p:sp>
      <p:sp>
        <p:nvSpPr>
          <p:cNvPr id="93" name="对话气泡: 圆角矩形 92">
            <a:extLst>
              <a:ext uri="{FF2B5EF4-FFF2-40B4-BE49-F238E27FC236}">
                <a16:creationId xmlns:a16="http://schemas.microsoft.com/office/drawing/2014/main" id="{1897429D-7214-4B7E-A285-C2045C5656AD}"/>
              </a:ext>
            </a:extLst>
          </p:cNvPr>
          <p:cNvSpPr/>
          <p:nvPr/>
        </p:nvSpPr>
        <p:spPr>
          <a:xfrm>
            <a:off x="8115235" y="4755943"/>
            <a:ext cx="2745732" cy="369333"/>
          </a:xfrm>
          <a:prstGeom prst="wedgeRoundRectCallout">
            <a:avLst>
              <a:gd name="adj1" fmla="val -59739"/>
              <a:gd name="adj2" fmla="val -48975"/>
              <a:gd name="adj3" fmla="val 16667"/>
            </a:avLst>
          </a:prstGeom>
        </p:spPr>
        <p:style>
          <a:lnRef idx="2">
            <a:schemeClr val="accent4">
              <a:shade val="50000"/>
            </a:schemeClr>
          </a:lnRef>
          <a:fillRef idx="1">
            <a:schemeClr val="accent4"/>
          </a:fillRef>
          <a:effectRef idx="0">
            <a:schemeClr val="accent4"/>
          </a:effectRef>
          <a:fontRef idx="minor">
            <a:schemeClr val="lt1"/>
          </a:fontRef>
        </p:style>
        <p:txBody>
          <a:bodyPr rtlCol="0" anchor="ctr"/>
          <a:lstStyle/>
          <a:p>
            <a:r>
              <a:rPr lang="zh-CN" altLang="en-US" b="1" dirty="0"/>
              <a:t>发送确认分组</a:t>
            </a:r>
          </a:p>
        </p:txBody>
      </p:sp>
      <p:sp>
        <p:nvSpPr>
          <p:cNvPr id="94" name="对话气泡: 圆角矩形 93">
            <a:extLst>
              <a:ext uri="{FF2B5EF4-FFF2-40B4-BE49-F238E27FC236}">
                <a16:creationId xmlns:a16="http://schemas.microsoft.com/office/drawing/2014/main" id="{EC5086B9-0471-4FA4-8561-1D55F766FF44}"/>
              </a:ext>
            </a:extLst>
          </p:cNvPr>
          <p:cNvSpPr/>
          <p:nvPr/>
        </p:nvSpPr>
        <p:spPr>
          <a:xfrm>
            <a:off x="1369207" y="1852396"/>
            <a:ext cx="2740344" cy="369333"/>
          </a:xfrm>
          <a:prstGeom prst="wedgeRoundRectCallout">
            <a:avLst>
              <a:gd name="adj1" fmla="val 61911"/>
              <a:gd name="adj2" fmla="val 31177"/>
              <a:gd name="adj3" fmla="val 16667"/>
            </a:avLst>
          </a:prstGeom>
          <a:solidFill>
            <a:schemeClr val="accent3"/>
          </a:solidFill>
          <a:ln>
            <a:solidFill>
              <a:schemeClr val="accent3">
                <a:lumMod val="75000"/>
              </a:schemeClr>
            </a:solidFill>
          </a:ln>
        </p:spPr>
        <p:style>
          <a:lnRef idx="2">
            <a:schemeClr val="accent4">
              <a:shade val="50000"/>
            </a:schemeClr>
          </a:lnRef>
          <a:fillRef idx="1">
            <a:schemeClr val="accent4"/>
          </a:fillRef>
          <a:effectRef idx="0">
            <a:schemeClr val="accent4"/>
          </a:effectRef>
          <a:fontRef idx="minor">
            <a:schemeClr val="lt1"/>
          </a:fontRef>
        </p:style>
        <p:txBody>
          <a:bodyPr rtlCol="0" anchor="ctr"/>
          <a:lstStyle/>
          <a:p>
            <a:pPr algn="r"/>
            <a:r>
              <a:rPr lang="zh-CN" altLang="en-US" b="1" dirty="0"/>
              <a:t>发送一个数据分组</a:t>
            </a:r>
          </a:p>
        </p:txBody>
      </p:sp>
      <p:sp>
        <p:nvSpPr>
          <p:cNvPr id="95" name="文本框 94">
            <a:extLst>
              <a:ext uri="{FF2B5EF4-FFF2-40B4-BE49-F238E27FC236}">
                <a16:creationId xmlns:a16="http://schemas.microsoft.com/office/drawing/2014/main" id="{CCE359CE-6387-469B-B096-2A91997442BE}"/>
              </a:ext>
            </a:extLst>
          </p:cNvPr>
          <p:cNvSpPr txBox="1"/>
          <p:nvPr/>
        </p:nvSpPr>
        <p:spPr>
          <a:xfrm>
            <a:off x="4701613" y="5960812"/>
            <a:ext cx="2788773" cy="369332"/>
          </a:xfrm>
          <a:prstGeom prst="rect">
            <a:avLst/>
          </a:prstGeom>
          <a:noFill/>
        </p:spPr>
        <p:txBody>
          <a:bodyPr wrap="square" rtlCol="0">
            <a:spAutoFit/>
          </a:bodyPr>
          <a:lstStyle/>
          <a:p>
            <a:pPr algn="ctr"/>
            <a:r>
              <a:rPr lang="zh-CN" altLang="en-US" b="1" dirty="0">
                <a:latin typeface="+mn-ea"/>
              </a:rPr>
              <a:t>确认、否认和重传</a:t>
            </a:r>
          </a:p>
        </p:txBody>
      </p:sp>
    </p:spTree>
    <p:custDataLst>
      <p:tags r:id="rId1"/>
    </p:custDataLst>
    <p:extLst>
      <p:ext uri="{BB962C8B-B14F-4D97-AF65-F5344CB8AC3E}">
        <p14:creationId xmlns:p14="http://schemas.microsoft.com/office/powerpoint/2010/main" val="1998845689"/>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2" presetClass="entr" presetSubtype="1" fill="hold" nodeType="withEffect">
                                  <p:stCondLst>
                                    <p:cond delay="0"/>
                                  </p:stCondLst>
                                  <p:childTnLst>
                                    <p:set>
                                      <p:cBhvr>
                                        <p:cTn id="6" dur="1" fill="hold">
                                          <p:stCondLst>
                                            <p:cond delay="0"/>
                                          </p:stCondLst>
                                        </p:cTn>
                                        <p:tgtEl>
                                          <p:spTgt spid="4"/>
                                        </p:tgtEl>
                                        <p:attrNameLst>
                                          <p:attrName>style.visibility</p:attrName>
                                        </p:attrNameLst>
                                      </p:cBhvr>
                                      <p:to>
                                        <p:strVal val="visible"/>
                                      </p:to>
                                    </p:set>
                                    <p:anim calcmode="lin" valueType="num">
                                      <p:cBhvr additive="base">
                                        <p:cTn id="7" dur="1000"/>
                                        <p:tgtEl>
                                          <p:spTgt spid="4"/>
                                        </p:tgtEl>
                                        <p:attrNameLst>
                                          <p:attrName>ppt_y</p:attrName>
                                        </p:attrNameLst>
                                      </p:cBhvr>
                                      <p:tavLst>
                                        <p:tav tm="0">
                                          <p:val>
                                            <p:strVal val="#ppt_y-#ppt_h*1.125000"/>
                                          </p:val>
                                        </p:tav>
                                        <p:tav tm="100000">
                                          <p:val>
                                            <p:strVal val="#ppt_y"/>
                                          </p:val>
                                        </p:tav>
                                      </p:tavLst>
                                    </p:anim>
                                    <p:animEffect transition="in" filter="wipe(down)">
                                      <p:cBhvr>
                                        <p:cTn id="8" dur="1000"/>
                                        <p:tgtEl>
                                          <p:spTgt spid="4"/>
                                        </p:tgtEl>
                                      </p:cBhvr>
                                    </p:animEffect>
                                  </p:childTnLst>
                                </p:cTn>
                              </p:par>
                            </p:childTnLst>
                          </p:cTn>
                        </p:par>
                      </p:childTnLst>
                    </p:cTn>
                  </p:par>
                  <p:par>
                    <p:cTn id="9" fill="hold">
                      <p:stCondLst>
                        <p:cond delay="indefinite"/>
                      </p:stCondLst>
                      <p:childTnLst>
                        <p:par>
                          <p:cTn id="10" fill="hold">
                            <p:stCondLst>
                              <p:cond delay="0"/>
                            </p:stCondLst>
                            <p:childTnLst>
                              <p:par>
                                <p:cTn id="11" presetID="30" presetClass="entr" presetSubtype="0" fill="hold" nodeType="clickEffect">
                                  <p:stCondLst>
                                    <p:cond delay="0"/>
                                  </p:stCondLst>
                                  <p:childTnLst>
                                    <p:set>
                                      <p:cBhvr>
                                        <p:cTn id="12" dur="1" fill="hold">
                                          <p:stCondLst>
                                            <p:cond delay="0"/>
                                          </p:stCondLst>
                                        </p:cTn>
                                        <p:tgtEl>
                                          <p:spTgt spid="30"/>
                                        </p:tgtEl>
                                        <p:attrNameLst>
                                          <p:attrName>style.visibility</p:attrName>
                                        </p:attrNameLst>
                                      </p:cBhvr>
                                      <p:to>
                                        <p:strVal val="visible"/>
                                      </p:to>
                                    </p:set>
                                    <p:animEffect transition="in" filter="fade">
                                      <p:cBhvr>
                                        <p:cTn id="13" dur="800" decel="100000"/>
                                        <p:tgtEl>
                                          <p:spTgt spid="30"/>
                                        </p:tgtEl>
                                      </p:cBhvr>
                                    </p:animEffect>
                                    <p:anim calcmode="lin" valueType="num">
                                      <p:cBhvr>
                                        <p:cTn id="14" dur="800" decel="100000" fill="hold"/>
                                        <p:tgtEl>
                                          <p:spTgt spid="30"/>
                                        </p:tgtEl>
                                        <p:attrNameLst>
                                          <p:attrName>style.rotation</p:attrName>
                                        </p:attrNameLst>
                                      </p:cBhvr>
                                      <p:tavLst>
                                        <p:tav tm="0">
                                          <p:val>
                                            <p:fltVal val="-90"/>
                                          </p:val>
                                        </p:tav>
                                        <p:tav tm="100000">
                                          <p:val>
                                            <p:fltVal val="0"/>
                                          </p:val>
                                        </p:tav>
                                      </p:tavLst>
                                    </p:anim>
                                    <p:anim calcmode="lin" valueType="num">
                                      <p:cBhvr>
                                        <p:cTn id="15" dur="800" decel="100000" fill="hold"/>
                                        <p:tgtEl>
                                          <p:spTgt spid="30"/>
                                        </p:tgtEl>
                                        <p:attrNameLst>
                                          <p:attrName>ppt_x</p:attrName>
                                        </p:attrNameLst>
                                      </p:cBhvr>
                                      <p:tavLst>
                                        <p:tav tm="0">
                                          <p:val>
                                            <p:strVal val="#ppt_x+0.4"/>
                                          </p:val>
                                        </p:tav>
                                        <p:tav tm="100000">
                                          <p:val>
                                            <p:strVal val="#ppt_x-0.05"/>
                                          </p:val>
                                        </p:tav>
                                      </p:tavLst>
                                    </p:anim>
                                    <p:anim calcmode="lin" valueType="num">
                                      <p:cBhvr>
                                        <p:cTn id="16" dur="800" decel="100000" fill="hold"/>
                                        <p:tgtEl>
                                          <p:spTgt spid="30"/>
                                        </p:tgtEl>
                                        <p:attrNameLst>
                                          <p:attrName>ppt_y</p:attrName>
                                        </p:attrNameLst>
                                      </p:cBhvr>
                                      <p:tavLst>
                                        <p:tav tm="0">
                                          <p:val>
                                            <p:strVal val="#ppt_y-0.4"/>
                                          </p:val>
                                        </p:tav>
                                        <p:tav tm="100000">
                                          <p:val>
                                            <p:strVal val="#ppt_y+0.1"/>
                                          </p:val>
                                        </p:tav>
                                      </p:tavLst>
                                    </p:anim>
                                    <p:anim calcmode="lin" valueType="num">
                                      <p:cBhvr>
                                        <p:cTn id="17" dur="200" accel="100000" fill="hold">
                                          <p:stCondLst>
                                            <p:cond delay="800"/>
                                          </p:stCondLst>
                                        </p:cTn>
                                        <p:tgtEl>
                                          <p:spTgt spid="30"/>
                                        </p:tgtEl>
                                        <p:attrNameLst>
                                          <p:attrName>ppt_x</p:attrName>
                                        </p:attrNameLst>
                                      </p:cBhvr>
                                      <p:tavLst>
                                        <p:tav tm="0">
                                          <p:val>
                                            <p:strVal val="#ppt_x-0.05"/>
                                          </p:val>
                                        </p:tav>
                                        <p:tav tm="100000">
                                          <p:val>
                                            <p:strVal val="#ppt_x"/>
                                          </p:val>
                                        </p:tav>
                                      </p:tavLst>
                                    </p:anim>
                                    <p:anim calcmode="lin" valueType="num">
                                      <p:cBhvr>
                                        <p:cTn id="18" dur="200" accel="100000" fill="hold">
                                          <p:stCondLst>
                                            <p:cond delay="800"/>
                                          </p:stCondLst>
                                        </p:cTn>
                                        <p:tgtEl>
                                          <p:spTgt spid="30"/>
                                        </p:tgtEl>
                                        <p:attrNameLst>
                                          <p:attrName>ppt_y</p:attrName>
                                        </p:attrNameLst>
                                      </p:cBhvr>
                                      <p:tavLst>
                                        <p:tav tm="0">
                                          <p:val>
                                            <p:strVal val="#ppt_y+0.1"/>
                                          </p:val>
                                        </p:tav>
                                        <p:tav tm="100000">
                                          <p:val>
                                            <p:strVal val="#ppt_y"/>
                                          </p:val>
                                        </p:tav>
                                      </p:tavLst>
                                    </p:anim>
                                  </p:childTnLst>
                                </p:cTn>
                              </p:par>
                            </p:childTnLst>
                          </p:cTn>
                        </p:par>
                      </p:childTnLst>
                    </p:cTn>
                  </p:par>
                  <p:par>
                    <p:cTn id="19" fill="hold">
                      <p:stCondLst>
                        <p:cond delay="indefinite"/>
                      </p:stCondLst>
                      <p:childTnLst>
                        <p:par>
                          <p:cTn id="20" fill="hold">
                            <p:stCondLst>
                              <p:cond delay="0"/>
                            </p:stCondLst>
                            <p:childTnLst>
                              <p:par>
                                <p:cTn id="21" presetID="22" presetClass="entr" presetSubtype="1" fill="hold" nodeType="clickEffect">
                                  <p:stCondLst>
                                    <p:cond delay="0"/>
                                  </p:stCondLst>
                                  <p:childTnLst>
                                    <p:set>
                                      <p:cBhvr>
                                        <p:cTn id="22" dur="1" fill="hold">
                                          <p:stCondLst>
                                            <p:cond delay="0"/>
                                          </p:stCondLst>
                                        </p:cTn>
                                        <p:tgtEl>
                                          <p:spTgt spid="44"/>
                                        </p:tgtEl>
                                        <p:attrNameLst>
                                          <p:attrName>style.visibility</p:attrName>
                                        </p:attrNameLst>
                                      </p:cBhvr>
                                      <p:to>
                                        <p:strVal val="visible"/>
                                      </p:to>
                                    </p:set>
                                    <p:animEffect transition="in" filter="wipe(up)">
                                      <p:cBhvr>
                                        <p:cTn id="23" dur="500"/>
                                        <p:tgtEl>
                                          <p:spTgt spid="44"/>
                                        </p:tgtEl>
                                      </p:cBhvr>
                                    </p:animEffect>
                                  </p:childTnLst>
                                </p:cTn>
                              </p:par>
                            </p:childTnLst>
                          </p:cTn>
                        </p:par>
                      </p:childTnLst>
                    </p:cTn>
                  </p:par>
                  <p:par>
                    <p:cTn id="24" fill="hold">
                      <p:stCondLst>
                        <p:cond delay="indefinite"/>
                      </p:stCondLst>
                      <p:childTnLst>
                        <p:par>
                          <p:cTn id="25" fill="hold">
                            <p:stCondLst>
                              <p:cond delay="0"/>
                            </p:stCondLst>
                            <p:childTnLst>
                              <p:par>
                                <p:cTn id="26" presetID="2" presetClass="entr" presetSubtype="8" fill="hold" grpId="0" nodeType="clickEffect">
                                  <p:stCondLst>
                                    <p:cond delay="0"/>
                                  </p:stCondLst>
                                  <p:childTnLst>
                                    <p:set>
                                      <p:cBhvr>
                                        <p:cTn id="27" dur="1" fill="hold">
                                          <p:stCondLst>
                                            <p:cond delay="0"/>
                                          </p:stCondLst>
                                        </p:cTn>
                                        <p:tgtEl>
                                          <p:spTgt spid="94"/>
                                        </p:tgtEl>
                                        <p:attrNameLst>
                                          <p:attrName>style.visibility</p:attrName>
                                        </p:attrNameLst>
                                      </p:cBhvr>
                                      <p:to>
                                        <p:strVal val="visible"/>
                                      </p:to>
                                    </p:set>
                                    <p:anim calcmode="lin" valueType="num">
                                      <p:cBhvr additive="base">
                                        <p:cTn id="28" dur="500" fill="hold"/>
                                        <p:tgtEl>
                                          <p:spTgt spid="94"/>
                                        </p:tgtEl>
                                        <p:attrNameLst>
                                          <p:attrName>ppt_x</p:attrName>
                                        </p:attrNameLst>
                                      </p:cBhvr>
                                      <p:tavLst>
                                        <p:tav tm="0">
                                          <p:val>
                                            <p:strVal val="0-#ppt_w/2"/>
                                          </p:val>
                                        </p:tav>
                                        <p:tav tm="100000">
                                          <p:val>
                                            <p:strVal val="#ppt_x"/>
                                          </p:val>
                                        </p:tav>
                                      </p:tavLst>
                                    </p:anim>
                                    <p:anim calcmode="lin" valueType="num">
                                      <p:cBhvr additive="base">
                                        <p:cTn id="29" dur="500" fill="hold"/>
                                        <p:tgtEl>
                                          <p:spTgt spid="94"/>
                                        </p:tgtEl>
                                        <p:attrNameLst>
                                          <p:attrName>ppt_y</p:attrName>
                                        </p:attrNameLst>
                                      </p:cBhvr>
                                      <p:tavLst>
                                        <p:tav tm="0">
                                          <p:val>
                                            <p:strVal val="#ppt_y"/>
                                          </p:val>
                                        </p:tav>
                                        <p:tav tm="100000">
                                          <p:val>
                                            <p:strVal val="#ppt_y"/>
                                          </p:val>
                                        </p:tav>
                                      </p:tavLst>
                                    </p:anim>
                                  </p:childTnLst>
                                </p:cTn>
                              </p:par>
                            </p:childTnLst>
                          </p:cTn>
                        </p:par>
                        <p:par>
                          <p:cTn id="30" fill="hold">
                            <p:stCondLst>
                              <p:cond delay="500"/>
                            </p:stCondLst>
                            <p:childTnLst>
                              <p:par>
                                <p:cTn id="31" presetID="22" presetClass="entr" presetSubtype="8" fill="hold" nodeType="afterEffect">
                                  <p:stCondLst>
                                    <p:cond delay="0"/>
                                  </p:stCondLst>
                                  <p:childTnLst>
                                    <p:set>
                                      <p:cBhvr>
                                        <p:cTn id="32" dur="1" fill="hold">
                                          <p:stCondLst>
                                            <p:cond delay="0"/>
                                          </p:stCondLst>
                                        </p:cTn>
                                        <p:tgtEl>
                                          <p:spTgt spid="77"/>
                                        </p:tgtEl>
                                        <p:attrNameLst>
                                          <p:attrName>style.visibility</p:attrName>
                                        </p:attrNameLst>
                                      </p:cBhvr>
                                      <p:to>
                                        <p:strVal val="visible"/>
                                      </p:to>
                                    </p:set>
                                    <p:animEffect transition="in" filter="wipe(left)">
                                      <p:cBhvr>
                                        <p:cTn id="33" dur="1000"/>
                                        <p:tgtEl>
                                          <p:spTgt spid="77"/>
                                        </p:tgtEl>
                                      </p:cBhvr>
                                    </p:animEffect>
                                  </p:childTnLst>
                                </p:cTn>
                              </p:par>
                            </p:childTnLst>
                          </p:cTn>
                        </p:par>
                      </p:childTnLst>
                    </p:cTn>
                  </p:par>
                  <p:par>
                    <p:cTn id="34" fill="hold">
                      <p:stCondLst>
                        <p:cond delay="indefinite"/>
                      </p:stCondLst>
                      <p:childTnLst>
                        <p:par>
                          <p:cTn id="35" fill="hold">
                            <p:stCondLst>
                              <p:cond delay="0"/>
                            </p:stCondLst>
                            <p:childTnLst>
                              <p:par>
                                <p:cTn id="36" presetID="2" presetClass="entr" presetSubtype="2" fill="hold" grpId="0" nodeType="clickEffect">
                                  <p:stCondLst>
                                    <p:cond delay="0"/>
                                  </p:stCondLst>
                                  <p:childTnLst>
                                    <p:set>
                                      <p:cBhvr>
                                        <p:cTn id="37" dur="1" fill="hold">
                                          <p:stCondLst>
                                            <p:cond delay="0"/>
                                          </p:stCondLst>
                                        </p:cTn>
                                        <p:tgtEl>
                                          <p:spTgt spid="84"/>
                                        </p:tgtEl>
                                        <p:attrNameLst>
                                          <p:attrName>style.visibility</p:attrName>
                                        </p:attrNameLst>
                                      </p:cBhvr>
                                      <p:to>
                                        <p:strVal val="visible"/>
                                      </p:to>
                                    </p:set>
                                    <p:anim calcmode="lin" valueType="num">
                                      <p:cBhvr additive="base">
                                        <p:cTn id="38" dur="500" fill="hold"/>
                                        <p:tgtEl>
                                          <p:spTgt spid="84"/>
                                        </p:tgtEl>
                                        <p:attrNameLst>
                                          <p:attrName>ppt_x</p:attrName>
                                        </p:attrNameLst>
                                      </p:cBhvr>
                                      <p:tavLst>
                                        <p:tav tm="0">
                                          <p:val>
                                            <p:strVal val="1+#ppt_w/2"/>
                                          </p:val>
                                        </p:tav>
                                        <p:tav tm="100000">
                                          <p:val>
                                            <p:strVal val="#ppt_x"/>
                                          </p:val>
                                        </p:tav>
                                      </p:tavLst>
                                    </p:anim>
                                    <p:anim calcmode="lin" valueType="num">
                                      <p:cBhvr additive="base">
                                        <p:cTn id="39" dur="500" fill="hold"/>
                                        <p:tgtEl>
                                          <p:spTgt spid="84"/>
                                        </p:tgtEl>
                                        <p:attrNameLst>
                                          <p:attrName>ppt_y</p:attrName>
                                        </p:attrNameLst>
                                      </p:cBhvr>
                                      <p:tavLst>
                                        <p:tav tm="0">
                                          <p:val>
                                            <p:strVal val="#ppt_y"/>
                                          </p:val>
                                        </p:tav>
                                        <p:tav tm="100000">
                                          <p:val>
                                            <p:strVal val="#ppt_y"/>
                                          </p:val>
                                        </p:tav>
                                      </p:tavLst>
                                    </p:anim>
                                  </p:childTnLst>
                                </p:cTn>
                              </p:par>
                            </p:childTnLst>
                          </p:cTn>
                        </p:par>
                      </p:childTnLst>
                    </p:cTn>
                  </p:par>
                  <p:par>
                    <p:cTn id="40" fill="hold">
                      <p:stCondLst>
                        <p:cond delay="indefinite"/>
                      </p:stCondLst>
                      <p:childTnLst>
                        <p:par>
                          <p:cTn id="41" fill="hold">
                            <p:stCondLst>
                              <p:cond delay="0"/>
                            </p:stCondLst>
                            <p:childTnLst>
                              <p:par>
                                <p:cTn id="42" presetID="2" presetClass="entr" presetSubtype="2" fill="hold" grpId="0" nodeType="clickEffect">
                                  <p:stCondLst>
                                    <p:cond delay="0"/>
                                  </p:stCondLst>
                                  <p:childTnLst>
                                    <p:set>
                                      <p:cBhvr>
                                        <p:cTn id="43" dur="1" fill="hold">
                                          <p:stCondLst>
                                            <p:cond delay="0"/>
                                          </p:stCondLst>
                                        </p:cTn>
                                        <p:tgtEl>
                                          <p:spTgt spid="91"/>
                                        </p:tgtEl>
                                        <p:attrNameLst>
                                          <p:attrName>style.visibility</p:attrName>
                                        </p:attrNameLst>
                                      </p:cBhvr>
                                      <p:to>
                                        <p:strVal val="visible"/>
                                      </p:to>
                                    </p:set>
                                    <p:anim calcmode="lin" valueType="num">
                                      <p:cBhvr additive="base">
                                        <p:cTn id="44" dur="500" fill="hold"/>
                                        <p:tgtEl>
                                          <p:spTgt spid="91"/>
                                        </p:tgtEl>
                                        <p:attrNameLst>
                                          <p:attrName>ppt_x</p:attrName>
                                        </p:attrNameLst>
                                      </p:cBhvr>
                                      <p:tavLst>
                                        <p:tav tm="0">
                                          <p:val>
                                            <p:strVal val="1+#ppt_w/2"/>
                                          </p:val>
                                        </p:tav>
                                        <p:tav tm="100000">
                                          <p:val>
                                            <p:strVal val="#ppt_x"/>
                                          </p:val>
                                        </p:tav>
                                      </p:tavLst>
                                    </p:anim>
                                    <p:anim calcmode="lin" valueType="num">
                                      <p:cBhvr additive="base">
                                        <p:cTn id="45" dur="500" fill="hold"/>
                                        <p:tgtEl>
                                          <p:spTgt spid="91"/>
                                        </p:tgtEl>
                                        <p:attrNameLst>
                                          <p:attrName>ppt_y</p:attrName>
                                        </p:attrNameLst>
                                      </p:cBhvr>
                                      <p:tavLst>
                                        <p:tav tm="0">
                                          <p:val>
                                            <p:strVal val="#ppt_y"/>
                                          </p:val>
                                        </p:tav>
                                        <p:tav tm="100000">
                                          <p:val>
                                            <p:strVal val="#ppt_y"/>
                                          </p:val>
                                        </p:tav>
                                      </p:tavLst>
                                    </p:anim>
                                  </p:childTnLst>
                                </p:cTn>
                              </p:par>
                            </p:childTnLst>
                          </p:cTn>
                        </p:par>
                        <p:par>
                          <p:cTn id="46" fill="hold">
                            <p:stCondLst>
                              <p:cond delay="500"/>
                            </p:stCondLst>
                            <p:childTnLst>
                              <p:par>
                                <p:cTn id="47" presetID="22" presetClass="entr" presetSubtype="2" fill="hold" nodeType="afterEffect">
                                  <p:stCondLst>
                                    <p:cond delay="0"/>
                                  </p:stCondLst>
                                  <p:childTnLst>
                                    <p:set>
                                      <p:cBhvr>
                                        <p:cTn id="48" dur="1" fill="hold">
                                          <p:stCondLst>
                                            <p:cond delay="0"/>
                                          </p:stCondLst>
                                        </p:cTn>
                                        <p:tgtEl>
                                          <p:spTgt spid="78"/>
                                        </p:tgtEl>
                                        <p:attrNameLst>
                                          <p:attrName>style.visibility</p:attrName>
                                        </p:attrNameLst>
                                      </p:cBhvr>
                                      <p:to>
                                        <p:strVal val="visible"/>
                                      </p:to>
                                    </p:set>
                                    <p:animEffect transition="in" filter="wipe(right)">
                                      <p:cBhvr>
                                        <p:cTn id="49" dur="1000"/>
                                        <p:tgtEl>
                                          <p:spTgt spid="78"/>
                                        </p:tgtEl>
                                      </p:cBhvr>
                                    </p:animEffect>
                                  </p:childTnLst>
                                </p:cTn>
                              </p:par>
                            </p:childTnLst>
                          </p:cTn>
                        </p:par>
                      </p:childTnLst>
                    </p:cTn>
                  </p:par>
                  <p:par>
                    <p:cTn id="50" fill="hold">
                      <p:stCondLst>
                        <p:cond delay="indefinite"/>
                      </p:stCondLst>
                      <p:childTnLst>
                        <p:par>
                          <p:cTn id="51" fill="hold">
                            <p:stCondLst>
                              <p:cond delay="0"/>
                            </p:stCondLst>
                            <p:childTnLst>
                              <p:par>
                                <p:cTn id="52" presetID="2" presetClass="entr" presetSubtype="8" fill="hold" grpId="0" nodeType="clickEffect">
                                  <p:stCondLst>
                                    <p:cond delay="0"/>
                                  </p:stCondLst>
                                  <p:childTnLst>
                                    <p:set>
                                      <p:cBhvr>
                                        <p:cTn id="53" dur="1" fill="hold">
                                          <p:stCondLst>
                                            <p:cond delay="0"/>
                                          </p:stCondLst>
                                        </p:cTn>
                                        <p:tgtEl>
                                          <p:spTgt spid="90"/>
                                        </p:tgtEl>
                                        <p:attrNameLst>
                                          <p:attrName>style.visibility</p:attrName>
                                        </p:attrNameLst>
                                      </p:cBhvr>
                                      <p:to>
                                        <p:strVal val="visible"/>
                                      </p:to>
                                    </p:set>
                                    <p:anim calcmode="lin" valueType="num">
                                      <p:cBhvr additive="base">
                                        <p:cTn id="54" dur="500" fill="hold"/>
                                        <p:tgtEl>
                                          <p:spTgt spid="90"/>
                                        </p:tgtEl>
                                        <p:attrNameLst>
                                          <p:attrName>ppt_x</p:attrName>
                                        </p:attrNameLst>
                                      </p:cBhvr>
                                      <p:tavLst>
                                        <p:tav tm="0">
                                          <p:val>
                                            <p:strVal val="0-#ppt_w/2"/>
                                          </p:val>
                                        </p:tav>
                                        <p:tav tm="100000">
                                          <p:val>
                                            <p:strVal val="#ppt_x"/>
                                          </p:val>
                                        </p:tav>
                                      </p:tavLst>
                                    </p:anim>
                                    <p:anim calcmode="lin" valueType="num">
                                      <p:cBhvr additive="base">
                                        <p:cTn id="55" dur="500" fill="hold"/>
                                        <p:tgtEl>
                                          <p:spTgt spid="90"/>
                                        </p:tgtEl>
                                        <p:attrNameLst>
                                          <p:attrName>ppt_y</p:attrName>
                                        </p:attrNameLst>
                                      </p:cBhvr>
                                      <p:tavLst>
                                        <p:tav tm="0">
                                          <p:val>
                                            <p:strVal val="#ppt_y"/>
                                          </p:val>
                                        </p:tav>
                                        <p:tav tm="100000">
                                          <p:val>
                                            <p:strVal val="#ppt_y"/>
                                          </p:val>
                                        </p:tav>
                                      </p:tavLst>
                                    </p:anim>
                                  </p:childTnLst>
                                </p:cTn>
                              </p:par>
                            </p:childTnLst>
                          </p:cTn>
                        </p:par>
                        <p:par>
                          <p:cTn id="56" fill="hold">
                            <p:stCondLst>
                              <p:cond delay="500"/>
                            </p:stCondLst>
                            <p:childTnLst>
                              <p:par>
                                <p:cTn id="57" presetID="22" presetClass="entr" presetSubtype="8" fill="hold" nodeType="afterEffect">
                                  <p:stCondLst>
                                    <p:cond delay="0"/>
                                  </p:stCondLst>
                                  <p:childTnLst>
                                    <p:set>
                                      <p:cBhvr>
                                        <p:cTn id="58" dur="1" fill="hold">
                                          <p:stCondLst>
                                            <p:cond delay="0"/>
                                          </p:stCondLst>
                                        </p:cTn>
                                        <p:tgtEl>
                                          <p:spTgt spid="80"/>
                                        </p:tgtEl>
                                        <p:attrNameLst>
                                          <p:attrName>style.visibility</p:attrName>
                                        </p:attrNameLst>
                                      </p:cBhvr>
                                      <p:to>
                                        <p:strVal val="visible"/>
                                      </p:to>
                                    </p:set>
                                    <p:animEffect transition="in" filter="wipe(left)">
                                      <p:cBhvr>
                                        <p:cTn id="59" dur="1000"/>
                                        <p:tgtEl>
                                          <p:spTgt spid="80"/>
                                        </p:tgtEl>
                                      </p:cBhvr>
                                    </p:animEffect>
                                  </p:childTnLst>
                                </p:cTn>
                              </p:par>
                            </p:childTnLst>
                          </p:cTn>
                        </p:par>
                      </p:childTnLst>
                    </p:cTn>
                  </p:par>
                  <p:par>
                    <p:cTn id="60" fill="hold">
                      <p:stCondLst>
                        <p:cond delay="indefinite"/>
                      </p:stCondLst>
                      <p:childTnLst>
                        <p:par>
                          <p:cTn id="61" fill="hold">
                            <p:stCondLst>
                              <p:cond delay="0"/>
                            </p:stCondLst>
                            <p:childTnLst>
                              <p:par>
                                <p:cTn id="62" presetID="53" presetClass="entr" presetSubtype="16" fill="hold" grpId="0" nodeType="clickEffect">
                                  <p:stCondLst>
                                    <p:cond delay="0"/>
                                  </p:stCondLst>
                                  <p:childTnLst>
                                    <p:set>
                                      <p:cBhvr>
                                        <p:cTn id="63" dur="1" fill="hold">
                                          <p:stCondLst>
                                            <p:cond delay="0"/>
                                          </p:stCondLst>
                                        </p:cTn>
                                        <p:tgtEl>
                                          <p:spTgt spid="85"/>
                                        </p:tgtEl>
                                        <p:attrNameLst>
                                          <p:attrName>style.visibility</p:attrName>
                                        </p:attrNameLst>
                                      </p:cBhvr>
                                      <p:to>
                                        <p:strVal val="visible"/>
                                      </p:to>
                                    </p:set>
                                    <p:anim calcmode="lin" valueType="num">
                                      <p:cBhvr>
                                        <p:cTn id="64" dur="500" fill="hold"/>
                                        <p:tgtEl>
                                          <p:spTgt spid="85"/>
                                        </p:tgtEl>
                                        <p:attrNameLst>
                                          <p:attrName>ppt_w</p:attrName>
                                        </p:attrNameLst>
                                      </p:cBhvr>
                                      <p:tavLst>
                                        <p:tav tm="0">
                                          <p:val>
                                            <p:fltVal val="0"/>
                                          </p:val>
                                        </p:tav>
                                        <p:tav tm="100000">
                                          <p:val>
                                            <p:strVal val="#ppt_w"/>
                                          </p:val>
                                        </p:tav>
                                      </p:tavLst>
                                    </p:anim>
                                    <p:anim calcmode="lin" valueType="num">
                                      <p:cBhvr>
                                        <p:cTn id="65" dur="500" fill="hold"/>
                                        <p:tgtEl>
                                          <p:spTgt spid="85"/>
                                        </p:tgtEl>
                                        <p:attrNameLst>
                                          <p:attrName>ppt_h</p:attrName>
                                        </p:attrNameLst>
                                      </p:cBhvr>
                                      <p:tavLst>
                                        <p:tav tm="0">
                                          <p:val>
                                            <p:fltVal val="0"/>
                                          </p:val>
                                        </p:tav>
                                        <p:tav tm="100000">
                                          <p:val>
                                            <p:strVal val="#ppt_h"/>
                                          </p:val>
                                        </p:tav>
                                      </p:tavLst>
                                    </p:anim>
                                    <p:animEffect transition="in" filter="fade">
                                      <p:cBhvr>
                                        <p:cTn id="66" dur="500"/>
                                        <p:tgtEl>
                                          <p:spTgt spid="85"/>
                                        </p:tgtEl>
                                      </p:cBhvr>
                                    </p:animEffect>
                                  </p:childTnLst>
                                </p:cTn>
                              </p:par>
                            </p:childTnLst>
                          </p:cTn>
                        </p:par>
                      </p:childTnLst>
                    </p:cTn>
                  </p:par>
                  <p:par>
                    <p:cTn id="67" fill="hold">
                      <p:stCondLst>
                        <p:cond delay="indefinite"/>
                      </p:stCondLst>
                      <p:childTnLst>
                        <p:par>
                          <p:cTn id="68" fill="hold">
                            <p:stCondLst>
                              <p:cond delay="0"/>
                            </p:stCondLst>
                            <p:childTnLst>
                              <p:par>
                                <p:cTn id="69" presetID="2" presetClass="entr" presetSubtype="2" fill="hold" grpId="0" nodeType="clickEffect">
                                  <p:stCondLst>
                                    <p:cond delay="0"/>
                                  </p:stCondLst>
                                  <p:childTnLst>
                                    <p:set>
                                      <p:cBhvr>
                                        <p:cTn id="70" dur="1" fill="hold">
                                          <p:stCondLst>
                                            <p:cond delay="0"/>
                                          </p:stCondLst>
                                        </p:cTn>
                                        <p:tgtEl>
                                          <p:spTgt spid="87"/>
                                        </p:tgtEl>
                                        <p:attrNameLst>
                                          <p:attrName>style.visibility</p:attrName>
                                        </p:attrNameLst>
                                      </p:cBhvr>
                                      <p:to>
                                        <p:strVal val="visible"/>
                                      </p:to>
                                    </p:set>
                                    <p:anim calcmode="lin" valueType="num">
                                      <p:cBhvr additive="base">
                                        <p:cTn id="71" dur="500" fill="hold"/>
                                        <p:tgtEl>
                                          <p:spTgt spid="87"/>
                                        </p:tgtEl>
                                        <p:attrNameLst>
                                          <p:attrName>ppt_x</p:attrName>
                                        </p:attrNameLst>
                                      </p:cBhvr>
                                      <p:tavLst>
                                        <p:tav tm="0">
                                          <p:val>
                                            <p:strVal val="1+#ppt_w/2"/>
                                          </p:val>
                                        </p:tav>
                                        <p:tav tm="100000">
                                          <p:val>
                                            <p:strVal val="#ppt_x"/>
                                          </p:val>
                                        </p:tav>
                                      </p:tavLst>
                                    </p:anim>
                                    <p:anim calcmode="lin" valueType="num">
                                      <p:cBhvr additive="base">
                                        <p:cTn id="72" dur="500" fill="hold"/>
                                        <p:tgtEl>
                                          <p:spTgt spid="87"/>
                                        </p:tgtEl>
                                        <p:attrNameLst>
                                          <p:attrName>ppt_y</p:attrName>
                                        </p:attrNameLst>
                                      </p:cBhvr>
                                      <p:tavLst>
                                        <p:tav tm="0">
                                          <p:val>
                                            <p:strVal val="#ppt_y"/>
                                          </p:val>
                                        </p:tav>
                                        <p:tav tm="100000">
                                          <p:val>
                                            <p:strVal val="#ppt_y"/>
                                          </p:val>
                                        </p:tav>
                                      </p:tavLst>
                                    </p:anim>
                                  </p:childTnLst>
                                </p:cTn>
                              </p:par>
                            </p:childTnLst>
                          </p:cTn>
                        </p:par>
                      </p:childTnLst>
                    </p:cTn>
                  </p:par>
                  <p:par>
                    <p:cTn id="73" fill="hold">
                      <p:stCondLst>
                        <p:cond delay="indefinite"/>
                      </p:stCondLst>
                      <p:childTnLst>
                        <p:par>
                          <p:cTn id="74" fill="hold">
                            <p:stCondLst>
                              <p:cond delay="0"/>
                            </p:stCondLst>
                            <p:childTnLst>
                              <p:par>
                                <p:cTn id="75" presetID="2" presetClass="entr" presetSubtype="2" fill="hold" grpId="0" nodeType="clickEffect">
                                  <p:stCondLst>
                                    <p:cond delay="0"/>
                                  </p:stCondLst>
                                  <p:childTnLst>
                                    <p:set>
                                      <p:cBhvr>
                                        <p:cTn id="76" dur="1" fill="hold">
                                          <p:stCondLst>
                                            <p:cond delay="0"/>
                                          </p:stCondLst>
                                        </p:cTn>
                                        <p:tgtEl>
                                          <p:spTgt spid="92"/>
                                        </p:tgtEl>
                                        <p:attrNameLst>
                                          <p:attrName>style.visibility</p:attrName>
                                        </p:attrNameLst>
                                      </p:cBhvr>
                                      <p:to>
                                        <p:strVal val="visible"/>
                                      </p:to>
                                    </p:set>
                                    <p:anim calcmode="lin" valueType="num">
                                      <p:cBhvr additive="base">
                                        <p:cTn id="77" dur="500" fill="hold"/>
                                        <p:tgtEl>
                                          <p:spTgt spid="92"/>
                                        </p:tgtEl>
                                        <p:attrNameLst>
                                          <p:attrName>ppt_x</p:attrName>
                                        </p:attrNameLst>
                                      </p:cBhvr>
                                      <p:tavLst>
                                        <p:tav tm="0">
                                          <p:val>
                                            <p:strVal val="1+#ppt_w/2"/>
                                          </p:val>
                                        </p:tav>
                                        <p:tav tm="100000">
                                          <p:val>
                                            <p:strVal val="#ppt_x"/>
                                          </p:val>
                                        </p:tav>
                                      </p:tavLst>
                                    </p:anim>
                                    <p:anim calcmode="lin" valueType="num">
                                      <p:cBhvr additive="base">
                                        <p:cTn id="78" dur="500" fill="hold"/>
                                        <p:tgtEl>
                                          <p:spTgt spid="92"/>
                                        </p:tgtEl>
                                        <p:attrNameLst>
                                          <p:attrName>ppt_y</p:attrName>
                                        </p:attrNameLst>
                                      </p:cBhvr>
                                      <p:tavLst>
                                        <p:tav tm="0">
                                          <p:val>
                                            <p:strVal val="#ppt_y"/>
                                          </p:val>
                                        </p:tav>
                                        <p:tav tm="100000">
                                          <p:val>
                                            <p:strVal val="#ppt_y"/>
                                          </p:val>
                                        </p:tav>
                                      </p:tavLst>
                                    </p:anim>
                                  </p:childTnLst>
                                </p:cTn>
                              </p:par>
                            </p:childTnLst>
                          </p:cTn>
                        </p:par>
                        <p:par>
                          <p:cTn id="79" fill="hold">
                            <p:stCondLst>
                              <p:cond delay="500"/>
                            </p:stCondLst>
                            <p:childTnLst>
                              <p:par>
                                <p:cTn id="80" presetID="22" presetClass="entr" presetSubtype="2" fill="hold" nodeType="afterEffect">
                                  <p:stCondLst>
                                    <p:cond delay="0"/>
                                  </p:stCondLst>
                                  <p:childTnLst>
                                    <p:set>
                                      <p:cBhvr>
                                        <p:cTn id="81" dur="1" fill="hold">
                                          <p:stCondLst>
                                            <p:cond delay="0"/>
                                          </p:stCondLst>
                                        </p:cTn>
                                        <p:tgtEl>
                                          <p:spTgt spid="81"/>
                                        </p:tgtEl>
                                        <p:attrNameLst>
                                          <p:attrName>style.visibility</p:attrName>
                                        </p:attrNameLst>
                                      </p:cBhvr>
                                      <p:to>
                                        <p:strVal val="visible"/>
                                      </p:to>
                                    </p:set>
                                    <p:animEffect transition="in" filter="wipe(right)">
                                      <p:cBhvr>
                                        <p:cTn id="82" dur="1000"/>
                                        <p:tgtEl>
                                          <p:spTgt spid="81"/>
                                        </p:tgtEl>
                                      </p:cBhvr>
                                    </p:animEffect>
                                  </p:childTnLst>
                                </p:cTn>
                              </p:par>
                            </p:childTnLst>
                          </p:cTn>
                        </p:par>
                      </p:childTnLst>
                    </p:cTn>
                  </p:par>
                  <p:par>
                    <p:cTn id="83" fill="hold">
                      <p:stCondLst>
                        <p:cond delay="indefinite"/>
                      </p:stCondLst>
                      <p:childTnLst>
                        <p:par>
                          <p:cTn id="84" fill="hold">
                            <p:stCondLst>
                              <p:cond delay="0"/>
                            </p:stCondLst>
                            <p:childTnLst>
                              <p:par>
                                <p:cTn id="85" presetID="2" presetClass="entr" presetSubtype="8" fill="hold" grpId="0" nodeType="clickEffect">
                                  <p:stCondLst>
                                    <p:cond delay="0"/>
                                  </p:stCondLst>
                                  <p:childTnLst>
                                    <p:set>
                                      <p:cBhvr>
                                        <p:cTn id="86" dur="1" fill="hold">
                                          <p:stCondLst>
                                            <p:cond delay="0"/>
                                          </p:stCondLst>
                                        </p:cTn>
                                        <p:tgtEl>
                                          <p:spTgt spid="88"/>
                                        </p:tgtEl>
                                        <p:attrNameLst>
                                          <p:attrName>style.visibility</p:attrName>
                                        </p:attrNameLst>
                                      </p:cBhvr>
                                      <p:to>
                                        <p:strVal val="visible"/>
                                      </p:to>
                                    </p:set>
                                    <p:anim calcmode="lin" valueType="num">
                                      <p:cBhvr additive="base">
                                        <p:cTn id="87" dur="500" fill="hold"/>
                                        <p:tgtEl>
                                          <p:spTgt spid="88"/>
                                        </p:tgtEl>
                                        <p:attrNameLst>
                                          <p:attrName>ppt_x</p:attrName>
                                        </p:attrNameLst>
                                      </p:cBhvr>
                                      <p:tavLst>
                                        <p:tav tm="0">
                                          <p:val>
                                            <p:strVal val="0-#ppt_w/2"/>
                                          </p:val>
                                        </p:tav>
                                        <p:tav tm="100000">
                                          <p:val>
                                            <p:strVal val="#ppt_x"/>
                                          </p:val>
                                        </p:tav>
                                      </p:tavLst>
                                    </p:anim>
                                    <p:anim calcmode="lin" valueType="num">
                                      <p:cBhvr additive="base">
                                        <p:cTn id="88" dur="500" fill="hold"/>
                                        <p:tgtEl>
                                          <p:spTgt spid="88"/>
                                        </p:tgtEl>
                                        <p:attrNameLst>
                                          <p:attrName>ppt_y</p:attrName>
                                        </p:attrNameLst>
                                      </p:cBhvr>
                                      <p:tavLst>
                                        <p:tav tm="0">
                                          <p:val>
                                            <p:strVal val="#ppt_y"/>
                                          </p:val>
                                        </p:tav>
                                        <p:tav tm="100000">
                                          <p:val>
                                            <p:strVal val="#ppt_y"/>
                                          </p:val>
                                        </p:tav>
                                      </p:tavLst>
                                    </p:anim>
                                  </p:childTnLst>
                                </p:cTn>
                              </p:par>
                            </p:childTnLst>
                          </p:cTn>
                        </p:par>
                        <p:par>
                          <p:cTn id="89" fill="hold">
                            <p:stCondLst>
                              <p:cond delay="500"/>
                            </p:stCondLst>
                            <p:childTnLst>
                              <p:par>
                                <p:cTn id="90" presetID="22" presetClass="entr" presetSubtype="8" fill="hold" nodeType="afterEffect">
                                  <p:stCondLst>
                                    <p:cond delay="0"/>
                                  </p:stCondLst>
                                  <p:childTnLst>
                                    <p:set>
                                      <p:cBhvr>
                                        <p:cTn id="91" dur="1" fill="hold">
                                          <p:stCondLst>
                                            <p:cond delay="0"/>
                                          </p:stCondLst>
                                        </p:cTn>
                                        <p:tgtEl>
                                          <p:spTgt spid="82"/>
                                        </p:tgtEl>
                                        <p:attrNameLst>
                                          <p:attrName>style.visibility</p:attrName>
                                        </p:attrNameLst>
                                      </p:cBhvr>
                                      <p:to>
                                        <p:strVal val="visible"/>
                                      </p:to>
                                    </p:set>
                                    <p:animEffect transition="in" filter="wipe(left)">
                                      <p:cBhvr>
                                        <p:cTn id="92" dur="1000"/>
                                        <p:tgtEl>
                                          <p:spTgt spid="82"/>
                                        </p:tgtEl>
                                      </p:cBhvr>
                                    </p:animEffect>
                                  </p:childTnLst>
                                </p:cTn>
                              </p:par>
                            </p:childTnLst>
                          </p:cTn>
                        </p:par>
                      </p:childTnLst>
                    </p:cTn>
                  </p:par>
                  <p:par>
                    <p:cTn id="93" fill="hold">
                      <p:stCondLst>
                        <p:cond delay="indefinite"/>
                      </p:stCondLst>
                      <p:childTnLst>
                        <p:par>
                          <p:cTn id="94" fill="hold">
                            <p:stCondLst>
                              <p:cond delay="0"/>
                            </p:stCondLst>
                            <p:childTnLst>
                              <p:par>
                                <p:cTn id="95" presetID="2" presetClass="entr" presetSubtype="2" fill="hold" grpId="0" nodeType="clickEffect">
                                  <p:stCondLst>
                                    <p:cond delay="0"/>
                                  </p:stCondLst>
                                  <p:childTnLst>
                                    <p:set>
                                      <p:cBhvr>
                                        <p:cTn id="96" dur="1" fill="hold">
                                          <p:stCondLst>
                                            <p:cond delay="0"/>
                                          </p:stCondLst>
                                        </p:cTn>
                                        <p:tgtEl>
                                          <p:spTgt spid="89"/>
                                        </p:tgtEl>
                                        <p:attrNameLst>
                                          <p:attrName>style.visibility</p:attrName>
                                        </p:attrNameLst>
                                      </p:cBhvr>
                                      <p:to>
                                        <p:strVal val="visible"/>
                                      </p:to>
                                    </p:set>
                                    <p:anim calcmode="lin" valueType="num">
                                      <p:cBhvr additive="base">
                                        <p:cTn id="97" dur="500" fill="hold"/>
                                        <p:tgtEl>
                                          <p:spTgt spid="89"/>
                                        </p:tgtEl>
                                        <p:attrNameLst>
                                          <p:attrName>ppt_x</p:attrName>
                                        </p:attrNameLst>
                                      </p:cBhvr>
                                      <p:tavLst>
                                        <p:tav tm="0">
                                          <p:val>
                                            <p:strVal val="1+#ppt_w/2"/>
                                          </p:val>
                                        </p:tav>
                                        <p:tav tm="100000">
                                          <p:val>
                                            <p:strVal val="#ppt_x"/>
                                          </p:val>
                                        </p:tav>
                                      </p:tavLst>
                                    </p:anim>
                                    <p:anim calcmode="lin" valueType="num">
                                      <p:cBhvr additive="base">
                                        <p:cTn id="98" dur="500" fill="hold"/>
                                        <p:tgtEl>
                                          <p:spTgt spid="89"/>
                                        </p:tgtEl>
                                        <p:attrNameLst>
                                          <p:attrName>ppt_y</p:attrName>
                                        </p:attrNameLst>
                                      </p:cBhvr>
                                      <p:tavLst>
                                        <p:tav tm="0">
                                          <p:val>
                                            <p:strVal val="#ppt_y"/>
                                          </p:val>
                                        </p:tav>
                                        <p:tav tm="100000">
                                          <p:val>
                                            <p:strVal val="#ppt_y"/>
                                          </p:val>
                                        </p:tav>
                                      </p:tavLst>
                                    </p:anim>
                                  </p:childTnLst>
                                </p:cTn>
                              </p:par>
                            </p:childTnLst>
                          </p:cTn>
                        </p:par>
                      </p:childTnLst>
                    </p:cTn>
                  </p:par>
                  <p:par>
                    <p:cTn id="99" fill="hold">
                      <p:stCondLst>
                        <p:cond delay="indefinite"/>
                      </p:stCondLst>
                      <p:childTnLst>
                        <p:par>
                          <p:cTn id="100" fill="hold">
                            <p:stCondLst>
                              <p:cond delay="0"/>
                            </p:stCondLst>
                            <p:childTnLst>
                              <p:par>
                                <p:cTn id="101" presetID="2" presetClass="entr" presetSubtype="2" fill="hold" grpId="0" nodeType="clickEffect">
                                  <p:stCondLst>
                                    <p:cond delay="0"/>
                                  </p:stCondLst>
                                  <p:childTnLst>
                                    <p:set>
                                      <p:cBhvr>
                                        <p:cTn id="102" dur="1" fill="hold">
                                          <p:stCondLst>
                                            <p:cond delay="0"/>
                                          </p:stCondLst>
                                        </p:cTn>
                                        <p:tgtEl>
                                          <p:spTgt spid="93"/>
                                        </p:tgtEl>
                                        <p:attrNameLst>
                                          <p:attrName>style.visibility</p:attrName>
                                        </p:attrNameLst>
                                      </p:cBhvr>
                                      <p:to>
                                        <p:strVal val="visible"/>
                                      </p:to>
                                    </p:set>
                                    <p:anim calcmode="lin" valueType="num">
                                      <p:cBhvr additive="base">
                                        <p:cTn id="103" dur="500" fill="hold"/>
                                        <p:tgtEl>
                                          <p:spTgt spid="93"/>
                                        </p:tgtEl>
                                        <p:attrNameLst>
                                          <p:attrName>ppt_x</p:attrName>
                                        </p:attrNameLst>
                                      </p:cBhvr>
                                      <p:tavLst>
                                        <p:tav tm="0">
                                          <p:val>
                                            <p:strVal val="1+#ppt_w/2"/>
                                          </p:val>
                                        </p:tav>
                                        <p:tav tm="100000">
                                          <p:val>
                                            <p:strVal val="#ppt_x"/>
                                          </p:val>
                                        </p:tav>
                                      </p:tavLst>
                                    </p:anim>
                                    <p:anim calcmode="lin" valueType="num">
                                      <p:cBhvr additive="base">
                                        <p:cTn id="104" dur="500" fill="hold"/>
                                        <p:tgtEl>
                                          <p:spTgt spid="93"/>
                                        </p:tgtEl>
                                        <p:attrNameLst>
                                          <p:attrName>ppt_y</p:attrName>
                                        </p:attrNameLst>
                                      </p:cBhvr>
                                      <p:tavLst>
                                        <p:tav tm="0">
                                          <p:val>
                                            <p:strVal val="#ppt_y"/>
                                          </p:val>
                                        </p:tav>
                                        <p:tav tm="100000">
                                          <p:val>
                                            <p:strVal val="#ppt_y"/>
                                          </p:val>
                                        </p:tav>
                                      </p:tavLst>
                                    </p:anim>
                                  </p:childTnLst>
                                </p:cTn>
                              </p:par>
                            </p:childTnLst>
                          </p:cTn>
                        </p:par>
                        <p:par>
                          <p:cTn id="105" fill="hold">
                            <p:stCondLst>
                              <p:cond delay="500"/>
                            </p:stCondLst>
                            <p:childTnLst>
                              <p:par>
                                <p:cTn id="106" presetID="22" presetClass="entr" presetSubtype="2" fill="hold" nodeType="afterEffect">
                                  <p:stCondLst>
                                    <p:cond delay="0"/>
                                  </p:stCondLst>
                                  <p:childTnLst>
                                    <p:set>
                                      <p:cBhvr>
                                        <p:cTn id="107" dur="1" fill="hold">
                                          <p:stCondLst>
                                            <p:cond delay="0"/>
                                          </p:stCondLst>
                                        </p:cTn>
                                        <p:tgtEl>
                                          <p:spTgt spid="83"/>
                                        </p:tgtEl>
                                        <p:attrNameLst>
                                          <p:attrName>style.visibility</p:attrName>
                                        </p:attrNameLst>
                                      </p:cBhvr>
                                      <p:to>
                                        <p:strVal val="visible"/>
                                      </p:to>
                                    </p:set>
                                    <p:animEffect transition="in" filter="wipe(right)">
                                      <p:cBhvr>
                                        <p:cTn id="108" dur="1000"/>
                                        <p:tgtEl>
                                          <p:spTgt spid="83"/>
                                        </p:tgtEl>
                                      </p:cBhvr>
                                    </p:animEffect>
                                  </p:childTnLst>
                                </p:cTn>
                              </p:par>
                            </p:childTnLst>
                          </p:cTn>
                        </p:par>
                      </p:childTnLst>
                    </p:cTn>
                  </p:par>
                  <p:par>
                    <p:cTn id="109" fill="hold">
                      <p:stCondLst>
                        <p:cond delay="indefinite"/>
                      </p:stCondLst>
                      <p:childTnLst>
                        <p:par>
                          <p:cTn id="110" fill="hold">
                            <p:stCondLst>
                              <p:cond delay="0"/>
                            </p:stCondLst>
                            <p:childTnLst>
                              <p:par>
                                <p:cTn id="111" presetID="47" presetClass="entr" presetSubtype="0" fill="hold" grpId="0" nodeType="clickEffect">
                                  <p:stCondLst>
                                    <p:cond delay="0"/>
                                  </p:stCondLst>
                                  <p:childTnLst>
                                    <p:set>
                                      <p:cBhvr>
                                        <p:cTn id="112" dur="1" fill="hold">
                                          <p:stCondLst>
                                            <p:cond delay="0"/>
                                          </p:stCondLst>
                                        </p:cTn>
                                        <p:tgtEl>
                                          <p:spTgt spid="95"/>
                                        </p:tgtEl>
                                        <p:attrNameLst>
                                          <p:attrName>style.visibility</p:attrName>
                                        </p:attrNameLst>
                                      </p:cBhvr>
                                      <p:to>
                                        <p:strVal val="visible"/>
                                      </p:to>
                                    </p:set>
                                    <p:animEffect transition="in" filter="fade">
                                      <p:cBhvr>
                                        <p:cTn id="113" dur="1000"/>
                                        <p:tgtEl>
                                          <p:spTgt spid="95"/>
                                        </p:tgtEl>
                                      </p:cBhvr>
                                    </p:animEffect>
                                    <p:anim calcmode="lin" valueType="num">
                                      <p:cBhvr>
                                        <p:cTn id="114" dur="1000" fill="hold"/>
                                        <p:tgtEl>
                                          <p:spTgt spid="95"/>
                                        </p:tgtEl>
                                        <p:attrNameLst>
                                          <p:attrName>ppt_x</p:attrName>
                                        </p:attrNameLst>
                                      </p:cBhvr>
                                      <p:tavLst>
                                        <p:tav tm="0">
                                          <p:val>
                                            <p:strVal val="#ppt_x"/>
                                          </p:val>
                                        </p:tav>
                                        <p:tav tm="100000">
                                          <p:val>
                                            <p:strVal val="#ppt_x"/>
                                          </p:val>
                                        </p:tav>
                                      </p:tavLst>
                                    </p:anim>
                                    <p:anim calcmode="lin" valueType="num">
                                      <p:cBhvr>
                                        <p:cTn id="115" dur="1000" fill="hold"/>
                                        <p:tgtEl>
                                          <p:spTgt spid="95"/>
                                        </p:tgtEl>
                                        <p:attrNameLst>
                                          <p:attrName>ppt_y</p:attrName>
                                        </p:attrNameLst>
                                      </p:cBhvr>
                                      <p:tavLst>
                                        <p:tav tm="0">
                                          <p:val>
                                            <p:strVal val="#ppt_y-.1"/>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84" grpId="0" animBg="1"/>
      <p:bldP spid="85" grpId="0" animBg="1"/>
      <p:bldP spid="87" grpId="0" animBg="1"/>
      <p:bldP spid="88" grpId="0" animBg="1"/>
      <p:bldP spid="89" grpId="0" animBg="1"/>
      <p:bldP spid="90" grpId="0" animBg="1"/>
      <p:bldP spid="91" grpId="0" animBg="1"/>
      <p:bldP spid="92" grpId="0" animBg="1"/>
      <p:bldP spid="93" grpId="0" animBg="1"/>
      <p:bldP spid="94" grpId="0" animBg="1"/>
      <p:bldP spid="95" grpId="0"/>
    </p:bldLst>
  </p:timing>
</p:sld>
</file>

<file path=ppt/slides/slide11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44" name="组合 43">
            <a:extLst>
              <a:ext uri="{FF2B5EF4-FFF2-40B4-BE49-F238E27FC236}">
                <a16:creationId xmlns:a16="http://schemas.microsoft.com/office/drawing/2014/main" id="{4E655FF0-9AED-47CE-9C07-0C8C3ECA9984}"/>
              </a:ext>
            </a:extLst>
          </p:cNvPr>
          <p:cNvGrpSpPr/>
          <p:nvPr/>
        </p:nvGrpSpPr>
        <p:grpSpPr>
          <a:xfrm>
            <a:off x="4182910" y="1863472"/>
            <a:ext cx="3873794" cy="4151587"/>
            <a:chOff x="4182910" y="1863472"/>
            <a:chExt cx="3873794" cy="4151587"/>
          </a:xfrm>
        </p:grpSpPr>
        <p:cxnSp>
          <p:nvCxnSpPr>
            <p:cNvPr id="54" name="直接箭头连接符 53">
              <a:extLst>
                <a:ext uri="{FF2B5EF4-FFF2-40B4-BE49-F238E27FC236}">
                  <a16:creationId xmlns:a16="http://schemas.microsoft.com/office/drawing/2014/main" id="{C2F5634E-BA1B-4D66-96B1-B71660808B8B}"/>
                </a:ext>
              </a:extLst>
            </p:cNvPr>
            <p:cNvCxnSpPr>
              <a:cxnSpLocks/>
            </p:cNvCxnSpPr>
            <p:nvPr/>
          </p:nvCxnSpPr>
          <p:spPr>
            <a:xfrm>
              <a:off x="7798891" y="1863472"/>
              <a:ext cx="0" cy="4121692"/>
            </a:xfrm>
            <a:prstGeom prst="straightConnector1">
              <a:avLst/>
            </a:prstGeom>
            <a:ln w="25400">
              <a:solidFill>
                <a:schemeClr val="tx1"/>
              </a:solidFill>
              <a:tailEnd type="triangle"/>
            </a:ln>
          </p:spPr>
          <p:style>
            <a:lnRef idx="1">
              <a:schemeClr val="accent1"/>
            </a:lnRef>
            <a:fillRef idx="0">
              <a:schemeClr val="accent1"/>
            </a:fillRef>
            <a:effectRef idx="0">
              <a:schemeClr val="accent1"/>
            </a:effectRef>
            <a:fontRef idx="minor">
              <a:schemeClr val="tx1"/>
            </a:fontRef>
          </p:style>
        </p:cxnSp>
        <p:cxnSp>
          <p:nvCxnSpPr>
            <p:cNvPr id="14" name="直接箭头连接符 13">
              <a:extLst>
                <a:ext uri="{FF2B5EF4-FFF2-40B4-BE49-F238E27FC236}">
                  <a16:creationId xmlns:a16="http://schemas.microsoft.com/office/drawing/2014/main" id="{5DFA9C35-F25A-4DB3-8C67-0A5DC93590BD}"/>
                </a:ext>
              </a:extLst>
            </p:cNvPr>
            <p:cNvCxnSpPr>
              <a:cxnSpLocks/>
            </p:cNvCxnSpPr>
            <p:nvPr/>
          </p:nvCxnSpPr>
          <p:spPr>
            <a:xfrm>
              <a:off x="4466378" y="1863472"/>
              <a:ext cx="0" cy="4121692"/>
            </a:xfrm>
            <a:prstGeom prst="straightConnector1">
              <a:avLst/>
            </a:prstGeom>
            <a:ln w="25400">
              <a:solidFill>
                <a:schemeClr val="tx1"/>
              </a:solidFill>
              <a:tailEnd type="triangle"/>
            </a:ln>
          </p:spPr>
          <p:style>
            <a:lnRef idx="1">
              <a:schemeClr val="accent1"/>
            </a:lnRef>
            <a:fillRef idx="0">
              <a:schemeClr val="accent1"/>
            </a:fillRef>
            <a:effectRef idx="0">
              <a:schemeClr val="accent1"/>
            </a:effectRef>
            <a:fontRef idx="minor">
              <a:schemeClr val="tx1"/>
            </a:fontRef>
          </p:style>
        </p:cxnSp>
        <p:sp>
          <p:nvSpPr>
            <p:cNvPr id="29" name="文本框 28">
              <a:extLst>
                <a:ext uri="{FF2B5EF4-FFF2-40B4-BE49-F238E27FC236}">
                  <a16:creationId xmlns:a16="http://schemas.microsoft.com/office/drawing/2014/main" id="{4FF3F173-B2A0-456F-A798-5EF84BB1A73F}"/>
                </a:ext>
              </a:extLst>
            </p:cNvPr>
            <p:cNvSpPr txBox="1"/>
            <p:nvPr/>
          </p:nvSpPr>
          <p:spPr>
            <a:xfrm>
              <a:off x="4182910" y="5645727"/>
              <a:ext cx="221673" cy="369332"/>
            </a:xfrm>
            <a:prstGeom prst="rect">
              <a:avLst/>
            </a:prstGeom>
            <a:noFill/>
          </p:spPr>
          <p:txBody>
            <a:bodyPr wrap="square" rtlCol="0">
              <a:spAutoFit/>
            </a:bodyPr>
            <a:lstStyle/>
            <a:p>
              <a:pPr algn="r"/>
              <a:r>
                <a:rPr lang="en-US" altLang="zh-CN" b="1" dirty="0"/>
                <a:t>t</a:t>
              </a:r>
              <a:endParaRPr lang="zh-CN" altLang="en-US" b="1" dirty="0"/>
            </a:p>
          </p:txBody>
        </p:sp>
        <p:sp>
          <p:nvSpPr>
            <p:cNvPr id="34" name="文本框 33">
              <a:extLst>
                <a:ext uri="{FF2B5EF4-FFF2-40B4-BE49-F238E27FC236}">
                  <a16:creationId xmlns:a16="http://schemas.microsoft.com/office/drawing/2014/main" id="{81382C67-92C2-4AA3-8371-612A0950C151}"/>
                </a:ext>
              </a:extLst>
            </p:cNvPr>
            <p:cNvSpPr txBox="1"/>
            <p:nvPr/>
          </p:nvSpPr>
          <p:spPr>
            <a:xfrm>
              <a:off x="7835031" y="5645727"/>
              <a:ext cx="221673" cy="369332"/>
            </a:xfrm>
            <a:prstGeom prst="rect">
              <a:avLst/>
            </a:prstGeom>
            <a:noFill/>
          </p:spPr>
          <p:txBody>
            <a:bodyPr wrap="square" rtlCol="0">
              <a:spAutoFit/>
            </a:bodyPr>
            <a:lstStyle/>
            <a:p>
              <a:r>
                <a:rPr lang="en-US" altLang="zh-CN" b="1" dirty="0"/>
                <a:t>t</a:t>
              </a:r>
              <a:endParaRPr lang="zh-CN" altLang="en-US" b="1" dirty="0"/>
            </a:p>
          </p:txBody>
        </p:sp>
      </p:grpSp>
      <p:grpSp>
        <p:nvGrpSpPr>
          <p:cNvPr id="4" name="组合 3">
            <a:extLst>
              <a:ext uri="{FF2B5EF4-FFF2-40B4-BE49-F238E27FC236}">
                <a16:creationId xmlns:a16="http://schemas.microsoft.com/office/drawing/2014/main" id="{9A1EA9F2-FCB6-48C3-935F-7AE7E3AD14AC}"/>
              </a:ext>
            </a:extLst>
          </p:cNvPr>
          <p:cNvGrpSpPr/>
          <p:nvPr/>
        </p:nvGrpSpPr>
        <p:grpSpPr>
          <a:xfrm>
            <a:off x="304800" y="749300"/>
            <a:ext cx="6192344" cy="400110"/>
            <a:chOff x="424117" y="898245"/>
            <a:chExt cx="6192344" cy="400110"/>
          </a:xfrm>
        </p:grpSpPr>
        <p:sp>
          <p:nvSpPr>
            <p:cNvPr id="2" name="平行四边形 1">
              <a:extLst>
                <a:ext uri="{FF2B5EF4-FFF2-40B4-BE49-F238E27FC236}">
                  <a16:creationId xmlns:a16="http://schemas.microsoft.com/office/drawing/2014/main" id="{1F5BAA3F-9845-4F89-A2DD-8222D3E4EDAC}"/>
                </a:ext>
              </a:extLst>
            </p:cNvPr>
            <p:cNvSpPr/>
            <p:nvPr/>
          </p:nvSpPr>
          <p:spPr>
            <a:xfrm>
              <a:off x="424117" y="898245"/>
              <a:ext cx="628306" cy="387090"/>
            </a:xfrm>
            <a:prstGeom prst="parallelogram">
              <a:avLst/>
            </a:prstGeom>
            <a:solidFill>
              <a:schemeClr val="accent3">
                <a:lumMod val="75000"/>
              </a:schemeClr>
            </a:solidFill>
            <a:ln>
              <a:solidFill>
                <a:schemeClr val="accent3">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CN" sz="2200" dirty="0">
                  <a:latin typeface="Impact" panose="020B0806030902050204" pitchFamily="34" charset="0"/>
                </a:rPr>
                <a:t>01</a:t>
              </a:r>
              <a:endParaRPr lang="zh-CN" altLang="en-US" sz="2200" dirty="0">
                <a:latin typeface="Impact" panose="020B0806030902050204" pitchFamily="34" charset="0"/>
              </a:endParaRPr>
            </a:p>
          </p:txBody>
        </p:sp>
        <p:sp>
          <p:nvSpPr>
            <p:cNvPr id="3" name="文本框 2">
              <a:extLst>
                <a:ext uri="{FF2B5EF4-FFF2-40B4-BE49-F238E27FC236}">
                  <a16:creationId xmlns:a16="http://schemas.microsoft.com/office/drawing/2014/main" id="{4D6BD736-A4D3-4F26-AFED-36E11F50F70B}"/>
                </a:ext>
              </a:extLst>
            </p:cNvPr>
            <p:cNvSpPr txBox="1"/>
            <p:nvPr/>
          </p:nvSpPr>
          <p:spPr>
            <a:xfrm>
              <a:off x="1052423" y="898245"/>
              <a:ext cx="5564038" cy="400110"/>
            </a:xfrm>
            <a:prstGeom prst="rect">
              <a:avLst/>
            </a:prstGeom>
            <a:noFill/>
          </p:spPr>
          <p:txBody>
            <a:bodyPr wrap="square" rtlCol="0">
              <a:spAutoFit/>
            </a:bodyPr>
            <a:lstStyle/>
            <a:p>
              <a:r>
                <a:rPr lang="zh-CN" altLang="en-US" sz="2000" b="1" dirty="0"/>
                <a:t>停止</a:t>
              </a:r>
              <a:r>
                <a:rPr lang="en-US" altLang="zh-CN" sz="2000" b="1" dirty="0"/>
                <a:t>-</a:t>
              </a:r>
              <a:r>
                <a:rPr lang="zh-CN" altLang="en-US" sz="2000" b="1" dirty="0"/>
                <a:t>等待协议的实现原理</a:t>
              </a:r>
            </a:p>
          </p:txBody>
        </p:sp>
      </p:grpSp>
      <p:grpSp>
        <p:nvGrpSpPr>
          <p:cNvPr id="7" name="组合 6">
            <a:extLst>
              <a:ext uri="{FF2B5EF4-FFF2-40B4-BE49-F238E27FC236}">
                <a16:creationId xmlns:a16="http://schemas.microsoft.com/office/drawing/2014/main" id="{5E7BDDC2-8FDB-4028-8058-31C2E55638B8}"/>
              </a:ext>
            </a:extLst>
          </p:cNvPr>
          <p:cNvGrpSpPr/>
          <p:nvPr/>
        </p:nvGrpSpPr>
        <p:grpSpPr>
          <a:xfrm>
            <a:off x="4504661" y="2037063"/>
            <a:ext cx="2379544" cy="424553"/>
            <a:chOff x="4504661" y="2037063"/>
            <a:chExt cx="2379544" cy="424553"/>
          </a:xfrm>
        </p:grpSpPr>
        <p:cxnSp>
          <p:nvCxnSpPr>
            <p:cNvPr id="35" name="直接箭头连接符 34">
              <a:extLst>
                <a:ext uri="{FF2B5EF4-FFF2-40B4-BE49-F238E27FC236}">
                  <a16:creationId xmlns:a16="http://schemas.microsoft.com/office/drawing/2014/main" id="{86E67B9A-DDD7-44FC-95CD-DCBD0C280064}"/>
                </a:ext>
              </a:extLst>
            </p:cNvPr>
            <p:cNvCxnSpPr>
              <a:cxnSpLocks/>
            </p:cNvCxnSpPr>
            <p:nvPr/>
          </p:nvCxnSpPr>
          <p:spPr>
            <a:xfrm>
              <a:off x="4504661" y="2165620"/>
              <a:ext cx="2379544" cy="295996"/>
            </a:xfrm>
            <a:prstGeom prst="straightConnector1">
              <a:avLst/>
            </a:prstGeom>
            <a:ln w="63500" cap="rnd">
              <a:solidFill>
                <a:schemeClr val="accent3"/>
              </a:solidFill>
              <a:round/>
              <a:tailEnd type="triangle" w="med" len="lg"/>
            </a:ln>
          </p:spPr>
          <p:style>
            <a:lnRef idx="1">
              <a:schemeClr val="accent1"/>
            </a:lnRef>
            <a:fillRef idx="0">
              <a:schemeClr val="accent1"/>
            </a:fillRef>
            <a:effectRef idx="0">
              <a:schemeClr val="accent1"/>
            </a:effectRef>
            <a:fontRef idx="minor">
              <a:schemeClr val="tx1"/>
            </a:fontRef>
          </p:style>
        </p:cxnSp>
        <p:sp>
          <p:nvSpPr>
            <p:cNvPr id="36" name="文本框 35">
              <a:extLst>
                <a:ext uri="{FF2B5EF4-FFF2-40B4-BE49-F238E27FC236}">
                  <a16:creationId xmlns:a16="http://schemas.microsoft.com/office/drawing/2014/main" id="{F6F96800-C831-4F1B-B5C3-E6630CC34B4B}"/>
                </a:ext>
              </a:extLst>
            </p:cNvPr>
            <p:cNvSpPr txBox="1"/>
            <p:nvPr/>
          </p:nvSpPr>
          <p:spPr>
            <a:xfrm rot="468067">
              <a:off x="5522912" y="2037063"/>
              <a:ext cx="1107553" cy="369332"/>
            </a:xfrm>
            <a:prstGeom prst="rect">
              <a:avLst/>
            </a:prstGeom>
            <a:noFill/>
          </p:spPr>
          <p:txBody>
            <a:bodyPr wrap="square" rtlCol="0">
              <a:spAutoFit/>
            </a:bodyPr>
            <a:lstStyle/>
            <a:p>
              <a:pPr algn="ctr"/>
              <a:r>
                <a:rPr lang="en-US" altLang="zh-CN" b="1" dirty="0">
                  <a:solidFill>
                    <a:schemeClr val="accent3"/>
                  </a:solidFill>
                  <a:latin typeface="Arial Black" panose="020B0A04020102020204" pitchFamily="34" charset="0"/>
                </a:rPr>
                <a:t>DATA</a:t>
              </a:r>
              <a:endParaRPr lang="zh-CN" altLang="en-US" b="1" dirty="0">
                <a:solidFill>
                  <a:schemeClr val="accent3"/>
                </a:solidFill>
                <a:latin typeface="Arial Black" panose="020B0A04020102020204" pitchFamily="34" charset="0"/>
              </a:endParaRPr>
            </a:p>
          </p:txBody>
        </p:sp>
      </p:grpSp>
      <p:grpSp>
        <p:nvGrpSpPr>
          <p:cNvPr id="30" name="组合 29">
            <a:extLst>
              <a:ext uri="{FF2B5EF4-FFF2-40B4-BE49-F238E27FC236}">
                <a16:creationId xmlns:a16="http://schemas.microsoft.com/office/drawing/2014/main" id="{7F3B4E09-6764-454A-9492-E074DC4B625B}"/>
              </a:ext>
            </a:extLst>
          </p:cNvPr>
          <p:cNvGrpSpPr/>
          <p:nvPr/>
        </p:nvGrpSpPr>
        <p:grpSpPr>
          <a:xfrm>
            <a:off x="3184786" y="1260318"/>
            <a:ext cx="5835614" cy="808297"/>
            <a:chOff x="3094732" y="1606682"/>
            <a:chExt cx="5835614" cy="808297"/>
          </a:xfrm>
        </p:grpSpPr>
        <p:sp>
          <p:nvSpPr>
            <p:cNvPr id="17" name="文本框 16">
              <a:extLst>
                <a:ext uri="{FF2B5EF4-FFF2-40B4-BE49-F238E27FC236}">
                  <a16:creationId xmlns:a16="http://schemas.microsoft.com/office/drawing/2014/main" id="{5BC89BE0-4BDF-4485-9FBE-0F4CA3E7333F}"/>
                </a:ext>
              </a:extLst>
            </p:cNvPr>
            <p:cNvSpPr txBox="1"/>
            <p:nvPr/>
          </p:nvSpPr>
          <p:spPr>
            <a:xfrm>
              <a:off x="3094732" y="1829614"/>
              <a:ext cx="905164" cy="369332"/>
            </a:xfrm>
            <a:prstGeom prst="rect">
              <a:avLst/>
            </a:prstGeom>
            <a:noFill/>
          </p:spPr>
          <p:txBody>
            <a:bodyPr wrap="square" rtlCol="0">
              <a:spAutoFit/>
            </a:bodyPr>
            <a:lstStyle/>
            <a:p>
              <a:pPr algn="ctr"/>
              <a:r>
                <a:rPr lang="zh-CN" altLang="en-US" b="1" dirty="0">
                  <a:latin typeface="+mn-ea"/>
                </a:rPr>
                <a:t>发送方</a:t>
              </a:r>
            </a:p>
          </p:txBody>
        </p:sp>
        <p:sp>
          <p:nvSpPr>
            <p:cNvPr id="18" name="文本框 17">
              <a:extLst>
                <a:ext uri="{FF2B5EF4-FFF2-40B4-BE49-F238E27FC236}">
                  <a16:creationId xmlns:a16="http://schemas.microsoft.com/office/drawing/2014/main" id="{A53EBA0B-88E5-479C-B031-0031D4C518FB}"/>
                </a:ext>
              </a:extLst>
            </p:cNvPr>
            <p:cNvSpPr txBox="1"/>
            <p:nvPr/>
          </p:nvSpPr>
          <p:spPr>
            <a:xfrm>
              <a:off x="8025182" y="1829614"/>
              <a:ext cx="905164" cy="369332"/>
            </a:xfrm>
            <a:prstGeom prst="rect">
              <a:avLst/>
            </a:prstGeom>
            <a:noFill/>
          </p:spPr>
          <p:txBody>
            <a:bodyPr wrap="square" rtlCol="0">
              <a:spAutoFit/>
            </a:bodyPr>
            <a:lstStyle/>
            <a:p>
              <a:pPr algn="ctr"/>
              <a:r>
                <a:rPr lang="zh-CN" altLang="en-US" b="1" dirty="0">
                  <a:latin typeface="+mn-ea"/>
                </a:rPr>
                <a:t>接收方</a:t>
              </a:r>
            </a:p>
          </p:txBody>
        </p:sp>
        <p:cxnSp>
          <p:nvCxnSpPr>
            <p:cNvPr id="20" name="直接连接符 19">
              <a:extLst>
                <a:ext uri="{FF2B5EF4-FFF2-40B4-BE49-F238E27FC236}">
                  <a16:creationId xmlns:a16="http://schemas.microsoft.com/office/drawing/2014/main" id="{60E4C73B-A225-411B-883A-DC140C4192C5}"/>
                </a:ext>
              </a:extLst>
            </p:cNvPr>
            <p:cNvCxnSpPr>
              <a:cxnSpLocks/>
            </p:cNvCxnSpPr>
            <p:nvPr/>
          </p:nvCxnSpPr>
          <p:spPr>
            <a:xfrm>
              <a:off x="4214689" y="2101247"/>
              <a:ext cx="3494148" cy="0"/>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pic>
          <p:nvPicPr>
            <p:cNvPr id="21" name="图形 20">
              <a:extLst>
                <a:ext uri="{FF2B5EF4-FFF2-40B4-BE49-F238E27FC236}">
                  <a16:creationId xmlns:a16="http://schemas.microsoft.com/office/drawing/2014/main" id="{6741A3DB-8FF6-4FA5-B425-532579F07BB2}"/>
                </a:ext>
              </a:extLst>
            </p:cNvPr>
            <p:cNvPicPr>
              <a:picLocks noChangeAspect="1"/>
            </p:cNvPicPr>
            <p:nvPr/>
          </p:nvPicPr>
          <p:blipFill>
            <a:blip r:embed="rId3">
              <a:extLst>
                <a:ext uri="{28A0092B-C50C-407E-A947-70E740481C1C}">
                  <a14:useLocalDpi xmlns:a14="http://schemas.microsoft.com/office/drawing/2010/main" val="0"/>
                </a:ext>
                <a:ext uri="{96DAC541-7B7A-43D3-8B79-37D633B846F1}">
                  <asvg:svgBlip xmlns:asvg="http://schemas.microsoft.com/office/drawing/2016/SVG/main" r:embed="rId4"/>
                </a:ext>
              </a:extLst>
            </a:blip>
            <a:stretch>
              <a:fillRect/>
            </a:stretch>
          </p:blipFill>
          <p:spPr>
            <a:xfrm>
              <a:off x="4044917" y="1625133"/>
              <a:ext cx="662814" cy="641082"/>
            </a:xfrm>
            <a:prstGeom prst="rect">
              <a:avLst/>
            </a:prstGeom>
          </p:spPr>
        </p:pic>
        <p:pic>
          <p:nvPicPr>
            <p:cNvPr id="22" name="图形 21">
              <a:extLst>
                <a:ext uri="{FF2B5EF4-FFF2-40B4-BE49-F238E27FC236}">
                  <a16:creationId xmlns:a16="http://schemas.microsoft.com/office/drawing/2014/main" id="{FB51D0B6-4BB2-4ACA-8731-2370EE12D6D8}"/>
                </a:ext>
              </a:extLst>
            </p:cNvPr>
            <p:cNvPicPr>
              <a:picLocks noChangeAspect="1"/>
            </p:cNvPicPr>
            <p:nvPr/>
          </p:nvPicPr>
          <p:blipFill>
            <a:blip r:embed="rId5">
              <a:extLst>
                <a:ext uri="{28A0092B-C50C-407E-A947-70E740481C1C}">
                  <a14:useLocalDpi xmlns:a14="http://schemas.microsoft.com/office/drawing/2010/main" val="0"/>
                </a:ext>
                <a:ext uri="{96DAC541-7B7A-43D3-8B79-37D633B846F1}">
                  <asvg:svgBlip xmlns:asvg="http://schemas.microsoft.com/office/drawing/2016/SVG/main" r:embed="rId6"/>
                </a:ext>
              </a:extLst>
            </a:blip>
            <a:stretch>
              <a:fillRect/>
            </a:stretch>
          </p:blipFill>
          <p:spPr>
            <a:xfrm>
              <a:off x="7457951" y="1606682"/>
              <a:ext cx="501772" cy="658576"/>
            </a:xfrm>
            <a:prstGeom prst="rect">
              <a:avLst/>
            </a:prstGeom>
          </p:spPr>
        </p:pic>
        <p:sp>
          <p:nvSpPr>
            <p:cNvPr id="27" name="云形 26">
              <a:extLst>
                <a:ext uri="{FF2B5EF4-FFF2-40B4-BE49-F238E27FC236}">
                  <a16:creationId xmlns:a16="http://schemas.microsoft.com/office/drawing/2014/main" id="{376EF8EB-1F23-4CFB-8171-CB84499BD291}"/>
                </a:ext>
              </a:extLst>
            </p:cNvPr>
            <p:cNvSpPr/>
            <p:nvPr/>
          </p:nvSpPr>
          <p:spPr>
            <a:xfrm>
              <a:off x="5371531" y="1613581"/>
              <a:ext cx="1422620" cy="801398"/>
            </a:xfrm>
            <a:prstGeom prst="cloud">
              <a:avLst/>
            </a:prstGeom>
            <a:solidFill>
              <a:schemeClr val="bg1">
                <a:lumMod val="85000"/>
              </a:schemeClr>
            </a:solidFill>
            <a:ln>
              <a:solidFill>
                <a:schemeClr val="bg1">
                  <a:lumMod val="85000"/>
                </a:schemeClr>
              </a:solidFill>
            </a:ln>
          </p:spPr>
          <p:style>
            <a:lnRef idx="2">
              <a:schemeClr val="accent3">
                <a:shade val="50000"/>
              </a:schemeClr>
            </a:lnRef>
            <a:fillRef idx="1">
              <a:schemeClr val="accent3"/>
            </a:fillRef>
            <a:effectRef idx="0">
              <a:schemeClr val="accent3"/>
            </a:effectRef>
            <a:fontRef idx="minor">
              <a:schemeClr val="lt1"/>
            </a:fontRef>
          </p:style>
          <p:txBody>
            <a:bodyPr rtlCol="0" anchor="ctr"/>
            <a:lstStyle/>
            <a:p>
              <a:pPr algn="ctr"/>
              <a:r>
                <a:rPr lang="zh-CN" altLang="en-US" b="1" dirty="0">
                  <a:solidFill>
                    <a:schemeClr val="tx1"/>
                  </a:solidFill>
                  <a:latin typeface="+mn-ea"/>
                </a:rPr>
                <a:t>因特网</a:t>
              </a:r>
            </a:p>
          </p:txBody>
        </p:sp>
      </p:grpSp>
      <p:sp>
        <p:nvSpPr>
          <p:cNvPr id="6" name="对话气泡: 椭圆形 5">
            <a:extLst>
              <a:ext uri="{FF2B5EF4-FFF2-40B4-BE49-F238E27FC236}">
                <a16:creationId xmlns:a16="http://schemas.microsoft.com/office/drawing/2014/main" id="{C9C31A38-9A64-4AE5-A6B9-347A77C5E237}"/>
              </a:ext>
            </a:extLst>
          </p:cNvPr>
          <p:cNvSpPr/>
          <p:nvPr/>
        </p:nvSpPr>
        <p:spPr>
          <a:xfrm>
            <a:off x="6795804" y="1847564"/>
            <a:ext cx="907821" cy="558996"/>
          </a:xfrm>
          <a:prstGeom prst="wedgeEllipseCallout">
            <a:avLst>
              <a:gd name="adj1" fmla="val -41848"/>
              <a:gd name="adj2" fmla="val 54262"/>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zh-CN" altLang="en-US" b="1" dirty="0"/>
              <a:t>丢失</a:t>
            </a:r>
          </a:p>
        </p:txBody>
      </p:sp>
      <p:sp>
        <p:nvSpPr>
          <p:cNvPr id="8" name="椭圆 7">
            <a:extLst>
              <a:ext uri="{FF2B5EF4-FFF2-40B4-BE49-F238E27FC236}">
                <a16:creationId xmlns:a16="http://schemas.microsoft.com/office/drawing/2014/main" id="{15D41FA4-DEF1-4AF0-8E45-B96537019C19}"/>
              </a:ext>
            </a:extLst>
          </p:cNvPr>
          <p:cNvSpPr/>
          <p:nvPr/>
        </p:nvSpPr>
        <p:spPr>
          <a:xfrm>
            <a:off x="8148525" y="2033167"/>
            <a:ext cx="179018" cy="179018"/>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56" name="文本框 55">
            <a:extLst>
              <a:ext uri="{FF2B5EF4-FFF2-40B4-BE49-F238E27FC236}">
                <a16:creationId xmlns:a16="http://schemas.microsoft.com/office/drawing/2014/main" id="{0B290FAB-542C-43BE-9E6F-F96086994611}"/>
              </a:ext>
            </a:extLst>
          </p:cNvPr>
          <p:cNvSpPr txBox="1"/>
          <p:nvPr/>
        </p:nvSpPr>
        <p:spPr>
          <a:xfrm>
            <a:off x="8423055" y="1918894"/>
            <a:ext cx="3460665" cy="646331"/>
          </a:xfrm>
          <a:prstGeom prst="rect">
            <a:avLst/>
          </a:prstGeom>
          <a:noFill/>
        </p:spPr>
        <p:txBody>
          <a:bodyPr wrap="square" rtlCol="0">
            <a:spAutoFit/>
          </a:bodyPr>
          <a:lstStyle/>
          <a:p>
            <a:r>
              <a:rPr lang="zh-CN" altLang="en-US" b="1" dirty="0">
                <a:latin typeface="+mn-ea"/>
              </a:rPr>
              <a:t>接收方收不到数据分组，就不会发送相应的</a:t>
            </a:r>
            <a:r>
              <a:rPr lang="en-US" altLang="zh-CN" b="1" dirty="0">
                <a:latin typeface="+mn-ea"/>
              </a:rPr>
              <a:t>ACK</a:t>
            </a:r>
            <a:r>
              <a:rPr lang="zh-CN" altLang="en-US" b="1" dirty="0">
                <a:latin typeface="+mn-ea"/>
              </a:rPr>
              <a:t>或</a:t>
            </a:r>
            <a:r>
              <a:rPr lang="en-US" altLang="zh-CN" b="1" dirty="0">
                <a:latin typeface="+mn-ea"/>
              </a:rPr>
              <a:t>NAK</a:t>
            </a:r>
            <a:r>
              <a:rPr lang="zh-CN" altLang="en-US" b="1" dirty="0">
                <a:latin typeface="+mn-ea"/>
              </a:rPr>
              <a:t>。</a:t>
            </a:r>
          </a:p>
        </p:txBody>
      </p:sp>
      <p:sp>
        <p:nvSpPr>
          <p:cNvPr id="57" name="椭圆 56">
            <a:extLst>
              <a:ext uri="{FF2B5EF4-FFF2-40B4-BE49-F238E27FC236}">
                <a16:creationId xmlns:a16="http://schemas.microsoft.com/office/drawing/2014/main" id="{AC70B621-B5F8-4414-8FB5-8F599DD7B725}"/>
              </a:ext>
            </a:extLst>
          </p:cNvPr>
          <p:cNvSpPr/>
          <p:nvPr/>
        </p:nvSpPr>
        <p:spPr>
          <a:xfrm>
            <a:off x="8148525" y="2684669"/>
            <a:ext cx="179018" cy="179018"/>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58" name="文本框 57">
            <a:extLst>
              <a:ext uri="{FF2B5EF4-FFF2-40B4-BE49-F238E27FC236}">
                <a16:creationId xmlns:a16="http://schemas.microsoft.com/office/drawing/2014/main" id="{B573F204-16FC-4F42-A0B3-D9AFB184C67D}"/>
              </a:ext>
            </a:extLst>
          </p:cNvPr>
          <p:cNvSpPr txBox="1"/>
          <p:nvPr/>
        </p:nvSpPr>
        <p:spPr>
          <a:xfrm>
            <a:off x="8423055" y="2570396"/>
            <a:ext cx="3460665" cy="923330"/>
          </a:xfrm>
          <a:prstGeom prst="rect">
            <a:avLst/>
          </a:prstGeom>
          <a:noFill/>
        </p:spPr>
        <p:txBody>
          <a:bodyPr wrap="square" rtlCol="0">
            <a:spAutoFit/>
          </a:bodyPr>
          <a:lstStyle/>
          <a:p>
            <a:r>
              <a:rPr lang="zh-CN" altLang="en-US" b="1" dirty="0">
                <a:latin typeface="+mn-ea"/>
              </a:rPr>
              <a:t>如果不采取措施，发送方就会一直处于等待接收方</a:t>
            </a:r>
            <a:r>
              <a:rPr lang="en-US" altLang="zh-CN" b="1" dirty="0">
                <a:latin typeface="+mn-ea"/>
              </a:rPr>
              <a:t>ACK</a:t>
            </a:r>
            <a:r>
              <a:rPr lang="zh-CN" altLang="en-US" b="1" dirty="0">
                <a:latin typeface="+mn-ea"/>
              </a:rPr>
              <a:t>或</a:t>
            </a:r>
            <a:r>
              <a:rPr lang="en-US" altLang="zh-CN" b="1" dirty="0">
                <a:latin typeface="+mn-ea"/>
              </a:rPr>
              <a:t>NAK</a:t>
            </a:r>
            <a:r>
              <a:rPr lang="zh-CN" altLang="en-US" b="1" dirty="0">
                <a:latin typeface="+mn-ea"/>
              </a:rPr>
              <a:t>的状态。</a:t>
            </a:r>
          </a:p>
        </p:txBody>
      </p:sp>
      <p:sp>
        <p:nvSpPr>
          <p:cNvPr id="59" name="椭圆 58">
            <a:extLst>
              <a:ext uri="{FF2B5EF4-FFF2-40B4-BE49-F238E27FC236}">
                <a16:creationId xmlns:a16="http://schemas.microsoft.com/office/drawing/2014/main" id="{93C7E43C-0491-4A05-BC35-A01D056CD602}"/>
              </a:ext>
            </a:extLst>
          </p:cNvPr>
          <p:cNvSpPr/>
          <p:nvPr/>
        </p:nvSpPr>
        <p:spPr>
          <a:xfrm>
            <a:off x="8148525" y="3613170"/>
            <a:ext cx="179018" cy="179018"/>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60" name="文本框 59">
            <a:extLst>
              <a:ext uri="{FF2B5EF4-FFF2-40B4-BE49-F238E27FC236}">
                <a16:creationId xmlns:a16="http://schemas.microsoft.com/office/drawing/2014/main" id="{18EB41C7-A6BB-4BB3-9D6D-FFD57AE88D43}"/>
              </a:ext>
            </a:extLst>
          </p:cNvPr>
          <p:cNvSpPr txBox="1"/>
          <p:nvPr/>
        </p:nvSpPr>
        <p:spPr>
          <a:xfrm>
            <a:off x="8423055" y="3498897"/>
            <a:ext cx="3460665" cy="923330"/>
          </a:xfrm>
          <a:prstGeom prst="rect">
            <a:avLst/>
          </a:prstGeom>
          <a:noFill/>
        </p:spPr>
        <p:txBody>
          <a:bodyPr wrap="square" rtlCol="0">
            <a:spAutoFit/>
          </a:bodyPr>
          <a:lstStyle/>
          <a:p>
            <a:r>
              <a:rPr lang="zh-CN" altLang="en-US" b="1" dirty="0">
                <a:latin typeface="+mn-ea"/>
              </a:rPr>
              <a:t>为解决上述问题，发送方可在每发送完一个数据分组时就启动一个</a:t>
            </a:r>
            <a:r>
              <a:rPr lang="zh-CN" altLang="en-US" b="1" dirty="0">
                <a:solidFill>
                  <a:schemeClr val="accent1">
                    <a:lumMod val="75000"/>
                  </a:schemeClr>
                </a:solidFill>
                <a:latin typeface="+mn-ea"/>
              </a:rPr>
              <a:t>超时计时器</a:t>
            </a:r>
            <a:r>
              <a:rPr lang="zh-CN" altLang="en-US" b="1" dirty="0">
                <a:latin typeface="Arial Narrow" panose="020B0606020202030204" pitchFamily="34" charset="0"/>
              </a:rPr>
              <a:t>（</a:t>
            </a:r>
            <a:r>
              <a:rPr lang="en-US" altLang="zh-CN" b="1" dirty="0">
                <a:latin typeface="Arial Narrow" panose="020B0606020202030204" pitchFamily="34" charset="0"/>
              </a:rPr>
              <a:t>Timeout Timer</a:t>
            </a:r>
            <a:r>
              <a:rPr lang="zh-CN" altLang="en-US" b="1" dirty="0">
                <a:latin typeface="Arial Narrow" panose="020B0606020202030204" pitchFamily="34" charset="0"/>
              </a:rPr>
              <a:t>）</a:t>
            </a:r>
            <a:r>
              <a:rPr lang="zh-CN" altLang="en-US" b="1" dirty="0">
                <a:latin typeface="+mn-ea"/>
              </a:rPr>
              <a:t>。</a:t>
            </a:r>
          </a:p>
        </p:txBody>
      </p:sp>
      <p:sp>
        <p:nvSpPr>
          <p:cNvPr id="61" name="椭圆 60">
            <a:extLst>
              <a:ext uri="{FF2B5EF4-FFF2-40B4-BE49-F238E27FC236}">
                <a16:creationId xmlns:a16="http://schemas.microsoft.com/office/drawing/2014/main" id="{BE1863E7-98C1-48DB-8E69-81C05BD56066}"/>
              </a:ext>
            </a:extLst>
          </p:cNvPr>
          <p:cNvSpPr/>
          <p:nvPr/>
        </p:nvSpPr>
        <p:spPr>
          <a:xfrm>
            <a:off x="8148525" y="4541672"/>
            <a:ext cx="179018" cy="179018"/>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62" name="文本框 61">
            <a:extLst>
              <a:ext uri="{FF2B5EF4-FFF2-40B4-BE49-F238E27FC236}">
                <a16:creationId xmlns:a16="http://schemas.microsoft.com/office/drawing/2014/main" id="{A36B5D29-571D-4F00-BDE3-015C784F42B4}"/>
              </a:ext>
            </a:extLst>
          </p:cNvPr>
          <p:cNvSpPr txBox="1"/>
          <p:nvPr/>
        </p:nvSpPr>
        <p:spPr>
          <a:xfrm>
            <a:off x="8423055" y="4427399"/>
            <a:ext cx="3460665" cy="1477328"/>
          </a:xfrm>
          <a:prstGeom prst="rect">
            <a:avLst/>
          </a:prstGeom>
          <a:noFill/>
        </p:spPr>
        <p:txBody>
          <a:bodyPr wrap="square" rtlCol="0">
            <a:spAutoFit/>
          </a:bodyPr>
          <a:lstStyle/>
          <a:p>
            <a:r>
              <a:rPr lang="zh-CN" altLang="en-US" b="1" dirty="0">
                <a:latin typeface="+mn-ea"/>
              </a:rPr>
              <a:t>若到了超时计时器所设置的</a:t>
            </a:r>
            <a:r>
              <a:rPr lang="zh-CN" altLang="en-US" b="1" dirty="0">
                <a:solidFill>
                  <a:schemeClr val="accent1">
                    <a:lumMod val="75000"/>
                  </a:schemeClr>
                </a:solidFill>
                <a:latin typeface="+mn-ea"/>
              </a:rPr>
              <a:t>超时重传时间</a:t>
            </a:r>
            <a:r>
              <a:rPr lang="zh-CN" altLang="en-US" b="1" dirty="0">
                <a:latin typeface="Arial Narrow" panose="020B0606020202030204" pitchFamily="34" charset="0"/>
              </a:rPr>
              <a:t>（</a:t>
            </a:r>
            <a:r>
              <a:rPr lang="en-US" altLang="zh-CN" b="1" dirty="0">
                <a:solidFill>
                  <a:schemeClr val="accent1">
                    <a:lumMod val="75000"/>
                  </a:schemeClr>
                </a:solidFill>
                <a:latin typeface="Arial Narrow" panose="020B0606020202030204" pitchFamily="34" charset="0"/>
              </a:rPr>
              <a:t>R</a:t>
            </a:r>
            <a:r>
              <a:rPr lang="en-US" altLang="zh-CN" b="1" dirty="0">
                <a:latin typeface="Arial Narrow" panose="020B0606020202030204" pitchFamily="34" charset="0"/>
              </a:rPr>
              <a:t>etransmission </a:t>
            </a:r>
            <a:r>
              <a:rPr lang="en-US" altLang="zh-CN" b="1" dirty="0">
                <a:solidFill>
                  <a:schemeClr val="accent1">
                    <a:lumMod val="75000"/>
                  </a:schemeClr>
                </a:solidFill>
                <a:latin typeface="Arial Narrow" panose="020B0606020202030204" pitchFamily="34" charset="0"/>
              </a:rPr>
              <a:t>T</a:t>
            </a:r>
            <a:r>
              <a:rPr lang="en-US" altLang="zh-CN" b="1" dirty="0">
                <a:latin typeface="Arial Narrow" panose="020B0606020202030204" pitchFamily="34" charset="0"/>
              </a:rPr>
              <a:t>ime-</a:t>
            </a:r>
            <a:r>
              <a:rPr lang="en-US" altLang="zh-CN" b="1" dirty="0">
                <a:solidFill>
                  <a:schemeClr val="accent1">
                    <a:lumMod val="75000"/>
                  </a:schemeClr>
                </a:solidFill>
                <a:latin typeface="Arial Narrow" panose="020B0606020202030204" pitchFamily="34" charset="0"/>
              </a:rPr>
              <a:t>O</a:t>
            </a:r>
            <a:r>
              <a:rPr lang="en-US" altLang="zh-CN" b="1" dirty="0">
                <a:latin typeface="Arial Narrow" panose="020B0606020202030204" pitchFamily="34" charset="0"/>
              </a:rPr>
              <a:t>ut</a:t>
            </a:r>
            <a:r>
              <a:rPr lang="zh-CN" altLang="en-US" b="1" dirty="0">
                <a:latin typeface="Arial Narrow" panose="020B0606020202030204" pitchFamily="34" charset="0"/>
              </a:rPr>
              <a:t>，</a:t>
            </a:r>
            <a:r>
              <a:rPr lang="en-US" altLang="zh-CN" b="1" dirty="0">
                <a:solidFill>
                  <a:schemeClr val="accent1">
                    <a:lumMod val="75000"/>
                  </a:schemeClr>
                </a:solidFill>
                <a:latin typeface="Arial Narrow" panose="020B0606020202030204" pitchFamily="34" charset="0"/>
              </a:rPr>
              <a:t>RTO</a:t>
            </a:r>
            <a:r>
              <a:rPr lang="zh-CN" altLang="en-US" b="1" dirty="0">
                <a:latin typeface="Arial Narrow" panose="020B0606020202030204" pitchFamily="34" charset="0"/>
              </a:rPr>
              <a:t>）</a:t>
            </a:r>
            <a:r>
              <a:rPr lang="zh-CN" altLang="en-US" b="1" dirty="0">
                <a:latin typeface="+mn-ea"/>
              </a:rPr>
              <a:t>，但发送方仍未收到接收方的</a:t>
            </a:r>
            <a:r>
              <a:rPr lang="en-US" altLang="zh-CN" b="1" dirty="0">
                <a:latin typeface="+mn-ea"/>
              </a:rPr>
              <a:t>ACK</a:t>
            </a:r>
            <a:r>
              <a:rPr lang="zh-CN" altLang="en-US" b="1" dirty="0">
                <a:latin typeface="+mn-ea"/>
              </a:rPr>
              <a:t>或</a:t>
            </a:r>
            <a:r>
              <a:rPr lang="en-US" altLang="zh-CN" b="1" dirty="0">
                <a:latin typeface="+mn-ea"/>
              </a:rPr>
              <a:t>NAK</a:t>
            </a:r>
            <a:r>
              <a:rPr lang="zh-CN" altLang="en-US" b="1" dirty="0">
                <a:latin typeface="+mn-ea"/>
              </a:rPr>
              <a:t>，就</a:t>
            </a:r>
            <a:r>
              <a:rPr lang="zh-CN" altLang="en-US" b="1" dirty="0">
                <a:solidFill>
                  <a:schemeClr val="accent1">
                    <a:lumMod val="75000"/>
                  </a:schemeClr>
                </a:solidFill>
                <a:latin typeface="+mn-ea"/>
              </a:rPr>
              <a:t>重传</a:t>
            </a:r>
            <a:r>
              <a:rPr lang="zh-CN" altLang="en-US" b="1" dirty="0">
                <a:latin typeface="+mn-ea"/>
              </a:rPr>
              <a:t>之前已发送过的数据分组。</a:t>
            </a:r>
          </a:p>
        </p:txBody>
      </p:sp>
      <p:sp>
        <p:nvSpPr>
          <p:cNvPr id="31" name="平行四边形 30">
            <a:extLst>
              <a:ext uri="{FF2B5EF4-FFF2-40B4-BE49-F238E27FC236}">
                <a16:creationId xmlns:a16="http://schemas.microsoft.com/office/drawing/2014/main" id="{DA186D2A-52C1-E372-6606-8E480EBA03C9}"/>
              </a:ext>
            </a:extLst>
          </p:cNvPr>
          <p:cNvSpPr/>
          <p:nvPr/>
        </p:nvSpPr>
        <p:spPr>
          <a:xfrm>
            <a:off x="304800" y="749300"/>
            <a:ext cx="678352" cy="387090"/>
          </a:xfrm>
          <a:prstGeom prst="parallelogram">
            <a:avLst/>
          </a:prstGeom>
          <a:solidFill>
            <a:schemeClr val="accent3">
              <a:lumMod val="75000"/>
            </a:schemeClr>
          </a:solidFill>
          <a:ln>
            <a:solidFill>
              <a:schemeClr val="accent3">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CN" sz="2200" dirty="0">
                <a:latin typeface="Impact" panose="020B0806030902050204" pitchFamily="34" charset="0"/>
              </a:rPr>
              <a:t>02</a:t>
            </a:r>
            <a:endParaRPr lang="zh-CN" altLang="en-US" sz="2200" dirty="0">
              <a:latin typeface="Impact" panose="020B0806030902050204" pitchFamily="34" charset="0"/>
            </a:endParaRPr>
          </a:p>
        </p:txBody>
      </p:sp>
    </p:spTree>
    <p:custDataLst>
      <p:tags r:id="rId1"/>
    </p:custDataLst>
    <p:extLst>
      <p:ext uri="{BB962C8B-B14F-4D97-AF65-F5344CB8AC3E}">
        <p14:creationId xmlns:p14="http://schemas.microsoft.com/office/powerpoint/2010/main" val="1167181587"/>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2" presetClass="entr" presetSubtype="8" fill="hold" nodeType="clickEffect">
                                  <p:stCondLst>
                                    <p:cond delay="0"/>
                                  </p:stCondLst>
                                  <p:childTnLst>
                                    <p:set>
                                      <p:cBhvr>
                                        <p:cTn id="6" dur="1" fill="hold">
                                          <p:stCondLst>
                                            <p:cond delay="0"/>
                                          </p:stCondLst>
                                        </p:cTn>
                                        <p:tgtEl>
                                          <p:spTgt spid="7"/>
                                        </p:tgtEl>
                                        <p:attrNameLst>
                                          <p:attrName>style.visibility</p:attrName>
                                        </p:attrNameLst>
                                      </p:cBhvr>
                                      <p:to>
                                        <p:strVal val="visible"/>
                                      </p:to>
                                    </p:set>
                                    <p:animEffect transition="in" filter="wipe(left)">
                                      <p:cBhvr>
                                        <p:cTn id="7" dur="1000"/>
                                        <p:tgtEl>
                                          <p:spTgt spid="7"/>
                                        </p:tgtEl>
                                      </p:cBhvr>
                                    </p:animEffect>
                                  </p:childTnLst>
                                </p:cTn>
                              </p:par>
                            </p:childTnLst>
                          </p:cTn>
                        </p:par>
                        <p:par>
                          <p:cTn id="8" fill="hold">
                            <p:stCondLst>
                              <p:cond delay="1000"/>
                            </p:stCondLst>
                            <p:childTnLst>
                              <p:par>
                                <p:cTn id="9" presetID="53" presetClass="entr" presetSubtype="16" fill="hold" grpId="0" nodeType="afterEffect">
                                  <p:stCondLst>
                                    <p:cond delay="0"/>
                                  </p:stCondLst>
                                  <p:childTnLst>
                                    <p:set>
                                      <p:cBhvr>
                                        <p:cTn id="10" dur="1" fill="hold">
                                          <p:stCondLst>
                                            <p:cond delay="0"/>
                                          </p:stCondLst>
                                        </p:cTn>
                                        <p:tgtEl>
                                          <p:spTgt spid="6"/>
                                        </p:tgtEl>
                                        <p:attrNameLst>
                                          <p:attrName>style.visibility</p:attrName>
                                        </p:attrNameLst>
                                      </p:cBhvr>
                                      <p:to>
                                        <p:strVal val="visible"/>
                                      </p:to>
                                    </p:set>
                                    <p:anim calcmode="lin" valueType="num">
                                      <p:cBhvr>
                                        <p:cTn id="11" dur="500" fill="hold"/>
                                        <p:tgtEl>
                                          <p:spTgt spid="6"/>
                                        </p:tgtEl>
                                        <p:attrNameLst>
                                          <p:attrName>ppt_w</p:attrName>
                                        </p:attrNameLst>
                                      </p:cBhvr>
                                      <p:tavLst>
                                        <p:tav tm="0">
                                          <p:val>
                                            <p:fltVal val="0"/>
                                          </p:val>
                                        </p:tav>
                                        <p:tav tm="100000">
                                          <p:val>
                                            <p:strVal val="#ppt_w"/>
                                          </p:val>
                                        </p:tav>
                                      </p:tavLst>
                                    </p:anim>
                                    <p:anim calcmode="lin" valueType="num">
                                      <p:cBhvr>
                                        <p:cTn id="12" dur="500" fill="hold"/>
                                        <p:tgtEl>
                                          <p:spTgt spid="6"/>
                                        </p:tgtEl>
                                        <p:attrNameLst>
                                          <p:attrName>ppt_h</p:attrName>
                                        </p:attrNameLst>
                                      </p:cBhvr>
                                      <p:tavLst>
                                        <p:tav tm="0">
                                          <p:val>
                                            <p:fltVal val="0"/>
                                          </p:val>
                                        </p:tav>
                                        <p:tav tm="100000">
                                          <p:val>
                                            <p:strVal val="#ppt_h"/>
                                          </p:val>
                                        </p:tav>
                                      </p:tavLst>
                                    </p:anim>
                                    <p:animEffect transition="in" filter="fade">
                                      <p:cBhvr>
                                        <p:cTn id="13" dur="500"/>
                                        <p:tgtEl>
                                          <p:spTgt spid="6"/>
                                        </p:tgtEl>
                                      </p:cBhvr>
                                    </p:animEffect>
                                  </p:childTnLst>
                                </p:cTn>
                              </p:par>
                            </p:childTnLst>
                          </p:cTn>
                        </p:par>
                      </p:childTnLst>
                    </p:cTn>
                  </p:par>
                  <p:par>
                    <p:cTn id="14" fill="hold">
                      <p:stCondLst>
                        <p:cond delay="indefinite"/>
                      </p:stCondLst>
                      <p:childTnLst>
                        <p:par>
                          <p:cTn id="15" fill="hold">
                            <p:stCondLst>
                              <p:cond delay="0"/>
                            </p:stCondLst>
                            <p:childTnLst>
                              <p:par>
                                <p:cTn id="16" presetID="53" presetClass="entr" presetSubtype="16" fill="hold" grpId="0" nodeType="clickEffect">
                                  <p:stCondLst>
                                    <p:cond delay="0"/>
                                  </p:stCondLst>
                                  <p:childTnLst>
                                    <p:set>
                                      <p:cBhvr>
                                        <p:cTn id="17" dur="1" fill="hold">
                                          <p:stCondLst>
                                            <p:cond delay="0"/>
                                          </p:stCondLst>
                                        </p:cTn>
                                        <p:tgtEl>
                                          <p:spTgt spid="8"/>
                                        </p:tgtEl>
                                        <p:attrNameLst>
                                          <p:attrName>style.visibility</p:attrName>
                                        </p:attrNameLst>
                                      </p:cBhvr>
                                      <p:to>
                                        <p:strVal val="visible"/>
                                      </p:to>
                                    </p:set>
                                    <p:anim calcmode="lin" valueType="num">
                                      <p:cBhvr>
                                        <p:cTn id="18" dur="500" fill="hold"/>
                                        <p:tgtEl>
                                          <p:spTgt spid="8"/>
                                        </p:tgtEl>
                                        <p:attrNameLst>
                                          <p:attrName>ppt_w</p:attrName>
                                        </p:attrNameLst>
                                      </p:cBhvr>
                                      <p:tavLst>
                                        <p:tav tm="0">
                                          <p:val>
                                            <p:fltVal val="0"/>
                                          </p:val>
                                        </p:tav>
                                        <p:tav tm="100000">
                                          <p:val>
                                            <p:strVal val="#ppt_w"/>
                                          </p:val>
                                        </p:tav>
                                      </p:tavLst>
                                    </p:anim>
                                    <p:anim calcmode="lin" valueType="num">
                                      <p:cBhvr>
                                        <p:cTn id="19" dur="500" fill="hold"/>
                                        <p:tgtEl>
                                          <p:spTgt spid="8"/>
                                        </p:tgtEl>
                                        <p:attrNameLst>
                                          <p:attrName>ppt_h</p:attrName>
                                        </p:attrNameLst>
                                      </p:cBhvr>
                                      <p:tavLst>
                                        <p:tav tm="0">
                                          <p:val>
                                            <p:fltVal val="0"/>
                                          </p:val>
                                        </p:tav>
                                        <p:tav tm="100000">
                                          <p:val>
                                            <p:strVal val="#ppt_h"/>
                                          </p:val>
                                        </p:tav>
                                      </p:tavLst>
                                    </p:anim>
                                    <p:animEffect transition="in" filter="fade">
                                      <p:cBhvr>
                                        <p:cTn id="20" dur="500"/>
                                        <p:tgtEl>
                                          <p:spTgt spid="8"/>
                                        </p:tgtEl>
                                      </p:cBhvr>
                                    </p:animEffect>
                                  </p:childTnLst>
                                </p:cTn>
                              </p:par>
                            </p:childTnLst>
                          </p:cTn>
                        </p:par>
                        <p:par>
                          <p:cTn id="21" fill="hold">
                            <p:stCondLst>
                              <p:cond delay="500"/>
                            </p:stCondLst>
                            <p:childTnLst>
                              <p:par>
                                <p:cTn id="22" presetID="1" presetClass="entr" presetSubtype="0" fill="hold" grpId="0" nodeType="afterEffect">
                                  <p:stCondLst>
                                    <p:cond delay="0"/>
                                  </p:stCondLst>
                                  <p:iterate type="lt">
                                    <p:tmAbs val="100"/>
                                  </p:iterate>
                                  <p:childTnLst>
                                    <p:set>
                                      <p:cBhvr>
                                        <p:cTn id="23" dur="1" fill="hold">
                                          <p:stCondLst>
                                            <p:cond delay="0"/>
                                          </p:stCondLst>
                                        </p:cTn>
                                        <p:tgtEl>
                                          <p:spTgt spid="56"/>
                                        </p:tgtEl>
                                        <p:attrNameLst>
                                          <p:attrName>style.visibility</p:attrName>
                                        </p:attrNameLst>
                                      </p:cBhvr>
                                      <p:to>
                                        <p:strVal val="visible"/>
                                      </p:to>
                                    </p:set>
                                  </p:childTnLst>
                                </p:cTn>
                              </p:par>
                            </p:childTnLst>
                          </p:cTn>
                        </p:par>
                      </p:childTnLst>
                    </p:cTn>
                  </p:par>
                  <p:par>
                    <p:cTn id="24" fill="hold">
                      <p:stCondLst>
                        <p:cond delay="indefinite"/>
                      </p:stCondLst>
                      <p:childTnLst>
                        <p:par>
                          <p:cTn id="25" fill="hold">
                            <p:stCondLst>
                              <p:cond delay="0"/>
                            </p:stCondLst>
                            <p:childTnLst>
                              <p:par>
                                <p:cTn id="26" presetID="53" presetClass="entr" presetSubtype="16" fill="hold" grpId="0" nodeType="clickEffect">
                                  <p:stCondLst>
                                    <p:cond delay="0"/>
                                  </p:stCondLst>
                                  <p:childTnLst>
                                    <p:set>
                                      <p:cBhvr>
                                        <p:cTn id="27" dur="1" fill="hold">
                                          <p:stCondLst>
                                            <p:cond delay="0"/>
                                          </p:stCondLst>
                                        </p:cTn>
                                        <p:tgtEl>
                                          <p:spTgt spid="57"/>
                                        </p:tgtEl>
                                        <p:attrNameLst>
                                          <p:attrName>style.visibility</p:attrName>
                                        </p:attrNameLst>
                                      </p:cBhvr>
                                      <p:to>
                                        <p:strVal val="visible"/>
                                      </p:to>
                                    </p:set>
                                    <p:anim calcmode="lin" valueType="num">
                                      <p:cBhvr>
                                        <p:cTn id="28" dur="500" fill="hold"/>
                                        <p:tgtEl>
                                          <p:spTgt spid="57"/>
                                        </p:tgtEl>
                                        <p:attrNameLst>
                                          <p:attrName>ppt_w</p:attrName>
                                        </p:attrNameLst>
                                      </p:cBhvr>
                                      <p:tavLst>
                                        <p:tav tm="0">
                                          <p:val>
                                            <p:fltVal val="0"/>
                                          </p:val>
                                        </p:tav>
                                        <p:tav tm="100000">
                                          <p:val>
                                            <p:strVal val="#ppt_w"/>
                                          </p:val>
                                        </p:tav>
                                      </p:tavLst>
                                    </p:anim>
                                    <p:anim calcmode="lin" valueType="num">
                                      <p:cBhvr>
                                        <p:cTn id="29" dur="500" fill="hold"/>
                                        <p:tgtEl>
                                          <p:spTgt spid="57"/>
                                        </p:tgtEl>
                                        <p:attrNameLst>
                                          <p:attrName>ppt_h</p:attrName>
                                        </p:attrNameLst>
                                      </p:cBhvr>
                                      <p:tavLst>
                                        <p:tav tm="0">
                                          <p:val>
                                            <p:fltVal val="0"/>
                                          </p:val>
                                        </p:tav>
                                        <p:tav tm="100000">
                                          <p:val>
                                            <p:strVal val="#ppt_h"/>
                                          </p:val>
                                        </p:tav>
                                      </p:tavLst>
                                    </p:anim>
                                    <p:animEffect transition="in" filter="fade">
                                      <p:cBhvr>
                                        <p:cTn id="30" dur="500"/>
                                        <p:tgtEl>
                                          <p:spTgt spid="57"/>
                                        </p:tgtEl>
                                      </p:cBhvr>
                                    </p:animEffect>
                                  </p:childTnLst>
                                </p:cTn>
                              </p:par>
                            </p:childTnLst>
                          </p:cTn>
                        </p:par>
                        <p:par>
                          <p:cTn id="31" fill="hold">
                            <p:stCondLst>
                              <p:cond delay="500"/>
                            </p:stCondLst>
                            <p:childTnLst>
                              <p:par>
                                <p:cTn id="32" presetID="1" presetClass="entr" presetSubtype="0" fill="hold" grpId="0" nodeType="afterEffect">
                                  <p:stCondLst>
                                    <p:cond delay="0"/>
                                  </p:stCondLst>
                                  <p:iterate type="lt">
                                    <p:tmAbs val="100"/>
                                  </p:iterate>
                                  <p:childTnLst>
                                    <p:set>
                                      <p:cBhvr>
                                        <p:cTn id="33" dur="1" fill="hold">
                                          <p:stCondLst>
                                            <p:cond delay="0"/>
                                          </p:stCondLst>
                                        </p:cTn>
                                        <p:tgtEl>
                                          <p:spTgt spid="58"/>
                                        </p:tgtEl>
                                        <p:attrNameLst>
                                          <p:attrName>style.visibility</p:attrName>
                                        </p:attrNameLst>
                                      </p:cBhvr>
                                      <p:to>
                                        <p:strVal val="visible"/>
                                      </p:to>
                                    </p:set>
                                  </p:childTnLst>
                                </p:cTn>
                              </p:par>
                            </p:childTnLst>
                          </p:cTn>
                        </p:par>
                      </p:childTnLst>
                    </p:cTn>
                  </p:par>
                  <p:par>
                    <p:cTn id="34" fill="hold">
                      <p:stCondLst>
                        <p:cond delay="indefinite"/>
                      </p:stCondLst>
                      <p:childTnLst>
                        <p:par>
                          <p:cTn id="35" fill="hold">
                            <p:stCondLst>
                              <p:cond delay="0"/>
                            </p:stCondLst>
                            <p:childTnLst>
                              <p:par>
                                <p:cTn id="36" presetID="53" presetClass="entr" presetSubtype="16" fill="hold" grpId="0" nodeType="clickEffect">
                                  <p:stCondLst>
                                    <p:cond delay="0"/>
                                  </p:stCondLst>
                                  <p:childTnLst>
                                    <p:set>
                                      <p:cBhvr>
                                        <p:cTn id="37" dur="1" fill="hold">
                                          <p:stCondLst>
                                            <p:cond delay="0"/>
                                          </p:stCondLst>
                                        </p:cTn>
                                        <p:tgtEl>
                                          <p:spTgt spid="59"/>
                                        </p:tgtEl>
                                        <p:attrNameLst>
                                          <p:attrName>style.visibility</p:attrName>
                                        </p:attrNameLst>
                                      </p:cBhvr>
                                      <p:to>
                                        <p:strVal val="visible"/>
                                      </p:to>
                                    </p:set>
                                    <p:anim calcmode="lin" valueType="num">
                                      <p:cBhvr>
                                        <p:cTn id="38" dur="500" fill="hold"/>
                                        <p:tgtEl>
                                          <p:spTgt spid="59"/>
                                        </p:tgtEl>
                                        <p:attrNameLst>
                                          <p:attrName>ppt_w</p:attrName>
                                        </p:attrNameLst>
                                      </p:cBhvr>
                                      <p:tavLst>
                                        <p:tav tm="0">
                                          <p:val>
                                            <p:fltVal val="0"/>
                                          </p:val>
                                        </p:tav>
                                        <p:tav tm="100000">
                                          <p:val>
                                            <p:strVal val="#ppt_w"/>
                                          </p:val>
                                        </p:tav>
                                      </p:tavLst>
                                    </p:anim>
                                    <p:anim calcmode="lin" valueType="num">
                                      <p:cBhvr>
                                        <p:cTn id="39" dur="500" fill="hold"/>
                                        <p:tgtEl>
                                          <p:spTgt spid="59"/>
                                        </p:tgtEl>
                                        <p:attrNameLst>
                                          <p:attrName>ppt_h</p:attrName>
                                        </p:attrNameLst>
                                      </p:cBhvr>
                                      <p:tavLst>
                                        <p:tav tm="0">
                                          <p:val>
                                            <p:fltVal val="0"/>
                                          </p:val>
                                        </p:tav>
                                        <p:tav tm="100000">
                                          <p:val>
                                            <p:strVal val="#ppt_h"/>
                                          </p:val>
                                        </p:tav>
                                      </p:tavLst>
                                    </p:anim>
                                    <p:animEffect transition="in" filter="fade">
                                      <p:cBhvr>
                                        <p:cTn id="40" dur="500"/>
                                        <p:tgtEl>
                                          <p:spTgt spid="59"/>
                                        </p:tgtEl>
                                      </p:cBhvr>
                                    </p:animEffect>
                                  </p:childTnLst>
                                </p:cTn>
                              </p:par>
                            </p:childTnLst>
                          </p:cTn>
                        </p:par>
                        <p:par>
                          <p:cTn id="41" fill="hold">
                            <p:stCondLst>
                              <p:cond delay="500"/>
                            </p:stCondLst>
                            <p:childTnLst>
                              <p:par>
                                <p:cTn id="42" presetID="1" presetClass="entr" presetSubtype="0" fill="hold" grpId="0" nodeType="afterEffect">
                                  <p:stCondLst>
                                    <p:cond delay="0"/>
                                  </p:stCondLst>
                                  <p:iterate type="lt">
                                    <p:tmAbs val="100"/>
                                  </p:iterate>
                                  <p:childTnLst>
                                    <p:set>
                                      <p:cBhvr>
                                        <p:cTn id="43" dur="1" fill="hold">
                                          <p:stCondLst>
                                            <p:cond delay="0"/>
                                          </p:stCondLst>
                                        </p:cTn>
                                        <p:tgtEl>
                                          <p:spTgt spid="60"/>
                                        </p:tgtEl>
                                        <p:attrNameLst>
                                          <p:attrName>style.visibility</p:attrName>
                                        </p:attrNameLst>
                                      </p:cBhvr>
                                      <p:to>
                                        <p:strVal val="visible"/>
                                      </p:to>
                                    </p:set>
                                  </p:childTnLst>
                                </p:cTn>
                              </p:par>
                            </p:childTnLst>
                          </p:cTn>
                        </p:par>
                      </p:childTnLst>
                    </p:cTn>
                  </p:par>
                  <p:par>
                    <p:cTn id="44" fill="hold">
                      <p:stCondLst>
                        <p:cond delay="indefinite"/>
                      </p:stCondLst>
                      <p:childTnLst>
                        <p:par>
                          <p:cTn id="45" fill="hold">
                            <p:stCondLst>
                              <p:cond delay="0"/>
                            </p:stCondLst>
                            <p:childTnLst>
                              <p:par>
                                <p:cTn id="46" presetID="53" presetClass="entr" presetSubtype="16" fill="hold" grpId="0" nodeType="clickEffect">
                                  <p:stCondLst>
                                    <p:cond delay="0"/>
                                  </p:stCondLst>
                                  <p:childTnLst>
                                    <p:set>
                                      <p:cBhvr>
                                        <p:cTn id="47" dur="1" fill="hold">
                                          <p:stCondLst>
                                            <p:cond delay="0"/>
                                          </p:stCondLst>
                                        </p:cTn>
                                        <p:tgtEl>
                                          <p:spTgt spid="61"/>
                                        </p:tgtEl>
                                        <p:attrNameLst>
                                          <p:attrName>style.visibility</p:attrName>
                                        </p:attrNameLst>
                                      </p:cBhvr>
                                      <p:to>
                                        <p:strVal val="visible"/>
                                      </p:to>
                                    </p:set>
                                    <p:anim calcmode="lin" valueType="num">
                                      <p:cBhvr>
                                        <p:cTn id="48" dur="500" fill="hold"/>
                                        <p:tgtEl>
                                          <p:spTgt spid="61"/>
                                        </p:tgtEl>
                                        <p:attrNameLst>
                                          <p:attrName>ppt_w</p:attrName>
                                        </p:attrNameLst>
                                      </p:cBhvr>
                                      <p:tavLst>
                                        <p:tav tm="0">
                                          <p:val>
                                            <p:fltVal val="0"/>
                                          </p:val>
                                        </p:tav>
                                        <p:tav tm="100000">
                                          <p:val>
                                            <p:strVal val="#ppt_w"/>
                                          </p:val>
                                        </p:tav>
                                      </p:tavLst>
                                    </p:anim>
                                    <p:anim calcmode="lin" valueType="num">
                                      <p:cBhvr>
                                        <p:cTn id="49" dur="500" fill="hold"/>
                                        <p:tgtEl>
                                          <p:spTgt spid="61"/>
                                        </p:tgtEl>
                                        <p:attrNameLst>
                                          <p:attrName>ppt_h</p:attrName>
                                        </p:attrNameLst>
                                      </p:cBhvr>
                                      <p:tavLst>
                                        <p:tav tm="0">
                                          <p:val>
                                            <p:fltVal val="0"/>
                                          </p:val>
                                        </p:tav>
                                        <p:tav tm="100000">
                                          <p:val>
                                            <p:strVal val="#ppt_h"/>
                                          </p:val>
                                        </p:tav>
                                      </p:tavLst>
                                    </p:anim>
                                    <p:animEffect transition="in" filter="fade">
                                      <p:cBhvr>
                                        <p:cTn id="50" dur="500"/>
                                        <p:tgtEl>
                                          <p:spTgt spid="61"/>
                                        </p:tgtEl>
                                      </p:cBhvr>
                                    </p:animEffect>
                                  </p:childTnLst>
                                </p:cTn>
                              </p:par>
                            </p:childTnLst>
                          </p:cTn>
                        </p:par>
                        <p:par>
                          <p:cTn id="51" fill="hold">
                            <p:stCondLst>
                              <p:cond delay="500"/>
                            </p:stCondLst>
                            <p:childTnLst>
                              <p:par>
                                <p:cTn id="52" presetID="1" presetClass="entr" presetSubtype="0" fill="hold" grpId="0" nodeType="afterEffect">
                                  <p:stCondLst>
                                    <p:cond delay="0"/>
                                  </p:stCondLst>
                                  <p:iterate type="lt">
                                    <p:tmAbs val="100"/>
                                  </p:iterate>
                                  <p:childTnLst>
                                    <p:set>
                                      <p:cBhvr>
                                        <p:cTn id="53" dur="1" fill="hold">
                                          <p:stCondLst>
                                            <p:cond delay="0"/>
                                          </p:stCondLst>
                                        </p:cTn>
                                        <p:tgtEl>
                                          <p:spTgt spid="62"/>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6" grpId="0" animBg="1"/>
      <p:bldP spid="8" grpId="0" animBg="1"/>
      <p:bldP spid="56" grpId="0"/>
      <p:bldP spid="57" grpId="0" animBg="1"/>
      <p:bldP spid="58" grpId="0"/>
      <p:bldP spid="59" grpId="0" animBg="1"/>
      <p:bldP spid="60" grpId="0"/>
      <p:bldP spid="61" grpId="0" animBg="1"/>
      <p:bldP spid="62" grpId="0"/>
    </p:bldLst>
  </p:timing>
</p:sld>
</file>

<file path=ppt/slides/slide12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31" name="组合 30">
            <a:extLst>
              <a:ext uri="{FF2B5EF4-FFF2-40B4-BE49-F238E27FC236}">
                <a16:creationId xmlns:a16="http://schemas.microsoft.com/office/drawing/2014/main" id="{F2239924-379E-4055-B581-4CBEF8991835}"/>
              </a:ext>
            </a:extLst>
          </p:cNvPr>
          <p:cNvGrpSpPr/>
          <p:nvPr/>
        </p:nvGrpSpPr>
        <p:grpSpPr>
          <a:xfrm>
            <a:off x="2657681" y="2160579"/>
            <a:ext cx="1799628" cy="1257155"/>
            <a:chOff x="2657681" y="2160579"/>
            <a:chExt cx="1799628" cy="1257155"/>
          </a:xfrm>
        </p:grpSpPr>
        <p:cxnSp>
          <p:nvCxnSpPr>
            <p:cNvPr id="67" name="直接连接符 66">
              <a:extLst>
                <a:ext uri="{FF2B5EF4-FFF2-40B4-BE49-F238E27FC236}">
                  <a16:creationId xmlns:a16="http://schemas.microsoft.com/office/drawing/2014/main" id="{DA6355CA-0F23-4088-9179-498D006D6F23}"/>
                </a:ext>
              </a:extLst>
            </p:cNvPr>
            <p:cNvCxnSpPr>
              <a:cxnSpLocks/>
            </p:cNvCxnSpPr>
            <p:nvPr/>
          </p:nvCxnSpPr>
          <p:spPr>
            <a:xfrm flipH="1">
              <a:off x="2657681" y="3417734"/>
              <a:ext cx="1799628" cy="0"/>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68" name="直接箭头连接符 67">
              <a:extLst>
                <a:ext uri="{FF2B5EF4-FFF2-40B4-BE49-F238E27FC236}">
                  <a16:creationId xmlns:a16="http://schemas.microsoft.com/office/drawing/2014/main" id="{BC462BF6-0FBA-481F-80D1-28F9CCD1B206}"/>
                </a:ext>
              </a:extLst>
            </p:cNvPr>
            <p:cNvCxnSpPr>
              <a:cxnSpLocks/>
            </p:cNvCxnSpPr>
            <p:nvPr/>
          </p:nvCxnSpPr>
          <p:spPr>
            <a:xfrm>
              <a:off x="3313997" y="2160579"/>
              <a:ext cx="0" cy="1257155"/>
            </a:xfrm>
            <a:prstGeom prst="straightConnector1">
              <a:avLst/>
            </a:prstGeom>
            <a:ln w="12700">
              <a:solidFill>
                <a:schemeClr val="tx1"/>
              </a:solidFill>
              <a:headEnd type="triangle"/>
              <a:tailEnd type="triangle"/>
            </a:ln>
          </p:spPr>
          <p:style>
            <a:lnRef idx="1">
              <a:schemeClr val="accent1"/>
            </a:lnRef>
            <a:fillRef idx="0">
              <a:schemeClr val="accent1"/>
            </a:fillRef>
            <a:effectRef idx="0">
              <a:schemeClr val="accent1"/>
            </a:effectRef>
            <a:fontRef idx="minor">
              <a:schemeClr val="tx1"/>
            </a:fontRef>
          </p:style>
        </p:cxnSp>
        <p:sp>
          <p:nvSpPr>
            <p:cNvPr id="69" name="文本框 68">
              <a:extLst>
                <a:ext uri="{FF2B5EF4-FFF2-40B4-BE49-F238E27FC236}">
                  <a16:creationId xmlns:a16="http://schemas.microsoft.com/office/drawing/2014/main" id="{807016C4-B120-4052-B683-8EAD4B9F37A0}"/>
                </a:ext>
              </a:extLst>
            </p:cNvPr>
            <p:cNvSpPr txBox="1"/>
            <p:nvPr/>
          </p:nvSpPr>
          <p:spPr>
            <a:xfrm>
              <a:off x="3003490" y="2597246"/>
              <a:ext cx="615339" cy="369332"/>
            </a:xfrm>
            <a:prstGeom prst="rect">
              <a:avLst/>
            </a:prstGeom>
            <a:solidFill>
              <a:schemeClr val="bg1"/>
            </a:solidFill>
          </p:spPr>
          <p:txBody>
            <a:bodyPr wrap="square" rtlCol="0">
              <a:spAutoFit/>
            </a:bodyPr>
            <a:lstStyle/>
            <a:p>
              <a:pPr algn="ctr"/>
              <a:r>
                <a:rPr lang="en-US" altLang="zh-CN" b="1" dirty="0">
                  <a:latin typeface="Arial Narrow" panose="020B0606020202030204" pitchFamily="34" charset="0"/>
                </a:rPr>
                <a:t>RTO</a:t>
              </a:r>
              <a:endParaRPr lang="zh-CN" altLang="en-US" b="1" dirty="0">
                <a:latin typeface="Arial Narrow" panose="020B0606020202030204" pitchFamily="34" charset="0"/>
              </a:endParaRPr>
            </a:p>
          </p:txBody>
        </p:sp>
        <p:cxnSp>
          <p:nvCxnSpPr>
            <p:cNvPr id="71" name="直接连接符 70">
              <a:extLst>
                <a:ext uri="{FF2B5EF4-FFF2-40B4-BE49-F238E27FC236}">
                  <a16:creationId xmlns:a16="http://schemas.microsoft.com/office/drawing/2014/main" id="{8A74443A-FA26-44DB-9F3E-575FAF1BAA30}"/>
                </a:ext>
              </a:extLst>
            </p:cNvPr>
            <p:cNvCxnSpPr>
              <a:cxnSpLocks/>
            </p:cNvCxnSpPr>
            <p:nvPr/>
          </p:nvCxnSpPr>
          <p:spPr>
            <a:xfrm flipH="1">
              <a:off x="2657681" y="2165210"/>
              <a:ext cx="1799628" cy="0"/>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sp>
          <p:nvSpPr>
            <p:cNvPr id="77" name="chronometer_117482">
              <a:extLst>
                <a:ext uri="{FF2B5EF4-FFF2-40B4-BE49-F238E27FC236}">
                  <a16:creationId xmlns:a16="http://schemas.microsoft.com/office/drawing/2014/main" id="{9EE1D83E-6058-42D2-9278-48782B6085E2}"/>
                </a:ext>
              </a:extLst>
            </p:cNvPr>
            <p:cNvSpPr/>
            <p:nvPr/>
          </p:nvSpPr>
          <p:spPr>
            <a:xfrm>
              <a:off x="2752605" y="2577270"/>
              <a:ext cx="304613" cy="369332"/>
            </a:xfrm>
            <a:custGeom>
              <a:avLst/>
              <a:gdLst>
                <a:gd name="T0" fmla="*/ 0 w 3733"/>
                <a:gd name="T1" fmla="*/ 2667 h 4533"/>
                <a:gd name="T2" fmla="*/ 1867 w 3733"/>
                <a:gd name="T3" fmla="*/ 4533 h 4533"/>
                <a:gd name="T4" fmla="*/ 3733 w 3733"/>
                <a:gd name="T5" fmla="*/ 2667 h 4533"/>
                <a:gd name="T6" fmla="*/ 3161 w 3733"/>
                <a:gd name="T7" fmla="*/ 1323 h 4533"/>
                <a:gd name="T8" fmla="*/ 3408 w 3733"/>
                <a:gd name="T9" fmla="*/ 1075 h 4533"/>
                <a:gd name="T10" fmla="*/ 3408 w 3733"/>
                <a:gd name="T11" fmla="*/ 792 h 4533"/>
                <a:gd name="T12" fmla="*/ 3125 w 3733"/>
                <a:gd name="T13" fmla="*/ 792 h 4533"/>
                <a:gd name="T14" fmla="*/ 2842 w 3733"/>
                <a:gd name="T15" fmla="*/ 1076 h 4533"/>
                <a:gd name="T16" fmla="*/ 2067 w 3733"/>
                <a:gd name="T17" fmla="*/ 811 h 4533"/>
                <a:gd name="T18" fmla="*/ 2067 w 3733"/>
                <a:gd name="T19" fmla="*/ 400 h 4533"/>
                <a:gd name="T20" fmla="*/ 2667 w 3733"/>
                <a:gd name="T21" fmla="*/ 400 h 4533"/>
                <a:gd name="T22" fmla="*/ 2867 w 3733"/>
                <a:gd name="T23" fmla="*/ 200 h 4533"/>
                <a:gd name="T24" fmla="*/ 2667 w 3733"/>
                <a:gd name="T25" fmla="*/ 0 h 4533"/>
                <a:gd name="T26" fmla="*/ 1067 w 3733"/>
                <a:gd name="T27" fmla="*/ 0 h 4533"/>
                <a:gd name="T28" fmla="*/ 867 w 3733"/>
                <a:gd name="T29" fmla="*/ 200 h 4533"/>
                <a:gd name="T30" fmla="*/ 1067 w 3733"/>
                <a:gd name="T31" fmla="*/ 400 h 4533"/>
                <a:gd name="T32" fmla="*/ 1667 w 3733"/>
                <a:gd name="T33" fmla="*/ 400 h 4533"/>
                <a:gd name="T34" fmla="*/ 1667 w 3733"/>
                <a:gd name="T35" fmla="*/ 811 h 4533"/>
                <a:gd name="T36" fmla="*/ 891 w 3733"/>
                <a:gd name="T37" fmla="*/ 1076 h 4533"/>
                <a:gd name="T38" fmla="*/ 608 w 3733"/>
                <a:gd name="T39" fmla="*/ 792 h 4533"/>
                <a:gd name="T40" fmla="*/ 325 w 3733"/>
                <a:gd name="T41" fmla="*/ 792 h 4533"/>
                <a:gd name="T42" fmla="*/ 325 w 3733"/>
                <a:gd name="T43" fmla="*/ 1075 h 4533"/>
                <a:gd name="T44" fmla="*/ 573 w 3733"/>
                <a:gd name="T45" fmla="*/ 1323 h 4533"/>
                <a:gd name="T46" fmla="*/ 0 w 3733"/>
                <a:gd name="T47" fmla="*/ 2667 h 4533"/>
                <a:gd name="T48" fmla="*/ 1667 w 3733"/>
                <a:gd name="T49" fmla="*/ 1801 h 4533"/>
                <a:gd name="T50" fmla="*/ 1867 w 3733"/>
                <a:gd name="T51" fmla="*/ 1601 h 4533"/>
                <a:gd name="T52" fmla="*/ 2067 w 3733"/>
                <a:gd name="T53" fmla="*/ 1801 h 4533"/>
                <a:gd name="T54" fmla="*/ 2067 w 3733"/>
                <a:gd name="T55" fmla="*/ 2468 h 4533"/>
                <a:gd name="T56" fmla="*/ 2733 w 3733"/>
                <a:gd name="T57" fmla="*/ 2468 h 4533"/>
                <a:gd name="T58" fmla="*/ 2933 w 3733"/>
                <a:gd name="T59" fmla="*/ 2668 h 4533"/>
                <a:gd name="T60" fmla="*/ 2733 w 3733"/>
                <a:gd name="T61" fmla="*/ 2868 h 4533"/>
                <a:gd name="T62" fmla="*/ 1867 w 3733"/>
                <a:gd name="T63" fmla="*/ 2868 h 4533"/>
                <a:gd name="T64" fmla="*/ 1667 w 3733"/>
                <a:gd name="T65" fmla="*/ 2668 h 4533"/>
                <a:gd name="T66" fmla="*/ 1667 w 3733"/>
                <a:gd name="T67" fmla="*/ 1801 h 45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3733" h="4533">
                  <a:moveTo>
                    <a:pt x="0" y="2667"/>
                  </a:moveTo>
                  <a:cubicBezTo>
                    <a:pt x="0" y="3696"/>
                    <a:pt x="837" y="4533"/>
                    <a:pt x="1867" y="4533"/>
                  </a:cubicBezTo>
                  <a:cubicBezTo>
                    <a:pt x="2896" y="4533"/>
                    <a:pt x="3733" y="3696"/>
                    <a:pt x="3733" y="2667"/>
                  </a:cubicBezTo>
                  <a:cubicBezTo>
                    <a:pt x="3733" y="2139"/>
                    <a:pt x="3513" y="1662"/>
                    <a:pt x="3161" y="1323"/>
                  </a:cubicBezTo>
                  <a:lnTo>
                    <a:pt x="3408" y="1075"/>
                  </a:lnTo>
                  <a:cubicBezTo>
                    <a:pt x="3486" y="997"/>
                    <a:pt x="3486" y="870"/>
                    <a:pt x="3408" y="792"/>
                  </a:cubicBezTo>
                  <a:cubicBezTo>
                    <a:pt x="3330" y="714"/>
                    <a:pt x="3203" y="714"/>
                    <a:pt x="3125" y="792"/>
                  </a:cubicBezTo>
                  <a:lnTo>
                    <a:pt x="2842" y="1076"/>
                  </a:lnTo>
                  <a:cubicBezTo>
                    <a:pt x="2612" y="934"/>
                    <a:pt x="2348" y="841"/>
                    <a:pt x="2067" y="811"/>
                  </a:cubicBezTo>
                  <a:lnTo>
                    <a:pt x="2067" y="400"/>
                  </a:lnTo>
                  <a:lnTo>
                    <a:pt x="2667" y="400"/>
                  </a:lnTo>
                  <a:cubicBezTo>
                    <a:pt x="2777" y="400"/>
                    <a:pt x="2867" y="310"/>
                    <a:pt x="2867" y="200"/>
                  </a:cubicBezTo>
                  <a:cubicBezTo>
                    <a:pt x="2867" y="90"/>
                    <a:pt x="2777" y="0"/>
                    <a:pt x="2667" y="0"/>
                  </a:cubicBezTo>
                  <a:lnTo>
                    <a:pt x="1067" y="0"/>
                  </a:lnTo>
                  <a:cubicBezTo>
                    <a:pt x="956" y="0"/>
                    <a:pt x="867" y="90"/>
                    <a:pt x="867" y="200"/>
                  </a:cubicBezTo>
                  <a:cubicBezTo>
                    <a:pt x="867" y="310"/>
                    <a:pt x="956" y="400"/>
                    <a:pt x="1067" y="400"/>
                  </a:cubicBezTo>
                  <a:lnTo>
                    <a:pt x="1667" y="400"/>
                  </a:lnTo>
                  <a:lnTo>
                    <a:pt x="1667" y="811"/>
                  </a:lnTo>
                  <a:cubicBezTo>
                    <a:pt x="1385" y="841"/>
                    <a:pt x="1122" y="934"/>
                    <a:pt x="891" y="1076"/>
                  </a:cubicBezTo>
                  <a:lnTo>
                    <a:pt x="608" y="792"/>
                  </a:lnTo>
                  <a:cubicBezTo>
                    <a:pt x="530" y="714"/>
                    <a:pt x="403" y="714"/>
                    <a:pt x="325" y="792"/>
                  </a:cubicBezTo>
                  <a:cubicBezTo>
                    <a:pt x="247" y="870"/>
                    <a:pt x="247" y="997"/>
                    <a:pt x="325" y="1075"/>
                  </a:cubicBezTo>
                  <a:lnTo>
                    <a:pt x="573" y="1323"/>
                  </a:lnTo>
                  <a:cubicBezTo>
                    <a:pt x="220" y="1662"/>
                    <a:pt x="0" y="2139"/>
                    <a:pt x="0" y="2667"/>
                  </a:cubicBezTo>
                  <a:close/>
                  <a:moveTo>
                    <a:pt x="1667" y="1801"/>
                  </a:moveTo>
                  <a:cubicBezTo>
                    <a:pt x="1667" y="1691"/>
                    <a:pt x="1756" y="1601"/>
                    <a:pt x="1867" y="1601"/>
                  </a:cubicBezTo>
                  <a:cubicBezTo>
                    <a:pt x="1977" y="1601"/>
                    <a:pt x="2067" y="1691"/>
                    <a:pt x="2067" y="1801"/>
                  </a:cubicBezTo>
                  <a:lnTo>
                    <a:pt x="2067" y="2468"/>
                  </a:lnTo>
                  <a:lnTo>
                    <a:pt x="2733" y="2468"/>
                  </a:lnTo>
                  <a:cubicBezTo>
                    <a:pt x="2844" y="2468"/>
                    <a:pt x="2933" y="2557"/>
                    <a:pt x="2933" y="2668"/>
                  </a:cubicBezTo>
                  <a:cubicBezTo>
                    <a:pt x="2933" y="2778"/>
                    <a:pt x="2844" y="2868"/>
                    <a:pt x="2733" y="2868"/>
                  </a:cubicBezTo>
                  <a:lnTo>
                    <a:pt x="1867" y="2868"/>
                  </a:lnTo>
                  <a:cubicBezTo>
                    <a:pt x="1756" y="2868"/>
                    <a:pt x="1667" y="2778"/>
                    <a:pt x="1667" y="2668"/>
                  </a:cubicBezTo>
                  <a:lnTo>
                    <a:pt x="1667" y="1801"/>
                  </a:lnTo>
                  <a:close/>
                </a:path>
              </a:pathLst>
            </a:custGeom>
            <a:solidFill>
              <a:schemeClr val="accent1"/>
            </a:solidFill>
            <a:ln>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zh-CN"/>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a:p>
          </p:txBody>
        </p:sp>
      </p:grpSp>
      <p:grpSp>
        <p:nvGrpSpPr>
          <p:cNvPr id="25" name="组合 24">
            <a:extLst>
              <a:ext uri="{FF2B5EF4-FFF2-40B4-BE49-F238E27FC236}">
                <a16:creationId xmlns:a16="http://schemas.microsoft.com/office/drawing/2014/main" id="{B488D947-5771-4780-BA45-7EE170C113D3}"/>
              </a:ext>
            </a:extLst>
          </p:cNvPr>
          <p:cNvGrpSpPr/>
          <p:nvPr/>
        </p:nvGrpSpPr>
        <p:grpSpPr>
          <a:xfrm>
            <a:off x="3807972" y="2160579"/>
            <a:ext cx="649337" cy="1009754"/>
            <a:chOff x="3807972" y="2160579"/>
            <a:chExt cx="649337" cy="1009754"/>
          </a:xfrm>
        </p:grpSpPr>
        <p:cxnSp>
          <p:nvCxnSpPr>
            <p:cNvPr id="63" name="直接连接符 62">
              <a:extLst>
                <a:ext uri="{FF2B5EF4-FFF2-40B4-BE49-F238E27FC236}">
                  <a16:creationId xmlns:a16="http://schemas.microsoft.com/office/drawing/2014/main" id="{E4575553-1692-4F12-8972-4675651BF5FB}"/>
                </a:ext>
              </a:extLst>
            </p:cNvPr>
            <p:cNvCxnSpPr>
              <a:cxnSpLocks/>
            </p:cNvCxnSpPr>
            <p:nvPr/>
          </p:nvCxnSpPr>
          <p:spPr>
            <a:xfrm flipH="1">
              <a:off x="3893127" y="3170333"/>
              <a:ext cx="564182" cy="0"/>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6" name="直接箭头连接符 15">
              <a:extLst>
                <a:ext uri="{FF2B5EF4-FFF2-40B4-BE49-F238E27FC236}">
                  <a16:creationId xmlns:a16="http://schemas.microsoft.com/office/drawing/2014/main" id="{9CC52D21-AC52-497A-AADC-890198090AEC}"/>
                </a:ext>
              </a:extLst>
            </p:cNvPr>
            <p:cNvCxnSpPr/>
            <p:nvPr/>
          </p:nvCxnSpPr>
          <p:spPr>
            <a:xfrm>
              <a:off x="4124089" y="2160579"/>
              <a:ext cx="0" cy="1009754"/>
            </a:xfrm>
            <a:prstGeom prst="straightConnector1">
              <a:avLst/>
            </a:prstGeom>
            <a:ln w="12700">
              <a:solidFill>
                <a:schemeClr val="tx1"/>
              </a:solidFill>
              <a:headEnd type="triangle"/>
              <a:tailEnd type="triangle"/>
            </a:ln>
          </p:spPr>
          <p:style>
            <a:lnRef idx="1">
              <a:schemeClr val="accent1"/>
            </a:lnRef>
            <a:fillRef idx="0">
              <a:schemeClr val="accent1"/>
            </a:fillRef>
            <a:effectRef idx="0">
              <a:schemeClr val="accent1"/>
            </a:effectRef>
            <a:fontRef idx="minor">
              <a:schemeClr val="tx1"/>
            </a:fontRef>
          </p:style>
        </p:cxnSp>
        <p:sp>
          <p:nvSpPr>
            <p:cNvPr id="64" name="文本框 63">
              <a:extLst>
                <a:ext uri="{FF2B5EF4-FFF2-40B4-BE49-F238E27FC236}">
                  <a16:creationId xmlns:a16="http://schemas.microsoft.com/office/drawing/2014/main" id="{F0BF5CB2-B555-4AB4-8465-09F870B62DC2}"/>
                </a:ext>
              </a:extLst>
            </p:cNvPr>
            <p:cNvSpPr txBox="1"/>
            <p:nvPr/>
          </p:nvSpPr>
          <p:spPr>
            <a:xfrm>
              <a:off x="3807972" y="2475470"/>
              <a:ext cx="615339" cy="369332"/>
            </a:xfrm>
            <a:prstGeom prst="rect">
              <a:avLst/>
            </a:prstGeom>
            <a:solidFill>
              <a:schemeClr val="bg1"/>
            </a:solidFill>
          </p:spPr>
          <p:txBody>
            <a:bodyPr wrap="square" rtlCol="0">
              <a:spAutoFit/>
            </a:bodyPr>
            <a:lstStyle/>
            <a:p>
              <a:pPr algn="ctr"/>
              <a:r>
                <a:rPr lang="en-US" altLang="zh-CN" b="1" dirty="0">
                  <a:latin typeface="Arial Narrow" panose="020B0606020202030204" pitchFamily="34" charset="0"/>
                </a:rPr>
                <a:t>RTT</a:t>
              </a:r>
              <a:endParaRPr lang="zh-CN" altLang="en-US" b="1" dirty="0">
                <a:latin typeface="Arial Narrow" panose="020B0606020202030204" pitchFamily="34" charset="0"/>
              </a:endParaRPr>
            </a:p>
          </p:txBody>
        </p:sp>
        <p:cxnSp>
          <p:nvCxnSpPr>
            <p:cNvPr id="65" name="直接连接符 64">
              <a:extLst>
                <a:ext uri="{FF2B5EF4-FFF2-40B4-BE49-F238E27FC236}">
                  <a16:creationId xmlns:a16="http://schemas.microsoft.com/office/drawing/2014/main" id="{467F7A00-3165-4238-A5CB-FEC4952C9AC1}"/>
                </a:ext>
              </a:extLst>
            </p:cNvPr>
            <p:cNvCxnSpPr>
              <a:cxnSpLocks/>
            </p:cNvCxnSpPr>
            <p:nvPr/>
          </p:nvCxnSpPr>
          <p:spPr>
            <a:xfrm flipH="1">
              <a:off x="3893127" y="2165148"/>
              <a:ext cx="564182" cy="0"/>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44" name="组合 43">
            <a:extLst>
              <a:ext uri="{FF2B5EF4-FFF2-40B4-BE49-F238E27FC236}">
                <a16:creationId xmlns:a16="http://schemas.microsoft.com/office/drawing/2014/main" id="{4E655FF0-9AED-47CE-9C07-0C8C3ECA9984}"/>
              </a:ext>
            </a:extLst>
          </p:cNvPr>
          <p:cNvGrpSpPr/>
          <p:nvPr/>
        </p:nvGrpSpPr>
        <p:grpSpPr>
          <a:xfrm>
            <a:off x="4182910" y="1863472"/>
            <a:ext cx="3873794" cy="4151587"/>
            <a:chOff x="4182910" y="1863472"/>
            <a:chExt cx="3873794" cy="4151587"/>
          </a:xfrm>
        </p:grpSpPr>
        <p:cxnSp>
          <p:nvCxnSpPr>
            <p:cNvPr id="54" name="直接箭头连接符 53">
              <a:extLst>
                <a:ext uri="{FF2B5EF4-FFF2-40B4-BE49-F238E27FC236}">
                  <a16:creationId xmlns:a16="http://schemas.microsoft.com/office/drawing/2014/main" id="{C2F5634E-BA1B-4D66-96B1-B71660808B8B}"/>
                </a:ext>
              </a:extLst>
            </p:cNvPr>
            <p:cNvCxnSpPr>
              <a:cxnSpLocks/>
            </p:cNvCxnSpPr>
            <p:nvPr/>
          </p:nvCxnSpPr>
          <p:spPr>
            <a:xfrm>
              <a:off x="7798891" y="1863472"/>
              <a:ext cx="0" cy="4121692"/>
            </a:xfrm>
            <a:prstGeom prst="straightConnector1">
              <a:avLst/>
            </a:prstGeom>
            <a:ln w="25400">
              <a:solidFill>
                <a:schemeClr val="tx1"/>
              </a:solidFill>
              <a:tailEnd type="triangle"/>
            </a:ln>
          </p:spPr>
          <p:style>
            <a:lnRef idx="1">
              <a:schemeClr val="accent1"/>
            </a:lnRef>
            <a:fillRef idx="0">
              <a:schemeClr val="accent1"/>
            </a:fillRef>
            <a:effectRef idx="0">
              <a:schemeClr val="accent1"/>
            </a:effectRef>
            <a:fontRef idx="minor">
              <a:schemeClr val="tx1"/>
            </a:fontRef>
          </p:style>
        </p:cxnSp>
        <p:cxnSp>
          <p:nvCxnSpPr>
            <p:cNvPr id="14" name="直接箭头连接符 13">
              <a:extLst>
                <a:ext uri="{FF2B5EF4-FFF2-40B4-BE49-F238E27FC236}">
                  <a16:creationId xmlns:a16="http://schemas.microsoft.com/office/drawing/2014/main" id="{5DFA9C35-F25A-4DB3-8C67-0A5DC93590BD}"/>
                </a:ext>
              </a:extLst>
            </p:cNvPr>
            <p:cNvCxnSpPr>
              <a:cxnSpLocks/>
            </p:cNvCxnSpPr>
            <p:nvPr/>
          </p:nvCxnSpPr>
          <p:spPr>
            <a:xfrm>
              <a:off x="4466378" y="1863472"/>
              <a:ext cx="0" cy="4121692"/>
            </a:xfrm>
            <a:prstGeom prst="straightConnector1">
              <a:avLst/>
            </a:prstGeom>
            <a:ln w="25400">
              <a:solidFill>
                <a:schemeClr val="tx1"/>
              </a:solidFill>
              <a:tailEnd type="triangle"/>
            </a:ln>
          </p:spPr>
          <p:style>
            <a:lnRef idx="1">
              <a:schemeClr val="accent1"/>
            </a:lnRef>
            <a:fillRef idx="0">
              <a:schemeClr val="accent1"/>
            </a:fillRef>
            <a:effectRef idx="0">
              <a:schemeClr val="accent1"/>
            </a:effectRef>
            <a:fontRef idx="minor">
              <a:schemeClr val="tx1"/>
            </a:fontRef>
          </p:style>
        </p:cxnSp>
        <p:sp>
          <p:nvSpPr>
            <p:cNvPr id="29" name="文本框 28">
              <a:extLst>
                <a:ext uri="{FF2B5EF4-FFF2-40B4-BE49-F238E27FC236}">
                  <a16:creationId xmlns:a16="http://schemas.microsoft.com/office/drawing/2014/main" id="{4FF3F173-B2A0-456F-A798-5EF84BB1A73F}"/>
                </a:ext>
              </a:extLst>
            </p:cNvPr>
            <p:cNvSpPr txBox="1"/>
            <p:nvPr/>
          </p:nvSpPr>
          <p:spPr>
            <a:xfrm>
              <a:off x="4182910" y="5645727"/>
              <a:ext cx="221673" cy="369332"/>
            </a:xfrm>
            <a:prstGeom prst="rect">
              <a:avLst/>
            </a:prstGeom>
            <a:noFill/>
          </p:spPr>
          <p:txBody>
            <a:bodyPr wrap="square" rtlCol="0">
              <a:spAutoFit/>
            </a:bodyPr>
            <a:lstStyle/>
            <a:p>
              <a:pPr algn="r"/>
              <a:r>
                <a:rPr lang="en-US" altLang="zh-CN" b="1" dirty="0"/>
                <a:t>t</a:t>
              </a:r>
              <a:endParaRPr lang="zh-CN" altLang="en-US" b="1" dirty="0"/>
            </a:p>
          </p:txBody>
        </p:sp>
        <p:sp>
          <p:nvSpPr>
            <p:cNvPr id="34" name="文本框 33">
              <a:extLst>
                <a:ext uri="{FF2B5EF4-FFF2-40B4-BE49-F238E27FC236}">
                  <a16:creationId xmlns:a16="http://schemas.microsoft.com/office/drawing/2014/main" id="{81382C67-92C2-4AA3-8371-612A0950C151}"/>
                </a:ext>
              </a:extLst>
            </p:cNvPr>
            <p:cNvSpPr txBox="1"/>
            <p:nvPr/>
          </p:nvSpPr>
          <p:spPr>
            <a:xfrm>
              <a:off x="7835031" y="5645727"/>
              <a:ext cx="221673" cy="369332"/>
            </a:xfrm>
            <a:prstGeom prst="rect">
              <a:avLst/>
            </a:prstGeom>
            <a:noFill/>
          </p:spPr>
          <p:txBody>
            <a:bodyPr wrap="square" rtlCol="0">
              <a:spAutoFit/>
            </a:bodyPr>
            <a:lstStyle/>
            <a:p>
              <a:r>
                <a:rPr lang="en-US" altLang="zh-CN" b="1" dirty="0"/>
                <a:t>t</a:t>
              </a:r>
              <a:endParaRPr lang="zh-CN" altLang="en-US" b="1" dirty="0"/>
            </a:p>
          </p:txBody>
        </p:sp>
      </p:grpSp>
      <p:grpSp>
        <p:nvGrpSpPr>
          <p:cNvPr id="4" name="组合 3">
            <a:extLst>
              <a:ext uri="{FF2B5EF4-FFF2-40B4-BE49-F238E27FC236}">
                <a16:creationId xmlns:a16="http://schemas.microsoft.com/office/drawing/2014/main" id="{9A1EA9F2-FCB6-48C3-935F-7AE7E3AD14AC}"/>
              </a:ext>
            </a:extLst>
          </p:cNvPr>
          <p:cNvGrpSpPr/>
          <p:nvPr/>
        </p:nvGrpSpPr>
        <p:grpSpPr>
          <a:xfrm>
            <a:off x="304800" y="749300"/>
            <a:ext cx="6192344" cy="400110"/>
            <a:chOff x="424117" y="898245"/>
            <a:chExt cx="6192344" cy="400110"/>
          </a:xfrm>
        </p:grpSpPr>
        <p:sp>
          <p:nvSpPr>
            <p:cNvPr id="2" name="平行四边形 1">
              <a:extLst>
                <a:ext uri="{FF2B5EF4-FFF2-40B4-BE49-F238E27FC236}">
                  <a16:creationId xmlns:a16="http://schemas.microsoft.com/office/drawing/2014/main" id="{1F5BAA3F-9845-4F89-A2DD-8222D3E4EDAC}"/>
                </a:ext>
              </a:extLst>
            </p:cNvPr>
            <p:cNvSpPr/>
            <p:nvPr/>
          </p:nvSpPr>
          <p:spPr>
            <a:xfrm>
              <a:off x="424117" y="898245"/>
              <a:ext cx="628306" cy="387090"/>
            </a:xfrm>
            <a:prstGeom prst="parallelogram">
              <a:avLst/>
            </a:prstGeom>
            <a:solidFill>
              <a:schemeClr val="accent3">
                <a:lumMod val="75000"/>
              </a:schemeClr>
            </a:solidFill>
            <a:ln>
              <a:solidFill>
                <a:schemeClr val="accent3">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CN" sz="2200" dirty="0">
                  <a:latin typeface="Impact" panose="020B0806030902050204" pitchFamily="34" charset="0"/>
                </a:rPr>
                <a:t>01</a:t>
              </a:r>
              <a:endParaRPr lang="zh-CN" altLang="en-US" sz="2200" dirty="0">
                <a:latin typeface="Impact" panose="020B0806030902050204" pitchFamily="34" charset="0"/>
              </a:endParaRPr>
            </a:p>
          </p:txBody>
        </p:sp>
        <p:sp>
          <p:nvSpPr>
            <p:cNvPr id="3" name="文本框 2">
              <a:extLst>
                <a:ext uri="{FF2B5EF4-FFF2-40B4-BE49-F238E27FC236}">
                  <a16:creationId xmlns:a16="http://schemas.microsoft.com/office/drawing/2014/main" id="{4D6BD736-A4D3-4F26-AFED-36E11F50F70B}"/>
                </a:ext>
              </a:extLst>
            </p:cNvPr>
            <p:cNvSpPr txBox="1"/>
            <p:nvPr/>
          </p:nvSpPr>
          <p:spPr>
            <a:xfrm>
              <a:off x="1052423" y="898245"/>
              <a:ext cx="5564038" cy="400110"/>
            </a:xfrm>
            <a:prstGeom prst="rect">
              <a:avLst/>
            </a:prstGeom>
            <a:noFill/>
          </p:spPr>
          <p:txBody>
            <a:bodyPr wrap="square" rtlCol="0">
              <a:spAutoFit/>
            </a:bodyPr>
            <a:lstStyle/>
            <a:p>
              <a:r>
                <a:rPr lang="zh-CN" altLang="en-US" sz="2000" b="1" dirty="0"/>
                <a:t>停止</a:t>
              </a:r>
              <a:r>
                <a:rPr lang="en-US" altLang="zh-CN" sz="2000" b="1" dirty="0"/>
                <a:t>-</a:t>
              </a:r>
              <a:r>
                <a:rPr lang="zh-CN" altLang="en-US" sz="2000" b="1" dirty="0"/>
                <a:t>等待协议的实现原理</a:t>
              </a:r>
            </a:p>
          </p:txBody>
        </p:sp>
      </p:grpSp>
      <p:grpSp>
        <p:nvGrpSpPr>
          <p:cNvPr id="7" name="组合 6">
            <a:extLst>
              <a:ext uri="{FF2B5EF4-FFF2-40B4-BE49-F238E27FC236}">
                <a16:creationId xmlns:a16="http://schemas.microsoft.com/office/drawing/2014/main" id="{5E7BDDC2-8FDB-4028-8058-31C2E55638B8}"/>
              </a:ext>
            </a:extLst>
          </p:cNvPr>
          <p:cNvGrpSpPr/>
          <p:nvPr/>
        </p:nvGrpSpPr>
        <p:grpSpPr>
          <a:xfrm>
            <a:off x="4504661" y="2037063"/>
            <a:ext cx="2379544" cy="424553"/>
            <a:chOff x="4504661" y="2037063"/>
            <a:chExt cx="2379544" cy="424553"/>
          </a:xfrm>
        </p:grpSpPr>
        <p:cxnSp>
          <p:nvCxnSpPr>
            <p:cNvPr id="35" name="直接箭头连接符 34">
              <a:extLst>
                <a:ext uri="{FF2B5EF4-FFF2-40B4-BE49-F238E27FC236}">
                  <a16:creationId xmlns:a16="http://schemas.microsoft.com/office/drawing/2014/main" id="{86E67B9A-DDD7-44FC-95CD-DCBD0C280064}"/>
                </a:ext>
              </a:extLst>
            </p:cNvPr>
            <p:cNvCxnSpPr>
              <a:cxnSpLocks/>
            </p:cNvCxnSpPr>
            <p:nvPr/>
          </p:nvCxnSpPr>
          <p:spPr>
            <a:xfrm>
              <a:off x="4504661" y="2165620"/>
              <a:ext cx="2379544" cy="295996"/>
            </a:xfrm>
            <a:prstGeom prst="straightConnector1">
              <a:avLst/>
            </a:prstGeom>
            <a:ln w="63500" cap="rnd">
              <a:solidFill>
                <a:schemeClr val="accent3"/>
              </a:solidFill>
              <a:round/>
              <a:tailEnd type="triangle" w="med" len="lg"/>
            </a:ln>
          </p:spPr>
          <p:style>
            <a:lnRef idx="1">
              <a:schemeClr val="accent1"/>
            </a:lnRef>
            <a:fillRef idx="0">
              <a:schemeClr val="accent1"/>
            </a:fillRef>
            <a:effectRef idx="0">
              <a:schemeClr val="accent1"/>
            </a:effectRef>
            <a:fontRef idx="minor">
              <a:schemeClr val="tx1"/>
            </a:fontRef>
          </p:style>
        </p:cxnSp>
        <p:sp>
          <p:nvSpPr>
            <p:cNvPr id="36" name="文本框 35">
              <a:extLst>
                <a:ext uri="{FF2B5EF4-FFF2-40B4-BE49-F238E27FC236}">
                  <a16:creationId xmlns:a16="http://schemas.microsoft.com/office/drawing/2014/main" id="{F6F96800-C831-4F1B-B5C3-E6630CC34B4B}"/>
                </a:ext>
              </a:extLst>
            </p:cNvPr>
            <p:cNvSpPr txBox="1"/>
            <p:nvPr/>
          </p:nvSpPr>
          <p:spPr>
            <a:xfrm rot="468067">
              <a:off x="5522912" y="2037063"/>
              <a:ext cx="1107553" cy="369332"/>
            </a:xfrm>
            <a:prstGeom prst="rect">
              <a:avLst/>
            </a:prstGeom>
            <a:noFill/>
          </p:spPr>
          <p:txBody>
            <a:bodyPr wrap="square" rtlCol="0">
              <a:spAutoFit/>
            </a:bodyPr>
            <a:lstStyle/>
            <a:p>
              <a:pPr algn="ctr"/>
              <a:r>
                <a:rPr lang="en-US" altLang="zh-CN" b="1" dirty="0">
                  <a:solidFill>
                    <a:schemeClr val="accent3"/>
                  </a:solidFill>
                  <a:latin typeface="Arial Black" panose="020B0A04020102020204" pitchFamily="34" charset="0"/>
                </a:rPr>
                <a:t>DATA</a:t>
              </a:r>
              <a:endParaRPr lang="zh-CN" altLang="en-US" b="1" dirty="0">
                <a:solidFill>
                  <a:schemeClr val="accent3"/>
                </a:solidFill>
                <a:latin typeface="Arial Black" panose="020B0A04020102020204" pitchFamily="34" charset="0"/>
              </a:endParaRPr>
            </a:p>
          </p:txBody>
        </p:sp>
      </p:grpSp>
      <p:cxnSp>
        <p:nvCxnSpPr>
          <p:cNvPr id="39" name="直接箭头连接符 38">
            <a:extLst>
              <a:ext uri="{FF2B5EF4-FFF2-40B4-BE49-F238E27FC236}">
                <a16:creationId xmlns:a16="http://schemas.microsoft.com/office/drawing/2014/main" id="{C66B632F-B866-4D84-B666-E41C1C3518F3}"/>
              </a:ext>
            </a:extLst>
          </p:cNvPr>
          <p:cNvCxnSpPr/>
          <p:nvPr/>
        </p:nvCxnSpPr>
        <p:spPr>
          <a:xfrm flipH="1">
            <a:off x="4466378" y="2611337"/>
            <a:ext cx="3332513" cy="558996"/>
          </a:xfrm>
          <a:prstGeom prst="straightConnector1">
            <a:avLst/>
          </a:prstGeom>
          <a:ln w="12700">
            <a:solidFill>
              <a:schemeClr val="tx1"/>
            </a:solidFill>
            <a:prstDash val="dash"/>
            <a:tailEnd type="none" w="med" len="lg"/>
          </a:ln>
        </p:spPr>
        <p:style>
          <a:lnRef idx="1">
            <a:schemeClr val="accent1"/>
          </a:lnRef>
          <a:fillRef idx="0">
            <a:schemeClr val="accent1"/>
          </a:fillRef>
          <a:effectRef idx="0">
            <a:schemeClr val="accent1"/>
          </a:effectRef>
          <a:fontRef idx="minor">
            <a:schemeClr val="tx1"/>
          </a:fontRef>
        </p:style>
      </p:cxnSp>
      <p:grpSp>
        <p:nvGrpSpPr>
          <p:cNvPr id="82" name="组合 81">
            <a:extLst>
              <a:ext uri="{FF2B5EF4-FFF2-40B4-BE49-F238E27FC236}">
                <a16:creationId xmlns:a16="http://schemas.microsoft.com/office/drawing/2014/main" id="{0FD607FA-E2A6-4DC0-A08A-639F776C028F}"/>
              </a:ext>
            </a:extLst>
          </p:cNvPr>
          <p:cNvGrpSpPr/>
          <p:nvPr/>
        </p:nvGrpSpPr>
        <p:grpSpPr>
          <a:xfrm>
            <a:off x="4495592" y="3297814"/>
            <a:ext cx="3303300" cy="552397"/>
            <a:chOff x="4495592" y="4165469"/>
            <a:chExt cx="3303300" cy="552397"/>
          </a:xfrm>
        </p:grpSpPr>
        <p:cxnSp>
          <p:nvCxnSpPr>
            <p:cNvPr id="73" name="直接箭头连接符 72">
              <a:extLst>
                <a:ext uri="{FF2B5EF4-FFF2-40B4-BE49-F238E27FC236}">
                  <a16:creationId xmlns:a16="http://schemas.microsoft.com/office/drawing/2014/main" id="{1DC00F8B-25F0-411D-BE9F-076B8D403830}"/>
                </a:ext>
              </a:extLst>
            </p:cNvPr>
            <p:cNvCxnSpPr>
              <a:cxnSpLocks/>
            </p:cNvCxnSpPr>
            <p:nvPr/>
          </p:nvCxnSpPr>
          <p:spPr>
            <a:xfrm>
              <a:off x="4495592" y="4318282"/>
              <a:ext cx="3303300" cy="399584"/>
            </a:xfrm>
            <a:prstGeom prst="straightConnector1">
              <a:avLst/>
            </a:prstGeom>
            <a:ln w="63500" cap="rnd">
              <a:solidFill>
                <a:schemeClr val="accent3"/>
              </a:solidFill>
              <a:round/>
              <a:tailEnd type="triangle" w="med" len="lg"/>
            </a:ln>
          </p:spPr>
          <p:style>
            <a:lnRef idx="1">
              <a:schemeClr val="accent1"/>
            </a:lnRef>
            <a:fillRef idx="0">
              <a:schemeClr val="accent1"/>
            </a:fillRef>
            <a:effectRef idx="0">
              <a:schemeClr val="accent1"/>
            </a:effectRef>
            <a:fontRef idx="minor">
              <a:schemeClr val="tx1"/>
            </a:fontRef>
          </p:style>
        </p:cxnSp>
        <p:sp>
          <p:nvSpPr>
            <p:cNvPr id="74" name="文本框 73">
              <a:extLst>
                <a:ext uri="{FF2B5EF4-FFF2-40B4-BE49-F238E27FC236}">
                  <a16:creationId xmlns:a16="http://schemas.microsoft.com/office/drawing/2014/main" id="{370F8F17-09F0-4B7E-8882-A8D15EF5C062}"/>
                </a:ext>
              </a:extLst>
            </p:cNvPr>
            <p:cNvSpPr txBox="1"/>
            <p:nvPr/>
          </p:nvSpPr>
          <p:spPr>
            <a:xfrm rot="468067">
              <a:off x="5149318" y="4165469"/>
              <a:ext cx="2099874" cy="369332"/>
            </a:xfrm>
            <a:prstGeom prst="rect">
              <a:avLst/>
            </a:prstGeom>
            <a:noFill/>
          </p:spPr>
          <p:txBody>
            <a:bodyPr wrap="square" rtlCol="0">
              <a:spAutoFit/>
            </a:bodyPr>
            <a:lstStyle/>
            <a:p>
              <a:pPr algn="ctr"/>
              <a:r>
                <a:rPr lang="zh-CN" altLang="en-US" b="1" dirty="0">
                  <a:solidFill>
                    <a:schemeClr val="accent3"/>
                  </a:solidFill>
                  <a:latin typeface="Arial Black" panose="020B0A04020102020204" pitchFamily="34" charset="0"/>
                </a:rPr>
                <a:t>重传之前的</a:t>
              </a:r>
              <a:r>
                <a:rPr lang="en-US" altLang="zh-CN" b="1" dirty="0">
                  <a:solidFill>
                    <a:schemeClr val="accent3"/>
                  </a:solidFill>
                  <a:latin typeface="Arial Black" panose="020B0A04020102020204" pitchFamily="34" charset="0"/>
                </a:rPr>
                <a:t>DATA</a:t>
              </a:r>
              <a:endParaRPr lang="zh-CN" altLang="en-US" b="1" dirty="0">
                <a:solidFill>
                  <a:schemeClr val="accent3"/>
                </a:solidFill>
                <a:latin typeface="Arial Black" panose="020B0A04020102020204" pitchFamily="34" charset="0"/>
              </a:endParaRPr>
            </a:p>
          </p:txBody>
        </p:sp>
      </p:grpSp>
      <p:grpSp>
        <p:nvGrpSpPr>
          <p:cNvPr id="83" name="组合 82">
            <a:extLst>
              <a:ext uri="{FF2B5EF4-FFF2-40B4-BE49-F238E27FC236}">
                <a16:creationId xmlns:a16="http://schemas.microsoft.com/office/drawing/2014/main" id="{6FEAC98D-6CFE-4063-B9A2-4676B7035823}"/>
              </a:ext>
            </a:extLst>
          </p:cNvPr>
          <p:cNvGrpSpPr/>
          <p:nvPr/>
        </p:nvGrpSpPr>
        <p:grpSpPr>
          <a:xfrm>
            <a:off x="4457309" y="3869925"/>
            <a:ext cx="3332513" cy="585415"/>
            <a:chOff x="4457309" y="4737580"/>
            <a:chExt cx="3332513" cy="585415"/>
          </a:xfrm>
        </p:grpSpPr>
        <p:cxnSp>
          <p:nvCxnSpPr>
            <p:cNvPr id="75" name="直接箭头连接符 74">
              <a:extLst>
                <a:ext uri="{FF2B5EF4-FFF2-40B4-BE49-F238E27FC236}">
                  <a16:creationId xmlns:a16="http://schemas.microsoft.com/office/drawing/2014/main" id="{56B9AEF8-4195-4436-A650-246CBA9FF411}"/>
                </a:ext>
              </a:extLst>
            </p:cNvPr>
            <p:cNvCxnSpPr/>
            <p:nvPr/>
          </p:nvCxnSpPr>
          <p:spPr>
            <a:xfrm flipH="1">
              <a:off x="4457309" y="4763999"/>
              <a:ext cx="3332513" cy="558996"/>
            </a:xfrm>
            <a:prstGeom prst="straightConnector1">
              <a:avLst/>
            </a:prstGeom>
            <a:ln w="25400">
              <a:solidFill>
                <a:schemeClr val="accent4"/>
              </a:solidFill>
              <a:tailEnd type="triangle" w="med" len="lg"/>
            </a:ln>
          </p:spPr>
          <p:style>
            <a:lnRef idx="1">
              <a:schemeClr val="accent1"/>
            </a:lnRef>
            <a:fillRef idx="0">
              <a:schemeClr val="accent1"/>
            </a:fillRef>
            <a:effectRef idx="0">
              <a:schemeClr val="accent1"/>
            </a:effectRef>
            <a:fontRef idx="minor">
              <a:schemeClr val="tx1"/>
            </a:fontRef>
          </p:style>
        </p:cxnSp>
        <p:sp>
          <p:nvSpPr>
            <p:cNvPr id="76" name="文本框 75">
              <a:extLst>
                <a:ext uri="{FF2B5EF4-FFF2-40B4-BE49-F238E27FC236}">
                  <a16:creationId xmlns:a16="http://schemas.microsoft.com/office/drawing/2014/main" id="{7F0A3889-23B0-4191-9965-4349BD09EF8B}"/>
                </a:ext>
              </a:extLst>
            </p:cNvPr>
            <p:cNvSpPr txBox="1"/>
            <p:nvPr/>
          </p:nvSpPr>
          <p:spPr>
            <a:xfrm rot="21014117">
              <a:off x="5551547" y="4737580"/>
              <a:ext cx="1107553" cy="369332"/>
            </a:xfrm>
            <a:prstGeom prst="rect">
              <a:avLst/>
            </a:prstGeom>
            <a:noFill/>
          </p:spPr>
          <p:txBody>
            <a:bodyPr wrap="square" rtlCol="0">
              <a:spAutoFit/>
            </a:bodyPr>
            <a:lstStyle/>
            <a:p>
              <a:pPr algn="ctr"/>
              <a:r>
                <a:rPr lang="en-US" altLang="zh-CN" b="1" dirty="0">
                  <a:solidFill>
                    <a:schemeClr val="accent4"/>
                  </a:solidFill>
                  <a:latin typeface="Arial Black" panose="020B0A04020102020204" pitchFamily="34" charset="0"/>
                </a:rPr>
                <a:t>ACK</a:t>
              </a:r>
              <a:endParaRPr lang="zh-CN" altLang="en-US" b="1" dirty="0">
                <a:solidFill>
                  <a:schemeClr val="accent4"/>
                </a:solidFill>
                <a:latin typeface="Arial Black" panose="020B0A04020102020204" pitchFamily="34" charset="0"/>
              </a:endParaRPr>
            </a:p>
          </p:txBody>
        </p:sp>
      </p:grpSp>
      <p:grpSp>
        <p:nvGrpSpPr>
          <p:cNvPr id="30" name="组合 29">
            <a:extLst>
              <a:ext uri="{FF2B5EF4-FFF2-40B4-BE49-F238E27FC236}">
                <a16:creationId xmlns:a16="http://schemas.microsoft.com/office/drawing/2014/main" id="{7F3B4E09-6764-454A-9492-E074DC4B625B}"/>
              </a:ext>
            </a:extLst>
          </p:cNvPr>
          <p:cNvGrpSpPr/>
          <p:nvPr/>
        </p:nvGrpSpPr>
        <p:grpSpPr>
          <a:xfrm>
            <a:off x="3184786" y="1260318"/>
            <a:ext cx="5835614" cy="808297"/>
            <a:chOff x="3094732" y="1606682"/>
            <a:chExt cx="5835614" cy="808297"/>
          </a:xfrm>
        </p:grpSpPr>
        <p:sp>
          <p:nvSpPr>
            <p:cNvPr id="17" name="文本框 16">
              <a:extLst>
                <a:ext uri="{FF2B5EF4-FFF2-40B4-BE49-F238E27FC236}">
                  <a16:creationId xmlns:a16="http://schemas.microsoft.com/office/drawing/2014/main" id="{5BC89BE0-4BDF-4485-9FBE-0F4CA3E7333F}"/>
                </a:ext>
              </a:extLst>
            </p:cNvPr>
            <p:cNvSpPr txBox="1"/>
            <p:nvPr/>
          </p:nvSpPr>
          <p:spPr>
            <a:xfrm>
              <a:off x="3094732" y="1829614"/>
              <a:ext cx="905164" cy="369332"/>
            </a:xfrm>
            <a:prstGeom prst="rect">
              <a:avLst/>
            </a:prstGeom>
            <a:noFill/>
          </p:spPr>
          <p:txBody>
            <a:bodyPr wrap="square" rtlCol="0">
              <a:spAutoFit/>
            </a:bodyPr>
            <a:lstStyle/>
            <a:p>
              <a:pPr algn="ctr"/>
              <a:r>
                <a:rPr lang="zh-CN" altLang="en-US" b="1" dirty="0">
                  <a:latin typeface="+mn-ea"/>
                </a:rPr>
                <a:t>发送方</a:t>
              </a:r>
            </a:p>
          </p:txBody>
        </p:sp>
        <p:sp>
          <p:nvSpPr>
            <p:cNvPr id="18" name="文本框 17">
              <a:extLst>
                <a:ext uri="{FF2B5EF4-FFF2-40B4-BE49-F238E27FC236}">
                  <a16:creationId xmlns:a16="http://schemas.microsoft.com/office/drawing/2014/main" id="{A53EBA0B-88E5-479C-B031-0031D4C518FB}"/>
                </a:ext>
              </a:extLst>
            </p:cNvPr>
            <p:cNvSpPr txBox="1"/>
            <p:nvPr/>
          </p:nvSpPr>
          <p:spPr>
            <a:xfrm>
              <a:off x="8025182" y="1829614"/>
              <a:ext cx="905164" cy="369332"/>
            </a:xfrm>
            <a:prstGeom prst="rect">
              <a:avLst/>
            </a:prstGeom>
            <a:noFill/>
          </p:spPr>
          <p:txBody>
            <a:bodyPr wrap="square" rtlCol="0">
              <a:spAutoFit/>
            </a:bodyPr>
            <a:lstStyle/>
            <a:p>
              <a:pPr algn="ctr"/>
              <a:r>
                <a:rPr lang="zh-CN" altLang="en-US" b="1" dirty="0">
                  <a:latin typeface="+mn-ea"/>
                </a:rPr>
                <a:t>接收方</a:t>
              </a:r>
            </a:p>
          </p:txBody>
        </p:sp>
        <p:cxnSp>
          <p:nvCxnSpPr>
            <p:cNvPr id="20" name="直接连接符 19">
              <a:extLst>
                <a:ext uri="{FF2B5EF4-FFF2-40B4-BE49-F238E27FC236}">
                  <a16:creationId xmlns:a16="http://schemas.microsoft.com/office/drawing/2014/main" id="{60E4C73B-A225-411B-883A-DC140C4192C5}"/>
                </a:ext>
              </a:extLst>
            </p:cNvPr>
            <p:cNvCxnSpPr>
              <a:cxnSpLocks/>
            </p:cNvCxnSpPr>
            <p:nvPr/>
          </p:nvCxnSpPr>
          <p:spPr>
            <a:xfrm>
              <a:off x="4214689" y="2101247"/>
              <a:ext cx="3494148" cy="0"/>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pic>
          <p:nvPicPr>
            <p:cNvPr id="21" name="图形 20">
              <a:extLst>
                <a:ext uri="{FF2B5EF4-FFF2-40B4-BE49-F238E27FC236}">
                  <a16:creationId xmlns:a16="http://schemas.microsoft.com/office/drawing/2014/main" id="{6741A3DB-8FF6-4FA5-B425-532579F07BB2}"/>
                </a:ext>
              </a:extLst>
            </p:cNvPr>
            <p:cNvPicPr>
              <a:picLocks noChangeAspect="1"/>
            </p:cNvPicPr>
            <p:nvPr/>
          </p:nvPicPr>
          <p:blipFill>
            <a:blip r:embed="rId3">
              <a:extLst>
                <a:ext uri="{28A0092B-C50C-407E-A947-70E740481C1C}">
                  <a14:useLocalDpi xmlns:a14="http://schemas.microsoft.com/office/drawing/2010/main" val="0"/>
                </a:ext>
                <a:ext uri="{96DAC541-7B7A-43D3-8B79-37D633B846F1}">
                  <asvg:svgBlip xmlns:asvg="http://schemas.microsoft.com/office/drawing/2016/SVG/main" r:embed="rId4"/>
                </a:ext>
              </a:extLst>
            </a:blip>
            <a:stretch>
              <a:fillRect/>
            </a:stretch>
          </p:blipFill>
          <p:spPr>
            <a:xfrm>
              <a:off x="4044917" y="1625133"/>
              <a:ext cx="662814" cy="641082"/>
            </a:xfrm>
            <a:prstGeom prst="rect">
              <a:avLst/>
            </a:prstGeom>
          </p:spPr>
        </p:pic>
        <p:pic>
          <p:nvPicPr>
            <p:cNvPr id="22" name="图形 21">
              <a:extLst>
                <a:ext uri="{FF2B5EF4-FFF2-40B4-BE49-F238E27FC236}">
                  <a16:creationId xmlns:a16="http://schemas.microsoft.com/office/drawing/2014/main" id="{FB51D0B6-4BB2-4ACA-8731-2370EE12D6D8}"/>
                </a:ext>
              </a:extLst>
            </p:cNvPr>
            <p:cNvPicPr>
              <a:picLocks noChangeAspect="1"/>
            </p:cNvPicPr>
            <p:nvPr/>
          </p:nvPicPr>
          <p:blipFill>
            <a:blip r:embed="rId5">
              <a:extLst>
                <a:ext uri="{28A0092B-C50C-407E-A947-70E740481C1C}">
                  <a14:useLocalDpi xmlns:a14="http://schemas.microsoft.com/office/drawing/2010/main" val="0"/>
                </a:ext>
                <a:ext uri="{96DAC541-7B7A-43D3-8B79-37D633B846F1}">
                  <asvg:svgBlip xmlns:asvg="http://schemas.microsoft.com/office/drawing/2016/SVG/main" r:embed="rId6"/>
                </a:ext>
              </a:extLst>
            </a:blip>
            <a:stretch>
              <a:fillRect/>
            </a:stretch>
          </p:blipFill>
          <p:spPr>
            <a:xfrm>
              <a:off x="7457951" y="1606682"/>
              <a:ext cx="501772" cy="658576"/>
            </a:xfrm>
            <a:prstGeom prst="rect">
              <a:avLst/>
            </a:prstGeom>
          </p:spPr>
        </p:pic>
        <p:sp>
          <p:nvSpPr>
            <p:cNvPr id="27" name="云形 26">
              <a:extLst>
                <a:ext uri="{FF2B5EF4-FFF2-40B4-BE49-F238E27FC236}">
                  <a16:creationId xmlns:a16="http://schemas.microsoft.com/office/drawing/2014/main" id="{376EF8EB-1F23-4CFB-8171-CB84499BD291}"/>
                </a:ext>
              </a:extLst>
            </p:cNvPr>
            <p:cNvSpPr/>
            <p:nvPr/>
          </p:nvSpPr>
          <p:spPr>
            <a:xfrm>
              <a:off x="5371531" y="1613581"/>
              <a:ext cx="1422620" cy="801398"/>
            </a:xfrm>
            <a:prstGeom prst="cloud">
              <a:avLst/>
            </a:prstGeom>
            <a:solidFill>
              <a:schemeClr val="bg1">
                <a:lumMod val="85000"/>
              </a:schemeClr>
            </a:solidFill>
            <a:ln>
              <a:solidFill>
                <a:schemeClr val="bg1">
                  <a:lumMod val="85000"/>
                </a:schemeClr>
              </a:solidFill>
            </a:ln>
          </p:spPr>
          <p:style>
            <a:lnRef idx="2">
              <a:schemeClr val="accent3">
                <a:shade val="50000"/>
              </a:schemeClr>
            </a:lnRef>
            <a:fillRef idx="1">
              <a:schemeClr val="accent3"/>
            </a:fillRef>
            <a:effectRef idx="0">
              <a:schemeClr val="accent3"/>
            </a:effectRef>
            <a:fontRef idx="minor">
              <a:schemeClr val="lt1"/>
            </a:fontRef>
          </p:style>
          <p:txBody>
            <a:bodyPr rtlCol="0" anchor="ctr"/>
            <a:lstStyle/>
            <a:p>
              <a:pPr algn="ctr"/>
              <a:r>
                <a:rPr lang="zh-CN" altLang="en-US" b="1" dirty="0">
                  <a:solidFill>
                    <a:schemeClr val="tx1"/>
                  </a:solidFill>
                  <a:latin typeface="+mn-ea"/>
                </a:rPr>
                <a:t>因特网</a:t>
              </a:r>
            </a:p>
          </p:txBody>
        </p:sp>
      </p:grpSp>
      <p:sp>
        <p:nvSpPr>
          <p:cNvPr id="95" name="文本框 94">
            <a:extLst>
              <a:ext uri="{FF2B5EF4-FFF2-40B4-BE49-F238E27FC236}">
                <a16:creationId xmlns:a16="http://schemas.microsoft.com/office/drawing/2014/main" id="{CCE359CE-6387-469B-B096-2A91997442BE}"/>
              </a:ext>
            </a:extLst>
          </p:cNvPr>
          <p:cNvSpPr txBox="1"/>
          <p:nvPr/>
        </p:nvSpPr>
        <p:spPr>
          <a:xfrm>
            <a:off x="4701613" y="5960812"/>
            <a:ext cx="2788773" cy="369332"/>
          </a:xfrm>
          <a:prstGeom prst="rect">
            <a:avLst/>
          </a:prstGeom>
          <a:noFill/>
        </p:spPr>
        <p:txBody>
          <a:bodyPr wrap="square" rtlCol="0">
            <a:spAutoFit/>
          </a:bodyPr>
          <a:lstStyle/>
          <a:p>
            <a:pPr algn="ctr"/>
            <a:r>
              <a:rPr lang="zh-CN" altLang="en-US" b="1" dirty="0">
                <a:latin typeface="+mn-ea"/>
              </a:rPr>
              <a:t>超时重传</a:t>
            </a:r>
          </a:p>
        </p:txBody>
      </p:sp>
      <p:sp>
        <p:nvSpPr>
          <p:cNvPr id="6" name="对话气泡: 椭圆形 5">
            <a:extLst>
              <a:ext uri="{FF2B5EF4-FFF2-40B4-BE49-F238E27FC236}">
                <a16:creationId xmlns:a16="http://schemas.microsoft.com/office/drawing/2014/main" id="{C9C31A38-9A64-4AE5-A6B9-347A77C5E237}"/>
              </a:ext>
            </a:extLst>
          </p:cNvPr>
          <p:cNvSpPr/>
          <p:nvPr/>
        </p:nvSpPr>
        <p:spPr>
          <a:xfrm>
            <a:off x="6795804" y="1847564"/>
            <a:ext cx="907821" cy="558996"/>
          </a:xfrm>
          <a:prstGeom prst="wedgeEllipseCallout">
            <a:avLst>
              <a:gd name="adj1" fmla="val -41848"/>
              <a:gd name="adj2" fmla="val 54262"/>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zh-CN" altLang="en-US" b="1" dirty="0"/>
              <a:t>丢失</a:t>
            </a:r>
          </a:p>
        </p:txBody>
      </p:sp>
      <p:grpSp>
        <p:nvGrpSpPr>
          <p:cNvPr id="49" name="组合 48">
            <a:extLst>
              <a:ext uri="{FF2B5EF4-FFF2-40B4-BE49-F238E27FC236}">
                <a16:creationId xmlns:a16="http://schemas.microsoft.com/office/drawing/2014/main" id="{D6908AD9-BD04-4F1A-959C-D2B0D228AC59}"/>
              </a:ext>
            </a:extLst>
          </p:cNvPr>
          <p:cNvGrpSpPr/>
          <p:nvPr/>
        </p:nvGrpSpPr>
        <p:grpSpPr>
          <a:xfrm>
            <a:off x="4500450" y="4352433"/>
            <a:ext cx="3303300" cy="569524"/>
            <a:chOff x="4495592" y="4148342"/>
            <a:chExt cx="3303300" cy="569524"/>
          </a:xfrm>
        </p:grpSpPr>
        <p:cxnSp>
          <p:nvCxnSpPr>
            <p:cNvPr id="50" name="直接箭头连接符 49">
              <a:extLst>
                <a:ext uri="{FF2B5EF4-FFF2-40B4-BE49-F238E27FC236}">
                  <a16:creationId xmlns:a16="http://schemas.microsoft.com/office/drawing/2014/main" id="{B21F41F6-CC43-41EA-BBAF-739CE15770A1}"/>
                </a:ext>
              </a:extLst>
            </p:cNvPr>
            <p:cNvCxnSpPr>
              <a:cxnSpLocks/>
            </p:cNvCxnSpPr>
            <p:nvPr/>
          </p:nvCxnSpPr>
          <p:spPr>
            <a:xfrm>
              <a:off x="4495592" y="4318282"/>
              <a:ext cx="3303300" cy="399584"/>
            </a:xfrm>
            <a:prstGeom prst="straightConnector1">
              <a:avLst/>
            </a:prstGeom>
            <a:ln w="63500" cap="rnd">
              <a:solidFill>
                <a:schemeClr val="accent3"/>
              </a:solidFill>
              <a:round/>
              <a:tailEnd type="triangle" w="med" len="lg"/>
            </a:ln>
          </p:spPr>
          <p:style>
            <a:lnRef idx="1">
              <a:schemeClr val="accent1"/>
            </a:lnRef>
            <a:fillRef idx="0">
              <a:schemeClr val="accent1"/>
            </a:fillRef>
            <a:effectRef idx="0">
              <a:schemeClr val="accent1"/>
            </a:effectRef>
            <a:fontRef idx="minor">
              <a:schemeClr val="tx1"/>
            </a:fontRef>
          </p:style>
        </p:cxnSp>
        <p:sp>
          <p:nvSpPr>
            <p:cNvPr id="51" name="文本框 50">
              <a:extLst>
                <a:ext uri="{FF2B5EF4-FFF2-40B4-BE49-F238E27FC236}">
                  <a16:creationId xmlns:a16="http://schemas.microsoft.com/office/drawing/2014/main" id="{89132E29-8E6B-4C50-BC40-F4576D5FD199}"/>
                </a:ext>
              </a:extLst>
            </p:cNvPr>
            <p:cNvSpPr txBox="1"/>
            <p:nvPr/>
          </p:nvSpPr>
          <p:spPr>
            <a:xfrm rot="468067">
              <a:off x="5241438" y="4148342"/>
              <a:ext cx="1655938" cy="369332"/>
            </a:xfrm>
            <a:prstGeom prst="rect">
              <a:avLst/>
            </a:prstGeom>
            <a:noFill/>
          </p:spPr>
          <p:txBody>
            <a:bodyPr wrap="square" rtlCol="0">
              <a:spAutoFit/>
            </a:bodyPr>
            <a:lstStyle/>
            <a:p>
              <a:pPr algn="ctr"/>
              <a:r>
                <a:rPr lang="zh-CN" altLang="en-US" b="1" dirty="0">
                  <a:solidFill>
                    <a:schemeClr val="accent3"/>
                  </a:solidFill>
                  <a:latin typeface="Arial Black" panose="020B0A04020102020204" pitchFamily="34" charset="0"/>
                </a:rPr>
                <a:t>下一个</a:t>
              </a:r>
              <a:r>
                <a:rPr lang="en-US" altLang="zh-CN" b="1" dirty="0">
                  <a:solidFill>
                    <a:schemeClr val="accent3"/>
                  </a:solidFill>
                  <a:latin typeface="Arial Black" panose="020B0A04020102020204" pitchFamily="34" charset="0"/>
                </a:rPr>
                <a:t>DATA</a:t>
              </a:r>
              <a:endParaRPr lang="zh-CN" altLang="en-US" b="1" dirty="0">
                <a:solidFill>
                  <a:schemeClr val="accent3"/>
                </a:solidFill>
                <a:latin typeface="Arial Black" panose="020B0A04020102020204" pitchFamily="34" charset="0"/>
              </a:endParaRPr>
            </a:p>
          </p:txBody>
        </p:sp>
      </p:grpSp>
      <p:grpSp>
        <p:nvGrpSpPr>
          <p:cNvPr id="52" name="组合 51">
            <a:extLst>
              <a:ext uri="{FF2B5EF4-FFF2-40B4-BE49-F238E27FC236}">
                <a16:creationId xmlns:a16="http://schemas.microsoft.com/office/drawing/2014/main" id="{11312FEF-1C22-489E-90CA-FFA6EDE82CB9}"/>
              </a:ext>
            </a:extLst>
          </p:cNvPr>
          <p:cNvGrpSpPr/>
          <p:nvPr/>
        </p:nvGrpSpPr>
        <p:grpSpPr>
          <a:xfrm>
            <a:off x="4462167" y="4941671"/>
            <a:ext cx="3332513" cy="585415"/>
            <a:chOff x="4457309" y="4737580"/>
            <a:chExt cx="3332513" cy="585415"/>
          </a:xfrm>
        </p:grpSpPr>
        <p:cxnSp>
          <p:nvCxnSpPr>
            <p:cNvPr id="53" name="直接箭头连接符 52">
              <a:extLst>
                <a:ext uri="{FF2B5EF4-FFF2-40B4-BE49-F238E27FC236}">
                  <a16:creationId xmlns:a16="http://schemas.microsoft.com/office/drawing/2014/main" id="{3BC58B49-EBE8-44A6-BF82-C67434C53860}"/>
                </a:ext>
              </a:extLst>
            </p:cNvPr>
            <p:cNvCxnSpPr/>
            <p:nvPr/>
          </p:nvCxnSpPr>
          <p:spPr>
            <a:xfrm flipH="1">
              <a:off x="4457309" y="4763999"/>
              <a:ext cx="3332513" cy="558996"/>
            </a:xfrm>
            <a:prstGeom prst="straightConnector1">
              <a:avLst/>
            </a:prstGeom>
            <a:ln w="25400">
              <a:solidFill>
                <a:schemeClr val="accent4"/>
              </a:solidFill>
              <a:tailEnd type="triangle" w="med" len="lg"/>
            </a:ln>
          </p:spPr>
          <p:style>
            <a:lnRef idx="1">
              <a:schemeClr val="accent1"/>
            </a:lnRef>
            <a:fillRef idx="0">
              <a:schemeClr val="accent1"/>
            </a:fillRef>
            <a:effectRef idx="0">
              <a:schemeClr val="accent1"/>
            </a:effectRef>
            <a:fontRef idx="minor">
              <a:schemeClr val="tx1"/>
            </a:fontRef>
          </p:style>
        </p:cxnSp>
        <p:sp>
          <p:nvSpPr>
            <p:cNvPr id="55" name="文本框 54">
              <a:extLst>
                <a:ext uri="{FF2B5EF4-FFF2-40B4-BE49-F238E27FC236}">
                  <a16:creationId xmlns:a16="http://schemas.microsoft.com/office/drawing/2014/main" id="{D09F1E1B-A647-445E-84C1-EDE82310ABD4}"/>
                </a:ext>
              </a:extLst>
            </p:cNvPr>
            <p:cNvSpPr txBox="1"/>
            <p:nvPr/>
          </p:nvSpPr>
          <p:spPr>
            <a:xfrm rot="21014117">
              <a:off x="5551547" y="4737580"/>
              <a:ext cx="1107553" cy="369332"/>
            </a:xfrm>
            <a:prstGeom prst="rect">
              <a:avLst/>
            </a:prstGeom>
            <a:noFill/>
          </p:spPr>
          <p:txBody>
            <a:bodyPr wrap="square" rtlCol="0">
              <a:spAutoFit/>
            </a:bodyPr>
            <a:lstStyle/>
            <a:p>
              <a:pPr algn="ctr"/>
              <a:r>
                <a:rPr lang="en-US" altLang="zh-CN" b="1" dirty="0">
                  <a:solidFill>
                    <a:schemeClr val="accent4"/>
                  </a:solidFill>
                  <a:latin typeface="Arial Black" panose="020B0A04020102020204" pitchFamily="34" charset="0"/>
                </a:rPr>
                <a:t>ACK</a:t>
              </a:r>
              <a:endParaRPr lang="zh-CN" altLang="en-US" b="1" dirty="0">
                <a:solidFill>
                  <a:schemeClr val="accent4"/>
                </a:solidFill>
                <a:latin typeface="Arial Black" panose="020B0A04020102020204" pitchFamily="34" charset="0"/>
              </a:endParaRPr>
            </a:p>
          </p:txBody>
        </p:sp>
      </p:grpSp>
      <p:sp>
        <p:nvSpPr>
          <p:cNvPr id="78" name="对话气泡: 圆角矩形 77">
            <a:extLst>
              <a:ext uri="{FF2B5EF4-FFF2-40B4-BE49-F238E27FC236}">
                <a16:creationId xmlns:a16="http://schemas.microsoft.com/office/drawing/2014/main" id="{2CB693CE-9DB0-418A-8BD3-D75ED0DE84B0}"/>
              </a:ext>
            </a:extLst>
          </p:cNvPr>
          <p:cNvSpPr/>
          <p:nvPr/>
        </p:nvSpPr>
        <p:spPr>
          <a:xfrm>
            <a:off x="406480" y="3743265"/>
            <a:ext cx="3910456" cy="939346"/>
          </a:xfrm>
          <a:prstGeom prst="wedgeRoundRectCallout">
            <a:avLst>
              <a:gd name="adj1" fmla="val 53791"/>
              <a:gd name="adj2" fmla="val -83621"/>
              <a:gd name="adj3" fmla="val 16667"/>
            </a:avLst>
          </a:prstGeom>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r>
              <a:rPr lang="zh-CN" altLang="en-US" b="1" dirty="0">
                <a:solidFill>
                  <a:schemeClr val="bg1"/>
                </a:solidFill>
                <a:latin typeface="Arial Narrow" panose="020B0606020202030204" pitchFamily="34" charset="0"/>
              </a:rPr>
              <a:t>一般可将超时重传时间</a:t>
            </a:r>
            <a:r>
              <a:rPr lang="en-US" altLang="zh-CN" b="1" dirty="0">
                <a:solidFill>
                  <a:schemeClr val="bg1"/>
                </a:solidFill>
                <a:latin typeface="Arial Narrow" panose="020B0606020202030204" pitchFamily="34" charset="0"/>
              </a:rPr>
              <a:t>RTO</a:t>
            </a:r>
            <a:r>
              <a:rPr lang="zh-CN" altLang="en-US" b="1" dirty="0">
                <a:solidFill>
                  <a:schemeClr val="bg1"/>
                </a:solidFill>
                <a:latin typeface="Arial Narrow" panose="020B0606020202030204" pitchFamily="34" charset="0"/>
              </a:rPr>
              <a:t>设置为略大于收发双方的平均往返时间</a:t>
            </a:r>
            <a:r>
              <a:rPr lang="en-US" altLang="zh-CN" b="1" dirty="0">
                <a:solidFill>
                  <a:schemeClr val="bg1"/>
                </a:solidFill>
                <a:latin typeface="Arial Narrow" panose="020B0606020202030204" pitchFamily="34" charset="0"/>
              </a:rPr>
              <a:t>RTT</a:t>
            </a:r>
            <a:r>
              <a:rPr lang="zh-CN" altLang="en-US" b="1" dirty="0">
                <a:solidFill>
                  <a:schemeClr val="bg1"/>
                </a:solidFill>
                <a:latin typeface="Arial Narrow" panose="020B0606020202030204" pitchFamily="34" charset="0"/>
              </a:rPr>
              <a:t>。</a:t>
            </a:r>
          </a:p>
        </p:txBody>
      </p:sp>
      <p:sp>
        <p:nvSpPr>
          <p:cNvPr id="47" name="平行四边形 46">
            <a:extLst>
              <a:ext uri="{FF2B5EF4-FFF2-40B4-BE49-F238E27FC236}">
                <a16:creationId xmlns:a16="http://schemas.microsoft.com/office/drawing/2014/main" id="{E536B510-7089-D228-4595-C2062F1B4088}"/>
              </a:ext>
            </a:extLst>
          </p:cNvPr>
          <p:cNvSpPr/>
          <p:nvPr/>
        </p:nvSpPr>
        <p:spPr>
          <a:xfrm>
            <a:off x="304800" y="749300"/>
            <a:ext cx="678352" cy="387090"/>
          </a:xfrm>
          <a:prstGeom prst="parallelogram">
            <a:avLst/>
          </a:prstGeom>
          <a:solidFill>
            <a:schemeClr val="accent3">
              <a:lumMod val="75000"/>
            </a:schemeClr>
          </a:solidFill>
          <a:ln>
            <a:solidFill>
              <a:schemeClr val="accent3">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CN" sz="2200" dirty="0">
                <a:latin typeface="Impact" panose="020B0806030902050204" pitchFamily="34" charset="0"/>
              </a:rPr>
              <a:t>02</a:t>
            </a:r>
            <a:endParaRPr lang="zh-CN" altLang="en-US" sz="2200" dirty="0">
              <a:latin typeface="Impact" panose="020B0806030902050204" pitchFamily="34" charset="0"/>
            </a:endParaRPr>
          </a:p>
        </p:txBody>
      </p:sp>
    </p:spTree>
    <p:custDataLst>
      <p:tags r:id="rId1"/>
    </p:custDataLst>
    <p:extLst>
      <p:ext uri="{BB962C8B-B14F-4D97-AF65-F5344CB8AC3E}">
        <p14:creationId xmlns:p14="http://schemas.microsoft.com/office/powerpoint/2010/main" val="2630454073"/>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2" presetClass="entr" presetSubtype="2" fill="hold" nodeType="withEffect">
                                  <p:stCondLst>
                                    <p:cond delay="0"/>
                                  </p:stCondLst>
                                  <p:childTnLst>
                                    <p:set>
                                      <p:cBhvr>
                                        <p:cTn id="6" dur="1" fill="hold">
                                          <p:stCondLst>
                                            <p:cond delay="0"/>
                                          </p:stCondLst>
                                        </p:cTn>
                                        <p:tgtEl>
                                          <p:spTgt spid="39"/>
                                        </p:tgtEl>
                                        <p:attrNameLst>
                                          <p:attrName>style.visibility</p:attrName>
                                        </p:attrNameLst>
                                      </p:cBhvr>
                                      <p:to>
                                        <p:strVal val="visible"/>
                                      </p:to>
                                    </p:set>
                                    <p:animEffect transition="in" filter="wipe(right)">
                                      <p:cBhvr>
                                        <p:cTn id="7" dur="1000"/>
                                        <p:tgtEl>
                                          <p:spTgt spid="39"/>
                                        </p:tgtEl>
                                      </p:cBhvr>
                                    </p:animEffect>
                                  </p:childTnLst>
                                </p:cTn>
                              </p:par>
                            </p:childTnLst>
                          </p:cTn>
                        </p:par>
                        <p:par>
                          <p:cTn id="8" fill="hold">
                            <p:stCondLst>
                              <p:cond delay="1000"/>
                            </p:stCondLst>
                            <p:childTnLst>
                              <p:par>
                                <p:cTn id="9" presetID="12" presetClass="entr" presetSubtype="2" fill="hold" nodeType="afterEffect">
                                  <p:stCondLst>
                                    <p:cond delay="0"/>
                                  </p:stCondLst>
                                  <p:childTnLst>
                                    <p:set>
                                      <p:cBhvr>
                                        <p:cTn id="10" dur="1" fill="hold">
                                          <p:stCondLst>
                                            <p:cond delay="0"/>
                                          </p:stCondLst>
                                        </p:cTn>
                                        <p:tgtEl>
                                          <p:spTgt spid="25"/>
                                        </p:tgtEl>
                                        <p:attrNameLst>
                                          <p:attrName>style.visibility</p:attrName>
                                        </p:attrNameLst>
                                      </p:cBhvr>
                                      <p:to>
                                        <p:strVal val="visible"/>
                                      </p:to>
                                    </p:set>
                                    <p:anim calcmode="lin" valueType="num">
                                      <p:cBhvr additive="base">
                                        <p:cTn id="11" dur="500"/>
                                        <p:tgtEl>
                                          <p:spTgt spid="25"/>
                                        </p:tgtEl>
                                        <p:attrNameLst>
                                          <p:attrName>ppt_x</p:attrName>
                                        </p:attrNameLst>
                                      </p:cBhvr>
                                      <p:tavLst>
                                        <p:tav tm="0">
                                          <p:val>
                                            <p:strVal val="#ppt_x+#ppt_w*1.125000"/>
                                          </p:val>
                                        </p:tav>
                                        <p:tav tm="100000">
                                          <p:val>
                                            <p:strVal val="#ppt_x"/>
                                          </p:val>
                                        </p:tav>
                                      </p:tavLst>
                                    </p:anim>
                                    <p:animEffect transition="in" filter="wipe(left)">
                                      <p:cBhvr>
                                        <p:cTn id="12" dur="500"/>
                                        <p:tgtEl>
                                          <p:spTgt spid="25"/>
                                        </p:tgtEl>
                                      </p:cBhvr>
                                    </p:animEffect>
                                  </p:childTnLst>
                                </p:cTn>
                              </p:par>
                            </p:childTnLst>
                          </p:cTn>
                        </p:par>
                      </p:childTnLst>
                    </p:cTn>
                  </p:par>
                  <p:par>
                    <p:cTn id="13" fill="hold">
                      <p:stCondLst>
                        <p:cond delay="indefinite"/>
                      </p:stCondLst>
                      <p:childTnLst>
                        <p:par>
                          <p:cTn id="14" fill="hold">
                            <p:stCondLst>
                              <p:cond delay="0"/>
                            </p:stCondLst>
                            <p:childTnLst>
                              <p:par>
                                <p:cTn id="15" presetID="2" presetClass="entr" presetSubtype="8" fill="hold" grpId="0" nodeType="clickEffect">
                                  <p:stCondLst>
                                    <p:cond delay="0"/>
                                  </p:stCondLst>
                                  <p:childTnLst>
                                    <p:set>
                                      <p:cBhvr>
                                        <p:cTn id="16" dur="1" fill="hold">
                                          <p:stCondLst>
                                            <p:cond delay="0"/>
                                          </p:stCondLst>
                                        </p:cTn>
                                        <p:tgtEl>
                                          <p:spTgt spid="78"/>
                                        </p:tgtEl>
                                        <p:attrNameLst>
                                          <p:attrName>style.visibility</p:attrName>
                                        </p:attrNameLst>
                                      </p:cBhvr>
                                      <p:to>
                                        <p:strVal val="visible"/>
                                      </p:to>
                                    </p:set>
                                    <p:anim calcmode="lin" valueType="num">
                                      <p:cBhvr additive="base">
                                        <p:cTn id="17" dur="500" fill="hold"/>
                                        <p:tgtEl>
                                          <p:spTgt spid="78"/>
                                        </p:tgtEl>
                                        <p:attrNameLst>
                                          <p:attrName>ppt_x</p:attrName>
                                        </p:attrNameLst>
                                      </p:cBhvr>
                                      <p:tavLst>
                                        <p:tav tm="0">
                                          <p:val>
                                            <p:strVal val="0-#ppt_w/2"/>
                                          </p:val>
                                        </p:tav>
                                        <p:tav tm="100000">
                                          <p:val>
                                            <p:strVal val="#ppt_x"/>
                                          </p:val>
                                        </p:tav>
                                      </p:tavLst>
                                    </p:anim>
                                    <p:anim calcmode="lin" valueType="num">
                                      <p:cBhvr additive="base">
                                        <p:cTn id="18" dur="500" fill="hold"/>
                                        <p:tgtEl>
                                          <p:spTgt spid="78"/>
                                        </p:tgtEl>
                                        <p:attrNameLst>
                                          <p:attrName>ppt_y</p:attrName>
                                        </p:attrNameLst>
                                      </p:cBhvr>
                                      <p:tavLst>
                                        <p:tav tm="0">
                                          <p:val>
                                            <p:strVal val="#ppt_y"/>
                                          </p:val>
                                        </p:tav>
                                        <p:tav tm="100000">
                                          <p:val>
                                            <p:strVal val="#ppt_y"/>
                                          </p:val>
                                        </p:tav>
                                      </p:tavLst>
                                    </p:anim>
                                  </p:childTnLst>
                                </p:cTn>
                              </p:par>
                              <p:par>
                                <p:cTn id="19" presetID="2" presetClass="entr" presetSubtype="8" fill="hold" nodeType="withEffect">
                                  <p:stCondLst>
                                    <p:cond delay="0"/>
                                  </p:stCondLst>
                                  <p:childTnLst>
                                    <p:set>
                                      <p:cBhvr>
                                        <p:cTn id="20" dur="1" fill="hold">
                                          <p:stCondLst>
                                            <p:cond delay="0"/>
                                          </p:stCondLst>
                                        </p:cTn>
                                        <p:tgtEl>
                                          <p:spTgt spid="31"/>
                                        </p:tgtEl>
                                        <p:attrNameLst>
                                          <p:attrName>style.visibility</p:attrName>
                                        </p:attrNameLst>
                                      </p:cBhvr>
                                      <p:to>
                                        <p:strVal val="visible"/>
                                      </p:to>
                                    </p:set>
                                    <p:anim calcmode="lin" valueType="num">
                                      <p:cBhvr additive="base">
                                        <p:cTn id="21" dur="500" fill="hold"/>
                                        <p:tgtEl>
                                          <p:spTgt spid="31"/>
                                        </p:tgtEl>
                                        <p:attrNameLst>
                                          <p:attrName>ppt_x</p:attrName>
                                        </p:attrNameLst>
                                      </p:cBhvr>
                                      <p:tavLst>
                                        <p:tav tm="0">
                                          <p:val>
                                            <p:strVal val="0-#ppt_w/2"/>
                                          </p:val>
                                        </p:tav>
                                        <p:tav tm="100000">
                                          <p:val>
                                            <p:strVal val="#ppt_x"/>
                                          </p:val>
                                        </p:tav>
                                      </p:tavLst>
                                    </p:anim>
                                    <p:anim calcmode="lin" valueType="num">
                                      <p:cBhvr additive="base">
                                        <p:cTn id="22" dur="500" fill="hold"/>
                                        <p:tgtEl>
                                          <p:spTgt spid="31"/>
                                        </p:tgtEl>
                                        <p:attrNameLst>
                                          <p:attrName>ppt_y</p:attrName>
                                        </p:attrNameLst>
                                      </p:cBhvr>
                                      <p:tavLst>
                                        <p:tav tm="0">
                                          <p:val>
                                            <p:strVal val="#ppt_y"/>
                                          </p:val>
                                        </p:tav>
                                        <p:tav tm="100000">
                                          <p:val>
                                            <p:strVal val="#ppt_y"/>
                                          </p:val>
                                        </p:tav>
                                      </p:tavLst>
                                    </p:anim>
                                  </p:childTnLst>
                                </p:cTn>
                              </p:par>
                            </p:childTnLst>
                          </p:cTn>
                        </p:par>
                      </p:childTnLst>
                    </p:cTn>
                  </p:par>
                  <p:par>
                    <p:cTn id="23" fill="hold">
                      <p:stCondLst>
                        <p:cond delay="indefinite"/>
                      </p:stCondLst>
                      <p:childTnLst>
                        <p:par>
                          <p:cTn id="24" fill="hold">
                            <p:stCondLst>
                              <p:cond delay="0"/>
                            </p:stCondLst>
                            <p:childTnLst>
                              <p:par>
                                <p:cTn id="25" presetID="22" presetClass="entr" presetSubtype="8" fill="hold" nodeType="clickEffect">
                                  <p:stCondLst>
                                    <p:cond delay="0"/>
                                  </p:stCondLst>
                                  <p:childTnLst>
                                    <p:set>
                                      <p:cBhvr>
                                        <p:cTn id="26" dur="1" fill="hold">
                                          <p:stCondLst>
                                            <p:cond delay="0"/>
                                          </p:stCondLst>
                                        </p:cTn>
                                        <p:tgtEl>
                                          <p:spTgt spid="82"/>
                                        </p:tgtEl>
                                        <p:attrNameLst>
                                          <p:attrName>style.visibility</p:attrName>
                                        </p:attrNameLst>
                                      </p:cBhvr>
                                      <p:to>
                                        <p:strVal val="visible"/>
                                      </p:to>
                                    </p:set>
                                    <p:animEffect transition="in" filter="wipe(left)">
                                      <p:cBhvr>
                                        <p:cTn id="27" dur="1000"/>
                                        <p:tgtEl>
                                          <p:spTgt spid="82"/>
                                        </p:tgtEl>
                                      </p:cBhvr>
                                    </p:animEffect>
                                  </p:childTnLst>
                                </p:cTn>
                              </p:par>
                            </p:childTnLst>
                          </p:cTn>
                        </p:par>
                      </p:childTnLst>
                    </p:cTn>
                  </p:par>
                  <p:par>
                    <p:cTn id="28" fill="hold">
                      <p:stCondLst>
                        <p:cond delay="indefinite"/>
                      </p:stCondLst>
                      <p:childTnLst>
                        <p:par>
                          <p:cTn id="29" fill="hold">
                            <p:stCondLst>
                              <p:cond delay="0"/>
                            </p:stCondLst>
                            <p:childTnLst>
                              <p:par>
                                <p:cTn id="30" presetID="22" presetClass="entr" presetSubtype="2" fill="hold" nodeType="clickEffect">
                                  <p:stCondLst>
                                    <p:cond delay="0"/>
                                  </p:stCondLst>
                                  <p:childTnLst>
                                    <p:set>
                                      <p:cBhvr>
                                        <p:cTn id="31" dur="1" fill="hold">
                                          <p:stCondLst>
                                            <p:cond delay="0"/>
                                          </p:stCondLst>
                                        </p:cTn>
                                        <p:tgtEl>
                                          <p:spTgt spid="83"/>
                                        </p:tgtEl>
                                        <p:attrNameLst>
                                          <p:attrName>style.visibility</p:attrName>
                                        </p:attrNameLst>
                                      </p:cBhvr>
                                      <p:to>
                                        <p:strVal val="visible"/>
                                      </p:to>
                                    </p:set>
                                    <p:animEffect transition="in" filter="wipe(right)">
                                      <p:cBhvr>
                                        <p:cTn id="32" dur="1000"/>
                                        <p:tgtEl>
                                          <p:spTgt spid="83"/>
                                        </p:tgtEl>
                                      </p:cBhvr>
                                    </p:animEffect>
                                  </p:childTnLst>
                                </p:cTn>
                              </p:par>
                            </p:childTnLst>
                          </p:cTn>
                        </p:par>
                      </p:childTnLst>
                    </p:cTn>
                  </p:par>
                  <p:par>
                    <p:cTn id="33" fill="hold">
                      <p:stCondLst>
                        <p:cond delay="indefinite"/>
                      </p:stCondLst>
                      <p:childTnLst>
                        <p:par>
                          <p:cTn id="34" fill="hold">
                            <p:stCondLst>
                              <p:cond delay="0"/>
                            </p:stCondLst>
                            <p:childTnLst>
                              <p:par>
                                <p:cTn id="35" presetID="22" presetClass="entr" presetSubtype="8" fill="hold" nodeType="clickEffect">
                                  <p:stCondLst>
                                    <p:cond delay="0"/>
                                  </p:stCondLst>
                                  <p:childTnLst>
                                    <p:set>
                                      <p:cBhvr>
                                        <p:cTn id="36" dur="1" fill="hold">
                                          <p:stCondLst>
                                            <p:cond delay="0"/>
                                          </p:stCondLst>
                                        </p:cTn>
                                        <p:tgtEl>
                                          <p:spTgt spid="49"/>
                                        </p:tgtEl>
                                        <p:attrNameLst>
                                          <p:attrName>style.visibility</p:attrName>
                                        </p:attrNameLst>
                                      </p:cBhvr>
                                      <p:to>
                                        <p:strVal val="visible"/>
                                      </p:to>
                                    </p:set>
                                    <p:animEffect transition="in" filter="wipe(left)">
                                      <p:cBhvr>
                                        <p:cTn id="37" dur="1000"/>
                                        <p:tgtEl>
                                          <p:spTgt spid="49"/>
                                        </p:tgtEl>
                                      </p:cBhvr>
                                    </p:animEffect>
                                  </p:childTnLst>
                                </p:cTn>
                              </p:par>
                            </p:childTnLst>
                          </p:cTn>
                        </p:par>
                      </p:childTnLst>
                    </p:cTn>
                  </p:par>
                  <p:par>
                    <p:cTn id="38" fill="hold">
                      <p:stCondLst>
                        <p:cond delay="indefinite"/>
                      </p:stCondLst>
                      <p:childTnLst>
                        <p:par>
                          <p:cTn id="39" fill="hold">
                            <p:stCondLst>
                              <p:cond delay="0"/>
                            </p:stCondLst>
                            <p:childTnLst>
                              <p:par>
                                <p:cTn id="40" presetID="22" presetClass="entr" presetSubtype="2" fill="hold" nodeType="clickEffect">
                                  <p:stCondLst>
                                    <p:cond delay="0"/>
                                  </p:stCondLst>
                                  <p:childTnLst>
                                    <p:set>
                                      <p:cBhvr>
                                        <p:cTn id="41" dur="1" fill="hold">
                                          <p:stCondLst>
                                            <p:cond delay="0"/>
                                          </p:stCondLst>
                                        </p:cTn>
                                        <p:tgtEl>
                                          <p:spTgt spid="52"/>
                                        </p:tgtEl>
                                        <p:attrNameLst>
                                          <p:attrName>style.visibility</p:attrName>
                                        </p:attrNameLst>
                                      </p:cBhvr>
                                      <p:to>
                                        <p:strVal val="visible"/>
                                      </p:to>
                                    </p:set>
                                    <p:animEffect transition="in" filter="wipe(right)">
                                      <p:cBhvr>
                                        <p:cTn id="42" dur="1000"/>
                                        <p:tgtEl>
                                          <p:spTgt spid="52"/>
                                        </p:tgtEl>
                                      </p:cBhvr>
                                    </p:animEffect>
                                  </p:childTnLst>
                                </p:cTn>
                              </p:par>
                            </p:childTnLst>
                          </p:cTn>
                        </p:par>
                      </p:childTnLst>
                    </p:cTn>
                  </p:par>
                  <p:par>
                    <p:cTn id="43" fill="hold">
                      <p:stCondLst>
                        <p:cond delay="indefinite"/>
                      </p:stCondLst>
                      <p:childTnLst>
                        <p:par>
                          <p:cTn id="44" fill="hold">
                            <p:stCondLst>
                              <p:cond delay="0"/>
                            </p:stCondLst>
                            <p:childTnLst>
                              <p:par>
                                <p:cTn id="45" presetID="47" presetClass="entr" presetSubtype="0" fill="hold" grpId="0" nodeType="clickEffect">
                                  <p:stCondLst>
                                    <p:cond delay="0"/>
                                  </p:stCondLst>
                                  <p:childTnLst>
                                    <p:set>
                                      <p:cBhvr>
                                        <p:cTn id="46" dur="1" fill="hold">
                                          <p:stCondLst>
                                            <p:cond delay="0"/>
                                          </p:stCondLst>
                                        </p:cTn>
                                        <p:tgtEl>
                                          <p:spTgt spid="95"/>
                                        </p:tgtEl>
                                        <p:attrNameLst>
                                          <p:attrName>style.visibility</p:attrName>
                                        </p:attrNameLst>
                                      </p:cBhvr>
                                      <p:to>
                                        <p:strVal val="visible"/>
                                      </p:to>
                                    </p:set>
                                    <p:animEffect transition="in" filter="fade">
                                      <p:cBhvr>
                                        <p:cTn id="47" dur="1000"/>
                                        <p:tgtEl>
                                          <p:spTgt spid="95"/>
                                        </p:tgtEl>
                                      </p:cBhvr>
                                    </p:animEffect>
                                    <p:anim calcmode="lin" valueType="num">
                                      <p:cBhvr>
                                        <p:cTn id="48" dur="1000" fill="hold"/>
                                        <p:tgtEl>
                                          <p:spTgt spid="95"/>
                                        </p:tgtEl>
                                        <p:attrNameLst>
                                          <p:attrName>ppt_x</p:attrName>
                                        </p:attrNameLst>
                                      </p:cBhvr>
                                      <p:tavLst>
                                        <p:tav tm="0">
                                          <p:val>
                                            <p:strVal val="#ppt_x"/>
                                          </p:val>
                                        </p:tav>
                                        <p:tav tm="100000">
                                          <p:val>
                                            <p:strVal val="#ppt_x"/>
                                          </p:val>
                                        </p:tav>
                                      </p:tavLst>
                                    </p:anim>
                                    <p:anim calcmode="lin" valueType="num">
                                      <p:cBhvr>
                                        <p:cTn id="49" dur="1000" fill="hold"/>
                                        <p:tgtEl>
                                          <p:spTgt spid="95"/>
                                        </p:tgtEl>
                                        <p:attrNameLst>
                                          <p:attrName>ppt_y</p:attrName>
                                        </p:attrNameLst>
                                      </p:cBhvr>
                                      <p:tavLst>
                                        <p:tav tm="0">
                                          <p:val>
                                            <p:strVal val="#ppt_y-.1"/>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95" grpId="0"/>
      <p:bldP spid="78" grpId="0" animBg="1"/>
    </p:bldLst>
  </p:timing>
</p:sld>
</file>

<file path=ppt/slides/slide12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44" name="组合 43">
            <a:extLst>
              <a:ext uri="{FF2B5EF4-FFF2-40B4-BE49-F238E27FC236}">
                <a16:creationId xmlns:a16="http://schemas.microsoft.com/office/drawing/2014/main" id="{4E655FF0-9AED-47CE-9C07-0C8C3ECA9984}"/>
              </a:ext>
            </a:extLst>
          </p:cNvPr>
          <p:cNvGrpSpPr/>
          <p:nvPr/>
        </p:nvGrpSpPr>
        <p:grpSpPr>
          <a:xfrm>
            <a:off x="4182910" y="1863472"/>
            <a:ext cx="3873794" cy="4151587"/>
            <a:chOff x="4182910" y="1863472"/>
            <a:chExt cx="3873794" cy="4151587"/>
          </a:xfrm>
        </p:grpSpPr>
        <p:cxnSp>
          <p:nvCxnSpPr>
            <p:cNvPr id="54" name="直接箭头连接符 53">
              <a:extLst>
                <a:ext uri="{FF2B5EF4-FFF2-40B4-BE49-F238E27FC236}">
                  <a16:creationId xmlns:a16="http://schemas.microsoft.com/office/drawing/2014/main" id="{C2F5634E-BA1B-4D66-96B1-B71660808B8B}"/>
                </a:ext>
              </a:extLst>
            </p:cNvPr>
            <p:cNvCxnSpPr>
              <a:cxnSpLocks/>
            </p:cNvCxnSpPr>
            <p:nvPr/>
          </p:nvCxnSpPr>
          <p:spPr>
            <a:xfrm>
              <a:off x="7798891" y="1863472"/>
              <a:ext cx="0" cy="4121692"/>
            </a:xfrm>
            <a:prstGeom prst="straightConnector1">
              <a:avLst/>
            </a:prstGeom>
            <a:ln w="25400">
              <a:solidFill>
                <a:schemeClr val="tx1"/>
              </a:solidFill>
              <a:tailEnd type="triangle"/>
            </a:ln>
          </p:spPr>
          <p:style>
            <a:lnRef idx="1">
              <a:schemeClr val="accent1"/>
            </a:lnRef>
            <a:fillRef idx="0">
              <a:schemeClr val="accent1"/>
            </a:fillRef>
            <a:effectRef idx="0">
              <a:schemeClr val="accent1"/>
            </a:effectRef>
            <a:fontRef idx="minor">
              <a:schemeClr val="tx1"/>
            </a:fontRef>
          </p:style>
        </p:cxnSp>
        <p:cxnSp>
          <p:nvCxnSpPr>
            <p:cNvPr id="14" name="直接箭头连接符 13">
              <a:extLst>
                <a:ext uri="{FF2B5EF4-FFF2-40B4-BE49-F238E27FC236}">
                  <a16:creationId xmlns:a16="http://schemas.microsoft.com/office/drawing/2014/main" id="{5DFA9C35-F25A-4DB3-8C67-0A5DC93590BD}"/>
                </a:ext>
              </a:extLst>
            </p:cNvPr>
            <p:cNvCxnSpPr>
              <a:cxnSpLocks/>
            </p:cNvCxnSpPr>
            <p:nvPr/>
          </p:nvCxnSpPr>
          <p:spPr>
            <a:xfrm>
              <a:off x="4466378" y="1863472"/>
              <a:ext cx="0" cy="4121692"/>
            </a:xfrm>
            <a:prstGeom prst="straightConnector1">
              <a:avLst/>
            </a:prstGeom>
            <a:ln w="25400">
              <a:solidFill>
                <a:schemeClr val="tx1"/>
              </a:solidFill>
              <a:tailEnd type="triangle"/>
            </a:ln>
          </p:spPr>
          <p:style>
            <a:lnRef idx="1">
              <a:schemeClr val="accent1"/>
            </a:lnRef>
            <a:fillRef idx="0">
              <a:schemeClr val="accent1"/>
            </a:fillRef>
            <a:effectRef idx="0">
              <a:schemeClr val="accent1"/>
            </a:effectRef>
            <a:fontRef idx="minor">
              <a:schemeClr val="tx1"/>
            </a:fontRef>
          </p:style>
        </p:cxnSp>
        <p:sp>
          <p:nvSpPr>
            <p:cNvPr id="29" name="文本框 28">
              <a:extLst>
                <a:ext uri="{FF2B5EF4-FFF2-40B4-BE49-F238E27FC236}">
                  <a16:creationId xmlns:a16="http://schemas.microsoft.com/office/drawing/2014/main" id="{4FF3F173-B2A0-456F-A798-5EF84BB1A73F}"/>
                </a:ext>
              </a:extLst>
            </p:cNvPr>
            <p:cNvSpPr txBox="1"/>
            <p:nvPr/>
          </p:nvSpPr>
          <p:spPr>
            <a:xfrm>
              <a:off x="4182910" y="5645727"/>
              <a:ext cx="221673" cy="369332"/>
            </a:xfrm>
            <a:prstGeom prst="rect">
              <a:avLst/>
            </a:prstGeom>
            <a:noFill/>
          </p:spPr>
          <p:txBody>
            <a:bodyPr wrap="square" rtlCol="0">
              <a:spAutoFit/>
            </a:bodyPr>
            <a:lstStyle/>
            <a:p>
              <a:pPr algn="r"/>
              <a:r>
                <a:rPr lang="en-US" altLang="zh-CN" b="1" dirty="0"/>
                <a:t>t</a:t>
              </a:r>
              <a:endParaRPr lang="zh-CN" altLang="en-US" b="1" dirty="0"/>
            </a:p>
          </p:txBody>
        </p:sp>
        <p:sp>
          <p:nvSpPr>
            <p:cNvPr id="34" name="文本框 33">
              <a:extLst>
                <a:ext uri="{FF2B5EF4-FFF2-40B4-BE49-F238E27FC236}">
                  <a16:creationId xmlns:a16="http://schemas.microsoft.com/office/drawing/2014/main" id="{81382C67-92C2-4AA3-8371-612A0950C151}"/>
                </a:ext>
              </a:extLst>
            </p:cNvPr>
            <p:cNvSpPr txBox="1"/>
            <p:nvPr/>
          </p:nvSpPr>
          <p:spPr>
            <a:xfrm>
              <a:off x="7835031" y="5645727"/>
              <a:ext cx="221673" cy="369332"/>
            </a:xfrm>
            <a:prstGeom prst="rect">
              <a:avLst/>
            </a:prstGeom>
            <a:noFill/>
          </p:spPr>
          <p:txBody>
            <a:bodyPr wrap="square" rtlCol="0">
              <a:spAutoFit/>
            </a:bodyPr>
            <a:lstStyle/>
            <a:p>
              <a:r>
                <a:rPr lang="en-US" altLang="zh-CN" b="1" dirty="0"/>
                <a:t>t</a:t>
              </a:r>
              <a:endParaRPr lang="zh-CN" altLang="en-US" b="1" dirty="0"/>
            </a:p>
          </p:txBody>
        </p:sp>
      </p:grpSp>
      <p:grpSp>
        <p:nvGrpSpPr>
          <p:cNvPr id="4" name="组合 3">
            <a:extLst>
              <a:ext uri="{FF2B5EF4-FFF2-40B4-BE49-F238E27FC236}">
                <a16:creationId xmlns:a16="http://schemas.microsoft.com/office/drawing/2014/main" id="{9A1EA9F2-FCB6-48C3-935F-7AE7E3AD14AC}"/>
              </a:ext>
            </a:extLst>
          </p:cNvPr>
          <p:cNvGrpSpPr/>
          <p:nvPr/>
        </p:nvGrpSpPr>
        <p:grpSpPr>
          <a:xfrm>
            <a:off x="304800" y="749300"/>
            <a:ext cx="6192344" cy="400110"/>
            <a:chOff x="424117" y="898245"/>
            <a:chExt cx="6192344" cy="400110"/>
          </a:xfrm>
        </p:grpSpPr>
        <p:sp>
          <p:nvSpPr>
            <p:cNvPr id="2" name="平行四边形 1">
              <a:extLst>
                <a:ext uri="{FF2B5EF4-FFF2-40B4-BE49-F238E27FC236}">
                  <a16:creationId xmlns:a16="http://schemas.microsoft.com/office/drawing/2014/main" id="{1F5BAA3F-9845-4F89-A2DD-8222D3E4EDAC}"/>
                </a:ext>
              </a:extLst>
            </p:cNvPr>
            <p:cNvSpPr/>
            <p:nvPr/>
          </p:nvSpPr>
          <p:spPr>
            <a:xfrm>
              <a:off x="424117" y="898245"/>
              <a:ext cx="628306" cy="387090"/>
            </a:xfrm>
            <a:prstGeom prst="parallelogram">
              <a:avLst/>
            </a:prstGeom>
            <a:solidFill>
              <a:schemeClr val="accent3">
                <a:lumMod val="75000"/>
              </a:schemeClr>
            </a:solidFill>
            <a:ln>
              <a:solidFill>
                <a:schemeClr val="accent3">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CN" sz="2200" dirty="0">
                  <a:latin typeface="Impact" panose="020B0806030902050204" pitchFamily="34" charset="0"/>
                </a:rPr>
                <a:t>01</a:t>
              </a:r>
              <a:endParaRPr lang="zh-CN" altLang="en-US" sz="2200" dirty="0">
                <a:latin typeface="Impact" panose="020B0806030902050204" pitchFamily="34" charset="0"/>
              </a:endParaRPr>
            </a:p>
          </p:txBody>
        </p:sp>
        <p:sp>
          <p:nvSpPr>
            <p:cNvPr id="3" name="文本框 2">
              <a:extLst>
                <a:ext uri="{FF2B5EF4-FFF2-40B4-BE49-F238E27FC236}">
                  <a16:creationId xmlns:a16="http://schemas.microsoft.com/office/drawing/2014/main" id="{4D6BD736-A4D3-4F26-AFED-36E11F50F70B}"/>
                </a:ext>
              </a:extLst>
            </p:cNvPr>
            <p:cNvSpPr txBox="1"/>
            <p:nvPr/>
          </p:nvSpPr>
          <p:spPr>
            <a:xfrm>
              <a:off x="1052423" y="898245"/>
              <a:ext cx="5564038" cy="400110"/>
            </a:xfrm>
            <a:prstGeom prst="rect">
              <a:avLst/>
            </a:prstGeom>
            <a:noFill/>
          </p:spPr>
          <p:txBody>
            <a:bodyPr wrap="square" rtlCol="0">
              <a:spAutoFit/>
            </a:bodyPr>
            <a:lstStyle/>
            <a:p>
              <a:r>
                <a:rPr lang="zh-CN" altLang="en-US" sz="2000" b="1" dirty="0"/>
                <a:t>停止</a:t>
              </a:r>
              <a:r>
                <a:rPr lang="en-US" altLang="zh-CN" sz="2000" b="1" dirty="0"/>
                <a:t>-</a:t>
              </a:r>
              <a:r>
                <a:rPr lang="zh-CN" altLang="en-US" sz="2000" b="1" dirty="0"/>
                <a:t>等待协议的实现原理</a:t>
              </a:r>
            </a:p>
          </p:txBody>
        </p:sp>
      </p:grpSp>
      <p:grpSp>
        <p:nvGrpSpPr>
          <p:cNvPr id="7" name="组合 6">
            <a:extLst>
              <a:ext uri="{FF2B5EF4-FFF2-40B4-BE49-F238E27FC236}">
                <a16:creationId xmlns:a16="http://schemas.microsoft.com/office/drawing/2014/main" id="{5E7BDDC2-8FDB-4028-8058-31C2E55638B8}"/>
              </a:ext>
            </a:extLst>
          </p:cNvPr>
          <p:cNvGrpSpPr/>
          <p:nvPr/>
        </p:nvGrpSpPr>
        <p:grpSpPr>
          <a:xfrm>
            <a:off x="4504661" y="2037063"/>
            <a:ext cx="3285161" cy="540207"/>
            <a:chOff x="4504661" y="2037063"/>
            <a:chExt cx="3285161" cy="540207"/>
          </a:xfrm>
        </p:grpSpPr>
        <p:cxnSp>
          <p:nvCxnSpPr>
            <p:cNvPr id="35" name="直接箭头连接符 34">
              <a:extLst>
                <a:ext uri="{FF2B5EF4-FFF2-40B4-BE49-F238E27FC236}">
                  <a16:creationId xmlns:a16="http://schemas.microsoft.com/office/drawing/2014/main" id="{86E67B9A-DDD7-44FC-95CD-DCBD0C280064}"/>
                </a:ext>
              </a:extLst>
            </p:cNvPr>
            <p:cNvCxnSpPr>
              <a:cxnSpLocks/>
            </p:cNvCxnSpPr>
            <p:nvPr/>
          </p:nvCxnSpPr>
          <p:spPr>
            <a:xfrm>
              <a:off x="4504661" y="2165620"/>
              <a:ext cx="3285161" cy="411650"/>
            </a:xfrm>
            <a:prstGeom prst="straightConnector1">
              <a:avLst/>
            </a:prstGeom>
            <a:ln w="63500" cap="rnd">
              <a:solidFill>
                <a:schemeClr val="accent3"/>
              </a:solidFill>
              <a:round/>
              <a:tailEnd type="triangle" w="med" len="lg"/>
            </a:ln>
          </p:spPr>
          <p:style>
            <a:lnRef idx="1">
              <a:schemeClr val="accent1"/>
            </a:lnRef>
            <a:fillRef idx="0">
              <a:schemeClr val="accent1"/>
            </a:fillRef>
            <a:effectRef idx="0">
              <a:schemeClr val="accent1"/>
            </a:effectRef>
            <a:fontRef idx="minor">
              <a:schemeClr val="tx1"/>
            </a:fontRef>
          </p:style>
        </p:cxnSp>
        <p:sp>
          <p:nvSpPr>
            <p:cNvPr id="36" name="文本框 35">
              <a:extLst>
                <a:ext uri="{FF2B5EF4-FFF2-40B4-BE49-F238E27FC236}">
                  <a16:creationId xmlns:a16="http://schemas.microsoft.com/office/drawing/2014/main" id="{F6F96800-C831-4F1B-B5C3-E6630CC34B4B}"/>
                </a:ext>
              </a:extLst>
            </p:cNvPr>
            <p:cNvSpPr txBox="1"/>
            <p:nvPr/>
          </p:nvSpPr>
          <p:spPr>
            <a:xfrm rot="468067">
              <a:off x="5522912" y="2037063"/>
              <a:ext cx="1107553" cy="369332"/>
            </a:xfrm>
            <a:prstGeom prst="rect">
              <a:avLst/>
            </a:prstGeom>
            <a:noFill/>
          </p:spPr>
          <p:txBody>
            <a:bodyPr wrap="square" rtlCol="0">
              <a:spAutoFit/>
            </a:bodyPr>
            <a:lstStyle/>
            <a:p>
              <a:pPr algn="ctr"/>
              <a:r>
                <a:rPr lang="en-US" altLang="zh-CN" b="1" dirty="0">
                  <a:solidFill>
                    <a:schemeClr val="accent3"/>
                  </a:solidFill>
                  <a:latin typeface="Arial Black" panose="020B0A04020102020204" pitchFamily="34" charset="0"/>
                </a:rPr>
                <a:t>DATA</a:t>
              </a:r>
              <a:endParaRPr lang="zh-CN" altLang="en-US" b="1" dirty="0">
                <a:solidFill>
                  <a:schemeClr val="accent3"/>
                </a:solidFill>
                <a:latin typeface="Arial Black" panose="020B0A04020102020204" pitchFamily="34" charset="0"/>
              </a:endParaRPr>
            </a:p>
          </p:txBody>
        </p:sp>
      </p:grpSp>
      <p:grpSp>
        <p:nvGrpSpPr>
          <p:cNvPr id="82" name="组合 81">
            <a:extLst>
              <a:ext uri="{FF2B5EF4-FFF2-40B4-BE49-F238E27FC236}">
                <a16:creationId xmlns:a16="http://schemas.microsoft.com/office/drawing/2014/main" id="{0FD607FA-E2A6-4DC0-A08A-639F776C028F}"/>
              </a:ext>
            </a:extLst>
          </p:cNvPr>
          <p:cNvGrpSpPr/>
          <p:nvPr/>
        </p:nvGrpSpPr>
        <p:grpSpPr>
          <a:xfrm>
            <a:off x="4495592" y="3297814"/>
            <a:ext cx="3303300" cy="552397"/>
            <a:chOff x="4495592" y="4165469"/>
            <a:chExt cx="3303300" cy="552397"/>
          </a:xfrm>
        </p:grpSpPr>
        <p:cxnSp>
          <p:nvCxnSpPr>
            <p:cNvPr id="73" name="直接箭头连接符 72">
              <a:extLst>
                <a:ext uri="{FF2B5EF4-FFF2-40B4-BE49-F238E27FC236}">
                  <a16:creationId xmlns:a16="http://schemas.microsoft.com/office/drawing/2014/main" id="{1DC00F8B-25F0-411D-BE9F-076B8D403830}"/>
                </a:ext>
              </a:extLst>
            </p:cNvPr>
            <p:cNvCxnSpPr>
              <a:cxnSpLocks/>
            </p:cNvCxnSpPr>
            <p:nvPr/>
          </p:nvCxnSpPr>
          <p:spPr>
            <a:xfrm>
              <a:off x="4495592" y="4318282"/>
              <a:ext cx="3303300" cy="399584"/>
            </a:xfrm>
            <a:prstGeom prst="straightConnector1">
              <a:avLst/>
            </a:prstGeom>
            <a:ln w="63500" cap="rnd">
              <a:solidFill>
                <a:schemeClr val="accent3"/>
              </a:solidFill>
              <a:round/>
              <a:tailEnd type="triangle" w="med" len="lg"/>
            </a:ln>
          </p:spPr>
          <p:style>
            <a:lnRef idx="1">
              <a:schemeClr val="accent1"/>
            </a:lnRef>
            <a:fillRef idx="0">
              <a:schemeClr val="accent1"/>
            </a:fillRef>
            <a:effectRef idx="0">
              <a:schemeClr val="accent1"/>
            </a:effectRef>
            <a:fontRef idx="minor">
              <a:schemeClr val="tx1"/>
            </a:fontRef>
          </p:style>
        </p:cxnSp>
        <p:sp>
          <p:nvSpPr>
            <p:cNvPr id="74" name="文本框 73">
              <a:extLst>
                <a:ext uri="{FF2B5EF4-FFF2-40B4-BE49-F238E27FC236}">
                  <a16:creationId xmlns:a16="http://schemas.microsoft.com/office/drawing/2014/main" id="{370F8F17-09F0-4B7E-8882-A8D15EF5C062}"/>
                </a:ext>
              </a:extLst>
            </p:cNvPr>
            <p:cNvSpPr txBox="1"/>
            <p:nvPr/>
          </p:nvSpPr>
          <p:spPr>
            <a:xfrm rot="468067">
              <a:off x="5149318" y="4165469"/>
              <a:ext cx="2099874" cy="369332"/>
            </a:xfrm>
            <a:prstGeom prst="rect">
              <a:avLst/>
            </a:prstGeom>
            <a:noFill/>
          </p:spPr>
          <p:txBody>
            <a:bodyPr wrap="square" rtlCol="0">
              <a:spAutoFit/>
            </a:bodyPr>
            <a:lstStyle/>
            <a:p>
              <a:pPr algn="ctr"/>
              <a:r>
                <a:rPr lang="zh-CN" altLang="en-US" b="1" dirty="0">
                  <a:solidFill>
                    <a:schemeClr val="accent3"/>
                  </a:solidFill>
                  <a:latin typeface="Arial Black" panose="020B0A04020102020204" pitchFamily="34" charset="0"/>
                </a:rPr>
                <a:t>重传</a:t>
              </a:r>
              <a:r>
                <a:rPr lang="en-US" altLang="zh-CN" b="1" dirty="0">
                  <a:solidFill>
                    <a:schemeClr val="accent3"/>
                  </a:solidFill>
                  <a:latin typeface="Arial Black" panose="020B0A04020102020204" pitchFamily="34" charset="0"/>
                </a:rPr>
                <a:t>DATA</a:t>
              </a:r>
              <a:endParaRPr lang="zh-CN" altLang="en-US" b="1" dirty="0">
                <a:solidFill>
                  <a:schemeClr val="accent3"/>
                </a:solidFill>
                <a:latin typeface="Arial Black" panose="020B0A04020102020204" pitchFamily="34" charset="0"/>
              </a:endParaRPr>
            </a:p>
          </p:txBody>
        </p:sp>
      </p:grpSp>
      <p:grpSp>
        <p:nvGrpSpPr>
          <p:cNvPr id="30" name="组合 29">
            <a:extLst>
              <a:ext uri="{FF2B5EF4-FFF2-40B4-BE49-F238E27FC236}">
                <a16:creationId xmlns:a16="http://schemas.microsoft.com/office/drawing/2014/main" id="{7F3B4E09-6764-454A-9492-E074DC4B625B}"/>
              </a:ext>
            </a:extLst>
          </p:cNvPr>
          <p:cNvGrpSpPr/>
          <p:nvPr/>
        </p:nvGrpSpPr>
        <p:grpSpPr>
          <a:xfrm>
            <a:off x="3184786" y="1260318"/>
            <a:ext cx="5835614" cy="808297"/>
            <a:chOff x="3094732" y="1606682"/>
            <a:chExt cx="5835614" cy="808297"/>
          </a:xfrm>
        </p:grpSpPr>
        <p:sp>
          <p:nvSpPr>
            <p:cNvPr id="17" name="文本框 16">
              <a:extLst>
                <a:ext uri="{FF2B5EF4-FFF2-40B4-BE49-F238E27FC236}">
                  <a16:creationId xmlns:a16="http://schemas.microsoft.com/office/drawing/2014/main" id="{5BC89BE0-4BDF-4485-9FBE-0F4CA3E7333F}"/>
                </a:ext>
              </a:extLst>
            </p:cNvPr>
            <p:cNvSpPr txBox="1"/>
            <p:nvPr/>
          </p:nvSpPr>
          <p:spPr>
            <a:xfrm>
              <a:off x="3094732" y="1829614"/>
              <a:ext cx="905164" cy="369332"/>
            </a:xfrm>
            <a:prstGeom prst="rect">
              <a:avLst/>
            </a:prstGeom>
            <a:noFill/>
          </p:spPr>
          <p:txBody>
            <a:bodyPr wrap="square" rtlCol="0">
              <a:spAutoFit/>
            </a:bodyPr>
            <a:lstStyle/>
            <a:p>
              <a:pPr algn="ctr"/>
              <a:r>
                <a:rPr lang="zh-CN" altLang="en-US" b="1" dirty="0">
                  <a:latin typeface="+mn-ea"/>
                </a:rPr>
                <a:t>发送方</a:t>
              </a:r>
            </a:p>
          </p:txBody>
        </p:sp>
        <p:sp>
          <p:nvSpPr>
            <p:cNvPr id="18" name="文本框 17">
              <a:extLst>
                <a:ext uri="{FF2B5EF4-FFF2-40B4-BE49-F238E27FC236}">
                  <a16:creationId xmlns:a16="http://schemas.microsoft.com/office/drawing/2014/main" id="{A53EBA0B-88E5-479C-B031-0031D4C518FB}"/>
                </a:ext>
              </a:extLst>
            </p:cNvPr>
            <p:cNvSpPr txBox="1"/>
            <p:nvPr/>
          </p:nvSpPr>
          <p:spPr>
            <a:xfrm>
              <a:off x="8025182" y="1829614"/>
              <a:ext cx="905164" cy="369332"/>
            </a:xfrm>
            <a:prstGeom prst="rect">
              <a:avLst/>
            </a:prstGeom>
            <a:noFill/>
          </p:spPr>
          <p:txBody>
            <a:bodyPr wrap="square" rtlCol="0">
              <a:spAutoFit/>
            </a:bodyPr>
            <a:lstStyle/>
            <a:p>
              <a:pPr algn="ctr"/>
              <a:r>
                <a:rPr lang="zh-CN" altLang="en-US" b="1" dirty="0">
                  <a:latin typeface="+mn-ea"/>
                </a:rPr>
                <a:t>接收方</a:t>
              </a:r>
            </a:p>
          </p:txBody>
        </p:sp>
        <p:cxnSp>
          <p:nvCxnSpPr>
            <p:cNvPr id="20" name="直接连接符 19">
              <a:extLst>
                <a:ext uri="{FF2B5EF4-FFF2-40B4-BE49-F238E27FC236}">
                  <a16:creationId xmlns:a16="http://schemas.microsoft.com/office/drawing/2014/main" id="{60E4C73B-A225-411B-883A-DC140C4192C5}"/>
                </a:ext>
              </a:extLst>
            </p:cNvPr>
            <p:cNvCxnSpPr>
              <a:cxnSpLocks/>
            </p:cNvCxnSpPr>
            <p:nvPr/>
          </p:nvCxnSpPr>
          <p:spPr>
            <a:xfrm>
              <a:off x="4214689" y="2101247"/>
              <a:ext cx="3494148" cy="0"/>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pic>
          <p:nvPicPr>
            <p:cNvPr id="21" name="图形 20">
              <a:extLst>
                <a:ext uri="{FF2B5EF4-FFF2-40B4-BE49-F238E27FC236}">
                  <a16:creationId xmlns:a16="http://schemas.microsoft.com/office/drawing/2014/main" id="{6741A3DB-8FF6-4FA5-B425-532579F07BB2}"/>
                </a:ext>
              </a:extLst>
            </p:cNvPr>
            <p:cNvPicPr>
              <a:picLocks noChangeAspect="1"/>
            </p:cNvPicPr>
            <p:nvPr/>
          </p:nvPicPr>
          <p:blipFill>
            <a:blip r:embed="rId3">
              <a:extLst>
                <a:ext uri="{28A0092B-C50C-407E-A947-70E740481C1C}">
                  <a14:useLocalDpi xmlns:a14="http://schemas.microsoft.com/office/drawing/2010/main" val="0"/>
                </a:ext>
                <a:ext uri="{96DAC541-7B7A-43D3-8B79-37D633B846F1}">
                  <asvg:svgBlip xmlns:asvg="http://schemas.microsoft.com/office/drawing/2016/SVG/main" r:embed="rId4"/>
                </a:ext>
              </a:extLst>
            </a:blip>
            <a:stretch>
              <a:fillRect/>
            </a:stretch>
          </p:blipFill>
          <p:spPr>
            <a:xfrm>
              <a:off x="4044917" y="1625133"/>
              <a:ext cx="662814" cy="641082"/>
            </a:xfrm>
            <a:prstGeom prst="rect">
              <a:avLst/>
            </a:prstGeom>
          </p:spPr>
        </p:pic>
        <p:pic>
          <p:nvPicPr>
            <p:cNvPr id="22" name="图形 21">
              <a:extLst>
                <a:ext uri="{FF2B5EF4-FFF2-40B4-BE49-F238E27FC236}">
                  <a16:creationId xmlns:a16="http://schemas.microsoft.com/office/drawing/2014/main" id="{FB51D0B6-4BB2-4ACA-8731-2370EE12D6D8}"/>
                </a:ext>
              </a:extLst>
            </p:cNvPr>
            <p:cNvPicPr>
              <a:picLocks noChangeAspect="1"/>
            </p:cNvPicPr>
            <p:nvPr/>
          </p:nvPicPr>
          <p:blipFill>
            <a:blip r:embed="rId5">
              <a:extLst>
                <a:ext uri="{28A0092B-C50C-407E-A947-70E740481C1C}">
                  <a14:useLocalDpi xmlns:a14="http://schemas.microsoft.com/office/drawing/2010/main" val="0"/>
                </a:ext>
                <a:ext uri="{96DAC541-7B7A-43D3-8B79-37D633B846F1}">
                  <asvg:svgBlip xmlns:asvg="http://schemas.microsoft.com/office/drawing/2016/SVG/main" r:embed="rId6"/>
                </a:ext>
              </a:extLst>
            </a:blip>
            <a:stretch>
              <a:fillRect/>
            </a:stretch>
          </p:blipFill>
          <p:spPr>
            <a:xfrm>
              <a:off x="7457951" y="1606682"/>
              <a:ext cx="501772" cy="658576"/>
            </a:xfrm>
            <a:prstGeom prst="rect">
              <a:avLst/>
            </a:prstGeom>
          </p:spPr>
        </p:pic>
        <p:sp>
          <p:nvSpPr>
            <p:cNvPr id="27" name="云形 26">
              <a:extLst>
                <a:ext uri="{FF2B5EF4-FFF2-40B4-BE49-F238E27FC236}">
                  <a16:creationId xmlns:a16="http://schemas.microsoft.com/office/drawing/2014/main" id="{376EF8EB-1F23-4CFB-8171-CB84499BD291}"/>
                </a:ext>
              </a:extLst>
            </p:cNvPr>
            <p:cNvSpPr/>
            <p:nvPr/>
          </p:nvSpPr>
          <p:spPr>
            <a:xfrm>
              <a:off x="5371531" y="1613581"/>
              <a:ext cx="1422620" cy="801398"/>
            </a:xfrm>
            <a:prstGeom prst="cloud">
              <a:avLst/>
            </a:prstGeom>
            <a:solidFill>
              <a:schemeClr val="bg1">
                <a:lumMod val="85000"/>
              </a:schemeClr>
            </a:solidFill>
            <a:ln>
              <a:solidFill>
                <a:schemeClr val="bg1">
                  <a:lumMod val="85000"/>
                </a:schemeClr>
              </a:solidFill>
            </a:ln>
          </p:spPr>
          <p:style>
            <a:lnRef idx="2">
              <a:schemeClr val="accent3">
                <a:shade val="50000"/>
              </a:schemeClr>
            </a:lnRef>
            <a:fillRef idx="1">
              <a:schemeClr val="accent3"/>
            </a:fillRef>
            <a:effectRef idx="0">
              <a:schemeClr val="accent3"/>
            </a:effectRef>
            <a:fontRef idx="minor">
              <a:schemeClr val="lt1"/>
            </a:fontRef>
          </p:style>
          <p:txBody>
            <a:bodyPr rtlCol="0" anchor="ctr"/>
            <a:lstStyle/>
            <a:p>
              <a:pPr algn="ctr"/>
              <a:r>
                <a:rPr lang="zh-CN" altLang="en-US" b="1" dirty="0">
                  <a:solidFill>
                    <a:schemeClr val="tx1"/>
                  </a:solidFill>
                  <a:latin typeface="+mn-ea"/>
                </a:rPr>
                <a:t>因特网</a:t>
              </a:r>
            </a:p>
          </p:txBody>
        </p:sp>
      </p:grpSp>
      <p:grpSp>
        <p:nvGrpSpPr>
          <p:cNvPr id="9" name="组合 8">
            <a:extLst>
              <a:ext uri="{FF2B5EF4-FFF2-40B4-BE49-F238E27FC236}">
                <a16:creationId xmlns:a16="http://schemas.microsoft.com/office/drawing/2014/main" id="{C5359478-5393-49AD-8FA6-CC0F15043C83}"/>
              </a:ext>
            </a:extLst>
          </p:cNvPr>
          <p:cNvGrpSpPr/>
          <p:nvPr/>
        </p:nvGrpSpPr>
        <p:grpSpPr>
          <a:xfrm>
            <a:off x="4466378" y="2594840"/>
            <a:ext cx="3337372" cy="575493"/>
            <a:chOff x="4466378" y="2594840"/>
            <a:chExt cx="3337372" cy="575493"/>
          </a:xfrm>
        </p:grpSpPr>
        <p:cxnSp>
          <p:nvCxnSpPr>
            <p:cNvPr id="39" name="直接箭头连接符 38">
              <a:extLst>
                <a:ext uri="{FF2B5EF4-FFF2-40B4-BE49-F238E27FC236}">
                  <a16:creationId xmlns:a16="http://schemas.microsoft.com/office/drawing/2014/main" id="{C66B632F-B866-4D84-B666-E41C1C3518F3}"/>
                </a:ext>
              </a:extLst>
            </p:cNvPr>
            <p:cNvCxnSpPr/>
            <p:nvPr/>
          </p:nvCxnSpPr>
          <p:spPr>
            <a:xfrm flipH="1">
              <a:off x="4466378" y="2611337"/>
              <a:ext cx="3332513" cy="558996"/>
            </a:xfrm>
            <a:prstGeom prst="straightConnector1">
              <a:avLst/>
            </a:prstGeom>
            <a:ln w="12700">
              <a:solidFill>
                <a:schemeClr val="tx1"/>
              </a:solidFill>
              <a:prstDash val="dash"/>
              <a:tailEnd type="none" w="med" len="lg"/>
            </a:ln>
          </p:spPr>
          <p:style>
            <a:lnRef idx="1">
              <a:schemeClr val="accent1"/>
            </a:lnRef>
            <a:fillRef idx="0">
              <a:schemeClr val="accent1"/>
            </a:fillRef>
            <a:effectRef idx="0">
              <a:schemeClr val="accent1"/>
            </a:effectRef>
            <a:fontRef idx="minor">
              <a:schemeClr val="tx1"/>
            </a:fontRef>
          </p:style>
        </p:cxnSp>
        <p:cxnSp>
          <p:nvCxnSpPr>
            <p:cNvPr id="48" name="直接箭头连接符 47">
              <a:extLst>
                <a:ext uri="{FF2B5EF4-FFF2-40B4-BE49-F238E27FC236}">
                  <a16:creationId xmlns:a16="http://schemas.microsoft.com/office/drawing/2014/main" id="{B45A8A54-BCEE-4EE6-BD80-3F200082D29F}"/>
                </a:ext>
              </a:extLst>
            </p:cNvPr>
            <p:cNvCxnSpPr>
              <a:cxnSpLocks/>
            </p:cNvCxnSpPr>
            <p:nvPr/>
          </p:nvCxnSpPr>
          <p:spPr>
            <a:xfrm flipH="1">
              <a:off x="5575691" y="2611337"/>
              <a:ext cx="2228059" cy="376669"/>
            </a:xfrm>
            <a:prstGeom prst="straightConnector1">
              <a:avLst/>
            </a:prstGeom>
            <a:ln w="25400">
              <a:solidFill>
                <a:schemeClr val="accent4"/>
              </a:solidFill>
              <a:tailEnd type="triangle" w="med" len="lg"/>
            </a:ln>
          </p:spPr>
          <p:style>
            <a:lnRef idx="1">
              <a:schemeClr val="accent1"/>
            </a:lnRef>
            <a:fillRef idx="0">
              <a:schemeClr val="accent1"/>
            </a:fillRef>
            <a:effectRef idx="0">
              <a:schemeClr val="accent1"/>
            </a:effectRef>
            <a:fontRef idx="minor">
              <a:schemeClr val="tx1"/>
            </a:fontRef>
          </p:style>
        </p:cxnSp>
        <p:sp>
          <p:nvSpPr>
            <p:cNvPr id="56" name="文本框 55">
              <a:extLst>
                <a:ext uri="{FF2B5EF4-FFF2-40B4-BE49-F238E27FC236}">
                  <a16:creationId xmlns:a16="http://schemas.microsoft.com/office/drawing/2014/main" id="{A729228A-ADBE-487E-B36D-8C658E01EF99}"/>
                </a:ext>
              </a:extLst>
            </p:cNvPr>
            <p:cNvSpPr txBox="1"/>
            <p:nvPr/>
          </p:nvSpPr>
          <p:spPr>
            <a:xfrm rot="21014117">
              <a:off x="5582327" y="2594840"/>
              <a:ext cx="1107553" cy="369332"/>
            </a:xfrm>
            <a:prstGeom prst="rect">
              <a:avLst/>
            </a:prstGeom>
            <a:noFill/>
          </p:spPr>
          <p:txBody>
            <a:bodyPr wrap="square" rtlCol="0">
              <a:spAutoFit/>
            </a:bodyPr>
            <a:lstStyle/>
            <a:p>
              <a:pPr algn="ctr"/>
              <a:r>
                <a:rPr lang="en-US" altLang="zh-CN" b="1" dirty="0">
                  <a:solidFill>
                    <a:schemeClr val="accent4"/>
                  </a:solidFill>
                  <a:latin typeface="Arial Black" panose="020B0A04020102020204" pitchFamily="34" charset="0"/>
                </a:rPr>
                <a:t>ACK</a:t>
              </a:r>
              <a:endParaRPr lang="zh-CN" altLang="en-US" b="1" dirty="0">
                <a:solidFill>
                  <a:schemeClr val="accent4"/>
                </a:solidFill>
                <a:latin typeface="Arial Black" panose="020B0A04020102020204" pitchFamily="34" charset="0"/>
              </a:endParaRPr>
            </a:p>
          </p:txBody>
        </p:sp>
      </p:grpSp>
      <p:sp>
        <p:nvSpPr>
          <p:cNvPr id="57" name="对话气泡: 椭圆形 56">
            <a:extLst>
              <a:ext uri="{FF2B5EF4-FFF2-40B4-BE49-F238E27FC236}">
                <a16:creationId xmlns:a16="http://schemas.microsoft.com/office/drawing/2014/main" id="{FDD0406F-FE0B-481F-9A44-394B2E4E9C8A}"/>
              </a:ext>
            </a:extLst>
          </p:cNvPr>
          <p:cNvSpPr/>
          <p:nvPr/>
        </p:nvSpPr>
        <p:spPr>
          <a:xfrm>
            <a:off x="4837944" y="2366703"/>
            <a:ext cx="907821" cy="558996"/>
          </a:xfrm>
          <a:prstGeom prst="wedgeEllipseCallout">
            <a:avLst>
              <a:gd name="adj1" fmla="val 32065"/>
              <a:gd name="adj2" fmla="val 55439"/>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zh-CN" altLang="en-US" b="1" dirty="0"/>
              <a:t>丢失</a:t>
            </a:r>
          </a:p>
        </p:txBody>
      </p:sp>
      <p:grpSp>
        <p:nvGrpSpPr>
          <p:cNvPr id="11" name="组合 10">
            <a:extLst>
              <a:ext uri="{FF2B5EF4-FFF2-40B4-BE49-F238E27FC236}">
                <a16:creationId xmlns:a16="http://schemas.microsoft.com/office/drawing/2014/main" id="{80DE1420-E440-47C6-AD5C-4977E7D49E0B}"/>
              </a:ext>
            </a:extLst>
          </p:cNvPr>
          <p:cNvGrpSpPr/>
          <p:nvPr/>
        </p:nvGrpSpPr>
        <p:grpSpPr>
          <a:xfrm>
            <a:off x="3401041" y="2160579"/>
            <a:ext cx="1056268" cy="1257155"/>
            <a:chOff x="3401041" y="2160579"/>
            <a:chExt cx="1056268" cy="1257155"/>
          </a:xfrm>
        </p:grpSpPr>
        <p:cxnSp>
          <p:nvCxnSpPr>
            <p:cNvPr id="68" name="直接箭头连接符 67">
              <a:extLst>
                <a:ext uri="{FF2B5EF4-FFF2-40B4-BE49-F238E27FC236}">
                  <a16:creationId xmlns:a16="http://schemas.microsoft.com/office/drawing/2014/main" id="{BC462BF6-0FBA-481F-80D1-28F9CCD1B206}"/>
                </a:ext>
              </a:extLst>
            </p:cNvPr>
            <p:cNvCxnSpPr>
              <a:cxnSpLocks/>
            </p:cNvCxnSpPr>
            <p:nvPr/>
          </p:nvCxnSpPr>
          <p:spPr>
            <a:xfrm>
              <a:off x="4057360" y="2160579"/>
              <a:ext cx="0" cy="1257155"/>
            </a:xfrm>
            <a:prstGeom prst="straightConnector1">
              <a:avLst/>
            </a:prstGeom>
            <a:ln w="12700">
              <a:solidFill>
                <a:schemeClr val="tx1"/>
              </a:solidFill>
              <a:headEnd type="triangle"/>
              <a:tailEnd type="triangle"/>
            </a:ln>
          </p:spPr>
          <p:style>
            <a:lnRef idx="1">
              <a:schemeClr val="accent1"/>
            </a:lnRef>
            <a:fillRef idx="0">
              <a:schemeClr val="accent1"/>
            </a:fillRef>
            <a:effectRef idx="0">
              <a:schemeClr val="accent1"/>
            </a:effectRef>
            <a:fontRef idx="minor">
              <a:schemeClr val="tx1"/>
            </a:fontRef>
          </p:style>
        </p:cxnSp>
        <p:sp>
          <p:nvSpPr>
            <p:cNvPr id="69" name="文本框 68">
              <a:extLst>
                <a:ext uri="{FF2B5EF4-FFF2-40B4-BE49-F238E27FC236}">
                  <a16:creationId xmlns:a16="http://schemas.microsoft.com/office/drawing/2014/main" id="{807016C4-B120-4052-B683-8EAD4B9F37A0}"/>
                </a:ext>
              </a:extLst>
            </p:cNvPr>
            <p:cNvSpPr txBox="1"/>
            <p:nvPr/>
          </p:nvSpPr>
          <p:spPr>
            <a:xfrm>
              <a:off x="3746853" y="2597246"/>
              <a:ext cx="615339" cy="369332"/>
            </a:xfrm>
            <a:prstGeom prst="rect">
              <a:avLst/>
            </a:prstGeom>
            <a:solidFill>
              <a:schemeClr val="bg1"/>
            </a:solidFill>
          </p:spPr>
          <p:txBody>
            <a:bodyPr wrap="square" rtlCol="0">
              <a:spAutoFit/>
            </a:bodyPr>
            <a:lstStyle/>
            <a:p>
              <a:pPr algn="ctr"/>
              <a:r>
                <a:rPr lang="en-US" altLang="zh-CN" b="1" dirty="0">
                  <a:latin typeface="Arial Narrow" panose="020B0606020202030204" pitchFamily="34" charset="0"/>
                </a:rPr>
                <a:t>RTO</a:t>
              </a:r>
              <a:endParaRPr lang="zh-CN" altLang="en-US" b="1" dirty="0">
                <a:latin typeface="Arial Narrow" panose="020B0606020202030204" pitchFamily="34" charset="0"/>
              </a:endParaRPr>
            </a:p>
          </p:txBody>
        </p:sp>
        <p:cxnSp>
          <p:nvCxnSpPr>
            <p:cNvPr id="71" name="直接连接符 70">
              <a:extLst>
                <a:ext uri="{FF2B5EF4-FFF2-40B4-BE49-F238E27FC236}">
                  <a16:creationId xmlns:a16="http://schemas.microsoft.com/office/drawing/2014/main" id="{8A74443A-FA26-44DB-9F3E-575FAF1BAA30}"/>
                </a:ext>
              </a:extLst>
            </p:cNvPr>
            <p:cNvCxnSpPr>
              <a:cxnSpLocks/>
            </p:cNvCxnSpPr>
            <p:nvPr/>
          </p:nvCxnSpPr>
          <p:spPr>
            <a:xfrm flipH="1">
              <a:off x="3401042" y="2165210"/>
              <a:ext cx="1056267" cy="0"/>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sp>
          <p:nvSpPr>
            <p:cNvPr id="77" name="chronometer_117482">
              <a:extLst>
                <a:ext uri="{FF2B5EF4-FFF2-40B4-BE49-F238E27FC236}">
                  <a16:creationId xmlns:a16="http://schemas.microsoft.com/office/drawing/2014/main" id="{9EE1D83E-6058-42D2-9278-48782B6085E2}"/>
                </a:ext>
              </a:extLst>
            </p:cNvPr>
            <p:cNvSpPr/>
            <p:nvPr/>
          </p:nvSpPr>
          <p:spPr>
            <a:xfrm>
              <a:off x="3495968" y="2577270"/>
              <a:ext cx="304613" cy="369332"/>
            </a:xfrm>
            <a:custGeom>
              <a:avLst/>
              <a:gdLst>
                <a:gd name="T0" fmla="*/ 0 w 3733"/>
                <a:gd name="T1" fmla="*/ 2667 h 4533"/>
                <a:gd name="T2" fmla="*/ 1867 w 3733"/>
                <a:gd name="T3" fmla="*/ 4533 h 4533"/>
                <a:gd name="T4" fmla="*/ 3733 w 3733"/>
                <a:gd name="T5" fmla="*/ 2667 h 4533"/>
                <a:gd name="T6" fmla="*/ 3161 w 3733"/>
                <a:gd name="T7" fmla="*/ 1323 h 4533"/>
                <a:gd name="T8" fmla="*/ 3408 w 3733"/>
                <a:gd name="T9" fmla="*/ 1075 h 4533"/>
                <a:gd name="T10" fmla="*/ 3408 w 3733"/>
                <a:gd name="T11" fmla="*/ 792 h 4533"/>
                <a:gd name="T12" fmla="*/ 3125 w 3733"/>
                <a:gd name="T13" fmla="*/ 792 h 4533"/>
                <a:gd name="T14" fmla="*/ 2842 w 3733"/>
                <a:gd name="T15" fmla="*/ 1076 h 4533"/>
                <a:gd name="T16" fmla="*/ 2067 w 3733"/>
                <a:gd name="T17" fmla="*/ 811 h 4533"/>
                <a:gd name="T18" fmla="*/ 2067 w 3733"/>
                <a:gd name="T19" fmla="*/ 400 h 4533"/>
                <a:gd name="T20" fmla="*/ 2667 w 3733"/>
                <a:gd name="T21" fmla="*/ 400 h 4533"/>
                <a:gd name="T22" fmla="*/ 2867 w 3733"/>
                <a:gd name="T23" fmla="*/ 200 h 4533"/>
                <a:gd name="T24" fmla="*/ 2667 w 3733"/>
                <a:gd name="T25" fmla="*/ 0 h 4533"/>
                <a:gd name="T26" fmla="*/ 1067 w 3733"/>
                <a:gd name="T27" fmla="*/ 0 h 4533"/>
                <a:gd name="T28" fmla="*/ 867 w 3733"/>
                <a:gd name="T29" fmla="*/ 200 h 4533"/>
                <a:gd name="T30" fmla="*/ 1067 w 3733"/>
                <a:gd name="T31" fmla="*/ 400 h 4533"/>
                <a:gd name="T32" fmla="*/ 1667 w 3733"/>
                <a:gd name="T33" fmla="*/ 400 h 4533"/>
                <a:gd name="T34" fmla="*/ 1667 w 3733"/>
                <a:gd name="T35" fmla="*/ 811 h 4533"/>
                <a:gd name="T36" fmla="*/ 891 w 3733"/>
                <a:gd name="T37" fmla="*/ 1076 h 4533"/>
                <a:gd name="T38" fmla="*/ 608 w 3733"/>
                <a:gd name="T39" fmla="*/ 792 h 4533"/>
                <a:gd name="T40" fmla="*/ 325 w 3733"/>
                <a:gd name="T41" fmla="*/ 792 h 4533"/>
                <a:gd name="T42" fmla="*/ 325 w 3733"/>
                <a:gd name="T43" fmla="*/ 1075 h 4533"/>
                <a:gd name="T44" fmla="*/ 573 w 3733"/>
                <a:gd name="T45" fmla="*/ 1323 h 4533"/>
                <a:gd name="T46" fmla="*/ 0 w 3733"/>
                <a:gd name="T47" fmla="*/ 2667 h 4533"/>
                <a:gd name="T48" fmla="*/ 1667 w 3733"/>
                <a:gd name="T49" fmla="*/ 1801 h 4533"/>
                <a:gd name="T50" fmla="*/ 1867 w 3733"/>
                <a:gd name="T51" fmla="*/ 1601 h 4533"/>
                <a:gd name="T52" fmla="*/ 2067 w 3733"/>
                <a:gd name="T53" fmla="*/ 1801 h 4533"/>
                <a:gd name="T54" fmla="*/ 2067 w 3733"/>
                <a:gd name="T55" fmla="*/ 2468 h 4533"/>
                <a:gd name="T56" fmla="*/ 2733 w 3733"/>
                <a:gd name="T57" fmla="*/ 2468 h 4533"/>
                <a:gd name="T58" fmla="*/ 2933 w 3733"/>
                <a:gd name="T59" fmla="*/ 2668 h 4533"/>
                <a:gd name="T60" fmla="*/ 2733 w 3733"/>
                <a:gd name="T61" fmla="*/ 2868 h 4533"/>
                <a:gd name="T62" fmla="*/ 1867 w 3733"/>
                <a:gd name="T63" fmla="*/ 2868 h 4533"/>
                <a:gd name="T64" fmla="*/ 1667 w 3733"/>
                <a:gd name="T65" fmla="*/ 2668 h 4533"/>
                <a:gd name="T66" fmla="*/ 1667 w 3733"/>
                <a:gd name="T67" fmla="*/ 1801 h 45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3733" h="4533">
                  <a:moveTo>
                    <a:pt x="0" y="2667"/>
                  </a:moveTo>
                  <a:cubicBezTo>
                    <a:pt x="0" y="3696"/>
                    <a:pt x="837" y="4533"/>
                    <a:pt x="1867" y="4533"/>
                  </a:cubicBezTo>
                  <a:cubicBezTo>
                    <a:pt x="2896" y="4533"/>
                    <a:pt x="3733" y="3696"/>
                    <a:pt x="3733" y="2667"/>
                  </a:cubicBezTo>
                  <a:cubicBezTo>
                    <a:pt x="3733" y="2139"/>
                    <a:pt x="3513" y="1662"/>
                    <a:pt x="3161" y="1323"/>
                  </a:cubicBezTo>
                  <a:lnTo>
                    <a:pt x="3408" y="1075"/>
                  </a:lnTo>
                  <a:cubicBezTo>
                    <a:pt x="3486" y="997"/>
                    <a:pt x="3486" y="870"/>
                    <a:pt x="3408" y="792"/>
                  </a:cubicBezTo>
                  <a:cubicBezTo>
                    <a:pt x="3330" y="714"/>
                    <a:pt x="3203" y="714"/>
                    <a:pt x="3125" y="792"/>
                  </a:cubicBezTo>
                  <a:lnTo>
                    <a:pt x="2842" y="1076"/>
                  </a:lnTo>
                  <a:cubicBezTo>
                    <a:pt x="2612" y="934"/>
                    <a:pt x="2348" y="841"/>
                    <a:pt x="2067" y="811"/>
                  </a:cubicBezTo>
                  <a:lnTo>
                    <a:pt x="2067" y="400"/>
                  </a:lnTo>
                  <a:lnTo>
                    <a:pt x="2667" y="400"/>
                  </a:lnTo>
                  <a:cubicBezTo>
                    <a:pt x="2777" y="400"/>
                    <a:pt x="2867" y="310"/>
                    <a:pt x="2867" y="200"/>
                  </a:cubicBezTo>
                  <a:cubicBezTo>
                    <a:pt x="2867" y="90"/>
                    <a:pt x="2777" y="0"/>
                    <a:pt x="2667" y="0"/>
                  </a:cubicBezTo>
                  <a:lnTo>
                    <a:pt x="1067" y="0"/>
                  </a:lnTo>
                  <a:cubicBezTo>
                    <a:pt x="956" y="0"/>
                    <a:pt x="867" y="90"/>
                    <a:pt x="867" y="200"/>
                  </a:cubicBezTo>
                  <a:cubicBezTo>
                    <a:pt x="867" y="310"/>
                    <a:pt x="956" y="400"/>
                    <a:pt x="1067" y="400"/>
                  </a:cubicBezTo>
                  <a:lnTo>
                    <a:pt x="1667" y="400"/>
                  </a:lnTo>
                  <a:lnTo>
                    <a:pt x="1667" y="811"/>
                  </a:lnTo>
                  <a:cubicBezTo>
                    <a:pt x="1385" y="841"/>
                    <a:pt x="1122" y="934"/>
                    <a:pt x="891" y="1076"/>
                  </a:cubicBezTo>
                  <a:lnTo>
                    <a:pt x="608" y="792"/>
                  </a:lnTo>
                  <a:cubicBezTo>
                    <a:pt x="530" y="714"/>
                    <a:pt x="403" y="714"/>
                    <a:pt x="325" y="792"/>
                  </a:cubicBezTo>
                  <a:cubicBezTo>
                    <a:pt x="247" y="870"/>
                    <a:pt x="247" y="997"/>
                    <a:pt x="325" y="1075"/>
                  </a:cubicBezTo>
                  <a:lnTo>
                    <a:pt x="573" y="1323"/>
                  </a:lnTo>
                  <a:cubicBezTo>
                    <a:pt x="220" y="1662"/>
                    <a:pt x="0" y="2139"/>
                    <a:pt x="0" y="2667"/>
                  </a:cubicBezTo>
                  <a:close/>
                  <a:moveTo>
                    <a:pt x="1667" y="1801"/>
                  </a:moveTo>
                  <a:cubicBezTo>
                    <a:pt x="1667" y="1691"/>
                    <a:pt x="1756" y="1601"/>
                    <a:pt x="1867" y="1601"/>
                  </a:cubicBezTo>
                  <a:cubicBezTo>
                    <a:pt x="1977" y="1601"/>
                    <a:pt x="2067" y="1691"/>
                    <a:pt x="2067" y="1801"/>
                  </a:cubicBezTo>
                  <a:lnTo>
                    <a:pt x="2067" y="2468"/>
                  </a:lnTo>
                  <a:lnTo>
                    <a:pt x="2733" y="2468"/>
                  </a:lnTo>
                  <a:cubicBezTo>
                    <a:pt x="2844" y="2468"/>
                    <a:pt x="2933" y="2557"/>
                    <a:pt x="2933" y="2668"/>
                  </a:cubicBezTo>
                  <a:cubicBezTo>
                    <a:pt x="2933" y="2778"/>
                    <a:pt x="2844" y="2868"/>
                    <a:pt x="2733" y="2868"/>
                  </a:cubicBezTo>
                  <a:lnTo>
                    <a:pt x="1867" y="2868"/>
                  </a:lnTo>
                  <a:cubicBezTo>
                    <a:pt x="1756" y="2868"/>
                    <a:pt x="1667" y="2778"/>
                    <a:pt x="1667" y="2668"/>
                  </a:cubicBezTo>
                  <a:lnTo>
                    <a:pt x="1667" y="1801"/>
                  </a:lnTo>
                  <a:close/>
                </a:path>
              </a:pathLst>
            </a:custGeom>
            <a:solidFill>
              <a:schemeClr val="accent1"/>
            </a:solidFill>
            <a:ln>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zh-CN"/>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a:p>
          </p:txBody>
        </p:sp>
        <p:cxnSp>
          <p:nvCxnSpPr>
            <p:cNvPr id="58" name="直接连接符 57">
              <a:extLst>
                <a:ext uri="{FF2B5EF4-FFF2-40B4-BE49-F238E27FC236}">
                  <a16:creationId xmlns:a16="http://schemas.microsoft.com/office/drawing/2014/main" id="{03076B84-5CB9-400B-A5FB-94BDDD306B16}"/>
                </a:ext>
              </a:extLst>
            </p:cNvPr>
            <p:cNvCxnSpPr>
              <a:cxnSpLocks/>
            </p:cNvCxnSpPr>
            <p:nvPr/>
          </p:nvCxnSpPr>
          <p:spPr>
            <a:xfrm flipH="1">
              <a:off x="3401041" y="3417734"/>
              <a:ext cx="1056267" cy="0"/>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8" name="组合 27">
            <a:extLst>
              <a:ext uri="{FF2B5EF4-FFF2-40B4-BE49-F238E27FC236}">
                <a16:creationId xmlns:a16="http://schemas.microsoft.com/office/drawing/2014/main" id="{882B1500-DEE7-43A5-AD6F-4FE066936AE3}"/>
              </a:ext>
            </a:extLst>
          </p:cNvPr>
          <p:cNvGrpSpPr/>
          <p:nvPr/>
        </p:nvGrpSpPr>
        <p:grpSpPr>
          <a:xfrm>
            <a:off x="7762752" y="2565835"/>
            <a:ext cx="805066" cy="1290976"/>
            <a:chOff x="7762752" y="2565835"/>
            <a:chExt cx="805066" cy="1290976"/>
          </a:xfrm>
        </p:grpSpPr>
        <p:cxnSp>
          <p:nvCxnSpPr>
            <p:cNvPr id="23" name="连接符: 曲线 22">
              <a:extLst>
                <a:ext uri="{FF2B5EF4-FFF2-40B4-BE49-F238E27FC236}">
                  <a16:creationId xmlns:a16="http://schemas.microsoft.com/office/drawing/2014/main" id="{A1C8CDC5-C9B4-4B11-9F4F-FEEB9A533BD6}"/>
                </a:ext>
              </a:extLst>
            </p:cNvPr>
            <p:cNvCxnSpPr>
              <a:cxnSpLocks/>
            </p:cNvCxnSpPr>
            <p:nvPr/>
          </p:nvCxnSpPr>
          <p:spPr>
            <a:xfrm flipV="1">
              <a:off x="7762752" y="2565835"/>
              <a:ext cx="12700" cy="1290976"/>
            </a:xfrm>
            <a:prstGeom prst="curvedConnector3">
              <a:avLst>
                <a:gd name="adj1" fmla="val 3818181"/>
              </a:avLst>
            </a:prstGeom>
            <a:ln w="38100">
              <a:solidFill>
                <a:schemeClr val="accent1"/>
              </a:solidFill>
              <a:prstDash val="dash"/>
              <a:tailEnd type="triangle" w="med" len="lg"/>
            </a:ln>
          </p:spPr>
          <p:style>
            <a:lnRef idx="1">
              <a:schemeClr val="accent1"/>
            </a:lnRef>
            <a:fillRef idx="0">
              <a:schemeClr val="accent1"/>
            </a:fillRef>
            <a:effectRef idx="0">
              <a:schemeClr val="accent1"/>
            </a:effectRef>
            <a:fontRef idx="minor">
              <a:schemeClr val="tx1"/>
            </a:fontRef>
          </p:style>
        </p:cxnSp>
        <p:sp>
          <p:nvSpPr>
            <p:cNvPr id="66" name="文本框 65">
              <a:extLst>
                <a:ext uri="{FF2B5EF4-FFF2-40B4-BE49-F238E27FC236}">
                  <a16:creationId xmlns:a16="http://schemas.microsoft.com/office/drawing/2014/main" id="{D34B9856-ACCC-4169-985C-ED9C324CF958}"/>
                </a:ext>
              </a:extLst>
            </p:cNvPr>
            <p:cNvSpPr txBox="1"/>
            <p:nvPr/>
          </p:nvSpPr>
          <p:spPr>
            <a:xfrm>
              <a:off x="7876213" y="3045709"/>
              <a:ext cx="691605" cy="369332"/>
            </a:xfrm>
            <a:prstGeom prst="rect">
              <a:avLst/>
            </a:prstGeom>
            <a:solidFill>
              <a:schemeClr val="bg1"/>
            </a:solidFill>
          </p:spPr>
          <p:txBody>
            <a:bodyPr wrap="square" rtlCol="0">
              <a:spAutoFit/>
            </a:bodyPr>
            <a:lstStyle/>
            <a:p>
              <a:pPr algn="ctr"/>
              <a:r>
                <a:rPr lang="zh-CN" altLang="en-US" b="1" dirty="0">
                  <a:solidFill>
                    <a:schemeClr val="accent1">
                      <a:lumMod val="75000"/>
                    </a:schemeClr>
                  </a:solidFill>
                  <a:latin typeface="+mn-ea"/>
                </a:rPr>
                <a:t>重复</a:t>
              </a:r>
            </a:p>
          </p:txBody>
        </p:sp>
      </p:grpSp>
      <p:sp>
        <p:nvSpPr>
          <p:cNvPr id="70" name="椭圆 69">
            <a:extLst>
              <a:ext uri="{FF2B5EF4-FFF2-40B4-BE49-F238E27FC236}">
                <a16:creationId xmlns:a16="http://schemas.microsoft.com/office/drawing/2014/main" id="{2460AD20-7841-41B1-9F59-9A833245F53C}"/>
              </a:ext>
            </a:extLst>
          </p:cNvPr>
          <p:cNvSpPr/>
          <p:nvPr/>
        </p:nvSpPr>
        <p:spPr>
          <a:xfrm>
            <a:off x="8635997" y="2033167"/>
            <a:ext cx="179018" cy="179018"/>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72" name="文本框 71">
            <a:extLst>
              <a:ext uri="{FF2B5EF4-FFF2-40B4-BE49-F238E27FC236}">
                <a16:creationId xmlns:a16="http://schemas.microsoft.com/office/drawing/2014/main" id="{401B5622-A860-4E2A-9299-5F0293DA7989}"/>
              </a:ext>
            </a:extLst>
          </p:cNvPr>
          <p:cNvSpPr txBox="1"/>
          <p:nvPr/>
        </p:nvSpPr>
        <p:spPr>
          <a:xfrm>
            <a:off x="8910527" y="1918894"/>
            <a:ext cx="2976673" cy="923330"/>
          </a:xfrm>
          <a:prstGeom prst="rect">
            <a:avLst/>
          </a:prstGeom>
          <a:noFill/>
        </p:spPr>
        <p:txBody>
          <a:bodyPr wrap="square" rtlCol="0">
            <a:spAutoFit/>
          </a:bodyPr>
          <a:lstStyle/>
          <a:p>
            <a:r>
              <a:rPr lang="zh-CN" altLang="en-US" b="1" dirty="0">
                <a:latin typeface="+mn-ea"/>
              </a:rPr>
              <a:t>为了</a:t>
            </a:r>
            <a:r>
              <a:rPr lang="zh-CN" altLang="en-US" b="1" dirty="0">
                <a:solidFill>
                  <a:schemeClr val="accent1">
                    <a:lumMod val="75000"/>
                  </a:schemeClr>
                </a:solidFill>
                <a:latin typeface="+mn-ea"/>
              </a:rPr>
              <a:t>避免分组重复</a:t>
            </a:r>
            <a:r>
              <a:rPr lang="zh-CN" altLang="en-US" b="1" dirty="0">
                <a:latin typeface="+mn-ea"/>
              </a:rPr>
              <a:t>这种传输错误，必须</a:t>
            </a:r>
            <a:r>
              <a:rPr lang="zh-CN" altLang="en-US" b="1" dirty="0">
                <a:solidFill>
                  <a:schemeClr val="accent2">
                    <a:lumMod val="75000"/>
                  </a:schemeClr>
                </a:solidFill>
                <a:latin typeface="+mn-ea"/>
              </a:rPr>
              <a:t>给每个分组带上序号</a:t>
            </a:r>
            <a:r>
              <a:rPr lang="zh-CN" altLang="en-US" b="1" dirty="0">
                <a:latin typeface="+mn-ea"/>
              </a:rPr>
              <a:t>。</a:t>
            </a:r>
          </a:p>
        </p:txBody>
      </p:sp>
      <p:sp>
        <p:nvSpPr>
          <p:cNvPr id="79" name="文本框 78">
            <a:extLst>
              <a:ext uri="{FF2B5EF4-FFF2-40B4-BE49-F238E27FC236}">
                <a16:creationId xmlns:a16="http://schemas.microsoft.com/office/drawing/2014/main" id="{6482E016-C5F8-4467-9449-DF3830E7AA7F}"/>
              </a:ext>
            </a:extLst>
          </p:cNvPr>
          <p:cNvSpPr txBox="1"/>
          <p:nvPr/>
        </p:nvSpPr>
        <p:spPr>
          <a:xfrm rot="468067">
            <a:off x="6287475" y="2095009"/>
            <a:ext cx="395626" cy="369332"/>
          </a:xfrm>
          <a:prstGeom prst="rect">
            <a:avLst/>
          </a:prstGeom>
          <a:noFill/>
        </p:spPr>
        <p:txBody>
          <a:bodyPr wrap="square" rtlCol="0">
            <a:spAutoFit/>
          </a:bodyPr>
          <a:lstStyle/>
          <a:p>
            <a:pPr algn="ctr"/>
            <a:r>
              <a:rPr lang="en-US" altLang="zh-CN" b="1" dirty="0">
                <a:solidFill>
                  <a:schemeClr val="accent3"/>
                </a:solidFill>
                <a:latin typeface="Arial Black" panose="020B0A04020102020204" pitchFamily="34" charset="0"/>
              </a:rPr>
              <a:t>0</a:t>
            </a:r>
            <a:endParaRPr lang="zh-CN" altLang="en-US" b="1" dirty="0">
              <a:solidFill>
                <a:schemeClr val="accent3"/>
              </a:solidFill>
              <a:latin typeface="Arial Black" panose="020B0A04020102020204" pitchFamily="34" charset="0"/>
            </a:endParaRPr>
          </a:p>
        </p:txBody>
      </p:sp>
      <p:sp>
        <p:nvSpPr>
          <p:cNvPr id="80" name="文本框 79">
            <a:extLst>
              <a:ext uri="{FF2B5EF4-FFF2-40B4-BE49-F238E27FC236}">
                <a16:creationId xmlns:a16="http://schemas.microsoft.com/office/drawing/2014/main" id="{BF488F71-96CA-4ACF-90C8-B5FB2CCC6C10}"/>
              </a:ext>
            </a:extLst>
          </p:cNvPr>
          <p:cNvSpPr txBox="1"/>
          <p:nvPr/>
        </p:nvSpPr>
        <p:spPr>
          <a:xfrm rot="468067">
            <a:off x="6642702" y="3388668"/>
            <a:ext cx="395626" cy="369332"/>
          </a:xfrm>
          <a:prstGeom prst="rect">
            <a:avLst/>
          </a:prstGeom>
          <a:noFill/>
        </p:spPr>
        <p:txBody>
          <a:bodyPr wrap="square" rtlCol="0">
            <a:spAutoFit/>
          </a:bodyPr>
          <a:lstStyle/>
          <a:p>
            <a:pPr algn="ctr"/>
            <a:r>
              <a:rPr lang="en-US" altLang="zh-CN" b="1" dirty="0">
                <a:solidFill>
                  <a:schemeClr val="accent3"/>
                </a:solidFill>
                <a:latin typeface="Arial Black" panose="020B0A04020102020204" pitchFamily="34" charset="0"/>
              </a:rPr>
              <a:t>0</a:t>
            </a:r>
            <a:endParaRPr lang="zh-CN" altLang="en-US" b="1" dirty="0">
              <a:solidFill>
                <a:schemeClr val="accent3"/>
              </a:solidFill>
              <a:latin typeface="Arial Black" panose="020B0A04020102020204" pitchFamily="34" charset="0"/>
            </a:endParaRPr>
          </a:p>
        </p:txBody>
      </p:sp>
      <p:sp>
        <p:nvSpPr>
          <p:cNvPr id="81" name="椭圆 80">
            <a:extLst>
              <a:ext uri="{FF2B5EF4-FFF2-40B4-BE49-F238E27FC236}">
                <a16:creationId xmlns:a16="http://schemas.microsoft.com/office/drawing/2014/main" id="{B3C6C0E8-8477-49F5-B7D4-59E55502BB15}"/>
              </a:ext>
            </a:extLst>
          </p:cNvPr>
          <p:cNvSpPr/>
          <p:nvPr/>
        </p:nvSpPr>
        <p:spPr>
          <a:xfrm>
            <a:off x="8635997" y="2956497"/>
            <a:ext cx="179018" cy="179018"/>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84" name="文本框 83">
            <a:extLst>
              <a:ext uri="{FF2B5EF4-FFF2-40B4-BE49-F238E27FC236}">
                <a16:creationId xmlns:a16="http://schemas.microsoft.com/office/drawing/2014/main" id="{1B636B70-B48E-4063-BB07-A5DA157391FB}"/>
              </a:ext>
            </a:extLst>
          </p:cNvPr>
          <p:cNvSpPr txBox="1"/>
          <p:nvPr/>
        </p:nvSpPr>
        <p:spPr>
          <a:xfrm>
            <a:off x="8910527" y="2842224"/>
            <a:ext cx="2976673" cy="2308324"/>
          </a:xfrm>
          <a:prstGeom prst="rect">
            <a:avLst/>
          </a:prstGeom>
          <a:noFill/>
        </p:spPr>
        <p:txBody>
          <a:bodyPr wrap="square" rtlCol="0">
            <a:spAutoFit/>
          </a:bodyPr>
          <a:lstStyle/>
          <a:p>
            <a:r>
              <a:rPr lang="zh-CN" altLang="en-US" b="1" dirty="0">
                <a:latin typeface="+mn-ea"/>
              </a:rPr>
              <a:t>对于停止</a:t>
            </a:r>
            <a:r>
              <a:rPr lang="en-US" altLang="zh-CN" b="1" dirty="0">
                <a:latin typeface="+mn-ea"/>
              </a:rPr>
              <a:t>-</a:t>
            </a:r>
            <a:r>
              <a:rPr lang="zh-CN" altLang="en-US" b="1" dirty="0">
                <a:latin typeface="+mn-ea"/>
              </a:rPr>
              <a:t>等待协议，由于每发送一个数据分组就停止等待，只要保证每发送一个新的数据分组，其序号与上次发送的数据分组的序号不同就可以了，因此</a:t>
            </a:r>
            <a:r>
              <a:rPr lang="zh-CN" altLang="en-US" b="1" dirty="0">
                <a:solidFill>
                  <a:schemeClr val="accent1">
                    <a:lumMod val="75000"/>
                  </a:schemeClr>
                </a:solidFill>
                <a:latin typeface="+mn-ea"/>
              </a:rPr>
              <a:t>用一个比特来编号就够了，序号有</a:t>
            </a:r>
            <a:r>
              <a:rPr lang="en-US" altLang="zh-CN" b="1" dirty="0">
                <a:solidFill>
                  <a:schemeClr val="accent1">
                    <a:lumMod val="75000"/>
                  </a:schemeClr>
                </a:solidFill>
                <a:latin typeface="+mn-ea"/>
              </a:rPr>
              <a:t>0</a:t>
            </a:r>
            <a:r>
              <a:rPr lang="zh-CN" altLang="en-US" b="1" dirty="0">
                <a:solidFill>
                  <a:schemeClr val="accent1">
                    <a:lumMod val="75000"/>
                  </a:schemeClr>
                </a:solidFill>
                <a:latin typeface="+mn-ea"/>
              </a:rPr>
              <a:t>和</a:t>
            </a:r>
            <a:r>
              <a:rPr lang="en-US" altLang="zh-CN" b="1" dirty="0">
                <a:solidFill>
                  <a:schemeClr val="accent1">
                    <a:lumMod val="75000"/>
                  </a:schemeClr>
                </a:solidFill>
                <a:latin typeface="+mn-ea"/>
              </a:rPr>
              <a:t>1</a:t>
            </a:r>
            <a:r>
              <a:rPr lang="zh-CN" altLang="en-US" b="1" dirty="0">
                <a:solidFill>
                  <a:schemeClr val="accent1">
                    <a:lumMod val="75000"/>
                  </a:schemeClr>
                </a:solidFill>
                <a:latin typeface="+mn-ea"/>
              </a:rPr>
              <a:t>这两个</a:t>
            </a:r>
            <a:r>
              <a:rPr lang="zh-CN" altLang="en-US" b="1" dirty="0">
                <a:latin typeface="+mn-ea"/>
              </a:rPr>
              <a:t>。</a:t>
            </a:r>
          </a:p>
        </p:txBody>
      </p:sp>
      <p:sp>
        <p:nvSpPr>
          <p:cNvPr id="43" name="平行四边形 42">
            <a:extLst>
              <a:ext uri="{FF2B5EF4-FFF2-40B4-BE49-F238E27FC236}">
                <a16:creationId xmlns:a16="http://schemas.microsoft.com/office/drawing/2014/main" id="{724A6E43-87BE-8A18-2BCD-C68661F6E4DD}"/>
              </a:ext>
            </a:extLst>
          </p:cNvPr>
          <p:cNvSpPr/>
          <p:nvPr/>
        </p:nvSpPr>
        <p:spPr>
          <a:xfrm>
            <a:off x="304800" y="749300"/>
            <a:ext cx="678352" cy="387090"/>
          </a:xfrm>
          <a:prstGeom prst="parallelogram">
            <a:avLst/>
          </a:prstGeom>
          <a:solidFill>
            <a:schemeClr val="accent3">
              <a:lumMod val="75000"/>
            </a:schemeClr>
          </a:solidFill>
          <a:ln>
            <a:solidFill>
              <a:schemeClr val="accent3">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CN" sz="2200" dirty="0">
                <a:latin typeface="Impact" panose="020B0806030902050204" pitchFamily="34" charset="0"/>
              </a:rPr>
              <a:t>02</a:t>
            </a:r>
            <a:endParaRPr lang="zh-CN" altLang="en-US" sz="2200" dirty="0">
              <a:latin typeface="Impact" panose="020B0806030902050204" pitchFamily="34" charset="0"/>
            </a:endParaRPr>
          </a:p>
        </p:txBody>
      </p:sp>
    </p:spTree>
    <p:custDataLst>
      <p:tags r:id="rId1"/>
    </p:custDataLst>
    <p:extLst>
      <p:ext uri="{BB962C8B-B14F-4D97-AF65-F5344CB8AC3E}">
        <p14:creationId xmlns:p14="http://schemas.microsoft.com/office/powerpoint/2010/main" val="3436892107"/>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2" presetClass="entr" presetSubtype="8" fill="hold" nodeType="clickEffect">
                                  <p:stCondLst>
                                    <p:cond delay="0"/>
                                  </p:stCondLst>
                                  <p:childTnLst>
                                    <p:set>
                                      <p:cBhvr>
                                        <p:cTn id="6" dur="1" fill="hold">
                                          <p:stCondLst>
                                            <p:cond delay="0"/>
                                          </p:stCondLst>
                                        </p:cTn>
                                        <p:tgtEl>
                                          <p:spTgt spid="7"/>
                                        </p:tgtEl>
                                        <p:attrNameLst>
                                          <p:attrName>style.visibility</p:attrName>
                                        </p:attrNameLst>
                                      </p:cBhvr>
                                      <p:to>
                                        <p:strVal val="visible"/>
                                      </p:to>
                                    </p:set>
                                    <p:animEffect transition="in" filter="wipe(left)">
                                      <p:cBhvr>
                                        <p:cTn id="7" dur="1000"/>
                                        <p:tgtEl>
                                          <p:spTgt spid="7"/>
                                        </p:tgtEl>
                                      </p:cBhvr>
                                    </p:animEffect>
                                  </p:childTnLst>
                                </p:cTn>
                              </p:par>
                            </p:childTnLst>
                          </p:cTn>
                        </p:par>
                      </p:childTnLst>
                    </p:cTn>
                  </p:par>
                  <p:par>
                    <p:cTn id="8" fill="hold">
                      <p:stCondLst>
                        <p:cond delay="indefinite"/>
                      </p:stCondLst>
                      <p:childTnLst>
                        <p:par>
                          <p:cTn id="9" fill="hold">
                            <p:stCondLst>
                              <p:cond delay="0"/>
                            </p:stCondLst>
                            <p:childTnLst>
                              <p:par>
                                <p:cTn id="10" presetID="22" presetClass="entr" presetSubtype="2" fill="hold" nodeType="clickEffect">
                                  <p:stCondLst>
                                    <p:cond delay="0"/>
                                  </p:stCondLst>
                                  <p:childTnLst>
                                    <p:set>
                                      <p:cBhvr>
                                        <p:cTn id="11" dur="1" fill="hold">
                                          <p:stCondLst>
                                            <p:cond delay="0"/>
                                          </p:stCondLst>
                                        </p:cTn>
                                        <p:tgtEl>
                                          <p:spTgt spid="9"/>
                                        </p:tgtEl>
                                        <p:attrNameLst>
                                          <p:attrName>style.visibility</p:attrName>
                                        </p:attrNameLst>
                                      </p:cBhvr>
                                      <p:to>
                                        <p:strVal val="visible"/>
                                      </p:to>
                                    </p:set>
                                    <p:animEffect transition="in" filter="wipe(right)">
                                      <p:cBhvr>
                                        <p:cTn id="12" dur="1000"/>
                                        <p:tgtEl>
                                          <p:spTgt spid="9"/>
                                        </p:tgtEl>
                                      </p:cBhvr>
                                    </p:animEffect>
                                  </p:childTnLst>
                                </p:cTn>
                              </p:par>
                              <p:par>
                                <p:cTn id="13" presetID="53" presetClass="entr" presetSubtype="16" fill="hold" grpId="0" nodeType="withEffect">
                                  <p:stCondLst>
                                    <p:cond delay="500"/>
                                  </p:stCondLst>
                                  <p:childTnLst>
                                    <p:set>
                                      <p:cBhvr>
                                        <p:cTn id="14" dur="1" fill="hold">
                                          <p:stCondLst>
                                            <p:cond delay="0"/>
                                          </p:stCondLst>
                                        </p:cTn>
                                        <p:tgtEl>
                                          <p:spTgt spid="57"/>
                                        </p:tgtEl>
                                        <p:attrNameLst>
                                          <p:attrName>style.visibility</p:attrName>
                                        </p:attrNameLst>
                                      </p:cBhvr>
                                      <p:to>
                                        <p:strVal val="visible"/>
                                      </p:to>
                                    </p:set>
                                    <p:anim calcmode="lin" valueType="num">
                                      <p:cBhvr>
                                        <p:cTn id="15" dur="500" fill="hold"/>
                                        <p:tgtEl>
                                          <p:spTgt spid="57"/>
                                        </p:tgtEl>
                                        <p:attrNameLst>
                                          <p:attrName>ppt_w</p:attrName>
                                        </p:attrNameLst>
                                      </p:cBhvr>
                                      <p:tavLst>
                                        <p:tav tm="0">
                                          <p:val>
                                            <p:fltVal val="0"/>
                                          </p:val>
                                        </p:tav>
                                        <p:tav tm="100000">
                                          <p:val>
                                            <p:strVal val="#ppt_w"/>
                                          </p:val>
                                        </p:tav>
                                      </p:tavLst>
                                    </p:anim>
                                    <p:anim calcmode="lin" valueType="num">
                                      <p:cBhvr>
                                        <p:cTn id="16" dur="500" fill="hold"/>
                                        <p:tgtEl>
                                          <p:spTgt spid="57"/>
                                        </p:tgtEl>
                                        <p:attrNameLst>
                                          <p:attrName>ppt_h</p:attrName>
                                        </p:attrNameLst>
                                      </p:cBhvr>
                                      <p:tavLst>
                                        <p:tav tm="0">
                                          <p:val>
                                            <p:fltVal val="0"/>
                                          </p:val>
                                        </p:tav>
                                        <p:tav tm="100000">
                                          <p:val>
                                            <p:strVal val="#ppt_h"/>
                                          </p:val>
                                        </p:tav>
                                      </p:tavLst>
                                    </p:anim>
                                    <p:animEffect transition="in" filter="fade">
                                      <p:cBhvr>
                                        <p:cTn id="17" dur="500"/>
                                        <p:tgtEl>
                                          <p:spTgt spid="57"/>
                                        </p:tgtEl>
                                      </p:cBhvr>
                                    </p:animEffect>
                                  </p:childTnLst>
                                </p:cTn>
                              </p:par>
                            </p:childTnLst>
                          </p:cTn>
                        </p:par>
                      </p:childTnLst>
                    </p:cTn>
                  </p:par>
                  <p:par>
                    <p:cTn id="18" fill="hold">
                      <p:stCondLst>
                        <p:cond delay="indefinite"/>
                      </p:stCondLst>
                      <p:childTnLst>
                        <p:par>
                          <p:cTn id="19" fill="hold">
                            <p:stCondLst>
                              <p:cond delay="0"/>
                            </p:stCondLst>
                            <p:childTnLst>
                              <p:par>
                                <p:cTn id="20" presetID="22" presetClass="entr" presetSubtype="1" fill="hold" nodeType="clickEffect">
                                  <p:stCondLst>
                                    <p:cond delay="0"/>
                                  </p:stCondLst>
                                  <p:childTnLst>
                                    <p:set>
                                      <p:cBhvr>
                                        <p:cTn id="21" dur="1" fill="hold">
                                          <p:stCondLst>
                                            <p:cond delay="0"/>
                                          </p:stCondLst>
                                        </p:cTn>
                                        <p:tgtEl>
                                          <p:spTgt spid="11"/>
                                        </p:tgtEl>
                                        <p:attrNameLst>
                                          <p:attrName>style.visibility</p:attrName>
                                        </p:attrNameLst>
                                      </p:cBhvr>
                                      <p:to>
                                        <p:strVal val="visible"/>
                                      </p:to>
                                    </p:set>
                                    <p:animEffect transition="in" filter="wipe(up)">
                                      <p:cBhvr>
                                        <p:cTn id="22" dur="500"/>
                                        <p:tgtEl>
                                          <p:spTgt spid="11"/>
                                        </p:tgtEl>
                                      </p:cBhvr>
                                    </p:animEffect>
                                  </p:childTnLst>
                                </p:cTn>
                              </p:par>
                            </p:childTnLst>
                          </p:cTn>
                        </p:par>
                        <p:par>
                          <p:cTn id="23" fill="hold">
                            <p:stCondLst>
                              <p:cond delay="500"/>
                            </p:stCondLst>
                            <p:childTnLst>
                              <p:par>
                                <p:cTn id="24" presetID="22" presetClass="entr" presetSubtype="8" fill="hold" nodeType="afterEffect">
                                  <p:stCondLst>
                                    <p:cond delay="0"/>
                                  </p:stCondLst>
                                  <p:childTnLst>
                                    <p:set>
                                      <p:cBhvr>
                                        <p:cTn id="25" dur="1" fill="hold">
                                          <p:stCondLst>
                                            <p:cond delay="0"/>
                                          </p:stCondLst>
                                        </p:cTn>
                                        <p:tgtEl>
                                          <p:spTgt spid="82"/>
                                        </p:tgtEl>
                                        <p:attrNameLst>
                                          <p:attrName>style.visibility</p:attrName>
                                        </p:attrNameLst>
                                      </p:cBhvr>
                                      <p:to>
                                        <p:strVal val="visible"/>
                                      </p:to>
                                    </p:set>
                                    <p:animEffect transition="in" filter="wipe(left)">
                                      <p:cBhvr>
                                        <p:cTn id="26" dur="1000"/>
                                        <p:tgtEl>
                                          <p:spTgt spid="82"/>
                                        </p:tgtEl>
                                      </p:cBhvr>
                                    </p:animEffect>
                                  </p:childTnLst>
                                </p:cTn>
                              </p:par>
                            </p:childTnLst>
                          </p:cTn>
                        </p:par>
                      </p:childTnLst>
                    </p:cTn>
                  </p:par>
                  <p:par>
                    <p:cTn id="27" fill="hold">
                      <p:stCondLst>
                        <p:cond delay="indefinite"/>
                      </p:stCondLst>
                      <p:childTnLst>
                        <p:par>
                          <p:cTn id="28" fill="hold">
                            <p:stCondLst>
                              <p:cond delay="0"/>
                            </p:stCondLst>
                            <p:childTnLst>
                              <p:par>
                                <p:cTn id="29" presetID="22" presetClass="entr" presetSubtype="4" fill="hold" nodeType="clickEffect">
                                  <p:stCondLst>
                                    <p:cond delay="0"/>
                                  </p:stCondLst>
                                  <p:childTnLst>
                                    <p:set>
                                      <p:cBhvr>
                                        <p:cTn id="30" dur="1" fill="hold">
                                          <p:stCondLst>
                                            <p:cond delay="0"/>
                                          </p:stCondLst>
                                        </p:cTn>
                                        <p:tgtEl>
                                          <p:spTgt spid="28"/>
                                        </p:tgtEl>
                                        <p:attrNameLst>
                                          <p:attrName>style.visibility</p:attrName>
                                        </p:attrNameLst>
                                      </p:cBhvr>
                                      <p:to>
                                        <p:strVal val="visible"/>
                                      </p:to>
                                    </p:set>
                                    <p:animEffect transition="in" filter="wipe(down)">
                                      <p:cBhvr>
                                        <p:cTn id="31" dur="500"/>
                                        <p:tgtEl>
                                          <p:spTgt spid="28"/>
                                        </p:tgtEl>
                                      </p:cBhvr>
                                    </p:animEffect>
                                  </p:childTnLst>
                                </p:cTn>
                              </p:par>
                            </p:childTnLst>
                          </p:cTn>
                        </p:par>
                      </p:childTnLst>
                    </p:cTn>
                  </p:par>
                  <p:par>
                    <p:cTn id="32" fill="hold">
                      <p:stCondLst>
                        <p:cond delay="indefinite"/>
                      </p:stCondLst>
                      <p:childTnLst>
                        <p:par>
                          <p:cTn id="33" fill="hold">
                            <p:stCondLst>
                              <p:cond delay="0"/>
                            </p:stCondLst>
                            <p:childTnLst>
                              <p:par>
                                <p:cTn id="34" presetID="53" presetClass="entr" presetSubtype="16" fill="hold" grpId="0" nodeType="clickEffect">
                                  <p:stCondLst>
                                    <p:cond delay="0"/>
                                  </p:stCondLst>
                                  <p:childTnLst>
                                    <p:set>
                                      <p:cBhvr>
                                        <p:cTn id="35" dur="1" fill="hold">
                                          <p:stCondLst>
                                            <p:cond delay="0"/>
                                          </p:stCondLst>
                                        </p:cTn>
                                        <p:tgtEl>
                                          <p:spTgt spid="70"/>
                                        </p:tgtEl>
                                        <p:attrNameLst>
                                          <p:attrName>style.visibility</p:attrName>
                                        </p:attrNameLst>
                                      </p:cBhvr>
                                      <p:to>
                                        <p:strVal val="visible"/>
                                      </p:to>
                                    </p:set>
                                    <p:anim calcmode="lin" valueType="num">
                                      <p:cBhvr>
                                        <p:cTn id="36" dur="500" fill="hold"/>
                                        <p:tgtEl>
                                          <p:spTgt spid="70"/>
                                        </p:tgtEl>
                                        <p:attrNameLst>
                                          <p:attrName>ppt_w</p:attrName>
                                        </p:attrNameLst>
                                      </p:cBhvr>
                                      <p:tavLst>
                                        <p:tav tm="0">
                                          <p:val>
                                            <p:fltVal val="0"/>
                                          </p:val>
                                        </p:tav>
                                        <p:tav tm="100000">
                                          <p:val>
                                            <p:strVal val="#ppt_w"/>
                                          </p:val>
                                        </p:tav>
                                      </p:tavLst>
                                    </p:anim>
                                    <p:anim calcmode="lin" valueType="num">
                                      <p:cBhvr>
                                        <p:cTn id="37" dur="500" fill="hold"/>
                                        <p:tgtEl>
                                          <p:spTgt spid="70"/>
                                        </p:tgtEl>
                                        <p:attrNameLst>
                                          <p:attrName>ppt_h</p:attrName>
                                        </p:attrNameLst>
                                      </p:cBhvr>
                                      <p:tavLst>
                                        <p:tav tm="0">
                                          <p:val>
                                            <p:fltVal val="0"/>
                                          </p:val>
                                        </p:tav>
                                        <p:tav tm="100000">
                                          <p:val>
                                            <p:strVal val="#ppt_h"/>
                                          </p:val>
                                        </p:tav>
                                      </p:tavLst>
                                    </p:anim>
                                    <p:animEffect transition="in" filter="fade">
                                      <p:cBhvr>
                                        <p:cTn id="38" dur="500"/>
                                        <p:tgtEl>
                                          <p:spTgt spid="70"/>
                                        </p:tgtEl>
                                      </p:cBhvr>
                                    </p:animEffect>
                                  </p:childTnLst>
                                </p:cTn>
                              </p:par>
                            </p:childTnLst>
                          </p:cTn>
                        </p:par>
                        <p:par>
                          <p:cTn id="39" fill="hold">
                            <p:stCondLst>
                              <p:cond delay="500"/>
                            </p:stCondLst>
                            <p:childTnLst>
                              <p:par>
                                <p:cTn id="40" presetID="1" presetClass="entr" presetSubtype="0" fill="hold" grpId="0" nodeType="afterEffect">
                                  <p:stCondLst>
                                    <p:cond delay="0"/>
                                  </p:stCondLst>
                                  <p:iterate type="lt">
                                    <p:tmAbs val="100"/>
                                  </p:iterate>
                                  <p:childTnLst>
                                    <p:set>
                                      <p:cBhvr>
                                        <p:cTn id="41" dur="1" fill="hold">
                                          <p:stCondLst>
                                            <p:cond delay="0"/>
                                          </p:stCondLst>
                                        </p:cTn>
                                        <p:tgtEl>
                                          <p:spTgt spid="72"/>
                                        </p:tgtEl>
                                        <p:attrNameLst>
                                          <p:attrName>style.visibility</p:attrName>
                                        </p:attrNameLst>
                                      </p:cBhvr>
                                      <p:to>
                                        <p:strVal val="visible"/>
                                      </p:to>
                                    </p:set>
                                  </p:childTnLst>
                                </p:cTn>
                              </p:par>
                            </p:childTnLst>
                          </p:cTn>
                        </p:par>
                      </p:childTnLst>
                    </p:cTn>
                  </p:par>
                  <p:par>
                    <p:cTn id="42" fill="hold">
                      <p:stCondLst>
                        <p:cond delay="indefinite"/>
                      </p:stCondLst>
                      <p:childTnLst>
                        <p:par>
                          <p:cTn id="43" fill="hold">
                            <p:stCondLst>
                              <p:cond delay="0"/>
                            </p:stCondLst>
                            <p:childTnLst>
                              <p:par>
                                <p:cTn id="44" presetID="12" presetClass="entr" presetSubtype="2" fill="hold" grpId="0" nodeType="clickEffect">
                                  <p:stCondLst>
                                    <p:cond delay="0"/>
                                  </p:stCondLst>
                                  <p:childTnLst>
                                    <p:set>
                                      <p:cBhvr>
                                        <p:cTn id="45" dur="1" fill="hold">
                                          <p:stCondLst>
                                            <p:cond delay="0"/>
                                          </p:stCondLst>
                                        </p:cTn>
                                        <p:tgtEl>
                                          <p:spTgt spid="79"/>
                                        </p:tgtEl>
                                        <p:attrNameLst>
                                          <p:attrName>style.visibility</p:attrName>
                                        </p:attrNameLst>
                                      </p:cBhvr>
                                      <p:to>
                                        <p:strVal val="visible"/>
                                      </p:to>
                                    </p:set>
                                    <p:anim calcmode="lin" valueType="num">
                                      <p:cBhvr additive="base">
                                        <p:cTn id="46" dur="500"/>
                                        <p:tgtEl>
                                          <p:spTgt spid="79"/>
                                        </p:tgtEl>
                                        <p:attrNameLst>
                                          <p:attrName>ppt_x</p:attrName>
                                        </p:attrNameLst>
                                      </p:cBhvr>
                                      <p:tavLst>
                                        <p:tav tm="0">
                                          <p:val>
                                            <p:strVal val="#ppt_x+#ppt_w*1.125000"/>
                                          </p:val>
                                        </p:tav>
                                        <p:tav tm="100000">
                                          <p:val>
                                            <p:strVal val="#ppt_x"/>
                                          </p:val>
                                        </p:tav>
                                      </p:tavLst>
                                    </p:anim>
                                    <p:animEffect transition="in" filter="wipe(left)">
                                      <p:cBhvr>
                                        <p:cTn id="47" dur="500"/>
                                        <p:tgtEl>
                                          <p:spTgt spid="79"/>
                                        </p:tgtEl>
                                      </p:cBhvr>
                                    </p:animEffect>
                                  </p:childTnLst>
                                </p:cTn>
                              </p:par>
                              <p:par>
                                <p:cTn id="48" presetID="12" presetClass="entr" presetSubtype="2" fill="hold" grpId="0" nodeType="withEffect">
                                  <p:stCondLst>
                                    <p:cond delay="0"/>
                                  </p:stCondLst>
                                  <p:childTnLst>
                                    <p:set>
                                      <p:cBhvr>
                                        <p:cTn id="49" dur="1" fill="hold">
                                          <p:stCondLst>
                                            <p:cond delay="0"/>
                                          </p:stCondLst>
                                        </p:cTn>
                                        <p:tgtEl>
                                          <p:spTgt spid="80"/>
                                        </p:tgtEl>
                                        <p:attrNameLst>
                                          <p:attrName>style.visibility</p:attrName>
                                        </p:attrNameLst>
                                      </p:cBhvr>
                                      <p:to>
                                        <p:strVal val="visible"/>
                                      </p:to>
                                    </p:set>
                                    <p:anim calcmode="lin" valueType="num">
                                      <p:cBhvr additive="base">
                                        <p:cTn id="50" dur="500"/>
                                        <p:tgtEl>
                                          <p:spTgt spid="80"/>
                                        </p:tgtEl>
                                        <p:attrNameLst>
                                          <p:attrName>ppt_x</p:attrName>
                                        </p:attrNameLst>
                                      </p:cBhvr>
                                      <p:tavLst>
                                        <p:tav tm="0">
                                          <p:val>
                                            <p:strVal val="#ppt_x+#ppt_w*1.125000"/>
                                          </p:val>
                                        </p:tav>
                                        <p:tav tm="100000">
                                          <p:val>
                                            <p:strVal val="#ppt_x"/>
                                          </p:val>
                                        </p:tav>
                                      </p:tavLst>
                                    </p:anim>
                                    <p:animEffect transition="in" filter="wipe(left)">
                                      <p:cBhvr>
                                        <p:cTn id="51" dur="500"/>
                                        <p:tgtEl>
                                          <p:spTgt spid="80"/>
                                        </p:tgtEl>
                                      </p:cBhvr>
                                    </p:animEffect>
                                  </p:childTnLst>
                                </p:cTn>
                              </p:par>
                            </p:childTnLst>
                          </p:cTn>
                        </p:par>
                      </p:childTnLst>
                    </p:cTn>
                  </p:par>
                  <p:par>
                    <p:cTn id="52" fill="hold">
                      <p:stCondLst>
                        <p:cond delay="indefinite"/>
                      </p:stCondLst>
                      <p:childTnLst>
                        <p:par>
                          <p:cTn id="53" fill="hold">
                            <p:stCondLst>
                              <p:cond delay="0"/>
                            </p:stCondLst>
                            <p:childTnLst>
                              <p:par>
                                <p:cTn id="54" presetID="53" presetClass="entr" presetSubtype="16" fill="hold" grpId="0" nodeType="clickEffect">
                                  <p:stCondLst>
                                    <p:cond delay="0"/>
                                  </p:stCondLst>
                                  <p:childTnLst>
                                    <p:set>
                                      <p:cBhvr>
                                        <p:cTn id="55" dur="1" fill="hold">
                                          <p:stCondLst>
                                            <p:cond delay="0"/>
                                          </p:stCondLst>
                                        </p:cTn>
                                        <p:tgtEl>
                                          <p:spTgt spid="81"/>
                                        </p:tgtEl>
                                        <p:attrNameLst>
                                          <p:attrName>style.visibility</p:attrName>
                                        </p:attrNameLst>
                                      </p:cBhvr>
                                      <p:to>
                                        <p:strVal val="visible"/>
                                      </p:to>
                                    </p:set>
                                    <p:anim calcmode="lin" valueType="num">
                                      <p:cBhvr>
                                        <p:cTn id="56" dur="500" fill="hold"/>
                                        <p:tgtEl>
                                          <p:spTgt spid="81"/>
                                        </p:tgtEl>
                                        <p:attrNameLst>
                                          <p:attrName>ppt_w</p:attrName>
                                        </p:attrNameLst>
                                      </p:cBhvr>
                                      <p:tavLst>
                                        <p:tav tm="0">
                                          <p:val>
                                            <p:fltVal val="0"/>
                                          </p:val>
                                        </p:tav>
                                        <p:tav tm="100000">
                                          <p:val>
                                            <p:strVal val="#ppt_w"/>
                                          </p:val>
                                        </p:tav>
                                      </p:tavLst>
                                    </p:anim>
                                    <p:anim calcmode="lin" valueType="num">
                                      <p:cBhvr>
                                        <p:cTn id="57" dur="500" fill="hold"/>
                                        <p:tgtEl>
                                          <p:spTgt spid="81"/>
                                        </p:tgtEl>
                                        <p:attrNameLst>
                                          <p:attrName>ppt_h</p:attrName>
                                        </p:attrNameLst>
                                      </p:cBhvr>
                                      <p:tavLst>
                                        <p:tav tm="0">
                                          <p:val>
                                            <p:fltVal val="0"/>
                                          </p:val>
                                        </p:tav>
                                        <p:tav tm="100000">
                                          <p:val>
                                            <p:strVal val="#ppt_h"/>
                                          </p:val>
                                        </p:tav>
                                      </p:tavLst>
                                    </p:anim>
                                    <p:animEffect transition="in" filter="fade">
                                      <p:cBhvr>
                                        <p:cTn id="58" dur="500"/>
                                        <p:tgtEl>
                                          <p:spTgt spid="81"/>
                                        </p:tgtEl>
                                      </p:cBhvr>
                                    </p:animEffect>
                                  </p:childTnLst>
                                </p:cTn>
                              </p:par>
                            </p:childTnLst>
                          </p:cTn>
                        </p:par>
                        <p:par>
                          <p:cTn id="59" fill="hold">
                            <p:stCondLst>
                              <p:cond delay="500"/>
                            </p:stCondLst>
                            <p:childTnLst>
                              <p:par>
                                <p:cTn id="60" presetID="1" presetClass="entr" presetSubtype="0" fill="hold" grpId="0" nodeType="afterEffect">
                                  <p:stCondLst>
                                    <p:cond delay="0"/>
                                  </p:stCondLst>
                                  <p:iterate type="lt">
                                    <p:tmAbs val="100"/>
                                  </p:iterate>
                                  <p:childTnLst>
                                    <p:set>
                                      <p:cBhvr>
                                        <p:cTn id="61" dur="1" fill="hold">
                                          <p:stCondLst>
                                            <p:cond delay="0"/>
                                          </p:stCondLst>
                                        </p:cTn>
                                        <p:tgtEl>
                                          <p:spTgt spid="84"/>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7" grpId="0" animBg="1"/>
      <p:bldP spid="70" grpId="0" animBg="1"/>
      <p:bldP spid="72" grpId="0"/>
      <p:bldP spid="79" grpId="0"/>
      <p:bldP spid="80" grpId="0"/>
      <p:bldP spid="81" grpId="0" animBg="1"/>
      <p:bldP spid="84" grpId="0"/>
    </p:bldLst>
  </p:timing>
</p:sld>
</file>

<file path=ppt/slides/slide12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44" name="组合 43">
            <a:extLst>
              <a:ext uri="{FF2B5EF4-FFF2-40B4-BE49-F238E27FC236}">
                <a16:creationId xmlns:a16="http://schemas.microsoft.com/office/drawing/2014/main" id="{4E655FF0-9AED-47CE-9C07-0C8C3ECA9984}"/>
              </a:ext>
            </a:extLst>
          </p:cNvPr>
          <p:cNvGrpSpPr/>
          <p:nvPr/>
        </p:nvGrpSpPr>
        <p:grpSpPr>
          <a:xfrm>
            <a:off x="4182910" y="1863472"/>
            <a:ext cx="3873794" cy="4151587"/>
            <a:chOff x="4182910" y="1863472"/>
            <a:chExt cx="3873794" cy="4151587"/>
          </a:xfrm>
        </p:grpSpPr>
        <p:cxnSp>
          <p:nvCxnSpPr>
            <p:cNvPr id="54" name="直接箭头连接符 53">
              <a:extLst>
                <a:ext uri="{FF2B5EF4-FFF2-40B4-BE49-F238E27FC236}">
                  <a16:creationId xmlns:a16="http://schemas.microsoft.com/office/drawing/2014/main" id="{C2F5634E-BA1B-4D66-96B1-B71660808B8B}"/>
                </a:ext>
              </a:extLst>
            </p:cNvPr>
            <p:cNvCxnSpPr>
              <a:cxnSpLocks/>
            </p:cNvCxnSpPr>
            <p:nvPr/>
          </p:nvCxnSpPr>
          <p:spPr>
            <a:xfrm>
              <a:off x="7798891" y="1863472"/>
              <a:ext cx="0" cy="4121692"/>
            </a:xfrm>
            <a:prstGeom prst="straightConnector1">
              <a:avLst/>
            </a:prstGeom>
            <a:ln w="25400">
              <a:solidFill>
                <a:schemeClr val="tx1"/>
              </a:solidFill>
              <a:tailEnd type="triangle"/>
            </a:ln>
          </p:spPr>
          <p:style>
            <a:lnRef idx="1">
              <a:schemeClr val="accent1"/>
            </a:lnRef>
            <a:fillRef idx="0">
              <a:schemeClr val="accent1"/>
            </a:fillRef>
            <a:effectRef idx="0">
              <a:schemeClr val="accent1"/>
            </a:effectRef>
            <a:fontRef idx="minor">
              <a:schemeClr val="tx1"/>
            </a:fontRef>
          </p:style>
        </p:cxnSp>
        <p:cxnSp>
          <p:nvCxnSpPr>
            <p:cNvPr id="14" name="直接箭头连接符 13">
              <a:extLst>
                <a:ext uri="{FF2B5EF4-FFF2-40B4-BE49-F238E27FC236}">
                  <a16:creationId xmlns:a16="http://schemas.microsoft.com/office/drawing/2014/main" id="{5DFA9C35-F25A-4DB3-8C67-0A5DC93590BD}"/>
                </a:ext>
              </a:extLst>
            </p:cNvPr>
            <p:cNvCxnSpPr>
              <a:cxnSpLocks/>
            </p:cNvCxnSpPr>
            <p:nvPr/>
          </p:nvCxnSpPr>
          <p:spPr>
            <a:xfrm>
              <a:off x="4466378" y="1863472"/>
              <a:ext cx="0" cy="4121692"/>
            </a:xfrm>
            <a:prstGeom prst="straightConnector1">
              <a:avLst/>
            </a:prstGeom>
            <a:ln w="25400">
              <a:solidFill>
                <a:schemeClr val="tx1"/>
              </a:solidFill>
              <a:tailEnd type="triangle"/>
            </a:ln>
          </p:spPr>
          <p:style>
            <a:lnRef idx="1">
              <a:schemeClr val="accent1"/>
            </a:lnRef>
            <a:fillRef idx="0">
              <a:schemeClr val="accent1"/>
            </a:fillRef>
            <a:effectRef idx="0">
              <a:schemeClr val="accent1"/>
            </a:effectRef>
            <a:fontRef idx="minor">
              <a:schemeClr val="tx1"/>
            </a:fontRef>
          </p:style>
        </p:cxnSp>
        <p:sp>
          <p:nvSpPr>
            <p:cNvPr id="29" name="文本框 28">
              <a:extLst>
                <a:ext uri="{FF2B5EF4-FFF2-40B4-BE49-F238E27FC236}">
                  <a16:creationId xmlns:a16="http://schemas.microsoft.com/office/drawing/2014/main" id="{4FF3F173-B2A0-456F-A798-5EF84BB1A73F}"/>
                </a:ext>
              </a:extLst>
            </p:cNvPr>
            <p:cNvSpPr txBox="1"/>
            <p:nvPr/>
          </p:nvSpPr>
          <p:spPr>
            <a:xfrm>
              <a:off x="4182910" y="5645727"/>
              <a:ext cx="221673" cy="369332"/>
            </a:xfrm>
            <a:prstGeom prst="rect">
              <a:avLst/>
            </a:prstGeom>
            <a:noFill/>
          </p:spPr>
          <p:txBody>
            <a:bodyPr wrap="square" rtlCol="0">
              <a:spAutoFit/>
            </a:bodyPr>
            <a:lstStyle/>
            <a:p>
              <a:pPr algn="r"/>
              <a:r>
                <a:rPr lang="en-US" altLang="zh-CN" b="1" dirty="0"/>
                <a:t>t</a:t>
              </a:r>
              <a:endParaRPr lang="zh-CN" altLang="en-US" b="1" dirty="0"/>
            </a:p>
          </p:txBody>
        </p:sp>
        <p:sp>
          <p:nvSpPr>
            <p:cNvPr id="34" name="文本框 33">
              <a:extLst>
                <a:ext uri="{FF2B5EF4-FFF2-40B4-BE49-F238E27FC236}">
                  <a16:creationId xmlns:a16="http://schemas.microsoft.com/office/drawing/2014/main" id="{81382C67-92C2-4AA3-8371-612A0950C151}"/>
                </a:ext>
              </a:extLst>
            </p:cNvPr>
            <p:cNvSpPr txBox="1"/>
            <p:nvPr/>
          </p:nvSpPr>
          <p:spPr>
            <a:xfrm>
              <a:off x="7835031" y="5645727"/>
              <a:ext cx="221673" cy="369332"/>
            </a:xfrm>
            <a:prstGeom prst="rect">
              <a:avLst/>
            </a:prstGeom>
            <a:noFill/>
          </p:spPr>
          <p:txBody>
            <a:bodyPr wrap="square" rtlCol="0">
              <a:spAutoFit/>
            </a:bodyPr>
            <a:lstStyle/>
            <a:p>
              <a:r>
                <a:rPr lang="en-US" altLang="zh-CN" b="1" dirty="0"/>
                <a:t>t</a:t>
              </a:r>
              <a:endParaRPr lang="zh-CN" altLang="en-US" b="1" dirty="0"/>
            </a:p>
          </p:txBody>
        </p:sp>
      </p:grpSp>
      <p:grpSp>
        <p:nvGrpSpPr>
          <p:cNvPr id="4" name="组合 3">
            <a:extLst>
              <a:ext uri="{FF2B5EF4-FFF2-40B4-BE49-F238E27FC236}">
                <a16:creationId xmlns:a16="http://schemas.microsoft.com/office/drawing/2014/main" id="{9A1EA9F2-FCB6-48C3-935F-7AE7E3AD14AC}"/>
              </a:ext>
            </a:extLst>
          </p:cNvPr>
          <p:cNvGrpSpPr/>
          <p:nvPr/>
        </p:nvGrpSpPr>
        <p:grpSpPr>
          <a:xfrm>
            <a:off x="304800" y="749300"/>
            <a:ext cx="6192344" cy="400110"/>
            <a:chOff x="424117" y="898245"/>
            <a:chExt cx="6192344" cy="400110"/>
          </a:xfrm>
        </p:grpSpPr>
        <p:sp>
          <p:nvSpPr>
            <p:cNvPr id="2" name="平行四边形 1">
              <a:extLst>
                <a:ext uri="{FF2B5EF4-FFF2-40B4-BE49-F238E27FC236}">
                  <a16:creationId xmlns:a16="http://schemas.microsoft.com/office/drawing/2014/main" id="{1F5BAA3F-9845-4F89-A2DD-8222D3E4EDAC}"/>
                </a:ext>
              </a:extLst>
            </p:cNvPr>
            <p:cNvSpPr/>
            <p:nvPr/>
          </p:nvSpPr>
          <p:spPr>
            <a:xfrm>
              <a:off x="424117" y="898245"/>
              <a:ext cx="628306" cy="387090"/>
            </a:xfrm>
            <a:prstGeom prst="parallelogram">
              <a:avLst/>
            </a:prstGeom>
            <a:solidFill>
              <a:schemeClr val="accent3">
                <a:lumMod val="75000"/>
              </a:schemeClr>
            </a:solidFill>
            <a:ln>
              <a:solidFill>
                <a:schemeClr val="accent3">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CN" sz="2200" dirty="0">
                  <a:latin typeface="Impact" panose="020B0806030902050204" pitchFamily="34" charset="0"/>
                </a:rPr>
                <a:t>01</a:t>
              </a:r>
              <a:endParaRPr lang="zh-CN" altLang="en-US" sz="2200" dirty="0">
                <a:latin typeface="Impact" panose="020B0806030902050204" pitchFamily="34" charset="0"/>
              </a:endParaRPr>
            </a:p>
          </p:txBody>
        </p:sp>
        <p:sp>
          <p:nvSpPr>
            <p:cNvPr id="3" name="文本框 2">
              <a:extLst>
                <a:ext uri="{FF2B5EF4-FFF2-40B4-BE49-F238E27FC236}">
                  <a16:creationId xmlns:a16="http://schemas.microsoft.com/office/drawing/2014/main" id="{4D6BD736-A4D3-4F26-AFED-36E11F50F70B}"/>
                </a:ext>
              </a:extLst>
            </p:cNvPr>
            <p:cNvSpPr txBox="1"/>
            <p:nvPr/>
          </p:nvSpPr>
          <p:spPr>
            <a:xfrm>
              <a:off x="1052423" y="898245"/>
              <a:ext cx="5564038" cy="400110"/>
            </a:xfrm>
            <a:prstGeom prst="rect">
              <a:avLst/>
            </a:prstGeom>
            <a:noFill/>
          </p:spPr>
          <p:txBody>
            <a:bodyPr wrap="square" rtlCol="0">
              <a:spAutoFit/>
            </a:bodyPr>
            <a:lstStyle/>
            <a:p>
              <a:r>
                <a:rPr lang="zh-CN" altLang="en-US" sz="2000" b="1" dirty="0"/>
                <a:t>停止</a:t>
              </a:r>
              <a:r>
                <a:rPr lang="en-US" altLang="zh-CN" sz="2000" b="1" dirty="0"/>
                <a:t>-</a:t>
              </a:r>
              <a:r>
                <a:rPr lang="zh-CN" altLang="en-US" sz="2000" b="1" dirty="0"/>
                <a:t>等待协议的实现原理</a:t>
              </a:r>
            </a:p>
          </p:txBody>
        </p:sp>
      </p:grpSp>
      <p:grpSp>
        <p:nvGrpSpPr>
          <p:cNvPr id="7" name="组合 6">
            <a:extLst>
              <a:ext uri="{FF2B5EF4-FFF2-40B4-BE49-F238E27FC236}">
                <a16:creationId xmlns:a16="http://schemas.microsoft.com/office/drawing/2014/main" id="{5E7BDDC2-8FDB-4028-8058-31C2E55638B8}"/>
              </a:ext>
            </a:extLst>
          </p:cNvPr>
          <p:cNvGrpSpPr/>
          <p:nvPr/>
        </p:nvGrpSpPr>
        <p:grpSpPr>
          <a:xfrm>
            <a:off x="4504661" y="2037063"/>
            <a:ext cx="3285161" cy="540207"/>
            <a:chOff x="4504661" y="2037063"/>
            <a:chExt cx="3285161" cy="540207"/>
          </a:xfrm>
        </p:grpSpPr>
        <p:cxnSp>
          <p:nvCxnSpPr>
            <p:cNvPr id="35" name="直接箭头连接符 34">
              <a:extLst>
                <a:ext uri="{FF2B5EF4-FFF2-40B4-BE49-F238E27FC236}">
                  <a16:creationId xmlns:a16="http://schemas.microsoft.com/office/drawing/2014/main" id="{86E67B9A-DDD7-44FC-95CD-DCBD0C280064}"/>
                </a:ext>
              </a:extLst>
            </p:cNvPr>
            <p:cNvCxnSpPr>
              <a:cxnSpLocks/>
            </p:cNvCxnSpPr>
            <p:nvPr/>
          </p:nvCxnSpPr>
          <p:spPr>
            <a:xfrm>
              <a:off x="4504661" y="2165620"/>
              <a:ext cx="3285161" cy="411650"/>
            </a:xfrm>
            <a:prstGeom prst="straightConnector1">
              <a:avLst/>
            </a:prstGeom>
            <a:ln w="63500" cap="rnd">
              <a:solidFill>
                <a:schemeClr val="accent3"/>
              </a:solidFill>
              <a:round/>
              <a:tailEnd type="triangle" w="med" len="lg"/>
            </a:ln>
          </p:spPr>
          <p:style>
            <a:lnRef idx="1">
              <a:schemeClr val="accent1"/>
            </a:lnRef>
            <a:fillRef idx="0">
              <a:schemeClr val="accent1"/>
            </a:fillRef>
            <a:effectRef idx="0">
              <a:schemeClr val="accent1"/>
            </a:effectRef>
            <a:fontRef idx="minor">
              <a:schemeClr val="tx1"/>
            </a:fontRef>
          </p:style>
        </p:cxnSp>
        <p:sp>
          <p:nvSpPr>
            <p:cNvPr id="36" name="文本框 35">
              <a:extLst>
                <a:ext uri="{FF2B5EF4-FFF2-40B4-BE49-F238E27FC236}">
                  <a16:creationId xmlns:a16="http://schemas.microsoft.com/office/drawing/2014/main" id="{F6F96800-C831-4F1B-B5C3-E6630CC34B4B}"/>
                </a:ext>
              </a:extLst>
            </p:cNvPr>
            <p:cNvSpPr txBox="1"/>
            <p:nvPr/>
          </p:nvSpPr>
          <p:spPr>
            <a:xfrm rot="468067">
              <a:off x="5522912" y="2037063"/>
              <a:ext cx="1107553" cy="369332"/>
            </a:xfrm>
            <a:prstGeom prst="rect">
              <a:avLst/>
            </a:prstGeom>
            <a:noFill/>
          </p:spPr>
          <p:txBody>
            <a:bodyPr wrap="square" rtlCol="0">
              <a:spAutoFit/>
            </a:bodyPr>
            <a:lstStyle/>
            <a:p>
              <a:pPr algn="ctr"/>
              <a:r>
                <a:rPr lang="en-US" altLang="zh-CN" b="1" dirty="0">
                  <a:solidFill>
                    <a:schemeClr val="accent3"/>
                  </a:solidFill>
                  <a:latin typeface="Arial Black" panose="020B0A04020102020204" pitchFamily="34" charset="0"/>
                </a:rPr>
                <a:t>DATA</a:t>
              </a:r>
              <a:endParaRPr lang="zh-CN" altLang="en-US" b="1" dirty="0">
                <a:solidFill>
                  <a:schemeClr val="accent3"/>
                </a:solidFill>
                <a:latin typeface="Arial Black" panose="020B0A04020102020204" pitchFamily="34" charset="0"/>
              </a:endParaRPr>
            </a:p>
          </p:txBody>
        </p:sp>
      </p:grpSp>
      <p:grpSp>
        <p:nvGrpSpPr>
          <p:cNvPr id="82" name="组合 81">
            <a:extLst>
              <a:ext uri="{FF2B5EF4-FFF2-40B4-BE49-F238E27FC236}">
                <a16:creationId xmlns:a16="http://schemas.microsoft.com/office/drawing/2014/main" id="{0FD607FA-E2A6-4DC0-A08A-639F776C028F}"/>
              </a:ext>
            </a:extLst>
          </p:cNvPr>
          <p:cNvGrpSpPr/>
          <p:nvPr/>
        </p:nvGrpSpPr>
        <p:grpSpPr>
          <a:xfrm>
            <a:off x="4495592" y="3297814"/>
            <a:ext cx="3303300" cy="552397"/>
            <a:chOff x="4495592" y="4165469"/>
            <a:chExt cx="3303300" cy="552397"/>
          </a:xfrm>
        </p:grpSpPr>
        <p:cxnSp>
          <p:nvCxnSpPr>
            <p:cNvPr id="73" name="直接箭头连接符 72">
              <a:extLst>
                <a:ext uri="{FF2B5EF4-FFF2-40B4-BE49-F238E27FC236}">
                  <a16:creationId xmlns:a16="http://schemas.microsoft.com/office/drawing/2014/main" id="{1DC00F8B-25F0-411D-BE9F-076B8D403830}"/>
                </a:ext>
              </a:extLst>
            </p:cNvPr>
            <p:cNvCxnSpPr>
              <a:cxnSpLocks/>
            </p:cNvCxnSpPr>
            <p:nvPr/>
          </p:nvCxnSpPr>
          <p:spPr>
            <a:xfrm>
              <a:off x="4495592" y="4318282"/>
              <a:ext cx="3303300" cy="399584"/>
            </a:xfrm>
            <a:prstGeom prst="straightConnector1">
              <a:avLst/>
            </a:prstGeom>
            <a:ln w="63500" cap="rnd">
              <a:solidFill>
                <a:schemeClr val="accent3"/>
              </a:solidFill>
              <a:round/>
              <a:tailEnd type="triangle" w="med" len="lg"/>
            </a:ln>
          </p:spPr>
          <p:style>
            <a:lnRef idx="1">
              <a:schemeClr val="accent1"/>
            </a:lnRef>
            <a:fillRef idx="0">
              <a:schemeClr val="accent1"/>
            </a:fillRef>
            <a:effectRef idx="0">
              <a:schemeClr val="accent1"/>
            </a:effectRef>
            <a:fontRef idx="minor">
              <a:schemeClr val="tx1"/>
            </a:fontRef>
          </p:style>
        </p:cxnSp>
        <p:sp>
          <p:nvSpPr>
            <p:cNvPr id="74" name="文本框 73">
              <a:extLst>
                <a:ext uri="{FF2B5EF4-FFF2-40B4-BE49-F238E27FC236}">
                  <a16:creationId xmlns:a16="http://schemas.microsoft.com/office/drawing/2014/main" id="{370F8F17-09F0-4B7E-8882-A8D15EF5C062}"/>
                </a:ext>
              </a:extLst>
            </p:cNvPr>
            <p:cNvSpPr txBox="1"/>
            <p:nvPr/>
          </p:nvSpPr>
          <p:spPr>
            <a:xfrm rot="468067">
              <a:off x="5149318" y="4165469"/>
              <a:ext cx="2099874" cy="369332"/>
            </a:xfrm>
            <a:prstGeom prst="rect">
              <a:avLst/>
            </a:prstGeom>
            <a:noFill/>
          </p:spPr>
          <p:txBody>
            <a:bodyPr wrap="square" rtlCol="0">
              <a:spAutoFit/>
            </a:bodyPr>
            <a:lstStyle/>
            <a:p>
              <a:pPr algn="ctr"/>
              <a:r>
                <a:rPr lang="zh-CN" altLang="en-US" b="1" dirty="0">
                  <a:solidFill>
                    <a:schemeClr val="accent3"/>
                  </a:solidFill>
                  <a:latin typeface="Arial Black" panose="020B0A04020102020204" pitchFamily="34" charset="0"/>
                </a:rPr>
                <a:t>重传</a:t>
              </a:r>
              <a:r>
                <a:rPr lang="en-US" altLang="zh-CN" b="1" dirty="0">
                  <a:solidFill>
                    <a:schemeClr val="accent3"/>
                  </a:solidFill>
                  <a:latin typeface="Arial Black" panose="020B0A04020102020204" pitchFamily="34" charset="0"/>
                </a:rPr>
                <a:t>DATA</a:t>
              </a:r>
              <a:endParaRPr lang="zh-CN" altLang="en-US" b="1" dirty="0">
                <a:solidFill>
                  <a:schemeClr val="accent3"/>
                </a:solidFill>
                <a:latin typeface="Arial Black" panose="020B0A04020102020204" pitchFamily="34" charset="0"/>
              </a:endParaRPr>
            </a:p>
          </p:txBody>
        </p:sp>
      </p:grpSp>
      <p:grpSp>
        <p:nvGrpSpPr>
          <p:cNvPr id="83" name="组合 82">
            <a:extLst>
              <a:ext uri="{FF2B5EF4-FFF2-40B4-BE49-F238E27FC236}">
                <a16:creationId xmlns:a16="http://schemas.microsoft.com/office/drawing/2014/main" id="{6FEAC98D-6CFE-4063-B9A2-4676B7035823}"/>
              </a:ext>
            </a:extLst>
          </p:cNvPr>
          <p:cNvGrpSpPr/>
          <p:nvPr/>
        </p:nvGrpSpPr>
        <p:grpSpPr>
          <a:xfrm>
            <a:off x="4457309" y="3869925"/>
            <a:ext cx="3332513" cy="585415"/>
            <a:chOff x="4457309" y="4737580"/>
            <a:chExt cx="3332513" cy="585415"/>
          </a:xfrm>
        </p:grpSpPr>
        <p:cxnSp>
          <p:nvCxnSpPr>
            <p:cNvPr id="75" name="直接箭头连接符 74">
              <a:extLst>
                <a:ext uri="{FF2B5EF4-FFF2-40B4-BE49-F238E27FC236}">
                  <a16:creationId xmlns:a16="http://schemas.microsoft.com/office/drawing/2014/main" id="{56B9AEF8-4195-4436-A650-246CBA9FF411}"/>
                </a:ext>
              </a:extLst>
            </p:cNvPr>
            <p:cNvCxnSpPr/>
            <p:nvPr/>
          </p:nvCxnSpPr>
          <p:spPr>
            <a:xfrm flipH="1">
              <a:off x="4457309" y="4763999"/>
              <a:ext cx="3332513" cy="558996"/>
            </a:xfrm>
            <a:prstGeom prst="straightConnector1">
              <a:avLst/>
            </a:prstGeom>
            <a:ln w="25400">
              <a:solidFill>
                <a:schemeClr val="accent4"/>
              </a:solidFill>
              <a:tailEnd type="triangle" w="med" len="lg"/>
            </a:ln>
          </p:spPr>
          <p:style>
            <a:lnRef idx="1">
              <a:schemeClr val="accent1"/>
            </a:lnRef>
            <a:fillRef idx="0">
              <a:schemeClr val="accent1"/>
            </a:fillRef>
            <a:effectRef idx="0">
              <a:schemeClr val="accent1"/>
            </a:effectRef>
            <a:fontRef idx="minor">
              <a:schemeClr val="tx1"/>
            </a:fontRef>
          </p:style>
        </p:cxnSp>
        <p:sp>
          <p:nvSpPr>
            <p:cNvPr id="76" name="文本框 75">
              <a:extLst>
                <a:ext uri="{FF2B5EF4-FFF2-40B4-BE49-F238E27FC236}">
                  <a16:creationId xmlns:a16="http://schemas.microsoft.com/office/drawing/2014/main" id="{7F0A3889-23B0-4191-9965-4349BD09EF8B}"/>
                </a:ext>
              </a:extLst>
            </p:cNvPr>
            <p:cNvSpPr txBox="1"/>
            <p:nvPr/>
          </p:nvSpPr>
          <p:spPr>
            <a:xfrm rot="21014117">
              <a:off x="5551547" y="4737580"/>
              <a:ext cx="1107553" cy="369332"/>
            </a:xfrm>
            <a:prstGeom prst="rect">
              <a:avLst/>
            </a:prstGeom>
            <a:noFill/>
          </p:spPr>
          <p:txBody>
            <a:bodyPr wrap="square" rtlCol="0">
              <a:spAutoFit/>
            </a:bodyPr>
            <a:lstStyle/>
            <a:p>
              <a:pPr algn="ctr"/>
              <a:r>
                <a:rPr lang="en-US" altLang="zh-CN" b="1" dirty="0">
                  <a:solidFill>
                    <a:schemeClr val="accent4"/>
                  </a:solidFill>
                  <a:latin typeface="Arial Black" panose="020B0A04020102020204" pitchFamily="34" charset="0"/>
                </a:rPr>
                <a:t>ACK</a:t>
              </a:r>
              <a:endParaRPr lang="zh-CN" altLang="en-US" b="1" dirty="0">
                <a:solidFill>
                  <a:schemeClr val="accent4"/>
                </a:solidFill>
                <a:latin typeface="Arial Black" panose="020B0A04020102020204" pitchFamily="34" charset="0"/>
              </a:endParaRPr>
            </a:p>
          </p:txBody>
        </p:sp>
      </p:grpSp>
      <p:grpSp>
        <p:nvGrpSpPr>
          <p:cNvPr id="30" name="组合 29">
            <a:extLst>
              <a:ext uri="{FF2B5EF4-FFF2-40B4-BE49-F238E27FC236}">
                <a16:creationId xmlns:a16="http://schemas.microsoft.com/office/drawing/2014/main" id="{7F3B4E09-6764-454A-9492-E074DC4B625B}"/>
              </a:ext>
            </a:extLst>
          </p:cNvPr>
          <p:cNvGrpSpPr/>
          <p:nvPr/>
        </p:nvGrpSpPr>
        <p:grpSpPr>
          <a:xfrm>
            <a:off x="3184786" y="1260318"/>
            <a:ext cx="5835614" cy="808297"/>
            <a:chOff x="3094732" y="1606682"/>
            <a:chExt cx="5835614" cy="808297"/>
          </a:xfrm>
        </p:grpSpPr>
        <p:sp>
          <p:nvSpPr>
            <p:cNvPr id="17" name="文本框 16">
              <a:extLst>
                <a:ext uri="{FF2B5EF4-FFF2-40B4-BE49-F238E27FC236}">
                  <a16:creationId xmlns:a16="http://schemas.microsoft.com/office/drawing/2014/main" id="{5BC89BE0-4BDF-4485-9FBE-0F4CA3E7333F}"/>
                </a:ext>
              </a:extLst>
            </p:cNvPr>
            <p:cNvSpPr txBox="1"/>
            <p:nvPr/>
          </p:nvSpPr>
          <p:spPr>
            <a:xfrm>
              <a:off x="3094732" y="1829614"/>
              <a:ext cx="905164" cy="369332"/>
            </a:xfrm>
            <a:prstGeom prst="rect">
              <a:avLst/>
            </a:prstGeom>
            <a:noFill/>
          </p:spPr>
          <p:txBody>
            <a:bodyPr wrap="square" rtlCol="0">
              <a:spAutoFit/>
            </a:bodyPr>
            <a:lstStyle/>
            <a:p>
              <a:pPr algn="ctr"/>
              <a:r>
                <a:rPr lang="zh-CN" altLang="en-US" b="1" dirty="0">
                  <a:latin typeface="+mn-ea"/>
                </a:rPr>
                <a:t>发送方</a:t>
              </a:r>
            </a:p>
          </p:txBody>
        </p:sp>
        <p:sp>
          <p:nvSpPr>
            <p:cNvPr id="18" name="文本框 17">
              <a:extLst>
                <a:ext uri="{FF2B5EF4-FFF2-40B4-BE49-F238E27FC236}">
                  <a16:creationId xmlns:a16="http://schemas.microsoft.com/office/drawing/2014/main" id="{A53EBA0B-88E5-479C-B031-0031D4C518FB}"/>
                </a:ext>
              </a:extLst>
            </p:cNvPr>
            <p:cNvSpPr txBox="1"/>
            <p:nvPr/>
          </p:nvSpPr>
          <p:spPr>
            <a:xfrm>
              <a:off x="8025182" y="1829614"/>
              <a:ext cx="905164" cy="369332"/>
            </a:xfrm>
            <a:prstGeom prst="rect">
              <a:avLst/>
            </a:prstGeom>
            <a:noFill/>
          </p:spPr>
          <p:txBody>
            <a:bodyPr wrap="square" rtlCol="0">
              <a:spAutoFit/>
            </a:bodyPr>
            <a:lstStyle/>
            <a:p>
              <a:pPr algn="ctr"/>
              <a:r>
                <a:rPr lang="zh-CN" altLang="en-US" b="1" dirty="0">
                  <a:latin typeface="+mn-ea"/>
                </a:rPr>
                <a:t>接收方</a:t>
              </a:r>
            </a:p>
          </p:txBody>
        </p:sp>
        <p:cxnSp>
          <p:nvCxnSpPr>
            <p:cNvPr id="20" name="直接连接符 19">
              <a:extLst>
                <a:ext uri="{FF2B5EF4-FFF2-40B4-BE49-F238E27FC236}">
                  <a16:creationId xmlns:a16="http://schemas.microsoft.com/office/drawing/2014/main" id="{60E4C73B-A225-411B-883A-DC140C4192C5}"/>
                </a:ext>
              </a:extLst>
            </p:cNvPr>
            <p:cNvCxnSpPr>
              <a:cxnSpLocks/>
            </p:cNvCxnSpPr>
            <p:nvPr/>
          </p:nvCxnSpPr>
          <p:spPr>
            <a:xfrm>
              <a:off x="4214689" y="2101247"/>
              <a:ext cx="3494148" cy="0"/>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pic>
          <p:nvPicPr>
            <p:cNvPr id="21" name="图形 20">
              <a:extLst>
                <a:ext uri="{FF2B5EF4-FFF2-40B4-BE49-F238E27FC236}">
                  <a16:creationId xmlns:a16="http://schemas.microsoft.com/office/drawing/2014/main" id="{6741A3DB-8FF6-4FA5-B425-532579F07BB2}"/>
                </a:ext>
              </a:extLst>
            </p:cNvPr>
            <p:cNvPicPr>
              <a:picLocks noChangeAspect="1"/>
            </p:cNvPicPr>
            <p:nvPr/>
          </p:nvPicPr>
          <p:blipFill>
            <a:blip r:embed="rId3">
              <a:extLst>
                <a:ext uri="{28A0092B-C50C-407E-A947-70E740481C1C}">
                  <a14:useLocalDpi xmlns:a14="http://schemas.microsoft.com/office/drawing/2010/main" val="0"/>
                </a:ext>
                <a:ext uri="{96DAC541-7B7A-43D3-8B79-37D633B846F1}">
                  <asvg:svgBlip xmlns:asvg="http://schemas.microsoft.com/office/drawing/2016/SVG/main" r:embed="rId4"/>
                </a:ext>
              </a:extLst>
            </a:blip>
            <a:stretch>
              <a:fillRect/>
            </a:stretch>
          </p:blipFill>
          <p:spPr>
            <a:xfrm>
              <a:off x="4044917" y="1625133"/>
              <a:ext cx="662814" cy="641082"/>
            </a:xfrm>
            <a:prstGeom prst="rect">
              <a:avLst/>
            </a:prstGeom>
          </p:spPr>
        </p:pic>
        <p:pic>
          <p:nvPicPr>
            <p:cNvPr id="22" name="图形 21">
              <a:extLst>
                <a:ext uri="{FF2B5EF4-FFF2-40B4-BE49-F238E27FC236}">
                  <a16:creationId xmlns:a16="http://schemas.microsoft.com/office/drawing/2014/main" id="{FB51D0B6-4BB2-4ACA-8731-2370EE12D6D8}"/>
                </a:ext>
              </a:extLst>
            </p:cNvPr>
            <p:cNvPicPr>
              <a:picLocks noChangeAspect="1"/>
            </p:cNvPicPr>
            <p:nvPr/>
          </p:nvPicPr>
          <p:blipFill>
            <a:blip r:embed="rId5">
              <a:extLst>
                <a:ext uri="{28A0092B-C50C-407E-A947-70E740481C1C}">
                  <a14:useLocalDpi xmlns:a14="http://schemas.microsoft.com/office/drawing/2010/main" val="0"/>
                </a:ext>
                <a:ext uri="{96DAC541-7B7A-43D3-8B79-37D633B846F1}">
                  <asvg:svgBlip xmlns:asvg="http://schemas.microsoft.com/office/drawing/2016/SVG/main" r:embed="rId6"/>
                </a:ext>
              </a:extLst>
            </a:blip>
            <a:stretch>
              <a:fillRect/>
            </a:stretch>
          </p:blipFill>
          <p:spPr>
            <a:xfrm>
              <a:off x="7457951" y="1606682"/>
              <a:ext cx="501772" cy="658576"/>
            </a:xfrm>
            <a:prstGeom prst="rect">
              <a:avLst/>
            </a:prstGeom>
          </p:spPr>
        </p:pic>
        <p:sp>
          <p:nvSpPr>
            <p:cNvPr id="27" name="云形 26">
              <a:extLst>
                <a:ext uri="{FF2B5EF4-FFF2-40B4-BE49-F238E27FC236}">
                  <a16:creationId xmlns:a16="http://schemas.microsoft.com/office/drawing/2014/main" id="{376EF8EB-1F23-4CFB-8171-CB84499BD291}"/>
                </a:ext>
              </a:extLst>
            </p:cNvPr>
            <p:cNvSpPr/>
            <p:nvPr/>
          </p:nvSpPr>
          <p:spPr>
            <a:xfrm>
              <a:off x="5371531" y="1613581"/>
              <a:ext cx="1422620" cy="801398"/>
            </a:xfrm>
            <a:prstGeom prst="cloud">
              <a:avLst/>
            </a:prstGeom>
            <a:solidFill>
              <a:schemeClr val="bg1">
                <a:lumMod val="85000"/>
              </a:schemeClr>
            </a:solidFill>
            <a:ln>
              <a:solidFill>
                <a:schemeClr val="bg1">
                  <a:lumMod val="85000"/>
                </a:schemeClr>
              </a:solidFill>
            </a:ln>
          </p:spPr>
          <p:style>
            <a:lnRef idx="2">
              <a:schemeClr val="accent3">
                <a:shade val="50000"/>
              </a:schemeClr>
            </a:lnRef>
            <a:fillRef idx="1">
              <a:schemeClr val="accent3"/>
            </a:fillRef>
            <a:effectRef idx="0">
              <a:schemeClr val="accent3"/>
            </a:effectRef>
            <a:fontRef idx="minor">
              <a:schemeClr val="lt1"/>
            </a:fontRef>
          </p:style>
          <p:txBody>
            <a:bodyPr rtlCol="0" anchor="ctr"/>
            <a:lstStyle/>
            <a:p>
              <a:pPr algn="ctr"/>
              <a:r>
                <a:rPr lang="zh-CN" altLang="en-US" b="1" dirty="0">
                  <a:solidFill>
                    <a:schemeClr val="tx1"/>
                  </a:solidFill>
                  <a:latin typeface="+mn-ea"/>
                </a:rPr>
                <a:t>因特网</a:t>
              </a:r>
            </a:p>
          </p:txBody>
        </p:sp>
      </p:grpSp>
      <p:sp>
        <p:nvSpPr>
          <p:cNvPr id="95" name="文本框 94">
            <a:extLst>
              <a:ext uri="{FF2B5EF4-FFF2-40B4-BE49-F238E27FC236}">
                <a16:creationId xmlns:a16="http://schemas.microsoft.com/office/drawing/2014/main" id="{CCE359CE-6387-469B-B096-2A91997442BE}"/>
              </a:ext>
            </a:extLst>
          </p:cNvPr>
          <p:cNvSpPr txBox="1"/>
          <p:nvPr/>
        </p:nvSpPr>
        <p:spPr>
          <a:xfrm>
            <a:off x="4708191" y="5796355"/>
            <a:ext cx="2788773" cy="646331"/>
          </a:xfrm>
          <a:prstGeom prst="rect">
            <a:avLst/>
          </a:prstGeom>
          <a:noFill/>
        </p:spPr>
        <p:txBody>
          <a:bodyPr wrap="square" rtlCol="0">
            <a:spAutoFit/>
          </a:bodyPr>
          <a:lstStyle/>
          <a:p>
            <a:pPr algn="ctr"/>
            <a:r>
              <a:rPr lang="zh-CN" altLang="en-US" b="1" dirty="0">
                <a:latin typeface="+mn-ea"/>
              </a:rPr>
              <a:t>确认丢失</a:t>
            </a:r>
            <a:endParaRPr lang="en-US" altLang="zh-CN" b="1" dirty="0">
              <a:latin typeface="+mn-ea"/>
            </a:endParaRPr>
          </a:p>
          <a:p>
            <a:pPr algn="ctr"/>
            <a:r>
              <a:rPr lang="zh-CN" altLang="en-US" b="1" dirty="0">
                <a:latin typeface="+mn-ea"/>
              </a:rPr>
              <a:t>数据分组需要编号</a:t>
            </a:r>
          </a:p>
        </p:txBody>
      </p:sp>
      <p:grpSp>
        <p:nvGrpSpPr>
          <p:cNvPr id="49" name="组合 48">
            <a:extLst>
              <a:ext uri="{FF2B5EF4-FFF2-40B4-BE49-F238E27FC236}">
                <a16:creationId xmlns:a16="http://schemas.microsoft.com/office/drawing/2014/main" id="{D6908AD9-BD04-4F1A-959C-D2B0D228AC59}"/>
              </a:ext>
            </a:extLst>
          </p:cNvPr>
          <p:cNvGrpSpPr/>
          <p:nvPr/>
        </p:nvGrpSpPr>
        <p:grpSpPr>
          <a:xfrm>
            <a:off x="4500450" y="4352433"/>
            <a:ext cx="3303300" cy="569524"/>
            <a:chOff x="4495592" y="4148342"/>
            <a:chExt cx="3303300" cy="569524"/>
          </a:xfrm>
        </p:grpSpPr>
        <p:cxnSp>
          <p:nvCxnSpPr>
            <p:cNvPr id="50" name="直接箭头连接符 49">
              <a:extLst>
                <a:ext uri="{FF2B5EF4-FFF2-40B4-BE49-F238E27FC236}">
                  <a16:creationId xmlns:a16="http://schemas.microsoft.com/office/drawing/2014/main" id="{B21F41F6-CC43-41EA-BBAF-739CE15770A1}"/>
                </a:ext>
              </a:extLst>
            </p:cNvPr>
            <p:cNvCxnSpPr>
              <a:cxnSpLocks/>
            </p:cNvCxnSpPr>
            <p:nvPr/>
          </p:nvCxnSpPr>
          <p:spPr>
            <a:xfrm>
              <a:off x="4495592" y="4318282"/>
              <a:ext cx="3303300" cy="399584"/>
            </a:xfrm>
            <a:prstGeom prst="straightConnector1">
              <a:avLst/>
            </a:prstGeom>
            <a:ln w="63500" cap="rnd">
              <a:solidFill>
                <a:schemeClr val="accent3"/>
              </a:solidFill>
              <a:round/>
              <a:tailEnd type="triangle" w="med" len="lg"/>
            </a:ln>
          </p:spPr>
          <p:style>
            <a:lnRef idx="1">
              <a:schemeClr val="accent1"/>
            </a:lnRef>
            <a:fillRef idx="0">
              <a:schemeClr val="accent1"/>
            </a:fillRef>
            <a:effectRef idx="0">
              <a:schemeClr val="accent1"/>
            </a:effectRef>
            <a:fontRef idx="minor">
              <a:schemeClr val="tx1"/>
            </a:fontRef>
          </p:style>
        </p:cxnSp>
        <p:sp>
          <p:nvSpPr>
            <p:cNvPr id="51" name="文本框 50">
              <a:extLst>
                <a:ext uri="{FF2B5EF4-FFF2-40B4-BE49-F238E27FC236}">
                  <a16:creationId xmlns:a16="http://schemas.microsoft.com/office/drawing/2014/main" id="{89132E29-8E6B-4C50-BC40-F4576D5FD199}"/>
                </a:ext>
              </a:extLst>
            </p:cNvPr>
            <p:cNvSpPr txBox="1"/>
            <p:nvPr/>
          </p:nvSpPr>
          <p:spPr>
            <a:xfrm rot="468067">
              <a:off x="5241438" y="4148342"/>
              <a:ext cx="1655938" cy="369332"/>
            </a:xfrm>
            <a:prstGeom prst="rect">
              <a:avLst/>
            </a:prstGeom>
            <a:noFill/>
          </p:spPr>
          <p:txBody>
            <a:bodyPr wrap="square" rtlCol="0">
              <a:spAutoFit/>
            </a:bodyPr>
            <a:lstStyle/>
            <a:p>
              <a:pPr algn="ctr"/>
              <a:r>
                <a:rPr lang="en-US" altLang="zh-CN" b="1" dirty="0">
                  <a:solidFill>
                    <a:schemeClr val="accent3"/>
                  </a:solidFill>
                  <a:latin typeface="Arial Black" panose="020B0A04020102020204" pitchFamily="34" charset="0"/>
                </a:rPr>
                <a:t>DATA1</a:t>
              </a:r>
              <a:endParaRPr lang="zh-CN" altLang="en-US" b="1" dirty="0">
                <a:solidFill>
                  <a:schemeClr val="accent3"/>
                </a:solidFill>
                <a:latin typeface="Arial Black" panose="020B0A04020102020204" pitchFamily="34" charset="0"/>
              </a:endParaRPr>
            </a:p>
          </p:txBody>
        </p:sp>
      </p:grpSp>
      <p:grpSp>
        <p:nvGrpSpPr>
          <p:cNvPr id="52" name="组合 51">
            <a:extLst>
              <a:ext uri="{FF2B5EF4-FFF2-40B4-BE49-F238E27FC236}">
                <a16:creationId xmlns:a16="http://schemas.microsoft.com/office/drawing/2014/main" id="{11312FEF-1C22-489E-90CA-FFA6EDE82CB9}"/>
              </a:ext>
            </a:extLst>
          </p:cNvPr>
          <p:cNvGrpSpPr/>
          <p:nvPr/>
        </p:nvGrpSpPr>
        <p:grpSpPr>
          <a:xfrm>
            <a:off x="4462167" y="4941671"/>
            <a:ext cx="3332513" cy="585415"/>
            <a:chOff x="4457309" y="4737580"/>
            <a:chExt cx="3332513" cy="585415"/>
          </a:xfrm>
        </p:grpSpPr>
        <p:cxnSp>
          <p:nvCxnSpPr>
            <p:cNvPr id="53" name="直接箭头连接符 52">
              <a:extLst>
                <a:ext uri="{FF2B5EF4-FFF2-40B4-BE49-F238E27FC236}">
                  <a16:creationId xmlns:a16="http://schemas.microsoft.com/office/drawing/2014/main" id="{3BC58B49-EBE8-44A6-BF82-C67434C53860}"/>
                </a:ext>
              </a:extLst>
            </p:cNvPr>
            <p:cNvCxnSpPr/>
            <p:nvPr/>
          </p:nvCxnSpPr>
          <p:spPr>
            <a:xfrm flipH="1">
              <a:off x="4457309" y="4763999"/>
              <a:ext cx="3332513" cy="558996"/>
            </a:xfrm>
            <a:prstGeom prst="straightConnector1">
              <a:avLst/>
            </a:prstGeom>
            <a:ln w="25400">
              <a:solidFill>
                <a:schemeClr val="accent4"/>
              </a:solidFill>
              <a:tailEnd type="triangle" w="med" len="lg"/>
            </a:ln>
          </p:spPr>
          <p:style>
            <a:lnRef idx="1">
              <a:schemeClr val="accent1"/>
            </a:lnRef>
            <a:fillRef idx="0">
              <a:schemeClr val="accent1"/>
            </a:fillRef>
            <a:effectRef idx="0">
              <a:schemeClr val="accent1"/>
            </a:effectRef>
            <a:fontRef idx="minor">
              <a:schemeClr val="tx1"/>
            </a:fontRef>
          </p:style>
        </p:cxnSp>
        <p:sp>
          <p:nvSpPr>
            <p:cNvPr id="55" name="文本框 54">
              <a:extLst>
                <a:ext uri="{FF2B5EF4-FFF2-40B4-BE49-F238E27FC236}">
                  <a16:creationId xmlns:a16="http://schemas.microsoft.com/office/drawing/2014/main" id="{D09F1E1B-A647-445E-84C1-EDE82310ABD4}"/>
                </a:ext>
              </a:extLst>
            </p:cNvPr>
            <p:cNvSpPr txBox="1"/>
            <p:nvPr/>
          </p:nvSpPr>
          <p:spPr>
            <a:xfrm rot="21014117">
              <a:off x="5551547" y="4737580"/>
              <a:ext cx="1107553" cy="369332"/>
            </a:xfrm>
            <a:prstGeom prst="rect">
              <a:avLst/>
            </a:prstGeom>
            <a:noFill/>
          </p:spPr>
          <p:txBody>
            <a:bodyPr wrap="square" rtlCol="0">
              <a:spAutoFit/>
            </a:bodyPr>
            <a:lstStyle/>
            <a:p>
              <a:pPr algn="ctr"/>
              <a:r>
                <a:rPr lang="en-US" altLang="zh-CN" b="1" dirty="0">
                  <a:solidFill>
                    <a:schemeClr val="accent4"/>
                  </a:solidFill>
                  <a:latin typeface="Arial Black" panose="020B0A04020102020204" pitchFamily="34" charset="0"/>
                </a:rPr>
                <a:t>ACK</a:t>
              </a:r>
              <a:endParaRPr lang="zh-CN" altLang="en-US" b="1" dirty="0">
                <a:solidFill>
                  <a:schemeClr val="accent4"/>
                </a:solidFill>
                <a:latin typeface="Arial Black" panose="020B0A04020102020204" pitchFamily="34" charset="0"/>
              </a:endParaRPr>
            </a:p>
          </p:txBody>
        </p:sp>
      </p:grpSp>
      <p:grpSp>
        <p:nvGrpSpPr>
          <p:cNvPr id="9" name="组合 8">
            <a:extLst>
              <a:ext uri="{FF2B5EF4-FFF2-40B4-BE49-F238E27FC236}">
                <a16:creationId xmlns:a16="http://schemas.microsoft.com/office/drawing/2014/main" id="{C5359478-5393-49AD-8FA6-CC0F15043C83}"/>
              </a:ext>
            </a:extLst>
          </p:cNvPr>
          <p:cNvGrpSpPr/>
          <p:nvPr/>
        </p:nvGrpSpPr>
        <p:grpSpPr>
          <a:xfrm>
            <a:off x="4466378" y="2594840"/>
            <a:ext cx="3337372" cy="575493"/>
            <a:chOff x="4466378" y="2594840"/>
            <a:chExt cx="3337372" cy="575493"/>
          </a:xfrm>
        </p:grpSpPr>
        <p:cxnSp>
          <p:nvCxnSpPr>
            <p:cNvPr id="39" name="直接箭头连接符 38">
              <a:extLst>
                <a:ext uri="{FF2B5EF4-FFF2-40B4-BE49-F238E27FC236}">
                  <a16:creationId xmlns:a16="http://schemas.microsoft.com/office/drawing/2014/main" id="{C66B632F-B866-4D84-B666-E41C1C3518F3}"/>
                </a:ext>
              </a:extLst>
            </p:cNvPr>
            <p:cNvCxnSpPr/>
            <p:nvPr/>
          </p:nvCxnSpPr>
          <p:spPr>
            <a:xfrm flipH="1">
              <a:off x="4466378" y="2611337"/>
              <a:ext cx="3332513" cy="558996"/>
            </a:xfrm>
            <a:prstGeom prst="straightConnector1">
              <a:avLst/>
            </a:prstGeom>
            <a:ln w="12700">
              <a:solidFill>
                <a:schemeClr val="tx1"/>
              </a:solidFill>
              <a:prstDash val="dash"/>
              <a:tailEnd type="none" w="med" len="lg"/>
            </a:ln>
          </p:spPr>
          <p:style>
            <a:lnRef idx="1">
              <a:schemeClr val="accent1"/>
            </a:lnRef>
            <a:fillRef idx="0">
              <a:schemeClr val="accent1"/>
            </a:fillRef>
            <a:effectRef idx="0">
              <a:schemeClr val="accent1"/>
            </a:effectRef>
            <a:fontRef idx="minor">
              <a:schemeClr val="tx1"/>
            </a:fontRef>
          </p:style>
        </p:cxnSp>
        <p:cxnSp>
          <p:nvCxnSpPr>
            <p:cNvPr id="48" name="直接箭头连接符 47">
              <a:extLst>
                <a:ext uri="{FF2B5EF4-FFF2-40B4-BE49-F238E27FC236}">
                  <a16:creationId xmlns:a16="http://schemas.microsoft.com/office/drawing/2014/main" id="{B45A8A54-BCEE-4EE6-BD80-3F200082D29F}"/>
                </a:ext>
              </a:extLst>
            </p:cNvPr>
            <p:cNvCxnSpPr>
              <a:cxnSpLocks/>
            </p:cNvCxnSpPr>
            <p:nvPr/>
          </p:nvCxnSpPr>
          <p:spPr>
            <a:xfrm flipH="1">
              <a:off x="5575691" y="2611337"/>
              <a:ext cx="2228059" cy="376669"/>
            </a:xfrm>
            <a:prstGeom prst="straightConnector1">
              <a:avLst/>
            </a:prstGeom>
            <a:ln w="25400">
              <a:solidFill>
                <a:schemeClr val="accent4"/>
              </a:solidFill>
              <a:tailEnd type="triangle" w="med" len="lg"/>
            </a:ln>
          </p:spPr>
          <p:style>
            <a:lnRef idx="1">
              <a:schemeClr val="accent1"/>
            </a:lnRef>
            <a:fillRef idx="0">
              <a:schemeClr val="accent1"/>
            </a:fillRef>
            <a:effectRef idx="0">
              <a:schemeClr val="accent1"/>
            </a:effectRef>
            <a:fontRef idx="minor">
              <a:schemeClr val="tx1"/>
            </a:fontRef>
          </p:style>
        </p:cxnSp>
        <p:sp>
          <p:nvSpPr>
            <p:cNvPr id="56" name="文本框 55">
              <a:extLst>
                <a:ext uri="{FF2B5EF4-FFF2-40B4-BE49-F238E27FC236}">
                  <a16:creationId xmlns:a16="http://schemas.microsoft.com/office/drawing/2014/main" id="{A729228A-ADBE-487E-B36D-8C658E01EF99}"/>
                </a:ext>
              </a:extLst>
            </p:cNvPr>
            <p:cNvSpPr txBox="1"/>
            <p:nvPr/>
          </p:nvSpPr>
          <p:spPr>
            <a:xfrm rot="21014117">
              <a:off x="5582327" y="2594840"/>
              <a:ext cx="1107553" cy="369332"/>
            </a:xfrm>
            <a:prstGeom prst="rect">
              <a:avLst/>
            </a:prstGeom>
            <a:noFill/>
          </p:spPr>
          <p:txBody>
            <a:bodyPr wrap="square" rtlCol="0">
              <a:spAutoFit/>
            </a:bodyPr>
            <a:lstStyle/>
            <a:p>
              <a:pPr algn="ctr"/>
              <a:r>
                <a:rPr lang="en-US" altLang="zh-CN" b="1" dirty="0">
                  <a:solidFill>
                    <a:schemeClr val="accent4"/>
                  </a:solidFill>
                  <a:latin typeface="Arial Black" panose="020B0A04020102020204" pitchFamily="34" charset="0"/>
                </a:rPr>
                <a:t>ACK</a:t>
              </a:r>
              <a:endParaRPr lang="zh-CN" altLang="en-US" b="1" dirty="0">
                <a:solidFill>
                  <a:schemeClr val="accent4"/>
                </a:solidFill>
                <a:latin typeface="Arial Black" panose="020B0A04020102020204" pitchFamily="34" charset="0"/>
              </a:endParaRPr>
            </a:p>
          </p:txBody>
        </p:sp>
      </p:grpSp>
      <p:sp>
        <p:nvSpPr>
          <p:cNvPr id="57" name="对话气泡: 椭圆形 56">
            <a:extLst>
              <a:ext uri="{FF2B5EF4-FFF2-40B4-BE49-F238E27FC236}">
                <a16:creationId xmlns:a16="http://schemas.microsoft.com/office/drawing/2014/main" id="{FDD0406F-FE0B-481F-9A44-394B2E4E9C8A}"/>
              </a:ext>
            </a:extLst>
          </p:cNvPr>
          <p:cNvSpPr/>
          <p:nvPr/>
        </p:nvSpPr>
        <p:spPr>
          <a:xfrm>
            <a:off x="4837944" y="2366703"/>
            <a:ext cx="907821" cy="558996"/>
          </a:xfrm>
          <a:prstGeom prst="wedgeEllipseCallout">
            <a:avLst>
              <a:gd name="adj1" fmla="val 32065"/>
              <a:gd name="adj2" fmla="val 55439"/>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zh-CN" altLang="en-US" b="1" dirty="0"/>
              <a:t>丢失</a:t>
            </a:r>
          </a:p>
        </p:txBody>
      </p:sp>
      <p:grpSp>
        <p:nvGrpSpPr>
          <p:cNvPr id="11" name="组合 10">
            <a:extLst>
              <a:ext uri="{FF2B5EF4-FFF2-40B4-BE49-F238E27FC236}">
                <a16:creationId xmlns:a16="http://schemas.microsoft.com/office/drawing/2014/main" id="{80DE1420-E440-47C6-AD5C-4977E7D49E0B}"/>
              </a:ext>
            </a:extLst>
          </p:cNvPr>
          <p:cNvGrpSpPr/>
          <p:nvPr/>
        </p:nvGrpSpPr>
        <p:grpSpPr>
          <a:xfrm>
            <a:off x="3401041" y="2160579"/>
            <a:ext cx="1056268" cy="1257155"/>
            <a:chOff x="3401041" y="2160579"/>
            <a:chExt cx="1056268" cy="1257155"/>
          </a:xfrm>
        </p:grpSpPr>
        <p:cxnSp>
          <p:nvCxnSpPr>
            <p:cNvPr id="68" name="直接箭头连接符 67">
              <a:extLst>
                <a:ext uri="{FF2B5EF4-FFF2-40B4-BE49-F238E27FC236}">
                  <a16:creationId xmlns:a16="http://schemas.microsoft.com/office/drawing/2014/main" id="{BC462BF6-0FBA-481F-80D1-28F9CCD1B206}"/>
                </a:ext>
              </a:extLst>
            </p:cNvPr>
            <p:cNvCxnSpPr>
              <a:cxnSpLocks/>
            </p:cNvCxnSpPr>
            <p:nvPr/>
          </p:nvCxnSpPr>
          <p:spPr>
            <a:xfrm>
              <a:off x="4057360" y="2160579"/>
              <a:ext cx="0" cy="1257155"/>
            </a:xfrm>
            <a:prstGeom prst="straightConnector1">
              <a:avLst/>
            </a:prstGeom>
            <a:ln w="12700">
              <a:solidFill>
                <a:schemeClr val="tx1"/>
              </a:solidFill>
              <a:headEnd type="triangle"/>
              <a:tailEnd type="triangle"/>
            </a:ln>
          </p:spPr>
          <p:style>
            <a:lnRef idx="1">
              <a:schemeClr val="accent1"/>
            </a:lnRef>
            <a:fillRef idx="0">
              <a:schemeClr val="accent1"/>
            </a:fillRef>
            <a:effectRef idx="0">
              <a:schemeClr val="accent1"/>
            </a:effectRef>
            <a:fontRef idx="minor">
              <a:schemeClr val="tx1"/>
            </a:fontRef>
          </p:style>
        </p:cxnSp>
        <p:sp>
          <p:nvSpPr>
            <p:cNvPr id="69" name="文本框 68">
              <a:extLst>
                <a:ext uri="{FF2B5EF4-FFF2-40B4-BE49-F238E27FC236}">
                  <a16:creationId xmlns:a16="http://schemas.microsoft.com/office/drawing/2014/main" id="{807016C4-B120-4052-B683-8EAD4B9F37A0}"/>
                </a:ext>
              </a:extLst>
            </p:cNvPr>
            <p:cNvSpPr txBox="1"/>
            <p:nvPr/>
          </p:nvSpPr>
          <p:spPr>
            <a:xfrm>
              <a:off x="3746853" y="2597246"/>
              <a:ext cx="615339" cy="369332"/>
            </a:xfrm>
            <a:prstGeom prst="rect">
              <a:avLst/>
            </a:prstGeom>
            <a:solidFill>
              <a:schemeClr val="bg1"/>
            </a:solidFill>
          </p:spPr>
          <p:txBody>
            <a:bodyPr wrap="square" rtlCol="0">
              <a:spAutoFit/>
            </a:bodyPr>
            <a:lstStyle/>
            <a:p>
              <a:pPr algn="ctr"/>
              <a:r>
                <a:rPr lang="en-US" altLang="zh-CN" b="1" dirty="0">
                  <a:latin typeface="Arial Narrow" panose="020B0606020202030204" pitchFamily="34" charset="0"/>
                </a:rPr>
                <a:t>RTO</a:t>
              </a:r>
              <a:endParaRPr lang="zh-CN" altLang="en-US" b="1" dirty="0">
                <a:latin typeface="Arial Narrow" panose="020B0606020202030204" pitchFamily="34" charset="0"/>
              </a:endParaRPr>
            </a:p>
          </p:txBody>
        </p:sp>
        <p:cxnSp>
          <p:nvCxnSpPr>
            <p:cNvPr id="71" name="直接连接符 70">
              <a:extLst>
                <a:ext uri="{FF2B5EF4-FFF2-40B4-BE49-F238E27FC236}">
                  <a16:creationId xmlns:a16="http://schemas.microsoft.com/office/drawing/2014/main" id="{8A74443A-FA26-44DB-9F3E-575FAF1BAA30}"/>
                </a:ext>
              </a:extLst>
            </p:cNvPr>
            <p:cNvCxnSpPr>
              <a:cxnSpLocks/>
            </p:cNvCxnSpPr>
            <p:nvPr/>
          </p:nvCxnSpPr>
          <p:spPr>
            <a:xfrm flipH="1">
              <a:off x="3401042" y="2165210"/>
              <a:ext cx="1056267" cy="0"/>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sp>
          <p:nvSpPr>
            <p:cNvPr id="77" name="chronometer_117482">
              <a:extLst>
                <a:ext uri="{FF2B5EF4-FFF2-40B4-BE49-F238E27FC236}">
                  <a16:creationId xmlns:a16="http://schemas.microsoft.com/office/drawing/2014/main" id="{9EE1D83E-6058-42D2-9278-48782B6085E2}"/>
                </a:ext>
              </a:extLst>
            </p:cNvPr>
            <p:cNvSpPr/>
            <p:nvPr/>
          </p:nvSpPr>
          <p:spPr>
            <a:xfrm>
              <a:off x="3495968" y="2577270"/>
              <a:ext cx="304613" cy="369332"/>
            </a:xfrm>
            <a:custGeom>
              <a:avLst/>
              <a:gdLst>
                <a:gd name="T0" fmla="*/ 0 w 3733"/>
                <a:gd name="T1" fmla="*/ 2667 h 4533"/>
                <a:gd name="T2" fmla="*/ 1867 w 3733"/>
                <a:gd name="T3" fmla="*/ 4533 h 4533"/>
                <a:gd name="T4" fmla="*/ 3733 w 3733"/>
                <a:gd name="T5" fmla="*/ 2667 h 4533"/>
                <a:gd name="T6" fmla="*/ 3161 w 3733"/>
                <a:gd name="T7" fmla="*/ 1323 h 4533"/>
                <a:gd name="T8" fmla="*/ 3408 w 3733"/>
                <a:gd name="T9" fmla="*/ 1075 h 4533"/>
                <a:gd name="T10" fmla="*/ 3408 w 3733"/>
                <a:gd name="T11" fmla="*/ 792 h 4533"/>
                <a:gd name="T12" fmla="*/ 3125 w 3733"/>
                <a:gd name="T13" fmla="*/ 792 h 4533"/>
                <a:gd name="T14" fmla="*/ 2842 w 3733"/>
                <a:gd name="T15" fmla="*/ 1076 h 4533"/>
                <a:gd name="T16" fmla="*/ 2067 w 3733"/>
                <a:gd name="T17" fmla="*/ 811 h 4533"/>
                <a:gd name="T18" fmla="*/ 2067 w 3733"/>
                <a:gd name="T19" fmla="*/ 400 h 4533"/>
                <a:gd name="T20" fmla="*/ 2667 w 3733"/>
                <a:gd name="T21" fmla="*/ 400 h 4533"/>
                <a:gd name="T22" fmla="*/ 2867 w 3733"/>
                <a:gd name="T23" fmla="*/ 200 h 4533"/>
                <a:gd name="T24" fmla="*/ 2667 w 3733"/>
                <a:gd name="T25" fmla="*/ 0 h 4533"/>
                <a:gd name="T26" fmla="*/ 1067 w 3733"/>
                <a:gd name="T27" fmla="*/ 0 h 4533"/>
                <a:gd name="T28" fmla="*/ 867 w 3733"/>
                <a:gd name="T29" fmla="*/ 200 h 4533"/>
                <a:gd name="T30" fmla="*/ 1067 w 3733"/>
                <a:gd name="T31" fmla="*/ 400 h 4533"/>
                <a:gd name="T32" fmla="*/ 1667 w 3733"/>
                <a:gd name="T33" fmla="*/ 400 h 4533"/>
                <a:gd name="T34" fmla="*/ 1667 w 3733"/>
                <a:gd name="T35" fmla="*/ 811 h 4533"/>
                <a:gd name="T36" fmla="*/ 891 w 3733"/>
                <a:gd name="T37" fmla="*/ 1076 h 4533"/>
                <a:gd name="T38" fmla="*/ 608 w 3733"/>
                <a:gd name="T39" fmla="*/ 792 h 4533"/>
                <a:gd name="T40" fmla="*/ 325 w 3733"/>
                <a:gd name="T41" fmla="*/ 792 h 4533"/>
                <a:gd name="T42" fmla="*/ 325 w 3733"/>
                <a:gd name="T43" fmla="*/ 1075 h 4533"/>
                <a:gd name="T44" fmla="*/ 573 w 3733"/>
                <a:gd name="T45" fmla="*/ 1323 h 4533"/>
                <a:gd name="T46" fmla="*/ 0 w 3733"/>
                <a:gd name="T47" fmla="*/ 2667 h 4533"/>
                <a:gd name="T48" fmla="*/ 1667 w 3733"/>
                <a:gd name="T49" fmla="*/ 1801 h 4533"/>
                <a:gd name="T50" fmla="*/ 1867 w 3733"/>
                <a:gd name="T51" fmla="*/ 1601 h 4533"/>
                <a:gd name="T52" fmla="*/ 2067 w 3733"/>
                <a:gd name="T53" fmla="*/ 1801 h 4533"/>
                <a:gd name="T54" fmla="*/ 2067 w 3733"/>
                <a:gd name="T55" fmla="*/ 2468 h 4533"/>
                <a:gd name="T56" fmla="*/ 2733 w 3733"/>
                <a:gd name="T57" fmla="*/ 2468 h 4533"/>
                <a:gd name="T58" fmla="*/ 2933 w 3733"/>
                <a:gd name="T59" fmla="*/ 2668 h 4533"/>
                <a:gd name="T60" fmla="*/ 2733 w 3733"/>
                <a:gd name="T61" fmla="*/ 2868 h 4533"/>
                <a:gd name="T62" fmla="*/ 1867 w 3733"/>
                <a:gd name="T63" fmla="*/ 2868 h 4533"/>
                <a:gd name="T64" fmla="*/ 1667 w 3733"/>
                <a:gd name="T65" fmla="*/ 2668 h 4533"/>
                <a:gd name="T66" fmla="*/ 1667 w 3733"/>
                <a:gd name="T67" fmla="*/ 1801 h 45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3733" h="4533">
                  <a:moveTo>
                    <a:pt x="0" y="2667"/>
                  </a:moveTo>
                  <a:cubicBezTo>
                    <a:pt x="0" y="3696"/>
                    <a:pt x="837" y="4533"/>
                    <a:pt x="1867" y="4533"/>
                  </a:cubicBezTo>
                  <a:cubicBezTo>
                    <a:pt x="2896" y="4533"/>
                    <a:pt x="3733" y="3696"/>
                    <a:pt x="3733" y="2667"/>
                  </a:cubicBezTo>
                  <a:cubicBezTo>
                    <a:pt x="3733" y="2139"/>
                    <a:pt x="3513" y="1662"/>
                    <a:pt x="3161" y="1323"/>
                  </a:cubicBezTo>
                  <a:lnTo>
                    <a:pt x="3408" y="1075"/>
                  </a:lnTo>
                  <a:cubicBezTo>
                    <a:pt x="3486" y="997"/>
                    <a:pt x="3486" y="870"/>
                    <a:pt x="3408" y="792"/>
                  </a:cubicBezTo>
                  <a:cubicBezTo>
                    <a:pt x="3330" y="714"/>
                    <a:pt x="3203" y="714"/>
                    <a:pt x="3125" y="792"/>
                  </a:cubicBezTo>
                  <a:lnTo>
                    <a:pt x="2842" y="1076"/>
                  </a:lnTo>
                  <a:cubicBezTo>
                    <a:pt x="2612" y="934"/>
                    <a:pt x="2348" y="841"/>
                    <a:pt x="2067" y="811"/>
                  </a:cubicBezTo>
                  <a:lnTo>
                    <a:pt x="2067" y="400"/>
                  </a:lnTo>
                  <a:lnTo>
                    <a:pt x="2667" y="400"/>
                  </a:lnTo>
                  <a:cubicBezTo>
                    <a:pt x="2777" y="400"/>
                    <a:pt x="2867" y="310"/>
                    <a:pt x="2867" y="200"/>
                  </a:cubicBezTo>
                  <a:cubicBezTo>
                    <a:pt x="2867" y="90"/>
                    <a:pt x="2777" y="0"/>
                    <a:pt x="2667" y="0"/>
                  </a:cubicBezTo>
                  <a:lnTo>
                    <a:pt x="1067" y="0"/>
                  </a:lnTo>
                  <a:cubicBezTo>
                    <a:pt x="956" y="0"/>
                    <a:pt x="867" y="90"/>
                    <a:pt x="867" y="200"/>
                  </a:cubicBezTo>
                  <a:cubicBezTo>
                    <a:pt x="867" y="310"/>
                    <a:pt x="956" y="400"/>
                    <a:pt x="1067" y="400"/>
                  </a:cubicBezTo>
                  <a:lnTo>
                    <a:pt x="1667" y="400"/>
                  </a:lnTo>
                  <a:lnTo>
                    <a:pt x="1667" y="811"/>
                  </a:lnTo>
                  <a:cubicBezTo>
                    <a:pt x="1385" y="841"/>
                    <a:pt x="1122" y="934"/>
                    <a:pt x="891" y="1076"/>
                  </a:cubicBezTo>
                  <a:lnTo>
                    <a:pt x="608" y="792"/>
                  </a:lnTo>
                  <a:cubicBezTo>
                    <a:pt x="530" y="714"/>
                    <a:pt x="403" y="714"/>
                    <a:pt x="325" y="792"/>
                  </a:cubicBezTo>
                  <a:cubicBezTo>
                    <a:pt x="247" y="870"/>
                    <a:pt x="247" y="997"/>
                    <a:pt x="325" y="1075"/>
                  </a:cubicBezTo>
                  <a:lnTo>
                    <a:pt x="573" y="1323"/>
                  </a:lnTo>
                  <a:cubicBezTo>
                    <a:pt x="220" y="1662"/>
                    <a:pt x="0" y="2139"/>
                    <a:pt x="0" y="2667"/>
                  </a:cubicBezTo>
                  <a:close/>
                  <a:moveTo>
                    <a:pt x="1667" y="1801"/>
                  </a:moveTo>
                  <a:cubicBezTo>
                    <a:pt x="1667" y="1691"/>
                    <a:pt x="1756" y="1601"/>
                    <a:pt x="1867" y="1601"/>
                  </a:cubicBezTo>
                  <a:cubicBezTo>
                    <a:pt x="1977" y="1601"/>
                    <a:pt x="2067" y="1691"/>
                    <a:pt x="2067" y="1801"/>
                  </a:cubicBezTo>
                  <a:lnTo>
                    <a:pt x="2067" y="2468"/>
                  </a:lnTo>
                  <a:lnTo>
                    <a:pt x="2733" y="2468"/>
                  </a:lnTo>
                  <a:cubicBezTo>
                    <a:pt x="2844" y="2468"/>
                    <a:pt x="2933" y="2557"/>
                    <a:pt x="2933" y="2668"/>
                  </a:cubicBezTo>
                  <a:cubicBezTo>
                    <a:pt x="2933" y="2778"/>
                    <a:pt x="2844" y="2868"/>
                    <a:pt x="2733" y="2868"/>
                  </a:cubicBezTo>
                  <a:lnTo>
                    <a:pt x="1867" y="2868"/>
                  </a:lnTo>
                  <a:cubicBezTo>
                    <a:pt x="1756" y="2868"/>
                    <a:pt x="1667" y="2778"/>
                    <a:pt x="1667" y="2668"/>
                  </a:cubicBezTo>
                  <a:lnTo>
                    <a:pt x="1667" y="1801"/>
                  </a:lnTo>
                  <a:close/>
                </a:path>
              </a:pathLst>
            </a:custGeom>
            <a:solidFill>
              <a:schemeClr val="accent1"/>
            </a:solidFill>
            <a:ln>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zh-CN"/>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a:p>
          </p:txBody>
        </p:sp>
        <p:cxnSp>
          <p:nvCxnSpPr>
            <p:cNvPr id="58" name="直接连接符 57">
              <a:extLst>
                <a:ext uri="{FF2B5EF4-FFF2-40B4-BE49-F238E27FC236}">
                  <a16:creationId xmlns:a16="http://schemas.microsoft.com/office/drawing/2014/main" id="{03076B84-5CB9-400B-A5FB-94BDDD306B16}"/>
                </a:ext>
              </a:extLst>
            </p:cNvPr>
            <p:cNvCxnSpPr>
              <a:cxnSpLocks/>
            </p:cNvCxnSpPr>
            <p:nvPr/>
          </p:nvCxnSpPr>
          <p:spPr>
            <a:xfrm flipH="1">
              <a:off x="3401041" y="3417734"/>
              <a:ext cx="1056267" cy="0"/>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8" name="组合 27">
            <a:extLst>
              <a:ext uri="{FF2B5EF4-FFF2-40B4-BE49-F238E27FC236}">
                <a16:creationId xmlns:a16="http://schemas.microsoft.com/office/drawing/2014/main" id="{882B1500-DEE7-43A5-AD6F-4FE066936AE3}"/>
              </a:ext>
            </a:extLst>
          </p:cNvPr>
          <p:cNvGrpSpPr/>
          <p:nvPr/>
        </p:nvGrpSpPr>
        <p:grpSpPr>
          <a:xfrm>
            <a:off x="7762752" y="2565835"/>
            <a:ext cx="805066" cy="1290976"/>
            <a:chOff x="7762752" y="2565835"/>
            <a:chExt cx="805066" cy="1290976"/>
          </a:xfrm>
        </p:grpSpPr>
        <p:cxnSp>
          <p:nvCxnSpPr>
            <p:cNvPr id="23" name="连接符: 曲线 22">
              <a:extLst>
                <a:ext uri="{FF2B5EF4-FFF2-40B4-BE49-F238E27FC236}">
                  <a16:creationId xmlns:a16="http://schemas.microsoft.com/office/drawing/2014/main" id="{A1C8CDC5-C9B4-4B11-9F4F-FEEB9A533BD6}"/>
                </a:ext>
              </a:extLst>
            </p:cNvPr>
            <p:cNvCxnSpPr>
              <a:cxnSpLocks/>
            </p:cNvCxnSpPr>
            <p:nvPr/>
          </p:nvCxnSpPr>
          <p:spPr>
            <a:xfrm flipV="1">
              <a:off x="7762752" y="2565835"/>
              <a:ext cx="12700" cy="1290976"/>
            </a:xfrm>
            <a:prstGeom prst="curvedConnector3">
              <a:avLst>
                <a:gd name="adj1" fmla="val 3818181"/>
              </a:avLst>
            </a:prstGeom>
            <a:ln w="38100">
              <a:solidFill>
                <a:schemeClr val="accent1"/>
              </a:solidFill>
              <a:prstDash val="dash"/>
              <a:tailEnd type="triangle" w="med" len="lg"/>
            </a:ln>
          </p:spPr>
          <p:style>
            <a:lnRef idx="1">
              <a:schemeClr val="accent1"/>
            </a:lnRef>
            <a:fillRef idx="0">
              <a:schemeClr val="accent1"/>
            </a:fillRef>
            <a:effectRef idx="0">
              <a:schemeClr val="accent1"/>
            </a:effectRef>
            <a:fontRef idx="minor">
              <a:schemeClr val="tx1"/>
            </a:fontRef>
          </p:style>
        </p:cxnSp>
        <p:sp>
          <p:nvSpPr>
            <p:cNvPr id="66" name="文本框 65">
              <a:extLst>
                <a:ext uri="{FF2B5EF4-FFF2-40B4-BE49-F238E27FC236}">
                  <a16:creationId xmlns:a16="http://schemas.microsoft.com/office/drawing/2014/main" id="{D34B9856-ACCC-4169-985C-ED9C324CF958}"/>
                </a:ext>
              </a:extLst>
            </p:cNvPr>
            <p:cNvSpPr txBox="1"/>
            <p:nvPr/>
          </p:nvSpPr>
          <p:spPr>
            <a:xfrm>
              <a:off x="7876213" y="3045709"/>
              <a:ext cx="691605" cy="369332"/>
            </a:xfrm>
            <a:prstGeom prst="rect">
              <a:avLst/>
            </a:prstGeom>
            <a:solidFill>
              <a:schemeClr val="bg1"/>
            </a:solidFill>
          </p:spPr>
          <p:txBody>
            <a:bodyPr wrap="square" rtlCol="0">
              <a:spAutoFit/>
            </a:bodyPr>
            <a:lstStyle/>
            <a:p>
              <a:pPr algn="ctr"/>
              <a:r>
                <a:rPr lang="zh-CN" altLang="en-US" b="1" dirty="0">
                  <a:solidFill>
                    <a:schemeClr val="accent1">
                      <a:lumMod val="75000"/>
                    </a:schemeClr>
                  </a:solidFill>
                  <a:latin typeface="+mn-ea"/>
                </a:rPr>
                <a:t>重复</a:t>
              </a:r>
            </a:p>
          </p:txBody>
        </p:sp>
      </p:grpSp>
      <p:sp>
        <p:nvSpPr>
          <p:cNvPr id="79" name="文本框 78">
            <a:extLst>
              <a:ext uri="{FF2B5EF4-FFF2-40B4-BE49-F238E27FC236}">
                <a16:creationId xmlns:a16="http://schemas.microsoft.com/office/drawing/2014/main" id="{6482E016-C5F8-4467-9449-DF3830E7AA7F}"/>
              </a:ext>
            </a:extLst>
          </p:cNvPr>
          <p:cNvSpPr txBox="1"/>
          <p:nvPr/>
        </p:nvSpPr>
        <p:spPr>
          <a:xfrm rot="468067">
            <a:off x="6287475" y="2095009"/>
            <a:ext cx="395626" cy="369332"/>
          </a:xfrm>
          <a:prstGeom prst="rect">
            <a:avLst/>
          </a:prstGeom>
          <a:noFill/>
        </p:spPr>
        <p:txBody>
          <a:bodyPr wrap="square" rtlCol="0">
            <a:spAutoFit/>
          </a:bodyPr>
          <a:lstStyle/>
          <a:p>
            <a:pPr algn="ctr"/>
            <a:r>
              <a:rPr lang="en-US" altLang="zh-CN" b="1" dirty="0">
                <a:solidFill>
                  <a:schemeClr val="accent3"/>
                </a:solidFill>
                <a:latin typeface="Arial Black" panose="020B0A04020102020204" pitchFamily="34" charset="0"/>
              </a:rPr>
              <a:t>0</a:t>
            </a:r>
            <a:endParaRPr lang="zh-CN" altLang="en-US" b="1" dirty="0">
              <a:solidFill>
                <a:schemeClr val="accent3"/>
              </a:solidFill>
              <a:latin typeface="Arial Black" panose="020B0A04020102020204" pitchFamily="34" charset="0"/>
            </a:endParaRPr>
          </a:p>
        </p:txBody>
      </p:sp>
      <p:sp>
        <p:nvSpPr>
          <p:cNvPr id="80" name="文本框 79">
            <a:extLst>
              <a:ext uri="{FF2B5EF4-FFF2-40B4-BE49-F238E27FC236}">
                <a16:creationId xmlns:a16="http://schemas.microsoft.com/office/drawing/2014/main" id="{BF488F71-96CA-4ACF-90C8-B5FB2CCC6C10}"/>
              </a:ext>
            </a:extLst>
          </p:cNvPr>
          <p:cNvSpPr txBox="1"/>
          <p:nvPr/>
        </p:nvSpPr>
        <p:spPr>
          <a:xfrm rot="468067">
            <a:off x="6642702" y="3388668"/>
            <a:ext cx="395626" cy="369332"/>
          </a:xfrm>
          <a:prstGeom prst="rect">
            <a:avLst/>
          </a:prstGeom>
          <a:noFill/>
        </p:spPr>
        <p:txBody>
          <a:bodyPr wrap="square" rtlCol="0">
            <a:spAutoFit/>
          </a:bodyPr>
          <a:lstStyle/>
          <a:p>
            <a:pPr algn="ctr"/>
            <a:r>
              <a:rPr lang="en-US" altLang="zh-CN" b="1" dirty="0">
                <a:solidFill>
                  <a:schemeClr val="accent3"/>
                </a:solidFill>
                <a:latin typeface="Arial Black" panose="020B0A04020102020204" pitchFamily="34" charset="0"/>
              </a:rPr>
              <a:t>0</a:t>
            </a:r>
            <a:endParaRPr lang="zh-CN" altLang="en-US" b="1" dirty="0">
              <a:solidFill>
                <a:schemeClr val="accent3"/>
              </a:solidFill>
              <a:latin typeface="Arial Black" panose="020B0A04020102020204" pitchFamily="34" charset="0"/>
            </a:endParaRPr>
          </a:p>
        </p:txBody>
      </p:sp>
      <p:sp>
        <p:nvSpPr>
          <p:cNvPr id="59" name="对话气泡: 圆角矩形 58">
            <a:extLst>
              <a:ext uri="{FF2B5EF4-FFF2-40B4-BE49-F238E27FC236}">
                <a16:creationId xmlns:a16="http://schemas.microsoft.com/office/drawing/2014/main" id="{AD81A6AA-CD49-4241-8497-8A4DEB997377}"/>
              </a:ext>
            </a:extLst>
          </p:cNvPr>
          <p:cNvSpPr/>
          <p:nvPr/>
        </p:nvSpPr>
        <p:spPr>
          <a:xfrm>
            <a:off x="8669076" y="3124427"/>
            <a:ext cx="2358141" cy="939346"/>
          </a:xfrm>
          <a:prstGeom prst="wedgeRoundRectCallout">
            <a:avLst>
              <a:gd name="adj1" fmla="val -83415"/>
              <a:gd name="adj2" fmla="val 29130"/>
              <a:gd name="adj3" fmla="val 16667"/>
            </a:avLst>
          </a:prstGeom>
          <a:solidFill>
            <a:schemeClr val="accent4"/>
          </a:solidFill>
          <a:ln>
            <a:solidFill>
              <a:schemeClr val="accent4">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r>
              <a:rPr lang="zh-CN" altLang="en-US" b="1" dirty="0">
                <a:solidFill>
                  <a:schemeClr val="bg1"/>
                </a:solidFill>
                <a:latin typeface="Arial Narrow" panose="020B0606020202030204" pitchFamily="34" charset="0"/>
              </a:rPr>
              <a:t>丢弃重复的数据分组</a:t>
            </a:r>
            <a:endParaRPr lang="en-US" altLang="zh-CN" b="1" dirty="0">
              <a:solidFill>
                <a:schemeClr val="bg1"/>
              </a:solidFill>
              <a:latin typeface="Arial Narrow" panose="020B0606020202030204" pitchFamily="34" charset="0"/>
            </a:endParaRPr>
          </a:p>
          <a:p>
            <a:r>
              <a:rPr lang="zh-CN" altLang="en-US" b="1" dirty="0">
                <a:solidFill>
                  <a:schemeClr val="bg1"/>
                </a:solidFill>
                <a:latin typeface="Arial Narrow" panose="020B0606020202030204" pitchFamily="34" charset="0"/>
              </a:rPr>
              <a:t>再发送一个确认分组</a:t>
            </a:r>
          </a:p>
        </p:txBody>
      </p:sp>
      <p:sp>
        <p:nvSpPr>
          <p:cNvPr id="60" name="平行四边形 59">
            <a:extLst>
              <a:ext uri="{FF2B5EF4-FFF2-40B4-BE49-F238E27FC236}">
                <a16:creationId xmlns:a16="http://schemas.microsoft.com/office/drawing/2014/main" id="{F47C4196-10D0-7D55-29B4-F5C9913BFB2F}"/>
              </a:ext>
            </a:extLst>
          </p:cNvPr>
          <p:cNvSpPr/>
          <p:nvPr/>
        </p:nvSpPr>
        <p:spPr>
          <a:xfrm>
            <a:off x="304800" y="749300"/>
            <a:ext cx="678352" cy="387090"/>
          </a:xfrm>
          <a:prstGeom prst="parallelogram">
            <a:avLst/>
          </a:prstGeom>
          <a:solidFill>
            <a:schemeClr val="accent3">
              <a:lumMod val="75000"/>
            </a:schemeClr>
          </a:solidFill>
          <a:ln>
            <a:solidFill>
              <a:schemeClr val="accent3">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CN" sz="2200" dirty="0">
                <a:latin typeface="Impact" panose="020B0806030902050204" pitchFamily="34" charset="0"/>
              </a:rPr>
              <a:t>02</a:t>
            </a:r>
            <a:endParaRPr lang="zh-CN" altLang="en-US" sz="2200" dirty="0">
              <a:latin typeface="Impact" panose="020B0806030902050204" pitchFamily="34" charset="0"/>
            </a:endParaRPr>
          </a:p>
        </p:txBody>
      </p:sp>
    </p:spTree>
    <p:custDataLst>
      <p:tags r:id="rId1"/>
    </p:custDataLst>
    <p:extLst>
      <p:ext uri="{BB962C8B-B14F-4D97-AF65-F5344CB8AC3E}">
        <p14:creationId xmlns:p14="http://schemas.microsoft.com/office/powerpoint/2010/main" val="867224243"/>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2" fill="hold" grpId="0" nodeType="withEffect">
                                  <p:stCondLst>
                                    <p:cond delay="0"/>
                                  </p:stCondLst>
                                  <p:childTnLst>
                                    <p:set>
                                      <p:cBhvr>
                                        <p:cTn id="6" dur="1" fill="hold">
                                          <p:stCondLst>
                                            <p:cond delay="0"/>
                                          </p:stCondLst>
                                        </p:cTn>
                                        <p:tgtEl>
                                          <p:spTgt spid="59"/>
                                        </p:tgtEl>
                                        <p:attrNameLst>
                                          <p:attrName>style.visibility</p:attrName>
                                        </p:attrNameLst>
                                      </p:cBhvr>
                                      <p:to>
                                        <p:strVal val="visible"/>
                                      </p:to>
                                    </p:set>
                                    <p:anim calcmode="lin" valueType="num">
                                      <p:cBhvr additive="base">
                                        <p:cTn id="7" dur="500" fill="hold"/>
                                        <p:tgtEl>
                                          <p:spTgt spid="59"/>
                                        </p:tgtEl>
                                        <p:attrNameLst>
                                          <p:attrName>ppt_x</p:attrName>
                                        </p:attrNameLst>
                                      </p:cBhvr>
                                      <p:tavLst>
                                        <p:tav tm="0">
                                          <p:val>
                                            <p:strVal val="1+#ppt_w/2"/>
                                          </p:val>
                                        </p:tav>
                                        <p:tav tm="100000">
                                          <p:val>
                                            <p:strVal val="#ppt_x"/>
                                          </p:val>
                                        </p:tav>
                                      </p:tavLst>
                                    </p:anim>
                                    <p:anim calcmode="lin" valueType="num">
                                      <p:cBhvr additive="base">
                                        <p:cTn id="8" dur="500" fill="hold"/>
                                        <p:tgtEl>
                                          <p:spTgt spid="59"/>
                                        </p:tgtEl>
                                        <p:attrNameLst>
                                          <p:attrName>ppt_y</p:attrName>
                                        </p:attrNameLst>
                                      </p:cBhvr>
                                      <p:tavLst>
                                        <p:tav tm="0">
                                          <p:val>
                                            <p:strVal val="#ppt_y"/>
                                          </p:val>
                                        </p:tav>
                                        <p:tav tm="100000">
                                          <p:val>
                                            <p:strVal val="#ppt_y"/>
                                          </p:val>
                                        </p:tav>
                                      </p:tavLst>
                                    </p:anim>
                                  </p:childTnLst>
                                </p:cTn>
                              </p:par>
                            </p:childTnLst>
                          </p:cTn>
                        </p:par>
                        <p:par>
                          <p:cTn id="9" fill="hold">
                            <p:stCondLst>
                              <p:cond delay="500"/>
                            </p:stCondLst>
                            <p:childTnLst>
                              <p:par>
                                <p:cTn id="10" presetID="22" presetClass="entr" presetSubtype="2" fill="hold" nodeType="afterEffect">
                                  <p:stCondLst>
                                    <p:cond delay="0"/>
                                  </p:stCondLst>
                                  <p:childTnLst>
                                    <p:set>
                                      <p:cBhvr>
                                        <p:cTn id="11" dur="1" fill="hold">
                                          <p:stCondLst>
                                            <p:cond delay="0"/>
                                          </p:stCondLst>
                                        </p:cTn>
                                        <p:tgtEl>
                                          <p:spTgt spid="83"/>
                                        </p:tgtEl>
                                        <p:attrNameLst>
                                          <p:attrName>style.visibility</p:attrName>
                                        </p:attrNameLst>
                                      </p:cBhvr>
                                      <p:to>
                                        <p:strVal val="visible"/>
                                      </p:to>
                                    </p:set>
                                    <p:animEffect transition="in" filter="wipe(right)">
                                      <p:cBhvr>
                                        <p:cTn id="12" dur="1000"/>
                                        <p:tgtEl>
                                          <p:spTgt spid="83"/>
                                        </p:tgtEl>
                                      </p:cBhvr>
                                    </p:animEffect>
                                  </p:childTnLst>
                                </p:cTn>
                              </p:par>
                            </p:childTnLst>
                          </p:cTn>
                        </p:par>
                      </p:childTnLst>
                    </p:cTn>
                  </p:par>
                  <p:par>
                    <p:cTn id="13" fill="hold">
                      <p:stCondLst>
                        <p:cond delay="indefinite"/>
                      </p:stCondLst>
                      <p:childTnLst>
                        <p:par>
                          <p:cTn id="14" fill="hold">
                            <p:stCondLst>
                              <p:cond delay="0"/>
                            </p:stCondLst>
                            <p:childTnLst>
                              <p:par>
                                <p:cTn id="15" presetID="22" presetClass="entr" presetSubtype="8" fill="hold" nodeType="clickEffect">
                                  <p:stCondLst>
                                    <p:cond delay="0"/>
                                  </p:stCondLst>
                                  <p:childTnLst>
                                    <p:set>
                                      <p:cBhvr>
                                        <p:cTn id="16" dur="1" fill="hold">
                                          <p:stCondLst>
                                            <p:cond delay="0"/>
                                          </p:stCondLst>
                                        </p:cTn>
                                        <p:tgtEl>
                                          <p:spTgt spid="49"/>
                                        </p:tgtEl>
                                        <p:attrNameLst>
                                          <p:attrName>style.visibility</p:attrName>
                                        </p:attrNameLst>
                                      </p:cBhvr>
                                      <p:to>
                                        <p:strVal val="visible"/>
                                      </p:to>
                                    </p:set>
                                    <p:animEffect transition="in" filter="wipe(left)">
                                      <p:cBhvr>
                                        <p:cTn id="17" dur="1000"/>
                                        <p:tgtEl>
                                          <p:spTgt spid="49"/>
                                        </p:tgtEl>
                                      </p:cBhvr>
                                    </p:animEffect>
                                  </p:childTnLst>
                                </p:cTn>
                              </p:par>
                            </p:childTnLst>
                          </p:cTn>
                        </p:par>
                      </p:childTnLst>
                    </p:cTn>
                  </p:par>
                  <p:par>
                    <p:cTn id="18" fill="hold">
                      <p:stCondLst>
                        <p:cond delay="indefinite"/>
                      </p:stCondLst>
                      <p:childTnLst>
                        <p:par>
                          <p:cTn id="19" fill="hold">
                            <p:stCondLst>
                              <p:cond delay="0"/>
                            </p:stCondLst>
                            <p:childTnLst>
                              <p:par>
                                <p:cTn id="20" presetID="22" presetClass="entr" presetSubtype="2" fill="hold" nodeType="clickEffect">
                                  <p:stCondLst>
                                    <p:cond delay="0"/>
                                  </p:stCondLst>
                                  <p:childTnLst>
                                    <p:set>
                                      <p:cBhvr>
                                        <p:cTn id="21" dur="1" fill="hold">
                                          <p:stCondLst>
                                            <p:cond delay="0"/>
                                          </p:stCondLst>
                                        </p:cTn>
                                        <p:tgtEl>
                                          <p:spTgt spid="52"/>
                                        </p:tgtEl>
                                        <p:attrNameLst>
                                          <p:attrName>style.visibility</p:attrName>
                                        </p:attrNameLst>
                                      </p:cBhvr>
                                      <p:to>
                                        <p:strVal val="visible"/>
                                      </p:to>
                                    </p:set>
                                    <p:animEffect transition="in" filter="wipe(right)">
                                      <p:cBhvr>
                                        <p:cTn id="22" dur="1000"/>
                                        <p:tgtEl>
                                          <p:spTgt spid="52"/>
                                        </p:tgtEl>
                                      </p:cBhvr>
                                    </p:animEffect>
                                  </p:childTnLst>
                                </p:cTn>
                              </p:par>
                            </p:childTnLst>
                          </p:cTn>
                        </p:par>
                      </p:childTnLst>
                    </p:cTn>
                  </p:par>
                  <p:par>
                    <p:cTn id="23" fill="hold">
                      <p:stCondLst>
                        <p:cond delay="indefinite"/>
                      </p:stCondLst>
                      <p:childTnLst>
                        <p:par>
                          <p:cTn id="24" fill="hold">
                            <p:stCondLst>
                              <p:cond delay="0"/>
                            </p:stCondLst>
                            <p:childTnLst>
                              <p:par>
                                <p:cTn id="25" presetID="47" presetClass="entr" presetSubtype="0" fill="hold" grpId="0" nodeType="clickEffect">
                                  <p:stCondLst>
                                    <p:cond delay="0"/>
                                  </p:stCondLst>
                                  <p:childTnLst>
                                    <p:set>
                                      <p:cBhvr>
                                        <p:cTn id="26" dur="1" fill="hold">
                                          <p:stCondLst>
                                            <p:cond delay="0"/>
                                          </p:stCondLst>
                                        </p:cTn>
                                        <p:tgtEl>
                                          <p:spTgt spid="95"/>
                                        </p:tgtEl>
                                        <p:attrNameLst>
                                          <p:attrName>style.visibility</p:attrName>
                                        </p:attrNameLst>
                                      </p:cBhvr>
                                      <p:to>
                                        <p:strVal val="visible"/>
                                      </p:to>
                                    </p:set>
                                    <p:animEffect transition="in" filter="fade">
                                      <p:cBhvr>
                                        <p:cTn id="27" dur="1000"/>
                                        <p:tgtEl>
                                          <p:spTgt spid="95"/>
                                        </p:tgtEl>
                                      </p:cBhvr>
                                    </p:animEffect>
                                    <p:anim calcmode="lin" valueType="num">
                                      <p:cBhvr>
                                        <p:cTn id="28" dur="1000" fill="hold"/>
                                        <p:tgtEl>
                                          <p:spTgt spid="95"/>
                                        </p:tgtEl>
                                        <p:attrNameLst>
                                          <p:attrName>ppt_x</p:attrName>
                                        </p:attrNameLst>
                                      </p:cBhvr>
                                      <p:tavLst>
                                        <p:tav tm="0">
                                          <p:val>
                                            <p:strVal val="#ppt_x"/>
                                          </p:val>
                                        </p:tav>
                                        <p:tav tm="100000">
                                          <p:val>
                                            <p:strVal val="#ppt_x"/>
                                          </p:val>
                                        </p:tav>
                                      </p:tavLst>
                                    </p:anim>
                                    <p:anim calcmode="lin" valueType="num">
                                      <p:cBhvr>
                                        <p:cTn id="29" dur="1000" fill="hold"/>
                                        <p:tgtEl>
                                          <p:spTgt spid="95"/>
                                        </p:tgtEl>
                                        <p:attrNameLst>
                                          <p:attrName>ppt_y</p:attrName>
                                        </p:attrNameLst>
                                      </p:cBhvr>
                                      <p:tavLst>
                                        <p:tav tm="0">
                                          <p:val>
                                            <p:strVal val="#ppt_y-.1"/>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95" grpId="0"/>
      <p:bldP spid="59" grpId="0" animBg="1"/>
    </p:bldLst>
  </p:timing>
</p:sld>
</file>

<file path=ppt/slides/slide12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44" name="组合 43">
            <a:extLst>
              <a:ext uri="{FF2B5EF4-FFF2-40B4-BE49-F238E27FC236}">
                <a16:creationId xmlns:a16="http://schemas.microsoft.com/office/drawing/2014/main" id="{4E655FF0-9AED-47CE-9C07-0C8C3ECA9984}"/>
              </a:ext>
            </a:extLst>
          </p:cNvPr>
          <p:cNvGrpSpPr/>
          <p:nvPr/>
        </p:nvGrpSpPr>
        <p:grpSpPr>
          <a:xfrm>
            <a:off x="4182910" y="1863472"/>
            <a:ext cx="3873794" cy="4151587"/>
            <a:chOff x="4182910" y="1863472"/>
            <a:chExt cx="3873794" cy="4151587"/>
          </a:xfrm>
        </p:grpSpPr>
        <p:cxnSp>
          <p:nvCxnSpPr>
            <p:cNvPr id="54" name="直接箭头连接符 53">
              <a:extLst>
                <a:ext uri="{FF2B5EF4-FFF2-40B4-BE49-F238E27FC236}">
                  <a16:creationId xmlns:a16="http://schemas.microsoft.com/office/drawing/2014/main" id="{C2F5634E-BA1B-4D66-96B1-B71660808B8B}"/>
                </a:ext>
              </a:extLst>
            </p:cNvPr>
            <p:cNvCxnSpPr>
              <a:cxnSpLocks/>
            </p:cNvCxnSpPr>
            <p:nvPr/>
          </p:nvCxnSpPr>
          <p:spPr>
            <a:xfrm>
              <a:off x="7798891" y="1863472"/>
              <a:ext cx="0" cy="4121692"/>
            </a:xfrm>
            <a:prstGeom prst="straightConnector1">
              <a:avLst/>
            </a:prstGeom>
            <a:ln w="25400">
              <a:solidFill>
                <a:schemeClr val="tx1"/>
              </a:solidFill>
              <a:tailEnd type="triangle"/>
            </a:ln>
          </p:spPr>
          <p:style>
            <a:lnRef idx="1">
              <a:schemeClr val="accent1"/>
            </a:lnRef>
            <a:fillRef idx="0">
              <a:schemeClr val="accent1"/>
            </a:fillRef>
            <a:effectRef idx="0">
              <a:schemeClr val="accent1"/>
            </a:effectRef>
            <a:fontRef idx="minor">
              <a:schemeClr val="tx1"/>
            </a:fontRef>
          </p:style>
        </p:cxnSp>
        <p:cxnSp>
          <p:nvCxnSpPr>
            <p:cNvPr id="14" name="直接箭头连接符 13">
              <a:extLst>
                <a:ext uri="{FF2B5EF4-FFF2-40B4-BE49-F238E27FC236}">
                  <a16:creationId xmlns:a16="http://schemas.microsoft.com/office/drawing/2014/main" id="{5DFA9C35-F25A-4DB3-8C67-0A5DC93590BD}"/>
                </a:ext>
              </a:extLst>
            </p:cNvPr>
            <p:cNvCxnSpPr>
              <a:cxnSpLocks/>
            </p:cNvCxnSpPr>
            <p:nvPr/>
          </p:nvCxnSpPr>
          <p:spPr>
            <a:xfrm>
              <a:off x="4466378" y="1863472"/>
              <a:ext cx="0" cy="4121692"/>
            </a:xfrm>
            <a:prstGeom prst="straightConnector1">
              <a:avLst/>
            </a:prstGeom>
            <a:ln w="25400">
              <a:solidFill>
                <a:schemeClr val="tx1"/>
              </a:solidFill>
              <a:tailEnd type="triangle"/>
            </a:ln>
          </p:spPr>
          <p:style>
            <a:lnRef idx="1">
              <a:schemeClr val="accent1"/>
            </a:lnRef>
            <a:fillRef idx="0">
              <a:schemeClr val="accent1"/>
            </a:fillRef>
            <a:effectRef idx="0">
              <a:schemeClr val="accent1"/>
            </a:effectRef>
            <a:fontRef idx="minor">
              <a:schemeClr val="tx1"/>
            </a:fontRef>
          </p:style>
        </p:cxnSp>
        <p:sp>
          <p:nvSpPr>
            <p:cNvPr id="29" name="文本框 28">
              <a:extLst>
                <a:ext uri="{FF2B5EF4-FFF2-40B4-BE49-F238E27FC236}">
                  <a16:creationId xmlns:a16="http://schemas.microsoft.com/office/drawing/2014/main" id="{4FF3F173-B2A0-456F-A798-5EF84BB1A73F}"/>
                </a:ext>
              </a:extLst>
            </p:cNvPr>
            <p:cNvSpPr txBox="1"/>
            <p:nvPr/>
          </p:nvSpPr>
          <p:spPr>
            <a:xfrm>
              <a:off x="4182910" y="5645727"/>
              <a:ext cx="221673" cy="369332"/>
            </a:xfrm>
            <a:prstGeom prst="rect">
              <a:avLst/>
            </a:prstGeom>
            <a:noFill/>
          </p:spPr>
          <p:txBody>
            <a:bodyPr wrap="square" rtlCol="0">
              <a:spAutoFit/>
            </a:bodyPr>
            <a:lstStyle/>
            <a:p>
              <a:pPr algn="r"/>
              <a:r>
                <a:rPr lang="en-US" altLang="zh-CN" b="1" dirty="0"/>
                <a:t>t</a:t>
              </a:r>
              <a:endParaRPr lang="zh-CN" altLang="en-US" b="1" dirty="0"/>
            </a:p>
          </p:txBody>
        </p:sp>
        <p:sp>
          <p:nvSpPr>
            <p:cNvPr id="34" name="文本框 33">
              <a:extLst>
                <a:ext uri="{FF2B5EF4-FFF2-40B4-BE49-F238E27FC236}">
                  <a16:creationId xmlns:a16="http://schemas.microsoft.com/office/drawing/2014/main" id="{81382C67-92C2-4AA3-8371-612A0950C151}"/>
                </a:ext>
              </a:extLst>
            </p:cNvPr>
            <p:cNvSpPr txBox="1"/>
            <p:nvPr/>
          </p:nvSpPr>
          <p:spPr>
            <a:xfrm>
              <a:off x="7835031" y="5645727"/>
              <a:ext cx="221673" cy="369332"/>
            </a:xfrm>
            <a:prstGeom prst="rect">
              <a:avLst/>
            </a:prstGeom>
            <a:noFill/>
          </p:spPr>
          <p:txBody>
            <a:bodyPr wrap="square" rtlCol="0">
              <a:spAutoFit/>
            </a:bodyPr>
            <a:lstStyle/>
            <a:p>
              <a:r>
                <a:rPr lang="en-US" altLang="zh-CN" b="1" dirty="0"/>
                <a:t>t</a:t>
              </a:r>
              <a:endParaRPr lang="zh-CN" altLang="en-US" b="1" dirty="0"/>
            </a:p>
          </p:txBody>
        </p:sp>
      </p:grpSp>
      <p:grpSp>
        <p:nvGrpSpPr>
          <p:cNvPr id="4" name="组合 3">
            <a:extLst>
              <a:ext uri="{FF2B5EF4-FFF2-40B4-BE49-F238E27FC236}">
                <a16:creationId xmlns:a16="http://schemas.microsoft.com/office/drawing/2014/main" id="{9A1EA9F2-FCB6-48C3-935F-7AE7E3AD14AC}"/>
              </a:ext>
            </a:extLst>
          </p:cNvPr>
          <p:cNvGrpSpPr/>
          <p:nvPr/>
        </p:nvGrpSpPr>
        <p:grpSpPr>
          <a:xfrm>
            <a:off x="304800" y="749300"/>
            <a:ext cx="6192344" cy="400110"/>
            <a:chOff x="424117" y="898245"/>
            <a:chExt cx="6192344" cy="400110"/>
          </a:xfrm>
        </p:grpSpPr>
        <p:sp>
          <p:nvSpPr>
            <p:cNvPr id="2" name="平行四边形 1">
              <a:extLst>
                <a:ext uri="{FF2B5EF4-FFF2-40B4-BE49-F238E27FC236}">
                  <a16:creationId xmlns:a16="http://schemas.microsoft.com/office/drawing/2014/main" id="{1F5BAA3F-9845-4F89-A2DD-8222D3E4EDAC}"/>
                </a:ext>
              </a:extLst>
            </p:cNvPr>
            <p:cNvSpPr/>
            <p:nvPr/>
          </p:nvSpPr>
          <p:spPr>
            <a:xfrm>
              <a:off x="424117" y="898245"/>
              <a:ext cx="628306" cy="387090"/>
            </a:xfrm>
            <a:prstGeom prst="parallelogram">
              <a:avLst/>
            </a:prstGeom>
            <a:solidFill>
              <a:schemeClr val="accent3">
                <a:lumMod val="75000"/>
              </a:schemeClr>
            </a:solidFill>
            <a:ln>
              <a:solidFill>
                <a:schemeClr val="accent3">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CN" sz="2200" dirty="0">
                  <a:latin typeface="Impact" panose="020B0806030902050204" pitchFamily="34" charset="0"/>
                </a:rPr>
                <a:t>01</a:t>
              </a:r>
              <a:endParaRPr lang="zh-CN" altLang="en-US" sz="2200" dirty="0">
                <a:latin typeface="Impact" panose="020B0806030902050204" pitchFamily="34" charset="0"/>
              </a:endParaRPr>
            </a:p>
          </p:txBody>
        </p:sp>
        <p:sp>
          <p:nvSpPr>
            <p:cNvPr id="3" name="文本框 2">
              <a:extLst>
                <a:ext uri="{FF2B5EF4-FFF2-40B4-BE49-F238E27FC236}">
                  <a16:creationId xmlns:a16="http://schemas.microsoft.com/office/drawing/2014/main" id="{4D6BD736-A4D3-4F26-AFED-36E11F50F70B}"/>
                </a:ext>
              </a:extLst>
            </p:cNvPr>
            <p:cNvSpPr txBox="1"/>
            <p:nvPr/>
          </p:nvSpPr>
          <p:spPr>
            <a:xfrm>
              <a:off x="1052423" y="898245"/>
              <a:ext cx="5564038" cy="400110"/>
            </a:xfrm>
            <a:prstGeom prst="rect">
              <a:avLst/>
            </a:prstGeom>
            <a:noFill/>
          </p:spPr>
          <p:txBody>
            <a:bodyPr wrap="square" rtlCol="0">
              <a:spAutoFit/>
            </a:bodyPr>
            <a:lstStyle/>
            <a:p>
              <a:r>
                <a:rPr lang="zh-CN" altLang="en-US" sz="2000" b="1" dirty="0"/>
                <a:t>停止</a:t>
              </a:r>
              <a:r>
                <a:rPr lang="en-US" altLang="zh-CN" sz="2000" b="1" dirty="0"/>
                <a:t>-</a:t>
              </a:r>
              <a:r>
                <a:rPr lang="zh-CN" altLang="en-US" sz="2000" b="1" dirty="0"/>
                <a:t>等待协议的实现原理</a:t>
              </a:r>
            </a:p>
          </p:txBody>
        </p:sp>
      </p:grpSp>
      <p:grpSp>
        <p:nvGrpSpPr>
          <p:cNvPr id="7" name="组合 6">
            <a:extLst>
              <a:ext uri="{FF2B5EF4-FFF2-40B4-BE49-F238E27FC236}">
                <a16:creationId xmlns:a16="http://schemas.microsoft.com/office/drawing/2014/main" id="{5E7BDDC2-8FDB-4028-8058-31C2E55638B8}"/>
              </a:ext>
            </a:extLst>
          </p:cNvPr>
          <p:cNvGrpSpPr/>
          <p:nvPr/>
        </p:nvGrpSpPr>
        <p:grpSpPr>
          <a:xfrm>
            <a:off x="4504661" y="2037063"/>
            <a:ext cx="3285161" cy="540207"/>
            <a:chOff x="4504661" y="2037063"/>
            <a:chExt cx="3285161" cy="540207"/>
          </a:xfrm>
        </p:grpSpPr>
        <p:cxnSp>
          <p:nvCxnSpPr>
            <p:cNvPr id="35" name="直接箭头连接符 34">
              <a:extLst>
                <a:ext uri="{FF2B5EF4-FFF2-40B4-BE49-F238E27FC236}">
                  <a16:creationId xmlns:a16="http://schemas.microsoft.com/office/drawing/2014/main" id="{86E67B9A-DDD7-44FC-95CD-DCBD0C280064}"/>
                </a:ext>
              </a:extLst>
            </p:cNvPr>
            <p:cNvCxnSpPr>
              <a:cxnSpLocks/>
            </p:cNvCxnSpPr>
            <p:nvPr/>
          </p:nvCxnSpPr>
          <p:spPr>
            <a:xfrm>
              <a:off x="4504661" y="2165620"/>
              <a:ext cx="3285161" cy="411650"/>
            </a:xfrm>
            <a:prstGeom prst="straightConnector1">
              <a:avLst/>
            </a:prstGeom>
            <a:ln w="63500" cap="rnd">
              <a:solidFill>
                <a:schemeClr val="accent3"/>
              </a:solidFill>
              <a:round/>
              <a:tailEnd type="triangle" w="med" len="lg"/>
            </a:ln>
          </p:spPr>
          <p:style>
            <a:lnRef idx="1">
              <a:schemeClr val="accent1"/>
            </a:lnRef>
            <a:fillRef idx="0">
              <a:schemeClr val="accent1"/>
            </a:fillRef>
            <a:effectRef idx="0">
              <a:schemeClr val="accent1"/>
            </a:effectRef>
            <a:fontRef idx="minor">
              <a:schemeClr val="tx1"/>
            </a:fontRef>
          </p:style>
        </p:cxnSp>
        <p:sp>
          <p:nvSpPr>
            <p:cNvPr id="36" name="文本框 35">
              <a:extLst>
                <a:ext uri="{FF2B5EF4-FFF2-40B4-BE49-F238E27FC236}">
                  <a16:creationId xmlns:a16="http://schemas.microsoft.com/office/drawing/2014/main" id="{F6F96800-C831-4F1B-B5C3-E6630CC34B4B}"/>
                </a:ext>
              </a:extLst>
            </p:cNvPr>
            <p:cNvSpPr txBox="1"/>
            <p:nvPr/>
          </p:nvSpPr>
          <p:spPr>
            <a:xfrm rot="468067">
              <a:off x="5522912" y="2037063"/>
              <a:ext cx="1107553" cy="369332"/>
            </a:xfrm>
            <a:prstGeom prst="rect">
              <a:avLst/>
            </a:prstGeom>
            <a:noFill/>
          </p:spPr>
          <p:txBody>
            <a:bodyPr wrap="square" rtlCol="0">
              <a:spAutoFit/>
            </a:bodyPr>
            <a:lstStyle/>
            <a:p>
              <a:pPr algn="ctr"/>
              <a:r>
                <a:rPr lang="en-US" altLang="zh-CN" b="1" dirty="0">
                  <a:solidFill>
                    <a:schemeClr val="accent3"/>
                  </a:solidFill>
                  <a:latin typeface="Arial Black" panose="020B0A04020102020204" pitchFamily="34" charset="0"/>
                </a:rPr>
                <a:t>DATA</a:t>
              </a:r>
              <a:endParaRPr lang="zh-CN" altLang="en-US" b="1" dirty="0">
                <a:solidFill>
                  <a:schemeClr val="accent3"/>
                </a:solidFill>
                <a:latin typeface="Arial Black" panose="020B0A04020102020204" pitchFamily="34" charset="0"/>
              </a:endParaRPr>
            </a:p>
          </p:txBody>
        </p:sp>
      </p:grpSp>
      <p:grpSp>
        <p:nvGrpSpPr>
          <p:cNvPr id="82" name="组合 81">
            <a:extLst>
              <a:ext uri="{FF2B5EF4-FFF2-40B4-BE49-F238E27FC236}">
                <a16:creationId xmlns:a16="http://schemas.microsoft.com/office/drawing/2014/main" id="{0FD607FA-E2A6-4DC0-A08A-639F776C028F}"/>
              </a:ext>
            </a:extLst>
          </p:cNvPr>
          <p:cNvGrpSpPr/>
          <p:nvPr/>
        </p:nvGrpSpPr>
        <p:grpSpPr>
          <a:xfrm>
            <a:off x="4495592" y="3297814"/>
            <a:ext cx="3303300" cy="552397"/>
            <a:chOff x="4495592" y="4165469"/>
            <a:chExt cx="3303300" cy="552397"/>
          </a:xfrm>
        </p:grpSpPr>
        <p:cxnSp>
          <p:nvCxnSpPr>
            <p:cNvPr id="73" name="直接箭头连接符 72">
              <a:extLst>
                <a:ext uri="{FF2B5EF4-FFF2-40B4-BE49-F238E27FC236}">
                  <a16:creationId xmlns:a16="http://schemas.microsoft.com/office/drawing/2014/main" id="{1DC00F8B-25F0-411D-BE9F-076B8D403830}"/>
                </a:ext>
              </a:extLst>
            </p:cNvPr>
            <p:cNvCxnSpPr>
              <a:cxnSpLocks/>
            </p:cNvCxnSpPr>
            <p:nvPr/>
          </p:nvCxnSpPr>
          <p:spPr>
            <a:xfrm>
              <a:off x="4495592" y="4318282"/>
              <a:ext cx="3303300" cy="399584"/>
            </a:xfrm>
            <a:prstGeom prst="straightConnector1">
              <a:avLst/>
            </a:prstGeom>
            <a:ln w="63500" cap="rnd">
              <a:solidFill>
                <a:schemeClr val="accent3"/>
              </a:solidFill>
              <a:round/>
              <a:tailEnd type="triangle" w="med" len="lg"/>
            </a:ln>
          </p:spPr>
          <p:style>
            <a:lnRef idx="1">
              <a:schemeClr val="accent1"/>
            </a:lnRef>
            <a:fillRef idx="0">
              <a:schemeClr val="accent1"/>
            </a:fillRef>
            <a:effectRef idx="0">
              <a:schemeClr val="accent1"/>
            </a:effectRef>
            <a:fontRef idx="minor">
              <a:schemeClr val="tx1"/>
            </a:fontRef>
          </p:style>
        </p:cxnSp>
        <p:sp>
          <p:nvSpPr>
            <p:cNvPr id="74" name="文本框 73">
              <a:extLst>
                <a:ext uri="{FF2B5EF4-FFF2-40B4-BE49-F238E27FC236}">
                  <a16:creationId xmlns:a16="http://schemas.microsoft.com/office/drawing/2014/main" id="{370F8F17-09F0-4B7E-8882-A8D15EF5C062}"/>
                </a:ext>
              </a:extLst>
            </p:cNvPr>
            <p:cNvSpPr txBox="1"/>
            <p:nvPr/>
          </p:nvSpPr>
          <p:spPr>
            <a:xfrm rot="468067">
              <a:off x="5149318" y="4165469"/>
              <a:ext cx="2099874" cy="369332"/>
            </a:xfrm>
            <a:prstGeom prst="rect">
              <a:avLst/>
            </a:prstGeom>
            <a:noFill/>
          </p:spPr>
          <p:txBody>
            <a:bodyPr wrap="square" rtlCol="0">
              <a:spAutoFit/>
            </a:bodyPr>
            <a:lstStyle/>
            <a:p>
              <a:pPr algn="ctr"/>
              <a:r>
                <a:rPr lang="zh-CN" altLang="en-US" b="1" dirty="0">
                  <a:solidFill>
                    <a:schemeClr val="accent3"/>
                  </a:solidFill>
                  <a:latin typeface="Arial Black" panose="020B0A04020102020204" pitchFamily="34" charset="0"/>
                </a:rPr>
                <a:t>重传</a:t>
              </a:r>
              <a:r>
                <a:rPr lang="en-US" altLang="zh-CN" b="1" dirty="0">
                  <a:solidFill>
                    <a:schemeClr val="accent3"/>
                  </a:solidFill>
                  <a:latin typeface="Arial Black" panose="020B0A04020102020204" pitchFamily="34" charset="0"/>
                </a:rPr>
                <a:t>DATA</a:t>
              </a:r>
              <a:endParaRPr lang="zh-CN" altLang="en-US" b="1" dirty="0">
                <a:solidFill>
                  <a:schemeClr val="accent3"/>
                </a:solidFill>
                <a:latin typeface="Arial Black" panose="020B0A04020102020204" pitchFamily="34" charset="0"/>
              </a:endParaRPr>
            </a:p>
          </p:txBody>
        </p:sp>
      </p:grpSp>
      <p:grpSp>
        <p:nvGrpSpPr>
          <p:cNvPr id="83" name="组合 82">
            <a:extLst>
              <a:ext uri="{FF2B5EF4-FFF2-40B4-BE49-F238E27FC236}">
                <a16:creationId xmlns:a16="http://schemas.microsoft.com/office/drawing/2014/main" id="{6FEAC98D-6CFE-4063-B9A2-4676B7035823}"/>
              </a:ext>
            </a:extLst>
          </p:cNvPr>
          <p:cNvGrpSpPr/>
          <p:nvPr/>
        </p:nvGrpSpPr>
        <p:grpSpPr>
          <a:xfrm>
            <a:off x="4457309" y="3869925"/>
            <a:ext cx="3332513" cy="585415"/>
            <a:chOff x="4457309" y="4737580"/>
            <a:chExt cx="3332513" cy="585415"/>
          </a:xfrm>
        </p:grpSpPr>
        <p:cxnSp>
          <p:nvCxnSpPr>
            <p:cNvPr id="75" name="直接箭头连接符 74">
              <a:extLst>
                <a:ext uri="{FF2B5EF4-FFF2-40B4-BE49-F238E27FC236}">
                  <a16:creationId xmlns:a16="http://schemas.microsoft.com/office/drawing/2014/main" id="{56B9AEF8-4195-4436-A650-246CBA9FF411}"/>
                </a:ext>
              </a:extLst>
            </p:cNvPr>
            <p:cNvCxnSpPr/>
            <p:nvPr/>
          </p:nvCxnSpPr>
          <p:spPr>
            <a:xfrm flipH="1">
              <a:off x="4457309" y="4763999"/>
              <a:ext cx="3332513" cy="558996"/>
            </a:xfrm>
            <a:prstGeom prst="straightConnector1">
              <a:avLst/>
            </a:prstGeom>
            <a:ln w="25400">
              <a:solidFill>
                <a:schemeClr val="accent4"/>
              </a:solidFill>
              <a:tailEnd type="triangle" w="med" len="lg"/>
            </a:ln>
          </p:spPr>
          <p:style>
            <a:lnRef idx="1">
              <a:schemeClr val="accent1"/>
            </a:lnRef>
            <a:fillRef idx="0">
              <a:schemeClr val="accent1"/>
            </a:fillRef>
            <a:effectRef idx="0">
              <a:schemeClr val="accent1"/>
            </a:effectRef>
            <a:fontRef idx="minor">
              <a:schemeClr val="tx1"/>
            </a:fontRef>
          </p:style>
        </p:cxnSp>
        <p:sp>
          <p:nvSpPr>
            <p:cNvPr id="76" name="文本框 75">
              <a:extLst>
                <a:ext uri="{FF2B5EF4-FFF2-40B4-BE49-F238E27FC236}">
                  <a16:creationId xmlns:a16="http://schemas.microsoft.com/office/drawing/2014/main" id="{7F0A3889-23B0-4191-9965-4349BD09EF8B}"/>
                </a:ext>
              </a:extLst>
            </p:cNvPr>
            <p:cNvSpPr txBox="1"/>
            <p:nvPr/>
          </p:nvSpPr>
          <p:spPr>
            <a:xfrm rot="21014117">
              <a:off x="5551547" y="4737580"/>
              <a:ext cx="1107553" cy="369332"/>
            </a:xfrm>
            <a:prstGeom prst="rect">
              <a:avLst/>
            </a:prstGeom>
            <a:noFill/>
          </p:spPr>
          <p:txBody>
            <a:bodyPr wrap="square" rtlCol="0">
              <a:spAutoFit/>
            </a:bodyPr>
            <a:lstStyle/>
            <a:p>
              <a:pPr algn="ctr"/>
              <a:r>
                <a:rPr lang="en-US" altLang="zh-CN" b="1" dirty="0">
                  <a:solidFill>
                    <a:schemeClr val="accent4"/>
                  </a:solidFill>
                  <a:latin typeface="Arial Black" panose="020B0A04020102020204" pitchFamily="34" charset="0"/>
                </a:rPr>
                <a:t>ACK</a:t>
              </a:r>
              <a:endParaRPr lang="zh-CN" altLang="en-US" b="1" dirty="0">
                <a:solidFill>
                  <a:schemeClr val="accent4"/>
                </a:solidFill>
                <a:latin typeface="Arial Black" panose="020B0A04020102020204" pitchFamily="34" charset="0"/>
              </a:endParaRPr>
            </a:p>
          </p:txBody>
        </p:sp>
      </p:grpSp>
      <p:grpSp>
        <p:nvGrpSpPr>
          <p:cNvPr id="30" name="组合 29">
            <a:extLst>
              <a:ext uri="{FF2B5EF4-FFF2-40B4-BE49-F238E27FC236}">
                <a16:creationId xmlns:a16="http://schemas.microsoft.com/office/drawing/2014/main" id="{7F3B4E09-6764-454A-9492-E074DC4B625B}"/>
              </a:ext>
            </a:extLst>
          </p:cNvPr>
          <p:cNvGrpSpPr/>
          <p:nvPr/>
        </p:nvGrpSpPr>
        <p:grpSpPr>
          <a:xfrm>
            <a:off x="3184786" y="1260318"/>
            <a:ext cx="5835614" cy="808297"/>
            <a:chOff x="3094732" y="1606682"/>
            <a:chExt cx="5835614" cy="808297"/>
          </a:xfrm>
        </p:grpSpPr>
        <p:sp>
          <p:nvSpPr>
            <p:cNvPr id="17" name="文本框 16">
              <a:extLst>
                <a:ext uri="{FF2B5EF4-FFF2-40B4-BE49-F238E27FC236}">
                  <a16:creationId xmlns:a16="http://schemas.microsoft.com/office/drawing/2014/main" id="{5BC89BE0-4BDF-4485-9FBE-0F4CA3E7333F}"/>
                </a:ext>
              </a:extLst>
            </p:cNvPr>
            <p:cNvSpPr txBox="1"/>
            <p:nvPr/>
          </p:nvSpPr>
          <p:spPr>
            <a:xfrm>
              <a:off x="3094732" y="1829614"/>
              <a:ext cx="905164" cy="369332"/>
            </a:xfrm>
            <a:prstGeom prst="rect">
              <a:avLst/>
            </a:prstGeom>
            <a:noFill/>
          </p:spPr>
          <p:txBody>
            <a:bodyPr wrap="square" rtlCol="0">
              <a:spAutoFit/>
            </a:bodyPr>
            <a:lstStyle/>
            <a:p>
              <a:pPr algn="ctr"/>
              <a:r>
                <a:rPr lang="zh-CN" altLang="en-US" b="1" dirty="0">
                  <a:latin typeface="+mn-ea"/>
                </a:rPr>
                <a:t>发送方</a:t>
              </a:r>
            </a:p>
          </p:txBody>
        </p:sp>
        <p:sp>
          <p:nvSpPr>
            <p:cNvPr id="18" name="文本框 17">
              <a:extLst>
                <a:ext uri="{FF2B5EF4-FFF2-40B4-BE49-F238E27FC236}">
                  <a16:creationId xmlns:a16="http://schemas.microsoft.com/office/drawing/2014/main" id="{A53EBA0B-88E5-479C-B031-0031D4C518FB}"/>
                </a:ext>
              </a:extLst>
            </p:cNvPr>
            <p:cNvSpPr txBox="1"/>
            <p:nvPr/>
          </p:nvSpPr>
          <p:spPr>
            <a:xfrm>
              <a:off x="8025182" y="1829614"/>
              <a:ext cx="905164" cy="369332"/>
            </a:xfrm>
            <a:prstGeom prst="rect">
              <a:avLst/>
            </a:prstGeom>
            <a:noFill/>
          </p:spPr>
          <p:txBody>
            <a:bodyPr wrap="square" rtlCol="0">
              <a:spAutoFit/>
            </a:bodyPr>
            <a:lstStyle/>
            <a:p>
              <a:pPr algn="ctr"/>
              <a:r>
                <a:rPr lang="zh-CN" altLang="en-US" b="1" dirty="0">
                  <a:latin typeface="+mn-ea"/>
                </a:rPr>
                <a:t>接收方</a:t>
              </a:r>
            </a:p>
          </p:txBody>
        </p:sp>
        <p:cxnSp>
          <p:nvCxnSpPr>
            <p:cNvPr id="20" name="直接连接符 19">
              <a:extLst>
                <a:ext uri="{FF2B5EF4-FFF2-40B4-BE49-F238E27FC236}">
                  <a16:creationId xmlns:a16="http://schemas.microsoft.com/office/drawing/2014/main" id="{60E4C73B-A225-411B-883A-DC140C4192C5}"/>
                </a:ext>
              </a:extLst>
            </p:cNvPr>
            <p:cNvCxnSpPr>
              <a:cxnSpLocks/>
            </p:cNvCxnSpPr>
            <p:nvPr/>
          </p:nvCxnSpPr>
          <p:spPr>
            <a:xfrm>
              <a:off x="4214689" y="2101247"/>
              <a:ext cx="3494148" cy="0"/>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pic>
          <p:nvPicPr>
            <p:cNvPr id="21" name="图形 20">
              <a:extLst>
                <a:ext uri="{FF2B5EF4-FFF2-40B4-BE49-F238E27FC236}">
                  <a16:creationId xmlns:a16="http://schemas.microsoft.com/office/drawing/2014/main" id="{6741A3DB-8FF6-4FA5-B425-532579F07BB2}"/>
                </a:ext>
              </a:extLst>
            </p:cNvPr>
            <p:cNvPicPr>
              <a:picLocks noChangeAspect="1"/>
            </p:cNvPicPr>
            <p:nvPr/>
          </p:nvPicPr>
          <p:blipFill>
            <a:blip r:embed="rId3">
              <a:extLst>
                <a:ext uri="{28A0092B-C50C-407E-A947-70E740481C1C}">
                  <a14:useLocalDpi xmlns:a14="http://schemas.microsoft.com/office/drawing/2010/main" val="0"/>
                </a:ext>
                <a:ext uri="{96DAC541-7B7A-43D3-8B79-37D633B846F1}">
                  <asvg:svgBlip xmlns:asvg="http://schemas.microsoft.com/office/drawing/2016/SVG/main" r:embed="rId4"/>
                </a:ext>
              </a:extLst>
            </a:blip>
            <a:stretch>
              <a:fillRect/>
            </a:stretch>
          </p:blipFill>
          <p:spPr>
            <a:xfrm>
              <a:off x="4044917" y="1625133"/>
              <a:ext cx="662814" cy="641082"/>
            </a:xfrm>
            <a:prstGeom prst="rect">
              <a:avLst/>
            </a:prstGeom>
          </p:spPr>
        </p:pic>
        <p:pic>
          <p:nvPicPr>
            <p:cNvPr id="22" name="图形 21">
              <a:extLst>
                <a:ext uri="{FF2B5EF4-FFF2-40B4-BE49-F238E27FC236}">
                  <a16:creationId xmlns:a16="http://schemas.microsoft.com/office/drawing/2014/main" id="{FB51D0B6-4BB2-4ACA-8731-2370EE12D6D8}"/>
                </a:ext>
              </a:extLst>
            </p:cNvPr>
            <p:cNvPicPr>
              <a:picLocks noChangeAspect="1"/>
            </p:cNvPicPr>
            <p:nvPr/>
          </p:nvPicPr>
          <p:blipFill>
            <a:blip r:embed="rId5">
              <a:extLst>
                <a:ext uri="{28A0092B-C50C-407E-A947-70E740481C1C}">
                  <a14:useLocalDpi xmlns:a14="http://schemas.microsoft.com/office/drawing/2010/main" val="0"/>
                </a:ext>
                <a:ext uri="{96DAC541-7B7A-43D3-8B79-37D633B846F1}">
                  <asvg:svgBlip xmlns:asvg="http://schemas.microsoft.com/office/drawing/2016/SVG/main" r:embed="rId6"/>
                </a:ext>
              </a:extLst>
            </a:blip>
            <a:stretch>
              <a:fillRect/>
            </a:stretch>
          </p:blipFill>
          <p:spPr>
            <a:xfrm>
              <a:off x="7457951" y="1606682"/>
              <a:ext cx="501772" cy="658576"/>
            </a:xfrm>
            <a:prstGeom prst="rect">
              <a:avLst/>
            </a:prstGeom>
          </p:spPr>
        </p:pic>
        <p:sp>
          <p:nvSpPr>
            <p:cNvPr id="27" name="云形 26">
              <a:extLst>
                <a:ext uri="{FF2B5EF4-FFF2-40B4-BE49-F238E27FC236}">
                  <a16:creationId xmlns:a16="http://schemas.microsoft.com/office/drawing/2014/main" id="{376EF8EB-1F23-4CFB-8171-CB84499BD291}"/>
                </a:ext>
              </a:extLst>
            </p:cNvPr>
            <p:cNvSpPr/>
            <p:nvPr/>
          </p:nvSpPr>
          <p:spPr>
            <a:xfrm>
              <a:off x="5371531" y="1613581"/>
              <a:ext cx="1422620" cy="801398"/>
            </a:xfrm>
            <a:prstGeom prst="cloud">
              <a:avLst/>
            </a:prstGeom>
            <a:solidFill>
              <a:schemeClr val="bg1">
                <a:lumMod val="85000"/>
              </a:schemeClr>
            </a:solidFill>
            <a:ln>
              <a:solidFill>
                <a:schemeClr val="bg1">
                  <a:lumMod val="85000"/>
                </a:schemeClr>
              </a:solidFill>
            </a:ln>
          </p:spPr>
          <p:style>
            <a:lnRef idx="2">
              <a:schemeClr val="accent3">
                <a:shade val="50000"/>
              </a:schemeClr>
            </a:lnRef>
            <a:fillRef idx="1">
              <a:schemeClr val="accent3"/>
            </a:fillRef>
            <a:effectRef idx="0">
              <a:schemeClr val="accent3"/>
            </a:effectRef>
            <a:fontRef idx="minor">
              <a:schemeClr val="lt1"/>
            </a:fontRef>
          </p:style>
          <p:txBody>
            <a:bodyPr rtlCol="0" anchor="ctr"/>
            <a:lstStyle/>
            <a:p>
              <a:pPr algn="ctr"/>
              <a:r>
                <a:rPr lang="zh-CN" altLang="en-US" b="1" dirty="0">
                  <a:solidFill>
                    <a:schemeClr val="tx1"/>
                  </a:solidFill>
                  <a:latin typeface="+mn-ea"/>
                </a:rPr>
                <a:t>因特网</a:t>
              </a:r>
            </a:p>
          </p:txBody>
        </p:sp>
      </p:grpSp>
      <p:sp>
        <p:nvSpPr>
          <p:cNvPr id="95" name="文本框 94">
            <a:extLst>
              <a:ext uri="{FF2B5EF4-FFF2-40B4-BE49-F238E27FC236}">
                <a16:creationId xmlns:a16="http://schemas.microsoft.com/office/drawing/2014/main" id="{CCE359CE-6387-469B-B096-2A91997442BE}"/>
              </a:ext>
            </a:extLst>
          </p:cNvPr>
          <p:cNvSpPr txBox="1"/>
          <p:nvPr/>
        </p:nvSpPr>
        <p:spPr>
          <a:xfrm>
            <a:off x="4708191" y="5796355"/>
            <a:ext cx="2788773" cy="646331"/>
          </a:xfrm>
          <a:prstGeom prst="rect">
            <a:avLst/>
          </a:prstGeom>
          <a:noFill/>
        </p:spPr>
        <p:txBody>
          <a:bodyPr wrap="square" rtlCol="0">
            <a:spAutoFit/>
          </a:bodyPr>
          <a:lstStyle/>
          <a:p>
            <a:pPr algn="ctr"/>
            <a:r>
              <a:rPr lang="zh-CN" altLang="en-US" b="1" dirty="0">
                <a:latin typeface="+mn-ea"/>
              </a:rPr>
              <a:t>确认丢失</a:t>
            </a:r>
            <a:endParaRPr lang="en-US" altLang="zh-CN" b="1" dirty="0">
              <a:latin typeface="+mn-ea"/>
            </a:endParaRPr>
          </a:p>
          <a:p>
            <a:pPr algn="ctr"/>
            <a:r>
              <a:rPr lang="zh-CN" altLang="en-US" b="1" dirty="0">
                <a:latin typeface="+mn-ea"/>
              </a:rPr>
              <a:t>数据分组需要编号</a:t>
            </a:r>
          </a:p>
        </p:txBody>
      </p:sp>
      <p:grpSp>
        <p:nvGrpSpPr>
          <p:cNvPr id="49" name="组合 48">
            <a:extLst>
              <a:ext uri="{FF2B5EF4-FFF2-40B4-BE49-F238E27FC236}">
                <a16:creationId xmlns:a16="http://schemas.microsoft.com/office/drawing/2014/main" id="{D6908AD9-BD04-4F1A-959C-D2B0D228AC59}"/>
              </a:ext>
            </a:extLst>
          </p:cNvPr>
          <p:cNvGrpSpPr/>
          <p:nvPr/>
        </p:nvGrpSpPr>
        <p:grpSpPr>
          <a:xfrm>
            <a:off x="4500450" y="4352433"/>
            <a:ext cx="3303300" cy="569524"/>
            <a:chOff x="4495592" y="4148342"/>
            <a:chExt cx="3303300" cy="569524"/>
          </a:xfrm>
        </p:grpSpPr>
        <p:cxnSp>
          <p:nvCxnSpPr>
            <p:cNvPr id="50" name="直接箭头连接符 49">
              <a:extLst>
                <a:ext uri="{FF2B5EF4-FFF2-40B4-BE49-F238E27FC236}">
                  <a16:creationId xmlns:a16="http://schemas.microsoft.com/office/drawing/2014/main" id="{B21F41F6-CC43-41EA-BBAF-739CE15770A1}"/>
                </a:ext>
              </a:extLst>
            </p:cNvPr>
            <p:cNvCxnSpPr>
              <a:cxnSpLocks/>
            </p:cNvCxnSpPr>
            <p:nvPr/>
          </p:nvCxnSpPr>
          <p:spPr>
            <a:xfrm>
              <a:off x="4495592" y="4318282"/>
              <a:ext cx="3303300" cy="399584"/>
            </a:xfrm>
            <a:prstGeom prst="straightConnector1">
              <a:avLst/>
            </a:prstGeom>
            <a:ln w="63500" cap="rnd">
              <a:solidFill>
                <a:schemeClr val="accent3"/>
              </a:solidFill>
              <a:round/>
              <a:tailEnd type="triangle" w="med" len="lg"/>
            </a:ln>
          </p:spPr>
          <p:style>
            <a:lnRef idx="1">
              <a:schemeClr val="accent1"/>
            </a:lnRef>
            <a:fillRef idx="0">
              <a:schemeClr val="accent1"/>
            </a:fillRef>
            <a:effectRef idx="0">
              <a:schemeClr val="accent1"/>
            </a:effectRef>
            <a:fontRef idx="minor">
              <a:schemeClr val="tx1"/>
            </a:fontRef>
          </p:style>
        </p:cxnSp>
        <p:sp>
          <p:nvSpPr>
            <p:cNvPr id="51" name="文本框 50">
              <a:extLst>
                <a:ext uri="{FF2B5EF4-FFF2-40B4-BE49-F238E27FC236}">
                  <a16:creationId xmlns:a16="http://schemas.microsoft.com/office/drawing/2014/main" id="{89132E29-8E6B-4C50-BC40-F4576D5FD199}"/>
                </a:ext>
              </a:extLst>
            </p:cNvPr>
            <p:cNvSpPr txBox="1"/>
            <p:nvPr/>
          </p:nvSpPr>
          <p:spPr>
            <a:xfrm rot="468067">
              <a:off x="5241438" y="4148342"/>
              <a:ext cx="1655938" cy="369332"/>
            </a:xfrm>
            <a:prstGeom prst="rect">
              <a:avLst/>
            </a:prstGeom>
            <a:noFill/>
          </p:spPr>
          <p:txBody>
            <a:bodyPr wrap="square" rtlCol="0">
              <a:spAutoFit/>
            </a:bodyPr>
            <a:lstStyle/>
            <a:p>
              <a:pPr algn="ctr"/>
              <a:r>
                <a:rPr lang="en-US" altLang="zh-CN" b="1" dirty="0">
                  <a:solidFill>
                    <a:schemeClr val="accent3"/>
                  </a:solidFill>
                  <a:latin typeface="Arial Black" panose="020B0A04020102020204" pitchFamily="34" charset="0"/>
                </a:rPr>
                <a:t>DATA1</a:t>
              </a:r>
              <a:endParaRPr lang="zh-CN" altLang="en-US" b="1" dirty="0">
                <a:solidFill>
                  <a:schemeClr val="accent3"/>
                </a:solidFill>
                <a:latin typeface="Arial Black" panose="020B0A04020102020204" pitchFamily="34" charset="0"/>
              </a:endParaRPr>
            </a:p>
          </p:txBody>
        </p:sp>
      </p:grpSp>
      <p:grpSp>
        <p:nvGrpSpPr>
          <p:cNvPr id="52" name="组合 51">
            <a:extLst>
              <a:ext uri="{FF2B5EF4-FFF2-40B4-BE49-F238E27FC236}">
                <a16:creationId xmlns:a16="http://schemas.microsoft.com/office/drawing/2014/main" id="{11312FEF-1C22-489E-90CA-FFA6EDE82CB9}"/>
              </a:ext>
            </a:extLst>
          </p:cNvPr>
          <p:cNvGrpSpPr/>
          <p:nvPr/>
        </p:nvGrpSpPr>
        <p:grpSpPr>
          <a:xfrm>
            <a:off x="4462167" y="4941671"/>
            <a:ext cx="3332513" cy="585415"/>
            <a:chOff x="4457309" y="4737580"/>
            <a:chExt cx="3332513" cy="585415"/>
          </a:xfrm>
        </p:grpSpPr>
        <p:cxnSp>
          <p:nvCxnSpPr>
            <p:cNvPr id="53" name="直接箭头连接符 52">
              <a:extLst>
                <a:ext uri="{FF2B5EF4-FFF2-40B4-BE49-F238E27FC236}">
                  <a16:creationId xmlns:a16="http://schemas.microsoft.com/office/drawing/2014/main" id="{3BC58B49-EBE8-44A6-BF82-C67434C53860}"/>
                </a:ext>
              </a:extLst>
            </p:cNvPr>
            <p:cNvCxnSpPr/>
            <p:nvPr/>
          </p:nvCxnSpPr>
          <p:spPr>
            <a:xfrm flipH="1">
              <a:off x="4457309" y="4763999"/>
              <a:ext cx="3332513" cy="558996"/>
            </a:xfrm>
            <a:prstGeom prst="straightConnector1">
              <a:avLst/>
            </a:prstGeom>
            <a:ln w="25400">
              <a:solidFill>
                <a:schemeClr val="accent4"/>
              </a:solidFill>
              <a:tailEnd type="triangle" w="med" len="lg"/>
            </a:ln>
          </p:spPr>
          <p:style>
            <a:lnRef idx="1">
              <a:schemeClr val="accent1"/>
            </a:lnRef>
            <a:fillRef idx="0">
              <a:schemeClr val="accent1"/>
            </a:fillRef>
            <a:effectRef idx="0">
              <a:schemeClr val="accent1"/>
            </a:effectRef>
            <a:fontRef idx="minor">
              <a:schemeClr val="tx1"/>
            </a:fontRef>
          </p:style>
        </p:cxnSp>
        <p:sp>
          <p:nvSpPr>
            <p:cNvPr id="55" name="文本框 54">
              <a:extLst>
                <a:ext uri="{FF2B5EF4-FFF2-40B4-BE49-F238E27FC236}">
                  <a16:creationId xmlns:a16="http://schemas.microsoft.com/office/drawing/2014/main" id="{D09F1E1B-A647-445E-84C1-EDE82310ABD4}"/>
                </a:ext>
              </a:extLst>
            </p:cNvPr>
            <p:cNvSpPr txBox="1"/>
            <p:nvPr/>
          </p:nvSpPr>
          <p:spPr>
            <a:xfrm rot="21014117">
              <a:off x="5551547" y="4737580"/>
              <a:ext cx="1107553" cy="369332"/>
            </a:xfrm>
            <a:prstGeom prst="rect">
              <a:avLst/>
            </a:prstGeom>
            <a:noFill/>
          </p:spPr>
          <p:txBody>
            <a:bodyPr wrap="square" rtlCol="0">
              <a:spAutoFit/>
            </a:bodyPr>
            <a:lstStyle/>
            <a:p>
              <a:pPr algn="ctr"/>
              <a:r>
                <a:rPr lang="en-US" altLang="zh-CN" b="1" dirty="0">
                  <a:solidFill>
                    <a:schemeClr val="accent4"/>
                  </a:solidFill>
                  <a:latin typeface="Arial Black" panose="020B0A04020102020204" pitchFamily="34" charset="0"/>
                </a:rPr>
                <a:t>ACK</a:t>
              </a:r>
              <a:endParaRPr lang="zh-CN" altLang="en-US" b="1" dirty="0">
                <a:solidFill>
                  <a:schemeClr val="accent4"/>
                </a:solidFill>
                <a:latin typeface="Arial Black" panose="020B0A04020102020204" pitchFamily="34" charset="0"/>
              </a:endParaRPr>
            </a:p>
          </p:txBody>
        </p:sp>
      </p:grpSp>
      <p:grpSp>
        <p:nvGrpSpPr>
          <p:cNvPr id="9" name="组合 8">
            <a:extLst>
              <a:ext uri="{FF2B5EF4-FFF2-40B4-BE49-F238E27FC236}">
                <a16:creationId xmlns:a16="http://schemas.microsoft.com/office/drawing/2014/main" id="{C5359478-5393-49AD-8FA6-CC0F15043C83}"/>
              </a:ext>
            </a:extLst>
          </p:cNvPr>
          <p:cNvGrpSpPr/>
          <p:nvPr/>
        </p:nvGrpSpPr>
        <p:grpSpPr>
          <a:xfrm>
            <a:off x="4466378" y="2594840"/>
            <a:ext cx="3337372" cy="575493"/>
            <a:chOff x="4466378" y="2594840"/>
            <a:chExt cx="3337372" cy="575493"/>
          </a:xfrm>
        </p:grpSpPr>
        <p:cxnSp>
          <p:nvCxnSpPr>
            <p:cNvPr id="39" name="直接箭头连接符 38">
              <a:extLst>
                <a:ext uri="{FF2B5EF4-FFF2-40B4-BE49-F238E27FC236}">
                  <a16:creationId xmlns:a16="http://schemas.microsoft.com/office/drawing/2014/main" id="{C66B632F-B866-4D84-B666-E41C1C3518F3}"/>
                </a:ext>
              </a:extLst>
            </p:cNvPr>
            <p:cNvCxnSpPr/>
            <p:nvPr/>
          </p:nvCxnSpPr>
          <p:spPr>
            <a:xfrm flipH="1">
              <a:off x="4466378" y="2611337"/>
              <a:ext cx="3332513" cy="558996"/>
            </a:xfrm>
            <a:prstGeom prst="straightConnector1">
              <a:avLst/>
            </a:prstGeom>
            <a:ln w="12700">
              <a:solidFill>
                <a:schemeClr val="tx1"/>
              </a:solidFill>
              <a:prstDash val="dash"/>
              <a:tailEnd type="none" w="med" len="lg"/>
            </a:ln>
          </p:spPr>
          <p:style>
            <a:lnRef idx="1">
              <a:schemeClr val="accent1"/>
            </a:lnRef>
            <a:fillRef idx="0">
              <a:schemeClr val="accent1"/>
            </a:fillRef>
            <a:effectRef idx="0">
              <a:schemeClr val="accent1"/>
            </a:effectRef>
            <a:fontRef idx="minor">
              <a:schemeClr val="tx1"/>
            </a:fontRef>
          </p:style>
        </p:cxnSp>
        <p:cxnSp>
          <p:nvCxnSpPr>
            <p:cNvPr id="48" name="直接箭头连接符 47">
              <a:extLst>
                <a:ext uri="{FF2B5EF4-FFF2-40B4-BE49-F238E27FC236}">
                  <a16:creationId xmlns:a16="http://schemas.microsoft.com/office/drawing/2014/main" id="{B45A8A54-BCEE-4EE6-BD80-3F200082D29F}"/>
                </a:ext>
              </a:extLst>
            </p:cNvPr>
            <p:cNvCxnSpPr>
              <a:cxnSpLocks/>
            </p:cNvCxnSpPr>
            <p:nvPr/>
          </p:nvCxnSpPr>
          <p:spPr>
            <a:xfrm flipH="1">
              <a:off x="5575691" y="2611337"/>
              <a:ext cx="2228059" cy="376669"/>
            </a:xfrm>
            <a:prstGeom prst="straightConnector1">
              <a:avLst/>
            </a:prstGeom>
            <a:ln w="25400">
              <a:solidFill>
                <a:schemeClr val="accent4"/>
              </a:solidFill>
              <a:tailEnd type="triangle" w="med" len="lg"/>
            </a:ln>
          </p:spPr>
          <p:style>
            <a:lnRef idx="1">
              <a:schemeClr val="accent1"/>
            </a:lnRef>
            <a:fillRef idx="0">
              <a:schemeClr val="accent1"/>
            </a:fillRef>
            <a:effectRef idx="0">
              <a:schemeClr val="accent1"/>
            </a:effectRef>
            <a:fontRef idx="minor">
              <a:schemeClr val="tx1"/>
            </a:fontRef>
          </p:style>
        </p:cxnSp>
        <p:sp>
          <p:nvSpPr>
            <p:cNvPr id="56" name="文本框 55">
              <a:extLst>
                <a:ext uri="{FF2B5EF4-FFF2-40B4-BE49-F238E27FC236}">
                  <a16:creationId xmlns:a16="http://schemas.microsoft.com/office/drawing/2014/main" id="{A729228A-ADBE-487E-B36D-8C658E01EF99}"/>
                </a:ext>
              </a:extLst>
            </p:cNvPr>
            <p:cNvSpPr txBox="1"/>
            <p:nvPr/>
          </p:nvSpPr>
          <p:spPr>
            <a:xfrm rot="21014117">
              <a:off x="5582327" y="2594840"/>
              <a:ext cx="1107553" cy="369332"/>
            </a:xfrm>
            <a:prstGeom prst="rect">
              <a:avLst/>
            </a:prstGeom>
            <a:noFill/>
          </p:spPr>
          <p:txBody>
            <a:bodyPr wrap="square" rtlCol="0">
              <a:spAutoFit/>
            </a:bodyPr>
            <a:lstStyle/>
            <a:p>
              <a:pPr algn="ctr"/>
              <a:r>
                <a:rPr lang="en-US" altLang="zh-CN" b="1" dirty="0">
                  <a:solidFill>
                    <a:schemeClr val="accent4"/>
                  </a:solidFill>
                  <a:latin typeface="Arial Black" panose="020B0A04020102020204" pitchFamily="34" charset="0"/>
                </a:rPr>
                <a:t>ACK</a:t>
              </a:r>
              <a:endParaRPr lang="zh-CN" altLang="en-US" b="1" dirty="0">
                <a:solidFill>
                  <a:schemeClr val="accent4"/>
                </a:solidFill>
                <a:latin typeface="Arial Black" panose="020B0A04020102020204" pitchFamily="34" charset="0"/>
              </a:endParaRPr>
            </a:p>
          </p:txBody>
        </p:sp>
      </p:grpSp>
      <p:sp>
        <p:nvSpPr>
          <p:cNvPr id="57" name="对话气泡: 椭圆形 56">
            <a:extLst>
              <a:ext uri="{FF2B5EF4-FFF2-40B4-BE49-F238E27FC236}">
                <a16:creationId xmlns:a16="http://schemas.microsoft.com/office/drawing/2014/main" id="{FDD0406F-FE0B-481F-9A44-394B2E4E9C8A}"/>
              </a:ext>
            </a:extLst>
          </p:cNvPr>
          <p:cNvSpPr/>
          <p:nvPr/>
        </p:nvSpPr>
        <p:spPr>
          <a:xfrm>
            <a:off x="4837944" y="2366703"/>
            <a:ext cx="907821" cy="558996"/>
          </a:xfrm>
          <a:prstGeom prst="wedgeEllipseCallout">
            <a:avLst>
              <a:gd name="adj1" fmla="val 32065"/>
              <a:gd name="adj2" fmla="val 55439"/>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zh-CN" altLang="en-US" b="1" dirty="0"/>
              <a:t>丢失</a:t>
            </a:r>
          </a:p>
        </p:txBody>
      </p:sp>
      <p:grpSp>
        <p:nvGrpSpPr>
          <p:cNvPr id="11" name="组合 10">
            <a:extLst>
              <a:ext uri="{FF2B5EF4-FFF2-40B4-BE49-F238E27FC236}">
                <a16:creationId xmlns:a16="http://schemas.microsoft.com/office/drawing/2014/main" id="{80DE1420-E440-47C6-AD5C-4977E7D49E0B}"/>
              </a:ext>
            </a:extLst>
          </p:cNvPr>
          <p:cNvGrpSpPr/>
          <p:nvPr/>
        </p:nvGrpSpPr>
        <p:grpSpPr>
          <a:xfrm>
            <a:off x="3401041" y="2160579"/>
            <a:ext cx="1056268" cy="1257155"/>
            <a:chOff x="3401041" y="2160579"/>
            <a:chExt cx="1056268" cy="1257155"/>
          </a:xfrm>
        </p:grpSpPr>
        <p:cxnSp>
          <p:nvCxnSpPr>
            <p:cNvPr id="68" name="直接箭头连接符 67">
              <a:extLst>
                <a:ext uri="{FF2B5EF4-FFF2-40B4-BE49-F238E27FC236}">
                  <a16:creationId xmlns:a16="http://schemas.microsoft.com/office/drawing/2014/main" id="{BC462BF6-0FBA-481F-80D1-28F9CCD1B206}"/>
                </a:ext>
              </a:extLst>
            </p:cNvPr>
            <p:cNvCxnSpPr>
              <a:cxnSpLocks/>
            </p:cNvCxnSpPr>
            <p:nvPr/>
          </p:nvCxnSpPr>
          <p:spPr>
            <a:xfrm>
              <a:off x="4057360" y="2160579"/>
              <a:ext cx="0" cy="1257155"/>
            </a:xfrm>
            <a:prstGeom prst="straightConnector1">
              <a:avLst/>
            </a:prstGeom>
            <a:ln w="12700">
              <a:solidFill>
                <a:schemeClr val="tx1"/>
              </a:solidFill>
              <a:headEnd type="triangle"/>
              <a:tailEnd type="triangle"/>
            </a:ln>
          </p:spPr>
          <p:style>
            <a:lnRef idx="1">
              <a:schemeClr val="accent1"/>
            </a:lnRef>
            <a:fillRef idx="0">
              <a:schemeClr val="accent1"/>
            </a:fillRef>
            <a:effectRef idx="0">
              <a:schemeClr val="accent1"/>
            </a:effectRef>
            <a:fontRef idx="minor">
              <a:schemeClr val="tx1"/>
            </a:fontRef>
          </p:style>
        </p:cxnSp>
        <p:sp>
          <p:nvSpPr>
            <p:cNvPr id="69" name="文本框 68">
              <a:extLst>
                <a:ext uri="{FF2B5EF4-FFF2-40B4-BE49-F238E27FC236}">
                  <a16:creationId xmlns:a16="http://schemas.microsoft.com/office/drawing/2014/main" id="{807016C4-B120-4052-B683-8EAD4B9F37A0}"/>
                </a:ext>
              </a:extLst>
            </p:cNvPr>
            <p:cNvSpPr txBox="1"/>
            <p:nvPr/>
          </p:nvSpPr>
          <p:spPr>
            <a:xfrm>
              <a:off x="3746853" y="2597246"/>
              <a:ext cx="615339" cy="369332"/>
            </a:xfrm>
            <a:prstGeom prst="rect">
              <a:avLst/>
            </a:prstGeom>
            <a:solidFill>
              <a:schemeClr val="bg1"/>
            </a:solidFill>
          </p:spPr>
          <p:txBody>
            <a:bodyPr wrap="square" rtlCol="0">
              <a:spAutoFit/>
            </a:bodyPr>
            <a:lstStyle/>
            <a:p>
              <a:pPr algn="ctr"/>
              <a:r>
                <a:rPr lang="en-US" altLang="zh-CN" b="1" dirty="0">
                  <a:latin typeface="Arial Narrow" panose="020B0606020202030204" pitchFamily="34" charset="0"/>
                </a:rPr>
                <a:t>RTO</a:t>
              </a:r>
              <a:endParaRPr lang="zh-CN" altLang="en-US" b="1" dirty="0">
                <a:latin typeface="Arial Narrow" panose="020B0606020202030204" pitchFamily="34" charset="0"/>
              </a:endParaRPr>
            </a:p>
          </p:txBody>
        </p:sp>
        <p:cxnSp>
          <p:nvCxnSpPr>
            <p:cNvPr id="71" name="直接连接符 70">
              <a:extLst>
                <a:ext uri="{FF2B5EF4-FFF2-40B4-BE49-F238E27FC236}">
                  <a16:creationId xmlns:a16="http://schemas.microsoft.com/office/drawing/2014/main" id="{8A74443A-FA26-44DB-9F3E-575FAF1BAA30}"/>
                </a:ext>
              </a:extLst>
            </p:cNvPr>
            <p:cNvCxnSpPr>
              <a:cxnSpLocks/>
            </p:cNvCxnSpPr>
            <p:nvPr/>
          </p:nvCxnSpPr>
          <p:spPr>
            <a:xfrm flipH="1">
              <a:off x="3401042" y="2165210"/>
              <a:ext cx="1056267" cy="0"/>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sp>
          <p:nvSpPr>
            <p:cNvPr id="77" name="chronometer_117482">
              <a:extLst>
                <a:ext uri="{FF2B5EF4-FFF2-40B4-BE49-F238E27FC236}">
                  <a16:creationId xmlns:a16="http://schemas.microsoft.com/office/drawing/2014/main" id="{9EE1D83E-6058-42D2-9278-48782B6085E2}"/>
                </a:ext>
              </a:extLst>
            </p:cNvPr>
            <p:cNvSpPr/>
            <p:nvPr/>
          </p:nvSpPr>
          <p:spPr>
            <a:xfrm>
              <a:off x="3495968" y="2577270"/>
              <a:ext cx="304613" cy="369332"/>
            </a:xfrm>
            <a:custGeom>
              <a:avLst/>
              <a:gdLst>
                <a:gd name="T0" fmla="*/ 0 w 3733"/>
                <a:gd name="T1" fmla="*/ 2667 h 4533"/>
                <a:gd name="T2" fmla="*/ 1867 w 3733"/>
                <a:gd name="T3" fmla="*/ 4533 h 4533"/>
                <a:gd name="T4" fmla="*/ 3733 w 3733"/>
                <a:gd name="T5" fmla="*/ 2667 h 4533"/>
                <a:gd name="T6" fmla="*/ 3161 w 3733"/>
                <a:gd name="T7" fmla="*/ 1323 h 4533"/>
                <a:gd name="T8" fmla="*/ 3408 w 3733"/>
                <a:gd name="T9" fmla="*/ 1075 h 4533"/>
                <a:gd name="T10" fmla="*/ 3408 w 3733"/>
                <a:gd name="T11" fmla="*/ 792 h 4533"/>
                <a:gd name="T12" fmla="*/ 3125 w 3733"/>
                <a:gd name="T13" fmla="*/ 792 h 4533"/>
                <a:gd name="T14" fmla="*/ 2842 w 3733"/>
                <a:gd name="T15" fmla="*/ 1076 h 4533"/>
                <a:gd name="T16" fmla="*/ 2067 w 3733"/>
                <a:gd name="T17" fmla="*/ 811 h 4533"/>
                <a:gd name="T18" fmla="*/ 2067 w 3733"/>
                <a:gd name="T19" fmla="*/ 400 h 4533"/>
                <a:gd name="T20" fmla="*/ 2667 w 3733"/>
                <a:gd name="T21" fmla="*/ 400 h 4533"/>
                <a:gd name="T22" fmla="*/ 2867 w 3733"/>
                <a:gd name="T23" fmla="*/ 200 h 4533"/>
                <a:gd name="T24" fmla="*/ 2667 w 3733"/>
                <a:gd name="T25" fmla="*/ 0 h 4533"/>
                <a:gd name="T26" fmla="*/ 1067 w 3733"/>
                <a:gd name="T27" fmla="*/ 0 h 4533"/>
                <a:gd name="T28" fmla="*/ 867 w 3733"/>
                <a:gd name="T29" fmla="*/ 200 h 4533"/>
                <a:gd name="T30" fmla="*/ 1067 w 3733"/>
                <a:gd name="T31" fmla="*/ 400 h 4533"/>
                <a:gd name="T32" fmla="*/ 1667 w 3733"/>
                <a:gd name="T33" fmla="*/ 400 h 4533"/>
                <a:gd name="T34" fmla="*/ 1667 w 3733"/>
                <a:gd name="T35" fmla="*/ 811 h 4533"/>
                <a:gd name="T36" fmla="*/ 891 w 3733"/>
                <a:gd name="T37" fmla="*/ 1076 h 4533"/>
                <a:gd name="T38" fmla="*/ 608 w 3733"/>
                <a:gd name="T39" fmla="*/ 792 h 4533"/>
                <a:gd name="T40" fmla="*/ 325 w 3733"/>
                <a:gd name="T41" fmla="*/ 792 h 4533"/>
                <a:gd name="T42" fmla="*/ 325 w 3733"/>
                <a:gd name="T43" fmla="*/ 1075 h 4533"/>
                <a:gd name="T44" fmla="*/ 573 w 3733"/>
                <a:gd name="T45" fmla="*/ 1323 h 4533"/>
                <a:gd name="T46" fmla="*/ 0 w 3733"/>
                <a:gd name="T47" fmla="*/ 2667 h 4533"/>
                <a:gd name="T48" fmla="*/ 1667 w 3733"/>
                <a:gd name="T49" fmla="*/ 1801 h 4533"/>
                <a:gd name="T50" fmla="*/ 1867 w 3733"/>
                <a:gd name="T51" fmla="*/ 1601 h 4533"/>
                <a:gd name="T52" fmla="*/ 2067 w 3733"/>
                <a:gd name="T53" fmla="*/ 1801 h 4533"/>
                <a:gd name="T54" fmla="*/ 2067 w 3733"/>
                <a:gd name="T55" fmla="*/ 2468 h 4533"/>
                <a:gd name="T56" fmla="*/ 2733 w 3733"/>
                <a:gd name="T57" fmla="*/ 2468 h 4533"/>
                <a:gd name="T58" fmla="*/ 2933 w 3733"/>
                <a:gd name="T59" fmla="*/ 2668 h 4533"/>
                <a:gd name="T60" fmla="*/ 2733 w 3733"/>
                <a:gd name="T61" fmla="*/ 2868 h 4533"/>
                <a:gd name="T62" fmla="*/ 1867 w 3733"/>
                <a:gd name="T63" fmla="*/ 2868 h 4533"/>
                <a:gd name="T64" fmla="*/ 1667 w 3733"/>
                <a:gd name="T65" fmla="*/ 2668 h 4533"/>
                <a:gd name="T66" fmla="*/ 1667 w 3733"/>
                <a:gd name="T67" fmla="*/ 1801 h 45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3733" h="4533">
                  <a:moveTo>
                    <a:pt x="0" y="2667"/>
                  </a:moveTo>
                  <a:cubicBezTo>
                    <a:pt x="0" y="3696"/>
                    <a:pt x="837" y="4533"/>
                    <a:pt x="1867" y="4533"/>
                  </a:cubicBezTo>
                  <a:cubicBezTo>
                    <a:pt x="2896" y="4533"/>
                    <a:pt x="3733" y="3696"/>
                    <a:pt x="3733" y="2667"/>
                  </a:cubicBezTo>
                  <a:cubicBezTo>
                    <a:pt x="3733" y="2139"/>
                    <a:pt x="3513" y="1662"/>
                    <a:pt x="3161" y="1323"/>
                  </a:cubicBezTo>
                  <a:lnTo>
                    <a:pt x="3408" y="1075"/>
                  </a:lnTo>
                  <a:cubicBezTo>
                    <a:pt x="3486" y="997"/>
                    <a:pt x="3486" y="870"/>
                    <a:pt x="3408" y="792"/>
                  </a:cubicBezTo>
                  <a:cubicBezTo>
                    <a:pt x="3330" y="714"/>
                    <a:pt x="3203" y="714"/>
                    <a:pt x="3125" y="792"/>
                  </a:cubicBezTo>
                  <a:lnTo>
                    <a:pt x="2842" y="1076"/>
                  </a:lnTo>
                  <a:cubicBezTo>
                    <a:pt x="2612" y="934"/>
                    <a:pt x="2348" y="841"/>
                    <a:pt x="2067" y="811"/>
                  </a:cubicBezTo>
                  <a:lnTo>
                    <a:pt x="2067" y="400"/>
                  </a:lnTo>
                  <a:lnTo>
                    <a:pt x="2667" y="400"/>
                  </a:lnTo>
                  <a:cubicBezTo>
                    <a:pt x="2777" y="400"/>
                    <a:pt x="2867" y="310"/>
                    <a:pt x="2867" y="200"/>
                  </a:cubicBezTo>
                  <a:cubicBezTo>
                    <a:pt x="2867" y="90"/>
                    <a:pt x="2777" y="0"/>
                    <a:pt x="2667" y="0"/>
                  </a:cubicBezTo>
                  <a:lnTo>
                    <a:pt x="1067" y="0"/>
                  </a:lnTo>
                  <a:cubicBezTo>
                    <a:pt x="956" y="0"/>
                    <a:pt x="867" y="90"/>
                    <a:pt x="867" y="200"/>
                  </a:cubicBezTo>
                  <a:cubicBezTo>
                    <a:pt x="867" y="310"/>
                    <a:pt x="956" y="400"/>
                    <a:pt x="1067" y="400"/>
                  </a:cubicBezTo>
                  <a:lnTo>
                    <a:pt x="1667" y="400"/>
                  </a:lnTo>
                  <a:lnTo>
                    <a:pt x="1667" y="811"/>
                  </a:lnTo>
                  <a:cubicBezTo>
                    <a:pt x="1385" y="841"/>
                    <a:pt x="1122" y="934"/>
                    <a:pt x="891" y="1076"/>
                  </a:cubicBezTo>
                  <a:lnTo>
                    <a:pt x="608" y="792"/>
                  </a:lnTo>
                  <a:cubicBezTo>
                    <a:pt x="530" y="714"/>
                    <a:pt x="403" y="714"/>
                    <a:pt x="325" y="792"/>
                  </a:cubicBezTo>
                  <a:cubicBezTo>
                    <a:pt x="247" y="870"/>
                    <a:pt x="247" y="997"/>
                    <a:pt x="325" y="1075"/>
                  </a:cubicBezTo>
                  <a:lnTo>
                    <a:pt x="573" y="1323"/>
                  </a:lnTo>
                  <a:cubicBezTo>
                    <a:pt x="220" y="1662"/>
                    <a:pt x="0" y="2139"/>
                    <a:pt x="0" y="2667"/>
                  </a:cubicBezTo>
                  <a:close/>
                  <a:moveTo>
                    <a:pt x="1667" y="1801"/>
                  </a:moveTo>
                  <a:cubicBezTo>
                    <a:pt x="1667" y="1691"/>
                    <a:pt x="1756" y="1601"/>
                    <a:pt x="1867" y="1601"/>
                  </a:cubicBezTo>
                  <a:cubicBezTo>
                    <a:pt x="1977" y="1601"/>
                    <a:pt x="2067" y="1691"/>
                    <a:pt x="2067" y="1801"/>
                  </a:cubicBezTo>
                  <a:lnTo>
                    <a:pt x="2067" y="2468"/>
                  </a:lnTo>
                  <a:lnTo>
                    <a:pt x="2733" y="2468"/>
                  </a:lnTo>
                  <a:cubicBezTo>
                    <a:pt x="2844" y="2468"/>
                    <a:pt x="2933" y="2557"/>
                    <a:pt x="2933" y="2668"/>
                  </a:cubicBezTo>
                  <a:cubicBezTo>
                    <a:pt x="2933" y="2778"/>
                    <a:pt x="2844" y="2868"/>
                    <a:pt x="2733" y="2868"/>
                  </a:cubicBezTo>
                  <a:lnTo>
                    <a:pt x="1867" y="2868"/>
                  </a:lnTo>
                  <a:cubicBezTo>
                    <a:pt x="1756" y="2868"/>
                    <a:pt x="1667" y="2778"/>
                    <a:pt x="1667" y="2668"/>
                  </a:cubicBezTo>
                  <a:lnTo>
                    <a:pt x="1667" y="1801"/>
                  </a:lnTo>
                  <a:close/>
                </a:path>
              </a:pathLst>
            </a:custGeom>
            <a:solidFill>
              <a:schemeClr val="accent1"/>
            </a:solidFill>
            <a:ln>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zh-CN"/>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a:p>
          </p:txBody>
        </p:sp>
        <p:cxnSp>
          <p:nvCxnSpPr>
            <p:cNvPr id="58" name="直接连接符 57">
              <a:extLst>
                <a:ext uri="{FF2B5EF4-FFF2-40B4-BE49-F238E27FC236}">
                  <a16:creationId xmlns:a16="http://schemas.microsoft.com/office/drawing/2014/main" id="{03076B84-5CB9-400B-A5FB-94BDDD306B16}"/>
                </a:ext>
              </a:extLst>
            </p:cNvPr>
            <p:cNvCxnSpPr>
              <a:cxnSpLocks/>
            </p:cNvCxnSpPr>
            <p:nvPr/>
          </p:nvCxnSpPr>
          <p:spPr>
            <a:xfrm flipH="1">
              <a:off x="3401041" y="3417734"/>
              <a:ext cx="1056267" cy="0"/>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79" name="文本框 78">
            <a:extLst>
              <a:ext uri="{FF2B5EF4-FFF2-40B4-BE49-F238E27FC236}">
                <a16:creationId xmlns:a16="http://schemas.microsoft.com/office/drawing/2014/main" id="{6482E016-C5F8-4467-9449-DF3830E7AA7F}"/>
              </a:ext>
            </a:extLst>
          </p:cNvPr>
          <p:cNvSpPr txBox="1"/>
          <p:nvPr/>
        </p:nvSpPr>
        <p:spPr>
          <a:xfrm rot="468067">
            <a:off x="6287475" y="2095009"/>
            <a:ext cx="395626" cy="369332"/>
          </a:xfrm>
          <a:prstGeom prst="rect">
            <a:avLst/>
          </a:prstGeom>
          <a:noFill/>
        </p:spPr>
        <p:txBody>
          <a:bodyPr wrap="square" rtlCol="0">
            <a:spAutoFit/>
          </a:bodyPr>
          <a:lstStyle/>
          <a:p>
            <a:pPr algn="ctr"/>
            <a:r>
              <a:rPr lang="en-US" altLang="zh-CN" b="1" dirty="0">
                <a:solidFill>
                  <a:schemeClr val="accent3"/>
                </a:solidFill>
                <a:latin typeface="Arial Black" panose="020B0A04020102020204" pitchFamily="34" charset="0"/>
              </a:rPr>
              <a:t>0</a:t>
            </a:r>
            <a:endParaRPr lang="zh-CN" altLang="en-US" b="1" dirty="0">
              <a:solidFill>
                <a:schemeClr val="accent3"/>
              </a:solidFill>
              <a:latin typeface="Arial Black" panose="020B0A04020102020204" pitchFamily="34" charset="0"/>
            </a:endParaRPr>
          </a:p>
        </p:txBody>
      </p:sp>
      <p:sp>
        <p:nvSpPr>
          <p:cNvPr id="80" name="文本框 79">
            <a:extLst>
              <a:ext uri="{FF2B5EF4-FFF2-40B4-BE49-F238E27FC236}">
                <a16:creationId xmlns:a16="http://schemas.microsoft.com/office/drawing/2014/main" id="{BF488F71-96CA-4ACF-90C8-B5FB2CCC6C10}"/>
              </a:ext>
            </a:extLst>
          </p:cNvPr>
          <p:cNvSpPr txBox="1"/>
          <p:nvPr/>
        </p:nvSpPr>
        <p:spPr>
          <a:xfrm rot="468067">
            <a:off x="6642702" y="3388668"/>
            <a:ext cx="395626" cy="369332"/>
          </a:xfrm>
          <a:prstGeom prst="rect">
            <a:avLst/>
          </a:prstGeom>
          <a:noFill/>
        </p:spPr>
        <p:txBody>
          <a:bodyPr wrap="square" rtlCol="0">
            <a:spAutoFit/>
          </a:bodyPr>
          <a:lstStyle/>
          <a:p>
            <a:pPr algn="ctr"/>
            <a:r>
              <a:rPr lang="en-US" altLang="zh-CN" b="1" dirty="0">
                <a:solidFill>
                  <a:schemeClr val="accent3"/>
                </a:solidFill>
                <a:latin typeface="Arial Black" panose="020B0A04020102020204" pitchFamily="34" charset="0"/>
              </a:rPr>
              <a:t>0</a:t>
            </a:r>
            <a:endParaRPr lang="zh-CN" altLang="en-US" b="1" dirty="0">
              <a:solidFill>
                <a:schemeClr val="accent3"/>
              </a:solidFill>
              <a:latin typeface="Arial Black" panose="020B0A04020102020204" pitchFamily="34" charset="0"/>
            </a:endParaRPr>
          </a:p>
        </p:txBody>
      </p:sp>
      <p:grpSp>
        <p:nvGrpSpPr>
          <p:cNvPr id="60" name="组合 59">
            <a:extLst>
              <a:ext uri="{FF2B5EF4-FFF2-40B4-BE49-F238E27FC236}">
                <a16:creationId xmlns:a16="http://schemas.microsoft.com/office/drawing/2014/main" id="{FE0FB999-BCB7-43D7-909B-66159B1005E3}"/>
              </a:ext>
            </a:extLst>
          </p:cNvPr>
          <p:cNvGrpSpPr/>
          <p:nvPr/>
        </p:nvGrpSpPr>
        <p:grpSpPr>
          <a:xfrm>
            <a:off x="9025552" y="3628972"/>
            <a:ext cx="2737046" cy="2201421"/>
            <a:chOff x="3207781" y="1105990"/>
            <a:chExt cx="5776438" cy="4646020"/>
          </a:xfrm>
        </p:grpSpPr>
        <p:sp>
          <p:nvSpPr>
            <p:cNvPr id="61" name="任意多边形 4">
              <a:extLst>
                <a:ext uri="{FF2B5EF4-FFF2-40B4-BE49-F238E27FC236}">
                  <a16:creationId xmlns:a16="http://schemas.microsoft.com/office/drawing/2014/main" id="{774292D4-1473-4070-83D3-800A974E8CDF}"/>
                </a:ext>
              </a:extLst>
            </p:cNvPr>
            <p:cNvSpPr/>
            <p:nvPr/>
          </p:nvSpPr>
          <p:spPr>
            <a:xfrm>
              <a:off x="3598883" y="5220505"/>
              <a:ext cx="5385336" cy="531505"/>
            </a:xfrm>
            <a:custGeom>
              <a:avLst/>
              <a:gdLst>
                <a:gd name="connsiteX0" fmla="*/ -514 w 4756429"/>
                <a:gd name="connsiteY0" fmla="*/ 234476 h 469435"/>
                <a:gd name="connsiteX1" fmla="*/ 2377732 w 4756429"/>
                <a:gd name="connsiteY1" fmla="*/ -210 h 469435"/>
                <a:gd name="connsiteX2" fmla="*/ 4755915 w 4756429"/>
                <a:gd name="connsiteY2" fmla="*/ 234476 h 469435"/>
                <a:gd name="connsiteX3" fmla="*/ 2377732 w 4756429"/>
                <a:gd name="connsiteY3" fmla="*/ 469226 h 469435"/>
                <a:gd name="connsiteX4" fmla="*/ -514 w 4756429"/>
                <a:gd name="connsiteY4" fmla="*/ 234476 h 46943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756429" h="469435">
                  <a:moveTo>
                    <a:pt x="-514" y="234476"/>
                  </a:moveTo>
                  <a:cubicBezTo>
                    <a:pt x="-514" y="104871"/>
                    <a:pt x="1064277" y="-210"/>
                    <a:pt x="2377732" y="-210"/>
                  </a:cubicBezTo>
                  <a:cubicBezTo>
                    <a:pt x="3691187" y="-210"/>
                    <a:pt x="4755915" y="104871"/>
                    <a:pt x="4755915" y="234476"/>
                  </a:cubicBezTo>
                  <a:cubicBezTo>
                    <a:pt x="4755915" y="364081"/>
                    <a:pt x="3691187" y="469226"/>
                    <a:pt x="2377732" y="469226"/>
                  </a:cubicBezTo>
                  <a:cubicBezTo>
                    <a:pt x="1064277" y="469226"/>
                    <a:pt x="-514" y="364144"/>
                    <a:pt x="-514" y="234476"/>
                  </a:cubicBezTo>
                  <a:close/>
                </a:path>
              </a:pathLst>
            </a:custGeom>
            <a:solidFill>
              <a:srgbClr val="E8E8E8"/>
            </a:solidFill>
            <a:ln w="6346" cap="flat">
              <a:noFill/>
              <a:prstDash val="solid"/>
              <a:miter/>
            </a:ln>
          </p:spPr>
          <p:txBody>
            <a:bodyPr rtlCol="0" anchor="ctr"/>
            <a:lstStyle/>
            <a:p>
              <a:endParaRPr lang="zh-CN" altLang="en-US"/>
            </a:p>
          </p:txBody>
        </p:sp>
        <p:sp>
          <p:nvSpPr>
            <p:cNvPr id="62" name="任意多边形 5">
              <a:extLst>
                <a:ext uri="{FF2B5EF4-FFF2-40B4-BE49-F238E27FC236}">
                  <a16:creationId xmlns:a16="http://schemas.microsoft.com/office/drawing/2014/main" id="{C7112531-C55A-4942-A2A5-D2CC3B00D355}"/>
                </a:ext>
              </a:extLst>
            </p:cNvPr>
            <p:cNvSpPr/>
            <p:nvPr/>
          </p:nvSpPr>
          <p:spPr>
            <a:xfrm>
              <a:off x="4313321" y="3382454"/>
              <a:ext cx="883608" cy="1118025"/>
            </a:xfrm>
            <a:custGeom>
              <a:avLst/>
              <a:gdLst>
                <a:gd name="connsiteX0" fmla="*/ 304303 w 780419"/>
                <a:gd name="connsiteY0" fmla="*/ 118570 h 987461"/>
                <a:gd name="connsiteX1" fmla="*/ 254240 w 780419"/>
                <a:gd name="connsiteY1" fmla="*/ 127782 h 987461"/>
                <a:gd name="connsiteX2" fmla="*/ 200428 w 780419"/>
                <a:gd name="connsiteY2" fmla="*/ 182038 h 987461"/>
                <a:gd name="connsiteX3" fmla="*/ 189374 w 780419"/>
                <a:gd name="connsiteY3" fmla="*/ 260437 h 987461"/>
                <a:gd name="connsiteX4" fmla="*/ 195727 w 780419"/>
                <a:gd name="connsiteY4" fmla="*/ 517740 h 987461"/>
                <a:gd name="connsiteX5" fmla="*/ 71395 w 780419"/>
                <a:gd name="connsiteY5" fmla="*/ 592835 h 987461"/>
                <a:gd name="connsiteX6" fmla="*/ 24001 w 780419"/>
                <a:gd name="connsiteY6" fmla="*/ 840164 h 987461"/>
                <a:gd name="connsiteX7" fmla="*/ 249411 w 780419"/>
                <a:gd name="connsiteY7" fmla="*/ 982284 h 987461"/>
                <a:gd name="connsiteX8" fmla="*/ 522597 w 780419"/>
                <a:gd name="connsiteY8" fmla="*/ 959286 h 987461"/>
                <a:gd name="connsiteX9" fmla="*/ 699597 w 780419"/>
                <a:gd name="connsiteY9" fmla="*/ 889401 h 987461"/>
                <a:gd name="connsiteX10" fmla="*/ 708555 w 780419"/>
                <a:gd name="connsiteY10" fmla="*/ 575617 h 987461"/>
                <a:gd name="connsiteX11" fmla="*/ 764082 w 780419"/>
                <a:gd name="connsiteY11" fmla="*/ 389088 h 987461"/>
                <a:gd name="connsiteX12" fmla="*/ 606968 w 780419"/>
                <a:gd name="connsiteY12" fmla="*/ 27466 h 987461"/>
                <a:gd name="connsiteX13" fmla="*/ 304303 w 780419"/>
                <a:gd name="connsiteY13" fmla="*/ 118761 h 98746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780419" h="987461">
                  <a:moveTo>
                    <a:pt x="304303" y="118570"/>
                  </a:moveTo>
                  <a:cubicBezTo>
                    <a:pt x="307860" y="110184"/>
                    <a:pt x="258432" y="125940"/>
                    <a:pt x="254240" y="127782"/>
                  </a:cubicBezTo>
                  <a:cubicBezTo>
                    <a:pt x="230002" y="138284"/>
                    <a:pt x="210733" y="157712"/>
                    <a:pt x="200428" y="182038"/>
                  </a:cubicBezTo>
                  <a:cubicBezTo>
                    <a:pt x="191299" y="207108"/>
                    <a:pt x="187531" y="233817"/>
                    <a:pt x="189374" y="260437"/>
                  </a:cubicBezTo>
                  <a:cubicBezTo>
                    <a:pt x="191216" y="342393"/>
                    <a:pt x="253985" y="444679"/>
                    <a:pt x="195727" y="517740"/>
                  </a:cubicBezTo>
                  <a:cubicBezTo>
                    <a:pt x="165486" y="555478"/>
                    <a:pt x="111484" y="565706"/>
                    <a:pt x="71395" y="592835"/>
                  </a:cubicBezTo>
                  <a:cubicBezTo>
                    <a:pt x="-4843" y="644295"/>
                    <a:pt x="-20154" y="759351"/>
                    <a:pt x="24001" y="840164"/>
                  </a:cubicBezTo>
                  <a:cubicBezTo>
                    <a:pt x="68155" y="920976"/>
                    <a:pt x="158306" y="968752"/>
                    <a:pt x="249411" y="982284"/>
                  </a:cubicBezTo>
                  <a:cubicBezTo>
                    <a:pt x="340516" y="995816"/>
                    <a:pt x="433081" y="979552"/>
                    <a:pt x="522597" y="959286"/>
                  </a:cubicBezTo>
                  <a:cubicBezTo>
                    <a:pt x="584986" y="945182"/>
                    <a:pt x="648835" y="928092"/>
                    <a:pt x="699597" y="889401"/>
                  </a:cubicBezTo>
                  <a:cubicBezTo>
                    <a:pt x="819354" y="797724"/>
                    <a:pt x="763510" y="682986"/>
                    <a:pt x="708555" y="575617"/>
                  </a:cubicBezTo>
                  <a:cubicBezTo>
                    <a:pt x="673358" y="506876"/>
                    <a:pt x="736509" y="474475"/>
                    <a:pt x="764082" y="389088"/>
                  </a:cubicBezTo>
                  <a:cubicBezTo>
                    <a:pt x="813700" y="235469"/>
                    <a:pt x="742608" y="86360"/>
                    <a:pt x="606968" y="27466"/>
                  </a:cubicBezTo>
                  <a:cubicBezTo>
                    <a:pt x="384225" y="-69039"/>
                    <a:pt x="304747" y="117744"/>
                    <a:pt x="304303" y="118761"/>
                  </a:cubicBezTo>
                  <a:close/>
                </a:path>
              </a:pathLst>
            </a:custGeom>
            <a:solidFill>
              <a:srgbClr val="971D05"/>
            </a:solidFill>
            <a:ln w="6346" cap="flat">
              <a:noFill/>
              <a:prstDash val="solid"/>
              <a:miter/>
            </a:ln>
          </p:spPr>
          <p:txBody>
            <a:bodyPr rtlCol="0" anchor="ctr"/>
            <a:lstStyle/>
            <a:p>
              <a:endParaRPr lang="zh-CN" altLang="en-US"/>
            </a:p>
          </p:txBody>
        </p:sp>
        <p:sp>
          <p:nvSpPr>
            <p:cNvPr id="63" name="任意多边形 6">
              <a:extLst>
                <a:ext uri="{FF2B5EF4-FFF2-40B4-BE49-F238E27FC236}">
                  <a16:creationId xmlns:a16="http://schemas.microsoft.com/office/drawing/2014/main" id="{2DA33A3E-A934-4920-A95E-28FC0B1CEF33}"/>
                </a:ext>
              </a:extLst>
            </p:cNvPr>
            <p:cNvSpPr/>
            <p:nvPr/>
          </p:nvSpPr>
          <p:spPr>
            <a:xfrm>
              <a:off x="4743753" y="3967018"/>
              <a:ext cx="251762" cy="311178"/>
            </a:xfrm>
            <a:custGeom>
              <a:avLst/>
              <a:gdLst>
                <a:gd name="connsiteX0" fmla="*/ 110730 w 222361"/>
                <a:gd name="connsiteY0" fmla="*/ 274628 h 274838"/>
                <a:gd name="connsiteX1" fmla="*/ 110730 w 222361"/>
                <a:gd name="connsiteY1" fmla="*/ 274628 h 274838"/>
                <a:gd name="connsiteX2" fmla="*/ -514 w 222361"/>
                <a:gd name="connsiteY2" fmla="*/ 126853 h 274838"/>
                <a:gd name="connsiteX3" fmla="*/ -514 w 222361"/>
                <a:gd name="connsiteY3" fmla="*/ -210 h 274838"/>
                <a:gd name="connsiteX4" fmla="*/ 221847 w 222361"/>
                <a:gd name="connsiteY4" fmla="*/ -210 h 274838"/>
                <a:gd name="connsiteX5" fmla="*/ 221847 w 222361"/>
                <a:gd name="connsiteY5" fmla="*/ 126853 h 274838"/>
                <a:gd name="connsiteX6" fmla="*/ 111937 w 222361"/>
                <a:gd name="connsiteY6" fmla="*/ 274628 h 27483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22361" h="274838">
                  <a:moveTo>
                    <a:pt x="110730" y="274628"/>
                  </a:moveTo>
                  <a:lnTo>
                    <a:pt x="110730" y="274628"/>
                  </a:lnTo>
                  <a:cubicBezTo>
                    <a:pt x="49358" y="274628"/>
                    <a:pt x="-451" y="163639"/>
                    <a:pt x="-514" y="126853"/>
                  </a:cubicBezTo>
                  <a:lnTo>
                    <a:pt x="-514" y="-210"/>
                  </a:lnTo>
                  <a:lnTo>
                    <a:pt x="221847" y="-210"/>
                  </a:lnTo>
                  <a:lnTo>
                    <a:pt x="221847" y="126853"/>
                  </a:lnTo>
                  <a:cubicBezTo>
                    <a:pt x="221847" y="163448"/>
                    <a:pt x="172991" y="274438"/>
                    <a:pt x="111937" y="274628"/>
                  </a:cubicBezTo>
                  <a:close/>
                </a:path>
              </a:pathLst>
            </a:custGeom>
            <a:solidFill>
              <a:srgbClr val="FF93B1"/>
            </a:solidFill>
            <a:ln w="6346" cap="flat">
              <a:noFill/>
              <a:prstDash val="solid"/>
              <a:miter/>
            </a:ln>
          </p:spPr>
          <p:txBody>
            <a:bodyPr rtlCol="0" anchor="ctr"/>
            <a:lstStyle/>
            <a:p>
              <a:endParaRPr lang="zh-CN" altLang="en-US"/>
            </a:p>
          </p:txBody>
        </p:sp>
        <p:sp>
          <p:nvSpPr>
            <p:cNvPr id="64" name="任意多边形 7">
              <a:extLst>
                <a:ext uri="{FF2B5EF4-FFF2-40B4-BE49-F238E27FC236}">
                  <a16:creationId xmlns:a16="http://schemas.microsoft.com/office/drawing/2014/main" id="{CEA09EA3-272E-4445-BCBE-A31732CE24A9}"/>
                </a:ext>
              </a:extLst>
            </p:cNvPr>
            <p:cNvSpPr/>
            <p:nvPr/>
          </p:nvSpPr>
          <p:spPr>
            <a:xfrm>
              <a:off x="4572555" y="3764605"/>
              <a:ext cx="121406" cy="141542"/>
            </a:xfrm>
            <a:custGeom>
              <a:avLst/>
              <a:gdLst>
                <a:gd name="connsiteX0" fmla="*/ 77312 w 107228"/>
                <a:gd name="connsiteY0" fmla="*/ 27741 h 125013"/>
                <a:gd name="connsiteX1" fmla="*/ -514 w 107228"/>
                <a:gd name="connsiteY1" fmla="*/ 46801 h 125013"/>
                <a:gd name="connsiteX2" fmla="*/ 94783 w 107228"/>
                <a:gd name="connsiteY2" fmla="*/ 110332 h 125013"/>
                <a:gd name="connsiteX3" fmla="*/ 77312 w 107228"/>
                <a:gd name="connsiteY3" fmla="*/ 27741 h 125013"/>
              </a:gdLst>
              <a:ahLst/>
              <a:cxnLst>
                <a:cxn ang="0">
                  <a:pos x="connsiteX0" y="connsiteY0"/>
                </a:cxn>
                <a:cxn ang="0">
                  <a:pos x="connsiteX1" y="connsiteY1"/>
                </a:cxn>
                <a:cxn ang="0">
                  <a:pos x="connsiteX2" y="connsiteY2"/>
                </a:cxn>
                <a:cxn ang="0">
                  <a:pos x="connsiteX3" y="connsiteY3"/>
                </a:cxn>
              </a:cxnLst>
              <a:rect l="l" t="t" r="r" b="b"/>
              <a:pathLst>
                <a:path w="107228" h="125013">
                  <a:moveTo>
                    <a:pt x="77312" y="27741"/>
                  </a:moveTo>
                  <a:cubicBezTo>
                    <a:pt x="41226" y="-26515"/>
                    <a:pt x="-514" y="8364"/>
                    <a:pt x="-514" y="46801"/>
                  </a:cubicBezTo>
                  <a:cubicBezTo>
                    <a:pt x="-514" y="102073"/>
                    <a:pt x="60031" y="149722"/>
                    <a:pt x="94783" y="110332"/>
                  </a:cubicBezTo>
                  <a:cubicBezTo>
                    <a:pt x="129535" y="70943"/>
                    <a:pt x="77312" y="27741"/>
                    <a:pt x="77312" y="27741"/>
                  </a:cubicBezTo>
                  <a:close/>
                </a:path>
              </a:pathLst>
            </a:custGeom>
            <a:solidFill>
              <a:srgbClr val="FED0D6"/>
            </a:solidFill>
            <a:ln w="6346" cap="flat">
              <a:noFill/>
              <a:prstDash val="solid"/>
              <a:miter/>
            </a:ln>
          </p:spPr>
          <p:txBody>
            <a:bodyPr rtlCol="0" anchor="ctr"/>
            <a:lstStyle/>
            <a:p>
              <a:endParaRPr lang="zh-CN" altLang="en-US"/>
            </a:p>
          </p:txBody>
        </p:sp>
        <p:sp>
          <p:nvSpPr>
            <p:cNvPr id="65" name="任意多边形 8">
              <a:extLst>
                <a:ext uri="{FF2B5EF4-FFF2-40B4-BE49-F238E27FC236}">
                  <a16:creationId xmlns:a16="http://schemas.microsoft.com/office/drawing/2014/main" id="{87D1E26A-9B5F-4837-9C2E-66CD7B2BAD40}"/>
                </a:ext>
              </a:extLst>
            </p:cNvPr>
            <p:cNvSpPr/>
            <p:nvPr/>
          </p:nvSpPr>
          <p:spPr>
            <a:xfrm>
              <a:off x="5034066" y="3764605"/>
              <a:ext cx="121425" cy="141542"/>
            </a:xfrm>
            <a:custGeom>
              <a:avLst/>
              <a:gdLst>
                <a:gd name="connsiteX0" fmla="*/ 28968 w 107245"/>
                <a:gd name="connsiteY0" fmla="*/ 27741 h 125013"/>
                <a:gd name="connsiteX1" fmla="*/ 106731 w 107245"/>
                <a:gd name="connsiteY1" fmla="*/ 46801 h 125013"/>
                <a:gd name="connsiteX2" fmla="*/ 11433 w 107245"/>
                <a:gd name="connsiteY2" fmla="*/ 110332 h 125013"/>
                <a:gd name="connsiteX3" fmla="*/ 28968 w 107245"/>
                <a:gd name="connsiteY3" fmla="*/ 27741 h 125013"/>
              </a:gdLst>
              <a:ahLst/>
              <a:cxnLst>
                <a:cxn ang="0">
                  <a:pos x="connsiteX0" y="connsiteY0"/>
                </a:cxn>
                <a:cxn ang="0">
                  <a:pos x="connsiteX1" y="connsiteY1"/>
                </a:cxn>
                <a:cxn ang="0">
                  <a:pos x="connsiteX2" y="connsiteY2"/>
                </a:cxn>
                <a:cxn ang="0">
                  <a:pos x="connsiteX3" y="connsiteY3"/>
                </a:cxn>
              </a:cxnLst>
              <a:rect l="l" t="t" r="r" b="b"/>
              <a:pathLst>
                <a:path w="107245" h="125013">
                  <a:moveTo>
                    <a:pt x="28968" y="27741"/>
                  </a:moveTo>
                  <a:cubicBezTo>
                    <a:pt x="64927" y="-26515"/>
                    <a:pt x="106731" y="8364"/>
                    <a:pt x="106731" y="46801"/>
                  </a:cubicBezTo>
                  <a:cubicBezTo>
                    <a:pt x="106731" y="102073"/>
                    <a:pt x="46249" y="149722"/>
                    <a:pt x="11433" y="110332"/>
                  </a:cubicBezTo>
                  <a:cubicBezTo>
                    <a:pt x="-23382" y="70943"/>
                    <a:pt x="28968" y="27741"/>
                    <a:pt x="28968" y="27741"/>
                  </a:cubicBezTo>
                  <a:close/>
                </a:path>
              </a:pathLst>
            </a:custGeom>
            <a:solidFill>
              <a:srgbClr val="FED0D6"/>
            </a:solidFill>
            <a:ln w="6346" cap="flat">
              <a:noFill/>
              <a:prstDash val="solid"/>
              <a:miter/>
            </a:ln>
          </p:spPr>
          <p:txBody>
            <a:bodyPr rtlCol="0" anchor="ctr"/>
            <a:lstStyle/>
            <a:p>
              <a:endParaRPr lang="zh-CN" altLang="en-US"/>
            </a:p>
          </p:txBody>
        </p:sp>
        <p:sp>
          <p:nvSpPr>
            <p:cNvPr id="67" name="任意多边形 9">
              <a:extLst>
                <a:ext uri="{FF2B5EF4-FFF2-40B4-BE49-F238E27FC236}">
                  <a16:creationId xmlns:a16="http://schemas.microsoft.com/office/drawing/2014/main" id="{8C9A00A9-B6B3-4E21-85C3-0B8868C20FB2}"/>
                </a:ext>
              </a:extLst>
            </p:cNvPr>
            <p:cNvSpPr/>
            <p:nvPr/>
          </p:nvSpPr>
          <p:spPr>
            <a:xfrm>
              <a:off x="4636485" y="3571274"/>
              <a:ext cx="453974" cy="467243"/>
            </a:xfrm>
            <a:custGeom>
              <a:avLst/>
              <a:gdLst>
                <a:gd name="connsiteX0" fmla="*/ 199817 w 400958"/>
                <a:gd name="connsiteY0" fmla="*/ 412468 h 412678"/>
                <a:gd name="connsiteX1" fmla="*/ 6744 w 400958"/>
                <a:gd name="connsiteY1" fmla="*/ 98113 h 412678"/>
                <a:gd name="connsiteX2" fmla="*/ 393207 w 400958"/>
                <a:gd name="connsiteY2" fmla="*/ 98113 h 412678"/>
                <a:gd name="connsiteX3" fmla="*/ 199817 w 400958"/>
                <a:gd name="connsiteY3" fmla="*/ 412468 h 412678"/>
              </a:gdLst>
              <a:ahLst/>
              <a:cxnLst>
                <a:cxn ang="0">
                  <a:pos x="connsiteX0" y="connsiteY0"/>
                </a:cxn>
                <a:cxn ang="0">
                  <a:pos x="connsiteX1" y="connsiteY1"/>
                </a:cxn>
                <a:cxn ang="0">
                  <a:pos x="connsiteX2" y="connsiteY2"/>
                </a:cxn>
                <a:cxn ang="0">
                  <a:pos x="connsiteX3" y="connsiteY3"/>
                </a:cxn>
              </a:cxnLst>
              <a:rect l="l" t="t" r="r" b="b"/>
              <a:pathLst>
                <a:path w="400958" h="412678">
                  <a:moveTo>
                    <a:pt x="199817" y="412468"/>
                  </a:moveTo>
                  <a:cubicBezTo>
                    <a:pt x="57569" y="412468"/>
                    <a:pt x="-26547" y="257387"/>
                    <a:pt x="6744" y="98113"/>
                  </a:cubicBezTo>
                  <a:cubicBezTo>
                    <a:pt x="34063" y="-33016"/>
                    <a:pt x="365762" y="-32953"/>
                    <a:pt x="393207" y="98113"/>
                  </a:cubicBezTo>
                  <a:cubicBezTo>
                    <a:pt x="426434" y="257387"/>
                    <a:pt x="342382" y="412595"/>
                    <a:pt x="199817" y="412468"/>
                  </a:cubicBezTo>
                  <a:close/>
                </a:path>
              </a:pathLst>
            </a:custGeom>
            <a:solidFill>
              <a:srgbClr val="FED0D6"/>
            </a:solidFill>
            <a:ln w="6346" cap="flat">
              <a:noFill/>
              <a:prstDash val="solid"/>
              <a:miter/>
            </a:ln>
          </p:spPr>
          <p:txBody>
            <a:bodyPr rtlCol="0" anchor="ctr"/>
            <a:lstStyle/>
            <a:p>
              <a:endParaRPr lang="zh-CN" altLang="en-US"/>
            </a:p>
          </p:txBody>
        </p:sp>
        <p:sp>
          <p:nvSpPr>
            <p:cNvPr id="70" name="任意多边形 10">
              <a:extLst>
                <a:ext uri="{FF2B5EF4-FFF2-40B4-BE49-F238E27FC236}">
                  <a16:creationId xmlns:a16="http://schemas.microsoft.com/office/drawing/2014/main" id="{0A93B56D-080A-474C-9D44-C9105EF96BF2}"/>
                </a:ext>
              </a:extLst>
            </p:cNvPr>
            <p:cNvSpPr/>
            <p:nvPr/>
          </p:nvSpPr>
          <p:spPr>
            <a:xfrm>
              <a:off x="4757636" y="3487392"/>
              <a:ext cx="367502" cy="234313"/>
            </a:xfrm>
            <a:custGeom>
              <a:avLst/>
              <a:gdLst>
                <a:gd name="connsiteX0" fmla="*/ -514 w 324585"/>
                <a:gd name="connsiteY0" fmla="*/ 31541 h 206950"/>
                <a:gd name="connsiteX1" fmla="*/ 303231 w 324585"/>
                <a:gd name="connsiteY1" fmla="*/ 198693 h 206950"/>
                <a:gd name="connsiteX2" fmla="*/ 184045 w 324585"/>
                <a:gd name="connsiteY2" fmla="*/ 21757 h 206950"/>
                <a:gd name="connsiteX3" fmla="*/ -514 w 324585"/>
                <a:gd name="connsiteY3" fmla="*/ 31541 h 206950"/>
              </a:gdLst>
              <a:ahLst/>
              <a:cxnLst>
                <a:cxn ang="0">
                  <a:pos x="connsiteX0" y="connsiteY0"/>
                </a:cxn>
                <a:cxn ang="0">
                  <a:pos x="connsiteX1" y="connsiteY1"/>
                </a:cxn>
                <a:cxn ang="0">
                  <a:pos x="connsiteX2" y="connsiteY2"/>
                </a:cxn>
                <a:cxn ang="0">
                  <a:pos x="connsiteX3" y="connsiteY3"/>
                </a:cxn>
              </a:cxnLst>
              <a:rect l="l" t="t" r="r" b="b"/>
              <a:pathLst>
                <a:path w="324585" h="206950">
                  <a:moveTo>
                    <a:pt x="-514" y="31541"/>
                  </a:moveTo>
                  <a:cubicBezTo>
                    <a:pt x="-514" y="165911"/>
                    <a:pt x="253612" y="230650"/>
                    <a:pt x="303231" y="198693"/>
                  </a:cubicBezTo>
                  <a:cubicBezTo>
                    <a:pt x="352849" y="166737"/>
                    <a:pt x="314158" y="52951"/>
                    <a:pt x="184045" y="21757"/>
                  </a:cubicBezTo>
                  <a:cubicBezTo>
                    <a:pt x="53932" y="-9437"/>
                    <a:pt x="-197" y="-8484"/>
                    <a:pt x="-514" y="31541"/>
                  </a:cubicBezTo>
                  <a:close/>
                </a:path>
              </a:pathLst>
            </a:custGeom>
            <a:solidFill>
              <a:srgbClr val="971D05"/>
            </a:solidFill>
            <a:ln w="6346" cap="flat">
              <a:noFill/>
              <a:prstDash val="solid"/>
              <a:miter/>
            </a:ln>
          </p:spPr>
          <p:txBody>
            <a:bodyPr rtlCol="0" anchor="ctr"/>
            <a:lstStyle/>
            <a:p>
              <a:endParaRPr lang="zh-CN" altLang="en-US"/>
            </a:p>
          </p:txBody>
        </p:sp>
        <p:sp>
          <p:nvSpPr>
            <p:cNvPr id="72" name="任意多边形 11">
              <a:extLst>
                <a:ext uri="{FF2B5EF4-FFF2-40B4-BE49-F238E27FC236}">
                  <a16:creationId xmlns:a16="http://schemas.microsoft.com/office/drawing/2014/main" id="{8E30ADD7-BCEE-4DB3-BD10-F15D7DAD73EF}"/>
                </a:ext>
              </a:extLst>
            </p:cNvPr>
            <p:cNvSpPr/>
            <p:nvPr/>
          </p:nvSpPr>
          <p:spPr>
            <a:xfrm>
              <a:off x="4592900" y="3508707"/>
              <a:ext cx="173053" cy="238281"/>
            </a:xfrm>
            <a:custGeom>
              <a:avLst/>
              <a:gdLst>
                <a:gd name="connsiteX0" fmla="*/ 145428 w 152844"/>
                <a:gd name="connsiteY0" fmla="*/ 11762 h 210454"/>
                <a:gd name="connsiteX1" fmla="*/ 38759 w 152844"/>
                <a:gd name="connsiteY1" fmla="*/ 209790 h 210454"/>
                <a:gd name="connsiteX2" fmla="*/ 27704 w 152844"/>
                <a:gd name="connsiteY2" fmla="*/ 78089 h 210454"/>
                <a:gd name="connsiteX3" fmla="*/ 145428 w 152844"/>
                <a:gd name="connsiteY3" fmla="*/ 11762 h 210454"/>
              </a:gdLst>
              <a:ahLst/>
              <a:cxnLst>
                <a:cxn ang="0">
                  <a:pos x="connsiteX0" y="connsiteY0"/>
                </a:cxn>
                <a:cxn ang="0">
                  <a:pos x="connsiteX1" y="connsiteY1"/>
                </a:cxn>
                <a:cxn ang="0">
                  <a:pos x="connsiteX2" y="connsiteY2"/>
                </a:cxn>
                <a:cxn ang="0">
                  <a:pos x="connsiteX3" y="connsiteY3"/>
                </a:cxn>
              </a:cxnLst>
              <a:rect l="l" t="t" r="r" b="b"/>
              <a:pathLst>
                <a:path w="152844" h="210454">
                  <a:moveTo>
                    <a:pt x="145428" y="11762"/>
                  </a:moveTo>
                  <a:cubicBezTo>
                    <a:pt x="177703" y="76501"/>
                    <a:pt x="89076" y="219320"/>
                    <a:pt x="38759" y="209790"/>
                  </a:cubicBezTo>
                  <a:cubicBezTo>
                    <a:pt x="-11559" y="200261"/>
                    <a:pt x="-11622" y="144416"/>
                    <a:pt x="27704" y="78089"/>
                  </a:cubicBezTo>
                  <a:cubicBezTo>
                    <a:pt x="67030" y="11762"/>
                    <a:pt x="130117" y="-18987"/>
                    <a:pt x="145428" y="11762"/>
                  </a:cubicBezTo>
                  <a:close/>
                </a:path>
              </a:pathLst>
            </a:custGeom>
            <a:solidFill>
              <a:srgbClr val="971D05"/>
            </a:solidFill>
            <a:ln w="6346" cap="flat">
              <a:noFill/>
              <a:prstDash val="solid"/>
              <a:miter/>
            </a:ln>
          </p:spPr>
          <p:txBody>
            <a:bodyPr rtlCol="0" anchor="ctr"/>
            <a:lstStyle/>
            <a:p>
              <a:endParaRPr lang="zh-CN" altLang="en-US"/>
            </a:p>
          </p:txBody>
        </p:sp>
        <p:sp>
          <p:nvSpPr>
            <p:cNvPr id="78" name="任意多边形 12">
              <a:extLst>
                <a:ext uri="{FF2B5EF4-FFF2-40B4-BE49-F238E27FC236}">
                  <a16:creationId xmlns:a16="http://schemas.microsoft.com/office/drawing/2014/main" id="{D7F76DE0-4A23-4CD7-81FB-1D70B2F02049}"/>
                </a:ext>
              </a:extLst>
            </p:cNvPr>
            <p:cNvSpPr/>
            <p:nvPr/>
          </p:nvSpPr>
          <p:spPr>
            <a:xfrm>
              <a:off x="3612370" y="4281731"/>
              <a:ext cx="915035" cy="627652"/>
            </a:xfrm>
            <a:custGeom>
              <a:avLst/>
              <a:gdLst>
                <a:gd name="connsiteX0" fmla="*/ 797158 w 808176"/>
                <a:gd name="connsiteY0" fmla="*/ 72207 h 554354"/>
                <a:gd name="connsiteX1" fmla="*/ 561011 w 808176"/>
                <a:gd name="connsiteY1" fmla="*/ 325698 h 554354"/>
                <a:gd name="connsiteX2" fmla="*/ 47611 w 808176"/>
                <a:gd name="connsiteY2" fmla="*/ 553523 h 554354"/>
                <a:gd name="connsiteX3" fmla="*/ 47611 w 808176"/>
                <a:gd name="connsiteY3" fmla="*/ 451110 h 554354"/>
                <a:gd name="connsiteX4" fmla="*/ 496844 w 808176"/>
                <a:gd name="connsiteY4" fmla="*/ 243743 h 554354"/>
                <a:gd name="connsiteX5" fmla="*/ 650844 w 808176"/>
                <a:gd name="connsiteY5" fmla="*/ 90123 h 554354"/>
                <a:gd name="connsiteX6" fmla="*/ 699637 w 808176"/>
                <a:gd name="connsiteY6" fmla="*/ 36375 h 554354"/>
                <a:gd name="connsiteX7" fmla="*/ 709866 w 808176"/>
                <a:gd name="connsiteY7" fmla="*/ 18459 h 554354"/>
                <a:gd name="connsiteX8" fmla="*/ 709866 w 808176"/>
                <a:gd name="connsiteY8" fmla="*/ 21000 h 554354"/>
                <a:gd name="connsiteX9" fmla="*/ 797158 w 808176"/>
                <a:gd name="connsiteY9" fmla="*/ 72207 h 55435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808176" h="554354">
                  <a:moveTo>
                    <a:pt x="797158" y="72207"/>
                  </a:moveTo>
                  <a:cubicBezTo>
                    <a:pt x="727280" y="164525"/>
                    <a:pt x="648151" y="249460"/>
                    <a:pt x="561011" y="325698"/>
                  </a:cubicBezTo>
                  <a:cubicBezTo>
                    <a:pt x="422385" y="446027"/>
                    <a:pt x="242717" y="563752"/>
                    <a:pt x="47611" y="553523"/>
                  </a:cubicBezTo>
                  <a:cubicBezTo>
                    <a:pt x="-16556" y="548377"/>
                    <a:pt x="-16556" y="446027"/>
                    <a:pt x="47611" y="451110"/>
                  </a:cubicBezTo>
                  <a:cubicBezTo>
                    <a:pt x="219591" y="461339"/>
                    <a:pt x="376197" y="351302"/>
                    <a:pt x="496844" y="243743"/>
                  </a:cubicBezTo>
                  <a:cubicBezTo>
                    <a:pt x="553323" y="197682"/>
                    <a:pt x="602052" y="143871"/>
                    <a:pt x="650844" y="90123"/>
                  </a:cubicBezTo>
                  <a:cubicBezTo>
                    <a:pt x="668824" y="72207"/>
                    <a:pt x="684199" y="54291"/>
                    <a:pt x="699637" y="36375"/>
                  </a:cubicBezTo>
                  <a:cubicBezTo>
                    <a:pt x="703589" y="30727"/>
                    <a:pt x="707013" y="24730"/>
                    <a:pt x="709866" y="18459"/>
                  </a:cubicBezTo>
                  <a:cubicBezTo>
                    <a:pt x="717553" y="10772"/>
                    <a:pt x="702178" y="31165"/>
                    <a:pt x="709866" y="21000"/>
                  </a:cubicBezTo>
                  <a:cubicBezTo>
                    <a:pt x="748366" y="-30206"/>
                    <a:pt x="838199" y="21000"/>
                    <a:pt x="797158" y="72207"/>
                  </a:cubicBezTo>
                  <a:close/>
                </a:path>
              </a:pathLst>
            </a:custGeom>
            <a:solidFill>
              <a:srgbClr val="FED0D6"/>
            </a:solidFill>
            <a:ln w="6346" cap="flat">
              <a:noFill/>
              <a:prstDash val="solid"/>
              <a:miter/>
            </a:ln>
          </p:spPr>
          <p:txBody>
            <a:bodyPr rtlCol="0" anchor="ctr"/>
            <a:lstStyle/>
            <a:p>
              <a:endParaRPr lang="zh-CN" altLang="en-US"/>
            </a:p>
          </p:txBody>
        </p:sp>
        <p:sp>
          <p:nvSpPr>
            <p:cNvPr id="81" name="任意多边形 13">
              <a:extLst>
                <a:ext uri="{FF2B5EF4-FFF2-40B4-BE49-F238E27FC236}">
                  <a16:creationId xmlns:a16="http://schemas.microsoft.com/office/drawing/2014/main" id="{4CC6D121-CE00-4EC7-B857-7911FADE4F49}"/>
                </a:ext>
              </a:extLst>
            </p:cNvPr>
            <p:cNvSpPr/>
            <p:nvPr/>
          </p:nvSpPr>
          <p:spPr>
            <a:xfrm>
              <a:off x="5248839" y="3957542"/>
              <a:ext cx="415701" cy="712692"/>
            </a:xfrm>
            <a:custGeom>
              <a:avLst/>
              <a:gdLst>
                <a:gd name="connsiteX0" fmla="*/ 90290 w 367155"/>
                <a:gd name="connsiteY0" fmla="*/ 275691 h 629463"/>
                <a:gd name="connsiteX1" fmla="*/ 229361 w 367155"/>
                <a:gd name="connsiteY1" fmla="*/ 451738 h 629463"/>
                <a:gd name="connsiteX2" fmla="*/ 246959 w 367155"/>
                <a:gd name="connsiteY2" fmla="*/ 471877 h 629463"/>
                <a:gd name="connsiteX3" fmla="*/ 201979 w 367155"/>
                <a:gd name="connsiteY3" fmla="*/ 211016 h 629463"/>
                <a:gd name="connsiteX4" fmla="*/ 194292 w 367155"/>
                <a:gd name="connsiteY4" fmla="*/ 113241 h 629463"/>
                <a:gd name="connsiteX5" fmla="*/ 298420 w 367155"/>
                <a:gd name="connsiteY5" fmla="*/ 6952 h 629463"/>
                <a:gd name="connsiteX6" fmla="*/ 340732 w 367155"/>
                <a:gd name="connsiteY6" fmla="*/ 100280 h 629463"/>
                <a:gd name="connsiteX7" fmla="*/ 314748 w 367155"/>
                <a:gd name="connsiteY7" fmla="*/ 117624 h 629463"/>
                <a:gd name="connsiteX8" fmla="*/ 294544 w 367155"/>
                <a:gd name="connsiteY8" fmla="*/ 135286 h 629463"/>
                <a:gd name="connsiteX9" fmla="*/ 296006 w 367155"/>
                <a:gd name="connsiteY9" fmla="*/ 157077 h 629463"/>
                <a:gd name="connsiteX10" fmla="*/ 320402 w 367155"/>
                <a:gd name="connsiteY10" fmla="*/ 297927 h 629463"/>
                <a:gd name="connsiteX11" fmla="*/ 354518 w 367155"/>
                <a:gd name="connsiteY11" fmla="*/ 572194 h 629463"/>
                <a:gd name="connsiteX12" fmla="*/ 268560 w 367155"/>
                <a:gd name="connsiteY12" fmla="*/ 625243 h 629463"/>
                <a:gd name="connsiteX13" fmla="*/ 170785 w 367155"/>
                <a:gd name="connsiteY13" fmla="*/ 540237 h 629463"/>
                <a:gd name="connsiteX14" fmla="*/ 9668 w 367155"/>
                <a:gd name="connsiteY14" fmla="*/ 340176 h 629463"/>
                <a:gd name="connsiteX15" fmla="*/ 90290 w 367155"/>
                <a:gd name="connsiteY15" fmla="*/ 275437 h 62946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67155" h="629463">
                  <a:moveTo>
                    <a:pt x="90290" y="275691"/>
                  </a:moveTo>
                  <a:cubicBezTo>
                    <a:pt x="134762" y="336999"/>
                    <a:pt x="181013" y="394877"/>
                    <a:pt x="229361" y="451738"/>
                  </a:cubicBezTo>
                  <a:cubicBezTo>
                    <a:pt x="235714" y="459997"/>
                    <a:pt x="241432" y="465969"/>
                    <a:pt x="246959" y="471877"/>
                  </a:cubicBezTo>
                  <a:cubicBezTo>
                    <a:pt x="235460" y="384267"/>
                    <a:pt x="213478" y="298626"/>
                    <a:pt x="201979" y="211016"/>
                  </a:cubicBezTo>
                  <a:cubicBezTo>
                    <a:pt x="196325" y="179822"/>
                    <a:pt x="189273" y="146277"/>
                    <a:pt x="194292" y="113241"/>
                  </a:cubicBezTo>
                  <a:cubicBezTo>
                    <a:pt x="199692" y="62923"/>
                    <a:pt x="258395" y="30649"/>
                    <a:pt x="298420" y="6952"/>
                  </a:cubicBezTo>
                  <a:cubicBezTo>
                    <a:pt x="353692" y="-26593"/>
                    <a:pt x="396068" y="66735"/>
                    <a:pt x="340732" y="100280"/>
                  </a:cubicBezTo>
                  <a:cubicBezTo>
                    <a:pt x="351342" y="92593"/>
                    <a:pt x="319449" y="115528"/>
                    <a:pt x="314748" y="117624"/>
                  </a:cubicBezTo>
                  <a:cubicBezTo>
                    <a:pt x="304138" y="125311"/>
                    <a:pt x="296705" y="139924"/>
                    <a:pt x="294544" y="135286"/>
                  </a:cubicBezTo>
                  <a:cubicBezTo>
                    <a:pt x="294544" y="141004"/>
                    <a:pt x="296451" y="145642"/>
                    <a:pt x="296006" y="157077"/>
                  </a:cubicBezTo>
                  <a:cubicBezTo>
                    <a:pt x="303375" y="204409"/>
                    <a:pt x="310682" y="251740"/>
                    <a:pt x="320402" y="297927"/>
                  </a:cubicBezTo>
                  <a:cubicBezTo>
                    <a:pt x="335523" y="381090"/>
                    <a:pt x="369321" y="486744"/>
                    <a:pt x="354518" y="572194"/>
                  </a:cubicBezTo>
                  <a:cubicBezTo>
                    <a:pt x="348165" y="614442"/>
                    <a:pt x="311698" y="639474"/>
                    <a:pt x="268560" y="625243"/>
                  </a:cubicBezTo>
                  <a:cubicBezTo>
                    <a:pt x="230124" y="608915"/>
                    <a:pt x="198358" y="569906"/>
                    <a:pt x="170785" y="540237"/>
                  </a:cubicBezTo>
                  <a:cubicBezTo>
                    <a:pt x="113695" y="476343"/>
                    <a:pt x="59922" y="409571"/>
                    <a:pt x="9668" y="340176"/>
                  </a:cubicBezTo>
                  <a:cubicBezTo>
                    <a:pt x="-28451" y="287127"/>
                    <a:pt x="49821" y="223468"/>
                    <a:pt x="90290" y="275437"/>
                  </a:cubicBezTo>
                  <a:close/>
                </a:path>
              </a:pathLst>
            </a:custGeom>
            <a:solidFill>
              <a:srgbClr val="FED0D6"/>
            </a:solidFill>
            <a:ln w="6346" cap="flat">
              <a:noFill/>
              <a:prstDash val="solid"/>
              <a:miter/>
            </a:ln>
          </p:spPr>
          <p:txBody>
            <a:bodyPr rtlCol="0" anchor="ctr"/>
            <a:lstStyle/>
            <a:p>
              <a:endParaRPr lang="zh-CN" altLang="en-US"/>
            </a:p>
          </p:txBody>
        </p:sp>
        <p:sp>
          <p:nvSpPr>
            <p:cNvPr id="84" name="任意多边形 14">
              <a:extLst>
                <a:ext uri="{FF2B5EF4-FFF2-40B4-BE49-F238E27FC236}">
                  <a16:creationId xmlns:a16="http://schemas.microsoft.com/office/drawing/2014/main" id="{912D45D9-EBBB-45CA-8815-CA487D9AE11F}"/>
                </a:ext>
              </a:extLst>
            </p:cNvPr>
            <p:cNvSpPr/>
            <p:nvPr/>
          </p:nvSpPr>
          <p:spPr>
            <a:xfrm>
              <a:off x="4494869" y="4089375"/>
              <a:ext cx="731188" cy="915335"/>
            </a:xfrm>
            <a:custGeom>
              <a:avLst/>
              <a:gdLst>
                <a:gd name="connsiteX0" fmla="*/ -514 w 645799"/>
                <a:gd name="connsiteY0" fmla="*/ 61416 h 808441"/>
                <a:gd name="connsiteX1" fmla="*/ 219877 w 645799"/>
                <a:gd name="connsiteY1" fmla="*/ -210 h 808441"/>
                <a:gd name="connsiteX2" fmla="*/ 333662 w 645799"/>
                <a:gd name="connsiteY2" fmla="*/ 71263 h 808441"/>
                <a:gd name="connsiteX3" fmla="*/ 441666 w 645799"/>
                <a:gd name="connsiteY3" fmla="*/ -210 h 808441"/>
                <a:gd name="connsiteX4" fmla="*/ 481564 w 645799"/>
                <a:gd name="connsiteY4" fmla="*/ 3475 h 808441"/>
                <a:gd name="connsiteX5" fmla="*/ 625527 w 645799"/>
                <a:gd name="connsiteY5" fmla="*/ 23360 h 808441"/>
                <a:gd name="connsiteX6" fmla="*/ 637598 w 645799"/>
                <a:gd name="connsiteY6" fmla="*/ 333459 h 808441"/>
                <a:gd name="connsiteX7" fmla="*/ 645285 w 645799"/>
                <a:gd name="connsiteY7" fmla="*/ 792920 h 808441"/>
                <a:gd name="connsiteX8" fmla="*/ 384488 w 645799"/>
                <a:gd name="connsiteY8" fmla="*/ 808231 h 808441"/>
                <a:gd name="connsiteX9" fmla="*/ 20006 w 645799"/>
                <a:gd name="connsiteY9" fmla="*/ 792920 h 808441"/>
                <a:gd name="connsiteX10" fmla="*/ 27694 w 645799"/>
                <a:gd name="connsiteY10" fmla="*/ 333459 h 808441"/>
                <a:gd name="connsiteX11" fmla="*/ -514 w 645799"/>
                <a:gd name="connsiteY11" fmla="*/ 61416 h 80844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645799" h="808441">
                  <a:moveTo>
                    <a:pt x="-514" y="61416"/>
                  </a:moveTo>
                  <a:lnTo>
                    <a:pt x="219877" y="-210"/>
                  </a:lnTo>
                  <a:cubicBezTo>
                    <a:pt x="235252" y="69103"/>
                    <a:pt x="308250" y="71263"/>
                    <a:pt x="333662" y="71263"/>
                  </a:cubicBezTo>
                  <a:cubicBezTo>
                    <a:pt x="365428" y="71263"/>
                    <a:pt x="426292" y="69103"/>
                    <a:pt x="441666" y="-210"/>
                  </a:cubicBezTo>
                  <a:lnTo>
                    <a:pt x="481564" y="3475"/>
                  </a:lnTo>
                  <a:cubicBezTo>
                    <a:pt x="594142" y="14085"/>
                    <a:pt x="625527" y="23360"/>
                    <a:pt x="625527" y="23360"/>
                  </a:cubicBezTo>
                  <a:cubicBezTo>
                    <a:pt x="597382" y="336508"/>
                    <a:pt x="658436" y="258428"/>
                    <a:pt x="637598" y="333459"/>
                  </a:cubicBezTo>
                  <a:cubicBezTo>
                    <a:pt x="581436" y="535045"/>
                    <a:pt x="645285" y="792920"/>
                    <a:pt x="645285" y="792920"/>
                  </a:cubicBezTo>
                  <a:cubicBezTo>
                    <a:pt x="543317" y="808231"/>
                    <a:pt x="455770" y="808231"/>
                    <a:pt x="384488" y="808231"/>
                  </a:cubicBezTo>
                  <a:cubicBezTo>
                    <a:pt x="17401" y="808231"/>
                    <a:pt x="20006" y="792920"/>
                    <a:pt x="20006" y="792920"/>
                  </a:cubicBezTo>
                  <a:cubicBezTo>
                    <a:pt x="20006" y="792920"/>
                    <a:pt x="85889" y="477866"/>
                    <a:pt x="27694" y="333459"/>
                  </a:cubicBezTo>
                  <a:cubicBezTo>
                    <a:pt x="2281" y="269927"/>
                    <a:pt x="-514" y="61416"/>
                    <a:pt x="-514" y="61416"/>
                  </a:cubicBezTo>
                  <a:close/>
                </a:path>
              </a:pathLst>
            </a:custGeom>
            <a:solidFill>
              <a:srgbClr val="BE5ED3"/>
            </a:solidFill>
            <a:ln w="6346" cap="flat">
              <a:noFill/>
              <a:prstDash val="solid"/>
              <a:miter/>
            </a:ln>
          </p:spPr>
          <p:txBody>
            <a:bodyPr rtlCol="0" anchor="ctr"/>
            <a:lstStyle/>
            <a:p>
              <a:endParaRPr lang="zh-CN" altLang="en-US"/>
            </a:p>
          </p:txBody>
        </p:sp>
        <p:sp>
          <p:nvSpPr>
            <p:cNvPr id="85" name="任意多边形 15">
              <a:extLst>
                <a:ext uri="{FF2B5EF4-FFF2-40B4-BE49-F238E27FC236}">
                  <a16:creationId xmlns:a16="http://schemas.microsoft.com/office/drawing/2014/main" id="{24B6A109-3268-489F-9CFC-3933D91E4895}"/>
                </a:ext>
              </a:extLst>
            </p:cNvPr>
            <p:cNvSpPr/>
            <p:nvPr/>
          </p:nvSpPr>
          <p:spPr>
            <a:xfrm>
              <a:off x="4736560" y="4414867"/>
              <a:ext cx="302114" cy="302114"/>
            </a:xfrm>
            <a:custGeom>
              <a:avLst/>
              <a:gdLst>
                <a:gd name="connsiteX0" fmla="*/ 266833 w 266833"/>
                <a:gd name="connsiteY0" fmla="*/ 133417 h 266833"/>
                <a:gd name="connsiteX1" fmla="*/ 133417 w 266833"/>
                <a:gd name="connsiteY1" fmla="*/ 266833 h 266833"/>
                <a:gd name="connsiteX2" fmla="*/ 0 w 266833"/>
                <a:gd name="connsiteY2" fmla="*/ 133417 h 266833"/>
                <a:gd name="connsiteX3" fmla="*/ 133417 w 266833"/>
                <a:gd name="connsiteY3" fmla="*/ 0 h 266833"/>
                <a:gd name="connsiteX4" fmla="*/ 266833 w 266833"/>
                <a:gd name="connsiteY4" fmla="*/ 133417 h 26683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66833" h="266833">
                  <a:moveTo>
                    <a:pt x="266833" y="133417"/>
                  </a:moveTo>
                  <a:cubicBezTo>
                    <a:pt x="266833" y="207101"/>
                    <a:pt x="207101" y="266833"/>
                    <a:pt x="133417" y="266833"/>
                  </a:cubicBezTo>
                  <a:cubicBezTo>
                    <a:pt x="59733" y="266833"/>
                    <a:pt x="0" y="207101"/>
                    <a:pt x="0" y="133417"/>
                  </a:cubicBezTo>
                  <a:cubicBezTo>
                    <a:pt x="0" y="59733"/>
                    <a:pt x="59733" y="0"/>
                    <a:pt x="133417" y="0"/>
                  </a:cubicBezTo>
                  <a:cubicBezTo>
                    <a:pt x="207101" y="0"/>
                    <a:pt x="266833" y="59733"/>
                    <a:pt x="266833" y="133417"/>
                  </a:cubicBezTo>
                  <a:close/>
                </a:path>
              </a:pathLst>
            </a:custGeom>
            <a:solidFill>
              <a:srgbClr val="FFC545"/>
            </a:solidFill>
            <a:ln w="6346" cap="flat">
              <a:noFill/>
              <a:prstDash val="solid"/>
              <a:miter/>
            </a:ln>
          </p:spPr>
          <p:txBody>
            <a:bodyPr rtlCol="0" anchor="ctr"/>
            <a:lstStyle/>
            <a:p>
              <a:endParaRPr lang="zh-CN" altLang="en-US"/>
            </a:p>
          </p:txBody>
        </p:sp>
        <p:sp>
          <p:nvSpPr>
            <p:cNvPr id="86" name="任意多边形 16">
              <a:extLst>
                <a:ext uri="{FF2B5EF4-FFF2-40B4-BE49-F238E27FC236}">
                  <a16:creationId xmlns:a16="http://schemas.microsoft.com/office/drawing/2014/main" id="{5E4B3D6C-92AD-4888-9D8F-3984A024F4FB}"/>
                </a:ext>
              </a:extLst>
            </p:cNvPr>
            <p:cNvSpPr/>
            <p:nvPr/>
          </p:nvSpPr>
          <p:spPr>
            <a:xfrm>
              <a:off x="4808492" y="4501185"/>
              <a:ext cx="28772" cy="57545"/>
            </a:xfrm>
            <a:custGeom>
              <a:avLst/>
              <a:gdLst>
                <a:gd name="connsiteX0" fmla="*/ 25413 w 25412"/>
                <a:gd name="connsiteY0" fmla="*/ 25413 h 50825"/>
                <a:gd name="connsiteX1" fmla="*/ 12706 w 25412"/>
                <a:gd name="connsiteY1" fmla="*/ 50825 h 50825"/>
                <a:gd name="connsiteX2" fmla="*/ 0 w 25412"/>
                <a:gd name="connsiteY2" fmla="*/ 25413 h 50825"/>
                <a:gd name="connsiteX3" fmla="*/ 12706 w 25412"/>
                <a:gd name="connsiteY3" fmla="*/ 0 h 50825"/>
                <a:gd name="connsiteX4" fmla="*/ 25413 w 25412"/>
                <a:gd name="connsiteY4" fmla="*/ 25413 h 508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5412" h="50825">
                  <a:moveTo>
                    <a:pt x="25413" y="25413"/>
                  </a:moveTo>
                  <a:cubicBezTo>
                    <a:pt x="25413" y="39448"/>
                    <a:pt x="19724" y="50825"/>
                    <a:pt x="12706" y="50825"/>
                  </a:cubicBezTo>
                  <a:cubicBezTo>
                    <a:pt x="5689" y="50825"/>
                    <a:pt x="0" y="39448"/>
                    <a:pt x="0" y="25413"/>
                  </a:cubicBezTo>
                  <a:cubicBezTo>
                    <a:pt x="0" y="11378"/>
                    <a:pt x="5689" y="0"/>
                    <a:pt x="12706" y="0"/>
                  </a:cubicBezTo>
                  <a:cubicBezTo>
                    <a:pt x="19724" y="0"/>
                    <a:pt x="25413" y="11378"/>
                    <a:pt x="25413" y="25413"/>
                  </a:cubicBezTo>
                  <a:close/>
                </a:path>
              </a:pathLst>
            </a:custGeom>
            <a:solidFill>
              <a:srgbClr val="00002B"/>
            </a:solidFill>
            <a:ln w="6346" cap="flat">
              <a:noFill/>
              <a:prstDash val="solid"/>
              <a:miter/>
            </a:ln>
          </p:spPr>
          <p:txBody>
            <a:bodyPr rtlCol="0" anchor="ctr"/>
            <a:lstStyle/>
            <a:p>
              <a:endParaRPr lang="zh-CN" altLang="en-US"/>
            </a:p>
          </p:txBody>
        </p:sp>
        <p:sp>
          <p:nvSpPr>
            <p:cNvPr id="87" name="任意多边形 17">
              <a:extLst>
                <a:ext uri="{FF2B5EF4-FFF2-40B4-BE49-F238E27FC236}">
                  <a16:creationId xmlns:a16="http://schemas.microsoft.com/office/drawing/2014/main" id="{AFBC3198-BD06-4C33-9E1D-BDC1CDFAD2C4}"/>
                </a:ext>
              </a:extLst>
            </p:cNvPr>
            <p:cNvSpPr/>
            <p:nvPr/>
          </p:nvSpPr>
          <p:spPr>
            <a:xfrm>
              <a:off x="4937970" y="4501185"/>
              <a:ext cx="28772" cy="57545"/>
            </a:xfrm>
            <a:custGeom>
              <a:avLst/>
              <a:gdLst>
                <a:gd name="connsiteX0" fmla="*/ 25413 w 25412"/>
                <a:gd name="connsiteY0" fmla="*/ 25413 h 50825"/>
                <a:gd name="connsiteX1" fmla="*/ 12706 w 25412"/>
                <a:gd name="connsiteY1" fmla="*/ 50825 h 50825"/>
                <a:gd name="connsiteX2" fmla="*/ 0 w 25412"/>
                <a:gd name="connsiteY2" fmla="*/ 25413 h 50825"/>
                <a:gd name="connsiteX3" fmla="*/ 12706 w 25412"/>
                <a:gd name="connsiteY3" fmla="*/ 0 h 50825"/>
                <a:gd name="connsiteX4" fmla="*/ 25413 w 25412"/>
                <a:gd name="connsiteY4" fmla="*/ 25413 h 508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5412" h="50825">
                  <a:moveTo>
                    <a:pt x="25413" y="25413"/>
                  </a:moveTo>
                  <a:cubicBezTo>
                    <a:pt x="25413" y="39448"/>
                    <a:pt x="19724" y="50825"/>
                    <a:pt x="12706" y="50825"/>
                  </a:cubicBezTo>
                  <a:cubicBezTo>
                    <a:pt x="5689" y="50825"/>
                    <a:pt x="0" y="39448"/>
                    <a:pt x="0" y="25413"/>
                  </a:cubicBezTo>
                  <a:cubicBezTo>
                    <a:pt x="0" y="11378"/>
                    <a:pt x="5689" y="0"/>
                    <a:pt x="12706" y="0"/>
                  </a:cubicBezTo>
                  <a:cubicBezTo>
                    <a:pt x="19724" y="0"/>
                    <a:pt x="25413" y="11378"/>
                    <a:pt x="25413" y="25413"/>
                  </a:cubicBezTo>
                  <a:close/>
                </a:path>
              </a:pathLst>
            </a:custGeom>
            <a:solidFill>
              <a:srgbClr val="00002B"/>
            </a:solidFill>
            <a:ln w="6346" cap="flat">
              <a:noFill/>
              <a:prstDash val="solid"/>
              <a:miter/>
            </a:ln>
          </p:spPr>
          <p:txBody>
            <a:bodyPr rtlCol="0" anchor="ctr"/>
            <a:lstStyle/>
            <a:p>
              <a:endParaRPr lang="zh-CN" altLang="en-US"/>
            </a:p>
          </p:txBody>
        </p:sp>
        <p:sp>
          <p:nvSpPr>
            <p:cNvPr id="88" name="任意多边形 18">
              <a:extLst>
                <a:ext uri="{FF2B5EF4-FFF2-40B4-BE49-F238E27FC236}">
                  <a16:creationId xmlns:a16="http://schemas.microsoft.com/office/drawing/2014/main" id="{26D0E5A6-3F1D-4CEB-9CE8-5DAB94F26BEC}"/>
                </a:ext>
              </a:extLst>
            </p:cNvPr>
            <p:cNvSpPr/>
            <p:nvPr/>
          </p:nvSpPr>
          <p:spPr>
            <a:xfrm>
              <a:off x="4809355" y="4601890"/>
              <a:ext cx="156524" cy="64640"/>
            </a:xfrm>
            <a:custGeom>
              <a:avLst/>
              <a:gdLst>
                <a:gd name="connsiteX0" fmla="*/ -514 w 138245"/>
                <a:gd name="connsiteY0" fmla="*/ -210 h 57091"/>
                <a:gd name="connsiteX1" fmla="*/ 81924 w 138245"/>
                <a:gd name="connsiteY1" fmla="*/ 55596 h 57091"/>
                <a:gd name="connsiteX2" fmla="*/ 137731 w 138245"/>
                <a:gd name="connsiteY2" fmla="*/ -210 h 57091"/>
              </a:gdLst>
              <a:ahLst/>
              <a:cxnLst>
                <a:cxn ang="0">
                  <a:pos x="connsiteX0" y="connsiteY0"/>
                </a:cxn>
                <a:cxn ang="0">
                  <a:pos x="connsiteX1" y="connsiteY1"/>
                </a:cxn>
                <a:cxn ang="0">
                  <a:pos x="connsiteX2" y="connsiteY2"/>
                </a:cxn>
              </a:cxnLst>
              <a:rect l="l" t="t" r="r" b="b"/>
              <a:pathLst>
                <a:path w="138245" h="57091">
                  <a:moveTo>
                    <a:pt x="-514" y="-210"/>
                  </a:moveTo>
                  <a:cubicBezTo>
                    <a:pt x="6836" y="37966"/>
                    <a:pt x="43748" y="62953"/>
                    <a:pt x="81924" y="55596"/>
                  </a:cubicBezTo>
                  <a:cubicBezTo>
                    <a:pt x="110183" y="50152"/>
                    <a:pt x="132286" y="28055"/>
                    <a:pt x="137731" y="-210"/>
                  </a:cubicBezTo>
                  <a:close/>
                </a:path>
              </a:pathLst>
            </a:custGeom>
            <a:solidFill>
              <a:srgbClr val="E27AA5"/>
            </a:solidFill>
            <a:ln w="6346" cap="flat">
              <a:noFill/>
              <a:prstDash val="solid"/>
              <a:miter/>
            </a:ln>
          </p:spPr>
          <p:txBody>
            <a:bodyPr rtlCol="0" anchor="ctr"/>
            <a:lstStyle/>
            <a:p>
              <a:endParaRPr lang="zh-CN" altLang="en-US"/>
            </a:p>
          </p:txBody>
        </p:sp>
        <p:sp>
          <p:nvSpPr>
            <p:cNvPr id="89" name="任意多边形 19">
              <a:extLst>
                <a:ext uri="{FF2B5EF4-FFF2-40B4-BE49-F238E27FC236}">
                  <a16:creationId xmlns:a16="http://schemas.microsoft.com/office/drawing/2014/main" id="{807472CC-444F-4BE3-AD2B-7452C6819801}"/>
                </a:ext>
              </a:extLst>
            </p:cNvPr>
            <p:cNvSpPr/>
            <p:nvPr/>
          </p:nvSpPr>
          <p:spPr>
            <a:xfrm>
              <a:off x="4509837" y="4987374"/>
              <a:ext cx="724245" cy="307437"/>
            </a:xfrm>
            <a:custGeom>
              <a:avLst/>
              <a:gdLst>
                <a:gd name="connsiteX0" fmla="*/ 6214 w 639667"/>
                <a:gd name="connsiteY0" fmla="*/ -210 h 271534"/>
                <a:gd name="connsiteX1" fmla="*/ 632637 w 639667"/>
                <a:gd name="connsiteY1" fmla="*/ -210 h 271534"/>
                <a:gd name="connsiteX2" fmla="*/ 537657 w 639667"/>
                <a:gd name="connsiteY2" fmla="*/ 271325 h 271534"/>
                <a:gd name="connsiteX3" fmla="*/ 101194 w 639667"/>
                <a:gd name="connsiteY3" fmla="*/ 271325 h 271534"/>
                <a:gd name="connsiteX4" fmla="*/ 5897 w 639667"/>
                <a:gd name="connsiteY4" fmla="*/ -210 h 27153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39667" h="271534">
                  <a:moveTo>
                    <a:pt x="6214" y="-210"/>
                  </a:moveTo>
                  <a:cubicBezTo>
                    <a:pt x="295029" y="15101"/>
                    <a:pt x="632637" y="-210"/>
                    <a:pt x="632637" y="-210"/>
                  </a:cubicBezTo>
                  <a:cubicBezTo>
                    <a:pt x="632637" y="-210"/>
                    <a:pt x="676283" y="271325"/>
                    <a:pt x="537657" y="271325"/>
                  </a:cubicBezTo>
                  <a:lnTo>
                    <a:pt x="101194" y="271325"/>
                  </a:lnTo>
                  <a:cubicBezTo>
                    <a:pt x="-37432" y="271325"/>
                    <a:pt x="5897" y="-210"/>
                    <a:pt x="5897" y="-210"/>
                  </a:cubicBezTo>
                  <a:close/>
                </a:path>
              </a:pathLst>
            </a:custGeom>
            <a:solidFill>
              <a:srgbClr val="00002B"/>
            </a:solidFill>
            <a:ln w="6346" cap="flat">
              <a:noFill/>
              <a:prstDash val="solid"/>
              <a:miter/>
            </a:ln>
          </p:spPr>
          <p:txBody>
            <a:bodyPr rtlCol="0" anchor="ctr"/>
            <a:lstStyle/>
            <a:p>
              <a:endParaRPr lang="zh-CN" altLang="en-US"/>
            </a:p>
          </p:txBody>
        </p:sp>
        <p:sp>
          <p:nvSpPr>
            <p:cNvPr id="90" name="任意多边形 20">
              <a:extLst>
                <a:ext uri="{FF2B5EF4-FFF2-40B4-BE49-F238E27FC236}">
                  <a16:creationId xmlns:a16="http://schemas.microsoft.com/office/drawing/2014/main" id="{B63687AF-9177-49F8-B263-E971F3FBCDE9}"/>
                </a:ext>
              </a:extLst>
            </p:cNvPr>
            <p:cNvSpPr/>
            <p:nvPr/>
          </p:nvSpPr>
          <p:spPr>
            <a:xfrm>
              <a:off x="5524719" y="5246473"/>
              <a:ext cx="230304" cy="183920"/>
            </a:xfrm>
            <a:custGeom>
              <a:avLst/>
              <a:gdLst>
                <a:gd name="connsiteX0" fmla="*/ 27630 w 203409"/>
                <a:gd name="connsiteY0" fmla="*/ -210 h 162442"/>
                <a:gd name="connsiteX1" fmla="*/ 202787 w 203409"/>
                <a:gd name="connsiteY1" fmla="*/ 97057 h 162442"/>
                <a:gd name="connsiteX2" fmla="*/ -514 w 203409"/>
                <a:gd name="connsiteY2" fmla="*/ 161034 h 162442"/>
                <a:gd name="connsiteX3" fmla="*/ 27630 w 203409"/>
                <a:gd name="connsiteY3" fmla="*/ -210 h 162442"/>
              </a:gdLst>
              <a:ahLst/>
              <a:cxnLst>
                <a:cxn ang="0">
                  <a:pos x="connsiteX0" y="connsiteY0"/>
                </a:cxn>
                <a:cxn ang="0">
                  <a:pos x="connsiteX1" y="connsiteY1"/>
                </a:cxn>
                <a:cxn ang="0">
                  <a:pos x="connsiteX2" y="connsiteY2"/>
                </a:cxn>
                <a:cxn ang="0">
                  <a:pos x="connsiteX3" y="connsiteY3"/>
                </a:cxn>
              </a:cxnLst>
              <a:rect l="l" t="t" r="r" b="b"/>
              <a:pathLst>
                <a:path w="203409" h="162442">
                  <a:moveTo>
                    <a:pt x="27630" y="-210"/>
                  </a:moveTo>
                  <a:cubicBezTo>
                    <a:pt x="27630" y="-210"/>
                    <a:pt x="207933" y="20247"/>
                    <a:pt x="202787" y="97057"/>
                  </a:cubicBezTo>
                  <a:cubicBezTo>
                    <a:pt x="200246" y="176408"/>
                    <a:pt x="-514" y="161034"/>
                    <a:pt x="-514" y="161034"/>
                  </a:cubicBezTo>
                  <a:lnTo>
                    <a:pt x="27630" y="-210"/>
                  </a:lnTo>
                  <a:close/>
                </a:path>
              </a:pathLst>
            </a:custGeom>
            <a:solidFill>
              <a:srgbClr val="00002B"/>
            </a:solidFill>
            <a:ln w="6346" cap="flat">
              <a:noFill/>
              <a:prstDash val="solid"/>
              <a:miter/>
            </a:ln>
          </p:spPr>
          <p:txBody>
            <a:bodyPr rtlCol="0" anchor="ctr"/>
            <a:lstStyle/>
            <a:p>
              <a:endParaRPr lang="zh-CN" altLang="en-US"/>
            </a:p>
          </p:txBody>
        </p:sp>
        <p:sp>
          <p:nvSpPr>
            <p:cNvPr id="91" name="任意多边形 21">
              <a:extLst>
                <a:ext uri="{FF2B5EF4-FFF2-40B4-BE49-F238E27FC236}">
                  <a16:creationId xmlns:a16="http://schemas.microsoft.com/office/drawing/2014/main" id="{3CB5380C-DCB5-40B4-97F3-D07BF506C609}"/>
                </a:ext>
              </a:extLst>
            </p:cNvPr>
            <p:cNvSpPr/>
            <p:nvPr/>
          </p:nvSpPr>
          <p:spPr>
            <a:xfrm>
              <a:off x="4100646" y="5006258"/>
              <a:ext cx="1488236" cy="437236"/>
            </a:xfrm>
            <a:custGeom>
              <a:avLst/>
              <a:gdLst>
                <a:gd name="connsiteX0" fmla="*/ 1313924 w 1314438"/>
                <a:gd name="connsiteY0" fmla="*/ 208966 h 386175"/>
                <a:gd name="connsiteX1" fmla="*/ 2820 w 1314438"/>
                <a:gd name="connsiteY1" fmla="*/ 90797 h 386175"/>
                <a:gd name="connsiteX2" fmla="*/ 1293403 w 1314438"/>
                <a:gd name="connsiteY2" fmla="*/ 385966 h 386175"/>
                <a:gd name="connsiteX3" fmla="*/ 1313924 w 1314438"/>
                <a:gd name="connsiteY3" fmla="*/ 208712 h 386175"/>
              </a:gdLst>
              <a:ahLst/>
              <a:cxnLst>
                <a:cxn ang="0">
                  <a:pos x="connsiteX0" y="connsiteY0"/>
                </a:cxn>
                <a:cxn ang="0">
                  <a:pos x="connsiteX1" y="connsiteY1"/>
                </a:cxn>
                <a:cxn ang="0">
                  <a:pos x="connsiteX2" y="connsiteY2"/>
                </a:cxn>
                <a:cxn ang="0">
                  <a:pos x="connsiteX3" y="connsiteY3"/>
                </a:cxn>
              </a:cxnLst>
              <a:rect l="l" t="t" r="r" b="b"/>
              <a:pathLst>
                <a:path w="1314438" h="386175">
                  <a:moveTo>
                    <a:pt x="1313924" y="208966"/>
                  </a:moveTo>
                  <a:cubicBezTo>
                    <a:pt x="1313924" y="208966"/>
                    <a:pt x="82361" y="-168603"/>
                    <a:pt x="2820" y="90797"/>
                  </a:cubicBezTo>
                  <a:cubicBezTo>
                    <a:pt x="-76722" y="347847"/>
                    <a:pt x="1293403" y="385966"/>
                    <a:pt x="1293403" y="385966"/>
                  </a:cubicBezTo>
                  <a:lnTo>
                    <a:pt x="1313924" y="208712"/>
                  </a:lnTo>
                  <a:close/>
                </a:path>
              </a:pathLst>
            </a:custGeom>
            <a:solidFill>
              <a:srgbClr val="1E2160"/>
            </a:solidFill>
            <a:ln w="6346" cap="flat">
              <a:noFill/>
              <a:prstDash val="solid"/>
              <a:miter/>
            </a:ln>
          </p:spPr>
          <p:txBody>
            <a:bodyPr rtlCol="0" anchor="ctr"/>
            <a:lstStyle/>
            <a:p>
              <a:endParaRPr lang="zh-CN" altLang="en-US"/>
            </a:p>
          </p:txBody>
        </p:sp>
        <p:sp>
          <p:nvSpPr>
            <p:cNvPr id="92" name="任意多边形 22">
              <a:extLst>
                <a:ext uri="{FF2B5EF4-FFF2-40B4-BE49-F238E27FC236}">
                  <a16:creationId xmlns:a16="http://schemas.microsoft.com/office/drawing/2014/main" id="{211734E4-3F21-466D-92E9-19F15F8C142A}"/>
                </a:ext>
              </a:extLst>
            </p:cNvPr>
            <p:cNvSpPr/>
            <p:nvPr/>
          </p:nvSpPr>
          <p:spPr>
            <a:xfrm>
              <a:off x="4002665" y="5286755"/>
              <a:ext cx="235837" cy="184637"/>
            </a:xfrm>
            <a:custGeom>
              <a:avLst/>
              <a:gdLst>
                <a:gd name="connsiteX0" fmla="*/ 169282 w 208296"/>
                <a:gd name="connsiteY0" fmla="*/ -210 h 163075"/>
                <a:gd name="connsiteX1" fmla="*/ -94 w 208296"/>
                <a:gd name="connsiteY1" fmla="*/ 109382 h 163075"/>
                <a:gd name="connsiteX2" fmla="*/ 207782 w 208296"/>
                <a:gd name="connsiteY2" fmla="*/ 157857 h 163075"/>
                <a:gd name="connsiteX3" fmla="*/ 169282 w 208296"/>
                <a:gd name="connsiteY3" fmla="*/ -210 h 163075"/>
              </a:gdLst>
              <a:ahLst/>
              <a:cxnLst>
                <a:cxn ang="0">
                  <a:pos x="connsiteX0" y="connsiteY0"/>
                </a:cxn>
                <a:cxn ang="0">
                  <a:pos x="connsiteX1" y="connsiteY1"/>
                </a:cxn>
                <a:cxn ang="0">
                  <a:pos x="connsiteX2" y="connsiteY2"/>
                </a:cxn>
                <a:cxn ang="0">
                  <a:pos x="connsiteX3" y="connsiteY3"/>
                </a:cxn>
              </a:cxnLst>
              <a:rect l="l" t="t" r="r" b="b"/>
              <a:pathLst>
                <a:path w="208296" h="163075">
                  <a:moveTo>
                    <a:pt x="169282" y="-210"/>
                  </a:moveTo>
                  <a:cubicBezTo>
                    <a:pt x="169282" y="-210"/>
                    <a:pt x="-10322" y="32890"/>
                    <a:pt x="-94" y="109382"/>
                  </a:cubicBezTo>
                  <a:cubicBezTo>
                    <a:pt x="10135" y="185874"/>
                    <a:pt x="207782" y="157857"/>
                    <a:pt x="207782" y="157857"/>
                  </a:cubicBezTo>
                  <a:lnTo>
                    <a:pt x="169282" y="-210"/>
                  </a:lnTo>
                  <a:close/>
                </a:path>
              </a:pathLst>
            </a:custGeom>
            <a:solidFill>
              <a:srgbClr val="00002B"/>
            </a:solidFill>
            <a:ln w="6346" cap="flat">
              <a:noFill/>
              <a:prstDash val="solid"/>
              <a:miter/>
            </a:ln>
          </p:spPr>
          <p:txBody>
            <a:bodyPr rtlCol="0" anchor="ctr"/>
            <a:lstStyle/>
            <a:p>
              <a:endParaRPr lang="zh-CN" altLang="en-US"/>
            </a:p>
          </p:txBody>
        </p:sp>
        <p:sp>
          <p:nvSpPr>
            <p:cNvPr id="93" name="任意多边形 23">
              <a:extLst>
                <a:ext uri="{FF2B5EF4-FFF2-40B4-BE49-F238E27FC236}">
                  <a16:creationId xmlns:a16="http://schemas.microsoft.com/office/drawing/2014/main" id="{7193F0C5-6593-4A79-A201-45612F285FB1}"/>
                </a:ext>
              </a:extLst>
            </p:cNvPr>
            <p:cNvSpPr/>
            <p:nvPr/>
          </p:nvSpPr>
          <p:spPr>
            <a:xfrm>
              <a:off x="4163334" y="4959760"/>
              <a:ext cx="1475212" cy="524448"/>
            </a:xfrm>
            <a:custGeom>
              <a:avLst/>
              <a:gdLst>
                <a:gd name="connsiteX0" fmla="*/ -514 w 1302935"/>
                <a:gd name="connsiteY0" fmla="*/ 288407 h 463202"/>
                <a:gd name="connsiteX1" fmla="*/ 1297439 w 1302935"/>
                <a:gd name="connsiteY1" fmla="*/ 75449 h 463202"/>
                <a:gd name="connsiteX2" fmla="*/ 30298 w 1302935"/>
                <a:gd name="connsiteY2" fmla="*/ 462992 h 463202"/>
                <a:gd name="connsiteX3" fmla="*/ -514 w 1302935"/>
                <a:gd name="connsiteY3" fmla="*/ 288535 h 463202"/>
              </a:gdLst>
              <a:ahLst/>
              <a:cxnLst>
                <a:cxn ang="0">
                  <a:pos x="connsiteX0" y="connsiteY0"/>
                </a:cxn>
                <a:cxn ang="0">
                  <a:pos x="connsiteX1" y="connsiteY1"/>
                </a:cxn>
                <a:cxn ang="0">
                  <a:pos x="connsiteX2" y="connsiteY2"/>
                </a:cxn>
                <a:cxn ang="0">
                  <a:pos x="connsiteX3" y="connsiteY3"/>
                </a:cxn>
              </a:cxnLst>
              <a:rect l="l" t="t" r="r" b="b"/>
              <a:pathLst>
                <a:path w="1302935" h="463202">
                  <a:moveTo>
                    <a:pt x="-514" y="288407"/>
                  </a:moveTo>
                  <a:cubicBezTo>
                    <a:pt x="-514" y="288407"/>
                    <a:pt x="1197376" y="-178551"/>
                    <a:pt x="1297439" y="75449"/>
                  </a:cubicBezTo>
                  <a:cubicBezTo>
                    <a:pt x="1394896" y="326908"/>
                    <a:pt x="30298" y="462992"/>
                    <a:pt x="30298" y="462992"/>
                  </a:cubicBezTo>
                  <a:lnTo>
                    <a:pt x="-514" y="288535"/>
                  </a:lnTo>
                  <a:close/>
                </a:path>
              </a:pathLst>
            </a:custGeom>
            <a:solidFill>
              <a:srgbClr val="2A3072"/>
            </a:solidFill>
            <a:ln w="6346" cap="flat">
              <a:noFill/>
              <a:prstDash val="solid"/>
              <a:miter/>
            </a:ln>
          </p:spPr>
          <p:txBody>
            <a:bodyPr rtlCol="0" anchor="ctr"/>
            <a:lstStyle/>
            <a:p>
              <a:endParaRPr lang="zh-CN" altLang="en-US"/>
            </a:p>
          </p:txBody>
        </p:sp>
        <p:sp>
          <p:nvSpPr>
            <p:cNvPr id="94" name="任意多边形 24">
              <a:extLst>
                <a:ext uri="{FF2B5EF4-FFF2-40B4-BE49-F238E27FC236}">
                  <a16:creationId xmlns:a16="http://schemas.microsoft.com/office/drawing/2014/main" id="{51371AF7-CB28-4894-8538-9458FCCFBA84}"/>
                </a:ext>
              </a:extLst>
            </p:cNvPr>
            <p:cNvSpPr/>
            <p:nvPr/>
          </p:nvSpPr>
          <p:spPr>
            <a:xfrm>
              <a:off x="4197069" y="4159220"/>
              <a:ext cx="334881" cy="457055"/>
            </a:xfrm>
            <a:custGeom>
              <a:avLst/>
              <a:gdLst>
                <a:gd name="connsiteX0" fmla="*/ 262507 w 295773"/>
                <a:gd name="connsiteY0" fmla="*/ -210 h 403680"/>
                <a:gd name="connsiteX1" fmla="*/ -514 w 295773"/>
                <a:gd name="connsiteY1" fmla="*/ 206522 h 403680"/>
                <a:gd name="connsiteX2" fmla="*/ 151962 w 295773"/>
                <a:gd name="connsiteY2" fmla="*/ 403470 h 403680"/>
                <a:gd name="connsiteX3" fmla="*/ 290969 w 295773"/>
                <a:gd name="connsiteY3" fmla="*/ 272468 h 403680"/>
                <a:gd name="connsiteX4" fmla="*/ 262507 w 295773"/>
                <a:gd name="connsiteY4" fmla="*/ -210 h 4036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95773" h="403680">
                  <a:moveTo>
                    <a:pt x="262507" y="-210"/>
                  </a:moveTo>
                  <a:cubicBezTo>
                    <a:pt x="262507" y="-210"/>
                    <a:pt x="113843" y="47693"/>
                    <a:pt x="-514" y="206522"/>
                  </a:cubicBezTo>
                  <a:lnTo>
                    <a:pt x="151962" y="403470"/>
                  </a:lnTo>
                  <a:cubicBezTo>
                    <a:pt x="151962" y="403470"/>
                    <a:pt x="278326" y="317766"/>
                    <a:pt x="290969" y="272468"/>
                  </a:cubicBezTo>
                  <a:cubicBezTo>
                    <a:pt x="309393" y="206395"/>
                    <a:pt x="262507" y="-210"/>
                    <a:pt x="262507" y="-210"/>
                  </a:cubicBezTo>
                  <a:close/>
                </a:path>
              </a:pathLst>
            </a:custGeom>
            <a:solidFill>
              <a:srgbClr val="BE5ED3"/>
            </a:solidFill>
            <a:ln w="6346" cap="flat">
              <a:noFill/>
              <a:prstDash val="solid"/>
              <a:miter/>
            </a:ln>
          </p:spPr>
          <p:txBody>
            <a:bodyPr rtlCol="0" anchor="ctr"/>
            <a:lstStyle/>
            <a:p>
              <a:endParaRPr lang="zh-CN" altLang="en-US"/>
            </a:p>
          </p:txBody>
        </p:sp>
        <p:sp>
          <p:nvSpPr>
            <p:cNvPr id="96" name="任意多边形 25">
              <a:extLst>
                <a:ext uri="{FF2B5EF4-FFF2-40B4-BE49-F238E27FC236}">
                  <a16:creationId xmlns:a16="http://schemas.microsoft.com/office/drawing/2014/main" id="{0F2E2C42-773B-4377-A1FE-0C8AC0F7987C}"/>
                </a:ext>
              </a:extLst>
            </p:cNvPr>
            <p:cNvSpPr/>
            <p:nvPr/>
          </p:nvSpPr>
          <p:spPr>
            <a:xfrm>
              <a:off x="5168201" y="4116061"/>
              <a:ext cx="316452" cy="449862"/>
            </a:xfrm>
            <a:custGeom>
              <a:avLst/>
              <a:gdLst>
                <a:gd name="connsiteX0" fmla="*/ 30827 w 279496"/>
                <a:gd name="connsiteY0" fmla="*/ -210 h 397327"/>
                <a:gd name="connsiteX1" fmla="*/ 278982 w 279496"/>
                <a:gd name="connsiteY1" fmla="*/ 203092 h 397327"/>
                <a:gd name="connsiteX2" fmla="*/ 134892 w 279496"/>
                <a:gd name="connsiteY2" fmla="*/ 397117 h 397327"/>
                <a:gd name="connsiteX3" fmla="*/ 3508 w 279496"/>
                <a:gd name="connsiteY3" fmla="*/ 268148 h 397327"/>
                <a:gd name="connsiteX4" fmla="*/ 30827 w 279496"/>
                <a:gd name="connsiteY4" fmla="*/ -210 h 39732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79496" h="397327">
                  <a:moveTo>
                    <a:pt x="30827" y="-210"/>
                  </a:moveTo>
                  <a:cubicBezTo>
                    <a:pt x="30827" y="-210"/>
                    <a:pt x="161575" y="21899"/>
                    <a:pt x="278982" y="203092"/>
                  </a:cubicBezTo>
                  <a:lnTo>
                    <a:pt x="134892" y="397117"/>
                  </a:lnTo>
                  <a:cubicBezTo>
                    <a:pt x="134892" y="397117"/>
                    <a:pt x="15452" y="312747"/>
                    <a:pt x="3508" y="268148"/>
                  </a:cubicBezTo>
                  <a:cubicBezTo>
                    <a:pt x="-13899" y="203155"/>
                    <a:pt x="30827" y="-210"/>
                    <a:pt x="30827" y="-210"/>
                  </a:cubicBezTo>
                  <a:close/>
                </a:path>
              </a:pathLst>
            </a:custGeom>
            <a:solidFill>
              <a:srgbClr val="BE5ED3"/>
            </a:solidFill>
            <a:ln w="6346" cap="flat">
              <a:noFill/>
              <a:prstDash val="solid"/>
              <a:miter/>
            </a:ln>
          </p:spPr>
          <p:txBody>
            <a:bodyPr rtlCol="0" anchor="ctr"/>
            <a:lstStyle/>
            <a:p>
              <a:endParaRPr lang="zh-CN" altLang="en-US"/>
            </a:p>
          </p:txBody>
        </p:sp>
        <p:sp>
          <p:nvSpPr>
            <p:cNvPr id="97" name="任意多边形 26">
              <a:extLst>
                <a:ext uri="{FF2B5EF4-FFF2-40B4-BE49-F238E27FC236}">
                  <a16:creationId xmlns:a16="http://schemas.microsoft.com/office/drawing/2014/main" id="{BED1FFAF-2F36-4772-BC24-D0ABF5ACB758}"/>
                </a:ext>
              </a:extLst>
            </p:cNvPr>
            <p:cNvSpPr/>
            <p:nvPr/>
          </p:nvSpPr>
          <p:spPr>
            <a:xfrm>
              <a:off x="3207781" y="3560975"/>
              <a:ext cx="1486066" cy="1759003"/>
            </a:xfrm>
            <a:custGeom>
              <a:avLst/>
              <a:gdLst>
                <a:gd name="connsiteX0" fmla="*/ 933471 w 1312521"/>
                <a:gd name="connsiteY0" fmla="*/ 872704 h 1553585"/>
                <a:gd name="connsiteX1" fmla="*/ 1030738 w 1312521"/>
                <a:gd name="connsiteY1" fmla="*/ 1006121 h 1553585"/>
                <a:gd name="connsiteX2" fmla="*/ 1002848 w 1312521"/>
                <a:gd name="connsiteY2" fmla="*/ 1177656 h 1553585"/>
                <a:gd name="connsiteX3" fmla="*/ 831211 w 1312521"/>
                <a:gd name="connsiteY3" fmla="*/ 1152962 h 1553585"/>
                <a:gd name="connsiteX4" fmla="*/ 830677 w 1312521"/>
                <a:gd name="connsiteY4" fmla="*/ 1152244 h 1553585"/>
                <a:gd name="connsiteX5" fmla="*/ 674897 w 1312521"/>
                <a:gd name="connsiteY5" fmla="*/ 940874 h 1553585"/>
                <a:gd name="connsiteX6" fmla="*/ 674008 w 1312521"/>
                <a:gd name="connsiteY6" fmla="*/ 935220 h 1553585"/>
                <a:gd name="connsiteX7" fmla="*/ 669942 w 1312521"/>
                <a:gd name="connsiteY7" fmla="*/ 931217 h 1553585"/>
                <a:gd name="connsiteX8" fmla="*/ 695354 w 1312521"/>
                <a:gd name="connsiteY8" fmla="*/ 758792 h 1553585"/>
                <a:gd name="connsiteX9" fmla="*/ 761046 w 1312521"/>
                <a:gd name="connsiteY9" fmla="*/ 359495 h 1553585"/>
                <a:gd name="connsiteX10" fmla="*/ 364075 w 1312521"/>
                <a:gd name="connsiteY10" fmla="*/ 301001 h 1553585"/>
                <a:gd name="connsiteX11" fmla="*/ 362321 w 1312521"/>
                <a:gd name="connsiteY11" fmla="*/ 302316 h 1553585"/>
                <a:gd name="connsiteX12" fmla="*/ 248727 w 1312521"/>
                <a:gd name="connsiteY12" fmla="*/ 557015 h 1553585"/>
                <a:gd name="connsiteX13" fmla="*/ 137946 w 1312521"/>
                <a:gd name="connsiteY13" fmla="*/ 696670 h 1553585"/>
                <a:gd name="connsiteX14" fmla="*/ 136910 w 1312521"/>
                <a:gd name="connsiteY14" fmla="*/ 696785 h 1553585"/>
                <a:gd name="connsiteX15" fmla="*/ 2668 w 1312521"/>
                <a:gd name="connsiteY15" fmla="*/ 586557 h 1553585"/>
                <a:gd name="connsiteX16" fmla="*/ 216389 w 1312521"/>
                <a:gd name="connsiteY16" fmla="*/ 102509 h 1553585"/>
                <a:gd name="connsiteX17" fmla="*/ 960282 w 1312521"/>
                <a:gd name="connsiteY17" fmla="*/ 215786 h 1553585"/>
                <a:gd name="connsiteX18" fmla="*/ 933471 w 1312521"/>
                <a:gd name="connsiteY18" fmla="*/ 872704 h 1553585"/>
                <a:gd name="connsiteX19" fmla="*/ 1259071 w 1312521"/>
                <a:gd name="connsiteY19" fmla="*/ 1318824 h 1553585"/>
                <a:gd name="connsiteX20" fmla="*/ 1287153 w 1312521"/>
                <a:gd name="connsiteY20" fmla="*/ 1357388 h 1553585"/>
                <a:gd name="connsiteX21" fmla="*/ 1259199 w 1312521"/>
                <a:gd name="connsiteY21" fmla="*/ 1528923 h 1553585"/>
                <a:gd name="connsiteX22" fmla="*/ 1087644 w 1312521"/>
                <a:gd name="connsiteY22" fmla="*/ 1504260 h 1553585"/>
                <a:gd name="connsiteX23" fmla="*/ 1087091 w 1312521"/>
                <a:gd name="connsiteY23" fmla="*/ 1503511 h 1553585"/>
                <a:gd name="connsiteX24" fmla="*/ 1061678 w 1312521"/>
                <a:gd name="connsiteY24" fmla="*/ 1465391 h 1553585"/>
                <a:gd name="connsiteX25" fmla="*/ 1087091 w 1312521"/>
                <a:gd name="connsiteY25" fmla="*/ 1292967 h 1553585"/>
                <a:gd name="connsiteX26" fmla="*/ 1259199 w 1312521"/>
                <a:gd name="connsiteY26" fmla="*/ 1318379 h 155358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Lst>
              <a:rect l="l" t="t" r="r" b="b"/>
              <a:pathLst>
                <a:path w="1312521" h="1553585">
                  <a:moveTo>
                    <a:pt x="933471" y="872704"/>
                  </a:moveTo>
                  <a:lnTo>
                    <a:pt x="1030738" y="1006121"/>
                  </a:lnTo>
                  <a:cubicBezTo>
                    <a:pt x="1071971" y="1062410"/>
                    <a:pt x="1061551" y="1137187"/>
                    <a:pt x="1002848" y="1177656"/>
                  </a:cubicBezTo>
                  <a:cubicBezTo>
                    <a:pt x="948630" y="1218234"/>
                    <a:pt x="871788" y="1207179"/>
                    <a:pt x="831211" y="1152962"/>
                  </a:cubicBezTo>
                  <a:cubicBezTo>
                    <a:pt x="831033" y="1152720"/>
                    <a:pt x="830855" y="1152485"/>
                    <a:pt x="830677" y="1152244"/>
                  </a:cubicBezTo>
                  <a:lnTo>
                    <a:pt x="674897" y="940874"/>
                  </a:lnTo>
                  <a:cubicBezTo>
                    <a:pt x="673246" y="937633"/>
                    <a:pt x="676486" y="935982"/>
                    <a:pt x="674008" y="935220"/>
                  </a:cubicBezTo>
                  <a:cubicBezTo>
                    <a:pt x="671530" y="934457"/>
                    <a:pt x="671594" y="934457"/>
                    <a:pt x="669942" y="931217"/>
                  </a:cubicBezTo>
                  <a:cubicBezTo>
                    <a:pt x="630362" y="878168"/>
                    <a:pt x="642369" y="798499"/>
                    <a:pt x="695354" y="758792"/>
                  </a:cubicBezTo>
                  <a:cubicBezTo>
                    <a:pt x="824769" y="665400"/>
                    <a:pt x="855010" y="486495"/>
                    <a:pt x="761046" y="359495"/>
                  </a:cubicBezTo>
                  <a:cubicBezTo>
                    <a:pt x="667578" y="233721"/>
                    <a:pt x="489849" y="207534"/>
                    <a:pt x="364075" y="301001"/>
                  </a:cubicBezTo>
                  <a:cubicBezTo>
                    <a:pt x="363490" y="301439"/>
                    <a:pt x="362906" y="301878"/>
                    <a:pt x="362321" y="302316"/>
                  </a:cubicBezTo>
                  <a:cubicBezTo>
                    <a:pt x="281636" y="360797"/>
                    <a:pt x="238326" y="457912"/>
                    <a:pt x="248727" y="557015"/>
                  </a:cubicBezTo>
                  <a:cubicBezTo>
                    <a:pt x="256700" y="626169"/>
                    <a:pt x="207101" y="688697"/>
                    <a:pt x="137946" y="696670"/>
                  </a:cubicBezTo>
                  <a:cubicBezTo>
                    <a:pt x="137603" y="696708"/>
                    <a:pt x="137254" y="696747"/>
                    <a:pt x="136910" y="696785"/>
                  </a:cubicBezTo>
                  <a:cubicBezTo>
                    <a:pt x="68106" y="701741"/>
                    <a:pt x="9847" y="656252"/>
                    <a:pt x="2668" y="586557"/>
                  </a:cubicBezTo>
                  <a:cubicBezTo>
                    <a:pt x="-18056" y="398554"/>
                    <a:pt x="63493" y="213855"/>
                    <a:pt x="216389" y="102509"/>
                  </a:cubicBezTo>
                  <a:cubicBezTo>
                    <a:pt x="453375" y="-70456"/>
                    <a:pt x="785519" y="-19878"/>
                    <a:pt x="960282" y="215786"/>
                  </a:cubicBezTo>
                  <a:cubicBezTo>
                    <a:pt x="1106405" y="415975"/>
                    <a:pt x="1089251" y="688017"/>
                    <a:pt x="933471" y="872704"/>
                  </a:cubicBezTo>
                  <a:close/>
                  <a:moveTo>
                    <a:pt x="1259071" y="1318824"/>
                  </a:moveTo>
                  <a:lnTo>
                    <a:pt x="1287153" y="1357388"/>
                  </a:lnTo>
                  <a:cubicBezTo>
                    <a:pt x="1328321" y="1413677"/>
                    <a:pt x="1317902" y="1488454"/>
                    <a:pt x="1259199" y="1528923"/>
                  </a:cubicBezTo>
                  <a:cubicBezTo>
                    <a:pt x="1205012" y="1569488"/>
                    <a:pt x="1128209" y="1558440"/>
                    <a:pt x="1087644" y="1504260"/>
                  </a:cubicBezTo>
                  <a:cubicBezTo>
                    <a:pt x="1087460" y="1504013"/>
                    <a:pt x="1087275" y="1503758"/>
                    <a:pt x="1087091" y="1503511"/>
                  </a:cubicBezTo>
                  <a:lnTo>
                    <a:pt x="1061678" y="1465391"/>
                  </a:lnTo>
                  <a:cubicBezTo>
                    <a:pt x="1019684" y="1411517"/>
                    <a:pt x="1034106" y="1332610"/>
                    <a:pt x="1087091" y="1292967"/>
                  </a:cubicBezTo>
                  <a:cubicBezTo>
                    <a:pt x="1141671" y="1252592"/>
                    <a:pt x="1218621" y="1263958"/>
                    <a:pt x="1259199" y="1318379"/>
                  </a:cubicBezTo>
                  <a:close/>
                </a:path>
              </a:pathLst>
            </a:custGeom>
            <a:solidFill>
              <a:srgbClr val="FFC545"/>
            </a:solidFill>
            <a:ln w="6346" cap="flat">
              <a:noFill/>
              <a:prstDash val="solid"/>
              <a:miter/>
            </a:ln>
          </p:spPr>
          <p:txBody>
            <a:bodyPr rtlCol="0" anchor="ctr"/>
            <a:lstStyle/>
            <a:p>
              <a:endParaRPr lang="zh-CN" altLang="en-US"/>
            </a:p>
          </p:txBody>
        </p:sp>
        <p:sp>
          <p:nvSpPr>
            <p:cNvPr id="98" name="任意多边形 27">
              <a:extLst>
                <a:ext uri="{FF2B5EF4-FFF2-40B4-BE49-F238E27FC236}">
                  <a16:creationId xmlns:a16="http://schemas.microsoft.com/office/drawing/2014/main" id="{C520EBE0-F17A-4B8F-BB0B-E32D5924FB8D}"/>
                </a:ext>
              </a:extLst>
            </p:cNvPr>
            <p:cNvSpPr/>
            <p:nvPr/>
          </p:nvSpPr>
          <p:spPr>
            <a:xfrm>
              <a:off x="6164723" y="1962102"/>
              <a:ext cx="703194" cy="564027"/>
            </a:xfrm>
            <a:custGeom>
              <a:avLst/>
              <a:gdLst>
                <a:gd name="connsiteX0" fmla="*/ 577794 w 621074"/>
                <a:gd name="connsiteY0" fmla="*/ 416455 h 498159"/>
                <a:gd name="connsiteX1" fmla="*/ 538976 w 621074"/>
                <a:gd name="connsiteY1" fmla="*/ 192061 h 498159"/>
                <a:gd name="connsiteX2" fmla="*/ 398317 w 621074"/>
                <a:gd name="connsiteY2" fmla="*/ 31135 h 498159"/>
                <a:gd name="connsiteX3" fmla="*/ 10265 w 621074"/>
                <a:gd name="connsiteY3" fmla="*/ 121159 h 498159"/>
                <a:gd name="connsiteX4" fmla="*/ 38156 w 621074"/>
                <a:gd name="connsiteY4" fmla="*/ 265504 h 498159"/>
                <a:gd name="connsiteX5" fmla="*/ 65983 w 621074"/>
                <a:gd name="connsiteY5" fmla="*/ 440152 h 498159"/>
                <a:gd name="connsiteX6" fmla="*/ 577794 w 621074"/>
                <a:gd name="connsiteY6" fmla="*/ 416455 h 4981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621074" h="498159">
                  <a:moveTo>
                    <a:pt x="577794" y="416455"/>
                  </a:moveTo>
                  <a:cubicBezTo>
                    <a:pt x="667819" y="254576"/>
                    <a:pt x="596536" y="161629"/>
                    <a:pt x="538976" y="192061"/>
                  </a:cubicBezTo>
                  <a:cubicBezTo>
                    <a:pt x="538976" y="192061"/>
                    <a:pt x="530399" y="91617"/>
                    <a:pt x="398317" y="31135"/>
                  </a:cubicBezTo>
                  <a:cubicBezTo>
                    <a:pt x="245841" y="-38750"/>
                    <a:pt x="48893" y="15633"/>
                    <a:pt x="10265" y="121159"/>
                  </a:cubicBezTo>
                  <a:cubicBezTo>
                    <a:pt x="-25186" y="218554"/>
                    <a:pt x="38156" y="265504"/>
                    <a:pt x="38156" y="265504"/>
                  </a:cubicBezTo>
                  <a:cubicBezTo>
                    <a:pt x="38156" y="265504"/>
                    <a:pt x="-1043" y="335388"/>
                    <a:pt x="65983" y="440152"/>
                  </a:cubicBezTo>
                  <a:cubicBezTo>
                    <a:pt x="133009" y="544916"/>
                    <a:pt x="537515" y="488945"/>
                    <a:pt x="577794" y="416455"/>
                  </a:cubicBezTo>
                  <a:close/>
                </a:path>
              </a:pathLst>
            </a:custGeom>
            <a:solidFill>
              <a:srgbClr val="981D04"/>
            </a:solidFill>
            <a:ln w="6346" cap="flat">
              <a:noFill/>
              <a:prstDash val="solid"/>
              <a:miter/>
            </a:ln>
          </p:spPr>
          <p:txBody>
            <a:bodyPr rtlCol="0" anchor="ctr"/>
            <a:lstStyle/>
            <a:p>
              <a:endParaRPr lang="zh-CN" altLang="en-US"/>
            </a:p>
          </p:txBody>
        </p:sp>
        <p:sp>
          <p:nvSpPr>
            <p:cNvPr id="99" name="任意多边形 28">
              <a:extLst>
                <a:ext uri="{FF2B5EF4-FFF2-40B4-BE49-F238E27FC236}">
                  <a16:creationId xmlns:a16="http://schemas.microsoft.com/office/drawing/2014/main" id="{86DA7C0B-07A9-4435-9E88-07C5D9CCD3A6}"/>
                </a:ext>
              </a:extLst>
            </p:cNvPr>
            <p:cNvSpPr/>
            <p:nvPr/>
          </p:nvSpPr>
          <p:spPr>
            <a:xfrm>
              <a:off x="6390997" y="2695691"/>
              <a:ext cx="273341" cy="276362"/>
            </a:xfrm>
            <a:custGeom>
              <a:avLst/>
              <a:gdLst>
                <a:gd name="connsiteX0" fmla="*/ 120196 w 241420"/>
                <a:gd name="connsiteY0" fmla="*/ 243879 h 244088"/>
                <a:gd name="connsiteX1" fmla="*/ 120196 w 241420"/>
                <a:gd name="connsiteY1" fmla="*/ 243879 h 244088"/>
                <a:gd name="connsiteX2" fmla="*/ -514 w 241420"/>
                <a:gd name="connsiteY2" fmla="*/ 160017 h 244088"/>
                <a:gd name="connsiteX3" fmla="*/ -514 w 241420"/>
                <a:gd name="connsiteY3" fmla="*/ -210 h 244088"/>
                <a:gd name="connsiteX4" fmla="*/ 240906 w 241420"/>
                <a:gd name="connsiteY4" fmla="*/ -210 h 244088"/>
                <a:gd name="connsiteX5" fmla="*/ 240906 w 241420"/>
                <a:gd name="connsiteY5" fmla="*/ 160335 h 244088"/>
                <a:gd name="connsiteX6" fmla="*/ 120958 w 241420"/>
                <a:gd name="connsiteY6" fmla="*/ 243752 h 24408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41420" h="244088">
                  <a:moveTo>
                    <a:pt x="120196" y="243879"/>
                  </a:moveTo>
                  <a:lnTo>
                    <a:pt x="120196" y="243879"/>
                  </a:lnTo>
                  <a:cubicBezTo>
                    <a:pt x="53551" y="243879"/>
                    <a:pt x="-514" y="206332"/>
                    <a:pt x="-514" y="160017"/>
                  </a:cubicBezTo>
                  <a:lnTo>
                    <a:pt x="-514" y="-210"/>
                  </a:lnTo>
                  <a:lnTo>
                    <a:pt x="240906" y="-210"/>
                  </a:lnTo>
                  <a:lnTo>
                    <a:pt x="240906" y="160335"/>
                  </a:lnTo>
                  <a:cubicBezTo>
                    <a:pt x="240906" y="206395"/>
                    <a:pt x="187222" y="243752"/>
                    <a:pt x="120958" y="243752"/>
                  </a:cubicBezTo>
                  <a:close/>
                </a:path>
              </a:pathLst>
            </a:custGeom>
            <a:solidFill>
              <a:srgbClr val="FF93B1"/>
            </a:solidFill>
            <a:ln w="6346" cap="flat">
              <a:noFill/>
              <a:prstDash val="solid"/>
              <a:miter/>
            </a:ln>
          </p:spPr>
          <p:txBody>
            <a:bodyPr rtlCol="0" anchor="ctr"/>
            <a:lstStyle/>
            <a:p>
              <a:endParaRPr lang="zh-CN" altLang="en-US"/>
            </a:p>
          </p:txBody>
        </p:sp>
        <p:sp>
          <p:nvSpPr>
            <p:cNvPr id="100" name="任意多边形 29">
              <a:extLst>
                <a:ext uri="{FF2B5EF4-FFF2-40B4-BE49-F238E27FC236}">
                  <a16:creationId xmlns:a16="http://schemas.microsoft.com/office/drawing/2014/main" id="{FF994F4B-D81F-4C92-941D-DBEF7097DB8F}"/>
                </a:ext>
              </a:extLst>
            </p:cNvPr>
            <p:cNvSpPr/>
            <p:nvPr/>
          </p:nvSpPr>
          <p:spPr>
            <a:xfrm>
              <a:off x="6190954" y="2434905"/>
              <a:ext cx="140645" cy="163868"/>
            </a:xfrm>
            <a:custGeom>
              <a:avLst/>
              <a:gdLst>
                <a:gd name="connsiteX0" fmla="*/ 89827 w 124220"/>
                <a:gd name="connsiteY0" fmla="*/ 32284 h 144731"/>
                <a:gd name="connsiteX1" fmla="*/ -514 w 124220"/>
                <a:gd name="connsiteY1" fmla="*/ 54139 h 144731"/>
                <a:gd name="connsiteX2" fmla="*/ 109904 w 124220"/>
                <a:gd name="connsiteY2" fmla="*/ 127518 h 144731"/>
                <a:gd name="connsiteX3" fmla="*/ 89827 w 124220"/>
                <a:gd name="connsiteY3" fmla="*/ 32221 h 144731"/>
              </a:gdLst>
              <a:ahLst/>
              <a:cxnLst>
                <a:cxn ang="0">
                  <a:pos x="connsiteX0" y="connsiteY0"/>
                </a:cxn>
                <a:cxn ang="0">
                  <a:pos x="connsiteX1" y="connsiteY1"/>
                </a:cxn>
                <a:cxn ang="0">
                  <a:pos x="connsiteX2" y="connsiteY2"/>
                </a:cxn>
                <a:cxn ang="0">
                  <a:pos x="connsiteX3" y="connsiteY3"/>
                </a:cxn>
              </a:cxnLst>
              <a:rect l="l" t="t" r="r" b="b"/>
              <a:pathLst>
                <a:path w="124220" h="144731">
                  <a:moveTo>
                    <a:pt x="89827" y="32284"/>
                  </a:moveTo>
                  <a:cubicBezTo>
                    <a:pt x="47960" y="-30739"/>
                    <a:pt x="-514" y="9730"/>
                    <a:pt x="-514" y="54139"/>
                  </a:cubicBezTo>
                  <a:cubicBezTo>
                    <a:pt x="-514" y="118306"/>
                    <a:pt x="69752" y="173579"/>
                    <a:pt x="109904" y="127518"/>
                  </a:cubicBezTo>
                  <a:cubicBezTo>
                    <a:pt x="150056" y="81458"/>
                    <a:pt x="89827" y="32221"/>
                    <a:pt x="89827" y="32221"/>
                  </a:cubicBezTo>
                  <a:close/>
                </a:path>
              </a:pathLst>
            </a:custGeom>
            <a:solidFill>
              <a:srgbClr val="FED0D6"/>
            </a:solidFill>
            <a:ln w="6346" cap="flat">
              <a:noFill/>
              <a:prstDash val="solid"/>
              <a:miter/>
            </a:ln>
          </p:spPr>
          <p:txBody>
            <a:bodyPr rtlCol="0" anchor="ctr"/>
            <a:lstStyle/>
            <a:p>
              <a:endParaRPr lang="zh-CN" altLang="en-US"/>
            </a:p>
          </p:txBody>
        </p:sp>
        <p:sp>
          <p:nvSpPr>
            <p:cNvPr id="101" name="任意多边形 30">
              <a:extLst>
                <a:ext uri="{FF2B5EF4-FFF2-40B4-BE49-F238E27FC236}">
                  <a16:creationId xmlns:a16="http://schemas.microsoft.com/office/drawing/2014/main" id="{8666859B-59C3-4570-8B01-006223EEF7F2}"/>
                </a:ext>
              </a:extLst>
            </p:cNvPr>
            <p:cNvSpPr/>
            <p:nvPr/>
          </p:nvSpPr>
          <p:spPr>
            <a:xfrm>
              <a:off x="6727091" y="2434905"/>
              <a:ext cx="140816" cy="163868"/>
            </a:xfrm>
            <a:custGeom>
              <a:avLst/>
              <a:gdLst>
                <a:gd name="connsiteX0" fmla="*/ 33579 w 124371"/>
                <a:gd name="connsiteY0" fmla="*/ 32284 h 144731"/>
                <a:gd name="connsiteX1" fmla="*/ 123857 w 124371"/>
                <a:gd name="connsiteY1" fmla="*/ 54139 h 144731"/>
                <a:gd name="connsiteX2" fmla="*/ 13439 w 124371"/>
                <a:gd name="connsiteY2" fmla="*/ 127518 h 144731"/>
                <a:gd name="connsiteX3" fmla="*/ 33579 w 124371"/>
                <a:gd name="connsiteY3" fmla="*/ 32221 h 144731"/>
              </a:gdLst>
              <a:ahLst/>
              <a:cxnLst>
                <a:cxn ang="0">
                  <a:pos x="connsiteX0" y="connsiteY0"/>
                </a:cxn>
                <a:cxn ang="0">
                  <a:pos x="connsiteX1" y="connsiteY1"/>
                </a:cxn>
                <a:cxn ang="0">
                  <a:pos x="connsiteX2" y="connsiteY2"/>
                </a:cxn>
                <a:cxn ang="0">
                  <a:pos x="connsiteX3" y="connsiteY3"/>
                </a:cxn>
              </a:cxnLst>
              <a:rect l="l" t="t" r="r" b="b"/>
              <a:pathLst>
                <a:path w="124371" h="144731">
                  <a:moveTo>
                    <a:pt x="33579" y="32284"/>
                  </a:moveTo>
                  <a:cubicBezTo>
                    <a:pt x="75319" y="-30739"/>
                    <a:pt x="123857" y="9730"/>
                    <a:pt x="123857" y="54139"/>
                  </a:cubicBezTo>
                  <a:cubicBezTo>
                    <a:pt x="123857" y="118306"/>
                    <a:pt x="53972" y="173579"/>
                    <a:pt x="13439" y="127518"/>
                  </a:cubicBezTo>
                  <a:cubicBezTo>
                    <a:pt x="-27095" y="81458"/>
                    <a:pt x="33579" y="32221"/>
                    <a:pt x="33579" y="32221"/>
                  </a:cubicBezTo>
                  <a:close/>
                </a:path>
              </a:pathLst>
            </a:custGeom>
            <a:solidFill>
              <a:srgbClr val="FED0D6"/>
            </a:solidFill>
            <a:ln w="6346" cap="flat">
              <a:noFill/>
              <a:prstDash val="solid"/>
              <a:miter/>
            </a:ln>
          </p:spPr>
          <p:txBody>
            <a:bodyPr rtlCol="0" anchor="ctr"/>
            <a:lstStyle/>
            <a:p>
              <a:endParaRPr lang="zh-CN" altLang="en-US"/>
            </a:p>
          </p:txBody>
        </p:sp>
        <p:sp>
          <p:nvSpPr>
            <p:cNvPr id="102" name="任意多边形 31">
              <a:extLst>
                <a:ext uri="{FF2B5EF4-FFF2-40B4-BE49-F238E27FC236}">
                  <a16:creationId xmlns:a16="http://schemas.microsoft.com/office/drawing/2014/main" id="{4547F1B1-FE7D-473A-85C2-4348F311035E}"/>
                </a:ext>
              </a:extLst>
            </p:cNvPr>
            <p:cNvSpPr/>
            <p:nvPr/>
          </p:nvSpPr>
          <p:spPr>
            <a:xfrm>
              <a:off x="6265196" y="2209296"/>
              <a:ext cx="527030" cy="543940"/>
            </a:xfrm>
            <a:custGeom>
              <a:avLst/>
              <a:gdLst>
                <a:gd name="connsiteX0" fmla="*/ 232068 w 465483"/>
                <a:gd name="connsiteY0" fmla="*/ 480209 h 480418"/>
                <a:gd name="connsiteX1" fmla="*/ 7928 w 465483"/>
                <a:gd name="connsiteY1" fmla="*/ 114266 h 480418"/>
                <a:gd name="connsiteX2" fmla="*/ 456589 w 465483"/>
                <a:gd name="connsiteY2" fmla="*/ 114266 h 480418"/>
                <a:gd name="connsiteX3" fmla="*/ 232068 w 465483"/>
                <a:gd name="connsiteY3" fmla="*/ 480209 h 480418"/>
              </a:gdLst>
              <a:ahLst/>
              <a:cxnLst>
                <a:cxn ang="0">
                  <a:pos x="connsiteX0" y="connsiteY0"/>
                </a:cxn>
                <a:cxn ang="0">
                  <a:pos x="connsiteX1" y="connsiteY1"/>
                </a:cxn>
                <a:cxn ang="0">
                  <a:pos x="connsiteX2" y="connsiteY2"/>
                </a:cxn>
                <a:cxn ang="0">
                  <a:pos x="connsiteX3" y="connsiteY3"/>
                </a:cxn>
              </a:cxnLst>
              <a:rect l="l" t="t" r="r" b="b"/>
              <a:pathLst>
                <a:path w="465483" h="480418">
                  <a:moveTo>
                    <a:pt x="232068" y="480209"/>
                  </a:moveTo>
                  <a:cubicBezTo>
                    <a:pt x="66886" y="480209"/>
                    <a:pt x="-30763" y="299588"/>
                    <a:pt x="7928" y="114266"/>
                  </a:cubicBezTo>
                  <a:cubicBezTo>
                    <a:pt x="39694" y="-38527"/>
                    <a:pt x="424696" y="-38210"/>
                    <a:pt x="456589" y="114266"/>
                  </a:cubicBezTo>
                  <a:cubicBezTo>
                    <a:pt x="495153" y="299588"/>
                    <a:pt x="397251" y="480209"/>
                    <a:pt x="232068" y="480209"/>
                  </a:cubicBezTo>
                  <a:close/>
                </a:path>
              </a:pathLst>
            </a:custGeom>
            <a:solidFill>
              <a:srgbClr val="FED0D6"/>
            </a:solidFill>
            <a:ln w="6346" cap="flat">
              <a:noFill/>
              <a:prstDash val="solid"/>
              <a:miter/>
            </a:ln>
          </p:spPr>
          <p:txBody>
            <a:bodyPr rtlCol="0" anchor="ctr"/>
            <a:lstStyle/>
            <a:p>
              <a:endParaRPr lang="zh-CN" altLang="en-US"/>
            </a:p>
          </p:txBody>
        </p:sp>
        <p:sp>
          <p:nvSpPr>
            <p:cNvPr id="103" name="任意多边形 32">
              <a:extLst>
                <a:ext uri="{FF2B5EF4-FFF2-40B4-BE49-F238E27FC236}">
                  <a16:creationId xmlns:a16="http://schemas.microsoft.com/office/drawing/2014/main" id="{D7ACCB49-E7AA-4463-9C1B-8F4EE85BD995}"/>
                </a:ext>
              </a:extLst>
            </p:cNvPr>
            <p:cNvSpPr/>
            <p:nvPr/>
          </p:nvSpPr>
          <p:spPr>
            <a:xfrm>
              <a:off x="6255890" y="2082565"/>
              <a:ext cx="448236" cy="230262"/>
            </a:xfrm>
            <a:custGeom>
              <a:avLst/>
              <a:gdLst>
                <a:gd name="connsiteX0" fmla="*/ 386663 w 395890"/>
                <a:gd name="connsiteY0" fmla="*/ 112221 h 203372"/>
                <a:gd name="connsiteX1" fmla="*/ 250388 w 395890"/>
                <a:gd name="connsiteY1" fmla="*/ 153708 h 203372"/>
                <a:gd name="connsiteX2" fmla="*/ 94799 w 395890"/>
                <a:gd name="connsiteY2" fmla="*/ 202246 h 203372"/>
                <a:gd name="connsiteX3" fmla="*/ 66146 w 395890"/>
                <a:gd name="connsiteY3" fmla="*/ 31028 h 203372"/>
                <a:gd name="connsiteX4" fmla="*/ 386663 w 395890"/>
                <a:gd name="connsiteY4" fmla="*/ 112221 h 20337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95890" h="203372">
                  <a:moveTo>
                    <a:pt x="386663" y="112221"/>
                  </a:moveTo>
                  <a:cubicBezTo>
                    <a:pt x="344034" y="208472"/>
                    <a:pt x="250388" y="153708"/>
                    <a:pt x="250388" y="153708"/>
                  </a:cubicBezTo>
                  <a:cubicBezTo>
                    <a:pt x="207091" y="190022"/>
                    <a:pt x="151062" y="207500"/>
                    <a:pt x="94799" y="202246"/>
                  </a:cubicBezTo>
                  <a:cubicBezTo>
                    <a:pt x="581" y="192970"/>
                    <a:pt x="-48592" y="79439"/>
                    <a:pt x="66146" y="31028"/>
                  </a:cubicBezTo>
                  <a:cubicBezTo>
                    <a:pt x="180884" y="-17383"/>
                    <a:pt x="446701" y="-22784"/>
                    <a:pt x="386663" y="112221"/>
                  </a:cubicBezTo>
                  <a:close/>
                </a:path>
              </a:pathLst>
            </a:custGeom>
            <a:solidFill>
              <a:srgbClr val="981D04"/>
            </a:solidFill>
            <a:ln w="6346" cap="flat">
              <a:noFill/>
              <a:prstDash val="solid"/>
              <a:miter/>
            </a:ln>
          </p:spPr>
          <p:txBody>
            <a:bodyPr rtlCol="0" anchor="ctr"/>
            <a:lstStyle/>
            <a:p>
              <a:endParaRPr lang="zh-CN" altLang="en-US"/>
            </a:p>
          </p:txBody>
        </p:sp>
        <p:sp>
          <p:nvSpPr>
            <p:cNvPr id="104" name="任意多边形 33">
              <a:extLst>
                <a:ext uri="{FF2B5EF4-FFF2-40B4-BE49-F238E27FC236}">
                  <a16:creationId xmlns:a16="http://schemas.microsoft.com/office/drawing/2014/main" id="{C176DC2F-C8A6-4987-BC98-DA5B13084FED}"/>
                </a:ext>
              </a:extLst>
            </p:cNvPr>
            <p:cNvSpPr/>
            <p:nvPr/>
          </p:nvSpPr>
          <p:spPr>
            <a:xfrm>
              <a:off x="5999615" y="5296537"/>
              <a:ext cx="484830" cy="136671"/>
            </a:xfrm>
            <a:custGeom>
              <a:avLst/>
              <a:gdLst>
                <a:gd name="connsiteX0" fmla="*/ 415046 w 428211"/>
                <a:gd name="connsiteY0" fmla="*/ -210 h 120710"/>
                <a:gd name="connsiteX1" fmla="*/ 150755 w 428211"/>
                <a:gd name="connsiteY1" fmla="*/ -210 h 120710"/>
                <a:gd name="connsiteX2" fmla="*/ -514 w 428211"/>
                <a:gd name="connsiteY2" fmla="*/ 107794 h 120710"/>
                <a:gd name="connsiteX3" fmla="*/ -514 w 428211"/>
                <a:gd name="connsiteY3" fmla="*/ 120500 h 120710"/>
                <a:gd name="connsiteX4" fmla="*/ 425148 w 428211"/>
                <a:gd name="connsiteY4" fmla="*/ 120500 h 120710"/>
                <a:gd name="connsiteX5" fmla="*/ 414856 w 428211"/>
                <a:gd name="connsiteY5" fmla="*/ -210 h 1207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428211" h="120710">
                  <a:moveTo>
                    <a:pt x="415046" y="-210"/>
                  </a:moveTo>
                  <a:lnTo>
                    <a:pt x="150755" y="-210"/>
                  </a:lnTo>
                  <a:cubicBezTo>
                    <a:pt x="150755" y="-210"/>
                    <a:pt x="14924" y="76981"/>
                    <a:pt x="-514" y="107794"/>
                  </a:cubicBezTo>
                  <a:lnTo>
                    <a:pt x="-514" y="120500"/>
                  </a:lnTo>
                  <a:lnTo>
                    <a:pt x="425148" y="120500"/>
                  </a:lnTo>
                  <a:cubicBezTo>
                    <a:pt x="425148" y="120500"/>
                    <a:pt x="435377" y="30412"/>
                    <a:pt x="414856" y="-210"/>
                  </a:cubicBezTo>
                  <a:close/>
                </a:path>
              </a:pathLst>
            </a:custGeom>
            <a:solidFill>
              <a:srgbClr val="00065B"/>
            </a:solidFill>
            <a:ln w="6346" cap="flat">
              <a:noFill/>
              <a:prstDash val="solid"/>
              <a:miter/>
            </a:ln>
          </p:spPr>
          <p:txBody>
            <a:bodyPr rtlCol="0" anchor="ctr"/>
            <a:lstStyle/>
            <a:p>
              <a:endParaRPr lang="zh-CN" altLang="en-US"/>
            </a:p>
          </p:txBody>
        </p:sp>
        <p:sp>
          <p:nvSpPr>
            <p:cNvPr id="105" name="任意多边形 34">
              <a:extLst>
                <a:ext uri="{FF2B5EF4-FFF2-40B4-BE49-F238E27FC236}">
                  <a16:creationId xmlns:a16="http://schemas.microsoft.com/office/drawing/2014/main" id="{8B721480-CCB1-4406-AD1B-3AA9DA2F63E6}"/>
                </a:ext>
              </a:extLst>
            </p:cNvPr>
            <p:cNvSpPr/>
            <p:nvPr/>
          </p:nvSpPr>
          <p:spPr>
            <a:xfrm>
              <a:off x="5999255" y="5433496"/>
              <a:ext cx="483023" cy="22802"/>
            </a:xfrm>
            <a:custGeom>
              <a:avLst/>
              <a:gdLst>
                <a:gd name="connsiteX0" fmla="*/ 426615 w 426615"/>
                <a:gd name="connsiteY0" fmla="*/ 0 h 20139"/>
                <a:gd name="connsiteX1" fmla="*/ 0 w 426615"/>
                <a:gd name="connsiteY1" fmla="*/ 0 h 20139"/>
                <a:gd name="connsiteX2" fmla="*/ 0 w 426615"/>
                <a:gd name="connsiteY2" fmla="*/ 20140 h 20139"/>
                <a:gd name="connsiteX3" fmla="*/ 426615 w 426615"/>
                <a:gd name="connsiteY3" fmla="*/ 20140 h 20139"/>
                <a:gd name="connsiteX4" fmla="*/ 426615 w 426615"/>
                <a:gd name="connsiteY4" fmla="*/ 0 h 20139"/>
                <a:gd name="connsiteX5" fmla="*/ 426615 w 426615"/>
                <a:gd name="connsiteY5" fmla="*/ 0 h 201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426615" h="20139">
                  <a:moveTo>
                    <a:pt x="426615" y="0"/>
                  </a:moveTo>
                  <a:lnTo>
                    <a:pt x="0" y="0"/>
                  </a:lnTo>
                  <a:lnTo>
                    <a:pt x="0" y="20140"/>
                  </a:lnTo>
                  <a:lnTo>
                    <a:pt x="426615" y="20140"/>
                  </a:lnTo>
                  <a:lnTo>
                    <a:pt x="426615" y="0"/>
                  </a:lnTo>
                  <a:lnTo>
                    <a:pt x="426615" y="0"/>
                  </a:lnTo>
                  <a:close/>
                </a:path>
              </a:pathLst>
            </a:custGeom>
            <a:solidFill>
              <a:srgbClr val="434CC0"/>
            </a:solidFill>
            <a:ln w="6346" cap="flat">
              <a:noFill/>
              <a:prstDash val="solid"/>
              <a:miter/>
            </a:ln>
          </p:spPr>
          <p:txBody>
            <a:bodyPr rtlCol="0" anchor="ctr"/>
            <a:lstStyle/>
            <a:p>
              <a:endParaRPr lang="zh-CN" altLang="en-US"/>
            </a:p>
          </p:txBody>
        </p:sp>
        <p:sp>
          <p:nvSpPr>
            <p:cNvPr id="106" name="任意多边形 35">
              <a:extLst>
                <a:ext uri="{FF2B5EF4-FFF2-40B4-BE49-F238E27FC236}">
                  <a16:creationId xmlns:a16="http://schemas.microsoft.com/office/drawing/2014/main" id="{AC565E84-A38B-4E6C-B5BA-A22DCBBF3C86}"/>
                </a:ext>
              </a:extLst>
            </p:cNvPr>
            <p:cNvSpPr/>
            <p:nvPr/>
          </p:nvSpPr>
          <p:spPr>
            <a:xfrm>
              <a:off x="6140242" y="3782441"/>
              <a:ext cx="395626" cy="1526181"/>
            </a:xfrm>
            <a:custGeom>
              <a:avLst/>
              <a:gdLst>
                <a:gd name="connsiteX0" fmla="*/ 348910 w 349424"/>
                <a:gd name="connsiteY0" fmla="*/ -210 h 1347952"/>
                <a:gd name="connsiteX1" fmla="*/ 17656 w 349424"/>
                <a:gd name="connsiteY1" fmla="*/ -210 h 1347952"/>
                <a:gd name="connsiteX2" fmla="*/ -514 w 349424"/>
                <a:gd name="connsiteY2" fmla="*/ 1347742 h 1347952"/>
                <a:gd name="connsiteX3" fmla="*/ 305200 w 349424"/>
                <a:gd name="connsiteY3" fmla="*/ 1347742 h 1347952"/>
                <a:gd name="connsiteX4" fmla="*/ 346369 w 349424"/>
                <a:gd name="connsiteY4" fmla="*/ 202583 h 13479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49424" h="1347952">
                  <a:moveTo>
                    <a:pt x="348910" y="-210"/>
                  </a:moveTo>
                  <a:lnTo>
                    <a:pt x="17656" y="-210"/>
                  </a:lnTo>
                  <a:lnTo>
                    <a:pt x="-514" y="1347742"/>
                  </a:lnTo>
                  <a:lnTo>
                    <a:pt x="305200" y="1347742"/>
                  </a:lnTo>
                  <a:cubicBezTo>
                    <a:pt x="305200" y="1347742"/>
                    <a:pt x="303548" y="602833"/>
                    <a:pt x="346369" y="202583"/>
                  </a:cubicBezTo>
                  <a:close/>
                </a:path>
              </a:pathLst>
            </a:custGeom>
            <a:solidFill>
              <a:srgbClr val="981D04"/>
            </a:solidFill>
            <a:ln w="6346" cap="flat">
              <a:noFill/>
              <a:prstDash val="solid"/>
              <a:miter/>
            </a:ln>
          </p:spPr>
          <p:txBody>
            <a:bodyPr rtlCol="0" anchor="ctr"/>
            <a:lstStyle/>
            <a:p>
              <a:endParaRPr lang="zh-CN" altLang="en-US"/>
            </a:p>
          </p:txBody>
        </p:sp>
        <p:sp>
          <p:nvSpPr>
            <p:cNvPr id="107" name="任意多边形 36">
              <a:extLst>
                <a:ext uri="{FF2B5EF4-FFF2-40B4-BE49-F238E27FC236}">
                  <a16:creationId xmlns:a16="http://schemas.microsoft.com/office/drawing/2014/main" id="{C727032B-BE11-48C4-A89C-7D7EC902EBC6}"/>
                </a:ext>
              </a:extLst>
            </p:cNvPr>
            <p:cNvSpPr/>
            <p:nvPr/>
          </p:nvSpPr>
          <p:spPr>
            <a:xfrm>
              <a:off x="6583298" y="5296537"/>
              <a:ext cx="484866" cy="136671"/>
            </a:xfrm>
            <a:custGeom>
              <a:avLst/>
              <a:gdLst>
                <a:gd name="connsiteX0" fmla="*/ 12168 w 428243"/>
                <a:gd name="connsiteY0" fmla="*/ -210 h 120710"/>
                <a:gd name="connsiteX1" fmla="*/ 276460 w 428243"/>
                <a:gd name="connsiteY1" fmla="*/ -210 h 120710"/>
                <a:gd name="connsiteX2" fmla="*/ 427729 w 428243"/>
                <a:gd name="connsiteY2" fmla="*/ 107794 h 120710"/>
                <a:gd name="connsiteX3" fmla="*/ 427729 w 428243"/>
                <a:gd name="connsiteY3" fmla="*/ 120500 h 120710"/>
                <a:gd name="connsiteX4" fmla="*/ 2067 w 428243"/>
                <a:gd name="connsiteY4" fmla="*/ 120500 h 120710"/>
                <a:gd name="connsiteX5" fmla="*/ 12295 w 428243"/>
                <a:gd name="connsiteY5" fmla="*/ -210 h 1207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428243" h="120710">
                  <a:moveTo>
                    <a:pt x="12168" y="-210"/>
                  </a:moveTo>
                  <a:lnTo>
                    <a:pt x="276460" y="-210"/>
                  </a:lnTo>
                  <a:cubicBezTo>
                    <a:pt x="276460" y="-210"/>
                    <a:pt x="412354" y="76981"/>
                    <a:pt x="427729" y="107794"/>
                  </a:cubicBezTo>
                  <a:lnTo>
                    <a:pt x="427729" y="120500"/>
                  </a:lnTo>
                  <a:lnTo>
                    <a:pt x="2067" y="120500"/>
                  </a:lnTo>
                  <a:cubicBezTo>
                    <a:pt x="2067" y="120500"/>
                    <a:pt x="-8226" y="30412"/>
                    <a:pt x="12295" y="-210"/>
                  </a:cubicBezTo>
                  <a:close/>
                </a:path>
              </a:pathLst>
            </a:custGeom>
            <a:solidFill>
              <a:srgbClr val="00065B"/>
            </a:solidFill>
            <a:ln w="6346" cap="flat">
              <a:noFill/>
              <a:prstDash val="solid"/>
              <a:miter/>
            </a:ln>
          </p:spPr>
          <p:txBody>
            <a:bodyPr rtlCol="0" anchor="ctr"/>
            <a:lstStyle/>
            <a:p>
              <a:endParaRPr lang="zh-CN" altLang="en-US"/>
            </a:p>
          </p:txBody>
        </p:sp>
        <p:sp>
          <p:nvSpPr>
            <p:cNvPr id="108" name="任意多边形 37">
              <a:extLst>
                <a:ext uri="{FF2B5EF4-FFF2-40B4-BE49-F238E27FC236}">
                  <a16:creationId xmlns:a16="http://schemas.microsoft.com/office/drawing/2014/main" id="{0F4A2D5E-9B7B-4B84-981F-B30E80929D3D}"/>
                </a:ext>
              </a:extLst>
            </p:cNvPr>
            <p:cNvSpPr/>
            <p:nvPr/>
          </p:nvSpPr>
          <p:spPr>
            <a:xfrm>
              <a:off x="6585142" y="5433496"/>
              <a:ext cx="483023" cy="22802"/>
            </a:xfrm>
            <a:custGeom>
              <a:avLst/>
              <a:gdLst>
                <a:gd name="connsiteX0" fmla="*/ 0 w 426615"/>
                <a:gd name="connsiteY0" fmla="*/ 0 h 20139"/>
                <a:gd name="connsiteX1" fmla="*/ 426615 w 426615"/>
                <a:gd name="connsiteY1" fmla="*/ 0 h 20139"/>
                <a:gd name="connsiteX2" fmla="*/ 426615 w 426615"/>
                <a:gd name="connsiteY2" fmla="*/ 20140 h 20139"/>
                <a:gd name="connsiteX3" fmla="*/ 0 w 426615"/>
                <a:gd name="connsiteY3" fmla="*/ 20140 h 20139"/>
                <a:gd name="connsiteX4" fmla="*/ 0 w 426615"/>
                <a:gd name="connsiteY4" fmla="*/ 0 h 20139"/>
                <a:gd name="connsiteX5" fmla="*/ 0 w 426615"/>
                <a:gd name="connsiteY5" fmla="*/ 0 h 201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426615" h="20139">
                  <a:moveTo>
                    <a:pt x="0" y="0"/>
                  </a:moveTo>
                  <a:lnTo>
                    <a:pt x="426615" y="0"/>
                  </a:lnTo>
                  <a:lnTo>
                    <a:pt x="426615" y="20140"/>
                  </a:lnTo>
                  <a:lnTo>
                    <a:pt x="0" y="20140"/>
                  </a:lnTo>
                  <a:lnTo>
                    <a:pt x="0" y="0"/>
                  </a:lnTo>
                  <a:lnTo>
                    <a:pt x="0" y="0"/>
                  </a:lnTo>
                  <a:close/>
                </a:path>
              </a:pathLst>
            </a:custGeom>
            <a:solidFill>
              <a:srgbClr val="434CC0"/>
            </a:solidFill>
            <a:ln w="6346" cap="flat">
              <a:noFill/>
              <a:prstDash val="solid"/>
              <a:miter/>
            </a:ln>
          </p:spPr>
          <p:txBody>
            <a:bodyPr rtlCol="0" anchor="ctr"/>
            <a:lstStyle/>
            <a:p>
              <a:endParaRPr lang="zh-CN" altLang="en-US"/>
            </a:p>
          </p:txBody>
        </p:sp>
        <p:sp>
          <p:nvSpPr>
            <p:cNvPr id="109" name="任意多边形 38">
              <a:extLst>
                <a:ext uri="{FF2B5EF4-FFF2-40B4-BE49-F238E27FC236}">
                  <a16:creationId xmlns:a16="http://schemas.microsoft.com/office/drawing/2014/main" id="{5C436F1B-DD7D-4348-9733-E36B1F2B885D}"/>
                </a:ext>
              </a:extLst>
            </p:cNvPr>
            <p:cNvSpPr/>
            <p:nvPr/>
          </p:nvSpPr>
          <p:spPr>
            <a:xfrm>
              <a:off x="6531551" y="3782441"/>
              <a:ext cx="395698" cy="1526181"/>
            </a:xfrm>
            <a:custGeom>
              <a:avLst/>
              <a:gdLst>
                <a:gd name="connsiteX0" fmla="*/ -514 w 349488"/>
                <a:gd name="connsiteY0" fmla="*/ -210 h 1347952"/>
                <a:gd name="connsiteX1" fmla="*/ 330803 w 349488"/>
                <a:gd name="connsiteY1" fmla="*/ -210 h 1347952"/>
                <a:gd name="connsiteX2" fmla="*/ 348974 w 349488"/>
                <a:gd name="connsiteY2" fmla="*/ 1347742 h 1347952"/>
                <a:gd name="connsiteX3" fmla="*/ 43259 w 349488"/>
                <a:gd name="connsiteY3" fmla="*/ 1347742 h 1347952"/>
                <a:gd name="connsiteX4" fmla="*/ 2408 w 349488"/>
                <a:gd name="connsiteY4" fmla="*/ 202583 h 13479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49488" h="1347952">
                  <a:moveTo>
                    <a:pt x="-514" y="-210"/>
                  </a:moveTo>
                  <a:lnTo>
                    <a:pt x="330803" y="-210"/>
                  </a:lnTo>
                  <a:lnTo>
                    <a:pt x="348974" y="1347742"/>
                  </a:lnTo>
                  <a:lnTo>
                    <a:pt x="43259" y="1347742"/>
                  </a:lnTo>
                  <a:cubicBezTo>
                    <a:pt x="43259" y="1347742"/>
                    <a:pt x="44911" y="602833"/>
                    <a:pt x="2408" y="202583"/>
                  </a:cubicBezTo>
                  <a:close/>
                </a:path>
              </a:pathLst>
            </a:custGeom>
            <a:solidFill>
              <a:srgbClr val="981D04"/>
            </a:solidFill>
            <a:ln w="6346" cap="flat">
              <a:noFill/>
              <a:prstDash val="solid"/>
              <a:miter/>
            </a:ln>
          </p:spPr>
          <p:txBody>
            <a:bodyPr rtlCol="0" anchor="ctr"/>
            <a:lstStyle/>
            <a:p>
              <a:endParaRPr lang="zh-CN" altLang="en-US"/>
            </a:p>
          </p:txBody>
        </p:sp>
        <p:sp>
          <p:nvSpPr>
            <p:cNvPr id="110" name="任意多边形 39">
              <a:extLst>
                <a:ext uri="{FF2B5EF4-FFF2-40B4-BE49-F238E27FC236}">
                  <a16:creationId xmlns:a16="http://schemas.microsoft.com/office/drawing/2014/main" id="{003844CE-B3EB-4406-9A65-48125EF73F52}"/>
                </a:ext>
              </a:extLst>
            </p:cNvPr>
            <p:cNvSpPr/>
            <p:nvPr/>
          </p:nvSpPr>
          <p:spPr>
            <a:xfrm>
              <a:off x="6096076" y="2836102"/>
              <a:ext cx="877570" cy="1154292"/>
            </a:xfrm>
            <a:custGeom>
              <a:avLst/>
              <a:gdLst>
                <a:gd name="connsiteX0" fmla="*/ 259966 w 775086"/>
                <a:gd name="connsiteY0" fmla="*/ -210 h 1019493"/>
                <a:gd name="connsiteX1" fmla="*/ 380676 w 775086"/>
                <a:gd name="connsiteY1" fmla="*/ 81873 h 1019493"/>
                <a:gd name="connsiteX2" fmla="*/ 383217 w 775086"/>
                <a:gd name="connsiteY2" fmla="*/ 81873 h 1019493"/>
                <a:gd name="connsiteX3" fmla="*/ 501132 w 775086"/>
                <a:gd name="connsiteY3" fmla="*/ -210 h 1019493"/>
                <a:gd name="connsiteX4" fmla="*/ 703735 w 775086"/>
                <a:gd name="connsiteY4" fmla="*/ 40832 h 1019493"/>
                <a:gd name="connsiteX5" fmla="*/ 774573 w 775086"/>
                <a:gd name="connsiteY5" fmla="*/ 943109 h 1019493"/>
                <a:gd name="connsiteX6" fmla="*/ -514 w 775086"/>
                <a:gd name="connsiteY6" fmla="*/ 924050 h 1019493"/>
                <a:gd name="connsiteX7" fmla="*/ 66893 w 775086"/>
                <a:gd name="connsiteY7" fmla="*/ 30603 h 1019493"/>
                <a:gd name="connsiteX8" fmla="*/ 260029 w 775086"/>
                <a:gd name="connsiteY8" fmla="*/ -210 h 101949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775086" h="1019493">
                  <a:moveTo>
                    <a:pt x="259966" y="-210"/>
                  </a:moveTo>
                  <a:cubicBezTo>
                    <a:pt x="277882" y="79268"/>
                    <a:pt x="372734" y="81873"/>
                    <a:pt x="380676" y="81873"/>
                  </a:cubicBezTo>
                  <a:lnTo>
                    <a:pt x="383217" y="81873"/>
                  </a:lnTo>
                  <a:cubicBezTo>
                    <a:pt x="390904" y="81873"/>
                    <a:pt x="480611" y="79268"/>
                    <a:pt x="501132" y="-210"/>
                  </a:cubicBezTo>
                  <a:lnTo>
                    <a:pt x="703735" y="40832"/>
                  </a:lnTo>
                  <a:lnTo>
                    <a:pt x="774573" y="943109"/>
                  </a:lnTo>
                  <a:cubicBezTo>
                    <a:pt x="615743" y="1025700"/>
                    <a:pt x="132394" y="1069347"/>
                    <a:pt x="-514" y="924050"/>
                  </a:cubicBezTo>
                  <a:lnTo>
                    <a:pt x="66893" y="30603"/>
                  </a:lnTo>
                  <a:lnTo>
                    <a:pt x="260029" y="-210"/>
                  </a:lnTo>
                  <a:close/>
                </a:path>
              </a:pathLst>
            </a:custGeom>
            <a:solidFill>
              <a:srgbClr val="00065B"/>
            </a:solidFill>
            <a:ln w="6346" cap="flat">
              <a:noFill/>
              <a:prstDash val="solid"/>
              <a:miter/>
            </a:ln>
          </p:spPr>
          <p:txBody>
            <a:bodyPr rtlCol="0" anchor="ctr"/>
            <a:lstStyle/>
            <a:p>
              <a:endParaRPr lang="zh-CN" altLang="en-US"/>
            </a:p>
          </p:txBody>
        </p:sp>
        <p:sp>
          <p:nvSpPr>
            <p:cNvPr id="111" name="任意多边形 40">
              <a:extLst>
                <a:ext uri="{FF2B5EF4-FFF2-40B4-BE49-F238E27FC236}">
                  <a16:creationId xmlns:a16="http://schemas.microsoft.com/office/drawing/2014/main" id="{D6425F17-569C-40CC-B537-9A5CC07F6512}"/>
                </a:ext>
              </a:extLst>
            </p:cNvPr>
            <p:cNvSpPr/>
            <p:nvPr/>
          </p:nvSpPr>
          <p:spPr>
            <a:xfrm>
              <a:off x="5368249" y="3005839"/>
              <a:ext cx="792980" cy="422613"/>
            </a:xfrm>
            <a:custGeom>
              <a:avLst/>
              <a:gdLst>
                <a:gd name="connsiteX0" fmla="*/ 698477 w 700375"/>
                <a:gd name="connsiteY0" fmla="*/ 67344 h 373260"/>
                <a:gd name="connsiteX1" fmla="*/ 582976 w 700375"/>
                <a:gd name="connsiteY1" fmla="*/ 238880 h 373260"/>
                <a:gd name="connsiteX2" fmla="*/ 51470 w 700375"/>
                <a:gd name="connsiteY2" fmla="*/ 369755 h 373260"/>
                <a:gd name="connsiteX3" fmla="*/ 51470 w 700375"/>
                <a:gd name="connsiteY3" fmla="*/ 261751 h 373260"/>
                <a:gd name="connsiteX4" fmla="*/ 505786 w 700375"/>
                <a:gd name="connsiteY4" fmla="*/ 161816 h 373260"/>
                <a:gd name="connsiteX5" fmla="*/ 580181 w 700375"/>
                <a:gd name="connsiteY5" fmla="*/ 74714 h 373260"/>
                <a:gd name="connsiteX6" fmla="*/ 587932 w 700375"/>
                <a:gd name="connsiteY6" fmla="*/ 56798 h 373260"/>
                <a:gd name="connsiteX7" fmla="*/ 587932 w 700375"/>
                <a:gd name="connsiteY7" fmla="*/ 59339 h 373260"/>
                <a:gd name="connsiteX8" fmla="*/ 590474 w 700375"/>
                <a:gd name="connsiteY8" fmla="*/ 51652 h 373260"/>
                <a:gd name="connsiteX9" fmla="*/ 593015 w 700375"/>
                <a:gd name="connsiteY9" fmla="*/ 38945 h 373260"/>
                <a:gd name="connsiteX10" fmla="*/ 698287 w 700375"/>
                <a:gd name="connsiteY10" fmla="*/ 67154 h 37326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700375" h="373260">
                  <a:moveTo>
                    <a:pt x="698477" y="67344"/>
                  </a:moveTo>
                  <a:cubicBezTo>
                    <a:pt x="683039" y="133989"/>
                    <a:pt x="634310" y="195488"/>
                    <a:pt x="582976" y="238880"/>
                  </a:cubicBezTo>
                  <a:cubicBezTo>
                    <a:pt x="439014" y="362068"/>
                    <a:pt x="233933" y="382525"/>
                    <a:pt x="51470" y="369755"/>
                  </a:cubicBezTo>
                  <a:cubicBezTo>
                    <a:pt x="-17843" y="364609"/>
                    <a:pt x="-17843" y="256986"/>
                    <a:pt x="51470" y="261751"/>
                  </a:cubicBezTo>
                  <a:cubicBezTo>
                    <a:pt x="202930" y="274457"/>
                    <a:pt x="385139" y="264356"/>
                    <a:pt x="505786" y="161816"/>
                  </a:cubicBezTo>
                  <a:cubicBezTo>
                    <a:pt x="541681" y="131066"/>
                    <a:pt x="559660" y="110609"/>
                    <a:pt x="580181" y="74714"/>
                  </a:cubicBezTo>
                  <a:cubicBezTo>
                    <a:pt x="582284" y="68545"/>
                    <a:pt x="584876" y="62554"/>
                    <a:pt x="587932" y="56798"/>
                  </a:cubicBezTo>
                  <a:cubicBezTo>
                    <a:pt x="593015" y="46506"/>
                    <a:pt x="582786" y="69504"/>
                    <a:pt x="587932" y="59339"/>
                  </a:cubicBezTo>
                  <a:cubicBezTo>
                    <a:pt x="587932" y="56798"/>
                    <a:pt x="590474" y="54193"/>
                    <a:pt x="590474" y="51652"/>
                  </a:cubicBezTo>
                  <a:cubicBezTo>
                    <a:pt x="591077" y="47370"/>
                    <a:pt x="591928" y="43132"/>
                    <a:pt x="593015" y="38945"/>
                  </a:cubicBezTo>
                  <a:cubicBezTo>
                    <a:pt x="610994" y="-30241"/>
                    <a:pt x="713725" y="509"/>
                    <a:pt x="698287" y="67154"/>
                  </a:cubicBezTo>
                  <a:close/>
                </a:path>
              </a:pathLst>
            </a:custGeom>
            <a:solidFill>
              <a:srgbClr val="FED0D6"/>
            </a:solidFill>
            <a:ln w="6346" cap="flat">
              <a:noFill/>
              <a:prstDash val="solid"/>
              <a:miter/>
            </a:ln>
          </p:spPr>
          <p:txBody>
            <a:bodyPr rtlCol="0" anchor="ctr"/>
            <a:lstStyle/>
            <a:p>
              <a:endParaRPr lang="zh-CN" altLang="en-US"/>
            </a:p>
          </p:txBody>
        </p:sp>
        <p:sp>
          <p:nvSpPr>
            <p:cNvPr id="112" name="任意多边形 41">
              <a:extLst>
                <a:ext uri="{FF2B5EF4-FFF2-40B4-BE49-F238E27FC236}">
                  <a16:creationId xmlns:a16="http://schemas.microsoft.com/office/drawing/2014/main" id="{5DEA45D5-A906-4069-BE12-98A46BE5F82A}"/>
                </a:ext>
              </a:extLst>
            </p:cNvPr>
            <p:cNvSpPr/>
            <p:nvPr/>
          </p:nvSpPr>
          <p:spPr>
            <a:xfrm>
              <a:off x="5555003" y="2870989"/>
              <a:ext cx="617392" cy="613005"/>
            </a:xfrm>
            <a:custGeom>
              <a:avLst/>
              <a:gdLst>
                <a:gd name="connsiteX0" fmla="*/ 14860 w 545292"/>
                <a:gd name="connsiteY0" fmla="*/ 541208 h 541418"/>
                <a:gd name="connsiteX1" fmla="*/ 534550 w 545292"/>
                <a:gd name="connsiteY1" fmla="*/ 283332 h 541418"/>
                <a:gd name="connsiteX2" fmla="*/ 544778 w 545292"/>
                <a:gd name="connsiteY2" fmla="*/ -210 h 541418"/>
                <a:gd name="connsiteX3" fmla="*/ 544778 w 545292"/>
                <a:gd name="connsiteY3" fmla="*/ -210 h 541418"/>
                <a:gd name="connsiteX4" fmla="*/ 356661 w 545292"/>
                <a:gd name="connsiteY4" fmla="*/ 143562 h 541418"/>
                <a:gd name="connsiteX5" fmla="*/ -514 w 545292"/>
                <a:gd name="connsiteY5" fmla="*/ 353662 h 54141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545292" h="541418">
                  <a:moveTo>
                    <a:pt x="14860" y="541208"/>
                  </a:moveTo>
                  <a:cubicBezTo>
                    <a:pt x="14860" y="541208"/>
                    <a:pt x="369367" y="543812"/>
                    <a:pt x="534550" y="283332"/>
                  </a:cubicBezTo>
                  <a:lnTo>
                    <a:pt x="544778" y="-210"/>
                  </a:lnTo>
                  <a:lnTo>
                    <a:pt x="544778" y="-210"/>
                  </a:lnTo>
                  <a:cubicBezTo>
                    <a:pt x="544778" y="-210"/>
                    <a:pt x="471018" y="3793"/>
                    <a:pt x="356661" y="143562"/>
                  </a:cubicBezTo>
                  <a:cubicBezTo>
                    <a:pt x="285251" y="230855"/>
                    <a:pt x="140653" y="363890"/>
                    <a:pt x="-514" y="353662"/>
                  </a:cubicBezTo>
                  <a:close/>
                </a:path>
              </a:pathLst>
            </a:custGeom>
            <a:solidFill>
              <a:srgbClr val="434CC0"/>
            </a:solidFill>
            <a:ln w="6346" cap="flat">
              <a:noFill/>
              <a:prstDash val="solid"/>
              <a:miter/>
            </a:ln>
          </p:spPr>
          <p:txBody>
            <a:bodyPr rtlCol="0" anchor="ctr"/>
            <a:lstStyle/>
            <a:p>
              <a:endParaRPr lang="zh-CN" altLang="en-US"/>
            </a:p>
          </p:txBody>
        </p:sp>
        <p:sp>
          <p:nvSpPr>
            <p:cNvPr id="113" name="任意多边形 42">
              <a:extLst>
                <a:ext uri="{FF2B5EF4-FFF2-40B4-BE49-F238E27FC236}">
                  <a16:creationId xmlns:a16="http://schemas.microsoft.com/office/drawing/2014/main" id="{6D5D6FDD-C1CC-4429-A49A-BB00BF4AB305}"/>
                </a:ext>
              </a:extLst>
            </p:cNvPr>
            <p:cNvSpPr/>
            <p:nvPr/>
          </p:nvSpPr>
          <p:spPr>
            <a:xfrm>
              <a:off x="4621893" y="1105990"/>
              <a:ext cx="1140920" cy="1998720"/>
            </a:xfrm>
            <a:custGeom>
              <a:avLst/>
              <a:gdLst>
                <a:gd name="connsiteX0" fmla="*/ 596690 w 1007682"/>
                <a:gd name="connsiteY0" fmla="*/ 1042540 h 1765307"/>
                <a:gd name="connsiteX1" fmla="*/ 596690 w 1007682"/>
                <a:gd name="connsiteY1" fmla="*/ 1209120 h 1765307"/>
                <a:gd name="connsiteX2" fmla="*/ 479747 w 1007682"/>
                <a:gd name="connsiteY2" fmla="*/ 1332124 h 1765307"/>
                <a:gd name="connsiteX3" fmla="*/ 473502 w 1007682"/>
                <a:gd name="connsiteY3" fmla="*/ 1332118 h 1765307"/>
                <a:gd name="connsiteX4" fmla="*/ 350314 w 1007682"/>
                <a:gd name="connsiteY4" fmla="*/ 1209120 h 1765307"/>
                <a:gd name="connsiteX5" fmla="*/ 350314 w 1007682"/>
                <a:gd name="connsiteY5" fmla="*/ 945209 h 1765307"/>
                <a:gd name="connsiteX6" fmla="*/ 352855 w 1007682"/>
                <a:gd name="connsiteY6" fmla="*/ 940063 h 1765307"/>
                <a:gd name="connsiteX7" fmla="*/ 350314 w 1007682"/>
                <a:gd name="connsiteY7" fmla="*/ 934981 h 1765307"/>
                <a:gd name="connsiteX8" fmla="*/ 473502 w 1007682"/>
                <a:gd name="connsiteY8" fmla="*/ 811983 h 1765307"/>
                <a:gd name="connsiteX9" fmla="*/ 760983 w 1007682"/>
                <a:gd name="connsiteY9" fmla="*/ 530157 h 1765307"/>
                <a:gd name="connsiteX10" fmla="*/ 473502 w 1007682"/>
                <a:gd name="connsiteY10" fmla="*/ 245725 h 1765307"/>
                <a:gd name="connsiteX11" fmla="*/ 229667 w 1007682"/>
                <a:gd name="connsiteY11" fmla="*/ 384097 h 1765307"/>
                <a:gd name="connsiteX12" fmla="*/ 62134 w 1007682"/>
                <a:gd name="connsiteY12" fmla="*/ 430888 h 1765307"/>
                <a:gd name="connsiteX13" fmla="*/ 15343 w 1007682"/>
                <a:gd name="connsiteY13" fmla="*/ 263355 h 1765307"/>
                <a:gd name="connsiteX14" fmla="*/ 16645 w 1007682"/>
                <a:gd name="connsiteY14" fmla="*/ 261100 h 1765307"/>
                <a:gd name="connsiteX15" fmla="*/ 473502 w 1007682"/>
                <a:gd name="connsiteY15" fmla="*/ -206 h 1765307"/>
                <a:gd name="connsiteX16" fmla="*/ 1007168 w 1007682"/>
                <a:gd name="connsiteY16" fmla="*/ 530157 h 1765307"/>
                <a:gd name="connsiteX17" fmla="*/ 596499 w 1007682"/>
                <a:gd name="connsiteY17" fmla="*/ 1042540 h 1765307"/>
                <a:gd name="connsiteX18" fmla="*/ 596690 w 1007682"/>
                <a:gd name="connsiteY18" fmla="*/ 1595965 h 1765307"/>
                <a:gd name="connsiteX19" fmla="*/ 596690 w 1007682"/>
                <a:gd name="connsiteY19" fmla="*/ 1642089 h 1765307"/>
                <a:gd name="connsiteX20" fmla="*/ 473502 w 1007682"/>
                <a:gd name="connsiteY20" fmla="*/ 1765086 h 1765307"/>
                <a:gd name="connsiteX21" fmla="*/ 350314 w 1007682"/>
                <a:gd name="connsiteY21" fmla="*/ 1645221 h 1765307"/>
                <a:gd name="connsiteX22" fmla="*/ 350314 w 1007682"/>
                <a:gd name="connsiteY22" fmla="*/ 1642089 h 1765307"/>
                <a:gd name="connsiteX23" fmla="*/ 350314 w 1007682"/>
                <a:gd name="connsiteY23" fmla="*/ 1595965 h 1765307"/>
                <a:gd name="connsiteX24" fmla="*/ 473502 w 1007682"/>
                <a:gd name="connsiteY24" fmla="*/ 1473031 h 1765307"/>
                <a:gd name="connsiteX25" fmla="*/ 596690 w 1007682"/>
                <a:gd name="connsiteY25" fmla="*/ 1592769 h 1765307"/>
                <a:gd name="connsiteX26" fmla="*/ 596690 w 1007682"/>
                <a:gd name="connsiteY26" fmla="*/ 1595965 h 17653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Lst>
              <a:rect l="l" t="t" r="r" b="b"/>
              <a:pathLst>
                <a:path w="1007682" h="1765307">
                  <a:moveTo>
                    <a:pt x="596690" y="1042540"/>
                  </a:moveTo>
                  <a:lnTo>
                    <a:pt x="596690" y="1209120"/>
                  </a:lnTo>
                  <a:cubicBezTo>
                    <a:pt x="598361" y="1275377"/>
                    <a:pt x="546004" y="1330447"/>
                    <a:pt x="479747" y="1332124"/>
                  </a:cubicBezTo>
                  <a:cubicBezTo>
                    <a:pt x="477663" y="1332175"/>
                    <a:pt x="475579" y="1332175"/>
                    <a:pt x="473502" y="1332118"/>
                  </a:cubicBezTo>
                  <a:cubicBezTo>
                    <a:pt x="405529" y="1332156"/>
                    <a:pt x="350384" y="1277093"/>
                    <a:pt x="350314" y="1209120"/>
                  </a:cubicBezTo>
                  <a:lnTo>
                    <a:pt x="350314" y="945209"/>
                  </a:lnTo>
                  <a:cubicBezTo>
                    <a:pt x="350314" y="942668"/>
                    <a:pt x="352855" y="942668"/>
                    <a:pt x="352855" y="940063"/>
                  </a:cubicBezTo>
                  <a:cubicBezTo>
                    <a:pt x="350314" y="937522"/>
                    <a:pt x="350314" y="937522"/>
                    <a:pt x="350314" y="934981"/>
                  </a:cubicBezTo>
                  <a:cubicBezTo>
                    <a:pt x="350314" y="870941"/>
                    <a:pt x="406793" y="811983"/>
                    <a:pt x="473502" y="811983"/>
                  </a:cubicBezTo>
                  <a:cubicBezTo>
                    <a:pt x="632649" y="811983"/>
                    <a:pt x="760983" y="686445"/>
                    <a:pt x="760983" y="530157"/>
                  </a:cubicBezTo>
                  <a:cubicBezTo>
                    <a:pt x="760983" y="368723"/>
                    <a:pt x="632649" y="245725"/>
                    <a:pt x="473502" y="245725"/>
                  </a:cubicBezTo>
                  <a:cubicBezTo>
                    <a:pt x="373636" y="246094"/>
                    <a:pt x="281198" y="298552"/>
                    <a:pt x="229667" y="384097"/>
                  </a:cubicBezTo>
                  <a:cubicBezTo>
                    <a:pt x="196326" y="443283"/>
                    <a:pt x="121320" y="464230"/>
                    <a:pt x="62134" y="430888"/>
                  </a:cubicBezTo>
                  <a:cubicBezTo>
                    <a:pt x="2948" y="397547"/>
                    <a:pt x="-17999" y="322541"/>
                    <a:pt x="15343" y="263355"/>
                  </a:cubicBezTo>
                  <a:cubicBezTo>
                    <a:pt x="15769" y="262599"/>
                    <a:pt x="16201" y="261850"/>
                    <a:pt x="16645" y="261100"/>
                  </a:cubicBezTo>
                  <a:cubicBezTo>
                    <a:pt x="111346" y="98668"/>
                    <a:pt x="285480" y="-930"/>
                    <a:pt x="473502" y="-206"/>
                  </a:cubicBezTo>
                  <a:cubicBezTo>
                    <a:pt x="766129" y="-206"/>
                    <a:pt x="1007168" y="235497"/>
                    <a:pt x="1007168" y="530157"/>
                  </a:cubicBezTo>
                  <a:cubicBezTo>
                    <a:pt x="1007168" y="778693"/>
                    <a:pt x="832647" y="988792"/>
                    <a:pt x="596499" y="1042540"/>
                  </a:cubicBezTo>
                  <a:close/>
                  <a:moveTo>
                    <a:pt x="596690" y="1595965"/>
                  </a:moveTo>
                  <a:lnTo>
                    <a:pt x="596690" y="1642089"/>
                  </a:lnTo>
                  <a:cubicBezTo>
                    <a:pt x="596690" y="1713816"/>
                    <a:pt x="545356" y="1765086"/>
                    <a:pt x="473502" y="1765086"/>
                  </a:cubicBezTo>
                  <a:cubicBezTo>
                    <a:pt x="406387" y="1766001"/>
                    <a:pt x="351235" y="1712336"/>
                    <a:pt x="350314" y="1645221"/>
                  </a:cubicBezTo>
                  <a:cubicBezTo>
                    <a:pt x="350301" y="1644179"/>
                    <a:pt x="350301" y="1643131"/>
                    <a:pt x="350314" y="1642089"/>
                  </a:cubicBezTo>
                  <a:lnTo>
                    <a:pt x="350314" y="1595965"/>
                  </a:lnTo>
                  <a:cubicBezTo>
                    <a:pt x="351305" y="1528386"/>
                    <a:pt x="405923" y="1473882"/>
                    <a:pt x="473502" y="1473031"/>
                  </a:cubicBezTo>
                  <a:cubicBezTo>
                    <a:pt x="540585" y="1472078"/>
                    <a:pt x="595737" y="1525686"/>
                    <a:pt x="596690" y="1592769"/>
                  </a:cubicBezTo>
                  <a:cubicBezTo>
                    <a:pt x="596703" y="1593830"/>
                    <a:pt x="596703" y="1594897"/>
                    <a:pt x="596690" y="1595965"/>
                  </a:cubicBezTo>
                  <a:close/>
                </a:path>
              </a:pathLst>
            </a:custGeom>
            <a:solidFill>
              <a:srgbClr val="FFC545"/>
            </a:solidFill>
            <a:ln w="6346" cap="flat">
              <a:noFill/>
              <a:prstDash val="solid"/>
              <a:miter/>
            </a:ln>
          </p:spPr>
          <p:txBody>
            <a:bodyPr rtlCol="0" anchor="ctr"/>
            <a:lstStyle/>
            <a:p>
              <a:endParaRPr lang="zh-CN" altLang="en-US"/>
            </a:p>
          </p:txBody>
        </p:sp>
        <p:sp>
          <p:nvSpPr>
            <p:cNvPr id="114" name="任意多边形 43">
              <a:extLst>
                <a:ext uri="{FF2B5EF4-FFF2-40B4-BE49-F238E27FC236}">
                  <a16:creationId xmlns:a16="http://schemas.microsoft.com/office/drawing/2014/main" id="{16157919-5504-497D-B177-9D953A5300A5}"/>
                </a:ext>
              </a:extLst>
            </p:cNvPr>
            <p:cNvSpPr/>
            <p:nvPr/>
          </p:nvSpPr>
          <p:spPr>
            <a:xfrm>
              <a:off x="6447837" y="2687348"/>
              <a:ext cx="549892" cy="723736"/>
            </a:xfrm>
            <a:custGeom>
              <a:avLst/>
              <a:gdLst>
                <a:gd name="connsiteX0" fmla="*/ 104936 w 485675"/>
                <a:gd name="connsiteY0" fmla="*/ 49599 h 639217"/>
                <a:gd name="connsiteX1" fmla="*/ 228188 w 485675"/>
                <a:gd name="connsiteY1" fmla="*/ 397943 h 639217"/>
                <a:gd name="connsiteX2" fmla="*/ 282126 w 485675"/>
                <a:gd name="connsiteY2" fmla="*/ 492733 h 639217"/>
                <a:gd name="connsiteX3" fmla="*/ 305252 w 485675"/>
                <a:gd name="connsiteY3" fmla="*/ 523482 h 639217"/>
                <a:gd name="connsiteX4" fmla="*/ 315544 w 485675"/>
                <a:gd name="connsiteY4" fmla="*/ 533711 h 639217"/>
                <a:gd name="connsiteX5" fmla="*/ 294959 w 485675"/>
                <a:gd name="connsiteY5" fmla="*/ 533711 h 639217"/>
                <a:gd name="connsiteX6" fmla="*/ 310398 w 485675"/>
                <a:gd name="connsiteY6" fmla="*/ 513253 h 639217"/>
                <a:gd name="connsiteX7" fmla="*/ 341210 w 485675"/>
                <a:gd name="connsiteY7" fmla="*/ 456837 h 639217"/>
                <a:gd name="connsiteX8" fmla="*/ 379711 w 485675"/>
                <a:gd name="connsiteY8" fmla="*/ 308300 h 639217"/>
                <a:gd name="connsiteX9" fmla="*/ 484982 w 485675"/>
                <a:gd name="connsiteY9" fmla="*/ 308300 h 639217"/>
                <a:gd name="connsiteX10" fmla="*/ 364272 w 485675"/>
                <a:gd name="connsiteY10" fmla="*/ 613252 h 639217"/>
                <a:gd name="connsiteX11" fmla="*/ 179395 w 485675"/>
                <a:gd name="connsiteY11" fmla="*/ 528692 h 639217"/>
                <a:gd name="connsiteX12" fmla="*/ 53602 w 485675"/>
                <a:gd name="connsiteY12" fmla="*/ 267449 h 639217"/>
                <a:gd name="connsiteX13" fmla="*/ -336 w 485675"/>
                <a:gd name="connsiteY13" fmla="*/ 49726 h 639217"/>
                <a:gd name="connsiteX14" fmla="*/ 104936 w 485675"/>
                <a:gd name="connsiteY14" fmla="*/ 49726 h 6392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485675" h="639217">
                  <a:moveTo>
                    <a:pt x="104936" y="49599"/>
                  </a:moveTo>
                  <a:cubicBezTo>
                    <a:pt x="115228" y="172533"/>
                    <a:pt x="174312" y="290384"/>
                    <a:pt x="228188" y="397943"/>
                  </a:cubicBezTo>
                  <a:cubicBezTo>
                    <a:pt x="246167" y="431234"/>
                    <a:pt x="261605" y="461983"/>
                    <a:pt x="282126" y="492733"/>
                  </a:cubicBezTo>
                  <a:lnTo>
                    <a:pt x="305252" y="523482"/>
                  </a:lnTo>
                  <a:cubicBezTo>
                    <a:pt x="307793" y="528565"/>
                    <a:pt x="320626" y="536188"/>
                    <a:pt x="315544" y="533711"/>
                  </a:cubicBezTo>
                  <a:cubicBezTo>
                    <a:pt x="297564" y="541398"/>
                    <a:pt x="290131" y="541398"/>
                    <a:pt x="294959" y="533711"/>
                  </a:cubicBezTo>
                  <a:cubicBezTo>
                    <a:pt x="302647" y="528565"/>
                    <a:pt x="305252" y="521004"/>
                    <a:pt x="310398" y="513253"/>
                  </a:cubicBezTo>
                  <a:cubicBezTo>
                    <a:pt x="322596" y="495566"/>
                    <a:pt x="332951" y="476659"/>
                    <a:pt x="341210" y="456837"/>
                  </a:cubicBezTo>
                  <a:cubicBezTo>
                    <a:pt x="364145" y="410497"/>
                    <a:pt x="377233" y="359932"/>
                    <a:pt x="379711" y="308300"/>
                  </a:cubicBezTo>
                  <a:cubicBezTo>
                    <a:pt x="382252" y="241719"/>
                    <a:pt x="490129" y="241719"/>
                    <a:pt x="484982" y="308300"/>
                  </a:cubicBezTo>
                  <a:cubicBezTo>
                    <a:pt x="479837" y="410777"/>
                    <a:pt x="441336" y="541398"/>
                    <a:pt x="364272" y="613252"/>
                  </a:cubicBezTo>
                  <a:cubicBezTo>
                    <a:pt x="287208" y="685107"/>
                    <a:pt x="218149" y="590190"/>
                    <a:pt x="179395" y="528692"/>
                  </a:cubicBezTo>
                  <a:cubicBezTo>
                    <a:pt x="128061" y="446736"/>
                    <a:pt x="92102" y="357156"/>
                    <a:pt x="53602" y="267449"/>
                  </a:cubicBezTo>
                  <a:cubicBezTo>
                    <a:pt x="25185" y="197869"/>
                    <a:pt x="7014" y="124528"/>
                    <a:pt x="-336" y="49726"/>
                  </a:cubicBezTo>
                  <a:cubicBezTo>
                    <a:pt x="-5419" y="-16855"/>
                    <a:pt x="99853" y="-16855"/>
                    <a:pt x="104936" y="49726"/>
                  </a:cubicBezTo>
                  <a:close/>
                </a:path>
              </a:pathLst>
            </a:custGeom>
            <a:solidFill>
              <a:srgbClr val="FED0D6"/>
            </a:solidFill>
            <a:ln w="6346" cap="flat">
              <a:noFill/>
              <a:prstDash val="solid"/>
              <a:miter/>
            </a:ln>
          </p:spPr>
          <p:txBody>
            <a:bodyPr rtlCol="0" anchor="ctr"/>
            <a:lstStyle/>
            <a:p>
              <a:endParaRPr lang="zh-CN" altLang="en-US"/>
            </a:p>
          </p:txBody>
        </p:sp>
        <p:sp>
          <p:nvSpPr>
            <p:cNvPr id="115" name="任意多边形 44">
              <a:extLst>
                <a:ext uri="{FF2B5EF4-FFF2-40B4-BE49-F238E27FC236}">
                  <a16:creationId xmlns:a16="http://schemas.microsoft.com/office/drawing/2014/main" id="{80554050-7082-4E57-A03B-D93E69E4C8DC}"/>
                </a:ext>
              </a:extLst>
            </p:cNvPr>
            <p:cNvSpPr/>
            <p:nvPr/>
          </p:nvSpPr>
          <p:spPr>
            <a:xfrm>
              <a:off x="6450484" y="2821356"/>
              <a:ext cx="595677" cy="626971"/>
            </a:xfrm>
            <a:custGeom>
              <a:avLst/>
              <a:gdLst>
                <a:gd name="connsiteX0" fmla="*/ 391667 w 526113"/>
                <a:gd name="connsiteY0" fmla="*/ 53983 h 553753"/>
                <a:gd name="connsiteX1" fmla="*/ 525083 w 526113"/>
                <a:gd name="connsiteY1" fmla="*/ 215734 h 553753"/>
                <a:gd name="connsiteX2" fmla="*/ 273815 w 526113"/>
                <a:gd name="connsiteY2" fmla="*/ 552135 h 553753"/>
                <a:gd name="connsiteX3" fmla="*/ -514 w 526113"/>
                <a:gd name="connsiteY3" fmla="*/ 53983 h 553753"/>
                <a:gd name="connsiteX4" fmla="*/ 137540 w 526113"/>
                <a:gd name="connsiteY4" fmla="*/ -210 h 553753"/>
                <a:gd name="connsiteX5" fmla="*/ 299037 w 526113"/>
                <a:gd name="connsiteY5" fmla="*/ 364398 h 553753"/>
                <a:gd name="connsiteX6" fmla="*/ 391667 w 526113"/>
                <a:gd name="connsiteY6" fmla="*/ 53983 h 5537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526113" h="553753">
                  <a:moveTo>
                    <a:pt x="391667" y="53983"/>
                  </a:moveTo>
                  <a:cubicBezTo>
                    <a:pt x="391667" y="53983"/>
                    <a:pt x="535248" y="69357"/>
                    <a:pt x="525083" y="215734"/>
                  </a:cubicBezTo>
                  <a:cubicBezTo>
                    <a:pt x="514791" y="364653"/>
                    <a:pt x="391667" y="572656"/>
                    <a:pt x="273815" y="552135"/>
                  </a:cubicBezTo>
                  <a:cubicBezTo>
                    <a:pt x="155837" y="529009"/>
                    <a:pt x="27630" y="187463"/>
                    <a:pt x="-514" y="53983"/>
                  </a:cubicBezTo>
                  <a:lnTo>
                    <a:pt x="137540" y="-210"/>
                  </a:lnTo>
                  <a:cubicBezTo>
                    <a:pt x="137540" y="-210"/>
                    <a:pt x="275975" y="356711"/>
                    <a:pt x="299037" y="364398"/>
                  </a:cubicBezTo>
                  <a:lnTo>
                    <a:pt x="391667" y="53983"/>
                  </a:lnTo>
                  <a:close/>
                </a:path>
              </a:pathLst>
            </a:custGeom>
            <a:solidFill>
              <a:srgbClr val="434CC0"/>
            </a:solidFill>
            <a:ln w="6346" cap="flat">
              <a:noFill/>
              <a:prstDash val="solid"/>
              <a:miter/>
            </a:ln>
          </p:spPr>
          <p:txBody>
            <a:bodyPr rtlCol="0" anchor="ctr"/>
            <a:lstStyle/>
            <a:p>
              <a:endParaRPr lang="zh-CN" altLang="en-US"/>
            </a:p>
          </p:txBody>
        </p:sp>
        <p:sp>
          <p:nvSpPr>
            <p:cNvPr id="116" name="任意多边形 45">
              <a:extLst>
                <a:ext uri="{FF2B5EF4-FFF2-40B4-BE49-F238E27FC236}">
                  <a16:creationId xmlns:a16="http://schemas.microsoft.com/office/drawing/2014/main" id="{7850713B-9612-4EF4-ABA9-A3E476784EC6}"/>
                </a:ext>
              </a:extLst>
            </p:cNvPr>
            <p:cNvSpPr/>
            <p:nvPr/>
          </p:nvSpPr>
          <p:spPr>
            <a:xfrm>
              <a:off x="8263601" y="2004798"/>
              <a:ext cx="273214" cy="237195"/>
            </a:xfrm>
            <a:custGeom>
              <a:avLst/>
              <a:gdLst>
                <a:gd name="connsiteX0" fmla="*/ -513 w 241308"/>
                <a:gd name="connsiteY0" fmla="*/ 130082 h 209495"/>
                <a:gd name="connsiteX1" fmla="*/ 215813 w 241308"/>
                <a:gd name="connsiteY1" fmla="*/ 56513 h 209495"/>
                <a:gd name="connsiteX2" fmla="*/ 122294 w 241308"/>
                <a:gd name="connsiteY2" fmla="*/ 208608 h 209495"/>
                <a:gd name="connsiteX3" fmla="*/ 21470 w 241308"/>
                <a:gd name="connsiteY3" fmla="*/ 130972 h 209495"/>
              </a:gdLst>
              <a:ahLst/>
              <a:cxnLst>
                <a:cxn ang="0">
                  <a:pos x="connsiteX0" y="connsiteY0"/>
                </a:cxn>
                <a:cxn ang="0">
                  <a:pos x="connsiteX1" y="connsiteY1"/>
                </a:cxn>
                <a:cxn ang="0">
                  <a:pos x="connsiteX2" y="connsiteY2"/>
                </a:cxn>
                <a:cxn ang="0">
                  <a:pos x="connsiteX3" y="connsiteY3"/>
                </a:cxn>
              </a:cxnLst>
              <a:rect l="l" t="t" r="r" b="b"/>
              <a:pathLst>
                <a:path w="241308" h="209495">
                  <a:moveTo>
                    <a:pt x="-513" y="130082"/>
                  </a:moveTo>
                  <a:cubicBezTo>
                    <a:pt x="-1084" y="1177"/>
                    <a:pt x="150439" y="-48188"/>
                    <a:pt x="215813" y="56513"/>
                  </a:cubicBezTo>
                  <a:cubicBezTo>
                    <a:pt x="281187" y="161213"/>
                    <a:pt x="207046" y="216104"/>
                    <a:pt x="122294" y="208608"/>
                  </a:cubicBezTo>
                  <a:cubicBezTo>
                    <a:pt x="37543" y="201111"/>
                    <a:pt x="21470" y="130972"/>
                    <a:pt x="21470" y="130972"/>
                  </a:cubicBezTo>
                  <a:close/>
                </a:path>
              </a:pathLst>
            </a:custGeom>
            <a:solidFill>
              <a:srgbClr val="981D04"/>
            </a:solidFill>
            <a:ln w="6346" cap="flat">
              <a:noFill/>
              <a:prstDash val="solid"/>
              <a:miter/>
            </a:ln>
          </p:spPr>
          <p:txBody>
            <a:bodyPr rtlCol="0" anchor="ctr"/>
            <a:lstStyle/>
            <a:p>
              <a:endParaRPr lang="zh-CN" altLang="en-US"/>
            </a:p>
          </p:txBody>
        </p:sp>
        <p:sp>
          <p:nvSpPr>
            <p:cNvPr id="117" name="任意多边形 46">
              <a:extLst>
                <a:ext uri="{FF2B5EF4-FFF2-40B4-BE49-F238E27FC236}">
                  <a16:creationId xmlns:a16="http://schemas.microsoft.com/office/drawing/2014/main" id="{D1920E40-45A1-4B8F-9E17-34729531CA08}"/>
                </a:ext>
              </a:extLst>
            </p:cNvPr>
            <p:cNvSpPr/>
            <p:nvPr/>
          </p:nvSpPr>
          <p:spPr>
            <a:xfrm>
              <a:off x="8197929" y="2105151"/>
              <a:ext cx="197911" cy="239513"/>
            </a:xfrm>
            <a:custGeom>
              <a:avLst/>
              <a:gdLst>
                <a:gd name="connsiteX0" fmla="*/ -514 w 174799"/>
                <a:gd name="connsiteY0" fmla="*/ 24739 h 211542"/>
                <a:gd name="connsiteX1" fmla="*/ 166701 w 174799"/>
                <a:gd name="connsiteY1" fmla="*/ 92020 h 211542"/>
                <a:gd name="connsiteX2" fmla="*/ 160348 w 174799"/>
                <a:gd name="connsiteY2" fmla="*/ 211332 h 211542"/>
              </a:gdLst>
              <a:ahLst/>
              <a:cxnLst>
                <a:cxn ang="0">
                  <a:pos x="connsiteX0" y="connsiteY0"/>
                </a:cxn>
                <a:cxn ang="0">
                  <a:pos x="connsiteX1" y="connsiteY1"/>
                </a:cxn>
                <a:cxn ang="0">
                  <a:pos x="connsiteX2" y="connsiteY2"/>
                </a:cxn>
              </a:cxnLst>
              <a:rect l="l" t="t" r="r" b="b"/>
              <a:pathLst>
                <a:path w="174799" h="211542">
                  <a:moveTo>
                    <a:pt x="-514" y="24739"/>
                  </a:moveTo>
                  <a:cubicBezTo>
                    <a:pt x="35890" y="-41461"/>
                    <a:pt x="146498" y="39161"/>
                    <a:pt x="166701" y="92020"/>
                  </a:cubicBezTo>
                  <a:cubicBezTo>
                    <a:pt x="186904" y="144878"/>
                    <a:pt x="160348" y="211332"/>
                    <a:pt x="160348" y="211332"/>
                  </a:cubicBezTo>
                  <a:close/>
                </a:path>
              </a:pathLst>
            </a:custGeom>
            <a:solidFill>
              <a:srgbClr val="F93F57"/>
            </a:solidFill>
            <a:ln w="6346" cap="flat">
              <a:noFill/>
              <a:prstDash val="solid"/>
              <a:miter/>
            </a:ln>
          </p:spPr>
          <p:txBody>
            <a:bodyPr rtlCol="0" anchor="ctr"/>
            <a:lstStyle/>
            <a:p>
              <a:endParaRPr lang="zh-CN" altLang="en-US"/>
            </a:p>
          </p:txBody>
        </p:sp>
        <p:sp>
          <p:nvSpPr>
            <p:cNvPr id="118" name="任意多边形 47">
              <a:extLst>
                <a:ext uri="{FF2B5EF4-FFF2-40B4-BE49-F238E27FC236}">
                  <a16:creationId xmlns:a16="http://schemas.microsoft.com/office/drawing/2014/main" id="{AE3B9A1E-56C3-4DA2-A409-6AC01D25F623}"/>
                </a:ext>
              </a:extLst>
            </p:cNvPr>
            <p:cNvSpPr/>
            <p:nvPr/>
          </p:nvSpPr>
          <p:spPr>
            <a:xfrm>
              <a:off x="7774250" y="2086348"/>
              <a:ext cx="652587" cy="579300"/>
            </a:xfrm>
            <a:custGeom>
              <a:avLst/>
              <a:gdLst>
                <a:gd name="connsiteX0" fmla="*/ -514 w 576377"/>
                <a:gd name="connsiteY0" fmla="*/ 291788 h 511649"/>
                <a:gd name="connsiteX1" fmla="*/ 355898 w 576377"/>
                <a:gd name="connsiteY1" fmla="*/ 7992 h 511649"/>
                <a:gd name="connsiteX2" fmla="*/ 556976 w 576377"/>
                <a:gd name="connsiteY2" fmla="*/ 175842 h 511649"/>
                <a:gd name="connsiteX3" fmla="*/ 473114 w 576377"/>
                <a:gd name="connsiteY3" fmla="*/ 482701 h 511649"/>
                <a:gd name="connsiteX4" fmla="*/ -514 w 576377"/>
                <a:gd name="connsiteY4" fmla="*/ 291661 h 51164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76377" h="511649">
                  <a:moveTo>
                    <a:pt x="-514" y="291788"/>
                  </a:moveTo>
                  <a:cubicBezTo>
                    <a:pt x="10667" y="33341"/>
                    <a:pt x="203739" y="-24473"/>
                    <a:pt x="355898" y="7992"/>
                  </a:cubicBezTo>
                  <a:cubicBezTo>
                    <a:pt x="508056" y="40456"/>
                    <a:pt x="556976" y="175842"/>
                    <a:pt x="556976" y="175842"/>
                  </a:cubicBezTo>
                  <a:cubicBezTo>
                    <a:pt x="556976" y="175842"/>
                    <a:pt x="635247" y="359195"/>
                    <a:pt x="473114" y="482701"/>
                  </a:cubicBezTo>
                  <a:cubicBezTo>
                    <a:pt x="310981" y="606206"/>
                    <a:pt x="-514" y="291661"/>
                    <a:pt x="-514" y="291661"/>
                  </a:cubicBezTo>
                  <a:close/>
                </a:path>
              </a:pathLst>
            </a:custGeom>
            <a:solidFill>
              <a:srgbClr val="981D04"/>
            </a:solidFill>
            <a:ln w="6346" cap="flat">
              <a:noFill/>
              <a:prstDash val="solid"/>
              <a:miter/>
            </a:ln>
          </p:spPr>
          <p:txBody>
            <a:bodyPr rtlCol="0" anchor="ctr"/>
            <a:lstStyle/>
            <a:p>
              <a:endParaRPr lang="zh-CN" altLang="en-US"/>
            </a:p>
          </p:txBody>
        </p:sp>
        <p:sp>
          <p:nvSpPr>
            <p:cNvPr id="119" name="任意多边形 48">
              <a:extLst>
                <a:ext uri="{FF2B5EF4-FFF2-40B4-BE49-F238E27FC236}">
                  <a16:creationId xmlns:a16="http://schemas.microsoft.com/office/drawing/2014/main" id="{D3A61783-399E-4F05-91FB-DA060B732B37}"/>
                </a:ext>
              </a:extLst>
            </p:cNvPr>
            <p:cNvSpPr/>
            <p:nvPr/>
          </p:nvSpPr>
          <p:spPr>
            <a:xfrm>
              <a:off x="7926027" y="2682959"/>
              <a:ext cx="248884" cy="276290"/>
            </a:xfrm>
            <a:custGeom>
              <a:avLst/>
              <a:gdLst>
                <a:gd name="connsiteX0" fmla="*/ 109395 w 219819"/>
                <a:gd name="connsiteY0" fmla="*/ 243815 h 244025"/>
                <a:gd name="connsiteX1" fmla="*/ 109395 w 219819"/>
                <a:gd name="connsiteY1" fmla="*/ 243815 h 244025"/>
                <a:gd name="connsiteX2" fmla="*/ -514 w 219819"/>
                <a:gd name="connsiteY2" fmla="*/ 160906 h 244025"/>
                <a:gd name="connsiteX3" fmla="*/ -514 w 219819"/>
                <a:gd name="connsiteY3" fmla="*/ -210 h 244025"/>
                <a:gd name="connsiteX4" fmla="*/ 219305 w 219819"/>
                <a:gd name="connsiteY4" fmla="*/ -210 h 244025"/>
                <a:gd name="connsiteX5" fmla="*/ 219305 w 219819"/>
                <a:gd name="connsiteY5" fmla="*/ 160017 h 244025"/>
                <a:gd name="connsiteX6" fmla="*/ 110602 w 219819"/>
                <a:gd name="connsiteY6" fmla="*/ 243815 h 2440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19819" h="244025">
                  <a:moveTo>
                    <a:pt x="109395" y="243815"/>
                  </a:moveTo>
                  <a:lnTo>
                    <a:pt x="109395" y="243815"/>
                  </a:lnTo>
                  <a:cubicBezTo>
                    <a:pt x="48976" y="243815"/>
                    <a:pt x="-197" y="206967"/>
                    <a:pt x="-514" y="160906"/>
                  </a:cubicBezTo>
                  <a:lnTo>
                    <a:pt x="-514" y="-210"/>
                  </a:lnTo>
                  <a:lnTo>
                    <a:pt x="219305" y="-210"/>
                  </a:lnTo>
                  <a:lnTo>
                    <a:pt x="219305" y="160017"/>
                  </a:lnTo>
                  <a:cubicBezTo>
                    <a:pt x="219305" y="206014"/>
                    <a:pt x="170958" y="243498"/>
                    <a:pt x="110602" y="243815"/>
                  </a:cubicBezTo>
                  <a:close/>
                </a:path>
              </a:pathLst>
            </a:custGeom>
            <a:solidFill>
              <a:srgbClr val="FF93B1"/>
            </a:solidFill>
            <a:ln w="6346" cap="flat">
              <a:noFill/>
              <a:prstDash val="solid"/>
              <a:miter/>
            </a:ln>
          </p:spPr>
          <p:txBody>
            <a:bodyPr rtlCol="0" anchor="ctr"/>
            <a:lstStyle/>
            <a:p>
              <a:endParaRPr lang="zh-CN" altLang="en-US"/>
            </a:p>
          </p:txBody>
        </p:sp>
        <p:sp>
          <p:nvSpPr>
            <p:cNvPr id="120" name="任意多边形 49">
              <a:extLst>
                <a:ext uri="{FF2B5EF4-FFF2-40B4-BE49-F238E27FC236}">
                  <a16:creationId xmlns:a16="http://schemas.microsoft.com/office/drawing/2014/main" id="{423D2085-CA58-4EED-9512-937CD404FACD}"/>
                </a:ext>
              </a:extLst>
            </p:cNvPr>
            <p:cNvSpPr/>
            <p:nvPr/>
          </p:nvSpPr>
          <p:spPr>
            <a:xfrm>
              <a:off x="7730087" y="2415564"/>
              <a:ext cx="132524" cy="169000"/>
            </a:xfrm>
            <a:custGeom>
              <a:avLst/>
              <a:gdLst>
                <a:gd name="connsiteX0" fmla="*/ 93764 w 117048"/>
                <a:gd name="connsiteY0" fmla="*/ 41043 h 149264"/>
                <a:gd name="connsiteX1" fmla="*/ 1072 w 117048"/>
                <a:gd name="connsiteY1" fmla="*/ 45490 h 149264"/>
                <a:gd name="connsiteX2" fmla="*/ 95670 w 117048"/>
                <a:gd name="connsiteY2" fmla="*/ 138183 h 149264"/>
                <a:gd name="connsiteX3" fmla="*/ 93764 w 117048"/>
                <a:gd name="connsiteY3" fmla="*/ 41043 h 149264"/>
              </a:gdLst>
              <a:ahLst/>
              <a:cxnLst>
                <a:cxn ang="0">
                  <a:pos x="connsiteX0" y="connsiteY0"/>
                </a:cxn>
                <a:cxn ang="0">
                  <a:pos x="connsiteX1" y="connsiteY1"/>
                </a:cxn>
                <a:cxn ang="0">
                  <a:pos x="connsiteX2" y="connsiteY2"/>
                </a:cxn>
                <a:cxn ang="0">
                  <a:pos x="connsiteX3" y="connsiteY3"/>
                </a:cxn>
              </a:cxnLst>
              <a:rect l="l" t="t" r="r" b="b"/>
              <a:pathLst>
                <a:path w="117048" h="149264">
                  <a:moveTo>
                    <a:pt x="93764" y="41043"/>
                  </a:moveTo>
                  <a:cubicBezTo>
                    <a:pt x="64540" y="-28842"/>
                    <a:pt x="9394" y="2098"/>
                    <a:pt x="1072" y="45490"/>
                  </a:cubicBezTo>
                  <a:cubicBezTo>
                    <a:pt x="-10936" y="108450"/>
                    <a:pt x="47640" y="175857"/>
                    <a:pt x="95670" y="138183"/>
                  </a:cubicBezTo>
                  <a:cubicBezTo>
                    <a:pt x="143700" y="100509"/>
                    <a:pt x="93764" y="41043"/>
                    <a:pt x="93764" y="41043"/>
                  </a:cubicBezTo>
                  <a:close/>
                </a:path>
              </a:pathLst>
            </a:custGeom>
            <a:solidFill>
              <a:srgbClr val="FED0D6"/>
            </a:solidFill>
            <a:ln w="6346" cap="flat">
              <a:noFill/>
              <a:prstDash val="solid"/>
              <a:miter/>
            </a:ln>
          </p:spPr>
          <p:txBody>
            <a:bodyPr rtlCol="0" anchor="ctr"/>
            <a:lstStyle/>
            <a:p>
              <a:endParaRPr lang="zh-CN" altLang="en-US"/>
            </a:p>
          </p:txBody>
        </p:sp>
        <p:sp>
          <p:nvSpPr>
            <p:cNvPr id="121" name="任意多边形 50">
              <a:extLst>
                <a:ext uri="{FF2B5EF4-FFF2-40B4-BE49-F238E27FC236}">
                  <a16:creationId xmlns:a16="http://schemas.microsoft.com/office/drawing/2014/main" id="{0F50267C-C710-441D-9598-1BEDD76345AC}"/>
                </a:ext>
              </a:extLst>
            </p:cNvPr>
            <p:cNvSpPr/>
            <p:nvPr/>
          </p:nvSpPr>
          <p:spPr>
            <a:xfrm>
              <a:off x="8248927" y="2523567"/>
              <a:ext cx="148402" cy="155616"/>
            </a:xfrm>
            <a:custGeom>
              <a:avLst/>
              <a:gdLst>
                <a:gd name="connsiteX0" fmla="*/ 44850 w 131071"/>
                <a:gd name="connsiteY0" fmla="*/ 23606 h 137443"/>
                <a:gd name="connsiteX1" fmla="*/ 129474 w 131071"/>
                <a:gd name="connsiteY1" fmla="*/ 61725 h 137443"/>
                <a:gd name="connsiteX2" fmla="*/ 7430 w 131071"/>
                <a:gd name="connsiteY2" fmla="*/ 113122 h 137443"/>
                <a:gd name="connsiteX3" fmla="*/ 44850 w 131071"/>
                <a:gd name="connsiteY3" fmla="*/ 23479 h 137443"/>
              </a:gdLst>
              <a:ahLst/>
              <a:cxnLst>
                <a:cxn ang="0">
                  <a:pos x="connsiteX0" y="connsiteY0"/>
                </a:cxn>
                <a:cxn ang="0">
                  <a:pos x="connsiteX1" y="connsiteY1"/>
                </a:cxn>
                <a:cxn ang="0">
                  <a:pos x="connsiteX2" y="connsiteY2"/>
                </a:cxn>
                <a:cxn ang="0">
                  <a:pos x="connsiteX3" y="connsiteY3"/>
                </a:cxn>
              </a:cxnLst>
              <a:rect l="l" t="t" r="r" b="b"/>
              <a:pathLst>
                <a:path w="131071" h="137443">
                  <a:moveTo>
                    <a:pt x="44850" y="23606"/>
                  </a:moveTo>
                  <a:cubicBezTo>
                    <a:pt x="97708" y="-30396"/>
                    <a:pt x="137734" y="18397"/>
                    <a:pt x="129474" y="61725"/>
                  </a:cubicBezTo>
                  <a:cubicBezTo>
                    <a:pt x="117466" y="124685"/>
                    <a:pt x="38115" y="165790"/>
                    <a:pt x="7430" y="113122"/>
                  </a:cubicBezTo>
                  <a:cubicBezTo>
                    <a:pt x="-23256" y="60455"/>
                    <a:pt x="44850" y="23479"/>
                    <a:pt x="44850" y="23479"/>
                  </a:cubicBezTo>
                  <a:close/>
                </a:path>
              </a:pathLst>
            </a:custGeom>
            <a:solidFill>
              <a:srgbClr val="FED0D6"/>
            </a:solidFill>
            <a:ln w="6346" cap="flat">
              <a:noFill/>
              <a:prstDash val="solid"/>
              <a:miter/>
            </a:ln>
          </p:spPr>
          <p:txBody>
            <a:bodyPr rtlCol="0" anchor="ctr"/>
            <a:lstStyle/>
            <a:p>
              <a:endParaRPr lang="zh-CN" altLang="en-US"/>
            </a:p>
          </p:txBody>
        </p:sp>
        <p:sp>
          <p:nvSpPr>
            <p:cNvPr id="122" name="任意多边形 51">
              <a:extLst>
                <a:ext uri="{FF2B5EF4-FFF2-40B4-BE49-F238E27FC236}">
                  <a16:creationId xmlns:a16="http://schemas.microsoft.com/office/drawing/2014/main" id="{E74E9841-00AD-4E0A-884E-217C6C4E8E9A}"/>
                </a:ext>
              </a:extLst>
            </p:cNvPr>
            <p:cNvSpPr/>
            <p:nvPr/>
          </p:nvSpPr>
          <p:spPr>
            <a:xfrm>
              <a:off x="7809723" y="2240589"/>
              <a:ext cx="532212" cy="546181"/>
            </a:xfrm>
            <a:custGeom>
              <a:avLst/>
              <a:gdLst>
                <a:gd name="connsiteX0" fmla="*/ 180923 w 470060"/>
                <a:gd name="connsiteY0" fmla="*/ 478301 h 482397"/>
                <a:gd name="connsiteX1" fmla="*/ 29463 w 470060"/>
                <a:gd name="connsiteY1" fmla="*/ 77479 h 482397"/>
                <a:gd name="connsiteX2" fmla="*/ 469484 w 470060"/>
                <a:gd name="connsiteY2" fmla="*/ 161341 h 482397"/>
                <a:gd name="connsiteX3" fmla="*/ 180923 w 470060"/>
                <a:gd name="connsiteY3" fmla="*/ 478301 h 482397"/>
              </a:gdLst>
              <a:ahLst/>
              <a:cxnLst>
                <a:cxn ang="0">
                  <a:pos x="connsiteX0" y="connsiteY0"/>
                </a:cxn>
                <a:cxn ang="0">
                  <a:pos x="connsiteX1" y="connsiteY1"/>
                </a:cxn>
                <a:cxn ang="0">
                  <a:pos x="connsiteX2" y="connsiteY2"/>
                </a:cxn>
                <a:cxn ang="0">
                  <a:pos x="connsiteX3" y="connsiteY3"/>
                </a:cxn>
              </a:cxnLst>
              <a:rect l="l" t="t" r="r" b="b"/>
              <a:pathLst>
                <a:path w="470060" h="482397">
                  <a:moveTo>
                    <a:pt x="180923" y="478301"/>
                  </a:moveTo>
                  <a:cubicBezTo>
                    <a:pt x="19045" y="447488"/>
                    <a:pt x="-42962" y="252065"/>
                    <a:pt x="29463" y="77479"/>
                  </a:cubicBezTo>
                  <a:cubicBezTo>
                    <a:pt x="89247" y="-66293"/>
                    <a:pt x="466880" y="5688"/>
                    <a:pt x="469484" y="161341"/>
                  </a:cubicBezTo>
                  <a:cubicBezTo>
                    <a:pt x="472788" y="350348"/>
                    <a:pt x="342929" y="509304"/>
                    <a:pt x="180923" y="478301"/>
                  </a:cubicBezTo>
                  <a:close/>
                </a:path>
              </a:pathLst>
            </a:custGeom>
            <a:solidFill>
              <a:srgbClr val="FED0D6"/>
            </a:solidFill>
            <a:ln w="6346" cap="flat">
              <a:noFill/>
              <a:prstDash val="solid"/>
              <a:miter/>
            </a:ln>
          </p:spPr>
          <p:txBody>
            <a:bodyPr rtlCol="0" anchor="ctr"/>
            <a:lstStyle/>
            <a:p>
              <a:endParaRPr lang="zh-CN" altLang="en-US"/>
            </a:p>
          </p:txBody>
        </p:sp>
        <p:sp>
          <p:nvSpPr>
            <p:cNvPr id="123" name="任意多边形 52">
              <a:extLst>
                <a:ext uri="{FF2B5EF4-FFF2-40B4-BE49-F238E27FC236}">
                  <a16:creationId xmlns:a16="http://schemas.microsoft.com/office/drawing/2014/main" id="{85EA7084-23FA-4A8F-B587-FE22391392F8}"/>
                </a:ext>
              </a:extLst>
            </p:cNvPr>
            <p:cNvSpPr/>
            <p:nvPr/>
          </p:nvSpPr>
          <p:spPr>
            <a:xfrm>
              <a:off x="7789201" y="2165401"/>
              <a:ext cx="375782" cy="560573"/>
            </a:xfrm>
            <a:custGeom>
              <a:avLst/>
              <a:gdLst>
                <a:gd name="connsiteX0" fmla="*/ 331384 w 331898"/>
                <a:gd name="connsiteY0" fmla="*/ 36709 h 495109"/>
                <a:gd name="connsiteX1" fmla="*/ 61184 w 331898"/>
                <a:gd name="connsiteY1" fmla="*/ 494899 h 495109"/>
                <a:gd name="connsiteX2" fmla="*/ 61184 w 331898"/>
                <a:gd name="connsiteY2" fmla="*/ 494899 h 495109"/>
                <a:gd name="connsiteX3" fmla="*/ 42633 w 331898"/>
                <a:gd name="connsiteY3" fmla="*/ 73430 h 495109"/>
                <a:gd name="connsiteX4" fmla="*/ 331384 w 331898"/>
                <a:gd name="connsiteY4" fmla="*/ 36709 h 49510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31898" h="495109">
                  <a:moveTo>
                    <a:pt x="331384" y="36709"/>
                  </a:moveTo>
                  <a:cubicBezTo>
                    <a:pt x="45491" y="74002"/>
                    <a:pt x="40409" y="335308"/>
                    <a:pt x="61184" y="494899"/>
                  </a:cubicBezTo>
                  <a:lnTo>
                    <a:pt x="61184" y="494899"/>
                  </a:lnTo>
                  <a:cubicBezTo>
                    <a:pt x="61184" y="494899"/>
                    <a:pt x="-64292" y="213962"/>
                    <a:pt x="42633" y="73430"/>
                  </a:cubicBezTo>
                  <a:cubicBezTo>
                    <a:pt x="149556" y="-67102"/>
                    <a:pt x="331384" y="36709"/>
                    <a:pt x="331384" y="36709"/>
                  </a:cubicBezTo>
                  <a:close/>
                </a:path>
              </a:pathLst>
            </a:custGeom>
            <a:solidFill>
              <a:srgbClr val="981D04"/>
            </a:solidFill>
            <a:ln w="6346" cap="flat">
              <a:noFill/>
              <a:prstDash val="solid"/>
              <a:miter/>
            </a:ln>
          </p:spPr>
          <p:txBody>
            <a:bodyPr rtlCol="0" anchor="ctr"/>
            <a:lstStyle/>
            <a:p>
              <a:endParaRPr lang="zh-CN" altLang="en-US"/>
            </a:p>
          </p:txBody>
        </p:sp>
        <p:sp>
          <p:nvSpPr>
            <p:cNvPr id="124" name="任意多边形 53">
              <a:extLst>
                <a:ext uri="{FF2B5EF4-FFF2-40B4-BE49-F238E27FC236}">
                  <a16:creationId xmlns:a16="http://schemas.microsoft.com/office/drawing/2014/main" id="{D104D873-A8FB-47E3-90D5-9DC4117C5964}"/>
                </a:ext>
              </a:extLst>
            </p:cNvPr>
            <p:cNvSpPr/>
            <p:nvPr/>
          </p:nvSpPr>
          <p:spPr>
            <a:xfrm>
              <a:off x="7703109" y="2838260"/>
              <a:ext cx="683282" cy="765140"/>
            </a:xfrm>
            <a:custGeom>
              <a:avLst/>
              <a:gdLst>
                <a:gd name="connsiteX0" fmla="*/ 602973 w 603487"/>
                <a:gd name="connsiteY0" fmla="*/ 61225 h 675786"/>
                <a:gd name="connsiteX1" fmla="*/ 415491 w 603487"/>
                <a:gd name="connsiteY1" fmla="*/ -210 h 675786"/>
                <a:gd name="connsiteX2" fmla="*/ 302532 w 603487"/>
                <a:gd name="connsiteY2" fmla="*/ 86828 h 675786"/>
                <a:gd name="connsiteX3" fmla="*/ 299927 w 603487"/>
                <a:gd name="connsiteY3" fmla="*/ 86828 h 675786"/>
                <a:gd name="connsiteX4" fmla="*/ 197260 w 603487"/>
                <a:gd name="connsiteY4" fmla="*/ -210 h 675786"/>
                <a:gd name="connsiteX5" fmla="*/ -514 w 603487"/>
                <a:gd name="connsiteY5" fmla="*/ 61225 h 675786"/>
                <a:gd name="connsiteX6" fmla="*/ 24898 w 603487"/>
                <a:gd name="connsiteY6" fmla="*/ 268529 h 675786"/>
                <a:gd name="connsiteX7" fmla="*/ 50311 w 603487"/>
                <a:gd name="connsiteY7" fmla="*/ 406774 h 675786"/>
                <a:gd name="connsiteX8" fmla="*/ 88811 w 603487"/>
                <a:gd name="connsiteY8" fmla="*/ 675577 h 675786"/>
                <a:gd name="connsiteX9" fmla="*/ 512504 w 603487"/>
                <a:gd name="connsiteY9" fmla="*/ 675577 h 675786"/>
                <a:gd name="connsiteX10" fmla="*/ 553609 w 603487"/>
                <a:gd name="connsiteY10" fmla="*/ 406774 h 675786"/>
                <a:gd name="connsiteX11" fmla="*/ 576735 w 603487"/>
                <a:gd name="connsiteY11" fmla="*/ 268529 h 675786"/>
                <a:gd name="connsiteX12" fmla="*/ 602147 w 603487"/>
                <a:gd name="connsiteY12" fmla="*/ 61225 h 67578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603487" h="675786">
                  <a:moveTo>
                    <a:pt x="602973" y="61225"/>
                  </a:moveTo>
                  <a:lnTo>
                    <a:pt x="415491" y="-210"/>
                  </a:lnTo>
                  <a:cubicBezTo>
                    <a:pt x="400116" y="66308"/>
                    <a:pt x="315365" y="86828"/>
                    <a:pt x="302532" y="86828"/>
                  </a:cubicBezTo>
                  <a:lnTo>
                    <a:pt x="299927" y="86828"/>
                  </a:lnTo>
                  <a:cubicBezTo>
                    <a:pt x="287220" y="86828"/>
                    <a:pt x="212634" y="66308"/>
                    <a:pt x="197260" y="-210"/>
                  </a:cubicBezTo>
                  <a:lnTo>
                    <a:pt x="-514" y="61225"/>
                  </a:lnTo>
                  <a:lnTo>
                    <a:pt x="24898" y="268529"/>
                  </a:lnTo>
                  <a:cubicBezTo>
                    <a:pt x="24898" y="268529"/>
                    <a:pt x="9460" y="347880"/>
                    <a:pt x="50311" y="406774"/>
                  </a:cubicBezTo>
                  <a:cubicBezTo>
                    <a:pt x="88811" y="463063"/>
                    <a:pt x="88811" y="675577"/>
                    <a:pt x="88811" y="675577"/>
                  </a:cubicBezTo>
                  <a:lnTo>
                    <a:pt x="512504" y="675577"/>
                  </a:lnTo>
                  <a:cubicBezTo>
                    <a:pt x="512504" y="675577"/>
                    <a:pt x="512504" y="463063"/>
                    <a:pt x="553609" y="406774"/>
                  </a:cubicBezTo>
                  <a:cubicBezTo>
                    <a:pt x="592109" y="347880"/>
                    <a:pt x="576735" y="268529"/>
                    <a:pt x="576735" y="268529"/>
                  </a:cubicBezTo>
                  <a:lnTo>
                    <a:pt x="602147" y="61225"/>
                  </a:lnTo>
                  <a:close/>
                </a:path>
              </a:pathLst>
            </a:custGeom>
            <a:solidFill>
              <a:srgbClr val="F93F57"/>
            </a:solidFill>
            <a:ln w="6346" cap="flat">
              <a:noFill/>
              <a:prstDash val="solid"/>
              <a:miter/>
            </a:ln>
          </p:spPr>
          <p:txBody>
            <a:bodyPr rtlCol="0" anchor="ctr"/>
            <a:lstStyle/>
            <a:p>
              <a:endParaRPr lang="zh-CN" altLang="en-US"/>
            </a:p>
          </p:txBody>
        </p:sp>
        <p:sp>
          <p:nvSpPr>
            <p:cNvPr id="125" name="任意多边形 54">
              <a:extLst>
                <a:ext uri="{FF2B5EF4-FFF2-40B4-BE49-F238E27FC236}">
                  <a16:creationId xmlns:a16="http://schemas.microsoft.com/office/drawing/2014/main" id="{806DBE18-C73E-49AF-A21B-7C43AAED12E2}"/>
                </a:ext>
              </a:extLst>
            </p:cNvPr>
            <p:cNvSpPr/>
            <p:nvPr/>
          </p:nvSpPr>
          <p:spPr>
            <a:xfrm>
              <a:off x="7668222" y="2246131"/>
              <a:ext cx="203061" cy="147805"/>
            </a:xfrm>
            <a:custGeom>
              <a:avLst/>
              <a:gdLst>
                <a:gd name="connsiteX0" fmla="*/ -514 w 179347"/>
                <a:gd name="connsiteY0" fmla="*/ 71186 h 130544"/>
                <a:gd name="connsiteX1" fmla="*/ 171784 w 179347"/>
                <a:gd name="connsiteY1" fmla="*/ 4287 h 130544"/>
                <a:gd name="connsiteX2" fmla="*/ 43195 w 179347"/>
                <a:gd name="connsiteY2" fmla="*/ 130334 h 130544"/>
                <a:gd name="connsiteX3" fmla="*/ -514 w 179347"/>
                <a:gd name="connsiteY3" fmla="*/ 71186 h 130544"/>
              </a:gdLst>
              <a:ahLst/>
              <a:cxnLst>
                <a:cxn ang="0">
                  <a:pos x="connsiteX0" y="connsiteY0"/>
                </a:cxn>
                <a:cxn ang="0">
                  <a:pos x="connsiteX1" y="connsiteY1"/>
                </a:cxn>
                <a:cxn ang="0">
                  <a:pos x="connsiteX2" y="connsiteY2"/>
                </a:cxn>
                <a:cxn ang="0">
                  <a:pos x="connsiteX3" y="connsiteY3"/>
                </a:cxn>
              </a:cxnLst>
              <a:rect l="l" t="t" r="r" b="b"/>
              <a:pathLst>
                <a:path w="179347" h="130544">
                  <a:moveTo>
                    <a:pt x="-514" y="71186"/>
                  </a:moveTo>
                  <a:cubicBezTo>
                    <a:pt x="-514" y="71186"/>
                    <a:pt x="146053" y="-21379"/>
                    <a:pt x="171784" y="4287"/>
                  </a:cubicBezTo>
                  <a:cubicBezTo>
                    <a:pt x="197196" y="27477"/>
                    <a:pt x="153804" y="73728"/>
                    <a:pt x="43195" y="130334"/>
                  </a:cubicBezTo>
                  <a:lnTo>
                    <a:pt x="-514" y="71186"/>
                  </a:lnTo>
                  <a:close/>
                </a:path>
              </a:pathLst>
            </a:custGeom>
            <a:solidFill>
              <a:srgbClr val="FED0D6"/>
            </a:solidFill>
            <a:ln w="6346" cap="flat">
              <a:noFill/>
              <a:prstDash val="solid"/>
              <a:miter/>
            </a:ln>
          </p:spPr>
          <p:txBody>
            <a:bodyPr rtlCol="0" anchor="ctr"/>
            <a:lstStyle/>
            <a:p>
              <a:endParaRPr lang="zh-CN" altLang="en-US"/>
            </a:p>
          </p:txBody>
        </p:sp>
        <p:sp>
          <p:nvSpPr>
            <p:cNvPr id="126" name="任意多边形 55">
              <a:extLst>
                <a:ext uri="{FF2B5EF4-FFF2-40B4-BE49-F238E27FC236}">
                  <a16:creationId xmlns:a16="http://schemas.microsoft.com/office/drawing/2014/main" id="{4BF09BD2-D2E3-494F-BE73-E65F06BDC6C4}"/>
                </a:ext>
              </a:extLst>
            </p:cNvPr>
            <p:cNvSpPr/>
            <p:nvPr/>
          </p:nvSpPr>
          <p:spPr>
            <a:xfrm>
              <a:off x="7253337" y="2273163"/>
              <a:ext cx="519616" cy="812040"/>
            </a:xfrm>
            <a:custGeom>
              <a:avLst/>
              <a:gdLst>
                <a:gd name="connsiteX0" fmla="*/ 396859 w 458935"/>
                <a:gd name="connsiteY0" fmla="*/ 560775 h 717209"/>
                <a:gd name="connsiteX1" fmla="*/ 147942 w 458935"/>
                <a:gd name="connsiteY1" fmla="*/ 358426 h 717209"/>
                <a:gd name="connsiteX2" fmla="*/ 458421 w 458935"/>
                <a:gd name="connsiteY2" fmla="*/ 107349 h 717209"/>
                <a:gd name="connsiteX3" fmla="*/ 409628 w 458935"/>
                <a:gd name="connsiteY3" fmla="*/ -210 h 717209"/>
                <a:gd name="connsiteX4" fmla="*/ 4297 w 458935"/>
                <a:gd name="connsiteY4" fmla="*/ 348134 h 717209"/>
                <a:gd name="connsiteX5" fmla="*/ 417253 w 458935"/>
                <a:gd name="connsiteY5" fmla="*/ 716999 h 717209"/>
                <a:gd name="connsiteX6" fmla="*/ 396732 w 458935"/>
                <a:gd name="connsiteY6" fmla="*/ 560775 h 71720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458935" h="717209">
                  <a:moveTo>
                    <a:pt x="396859" y="560775"/>
                  </a:moveTo>
                  <a:cubicBezTo>
                    <a:pt x="396859" y="560775"/>
                    <a:pt x="158234" y="399404"/>
                    <a:pt x="147942" y="358426"/>
                  </a:cubicBezTo>
                  <a:cubicBezTo>
                    <a:pt x="137713" y="320307"/>
                    <a:pt x="458421" y="107349"/>
                    <a:pt x="458421" y="107349"/>
                  </a:cubicBezTo>
                  <a:lnTo>
                    <a:pt x="409628" y="-210"/>
                  </a:lnTo>
                  <a:cubicBezTo>
                    <a:pt x="409628" y="-210"/>
                    <a:pt x="47879" y="230346"/>
                    <a:pt x="4297" y="348134"/>
                  </a:cubicBezTo>
                  <a:cubicBezTo>
                    <a:pt x="-41891" y="465986"/>
                    <a:pt x="255691" y="696542"/>
                    <a:pt x="417253" y="716999"/>
                  </a:cubicBezTo>
                  <a:lnTo>
                    <a:pt x="396732" y="560775"/>
                  </a:lnTo>
                  <a:close/>
                </a:path>
              </a:pathLst>
            </a:custGeom>
            <a:solidFill>
              <a:srgbClr val="F93F57"/>
            </a:solidFill>
            <a:ln w="6346" cap="flat">
              <a:noFill/>
              <a:prstDash val="solid"/>
              <a:miter/>
            </a:ln>
          </p:spPr>
          <p:txBody>
            <a:bodyPr rtlCol="0" anchor="ctr"/>
            <a:lstStyle/>
            <a:p>
              <a:endParaRPr lang="zh-CN" altLang="en-US"/>
            </a:p>
          </p:txBody>
        </p:sp>
        <p:sp>
          <p:nvSpPr>
            <p:cNvPr id="127" name="任意多边形 56">
              <a:extLst>
                <a:ext uri="{FF2B5EF4-FFF2-40B4-BE49-F238E27FC236}">
                  <a16:creationId xmlns:a16="http://schemas.microsoft.com/office/drawing/2014/main" id="{604DAC69-FCEE-4CA5-BB10-A57CC2CEAF35}"/>
                </a:ext>
              </a:extLst>
            </p:cNvPr>
            <p:cNvSpPr/>
            <p:nvPr/>
          </p:nvSpPr>
          <p:spPr>
            <a:xfrm>
              <a:off x="7861504" y="4281217"/>
              <a:ext cx="152998" cy="1017478"/>
            </a:xfrm>
            <a:custGeom>
              <a:avLst/>
              <a:gdLst>
                <a:gd name="connsiteX0" fmla="*/ 126555 w 135131"/>
                <a:gd name="connsiteY0" fmla="*/ 898656 h 898656"/>
                <a:gd name="connsiteX1" fmla="*/ 0 w 135131"/>
                <a:gd name="connsiteY1" fmla="*/ 898656 h 898656"/>
                <a:gd name="connsiteX2" fmla="*/ 0 w 135131"/>
                <a:gd name="connsiteY2" fmla="*/ 0 h 898656"/>
                <a:gd name="connsiteX3" fmla="*/ 135132 w 135131"/>
                <a:gd name="connsiteY3" fmla="*/ 0 h 898656"/>
                <a:gd name="connsiteX4" fmla="*/ 126555 w 135131"/>
                <a:gd name="connsiteY4" fmla="*/ 898656 h 898656"/>
                <a:gd name="connsiteX5" fmla="*/ 126555 w 135131"/>
                <a:gd name="connsiteY5" fmla="*/ 898656 h 898656"/>
                <a:gd name="connsiteX6" fmla="*/ 126555 w 135131"/>
                <a:gd name="connsiteY6" fmla="*/ 898656 h 89865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35131" h="898656">
                  <a:moveTo>
                    <a:pt x="126555" y="898656"/>
                  </a:moveTo>
                  <a:lnTo>
                    <a:pt x="0" y="898656"/>
                  </a:lnTo>
                  <a:lnTo>
                    <a:pt x="0" y="0"/>
                  </a:lnTo>
                  <a:lnTo>
                    <a:pt x="135132" y="0"/>
                  </a:lnTo>
                  <a:lnTo>
                    <a:pt x="126555" y="898656"/>
                  </a:lnTo>
                  <a:lnTo>
                    <a:pt x="126555" y="898656"/>
                  </a:lnTo>
                  <a:lnTo>
                    <a:pt x="126555" y="898656"/>
                  </a:lnTo>
                  <a:close/>
                </a:path>
              </a:pathLst>
            </a:custGeom>
            <a:solidFill>
              <a:srgbClr val="FED0D6"/>
            </a:solidFill>
            <a:ln w="6346" cap="flat">
              <a:noFill/>
              <a:prstDash val="solid"/>
              <a:miter/>
            </a:ln>
          </p:spPr>
          <p:txBody>
            <a:bodyPr rtlCol="0" anchor="ctr"/>
            <a:lstStyle/>
            <a:p>
              <a:endParaRPr lang="zh-CN" altLang="en-US"/>
            </a:p>
          </p:txBody>
        </p:sp>
        <p:sp>
          <p:nvSpPr>
            <p:cNvPr id="128" name="任意多边形 57">
              <a:extLst>
                <a:ext uri="{FF2B5EF4-FFF2-40B4-BE49-F238E27FC236}">
                  <a16:creationId xmlns:a16="http://schemas.microsoft.com/office/drawing/2014/main" id="{0AD02934-05AC-4A99-A9DD-2432D2D4ED3F}"/>
                </a:ext>
              </a:extLst>
            </p:cNvPr>
            <p:cNvSpPr/>
            <p:nvPr/>
          </p:nvSpPr>
          <p:spPr>
            <a:xfrm>
              <a:off x="7703109" y="5287978"/>
              <a:ext cx="316405" cy="123506"/>
            </a:xfrm>
            <a:custGeom>
              <a:avLst/>
              <a:gdLst>
                <a:gd name="connsiteX0" fmla="*/ 264603 w 279455"/>
                <a:gd name="connsiteY0" fmla="*/ -210 h 109083"/>
                <a:gd name="connsiteX1" fmla="*/ 138493 w 279455"/>
                <a:gd name="connsiteY1" fmla="*/ -210 h 109083"/>
                <a:gd name="connsiteX2" fmla="*/ -514 w 279455"/>
                <a:gd name="connsiteY2" fmla="*/ 96168 h 109083"/>
                <a:gd name="connsiteX3" fmla="*/ -514 w 279455"/>
                <a:gd name="connsiteY3" fmla="*/ 108874 h 109083"/>
                <a:gd name="connsiteX4" fmla="*/ 277500 w 279455"/>
                <a:gd name="connsiteY4" fmla="*/ 108874 h 109083"/>
                <a:gd name="connsiteX5" fmla="*/ 264794 w 279455"/>
                <a:gd name="connsiteY5" fmla="*/ -210 h 10908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9455" h="109083">
                  <a:moveTo>
                    <a:pt x="264603" y="-210"/>
                  </a:moveTo>
                  <a:lnTo>
                    <a:pt x="138493" y="-210"/>
                  </a:lnTo>
                  <a:cubicBezTo>
                    <a:pt x="138493" y="-210"/>
                    <a:pt x="12382" y="68277"/>
                    <a:pt x="-514" y="96168"/>
                  </a:cubicBezTo>
                  <a:lnTo>
                    <a:pt x="-514" y="108874"/>
                  </a:lnTo>
                  <a:lnTo>
                    <a:pt x="277500" y="108874"/>
                  </a:lnTo>
                  <a:cubicBezTo>
                    <a:pt x="277500" y="108874"/>
                    <a:pt x="285251" y="27681"/>
                    <a:pt x="264794" y="-210"/>
                  </a:cubicBezTo>
                  <a:close/>
                </a:path>
              </a:pathLst>
            </a:custGeom>
            <a:solidFill>
              <a:srgbClr val="F93F57"/>
            </a:solidFill>
            <a:ln w="6346" cap="flat">
              <a:noFill/>
              <a:prstDash val="solid"/>
              <a:miter/>
            </a:ln>
          </p:spPr>
          <p:txBody>
            <a:bodyPr rtlCol="0" anchor="ctr"/>
            <a:lstStyle/>
            <a:p>
              <a:endParaRPr lang="zh-CN" altLang="en-US"/>
            </a:p>
          </p:txBody>
        </p:sp>
        <p:sp>
          <p:nvSpPr>
            <p:cNvPr id="129" name="任意多边形 58">
              <a:extLst>
                <a:ext uri="{FF2B5EF4-FFF2-40B4-BE49-F238E27FC236}">
                  <a16:creationId xmlns:a16="http://schemas.microsoft.com/office/drawing/2014/main" id="{27B4EB18-ECFE-4C2A-A89A-AEED9A1821A3}"/>
                </a:ext>
              </a:extLst>
            </p:cNvPr>
            <p:cNvSpPr/>
            <p:nvPr/>
          </p:nvSpPr>
          <p:spPr>
            <a:xfrm>
              <a:off x="7703109" y="5411484"/>
              <a:ext cx="314126" cy="18773"/>
            </a:xfrm>
            <a:custGeom>
              <a:avLst/>
              <a:gdLst>
                <a:gd name="connsiteX0" fmla="*/ 0 w 277442"/>
                <a:gd name="connsiteY0" fmla="*/ 0 h 16581"/>
                <a:gd name="connsiteX1" fmla="*/ 277443 w 277442"/>
                <a:gd name="connsiteY1" fmla="*/ 0 h 16581"/>
                <a:gd name="connsiteX2" fmla="*/ 277443 w 277442"/>
                <a:gd name="connsiteY2" fmla="*/ 16582 h 16581"/>
                <a:gd name="connsiteX3" fmla="*/ 0 w 277442"/>
                <a:gd name="connsiteY3" fmla="*/ 16582 h 16581"/>
                <a:gd name="connsiteX4" fmla="*/ 0 w 277442"/>
                <a:gd name="connsiteY4" fmla="*/ 0 h 16581"/>
                <a:gd name="connsiteX5" fmla="*/ 0 w 277442"/>
                <a:gd name="connsiteY5" fmla="*/ 0 h 1658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7442" h="16581">
                  <a:moveTo>
                    <a:pt x="0" y="0"/>
                  </a:moveTo>
                  <a:lnTo>
                    <a:pt x="277443" y="0"/>
                  </a:lnTo>
                  <a:lnTo>
                    <a:pt x="277443" y="16582"/>
                  </a:lnTo>
                  <a:lnTo>
                    <a:pt x="0" y="16582"/>
                  </a:lnTo>
                  <a:lnTo>
                    <a:pt x="0" y="0"/>
                  </a:lnTo>
                  <a:lnTo>
                    <a:pt x="0" y="0"/>
                  </a:lnTo>
                  <a:close/>
                </a:path>
              </a:pathLst>
            </a:custGeom>
            <a:solidFill>
              <a:srgbClr val="981D04"/>
            </a:solidFill>
            <a:ln w="6346" cap="flat">
              <a:noFill/>
              <a:prstDash val="solid"/>
              <a:miter/>
            </a:ln>
          </p:spPr>
          <p:txBody>
            <a:bodyPr rtlCol="0" anchor="ctr"/>
            <a:lstStyle/>
            <a:p>
              <a:endParaRPr lang="zh-CN" altLang="en-US"/>
            </a:p>
          </p:txBody>
        </p:sp>
        <p:sp>
          <p:nvSpPr>
            <p:cNvPr id="130" name="任意多边形 59">
              <a:extLst>
                <a:ext uri="{FF2B5EF4-FFF2-40B4-BE49-F238E27FC236}">
                  <a16:creationId xmlns:a16="http://schemas.microsoft.com/office/drawing/2014/main" id="{62578660-5693-4283-BEF4-E275593B2383}"/>
                </a:ext>
              </a:extLst>
            </p:cNvPr>
            <p:cNvSpPr/>
            <p:nvPr/>
          </p:nvSpPr>
          <p:spPr>
            <a:xfrm>
              <a:off x="8074926" y="4281217"/>
              <a:ext cx="154366" cy="1017478"/>
            </a:xfrm>
            <a:custGeom>
              <a:avLst/>
              <a:gdLst>
                <a:gd name="connsiteX0" fmla="*/ 8704 w 136339"/>
                <a:gd name="connsiteY0" fmla="*/ 898656 h 898656"/>
                <a:gd name="connsiteX1" fmla="*/ 136339 w 136339"/>
                <a:gd name="connsiteY1" fmla="*/ 898656 h 898656"/>
                <a:gd name="connsiteX2" fmla="*/ 136339 w 136339"/>
                <a:gd name="connsiteY2" fmla="*/ 0 h 898656"/>
                <a:gd name="connsiteX3" fmla="*/ 0 w 136339"/>
                <a:gd name="connsiteY3" fmla="*/ 0 h 898656"/>
                <a:gd name="connsiteX4" fmla="*/ 8704 w 136339"/>
                <a:gd name="connsiteY4" fmla="*/ 898656 h 898656"/>
                <a:gd name="connsiteX5" fmla="*/ 8704 w 136339"/>
                <a:gd name="connsiteY5" fmla="*/ 898656 h 898656"/>
                <a:gd name="connsiteX6" fmla="*/ 8704 w 136339"/>
                <a:gd name="connsiteY6" fmla="*/ 898656 h 89865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36339" h="898656">
                  <a:moveTo>
                    <a:pt x="8704" y="898656"/>
                  </a:moveTo>
                  <a:lnTo>
                    <a:pt x="136339" y="898656"/>
                  </a:lnTo>
                  <a:lnTo>
                    <a:pt x="136339" y="0"/>
                  </a:lnTo>
                  <a:lnTo>
                    <a:pt x="0" y="0"/>
                  </a:lnTo>
                  <a:lnTo>
                    <a:pt x="8704" y="898656"/>
                  </a:lnTo>
                  <a:lnTo>
                    <a:pt x="8704" y="898656"/>
                  </a:lnTo>
                  <a:lnTo>
                    <a:pt x="8704" y="898656"/>
                  </a:lnTo>
                  <a:close/>
                </a:path>
              </a:pathLst>
            </a:custGeom>
            <a:solidFill>
              <a:srgbClr val="FED0D6"/>
            </a:solidFill>
            <a:ln w="6346" cap="flat">
              <a:noFill/>
              <a:prstDash val="solid"/>
              <a:miter/>
            </a:ln>
          </p:spPr>
          <p:txBody>
            <a:bodyPr rtlCol="0" anchor="ctr"/>
            <a:lstStyle/>
            <a:p>
              <a:endParaRPr lang="zh-CN" altLang="en-US"/>
            </a:p>
          </p:txBody>
        </p:sp>
        <p:sp>
          <p:nvSpPr>
            <p:cNvPr id="131" name="任意多边形 60">
              <a:extLst>
                <a:ext uri="{FF2B5EF4-FFF2-40B4-BE49-F238E27FC236}">
                  <a16:creationId xmlns:a16="http://schemas.microsoft.com/office/drawing/2014/main" id="{D5E4770F-00E5-4F06-B9F1-93E4F77D6577}"/>
                </a:ext>
              </a:extLst>
            </p:cNvPr>
            <p:cNvSpPr/>
            <p:nvPr/>
          </p:nvSpPr>
          <p:spPr>
            <a:xfrm>
              <a:off x="8073764" y="5287978"/>
              <a:ext cx="312627" cy="123506"/>
            </a:xfrm>
            <a:custGeom>
              <a:avLst/>
              <a:gdLst>
                <a:gd name="connsiteX0" fmla="*/ 11376 w 276118"/>
                <a:gd name="connsiteY0" fmla="*/ -210 h 109083"/>
                <a:gd name="connsiteX1" fmla="*/ 139646 w 276118"/>
                <a:gd name="connsiteY1" fmla="*/ -210 h 109083"/>
                <a:gd name="connsiteX2" fmla="*/ 275604 w 276118"/>
                <a:gd name="connsiteY2" fmla="*/ 96168 h 109083"/>
                <a:gd name="connsiteX3" fmla="*/ 275604 w 276118"/>
                <a:gd name="connsiteY3" fmla="*/ 108874 h 109083"/>
                <a:gd name="connsiteX4" fmla="*/ 1147 w 276118"/>
                <a:gd name="connsiteY4" fmla="*/ 108874 h 109083"/>
                <a:gd name="connsiteX5" fmla="*/ 11376 w 276118"/>
                <a:gd name="connsiteY5" fmla="*/ -210 h 10908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6118" h="109083">
                  <a:moveTo>
                    <a:pt x="11376" y="-210"/>
                  </a:moveTo>
                  <a:lnTo>
                    <a:pt x="139646" y="-210"/>
                  </a:lnTo>
                  <a:cubicBezTo>
                    <a:pt x="139646" y="-210"/>
                    <a:pt x="262771" y="68277"/>
                    <a:pt x="275604" y="96168"/>
                  </a:cubicBezTo>
                  <a:lnTo>
                    <a:pt x="275604" y="108874"/>
                  </a:lnTo>
                  <a:lnTo>
                    <a:pt x="1147" y="108874"/>
                  </a:lnTo>
                  <a:cubicBezTo>
                    <a:pt x="1147" y="108874"/>
                    <a:pt x="-6604" y="27681"/>
                    <a:pt x="11376" y="-210"/>
                  </a:cubicBezTo>
                  <a:close/>
                </a:path>
              </a:pathLst>
            </a:custGeom>
            <a:solidFill>
              <a:srgbClr val="F93F57"/>
            </a:solidFill>
            <a:ln w="6346" cap="flat">
              <a:noFill/>
              <a:prstDash val="solid"/>
              <a:miter/>
            </a:ln>
          </p:spPr>
          <p:txBody>
            <a:bodyPr rtlCol="0" anchor="ctr"/>
            <a:lstStyle/>
            <a:p>
              <a:endParaRPr lang="zh-CN" altLang="en-US"/>
            </a:p>
          </p:txBody>
        </p:sp>
        <p:sp>
          <p:nvSpPr>
            <p:cNvPr id="132" name="任意多边形 61">
              <a:extLst>
                <a:ext uri="{FF2B5EF4-FFF2-40B4-BE49-F238E27FC236}">
                  <a16:creationId xmlns:a16="http://schemas.microsoft.com/office/drawing/2014/main" id="{6CE94E57-63F3-49BB-9321-566961E26149}"/>
                </a:ext>
              </a:extLst>
            </p:cNvPr>
            <p:cNvSpPr/>
            <p:nvPr/>
          </p:nvSpPr>
          <p:spPr>
            <a:xfrm>
              <a:off x="8074926" y="5411484"/>
              <a:ext cx="311393" cy="18773"/>
            </a:xfrm>
            <a:custGeom>
              <a:avLst/>
              <a:gdLst>
                <a:gd name="connsiteX0" fmla="*/ 0 w 275028"/>
                <a:gd name="connsiteY0" fmla="*/ 0 h 16581"/>
                <a:gd name="connsiteX1" fmla="*/ 275029 w 275028"/>
                <a:gd name="connsiteY1" fmla="*/ 0 h 16581"/>
                <a:gd name="connsiteX2" fmla="*/ 275029 w 275028"/>
                <a:gd name="connsiteY2" fmla="*/ 16582 h 16581"/>
                <a:gd name="connsiteX3" fmla="*/ 0 w 275028"/>
                <a:gd name="connsiteY3" fmla="*/ 16582 h 16581"/>
                <a:gd name="connsiteX4" fmla="*/ 0 w 275028"/>
                <a:gd name="connsiteY4" fmla="*/ 0 h 16581"/>
                <a:gd name="connsiteX5" fmla="*/ 0 w 275028"/>
                <a:gd name="connsiteY5" fmla="*/ 0 h 1658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5028" h="16581">
                  <a:moveTo>
                    <a:pt x="0" y="0"/>
                  </a:moveTo>
                  <a:lnTo>
                    <a:pt x="275029" y="0"/>
                  </a:lnTo>
                  <a:lnTo>
                    <a:pt x="275029" y="16582"/>
                  </a:lnTo>
                  <a:lnTo>
                    <a:pt x="0" y="16582"/>
                  </a:lnTo>
                  <a:lnTo>
                    <a:pt x="0" y="0"/>
                  </a:lnTo>
                  <a:lnTo>
                    <a:pt x="0" y="0"/>
                  </a:lnTo>
                  <a:close/>
                </a:path>
              </a:pathLst>
            </a:custGeom>
            <a:solidFill>
              <a:srgbClr val="981D04"/>
            </a:solidFill>
            <a:ln w="6346" cap="flat">
              <a:noFill/>
              <a:prstDash val="solid"/>
              <a:miter/>
            </a:ln>
          </p:spPr>
          <p:txBody>
            <a:bodyPr rtlCol="0" anchor="ctr"/>
            <a:lstStyle/>
            <a:p>
              <a:endParaRPr lang="zh-CN" altLang="en-US"/>
            </a:p>
          </p:txBody>
        </p:sp>
        <p:sp>
          <p:nvSpPr>
            <p:cNvPr id="133" name="任意多边形 62">
              <a:extLst>
                <a:ext uri="{FF2B5EF4-FFF2-40B4-BE49-F238E27FC236}">
                  <a16:creationId xmlns:a16="http://schemas.microsoft.com/office/drawing/2014/main" id="{254E0F06-51D6-4B9D-AB96-E435378A5AF1}"/>
                </a:ext>
              </a:extLst>
            </p:cNvPr>
            <p:cNvSpPr/>
            <p:nvPr/>
          </p:nvSpPr>
          <p:spPr>
            <a:xfrm>
              <a:off x="7564855" y="3584555"/>
              <a:ext cx="961084" cy="1110846"/>
            </a:xfrm>
            <a:custGeom>
              <a:avLst/>
              <a:gdLst>
                <a:gd name="connsiteX0" fmla="*/ 635502 w 848847"/>
                <a:gd name="connsiteY0" fmla="*/ -210 h 981120"/>
                <a:gd name="connsiteX1" fmla="*/ 212380 w 848847"/>
                <a:gd name="connsiteY1" fmla="*/ -210 h 981120"/>
                <a:gd name="connsiteX2" fmla="*/ -514 w 848847"/>
                <a:gd name="connsiteY2" fmla="*/ 980910 h 981120"/>
                <a:gd name="connsiteX3" fmla="*/ 848334 w 848847"/>
                <a:gd name="connsiteY3" fmla="*/ 980910 h 981120"/>
                <a:gd name="connsiteX4" fmla="*/ 635502 w 848847"/>
                <a:gd name="connsiteY4" fmla="*/ -210 h 98112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48847" h="981120">
                  <a:moveTo>
                    <a:pt x="635502" y="-210"/>
                  </a:moveTo>
                  <a:lnTo>
                    <a:pt x="212380" y="-210"/>
                  </a:lnTo>
                  <a:cubicBezTo>
                    <a:pt x="12319" y="253281"/>
                    <a:pt x="-514" y="980910"/>
                    <a:pt x="-514" y="980910"/>
                  </a:cubicBezTo>
                  <a:lnTo>
                    <a:pt x="848334" y="980910"/>
                  </a:lnTo>
                  <a:cubicBezTo>
                    <a:pt x="848334" y="980910"/>
                    <a:pt x="838104" y="253281"/>
                    <a:pt x="635502" y="-210"/>
                  </a:cubicBezTo>
                  <a:close/>
                </a:path>
              </a:pathLst>
            </a:custGeom>
            <a:solidFill>
              <a:srgbClr val="434CC0"/>
            </a:solidFill>
            <a:ln w="6346" cap="flat">
              <a:noFill/>
              <a:prstDash val="solid"/>
              <a:miter/>
            </a:ln>
          </p:spPr>
          <p:txBody>
            <a:bodyPr rtlCol="0" anchor="ctr"/>
            <a:lstStyle/>
            <a:p>
              <a:endParaRPr lang="zh-CN" altLang="en-US"/>
            </a:p>
          </p:txBody>
        </p:sp>
        <p:sp>
          <p:nvSpPr>
            <p:cNvPr id="134" name="任意多边形 63">
              <a:extLst>
                <a:ext uri="{FF2B5EF4-FFF2-40B4-BE49-F238E27FC236}">
                  <a16:creationId xmlns:a16="http://schemas.microsoft.com/office/drawing/2014/main" id="{EC3FF718-6A5E-430E-9C0D-E0CF74C104FF}"/>
                </a:ext>
              </a:extLst>
            </p:cNvPr>
            <p:cNvSpPr/>
            <p:nvPr/>
          </p:nvSpPr>
          <p:spPr>
            <a:xfrm>
              <a:off x="6993099" y="2948350"/>
              <a:ext cx="1467130" cy="1769867"/>
            </a:xfrm>
            <a:custGeom>
              <a:avLst/>
              <a:gdLst>
                <a:gd name="connsiteX0" fmla="*/ 927593 w 1295797"/>
                <a:gd name="connsiteY0" fmla="*/ 878849 h 1563180"/>
                <a:gd name="connsiteX1" fmla="*/ 1022891 w 1295797"/>
                <a:gd name="connsiteY1" fmla="*/ 1014617 h 1563180"/>
                <a:gd name="connsiteX2" fmla="*/ 992077 w 1295797"/>
                <a:gd name="connsiteY2" fmla="*/ 1186152 h 1563180"/>
                <a:gd name="connsiteX3" fmla="*/ 821876 w 1295797"/>
                <a:gd name="connsiteY3" fmla="*/ 1157900 h 1563180"/>
                <a:gd name="connsiteX4" fmla="*/ 820161 w 1295797"/>
                <a:gd name="connsiteY4" fmla="*/ 1155403 h 1563180"/>
                <a:gd name="connsiteX5" fmla="*/ 668447 w 1295797"/>
                <a:gd name="connsiteY5" fmla="*/ 940348 h 1563180"/>
                <a:gd name="connsiteX6" fmla="*/ 668447 w 1295797"/>
                <a:gd name="connsiteY6" fmla="*/ 935202 h 1563180"/>
                <a:gd name="connsiteX7" fmla="*/ 663300 w 1295797"/>
                <a:gd name="connsiteY7" fmla="*/ 932661 h 1563180"/>
                <a:gd name="connsiteX8" fmla="*/ 694114 w 1295797"/>
                <a:gd name="connsiteY8" fmla="*/ 761125 h 1563180"/>
                <a:gd name="connsiteX9" fmla="*/ 765968 w 1295797"/>
                <a:gd name="connsiteY9" fmla="*/ 364243 h 1563180"/>
                <a:gd name="connsiteX10" fmla="*/ 368196 w 1295797"/>
                <a:gd name="connsiteY10" fmla="*/ 297661 h 1563180"/>
                <a:gd name="connsiteX11" fmla="*/ 250154 w 1295797"/>
                <a:gd name="connsiteY11" fmla="*/ 551153 h 1563180"/>
                <a:gd name="connsiteX12" fmla="*/ 134780 w 1295797"/>
                <a:gd name="connsiteY12" fmla="*/ 686793 h 1563180"/>
                <a:gd name="connsiteX13" fmla="*/ 1364 w 1295797"/>
                <a:gd name="connsiteY13" fmla="*/ 574152 h 1563180"/>
                <a:gd name="connsiteX14" fmla="*/ 224614 w 1295797"/>
                <a:gd name="connsiteY14" fmla="*/ 95313 h 1563180"/>
                <a:gd name="connsiteX15" fmla="*/ 966156 w 1295797"/>
                <a:gd name="connsiteY15" fmla="*/ 223329 h 1563180"/>
                <a:gd name="connsiteX16" fmla="*/ 927657 w 1295797"/>
                <a:gd name="connsiteY16" fmla="*/ 878849 h 1563180"/>
                <a:gd name="connsiteX17" fmla="*/ 1245823 w 1295797"/>
                <a:gd name="connsiteY17" fmla="*/ 1332149 h 1563180"/>
                <a:gd name="connsiteX18" fmla="*/ 1271236 w 1295797"/>
                <a:gd name="connsiteY18" fmla="*/ 1367980 h 1563180"/>
                <a:gd name="connsiteX19" fmla="*/ 1242965 w 1295797"/>
                <a:gd name="connsiteY19" fmla="*/ 1542121 h 1563180"/>
                <a:gd name="connsiteX20" fmla="*/ 1068506 w 1295797"/>
                <a:gd name="connsiteY20" fmla="*/ 1511371 h 1563180"/>
                <a:gd name="connsiteX21" fmla="*/ 1043093 w 1295797"/>
                <a:gd name="connsiteY21" fmla="*/ 1473252 h 1563180"/>
                <a:gd name="connsiteX22" fmla="*/ 1073906 w 1295797"/>
                <a:gd name="connsiteY22" fmla="*/ 1301717 h 1563180"/>
                <a:gd name="connsiteX23" fmla="*/ 1242583 w 1295797"/>
                <a:gd name="connsiteY23" fmla="*/ 1327847 h 1563180"/>
                <a:gd name="connsiteX24" fmla="*/ 1245823 w 1295797"/>
                <a:gd name="connsiteY24" fmla="*/ 1332466 h 156318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1295797" h="1563180">
                  <a:moveTo>
                    <a:pt x="927593" y="878849"/>
                  </a:moveTo>
                  <a:lnTo>
                    <a:pt x="1022891" y="1014617"/>
                  </a:lnTo>
                  <a:cubicBezTo>
                    <a:pt x="1063932" y="1070906"/>
                    <a:pt x="1051098" y="1145174"/>
                    <a:pt x="992077" y="1186152"/>
                  </a:cubicBezTo>
                  <a:cubicBezTo>
                    <a:pt x="937313" y="1225345"/>
                    <a:pt x="861075" y="1212696"/>
                    <a:pt x="821876" y="1157900"/>
                  </a:cubicBezTo>
                  <a:cubicBezTo>
                    <a:pt x="821305" y="1157074"/>
                    <a:pt x="820732" y="1156242"/>
                    <a:pt x="820161" y="1155403"/>
                  </a:cubicBezTo>
                  <a:lnTo>
                    <a:pt x="668447" y="940348"/>
                  </a:lnTo>
                  <a:lnTo>
                    <a:pt x="668447" y="935202"/>
                  </a:lnTo>
                  <a:cubicBezTo>
                    <a:pt x="663300" y="935202"/>
                    <a:pt x="663300" y="935202"/>
                    <a:pt x="663300" y="932661"/>
                  </a:cubicBezTo>
                  <a:cubicBezTo>
                    <a:pt x="624801" y="878849"/>
                    <a:pt x="640239" y="799244"/>
                    <a:pt x="694114" y="761125"/>
                  </a:cubicBezTo>
                  <a:cubicBezTo>
                    <a:pt x="822384" y="668941"/>
                    <a:pt x="855738" y="492259"/>
                    <a:pt x="765968" y="364243"/>
                  </a:cubicBezTo>
                  <a:cubicBezTo>
                    <a:pt x="673593" y="233621"/>
                    <a:pt x="499135" y="208018"/>
                    <a:pt x="368196" y="297661"/>
                  </a:cubicBezTo>
                  <a:cubicBezTo>
                    <a:pt x="283572" y="359096"/>
                    <a:pt x="239926" y="456491"/>
                    <a:pt x="250154" y="551153"/>
                  </a:cubicBezTo>
                  <a:cubicBezTo>
                    <a:pt x="255618" y="620421"/>
                    <a:pt x="204030" y="681056"/>
                    <a:pt x="134780" y="686793"/>
                  </a:cubicBezTo>
                  <a:cubicBezTo>
                    <a:pt x="65467" y="691939"/>
                    <a:pt x="9051" y="643274"/>
                    <a:pt x="1364" y="574152"/>
                  </a:cubicBezTo>
                  <a:cubicBezTo>
                    <a:pt x="-14456" y="386231"/>
                    <a:pt x="70486" y="204003"/>
                    <a:pt x="224614" y="95313"/>
                  </a:cubicBezTo>
                  <a:cubicBezTo>
                    <a:pt x="466035" y="-71140"/>
                    <a:pt x="799386" y="-14788"/>
                    <a:pt x="966156" y="223329"/>
                  </a:cubicBezTo>
                  <a:cubicBezTo>
                    <a:pt x="1107832" y="424058"/>
                    <a:pt x="1091822" y="696081"/>
                    <a:pt x="927657" y="878849"/>
                  </a:cubicBezTo>
                  <a:close/>
                  <a:moveTo>
                    <a:pt x="1245823" y="1332149"/>
                  </a:moveTo>
                  <a:lnTo>
                    <a:pt x="1271236" y="1367980"/>
                  </a:lnTo>
                  <a:cubicBezTo>
                    <a:pt x="1312277" y="1426874"/>
                    <a:pt x="1299444" y="1501397"/>
                    <a:pt x="1242965" y="1542121"/>
                  </a:cubicBezTo>
                  <a:cubicBezTo>
                    <a:pt x="1189089" y="1577953"/>
                    <a:pt x="1109548" y="1567533"/>
                    <a:pt x="1068506" y="1511371"/>
                  </a:cubicBezTo>
                  <a:lnTo>
                    <a:pt x="1043093" y="1473252"/>
                  </a:lnTo>
                  <a:cubicBezTo>
                    <a:pt x="1004593" y="1419505"/>
                    <a:pt x="1019968" y="1339836"/>
                    <a:pt x="1073906" y="1301717"/>
                  </a:cubicBezTo>
                  <a:cubicBezTo>
                    <a:pt x="1127718" y="1262346"/>
                    <a:pt x="1203257" y="1274049"/>
                    <a:pt x="1242583" y="1327847"/>
                  </a:cubicBezTo>
                  <a:cubicBezTo>
                    <a:pt x="1243727" y="1329359"/>
                    <a:pt x="1244806" y="1330903"/>
                    <a:pt x="1245823" y="1332466"/>
                  </a:cubicBezTo>
                  <a:close/>
                </a:path>
              </a:pathLst>
            </a:custGeom>
            <a:solidFill>
              <a:srgbClr val="FFC545"/>
            </a:solidFill>
            <a:ln w="6346" cap="flat">
              <a:noFill/>
              <a:prstDash val="solid"/>
              <a:miter/>
            </a:ln>
          </p:spPr>
          <p:txBody>
            <a:bodyPr rtlCol="0" anchor="ctr"/>
            <a:lstStyle/>
            <a:p>
              <a:endParaRPr lang="zh-CN" altLang="en-US"/>
            </a:p>
          </p:txBody>
        </p:sp>
        <p:sp>
          <p:nvSpPr>
            <p:cNvPr id="135" name="任意多边形 64">
              <a:extLst>
                <a:ext uri="{FF2B5EF4-FFF2-40B4-BE49-F238E27FC236}">
                  <a16:creationId xmlns:a16="http://schemas.microsoft.com/office/drawing/2014/main" id="{98BC6BA9-DDBC-409A-A025-60575E98402A}"/>
                </a:ext>
              </a:extLst>
            </p:cNvPr>
            <p:cNvSpPr/>
            <p:nvPr/>
          </p:nvSpPr>
          <p:spPr>
            <a:xfrm>
              <a:off x="8074926" y="2908035"/>
              <a:ext cx="512041" cy="826857"/>
            </a:xfrm>
            <a:custGeom>
              <a:avLst/>
              <a:gdLst>
                <a:gd name="connsiteX0" fmla="*/ 274260 w 452244"/>
                <a:gd name="connsiteY0" fmla="*/ -210 h 730296"/>
                <a:gd name="connsiteX1" fmla="*/ 451387 w 452244"/>
                <a:gd name="connsiteY1" fmla="*/ 381616 h 730296"/>
                <a:gd name="connsiteX2" fmla="*/ 43132 w 452244"/>
                <a:gd name="connsiteY2" fmla="*/ 730087 h 730296"/>
                <a:gd name="connsiteX3" fmla="*/ -514 w 452244"/>
                <a:gd name="connsiteY3" fmla="*/ 558551 h 730296"/>
                <a:gd name="connsiteX4" fmla="*/ 315302 w 452244"/>
                <a:gd name="connsiteY4" fmla="*/ 366368 h 730296"/>
                <a:gd name="connsiteX5" fmla="*/ 248594 w 452244"/>
                <a:gd name="connsiteY5" fmla="*/ 207539 h 730296"/>
                <a:gd name="connsiteX6" fmla="*/ 274007 w 452244"/>
                <a:gd name="connsiteY6" fmla="*/ -19 h 7302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452244" h="730296">
                  <a:moveTo>
                    <a:pt x="274260" y="-210"/>
                  </a:moveTo>
                  <a:cubicBezTo>
                    <a:pt x="274260" y="-210"/>
                    <a:pt x="438553" y="292036"/>
                    <a:pt x="451387" y="381616"/>
                  </a:cubicBezTo>
                  <a:cubicBezTo>
                    <a:pt x="464093" y="473864"/>
                    <a:pt x="120196" y="717317"/>
                    <a:pt x="43132" y="730087"/>
                  </a:cubicBezTo>
                  <a:lnTo>
                    <a:pt x="-514" y="558551"/>
                  </a:lnTo>
                  <a:cubicBezTo>
                    <a:pt x="-514" y="558551"/>
                    <a:pt x="284489" y="425135"/>
                    <a:pt x="315302" y="366368"/>
                  </a:cubicBezTo>
                  <a:lnTo>
                    <a:pt x="248594" y="207539"/>
                  </a:lnTo>
                  <a:lnTo>
                    <a:pt x="274007" y="-19"/>
                  </a:lnTo>
                  <a:close/>
                </a:path>
              </a:pathLst>
            </a:custGeom>
            <a:solidFill>
              <a:srgbClr val="F93F57"/>
            </a:solidFill>
            <a:ln w="6346" cap="flat">
              <a:noFill/>
              <a:prstDash val="solid"/>
              <a:miter/>
            </a:ln>
          </p:spPr>
          <p:txBody>
            <a:bodyPr rtlCol="0" anchor="ctr"/>
            <a:lstStyle/>
            <a:p>
              <a:endParaRPr lang="zh-CN" altLang="en-US"/>
            </a:p>
          </p:txBody>
        </p:sp>
        <p:sp>
          <p:nvSpPr>
            <p:cNvPr id="136" name="任意多边形 65">
              <a:extLst>
                <a:ext uri="{FF2B5EF4-FFF2-40B4-BE49-F238E27FC236}">
                  <a16:creationId xmlns:a16="http://schemas.microsoft.com/office/drawing/2014/main" id="{FCDAA0C1-E931-498E-8D6F-2AB762CF3F54}"/>
                </a:ext>
              </a:extLst>
            </p:cNvPr>
            <p:cNvSpPr/>
            <p:nvPr/>
          </p:nvSpPr>
          <p:spPr>
            <a:xfrm>
              <a:off x="8008236" y="3573622"/>
              <a:ext cx="101648" cy="117572"/>
            </a:xfrm>
            <a:custGeom>
              <a:avLst/>
              <a:gdLst>
                <a:gd name="connsiteX0" fmla="*/ 66265 w 89777"/>
                <a:gd name="connsiteY0" fmla="*/ 362 h 103842"/>
                <a:gd name="connsiteX1" fmla="*/ 5147 w 89777"/>
                <a:gd name="connsiteY1" fmla="*/ 15800 h 103842"/>
                <a:gd name="connsiteX2" fmla="*/ 89263 w 89777"/>
                <a:gd name="connsiteY2" fmla="*/ 95596 h 103842"/>
                <a:gd name="connsiteX3" fmla="*/ 66265 w 89777"/>
                <a:gd name="connsiteY3" fmla="*/ 298 h 103842"/>
              </a:gdLst>
              <a:ahLst/>
              <a:cxnLst>
                <a:cxn ang="0">
                  <a:pos x="connsiteX0" y="connsiteY0"/>
                </a:cxn>
                <a:cxn ang="0">
                  <a:pos x="connsiteX1" y="connsiteY1"/>
                </a:cxn>
                <a:cxn ang="0">
                  <a:pos x="connsiteX2" y="connsiteY2"/>
                </a:cxn>
                <a:cxn ang="0">
                  <a:pos x="connsiteX3" y="connsiteY3"/>
                </a:cxn>
              </a:cxnLst>
              <a:rect l="l" t="t" r="r" b="b"/>
              <a:pathLst>
                <a:path w="89777" h="103842">
                  <a:moveTo>
                    <a:pt x="66265" y="362"/>
                  </a:moveTo>
                  <a:cubicBezTo>
                    <a:pt x="66265" y="362"/>
                    <a:pt x="15439" y="-4784"/>
                    <a:pt x="5147" y="15800"/>
                  </a:cubicBezTo>
                  <a:cubicBezTo>
                    <a:pt x="-5145" y="36384"/>
                    <a:pt x="-12705" y="131555"/>
                    <a:pt x="89263" y="95596"/>
                  </a:cubicBezTo>
                  <a:lnTo>
                    <a:pt x="66265" y="298"/>
                  </a:lnTo>
                  <a:close/>
                </a:path>
              </a:pathLst>
            </a:custGeom>
            <a:solidFill>
              <a:srgbClr val="FF93B1"/>
            </a:solidFill>
            <a:ln w="6346" cap="flat">
              <a:noFill/>
              <a:prstDash val="solid"/>
              <a:miter/>
            </a:ln>
          </p:spPr>
          <p:txBody>
            <a:bodyPr rtlCol="0" anchor="ctr"/>
            <a:lstStyle/>
            <a:p>
              <a:endParaRPr lang="zh-CN" altLang="en-US"/>
            </a:p>
          </p:txBody>
        </p:sp>
        <p:sp>
          <p:nvSpPr>
            <p:cNvPr id="137" name="任意多边形 67">
              <a:extLst>
                <a:ext uri="{FF2B5EF4-FFF2-40B4-BE49-F238E27FC236}">
                  <a16:creationId xmlns:a16="http://schemas.microsoft.com/office/drawing/2014/main" id="{773BFB71-547A-40C0-9283-40B6280571F5}"/>
                </a:ext>
              </a:extLst>
            </p:cNvPr>
            <p:cNvSpPr/>
            <p:nvPr/>
          </p:nvSpPr>
          <p:spPr>
            <a:xfrm rot="19901924">
              <a:off x="4001212" y="2597109"/>
              <a:ext cx="340051" cy="595716"/>
            </a:xfrm>
            <a:custGeom>
              <a:avLst/>
              <a:gdLst>
                <a:gd name="connsiteX0" fmla="*/ 596690 w 1007682"/>
                <a:gd name="connsiteY0" fmla="*/ 1042540 h 1765307"/>
                <a:gd name="connsiteX1" fmla="*/ 596690 w 1007682"/>
                <a:gd name="connsiteY1" fmla="*/ 1209120 h 1765307"/>
                <a:gd name="connsiteX2" fmla="*/ 479747 w 1007682"/>
                <a:gd name="connsiteY2" fmla="*/ 1332124 h 1765307"/>
                <a:gd name="connsiteX3" fmla="*/ 473502 w 1007682"/>
                <a:gd name="connsiteY3" fmla="*/ 1332118 h 1765307"/>
                <a:gd name="connsiteX4" fmla="*/ 350314 w 1007682"/>
                <a:gd name="connsiteY4" fmla="*/ 1209120 h 1765307"/>
                <a:gd name="connsiteX5" fmla="*/ 350314 w 1007682"/>
                <a:gd name="connsiteY5" fmla="*/ 945209 h 1765307"/>
                <a:gd name="connsiteX6" fmla="*/ 352855 w 1007682"/>
                <a:gd name="connsiteY6" fmla="*/ 940063 h 1765307"/>
                <a:gd name="connsiteX7" fmla="*/ 350314 w 1007682"/>
                <a:gd name="connsiteY7" fmla="*/ 934981 h 1765307"/>
                <a:gd name="connsiteX8" fmla="*/ 473502 w 1007682"/>
                <a:gd name="connsiteY8" fmla="*/ 811983 h 1765307"/>
                <a:gd name="connsiteX9" fmla="*/ 760983 w 1007682"/>
                <a:gd name="connsiteY9" fmla="*/ 530157 h 1765307"/>
                <a:gd name="connsiteX10" fmla="*/ 473502 w 1007682"/>
                <a:gd name="connsiteY10" fmla="*/ 245725 h 1765307"/>
                <a:gd name="connsiteX11" fmla="*/ 229667 w 1007682"/>
                <a:gd name="connsiteY11" fmla="*/ 384097 h 1765307"/>
                <a:gd name="connsiteX12" fmla="*/ 62134 w 1007682"/>
                <a:gd name="connsiteY12" fmla="*/ 430888 h 1765307"/>
                <a:gd name="connsiteX13" fmla="*/ 15343 w 1007682"/>
                <a:gd name="connsiteY13" fmla="*/ 263355 h 1765307"/>
                <a:gd name="connsiteX14" fmla="*/ 16645 w 1007682"/>
                <a:gd name="connsiteY14" fmla="*/ 261100 h 1765307"/>
                <a:gd name="connsiteX15" fmla="*/ 473502 w 1007682"/>
                <a:gd name="connsiteY15" fmla="*/ -206 h 1765307"/>
                <a:gd name="connsiteX16" fmla="*/ 1007168 w 1007682"/>
                <a:gd name="connsiteY16" fmla="*/ 530157 h 1765307"/>
                <a:gd name="connsiteX17" fmla="*/ 596499 w 1007682"/>
                <a:gd name="connsiteY17" fmla="*/ 1042540 h 1765307"/>
                <a:gd name="connsiteX18" fmla="*/ 596690 w 1007682"/>
                <a:gd name="connsiteY18" fmla="*/ 1595965 h 1765307"/>
                <a:gd name="connsiteX19" fmla="*/ 596690 w 1007682"/>
                <a:gd name="connsiteY19" fmla="*/ 1642089 h 1765307"/>
                <a:gd name="connsiteX20" fmla="*/ 473502 w 1007682"/>
                <a:gd name="connsiteY20" fmla="*/ 1765086 h 1765307"/>
                <a:gd name="connsiteX21" fmla="*/ 350314 w 1007682"/>
                <a:gd name="connsiteY21" fmla="*/ 1645221 h 1765307"/>
                <a:gd name="connsiteX22" fmla="*/ 350314 w 1007682"/>
                <a:gd name="connsiteY22" fmla="*/ 1642089 h 1765307"/>
                <a:gd name="connsiteX23" fmla="*/ 350314 w 1007682"/>
                <a:gd name="connsiteY23" fmla="*/ 1595965 h 1765307"/>
                <a:gd name="connsiteX24" fmla="*/ 473502 w 1007682"/>
                <a:gd name="connsiteY24" fmla="*/ 1473031 h 1765307"/>
                <a:gd name="connsiteX25" fmla="*/ 596690 w 1007682"/>
                <a:gd name="connsiteY25" fmla="*/ 1592769 h 1765307"/>
                <a:gd name="connsiteX26" fmla="*/ 596690 w 1007682"/>
                <a:gd name="connsiteY26" fmla="*/ 1595965 h 17653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Lst>
              <a:rect l="l" t="t" r="r" b="b"/>
              <a:pathLst>
                <a:path w="1007682" h="1765307">
                  <a:moveTo>
                    <a:pt x="596690" y="1042540"/>
                  </a:moveTo>
                  <a:lnTo>
                    <a:pt x="596690" y="1209120"/>
                  </a:lnTo>
                  <a:cubicBezTo>
                    <a:pt x="598361" y="1275377"/>
                    <a:pt x="546004" y="1330447"/>
                    <a:pt x="479747" y="1332124"/>
                  </a:cubicBezTo>
                  <a:cubicBezTo>
                    <a:pt x="477663" y="1332175"/>
                    <a:pt x="475579" y="1332175"/>
                    <a:pt x="473502" y="1332118"/>
                  </a:cubicBezTo>
                  <a:cubicBezTo>
                    <a:pt x="405529" y="1332156"/>
                    <a:pt x="350384" y="1277093"/>
                    <a:pt x="350314" y="1209120"/>
                  </a:cubicBezTo>
                  <a:lnTo>
                    <a:pt x="350314" y="945209"/>
                  </a:lnTo>
                  <a:cubicBezTo>
                    <a:pt x="350314" y="942668"/>
                    <a:pt x="352855" y="942668"/>
                    <a:pt x="352855" y="940063"/>
                  </a:cubicBezTo>
                  <a:cubicBezTo>
                    <a:pt x="350314" y="937522"/>
                    <a:pt x="350314" y="937522"/>
                    <a:pt x="350314" y="934981"/>
                  </a:cubicBezTo>
                  <a:cubicBezTo>
                    <a:pt x="350314" y="870941"/>
                    <a:pt x="406793" y="811983"/>
                    <a:pt x="473502" y="811983"/>
                  </a:cubicBezTo>
                  <a:cubicBezTo>
                    <a:pt x="632649" y="811983"/>
                    <a:pt x="760983" y="686445"/>
                    <a:pt x="760983" y="530157"/>
                  </a:cubicBezTo>
                  <a:cubicBezTo>
                    <a:pt x="760983" y="368723"/>
                    <a:pt x="632649" y="245725"/>
                    <a:pt x="473502" y="245725"/>
                  </a:cubicBezTo>
                  <a:cubicBezTo>
                    <a:pt x="373636" y="246094"/>
                    <a:pt x="281198" y="298552"/>
                    <a:pt x="229667" y="384097"/>
                  </a:cubicBezTo>
                  <a:cubicBezTo>
                    <a:pt x="196326" y="443283"/>
                    <a:pt x="121320" y="464230"/>
                    <a:pt x="62134" y="430888"/>
                  </a:cubicBezTo>
                  <a:cubicBezTo>
                    <a:pt x="2948" y="397547"/>
                    <a:pt x="-17999" y="322541"/>
                    <a:pt x="15343" y="263355"/>
                  </a:cubicBezTo>
                  <a:cubicBezTo>
                    <a:pt x="15769" y="262599"/>
                    <a:pt x="16201" y="261850"/>
                    <a:pt x="16645" y="261100"/>
                  </a:cubicBezTo>
                  <a:cubicBezTo>
                    <a:pt x="111346" y="98668"/>
                    <a:pt x="285480" y="-930"/>
                    <a:pt x="473502" y="-206"/>
                  </a:cubicBezTo>
                  <a:cubicBezTo>
                    <a:pt x="766129" y="-206"/>
                    <a:pt x="1007168" y="235497"/>
                    <a:pt x="1007168" y="530157"/>
                  </a:cubicBezTo>
                  <a:cubicBezTo>
                    <a:pt x="1007168" y="778693"/>
                    <a:pt x="832647" y="988792"/>
                    <a:pt x="596499" y="1042540"/>
                  </a:cubicBezTo>
                  <a:close/>
                  <a:moveTo>
                    <a:pt x="596690" y="1595965"/>
                  </a:moveTo>
                  <a:lnTo>
                    <a:pt x="596690" y="1642089"/>
                  </a:lnTo>
                  <a:cubicBezTo>
                    <a:pt x="596690" y="1713816"/>
                    <a:pt x="545356" y="1765086"/>
                    <a:pt x="473502" y="1765086"/>
                  </a:cubicBezTo>
                  <a:cubicBezTo>
                    <a:pt x="406387" y="1766001"/>
                    <a:pt x="351235" y="1712336"/>
                    <a:pt x="350314" y="1645221"/>
                  </a:cubicBezTo>
                  <a:cubicBezTo>
                    <a:pt x="350301" y="1644179"/>
                    <a:pt x="350301" y="1643131"/>
                    <a:pt x="350314" y="1642089"/>
                  </a:cubicBezTo>
                  <a:lnTo>
                    <a:pt x="350314" y="1595965"/>
                  </a:lnTo>
                  <a:cubicBezTo>
                    <a:pt x="351305" y="1528386"/>
                    <a:pt x="405923" y="1473882"/>
                    <a:pt x="473502" y="1473031"/>
                  </a:cubicBezTo>
                  <a:cubicBezTo>
                    <a:pt x="540585" y="1472078"/>
                    <a:pt x="595737" y="1525686"/>
                    <a:pt x="596690" y="1592769"/>
                  </a:cubicBezTo>
                  <a:cubicBezTo>
                    <a:pt x="596703" y="1593830"/>
                    <a:pt x="596703" y="1594897"/>
                    <a:pt x="596690" y="1595965"/>
                  </a:cubicBezTo>
                  <a:close/>
                </a:path>
              </a:pathLst>
            </a:custGeom>
            <a:solidFill>
              <a:srgbClr val="D0D4DA"/>
            </a:solidFill>
            <a:ln w="6346" cap="flat">
              <a:noFill/>
              <a:prstDash val="solid"/>
              <a:miter/>
            </a:ln>
          </p:spPr>
          <p:txBody>
            <a:bodyPr rtlCol="0" anchor="ctr"/>
            <a:lstStyle/>
            <a:p>
              <a:endParaRPr lang="zh-CN" altLang="en-US"/>
            </a:p>
          </p:txBody>
        </p:sp>
      </p:grpSp>
      <p:sp>
        <p:nvSpPr>
          <p:cNvPr id="138" name="文本框 137">
            <a:extLst>
              <a:ext uri="{FF2B5EF4-FFF2-40B4-BE49-F238E27FC236}">
                <a16:creationId xmlns:a16="http://schemas.microsoft.com/office/drawing/2014/main" id="{442285CA-43D9-4852-9291-3194633D4E17}"/>
              </a:ext>
            </a:extLst>
          </p:cNvPr>
          <p:cNvSpPr txBox="1"/>
          <p:nvPr/>
        </p:nvSpPr>
        <p:spPr>
          <a:xfrm>
            <a:off x="9452733" y="2930213"/>
            <a:ext cx="2039996" cy="646331"/>
          </a:xfrm>
          <a:prstGeom prst="rect">
            <a:avLst/>
          </a:prstGeom>
          <a:noFill/>
        </p:spPr>
        <p:txBody>
          <a:bodyPr wrap="square" rtlCol="0">
            <a:spAutoFit/>
          </a:bodyPr>
          <a:lstStyle/>
          <a:p>
            <a:pPr algn="ctr"/>
            <a:r>
              <a:rPr lang="zh-CN" altLang="en-US" b="1" dirty="0">
                <a:solidFill>
                  <a:schemeClr val="accent1">
                    <a:lumMod val="75000"/>
                  </a:schemeClr>
                </a:solidFill>
                <a:latin typeface="+mn-ea"/>
              </a:rPr>
              <a:t>确认分组</a:t>
            </a:r>
            <a:r>
              <a:rPr lang="en-US" altLang="zh-CN" b="1" dirty="0">
                <a:solidFill>
                  <a:schemeClr val="accent1">
                    <a:lumMod val="75000"/>
                  </a:schemeClr>
                </a:solidFill>
                <a:latin typeface="+mn-ea"/>
              </a:rPr>
              <a:t>ACK</a:t>
            </a:r>
          </a:p>
          <a:p>
            <a:pPr algn="ctr"/>
            <a:r>
              <a:rPr lang="zh-CN" altLang="en-US" b="1" dirty="0">
                <a:solidFill>
                  <a:schemeClr val="accent1">
                    <a:lumMod val="75000"/>
                  </a:schemeClr>
                </a:solidFill>
                <a:latin typeface="+mn-ea"/>
              </a:rPr>
              <a:t>需要编号吗</a:t>
            </a:r>
          </a:p>
        </p:txBody>
      </p:sp>
      <p:sp>
        <p:nvSpPr>
          <p:cNvPr id="139" name="平行四边形 138">
            <a:extLst>
              <a:ext uri="{FF2B5EF4-FFF2-40B4-BE49-F238E27FC236}">
                <a16:creationId xmlns:a16="http://schemas.microsoft.com/office/drawing/2014/main" id="{2447DF21-B318-EDCA-E6DF-168F5256FC3E}"/>
              </a:ext>
            </a:extLst>
          </p:cNvPr>
          <p:cNvSpPr/>
          <p:nvPr/>
        </p:nvSpPr>
        <p:spPr>
          <a:xfrm>
            <a:off x="304800" y="749300"/>
            <a:ext cx="678352" cy="387090"/>
          </a:xfrm>
          <a:prstGeom prst="parallelogram">
            <a:avLst/>
          </a:prstGeom>
          <a:solidFill>
            <a:schemeClr val="accent3">
              <a:lumMod val="75000"/>
            </a:schemeClr>
          </a:solidFill>
          <a:ln>
            <a:solidFill>
              <a:schemeClr val="accent3">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CN" sz="2200" dirty="0">
                <a:latin typeface="Impact" panose="020B0806030902050204" pitchFamily="34" charset="0"/>
              </a:rPr>
              <a:t>02</a:t>
            </a:r>
            <a:endParaRPr lang="zh-CN" altLang="en-US" sz="2200" dirty="0">
              <a:latin typeface="Impact" panose="020B0806030902050204" pitchFamily="34" charset="0"/>
            </a:endParaRPr>
          </a:p>
        </p:txBody>
      </p:sp>
    </p:spTree>
    <p:custDataLst>
      <p:tags r:id="rId1"/>
    </p:custDataLst>
    <p:extLst>
      <p:ext uri="{BB962C8B-B14F-4D97-AF65-F5344CB8AC3E}">
        <p14:creationId xmlns:p14="http://schemas.microsoft.com/office/powerpoint/2010/main" val="3749013175"/>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30" presetClass="entr" presetSubtype="0" fill="hold" nodeType="withEffect">
                                  <p:stCondLst>
                                    <p:cond delay="0"/>
                                  </p:stCondLst>
                                  <p:childTnLst>
                                    <p:set>
                                      <p:cBhvr>
                                        <p:cTn id="6" dur="1" fill="hold">
                                          <p:stCondLst>
                                            <p:cond delay="0"/>
                                          </p:stCondLst>
                                        </p:cTn>
                                        <p:tgtEl>
                                          <p:spTgt spid="60"/>
                                        </p:tgtEl>
                                        <p:attrNameLst>
                                          <p:attrName>style.visibility</p:attrName>
                                        </p:attrNameLst>
                                      </p:cBhvr>
                                      <p:to>
                                        <p:strVal val="visible"/>
                                      </p:to>
                                    </p:set>
                                    <p:animEffect transition="in" filter="fade">
                                      <p:cBhvr>
                                        <p:cTn id="7" dur="800" decel="100000"/>
                                        <p:tgtEl>
                                          <p:spTgt spid="60"/>
                                        </p:tgtEl>
                                      </p:cBhvr>
                                    </p:animEffect>
                                    <p:anim calcmode="lin" valueType="num">
                                      <p:cBhvr>
                                        <p:cTn id="8" dur="800" decel="100000" fill="hold"/>
                                        <p:tgtEl>
                                          <p:spTgt spid="60"/>
                                        </p:tgtEl>
                                        <p:attrNameLst>
                                          <p:attrName>style.rotation</p:attrName>
                                        </p:attrNameLst>
                                      </p:cBhvr>
                                      <p:tavLst>
                                        <p:tav tm="0">
                                          <p:val>
                                            <p:fltVal val="-90"/>
                                          </p:val>
                                        </p:tav>
                                        <p:tav tm="100000">
                                          <p:val>
                                            <p:fltVal val="0"/>
                                          </p:val>
                                        </p:tav>
                                      </p:tavLst>
                                    </p:anim>
                                    <p:anim calcmode="lin" valueType="num">
                                      <p:cBhvr>
                                        <p:cTn id="9" dur="800" decel="100000" fill="hold"/>
                                        <p:tgtEl>
                                          <p:spTgt spid="60"/>
                                        </p:tgtEl>
                                        <p:attrNameLst>
                                          <p:attrName>ppt_x</p:attrName>
                                        </p:attrNameLst>
                                      </p:cBhvr>
                                      <p:tavLst>
                                        <p:tav tm="0">
                                          <p:val>
                                            <p:strVal val="#ppt_x+0.4"/>
                                          </p:val>
                                        </p:tav>
                                        <p:tav tm="100000">
                                          <p:val>
                                            <p:strVal val="#ppt_x-0.05"/>
                                          </p:val>
                                        </p:tav>
                                      </p:tavLst>
                                    </p:anim>
                                    <p:anim calcmode="lin" valueType="num">
                                      <p:cBhvr>
                                        <p:cTn id="10" dur="800" decel="100000" fill="hold"/>
                                        <p:tgtEl>
                                          <p:spTgt spid="60"/>
                                        </p:tgtEl>
                                        <p:attrNameLst>
                                          <p:attrName>ppt_y</p:attrName>
                                        </p:attrNameLst>
                                      </p:cBhvr>
                                      <p:tavLst>
                                        <p:tav tm="0">
                                          <p:val>
                                            <p:strVal val="#ppt_y-0.4"/>
                                          </p:val>
                                        </p:tav>
                                        <p:tav tm="100000">
                                          <p:val>
                                            <p:strVal val="#ppt_y+0.1"/>
                                          </p:val>
                                        </p:tav>
                                      </p:tavLst>
                                    </p:anim>
                                    <p:anim calcmode="lin" valueType="num">
                                      <p:cBhvr>
                                        <p:cTn id="11" dur="200" accel="100000" fill="hold">
                                          <p:stCondLst>
                                            <p:cond delay="800"/>
                                          </p:stCondLst>
                                        </p:cTn>
                                        <p:tgtEl>
                                          <p:spTgt spid="60"/>
                                        </p:tgtEl>
                                        <p:attrNameLst>
                                          <p:attrName>ppt_x</p:attrName>
                                        </p:attrNameLst>
                                      </p:cBhvr>
                                      <p:tavLst>
                                        <p:tav tm="0">
                                          <p:val>
                                            <p:strVal val="#ppt_x-0.05"/>
                                          </p:val>
                                        </p:tav>
                                        <p:tav tm="100000">
                                          <p:val>
                                            <p:strVal val="#ppt_x"/>
                                          </p:val>
                                        </p:tav>
                                      </p:tavLst>
                                    </p:anim>
                                    <p:anim calcmode="lin" valueType="num">
                                      <p:cBhvr>
                                        <p:cTn id="12" dur="200" accel="100000" fill="hold">
                                          <p:stCondLst>
                                            <p:cond delay="800"/>
                                          </p:stCondLst>
                                        </p:cTn>
                                        <p:tgtEl>
                                          <p:spTgt spid="60"/>
                                        </p:tgtEl>
                                        <p:attrNameLst>
                                          <p:attrName>ppt_y</p:attrName>
                                        </p:attrNameLst>
                                      </p:cBhvr>
                                      <p:tavLst>
                                        <p:tav tm="0">
                                          <p:val>
                                            <p:strVal val="#ppt_y+0.1"/>
                                          </p:val>
                                        </p:tav>
                                        <p:tav tm="100000">
                                          <p:val>
                                            <p:strVal val="#ppt_y"/>
                                          </p:val>
                                        </p:tav>
                                      </p:tavLst>
                                    </p:anim>
                                  </p:childTnLst>
                                </p:cTn>
                              </p:par>
                            </p:childTnLst>
                          </p:cTn>
                        </p:par>
                        <p:par>
                          <p:cTn id="13" fill="hold">
                            <p:stCondLst>
                              <p:cond delay="1000"/>
                            </p:stCondLst>
                            <p:childTnLst>
                              <p:par>
                                <p:cTn id="14" presetID="42" presetClass="entr" presetSubtype="0" fill="hold" grpId="0" nodeType="afterEffect">
                                  <p:stCondLst>
                                    <p:cond delay="0"/>
                                  </p:stCondLst>
                                  <p:childTnLst>
                                    <p:set>
                                      <p:cBhvr>
                                        <p:cTn id="15" dur="1" fill="hold">
                                          <p:stCondLst>
                                            <p:cond delay="0"/>
                                          </p:stCondLst>
                                        </p:cTn>
                                        <p:tgtEl>
                                          <p:spTgt spid="138"/>
                                        </p:tgtEl>
                                        <p:attrNameLst>
                                          <p:attrName>style.visibility</p:attrName>
                                        </p:attrNameLst>
                                      </p:cBhvr>
                                      <p:to>
                                        <p:strVal val="visible"/>
                                      </p:to>
                                    </p:set>
                                    <p:animEffect transition="in" filter="fade">
                                      <p:cBhvr>
                                        <p:cTn id="16" dur="1000"/>
                                        <p:tgtEl>
                                          <p:spTgt spid="138"/>
                                        </p:tgtEl>
                                      </p:cBhvr>
                                    </p:animEffect>
                                    <p:anim calcmode="lin" valueType="num">
                                      <p:cBhvr>
                                        <p:cTn id="17" dur="1000" fill="hold"/>
                                        <p:tgtEl>
                                          <p:spTgt spid="138"/>
                                        </p:tgtEl>
                                        <p:attrNameLst>
                                          <p:attrName>ppt_x</p:attrName>
                                        </p:attrNameLst>
                                      </p:cBhvr>
                                      <p:tavLst>
                                        <p:tav tm="0">
                                          <p:val>
                                            <p:strVal val="#ppt_x"/>
                                          </p:val>
                                        </p:tav>
                                        <p:tav tm="100000">
                                          <p:val>
                                            <p:strVal val="#ppt_x"/>
                                          </p:val>
                                        </p:tav>
                                      </p:tavLst>
                                    </p:anim>
                                    <p:anim calcmode="lin" valueType="num">
                                      <p:cBhvr>
                                        <p:cTn id="18" dur="1000" fill="hold"/>
                                        <p:tgtEl>
                                          <p:spTgt spid="138"/>
                                        </p:tgtEl>
                                        <p:attrNameLst>
                                          <p:attrName>ppt_y</p:attrName>
                                        </p:attrNameLst>
                                      </p:cBhvr>
                                      <p:tavLst>
                                        <p:tav tm="0">
                                          <p:val>
                                            <p:strVal val="#ppt_y+.1"/>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38" grpId="0"/>
    </p:bldLst>
  </p:timing>
</p:sld>
</file>

<file path=ppt/slides/slide12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44" name="组合 43">
            <a:extLst>
              <a:ext uri="{FF2B5EF4-FFF2-40B4-BE49-F238E27FC236}">
                <a16:creationId xmlns:a16="http://schemas.microsoft.com/office/drawing/2014/main" id="{4E655FF0-9AED-47CE-9C07-0C8C3ECA9984}"/>
              </a:ext>
            </a:extLst>
          </p:cNvPr>
          <p:cNvGrpSpPr/>
          <p:nvPr/>
        </p:nvGrpSpPr>
        <p:grpSpPr>
          <a:xfrm>
            <a:off x="4182910" y="1863472"/>
            <a:ext cx="3873794" cy="4151587"/>
            <a:chOff x="4182910" y="1863472"/>
            <a:chExt cx="3873794" cy="4151587"/>
          </a:xfrm>
        </p:grpSpPr>
        <p:cxnSp>
          <p:nvCxnSpPr>
            <p:cNvPr id="54" name="直接箭头连接符 53">
              <a:extLst>
                <a:ext uri="{FF2B5EF4-FFF2-40B4-BE49-F238E27FC236}">
                  <a16:creationId xmlns:a16="http://schemas.microsoft.com/office/drawing/2014/main" id="{C2F5634E-BA1B-4D66-96B1-B71660808B8B}"/>
                </a:ext>
              </a:extLst>
            </p:cNvPr>
            <p:cNvCxnSpPr>
              <a:cxnSpLocks/>
            </p:cNvCxnSpPr>
            <p:nvPr/>
          </p:nvCxnSpPr>
          <p:spPr>
            <a:xfrm>
              <a:off x="7798891" y="1863472"/>
              <a:ext cx="0" cy="4121692"/>
            </a:xfrm>
            <a:prstGeom prst="straightConnector1">
              <a:avLst/>
            </a:prstGeom>
            <a:ln w="25400">
              <a:solidFill>
                <a:schemeClr val="tx1"/>
              </a:solidFill>
              <a:tailEnd type="triangle"/>
            </a:ln>
          </p:spPr>
          <p:style>
            <a:lnRef idx="1">
              <a:schemeClr val="accent1"/>
            </a:lnRef>
            <a:fillRef idx="0">
              <a:schemeClr val="accent1"/>
            </a:fillRef>
            <a:effectRef idx="0">
              <a:schemeClr val="accent1"/>
            </a:effectRef>
            <a:fontRef idx="minor">
              <a:schemeClr val="tx1"/>
            </a:fontRef>
          </p:style>
        </p:cxnSp>
        <p:cxnSp>
          <p:nvCxnSpPr>
            <p:cNvPr id="14" name="直接箭头连接符 13">
              <a:extLst>
                <a:ext uri="{FF2B5EF4-FFF2-40B4-BE49-F238E27FC236}">
                  <a16:creationId xmlns:a16="http://schemas.microsoft.com/office/drawing/2014/main" id="{5DFA9C35-F25A-4DB3-8C67-0A5DC93590BD}"/>
                </a:ext>
              </a:extLst>
            </p:cNvPr>
            <p:cNvCxnSpPr>
              <a:cxnSpLocks/>
            </p:cNvCxnSpPr>
            <p:nvPr/>
          </p:nvCxnSpPr>
          <p:spPr>
            <a:xfrm>
              <a:off x="4466378" y="1863472"/>
              <a:ext cx="0" cy="4121692"/>
            </a:xfrm>
            <a:prstGeom prst="straightConnector1">
              <a:avLst/>
            </a:prstGeom>
            <a:ln w="25400">
              <a:solidFill>
                <a:schemeClr val="tx1"/>
              </a:solidFill>
              <a:tailEnd type="triangle"/>
            </a:ln>
          </p:spPr>
          <p:style>
            <a:lnRef idx="1">
              <a:schemeClr val="accent1"/>
            </a:lnRef>
            <a:fillRef idx="0">
              <a:schemeClr val="accent1"/>
            </a:fillRef>
            <a:effectRef idx="0">
              <a:schemeClr val="accent1"/>
            </a:effectRef>
            <a:fontRef idx="minor">
              <a:schemeClr val="tx1"/>
            </a:fontRef>
          </p:style>
        </p:cxnSp>
        <p:sp>
          <p:nvSpPr>
            <p:cNvPr id="29" name="文本框 28">
              <a:extLst>
                <a:ext uri="{FF2B5EF4-FFF2-40B4-BE49-F238E27FC236}">
                  <a16:creationId xmlns:a16="http://schemas.microsoft.com/office/drawing/2014/main" id="{4FF3F173-B2A0-456F-A798-5EF84BB1A73F}"/>
                </a:ext>
              </a:extLst>
            </p:cNvPr>
            <p:cNvSpPr txBox="1"/>
            <p:nvPr/>
          </p:nvSpPr>
          <p:spPr>
            <a:xfrm>
              <a:off x="4182910" y="5645727"/>
              <a:ext cx="221673" cy="369332"/>
            </a:xfrm>
            <a:prstGeom prst="rect">
              <a:avLst/>
            </a:prstGeom>
            <a:noFill/>
          </p:spPr>
          <p:txBody>
            <a:bodyPr wrap="square" rtlCol="0">
              <a:spAutoFit/>
            </a:bodyPr>
            <a:lstStyle/>
            <a:p>
              <a:pPr algn="r"/>
              <a:r>
                <a:rPr lang="en-US" altLang="zh-CN" b="1" dirty="0"/>
                <a:t>t</a:t>
              </a:r>
              <a:endParaRPr lang="zh-CN" altLang="en-US" b="1" dirty="0"/>
            </a:p>
          </p:txBody>
        </p:sp>
        <p:sp>
          <p:nvSpPr>
            <p:cNvPr id="34" name="文本框 33">
              <a:extLst>
                <a:ext uri="{FF2B5EF4-FFF2-40B4-BE49-F238E27FC236}">
                  <a16:creationId xmlns:a16="http://schemas.microsoft.com/office/drawing/2014/main" id="{81382C67-92C2-4AA3-8371-612A0950C151}"/>
                </a:ext>
              </a:extLst>
            </p:cNvPr>
            <p:cNvSpPr txBox="1"/>
            <p:nvPr/>
          </p:nvSpPr>
          <p:spPr>
            <a:xfrm>
              <a:off x="7835031" y="5645727"/>
              <a:ext cx="221673" cy="369332"/>
            </a:xfrm>
            <a:prstGeom prst="rect">
              <a:avLst/>
            </a:prstGeom>
            <a:noFill/>
          </p:spPr>
          <p:txBody>
            <a:bodyPr wrap="square" rtlCol="0">
              <a:spAutoFit/>
            </a:bodyPr>
            <a:lstStyle/>
            <a:p>
              <a:r>
                <a:rPr lang="en-US" altLang="zh-CN" b="1" dirty="0"/>
                <a:t>t</a:t>
              </a:r>
              <a:endParaRPr lang="zh-CN" altLang="en-US" b="1" dirty="0"/>
            </a:p>
          </p:txBody>
        </p:sp>
      </p:grpSp>
      <p:grpSp>
        <p:nvGrpSpPr>
          <p:cNvPr id="4" name="组合 3">
            <a:extLst>
              <a:ext uri="{FF2B5EF4-FFF2-40B4-BE49-F238E27FC236}">
                <a16:creationId xmlns:a16="http://schemas.microsoft.com/office/drawing/2014/main" id="{9A1EA9F2-FCB6-48C3-935F-7AE7E3AD14AC}"/>
              </a:ext>
            </a:extLst>
          </p:cNvPr>
          <p:cNvGrpSpPr/>
          <p:nvPr/>
        </p:nvGrpSpPr>
        <p:grpSpPr>
          <a:xfrm>
            <a:off x="304800" y="749300"/>
            <a:ext cx="6192344" cy="400110"/>
            <a:chOff x="424117" y="898245"/>
            <a:chExt cx="6192344" cy="400110"/>
          </a:xfrm>
        </p:grpSpPr>
        <p:sp>
          <p:nvSpPr>
            <p:cNvPr id="2" name="平行四边形 1">
              <a:extLst>
                <a:ext uri="{FF2B5EF4-FFF2-40B4-BE49-F238E27FC236}">
                  <a16:creationId xmlns:a16="http://schemas.microsoft.com/office/drawing/2014/main" id="{1F5BAA3F-9845-4F89-A2DD-8222D3E4EDAC}"/>
                </a:ext>
              </a:extLst>
            </p:cNvPr>
            <p:cNvSpPr/>
            <p:nvPr/>
          </p:nvSpPr>
          <p:spPr>
            <a:xfrm>
              <a:off x="424117" y="898245"/>
              <a:ext cx="628306" cy="387090"/>
            </a:xfrm>
            <a:prstGeom prst="parallelogram">
              <a:avLst/>
            </a:prstGeom>
            <a:solidFill>
              <a:schemeClr val="accent3">
                <a:lumMod val="75000"/>
              </a:schemeClr>
            </a:solidFill>
            <a:ln>
              <a:solidFill>
                <a:schemeClr val="accent3">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CN" sz="2200" dirty="0">
                  <a:latin typeface="Impact" panose="020B0806030902050204" pitchFamily="34" charset="0"/>
                </a:rPr>
                <a:t>01</a:t>
              </a:r>
              <a:endParaRPr lang="zh-CN" altLang="en-US" sz="2200" dirty="0">
                <a:latin typeface="Impact" panose="020B0806030902050204" pitchFamily="34" charset="0"/>
              </a:endParaRPr>
            </a:p>
          </p:txBody>
        </p:sp>
        <p:sp>
          <p:nvSpPr>
            <p:cNvPr id="3" name="文本框 2">
              <a:extLst>
                <a:ext uri="{FF2B5EF4-FFF2-40B4-BE49-F238E27FC236}">
                  <a16:creationId xmlns:a16="http://schemas.microsoft.com/office/drawing/2014/main" id="{4D6BD736-A4D3-4F26-AFED-36E11F50F70B}"/>
                </a:ext>
              </a:extLst>
            </p:cNvPr>
            <p:cNvSpPr txBox="1"/>
            <p:nvPr/>
          </p:nvSpPr>
          <p:spPr>
            <a:xfrm>
              <a:off x="1052423" y="898245"/>
              <a:ext cx="5564038" cy="400110"/>
            </a:xfrm>
            <a:prstGeom prst="rect">
              <a:avLst/>
            </a:prstGeom>
            <a:noFill/>
          </p:spPr>
          <p:txBody>
            <a:bodyPr wrap="square" rtlCol="0">
              <a:spAutoFit/>
            </a:bodyPr>
            <a:lstStyle/>
            <a:p>
              <a:r>
                <a:rPr lang="zh-CN" altLang="en-US" sz="2000" b="1" dirty="0"/>
                <a:t>停止</a:t>
              </a:r>
              <a:r>
                <a:rPr lang="en-US" altLang="zh-CN" sz="2000" b="1" dirty="0"/>
                <a:t>-</a:t>
              </a:r>
              <a:r>
                <a:rPr lang="zh-CN" altLang="en-US" sz="2000" b="1" dirty="0"/>
                <a:t>等待协议的实现原理</a:t>
              </a:r>
            </a:p>
          </p:txBody>
        </p:sp>
      </p:grpSp>
      <p:grpSp>
        <p:nvGrpSpPr>
          <p:cNvPr id="7" name="组合 6">
            <a:extLst>
              <a:ext uri="{FF2B5EF4-FFF2-40B4-BE49-F238E27FC236}">
                <a16:creationId xmlns:a16="http://schemas.microsoft.com/office/drawing/2014/main" id="{5E7BDDC2-8FDB-4028-8058-31C2E55638B8}"/>
              </a:ext>
            </a:extLst>
          </p:cNvPr>
          <p:cNvGrpSpPr/>
          <p:nvPr/>
        </p:nvGrpSpPr>
        <p:grpSpPr>
          <a:xfrm>
            <a:off x="4504661" y="2037063"/>
            <a:ext cx="3285161" cy="540207"/>
            <a:chOff x="4504661" y="2037063"/>
            <a:chExt cx="3285161" cy="540207"/>
          </a:xfrm>
        </p:grpSpPr>
        <p:cxnSp>
          <p:nvCxnSpPr>
            <p:cNvPr id="35" name="直接箭头连接符 34">
              <a:extLst>
                <a:ext uri="{FF2B5EF4-FFF2-40B4-BE49-F238E27FC236}">
                  <a16:creationId xmlns:a16="http://schemas.microsoft.com/office/drawing/2014/main" id="{86E67B9A-DDD7-44FC-95CD-DCBD0C280064}"/>
                </a:ext>
              </a:extLst>
            </p:cNvPr>
            <p:cNvCxnSpPr>
              <a:cxnSpLocks/>
            </p:cNvCxnSpPr>
            <p:nvPr/>
          </p:nvCxnSpPr>
          <p:spPr>
            <a:xfrm>
              <a:off x="4504661" y="2165620"/>
              <a:ext cx="3285161" cy="411650"/>
            </a:xfrm>
            <a:prstGeom prst="straightConnector1">
              <a:avLst/>
            </a:prstGeom>
            <a:ln w="63500" cap="rnd">
              <a:solidFill>
                <a:schemeClr val="accent3"/>
              </a:solidFill>
              <a:round/>
              <a:tailEnd type="triangle" w="med" len="lg"/>
            </a:ln>
          </p:spPr>
          <p:style>
            <a:lnRef idx="1">
              <a:schemeClr val="accent1"/>
            </a:lnRef>
            <a:fillRef idx="0">
              <a:schemeClr val="accent1"/>
            </a:fillRef>
            <a:effectRef idx="0">
              <a:schemeClr val="accent1"/>
            </a:effectRef>
            <a:fontRef idx="minor">
              <a:schemeClr val="tx1"/>
            </a:fontRef>
          </p:style>
        </p:cxnSp>
        <p:sp>
          <p:nvSpPr>
            <p:cNvPr id="36" name="文本框 35">
              <a:extLst>
                <a:ext uri="{FF2B5EF4-FFF2-40B4-BE49-F238E27FC236}">
                  <a16:creationId xmlns:a16="http://schemas.microsoft.com/office/drawing/2014/main" id="{F6F96800-C831-4F1B-B5C3-E6630CC34B4B}"/>
                </a:ext>
              </a:extLst>
            </p:cNvPr>
            <p:cNvSpPr txBox="1"/>
            <p:nvPr/>
          </p:nvSpPr>
          <p:spPr>
            <a:xfrm rot="468067">
              <a:off x="5522912" y="2037063"/>
              <a:ext cx="1107553" cy="369332"/>
            </a:xfrm>
            <a:prstGeom prst="rect">
              <a:avLst/>
            </a:prstGeom>
            <a:noFill/>
          </p:spPr>
          <p:txBody>
            <a:bodyPr wrap="square" rtlCol="0">
              <a:spAutoFit/>
            </a:bodyPr>
            <a:lstStyle/>
            <a:p>
              <a:pPr algn="ctr"/>
              <a:r>
                <a:rPr lang="en-US" altLang="zh-CN" b="1" dirty="0">
                  <a:solidFill>
                    <a:schemeClr val="accent3"/>
                  </a:solidFill>
                  <a:latin typeface="Arial Black" panose="020B0A04020102020204" pitchFamily="34" charset="0"/>
                </a:rPr>
                <a:t>DATA0</a:t>
              </a:r>
              <a:endParaRPr lang="zh-CN" altLang="en-US" b="1" dirty="0">
                <a:solidFill>
                  <a:schemeClr val="accent3"/>
                </a:solidFill>
                <a:latin typeface="Arial Black" panose="020B0A04020102020204" pitchFamily="34" charset="0"/>
              </a:endParaRPr>
            </a:p>
          </p:txBody>
        </p:sp>
      </p:grpSp>
      <p:grpSp>
        <p:nvGrpSpPr>
          <p:cNvPr id="30" name="组合 29">
            <a:extLst>
              <a:ext uri="{FF2B5EF4-FFF2-40B4-BE49-F238E27FC236}">
                <a16:creationId xmlns:a16="http://schemas.microsoft.com/office/drawing/2014/main" id="{7F3B4E09-6764-454A-9492-E074DC4B625B}"/>
              </a:ext>
            </a:extLst>
          </p:cNvPr>
          <p:cNvGrpSpPr/>
          <p:nvPr/>
        </p:nvGrpSpPr>
        <p:grpSpPr>
          <a:xfrm>
            <a:off x="3184786" y="1260318"/>
            <a:ext cx="5835614" cy="808297"/>
            <a:chOff x="3094732" y="1606682"/>
            <a:chExt cx="5835614" cy="808297"/>
          </a:xfrm>
        </p:grpSpPr>
        <p:sp>
          <p:nvSpPr>
            <p:cNvPr id="17" name="文本框 16">
              <a:extLst>
                <a:ext uri="{FF2B5EF4-FFF2-40B4-BE49-F238E27FC236}">
                  <a16:creationId xmlns:a16="http://schemas.microsoft.com/office/drawing/2014/main" id="{5BC89BE0-4BDF-4485-9FBE-0F4CA3E7333F}"/>
                </a:ext>
              </a:extLst>
            </p:cNvPr>
            <p:cNvSpPr txBox="1"/>
            <p:nvPr/>
          </p:nvSpPr>
          <p:spPr>
            <a:xfrm>
              <a:off x="3094732" y="1829614"/>
              <a:ext cx="905164" cy="369332"/>
            </a:xfrm>
            <a:prstGeom prst="rect">
              <a:avLst/>
            </a:prstGeom>
            <a:noFill/>
          </p:spPr>
          <p:txBody>
            <a:bodyPr wrap="square" rtlCol="0">
              <a:spAutoFit/>
            </a:bodyPr>
            <a:lstStyle/>
            <a:p>
              <a:pPr algn="ctr"/>
              <a:r>
                <a:rPr lang="zh-CN" altLang="en-US" b="1" dirty="0">
                  <a:latin typeface="+mn-ea"/>
                </a:rPr>
                <a:t>发送方</a:t>
              </a:r>
            </a:p>
          </p:txBody>
        </p:sp>
        <p:sp>
          <p:nvSpPr>
            <p:cNvPr id="18" name="文本框 17">
              <a:extLst>
                <a:ext uri="{FF2B5EF4-FFF2-40B4-BE49-F238E27FC236}">
                  <a16:creationId xmlns:a16="http://schemas.microsoft.com/office/drawing/2014/main" id="{A53EBA0B-88E5-479C-B031-0031D4C518FB}"/>
                </a:ext>
              </a:extLst>
            </p:cNvPr>
            <p:cNvSpPr txBox="1"/>
            <p:nvPr/>
          </p:nvSpPr>
          <p:spPr>
            <a:xfrm>
              <a:off x="8025182" y="1829614"/>
              <a:ext cx="905164" cy="369332"/>
            </a:xfrm>
            <a:prstGeom prst="rect">
              <a:avLst/>
            </a:prstGeom>
            <a:noFill/>
          </p:spPr>
          <p:txBody>
            <a:bodyPr wrap="square" rtlCol="0">
              <a:spAutoFit/>
            </a:bodyPr>
            <a:lstStyle/>
            <a:p>
              <a:pPr algn="ctr"/>
              <a:r>
                <a:rPr lang="zh-CN" altLang="en-US" b="1" dirty="0">
                  <a:latin typeface="+mn-ea"/>
                </a:rPr>
                <a:t>接收方</a:t>
              </a:r>
            </a:p>
          </p:txBody>
        </p:sp>
        <p:cxnSp>
          <p:nvCxnSpPr>
            <p:cNvPr id="20" name="直接连接符 19">
              <a:extLst>
                <a:ext uri="{FF2B5EF4-FFF2-40B4-BE49-F238E27FC236}">
                  <a16:creationId xmlns:a16="http://schemas.microsoft.com/office/drawing/2014/main" id="{60E4C73B-A225-411B-883A-DC140C4192C5}"/>
                </a:ext>
              </a:extLst>
            </p:cNvPr>
            <p:cNvCxnSpPr>
              <a:cxnSpLocks/>
            </p:cNvCxnSpPr>
            <p:nvPr/>
          </p:nvCxnSpPr>
          <p:spPr>
            <a:xfrm>
              <a:off x="4214689" y="2101247"/>
              <a:ext cx="3494148" cy="0"/>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pic>
          <p:nvPicPr>
            <p:cNvPr id="21" name="图形 20">
              <a:extLst>
                <a:ext uri="{FF2B5EF4-FFF2-40B4-BE49-F238E27FC236}">
                  <a16:creationId xmlns:a16="http://schemas.microsoft.com/office/drawing/2014/main" id="{6741A3DB-8FF6-4FA5-B425-532579F07BB2}"/>
                </a:ext>
              </a:extLst>
            </p:cNvPr>
            <p:cNvPicPr>
              <a:picLocks noChangeAspect="1"/>
            </p:cNvPicPr>
            <p:nvPr/>
          </p:nvPicPr>
          <p:blipFill>
            <a:blip r:embed="rId3">
              <a:extLst>
                <a:ext uri="{28A0092B-C50C-407E-A947-70E740481C1C}">
                  <a14:useLocalDpi xmlns:a14="http://schemas.microsoft.com/office/drawing/2010/main" val="0"/>
                </a:ext>
                <a:ext uri="{96DAC541-7B7A-43D3-8B79-37D633B846F1}">
                  <asvg:svgBlip xmlns:asvg="http://schemas.microsoft.com/office/drawing/2016/SVG/main" r:embed="rId4"/>
                </a:ext>
              </a:extLst>
            </a:blip>
            <a:stretch>
              <a:fillRect/>
            </a:stretch>
          </p:blipFill>
          <p:spPr>
            <a:xfrm>
              <a:off x="4044917" y="1625133"/>
              <a:ext cx="662814" cy="641082"/>
            </a:xfrm>
            <a:prstGeom prst="rect">
              <a:avLst/>
            </a:prstGeom>
          </p:spPr>
        </p:pic>
        <p:pic>
          <p:nvPicPr>
            <p:cNvPr id="22" name="图形 21">
              <a:extLst>
                <a:ext uri="{FF2B5EF4-FFF2-40B4-BE49-F238E27FC236}">
                  <a16:creationId xmlns:a16="http://schemas.microsoft.com/office/drawing/2014/main" id="{FB51D0B6-4BB2-4ACA-8731-2370EE12D6D8}"/>
                </a:ext>
              </a:extLst>
            </p:cNvPr>
            <p:cNvPicPr>
              <a:picLocks noChangeAspect="1"/>
            </p:cNvPicPr>
            <p:nvPr/>
          </p:nvPicPr>
          <p:blipFill>
            <a:blip r:embed="rId5">
              <a:extLst>
                <a:ext uri="{28A0092B-C50C-407E-A947-70E740481C1C}">
                  <a14:useLocalDpi xmlns:a14="http://schemas.microsoft.com/office/drawing/2010/main" val="0"/>
                </a:ext>
                <a:ext uri="{96DAC541-7B7A-43D3-8B79-37D633B846F1}">
                  <asvg:svgBlip xmlns:asvg="http://schemas.microsoft.com/office/drawing/2016/SVG/main" r:embed="rId6"/>
                </a:ext>
              </a:extLst>
            </a:blip>
            <a:stretch>
              <a:fillRect/>
            </a:stretch>
          </p:blipFill>
          <p:spPr>
            <a:xfrm>
              <a:off x="7457951" y="1606682"/>
              <a:ext cx="501772" cy="658576"/>
            </a:xfrm>
            <a:prstGeom prst="rect">
              <a:avLst/>
            </a:prstGeom>
          </p:spPr>
        </p:pic>
        <p:sp>
          <p:nvSpPr>
            <p:cNvPr id="27" name="云形 26">
              <a:extLst>
                <a:ext uri="{FF2B5EF4-FFF2-40B4-BE49-F238E27FC236}">
                  <a16:creationId xmlns:a16="http://schemas.microsoft.com/office/drawing/2014/main" id="{376EF8EB-1F23-4CFB-8171-CB84499BD291}"/>
                </a:ext>
              </a:extLst>
            </p:cNvPr>
            <p:cNvSpPr/>
            <p:nvPr/>
          </p:nvSpPr>
          <p:spPr>
            <a:xfrm>
              <a:off x="5371531" y="1613581"/>
              <a:ext cx="1422620" cy="801398"/>
            </a:xfrm>
            <a:prstGeom prst="cloud">
              <a:avLst/>
            </a:prstGeom>
            <a:solidFill>
              <a:schemeClr val="bg1">
                <a:lumMod val="85000"/>
              </a:schemeClr>
            </a:solidFill>
            <a:ln>
              <a:solidFill>
                <a:schemeClr val="bg1">
                  <a:lumMod val="85000"/>
                </a:schemeClr>
              </a:solidFill>
            </a:ln>
          </p:spPr>
          <p:style>
            <a:lnRef idx="2">
              <a:schemeClr val="accent3">
                <a:shade val="50000"/>
              </a:schemeClr>
            </a:lnRef>
            <a:fillRef idx="1">
              <a:schemeClr val="accent3"/>
            </a:fillRef>
            <a:effectRef idx="0">
              <a:schemeClr val="accent3"/>
            </a:effectRef>
            <a:fontRef idx="minor">
              <a:schemeClr val="lt1"/>
            </a:fontRef>
          </p:style>
          <p:txBody>
            <a:bodyPr rtlCol="0" anchor="ctr"/>
            <a:lstStyle/>
            <a:p>
              <a:pPr algn="ctr"/>
              <a:r>
                <a:rPr lang="zh-CN" altLang="en-US" b="1" dirty="0">
                  <a:solidFill>
                    <a:schemeClr val="tx1"/>
                  </a:solidFill>
                  <a:latin typeface="+mn-ea"/>
                </a:rPr>
                <a:t>因特网</a:t>
              </a:r>
            </a:p>
          </p:txBody>
        </p:sp>
      </p:grpSp>
      <p:grpSp>
        <p:nvGrpSpPr>
          <p:cNvPr id="6" name="组合 5">
            <a:extLst>
              <a:ext uri="{FF2B5EF4-FFF2-40B4-BE49-F238E27FC236}">
                <a16:creationId xmlns:a16="http://schemas.microsoft.com/office/drawing/2014/main" id="{4FAA3E92-22E8-4BD1-A94D-0289BCCBE452}"/>
              </a:ext>
            </a:extLst>
          </p:cNvPr>
          <p:cNvGrpSpPr/>
          <p:nvPr/>
        </p:nvGrpSpPr>
        <p:grpSpPr>
          <a:xfrm>
            <a:off x="4482385" y="2611337"/>
            <a:ext cx="3321365" cy="1149358"/>
            <a:chOff x="4482385" y="2611337"/>
            <a:chExt cx="3321365" cy="1149358"/>
          </a:xfrm>
        </p:grpSpPr>
        <p:cxnSp>
          <p:nvCxnSpPr>
            <p:cNvPr id="48" name="直接箭头连接符 47">
              <a:extLst>
                <a:ext uri="{FF2B5EF4-FFF2-40B4-BE49-F238E27FC236}">
                  <a16:creationId xmlns:a16="http://schemas.microsoft.com/office/drawing/2014/main" id="{B45A8A54-BCEE-4EE6-BD80-3F200082D29F}"/>
                </a:ext>
              </a:extLst>
            </p:cNvPr>
            <p:cNvCxnSpPr>
              <a:cxnSpLocks/>
            </p:cNvCxnSpPr>
            <p:nvPr/>
          </p:nvCxnSpPr>
          <p:spPr>
            <a:xfrm flipH="1">
              <a:off x="4482385" y="2611337"/>
              <a:ext cx="3321365" cy="1149358"/>
            </a:xfrm>
            <a:prstGeom prst="straightConnector1">
              <a:avLst/>
            </a:prstGeom>
            <a:ln w="25400">
              <a:solidFill>
                <a:schemeClr val="accent4"/>
              </a:solidFill>
              <a:tailEnd type="triangle" w="med" len="lg"/>
            </a:ln>
          </p:spPr>
          <p:style>
            <a:lnRef idx="1">
              <a:schemeClr val="accent1"/>
            </a:lnRef>
            <a:fillRef idx="0">
              <a:schemeClr val="accent1"/>
            </a:fillRef>
            <a:effectRef idx="0">
              <a:schemeClr val="accent1"/>
            </a:effectRef>
            <a:fontRef idx="minor">
              <a:schemeClr val="tx1"/>
            </a:fontRef>
          </p:style>
        </p:cxnSp>
        <p:sp>
          <p:nvSpPr>
            <p:cNvPr id="56" name="文本框 55">
              <a:extLst>
                <a:ext uri="{FF2B5EF4-FFF2-40B4-BE49-F238E27FC236}">
                  <a16:creationId xmlns:a16="http://schemas.microsoft.com/office/drawing/2014/main" id="{A729228A-ADBE-487E-B36D-8C658E01EF99}"/>
                </a:ext>
              </a:extLst>
            </p:cNvPr>
            <p:cNvSpPr txBox="1"/>
            <p:nvPr/>
          </p:nvSpPr>
          <p:spPr>
            <a:xfrm rot="20417104">
              <a:off x="5613289" y="2873034"/>
              <a:ext cx="1107553" cy="369332"/>
            </a:xfrm>
            <a:prstGeom prst="rect">
              <a:avLst/>
            </a:prstGeom>
            <a:noFill/>
          </p:spPr>
          <p:txBody>
            <a:bodyPr wrap="square" rtlCol="0">
              <a:spAutoFit/>
            </a:bodyPr>
            <a:lstStyle/>
            <a:p>
              <a:pPr algn="ctr"/>
              <a:r>
                <a:rPr lang="en-US" altLang="zh-CN" b="1" dirty="0">
                  <a:solidFill>
                    <a:schemeClr val="accent4"/>
                  </a:solidFill>
                  <a:latin typeface="Arial Black" panose="020B0A04020102020204" pitchFamily="34" charset="0"/>
                </a:rPr>
                <a:t>ACK</a:t>
              </a:r>
              <a:endParaRPr lang="zh-CN" altLang="en-US" b="1" dirty="0">
                <a:solidFill>
                  <a:schemeClr val="accent4"/>
                </a:solidFill>
                <a:latin typeface="Arial Black" panose="020B0A04020102020204" pitchFamily="34" charset="0"/>
              </a:endParaRPr>
            </a:p>
          </p:txBody>
        </p:sp>
      </p:grpSp>
      <p:sp>
        <p:nvSpPr>
          <p:cNvPr id="57" name="对话气泡: 椭圆形 56">
            <a:extLst>
              <a:ext uri="{FF2B5EF4-FFF2-40B4-BE49-F238E27FC236}">
                <a16:creationId xmlns:a16="http://schemas.microsoft.com/office/drawing/2014/main" id="{FDD0406F-FE0B-481F-9A44-394B2E4E9C8A}"/>
              </a:ext>
            </a:extLst>
          </p:cNvPr>
          <p:cNvSpPr/>
          <p:nvPr/>
        </p:nvSpPr>
        <p:spPr>
          <a:xfrm>
            <a:off x="3305846" y="3481197"/>
            <a:ext cx="907821" cy="558996"/>
          </a:xfrm>
          <a:prstGeom prst="wedgeEllipseCallout">
            <a:avLst>
              <a:gd name="adj1" fmla="val 74094"/>
              <a:gd name="adj2" fmla="val -1049"/>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zh-CN" altLang="en-US" b="1" dirty="0"/>
              <a:t>迟到</a:t>
            </a:r>
          </a:p>
        </p:txBody>
      </p:sp>
      <p:grpSp>
        <p:nvGrpSpPr>
          <p:cNvPr id="11" name="组合 10">
            <a:extLst>
              <a:ext uri="{FF2B5EF4-FFF2-40B4-BE49-F238E27FC236}">
                <a16:creationId xmlns:a16="http://schemas.microsoft.com/office/drawing/2014/main" id="{80DE1420-E440-47C6-AD5C-4977E7D49E0B}"/>
              </a:ext>
            </a:extLst>
          </p:cNvPr>
          <p:cNvGrpSpPr/>
          <p:nvPr/>
        </p:nvGrpSpPr>
        <p:grpSpPr>
          <a:xfrm>
            <a:off x="3402107" y="2142169"/>
            <a:ext cx="1056268" cy="1257155"/>
            <a:chOff x="3401041" y="2160579"/>
            <a:chExt cx="1056268" cy="1257155"/>
          </a:xfrm>
        </p:grpSpPr>
        <p:cxnSp>
          <p:nvCxnSpPr>
            <p:cNvPr id="68" name="直接箭头连接符 67">
              <a:extLst>
                <a:ext uri="{FF2B5EF4-FFF2-40B4-BE49-F238E27FC236}">
                  <a16:creationId xmlns:a16="http://schemas.microsoft.com/office/drawing/2014/main" id="{BC462BF6-0FBA-481F-80D1-28F9CCD1B206}"/>
                </a:ext>
              </a:extLst>
            </p:cNvPr>
            <p:cNvCxnSpPr>
              <a:cxnSpLocks/>
            </p:cNvCxnSpPr>
            <p:nvPr/>
          </p:nvCxnSpPr>
          <p:spPr>
            <a:xfrm>
              <a:off x="4057360" y="2160579"/>
              <a:ext cx="0" cy="1257155"/>
            </a:xfrm>
            <a:prstGeom prst="straightConnector1">
              <a:avLst/>
            </a:prstGeom>
            <a:ln w="12700">
              <a:solidFill>
                <a:schemeClr val="tx1"/>
              </a:solidFill>
              <a:headEnd type="triangle"/>
              <a:tailEnd type="triangle"/>
            </a:ln>
          </p:spPr>
          <p:style>
            <a:lnRef idx="1">
              <a:schemeClr val="accent1"/>
            </a:lnRef>
            <a:fillRef idx="0">
              <a:schemeClr val="accent1"/>
            </a:fillRef>
            <a:effectRef idx="0">
              <a:schemeClr val="accent1"/>
            </a:effectRef>
            <a:fontRef idx="minor">
              <a:schemeClr val="tx1"/>
            </a:fontRef>
          </p:style>
        </p:cxnSp>
        <p:sp>
          <p:nvSpPr>
            <p:cNvPr id="69" name="文本框 68">
              <a:extLst>
                <a:ext uri="{FF2B5EF4-FFF2-40B4-BE49-F238E27FC236}">
                  <a16:creationId xmlns:a16="http://schemas.microsoft.com/office/drawing/2014/main" id="{807016C4-B120-4052-B683-8EAD4B9F37A0}"/>
                </a:ext>
              </a:extLst>
            </p:cNvPr>
            <p:cNvSpPr txBox="1"/>
            <p:nvPr/>
          </p:nvSpPr>
          <p:spPr>
            <a:xfrm>
              <a:off x="3746853" y="2597246"/>
              <a:ext cx="615339" cy="369332"/>
            </a:xfrm>
            <a:prstGeom prst="rect">
              <a:avLst/>
            </a:prstGeom>
            <a:solidFill>
              <a:schemeClr val="bg1"/>
            </a:solidFill>
          </p:spPr>
          <p:txBody>
            <a:bodyPr wrap="square" rtlCol="0">
              <a:spAutoFit/>
            </a:bodyPr>
            <a:lstStyle/>
            <a:p>
              <a:pPr algn="ctr"/>
              <a:r>
                <a:rPr lang="en-US" altLang="zh-CN" b="1" dirty="0">
                  <a:latin typeface="Arial Narrow" panose="020B0606020202030204" pitchFamily="34" charset="0"/>
                </a:rPr>
                <a:t>RTO</a:t>
              </a:r>
              <a:endParaRPr lang="zh-CN" altLang="en-US" b="1" dirty="0">
                <a:latin typeface="Arial Narrow" panose="020B0606020202030204" pitchFamily="34" charset="0"/>
              </a:endParaRPr>
            </a:p>
          </p:txBody>
        </p:sp>
        <p:cxnSp>
          <p:nvCxnSpPr>
            <p:cNvPr id="71" name="直接连接符 70">
              <a:extLst>
                <a:ext uri="{FF2B5EF4-FFF2-40B4-BE49-F238E27FC236}">
                  <a16:creationId xmlns:a16="http://schemas.microsoft.com/office/drawing/2014/main" id="{8A74443A-FA26-44DB-9F3E-575FAF1BAA30}"/>
                </a:ext>
              </a:extLst>
            </p:cNvPr>
            <p:cNvCxnSpPr>
              <a:cxnSpLocks/>
            </p:cNvCxnSpPr>
            <p:nvPr/>
          </p:nvCxnSpPr>
          <p:spPr>
            <a:xfrm flipH="1">
              <a:off x="3401042" y="2165210"/>
              <a:ext cx="1056267" cy="0"/>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sp>
          <p:nvSpPr>
            <p:cNvPr id="77" name="chronometer_117482">
              <a:extLst>
                <a:ext uri="{FF2B5EF4-FFF2-40B4-BE49-F238E27FC236}">
                  <a16:creationId xmlns:a16="http://schemas.microsoft.com/office/drawing/2014/main" id="{9EE1D83E-6058-42D2-9278-48782B6085E2}"/>
                </a:ext>
              </a:extLst>
            </p:cNvPr>
            <p:cNvSpPr/>
            <p:nvPr/>
          </p:nvSpPr>
          <p:spPr>
            <a:xfrm>
              <a:off x="3495968" y="2577270"/>
              <a:ext cx="304613" cy="369332"/>
            </a:xfrm>
            <a:custGeom>
              <a:avLst/>
              <a:gdLst>
                <a:gd name="T0" fmla="*/ 0 w 3733"/>
                <a:gd name="T1" fmla="*/ 2667 h 4533"/>
                <a:gd name="T2" fmla="*/ 1867 w 3733"/>
                <a:gd name="T3" fmla="*/ 4533 h 4533"/>
                <a:gd name="T4" fmla="*/ 3733 w 3733"/>
                <a:gd name="T5" fmla="*/ 2667 h 4533"/>
                <a:gd name="T6" fmla="*/ 3161 w 3733"/>
                <a:gd name="T7" fmla="*/ 1323 h 4533"/>
                <a:gd name="T8" fmla="*/ 3408 w 3733"/>
                <a:gd name="T9" fmla="*/ 1075 h 4533"/>
                <a:gd name="T10" fmla="*/ 3408 w 3733"/>
                <a:gd name="T11" fmla="*/ 792 h 4533"/>
                <a:gd name="T12" fmla="*/ 3125 w 3733"/>
                <a:gd name="T13" fmla="*/ 792 h 4533"/>
                <a:gd name="T14" fmla="*/ 2842 w 3733"/>
                <a:gd name="T15" fmla="*/ 1076 h 4533"/>
                <a:gd name="T16" fmla="*/ 2067 w 3733"/>
                <a:gd name="T17" fmla="*/ 811 h 4533"/>
                <a:gd name="T18" fmla="*/ 2067 w 3733"/>
                <a:gd name="T19" fmla="*/ 400 h 4533"/>
                <a:gd name="T20" fmla="*/ 2667 w 3733"/>
                <a:gd name="T21" fmla="*/ 400 h 4533"/>
                <a:gd name="T22" fmla="*/ 2867 w 3733"/>
                <a:gd name="T23" fmla="*/ 200 h 4533"/>
                <a:gd name="T24" fmla="*/ 2667 w 3733"/>
                <a:gd name="T25" fmla="*/ 0 h 4533"/>
                <a:gd name="T26" fmla="*/ 1067 w 3733"/>
                <a:gd name="T27" fmla="*/ 0 h 4533"/>
                <a:gd name="T28" fmla="*/ 867 w 3733"/>
                <a:gd name="T29" fmla="*/ 200 h 4533"/>
                <a:gd name="T30" fmla="*/ 1067 w 3733"/>
                <a:gd name="T31" fmla="*/ 400 h 4533"/>
                <a:gd name="T32" fmla="*/ 1667 w 3733"/>
                <a:gd name="T33" fmla="*/ 400 h 4533"/>
                <a:gd name="T34" fmla="*/ 1667 w 3733"/>
                <a:gd name="T35" fmla="*/ 811 h 4533"/>
                <a:gd name="T36" fmla="*/ 891 w 3733"/>
                <a:gd name="T37" fmla="*/ 1076 h 4533"/>
                <a:gd name="T38" fmla="*/ 608 w 3733"/>
                <a:gd name="T39" fmla="*/ 792 h 4533"/>
                <a:gd name="T40" fmla="*/ 325 w 3733"/>
                <a:gd name="T41" fmla="*/ 792 h 4533"/>
                <a:gd name="T42" fmla="*/ 325 w 3733"/>
                <a:gd name="T43" fmla="*/ 1075 h 4533"/>
                <a:gd name="T44" fmla="*/ 573 w 3733"/>
                <a:gd name="T45" fmla="*/ 1323 h 4533"/>
                <a:gd name="T46" fmla="*/ 0 w 3733"/>
                <a:gd name="T47" fmla="*/ 2667 h 4533"/>
                <a:gd name="T48" fmla="*/ 1667 w 3733"/>
                <a:gd name="T49" fmla="*/ 1801 h 4533"/>
                <a:gd name="T50" fmla="*/ 1867 w 3733"/>
                <a:gd name="T51" fmla="*/ 1601 h 4533"/>
                <a:gd name="T52" fmla="*/ 2067 w 3733"/>
                <a:gd name="T53" fmla="*/ 1801 h 4533"/>
                <a:gd name="T54" fmla="*/ 2067 w 3733"/>
                <a:gd name="T55" fmla="*/ 2468 h 4533"/>
                <a:gd name="T56" fmla="*/ 2733 w 3733"/>
                <a:gd name="T57" fmla="*/ 2468 h 4533"/>
                <a:gd name="T58" fmla="*/ 2933 w 3733"/>
                <a:gd name="T59" fmla="*/ 2668 h 4533"/>
                <a:gd name="T60" fmla="*/ 2733 w 3733"/>
                <a:gd name="T61" fmla="*/ 2868 h 4533"/>
                <a:gd name="T62" fmla="*/ 1867 w 3733"/>
                <a:gd name="T63" fmla="*/ 2868 h 4533"/>
                <a:gd name="T64" fmla="*/ 1667 w 3733"/>
                <a:gd name="T65" fmla="*/ 2668 h 4533"/>
                <a:gd name="T66" fmla="*/ 1667 w 3733"/>
                <a:gd name="T67" fmla="*/ 1801 h 45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3733" h="4533">
                  <a:moveTo>
                    <a:pt x="0" y="2667"/>
                  </a:moveTo>
                  <a:cubicBezTo>
                    <a:pt x="0" y="3696"/>
                    <a:pt x="837" y="4533"/>
                    <a:pt x="1867" y="4533"/>
                  </a:cubicBezTo>
                  <a:cubicBezTo>
                    <a:pt x="2896" y="4533"/>
                    <a:pt x="3733" y="3696"/>
                    <a:pt x="3733" y="2667"/>
                  </a:cubicBezTo>
                  <a:cubicBezTo>
                    <a:pt x="3733" y="2139"/>
                    <a:pt x="3513" y="1662"/>
                    <a:pt x="3161" y="1323"/>
                  </a:cubicBezTo>
                  <a:lnTo>
                    <a:pt x="3408" y="1075"/>
                  </a:lnTo>
                  <a:cubicBezTo>
                    <a:pt x="3486" y="997"/>
                    <a:pt x="3486" y="870"/>
                    <a:pt x="3408" y="792"/>
                  </a:cubicBezTo>
                  <a:cubicBezTo>
                    <a:pt x="3330" y="714"/>
                    <a:pt x="3203" y="714"/>
                    <a:pt x="3125" y="792"/>
                  </a:cubicBezTo>
                  <a:lnTo>
                    <a:pt x="2842" y="1076"/>
                  </a:lnTo>
                  <a:cubicBezTo>
                    <a:pt x="2612" y="934"/>
                    <a:pt x="2348" y="841"/>
                    <a:pt x="2067" y="811"/>
                  </a:cubicBezTo>
                  <a:lnTo>
                    <a:pt x="2067" y="400"/>
                  </a:lnTo>
                  <a:lnTo>
                    <a:pt x="2667" y="400"/>
                  </a:lnTo>
                  <a:cubicBezTo>
                    <a:pt x="2777" y="400"/>
                    <a:pt x="2867" y="310"/>
                    <a:pt x="2867" y="200"/>
                  </a:cubicBezTo>
                  <a:cubicBezTo>
                    <a:pt x="2867" y="90"/>
                    <a:pt x="2777" y="0"/>
                    <a:pt x="2667" y="0"/>
                  </a:cubicBezTo>
                  <a:lnTo>
                    <a:pt x="1067" y="0"/>
                  </a:lnTo>
                  <a:cubicBezTo>
                    <a:pt x="956" y="0"/>
                    <a:pt x="867" y="90"/>
                    <a:pt x="867" y="200"/>
                  </a:cubicBezTo>
                  <a:cubicBezTo>
                    <a:pt x="867" y="310"/>
                    <a:pt x="956" y="400"/>
                    <a:pt x="1067" y="400"/>
                  </a:cubicBezTo>
                  <a:lnTo>
                    <a:pt x="1667" y="400"/>
                  </a:lnTo>
                  <a:lnTo>
                    <a:pt x="1667" y="811"/>
                  </a:lnTo>
                  <a:cubicBezTo>
                    <a:pt x="1385" y="841"/>
                    <a:pt x="1122" y="934"/>
                    <a:pt x="891" y="1076"/>
                  </a:cubicBezTo>
                  <a:lnTo>
                    <a:pt x="608" y="792"/>
                  </a:lnTo>
                  <a:cubicBezTo>
                    <a:pt x="530" y="714"/>
                    <a:pt x="403" y="714"/>
                    <a:pt x="325" y="792"/>
                  </a:cubicBezTo>
                  <a:cubicBezTo>
                    <a:pt x="247" y="870"/>
                    <a:pt x="247" y="997"/>
                    <a:pt x="325" y="1075"/>
                  </a:cubicBezTo>
                  <a:lnTo>
                    <a:pt x="573" y="1323"/>
                  </a:lnTo>
                  <a:cubicBezTo>
                    <a:pt x="220" y="1662"/>
                    <a:pt x="0" y="2139"/>
                    <a:pt x="0" y="2667"/>
                  </a:cubicBezTo>
                  <a:close/>
                  <a:moveTo>
                    <a:pt x="1667" y="1801"/>
                  </a:moveTo>
                  <a:cubicBezTo>
                    <a:pt x="1667" y="1691"/>
                    <a:pt x="1756" y="1601"/>
                    <a:pt x="1867" y="1601"/>
                  </a:cubicBezTo>
                  <a:cubicBezTo>
                    <a:pt x="1977" y="1601"/>
                    <a:pt x="2067" y="1691"/>
                    <a:pt x="2067" y="1801"/>
                  </a:cubicBezTo>
                  <a:lnTo>
                    <a:pt x="2067" y="2468"/>
                  </a:lnTo>
                  <a:lnTo>
                    <a:pt x="2733" y="2468"/>
                  </a:lnTo>
                  <a:cubicBezTo>
                    <a:pt x="2844" y="2468"/>
                    <a:pt x="2933" y="2557"/>
                    <a:pt x="2933" y="2668"/>
                  </a:cubicBezTo>
                  <a:cubicBezTo>
                    <a:pt x="2933" y="2778"/>
                    <a:pt x="2844" y="2868"/>
                    <a:pt x="2733" y="2868"/>
                  </a:cubicBezTo>
                  <a:lnTo>
                    <a:pt x="1867" y="2868"/>
                  </a:lnTo>
                  <a:cubicBezTo>
                    <a:pt x="1756" y="2868"/>
                    <a:pt x="1667" y="2778"/>
                    <a:pt x="1667" y="2668"/>
                  </a:cubicBezTo>
                  <a:lnTo>
                    <a:pt x="1667" y="1801"/>
                  </a:lnTo>
                  <a:close/>
                </a:path>
              </a:pathLst>
            </a:custGeom>
            <a:solidFill>
              <a:schemeClr val="accent1"/>
            </a:solidFill>
            <a:ln>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zh-CN"/>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a:p>
          </p:txBody>
        </p:sp>
        <p:cxnSp>
          <p:nvCxnSpPr>
            <p:cNvPr id="58" name="直接连接符 57">
              <a:extLst>
                <a:ext uri="{FF2B5EF4-FFF2-40B4-BE49-F238E27FC236}">
                  <a16:creationId xmlns:a16="http://schemas.microsoft.com/office/drawing/2014/main" id="{03076B84-5CB9-400B-A5FB-94BDDD306B16}"/>
                </a:ext>
              </a:extLst>
            </p:cNvPr>
            <p:cNvCxnSpPr>
              <a:cxnSpLocks/>
            </p:cNvCxnSpPr>
            <p:nvPr/>
          </p:nvCxnSpPr>
          <p:spPr>
            <a:xfrm flipH="1">
              <a:off x="3401041" y="3417734"/>
              <a:ext cx="1056267" cy="0"/>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39" name="组合 138">
            <a:extLst>
              <a:ext uri="{FF2B5EF4-FFF2-40B4-BE49-F238E27FC236}">
                <a16:creationId xmlns:a16="http://schemas.microsoft.com/office/drawing/2014/main" id="{B5A8A167-97AF-4537-8D32-374CC5AFEDD8}"/>
              </a:ext>
            </a:extLst>
          </p:cNvPr>
          <p:cNvGrpSpPr/>
          <p:nvPr/>
        </p:nvGrpSpPr>
        <p:grpSpPr>
          <a:xfrm>
            <a:off x="4520169" y="3323494"/>
            <a:ext cx="3285161" cy="525103"/>
            <a:chOff x="4504661" y="2052167"/>
            <a:chExt cx="3285161" cy="525103"/>
          </a:xfrm>
        </p:grpSpPr>
        <p:cxnSp>
          <p:nvCxnSpPr>
            <p:cNvPr id="140" name="直接箭头连接符 139">
              <a:extLst>
                <a:ext uri="{FF2B5EF4-FFF2-40B4-BE49-F238E27FC236}">
                  <a16:creationId xmlns:a16="http://schemas.microsoft.com/office/drawing/2014/main" id="{338A8DD9-A318-461A-B319-AC3225B59BAA}"/>
                </a:ext>
              </a:extLst>
            </p:cNvPr>
            <p:cNvCxnSpPr>
              <a:cxnSpLocks/>
            </p:cNvCxnSpPr>
            <p:nvPr/>
          </p:nvCxnSpPr>
          <p:spPr>
            <a:xfrm>
              <a:off x="4504661" y="2165620"/>
              <a:ext cx="3285161" cy="411650"/>
            </a:xfrm>
            <a:prstGeom prst="straightConnector1">
              <a:avLst/>
            </a:prstGeom>
            <a:ln w="63500" cap="rnd">
              <a:solidFill>
                <a:schemeClr val="accent3"/>
              </a:solidFill>
              <a:round/>
              <a:tailEnd type="triangle" w="med" len="lg"/>
            </a:ln>
          </p:spPr>
          <p:style>
            <a:lnRef idx="1">
              <a:schemeClr val="accent1"/>
            </a:lnRef>
            <a:fillRef idx="0">
              <a:schemeClr val="accent1"/>
            </a:fillRef>
            <a:effectRef idx="0">
              <a:schemeClr val="accent1"/>
            </a:effectRef>
            <a:fontRef idx="minor">
              <a:schemeClr val="tx1"/>
            </a:fontRef>
          </p:style>
        </p:cxnSp>
        <p:sp>
          <p:nvSpPr>
            <p:cNvPr id="141" name="文本框 140">
              <a:extLst>
                <a:ext uri="{FF2B5EF4-FFF2-40B4-BE49-F238E27FC236}">
                  <a16:creationId xmlns:a16="http://schemas.microsoft.com/office/drawing/2014/main" id="{1238916E-3022-4B2B-9338-3619B4ADA3CA}"/>
                </a:ext>
              </a:extLst>
            </p:cNvPr>
            <p:cNvSpPr txBox="1"/>
            <p:nvPr/>
          </p:nvSpPr>
          <p:spPr>
            <a:xfrm rot="468067">
              <a:off x="5605606" y="2052167"/>
              <a:ext cx="1717812" cy="369332"/>
            </a:xfrm>
            <a:prstGeom prst="rect">
              <a:avLst/>
            </a:prstGeom>
            <a:noFill/>
          </p:spPr>
          <p:txBody>
            <a:bodyPr wrap="square" rtlCol="0">
              <a:spAutoFit/>
            </a:bodyPr>
            <a:lstStyle/>
            <a:p>
              <a:pPr algn="ctr"/>
              <a:r>
                <a:rPr lang="zh-CN" altLang="en-US" b="1" dirty="0">
                  <a:solidFill>
                    <a:schemeClr val="accent3"/>
                  </a:solidFill>
                  <a:latin typeface="Arial Black" panose="020B0A04020102020204" pitchFamily="34" charset="0"/>
                </a:rPr>
                <a:t>重传</a:t>
              </a:r>
              <a:r>
                <a:rPr lang="en-US" altLang="zh-CN" b="1" dirty="0">
                  <a:solidFill>
                    <a:schemeClr val="accent3"/>
                  </a:solidFill>
                  <a:latin typeface="Arial Black" panose="020B0A04020102020204" pitchFamily="34" charset="0"/>
                </a:rPr>
                <a:t>DATA0</a:t>
              </a:r>
              <a:endParaRPr lang="zh-CN" altLang="en-US" b="1" dirty="0">
                <a:solidFill>
                  <a:schemeClr val="accent3"/>
                </a:solidFill>
                <a:latin typeface="Arial Black" panose="020B0A04020102020204" pitchFamily="34" charset="0"/>
              </a:endParaRPr>
            </a:p>
          </p:txBody>
        </p:sp>
      </p:grpSp>
      <p:grpSp>
        <p:nvGrpSpPr>
          <p:cNvPr id="142" name="组合 141">
            <a:extLst>
              <a:ext uri="{FF2B5EF4-FFF2-40B4-BE49-F238E27FC236}">
                <a16:creationId xmlns:a16="http://schemas.microsoft.com/office/drawing/2014/main" id="{AA8AC03C-3D17-41F9-91CB-D46DB1351C60}"/>
              </a:ext>
            </a:extLst>
          </p:cNvPr>
          <p:cNvGrpSpPr/>
          <p:nvPr/>
        </p:nvGrpSpPr>
        <p:grpSpPr>
          <a:xfrm>
            <a:off x="4512150" y="3687731"/>
            <a:ext cx="3285161" cy="540207"/>
            <a:chOff x="4504661" y="2037063"/>
            <a:chExt cx="3285161" cy="540207"/>
          </a:xfrm>
        </p:grpSpPr>
        <p:cxnSp>
          <p:nvCxnSpPr>
            <p:cNvPr id="143" name="直接箭头连接符 142">
              <a:extLst>
                <a:ext uri="{FF2B5EF4-FFF2-40B4-BE49-F238E27FC236}">
                  <a16:creationId xmlns:a16="http://schemas.microsoft.com/office/drawing/2014/main" id="{DC64969C-24C1-47ED-A4E0-5CAA521567E9}"/>
                </a:ext>
              </a:extLst>
            </p:cNvPr>
            <p:cNvCxnSpPr>
              <a:cxnSpLocks/>
            </p:cNvCxnSpPr>
            <p:nvPr/>
          </p:nvCxnSpPr>
          <p:spPr>
            <a:xfrm>
              <a:off x="4504661" y="2165620"/>
              <a:ext cx="3285161" cy="411650"/>
            </a:xfrm>
            <a:prstGeom prst="straightConnector1">
              <a:avLst/>
            </a:prstGeom>
            <a:ln w="63500" cap="rnd">
              <a:solidFill>
                <a:schemeClr val="accent3"/>
              </a:solidFill>
              <a:round/>
              <a:tailEnd type="triangle" w="med" len="lg"/>
            </a:ln>
          </p:spPr>
          <p:style>
            <a:lnRef idx="1">
              <a:schemeClr val="accent1"/>
            </a:lnRef>
            <a:fillRef idx="0">
              <a:schemeClr val="accent1"/>
            </a:fillRef>
            <a:effectRef idx="0">
              <a:schemeClr val="accent1"/>
            </a:effectRef>
            <a:fontRef idx="minor">
              <a:schemeClr val="tx1"/>
            </a:fontRef>
          </p:style>
        </p:cxnSp>
        <p:sp>
          <p:nvSpPr>
            <p:cNvPr id="144" name="文本框 143">
              <a:extLst>
                <a:ext uri="{FF2B5EF4-FFF2-40B4-BE49-F238E27FC236}">
                  <a16:creationId xmlns:a16="http://schemas.microsoft.com/office/drawing/2014/main" id="{D673E02F-1DEA-494D-9C36-3D0829EA7201}"/>
                </a:ext>
              </a:extLst>
            </p:cNvPr>
            <p:cNvSpPr txBox="1"/>
            <p:nvPr/>
          </p:nvSpPr>
          <p:spPr>
            <a:xfrm rot="468067">
              <a:off x="5522912" y="2037063"/>
              <a:ext cx="1107553" cy="369332"/>
            </a:xfrm>
            <a:prstGeom prst="rect">
              <a:avLst/>
            </a:prstGeom>
            <a:noFill/>
          </p:spPr>
          <p:txBody>
            <a:bodyPr wrap="square" rtlCol="0">
              <a:spAutoFit/>
            </a:bodyPr>
            <a:lstStyle/>
            <a:p>
              <a:pPr algn="ctr"/>
              <a:r>
                <a:rPr lang="en-US" altLang="zh-CN" b="1" dirty="0">
                  <a:solidFill>
                    <a:schemeClr val="accent3"/>
                  </a:solidFill>
                  <a:latin typeface="Arial Black" panose="020B0A04020102020204" pitchFamily="34" charset="0"/>
                </a:rPr>
                <a:t>DATA1</a:t>
              </a:r>
              <a:endParaRPr lang="zh-CN" altLang="en-US" b="1" dirty="0">
                <a:solidFill>
                  <a:schemeClr val="accent3"/>
                </a:solidFill>
                <a:latin typeface="Arial Black" panose="020B0A04020102020204" pitchFamily="34" charset="0"/>
              </a:endParaRPr>
            </a:p>
          </p:txBody>
        </p:sp>
      </p:grpSp>
      <p:grpSp>
        <p:nvGrpSpPr>
          <p:cNvPr id="145" name="组合 144">
            <a:extLst>
              <a:ext uri="{FF2B5EF4-FFF2-40B4-BE49-F238E27FC236}">
                <a16:creationId xmlns:a16="http://schemas.microsoft.com/office/drawing/2014/main" id="{939EDB63-738F-4606-A6CD-E82B6DD97F64}"/>
              </a:ext>
            </a:extLst>
          </p:cNvPr>
          <p:cNvGrpSpPr/>
          <p:nvPr/>
        </p:nvGrpSpPr>
        <p:grpSpPr>
          <a:xfrm>
            <a:off x="7762752" y="2546101"/>
            <a:ext cx="805066" cy="1290976"/>
            <a:chOff x="7762752" y="2565835"/>
            <a:chExt cx="805066" cy="1290976"/>
          </a:xfrm>
        </p:grpSpPr>
        <p:cxnSp>
          <p:nvCxnSpPr>
            <p:cNvPr id="146" name="连接符: 曲线 145">
              <a:extLst>
                <a:ext uri="{FF2B5EF4-FFF2-40B4-BE49-F238E27FC236}">
                  <a16:creationId xmlns:a16="http://schemas.microsoft.com/office/drawing/2014/main" id="{1EE5C7A2-CB47-40D0-BE17-880CE6AFAE7F}"/>
                </a:ext>
              </a:extLst>
            </p:cNvPr>
            <p:cNvCxnSpPr>
              <a:cxnSpLocks/>
            </p:cNvCxnSpPr>
            <p:nvPr/>
          </p:nvCxnSpPr>
          <p:spPr>
            <a:xfrm flipV="1">
              <a:off x="7762752" y="2565835"/>
              <a:ext cx="12700" cy="1290976"/>
            </a:xfrm>
            <a:prstGeom prst="curvedConnector3">
              <a:avLst>
                <a:gd name="adj1" fmla="val 3818181"/>
              </a:avLst>
            </a:prstGeom>
            <a:ln w="38100">
              <a:solidFill>
                <a:schemeClr val="accent1"/>
              </a:solidFill>
              <a:prstDash val="dash"/>
              <a:tailEnd type="triangle" w="med" len="lg"/>
            </a:ln>
          </p:spPr>
          <p:style>
            <a:lnRef idx="1">
              <a:schemeClr val="accent1"/>
            </a:lnRef>
            <a:fillRef idx="0">
              <a:schemeClr val="accent1"/>
            </a:fillRef>
            <a:effectRef idx="0">
              <a:schemeClr val="accent1"/>
            </a:effectRef>
            <a:fontRef idx="minor">
              <a:schemeClr val="tx1"/>
            </a:fontRef>
          </p:style>
        </p:cxnSp>
        <p:sp>
          <p:nvSpPr>
            <p:cNvPr id="147" name="文本框 146">
              <a:extLst>
                <a:ext uri="{FF2B5EF4-FFF2-40B4-BE49-F238E27FC236}">
                  <a16:creationId xmlns:a16="http://schemas.microsoft.com/office/drawing/2014/main" id="{FC5FE1BE-A823-4EB7-9AC3-BDD3034C75F7}"/>
                </a:ext>
              </a:extLst>
            </p:cNvPr>
            <p:cNvSpPr txBox="1"/>
            <p:nvPr/>
          </p:nvSpPr>
          <p:spPr>
            <a:xfrm>
              <a:off x="7876213" y="3045709"/>
              <a:ext cx="691605" cy="369332"/>
            </a:xfrm>
            <a:prstGeom prst="rect">
              <a:avLst/>
            </a:prstGeom>
            <a:solidFill>
              <a:schemeClr val="bg1"/>
            </a:solidFill>
          </p:spPr>
          <p:txBody>
            <a:bodyPr wrap="square" rtlCol="0">
              <a:spAutoFit/>
            </a:bodyPr>
            <a:lstStyle/>
            <a:p>
              <a:pPr algn="ctr"/>
              <a:r>
                <a:rPr lang="zh-CN" altLang="en-US" b="1" dirty="0">
                  <a:solidFill>
                    <a:schemeClr val="accent1">
                      <a:lumMod val="75000"/>
                    </a:schemeClr>
                  </a:solidFill>
                  <a:latin typeface="+mn-ea"/>
                </a:rPr>
                <a:t>重复</a:t>
              </a:r>
            </a:p>
          </p:txBody>
        </p:sp>
      </p:grpSp>
      <p:sp>
        <p:nvSpPr>
          <p:cNvPr id="148" name="对话气泡: 圆角矩形 147">
            <a:extLst>
              <a:ext uri="{FF2B5EF4-FFF2-40B4-BE49-F238E27FC236}">
                <a16:creationId xmlns:a16="http://schemas.microsoft.com/office/drawing/2014/main" id="{D0965BCA-45BA-4F4B-A5B7-7A696ADD16C4}"/>
              </a:ext>
            </a:extLst>
          </p:cNvPr>
          <p:cNvSpPr/>
          <p:nvPr/>
        </p:nvSpPr>
        <p:spPr>
          <a:xfrm>
            <a:off x="8669076" y="3104693"/>
            <a:ext cx="2358141" cy="939346"/>
          </a:xfrm>
          <a:prstGeom prst="wedgeRoundRectCallout">
            <a:avLst>
              <a:gd name="adj1" fmla="val -83415"/>
              <a:gd name="adj2" fmla="val 29130"/>
              <a:gd name="adj3" fmla="val 16667"/>
            </a:avLst>
          </a:prstGeom>
          <a:solidFill>
            <a:schemeClr val="accent4"/>
          </a:solidFill>
          <a:ln>
            <a:solidFill>
              <a:schemeClr val="accent4">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r>
              <a:rPr lang="zh-CN" altLang="en-US" b="1" dirty="0">
                <a:solidFill>
                  <a:schemeClr val="bg1"/>
                </a:solidFill>
                <a:latin typeface="Arial Narrow" panose="020B0606020202030204" pitchFamily="34" charset="0"/>
              </a:rPr>
              <a:t>丢弃重复的数据分组</a:t>
            </a:r>
            <a:endParaRPr lang="en-US" altLang="zh-CN" b="1" dirty="0">
              <a:solidFill>
                <a:schemeClr val="bg1"/>
              </a:solidFill>
              <a:latin typeface="Arial Narrow" panose="020B0606020202030204" pitchFamily="34" charset="0"/>
            </a:endParaRPr>
          </a:p>
          <a:p>
            <a:r>
              <a:rPr lang="zh-CN" altLang="en-US" b="1" dirty="0">
                <a:solidFill>
                  <a:schemeClr val="bg1"/>
                </a:solidFill>
                <a:latin typeface="Arial Narrow" panose="020B0606020202030204" pitchFamily="34" charset="0"/>
              </a:rPr>
              <a:t>再发送一个确认分组</a:t>
            </a:r>
          </a:p>
        </p:txBody>
      </p:sp>
      <p:grpSp>
        <p:nvGrpSpPr>
          <p:cNvPr id="156" name="组合 155">
            <a:extLst>
              <a:ext uri="{FF2B5EF4-FFF2-40B4-BE49-F238E27FC236}">
                <a16:creationId xmlns:a16="http://schemas.microsoft.com/office/drawing/2014/main" id="{117B4EDC-2848-48B0-94F3-2248F7A39BD7}"/>
              </a:ext>
            </a:extLst>
          </p:cNvPr>
          <p:cNvGrpSpPr/>
          <p:nvPr/>
        </p:nvGrpSpPr>
        <p:grpSpPr>
          <a:xfrm>
            <a:off x="4457309" y="3896344"/>
            <a:ext cx="3332513" cy="558996"/>
            <a:chOff x="4457309" y="4763999"/>
            <a:chExt cx="3332513" cy="558996"/>
          </a:xfrm>
        </p:grpSpPr>
        <p:cxnSp>
          <p:nvCxnSpPr>
            <p:cNvPr id="157" name="直接箭头连接符 156">
              <a:extLst>
                <a:ext uri="{FF2B5EF4-FFF2-40B4-BE49-F238E27FC236}">
                  <a16:creationId xmlns:a16="http://schemas.microsoft.com/office/drawing/2014/main" id="{E04CF1F9-068A-4D1F-9C31-6DF7D0EADFD3}"/>
                </a:ext>
              </a:extLst>
            </p:cNvPr>
            <p:cNvCxnSpPr/>
            <p:nvPr/>
          </p:nvCxnSpPr>
          <p:spPr>
            <a:xfrm flipH="1">
              <a:off x="4457309" y="4763999"/>
              <a:ext cx="3332513" cy="558996"/>
            </a:xfrm>
            <a:prstGeom prst="straightConnector1">
              <a:avLst/>
            </a:prstGeom>
            <a:ln w="25400">
              <a:solidFill>
                <a:schemeClr val="accent4"/>
              </a:solidFill>
              <a:tailEnd type="triangle" w="med" len="lg"/>
            </a:ln>
          </p:spPr>
          <p:style>
            <a:lnRef idx="1">
              <a:schemeClr val="accent1"/>
            </a:lnRef>
            <a:fillRef idx="0">
              <a:schemeClr val="accent1"/>
            </a:fillRef>
            <a:effectRef idx="0">
              <a:schemeClr val="accent1"/>
            </a:effectRef>
            <a:fontRef idx="minor">
              <a:schemeClr val="tx1"/>
            </a:fontRef>
          </p:style>
        </p:cxnSp>
        <p:sp>
          <p:nvSpPr>
            <p:cNvPr id="158" name="文本框 157">
              <a:extLst>
                <a:ext uri="{FF2B5EF4-FFF2-40B4-BE49-F238E27FC236}">
                  <a16:creationId xmlns:a16="http://schemas.microsoft.com/office/drawing/2014/main" id="{EA490B10-8743-4F4B-A350-FDE9D7D97F97}"/>
                </a:ext>
              </a:extLst>
            </p:cNvPr>
            <p:cNvSpPr txBox="1"/>
            <p:nvPr/>
          </p:nvSpPr>
          <p:spPr>
            <a:xfrm rot="21014117">
              <a:off x="4516865" y="4915455"/>
              <a:ext cx="1107553" cy="369332"/>
            </a:xfrm>
            <a:prstGeom prst="rect">
              <a:avLst/>
            </a:prstGeom>
            <a:noFill/>
          </p:spPr>
          <p:txBody>
            <a:bodyPr wrap="square" rtlCol="0">
              <a:spAutoFit/>
            </a:bodyPr>
            <a:lstStyle/>
            <a:p>
              <a:pPr algn="ctr"/>
              <a:r>
                <a:rPr lang="en-US" altLang="zh-CN" b="1" dirty="0">
                  <a:solidFill>
                    <a:schemeClr val="accent4"/>
                  </a:solidFill>
                  <a:latin typeface="Arial Black" panose="020B0A04020102020204" pitchFamily="34" charset="0"/>
                </a:rPr>
                <a:t>ACK</a:t>
              </a:r>
              <a:endParaRPr lang="zh-CN" altLang="en-US" b="1" dirty="0">
                <a:solidFill>
                  <a:schemeClr val="accent4"/>
                </a:solidFill>
                <a:latin typeface="Arial Black" panose="020B0A04020102020204" pitchFamily="34" charset="0"/>
              </a:endParaRPr>
            </a:p>
          </p:txBody>
        </p:sp>
      </p:grpSp>
      <p:sp>
        <p:nvSpPr>
          <p:cNvPr id="43" name="平行四边形 42">
            <a:extLst>
              <a:ext uri="{FF2B5EF4-FFF2-40B4-BE49-F238E27FC236}">
                <a16:creationId xmlns:a16="http://schemas.microsoft.com/office/drawing/2014/main" id="{5B989BE7-C0BA-0B17-106B-D0CFE8E7E48E}"/>
              </a:ext>
            </a:extLst>
          </p:cNvPr>
          <p:cNvSpPr/>
          <p:nvPr/>
        </p:nvSpPr>
        <p:spPr>
          <a:xfrm>
            <a:off x="304800" y="749300"/>
            <a:ext cx="678352" cy="387090"/>
          </a:xfrm>
          <a:prstGeom prst="parallelogram">
            <a:avLst/>
          </a:prstGeom>
          <a:solidFill>
            <a:schemeClr val="accent3">
              <a:lumMod val="75000"/>
            </a:schemeClr>
          </a:solidFill>
          <a:ln>
            <a:solidFill>
              <a:schemeClr val="accent3">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CN" sz="2200" dirty="0">
                <a:latin typeface="Impact" panose="020B0806030902050204" pitchFamily="34" charset="0"/>
              </a:rPr>
              <a:t>02</a:t>
            </a:r>
            <a:endParaRPr lang="zh-CN" altLang="en-US" sz="2200" dirty="0">
              <a:latin typeface="Impact" panose="020B0806030902050204" pitchFamily="34" charset="0"/>
            </a:endParaRPr>
          </a:p>
        </p:txBody>
      </p:sp>
    </p:spTree>
    <p:custDataLst>
      <p:tags r:id="rId1"/>
    </p:custDataLst>
    <p:extLst>
      <p:ext uri="{BB962C8B-B14F-4D97-AF65-F5344CB8AC3E}">
        <p14:creationId xmlns:p14="http://schemas.microsoft.com/office/powerpoint/2010/main" val="125076572"/>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2" presetClass="entr" presetSubtype="8" fill="hold" nodeType="clickEffect">
                                  <p:stCondLst>
                                    <p:cond delay="0"/>
                                  </p:stCondLst>
                                  <p:childTnLst>
                                    <p:set>
                                      <p:cBhvr>
                                        <p:cTn id="6" dur="1" fill="hold">
                                          <p:stCondLst>
                                            <p:cond delay="0"/>
                                          </p:stCondLst>
                                        </p:cTn>
                                        <p:tgtEl>
                                          <p:spTgt spid="7"/>
                                        </p:tgtEl>
                                        <p:attrNameLst>
                                          <p:attrName>style.visibility</p:attrName>
                                        </p:attrNameLst>
                                      </p:cBhvr>
                                      <p:to>
                                        <p:strVal val="visible"/>
                                      </p:to>
                                    </p:set>
                                    <p:animEffect transition="in" filter="wipe(left)">
                                      <p:cBhvr>
                                        <p:cTn id="7" dur="1000"/>
                                        <p:tgtEl>
                                          <p:spTgt spid="7"/>
                                        </p:tgtEl>
                                      </p:cBhvr>
                                    </p:animEffect>
                                  </p:childTnLst>
                                </p:cTn>
                              </p:par>
                            </p:childTnLst>
                          </p:cTn>
                        </p:par>
                      </p:childTnLst>
                    </p:cTn>
                  </p:par>
                  <p:par>
                    <p:cTn id="8" fill="hold">
                      <p:stCondLst>
                        <p:cond delay="indefinite"/>
                      </p:stCondLst>
                      <p:childTnLst>
                        <p:par>
                          <p:cTn id="9" fill="hold">
                            <p:stCondLst>
                              <p:cond delay="0"/>
                            </p:stCondLst>
                            <p:childTnLst>
                              <p:par>
                                <p:cTn id="10" presetID="22" presetClass="entr" presetSubtype="2" fill="hold" nodeType="clickEffect">
                                  <p:stCondLst>
                                    <p:cond delay="0"/>
                                  </p:stCondLst>
                                  <p:childTnLst>
                                    <p:set>
                                      <p:cBhvr>
                                        <p:cTn id="11" dur="1" fill="hold">
                                          <p:stCondLst>
                                            <p:cond delay="0"/>
                                          </p:stCondLst>
                                        </p:cTn>
                                        <p:tgtEl>
                                          <p:spTgt spid="6"/>
                                        </p:tgtEl>
                                        <p:attrNameLst>
                                          <p:attrName>style.visibility</p:attrName>
                                        </p:attrNameLst>
                                      </p:cBhvr>
                                      <p:to>
                                        <p:strVal val="visible"/>
                                      </p:to>
                                    </p:set>
                                    <p:animEffect transition="in" filter="wipe(right)">
                                      <p:cBhvr>
                                        <p:cTn id="12" dur="1000"/>
                                        <p:tgtEl>
                                          <p:spTgt spid="6"/>
                                        </p:tgtEl>
                                      </p:cBhvr>
                                    </p:animEffect>
                                  </p:childTnLst>
                                </p:cTn>
                              </p:par>
                            </p:childTnLst>
                          </p:cTn>
                        </p:par>
                        <p:par>
                          <p:cTn id="13" fill="hold">
                            <p:stCondLst>
                              <p:cond delay="1000"/>
                            </p:stCondLst>
                            <p:childTnLst>
                              <p:par>
                                <p:cTn id="14" presetID="12" presetClass="entr" presetSubtype="2" fill="hold" grpId="0" nodeType="afterEffect">
                                  <p:stCondLst>
                                    <p:cond delay="0"/>
                                  </p:stCondLst>
                                  <p:childTnLst>
                                    <p:set>
                                      <p:cBhvr>
                                        <p:cTn id="15" dur="1" fill="hold">
                                          <p:stCondLst>
                                            <p:cond delay="0"/>
                                          </p:stCondLst>
                                        </p:cTn>
                                        <p:tgtEl>
                                          <p:spTgt spid="57"/>
                                        </p:tgtEl>
                                        <p:attrNameLst>
                                          <p:attrName>style.visibility</p:attrName>
                                        </p:attrNameLst>
                                      </p:cBhvr>
                                      <p:to>
                                        <p:strVal val="visible"/>
                                      </p:to>
                                    </p:set>
                                    <p:anim calcmode="lin" valueType="num">
                                      <p:cBhvr additive="base">
                                        <p:cTn id="16" dur="500"/>
                                        <p:tgtEl>
                                          <p:spTgt spid="57"/>
                                        </p:tgtEl>
                                        <p:attrNameLst>
                                          <p:attrName>ppt_x</p:attrName>
                                        </p:attrNameLst>
                                      </p:cBhvr>
                                      <p:tavLst>
                                        <p:tav tm="0">
                                          <p:val>
                                            <p:strVal val="#ppt_x+#ppt_w*1.125000"/>
                                          </p:val>
                                        </p:tav>
                                        <p:tav tm="100000">
                                          <p:val>
                                            <p:strVal val="#ppt_x"/>
                                          </p:val>
                                        </p:tav>
                                      </p:tavLst>
                                    </p:anim>
                                    <p:animEffect transition="in" filter="wipe(left)">
                                      <p:cBhvr>
                                        <p:cTn id="17" dur="500"/>
                                        <p:tgtEl>
                                          <p:spTgt spid="57"/>
                                        </p:tgtEl>
                                      </p:cBhvr>
                                    </p:animEffect>
                                  </p:childTnLst>
                                </p:cTn>
                              </p:par>
                            </p:childTnLst>
                          </p:cTn>
                        </p:par>
                      </p:childTnLst>
                    </p:cTn>
                  </p:par>
                  <p:par>
                    <p:cTn id="18" fill="hold">
                      <p:stCondLst>
                        <p:cond delay="indefinite"/>
                      </p:stCondLst>
                      <p:childTnLst>
                        <p:par>
                          <p:cTn id="19" fill="hold">
                            <p:stCondLst>
                              <p:cond delay="0"/>
                            </p:stCondLst>
                            <p:childTnLst>
                              <p:par>
                                <p:cTn id="20" presetID="22" presetClass="entr" presetSubtype="1" fill="hold" nodeType="clickEffect">
                                  <p:stCondLst>
                                    <p:cond delay="0"/>
                                  </p:stCondLst>
                                  <p:childTnLst>
                                    <p:set>
                                      <p:cBhvr>
                                        <p:cTn id="21" dur="1" fill="hold">
                                          <p:stCondLst>
                                            <p:cond delay="0"/>
                                          </p:stCondLst>
                                        </p:cTn>
                                        <p:tgtEl>
                                          <p:spTgt spid="11"/>
                                        </p:tgtEl>
                                        <p:attrNameLst>
                                          <p:attrName>style.visibility</p:attrName>
                                        </p:attrNameLst>
                                      </p:cBhvr>
                                      <p:to>
                                        <p:strVal val="visible"/>
                                      </p:to>
                                    </p:set>
                                    <p:animEffect transition="in" filter="wipe(up)">
                                      <p:cBhvr>
                                        <p:cTn id="22" dur="1000"/>
                                        <p:tgtEl>
                                          <p:spTgt spid="11"/>
                                        </p:tgtEl>
                                      </p:cBhvr>
                                    </p:animEffect>
                                  </p:childTnLst>
                                </p:cTn>
                              </p:par>
                            </p:childTnLst>
                          </p:cTn>
                        </p:par>
                        <p:par>
                          <p:cTn id="23" fill="hold">
                            <p:stCondLst>
                              <p:cond delay="1000"/>
                            </p:stCondLst>
                            <p:childTnLst>
                              <p:par>
                                <p:cTn id="24" presetID="22" presetClass="entr" presetSubtype="8" fill="hold" nodeType="afterEffect">
                                  <p:stCondLst>
                                    <p:cond delay="0"/>
                                  </p:stCondLst>
                                  <p:childTnLst>
                                    <p:set>
                                      <p:cBhvr>
                                        <p:cTn id="25" dur="1" fill="hold">
                                          <p:stCondLst>
                                            <p:cond delay="0"/>
                                          </p:stCondLst>
                                        </p:cTn>
                                        <p:tgtEl>
                                          <p:spTgt spid="139"/>
                                        </p:tgtEl>
                                        <p:attrNameLst>
                                          <p:attrName>style.visibility</p:attrName>
                                        </p:attrNameLst>
                                      </p:cBhvr>
                                      <p:to>
                                        <p:strVal val="visible"/>
                                      </p:to>
                                    </p:set>
                                    <p:animEffect transition="in" filter="wipe(left)">
                                      <p:cBhvr>
                                        <p:cTn id="26" dur="1000"/>
                                        <p:tgtEl>
                                          <p:spTgt spid="139"/>
                                        </p:tgtEl>
                                      </p:cBhvr>
                                    </p:animEffect>
                                  </p:childTnLst>
                                </p:cTn>
                              </p:par>
                            </p:childTnLst>
                          </p:cTn>
                        </p:par>
                      </p:childTnLst>
                    </p:cTn>
                  </p:par>
                  <p:par>
                    <p:cTn id="27" fill="hold">
                      <p:stCondLst>
                        <p:cond delay="indefinite"/>
                      </p:stCondLst>
                      <p:childTnLst>
                        <p:par>
                          <p:cTn id="28" fill="hold">
                            <p:stCondLst>
                              <p:cond delay="0"/>
                            </p:stCondLst>
                            <p:childTnLst>
                              <p:par>
                                <p:cTn id="29" presetID="22" presetClass="entr" presetSubtype="8" fill="hold" nodeType="clickEffect">
                                  <p:stCondLst>
                                    <p:cond delay="0"/>
                                  </p:stCondLst>
                                  <p:childTnLst>
                                    <p:set>
                                      <p:cBhvr>
                                        <p:cTn id="30" dur="1" fill="hold">
                                          <p:stCondLst>
                                            <p:cond delay="0"/>
                                          </p:stCondLst>
                                        </p:cTn>
                                        <p:tgtEl>
                                          <p:spTgt spid="142"/>
                                        </p:tgtEl>
                                        <p:attrNameLst>
                                          <p:attrName>style.visibility</p:attrName>
                                        </p:attrNameLst>
                                      </p:cBhvr>
                                      <p:to>
                                        <p:strVal val="visible"/>
                                      </p:to>
                                    </p:set>
                                    <p:animEffect transition="in" filter="wipe(left)">
                                      <p:cBhvr>
                                        <p:cTn id="31" dur="1000"/>
                                        <p:tgtEl>
                                          <p:spTgt spid="142"/>
                                        </p:tgtEl>
                                      </p:cBhvr>
                                    </p:animEffect>
                                  </p:childTnLst>
                                </p:cTn>
                              </p:par>
                            </p:childTnLst>
                          </p:cTn>
                        </p:par>
                      </p:childTnLst>
                    </p:cTn>
                  </p:par>
                  <p:par>
                    <p:cTn id="32" fill="hold">
                      <p:stCondLst>
                        <p:cond delay="indefinite"/>
                      </p:stCondLst>
                      <p:childTnLst>
                        <p:par>
                          <p:cTn id="33" fill="hold">
                            <p:stCondLst>
                              <p:cond delay="0"/>
                            </p:stCondLst>
                            <p:childTnLst>
                              <p:par>
                                <p:cTn id="34" presetID="22" presetClass="entr" presetSubtype="4" fill="hold" nodeType="clickEffect">
                                  <p:stCondLst>
                                    <p:cond delay="0"/>
                                  </p:stCondLst>
                                  <p:childTnLst>
                                    <p:set>
                                      <p:cBhvr>
                                        <p:cTn id="35" dur="1" fill="hold">
                                          <p:stCondLst>
                                            <p:cond delay="0"/>
                                          </p:stCondLst>
                                        </p:cTn>
                                        <p:tgtEl>
                                          <p:spTgt spid="145"/>
                                        </p:tgtEl>
                                        <p:attrNameLst>
                                          <p:attrName>style.visibility</p:attrName>
                                        </p:attrNameLst>
                                      </p:cBhvr>
                                      <p:to>
                                        <p:strVal val="visible"/>
                                      </p:to>
                                    </p:set>
                                    <p:animEffect transition="in" filter="wipe(down)">
                                      <p:cBhvr>
                                        <p:cTn id="36" dur="500"/>
                                        <p:tgtEl>
                                          <p:spTgt spid="145"/>
                                        </p:tgtEl>
                                      </p:cBhvr>
                                    </p:animEffect>
                                  </p:childTnLst>
                                </p:cTn>
                              </p:par>
                            </p:childTnLst>
                          </p:cTn>
                        </p:par>
                      </p:childTnLst>
                    </p:cTn>
                  </p:par>
                  <p:par>
                    <p:cTn id="37" fill="hold">
                      <p:stCondLst>
                        <p:cond delay="indefinite"/>
                      </p:stCondLst>
                      <p:childTnLst>
                        <p:par>
                          <p:cTn id="38" fill="hold">
                            <p:stCondLst>
                              <p:cond delay="0"/>
                            </p:stCondLst>
                            <p:childTnLst>
                              <p:par>
                                <p:cTn id="39" presetID="2" presetClass="entr" presetSubtype="2" fill="hold" grpId="0" nodeType="clickEffect">
                                  <p:stCondLst>
                                    <p:cond delay="0"/>
                                  </p:stCondLst>
                                  <p:childTnLst>
                                    <p:set>
                                      <p:cBhvr>
                                        <p:cTn id="40" dur="1" fill="hold">
                                          <p:stCondLst>
                                            <p:cond delay="0"/>
                                          </p:stCondLst>
                                        </p:cTn>
                                        <p:tgtEl>
                                          <p:spTgt spid="148"/>
                                        </p:tgtEl>
                                        <p:attrNameLst>
                                          <p:attrName>style.visibility</p:attrName>
                                        </p:attrNameLst>
                                      </p:cBhvr>
                                      <p:to>
                                        <p:strVal val="visible"/>
                                      </p:to>
                                    </p:set>
                                    <p:anim calcmode="lin" valueType="num">
                                      <p:cBhvr additive="base">
                                        <p:cTn id="41" dur="500" fill="hold"/>
                                        <p:tgtEl>
                                          <p:spTgt spid="148"/>
                                        </p:tgtEl>
                                        <p:attrNameLst>
                                          <p:attrName>ppt_x</p:attrName>
                                        </p:attrNameLst>
                                      </p:cBhvr>
                                      <p:tavLst>
                                        <p:tav tm="0">
                                          <p:val>
                                            <p:strVal val="1+#ppt_w/2"/>
                                          </p:val>
                                        </p:tav>
                                        <p:tav tm="100000">
                                          <p:val>
                                            <p:strVal val="#ppt_x"/>
                                          </p:val>
                                        </p:tav>
                                      </p:tavLst>
                                    </p:anim>
                                    <p:anim calcmode="lin" valueType="num">
                                      <p:cBhvr additive="base">
                                        <p:cTn id="42" dur="500" fill="hold"/>
                                        <p:tgtEl>
                                          <p:spTgt spid="148"/>
                                        </p:tgtEl>
                                        <p:attrNameLst>
                                          <p:attrName>ppt_y</p:attrName>
                                        </p:attrNameLst>
                                      </p:cBhvr>
                                      <p:tavLst>
                                        <p:tav tm="0">
                                          <p:val>
                                            <p:strVal val="#ppt_y"/>
                                          </p:val>
                                        </p:tav>
                                        <p:tav tm="100000">
                                          <p:val>
                                            <p:strVal val="#ppt_y"/>
                                          </p:val>
                                        </p:tav>
                                      </p:tavLst>
                                    </p:anim>
                                  </p:childTnLst>
                                </p:cTn>
                              </p:par>
                            </p:childTnLst>
                          </p:cTn>
                        </p:par>
                        <p:par>
                          <p:cTn id="43" fill="hold">
                            <p:stCondLst>
                              <p:cond delay="500"/>
                            </p:stCondLst>
                            <p:childTnLst>
                              <p:par>
                                <p:cTn id="44" presetID="22" presetClass="entr" presetSubtype="2" fill="hold" nodeType="afterEffect">
                                  <p:stCondLst>
                                    <p:cond delay="0"/>
                                  </p:stCondLst>
                                  <p:childTnLst>
                                    <p:set>
                                      <p:cBhvr>
                                        <p:cTn id="45" dur="1" fill="hold">
                                          <p:stCondLst>
                                            <p:cond delay="0"/>
                                          </p:stCondLst>
                                        </p:cTn>
                                        <p:tgtEl>
                                          <p:spTgt spid="156"/>
                                        </p:tgtEl>
                                        <p:attrNameLst>
                                          <p:attrName>style.visibility</p:attrName>
                                        </p:attrNameLst>
                                      </p:cBhvr>
                                      <p:to>
                                        <p:strVal val="visible"/>
                                      </p:to>
                                    </p:set>
                                    <p:animEffect transition="in" filter="wipe(right)">
                                      <p:cBhvr>
                                        <p:cTn id="46" dur="1000"/>
                                        <p:tgtEl>
                                          <p:spTgt spid="156"/>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7" grpId="0" animBg="1"/>
      <p:bldP spid="148" grpId="0" animBg="1"/>
    </p:bldLst>
  </p:timing>
</p:sld>
</file>

<file path=ppt/slides/slide12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5" name="对话气泡: 椭圆形 54">
            <a:extLst>
              <a:ext uri="{FF2B5EF4-FFF2-40B4-BE49-F238E27FC236}">
                <a16:creationId xmlns:a16="http://schemas.microsoft.com/office/drawing/2014/main" id="{0227320A-6C8E-43B8-AE89-897072A18882}"/>
              </a:ext>
            </a:extLst>
          </p:cNvPr>
          <p:cNvSpPr/>
          <p:nvPr/>
        </p:nvSpPr>
        <p:spPr>
          <a:xfrm>
            <a:off x="2305962" y="3264714"/>
            <a:ext cx="907821" cy="558996"/>
          </a:xfrm>
          <a:prstGeom prst="wedgeEllipseCallout">
            <a:avLst>
              <a:gd name="adj1" fmla="val 187862"/>
              <a:gd name="adj2" fmla="val 30725"/>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zh-CN" altLang="en-US" b="1" dirty="0"/>
              <a:t>迟到</a:t>
            </a:r>
          </a:p>
        </p:txBody>
      </p:sp>
      <p:grpSp>
        <p:nvGrpSpPr>
          <p:cNvPr id="44" name="组合 43">
            <a:extLst>
              <a:ext uri="{FF2B5EF4-FFF2-40B4-BE49-F238E27FC236}">
                <a16:creationId xmlns:a16="http://schemas.microsoft.com/office/drawing/2014/main" id="{4E655FF0-9AED-47CE-9C07-0C8C3ECA9984}"/>
              </a:ext>
            </a:extLst>
          </p:cNvPr>
          <p:cNvGrpSpPr/>
          <p:nvPr/>
        </p:nvGrpSpPr>
        <p:grpSpPr>
          <a:xfrm>
            <a:off x="4182910" y="1863472"/>
            <a:ext cx="3873794" cy="4151587"/>
            <a:chOff x="4182910" y="1863472"/>
            <a:chExt cx="3873794" cy="4151587"/>
          </a:xfrm>
        </p:grpSpPr>
        <p:cxnSp>
          <p:nvCxnSpPr>
            <p:cNvPr id="54" name="直接箭头连接符 53">
              <a:extLst>
                <a:ext uri="{FF2B5EF4-FFF2-40B4-BE49-F238E27FC236}">
                  <a16:creationId xmlns:a16="http://schemas.microsoft.com/office/drawing/2014/main" id="{C2F5634E-BA1B-4D66-96B1-B71660808B8B}"/>
                </a:ext>
              </a:extLst>
            </p:cNvPr>
            <p:cNvCxnSpPr>
              <a:cxnSpLocks/>
            </p:cNvCxnSpPr>
            <p:nvPr/>
          </p:nvCxnSpPr>
          <p:spPr>
            <a:xfrm>
              <a:off x="7798891" y="1863472"/>
              <a:ext cx="0" cy="4121692"/>
            </a:xfrm>
            <a:prstGeom prst="straightConnector1">
              <a:avLst/>
            </a:prstGeom>
            <a:ln w="25400">
              <a:solidFill>
                <a:schemeClr val="tx1"/>
              </a:solidFill>
              <a:tailEnd type="triangle"/>
            </a:ln>
          </p:spPr>
          <p:style>
            <a:lnRef idx="1">
              <a:schemeClr val="accent1"/>
            </a:lnRef>
            <a:fillRef idx="0">
              <a:schemeClr val="accent1"/>
            </a:fillRef>
            <a:effectRef idx="0">
              <a:schemeClr val="accent1"/>
            </a:effectRef>
            <a:fontRef idx="minor">
              <a:schemeClr val="tx1"/>
            </a:fontRef>
          </p:style>
        </p:cxnSp>
        <p:cxnSp>
          <p:nvCxnSpPr>
            <p:cNvPr id="14" name="直接箭头连接符 13">
              <a:extLst>
                <a:ext uri="{FF2B5EF4-FFF2-40B4-BE49-F238E27FC236}">
                  <a16:creationId xmlns:a16="http://schemas.microsoft.com/office/drawing/2014/main" id="{5DFA9C35-F25A-4DB3-8C67-0A5DC93590BD}"/>
                </a:ext>
              </a:extLst>
            </p:cNvPr>
            <p:cNvCxnSpPr>
              <a:cxnSpLocks/>
            </p:cNvCxnSpPr>
            <p:nvPr/>
          </p:nvCxnSpPr>
          <p:spPr>
            <a:xfrm>
              <a:off x="4466378" y="1863472"/>
              <a:ext cx="0" cy="4121692"/>
            </a:xfrm>
            <a:prstGeom prst="straightConnector1">
              <a:avLst/>
            </a:prstGeom>
            <a:ln w="25400">
              <a:solidFill>
                <a:schemeClr val="tx1"/>
              </a:solidFill>
              <a:tailEnd type="triangle"/>
            </a:ln>
          </p:spPr>
          <p:style>
            <a:lnRef idx="1">
              <a:schemeClr val="accent1"/>
            </a:lnRef>
            <a:fillRef idx="0">
              <a:schemeClr val="accent1"/>
            </a:fillRef>
            <a:effectRef idx="0">
              <a:schemeClr val="accent1"/>
            </a:effectRef>
            <a:fontRef idx="minor">
              <a:schemeClr val="tx1"/>
            </a:fontRef>
          </p:style>
        </p:cxnSp>
        <p:sp>
          <p:nvSpPr>
            <p:cNvPr id="29" name="文本框 28">
              <a:extLst>
                <a:ext uri="{FF2B5EF4-FFF2-40B4-BE49-F238E27FC236}">
                  <a16:creationId xmlns:a16="http://schemas.microsoft.com/office/drawing/2014/main" id="{4FF3F173-B2A0-456F-A798-5EF84BB1A73F}"/>
                </a:ext>
              </a:extLst>
            </p:cNvPr>
            <p:cNvSpPr txBox="1"/>
            <p:nvPr/>
          </p:nvSpPr>
          <p:spPr>
            <a:xfrm>
              <a:off x="4182910" y="5645727"/>
              <a:ext cx="221673" cy="369332"/>
            </a:xfrm>
            <a:prstGeom prst="rect">
              <a:avLst/>
            </a:prstGeom>
            <a:noFill/>
          </p:spPr>
          <p:txBody>
            <a:bodyPr wrap="square" rtlCol="0">
              <a:spAutoFit/>
            </a:bodyPr>
            <a:lstStyle/>
            <a:p>
              <a:pPr algn="r"/>
              <a:r>
                <a:rPr lang="en-US" altLang="zh-CN" b="1" dirty="0"/>
                <a:t>t</a:t>
              </a:r>
              <a:endParaRPr lang="zh-CN" altLang="en-US" b="1" dirty="0"/>
            </a:p>
          </p:txBody>
        </p:sp>
        <p:sp>
          <p:nvSpPr>
            <p:cNvPr id="34" name="文本框 33">
              <a:extLst>
                <a:ext uri="{FF2B5EF4-FFF2-40B4-BE49-F238E27FC236}">
                  <a16:creationId xmlns:a16="http://schemas.microsoft.com/office/drawing/2014/main" id="{81382C67-92C2-4AA3-8371-612A0950C151}"/>
                </a:ext>
              </a:extLst>
            </p:cNvPr>
            <p:cNvSpPr txBox="1"/>
            <p:nvPr/>
          </p:nvSpPr>
          <p:spPr>
            <a:xfrm>
              <a:off x="7835031" y="5645727"/>
              <a:ext cx="221673" cy="369332"/>
            </a:xfrm>
            <a:prstGeom prst="rect">
              <a:avLst/>
            </a:prstGeom>
            <a:noFill/>
          </p:spPr>
          <p:txBody>
            <a:bodyPr wrap="square" rtlCol="0">
              <a:spAutoFit/>
            </a:bodyPr>
            <a:lstStyle/>
            <a:p>
              <a:r>
                <a:rPr lang="en-US" altLang="zh-CN" b="1" dirty="0"/>
                <a:t>t</a:t>
              </a:r>
              <a:endParaRPr lang="zh-CN" altLang="en-US" b="1" dirty="0"/>
            </a:p>
          </p:txBody>
        </p:sp>
      </p:grpSp>
      <p:grpSp>
        <p:nvGrpSpPr>
          <p:cNvPr id="4" name="组合 3">
            <a:extLst>
              <a:ext uri="{FF2B5EF4-FFF2-40B4-BE49-F238E27FC236}">
                <a16:creationId xmlns:a16="http://schemas.microsoft.com/office/drawing/2014/main" id="{9A1EA9F2-FCB6-48C3-935F-7AE7E3AD14AC}"/>
              </a:ext>
            </a:extLst>
          </p:cNvPr>
          <p:cNvGrpSpPr/>
          <p:nvPr/>
        </p:nvGrpSpPr>
        <p:grpSpPr>
          <a:xfrm>
            <a:off x="304800" y="749300"/>
            <a:ext cx="6192344" cy="400110"/>
            <a:chOff x="424117" y="898245"/>
            <a:chExt cx="6192344" cy="400110"/>
          </a:xfrm>
        </p:grpSpPr>
        <p:sp>
          <p:nvSpPr>
            <p:cNvPr id="2" name="平行四边形 1">
              <a:extLst>
                <a:ext uri="{FF2B5EF4-FFF2-40B4-BE49-F238E27FC236}">
                  <a16:creationId xmlns:a16="http://schemas.microsoft.com/office/drawing/2014/main" id="{1F5BAA3F-9845-4F89-A2DD-8222D3E4EDAC}"/>
                </a:ext>
              </a:extLst>
            </p:cNvPr>
            <p:cNvSpPr/>
            <p:nvPr/>
          </p:nvSpPr>
          <p:spPr>
            <a:xfrm>
              <a:off x="424117" y="898245"/>
              <a:ext cx="628306" cy="387090"/>
            </a:xfrm>
            <a:prstGeom prst="parallelogram">
              <a:avLst/>
            </a:prstGeom>
            <a:solidFill>
              <a:schemeClr val="accent3">
                <a:lumMod val="75000"/>
              </a:schemeClr>
            </a:solidFill>
            <a:ln>
              <a:solidFill>
                <a:schemeClr val="accent3">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CN" sz="2200" dirty="0">
                  <a:latin typeface="Impact" panose="020B0806030902050204" pitchFamily="34" charset="0"/>
                </a:rPr>
                <a:t>01</a:t>
              </a:r>
              <a:endParaRPr lang="zh-CN" altLang="en-US" sz="2200" dirty="0">
                <a:latin typeface="Impact" panose="020B0806030902050204" pitchFamily="34" charset="0"/>
              </a:endParaRPr>
            </a:p>
          </p:txBody>
        </p:sp>
        <p:sp>
          <p:nvSpPr>
            <p:cNvPr id="3" name="文本框 2">
              <a:extLst>
                <a:ext uri="{FF2B5EF4-FFF2-40B4-BE49-F238E27FC236}">
                  <a16:creationId xmlns:a16="http://schemas.microsoft.com/office/drawing/2014/main" id="{4D6BD736-A4D3-4F26-AFED-36E11F50F70B}"/>
                </a:ext>
              </a:extLst>
            </p:cNvPr>
            <p:cNvSpPr txBox="1"/>
            <p:nvPr/>
          </p:nvSpPr>
          <p:spPr>
            <a:xfrm>
              <a:off x="1052423" y="898245"/>
              <a:ext cx="5564038" cy="400110"/>
            </a:xfrm>
            <a:prstGeom prst="rect">
              <a:avLst/>
            </a:prstGeom>
            <a:noFill/>
          </p:spPr>
          <p:txBody>
            <a:bodyPr wrap="square" rtlCol="0">
              <a:spAutoFit/>
            </a:bodyPr>
            <a:lstStyle/>
            <a:p>
              <a:r>
                <a:rPr lang="zh-CN" altLang="en-US" sz="2000" b="1" dirty="0"/>
                <a:t>停止</a:t>
              </a:r>
              <a:r>
                <a:rPr lang="en-US" altLang="zh-CN" sz="2000" b="1" dirty="0"/>
                <a:t>-</a:t>
              </a:r>
              <a:r>
                <a:rPr lang="zh-CN" altLang="en-US" sz="2000" b="1" dirty="0"/>
                <a:t>等待协议的实现原理</a:t>
              </a:r>
            </a:p>
          </p:txBody>
        </p:sp>
      </p:grpSp>
      <p:grpSp>
        <p:nvGrpSpPr>
          <p:cNvPr id="7" name="组合 6">
            <a:extLst>
              <a:ext uri="{FF2B5EF4-FFF2-40B4-BE49-F238E27FC236}">
                <a16:creationId xmlns:a16="http://schemas.microsoft.com/office/drawing/2014/main" id="{5E7BDDC2-8FDB-4028-8058-31C2E55638B8}"/>
              </a:ext>
            </a:extLst>
          </p:cNvPr>
          <p:cNvGrpSpPr/>
          <p:nvPr/>
        </p:nvGrpSpPr>
        <p:grpSpPr>
          <a:xfrm>
            <a:off x="4504661" y="2037063"/>
            <a:ext cx="3285161" cy="540207"/>
            <a:chOff x="4504661" y="2037063"/>
            <a:chExt cx="3285161" cy="540207"/>
          </a:xfrm>
        </p:grpSpPr>
        <p:cxnSp>
          <p:nvCxnSpPr>
            <p:cNvPr id="35" name="直接箭头连接符 34">
              <a:extLst>
                <a:ext uri="{FF2B5EF4-FFF2-40B4-BE49-F238E27FC236}">
                  <a16:creationId xmlns:a16="http://schemas.microsoft.com/office/drawing/2014/main" id="{86E67B9A-DDD7-44FC-95CD-DCBD0C280064}"/>
                </a:ext>
              </a:extLst>
            </p:cNvPr>
            <p:cNvCxnSpPr>
              <a:cxnSpLocks/>
            </p:cNvCxnSpPr>
            <p:nvPr/>
          </p:nvCxnSpPr>
          <p:spPr>
            <a:xfrm>
              <a:off x="4504661" y="2165620"/>
              <a:ext cx="3285161" cy="411650"/>
            </a:xfrm>
            <a:prstGeom prst="straightConnector1">
              <a:avLst/>
            </a:prstGeom>
            <a:ln w="63500" cap="rnd">
              <a:solidFill>
                <a:schemeClr val="accent3"/>
              </a:solidFill>
              <a:round/>
              <a:tailEnd type="triangle" w="med" len="lg"/>
            </a:ln>
          </p:spPr>
          <p:style>
            <a:lnRef idx="1">
              <a:schemeClr val="accent1"/>
            </a:lnRef>
            <a:fillRef idx="0">
              <a:schemeClr val="accent1"/>
            </a:fillRef>
            <a:effectRef idx="0">
              <a:schemeClr val="accent1"/>
            </a:effectRef>
            <a:fontRef idx="minor">
              <a:schemeClr val="tx1"/>
            </a:fontRef>
          </p:style>
        </p:cxnSp>
        <p:sp>
          <p:nvSpPr>
            <p:cNvPr id="36" name="文本框 35">
              <a:extLst>
                <a:ext uri="{FF2B5EF4-FFF2-40B4-BE49-F238E27FC236}">
                  <a16:creationId xmlns:a16="http://schemas.microsoft.com/office/drawing/2014/main" id="{F6F96800-C831-4F1B-B5C3-E6630CC34B4B}"/>
                </a:ext>
              </a:extLst>
            </p:cNvPr>
            <p:cNvSpPr txBox="1"/>
            <p:nvPr/>
          </p:nvSpPr>
          <p:spPr>
            <a:xfrm rot="468067">
              <a:off x="5522912" y="2037063"/>
              <a:ext cx="1107553" cy="369332"/>
            </a:xfrm>
            <a:prstGeom prst="rect">
              <a:avLst/>
            </a:prstGeom>
            <a:noFill/>
          </p:spPr>
          <p:txBody>
            <a:bodyPr wrap="square" rtlCol="0">
              <a:spAutoFit/>
            </a:bodyPr>
            <a:lstStyle/>
            <a:p>
              <a:pPr algn="ctr"/>
              <a:r>
                <a:rPr lang="en-US" altLang="zh-CN" b="1" dirty="0">
                  <a:solidFill>
                    <a:schemeClr val="accent3"/>
                  </a:solidFill>
                  <a:latin typeface="Arial Black" panose="020B0A04020102020204" pitchFamily="34" charset="0"/>
                </a:rPr>
                <a:t>DATA0</a:t>
              </a:r>
              <a:endParaRPr lang="zh-CN" altLang="en-US" b="1" dirty="0">
                <a:solidFill>
                  <a:schemeClr val="accent3"/>
                </a:solidFill>
                <a:latin typeface="Arial Black" panose="020B0A04020102020204" pitchFamily="34" charset="0"/>
              </a:endParaRPr>
            </a:p>
          </p:txBody>
        </p:sp>
      </p:grpSp>
      <p:grpSp>
        <p:nvGrpSpPr>
          <p:cNvPr id="30" name="组合 29">
            <a:extLst>
              <a:ext uri="{FF2B5EF4-FFF2-40B4-BE49-F238E27FC236}">
                <a16:creationId xmlns:a16="http://schemas.microsoft.com/office/drawing/2014/main" id="{7F3B4E09-6764-454A-9492-E074DC4B625B}"/>
              </a:ext>
            </a:extLst>
          </p:cNvPr>
          <p:cNvGrpSpPr/>
          <p:nvPr/>
        </p:nvGrpSpPr>
        <p:grpSpPr>
          <a:xfrm>
            <a:off x="3184786" y="1260318"/>
            <a:ext cx="5835614" cy="808297"/>
            <a:chOff x="3094732" y="1606682"/>
            <a:chExt cx="5835614" cy="808297"/>
          </a:xfrm>
        </p:grpSpPr>
        <p:sp>
          <p:nvSpPr>
            <p:cNvPr id="17" name="文本框 16">
              <a:extLst>
                <a:ext uri="{FF2B5EF4-FFF2-40B4-BE49-F238E27FC236}">
                  <a16:creationId xmlns:a16="http://schemas.microsoft.com/office/drawing/2014/main" id="{5BC89BE0-4BDF-4485-9FBE-0F4CA3E7333F}"/>
                </a:ext>
              </a:extLst>
            </p:cNvPr>
            <p:cNvSpPr txBox="1"/>
            <p:nvPr/>
          </p:nvSpPr>
          <p:spPr>
            <a:xfrm>
              <a:off x="3094732" y="1829614"/>
              <a:ext cx="905164" cy="369332"/>
            </a:xfrm>
            <a:prstGeom prst="rect">
              <a:avLst/>
            </a:prstGeom>
            <a:noFill/>
          </p:spPr>
          <p:txBody>
            <a:bodyPr wrap="square" rtlCol="0">
              <a:spAutoFit/>
            </a:bodyPr>
            <a:lstStyle/>
            <a:p>
              <a:pPr algn="ctr"/>
              <a:r>
                <a:rPr lang="zh-CN" altLang="en-US" b="1" dirty="0">
                  <a:latin typeface="+mn-ea"/>
                </a:rPr>
                <a:t>发送方</a:t>
              </a:r>
            </a:p>
          </p:txBody>
        </p:sp>
        <p:sp>
          <p:nvSpPr>
            <p:cNvPr id="18" name="文本框 17">
              <a:extLst>
                <a:ext uri="{FF2B5EF4-FFF2-40B4-BE49-F238E27FC236}">
                  <a16:creationId xmlns:a16="http://schemas.microsoft.com/office/drawing/2014/main" id="{A53EBA0B-88E5-479C-B031-0031D4C518FB}"/>
                </a:ext>
              </a:extLst>
            </p:cNvPr>
            <p:cNvSpPr txBox="1"/>
            <p:nvPr/>
          </p:nvSpPr>
          <p:spPr>
            <a:xfrm>
              <a:off x="8025182" y="1829614"/>
              <a:ext cx="905164" cy="369332"/>
            </a:xfrm>
            <a:prstGeom prst="rect">
              <a:avLst/>
            </a:prstGeom>
            <a:noFill/>
          </p:spPr>
          <p:txBody>
            <a:bodyPr wrap="square" rtlCol="0">
              <a:spAutoFit/>
            </a:bodyPr>
            <a:lstStyle/>
            <a:p>
              <a:pPr algn="ctr"/>
              <a:r>
                <a:rPr lang="zh-CN" altLang="en-US" b="1" dirty="0">
                  <a:latin typeface="+mn-ea"/>
                </a:rPr>
                <a:t>接收方</a:t>
              </a:r>
            </a:p>
          </p:txBody>
        </p:sp>
        <p:cxnSp>
          <p:nvCxnSpPr>
            <p:cNvPr id="20" name="直接连接符 19">
              <a:extLst>
                <a:ext uri="{FF2B5EF4-FFF2-40B4-BE49-F238E27FC236}">
                  <a16:creationId xmlns:a16="http://schemas.microsoft.com/office/drawing/2014/main" id="{60E4C73B-A225-411B-883A-DC140C4192C5}"/>
                </a:ext>
              </a:extLst>
            </p:cNvPr>
            <p:cNvCxnSpPr>
              <a:cxnSpLocks/>
            </p:cNvCxnSpPr>
            <p:nvPr/>
          </p:nvCxnSpPr>
          <p:spPr>
            <a:xfrm>
              <a:off x="4214689" y="2101247"/>
              <a:ext cx="3494148" cy="0"/>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pic>
          <p:nvPicPr>
            <p:cNvPr id="21" name="图形 20">
              <a:extLst>
                <a:ext uri="{FF2B5EF4-FFF2-40B4-BE49-F238E27FC236}">
                  <a16:creationId xmlns:a16="http://schemas.microsoft.com/office/drawing/2014/main" id="{6741A3DB-8FF6-4FA5-B425-532579F07BB2}"/>
                </a:ext>
              </a:extLst>
            </p:cNvPr>
            <p:cNvPicPr>
              <a:picLocks noChangeAspect="1"/>
            </p:cNvPicPr>
            <p:nvPr/>
          </p:nvPicPr>
          <p:blipFill>
            <a:blip r:embed="rId3">
              <a:extLst>
                <a:ext uri="{28A0092B-C50C-407E-A947-70E740481C1C}">
                  <a14:useLocalDpi xmlns:a14="http://schemas.microsoft.com/office/drawing/2010/main" val="0"/>
                </a:ext>
                <a:ext uri="{96DAC541-7B7A-43D3-8B79-37D633B846F1}">
                  <asvg:svgBlip xmlns:asvg="http://schemas.microsoft.com/office/drawing/2016/SVG/main" r:embed="rId4"/>
                </a:ext>
              </a:extLst>
            </a:blip>
            <a:stretch>
              <a:fillRect/>
            </a:stretch>
          </p:blipFill>
          <p:spPr>
            <a:xfrm>
              <a:off x="4044917" y="1625133"/>
              <a:ext cx="662814" cy="641082"/>
            </a:xfrm>
            <a:prstGeom prst="rect">
              <a:avLst/>
            </a:prstGeom>
          </p:spPr>
        </p:pic>
        <p:pic>
          <p:nvPicPr>
            <p:cNvPr id="22" name="图形 21">
              <a:extLst>
                <a:ext uri="{FF2B5EF4-FFF2-40B4-BE49-F238E27FC236}">
                  <a16:creationId xmlns:a16="http://schemas.microsoft.com/office/drawing/2014/main" id="{FB51D0B6-4BB2-4ACA-8731-2370EE12D6D8}"/>
                </a:ext>
              </a:extLst>
            </p:cNvPr>
            <p:cNvPicPr>
              <a:picLocks noChangeAspect="1"/>
            </p:cNvPicPr>
            <p:nvPr/>
          </p:nvPicPr>
          <p:blipFill>
            <a:blip r:embed="rId5">
              <a:extLst>
                <a:ext uri="{28A0092B-C50C-407E-A947-70E740481C1C}">
                  <a14:useLocalDpi xmlns:a14="http://schemas.microsoft.com/office/drawing/2010/main" val="0"/>
                </a:ext>
                <a:ext uri="{96DAC541-7B7A-43D3-8B79-37D633B846F1}">
                  <asvg:svgBlip xmlns:asvg="http://schemas.microsoft.com/office/drawing/2016/SVG/main" r:embed="rId6"/>
                </a:ext>
              </a:extLst>
            </a:blip>
            <a:stretch>
              <a:fillRect/>
            </a:stretch>
          </p:blipFill>
          <p:spPr>
            <a:xfrm>
              <a:off x="7457951" y="1606682"/>
              <a:ext cx="501772" cy="658576"/>
            </a:xfrm>
            <a:prstGeom prst="rect">
              <a:avLst/>
            </a:prstGeom>
          </p:spPr>
        </p:pic>
        <p:sp>
          <p:nvSpPr>
            <p:cNvPr id="27" name="云形 26">
              <a:extLst>
                <a:ext uri="{FF2B5EF4-FFF2-40B4-BE49-F238E27FC236}">
                  <a16:creationId xmlns:a16="http://schemas.microsoft.com/office/drawing/2014/main" id="{376EF8EB-1F23-4CFB-8171-CB84499BD291}"/>
                </a:ext>
              </a:extLst>
            </p:cNvPr>
            <p:cNvSpPr/>
            <p:nvPr/>
          </p:nvSpPr>
          <p:spPr>
            <a:xfrm>
              <a:off x="5371531" y="1613581"/>
              <a:ext cx="1422620" cy="801398"/>
            </a:xfrm>
            <a:prstGeom prst="cloud">
              <a:avLst/>
            </a:prstGeom>
            <a:solidFill>
              <a:schemeClr val="bg1">
                <a:lumMod val="85000"/>
              </a:schemeClr>
            </a:solidFill>
            <a:ln>
              <a:solidFill>
                <a:schemeClr val="bg1">
                  <a:lumMod val="85000"/>
                </a:schemeClr>
              </a:solidFill>
            </a:ln>
          </p:spPr>
          <p:style>
            <a:lnRef idx="2">
              <a:schemeClr val="accent3">
                <a:shade val="50000"/>
              </a:schemeClr>
            </a:lnRef>
            <a:fillRef idx="1">
              <a:schemeClr val="accent3"/>
            </a:fillRef>
            <a:effectRef idx="0">
              <a:schemeClr val="accent3"/>
            </a:effectRef>
            <a:fontRef idx="minor">
              <a:schemeClr val="lt1"/>
            </a:fontRef>
          </p:style>
          <p:txBody>
            <a:bodyPr rtlCol="0" anchor="ctr"/>
            <a:lstStyle/>
            <a:p>
              <a:pPr algn="ctr"/>
              <a:r>
                <a:rPr lang="zh-CN" altLang="en-US" b="1" dirty="0">
                  <a:solidFill>
                    <a:schemeClr val="tx1"/>
                  </a:solidFill>
                  <a:latin typeface="+mn-ea"/>
                </a:rPr>
                <a:t>因特网</a:t>
              </a:r>
            </a:p>
          </p:txBody>
        </p:sp>
      </p:grpSp>
      <p:grpSp>
        <p:nvGrpSpPr>
          <p:cNvPr id="6" name="组合 5">
            <a:extLst>
              <a:ext uri="{FF2B5EF4-FFF2-40B4-BE49-F238E27FC236}">
                <a16:creationId xmlns:a16="http://schemas.microsoft.com/office/drawing/2014/main" id="{4FAA3E92-22E8-4BD1-A94D-0289BCCBE452}"/>
              </a:ext>
            </a:extLst>
          </p:cNvPr>
          <p:cNvGrpSpPr/>
          <p:nvPr/>
        </p:nvGrpSpPr>
        <p:grpSpPr>
          <a:xfrm>
            <a:off x="4482385" y="2611337"/>
            <a:ext cx="3321365" cy="1149358"/>
            <a:chOff x="4482385" y="2611337"/>
            <a:chExt cx="3321365" cy="1149358"/>
          </a:xfrm>
        </p:grpSpPr>
        <p:cxnSp>
          <p:nvCxnSpPr>
            <p:cNvPr id="48" name="直接箭头连接符 47">
              <a:extLst>
                <a:ext uri="{FF2B5EF4-FFF2-40B4-BE49-F238E27FC236}">
                  <a16:creationId xmlns:a16="http://schemas.microsoft.com/office/drawing/2014/main" id="{B45A8A54-BCEE-4EE6-BD80-3F200082D29F}"/>
                </a:ext>
              </a:extLst>
            </p:cNvPr>
            <p:cNvCxnSpPr>
              <a:cxnSpLocks/>
            </p:cNvCxnSpPr>
            <p:nvPr/>
          </p:nvCxnSpPr>
          <p:spPr>
            <a:xfrm flipH="1">
              <a:off x="4482385" y="2611337"/>
              <a:ext cx="3321365" cy="1149358"/>
            </a:xfrm>
            <a:prstGeom prst="straightConnector1">
              <a:avLst/>
            </a:prstGeom>
            <a:ln w="25400">
              <a:solidFill>
                <a:schemeClr val="accent4"/>
              </a:solidFill>
              <a:tailEnd type="triangle" w="med" len="lg"/>
            </a:ln>
          </p:spPr>
          <p:style>
            <a:lnRef idx="1">
              <a:schemeClr val="accent1"/>
            </a:lnRef>
            <a:fillRef idx="0">
              <a:schemeClr val="accent1"/>
            </a:fillRef>
            <a:effectRef idx="0">
              <a:schemeClr val="accent1"/>
            </a:effectRef>
            <a:fontRef idx="minor">
              <a:schemeClr val="tx1"/>
            </a:fontRef>
          </p:style>
        </p:cxnSp>
        <p:sp>
          <p:nvSpPr>
            <p:cNvPr id="56" name="文本框 55">
              <a:extLst>
                <a:ext uri="{FF2B5EF4-FFF2-40B4-BE49-F238E27FC236}">
                  <a16:creationId xmlns:a16="http://schemas.microsoft.com/office/drawing/2014/main" id="{A729228A-ADBE-487E-B36D-8C658E01EF99}"/>
                </a:ext>
              </a:extLst>
            </p:cNvPr>
            <p:cNvSpPr txBox="1"/>
            <p:nvPr/>
          </p:nvSpPr>
          <p:spPr>
            <a:xfrm rot="20417104">
              <a:off x="5613289" y="2873034"/>
              <a:ext cx="1107553" cy="369332"/>
            </a:xfrm>
            <a:prstGeom prst="rect">
              <a:avLst/>
            </a:prstGeom>
            <a:noFill/>
          </p:spPr>
          <p:txBody>
            <a:bodyPr wrap="square" rtlCol="0">
              <a:spAutoFit/>
            </a:bodyPr>
            <a:lstStyle/>
            <a:p>
              <a:pPr algn="ctr"/>
              <a:r>
                <a:rPr lang="en-US" altLang="zh-CN" b="1" dirty="0">
                  <a:solidFill>
                    <a:schemeClr val="accent4"/>
                  </a:solidFill>
                  <a:latin typeface="Arial Black" panose="020B0A04020102020204" pitchFamily="34" charset="0"/>
                </a:rPr>
                <a:t>ACK</a:t>
              </a:r>
              <a:endParaRPr lang="zh-CN" altLang="en-US" b="1" dirty="0">
                <a:solidFill>
                  <a:schemeClr val="accent4"/>
                </a:solidFill>
                <a:latin typeface="Arial Black" panose="020B0A04020102020204" pitchFamily="34" charset="0"/>
              </a:endParaRPr>
            </a:p>
          </p:txBody>
        </p:sp>
      </p:grpSp>
      <p:grpSp>
        <p:nvGrpSpPr>
          <p:cNvPr id="11" name="组合 10">
            <a:extLst>
              <a:ext uri="{FF2B5EF4-FFF2-40B4-BE49-F238E27FC236}">
                <a16:creationId xmlns:a16="http://schemas.microsoft.com/office/drawing/2014/main" id="{80DE1420-E440-47C6-AD5C-4977E7D49E0B}"/>
              </a:ext>
            </a:extLst>
          </p:cNvPr>
          <p:cNvGrpSpPr/>
          <p:nvPr/>
        </p:nvGrpSpPr>
        <p:grpSpPr>
          <a:xfrm>
            <a:off x="3402107" y="2142169"/>
            <a:ext cx="1056268" cy="1257155"/>
            <a:chOff x="3401041" y="2160579"/>
            <a:chExt cx="1056268" cy="1257155"/>
          </a:xfrm>
        </p:grpSpPr>
        <p:cxnSp>
          <p:nvCxnSpPr>
            <p:cNvPr id="68" name="直接箭头连接符 67">
              <a:extLst>
                <a:ext uri="{FF2B5EF4-FFF2-40B4-BE49-F238E27FC236}">
                  <a16:creationId xmlns:a16="http://schemas.microsoft.com/office/drawing/2014/main" id="{BC462BF6-0FBA-481F-80D1-28F9CCD1B206}"/>
                </a:ext>
              </a:extLst>
            </p:cNvPr>
            <p:cNvCxnSpPr>
              <a:cxnSpLocks/>
            </p:cNvCxnSpPr>
            <p:nvPr/>
          </p:nvCxnSpPr>
          <p:spPr>
            <a:xfrm>
              <a:off x="4057360" y="2160579"/>
              <a:ext cx="0" cy="1257155"/>
            </a:xfrm>
            <a:prstGeom prst="straightConnector1">
              <a:avLst/>
            </a:prstGeom>
            <a:ln w="12700">
              <a:solidFill>
                <a:schemeClr val="tx1"/>
              </a:solidFill>
              <a:headEnd type="triangle"/>
              <a:tailEnd type="triangle"/>
            </a:ln>
          </p:spPr>
          <p:style>
            <a:lnRef idx="1">
              <a:schemeClr val="accent1"/>
            </a:lnRef>
            <a:fillRef idx="0">
              <a:schemeClr val="accent1"/>
            </a:fillRef>
            <a:effectRef idx="0">
              <a:schemeClr val="accent1"/>
            </a:effectRef>
            <a:fontRef idx="minor">
              <a:schemeClr val="tx1"/>
            </a:fontRef>
          </p:style>
        </p:cxnSp>
        <p:sp>
          <p:nvSpPr>
            <p:cNvPr id="69" name="文本框 68">
              <a:extLst>
                <a:ext uri="{FF2B5EF4-FFF2-40B4-BE49-F238E27FC236}">
                  <a16:creationId xmlns:a16="http://schemas.microsoft.com/office/drawing/2014/main" id="{807016C4-B120-4052-B683-8EAD4B9F37A0}"/>
                </a:ext>
              </a:extLst>
            </p:cNvPr>
            <p:cNvSpPr txBox="1"/>
            <p:nvPr/>
          </p:nvSpPr>
          <p:spPr>
            <a:xfrm>
              <a:off x="3746853" y="2597246"/>
              <a:ext cx="615339" cy="369332"/>
            </a:xfrm>
            <a:prstGeom prst="rect">
              <a:avLst/>
            </a:prstGeom>
            <a:solidFill>
              <a:schemeClr val="bg1"/>
            </a:solidFill>
          </p:spPr>
          <p:txBody>
            <a:bodyPr wrap="square" rtlCol="0">
              <a:spAutoFit/>
            </a:bodyPr>
            <a:lstStyle/>
            <a:p>
              <a:pPr algn="ctr"/>
              <a:r>
                <a:rPr lang="en-US" altLang="zh-CN" b="1" dirty="0">
                  <a:latin typeface="Arial Narrow" panose="020B0606020202030204" pitchFamily="34" charset="0"/>
                </a:rPr>
                <a:t>RTO</a:t>
              </a:r>
              <a:endParaRPr lang="zh-CN" altLang="en-US" b="1" dirty="0">
                <a:latin typeface="Arial Narrow" panose="020B0606020202030204" pitchFamily="34" charset="0"/>
              </a:endParaRPr>
            </a:p>
          </p:txBody>
        </p:sp>
        <p:cxnSp>
          <p:nvCxnSpPr>
            <p:cNvPr id="71" name="直接连接符 70">
              <a:extLst>
                <a:ext uri="{FF2B5EF4-FFF2-40B4-BE49-F238E27FC236}">
                  <a16:creationId xmlns:a16="http://schemas.microsoft.com/office/drawing/2014/main" id="{8A74443A-FA26-44DB-9F3E-575FAF1BAA30}"/>
                </a:ext>
              </a:extLst>
            </p:cNvPr>
            <p:cNvCxnSpPr>
              <a:cxnSpLocks/>
            </p:cNvCxnSpPr>
            <p:nvPr/>
          </p:nvCxnSpPr>
          <p:spPr>
            <a:xfrm flipH="1">
              <a:off x="3401042" y="2165210"/>
              <a:ext cx="1056267" cy="0"/>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sp>
          <p:nvSpPr>
            <p:cNvPr id="77" name="chronometer_117482">
              <a:extLst>
                <a:ext uri="{FF2B5EF4-FFF2-40B4-BE49-F238E27FC236}">
                  <a16:creationId xmlns:a16="http://schemas.microsoft.com/office/drawing/2014/main" id="{9EE1D83E-6058-42D2-9278-48782B6085E2}"/>
                </a:ext>
              </a:extLst>
            </p:cNvPr>
            <p:cNvSpPr/>
            <p:nvPr/>
          </p:nvSpPr>
          <p:spPr>
            <a:xfrm>
              <a:off x="3495968" y="2577270"/>
              <a:ext cx="304613" cy="369332"/>
            </a:xfrm>
            <a:custGeom>
              <a:avLst/>
              <a:gdLst>
                <a:gd name="T0" fmla="*/ 0 w 3733"/>
                <a:gd name="T1" fmla="*/ 2667 h 4533"/>
                <a:gd name="T2" fmla="*/ 1867 w 3733"/>
                <a:gd name="T3" fmla="*/ 4533 h 4533"/>
                <a:gd name="T4" fmla="*/ 3733 w 3733"/>
                <a:gd name="T5" fmla="*/ 2667 h 4533"/>
                <a:gd name="T6" fmla="*/ 3161 w 3733"/>
                <a:gd name="T7" fmla="*/ 1323 h 4533"/>
                <a:gd name="T8" fmla="*/ 3408 w 3733"/>
                <a:gd name="T9" fmla="*/ 1075 h 4533"/>
                <a:gd name="T10" fmla="*/ 3408 w 3733"/>
                <a:gd name="T11" fmla="*/ 792 h 4533"/>
                <a:gd name="T12" fmla="*/ 3125 w 3733"/>
                <a:gd name="T13" fmla="*/ 792 h 4533"/>
                <a:gd name="T14" fmla="*/ 2842 w 3733"/>
                <a:gd name="T15" fmla="*/ 1076 h 4533"/>
                <a:gd name="T16" fmla="*/ 2067 w 3733"/>
                <a:gd name="T17" fmla="*/ 811 h 4533"/>
                <a:gd name="T18" fmla="*/ 2067 w 3733"/>
                <a:gd name="T19" fmla="*/ 400 h 4533"/>
                <a:gd name="T20" fmla="*/ 2667 w 3733"/>
                <a:gd name="T21" fmla="*/ 400 h 4533"/>
                <a:gd name="T22" fmla="*/ 2867 w 3733"/>
                <a:gd name="T23" fmla="*/ 200 h 4533"/>
                <a:gd name="T24" fmla="*/ 2667 w 3733"/>
                <a:gd name="T25" fmla="*/ 0 h 4533"/>
                <a:gd name="T26" fmla="*/ 1067 w 3733"/>
                <a:gd name="T27" fmla="*/ 0 h 4533"/>
                <a:gd name="T28" fmla="*/ 867 w 3733"/>
                <a:gd name="T29" fmla="*/ 200 h 4533"/>
                <a:gd name="T30" fmla="*/ 1067 w 3733"/>
                <a:gd name="T31" fmla="*/ 400 h 4533"/>
                <a:gd name="T32" fmla="*/ 1667 w 3733"/>
                <a:gd name="T33" fmla="*/ 400 h 4533"/>
                <a:gd name="T34" fmla="*/ 1667 w 3733"/>
                <a:gd name="T35" fmla="*/ 811 h 4533"/>
                <a:gd name="T36" fmla="*/ 891 w 3733"/>
                <a:gd name="T37" fmla="*/ 1076 h 4533"/>
                <a:gd name="T38" fmla="*/ 608 w 3733"/>
                <a:gd name="T39" fmla="*/ 792 h 4533"/>
                <a:gd name="T40" fmla="*/ 325 w 3733"/>
                <a:gd name="T41" fmla="*/ 792 h 4533"/>
                <a:gd name="T42" fmla="*/ 325 w 3733"/>
                <a:gd name="T43" fmla="*/ 1075 h 4533"/>
                <a:gd name="T44" fmla="*/ 573 w 3733"/>
                <a:gd name="T45" fmla="*/ 1323 h 4533"/>
                <a:gd name="T46" fmla="*/ 0 w 3733"/>
                <a:gd name="T47" fmla="*/ 2667 h 4533"/>
                <a:gd name="T48" fmla="*/ 1667 w 3733"/>
                <a:gd name="T49" fmla="*/ 1801 h 4533"/>
                <a:gd name="T50" fmla="*/ 1867 w 3733"/>
                <a:gd name="T51" fmla="*/ 1601 h 4533"/>
                <a:gd name="T52" fmla="*/ 2067 w 3733"/>
                <a:gd name="T53" fmla="*/ 1801 h 4533"/>
                <a:gd name="T54" fmla="*/ 2067 w 3733"/>
                <a:gd name="T55" fmla="*/ 2468 h 4533"/>
                <a:gd name="T56" fmla="*/ 2733 w 3733"/>
                <a:gd name="T57" fmla="*/ 2468 h 4533"/>
                <a:gd name="T58" fmla="*/ 2933 w 3733"/>
                <a:gd name="T59" fmla="*/ 2668 h 4533"/>
                <a:gd name="T60" fmla="*/ 2733 w 3733"/>
                <a:gd name="T61" fmla="*/ 2868 h 4533"/>
                <a:gd name="T62" fmla="*/ 1867 w 3733"/>
                <a:gd name="T63" fmla="*/ 2868 h 4533"/>
                <a:gd name="T64" fmla="*/ 1667 w 3733"/>
                <a:gd name="T65" fmla="*/ 2668 h 4533"/>
                <a:gd name="T66" fmla="*/ 1667 w 3733"/>
                <a:gd name="T67" fmla="*/ 1801 h 45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3733" h="4533">
                  <a:moveTo>
                    <a:pt x="0" y="2667"/>
                  </a:moveTo>
                  <a:cubicBezTo>
                    <a:pt x="0" y="3696"/>
                    <a:pt x="837" y="4533"/>
                    <a:pt x="1867" y="4533"/>
                  </a:cubicBezTo>
                  <a:cubicBezTo>
                    <a:pt x="2896" y="4533"/>
                    <a:pt x="3733" y="3696"/>
                    <a:pt x="3733" y="2667"/>
                  </a:cubicBezTo>
                  <a:cubicBezTo>
                    <a:pt x="3733" y="2139"/>
                    <a:pt x="3513" y="1662"/>
                    <a:pt x="3161" y="1323"/>
                  </a:cubicBezTo>
                  <a:lnTo>
                    <a:pt x="3408" y="1075"/>
                  </a:lnTo>
                  <a:cubicBezTo>
                    <a:pt x="3486" y="997"/>
                    <a:pt x="3486" y="870"/>
                    <a:pt x="3408" y="792"/>
                  </a:cubicBezTo>
                  <a:cubicBezTo>
                    <a:pt x="3330" y="714"/>
                    <a:pt x="3203" y="714"/>
                    <a:pt x="3125" y="792"/>
                  </a:cubicBezTo>
                  <a:lnTo>
                    <a:pt x="2842" y="1076"/>
                  </a:lnTo>
                  <a:cubicBezTo>
                    <a:pt x="2612" y="934"/>
                    <a:pt x="2348" y="841"/>
                    <a:pt x="2067" y="811"/>
                  </a:cubicBezTo>
                  <a:lnTo>
                    <a:pt x="2067" y="400"/>
                  </a:lnTo>
                  <a:lnTo>
                    <a:pt x="2667" y="400"/>
                  </a:lnTo>
                  <a:cubicBezTo>
                    <a:pt x="2777" y="400"/>
                    <a:pt x="2867" y="310"/>
                    <a:pt x="2867" y="200"/>
                  </a:cubicBezTo>
                  <a:cubicBezTo>
                    <a:pt x="2867" y="90"/>
                    <a:pt x="2777" y="0"/>
                    <a:pt x="2667" y="0"/>
                  </a:cubicBezTo>
                  <a:lnTo>
                    <a:pt x="1067" y="0"/>
                  </a:lnTo>
                  <a:cubicBezTo>
                    <a:pt x="956" y="0"/>
                    <a:pt x="867" y="90"/>
                    <a:pt x="867" y="200"/>
                  </a:cubicBezTo>
                  <a:cubicBezTo>
                    <a:pt x="867" y="310"/>
                    <a:pt x="956" y="400"/>
                    <a:pt x="1067" y="400"/>
                  </a:cubicBezTo>
                  <a:lnTo>
                    <a:pt x="1667" y="400"/>
                  </a:lnTo>
                  <a:lnTo>
                    <a:pt x="1667" y="811"/>
                  </a:lnTo>
                  <a:cubicBezTo>
                    <a:pt x="1385" y="841"/>
                    <a:pt x="1122" y="934"/>
                    <a:pt x="891" y="1076"/>
                  </a:cubicBezTo>
                  <a:lnTo>
                    <a:pt x="608" y="792"/>
                  </a:lnTo>
                  <a:cubicBezTo>
                    <a:pt x="530" y="714"/>
                    <a:pt x="403" y="714"/>
                    <a:pt x="325" y="792"/>
                  </a:cubicBezTo>
                  <a:cubicBezTo>
                    <a:pt x="247" y="870"/>
                    <a:pt x="247" y="997"/>
                    <a:pt x="325" y="1075"/>
                  </a:cubicBezTo>
                  <a:lnTo>
                    <a:pt x="573" y="1323"/>
                  </a:lnTo>
                  <a:cubicBezTo>
                    <a:pt x="220" y="1662"/>
                    <a:pt x="0" y="2139"/>
                    <a:pt x="0" y="2667"/>
                  </a:cubicBezTo>
                  <a:close/>
                  <a:moveTo>
                    <a:pt x="1667" y="1801"/>
                  </a:moveTo>
                  <a:cubicBezTo>
                    <a:pt x="1667" y="1691"/>
                    <a:pt x="1756" y="1601"/>
                    <a:pt x="1867" y="1601"/>
                  </a:cubicBezTo>
                  <a:cubicBezTo>
                    <a:pt x="1977" y="1601"/>
                    <a:pt x="2067" y="1691"/>
                    <a:pt x="2067" y="1801"/>
                  </a:cubicBezTo>
                  <a:lnTo>
                    <a:pt x="2067" y="2468"/>
                  </a:lnTo>
                  <a:lnTo>
                    <a:pt x="2733" y="2468"/>
                  </a:lnTo>
                  <a:cubicBezTo>
                    <a:pt x="2844" y="2468"/>
                    <a:pt x="2933" y="2557"/>
                    <a:pt x="2933" y="2668"/>
                  </a:cubicBezTo>
                  <a:cubicBezTo>
                    <a:pt x="2933" y="2778"/>
                    <a:pt x="2844" y="2868"/>
                    <a:pt x="2733" y="2868"/>
                  </a:cubicBezTo>
                  <a:lnTo>
                    <a:pt x="1867" y="2868"/>
                  </a:lnTo>
                  <a:cubicBezTo>
                    <a:pt x="1756" y="2868"/>
                    <a:pt x="1667" y="2778"/>
                    <a:pt x="1667" y="2668"/>
                  </a:cubicBezTo>
                  <a:lnTo>
                    <a:pt x="1667" y="1801"/>
                  </a:lnTo>
                  <a:close/>
                </a:path>
              </a:pathLst>
            </a:custGeom>
            <a:solidFill>
              <a:schemeClr val="accent1"/>
            </a:solidFill>
            <a:ln>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zh-CN"/>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a:p>
          </p:txBody>
        </p:sp>
        <p:cxnSp>
          <p:nvCxnSpPr>
            <p:cNvPr id="58" name="直接连接符 57">
              <a:extLst>
                <a:ext uri="{FF2B5EF4-FFF2-40B4-BE49-F238E27FC236}">
                  <a16:creationId xmlns:a16="http://schemas.microsoft.com/office/drawing/2014/main" id="{03076B84-5CB9-400B-A5FB-94BDDD306B16}"/>
                </a:ext>
              </a:extLst>
            </p:cNvPr>
            <p:cNvCxnSpPr>
              <a:cxnSpLocks/>
            </p:cNvCxnSpPr>
            <p:nvPr/>
          </p:nvCxnSpPr>
          <p:spPr>
            <a:xfrm flipH="1">
              <a:off x="3401041" y="3417734"/>
              <a:ext cx="1056267" cy="0"/>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39" name="组合 138">
            <a:extLst>
              <a:ext uri="{FF2B5EF4-FFF2-40B4-BE49-F238E27FC236}">
                <a16:creationId xmlns:a16="http://schemas.microsoft.com/office/drawing/2014/main" id="{B5A8A167-97AF-4537-8D32-374CC5AFEDD8}"/>
              </a:ext>
            </a:extLst>
          </p:cNvPr>
          <p:cNvGrpSpPr/>
          <p:nvPr/>
        </p:nvGrpSpPr>
        <p:grpSpPr>
          <a:xfrm>
            <a:off x="4520169" y="3323494"/>
            <a:ext cx="3285161" cy="525103"/>
            <a:chOff x="4504661" y="2052167"/>
            <a:chExt cx="3285161" cy="525103"/>
          </a:xfrm>
        </p:grpSpPr>
        <p:cxnSp>
          <p:nvCxnSpPr>
            <p:cNvPr id="140" name="直接箭头连接符 139">
              <a:extLst>
                <a:ext uri="{FF2B5EF4-FFF2-40B4-BE49-F238E27FC236}">
                  <a16:creationId xmlns:a16="http://schemas.microsoft.com/office/drawing/2014/main" id="{338A8DD9-A318-461A-B319-AC3225B59BAA}"/>
                </a:ext>
              </a:extLst>
            </p:cNvPr>
            <p:cNvCxnSpPr>
              <a:cxnSpLocks/>
            </p:cNvCxnSpPr>
            <p:nvPr/>
          </p:nvCxnSpPr>
          <p:spPr>
            <a:xfrm>
              <a:off x="4504661" y="2165620"/>
              <a:ext cx="3285161" cy="411650"/>
            </a:xfrm>
            <a:prstGeom prst="straightConnector1">
              <a:avLst/>
            </a:prstGeom>
            <a:ln w="63500" cap="rnd">
              <a:solidFill>
                <a:schemeClr val="accent3"/>
              </a:solidFill>
              <a:round/>
              <a:tailEnd type="triangle" w="med" len="lg"/>
            </a:ln>
          </p:spPr>
          <p:style>
            <a:lnRef idx="1">
              <a:schemeClr val="accent1"/>
            </a:lnRef>
            <a:fillRef idx="0">
              <a:schemeClr val="accent1"/>
            </a:fillRef>
            <a:effectRef idx="0">
              <a:schemeClr val="accent1"/>
            </a:effectRef>
            <a:fontRef idx="minor">
              <a:schemeClr val="tx1"/>
            </a:fontRef>
          </p:style>
        </p:cxnSp>
        <p:sp>
          <p:nvSpPr>
            <p:cNvPr id="141" name="文本框 140">
              <a:extLst>
                <a:ext uri="{FF2B5EF4-FFF2-40B4-BE49-F238E27FC236}">
                  <a16:creationId xmlns:a16="http://schemas.microsoft.com/office/drawing/2014/main" id="{1238916E-3022-4B2B-9338-3619B4ADA3CA}"/>
                </a:ext>
              </a:extLst>
            </p:cNvPr>
            <p:cNvSpPr txBox="1"/>
            <p:nvPr/>
          </p:nvSpPr>
          <p:spPr>
            <a:xfrm rot="468067">
              <a:off x="5605606" y="2052167"/>
              <a:ext cx="1717812" cy="369332"/>
            </a:xfrm>
            <a:prstGeom prst="rect">
              <a:avLst/>
            </a:prstGeom>
            <a:noFill/>
          </p:spPr>
          <p:txBody>
            <a:bodyPr wrap="square" rtlCol="0">
              <a:spAutoFit/>
            </a:bodyPr>
            <a:lstStyle/>
            <a:p>
              <a:pPr algn="ctr"/>
              <a:r>
                <a:rPr lang="zh-CN" altLang="en-US" b="1" dirty="0">
                  <a:solidFill>
                    <a:schemeClr val="accent3"/>
                  </a:solidFill>
                  <a:latin typeface="Arial Black" panose="020B0A04020102020204" pitchFamily="34" charset="0"/>
                </a:rPr>
                <a:t>重传</a:t>
              </a:r>
              <a:r>
                <a:rPr lang="en-US" altLang="zh-CN" b="1" dirty="0">
                  <a:solidFill>
                    <a:schemeClr val="accent3"/>
                  </a:solidFill>
                  <a:latin typeface="Arial Black" panose="020B0A04020102020204" pitchFamily="34" charset="0"/>
                </a:rPr>
                <a:t>DATA0</a:t>
              </a:r>
              <a:endParaRPr lang="zh-CN" altLang="en-US" b="1" dirty="0">
                <a:solidFill>
                  <a:schemeClr val="accent3"/>
                </a:solidFill>
                <a:latin typeface="Arial Black" panose="020B0A04020102020204" pitchFamily="34" charset="0"/>
              </a:endParaRPr>
            </a:p>
          </p:txBody>
        </p:sp>
      </p:grpSp>
      <p:grpSp>
        <p:nvGrpSpPr>
          <p:cNvPr id="142" name="组合 141">
            <a:extLst>
              <a:ext uri="{FF2B5EF4-FFF2-40B4-BE49-F238E27FC236}">
                <a16:creationId xmlns:a16="http://schemas.microsoft.com/office/drawing/2014/main" id="{AA8AC03C-3D17-41F9-91CB-D46DB1351C60}"/>
              </a:ext>
            </a:extLst>
          </p:cNvPr>
          <p:cNvGrpSpPr/>
          <p:nvPr/>
        </p:nvGrpSpPr>
        <p:grpSpPr>
          <a:xfrm>
            <a:off x="4512150" y="3687731"/>
            <a:ext cx="3285161" cy="540207"/>
            <a:chOff x="4504661" y="2037063"/>
            <a:chExt cx="3285161" cy="540207"/>
          </a:xfrm>
        </p:grpSpPr>
        <p:cxnSp>
          <p:nvCxnSpPr>
            <p:cNvPr id="143" name="直接箭头连接符 142">
              <a:extLst>
                <a:ext uri="{FF2B5EF4-FFF2-40B4-BE49-F238E27FC236}">
                  <a16:creationId xmlns:a16="http://schemas.microsoft.com/office/drawing/2014/main" id="{DC64969C-24C1-47ED-A4E0-5CAA521567E9}"/>
                </a:ext>
              </a:extLst>
            </p:cNvPr>
            <p:cNvCxnSpPr>
              <a:cxnSpLocks/>
            </p:cNvCxnSpPr>
            <p:nvPr/>
          </p:nvCxnSpPr>
          <p:spPr>
            <a:xfrm>
              <a:off x="4504661" y="2165620"/>
              <a:ext cx="3285161" cy="411650"/>
            </a:xfrm>
            <a:prstGeom prst="straightConnector1">
              <a:avLst/>
            </a:prstGeom>
            <a:ln w="63500" cap="rnd">
              <a:solidFill>
                <a:schemeClr val="accent3"/>
              </a:solidFill>
              <a:round/>
              <a:tailEnd type="triangle" w="med" len="lg"/>
            </a:ln>
          </p:spPr>
          <p:style>
            <a:lnRef idx="1">
              <a:schemeClr val="accent1"/>
            </a:lnRef>
            <a:fillRef idx="0">
              <a:schemeClr val="accent1"/>
            </a:fillRef>
            <a:effectRef idx="0">
              <a:schemeClr val="accent1"/>
            </a:effectRef>
            <a:fontRef idx="minor">
              <a:schemeClr val="tx1"/>
            </a:fontRef>
          </p:style>
        </p:cxnSp>
        <p:sp>
          <p:nvSpPr>
            <p:cNvPr id="144" name="文本框 143">
              <a:extLst>
                <a:ext uri="{FF2B5EF4-FFF2-40B4-BE49-F238E27FC236}">
                  <a16:creationId xmlns:a16="http://schemas.microsoft.com/office/drawing/2014/main" id="{D673E02F-1DEA-494D-9C36-3D0829EA7201}"/>
                </a:ext>
              </a:extLst>
            </p:cNvPr>
            <p:cNvSpPr txBox="1"/>
            <p:nvPr/>
          </p:nvSpPr>
          <p:spPr>
            <a:xfrm rot="468067">
              <a:off x="5522912" y="2037063"/>
              <a:ext cx="1107553" cy="369332"/>
            </a:xfrm>
            <a:prstGeom prst="rect">
              <a:avLst/>
            </a:prstGeom>
            <a:noFill/>
          </p:spPr>
          <p:txBody>
            <a:bodyPr wrap="square" rtlCol="0">
              <a:spAutoFit/>
            </a:bodyPr>
            <a:lstStyle/>
            <a:p>
              <a:pPr algn="ctr"/>
              <a:r>
                <a:rPr lang="en-US" altLang="zh-CN" b="1" dirty="0">
                  <a:solidFill>
                    <a:schemeClr val="accent3"/>
                  </a:solidFill>
                  <a:latin typeface="Arial Black" panose="020B0A04020102020204" pitchFamily="34" charset="0"/>
                </a:rPr>
                <a:t>DATA1</a:t>
              </a:r>
              <a:endParaRPr lang="zh-CN" altLang="en-US" b="1" dirty="0">
                <a:solidFill>
                  <a:schemeClr val="accent3"/>
                </a:solidFill>
                <a:latin typeface="Arial Black" panose="020B0A04020102020204" pitchFamily="34" charset="0"/>
              </a:endParaRPr>
            </a:p>
          </p:txBody>
        </p:sp>
      </p:grpSp>
      <p:grpSp>
        <p:nvGrpSpPr>
          <p:cNvPr id="145" name="组合 144">
            <a:extLst>
              <a:ext uri="{FF2B5EF4-FFF2-40B4-BE49-F238E27FC236}">
                <a16:creationId xmlns:a16="http://schemas.microsoft.com/office/drawing/2014/main" id="{939EDB63-738F-4606-A6CD-E82B6DD97F64}"/>
              </a:ext>
            </a:extLst>
          </p:cNvPr>
          <p:cNvGrpSpPr/>
          <p:nvPr/>
        </p:nvGrpSpPr>
        <p:grpSpPr>
          <a:xfrm>
            <a:off x="7762752" y="2546101"/>
            <a:ext cx="805066" cy="1290976"/>
            <a:chOff x="7762752" y="2565835"/>
            <a:chExt cx="805066" cy="1290976"/>
          </a:xfrm>
        </p:grpSpPr>
        <p:cxnSp>
          <p:nvCxnSpPr>
            <p:cNvPr id="146" name="连接符: 曲线 145">
              <a:extLst>
                <a:ext uri="{FF2B5EF4-FFF2-40B4-BE49-F238E27FC236}">
                  <a16:creationId xmlns:a16="http://schemas.microsoft.com/office/drawing/2014/main" id="{1EE5C7A2-CB47-40D0-BE17-880CE6AFAE7F}"/>
                </a:ext>
              </a:extLst>
            </p:cNvPr>
            <p:cNvCxnSpPr>
              <a:cxnSpLocks/>
            </p:cNvCxnSpPr>
            <p:nvPr/>
          </p:nvCxnSpPr>
          <p:spPr>
            <a:xfrm flipV="1">
              <a:off x="7762752" y="2565835"/>
              <a:ext cx="12700" cy="1290976"/>
            </a:xfrm>
            <a:prstGeom prst="curvedConnector3">
              <a:avLst>
                <a:gd name="adj1" fmla="val 3818181"/>
              </a:avLst>
            </a:prstGeom>
            <a:ln w="38100">
              <a:solidFill>
                <a:schemeClr val="accent1"/>
              </a:solidFill>
              <a:prstDash val="dash"/>
              <a:tailEnd type="triangle" w="med" len="lg"/>
            </a:ln>
          </p:spPr>
          <p:style>
            <a:lnRef idx="1">
              <a:schemeClr val="accent1"/>
            </a:lnRef>
            <a:fillRef idx="0">
              <a:schemeClr val="accent1"/>
            </a:fillRef>
            <a:effectRef idx="0">
              <a:schemeClr val="accent1"/>
            </a:effectRef>
            <a:fontRef idx="minor">
              <a:schemeClr val="tx1"/>
            </a:fontRef>
          </p:style>
        </p:cxnSp>
        <p:sp>
          <p:nvSpPr>
            <p:cNvPr id="147" name="文本框 146">
              <a:extLst>
                <a:ext uri="{FF2B5EF4-FFF2-40B4-BE49-F238E27FC236}">
                  <a16:creationId xmlns:a16="http://schemas.microsoft.com/office/drawing/2014/main" id="{FC5FE1BE-A823-4EB7-9AC3-BDD3034C75F7}"/>
                </a:ext>
              </a:extLst>
            </p:cNvPr>
            <p:cNvSpPr txBox="1"/>
            <p:nvPr/>
          </p:nvSpPr>
          <p:spPr>
            <a:xfrm>
              <a:off x="7876213" y="3045709"/>
              <a:ext cx="691605" cy="369332"/>
            </a:xfrm>
            <a:prstGeom prst="rect">
              <a:avLst/>
            </a:prstGeom>
            <a:solidFill>
              <a:schemeClr val="bg1"/>
            </a:solidFill>
          </p:spPr>
          <p:txBody>
            <a:bodyPr wrap="square" rtlCol="0">
              <a:spAutoFit/>
            </a:bodyPr>
            <a:lstStyle/>
            <a:p>
              <a:pPr algn="ctr"/>
              <a:r>
                <a:rPr lang="zh-CN" altLang="en-US" b="1" dirty="0">
                  <a:solidFill>
                    <a:schemeClr val="accent1">
                      <a:lumMod val="75000"/>
                    </a:schemeClr>
                  </a:solidFill>
                  <a:latin typeface="+mn-ea"/>
                </a:rPr>
                <a:t>重复</a:t>
              </a:r>
            </a:p>
          </p:txBody>
        </p:sp>
      </p:grpSp>
      <p:sp>
        <p:nvSpPr>
          <p:cNvPr id="148" name="对话气泡: 圆角矩形 147">
            <a:extLst>
              <a:ext uri="{FF2B5EF4-FFF2-40B4-BE49-F238E27FC236}">
                <a16:creationId xmlns:a16="http://schemas.microsoft.com/office/drawing/2014/main" id="{D0965BCA-45BA-4F4B-A5B7-7A696ADD16C4}"/>
              </a:ext>
            </a:extLst>
          </p:cNvPr>
          <p:cNvSpPr/>
          <p:nvPr/>
        </p:nvSpPr>
        <p:spPr>
          <a:xfrm>
            <a:off x="8669076" y="3104693"/>
            <a:ext cx="2358141" cy="939346"/>
          </a:xfrm>
          <a:prstGeom prst="wedgeRoundRectCallout">
            <a:avLst>
              <a:gd name="adj1" fmla="val -83415"/>
              <a:gd name="adj2" fmla="val 29130"/>
              <a:gd name="adj3" fmla="val 16667"/>
            </a:avLst>
          </a:prstGeom>
          <a:solidFill>
            <a:schemeClr val="accent4"/>
          </a:solidFill>
          <a:ln>
            <a:solidFill>
              <a:schemeClr val="accent4">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r>
              <a:rPr lang="zh-CN" altLang="en-US" b="1" dirty="0">
                <a:solidFill>
                  <a:schemeClr val="bg1"/>
                </a:solidFill>
                <a:latin typeface="Arial Narrow" panose="020B0606020202030204" pitchFamily="34" charset="0"/>
              </a:rPr>
              <a:t>丢弃重复的数据分组</a:t>
            </a:r>
            <a:endParaRPr lang="en-US" altLang="zh-CN" b="1" dirty="0">
              <a:solidFill>
                <a:schemeClr val="bg1"/>
              </a:solidFill>
              <a:latin typeface="Arial Narrow" panose="020B0606020202030204" pitchFamily="34" charset="0"/>
            </a:endParaRPr>
          </a:p>
          <a:p>
            <a:r>
              <a:rPr lang="zh-CN" altLang="en-US" b="1" dirty="0">
                <a:solidFill>
                  <a:schemeClr val="bg1"/>
                </a:solidFill>
                <a:latin typeface="Arial Narrow" panose="020B0606020202030204" pitchFamily="34" charset="0"/>
              </a:rPr>
              <a:t>再发送一个确认分组</a:t>
            </a:r>
          </a:p>
        </p:txBody>
      </p:sp>
      <p:grpSp>
        <p:nvGrpSpPr>
          <p:cNvPr id="156" name="组合 155">
            <a:extLst>
              <a:ext uri="{FF2B5EF4-FFF2-40B4-BE49-F238E27FC236}">
                <a16:creationId xmlns:a16="http://schemas.microsoft.com/office/drawing/2014/main" id="{117B4EDC-2848-48B0-94F3-2248F7A39BD7}"/>
              </a:ext>
            </a:extLst>
          </p:cNvPr>
          <p:cNvGrpSpPr/>
          <p:nvPr/>
        </p:nvGrpSpPr>
        <p:grpSpPr>
          <a:xfrm>
            <a:off x="4457309" y="3896344"/>
            <a:ext cx="3332513" cy="558996"/>
            <a:chOff x="4457309" y="4763999"/>
            <a:chExt cx="3332513" cy="558996"/>
          </a:xfrm>
        </p:grpSpPr>
        <p:cxnSp>
          <p:nvCxnSpPr>
            <p:cNvPr id="157" name="直接箭头连接符 156">
              <a:extLst>
                <a:ext uri="{FF2B5EF4-FFF2-40B4-BE49-F238E27FC236}">
                  <a16:creationId xmlns:a16="http://schemas.microsoft.com/office/drawing/2014/main" id="{E04CF1F9-068A-4D1F-9C31-6DF7D0EADFD3}"/>
                </a:ext>
              </a:extLst>
            </p:cNvPr>
            <p:cNvCxnSpPr/>
            <p:nvPr/>
          </p:nvCxnSpPr>
          <p:spPr>
            <a:xfrm flipH="1">
              <a:off x="4457309" y="4763999"/>
              <a:ext cx="3332513" cy="558996"/>
            </a:xfrm>
            <a:prstGeom prst="straightConnector1">
              <a:avLst/>
            </a:prstGeom>
            <a:ln w="25400">
              <a:solidFill>
                <a:schemeClr val="accent4"/>
              </a:solidFill>
              <a:tailEnd type="triangle" w="med" len="lg"/>
            </a:ln>
          </p:spPr>
          <p:style>
            <a:lnRef idx="1">
              <a:schemeClr val="accent1"/>
            </a:lnRef>
            <a:fillRef idx="0">
              <a:schemeClr val="accent1"/>
            </a:fillRef>
            <a:effectRef idx="0">
              <a:schemeClr val="accent1"/>
            </a:effectRef>
            <a:fontRef idx="minor">
              <a:schemeClr val="tx1"/>
            </a:fontRef>
          </p:style>
        </p:cxnSp>
        <p:sp>
          <p:nvSpPr>
            <p:cNvPr id="158" name="文本框 157">
              <a:extLst>
                <a:ext uri="{FF2B5EF4-FFF2-40B4-BE49-F238E27FC236}">
                  <a16:creationId xmlns:a16="http://schemas.microsoft.com/office/drawing/2014/main" id="{EA490B10-8743-4F4B-A350-FDE9D7D97F97}"/>
                </a:ext>
              </a:extLst>
            </p:cNvPr>
            <p:cNvSpPr txBox="1"/>
            <p:nvPr/>
          </p:nvSpPr>
          <p:spPr>
            <a:xfrm rot="21014117">
              <a:off x="4516865" y="4915455"/>
              <a:ext cx="1107553" cy="369332"/>
            </a:xfrm>
            <a:prstGeom prst="rect">
              <a:avLst/>
            </a:prstGeom>
            <a:noFill/>
          </p:spPr>
          <p:txBody>
            <a:bodyPr wrap="square" rtlCol="0">
              <a:spAutoFit/>
            </a:bodyPr>
            <a:lstStyle/>
            <a:p>
              <a:pPr algn="ctr"/>
              <a:r>
                <a:rPr lang="en-US" altLang="zh-CN" b="1" dirty="0">
                  <a:solidFill>
                    <a:schemeClr val="accent4"/>
                  </a:solidFill>
                  <a:latin typeface="Arial Black" panose="020B0A04020102020204" pitchFamily="34" charset="0"/>
                </a:rPr>
                <a:t>ACK</a:t>
              </a:r>
              <a:endParaRPr lang="zh-CN" altLang="en-US" b="1" dirty="0">
                <a:solidFill>
                  <a:schemeClr val="accent4"/>
                </a:solidFill>
                <a:latin typeface="Arial Black" panose="020B0A04020102020204" pitchFamily="34" charset="0"/>
              </a:endParaRPr>
            </a:p>
          </p:txBody>
        </p:sp>
      </p:grpSp>
      <p:grpSp>
        <p:nvGrpSpPr>
          <p:cNvPr id="12" name="组合 11">
            <a:extLst>
              <a:ext uri="{FF2B5EF4-FFF2-40B4-BE49-F238E27FC236}">
                <a16:creationId xmlns:a16="http://schemas.microsoft.com/office/drawing/2014/main" id="{255414F2-8D63-4687-93F1-AA777FB37990}"/>
              </a:ext>
            </a:extLst>
          </p:cNvPr>
          <p:cNvGrpSpPr/>
          <p:nvPr/>
        </p:nvGrpSpPr>
        <p:grpSpPr>
          <a:xfrm>
            <a:off x="3739658" y="3746903"/>
            <a:ext cx="728165" cy="692122"/>
            <a:chOff x="3739658" y="3746903"/>
            <a:chExt cx="728165" cy="692122"/>
          </a:xfrm>
        </p:grpSpPr>
        <p:cxnSp>
          <p:nvCxnSpPr>
            <p:cNvPr id="47" name="连接符: 曲线 46">
              <a:extLst>
                <a:ext uri="{FF2B5EF4-FFF2-40B4-BE49-F238E27FC236}">
                  <a16:creationId xmlns:a16="http://schemas.microsoft.com/office/drawing/2014/main" id="{CB4D9F86-AD39-4A64-A3D8-88A89B37D650}"/>
                </a:ext>
              </a:extLst>
            </p:cNvPr>
            <p:cNvCxnSpPr>
              <a:cxnSpLocks/>
            </p:cNvCxnSpPr>
            <p:nvPr/>
          </p:nvCxnSpPr>
          <p:spPr>
            <a:xfrm rot="10800000" flipH="1">
              <a:off x="4465430" y="3746903"/>
              <a:ext cx="2393" cy="692122"/>
            </a:xfrm>
            <a:prstGeom prst="curvedConnector3">
              <a:avLst>
                <a:gd name="adj1" fmla="val -19724237"/>
              </a:avLst>
            </a:prstGeom>
            <a:ln w="38100">
              <a:solidFill>
                <a:schemeClr val="accent1"/>
              </a:solidFill>
              <a:prstDash val="dash"/>
              <a:tailEnd type="triangle" w="med" len="lg"/>
            </a:ln>
          </p:spPr>
          <p:style>
            <a:lnRef idx="1">
              <a:schemeClr val="accent1"/>
            </a:lnRef>
            <a:fillRef idx="0">
              <a:schemeClr val="accent1"/>
            </a:fillRef>
            <a:effectRef idx="0">
              <a:schemeClr val="accent1"/>
            </a:effectRef>
            <a:fontRef idx="minor">
              <a:schemeClr val="tx1"/>
            </a:fontRef>
          </p:style>
        </p:cxnSp>
        <p:sp>
          <p:nvSpPr>
            <p:cNvPr id="49" name="文本框 48">
              <a:extLst>
                <a:ext uri="{FF2B5EF4-FFF2-40B4-BE49-F238E27FC236}">
                  <a16:creationId xmlns:a16="http://schemas.microsoft.com/office/drawing/2014/main" id="{4A6965B0-813C-4276-88A9-0C52165A41A5}"/>
                </a:ext>
              </a:extLst>
            </p:cNvPr>
            <p:cNvSpPr txBox="1"/>
            <p:nvPr/>
          </p:nvSpPr>
          <p:spPr>
            <a:xfrm>
              <a:off x="3739658" y="3956553"/>
              <a:ext cx="691605" cy="369332"/>
            </a:xfrm>
            <a:prstGeom prst="rect">
              <a:avLst/>
            </a:prstGeom>
            <a:solidFill>
              <a:schemeClr val="bg1"/>
            </a:solidFill>
          </p:spPr>
          <p:txBody>
            <a:bodyPr wrap="square" rtlCol="0">
              <a:spAutoFit/>
            </a:bodyPr>
            <a:lstStyle/>
            <a:p>
              <a:pPr algn="ctr"/>
              <a:r>
                <a:rPr lang="zh-CN" altLang="en-US" b="1" dirty="0">
                  <a:solidFill>
                    <a:schemeClr val="accent1">
                      <a:lumMod val="75000"/>
                    </a:schemeClr>
                  </a:solidFill>
                  <a:latin typeface="+mn-ea"/>
                </a:rPr>
                <a:t>重复</a:t>
              </a:r>
            </a:p>
          </p:txBody>
        </p:sp>
      </p:grpSp>
      <p:sp>
        <p:nvSpPr>
          <p:cNvPr id="53" name="对话气泡: 圆角矩形 52">
            <a:extLst>
              <a:ext uri="{FF2B5EF4-FFF2-40B4-BE49-F238E27FC236}">
                <a16:creationId xmlns:a16="http://schemas.microsoft.com/office/drawing/2014/main" id="{BF496C27-AF2C-4034-BA1A-75F0722B1A90}"/>
              </a:ext>
            </a:extLst>
          </p:cNvPr>
          <p:cNvSpPr/>
          <p:nvPr/>
        </p:nvSpPr>
        <p:spPr>
          <a:xfrm>
            <a:off x="383290" y="4795811"/>
            <a:ext cx="3910456" cy="939346"/>
          </a:xfrm>
          <a:prstGeom prst="wedgeRoundRectCallout">
            <a:avLst>
              <a:gd name="adj1" fmla="val 53791"/>
              <a:gd name="adj2" fmla="val -83621"/>
              <a:gd name="adj3" fmla="val 16667"/>
            </a:avLst>
          </a:prstGeom>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r>
              <a:rPr lang="zh-CN" altLang="en-US" b="1" dirty="0">
                <a:solidFill>
                  <a:schemeClr val="bg1"/>
                </a:solidFill>
                <a:latin typeface="Arial Narrow" panose="020B0606020202030204" pitchFamily="34" charset="0"/>
              </a:rPr>
              <a:t>误认为这是对</a:t>
            </a:r>
            <a:r>
              <a:rPr lang="en-US" altLang="zh-CN" b="1" dirty="0">
                <a:solidFill>
                  <a:schemeClr val="bg1"/>
                </a:solidFill>
                <a:latin typeface="Arial Narrow" panose="020B0606020202030204" pitchFamily="34" charset="0"/>
              </a:rPr>
              <a:t>1</a:t>
            </a:r>
            <a:r>
              <a:rPr lang="zh-CN" altLang="en-US" b="1" dirty="0">
                <a:solidFill>
                  <a:schemeClr val="bg1"/>
                </a:solidFill>
                <a:latin typeface="Arial Narrow" panose="020B0606020202030204" pitchFamily="34" charset="0"/>
              </a:rPr>
              <a:t>号数据分组的确认</a:t>
            </a:r>
          </a:p>
        </p:txBody>
      </p:sp>
      <p:sp>
        <p:nvSpPr>
          <p:cNvPr id="50" name="平行四边形 49">
            <a:extLst>
              <a:ext uri="{FF2B5EF4-FFF2-40B4-BE49-F238E27FC236}">
                <a16:creationId xmlns:a16="http://schemas.microsoft.com/office/drawing/2014/main" id="{57733D05-9C5C-7A57-0DC2-3F8B4D1F61F0}"/>
              </a:ext>
            </a:extLst>
          </p:cNvPr>
          <p:cNvSpPr/>
          <p:nvPr/>
        </p:nvSpPr>
        <p:spPr>
          <a:xfrm>
            <a:off x="304800" y="749300"/>
            <a:ext cx="678352" cy="387090"/>
          </a:xfrm>
          <a:prstGeom prst="parallelogram">
            <a:avLst/>
          </a:prstGeom>
          <a:solidFill>
            <a:schemeClr val="accent3">
              <a:lumMod val="75000"/>
            </a:schemeClr>
          </a:solidFill>
          <a:ln>
            <a:solidFill>
              <a:schemeClr val="accent3">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CN" sz="2200" dirty="0">
                <a:latin typeface="Impact" panose="020B0806030902050204" pitchFamily="34" charset="0"/>
              </a:rPr>
              <a:t>02</a:t>
            </a:r>
            <a:endParaRPr lang="zh-CN" altLang="en-US" sz="2200" dirty="0">
              <a:latin typeface="Impact" panose="020B0806030902050204" pitchFamily="34" charset="0"/>
            </a:endParaRPr>
          </a:p>
        </p:txBody>
      </p:sp>
    </p:spTree>
    <p:custDataLst>
      <p:tags r:id="rId1"/>
    </p:custDataLst>
    <p:extLst>
      <p:ext uri="{BB962C8B-B14F-4D97-AF65-F5344CB8AC3E}">
        <p14:creationId xmlns:p14="http://schemas.microsoft.com/office/powerpoint/2010/main" val="685252848"/>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2" presetClass="entr" presetSubtype="4" fill="hold" nodeType="withEffect">
                                  <p:stCondLst>
                                    <p:cond delay="0"/>
                                  </p:stCondLst>
                                  <p:childTnLst>
                                    <p:set>
                                      <p:cBhvr>
                                        <p:cTn id="6" dur="1" fill="hold">
                                          <p:stCondLst>
                                            <p:cond delay="0"/>
                                          </p:stCondLst>
                                        </p:cTn>
                                        <p:tgtEl>
                                          <p:spTgt spid="12"/>
                                        </p:tgtEl>
                                        <p:attrNameLst>
                                          <p:attrName>style.visibility</p:attrName>
                                        </p:attrNameLst>
                                      </p:cBhvr>
                                      <p:to>
                                        <p:strVal val="visible"/>
                                      </p:to>
                                    </p:set>
                                    <p:animEffect transition="in" filter="wipe(down)">
                                      <p:cBhvr>
                                        <p:cTn id="7" dur="500"/>
                                        <p:tgtEl>
                                          <p:spTgt spid="12"/>
                                        </p:tgtEl>
                                      </p:cBhvr>
                                    </p:animEffect>
                                  </p:childTnLst>
                                </p:cTn>
                              </p:par>
                            </p:childTnLst>
                          </p:cTn>
                        </p:par>
                      </p:childTnLst>
                    </p:cTn>
                  </p:par>
                  <p:par>
                    <p:cTn id="8" fill="hold">
                      <p:stCondLst>
                        <p:cond delay="indefinite"/>
                      </p:stCondLst>
                      <p:childTnLst>
                        <p:par>
                          <p:cTn id="9" fill="hold">
                            <p:stCondLst>
                              <p:cond delay="0"/>
                            </p:stCondLst>
                            <p:childTnLst>
                              <p:par>
                                <p:cTn id="10" presetID="2" presetClass="entr" presetSubtype="8" fill="hold" grpId="0" nodeType="clickEffect">
                                  <p:stCondLst>
                                    <p:cond delay="0"/>
                                  </p:stCondLst>
                                  <p:childTnLst>
                                    <p:set>
                                      <p:cBhvr>
                                        <p:cTn id="11" dur="1" fill="hold">
                                          <p:stCondLst>
                                            <p:cond delay="0"/>
                                          </p:stCondLst>
                                        </p:cTn>
                                        <p:tgtEl>
                                          <p:spTgt spid="53"/>
                                        </p:tgtEl>
                                        <p:attrNameLst>
                                          <p:attrName>style.visibility</p:attrName>
                                        </p:attrNameLst>
                                      </p:cBhvr>
                                      <p:to>
                                        <p:strVal val="visible"/>
                                      </p:to>
                                    </p:set>
                                    <p:anim calcmode="lin" valueType="num">
                                      <p:cBhvr additive="base">
                                        <p:cTn id="12" dur="500" fill="hold"/>
                                        <p:tgtEl>
                                          <p:spTgt spid="53"/>
                                        </p:tgtEl>
                                        <p:attrNameLst>
                                          <p:attrName>ppt_x</p:attrName>
                                        </p:attrNameLst>
                                      </p:cBhvr>
                                      <p:tavLst>
                                        <p:tav tm="0">
                                          <p:val>
                                            <p:strVal val="0-#ppt_w/2"/>
                                          </p:val>
                                        </p:tav>
                                        <p:tav tm="100000">
                                          <p:val>
                                            <p:strVal val="#ppt_x"/>
                                          </p:val>
                                        </p:tav>
                                      </p:tavLst>
                                    </p:anim>
                                    <p:anim calcmode="lin" valueType="num">
                                      <p:cBhvr additive="base">
                                        <p:cTn id="13" dur="500" fill="hold"/>
                                        <p:tgtEl>
                                          <p:spTgt spid="53"/>
                                        </p:tgtEl>
                                        <p:attrNameLst>
                                          <p:attrName>ppt_y</p:attrName>
                                        </p:attrNameLst>
                                      </p:cBhvr>
                                      <p:tavLst>
                                        <p:tav tm="0">
                                          <p:val>
                                            <p:strVal val="#ppt_y"/>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3" grpId="0" animBg="1"/>
    </p:bldLst>
  </p:timing>
</p:sld>
</file>

<file path=ppt/slides/slide12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44" name="组合 43">
            <a:extLst>
              <a:ext uri="{FF2B5EF4-FFF2-40B4-BE49-F238E27FC236}">
                <a16:creationId xmlns:a16="http://schemas.microsoft.com/office/drawing/2014/main" id="{4E655FF0-9AED-47CE-9C07-0C8C3ECA9984}"/>
              </a:ext>
            </a:extLst>
          </p:cNvPr>
          <p:cNvGrpSpPr/>
          <p:nvPr/>
        </p:nvGrpSpPr>
        <p:grpSpPr>
          <a:xfrm>
            <a:off x="4182910" y="1863472"/>
            <a:ext cx="3873794" cy="4151587"/>
            <a:chOff x="4182910" y="1863472"/>
            <a:chExt cx="3873794" cy="4151587"/>
          </a:xfrm>
        </p:grpSpPr>
        <p:cxnSp>
          <p:nvCxnSpPr>
            <p:cNvPr id="54" name="直接箭头连接符 53">
              <a:extLst>
                <a:ext uri="{FF2B5EF4-FFF2-40B4-BE49-F238E27FC236}">
                  <a16:creationId xmlns:a16="http://schemas.microsoft.com/office/drawing/2014/main" id="{C2F5634E-BA1B-4D66-96B1-B71660808B8B}"/>
                </a:ext>
              </a:extLst>
            </p:cNvPr>
            <p:cNvCxnSpPr>
              <a:cxnSpLocks/>
            </p:cNvCxnSpPr>
            <p:nvPr/>
          </p:nvCxnSpPr>
          <p:spPr>
            <a:xfrm>
              <a:off x="7798891" y="1863472"/>
              <a:ext cx="0" cy="4121692"/>
            </a:xfrm>
            <a:prstGeom prst="straightConnector1">
              <a:avLst/>
            </a:prstGeom>
            <a:ln w="25400">
              <a:solidFill>
                <a:schemeClr val="tx1"/>
              </a:solidFill>
              <a:tailEnd type="triangle"/>
            </a:ln>
          </p:spPr>
          <p:style>
            <a:lnRef idx="1">
              <a:schemeClr val="accent1"/>
            </a:lnRef>
            <a:fillRef idx="0">
              <a:schemeClr val="accent1"/>
            </a:fillRef>
            <a:effectRef idx="0">
              <a:schemeClr val="accent1"/>
            </a:effectRef>
            <a:fontRef idx="minor">
              <a:schemeClr val="tx1"/>
            </a:fontRef>
          </p:style>
        </p:cxnSp>
        <p:cxnSp>
          <p:nvCxnSpPr>
            <p:cNvPr id="14" name="直接箭头连接符 13">
              <a:extLst>
                <a:ext uri="{FF2B5EF4-FFF2-40B4-BE49-F238E27FC236}">
                  <a16:creationId xmlns:a16="http://schemas.microsoft.com/office/drawing/2014/main" id="{5DFA9C35-F25A-4DB3-8C67-0A5DC93590BD}"/>
                </a:ext>
              </a:extLst>
            </p:cNvPr>
            <p:cNvCxnSpPr>
              <a:cxnSpLocks/>
            </p:cNvCxnSpPr>
            <p:nvPr/>
          </p:nvCxnSpPr>
          <p:spPr>
            <a:xfrm>
              <a:off x="4466378" y="1863472"/>
              <a:ext cx="0" cy="4121692"/>
            </a:xfrm>
            <a:prstGeom prst="straightConnector1">
              <a:avLst/>
            </a:prstGeom>
            <a:ln w="25400">
              <a:solidFill>
                <a:schemeClr val="tx1"/>
              </a:solidFill>
              <a:tailEnd type="triangle"/>
            </a:ln>
          </p:spPr>
          <p:style>
            <a:lnRef idx="1">
              <a:schemeClr val="accent1"/>
            </a:lnRef>
            <a:fillRef idx="0">
              <a:schemeClr val="accent1"/>
            </a:fillRef>
            <a:effectRef idx="0">
              <a:schemeClr val="accent1"/>
            </a:effectRef>
            <a:fontRef idx="minor">
              <a:schemeClr val="tx1"/>
            </a:fontRef>
          </p:style>
        </p:cxnSp>
        <p:sp>
          <p:nvSpPr>
            <p:cNvPr id="29" name="文本框 28">
              <a:extLst>
                <a:ext uri="{FF2B5EF4-FFF2-40B4-BE49-F238E27FC236}">
                  <a16:creationId xmlns:a16="http://schemas.microsoft.com/office/drawing/2014/main" id="{4FF3F173-B2A0-456F-A798-5EF84BB1A73F}"/>
                </a:ext>
              </a:extLst>
            </p:cNvPr>
            <p:cNvSpPr txBox="1"/>
            <p:nvPr/>
          </p:nvSpPr>
          <p:spPr>
            <a:xfrm>
              <a:off x="4182910" y="5645727"/>
              <a:ext cx="221673" cy="369332"/>
            </a:xfrm>
            <a:prstGeom prst="rect">
              <a:avLst/>
            </a:prstGeom>
            <a:noFill/>
          </p:spPr>
          <p:txBody>
            <a:bodyPr wrap="square" rtlCol="0">
              <a:spAutoFit/>
            </a:bodyPr>
            <a:lstStyle/>
            <a:p>
              <a:pPr algn="r"/>
              <a:r>
                <a:rPr lang="en-US" altLang="zh-CN" b="1" dirty="0"/>
                <a:t>t</a:t>
              </a:r>
              <a:endParaRPr lang="zh-CN" altLang="en-US" b="1" dirty="0"/>
            </a:p>
          </p:txBody>
        </p:sp>
        <p:sp>
          <p:nvSpPr>
            <p:cNvPr id="34" name="文本框 33">
              <a:extLst>
                <a:ext uri="{FF2B5EF4-FFF2-40B4-BE49-F238E27FC236}">
                  <a16:creationId xmlns:a16="http://schemas.microsoft.com/office/drawing/2014/main" id="{81382C67-92C2-4AA3-8371-612A0950C151}"/>
                </a:ext>
              </a:extLst>
            </p:cNvPr>
            <p:cNvSpPr txBox="1"/>
            <p:nvPr/>
          </p:nvSpPr>
          <p:spPr>
            <a:xfrm>
              <a:off x="7835031" y="5645727"/>
              <a:ext cx="221673" cy="369332"/>
            </a:xfrm>
            <a:prstGeom prst="rect">
              <a:avLst/>
            </a:prstGeom>
            <a:noFill/>
          </p:spPr>
          <p:txBody>
            <a:bodyPr wrap="square" rtlCol="0">
              <a:spAutoFit/>
            </a:bodyPr>
            <a:lstStyle/>
            <a:p>
              <a:r>
                <a:rPr lang="en-US" altLang="zh-CN" b="1" dirty="0"/>
                <a:t>t</a:t>
              </a:r>
              <a:endParaRPr lang="zh-CN" altLang="en-US" b="1" dirty="0"/>
            </a:p>
          </p:txBody>
        </p:sp>
      </p:grpSp>
      <p:grpSp>
        <p:nvGrpSpPr>
          <p:cNvPr id="4" name="组合 3">
            <a:extLst>
              <a:ext uri="{FF2B5EF4-FFF2-40B4-BE49-F238E27FC236}">
                <a16:creationId xmlns:a16="http://schemas.microsoft.com/office/drawing/2014/main" id="{9A1EA9F2-FCB6-48C3-935F-7AE7E3AD14AC}"/>
              </a:ext>
            </a:extLst>
          </p:cNvPr>
          <p:cNvGrpSpPr/>
          <p:nvPr/>
        </p:nvGrpSpPr>
        <p:grpSpPr>
          <a:xfrm>
            <a:off x="304800" y="749300"/>
            <a:ext cx="6192344" cy="400110"/>
            <a:chOff x="424117" y="898245"/>
            <a:chExt cx="6192344" cy="400110"/>
          </a:xfrm>
        </p:grpSpPr>
        <p:sp>
          <p:nvSpPr>
            <p:cNvPr id="2" name="平行四边形 1">
              <a:extLst>
                <a:ext uri="{FF2B5EF4-FFF2-40B4-BE49-F238E27FC236}">
                  <a16:creationId xmlns:a16="http://schemas.microsoft.com/office/drawing/2014/main" id="{1F5BAA3F-9845-4F89-A2DD-8222D3E4EDAC}"/>
                </a:ext>
              </a:extLst>
            </p:cNvPr>
            <p:cNvSpPr/>
            <p:nvPr/>
          </p:nvSpPr>
          <p:spPr>
            <a:xfrm>
              <a:off x="424117" y="898245"/>
              <a:ext cx="628306" cy="387090"/>
            </a:xfrm>
            <a:prstGeom prst="parallelogram">
              <a:avLst/>
            </a:prstGeom>
            <a:solidFill>
              <a:schemeClr val="accent3">
                <a:lumMod val="75000"/>
              </a:schemeClr>
            </a:solidFill>
            <a:ln>
              <a:solidFill>
                <a:schemeClr val="accent3">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CN" sz="2200" dirty="0">
                  <a:latin typeface="Impact" panose="020B0806030902050204" pitchFamily="34" charset="0"/>
                </a:rPr>
                <a:t>01</a:t>
              </a:r>
              <a:endParaRPr lang="zh-CN" altLang="en-US" sz="2200" dirty="0">
                <a:latin typeface="Impact" panose="020B0806030902050204" pitchFamily="34" charset="0"/>
              </a:endParaRPr>
            </a:p>
          </p:txBody>
        </p:sp>
        <p:sp>
          <p:nvSpPr>
            <p:cNvPr id="3" name="文本框 2">
              <a:extLst>
                <a:ext uri="{FF2B5EF4-FFF2-40B4-BE49-F238E27FC236}">
                  <a16:creationId xmlns:a16="http://schemas.microsoft.com/office/drawing/2014/main" id="{4D6BD736-A4D3-4F26-AFED-36E11F50F70B}"/>
                </a:ext>
              </a:extLst>
            </p:cNvPr>
            <p:cNvSpPr txBox="1"/>
            <p:nvPr/>
          </p:nvSpPr>
          <p:spPr>
            <a:xfrm>
              <a:off x="1052423" y="898245"/>
              <a:ext cx="5564038" cy="400110"/>
            </a:xfrm>
            <a:prstGeom prst="rect">
              <a:avLst/>
            </a:prstGeom>
            <a:noFill/>
          </p:spPr>
          <p:txBody>
            <a:bodyPr wrap="square" rtlCol="0">
              <a:spAutoFit/>
            </a:bodyPr>
            <a:lstStyle/>
            <a:p>
              <a:r>
                <a:rPr lang="zh-CN" altLang="en-US" sz="2000" b="1" dirty="0"/>
                <a:t>停止</a:t>
              </a:r>
              <a:r>
                <a:rPr lang="en-US" altLang="zh-CN" sz="2000" b="1" dirty="0"/>
                <a:t>-</a:t>
              </a:r>
              <a:r>
                <a:rPr lang="zh-CN" altLang="en-US" sz="2000" b="1" dirty="0"/>
                <a:t>等待协议的实现原理</a:t>
              </a:r>
            </a:p>
          </p:txBody>
        </p:sp>
      </p:grpSp>
      <p:grpSp>
        <p:nvGrpSpPr>
          <p:cNvPr id="7" name="组合 6">
            <a:extLst>
              <a:ext uri="{FF2B5EF4-FFF2-40B4-BE49-F238E27FC236}">
                <a16:creationId xmlns:a16="http://schemas.microsoft.com/office/drawing/2014/main" id="{5E7BDDC2-8FDB-4028-8058-31C2E55638B8}"/>
              </a:ext>
            </a:extLst>
          </p:cNvPr>
          <p:cNvGrpSpPr/>
          <p:nvPr/>
        </p:nvGrpSpPr>
        <p:grpSpPr>
          <a:xfrm>
            <a:off x="4504661" y="2037063"/>
            <a:ext cx="3285161" cy="540207"/>
            <a:chOff x="4504661" y="2037063"/>
            <a:chExt cx="3285161" cy="540207"/>
          </a:xfrm>
        </p:grpSpPr>
        <p:cxnSp>
          <p:nvCxnSpPr>
            <p:cNvPr id="35" name="直接箭头连接符 34">
              <a:extLst>
                <a:ext uri="{FF2B5EF4-FFF2-40B4-BE49-F238E27FC236}">
                  <a16:creationId xmlns:a16="http://schemas.microsoft.com/office/drawing/2014/main" id="{86E67B9A-DDD7-44FC-95CD-DCBD0C280064}"/>
                </a:ext>
              </a:extLst>
            </p:cNvPr>
            <p:cNvCxnSpPr>
              <a:cxnSpLocks/>
            </p:cNvCxnSpPr>
            <p:nvPr/>
          </p:nvCxnSpPr>
          <p:spPr>
            <a:xfrm>
              <a:off x="4504661" y="2165620"/>
              <a:ext cx="3285161" cy="411650"/>
            </a:xfrm>
            <a:prstGeom prst="straightConnector1">
              <a:avLst/>
            </a:prstGeom>
            <a:ln w="63500" cap="rnd">
              <a:solidFill>
                <a:schemeClr val="accent3"/>
              </a:solidFill>
              <a:round/>
              <a:tailEnd type="triangle" w="med" len="lg"/>
            </a:ln>
          </p:spPr>
          <p:style>
            <a:lnRef idx="1">
              <a:schemeClr val="accent1"/>
            </a:lnRef>
            <a:fillRef idx="0">
              <a:schemeClr val="accent1"/>
            </a:fillRef>
            <a:effectRef idx="0">
              <a:schemeClr val="accent1"/>
            </a:effectRef>
            <a:fontRef idx="minor">
              <a:schemeClr val="tx1"/>
            </a:fontRef>
          </p:style>
        </p:cxnSp>
        <p:sp>
          <p:nvSpPr>
            <p:cNvPr id="36" name="文本框 35">
              <a:extLst>
                <a:ext uri="{FF2B5EF4-FFF2-40B4-BE49-F238E27FC236}">
                  <a16:creationId xmlns:a16="http://schemas.microsoft.com/office/drawing/2014/main" id="{F6F96800-C831-4F1B-B5C3-E6630CC34B4B}"/>
                </a:ext>
              </a:extLst>
            </p:cNvPr>
            <p:cNvSpPr txBox="1"/>
            <p:nvPr/>
          </p:nvSpPr>
          <p:spPr>
            <a:xfrm rot="468067">
              <a:off x="5522912" y="2037063"/>
              <a:ext cx="1107553" cy="369332"/>
            </a:xfrm>
            <a:prstGeom prst="rect">
              <a:avLst/>
            </a:prstGeom>
            <a:noFill/>
          </p:spPr>
          <p:txBody>
            <a:bodyPr wrap="square" rtlCol="0">
              <a:spAutoFit/>
            </a:bodyPr>
            <a:lstStyle/>
            <a:p>
              <a:pPr algn="ctr"/>
              <a:r>
                <a:rPr lang="en-US" altLang="zh-CN" b="1" dirty="0">
                  <a:solidFill>
                    <a:schemeClr val="accent3"/>
                  </a:solidFill>
                  <a:latin typeface="Arial Black" panose="020B0A04020102020204" pitchFamily="34" charset="0"/>
                </a:rPr>
                <a:t>DATA0</a:t>
              </a:r>
              <a:endParaRPr lang="zh-CN" altLang="en-US" b="1" dirty="0">
                <a:solidFill>
                  <a:schemeClr val="accent3"/>
                </a:solidFill>
                <a:latin typeface="Arial Black" panose="020B0A04020102020204" pitchFamily="34" charset="0"/>
              </a:endParaRPr>
            </a:p>
          </p:txBody>
        </p:sp>
      </p:grpSp>
      <p:grpSp>
        <p:nvGrpSpPr>
          <p:cNvPr id="30" name="组合 29">
            <a:extLst>
              <a:ext uri="{FF2B5EF4-FFF2-40B4-BE49-F238E27FC236}">
                <a16:creationId xmlns:a16="http://schemas.microsoft.com/office/drawing/2014/main" id="{7F3B4E09-6764-454A-9492-E074DC4B625B}"/>
              </a:ext>
            </a:extLst>
          </p:cNvPr>
          <p:cNvGrpSpPr/>
          <p:nvPr/>
        </p:nvGrpSpPr>
        <p:grpSpPr>
          <a:xfrm>
            <a:off x="3184786" y="1260318"/>
            <a:ext cx="5835614" cy="808297"/>
            <a:chOff x="3094732" y="1606682"/>
            <a:chExt cx="5835614" cy="808297"/>
          </a:xfrm>
        </p:grpSpPr>
        <p:sp>
          <p:nvSpPr>
            <p:cNvPr id="17" name="文本框 16">
              <a:extLst>
                <a:ext uri="{FF2B5EF4-FFF2-40B4-BE49-F238E27FC236}">
                  <a16:creationId xmlns:a16="http://schemas.microsoft.com/office/drawing/2014/main" id="{5BC89BE0-4BDF-4485-9FBE-0F4CA3E7333F}"/>
                </a:ext>
              </a:extLst>
            </p:cNvPr>
            <p:cNvSpPr txBox="1"/>
            <p:nvPr/>
          </p:nvSpPr>
          <p:spPr>
            <a:xfrm>
              <a:off x="3094732" y="1829614"/>
              <a:ext cx="905164" cy="369332"/>
            </a:xfrm>
            <a:prstGeom prst="rect">
              <a:avLst/>
            </a:prstGeom>
            <a:noFill/>
          </p:spPr>
          <p:txBody>
            <a:bodyPr wrap="square" rtlCol="0">
              <a:spAutoFit/>
            </a:bodyPr>
            <a:lstStyle/>
            <a:p>
              <a:pPr algn="ctr"/>
              <a:r>
                <a:rPr lang="zh-CN" altLang="en-US" b="1" dirty="0">
                  <a:latin typeface="+mn-ea"/>
                </a:rPr>
                <a:t>发送方</a:t>
              </a:r>
            </a:p>
          </p:txBody>
        </p:sp>
        <p:sp>
          <p:nvSpPr>
            <p:cNvPr id="18" name="文本框 17">
              <a:extLst>
                <a:ext uri="{FF2B5EF4-FFF2-40B4-BE49-F238E27FC236}">
                  <a16:creationId xmlns:a16="http://schemas.microsoft.com/office/drawing/2014/main" id="{A53EBA0B-88E5-479C-B031-0031D4C518FB}"/>
                </a:ext>
              </a:extLst>
            </p:cNvPr>
            <p:cNvSpPr txBox="1"/>
            <p:nvPr/>
          </p:nvSpPr>
          <p:spPr>
            <a:xfrm>
              <a:off x="8025182" y="1829614"/>
              <a:ext cx="905164" cy="369332"/>
            </a:xfrm>
            <a:prstGeom prst="rect">
              <a:avLst/>
            </a:prstGeom>
            <a:noFill/>
          </p:spPr>
          <p:txBody>
            <a:bodyPr wrap="square" rtlCol="0">
              <a:spAutoFit/>
            </a:bodyPr>
            <a:lstStyle/>
            <a:p>
              <a:pPr algn="ctr"/>
              <a:r>
                <a:rPr lang="zh-CN" altLang="en-US" b="1" dirty="0">
                  <a:latin typeface="+mn-ea"/>
                </a:rPr>
                <a:t>接收方</a:t>
              </a:r>
            </a:p>
          </p:txBody>
        </p:sp>
        <p:cxnSp>
          <p:nvCxnSpPr>
            <p:cNvPr id="20" name="直接连接符 19">
              <a:extLst>
                <a:ext uri="{FF2B5EF4-FFF2-40B4-BE49-F238E27FC236}">
                  <a16:creationId xmlns:a16="http://schemas.microsoft.com/office/drawing/2014/main" id="{60E4C73B-A225-411B-883A-DC140C4192C5}"/>
                </a:ext>
              </a:extLst>
            </p:cNvPr>
            <p:cNvCxnSpPr>
              <a:cxnSpLocks/>
            </p:cNvCxnSpPr>
            <p:nvPr/>
          </p:nvCxnSpPr>
          <p:spPr>
            <a:xfrm>
              <a:off x="4214689" y="2101247"/>
              <a:ext cx="3494148" cy="0"/>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pic>
          <p:nvPicPr>
            <p:cNvPr id="21" name="图形 20">
              <a:extLst>
                <a:ext uri="{FF2B5EF4-FFF2-40B4-BE49-F238E27FC236}">
                  <a16:creationId xmlns:a16="http://schemas.microsoft.com/office/drawing/2014/main" id="{6741A3DB-8FF6-4FA5-B425-532579F07BB2}"/>
                </a:ext>
              </a:extLst>
            </p:cNvPr>
            <p:cNvPicPr>
              <a:picLocks noChangeAspect="1"/>
            </p:cNvPicPr>
            <p:nvPr/>
          </p:nvPicPr>
          <p:blipFill>
            <a:blip r:embed="rId3">
              <a:extLst>
                <a:ext uri="{28A0092B-C50C-407E-A947-70E740481C1C}">
                  <a14:useLocalDpi xmlns:a14="http://schemas.microsoft.com/office/drawing/2010/main" val="0"/>
                </a:ext>
                <a:ext uri="{96DAC541-7B7A-43D3-8B79-37D633B846F1}">
                  <asvg:svgBlip xmlns:asvg="http://schemas.microsoft.com/office/drawing/2016/SVG/main" r:embed="rId4"/>
                </a:ext>
              </a:extLst>
            </a:blip>
            <a:stretch>
              <a:fillRect/>
            </a:stretch>
          </p:blipFill>
          <p:spPr>
            <a:xfrm>
              <a:off x="4044917" y="1625133"/>
              <a:ext cx="662814" cy="641082"/>
            </a:xfrm>
            <a:prstGeom prst="rect">
              <a:avLst/>
            </a:prstGeom>
          </p:spPr>
        </p:pic>
        <p:pic>
          <p:nvPicPr>
            <p:cNvPr id="22" name="图形 21">
              <a:extLst>
                <a:ext uri="{FF2B5EF4-FFF2-40B4-BE49-F238E27FC236}">
                  <a16:creationId xmlns:a16="http://schemas.microsoft.com/office/drawing/2014/main" id="{FB51D0B6-4BB2-4ACA-8731-2370EE12D6D8}"/>
                </a:ext>
              </a:extLst>
            </p:cNvPr>
            <p:cNvPicPr>
              <a:picLocks noChangeAspect="1"/>
            </p:cNvPicPr>
            <p:nvPr/>
          </p:nvPicPr>
          <p:blipFill>
            <a:blip r:embed="rId5">
              <a:extLst>
                <a:ext uri="{28A0092B-C50C-407E-A947-70E740481C1C}">
                  <a14:useLocalDpi xmlns:a14="http://schemas.microsoft.com/office/drawing/2010/main" val="0"/>
                </a:ext>
                <a:ext uri="{96DAC541-7B7A-43D3-8B79-37D633B846F1}">
                  <asvg:svgBlip xmlns:asvg="http://schemas.microsoft.com/office/drawing/2016/SVG/main" r:embed="rId6"/>
                </a:ext>
              </a:extLst>
            </a:blip>
            <a:stretch>
              <a:fillRect/>
            </a:stretch>
          </p:blipFill>
          <p:spPr>
            <a:xfrm>
              <a:off x="7457951" y="1606682"/>
              <a:ext cx="501772" cy="658576"/>
            </a:xfrm>
            <a:prstGeom prst="rect">
              <a:avLst/>
            </a:prstGeom>
          </p:spPr>
        </p:pic>
        <p:sp>
          <p:nvSpPr>
            <p:cNvPr id="27" name="云形 26">
              <a:extLst>
                <a:ext uri="{FF2B5EF4-FFF2-40B4-BE49-F238E27FC236}">
                  <a16:creationId xmlns:a16="http://schemas.microsoft.com/office/drawing/2014/main" id="{376EF8EB-1F23-4CFB-8171-CB84499BD291}"/>
                </a:ext>
              </a:extLst>
            </p:cNvPr>
            <p:cNvSpPr/>
            <p:nvPr/>
          </p:nvSpPr>
          <p:spPr>
            <a:xfrm>
              <a:off x="5371531" y="1613581"/>
              <a:ext cx="1422620" cy="801398"/>
            </a:xfrm>
            <a:prstGeom prst="cloud">
              <a:avLst/>
            </a:prstGeom>
            <a:solidFill>
              <a:schemeClr val="bg1">
                <a:lumMod val="85000"/>
              </a:schemeClr>
            </a:solidFill>
            <a:ln>
              <a:solidFill>
                <a:schemeClr val="bg1">
                  <a:lumMod val="85000"/>
                </a:schemeClr>
              </a:solidFill>
            </a:ln>
          </p:spPr>
          <p:style>
            <a:lnRef idx="2">
              <a:schemeClr val="accent3">
                <a:shade val="50000"/>
              </a:schemeClr>
            </a:lnRef>
            <a:fillRef idx="1">
              <a:schemeClr val="accent3"/>
            </a:fillRef>
            <a:effectRef idx="0">
              <a:schemeClr val="accent3"/>
            </a:effectRef>
            <a:fontRef idx="minor">
              <a:schemeClr val="lt1"/>
            </a:fontRef>
          </p:style>
          <p:txBody>
            <a:bodyPr rtlCol="0" anchor="ctr"/>
            <a:lstStyle/>
            <a:p>
              <a:pPr algn="ctr"/>
              <a:r>
                <a:rPr lang="zh-CN" altLang="en-US" b="1" dirty="0">
                  <a:solidFill>
                    <a:schemeClr val="tx1"/>
                  </a:solidFill>
                  <a:latin typeface="+mn-ea"/>
                </a:rPr>
                <a:t>因特网</a:t>
              </a:r>
            </a:p>
          </p:txBody>
        </p:sp>
      </p:grpSp>
      <p:grpSp>
        <p:nvGrpSpPr>
          <p:cNvPr id="6" name="组合 5">
            <a:extLst>
              <a:ext uri="{FF2B5EF4-FFF2-40B4-BE49-F238E27FC236}">
                <a16:creationId xmlns:a16="http://schemas.microsoft.com/office/drawing/2014/main" id="{4FAA3E92-22E8-4BD1-A94D-0289BCCBE452}"/>
              </a:ext>
            </a:extLst>
          </p:cNvPr>
          <p:cNvGrpSpPr/>
          <p:nvPr/>
        </p:nvGrpSpPr>
        <p:grpSpPr>
          <a:xfrm>
            <a:off x="4482385" y="2611337"/>
            <a:ext cx="3321365" cy="1149358"/>
            <a:chOff x="4482385" y="2611337"/>
            <a:chExt cx="3321365" cy="1149358"/>
          </a:xfrm>
        </p:grpSpPr>
        <p:cxnSp>
          <p:nvCxnSpPr>
            <p:cNvPr id="48" name="直接箭头连接符 47">
              <a:extLst>
                <a:ext uri="{FF2B5EF4-FFF2-40B4-BE49-F238E27FC236}">
                  <a16:creationId xmlns:a16="http://schemas.microsoft.com/office/drawing/2014/main" id="{B45A8A54-BCEE-4EE6-BD80-3F200082D29F}"/>
                </a:ext>
              </a:extLst>
            </p:cNvPr>
            <p:cNvCxnSpPr>
              <a:cxnSpLocks/>
            </p:cNvCxnSpPr>
            <p:nvPr/>
          </p:nvCxnSpPr>
          <p:spPr>
            <a:xfrm flipH="1">
              <a:off x="4482385" y="2611337"/>
              <a:ext cx="3321365" cy="1149358"/>
            </a:xfrm>
            <a:prstGeom prst="straightConnector1">
              <a:avLst/>
            </a:prstGeom>
            <a:ln w="25400">
              <a:solidFill>
                <a:schemeClr val="accent4"/>
              </a:solidFill>
              <a:tailEnd type="triangle" w="med" len="lg"/>
            </a:ln>
          </p:spPr>
          <p:style>
            <a:lnRef idx="1">
              <a:schemeClr val="accent1"/>
            </a:lnRef>
            <a:fillRef idx="0">
              <a:schemeClr val="accent1"/>
            </a:fillRef>
            <a:effectRef idx="0">
              <a:schemeClr val="accent1"/>
            </a:effectRef>
            <a:fontRef idx="minor">
              <a:schemeClr val="tx1"/>
            </a:fontRef>
          </p:style>
        </p:cxnSp>
        <p:sp>
          <p:nvSpPr>
            <p:cNvPr id="56" name="文本框 55">
              <a:extLst>
                <a:ext uri="{FF2B5EF4-FFF2-40B4-BE49-F238E27FC236}">
                  <a16:creationId xmlns:a16="http://schemas.microsoft.com/office/drawing/2014/main" id="{A729228A-ADBE-487E-B36D-8C658E01EF99}"/>
                </a:ext>
              </a:extLst>
            </p:cNvPr>
            <p:cNvSpPr txBox="1"/>
            <p:nvPr/>
          </p:nvSpPr>
          <p:spPr>
            <a:xfrm rot="20417104">
              <a:off x="5613289" y="2873034"/>
              <a:ext cx="1107553" cy="369332"/>
            </a:xfrm>
            <a:prstGeom prst="rect">
              <a:avLst/>
            </a:prstGeom>
            <a:noFill/>
          </p:spPr>
          <p:txBody>
            <a:bodyPr wrap="square" rtlCol="0">
              <a:spAutoFit/>
            </a:bodyPr>
            <a:lstStyle/>
            <a:p>
              <a:pPr algn="ctr"/>
              <a:r>
                <a:rPr lang="en-US" altLang="zh-CN" b="1" dirty="0">
                  <a:solidFill>
                    <a:schemeClr val="accent4"/>
                  </a:solidFill>
                  <a:latin typeface="Arial Black" panose="020B0A04020102020204" pitchFamily="34" charset="0"/>
                </a:rPr>
                <a:t>ACK</a:t>
              </a:r>
              <a:endParaRPr lang="zh-CN" altLang="en-US" b="1" dirty="0">
                <a:solidFill>
                  <a:schemeClr val="accent4"/>
                </a:solidFill>
                <a:latin typeface="Arial Black" panose="020B0A04020102020204" pitchFamily="34" charset="0"/>
              </a:endParaRPr>
            </a:p>
          </p:txBody>
        </p:sp>
      </p:grpSp>
      <p:grpSp>
        <p:nvGrpSpPr>
          <p:cNvPr id="11" name="组合 10">
            <a:extLst>
              <a:ext uri="{FF2B5EF4-FFF2-40B4-BE49-F238E27FC236}">
                <a16:creationId xmlns:a16="http://schemas.microsoft.com/office/drawing/2014/main" id="{80DE1420-E440-47C6-AD5C-4977E7D49E0B}"/>
              </a:ext>
            </a:extLst>
          </p:cNvPr>
          <p:cNvGrpSpPr/>
          <p:nvPr/>
        </p:nvGrpSpPr>
        <p:grpSpPr>
          <a:xfrm>
            <a:off x="3402107" y="2142169"/>
            <a:ext cx="1056268" cy="1257155"/>
            <a:chOff x="3401041" y="2160579"/>
            <a:chExt cx="1056268" cy="1257155"/>
          </a:xfrm>
        </p:grpSpPr>
        <p:cxnSp>
          <p:nvCxnSpPr>
            <p:cNvPr id="68" name="直接箭头连接符 67">
              <a:extLst>
                <a:ext uri="{FF2B5EF4-FFF2-40B4-BE49-F238E27FC236}">
                  <a16:creationId xmlns:a16="http://schemas.microsoft.com/office/drawing/2014/main" id="{BC462BF6-0FBA-481F-80D1-28F9CCD1B206}"/>
                </a:ext>
              </a:extLst>
            </p:cNvPr>
            <p:cNvCxnSpPr>
              <a:cxnSpLocks/>
            </p:cNvCxnSpPr>
            <p:nvPr/>
          </p:nvCxnSpPr>
          <p:spPr>
            <a:xfrm>
              <a:off x="4057360" y="2160579"/>
              <a:ext cx="0" cy="1257155"/>
            </a:xfrm>
            <a:prstGeom prst="straightConnector1">
              <a:avLst/>
            </a:prstGeom>
            <a:ln w="12700">
              <a:solidFill>
                <a:schemeClr val="tx1"/>
              </a:solidFill>
              <a:headEnd type="triangle"/>
              <a:tailEnd type="triangle"/>
            </a:ln>
          </p:spPr>
          <p:style>
            <a:lnRef idx="1">
              <a:schemeClr val="accent1"/>
            </a:lnRef>
            <a:fillRef idx="0">
              <a:schemeClr val="accent1"/>
            </a:fillRef>
            <a:effectRef idx="0">
              <a:schemeClr val="accent1"/>
            </a:effectRef>
            <a:fontRef idx="minor">
              <a:schemeClr val="tx1"/>
            </a:fontRef>
          </p:style>
        </p:cxnSp>
        <p:sp>
          <p:nvSpPr>
            <p:cNvPr id="69" name="文本框 68">
              <a:extLst>
                <a:ext uri="{FF2B5EF4-FFF2-40B4-BE49-F238E27FC236}">
                  <a16:creationId xmlns:a16="http://schemas.microsoft.com/office/drawing/2014/main" id="{807016C4-B120-4052-B683-8EAD4B9F37A0}"/>
                </a:ext>
              </a:extLst>
            </p:cNvPr>
            <p:cNvSpPr txBox="1"/>
            <p:nvPr/>
          </p:nvSpPr>
          <p:spPr>
            <a:xfrm>
              <a:off x="3746853" y="2597246"/>
              <a:ext cx="615339" cy="369332"/>
            </a:xfrm>
            <a:prstGeom prst="rect">
              <a:avLst/>
            </a:prstGeom>
            <a:solidFill>
              <a:schemeClr val="bg1"/>
            </a:solidFill>
          </p:spPr>
          <p:txBody>
            <a:bodyPr wrap="square" rtlCol="0">
              <a:spAutoFit/>
            </a:bodyPr>
            <a:lstStyle/>
            <a:p>
              <a:pPr algn="ctr"/>
              <a:r>
                <a:rPr lang="en-US" altLang="zh-CN" b="1" dirty="0">
                  <a:latin typeface="Arial Narrow" panose="020B0606020202030204" pitchFamily="34" charset="0"/>
                </a:rPr>
                <a:t>RTO</a:t>
              </a:r>
              <a:endParaRPr lang="zh-CN" altLang="en-US" b="1" dirty="0">
                <a:latin typeface="Arial Narrow" panose="020B0606020202030204" pitchFamily="34" charset="0"/>
              </a:endParaRPr>
            </a:p>
          </p:txBody>
        </p:sp>
        <p:cxnSp>
          <p:nvCxnSpPr>
            <p:cNvPr id="71" name="直接连接符 70">
              <a:extLst>
                <a:ext uri="{FF2B5EF4-FFF2-40B4-BE49-F238E27FC236}">
                  <a16:creationId xmlns:a16="http://schemas.microsoft.com/office/drawing/2014/main" id="{8A74443A-FA26-44DB-9F3E-575FAF1BAA30}"/>
                </a:ext>
              </a:extLst>
            </p:cNvPr>
            <p:cNvCxnSpPr>
              <a:cxnSpLocks/>
            </p:cNvCxnSpPr>
            <p:nvPr/>
          </p:nvCxnSpPr>
          <p:spPr>
            <a:xfrm flipH="1">
              <a:off x="3401042" y="2165210"/>
              <a:ext cx="1056267" cy="0"/>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sp>
          <p:nvSpPr>
            <p:cNvPr id="77" name="chronometer_117482">
              <a:extLst>
                <a:ext uri="{FF2B5EF4-FFF2-40B4-BE49-F238E27FC236}">
                  <a16:creationId xmlns:a16="http://schemas.microsoft.com/office/drawing/2014/main" id="{9EE1D83E-6058-42D2-9278-48782B6085E2}"/>
                </a:ext>
              </a:extLst>
            </p:cNvPr>
            <p:cNvSpPr/>
            <p:nvPr/>
          </p:nvSpPr>
          <p:spPr>
            <a:xfrm>
              <a:off x="3495968" y="2577270"/>
              <a:ext cx="304613" cy="369332"/>
            </a:xfrm>
            <a:custGeom>
              <a:avLst/>
              <a:gdLst>
                <a:gd name="T0" fmla="*/ 0 w 3733"/>
                <a:gd name="T1" fmla="*/ 2667 h 4533"/>
                <a:gd name="T2" fmla="*/ 1867 w 3733"/>
                <a:gd name="T3" fmla="*/ 4533 h 4533"/>
                <a:gd name="T4" fmla="*/ 3733 w 3733"/>
                <a:gd name="T5" fmla="*/ 2667 h 4533"/>
                <a:gd name="T6" fmla="*/ 3161 w 3733"/>
                <a:gd name="T7" fmla="*/ 1323 h 4533"/>
                <a:gd name="T8" fmla="*/ 3408 w 3733"/>
                <a:gd name="T9" fmla="*/ 1075 h 4533"/>
                <a:gd name="T10" fmla="*/ 3408 w 3733"/>
                <a:gd name="T11" fmla="*/ 792 h 4533"/>
                <a:gd name="T12" fmla="*/ 3125 w 3733"/>
                <a:gd name="T13" fmla="*/ 792 h 4533"/>
                <a:gd name="T14" fmla="*/ 2842 w 3733"/>
                <a:gd name="T15" fmla="*/ 1076 h 4533"/>
                <a:gd name="T16" fmla="*/ 2067 w 3733"/>
                <a:gd name="T17" fmla="*/ 811 h 4533"/>
                <a:gd name="T18" fmla="*/ 2067 w 3733"/>
                <a:gd name="T19" fmla="*/ 400 h 4533"/>
                <a:gd name="T20" fmla="*/ 2667 w 3733"/>
                <a:gd name="T21" fmla="*/ 400 h 4533"/>
                <a:gd name="T22" fmla="*/ 2867 w 3733"/>
                <a:gd name="T23" fmla="*/ 200 h 4533"/>
                <a:gd name="T24" fmla="*/ 2667 w 3733"/>
                <a:gd name="T25" fmla="*/ 0 h 4533"/>
                <a:gd name="T26" fmla="*/ 1067 w 3733"/>
                <a:gd name="T27" fmla="*/ 0 h 4533"/>
                <a:gd name="T28" fmla="*/ 867 w 3733"/>
                <a:gd name="T29" fmla="*/ 200 h 4533"/>
                <a:gd name="T30" fmla="*/ 1067 w 3733"/>
                <a:gd name="T31" fmla="*/ 400 h 4533"/>
                <a:gd name="T32" fmla="*/ 1667 w 3733"/>
                <a:gd name="T33" fmla="*/ 400 h 4533"/>
                <a:gd name="T34" fmla="*/ 1667 w 3733"/>
                <a:gd name="T35" fmla="*/ 811 h 4533"/>
                <a:gd name="T36" fmla="*/ 891 w 3733"/>
                <a:gd name="T37" fmla="*/ 1076 h 4533"/>
                <a:gd name="T38" fmla="*/ 608 w 3733"/>
                <a:gd name="T39" fmla="*/ 792 h 4533"/>
                <a:gd name="T40" fmla="*/ 325 w 3733"/>
                <a:gd name="T41" fmla="*/ 792 h 4533"/>
                <a:gd name="T42" fmla="*/ 325 w 3733"/>
                <a:gd name="T43" fmla="*/ 1075 h 4533"/>
                <a:gd name="T44" fmla="*/ 573 w 3733"/>
                <a:gd name="T45" fmla="*/ 1323 h 4533"/>
                <a:gd name="T46" fmla="*/ 0 w 3733"/>
                <a:gd name="T47" fmla="*/ 2667 h 4533"/>
                <a:gd name="T48" fmla="*/ 1667 w 3733"/>
                <a:gd name="T49" fmla="*/ 1801 h 4533"/>
                <a:gd name="T50" fmla="*/ 1867 w 3733"/>
                <a:gd name="T51" fmla="*/ 1601 h 4533"/>
                <a:gd name="T52" fmla="*/ 2067 w 3733"/>
                <a:gd name="T53" fmla="*/ 1801 h 4533"/>
                <a:gd name="T54" fmla="*/ 2067 w 3733"/>
                <a:gd name="T55" fmla="*/ 2468 h 4533"/>
                <a:gd name="T56" fmla="*/ 2733 w 3733"/>
                <a:gd name="T57" fmla="*/ 2468 h 4533"/>
                <a:gd name="T58" fmla="*/ 2933 w 3733"/>
                <a:gd name="T59" fmla="*/ 2668 h 4533"/>
                <a:gd name="T60" fmla="*/ 2733 w 3733"/>
                <a:gd name="T61" fmla="*/ 2868 h 4533"/>
                <a:gd name="T62" fmla="*/ 1867 w 3733"/>
                <a:gd name="T63" fmla="*/ 2868 h 4533"/>
                <a:gd name="T64" fmla="*/ 1667 w 3733"/>
                <a:gd name="T65" fmla="*/ 2668 h 4533"/>
                <a:gd name="T66" fmla="*/ 1667 w 3733"/>
                <a:gd name="T67" fmla="*/ 1801 h 45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3733" h="4533">
                  <a:moveTo>
                    <a:pt x="0" y="2667"/>
                  </a:moveTo>
                  <a:cubicBezTo>
                    <a:pt x="0" y="3696"/>
                    <a:pt x="837" y="4533"/>
                    <a:pt x="1867" y="4533"/>
                  </a:cubicBezTo>
                  <a:cubicBezTo>
                    <a:pt x="2896" y="4533"/>
                    <a:pt x="3733" y="3696"/>
                    <a:pt x="3733" y="2667"/>
                  </a:cubicBezTo>
                  <a:cubicBezTo>
                    <a:pt x="3733" y="2139"/>
                    <a:pt x="3513" y="1662"/>
                    <a:pt x="3161" y="1323"/>
                  </a:cubicBezTo>
                  <a:lnTo>
                    <a:pt x="3408" y="1075"/>
                  </a:lnTo>
                  <a:cubicBezTo>
                    <a:pt x="3486" y="997"/>
                    <a:pt x="3486" y="870"/>
                    <a:pt x="3408" y="792"/>
                  </a:cubicBezTo>
                  <a:cubicBezTo>
                    <a:pt x="3330" y="714"/>
                    <a:pt x="3203" y="714"/>
                    <a:pt x="3125" y="792"/>
                  </a:cubicBezTo>
                  <a:lnTo>
                    <a:pt x="2842" y="1076"/>
                  </a:lnTo>
                  <a:cubicBezTo>
                    <a:pt x="2612" y="934"/>
                    <a:pt x="2348" y="841"/>
                    <a:pt x="2067" y="811"/>
                  </a:cubicBezTo>
                  <a:lnTo>
                    <a:pt x="2067" y="400"/>
                  </a:lnTo>
                  <a:lnTo>
                    <a:pt x="2667" y="400"/>
                  </a:lnTo>
                  <a:cubicBezTo>
                    <a:pt x="2777" y="400"/>
                    <a:pt x="2867" y="310"/>
                    <a:pt x="2867" y="200"/>
                  </a:cubicBezTo>
                  <a:cubicBezTo>
                    <a:pt x="2867" y="90"/>
                    <a:pt x="2777" y="0"/>
                    <a:pt x="2667" y="0"/>
                  </a:cubicBezTo>
                  <a:lnTo>
                    <a:pt x="1067" y="0"/>
                  </a:lnTo>
                  <a:cubicBezTo>
                    <a:pt x="956" y="0"/>
                    <a:pt x="867" y="90"/>
                    <a:pt x="867" y="200"/>
                  </a:cubicBezTo>
                  <a:cubicBezTo>
                    <a:pt x="867" y="310"/>
                    <a:pt x="956" y="400"/>
                    <a:pt x="1067" y="400"/>
                  </a:cubicBezTo>
                  <a:lnTo>
                    <a:pt x="1667" y="400"/>
                  </a:lnTo>
                  <a:lnTo>
                    <a:pt x="1667" y="811"/>
                  </a:lnTo>
                  <a:cubicBezTo>
                    <a:pt x="1385" y="841"/>
                    <a:pt x="1122" y="934"/>
                    <a:pt x="891" y="1076"/>
                  </a:cubicBezTo>
                  <a:lnTo>
                    <a:pt x="608" y="792"/>
                  </a:lnTo>
                  <a:cubicBezTo>
                    <a:pt x="530" y="714"/>
                    <a:pt x="403" y="714"/>
                    <a:pt x="325" y="792"/>
                  </a:cubicBezTo>
                  <a:cubicBezTo>
                    <a:pt x="247" y="870"/>
                    <a:pt x="247" y="997"/>
                    <a:pt x="325" y="1075"/>
                  </a:cubicBezTo>
                  <a:lnTo>
                    <a:pt x="573" y="1323"/>
                  </a:lnTo>
                  <a:cubicBezTo>
                    <a:pt x="220" y="1662"/>
                    <a:pt x="0" y="2139"/>
                    <a:pt x="0" y="2667"/>
                  </a:cubicBezTo>
                  <a:close/>
                  <a:moveTo>
                    <a:pt x="1667" y="1801"/>
                  </a:moveTo>
                  <a:cubicBezTo>
                    <a:pt x="1667" y="1691"/>
                    <a:pt x="1756" y="1601"/>
                    <a:pt x="1867" y="1601"/>
                  </a:cubicBezTo>
                  <a:cubicBezTo>
                    <a:pt x="1977" y="1601"/>
                    <a:pt x="2067" y="1691"/>
                    <a:pt x="2067" y="1801"/>
                  </a:cubicBezTo>
                  <a:lnTo>
                    <a:pt x="2067" y="2468"/>
                  </a:lnTo>
                  <a:lnTo>
                    <a:pt x="2733" y="2468"/>
                  </a:lnTo>
                  <a:cubicBezTo>
                    <a:pt x="2844" y="2468"/>
                    <a:pt x="2933" y="2557"/>
                    <a:pt x="2933" y="2668"/>
                  </a:cubicBezTo>
                  <a:cubicBezTo>
                    <a:pt x="2933" y="2778"/>
                    <a:pt x="2844" y="2868"/>
                    <a:pt x="2733" y="2868"/>
                  </a:cubicBezTo>
                  <a:lnTo>
                    <a:pt x="1867" y="2868"/>
                  </a:lnTo>
                  <a:cubicBezTo>
                    <a:pt x="1756" y="2868"/>
                    <a:pt x="1667" y="2778"/>
                    <a:pt x="1667" y="2668"/>
                  </a:cubicBezTo>
                  <a:lnTo>
                    <a:pt x="1667" y="1801"/>
                  </a:lnTo>
                  <a:close/>
                </a:path>
              </a:pathLst>
            </a:custGeom>
            <a:solidFill>
              <a:schemeClr val="accent1"/>
            </a:solidFill>
            <a:ln>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zh-CN"/>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a:p>
          </p:txBody>
        </p:sp>
        <p:cxnSp>
          <p:nvCxnSpPr>
            <p:cNvPr id="58" name="直接连接符 57">
              <a:extLst>
                <a:ext uri="{FF2B5EF4-FFF2-40B4-BE49-F238E27FC236}">
                  <a16:creationId xmlns:a16="http://schemas.microsoft.com/office/drawing/2014/main" id="{03076B84-5CB9-400B-A5FB-94BDDD306B16}"/>
                </a:ext>
              </a:extLst>
            </p:cNvPr>
            <p:cNvCxnSpPr>
              <a:cxnSpLocks/>
            </p:cNvCxnSpPr>
            <p:nvPr/>
          </p:nvCxnSpPr>
          <p:spPr>
            <a:xfrm flipH="1">
              <a:off x="3401041" y="3417734"/>
              <a:ext cx="1056267" cy="0"/>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39" name="组合 138">
            <a:extLst>
              <a:ext uri="{FF2B5EF4-FFF2-40B4-BE49-F238E27FC236}">
                <a16:creationId xmlns:a16="http://schemas.microsoft.com/office/drawing/2014/main" id="{B5A8A167-97AF-4537-8D32-374CC5AFEDD8}"/>
              </a:ext>
            </a:extLst>
          </p:cNvPr>
          <p:cNvGrpSpPr/>
          <p:nvPr/>
        </p:nvGrpSpPr>
        <p:grpSpPr>
          <a:xfrm>
            <a:off x="4520169" y="3323494"/>
            <a:ext cx="3285161" cy="525103"/>
            <a:chOff x="4504661" y="2052167"/>
            <a:chExt cx="3285161" cy="525103"/>
          </a:xfrm>
        </p:grpSpPr>
        <p:cxnSp>
          <p:nvCxnSpPr>
            <p:cNvPr id="140" name="直接箭头连接符 139">
              <a:extLst>
                <a:ext uri="{FF2B5EF4-FFF2-40B4-BE49-F238E27FC236}">
                  <a16:creationId xmlns:a16="http://schemas.microsoft.com/office/drawing/2014/main" id="{338A8DD9-A318-461A-B319-AC3225B59BAA}"/>
                </a:ext>
              </a:extLst>
            </p:cNvPr>
            <p:cNvCxnSpPr>
              <a:cxnSpLocks/>
            </p:cNvCxnSpPr>
            <p:nvPr/>
          </p:nvCxnSpPr>
          <p:spPr>
            <a:xfrm>
              <a:off x="4504661" y="2165620"/>
              <a:ext cx="3285161" cy="411650"/>
            </a:xfrm>
            <a:prstGeom prst="straightConnector1">
              <a:avLst/>
            </a:prstGeom>
            <a:ln w="63500" cap="rnd">
              <a:solidFill>
                <a:schemeClr val="accent3"/>
              </a:solidFill>
              <a:round/>
              <a:tailEnd type="triangle" w="med" len="lg"/>
            </a:ln>
          </p:spPr>
          <p:style>
            <a:lnRef idx="1">
              <a:schemeClr val="accent1"/>
            </a:lnRef>
            <a:fillRef idx="0">
              <a:schemeClr val="accent1"/>
            </a:fillRef>
            <a:effectRef idx="0">
              <a:schemeClr val="accent1"/>
            </a:effectRef>
            <a:fontRef idx="minor">
              <a:schemeClr val="tx1"/>
            </a:fontRef>
          </p:style>
        </p:cxnSp>
        <p:sp>
          <p:nvSpPr>
            <p:cNvPr id="141" name="文本框 140">
              <a:extLst>
                <a:ext uri="{FF2B5EF4-FFF2-40B4-BE49-F238E27FC236}">
                  <a16:creationId xmlns:a16="http://schemas.microsoft.com/office/drawing/2014/main" id="{1238916E-3022-4B2B-9338-3619B4ADA3CA}"/>
                </a:ext>
              </a:extLst>
            </p:cNvPr>
            <p:cNvSpPr txBox="1"/>
            <p:nvPr/>
          </p:nvSpPr>
          <p:spPr>
            <a:xfrm rot="468067">
              <a:off x="5605606" y="2052167"/>
              <a:ext cx="1717812" cy="369332"/>
            </a:xfrm>
            <a:prstGeom prst="rect">
              <a:avLst/>
            </a:prstGeom>
            <a:noFill/>
          </p:spPr>
          <p:txBody>
            <a:bodyPr wrap="square" rtlCol="0">
              <a:spAutoFit/>
            </a:bodyPr>
            <a:lstStyle/>
            <a:p>
              <a:pPr algn="ctr"/>
              <a:r>
                <a:rPr lang="zh-CN" altLang="en-US" b="1" dirty="0">
                  <a:solidFill>
                    <a:schemeClr val="accent3"/>
                  </a:solidFill>
                  <a:latin typeface="Arial Black" panose="020B0A04020102020204" pitchFamily="34" charset="0"/>
                </a:rPr>
                <a:t>重传</a:t>
              </a:r>
              <a:r>
                <a:rPr lang="en-US" altLang="zh-CN" b="1" dirty="0">
                  <a:solidFill>
                    <a:schemeClr val="accent3"/>
                  </a:solidFill>
                  <a:latin typeface="Arial Black" panose="020B0A04020102020204" pitchFamily="34" charset="0"/>
                </a:rPr>
                <a:t>DATA0</a:t>
              </a:r>
              <a:endParaRPr lang="zh-CN" altLang="en-US" b="1" dirty="0">
                <a:solidFill>
                  <a:schemeClr val="accent3"/>
                </a:solidFill>
                <a:latin typeface="Arial Black" panose="020B0A04020102020204" pitchFamily="34" charset="0"/>
              </a:endParaRPr>
            </a:p>
          </p:txBody>
        </p:sp>
      </p:grpSp>
      <p:grpSp>
        <p:nvGrpSpPr>
          <p:cNvPr id="142" name="组合 141">
            <a:extLst>
              <a:ext uri="{FF2B5EF4-FFF2-40B4-BE49-F238E27FC236}">
                <a16:creationId xmlns:a16="http://schemas.microsoft.com/office/drawing/2014/main" id="{AA8AC03C-3D17-41F9-91CB-D46DB1351C60}"/>
              </a:ext>
            </a:extLst>
          </p:cNvPr>
          <p:cNvGrpSpPr/>
          <p:nvPr/>
        </p:nvGrpSpPr>
        <p:grpSpPr>
          <a:xfrm>
            <a:off x="4512150" y="3687731"/>
            <a:ext cx="3285161" cy="540207"/>
            <a:chOff x="4504661" y="2037063"/>
            <a:chExt cx="3285161" cy="540207"/>
          </a:xfrm>
        </p:grpSpPr>
        <p:cxnSp>
          <p:nvCxnSpPr>
            <p:cNvPr id="143" name="直接箭头连接符 142">
              <a:extLst>
                <a:ext uri="{FF2B5EF4-FFF2-40B4-BE49-F238E27FC236}">
                  <a16:creationId xmlns:a16="http://schemas.microsoft.com/office/drawing/2014/main" id="{DC64969C-24C1-47ED-A4E0-5CAA521567E9}"/>
                </a:ext>
              </a:extLst>
            </p:cNvPr>
            <p:cNvCxnSpPr>
              <a:cxnSpLocks/>
            </p:cNvCxnSpPr>
            <p:nvPr/>
          </p:nvCxnSpPr>
          <p:spPr>
            <a:xfrm>
              <a:off x="4504661" y="2165620"/>
              <a:ext cx="3285161" cy="411650"/>
            </a:xfrm>
            <a:prstGeom prst="straightConnector1">
              <a:avLst/>
            </a:prstGeom>
            <a:ln w="63500" cap="rnd">
              <a:solidFill>
                <a:schemeClr val="accent3"/>
              </a:solidFill>
              <a:round/>
              <a:tailEnd type="triangle" w="med" len="lg"/>
            </a:ln>
          </p:spPr>
          <p:style>
            <a:lnRef idx="1">
              <a:schemeClr val="accent1"/>
            </a:lnRef>
            <a:fillRef idx="0">
              <a:schemeClr val="accent1"/>
            </a:fillRef>
            <a:effectRef idx="0">
              <a:schemeClr val="accent1"/>
            </a:effectRef>
            <a:fontRef idx="minor">
              <a:schemeClr val="tx1"/>
            </a:fontRef>
          </p:style>
        </p:cxnSp>
        <p:sp>
          <p:nvSpPr>
            <p:cNvPr id="144" name="文本框 143">
              <a:extLst>
                <a:ext uri="{FF2B5EF4-FFF2-40B4-BE49-F238E27FC236}">
                  <a16:creationId xmlns:a16="http://schemas.microsoft.com/office/drawing/2014/main" id="{D673E02F-1DEA-494D-9C36-3D0829EA7201}"/>
                </a:ext>
              </a:extLst>
            </p:cNvPr>
            <p:cNvSpPr txBox="1"/>
            <p:nvPr/>
          </p:nvSpPr>
          <p:spPr>
            <a:xfrm rot="468067">
              <a:off x="5522912" y="2037063"/>
              <a:ext cx="1107553" cy="369332"/>
            </a:xfrm>
            <a:prstGeom prst="rect">
              <a:avLst/>
            </a:prstGeom>
            <a:noFill/>
          </p:spPr>
          <p:txBody>
            <a:bodyPr wrap="square" rtlCol="0">
              <a:spAutoFit/>
            </a:bodyPr>
            <a:lstStyle/>
            <a:p>
              <a:pPr algn="ctr"/>
              <a:r>
                <a:rPr lang="en-US" altLang="zh-CN" b="1" dirty="0">
                  <a:solidFill>
                    <a:schemeClr val="accent3"/>
                  </a:solidFill>
                  <a:latin typeface="Arial Black" panose="020B0A04020102020204" pitchFamily="34" charset="0"/>
                </a:rPr>
                <a:t>DATA1</a:t>
              </a:r>
              <a:endParaRPr lang="zh-CN" altLang="en-US" b="1" dirty="0">
                <a:solidFill>
                  <a:schemeClr val="accent3"/>
                </a:solidFill>
                <a:latin typeface="Arial Black" panose="020B0A04020102020204" pitchFamily="34" charset="0"/>
              </a:endParaRPr>
            </a:p>
          </p:txBody>
        </p:sp>
      </p:grpSp>
      <p:grpSp>
        <p:nvGrpSpPr>
          <p:cNvPr id="145" name="组合 144">
            <a:extLst>
              <a:ext uri="{FF2B5EF4-FFF2-40B4-BE49-F238E27FC236}">
                <a16:creationId xmlns:a16="http://schemas.microsoft.com/office/drawing/2014/main" id="{939EDB63-738F-4606-A6CD-E82B6DD97F64}"/>
              </a:ext>
            </a:extLst>
          </p:cNvPr>
          <p:cNvGrpSpPr/>
          <p:nvPr/>
        </p:nvGrpSpPr>
        <p:grpSpPr>
          <a:xfrm>
            <a:off x="7762752" y="2546101"/>
            <a:ext cx="805066" cy="1290976"/>
            <a:chOff x="7762752" y="2565835"/>
            <a:chExt cx="805066" cy="1290976"/>
          </a:xfrm>
        </p:grpSpPr>
        <p:cxnSp>
          <p:nvCxnSpPr>
            <p:cNvPr id="146" name="连接符: 曲线 145">
              <a:extLst>
                <a:ext uri="{FF2B5EF4-FFF2-40B4-BE49-F238E27FC236}">
                  <a16:creationId xmlns:a16="http://schemas.microsoft.com/office/drawing/2014/main" id="{1EE5C7A2-CB47-40D0-BE17-880CE6AFAE7F}"/>
                </a:ext>
              </a:extLst>
            </p:cNvPr>
            <p:cNvCxnSpPr>
              <a:cxnSpLocks/>
            </p:cNvCxnSpPr>
            <p:nvPr/>
          </p:nvCxnSpPr>
          <p:spPr>
            <a:xfrm flipV="1">
              <a:off x="7762752" y="2565835"/>
              <a:ext cx="12700" cy="1290976"/>
            </a:xfrm>
            <a:prstGeom prst="curvedConnector3">
              <a:avLst>
                <a:gd name="adj1" fmla="val 3818181"/>
              </a:avLst>
            </a:prstGeom>
            <a:ln w="38100">
              <a:solidFill>
                <a:schemeClr val="accent1"/>
              </a:solidFill>
              <a:prstDash val="dash"/>
              <a:tailEnd type="triangle" w="med" len="lg"/>
            </a:ln>
          </p:spPr>
          <p:style>
            <a:lnRef idx="1">
              <a:schemeClr val="accent1"/>
            </a:lnRef>
            <a:fillRef idx="0">
              <a:schemeClr val="accent1"/>
            </a:fillRef>
            <a:effectRef idx="0">
              <a:schemeClr val="accent1"/>
            </a:effectRef>
            <a:fontRef idx="minor">
              <a:schemeClr val="tx1"/>
            </a:fontRef>
          </p:style>
        </p:cxnSp>
        <p:sp>
          <p:nvSpPr>
            <p:cNvPr id="147" name="文本框 146">
              <a:extLst>
                <a:ext uri="{FF2B5EF4-FFF2-40B4-BE49-F238E27FC236}">
                  <a16:creationId xmlns:a16="http://schemas.microsoft.com/office/drawing/2014/main" id="{FC5FE1BE-A823-4EB7-9AC3-BDD3034C75F7}"/>
                </a:ext>
              </a:extLst>
            </p:cNvPr>
            <p:cNvSpPr txBox="1"/>
            <p:nvPr/>
          </p:nvSpPr>
          <p:spPr>
            <a:xfrm>
              <a:off x="7876213" y="3045709"/>
              <a:ext cx="691605" cy="369332"/>
            </a:xfrm>
            <a:prstGeom prst="rect">
              <a:avLst/>
            </a:prstGeom>
            <a:solidFill>
              <a:schemeClr val="bg1"/>
            </a:solidFill>
          </p:spPr>
          <p:txBody>
            <a:bodyPr wrap="square" rtlCol="0">
              <a:spAutoFit/>
            </a:bodyPr>
            <a:lstStyle/>
            <a:p>
              <a:pPr algn="ctr"/>
              <a:r>
                <a:rPr lang="zh-CN" altLang="en-US" b="1" dirty="0">
                  <a:solidFill>
                    <a:schemeClr val="accent1">
                      <a:lumMod val="75000"/>
                    </a:schemeClr>
                  </a:solidFill>
                  <a:latin typeface="+mn-ea"/>
                </a:rPr>
                <a:t>重复</a:t>
              </a:r>
            </a:p>
          </p:txBody>
        </p:sp>
      </p:grpSp>
      <p:sp>
        <p:nvSpPr>
          <p:cNvPr id="148" name="对话气泡: 圆角矩形 147">
            <a:extLst>
              <a:ext uri="{FF2B5EF4-FFF2-40B4-BE49-F238E27FC236}">
                <a16:creationId xmlns:a16="http://schemas.microsoft.com/office/drawing/2014/main" id="{D0965BCA-45BA-4F4B-A5B7-7A696ADD16C4}"/>
              </a:ext>
            </a:extLst>
          </p:cNvPr>
          <p:cNvSpPr/>
          <p:nvPr/>
        </p:nvSpPr>
        <p:spPr>
          <a:xfrm>
            <a:off x="8669076" y="3104693"/>
            <a:ext cx="2358141" cy="939346"/>
          </a:xfrm>
          <a:prstGeom prst="wedgeRoundRectCallout">
            <a:avLst>
              <a:gd name="adj1" fmla="val -83415"/>
              <a:gd name="adj2" fmla="val 29130"/>
              <a:gd name="adj3" fmla="val 16667"/>
            </a:avLst>
          </a:prstGeom>
          <a:solidFill>
            <a:schemeClr val="accent4"/>
          </a:solidFill>
          <a:ln>
            <a:solidFill>
              <a:schemeClr val="accent4">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r>
              <a:rPr lang="zh-CN" altLang="en-US" b="1" dirty="0">
                <a:solidFill>
                  <a:schemeClr val="bg1"/>
                </a:solidFill>
                <a:latin typeface="Arial Narrow" panose="020B0606020202030204" pitchFamily="34" charset="0"/>
              </a:rPr>
              <a:t>丢弃重复的数据分组</a:t>
            </a:r>
            <a:endParaRPr lang="en-US" altLang="zh-CN" b="1" dirty="0">
              <a:solidFill>
                <a:schemeClr val="bg1"/>
              </a:solidFill>
              <a:latin typeface="Arial Narrow" panose="020B0606020202030204" pitchFamily="34" charset="0"/>
            </a:endParaRPr>
          </a:p>
          <a:p>
            <a:r>
              <a:rPr lang="zh-CN" altLang="en-US" b="1" dirty="0">
                <a:solidFill>
                  <a:schemeClr val="bg1"/>
                </a:solidFill>
                <a:latin typeface="Arial Narrow" panose="020B0606020202030204" pitchFamily="34" charset="0"/>
              </a:rPr>
              <a:t>再发送一个确认分组</a:t>
            </a:r>
          </a:p>
        </p:txBody>
      </p:sp>
      <p:grpSp>
        <p:nvGrpSpPr>
          <p:cNvPr id="156" name="组合 155">
            <a:extLst>
              <a:ext uri="{FF2B5EF4-FFF2-40B4-BE49-F238E27FC236}">
                <a16:creationId xmlns:a16="http://schemas.microsoft.com/office/drawing/2014/main" id="{117B4EDC-2848-48B0-94F3-2248F7A39BD7}"/>
              </a:ext>
            </a:extLst>
          </p:cNvPr>
          <p:cNvGrpSpPr/>
          <p:nvPr/>
        </p:nvGrpSpPr>
        <p:grpSpPr>
          <a:xfrm>
            <a:off x="4457309" y="3896344"/>
            <a:ext cx="3332513" cy="558996"/>
            <a:chOff x="4457309" y="4763999"/>
            <a:chExt cx="3332513" cy="558996"/>
          </a:xfrm>
        </p:grpSpPr>
        <p:cxnSp>
          <p:nvCxnSpPr>
            <p:cNvPr id="157" name="直接箭头连接符 156">
              <a:extLst>
                <a:ext uri="{FF2B5EF4-FFF2-40B4-BE49-F238E27FC236}">
                  <a16:creationId xmlns:a16="http://schemas.microsoft.com/office/drawing/2014/main" id="{E04CF1F9-068A-4D1F-9C31-6DF7D0EADFD3}"/>
                </a:ext>
              </a:extLst>
            </p:cNvPr>
            <p:cNvCxnSpPr/>
            <p:nvPr/>
          </p:nvCxnSpPr>
          <p:spPr>
            <a:xfrm flipH="1">
              <a:off x="4457309" y="4763999"/>
              <a:ext cx="3332513" cy="558996"/>
            </a:xfrm>
            <a:prstGeom prst="straightConnector1">
              <a:avLst/>
            </a:prstGeom>
            <a:ln w="25400">
              <a:solidFill>
                <a:schemeClr val="accent4"/>
              </a:solidFill>
              <a:tailEnd type="triangle" w="med" len="lg"/>
            </a:ln>
          </p:spPr>
          <p:style>
            <a:lnRef idx="1">
              <a:schemeClr val="accent1"/>
            </a:lnRef>
            <a:fillRef idx="0">
              <a:schemeClr val="accent1"/>
            </a:fillRef>
            <a:effectRef idx="0">
              <a:schemeClr val="accent1"/>
            </a:effectRef>
            <a:fontRef idx="minor">
              <a:schemeClr val="tx1"/>
            </a:fontRef>
          </p:style>
        </p:cxnSp>
        <p:sp>
          <p:nvSpPr>
            <p:cNvPr id="158" name="文本框 157">
              <a:extLst>
                <a:ext uri="{FF2B5EF4-FFF2-40B4-BE49-F238E27FC236}">
                  <a16:creationId xmlns:a16="http://schemas.microsoft.com/office/drawing/2014/main" id="{EA490B10-8743-4F4B-A350-FDE9D7D97F97}"/>
                </a:ext>
              </a:extLst>
            </p:cNvPr>
            <p:cNvSpPr txBox="1"/>
            <p:nvPr/>
          </p:nvSpPr>
          <p:spPr>
            <a:xfrm rot="21014117">
              <a:off x="4516865" y="4915455"/>
              <a:ext cx="1107553" cy="369332"/>
            </a:xfrm>
            <a:prstGeom prst="rect">
              <a:avLst/>
            </a:prstGeom>
            <a:noFill/>
          </p:spPr>
          <p:txBody>
            <a:bodyPr wrap="square" rtlCol="0">
              <a:spAutoFit/>
            </a:bodyPr>
            <a:lstStyle/>
            <a:p>
              <a:pPr algn="ctr"/>
              <a:r>
                <a:rPr lang="en-US" altLang="zh-CN" b="1" dirty="0">
                  <a:solidFill>
                    <a:schemeClr val="accent4"/>
                  </a:solidFill>
                  <a:latin typeface="Arial Black" panose="020B0A04020102020204" pitchFamily="34" charset="0"/>
                </a:rPr>
                <a:t>ACK</a:t>
              </a:r>
              <a:endParaRPr lang="zh-CN" altLang="en-US" b="1" dirty="0">
                <a:solidFill>
                  <a:schemeClr val="accent4"/>
                </a:solidFill>
                <a:latin typeface="Arial Black" panose="020B0A04020102020204" pitchFamily="34" charset="0"/>
              </a:endParaRPr>
            </a:p>
          </p:txBody>
        </p:sp>
      </p:grpSp>
      <p:grpSp>
        <p:nvGrpSpPr>
          <p:cNvPr id="12" name="组合 11">
            <a:extLst>
              <a:ext uri="{FF2B5EF4-FFF2-40B4-BE49-F238E27FC236}">
                <a16:creationId xmlns:a16="http://schemas.microsoft.com/office/drawing/2014/main" id="{255414F2-8D63-4687-93F1-AA777FB37990}"/>
              </a:ext>
            </a:extLst>
          </p:cNvPr>
          <p:cNvGrpSpPr/>
          <p:nvPr/>
        </p:nvGrpSpPr>
        <p:grpSpPr>
          <a:xfrm>
            <a:off x="3739658" y="3746903"/>
            <a:ext cx="728165" cy="692122"/>
            <a:chOff x="3739658" y="3746903"/>
            <a:chExt cx="728165" cy="692122"/>
          </a:xfrm>
        </p:grpSpPr>
        <p:cxnSp>
          <p:nvCxnSpPr>
            <p:cNvPr id="47" name="连接符: 曲线 46">
              <a:extLst>
                <a:ext uri="{FF2B5EF4-FFF2-40B4-BE49-F238E27FC236}">
                  <a16:creationId xmlns:a16="http://schemas.microsoft.com/office/drawing/2014/main" id="{CB4D9F86-AD39-4A64-A3D8-88A89B37D650}"/>
                </a:ext>
              </a:extLst>
            </p:cNvPr>
            <p:cNvCxnSpPr>
              <a:cxnSpLocks/>
            </p:cNvCxnSpPr>
            <p:nvPr/>
          </p:nvCxnSpPr>
          <p:spPr>
            <a:xfrm rot="10800000" flipH="1">
              <a:off x="4465430" y="3746903"/>
              <a:ext cx="2393" cy="692122"/>
            </a:xfrm>
            <a:prstGeom prst="curvedConnector3">
              <a:avLst>
                <a:gd name="adj1" fmla="val -19724237"/>
              </a:avLst>
            </a:prstGeom>
            <a:ln w="38100">
              <a:solidFill>
                <a:schemeClr val="accent1"/>
              </a:solidFill>
              <a:prstDash val="dash"/>
              <a:tailEnd type="triangle" w="med" len="lg"/>
            </a:ln>
          </p:spPr>
          <p:style>
            <a:lnRef idx="1">
              <a:schemeClr val="accent1"/>
            </a:lnRef>
            <a:fillRef idx="0">
              <a:schemeClr val="accent1"/>
            </a:fillRef>
            <a:effectRef idx="0">
              <a:schemeClr val="accent1"/>
            </a:effectRef>
            <a:fontRef idx="minor">
              <a:schemeClr val="tx1"/>
            </a:fontRef>
          </p:style>
        </p:cxnSp>
        <p:sp>
          <p:nvSpPr>
            <p:cNvPr id="49" name="文本框 48">
              <a:extLst>
                <a:ext uri="{FF2B5EF4-FFF2-40B4-BE49-F238E27FC236}">
                  <a16:creationId xmlns:a16="http://schemas.microsoft.com/office/drawing/2014/main" id="{4A6965B0-813C-4276-88A9-0C52165A41A5}"/>
                </a:ext>
              </a:extLst>
            </p:cNvPr>
            <p:cNvSpPr txBox="1"/>
            <p:nvPr/>
          </p:nvSpPr>
          <p:spPr>
            <a:xfrm>
              <a:off x="3739658" y="3956553"/>
              <a:ext cx="691605" cy="369332"/>
            </a:xfrm>
            <a:prstGeom prst="rect">
              <a:avLst/>
            </a:prstGeom>
            <a:solidFill>
              <a:schemeClr val="bg1"/>
            </a:solidFill>
          </p:spPr>
          <p:txBody>
            <a:bodyPr wrap="square" rtlCol="0">
              <a:spAutoFit/>
            </a:bodyPr>
            <a:lstStyle/>
            <a:p>
              <a:pPr algn="ctr"/>
              <a:r>
                <a:rPr lang="zh-CN" altLang="en-US" b="1" dirty="0">
                  <a:solidFill>
                    <a:schemeClr val="accent1">
                      <a:lumMod val="75000"/>
                    </a:schemeClr>
                  </a:solidFill>
                  <a:latin typeface="+mn-ea"/>
                </a:rPr>
                <a:t>重复</a:t>
              </a:r>
            </a:p>
          </p:txBody>
        </p:sp>
      </p:grpSp>
      <p:sp>
        <p:nvSpPr>
          <p:cNvPr id="53" name="对话气泡: 圆角矩形 52">
            <a:extLst>
              <a:ext uri="{FF2B5EF4-FFF2-40B4-BE49-F238E27FC236}">
                <a16:creationId xmlns:a16="http://schemas.microsoft.com/office/drawing/2014/main" id="{BF496C27-AF2C-4034-BA1A-75F0722B1A90}"/>
              </a:ext>
            </a:extLst>
          </p:cNvPr>
          <p:cNvSpPr/>
          <p:nvPr/>
        </p:nvSpPr>
        <p:spPr>
          <a:xfrm>
            <a:off x="383290" y="4795811"/>
            <a:ext cx="3910456" cy="939346"/>
          </a:xfrm>
          <a:prstGeom prst="wedgeRoundRectCallout">
            <a:avLst>
              <a:gd name="adj1" fmla="val 53791"/>
              <a:gd name="adj2" fmla="val -83621"/>
              <a:gd name="adj3" fmla="val 16667"/>
            </a:avLst>
          </a:prstGeom>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zh-CN" altLang="en-US" b="1" dirty="0">
                <a:solidFill>
                  <a:schemeClr val="bg1"/>
                </a:solidFill>
                <a:latin typeface="Arial Narrow" panose="020B0606020202030204" pitchFamily="34" charset="0"/>
              </a:rPr>
              <a:t>知道这是对</a:t>
            </a:r>
            <a:r>
              <a:rPr lang="en-US" altLang="zh-CN" b="1" dirty="0">
                <a:solidFill>
                  <a:schemeClr val="bg1"/>
                </a:solidFill>
                <a:latin typeface="Arial Narrow" panose="020B0606020202030204" pitchFamily="34" charset="0"/>
              </a:rPr>
              <a:t>0</a:t>
            </a:r>
            <a:r>
              <a:rPr lang="zh-CN" altLang="en-US" b="1" dirty="0">
                <a:solidFill>
                  <a:schemeClr val="bg1"/>
                </a:solidFill>
                <a:latin typeface="Arial Narrow" panose="020B0606020202030204" pitchFamily="34" charset="0"/>
              </a:rPr>
              <a:t>号数据分组的重复确认</a:t>
            </a:r>
            <a:endParaRPr lang="en-US" altLang="zh-CN" b="1" dirty="0">
              <a:solidFill>
                <a:schemeClr val="bg1"/>
              </a:solidFill>
              <a:latin typeface="Arial Narrow" panose="020B0606020202030204" pitchFamily="34" charset="0"/>
            </a:endParaRPr>
          </a:p>
          <a:p>
            <a:pPr algn="ctr"/>
            <a:r>
              <a:rPr lang="zh-CN" altLang="en-US" b="1" dirty="0">
                <a:solidFill>
                  <a:schemeClr val="bg1"/>
                </a:solidFill>
                <a:latin typeface="Arial Narrow" panose="020B0606020202030204" pitchFamily="34" charset="0"/>
              </a:rPr>
              <a:t>忽略即可</a:t>
            </a:r>
          </a:p>
        </p:txBody>
      </p:sp>
      <p:sp>
        <p:nvSpPr>
          <p:cNvPr id="50" name="文本框 49">
            <a:extLst>
              <a:ext uri="{FF2B5EF4-FFF2-40B4-BE49-F238E27FC236}">
                <a16:creationId xmlns:a16="http://schemas.microsoft.com/office/drawing/2014/main" id="{BC23F6FF-287F-4CD3-81A3-21C83338E68C}"/>
              </a:ext>
            </a:extLst>
          </p:cNvPr>
          <p:cNvSpPr txBox="1"/>
          <p:nvPr/>
        </p:nvSpPr>
        <p:spPr>
          <a:xfrm rot="20417104">
            <a:off x="6365687" y="2755357"/>
            <a:ext cx="271181" cy="369332"/>
          </a:xfrm>
          <a:prstGeom prst="rect">
            <a:avLst/>
          </a:prstGeom>
          <a:noFill/>
        </p:spPr>
        <p:txBody>
          <a:bodyPr wrap="square" rtlCol="0">
            <a:spAutoFit/>
          </a:bodyPr>
          <a:lstStyle/>
          <a:p>
            <a:pPr algn="ctr"/>
            <a:r>
              <a:rPr lang="en-US" altLang="zh-CN" b="1" dirty="0">
                <a:solidFill>
                  <a:schemeClr val="accent4"/>
                </a:solidFill>
                <a:latin typeface="Arial Black" panose="020B0A04020102020204" pitchFamily="34" charset="0"/>
              </a:rPr>
              <a:t>0</a:t>
            </a:r>
            <a:endParaRPr lang="zh-CN" altLang="en-US" b="1" dirty="0">
              <a:solidFill>
                <a:schemeClr val="accent4"/>
              </a:solidFill>
              <a:latin typeface="Arial Black" panose="020B0A04020102020204" pitchFamily="34" charset="0"/>
            </a:endParaRPr>
          </a:p>
        </p:txBody>
      </p:sp>
      <p:sp>
        <p:nvSpPr>
          <p:cNvPr id="51" name="文本框 50">
            <a:extLst>
              <a:ext uri="{FF2B5EF4-FFF2-40B4-BE49-F238E27FC236}">
                <a16:creationId xmlns:a16="http://schemas.microsoft.com/office/drawing/2014/main" id="{4FFD0F9F-E153-4581-94D8-4E529069356F}"/>
              </a:ext>
            </a:extLst>
          </p:cNvPr>
          <p:cNvSpPr txBox="1"/>
          <p:nvPr/>
        </p:nvSpPr>
        <p:spPr>
          <a:xfrm rot="21014117">
            <a:off x="5282799" y="3988032"/>
            <a:ext cx="267567" cy="369332"/>
          </a:xfrm>
          <a:prstGeom prst="rect">
            <a:avLst/>
          </a:prstGeom>
          <a:noFill/>
        </p:spPr>
        <p:txBody>
          <a:bodyPr wrap="square" rtlCol="0">
            <a:spAutoFit/>
          </a:bodyPr>
          <a:lstStyle/>
          <a:p>
            <a:pPr algn="ctr"/>
            <a:r>
              <a:rPr lang="en-US" altLang="zh-CN" b="1" dirty="0">
                <a:solidFill>
                  <a:schemeClr val="accent4"/>
                </a:solidFill>
                <a:latin typeface="Arial Black" panose="020B0A04020102020204" pitchFamily="34" charset="0"/>
              </a:rPr>
              <a:t>0</a:t>
            </a:r>
            <a:endParaRPr lang="zh-CN" altLang="en-US" b="1" dirty="0">
              <a:solidFill>
                <a:schemeClr val="accent4"/>
              </a:solidFill>
              <a:latin typeface="Arial Black" panose="020B0A04020102020204" pitchFamily="34" charset="0"/>
            </a:endParaRPr>
          </a:p>
        </p:txBody>
      </p:sp>
      <p:sp>
        <p:nvSpPr>
          <p:cNvPr id="52" name="对话气泡: 椭圆形 51">
            <a:extLst>
              <a:ext uri="{FF2B5EF4-FFF2-40B4-BE49-F238E27FC236}">
                <a16:creationId xmlns:a16="http://schemas.microsoft.com/office/drawing/2014/main" id="{64377304-52A2-470C-8F88-704EAD25B920}"/>
              </a:ext>
            </a:extLst>
          </p:cNvPr>
          <p:cNvSpPr/>
          <p:nvPr/>
        </p:nvSpPr>
        <p:spPr>
          <a:xfrm>
            <a:off x="2305962" y="3264714"/>
            <a:ext cx="907821" cy="558996"/>
          </a:xfrm>
          <a:prstGeom prst="wedgeEllipseCallout">
            <a:avLst>
              <a:gd name="adj1" fmla="val 187862"/>
              <a:gd name="adj2" fmla="val 30725"/>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zh-CN" altLang="en-US" b="1" dirty="0"/>
              <a:t>迟到</a:t>
            </a:r>
          </a:p>
        </p:txBody>
      </p:sp>
      <p:sp>
        <p:nvSpPr>
          <p:cNvPr id="55" name="平行四边形 54">
            <a:extLst>
              <a:ext uri="{FF2B5EF4-FFF2-40B4-BE49-F238E27FC236}">
                <a16:creationId xmlns:a16="http://schemas.microsoft.com/office/drawing/2014/main" id="{5D6F786E-4289-0DD9-87E2-42BE76983D6C}"/>
              </a:ext>
            </a:extLst>
          </p:cNvPr>
          <p:cNvSpPr/>
          <p:nvPr/>
        </p:nvSpPr>
        <p:spPr>
          <a:xfrm>
            <a:off x="304800" y="749300"/>
            <a:ext cx="678352" cy="387090"/>
          </a:xfrm>
          <a:prstGeom prst="parallelogram">
            <a:avLst/>
          </a:prstGeom>
          <a:solidFill>
            <a:schemeClr val="accent3">
              <a:lumMod val="75000"/>
            </a:schemeClr>
          </a:solidFill>
          <a:ln>
            <a:solidFill>
              <a:schemeClr val="accent3">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CN" sz="2200" dirty="0">
                <a:latin typeface="Impact" panose="020B0806030902050204" pitchFamily="34" charset="0"/>
              </a:rPr>
              <a:t>02</a:t>
            </a:r>
            <a:endParaRPr lang="zh-CN" altLang="en-US" sz="2200" dirty="0">
              <a:latin typeface="Impact" panose="020B0806030902050204" pitchFamily="34" charset="0"/>
            </a:endParaRPr>
          </a:p>
        </p:txBody>
      </p:sp>
    </p:spTree>
    <p:custDataLst>
      <p:tags r:id="rId1"/>
    </p:custDataLst>
    <p:extLst>
      <p:ext uri="{BB962C8B-B14F-4D97-AF65-F5344CB8AC3E}">
        <p14:creationId xmlns:p14="http://schemas.microsoft.com/office/powerpoint/2010/main" val="3034424105"/>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2" presetClass="entr" presetSubtype="2" fill="hold" grpId="0" nodeType="withEffect">
                                  <p:stCondLst>
                                    <p:cond delay="0"/>
                                  </p:stCondLst>
                                  <p:childTnLst>
                                    <p:set>
                                      <p:cBhvr>
                                        <p:cTn id="6" dur="1" fill="hold">
                                          <p:stCondLst>
                                            <p:cond delay="0"/>
                                          </p:stCondLst>
                                        </p:cTn>
                                        <p:tgtEl>
                                          <p:spTgt spid="50"/>
                                        </p:tgtEl>
                                        <p:attrNameLst>
                                          <p:attrName>style.visibility</p:attrName>
                                        </p:attrNameLst>
                                      </p:cBhvr>
                                      <p:to>
                                        <p:strVal val="visible"/>
                                      </p:to>
                                    </p:set>
                                    <p:anim calcmode="lin" valueType="num">
                                      <p:cBhvr additive="base">
                                        <p:cTn id="7" dur="500"/>
                                        <p:tgtEl>
                                          <p:spTgt spid="50"/>
                                        </p:tgtEl>
                                        <p:attrNameLst>
                                          <p:attrName>ppt_x</p:attrName>
                                        </p:attrNameLst>
                                      </p:cBhvr>
                                      <p:tavLst>
                                        <p:tav tm="0">
                                          <p:val>
                                            <p:strVal val="#ppt_x+#ppt_w*1.125000"/>
                                          </p:val>
                                        </p:tav>
                                        <p:tav tm="100000">
                                          <p:val>
                                            <p:strVal val="#ppt_x"/>
                                          </p:val>
                                        </p:tav>
                                      </p:tavLst>
                                    </p:anim>
                                    <p:animEffect transition="in" filter="wipe(left)">
                                      <p:cBhvr>
                                        <p:cTn id="8" dur="500"/>
                                        <p:tgtEl>
                                          <p:spTgt spid="50"/>
                                        </p:tgtEl>
                                      </p:cBhvr>
                                    </p:animEffect>
                                  </p:childTnLst>
                                </p:cTn>
                              </p:par>
                              <p:par>
                                <p:cTn id="9" presetID="12" presetClass="entr" presetSubtype="2" fill="hold" grpId="0" nodeType="withEffect">
                                  <p:stCondLst>
                                    <p:cond delay="0"/>
                                  </p:stCondLst>
                                  <p:childTnLst>
                                    <p:set>
                                      <p:cBhvr>
                                        <p:cTn id="10" dur="1" fill="hold">
                                          <p:stCondLst>
                                            <p:cond delay="0"/>
                                          </p:stCondLst>
                                        </p:cTn>
                                        <p:tgtEl>
                                          <p:spTgt spid="51"/>
                                        </p:tgtEl>
                                        <p:attrNameLst>
                                          <p:attrName>style.visibility</p:attrName>
                                        </p:attrNameLst>
                                      </p:cBhvr>
                                      <p:to>
                                        <p:strVal val="visible"/>
                                      </p:to>
                                    </p:set>
                                    <p:anim calcmode="lin" valueType="num">
                                      <p:cBhvr additive="base">
                                        <p:cTn id="11" dur="500"/>
                                        <p:tgtEl>
                                          <p:spTgt spid="51"/>
                                        </p:tgtEl>
                                        <p:attrNameLst>
                                          <p:attrName>ppt_x</p:attrName>
                                        </p:attrNameLst>
                                      </p:cBhvr>
                                      <p:tavLst>
                                        <p:tav tm="0">
                                          <p:val>
                                            <p:strVal val="#ppt_x+#ppt_w*1.125000"/>
                                          </p:val>
                                        </p:tav>
                                        <p:tav tm="100000">
                                          <p:val>
                                            <p:strVal val="#ppt_x"/>
                                          </p:val>
                                        </p:tav>
                                      </p:tavLst>
                                    </p:anim>
                                    <p:animEffect transition="in" filter="wipe(left)">
                                      <p:cBhvr>
                                        <p:cTn id="12" dur="500"/>
                                        <p:tgtEl>
                                          <p:spTgt spid="51"/>
                                        </p:tgtEl>
                                      </p:cBhvr>
                                    </p:animEffect>
                                  </p:childTnLst>
                                </p:cTn>
                              </p:par>
                            </p:childTnLst>
                          </p:cTn>
                        </p:par>
                      </p:childTnLst>
                    </p:cTn>
                  </p:par>
                  <p:par>
                    <p:cTn id="13" fill="hold">
                      <p:stCondLst>
                        <p:cond delay="indefinite"/>
                      </p:stCondLst>
                      <p:childTnLst>
                        <p:par>
                          <p:cTn id="14" fill="hold">
                            <p:stCondLst>
                              <p:cond delay="0"/>
                            </p:stCondLst>
                            <p:childTnLst>
                              <p:par>
                                <p:cTn id="15" presetID="2" presetClass="entr" presetSubtype="8" fill="hold" grpId="0" nodeType="clickEffect">
                                  <p:stCondLst>
                                    <p:cond delay="0"/>
                                  </p:stCondLst>
                                  <p:childTnLst>
                                    <p:set>
                                      <p:cBhvr>
                                        <p:cTn id="16" dur="1" fill="hold">
                                          <p:stCondLst>
                                            <p:cond delay="0"/>
                                          </p:stCondLst>
                                        </p:cTn>
                                        <p:tgtEl>
                                          <p:spTgt spid="53"/>
                                        </p:tgtEl>
                                        <p:attrNameLst>
                                          <p:attrName>style.visibility</p:attrName>
                                        </p:attrNameLst>
                                      </p:cBhvr>
                                      <p:to>
                                        <p:strVal val="visible"/>
                                      </p:to>
                                    </p:set>
                                    <p:anim calcmode="lin" valueType="num">
                                      <p:cBhvr additive="base">
                                        <p:cTn id="17" dur="500" fill="hold"/>
                                        <p:tgtEl>
                                          <p:spTgt spid="53"/>
                                        </p:tgtEl>
                                        <p:attrNameLst>
                                          <p:attrName>ppt_x</p:attrName>
                                        </p:attrNameLst>
                                      </p:cBhvr>
                                      <p:tavLst>
                                        <p:tav tm="0">
                                          <p:val>
                                            <p:strVal val="0-#ppt_w/2"/>
                                          </p:val>
                                        </p:tav>
                                        <p:tav tm="100000">
                                          <p:val>
                                            <p:strVal val="#ppt_x"/>
                                          </p:val>
                                        </p:tav>
                                      </p:tavLst>
                                    </p:anim>
                                    <p:anim calcmode="lin" valueType="num">
                                      <p:cBhvr additive="base">
                                        <p:cTn id="18" dur="500" fill="hold"/>
                                        <p:tgtEl>
                                          <p:spTgt spid="53"/>
                                        </p:tgtEl>
                                        <p:attrNameLst>
                                          <p:attrName>ppt_y</p:attrName>
                                        </p:attrNameLst>
                                      </p:cBhvr>
                                      <p:tavLst>
                                        <p:tav tm="0">
                                          <p:val>
                                            <p:strVal val="#ppt_y"/>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3" grpId="0" animBg="1"/>
      <p:bldP spid="50" grpId="0"/>
      <p:bldP spid="51" grpId="0"/>
    </p:bldLst>
  </p:timing>
</p:sld>
</file>

<file path=ppt/slides/slide12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44" name="组合 43">
            <a:extLst>
              <a:ext uri="{FF2B5EF4-FFF2-40B4-BE49-F238E27FC236}">
                <a16:creationId xmlns:a16="http://schemas.microsoft.com/office/drawing/2014/main" id="{4E655FF0-9AED-47CE-9C07-0C8C3ECA9984}"/>
              </a:ext>
            </a:extLst>
          </p:cNvPr>
          <p:cNvGrpSpPr/>
          <p:nvPr/>
        </p:nvGrpSpPr>
        <p:grpSpPr>
          <a:xfrm>
            <a:off x="4182910" y="1863472"/>
            <a:ext cx="3873794" cy="4151587"/>
            <a:chOff x="4182910" y="1863472"/>
            <a:chExt cx="3873794" cy="4151587"/>
          </a:xfrm>
        </p:grpSpPr>
        <p:cxnSp>
          <p:nvCxnSpPr>
            <p:cNvPr id="54" name="直接箭头连接符 53">
              <a:extLst>
                <a:ext uri="{FF2B5EF4-FFF2-40B4-BE49-F238E27FC236}">
                  <a16:creationId xmlns:a16="http://schemas.microsoft.com/office/drawing/2014/main" id="{C2F5634E-BA1B-4D66-96B1-B71660808B8B}"/>
                </a:ext>
              </a:extLst>
            </p:cNvPr>
            <p:cNvCxnSpPr>
              <a:cxnSpLocks/>
            </p:cNvCxnSpPr>
            <p:nvPr/>
          </p:nvCxnSpPr>
          <p:spPr>
            <a:xfrm>
              <a:off x="7798891" y="1863472"/>
              <a:ext cx="0" cy="4121692"/>
            </a:xfrm>
            <a:prstGeom prst="straightConnector1">
              <a:avLst/>
            </a:prstGeom>
            <a:ln w="25400">
              <a:solidFill>
                <a:schemeClr val="tx1"/>
              </a:solidFill>
              <a:tailEnd type="triangle"/>
            </a:ln>
          </p:spPr>
          <p:style>
            <a:lnRef idx="1">
              <a:schemeClr val="accent1"/>
            </a:lnRef>
            <a:fillRef idx="0">
              <a:schemeClr val="accent1"/>
            </a:fillRef>
            <a:effectRef idx="0">
              <a:schemeClr val="accent1"/>
            </a:effectRef>
            <a:fontRef idx="minor">
              <a:schemeClr val="tx1"/>
            </a:fontRef>
          </p:style>
        </p:cxnSp>
        <p:cxnSp>
          <p:nvCxnSpPr>
            <p:cNvPr id="14" name="直接箭头连接符 13">
              <a:extLst>
                <a:ext uri="{FF2B5EF4-FFF2-40B4-BE49-F238E27FC236}">
                  <a16:creationId xmlns:a16="http://schemas.microsoft.com/office/drawing/2014/main" id="{5DFA9C35-F25A-4DB3-8C67-0A5DC93590BD}"/>
                </a:ext>
              </a:extLst>
            </p:cNvPr>
            <p:cNvCxnSpPr>
              <a:cxnSpLocks/>
            </p:cNvCxnSpPr>
            <p:nvPr/>
          </p:nvCxnSpPr>
          <p:spPr>
            <a:xfrm>
              <a:off x="4466378" y="1863472"/>
              <a:ext cx="0" cy="4121692"/>
            </a:xfrm>
            <a:prstGeom prst="straightConnector1">
              <a:avLst/>
            </a:prstGeom>
            <a:ln w="25400">
              <a:solidFill>
                <a:schemeClr val="tx1"/>
              </a:solidFill>
              <a:tailEnd type="triangle"/>
            </a:ln>
          </p:spPr>
          <p:style>
            <a:lnRef idx="1">
              <a:schemeClr val="accent1"/>
            </a:lnRef>
            <a:fillRef idx="0">
              <a:schemeClr val="accent1"/>
            </a:fillRef>
            <a:effectRef idx="0">
              <a:schemeClr val="accent1"/>
            </a:effectRef>
            <a:fontRef idx="minor">
              <a:schemeClr val="tx1"/>
            </a:fontRef>
          </p:style>
        </p:cxnSp>
        <p:sp>
          <p:nvSpPr>
            <p:cNvPr id="29" name="文本框 28">
              <a:extLst>
                <a:ext uri="{FF2B5EF4-FFF2-40B4-BE49-F238E27FC236}">
                  <a16:creationId xmlns:a16="http://schemas.microsoft.com/office/drawing/2014/main" id="{4FF3F173-B2A0-456F-A798-5EF84BB1A73F}"/>
                </a:ext>
              </a:extLst>
            </p:cNvPr>
            <p:cNvSpPr txBox="1"/>
            <p:nvPr/>
          </p:nvSpPr>
          <p:spPr>
            <a:xfrm>
              <a:off x="4182910" y="5645727"/>
              <a:ext cx="221673" cy="369332"/>
            </a:xfrm>
            <a:prstGeom prst="rect">
              <a:avLst/>
            </a:prstGeom>
            <a:noFill/>
          </p:spPr>
          <p:txBody>
            <a:bodyPr wrap="square" rtlCol="0">
              <a:spAutoFit/>
            </a:bodyPr>
            <a:lstStyle/>
            <a:p>
              <a:pPr algn="r"/>
              <a:r>
                <a:rPr lang="en-US" altLang="zh-CN" b="1" dirty="0"/>
                <a:t>t</a:t>
              </a:r>
              <a:endParaRPr lang="zh-CN" altLang="en-US" b="1" dirty="0"/>
            </a:p>
          </p:txBody>
        </p:sp>
        <p:sp>
          <p:nvSpPr>
            <p:cNvPr id="34" name="文本框 33">
              <a:extLst>
                <a:ext uri="{FF2B5EF4-FFF2-40B4-BE49-F238E27FC236}">
                  <a16:creationId xmlns:a16="http://schemas.microsoft.com/office/drawing/2014/main" id="{81382C67-92C2-4AA3-8371-612A0950C151}"/>
                </a:ext>
              </a:extLst>
            </p:cNvPr>
            <p:cNvSpPr txBox="1"/>
            <p:nvPr/>
          </p:nvSpPr>
          <p:spPr>
            <a:xfrm>
              <a:off x="7835031" y="5645727"/>
              <a:ext cx="221673" cy="369332"/>
            </a:xfrm>
            <a:prstGeom prst="rect">
              <a:avLst/>
            </a:prstGeom>
            <a:noFill/>
          </p:spPr>
          <p:txBody>
            <a:bodyPr wrap="square" rtlCol="0">
              <a:spAutoFit/>
            </a:bodyPr>
            <a:lstStyle/>
            <a:p>
              <a:r>
                <a:rPr lang="en-US" altLang="zh-CN" b="1" dirty="0"/>
                <a:t>t</a:t>
              </a:r>
              <a:endParaRPr lang="zh-CN" altLang="en-US" b="1" dirty="0"/>
            </a:p>
          </p:txBody>
        </p:sp>
      </p:grpSp>
      <p:grpSp>
        <p:nvGrpSpPr>
          <p:cNvPr id="4" name="组合 3">
            <a:extLst>
              <a:ext uri="{FF2B5EF4-FFF2-40B4-BE49-F238E27FC236}">
                <a16:creationId xmlns:a16="http://schemas.microsoft.com/office/drawing/2014/main" id="{9A1EA9F2-FCB6-48C3-935F-7AE7E3AD14AC}"/>
              </a:ext>
            </a:extLst>
          </p:cNvPr>
          <p:cNvGrpSpPr/>
          <p:nvPr/>
        </p:nvGrpSpPr>
        <p:grpSpPr>
          <a:xfrm>
            <a:off x="304800" y="749300"/>
            <a:ext cx="6192344" cy="400110"/>
            <a:chOff x="424117" y="898245"/>
            <a:chExt cx="6192344" cy="400110"/>
          </a:xfrm>
        </p:grpSpPr>
        <p:sp>
          <p:nvSpPr>
            <p:cNvPr id="2" name="平行四边形 1">
              <a:extLst>
                <a:ext uri="{FF2B5EF4-FFF2-40B4-BE49-F238E27FC236}">
                  <a16:creationId xmlns:a16="http://schemas.microsoft.com/office/drawing/2014/main" id="{1F5BAA3F-9845-4F89-A2DD-8222D3E4EDAC}"/>
                </a:ext>
              </a:extLst>
            </p:cNvPr>
            <p:cNvSpPr/>
            <p:nvPr/>
          </p:nvSpPr>
          <p:spPr>
            <a:xfrm>
              <a:off x="424117" y="898245"/>
              <a:ext cx="628306" cy="387090"/>
            </a:xfrm>
            <a:prstGeom prst="parallelogram">
              <a:avLst/>
            </a:prstGeom>
            <a:solidFill>
              <a:schemeClr val="accent3">
                <a:lumMod val="75000"/>
              </a:schemeClr>
            </a:solidFill>
            <a:ln>
              <a:solidFill>
                <a:schemeClr val="accent3">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CN" sz="2200" dirty="0">
                  <a:latin typeface="Impact" panose="020B0806030902050204" pitchFamily="34" charset="0"/>
                </a:rPr>
                <a:t>01</a:t>
              </a:r>
              <a:endParaRPr lang="zh-CN" altLang="en-US" sz="2200" dirty="0">
                <a:latin typeface="Impact" panose="020B0806030902050204" pitchFamily="34" charset="0"/>
              </a:endParaRPr>
            </a:p>
          </p:txBody>
        </p:sp>
        <p:sp>
          <p:nvSpPr>
            <p:cNvPr id="3" name="文本框 2">
              <a:extLst>
                <a:ext uri="{FF2B5EF4-FFF2-40B4-BE49-F238E27FC236}">
                  <a16:creationId xmlns:a16="http://schemas.microsoft.com/office/drawing/2014/main" id="{4D6BD736-A4D3-4F26-AFED-36E11F50F70B}"/>
                </a:ext>
              </a:extLst>
            </p:cNvPr>
            <p:cNvSpPr txBox="1"/>
            <p:nvPr/>
          </p:nvSpPr>
          <p:spPr>
            <a:xfrm>
              <a:off x="1052423" y="898245"/>
              <a:ext cx="5564038" cy="400110"/>
            </a:xfrm>
            <a:prstGeom prst="rect">
              <a:avLst/>
            </a:prstGeom>
            <a:noFill/>
          </p:spPr>
          <p:txBody>
            <a:bodyPr wrap="square" rtlCol="0">
              <a:spAutoFit/>
            </a:bodyPr>
            <a:lstStyle/>
            <a:p>
              <a:r>
                <a:rPr lang="zh-CN" altLang="en-US" sz="2000" b="1" dirty="0"/>
                <a:t>停止</a:t>
              </a:r>
              <a:r>
                <a:rPr lang="en-US" altLang="zh-CN" sz="2000" b="1" dirty="0"/>
                <a:t>-</a:t>
              </a:r>
              <a:r>
                <a:rPr lang="zh-CN" altLang="en-US" sz="2000" b="1" dirty="0"/>
                <a:t>等待协议的实现原理</a:t>
              </a:r>
            </a:p>
          </p:txBody>
        </p:sp>
      </p:grpSp>
      <p:grpSp>
        <p:nvGrpSpPr>
          <p:cNvPr id="7" name="组合 6">
            <a:extLst>
              <a:ext uri="{FF2B5EF4-FFF2-40B4-BE49-F238E27FC236}">
                <a16:creationId xmlns:a16="http://schemas.microsoft.com/office/drawing/2014/main" id="{5E7BDDC2-8FDB-4028-8058-31C2E55638B8}"/>
              </a:ext>
            </a:extLst>
          </p:cNvPr>
          <p:cNvGrpSpPr/>
          <p:nvPr/>
        </p:nvGrpSpPr>
        <p:grpSpPr>
          <a:xfrm>
            <a:off x="4504661" y="2037063"/>
            <a:ext cx="3285161" cy="540207"/>
            <a:chOff x="4504661" y="2037063"/>
            <a:chExt cx="3285161" cy="540207"/>
          </a:xfrm>
        </p:grpSpPr>
        <p:cxnSp>
          <p:nvCxnSpPr>
            <p:cNvPr id="35" name="直接箭头连接符 34">
              <a:extLst>
                <a:ext uri="{FF2B5EF4-FFF2-40B4-BE49-F238E27FC236}">
                  <a16:creationId xmlns:a16="http://schemas.microsoft.com/office/drawing/2014/main" id="{86E67B9A-DDD7-44FC-95CD-DCBD0C280064}"/>
                </a:ext>
              </a:extLst>
            </p:cNvPr>
            <p:cNvCxnSpPr>
              <a:cxnSpLocks/>
            </p:cNvCxnSpPr>
            <p:nvPr/>
          </p:nvCxnSpPr>
          <p:spPr>
            <a:xfrm>
              <a:off x="4504661" y="2165620"/>
              <a:ext cx="3285161" cy="411650"/>
            </a:xfrm>
            <a:prstGeom prst="straightConnector1">
              <a:avLst/>
            </a:prstGeom>
            <a:ln w="63500" cap="rnd">
              <a:solidFill>
                <a:schemeClr val="accent3"/>
              </a:solidFill>
              <a:round/>
              <a:tailEnd type="triangle" w="med" len="lg"/>
            </a:ln>
          </p:spPr>
          <p:style>
            <a:lnRef idx="1">
              <a:schemeClr val="accent1"/>
            </a:lnRef>
            <a:fillRef idx="0">
              <a:schemeClr val="accent1"/>
            </a:fillRef>
            <a:effectRef idx="0">
              <a:schemeClr val="accent1"/>
            </a:effectRef>
            <a:fontRef idx="minor">
              <a:schemeClr val="tx1"/>
            </a:fontRef>
          </p:style>
        </p:cxnSp>
        <p:sp>
          <p:nvSpPr>
            <p:cNvPr id="36" name="文本框 35">
              <a:extLst>
                <a:ext uri="{FF2B5EF4-FFF2-40B4-BE49-F238E27FC236}">
                  <a16:creationId xmlns:a16="http://schemas.microsoft.com/office/drawing/2014/main" id="{F6F96800-C831-4F1B-B5C3-E6630CC34B4B}"/>
                </a:ext>
              </a:extLst>
            </p:cNvPr>
            <p:cNvSpPr txBox="1"/>
            <p:nvPr/>
          </p:nvSpPr>
          <p:spPr>
            <a:xfrm rot="468067">
              <a:off x="5522912" y="2037063"/>
              <a:ext cx="1107553" cy="369332"/>
            </a:xfrm>
            <a:prstGeom prst="rect">
              <a:avLst/>
            </a:prstGeom>
            <a:noFill/>
          </p:spPr>
          <p:txBody>
            <a:bodyPr wrap="square" rtlCol="0">
              <a:spAutoFit/>
            </a:bodyPr>
            <a:lstStyle/>
            <a:p>
              <a:pPr algn="ctr"/>
              <a:r>
                <a:rPr lang="en-US" altLang="zh-CN" b="1" dirty="0">
                  <a:solidFill>
                    <a:schemeClr val="accent3"/>
                  </a:solidFill>
                  <a:latin typeface="Arial Black" panose="020B0A04020102020204" pitchFamily="34" charset="0"/>
                </a:rPr>
                <a:t>DATA0</a:t>
              </a:r>
              <a:endParaRPr lang="zh-CN" altLang="en-US" b="1" dirty="0">
                <a:solidFill>
                  <a:schemeClr val="accent3"/>
                </a:solidFill>
                <a:latin typeface="Arial Black" panose="020B0A04020102020204" pitchFamily="34" charset="0"/>
              </a:endParaRPr>
            </a:p>
          </p:txBody>
        </p:sp>
      </p:grpSp>
      <p:grpSp>
        <p:nvGrpSpPr>
          <p:cNvPr id="30" name="组合 29">
            <a:extLst>
              <a:ext uri="{FF2B5EF4-FFF2-40B4-BE49-F238E27FC236}">
                <a16:creationId xmlns:a16="http://schemas.microsoft.com/office/drawing/2014/main" id="{7F3B4E09-6764-454A-9492-E074DC4B625B}"/>
              </a:ext>
            </a:extLst>
          </p:cNvPr>
          <p:cNvGrpSpPr/>
          <p:nvPr/>
        </p:nvGrpSpPr>
        <p:grpSpPr>
          <a:xfrm>
            <a:off x="3184786" y="1260318"/>
            <a:ext cx="5835614" cy="808297"/>
            <a:chOff x="3094732" y="1606682"/>
            <a:chExt cx="5835614" cy="808297"/>
          </a:xfrm>
        </p:grpSpPr>
        <p:sp>
          <p:nvSpPr>
            <p:cNvPr id="17" name="文本框 16">
              <a:extLst>
                <a:ext uri="{FF2B5EF4-FFF2-40B4-BE49-F238E27FC236}">
                  <a16:creationId xmlns:a16="http://schemas.microsoft.com/office/drawing/2014/main" id="{5BC89BE0-4BDF-4485-9FBE-0F4CA3E7333F}"/>
                </a:ext>
              </a:extLst>
            </p:cNvPr>
            <p:cNvSpPr txBox="1"/>
            <p:nvPr/>
          </p:nvSpPr>
          <p:spPr>
            <a:xfrm>
              <a:off x="3094732" y="1829614"/>
              <a:ext cx="905164" cy="369332"/>
            </a:xfrm>
            <a:prstGeom prst="rect">
              <a:avLst/>
            </a:prstGeom>
            <a:noFill/>
          </p:spPr>
          <p:txBody>
            <a:bodyPr wrap="square" rtlCol="0">
              <a:spAutoFit/>
            </a:bodyPr>
            <a:lstStyle/>
            <a:p>
              <a:pPr algn="ctr"/>
              <a:r>
                <a:rPr lang="zh-CN" altLang="en-US" b="1" dirty="0">
                  <a:latin typeface="+mn-ea"/>
                </a:rPr>
                <a:t>发送方</a:t>
              </a:r>
            </a:p>
          </p:txBody>
        </p:sp>
        <p:sp>
          <p:nvSpPr>
            <p:cNvPr id="18" name="文本框 17">
              <a:extLst>
                <a:ext uri="{FF2B5EF4-FFF2-40B4-BE49-F238E27FC236}">
                  <a16:creationId xmlns:a16="http://schemas.microsoft.com/office/drawing/2014/main" id="{A53EBA0B-88E5-479C-B031-0031D4C518FB}"/>
                </a:ext>
              </a:extLst>
            </p:cNvPr>
            <p:cNvSpPr txBox="1"/>
            <p:nvPr/>
          </p:nvSpPr>
          <p:spPr>
            <a:xfrm>
              <a:off x="8025182" y="1829614"/>
              <a:ext cx="905164" cy="369332"/>
            </a:xfrm>
            <a:prstGeom prst="rect">
              <a:avLst/>
            </a:prstGeom>
            <a:noFill/>
          </p:spPr>
          <p:txBody>
            <a:bodyPr wrap="square" rtlCol="0">
              <a:spAutoFit/>
            </a:bodyPr>
            <a:lstStyle/>
            <a:p>
              <a:pPr algn="ctr"/>
              <a:r>
                <a:rPr lang="zh-CN" altLang="en-US" b="1" dirty="0">
                  <a:latin typeface="+mn-ea"/>
                </a:rPr>
                <a:t>接收方</a:t>
              </a:r>
            </a:p>
          </p:txBody>
        </p:sp>
        <p:cxnSp>
          <p:nvCxnSpPr>
            <p:cNvPr id="20" name="直接连接符 19">
              <a:extLst>
                <a:ext uri="{FF2B5EF4-FFF2-40B4-BE49-F238E27FC236}">
                  <a16:creationId xmlns:a16="http://schemas.microsoft.com/office/drawing/2014/main" id="{60E4C73B-A225-411B-883A-DC140C4192C5}"/>
                </a:ext>
              </a:extLst>
            </p:cNvPr>
            <p:cNvCxnSpPr>
              <a:cxnSpLocks/>
            </p:cNvCxnSpPr>
            <p:nvPr/>
          </p:nvCxnSpPr>
          <p:spPr>
            <a:xfrm>
              <a:off x="4214689" y="2101247"/>
              <a:ext cx="3494148" cy="0"/>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pic>
          <p:nvPicPr>
            <p:cNvPr id="21" name="图形 20">
              <a:extLst>
                <a:ext uri="{FF2B5EF4-FFF2-40B4-BE49-F238E27FC236}">
                  <a16:creationId xmlns:a16="http://schemas.microsoft.com/office/drawing/2014/main" id="{6741A3DB-8FF6-4FA5-B425-532579F07BB2}"/>
                </a:ext>
              </a:extLst>
            </p:cNvPr>
            <p:cNvPicPr>
              <a:picLocks noChangeAspect="1"/>
            </p:cNvPicPr>
            <p:nvPr/>
          </p:nvPicPr>
          <p:blipFill>
            <a:blip r:embed="rId3">
              <a:extLst>
                <a:ext uri="{28A0092B-C50C-407E-A947-70E740481C1C}">
                  <a14:useLocalDpi xmlns:a14="http://schemas.microsoft.com/office/drawing/2010/main" val="0"/>
                </a:ext>
                <a:ext uri="{96DAC541-7B7A-43D3-8B79-37D633B846F1}">
                  <asvg:svgBlip xmlns:asvg="http://schemas.microsoft.com/office/drawing/2016/SVG/main" r:embed="rId4"/>
                </a:ext>
              </a:extLst>
            </a:blip>
            <a:stretch>
              <a:fillRect/>
            </a:stretch>
          </p:blipFill>
          <p:spPr>
            <a:xfrm>
              <a:off x="4044917" y="1625133"/>
              <a:ext cx="662814" cy="641082"/>
            </a:xfrm>
            <a:prstGeom prst="rect">
              <a:avLst/>
            </a:prstGeom>
          </p:spPr>
        </p:pic>
        <p:pic>
          <p:nvPicPr>
            <p:cNvPr id="22" name="图形 21">
              <a:extLst>
                <a:ext uri="{FF2B5EF4-FFF2-40B4-BE49-F238E27FC236}">
                  <a16:creationId xmlns:a16="http://schemas.microsoft.com/office/drawing/2014/main" id="{FB51D0B6-4BB2-4ACA-8731-2370EE12D6D8}"/>
                </a:ext>
              </a:extLst>
            </p:cNvPr>
            <p:cNvPicPr>
              <a:picLocks noChangeAspect="1"/>
            </p:cNvPicPr>
            <p:nvPr/>
          </p:nvPicPr>
          <p:blipFill>
            <a:blip r:embed="rId5">
              <a:extLst>
                <a:ext uri="{28A0092B-C50C-407E-A947-70E740481C1C}">
                  <a14:useLocalDpi xmlns:a14="http://schemas.microsoft.com/office/drawing/2010/main" val="0"/>
                </a:ext>
                <a:ext uri="{96DAC541-7B7A-43D3-8B79-37D633B846F1}">
                  <asvg:svgBlip xmlns:asvg="http://schemas.microsoft.com/office/drawing/2016/SVG/main" r:embed="rId6"/>
                </a:ext>
              </a:extLst>
            </a:blip>
            <a:stretch>
              <a:fillRect/>
            </a:stretch>
          </p:blipFill>
          <p:spPr>
            <a:xfrm>
              <a:off x="7457951" y="1606682"/>
              <a:ext cx="501772" cy="658576"/>
            </a:xfrm>
            <a:prstGeom prst="rect">
              <a:avLst/>
            </a:prstGeom>
          </p:spPr>
        </p:pic>
        <p:sp>
          <p:nvSpPr>
            <p:cNvPr id="27" name="云形 26">
              <a:extLst>
                <a:ext uri="{FF2B5EF4-FFF2-40B4-BE49-F238E27FC236}">
                  <a16:creationId xmlns:a16="http://schemas.microsoft.com/office/drawing/2014/main" id="{376EF8EB-1F23-4CFB-8171-CB84499BD291}"/>
                </a:ext>
              </a:extLst>
            </p:cNvPr>
            <p:cNvSpPr/>
            <p:nvPr/>
          </p:nvSpPr>
          <p:spPr>
            <a:xfrm>
              <a:off x="5371531" y="1613581"/>
              <a:ext cx="1422620" cy="801398"/>
            </a:xfrm>
            <a:prstGeom prst="cloud">
              <a:avLst/>
            </a:prstGeom>
            <a:solidFill>
              <a:schemeClr val="bg1">
                <a:lumMod val="85000"/>
              </a:schemeClr>
            </a:solidFill>
            <a:ln>
              <a:solidFill>
                <a:schemeClr val="bg1">
                  <a:lumMod val="85000"/>
                </a:schemeClr>
              </a:solidFill>
            </a:ln>
          </p:spPr>
          <p:style>
            <a:lnRef idx="2">
              <a:schemeClr val="accent3">
                <a:shade val="50000"/>
              </a:schemeClr>
            </a:lnRef>
            <a:fillRef idx="1">
              <a:schemeClr val="accent3"/>
            </a:fillRef>
            <a:effectRef idx="0">
              <a:schemeClr val="accent3"/>
            </a:effectRef>
            <a:fontRef idx="minor">
              <a:schemeClr val="lt1"/>
            </a:fontRef>
          </p:style>
          <p:txBody>
            <a:bodyPr rtlCol="0" anchor="ctr"/>
            <a:lstStyle/>
            <a:p>
              <a:pPr algn="ctr"/>
              <a:r>
                <a:rPr lang="zh-CN" altLang="en-US" b="1" dirty="0">
                  <a:solidFill>
                    <a:schemeClr val="tx1"/>
                  </a:solidFill>
                  <a:latin typeface="+mn-ea"/>
                </a:rPr>
                <a:t>因特网</a:t>
              </a:r>
            </a:p>
          </p:txBody>
        </p:sp>
      </p:grpSp>
      <p:sp>
        <p:nvSpPr>
          <p:cNvPr id="95" name="文本框 94">
            <a:extLst>
              <a:ext uri="{FF2B5EF4-FFF2-40B4-BE49-F238E27FC236}">
                <a16:creationId xmlns:a16="http://schemas.microsoft.com/office/drawing/2014/main" id="{CCE359CE-6387-469B-B096-2A91997442BE}"/>
              </a:ext>
            </a:extLst>
          </p:cNvPr>
          <p:cNvSpPr txBox="1"/>
          <p:nvPr/>
        </p:nvSpPr>
        <p:spPr>
          <a:xfrm>
            <a:off x="4708191" y="5796355"/>
            <a:ext cx="2788773" cy="646331"/>
          </a:xfrm>
          <a:prstGeom prst="rect">
            <a:avLst/>
          </a:prstGeom>
          <a:noFill/>
        </p:spPr>
        <p:txBody>
          <a:bodyPr wrap="square" rtlCol="0">
            <a:spAutoFit/>
          </a:bodyPr>
          <a:lstStyle/>
          <a:p>
            <a:pPr algn="ctr"/>
            <a:r>
              <a:rPr lang="zh-CN" altLang="en-US" b="1" dirty="0">
                <a:latin typeface="+mn-ea"/>
              </a:rPr>
              <a:t>确认迟到</a:t>
            </a:r>
            <a:endParaRPr lang="en-US" altLang="zh-CN" b="1" dirty="0">
              <a:latin typeface="+mn-ea"/>
            </a:endParaRPr>
          </a:p>
          <a:p>
            <a:pPr algn="ctr"/>
            <a:r>
              <a:rPr lang="zh-CN" altLang="en-US" b="1" dirty="0">
                <a:latin typeface="+mn-ea"/>
              </a:rPr>
              <a:t>确认分组需要编号</a:t>
            </a:r>
          </a:p>
        </p:txBody>
      </p:sp>
      <p:grpSp>
        <p:nvGrpSpPr>
          <p:cNvPr id="6" name="组合 5">
            <a:extLst>
              <a:ext uri="{FF2B5EF4-FFF2-40B4-BE49-F238E27FC236}">
                <a16:creationId xmlns:a16="http://schemas.microsoft.com/office/drawing/2014/main" id="{4FAA3E92-22E8-4BD1-A94D-0289BCCBE452}"/>
              </a:ext>
            </a:extLst>
          </p:cNvPr>
          <p:cNvGrpSpPr/>
          <p:nvPr/>
        </p:nvGrpSpPr>
        <p:grpSpPr>
          <a:xfrm>
            <a:off x="4482385" y="2611337"/>
            <a:ext cx="3321365" cy="1149358"/>
            <a:chOff x="4482385" y="2611337"/>
            <a:chExt cx="3321365" cy="1149358"/>
          </a:xfrm>
        </p:grpSpPr>
        <p:cxnSp>
          <p:nvCxnSpPr>
            <p:cNvPr id="48" name="直接箭头连接符 47">
              <a:extLst>
                <a:ext uri="{FF2B5EF4-FFF2-40B4-BE49-F238E27FC236}">
                  <a16:creationId xmlns:a16="http://schemas.microsoft.com/office/drawing/2014/main" id="{B45A8A54-BCEE-4EE6-BD80-3F200082D29F}"/>
                </a:ext>
              </a:extLst>
            </p:cNvPr>
            <p:cNvCxnSpPr>
              <a:cxnSpLocks/>
            </p:cNvCxnSpPr>
            <p:nvPr/>
          </p:nvCxnSpPr>
          <p:spPr>
            <a:xfrm flipH="1">
              <a:off x="4482385" y="2611337"/>
              <a:ext cx="3321365" cy="1149358"/>
            </a:xfrm>
            <a:prstGeom prst="straightConnector1">
              <a:avLst/>
            </a:prstGeom>
            <a:ln w="25400">
              <a:solidFill>
                <a:schemeClr val="accent4"/>
              </a:solidFill>
              <a:tailEnd type="triangle" w="med" len="lg"/>
            </a:ln>
          </p:spPr>
          <p:style>
            <a:lnRef idx="1">
              <a:schemeClr val="accent1"/>
            </a:lnRef>
            <a:fillRef idx="0">
              <a:schemeClr val="accent1"/>
            </a:fillRef>
            <a:effectRef idx="0">
              <a:schemeClr val="accent1"/>
            </a:effectRef>
            <a:fontRef idx="minor">
              <a:schemeClr val="tx1"/>
            </a:fontRef>
          </p:style>
        </p:cxnSp>
        <p:sp>
          <p:nvSpPr>
            <p:cNvPr id="56" name="文本框 55">
              <a:extLst>
                <a:ext uri="{FF2B5EF4-FFF2-40B4-BE49-F238E27FC236}">
                  <a16:creationId xmlns:a16="http://schemas.microsoft.com/office/drawing/2014/main" id="{A729228A-ADBE-487E-B36D-8C658E01EF99}"/>
                </a:ext>
              </a:extLst>
            </p:cNvPr>
            <p:cNvSpPr txBox="1"/>
            <p:nvPr/>
          </p:nvSpPr>
          <p:spPr>
            <a:xfrm rot="20417104">
              <a:off x="5613289" y="2873034"/>
              <a:ext cx="1107553" cy="369332"/>
            </a:xfrm>
            <a:prstGeom prst="rect">
              <a:avLst/>
            </a:prstGeom>
            <a:noFill/>
          </p:spPr>
          <p:txBody>
            <a:bodyPr wrap="square" rtlCol="0">
              <a:spAutoFit/>
            </a:bodyPr>
            <a:lstStyle/>
            <a:p>
              <a:pPr algn="ctr"/>
              <a:r>
                <a:rPr lang="en-US" altLang="zh-CN" b="1" dirty="0">
                  <a:solidFill>
                    <a:schemeClr val="accent4"/>
                  </a:solidFill>
                  <a:latin typeface="Arial Black" panose="020B0A04020102020204" pitchFamily="34" charset="0"/>
                </a:rPr>
                <a:t>ACK</a:t>
              </a:r>
              <a:endParaRPr lang="zh-CN" altLang="en-US" b="1" dirty="0">
                <a:solidFill>
                  <a:schemeClr val="accent4"/>
                </a:solidFill>
                <a:latin typeface="Arial Black" panose="020B0A04020102020204" pitchFamily="34" charset="0"/>
              </a:endParaRPr>
            </a:p>
          </p:txBody>
        </p:sp>
      </p:grpSp>
      <p:grpSp>
        <p:nvGrpSpPr>
          <p:cNvPr id="11" name="组合 10">
            <a:extLst>
              <a:ext uri="{FF2B5EF4-FFF2-40B4-BE49-F238E27FC236}">
                <a16:creationId xmlns:a16="http://schemas.microsoft.com/office/drawing/2014/main" id="{80DE1420-E440-47C6-AD5C-4977E7D49E0B}"/>
              </a:ext>
            </a:extLst>
          </p:cNvPr>
          <p:cNvGrpSpPr/>
          <p:nvPr/>
        </p:nvGrpSpPr>
        <p:grpSpPr>
          <a:xfrm>
            <a:off x="3402107" y="2142169"/>
            <a:ext cx="1056268" cy="1257155"/>
            <a:chOff x="3401041" y="2160579"/>
            <a:chExt cx="1056268" cy="1257155"/>
          </a:xfrm>
        </p:grpSpPr>
        <p:cxnSp>
          <p:nvCxnSpPr>
            <p:cNvPr id="68" name="直接箭头连接符 67">
              <a:extLst>
                <a:ext uri="{FF2B5EF4-FFF2-40B4-BE49-F238E27FC236}">
                  <a16:creationId xmlns:a16="http://schemas.microsoft.com/office/drawing/2014/main" id="{BC462BF6-0FBA-481F-80D1-28F9CCD1B206}"/>
                </a:ext>
              </a:extLst>
            </p:cNvPr>
            <p:cNvCxnSpPr>
              <a:cxnSpLocks/>
            </p:cNvCxnSpPr>
            <p:nvPr/>
          </p:nvCxnSpPr>
          <p:spPr>
            <a:xfrm>
              <a:off x="4057360" y="2160579"/>
              <a:ext cx="0" cy="1257155"/>
            </a:xfrm>
            <a:prstGeom prst="straightConnector1">
              <a:avLst/>
            </a:prstGeom>
            <a:ln w="12700">
              <a:solidFill>
                <a:schemeClr val="tx1"/>
              </a:solidFill>
              <a:headEnd type="triangle"/>
              <a:tailEnd type="triangle"/>
            </a:ln>
          </p:spPr>
          <p:style>
            <a:lnRef idx="1">
              <a:schemeClr val="accent1"/>
            </a:lnRef>
            <a:fillRef idx="0">
              <a:schemeClr val="accent1"/>
            </a:fillRef>
            <a:effectRef idx="0">
              <a:schemeClr val="accent1"/>
            </a:effectRef>
            <a:fontRef idx="minor">
              <a:schemeClr val="tx1"/>
            </a:fontRef>
          </p:style>
        </p:cxnSp>
        <p:sp>
          <p:nvSpPr>
            <p:cNvPr id="69" name="文本框 68">
              <a:extLst>
                <a:ext uri="{FF2B5EF4-FFF2-40B4-BE49-F238E27FC236}">
                  <a16:creationId xmlns:a16="http://schemas.microsoft.com/office/drawing/2014/main" id="{807016C4-B120-4052-B683-8EAD4B9F37A0}"/>
                </a:ext>
              </a:extLst>
            </p:cNvPr>
            <p:cNvSpPr txBox="1"/>
            <p:nvPr/>
          </p:nvSpPr>
          <p:spPr>
            <a:xfrm>
              <a:off x="3746853" y="2597246"/>
              <a:ext cx="615339" cy="369332"/>
            </a:xfrm>
            <a:prstGeom prst="rect">
              <a:avLst/>
            </a:prstGeom>
            <a:solidFill>
              <a:schemeClr val="bg1"/>
            </a:solidFill>
          </p:spPr>
          <p:txBody>
            <a:bodyPr wrap="square" rtlCol="0">
              <a:spAutoFit/>
            </a:bodyPr>
            <a:lstStyle/>
            <a:p>
              <a:pPr algn="ctr"/>
              <a:r>
                <a:rPr lang="en-US" altLang="zh-CN" b="1" dirty="0">
                  <a:latin typeface="Arial Narrow" panose="020B0606020202030204" pitchFamily="34" charset="0"/>
                </a:rPr>
                <a:t>RTO</a:t>
              </a:r>
              <a:endParaRPr lang="zh-CN" altLang="en-US" b="1" dirty="0">
                <a:latin typeface="Arial Narrow" panose="020B0606020202030204" pitchFamily="34" charset="0"/>
              </a:endParaRPr>
            </a:p>
          </p:txBody>
        </p:sp>
        <p:cxnSp>
          <p:nvCxnSpPr>
            <p:cNvPr id="71" name="直接连接符 70">
              <a:extLst>
                <a:ext uri="{FF2B5EF4-FFF2-40B4-BE49-F238E27FC236}">
                  <a16:creationId xmlns:a16="http://schemas.microsoft.com/office/drawing/2014/main" id="{8A74443A-FA26-44DB-9F3E-575FAF1BAA30}"/>
                </a:ext>
              </a:extLst>
            </p:cNvPr>
            <p:cNvCxnSpPr>
              <a:cxnSpLocks/>
            </p:cNvCxnSpPr>
            <p:nvPr/>
          </p:nvCxnSpPr>
          <p:spPr>
            <a:xfrm flipH="1">
              <a:off x="3401042" y="2165210"/>
              <a:ext cx="1056267" cy="0"/>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sp>
          <p:nvSpPr>
            <p:cNvPr id="77" name="chronometer_117482">
              <a:extLst>
                <a:ext uri="{FF2B5EF4-FFF2-40B4-BE49-F238E27FC236}">
                  <a16:creationId xmlns:a16="http://schemas.microsoft.com/office/drawing/2014/main" id="{9EE1D83E-6058-42D2-9278-48782B6085E2}"/>
                </a:ext>
              </a:extLst>
            </p:cNvPr>
            <p:cNvSpPr/>
            <p:nvPr/>
          </p:nvSpPr>
          <p:spPr>
            <a:xfrm>
              <a:off x="3495968" y="2577270"/>
              <a:ext cx="304613" cy="369332"/>
            </a:xfrm>
            <a:custGeom>
              <a:avLst/>
              <a:gdLst>
                <a:gd name="T0" fmla="*/ 0 w 3733"/>
                <a:gd name="T1" fmla="*/ 2667 h 4533"/>
                <a:gd name="T2" fmla="*/ 1867 w 3733"/>
                <a:gd name="T3" fmla="*/ 4533 h 4533"/>
                <a:gd name="T4" fmla="*/ 3733 w 3733"/>
                <a:gd name="T5" fmla="*/ 2667 h 4533"/>
                <a:gd name="T6" fmla="*/ 3161 w 3733"/>
                <a:gd name="T7" fmla="*/ 1323 h 4533"/>
                <a:gd name="T8" fmla="*/ 3408 w 3733"/>
                <a:gd name="T9" fmla="*/ 1075 h 4533"/>
                <a:gd name="T10" fmla="*/ 3408 w 3733"/>
                <a:gd name="T11" fmla="*/ 792 h 4533"/>
                <a:gd name="T12" fmla="*/ 3125 w 3733"/>
                <a:gd name="T13" fmla="*/ 792 h 4533"/>
                <a:gd name="T14" fmla="*/ 2842 w 3733"/>
                <a:gd name="T15" fmla="*/ 1076 h 4533"/>
                <a:gd name="T16" fmla="*/ 2067 w 3733"/>
                <a:gd name="T17" fmla="*/ 811 h 4533"/>
                <a:gd name="T18" fmla="*/ 2067 w 3733"/>
                <a:gd name="T19" fmla="*/ 400 h 4533"/>
                <a:gd name="T20" fmla="*/ 2667 w 3733"/>
                <a:gd name="T21" fmla="*/ 400 h 4533"/>
                <a:gd name="T22" fmla="*/ 2867 w 3733"/>
                <a:gd name="T23" fmla="*/ 200 h 4533"/>
                <a:gd name="T24" fmla="*/ 2667 w 3733"/>
                <a:gd name="T25" fmla="*/ 0 h 4533"/>
                <a:gd name="T26" fmla="*/ 1067 w 3733"/>
                <a:gd name="T27" fmla="*/ 0 h 4533"/>
                <a:gd name="T28" fmla="*/ 867 w 3733"/>
                <a:gd name="T29" fmla="*/ 200 h 4533"/>
                <a:gd name="T30" fmla="*/ 1067 w 3733"/>
                <a:gd name="T31" fmla="*/ 400 h 4533"/>
                <a:gd name="T32" fmla="*/ 1667 w 3733"/>
                <a:gd name="T33" fmla="*/ 400 h 4533"/>
                <a:gd name="T34" fmla="*/ 1667 w 3733"/>
                <a:gd name="T35" fmla="*/ 811 h 4533"/>
                <a:gd name="T36" fmla="*/ 891 w 3733"/>
                <a:gd name="T37" fmla="*/ 1076 h 4533"/>
                <a:gd name="T38" fmla="*/ 608 w 3733"/>
                <a:gd name="T39" fmla="*/ 792 h 4533"/>
                <a:gd name="T40" fmla="*/ 325 w 3733"/>
                <a:gd name="T41" fmla="*/ 792 h 4533"/>
                <a:gd name="T42" fmla="*/ 325 w 3733"/>
                <a:gd name="T43" fmla="*/ 1075 h 4533"/>
                <a:gd name="T44" fmla="*/ 573 w 3733"/>
                <a:gd name="T45" fmla="*/ 1323 h 4533"/>
                <a:gd name="T46" fmla="*/ 0 w 3733"/>
                <a:gd name="T47" fmla="*/ 2667 h 4533"/>
                <a:gd name="T48" fmla="*/ 1667 w 3733"/>
                <a:gd name="T49" fmla="*/ 1801 h 4533"/>
                <a:gd name="T50" fmla="*/ 1867 w 3733"/>
                <a:gd name="T51" fmla="*/ 1601 h 4533"/>
                <a:gd name="T52" fmla="*/ 2067 w 3733"/>
                <a:gd name="T53" fmla="*/ 1801 h 4533"/>
                <a:gd name="T54" fmla="*/ 2067 w 3733"/>
                <a:gd name="T55" fmla="*/ 2468 h 4533"/>
                <a:gd name="T56" fmla="*/ 2733 w 3733"/>
                <a:gd name="T57" fmla="*/ 2468 h 4533"/>
                <a:gd name="T58" fmla="*/ 2933 w 3733"/>
                <a:gd name="T59" fmla="*/ 2668 h 4533"/>
                <a:gd name="T60" fmla="*/ 2733 w 3733"/>
                <a:gd name="T61" fmla="*/ 2868 h 4533"/>
                <a:gd name="T62" fmla="*/ 1867 w 3733"/>
                <a:gd name="T63" fmla="*/ 2868 h 4533"/>
                <a:gd name="T64" fmla="*/ 1667 w 3733"/>
                <a:gd name="T65" fmla="*/ 2668 h 4533"/>
                <a:gd name="T66" fmla="*/ 1667 w 3733"/>
                <a:gd name="T67" fmla="*/ 1801 h 45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3733" h="4533">
                  <a:moveTo>
                    <a:pt x="0" y="2667"/>
                  </a:moveTo>
                  <a:cubicBezTo>
                    <a:pt x="0" y="3696"/>
                    <a:pt x="837" y="4533"/>
                    <a:pt x="1867" y="4533"/>
                  </a:cubicBezTo>
                  <a:cubicBezTo>
                    <a:pt x="2896" y="4533"/>
                    <a:pt x="3733" y="3696"/>
                    <a:pt x="3733" y="2667"/>
                  </a:cubicBezTo>
                  <a:cubicBezTo>
                    <a:pt x="3733" y="2139"/>
                    <a:pt x="3513" y="1662"/>
                    <a:pt x="3161" y="1323"/>
                  </a:cubicBezTo>
                  <a:lnTo>
                    <a:pt x="3408" y="1075"/>
                  </a:lnTo>
                  <a:cubicBezTo>
                    <a:pt x="3486" y="997"/>
                    <a:pt x="3486" y="870"/>
                    <a:pt x="3408" y="792"/>
                  </a:cubicBezTo>
                  <a:cubicBezTo>
                    <a:pt x="3330" y="714"/>
                    <a:pt x="3203" y="714"/>
                    <a:pt x="3125" y="792"/>
                  </a:cubicBezTo>
                  <a:lnTo>
                    <a:pt x="2842" y="1076"/>
                  </a:lnTo>
                  <a:cubicBezTo>
                    <a:pt x="2612" y="934"/>
                    <a:pt x="2348" y="841"/>
                    <a:pt x="2067" y="811"/>
                  </a:cubicBezTo>
                  <a:lnTo>
                    <a:pt x="2067" y="400"/>
                  </a:lnTo>
                  <a:lnTo>
                    <a:pt x="2667" y="400"/>
                  </a:lnTo>
                  <a:cubicBezTo>
                    <a:pt x="2777" y="400"/>
                    <a:pt x="2867" y="310"/>
                    <a:pt x="2867" y="200"/>
                  </a:cubicBezTo>
                  <a:cubicBezTo>
                    <a:pt x="2867" y="90"/>
                    <a:pt x="2777" y="0"/>
                    <a:pt x="2667" y="0"/>
                  </a:cubicBezTo>
                  <a:lnTo>
                    <a:pt x="1067" y="0"/>
                  </a:lnTo>
                  <a:cubicBezTo>
                    <a:pt x="956" y="0"/>
                    <a:pt x="867" y="90"/>
                    <a:pt x="867" y="200"/>
                  </a:cubicBezTo>
                  <a:cubicBezTo>
                    <a:pt x="867" y="310"/>
                    <a:pt x="956" y="400"/>
                    <a:pt x="1067" y="400"/>
                  </a:cubicBezTo>
                  <a:lnTo>
                    <a:pt x="1667" y="400"/>
                  </a:lnTo>
                  <a:lnTo>
                    <a:pt x="1667" y="811"/>
                  </a:lnTo>
                  <a:cubicBezTo>
                    <a:pt x="1385" y="841"/>
                    <a:pt x="1122" y="934"/>
                    <a:pt x="891" y="1076"/>
                  </a:cubicBezTo>
                  <a:lnTo>
                    <a:pt x="608" y="792"/>
                  </a:lnTo>
                  <a:cubicBezTo>
                    <a:pt x="530" y="714"/>
                    <a:pt x="403" y="714"/>
                    <a:pt x="325" y="792"/>
                  </a:cubicBezTo>
                  <a:cubicBezTo>
                    <a:pt x="247" y="870"/>
                    <a:pt x="247" y="997"/>
                    <a:pt x="325" y="1075"/>
                  </a:cubicBezTo>
                  <a:lnTo>
                    <a:pt x="573" y="1323"/>
                  </a:lnTo>
                  <a:cubicBezTo>
                    <a:pt x="220" y="1662"/>
                    <a:pt x="0" y="2139"/>
                    <a:pt x="0" y="2667"/>
                  </a:cubicBezTo>
                  <a:close/>
                  <a:moveTo>
                    <a:pt x="1667" y="1801"/>
                  </a:moveTo>
                  <a:cubicBezTo>
                    <a:pt x="1667" y="1691"/>
                    <a:pt x="1756" y="1601"/>
                    <a:pt x="1867" y="1601"/>
                  </a:cubicBezTo>
                  <a:cubicBezTo>
                    <a:pt x="1977" y="1601"/>
                    <a:pt x="2067" y="1691"/>
                    <a:pt x="2067" y="1801"/>
                  </a:cubicBezTo>
                  <a:lnTo>
                    <a:pt x="2067" y="2468"/>
                  </a:lnTo>
                  <a:lnTo>
                    <a:pt x="2733" y="2468"/>
                  </a:lnTo>
                  <a:cubicBezTo>
                    <a:pt x="2844" y="2468"/>
                    <a:pt x="2933" y="2557"/>
                    <a:pt x="2933" y="2668"/>
                  </a:cubicBezTo>
                  <a:cubicBezTo>
                    <a:pt x="2933" y="2778"/>
                    <a:pt x="2844" y="2868"/>
                    <a:pt x="2733" y="2868"/>
                  </a:cubicBezTo>
                  <a:lnTo>
                    <a:pt x="1867" y="2868"/>
                  </a:lnTo>
                  <a:cubicBezTo>
                    <a:pt x="1756" y="2868"/>
                    <a:pt x="1667" y="2778"/>
                    <a:pt x="1667" y="2668"/>
                  </a:cubicBezTo>
                  <a:lnTo>
                    <a:pt x="1667" y="1801"/>
                  </a:lnTo>
                  <a:close/>
                </a:path>
              </a:pathLst>
            </a:custGeom>
            <a:solidFill>
              <a:schemeClr val="accent1"/>
            </a:solidFill>
            <a:ln>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zh-CN"/>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a:p>
          </p:txBody>
        </p:sp>
        <p:cxnSp>
          <p:nvCxnSpPr>
            <p:cNvPr id="58" name="直接连接符 57">
              <a:extLst>
                <a:ext uri="{FF2B5EF4-FFF2-40B4-BE49-F238E27FC236}">
                  <a16:creationId xmlns:a16="http://schemas.microsoft.com/office/drawing/2014/main" id="{03076B84-5CB9-400B-A5FB-94BDDD306B16}"/>
                </a:ext>
              </a:extLst>
            </p:cNvPr>
            <p:cNvCxnSpPr>
              <a:cxnSpLocks/>
            </p:cNvCxnSpPr>
            <p:nvPr/>
          </p:nvCxnSpPr>
          <p:spPr>
            <a:xfrm flipH="1">
              <a:off x="3401041" y="3417734"/>
              <a:ext cx="1056267" cy="0"/>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39" name="组合 138">
            <a:extLst>
              <a:ext uri="{FF2B5EF4-FFF2-40B4-BE49-F238E27FC236}">
                <a16:creationId xmlns:a16="http://schemas.microsoft.com/office/drawing/2014/main" id="{B5A8A167-97AF-4537-8D32-374CC5AFEDD8}"/>
              </a:ext>
            </a:extLst>
          </p:cNvPr>
          <p:cNvGrpSpPr/>
          <p:nvPr/>
        </p:nvGrpSpPr>
        <p:grpSpPr>
          <a:xfrm>
            <a:off x="4520169" y="3323494"/>
            <a:ext cx="3285161" cy="525103"/>
            <a:chOff x="4504661" y="2052167"/>
            <a:chExt cx="3285161" cy="525103"/>
          </a:xfrm>
        </p:grpSpPr>
        <p:cxnSp>
          <p:nvCxnSpPr>
            <p:cNvPr id="140" name="直接箭头连接符 139">
              <a:extLst>
                <a:ext uri="{FF2B5EF4-FFF2-40B4-BE49-F238E27FC236}">
                  <a16:creationId xmlns:a16="http://schemas.microsoft.com/office/drawing/2014/main" id="{338A8DD9-A318-461A-B319-AC3225B59BAA}"/>
                </a:ext>
              </a:extLst>
            </p:cNvPr>
            <p:cNvCxnSpPr>
              <a:cxnSpLocks/>
            </p:cNvCxnSpPr>
            <p:nvPr/>
          </p:nvCxnSpPr>
          <p:spPr>
            <a:xfrm>
              <a:off x="4504661" y="2165620"/>
              <a:ext cx="3285161" cy="411650"/>
            </a:xfrm>
            <a:prstGeom prst="straightConnector1">
              <a:avLst/>
            </a:prstGeom>
            <a:ln w="63500" cap="rnd">
              <a:solidFill>
                <a:schemeClr val="accent3"/>
              </a:solidFill>
              <a:round/>
              <a:tailEnd type="triangle" w="med" len="lg"/>
            </a:ln>
          </p:spPr>
          <p:style>
            <a:lnRef idx="1">
              <a:schemeClr val="accent1"/>
            </a:lnRef>
            <a:fillRef idx="0">
              <a:schemeClr val="accent1"/>
            </a:fillRef>
            <a:effectRef idx="0">
              <a:schemeClr val="accent1"/>
            </a:effectRef>
            <a:fontRef idx="minor">
              <a:schemeClr val="tx1"/>
            </a:fontRef>
          </p:style>
        </p:cxnSp>
        <p:sp>
          <p:nvSpPr>
            <p:cNvPr id="141" name="文本框 140">
              <a:extLst>
                <a:ext uri="{FF2B5EF4-FFF2-40B4-BE49-F238E27FC236}">
                  <a16:creationId xmlns:a16="http://schemas.microsoft.com/office/drawing/2014/main" id="{1238916E-3022-4B2B-9338-3619B4ADA3CA}"/>
                </a:ext>
              </a:extLst>
            </p:cNvPr>
            <p:cNvSpPr txBox="1"/>
            <p:nvPr/>
          </p:nvSpPr>
          <p:spPr>
            <a:xfrm rot="468067">
              <a:off x="5605606" y="2052167"/>
              <a:ext cx="1717812" cy="369332"/>
            </a:xfrm>
            <a:prstGeom prst="rect">
              <a:avLst/>
            </a:prstGeom>
            <a:noFill/>
          </p:spPr>
          <p:txBody>
            <a:bodyPr wrap="square" rtlCol="0">
              <a:spAutoFit/>
            </a:bodyPr>
            <a:lstStyle/>
            <a:p>
              <a:pPr algn="ctr"/>
              <a:r>
                <a:rPr lang="zh-CN" altLang="en-US" b="1" dirty="0">
                  <a:solidFill>
                    <a:schemeClr val="accent3"/>
                  </a:solidFill>
                  <a:latin typeface="Arial Black" panose="020B0A04020102020204" pitchFamily="34" charset="0"/>
                </a:rPr>
                <a:t>重传</a:t>
              </a:r>
              <a:r>
                <a:rPr lang="en-US" altLang="zh-CN" b="1" dirty="0">
                  <a:solidFill>
                    <a:schemeClr val="accent3"/>
                  </a:solidFill>
                  <a:latin typeface="Arial Black" panose="020B0A04020102020204" pitchFamily="34" charset="0"/>
                </a:rPr>
                <a:t>DATA0</a:t>
              </a:r>
              <a:endParaRPr lang="zh-CN" altLang="en-US" b="1" dirty="0">
                <a:solidFill>
                  <a:schemeClr val="accent3"/>
                </a:solidFill>
                <a:latin typeface="Arial Black" panose="020B0A04020102020204" pitchFamily="34" charset="0"/>
              </a:endParaRPr>
            </a:p>
          </p:txBody>
        </p:sp>
      </p:grpSp>
      <p:grpSp>
        <p:nvGrpSpPr>
          <p:cNvPr id="142" name="组合 141">
            <a:extLst>
              <a:ext uri="{FF2B5EF4-FFF2-40B4-BE49-F238E27FC236}">
                <a16:creationId xmlns:a16="http://schemas.microsoft.com/office/drawing/2014/main" id="{AA8AC03C-3D17-41F9-91CB-D46DB1351C60}"/>
              </a:ext>
            </a:extLst>
          </p:cNvPr>
          <p:cNvGrpSpPr/>
          <p:nvPr/>
        </p:nvGrpSpPr>
        <p:grpSpPr>
          <a:xfrm>
            <a:off x="4512150" y="3687731"/>
            <a:ext cx="3285161" cy="540207"/>
            <a:chOff x="4504661" y="2037063"/>
            <a:chExt cx="3285161" cy="540207"/>
          </a:xfrm>
        </p:grpSpPr>
        <p:cxnSp>
          <p:nvCxnSpPr>
            <p:cNvPr id="143" name="直接箭头连接符 142">
              <a:extLst>
                <a:ext uri="{FF2B5EF4-FFF2-40B4-BE49-F238E27FC236}">
                  <a16:creationId xmlns:a16="http://schemas.microsoft.com/office/drawing/2014/main" id="{DC64969C-24C1-47ED-A4E0-5CAA521567E9}"/>
                </a:ext>
              </a:extLst>
            </p:cNvPr>
            <p:cNvCxnSpPr>
              <a:cxnSpLocks/>
            </p:cNvCxnSpPr>
            <p:nvPr/>
          </p:nvCxnSpPr>
          <p:spPr>
            <a:xfrm>
              <a:off x="4504661" y="2165620"/>
              <a:ext cx="3285161" cy="411650"/>
            </a:xfrm>
            <a:prstGeom prst="straightConnector1">
              <a:avLst/>
            </a:prstGeom>
            <a:ln w="63500" cap="rnd">
              <a:solidFill>
                <a:schemeClr val="accent3"/>
              </a:solidFill>
              <a:round/>
              <a:tailEnd type="triangle" w="med" len="lg"/>
            </a:ln>
          </p:spPr>
          <p:style>
            <a:lnRef idx="1">
              <a:schemeClr val="accent1"/>
            </a:lnRef>
            <a:fillRef idx="0">
              <a:schemeClr val="accent1"/>
            </a:fillRef>
            <a:effectRef idx="0">
              <a:schemeClr val="accent1"/>
            </a:effectRef>
            <a:fontRef idx="minor">
              <a:schemeClr val="tx1"/>
            </a:fontRef>
          </p:style>
        </p:cxnSp>
        <p:sp>
          <p:nvSpPr>
            <p:cNvPr id="144" name="文本框 143">
              <a:extLst>
                <a:ext uri="{FF2B5EF4-FFF2-40B4-BE49-F238E27FC236}">
                  <a16:creationId xmlns:a16="http://schemas.microsoft.com/office/drawing/2014/main" id="{D673E02F-1DEA-494D-9C36-3D0829EA7201}"/>
                </a:ext>
              </a:extLst>
            </p:cNvPr>
            <p:cNvSpPr txBox="1"/>
            <p:nvPr/>
          </p:nvSpPr>
          <p:spPr>
            <a:xfrm rot="468067">
              <a:off x="5522912" y="2037063"/>
              <a:ext cx="1107553" cy="369332"/>
            </a:xfrm>
            <a:prstGeom prst="rect">
              <a:avLst/>
            </a:prstGeom>
            <a:noFill/>
          </p:spPr>
          <p:txBody>
            <a:bodyPr wrap="square" rtlCol="0">
              <a:spAutoFit/>
            </a:bodyPr>
            <a:lstStyle/>
            <a:p>
              <a:pPr algn="ctr"/>
              <a:r>
                <a:rPr lang="en-US" altLang="zh-CN" b="1" dirty="0">
                  <a:solidFill>
                    <a:schemeClr val="accent3"/>
                  </a:solidFill>
                  <a:latin typeface="Arial Black" panose="020B0A04020102020204" pitchFamily="34" charset="0"/>
                </a:rPr>
                <a:t>DATA1</a:t>
              </a:r>
              <a:endParaRPr lang="zh-CN" altLang="en-US" b="1" dirty="0">
                <a:solidFill>
                  <a:schemeClr val="accent3"/>
                </a:solidFill>
                <a:latin typeface="Arial Black" panose="020B0A04020102020204" pitchFamily="34" charset="0"/>
              </a:endParaRPr>
            </a:p>
          </p:txBody>
        </p:sp>
      </p:grpSp>
      <p:grpSp>
        <p:nvGrpSpPr>
          <p:cNvPr id="145" name="组合 144">
            <a:extLst>
              <a:ext uri="{FF2B5EF4-FFF2-40B4-BE49-F238E27FC236}">
                <a16:creationId xmlns:a16="http://schemas.microsoft.com/office/drawing/2014/main" id="{939EDB63-738F-4606-A6CD-E82B6DD97F64}"/>
              </a:ext>
            </a:extLst>
          </p:cNvPr>
          <p:cNvGrpSpPr/>
          <p:nvPr/>
        </p:nvGrpSpPr>
        <p:grpSpPr>
          <a:xfrm>
            <a:off x="7762752" y="2546101"/>
            <a:ext cx="805066" cy="1290976"/>
            <a:chOff x="7762752" y="2565835"/>
            <a:chExt cx="805066" cy="1290976"/>
          </a:xfrm>
        </p:grpSpPr>
        <p:cxnSp>
          <p:nvCxnSpPr>
            <p:cNvPr id="146" name="连接符: 曲线 145">
              <a:extLst>
                <a:ext uri="{FF2B5EF4-FFF2-40B4-BE49-F238E27FC236}">
                  <a16:creationId xmlns:a16="http://schemas.microsoft.com/office/drawing/2014/main" id="{1EE5C7A2-CB47-40D0-BE17-880CE6AFAE7F}"/>
                </a:ext>
              </a:extLst>
            </p:cNvPr>
            <p:cNvCxnSpPr>
              <a:cxnSpLocks/>
            </p:cNvCxnSpPr>
            <p:nvPr/>
          </p:nvCxnSpPr>
          <p:spPr>
            <a:xfrm flipV="1">
              <a:off x="7762752" y="2565835"/>
              <a:ext cx="12700" cy="1290976"/>
            </a:xfrm>
            <a:prstGeom prst="curvedConnector3">
              <a:avLst>
                <a:gd name="adj1" fmla="val 3818181"/>
              </a:avLst>
            </a:prstGeom>
            <a:ln w="38100">
              <a:solidFill>
                <a:schemeClr val="accent1"/>
              </a:solidFill>
              <a:prstDash val="dash"/>
              <a:tailEnd type="triangle" w="med" len="lg"/>
            </a:ln>
          </p:spPr>
          <p:style>
            <a:lnRef idx="1">
              <a:schemeClr val="accent1"/>
            </a:lnRef>
            <a:fillRef idx="0">
              <a:schemeClr val="accent1"/>
            </a:fillRef>
            <a:effectRef idx="0">
              <a:schemeClr val="accent1"/>
            </a:effectRef>
            <a:fontRef idx="minor">
              <a:schemeClr val="tx1"/>
            </a:fontRef>
          </p:style>
        </p:cxnSp>
        <p:sp>
          <p:nvSpPr>
            <p:cNvPr id="147" name="文本框 146">
              <a:extLst>
                <a:ext uri="{FF2B5EF4-FFF2-40B4-BE49-F238E27FC236}">
                  <a16:creationId xmlns:a16="http://schemas.microsoft.com/office/drawing/2014/main" id="{FC5FE1BE-A823-4EB7-9AC3-BDD3034C75F7}"/>
                </a:ext>
              </a:extLst>
            </p:cNvPr>
            <p:cNvSpPr txBox="1"/>
            <p:nvPr/>
          </p:nvSpPr>
          <p:spPr>
            <a:xfrm>
              <a:off x="7876213" y="3045709"/>
              <a:ext cx="691605" cy="369332"/>
            </a:xfrm>
            <a:prstGeom prst="rect">
              <a:avLst/>
            </a:prstGeom>
            <a:solidFill>
              <a:schemeClr val="bg1"/>
            </a:solidFill>
          </p:spPr>
          <p:txBody>
            <a:bodyPr wrap="square" rtlCol="0">
              <a:spAutoFit/>
            </a:bodyPr>
            <a:lstStyle/>
            <a:p>
              <a:pPr algn="ctr"/>
              <a:r>
                <a:rPr lang="zh-CN" altLang="en-US" b="1" dirty="0">
                  <a:solidFill>
                    <a:schemeClr val="accent1">
                      <a:lumMod val="75000"/>
                    </a:schemeClr>
                  </a:solidFill>
                  <a:latin typeface="+mn-ea"/>
                </a:rPr>
                <a:t>重复</a:t>
              </a:r>
            </a:p>
          </p:txBody>
        </p:sp>
      </p:grpSp>
      <p:sp>
        <p:nvSpPr>
          <p:cNvPr id="148" name="对话气泡: 圆角矩形 147">
            <a:extLst>
              <a:ext uri="{FF2B5EF4-FFF2-40B4-BE49-F238E27FC236}">
                <a16:creationId xmlns:a16="http://schemas.microsoft.com/office/drawing/2014/main" id="{D0965BCA-45BA-4F4B-A5B7-7A696ADD16C4}"/>
              </a:ext>
            </a:extLst>
          </p:cNvPr>
          <p:cNvSpPr/>
          <p:nvPr/>
        </p:nvSpPr>
        <p:spPr>
          <a:xfrm>
            <a:off x="8669076" y="3104693"/>
            <a:ext cx="2358141" cy="939346"/>
          </a:xfrm>
          <a:prstGeom prst="wedgeRoundRectCallout">
            <a:avLst>
              <a:gd name="adj1" fmla="val -83415"/>
              <a:gd name="adj2" fmla="val 29130"/>
              <a:gd name="adj3" fmla="val 16667"/>
            </a:avLst>
          </a:prstGeom>
          <a:solidFill>
            <a:schemeClr val="accent4"/>
          </a:solidFill>
          <a:ln>
            <a:solidFill>
              <a:schemeClr val="accent4">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r>
              <a:rPr lang="zh-CN" altLang="en-US" b="1" dirty="0">
                <a:solidFill>
                  <a:schemeClr val="bg1"/>
                </a:solidFill>
                <a:latin typeface="Arial Narrow" panose="020B0606020202030204" pitchFamily="34" charset="0"/>
              </a:rPr>
              <a:t>丢弃重复的数据分组</a:t>
            </a:r>
            <a:endParaRPr lang="en-US" altLang="zh-CN" b="1" dirty="0">
              <a:solidFill>
                <a:schemeClr val="bg1"/>
              </a:solidFill>
              <a:latin typeface="Arial Narrow" panose="020B0606020202030204" pitchFamily="34" charset="0"/>
            </a:endParaRPr>
          </a:p>
          <a:p>
            <a:r>
              <a:rPr lang="zh-CN" altLang="en-US" b="1" dirty="0">
                <a:solidFill>
                  <a:schemeClr val="bg1"/>
                </a:solidFill>
                <a:latin typeface="Arial Narrow" panose="020B0606020202030204" pitchFamily="34" charset="0"/>
              </a:rPr>
              <a:t>再发送一个确认分组</a:t>
            </a:r>
          </a:p>
        </p:txBody>
      </p:sp>
      <p:grpSp>
        <p:nvGrpSpPr>
          <p:cNvPr id="156" name="组合 155">
            <a:extLst>
              <a:ext uri="{FF2B5EF4-FFF2-40B4-BE49-F238E27FC236}">
                <a16:creationId xmlns:a16="http://schemas.microsoft.com/office/drawing/2014/main" id="{117B4EDC-2848-48B0-94F3-2248F7A39BD7}"/>
              </a:ext>
            </a:extLst>
          </p:cNvPr>
          <p:cNvGrpSpPr/>
          <p:nvPr/>
        </p:nvGrpSpPr>
        <p:grpSpPr>
          <a:xfrm>
            <a:off x="4457309" y="3896344"/>
            <a:ext cx="3332513" cy="558996"/>
            <a:chOff x="4457309" y="4763999"/>
            <a:chExt cx="3332513" cy="558996"/>
          </a:xfrm>
        </p:grpSpPr>
        <p:cxnSp>
          <p:nvCxnSpPr>
            <p:cNvPr id="157" name="直接箭头连接符 156">
              <a:extLst>
                <a:ext uri="{FF2B5EF4-FFF2-40B4-BE49-F238E27FC236}">
                  <a16:creationId xmlns:a16="http://schemas.microsoft.com/office/drawing/2014/main" id="{E04CF1F9-068A-4D1F-9C31-6DF7D0EADFD3}"/>
                </a:ext>
              </a:extLst>
            </p:cNvPr>
            <p:cNvCxnSpPr/>
            <p:nvPr/>
          </p:nvCxnSpPr>
          <p:spPr>
            <a:xfrm flipH="1">
              <a:off x="4457309" y="4763999"/>
              <a:ext cx="3332513" cy="558996"/>
            </a:xfrm>
            <a:prstGeom prst="straightConnector1">
              <a:avLst/>
            </a:prstGeom>
            <a:ln w="25400">
              <a:solidFill>
                <a:schemeClr val="accent4"/>
              </a:solidFill>
              <a:tailEnd type="triangle" w="med" len="lg"/>
            </a:ln>
          </p:spPr>
          <p:style>
            <a:lnRef idx="1">
              <a:schemeClr val="accent1"/>
            </a:lnRef>
            <a:fillRef idx="0">
              <a:schemeClr val="accent1"/>
            </a:fillRef>
            <a:effectRef idx="0">
              <a:schemeClr val="accent1"/>
            </a:effectRef>
            <a:fontRef idx="minor">
              <a:schemeClr val="tx1"/>
            </a:fontRef>
          </p:style>
        </p:cxnSp>
        <p:sp>
          <p:nvSpPr>
            <p:cNvPr id="158" name="文本框 157">
              <a:extLst>
                <a:ext uri="{FF2B5EF4-FFF2-40B4-BE49-F238E27FC236}">
                  <a16:creationId xmlns:a16="http://schemas.microsoft.com/office/drawing/2014/main" id="{EA490B10-8743-4F4B-A350-FDE9D7D97F97}"/>
                </a:ext>
              </a:extLst>
            </p:cNvPr>
            <p:cNvSpPr txBox="1"/>
            <p:nvPr/>
          </p:nvSpPr>
          <p:spPr>
            <a:xfrm rot="21014117">
              <a:off x="4516865" y="4915455"/>
              <a:ext cx="1107553" cy="369332"/>
            </a:xfrm>
            <a:prstGeom prst="rect">
              <a:avLst/>
            </a:prstGeom>
            <a:noFill/>
          </p:spPr>
          <p:txBody>
            <a:bodyPr wrap="square" rtlCol="0">
              <a:spAutoFit/>
            </a:bodyPr>
            <a:lstStyle/>
            <a:p>
              <a:pPr algn="ctr"/>
              <a:r>
                <a:rPr lang="en-US" altLang="zh-CN" b="1" dirty="0">
                  <a:solidFill>
                    <a:schemeClr val="accent4"/>
                  </a:solidFill>
                  <a:latin typeface="Arial Black" panose="020B0A04020102020204" pitchFamily="34" charset="0"/>
                </a:rPr>
                <a:t>ACK</a:t>
              </a:r>
              <a:endParaRPr lang="zh-CN" altLang="en-US" b="1" dirty="0">
                <a:solidFill>
                  <a:schemeClr val="accent4"/>
                </a:solidFill>
                <a:latin typeface="Arial Black" panose="020B0A04020102020204" pitchFamily="34" charset="0"/>
              </a:endParaRPr>
            </a:p>
          </p:txBody>
        </p:sp>
      </p:grpSp>
      <p:grpSp>
        <p:nvGrpSpPr>
          <p:cNvPr id="12" name="组合 11">
            <a:extLst>
              <a:ext uri="{FF2B5EF4-FFF2-40B4-BE49-F238E27FC236}">
                <a16:creationId xmlns:a16="http://schemas.microsoft.com/office/drawing/2014/main" id="{255414F2-8D63-4687-93F1-AA777FB37990}"/>
              </a:ext>
            </a:extLst>
          </p:cNvPr>
          <p:cNvGrpSpPr/>
          <p:nvPr/>
        </p:nvGrpSpPr>
        <p:grpSpPr>
          <a:xfrm>
            <a:off x="3739658" y="3746903"/>
            <a:ext cx="728165" cy="692122"/>
            <a:chOff x="3739658" y="3746903"/>
            <a:chExt cx="728165" cy="692122"/>
          </a:xfrm>
        </p:grpSpPr>
        <p:cxnSp>
          <p:nvCxnSpPr>
            <p:cNvPr id="47" name="连接符: 曲线 46">
              <a:extLst>
                <a:ext uri="{FF2B5EF4-FFF2-40B4-BE49-F238E27FC236}">
                  <a16:creationId xmlns:a16="http://schemas.microsoft.com/office/drawing/2014/main" id="{CB4D9F86-AD39-4A64-A3D8-88A89B37D650}"/>
                </a:ext>
              </a:extLst>
            </p:cNvPr>
            <p:cNvCxnSpPr>
              <a:cxnSpLocks/>
            </p:cNvCxnSpPr>
            <p:nvPr/>
          </p:nvCxnSpPr>
          <p:spPr>
            <a:xfrm rot="10800000" flipH="1">
              <a:off x="4465430" y="3746903"/>
              <a:ext cx="2393" cy="692122"/>
            </a:xfrm>
            <a:prstGeom prst="curvedConnector3">
              <a:avLst>
                <a:gd name="adj1" fmla="val -19724237"/>
              </a:avLst>
            </a:prstGeom>
            <a:ln w="38100">
              <a:solidFill>
                <a:schemeClr val="accent1"/>
              </a:solidFill>
              <a:prstDash val="dash"/>
              <a:tailEnd type="triangle" w="med" len="lg"/>
            </a:ln>
          </p:spPr>
          <p:style>
            <a:lnRef idx="1">
              <a:schemeClr val="accent1"/>
            </a:lnRef>
            <a:fillRef idx="0">
              <a:schemeClr val="accent1"/>
            </a:fillRef>
            <a:effectRef idx="0">
              <a:schemeClr val="accent1"/>
            </a:effectRef>
            <a:fontRef idx="minor">
              <a:schemeClr val="tx1"/>
            </a:fontRef>
          </p:style>
        </p:cxnSp>
        <p:sp>
          <p:nvSpPr>
            <p:cNvPr id="49" name="文本框 48">
              <a:extLst>
                <a:ext uri="{FF2B5EF4-FFF2-40B4-BE49-F238E27FC236}">
                  <a16:creationId xmlns:a16="http://schemas.microsoft.com/office/drawing/2014/main" id="{4A6965B0-813C-4276-88A9-0C52165A41A5}"/>
                </a:ext>
              </a:extLst>
            </p:cNvPr>
            <p:cNvSpPr txBox="1"/>
            <p:nvPr/>
          </p:nvSpPr>
          <p:spPr>
            <a:xfrm>
              <a:off x="3739658" y="3956553"/>
              <a:ext cx="691605" cy="369332"/>
            </a:xfrm>
            <a:prstGeom prst="rect">
              <a:avLst/>
            </a:prstGeom>
            <a:solidFill>
              <a:schemeClr val="bg1"/>
            </a:solidFill>
          </p:spPr>
          <p:txBody>
            <a:bodyPr wrap="square" rtlCol="0">
              <a:spAutoFit/>
            </a:bodyPr>
            <a:lstStyle/>
            <a:p>
              <a:pPr algn="ctr"/>
              <a:r>
                <a:rPr lang="zh-CN" altLang="en-US" b="1" dirty="0">
                  <a:solidFill>
                    <a:schemeClr val="accent1">
                      <a:lumMod val="75000"/>
                    </a:schemeClr>
                  </a:solidFill>
                  <a:latin typeface="+mn-ea"/>
                </a:rPr>
                <a:t>重复</a:t>
              </a:r>
            </a:p>
          </p:txBody>
        </p:sp>
      </p:grpSp>
      <p:sp>
        <p:nvSpPr>
          <p:cNvPr id="53" name="对话气泡: 圆角矩形 52">
            <a:extLst>
              <a:ext uri="{FF2B5EF4-FFF2-40B4-BE49-F238E27FC236}">
                <a16:creationId xmlns:a16="http://schemas.microsoft.com/office/drawing/2014/main" id="{BF496C27-AF2C-4034-BA1A-75F0722B1A90}"/>
              </a:ext>
            </a:extLst>
          </p:cNvPr>
          <p:cNvSpPr/>
          <p:nvPr/>
        </p:nvSpPr>
        <p:spPr>
          <a:xfrm>
            <a:off x="383290" y="4795811"/>
            <a:ext cx="3910456" cy="939346"/>
          </a:xfrm>
          <a:prstGeom prst="wedgeRoundRectCallout">
            <a:avLst>
              <a:gd name="adj1" fmla="val 53791"/>
              <a:gd name="adj2" fmla="val -83621"/>
              <a:gd name="adj3" fmla="val 16667"/>
            </a:avLst>
          </a:prstGeom>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zh-CN" altLang="en-US" b="1" dirty="0">
                <a:solidFill>
                  <a:schemeClr val="bg1"/>
                </a:solidFill>
                <a:latin typeface="Arial Narrow" panose="020B0606020202030204" pitchFamily="34" charset="0"/>
              </a:rPr>
              <a:t>知道这是对</a:t>
            </a:r>
            <a:r>
              <a:rPr lang="en-US" altLang="zh-CN" b="1" dirty="0">
                <a:solidFill>
                  <a:schemeClr val="bg1"/>
                </a:solidFill>
                <a:latin typeface="Arial Narrow" panose="020B0606020202030204" pitchFamily="34" charset="0"/>
              </a:rPr>
              <a:t>0</a:t>
            </a:r>
            <a:r>
              <a:rPr lang="zh-CN" altLang="en-US" b="1" dirty="0">
                <a:solidFill>
                  <a:schemeClr val="bg1"/>
                </a:solidFill>
                <a:latin typeface="Arial Narrow" panose="020B0606020202030204" pitchFamily="34" charset="0"/>
              </a:rPr>
              <a:t>号数据分组的重复确认</a:t>
            </a:r>
            <a:endParaRPr lang="en-US" altLang="zh-CN" b="1" dirty="0">
              <a:solidFill>
                <a:schemeClr val="bg1"/>
              </a:solidFill>
              <a:latin typeface="Arial Narrow" panose="020B0606020202030204" pitchFamily="34" charset="0"/>
            </a:endParaRPr>
          </a:p>
          <a:p>
            <a:pPr algn="ctr"/>
            <a:r>
              <a:rPr lang="zh-CN" altLang="en-US" b="1" dirty="0">
                <a:solidFill>
                  <a:schemeClr val="bg1"/>
                </a:solidFill>
                <a:latin typeface="Arial Narrow" panose="020B0606020202030204" pitchFamily="34" charset="0"/>
              </a:rPr>
              <a:t>忽略即可</a:t>
            </a:r>
          </a:p>
        </p:txBody>
      </p:sp>
      <p:sp>
        <p:nvSpPr>
          <p:cNvPr id="50" name="文本框 49">
            <a:extLst>
              <a:ext uri="{FF2B5EF4-FFF2-40B4-BE49-F238E27FC236}">
                <a16:creationId xmlns:a16="http://schemas.microsoft.com/office/drawing/2014/main" id="{BC23F6FF-287F-4CD3-81A3-21C83338E68C}"/>
              </a:ext>
            </a:extLst>
          </p:cNvPr>
          <p:cNvSpPr txBox="1"/>
          <p:nvPr/>
        </p:nvSpPr>
        <p:spPr>
          <a:xfrm rot="20417104">
            <a:off x="6365687" y="2755357"/>
            <a:ext cx="271181" cy="369332"/>
          </a:xfrm>
          <a:prstGeom prst="rect">
            <a:avLst/>
          </a:prstGeom>
          <a:noFill/>
        </p:spPr>
        <p:txBody>
          <a:bodyPr wrap="square" rtlCol="0">
            <a:spAutoFit/>
          </a:bodyPr>
          <a:lstStyle/>
          <a:p>
            <a:pPr algn="ctr"/>
            <a:r>
              <a:rPr lang="en-US" altLang="zh-CN" b="1" dirty="0">
                <a:solidFill>
                  <a:schemeClr val="accent4"/>
                </a:solidFill>
                <a:latin typeface="Arial Black" panose="020B0A04020102020204" pitchFamily="34" charset="0"/>
              </a:rPr>
              <a:t>0</a:t>
            </a:r>
            <a:endParaRPr lang="zh-CN" altLang="en-US" b="1" dirty="0">
              <a:solidFill>
                <a:schemeClr val="accent4"/>
              </a:solidFill>
              <a:latin typeface="Arial Black" panose="020B0A04020102020204" pitchFamily="34" charset="0"/>
            </a:endParaRPr>
          </a:p>
        </p:txBody>
      </p:sp>
      <p:sp>
        <p:nvSpPr>
          <p:cNvPr id="51" name="文本框 50">
            <a:extLst>
              <a:ext uri="{FF2B5EF4-FFF2-40B4-BE49-F238E27FC236}">
                <a16:creationId xmlns:a16="http://schemas.microsoft.com/office/drawing/2014/main" id="{4FFD0F9F-E153-4581-94D8-4E529069356F}"/>
              </a:ext>
            </a:extLst>
          </p:cNvPr>
          <p:cNvSpPr txBox="1"/>
          <p:nvPr/>
        </p:nvSpPr>
        <p:spPr>
          <a:xfrm rot="21014117">
            <a:off x="5282799" y="3988032"/>
            <a:ext cx="267567" cy="369332"/>
          </a:xfrm>
          <a:prstGeom prst="rect">
            <a:avLst/>
          </a:prstGeom>
          <a:noFill/>
        </p:spPr>
        <p:txBody>
          <a:bodyPr wrap="square" rtlCol="0">
            <a:spAutoFit/>
          </a:bodyPr>
          <a:lstStyle/>
          <a:p>
            <a:pPr algn="ctr"/>
            <a:r>
              <a:rPr lang="en-US" altLang="zh-CN" b="1" dirty="0">
                <a:solidFill>
                  <a:schemeClr val="accent4"/>
                </a:solidFill>
                <a:latin typeface="Arial Black" panose="020B0A04020102020204" pitchFamily="34" charset="0"/>
              </a:rPr>
              <a:t>0</a:t>
            </a:r>
            <a:endParaRPr lang="zh-CN" altLang="en-US" b="1" dirty="0">
              <a:solidFill>
                <a:schemeClr val="accent4"/>
              </a:solidFill>
              <a:latin typeface="Arial Black" panose="020B0A04020102020204" pitchFamily="34" charset="0"/>
            </a:endParaRPr>
          </a:p>
        </p:txBody>
      </p:sp>
      <p:grpSp>
        <p:nvGrpSpPr>
          <p:cNvPr id="52" name="组合 51">
            <a:extLst>
              <a:ext uri="{FF2B5EF4-FFF2-40B4-BE49-F238E27FC236}">
                <a16:creationId xmlns:a16="http://schemas.microsoft.com/office/drawing/2014/main" id="{F2523470-EA26-40BA-8B40-14CC235FED83}"/>
              </a:ext>
            </a:extLst>
          </p:cNvPr>
          <p:cNvGrpSpPr/>
          <p:nvPr/>
        </p:nvGrpSpPr>
        <p:grpSpPr>
          <a:xfrm>
            <a:off x="4474382" y="4282120"/>
            <a:ext cx="3332513" cy="558996"/>
            <a:chOff x="4457309" y="4763999"/>
            <a:chExt cx="3332513" cy="558996"/>
          </a:xfrm>
        </p:grpSpPr>
        <p:cxnSp>
          <p:nvCxnSpPr>
            <p:cNvPr id="55" name="直接箭头连接符 54">
              <a:extLst>
                <a:ext uri="{FF2B5EF4-FFF2-40B4-BE49-F238E27FC236}">
                  <a16:creationId xmlns:a16="http://schemas.microsoft.com/office/drawing/2014/main" id="{C4B32D59-BEAE-4F12-9637-2497DF32103F}"/>
                </a:ext>
              </a:extLst>
            </p:cNvPr>
            <p:cNvCxnSpPr/>
            <p:nvPr/>
          </p:nvCxnSpPr>
          <p:spPr>
            <a:xfrm flipH="1">
              <a:off x="4457309" y="4763999"/>
              <a:ext cx="3332513" cy="558996"/>
            </a:xfrm>
            <a:prstGeom prst="straightConnector1">
              <a:avLst/>
            </a:prstGeom>
            <a:ln w="25400">
              <a:solidFill>
                <a:schemeClr val="accent4"/>
              </a:solidFill>
              <a:tailEnd type="triangle" w="med" len="lg"/>
            </a:ln>
          </p:spPr>
          <p:style>
            <a:lnRef idx="1">
              <a:schemeClr val="accent1"/>
            </a:lnRef>
            <a:fillRef idx="0">
              <a:schemeClr val="accent1"/>
            </a:fillRef>
            <a:effectRef idx="0">
              <a:schemeClr val="accent1"/>
            </a:effectRef>
            <a:fontRef idx="minor">
              <a:schemeClr val="tx1"/>
            </a:fontRef>
          </p:style>
        </p:cxnSp>
        <p:sp>
          <p:nvSpPr>
            <p:cNvPr id="57" name="文本框 56">
              <a:extLst>
                <a:ext uri="{FF2B5EF4-FFF2-40B4-BE49-F238E27FC236}">
                  <a16:creationId xmlns:a16="http://schemas.microsoft.com/office/drawing/2014/main" id="{FF52E79F-9E96-4EA4-8806-A04D096A2478}"/>
                </a:ext>
              </a:extLst>
            </p:cNvPr>
            <p:cNvSpPr txBox="1"/>
            <p:nvPr/>
          </p:nvSpPr>
          <p:spPr>
            <a:xfrm rot="21014117">
              <a:off x="4516865" y="4915455"/>
              <a:ext cx="1107553" cy="369332"/>
            </a:xfrm>
            <a:prstGeom prst="rect">
              <a:avLst/>
            </a:prstGeom>
            <a:noFill/>
          </p:spPr>
          <p:txBody>
            <a:bodyPr wrap="square" rtlCol="0">
              <a:spAutoFit/>
            </a:bodyPr>
            <a:lstStyle/>
            <a:p>
              <a:pPr algn="ctr"/>
              <a:r>
                <a:rPr lang="en-US" altLang="zh-CN" b="1" dirty="0">
                  <a:solidFill>
                    <a:schemeClr val="accent4"/>
                  </a:solidFill>
                  <a:latin typeface="Arial Black" panose="020B0A04020102020204" pitchFamily="34" charset="0"/>
                </a:rPr>
                <a:t>ACK1</a:t>
              </a:r>
              <a:endParaRPr lang="zh-CN" altLang="en-US" b="1" dirty="0">
                <a:solidFill>
                  <a:schemeClr val="accent4"/>
                </a:solidFill>
                <a:latin typeface="Arial Black" panose="020B0A04020102020204" pitchFamily="34" charset="0"/>
              </a:endParaRPr>
            </a:p>
          </p:txBody>
        </p:sp>
      </p:grpSp>
      <p:grpSp>
        <p:nvGrpSpPr>
          <p:cNvPr id="59" name="组合 58">
            <a:extLst>
              <a:ext uri="{FF2B5EF4-FFF2-40B4-BE49-F238E27FC236}">
                <a16:creationId xmlns:a16="http://schemas.microsoft.com/office/drawing/2014/main" id="{559270D9-5780-4D8A-AF96-2328503AF6D5}"/>
              </a:ext>
            </a:extLst>
          </p:cNvPr>
          <p:cNvGrpSpPr/>
          <p:nvPr/>
        </p:nvGrpSpPr>
        <p:grpSpPr>
          <a:xfrm>
            <a:off x="4504897" y="4792098"/>
            <a:ext cx="3285161" cy="536499"/>
            <a:chOff x="4504661" y="2040771"/>
            <a:chExt cx="3285161" cy="536499"/>
          </a:xfrm>
        </p:grpSpPr>
        <p:cxnSp>
          <p:nvCxnSpPr>
            <p:cNvPr id="60" name="直接箭头连接符 59">
              <a:extLst>
                <a:ext uri="{FF2B5EF4-FFF2-40B4-BE49-F238E27FC236}">
                  <a16:creationId xmlns:a16="http://schemas.microsoft.com/office/drawing/2014/main" id="{76EFD0B0-1DB6-4110-B122-F827FE45D5F4}"/>
                </a:ext>
              </a:extLst>
            </p:cNvPr>
            <p:cNvCxnSpPr>
              <a:cxnSpLocks/>
            </p:cNvCxnSpPr>
            <p:nvPr/>
          </p:nvCxnSpPr>
          <p:spPr>
            <a:xfrm>
              <a:off x="4504661" y="2165620"/>
              <a:ext cx="3285161" cy="411650"/>
            </a:xfrm>
            <a:prstGeom prst="straightConnector1">
              <a:avLst/>
            </a:prstGeom>
            <a:ln w="63500" cap="rnd">
              <a:solidFill>
                <a:schemeClr val="accent3"/>
              </a:solidFill>
              <a:round/>
              <a:tailEnd type="triangle" w="med" len="lg"/>
            </a:ln>
          </p:spPr>
          <p:style>
            <a:lnRef idx="1">
              <a:schemeClr val="accent1"/>
            </a:lnRef>
            <a:fillRef idx="0">
              <a:schemeClr val="accent1"/>
            </a:fillRef>
            <a:effectRef idx="0">
              <a:schemeClr val="accent1"/>
            </a:effectRef>
            <a:fontRef idx="minor">
              <a:schemeClr val="tx1"/>
            </a:fontRef>
          </p:style>
        </p:cxnSp>
        <p:sp>
          <p:nvSpPr>
            <p:cNvPr id="61" name="文本框 60">
              <a:extLst>
                <a:ext uri="{FF2B5EF4-FFF2-40B4-BE49-F238E27FC236}">
                  <a16:creationId xmlns:a16="http://schemas.microsoft.com/office/drawing/2014/main" id="{D525ABC9-5591-41E2-84B9-B610F77A17A3}"/>
                </a:ext>
              </a:extLst>
            </p:cNvPr>
            <p:cNvSpPr txBox="1"/>
            <p:nvPr/>
          </p:nvSpPr>
          <p:spPr>
            <a:xfrm rot="468067">
              <a:off x="5380343" y="2040771"/>
              <a:ext cx="1760370" cy="369332"/>
            </a:xfrm>
            <a:prstGeom prst="rect">
              <a:avLst/>
            </a:prstGeom>
            <a:noFill/>
          </p:spPr>
          <p:txBody>
            <a:bodyPr wrap="square" rtlCol="0">
              <a:spAutoFit/>
            </a:bodyPr>
            <a:lstStyle/>
            <a:p>
              <a:pPr algn="ctr"/>
              <a:r>
                <a:rPr lang="zh-CN" altLang="en-US" b="1" dirty="0">
                  <a:solidFill>
                    <a:schemeClr val="accent3"/>
                  </a:solidFill>
                  <a:latin typeface="Arial Black" panose="020B0A04020102020204" pitchFamily="34" charset="0"/>
                </a:rPr>
                <a:t>下一个</a:t>
              </a:r>
              <a:r>
                <a:rPr lang="en-US" altLang="zh-CN" b="1" dirty="0">
                  <a:solidFill>
                    <a:schemeClr val="accent3"/>
                  </a:solidFill>
                  <a:latin typeface="Arial Black" panose="020B0A04020102020204" pitchFamily="34" charset="0"/>
                </a:rPr>
                <a:t>DATA0</a:t>
              </a:r>
              <a:endParaRPr lang="zh-CN" altLang="en-US" b="1" dirty="0">
                <a:solidFill>
                  <a:schemeClr val="accent3"/>
                </a:solidFill>
                <a:latin typeface="Arial Black" panose="020B0A04020102020204" pitchFamily="34" charset="0"/>
              </a:endParaRPr>
            </a:p>
          </p:txBody>
        </p:sp>
      </p:grpSp>
      <p:grpSp>
        <p:nvGrpSpPr>
          <p:cNvPr id="62" name="组合 61">
            <a:extLst>
              <a:ext uri="{FF2B5EF4-FFF2-40B4-BE49-F238E27FC236}">
                <a16:creationId xmlns:a16="http://schemas.microsoft.com/office/drawing/2014/main" id="{E28D0D1D-35BA-426A-A917-B87B4A094DD1}"/>
              </a:ext>
            </a:extLst>
          </p:cNvPr>
          <p:cNvGrpSpPr/>
          <p:nvPr/>
        </p:nvGrpSpPr>
        <p:grpSpPr>
          <a:xfrm>
            <a:off x="4471292" y="5352662"/>
            <a:ext cx="3332513" cy="558996"/>
            <a:chOff x="4457309" y="4763999"/>
            <a:chExt cx="3332513" cy="558996"/>
          </a:xfrm>
        </p:grpSpPr>
        <p:cxnSp>
          <p:nvCxnSpPr>
            <p:cNvPr id="63" name="直接箭头连接符 62">
              <a:extLst>
                <a:ext uri="{FF2B5EF4-FFF2-40B4-BE49-F238E27FC236}">
                  <a16:creationId xmlns:a16="http://schemas.microsoft.com/office/drawing/2014/main" id="{8F423771-6318-424B-8BA9-8546537146F1}"/>
                </a:ext>
              </a:extLst>
            </p:cNvPr>
            <p:cNvCxnSpPr/>
            <p:nvPr/>
          </p:nvCxnSpPr>
          <p:spPr>
            <a:xfrm flipH="1">
              <a:off x="4457309" y="4763999"/>
              <a:ext cx="3332513" cy="558996"/>
            </a:xfrm>
            <a:prstGeom prst="straightConnector1">
              <a:avLst/>
            </a:prstGeom>
            <a:ln w="25400">
              <a:solidFill>
                <a:schemeClr val="accent4"/>
              </a:solidFill>
              <a:tailEnd type="triangle" w="med" len="lg"/>
            </a:ln>
          </p:spPr>
          <p:style>
            <a:lnRef idx="1">
              <a:schemeClr val="accent1"/>
            </a:lnRef>
            <a:fillRef idx="0">
              <a:schemeClr val="accent1"/>
            </a:fillRef>
            <a:effectRef idx="0">
              <a:schemeClr val="accent1"/>
            </a:effectRef>
            <a:fontRef idx="minor">
              <a:schemeClr val="tx1"/>
            </a:fontRef>
          </p:style>
        </p:cxnSp>
        <p:sp>
          <p:nvSpPr>
            <p:cNvPr id="64" name="文本框 63">
              <a:extLst>
                <a:ext uri="{FF2B5EF4-FFF2-40B4-BE49-F238E27FC236}">
                  <a16:creationId xmlns:a16="http://schemas.microsoft.com/office/drawing/2014/main" id="{363AF25A-CF5C-4BEF-B5EA-09192BA7912E}"/>
                </a:ext>
              </a:extLst>
            </p:cNvPr>
            <p:cNvSpPr txBox="1"/>
            <p:nvPr/>
          </p:nvSpPr>
          <p:spPr>
            <a:xfrm rot="21014117">
              <a:off x="4516865" y="4915455"/>
              <a:ext cx="1107553" cy="369332"/>
            </a:xfrm>
            <a:prstGeom prst="rect">
              <a:avLst/>
            </a:prstGeom>
            <a:noFill/>
          </p:spPr>
          <p:txBody>
            <a:bodyPr wrap="square" rtlCol="0">
              <a:spAutoFit/>
            </a:bodyPr>
            <a:lstStyle/>
            <a:p>
              <a:pPr algn="ctr"/>
              <a:r>
                <a:rPr lang="en-US" altLang="zh-CN" b="1" dirty="0">
                  <a:solidFill>
                    <a:schemeClr val="accent4"/>
                  </a:solidFill>
                  <a:latin typeface="Arial Black" panose="020B0A04020102020204" pitchFamily="34" charset="0"/>
                </a:rPr>
                <a:t>ACK0</a:t>
              </a:r>
              <a:endParaRPr lang="zh-CN" altLang="en-US" b="1" dirty="0">
                <a:solidFill>
                  <a:schemeClr val="accent4"/>
                </a:solidFill>
                <a:latin typeface="Arial Black" panose="020B0A04020102020204" pitchFamily="34" charset="0"/>
              </a:endParaRPr>
            </a:p>
          </p:txBody>
        </p:sp>
      </p:grpSp>
      <p:sp>
        <p:nvSpPr>
          <p:cNvPr id="65" name="对话气泡: 椭圆形 64">
            <a:extLst>
              <a:ext uri="{FF2B5EF4-FFF2-40B4-BE49-F238E27FC236}">
                <a16:creationId xmlns:a16="http://schemas.microsoft.com/office/drawing/2014/main" id="{7ADE7D03-8954-4595-9CCC-BF72DEBC80CF}"/>
              </a:ext>
            </a:extLst>
          </p:cNvPr>
          <p:cNvSpPr/>
          <p:nvPr/>
        </p:nvSpPr>
        <p:spPr>
          <a:xfrm>
            <a:off x="2305962" y="3264714"/>
            <a:ext cx="907821" cy="558996"/>
          </a:xfrm>
          <a:prstGeom prst="wedgeEllipseCallout">
            <a:avLst>
              <a:gd name="adj1" fmla="val 187862"/>
              <a:gd name="adj2" fmla="val 30725"/>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zh-CN" altLang="en-US" b="1" dirty="0"/>
              <a:t>迟到</a:t>
            </a:r>
          </a:p>
        </p:txBody>
      </p:sp>
      <p:sp>
        <p:nvSpPr>
          <p:cNvPr id="66" name="平行四边形 65">
            <a:extLst>
              <a:ext uri="{FF2B5EF4-FFF2-40B4-BE49-F238E27FC236}">
                <a16:creationId xmlns:a16="http://schemas.microsoft.com/office/drawing/2014/main" id="{9A5E3021-8BCA-4B35-4999-CDB766C52006}"/>
              </a:ext>
            </a:extLst>
          </p:cNvPr>
          <p:cNvSpPr/>
          <p:nvPr/>
        </p:nvSpPr>
        <p:spPr>
          <a:xfrm>
            <a:off x="304800" y="749300"/>
            <a:ext cx="678352" cy="387090"/>
          </a:xfrm>
          <a:prstGeom prst="parallelogram">
            <a:avLst/>
          </a:prstGeom>
          <a:solidFill>
            <a:schemeClr val="accent3">
              <a:lumMod val="75000"/>
            </a:schemeClr>
          </a:solidFill>
          <a:ln>
            <a:solidFill>
              <a:schemeClr val="accent3">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CN" sz="2200" dirty="0">
                <a:latin typeface="Impact" panose="020B0806030902050204" pitchFamily="34" charset="0"/>
              </a:rPr>
              <a:t>02</a:t>
            </a:r>
            <a:endParaRPr lang="zh-CN" altLang="en-US" sz="2200" dirty="0">
              <a:latin typeface="Impact" panose="020B0806030902050204" pitchFamily="34" charset="0"/>
            </a:endParaRPr>
          </a:p>
        </p:txBody>
      </p:sp>
    </p:spTree>
    <p:custDataLst>
      <p:tags r:id="rId1"/>
    </p:custDataLst>
    <p:extLst>
      <p:ext uri="{BB962C8B-B14F-4D97-AF65-F5344CB8AC3E}">
        <p14:creationId xmlns:p14="http://schemas.microsoft.com/office/powerpoint/2010/main" val="657280383"/>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2" presetClass="entr" presetSubtype="2" fill="hold" nodeType="withEffect">
                                  <p:stCondLst>
                                    <p:cond delay="0"/>
                                  </p:stCondLst>
                                  <p:childTnLst>
                                    <p:set>
                                      <p:cBhvr>
                                        <p:cTn id="6" dur="1" fill="hold">
                                          <p:stCondLst>
                                            <p:cond delay="0"/>
                                          </p:stCondLst>
                                        </p:cTn>
                                        <p:tgtEl>
                                          <p:spTgt spid="52"/>
                                        </p:tgtEl>
                                        <p:attrNameLst>
                                          <p:attrName>style.visibility</p:attrName>
                                        </p:attrNameLst>
                                      </p:cBhvr>
                                      <p:to>
                                        <p:strVal val="visible"/>
                                      </p:to>
                                    </p:set>
                                    <p:animEffect transition="in" filter="wipe(right)">
                                      <p:cBhvr>
                                        <p:cTn id="7" dur="1000"/>
                                        <p:tgtEl>
                                          <p:spTgt spid="52"/>
                                        </p:tgtEl>
                                      </p:cBhvr>
                                    </p:animEffect>
                                  </p:childTnLst>
                                </p:cTn>
                              </p:par>
                            </p:childTnLst>
                          </p:cTn>
                        </p:par>
                      </p:childTnLst>
                    </p:cTn>
                  </p:par>
                  <p:par>
                    <p:cTn id="8" fill="hold">
                      <p:stCondLst>
                        <p:cond delay="indefinite"/>
                      </p:stCondLst>
                      <p:childTnLst>
                        <p:par>
                          <p:cTn id="9" fill="hold">
                            <p:stCondLst>
                              <p:cond delay="0"/>
                            </p:stCondLst>
                            <p:childTnLst>
                              <p:par>
                                <p:cTn id="10" presetID="22" presetClass="entr" presetSubtype="8" fill="hold" nodeType="clickEffect">
                                  <p:stCondLst>
                                    <p:cond delay="0"/>
                                  </p:stCondLst>
                                  <p:childTnLst>
                                    <p:set>
                                      <p:cBhvr>
                                        <p:cTn id="11" dur="1" fill="hold">
                                          <p:stCondLst>
                                            <p:cond delay="0"/>
                                          </p:stCondLst>
                                        </p:cTn>
                                        <p:tgtEl>
                                          <p:spTgt spid="59"/>
                                        </p:tgtEl>
                                        <p:attrNameLst>
                                          <p:attrName>style.visibility</p:attrName>
                                        </p:attrNameLst>
                                      </p:cBhvr>
                                      <p:to>
                                        <p:strVal val="visible"/>
                                      </p:to>
                                    </p:set>
                                    <p:animEffect transition="in" filter="wipe(left)">
                                      <p:cBhvr>
                                        <p:cTn id="12" dur="1000"/>
                                        <p:tgtEl>
                                          <p:spTgt spid="59"/>
                                        </p:tgtEl>
                                      </p:cBhvr>
                                    </p:animEffect>
                                  </p:childTnLst>
                                </p:cTn>
                              </p:par>
                            </p:childTnLst>
                          </p:cTn>
                        </p:par>
                      </p:childTnLst>
                    </p:cTn>
                  </p:par>
                  <p:par>
                    <p:cTn id="13" fill="hold">
                      <p:stCondLst>
                        <p:cond delay="indefinite"/>
                      </p:stCondLst>
                      <p:childTnLst>
                        <p:par>
                          <p:cTn id="14" fill="hold">
                            <p:stCondLst>
                              <p:cond delay="0"/>
                            </p:stCondLst>
                            <p:childTnLst>
                              <p:par>
                                <p:cTn id="15" presetID="22" presetClass="entr" presetSubtype="2" fill="hold" nodeType="clickEffect">
                                  <p:stCondLst>
                                    <p:cond delay="0"/>
                                  </p:stCondLst>
                                  <p:childTnLst>
                                    <p:set>
                                      <p:cBhvr>
                                        <p:cTn id="16" dur="1" fill="hold">
                                          <p:stCondLst>
                                            <p:cond delay="0"/>
                                          </p:stCondLst>
                                        </p:cTn>
                                        <p:tgtEl>
                                          <p:spTgt spid="62"/>
                                        </p:tgtEl>
                                        <p:attrNameLst>
                                          <p:attrName>style.visibility</p:attrName>
                                        </p:attrNameLst>
                                      </p:cBhvr>
                                      <p:to>
                                        <p:strVal val="visible"/>
                                      </p:to>
                                    </p:set>
                                    <p:animEffect transition="in" filter="wipe(right)">
                                      <p:cBhvr>
                                        <p:cTn id="17" dur="1000"/>
                                        <p:tgtEl>
                                          <p:spTgt spid="62"/>
                                        </p:tgtEl>
                                      </p:cBhvr>
                                    </p:animEffect>
                                  </p:childTnLst>
                                </p:cTn>
                              </p:par>
                            </p:childTnLst>
                          </p:cTn>
                        </p:par>
                      </p:childTnLst>
                    </p:cTn>
                  </p:par>
                  <p:par>
                    <p:cTn id="18" fill="hold">
                      <p:stCondLst>
                        <p:cond delay="indefinite"/>
                      </p:stCondLst>
                      <p:childTnLst>
                        <p:par>
                          <p:cTn id="19" fill="hold">
                            <p:stCondLst>
                              <p:cond delay="0"/>
                            </p:stCondLst>
                            <p:childTnLst>
                              <p:par>
                                <p:cTn id="20" presetID="47" presetClass="entr" presetSubtype="0" fill="hold" grpId="0" nodeType="clickEffect">
                                  <p:stCondLst>
                                    <p:cond delay="0"/>
                                  </p:stCondLst>
                                  <p:childTnLst>
                                    <p:set>
                                      <p:cBhvr>
                                        <p:cTn id="21" dur="1" fill="hold">
                                          <p:stCondLst>
                                            <p:cond delay="0"/>
                                          </p:stCondLst>
                                        </p:cTn>
                                        <p:tgtEl>
                                          <p:spTgt spid="95"/>
                                        </p:tgtEl>
                                        <p:attrNameLst>
                                          <p:attrName>style.visibility</p:attrName>
                                        </p:attrNameLst>
                                      </p:cBhvr>
                                      <p:to>
                                        <p:strVal val="visible"/>
                                      </p:to>
                                    </p:set>
                                    <p:animEffect transition="in" filter="fade">
                                      <p:cBhvr>
                                        <p:cTn id="22" dur="1000"/>
                                        <p:tgtEl>
                                          <p:spTgt spid="95"/>
                                        </p:tgtEl>
                                      </p:cBhvr>
                                    </p:animEffect>
                                    <p:anim calcmode="lin" valueType="num">
                                      <p:cBhvr>
                                        <p:cTn id="23" dur="1000" fill="hold"/>
                                        <p:tgtEl>
                                          <p:spTgt spid="95"/>
                                        </p:tgtEl>
                                        <p:attrNameLst>
                                          <p:attrName>ppt_x</p:attrName>
                                        </p:attrNameLst>
                                      </p:cBhvr>
                                      <p:tavLst>
                                        <p:tav tm="0">
                                          <p:val>
                                            <p:strVal val="#ppt_x"/>
                                          </p:val>
                                        </p:tav>
                                        <p:tav tm="100000">
                                          <p:val>
                                            <p:strVal val="#ppt_x"/>
                                          </p:val>
                                        </p:tav>
                                      </p:tavLst>
                                    </p:anim>
                                    <p:anim calcmode="lin" valueType="num">
                                      <p:cBhvr>
                                        <p:cTn id="24" dur="1000" fill="hold"/>
                                        <p:tgtEl>
                                          <p:spTgt spid="95"/>
                                        </p:tgtEl>
                                        <p:attrNameLst>
                                          <p:attrName>ppt_y</p:attrName>
                                        </p:attrNameLst>
                                      </p:cBhvr>
                                      <p:tavLst>
                                        <p:tav tm="0">
                                          <p:val>
                                            <p:strVal val="#ppt_y-.1"/>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95" grpId="0"/>
    </p:bldLst>
  </p:timing>
</p:sld>
</file>

<file path=ppt/slides/slide12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4" name="组合 3">
            <a:extLst>
              <a:ext uri="{FF2B5EF4-FFF2-40B4-BE49-F238E27FC236}">
                <a16:creationId xmlns:a16="http://schemas.microsoft.com/office/drawing/2014/main" id="{9A1EA9F2-FCB6-48C3-935F-7AE7E3AD14AC}"/>
              </a:ext>
            </a:extLst>
          </p:cNvPr>
          <p:cNvGrpSpPr/>
          <p:nvPr/>
        </p:nvGrpSpPr>
        <p:grpSpPr>
          <a:xfrm>
            <a:off x="304800" y="749300"/>
            <a:ext cx="6192344" cy="400110"/>
            <a:chOff x="424117" y="898245"/>
            <a:chExt cx="6192344" cy="400110"/>
          </a:xfrm>
        </p:grpSpPr>
        <p:sp>
          <p:nvSpPr>
            <p:cNvPr id="2" name="平行四边形 1">
              <a:extLst>
                <a:ext uri="{FF2B5EF4-FFF2-40B4-BE49-F238E27FC236}">
                  <a16:creationId xmlns:a16="http://schemas.microsoft.com/office/drawing/2014/main" id="{1F5BAA3F-9845-4F89-A2DD-8222D3E4EDAC}"/>
                </a:ext>
              </a:extLst>
            </p:cNvPr>
            <p:cNvSpPr/>
            <p:nvPr/>
          </p:nvSpPr>
          <p:spPr>
            <a:xfrm>
              <a:off x="424117" y="898245"/>
              <a:ext cx="628306" cy="387090"/>
            </a:xfrm>
            <a:prstGeom prst="parallelogram">
              <a:avLst/>
            </a:prstGeom>
            <a:solidFill>
              <a:schemeClr val="accent3">
                <a:lumMod val="75000"/>
              </a:schemeClr>
            </a:solidFill>
            <a:ln>
              <a:solidFill>
                <a:schemeClr val="accent3">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CN" sz="2200" dirty="0">
                  <a:latin typeface="Impact" panose="020B0806030902050204" pitchFamily="34" charset="0"/>
                </a:rPr>
                <a:t>01</a:t>
              </a:r>
              <a:endParaRPr lang="zh-CN" altLang="en-US" sz="2200" dirty="0">
                <a:latin typeface="Impact" panose="020B0806030902050204" pitchFamily="34" charset="0"/>
              </a:endParaRPr>
            </a:p>
          </p:txBody>
        </p:sp>
        <p:sp>
          <p:nvSpPr>
            <p:cNvPr id="3" name="文本框 2">
              <a:extLst>
                <a:ext uri="{FF2B5EF4-FFF2-40B4-BE49-F238E27FC236}">
                  <a16:creationId xmlns:a16="http://schemas.microsoft.com/office/drawing/2014/main" id="{4D6BD736-A4D3-4F26-AFED-36E11F50F70B}"/>
                </a:ext>
              </a:extLst>
            </p:cNvPr>
            <p:cNvSpPr txBox="1"/>
            <p:nvPr/>
          </p:nvSpPr>
          <p:spPr>
            <a:xfrm>
              <a:off x="1052423" y="898245"/>
              <a:ext cx="5564038" cy="400110"/>
            </a:xfrm>
            <a:prstGeom prst="rect">
              <a:avLst/>
            </a:prstGeom>
            <a:noFill/>
          </p:spPr>
          <p:txBody>
            <a:bodyPr wrap="square" rtlCol="0">
              <a:spAutoFit/>
            </a:bodyPr>
            <a:lstStyle/>
            <a:p>
              <a:r>
                <a:rPr lang="zh-CN" altLang="en-US" sz="2000" b="1" dirty="0"/>
                <a:t>停止</a:t>
              </a:r>
              <a:r>
                <a:rPr lang="en-US" altLang="zh-CN" sz="2000" b="1" dirty="0"/>
                <a:t>-</a:t>
              </a:r>
              <a:r>
                <a:rPr lang="zh-CN" altLang="en-US" sz="2000" b="1" dirty="0"/>
                <a:t>等待协议的实现原理</a:t>
              </a:r>
            </a:p>
          </p:txBody>
        </p:sp>
      </p:grpSp>
      <p:sp>
        <p:nvSpPr>
          <p:cNvPr id="66" name="矩形 65">
            <a:extLst>
              <a:ext uri="{FF2B5EF4-FFF2-40B4-BE49-F238E27FC236}">
                <a16:creationId xmlns:a16="http://schemas.microsoft.com/office/drawing/2014/main" id="{DB820A72-CEAF-4FB9-87E1-F8DE2C115A85}"/>
              </a:ext>
            </a:extLst>
          </p:cNvPr>
          <p:cNvSpPr/>
          <p:nvPr/>
        </p:nvSpPr>
        <p:spPr>
          <a:xfrm>
            <a:off x="1016000" y="1685768"/>
            <a:ext cx="256976" cy="256976"/>
          </a:xfrm>
          <a:prstGeom prst="rect">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67" name="íşlïḍè">
            <a:extLst>
              <a:ext uri="{FF2B5EF4-FFF2-40B4-BE49-F238E27FC236}">
                <a16:creationId xmlns:a16="http://schemas.microsoft.com/office/drawing/2014/main" id="{9985D7D4-9F81-418C-8658-624DD12BEFC8}"/>
              </a:ext>
            </a:extLst>
          </p:cNvPr>
          <p:cNvSpPr txBox="1"/>
          <p:nvPr/>
        </p:nvSpPr>
        <p:spPr>
          <a:xfrm>
            <a:off x="1333228" y="1631447"/>
            <a:ext cx="10494766" cy="651264"/>
          </a:xfrm>
          <a:prstGeom prst="rect">
            <a:avLst/>
          </a:prstGeom>
          <a:noFill/>
        </p:spPr>
        <p:txBody>
          <a:bodyPr wrap="square" lIns="91440" tIns="45720" rIns="91440" bIns="45720" anchor="ctr">
            <a:noAutofit/>
          </a:bodyPr>
          <a:lstStyle/>
          <a:p>
            <a:r>
              <a:rPr lang="zh-CN" altLang="en-US" b="1" dirty="0"/>
              <a:t>使用超时重传机制后，就可以不使用否认机制了，这样可使协议实现起来更加简单。但是，如果点对点链路的误码率较高，</a:t>
            </a:r>
            <a:r>
              <a:rPr lang="zh-CN" altLang="en-US" b="1" dirty="0">
                <a:solidFill>
                  <a:schemeClr val="accent1">
                    <a:lumMod val="75000"/>
                  </a:schemeClr>
                </a:solidFill>
              </a:rPr>
              <a:t>使用否认机制可以使发送方在超时计时器超时前就尽快重传</a:t>
            </a:r>
            <a:r>
              <a:rPr lang="zh-CN" altLang="en-US" b="1" dirty="0"/>
              <a:t>。</a:t>
            </a:r>
            <a:endParaRPr lang="en-US" altLang="zh-CN" b="1" dirty="0"/>
          </a:p>
        </p:txBody>
      </p:sp>
      <p:sp>
        <p:nvSpPr>
          <p:cNvPr id="70" name="íşlïḍè">
            <a:extLst>
              <a:ext uri="{FF2B5EF4-FFF2-40B4-BE49-F238E27FC236}">
                <a16:creationId xmlns:a16="http://schemas.microsoft.com/office/drawing/2014/main" id="{89CE3D14-756A-4773-909E-5480960DFB9C}"/>
              </a:ext>
            </a:extLst>
          </p:cNvPr>
          <p:cNvSpPr txBox="1"/>
          <p:nvPr/>
        </p:nvSpPr>
        <p:spPr>
          <a:xfrm>
            <a:off x="822305" y="1219612"/>
            <a:ext cx="1670916" cy="256977"/>
          </a:xfrm>
          <a:prstGeom prst="rect">
            <a:avLst/>
          </a:prstGeom>
          <a:noFill/>
        </p:spPr>
        <p:txBody>
          <a:bodyPr wrap="square" lIns="91440" tIns="45720" rIns="91440" bIns="45720" anchor="ctr">
            <a:noAutofit/>
          </a:bodyPr>
          <a:lstStyle/>
          <a:p>
            <a:r>
              <a:rPr lang="en-US" altLang="zh-CN" b="1" dirty="0">
                <a:solidFill>
                  <a:schemeClr val="accent3">
                    <a:lumMod val="75000"/>
                  </a:schemeClr>
                </a:solidFill>
              </a:rPr>
              <a:t>【</a:t>
            </a:r>
            <a:r>
              <a:rPr lang="zh-CN" altLang="en-US" b="1" dirty="0">
                <a:solidFill>
                  <a:schemeClr val="accent3">
                    <a:lumMod val="75000"/>
                  </a:schemeClr>
                </a:solidFill>
              </a:rPr>
              <a:t>注意事项</a:t>
            </a:r>
            <a:r>
              <a:rPr lang="en-US" altLang="zh-CN" b="1" dirty="0">
                <a:solidFill>
                  <a:schemeClr val="accent3">
                    <a:lumMod val="75000"/>
                  </a:schemeClr>
                </a:solidFill>
              </a:rPr>
              <a:t>】</a:t>
            </a:r>
          </a:p>
        </p:txBody>
      </p:sp>
      <p:sp>
        <p:nvSpPr>
          <p:cNvPr id="72" name="矩形 71">
            <a:extLst>
              <a:ext uri="{FF2B5EF4-FFF2-40B4-BE49-F238E27FC236}">
                <a16:creationId xmlns:a16="http://schemas.microsoft.com/office/drawing/2014/main" id="{C0CF1192-9F52-4EF0-85B3-A9F046D73C13}"/>
              </a:ext>
            </a:extLst>
          </p:cNvPr>
          <p:cNvSpPr/>
          <p:nvPr/>
        </p:nvSpPr>
        <p:spPr>
          <a:xfrm>
            <a:off x="1016000" y="2378490"/>
            <a:ext cx="256976" cy="256976"/>
          </a:xfrm>
          <a:prstGeom prst="rect">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73" name="íşlïḍè">
            <a:extLst>
              <a:ext uri="{FF2B5EF4-FFF2-40B4-BE49-F238E27FC236}">
                <a16:creationId xmlns:a16="http://schemas.microsoft.com/office/drawing/2014/main" id="{4F81423E-5196-4000-A480-BEF507E4B3FA}"/>
              </a:ext>
            </a:extLst>
          </p:cNvPr>
          <p:cNvSpPr txBox="1"/>
          <p:nvPr/>
        </p:nvSpPr>
        <p:spPr>
          <a:xfrm>
            <a:off x="1333228" y="2324169"/>
            <a:ext cx="10553972" cy="651264"/>
          </a:xfrm>
          <a:prstGeom prst="rect">
            <a:avLst/>
          </a:prstGeom>
          <a:noFill/>
        </p:spPr>
        <p:txBody>
          <a:bodyPr wrap="square" lIns="91440" tIns="45720" rIns="91440" bIns="45720" anchor="ctr">
            <a:noAutofit/>
          </a:bodyPr>
          <a:lstStyle/>
          <a:p>
            <a:r>
              <a:rPr lang="zh-CN" altLang="en-US" b="1" dirty="0"/>
              <a:t>为了让接收方能够判断所收到的数据分组是否是重复的，需要给</a:t>
            </a:r>
            <a:r>
              <a:rPr lang="zh-CN" altLang="en-US" b="1" dirty="0">
                <a:solidFill>
                  <a:schemeClr val="accent1">
                    <a:lumMod val="75000"/>
                  </a:schemeClr>
                </a:solidFill>
              </a:rPr>
              <a:t>数据分组编号</a:t>
            </a:r>
            <a:r>
              <a:rPr lang="zh-CN" altLang="en-US" b="1" dirty="0"/>
              <a:t>。由于</a:t>
            </a:r>
            <a:r>
              <a:rPr lang="zh-CN" altLang="en-US" b="1" dirty="0">
                <a:solidFill>
                  <a:schemeClr val="accent1">
                    <a:lumMod val="75000"/>
                  </a:schemeClr>
                </a:solidFill>
              </a:rPr>
              <a:t>停止</a:t>
            </a:r>
            <a:r>
              <a:rPr lang="en-US" altLang="zh-CN" b="1" dirty="0">
                <a:solidFill>
                  <a:schemeClr val="accent1">
                    <a:lumMod val="75000"/>
                  </a:schemeClr>
                </a:solidFill>
              </a:rPr>
              <a:t>-</a:t>
            </a:r>
            <a:r>
              <a:rPr lang="zh-CN" altLang="en-US" b="1" dirty="0">
                <a:solidFill>
                  <a:schemeClr val="accent1">
                    <a:lumMod val="75000"/>
                  </a:schemeClr>
                </a:solidFill>
              </a:rPr>
              <a:t>等待协议</a:t>
            </a:r>
            <a:r>
              <a:rPr lang="zh-CN" altLang="en-US" b="1" dirty="0"/>
              <a:t>的特性，</a:t>
            </a:r>
            <a:r>
              <a:rPr lang="zh-CN" altLang="en-US" b="1" dirty="0">
                <a:solidFill>
                  <a:schemeClr val="accent1">
                    <a:lumMod val="75000"/>
                  </a:schemeClr>
                </a:solidFill>
              </a:rPr>
              <a:t>只需</a:t>
            </a:r>
            <a:r>
              <a:rPr lang="en-US" altLang="zh-CN" b="1" dirty="0">
                <a:solidFill>
                  <a:schemeClr val="accent1">
                    <a:lumMod val="75000"/>
                  </a:schemeClr>
                </a:solidFill>
              </a:rPr>
              <a:t>1</a:t>
            </a:r>
            <a:r>
              <a:rPr lang="zh-CN" altLang="en-US" b="1" dirty="0">
                <a:solidFill>
                  <a:schemeClr val="accent1">
                    <a:lumMod val="75000"/>
                  </a:schemeClr>
                </a:solidFill>
              </a:rPr>
              <a:t>个比特编序号</a:t>
            </a:r>
            <a:r>
              <a:rPr lang="zh-CN" altLang="en-US" b="1" dirty="0"/>
              <a:t>即可，即序号</a:t>
            </a:r>
            <a:r>
              <a:rPr lang="en-US" altLang="zh-CN" b="1" dirty="0"/>
              <a:t>0</a:t>
            </a:r>
            <a:r>
              <a:rPr lang="zh-CN" altLang="en-US" b="1" dirty="0"/>
              <a:t>和序号</a:t>
            </a:r>
            <a:r>
              <a:rPr lang="en-US" altLang="zh-CN" b="1" dirty="0"/>
              <a:t>1</a:t>
            </a:r>
            <a:r>
              <a:rPr lang="zh-CN" altLang="en-US" b="1" dirty="0"/>
              <a:t>。</a:t>
            </a:r>
            <a:endParaRPr lang="en-US" altLang="zh-CN" b="1" dirty="0"/>
          </a:p>
        </p:txBody>
      </p:sp>
      <p:sp>
        <p:nvSpPr>
          <p:cNvPr id="74" name="矩形 73">
            <a:extLst>
              <a:ext uri="{FF2B5EF4-FFF2-40B4-BE49-F238E27FC236}">
                <a16:creationId xmlns:a16="http://schemas.microsoft.com/office/drawing/2014/main" id="{CDFCA06F-86E1-4C5A-B671-EB8503DA8B72}"/>
              </a:ext>
            </a:extLst>
          </p:cNvPr>
          <p:cNvSpPr/>
          <p:nvPr/>
        </p:nvSpPr>
        <p:spPr>
          <a:xfrm>
            <a:off x="1016000" y="3071212"/>
            <a:ext cx="256976" cy="256976"/>
          </a:xfrm>
          <a:prstGeom prst="rect">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75" name="íşlïḍè">
            <a:extLst>
              <a:ext uri="{FF2B5EF4-FFF2-40B4-BE49-F238E27FC236}">
                <a16:creationId xmlns:a16="http://schemas.microsoft.com/office/drawing/2014/main" id="{23E3D32B-D8FB-44FE-96DD-67F1BCBE026C}"/>
              </a:ext>
            </a:extLst>
          </p:cNvPr>
          <p:cNvSpPr txBox="1"/>
          <p:nvPr/>
        </p:nvSpPr>
        <p:spPr>
          <a:xfrm>
            <a:off x="1333228" y="3016891"/>
            <a:ext cx="10553972" cy="651264"/>
          </a:xfrm>
          <a:prstGeom prst="rect">
            <a:avLst/>
          </a:prstGeom>
          <a:noFill/>
        </p:spPr>
        <p:txBody>
          <a:bodyPr wrap="square" lIns="91440" tIns="45720" rIns="91440" bIns="45720" anchor="ctr">
            <a:noAutofit/>
          </a:bodyPr>
          <a:lstStyle/>
          <a:p>
            <a:r>
              <a:rPr lang="zh-CN" altLang="en-US" b="1" dirty="0"/>
              <a:t>为了让发送方能够判断所收到的确认分组是否是重复的，需要给</a:t>
            </a:r>
            <a:r>
              <a:rPr lang="zh-CN" altLang="en-US" b="1" dirty="0">
                <a:solidFill>
                  <a:schemeClr val="accent1">
                    <a:lumMod val="75000"/>
                  </a:schemeClr>
                </a:solidFill>
              </a:rPr>
              <a:t>确认分组编号</a:t>
            </a:r>
            <a:r>
              <a:rPr lang="zh-CN" altLang="en-US" b="1" dirty="0"/>
              <a:t>，所用比特数量</a:t>
            </a:r>
            <a:r>
              <a:rPr lang="zh-CN" altLang="en-US" b="1" dirty="0">
                <a:solidFill>
                  <a:schemeClr val="accent1">
                    <a:lumMod val="75000"/>
                  </a:schemeClr>
                </a:solidFill>
              </a:rPr>
              <a:t>与数据分组所用比特数量一样</a:t>
            </a:r>
            <a:r>
              <a:rPr lang="zh-CN" altLang="en-US" b="1" dirty="0"/>
              <a:t>。</a:t>
            </a:r>
            <a:endParaRPr lang="en-US" altLang="zh-CN" b="1" dirty="0"/>
          </a:p>
        </p:txBody>
      </p:sp>
      <p:sp>
        <p:nvSpPr>
          <p:cNvPr id="76" name="矩形 75">
            <a:extLst>
              <a:ext uri="{FF2B5EF4-FFF2-40B4-BE49-F238E27FC236}">
                <a16:creationId xmlns:a16="http://schemas.microsoft.com/office/drawing/2014/main" id="{1D86AB04-31D9-4FE8-A587-4370D83BFAF5}"/>
              </a:ext>
            </a:extLst>
          </p:cNvPr>
          <p:cNvSpPr/>
          <p:nvPr/>
        </p:nvSpPr>
        <p:spPr>
          <a:xfrm>
            <a:off x="1471006" y="3763934"/>
            <a:ext cx="256976" cy="256976"/>
          </a:xfrm>
          <a:prstGeom prst="rect">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78" name="íşlïḍè">
            <a:extLst>
              <a:ext uri="{FF2B5EF4-FFF2-40B4-BE49-F238E27FC236}">
                <a16:creationId xmlns:a16="http://schemas.microsoft.com/office/drawing/2014/main" id="{EBF134FC-5940-4239-87E7-DB3965EADA75}"/>
              </a:ext>
            </a:extLst>
          </p:cNvPr>
          <p:cNvSpPr txBox="1"/>
          <p:nvPr/>
        </p:nvSpPr>
        <p:spPr>
          <a:xfrm>
            <a:off x="1788234" y="3709613"/>
            <a:ext cx="10098965" cy="651264"/>
          </a:xfrm>
          <a:prstGeom prst="rect">
            <a:avLst/>
          </a:prstGeom>
          <a:noFill/>
        </p:spPr>
        <p:txBody>
          <a:bodyPr wrap="square" lIns="91440" tIns="45720" rIns="91440" bIns="45720" anchor="ctr">
            <a:noAutofit/>
          </a:bodyPr>
          <a:lstStyle/>
          <a:p>
            <a:r>
              <a:rPr lang="zh-CN" altLang="en-US" b="1" dirty="0"/>
              <a:t>数据链路层一般不会出现确认分组迟到的情况，因此在</a:t>
            </a:r>
            <a:r>
              <a:rPr lang="zh-CN" altLang="en-US" b="1" dirty="0">
                <a:solidFill>
                  <a:schemeClr val="accent1">
                    <a:lumMod val="75000"/>
                  </a:schemeClr>
                </a:solidFill>
              </a:rPr>
              <a:t>数据链路层实现停止</a:t>
            </a:r>
            <a:r>
              <a:rPr lang="en-US" altLang="zh-CN" b="1" dirty="0">
                <a:solidFill>
                  <a:schemeClr val="accent1">
                    <a:lumMod val="75000"/>
                  </a:schemeClr>
                </a:solidFill>
              </a:rPr>
              <a:t>-</a:t>
            </a:r>
            <a:r>
              <a:rPr lang="zh-CN" altLang="en-US" b="1" dirty="0">
                <a:solidFill>
                  <a:schemeClr val="accent1">
                    <a:lumMod val="75000"/>
                  </a:schemeClr>
                </a:solidFill>
              </a:rPr>
              <a:t>等待协议可以不用给确认分组编号</a:t>
            </a:r>
            <a:r>
              <a:rPr lang="zh-CN" altLang="en-US" b="1" dirty="0"/>
              <a:t>。</a:t>
            </a:r>
            <a:endParaRPr lang="en-US" altLang="zh-CN" b="1" dirty="0"/>
          </a:p>
        </p:txBody>
      </p:sp>
      <p:sp>
        <p:nvSpPr>
          <p:cNvPr id="79" name="矩形 78">
            <a:extLst>
              <a:ext uri="{FF2B5EF4-FFF2-40B4-BE49-F238E27FC236}">
                <a16:creationId xmlns:a16="http://schemas.microsoft.com/office/drawing/2014/main" id="{E09219B0-5578-4125-AD3B-F9E339A1F938}"/>
              </a:ext>
            </a:extLst>
          </p:cNvPr>
          <p:cNvSpPr/>
          <p:nvPr/>
        </p:nvSpPr>
        <p:spPr>
          <a:xfrm>
            <a:off x="1016000" y="4456657"/>
            <a:ext cx="256976" cy="256976"/>
          </a:xfrm>
          <a:prstGeom prst="rect">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80" name="íşlïḍè">
            <a:extLst>
              <a:ext uri="{FF2B5EF4-FFF2-40B4-BE49-F238E27FC236}">
                <a16:creationId xmlns:a16="http://schemas.microsoft.com/office/drawing/2014/main" id="{A4DD72B8-AFB8-443B-8E00-6D78395BE8A2}"/>
              </a:ext>
            </a:extLst>
          </p:cNvPr>
          <p:cNvSpPr txBox="1"/>
          <p:nvPr/>
        </p:nvSpPr>
        <p:spPr>
          <a:xfrm>
            <a:off x="1333228" y="4402335"/>
            <a:ext cx="10553972" cy="601245"/>
          </a:xfrm>
          <a:prstGeom prst="rect">
            <a:avLst/>
          </a:prstGeom>
          <a:noFill/>
        </p:spPr>
        <p:txBody>
          <a:bodyPr wrap="square" lIns="91440" tIns="45720" rIns="91440" bIns="45720" anchor="ctr">
            <a:noAutofit/>
          </a:bodyPr>
          <a:lstStyle/>
          <a:p>
            <a:r>
              <a:rPr lang="zh-CN" altLang="en-US" b="1" dirty="0"/>
              <a:t>给超时计时器设置的超时重传时间</a:t>
            </a:r>
            <a:r>
              <a:rPr lang="en-US" altLang="zh-CN" b="1" dirty="0"/>
              <a:t>RTO</a:t>
            </a:r>
            <a:r>
              <a:rPr lang="zh-CN" altLang="en-US" b="1" dirty="0"/>
              <a:t>应当仔细选择，</a:t>
            </a:r>
            <a:r>
              <a:rPr lang="zh-CN" altLang="en-US" b="1" dirty="0">
                <a:solidFill>
                  <a:schemeClr val="accent1">
                    <a:lumMod val="75000"/>
                  </a:schemeClr>
                </a:solidFill>
              </a:rPr>
              <a:t>一般将</a:t>
            </a:r>
            <a:r>
              <a:rPr lang="en-US" altLang="zh-CN" b="1" dirty="0">
                <a:solidFill>
                  <a:schemeClr val="accent1">
                    <a:lumMod val="75000"/>
                  </a:schemeClr>
                </a:solidFill>
              </a:rPr>
              <a:t>RTO</a:t>
            </a:r>
            <a:r>
              <a:rPr lang="zh-CN" altLang="en-US" b="1" dirty="0">
                <a:solidFill>
                  <a:schemeClr val="accent1">
                    <a:lumMod val="75000"/>
                  </a:schemeClr>
                </a:solidFill>
              </a:rPr>
              <a:t>设置为略大于收发双方的平均往返时间</a:t>
            </a:r>
            <a:r>
              <a:rPr lang="en-US" altLang="zh-CN" b="1" dirty="0">
                <a:solidFill>
                  <a:schemeClr val="accent1">
                    <a:lumMod val="75000"/>
                  </a:schemeClr>
                </a:solidFill>
              </a:rPr>
              <a:t>RTT</a:t>
            </a:r>
            <a:r>
              <a:rPr lang="zh-CN" altLang="en-US" b="1" dirty="0"/>
              <a:t>。</a:t>
            </a:r>
            <a:endParaRPr lang="en-US" altLang="zh-CN" b="1" dirty="0"/>
          </a:p>
        </p:txBody>
      </p:sp>
      <p:sp>
        <p:nvSpPr>
          <p:cNvPr id="81" name="矩形 80">
            <a:extLst>
              <a:ext uri="{FF2B5EF4-FFF2-40B4-BE49-F238E27FC236}">
                <a16:creationId xmlns:a16="http://schemas.microsoft.com/office/drawing/2014/main" id="{65E82B89-666A-4AB9-8EB4-02F07EC6FAA8}"/>
              </a:ext>
            </a:extLst>
          </p:cNvPr>
          <p:cNvSpPr/>
          <p:nvPr/>
        </p:nvSpPr>
        <p:spPr>
          <a:xfrm>
            <a:off x="1471006" y="5073047"/>
            <a:ext cx="256976" cy="256976"/>
          </a:xfrm>
          <a:prstGeom prst="rect">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82" name="íşlïḍè">
            <a:extLst>
              <a:ext uri="{FF2B5EF4-FFF2-40B4-BE49-F238E27FC236}">
                <a16:creationId xmlns:a16="http://schemas.microsoft.com/office/drawing/2014/main" id="{0C279CE5-CFC2-4A21-9274-E87375AA2922}"/>
              </a:ext>
            </a:extLst>
          </p:cNvPr>
          <p:cNvSpPr txBox="1"/>
          <p:nvPr/>
        </p:nvSpPr>
        <p:spPr>
          <a:xfrm>
            <a:off x="1788235" y="5045038"/>
            <a:ext cx="7217618" cy="318547"/>
          </a:xfrm>
          <a:prstGeom prst="rect">
            <a:avLst/>
          </a:prstGeom>
          <a:noFill/>
        </p:spPr>
        <p:txBody>
          <a:bodyPr wrap="square" lIns="91440" tIns="45720" rIns="91440" bIns="45720" anchor="ctr">
            <a:noAutofit/>
          </a:bodyPr>
          <a:lstStyle/>
          <a:p>
            <a:r>
              <a:rPr lang="zh-CN" altLang="en-US" b="1" dirty="0"/>
              <a:t>在数据链路层，点对点的往返时间</a:t>
            </a:r>
            <a:r>
              <a:rPr lang="en-US" altLang="zh-CN" b="1" dirty="0"/>
              <a:t>RTT</a:t>
            </a:r>
            <a:r>
              <a:rPr lang="zh-CN" altLang="en-US" b="1" dirty="0"/>
              <a:t>比较固定，</a:t>
            </a:r>
            <a:r>
              <a:rPr lang="en-US" altLang="zh-CN" b="1" dirty="0"/>
              <a:t>RTO</a:t>
            </a:r>
            <a:r>
              <a:rPr lang="zh-CN" altLang="en-US" b="1" dirty="0"/>
              <a:t>就比较好设定。</a:t>
            </a:r>
            <a:endParaRPr lang="en-US" altLang="zh-CN" b="1" dirty="0"/>
          </a:p>
        </p:txBody>
      </p:sp>
      <p:sp>
        <p:nvSpPr>
          <p:cNvPr id="83" name="矩形 82">
            <a:extLst>
              <a:ext uri="{FF2B5EF4-FFF2-40B4-BE49-F238E27FC236}">
                <a16:creationId xmlns:a16="http://schemas.microsoft.com/office/drawing/2014/main" id="{FC769D28-ECC0-4B44-BF54-D148240DB399}"/>
              </a:ext>
            </a:extLst>
          </p:cNvPr>
          <p:cNvSpPr/>
          <p:nvPr/>
        </p:nvSpPr>
        <p:spPr>
          <a:xfrm>
            <a:off x="1471006" y="5433052"/>
            <a:ext cx="256976" cy="256976"/>
          </a:xfrm>
          <a:prstGeom prst="rect">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84" name="íşlïḍè">
            <a:extLst>
              <a:ext uri="{FF2B5EF4-FFF2-40B4-BE49-F238E27FC236}">
                <a16:creationId xmlns:a16="http://schemas.microsoft.com/office/drawing/2014/main" id="{4AD7530E-1B52-4E53-B3B1-7670C721A693}"/>
              </a:ext>
            </a:extLst>
          </p:cNvPr>
          <p:cNvSpPr txBox="1"/>
          <p:nvPr/>
        </p:nvSpPr>
        <p:spPr>
          <a:xfrm>
            <a:off x="1788234" y="5405043"/>
            <a:ext cx="9881877" cy="318547"/>
          </a:xfrm>
          <a:prstGeom prst="rect">
            <a:avLst/>
          </a:prstGeom>
          <a:noFill/>
        </p:spPr>
        <p:txBody>
          <a:bodyPr wrap="square" lIns="91440" tIns="45720" rIns="91440" bIns="45720" anchor="ctr">
            <a:noAutofit/>
          </a:bodyPr>
          <a:lstStyle/>
          <a:p>
            <a:r>
              <a:rPr lang="zh-CN" altLang="en-US" b="1" dirty="0"/>
              <a:t>在运输层，由于端到端往返时间非常不确定，设置合适的超时重传时间</a:t>
            </a:r>
            <a:r>
              <a:rPr lang="en-US" altLang="zh-CN" b="1" dirty="0"/>
              <a:t>RTO</a:t>
            </a:r>
            <a:r>
              <a:rPr lang="zh-CN" altLang="en-US" b="1" dirty="0"/>
              <a:t>有时并不容易。</a:t>
            </a:r>
            <a:endParaRPr lang="en-US" altLang="zh-CN" b="1" dirty="0"/>
          </a:p>
        </p:txBody>
      </p:sp>
      <p:sp>
        <p:nvSpPr>
          <p:cNvPr id="85" name="矩形 84">
            <a:extLst>
              <a:ext uri="{FF2B5EF4-FFF2-40B4-BE49-F238E27FC236}">
                <a16:creationId xmlns:a16="http://schemas.microsoft.com/office/drawing/2014/main" id="{C91AB52A-26B3-4D49-B674-7393A8F7BC51}"/>
              </a:ext>
            </a:extLst>
          </p:cNvPr>
          <p:cNvSpPr/>
          <p:nvPr/>
        </p:nvSpPr>
        <p:spPr>
          <a:xfrm>
            <a:off x="1016000" y="5819373"/>
            <a:ext cx="256976" cy="256976"/>
          </a:xfrm>
          <a:prstGeom prst="rect">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86" name="íşlïḍè">
            <a:extLst>
              <a:ext uri="{FF2B5EF4-FFF2-40B4-BE49-F238E27FC236}">
                <a16:creationId xmlns:a16="http://schemas.microsoft.com/office/drawing/2014/main" id="{DCE6DF91-3F93-48BF-9EBE-343F13BB5783}"/>
              </a:ext>
            </a:extLst>
          </p:cNvPr>
          <p:cNvSpPr txBox="1"/>
          <p:nvPr/>
        </p:nvSpPr>
        <p:spPr>
          <a:xfrm>
            <a:off x="1333228" y="5765051"/>
            <a:ext cx="10553972" cy="601245"/>
          </a:xfrm>
          <a:prstGeom prst="rect">
            <a:avLst/>
          </a:prstGeom>
          <a:noFill/>
        </p:spPr>
        <p:txBody>
          <a:bodyPr wrap="square" lIns="91440" tIns="45720" rIns="91440" bIns="45720" anchor="ctr">
            <a:noAutofit/>
          </a:bodyPr>
          <a:lstStyle/>
          <a:p>
            <a:r>
              <a:rPr lang="zh-CN" altLang="en-US" b="1" dirty="0"/>
              <a:t>停止</a:t>
            </a:r>
            <a:r>
              <a:rPr lang="en-US" altLang="zh-CN" b="1" dirty="0"/>
              <a:t>-</a:t>
            </a:r>
            <a:r>
              <a:rPr lang="zh-CN" altLang="en-US" b="1" dirty="0"/>
              <a:t>等待协议属于自动请求重传（</a:t>
            </a:r>
            <a:r>
              <a:rPr lang="en-US" altLang="zh-CN" b="1" dirty="0">
                <a:solidFill>
                  <a:schemeClr val="accent1">
                    <a:lumMod val="75000"/>
                  </a:schemeClr>
                </a:solidFill>
              </a:rPr>
              <a:t>A</a:t>
            </a:r>
            <a:r>
              <a:rPr lang="en-US" altLang="zh-CN" b="1" dirty="0"/>
              <a:t>utomatic</a:t>
            </a:r>
            <a:r>
              <a:rPr lang="zh-CN" altLang="en-US" b="1" dirty="0"/>
              <a:t> </a:t>
            </a:r>
            <a:r>
              <a:rPr lang="en-US" altLang="zh-CN" b="1" dirty="0">
                <a:solidFill>
                  <a:schemeClr val="accent1">
                    <a:lumMod val="75000"/>
                  </a:schemeClr>
                </a:solidFill>
              </a:rPr>
              <a:t>R</a:t>
            </a:r>
            <a:r>
              <a:rPr lang="en-US" altLang="zh-CN" b="1" dirty="0"/>
              <a:t>epeat </a:t>
            </a:r>
            <a:r>
              <a:rPr lang="en-US" altLang="zh-CN" b="1" dirty="0" err="1"/>
              <a:t>re</a:t>
            </a:r>
            <a:r>
              <a:rPr lang="en-US" altLang="zh-CN" b="1" dirty="0" err="1">
                <a:solidFill>
                  <a:schemeClr val="accent1">
                    <a:lumMod val="75000"/>
                  </a:schemeClr>
                </a:solidFill>
              </a:rPr>
              <a:t>Q</a:t>
            </a:r>
            <a:r>
              <a:rPr lang="en-US" altLang="zh-CN" b="1" dirty="0" err="1"/>
              <a:t>uest</a:t>
            </a:r>
            <a:r>
              <a:rPr lang="zh-CN" altLang="en-US" b="1" dirty="0"/>
              <a:t>，</a:t>
            </a:r>
            <a:r>
              <a:rPr lang="en-US" altLang="zh-CN" b="1" dirty="0">
                <a:solidFill>
                  <a:schemeClr val="accent1">
                    <a:lumMod val="75000"/>
                  </a:schemeClr>
                </a:solidFill>
              </a:rPr>
              <a:t>ARQ</a:t>
            </a:r>
            <a:r>
              <a:rPr lang="zh-CN" altLang="en-US" b="1" dirty="0"/>
              <a:t>）协议。即重传的请求是发送方自动进行的，而不是接收方请求发送方重传某个误码的数据分组。</a:t>
            </a:r>
            <a:endParaRPr lang="en-US" altLang="zh-CN" b="1" dirty="0"/>
          </a:p>
        </p:txBody>
      </p:sp>
      <p:sp>
        <p:nvSpPr>
          <p:cNvPr id="22" name="平行四边形 21">
            <a:extLst>
              <a:ext uri="{FF2B5EF4-FFF2-40B4-BE49-F238E27FC236}">
                <a16:creationId xmlns:a16="http://schemas.microsoft.com/office/drawing/2014/main" id="{AF685DC3-5964-9F39-E39F-DABFBDADE838}"/>
              </a:ext>
            </a:extLst>
          </p:cNvPr>
          <p:cNvSpPr/>
          <p:nvPr/>
        </p:nvSpPr>
        <p:spPr>
          <a:xfrm>
            <a:off x="304800" y="749300"/>
            <a:ext cx="678352" cy="387090"/>
          </a:xfrm>
          <a:prstGeom prst="parallelogram">
            <a:avLst/>
          </a:prstGeom>
          <a:solidFill>
            <a:schemeClr val="accent3">
              <a:lumMod val="75000"/>
            </a:schemeClr>
          </a:solidFill>
          <a:ln>
            <a:solidFill>
              <a:schemeClr val="accent3">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CN" sz="2200" dirty="0">
                <a:latin typeface="Impact" panose="020B0806030902050204" pitchFamily="34" charset="0"/>
              </a:rPr>
              <a:t>02</a:t>
            </a:r>
            <a:endParaRPr lang="zh-CN" altLang="en-US" sz="2200" dirty="0">
              <a:latin typeface="Impact" panose="020B0806030902050204" pitchFamily="34" charset="0"/>
            </a:endParaRPr>
          </a:p>
        </p:txBody>
      </p:sp>
    </p:spTree>
    <p:custDataLst>
      <p:tags r:id="rId1"/>
    </p:custDataLst>
    <p:extLst>
      <p:ext uri="{BB962C8B-B14F-4D97-AF65-F5344CB8AC3E}">
        <p14:creationId xmlns:p14="http://schemas.microsoft.com/office/powerpoint/2010/main" val="3356954070"/>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2" presetClass="entr" presetSubtype="1" fill="hold" grpId="0" nodeType="withEffect">
                                  <p:stCondLst>
                                    <p:cond delay="0"/>
                                  </p:stCondLst>
                                  <p:childTnLst>
                                    <p:set>
                                      <p:cBhvr>
                                        <p:cTn id="6" dur="1" fill="hold">
                                          <p:stCondLst>
                                            <p:cond delay="0"/>
                                          </p:stCondLst>
                                        </p:cTn>
                                        <p:tgtEl>
                                          <p:spTgt spid="70"/>
                                        </p:tgtEl>
                                        <p:attrNameLst>
                                          <p:attrName>style.visibility</p:attrName>
                                        </p:attrNameLst>
                                      </p:cBhvr>
                                      <p:to>
                                        <p:strVal val="visible"/>
                                      </p:to>
                                    </p:set>
                                    <p:anim calcmode="lin" valueType="num">
                                      <p:cBhvr additive="base">
                                        <p:cTn id="7" dur="500"/>
                                        <p:tgtEl>
                                          <p:spTgt spid="70"/>
                                        </p:tgtEl>
                                        <p:attrNameLst>
                                          <p:attrName>ppt_y</p:attrName>
                                        </p:attrNameLst>
                                      </p:cBhvr>
                                      <p:tavLst>
                                        <p:tav tm="0">
                                          <p:val>
                                            <p:strVal val="#ppt_y-#ppt_h*1.125000"/>
                                          </p:val>
                                        </p:tav>
                                        <p:tav tm="100000">
                                          <p:val>
                                            <p:strVal val="#ppt_y"/>
                                          </p:val>
                                        </p:tav>
                                      </p:tavLst>
                                    </p:anim>
                                    <p:animEffect transition="in" filter="wipe(down)">
                                      <p:cBhvr>
                                        <p:cTn id="8" dur="500"/>
                                        <p:tgtEl>
                                          <p:spTgt spid="70"/>
                                        </p:tgtEl>
                                      </p:cBhvr>
                                    </p:animEffect>
                                  </p:childTnLst>
                                </p:cTn>
                              </p:par>
                            </p:childTnLst>
                          </p:cTn>
                        </p:par>
                      </p:childTnLst>
                    </p:cTn>
                  </p:par>
                  <p:par>
                    <p:cTn id="9" fill="hold">
                      <p:stCondLst>
                        <p:cond delay="indefinite"/>
                      </p:stCondLst>
                      <p:childTnLst>
                        <p:par>
                          <p:cTn id="10" fill="hold">
                            <p:stCondLst>
                              <p:cond delay="0"/>
                            </p:stCondLst>
                            <p:childTnLst>
                              <p:par>
                                <p:cTn id="11" presetID="49" presetClass="entr" presetSubtype="0" decel="100000" fill="hold" grpId="0" nodeType="clickEffect">
                                  <p:stCondLst>
                                    <p:cond delay="0"/>
                                  </p:stCondLst>
                                  <p:childTnLst>
                                    <p:set>
                                      <p:cBhvr>
                                        <p:cTn id="12" dur="1" fill="hold">
                                          <p:stCondLst>
                                            <p:cond delay="0"/>
                                          </p:stCondLst>
                                        </p:cTn>
                                        <p:tgtEl>
                                          <p:spTgt spid="66"/>
                                        </p:tgtEl>
                                        <p:attrNameLst>
                                          <p:attrName>style.visibility</p:attrName>
                                        </p:attrNameLst>
                                      </p:cBhvr>
                                      <p:to>
                                        <p:strVal val="visible"/>
                                      </p:to>
                                    </p:set>
                                    <p:anim calcmode="lin" valueType="num">
                                      <p:cBhvr>
                                        <p:cTn id="13" dur="500" fill="hold"/>
                                        <p:tgtEl>
                                          <p:spTgt spid="66"/>
                                        </p:tgtEl>
                                        <p:attrNameLst>
                                          <p:attrName>ppt_w</p:attrName>
                                        </p:attrNameLst>
                                      </p:cBhvr>
                                      <p:tavLst>
                                        <p:tav tm="0">
                                          <p:val>
                                            <p:fltVal val="0"/>
                                          </p:val>
                                        </p:tav>
                                        <p:tav tm="100000">
                                          <p:val>
                                            <p:strVal val="#ppt_w"/>
                                          </p:val>
                                        </p:tav>
                                      </p:tavLst>
                                    </p:anim>
                                    <p:anim calcmode="lin" valueType="num">
                                      <p:cBhvr>
                                        <p:cTn id="14" dur="500" fill="hold"/>
                                        <p:tgtEl>
                                          <p:spTgt spid="66"/>
                                        </p:tgtEl>
                                        <p:attrNameLst>
                                          <p:attrName>ppt_h</p:attrName>
                                        </p:attrNameLst>
                                      </p:cBhvr>
                                      <p:tavLst>
                                        <p:tav tm="0">
                                          <p:val>
                                            <p:fltVal val="0"/>
                                          </p:val>
                                        </p:tav>
                                        <p:tav tm="100000">
                                          <p:val>
                                            <p:strVal val="#ppt_h"/>
                                          </p:val>
                                        </p:tav>
                                      </p:tavLst>
                                    </p:anim>
                                    <p:anim calcmode="lin" valueType="num">
                                      <p:cBhvr>
                                        <p:cTn id="15" dur="500" fill="hold"/>
                                        <p:tgtEl>
                                          <p:spTgt spid="66"/>
                                        </p:tgtEl>
                                        <p:attrNameLst>
                                          <p:attrName>style.rotation</p:attrName>
                                        </p:attrNameLst>
                                      </p:cBhvr>
                                      <p:tavLst>
                                        <p:tav tm="0">
                                          <p:val>
                                            <p:fltVal val="360"/>
                                          </p:val>
                                        </p:tav>
                                        <p:tav tm="100000">
                                          <p:val>
                                            <p:fltVal val="0"/>
                                          </p:val>
                                        </p:tav>
                                      </p:tavLst>
                                    </p:anim>
                                    <p:animEffect transition="in" filter="fade">
                                      <p:cBhvr>
                                        <p:cTn id="16" dur="500"/>
                                        <p:tgtEl>
                                          <p:spTgt spid="66"/>
                                        </p:tgtEl>
                                      </p:cBhvr>
                                    </p:animEffect>
                                  </p:childTnLst>
                                </p:cTn>
                              </p:par>
                            </p:childTnLst>
                          </p:cTn>
                        </p:par>
                        <p:par>
                          <p:cTn id="17" fill="hold">
                            <p:stCondLst>
                              <p:cond delay="500"/>
                            </p:stCondLst>
                            <p:childTnLst>
                              <p:par>
                                <p:cTn id="18" presetID="1" presetClass="entr" presetSubtype="0" fill="hold" grpId="0" nodeType="afterEffect">
                                  <p:stCondLst>
                                    <p:cond delay="0"/>
                                  </p:stCondLst>
                                  <p:iterate type="lt">
                                    <p:tmAbs val="100"/>
                                  </p:iterate>
                                  <p:childTnLst>
                                    <p:set>
                                      <p:cBhvr>
                                        <p:cTn id="19" dur="1" fill="hold">
                                          <p:stCondLst>
                                            <p:cond delay="0"/>
                                          </p:stCondLst>
                                        </p:cTn>
                                        <p:tgtEl>
                                          <p:spTgt spid="67"/>
                                        </p:tgtEl>
                                        <p:attrNameLst>
                                          <p:attrName>style.visibility</p:attrName>
                                        </p:attrNameLst>
                                      </p:cBhvr>
                                      <p:to>
                                        <p:strVal val="visible"/>
                                      </p:to>
                                    </p:set>
                                  </p:childTnLst>
                                </p:cTn>
                              </p:par>
                            </p:childTnLst>
                          </p:cTn>
                        </p:par>
                      </p:childTnLst>
                    </p:cTn>
                  </p:par>
                  <p:par>
                    <p:cTn id="20" fill="hold">
                      <p:stCondLst>
                        <p:cond delay="indefinite"/>
                      </p:stCondLst>
                      <p:childTnLst>
                        <p:par>
                          <p:cTn id="21" fill="hold">
                            <p:stCondLst>
                              <p:cond delay="0"/>
                            </p:stCondLst>
                            <p:childTnLst>
                              <p:par>
                                <p:cTn id="22" presetID="49" presetClass="entr" presetSubtype="0" decel="100000" fill="hold" grpId="0" nodeType="clickEffect">
                                  <p:stCondLst>
                                    <p:cond delay="0"/>
                                  </p:stCondLst>
                                  <p:childTnLst>
                                    <p:set>
                                      <p:cBhvr>
                                        <p:cTn id="23" dur="1" fill="hold">
                                          <p:stCondLst>
                                            <p:cond delay="0"/>
                                          </p:stCondLst>
                                        </p:cTn>
                                        <p:tgtEl>
                                          <p:spTgt spid="72"/>
                                        </p:tgtEl>
                                        <p:attrNameLst>
                                          <p:attrName>style.visibility</p:attrName>
                                        </p:attrNameLst>
                                      </p:cBhvr>
                                      <p:to>
                                        <p:strVal val="visible"/>
                                      </p:to>
                                    </p:set>
                                    <p:anim calcmode="lin" valueType="num">
                                      <p:cBhvr>
                                        <p:cTn id="24" dur="500" fill="hold"/>
                                        <p:tgtEl>
                                          <p:spTgt spid="72"/>
                                        </p:tgtEl>
                                        <p:attrNameLst>
                                          <p:attrName>ppt_w</p:attrName>
                                        </p:attrNameLst>
                                      </p:cBhvr>
                                      <p:tavLst>
                                        <p:tav tm="0">
                                          <p:val>
                                            <p:fltVal val="0"/>
                                          </p:val>
                                        </p:tav>
                                        <p:tav tm="100000">
                                          <p:val>
                                            <p:strVal val="#ppt_w"/>
                                          </p:val>
                                        </p:tav>
                                      </p:tavLst>
                                    </p:anim>
                                    <p:anim calcmode="lin" valueType="num">
                                      <p:cBhvr>
                                        <p:cTn id="25" dur="500" fill="hold"/>
                                        <p:tgtEl>
                                          <p:spTgt spid="72"/>
                                        </p:tgtEl>
                                        <p:attrNameLst>
                                          <p:attrName>ppt_h</p:attrName>
                                        </p:attrNameLst>
                                      </p:cBhvr>
                                      <p:tavLst>
                                        <p:tav tm="0">
                                          <p:val>
                                            <p:fltVal val="0"/>
                                          </p:val>
                                        </p:tav>
                                        <p:tav tm="100000">
                                          <p:val>
                                            <p:strVal val="#ppt_h"/>
                                          </p:val>
                                        </p:tav>
                                      </p:tavLst>
                                    </p:anim>
                                    <p:anim calcmode="lin" valueType="num">
                                      <p:cBhvr>
                                        <p:cTn id="26" dur="500" fill="hold"/>
                                        <p:tgtEl>
                                          <p:spTgt spid="72"/>
                                        </p:tgtEl>
                                        <p:attrNameLst>
                                          <p:attrName>style.rotation</p:attrName>
                                        </p:attrNameLst>
                                      </p:cBhvr>
                                      <p:tavLst>
                                        <p:tav tm="0">
                                          <p:val>
                                            <p:fltVal val="360"/>
                                          </p:val>
                                        </p:tav>
                                        <p:tav tm="100000">
                                          <p:val>
                                            <p:fltVal val="0"/>
                                          </p:val>
                                        </p:tav>
                                      </p:tavLst>
                                    </p:anim>
                                    <p:animEffect transition="in" filter="fade">
                                      <p:cBhvr>
                                        <p:cTn id="27" dur="500"/>
                                        <p:tgtEl>
                                          <p:spTgt spid="72"/>
                                        </p:tgtEl>
                                      </p:cBhvr>
                                    </p:animEffect>
                                  </p:childTnLst>
                                </p:cTn>
                              </p:par>
                            </p:childTnLst>
                          </p:cTn>
                        </p:par>
                        <p:par>
                          <p:cTn id="28" fill="hold">
                            <p:stCondLst>
                              <p:cond delay="500"/>
                            </p:stCondLst>
                            <p:childTnLst>
                              <p:par>
                                <p:cTn id="29" presetID="1" presetClass="entr" presetSubtype="0" fill="hold" grpId="0" nodeType="afterEffect">
                                  <p:stCondLst>
                                    <p:cond delay="0"/>
                                  </p:stCondLst>
                                  <p:iterate type="lt">
                                    <p:tmAbs val="100"/>
                                  </p:iterate>
                                  <p:childTnLst>
                                    <p:set>
                                      <p:cBhvr>
                                        <p:cTn id="30" dur="1" fill="hold">
                                          <p:stCondLst>
                                            <p:cond delay="0"/>
                                          </p:stCondLst>
                                        </p:cTn>
                                        <p:tgtEl>
                                          <p:spTgt spid="73"/>
                                        </p:tgtEl>
                                        <p:attrNameLst>
                                          <p:attrName>style.visibility</p:attrName>
                                        </p:attrNameLst>
                                      </p:cBhvr>
                                      <p:to>
                                        <p:strVal val="visible"/>
                                      </p:to>
                                    </p:set>
                                  </p:childTnLst>
                                </p:cTn>
                              </p:par>
                            </p:childTnLst>
                          </p:cTn>
                        </p:par>
                      </p:childTnLst>
                    </p:cTn>
                  </p:par>
                  <p:par>
                    <p:cTn id="31" fill="hold">
                      <p:stCondLst>
                        <p:cond delay="indefinite"/>
                      </p:stCondLst>
                      <p:childTnLst>
                        <p:par>
                          <p:cTn id="32" fill="hold">
                            <p:stCondLst>
                              <p:cond delay="0"/>
                            </p:stCondLst>
                            <p:childTnLst>
                              <p:par>
                                <p:cTn id="33" presetID="49" presetClass="entr" presetSubtype="0" decel="100000" fill="hold" grpId="0" nodeType="clickEffect">
                                  <p:stCondLst>
                                    <p:cond delay="0"/>
                                  </p:stCondLst>
                                  <p:childTnLst>
                                    <p:set>
                                      <p:cBhvr>
                                        <p:cTn id="34" dur="1" fill="hold">
                                          <p:stCondLst>
                                            <p:cond delay="0"/>
                                          </p:stCondLst>
                                        </p:cTn>
                                        <p:tgtEl>
                                          <p:spTgt spid="74"/>
                                        </p:tgtEl>
                                        <p:attrNameLst>
                                          <p:attrName>style.visibility</p:attrName>
                                        </p:attrNameLst>
                                      </p:cBhvr>
                                      <p:to>
                                        <p:strVal val="visible"/>
                                      </p:to>
                                    </p:set>
                                    <p:anim calcmode="lin" valueType="num">
                                      <p:cBhvr>
                                        <p:cTn id="35" dur="500" fill="hold"/>
                                        <p:tgtEl>
                                          <p:spTgt spid="74"/>
                                        </p:tgtEl>
                                        <p:attrNameLst>
                                          <p:attrName>ppt_w</p:attrName>
                                        </p:attrNameLst>
                                      </p:cBhvr>
                                      <p:tavLst>
                                        <p:tav tm="0">
                                          <p:val>
                                            <p:fltVal val="0"/>
                                          </p:val>
                                        </p:tav>
                                        <p:tav tm="100000">
                                          <p:val>
                                            <p:strVal val="#ppt_w"/>
                                          </p:val>
                                        </p:tav>
                                      </p:tavLst>
                                    </p:anim>
                                    <p:anim calcmode="lin" valueType="num">
                                      <p:cBhvr>
                                        <p:cTn id="36" dur="500" fill="hold"/>
                                        <p:tgtEl>
                                          <p:spTgt spid="74"/>
                                        </p:tgtEl>
                                        <p:attrNameLst>
                                          <p:attrName>ppt_h</p:attrName>
                                        </p:attrNameLst>
                                      </p:cBhvr>
                                      <p:tavLst>
                                        <p:tav tm="0">
                                          <p:val>
                                            <p:fltVal val="0"/>
                                          </p:val>
                                        </p:tav>
                                        <p:tav tm="100000">
                                          <p:val>
                                            <p:strVal val="#ppt_h"/>
                                          </p:val>
                                        </p:tav>
                                      </p:tavLst>
                                    </p:anim>
                                    <p:anim calcmode="lin" valueType="num">
                                      <p:cBhvr>
                                        <p:cTn id="37" dur="500" fill="hold"/>
                                        <p:tgtEl>
                                          <p:spTgt spid="74"/>
                                        </p:tgtEl>
                                        <p:attrNameLst>
                                          <p:attrName>style.rotation</p:attrName>
                                        </p:attrNameLst>
                                      </p:cBhvr>
                                      <p:tavLst>
                                        <p:tav tm="0">
                                          <p:val>
                                            <p:fltVal val="360"/>
                                          </p:val>
                                        </p:tav>
                                        <p:tav tm="100000">
                                          <p:val>
                                            <p:fltVal val="0"/>
                                          </p:val>
                                        </p:tav>
                                      </p:tavLst>
                                    </p:anim>
                                    <p:animEffect transition="in" filter="fade">
                                      <p:cBhvr>
                                        <p:cTn id="38" dur="500"/>
                                        <p:tgtEl>
                                          <p:spTgt spid="74"/>
                                        </p:tgtEl>
                                      </p:cBhvr>
                                    </p:animEffect>
                                  </p:childTnLst>
                                </p:cTn>
                              </p:par>
                            </p:childTnLst>
                          </p:cTn>
                        </p:par>
                        <p:par>
                          <p:cTn id="39" fill="hold">
                            <p:stCondLst>
                              <p:cond delay="500"/>
                            </p:stCondLst>
                            <p:childTnLst>
                              <p:par>
                                <p:cTn id="40" presetID="1" presetClass="entr" presetSubtype="0" fill="hold" grpId="0" nodeType="afterEffect">
                                  <p:stCondLst>
                                    <p:cond delay="0"/>
                                  </p:stCondLst>
                                  <p:iterate type="lt">
                                    <p:tmAbs val="100"/>
                                  </p:iterate>
                                  <p:childTnLst>
                                    <p:set>
                                      <p:cBhvr>
                                        <p:cTn id="41" dur="1" fill="hold">
                                          <p:stCondLst>
                                            <p:cond delay="0"/>
                                          </p:stCondLst>
                                        </p:cTn>
                                        <p:tgtEl>
                                          <p:spTgt spid="75"/>
                                        </p:tgtEl>
                                        <p:attrNameLst>
                                          <p:attrName>style.visibility</p:attrName>
                                        </p:attrNameLst>
                                      </p:cBhvr>
                                      <p:to>
                                        <p:strVal val="visible"/>
                                      </p:to>
                                    </p:set>
                                  </p:childTnLst>
                                </p:cTn>
                              </p:par>
                            </p:childTnLst>
                          </p:cTn>
                        </p:par>
                      </p:childTnLst>
                    </p:cTn>
                  </p:par>
                  <p:par>
                    <p:cTn id="42" fill="hold">
                      <p:stCondLst>
                        <p:cond delay="indefinite"/>
                      </p:stCondLst>
                      <p:childTnLst>
                        <p:par>
                          <p:cTn id="43" fill="hold">
                            <p:stCondLst>
                              <p:cond delay="0"/>
                            </p:stCondLst>
                            <p:childTnLst>
                              <p:par>
                                <p:cTn id="44" presetID="49" presetClass="entr" presetSubtype="0" decel="100000" fill="hold" grpId="0" nodeType="clickEffect">
                                  <p:stCondLst>
                                    <p:cond delay="0"/>
                                  </p:stCondLst>
                                  <p:childTnLst>
                                    <p:set>
                                      <p:cBhvr>
                                        <p:cTn id="45" dur="1" fill="hold">
                                          <p:stCondLst>
                                            <p:cond delay="0"/>
                                          </p:stCondLst>
                                        </p:cTn>
                                        <p:tgtEl>
                                          <p:spTgt spid="76"/>
                                        </p:tgtEl>
                                        <p:attrNameLst>
                                          <p:attrName>style.visibility</p:attrName>
                                        </p:attrNameLst>
                                      </p:cBhvr>
                                      <p:to>
                                        <p:strVal val="visible"/>
                                      </p:to>
                                    </p:set>
                                    <p:anim calcmode="lin" valueType="num">
                                      <p:cBhvr>
                                        <p:cTn id="46" dur="500" fill="hold"/>
                                        <p:tgtEl>
                                          <p:spTgt spid="76"/>
                                        </p:tgtEl>
                                        <p:attrNameLst>
                                          <p:attrName>ppt_w</p:attrName>
                                        </p:attrNameLst>
                                      </p:cBhvr>
                                      <p:tavLst>
                                        <p:tav tm="0">
                                          <p:val>
                                            <p:fltVal val="0"/>
                                          </p:val>
                                        </p:tav>
                                        <p:tav tm="100000">
                                          <p:val>
                                            <p:strVal val="#ppt_w"/>
                                          </p:val>
                                        </p:tav>
                                      </p:tavLst>
                                    </p:anim>
                                    <p:anim calcmode="lin" valueType="num">
                                      <p:cBhvr>
                                        <p:cTn id="47" dur="500" fill="hold"/>
                                        <p:tgtEl>
                                          <p:spTgt spid="76"/>
                                        </p:tgtEl>
                                        <p:attrNameLst>
                                          <p:attrName>ppt_h</p:attrName>
                                        </p:attrNameLst>
                                      </p:cBhvr>
                                      <p:tavLst>
                                        <p:tav tm="0">
                                          <p:val>
                                            <p:fltVal val="0"/>
                                          </p:val>
                                        </p:tav>
                                        <p:tav tm="100000">
                                          <p:val>
                                            <p:strVal val="#ppt_h"/>
                                          </p:val>
                                        </p:tav>
                                      </p:tavLst>
                                    </p:anim>
                                    <p:anim calcmode="lin" valueType="num">
                                      <p:cBhvr>
                                        <p:cTn id="48" dur="500" fill="hold"/>
                                        <p:tgtEl>
                                          <p:spTgt spid="76"/>
                                        </p:tgtEl>
                                        <p:attrNameLst>
                                          <p:attrName>style.rotation</p:attrName>
                                        </p:attrNameLst>
                                      </p:cBhvr>
                                      <p:tavLst>
                                        <p:tav tm="0">
                                          <p:val>
                                            <p:fltVal val="360"/>
                                          </p:val>
                                        </p:tav>
                                        <p:tav tm="100000">
                                          <p:val>
                                            <p:fltVal val="0"/>
                                          </p:val>
                                        </p:tav>
                                      </p:tavLst>
                                    </p:anim>
                                    <p:animEffect transition="in" filter="fade">
                                      <p:cBhvr>
                                        <p:cTn id="49" dur="500"/>
                                        <p:tgtEl>
                                          <p:spTgt spid="76"/>
                                        </p:tgtEl>
                                      </p:cBhvr>
                                    </p:animEffect>
                                  </p:childTnLst>
                                </p:cTn>
                              </p:par>
                            </p:childTnLst>
                          </p:cTn>
                        </p:par>
                        <p:par>
                          <p:cTn id="50" fill="hold">
                            <p:stCondLst>
                              <p:cond delay="500"/>
                            </p:stCondLst>
                            <p:childTnLst>
                              <p:par>
                                <p:cTn id="51" presetID="1" presetClass="entr" presetSubtype="0" fill="hold" grpId="0" nodeType="afterEffect">
                                  <p:stCondLst>
                                    <p:cond delay="0"/>
                                  </p:stCondLst>
                                  <p:iterate type="lt">
                                    <p:tmAbs val="100"/>
                                  </p:iterate>
                                  <p:childTnLst>
                                    <p:set>
                                      <p:cBhvr>
                                        <p:cTn id="52" dur="1" fill="hold">
                                          <p:stCondLst>
                                            <p:cond delay="0"/>
                                          </p:stCondLst>
                                        </p:cTn>
                                        <p:tgtEl>
                                          <p:spTgt spid="78"/>
                                        </p:tgtEl>
                                        <p:attrNameLst>
                                          <p:attrName>style.visibility</p:attrName>
                                        </p:attrNameLst>
                                      </p:cBhvr>
                                      <p:to>
                                        <p:strVal val="visible"/>
                                      </p:to>
                                    </p:set>
                                  </p:childTnLst>
                                </p:cTn>
                              </p:par>
                            </p:childTnLst>
                          </p:cTn>
                        </p:par>
                      </p:childTnLst>
                    </p:cTn>
                  </p:par>
                  <p:par>
                    <p:cTn id="53" fill="hold">
                      <p:stCondLst>
                        <p:cond delay="indefinite"/>
                      </p:stCondLst>
                      <p:childTnLst>
                        <p:par>
                          <p:cTn id="54" fill="hold">
                            <p:stCondLst>
                              <p:cond delay="0"/>
                            </p:stCondLst>
                            <p:childTnLst>
                              <p:par>
                                <p:cTn id="55" presetID="49" presetClass="entr" presetSubtype="0" decel="100000" fill="hold" grpId="0" nodeType="clickEffect">
                                  <p:stCondLst>
                                    <p:cond delay="0"/>
                                  </p:stCondLst>
                                  <p:childTnLst>
                                    <p:set>
                                      <p:cBhvr>
                                        <p:cTn id="56" dur="1" fill="hold">
                                          <p:stCondLst>
                                            <p:cond delay="0"/>
                                          </p:stCondLst>
                                        </p:cTn>
                                        <p:tgtEl>
                                          <p:spTgt spid="79"/>
                                        </p:tgtEl>
                                        <p:attrNameLst>
                                          <p:attrName>style.visibility</p:attrName>
                                        </p:attrNameLst>
                                      </p:cBhvr>
                                      <p:to>
                                        <p:strVal val="visible"/>
                                      </p:to>
                                    </p:set>
                                    <p:anim calcmode="lin" valueType="num">
                                      <p:cBhvr>
                                        <p:cTn id="57" dur="500" fill="hold"/>
                                        <p:tgtEl>
                                          <p:spTgt spid="79"/>
                                        </p:tgtEl>
                                        <p:attrNameLst>
                                          <p:attrName>ppt_w</p:attrName>
                                        </p:attrNameLst>
                                      </p:cBhvr>
                                      <p:tavLst>
                                        <p:tav tm="0">
                                          <p:val>
                                            <p:fltVal val="0"/>
                                          </p:val>
                                        </p:tav>
                                        <p:tav tm="100000">
                                          <p:val>
                                            <p:strVal val="#ppt_w"/>
                                          </p:val>
                                        </p:tav>
                                      </p:tavLst>
                                    </p:anim>
                                    <p:anim calcmode="lin" valueType="num">
                                      <p:cBhvr>
                                        <p:cTn id="58" dur="500" fill="hold"/>
                                        <p:tgtEl>
                                          <p:spTgt spid="79"/>
                                        </p:tgtEl>
                                        <p:attrNameLst>
                                          <p:attrName>ppt_h</p:attrName>
                                        </p:attrNameLst>
                                      </p:cBhvr>
                                      <p:tavLst>
                                        <p:tav tm="0">
                                          <p:val>
                                            <p:fltVal val="0"/>
                                          </p:val>
                                        </p:tav>
                                        <p:tav tm="100000">
                                          <p:val>
                                            <p:strVal val="#ppt_h"/>
                                          </p:val>
                                        </p:tav>
                                      </p:tavLst>
                                    </p:anim>
                                    <p:anim calcmode="lin" valueType="num">
                                      <p:cBhvr>
                                        <p:cTn id="59" dur="500" fill="hold"/>
                                        <p:tgtEl>
                                          <p:spTgt spid="79"/>
                                        </p:tgtEl>
                                        <p:attrNameLst>
                                          <p:attrName>style.rotation</p:attrName>
                                        </p:attrNameLst>
                                      </p:cBhvr>
                                      <p:tavLst>
                                        <p:tav tm="0">
                                          <p:val>
                                            <p:fltVal val="360"/>
                                          </p:val>
                                        </p:tav>
                                        <p:tav tm="100000">
                                          <p:val>
                                            <p:fltVal val="0"/>
                                          </p:val>
                                        </p:tav>
                                      </p:tavLst>
                                    </p:anim>
                                    <p:animEffect transition="in" filter="fade">
                                      <p:cBhvr>
                                        <p:cTn id="60" dur="500"/>
                                        <p:tgtEl>
                                          <p:spTgt spid="79"/>
                                        </p:tgtEl>
                                      </p:cBhvr>
                                    </p:animEffect>
                                  </p:childTnLst>
                                </p:cTn>
                              </p:par>
                            </p:childTnLst>
                          </p:cTn>
                        </p:par>
                        <p:par>
                          <p:cTn id="61" fill="hold">
                            <p:stCondLst>
                              <p:cond delay="500"/>
                            </p:stCondLst>
                            <p:childTnLst>
                              <p:par>
                                <p:cTn id="62" presetID="1" presetClass="entr" presetSubtype="0" fill="hold" grpId="0" nodeType="afterEffect">
                                  <p:stCondLst>
                                    <p:cond delay="0"/>
                                  </p:stCondLst>
                                  <p:iterate type="lt">
                                    <p:tmAbs val="100"/>
                                  </p:iterate>
                                  <p:childTnLst>
                                    <p:set>
                                      <p:cBhvr>
                                        <p:cTn id="63" dur="1" fill="hold">
                                          <p:stCondLst>
                                            <p:cond delay="0"/>
                                          </p:stCondLst>
                                        </p:cTn>
                                        <p:tgtEl>
                                          <p:spTgt spid="80"/>
                                        </p:tgtEl>
                                        <p:attrNameLst>
                                          <p:attrName>style.visibility</p:attrName>
                                        </p:attrNameLst>
                                      </p:cBhvr>
                                      <p:to>
                                        <p:strVal val="visible"/>
                                      </p:to>
                                    </p:set>
                                  </p:childTnLst>
                                </p:cTn>
                              </p:par>
                            </p:childTnLst>
                          </p:cTn>
                        </p:par>
                      </p:childTnLst>
                    </p:cTn>
                  </p:par>
                  <p:par>
                    <p:cTn id="64" fill="hold">
                      <p:stCondLst>
                        <p:cond delay="indefinite"/>
                      </p:stCondLst>
                      <p:childTnLst>
                        <p:par>
                          <p:cTn id="65" fill="hold">
                            <p:stCondLst>
                              <p:cond delay="0"/>
                            </p:stCondLst>
                            <p:childTnLst>
                              <p:par>
                                <p:cTn id="66" presetID="49" presetClass="entr" presetSubtype="0" decel="100000" fill="hold" grpId="0" nodeType="clickEffect">
                                  <p:stCondLst>
                                    <p:cond delay="0"/>
                                  </p:stCondLst>
                                  <p:childTnLst>
                                    <p:set>
                                      <p:cBhvr>
                                        <p:cTn id="67" dur="1" fill="hold">
                                          <p:stCondLst>
                                            <p:cond delay="0"/>
                                          </p:stCondLst>
                                        </p:cTn>
                                        <p:tgtEl>
                                          <p:spTgt spid="81"/>
                                        </p:tgtEl>
                                        <p:attrNameLst>
                                          <p:attrName>style.visibility</p:attrName>
                                        </p:attrNameLst>
                                      </p:cBhvr>
                                      <p:to>
                                        <p:strVal val="visible"/>
                                      </p:to>
                                    </p:set>
                                    <p:anim calcmode="lin" valueType="num">
                                      <p:cBhvr>
                                        <p:cTn id="68" dur="500" fill="hold"/>
                                        <p:tgtEl>
                                          <p:spTgt spid="81"/>
                                        </p:tgtEl>
                                        <p:attrNameLst>
                                          <p:attrName>ppt_w</p:attrName>
                                        </p:attrNameLst>
                                      </p:cBhvr>
                                      <p:tavLst>
                                        <p:tav tm="0">
                                          <p:val>
                                            <p:fltVal val="0"/>
                                          </p:val>
                                        </p:tav>
                                        <p:tav tm="100000">
                                          <p:val>
                                            <p:strVal val="#ppt_w"/>
                                          </p:val>
                                        </p:tav>
                                      </p:tavLst>
                                    </p:anim>
                                    <p:anim calcmode="lin" valueType="num">
                                      <p:cBhvr>
                                        <p:cTn id="69" dur="500" fill="hold"/>
                                        <p:tgtEl>
                                          <p:spTgt spid="81"/>
                                        </p:tgtEl>
                                        <p:attrNameLst>
                                          <p:attrName>ppt_h</p:attrName>
                                        </p:attrNameLst>
                                      </p:cBhvr>
                                      <p:tavLst>
                                        <p:tav tm="0">
                                          <p:val>
                                            <p:fltVal val="0"/>
                                          </p:val>
                                        </p:tav>
                                        <p:tav tm="100000">
                                          <p:val>
                                            <p:strVal val="#ppt_h"/>
                                          </p:val>
                                        </p:tav>
                                      </p:tavLst>
                                    </p:anim>
                                    <p:anim calcmode="lin" valueType="num">
                                      <p:cBhvr>
                                        <p:cTn id="70" dur="500" fill="hold"/>
                                        <p:tgtEl>
                                          <p:spTgt spid="81"/>
                                        </p:tgtEl>
                                        <p:attrNameLst>
                                          <p:attrName>style.rotation</p:attrName>
                                        </p:attrNameLst>
                                      </p:cBhvr>
                                      <p:tavLst>
                                        <p:tav tm="0">
                                          <p:val>
                                            <p:fltVal val="360"/>
                                          </p:val>
                                        </p:tav>
                                        <p:tav tm="100000">
                                          <p:val>
                                            <p:fltVal val="0"/>
                                          </p:val>
                                        </p:tav>
                                      </p:tavLst>
                                    </p:anim>
                                    <p:animEffect transition="in" filter="fade">
                                      <p:cBhvr>
                                        <p:cTn id="71" dur="500"/>
                                        <p:tgtEl>
                                          <p:spTgt spid="81"/>
                                        </p:tgtEl>
                                      </p:cBhvr>
                                    </p:animEffect>
                                  </p:childTnLst>
                                </p:cTn>
                              </p:par>
                            </p:childTnLst>
                          </p:cTn>
                        </p:par>
                        <p:par>
                          <p:cTn id="72" fill="hold">
                            <p:stCondLst>
                              <p:cond delay="500"/>
                            </p:stCondLst>
                            <p:childTnLst>
                              <p:par>
                                <p:cTn id="73" presetID="1" presetClass="entr" presetSubtype="0" fill="hold" grpId="0" nodeType="afterEffect">
                                  <p:stCondLst>
                                    <p:cond delay="0"/>
                                  </p:stCondLst>
                                  <p:iterate type="lt">
                                    <p:tmAbs val="100"/>
                                  </p:iterate>
                                  <p:childTnLst>
                                    <p:set>
                                      <p:cBhvr>
                                        <p:cTn id="74" dur="1" fill="hold">
                                          <p:stCondLst>
                                            <p:cond delay="0"/>
                                          </p:stCondLst>
                                        </p:cTn>
                                        <p:tgtEl>
                                          <p:spTgt spid="82"/>
                                        </p:tgtEl>
                                        <p:attrNameLst>
                                          <p:attrName>style.visibility</p:attrName>
                                        </p:attrNameLst>
                                      </p:cBhvr>
                                      <p:to>
                                        <p:strVal val="visible"/>
                                      </p:to>
                                    </p:set>
                                  </p:childTnLst>
                                </p:cTn>
                              </p:par>
                            </p:childTnLst>
                          </p:cTn>
                        </p:par>
                      </p:childTnLst>
                    </p:cTn>
                  </p:par>
                  <p:par>
                    <p:cTn id="75" fill="hold">
                      <p:stCondLst>
                        <p:cond delay="indefinite"/>
                      </p:stCondLst>
                      <p:childTnLst>
                        <p:par>
                          <p:cTn id="76" fill="hold">
                            <p:stCondLst>
                              <p:cond delay="0"/>
                            </p:stCondLst>
                            <p:childTnLst>
                              <p:par>
                                <p:cTn id="77" presetID="49" presetClass="entr" presetSubtype="0" decel="100000" fill="hold" grpId="0" nodeType="clickEffect">
                                  <p:stCondLst>
                                    <p:cond delay="0"/>
                                  </p:stCondLst>
                                  <p:childTnLst>
                                    <p:set>
                                      <p:cBhvr>
                                        <p:cTn id="78" dur="1" fill="hold">
                                          <p:stCondLst>
                                            <p:cond delay="0"/>
                                          </p:stCondLst>
                                        </p:cTn>
                                        <p:tgtEl>
                                          <p:spTgt spid="83"/>
                                        </p:tgtEl>
                                        <p:attrNameLst>
                                          <p:attrName>style.visibility</p:attrName>
                                        </p:attrNameLst>
                                      </p:cBhvr>
                                      <p:to>
                                        <p:strVal val="visible"/>
                                      </p:to>
                                    </p:set>
                                    <p:anim calcmode="lin" valueType="num">
                                      <p:cBhvr>
                                        <p:cTn id="79" dur="500" fill="hold"/>
                                        <p:tgtEl>
                                          <p:spTgt spid="83"/>
                                        </p:tgtEl>
                                        <p:attrNameLst>
                                          <p:attrName>ppt_w</p:attrName>
                                        </p:attrNameLst>
                                      </p:cBhvr>
                                      <p:tavLst>
                                        <p:tav tm="0">
                                          <p:val>
                                            <p:fltVal val="0"/>
                                          </p:val>
                                        </p:tav>
                                        <p:tav tm="100000">
                                          <p:val>
                                            <p:strVal val="#ppt_w"/>
                                          </p:val>
                                        </p:tav>
                                      </p:tavLst>
                                    </p:anim>
                                    <p:anim calcmode="lin" valueType="num">
                                      <p:cBhvr>
                                        <p:cTn id="80" dur="500" fill="hold"/>
                                        <p:tgtEl>
                                          <p:spTgt spid="83"/>
                                        </p:tgtEl>
                                        <p:attrNameLst>
                                          <p:attrName>ppt_h</p:attrName>
                                        </p:attrNameLst>
                                      </p:cBhvr>
                                      <p:tavLst>
                                        <p:tav tm="0">
                                          <p:val>
                                            <p:fltVal val="0"/>
                                          </p:val>
                                        </p:tav>
                                        <p:tav tm="100000">
                                          <p:val>
                                            <p:strVal val="#ppt_h"/>
                                          </p:val>
                                        </p:tav>
                                      </p:tavLst>
                                    </p:anim>
                                    <p:anim calcmode="lin" valueType="num">
                                      <p:cBhvr>
                                        <p:cTn id="81" dur="500" fill="hold"/>
                                        <p:tgtEl>
                                          <p:spTgt spid="83"/>
                                        </p:tgtEl>
                                        <p:attrNameLst>
                                          <p:attrName>style.rotation</p:attrName>
                                        </p:attrNameLst>
                                      </p:cBhvr>
                                      <p:tavLst>
                                        <p:tav tm="0">
                                          <p:val>
                                            <p:fltVal val="360"/>
                                          </p:val>
                                        </p:tav>
                                        <p:tav tm="100000">
                                          <p:val>
                                            <p:fltVal val="0"/>
                                          </p:val>
                                        </p:tav>
                                      </p:tavLst>
                                    </p:anim>
                                    <p:animEffect transition="in" filter="fade">
                                      <p:cBhvr>
                                        <p:cTn id="82" dur="500"/>
                                        <p:tgtEl>
                                          <p:spTgt spid="83"/>
                                        </p:tgtEl>
                                      </p:cBhvr>
                                    </p:animEffect>
                                  </p:childTnLst>
                                </p:cTn>
                              </p:par>
                            </p:childTnLst>
                          </p:cTn>
                        </p:par>
                        <p:par>
                          <p:cTn id="83" fill="hold">
                            <p:stCondLst>
                              <p:cond delay="500"/>
                            </p:stCondLst>
                            <p:childTnLst>
                              <p:par>
                                <p:cTn id="84" presetID="1" presetClass="entr" presetSubtype="0" fill="hold" grpId="0" nodeType="afterEffect">
                                  <p:stCondLst>
                                    <p:cond delay="0"/>
                                  </p:stCondLst>
                                  <p:iterate type="lt">
                                    <p:tmAbs val="100"/>
                                  </p:iterate>
                                  <p:childTnLst>
                                    <p:set>
                                      <p:cBhvr>
                                        <p:cTn id="85" dur="1" fill="hold">
                                          <p:stCondLst>
                                            <p:cond delay="0"/>
                                          </p:stCondLst>
                                        </p:cTn>
                                        <p:tgtEl>
                                          <p:spTgt spid="84"/>
                                        </p:tgtEl>
                                        <p:attrNameLst>
                                          <p:attrName>style.visibility</p:attrName>
                                        </p:attrNameLst>
                                      </p:cBhvr>
                                      <p:to>
                                        <p:strVal val="visible"/>
                                      </p:to>
                                    </p:set>
                                  </p:childTnLst>
                                </p:cTn>
                              </p:par>
                            </p:childTnLst>
                          </p:cTn>
                        </p:par>
                      </p:childTnLst>
                    </p:cTn>
                  </p:par>
                  <p:par>
                    <p:cTn id="86" fill="hold">
                      <p:stCondLst>
                        <p:cond delay="indefinite"/>
                      </p:stCondLst>
                      <p:childTnLst>
                        <p:par>
                          <p:cTn id="87" fill="hold">
                            <p:stCondLst>
                              <p:cond delay="0"/>
                            </p:stCondLst>
                            <p:childTnLst>
                              <p:par>
                                <p:cTn id="88" presetID="49" presetClass="entr" presetSubtype="0" decel="100000" fill="hold" grpId="0" nodeType="clickEffect">
                                  <p:stCondLst>
                                    <p:cond delay="0"/>
                                  </p:stCondLst>
                                  <p:childTnLst>
                                    <p:set>
                                      <p:cBhvr>
                                        <p:cTn id="89" dur="1" fill="hold">
                                          <p:stCondLst>
                                            <p:cond delay="0"/>
                                          </p:stCondLst>
                                        </p:cTn>
                                        <p:tgtEl>
                                          <p:spTgt spid="85"/>
                                        </p:tgtEl>
                                        <p:attrNameLst>
                                          <p:attrName>style.visibility</p:attrName>
                                        </p:attrNameLst>
                                      </p:cBhvr>
                                      <p:to>
                                        <p:strVal val="visible"/>
                                      </p:to>
                                    </p:set>
                                    <p:anim calcmode="lin" valueType="num">
                                      <p:cBhvr>
                                        <p:cTn id="90" dur="500" fill="hold"/>
                                        <p:tgtEl>
                                          <p:spTgt spid="85"/>
                                        </p:tgtEl>
                                        <p:attrNameLst>
                                          <p:attrName>ppt_w</p:attrName>
                                        </p:attrNameLst>
                                      </p:cBhvr>
                                      <p:tavLst>
                                        <p:tav tm="0">
                                          <p:val>
                                            <p:fltVal val="0"/>
                                          </p:val>
                                        </p:tav>
                                        <p:tav tm="100000">
                                          <p:val>
                                            <p:strVal val="#ppt_w"/>
                                          </p:val>
                                        </p:tav>
                                      </p:tavLst>
                                    </p:anim>
                                    <p:anim calcmode="lin" valueType="num">
                                      <p:cBhvr>
                                        <p:cTn id="91" dur="500" fill="hold"/>
                                        <p:tgtEl>
                                          <p:spTgt spid="85"/>
                                        </p:tgtEl>
                                        <p:attrNameLst>
                                          <p:attrName>ppt_h</p:attrName>
                                        </p:attrNameLst>
                                      </p:cBhvr>
                                      <p:tavLst>
                                        <p:tav tm="0">
                                          <p:val>
                                            <p:fltVal val="0"/>
                                          </p:val>
                                        </p:tav>
                                        <p:tav tm="100000">
                                          <p:val>
                                            <p:strVal val="#ppt_h"/>
                                          </p:val>
                                        </p:tav>
                                      </p:tavLst>
                                    </p:anim>
                                    <p:anim calcmode="lin" valueType="num">
                                      <p:cBhvr>
                                        <p:cTn id="92" dur="500" fill="hold"/>
                                        <p:tgtEl>
                                          <p:spTgt spid="85"/>
                                        </p:tgtEl>
                                        <p:attrNameLst>
                                          <p:attrName>style.rotation</p:attrName>
                                        </p:attrNameLst>
                                      </p:cBhvr>
                                      <p:tavLst>
                                        <p:tav tm="0">
                                          <p:val>
                                            <p:fltVal val="360"/>
                                          </p:val>
                                        </p:tav>
                                        <p:tav tm="100000">
                                          <p:val>
                                            <p:fltVal val="0"/>
                                          </p:val>
                                        </p:tav>
                                      </p:tavLst>
                                    </p:anim>
                                    <p:animEffect transition="in" filter="fade">
                                      <p:cBhvr>
                                        <p:cTn id="93" dur="500"/>
                                        <p:tgtEl>
                                          <p:spTgt spid="85"/>
                                        </p:tgtEl>
                                      </p:cBhvr>
                                    </p:animEffect>
                                  </p:childTnLst>
                                </p:cTn>
                              </p:par>
                            </p:childTnLst>
                          </p:cTn>
                        </p:par>
                        <p:par>
                          <p:cTn id="94" fill="hold">
                            <p:stCondLst>
                              <p:cond delay="500"/>
                            </p:stCondLst>
                            <p:childTnLst>
                              <p:par>
                                <p:cTn id="95" presetID="1" presetClass="entr" presetSubtype="0" fill="hold" grpId="0" nodeType="afterEffect">
                                  <p:stCondLst>
                                    <p:cond delay="0"/>
                                  </p:stCondLst>
                                  <p:iterate type="lt">
                                    <p:tmAbs val="100"/>
                                  </p:iterate>
                                  <p:childTnLst>
                                    <p:set>
                                      <p:cBhvr>
                                        <p:cTn id="96" dur="1" fill="hold">
                                          <p:stCondLst>
                                            <p:cond delay="0"/>
                                          </p:stCondLst>
                                        </p:cTn>
                                        <p:tgtEl>
                                          <p:spTgt spid="86"/>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66" grpId="0" animBg="1"/>
      <p:bldP spid="67" grpId="0"/>
      <p:bldP spid="70" grpId="0"/>
      <p:bldP spid="72" grpId="0" animBg="1"/>
      <p:bldP spid="73" grpId="0"/>
      <p:bldP spid="74" grpId="0" animBg="1"/>
      <p:bldP spid="75" grpId="0"/>
      <p:bldP spid="76" grpId="0" animBg="1"/>
      <p:bldP spid="78" grpId="0"/>
      <p:bldP spid="79" grpId="0" animBg="1"/>
      <p:bldP spid="80" grpId="0"/>
      <p:bldP spid="81" grpId="0" animBg="1"/>
      <p:bldP spid="82" grpId="0"/>
      <p:bldP spid="83" grpId="0" animBg="1"/>
      <p:bldP spid="84" grpId="0"/>
      <p:bldP spid="85" grpId="0" animBg="1"/>
      <p:bldP spid="86" grpId="0"/>
    </p:bldLst>
  </p:timing>
</p:sld>
</file>

<file path=ppt/slides/slide12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4" name="组合 3">
            <a:extLst>
              <a:ext uri="{FF2B5EF4-FFF2-40B4-BE49-F238E27FC236}">
                <a16:creationId xmlns:a16="http://schemas.microsoft.com/office/drawing/2014/main" id="{9A1EA9F2-FCB6-48C3-935F-7AE7E3AD14AC}"/>
              </a:ext>
            </a:extLst>
          </p:cNvPr>
          <p:cNvGrpSpPr/>
          <p:nvPr/>
        </p:nvGrpSpPr>
        <p:grpSpPr>
          <a:xfrm>
            <a:off x="304800" y="749300"/>
            <a:ext cx="6192343" cy="400110"/>
            <a:chOff x="424117" y="898245"/>
            <a:chExt cx="6192343" cy="400110"/>
          </a:xfrm>
        </p:grpSpPr>
        <p:sp>
          <p:nvSpPr>
            <p:cNvPr id="2" name="平行四边形 1">
              <a:extLst>
                <a:ext uri="{FF2B5EF4-FFF2-40B4-BE49-F238E27FC236}">
                  <a16:creationId xmlns:a16="http://schemas.microsoft.com/office/drawing/2014/main" id="{1F5BAA3F-9845-4F89-A2DD-8222D3E4EDAC}"/>
                </a:ext>
              </a:extLst>
            </p:cNvPr>
            <p:cNvSpPr/>
            <p:nvPr/>
          </p:nvSpPr>
          <p:spPr>
            <a:xfrm>
              <a:off x="424117" y="898245"/>
              <a:ext cx="728012" cy="387090"/>
            </a:xfrm>
            <a:prstGeom prst="parallelogram">
              <a:avLst/>
            </a:prstGeom>
            <a:solidFill>
              <a:schemeClr val="accent3">
                <a:lumMod val="75000"/>
              </a:schemeClr>
            </a:solidFill>
            <a:ln>
              <a:solidFill>
                <a:schemeClr val="accent3">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CN" sz="2200" dirty="0">
                  <a:latin typeface="Impact" panose="020B0806030902050204" pitchFamily="34" charset="0"/>
                </a:rPr>
                <a:t>03</a:t>
              </a:r>
              <a:endParaRPr lang="zh-CN" altLang="en-US" sz="2200" dirty="0">
                <a:latin typeface="Impact" panose="020B0806030902050204" pitchFamily="34" charset="0"/>
              </a:endParaRPr>
            </a:p>
          </p:txBody>
        </p:sp>
        <p:sp>
          <p:nvSpPr>
            <p:cNvPr id="3" name="文本框 2">
              <a:extLst>
                <a:ext uri="{FF2B5EF4-FFF2-40B4-BE49-F238E27FC236}">
                  <a16:creationId xmlns:a16="http://schemas.microsoft.com/office/drawing/2014/main" id="{4D6BD736-A4D3-4F26-AFED-36E11F50F70B}"/>
                </a:ext>
              </a:extLst>
            </p:cNvPr>
            <p:cNvSpPr txBox="1"/>
            <p:nvPr/>
          </p:nvSpPr>
          <p:spPr>
            <a:xfrm>
              <a:off x="1263961" y="898245"/>
              <a:ext cx="5352499" cy="400110"/>
            </a:xfrm>
            <a:prstGeom prst="rect">
              <a:avLst/>
            </a:prstGeom>
            <a:noFill/>
          </p:spPr>
          <p:txBody>
            <a:bodyPr wrap="square" rtlCol="0">
              <a:spAutoFit/>
            </a:bodyPr>
            <a:lstStyle/>
            <a:p>
              <a:r>
                <a:rPr lang="zh-CN" altLang="en-US" sz="2000" b="1" dirty="0"/>
                <a:t>停止</a:t>
              </a:r>
              <a:r>
                <a:rPr lang="en-US" altLang="zh-CN" sz="2000" b="1" dirty="0"/>
                <a:t>-</a:t>
              </a:r>
              <a:r>
                <a:rPr lang="zh-CN" altLang="en-US" sz="2000" b="1" dirty="0"/>
                <a:t>等待协议的信道利用率</a:t>
              </a:r>
            </a:p>
          </p:txBody>
        </p:sp>
      </p:grpSp>
      <p:grpSp>
        <p:nvGrpSpPr>
          <p:cNvPr id="25" name="组合 24">
            <a:extLst>
              <a:ext uri="{FF2B5EF4-FFF2-40B4-BE49-F238E27FC236}">
                <a16:creationId xmlns:a16="http://schemas.microsoft.com/office/drawing/2014/main" id="{DD912B34-354C-4AAB-97EB-02DCB78B71BF}"/>
              </a:ext>
            </a:extLst>
          </p:cNvPr>
          <p:cNvGrpSpPr/>
          <p:nvPr/>
        </p:nvGrpSpPr>
        <p:grpSpPr>
          <a:xfrm>
            <a:off x="597912" y="1180941"/>
            <a:ext cx="11004825" cy="2766412"/>
            <a:chOff x="604839" y="1561138"/>
            <a:chExt cx="11004825" cy="2766412"/>
          </a:xfrm>
        </p:grpSpPr>
        <p:grpSp>
          <p:nvGrpSpPr>
            <p:cNvPr id="24" name="组合 23">
              <a:extLst>
                <a:ext uri="{FF2B5EF4-FFF2-40B4-BE49-F238E27FC236}">
                  <a16:creationId xmlns:a16="http://schemas.microsoft.com/office/drawing/2014/main" id="{57ABC4D3-154A-4D25-A8EB-1DA7E8692A82}"/>
                </a:ext>
              </a:extLst>
            </p:cNvPr>
            <p:cNvGrpSpPr/>
            <p:nvPr/>
          </p:nvGrpSpPr>
          <p:grpSpPr>
            <a:xfrm>
              <a:off x="1957400" y="1561138"/>
              <a:ext cx="9652264" cy="2578239"/>
              <a:chOff x="1652599" y="1561138"/>
              <a:chExt cx="9652264" cy="2578239"/>
            </a:xfrm>
          </p:grpSpPr>
          <p:grpSp>
            <p:nvGrpSpPr>
              <p:cNvPr id="19" name="组合 18">
                <a:extLst>
                  <a:ext uri="{FF2B5EF4-FFF2-40B4-BE49-F238E27FC236}">
                    <a16:creationId xmlns:a16="http://schemas.microsoft.com/office/drawing/2014/main" id="{AF38E2DB-35F1-4E51-A6C9-9CB1CBDA69B7}"/>
                  </a:ext>
                </a:extLst>
              </p:cNvPr>
              <p:cNvGrpSpPr/>
              <p:nvPr/>
            </p:nvGrpSpPr>
            <p:grpSpPr>
              <a:xfrm>
                <a:off x="1652599" y="1561138"/>
                <a:ext cx="9652264" cy="369332"/>
                <a:chOff x="1672936" y="1561138"/>
                <a:chExt cx="9652264" cy="369332"/>
              </a:xfrm>
            </p:grpSpPr>
            <p:cxnSp>
              <p:nvCxnSpPr>
                <p:cNvPr id="16" name="直接箭头连接符 15">
                  <a:extLst>
                    <a:ext uri="{FF2B5EF4-FFF2-40B4-BE49-F238E27FC236}">
                      <a16:creationId xmlns:a16="http://schemas.microsoft.com/office/drawing/2014/main" id="{E9DF88CF-0982-45FB-AD53-19CE573F1569}"/>
                    </a:ext>
                  </a:extLst>
                </p:cNvPr>
                <p:cNvCxnSpPr>
                  <a:cxnSpLocks/>
                </p:cNvCxnSpPr>
                <p:nvPr/>
              </p:nvCxnSpPr>
              <p:spPr>
                <a:xfrm>
                  <a:off x="1672936" y="1930470"/>
                  <a:ext cx="9611591" cy="0"/>
                </a:xfrm>
                <a:prstGeom prst="straightConnector1">
                  <a:avLst/>
                </a:prstGeom>
                <a:ln w="38100">
                  <a:solidFill>
                    <a:schemeClr val="tx1"/>
                  </a:solidFill>
                  <a:tailEnd type="triangle"/>
                </a:ln>
              </p:spPr>
              <p:style>
                <a:lnRef idx="1">
                  <a:schemeClr val="accent1"/>
                </a:lnRef>
                <a:fillRef idx="0">
                  <a:schemeClr val="accent1"/>
                </a:fillRef>
                <a:effectRef idx="0">
                  <a:schemeClr val="accent1"/>
                </a:effectRef>
                <a:fontRef idx="minor">
                  <a:schemeClr val="tx1"/>
                </a:fontRef>
              </p:style>
            </p:cxnSp>
            <p:sp>
              <p:nvSpPr>
                <p:cNvPr id="18" name="文本框 17">
                  <a:extLst>
                    <a:ext uri="{FF2B5EF4-FFF2-40B4-BE49-F238E27FC236}">
                      <a16:creationId xmlns:a16="http://schemas.microsoft.com/office/drawing/2014/main" id="{142AEEBE-B752-48CE-B99D-5ACBAB444682}"/>
                    </a:ext>
                  </a:extLst>
                </p:cNvPr>
                <p:cNvSpPr txBox="1"/>
                <p:nvPr/>
              </p:nvSpPr>
              <p:spPr>
                <a:xfrm>
                  <a:off x="10662347" y="1561138"/>
                  <a:ext cx="662853" cy="369332"/>
                </a:xfrm>
                <a:prstGeom prst="rect">
                  <a:avLst/>
                </a:prstGeom>
                <a:noFill/>
              </p:spPr>
              <p:txBody>
                <a:bodyPr wrap="square" rtlCol="0">
                  <a:spAutoFit/>
                </a:bodyPr>
                <a:lstStyle/>
                <a:p>
                  <a:pPr algn="ctr"/>
                  <a:r>
                    <a:rPr lang="zh-CN" altLang="en-US" b="1" dirty="0">
                      <a:latin typeface="+mn-ea"/>
                    </a:rPr>
                    <a:t>时间</a:t>
                  </a:r>
                </a:p>
              </p:txBody>
            </p:sp>
          </p:grpSp>
          <p:grpSp>
            <p:nvGrpSpPr>
              <p:cNvPr id="20" name="组合 19">
                <a:extLst>
                  <a:ext uri="{FF2B5EF4-FFF2-40B4-BE49-F238E27FC236}">
                    <a16:creationId xmlns:a16="http://schemas.microsoft.com/office/drawing/2014/main" id="{71DB3945-5960-4D8D-8D5B-67CE7F74720B}"/>
                  </a:ext>
                </a:extLst>
              </p:cNvPr>
              <p:cNvGrpSpPr/>
              <p:nvPr/>
            </p:nvGrpSpPr>
            <p:grpSpPr>
              <a:xfrm>
                <a:off x="1652599" y="3770045"/>
                <a:ext cx="9652264" cy="369332"/>
                <a:chOff x="1672936" y="1561138"/>
                <a:chExt cx="9652264" cy="369332"/>
              </a:xfrm>
            </p:grpSpPr>
            <p:cxnSp>
              <p:nvCxnSpPr>
                <p:cNvPr id="21" name="直接箭头连接符 20">
                  <a:extLst>
                    <a:ext uri="{FF2B5EF4-FFF2-40B4-BE49-F238E27FC236}">
                      <a16:creationId xmlns:a16="http://schemas.microsoft.com/office/drawing/2014/main" id="{43B09193-1862-4488-BAC0-B5184A178993}"/>
                    </a:ext>
                  </a:extLst>
                </p:cNvPr>
                <p:cNvCxnSpPr>
                  <a:cxnSpLocks/>
                </p:cNvCxnSpPr>
                <p:nvPr/>
              </p:nvCxnSpPr>
              <p:spPr>
                <a:xfrm>
                  <a:off x="1672936" y="1930470"/>
                  <a:ext cx="9611591" cy="0"/>
                </a:xfrm>
                <a:prstGeom prst="straightConnector1">
                  <a:avLst/>
                </a:prstGeom>
                <a:ln w="38100">
                  <a:solidFill>
                    <a:schemeClr val="tx1"/>
                  </a:solidFill>
                  <a:tailEnd type="triangle"/>
                </a:ln>
              </p:spPr>
              <p:style>
                <a:lnRef idx="1">
                  <a:schemeClr val="accent1"/>
                </a:lnRef>
                <a:fillRef idx="0">
                  <a:schemeClr val="accent1"/>
                </a:fillRef>
                <a:effectRef idx="0">
                  <a:schemeClr val="accent1"/>
                </a:effectRef>
                <a:fontRef idx="minor">
                  <a:schemeClr val="tx1"/>
                </a:fontRef>
              </p:style>
            </p:cxnSp>
            <p:sp>
              <p:nvSpPr>
                <p:cNvPr id="22" name="文本框 21">
                  <a:extLst>
                    <a:ext uri="{FF2B5EF4-FFF2-40B4-BE49-F238E27FC236}">
                      <a16:creationId xmlns:a16="http://schemas.microsoft.com/office/drawing/2014/main" id="{56C2EE48-375C-448B-A1F3-BA82E3ABD3A4}"/>
                    </a:ext>
                  </a:extLst>
                </p:cNvPr>
                <p:cNvSpPr txBox="1"/>
                <p:nvPr/>
              </p:nvSpPr>
              <p:spPr>
                <a:xfrm>
                  <a:off x="10662347" y="1561138"/>
                  <a:ext cx="662853" cy="369332"/>
                </a:xfrm>
                <a:prstGeom prst="rect">
                  <a:avLst/>
                </a:prstGeom>
                <a:noFill/>
              </p:spPr>
              <p:txBody>
                <a:bodyPr wrap="square" rtlCol="0">
                  <a:spAutoFit/>
                </a:bodyPr>
                <a:lstStyle/>
                <a:p>
                  <a:pPr algn="ctr"/>
                  <a:r>
                    <a:rPr lang="zh-CN" altLang="en-US" b="1" dirty="0">
                      <a:latin typeface="+mn-ea"/>
                    </a:rPr>
                    <a:t>时间</a:t>
                  </a:r>
                </a:p>
              </p:txBody>
            </p:sp>
          </p:grpSp>
        </p:grpSp>
        <p:cxnSp>
          <p:nvCxnSpPr>
            <p:cNvPr id="14" name="直接连接符 13">
              <a:extLst>
                <a:ext uri="{FF2B5EF4-FFF2-40B4-BE49-F238E27FC236}">
                  <a16:creationId xmlns:a16="http://schemas.microsoft.com/office/drawing/2014/main" id="{F79173E0-5083-4A8B-A9CE-F401D189721C}"/>
                </a:ext>
              </a:extLst>
            </p:cNvPr>
            <p:cNvCxnSpPr/>
            <p:nvPr/>
          </p:nvCxnSpPr>
          <p:spPr>
            <a:xfrm>
              <a:off x="1753913" y="2104342"/>
              <a:ext cx="0" cy="1844991"/>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sp>
          <p:nvSpPr>
            <p:cNvPr id="6" name="文本框 5">
              <a:extLst>
                <a:ext uri="{FF2B5EF4-FFF2-40B4-BE49-F238E27FC236}">
                  <a16:creationId xmlns:a16="http://schemas.microsoft.com/office/drawing/2014/main" id="{0C0F5B12-9EDF-4FA4-B995-326886F24F5E}"/>
                </a:ext>
              </a:extLst>
            </p:cNvPr>
            <p:cNvSpPr txBox="1"/>
            <p:nvPr/>
          </p:nvSpPr>
          <p:spPr>
            <a:xfrm>
              <a:off x="604839" y="3764667"/>
              <a:ext cx="905164" cy="369332"/>
            </a:xfrm>
            <a:prstGeom prst="rect">
              <a:avLst/>
            </a:prstGeom>
            <a:noFill/>
          </p:spPr>
          <p:txBody>
            <a:bodyPr wrap="square" rtlCol="0">
              <a:spAutoFit/>
            </a:bodyPr>
            <a:lstStyle/>
            <a:p>
              <a:pPr algn="ctr"/>
              <a:r>
                <a:rPr lang="zh-CN" altLang="en-US" b="1" dirty="0">
                  <a:latin typeface="+mn-ea"/>
                </a:rPr>
                <a:t>发送方</a:t>
              </a:r>
            </a:p>
          </p:txBody>
        </p:sp>
        <p:sp>
          <p:nvSpPr>
            <p:cNvPr id="7" name="文本框 6">
              <a:extLst>
                <a:ext uri="{FF2B5EF4-FFF2-40B4-BE49-F238E27FC236}">
                  <a16:creationId xmlns:a16="http://schemas.microsoft.com/office/drawing/2014/main" id="{BE8E4BD0-C38E-470A-8E7E-5318F058EB5D}"/>
                </a:ext>
              </a:extLst>
            </p:cNvPr>
            <p:cNvSpPr txBox="1"/>
            <p:nvPr/>
          </p:nvSpPr>
          <p:spPr>
            <a:xfrm>
              <a:off x="604839" y="1735010"/>
              <a:ext cx="905164" cy="369332"/>
            </a:xfrm>
            <a:prstGeom prst="rect">
              <a:avLst/>
            </a:prstGeom>
            <a:noFill/>
          </p:spPr>
          <p:txBody>
            <a:bodyPr wrap="square" rtlCol="0">
              <a:spAutoFit/>
            </a:bodyPr>
            <a:lstStyle/>
            <a:p>
              <a:pPr algn="ctr"/>
              <a:r>
                <a:rPr lang="zh-CN" altLang="en-US" b="1" dirty="0">
                  <a:latin typeface="+mn-ea"/>
                </a:rPr>
                <a:t>接收方</a:t>
              </a:r>
            </a:p>
          </p:txBody>
        </p:sp>
        <p:pic>
          <p:nvPicPr>
            <p:cNvPr id="9" name="图形 8">
              <a:extLst>
                <a:ext uri="{FF2B5EF4-FFF2-40B4-BE49-F238E27FC236}">
                  <a16:creationId xmlns:a16="http://schemas.microsoft.com/office/drawing/2014/main" id="{FE187D1E-B2E4-4877-A393-FD59573C1F94}"/>
                </a:ext>
              </a:extLst>
            </p:cNvPr>
            <p:cNvPicPr>
              <a:picLocks noChangeAspect="1"/>
            </p:cNvPicPr>
            <p:nvPr/>
          </p:nvPicPr>
          <p:blipFill>
            <a:blip r:embed="rId3">
              <a:extLst>
                <a:ext uri="{28A0092B-C50C-407E-A947-70E740481C1C}">
                  <a14:useLocalDpi xmlns:a14="http://schemas.microsoft.com/office/drawing/2010/main" val="0"/>
                </a:ext>
                <a:ext uri="{96DAC541-7B7A-43D3-8B79-37D633B846F1}">
                  <asvg:svgBlip xmlns:asvg="http://schemas.microsoft.com/office/drawing/2016/SVG/main" r:embed="rId4"/>
                </a:ext>
              </a:extLst>
            </a:blip>
            <a:stretch>
              <a:fillRect/>
            </a:stretch>
          </p:blipFill>
          <p:spPr>
            <a:xfrm>
              <a:off x="1337613" y="3686468"/>
              <a:ext cx="662814" cy="641082"/>
            </a:xfrm>
            <a:prstGeom prst="rect">
              <a:avLst/>
            </a:prstGeom>
          </p:spPr>
        </p:pic>
        <p:pic>
          <p:nvPicPr>
            <p:cNvPr id="10" name="图形 9">
              <a:extLst>
                <a:ext uri="{FF2B5EF4-FFF2-40B4-BE49-F238E27FC236}">
                  <a16:creationId xmlns:a16="http://schemas.microsoft.com/office/drawing/2014/main" id="{8C7DA216-0183-42C3-93E2-01009C6C6094}"/>
                </a:ext>
              </a:extLst>
            </p:cNvPr>
            <p:cNvPicPr>
              <a:picLocks noChangeAspect="1"/>
            </p:cNvPicPr>
            <p:nvPr/>
          </p:nvPicPr>
          <p:blipFill>
            <a:blip r:embed="rId5">
              <a:extLst>
                <a:ext uri="{28A0092B-C50C-407E-A947-70E740481C1C}">
                  <a14:useLocalDpi xmlns:a14="http://schemas.microsoft.com/office/drawing/2010/main" val="0"/>
                </a:ext>
                <a:ext uri="{96DAC541-7B7A-43D3-8B79-37D633B846F1}">
                  <asvg:svgBlip xmlns:asvg="http://schemas.microsoft.com/office/drawing/2016/SVG/main" r:embed="rId6"/>
                </a:ext>
              </a:extLst>
            </a:blip>
            <a:stretch>
              <a:fillRect/>
            </a:stretch>
          </p:blipFill>
          <p:spPr>
            <a:xfrm>
              <a:off x="1503027" y="1601182"/>
              <a:ext cx="501772" cy="658576"/>
            </a:xfrm>
            <a:prstGeom prst="rect">
              <a:avLst/>
            </a:prstGeom>
          </p:spPr>
        </p:pic>
      </p:grpSp>
      <p:grpSp>
        <p:nvGrpSpPr>
          <p:cNvPr id="52" name="组合 51">
            <a:extLst>
              <a:ext uri="{FF2B5EF4-FFF2-40B4-BE49-F238E27FC236}">
                <a16:creationId xmlns:a16="http://schemas.microsoft.com/office/drawing/2014/main" id="{A0E7EF6A-BCD3-4277-8EC3-8A67DCFDE0FC}"/>
              </a:ext>
            </a:extLst>
          </p:cNvPr>
          <p:cNvGrpSpPr/>
          <p:nvPr/>
        </p:nvGrpSpPr>
        <p:grpSpPr>
          <a:xfrm>
            <a:off x="1997871" y="1550273"/>
            <a:ext cx="2733455" cy="2203529"/>
            <a:chOff x="1997871" y="1826561"/>
            <a:chExt cx="2733455" cy="2203529"/>
          </a:xfrm>
        </p:grpSpPr>
        <p:grpSp>
          <p:nvGrpSpPr>
            <p:cNvPr id="39" name="组合 38">
              <a:extLst>
                <a:ext uri="{FF2B5EF4-FFF2-40B4-BE49-F238E27FC236}">
                  <a16:creationId xmlns:a16="http://schemas.microsoft.com/office/drawing/2014/main" id="{7001F8F5-21BB-46CF-A1F4-7BBFE2CB57BD}"/>
                </a:ext>
              </a:extLst>
            </p:cNvPr>
            <p:cNvGrpSpPr/>
            <p:nvPr/>
          </p:nvGrpSpPr>
          <p:grpSpPr>
            <a:xfrm>
              <a:off x="1997871" y="1826561"/>
              <a:ext cx="2733455" cy="2203529"/>
              <a:chOff x="1997871" y="1826561"/>
              <a:chExt cx="2733455" cy="2203529"/>
            </a:xfrm>
          </p:grpSpPr>
          <p:sp>
            <p:nvSpPr>
              <p:cNvPr id="28" name="平行四边形 27">
                <a:extLst>
                  <a:ext uri="{FF2B5EF4-FFF2-40B4-BE49-F238E27FC236}">
                    <a16:creationId xmlns:a16="http://schemas.microsoft.com/office/drawing/2014/main" id="{05A110F1-6007-4275-A776-FFAABE7FF2F6}"/>
                  </a:ext>
                </a:extLst>
              </p:cNvPr>
              <p:cNvSpPr/>
              <p:nvPr/>
            </p:nvSpPr>
            <p:spPr>
              <a:xfrm>
                <a:off x="1997871" y="1826561"/>
                <a:ext cx="2733455" cy="2203529"/>
              </a:xfrm>
              <a:prstGeom prst="parallelogram">
                <a:avLst>
                  <a:gd name="adj" fmla="val 35061"/>
                </a:avLst>
              </a:prstGeom>
              <a:solidFill>
                <a:schemeClr val="accent3"/>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p>
            </p:txBody>
          </p:sp>
          <p:sp>
            <p:nvSpPr>
              <p:cNvPr id="31" name="文本框 30">
                <a:extLst>
                  <a:ext uri="{FF2B5EF4-FFF2-40B4-BE49-F238E27FC236}">
                    <a16:creationId xmlns:a16="http://schemas.microsoft.com/office/drawing/2014/main" id="{0CEB99B3-CC3B-49AE-B9FD-B7D5F06AB205}"/>
                  </a:ext>
                </a:extLst>
              </p:cNvPr>
              <p:cNvSpPr txBox="1"/>
              <p:nvPr/>
            </p:nvSpPr>
            <p:spPr>
              <a:xfrm rot="17378523">
                <a:off x="2696425" y="2832299"/>
                <a:ext cx="1327871" cy="369332"/>
              </a:xfrm>
              <a:prstGeom prst="rect">
                <a:avLst/>
              </a:prstGeom>
              <a:noFill/>
            </p:spPr>
            <p:txBody>
              <a:bodyPr wrap="square" rtlCol="0">
                <a:spAutoFit/>
              </a:bodyPr>
              <a:lstStyle/>
              <a:p>
                <a:pPr algn="ctr"/>
                <a:r>
                  <a:rPr lang="en-US" altLang="zh-CN" b="1" dirty="0">
                    <a:solidFill>
                      <a:schemeClr val="bg1"/>
                    </a:solidFill>
                    <a:latin typeface="+mn-ea"/>
                  </a:rPr>
                  <a:t>DATA0</a:t>
                </a:r>
                <a:endParaRPr lang="zh-CN" altLang="en-US" b="1" dirty="0">
                  <a:solidFill>
                    <a:schemeClr val="bg1"/>
                  </a:solidFill>
                  <a:latin typeface="+mn-ea"/>
                </a:endParaRPr>
              </a:p>
            </p:txBody>
          </p:sp>
        </p:grpSp>
        <p:cxnSp>
          <p:nvCxnSpPr>
            <p:cNvPr id="44" name="直接箭头连接符 43">
              <a:extLst>
                <a:ext uri="{FF2B5EF4-FFF2-40B4-BE49-F238E27FC236}">
                  <a16:creationId xmlns:a16="http://schemas.microsoft.com/office/drawing/2014/main" id="{585D1B95-F009-429B-B6AA-E0983A8A56E9}"/>
                </a:ext>
              </a:extLst>
            </p:cNvPr>
            <p:cNvCxnSpPr>
              <a:cxnSpLocks/>
            </p:cNvCxnSpPr>
            <p:nvPr/>
          </p:nvCxnSpPr>
          <p:spPr>
            <a:xfrm flipV="1">
              <a:off x="3519683" y="2068889"/>
              <a:ext cx="198759" cy="513333"/>
            </a:xfrm>
            <a:prstGeom prst="straightConnector1">
              <a:avLst/>
            </a:prstGeom>
            <a:ln w="38100">
              <a:solidFill>
                <a:schemeClr val="bg1"/>
              </a:solidFill>
              <a:tailEnd type="triangle"/>
            </a:ln>
          </p:spPr>
          <p:style>
            <a:lnRef idx="1">
              <a:schemeClr val="accent1"/>
            </a:lnRef>
            <a:fillRef idx="0">
              <a:schemeClr val="accent1"/>
            </a:fillRef>
            <a:effectRef idx="0">
              <a:schemeClr val="accent1"/>
            </a:effectRef>
            <a:fontRef idx="minor">
              <a:schemeClr val="tx1"/>
            </a:fontRef>
          </p:style>
        </p:cxnSp>
      </p:grpSp>
      <p:grpSp>
        <p:nvGrpSpPr>
          <p:cNvPr id="51" name="组合 50">
            <a:extLst>
              <a:ext uri="{FF2B5EF4-FFF2-40B4-BE49-F238E27FC236}">
                <a16:creationId xmlns:a16="http://schemas.microsoft.com/office/drawing/2014/main" id="{8908D2A2-7D9E-4806-B093-2E15695AB7AE}"/>
              </a:ext>
            </a:extLst>
          </p:cNvPr>
          <p:cNvGrpSpPr/>
          <p:nvPr/>
        </p:nvGrpSpPr>
        <p:grpSpPr>
          <a:xfrm>
            <a:off x="4727221" y="1556819"/>
            <a:ext cx="1112470" cy="2203529"/>
            <a:chOff x="4727221" y="1833107"/>
            <a:chExt cx="1112470" cy="2203529"/>
          </a:xfrm>
        </p:grpSpPr>
        <p:grpSp>
          <p:nvGrpSpPr>
            <p:cNvPr id="40" name="组合 39">
              <a:extLst>
                <a:ext uri="{FF2B5EF4-FFF2-40B4-BE49-F238E27FC236}">
                  <a16:creationId xmlns:a16="http://schemas.microsoft.com/office/drawing/2014/main" id="{2515AD04-15CE-491C-BAAB-F7A74FDAE2AB}"/>
                </a:ext>
              </a:extLst>
            </p:cNvPr>
            <p:cNvGrpSpPr/>
            <p:nvPr/>
          </p:nvGrpSpPr>
          <p:grpSpPr>
            <a:xfrm>
              <a:off x="4727221" y="1833107"/>
              <a:ext cx="1112470" cy="2203529"/>
              <a:chOff x="4727221" y="1833107"/>
              <a:chExt cx="1112470" cy="2203529"/>
            </a:xfrm>
          </p:grpSpPr>
          <p:sp>
            <p:nvSpPr>
              <p:cNvPr id="30" name="平行四边形 29">
                <a:extLst>
                  <a:ext uri="{FF2B5EF4-FFF2-40B4-BE49-F238E27FC236}">
                    <a16:creationId xmlns:a16="http://schemas.microsoft.com/office/drawing/2014/main" id="{E9371B26-8712-416B-9343-6578ED390F48}"/>
                  </a:ext>
                </a:extLst>
              </p:cNvPr>
              <p:cNvSpPr/>
              <p:nvPr/>
            </p:nvSpPr>
            <p:spPr>
              <a:xfrm>
                <a:off x="4727221" y="1833107"/>
                <a:ext cx="1112470" cy="2203529"/>
              </a:xfrm>
              <a:prstGeom prst="parallelogram">
                <a:avLst>
                  <a:gd name="adj" fmla="val 64855"/>
                </a:avLst>
              </a:prstGeom>
              <a:solidFill>
                <a:schemeClr val="accent4"/>
              </a:solidFill>
              <a:ln>
                <a:solidFill>
                  <a:schemeClr val="tx1"/>
                </a:solidFill>
              </a:ln>
              <a:scene3d>
                <a:camera prst="orthographicFront">
                  <a:rot lat="0" lon="10800000" rev="0"/>
                </a:camera>
                <a:lightRig rig="threePt" dir="t"/>
              </a:scene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32" name="文本框 31">
                <a:extLst>
                  <a:ext uri="{FF2B5EF4-FFF2-40B4-BE49-F238E27FC236}">
                    <a16:creationId xmlns:a16="http://schemas.microsoft.com/office/drawing/2014/main" id="{AC856E42-8C15-4EDC-9C07-27EFFB1A4C32}"/>
                  </a:ext>
                </a:extLst>
              </p:cNvPr>
              <p:cNvSpPr txBox="1"/>
              <p:nvPr/>
            </p:nvSpPr>
            <p:spPr>
              <a:xfrm rot="4294133">
                <a:off x="4621573" y="2738261"/>
                <a:ext cx="1327871" cy="369332"/>
              </a:xfrm>
              <a:prstGeom prst="rect">
                <a:avLst/>
              </a:prstGeom>
              <a:noFill/>
            </p:spPr>
            <p:txBody>
              <a:bodyPr wrap="square" rtlCol="0">
                <a:spAutoFit/>
              </a:bodyPr>
              <a:lstStyle/>
              <a:p>
                <a:pPr algn="ctr"/>
                <a:r>
                  <a:rPr lang="en-US" altLang="zh-CN" b="1" dirty="0">
                    <a:solidFill>
                      <a:schemeClr val="bg1"/>
                    </a:solidFill>
                    <a:latin typeface="+mn-ea"/>
                  </a:rPr>
                  <a:t>ACK0</a:t>
                </a:r>
                <a:endParaRPr lang="zh-CN" altLang="en-US" b="1" dirty="0">
                  <a:solidFill>
                    <a:schemeClr val="bg1"/>
                  </a:solidFill>
                  <a:latin typeface="+mn-ea"/>
                </a:endParaRPr>
              </a:p>
            </p:txBody>
          </p:sp>
        </p:grpSp>
        <p:cxnSp>
          <p:nvCxnSpPr>
            <p:cNvPr id="46" name="直接箭头连接符 45">
              <a:extLst>
                <a:ext uri="{FF2B5EF4-FFF2-40B4-BE49-F238E27FC236}">
                  <a16:creationId xmlns:a16="http://schemas.microsoft.com/office/drawing/2014/main" id="{E3662D89-6A3B-400E-A388-3535006CDAEA}"/>
                </a:ext>
              </a:extLst>
            </p:cNvPr>
            <p:cNvCxnSpPr>
              <a:cxnSpLocks/>
            </p:cNvCxnSpPr>
            <p:nvPr/>
          </p:nvCxnSpPr>
          <p:spPr>
            <a:xfrm>
              <a:off x="5408006" y="3283251"/>
              <a:ext cx="176037" cy="478258"/>
            </a:xfrm>
            <a:prstGeom prst="straightConnector1">
              <a:avLst/>
            </a:prstGeom>
            <a:ln w="38100">
              <a:solidFill>
                <a:schemeClr val="bg1"/>
              </a:solidFill>
              <a:tailEnd type="triangle"/>
            </a:ln>
          </p:spPr>
          <p:style>
            <a:lnRef idx="1">
              <a:schemeClr val="accent1"/>
            </a:lnRef>
            <a:fillRef idx="0">
              <a:schemeClr val="accent1"/>
            </a:fillRef>
            <a:effectRef idx="0">
              <a:schemeClr val="accent1"/>
            </a:effectRef>
            <a:fontRef idx="minor">
              <a:schemeClr val="tx1"/>
            </a:fontRef>
          </p:style>
        </p:cxnSp>
      </p:grpSp>
      <p:grpSp>
        <p:nvGrpSpPr>
          <p:cNvPr id="53" name="组合 52">
            <a:extLst>
              <a:ext uri="{FF2B5EF4-FFF2-40B4-BE49-F238E27FC236}">
                <a16:creationId xmlns:a16="http://schemas.microsoft.com/office/drawing/2014/main" id="{AC08D653-ECB2-484F-951A-DDF13E8B287D}"/>
              </a:ext>
            </a:extLst>
          </p:cNvPr>
          <p:cNvGrpSpPr/>
          <p:nvPr/>
        </p:nvGrpSpPr>
        <p:grpSpPr>
          <a:xfrm>
            <a:off x="5840426" y="1542076"/>
            <a:ext cx="2733455" cy="2203529"/>
            <a:chOff x="1997871" y="1826561"/>
            <a:chExt cx="2733455" cy="2203529"/>
          </a:xfrm>
        </p:grpSpPr>
        <p:grpSp>
          <p:nvGrpSpPr>
            <p:cNvPr id="54" name="组合 53">
              <a:extLst>
                <a:ext uri="{FF2B5EF4-FFF2-40B4-BE49-F238E27FC236}">
                  <a16:creationId xmlns:a16="http://schemas.microsoft.com/office/drawing/2014/main" id="{3A59DC55-DC54-4FFF-A8C4-53954D89BC33}"/>
                </a:ext>
              </a:extLst>
            </p:cNvPr>
            <p:cNvGrpSpPr/>
            <p:nvPr/>
          </p:nvGrpSpPr>
          <p:grpSpPr>
            <a:xfrm>
              <a:off x="1997871" y="1826561"/>
              <a:ext cx="2733455" cy="2203529"/>
              <a:chOff x="1997871" y="1826561"/>
              <a:chExt cx="2733455" cy="2203529"/>
            </a:xfrm>
          </p:grpSpPr>
          <p:sp>
            <p:nvSpPr>
              <p:cNvPr id="56" name="平行四边形 55">
                <a:extLst>
                  <a:ext uri="{FF2B5EF4-FFF2-40B4-BE49-F238E27FC236}">
                    <a16:creationId xmlns:a16="http://schemas.microsoft.com/office/drawing/2014/main" id="{D3FEBCA2-8044-443B-B43C-8656F75DF31F}"/>
                  </a:ext>
                </a:extLst>
              </p:cNvPr>
              <p:cNvSpPr/>
              <p:nvPr/>
            </p:nvSpPr>
            <p:spPr>
              <a:xfrm>
                <a:off x="1997871" y="1826561"/>
                <a:ext cx="2733455" cy="2203529"/>
              </a:xfrm>
              <a:prstGeom prst="parallelogram">
                <a:avLst>
                  <a:gd name="adj" fmla="val 35061"/>
                </a:avLst>
              </a:prstGeom>
              <a:solidFill>
                <a:schemeClr val="accent3"/>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p>
            </p:txBody>
          </p:sp>
          <p:sp>
            <p:nvSpPr>
              <p:cNvPr id="57" name="文本框 56">
                <a:extLst>
                  <a:ext uri="{FF2B5EF4-FFF2-40B4-BE49-F238E27FC236}">
                    <a16:creationId xmlns:a16="http://schemas.microsoft.com/office/drawing/2014/main" id="{F0A3EF60-F484-49B7-8859-B9B9C2139250}"/>
                  </a:ext>
                </a:extLst>
              </p:cNvPr>
              <p:cNvSpPr txBox="1"/>
              <p:nvPr/>
            </p:nvSpPr>
            <p:spPr>
              <a:xfrm rot="17378523">
                <a:off x="2696425" y="2832299"/>
                <a:ext cx="1327871" cy="369332"/>
              </a:xfrm>
              <a:prstGeom prst="rect">
                <a:avLst/>
              </a:prstGeom>
              <a:noFill/>
            </p:spPr>
            <p:txBody>
              <a:bodyPr wrap="square" rtlCol="0">
                <a:spAutoFit/>
              </a:bodyPr>
              <a:lstStyle/>
              <a:p>
                <a:pPr algn="ctr"/>
                <a:r>
                  <a:rPr lang="en-US" altLang="zh-CN" b="1" dirty="0">
                    <a:solidFill>
                      <a:schemeClr val="bg1"/>
                    </a:solidFill>
                    <a:latin typeface="+mn-ea"/>
                  </a:rPr>
                  <a:t>DATA1</a:t>
                </a:r>
                <a:endParaRPr lang="zh-CN" altLang="en-US" b="1" dirty="0">
                  <a:solidFill>
                    <a:schemeClr val="bg1"/>
                  </a:solidFill>
                  <a:latin typeface="+mn-ea"/>
                </a:endParaRPr>
              </a:p>
            </p:txBody>
          </p:sp>
        </p:grpSp>
        <p:cxnSp>
          <p:nvCxnSpPr>
            <p:cNvPr id="55" name="直接箭头连接符 54">
              <a:extLst>
                <a:ext uri="{FF2B5EF4-FFF2-40B4-BE49-F238E27FC236}">
                  <a16:creationId xmlns:a16="http://schemas.microsoft.com/office/drawing/2014/main" id="{3C2849F8-90BD-493D-9C2A-23EF8F3C94E5}"/>
                </a:ext>
              </a:extLst>
            </p:cNvPr>
            <p:cNvCxnSpPr>
              <a:cxnSpLocks/>
            </p:cNvCxnSpPr>
            <p:nvPr/>
          </p:nvCxnSpPr>
          <p:spPr>
            <a:xfrm flipV="1">
              <a:off x="3519683" y="2068889"/>
              <a:ext cx="198759" cy="513333"/>
            </a:xfrm>
            <a:prstGeom prst="straightConnector1">
              <a:avLst/>
            </a:prstGeom>
            <a:ln w="38100">
              <a:solidFill>
                <a:schemeClr val="bg1"/>
              </a:solidFill>
              <a:tailEnd type="triangle"/>
            </a:ln>
          </p:spPr>
          <p:style>
            <a:lnRef idx="1">
              <a:schemeClr val="accent1"/>
            </a:lnRef>
            <a:fillRef idx="0">
              <a:schemeClr val="accent1"/>
            </a:fillRef>
            <a:effectRef idx="0">
              <a:schemeClr val="accent1"/>
            </a:effectRef>
            <a:fontRef idx="minor">
              <a:schemeClr val="tx1"/>
            </a:fontRef>
          </p:style>
        </p:cxnSp>
      </p:grpSp>
      <p:grpSp>
        <p:nvGrpSpPr>
          <p:cNvPr id="58" name="组合 57">
            <a:extLst>
              <a:ext uri="{FF2B5EF4-FFF2-40B4-BE49-F238E27FC236}">
                <a16:creationId xmlns:a16="http://schemas.microsoft.com/office/drawing/2014/main" id="{4C72001A-176E-49E1-BD90-D5DE768E56B3}"/>
              </a:ext>
            </a:extLst>
          </p:cNvPr>
          <p:cNvGrpSpPr/>
          <p:nvPr/>
        </p:nvGrpSpPr>
        <p:grpSpPr>
          <a:xfrm>
            <a:off x="8569776" y="1548622"/>
            <a:ext cx="1112470" cy="2203529"/>
            <a:chOff x="4727221" y="1833107"/>
            <a:chExt cx="1112470" cy="2203529"/>
          </a:xfrm>
        </p:grpSpPr>
        <p:grpSp>
          <p:nvGrpSpPr>
            <p:cNvPr id="59" name="组合 58">
              <a:extLst>
                <a:ext uri="{FF2B5EF4-FFF2-40B4-BE49-F238E27FC236}">
                  <a16:creationId xmlns:a16="http://schemas.microsoft.com/office/drawing/2014/main" id="{BC675DBE-1DE8-44BA-96C0-3533CE8F22DA}"/>
                </a:ext>
              </a:extLst>
            </p:cNvPr>
            <p:cNvGrpSpPr/>
            <p:nvPr/>
          </p:nvGrpSpPr>
          <p:grpSpPr>
            <a:xfrm>
              <a:off x="4727221" y="1833107"/>
              <a:ext cx="1112470" cy="2203529"/>
              <a:chOff x="4727221" y="1833107"/>
              <a:chExt cx="1112470" cy="2203529"/>
            </a:xfrm>
          </p:grpSpPr>
          <p:sp>
            <p:nvSpPr>
              <p:cNvPr id="61" name="平行四边形 60">
                <a:extLst>
                  <a:ext uri="{FF2B5EF4-FFF2-40B4-BE49-F238E27FC236}">
                    <a16:creationId xmlns:a16="http://schemas.microsoft.com/office/drawing/2014/main" id="{167A9D3E-0676-47E4-94F0-58BC60827103}"/>
                  </a:ext>
                </a:extLst>
              </p:cNvPr>
              <p:cNvSpPr/>
              <p:nvPr/>
            </p:nvSpPr>
            <p:spPr>
              <a:xfrm>
                <a:off x="4727221" y="1833107"/>
                <a:ext cx="1112470" cy="2203529"/>
              </a:xfrm>
              <a:prstGeom prst="parallelogram">
                <a:avLst>
                  <a:gd name="adj" fmla="val 64855"/>
                </a:avLst>
              </a:prstGeom>
              <a:solidFill>
                <a:schemeClr val="accent4"/>
              </a:solidFill>
              <a:ln>
                <a:solidFill>
                  <a:schemeClr val="tx1"/>
                </a:solidFill>
              </a:ln>
              <a:scene3d>
                <a:camera prst="orthographicFront">
                  <a:rot lat="0" lon="10800000" rev="0"/>
                </a:camera>
                <a:lightRig rig="threePt" dir="t"/>
              </a:scene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62" name="文本框 61">
                <a:extLst>
                  <a:ext uri="{FF2B5EF4-FFF2-40B4-BE49-F238E27FC236}">
                    <a16:creationId xmlns:a16="http://schemas.microsoft.com/office/drawing/2014/main" id="{0054DF1A-8D82-4D30-8092-58E398D9B649}"/>
                  </a:ext>
                </a:extLst>
              </p:cNvPr>
              <p:cNvSpPr txBox="1"/>
              <p:nvPr/>
            </p:nvSpPr>
            <p:spPr>
              <a:xfrm rot="4294133">
                <a:off x="4621573" y="2738261"/>
                <a:ext cx="1327871" cy="369332"/>
              </a:xfrm>
              <a:prstGeom prst="rect">
                <a:avLst/>
              </a:prstGeom>
              <a:noFill/>
            </p:spPr>
            <p:txBody>
              <a:bodyPr wrap="square" rtlCol="0">
                <a:spAutoFit/>
              </a:bodyPr>
              <a:lstStyle/>
              <a:p>
                <a:pPr algn="ctr"/>
                <a:r>
                  <a:rPr lang="en-US" altLang="zh-CN" b="1" dirty="0">
                    <a:solidFill>
                      <a:schemeClr val="bg1"/>
                    </a:solidFill>
                    <a:latin typeface="+mn-ea"/>
                  </a:rPr>
                  <a:t>ACK1</a:t>
                </a:r>
                <a:endParaRPr lang="zh-CN" altLang="en-US" b="1" dirty="0">
                  <a:solidFill>
                    <a:schemeClr val="bg1"/>
                  </a:solidFill>
                  <a:latin typeface="+mn-ea"/>
                </a:endParaRPr>
              </a:p>
            </p:txBody>
          </p:sp>
        </p:grpSp>
        <p:cxnSp>
          <p:nvCxnSpPr>
            <p:cNvPr id="60" name="直接箭头连接符 59">
              <a:extLst>
                <a:ext uri="{FF2B5EF4-FFF2-40B4-BE49-F238E27FC236}">
                  <a16:creationId xmlns:a16="http://schemas.microsoft.com/office/drawing/2014/main" id="{43D4226A-3BBB-453F-B843-024E0DD29C75}"/>
                </a:ext>
              </a:extLst>
            </p:cNvPr>
            <p:cNvCxnSpPr>
              <a:cxnSpLocks/>
            </p:cNvCxnSpPr>
            <p:nvPr/>
          </p:nvCxnSpPr>
          <p:spPr>
            <a:xfrm>
              <a:off x="5408006" y="3283251"/>
              <a:ext cx="176037" cy="478258"/>
            </a:xfrm>
            <a:prstGeom prst="straightConnector1">
              <a:avLst/>
            </a:prstGeom>
            <a:ln w="38100">
              <a:solidFill>
                <a:schemeClr val="bg1"/>
              </a:solidFill>
              <a:tailEnd type="triangle"/>
            </a:ln>
          </p:spPr>
          <p:style>
            <a:lnRef idx="1">
              <a:schemeClr val="accent1"/>
            </a:lnRef>
            <a:fillRef idx="0">
              <a:schemeClr val="accent1"/>
            </a:fillRef>
            <a:effectRef idx="0">
              <a:schemeClr val="accent1"/>
            </a:effectRef>
            <a:fontRef idx="minor">
              <a:schemeClr val="tx1"/>
            </a:fontRef>
          </p:style>
        </p:cxnSp>
      </p:grpSp>
      <p:sp>
        <p:nvSpPr>
          <p:cNvPr id="63" name="文本框 62">
            <a:extLst>
              <a:ext uri="{FF2B5EF4-FFF2-40B4-BE49-F238E27FC236}">
                <a16:creationId xmlns:a16="http://schemas.microsoft.com/office/drawing/2014/main" id="{7DC66FC9-BCFD-4EC9-AF9E-E636652B3F24}"/>
              </a:ext>
            </a:extLst>
          </p:cNvPr>
          <p:cNvSpPr txBox="1"/>
          <p:nvPr/>
        </p:nvSpPr>
        <p:spPr>
          <a:xfrm>
            <a:off x="9582660" y="2473917"/>
            <a:ext cx="856822" cy="369332"/>
          </a:xfrm>
          <a:prstGeom prst="rect">
            <a:avLst/>
          </a:prstGeom>
          <a:noFill/>
        </p:spPr>
        <p:txBody>
          <a:bodyPr wrap="square" rtlCol="0">
            <a:spAutoFit/>
          </a:bodyPr>
          <a:lstStyle/>
          <a:p>
            <a:pPr algn="ctr"/>
            <a:r>
              <a:rPr lang="en-US" altLang="zh-CN" b="1" dirty="0">
                <a:latin typeface="+mn-ea"/>
              </a:rPr>
              <a:t>……</a:t>
            </a:r>
            <a:endParaRPr lang="zh-CN" altLang="en-US" b="1" dirty="0">
              <a:latin typeface="+mn-ea"/>
            </a:endParaRPr>
          </a:p>
        </p:txBody>
      </p:sp>
      <p:grpSp>
        <p:nvGrpSpPr>
          <p:cNvPr id="82" name="组合 81">
            <a:extLst>
              <a:ext uri="{FF2B5EF4-FFF2-40B4-BE49-F238E27FC236}">
                <a16:creationId xmlns:a16="http://schemas.microsoft.com/office/drawing/2014/main" id="{92324E7D-EBA2-4A58-A8FF-15C8A4F3939D}"/>
              </a:ext>
            </a:extLst>
          </p:cNvPr>
          <p:cNvGrpSpPr/>
          <p:nvPr/>
        </p:nvGrpSpPr>
        <p:grpSpPr>
          <a:xfrm>
            <a:off x="1993500" y="3745605"/>
            <a:ext cx="1961465" cy="459765"/>
            <a:chOff x="1993500" y="4021893"/>
            <a:chExt cx="1961465" cy="459765"/>
          </a:xfrm>
        </p:grpSpPr>
        <p:cxnSp>
          <p:nvCxnSpPr>
            <p:cNvPr id="65" name="直接连接符 64">
              <a:extLst>
                <a:ext uri="{FF2B5EF4-FFF2-40B4-BE49-F238E27FC236}">
                  <a16:creationId xmlns:a16="http://schemas.microsoft.com/office/drawing/2014/main" id="{14641A5B-72A5-4048-BEC6-AB104E0B5DFE}"/>
                </a:ext>
              </a:extLst>
            </p:cNvPr>
            <p:cNvCxnSpPr>
              <a:cxnSpLocks/>
            </p:cNvCxnSpPr>
            <p:nvPr/>
          </p:nvCxnSpPr>
          <p:spPr>
            <a:xfrm>
              <a:off x="2000078" y="4021893"/>
              <a:ext cx="0" cy="379068"/>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67" name="直接连接符 66">
              <a:extLst>
                <a:ext uri="{FF2B5EF4-FFF2-40B4-BE49-F238E27FC236}">
                  <a16:creationId xmlns:a16="http://schemas.microsoft.com/office/drawing/2014/main" id="{99BBD480-9F62-4837-B5A2-5A23C02B8EA3}"/>
                </a:ext>
              </a:extLst>
            </p:cNvPr>
            <p:cNvCxnSpPr>
              <a:cxnSpLocks/>
            </p:cNvCxnSpPr>
            <p:nvPr/>
          </p:nvCxnSpPr>
          <p:spPr>
            <a:xfrm>
              <a:off x="3954965" y="4035468"/>
              <a:ext cx="0" cy="379068"/>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69" name="直接箭头连接符 68">
              <a:extLst>
                <a:ext uri="{FF2B5EF4-FFF2-40B4-BE49-F238E27FC236}">
                  <a16:creationId xmlns:a16="http://schemas.microsoft.com/office/drawing/2014/main" id="{D8B79EDE-6165-4744-91FE-D14E6817FF17}"/>
                </a:ext>
              </a:extLst>
            </p:cNvPr>
            <p:cNvCxnSpPr/>
            <p:nvPr/>
          </p:nvCxnSpPr>
          <p:spPr>
            <a:xfrm>
              <a:off x="1993500" y="4279057"/>
              <a:ext cx="1961465" cy="0"/>
            </a:xfrm>
            <a:prstGeom prst="straightConnector1">
              <a:avLst/>
            </a:prstGeom>
            <a:ln w="12700">
              <a:solidFill>
                <a:schemeClr val="tx1"/>
              </a:solidFill>
              <a:headEnd type="triangle"/>
              <a:tailEnd type="triangle"/>
            </a:ln>
          </p:spPr>
          <p:style>
            <a:lnRef idx="1">
              <a:schemeClr val="accent1"/>
            </a:lnRef>
            <a:fillRef idx="0">
              <a:schemeClr val="accent1"/>
            </a:fillRef>
            <a:effectRef idx="0">
              <a:schemeClr val="accent1"/>
            </a:effectRef>
            <a:fontRef idx="minor">
              <a:schemeClr val="tx1"/>
            </a:fontRef>
          </p:style>
        </p:cxnSp>
        <mc:AlternateContent xmlns:mc="http://schemas.openxmlformats.org/markup-compatibility/2006" xmlns:a14="http://schemas.microsoft.com/office/drawing/2010/main">
          <mc:Choice Requires="a14">
            <p:sp>
              <p:nvSpPr>
                <p:cNvPr id="70" name="文本框 69">
                  <a:extLst>
                    <a:ext uri="{FF2B5EF4-FFF2-40B4-BE49-F238E27FC236}">
                      <a16:creationId xmlns:a16="http://schemas.microsoft.com/office/drawing/2014/main" id="{357F2022-BD20-42A2-B677-DD40D25FB687}"/>
                    </a:ext>
                  </a:extLst>
                </p:cNvPr>
                <p:cNvSpPr txBox="1"/>
                <p:nvPr/>
              </p:nvSpPr>
              <p:spPr>
                <a:xfrm>
                  <a:off x="2784784" y="4081548"/>
                  <a:ext cx="397926" cy="400110"/>
                </a:xfrm>
                <a:prstGeom prst="rect">
                  <a:avLst/>
                </a:prstGeom>
                <a:solidFill>
                  <a:schemeClr val="bg1"/>
                </a:solidFill>
              </p:spPr>
              <p:txBody>
                <a:bodyPr wrap="square" rtlCol="0">
                  <a:spAutoFit/>
                </a:bodyPr>
                <a:lstStyle/>
                <a:p>
                  <a:pPr algn="ctr"/>
                  <a14:m>
                    <m:oMathPara xmlns:m="http://schemas.openxmlformats.org/officeDocument/2006/math">
                      <m:oMathParaPr>
                        <m:jc m:val="center"/>
                      </m:oMathParaPr>
                      <m:oMath xmlns:m="http://schemas.openxmlformats.org/officeDocument/2006/math">
                        <m:sSub>
                          <m:sSubPr>
                            <m:ctrlPr>
                              <a:rPr lang="en-US" altLang="zh-CN" sz="2000" b="1" i="1" dirty="0" smtClean="0">
                                <a:latin typeface="Cambria Math" panose="02040503050406030204" pitchFamily="18" charset="0"/>
                              </a:rPr>
                            </m:ctrlPr>
                          </m:sSubPr>
                          <m:e>
                            <m:r>
                              <a:rPr lang="en-US" altLang="zh-CN" sz="2000" b="1" i="1" dirty="0" smtClean="0">
                                <a:latin typeface="Cambria Math" panose="02040503050406030204" pitchFamily="18" charset="0"/>
                              </a:rPr>
                              <m:t>  </m:t>
                            </m:r>
                            <m:r>
                              <a:rPr lang="en-US" altLang="zh-CN" sz="2000" b="1" i="1" dirty="0" smtClean="0">
                                <a:latin typeface="Cambria Math" panose="02040503050406030204" pitchFamily="18" charset="0"/>
                              </a:rPr>
                              <m:t>𝑻</m:t>
                            </m:r>
                          </m:e>
                          <m:sub>
                            <m:r>
                              <a:rPr lang="en-US" altLang="zh-CN" sz="2000" b="1" i="1" dirty="0" smtClean="0">
                                <a:latin typeface="Cambria Math" panose="02040503050406030204" pitchFamily="18" charset="0"/>
                              </a:rPr>
                              <m:t>𝑫</m:t>
                            </m:r>
                          </m:sub>
                        </m:sSub>
                      </m:oMath>
                    </m:oMathPara>
                  </a14:m>
                  <a:endParaRPr lang="zh-CN" altLang="en-US" sz="2000" b="1" dirty="0">
                    <a:latin typeface="+mn-ea"/>
                  </a:endParaRPr>
                </a:p>
              </p:txBody>
            </p:sp>
          </mc:Choice>
          <mc:Fallback xmlns="">
            <p:sp>
              <p:nvSpPr>
                <p:cNvPr id="70" name="文本框 69">
                  <a:extLst>
                    <a:ext uri="{FF2B5EF4-FFF2-40B4-BE49-F238E27FC236}">
                      <a16:creationId xmlns:a16="http://schemas.microsoft.com/office/drawing/2014/main" id="{357F2022-BD20-42A2-B677-DD40D25FB687}"/>
                    </a:ext>
                  </a:extLst>
                </p:cNvPr>
                <p:cNvSpPr txBox="1">
                  <a:spLocks noRot="1" noChangeAspect="1" noMove="1" noResize="1" noEditPoints="1" noAdjustHandles="1" noChangeArrowheads="1" noChangeShapeType="1" noTextEdit="1"/>
                </p:cNvSpPr>
                <p:nvPr/>
              </p:nvSpPr>
              <p:spPr>
                <a:xfrm>
                  <a:off x="2784784" y="4081548"/>
                  <a:ext cx="397926" cy="400110"/>
                </a:xfrm>
                <a:prstGeom prst="rect">
                  <a:avLst/>
                </a:prstGeom>
                <a:blipFill>
                  <a:blip r:embed="rId7"/>
                  <a:stretch>
                    <a:fillRect l="-13846" r="-7692" b="-3077"/>
                  </a:stretch>
                </a:blipFill>
              </p:spPr>
              <p:txBody>
                <a:bodyPr/>
                <a:lstStyle/>
                <a:p>
                  <a:r>
                    <a:rPr lang="zh-CN" altLang="en-US">
                      <a:noFill/>
                    </a:rPr>
                    <a:t> </a:t>
                  </a:r>
                </a:p>
              </p:txBody>
            </p:sp>
          </mc:Fallback>
        </mc:AlternateContent>
      </p:grpSp>
      <p:grpSp>
        <p:nvGrpSpPr>
          <p:cNvPr id="85" name="组合 84">
            <a:extLst>
              <a:ext uri="{FF2B5EF4-FFF2-40B4-BE49-F238E27FC236}">
                <a16:creationId xmlns:a16="http://schemas.microsoft.com/office/drawing/2014/main" id="{44B802BC-CD8E-4A30-BD3E-E9FCE8455DBE}"/>
              </a:ext>
            </a:extLst>
          </p:cNvPr>
          <p:cNvGrpSpPr/>
          <p:nvPr/>
        </p:nvGrpSpPr>
        <p:grpSpPr>
          <a:xfrm>
            <a:off x="4433313" y="1143376"/>
            <a:ext cx="943130" cy="411765"/>
            <a:chOff x="4433313" y="1419664"/>
            <a:chExt cx="943130" cy="411765"/>
          </a:xfrm>
        </p:grpSpPr>
        <mc:AlternateContent xmlns:mc="http://schemas.openxmlformats.org/markup-compatibility/2006" xmlns:a14="http://schemas.microsoft.com/office/drawing/2010/main">
          <mc:Choice Requires="a14">
            <p:sp>
              <p:nvSpPr>
                <p:cNvPr id="75" name="文本框 74">
                  <a:extLst>
                    <a:ext uri="{FF2B5EF4-FFF2-40B4-BE49-F238E27FC236}">
                      <a16:creationId xmlns:a16="http://schemas.microsoft.com/office/drawing/2014/main" id="{05D96240-7B69-4E76-B3DC-324937831946}"/>
                    </a:ext>
                  </a:extLst>
                </p:cNvPr>
                <p:cNvSpPr txBox="1"/>
                <p:nvPr/>
              </p:nvSpPr>
              <p:spPr>
                <a:xfrm>
                  <a:off x="4719317" y="1419664"/>
                  <a:ext cx="397926" cy="400110"/>
                </a:xfrm>
                <a:prstGeom prst="rect">
                  <a:avLst/>
                </a:prstGeom>
                <a:noFill/>
              </p:spPr>
              <p:txBody>
                <a:bodyPr wrap="square" rtlCol="0">
                  <a:spAutoFit/>
                </a:bodyPr>
                <a:lstStyle/>
                <a:p>
                  <a:pPr algn="ctr"/>
                  <a14:m>
                    <m:oMathPara xmlns:m="http://schemas.openxmlformats.org/officeDocument/2006/math">
                      <m:oMathParaPr>
                        <m:jc m:val="center"/>
                      </m:oMathParaPr>
                      <m:oMath xmlns:m="http://schemas.openxmlformats.org/officeDocument/2006/math">
                        <m:sSub>
                          <m:sSubPr>
                            <m:ctrlPr>
                              <a:rPr lang="en-US" altLang="zh-CN" sz="2000" b="1" i="1" dirty="0" smtClean="0">
                                <a:latin typeface="Cambria Math" panose="02040503050406030204" pitchFamily="18" charset="0"/>
                              </a:rPr>
                            </m:ctrlPr>
                          </m:sSubPr>
                          <m:e>
                            <m:r>
                              <a:rPr lang="en-US" altLang="zh-CN" sz="2000" b="1" i="1" dirty="0" smtClean="0">
                                <a:latin typeface="Cambria Math" panose="02040503050406030204" pitchFamily="18" charset="0"/>
                              </a:rPr>
                              <m:t>  </m:t>
                            </m:r>
                            <m:r>
                              <a:rPr lang="en-US" altLang="zh-CN" sz="2000" b="1" i="1" dirty="0" smtClean="0">
                                <a:latin typeface="Cambria Math" panose="02040503050406030204" pitchFamily="18" charset="0"/>
                              </a:rPr>
                              <m:t>𝑻</m:t>
                            </m:r>
                          </m:e>
                          <m:sub>
                            <m:r>
                              <a:rPr lang="en-US" altLang="zh-CN" sz="2000" b="1" i="1" dirty="0" smtClean="0">
                                <a:latin typeface="Cambria Math" panose="02040503050406030204" pitchFamily="18" charset="0"/>
                              </a:rPr>
                              <m:t>𝑨</m:t>
                            </m:r>
                          </m:sub>
                        </m:sSub>
                      </m:oMath>
                    </m:oMathPara>
                  </a14:m>
                  <a:endParaRPr lang="zh-CN" altLang="en-US" sz="2000" b="1" dirty="0">
                    <a:latin typeface="+mn-ea"/>
                  </a:endParaRPr>
                </a:p>
              </p:txBody>
            </p:sp>
          </mc:Choice>
          <mc:Fallback xmlns="">
            <p:sp>
              <p:nvSpPr>
                <p:cNvPr id="75" name="文本框 74">
                  <a:extLst>
                    <a:ext uri="{FF2B5EF4-FFF2-40B4-BE49-F238E27FC236}">
                      <a16:creationId xmlns:a16="http://schemas.microsoft.com/office/drawing/2014/main" id="{05D96240-7B69-4E76-B3DC-324937831946}"/>
                    </a:ext>
                  </a:extLst>
                </p:cNvPr>
                <p:cNvSpPr txBox="1">
                  <a:spLocks noRot="1" noChangeAspect="1" noMove="1" noResize="1" noEditPoints="1" noAdjustHandles="1" noChangeArrowheads="1" noChangeShapeType="1" noTextEdit="1"/>
                </p:cNvSpPr>
                <p:nvPr/>
              </p:nvSpPr>
              <p:spPr>
                <a:xfrm>
                  <a:off x="4719317" y="1419664"/>
                  <a:ext cx="397926" cy="400110"/>
                </a:xfrm>
                <a:prstGeom prst="rect">
                  <a:avLst/>
                </a:prstGeom>
                <a:blipFill>
                  <a:blip r:embed="rId8"/>
                  <a:stretch>
                    <a:fillRect l="-10769" r="-7692" b="-1515"/>
                  </a:stretch>
                </a:blipFill>
              </p:spPr>
              <p:txBody>
                <a:bodyPr/>
                <a:lstStyle/>
                <a:p>
                  <a:r>
                    <a:rPr lang="zh-CN" altLang="en-US">
                      <a:noFill/>
                    </a:rPr>
                    <a:t> </a:t>
                  </a:r>
                </a:p>
              </p:txBody>
            </p:sp>
          </mc:Fallback>
        </mc:AlternateContent>
        <p:cxnSp>
          <p:nvCxnSpPr>
            <p:cNvPr id="76" name="直接连接符 75">
              <a:extLst>
                <a:ext uri="{FF2B5EF4-FFF2-40B4-BE49-F238E27FC236}">
                  <a16:creationId xmlns:a16="http://schemas.microsoft.com/office/drawing/2014/main" id="{AE716ED0-A342-416C-BDC5-61BBA718A2DF}"/>
                </a:ext>
              </a:extLst>
            </p:cNvPr>
            <p:cNvCxnSpPr>
              <a:cxnSpLocks/>
            </p:cNvCxnSpPr>
            <p:nvPr/>
          </p:nvCxnSpPr>
          <p:spPr>
            <a:xfrm>
              <a:off x="4727220" y="1452361"/>
              <a:ext cx="0" cy="379068"/>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77" name="直接连接符 76">
              <a:extLst>
                <a:ext uri="{FF2B5EF4-FFF2-40B4-BE49-F238E27FC236}">
                  <a16:creationId xmlns:a16="http://schemas.microsoft.com/office/drawing/2014/main" id="{26E9320B-D1F0-4E77-9093-B44723528EE0}"/>
                </a:ext>
              </a:extLst>
            </p:cNvPr>
            <p:cNvCxnSpPr>
              <a:cxnSpLocks/>
            </p:cNvCxnSpPr>
            <p:nvPr/>
          </p:nvCxnSpPr>
          <p:spPr>
            <a:xfrm>
              <a:off x="5117243" y="1452361"/>
              <a:ext cx="0" cy="379068"/>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79" name="直接箭头连接符 78">
              <a:extLst>
                <a:ext uri="{FF2B5EF4-FFF2-40B4-BE49-F238E27FC236}">
                  <a16:creationId xmlns:a16="http://schemas.microsoft.com/office/drawing/2014/main" id="{CAFACF40-B517-467E-A5E7-F8972FAF017F}"/>
                </a:ext>
              </a:extLst>
            </p:cNvPr>
            <p:cNvCxnSpPr/>
            <p:nvPr/>
          </p:nvCxnSpPr>
          <p:spPr>
            <a:xfrm>
              <a:off x="4433313" y="1641895"/>
              <a:ext cx="259200" cy="0"/>
            </a:xfrm>
            <a:prstGeom prst="straightConnector1">
              <a:avLst/>
            </a:prstGeom>
            <a:ln w="12700">
              <a:solidFill>
                <a:schemeClr val="tx1"/>
              </a:solidFill>
              <a:tailEnd type="triangle"/>
            </a:ln>
          </p:spPr>
          <p:style>
            <a:lnRef idx="1">
              <a:schemeClr val="accent1"/>
            </a:lnRef>
            <a:fillRef idx="0">
              <a:schemeClr val="accent1"/>
            </a:fillRef>
            <a:effectRef idx="0">
              <a:schemeClr val="accent1"/>
            </a:effectRef>
            <a:fontRef idx="minor">
              <a:schemeClr val="tx1"/>
            </a:fontRef>
          </p:style>
        </p:cxnSp>
        <p:cxnSp>
          <p:nvCxnSpPr>
            <p:cNvPr id="80" name="直接箭头连接符 79">
              <a:extLst>
                <a:ext uri="{FF2B5EF4-FFF2-40B4-BE49-F238E27FC236}">
                  <a16:creationId xmlns:a16="http://schemas.microsoft.com/office/drawing/2014/main" id="{97DFA644-109F-4001-96E4-6054915E9161}"/>
                </a:ext>
              </a:extLst>
            </p:cNvPr>
            <p:cNvCxnSpPr>
              <a:cxnSpLocks/>
            </p:cNvCxnSpPr>
            <p:nvPr/>
          </p:nvCxnSpPr>
          <p:spPr>
            <a:xfrm flipH="1">
              <a:off x="5117243" y="1635098"/>
              <a:ext cx="259200" cy="0"/>
            </a:xfrm>
            <a:prstGeom prst="straightConnector1">
              <a:avLst/>
            </a:prstGeom>
            <a:ln w="12700">
              <a:solidFill>
                <a:schemeClr val="tx1"/>
              </a:solidFill>
              <a:tailEnd type="triangle"/>
            </a:ln>
          </p:spPr>
          <p:style>
            <a:lnRef idx="1">
              <a:schemeClr val="accent1"/>
            </a:lnRef>
            <a:fillRef idx="0">
              <a:schemeClr val="accent1"/>
            </a:fillRef>
            <a:effectRef idx="0">
              <a:schemeClr val="accent1"/>
            </a:effectRef>
            <a:fontRef idx="minor">
              <a:schemeClr val="tx1"/>
            </a:fontRef>
          </p:style>
        </p:cxnSp>
      </p:grpSp>
      <p:grpSp>
        <p:nvGrpSpPr>
          <p:cNvPr id="84" name="组合 83">
            <a:extLst>
              <a:ext uri="{FF2B5EF4-FFF2-40B4-BE49-F238E27FC236}">
                <a16:creationId xmlns:a16="http://schemas.microsoft.com/office/drawing/2014/main" id="{0BDADA11-F340-443D-B168-81167FE2197D}"/>
              </a:ext>
            </a:extLst>
          </p:cNvPr>
          <p:cNvGrpSpPr/>
          <p:nvPr/>
        </p:nvGrpSpPr>
        <p:grpSpPr>
          <a:xfrm>
            <a:off x="3952953" y="3759180"/>
            <a:ext cx="1503726" cy="446190"/>
            <a:chOff x="3952953" y="4035468"/>
            <a:chExt cx="1503726" cy="446190"/>
          </a:xfrm>
        </p:grpSpPr>
        <p:cxnSp>
          <p:nvCxnSpPr>
            <p:cNvPr id="71" name="直接连接符 70">
              <a:extLst>
                <a:ext uri="{FF2B5EF4-FFF2-40B4-BE49-F238E27FC236}">
                  <a16:creationId xmlns:a16="http://schemas.microsoft.com/office/drawing/2014/main" id="{401986A0-6A78-4A7B-A9BC-B3E76D49A527}"/>
                </a:ext>
              </a:extLst>
            </p:cNvPr>
            <p:cNvCxnSpPr>
              <a:cxnSpLocks/>
            </p:cNvCxnSpPr>
            <p:nvPr/>
          </p:nvCxnSpPr>
          <p:spPr>
            <a:xfrm>
              <a:off x="5456679" y="4035468"/>
              <a:ext cx="0" cy="379068"/>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72" name="直接箭头连接符 71">
              <a:extLst>
                <a:ext uri="{FF2B5EF4-FFF2-40B4-BE49-F238E27FC236}">
                  <a16:creationId xmlns:a16="http://schemas.microsoft.com/office/drawing/2014/main" id="{7B01EFCB-45EE-42AB-9918-4D92BE4E6D4F}"/>
                </a:ext>
              </a:extLst>
            </p:cNvPr>
            <p:cNvCxnSpPr>
              <a:cxnSpLocks/>
            </p:cNvCxnSpPr>
            <p:nvPr/>
          </p:nvCxnSpPr>
          <p:spPr>
            <a:xfrm>
              <a:off x="3954965" y="4279057"/>
              <a:ext cx="1501714" cy="0"/>
            </a:xfrm>
            <a:prstGeom prst="straightConnector1">
              <a:avLst/>
            </a:prstGeom>
            <a:ln w="12700">
              <a:solidFill>
                <a:schemeClr val="tx1"/>
              </a:solidFill>
              <a:headEnd type="triangle"/>
              <a:tailEnd type="triangle"/>
            </a:ln>
          </p:spPr>
          <p:style>
            <a:lnRef idx="1">
              <a:schemeClr val="accent1"/>
            </a:lnRef>
            <a:fillRef idx="0">
              <a:schemeClr val="accent1"/>
            </a:fillRef>
            <a:effectRef idx="0">
              <a:schemeClr val="accent1"/>
            </a:effectRef>
            <a:fontRef idx="minor">
              <a:schemeClr val="tx1"/>
            </a:fontRef>
          </p:style>
        </p:cxnSp>
        <mc:AlternateContent xmlns:mc="http://schemas.openxmlformats.org/markup-compatibility/2006" xmlns:a14="http://schemas.microsoft.com/office/drawing/2010/main">
          <mc:Choice Requires="a14">
            <p:sp>
              <p:nvSpPr>
                <p:cNvPr id="74" name="文本框 73">
                  <a:extLst>
                    <a:ext uri="{FF2B5EF4-FFF2-40B4-BE49-F238E27FC236}">
                      <a16:creationId xmlns:a16="http://schemas.microsoft.com/office/drawing/2014/main" id="{B1C4F152-1534-4026-96FD-6804B8A452D2}"/>
                    </a:ext>
                  </a:extLst>
                </p:cNvPr>
                <p:cNvSpPr txBox="1"/>
                <p:nvPr/>
              </p:nvSpPr>
              <p:spPr>
                <a:xfrm>
                  <a:off x="4469236" y="4081548"/>
                  <a:ext cx="515969" cy="400110"/>
                </a:xfrm>
                <a:prstGeom prst="rect">
                  <a:avLst/>
                </a:prstGeom>
                <a:solidFill>
                  <a:schemeClr val="bg1"/>
                </a:solidFill>
              </p:spPr>
              <p:txBody>
                <a:bodyPr wrap="square" rtlCol="0">
                  <a:spAutoFit/>
                </a:bodyPr>
                <a:lstStyle/>
                <a:p>
                  <a:pPr algn="ctr"/>
                  <a14:m>
                    <m:oMathPara xmlns:m="http://schemas.openxmlformats.org/officeDocument/2006/math">
                      <m:oMathParaPr>
                        <m:jc m:val="center"/>
                      </m:oMathParaPr>
                      <m:oMath xmlns:m="http://schemas.openxmlformats.org/officeDocument/2006/math">
                        <m:r>
                          <a:rPr lang="en-US" altLang="zh-CN" sz="2000" b="1" i="1" dirty="0" smtClean="0">
                            <a:latin typeface="Cambria Math" panose="02040503050406030204" pitchFamily="18" charset="0"/>
                          </a:rPr>
                          <m:t> </m:t>
                        </m:r>
                        <m:r>
                          <a:rPr lang="en-US" altLang="zh-CN" sz="2000" b="1" i="1" dirty="0" smtClean="0">
                            <a:latin typeface="Cambria Math" panose="02040503050406030204" pitchFamily="18" charset="0"/>
                          </a:rPr>
                          <m:t>𝑹𝑻𝑻</m:t>
                        </m:r>
                      </m:oMath>
                    </m:oMathPara>
                  </a14:m>
                  <a:endParaRPr lang="zh-CN" altLang="en-US" sz="2000" b="1" dirty="0">
                    <a:latin typeface="+mn-ea"/>
                  </a:endParaRPr>
                </a:p>
              </p:txBody>
            </p:sp>
          </mc:Choice>
          <mc:Fallback xmlns="">
            <p:sp>
              <p:nvSpPr>
                <p:cNvPr id="74" name="文本框 73">
                  <a:extLst>
                    <a:ext uri="{FF2B5EF4-FFF2-40B4-BE49-F238E27FC236}">
                      <a16:creationId xmlns:a16="http://schemas.microsoft.com/office/drawing/2014/main" id="{B1C4F152-1534-4026-96FD-6804B8A452D2}"/>
                    </a:ext>
                  </a:extLst>
                </p:cNvPr>
                <p:cNvSpPr txBox="1">
                  <a:spLocks noRot="1" noChangeAspect="1" noMove="1" noResize="1" noEditPoints="1" noAdjustHandles="1" noChangeArrowheads="1" noChangeShapeType="1" noTextEdit="1"/>
                </p:cNvSpPr>
                <p:nvPr/>
              </p:nvSpPr>
              <p:spPr>
                <a:xfrm>
                  <a:off x="4469236" y="4081548"/>
                  <a:ext cx="515969" cy="400110"/>
                </a:xfrm>
                <a:prstGeom prst="rect">
                  <a:avLst/>
                </a:prstGeom>
                <a:blipFill>
                  <a:blip r:embed="rId9"/>
                  <a:stretch>
                    <a:fillRect l="-16471" r="-12941"/>
                  </a:stretch>
                </a:blipFill>
              </p:spPr>
              <p:txBody>
                <a:bodyPr/>
                <a:lstStyle/>
                <a:p>
                  <a:r>
                    <a:rPr lang="zh-CN" altLang="en-US">
                      <a:noFill/>
                    </a:rPr>
                    <a:t> </a:t>
                  </a:r>
                </a:p>
              </p:txBody>
            </p:sp>
          </mc:Fallback>
        </mc:AlternateContent>
        <p:cxnSp>
          <p:nvCxnSpPr>
            <p:cNvPr id="83" name="直接连接符 82">
              <a:extLst>
                <a:ext uri="{FF2B5EF4-FFF2-40B4-BE49-F238E27FC236}">
                  <a16:creationId xmlns:a16="http://schemas.microsoft.com/office/drawing/2014/main" id="{C9382475-C025-4C52-8DE1-B018B8B75C72}"/>
                </a:ext>
              </a:extLst>
            </p:cNvPr>
            <p:cNvCxnSpPr>
              <a:cxnSpLocks/>
            </p:cNvCxnSpPr>
            <p:nvPr/>
          </p:nvCxnSpPr>
          <p:spPr>
            <a:xfrm>
              <a:off x="3952953" y="4035468"/>
              <a:ext cx="0" cy="379068"/>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95" name="组合 94">
            <a:extLst>
              <a:ext uri="{FF2B5EF4-FFF2-40B4-BE49-F238E27FC236}">
                <a16:creationId xmlns:a16="http://schemas.microsoft.com/office/drawing/2014/main" id="{1BC83EF7-BFF2-4CAF-AB01-303C88FF01FA}"/>
              </a:ext>
            </a:extLst>
          </p:cNvPr>
          <p:cNvGrpSpPr/>
          <p:nvPr/>
        </p:nvGrpSpPr>
        <p:grpSpPr>
          <a:xfrm>
            <a:off x="2000078" y="3745605"/>
            <a:ext cx="3839613" cy="1106859"/>
            <a:chOff x="2000078" y="4021893"/>
            <a:chExt cx="3839613" cy="1106859"/>
          </a:xfrm>
        </p:grpSpPr>
        <p:cxnSp>
          <p:nvCxnSpPr>
            <p:cNvPr id="87" name="直接连接符 86">
              <a:extLst>
                <a:ext uri="{FF2B5EF4-FFF2-40B4-BE49-F238E27FC236}">
                  <a16:creationId xmlns:a16="http://schemas.microsoft.com/office/drawing/2014/main" id="{C526970A-9FAF-4B67-84BD-6A60D0B3FEC1}"/>
                </a:ext>
              </a:extLst>
            </p:cNvPr>
            <p:cNvCxnSpPr>
              <a:cxnSpLocks/>
            </p:cNvCxnSpPr>
            <p:nvPr/>
          </p:nvCxnSpPr>
          <p:spPr>
            <a:xfrm>
              <a:off x="2000078" y="4021893"/>
              <a:ext cx="0" cy="1106859"/>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89" name="直接箭头连接符 88">
              <a:extLst>
                <a:ext uri="{FF2B5EF4-FFF2-40B4-BE49-F238E27FC236}">
                  <a16:creationId xmlns:a16="http://schemas.microsoft.com/office/drawing/2014/main" id="{C970C6C1-C8DC-47AC-8638-E97E26E03FE7}"/>
                </a:ext>
              </a:extLst>
            </p:cNvPr>
            <p:cNvCxnSpPr>
              <a:cxnSpLocks/>
            </p:cNvCxnSpPr>
            <p:nvPr/>
          </p:nvCxnSpPr>
          <p:spPr>
            <a:xfrm>
              <a:off x="2003014" y="4842581"/>
              <a:ext cx="3836677" cy="0"/>
            </a:xfrm>
            <a:prstGeom prst="straightConnector1">
              <a:avLst/>
            </a:prstGeom>
            <a:ln w="12700">
              <a:solidFill>
                <a:schemeClr val="tx1"/>
              </a:solidFill>
              <a:headEnd type="triangle"/>
              <a:tailEnd type="triangle"/>
            </a:ln>
          </p:spPr>
          <p:style>
            <a:lnRef idx="1">
              <a:schemeClr val="accent1"/>
            </a:lnRef>
            <a:fillRef idx="0">
              <a:schemeClr val="accent1"/>
            </a:fillRef>
            <a:effectRef idx="0">
              <a:schemeClr val="accent1"/>
            </a:effectRef>
            <a:fontRef idx="minor">
              <a:schemeClr val="tx1"/>
            </a:fontRef>
          </p:style>
        </p:cxnSp>
        <mc:AlternateContent xmlns:mc="http://schemas.openxmlformats.org/markup-compatibility/2006" xmlns:a14="http://schemas.microsoft.com/office/drawing/2010/main">
          <mc:Choice Requires="a14">
            <p:sp>
              <p:nvSpPr>
                <p:cNvPr id="90" name="文本框 89">
                  <a:extLst>
                    <a:ext uri="{FF2B5EF4-FFF2-40B4-BE49-F238E27FC236}">
                      <a16:creationId xmlns:a16="http://schemas.microsoft.com/office/drawing/2014/main" id="{DEF50075-0B28-41B1-B1C5-839ABC73A48F}"/>
                    </a:ext>
                  </a:extLst>
                </p:cNvPr>
                <p:cNvSpPr txBox="1"/>
                <p:nvPr/>
              </p:nvSpPr>
              <p:spPr>
                <a:xfrm>
                  <a:off x="2978100" y="4652464"/>
                  <a:ext cx="1907728" cy="400110"/>
                </a:xfrm>
                <a:prstGeom prst="rect">
                  <a:avLst/>
                </a:prstGeom>
                <a:solidFill>
                  <a:schemeClr val="bg1"/>
                </a:solidFill>
              </p:spPr>
              <p:txBody>
                <a:bodyPr wrap="square" rtlCol="0">
                  <a:spAutoFit/>
                </a:bodyPr>
                <a:lstStyle/>
                <a:p>
                  <a:pPr algn="ctr"/>
                  <a14:m>
                    <m:oMathPara xmlns:m="http://schemas.openxmlformats.org/officeDocument/2006/math">
                      <m:oMathParaPr>
                        <m:jc m:val="center"/>
                      </m:oMathParaPr>
                      <m:oMath xmlns:m="http://schemas.openxmlformats.org/officeDocument/2006/math">
                        <m:sSub>
                          <m:sSubPr>
                            <m:ctrlPr>
                              <a:rPr lang="en-US" altLang="zh-CN" sz="2000" b="1" i="1" dirty="0" smtClean="0">
                                <a:latin typeface="Cambria Math" panose="02040503050406030204" pitchFamily="18" charset="0"/>
                              </a:rPr>
                            </m:ctrlPr>
                          </m:sSubPr>
                          <m:e>
                            <m:r>
                              <a:rPr lang="en-US" altLang="zh-CN" sz="2000" b="1" i="1" dirty="0" smtClean="0">
                                <a:latin typeface="Cambria Math" panose="02040503050406030204" pitchFamily="18" charset="0"/>
                              </a:rPr>
                              <m:t>  </m:t>
                            </m:r>
                            <m:r>
                              <a:rPr lang="en-US" altLang="zh-CN" sz="2000" b="1" i="1" dirty="0" smtClean="0">
                                <a:latin typeface="Cambria Math" panose="02040503050406030204" pitchFamily="18" charset="0"/>
                              </a:rPr>
                              <m:t>𝑻</m:t>
                            </m:r>
                          </m:e>
                          <m:sub>
                            <m:r>
                              <a:rPr lang="en-US" altLang="zh-CN" sz="2000" b="1" i="1" dirty="0" smtClean="0">
                                <a:latin typeface="Cambria Math" panose="02040503050406030204" pitchFamily="18" charset="0"/>
                              </a:rPr>
                              <m:t>𝑫</m:t>
                            </m:r>
                          </m:sub>
                        </m:sSub>
                        <m:r>
                          <a:rPr lang="en-US" altLang="zh-CN" sz="2000" b="1" i="1" dirty="0">
                            <a:latin typeface="Cambria Math" panose="02040503050406030204" pitchFamily="18" charset="0"/>
                          </a:rPr>
                          <m:t>+</m:t>
                        </m:r>
                        <m:r>
                          <a:rPr lang="en-US" altLang="zh-CN" sz="2000" b="1" i="1" dirty="0" smtClean="0">
                            <a:latin typeface="Cambria Math" panose="02040503050406030204" pitchFamily="18" charset="0"/>
                          </a:rPr>
                          <m:t>𝑹𝑻𝑻</m:t>
                        </m:r>
                        <m:r>
                          <a:rPr lang="en-US" altLang="zh-CN" sz="2000" b="1" i="1" dirty="0" smtClean="0">
                            <a:latin typeface="Cambria Math" panose="02040503050406030204" pitchFamily="18" charset="0"/>
                          </a:rPr>
                          <m:t>+</m:t>
                        </m:r>
                        <m:sSub>
                          <m:sSubPr>
                            <m:ctrlPr>
                              <a:rPr lang="en-US" altLang="zh-CN" sz="2000" b="1" i="1" dirty="0" smtClean="0">
                                <a:latin typeface="Cambria Math" panose="02040503050406030204" pitchFamily="18" charset="0"/>
                              </a:rPr>
                            </m:ctrlPr>
                          </m:sSubPr>
                          <m:e>
                            <m:r>
                              <a:rPr lang="en-US" altLang="zh-CN" sz="2000" b="1" i="1" dirty="0" smtClean="0">
                                <a:latin typeface="Cambria Math" panose="02040503050406030204" pitchFamily="18" charset="0"/>
                              </a:rPr>
                              <m:t>𝑻</m:t>
                            </m:r>
                          </m:e>
                          <m:sub>
                            <m:r>
                              <a:rPr lang="en-US" altLang="zh-CN" sz="2000" b="1" i="1" dirty="0" smtClean="0">
                                <a:latin typeface="Cambria Math" panose="02040503050406030204" pitchFamily="18" charset="0"/>
                              </a:rPr>
                              <m:t>𝑨</m:t>
                            </m:r>
                          </m:sub>
                        </m:sSub>
                      </m:oMath>
                    </m:oMathPara>
                  </a14:m>
                  <a:endParaRPr lang="zh-CN" altLang="en-US" sz="2000" b="1" dirty="0">
                    <a:latin typeface="+mn-ea"/>
                  </a:endParaRPr>
                </a:p>
              </p:txBody>
            </p:sp>
          </mc:Choice>
          <mc:Fallback xmlns="">
            <p:sp>
              <p:nvSpPr>
                <p:cNvPr id="90" name="文本框 89">
                  <a:extLst>
                    <a:ext uri="{FF2B5EF4-FFF2-40B4-BE49-F238E27FC236}">
                      <a16:creationId xmlns:a16="http://schemas.microsoft.com/office/drawing/2014/main" id="{DEF50075-0B28-41B1-B1C5-839ABC73A48F}"/>
                    </a:ext>
                  </a:extLst>
                </p:cNvPr>
                <p:cNvSpPr txBox="1">
                  <a:spLocks noRot="1" noChangeAspect="1" noMove="1" noResize="1" noEditPoints="1" noAdjustHandles="1" noChangeArrowheads="1" noChangeShapeType="1" noTextEdit="1"/>
                </p:cNvSpPr>
                <p:nvPr/>
              </p:nvSpPr>
              <p:spPr>
                <a:xfrm>
                  <a:off x="2978100" y="4652464"/>
                  <a:ext cx="1907728" cy="400110"/>
                </a:xfrm>
                <a:prstGeom prst="rect">
                  <a:avLst/>
                </a:prstGeom>
                <a:blipFill>
                  <a:blip r:embed="rId10"/>
                  <a:stretch>
                    <a:fillRect b="-3030"/>
                  </a:stretch>
                </a:blipFill>
              </p:spPr>
              <p:txBody>
                <a:bodyPr/>
                <a:lstStyle/>
                <a:p>
                  <a:r>
                    <a:rPr lang="zh-CN" altLang="en-US">
                      <a:noFill/>
                    </a:rPr>
                    <a:t> </a:t>
                  </a:r>
                </a:p>
              </p:txBody>
            </p:sp>
          </mc:Fallback>
        </mc:AlternateContent>
        <p:cxnSp>
          <p:nvCxnSpPr>
            <p:cNvPr id="93" name="直接连接符 92">
              <a:extLst>
                <a:ext uri="{FF2B5EF4-FFF2-40B4-BE49-F238E27FC236}">
                  <a16:creationId xmlns:a16="http://schemas.microsoft.com/office/drawing/2014/main" id="{ABD40F63-6CEF-48B9-BA50-DEBC5F04B7DE}"/>
                </a:ext>
              </a:extLst>
            </p:cNvPr>
            <p:cNvCxnSpPr>
              <a:cxnSpLocks/>
            </p:cNvCxnSpPr>
            <p:nvPr/>
          </p:nvCxnSpPr>
          <p:spPr>
            <a:xfrm>
              <a:off x="5839691" y="4021893"/>
              <a:ext cx="0" cy="1106859"/>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grpSp>
    </p:spTree>
    <p:custDataLst>
      <p:tags r:id="rId1"/>
    </p:custDataLst>
    <p:extLst>
      <p:ext uri="{BB962C8B-B14F-4D97-AF65-F5344CB8AC3E}">
        <p14:creationId xmlns:p14="http://schemas.microsoft.com/office/powerpoint/2010/main" val="325570658"/>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2" presetClass="entr" presetSubtype="1" fill="hold" nodeType="withEffect">
                                  <p:stCondLst>
                                    <p:cond delay="0"/>
                                  </p:stCondLst>
                                  <p:childTnLst>
                                    <p:set>
                                      <p:cBhvr>
                                        <p:cTn id="6" dur="1" fill="hold">
                                          <p:stCondLst>
                                            <p:cond delay="0"/>
                                          </p:stCondLst>
                                        </p:cTn>
                                        <p:tgtEl>
                                          <p:spTgt spid="4"/>
                                        </p:tgtEl>
                                        <p:attrNameLst>
                                          <p:attrName>style.visibility</p:attrName>
                                        </p:attrNameLst>
                                      </p:cBhvr>
                                      <p:to>
                                        <p:strVal val="visible"/>
                                      </p:to>
                                    </p:set>
                                    <p:anim calcmode="lin" valueType="num">
                                      <p:cBhvr additive="base">
                                        <p:cTn id="7" dur="1000"/>
                                        <p:tgtEl>
                                          <p:spTgt spid="4"/>
                                        </p:tgtEl>
                                        <p:attrNameLst>
                                          <p:attrName>ppt_y</p:attrName>
                                        </p:attrNameLst>
                                      </p:cBhvr>
                                      <p:tavLst>
                                        <p:tav tm="0">
                                          <p:val>
                                            <p:strVal val="#ppt_y-#ppt_h*1.125000"/>
                                          </p:val>
                                        </p:tav>
                                        <p:tav tm="100000">
                                          <p:val>
                                            <p:strVal val="#ppt_y"/>
                                          </p:val>
                                        </p:tav>
                                      </p:tavLst>
                                    </p:anim>
                                    <p:animEffect transition="in" filter="wipe(down)">
                                      <p:cBhvr>
                                        <p:cTn id="8" dur="1000"/>
                                        <p:tgtEl>
                                          <p:spTgt spid="4"/>
                                        </p:tgtEl>
                                      </p:cBhvr>
                                    </p:animEffect>
                                  </p:childTnLst>
                                </p:cTn>
                              </p:par>
                            </p:childTnLst>
                          </p:cTn>
                        </p:par>
                      </p:childTnLst>
                    </p:cTn>
                  </p:par>
                  <p:par>
                    <p:cTn id="9" fill="hold">
                      <p:stCondLst>
                        <p:cond delay="indefinite"/>
                      </p:stCondLst>
                      <p:childTnLst>
                        <p:par>
                          <p:cTn id="10" fill="hold">
                            <p:stCondLst>
                              <p:cond delay="0"/>
                            </p:stCondLst>
                            <p:childTnLst>
                              <p:par>
                                <p:cTn id="11" presetID="30" presetClass="entr" presetSubtype="0" fill="hold" nodeType="clickEffect">
                                  <p:stCondLst>
                                    <p:cond delay="0"/>
                                  </p:stCondLst>
                                  <p:childTnLst>
                                    <p:set>
                                      <p:cBhvr>
                                        <p:cTn id="12" dur="1" fill="hold">
                                          <p:stCondLst>
                                            <p:cond delay="0"/>
                                          </p:stCondLst>
                                        </p:cTn>
                                        <p:tgtEl>
                                          <p:spTgt spid="25"/>
                                        </p:tgtEl>
                                        <p:attrNameLst>
                                          <p:attrName>style.visibility</p:attrName>
                                        </p:attrNameLst>
                                      </p:cBhvr>
                                      <p:to>
                                        <p:strVal val="visible"/>
                                      </p:to>
                                    </p:set>
                                    <p:animEffect transition="in" filter="fade">
                                      <p:cBhvr>
                                        <p:cTn id="13" dur="800" decel="100000"/>
                                        <p:tgtEl>
                                          <p:spTgt spid="25"/>
                                        </p:tgtEl>
                                      </p:cBhvr>
                                    </p:animEffect>
                                    <p:anim calcmode="lin" valueType="num">
                                      <p:cBhvr>
                                        <p:cTn id="14" dur="800" decel="100000" fill="hold"/>
                                        <p:tgtEl>
                                          <p:spTgt spid="25"/>
                                        </p:tgtEl>
                                        <p:attrNameLst>
                                          <p:attrName>style.rotation</p:attrName>
                                        </p:attrNameLst>
                                      </p:cBhvr>
                                      <p:tavLst>
                                        <p:tav tm="0">
                                          <p:val>
                                            <p:fltVal val="-90"/>
                                          </p:val>
                                        </p:tav>
                                        <p:tav tm="100000">
                                          <p:val>
                                            <p:fltVal val="0"/>
                                          </p:val>
                                        </p:tav>
                                      </p:tavLst>
                                    </p:anim>
                                    <p:anim calcmode="lin" valueType="num">
                                      <p:cBhvr>
                                        <p:cTn id="15" dur="800" decel="100000" fill="hold"/>
                                        <p:tgtEl>
                                          <p:spTgt spid="25"/>
                                        </p:tgtEl>
                                        <p:attrNameLst>
                                          <p:attrName>ppt_x</p:attrName>
                                        </p:attrNameLst>
                                      </p:cBhvr>
                                      <p:tavLst>
                                        <p:tav tm="0">
                                          <p:val>
                                            <p:strVal val="#ppt_x+0.4"/>
                                          </p:val>
                                        </p:tav>
                                        <p:tav tm="100000">
                                          <p:val>
                                            <p:strVal val="#ppt_x-0.05"/>
                                          </p:val>
                                        </p:tav>
                                      </p:tavLst>
                                    </p:anim>
                                    <p:anim calcmode="lin" valueType="num">
                                      <p:cBhvr>
                                        <p:cTn id="16" dur="800" decel="100000" fill="hold"/>
                                        <p:tgtEl>
                                          <p:spTgt spid="25"/>
                                        </p:tgtEl>
                                        <p:attrNameLst>
                                          <p:attrName>ppt_y</p:attrName>
                                        </p:attrNameLst>
                                      </p:cBhvr>
                                      <p:tavLst>
                                        <p:tav tm="0">
                                          <p:val>
                                            <p:strVal val="#ppt_y-0.4"/>
                                          </p:val>
                                        </p:tav>
                                        <p:tav tm="100000">
                                          <p:val>
                                            <p:strVal val="#ppt_y+0.1"/>
                                          </p:val>
                                        </p:tav>
                                      </p:tavLst>
                                    </p:anim>
                                    <p:anim calcmode="lin" valueType="num">
                                      <p:cBhvr>
                                        <p:cTn id="17" dur="200" accel="100000" fill="hold">
                                          <p:stCondLst>
                                            <p:cond delay="800"/>
                                          </p:stCondLst>
                                        </p:cTn>
                                        <p:tgtEl>
                                          <p:spTgt spid="25"/>
                                        </p:tgtEl>
                                        <p:attrNameLst>
                                          <p:attrName>ppt_x</p:attrName>
                                        </p:attrNameLst>
                                      </p:cBhvr>
                                      <p:tavLst>
                                        <p:tav tm="0">
                                          <p:val>
                                            <p:strVal val="#ppt_x-0.05"/>
                                          </p:val>
                                        </p:tav>
                                        <p:tav tm="100000">
                                          <p:val>
                                            <p:strVal val="#ppt_x"/>
                                          </p:val>
                                        </p:tav>
                                      </p:tavLst>
                                    </p:anim>
                                    <p:anim calcmode="lin" valueType="num">
                                      <p:cBhvr>
                                        <p:cTn id="18" dur="200" accel="100000" fill="hold">
                                          <p:stCondLst>
                                            <p:cond delay="800"/>
                                          </p:stCondLst>
                                        </p:cTn>
                                        <p:tgtEl>
                                          <p:spTgt spid="25"/>
                                        </p:tgtEl>
                                        <p:attrNameLst>
                                          <p:attrName>ppt_y</p:attrName>
                                        </p:attrNameLst>
                                      </p:cBhvr>
                                      <p:tavLst>
                                        <p:tav tm="0">
                                          <p:val>
                                            <p:strVal val="#ppt_y+0.1"/>
                                          </p:val>
                                        </p:tav>
                                        <p:tav tm="100000">
                                          <p:val>
                                            <p:strVal val="#ppt_y"/>
                                          </p:val>
                                        </p:tav>
                                      </p:tavLst>
                                    </p:anim>
                                  </p:childTnLst>
                                </p:cTn>
                              </p:par>
                            </p:childTnLst>
                          </p:cTn>
                        </p:par>
                      </p:childTnLst>
                    </p:cTn>
                  </p:par>
                  <p:par>
                    <p:cTn id="19" fill="hold">
                      <p:stCondLst>
                        <p:cond delay="indefinite"/>
                      </p:stCondLst>
                      <p:childTnLst>
                        <p:par>
                          <p:cTn id="20" fill="hold">
                            <p:stCondLst>
                              <p:cond delay="0"/>
                            </p:stCondLst>
                            <p:childTnLst>
                              <p:par>
                                <p:cTn id="21" presetID="22" presetClass="entr" presetSubtype="8" fill="hold" nodeType="clickEffect">
                                  <p:stCondLst>
                                    <p:cond delay="0"/>
                                  </p:stCondLst>
                                  <p:childTnLst>
                                    <p:set>
                                      <p:cBhvr>
                                        <p:cTn id="22" dur="1" fill="hold">
                                          <p:stCondLst>
                                            <p:cond delay="0"/>
                                          </p:stCondLst>
                                        </p:cTn>
                                        <p:tgtEl>
                                          <p:spTgt spid="52"/>
                                        </p:tgtEl>
                                        <p:attrNameLst>
                                          <p:attrName>style.visibility</p:attrName>
                                        </p:attrNameLst>
                                      </p:cBhvr>
                                      <p:to>
                                        <p:strVal val="visible"/>
                                      </p:to>
                                    </p:set>
                                    <p:animEffect transition="in" filter="wipe(left)">
                                      <p:cBhvr>
                                        <p:cTn id="23" dur="1000"/>
                                        <p:tgtEl>
                                          <p:spTgt spid="52"/>
                                        </p:tgtEl>
                                      </p:cBhvr>
                                    </p:animEffect>
                                  </p:childTnLst>
                                </p:cTn>
                              </p:par>
                            </p:childTnLst>
                          </p:cTn>
                        </p:par>
                      </p:childTnLst>
                    </p:cTn>
                  </p:par>
                  <p:par>
                    <p:cTn id="24" fill="hold">
                      <p:stCondLst>
                        <p:cond delay="indefinite"/>
                      </p:stCondLst>
                      <p:childTnLst>
                        <p:par>
                          <p:cTn id="25" fill="hold">
                            <p:stCondLst>
                              <p:cond delay="0"/>
                            </p:stCondLst>
                            <p:childTnLst>
                              <p:par>
                                <p:cTn id="26" presetID="22" presetClass="entr" presetSubtype="8" fill="hold" nodeType="clickEffect">
                                  <p:stCondLst>
                                    <p:cond delay="0"/>
                                  </p:stCondLst>
                                  <p:childTnLst>
                                    <p:set>
                                      <p:cBhvr>
                                        <p:cTn id="27" dur="1" fill="hold">
                                          <p:stCondLst>
                                            <p:cond delay="0"/>
                                          </p:stCondLst>
                                        </p:cTn>
                                        <p:tgtEl>
                                          <p:spTgt spid="51"/>
                                        </p:tgtEl>
                                        <p:attrNameLst>
                                          <p:attrName>style.visibility</p:attrName>
                                        </p:attrNameLst>
                                      </p:cBhvr>
                                      <p:to>
                                        <p:strVal val="visible"/>
                                      </p:to>
                                    </p:set>
                                    <p:animEffect transition="in" filter="wipe(left)">
                                      <p:cBhvr>
                                        <p:cTn id="28" dur="1000"/>
                                        <p:tgtEl>
                                          <p:spTgt spid="51"/>
                                        </p:tgtEl>
                                      </p:cBhvr>
                                    </p:animEffect>
                                  </p:childTnLst>
                                </p:cTn>
                              </p:par>
                            </p:childTnLst>
                          </p:cTn>
                        </p:par>
                      </p:childTnLst>
                    </p:cTn>
                  </p:par>
                  <p:par>
                    <p:cTn id="29" fill="hold">
                      <p:stCondLst>
                        <p:cond delay="indefinite"/>
                      </p:stCondLst>
                      <p:childTnLst>
                        <p:par>
                          <p:cTn id="30" fill="hold">
                            <p:stCondLst>
                              <p:cond delay="0"/>
                            </p:stCondLst>
                            <p:childTnLst>
                              <p:par>
                                <p:cTn id="31" presetID="22" presetClass="entr" presetSubtype="8" fill="hold" nodeType="clickEffect">
                                  <p:stCondLst>
                                    <p:cond delay="0"/>
                                  </p:stCondLst>
                                  <p:childTnLst>
                                    <p:set>
                                      <p:cBhvr>
                                        <p:cTn id="32" dur="1" fill="hold">
                                          <p:stCondLst>
                                            <p:cond delay="0"/>
                                          </p:stCondLst>
                                        </p:cTn>
                                        <p:tgtEl>
                                          <p:spTgt spid="53"/>
                                        </p:tgtEl>
                                        <p:attrNameLst>
                                          <p:attrName>style.visibility</p:attrName>
                                        </p:attrNameLst>
                                      </p:cBhvr>
                                      <p:to>
                                        <p:strVal val="visible"/>
                                      </p:to>
                                    </p:set>
                                    <p:animEffect transition="in" filter="wipe(left)">
                                      <p:cBhvr>
                                        <p:cTn id="33" dur="1000"/>
                                        <p:tgtEl>
                                          <p:spTgt spid="53"/>
                                        </p:tgtEl>
                                      </p:cBhvr>
                                    </p:animEffect>
                                  </p:childTnLst>
                                </p:cTn>
                              </p:par>
                            </p:childTnLst>
                          </p:cTn>
                        </p:par>
                      </p:childTnLst>
                    </p:cTn>
                  </p:par>
                  <p:par>
                    <p:cTn id="34" fill="hold">
                      <p:stCondLst>
                        <p:cond delay="indefinite"/>
                      </p:stCondLst>
                      <p:childTnLst>
                        <p:par>
                          <p:cTn id="35" fill="hold">
                            <p:stCondLst>
                              <p:cond delay="0"/>
                            </p:stCondLst>
                            <p:childTnLst>
                              <p:par>
                                <p:cTn id="36" presetID="22" presetClass="entr" presetSubtype="8" fill="hold" nodeType="clickEffect">
                                  <p:stCondLst>
                                    <p:cond delay="0"/>
                                  </p:stCondLst>
                                  <p:childTnLst>
                                    <p:set>
                                      <p:cBhvr>
                                        <p:cTn id="37" dur="1" fill="hold">
                                          <p:stCondLst>
                                            <p:cond delay="0"/>
                                          </p:stCondLst>
                                        </p:cTn>
                                        <p:tgtEl>
                                          <p:spTgt spid="58"/>
                                        </p:tgtEl>
                                        <p:attrNameLst>
                                          <p:attrName>style.visibility</p:attrName>
                                        </p:attrNameLst>
                                      </p:cBhvr>
                                      <p:to>
                                        <p:strVal val="visible"/>
                                      </p:to>
                                    </p:set>
                                    <p:animEffect transition="in" filter="wipe(left)">
                                      <p:cBhvr>
                                        <p:cTn id="38" dur="1000"/>
                                        <p:tgtEl>
                                          <p:spTgt spid="58"/>
                                        </p:tgtEl>
                                      </p:cBhvr>
                                    </p:animEffect>
                                  </p:childTnLst>
                                </p:cTn>
                              </p:par>
                            </p:childTnLst>
                          </p:cTn>
                        </p:par>
                      </p:childTnLst>
                    </p:cTn>
                  </p:par>
                  <p:par>
                    <p:cTn id="39" fill="hold">
                      <p:stCondLst>
                        <p:cond delay="indefinite"/>
                      </p:stCondLst>
                      <p:childTnLst>
                        <p:par>
                          <p:cTn id="40" fill="hold">
                            <p:stCondLst>
                              <p:cond delay="0"/>
                            </p:stCondLst>
                            <p:childTnLst>
                              <p:par>
                                <p:cTn id="41" presetID="22" presetClass="entr" presetSubtype="8" fill="hold" grpId="0" nodeType="clickEffect">
                                  <p:stCondLst>
                                    <p:cond delay="0"/>
                                  </p:stCondLst>
                                  <p:childTnLst>
                                    <p:set>
                                      <p:cBhvr>
                                        <p:cTn id="42" dur="1" fill="hold">
                                          <p:stCondLst>
                                            <p:cond delay="0"/>
                                          </p:stCondLst>
                                        </p:cTn>
                                        <p:tgtEl>
                                          <p:spTgt spid="63"/>
                                        </p:tgtEl>
                                        <p:attrNameLst>
                                          <p:attrName>style.visibility</p:attrName>
                                        </p:attrNameLst>
                                      </p:cBhvr>
                                      <p:to>
                                        <p:strVal val="visible"/>
                                      </p:to>
                                    </p:set>
                                    <p:animEffect transition="in" filter="wipe(left)">
                                      <p:cBhvr>
                                        <p:cTn id="43" dur="500"/>
                                        <p:tgtEl>
                                          <p:spTgt spid="63"/>
                                        </p:tgtEl>
                                      </p:cBhvr>
                                    </p:animEffect>
                                  </p:childTnLst>
                                </p:cTn>
                              </p:par>
                            </p:childTnLst>
                          </p:cTn>
                        </p:par>
                      </p:childTnLst>
                    </p:cTn>
                  </p:par>
                  <p:par>
                    <p:cTn id="44" fill="hold">
                      <p:stCondLst>
                        <p:cond delay="indefinite"/>
                      </p:stCondLst>
                      <p:childTnLst>
                        <p:par>
                          <p:cTn id="45" fill="hold">
                            <p:stCondLst>
                              <p:cond delay="0"/>
                            </p:stCondLst>
                            <p:childTnLst>
                              <p:par>
                                <p:cTn id="46" presetID="12" presetClass="entr" presetSubtype="4" fill="hold" nodeType="clickEffect">
                                  <p:stCondLst>
                                    <p:cond delay="0"/>
                                  </p:stCondLst>
                                  <p:childTnLst>
                                    <p:set>
                                      <p:cBhvr>
                                        <p:cTn id="47" dur="1" fill="hold">
                                          <p:stCondLst>
                                            <p:cond delay="0"/>
                                          </p:stCondLst>
                                        </p:cTn>
                                        <p:tgtEl>
                                          <p:spTgt spid="82"/>
                                        </p:tgtEl>
                                        <p:attrNameLst>
                                          <p:attrName>style.visibility</p:attrName>
                                        </p:attrNameLst>
                                      </p:cBhvr>
                                      <p:to>
                                        <p:strVal val="visible"/>
                                      </p:to>
                                    </p:set>
                                    <p:anim calcmode="lin" valueType="num">
                                      <p:cBhvr additive="base">
                                        <p:cTn id="48" dur="500"/>
                                        <p:tgtEl>
                                          <p:spTgt spid="82"/>
                                        </p:tgtEl>
                                        <p:attrNameLst>
                                          <p:attrName>ppt_y</p:attrName>
                                        </p:attrNameLst>
                                      </p:cBhvr>
                                      <p:tavLst>
                                        <p:tav tm="0">
                                          <p:val>
                                            <p:strVal val="#ppt_y+#ppt_h*1.125000"/>
                                          </p:val>
                                        </p:tav>
                                        <p:tav tm="100000">
                                          <p:val>
                                            <p:strVal val="#ppt_y"/>
                                          </p:val>
                                        </p:tav>
                                      </p:tavLst>
                                    </p:anim>
                                    <p:animEffect transition="in" filter="wipe(up)">
                                      <p:cBhvr>
                                        <p:cTn id="49" dur="500"/>
                                        <p:tgtEl>
                                          <p:spTgt spid="82"/>
                                        </p:tgtEl>
                                      </p:cBhvr>
                                    </p:animEffect>
                                  </p:childTnLst>
                                </p:cTn>
                              </p:par>
                            </p:childTnLst>
                          </p:cTn>
                        </p:par>
                      </p:childTnLst>
                    </p:cTn>
                  </p:par>
                  <p:par>
                    <p:cTn id="50" fill="hold">
                      <p:stCondLst>
                        <p:cond delay="indefinite"/>
                      </p:stCondLst>
                      <p:childTnLst>
                        <p:par>
                          <p:cTn id="51" fill="hold">
                            <p:stCondLst>
                              <p:cond delay="0"/>
                            </p:stCondLst>
                            <p:childTnLst>
                              <p:par>
                                <p:cTn id="52" presetID="12" presetClass="entr" presetSubtype="4" fill="hold" nodeType="clickEffect">
                                  <p:stCondLst>
                                    <p:cond delay="0"/>
                                  </p:stCondLst>
                                  <p:childTnLst>
                                    <p:set>
                                      <p:cBhvr>
                                        <p:cTn id="53" dur="1" fill="hold">
                                          <p:stCondLst>
                                            <p:cond delay="0"/>
                                          </p:stCondLst>
                                        </p:cTn>
                                        <p:tgtEl>
                                          <p:spTgt spid="84"/>
                                        </p:tgtEl>
                                        <p:attrNameLst>
                                          <p:attrName>style.visibility</p:attrName>
                                        </p:attrNameLst>
                                      </p:cBhvr>
                                      <p:to>
                                        <p:strVal val="visible"/>
                                      </p:to>
                                    </p:set>
                                    <p:anim calcmode="lin" valueType="num">
                                      <p:cBhvr additive="base">
                                        <p:cTn id="54" dur="500"/>
                                        <p:tgtEl>
                                          <p:spTgt spid="84"/>
                                        </p:tgtEl>
                                        <p:attrNameLst>
                                          <p:attrName>ppt_y</p:attrName>
                                        </p:attrNameLst>
                                      </p:cBhvr>
                                      <p:tavLst>
                                        <p:tav tm="0">
                                          <p:val>
                                            <p:strVal val="#ppt_y+#ppt_h*1.125000"/>
                                          </p:val>
                                        </p:tav>
                                        <p:tav tm="100000">
                                          <p:val>
                                            <p:strVal val="#ppt_y"/>
                                          </p:val>
                                        </p:tav>
                                      </p:tavLst>
                                    </p:anim>
                                    <p:animEffect transition="in" filter="wipe(up)">
                                      <p:cBhvr>
                                        <p:cTn id="55" dur="500"/>
                                        <p:tgtEl>
                                          <p:spTgt spid="84"/>
                                        </p:tgtEl>
                                      </p:cBhvr>
                                    </p:animEffect>
                                  </p:childTnLst>
                                </p:cTn>
                              </p:par>
                            </p:childTnLst>
                          </p:cTn>
                        </p:par>
                      </p:childTnLst>
                    </p:cTn>
                  </p:par>
                  <p:par>
                    <p:cTn id="56" fill="hold">
                      <p:stCondLst>
                        <p:cond delay="indefinite"/>
                      </p:stCondLst>
                      <p:childTnLst>
                        <p:par>
                          <p:cTn id="57" fill="hold">
                            <p:stCondLst>
                              <p:cond delay="0"/>
                            </p:stCondLst>
                            <p:childTnLst>
                              <p:par>
                                <p:cTn id="58" presetID="12" presetClass="entr" presetSubtype="4" fill="hold" nodeType="clickEffect">
                                  <p:stCondLst>
                                    <p:cond delay="0"/>
                                  </p:stCondLst>
                                  <p:childTnLst>
                                    <p:set>
                                      <p:cBhvr>
                                        <p:cTn id="59" dur="1" fill="hold">
                                          <p:stCondLst>
                                            <p:cond delay="0"/>
                                          </p:stCondLst>
                                        </p:cTn>
                                        <p:tgtEl>
                                          <p:spTgt spid="85"/>
                                        </p:tgtEl>
                                        <p:attrNameLst>
                                          <p:attrName>style.visibility</p:attrName>
                                        </p:attrNameLst>
                                      </p:cBhvr>
                                      <p:to>
                                        <p:strVal val="visible"/>
                                      </p:to>
                                    </p:set>
                                    <p:anim calcmode="lin" valueType="num">
                                      <p:cBhvr additive="base">
                                        <p:cTn id="60" dur="500"/>
                                        <p:tgtEl>
                                          <p:spTgt spid="85"/>
                                        </p:tgtEl>
                                        <p:attrNameLst>
                                          <p:attrName>ppt_y</p:attrName>
                                        </p:attrNameLst>
                                      </p:cBhvr>
                                      <p:tavLst>
                                        <p:tav tm="0">
                                          <p:val>
                                            <p:strVal val="#ppt_y+#ppt_h*1.125000"/>
                                          </p:val>
                                        </p:tav>
                                        <p:tav tm="100000">
                                          <p:val>
                                            <p:strVal val="#ppt_y"/>
                                          </p:val>
                                        </p:tav>
                                      </p:tavLst>
                                    </p:anim>
                                    <p:animEffect transition="in" filter="wipe(up)">
                                      <p:cBhvr>
                                        <p:cTn id="61" dur="500"/>
                                        <p:tgtEl>
                                          <p:spTgt spid="85"/>
                                        </p:tgtEl>
                                      </p:cBhvr>
                                    </p:animEffect>
                                  </p:childTnLst>
                                </p:cTn>
                              </p:par>
                            </p:childTnLst>
                          </p:cTn>
                        </p:par>
                      </p:childTnLst>
                    </p:cTn>
                  </p:par>
                  <p:par>
                    <p:cTn id="62" fill="hold">
                      <p:stCondLst>
                        <p:cond delay="indefinite"/>
                      </p:stCondLst>
                      <p:childTnLst>
                        <p:par>
                          <p:cTn id="63" fill="hold">
                            <p:stCondLst>
                              <p:cond delay="0"/>
                            </p:stCondLst>
                            <p:childTnLst>
                              <p:par>
                                <p:cTn id="64" presetID="12" presetClass="entr" presetSubtype="4" fill="hold" nodeType="clickEffect">
                                  <p:stCondLst>
                                    <p:cond delay="0"/>
                                  </p:stCondLst>
                                  <p:childTnLst>
                                    <p:set>
                                      <p:cBhvr>
                                        <p:cTn id="65" dur="1" fill="hold">
                                          <p:stCondLst>
                                            <p:cond delay="0"/>
                                          </p:stCondLst>
                                        </p:cTn>
                                        <p:tgtEl>
                                          <p:spTgt spid="95"/>
                                        </p:tgtEl>
                                        <p:attrNameLst>
                                          <p:attrName>style.visibility</p:attrName>
                                        </p:attrNameLst>
                                      </p:cBhvr>
                                      <p:to>
                                        <p:strVal val="visible"/>
                                      </p:to>
                                    </p:set>
                                    <p:anim calcmode="lin" valueType="num">
                                      <p:cBhvr additive="base">
                                        <p:cTn id="66" dur="500"/>
                                        <p:tgtEl>
                                          <p:spTgt spid="95"/>
                                        </p:tgtEl>
                                        <p:attrNameLst>
                                          <p:attrName>ppt_y</p:attrName>
                                        </p:attrNameLst>
                                      </p:cBhvr>
                                      <p:tavLst>
                                        <p:tav tm="0">
                                          <p:val>
                                            <p:strVal val="#ppt_y+#ppt_h*1.125000"/>
                                          </p:val>
                                        </p:tav>
                                        <p:tav tm="100000">
                                          <p:val>
                                            <p:strVal val="#ppt_y"/>
                                          </p:val>
                                        </p:tav>
                                      </p:tavLst>
                                    </p:anim>
                                    <p:animEffect transition="in" filter="wipe(up)">
                                      <p:cBhvr>
                                        <p:cTn id="67" dur="500"/>
                                        <p:tgtEl>
                                          <p:spTgt spid="95"/>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63" grpId="0"/>
    </p:bldLst>
  </p:timing>
</p:sld>
</file>

<file path=ppt/slides/slide13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4" name="组合 3">
            <a:extLst>
              <a:ext uri="{FF2B5EF4-FFF2-40B4-BE49-F238E27FC236}">
                <a16:creationId xmlns:a16="http://schemas.microsoft.com/office/drawing/2014/main" id="{9A1EA9F2-FCB6-48C3-935F-7AE7E3AD14AC}"/>
              </a:ext>
            </a:extLst>
          </p:cNvPr>
          <p:cNvGrpSpPr/>
          <p:nvPr/>
        </p:nvGrpSpPr>
        <p:grpSpPr>
          <a:xfrm>
            <a:off x="304800" y="749300"/>
            <a:ext cx="6192343" cy="400110"/>
            <a:chOff x="424117" y="898245"/>
            <a:chExt cx="6192343" cy="400110"/>
          </a:xfrm>
        </p:grpSpPr>
        <p:sp>
          <p:nvSpPr>
            <p:cNvPr id="2" name="平行四边形 1">
              <a:extLst>
                <a:ext uri="{FF2B5EF4-FFF2-40B4-BE49-F238E27FC236}">
                  <a16:creationId xmlns:a16="http://schemas.microsoft.com/office/drawing/2014/main" id="{1F5BAA3F-9845-4F89-A2DD-8222D3E4EDAC}"/>
                </a:ext>
              </a:extLst>
            </p:cNvPr>
            <p:cNvSpPr/>
            <p:nvPr/>
          </p:nvSpPr>
          <p:spPr>
            <a:xfrm>
              <a:off x="424117" y="898245"/>
              <a:ext cx="728012" cy="387090"/>
            </a:xfrm>
            <a:prstGeom prst="parallelogram">
              <a:avLst/>
            </a:prstGeom>
            <a:solidFill>
              <a:schemeClr val="accent3">
                <a:lumMod val="75000"/>
              </a:schemeClr>
            </a:solidFill>
            <a:ln>
              <a:solidFill>
                <a:schemeClr val="accent3">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CN" sz="2200" dirty="0">
                  <a:latin typeface="Impact" panose="020B0806030902050204" pitchFamily="34" charset="0"/>
                </a:rPr>
                <a:t>03</a:t>
              </a:r>
              <a:endParaRPr lang="zh-CN" altLang="en-US" sz="2200" dirty="0">
                <a:latin typeface="Impact" panose="020B0806030902050204" pitchFamily="34" charset="0"/>
              </a:endParaRPr>
            </a:p>
          </p:txBody>
        </p:sp>
        <p:sp>
          <p:nvSpPr>
            <p:cNvPr id="3" name="文本框 2">
              <a:extLst>
                <a:ext uri="{FF2B5EF4-FFF2-40B4-BE49-F238E27FC236}">
                  <a16:creationId xmlns:a16="http://schemas.microsoft.com/office/drawing/2014/main" id="{4D6BD736-A4D3-4F26-AFED-36E11F50F70B}"/>
                </a:ext>
              </a:extLst>
            </p:cNvPr>
            <p:cNvSpPr txBox="1"/>
            <p:nvPr/>
          </p:nvSpPr>
          <p:spPr>
            <a:xfrm>
              <a:off x="1263961" y="898245"/>
              <a:ext cx="5352499" cy="400110"/>
            </a:xfrm>
            <a:prstGeom prst="rect">
              <a:avLst/>
            </a:prstGeom>
            <a:noFill/>
          </p:spPr>
          <p:txBody>
            <a:bodyPr wrap="square" rtlCol="0">
              <a:spAutoFit/>
            </a:bodyPr>
            <a:lstStyle/>
            <a:p>
              <a:r>
                <a:rPr lang="zh-CN" altLang="en-US" sz="2000" b="1" dirty="0"/>
                <a:t>停止</a:t>
              </a:r>
              <a:r>
                <a:rPr lang="en-US" altLang="zh-CN" sz="2000" b="1" dirty="0"/>
                <a:t>-</a:t>
              </a:r>
              <a:r>
                <a:rPr lang="zh-CN" altLang="en-US" sz="2000" b="1" dirty="0"/>
                <a:t>等待协议的信道利用率</a:t>
              </a:r>
            </a:p>
          </p:txBody>
        </p:sp>
      </p:grpSp>
      <p:grpSp>
        <p:nvGrpSpPr>
          <p:cNvPr id="25" name="组合 24">
            <a:extLst>
              <a:ext uri="{FF2B5EF4-FFF2-40B4-BE49-F238E27FC236}">
                <a16:creationId xmlns:a16="http://schemas.microsoft.com/office/drawing/2014/main" id="{DD912B34-354C-4AAB-97EB-02DCB78B71BF}"/>
              </a:ext>
            </a:extLst>
          </p:cNvPr>
          <p:cNvGrpSpPr/>
          <p:nvPr/>
        </p:nvGrpSpPr>
        <p:grpSpPr>
          <a:xfrm>
            <a:off x="597912" y="1180941"/>
            <a:ext cx="11004825" cy="2766412"/>
            <a:chOff x="604839" y="1561138"/>
            <a:chExt cx="11004825" cy="2766412"/>
          </a:xfrm>
        </p:grpSpPr>
        <p:grpSp>
          <p:nvGrpSpPr>
            <p:cNvPr id="24" name="组合 23">
              <a:extLst>
                <a:ext uri="{FF2B5EF4-FFF2-40B4-BE49-F238E27FC236}">
                  <a16:creationId xmlns:a16="http://schemas.microsoft.com/office/drawing/2014/main" id="{57ABC4D3-154A-4D25-A8EB-1DA7E8692A82}"/>
                </a:ext>
              </a:extLst>
            </p:cNvPr>
            <p:cNvGrpSpPr/>
            <p:nvPr/>
          </p:nvGrpSpPr>
          <p:grpSpPr>
            <a:xfrm>
              <a:off x="1957400" y="1561138"/>
              <a:ext cx="9652264" cy="2578239"/>
              <a:chOff x="1652599" y="1561138"/>
              <a:chExt cx="9652264" cy="2578239"/>
            </a:xfrm>
          </p:grpSpPr>
          <p:grpSp>
            <p:nvGrpSpPr>
              <p:cNvPr id="19" name="组合 18">
                <a:extLst>
                  <a:ext uri="{FF2B5EF4-FFF2-40B4-BE49-F238E27FC236}">
                    <a16:creationId xmlns:a16="http://schemas.microsoft.com/office/drawing/2014/main" id="{AF38E2DB-35F1-4E51-A6C9-9CB1CBDA69B7}"/>
                  </a:ext>
                </a:extLst>
              </p:cNvPr>
              <p:cNvGrpSpPr/>
              <p:nvPr/>
            </p:nvGrpSpPr>
            <p:grpSpPr>
              <a:xfrm>
                <a:off x="1652599" y="1561138"/>
                <a:ext cx="9652264" cy="369332"/>
                <a:chOff x="1672936" y="1561138"/>
                <a:chExt cx="9652264" cy="369332"/>
              </a:xfrm>
            </p:grpSpPr>
            <p:cxnSp>
              <p:nvCxnSpPr>
                <p:cNvPr id="16" name="直接箭头连接符 15">
                  <a:extLst>
                    <a:ext uri="{FF2B5EF4-FFF2-40B4-BE49-F238E27FC236}">
                      <a16:creationId xmlns:a16="http://schemas.microsoft.com/office/drawing/2014/main" id="{E9DF88CF-0982-45FB-AD53-19CE573F1569}"/>
                    </a:ext>
                  </a:extLst>
                </p:cNvPr>
                <p:cNvCxnSpPr>
                  <a:cxnSpLocks/>
                </p:cNvCxnSpPr>
                <p:nvPr/>
              </p:nvCxnSpPr>
              <p:spPr>
                <a:xfrm>
                  <a:off x="1672936" y="1930470"/>
                  <a:ext cx="9611591" cy="0"/>
                </a:xfrm>
                <a:prstGeom prst="straightConnector1">
                  <a:avLst/>
                </a:prstGeom>
                <a:ln w="38100">
                  <a:solidFill>
                    <a:schemeClr val="tx1"/>
                  </a:solidFill>
                  <a:tailEnd type="triangle"/>
                </a:ln>
              </p:spPr>
              <p:style>
                <a:lnRef idx="1">
                  <a:schemeClr val="accent1"/>
                </a:lnRef>
                <a:fillRef idx="0">
                  <a:schemeClr val="accent1"/>
                </a:fillRef>
                <a:effectRef idx="0">
                  <a:schemeClr val="accent1"/>
                </a:effectRef>
                <a:fontRef idx="minor">
                  <a:schemeClr val="tx1"/>
                </a:fontRef>
              </p:style>
            </p:cxnSp>
            <p:sp>
              <p:nvSpPr>
                <p:cNvPr id="18" name="文本框 17">
                  <a:extLst>
                    <a:ext uri="{FF2B5EF4-FFF2-40B4-BE49-F238E27FC236}">
                      <a16:creationId xmlns:a16="http://schemas.microsoft.com/office/drawing/2014/main" id="{142AEEBE-B752-48CE-B99D-5ACBAB444682}"/>
                    </a:ext>
                  </a:extLst>
                </p:cNvPr>
                <p:cNvSpPr txBox="1"/>
                <p:nvPr/>
              </p:nvSpPr>
              <p:spPr>
                <a:xfrm>
                  <a:off x="10662347" y="1561138"/>
                  <a:ext cx="662853" cy="369332"/>
                </a:xfrm>
                <a:prstGeom prst="rect">
                  <a:avLst/>
                </a:prstGeom>
                <a:noFill/>
              </p:spPr>
              <p:txBody>
                <a:bodyPr wrap="square" rtlCol="0">
                  <a:spAutoFit/>
                </a:bodyPr>
                <a:lstStyle/>
                <a:p>
                  <a:pPr algn="ctr"/>
                  <a:r>
                    <a:rPr lang="zh-CN" altLang="en-US" b="1" dirty="0">
                      <a:latin typeface="+mn-ea"/>
                    </a:rPr>
                    <a:t>时间</a:t>
                  </a:r>
                </a:p>
              </p:txBody>
            </p:sp>
          </p:grpSp>
          <p:grpSp>
            <p:nvGrpSpPr>
              <p:cNvPr id="20" name="组合 19">
                <a:extLst>
                  <a:ext uri="{FF2B5EF4-FFF2-40B4-BE49-F238E27FC236}">
                    <a16:creationId xmlns:a16="http://schemas.microsoft.com/office/drawing/2014/main" id="{71DB3945-5960-4D8D-8D5B-67CE7F74720B}"/>
                  </a:ext>
                </a:extLst>
              </p:cNvPr>
              <p:cNvGrpSpPr/>
              <p:nvPr/>
            </p:nvGrpSpPr>
            <p:grpSpPr>
              <a:xfrm>
                <a:off x="1652599" y="3770045"/>
                <a:ext cx="9652264" cy="369332"/>
                <a:chOff x="1672936" y="1561138"/>
                <a:chExt cx="9652264" cy="369332"/>
              </a:xfrm>
            </p:grpSpPr>
            <p:cxnSp>
              <p:nvCxnSpPr>
                <p:cNvPr id="21" name="直接箭头连接符 20">
                  <a:extLst>
                    <a:ext uri="{FF2B5EF4-FFF2-40B4-BE49-F238E27FC236}">
                      <a16:creationId xmlns:a16="http://schemas.microsoft.com/office/drawing/2014/main" id="{43B09193-1862-4488-BAC0-B5184A178993}"/>
                    </a:ext>
                  </a:extLst>
                </p:cNvPr>
                <p:cNvCxnSpPr>
                  <a:cxnSpLocks/>
                </p:cNvCxnSpPr>
                <p:nvPr/>
              </p:nvCxnSpPr>
              <p:spPr>
                <a:xfrm>
                  <a:off x="1672936" y="1930470"/>
                  <a:ext cx="9611591" cy="0"/>
                </a:xfrm>
                <a:prstGeom prst="straightConnector1">
                  <a:avLst/>
                </a:prstGeom>
                <a:ln w="38100">
                  <a:solidFill>
                    <a:schemeClr val="tx1"/>
                  </a:solidFill>
                  <a:tailEnd type="triangle"/>
                </a:ln>
              </p:spPr>
              <p:style>
                <a:lnRef idx="1">
                  <a:schemeClr val="accent1"/>
                </a:lnRef>
                <a:fillRef idx="0">
                  <a:schemeClr val="accent1"/>
                </a:fillRef>
                <a:effectRef idx="0">
                  <a:schemeClr val="accent1"/>
                </a:effectRef>
                <a:fontRef idx="minor">
                  <a:schemeClr val="tx1"/>
                </a:fontRef>
              </p:style>
            </p:cxnSp>
            <p:sp>
              <p:nvSpPr>
                <p:cNvPr id="22" name="文本框 21">
                  <a:extLst>
                    <a:ext uri="{FF2B5EF4-FFF2-40B4-BE49-F238E27FC236}">
                      <a16:creationId xmlns:a16="http://schemas.microsoft.com/office/drawing/2014/main" id="{56C2EE48-375C-448B-A1F3-BA82E3ABD3A4}"/>
                    </a:ext>
                  </a:extLst>
                </p:cNvPr>
                <p:cNvSpPr txBox="1"/>
                <p:nvPr/>
              </p:nvSpPr>
              <p:spPr>
                <a:xfrm>
                  <a:off x="10662347" y="1561138"/>
                  <a:ext cx="662853" cy="369332"/>
                </a:xfrm>
                <a:prstGeom prst="rect">
                  <a:avLst/>
                </a:prstGeom>
                <a:noFill/>
              </p:spPr>
              <p:txBody>
                <a:bodyPr wrap="square" rtlCol="0">
                  <a:spAutoFit/>
                </a:bodyPr>
                <a:lstStyle/>
                <a:p>
                  <a:pPr algn="ctr"/>
                  <a:r>
                    <a:rPr lang="zh-CN" altLang="en-US" b="1" dirty="0">
                      <a:latin typeface="+mn-ea"/>
                    </a:rPr>
                    <a:t>时间</a:t>
                  </a:r>
                </a:p>
              </p:txBody>
            </p:sp>
          </p:grpSp>
        </p:grpSp>
        <p:cxnSp>
          <p:nvCxnSpPr>
            <p:cNvPr id="14" name="直接连接符 13">
              <a:extLst>
                <a:ext uri="{FF2B5EF4-FFF2-40B4-BE49-F238E27FC236}">
                  <a16:creationId xmlns:a16="http://schemas.microsoft.com/office/drawing/2014/main" id="{F79173E0-5083-4A8B-A9CE-F401D189721C}"/>
                </a:ext>
              </a:extLst>
            </p:cNvPr>
            <p:cNvCxnSpPr/>
            <p:nvPr/>
          </p:nvCxnSpPr>
          <p:spPr>
            <a:xfrm>
              <a:off x="1753913" y="2104342"/>
              <a:ext cx="0" cy="1844991"/>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sp>
          <p:nvSpPr>
            <p:cNvPr id="6" name="文本框 5">
              <a:extLst>
                <a:ext uri="{FF2B5EF4-FFF2-40B4-BE49-F238E27FC236}">
                  <a16:creationId xmlns:a16="http://schemas.microsoft.com/office/drawing/2014/main" id="{0C0F5B12-9EDF-4FA4-B995-326886F24F5E}"/>
                </a:ext>
              </a:extLst>
            </p:cNvPr>
            <p:cNvSpPr txBox="1"/>
            <p:nvPr/>
          </p:nvSpPr>
          <p:spPr>
            <a:xfrm>
              <a:off x="604839" y="3764667"/>
              <a:ext cx="905164" cy="369332"/>
            </a:xfrm>
            <a:prstGeom prst="rect">
              <a:avLst/>
            </a:prstGeom>
            <a:noFill/>
          </p:spPr>
          <p:txBody>
            <a:bodyPr wrap="square" rtlCol="0">
              <a:spAutoFit/>
            </a:bodyPr>
            <a:lstStyle/>
            <a:p>
              <a:pPr algn="ctr"/>
              <a:r>
                <a:rPr lang="zh-CN" altLang="en-US" b="1" dirty="0">
                  <a:latin typeface="+mn-ea"/>
                </a:rPr>
                <a:t>发送方</a:t>
              </a:r>
            </a:p>
          </p:txBody>
        </p:sp>
        <p:sp>
          <p:nvSpPr>
            <p:cNvPr id="7" name="文本框 6">
              <a:extLst>
                <a:ext uri="{FF2B5EF4-FFF2-40B4-BE49-F238E27FC236}">
                  <a16:creationId xmlns:a16="http://schemas.microsoft.com/office/drawing/2014/main" id="{BE8E4BD0-C38E-470A-8E7E-5318F058EB5D}"/>
                </a:ext>
              </a:extLst>
            </p:cNvPr>
            <p:cNvSpPr txBox="1"/>
            <p:nvPr/>
          </p:nvSpPr>
          <p:spPr>
            <a:xfrm>
              <a:off x="604839" y="1735010"/>
              <a:ext cx="905164" cy="369332"/>
            </a:xfrm>
            <a:prstGeom prst="rect">
              <a:avLst/>
            </a:prstGeom>
            <a:noFill/>
          </p:spPr>
          <p:txBody>
            <a:bodyPr wrap="square" rtlCol="0">
              <a:spAutoFit/>
            </a:bodyPr>
            <a:lstStyle/>
            <a:p>
              <a:pPr algn="ctr"/>
              <a:r>
                <a:rPr lang="zh-CN" altLang="en-US" b="1" dirty="0">
                  <a:latin typeface="+mn-ea"/>
                </a:rPr>
                <a:t>接收方</a:t>
              </a:r>
            </a:p>
          </p:txBody>
        </p:sp>
        <p:pic>
          <p:nvPicPr>
            <p:cNvPr id="9" name="图形 8">
              <a:extLst>
                <a:ext uri="{FF2B5EF4-FFF2-40B4-BE49-F238E27FC236}">
                  <a16:creationId xmlns:a16="http://schemas.microsoft.com/office/drawing/2014/main" id="{FE187D1E-B2E4-4877-A393-FD59573C1F94}"/>
                </a:ext>
              </a:extLst>
            </p:cNvPr>
            <p:cNvPicPr>
              <a:picLocks noChangeAspect="1"/>
            </p:cNvPicPr>
            <p:nvPr/>
          </p:nvPicPr>
          <p:blipFill>
            <a:blip r:embed="rId3">
              <a:extLst>
                <a:ext uri="{28A0092B-C50C-407E-A947-70E740481C1C}">
                  <a14:useLocalDpi xmlns:a14="http://schemas.microsoft.com/office/drawing/2010/main" val="0"/>
                </a:ext>
                <a:ext uri="{96DAC541-7B7A-43D3-8B79-37D633B846F1}">
                  <asvg:svgBlip xmlns:asvg="http://schemas.microsoft.com/office/drawing/2016/SVG/main" r:embed="rId4"/>
                </a:ext>
              </a:extLst>
            </a:blip>
            <a:stretch>
              <a:fillRect/>
            </a:stretch>
          </p:blipFill>
          <p:spPr>
            <a:xfrm>
              <a:off x="1337613" y="3686468"/>
              <a:ext cx="662814" cy="641082"/>
            </a:xfrm>
            <a:prstGeom prst="rect">
              <a:avLst/>
            </a:prstGeom>
          </p:spPr>
        </p:pic>
        <p:pic>
          <p:nvPicPr>
            <p:cNvPr id="10" name="图形 9">
              <a:extLst>
                <a:ext uri="{FF2B5EF4-FFF2-40B4-BE49-F238E27FC236}">
                  <a16:creationId xmlns:a16="http://schemas.microsoft.com/office/drawing/2014/main" id="{8C7DA216-0183-42C3-93E2-01009C6C6094}"/>
                </a:ext>
              </a:extLst>
            </p:cNvPr>
            <p:cNvPicPr>
              <a:picLocks noChangeAspect="1"/>
            </p:cNvPicPr>
            <p:nvPr/>
          </p:nvPicPr>
          <p:blipFill>
            <a:blip r:embed="rId5">
              <a:extLst>
                <a:ext uri="{28A0092B-C50C-407E-A947-70E740481C1C}">
                  <a14:useLocalDpi xmlns:a14="http://schemas.microsoft.com/office/drawing/2010/main" val="0"/>
                </a:ext>
                <a:ext uri="{96DAC541-7B7A-43D3-8B79-37D633B846F1}">
                  <asvg:svgBlip xmlns:asvg="http://schemas.microsoft.com/office/drawing/2016/SVG/main" r:embed="rId6"/>
                </a:ext>
              </a:extLst>
            </a:blip>
            <a:stretch>
              <a:fillRect/>
            </a:stretch>
          </p:blipFill>
          <p:spPr>
            <a:xfrm>
              <a:off x="1503027" y="1601182"/>
              <a:ext cx="501772" cy="658576"/>
            </a:xfrm>
            <a:prstGeom prst="rect">
              <a:avLst/>
            </a:prstGeom>
          </p:spPr>
        </p:pic>
      </p:grpSp>
      <p:grpSp>
        <p:nvGrpSpPr>
          <p:cNvPr id="52" name="组合 51">
            <a:extLst>
              <a:ext uri="{FF2B5EF4-FFF2-40B4-BE49-F238E27FC236}">
                <a16:creationId xmlns:a16="http://schemas.microsoft.com/office/drawing/2014/main" id="{A0E7EF6A-BCD3-4277-8EC3-8A67DCFDE0FC}"/>
              </a:ext>
            </a:extLst>
          </p:cNvPr>
          <p:cNvGrpSpPr/>
          <p:nvPr/>
        </p:nvGrpSpPr>
        <p:grpSpPr>
          <a:xfrm>
            <a:off x="1997871" y="1550273"/>
            <a:ext cx="2733455" cy="2203529"/>
            <a:chOff x="1997871" y="1826561"/>
            <a:chExt cx="2733455" cy="2203529"/>
          </a:xfrm>
        </p:grpSpPr>
        <p:grpSp>
          <p:nvGrpSpPr>
            <p:cNvPr id="39" name="组合 38">
              <a:extLst>
                <a:ext uri="{FF2B5EF4-FFF2-40B4-BE49-F238E27FC236}">
                  <a16:creationId xmlns:a16="http://schemas.microsoft.com/office/drawing/2014/main" id="{7001F8F5-21BB-46CF-A1F4-7BBFE2CB57BD}"/>
                </a:ext>
              </a:extLst>
            </p:cNvPr>
            <p:cNvGrpSpPr/>
            <p:nvPr/>
          </p:nvGrpSpPr>
          <p:grpSpPr>
            <a:xfrm>
              <a:off x="1997871" y="1826561"/>
              <a:ext cx="2733455" cy="2203529"/>
              <a:chOff x="1997871" y="1826561"/>
              <a:chExt cx="2733455" cy="2203529"/>
            </a:xfrm>
          </p:grpSpPr>
          <p:sp>
            <p:nvSpPr>
              <p:cNvPr id="28" name="平行四边形 27">
                <a:extLst>
                  <a:ext uri="{FF2B5EF4-FFF2-40B4-BE49-F238E27FC236}">
                    <a16:creationId xmlns:a16="http://schemas.microsoft.com/office/drawing/2014/main" id="{05A110F1-6007-4275-A776-FFAABE7FF2F6}"/>
                  </a:ext>
                </a:extLst>
              </p:cNvPr>
              <p:cNvSpPr/>
              <p:nvPr/>
            </p:nvSpPr>
            <p:spPr>
              <a:xfrm>
                <a:off x="1997871" y="1826561"/>
                <a:ext cx="2733455" cy="2203529"/>
              </a:xfrm>
              <a:prstGeom prst="parallelogram">
                <a:avLst>
                  <a:gd name="adj" fmla="val 35061"/>
                </a:avLst>
              </a:prstGeom>
              <a:solidFill>
                <a:schemeClr val="accent3"/>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p>
            </p:txBody>
          </p:sp>
          <p:sp>
            <p:nvSpPr>
              <p:cNvPr id="31" name="文本框 30">
                <a:extLst>
                  <a:ext uri="{FF2B5EF4-FFF2-40B4-BE49-F238E27FC236}">
                    <a16:creationId xmlns:a16="http://schemas.microsoft.com/office/drawing/2014/main" id="{0CEB99B3-CC3B-49AE-B9FD-B7D5F06AB205}"/>
                  </a:ext>
                </a:extLst>
              </p:cNvPr>
              <p:cNvSpPr txBox="1"/>
              <p:nvPr/>
            </p:nvSpPr>
            <p:spPr>
              <a:xfrm rot="17378523">
                <a:off x="2696425" y="2832299"/>
                <a:ext cx="1327871" cy="369332"/>
              </a:xfrm>
              <a:prstGeom prst="rect">
                <a:avLst/>
              </a:prstGeom>
              <a:noFill/>
            </p:spPr>
            <p:txBody>
              <a:bodyPr wrap="square" rtlCol="0">
                <a:spAutoFit/>
              </a:bodyPr>
              <a:lstStyle/>
              <a:p>
                <a:pPr algn="ctr"/>
                <a:r>
                  <a:rPr lang="en-US" altLang="zh-CN" b="1" dirty="0">
                    <a:solidFill>
                      <a:schemeClr val="bg1"/>
                    </a:solidFill>
                    <a:latin typeface="+mn-ea"/>
                  </a:rPr>
                  <a:t>DATA0</a:t>
                </a:r>
                <a:endParaRPr lang="zh-CN" altLang="en-US" b="1" dirty="0">
                  <a:solidFill>
                    <a:schemeClr val="bg1"/>
                  </a:solidFill>
                  <a:latin typeface="+mn-ea"/>
                </a:endParaRPr>
              </a:p>
            </p:txBody>
          </p:sp>
        </p:grpSp>
        <p:cxnSp>
          <p:nvCxnSpPr>
            <p:cNvPr id="44" name="直接箭头连接符 43">
              <a:extLst>
                <a:ext uri="{FF2B5EF4-FFF2-40B4-BE49-F238E27FC236}">
                  <a16:creationId xmlns:a16="http://schemas.microsoft.com/office/drawing/2014/main" id="{585D1B95-F009-429B-B6AA-E0983A8A56E9}"/>
                </a:ext>
              </a:extLst>
            </p:cNvPr>
            <p:cNvCxnSpPr>
              <a:cxnSpLocks/>
            </p:cNvCxnSpPr>
            <p:nvPr/>
          </p:nvCxnSpPr>
          <p:spPr>
            <a:xfrm flipV="1">
              <a:off x="3519683" y="2068889"/>
              <a:ext cx="198759" cy="513333"/>
            </a:xfrm>
            <a:prstGeom prst="straightConnector1">
              <a:avLst/>
            </a:prstGeom>
            <a:ln w="38100">
              <a:solidFill>
                <a:schemeClr val="bg1"/>
              </a:solidFill>
              <a:tailEnd type="triangle"/>
            </a:ln>
          </p:spPr>
          <p:style>
            <a:lnRef idx="1">
              <a:schemeClr val="accent1"/>
            </a:lnRef>
            <a:fillRef idx="0">
              <a:schemeClr val="accent1"/>
            </a:fillRef>
            <a:effectRef idx="0">
              <a:schemeClr val="accent1"/>
            </a:effectRef>
            <a:fontRef idx="minor">
              <a:schemeClr val="tx1"/>
            </a:fontRef>
          </p:style>
        </p:cxnSp>
      </p:grpSp>
      <p:grpSp>
        <p:nvGrpSpPr>
          <p:cNvPr id="51" name="组合 50">
            <a:extLst>
              <a:ext uri="{FF2B5EF4-FFF2-40B4-BE49-F238E27FC236}">
                <a16:creationId xmlns:a16="http://schemas.microsoft.com/office/drawing/2014/main" id="{8908D2A2-7D9E-4806-B093-2E15695AB7AE}"/>
              </a:ext>
            </a:extLst>
          </p:cNvPr>
          <p:cNvGrpSpPr/>
          <p:nvPr/>
        </p:nvGrpSpPr>
        <p:grpSpPr>
          <a:xfrm>
            <a:off x="4727221" y="1556819"/>
            <a:ext cx="1112470" cy="2203529"/>
            <a:chOff x="4727221" y="1833107"/>
            <a:chExt cx="1112470" cy="2203529"/>
          </a:xfrm>
        </p:grpSpPr>
        <p:grpSp>
          <p:nvGrpSpPr>
            <p:cNvPr id="40" name="组合 39">
              <a:extLst>
                <a:ext uri="{FF2B5EF4-FFF2-40B4-BE49-F238E27FC236}">
                  <a16:creationId xmlns:a16="http://schemas.microsoft.com/office/drawing/2014/main" id="{2515AD04-15CE-491C-BAAB-F7A74FDAE2AB}"/>
                </a:ext>
              </a:extLst>
            </p:cNvPr>
            <p:cNvGrpSpPr/>
            <p:nvPr/>
          </p:nvGrpSpPr>
          <p:grpSpPr>
            <a:xfrm>
              <a:off x="4727221" y="1833107"/>
              <a:ext cx="1112470" cy="2203529"/>
              <a:chOff x="4727221" y="1833107"/>
              <a:chExt cx="1112470" cy="2203529"/>
            </a:xfrm>
          </p:grpSpPr>
          <p:sp>
            <p:nvSpPr>
              <p:cNvPr id="30" name="平行四边形 29">
                <a:extLst>
                  <a:ext uri="{FF2B5EF4-FFF2-40B4-BE49-F238E27FC236}">
                    <a16:creationId xmlns:a16="http://schemas.microsoft.com/office/drawing/2014/main" id="{E9371B26-8712-416B-9343-6578ED390F48}"/>
                  </a:ext>
                </a:extLst>
              </p:cNvPr>
              <p:cNvSpPr/>
              <p:nvPr/>
            </p:nvSpPr>
            <p:spPr>
              <a:xfrm>
                <a:off x="4727221" y="1833107"/>
                <a:ext cx="1112470" cy="2203529"/>
              </a:xfrm>
              <a:prstGeom prst="parallelogram">
                <a:avLst>
                  <a:gd name="adj" fmla="val 64855"/>
                </a:avLst>
              </a:prstGeom>
              <a:solidFill>
                <a:schemeClr val="accent4"/>
              </a:solidFill>
              <a:ln>
                <a:solidFill>
                  <a:schemeClr val="tx1"/>
                </a:solidFill>
              </a:ln>
              <a:scene3d>
                <a:camera prst="orthographicFront">
                  <a:rot lat="0" lon="10800000" rev="0"/>
                </a:camera>
                <a:lightRig rig="threePt" dir="t"/>
              </a:scene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32" name="文本框 31">
                <a:extLst>
                  <a:ext uri="{FF2B5EF4-FFF2-40B4-BE49-F238E27FC236}">
                    <a16:creationId xmlns:a16="http://schemas.microsoft.com/office/drawing/2014/main" id="{AC856E42-8C15-4EDC-9C07-27EFFB1A4C32}"/>
                  </a:ext>
                </a:extLst>
              </p:cNvPr>
              <p:cNvSpPr txBox="1"/>
              <p:nvPr/>
            </p:nvSpPr>
            <p:spPr>
              <a:xfrm rot="4294133">
                <a:off x="4621573" y="2738261"/>
                <a:ext cx="1327871" cy="369332"/>
              </a:xfrm>
              <a:prstGeom prst="rect">
                <a:avLst/>
              </a:prstGeom>
              <a:noFill/>
            </p:spPr>
            <p:txBody>
              <a:bodyPr wrap="square" rtlCol="0">
                <a:spAutoFit/>
              </a:bodyPr>
              <a:lstStyle/>
              <a:p>
                <a:pPr algn="ctr"/>
                <a:r>
                  <a:rPr lang="en-US" altLang="zh-CN" b="1" dirty="0">
                    <a:solidFill>
                      <a:schemeClr val="bg1"/>
                    </a:solidFill>
                    <a:latin typeface="+mn-ea"/>
                  </a:rPr>
                  <a:t>ACK0</a:t>
                </a:r>
                <a:endParaRPr lang="zh-CN" altLang="en-US" b="1" dirty="0">
                  <a:solidFill>
                    <a:schemeClr val="bg1"/>
                  </a:solidFill>
                  <a:latin typeface="+mn-ea"/>
                </a:endParaRPr>
              </a:p>
            </p:txBody>
          </p:sp>
        </p:grpSp>
        <p:cxnSp>
          <p:nvCxnSpPr>
            <p:cNvPr id="46" name="直接箭头连接符 45">
              <a:extLst>
                <a:ext uri="{FF2B5EF4-FFF2-40B4-BE49-F238E27FC236}">
                  <a16:creationId xmlns:a16="http://schemas.microsoft.com/office/drawing/2014/main" id="{E3662D89-6A3B-400E-A388-3535006CDAEA}"/>
                </a:ext>
              </a:extLst>
            </p:cNvPr>
            <p:cNvCxnSpPr>
              <a:cxnSpLocks/>
            </p:cNvCxnSpPr>
            <p:nvPr/>
          </p:nvCxnSpPr>
          <p:spPr>
            <a:xfrm>
              <a:off x="5408006" y="3283251"/>
              <a:ext cx="176037" cy="478258"/>
            </a:xfrm>
            <a:prstGeom prst="straightConnector1">
              <a:avLst/>
            </a:prstGeom>
            <a:ln w="38100">
              <a:solidFill>
                <a:schemeClr val="bg1"/>
              </a:solidFill>
              <a:tailEnd type="triangle"/>
            </a:ln>
          </p:spPr>
          <p:style>
            <a:lnRef idx="1">
              <a:schemeClr val="accent1"/>
            </a:lnRef>
            <a:fillRef idx="0">
              <a:schemeClr val="accent1"/>
            </a:fillRef>
            <a:effectRef idx="0">
              <a:schemeClr val="accent1"/>
            </a:effectRef>
            <a:fontRef idx="minor">
              <a:schemeClr val="tx1"/>
            </a:fontRef>
          </p:style>
        </p:cxnSp>
      </p:grpSp>
      <p:grpSp>
        <p:nvGrpSpPr>
          <p:cNvPr id="53" name="组合 52">
            <a:extLst>
              <a:ext uri="{FF2B5EF4-FFF2-40B4-BE49-F238E27FC236}">
                <a16:creationId xmlns:a16="http://schemas.microsoft.com/office/drawing/2014/main" id="{AC08D653-ECB2-484F-951A-DDF13E8B287D}"/>
              </a:ext>
            </a:extLst>
          </p:cNvPr>
          <p:cNvGrpSpPr/>
          <p:nvPr/>
        </p:nvGrpSpPr>
        <p:grpSpPr>
          <a:xfrm>
            <a:off x="5840426" y="1542076"/>
            <a:ext cx="2733455" cy="2203529"/>
            <a:chOff x="1997871" y="1826561"/>
            <a:chExt cx="2733455" cy="2203529"/>
          </a:xfrm>
        </p:grpSpPr>
        <p:grpSp>
          <p:nvGrpSpPr>
            <p:cNvPr id="54" name="组合 53">
              <a:extLst>
                <a:ext uri="{FF2B5EF4-FFF2-40B4-BE49-F238E27FC236}">
                  <a16:creationId xmlns:a16="http://schemas.microsoft.com/office/drawing/2014/main" id="{3A59DC55-DC54-4FFF-A8C4-53954D89BC33}"/>
                </a:ext>
              </a:extLst>
            </p:cNvPr>
            <p:cNvGrpSpPr/>
            <p:nvPr/>
          </p:nvGrpSpPr>
          <p:grpSpPr>
            <a:xfrm>
              <a:off x="1997871" y="1826561"/>
              <a:ext cx="2733455" cy="2203529"/>
              <a:chOff x="1997871" y="1826561"/>
              <a:chExt cx="2733455" cy="2203529"/>
            </a:xfrm>
          </p:grpSpPr>
          <p:sp>
            <p:nvSpPr>
              <p:cNvPr id="56" name="平行四边形 55">
                <a:extLst>
                  <a:ext uri="{FF2B5EF4-FFF2-40B4-BE49-F238E27FC236}">
                    <a16:creationId xmlns:a16="http://schemas.microsoft.com/office/drawing/2014/main" id="{D3FEBCA2-8044-443B-B43C-8656F75DF31F}"/>
                  </a:ext>
                </a:extLst>
              </p:cNvPr>
              <p:cNvSpPr/>
              <p:nvPr/>
            </p:nvSpPr>
            <p:spPr>
              <a:xfrm>
                <a:off x="1997871" y="1826561"/>
                <a:ext cx="2733455" cy="2203529"/>
              </a:xfrm>
              <a:prstGeom prst="parallelogram">
                <a:avLst>
                  <a:gd name="adj" fmla="val 35061"/>
                </a:avLst>
              </a:prstGeom>
              <a:solidFill>
                <a:schemeClr val="accent3"/>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p>
            </p:txBody>
          </p:sp>
          <p:sp>
            <p:nvSpPr>
              <p:cNvPr id="57" name="文本框 56">
                <a:extLst>
                  <a:ext uri="{FF2B5EF4-FFF2-40B4-BE49-F238E27FC236}">
                    <a16:creationId xmlns:a16="http://schemas.microsoft.com/office/drawing/2014/main" id="{F0A3EF60-F484-49B7-8859-B9B9C2139250}"/>
                  </a:ext>
                </a:extLst>
              </p:cNvPr>
              <p:cNvSpPr txBox="1"/>
              <p:nvPr/>
            </p:nvSpPr>
            <p:spPr>
              <a:xfrm rot="17378523">
                <a:off x="2696425" y="2832299"/>
                <a:ext cx="1327871" cy="369332"/>
              </a:xfrm>
              <a:prstGeom prst="rect">
                <a:avLst/>
              </a:prstGeom>
              <a:noFill/>
            </p:spPr>
            <p:txBody>
              <a:bodyPr wrap="square" rtlCol="0">
                <a:spAutoFit/>
              </a:bodyPr>
              <a:lstStyle/>
              <a:p>
                <a:pPr algn="ctr"/>
                <a:r>
                  <a:rPr lang="en-US" altLang="zh-CN" b="1" dirty="0">
                    <a:solidFill>
                      <a:schemeClr val="bg1"/>
                    </a:solidFill>
                    <a:latin typeface="+mn-ea"/>
                  </a:rPr>
                  <a:t>DATA1</a:t>
                </a:r>
                <a:endParaRPr lang="zh-CN" altLang="en-US" b="1" dirty="0">
                  <a:solidFill>
                    <a:schemeClr val="bg1"/>
                  </a:solidFill>
                  <a:latin typeface="+mn-ea"/>
                </a:endParaRPr>
              </a:p>
            </p:txBody>
          </p:sp>
        </p:grpSp>
        <p:cxnSp>
          <p:nvCxnSpPr>
            <p:cNvPr id="55" name="直接箭头连接符 54">
              <a:extLst>
                <a:ext uri="{FF2B5EF4-FFF2-40B4-BE49-F238E27FC236}">
                  <a16:creationId xmlns:a16="http://schemas.microsoft.com/office/drawing/2014/main" id="{3C2849F8-90BD-493D-9C2A-23EF8F3C94E5}"/>
                </a:ext>
              </a:extLst>
            </p:cNvPr>
            <p:cNvCxnSpPr>
              <a:cxnSpLocks/>
            </p:cNvCxnSpPr>
            <p:nvPr/>
          </p:nvCxnSpPr>
          <p:spPr>
            <a:xfrm flipV="1">
              <a:off x="3519683" y="2068889"/>
              <a:ext cx="198759" cy="513333"/>
            </a:xfrm>
            <a:prstGeom prst="straightConnector1">
              <a:avLst/>
            </a:prstGeom>
            <a:ln w="38100">
              <a:solidFill>
                <a:schemeClr val="bg1"/>
              </a:solidFill>
              <a:tailEnd type="triangle"/>
            </a:ln>
          </p:spPr>
          <p:style>
            <a:lnRef idx="1">
              <a:schemeClr val="accent1"/>
            </a:lnRef>
            <a:fillRef idx="0">
              <a:schemeClr val="accent1"/>
            </a:fillRef>
            <a:effectRef idx="0">
              <a:schemeClr val="accent1"/>
            </a:effectRef>
            <a:fontRef idx="minor">
              <a:schemeClr val="tx1"/>
            </a:fontRef>
          </p:style>
        </p:cxnSp>
      </p:grpSp>
      <p:grpSp>
        <p:nvGrpSpPr>
          <p:cNvPr id="58" name="组合 57">
            <a:extLst>
              <a:ext uri="{FF2B5EF4-FFF2-40B4-BE49-F238E27FC236}">
                <a16:creationId xmlns:a16="http://schemas.microsoft.com/office/drawing/2014/main" id="{4C72001A-176E-49E1-BD90-D5DE768E56B3}"/>
              </a:ext>
            </a:extLst>
          </p:cNvPr>
          <p:cNvGrpSpPr/>
          <p:nvPr/>
        </p:nvGrpSpPr>
        <p:grpSpPr>
          <a:xfrm>
            <a:off x="8569776" y="1548622"/>
            <a:ext cx="1112470" cy="2203529"/>
            <a:chOff x="4727221" y="1833107"/>
            <a:chExt cx="1112470" cy="2203529"/>
          </a:xfrm>
        </p:grpSpPr>
        <p:grpSp>
          <p:nvGrpSpPr>
            <p:cNvPr id="59" name="组合 58">
              <a:extLst>
                <a:ext uri="{FF2B5EF4-FFF2-40B4-BE49-F238E27FC236}">
                  <a16:creationId xmlns:a16="http://schemas.microsoft.com/office/drawing/2014/main" id="{BC675DBE-1DE8-44BA-96C0-3533CE8F22DA}"/>
                </a:ext>
              </a:extLst>
            </p:cNvPr>
            <p:cNvGrpSpPr/>
            <p:nvPr/>
          </p:nvGrpSpPr>
          <p:grpSpPr>
            <a:xfrm>
              <a:off x="4727221" y="1833107"/>
              <a:ext cx="1112470" cy="2203529"/>
              <a:chOff x="4727221" y="1833107"/>
              <a:chExt cx="1112470" cy="2203529"/>
            </a:xfrm>
          </p:grpSpPr>
          <p:sp>
            <p:nvSpPr>
              <p:cNvPr id="61" name="平行四边形 60">
                <a:extLst>
                  <a:ext uri="{FF2B5EF4-FFF2-40B4-BE49-F238E27FC236}">
                    <a16:creationId xmlns:a16="http://schemas.microsoft.com/office/drawing/2014/main" id="{167A9D3E-0676-47E4-94F0-58BC60827103}"/>
                  </a:ext>
                </a:extLst>
              </p:cNvPr>
              <p:cNvSpPr/>
              <p:nvPr/>
            </p:nvSpPr>
            <p:spPr>
              <a:xfrm>
                <a:off x="4727221" y="1833107"/>
                <a:ext cx="1112470" cy="2203529"/>
              </a:xfrm>
              <a:prstGeom prst="parallelogram">
                <a:avLst>
                  <a:gd name="adj" fmla="val 64855"/>
                </a:avLst>
              </a:prstGeom>
              <a:solidFill>
                <a:schemeClr val="accent4"/>
              </a:solidFill>
              <a:ln>
                <a:solidFill>
                  <a:schemeClr val="tx1"/>
                </a:solidFill>
              </a:ln>
              <a:scene3d>
                <a:camera prst="orthographicFront">
                  <a:rot lat="0" lon="10800000" rev="0"/>
                </a:camera>
                <a:lightRig rig="threePt" dir="t"/>
              </a:scene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62" name="文本框 61">
                <a:extLst>
                  <a:ext uri="{FF2B5EF4-FFF2-40B4-BE49-F238E27FC236}">
                    <a16:creationId xmlns:a16="http://schemas.microsoft.com/office/drawing/2014/main" id="{0054DF1A-8D82-4D30-8092-58E398D9B649}"/>
                  </a:ext>
                </a:extLst>
              </p:cNvPr>
              <p:cNvSpPr txBox="1"/>
              <p:nvPr/>
            </p:nvSpPr>
            <p:spPr>
              <a:xfrm rot="4294133">
                <a:off x="4621573" y="2738261"/>
                <a:ext cx="1327871" cy="369332"/>
              </a:xfrm>
              <a:prstGeom prst="rect">
                <a:avLst/>
              </a:prstGeom>
              <a:noFill/>
            </p:spPr>
            <p:txBody>
              <a:bodyPr wrap="square" rtlCol="0">
                <a:spAutoFit/>
              </a:bodyPr>
              <a:lstStyle/>
              <a:p>
                <a:pPr algn="ctr"/>
                <a:r>
                  <a:rPr lang="en-US" altLang="zh-CN" b="1" dirty="0">
                    <a:solidFill>
                      <a:schemeClr val="bg1"/>
                    </a:solidFill>
                    <a:latin typeface="+mn-ea"/>
                  </a:rPr>
                  <a:t>ACK1</a:t>
                </a:r>
                <a:endParaRPr lang="zh-CN" altLang="en-US" b="1" dirty="0">
                  <a:solidFill>
                    <a:schemeClr val="bg1"/>
                  </a:solidFill>
                  <a:latin typeface="+mn-ea"/>
                </a:endParaRPr>
              </a:p>
            </p:txBody>
          </p:sp>
        </p:grpSp>
        <p:cxnSp>
          <p:nvCxnSpPr>
            <p:cNvPr id="60" name="直接箭头连接符 59">
              <a:extLst>
                <a:ext uri="{FF2B5EF4-FFF2-40B4-BE49-F238E27FC236}">
                  <a16:creationId xmlns:a16="http://schemas.microsoft.com/office/drawing/2014/main" id="{43D4226A-3BBB-453F-B843-024E0DD29C75}"/>
                </a:ext>
              </a:extLst>
            </p:cNvPr>
            <p:cNvCxnSpPr>
              <a:cxnSpLocks/>
            </p:cNvCxnSpPr>
            <p:nvPr/>
          </p:nvCxnSpPr>
          <p:spPr>
            <a:xfrm>
              <a:off x="5408006" y="3283251"/>
              <a:ext cx="176037" cy="478258"/>
            </a:xfrm>
            <a:prstGeom prst="straightConnector1">
              <a:avLst/>
            </a:prstGeom>
            <a:ln w="38100">
              <a:solidFill>
                <a:schemeClr val="bg1"/>
              </a:solidFill>
              <a:tailEnd type="triangle"/>
            </a:ln>
          </p:spPr>
          <p:style>
            <a:lnRef idx="1">
              <a:schemeClr val="accent1"/>
            </a:lnRef>
            <a:fillRef idx="0">
              <a:schemeClr val="accent1"/>
            </a:fillRef>
            <a:effectRef idx="0">
              <a:schemeClr val="accent1"/>
            </a:effectRef>
            <a:fontRef idx="minor">
              <a:schemeClr val="tx1"/>
            </a:fontRef>
          </p:style>
        </p:cxnSp>
      </p:grpSp>
      <p:sp>
        <p:nvSpPr>
          <p:cNvPr id="63" name="文本框 62">
            <a:extLst>
              <a:ext uri="{FF2B5EF4-FFF2-40B4-BE49-F238E27FC236}">
                <a16:creationId xmlns:a16="http://schemas.microsoft.com/office/drawing/2014/main" id="{7DC66FC9-BCFD-4EC9-AF9E-E636652B3F24}"/>
              </a:ext>
            </a:extLst>
          </p:cNvPr>
          <p:cNvSpPr txBox="1"/>
          <p:nvPr/>
        </p:nvSpPr>
        <p:spPr>
          <a:xfrm>
            <a:off x="9582660" y="2473917"/>
            <a:ext cx="856822" cy="369332"/>
          </a:xfrm>
          <a:prstGeom prst="rect">
            <a:avLst/>
          </a:prstGeom>
          <a:noFill/>
        </p:spPr>
        <p:txBody>
          <a:bodyPr wrap="square" rtlCol="0">
            <a:spAutoFit/>
          </a:bodyPr>
          <a:lstStyle/>
          <a:p>
            <a:pPr algn="ctr"/>
            <a:r>
              <a:rPr lang="en-US" altLang="zh-CN" b="1" dirty="0">
                <a:latin typeface="+mn-ea"/>
              </a:rPr>
              <a:t>……</a:t>
            </a:r>
            <a:endParaRPr lang="zh-CN" altLang="en-US" b="1" dirty="0">
              <a:latin typeface="+mn-ea"/>
            </a:endParaRPr>
          </a:p>
        </p:txBody>
      </p:sp>
      <p:grpSp>
        <p:nvGrpSpPr>
          <p:cNvPr id="82" name="组合 81">
            <a:extLst>
              <a:ext uri="{FF2B5EF4-FFF2-40B4-BE49-F238E27FC236}">
                <a16:creationId xmlns:a16="http://schemas.microsoft.com/office/drawing/2014/main" id="{92324E7D-EBA2-4A58-A8FF-15C8A4F3939D}"/>
              </a:ext>
            </a:extLst>
          </p:cNvPr>
          <p:cNvGrpSpPr/>
          <p:nvPr/>
        </p:nvGrpSpPr>
        <p:grpSpPr>
          <a:xfrm>
            <a:off x="1993500" y="3745605"/>
            <a:ext cx="1961465" cy="459765"/>
            <a:chOff x="1993500" y="4021893"/>
            <a:chExt cx="1961465" cy="459765"/>
          </a:xfrm>
        </p:grpSpPr>
        <p:cxnSp>
          <p:nvCxnSpPr>
            <p:cNvPr id="65" name="直接连接符 64">
              <a:extLst>
                <a:ext uri="{FF2B5EF4-FFF2-40B4-BE49-F238E27FC236}">
                  <a16:creationId xmlns:a16="http://schemas.microsoft.com/office/drawing/2014/main" id="{14641A5B-72A5-4048-BEC6-AB104E0B5DFE}"/>
                </a:ext>
              </a:extLst>
            </p:cNvPr>
            <p:cNvCxnSpPr>
              <a:cxnSpLocks/>
            </p:cNvCxnSpPr>
            <p:nvPr/>
          </p:nvCxnSpPr>
          <p:spPr>
            <a:xfrm>
              <a:off x="2000078" y="4021893"/>
              <a:ext cx="0" cy="379068"/>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67" name="直接连接符 66">
              <a:extLst>
                <a:ext uri="{FF2B5EF4-FFF2-40B4-BE49-F238E27FC236}">
                  <a16:creationId xmlns:a16="http://schemas.microsoft.com/office/drawing/2014/main" id="{99BBD480-9F62-4837-B5A2-5A23C02B8EA3}"/>
                </a:ext>
              </a:extLst>
            </p:cNvPr>
            <p:cNvCxnSpPr>
              <a:cxnSpLocks/>
            </p:cNvCxnSpPr>
            <p:nvPr/>
          </p:nvCxnSpPr>
          <p:spPr>
            <a:xfrm>
              <a:off x="3954965" y="4035468"/>
              <a:ext cx="0" cy="379068"/>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69" name="直接箭头连接符 68">
              <a:extLst>
                <a:ext uri="{FF2B5EF4-FFF2-40B4-BE49-F238E27FC236}">
                  <a16:creationId xmlns:a16="http://schemas.microsoft.com/office/drawing/2014/main" id="{D8B79EDE-6165-4744-91FE-D14E6817FF17}"/>
                </a:ext>
              </a:extLst>
            </p:cNvPr>
            <p:cNvCxnSpPr/>
            <p:nvPr/>
          </p:nvCxnSpPr>
          <p:spPr>
            <a:xfrm>
              <a:off x="1993500" y="4279057"/>
              <a:ext cx="1961465" cy="0"/>
            </a:xfrm>
            <a:prstGeom prst="straightConnector1">
              <a:avLst/>
            </a:prstGeom>
            <a:ln w="12700">
              <a:solidFill>
                <a:schemeClr val="tx1"/>
              </a:solidFill>
              <a:headEnd type="triangle"/>
              <a:tailEnd type="triangle"/>
            </a:ln>
          </p:spPr>
          <p:style>
            <a:lnRef idx="1">
              <a:schemeClr val="accent1"/>
            </a:lnRef>
            <a:fillRef idx="0">
              <a:schemeClr val="accent1"/>
            </a:fillRef>
            <a:effectRef idx="0">
              <a:schemeClr val="accent1"/>
            </a:effectRef>
            <a:fontRef idx="minor">
              <a:schemeClr val="tx1"/>
            </a:fontRef>
          </p:style>
        </p:cxnSp>
        <mc:AlternateContent xmlns:mc="http://schemas.openxmlformats.org/markup-compatibility/2006" xmlns:a14="http://schemas.microsoft.com/office/drawing/2010/main">
          <mc:Choice Requires="a14">
            <p:sp>
              <p:nvSpPr>
                <p:cNvPr id="70" name="文本框 69">
                  <a:extLst>
                    <a:ext uri="{FF2B5EF4-FFF2-40B4-BE49-F238E27FC236}">
                      <a16:creationId xmlns:a16="http://schemas.microsoft.com/office/drawing/2014/main" id="{357F2022-BD20-42A2-B677-DD40D25FB687}"/>
                    </a:ext>
                  </a:extLst>
                </p:cNvPr>
                <p:cNvSpPr txBox="1"/>
                <p:nvPr/>
              </p:nvSpPr>
              <p:spPr>
                <a:xfrm>
                  <a:off x="2784784" y="4081548"/>
                  <a:ext cx="397926" cy="400110"/>
                </a:xfrm>
                <a:prstGeom prst="rect">
                  <a:avLst/>
                </a:prstGeom>
                <a:solidFill>
                  <a:schemeClr val="bg1"/>
                </a:solidFill>
              </p:spPr>
              <p:txBody>
                <a:bodyPr wrap="square" rtlCol="0">
                  <a:spAutoFit/>
                </a:bodyPr>
                <a:lstStyle/>
                <a:p>
                  <a:pPr algn="ctr"/>
                  <a14:m>
                    <m:oMathPara xmlns:m="http://schemas.openxmlformats.org/officeDocument/2006/math">
                      <m:oMathParaPr>
                        <m:jc m:val="center"/>
                      </m:oMathParaPr>
                      <m:oMath xmlns:m="http://schemas.openxmlformats.org/officeDocument/2006/math">
                        <m:sSub>
                          <m:sSubPr>
                            <m:ctrlPr>
                              <a:rPr lang="en-US" altLang="zh-CN" sz="2000" b="1" i="1" dirty="0" smtClean="0">
                                <a:latin typeface="Cambria Math" panose="02040503050406030204" pitchFamily="18" charset="0"/>
                              </a:rPr>
                            </m:ctrlPr>
                          </m:sSubPr>
                          <m:e>
                            <m:r>
                              <a:rPr lang="en-US" altLang="zh-CN" sz="2000" b="1" i="1" dirty="0" smtClean="0">
                                <a:latin typeface="Cambria Math" panose="02040503050406030204" pitchFamily="18" charset="0"/>
                              </a:rPr>
                              <m:t>  </m:t>
                            </m:r>
                            <m:r>
                              <a:rPr lang="en-US" altLang="zh-CN" sz="2000" b="1" i="1" dirty="0" smtClean="0">
                                <a:latin typeface="Cambria Math" panose="02040503050406030204" pitchFamily="18" charset="0"/>
                              </a:rPr>
                              <m:t>𝑻</m:t>
                            </m:r>
                          </m:e>
                          <m:sub>
                            <m:r>
                              <a:rPr lang="en-US" altLang="zh-CN" sz="2000" b="1" i="1" dirty="0" smtClean="0">
                                <a:latin typeface="Cambria Math" panose="02040503050406030204" pitchFamily="18" charset="0"/>
                              </a:rPr>
                              <m:t>𝑫</m:t>
                            </m:r>
                          </m:sub>
                        </m:sSub>
                      </m:oMath>
                    </m:oMathPara>
                  </a14:m>
                  <a:endParaRPr lang="zh-CN" altLang="en-US" sz="2000" b="1" dirty="0">
                    <a:latin typeface="+mn-ea"/>
                  </a:endParaRPr>
                </a:p>
              </p:txBody>
            </p:sp>
          </mc:Choice>
          <mc:Fallback xmlns="">
            <p:sp>
              <p:nvSpPr>
                <p:cNvPr id="70" name="文本框 69">
                  <a:extLst>
                    <a:ext uri="{FF2B5EF4-FFF2-40B4-BE49-F238E27FC236}">
                      <a16:creationId xmlns:a16="http://schemas.microsoft.com/office/drawing/2014/main" id="{357F2022-BD20-42A2-B677-DD40D25FB687}"/>
                    </a:ext>
                  </a:extLst>
                </p:cNvPr>
                <p:cNvSpPr txBox="1">
                  <a:spLocks noRot="1" noChangeAspect="1" noMove="1" noResize="1" noEditPoints="1" noAdjustHandles="1" noChangeArrowheads="1" noChangeShapeType="1" noTextEdit="1"/>
                </p:cNvSpPr>
                <p:nvPr/>
              </p:nvSpPr>
              <p:spPr>
                <a:xfrm>
                  <a:off x="2784784" y="4081548"/>
                  <a:ext cx="397926" cy="400110"/>
                </a:xfrm>
                <a:prstGeom prst="rect">
                  <a:avLst/>
                </a:prstGeom>
                <a:blipFill>
                  <a:blip r:embed="rId7"/>
                  <a:stretch>
                    <a:fillRect l="-13846" r="-7692" b="-3077"/>
                  </a:stretch>
                </a:blipFill>
              </p:spPr>
              <p:txBody>
                <a:bodyPr/>
                <a:lstStyle/>
                <a:p>
                  <a:r>
                    <a:rPr lang="zh-CN" altLang="en-US">
                      <a:noFill/>
                    </a:rPr>
                    <a:t> </a:t>
                  </a:r>
                </a:p>
              </p:txBody>
            </p:sp>
          </mc:Fallback>
        </mc:AlternateContent>
      </p:grpSp>
      <p:grpSp>
        <p:nvGrpSpPr>
          <p:cNvPr id="85" name="组合 84">
            <a:extLst>
              <a:ext uri="{FF2B5EF4-FFF2-40B4-BE49-F238E27FC236}">
                <a16:creationId xmlns:a16="http://schemas.microsoft.com/office/drawing/2014/main" id="{44B802BC-CD8E-4A30-BD3E-E9FCE8455DBE}"/>
              </a:ext>
            </a:extLst>
          </p:cNvPr>
          <p:cNvGrpSpPr/>
          <p:nvPr/>
        </p:nvGrpSpPr>
        <p:grpSpPr>
          <a:xfrm>
            <a:off x="4433313" y="1143376"/>
            <a:ext cx="943130" cy="411765"/>
            <a:chOff x="4433313" y="1419664"/>
            <a:chExt cx="943130" cy="411765"/>
          </a:xfrm>
        </p:grpSpPr>
        <mc:AlternateContent xmlns:mc="http://schemas.openxmlformats.org/markup-compatibility/2006" xmlns:a14="http://schemas.microsoft.com/office/drawing/2010/main">
          <mc:Choice Requires="a14">
            <p:sp>
              <p:nvSpPr>
                <p:cNvPr id="75" name="文本框 74">
                  <a:extLst>
                    <a:ext uri="{FF2B5EF4-FFF2-40B4-BE49-F238E27FC236}">
                      <a16:creationId xmlns:a16="http://schemas.microsoft.com/office/drawing/2014/main" id="{05D96240-7B69-4E76-B3DC-324937831946}"/>
                    </a:ext>
                  </a:extLst>
                </p:cNvPr>
                <p:cNvSpPr txBox="1"/>
                <p:nvPr/>
              </p:nvSpPr>
              <p:spPr>
                <a:xfrm>
                  <a:off x="4719317" y="1419664"/>
                  <a:ext cx="397926" cy="400110"/>
                </a:xfrm>
                <a:prstGeom prst="rect">
                  <a:avLst/>
                </a:prstGeom>
                <a:noFill/>
              </p:spPr>
              <p:txBody>
                <a:bodyPr wrap="square" rtlCol="0">
                  <a:spAutoFit/>
                </a:bodyPr>
                <a:lstStyle/>
                <a:p>
                  <a:pPr algn="ctr"/>
                  <a14:m>
                    <m:oMathPara xmlns:m="http://schemas.openxmlformats.org/officeDocument/2006/math">
                      <m:oMathParaPr>
                        <m:jc m:val="center"/>
                      </m:oMathParaPr>
                      <m:oMath xmlns:m="http://schemas.openxmlformats.org/officeDocument/2006/math">
                        <m:sSub>
                          <m:sSubPr>
                            <m:ctrlPr>
                              <a:rPr lang="en-US" altLang="zh-CN" sz="2000" b="1" i="1" dirty="0" smtClean="0">
                                <a:latin typeface="Cambria Math" panose="02040503050406030204" pitchFamily="18" charset="0"/>
                              </a:rPr>
                            </m:ctrlPr>
                          </m:sSubPr>
                          <m:e>
                            <m:r>
                              <a:rPr lang="en-US" altLang="zh-CN" sz="2000" b="1" i="1" dirty="0" smtClean="0">
                                <a:latin typeface="Cambria Math" panose="02040503050406030204" pitchFamily="18" charset="0"/>
                              </a:rPr>
                              <m:t>  </m:t>
                            </m:r>
                            <m:r>
                              <a:rPr lang="en-US" altLang="zh-CN" sz="2000" b="1" i="1" dirty="0" smtClean="0">
                                <a:latin typeface="Cambria Math" panose="02040503050406030204" pitchFamily="18" charset="0"/>
                              </a:rPr>
                              <m:t>𝑻</m:t>
                            </m:r>
                          </m:e>
                          <m:sub>
                            <m:r>
                              <a:rPr lang="en-US" altLang="zh-CN" sz="2000" b="1" i="1" dirty="0" smtClean="0">
                                <a:latin typeface="Cambria Math" panose="02040503050406030204" pitchFamily="18" charset="0"/>
                              </a:rPr>
                              <m:t>𝑨</m:t>
                            </m:r>
                          </m:sub>
                        </m:sSub>
                      </m:oMath>
                    </m:oMathPara>
                  </a14:m>
                  <a:endParaRPr lang="zh-CN" altLang="en-US" sz="2000" b="1" dirty="0">
                    <a:latin typeface="+mn-ea"/>
                  </a:endParaRPr>
                </a:p>
              </p:txBody>
            </p:sp>
          </mc:Choice>
          <mc:Fallback xmlns="">
            <p:sp>
              <p:nvSpPr>
                <p:cNvPr id="75" name="文本框 74">
                  <a:extLst>
                    <a:ext uri="{FF2B5EF4-FFF2-40B4-BE49-F238E27FC236}">
                      <a16:creationId xmlns:a16="http://schemas.microsoft.com/office/drawing/2014/main" id="{05D96240-7B69-4E76-B3DC-324937831946}"/>
                    </a:ext>
                  </a:extLst>
                </p:cNvPr>
                <p:cNvSpPr txBox="1">
                  <a:spLocks noRot="1" noChangeAspect="1" noMove="1" noResize="1" noEditPoints="1" noAdjustHandles="1" noChangeArrowheads="1" noChangeShapeType="1" noTextEdit="1"/>
                </p:cNvSpPr>
                <p:nvPr/>
              </p:nvSpPr>
              <p:spPr>
                <a:xfrm>
                  <a:off x="4719317" y="1419664"/>
                  <a:ext cx="397926" cy="400110"/>
                </a:xfrm>
                <a:prstGeom prst="rect">
                  <a:avLst/>
                </a:prstGeom>
                <a:blipFill>
                  <a:blip r:embed="rId8"/>
                  <a:stretch>
                    <a:fillRect l="-10769" r="-7692" b="-1515"/>
                  </a:stretch>
                </a:blipFill>
              </p:spPr>
              <p:txBody>
                <a:bodyPr/>
                <a:lstStyle/>
                <a:p>
                  <a:r>
                    <a:rPr lang="zh-CN" altLang="en-US">
                      <a:noFill/>
                    </a:rPr>
                    <a:t> </a:t>
                  </a:r>
                </a:p>
              </p:txBody>
            </p:sp>
          </mc:Fallback>
        </mc:AlternateContent>
        <p:cxnSp>
          <p:nvCxnSpPr>
            <p:cNvPr id="76" name="直接连接符 75">
              <a:extLst>
                <a:ext uri="{FF2B5EF4-FFF2-40B4-BE49-F238E27FC236}">
                  <a16:creationId xmlns:a16="http://schemas.microsoft.com/office/drawing/2014/main" id="{AE716ED0-A342-416C-BDC5-61BBA718A2DF}"/>
                </a:ext>
              </a:extLst>
            </p:cNvPr>
            <p:cNvCxnSpPr>
              <a:cxnSpLocks/>
            </p:cNvCxnSpPr>
            <p:nvPr/>
          </p:nvCxnSpPr>
          <p:spPr>
            <a:xfrm>
              <a:off x="4727220" y="1452361"/>
              <a:ext cx="0" cy="379068"/>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77" name="直接连接符 76">
              <a:extLst>
                <a:ext uri="{FF2B5EF4-FFF2-40B4-BE49-F238E27FC236}">
                  <a16:creationId xmlns:a16="http://schemas.microsoft.com/office/drawing/2014/main" id="{26E9320B-D1F0-4E77-9093-B44723528EE0}"/>
                </a:ext>
              </a:extLst>
            </p:cNvPr>
            <p:cNvCxnSpPr>
              <a:cxnSpLocks/>
            </p:cNvCxnSpPr>
            <p:nvPr/>
          </p:nvCxnSpPr>
          <p:spPr>
            <a:xfrm>
              <a:off x="5117243" y="1452361"/>
              <a:ext cx="0" cy="379068"/>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79" name="直接箭头连接符 78">
              <a:extLst>
                <a:ext uri="{FF2B5EF4-FFF2-40B4-BE49-F238E27FC236}">
                  <a16:creationId xmlns:a16="http://schemas.microsoft.com/office/drawing/2014/main" id="{CAFACF40-B517-467E-A5E7-F8972FAF017F}"/>
                </a:ext>
              </a:extLst>
            </p:cNvPr>
            <p:cNvCxnSpPr/>
            <p:nvPr/>
          </p:nvCxnSpPr>
          <p:spPr>
            <a:xfrm>
              <a:off x="4433313" y="1641895"/>
              <a:ext cx="259200" cy="0"/>
            </a:xfrm>
            <a:prstGeom prst="straightConnector1">
              <a:avLst/>
            </a:prstGeom>
            <a:ln w="12700">
              <a:solidFill>
                <a:schemeClr val="tx1"/>
              </a:solidFill>
              <a:tailEnd type="triangle"/>
            </a:ln>
          </p:spPr>
          <p:style>
            <a:lnRef idx="1">
              <a:schemeClr val="accent1"/>
            </a:lnRef>
            <a:fillRef idx="0">
              <a:schemeClr val="accent1"/>
            </a:fillRef>
            <a:effectRef idx="0">
              <a:schemeClr val="accent1"/>
            </a:effectRef>
            <a:fontRef idx="minor">
              <a:schemeClr val="tx1"/>
            </a:fontRef>
          </p:style>
        </p:cxnSp>
        <p:cxnSp>
          <p:nvCxnSpPr>
            <p:cNvPr id="80" name="直接箭头连接符 79">
              <a:extLst>
                <a:ext uri="{FF2B5EF4-FFF2-40B4-BE49-F238E27FC236}">
                  <a16:creationId xmlns:a16="http://schemas.microsoft.com/office/drawing/2014/main" id="{97DFA644-109F-4001-96E4-6054915E9161}"/>
                </a:ext>
              </a:extLst>
            </p:cNvPr>
            <p:cNvCxnSpPr>
              <a:cxnSpLocks/>
            </p:cNvCxnSpPr>
            <p:nvPr/>
          </p:nvCxnSpPr>
          <p:spPr>
            <a:xfrm flipH="1">
              <a:off x="5117243" y="1635098"/>
              <a:ext cx="259200" cy="0"/>
            </a:xfrm>
            <a:prstGeom prst="straightConnector1">
              <a:avLst/>
            </a:prstGeom>
            <a:ln w="12700">
              <a:solidFill>
                <a:schemeClr val="tx1"/>
              </a:solidFill>
              <a:tailEnd type="triangle"/>
            </a:ln>
          </p:spPr>
          <p:style>
            <a:lnRef idx="1">
              <a:schemeClr val="accent1"/>
            </a:lnRef>
            <a:fillRef idx="0">
              <a:schemeClr val="accent1"/>
            </a:fillRef>
            <a:effectRef idx="0">
              <a:schemeClr val="accent1"/>
            </a:effectRef>
            <a:fontRef idx="minor">
              <a:schemeClr val="tx1"/>
            </a:fontRef>
          </p:style>
        </p:cxnSp>
      </p:grpSp>
      <p:grpSp>
        <p:nvGrpSpPr>
          <p:cNvPr id="84" name="组合 83">
            <a:extLst>
              <a:ext uri="{FF2B5EF4-FFF2-40B4-BE49-F238E27FC236}">
                <a16:creationId xmlns:a16="http://schemas.microsoft.com/office/drawing/2014/main" id="{0BDADA11-F340-443D-B168-81167FE2197D}"/>
              </a:ext>
            </a:extLst>
          </p:cNvPr>
          <p:cNvGrpSpPr/>
          <p:nvPr/>
        </p:nvGrpSpPr>
        <p:grpSpPr>
          <a:xfrm>
            <a:off x="3952953" y="3759180"/>
            <a:ext cx="1503726" cy="446190"/>
            <a:chOff x="3952953" y="4035468"/>
            <a:chExt cx="1503726" cy="446190"/>
          </a:xfrm>
        </p:grpSpPr>
        <p:cxnSp>
          <p:nvCxnSpPr>
            <p:cNvPr id="71" name="直接连接符 70">
              <a:extLst>
                <a:ext uri="{FF2B5EF4-FFF2-40B4-BE49-F238E27FC236}">
                  <a16:creationId xmlns:a16="http://schemas.microsoft.com/office/drawing/2014/main" id="{401986A0-6A78-4A7B-A9BC-B3E76D49A527}"/>
                </a:ext>
              </a:extLst>
            </p:cNvPr>
            <p:cNvCxnSpPr>
              <a:cxnSpLocks/>
            </p:cNvCxnSpPr>
            <p:nvPr/>
          </p:nvCxnSpPr>
          <p:spPr>
            <a:xfrm>
              <a:off x="5456679" y="4035468"/>
              <a:ext cx="0" cy="379068"/>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72" name="直接箭头连接符 71">
              <a:extLst>
                <a:ext uri="{FF2B5EF4-FFF2-40B4-BE49-F238E27FC236}">
                  <a16:creationId xmlns:a16="http://schemas.microsoft.com/office/drawing/2014/main" id="{7B01EFCB-45EE-42AB-9918-4D92BE4E6D4F}"/>
                </a:ext>
              </a:extLst>
            </p:cNvPr>
            <p:cNvCxnSpPr>
              <a:cxnSpLocks/>
            </p:cNvCxnSpPr>
            <p:nvPr/>
          </p:nvCxnSpPr>
          <p:spPr>
            <a:xfrm>
              <a:off x="3954965" y="4279057"/>
              <a:ext cx="1501714" cy="0"/>
            </a:xfrm>
            <a:prstGeom prst="straightConnector1">
              <a:avLst/>
            </a:prstGeom>
            <a:ln w="12700">
              <a:solidFill>
                <a:schemeClr val="tx1"/>
              </a:solidFill>
              <a:headEnd type="triangle"/>
              <a:tailEnd type="triangle"/>
            </a:ln>
          </p:spPr>
          <p:style>
            <a:lnRef idx="1">
              <a:schemeClr val="accent1"/>
            </a:lnRef>
            <a:fillRef idx="0">
              <a:schemeClr val="accent1"/>
            </a:fillRef>
            <a:effectRef idx="0">
              <a:schemeClr val="accent1"/>
            </a:effectRef>
            <a:fontRef idx="minor">
              <a:schemeClr val="tx1"/>
            </a:fontRef>
          </p:style>
        </p:cxnSp>
        <mc:AlternateContent xmlns:mc="http://schemas.openxmlformats.org/markup-compatibility/2006" xmlns:a14="http://schemas.microsoft.com/office/drawing/2010/main">
          <mc:Choice Requires="a14">
            <p:sp>
              <p:nvSpPr>
                <p:cNvPr id="74" name="文本框 73">
                  <a:extLst>
                    <a:ext uri="{FF2B5EF4-FFF2-40B4-BE49-F238E27FC236}">
                      <a16:creationId xmlns:a16="http://schemas.microsoft.com/office/drawing/2014/main" id="{B1C4F152-1534-4026-96FD-6804B8A452D2}"/>
                    </a:ext>
                  </a:extLst>
                </p:cNvPr>
                <p:cNvSpPr txBox="1"/>
                <p:nvPr/>
              </p:nvSpPr>
              <p:spPr>
                <a:xfrm>
                  <a:off x="4469236" y="4081548"/>
                  <a:ext cx="515969" cy="400110"/>
                </a:xfrm>
                <a:prstGeom prst="rect">
                  <a:avLst/>
                </a:prstGeom>
                <a:solidFill>
                  <a:schemeClr val="bg1"/>
                </a:solidFill>
              </p:spPr>
              <p:txBody>
                <a:bodyPr wrap="square" rtlCol="0">
                  <a:spAutoFit/>
                </a:bodyPr>
                <a:lstStyle/>
                <a:p>
                  <a:pPr algn="ctr"/>
                  <a14:m>
                    <m:oMathPara xmlns:m="http://schemas.openxmlformats.org/officeDocument/2006/math">
                      <m:oMathParaPr>
                        <m:jc m:val="center"/>
                      </m:oMathParaPr>
                      <m:oMath xmlns:m="http://schemas.openxmlformats.org/officeDocument/2006/math">
                        <m:r>
                          <a:rPr lang="en-US" altLang="zh-CN" sz="2000" b="1" i="1" dirty="0" smtClean="0">
                            <a:latin typeface="Cambria Math" panose="02040503050406030204" pitchFamily="18" charset="0"/>
                          </a:rPr>
                          <m:t> </m:t>
                        </m:r>
                        <m:r>
                          <a:rPr lang="en-US" altLang="zh-CN" sz="2000" b="1" i="1" dirty="0" smtClean="0">
                            <a:latin typeface="Cambria Math" panose="02040503050406030204" pitchFamily="18" charset="0"/>
                          </a:rPr>
                          <m:t>𝑹𝑻𝑻</m:t>
                        </m:r>
                      </m:oMath>
                    </m:oMathPara>
                  </a14:m>
                  <a:endParaRPr lang="zh-CN" altLang="en-US" sz="2000" b="1" dirty="0">
                    <a:latin typeface="+mn-ea"/>
                  </a:endParaRPr>
                </a:p>
              </p:txBody>
            </p:sp>
          </mc:Choice>
          <mc:Fallback xmlns="">
            <p:sp>
              <p:nvSpPr>
                <p:cNvPr id="74" name="文本框 73">
                  <a:extLst>
                    <a:ext uri="{FF2B5EF4-FFF2-40B4-BE49-F238E27FC236}">
                      <a16:creationId xmlns:a16="http://schemas.microsoft.com/office/drawing/2014/main" id="{B1C4F152-1534-4026-96FD-6804B8A452D2}"/>
                    </a:ext>
                  </a:extLst>
                </p:cNvPr>
                <p:cNvSpPr txBox="1">
                  <a:spLocks noRot="1" noChangeAspect="1" noMove="1" noResize="1" noEditPoints="1" noAdjustHandles="1" noChangeArrowheads="1" noChangeShapeType="1" noTextEdit="1"/>
                </p:cNvSpPr>
                <p:nvPr/>
              </p:nvSpPr>
              <p:spPr>
                <a:xfrm>
                  <a:off x="4469236" y="4081548"/>
                  <a:ext cx="515969" cy="400110"/>
                </a:xfrm>
                <a:prstGeom prst="rect">
                  <a:avLst/>
                </a:prstGeom>
                <a:blipFill>
                  <a:blip r:embed="rId9"/>
                  <a:stretch>
                    <a:fillRect l="-16471" r="-12941"/>
                  </a:stretch>
                </a:blipFill>
              </p:spPr>
              <p:txBody>
                <a:bodyPr/>
                <a:lstStyle/>
                <a:p>
                  <a:r>
                    <a:rPr lang="zh-CN" altLang="en-US">
                      <a:noFill/>
                    </a:rPr>
                    <a:t> </a:t>
                  </a:r>
                </a:p>
              </p:txBody>
            </p:sp>
          </mc:Fallback>
        </mc:AlternateContent>
        <p:cxnSp>
          <p:nvCxnSpPr>
            <p:cNvPr id="83" name="直接连接符 82">
              <a:extLst>
                <a:ext uri="{FF2B5EF4-FFF2-40B4-BE49-F238E27FC236}">
                  <a16:creationId xmlns:a16="http://schemas.microsoft.com/office/drawing/2014/main" id="{C9382475-C025-4C52-8DE1-B018B8B75C72}"/>
                </a:ext>
              </a:extLst>
            </p:cNvPr>
            <p:cNvCxnSpPr>
              <a:cxnSpLocks/>
            </p:cNvCxnSpPr>
            <p:nvPr/>
          </p:nvCxnSpPr>
          <p:spPr>
            <a:xfrm>
              <a:off x="3952953" y="4035468"/>
              <a:ext cx="0" cy="379068"/>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95" name="组合 94">
            <a:extLst>
              <a:ext uri="{FF2B5EF4-FFF2-40B4-BE49-F238E27FC236}">
                <a16:creationId xmlns:a16="http://schemas.microsoft.com/office/drawing/2014/main" id="{1BC83EF7-BFF2-4CAF-AB01-303C88FF01FA}"/>
              </a:ext>
            </a:extLst>
          </p:cNvPr>
          <p:cNvGrpSpPr/>
          <p:nvPr/>
        </p:nvGrpSpPr>
        <p:grpSpPr>
          <a:xfrm>
            <a:off x="2000078" y="3745605"/>
            <a:ext cx="3839613" cy="1106859"/>
            <a:chOff x="2000078" y="4021893"/>
            <a:chExt cx="3839613" cy="1106859"/>
          </a:xfrm>
        </p:grpSpPr>
        <p:cxnSp>
          <p:nvCxnSpPr>
            <p:cNvPr id="87" name="直接连接符 86">
              <a:extLst>
                <a:ext uri="{FF2B5EF4-FFF2-40B4-BE49-F238E27FC236}">
                  <a16:creationId xmlns:a16="http://schemas.microsoft.com/office/drawing/2014/main" id="{C526970A-9FAF-4B67-84BD-6A60D0B3FEC1}"/>
                </a:ext>
              </a:extLst>
            </p:cNvPr>
            <p:cNvCxnSpPr>
              <a:cxnSpLocks/>
            </p:cNvCxnSpPr>
            <p:nvPr/>
          </p:nvCxnSpPr>
          <p:spPr>
            <a:xfrm>
              <a:off x="2000078" y="4021893"/>
              <a:ext cx="0" cy="1106859"/>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89" name="直接箭头连接符 88">
              <a:extLst>
                <a:ext uri="{FF2B5EF4-FFF2-40B4-BE49-F238E27FC236}">
                  <a16:creationId xmlns:a16="http://schemas.microsoft.com/office/drawing/2014/main" id="{C970C6C1-C8DC-47AC-8638-E97E26E03FE7}"/>
                </a:ext>
              </a:extLst>
            </p:cNvPr>
            <p:cNvCxnSpPr>
              <a:cxnSpLocks/>
            </p:cNvCxnSpPr>
            <p:nvPr/>
          </p:nvCxnSpPr>
          <p:spPr>
            <a:xfrm>
              <a:off x="2003014" y="4842581"/>
              <a:ext cx="3836677" cy="0"/>
            </a:xfrm>
            <a:prstGeom prst="straightConnector1">
              <a:avLst/>
            </a:prstGeom>
            <a:ln w="12700">
              <a:solidFill>
                <a:schemeClr val="tx1"/>
              </a:solidFill>
              <a:headEnd type="triangle"/>
              <a:tailEnd type="triangle"/>
            </a:ln>
          </p:spPr>
          <p:style>
            <a:lnRef idx="1">
              <a:schemeClr val="accent1"/>
            </a:lnRef>
            <a:fillRef idx="0">
              <a:schemeClr val="accent1"/>
            </a:fillRef>
            <a:effectRef idx="0">
              <a:schemeClr val="accent1"/>
            </a:effectRef>
            <a:fontRef idx="minor">
              <a:schemeClr val="tx1"/>
            </a:fontRef>
          </p:style>
        </p:cxnSp>
        <mc:AlternateContent xmlns:mc="http://schemas.openxmlformats.org/markup-compatibility/2006" xmlns:a14="http://schemas.microsoft.com/office/drawing/2010/main">
          <mc:Choice Requires="a14">
            <p:sp>
              <p:nvSpPr>
                <p:cNvPr id="90" name="文本框 89">
                  <a:extLst>
                    <a:ext uri="{FF2B5EF4-FFF2-40B4-BE49-F238E27FC236}">
                      <a16:creationId xmlns:a16="http://schemas.microsoft.com/office/drawing/2014/main" id="{DEF50075-0B28-41B1-B1C5-839ABC73A48F}"/>
                    </a:ext>
                  </a:extLst>
                </p:cNvPr>
                <p:cNvSpPr txBox="1"/>
                <p:nvPr/>
              </p:nvSpPr>
              <p:spPr>
                <a:xfrm>
                  <a:off x="2978100" y="4652464"/>
                  <a:ext cx="1907728" cy="400110"/>
                </a:xfrm>
                <a:prstGeom prst="rect">
                  <a:avLst/>
                </a:prstGeom>
                <a:solidFill>
                  <a:schemeClr val="bg1"/>
                </a:solidFill>
              </p:spPr>
              <p:txBody>
                <a:bodyPr wrap="square" rtlCol="0">
                  <a:spAutoFit/>
                </a:bodyPr>
                <a:lstStyle/>
                <a:p>
                  <a:pPr algn="ctr"/>
                  <a14:m>
                    <m:oMathPara xmlns:m="http://schemas.openxmlformats.org/officeDocument/2006/math">
                      <m:oMathParaPr>
                        <m:jc m:val="center"/>
                      </m:oMathParaPr>
                      <m:oMath xmlns:m="http://schemas.openxmlformats.org/officeDocument/2006/math">
                        <m:sSub>
                          <m:sSubPr>
                            <m:ctrlPr>
                              <a:rPr lang="en-US" altLang="zh-CN" sz="2000" b="1" i="1" dirty="0" smtClean="0">
                                <a:latin typeface="Cambria Math" panose="02040503050406030204" pitchFamily="18" charset="0"/>
                              </a:rPr>
                            </m:ctrlPr>
                          </m:sSubPr>
                          <m:e>
                            <m:r>
                              <a:rPr lang="en-US" altLang="zh-CN" sz="2000" b="1" i="1" dirty="0" smtClean="0">
                                <a:latin typeface="Cambria Math" panose="02040503050406030204" pitchFamily="18" charset="0"/>
                              </a:rPr>
                              <m:t>  </m:t>
                            </m:r>
                            <m:r>
                              <a:rPr lang="en-US" altLang="zh-CN" sz="2000" b="1" i="1" dirty="0" smtClean="0">
                                <a:latin typeface="Cambria Math" panose="02040503050406030204" pitchFamily="18" charset="0"/>
                              </a:rPr>
                              <m:t>𝑻</m:t>
                            </m:r>
                          </m:e>
                          <m:sub>
                            <m:r>
                              <a:rPr lang="en-US" altLang="zh-CN" sz="2000" b="1" i="1" dirty="0" smtClean="0">
                                <a:latin typeface="Cambria Math" panose="02040503050406030204" pitchFamily="18" charset="0"/>
                              </a:rPr>
                              <m:t>𝑫</m:t>
                            </m:r>
                          </m:sub>
                        </m:sSub>
                        <m:r>
                          <a:rPr lang="en-US" altLang="zh-CN" sz="2000" b="1" i="1" dirty="0">
                            <a:latin typeface="Cambria Math" panose="02040503050406030204" pitchFamily="18" charset="0"/>
                          </a:rPr>
                          <m:t>+</m:t>
                        </m:r>
                        <m:r>
                          <a:rPr lang="en-US" altLang="zh-CN" sz="2000" b="1" i="1" dirty="0" smtClean="0">
                            <a:latin typeface="Cambria Math" panose="02040503050406030204" pitchFamily="18" charset="0"/>
                          </a:rPr>
                          <m:t>𝑹𝑻𝑻</m:t>
                        </m:r>
                        <m:r>
                          <a:rPr lang="en-US" altLang="zh-CN" sz="2000" b="1" i="1" dirty="0" smtClean="0">
                            <a:latin typeface="Cambria Math" panose="02040503050406030204" pitchFamily="18" charset="0"/>
                          </a:rPr>
                          <m:t>+</m:t>
                        </m:r>
                        <m:sSub>
                          <m:sSubPr>
                            <m:ctrlPr>
                              <a:rPr lang="en-US" altLang="zh-CN" sz="2000" b="1" i="1" dirty="0" smtClean="0">
                                <a:latin typeface="Cambria Math" panose="02040503050406030204" pitchFamily="18" charset="0"/>
                              </a:rPr>
                            </m:ctrlPr>
                          </m:sSubPr>
                          <m:e>
                            <m:r>
                              <a:rPr lang="en-US" altLang="zh-CN" sz="2000" b="1" i="1" dirty="0" smtClean="0">
                                <a:latin typeface="Cambria Math" panose="02040503050406030204" pitchFamily="18" charset="0"/>
                              </a:rPr>
                              <m:t>𝑻</m:t>
                            </m:r>
                          </m:e>
                          <m:sub>
                            <m:r>
                              <a:rPr lang="en-US" altLang="zh-CN" sz="2000" b="1" i="1" dirty="0" smtClean="0">
                                <a:latin typeface="Cambria Math" panose="02040503050406030204" pitchFamily="18" charset="0"/>
                              </a:rPr>
                              <m:t>𝑨</m:t>
                            </m:r>
                          </m:sub>
                        </m:sSub>
                      </m:oMath>
                    </m:oMathPara>
                  </a14:m>
                  <a:endParaRPr lang="zh-CN" altLang="en-US" sz="2000" b="1" dirty="0">
                    <a:latin typeface="+mn-ea"/>
                  </a:endParaRPr>
                </a:p>
              </p:txBody>
            </p:sp>
          </mc:Choice>
          <mc:Fallback xmlns="">
            <p:sp>
              <p:nvSpPr>
                <p:cNvPr id="90" name="文本框 89">
                  <a:extLst>
                    <a:ext uri="{FF2B5EF4-FFF2-40B4-BE49-F238E27FC236}">
                      <a16:creationId xmlns:a16="http://schemas.microsoft.com/office/drawing/2014/main" id="{DEF50075-0B28-41B1-B1C5-839ABC73A48F}"/>
                    </a:ext>
                  </a:extLst>
                </p:cNvPr>
                <p:cNvSpPr txBox="1">
                  <a:spLocks noRot="1" noChangeAspect="1" noMove="1" noResize="1" noEditPoints="1" noAdjustHandles="1" noChangeArrowheads="1" noChangeShapeType="1" noTextEdit="1"/>
                </p:cNvSpPr>
                <p:nvPr/>
              </p:nvSpPr>
              <p:spPr>
                <a:xfrm>
                  <a:off x="2978100" y="4652464"/>
                  <a:ext cx="1907728" cy="400110"/>
                </a:xfrm>
                <a:prstGeom prst="rect">
                  <a:avLst/>
                </a:prstGeom>
                <a:blipFill>
                  <a:blip r:embed="rId10"/>
                  <a:stretch>
                    <a:fillRect b="-3030"/>
                  </a:stretch>
                </a:blipFill>
              </p:spPr>
              <p:txBody>
                <a:bodyPr/>
                <a:lstStyle/>
                <a:p>
                  <a:r>
                    <a:rPr lang="zh-CN" altLang="en-US">
                      <a:noFill/>
                    </a:rPr>
                    <a:t> </a:t>
                  </a:r>
                </a:p>
              </p:txBody>
            </p:sp>
          </mc:Fallback>
        </mc:AlternateContent>
        <p:cxnSp>
          <p:nvCxnSpPr>
            <p:cNvPr id="93" name="直接连接符 92">
              <a:extLst>
                <a:ext uri="{FF2B5EF4-FFF2-40B4-BE49-F238E27FC236}">
                  <a16:creationId xmlns:a16="http://schemas.microsoft.com/office/drawing/2014/main" id="{ABD40F63-6CEF-48B9-BA50-DEBC5F04B7DE}"/>
                </a:ext>
              </a:extLst>
            </p:cNvPr>
            <p:cNvCxnSpPr>
              <a:cxnSpLocks/>
            </p:cNvCxnSpPr>
            <p:nvPr/>
          </p:nvCxnSpPr>
          <p:spPr>
            <a:xfrm>
              <a:off x="5839691" y="4021893"/>
              <a:ext cx="0" cy="1106859"/>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98" name="组合 97">
            <a:extLst>
              <a:ext uri="{FF2B5EF4-FFF2-40B4-BE49-F238E27FC236}">
                <a16:creationId xmlns:a16="http://schemas.microsoft.com/office/drawing/2014/main" id="{5F5E117E-C642-4BE8-8CD7-DCCEA63A964A}"/>
              </a:ext>
            </a:extLst>
          </p:cNvPr>
          <p:cNvGrpSpPr/>
          <p:nvPr/>
        </p:nvGrpSpPr>
        <p:grpSpPr>
          <a:xfrm>
            <a:off x="1186164" y="5593488"/>
            <a:ext cx="3933903" cy="718851"/>
            <a:chOff x="6505579" y="4280305"/>
            <a:chExt cx="3933903" cy="718851"/>
          </a:xfrm>
        </p:grpSpPr>
        <mc:AlternateContent xmlns:mc="http://schemas.openxmlformats.org/markup-compatibility/2006" xmlns:a14="http://schemas.microsoft.com/office/drawing/2010/main">
          <mc:Choice Requires="a14">
            <p:sp>
              <p:nvSpPr>
                <p:cNvPr id="96" name="文本框 95">
                  <a:extLst>
                    <a:ext uri="{FF2B5EF4-FFF2-40B4-BE49-F238E27FC236}">
                      <a16:creationId xmlns:a16="http://schemas.microsoft.com/office/drawing/2014/main" id="{978EEE98-1E7E-447C-9FE4-7CD2FCA41CA9}"/>
                    </a:ext>
                  </a:extLst>
                </p:cNvPr>
                <p:cNvSpPr txBox="1"/>
                <p:nvPr/>
              </p:nvSpPr>
              <p:spPr>
                <a:xfrm>
                  <a:off x="7786686" y="4280305"/>
                  <a:ext cx="2652796" cy="718851"/>
                </a:xfrm>
                <a:prstGeom prst="rect">
                  <a:avLst/>
                </a:prstGeom>
                <a:noFill/>
              </p:spPr>
              <p:txBody>
                <a:bodyPr wrap="square" rtlCol="0">
                  <a:spAutoFit/>
                </a:bodyPr>
                <a:lstStyle/>
                <a:p>
                  <a:pPr algn="ctr"/>
                  <a14:m>
                    <m:oMathPara xmlns:m="http://schemas.openxmlformats.org/officeDocument/2006/math">
                      <m:oMathParaPr>
                        <m:jc m:val="center"/>
                      </m:oMathParaPr>
                      <m:oMath xmlns:m="http://schemas.openxmlformats.org/officeDocument/2006/math">
                        <m:r>
                          <a:rPr lang="en-US" altLang="zh-CN" sz="2000" b="1" i="1" smtClean="0">
                            <a:latin typeface="Cambria Math" panose="02040503050406030204" pitchFamily="18" charset="0"/>
                          </a:rPr>
                          <m:t>𝑼</m:t>
                        </m:r>
                        <m:r>
                          <a:rPr lang="en-US" altLang="zh-CN" sz="2000" b="1" i="1" smtClean="0">
                            <a:latin typeface="Cambria Math" panose="02040503050406030204" pitchFamily="18" charset="0"/>
                            <a:ea typeface="Cambria Math" panose="02040503050406030204" pitchFamily="18" charset="0"/>
                          </a:rPr>
                          <m:t>≈</m:t>
                        </m:r>
                        <m:f>
                          <m:fPr>
                            <m:ctrlPr>
                              <a:rPr lang="en-US" altLang="zh-CN" sz="2000" b="1" i="1" smtClean="0">
                                <a:latin typeface="Cambria Math" panose="02040503050406030204" pitchFamily="18" charset="0"/>
                              </a:rPr>
                            </m:ctrlPr>
                          </m:fPr>
                          <m:num>
                            <m:sSub>
                              <m:sSubPr>
                                <m:ctrlPr>
                                  <a:rPr lang="en-US" altLang="zh-CN" sz="2000" b="1" i="1" smtClean="0">
                                    <a:latin typeface="Cambria Math" panose="02040503050406030204" pitchFamily="18" charset="0"/>
                                  </a:rPr>
                                </m:ctrlPr>
                              </m:sSubPr>
                              <m:e>
                                <m:r>
                                  <a:rPr lang="en-US" altLang="zh-CN" sz="2000" b="1" i="1" smtClean="0">
                                    <a:latin typeface="Cambria Math" panose="02040503050406030204" pitchFamily="18" charset="0"/>
                                  </a:rPr>
                                  <m:t>𝑻</m:t>
                                </m:r>
                              </m:e>
                              <m:sub>
                                <m:r>
                                  <a:rPr lang="en-US" altLang="zh-CN" sz="2000" b="1" i="1" smtClean="0">
                                    <a:latin typeface="Cambria Math" panose="02040503050406030204" pitchFamily="18" charset="0"/>
                                  </a:rPr>
                                  <m:t>𝑫</m:t>
                                </m:r>
                              </m:sub>
                            </m:sSub>
                          </m:num>
                          <m:den>
                            <m:sSub>
                              <m:sSubPr>
                                <m:ctrlPr>
                                  <a:rPr lang="en-US" altLang="zh-CN" sz="2000" b="1" i="1" smtClean="0">
                                    <a:latin typeface="Cambria Math" panose="02040503050406030204" pitchFamily="18" charset="0"/>
                                  </a:rPr>
                                </m:ctrlPr>
                              </m:sSubPr>
                              <m:e>
                                <m:r>
                                  <a:rPr lang="en-US" altLang="zh-CN" sz="2000" b="1" i="1" smtClean="0">
                                    <a:latin typeface="Cambria Math" panose="02040503050406030204" pitchFamily="18" charset="0"/>
                                  </a:rPr>
                                  <m:t>𝑻</m:t>
                                </m:r>
                              </m:e>
                              <m:sub>
                                <m:r>
                                  <a:rPr lang="en-US" altLang="zh-CN" sz="2000" b="1" i="1" smtClean="0">
                                    <a:latin typeface="Cambria Math" panose="02040503050406030204" pitchFamily="18" charset="0"/>
                                  </a:rPr>
                                  <m:t>𝑫</m:t>
                                </m:r>
                              </m:sub>
                            </m:sSub>
                            <m:r>
                              <a:rPr lang="en-US" altLang="zh-CN" sz="2000" b="1" i="1" smtClean="0">
                                <a:latin typeface="Cambria Math" panose="02040503050406030204" pitchFamily="18" charset="0"/>
                              </a:rPr>
                              <m:t>+</m:t>
                            </m:r>
                            <m:r>
                              <a:rPr lang="en-US" altLang="zh-CN" sz="2000" b="1" i="1" smtClean="0">
                                <a:latin typeface="Cambria Math" panose="02040503050406030204" pitchFamily="18" charset="0"/>
                              </a:rPr>
                              <m:t>𝑹𝑻𝑻</m:t>
                            </m:r>
                            <m:r>
                              <a:rPr lang="en-US" altLang="zh-CN" sz="2000" b="1" i="1" smtClean="0">
                                <a:latin typeface="Cambria Math" panose="02040503050406030204" pitchFamily="18" charset="0"/>
                              </a:rPr>
                              <m:t>+</m:t>
                            </m:r>
                            <m:sSub>
                              <m:sSubPr>
                                <m:ctrlPr>
                                  <a:rPr lang="en-US" altLang="zh-CN" sz="2000" b="1" i="1" smtClean="0">
                                    <a:latin typeface="Cambria Math" panose="02040503050406030204" pitchFamily="18" charset="0"/>
                                  </a:rPr>
                                </m:ctrlPr>
                              </m:sSubPr>
                              <m:e>
                                <m:r>
                                  <a:rPr lang="en-US" altLang="zh-CN" sz="2000" b="1" i="1" smtClean="0">
                                    <a:latin typeface="Cambria Math" panose="02040503050406030204" pitchFamily="18" charset="0"/>
                                  </a:rPr>
                                  <m:t>𝑻</m:t>
                                </m:r>
                              </m:e>
                              <m:sub>
                                <m:r>
                                  <a:rPr lang="en-US" altLang="zh-CN" sz="2000" b="1" i="1" smtClean="0">
                                    <a:latin typeface="Cambria Math" panose="02040503050406030204" pitchFamily="18" charset="0"/>
                                  </a:rPr>
                                  <m:t>𝑨</m:t>
                                </m:r>
                              </m:sub>
                            </m:sSub>
                          </m:den>
                        </m:f>
                      </m:oMath>
                    </m:oMathPara>
                  </a14:m>
                  <a:endParaRPr lang="zh-CN" altLang="en-US" sz="2000" b="1" dirty="0">
                    <a:latin typeface="+mn-ea"/>
                  </a:endParaRPr>
                </a:p>
              </p:txBody>
            </p:sp>
          </mc:Choice>
          <mc:Fallback xmlns="">
            <p:sp>
              <p:nvSpPr>
                <p:cNvPr id="96" name="文本框 95">
                  <a:extLst>
                    <a:ext uri="{FF2B5EF4-FFF2-40B4-BE49-F238E27FC236}">
                      <a16:creationId xmlns:a16="http://schemas.microsoft.com/office/drawing/2014/main" id="{978EEE98-1E7E-447C-9FE4-7CD2FCA41CA9}"/>
                    </a:ext>
                  </a:extLst>
                </p:cNvPr>
                <p:cNvSpPr txBox="1">
                  <a:spLocks noRot="1" noChangeAspect="1" noMove="1" noResize="1" noEditPoints="1" noAdjustHandles="1" noChangeArrowheads="1" noChangeShapeType="1" noTextEdit="1"/>
                </p:cNvSpPr>
                <p:nvPr/>
              </p:nvSpPr>
              <p:spPr>
                <a:xfrm>
                  <a:off x="7786686" y="4280305"/>
                  <a:ext cx="2652796" cy="718851"/>
                </a:xfrm>
                <a:prstGeom prst="rect">
                  <a:avLst/>
                </a:prstGeom>
                <a:blipFill>
                  <a:blip r:embed="rId11"/>
                  <a:stretch>
                    <a:fillRect/>
                  </a:stretch>
                </a:blipFill>
              </p:spPr>
              <p:txBody>
                <a:bodyPr/>
                <a:lstStyle/>
                <a:p>
                  <a:r>
                    <a:rPr lang="zh-CN" altLang="en-US">
                      <a:noFill/>
                    </a:rPr>
                    <a:t> </a:t>
                  </a:r>
                </a:p>
              </p:txBody>
            </p:sp>
          </mc:Fallback>
        </mc:AlternateContent>
        <p:sp>
          <p:nvSpPr>
            <p:cNvPr id="97" name="文本框 96">
              <a:extLst>
                <a:ext uri="{FF2B5EF4-FFF2-40B4-BE49-F238E27FC236}">
                  <a16:creationId xmlns:a16="http://schemas.microsoft.com/office/drawing/2014/main" id="{E1661539-4030-4D85-843C-25736A925077}"/>
                </a:ext>
              </a:extLst>
            </p:cNvPr>
            <p:cNvSpPr txBox="1"/>
            <p:nvPr/>
          </p:nvSpPr>
          <p:spPr>
            <a:xfrm>
              <a:off x="6505579" y="4455064"/>
              <a:ext cx="1463532" cy="369332"/>
            </a:xfrm>
            <a:prstGeom prst="rect">
              <a:avLst/>
            </a:prstGeom>
            <a:noFill/>
          </p:spPr>
          <p:txBody>
            <a:bodyPr wrap="square" rtlCol="0">
              <a:spAutoFit/>
            </a:bodyPr>
            <a:lstStyle/>
            <a:p>
              <a:r>
                <a:rPr lang="zh-CN" altLang="en-US" b="1" dirty="0">
                  <a:latin typeface="+mn-ea"/>
                </a:rPr>
                <a:t>信道利用率</a:t>
              </a:r>
            </a:p>
          </p:txBody>
        </p:sp>
      </p:grpSp>
      <mc:AlternateContent xmlns:mc="http://schemas.openxmlformats.org/markup-compatibility/2006" xmlns:a14="http://schemas.microsoft.com/office/drawing/2010/main">
        <mc:Choice Requires="a14">
          <p:sp>
            <p:nvSpPr>
              <p:cNvPr id="100" name="文本框 99">
                <a:extLst>
                  <a:ext uri="{FF2B5EF4-FFF2-40B4-BE49-F238E27FC236}">
                    <a16:creationId xmlns:a16="http://schemas.microsoft.com/office/drawing/2014/main" id="{637A3CBC-36DD-4AC6-B7D9-12EF26EEF6BD}"/>
                  </a:ext>
                </a:extLst>
              </p:cNvPr>
              <p:cNvSpPr txBox="1"/>
              <p:nvPr/>
            </p:nvSpPr>
            <p:spPr>
              <a:xfrm>
                <a:off x="5120071" y="5519878"/>
                <a:ext cx="1186307" cy="400110"/>
              </a:xfrm>
              <a:prstGeom prst="rect">
                <a:avLst/>
              </a:prstGeom>
              <a:noFill/>
            </p:spPr>
            <p:txBody>
              <a:bodyPr wrap="square" rtlCol="0">
                <a:spAutoFit/>
              </a:bodyPr>
              <a:lstStyle/>
              <a:p>
                <a:pPr algn="ctr"/>
                <a14:m>
                  <m:oMathPara xmlns:m="http://schemas.openxmlformats.org/officeDocument/2006/math">
                    <m:oMathParaPr>
                      <m:jc m:val="center"/>
                    </m:oMathParaPr>
                    <m:oMath xmlns:m="http://schemas.openxmlformats.org/officeDocument/2006/math">
                      <m:sSub>
                        <m:sSubPr>
                          <m:ctrlPr>
                            <a:rPr lang="en-US" altLang="zh-CN" sz="2000" b="1" i="1" smtClean="0">
                              <a:latin typeface="Cambria Math" panose="02040503050406030204" pitchFamily="18" charset="0"/>
                            </a:rPr>
                          </m:ctrlPr>
                        </m:sSubPr>
                        <m:e>
                          <m:r>
                            <a:rPr lang="en-US" altLang="zh-CN" sz="2000" b="1" i="1" smtClean="0">
                              <a:latin typeface="Cambria Math" panose="02040503050406030204" pitchFamily="18" charset="0"/>
                            </a:rPr>
                            <m:t>𝑻</m:t>
                          </m:r>
                        </m:e>
                        <m:sub>
                          <m:r>
                            <a:rPr lang="en-US" altLang="zh-CN" sz="2000" b="1" i="1" smtClean="0">
                              <a:latin typeface="Cambria Math" panose="02040503050406030204" pitchFamily="18" charset="0"/>
                            </a:rPr>
                            <m:t>𝑨</m:t>
                          </m:r>
                        </m:sub>
                      </m:sSub>
                      <m:r>
                        <a:rPr lang="en-US" altLang="zh-CN" sz="2000" b="1" i="1" smtClean="0">
                          <a:latin typeface="Cambria Math" panose="02040503050406030204" pitchFamily="18" charset="0"/>
                          <a:ea typeface="Cambria Math" panose="02040503050406030204" pitchFamily="18" charset="0"/>
                        </a:rPr>
                        <m:t>≪</m:t>
                      </m:r>
                      <m:sSub>
                        <m:sSubPr>
                          <m:ctrlPr>
                            <a:rPr lang="en-US" altLang="zh-CN" sz="2000" b="1" i="1" smtClean="0">
                              <a:latin typeface="Cambria Math" panose="02040503050406030204" pitchFamily="18" charset="0"/>
                              <a:ea typeface="Cambria Math" panose="02040503050406030204" pitchFamily="18" charset="0"/>
                            </a:rPr>
                          </m:ctrlPr>
                        </m:sSubPr>
                        <m:e>
                          <m:r>
                            <a:rPr lang="en-US" altLang="zh-CN" sz="2000" b="1" i="1" smtClean="0">
                              <a:latin typeface="Cambria Math" panose="02040503050406030204" pitchFamily="18" charset="0"/>
                              <a:ea typeface="Cambria Math" panose="02040503050406030204" pitchFamily="18" charset="0"/>
                            </a:rPr>
                            <m:t>𝑻</m:t>
                          </m:r>
                        </m:e>
                        <m:sub>
                          <m:r>
                            <a:rPr lang="en-US" altLang="zh-CN" sz="2000" b="1" i="1" smtClean="0">
                              <a:latin typeface="Cambria Math" panose="02040503050406030204" pitchFamily="18" charset="0"/>
                              <a:ea typeface="Cambria Math" panose="02040503050406030204" pitchFamily="18" charset="0"/>
                            </a:rPr>
                            <m:t>𝑫</m:t>
                          </m:r>
                        </m:sub>
                      </m:sSub>
                    </m:oMath>
                  </m:oMathPara>
                </a14:m>
                <a:endParaRPr lang="zh-CN" altLang="en-US" sz="2000" b="1" dirty="0">
                  <a:latin typeface="+mn-ea"/>
                </a:endParaRPr>
              </a:p>
            </p:txBody>
          </p:sp>
        </mc:Choice>
        <mc:Fallback xmlns="">
          <p:sp>
            <p:nvSpPr>
              <p:cNvPr id="100" name="文本框 99">
                <a:extLst>
                  <a:ext uri="{FF2B5EF4-FFF2-40B4-BE49-F238E27FC236}">
                    <a16:creationId xmlns:a16="http://schemas.microsoft.com/office/drawing/2014/main" id="{637A3CBC-36DD-4AC6-B7D9-12EF26EEF6BD}"/>
                  </a:ext>
                </a:extLst>
              </p:cNvPr>
              <p:cNvSpPr txBox="1">
                <a:spLocks noRot="1" noChangeAspect="1" noMove="1" noResize="1" noEditPoints="1" noAdjustHandles="1" noChangeArrowheads="1" noChangeShapeType="1" noTextEdit="1"/>
              </p:cNvSpPr>
              <p:nvPr/>
            </p:nvSpPr>
            <p:spPr>
              <a:xfrm>
                <a:off x="5120071" y="5519878"/>
                <a:ext cx="1186307" cy="400110"/>
              </a:xfrm>
              <a:prstGeom prst="rect">
                <a:avLst/>
              </a:prstGeom>
              <a:blipFill>
                <a:blip r:embed="rId12"/>
                <a:stretch>
                  <a:fillRect l="-1538" b="-3030"/>
                </a:stretch>
              </a:blipFill>
            </p:spPr>
            <p:txBody>
              <a:bodyPr/>
              <a:lstStyle/>
              <a:p>
                <a:r>
                  <a:rPr lang="zh-CN" altLang="en-US">
                    <a:noFill/>
                  </a:rPr>
                  <a:t> </a:t>
                </a:r>
              </a:p>
            </p:txBody>
          </p:sp>
        </mc:Fallback>
      </mc:AlternateContent>
      <p:grpSp>
        <p:nvGrpSpPr>
          <p:cNvPr id="112" name="组合 111">
            <a:extLst>
              <a:ext uri="{FF2B5EF4-FFF2-40B4-BE49-F238E27FC236}">
                <a16:creationId xmlns:a16="http://schemas.microsoft.com/office/drawing/2014/main" id="{2A4321F6-D463-4CFE-ABA4-29CD00A1F8E1}"/>
              </a:ext>
            </a:extLst>
          </p:cNvPr>
          <p:cNvGrpSpPr/>
          <p:nvPr/>
        </p:nvGrpSpPr>
        <p:grpSpPr>
          <a:xfrm>
            <a:off x="5120067" y="5593488"/>
            <a:ext cx="3505527" cy="718851"/>
            <a:chOff x="4626688" y="5402711"/>
            <a:chExt cx="3505527" cy="718851"/>
          </a:xfrm>
        </p:grpSpPr>
        <mc:AlternateContent xmlns:mc="http://schemas.openxmlformats.org/markup-compatibility/2006" xmlns:a14="http://schemas.microsoft.com/office/drawing/2010/main">
          <mc:Choice Requires="a14">
            <p:sp>
              <p:nvSpPr>
                <p:cNvPr id="102" name="文本框 101">
                  <a:extLst>
                    <a:ext uri="{FF2B5EF4-FFF2-40B4-BE49-F238E27FC236}">
                      <a16:creationId xmlns:a16="http://schemas.microsoft.com/office/drawing/2014/main" id="{9E4BCFDB-E3FE-4014-AE16-D96DF430CCAB}"/>
                    </a:ext>
                  </a:extLst>
                </p:cNvPr>
                <p:cNvSpPr txBox="1"/>
                <p:nvPr/>
              </p:nvSpPr>
              <p:spPr>
                <a:xfrm>
                  <a:off x="5479419" y="5402711"/>
                  <a:ext cx="2652796" cy="718851"/>
                </a:xfrm>
                <a:prstGeom prst="rect">
                  <a:avLst/>
                </a:prstGeom>
                <a:noFill/>
              </p:spPr>
              <p:txBody>
                <a:bodyPr wrap="square" rtlCol="0">
                  <a:spAutoFit/>
                </a:bodyPr>
                <a:lstStyle/>
                <a:p>
                  <a:pPr algn="ctr"/>
                  <a14:m>
                    <m:oMathPara xmlns:m="http://schemas.openxmlformats.org/officeDocument/2006/math">
                      <m:oMathParaPr>
                        <m:jc m:val="center"/>
                      </m:oMathParaPr>
                      <m:oMath xmlns:m="http://schemas.openxmlformats.org/officeDocument/2006/math">
                        <m:r>
                          <a:rPr lang="en-US" altLang="zh-CN" sz="2000" b="1" i="1" smtClean="0">
                            <a:latin typeface="Cambria Math" panose="02040503050406030204" pitchFamily="18" charset="0"/>
                          </a:rPr>
                          <m:t>𝑼</m:t>
                        </m:r>
                        <m:r>
                          <a:rPr lang="en-US" altLang="zh-CN" sz="2000" b="1" i="1" smtClean="0">
                            <a:latin typeface="Cambria Math" panose="02040503050406030204" pitchFamily="18" charset="0"/>
                            <a:ea typeface="Cambria Math" panose="02040503050406030204" pitchFamily="18" charset="0"/>
                          </a:rPr>
                          <m:t>≈</m:t>
                        </m:r>
                        <m:f>
                          <m:fPr>
                            <m:ctrlPr>
                              <a:rPr lang="en-US" altLang="zh-CN" sz="2000" b="1" i="1" smtClean="0">
                                <a:latin typeface="Cambria Math" panose="02040503050406030204" pitchFamily="18" charset="0"/>
                              </a:rPr>
                            </m:ctrlPr>
                          </m:fPr>
                          <m:num>
                            <m:sSub>
                              <m:sSubPr>
                                <m:ctrlPr>
                                  <a:rPr lang="en-US" altLang="zh-CN" sz="2000" b="1" i="1" smtClean="0">
                                    <a:latin typeface="Cambria Math" panose="02040503050406030204" pitchFamily="18" charset="0"/>
                                  </a:rPr>
                                </m:ctrlPr>
                              </m:sSubPr>
                              <m:e>
                                <m:r>
                                  <a:rPr lang="en-US" altLang="zh-CN" sz="2000" b="1" i="1" smtClean="0">
                                    <a:latin typeface="Cambria Math" panose="02040503050406030204" pitchFamily="18" charset="0"/>
                                  </a:rPr>
                                  <m:t>𝑻</m:t>
                                </m:r>
                              </m:e>
                              <m:sub>
                                <m:r>
                                  <a:rPr lang="en-US" altLang="zh-CN" sz="2000" b="1" i="1" smtClean="0">
                                    <a:latin typeface="Cambria Math" panose="02040503050406030204" pitchFamily="18" charset="0"/>
                                  </a:rPr>
                                  <m:t>𝑫</m:t>
                                </m:r>
                              </m:sub>
                            </m:sSub>
                          </m:num>
                          <m:den>
                            <m:sSub>
                              <m:sSubPr>
                                <m:ctrlPr>
                                  <a:rPr lang="en-US" altLang="zh-CN" sz="2000" b="1" i="1" smtClean="0">
                                    <a:latin typeface="Cambria Math" panose="02040503050406030204" pitchFamily="18" charset="0"/>
                                  </a:rPr>
                                </m:ctrlPr>
                              </m:sSubPr>
                              <m:e>
                                <m:r>
                                  <a:rPr lang="en-US" altLang="zh-CN" sz="2000" b="1" i="1" smtClean="0">
                                    <a:latin typeface="Cambria Math" panose="02040503050406030204" pitchFamily="18" charset="0"/>
                                  </a:rPr>
                                  <m:t>𝑻</m:t>
                                </m:r>
                              </m:e>
                              <m:sub>
                                <m:r>
                                  <a:rPr lang="en-US" altLang="zh-CN" sz="2000" b="1" i="1" smtClean="0">
                                    <a:latin typeface="Cambria Math" panose="02040503050406030204" pitchFamily="18" charset="0"/>
                                  </a:rPr>
                                  <m:t>𝑫</m:t>
                                </m:r>
                              </m:sub>
                            </m:sSub>
                            <m:r>
                              <a:rPr lang="en-US" altLang="zh-CN" sz="2000" b="1" i="1" smtClean="0">
                                <a:latin typeface="Cambria Math" panose="02040503050406030204" pitchFamily="18" charset="0"/>
                              </a:rPr>
                              <m:t>+</m:t>
                            </m:r>
                            <m:r>
                              <a:rPr lang="en-US" altLang="zh-CN" sz="2000" b="1" i="1" smtClean="0">
                                <a:latin typeface="Cambria Math" panose="02040503050406030204" pitchFamily="18" charset="0"/>
                              </a:rPr>
                              <m:t>𝑹𝑻𝑻</m:t>
                            </m:r>
                          </m:den>
                        </m:f>
                      </m:oMath>
                    </m:oMathPara>
                  </a14:m>
                  <a:endParaRPr lang="zh-CN" altLang="en-US" sz="2000" b="1" dirty="0">
                    <a:latin typeface="+mn-ea"/>
                  </a:endParaRPr>
                </a:p>
              </p:txBody>
            </p:sp>
          </mc:Choice>
          <mc:Fallback xmlns="">
            <p:sp>
              <p:nvSpPr>
                <p:cNvPr id="102" name="文本框 101">
                  <a:extLst>
                    <a:ext uri="{FF2B5EF4-FFF2-40B4-BE49-F238E27FC236}">
                      <a16:creationId xmlns:a16="http://schemas.microsoft.com/office/drawing/2014/main" id="{9E4BCFDB-E3FE-4014-AE16-D96DF430CCAB}"/>
                    </a:ext>
                  </a:extLst>
                </p:cNvPr>
                <p:cNvSpPr txBox="1">
                  <a:spLocks noRot="1" noChangeAspect="1" noMove="1" noResize="1" noEditPoints="1" noAdjustHandles="1" noChangeArrowheads="1" noChangeShapeType="1" noTextEdit="1"/>
                </p:cNvSpPr>
                <p:nvPr/>
              </p:nvSpPr>
              <p:spPr>
                <a:xfrm>
                  <a:off x="5479419" y="5402711"/>
                  <a:ext cx="2652796" cy="718851"/>
                </a:xfrm>
                <a:prstGeom prst="rect">
                  <a:avLst/>
                </a:prstGeom>
                <a:blipFill>
                  <a:blip r:embed="rId13"/>
                  <a:stretch>
                    <a:fillRect/>
                  </a:stretch>
                </a:blipFill>
              </p:spPr>
              <p:txBody>
                <a:bodyPr/>
                <a:lstStyle/>
                <a:p>
                  <a:r>
                    <a:rPr lang="zh-CN" altLang="en-US">
                      <a:noFill/>
                    </a:rPr>
                    <a:t> </a:t>
                  </a:r>
                </a:p>
              </p:txBody>
            </p:sp>
          </mc:Fallback>
        </mc:AlternateContent>
        <p:cxnSp>
          <p:nvCxnSpPr>
            <p:cNvPr id="104" name="直接箭头连接符 103">
              <a:extLst>
                <a:ext uri="{FF2B5EF4-FFF2-40B4-BE49-F238E27FC236}">
                  <a16:creationId xmlns:a16="http://schemas.microsoft.com/office/drawing/2014/main" id="{D9E29868-7EB7-4380-B852-179FFA8F8561}"/>
                </a:ext>
              </a:extLst>
            </p:cNvPr>
            <p:cNvCxnSpPr>
              <a:stCxn id="96" idx="3"/>
            </p:cNvCxnSpPr>
            <p:nvPr/>
          </p:nvCxnSpPr>
          <p:spPr>
            <a:xfrm flipV="1">
              <a:off x="4626688" y="5762136"/>
              <a:ext cx="1186311" cy="1"/>
            </a:xfrm>
            <a:prstGeom prst="straightConnector1">
              <a:avLst/>
            </a:prstGeom>
            <a:ln w="25400">
              <a:solidFill>
                <a:schemeClr val="tx1"/>
              </a:solidFill>
              <a:tailEnd type="triangle"/>
            </a:ln>
          </p:spPr>
          <p:style>
            <a:lnRef idx="1">
              <a:schemeClr val="accent1"/>
            </a:lnRef>
            <a:fillRef idx="0">
              <a:schemeClr val="accent1"/>
            </a:fillRef>
            <a:effectRef idx="0">
              <a:schemeClr val="accent1"/>
            </a:effectRef>
            <a:fontRef idx="minor">
              <a:schemeClr val="tx1"/>
            </a:fontRef>
          </p:style>
        </p:cxnSp>
      </p:grpSp>
      <mc:AlternateContent xmlns:mc="http://schemas.openxmlformats.org/markup-compatibility/2006" xmlns:a14="http://schemas.microsoft.com/office/drawing/2010/main">
        <mc:Choice Requires="a14">
          <p:sp>
            <p:nvSpPr>
              <p:cNvPr id="106" name="文本框 105">
                <a:extLst>
                  <a:ext uri="{FF2B5EF4-FFF2-40B4-BE49-F238E27FC236}">
                    <a16:creationId xmlns:a16="http://schemas.microsoft.com/office/drawing/2014/main" id="{78B81E28-F4F3-4D4F-9DE5-141FDD14C0E7}"/>
                  </a:ext>
                </a:extLst>
              </p:cNvPr>
              <p:cNvSpPr txBox="1"/>
              <p:nvPr/>
            </p:nvSpPr>
            <p:spPr>
              <a:xfrm>
                <a:off x="8416407" y="5519878"/>
                <a:ext cx="1590142" cy="400110"/>
              </a:xfrm>
              <a:prstGeom prst="rect">
                <a:avLst/>
              </a:prstGeom>
              <a:noFill/>
            </p:spPr>
            <p:txBody>
              <a:bodyPr wrap="square" rtlCol="0">
                <a:spAutoFit/>
              </a:bodyPr>
              <a:lstStyle/>
              <a:p>
                <a:pPr algn="ctr"/>
                <a14:m>
                  <m:oMathPara xmlns:m="http://schemas.openxmlformats.org/officeDocument/2006/math">
                    <m:oMathParaPr>
                      <m:jc m:val="center"/>
                    </m:oMathParaPr>
                    <m:oMath xmlns:m="http://schemas.openxmlformats.org/officeDocument/2006/math">
                      <m:r>
                        <a:rPr lang="en-US" altLang="zh-CN" sz="2000" b="1" i="1" smtClean="0">
                          <a:latin typeface="Cambria Math" panose="02040503050406030204" pitchFamily="18" charset="0"/>
                          <a:ea typeface="Cambria Math" panose="02040503050406030204" pitchFamily="18" charset="0"/>
                        </a:rPr>
                        <m:t>𝑹𝑻𝑻</m:t>
                      </m:r>
                      <m:r>
                        <a:rPr lang="en-US" altLang="zh-CN" sz="2000" b="1" i="1" smtClean="0">
                          <a:latin typeface="Cambria Math" panose="02040503050406030204" pitchFamily="18" charset="0"/>
                          <a:ea typeface="Cambria Math" panose="02040503050406030204" pitchFamily="18" charset="0"/>
                        </a:rPr>
                        <m:t>≫</m:t>
                      </m:r>
                      <m:sSub>
                        <m:sSubPr>
                          <m:ctrlPr>
                            <a:rPr lang="en-US" altLang="zh-CN" sz="2000" b="1" i="1" smtClean="0">
                              <a:latin typeface="Cambria Math" panose="02040503050406030204" pitchFamily="18" charset="0"/>
                              <a:ea typeface="Cambria Math" panose="02040503050406030204" pitchFamily="18" charset="0"/>
                            </a:rPr>
                          </m:ctrlPr>
                        </m:sSubPr>
                        <m:e>
                          <m:r>
                            <a:rPr lang="en-US" altLang="zh-CN" sz="2000" b="1" i="1" smtClean="0">
                              <a:latin typeface="Cambria Math" panose="02040503050406030204" pitchFamily="18" charset="0"/>
                              <a:ea typeface="Cambria Math" panose="02040503050406030204" pitchFamily="18" charset="0"/>
                            </a:rPr>
                            <m:t>𝑻</m:t>
                          </m:r>
                        </m:e>
                        <m:sub>
                          <m:r>
                            <a:rPr lang="en-US" altLang="zh-CN" sz="2000" b="1" i="1" smtClean="0">
                              <a:latin typeface="Cambria Math" panose="02040503050406030204" pitchFamily="18" charset="0"/>
                              <a:ea typeface="Cambria Math" panose="02040503050406030204" pitchFamily="18" charset="0"/>
                            </a:rPr>
                            <m:t>𝑫</m:t>
                          </m:r>
                        </m:sub>
                      </m:sSub>
                    </m:oMath>
                  </m:oMathPara>
                </a14:m>
                <a:endParaRPr lang="zh-CN" altLang="en-US" sz="2000" b="1" dirty="0">
                  <a:latin typeface="+mn-ea"/>
                </a:endParaRPr>
              </a:p>
            </p:txBody>
          </p:sp>
        </mc:Choice>
        <mc:Fallback xmlns="">
          <p:sp>
            <p:nvSpPr>
              <p:cNvPr id="106" name="文本框 105">
                <a:extLst>
                  <a:ext uri="{FF2B5EF4-FFF2-40B4-BE49-F238E27FC236}">
                    <a16:creationId xmlns:a16="http://schemas.microsoft.com/office/drawing/2014/main" id="{78B81E28-F4F3-4D4F-9DE5-141FDD14C0E7}"/>
                  </a:ext>
                </a:extLst>
              </p:cNvPr>
              <p:cNvSpPr txBox="1">
                <a:spLocks noRot="1" noChangeAspect="1" noMove="1" noResize="1" noEditPoints="1" noAdjustHandles="1" noChangeArrowheads="1" noChangeShapeType="1" noTextEdit="1"/>
              </p:cNvSpPr>
              <p:nvPr/>
            </p:nvSpPr>
            <p:spPr>
              <a:xfrm>
                <a:off x="8416407" y="5519878"/>
                <a:ext cx="1590142" cy="400110"/>
              </a:xfrm>
              <a:prstGeom prst="rect">
                <a:avLst/>
              </a:prstGeom>
              <a:blipFill>
                <a:blip r:embed="rId14"/>
                <a:stretch>
                  <a:fillRect b="-3030"/>
                </a:stretch>
              </a:blipFill>
            </p:spPr>
            <p:txBody>
              <a:bodyPr/>
              <a:lstStyle/>
              <a:p>
                <a:r>
                  <a:rPr lang="zh-CN" altLang="en-US">
                    <a:noFill/>
                  </a:rPr>
                  <a:t> </a:t>
                </a:r>
              </a:p>
            </p:txBody>
          </p:sp>
        </mc:Fallback>
      </mc:AlternateContent>
      <p:grpSp>
        <p:nvGrpSpPr>
          <p:cNvPr id="113" name="组合 112">
            <a:extLst>
              <a:ext uri="{FF2B5EF4-FFF2-40B4-BE49-F238E27FC236}">
                <a16:creationId xmlns:a16="http://schemas.microsoft.com/office/drawing/2014/main" id="{9D4BDF07-4F01-4FA6-8E84-093D510BDD6F}"/>
              </a:ext>
            </a:extLst>
          </p:cNvPr>
          <p:cNvGrpSpPr/>
          <p:nvPr/>
        </p:nvGrpSpPr>
        <p:grpSpPr>
          <a:xfrm>
            <a:off x="8306526" y="5752858"/>
            <a:ext cx="2715771" cy="400110"/>
            <a:chOff x="7813147" y="5562081"/>
            <a:chExt cx="2715771" cy="400110"/>
          </a:xfrm>
        </p:grpSpPr>
        <p:cxnSp>
          <p:nvCxnSpPr>
            <p:cNvPr id="107" name="直接箭头连接符 106">
              <a:extLst>
                <a:ext uri="{FF2B5EF4-FFF2-40B4-BE49-F238E27FC236}">
                  <a16:creationId xmlns:a16="http://schemas.microsoft.com/office/drawing/2014/main" id="{78F4CCEA-57C6-4266-BE9D-43F9F192159C}"/>
                </a:ext>
              </a:extLst>
            </p:cNvPr>
            <p:cNvCxnSpPr>
              <a:cxnSpLocks/>
            </p:cNvCxnSpPr>
            <p:nvPr/>
          </p:nvCxnSpPr>
          <p:spPr>
            <a:xfrm>
              <a:off x="7813147" y="5762137"/>
              <a:ext cx="1769513" cy="0"/>
            </a:xfrm>
            <a:prstGeom prst="straightConnector1">
              <a:avLst/>
            </a:prstGeom>
            <a:ln w="25400">
              <a:solidFill>
                <a:schemeClr val="tx1"/>
              </a:solidFill>
              <a:tailEnd type="triangle"/>
            </a:ln>
          </p:spPr>
          <p:style>
            <a:lnRef idx="1">
              <a:schemeClr val="accent1"/>
            </a:lnRef>
            <a:fillRef idx="0">
              <a:schemeClr val="accent1"/>
            </a:fillRef>
            <a:effectRef idx="0">
              <a:schemeClr val="accent1"/>
            </a:effectRef>
            <a:fontRef idx="minor">
              <a:schemeClr val="tx1"/>
            </a:fontRef>
          </p:style>
        </p:cxnSp>
        <p:grpSp>
          <p:nvGrpSpPr>
            <p:cNvPr id="111" name="组合 110">
              <a:extLst>
                <a:ext uri="{FF2B5EF4-FFF2-40B4-BE49-F238E27FC236}">
                  <a16:creationId xmlns:a16="http://schemas.microsoft.com/office/drawing/2014/main" id="{2D01F4D2-D7BF-4A4A-8F00-0714FDF7E74A}"/>
                </a:ext>
              </a:extLst>
            </p:cNvPr>
            <p:cNvGrpSpPr/>
            <p:nvPr/>
          </p:nvGrpSpPr>
          <p:grpSpPr>
            <a:xfrm>
              <a:off x="9582660" y="5562081"/>
              <a:ext cx="946258" cy="400110"/>
              <a:chOff x="9582660" y="5562081"/>
              <a:chExt cx="946258" cy="400110"/>
            </a:xfrm>
          </p:grpSpPr>
          <mc:AlternateContent xmlns:mc="http://schemas.openxmlformats.org/markup-compatibility/2006" xmlns:a14="http://schemas.microsoft.com/office/drawing/2010/main">
            <mc:Choice Requires="a14">
              <p:sp>
                <p:nvSpPr>
                  <p:cNvPr id="109" name="文本框 108">
                    <a:extLst>
                      <a:ext uri="{FF2B5EF4-FFF2-40B4-BE49-F238E27FC236}">
                        <a16:creationId xmlns:a16="http://schemas.microsoft.com/office/drawing/2014/main" id="{7EF99915-F733-43BF-BD31-BD199A9B410F}"/>
                      </a:ext>
                    </a:extLst>
                  </p:cNvPr>
                  <p:cNvSpPr txBox="1"/>
                  <p:nvPr/>
                </p:nvSpPr>
                <p:spPr>
                  <a:xfrm>
                    <a:off x="9582660" y="5562081"/>
                    <a:ext cx="477378" cy="400110"/>
                  </a:xfrm>
                  <a:prstGeom prst="rect">
                    <a:avLst/>
                  </a:prstGeom>
                  <a:noFill/>
                </p:spPr>
                <p:txBody>
                  <a:bodyPr wrap="square" rtlCol="0">
                    <a:spAutoFit/>
                  </a:bodyPr>
                  <a:lstStyle/>
                  <a:p>
                    <a:pPr algn="ctr"/>
                    <a14:m>
                      <m:oMathPara xmlns:m="http://schemas.openxmlformats.org/officeDocument/2006/math">
                        <m:oMathParaPr>
                          <m:jc m:val="center"/>
                        </m:oMathParaPr>
                        <m:oMath xmlns:m="http://schemas.openxmlformats.org/officeDocument/2006/math">
                          <m:r>
                            <a:rPr lang="en-US" altLang="zh-CN" sz="2000" b="1" i="1" smtClean="0">
                              <a:latin typeface="Cambria Math" panose="02040503050406030204" pitchFamily="18" charset="0"/>
                              <a:ea typeface="Cambria Math" panose="02040503050406030204" pitchFamily="18" charset="0"/>
                            </a:rPr>
                            <m:t>𝑼</m:t>
                          </m:r>
                        </m:oMath>
                      </m:oMathPara>
                    </a14:m>
                    <a:endParaRPr lang="zh-CN" altLang="en-US" sz="2000" b="1" dirty="0">
                      <a:latin typeface="+mn-ea"/>
                    </a:endParaRPr>
                  </a:p>
                </p:txBody>
              </p:sp>
            </mc:Choice>
            <mc:Fallback xmlns="">
              <p:sp>
                <p:nvSpPr>
                  <p:cNvPr id="109" name="文本框 108">
                    <a:extLst>
                      <a:ext uri="{FF2B5EF4-FFF2-40B4-BE49-F238E27FC236}">
                        <a16:creationId xmlns:a16="http://schemas.microsoft.com/office/drawing/2014/main" id="{7EF99915-F733-43BF-BD31-BD199A9B410F}"/>
                      </a:ext>
                    </a:extLst>
                  </p:cNvPr>
                  <p:cNvSpPr txBox="1">
                    <a:spLocks noRot="1" noChangeAspect="1" noMove="1" noResize="1" noEditPoints="1" noAdjustHandles="1" noChangeArrowheads="1" noChangeShapeType="1" noTextEdit="1"/>
                  </p:cNvSpPr>
                  <p:nvPr/>
                </p:nvSpPr>
                <p:spPr>
                  <a:xfrm>
                    <a:off x="9582660" y="5562081"/>
                    <a:ext cx="477378" cy="400110"/>
                  </a:xfrm>
                  <a:prstGeom prst="rect">
                    <a:avLst/>
                  </a:prstGeom>
                  <a:blipFill>
                    <a:blip r:embed="rId15"/>
                    <a:stretch>
                      <a:fillRect/>
                    </a:stretch>
                  </a:blipFill>
                </p:spPr>
                <p:txBody>
                  <a:bodyPr/>
                  <a:lstStyle/>
                  <a:p>
                    <a:r>
                      <a:rPr lang="zh-CN" altLang="en-US">
                        <a:noFill/>
                      </a:rPr>
                      <a:t> </a:t>
                    </a:r>
                  </a:p>
                </p:txBody>
              </p:sp>
            </mc:Fallback>
          </mc:AlternateContent>
          <p:sp>
            <p:nvSpPr>
              <p:cNvPr id="110" name="文本框 109">
                <a:extLst>
                  <a:ext uri="{FF2B5EF4-FFF2-40B4-BE49-F238E27FC236}">
                    <a16:creationId xmlns:a16="http://schemas.microsoft.com/office/drawing/2014/main" id="{3FD63FEC-3B9B-49EE-99ED-FEC3FE15CCA3}"/>
                  </a:ext>
                </a:extLst>
              </p:cNvPr>
              <p:cNvSpPr txBox="1"/>
              <p:nvPr/>
            </p:nvSpPr>
            <p:spPr>
              <a:xfrm>
                <a:off x="9821349" y="5575283"/>
                <a:ext cx="707569" cy="369332"/>
              </a:xfrm>
              <a:prstGeom prst="rect">
                <a:avLst/>
              </a:prstGeom>
              <a:noFill/>
            </p:spPr>
            <p:txBody>
              <a:bodyPr wrap="square" rtlCol="0">
                <a:spAutoFit/>
              </a:bodyPr>
              <a:lstStyle/>
              <a:p>
                <a:r>
                  <a:rPr lang="zh-CN" altLang="en-US" b="1" dirty="0">
                    <a:latin typeface="+mn-ea"/>
                  </a:rPr>
                  <a:t>很低</a:t>
                </a:r>
              </a:p>
            </p:txBody>
          </p:sp>
        </p:grpSp>
      </p:grpSp>
      <p:sp>
        <p:nvSpPr>
          <p:cNvPr id="8" name="对话气泡: 圆角矩形 7">
            <a:extLst>
              <a:ext uri="{FF2B5EF4-FFF2-40B4-BE49-F238E27FC236}">
                <a16:creationId xmlns:a16="http://schemas.microsoft.com/office/drawing/2014/main" id="{F1E14FA8-3E37-4D72-AC71-90F1878E77AE}"/>
              </a:ext>
            </a:extLst>
          </p:cNvPr>
          <p:cNvSpPr/>
          <p:nvPr/>
        </p:nvSpPr>
        <p:spPr>
          <a:xfrm>
            <a:off x="1709679" y="5000260"/>
            <a:ext cx="4130012" cy="401373"/>
          </a:xfrm>
          <a:prstGeom prst="wedgeRoundRectCallout">
            <a:avLst>
              <a:gd name="adj1" fmla="val 34916"/>
              <a:gd name="adj2" fmla="val 101836"/>
              <a:gd name="adj3" fmla="val 16667"/>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zh-CN" altLang="en-US" b="1" dirty="0"/>
              <a:t>因为确认分组长度远小于数据分组长度</a:t>
            </a:r>
          </a:p>
        </p:txBody>
      </p:sp>
      <p:sp>
        <p:nvSpPr>
          <p:cNvPr id="78" name="对话气泡: 圆角矩形 77">
            <a:extLst>
              <a:ext uri="{FF2B5EF4-FFF2-40B4-BE49-F238E27FC236}">
                <a16:creationId xmlns:a16="http://schemas.microsoft.com/office/drawing/2014/main" id="{F94C9743-9700-44CC-A0AB-EB0C86973532}"/>
              </a:ext>
            </a:extLst>
          </p:cNvPr>
          <p:cNvSpPr/>
          <p:nvPr/>
        </p:nvSpPr>
        <p:spPr>
          <a:xfrm>
            <a:off x="7197068" y="5000260"/>
            <a:ext cx="3242414" cy="401373"/>
          </a:xfrm>
          <a:prstGeom prst="wedgeRoundRectCallout">
            <a:avLst>
              <a:gd name="adj1" fmla="val -6020"/>
              <a:gd name="adj2" fmla="val 96919"/>
              <a:gd name="adj3" fmla="val 16667"/>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zh-CN" altLang="en-US" b="1" dirty="0"/>
              <a:t>例如，卫星链路的</a:t>
            </a:r>
            <a:r>
              <a:rPr lang="en-US" altLang="zh-CN" b="1" dirty="0"/>
              <a:t>RTT</a:t>
            </a:r>
            <a:r>
              <a:rPr lang="zh-CN" altLang="en-US" b="1" dirty="0"/>
              <a:t>很大</a:t>
            </a:r>
          </a:p>
        </p:txBody>
      </p:sp>
    </p:spTree>
    <p:custDataLst>
      <p:tags r:id="rId1"/>
    </p:custDataLst>
    <p:extLst>
      <p:ext uri="{BB962C8B-B14F-4D97-AF65-F5344CB8AC3E}">
        <p14:creationId xmlns:p14="http://schemas.microsoft.com/office/powerpoint/2010/main" val="2305119454"/>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2" presetClass="entr" presetSubtype="8" fill="hold" nodeType="withEffect">
                                  <p:stCondLst>
                                    <p:cond delay="0"/>
                                  </p:stCondLst>
                                  <p:childTnLst>
                                    <p:set>
                                      <p:cBhvr>
                                        <p:cTn id="6" dur="1" fill="hold">
                                          <p:stCondLst>
                                            <p:cond delay="0"/>
                                          </p:stCondLst>
                                        </p:cTn>
                                        <p:tgtEl>
                                          <p:spTgt spid="98"/>
                                        </p:tgtEl>
                                        <p:attrNameLst>
                                          <p:attrName>style.visibility</p:attrName>
                                        </p:attrNameLst>
                                      </p:cBhvr>
                                      <p:to>
                                        <p:strVal val="visible"/>
                                      </p:to>
                                    </p:set>
                                    <p:animEffect transition="in" filter="wipe(left)">
                                      <p:cBhvr>
                                        <p:cTn id="7" dur="1000"/>
                                        <p:tgtEl>
                                          <p:spTgt spid="98"/>
                                        </p:tgtEl>
                                      </p:cBhvr>
                                    </p:animEffect>
                                  </p:childTnLst>
                                </p:cTn>
                              </p:par>
                            </p:childTnLst>
                          </p:cTn>
                        </p:par>
                      </p:childTnLst>
                    </p:cTn>
                  </p:par>
                  <p:par>
                    <p:cTn id="8" fill="hold">
                      <p:stCondLst>
                        <p:cond delay="indefinite"/>
                      </p:stCondLst>
                      <p:childTnLst>
                        <p:par>
                          <p:cTn id="9" fill="hold">
                            <p:stCondLst>
                              <p:cond delay="0"/>
                            </p:stCondLst>
                            <p:childTnLst>
                              <p:par>
                                <p:cTn id="10" presetID="53" presetClass="entr" presetSubtype="16" fill="hold" grpId="0" nodeType="clickEffect">
                                  <p:stCondLst>
                                    <p:cond delay="0"/>
                                  </p:stCondLst>
                                  <p:childTnLst>
                                    <p:set>
                                      <p:cBhvr>
                                        <p:cTn id="11" dur="1" fill="hold">
                                          <p:stCondLst>
                                            <p:cond delay="0"/>
                                          </p:stCondLst>
                                        </p:cTn>
                                        <p:tgtEl>
                                          <p:spTgt spid="100"/>
                                        </p:tgtEl>
                                        <p:attrNameLst>
                                          <p:attrName>style.visibility</p:attrName>
                                        </p:attrNameLst>
                                      </p:cBhvr>
                                      <p:to>
                                        <p:strVal val="visible"/>
                                      </p:to>
                                    </p:set>
                                    <p:anim calcmode="lin" valueType="num">
                                      <p:cBhvr>
                                        <p:cTn id="12" dur="500" fill="hold"/>
                                        <p:tgtEl>
                                          <p:spTgt spid="100"/>
                                        </p:tgtEl>
                                        <p:attrNameLst>
                                          <p:attrName>ppt_w</p:attrName>
                                        </p:attrNameLst>
                                      </p:cBhvr>
                                      <p:tavLst>
                                        <p:tav tm="0">
                                          <p:val>
                                            <p:fltVal val="0"/>
                                          </p:val>
                                        </p:tav>
                                        <p:tav tm="100000">
                                          <p:val>
                                            <p:strVal val="#ppt_w"/>
                                          </p:val>
                                        </p:tav>
                                      </p:tavLst>
                                    </p:anim>
                                    <p:anim calcmode="lin" valueType="num">
                                      <p:cBhvr>
                                        <p:cTn id="13" dur="500" fill="hold"/>
                                        <p:tgtEl>
                                          <p:spTgt spid="100"/>
                                        </p:tgtEl>
                                        <p:attrNameLst>
                                          <p:attrName>ppt_h</p:attrName>
                                        </p:attrNameLst>
                                      </p:cBhvr>
                                      <p:tavLst>
                                        <p:tav tm="0">
                                          <p:val>
                                            <p:fltVal val="0"/>
                                          </p:val>
                                        </p:tav>
                                        <p:tav tm="100000">
                                          <p:val>
                                            <p:strVal val="#ppt_h"/>
                                          </p:val>
                                        </p:tav>
                                      </p:tavLst>
                                    </p:anim>
                                    <p:animEffect transition="in" filter="fade">
                                      <p:cBhvr>
                                        <p:cTn id="14" dur="500"/>
                                        <p:tgtEl>
                                          <p:spTgt spid="100"/>
                                        </p:tgtEl>
                                      </p:cBhvr>
                                    </p:animEffect>
                                  </p:childTnLst>
                                </p:cTn>
                              </p:par>
                            </p:childTnLst>
                          </p:cTn>
                        </p:par>
                      </p:childTnLst>
                    </p:cTn>
                  </p:par>
                  <p:par>
                    <p:cTn id="15" fill="hold">
                      <p:stCondLst>
                        <p:cond delay="indefinite"/>
                      </p:stCondLst>
                      <p:childTnLst>
                        <p:par>
                          <p:cTn id="16" fill="hold">
                            <p:stCondLst>
                              <p:cond delay="0"/>
                            </p:stCondLst>
                            <p:childTnLst>
                              <p:par>
                                <p:cTn id="17" presetID="12" presetClass="entr" presetSubtype="4" fill="hold" grpId="0" nodeType="clickEffect">
                                  <p:stCondLst>
                                    <p:cond delay="0"/>
                                  </p:stCondLst>
                                  <p:childTnLst>
                                    <p:set>
                                      <p:cBhvr>
                                        <p:cTn id="18" dur="1" fill="hold">
                                          <p:stCondLst>
                                            <p:cond delay="0"/>
                                          </p:stCondLst>
                                        </p:cTn>
                                        <p:tgtEl>
                                          <p:spTgt spid="8"/>
                                        </p:tgtEl>
                                        <p:attrNameLst>
                                          <p:attrName>style.visibility</p:attrName>
                                        </p:attrNameLst>
                                      </p:cBhvr>
                                      <p:to>
                                        <p:strVal val="visible"/>
                                      </p:to>
                                    </p:set>
                                    <p:anim calcmode="lin" valueType="num">
                                      <p:cBhvr additive="base">
                                        <p:cTn id="19" dur="500"/>
                                        <p:tgtEl>
                                          <p:spTgt spid="8"/>
                                        </p:tgtEl>
                                        <p:attrNameLst>
                                          <p:attrName>ppt_y</p:attrName>
                                        </p:attrNameLst>
                                      </p:cBhvr>
                                      <p:tavLst>
                                        <p:tav tm="0">
                                          <p:val>
                                            <p:strVal val="#ppt_y+#ppt_h*1.125000"/>
                                          </p:val>
                                        </p:tav>
                                        <p:tav tm="100000">
                                          <p:val>
                                            <p:strVal val="#ppt_y"/>
                                          </p:val>
                                        </p:tav>
                                      </p:tavLst>
                                    </p:anim>
                                    <p:animEffect transition="in" filter="wipe(up)">
                                      <p:cBhvr>
                                        <p:cTn id="20" dur="500"/>
                                        <p:tgtEl>
                                          <p:spTgt spid="8"/>
                                        </p:tgtEl>
                                      </p:cBhvr>
                                    </p:animEffect>
                                  </p:childTnLst>
                                </p:cTn>
                              </p:par>
                            </p:childTnLst>
                          </p:cTn>
                        </p:par>
                      </p:childTnLst>
                    </p:cTn>
                  </p:par>
                  <p:par>
                    <p:cTn id="21" fill="hold">
                      <p:stCondLst>
                        <p:cond delay="indefinite"/>
                      </p:stCondLst>
                      <p:childTnLst>
                        <p:par>
                          <p:cTn id="22" fill="hold">
                            <p:stCondLst>
                              <p:cond delay="0"/>
                            </p:stCondLst>
                            <p:childTnLst>
                              <p:par>
                                <p:cTn id="23" presetID="22" presetClass="entr" presetSubtype="8" fill="hold" nodeType="clickEffect">
                                  <p:stCondLst>
                                    <p:cond delay="0"/>
                                  </p:stCondLst>
                                  <p:childTnLst>
                                    <p:set>
                                      <p:cBhvr>
                                        <p:cTn id="24" dur="1" fill="hold">
                                          <p:stCondLst>
                                            <p:cond delay="0"/>
                                          </p:stCondLst>
                                        </p:cTn>
                                        <p:tgtEl>
                                          <p:spTgt spid="112"/>
                                        </p:tgtEl>
                                        <p:attrNameLst>
                                          <p:attrName>style.visibility</p:attrName>
                                        </p:attrNameLst>
                                      </p:cBhvr>
                                      <p:to>
                                        <p:strVal val="visible"/>
                                      </p:to>
                                    </p:set>
                                    <p:animEffect transition="in" filter="wipe(left)">
                                      <p:cBhvr>
                                        <p:cTn id="25" dur="1000"/>
                                        <p:tgtEl>
                                          <p:spTgt spid="112"/>
                                        </p:tgtEl>
                                      </p:cBhvr>
                                    </p:animEffect>
                                  </p:childTnLst>
                                </p:cTn>
                              </p:par>
                            </p:childTnLst>
                          </p:cTn>
                        </p:par>
                      </p:childTnLst>
                    </p:cTn>
                  </p:par>
                  <p:par>
                    <p:cTn id="26" fill="hold">
                      <p:stCondLst>
                        <p:cond delay="indefinite"/>
                      </p:stCondLst>
                      <p:childTnLst>
                        <p:par>
                          <p:cTn id="27" fill="hold">
                            <p:stCondLst>
                              <p:cond delay="0"/>
                            </p:stCondLst>
                            <p:childTnLst>
                              <p:par>
                                <p:cTn id="28" presetID="53" presetClass="entr" presetSubtype="16" fill="hold" grpId="0" nodeType="clickEffect">
                                  <p:stCondLst>
                                    <p:cond delay="0"/>
                                  </p:stCondLst>
                                  <p:childTnLst>
                                    <p:set>
                                      <p:cBhvr>
                                        <p:cTn id="29" dur="1" fill="hold">
                                          <p:stCondLst>
                                            <p:cond delay="0"/>
                                          </p:stCondLst>
                                        </p:cTn>
                                        <p:tgtEl>
                                          <p:spTgt spid="106"/>
                                        </p:tgtEl>
                                        <p:attrNameLst>
                                          <p:attrName>style.visibility</p:attrName>
                                        </p:attrNameLst>
                                      </p:cBhvr>
                                      <p:to>
                                        <p:strVal val="visible"/>
                                      </p:to>
                                    </p:set>
                                    <p:anim calcmode="lin" valueType="num">
                                      <p:cBhvr>
                                        <p:cTn id="30" dur="500" fill="hold"/>
                                        <p:tgtEl>
                                          <p:spTgt spid="106"/>
                                        </p:tgtEl>
                                        <p:attrNameLst>
                                          <p:attrName>ppt_w</p:attrName>
                                        </p:attrNameLst>
                                      </p:cBhvr>
                                      <p:tavLst>
                                        <p:tav tm="0">
                                          <p:val>
                                            <p:fltVal val="0"/>
                                          </p:val>
                                        </p:tav>
                                        <p:tav tm="100000">
                                          <p:val>
                                            <p:strVal val="#ppt_w"/>
                                          </p:val>
                                        </p:tav>
                                      </p:tavLst>
                                    </p:anim>
                                    <p:anim calcmode="lin" valueType="num">
                                      <p:cBhvr>
                                        <p:cTn id="31" dur="500" fill="hold"/>
                                        <p:tgtEl>
                                          <p:spTgt spid="106"/>
                                        </p:tgtEl>
                                        <p:attrNameLst>
                                          <p:attrName>ppt_h</p:attrName>
                                        </p:attrNameLst>
                                      </p:cBhvr>
                                      <p:tavLst>
                                        <p:tav tm="0">
                                          <p:val>
                                            <p:fltVal val="0"/>
                                          </p:val>
                                        </p:tav>
                                        <p:tav tm="100000">
                                          <p:val>
                                            <p:strVal val="#ppt_h"/>
                                          </p:val>
                                        </p:tav>
                                      </p:tavLst>
                                    </p:anim>
                                    <p:animEffect transition="in" filter="fade">
                                      <p:cBhvr>
                                        <p:cTn id="32" dur="500"/>
                                        <p:tgtEl>
                                          <p:spTgt spid="106"/>
                                        </p:tgtEl>
                                      </p:cBhvr>
                                    </p:animEffect>
                                  </p:childTnLst>
                                </p:cTn>
                              </p:par>
                            </p:childTnLst>
                          </p:cTn>
                        </p:par>
                      </p:childTnLst>
                    </p:cTn>
                  </p:par>
                  <p:par>
                    <p:cTn id="33" fill="hold">
                      <p:stCondLst>
                        <p:cond delay="indefinite"/>
                      </p:stCondLst>
                      <p:childTnLst>
                        <p:par>
                          <p:cTn id="34" fill="hold">
                            <p:stCondLst>
                              <p:cond delay="0"/>
                            </p:stCondLst>
                            <p:childTnLst>
                              <p:par>
                                <p:cTn id="35" presetID="12" presetClass="entr" presetSubtype="4" fill="hold" grpId="0" nodeType="clickEffect">
                                  <p:stCondLst>
                                    <p:cond delay="0"/>
                                  </p:stCondLst>
                                  <p:childTnLst>
                                    <p:set>
                                      <p:cBhvr>
                                        <p:cTn id="36" dur="1" fill="hold">
                                          <p:stCondLst>
                                            <p:cond delay="0"/>
                                          </p:stCondLst>
                                        </p:cTn>
                                        <p:tgtEl>
                                          <p:spTgt spid="78"/>
                                        </p:tgtEl>
                                        <p:attrNameLst>
                                          <p:attrName>style.visibility</p:attrName>
                                        </p:attrNameLst>
                                      </p:cBhvr>
                                      <p:to>
                                        <p:strVal val="visible"/>
                                      </p:to>
                                    </p:set>
                                    <p:anim calcmode="lin" valueType="num">
                                      <p:cBhvr additive="base">
                                        <p:cTn id="37" dur="500"/>
                                        <p:tgtEl>
                                          <p:spTgt spid="78"/>
                                        </p:tgtEl>
                                        <p:attrNameLst>
                                          <p:attrName>ppt_y</p:attrName>
                                        </p:attrNameLst>
                                      </p:cBhvr>
                                      <p:tavLst>
                                        <p:tav tm="0">
                                          <p:val>
                                            <p:strVal val="#ppt_y+#ppt_h*1.125000"/>
                                          </p:val>
                                        </p:tav>
                                        <p:tav tm="100000">
                                          <p:val>
                                            <p:strVal val="#ppt_y"/>
                                          </p:val>
                                        </p:tav>
                                      </p:tavLst>
                                    </p:anim>
                                    <p:animEffect transition="in" filter="wipe(up)">
                                      <p:cBhvr>
                                        <p:cTn id="38" dur="500"/>
                                        <p:tgtEl>
                                          <p:spTgt spid="78"/>
                                        </p:tgtEl>
                                      </p:cBhvr>
                                    </p:animEffect>
                                  </p:childTnLst>
                                </p:cTn>
                              </p:par>
                            </p:childTnLst>
                          </p:cTn>
                        </p:par>
                      </p:childTnLst>
                    </p:cTn>
                  </p:par>
                  <p:par>
                    <p:cTn id="39" fill="hold">
                      <p:stCondLst>
                        <p:cond delay="indefinite"/>
                      </p:stCondLst>
                      <p:childTnLst>
                        <p:par>
                          <p:cTn id="40" fill="hold">
                            <p:stCondLst>
                              <p:cond delay="0"/>
                            </p:stCondLst>
                            <p:childTnLst>
                              <p:par>
                                <p:cTn id="41" presetID="22" presetClass="entr" presetSubtype="8" fill="hold" nodeType="clickEffect">
                                  <p:stCondLst>
                                    <p:cond delay="0"/>
                                  </p:stCondLst>
                                  <p:childTnLst>
                                    <p:set>
                                      <p:cBhvr>
                                        <p:cTn id="42" dur="1" fill="hold">
                                          <p:stCondLst>
                                            <p:cond delay="0"/>
                                          </p:stCondLst>
                                        </p:cTn>
                                        <p:tgtEl>
                                          <p:spTgt spid="113"/>
                                        </p:tgtEl>
                                        <p:attrNameLst>
                                          <p:attrName>style.visibility</p:attrName>
                                        </p:attrNameLst>
                                      </p:cBhvr>
                                      <p:to>
                                        <p:strVal val="visible"/>
                                      </p:to>
                                    </p:set>
                                    <p:animEffect transition="in" filter="wipe(left)">
                                      <p:cBhvr>
                                        <p:cTn id="43" dur="1000"/>
                                        <p:tgtEl>
                                          <p:spTgt spid="113"/>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00" grpId="0"/>
      <p:bldP spid="106" grpId="0"/>
      <p:bldP spid="8" grpId="0" animBg="1"/>
      <p:bldP spid="78" grpId="0" animBg="1"/>
    </p:bldLst>
  </p:timing>
</p:sld>
</file>

<file path=ppt/slides/slide13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4" name="组合 3">
            <a:extLst>
              <a:ext uri="{FF2B5EF4-FFF2-40B4-BE49-F238E27FC236}">
                <a16:creationId xmlns:a16="http://schemas.microsoft.com/office/drawing/2014/main" id="{9A1EA9F2-FCB6-48C3-935F-7AE7E3AD14AC}"/>
              </a:ext>
            </a:extLst>
          </p:cNvPr>
          <p:cNvGrpSpPr/>
          <p:nvPr/>
        </p:nvGrpSpPr>
        <p:grpSpPr>
          <a:xfrm>
            <a:off x="304800" y="749300"/>
            <a:ext cx="6192343" cy="400110"/>
            <a:chOff x="424117" y="898245"/>
            <a:chExt cx="6192343" cy="400110"/>
          </a:xfrm>
        </p:grpSpPr>
        <p:sp>
          <p:nvSpPr>
            <p:cNvPr id="2" name="平行四边形 1">
              <a:extLst>
                <a:ext uri="{FF2B5EF4-FFF2-40B4-BE49-F238E27FC236}">
                  <a16:creationId xmlns:a16="http://schemas.microsoft.com/office/drawing/2014/main" id="{1F5BAA3F-9845-4F89-A2DD-8222D3E4EDAC}"/>
                </a:ext>
              </a:extLst>
            </p:cNvPr>
            <p:cNvSpPr/>
            <p:nvPr/>
          </p:nvSpPr>
          <p:spPr>
            <a:xfrm>
              <a:off x="424117" y="898245"/>
              <a:ext cx="728012" cy="387090"/>
            </a:xfrm>
            <a:prstGeom prst="parallelogram">
              <a:avLst/>
            </a:prstGeom>
            <a:solidFill>
              <a:schemeClr val="accent3">
                <a:lumMod val="75000"/>
              </a:schemeClr>
            </a:solidFill>
            <a:ln>
              <a:solidFill>
                <a:schemeClr val="accent3">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CN" sz="2200" dirty="0">
                  <a:latin typeface="Impact" panose="020B0806030902050204" pitchFamily="34" charset="0"/>
                </a:rPr>
                <a:t>03</a:t>
              </a:r>
              <a:endParaRPr lang="zh-CN" altLang="en-US" sz="2200" dirty="0">
                <a:latin typeface="Impact" panose="020B0806030902050204" pitchFamily="34" charset="0"/>
              </a:endParaRPr>
            </a:p>
          </p:txBody>
        </p:sp>
        <p:sp>
          <p:nvSpPr>
            <p:cNvPr id="3" name="文本框 2">
              <a:extLst>
                <a:ext uri="{FF2B5EF4-FFF2-40B4-BE49-F238E27FC236}">
                  <a16:creationId xmlns:a16="http://schemas.microsoft.com/office/drawing/2014/main" id="{4D6BD736-A4D3-4F26-AFED-36E11F50F70B}"/>
                </a:ext>
              </a:extLst>
            </p:cNvPr>
            <p:cNvSpPr txBox="1"/>
            <p:nvPr/>
          </p:nvSpPr>
          <p:spPr>
            <a:xfrm>
              <a:off x="1263961" y="898245"/>
              <a:ext cx="5352499" cy="400110"/>
            </a:xfrm>
            <a:prstGeom prst="rect">
              <a:avLst/>
            </a:prstGeom>
            <a:noFill/>
          </p:spPr>
          <p:txBody>
            <a:bodyPr wrap="square" rtlCol="0">
              <a:spAutoFit/>
            </a:bodyPr>
            <a:lstStyle/>
            <a:p>
              <a:r>
                <a:rPr lang="zh-CN" altLang="en-US" sz="2000" b="1" dirty="0"/>
                <a:t>停止</a:t>
              </a:r>
              <a:r>
                <a:rPr lang="en-US" altLang="zh-CN" sz="2000" b="1" dirty="0"/>
                <a:t>-</a:t>
              </a:r>
              <a:r>
                <a:rPr lang="zh-CN" altLang="en-US" sz="2000" b="1" dirty="0"/>
                <a:t>等待协议的信道利用率</a:t>
              </a:r>
            </a:p>
          </p:txBody>
        </p:sp>
      </p:grpSp>
      <p:grpSp>
        <p:nvGrpSpPr>
          <p:cNvPr id="13" name="组合 12">
            <a:extLst>
              <a:ext uri="{FF2B5EF4-FFF2-40B4-BE49-F238E27FC236}">
                <a16:creationId xmlns:a16="http://schemas.microsoft.com/office/drawing/2014/main" id="{8D56F74B-D968-489E-AAC8-3B68745C8E1B}"/>
              </a:ext>
            </a:extLst>
          </p:cNvPr>
          <p:cNvGrpSpPr/>
          <p:nvPr/>
        </p:nvGrpSpPr>
        <p:grpSpPr>
          <a:xfrm>
            <a:off x="1186164" y="1770264"/>
            <a:ext cx="9855867" cy="1397599"/>
            <a:chOff x="1186164" y="1770264"/>
            <a:chExt cx="9855867" cy="1397599"/>
          </a:xfrm>
        </p:grpSpPr>
        <p:grpSp>
          <p:nvGrpSpPr>
            <p:cNvPr id="11" name="组合 10">
              <a:extLst>
                <a:ext uri="{FF2B5EF4-FFF2-40B4-BE49-F238E27FC236}">
                  <a16:creationId xmlns:a16="http://schemas.microsoft.com/office/drawing/2014/main" id="{A639B067-237A-4538-88F0-CA2E93CEB0DF}"/>
                </a:ext>
              </a:extLst>
            </p:cNvPr>
            <p:cNvGrpSpPr/>
            <p:nvPr/>
          </p:nvGrpSpPr>
          <p:grpSpPr>
            <a:xfrm>
              <a:off x="5120067" y="2449012"/>
              <a:ext cx="3505527" cy="718851"/>
              <a:chOff x="5120067" y="2449012"/>
              <a:chExt cx="3505527" cy="718851"/>
            </a:xfrm>
          </p:grpSpPr>
          <mc:AlternateContent xmlns:mc="http://schemas.openxmlformats.org/markup-compatibility/2006" xmlns:a14="http://schemas.microsoft.com/office/drawing/2010/main">
            <mc:Choice Requires="a14">
              <p:sp>
                <p:nvSpPr>
                  <p:cNvPr id="102" name="文本框 101">
                    <a:extLst>
                      <a:ext uri="{FF2B5EF4-FFF2-40B4-BE49-F238E27FC236}">
                        <a16:creationId xmlns:a16="http://schemas.microsoft.com/office/drawing/2014/main" id="{9E4BCFDB-E3FE-4014-AE16-D96DF430CCAB}"/>
                      </a:ext>
                    </a:extLst>
                  </p:cNvPr>
                  <p:cNvSpPr txBox="1"/>
                  <p:nvPr/>
                </p:nvSpPr>
                <p:spPr>
                  <a:xfrm>
                    <a:off x="5972798" y="2449012"/>
                    <a:ext cx="2652796" cy="718851"/>
                  </a:xfrm>
                  <a:prstGeom prst="rect">
                    <a:avLst/>
                  </a:prstGeom>
                  <a:noFill/>
                </p:spPr>
                <p:txBody>
                  <a:bodyPr wrap="square" rtlCol="0">
                    <a:spAutoFit/>
                  </a:bodyPr>
                  <a:lstStyle/>
                  <a:p>
                    <a:pPr algn="ctr"/>
                    <a14:m>
                      <m:oMathPara xmlns:m="http://schemas.openxmlformats.org/officeDocument/2006/math">
                        <m:oMathParaPr>
                          <m:jc m:val="center"/>
                        </m:oMathParaPr>
                        <m:oMath xmlns:m="http://schemas.openxmlformats.org/officeDocument/2006/math">
                          <m:r>
                            <a:rPr lang="en-US" altLang="zh-CN" sz="2000" b="1" i="1" smtClean="0">
                              <a:latin typeface="Cambria Math" panose="02040503050406030204" pitchFamily="18" charset="0"/>
                            </a:rPr>
                            <m:t>𝑼</m:t>
                          </m:r>
                          <m:r>
                            <a:rPr lang="en-US" altLang="zh-CN" sz="2000" b="1" i="1" smtClean="0">
                              <a:latin typeface="Cambria Math" panose="02040503050406030204" pitchFamily="18" charset="0"/>
                              <a:ea typeface="Cambria Math" panose="02040503050406030204" pitchFamily="18" charset="0"/>
                            </a:rPr>
                            <m:t>≈</m:t>
                          </m:r>
                          <m:f>
                            <m:fPr>
                              <m:ctrlPr>
                                <a:rPr lang="en-US" altLang="zh-CN" sz="2000" b="1" i="1" smtClean="0">
                                  <a:latin typeface="Cambria Math" panose="02040503050406030204" pitchFamily="18" charset="0"/>
                                </a:rPr>
                              </m:ctrlPr>
                            </m:fPr>
                            <m:num>
                              <m:sSub>
                                <m:sSubPr>
                                  <m:ctrlPr>
                                    <a:rPr lang="en-US" altLang="zh-CN" sz="2000" b="1" i="1" smtClean="0">
                                      <a:latin typeface="Cambria Math" panose="02040503050406030204" pitchFamily="18" charset="0"/>
                                    </a:rPr>
                                  </m:ctrlPr>
                                </m:sSubPr>
                                <m:e>
                                  <m:r>
                                    <a:rPr lang="en-US" altLang="zh-CN" sz="2000" b="1" i="1" smtClean="0">
                                      <a:latin typeface="Cambria Math" panose="02040503050406030204" pitchFamily="18" charset="0"/>
                                    </a:rPr>
                                    <m:t>𝑻</m:t>
                                  </m:r>
                                </m:e>
                                <m:sub>
                                  <m:r>
                                    <a:rPr lang="en-US" altLang="zh-CN" sz="2000" b="1" i="1" smtClean="0">
                                      <a:latin typeface="Cambria Math" panose="02040503050406030204" pitchFamily="18" charset="0"/>
                                    </a:rPr>
                                    <m:t>𝑫</m:t>
                                  </m:r>
                                </m:sub>
                              </m:sSub>
                            </m:num>
                            <m:den>
                              <m:sSub>
                                <m:sSubPr>
                                  <m:ctrlPr>
                                    <a:rPr lang="en-US" altLang="zh-CN" sz="2000" b="1" i="1" smtClean="0">
                                      <a:latin typeface="Cambria Math" panose="02040503050406030204" pitchFamily="18" charset="0"/>
                                    </a:rPr>
                                  </m:ctrlPr>
                                </m:sSubPr>
                                <m:e>
                                  <m:r>
                                    <a:rPr lang="en-US" altLang="zh-CN" sz="2000" b="1" i="1" smtClean="0">
                                      <a:latin typeface="Cambria Math" panose="02040503050406030204" pitchFamily="18" charset="0"/>
                                    </a:rPr>
                                    <m:t>𝑻</m:t>
                                  </m:r>
                                </m:e>
                                <m:sub>
                                  <m:r>
                                    <a:rPr lang="en-US" altLang="zh-CN" sz="2000" b="1" i="1" smtClean="0">
                                      <a:latin typeface="Cambria Math" panose="02040503050406030204" pitchFamily="18" charset="0"/>
                                    </a:rPr>
                                    <m:t>𝑫</m:t>
                                  </m:r>
                                </m:sub>
                              </m:sSub>
                              <m:r>
                                <a:rPr lang="en-US" altLang="zh-CN" sz="2000" b="1" i="1" smtClean="0">
                                  <a:latin typeface="Cambria Math" panose="02040503050406030204" pitchFamily="18" charset="0"/>
                                </a:rPr>
                                <m:t>+</m:t>
                              </m:r>
                              <m:r>
                                <a:rPr lang="en-US" altLang="zh-CN" sz="2000" b="1" i="1" smtClean="0">
                                  <a:latin typeface="Cambria Math" panose="02040503050406030204" pitchFamily="18" charset="0"/>
                                </a:rPr>
                                <m:t>𝑹𝑻𝑻</m:t>
                              </m:r>
                            </m:den>
                          </m:f>
                        </m:oMath>
                      </m:oMathPara>
                    </a14:m>
                    <a:endParaRPr lang="zh-CN" altLang="en-US" sz="2000" b="1" dirty="0">
                      <a:latin typeface="+mn-ea"/>
                    </a:endParaRPr>
                  </a:p>
                </p:txBody>
              </p:sp>
            </mc:Choice>
            <mc:Fallback xmlns="">
              <p:sp>
                <p:nvSpPr>
                  <p:cNvPr id="102" name="文本框 101">
                    <a:extLst>
                      <a:ext uri="{FF2B5EF4-FFF2-40B4-BE49-F238E27FC236}">
                        <a16:creationId xmlns:a16="http://schemas.microsoft.com/office/drawing/2014/main" id="{9E4BCFDB-E3FE-4014-AE16-D96DF430CCAB}"/>
                      </a:ext>
                    </a:extLst>
                  </p:cNvPr>
                  <p:cNvSpPr txBox="1">
                    <a:spLocks noRot="1" noChangeAspect="1" noMove="1" noResize="1" noEditPoints="1" noAdjustHandles="1" noChangeArrowheads="1" noChangeShapeType="1" noTextEdit="1"/>
                  </p:cNvSpPr>
                  <p:nvPr/>
                </p:nvSpPr>
                <p:spPr>
                  <a:xfrm>
                    <a:off x="5972798" y="2449012"/>
                    <a:ext cx="2652796" cy="718851"/>
                  </a:xfrm>
                  <a:prstGeom prst="rect">
                    <a:avLst/>
                  </a:prstGeom>
                  <a:blipFill>
                    <a:blip r:embed="rId3"/>
                    <a:stretch>
                      <a:fillRect/>
                    </a:stretch>
                  </a:blipFill>
                </p:spPr>
                <p:txBody>
                  <a:bodyPr/>
                  <a:lstStyle/>
                  <a:p>
                    <a:r>
                      <a:rPr lang="zh-CN" altLang="en-US">
                        <a:noFill/>
                      </a:rPr>
                      <a:t> </a:t>
                    </a:r>
                  </a:p>
                </p:txBody>
              </p:sp>
            </mc:Fallback>
          </mc:AlternateContent>
          <p:cxnSp>
            <p:nvCxnSpPr>
              <p:cNvPr id="104" name="直接箭头连接符 103">
                <a:extLst>
                  <a:ext uri="{FF2B5EF4-FFF2-40B4-BE49-F238E27FC236}">
                    <a16:creationId xmlns:a16="http://schemas.microsoft.com/office/drawing/2014/main" id="{D9E29868-7EB7-4380-B852-179FFA8F8561}"/>
                  </a:ext>
                </a:extLst>
              </p:cNvPr>
              <p:cNvCxnSpPr>
                <a:stCxn id="96" idx="3"/>
              </p:cNvCxnSpPr>
              <p:nvPr/>
            </p:nvCxnSpPr>
            <p:spPr>
              <a:xfrm flipV="1">
                <a:off x="5120067" y="2808437"/>
                <a:ext cx="1186311" cy="1"/>
              </a:xfrm>
              <a:prstGeom prst="straightConnector1">
                <a:avLst/>
              </a:prstGeom>
              <a:ln w="25400">
                <a:solidFill>
                  <a:schemeClr val="tx1"/>
                </a:solidFill>
                <a:tailEnd type="triangle"/>
              </a:ln>
            </p:spPr>
            <p:style>
              <a:lnRef idx="1">
                <a:schemeClr val="accent1"/>
              </a:lnRef>
              <a:fillRef idx="0">
                <a:schemeClr val="accent1"/>
              </a:fillRef>
              <a:effectRef idx="0">
                <a:schemeClr val="accent1"/>
              </a:effectRef>
              <a:fontRef idx="minor">
                <a:schemeClr val="tx1"/>
              </a:fontRef>
            </p:style>
          </p:cxnSp>
        </p:grpSp>
        <p:grpSp>
          <p:nvGrpSpPr>
            <p:cNvPr id="12" name="组合 11">
              <a:extLst>
                <a:ext uri="{FF2B5EF4-FFF2-40B4-BE49-F238E27FC236}">
                  <a16:creationId xmlns:a16="http://schemas.microsoft.com/office/drawing/2014/main" id="{5C6D7097-AC0C-479C-9637-3C0C1361D61B}"/>
                </a:ext>
              </a:extLst>
            </p:cNvPr>
            <p:cNvGrpSpPr/>
            <p:nvPr/>
          </p:nvGrpSpPr>
          <p:grpSpPr>
            <a:xfrm>
              <a:off x="1186164" y="1770264"/>
              <a:ext cx="9855867" cy="1397599"/>
              <a:chOff x="1186164" y="1770264"/>
              <a:chExt cx="9855867" cy="1397599"/>
            </a:xfrm>
          </p:grpSpPr>
          <p:grpSp>
            <p:nvGrpSpPr>
              <p:cNvPr id="98" name="组合 97">
                <a:extLst>
                  <a:ext uri="{FF2B5EF4-FFF2-40B4-BE49-F238E27FC236}">
                    <a16:creationId xmlns:a16="http://schemas.microsoft.com/office/drawing/2014/main" id="{5F5E117E-C642-4BE8-8CD7-DCCEA63A964A}"/>
                  </a:ext>
                </a:extLst>
              </p:cNvPr>
              <p:cNvGrpSpPr/>
              <p:nvPr/>
            </p:nvGrpSpPr>
            <p:grpSpPr>
              <a:xfrm>
                <a:off x="1186164" y="2449012"/>
                <a:ext cx="3933903" cy="718851"/>
                <a:chOff x="6505579" y="4280305"/>
                <a:chExt cx="3933903" cy="718851"/>
              </a:xfrm>
            </p:grpSpPr>
            <mc:AlternateContent xmlns:mc="http://schemas.openxmlformats.org/markup-compatibility/2006" xmlns:a14="http://schemas.microsoft.com/office/drawing/2010/main">
              <mc:Choice Requires="a14">
                <p:sp>
                  <p:nvSpPr>
                    <p:cNvPr id="96" name="文本框 95">
                      <a:extLst>
                        <a:ext uri="{FF2B5EF4-FFF2-40B4-BE49-F238E27FC236}">
                          <a16:creationId xmlns:a16="http://schemas.microsoft.com/office/drawing/2014/main" id="{978EEE98-1E7E-447C-9FE4-7CD2FCA41CA9}"/>
                        </a:ext>
                      </a:extLst>
                    </p:cNvPr>
                    <p:cNvSpPr txBox="1"/>
                    <p:nvPr/>
                  </p:nvSpPr>
                  <p:spPr>
                    <a:xfrm>
                      <a:off x="7786686" y="4280305"/>
                      <a:ext cx="2652796" cy="718851"/>
                    </a:xfrm>
                    <a:prstGeom prst="rect">
                      <a:avLst/>
                    </a:prstGeom>
                    <a:noFill/>
                  </p:spPr>
                  <p:txBody>
                    <a:bodyPr wrap="square" rtlCol="0">
                      <a:spAutoFit/>
                    </a:bodyPr>
                    <a:lstStyle/>
                    <a:p>
                      <a:pPr algn="ctr"/>
                      <a14:m>
                        <m:oMathPara xmlns:m="http://schemas.openxmlformats.org/officeDocument/2006/math">
                          <m:oMathParaPr>
                            <m:jc m:val="center"/>
                          </m:oMathParaPr>
                          <m:oMath xmlns:m="http://schemas.openxmlformats.org/officeDocument/2006/math">
                            <m:r>
                              <a:rPr lang="en-US" altLang="zh-CN" sz="2000" b="1" i="1" smtClean="0">
                                <a:latin typeface="Cambria Math" panose="02040503050406030204" pitchFamily="18" charset="0"/>
                              </a:rPr>
                              <m:t>𝑼</m:t>
                            </m:r>
                            <m:r>
                              <a:rPr lang="en-US" altLang="zh-CN" sz="2000" b="1" i="1" smtClean="0">
                                <a:latin typeface="Cambria Math" panose="02040503050406030204" pitchFamily="18" charset="0"/>
                                <a:ea typeface="Cambria Math" panose="02040503050406030204" pitchFamily="18" charset="0"/>
                              </a:rPr>
                              <m:t>≈</m:t>
                            </m:r>
                            <m:f>
                              <m:fPr>
                                <m:ctrlPr>
                                  <a:rPr lang="en-US" altLang="zh-CN" sz="2000" b="1" i="1" smtClean="0">
                                    <a:latin typeface="Cambria Math" panose="02040503050406030204" pitchFamily="18" charset="0"/>
                                  </a:rPr>
                                </m:ctrlPr>
                              </m:fPr>
                              <m:num>
                                <m:sSub>
                                  <m:sSubPr>
                                    <m:ctrlPr>
                                      <a:rPr lang="en-US" altLang="zh-CN" sz="2000" b="1" i="1" smtClean="0">
                                        <a:latin typeface="Cambria Math" panose="02040503050406030204" pitchFamily="18" charset="0"/>
                                      </a:rPr>
                                    </m:ctrlPr>
                                  </m:sSubPr>
                                  <m:e>
                                    <m:r>
                                      <a:rPr lang="en-US" altLang="zh-CN" sz="2000" b="1" i="1" smtClean="0">
                                        <a:latin typeface="Cambria Math" panose="02040503050406030204" pitchFamily="18" charset="0"/>
                                      </a:rPr>
                                      <m:t>𝑻</m:t>
                                    </m:r>
                                  </m:e>
                                  <m:sub>
                                    <m:r>
                                      <a:rPr lang="en-US" altLang="zh-CN" sz="2000" b="1" i="1" smtClean="0">
                                        <a:latin typeface="Cambria Math" panose="02040503050406030204" pitchFamily="18" charset="0"/>
                                      </a:rPr>
                                      <m:t>𝑫</m:t>
                                    </m:r>
                                  </m:sub>
                                </m:sSub>
                              </m:num>
                              <m:den>
                                <m:sSub>
                                  <m:sSubPr>
                                    <m:ctrlPr>
                                      <a:rPr lang="en-US" altLang="zh-CN" sz="2000" b="1" i="1" smtClean="0">
                                        <a:latin typeface="Cambria Math" panose="02040503050406030204" pitchFamily="18" charset="0"/>
                                      </a:rPr>
                                    </m:ctrlPr>
                                  </m:sSubPr>
                                  <m:e>
                                    <m:r>
                                      <a:rPr lang="en-US" altLang="zh-CN" sz="2000" b="1" i="1" smtClean="0">
                                        <a:latin typeface="Cambria Math" panose="02040503050406030204" pitchFamily="18" charset="0"/>
                                      </a:rPr>
                                      <m:t>𝑻</m:t>
                                    </m:r>
                                  </m:e>
                                  <m:sub>
                                    <m:r>
                                      <a:rPr lang="en-US" altLang="zh-CN" sz="2000" b="1" i="1" smtClean="0">
                                        <a:latin typeface="Cambria Math" panose="02040503050406030204" pitchFamily="18" charset="0"/>
                                      </a:rPr>
                                      <m:t>𝑫</m:t>
                                    </m:r>
                                  </m:sub>
                                </m:sSub>
                                <m:r>
                                  <a:rPr lang="en-US" altLang="zh-CN" sz="2000" b="1" i="1" smtClean="0">
                                    <a:latin typeface="Cambria Math" panose="02040503050406030204" pitchFamily="18" charset="0"/>
                                  </a:rPr>
                                  <m:t>+</m:t>
                                </m:r>
                                <m:r>
                                  <a:rPr lang="en-US" altLang="zh-CN" sz="2000" b="1" i="1" smtClean="0">
                                    <a:latin typeface="Cambria Math" panose="02040503050406030204" pitchFamily="18" charset="0"/>
                                  </a:rPr>
                                  <m:t>𝑹𝑻𝑻</m:t>
                                </m:r>
                                <m:r>
                                  <a:rPr lang="en-US" altLang="zh-CN" sz="2000" b="1" i="1" smtClean="0">
                                    <a:latin typeface="Cambria Math" panose="02040503050406030204" pitchFamily="18" charset="0"/>
                                  </a:rPr>
                                  <m:t>+</m:t>
                                </m:r>
                                <m:sSub>
                                  <m:sSubPr>
                                    <m:ctrlPr>
                                      <a:rPr lang="en-US" altLang="zh-CN" sz="2000" b="1" i="1" smtClean="0">
                                        <a:latin typeface="Cambria Math" panose="02040503050406030204" pitchFamily="18" charset="0"/>
                                      </a:rPr>
                                    </m:ctrlPr>
                                  </m:sSubPr>
                                  <m:e>
                                    <m:r>
                                      <a:rPr lang="en-US" altLang="zh-CN" sz="2000" b="1" i="1" smtClean="0">
                                        <a:latin typeface="Cambria Math" panose="02040503050406030204" pitchFamily="18" charset="0"/>
                                      </a:rPr>
                                      <m:t>𝑻</m:t>
                                    </m:r>
                                  </m:e>
                                  <m:sub>
                                    <m:r>
                                      <a:rPr lang="en-US" altLang="zh-CN" sz="2000" b="1" i="1" smtClean="0">
                                        <a:latin typeface="Cambria Math" panose="02040503050406030204" pitchFamily="18" charset="0"/>
                                      </a:rPr>
                                      <m:t>𝑨</m:t>
                                    </m:r>
                                  </m:sub>
                                </m:sSub>
                              </m:den>
                            </m:f>
                          </m:oMath>
                        </m:oMathPara>
                      </a14:m>
                      <a:endParaRPr lang="zh-CN" altLang="en-US" sz="2000" b="1" dirty="0">
                        <a:latin typeface="+mn-ea"/>
                      </a:endParaRPr>
                    </a:p>
                  </p:txBody>
                </p:sp>
              </mc:Choice>
              <mc:Fallback xmlns="">
                <p:sp>
                  <p:nvSpPr>
                    <p:cNvPr id="96" name="文本框 95">
                      <a:extLst>
                        <a:ext uri="{FF2B5EF4-FFF2-40B4-BE49-F238E27FC236}">
                          <a16:creationId xmlns:a16="http://schemas.microsoft.com/office/drawing/2014/main" id="{978EEE98-1E7E-447C-9FE4-7CD2FCA41CA9}"/>
                        </a:ext>
                      </a:extLst>
                    </p:cNvPr>
                    <p:cNvSpPr txBox="1">
                      <a:spLocks noRot="1" noChangeAspect="1" noMove="1" noResize="1" noEditPoints="1" noAdjustHandles="1" noChangeArrowheads="1" noChangeShapeType="1" noTextEdit="1"/>
                    </p:cNvSpPr>
                    <p:nvPr/>
                  </p:nvSpPr>
                  <p:spPr>
                    <a:xfrm>
                      <a:off x="7786686" y="4280305"/>
                      <a:ext cx="2652796" cy="718851"/>
                    </a:xfrm>
                    <a:prstGeom prst="rect">
                      <a:avLst/>
                    </a:prstGeom>
                    <a:blipFill>
                      <a:blip r:embed="rId11"/>
                      <a:stretch>
                        <a:fillRect/>
                      </a:stretch>
                    </a:blipFill>
                  </p:spPr>
                  <p:txBody>
                    <a:bodyPr/>
                    <a:lstStyle/>
                    <a:p>
                      <a:r>
                        <a:rPr lang="zh-CN" altLang="en-US">
                          <a:noFill/>
                        </a:rPr>
                        <a:t> </a:t>
                      </a:r>
                    </a:p>
                  </p:txBody>
                </p:sp>
              </mc:Fallback>
            </mc:AlternateContent>
            <p:sp>
              <p:nvSpPr>
                <p:cNvPr id="97" name="文本框 96">
                  <a:extLst>
                    <a:ext uri="{FF2B5EF4-FFF2-40B4-BE49-F238E27FC236}">
                      <a16:creationId xmlns:a16="http://schemas.microsoft.com/office/drawing/2014/main" id="{E1661539-4030-4D85-843C-25736A925077}"/>
                    </a:ext>
                  </a:extLst>
                </p:cNvPr>
                <p:cNvSpPr txBox="1"/>
                <p:nvPr/>
              </p:nvSpPr>
              <p:spPr>
                <a:xfrm>
                  <a:off x="6505579" y="4455064"/>
                  <a:ext cx="1463532" cy="369332"/>
                </a:xfrm>
                <a:prstGeom prst="rect">
                  <a:avLst/>
                </a:prstGeom>
                <a:noFill/>
              </p:spPr>
              <p:txBody>
                <a:bodyPr wrap="square" rtlCol="0">
                  <a:spAutoFit/>
                </a:bodyPr>
                <a:lstStyle/>
                <a:p>
                  <a:r>
                    <a:rPr lang="zh-CN" altLang="en-US" b="1" dirty="0">
                      <a:latin typeface="+mn-ea"/>
                    </a:rPr>
                    <a:t>信道利用率</a:t>
                  </a:r>
                </a:p>
              </p:txBody>
            </p:sp>
          </p:grpSp>
          <mc:AlternateContent xmlns:mc="http://schemas.openxmlformats.org/markup-compatibility/2006" xmlns:a14="http://schemas.microsoft.com/office/drawing/2010/main">
            <mc:Choice Requires="a14">
              <p:sp>
                <p:nvSpPr>
                  <p:cNvPr id="100" name="文本框 99">
                    <a:extLst>
                      <a:ext uri="{FF2B5EF4-FFF2-40B4-BE49-F238E27FC236}">
                        <a16:creationId xmlns:a16="http://schemas.microsoft.com/office/drawing/2014/main" id="{637A3CBC-36DD-4AC6-B7D9-12EF26EEF6BD}"/>
                      </a:ext>
                    </a:extLst>
                  </p:cNvPr>
                  <p:cNvSpPr txBox="1"/>
                  <p:nvPr/>
                </p:nvSpPr>
                <p:spPr>
                  <a:xfrm>
                    <a:off x="5120071" y="2375402"/>
                    <a:ext cx="1186307" cy="400110"/>
                  </a:xfrm>
                  <a:prstGeom prst="rect">
                    <a:avLst/>
                  </a:prstGeom>
                  <a:noFill/>
                </p:spPr>
                <p:txBody>
                  <a:bodyPr wrap="square" rtlCol="0">
                    <a:spAutoFit/>
                  </a:bodyPr>
                  <a:lstStyle/>
                  <a:p>
                    <a:pPr algn="ctr"/>
                    <a14:m>
                      <m:oMathPara xmlns:m="http://schemas.openxmlformats.org/officeDocument/2006/math">
                        <m:oMathParaPr>
                          <m:jc m:val="center"/>
                        </m:oMathParaPr>
                        <m:oMath xmlns:m="http://schemas.openxmlformats.org/officeDocument/2006/math">
                          <m:sSub>
                            <m:sSubPr>
                              <m:ctrlPr>
                                <a:rPr lang="en-US" altLang="zh-CN" sz="2000" b="1" i="1" smtClean="0">
                                  <a:latin typeface="Cambria Math" panose="02040503050406030204" pitchFamily="18" charset="0"/>
                                </a:rPr>
                              </m:ctrlPr>
                            </m:sSubPr>
                            <m:e>
                              <m:r>
                                <a:rPr lang="en-US" altLang="zh-CN" sz="2000" b="1" i="1" smtClean="0">
                                  <a:latin typeface="Cambria Math" panose="02040503050406030204" pitchFamily="18" charset="0"/>
                                </a:rPr>
                                <m:t>𝑻</m:t>
                              </m:r>
                            </m:e>
                            <m:sub>
                              <m:r>
                                <a:rPr lang="en-US" altLang="zh-CN" sz="2000" b="1" i="1" smtClean="0">
                                  <a:latin typeface="Cambria Math" panose="02040503050406030204" pitchFamily="18" charset="0"/>
                                </a:rPr>
                                <m:t>𝑨</m:t>
                              </m:r>
                            </m:sub>
                          </m:sSub>
                          <m:r>
                            <a:rPr lang="en-US" altLang="zh-CN" sz="2000" b="1" i="1" smtClean="0">
                              <a:latin typeface="Cambria Math" panose="02040503050406030204" pitchFamily="18" charset="0"/>
                              <a:ea typeface="Cambria Math" panose="02040503050406030204" pitchFamily="18" charset="0"/>
                            </a:rPr>
                            <m:t>≪</m:t>
                          </m:r>
                          <m:sSub>
                            <m:sSubPr>
                              <m:ctrlPr>
                                <a:rPr lang="en-US" altLang="zh-CN" sz="2000" b="1" i="1" smtClean="0">
                                  <a:latin typeface="Cambria Math" panose="02040503050406030204" pitchFamily="18" charset="0"/>
                                  <a:ea typeface="Cambria Math" panose="02040503050406030204" pitchFamily="18" charset="0"/>
                                </a:rPr>
                              </m:ctrlPr>
                            </m:sSubPr>
                            <m:e>
                              <m:r>
                                <a:rPr lang="en-US" altLang="zh-CN" sz="2000" b="1" i="1" smtClean="0">
                                  <a:latin typeface="Cambria Math" panose="02040503050406030204" pitchFamily="18" charset="0"/>
                                  <a:ea typeface="Cambria Math" panose="02040503050406030204" pitchFamily="18" charset="0"/>
                                </a:rPr>
                                <m:t>𝑻</m:t>
                              </m:r>
                            </m:e>
                            <m:sub>
                              <m:r>
                                <a:rPr lang="en-US" altLang="zh-CN" sz="2000" b="1" i="1" smtClean="0">
                                  <a:latin typeface="Cambria Math" panose="02040503050406030204" pitchFamily="18" charset="0"/>
                                  <a:ea typeface="Cambria Math" panose="02040503050406030204" pitchFamily="18" charset="0"/>
                                </a:rPr>
                                <m:t>𝑫</m:t>
                              </m:r>
                            </m:sub>
                          </m:sSub>
                        </m:oMath>
                      </m:oMathPara>
                    </a14:m>
                    <a:endParaRPr lang="zh-CN" altLang="en-US" sz="2000" b="1" dirty="0">
                      <a:latin typeface="+mn-ea"/>
                    </a:endParaRPr>
                  </a:p>
                </p:txBody>
              </p:sp>
            </mc:Choice>
            <mc:Fallback xmlns="">
              <p:sp>
                <p:nvSpPr>
                  <p:cNvPr id="100" name="文本框 99">
                    <a:extLst>
                      <a:ext uri="{FF2B5EF4-FFF2-40B4-BE49-F238E27FC236}">
                        <a16:creationId xmlns:a16="http://schemas.microsoft.com/office/drawing/2014/main" id="{637A3CBC-36DD-4AC6-B7D9-12EF26EEF6BD}"/>
                      </a:ext>
                    </a:extLst>
                  </p:cNvPr>
                  <p:cNvSpPr txBox="1">
                    <a:spLocks noRot="1" noChangeAspect="1" noMove="1" noResize="1" noEditPoints="1" noAdjustHandles="1" noChangeArrowheads="1" noChangeShapeType="1" noTextEdit="1"/>
                  </p:cNvSpPr>
                  <p:nvPr/>
                </p:nvSpPr>
                <p:spPr>
                  <a:xfrm>
                    <a:off x="5120071" y="2375402"/>
                    <a:ext cx="1186307" cy="400110"/>
                  </a:xfrm>
                  <a:prstGeom prst="rect">
                    <a:avLst/>
                  </a:prstGeom>
                  <a:blipFill>
                    <a:blip r:embed="rId12"/>
                    <a:stretch>
                      <a:fillRect l="-1538" b="-3077"/>
                    </a:stretch>
                  </a:blipFill>
                </p:spPr>
                <p:txBody>
                  <a:bodyPr/>
                  <a:lstStyle/>
                  <a:p>
                    <a:r>
                      <a:rPr lang="zh-CN" altLang="en-US">
                        <a:noFill/>
                      </a:rPr>
                      <a:t> </a:t>
                    </a:r>
                  </a:p>
                </p:txBody>
              </p:sp>
            </mc:Fallback>
          </mc:AlternateContent>
          <mc:AlternateContent xmlns:mc="http://schemas.openxmlformats.org/markup-compatibility/2006" xmlns:a14="http://schemas.microsoft.com/office/drawing/2010/main">
            <mc:Choice Requires="a14">
              <p:sp>
                <p:nvSpPr>
                  <p:cNvPr id="106" name="文本框 105">
                    <a:extLst>
                      <a:ext uri="{FF2B5EF4-FFF2-40B4-BE49-F238E27FC236}">
                        <a16:creationId xmlns:a16="http://schemas.microsoft.com/office/drawing/2014/main" id="{78B81E28-F4F3-4D4F-9DE5-141FDD14C0E7}"/>
                      </a:ext>
                    </a:extLst>
                  </p:cNvPr>
                  <p:cNvSpPr txBox="1"/>
                  <p:nvPr/>
                </p:nvSpPr>
                <p:spPr>
                  <a:xfrm>
                    <a:off x="8436141" y="2289882"/>
                    <a:ext cx="1590142" cy="400110"/>
                  </a:xfrm>
                  <a:prstGeom prst="rect">
                    <a:avLst/>
                  </a:prstGeom>
                  <a:noFill/>
                </p:spPr>
                <p:txBody>
                  <a:bodyPr wrap="square" rtlCol="0">
                    <a:spAutoFit/>
                  </a:bodyPr>
                  <a:lstStyle/>
                  <a:p>
                    <a:pPr algn="ctr"/>
                    <a14:m>
                      <m:oMathPara xmlns:m="http://schemas.openxmlformats.org/officeDocument/2006/math">
                        <m:oMathParaPr>
                          <m:jc m:val="center"/>
                        </m:oMathParaPr>
                        <m:oMath xmlns:m="http://schemas.openxmlformats.org/officeDocument/2006/math">
                          <m:r>
                            <a:rPr lang="en-US" altLang="zh-CN" sz="2000" b="1" i="1" smtClean="0">
                              <a:latin typeface="Cambria Math" panose="02040503050406030204" pitchFamily="18" charset="0"/>
                              <a:ea typeface="Cambria Math" panose="02040503050406030204" pitchFamily="18" charset="0"/>
                            </a:rPr>
                            <m:t>𝑹𝑻𝑻</m:t>
                          </m:r>
                          <m:r>
                            <a:rPr lang="en-US" altLang="zh-CN" sz="2000" b="1" i="1" smtClean="0">
                              <a:latin typeface="Cambria Math" panose="02040503050406030204" pitchFamily="18" charset="0"/>
                              <a:ea typeface="Cambria Math" panose="02040503050406030204" pitchFamily="18" charset="0"/>
                            </a:rPr>
                            <m:t>≫</m:t>
                          </m:r>
                          <m:sSub>
                            <m:sSubPr>
                              <m:ctrlPr>
                                <a:rPr lang="en-US" altLang="zh-CN" sz="2000" b="1" i="1" smtClean="0">
                                  <a:latin typeface="Cambria Math" panose="02040503050406030204" pitchFamily="18" charset="0"/>
                                  <a:ea typeface="Cambria Math" panose="02040503050406030204" pitchFamily="18" charset="0"/>
                                </a:rPr>
                              </m:ctrlPr>
                            </m:sSubPr>
                            <m:e>
                              <m:r>
                                <a:rPr lang="en-US" altLang="zh-CN" sz="2000" b="1" i="1" smtClean="0">
                                  <a:latin typeface="Cambria Math" panose="02040503050406030204" pitchFamily="18" charset="0"/>
                                  <a:ea typeface="Cambria Math" panose="02040503050406030204" pitchFamily="18" charset="0"/>
                                </a:rPr>
                                <m:t>𝑻</m:t>
                              </m:r>
                            </m:e>
                            <m:sub>
                              <m:r>
                                <a:rPr lang="en-US" altLang="zh-CN" sz="2000" b="1" i="1" smtClean="0">
                                  <a:latin typeface="Cambria Math" panose="02040503050406030204" pitchFamily="18" charset="0"/>
                                  <a:ea typeface="Cambria Math" panose="02040503050406030204" pitchFamily="18" charset="0"/>
                                </a:rPr>
                                <m:t>𝑫</m:t>
                              </m:r>
                            </m:sub>
                          </m:sSub>
                        </m:oMath>
                      </m:oMathPara>
                    </a14:m>
                    <a:endParaRPr lang="zh-CN" altLang="en-US" sz="2000" b="1" dirty="0">
                      <a:latin typeface="+mn-ea"/>
                    </a:endParaRPr>
                  </a:p>
                </p:txBody>
              </p:sp>
            </mc:Choice>
            <mc:Fallback xmlns="">
              <p:sp>
                <p:nvSpPr>
                  <p:cNvPr id="106" name="文本框 105">
                    <a:extLst>
                      <a:ext uri="{FF2B5EF4-FFF2-40B4-BE49-F238E27FC236}">
                        <a16:creationId xmlns:a16="http://schemas.microsoft.com/office/drawing/2014/main" id="{78B81E28-F4F3-4D4F-9DE5-141FDD14C0E7}"/>
                      </a:ext>
                    </a:extLst>
                  </p:cNvPr>
                  <p:cNvSpPr txBox="1">
                    <a:spLocks noRot="1" noChangeAspect="1" noMove="1" noResize="1" noEditPoints="1" noAdjustHandles="1" noChangeArrowheads="1" noChangeShapeType="1" noTextEdit="1"/>
                  </p:cNvSpPr>
                  <p:nvPr/>
                </p:nvSpPr>
                <p:spPr>
                  <a:xfrm>
                    <a:off x="8436141" y="2289882"/>
                    <a:ext cx="1590142" cy="400110"/>
                  </a:xfrm>
                  <a:prstGeom prst="rect">
                    <a:avLst/>
                  </a:prstGeom>
                  <a:blipFill>
                    <a:blip r:embed="rId13"/>
                    <a:stretch>
                      <a:fillRect b="-3077"/>
                    </a:stretch>
                  </a:blipFill>
                </p:spPr>
                <p:txBody>
                  <a:bodyPr/>
                  <a:lstStyle/>
                  <a:p>
                    <a:r>
                      <a:rPr lang="zh-CN" altLang="en-US">
                        <a:noFill/>
                      </a:rPr>
                      <a:t> </a:t>
                    </a:r>
                  </a:p>
                </p:txBody>
              </p:sp>
            </mc:Fallback>
          </mc:AlternateContent>
          <p:grpSp>
            <p:nvGrpSpPr>
              <p:cNvPr id="113" name="组合 112">
                <a:extLst>
                  <a:ext uri="{FF2B5EF4-FFF2-40B4-BE49-F238E27FC236}">
                    <a16:creationId xmlns:a16="http://schemas.microsoft.com/office/drawing/2014/main" id="{9D4BDF07-4F01-4FA6-8E84-093D510BDD6F}"/>
                  </a:ext>
                </a:extLst>
              </p:cNvPr>
              <p:cNvGrpSpPr/>
              <p:nvPr/>
            </p:nvGrpSpPr>
            <p:grpSpPr>
              <a:xfrm>
                <a:off x="8326260" y="2489970"/>
                <a:ext cx="2715771" cy="400110"/>
                <a:chOff x="7813147" y="5562081"/>
                <a:chExt cx="2715771" cy="400110"/>
              </a:xfrm>
            </p:grpSpPr>
            <p:cxnSp>
              <p:nvCxnSpPr>
                <p:cNvPr id="107" name="直接箭头连接符 106">
                  <a:extLst>
                    <a:ext uri="{FF2B5EF4-FFF2-40B4-BE49-F238E27FC236}">
                      <a16:creationId xmlns:a16="http://schemas.microsoft.com/office/drawing/2014/main" id="{78F4CCEA-57C6-4266-BE9D-43F9F192159C}"/>
                    </a:ext>
                  </a:extLst>
                </p:cNvPr>
                <p:cNvCxnSpPr>
                  <a:cxnSpLocks/>
                </p:cNvCxnSpPr>
                <p:nvPr/>
              </p:nvCxnSpPr>
              <p:spPr>
                <a:xfrm>
                  <a:off x="7813147" y="5762137"/>
                  <a:ext cx="1769513" cy="0"/>
                </a:xfrm>
                <a:prstGeom prst="straightConnector1">
                  <a:avLst/>
                </a:prstGeom>
                <a:ln w="25400">
                  <a:solidFill>
                    <a:schemeClr val="tx1"/>
                  </a:solidFill>
                  <a:tailEnd type="triangle"/>
                </a:ln>
              </p:spPr>
              <p:style>
                <a:lnRef idx="1">
                  <a:schemeClr val="accent1"/>
                </a:lnRef>
                <a:fillRef idx="0">
                  <a:schemeClr val="accent1"/>
                </a:fillRef>
                <a:effectRef idx="0">
                  <a:schemeClr val="accent1"/>
                </a:effectRef>
                <a:fontRef idx="minor">
                  <a:schemeClr val="tx1"/>
                </a:fontRef>
              </p:style>
            </p:cxnSp>
            <p:grpSp>
              <p:nvGrpSpPr>
                <p:cNvPr id="111" name="组合 110">
                  <a:extLst>
                    <a:ext uri="{FF2B5EF4-FFF2-40B4-BE49-F238E27FC236}">
                      <a16:creationId xmlns:a16="http://schemas.microsoft.com/office/drawing/2014/main" id="{2D01F4D2-D7BF-4A4A-8F00-0714FDF7E74A}"/>
                    </a:ext>
                  </a:extLst>
                </p:cNvPr>
                <p:cNvGrpSpPr/>
                <p:nvPr/>
              </p:nvGrpSpPr>
              <p:grpSpPr>
                <a:xfrm>
                  <a:off x="9582660" y="5562081"/>
                  <a:ext cx="946258" cy="400110"/>
                  <a:chOff x="9582660" y="5562081"/>
                  <a:chExt cx="946258" cy="400110"/>
                </a:xfrm>
              </p:grpSpPr>
              <mc:AlternateContent xmlns:mc="http://schemas.openxmlformats.org/markup-compatibility/2006" xmlns:a14="http://schemas.microsoft.com/office/drawing/2010/main">
                <mc:Choice Requires="a14">
                  <p:sp>
                    <p:nvSpPr>
                      <p:cNvPr id="109" name="文本框 108">
                        <a:extLst>
                          <a:ext uri="{FF2B5EF4-FFF2-40B4-BE49-F238E27FC236}">
                            <a16:creationId xmlns:a16="http://schemas.microsoft.com/office/drawing/2014/main" id="{7EF99915-F733-43BF-BD31-BD199A9B410F}"/>
                          </a:ext>
                        </a:extLst>
                      </p:cNvPr>
                      <p:cNvSpPr txBox="1"/>
                      <p:nvPr/>
                    </p:nvSpPr>
                    <p:spPr>
                      <a:xfrm>
                        <a:off x="9582660" y="5562081"/>
                        <a:ext cx="477378" cy="400110"/>
                      </a:xfrm>
                      <a:prstGeom prst="rect">
                        <a:avLst/>
                      </a:prstGeom>
                      <a:noFill/>
                    </p:spPr>
                    <p:txBody>
                      <a:bodyPr wrap="square" rtlCol="0">
                        <a:spAutoFit/>
                      </a:bodyPr>
                      <a:lstStyle/>
                      <a:p>
                        <a:pPr algn="ctr"/>
                        <a14:m>
                          <m:oMathPara xmlns:m="http://schemas.openxmlformats.org/officeDocument/2006/math">
                            <m:oMathParaPr>
                              <m:jc m:val="center"/>
                            </m:oMathParaPr>
                            <m:oMath xmlns:m="http://schemas.openxmlformats.org/officeDocument/2006/math">
                              <m:r>
                                <a:rPr lang="en-US" altLang="zh-CN" sz="2000" b="1" i="1" smtClean="0">
                                  <a:latin typeface="Cambria Math" panose="02040503050406030204" pitchFamily="18" charset="0"/>
                                  <a:ea typeface="Cambria Math" panose="02040503050406030204" pitchFamily="18" charset="0"/>
                                </a:rPr>
                                <m:t>𝑼</m:t>
                              </m:r>
                            </m:oMath>
                          </m:oMathPara>
                        </a14:m>
                        <a:endParaRPr lang="zh-CN" altLang="en-US" sz="2000" b="1" dirty="0">
                          <a:latin typeface="+mn-ea"/>
                        </a:endParaRPr>
                      </a:p>
                    </p:txBody>
                  </p:sp>
                </mc:Choice>
                <mc:Fallback xmlns="">
                  <p:sp>
                    <p:nvSpPr>
                      <p:cNvPr id="109" name="文本框 108">
                        <a:extLst>
                          <a:ext uri="{FF2B5EF4-FFF2-40B4-BE49-F238E27FC236}">
                            <a16:creationId xmlns:a16="http://schemas.microsoft.com/office/drawing/2014/main" id="{7EF99915-F733-43BF-BD31-BD199A9B410F}"/>
                          </a:ext>
                        </a:extLst>
                      </p:cNvPr>
                      <p:cNvSpPr txBox="1">
                        <a:spLocks noRot="1" noChangeAspect="1" noMove="1" noResize="1" noEditPoints="1" noAdjustHandles="1" noChangeArrowheads="1" noChangeShapeType="1" noTextEdit="1"/>
                      </p:cNvSpPr>
                      <p:nvPr/>
                    </p:nvSpPr>
                    <p:spPr>
                      <a:xfrm>
                        <a:off x="9582660" y="5562081"/>
                        <a:ext cx="477378" cy="400110"/>
                      </a:xfrm>
                      <a:prstGeom prst="rect">
                        <a:avLst/>
                      </a:prstGeom>
                      <a:blipFill>
                        <a:blip r:embed="rId15"/>
                        <a:stretch>
                          <a:fillRect/>
                        </a:stretch>
                      </a:blipFill>
                    </p:spPr>
                    <p:txBody>
                      <a:bodyPr/>
                      <a:lstStyle/>
                      <a:p>
                        <a:r>
                          <a:rPr lang="zh-CN" altLang="en-US">
                            <a:noFill/>
                          </a:rPr>
                          <a:t> </a:t>
                        </a:r>
                      </a:p>
                    </p:txBody>
                  </p:sp>
                </mc:Fallback>
              </mc:AlternateContent>
              <p:sp>
                <p:nvSpPr>
                  <p:cNvPr id="110" name="文本框 109">
                    <a:extLst>
                      <a:ext uri="{FF2B5EF4-FFF2-40B4-BE49-F238E27FC236}">
                        <a16:creationId xmlns:a16="http://schemas.microsoft.com/office/drawing/2014/main" id="{3FD63FEC-3B9B-49EE-99ED-FEC3FE15CCA3}"/>
                      </a:ext>
                    </a:extLst>
                  </p:cNvPr>
                  <p:cNvSpPr txBox="1"/>
                  <p:nvPr/>
                </p:nvSpPr>
                <p:spPr>
                  <a:xfrm>
                    <a:off x="9821349" y="5575283"/>
                    <a:ext cx="707569" cy="369332"/>
                  </a:xfrm>
                  <a:prstGeom prst="rect">
                    <a:avLst/>
                  </a:prstGeom>
                  <a:noFill/>
                </p:spPr>
                <p:txBody>
                  <a:bodyPr wrap="square" rtlCol="0">
                    <a:spAutoFit/>
                  </a:bodyPr>
                  <a:lstStyle/>
                  <a:p>
                    <a:r>
                      <a:rPr lang="zh-CN" altLang="en-US" b="1" dirty="0">
                        <a:latin typeface="+mn-ea"/>
                      </a:rPr>
                      <a:t>很低</a:t>
                    </a:r>
                  </a:p>
                </p:txBody>
              </p:sp>
            </p:grpSp>
          </p:grpSp>
          <p:sp>
            <p:nvSpPr>
              <p:cNvPr id="8" name="对话气泡: 圆角矩形 7">
                <a:extLst>
                  <a:ext uri="{FF2B5EF4-FFF2-40B4-BE49-F238E27FC236}">
                    <a16:creationId xmlns:a16="http://schemas.microsoft.com/office/drawing/2014/main" id="{F1E14FA8-3E37-4D72-AC71-90F1878E77AE}"/>
                  </a:ext>
                </a:extLst>
              </p:cNvPr>
              <p:cNvSpPr/>
              <p:nvPr/>
            </p:nvSpPr>
            <p:spPr>
              <a:xfrm>
                <a:off x="1709679" y="1855784"/>
                <a:ext cx="4130012" cy="401373"/>
              </a:xfrm>
              <a:prstGeom prst="wedgeRoundRectCallout">
                <a:avLst>
                  <a:gd name="adj1" fmla="val 34916"/>
                  <a:gd name="adj2" fmla="val 101836"/>
                  <a:gd name="adj3" fmla="val 16667"/>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zh-CN" altLang="en-US" b="1" dirty="0"/>
                  <a:t>因为确认分组长度远小于数据分组长度</a:t>
                </a:r>
              </a:p>
            </p:txBody>
          </p:sp>
          <p:sp>
            <p:nvSpPr>
              <p:cNvPr id="78" name="对话气泡: 圆角矩形 77">
                <a:extLst>
                  <a:ext uri="{FF2B5EF4-FFF2-40B4-BE49-F238E27FC236}">
                    <a16:creationId xmlns:a16="http://schemas.microsoft.com/office/drawing/2014/main" id="{F94C9743-9700-44CC-A0AB-EB0C86973532}"/>
                  </a:ext>
                </a:extLst>
              </p:cNvPr>
              <p:cNvSpPr/>
              <p:nvPr/>
            </p:nvSpPr>
            <p:spPr>
              <a:xfrm>
                <a:off x="7216802" y="1770264"/>
                <a:ext cx="3593438" cy="401373"/>
              </a:xfrm>
              <a:prstGeom prst="wedgeRoundRectCallout">
                <a:avLst>
                  <a:gd name="adj1" fmla="val -6020"/>
                  <a:gd name="adj2" fmla="val 96919"/>
                  <a:gd name="adj3" fmla="val 16667"/>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r>
                  <a:rPr lang="zh-CN" altLang="en-US" b="1" dirty="0"/>
                  <a:t>例如，卫星链路的</a:t>
                </a:r>
                <a:r>
                  <a:rPr lang="en-US" altLang="zh-CN" b="1" dirty="0"/>
                  <a:t>RTT</a:t>
                </a:r>
                <a:r>
                  <a:rPr lang="zh-CN" altLang="en-US" b="1" dirty="0"/>
                  <a:t>很大</a:t>
                </a:r>
              </a:p>
            </p:txBody>
          </p:sp>
        </p:grpSp>
      </p:grpSp>
      <mc:AlternateContent xmlns:mc="http://schemas.openxmlformats.org/markup-compatibility/2006" xmlns:a14="http://schemas.microsoft.com/office/drawing/2010/main">
        <mc:Choice Requires="a14">
          <p:sp>
            <p:nvSpPr>
              <p:cNvPr id="81" name="文本框 80">
                <a:extLst>
                  <a:ext uri="{FF2B5EF4-FFF2-40B4-BE49-F238E27FC236}">
                    <a16:creationId xmlns:a16="http://schemas.microsoft.com/office/drawing/2014/main" id="{7FB6A058-59FE-4B84-BA84-EC64E04CEEB4}"/>
                  </a:ext>
                </a:extLst>
              </p:cNvPr>
              <p:cNvSpPr txBox="1"/>
              <p:nvPr/>
            </p:nvSpPr>
            <p:spPr>
              <a:xfrm>
                <a:off x="8462625" y="2992467"/>
                <a:ext cx="1590142" cy="400110"/>
              </a:xfrm>
              <a:prstGeom prst="rect">
                <a:avLst/>
              </a:prstGeom>
              <a:noFill/>
            </p:spPr>
            <p:txBody>
              <a:bodyPr wrap="square" rtlCol="0">
                <a:spAutoFit/>
              </a:bodyPr>
              <a:lstStyle/>
              <a:p>
                <a:pPr algn="ctr"/>
                <a14:m>
                  <m:oMathPara xmlns:m="http://schemas.openxmlformats.org/officeDocument/2006/math">
                    <m:oMathParaPr>
                      <m:jc m:val="center"/>
                    </m:oMathParaPr>
                    <m:oMath xmlns:m="http://schemas.openxmlformats.org/officeDocument/2006/math">
                      <m:r>
                        <a:rPr lang="en-US" altLang="zh-CN" sz="2000" b="1" i="1" smtClean="0">
                          <a:latin typeface="Cambria Math" panose="02040503050406030204" pitchFamily="18" charset="0"/>
                          <a:ea typeface="Cambria Math" panose="02040503050406030204" pitchFamily="18" charset="0"/>
                        </a:rPr>
                        <m:t>𝑹𝑻𝑻</m:t>
                      </m:r>
                      <m:r>
                        <a:rPr lang="en-US" altLang="zh-CN" sz="2000" b="1" i="1" smtClean="0">
                          <a:latin typeface="Cambria Math" panose="02040503050406030204" pitchFamily="18" charset="0"/>
                          <a:ea typeface="Cambria Math" panose="02040503050406030204" pitchFamily="18" charset="0"/>
                        </a:rPr>
                        <m:t>≪</m:t>
                      </m:r>
                      <m:sSub>
                        <m:sSubPr>
                          <m:ctrlPr>
                            <a:rPr lang="en-US" altLang="zh-CN" sz="2000" b="1" i="1" smtClean="0">
                              <a:latin typeface="Cambria Math" panose="02040503050406030204" pitchFamily="18" charset="0"/>
                              <a:ea typeface="Cambria Math" panose="02040503050406030204" pitchFamily="18" charset="0"/>
                            </a:rPr>
                          </m:ctrlPr>
                        </m:sSubPr>
                        <m:e>
                          <m:r>
                            <a:rPr lang="en-US" altLang="zh-CN" sz="2000" b="1" i="1" smtClean="0">
                              <a:latin typeface="Cambria Math" panose="02040503050406030204" pitchFamily="18" charset="0"/>
                              <a:ea typeface="Cambria Math" panose="02040503050406030204" pitchFamily="18" charset="0"/>
                            </a:rPr>
                            <m:t>𝑻</m:t>
                          </m:r>
                        </m:e>
                        <m:sub>
                          <m:r>
                            <a:rPr lang="en-US" altLang="zh-CN" sz="2000" b="1" i="1" smtClean="0">
                              <a:latin typeface="Cambria Math" panose="02040503050406030204" pitchFamily="18" charset="0"/>
                              <a:ea typeface="Cambria Math" panose="02040503050406030204" pitchFamily="18" charset="0"/>
                            </a:rPr>
                            <m:t>𝑫</m:t>
                          </m:r>
                        </m:sub>
                      </m:sSub>
                    </m:oMath>
                  </m:oMathPara>
                </a14:m>
                <a:endParaRPr lang="zh-CN" altLang="en-US" sz="2000" b="1" dirty="0">
                  <a:latin typeface="+mn-ea"/>
                </a:endParaRPr>
              </a:p>
            </p:txBody>
          </p:sp>
        </mc:Choice>
        <mc:Fallback xmlns="">
          <p:sp>
            <p:nvSpPr>
              <p:cNvPr id="81" name="文本框 80">
                <a:extLst>
                  <a:ext uri="{FF2B5EF4-FFF2-40B4-BE49-F238E27FC236}">
                    <a16:creationId xmlns:a16="http://schemas.microsoft.com/office/drawing/2014/main" id="{7FB6A058-59FE-4B84-BA84-EC64E04CEEB4}"/>
                  </a:ext>
                </a:extLst>
              </p:cNvPr>
              <p:cNvSpPr txBox="1">
                <a:spLocks noRot="1" noChangeAspect="1" noMove="1" noResize="1" noEditPoints="1" noAdjustHandles="1" noChangeArrowheads="1" noChangeShapeType="1" noTextEdit="1"/>
              </p:cNvSpPr>
              <p:nvPr/>
            </p:nvSpPr>
            <p:spPr>
              <a:xfrm>
                <a:off x="8462625" y="2992467"/>
                <a:ext cx="1590142" cy="400110"/>
              </a:xfrm>
              <a:prstGeom prst="rect">
                <a:avLst/>
              </a:prstGeom>
              <a:blipFill>
                <a:blip r:embed="rId16"/>
                <a:stretch>
                  <a:fillRect b="-1515"/>
                </a:stretch>
              </a:blipFill>
            </p:spPr>
            <p:txBody>
              <a:bodyPr/>
              <a:lstStyle/>
              <a:p>
                <a:r>
                  <a:rPr lang="zh-CN" altLang="en-US">
                    <a:noFill/>
                  </a:rPr>
                  <a:t> </a:t>
                </a:r>
              </a:p>
            </p:txBody>
          </p:sp>
        </mc:Fallback>
      </mc:AlternateContent>
      <p:grpSp>
        <p:nvGrpSpPr>
          <p:cNvPr id="86" name="组合 85">
            <a:extLst>
              <a:ext uri="{FF2B5EF4-FFF2-40B4-BE49-F238E27FC236}">
                <a16:creationId xmlns:a16="http://schemas.microsoft.com/office/drawing/2014/main" id="{63221E32-57AC-4F8F-B44A-51DCBB4C1876}"/>
              </a:ext>
            </a:extLst>
          </p:cNvPr>
          <p:cNvGrpSpPr/>
          <p:nvPr/>
        </p:nvGrpSpPr>
        <p:grpSpPr>
          <a:xfrm>
            <a:off x="8326260" y="2783338"/>
            <a:ext cx="2995195" cy="400110"/>
            <a:chOff x="7813147" y="5562081"/>
            <a:chExt cx="2995195" cy="400110"/>
          </a:xfrm>
        </p:grpSpPr>
        <p:cxnSp>
          <p:nvCxnSpPr>
            <p:cNvPr id="88" name="直接箭头连接符 87">
              <a:extLst>
                <a:ext uri="{FF2B5EF4-FFF2-40B4-BE49-F238E27FC236}">
                  <a16:creationId xmlns:a16="http://schemas.microsoft.com/office/drawing/2014/main" id="{46E3F691-6A5A-431F-9153-B37488B29E07}"/>
                </a:ext>
              </a:extLst>
            </p:cNvPr>
            <p:cNvCxnSpPr>
              <a:cxnSpLocks/>
            </p:cNvCxnSpPr>
            <p:nvPr/>
          </p:nvCxnSpPr>
          <p:spPr>
            <a:xfrm>
              <a:off x="7813147" y="5762137"/>
              <a:ext cx="1769513" cy="0"/>
            </a:xfrm>
            <a:prstGeom prst="straightConnector1">
              <a:avLst/>
            </a:prstGeom>
            <a:ln w="25400">
              <a:solidFill>
                <a:schemeClr val="tx1"/>
              </a:solidFill>
              <a:tailEnd type="triangle"/>
            </a:ln>
          </p:spPr>
          <p:style>
            <a:lnRef idx="1">
              <a:schemeClr val="accent1"/>
            </a:lnRef>
            <a:fillRef idx="0">
              <a:schemeClr val="accent1"/>
            </a:fillRef>
            <a:effectRef idx="0">
              <a:schemeClr val="accent1"/>
            </a:effectRef>
            <a:fontRef idx="minor">
              <a:schemeClr val="tx1"/>
            </a:fontRef>
          </p:style>
        </p:cxnSp>
        <p:grpSp>
          <p:nvGrpSpPr>
            <p:cNvPr id="91" name="组合 90">
              <a:extLst>
                <a:ext uri="{FF2B5EF4-FFF2-40B4-BE49-F238E27FC236}">
                  <a16:creationId xmlns:a16="http://schemas.microsoft.com/office/drawing/2014/main" id="{1A4D7B46-6C1A-4E72-95F5-CB2991B8745F}"/>
                </a:ext>
              </a:extLst>
            </p:cNvPr>
            <p:cNvGrpSpPr/>
            <p:nvPr/>
          </p:nvGrpSpPr>
          <p:grpSpPr>
            <a:xfrm>
              <a:off x="9582660" y="5562081"/>
              <a:ext cx="1225682" cy="400110"/>
              <a:chOff x="9582660" y="5562081"/>
              <a:chExt cx="1225682" cy="400110"/>
            </a:xfrm>
          </p:grpSpPr>
          <mc:AlternateContent xmlns:mc="http://schemas.openxmlformats.org/markup-compatibility/2006" xmlns:a14="http://schemas.microsoft.com/office/drawing/2010/main">
            <mc:Choice Requires="a14">
              <p:sp>
                <p:nvSpPr>
                  <p:cNvPr id="92" name="文本框 91">
                    <a:extLst>
                      <a:ext uri="{FF2B5EF4-FFF2-40B4-BE49-F238E27FC236}">
                        <a16:creationId xmlns:a16="http://schemas.microsoft.com/office/drawing/2014/main" id="{3B16D3DB-97A0-4CB4-8098-754034D36D14}"/>
                      </a:ext>
                    </a:extLst>
                  </p:cNvPr>
                  <p:cNvSpPr txBox="1"/>
                  <p:nvPr/>
                </p:nvSpPr>
                <p:spPr>
                  <a:xfrm>
                    <a:off x="9582660" y="5562081"/>
                    <a:ext cx="477378" cy="400110"/>
                  </a:xfrm>
                  <a:prstGeom prst="rect">
                    <a:avLst/>
                  </a:prstGeom>
                  <a:noFill/>
                </p:spPr>
                <p:txBody>
                  <a:bodyPr wrap="square" rtlCol="0">
                    <a:spAutoFit/>
                  </a:bodyPr>
                  <a:lstStyle/>
                  <a:p>
                    <a:pPr algn="ctr"/>
                    <a14:m>
                      <m:oMathPara xmlns:m="http://schemas.openxmlformats.org/officeDocument/2006/math">
                        <m:oMathParaPr>
                          <m:jc m:val="center"/>
                        </m:oMathParaPr>
                        <m:oMath xmlns:m="http://schemas.openxmlformats.org/officeDocument/2006/math">
                          <m:r>
                            <a:rPr lang="en-US" altLang="zh-CN" sz="2000" b="1" i="1" smtClean="0">
                              <a:latin typeface="Cambria Math" panose="02040503050406030204" pitchFamily="18" charset="0"/>
                              <a:ea typeface="Cambria Math" panose="02040503050406030204" pitchFamily="18" charset="0"/>
                            </a:rPr>
                            <m:t>𝑼</m:t>
                          </m:r>
                        </m:oMath>
                      </m:oMathPara>
                    </a14:m>
                    <a:endParaRPr lang="zh-CN" altLang="en-US" sz="2000" b="1" dirty="0">
                      <a:latin typeface="+mn-ea"/>
                    </a:endParaRPr>
                  </a:p>
                </p:txBody>
              </p:sp>
            </mc:Choice>
            <mc:Fallback xmlns="">
              <p:sp>
                <p:nvSpPr>
                  <p:cNvPr id="109" name="文本框 108">
                    <a:extLst>
                      <a:ext uri="{FF2B5EF4-FFF2-40B4-BE49-F238E27FC236}">
                        <a16:creationId xmlns:a16="http://schemas.microsoft.com/office/drawing/2014/main" id="{7EF99915-F733-43BF-BD31-BD199A9B410F}"/>
                      </a:ext>
                    </a:extLst>
                  </p:cNvPr>
                  <p:cNvSpPr txBox="1">
                    <a:spLocks noRot="1" noChangeAspect="1" noMove="1" noResize="1" noEditPoints="1" noAdjustHandles="1" noChangeArrowheads="1" noChangeShapeType="1" noTextEdit="1"/>
                  </p:cNvSpPr>
                  <p:nvPr/>
                </p:nvSpPr>
                <p:spPr>
                  <a:xfrm>
                    <a:off x="9582660" y="5562081"/>
                    <a:ext cx="477378" cy="400110"/>
                  </a:xfrm>
                  <a:prstGeom prst="rect">
                    <a:avLst/>
                  </a:prstGeom>
                  <a:blipFill>
                    <a:blip r:embed="rId15"/>
                    <a:stretch>
                      <a:fillRect/>
                    </a:stretch>
                  </a:blipFill>
                </p:spPr>
                <p:txBody>
                  <a:bodyPr/>
                  <a:lstStyle/>
                  <a:p>
                    <a:r>
                      <a:rPr lang="zh-CN" altLang="en-US">
                        <a:noFill/>
                      </a:rPr>
                      <a:t> </a:t>
                    </a:r>
                  </a:p>
                </p:txBody>
              </p:sp>
            </mc:Fallback>
          </mc:AlternateContent>
          <p:sp>
            <p:nvSpPr>
              <p:cNvPr id="94" name="文本框 93">
                <a:extLst>
                  <a:ext uri="{FF2B5EF4-FFF2-40B4-BE49-F238E27FC236}">
                    <a16:creationId xmlns:a16="http://schemas.microsoft.com/office/drawing/2014/main" id="{A77EEE28-96CE-4318-AFD0-218AA2367CF7}"/>
                  </a:ext>
                </a:extLst>
              </p:cNvPr>
              <p:cNvSpPr txBox="1"/>
              <p:nvPr/>
            </p:nvSpPr>
            <p:spPr>
              <a:xfrm>
                <a:off x="9821349" y="5575283"/>
                <a:ext cx="986993" cy="369332"/>
              </a:xfrm>
              <a:prstGeom prst="rect">
                <a:avLst/>
              </a:prstGeom>
              <a:noFill/>
            </p:spPr>
            <p:txBody>
              <a:bodyPr wrap="square" rtlCol="0">
                <a:spAutoFit/>
              </a:bodyPr>
              <a:lstStyle/>
              <a:p>
                <a:r>
                  <a:rPr lang="zh-CN" altLang="en-US" b="1" dirty="0">
                    <a:latin typeface="+mn-ea"/>
                  </a:rPr>
                  <a:t>比较高</a:t>
                </a:r>
              </a:p>
            </p:txBody>
          </p:sp>
        </p:grpSp>
      </p:grpSp>
      <p:sp>
        <p:nvSpPr>
          <p:cNvPr id="99" name="对话气泡: 圆角矩形 98">
            <a:extLst>
              <a:ext uri="{FF2B5EF4-FFF2-40B4-BE49-F238E27FC236}">
                <a16:creationId xmlns:a16="http://schemas.microsoft.com/office/drawing/2014/main" id="{04F11133-2F27-461E-AD99-F040DD75E5A5}"/>
              </a:ext>
            </a:extLst>
          </p:cNvPr>
          <p:cNvSpPr/>
          <p:nvPr/>
        </p:nvSpPr>
        <p:spPr>
          <a:xfrm>
            <a:off x="7216802" y="3581943"/>
            <a:ext cx="3593438" cy="401373"/>
          </a:xfrm>
          <a:prstGeom prst="wedgeRoundRectCallout">
            <a:avLst>
              <a:gd name="adj1" fmla="val -5602"/>
              <a:gd name="adj2" fmla="val -110649"/>
              <a:gd name="adj3" fmla="val 16667"/>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zh-CN" altLang="en-US" b="1" dirty="0"/>
              <a:t>例如，无线局域网的</a:t>
            </a:r>
            <a:r>
              <a:rPr lang="en-US" altLang="zh-CN" b="1" dirty="0"/>
              <a:t>RTT</a:t>
            </a:r>
            <a:r>
              <a:rPr lang="zh-CN" altLang="en-US" b="1" dirty="0"/>
              <a:t>远小于</a:t>
            </a:r>
            <a:r>
              <a:rPr lang="en-US" altLang="zh-CN" b="1" dirty="0"/>
              <a:t>T</a:t>
            </a:r>
            <a:r>
              <a:rPr lang="en-US" altLang="zh-CN" b="1" baseline="-25000" dirty="0"/>
              <a:t>D</a:t>
            </a:r>
            <a:endParaRPr lang="zh-CN" altLang="en-US" b="1" baseline="-25000" dirty="0"/>
          </a:p>
        </p:txBody>
      </p:sp>
      <p:sp>
        <p:nvSpPr>
          <p:cNvPr id="101" name="矩形 100">
            <a:extLst>
              <a:ext uri="{FF2B5EF4-FFF2-40B4-BE49-F238E27FC236}">
                <a16:creationId xmlns:a16="http://schemas.microsoft.com/office/drawing/2014/main" id="{28A80D4E-ADEB-49A4-A1BD-08A4BFEBC97D}"/>
              </a:ext>
            </a:extLst>
          </p:cNvPr>
          <p:cNvSpPr/>
          <p:nvPr/>
        </p:nvSpPr>
        <p:spPr>
          <a:xfrm>
            <a:off x="1392451" y="4521786"/>
            <a:ext cx="256976" cy="256976"/>
          </a:xfrm>
          <a:prstGeom prst="rect">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103" name="íşlïḍè">
            <a:extLst>
              <a:ext uri="{FF2B5EF4-FFF2-40B4-BE49-F238E27FC236}">
                <a16:creationId xmlns:a16="http://schemas.microsoft.com/office/drawing/2014/main" id="{38F54508-A2C5-4231-8E3E-46CE3A756C58}"/>
              </a:ext>
            </a:extLst>
          </p:cNvPr>
          <p:cNvSpPr txBox="1"/>
          <p:nvPr/>
        </p:nvSpPr>
        <p:spPr>
          <a:xfrm>
            <a:off x="1709679" y="4460691"/>
            <a:ext cx="7522374" cy="369333"/>
          </a:xfrm>
          <a:prstGeom prst="rect">
            <a:avLst/>
          </a:prstGeom>
          <a:noFill/>
        </p:spPr>
        <p:txBody>
          <a:bodyPr wrap="square" lIns="91440" tIns="45720" rIns="91440" bIns="45720" anchor="ctr">
            <a:noAutofit/>
          </a:bodyPr>
          <a:lstStyle/>
          <a:p>
            <a:r>
              <a:rPr lang="zh-CN" altLang="en-US" b="1" dirty="0"/>
              <a:t>若出现超时重传，对于传送有用的数据信息来说，信道利用率还要降低。</a:t>
            </a:r>
            <a:endParaRPr lang="en-US" altLang="zh-CN" b="1" dirty="0"/>
          </a:p>
        </p:txBody>
      </p:sp>
      <p:sp>
        <p:nvSpPr>
          <p:cNvPr id="105" name="矩形 104">
            <a:extLst>
              <a:ext uri="{FF2B5EF4-FFF2-40B4-BE49-F238E27FC236}">
                <a16:creationId xmlns:a16="http://schemas.microsoft.com/office/drawing/2014/main" id="{21611E1F-77F5-4BFC-B683-4DF1C9B5C0C9}"/>
              </a:ext>
            </a:extLst>
          </p:cNvPr>
          <p:cNvSpPr/>
          <p:nvPr/>
        </p:nvSpPr>
        <p:spPr>
          <a:xfrm>
            <a:off x="1392451" y="5072060"/>
            <a:ext cx="256976" cy="256976"/>
          </a:xfrm>
          <a:prstGeom prst="rect">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108" name="íşlïḍè">
            <a:extLst>
              <a:ext uri="{FF2B5EF4-FFF2-40B4-BE49-F238E27FC236}">
                <a16:creationId xmlns:a16="http://schemas.microsoft.com/office/drawing/2014/main" id="{1E888675-FC38-44D6-9451-C6153A4C8590}"/>
              </a:ext>
            </a:extLst>
          </p:cNvPr>
          <p:cNvSpPr txBox="1"/>
          <p:nvPr/>
        </p:nvSpPr>
        <p:spPr>
          <a:xfrm>
            <a:off x="1709678" y="5010966"/>
            <a:ext cx="10177521" cy="685408"/>
          </a:xfrm>
          <a:prstGeom prst="rect">
            <a:avLst/>
          </a:prstGeom>
          <a:noFill/>
        </p:spPr>
        <p:txBody>
          <a:bodyPr wrap="square" lIns="91440" tIns="45720" rIns="91440" bIns="45720" anchor="ctr">
            <a:noAutofit/>
          </a:bodyPr>
          <a:lstStyle/>
          <a:p>
            <a:r>
              <a:rPr lang="zh-CN" altLang="en-US" b="1" dirty="0"/>
              <a:t>在往返时间</a:t>
            </a:r>
            <a:r>
              <a:rPr lang="en-US" altLang="zh-CN" b="1" dirty="0"/>
              <a:t>RTT</a:t>
            </a:r>
            <a:r>
              <a:rPr lang="zh-CN" altLang="en-US" b="1" dirty="0"/>
              <a:t>相对较大的情况下，为了提高信道利用率，收发双方不适合采用停止</a:t>
            </a:r>
            <a:r>
              <a:rPr lang="en-US" altLang="zh-CN" b="1" dirty="0"/>
              <a:t>-</a:t>
            </a:r>
            <a:r>
              <a:rPr lang="zh-CN" altLang="en-US" b="1" dirty="0"/>
              <a:t>等待协议，而可以选择使用回退</a:t>
            </a:r>
            <a:r>
              <a:rPr lang="en-US" altLang="zh-CN" b="1" dirty="0"/>
              <a:t>N</a:t>
            </a:r>
            <a:r>
              <a:rPr lang="zh-CN" altLang="en-US" b="1" dirty="0"/>
              <a:t>帧（</a:t>
            </a:r>
            <a:r>
              <a:rPr lang="en-US" altLang="zh-CN" b="1" dirty="0"/>
              <a:t>GBN</a:t>
            </a:r>
            <a:r>
              <a:rPr lang="zh-CN" altLang="en-US" b="1" dirty="0"/>
              <a:t>）协议或选择重传（</a:t>
            </a:r>
            <a:r>
              <a:rPr lang="en-US" altLang="zh-CN" b="1" dirty="0"/>
              <a:t>SR</a:t>
            </a:r>
            <a:r>
              <a:rPr lang="zh-CN" altLang="en-US" b="1" dirty="0"/>
              <a:t>）协议。</a:t>
            </a:r>
            <a:endParaRPr lang="en-US" altLang="zh-CN" b="1" dirty="0"/>
          </a:p>
        </p:txBody>
      </p:sp>
    </p:spTree>
    <p:custDataLst>
      <p:tags r:id="rId1"/>
    </p:custDataLst>
    <p:extLst>
      <p:ext uri="{BB962C8B-B14F-4D97-AF65-F5344CB8AC3E}">
        <p14:creationId xmlns:p14="http://schemas.microsoft.com/office/powerpoint/2010/main" val="2497653582"/>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42" presetClass="entr" presetSubtype="0" fill="hold" nodeType="withEffect">
                                  <p:stCondLst>
                                    <p:cond delay="0"/>
                                  </p:stCondLst>
                                  <p:childTnLst>
                                    <p:set>
                                      <p:cBhvr>
                                        <p:cTn id="6" dur="1" fill="hold">
                                          <p:stCondLst>
                                            <p:cond delay="0"/>
                                          </p:stCondLst>
                                        </p:cTn>
                                        <p:tgtEl>
                                          <p:spTgt spid="13"/>
                                        </p:tgtEl>
                                        <p:attrNameLst>
                                          <p:attrName>style.visibility</p:attrName>
                                        </p:attrNameLst>
                                      </p:cBhvr>
                                      <p:to>
                                        <p:strVal val="visible"/>
                                      </p:to>
                                    </p:set>
                                    <p:animEffect transition="in" filter="fade">
                                      <p:cBhvr>
                                        <p:cTn id="7" dur="1000"/>
                                        <p:tgtEl>
                                          <p:spTgt spid="13"/>
                                        </p:tgtEl>
                                      </p:cBhvr>
                                    </p:animEffect>
                                    <p:anim calcmode="lin" valueType="num">
                                      <p:cBhvr>
                                        <p:cTn id="8" dur="1000" fill="hold"/>
                                        <p:tgtEl>
                                          <p:spTgt spid="13"/>
                                        </p:tgtEl>
                                        <p:attrNameLst>
                                          <p:attrName>ppt_x</p:attrName>
                                        </p:attrNameLst>
                                      </p:cBhvr>
                                      <p:tavLst>
                                        <p:tav tm="0">
                                          <p:val>
                                            <p:strVal val="#ppt_x"/>
                                          </p:val>
                                        </p:tav>
                                        <p:tav tm="100000">
                                          <p:val>
                                            <p:strVal val="#ppt_x"/>
                                          </p:val>
                                        </p:tav>
                                      </p:tavLst>
                                    </p:anim>
                                    <p:anim calcmode="lin" valueType="num">
                                      <p:cBhvr>
                                        <p:cTn id="9" dur="1000" fill="hold"/>
                                        <p:tgtEl>
                                          <p:spTgt spid="13"/>
                                        </p:tgtEl>
                                        <p:attrNameLst>
                                          <p:attrName>ppt_y</p:attrName>
                                        </p:attrNameLst>
                                      </p:cBhvr>
                                      <p:tavLst>
                                        <p:tav tm="0">
                                          <p:val>
                                            <p:strVal val="#ppt_y+.1"/>
                                          </p:val>
                                        </p:tav>
                                        <p:tav tm="100000">
                                          <p:val>
                                            <p:strVal val="#ppt_y"/>
                                          </p:val>
                                        </p:tav>
                                      </p:tavLst>
                                    </p:anim>
                                  </p:childTnLst>
                                </p:cTn>
                              </p:par>
                            </p:childTnLst>
                          </p:cTn>
                        </p:par>
                        <p:par>
                          <p:cTn id="10" fill="hold">
                            <p:stCondLst>
                              <p:cond delay="1000"/>
                            </p:stCondLst>
                            <p:childTnLst>
                              <p:par>
                                <p:cTn id="11" presetID="53" presetClass="entr" presetSubtype="16" fill="hold" grpId="0" nodeType="afterEffect">
                                  <p:stCondLst>
                                    <p:cond delay="0"/>
                                  </p:stCondLst>
                                  <p:childTnLst>
                                    <p:set>
                                      <p:cBhvr>
                                        <p:cTn id="12" dur="1" fill="hold">
                                          <p:stCondLst>
                                            <p:cond delay="0"/>
                                          </p:stCondLst>
                                        </p:cTn>
                                        <p:tgtEl>
                                          <p:spTgt spid="81"/>
                                        </p:tgtEl>
                                        <p:attrNameLst>
                                          <p:attrName>style.visibility</p:attrName>
                                        </p:attrNameLst>
                                      </p:cBhvr>
                                      <p:to>
                                        <p:strVal val="visible"/>
                                      </p:to>
                                    </p:set>
                                    <p:anim calcmode="lin" valueType="num">
                                      <p:cBhvr>
                                        <p:cTn id="13" dur="500" fill="hold"/>
                                        <p:tgtEl>
                                          <p:spTgt spid="81"/>
                                        </p:tgtEl>
                                        <p:attrNameLst>
                                          <p:attrName>ppt_w</p:attrName>
                                        </p:attrNameLst>
                                      </p:cBhvr>
                                      <p:tavLst>
                                        <p:tav tm="0">
                                          <p:val>
                                            <p:fltVal val="0"/>
                                          </p:val>
                                        </p:tav>
                                        <p:tav tm="100000">
                                          <p:val>
                                            <p:strVal val="#ppt_w"/>
                                          </p:val>
                                        </p:tav>
                                      </p:tavLst>
                                    </p:anim>
                                    <p:anim calcmode="lin" valueType="num">
                                      <p:cBhvr>
                                        <p:cTn id="14" dur="500" fill="hold"/>
                                        <p:tgtEl>
                                          <p:spTgt spid="81"/>
                                        </p:tgtEl>
                                        <p:attrNameLst>
                                          <p:attrName>ppt_h</p:attrName>
                                        </p:attrNameLst>
                                      </p:cBhvr>
                                      <p:tavLst>
                                        <p:tav tm="0">
                                          <p:val>
                                            <p:fltVal val="0"/>
                                          </p:val>
                                        </p:tav>
                                        <p:tav tm="100000">
                                          <p:val>
                                            <p:strVal val="#ppt_h"/>
                                          </p:val>
                                        </p:tav>
                                      </p:tavLst>
                                    </p:anim>
                                    <p:animEffect transition="in" filter="fade">
                                      <p:cBhvr>
                                        <p:cTn id="15" dur="500"/>
                                        <p:tgtEl>
                                          <p:spTgt spid="81"/>
                                        </p:tgtEl>
                                      </p:cBhvr>
                                    </p:animEffect>
                                  </p:childTnLst>
                                </p:cTn>
                              </p:par>
                            </p:childTnLst>
                          </p:cTn>
                        </p:par>
                      </p:childTnLst>
                    </p:cTn>
                  </p:par>
                  <p:par>
                    <p:cTn id="16" fill="hold">
                      <p:stCondLst>
                        <p:cond delay="indefinite"/>
                      </p:stCondLst>
                      <p:childTnLst>
                        <p:par>
                          <p:cTn id="17" fill="hold">
                            <p:stCondLst>
                              <p:cond delay="0"/>
                            </p:stCondLst>
                            <p:childTnLst>
                              <p:par>
                                <p:cTn id="18" presetID="12" presetClass="entr" presetSubtype="1" fill="hold" grpId="0" nodeType="clickEffect">
                                  <p:stCondLst>
                                    <p:cond delay="0"/>
                                  </p:stCondLst>
                                  <p:childTnLst>
                                    <p:set>
                                      <p:cBhvr>
                                        <p:cTn id="19" dur="1" fill="hold">
                                          <p:stCondLst>
                                            <p:cond delay="0"/>
                                          </p:stCondLst>
                                        </p:cTn>
                                        <p:tgtEl>
                                          <p:spTgt spid="99"/>
                                        </p:tgtEl>
                                        <p:attrNameLst>
                                          <p:attrName>style.visibility</p:attrName>
                                        </p:attrNameLst>
                                      </p:cBhvr>
                                      <p:to>
                                        <p:strVal val="visible"/>
                                      </p:to>
                                    </p:set>
                                    <p:anim calcmode="lin" valueType="num">
                                      <p:cBhvr additive="base">
                                        <p:cTn id="20" dur="500"/>
                                        <p:tgtEl>
                                          <p:spTgt spid="99"/>
                                        </p:tgtEl>
                                        <p:attrNameLst>
                                          <p:attrName>ppt_y</p:attrName>
                                        </p:attrNameLst>
                                      </p:cBhvr>
                                      <p:tavLst>
                                        <p:tav tm="0">
                                          <p:val>
                                            <p:strVal val="#ppt_y-#ppt_h*1.125000"/>
                                          </p:val>
                                        </p:tav>
                                        <p:tav tm="100000">
                                          <p:val>
                                            <p:strVal val="#ppt_y"/>
                                          </p:val>
                                        </p:tav>
                                      </p:tavLst>
                                    </p:anim>
                                    <p:animEffect transition="in" filter="wipe(down)">
                                      <p:cBhvr>
                                        <p:cTn id="21" dur="500"/>
                                        <p:tgtEl>
                                          <p:spTgt spid="99"/>
                                        </p:tgtEl>
                                      </p:cBhvr>
                                    </p:animEffect>
                                  </p:childTnLst>
                                </p:cTn>
                              </p:par>
                            </p:childTnLst>
                          </p:cTn>
                        </p:par>
                      </p:childTnLst>
                    </p:cTn>
                  </p:par>
                  <p:par>
                    <p:cTn id="22" fill="hold">
                      <p:stCondLst>
                        <p:cond delay="indefinite"/>
                      </p:stCondLst>
                      <p:childTnLst>
                        <p:par>
                          <p:cTn id="23" fill="hold">
                            <p:stCondLst>
                              <p:cond delay="0"/>
                            </p:stCondLst>
                            <p:childTnLst>
                              <p:par>
                                <p:cTn id="24" presetID="22" presetClass="entr" presetSubtype="8" fill="hold" nodeType="clickEffect">
                                  <p:stCondLst>
                                    <p:cond delay="0"/>
                                  </p:stCondLst>
                                  <p:childTnLst>
                                    <p:set>
                                      <p:cBhvr>
                                        <p:cTn id="25" dur="1" fill="hold">
                                          <p:stCondLst>
                                            <p:cond delay="0"/>
                                          </p:stCondLst>
                                        </p:cTn>
                                        <p:tgtEl>
                                          <p:spTgt spid="86"/>
                                        </p:tgtEl>
                                        <p:attrNameLst>
                                          <p:attrName>style.visibility</p:attrName>
                                        </p:attrNameLst>
                                      </p:cBhvr>
                                      <p:to>
                                        <p:strVal val="visible"/>
                                      </p:to>
                                    </p:set>
                                    <p:animEffect transition="in" filter="wipe(left)">
                                      <p:cBhvr>
                                        <p:cTn id="26" dur="1000"/>
                                        <p:tgtEl>
                                          <p:spTgt spid="86"/>
                                        </p:tgtEl>
                                      </p:cBhvr>
                                    </p:animEffect>
                                  </p:childTnLst>
                                </p:cTn>
                              </p:par>
                            </p:childTnLst>
                          </p:cTn>
                        </p:par>
                      </p:childTnLst>
                    </p:cTn>
                  </p:par>
                  <p:par>
                    <p:cTn id="27" fill="hold">
                      <p:stCondLst>
                        <p:cond delay="indefinite"/>
                      </p:stCondLst>
                      <p:childTnLst>
                        <p:par>
                          <p:cTn id="28" fill="hold">
                            <p:stCondLst>
                              <p:cond delay="0"/>
                            </p:stCondLst>
                            <p:childTnLst>
                              <p:par>
                                <p:cTn id="29" presetID="49" presetClass="entr" presetSubtype="0" decel="100000" fill="hold" grpId="0" nodeType="clickEffect">
                                  <p:stCondLst>
                                    <p:cond delay="0"/>
                                  </p:stCondLst>
                                  <p:childTnLst>
                                    <p:set>
                                      <p:cBhvr>
                                        <p:cTn id="30" dur="1" fill="hold">
                                          <p:stCondLst>
                                            <p:cond delay="0"/>
                                          </p:stCondLst>
                                        </p:cTn>
                                        <p:tgtEl>
                                          <p:spTgt spid="101"/>
                                        </p:tgtEl>
                                        <p:attrNameLst>
                                          <p:attrName>style.visibility</p:attrName>
                                        </p:attrNameLst>
                                      </p:cBhvr>
                                      <p:to>
                                        <p:strVal val="visible"/>
                                      </p:to>
                                    </p:set>
                                    <p:anim calcmode="lin" valueType="num">
                                      <p:cBhvr>
                                        <p:cTn id="31" dur="500" fill="hold"/>
                                        <p:tgtEl>
                                          <p:spTgt spid="101"/>
                                        </p:tgtEl>
                                        <p:attrNameLst>
                                          <p:attrName>ppt_w</p:attrName>
                                        </p:attrNameLst>
                                      </p:cBhvr>
                                      <p:tavLst>
                                        <p:tav tm="0">
                                          <p:val>
                                            <p:fltVal val="0"/>
                                          </p:val>
                                        </p:tav>
                                        <p:tav tm="100000">
                                          <p:val>
                                            <p:strVal val="#ppt_w"/>
                                          </p:val>
                                        </p:tav>
                                      </p:tavLst>
                                    </p:anim>
                                    <p:anim calcmode="lin" valueType="num">
                                      <p:cBhvr>
                                        <p:cTn id="32" dur="500" fill="hold"/>
                                        <p:tgtEl>
                                          <p:spTgt spid="101"/>
                                        </p:tgtEl>
                                        <p:attrNameLst>
                                          <p:attrName>ppt_h</p:attrName>
                                        </p:attrNameLst>
                                      </p:cBhvr>
                                      <p:tavLst>
                                        <p:tav tm="0">
                                          <p:val>
                                            <p:fltVal val="0"/>
                                          </p:val>
                                        </p:tav>
                                        <p:tav tm="100000">
                                          <p:val>
                                            <p:strVal val="#ppt_h"/>
                                          </p:val>
                                        </p:tav>
                                      </p:tavLst>
                                    </p:anim>
                                    <p:anim calcmode="lin" valueType="num">
                                      <p:cBhvr>
                                        <p:cTn id="33" dur="500" fill="hold"/>
                                        <p:tgtEl>
                                          <p:spTgt spid="101"/>
                                        </p:tgtEl>
                                        <p:attrNameLst>
                                          <p:attrName>style.rotation</p:attrName>
                                        </p:attrNameLst>
                                      </p:cBhvr>
                                      <p:tavLst>
                                        <p:tav tm="0">
                                          <p:val>
                                            <p:fltVal val="360"/>
                                          </p:val>
                                        </p:tav>
                                        <p:tav tm="100000">
                                          <p:val>
                                            <p:fltVal val="0"/>
                                          </p:val>
                                        </p:tav>
                                      </p:tavLst>
                                    </p:anim>
                                    <p:animEffect transition="in" filter="fade">
                                      <p:cBhvr>
                                        <p:cTn id="34" dur="500"/>
                                        <p:tgtEl>
                                          <p:spTgt spid="101"/>
                                        </p:tgtEl>
                                      </p:cBhvr>
                                    </p:animEffect>
                                  </p:childTnLst>
                                </p:cTn>
                              </p:par>
                            </p:childTnLst>
                          </p:cTn>
                        </p:par>
                        <p:par>
                          <p:cTn id="35" fill="hold">
                            <p:stCondLst>
                              <p:cond delay="500"/>
                            </p:stCondLst>
                            <p:childTnLst>
                              <p:par>
                                <p:cTn id="36" presetID="1" presetClass="entr" presetSubtype="0" fill="hold" grpId="0" nodeType="afterEffect">
                                  <p:stCondLst>
                                    <p:cond delay="0"/>
                                  </p:stCondLst>
                                  <p:iterate type="lt">
                                    <p:tmAbs val="100"/>
                                  </p:iterate>
                                  <p:childTnLst>
                                    <p:set>
                                      <p:cBhvr>
                                        <p:cTn id="37" dur="1" fill="hold">
                                          <p:stCondLst>
                                            <p:cond delay="0"/>
                                          </p:stCondLst>
                                        </p:cTn>
                                        <p:tgtEl>
                                          <p:spTgt spid="103"/>
                                        </p:tgtEl>
                                        <p:attrNameLst>
                                          <p:attrName>style.visibility</p:attrName>
                                        </p:attrNameLst>
                                      </p:cBhvr>
                                      <p:to>
                                        <p:strVal val="visible"/>
                                      </p:to>
                                    </p:set>
                                  </p:childTnLst>
                                </p:cTn>
                              </p:par>
                            </p:childTnLst>
                          </p:cTn>
                        </p:par>
                      </p:childTnLst>
                    </p:cTn>
                  </p:par>
                  <p:par>
                    <p:cTn id="38" fill="hold">
                      <p:stCondLst>
                        <p:cond delay="indefinite"/>
                      </p:stCondLst>
                      <p:childTnLst>
                        <p:par>
                          <p:cTn id="39" fill="hold">
                            <p:stCondLst>
                              <p:cond delay="0"/>
                            </p:stCondLst>
                            <p:childTnLst>
                              <p:par>
                                <p:cTn id="40" presetID="49" presetClass="entr" presetSubtype="0" decel="100000" fill="hold" grpId="0" nodeType="clickEffect">
                                  <p:stCondLst>
                                    <p:cond delay="0"/>
                                  </p:stCondLst>
                                  <p:childTnLst>
                                    <p:set>
                                      <p:cBhvr>
                                        <p:cTn id="41" dur="1" fill="hold">
                                          <p:stCondLst>
                                            <p:cond delay="0"/>
                                          </p:stCondLst>
                                        </p:cTn>
                                        <p:tgtEl>
                                          <p:spTgt spid="105"/>
                                        </p:tgtEl>
                                        <p:attrNameLst>
                                          <p:attrName>style.visibility</p:attrName>
                                        </p:attrNameLst>
                                      </p:cBhvr>
                                      <p:to>
                                        <p:strVal val="visible"/>
                                      </p:to>
                                    </p:set>
                                    <p:anim calcmode="lin" valueType="num">
                                      <p:cBhvr>
                                        <p:cTn id="42" dur="500" fill="hold"/>
                                        <p:tgtEl>
                                          <p:spTgt spid="105"/>
                                        </p:tgtEl>
                                        <p:attrNameLst>
                                          <p:attrName>ppt_w</p:attrName>
                                        </p:attrNameLst>
                                      </p:cBhvr>
                                      <p:tavLst>
                                        <p:tav tm="0">
                                          <p:val>
                                            <p:fltVal val="0"/>
                                          </p:val>
                                        </p:tav>
                                        <p:tav tm="100000">
                                          <p:val>
                                            <p:strVal val="#ppt_w"/>
                                          </p:val>
                                        </p:tav>
                                      </p:tavLst>
                                    </p:anim>
                                    <p:anim calcmode="lin" valueType="num">
                                      <p:cBhvr>
                                        <p:cTn id="43" dur="500" fill="hold"/>
                                        <p:tgtEl>
                                          <p:spTgt spid="105"/>
                                        </p:tgtEl>
                                        <p:attrNameLst>
                                          <p:attrName>ppt_h</p:attrName>
                                        </p:attrNameLst>
                                      </p:cBhvr>
                                      <p:tavLst>
                                        <p:tav tm="0">
                                          <p:val>
                                            <p:fltVal val="0"/>
                                          </p:val>
                                        </p:tav>
                                        <p:tav tm="100000">
                                          <p:val>
                                            <p:strVal val="#ppt_h"/>
                                          </p:val>
                                        </p:tav>
                                      </p:tavLst>
                                    </p:anim>
                                    <p:anim calcmode="lin" valueType="num">
                                      <p:cBhvr>
                                        <p:cTn id="44" dur="500" fill="hold"/>
                                        <p:tgtEl>
                                          <p:spTgt spid="105"/>
                                        </p:tgtEl>
                                        <p:attrNameLst>
                                          <p:attrName>style.rotation</p:attrName>
                                        </p:attrNameLst>
                                      </p:cBhvr>
                                      <p:tavLst>
                                        <p:tav tm="0">
                                          <p:val>
                                            <p:fltVal val="360"/>
                                          </p:val>
                                        </p:tav>
                                        <p:tav tm="100000">
                                          <p:val>
                                            <p:fltVal val="0"/>
                                          </p:val>
                                        </p:tav>
                                      </p:tavLst>
                                    </p:anim>
                                    <p:animEffect transition="in" filter="fade">
                                      <p:cBhvr>
                                        <p:cTn id="45" dur="500"/>
                                        <p:tgtEl>
                                          <p:spTgt spid="105"/>
                                        </p:tgtEl>
                                      </p:cBhvr>
                                    </p:animEffect>
                                  </p:childTnLst>
                                </p:cTn>
                              </p:par>
                            </p:childTnLst>
                          </p:cTn>
                        </p:par>
                        <p:par>
                          <p:cTn id="46" fill="hold">
                            <p:stCondLst>
                              <p:cond delay="500"/>
                            </p:stCondLst>
                            <p:childTnLst>
                              <p:par>
                                <p:cTn id="47" presetID="1" presetClass="entr" presetSubtype="0" fill="hold" grpId="0" nodeType="afterEffect">
                                  <p:stCondLst>
                                    <p:cond delay="0"/>
                                  </p:stCondLst>
                                  <p:iterate type="lt">
                                    <p:tmAbs val="100"/>
                                  </p:iterate>
                                  <p:childTnLst>
                                    <p:set>
                                      <p:cBhvr>
                                        <p:cTn id="48" dur="1" fill="hold">
                                          <p:stCondLst>
                                            <p:cond delay="0"/>
                                          </p:stCondLst>
                                        </p:cTn>
                                        <p:tgtEl>
                                          <p:spTgt spid="108"/>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81" grpId="0"/>
      <p:bldP spid="99" grpId="0" animBg="1"/>
      <p:bldP spid="101" grpId="0" animBg="1"/>
      <p:bldP spid="103" grpId="0"/>
      <p:bldP spid="105" grpId="0" animBg="1"/>
      <p:bldP spid="108" grpId="0"/>
    </p:bldLst>
  </p:timing>
</p:sld>
</file>

<file path=ppt/slides/slide13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4" name="组合 3">
            <a:extLst>
              <a:ext uri="{FF2B5EF4-FFF2-40B4-BE49-F238E27FC236}">
                <a16:creationId xmlns:a16="http://schemas.microsoft.com/office/drawing/2014/main" id="{9A1EA9F2-FCB6-48C3-935F-7AE7E3AD14AC}"/>
              </a:ext>
            </a:extLst>
          </p:cNvPr>
          <p:cNvGrpSpPr/>
          <p:nvPr/>
        </p:nvGrpSpPr>
        <p:grpSpPr>
          <a:xfrm>
            <a:off x="304800" y="749300"/>
            <a:ext cx="6192343" cy="400110"/>
            <a:chOff x="424117" y="898245"/>
            <a:chExt cx="6192343" cy="400110"/>
          </a:xfrm>
        </p:grpSpPr>
        <p:sp>
          <p:nvSpPr>
            <p:cNvPr id="2" name="平行四边形 1">
              <a:extLst>
                <a:ext uri="{FF2B5EF4-FFF2-40B4-BE49-F238E27FC236}">
                  <a16:creationId xmlns:a16="http://schemas.microsoft.com/office/drawing/2014/main" id="{1F5BAA3F-9845-4F89-A2DD-8222D3E4EDAC}"/>
                </a:ext>
              </a:extLst>
            </p:cNvPr>
            <p:cNvSpPr/>
            <p:nvPr/>
          </p:nvSpPr>
          <p:spPr>
            <a:xfrm>
              <a:off x="424117" y="898245"/>
              <a:ext cx="728012" cy="387090"/>
            </a:xfrm>
            <a:prstGeom prst="parallelogram">
              <a:avLst/>
            </a:prstGeom>
            <a:solidFill>
              <a:schemeClr val="accent3">
                <a:lumMod val="75000"/>
              </a:schemeClr>
            </a:solidFill>
            <a:ln>
              <a:solidFill>
                <a:schemeClr val="accent3">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CN" sz="2200" dirty="0">
                  <a:latin typeface="Impact" panose="020B0806030902050204" pitchFamily="34" charset="0"/>
                </a:rPr>
                <a:t>03</a:t>
              </a:r>
              <a:endParaRPr lang="zh-CN" altLang="en-US" sz="2200" dirty="0">
                <a:latin typeface="Impact" panose="020B0806030902050204" pitchFamily="34" charset="0"/>
              </a:endParaRPr>
            </a:p>
          </p:txBody>
        </p:sp>
        <p:sp>
          <p:nvSpPr>
            <p:cNvPr id="3" name="文本框 2">
              <a:extLst>
                <a:ext uri="{FF2B5EF4-FFF2-40B4-BE49-F238E27FC236}">
                  <a16:creationId xmlns:a16="http://schemas.microsoft.com/office/drawing/2014/main" id="{4D6BD736-A4D3-4F26-AFED-36E11F50F70B}"/>
                </a:ext>
              </a:extLst>
            </p:cNvPr>
            <p:cNvSpPr txBox="1"/>
            <p:nvPr/>
          </p:nvSpPr>
          <p:spPr>
            <a:xfrm>
              <a:off x="1263961" y="898245"/>
              <a:ext cx="5352499" cy="400110"/>
            </a:xfrm>
            <a:prstGeom prst="rect">
              <a:avLst/>
            </a:prstGeom>
            <a:noFill/>
          </p:spPr>
          <p:txBody>
            <a:bodyPr wrap="square" rtlCol="0">
              <a:spAutoFit/>
            </a:bodyPr>
            <a:lstStyle/>
            <a:p>
              <a:r>
                <a:rPr lang="zh-CN" altLang="en-US" sz="2000" b="1" dirty="0"/>
                <a:t>停止</a:t>
              </a:r>
              <a:r>
                <a:rPr lang="en-US" altLang="zh-CN" sz="2000" b="1" dirty="0"/>
                <a:t>-</a:t>
              </a:r>
              <a:r>
                <a:rPr lang="zh-CN" altLang="en-US" sz="2000" b="1" dirty="0"/>
                <a:t>等待协议的信道利用率</a:t>
              </a:r>
            </a:p>
          </p:txBody>
        </p:sp>
      </p:grpSp>
      <p:grpSp>
        <p:nvGrpSpPr>
          <p:cNvPr id="6" name="组合 5">
            <a:extLst>
              <a:ext uri="{FF2B5EF4-FFF2-40B4-BE49-F238E27FC236}">
                <a16:creationId xmlns:a16="http://schemas.microsoft.com/office/drawing/2014/main" id="{64EC02B9-634F-4010-B87F-FFEC9C593869}"/>
              </a:ext>
            </a:extLst>
          </p:cNvPr>
          <p:cNvGrpSpPr/>
          <p:nvPr/>
        </p:nvGrpSpPr>
        <p:grpSpPr>
          <a:xfrm>
            <a:off x="1032812" y="1149410"/>
            <a:ext cx="10597831" cy="1046441"/>
            <a:chOff x="1032812" y="1149410"/>
            <a:chExt cx="10597831" cy="1046441"/>
          </a:xfrm>
        </p:grpSpPr>
        <p:sp>
          <p:nvSpPr>
            <p:cNvPr id="5" name="文本框 4">
              <a:extLst>
                <a:ext uri="{FF2B5EF4-FFF2-40B4-BE49-F238E27FC236}">
                  <a16:creationId xmlns:a16="http://schemas.microsoft.com/office/drawing/2014/main" id="{C721C68F-62B5-4811-BFD4-21614CF7C1A1}"/>
                </a:ext>
              </a:extLst>
            </p:cNvPr>
            <p:cNvSpPr txBox="1"/>
            <p:nvPr/>
          </p:nvSpPr>
          <p:spPr>
            <a:xfrm>
              <a:off x="1032812" y="1149410"/>
              <a:ext cx="10597831" cy="646331"/>
            </a:xfrm>
            <a:prstGeom prst="rect">
              <a:avLst/>
            </a:prstGeom>
            <a:noFill/>
          </p:spPr>
          <p:txBody>
            <a:bodyPr wrap="square" rtlCol="0">
              <a:spAutoFit/>
            </a:bodyPr>
            <a:lstStyle/>
            <a:p>
              <a:r>
                <a:rPr lang="en-US" altLang="zh-CN" b="1" dirty="0"/>
                <a:t>【2018</a:t>
              </a:r>
              <a:r>
                <a:rPr lang="zh-CN" altLang="en-US" b="1" dirty="0"/>
                <a:t>年 题</a:t>
              </a:r>
              <a:r>
                <a:rPr lang="en-US" altLang="zh-CN" b="1" dirty="0"/>
                <a:t>36】</a:t>
              </a:r>
              <a:r>
                <a:rPr lang="zh-CN" altLang="en-US" b="1" dirty="0"/>
                <a:t>主机甲采用停</a:t>
              </a:r>
              <a:r>
                <a:rPr lang="en-US" altLang="zh-CN" b="1" dirty="0"/>
                <a:t>-</a:t>
              </a:r>
              <a:r>
                <a:rPr lang="zh-CN" altLang="en-US" b="1" dirty="0"/>
                <a:t>等协议向主机乙发送数据，数据传输速率是</a:t>
              </a:r>
              <a:r>
                <a:rPr lang="en-US" altLang="zh-CN" b="1" dirty="0"/>
                <a:t>3kbps</a:t>
              </a:r>
              <a:r>
                <a:rPr lang="zh-CN" altLang="en-US" b="1" dirty="0"/>
                <a:t>，单向传播延时是</a:t>
              </a:r>
              <a:r>
                <a:rPr lang="en-US" altLang="zh-CN" b="1" dirty="0"/>
                <a:t>200ms</a:t>
              </a:r>
              <a:r>
                <a:rPr lang="zh-CN" altLang="en-US" b="1" dirty="0"/>
                <a:t>，</a:t>
              </a:r>
              <a:endParaRPr lang="en-US" altLang="zh-CN" b="1" dirty="0"/>
            </a:p>
            <a:p>
              <a:r>
                <a:rPr lang="en-US" altLang="zh-CN" b="1" dirty="0"/>
                <a:t>                               </a:t>
              </a:r>
              <a:r>
                <a:rPr lang="zh-CN" altLang="en-US" b="1" dirty="0"/>
                <a:t>忽略确认帧的传输延时。当信道利用率等于</a:t>
              </a:r>
              <a:r>
                <a:rPr lang="en-US" altLang="zh-CN" b="1" dirty="0"/>
                <a:t>40%</a:t>
              </a:r>
              <a:r>
                <a:rPr lang="zh-CN" altLang="en-US" b="1" dirty="0"/>
                <a:t>时，数据帧的长度为（      ）。</a:t>
              </a:r>
            </a:p>
          </p:txBody>
        </p:sp>
        <p:sp>
          <p:nvSpPr>
            <p:cNvPr id="34" name="文本框 33">
              <a:extLst>
                <a:ext uri="{FF2B5EF4-FFF2-40B4-BE49-F238E27FC236}">
                  <a16:creationId xmlns:a16="http://schemas.microsoft.com/office/drawing/2014/main" id="{92DFC13F-7CDB-43CB-92AE-7AA67C087F5D}"/>
                </a:ext>
              </a:extLst>
            </p:cNvPr>
            <p:cNvSpPr txBox="1"/>
            <p:nvPr/>
          </p:nvSpPr>
          <p:spPr>
            <a:xfrm>
              <a:off x="1697232" y="1826519"/>
              <a:ext cx="1256477" cy="369332"/>
            </a:xfrm>
            <a:prstGeom prst="rect">
              <a:avLst/>
            </a:prstGeom>
            <a:noFill/>
          </p:spPr>
          <p:txBody>
            <a:bodyPr wrap="square" rtlCol="0">
              <a:spAutoFit/>
            </a:bodyPr>
            <a:lstStyle/>
            <a:p>
              <a:r>
                <a:rPr lang="en-US" altLang="zh-CN" b="1" dirty="0"/>
                <a:t>A. 240</a:t>
              </a:r>
              <a:r>
                <a:rPr lang="zh-CN" altLang="en-US" b="1" dirty="0"/>
                <a:t>比特</a:t>
              </a:r>
            </a:p>
          </p:txBody>
        </p:sp>
        <p:sp>
          <p:nvSpPr>
            <p:cNvPr id="35" name="文本框 34">
              <a:extLst>
                <a:ext uri="{FF2B5EF4-FFF2-40B4-BE49-F238E27FC236}">
                  <a16:creationId xmlns:a16="http://schemas.microsoft.com/office/drawing/2014/main" id="{06F57289-EE70-47CF-BA42-96E3771CC0B2}"/>
                </a:ext>
              </a:extLst>
            </p:cNvPr>
            <p:cNvSpPr txBox="1"/>
            <p:nvPr/>
          </p:nvSpPr>
          <p:spPr>
            <a:xfrm>
              <a:off x="3754450" y="1826519"/>
              <a:ext cx="1256477" cy="369332"/>
            </a:xfrm>
            <a:prstGeom prst="rect">
              <a:avLst/>
            </a:prstGeom>
            <a:noFill/>
          </p:spPr>
          <p:txBody>
            <a:bodyPr wrap="square" rtlCol="0">
              <a:spAutoFit/>
            </a:bodyPr>
            <a:lstStyle/>
            <a:p>
              <a:r>
                <a:rPr lang="en-US" altLang="zh-CN" b="1" dirty="0"/>
                <a:t>B. 400</a:t>
              </a:r>
              <a:r>
                <a:rPr lang="zh-CN" altLang="en-US" b="1" dirty="0"/>
                <a:t>比特</a:t>
              </a:r>
            </a:p>
          </p:txBody>
        </p:sp>
        <p:sp>
          <p:nvSpPr>
            <p:cNvPr id="36" name="文本框 35">
              <a:extLst>
                <a:ext uri="{FF2B5EF4-FFF2-40B4-BE49-F238E27FC236}">
                  <a16:creationId xmlns:a16="http://schemas.microsoft.com/office/drawing/2014/main" id="{81F8F38C-1B06-474D-96DA-6C84ACF140B7}"/>
                </a:ext>
              </a:extLst>
            </p:cNvPr>
            <p:cNvSpPr txBox="1"/>
            <p:nvPr/>
          </p:nvSpPr>
          <p:spPr>
            <a:xfrm>
              <a:off x="5811668" y="1826519"/>
              <a:ext cx="1256477" cy="369332"/>
            </a:xfrm>
            <a:prstGeom prst="rect">
              <a:avLst/>
            </a:prstGeom>
            <a:noFill/>
          </p:spPr>
          <p:txBody>
            <a:bodyPr wrap="square" rtlCol="0">
              <a:spAutoFit/>
            </a:bodyPr>
            <a:lstStyle/>
            <a:p>
              <a:r>
                <a:rPr lang="en-US" altLang="zh-CN" b="1" dirty="0"/>
                <a:t>C. 480</a:t>
              </a:r>
              <a:r>
                <a:rPr lang="zh-CN" altLang="en-US" b="1" dirty="0"/>
                <a:t>比特</a:t>
              </a:r>
            </a:p>
          </p:txBody>
        </p:sp>
        <p:sp>
          <p:nvSpPr>
            <p:cNvPr id="37" name="文本框 36">
              <a:extLst>
                <a:ext uri="{FF2B5EF4-FFF2-40B4-BE49-F238E27FC236}">
                  <a16:creationId xmlns:a16="http://schemas.microsoft.com/office/drawing/2014/main" id="{7330AB80-CC97-43B8-BFFE-943D28D20378}"/>
                </a:ext>
              </a:extLst>
            </p:cNvPr>
            <p:cNvSpPr txBox="1"/>
            <p:nvPr/>
          </p:nvSpPr>
          <p:spPr>
            <a:xfrm>
              <a:off x="7868885" y="1826519"/>
              <a:ext cx="1256477" cy="369332"/>
            </a:xfrm>
            <a:prstGeom prst="rect">
              <a:avLst/>
            </a:prstGeom>
            <a:noFill/>
          </p:spPr>
          <p:txBody>
            <a:bodyPr wrap="square" rtlCol="0">
              <a:spAutoFit/>
            </a:bodyPr>
            <a:lstStyle/>
            <a:p>
              <a:r>
                <a:rPr lang="en-US" altLang="zh-CN" b="1" dirty="0"/>
                <a:t>D. 800</a:t>
              </a:r>
              <a:r>
                <a:rPr lang="zh-CN" altLang="en-US" b="1" dirty="0"/>
                <a:t>比特</a:t>
              </a:r>
            </a:p>
          </p:txBody>
        </p:sp>
      </p:grpSp>
      <p:sp>
        <p:nvSpPr>
          <p:cNvPr id="38" name="文本框 37">
            <a:extLst>
              <a:ext uri="{FF2B5EF4-FFF2-40B4-BE49-F238E27FC236}">
                <a16:creationId xmlns:a16="http://schemas.microsoft.com/office/drawing/2014/main" id="{0AC59D3C-7964-428E-9FAA-C66C57F3F4EF}"/>
              </a:ext>
            </a:extLst>
          </p:cNvPr>
          <p:cNvSpPr txBox="1"/>
          <p:nvPr/>
        </p:nvSpPr>
        <p:spPr>
          <a:xfrm>
            <a:off x="9692568" y="1367126"/>
            <a:ext cx="467068" cy="523220"/>
          </a:xfrm>
          <a:prstGeom prst="rect">
            <a:avLst/>
          </a:prstGeom>
          <a:noFill/>
        </p:spPr>
        <p:txBody>
          <a:bodyPr wrap="square" rtlCol="0">
            <a:spAutoFit/>
          </a:bodyPr>
          <a:lstStyle/>
          <a:p>
            <a:r>
              <a:rPr lang="en-US" altLang="zh-CN" sz="2800" b="1" dirty="0">
                <a:solidFill>
                  <a:schemeClr val="accent1">
                    <a:lumMod val="75000"/>
                  </a:schemeClr>
                </a:solidFill>
                <a:latin typeface="Arial Black" panose="020B0A04020102020204" pitchFamily="34" charset="0"/>
              </a:rPr>
              <a:t>D</a:t>
            </a:r>
            <a:endParaRPr lang="zh-CN" altLang="en-US" sz="2800" b="1" dirty="0">
              <a:solidFill>
                <a:schemeClr val="accent1">
                  <a:lumMod val="75000"/>
                </a:schemeClr>
              </a:solidFill>
              <a:latin typeface="Arial Black" panose="020B0A04020102020204" pitchFamily="34" charset="0"/>
            </a:endParaRPr>
          </a:p>
        </p:txBody>
      </p:sp>
      <p:sp>
        <p:nvSpPr>
          <p:cNvPr id="39" name="文本框 38">
            <a:extLst>
              <a:ext uri="{FF2B5EF4-FFF2-40B4-BE49-F238E27FC236}">
                <a16:creationId xmlns:a16="http://schemas.microsoft.com/office/drawing/2014/main" id="{61AA4DED-4C15-49ED-ACA4-BD0B52CD3995}"/>
              </a:ext>
            </a:extLst>
          </p:cNvPr>
          <p:cNvSpPr txBox="1"/>
          <p:nvPr/>
        </p:nvSpPr>
        <p:spPr>
          <a:xfrm>
            <a:off x="1144644" y="2226629"/>
            <a:ext cx="723627" cy="369332"/>
          </a:xfrm>
          <a:prstGeom prst="rect">
            <a:avLst/>
          </a:prstGeom>
          <a:noFill/>
        </p:spPr>
        <p:txBody>
          <a:bodyPr wrap="square" rtlCol="0">
            <a:spAutoFit/>
          </a:bodyPr>
          <a:lstStyle/>
          <a:p>
            <a:r>
              <a:rPr lang="zh-CN" altLang="en-US" b="1" dirty="0"/>
              <a:t>解析</a:t>
            </a:r>
          </a:p>
        </p:txBody>
      </p:sp>
      <p:cxnSp>
        <p:nvCxnSpPr>
          <p:cNvPr id="21" name="直接连接符 20">
            <a:extLst>
              <a:ext uri="{FF2B5EF4-FFF2-40B4-BE49-F238E27FC236}">
                <a16:creationId xmlns:a16="http://schemas.microsoft.com/office/drawing/2014/main" id="{33F47A67-ACBF-4D4A-8205-7E240FB9B671}"/>
              </a:ext>
            </a:extLst>
          </p:cNvPr>
          <p:cNvCxnSpPr>
            <a:cxnSpLocks/>
          </p:cNvCxnSpPr>
          <p:nvPr/>
        </p:nvCxnSpPr>
        <p:spPr>
          <a:xfrm>
            <a:off x="4918364" y="3036148"/>
            <a:ext cx="0" cy="1468329"/>
          </a:xfrm>
          <a:prstGeom prst="line">
            <a:avLst/>
          </a:prstGeom>
          <a:ln w="12700">
            <a:solidFill>
              <a:schemeClr val="tx1"/>
            </a:solidFill>
            <a:prstDash val="dash"/>
          </a:ln>
        </p:spPr>
        <p:style>
          <a:lnRef idx="1">
            <a:schemeClr val="accent1"/>
          </a:lnRef>
          <a:fillRef idx="0">
            <a:schemeClr val="accent1"/>
          </a:fillRef>
          <a:effectRef idx="0">
            <a:schemeClr val="accent1"/>
          </a:effectRef>
          <a:fontRef idx="minor">
            <a:schemeClr val="tx1"/>
          </a:fontRef>
        </p:style>
      </p:cxnSp>
      <p:grpSp>
        <p:nvGrpSpPr>
          <p:cNvPr id="29" name="组合 28">
            <a:extLst>
              <a:ext uri="{FF2B5EF4-FFF2-40B4-BE49-F238E27FC236}">
                <a16:creationId xmlns:a16="http://schemas.microsoft.com/office/drawing/2014/main" id="{A4A1E286-595C-435B-82F1-C90ECBCF093F}"/>
              </a:ext>
            </a:extLst>
          </p:cNvPr>
          <p:cNvGrpSpPr/>
          <p:nvPr/>
        </p:nvGrpSpPr>
        <p:grpSpPr>
          <a:xfrm>
            <a:off x="2325470" y="4485881"/>
            <a:ext cx="1537856" cy="885322"/>
            <a:chOff x="2325470" y="4485881"/>
            <a:chExt cx="1537856" cy="885322"/>
          </a:xfrm>
        </p:grpSpPr>
        <p:cxnSp>
          <p:nvCxnSpPr>
            <p:cNvPr id="24" name="直接连接符 23">
              <a:extLst>
                <a:ext uri="{FF2B5EF4-FFF2-40B4-BE49-F238E27FC236}">
                  <a16:creationId xmlns:a16="http://schemas.microsoft.com/office/drawing/2014/main" id="{CEA436F2-5524-41BE-B0DC-7F8F1461307E}"/>
                </a:ext>
              </a:extLst>
            </p:cNvPr>
            <p:cNvCxnSpPr>
              <a:cxnSpLocks/>
            </p:cNvCxnSpPr>
            <p:nvPr/>
          </p:nvCxnSpPr>
          <p:spPr>
            <a:xfrm>
              <a:off x="2325470" y="4485881"/>
              <a:ext cx="0" cy="885322"/>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sp>
          <p:nvSpPr>
            <p:cNvPr id="199" name="文本框 198">
              <a:extLst>
                <a:ext uri="{FF2B5EF4-FFF2-40B4-BE49-F238E27FC236}">
                  <a16:creationId xmlns:a16="http://schemas.microsoft.com/office/drawing/2014/main" id="{F69F86CE-A386-49A6-89A6-67A157764942}"/>
                </a:ext>
              </a:extLst>
            </p:cNvPr>
            <p:cNvSpPr txBox="1"/>
            <p:nvPr/>
          </p:nvSpPr>
          <p:spPr>
            <a:xfrm>
              <a:off x="2526511" y="4724872"/>
              <a:ext cx="1135773" cy="646331"/>
            </a:xfrm>
            <a:prstGeom prst="rect">
              <a:avLst/>
            </a:prstGeom>
            <a:noFill/>
          </p:spPr>
          <p:txBody>
            <a:bodyPr wrap="square" rtlCol="0">
              <a:spAutoFit/>
            </a:bodyPr>
            <a:lstStyle/>
            <a:p>
              <a:pPr algn="ctr"/>
              <a:r>
                <a:rPr lang="zh-CN" altLang="en-US" b="1" dirty="0"/>
                <a:t>数据帧</a:t>
              </a:r>
              <a:endParaRPr lang="en-US" altLang="zh-CN" b="1" dirty="0"/>
            </a:p>
            <a:p>
              <a:pPr algn="ctr"/>
              <a:r>
                <a:rPr lang="zh-CN" altLang="en-US" b="1" dirty="0"/>
                <a:t>发送时延</a:t>
              </a:r>
            </a:p>
          </p:txBody>
        </p:sp>
        <p:cxnSp>
          <p:nvCxnSpPr>
            <p:cNvPr id="26" name="直接箭头连接符 25">
              <a:extLst>
                <a:ext uri="{FF2B5EF4-FFF2-40B4-BE49-F238E27FC236}">
                  <a16:creationId xmlns:a16="http://schemas.microsoft.com/office/drawing/2014/main" id="{7F5B323D-46A3-4CBA-BA81-B12B0C65EF5F}"/>
                </a:ext>
              </a:extLst>
            </p:cNvPr>
            <p:cNvCxnSpPr/>
            <p:nvPr/>
          </p:nvCxnSpPr>
          <p:spPr>
            <a:xfrm>
              <a:off x="2325470" y="4679845"/>
              <a:ext cx="1537856" cy="0"/>
            </a:xfrm>
            <a:prstGeom prst="straightConnector1">
              <a:avLst/>
            </a:prstGeom>
            <a:ln w="12700">
              <a:solidFill>
                <a:schemeClr val="tx1"/>
              </a:solidFill>
              <a:headEnd type="triangle"/>
              <a:tailEnd type="triangle"/>
            </a:ln>
          </p:spPr>
          <p:style>
            <a:lnRef idx="1">
              <a:schemeClr val="accent1"/>
            </a:lnRef>
            <a:fillRef idx="0">
              <a:schemeClr val="accent1"/>
            </a:fillRef>
            <a:effectRef idx="0">
              <a:schemeClr val="accent1"/>
            </a:effectRef>
            <a:fontRef idx="minor">
              <a:schemeClr val="tx1"/>
            </a:fontRef>
          </p:style>
        </p:cxnSp>
        <p:cxnSp>
          <p:nvCxnSpPr>
            <p:cNvPr id="200" name="直接连接符 199">
              <a:extLst>
                <a:ext uri="{FF2B5EF4-FFF2-40B4-BE49-F238E27FC236}">
                  <a16:creationId xmlns:a16="http://schemas.microsoft.com/office/drawing/2014/main" id="{0E25F327-4B5E-46A7-904D-5A3C7D33175E}"/>
                </a:ext>
              </a:extLst>
            </p:cNvPr>
            <p:cNvCxnSpPr>
              <a:cxnSpLocks/>
            </p:cNvCxnSpPr>
            <p:nvPr/>
          </p:nvCxnSpPr>
          <p:spPr>
            <a:xfrm>
              <a:off x="3863326" y="4485881"/>
              <a:ext cx="0" cy="885322"/>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31" name="组合 30">
            <a:extLst>
              <a:ext uri="{FF2B5EF4-FFF2-40B4-BE49-F238E27FC236}">
                <a16:creationId xmlns:a16="http://schemas.microsoft.com/office/drawing/2014/main" id="{6A3B0093-A2E9-48F4-BC8B-A72765833868}"/>
              </a:ext>
            </a:extLst>
          </p:cNvPr>
          <p:cNvGrpSpPr/>
          <p:nvPr/>
        </p:nvGrpSpPr>
        <p:grpSpPr>
          <a:xfrm>
            <a:off x="4884923" y="4485881"/>
            <a:ext cx="1135773" cy="885322"/>
            <a:chOff x="4884923" y="4485881"/>
            <a:chExt cx="1135773" cy="885322"/>
          </a:xfrm>
        </p:grpSpPr>
        <p:cxnSp>
          <p:nvCxnSpPr>
            <p:cNvPr id="202" name="直接连接符 201">
              <a:extLst>
                <a:ext uri="{FF2B5EF4-FFF2-40B4-BE49-F238E27FC236}">
                  <a16:creationId xmlns:a16="http://schemas.microsoft.com/office/drawing/2014/main" id="{6F9CCD91-4810-4C30-8207-A9105FDE299A}"/>
                </a:ext>
              </a:extLst>
            </p:cNvPr>
            <p:cNvCxnSpPr>
              <a:cxnSpLocks/>
            </p:cNvCxnSpPr>
            <p:nvPr/>
          </p:nvCxnSpPr>
          <p:spPr>
            <a:xfrm>
              <a:off x="5971311" y="4485881"/>
              <a:ext cx="0" cy="885322"/>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05" name="直接箭头连接符 204">
              <a:extLst>
                <a:ext uri="{FF2B5EF4-FFF2-40B4-BE49-F238E27FC236}">
                  <a16:creationId xmlns:a16="http://schemas.microsoft.com/office/drawing/2014/main" id="{1EFDEF9D-C265-429A-A430-AA090B42165D}"/>
                </a:ext>
              </a:extLst>
            </p:cNvPr>
            <p:cNvCxnSpPr>
              <a:cxnSpLocks/>
            </p:cNvCxnSpPr>
            <p:nvPr/>
          </p:nvCxnSpPr>
          <p:spPr>
            <a:xfrm>
              <a:off x="4925291" y="4679845"/>
              <a:ext cx="1055038" cy="0"/>
            </a:xfrm>
            <a:prstGeom prst="straightConnector1">
              <a:avLst/>
            </a:prstGeom>
            <a:ln w="12700">
              <a:solidFill>
                <a:schemeClr val="tx1"/>
              </a:solidFill>
              <a:headEnd type="triangle"/>
              <a:tailEnd type="triangle"/>
            </a:ln>
          </p:spPr>
          <p:style>
            <a:lnRef idx="1">
              <a:schemeClr val="accent1"/>
            </a:lnRef>
            <a:fillRef idx="0">
              <a:schemeClr val="accent1"/>
            </a:fillRef>
            <a:effectRef idx="0">
              <a:schemeClr val="accent1"/>
            </a:effectRef>
            <a:fontRef idx="minor">
              <a:schemeClr val="tx1"/>
            </a:fontRef>
          </p:style>
        </p:cxnSp>
        <p:sp>
          <p:nvSpPr>
            <p:cNvPr id="206" name="文本框 205">
              <a:extLst>
                <a:ext uri="{FF2B5EF4-FFF2-40B4-BE49-F238E27FC236}">
                  <a16:creationId xmlns:a16="http://schemas.microsoft.com/office/drawing/2014/main" id="{A34E9D88-A56C-43FE-AFA3-09647A735CC3}"/>
                </a:ext>
              </a:extLst>
            </p:cNvPr>
            <p:cNvSpPr txBox="1"/>
            <p:nvPr/>
          </p:nvSpPr>
          <p:spPr>
            <a:xfrm>
              <a:off x="4884923" y="4724872"/>
              <a:ext cx="1135773" cy="646331"/>
            </a:xfrm>
            <a:prstGeom prst="rect">
              <a:avLst/>
            </a:prstGeom>
            <a:noFill/>
          </p:spPr>
          <p:txBody>
            <a:bodyPr wrap="square" rtlCol="0">
              <a:spAutoFit/>
            </a:bodyPr>
            <a:lstStyle/>
            <a:p>
              <a:pPr algn="ctr"/>
              <a:r>
                <a:rPr lang="zh-CN" altLang="en-US" b="1" dirty="0"/>
                <a:t>单程</a:t>
              </a:r>
              <a:endParaRPr lang="en-US" altLang="zh-CN" b="1" dirty="0"/>
            </a:p>
            <a:p>
              <a:pPr algn="ctr"/>
              <a:r>
                <a:rPr lang="zh-CN" altLang="en-US" b="1" dirty="0"/>
                <a:t>传播时延</a:t>
              </a:r>
              <a:endParaRPr lang="en-US" altLang="zh-CN" b="1" dirty="0"/>
            </a:p>
          </p:txBody>
        </p:sp>
        <p:cxnSp>
          <p:nvCxnSpPr>
            <p:cNvPr id="207" name="直接连接符 206">
              <a:extLst>
                <a:ext uri="{FF2B5EF4-FFF2-40B4-BE49-F238E27FC236}">
                  <a16:creationId xmlns:a16="http://schemas.microsoft.com/office/drawing/2014/main" id="{8C5BE947-4829-474D-9083-3E53B9B9E448}"/>
                </a:ext>
              </a:extLst>
            </p:cNvPr>
            <p:cNvCxnSpPr>
              <a:cxnSpLocks/>
            </p:cNvCxnSpPr>
            <p:nvPr/>
          </p:nvCxnSpPr>
          <p:spPr>
            <a:xfrm>
              <a:off x="4918364" y="4485881"/>
              <a:ext cx="0" cy="885322"/>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30" name="组合 29">
            <a:extLst>
              <a:ext uri="{FF2B5EF4-FFF2-40B4-BE49-F238E27FC236}">
                <a16:creationId xmlns:a16="http://schemas.microsoft.com/office/drawing/2014/main" id="{4397D7CF-BAA1-4B0E-841B-992C0E61DE7B}"/>
              </a:ext>
            </a:extLst>
          </p:cNvPr>
          <p:cNvGrpSpPr/>
          <p:nvPr/>
        </p:nvGrpSpPr>
        <p:grpSpPr>
          <a:xfrm>
            <a:off x="3822958" y="4485881"/>
            <a:ext cx="1135773" cy="885322"/>
            <a:chOff x="3822958" y="4485881"/>
            <a:chExt cx="1135773" cy="885322"/>
          </a:xfrm>
        </p:grpSpPr>
        <p:cxnSp>
          <p:nvCxnSpPr>
            <p:cNvPr id="201" name="直接连接符 200">
              <a:extLst>
                <a:ext uri="{FF2B5EF4-FFF2-40B4-BE49-F238E27FC236}">
                  <a16:creationId xmlns:a16="http://schemas.microsoft.com/office/drawing/2014/main" id="{001BACBB-D5C9-45FE-BF44-45CA57F50D6D}"/>
                </a:ext>
              </a:extLst>
            </p:cNvPr>
            <p:cNvCxnSpPr>
              <a:cxnSpLocks/>
            </p:cNvCxnSpPr>
            <p:nvPr/>
          </p:nvCxnSpPr>
          <p:spPr>
            <a:xfrm>
              <a:off x="4918364" y="4485881"/>
              <a:ext cx="0" cy="885322"/>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03" name="直接箭头连接符 202">
              <a:extLst>
                <a:ext uri="{FF2B5EF4-FFF2-40B4-BE49-F238E27FC236}">
                  <a16:creationId xmlns:a16="http://schemas.microsoft.com/office/drawing/2014/main" id="{14642B19-7C7F-4E0C-A7F0-91C80D987E7E}"/>
                </a:ext>
              </a:extLst>
            </p:cNvPr>
            <p:cNvCxnSpPr>
              <a:cxnSpLocks/>
            </p:cNvCxnSpPr>
            <p:nvPr/>
          </p:nvCxnSpPr>
          <p:spPr>
            <a:xfrm>
              <a:off x="3863326" y="4679845"/>
              <a:ext cx="1055038" cy="0"/>
            </a:xfrm>
            <a:prstGeom prst="straightConnector1">
              <a:avLst/>
            </a:prstGeom>
            <a:ln w="12700">
              <a:solidFill>
                <a:schemeClr val="tx1"/>
              </a:solidFill>
              <a:headEnd type="triangle"/>
              <a:tailEnd type="triangle"/>
            </a:ln>
          </p:spPr>
          <p:style>
            <a:lnRef idx="1">
              <a:schemeClr val="accent1"/>
            </a:lnRef>
            <a:fillRef idx="0">
              <a:schemeClr val="accent1"/>
            </a:fillRef>
            <a:effectRef idx="0">
              <a:schemeClr val="accent1"/>
            </a:effectRef>
            <a:fontRef idx="minor">
              <a:schemeClr val="tx1"/>
            </a:fontRef>
          </p:style>
        </p:cxnSp>
        <p:sp>
          <p:nvSpPr>
            <p:cNvPr id="204" name="文本框 203">
              <a:extLst>
                <a:ext uri="{FF2B5EF4-FFF2-40B4-BE49-F238E27FC236}">
                  <a16:creationId xmlns:a16="http://schemas.microsoft.com/office/drawing/2014/main" id="{93DD1365-6DA9-4FA1-963C-A1440ADBD67B}"/>
                </a:ext>
              </a:extLst>
            </p:cNvPr>
            <p:cNvSpPr txBox="1"/>
            <p:nvPr/>
          </p:nvSpPr>
          <p:spPr>
            <a:xfrm>
              <a:off x="3822958" y="4724872"/>
              <a:ext cx="1135773" cy="646331"/>
            </a:xfrm>
            <a:prstGeom prst="rect">
              <a:avLst/>
            </a:prstGeom>
            <a:noFill/>
          </p:spPr>
          <p:txBody>
            <a:bodyPr wrap="square" rtlCol="0">
              <a:spAutoFit/>
            </a:bodyPr>
            <a:lstStyle/>
            <a:p>
              <a:pPr algn="ctr"/>
              <a:r>
                <a:rPr lang="zh-CN" altLang="en-US" b="1" dirty="0"/>
                <a:t>单程</a:t>
              </a:r>
              <a:endParaRPr lang="en-US" altLang="zh-CN" b="1" dirty="0"/>
            </a:p>
            <a:p>
              <a:pPr algn="ctr"/>
              <a:r>
                <a:rPr lang="zh-CN" altLang="en-US" b="1" dirty="0"/>
                <a:t>传播时延</a:t>
              </a:r>
              <a:endParaRPr lang="en-US" altLang="zh-CN" b="1" dirty="0"/>
            </a:p>
          </p:txBody>
        </p:sp>
        <p:cxnSp>
          <p:nvCxnSpPr>
            <p:cNvPr id="208" name="直接连接符 207">
              <a:extLst>
                <a:ext uri="{FF2B5EF4-FFF2-40B4-BE49-F238E27FC236}">
                  <a16:creationId xmlns:a16="http://schemas.microsoft.com/office/drawing/2014/main" id="{ED995A9E-1DBB-4422-BF69-603CF7405D4E}"/>
                </a:ext>
              </a:extLst>
            </p:cNvPr>
            <p:cNvCxnSpPr>
              <a:cxnSpLocks/>
            </p:cNvCxnSpPr>
            <p:nvPr/>
          </p:nvCxnSpPr>
          <p:spPr>
            <a:xfrm>
              <a:off x="3863326" y="4485881"/>
              <a:ext cx="0" cy="885322"/>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24" name="组合 223">
            <a:extLst>
              <a:ext uri="{FF2B5EF4-FFF2-40B4-BE49-F238E27FC236}">
                <a16:creationId xmlns:a16="http://schemas.microsoft.com/office/drawing/2014/main" id="{475B5840-F028-4979-98A6-ABDD36B738FA}"/>
              </a:ext>
            </a:extLst>
          </p:cNvPr>
          <p:cNvGrpSpPr/>
          <p:nvPr/>
        </p:nvGrpSpPr>
        <p:grpSpPr>
          <a:xfrm>
            <a:off x="4553538" y="2202001"/>
            <a:ext cx="1135773" cy="834147"/>
            <a:chOff x="4553538" y="2202001"/>
            <a:chExt cx="1135773" cy="834147"/>
          </a:xfrm>
        </p:grpSpPr>
        <p:cxnSp>
          <p:nvCxnSpPr>
            <p:cNvPr id="211" name="直接箭头连接符 210">
              <a:extLst>
                <a:ext uri="{FF2B5EF4-FFF2-40B4-BE49-F238E27FC236}">
                  <a16:creationId xmlns:a16="http://schemas.microsoft.com/office/drawing/2014/main" id="{DB829BB3-628F-4E11-ACEF-2E00B86F8DFF}"/>
                </a:ext>
              </a:extLst>
            </p:cNvPr>
            <p:cNvCxnSpPr>
              <a:cxnSpLocks/>
            </p:cNvCxnSpPr>
            <p:nvPr/>
          </p:nvCxnSpPr>
          <p:spPr>
            <a:xfrm>
              <a:off x="4916273" y="2893358"/>
              <a:ext cx="409224" cy="0"/>
            </a:xfrm>
            <a:prstGeom prst="straightConnector1">
              <a:avLst/>
            </a:prstGeom>
            <a:ln w="12700">
              <a:solidFill>
                <a:schemeClr val="tx1"/>
              </a:solidFill>
              <a:headEnd type="triangle"/>
              <a:tailEnd type="triangle"/>
            </a:ln>
          </p:spPr>
          <p:style>
            <a:lnRef idx="1">
              <a:schemeClr val="accent1"/>
            </a:lnRef>
            <a:fillRef idx="0">
              <a:schemeClr val="accent1"/>
            </a:fillRef>
            <a:effectRef idx="0">
              <a:schemeClr val="accent1"/>
            </a:effectRef>
            <a:fontRef idx="minor">
              <a:schemeClr val="tx1"/>
            </a:fontRef>
          </p:style>
        </p:cxnSp>
        <p:sp>
          <p:nvSpPr>
            <p:cNvPr id="212" name="文本框 211">
              <a:extLst>
                <a:ext uri="{FF2B5EF4-FFF2-40B4-BE49-F238E27FC236}">
                  <a16:creationId xmlns:a16="http://schemas.microsoft.com/office/drawing/2014/main" id="{7E37DCE4-98BF-4187-A9BE-5B551ECA4557}"/>
                </a:ext>
              </a:extLst>
            </p:cNvPr>
            <p:cNvSpPr txBox="1"/>
            <p:nvPr/>
          </p:nvSpPr>
          <p:spPr>
            <a:xfrm>
              <a:off x="4553538" y="2202001"/>
              <a:ext cx="1135773" cy="646331"/>
            </a:xfrm>
            <a:prstGeom prst="rect">
              <a:avLst/>
            </a:prstGeom>
            <a:noFill/>
          </p:spPr>
          <p:txBody>
            <a:bodyPr wrap="square" rtlCol="0">
              <a:spAutoFit/>
            </a:bodyPr>
            <a:lstStyle/>
            <a:p>
              <a:pPr algn="ctr"/>
              <a:r>
                <a:rPr lang="zh-CN" altLang="en-US" b="1" dirty="0"/>
                <a:t>确认帧</a:t>
              </a:r>
              <a:endParaRPr lang="en-US" altLang="zh-CN" b="1" dirty="0"/>
            </a:p>
            <a:p>
              <a:pPr algn="ctr"/>
              <a:r>
                <a:rPr lang="zh-CN" altLang="en-US" b="1" dirty="0"/>
                <a:t>发送时延</a:t>
              </a:r>
              <a:endParaRPr lang="en-US" altLang="zh-CN" b="1" dirty="0"/>
            </a:p>
          </p:txBody>
        </p:sp>
        <p:cxnSp>
          <p:nvCxnSpPr>
            <p:cNvPr id="213" name="直接连接符 212">
              <a:extLst>
                <a:ext uri="{FF2B5EF4-FFF2-40B4-BE49-F238E27FC236}">
                  <a16:creationId xmlns:a16="http://schemas.microsoft.com/office/drawing/2014/main" id="{C99BD105-7CDD-49AC-9A89-9D1FBEBFAEBE}"/>
                </a:ext>
              </a:extLst>
            </p:cNvPr>
            <p:cNvCxnSpPr>
              <a:cxnSpLocks/>
            </p:cNvCxnSpPr>
            <p:nvPr/>
          </p:nvCxnSpPr>
          <p:spPr>
            <a:xfrm>
              <a:off x="4916788" y="2805984"/>
              <a:ext cx="0" cy="230164"/>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14" name="直接连接符 213">
              <a:extLst>
                <a:ext uri="{FF2B5EF4-FFF2-40B4-BE49-F238E27FC236}">
                  <a16:creationId xmlns:a16="http://schemas.microsoft.com/office/drawing/2014/main" id="{17939753-1C44-4580-8807-47056DF6EED3}"/>
                </a:ext>
              </a:extLst>
            </p:cNvPr>
            <p:cNvCxnSpPr>
              <a:cxnSpLocks/>
            </p:cNvCxnSpPr>
            <p:nvPr/>
          </p:nvCxnSpPr>
          <p:spPr>
            <a:xfrm>
              <a:off x="5325497" y="2805984"/>
              <a:ext cx="0" cy="230164"/>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38" name="组合 237">
            <a:extLst>
              <a:ext uri="{FF2B5EF4-FFF2-40B4-BE49-F238E27FC236}">
                <a16:creationId xmlns:a16="http://schemas.microsoft.com/office/drawing/2014/main" id="{C91A1B5A-CDDD-4042-900D-5ABFDB11BEE5}"/>
              </a:ext>
            </a:extLst>
          </p:cNvPr>
          <p:cNvGrpSpPr/>
          <p:nvPr/>
        </p:nvGrpSpPr>
        <p:grpSpPr>
          <a:xfrm>
            <a:off x="2325471" y="3018636"/>
            <a:ext cx="8770916" cy="1476542"/>
            <a:chOff x="2325471" y="3018636"/>
            <a:chExt cx="8770916" cy="1476542"/>
          </a:xfrm>
        </p:grpSpPr>
        <p:grpSp>
          <p:nvGrpSpPr>
            <p:cNvPr id="223" name="组合 222">
              <a:extLst>
                <a:ext uri="{FF2B5EF4-FFF2-40B4-BE49-F238E27FC236}">
                  <a16:creationId xmlns:a16="http://schemas.microsoft.com/office/drawing/2014/main" id="{34EBFC4A-4183-40AA-9BD0-3BFD6A473DD6}"/>
                </a:ext>
              </a:extLst>
            </p:cNvPr>
            <p:cNvGrpSpPr/>
            <p:nvPr/>
          </p:nvGrpSpPr>
          <p:grpSpPr>
            <a:xfrm>
              <a:off x="2325471" y="3026849"/>
              <a:ext cx="2599820" cy="1468329"/>
              <a:chOff x="2325471" y="3026849"/>
              <a:chExt cx="2599820" cy="1468329"/>
            </a:xfrm>
          </p:grpSpPr>
          <p:sp>
            <p:nvSpPr>
              <p:cNvPr id="19" name="平行四边形 18">
                <a:extLst>
                  <a:ext uri="{FF2B5EF4-FFF2-40B4-BE49-F238E27FC236}">
                    <a16:creationId xmlns:a16="http://schemas.microsoft.com/office/drawing/2014/main" id="{9DFEFC17-B07D-4EC5-BF95-6D2F550D8ED7}"/>
                  </a:ext>
                </a:extLst>
              </p:cNvPr>
              <p:cNvSpPr/>
              <p:nvPr/>
            </p:nvSpPr>
            <p:spPr>
              <a:xfrm>
                <a:off x="2325471" y="3026849"/>
                <a:ext cx="2599820" cy="1468329"/>
              </a:xfrm>
              <a:prstGeom prst="parallelogram">
                <a:avLst>
                  <a:gd name="adj" fmla="val 72649"/>
                </a:avLst>
              </a:prstGeom>
              <a:solidFill>
                <a:schemeClr val="accent3"/>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215" name="文本框 214">
                <a:extLst>
                  <a:ext uri="{FF2B5EF4-FFF2-40B4-BE49-F238E27FC236}">
                    <a16:creationId xmlns:a16="http://schemas.microsoft.com/office/drawing/2014/main" id="{63F31349-09B3-473A-9CEB-205AB71BD05E}"/>
                  </a:ext>
                </a:extLst>
              </p:cNvPr>
              <p:cNvSpPr txBox="1"/>
              <p:nvPr/>
            </p:nvSpPr>
            <p:spPr>
              <a:xfrm rot="18430381">
                <a:off x="2972734" y="3631680"/>
                <a:ext cx="1327871" cy="369332"/>
              </a:xfrm>
              <a:prstGeom prst="rect">
                <a:avLst/>
              </a:prstGeom>
              <a:noFill/>
            </p:spPr>
            <p:txBody>
              <a:bodyPr wrap="square" rtlCol="0">
                <a:spAutoFit/>
              </a:bodyPr>
              <a:lstStyle/>
              <a:p>
                <a:pPr algn="ctr"/>
                <a:r>
                  <a:rPr lang="en-US" altLang="zh-CN" b="1" dirty="0">
                    <a:solidFill>
                      <a:schemeClr val="bg1"/>
                    </a:solidFill>
                    <a:latin typeface="+mn-ea"/>
                  </a:rPr>
                  <a:t>DATA0</a:t>
                </a:r>
                <a:endParaRPr lang="zh-CN" altLang="en-US" b="1" dirty="0">
                  <a:solidFill>
                    <a:schemeClr val="bg1"/>
                  </a:solidFill>
                  <a:latin typeface="+mn-ea"/>
                </a:endParaRPr>
              </a:p>
            </p:txBody>
          </p:sp>
          <p:cxnSp>
            <p:nvCxnSpPr>
              <p:cNvPr id="216" name="直接箭头连接符 215">
                <a:extLst>
                  <a:ext uri="{FF2B5EF4-FFF2-40B4-BE49-F238E27FC236}">
                    <a16:creationId xmlns:a16="http://schemas.microsoft.com/office/drawing/2014/main" id="{7DA02C56-0FC0-4D4C-AEDC-85E84477B3EF}"/>
                  </a:ext>
                </a:extLst>
              </p:cNvPr>
              <p:cNvCxnSpPr>
                <a:cxnSpLocks/>
              </p:cNvCxnSpPr>
              <p:nvPr/>
            </p:nvCxnSpPr>
            <p:spPr>
              <a:xfrm flipV="1">
                <a:off x="3886842" y="3166435"/>
                <a:ext cx="198759" cy="301746"/>
              </a:xfrm>
              <a:prstGeom prst="straightConnector1">
                <a:avLst/>
              </a:prstGeom>
              <a:ln w="38100">
                <a:solidFill>
                  <a:schemeClr val="bg1"/>
                </a:solidFill>
                <a:tailEnd type="triangle"/>
              </a:ln>
            </p:spPr>
            <p:style>
              <a:lnRef idx="1">
                <a:schemeClr val="accent1"/>
              </a:lnRef>
              <a:fillRef idx="0">
                <a:schemeClr val="accent1"/>
              </a:fillRef>
              <a:effectRef idx="0">
                <a:schemeClr val="accent1"/>
              </a:effectRef>
              <a:fontRef idx="minor">
                <a:schemeClr val="tx1"/>
              </a:fontRef>
            </p:style>
          </p:cxnSp>
        </p:grpSp>
        <p:grpSp>
          <p:nvGrpSpPr>
            <p:cNvPr id="222" name="组合 221">
              <a:extLst>
                <a:ext uri="{FF2B5EF4-FFF2-40B4-BE49-F238E27FC236}">
                  <a16:creationId xmlns:a16="http://schemas.microsoft.com/office/drawing/2014/main" id="{1C3BB176-1C14-41E4-B6BE-79C9A14E92E8}"/>
                </a:ext>
              </a:extLst>
            </p:cNvPr>
            <p:cNvGrpSpPr/>
            <p:nvPr/>
          </p:nvGrpSpPr>
          <p:grpSpPr>
            <a:xfrm>
              <a:off x="4925291" y="3036149"/>
              <a:ext cx="1447795" cy="1449732"/>
              <a:chOff x="4925291" y="3036149"/>
              <a:chExt cx="1447795" cy="1449732"/>
            </a:xfrm>
          </p:grpSpPr>
          <p:sp>
            <p:nvSpPr>
              <p:cNvPr id="193" name="平行四边形 192">
                <a:extLst>
                  <a:ext uri="{FF2B5EF4-FFF2-40B4-BE49-F238E27FC236}">
                    <a16:creationId xmlns:a16="http://schemas.microsoft.com/office/drawing/2014/main" id="{146BA3C7-A9AF-462E-8BC3-D4720DAB69B4}"/>
                  </a:ext>
                </a:extLst>
              </p:cNvPr>
              <p:cNvSpPr/>
              <p:nvPr/>
            </p:nvSpPr>
            <p:spPr>
              <a:xfrm>
                <a:off x="4925291" y="3036149"/>
                <a:ext cx="1447795" cy="1449732"/>
              </a:xfrm>
              <a:prstGeom prst="parallelogram">
                <a:avLst>
                  <a:gd name="adj" fmla="val 72717"/>
                </a:avLst>
              </a:prstGeom>
              <a:solidFill>
                <a:schemeClr val="accent4"/>
              </a:solidFill>
              <a:ln>
                <a:solidFill>
                  <a:schemeClr val="tx1"/>
                </a:solidFill>
              </a:ln>
              <a:scene3d>
                <a:camera prst="orthographicFront">
                  <a:rot lat="0" lon="10800000" rev="0"/>
                </a:camera>
                <a:lightRig rig="threePt" dir="t"/>
              </a:scene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194" name="文本框 193">
                <a:extLst>
                  <a:ext uri="{FF2B5EF4-FFF2-40B4-BE49-F238E27FC236}">
                    <a16:creationId xmlns:a16="http://schemas.microsoft.com/office/drawing/2014/main" id="{A1D403B2-9219-4CE0-9211-538166843E9C}"/>
                  </a:ext>
                </a:extLst>
              </p:cNvPr>
              <p:cNvSpPr txBox="1"/>
              <p:nvPr/>
            </p:nvSpPr>
            <p:spPr>
              <a:xfrm rot="3259310">
                <a:off x="4969550" y="3556444"/>
                <a:ext cx="1327871" cy="369332"/>
              </a:xfrm>
              <a:prstGeom prst="rect">
                <a:avLst/>
              </a:prstGeom>
              <a:noFill/>
            </p:spPr>
            <p:txBody>
              <a:bodyPr wrap="square" rtlCol="0">
                <a:spAutoFit/>
              </a:bodyPr>
              <a:lstStyle/>
              <a:p>
                <a:pPr algn="ctr"/>
                <a:r>
                  <a:rPr lang="en-US" altLang="zh-CN" b="1" dirty="0">
                    <a:solidFill>
                      <a:schemeClr val="bg1"/>
                    </a:solidFill>
                    <a:latin typeface="+mn-ea"/>
                  </a:rPr>
                  <a:t>ACK0</a:t>
                </a:r>
                <a:endParaRPr lang="zh-CN" altLang="en-US" b="1" dirty="0">
                  <a:solidFill>
                    <a:schemeClr val="bg1"/>
                  </a:solidFill>
                  <a:latin typeface="+mn-ea"/>
                </a:endParaRPr>
              </a:p>
            </p:txBody>
          </p:sp>
          <p:cxnSp>
            <p:nvCxnSpPr>
              <p:cNvPr id="217" name="直接箭头连接符 216">
                <a:extLst>
                  <a:ext uri="{FF2B5EF4-FFF2-40B4-BE49-F238E27FC236}">
                    <a16:creationId xmlns:a16="http://schemas.microsoft.com/office/drawing/2014/main" id="{553A17D6-1366-4794-A445-544D5EC51E84}"/>
                  </a:ext>
                </a:extLst>
              </p:cNvPr>
              <p:cNvCxnSpPr>
                <a:cxnSpLocks/>
              </p:cNvCxnSpPr>
              <p:nvPr/>
            </p:nvCxnSpPr>
            <p:spPr>
              <a:xfrm>
                <a:off x="5849715" y="4024271"/>
                <a:ext cx="219664" cy="293617"/>
              </a:xfrm>
              <a:prstGeom prst="straightConnector1">
                <a:avLst/>
              </a:prstGeom>
              <a:ln w="38100">
                <a:solidFill>
                  <a:schemeClr val="bg1"/>
                </a:solidFill>
                <a:tailEnd type="triangle"/>
              </a:ln>
            </p:spPr>
            <p:style>
              <a:lnRef idx="1">
                <a:schemeClr val="accent1"/>
              </a:lnRef>
              <a:fillRef idx="0">
                <a:schemeClr val="accent1"/>
              </a:fillRef>
              <a:effectRef idx="0">
                <a:schemeClr val="accent1"/>
              </a:effectRef>
              <a:fontRef idx="minor">
                <a:schemeClr val="tx1"/>
              </a:fontRef>
            </p:style>
          </p:cxnSp>
        </p:grpSp>
        <p:grpSp>
          <p:nvGrpSpPr>
            <p:cNvPr id="225" name="组合 224">
              <a:extLst>
                <a:ext uri="{FF2B5EF4-FFF2-40B4-BE49-F238E27FC236}">
                  <a16:creationId xmlns:a16="http://schemas.microsoft.com/office/drawing/2014/main" id="{C0497B70-3F44-47F2-A8EB-AC4B717556B3}"/>
                </a:ext>
              </a:extLst>
            </p:cNvPr>
            <p:cNvGrpSpPr/>
            <p:nvPr/>
          </p:nvGrpSpPr>
          <p:grpSpPr>
            <a:xfrm>
              <a:off x="6394316" y="3018636"/>
              <a:ext cx="2599820" cy="1468329"/>
              <a:chOff x="2325471" y="3026849"/>
              <a:chExt cx="2599820" cy="1468329"/>
            </a:xfrm>
          </p:grpSpPr>
          <p:sp>
            <p:nvSpPr>
              <p:cNvPr id="226" name="平行四边形 225">
                <a:extLst>
                  <a:ext uri="{FF2B5EF4-FFF2-40B4-BE49-F238E27FC236}">
                    <a16:creationId xmlns:a16="http://schemas.microsoft.com/office/drawing/2014/main" id="{B832D911-833E-4A45-B643-60A5C7C761BD}"/>
                  </a:ext>
                </a:extLst>
              </p:cNvPr>
              <p:cNvSpPr/>
              <p:nvPr/>
            </p:nvSpPr>
            <p:spPr>
              <a:xfrm>
                <a:off x="2325471" y="3026849"/>
                <a:ext cx="2599820" cy="1468329"/>
              </a:xfrm>
              <a:prstGeom prst="parallelogram">
                <a:avLst>
                  <a:gd name="adj" fmla="val 72649"/>
                </a:avLst>
              </a:prstGeom>
              <a:solidFill>
                <a:schemeClr val="accent3"/>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227" name="文本框 226">
                <a:extLst>
                  <a:ext uri="{FF2B5EF4-FFF2-40B4-BE49-F238E27FC236}">
                    <a16:creationId xmlns:a16="http://schemas.microsoft.com/office/drawing/2014/main" id="{2085FE3B-621E-43D0-A5CA-81A80BEC5904}"/>
                  </a:ext>
                </a:extLst>
              </p:cNvPr>
              <p:cNvSpPr txBox="1"/>
              <p:nvPr/>
            </p:nvSpPr>
            <p:spPr>
              <a:xfrm rot="18430381">
                <a:off x="2972734" y="3631680"/>
                <a:ext cx="1327871" cy="369332"/>
              </a:xfrm>
              <a:prstGeom prst="rect">
                <a:avLst/>
              </a:prstGeom>
              <a:noFill/>
            </p:spPr>
            <p:txBody>
              <a:bodyPr wrap="square" rtlCol="0">
                <a:spAutoFit/>
              </a:bodyPr>
              <a:lstStyle/>
              <a:p>
                <a:pPr algn="ctr"/>
                <a:r>
                  <a:rPr lang="en-US" altLang="zh-CN" b="1" dirty="0">
                    <a:solidFill>
                      <a:schemeClr val="bg1"/>
                    </a:solidFill>
                    <a:latin typeface="+mn-ea"/>
                  </a:rPr>
                  <a:t>DATA1</a:t>
                </a:r>
                <a:endParaRPr lang="zh-CN" altLang="en-US" b="1" dirty="0">
                  <a:solidFill>
                    <a:schemeClr val="bg1"/>
                  </a:solidFill>
                  <a:latin typeface="+mn-ea"/>
                </a:endParaRPr>
              </a:p>
            </p:txBody>
          </p:sp>
          <p:cxnSp>
            <p:nvCxnSpPr>
              <p:cNvPr id="228" name="直接箭头连接符 227">
                <a:extLst>
                  <a:ext uri="{FF2B5EF4-FFF2-40B4-BE49-F238E27FC236}">
                    <a16:creationId xmlns:a16="http://schemas.microsoft.com/office/drawing/2014/main" id="{D05AABA9-EDF6-4CB0-B5CA-A64855B4FE30}"/>
                  </a:ext>
                </a:extLst>
              </p:cNvPr>
              <p:cNvCxnSpPr>
                <a:cxnSpLocks/>
              </p:cNvCxnSpPr>
              <p:nvPr/>
            </p:nvCxnSpPr>
            <p:spPr>
              <a:xfrm flipV="1">
                <a:off x="3886842" y="3166435"/>
                <a:ext cx="198759" cy="301746"/>
              </a:xfrm>
              <a:prstGeom prst="straightConnector1">
                <a:avLst/>
              </a:prstGeom>
              <a:ln w="38100">
                <a:solidFill>
                  <a:schemeClr val="bg1"/>
                </a:solidFill>
                <a:tailEnd type="triangle"/>
              </a:ln>
            </p:spPr>
            <p:style>
              <a:lnRef idx="1">
                <a:schemeClr val="accent1"/>
              </a:lnRef>
              <a:fillRef idx="0">
                <a:schemeClr val="accent1"/>
              </a:fillRef>
              <a:effectRef idx="0">
                <a:schemeClr val="accent1"/>
              </a:effectRef>
              <a:fontRef idx="minor">
                <a:schemeClr val="tx1"/>
              </a:fontRef>
            </p:style>
          </p:cxnSp>
        </p:grpSp>
        <p:grpSp>
          <p:nvGrpSpPr>
            <p:cNvPr id="229" name="组合 228">
              <a:extLst>
                <a:ext uri="{FF2B5EF4-FFF2-40B4-BE49-F238E27FC236}">
                  <a16:creationId xmlns:a16="http://schemas.microsoft.com/office/drawing/2014/main" id="{1DAFD52A-4BE9-422C-8466-65049A94F88D}"/>
                </a:ext>
              </a:extLst>
            </p:cNvPr>
            <p:cNvGrpSpPr/>
            <p:nvPr/>
          </p:nvGrpSpPr>
          <p:grpSpPr>
            <a:xfrm>
              <a:off x="8994136" y="3027936"/>
              <a:ext cx="1447795" cy="1449732"/>
              <a:chOff x="4925291" y="3036149"/>
              <a:chExt cx="1447795" cy="1449732"/>
            </a:xfrm>
          </p:grpSpPr>
          <p:sp>
            <p:nvSpPr>
              <p:cNvPr id="230" name="平行四边形 229">
                <a:extLst>
                  <a:ext uri="{FF2B5EF4-FFF2-40B4-BE49-F238E27FC236}">
                    <a16:creationId xmlns:a16="http://schemas.microsoft.com/office/drawing/2014/main" id="{CC6CD84C-7A94-4F9E-9F82-D33BAF3894D3}"/>
                  </a:ext>
                </a:extLst>
              </p:cNvPr>
              <p:cNvSpPr/>
              <p:nvPr/>
            </p:nvSpPr>
            <p:spPr>
              <a:xfrm>
                <a:off x="4925291" y="3036149"/>
                <a:ext cx="1447795" cy="1449732"/>
              </a:xfrm>
              <a:prstGeom prst="parallelogram">
                <a:avLst>
                  <a:gd name="adj" fmla="val 72717"/>
                </a:avLst>
              </a:prstGeom>
              <a:solidFill>
                <a:schemeClr val="accent4"/>
              </a:solidFill>
              <a:ln>
                <a:solidFill>
                  <a:schemeClr val="tx1"/>
                </a:solidFill>
              </a:ln>
              <a:scene3d>
                <a:camera prst="orthographicFront">
                  <a:rot lat="0" lon="10800000" rev="0"/>
                </a:camera>
                <a:lightRig rig="threePt" dir="t"/>
              </a:scene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231" name="文本框 230">
                <a:extLst>
                  <a:ext uri="{FF2B5EF4-FFF2-40B4-BE49-F238E27FC236}">
                    <a16:creationId xmlns:a16="http://schemas.microsoft.com/office/drawing/2014/main" id="{07D0AF4A-B7F2-4CC2-BE09-B9D6C151B513}"/>
                  </a:ext>
                </a:extLst>
              </p:cNvPr>
              <p:cNvSpPr txBox="1"/>
              <p:nvPr/>
            </p:nvSpPr>
            <p:spPr>
              <a:xfrm rot="3259310">
                <a:off x="4969550" y="3556444"/>
                <a:ext cx="1327871" cy="369332"/>
              </a:xfrm>
              <a:prstGeom prst="rect">
                <a:avLst/>
              </a:prstGeom>
              <a:noFill/>
            </p:spPr>
            <p:txBody>
              <a:bodyPr wrap="square" rtlCol="0">
                <a:spAutoFit/>
              </a:bodyPr>
              <a:lstStyle/>
              <a:p>
                <a:pPr algn="ctr"/>
                <a:r>
                  <a:rPr lang="en-US" altLang="zh-CN" b="1" dirty="0">
                    <a:solidFill>
                      <a:schemeClr val="bg1"/>
                    </a:solidFill>
                    <a:latin typeface="+mn-ea"/>
                  </a:rPr>
                  <a:t>ACK1</a:t>
                </a:r>
                <a:endParaRPr lang="zh-CN" altLang="en-US" b="1" dirty="0">
                  <a:solidFill>
                    <a:schemeClr val="bg1"/>
                  </a:solidFill>
                  <a:latin typeface="+mn-ea"/>
                </a:endParaRPr>
              </a:p>
            </p:txBody>
          </p:sp>
          <p:cxnSp>
            <p:nvCxnSpPr>
              <p:cNvPr id="232" name="直接箭头连接符 231">
                <a:extLst>
                  <a:ext uri="{FF2B5EF4-FFF2-40B4-BE49-F238E27FC236}">
                    <a16:creationId xmlns:a16="http://schemas.microsoft.com/office/drawing/2014/main" id="{1AEDDD9B-273E-42AF-9D9D-9BECD1C5C083}"/>
                  </a:ext>
                </a:extLst>
              </p:cNvPr>
              <p:cNvCxnSpPr>
                <a:cxnSpLocks/>
              </p:cNvCxnSpPr>
              <p:nvPr/>
            </p:nvCxnSpPr>
            <p:spPr>
              <a:xfrm>
                <a:off x="5849715" y="4024271"/>
                <a:ext cx="219664" cy="293617"/>
              </a:xfrm>
              <a:prstGeom prst="straightConnector1">
                <a:avLst/>
              </a:prstGeom>
              <a:ln w="38100">
                <a:solidFill>
                  <a:schemeClr val="bg1"/>
                </a:solidFill>
                <a:tailEnd type="triangle"/>
              </a:ln>
            </p:spPr>
            <p:style>
              <a:lnRef idx="1">
                <a:schemeClr val="accent1"/>
              </a:lnRef>
              <a:fillRef idx="0">
                <a:schemeClr val="accent1"/>
              </a:fillRef>
              <a:effectRef idx="0">
                <a:schemeClr val="accent1"/>
              </a:effectRef>
              <a:fontRef idx="minor">
                <a:schemeClr val="tx1"/>
              </a:fontRef>
            </p:style>
          </p:cxnSp>
        </p:grpSp>
        <p:sp>
          <p:nvSpPr>
            <p:cNvPr id="235" name="文本框 234">
              <a:extLst>
                <a:ext uri="{FF2B5EF4-FFF2-40B4-BE49-F238E27FC236}">
                  <a16:creationId xmlns:a16="http://schemas.microsoft.com/office/drawing/2014/main" id="{2E8336A2-BA67-40C1-BB04-2B29396AE212}"/>
                </a:ext>
              </a:extLst>
            </p:cNvPr>
            <p:cNvSpPr txBox="1"/>
            <p:nvPr/>
          </p:nvSpPr>
          <p:spPr>
            <a:xfrm>
              <a:off x="10239565" y="3556444"/>
              <a:ext cx="856822" cy="369332"/>
            </a:xfrm>
            <a:prstGeom prst="rect">
              <a:avLst/>
            </a:prstGeom>
            <a:noFill/>
          </p:spPr>
          <p:txBody>
            <a:bodyPr wrap="square" rtlCol="0">
              <a:spAutoFit/>
            </a:bodyPr>
            <a:lstStyle/>
            <a:p>
              <a:pPr algn="ctr"/>
              <a:r>
                <a:rPr lang="en-US" altLang="zh-CN" b="1" dirty="0">
                  <a:latin typeface="+mn-ea"/>
                </a:rPr>
                <a:t>……</a:t>
              </a:r>
              <a:endParaRPr lang="zh-CN" altLang="en-US" b="1" dirty="0">
                <a:latin typeface="+mn-ea"/>
              </a:endParaRPr>
            </a:p>
          </p:txBody>
        </p:sp>
      </p:grpSp>
      <p:grpSp>
        <p:nvGrpSpPr>
          <p:cNvPr id="237" name="组合 236">
            <a:extLst>
              <a:ext uri="{FF2B5EF4-FFF2-40B4-BE49-F238E27FC236}">
                <a16:creationId xmlns:a16="http://schemas.microsoft.com/office/drawing/2014/main" id="{8C82CA10-7A34-4E1F-B1C6-D60BB7E2DB8F}"/>
              </a:ext>
            </a:extLst>
          </p:cNvPr>
          <p:cNvGrpSpPr/>
          <p:nvPr/>
        </p:nvGrpSpPr>
        <p:grpSpPr>
          <a:xfrm>
            <a:off x="1086090" y="2776869"/>
            <a:ext cx="10847458" cy="1968290"/>
            <a:chOff x="1086090" y="2776869"/>
            <a:chExt cx="10847458" cy="1968290"/>
          </a:xfrm>
        </p:grpSpPr>
        <p:sp>
          <p:nvSpPr>
            <p:cNvPr id="7" name="矩形 6">
              <a:extLst>
                <a:ext uri="{FF2B5EF4-FFF2-40B4-BE49-F238E27FC236}">
                  <a16:creationId xmlns:a16="http://schemas.microsoft.com/office/drawing/2014/main" id="{B79E8590-B6F8-4B60-BE5A-0374A51063FD}"/>
                </a:ext>
              </a:extLst>
            </p:cNvPr>
            <p:cNvSpPr/>
            <p:nvPr/>
          </p:nvSpPr>
          <p:spPr>
            <a:xfrm>
              <a:off x="1246610" y="2776869"/>
              <a:ext cx="901243" cy="499960"/>
            </a:xfrm>
            <a:prstGeom prst="rect">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zh-CN" altLang="en-US" b="1" dirty="0">
                  <a:solidFill>
                    <a:schemeClr val="tx1"/>
                  </a:solidFill>
                </a:rPr>
                <a:t>主机乙</a:t>
              </a:r>
            </a:p>
          </p:txBody>
        </p:sp>
        <p:sp>
          <p:nvSpPr>
            <p:cNvPr id="188" name="矩形 187">
              <a:extLst>
                <a:ext uri="{FF2B5EF4-FFF2-40B4-BE49-F238E27FC236}">
                  <a16:creationId xmlns:a16="http://schemas.microsoft.com/office/drawing/2014/main" id="{5B17FB1C-A33E-4699-A027-052329570FA3}"/>
                </a:ext>
              </a:extLst>
            </p:cNvPr>
            <p:cNvSpPr/>
            <p:nvPr/>
          </p:nvSpPr>
          <p:spPr>
            <a:xfrm>
              <a:off x="1246610" y="4245199"/>
              <a:ext cx="901243" cy="499960"/>
            </a:xfrm>
            <a:prstGeom prst="rect">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zh-CN" altLang="en-US" b="1" dirty="0">
                  <a:solidFill>
                    <a:schemeClr val="tx1"/>
                  </a:solidFill>
                </a:rPr>
                <a:t>主机甲</a:t>
              </a:r>
            </a:p>
          </p:txBody>
        </p:sp>
        <p:cxnSp>
          <p:nvCxnSpPr>
            <p:cNvPr id="10" name="直接箭头连接符 9">
              <a:extLst>
                <a:ext uri="{FF2B5EF4-FFF2-40B4-BE49-F238E27FC236}">
                  <a16:creationId xmlns:a16="http://schemas.microsoft.com/office/drawing/2014/main" id="{0A7A56AB-DE66-47F9-B9B8-9C22841F3AE3}"/>
                </a:ext>
              </a:extLst>
            </p:cNvPr>
            <p:cNvCxnSpPr>
              <a:cxnSpLocks/>
              <a:stCxn id="7" idx="3"/>
              <a:endCxn id="189" idx="1"/>
            </p:cNvCxnSpPr>
            <p:nvPr/>
          </p:nvCxnSpPr>
          <p:spPr>
            <a:xfrm>
              <a:off x="2147853" y="3026849"/>
              <a:ext cx="9062068" cy="0"/>
            </a:xfrm>
            <a:prstGeom prst="straightConnector1">
              <a:avLst/>
            </a:prstGeom>
            <a:ln w="25400">
              <a:solidFill>
                <a:schemeClr val="tx1"/>
              </a:solidFill>
              <a:tailEnd type="triangle"/>
            </a:ln>
          </p:spPr>
          <p:style>
            <a:lnRef idx="1">
              <a:schemeClr val="accent1"/>
            </a:lnRef>
            <a:fillRef idx="0">
              <a:schemeClr val="accent1"/>
            </a:fillRef>
            <a:effectRef idx="0">
              <a:schemeClr val="accent1"/>
            </a:effectRef>
            <a:fontRef idx="minor">
              <a:schemeClr val="tx1"/>
            </a:fontRef>
          </p:style>
        </p:cxnSp>
        <p:sp>
          <p:nvSpPr>
            <p:cNvPr id="189" name="文本框 188">
              <a:extLst>
                <a:ext uri="{FF2B5EF4-FFF2-40B4-BE49-F238E27FC236}">
                  <a16:creationId xmlns:a16="http://schemas.microsoft.com/office/drawing/2014/main" id="{3F69E1E1-0575-403A-B29D-6C3804914941}"/>
                </a:ext>
              </a:extLst>
            </p:cNvPr>
            <p:cNvSpPr txBox="1"/>
            <p:nvPr/>
          </p:nvSpPr>
          <p:spPr>
            <a:xfrm>
              <a:off x="11209921" y="2842183"/>
              <a:ext cx="723627" cy="369332"/>
            </a:xfrm>
            <a:prstGeom prst="rect">
              <a:avLst/>
            </a:prstGeom>
            <a:noFill/>
          </p:spPr>
          <p:txBody>
            <a:bodyPr wrap="square" rtlCol="0">
              <a:spAutoFit/>
            </a:bodyPr>
            <a:lstStyle/>
            <a:p>
              <a:r>
                <a:rPr lang="zh-CN" altLang="en-US" b="1" dirty="0"/>
                <a:t>时间</a:t>
              </a:r>
            </a:p>
          </p:txBody>
        </p:sp>
        <p:cxnSp>
          <p:nvCxnSpPr>
            <p:cNvPr id="18" name="直接箭头连接符 17">
              <a:extLst>
                <a:ext uri="{FF2B5EF4-FFF2-40B4-BE49-F238E27FC236}">
                  <a16:creationId xmlns:a16="http://schemas.microsoft.com/office/drawing/2014/main" id="{77F33BCC-9134-44AA-8A2F-4E1C0568CB1F}"/>
                </a:ext>
              </a:extLst>
            </p:cNvPr>
            <p:cNvCxnSpPr>
              <a:cxnSpLocks/>
              <a:stCxn id="188" idx="3"/>
              <a:endCxn id="192" idx="1"/>
            </p:cNvCxnSpPr>
            <p:nvPr/>
          </p:nvCxnSpPr>
          <p:spPr>
            <a:xfrm>
              <a:off x="2147853" y="4495179"/>
              <a:ext cx="9062068" cy="0"/>
            </a:xfrm>
            <a:prstGeom prst="straightConnector1">
              <a:avLst/>
            </a:prstGeom>
            <a:ln w="25400">
              <a:solidFill>
                <a:schemeClr val="tx1"/>
              </a:solidFill>
              <a:tailEnd type="triangle"/>
            </a:ln>
          </p:spPr>
          <p:style>
            <a:lnRef idx="1">
              <a:schemeClr val="accent1"/>
            </a:lnRef>
            <a:fillRef idx="0">
              <a:schemeClr val="accent1"/>
            </a:fillRef>
            <a:effectRef idx="0">
              <a:schemeClr val="accent1"/>
            </a:effectRef>
            <a:fontRef idx="minor">
              <a:schemeClr val="tx1"/>
            </a:fontRef>
          </p:style>
        </p:cxnSp>
        <p:sp>
          <p:nvSpPr>
            <p:cNvPr id="192" name="文本框 191">
              <a:extLst>
                <a:ext uri="{FF2B5EF4-FFF2-40B4-BE49-F238E27FC236}">
                  <a16:creationId xmlns:a16="http://schemas.microsoft.com/office/drawing/2014/main" id="{689944B8-2A61-44DB-9DE1-CB33DB0693C7}"/>
                </a:ext>
              </a:extLst>
            </p:cNvPr>
            <p:cNvSpPr txBox="1"/>
            <p:nvPr/>
          </p:nvSpPr>
          <p:spPr>
            <a:xfrm>
              <a:off x="11209921" y="4310513"/>
              <a:ext cx="723627" cy="369332"/>
            </a:xfrm>
            <a:prstGeom prst="rect">
              <a:avLst/>
            </a:prstGeom>
            <a:noFill/>
          </p:spPr>
          <p:txBody>
            <a:bodyPr wrap="square" rtlCol="0">
              <a:spAutoFit/>
            </a:bodyPr>
            <a:lstStyle/>
            <a:p>
              <a:r>
                <a:rPr lang="zh-CN" altLang="en-US" b="1" dirty="0"/>
                <a:t>时间</a:t>
              </a:r>
            </a:p>
          </p:txBody>
        </p:sp>
        <p:sp>
          <p:nvSpPr>
            <p:cNvPr id="236" name="文本框 235">
              <a:extLst>
                <a:ext uri="{FF2B5EF4-FFF2-40B4-BE49-F238E27FC236}">
                  <a16:creationId xmlns:a16="http://schemas.microsoft.com/office/drawing/2014/main" id="{0CC777BC-C543-43E0-BB09-FC5E462B2032}"/>
                </a:ext>
              </a:extLst>
            </p:cNvPr>
            <p:cNvSpPr txBox="1"/>
            <p:nvPr/>
          </p:nvSpPr>
          <p:spPr>
            <a:xfrm>
              <a:off x="1086090" y="3468181"/>
              <a:ext cx="1261958" cy="646331"/>
            </a:xfrm>
            <a:prstGeom prst="rect">
              <a:avLst/>
            </a:prstGeom>
            <a:noFill/>
          </p:spPr>
          <p:txBody>
            <a:bodyPr wrap="square" rtlCol="0">
              <a:spAutoFit/>
            </a:bodyPr>
            <a:lstStyle/>
            <a:p>
              <a:pPr algn="ctr"/>
              <a:r>
                <a:rPr lang="zh-CN" altLang="en-US" b="1" dirty="0"/>
                <a:t>停止</a:t>
              </a:r>
              <a:r>
                <a:rPr lang="en-US" altLang="zh-CN" b="1" dirty="0"/>
                <a:t>-</a:t>
              </a:r>
              <a:r>
                <a:rPr lang="zh-CN" altLang="en-US" b="1" dirty="0"/>
                <a:t>等待</a:t>
              </a:r>
              <a:endParaRPr lang="en-US" altLang="zh-CN" b="1" dirty="0"/>
            </a:p>
            <a:p>
              <a:pPr algn="ctr"/>
              <a:r>
                <a:rPr lang="zh-CN" altLang="en-US" b="1" dirty="0"/>
                <a:t>协议</a:t>
              </a:r>
              <a:endParaRPr lang="en-US" altLang="zh-CN" b="1" dirty="0"/>
            </a:p>
          </p:txBody>
        </p:sp>
      </p:grpSp>
    </p:spTree>
    <p:custDataLst>
      <p:tags r:id="rId1"/>
    </p:custDataLst>
    <p:extLst>
      <p:ext uri="{BB962C8B-B14F-4D97-AF65-F5344CB8AC3E}">
        <p14:creationId xmlns:p14="http://schemas.microsoft.com/office/powerpoint/2010/main" val="3464750372"/>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30" presetClass="entr" presetSubtype="0" fill="hold" nodeType="withEffect">
                                  <p:stCondLst>
                                    <p:cond delay="0"/>
                                  </p:stCondLst>
                                  <p:childTnLst>
                                    <p:set>
                                      <p:cBhvr>
                                        <p:cTn id="6" dur="1" fill="hold">
                                          <p:stCondLst>
                                            <p:cond delay="0"/>
                                          </p:stCondLst>
                                        </p:cTn>
                                        <p:tgtEl>
                                          <p:spTgt spid="6"/>
                                        </p:tgtEl>
                                        <p:attrNameLst>
                                          <p:attrName>style.visibility</p:attrName>
                                        </p:attrNameLst>
                                      </p:cBhvr>
                                      <p:to>
                                        <p:strVal val="visible"/>
                                      </p:to>
                                    </p:set>
                                    <p:animEffect transition="in" filter="fade">
                                      <p:cBhvr>
                                        <p:cTn id="7" dur="800" decel="100000"/>
                                        <p:tgtEl>
                                          <p:spTgt spid="6"/>
                                        </p:tgtEl>
                                      </p:cBhvr>
                                    </p:animEffect>
                                    <p:anim calcmode="lin" valueType="num">
                                      <p:cBhvr>
                                        <p:cTn id="8" dur="800" decel="100000" fill="hold"/>
                                        <p:tgtEl>
                                          <p:spTgt spid="6"/>
                                        </p:tgtEl>
                                        <p:attrNameLst>
                                          <p:attrName>style.rotation</p:attrName>
                                        </p:attrNameLst>
                                      </p:cBhvr>
                                      <p:tavLst>
                                        <p:tav tm="0">
                                          <p:val>
                                            <p:fltVal val="-90"/>
                                          </p:val>
                                        </p:tav>
                                        <p:tav tm="100000">
                                          <p:val>
                                            <p:fltVal val="0"/>
                                          </p:val>
                                        </p:tav>
                                      </p:tavLst>
                                    </p:anim>
                                    <p:anim calcmode="lin" valueType="num">
                                      <p:cBhvr>
                                        <p:cTn id="9" dur="800" decel="100000" fill="hold"/>
                                        <p:tgtEl>
                                          <p:spTgt spid="6"/>
                                        </p:tgtEl>
                                        <p:attrNameLst>
                                          <p:attrName>ppt_x</p:attrName>
                                        </p:attrNameLst>
                                      </p:cBhvr>
                                      <p:tavLst>
                                        <p:tav tm="0">
                                          <p:val>
                                            <p:strVal val="#ppt_x+0.4"/>
                                          </p:val>
                                        </p:tav>
                                        <p:tav tm="100000">
                                          <p:val>
                                            <p:strVal val="#ppt_x-0.05"/>
                                          </p:val>
                                        </p:tav>
                                      </p:tavLst>
                                    </p:anim>
                                    <p:anim calcmode="lin" valueType="num">
                                      <p:cBhvr>
                                        <p:cTn id="10" dur="800" decel="100000" fill="hold"/>
                                        <p:tgtEl>
                                          <p:spTgt spid="6"/>
                                        </p:tgtEl>
                                        <p:attrNameLst>
                                          <p:attrName>ppt_y</p:attrName>
                                        </p:attrNameLst>
                                      </p:cBhvr>
                                      <p:tavLst>
                                        <p:tav tm="0">
                                          <p:val>
                                            <p:strVal val="#ppt_y-0.4"/>
                                          </p:val>
                                        </p:tav>
                                        <p:tav tm="100000">
                                          <p:val>
                                            <p:strVal val="#ppt_y+0.1"/>
                                          </p:val>
                                        </p:tav>
                                      </p:tavLst>
                                    </p:anim>
                                    <p:anim calcmode="lin" valueType="num">
                                      <p:cBhvr>
                                        <p:cTn id="11" dur="200" accel="100000" fill="hold">
                                          <p:stCondLst>
                                            <p:cond delay="800"/>
                                          </p:stCondLst>
                                        </p:cTn>
                                        <p:tgtEl>
                                          <p:spTgt spid="6"/>
                                        </p:tgtEl>
                                        <p:attrNameLst>
                                          <p:attrName>ppt_x</p:attrName>
                                        </p:attrNameLst>
                                      </p:cBhvr>
                                      <p:tavLst>
                                        <p:tav tm="0">
                                          <p:val>
                                            <p:strVal val="#ppt_x-0.05"/>
                                          </p:val>
                                        </p:tav>
                                        <p:tav tm="100000">
                                          <p:val>
                                            <p:strVal val="#ppt_x"/>
                                          </p:val>
                                        </p:tav>
                                      </p:tavLst>
                                    </p:anim>
                                    <p:anim calcmode="lin" valueType="num">
                                      <p:cBhvr>
                                        <p:cTn id="12" dur="200" accel="100000" fill="hold">
                                          <p:stCondLst>
                                            <p:cond delay="800"/>
                                          </p:stCondLst>
                                        </p:cTn>
                                        <p:tgtEl>
                                          <p:spTgt spid="6"/>
                                        </p:tgtEl>
                                        <p:attrNameLst>
                                          <p:attrName>ppt_y</p:attrName>
                                        </p:attrNameLst>
                                      </p:cBhvr>
                                      <p:tavLst>
                                        <p:tav tm="0">
                                          <p:val>
                                            <p:strVal val="#ppt_y+0.1"/>
                                          </p:val>
                                        </p:tav>
                                        <p:tav tm="100000">
                                          <p:val>
                                            <p:strVal val="#ppt_y"/>
                                          </p:val>
                                        </p:tav>
                                      </p:tavLst>
                                    </p:anim>
                                  </p:childTnLst>
                                </p:cTn>
                              </p:par>
                            </p:childTnLst>
                          </p:cTn>
                        </p:par>
                      </p:childTnLst>
                    </p:cTn>
                  </p:par>
                  <p:par>
                    <p:cTn id="13" fill="hold">
                      <p:stCondLst>
                        <p:cond delay="indefinite"/>
                      </p:stCondLst>
                      <p:childTnLst>
                        <p:par>
                          <p:cTn id="14" fill="hold">
                            <p:stCondLst>
                              <p:cond delay="0"/>
                            </p:stCondLst>
                            <p:childTnLst>
                              <p:par>
                                <p:cTn id="15" presetID="30" presetClass="entr" presetSubtype="0" fill="hold" grpId="0" nodeType="clickEffect">
                                  <p:stCondLst>
                                    <p:cond delay="0"/>
                                  </p:stCondLst>
                                  <p:childTnLst>
                                    <p:set>
                                      <p:cBhvr>
                                        <p:cTn id="16" dur="1" fill="hold">
                                          <p:stCondLst>
                                            <p:cond delay="0"/>
                                          </p:stCondLst>
                                        </p:cTn>
                                        <p:tgtEl>
                                          <p:spTgt spid="38"/>
                                        </p:tgtEl>
                                        <p:attrNameLst>
                                          <p:attrName>style.visibility</p:attrName>
                                        </p:attrNameLst>
                                      </p:cBhvr>
                                      <p:to>
                                        <p:strVal val="visible"/>
                                      </p:to>
                                    </p:set>
                                    <p:animEffect transition="in" filter="fade">
                                      <p:cBhvr>
                                        <p:cTn id="17" dur="800" decel="100000"/>
                                        <p:tgtEl>
                                          <p:spTgt spid="38"/>
                                        </p:tgtEl>
                                      </p:cBhvr>
                                    </p:animEffect>
                                    <p:anim calcmode="lin" valueType="num">
                                      <p:cBhvr>
                                        <p:cTn id="18" dur="800" decel="100000" fill="hold"/>
                                        <p:tgtEl>
                                          <p:spTgt spid="38"/>
                                        </p:tgtEl>
                                        <p:attrNameLst>
                                          <p:attrName>style.rotation</p:attrName>
                                        </p:attrNameLst>
                                      </p:cBhvr>
                                      <p:tavLst>
                                        <p:tav tm="0">
                                          <p:val>
                                            <p:fltVal val="-90"/>
                                          </p:val>
                                        </p:tav>
                                        <p:tav tm="100000">
                                          <p:val>
                                            <p:fltVal val="0"/>
                                          </p:val>
                                        </p:tav>
                                      </p:tavLst>
                                    </p:anim>
                                    <p:anim calcmode="lin" valueType="num">
                                      <p:cBhvr>
                                        <p:cTn id="19" dur="800" decel="100000" fill="hold"/>
                                        <p:tgtEl>
                                          <p:spTgt spid="38"/>
                                        </p:tgtEl>
                                        <p:attrNameLst>
                                          <p:attrName>ppt_x</p:attrName>
                                        </p:attrNameLst>
                                      </p:cBhvr>
                                      <p:tavLst>
                                        <p:tav tm="0">
                                          <p:val>
                                            <p:strVal val="#ppt_x+0.4"/>
                                          </p:val>
                                        </p:tav>
                                        <p:tav tm="100000">
                                          <p:val>
                                            <p:strVal val="#ppt_x-0.05"/>
                                          </p:val>
                                        </p:tav>
                                      </p:tavLst>
                                    </p:anim>
                                    <p:anim calcmode="lin" valueType="num">
                                      <p:cBhvr>
                                        <p:cTn id="20" dur="800" decel="100000" fill="hold"/>
                                        <p:tgtEl>
                                          <p:spTgt spid="38"/>
                                        </p:tgtEl>
                                        <p:attrNameLst>
                                          <p:attrName>ppt_y</p:attrName>
                                        </p:attrNameLst>
                                      </p:cBhvr>
                                      <p:tavLst>
                                        <p:tav tm="0">
                                          <p:val>
                                            <p:strVal val="#ppt_y-0.4"/>
                                          </p:val>
                                        </p:tav>
                                        <p:tav tm="100000">
                                          <p:val>
                                            <p:strVal val="#ppt_y+0.1"/>
                                          </p:val>
                                        </p:tav>
                                      </p:tavLst>
                                    </p:anim>
                                    <p:anim calcmode="lin" valueType="num">
                                      <p:cBhvr>
                                        <p:cTn id="21" dur="200" accel="100000" fill="hold">
                                          <p:stCondLst>
                                            <p:cond delay="800"/>
                                          </p:stCondLst>
                                        </p:cTn>
                                        <p:tgtEl>
                                          <p:spTgt spid="38"/>
                                        </p:tgtEl>
                                        <p:attrNameLst>
                                          <p:attrName>ppt_x</p:attrName>
                                        </p:attrNameLst>
                                      </p:cBhvr>
                                      <p:tavLst>
                                        <p:tav tm="0">
                                          <p:val>
                                            <p:strVal val="#ppt_x-0.05"/>
                                          </p:val>
                                        </p:tav>
                                        <p:tav tm="100000">
                                          <p:val>
                                            <p:strVal val="#ppt_x"/>
                                          </p:val>
                                        </p:tav>
                                      </p:tavLst>
                                    </p:anim>
                                    <p:anim calcmode="lin" valueType="num">
                                      <p:cBhvr>
                                        <p:cTn id="22" dur="200" accel="100000" fill="hold">
                                          <p:stCondLst>
                                            <p:cond delay="800"/>
                                          </p:stCondLst>
                                        </p:cTn>
                                        <p:tgtEl>
                                          <p:spTgt spid="38"/>
                                        </p:tgtEl>
                                        <p:attrNameLst>
                                          <p:attrName>ppt_y</p:attrName>
                                        </p:attrNameLst>
                                      </p:cBhvr>
                                      <p:tavLst>
                                        <p:tav tm="0">
                                          <p:val>
                                            <p:strVal val="#ppt_y+0.1"/>
                                          </p:val>
                                        </p:tav>
                                        <p:tav tm="100000">
                                          <p:val>
                                            <p:strVal val="#ppt_y"/>
                                          </p:val>
                                        </p:tav>
                                      </p:tavLst>
                                    </p:anim>
                                  </p:childTnLst>
                                </p:cTn>
                              </p:par>
                            </p:childTnLst>
                          </p:cTn>
                        </p:par>
                      </p:childTnLst>
                    </p:cTn>
                  </p:par>
                  <p:par>
                    <p:cTn id="23" fill="hold">
                      <p:stCondLst>
                        <p:cond delay="indefinite"/>
                      </p:stCondLst>
                      <p:childTnLst>
                        <p:par>
                          <p:cTn id="24" fill="hold">
                            <p:stCondLst>
                              <p:cond delay="0"/>
                            </p:stCondLst>
                            <p:childTnLst>
                              <p:par>
                                <p:cTn id="25" presetID="53" presetClass="entr" presetSubtype="16" fill="hold" nodeType="clickEffect">
                                  <p:stCondLst>
                                    <p:cond delay="0"/>
                                  </p:stCondLst>
                                  <p:childTnLst>
                                    <p:set>
                                      <p:cBhvr>
                                        <p:cTn id="26" dur="1" fill="hold">
                                          <p:stCondLst>
                                            <p:cond delay="0"/>
                                          </p:stCondLst>
                                        </p:cTn>
                                        <p:tgtEl>
                                          <p:spTgt spid="39">
                                            <p:txEl>
                                              <p:pRg st="0" end="0"/>
                                            </p:txEl>
                                          </p:spTgt>
                                        </p:tgtEl>
                                        <p:attrNameLst>
                                          <p:attrName>style.visibility</p:attrName>
                                        </p:attrNameLst>
                                      </p:cBhvr>
                                      <p:to>
                                        <p:strVal val="visible"/>
                                      </p:to>
                                    </p:set>
                                    <p:anim calcmode="lin" valueType="num">
                                      <p:cBhvr>
                                        <p:cTn id="27" dur="500" fill="hold"/>
                                        <p:tgtEl>
                                          <p:spTgt spid="39">
                                            <p:txEl>
                                              <p:pRg st="0" end="0"/>
                                            </p:txEl>
                                          </p:spTgt>
                                        </p:tgtEl>
                                        <p:attrNameLst>
                                          <p:attrName>ppt_w</p:attrName>
                                        </p:attrNameLst>
                                      </p:cBhvr>
                                      <p:tavLst>
                                        <p:tav tm="0">
                                          <p:val>
                                            <p:fltVal val="0"/>
                                          </p:val>
                                        </p:tav>
                                        <p:tav tm="100000">
                                          <p:val>
                                            <p:strVal val="#ppt_w"/>
                                          </p:val>
                                        </p:tav>
                                      </p:tavLst>
                                    </p:anim>
                                    <p:anim calcmode="lin" valueType="num">
                                      <p:cBhvr>
                                        <p:cTn id="28" dur="500" fill="hold"/>
                                        <p:tgtEl>
                                          <p:spTgt spid="39">
                                            <p:txEl>
                                              <p:pRg st="0" end="0"/>
                                            </p:txEl>
                                          </p:spTgt>
                                        </p:tgtEl>
                                        <p:attrNameLst>
                                          <p:attrName>ppt_h</p:attrName>
                                        </p:attrNameLst>
                                      </p:cBhvr>
                                      <p:tavLst>
                                        <p:tav tm="0">
                                          <p:val>
                                            <p:fltVal val="0"/>
                                          </p:val>
                                        </p:tav>
                                        <p:tav tm="100000">
                                          <p:val>
                                            <p:strVal val="#ppt_h"/>
                                          </p:val>
                                        </p:tav>
                                      </p:tavLst>
                                    </p:anim>
                                    <p:animEffect transition="in" filter="fade">
                                      <p:cBhvr>
                                        <p:cTn id="29" dur="500"/>
                                        <p:tgtEl>
                                          <p:spTgt spid="39">
                                            <p:txEl>
                                              <p:pRg st="0" end="0"/>
                                            </p:txEl>
                                          </p:spTgt>
                                        </p:tgtEl>
                                      </p:cBhvr>
                                    </p:animEffect>
                                  </p:childTnLst>
                                </p:cTn>
                              </p:par>
                            </p:childTnLst>
                          </p:cTn>
                        </p:par>
                      </p:childTnLst>
                    </p:cTn>
                  </p:par>
                  <p:par>
                    <p:cTn id="30" fill="hold">
                      <p:stCondLst>
                        <p:cond delay="indefinite"/>
                      </p:stCondLst>
                      <p:childTnLst>
                        <p:par>
                          <p:cTn id="31" fill="hold">
                            <p:stCondLst>
                              <p:cond delay="0"/>
                            </p:stCondLst>
                            <p:childTnLst>
                              <p:par>
                                <p:cTn id="32" presetID="22" presetClass="entr" presetSubtype="8" fill="hold" nodeType="clickEffect">
                                  <p:stCondLst>
                                    <p:cond delay="0"/>
                                  </p:stCondLst>
                                  <p:childTnLst>
                                    <p:set>
                                      <p:cBhvr>
                                        <p:cTn id="33" dur="1" fill="hold">
                                          <p:stCondLst>
                                            <p:cond delay="0"/>
                                          </p:stCondLst>
                                        </p:cTn>
                                        <p:tgtEl>
                                          <p:spTgt spid="237"/>
                                        </p:tgtEl>
                                        <p:attrNameLst>
                                          <p:attrName>style.visibility</p:attrName>
                                        </p:attrNameLst>
                                      </p:cBhvr>
                                      <p:to>
                                        <p:strVal val="visible"/>
                                      </p:to>
                                    </p:set>
                                    <p:animEffect transition="in" filter="wipe(left)">
                                      <p:cBhvr>
                                        <p:cTn id="34" dur="1000"/>
                                        <p:tgtEl>
                                          <p:spTgt spid="237"/>
                                        </p:tgtEl>
                                      </p:cBhvr>
                                    </p:animEffect>
                                  </p:childTnLst>
                                </p:cTn>
                              </p:par>
                            </p:childTnLst>
                          </p:cTn>
                        </p:par>
                        <p:par>
                          <p:cTn id="35" fill="hold">
                            <p:stCondLst>
                              <p:cond delay="1000"/>
                            </p:stCondLst>
                            <p:childTnLst>
                              <p:par>
                                <p:cTn id="36" presetID="22" presetClass="entr" presetSubtype="8" fill="hold" nodeType="afterEffect">
                                  <p:stCondLst>
                                    <p:cond delay="0"/>
                                  </p:stCondLst>
                                  <p:childTnLst>
                                    <p:set>
                                      <p:cBhvr>
                                        <p:cTn id="37" dur="1" fill="hold">
                                          <p:stCondLst>
                                            <p:cond delay="0"/>
                                          </p:stCondLst>
                                        </p:cTn>
                                        <p:tgtEl>
                                          <p:spTgt spid="238"/>
                                        </p:tgtEl>
                                        <p:attrNameLst>
                                          <p:attrName>style.visibility</p:attrName>
                                        </p:attrNameLst>
                                      </p:cBhvr>
                                      <p:to>
                                        <p:strVal val="visible"/>
                                      </p:to>
                                    </p:set>
                                    <p:animEffect transition="in" filter="wipe(left)">
                                      <p:cBhvr>
                                        <p:cTn id="38" dur="2000"/>
                                        <p:tgtEl>
                                          <p:spTgt spid="238"/>
                                        </p:tgtEl>
                                      </p:cBhvr>
                                    </p:animEffect>
                                  </p:childTnLst>
                                </p:cTn>
                              </p:par>
                            </p:childTnLst>
                          </p:cTn>
                        </p:par>
                      </p:childTnLst>
                    </p:cTn>
                  </p:par>
                  <p:par>
                    <p:cTn id="39" fill="hold">
                      <p:stCondLst>
                        <p:cond delay="indefinite"/>
                      </p:stCondLst>
                      <p:childTnLst>
                        <p:par>
                          <p:cTn id="40" fill="hold">
                            <p:stCondLst>
                              <p:cond delay="0"/>
                            </p:stCondLst>
                            <p:childTnLst>
                              <p:par>
                                <p:cTn id="41" presetID="12" presetClass="entr" presetSubtype="4" fill="hold" nodeType="clickEffect">
                                  <p:stCondLst>
                                    <p:cond delay="0"/>
                                  </p:stCondLst>
                                  <p:childTnLst>
                                    <p:set>
                                      <p:cBhvr>
                                        <p:cTn id="42" dur="1" fill="hold">
                                          <p:stCondLst>
                                            <p:cond delay="0"/>
                                          </p:stCondLst>
                                        </p:cTn>
                                        <p:tgtEl>
                                          <p:spTgt spid="29"/>
                                        </p:tgtEl>
                                        <p:attrNameLst>
                                          <p:attrName>style.visibility</p:attrName>
                                        </p:attrNameLst>
                                      </p:cBhvr>
                                      <p:to>
                                        <p:strVal val="visible"/>
                                      </p:to>
                                    </p:set>
                                    <p:anim calcmode="lin" valueType="num">
                                      <p:cBhvr additive="base">
                                        <p:cTn id="43" dur="500"/>
                                        <p:tgtEl>
                                          <p:spTgt spid="29"/>
                                        </p:tgtEl>
                                        <p:attrNameLst>
                                          <p:attrName>ppt_y</p:attrName>
                                        </p:attrNameLst>
                                      </p:cBhvr>
                                      <p:tavLst>
                                        <p:tav tm="0">
                                          <p:val>
                                            <p:strVal val="#ppt_y+#ppt_h*1.125000"/>
                                          </p:val>
                                        </p:tav>
                                        <p:tav tm="100000">
                                          <p:val>
                                            <p:strVal val="#ppt_y"/>
                                          </p:val>
                                        </p:tav>
                                      </p:tavLst>
                                    </p:anim>
                                    <p:animEffect transition="in" filter="wipe(up)">
                                      <p:cBhvr>
                                        <p:cTn id="44" dur="500"/>
                                        <p:tgtEl>
                                          <p:spTgt spid="29"/>
                                        </p:tgtEl>
                                      </p:cBhvr>
                                    </p:animEffect>
                                  </p:childTnLst>
                                </p:cTn>
                              </p:par>
                            </p:childTnLst>
                          </p:cTn>
                        </p:par>
                      </p:childTnLst>
                    </p:cTn>
                  </p:par>
                  <p:par>
                    <p:cTn id="45" fill="hold">
                      <p:stCondLst>
                        <p:cond delay="indefinite"/>
                      </p:stCondLst>
                      <p:childTnLst>
                        <p:par>
                          <p:cTn id="46" fill="hold">
                            <p:stCondLst>
                              <p:cond delay="0"/>
                            </p:stCondLst>
                            <p:childTnLst>
                              <p:par>
                                <p:cTn id="47" presetID="22" presetClass="entr" presetSubtype="1" fill="hold" nodeType="clickEffect">
                                  <p:stCondLst>
                                    <p:cond delay="0"/>
                                  </p:stCondLst>
                                  <p:childTnLst>
                                    <p:set>
                                      <p:cBhvr>
                                        <p:cTn id="48" dur="1" fill="hold">
                                          <p:stCondLst>
                                            <p:cond delay="0"/>
                                          </p:stCondLst>
                                        </p:cTn>
                                        <p:tgtEl>
                                          <p:spTgt spid="21"/>
                                        </p:tgtEl>
                                        <p:attrNameLst>
                                          <p:attrName>style.visibility</p:attrName>
                                        </p:attrNameLst>
                                      </p:cBhvr>
                                      <p:to>
                                        <p:strVal val="visible"/>
                                      </p:to>
                                    </p:set>
                                    <p:animEffect transition="in" filter="wipe(up)">
                                      <p:cBhvr>
                                        <p:cTn id="49" dur="500"/>
                                        <p:tgtEl>
                                          <p:spTgt spid="21"/>
                                        </p:tgtEl>
                                      </p:cBhvr>
                                    </p:animEffect>
                                  </p:childTnLst>
                                </p:cTn>
                              </p:par>
                            </p:childTnLst>
                          </p:cTn>
                        </p:par>
                        <p:par>
                          <p:cTn id="50" fill="hold">
                            <p:stCondLst>
                              <p:cond delay="500"/>
                            </p:stCondLst>
                            <p:childTnLst>
                              <p:par>
                                <p:cTn id="51" presetID="12" presetClass="entr" presetSubtype="4" fill="hold" nodeType="afterEffect">
                                  <p:stCondLst>
                                    <p:cond delay="0"/>
                                  </p:stCondLst>
                                  <p:childTnLst>
                                    <p:set>
                                      <p:cBhvr>
                                        <p:cTn id="52" dur="1" fill="hold">
                                          <p:stCondLst>
                                            <p:cond delay="0"/>
                                          </p:stCondLst>
                                        </p:cTn>
                                        <p:tgtEl>
                                          <p:spTgt spid="30"/>
                                        </p:tgtEl>
                                        <p:attrNameLst>
                                          <p:attrName>style.visibility</p:attrName>
                                        </p:attrNameLst>
                                      </p:cBhvr>
                                      <p:to>
                                        <p:strVal val="visible"/>
                                      </p:to>
                                    </p:set>
                                    <p:anim calcmode="lin" valueType="num">
                                      <p:cBhvr additive="base">
                                        <p:cTn id="53" dur="500"/>
                                        <p:tgtEl>
                                          <p:spTgt spid="30"/>
                                        </p:tgtEl>
                                        <p:attrNameLst>
                                          <p:attrName>ppt_y</p:attrName>
                                        </p:attrNameLst>
                                      </p:cBhvr>
                                      <p:tavLst>
                                        <p:tav tm="0">
                                          <p:val>
                                            <p:strVal val="#ppt_y+#ppt_h*1.125000"/>
                                          </p:val>
                                        </p:tav>
                                        <p:tav tm="100000">
                                          <p:val>
                                            <p:strVal val="#ppt_y"/>
                                          </p:val>
                                        </p:tav>
                                      </p:tavLst>
                                    </p:anim>
                                    <p:animEffect transition="in" filter="wipe(up)">
                                      <p:cBhvr>
                                        <p:cTn id="54" dur="500"/>
                                        <p:tgtEl>
                                          <p:spTgt spid="30"/>
                                        </p:tgtEl>
                                      </p:cBhvr>
                                    </p:animEffect>
                                  </p:childTnLst>
                                </p:cTn>
                              </p:par>
                            </p:childTnLst>
                          </p:cTn>
                        </p:par>
                      </p:childTnLst>
                    </p:cTn>
                  </p:par>
                  <p:par>
                    <p:cTn id="55" fill="hold">
                      <p:stCondLst>
                        <p:cond delay="indefinite"/>
                      </p:stCondLst>
                      <p:childTnLst>
                        <p:par>
                          <p:cTn id="56" fill="hold">
                            <p:stCondLst>
                              <p:cond delay="0"/>
                            </p:stCondLst>
                            <p:childTnLst>
                              <p:par>
                                <p:cTn id="57" presetID="12" presetClass="entr" presetSubtype="4" fill="hold" nodeType="clickEffect">
                                  <p:stCondLst>
                                    <p:cond delay="0"/>
                                  </p:stCondLst>
                                  <p:childTnLst>
                                    <p:set>
                                      <p:cBhvr>
                                        <p:cTn id="58" dur="1" fill="hold">
                                          <p:stCondLst>
                                            <p:cond delay="0"/>
                                          </p:stCondLst>
                                        </p:cTn>
                                        <p:tgtEl>
                                          <p:spTgt spid="31"/>
                                        </p:tgtEl>
                                        <p:attrNameLst>
                                          <p:attrName>style.visibility</p:attrName>
                                        </p:attrNameLst>
                                      </p:cBhvr>
                                      <p:to>
                                        <p:strVal val="visible"/>
                                      </p:to>
                                    </p:set>
                                    <p:anim calcmode="lin" valueType="num">
                                      <p:cBhvr additive="base">
                                        <p:cTn id="59" dur="500"/>
                                        <p:tgtEl>
                                          <p:spTgt spid="31"/>
                                        </p:tgtEl>
                                        <p:attrNameLst>
                                          <p:attrName>ppt_y</p:attrName>
                                        </p:attrNameLst>
                                      </p:cBhvr>
                                      <p:tavLst>
                                        <p:tav tm="0">
                                          <p:val>
                                            <p:strVal val="#ppt_y+#ppt_h*1.125000"/>
                                          </p:val>
                                        </p:tav>
                                        <p:tav tm="100000">
                                          <p:val>
                                            <p:strVal val="#ppt_y"/>
                                          </p:val>
                                        </p:tav>
                                      </p:tavLst>
                                    </p:anim>
                                    <p:animEffect transition="in" filter="wipe(up)">
                                      <p:cBhvr>
                                        <p:cTn id="60" dur="500"/>
                                        <p:tgtEl>
                                          <p:spTgt spid="31"/>
                                        </p:tgtEl>
                                      </p:cBhvr>
                                    </p:animEffect>
                                  </p:childTnLst>
                                </p:cTn>
                              </p:par>
                            </p:childTnLst>
                          </p:cTn>
                        </p:par>
                      </p:childTnLst>
                    </p:cTn>
                  </p:par>
                  <p:par>
                    <p:cTn id="61" fill="hold">
                      <p:stCondLst>
                        <p:cond delay="indefinite"/>
                      </p:stCondLst>
                      <p:childTnLst>
                        <p:par>
                          <p:cTn id="62" fill="hold">
                            <p:stCondLst>
                              <p:cond delay="0"/>
                            </p:stCondLst>
                            <p:childTnLst>
                              <p:par>
                                <p:cTn id="63" presetID="12" presetClass="entr" presetSubtype="4" fill="hold" nodeType="clickEffect">
                                  <p:stCondLst>
                                    <p:cond delay="0"/>
                                  </p:stCondLst>
                                  <p:childTnLst>
                                    <p:set>
                                      <p:cBhvr>
                                        <p:cTn id="64" dur="1" fill="hold">
                                          <p:stCondLst>
                                            <p:cond delay="0"/>
                                          </p:stCondLst>
                                        </p:cTn>
                                        <p:tgtEl>
                                          <p:spTgt spid="224"/>
                                        </p:tgtEl>
                                        <p:attrNameLst>
                                          <p:attrName>style.visibility</p:attrName>
                                        </p:attrNameLst>
                                      </p:cBhvr>
                                      <p:to>
                                        <p:strVal val="visible"/>
                                      </p:to>
                                    </p:set>
                                    <p:anim calcmode="lin" valueType="num">
                                      <p:cBhvr additive="base">
                                        <p:cTn id="65" dur="500"/>
                                        <p:tgtEl>
                                          <p:spTgt spid="224"/>
                                        </p:tgtEl>
                                        <p:attrNameLst>
                                          <p:attrName>ppt_y</p:attrName>
                                        </p:attrNameLst>
                                      </p:cBhvr>
                                      <p:tavLst>
                                        <p:tav tm="0">
                                          <p:val>
                                            <p:strVal val="#ppt_y+#ppt_h*1.125000"/>
                                          </p:val>
                                        </p:tav>
                                        <p:tav tm="100000">
                                          <p:val>
                                            <p:strVal val="#ppt_y"/>
                                          </p:val>
                                        </p:tav>
                                      </p:tavLst>
                                    </p:anim>
                                    <p:animEffect transition="in" filter="wipe(up)">
                                      <p:cBhvr>
                                        <p:cTn id="66" dur="500"/>
                                        <p:tgtEl>
                                          <p:spTgt spid="224"/>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8" grpId="0"/>
    </p:bldLst>
  </p:timing>
</p:sld>
</file>

<file path=ppt/slides/slide13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1" name="矩形 60">
            <a:extLst>
              <a:ext uri="{FF2B5EF4-FFF2-40B4-BE49-F238E27FC236}">
                <a16:creationId xmlns:a16="http://schemas.microsoft.com/office/drawing/2014/main" id="{8D69AF3D-B0A2-4C31-BBC1-46ED57DF0927}"/>
              </a:ext>
            </a:extLst>
          </p:cNvPr>
          <p:cNvSpPr/>
          <p:nvPr/>
        </p:nvSpPr>
        <p:spPr>
          <a:xfrm>
            <a:off x="4532086" y="2231373"/>
            <a:ext cx="1157225" cy="594264"/>
          </a:xfrm>
          <a:prstGeom prst="rect">
            <a:avLst/>
          </a:prstGeom>
          <a:solidFill>
            <a:schemeClr val="accent6"/>
          </a:solidFill>
          <a:ln>
            <a:solidFill>
              <a:schemeClr val="accent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8" name="矩形 7">
            <a:extLst>
              <a:ext uri="{FF2B5EF4-FFF2-40B4-BE49-F238E27FC236}">
                <a16:creationId xmlns:a16="http://schemas.microsoft.com/office/drawing/2014/main" id="{BC4980E7-103C-4666-B300-FC9CD7D20D67}"/>
              </a:ext>
            </a:extLst>
          </p:cNvPr>
          <p:cNvSpPr/>
          <p:nvPr/>
        </p:nvSpPr>
        <p:spPr>
          <a:xfrm>
            <a:off x="2749777" y="1479119"/>
            <a:ext cx="2447173" cy="309182"/>
          </a:xfrm>
          <a:prstGeom prst="rect">
            <a:avLst/>
          </a:prstGeom>
          <a:solidFill>
            <a:schemeClr val="accent6"/>
          </a:solidFill>
          <a:ln>
            <a:solidFill>
              <a:schemeClr val="accent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grpSp>
        <p:nvGrpSpPr>
          <p:cNvPr id="4" name="组合 3">
            <a:extLst>
              <a:ext uri="{FF2B5EF4-FFF2-40B4-BE49-F238E27FC236}">
                <a16:creationId xmlns:a16="http://schemas.microsoft.com/office/drawing/2014/main" id="{9A1EA9F2-FCB6-48C3-935F-7AE7E3AD14AC}"/>
              </a:ext>
            </a:extLst>
          </p:cNvPr>
          <p:cNvGrpSpPr/>
          <p:nvPr/>
        </p:nvGrpSpPr>
        <p:grpSpPr>
          <a:xfrm>
            <a:off x="304800" y="749300"/>
            <a:ext cx="6192343" cy="400110"/>
            <a:chOff x="424117" y="898245"/>
            <a:chExt cx="6192343" cy="400110"/>
          </a:xfrm>
        </p:grpSpPr>
        <p:sp>
          <p:nvSpPr>
            <p:cNvPr id="2" name="平行四边形 1">
              <a:extLst>
                <a:ext uri="{FF2B5EF4-FFF2-40B4-BE49-F238E27FC236}">
                  <a16:creationId xmlns:a16="http://schemas.microsoft.com/office/drawing/2014/main" id="{1F5BAA3F-9845-4F89-A2DD-8222D3E4EDAC}"/>
                </a:ext>
              </a:extLst>
            </p:cNvPr>
            <p:cNvSpPr/>
            <p:nvPr/>
          </p:nvSpPr>
          <p:spPr>
            <a:xfrm>
              <a:off x="424117" y="898245"/>
              <a:ext cx="728012" cy="387090"/>
            </a:xfrm>
            <a:prstGeom prst="parallelogram">
              <a:avLst/>
            </a:prstGeom>
            <a:solidFill>
              <a:schemeClr val="accent3">
                <a:lumMod val="75000"/>
              </a:schemeClr>
            </a:solidFill>
            <a:ln>
              <a:solidFill>
                <a:schemeClr val="accent3">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CN" sz="2200" dirty="0">
                  <a:latin typeface="Impact" panose="020B0806030902050204" pitchFamily="34" charset="0"/>
                </a:rPr>
                <a:t>03</a:t>
              </a:r>
              <a:endParaRPr lang="zh-CN" altLang="en-US" sz="2200" dirty="0">
                <a:latin typeface="Impact" panose="020B0806030902050204" pitchFamily="34" charset="0"/>
              </a:endParaRPr>
            </a:p>
          </p:txBody>
        </p:sp>
        <p:sp>
          <p:nvSpPr>
            <p:cNvPr id="3" name="文本框 2">
              <a:extLst>
                <a:ext uri="{FF2B5EF4-FFF2-40B4-BE49-F238E27FC236}">
                  <a16:creationId xmlns:a16="http://schemas.microsoft.com/office/drawing/2014/main" id="{4D6BD736-A4D3-4F26-AFED-36E11F50F70B}"/>
                </a:ext>
              </a:extLst>
            </p:cNvPr>
            <p:cNvSpPr txBox="1"/>
            <p:nvPr/>
          </p:nvSpPr>
          <p:spPr>
            <a:xfrm>
              <a:off x="1263961" y="898245"/>
              <a:ext cx="5352499" cy="400110"/>
            </a:xfrm>
            <a:prstGeom prst="rect">
              <a:avLst/>
            </a:prstGeom>
            <a:noFill/>
          </p:spPr>
          <p:txBody>
            <a:bodyPr wrap="square" rtlCol="0">
              <a:spAutoFit/>
            </a:bodyPr>
            <a:lstStyle/>
            <a:p>
              <a:r>
                <a:rPr lang="zh-CN" altLang="en-US" sz="2000" b="1" dirty="0"/>
                <a:t>停止</a:t>
              </a:r>
              <a:r>
                <a:rPr lang="en-US" altLang="zh-CN" sz="2000" b="1" dirty="0"/>
                <a:t>-</a:t>
              </a:r>
              <a:r>
                <a:rPr lang="zh-CN" altLang="en-US" sz="2000" b="1" dirty="0"/>
                <a:t>等待协议的信道利用率</a:t>
              </a:r>
            </a:p>
          </p:txBody>
        </p:sp>
      </p:grpSp>
      <p:grpSp>
        <p:nvGrpSpPr>
          <p:cNvPr id="6" name="组合 5">
            <a:extLst>
              <a:ext uri="{FF2B5EF4-FFF2-40B4-BE49-F238E27FC236}">
                <a16:creationId xmlns:a16="http://schemas.microsoft.com/office/drawing/2014/main" id="{64EC02B9-634F-4010-B87F-FFEC9C593869}"/>
              </a:ext>
            </a:extLst>
          </p:cNvPr>
          <p:cNvGrpSpPr/>
          <p:nvPr/>
        </p:nvGrpSpPr>
        <p:grpSpPr>
          <a:xfrm>
            <a:off x="1032812" y="1149410"/>
            <a:ext cx="10597831" cy="1046441"/>
            <a:chOff x="1032812" y="1149410"/>
            <a:chExt cx="10597831" cy="1046441"/>
          </a:xfrm>
        </p:grpSpPr>
        <p:sp>
          <p:nvSpPr>
            <p:cNvPr id="5" name="文本框 4">
              <a:extLst>
                <a:ext uri="{FF2B5EF4-FFF2-40B4-BE49-F238E27FC236}">
                  <a16:creationId xmlns:a16="http://schemas.microsoft.com/office/drawing/2014/main" id="{C721C68F-62B5-4811-BFD4-21614CF7C1A1}"/>
                </a:ext>
              </a:extLst>
            </p:cNvPr>
            <p:cNvSpPr txBox="1"/>
            <p:nvPr/>
          </p:nvSpPr>
          <p:spPr>
            <a:xfrm>
              <a:off x="1032812" y="1149410"/>
              <a:ext cx="10597831" cy="646331"/>
            </a:xfrm>
            <a:prstGeom prst="rect">
              <a:avLst/>
            </a:prstGeom>
            <a:noFill/>
          </p:spPr>
          <p:txBody>
            <a:bodyPr wrap="square" rtlCol="0">
              <a:spAutoFit/>
            </a:bodyPr>
            <a:lstStyle/>
            <a:p>
              <a:r>
                <a:rPr lang="en-US" altLang="zh-CN" b="1" dirty="0"/>
                <a:t>【2018</a:t>
              </a:r>
              <a:r>
                <a:rPr lang="zh-CN" altLang="en-US" b="1" dirty="0"/>
                <a:t>年 题</a:t>
              </a:r>
              <a:r>
                <a:rPr lang="en-US" altLang="zh-CN" b="1" dirty="0"/>
                <a:t>36】</a:t>
              </a:r>
              <a:r>
                <a:rPr lang="zh-CN" altLang="en-US" b="1" dirty="0"/>
                <a:t>主机甲采用停</a:t>
              </a:r>
              <a:r>
                <a:rPr lang="en-US" altLang="zh-CN" b="1" dirty="0"/>
                <a:t>-</a:t>
              </a:r>
              <a:r>
                <a:rPr lang="zh-CN" altLang="en-US" b="1" dirty="0"/>
                <a:t>等协议向主机乙发送数据，数据传输速率是</a:t>
              </a:r>
              <a:r>
                <a:rPr lang="en-US" altLang="zh-CN" b="1" dirty="0"/>
                <a:t>3kbps</a:t>
              </a:r>
              <a:r>
                <a:rPr lang="zh-CN" altLang="en-US" b="1" dirty="0"/>
                <a:t>，单向传播延时是</a:t>
              </a:r>
              <a:r>
                <a:rPr lang="en-US" altLang="zh-CN" b="1" dirty="0"/>
                <a:t>200ms</a:t>
              </a:r>
              <a:r>
                <a:rPr lang="zh-CN" altLang="en-US" b="1" dirty="0"/>
                <a:t>，</a:t>
              </a:r>
              <a:endParaRPr lang="en-US" altLang="zh-CN" b="1" dirty="0"/>
            </a:p>
            <a:p>
              <a:r>
                <a:rPr lang="en-US" altLang="zh-CN" b="1" dirty="0"/>
                <a:t>                               </a:t>
              </a:r>
              <a:r>
                <a:rPr lang="zh-CN" altLang="en-US" b="1" dirty="0"/>
                <a:t>忽略确认帧的传输延时。当信道利用率等于</a:t>
              </a:r>
              <a:r>
                <a:rPr lang="en-US" altLang="zh-CN" b="1" dirty="0"/>
                <a:t>40%</a:t>
              </a:r>
              <a:r>
                <a:rPr lang="zh-CN" altLang="en-US" b="1" dirty="0"/>
                <a:t>时，数据帧的长度为（      ）。</a:t>
              </a:r>
            </a:p>
          </p:txBody>
        </p:sp>
        <p:sp>
          <p:nvSpPr>
            <p:cNvPr id="34" name="文本框 33">
              <a:extLst>
                <a:ext uri="{FF2B5EF4-FFF2-40B4-BE49-F238E27FC236}">
                  <a16:creationId xmlns:a16="http://schemas.microsoft.com/office/drawing/2014/main" id="{92DFC13F-7CDB-43CB-92AE-7AA67C087F5D}"/>
                </a:ext>
              </a:extLst>
            </p:cNvPr>
            <p:cNvSpPr txBox="1"/>
            <p:nvPr/>
          </p:nvSpPr>
          <p:spPr>
            <a:xfrm>
              <a:off x="1697232" y="1826519"/>
              <a:ext cx="1256477" cy="369332"/>
            </a:xfrm>
            <a:prstGeom prst="rect">
              <a:avLst/>
            </a:prstGeom>
            <a:noFill/>
          </p:spPr>
          <p:txBody>
            <a:bodyPr wrap="square" rtlCol="0">
              <a:spAutoFit/>
            </a:bodyPr>
            <a:lstStyle/>
            <a:p>
              <a:r>
                <a:rPr lang="en-US" altLang="zh-CN" b="1" dirty="0"/>
                <a:t>A. 240</a:t>
              </a:r>
              <a:r>
                <a:rPr lang="zh-CN" altLang="en-US" b="1" dirty="0"/>
                <a:t>比特</a:t>
              </a:r>
            </a:p>
          </p:txBody>
        </p:sp>
        <p:sp>
          <p:nvSpPr>
            <p:cNvPr id="35" name="文本框 34">
              <a:extLst>
                <a:ext uri="{FF2B5EF4-FFF2-40B4-BE49-F238E27FC236}">
                  <a16:creationId xmlns:a16="http://schemas.microsoft.com/office/drawing/2014/main" id="{06F57289-EE70-47CF-BA42-96E3771CC0B2}"/>
                </a:ext>
              </a:extLst>
            </p:cNvPr>
            <p:cNvSpPr txBox="1"/>
            <p:nvPr/>
          </p:nvSpPr>
          <p:spPr>
            <a:xfrm>
              <a:off x="3754450" y="1826519"/>
              <a:ext cx="1256477" cy="369332"/>
            </a:xfrm>
            <a:prstGeom prst="rect">
              <a:avLst/>
            </a:prstGeom>
            <a:noFill/>
          </p:spPr>
          <p:txBody>
            <a:bodyPr wrap="square" rtlCol="0">
              <a:spAutoFit/>
            </a:bodyPr>
            <a:lstStyle/>
            <a:p>
              <a:r>
                <a:rPr lang="en-US" altLang="zh-CN" b="1" dirty="0"/>
                <a:t>B. 400</a:t>
              </a:r>
              <a:r>
                <a:rPr lang="zh-CN" altLang="en-US" b="1" dirty="0"/>
                <a:t>比特</a:t>
              </a:r>
            </a:p>
          </p:txBody>
        </p:sp>
        <p:sp>
          <p:nvSpPr>
            <p:cNvPr id="36" name="文本框 35">
              <a:extLst>
                <a:ext uri="{FF2B5EF4-FFF2-40B4-BE49-F238E27FC236}">
                  <a16:creationId xmlns:a16="http://schemas.microsoft.com/office/drawing/2014/main" id="{81F8F38C-1B06-474D-96DA-6C84ACF140B7}"/>
                </a:ext>
              </a:extLst>
            </p:cNvPr>
            <p:cNvSpPr txBox="1"/>
            <p:nvPr/>
          </p:nvSpPr>
          <p:spPr>
            <a:xfrm>
              <a:off x="5811668" y="1826519"/>
              <a:ext cx="1256477" cy="369332"/>
            </a:xfrm>
            <a:prstGeom prst="rect">
              <a:avLst/>
            </a:prstGeom>
            <a:noFill/>
          </p:spPr>
          <p:txBody>
            <a:bodyPr wrap="square" rtlCol="0">
              <a:spAutoFit/>
            </a:bodyPr>
            <a:lstStyle/>
            <a:p>
              <a:r>
                <a:rPr lang="en-US" altLang="zh-CN" b="1" dirty="0"/>
                <a:t>C. 480</a:t>
              </a:r>
              <a:r>
                <a:rPr lang="zh-CN" altLang="en-US" b="1" dirty="0"/>
                <a:t>比特</a:t>
              </a:r>
            </a:p>
          </p:txBody>
        </p:sp>
        <p:sp>
          <p:nvSpPr>
            <p:cNvPr id="37" name="文本框 36">
              <a:extLst>
                <a:ext uri="{FF2B5EF4-FFF2-40B4-BE49-F238E27FC236}">
                  <a16:creationId xmlns:a16="http://schemas.microsoft.com/office/drawing/2014/main" id="{7330AB80-CC97-43B8-BFFE-943D28D20378}"/>
                </a:ext>
              </a:extLst>
            </p:cNvPr>
            <p:cNvSpPr txBox="1"/>
            <p:nvPr/>
          </p:nvSpPr>
          <p:spPr>
            <a:xfrm>
              <a:off x="7868885" y="1826519"/>
              <a:ext cx="1256477" cy="369332"/>
            </a:xfrm>
            <a:prstGeom prst="rect">
              <a:avLst/>
            </a:prstGeom>
            <a:noFill/>
          </p:spPr>
          <p:txBody>
            <a:bodyPr wrap="square" rtlCol="0">
              <a:spAutoFit/>
            </a:bodyPr>
            <a:lstStyle/>
            <a:p>
              <a:r>
                <a:rPr lang="en-US" altLang="zh-CN" b="1" dirty="0"/>
                <a:t>D. 800</a:t>
              </a:r>
              <a:r>
                <a:rPr lang="zh-CN" altLang="en-US" b="1" dirty="0"/>
                <a:t>比特</a:t>
              </a:r>
            </a:p>
          </p:txBody>
        </p:sp>
      </p:grpSp>
      <p:sp>
        <p:nvSpPr>
          <p:cNvPr id="38" name="文本框 37">
            <a:extLst>
              <a:ext uri="{FF2B5EF4-FFF2-40B4-BE49-F238E27FC236}">
                <a16:creationId xmlns:a16="http://schemas.microsoft.com/office/drawing/2014/main" id="{0AC59D3C-7964-428E-9FAA-C66C57F3F4EF}"/>
              </a:ext>
            </a:extLst>
          </p:cNvPr>
          <p:cNvSpPr txBox="1"/>
          <p:nvPr/>
        </p:nvSpPr>
        <p:spPr>
          <a:xfrm>
            <a:off x="9692568" y="1367126"/>
            <a:ext cx="467068" cy="523220"/>
          </a:xfrm>
          <a:prstGeom prst="rect">
            <a:avLst/>
          </a:prstGeom>
          <a:noFill/>
        </p:spPr>
        <p:txBody>
          <a:bodyPr wrap="square" rtlCol="0">
            <a:spAutoFit/>
          </a:bodyPr>
          <a:lstStyle/>
          <a:p>
            <a:r>
              <a:rPr lang="en-US" altLang="zh-CN" sz="2800" b="1" dirty="0">
                <a:solidFill>
                  <a:schemeClr val="accent1">
                    <a:lumMod val="75000"/>
                  </a:schemeClr>
                </a:solidFill>
                <a:latin typeface="Arial Black" panose="020B0A04020102020204" pitchFamily="34" charset="0"/>
              </a:rPr>
              <a:t>D</a:t>
            </a:r>
            <a:endParaRPr lang="zh-CN" altLang="en-US" sz="2800" b="1" dirty="0">
              <a:solidFill>
                <a:schemeClr val="accent1">
                  <a:lumMod val="75000"/>
                </a:schemeClr>
              </a:solidFill>
              <a:latin typeface="Arial Black" panose="020B0A04020102020204" pitchFamily="34" charset="0"/>
            </a:endParaRPr>
          </a:p>
        </p:txBody>
      </p:sp>
      <p:sp>
        <p:nvSpPr>
          <p:cNvPr id="39" name="文本框 38">
            <a:extLst>
              <a:ext uri="{FF2B5EF4-FFF2-40B4-BE49-F238E27FC236}">
                <a16:creationId xmlns:a16="http://schemas.microsoft.com/office/drawing/2014/main" id="{61AA4DED-4C15-49ED-ACA4-BD0B52CD3995}"/>
              </a:ext>
            </a:extLst>
          </p:cNvPr>
          <p:cNvSpPr txBox="1"/>
          <p:nvPr/>
        </p:nvSpPr>
        <p:spPr>
          <a:xfrm>
            <a:off x="1144644" y="2226629"/>
            <a:ext cx="723627" cy="369332"/>
          </a:xfrm>
          <a:prstGeom prst="rect">
            <a:avLst/>
          </a:prstGeom>
          <a:noFill/>
        </p:spPr>
        <p:txBody>
          <a:bodyPr wrap="square" rtlCol="0">
            <a:spAutoFit/>
          </a:bodyPr>
          <a:lstStyle/>
          <a:p>
            <a:r>
              <a:rPr lang="zh-CN" altLang="en-US" b="1" dirty="0"/>
              <a:t>解析</a:t>
            </a:r>
          </a:p>
        </p:txBody>
      </p:sp>
      <p:cxnSp>
        <p:nvCxnSpPr>
          <p:cNvPr id="21" name="直接连接符 20">
            <a:extLst>
              <a:ext uri="{FF2B5EF4-FFF2-40B4-BE49-F238E27FC236}">
                <a16:creationId xmlns:a16="http://schemas.microsoft.com/office/drawing/2014/main" id="{33F47A67-ACBF-4D4A-8205-7E240FB9B671}"/>
              </a:ext>
            </a:extLst>
          </p:cNvPr>
          <p:cNvCxnSpPr>
            <a:cxnSpLocks/>
          </p:cNvCxnSpPr>
          <p:nvPr/>
        </p:nvCxnSpPr>
        <p:spPr>
          <a:xfrm>
            <a:off x="4918364" y="3036148"/>
            <a:ext cx="0" cy="1468329"/>
          </a:xfrm>
          <a:prstGeom prst="line">
            <a:avLst/>
          </a:prstGeom>
          <a:ln w="12700">
            <a:solidFill>
              <a:schemeClr val="tx1"/>
            </a:solidFill>
            <a:prstDash val="dash"/>
          </a:ln>
        </p:spPr>
        <p:style>
          <a:lnRef idx="1">
            <a:schemeClr val="accent1"/>
          </a:lnRef>
          <a:fillRef idx="0">
            <a:schemeClr val="accent1"/>
          </a:fillRef>
          <a:effectRef idx="0">
            <a:schemeClr val="accent1"/>
          </a:effectRef>
          <a:fontRef idx="minor">
            <a:schemeClr val="tx1"/>
          </a:fontRef>
        </p:style>
      </p:cxnSp>
      <p:grpSp>
        <p:nvGrpSpPr>
          <p:cNvPr id="29" name="组合 28">
            <a:extLst>
              <a:ext uri="{FF2B5EF4-FFF2-40B4-BE49-F238E27FC236}">
                <a16:creationId xmlns:a16="http://schemas.microsoft.com/office/drawing/2014/main" id="{A4A1E286-595C-435B-82F1-C90ECBCF093F}"/>
              </a:ext>
            </a:extLst>
          </p:cNvPr>
          <p:cNvGrpSpPr/>
          <p:nvPr/>
        </p:nvGrpSpPr>
        <p:grpSpPr>
          <a:xfrm>
            <a:off x="2325470" y="4485881"/>
            <a:ext cx="1537856" cy="885322"/>
            <a:chOff x="2325470" y="4485881"/>
            <a:chExt cx="1537856" cy="885322"/>
          </a:xfrm>
        </p:grpSpPr>
        <p:cxnSp>
          <p:nvCxnSpPr>
            <p:cNvPr id="24" name="直接连接符 23">
              <a:extLst>
                <a:ext uri="{FF2B5EF4-FFF2-40B4-BE49-F238E27FC236}">
                  <a16:creationId xmlns:a16="http://schemas.microsoft.com/office/drawing/2014/main" id="{CEA436F2-5524-41BE-B0DC-7F8F1461307E}"/>
                </a:ext>
              </a:extLst>
            </p:cNvPr>
            <p:cNvCxnSpPr>
              <a:cxnSpLocks/>
            </p:cNvCxnSpPr>
            <p:nvPr/>
          </p:nvCxnSpPr>
          <p:spPr>
            <a:xfrm>
              <a:off x="2325470" y="4485881"/>
              <a:ext cx="0" cy="885322"/>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sp>
          <p:nvSpPr>
            <p:cNvPr id="199" name="文本框 198">
              <a:extLst>
                <a:ext uri="{FF2B5EF4-FFF2-40B4-BE49-F238E27FC236}">
                  <a16:creationId xmlns:a16="http://schemas.microsoft.com/office/drawing/2014/main" id="{F69F86CE-A386-49A6-89A6-67A157764942}"/>
                </a:ext>
              </a:extLst>
            </p:cNvPr>
            <p:cNvSpPr txBox="1"/>
            <p:nvPr/>
          </p:nvSpPr>
          <p:spPr>
            <a:xfrm>
              <a:off x="2526511" y="4724872"/>
              <a:ext cx="1135773" cy="646331"/>
            </a:xfrm>
            <a:prstGeom prst="rect">
              <a:avLst/>
            </a:prstGeom>
            <a:noFill/>
          </p:spPr>
          <p:txBody>
            <a:bodyPr wrap="square" rtlCol="0">
              <a:spAutoFit/>
            </a:bodyPr>
            <a:lstStyle/>
            <a:p>
              <a:pPr algn="ctr"/>
              <a:r>
                <a:rPr lang="zh-CN" altLang="en-US" b="1" dirty="0"/>
                <a:t>数据帧</a:t>
              </a:r>
              <a:endParaRPr lang="en-US" altLang="zh-CN" b="1" dirty="0"/>
            </a:p>
            <a:p>
              <a:pPr algn="ctr"/>
              <a:r>
                <a:rPr lang="zh-CN" altLang="en-US" b="1" dirty="0"/>
                <a:t>发送时延</a:t>
              </a:r>
            </a:p>
          </p:txBody>
        </p:sp>
        <p:cxnSp>
          <p:nvCxnSpPr>
            <p:cNvPr id="26" name="直接箭头连接符 25">
              <a:extLst>
                <a:ext uri="{FF2B5EF4-FFF2-40B4-BE49-F238E27FC236}">
                  <a16:creationId xmlns:a16="http://schemas.microsoft.com/office/drawing/2014/main" id="{7F5B323D-46A3-4CBA-BA81-B12B0C65EF5F}"/>
                </a:ext>
              </a:extLst>
            </p:cNvPr>
            <p:cNvCxnSpPr/>
            <p:nvPr/>
          </p:nvCxnSpPr>
          <p:spPr>
            <a:xfrm>
              <a:off x="2325470" y="4679845"/>
              <a:ext cx="1537856" cy="0"/>
            </a:xfrm>
            <a:prstGeom prst="straightConnector1">
              <a:avLst/>
            </a:prstGeom>
            <a:ln w="12700">
              <a:solidFill>
                <a:schemeClr val="tx1"/>
              </a:solidFill>
              <a:headEnd type="triangle"/>
              <a:tailEnd type="triangle"/>
            </a:ln>
          </p:spPr>
          <p:style>
            <a:lnRef idx="1">
              <a:schemeClr val="accent1"/>
            </a:lnRef>
            <a:fillRef idx="0">
              <a:schemeClr val="accent1"/>
            </a:fillRef>
            <a:effectRef idx="0">
              <a:schemeClr val="accent1"/>
            </a:effectRef>
            <a:fontRef idx="minor">
              <a:schemeClr val="tx1"/>
            </a:fontRef>
          </p:style>
        </p:cxnSp>
        <p:cxnSp>
          <p:nvCxnSpPr>
            <p:cNvPr id="200" name="直接连接符 199">
              <a:extLst>
                <a:ext uri="{FF2B5EF4-FFF2-40B4-BE49-F238E27FC236}">
                  <a16:creationId xmlns:a16="http://schemas.microsoft.com/office/drawing/2014/main" id="{0E25F327-4B5E-46A7-904D-5A3C7D33175E}"/>
                </a:ext>
              </a:extLst>
            </p:cNvPr>
            <p:cNvCxnSpPr>
              <a:cxnSpLocks/>
            </p:cNvCxnSpPr>
            <p:nvPr/>
          </p:nvCxnSpPr>
          <p:spPr>
            <a:xfrm>
              <a:off x="3863326" y="4485881"/>
              <a:ext cx="0" cy="885322"/>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31" name="组合 30">
            <a:extLst>
              <a:ext uri="{FF2B5EF4-FFF2-40B4-BE49-F238E27FC236}">
                <a16:creationId xmlns:a16="http://schemas.microsoft.com/office/drawing/2014/main" id="{6A3B0093-A2E9-48F4-BC8B-A72765833868}"/>
              </a:ext>
            </a:extLst>
          </p:cNvPr>
          <p:cNvGrpSpPr/>
          <p:nvPr/>
        </p:nvGrpSpPr>
        <p:grpSpPr>
          <a:xfrm>
            <a:off x="4884923" y="4485881"/>
            <a:ext cx="1135773" cy="885322"/>
            <a:chOff x="4884923" y="4485881"/>
            <a:chExt cx="1135773" cy="885322"/>
          </a:xfrm>
        </p:grpSpPr>
        <p:cxnSp>
          <p:nvCxnSpPr>
            <p:cNvPr id="202" name="直接连接符 201">
              <a:extLst>
                <a:ext uri="{FF2B5EF4-FFF2-40B4-BE49-F238E27FC236}">
                  <a16:creationId xmlns:a16="http://schemas.microsoft.com/office/drawing/2014/main" id="{6F9CCD91-4810-4C30-8207-A9105FDE299A}"/>
                </a:ext>
              </a:extLst>
            </p:cNvPr>
            <p:cNvCxnSpPr>
              <a:cxnSpLocks/>
            </p:cNvCxnSpPr>
            <p:nvPr/>
          </p:nvCxnSpPr>
          <p:spPr>
            <a:xfrm>
              <a:off x="5971311" y="4485881"/>
              <a:ext cx="0" cy="885322"/>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05" name="直接箭头连接符 204">
              <a:extLst>
                <a:ext uri="{FF2B5EF4-FFF2-40B4-BE49-F238E27FC236}">
                  <a16:creationId xmlns:a16="http://schemas.microsoft.com/office/drawing/2014/main" id="{1EFDEF9D-C265-429A-A430-AA090B42165D}"/>
                </a:ext>
              </a:extLst>
            </p:cNvPr>
            <p:cNvCxnSpPr>
              <a:cxnSpLocks/>
            </p:cNvCxnSpPr>
            <p:nvPr/>
          </p:nvCxnSpPr>
          <p:spPr>
            <a:xfrm>
              <a:off x="4925291" y="4679845"/>
              <a:ext cx="1055038" cy="0"/>
            </a:xfrm>
            <a:prstGeom prst="straightConnector1">
              <a:avLst/>
            </a:prstGeom>
            <a:ln w="12700">
              <a:solidFill>
                <a:schemeClr val="tx1"/>
              </a:solidFill>
              <a:headEnd type="triangle"/>
              <a:tailEnd type="triangle"/>
            </a:ln>
          </p:spPr>
          <p:style>
            <a:lnRef idx="1">
              <a:schemeClr val="accent1"/>
            </a:lnRef>
            <a:fillRef idx="0">
              <a:schemeClr val="accent1"/>
            </a:fillRef>
            <a:effectRef idx="0">
              <a:schemeClr val="accent1"/>
            </a:effectRef>
            <a:fontRef idx="minor">
              <a:schemeClr val="tx1"/>
            </a:fontRef>
          </p:style>
        </p:cxnSp>
        <p:sp>
          <p:nvSpPr>
            <p:cNvPr id="206" name="文本框 205">
              <a:extLst>
                <a:ext uri="{FF2B5EF4-FFF2-40B4-BE49-F238E27FC236}">
                  <a16:creationId xmlns:a16="http://schemas.microsoft.com/office/drawing/2014/main" id="{A34E9D88-A56C-43FE-AFA3-09647A735CC3}"/>
                </a:ext>
              </a:extLst>
            </p:cNvPr>
            <p:cNvSpPr txBox="1"/>
            <p:nvPr/>
          </p:nvSpPr>
          <p:spPr>
            <a:xfrm>
              <a:off x="4884923" y="4724872"/>
              <a:ext cx="1135773" cy="646331"/>
            </a:xfrm>
            <a:prstGeom prst="rect">
              <a:avLst/>
            </a:prstGeom>
            <a:noFill/>
          </p:spPr>
          <p:txBody>
            <a:bodyPr wrap="square" rtlCol="0">
              <a:spAutoFit/>
            </a:bodyPr>
            <a:lstStyle/>
            <a:p>
              <a:pPr algn="ctr"/>
              <a:r>
                <a:rPr lang="zh-CN" altLang="en-US" b="1" dirty="0"/>
                <a:t>单程</a:t>
              </a:r>
              <a:endParaRPr lang="en-US" altLang="zh-CN" b="1" dirty="0"/>
            </a:p>
            <a:p>
              <a:pPr algn="ctr"/>
              <a:r>
                <a:rPr lang="zh-CN" altLang="en-US" b="1" dirty="0"/>
                <a:t>传播时延</a:t>
              </a:r>
              <a:endParaRPr lang="en-US" altLang="zh-CN" b="1" dirty="0"/>
            </a:p>
          </p:txBody>
        </p:sp>
        <p:cxnSp>
          <p:nvCxnSpPr>
            <p:cNvPr id="207" name="直接连接符 206">
              <a:extLst>
                <a:ext uri="{FF2B5EF4-FFF2-40B4-BE49-F238E27FC236}">
                  <a16:creationId xmlns:a16="http://schemas.microsoft.com/office/drawing/2014/main" id="{8C5BE947-4829-474D-9083-3E53B9B9E448}"/>
                </a:ext>
              </a:extLst>
            </p:cNvPr>
            <p:cNvCxnSpPr>
              <a:cxnSpLocks/>
            </p:cNvCxnSpPr>
            <p:nvPr/>
          </p:nvCxnSpPr>
          <p:spPr>
            <a:xfrm>
              <a:off x="4918364" y="4485881"/>
              <a:ext cx="0" cy="885322"/>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30" name="组合 29">
            <a:extLst>
              <a:ext uri="{FF2B5EF4-FFF2-40B4-BE49-F238E27FC236}">
                <a16:creationId xmlns:a16="http://schemas.microsoft.com/office/drawing/2014/main" id="{4397D7CF-BAA1-4B0E-841B-992C0E61DE7B}"/>
              </a:ext>
            </a:extLst>
          </p:cNvPr>
          <p:cNvGrpSpPr/>
          <p:nvPr/>
        </p:nvGrpSpPr>
        <p:grpSpPr>
          <a:xfrm>
            <a:off x="3822958" y="4485881"/>
            <a:ext cx="1135773" cy="885322"/>
            <a:chOff x="3822958" y="4485881"/>
            <a:chExt cx="1135773" cy="885322"/>
          </a:xfrm>
        </p:grpSpPr>
        <p:cxnSp>
          <p:nvCxnSpPr>
            <p:cNvPr id="201" name="直接连接符 200">
              <a:extLst>
                <a:ext uri="{FF2B5EF4-FFF2-40B4-BE49-F238E27FC236}">
                  <a16:creationId xmlns:a16="http://schemas.microsoft.com/office/drawing/2014/main" id="{001BACBB-D5C9-45FE-BF44-45CA57F50D6D}"/>
                </a:ext>
              </a:extLst>
            </p:cNvPr>
            <p:cNvCxnSpPr>
              <a:cxnSpLocks/>
            </p:cNvCxnSpPr>
            <p:nvPr/>
          </p:nvCxnSpPr>
          <p:spPr>
            <a:xfrm>
              <a:off x="4918364" y="4485881"/>
              <a:ext cx="0" cy="885322"/>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03" name="直接箭头连接符 202">
              <a:extLst>
                <a:ext uri="{FF2B5EF4-FFF2-40B4-BE49-F238E27FC236}">
                  <a16:creationId xmlns:a16="http://schemas.microsoft.com/office/drawing/2014/main" id="{14642B19-7C7F-4E0C-A7F0-91C80D987E7E}"/>
                </a:ext>
              </a:extLst>
            </p:cNvPr>
            <p:cNvCxnSpPr>
              <a:cxnSpLocks/>
            </p:cNvCxnSpPr>
            <p:nvPr/>
          </p:nvCxnSpPr>
          <p:spPr>
            <a:xfrm>
              <a:off x="3863326" y="4679845"/>
              <a:ext cx="1055038" cy="0"/>
            </a:xfrm>
            <a:prstGeom prst="straightConnector1">
              <a:avLst/>
            </a:prstGeom>
            <a:ln w="12700">
              <a:solidFill>
                <a:schemeClr val="tx1"/>
              </a:solidFill>
              <a:headEnd type="triangle"/>
              <a:tailEnd type="triangle"/>
            </a:ln>
          </p:spPr>
          <p:style>
            <a:lnRef idx="1">
              <a:schemeClr val="accent1"/>
            </a:lnRef>
            <a:fillRef idx="0">
              <a:schemeClr val="accent1"/>
            </a:fillRef>
            <a:effectRef idx="0">
              <a:schemeClr val="accent1"/>
            </a:effectRef>
            <a:fontRef idx="minor">
              <a:schemeClr val="tx1"/>
            </a:fontRef>
          </p:style>
        </p:cxnSp>
        <p:sp>
          <p:nvSpPr>
            <p:cNvPr id="204" name="文本框 203">
              <a:extLst>
                <a:ext uri="{FF2B5EF4-FFF2-40B4-BE49-F238E27FC236}">
                  <a16:creationId xmlns:a16="http://schemas.microsoft.com/office/drawing/2014/main" id="{93DD1365-6DA9-4FA1-963C-A1440ADBD67B}"/>
                </a:ext>
              </a:extLst>
            </p:cNvPr>
            <p:cNvSpPr txBox="1"/>
            <p:nvPr/>
          </p:nvSpPr>
          <p:spPr>
            <a:xfrm>
              <a:off x="3822958" y="4724872"/>
              <a:ext cx="1135773" cy="646331"/>
            </a:xfrm>
            <a:prstGeom prst="rect">
              <a:avLst/>
            </a:prstGeom>
            <a:noFill/>
          </p:spPr>
          <p:txBody>
            <a:bodyPr wrap="square" rtlCol="0">
              <a:spAutoFit/>
            </a:bodyPr>
            <a:lstStyle/>
            <a:p>
              <a:pPr algn="ctr"/>
              <a:r>
                <a:rPr lang="zh-CN" altLang="en-US" b="1" dirty="0"/>
                <a:t>单程</a:t>
              </a:r>
              <a:endParaRPr lang="en-US" altLang="zh-CN" b="1" dirty="0"/>
            </a:p>
            <a:p>
              <a:pPr algn="ctr"/>
              <a:r>
                <a:rPr lang="zh-CN" altLang="en-US" b="1" dirty="0"/>
                <a:t>传播时延</a:t>
              </a:r>
              <a:endParaRPr lang="en-US" altLang="zh-CN" b="1" dirty="0"/>
            </a:p>
          </p:txBody>
        </p:sp>
        <p:cxnSp>
          <p:nvCxnSpPr>
            <p:cNvPr id="208" name="直接连接符 207">
              <a:extLst>
                <a:ext uri="{FF2B5EF4-FFF2-40B4-BE49-F238E27FC236}">
                  <a16:creationId xmlns:a16="http://schemas.microsoft.com/office/drawing/2014/main" id="{ED995A9E-1DBB-4422-BF69-603CF7405D4E}"/>
                </a:ext>
              </a:extLst>
            </p:cNvPr>
            <p:cNvCxnSpPr>
              <a:cxnSpLocks/>
            </p:cNvCxnSpPr>
            <p:nvPr/>
          </p:nvCxnSpPr>
          <p:spPr>
            <a:xfrm>
              <a:off x="3863326" y="4485881"/>
              <a:ext cx="0" cy="885322"/>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24" name="组合 223">
            <a:extLst>
              <a:ext uri="{FF2B5EF4-FFF2-40B4-BE49-F238E27FC236}">
                <a16:creationId xmlns:a16="http://schemas.microsoft.com/office/drawing/2014/main" id="{475B5840-F028-4979-98A6-ABDD36B738FA}"/>
              </a:ext>
            </a:extLst>
          </p:cNvPr>
          <p:cNvGrpSpPr/>
          <p:nvPr/>
        </p:nvGrpSpPr>
        <p:grpSpPr>
          <a:xfrm>
            <a:off x="4553538" y="2202001"/>
            <a:ext cx="1135773" cy="834147"/>
            <a:chOff x="4553538" y="2202001"/>
            <a:chExt cx="1135773" cy="834147"/>
          </a:xfrm>
        </p:grpSpPr>
        <p:cxnSp>
          <p:nvCxnSpPr>
            <p:cNvPr id="211" name="直接箭头连接符 210">
              <a:extLst>
                <a:ext uri="{FF2B5EF4-FFF2-40B4-BE49-F238E27FC236}">
                  <a16:creationId xmlns:a16="http://schemas.microsoft.com/office/drawing/2014/main" id="{DB829BB3-628F-4E11-ACEF-2E00B86F8DFF}"/>
                </a:ext>
              </a:extLst>
            </p:cNvPr>
            <p:cNvCxnSpPr>
              <a:cxnSpLocks/>
            </p:cNvCxnSpPr>
            <p:nvPr/>
          </p:nvCxnSpPr>
          <p:spPr>
            <a:xfrm>
              <a:off x="4916273" y="2893358"/>
              <a:ext cx="409224" cy="0"/>
            </a:xfrm>
            <a:prstGeom prst="straightConnector1">
              <a:avLst/>
            </a:prstGeom>
            <a:ln w="12700">
              <a:solidFill>
                <a:schemeClr val="tx1"/>
              </a:solidFill>
              <a:headEnd type="triangle"/>
              <a:tailEnd type="triangle"/>
            </a:ln>
          </p:spPr>
          <p:style>
            <a:lnRef idx="1">
              <a:schemeClr val="accent1"/>
            </a:lnRef>
            <a:fillRef idx="0">
              <a:schemeClr val="accent1"/>
            </a:fillRef>
            <a:effectRef idx="0">
              <a:schemeClr val="accent1"/>
            </a:effectRef>
            <a:fontRef idx="minor">
              <a:schemeClr val="tx1"/>
            </a:fontRef>
          </p:style>
        </p:cxnSp>
        <p:sp>
          <p:nvSpPr>
            <p:cNvPr id="212" name="文本框 211">
              <a:extLst>
                <a:ext uri="{FF2B5EF4-FFF2-40B4-BE49-F238E27FC236}">
                  <a16:creationId xmlns:a16="http://schemas.microsoft.com/office/drawing/2014/main" id="{7E37DCE4-98BF-4187-A9BE-5B551ECA4557}"/>
                </a:ext>
              </a:extLst>
            </p:cNvPr>
            <p:cNvSpPr txBox="1"/>
            <p:nvPr/>
          </p:nvSpPr>
          <p:spPr>
            <a:xfrm>
              <a:off x="4553538" y="2202001"/>
              <a:ext cx="1135773" cy="646331"/>
            </a:xfrm>
            <a:prstGeom prst="rect">
              <a:avLst/>
            </a:prstGeom>
            <a:noFill/>
          </p:spPr>
          <p:txBody>
            <a:bodyPr wrap="square" rtlCol="0">
              <a:spAutoFit/>
            </a:bodyPr>
            <a:lstStyle/>
            <a:p>
              <a:pPr algn="ctr"/>
              <a:r>
                <a:rPr lang="zh-CN" altLang="en-US" b="1" dirty="0"/>
                <a:t>确认帧</a:t>
              </a:r>
              <a:endParaRPr lang="en-US" altLang="zh-CN" b="1" dirty="0"/>
            </a:p>
            <a:p>
              <a:pPr algn="ctr"/>
              <a:r>
                <a:rPr lang="zh-CN" altLang="en-US" b="1" dirty="0"/>
                <a:t>发送时延</a:t>
              </a:r>
              <a:endParaRPr lang="en-US" altLang="zh-CN" b="1" dirty="0"/>
            </a:p>
          </p:txBody>
        </p:sp>
        <p:cxnSp>
          <p:nvCxnSpPr>
            <p:cNvPr id="213" name="直接连接符 212">
              <a:extLst>
                <a:ext uri="{FF2B5EF4-FFF2-40B4-BE49-F238E27FC236}">
                  <a16:creationId xmlns:a16="http://schemas.microsoft.com/office/drawing/2014/main" id="{C99BD105-7CDD-49AC-9A89-9D1FBEBFAEBE}"/>
                </a:ext>
              </a:extLst>
            </p:cNvPr>
            <p:cNvCxnSpPr>
              <a:cxnSpLocks/>
            </p:cNvCxnSpPr>
            <p:nvPr/>
          </p:nvCxnSpPr>
          <p:spPr>
            <a:xfrm>
              <a:off x="4916788" y="2805984"/>
              <a:ext cx="0" cy="230164"/>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14" name="直接连接符 213">
              <a:extLst>
                <a:ext uri="{FF2B5EF4-FFF2-40B4-BE49-F238E27FC236}">
                  <a16:creationId xmlns:a16="http://schemas.microsoft.com/office/drawing/2014/main" id="{17939753-1C44-4580-8807-47056DF6EED3}"/>
                </a:ext>
              </a:extLst>
            </p:cNvPr>
            <p:cNvCxnSpPr>
              <a:cxnSpLocks/>
            </p:cNvCxnSpPr>
            <p:nvPr/>
          </p:nvCxnSpPr>
          <p:spPr>
            <a:xfrm>
              <a:off x="5325497" y="2805984"/>
              <a:ext cx="0" cy="230164"/>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38" name="组合 237">
            <a:extLst>
              <a:ext uri="{FF2B5EF4-FFF2-40B4-BE49-F238E27FC236}">
                <a16:creationId xmlns:a16="http://schemas.microsoft.com/office/drawing/2014/main" id="{C91A1B5A-CDDD-4042-900D-5ABFDB11BEE5}"/>
              </a:ext>
            </a:extLst>
          </p:cNvPr>
          <p:cNvGrpSpPr/>
          <p:nvPr/>
        </p:nvGrpSpPr>
        <p:grpSpPr>
          <a:xfrm>
            <a:off x="2325471" y="3018636"/>
            <a:ext cx="8770916" cy="1476542"/>
            <a:chOff x="2325471" y="3018636"/>
            <a:chExt cx="8770916" cy="1476542"/>
          </a:xfrm>
        </p:grpSpPr>
        <p:grpSp>
          <p:nvGrpSpPr>
            <p:cNvPr id="223" name="组合 222">
              <a:extLst>
                <a:ext uri="{FF2B5EF4-FFF2-40B4-BE49-F238E27FC236}">
                  <a16:creationId xmlns:a16="http://schemas.microsoft.com/office/drawing/2014/main" id="{34EBFC4A-4183-40AA-9BD0-3BFD6A473DD6}"/>
                </a:ext>
              </a:extLst>
            </p:cNvPr>
            <p:cNvGrpSpPr/>
            <p:nvPr/>
          </p:nvGrpSpPr>
          <p:grpSpPr>
            <a:xfrm>
              <a:off x="2325471" y="3026849"/>
              <a:ext cx="2599820" cy="1468329"/>
              <a:chOff x="2325471" y="3026849"/>
              <a:chExt cx="2599820" cy="1468329"/>
            </a:xfrm>
          </p:grpSpPr>
          <p:sp>
            <p:nvSpPr>
              <p:cNvPr id="19" name="平行四边形 18">
                <a:extLst>
                  <a:ext uri="{FF2B5EF4-FFF2-40B4-BE49-F238E27FC236}">
                    <a16:creationId xmlns:a16="http://schemas.microsoft.com/office/drawing/2014/main" id="{9DFEFC17-B07D-4EC5-BF95-6D2F550D8ED7}"/>
                  </a:ext>
                </a:extLst>
              </p:cNvPr>
              <p:cNvSpPr/>
              <p:nvPr/>
            </p:nvSpPr>
            <p:spPr>
              <a:xfrm>
                <a:off x="2325471" y="3026849"/>
                <a:ext cx="2599820" cy="1468329"/>
              </a:xfrm>
              <a:prstGeom prst="parallelogram">
                <a:avLst>
                  <a:gd name="adj" fmla="val 72649"/>
                </a:avLst>
              </a:prstGeom>
              <a:solidFill>
                <a:schemeClr val="accent3"/>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215" name="文本框 214">
                <a:extLst>
                  <a:ext uri="{FF2B5EF4-FFF2-40B4-BE49-F238E27FC236}">
                    <a16:creationId xmlns:a16="http://schemas.microsoft.com/office/drawing/2014/main" id="{63F31349-09B3-473A-9CEB-205AB71BD05E}"/>
                  </a:ext>
                </a:extLst>
              </p:cNvPr>
              <p:cNvSpPr txBox="1"/>
              <p:nvPr/>
            </p:nvSpPr>
            <p:spPr>
              <a:xfrm rot="18430381">
                <a:off x="2972734" y="3631680"/>
                <a:ext cx="1327871" cy="369332"/>
              </a:xfrm>
              <a:prstGeom prst="rect">
                <a:avLst/>
              </a:prstGeom>
              <a:noFill/>
            </p:spPr>
            <p:txBody>
              <a:bodyPr wrap="square" rtlCol="0">
                <a:spAutoFit/>
              </a:bodyPr>
              <a:lstStyle/>
              <a:p>
                <a:pPr algn="ctr"/>
                <a:r>
                  <a:rPr lang="en-US" altLang="zh-CN" b="1" dirty="0">
                    <a:solidFill>
                      <a:schemeClr val="bg1"/>
                    </a:solidFill>
                    <a:latin typeface="+mn-ea"/>
                  </a:rPr>
                  <a:t>DATA0</a:t>
                </a:r>
                <a:endParaRPr lang="zh-CN" altLang="en-US" b="1" dirty="0">
                  <a:solidFill>
                    <a:schemeClr val="bg1"/>
                  </a:solidFill>
                  <a:latin typeface="+mn-ea"/>
                </a:endParaRPr>
              </a:p>
            </p:txBody>
          </p:sp>
          <p:cxnSp>
            <p:nvCxnSpPr>
              <p:cNvPr id="216" name="直接箭头连接符 215">
                <a:extLst>
                  <a:ext uri="{FF2B5EF4-FFF2-40B4-BE49-F238E27FC236}">
                    <a16:creationId xmlns:a16="http://schemas.microsoft.com/office/drawing/2014/main" id="{7DA02C56-0FC0-4D4C-AEDC-85E84477B3EF}"/>
                  </a:ext>
                </a:extLst>
              </p:cNvPr>
              <p:cNvCxnSpPr>
                <a:cxnSpLocks/>
              </p:cNvCxnSpPr>
              <p:nvPr/>
            </p:nvCxnSpPr>
            <p:spPr>
              <a:xfrm flipV="1">
                <a:off x="3886842" y="3166435"/>
                <a:ext cx="198759" cy="301746"/>
              </a:xfrm>
              <a:prstGeom prst="straightConnector1">
                <a:avLst/>
              </a:prstGeom>
              <a:ln w="38100">
                <a:solidFill>
                  <a:schemeClr val="bg1"/>
                </a:solidFill>
                <a:tailEnd type="triangle"/>
              </a:ln>
            </p:spPr>
            <p:style>
              <a:lnRef idx="1">
                <a:schemeClr val="accent1"/>
              </a:lnRef>
              <a:fillRef idx="0">
                <a:schemeClr val="accent1"/>
              </a:fillRef>
              <a:effectRef idx="0">
                <a:schemeClr val="accent1"/>
              </a:effectRef>
              <a:fontRef idx="minor">
                <a:schemeClr val="tx1"/>
              </a:fontRef>
            </p:style>
          </p:cxnSp>
        </p:grpSp>
        <p:grpSp>
          <p:nvGrpSpPr>
            <p:cNvPr id="222" name="组合 221">
              <a:extLst>
                <a:ext uri="{FF2B5EF4-FFF2-40B4-BE49-F238E27FC236}">
                  <a16:creationId xmlns:a16="http://schemas.microsoft.com/office/drawing/2014/main" id="{1C3BB176-1C14-41E4-B6BE-79C9A14E92E8}"/>
                </a:ext>
              </a:extLst>
            </p:cNvPr>
            <p:cNvGrpSpPr/>
            <p:nvPr/>
          </p:nvGrpSpPr>
          <p:grpSpPr>
            <a:xfrm>
              <a:off x="4925291" y="3036149"/>
              <a:ext cx="1447795" cy="1449732"/>
              <a:chOff x="4925291" y="3036149"/>
              <a:chExt cx="1447795" cy="1449732"/>
            </a:xfrm>
          </p:grpSpPr>
          <p:sp>
            <p:nvSpPr>
              <p:cNvPr id="193" name="平行四边形 192">
                <a:extLst>
                  <a:ext uri="{FF2B5EF4-FFF2-40B4-BE49-F238E27FC236}">
                    <a16:creationId xmlns:a16="http://schemas.microsoft.com/office/drawing/2014/main" id="{146BA3C7-A9AF-462E-8BC3-D4720DAB69B4}"/>
                  </a:ext>
                </a:extLst>
              </p:cNvPr>
              <p:cNvSpPr/>
              <p:nvPr/>
            </p:nvSpPr>
            <p:spPr>
              <a:xfrm>
                <a:off x="4925291" y="3036149"/>
                <a:ext cx="1447795" cy="1449732"/>
              </a:xfrm>
              <a:prstGeom prst="parallelogram">
                <a:avLst>
                  <a:gd name="adj" fmla="val 72717"/>
                </a:avLst>
              </a:prstGeom>
              <a:solidFill>
                <a:schemeClr val="accent4"/>
              </a:solidFill>
              <a:ln>
                <a:solidFill>
                  <a:schemeClr val="tx1"/>
                </a:solidFill>
              </a:ln>
              <a:scene3d>
                <a:camera prst="orthographicFront">
                  <a:rot lat="0" lon="10800000" rev="0"/>
                </a:camera>
                <a:lightRig rig="threePt" dir="t"/>
              </a:scene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194" name="文本框 193">
                <a:extLst>
                  <a:ext uri="{FF2B5EF4-FFF2-40B4-BE49-F238E27FC236}">
                    <a16:creationId xmlns:a16="http://schemas.microsoft.com/office/drawing/2014/main" id="{A1D403B2-9219-4CE0-9211-538166843E9C}"/>
                  </a:ext>
                </a:extLst>
              </p:cNvPr>
              <p:cNvSpPr txBox="1"/>
              <p:nvPr/>
            </p:nvSpPr>
            <p:spPr>
              <a:xfrm rot="3259310">
                <a:off x="4969550" y="3556444"/>
                <a:ext cx="1327871" cy="369332"/>
              </a:xfrm>
              <a:prstGeom prst="rect">
                <a:avLst/>
              </a:prstGeom>
              <a:noFill/>
            </p:spPr>
            <p:txBody>
              <a:bodyPr wrap="square" rtlCol="0">
                <a:spAutoFit/>
              </a:bodyPr>
              <a:lstStyle/>
              <a:p>
                <a:pPr algn="ctr"/>
                <a:r>
                  <a:rPr lang="en-US" altLang="zh-CN" b="1" dirty="0">
                    <a:solidFill>
                      <a:schemeClr val="bg1"/>
                    </a:solidFill>
                    <a:latin typeface="+mn-ea"/>
                  </a:rPr>
                  <a:t>ACK0</a:t>
                </a:r>
                <a:endParaRPr lang="zh-CN" altLang="en-US" b="1" dirty="0">
                  <a:solidFill>
                    <a:schemeClr val="bg1"/>
                  </a:solidFill>
                  <a:latin typeface="+mn-ea"/>
                </a:endParaRPr>
              </a:p>
            </p:txBody>
          </p:sp>
          <p:cxnSp>
            <p:nvCxnSpPr>
              <p:cNvPr id="217" name="直接箭头连接符 216">
                <a:extLst>
                  <a:ext uri="{FF2B5EF4-FFF2-40B4-BE49-F238E27FC236}">
                    <a16:creationId xmlns:a16="http://schemas.microsoft.com/office/drawing/2014/main" id="{553A17D6-1366-4794-A445-544D5EC51E84}"/>
                  </a:ext>
                </a:extLst>
              </p:cNvPr>
              <p:cNvCxnSpPr>
                <a:cxnSpLocks/>
              </p:cNvCxnSpPr>
              <p:nvPr/>
            </p:nvCxnSpPr>
            <p:spPr>
              <a:xfrm>
                <a:off x="5849715" y="4024271"/>
                <a:ext cx="219664" cy="293617"/>
              </a:xfrm>
              <a:prstGeom prst="straightConnector1">
                <a:avLst/>
              </a:prstGeom>
              <a:ln w="38100">
                <a:solidFill>
                  <a:schemeClr val="bg1"/>
                </a:solidFill>
                <a:tailEnd type="triangle"/>
              </a:ln>
            </p:spPr>
            <p:style>
              <a:lnRef idx="1">
                <a:schemeClr val="accent1"/>
              </a:lnRef>
              <a:fillRef idx="0">
                <a:schemeClr val="accent1"/>
              </a:fillRef>
              <a:effectRef idx="0">
                <a:schemeClr val="accent1"/>
              </a:effectRef>
              <a:fontRef idx="minor">
                <a:schemeClr val="tx1"/>
              </a:fontRef>
            </p:style>
          </p:cxnSp>
        </p:grpSp>
        <p:grpSp>
          <p:nvGrpSpPr>
            <p:cNvPr id="225" name="组合 224">
              <a:extLst>
                <a:ext uri="{FF2B5EF4-FFF2-40B4-BE49-F238E27FC236}">
                  <a16:creationId xmlns:a16="http://schemas.microsoft.com/office/drawing/2014/main" id="{C0497B70-3F44-47F2-A8EB-AC4B717556B3}"/>
                </a:ext>
              </a:extLst>
            </p:cNvPr>
            <p:cNvGrpSpPr/>
            <p:nvPr/>
          </p:nvGrpSpPr>
          <p:grpSpPr>
            <a:xfrm>
              <a:off x="6394316" y="3018636"/>
              <a:ext cx="2599820" cy="1468329"/>
              <a:chOff x="2325471" y="3026849"/>
              <a:chExt cx="2599820" cy="1468329"/>
            </a:xfrm>
          </p:grpSpPr>
          <p:sp>
            <p:nvSpPr>
              <p:cNvPr id="226" name="平行四边形 225">
                <a:extLst>
                  <a:ext uri="{FF2B5EF4-FFF2-40B4-BE49-F238E27FC236}">
                    <a16:creationId xmlns:a16="http://schemas.microsoft.com/office/drawing/2014/main" id="{B832D911-833E-4A45-B643-60A5C7C761BD}"/>
                  </a:ext>
                </a:extLst>
              </p:cNvPr>
              <p:cNvSpPr/>
              <p:nvPr/>
            </p:nvSpPr>
            <p:spPr>
              <a:xfrm>
                <a:off x="2325471" y="3026849"/>
                <a:ext cx="2599820" cy="1468329"/>
              </a:xfrm>
              <a:prstGeom prst="parallelogram">
                <a:avLst>
                  <a:gd name="adj" fmla="val 72649"/>
                </a:avLst>
              </a:prstGeom>
              <a:solidFill>
                <a:schemeClr val="accent3"/>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227" name="文本框 226">
                <a:extLst>
                  <a:ext uri="{FF2B5EF4-FFF2-40B4-BE49-F238E27FC236}">
                    <a16:creationId xmlns:a16="http://schemas.microsoft.com/office/drawing/2014/main" id="{2085FE3B-621E-43D0-A5CA-81A80BEC5904}"/>
                  </a:ext>
                </a:extLst>
              </p:cNvPr>
              <p:cNvSpPr txBox="1"/>
              <p:nvPr/>
            </p:nvSpPr>
            <p:spPr>
              <a:xfrm rot="18430381">
                <a:off x="2972734" y="3631680"/>
                <a:ext cx="1327871" cy="369332"/>
              </a:xfrm>
              <a:prstGeom prst="rect">
                <a:avLst/>
              </a:prstGeom>
              <a:noFill/>
            </p:spPr>
            <p:txBody>
              <a:bodyPr wrap="square" rtlCol="0">
                <a:spAutoFit/>
              </a:bodyPr>
              <a:lstStyle/>
              <a:p>
                <a:pPr algn="ctr"/>
                <a:r>
                  <a:rPr lang="en-US" altLang="zh-CN" b="1" dirty="0">
                    <a:solidFill>
                      <a:schemeClr val="bg1"/>
                    </a:solidFill>
                    <a:latin typeface="+mn-ea"/>
                  </a:rPr>
                  <a:t>DATA1</a:t>
                </a:r>
                <a:endParaRPr lang="zh-CN" altLang="en-US" b="1" dirty="0">
                  <a:solidFill>
                    <a:schemeClr val="bg1"/>
                  </a:solidFill>
                  <a:latin typeface="+mn-ea"/>
                </a:endParaRPr>
              </a:p>
            </p:txBody>
          </p:sp>
          <p:cxnSp>
            <p:nvCxnSpPr>
              <p:cNvPr id="228" name="直接箭头连接符 227">
                <a:extLst>
                  <a:ext uri="{FF2B5EF4-FFF2-40B4-BE49-F238E27FC236}">
                    <a16:creationId xmlns:a16="http://schemas.microsoft.com/office/drawing/2014/main" id="{D05AABA9-EDF6-4CB0-B5CA-A64855B4FE30}"/>
                  </a:ext>
                </a:extLst>
              </p:cNvPr>
              <p:cNvCxnSpPr>
                <a:cxnSpLocks/>
              </p:cNvCxnSpPr>
              <p:nvPr/>
            </p:nvCxnSpPr>
            <p:spPr>
              <a:xfrm flipV="1">
                <a:off x="3886842" y="3166435"/>
                <a:ext cx="198759" cy="301746"/>
              </a:xfrm>
              <a:prstGeom prst="straightConnector1">
                <a:avLst/>
              </a:prstGeom>
              <a:ln w="38100">
                <a:solidFill>
                  <a:schemeClr val="bg1"/>
                </a:solidFill>
                <a:tailEnd type="triangle"/>
              </a:ln>
            </p:spPr>
            <p:style>
              <a:lnRef idx="1">
                <a:schemeClr val="accent1"/>
              </a:lnRef>
              <a:fillRef idx="0">
                <a:schemeClr val="accent1"/>
              </a:fillRef>
              <a:effectRef idx="0">
                <a:schemeClr val="accent1"/>
              </a:effectRef>
              <a:fontRef idx="minor">
                <a:schemeClr val="tx1"/>
              </a:fontRef>
            </p:style>
          </p:cxnSp>
        </p:grpSp>
        <p:grpSp>
          <p:nvGrpSpPr>
            <p:cNvPr id="229" name="组合 228">
              <a:extLst>
                <a:ext uri="{FF2B5EF4-FFF2-40B4-BE49-F238E27FC236}">
                  <a16:creationId xmlns:a16="http://schemas.microsoft.com/office/drawing/2014/main" id="{1DAFD52A-4BE9-422C-8466-65049A94F88D}"/>
                </a:ext>
              </a:extLst>
            </p:cNvPr>
            <p:cNvGrpSpPr/>
            <p:nvPr/>
          </p:nvGrpSpPr>
          <p:grpSpPr>
            <a:xfrm>
              <a:off x="8994136" y="3027936"/>
              <a:ext cx="1447795" cy="1449732"/>
              <a:chOff x="4925291" y="3036149"/>
              <a:chExt cx="1447795" cy="1449732"/>
            </a:xfrm>
          </p:grpSpPr>
          <p:sp>
            <p:nvSpPr>
              <p:cNvPr id="230" name="平行四边形 229">
                <a:extLst>
                  <a:ext uri="{FF2B5EF4-FFF2-40B4-BE49-F238E27FC236}">
                    <a16:creationId xmlns:a16="http://schemas.microsoft.com/office/drawing/2014/main" id="{CC6CD84C-7A94-4F9E-9F82-D33BAF3894D3}"/>
                  </a:ext>
                </a:extLst>
              </p:cNvPr>
              <p:cNvSpPr/>
              <p:nvPr/>
            </p:nvSpPr>
            <p:spPr>
              <a:xfrm>
                <a:off x="4925291" y="3036149"/>
                <a:ext cx="1447795" cy="1449732"/>
              </a:xfrm>
              <a:prstGeom prst="parallelogram">
                <a:avLst>
                  <a:gd name="adj" fmla="val 72717"/>
                </a:avLst>
              </a:prstGeom>
              <a:solidFill>
                <a:schemeClr val="accent4"/>
              </a:solidFill>
              <a:ln>
                <a:solidFill>
                  <a:schemeClr val="tx1"/>
                </a:solidFill>
              </a:ln>
              <a:scene3d>
                <a:camera prst="orthographicFront">
                  <a:rot lat="0" lon="10800000" rev="0"/>
                </a:camera>
                <a:lightRig rig="threePt" dir="t"/>
              </a:scene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231" name="文本框 230">
                <a:extLst>
                  <a:ext uri="{FF2B5EF4-FFF2-40B4-BE49-F238E27FC236}">
                    <a16:creationId xmlns:a16="http://schemas.microsoft.com/office/drawing/2014/main" id="{07D0AF4A-B7F2-4CC2-BE09-B9D6C151B513}"/>
                  </a:ext>
                </a:extLst>
              </p:cNvPr>
              <p:cNvSpPr txBox="1"/>
              <p:nvPr/>
            </p:nvSpPr>
            <p:spPr>
              <a:xfrm rot="3259310">
                <a:off x="4969550" y="3556444"/>
                <a:ext cx="1327871" cy="369332"/>
              </a:xfrm>
              <a:prstGeom prst="rect">
                <a:avLst/>
              </a:prstGeom>
              <a:noFill/>
            </p:spPr>
            <p:txBody>
              <a:bodyPr wrap="square" rtlCol="0">
                <a:spAutoFit/>
              </a:bodyPr>
              <a:lstStyle/>
              <a:p>
                <a:pPr algn="ctr"/>
                <a:r>
                  <a:rPr lang="en-US" altLang="zh-CN" b="1" dirty="0">
                    <a:solidFill>
                      <a:schemeClr val="bg1"/>
                    </a:solidFill>
                    <a:latin typeface="+mn-ea"/>
                  </a:rPr>
                  <a:t>ACK1</a:t>
                </a:r>
                <a:endParaRPr lang="zh-CN" altLang="en-US" b="1" dirty="0">
                  <a:solidFill>
                    <a:schemeClr val="bg1"/>
                  </a:solidFill>
                  <a:latin typeface="+mn-ea"/>
                </a:endParaRPr>
              </a:p>
            </p:txBody>
          </p:sp>
          <p:cxnSp>
            <p:nvCxnSpPr>
              <p:cNvPr id="232" name="直接箭头连接符 231">
                <a:extLst>
                  <a:ext uri="{FF2B5EF4-FFF2-40B4-BE49-F238E27FC236}">
                    <a16:creationId xmlns:a16="http://schemas.microsoft.com/office/drawing/2014/main" id="{1AEDDD9B-273E-42AF-9D9D-9BECD1C5C083}"/>
                  </a:ext>
                </a:extLst>
              </p:cNvPr>
              <p:cNvCxnSpPr>
                <a:cxnSpLocks/>
              </p:cNvCxnSpPr>
              <p:nvPr/>
            </p:nvCxnSpPr>
            <p:spPr>
              <a:xfrm>
                <a:off x="5849715" y="4024271"/>
                <a:ext cx="219664" cy="293617"/>
              </a:xfrm>
              <a:prstGeom prst="straightConnector1">
                <a:avLst/>
              </a:prstGeom>
              <a:ln w="38100">
                <a:solidFill>
                  <a:schemeClr val="bg1"/>
                </a:solidFill>
                <a:tailEnd type="triangle"/>
              </a:ln>
            </p:spPr>
            <p:style>
              <a:lnRef idx="1">
                <a:schemeClr val="accent1"/>
              </a:lnRef>
              <a:fillRef idx="0">
                <a:schemeClr val="accent1"/>
              </a:fillRef>
              <a:effectRef idx="0">
                <a:schemeClr val="accent1"/>
              </a:effectRef>
              <a:fontRef idx="minor">
                <a:schemeClr val="tx1"/>
              </a:fontRef>
            </p:style>
          </p:cxnSp>
        </p:grpSp>
        <p:sp>
          <p:nvSpPr>
            <p:cNvPr id="235" name="文本框 234">
              <a:extLst>
                <a:ext uri="{FF2B5EF4-FFF2-40B4-BE49-F238E27FC236}">
                  <a16:creationId xmlns:a16="http://schemas.microsoft.com/office/drawing/2014/main" id="{2E8336A2-BA67-40C1-BB04-2B29396AE212}"/>
                </a:ext>
              </a:extLst>
            </p:cNvPr>
            <p:cNvSpPr txBox="1"/>
            <p:nvPr/>
          </p:nvSpPr>
          <p:spPr>
            <a:xfrm>
              <a:off x="10239565" y="3556444"/>
              <a:ext cx="856822" cy="369332"/>
            </a:xfrm>
            <a:prstGeom prst="rect">
              <a:avLst/>
            </a:prstGeom>
            <a:noFill/>
          </p:spPr>
          <p:txBody>
            <a:bodyPr wrap="square" rtlCol="0">
              <a:spAutoFit/>
            </a:bodyPr>
            <a:lstStyle/>
            <a:p>
              <a:pPr algn="ctr"/>
              <a:r>
                <a:rPr lang="en-US" altLang="zh-CN" b="1" dirty="0">
                  <a:latin typeface="+mn-ea"/>
                </a:rPr>
                <a:t>……</a:t>
              </a:r>
              <a:endParaRPr lang="zh-CN" altLang="en-US" b="1" dirty="0">
                <a:latin typeface="+mn-ea"/>
              </a:endParaRPr>
            </a:p>
          </p:txBody>
        </p:sp>
      </p:grpSp>
      <p:grpSp>
        <p:nvGrpSpPr>
          <p:cNvPr id="237" name="组合 236">
            <a:extLst>
              <a:ext uri="{FF2B5EF4-FFF2-40B4-BE49-F238E27FC236}">
                <a16:creationId xmlns:a16="http://schemas.microsoft.com/office/drawing/2014/main" id="{8C82CA10-7A34-4E1F-B1C6-D60BB7E2DB8F}"/>
              </a:ext>
            </a:extLst>
          </p:cNvPr>
          <p:cNvGrpSpPr/>
          <p:nvPr/>
        </p:nvGrpSpPr>
        <p:grpSpPr>
          <a:xfrm>
            <a:off x="1086090" y="2776869"/>
            <a:ext cx="10847458" cy="1968290"/>
            <a:chOff x="1086090" y="2776869"/>
            <a:chExt cx="10847458" cy="1968290"/>
          </a:xfrm>
        </p:grpSpPr>
        <p:sp>
          <p:nvSpPr>
            <p:cNvPr id="7" name="矩形 6">
              <a:extLst>
                <a:ext uri="{FF2B5EF4-FFF2-40B4-BE49-F238E27FC236}">
                  <a16:creationId xmlns:a16="http://schemas.microsoft.com/office/drawing/2014/main" id="{B79E8590-B6F8-4B60-BE5A-0374A51063FD}"/>
                </a:ext>
              </a:extLst>
            </p:cNvPr>
            <p:cNvSpPr/>
            <p:nvPr/>
          </p:nvSpPr>
          <p:spPr>
            <a:xfrm>
              <a:off x="1246610" y="2776869"/>
              <a:ext cx="901243" cy="499960"/>
            </a:xfrm>
            <a:prstGeom prst="rect">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zh-CN" altLang="en-US" b="1" dirty="0">
                  <a:solidFill>
                    <a:schemeClr val="tx1"/>
                  </a:solidFill>
                </a:rPr>
                <a:t>主机乙</a:t>
              </a:r>
            </a:p>
          </p:txBody>
        </p:sp>
        <p:sp>
          <p:nvSpPr>
            <p:cNvPr id="188" name="矩形 187">
              <a:extLst>
                <a:ext uri="{FF2B5EF4-FFF2-40B4-BE49-F238E27FC236}">
                  <a16:creationId xmlns:a16="http://schemas.microsoft.com/office/drawing/2014/main" id="{5B17FB1C-A33E-4699-A027-052329570FA3}"/>
                </a:ext>
              </a:extLst>
            </p:cNvPr>
            <p:cNvSpPr/>
            <p:nvPr/>
          </p:nvSpPr>
          <p:spPr>
            <a:xfrm>
              <a:off x="1246610" y="4245199"/>
              <a:ext cx="901243" cy="499960"/>
            </a:xfrm>
            <a:prstGeom prst="rect">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zh-CN" altLang="en-US" b="1" dirty="0">
                  <a:solidFill>
                    <a:schemeClr val="tx1"/>
                  </a:solidFill>
                </a:rPr>
                <a:t>主机甲</a:t>
              </a:r>
            </a:p>
          </p:txBody>
        </p:sp>
        <p:cxnSp>
          <p:nvCxnSpPr>
            <p:cNvPr id="10" name="直接箭头连接符 9">
              <a:extLst>
                <a:ext uri="{FF2B5EF4-FFF2-40B4-BE49-F238E27FC236}">
                  <a16:creationId xmlns:a16="http://schemas.microsoft.com/office/drawing/2014/main" id="{0A7A56AB-DE66-47F9-B9B8-9C22841F3AE3}"/>
                </a:ext>
              </a:extLst>
            </p:cNvPr>
            <p:cNvCxnSpPr>
              <a:cxnSpLocks/>
              <a:stCxn id="7" idx="3"/>
              <a:endCxn id="189" idx="1"/>
            </p:cNvCxnSpPr>
            <p:nvPr/>
          </p:nvCxnSpPr>
          <p:spPr>
            <a:xfrm>
              <a:off x="2147853" y="3026849"/>
              <a:ext cx="9062068" cy="0"/>
            </a:xfrm>
            <a:prstGeom prst="straightConnector1">
              <a:avLst/>
            </a:prstGeom>
            <a:ln w="25400">
              <a:solidFill>
                <a:schemeClr val="tx1"/>
              </a:solidFill>
              <a:tailEnd type="triangle"/>
            </a:ln>
          </p:spPr>
          <p:style>
            <a:lnRef idx="1">
              <a:schemeClr val="accent1"/>
            </a:lnRef>
            <a:fillRef idx="0">
              <a:schemeClr val="accent1"/>
            </a:fillRef>
            <a:effectRef idx="0">
              <a:schemeClr val="accent1"/>
            </a:effectRef>
            <a:fontRef idx="minor">
              <a:schemeClr val="tx1"/>
            </a:fontRef>
          </p:style>
        </p:cxnSp>
        <p:sp>
          <p:nvSpPr>
            <p:cNvPr id="189" name="文本框 188">
              <a:extLst>
                <a:ext uri="{FF2B5EF4-FFF2-40B4-BE49-F238E27FC236}">
                  <a16:creationId xmlns:a16="http://schemas.microsoft.com/office/drawing/2014/main" id="{3F69E1E1-0575-403A-B29D-6C3804914941}"/>
                </a:ext>
              </a:extLst>
            </p:cNvPr>
            <p:cNvSpPr txBox="1"/>
            <p:nvPr/>
          </p:nvSpPr>
          <p:spPr>
            <a:xfrm>
              <a:off x="11209921" y="2842183"/>
              <a:ext cx="723627" cy="369332"/>
            </a:xfrm>
            <a:prstGeom prst="rect">
              <a:avLst/>
            </a:prstGeom>
            <a:noFill/>
          </p:spPr>
          <p:txBody>
            <a:bodyPr wrap="square" rtlCol="0">
              <a:spAutoFit/>
            </a:bodyPr>
            <a:lstStyle/>
            <a:p>
              <a:r>
                <a:rPr lang="zh-CN" altLang="en-US" b="1" dirty="0"/>
                <a:t>时间</a:t>
              </a:r>
            </a:p>
          </p:txBody>
        </p:sp>
        <p:cxnSp>
          <p:nvCxnSpPr>
            <p:cNvPr id="18" name="直接箭头连接符 17">
              <a:extLst>
                <a:ext uri="{FF2B5EF4-FFF2-40B4-BE49-F238E27FC236}">
                  <a16:creationId xmlns:a16="http://schemas.microsoft.com/office/drawing/2014/main" id="{77F33BCC-9134-44AA-8A2F-4E1C0568CB1F}"/>
                </a:ext>
              </a:extLst>
            </p:cNvPr>
            <p:cNvCxnSpPr>
              <a:cxnSpLocks/>
              <a:stCxn id="188" idx="3"/>
              <a:endCxn id="192" idx="1"/>
            </p:cNvCxnSpPr>
            <p:nvPr/>
          </p:nvCxnSpPr>
          <p:spPr>
            <a:xfrm>
              <a:off x="2147853" y="4495179"/>
              <a:ext cx="9062068" cy="0"/>
            </a:xfrm>
            <a:prstGeom prst="straightConnector1">
              <a:avLst/>
            </a:prstGeom>
            <a:ln w="25400">
              <a:solidFill>
                <a:schemeClr val="tx1"/>
              </a:solidFill>
              <a:tailEnd type="triangle"/>
            </a:ln>
          </p:spPr>
          <p:style>
            <a:lnRef idx="1">
              <a:schemeClr val="accent1"/>
            </a:lnRef>
            <a:fillRef idx="0">
              <a:schemeClr val="accent1"/>
            </a:fillRef>
            <a:effectRef idx="0">
              <a:schemeClr val="accent1"/>
            </a:effectRef>
            <a:fontRef idx="minor">
              <a:schemeClr val="tx1"/>
            </a:fontRef>
          </p:style>
        </p:cxnSp>
        <p:sp>
          <p:nvSpPr>
            <p:cNvPr id="192" name="文本框 191">
              <a:extLst>
                <a:ext uri="{FF2B5EF4-FFF2-40B4-BE49-F238E27FC236}">
                  <a16:creationId xmlns:a16="http://schemas.microsoft.com/office/drawing/2014/main" id="{689944B8-2A61-44DB-9DE1-CB33DB0693C7}"/>
                </a:ext>
              </a:extLst>
            </p:cNvPr>
            <p:cNvSpPr txBox="1"/>
            <p:nvPr/>
          </p:nvSpPr>
          <p:spPr>
            <a:xfrm>
              <a:off x="11209921" y="4310513"/>
              <a:ext cx="723627" cy="369332"/>
            </a:xfrm>
            <a:prstGeom prst="rect">
              <a:avLst/>
            </a:prstGeom>
            <a:noFill/>
          </p:spPr>
          <p:txBody>
            <a:bodyPr wrap="square" rtlCol="0">
              <a:spAutoFit/>
            </a:bodyPr>
            <a:lstStyle/>
            <a:p>
              <a:r>
                <a:rPr lang="zh-CN" altLang="en-US" b="1" dirty="0"/>
                <a:t>时间</a:t>
              </a:r>
            </a:p>
          </p:txBody>
        </p:sp>
        <p:sp>
          <p:nvSpPr>
            <p:cNvPr id="236" name="文本框 235">
              <a:extLst>
                <a:ext uri="{FF2B5EF4-FFF2-40B4-BE49-F238E27FC236}">
                  <a16:creationId xmlns:a16="http://schemas.microsoft.com/office/drawing/2014/main" id="{0CC777BC-C543-43E0-BB09-FC5E462B2032}"/>
                </a:ext>
              </a:extLst>
            </p:cNvPr>
            <p:cNvSpPr txBox="1"/>
            <p:nvPr/>
          </p:nvSpPr>
          <p:spPr>
            <a:xfrm>
              <a:off x="1086090" y="3468181"/>
              <a:ext cx="1261958" cy="646331"/>
            </a:xfrm>
            <a:prstGeom prst="rect">
              <a:avLst/>
            </a:prstGeom>
            <a:noFill/>
          </p:spPr>
          <p:txBody>
            <a:bodyPr wrap="square" rtlCol="0">
              <a:spAutoFit/>
            </a:bodyPr>
            <a:lstStyle/>
            <a:p>
              <a:pPr algn="ctr"/>
              <a:r>
                <a:rPr lang="zh-CN" altLang="en-US" b="1" dirty="0"/>
                <a:t>停止</a:t>
              </a:r>
              <a:r>
                <a:rPr lang="en-US" altLang="zh-CN" b="1" dirty="0"/>
                <a:t>-</a:t>
              </a:r>
              <a:r>
                <a:rPr lang="zh-CN" altLang="en-US" b="1" dirty="0"/>
                <a:t>等待</a:t>
              </a:r>
              <a:endParaRPr lang="en-US" altLang="zh-CN" b="1" dirty="0"/>
            </a:p>
            <a:p>
              <a:pPr algn="ctr"/>
              <a:r>
                <a:rPr lang="zh-CN" altLang="en-US" b="1" dirty="0"/>
                <a:t>协议</a:t>
              </a:r>
              <a:endParaRPr lang="en-US" altLang="zh-CN" b="1" dirty="0"/>
            </a:p>
          </p:txBody>
        </p:sp>
      </p:grpSp>
      <p:sp>
        <p:nvSpPr>
          <p:cNvPr id="63" name="文本框 62">
            <a:extLst>
              <a:ext uri="{FF2B5EF4-FFF2-40B4-BE49-F238E27FC236}">
                <a16:creationId xmlns:a16="http://schemas.microsoft.com/office/drawing/2014/main" id="{3BDFDD84-6187-4295-9EF0-4BCF78474F77}"/>
              </a:ext>
            </a:extLst>
          </p:cNvPr>
          <p:cNvSpPr txBox="1"/>
          <p:nvPr/>
        </p:nvSpPr>
        <p:spPr>
          <a:xfrm>
            <a:off x="1246610" y="5741783"/>
            <a:ext cx="1528436" cy="369332"/>
          </a:xfrm>
          <a:prstGeom prst="rect">
            <a:avLst/>
          </a:prstGeom>
          <a:noFill/>
        </p:spPr>
        <p:txBody>
          <a:bodyPr wrap="square" rtlCol="0">
            <a:spAutoFit/>
          </a:bodyPr>
          <a:lstStyle/>
          <a:p>
            <a:r>
              <a:rPr lang="zh-CN" altLang="en-US" b="1" dirty="0"/>
              <a:t>信道利用率</a:t>
            </a:r>
            <a:r>
              <a:rPr lang="en-US" altLang="zh-CN" b="1" dirty="0"/>
              <a:t> =</a:t>
            </a:r>
          </a:p>
        </p:txBody>
      </p:sp>
      <p:sp>
        <p:nvSpPr>
          <p:cNvPr id="64" name="文本框 63">
            <a:extLst>
              <a:ext uri="{FF2B5EF4-FFF2-40B4-BE49-F238E27FC236}">
                <a16:creationId xmlns:a16="http://schemas.microsoft.com/office/drawing/2014/main" id="{F49FE78C-9BFE-4A78-89E4-652B7F82E412}"/>
              </a:ext>
            </a:extLst>
          </p:cNvPr>
          <p:cNvSpPr txBox="1"/>
          <p:nvPr/>
        </p:nvSpPr>
        <p:spPr>
          <a:xfrm>
            <a:off x="3479279" y="5548029"/>
            <a:ext cx="2243241" cy="369332"/>
          </a:xfrm>
          <a:prstGeom prst="rect">
            <a:avLst/>
          </a:prstGeom>
          <a:noFill/>
        </p:spPr>
        <p:txBody>
          <a:bodyPr wrap="square" rtlCol="0">
            <a:spAutoFit/>
          </a:bodyPr>
          <a:lstStyle/>
          <a:p>
            <a:pPr algn="ctr"/>
            <a:r>
              <a:rPr lang="zh-CN" altLang="en-US" b="1" dirty="0"/>
              <a:t>数据帧的发送时延</a:t>
            </a:r>
            <a:endParaRPr lang="en-US" altLang="zh-CN" b="1" dirty="0"/>
          </a:p>
        </p:txBody>
      </p:sp>
      <p:sp>
        <p:nvSpPr>
          <p:cNvPr id="65" name="文本框 64">
            <a:extLst>
              <a:ext uri="{FF2B5EF4-FFF2-40B4-BE49-F238E27FC236}">
                <a16:creationId xmlns:a16="http://schemas.microsoft.com/office/drawing/2014/main" id="{47799EB9-895E-45F4-BC66-5EE77ACD80D0}"/>
              </a:ext>
            </a:extLst>
          </p:cNvPr>
          <p:cNvSpPr txBox="1"/>
          <p:nvPr/>
        </p:nvSpPr>
        <p:spPr>
          <a:xfrm>
            <a:off x="2635806" y="5926449"/>
            <a:ext cx="2047274" cy="369332"/>
          </a:xfrm>
          <a:prstGeom prst="rect">
            <a:avLst/>
          </a:prstGeom>
          <a:noFill/>
        </p:spPr>
        <p:txBody>
          <a:bodyPr wrap="square" rtlCol="0">
            <a:spAutoFit/>
          </a:bodyPr>
          <a:lstStyle/>
          <a:p>
            <a:pPr algn="ctr"/>
            <a:r>
              <a:rPr lang="zh-CN" altLang="en-US" b="1" dirty="0"/>
              <a:t>数据帧的发送时延</a:t>
            </a:r>
            <a:endParaRPr lang="en-US" altLang="zh-CN" b="1" dirty="0"/>
          </a:p>
        </p:txBody>
      </p:sp>
      <p:cxnSp>
        <p:nvCxnSpPr>
          <p:cNvPr id="11" name="直接连接符 10">
            <a:extLst>
              <a:ext uri="{FF2B5EF4-FFF2-40B4-BE49-F238E27FC236}">
                <a16:creationId xmlns:a16="http://schemas.microsoft.com/office/drawing/2014/main" id="{A23A6FD3-E91F-4466-97CD-05573C0D58EB}"/>
              </a:ext>
            </a:extLst>
          </p:cNvPr>
          <p:cNvCxnSpPr/>
          <p:nvPr/>
        </p:nvCxnSpPr>
        <p:spPr>
          <a:xfrm>
            <a:off x="2674868" y="5930585"/>
            <a:ext cx="403257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mc:AlternateContent xmlns:mc="http://schemas.openxmlformats.org/markup-compatibility/2006" xmlns:a14="http://schemas.microsoft.com/office/drawing/2010/main">
        <mc:Choice Requires="a14">
          <p:sp>
            <p:nvSpPr>
              <p:cNvPr id="68" name="文本框 67">
                <a:extLst>
                  <a:ext uri="{FF2B5EF4-FFF2-40B4-BE49-F238E27FC236}">
                    <a16:creationId xmlns:a16="http://schemas.microsoft.com/office/drawing/2014/main" id="{C8DEA76A-E596-45D6-B6FF-8E4E0CE0733C}"/>
                  </a:ext>
                </a:extLst>
              </p:cNvPr>
              <p:cNvSpPr txBox="1"/>
              <p:nvPr/>
            </p:nvSpPr>
            <p:spPr>
              <a:xfrm rot="18430381">
                <a:off x="3321484" y="3594493"/>
                <a:ext cx="1514065" cy="369332"/>
              </a:xfrm>
              <a:prstGeom prst="rect">
                <a:avLst/>
              </a:prstGeom>
              <a:solidFill>
                <a:schemeClr val="accent3"/>
              </a:solidFill>
            </p:spPr>
            <p:txBody>
              <a:bodyPr wrap="square" rtlCol="0">
                <a:spAutoFit/>
              </a:bodyPr>
              <a:lstStyle/>
              <a:p>
                <a:pPr algn="ctr"/>
                <a:r>
                  <a:rPr lang="zh-CN" altLang="en-US" b="1" dirty="0">
                    <a:solidFill>
                      <a:schemeClr val="bg1"/>
                    </a:solidFill>
                    <a:latin typeface="+mn-ea"/>
                  </a:rPr>
                  <a:t>长度为</a:t>
                </a:r>
                <a14:m>
                  <m:oMath xmlns:m="http://schemas.openxmlformats.org/officeDocument/2006/math">
                    <m:r>
                      <a:rPr lang="en-US" altLang="zh-CN" i="1">
                        <a:solidFill>
                          <a:schemeClr val="bg1"/>
                        </a:solidFill>
                        <a:latin typeface="Cambria Math" panose="02040503050406030204" pitchFamily="18" charset="0"/>
                      </a:rPr>
                      <m:t>𝑥</m:t>
                    </m:r>
                  </m:oMath>
                </a14:m>
                <a:r>
                  <a:rPr lang="zh-CN" altLang="en-US" b="1" dirty="0">
                    <a:solidFill>
                      <a:schemeClr val="bg1"/>
                    </a:solidFill>
                    <a:latin typeface="+mn-ea"/>
                  </a:rPr>
                  <a:t>比特</a:t>
                </a:r>
              </a:p>
            </p:txBody>
          </p:sp>
        </mc:Choice>
        <mc:Fallback xmlns="">
          <p:sp>
            <p:nvSpPr>
              <p:cNvPr id="68" name="文本框 67">
                <a:extLst>
                  <a:ext uri="{FF2B5EF4-FFF2-40B4-BE49-F238E27FC236}">
                    <a16:creationId xmlns:a16="http://schemas.microsoft.com/office/drawing/2014/main" id="{C8DEA76A-E596-45D6-B6FF-8E4E0CE0733C}"/>
                  </a:ext>
                </a:extLst>
              </p:cNvPr>
              <p:cNvSpPr txBox="1">
                <a:spLocks noRot="1" noChangeAspect="1" noMove="1" noResize="1" noEditPoints="1" noAdjustHandles="1" noChangeArrowheads="1" noChangeShapeType="1" noTextEdit="1"/>
              </p:cNvSpPr>
              <p:nvPr/>
            </p:nvSpPr>
            <p:spPr>
              <a:xfrm rot="18430381">
                <a:off x="3321484" y="3594493"/>
                <a:ext cx="1514065" cy="369332"/>
              </a:xfrm>
              <a:prstGeom prst="rect">
                <a:avLst/>
              </a:prstGeom>
              <a:blipFill>
                <a:blip r:embed="rId3"/>
                <a:stretch>
                  <a:fillRect l="-3500" t="-2542" r="-7000" b="-5508"/>
                </a:stretch>
              </a:blipFill>
            </p:spPr>
            <p:txBody>
              <a:bodyPr/>
              <a:lstStyle/>
              <a:p>
                <a:r>
                  <a:rPr lang="zh-CN" altLang="en-US">
                    <a:noFill/>
                  </a:rPr>
                  <a:t> </a:t>
                </a:r>
              </a:p>
            </p:txBody>
          </p:sp>
        </mc:Fallback>
      </mc:AlternateContent>
      <mc:AlternateContent xmlns:mc="http://schemas.openxmlformats.org/markup-compatibility/2006" xmlns:a14="http://schemas.microsoft.com/office/drawing/2010/main">
        <mc:Choice Requires="a14">
          <p:sp>
            <p:nvSpPr>
              <p:cNvPr id="12" name="文本框 11">
                <a:extLst>
                  <a:ext uri="{FF2B5EF4-FFF2-40B4-BE49-F238E27FC236}">
                    <a16:creationId xmlns:a16="http://schemas.microsoft.com/office/drawing/2014/main" id="{3E641AE5-6BDF-4B11-A433-CA73CC9285FD}"/>
                  </a:ext>
                </a:extLst>
              </p:cNvPr>
              <p:cNvSpPr txBox="1"/>
              <p:nvPr/>
            </p:nvSpPr>
            <p:spPr>
              <a:xfrm>
                <a:off x="7078719" y="5409993"/>
                <a:ext cx="2847383" cy="1032911"/>
              </a:xfrm>
              <a:prstGeom prst="rect">
                <a:avLst/>
              </a:prstGeom>
              <a:noFill/>
            </p:spPr>
            <p:txBody>
              <a:bodyPr wrap="none" lIns="0" tIns="0" rIns="0" bIns="0" rtlCol="0">
                <a:spAutoFit/>
              </a:bodyPr>
              <a:lstStyle/>
              <a:p>
                <a:pPr/>
                <a14:m>
                  <m:oMathPara xmlns:m="http://schemas.openxmlformats.org/officeDocument/2006/math">
                    <m:oMathParaPr>
                      <m:jc m:val="centerGroup"/>
                    </m:oMathParaPr>
                    <m:oMath xmlns:m="http://schemas.openxmlformats.org/officeDocument/2006/math">
                      <m:r>
                        <a:rPr lang="en-US" altLang="zh-CN" i="1" smtClean="0">
                          <a:latin typeface="Cambria Math" panose="02040503050406030204" pitchFamily="18" charset="0"/>
                        </a:rPr>
                        <m:t>4</m:t>
                      </m:r>
                      <m:r>
                        <a:rPr lang="en-US" altLang="zh-CN" b="0" i="1" smtClean="0">
                          <a:latin typeface="Cambria Math" panose="02040503050406030204" pitchFamily="18" charset="0"/>
                        </a:rPr>
                        <m:t>0%=</m:t>
                      </m:r>
                      <m:f>
                        <m:fPr>
                          <m:ctrlPr>
                            <a:rPr lang="en-US" altLang="zh-CN" b="0" i="1" smtClean="0">
                              <a:latin typeface="Cambria Math" panose="02040503050406030204" pitchFamily="18" charset="0"/>
                            </a:rPr>
                          </m:ctrlPr>
                        </m:fPr>
                        <m:num>
                          <m:f>
                            <m:fPr>
                              <m:ctrlPr>
                                <a:rPr lang="en-US" altLang="zh-CN" b="0" i="1" smtClean="0">
                                  <a:latin typeface="Cambria Math" panose="02040503050406030204" pitchFamily="18" charset="0"/>
                                </a:rPr>
                              </m:ctrlPr>
                            </m:fPr>
                            <m:num>
                              <m:r>
                                <a:rPr lang="en-US" altLang="zh-CN" b="0" i="1" smtClean="0">
                                  <a:solidFill>
                                    <a:schemeClr val="tx1"/>
                                  </a:solidFill>
                                  <a:latin typeface="Cambria Math" panose="02040503050406030204" pitchFamily="18" charset="0"/>
                                </a:rPr>
                                <m:t>𝑥</m:t>
                              </m:r>
                              <m:r>
                                <a:rPr lang="en-US" altLang="zh-CN" b="0" i="1" smtClean="0">
                                  <a:solidFill>
                                    <a:schemeClr val="tx1"/>
                                  </a:solidFill>
                                  <a:latin typeface="Cambria Math" panose="02040503050406030204" pitchFamily="18" charset="0"/>
                                </a:rPr>
                                <m:t> </m:t>
                              </m:r>
                              <m:r>
                                <a:rPr lang="en-US" altLang="zh-CN" b="0" i="1" smtClean="0">
                                  <a:latin typeface="Cambria Math" panose="02040503050406030204" pitchFamily="18" charset="0"/>
                                </a:rPr>
                                <m:t>𝑏</m:t>
                              </m:r>
                            </m:num>
                            <m:den>
                              <m:r>
                                <a:rPr lang="en-US" altLang="zh-CN" b="0" i="1" smtClean="0">
                                  <a:latin typeface="Cambria Math" panose="02040503050406030204" pitchFamily="18" charset="0"/>
                                </a:rPr>
                                <m:t>3</m:t>
                              </m:r>
                              <m:r>
                                <a:rPr lang="en-US" altLang="zh-CN" b="0" i="1" smtClean="0">
                                  <a:latin typeface="Cambria Math" panose="02040503050406030204" pitchFamily="18" charset="0"/>
                                </a:rPr>
                                <m:t>𝑘</m:t>
                              </m:r>
                              <m:r>
                                <a:rPr lang="en-US" altLang="zh-CN" b="0" i="1" smtClean="0">
                                  <a:latin typeface="Cambria Math" panose="02040503050406030204" pitchFamily="18" charset="0"/>
                                </a:rPr>
                                <m:t> </m:t>
                              </m:r>
                              <m:r>
                                <a:rPr lang="en-US" altLang="zh-CN" b="0" i="1" smtClean="0">
                                  <a:latin typeface="Cambria Math" panose="02040503050406030204" pitchFamily="18" charset="0"/>
                                </a:rPr>
                                <m:t>𝑏</m:t>
                              </m:r>
                              <m:r>
                                <a:rPr lang="en-US" altLang="zh-CN" b="0" i="1" smtClean="0">
                                  <a:latin typeface="Cambria Math" panose="02040503050406030204" pitchFamily="18" charset="0"/>
                                </a:rPr>
                                <m:t>/</m:t>
                              </m:r>
                              <m:r>
                                <a:rPr lang="en-US" altLang="zh-CN" b="0" i="1" smtClean="0">
                                  <a:latin typeface="Cambria Math" panose="02040503050406030204" pitchFamily="18" charset="0"/>
                                </a:rPr>
                                <m:t>𝑠</m:t>
                              </m:r>
                            </m:den>
                          </m:f>
                        </m:num>
                        <m:den>
                          <m:f>
                            <m:fPr>
                              <m:ctrlPr>
                                <a:rPr lang="en-US" altLang="zh-CN" b="0" i="1" smtClean="0">
                                  <a:latin typeface="Cambria Math" panose="02040503050406030204" pitchFamily="18" charset="0"/>
                                </a:rPr>
                              </m:ctrlPr>
                            </m:fPr>
                            <m:num>
                              <m:r>
                                <a:rPr lang="en-US" altLang="zh-CN" b="0" i="1" smtClean="0">
                                  <a:solidFill>
                                    <a:schemeClr val="tx1"/>
                                  </a:solidFill>
                                  <a:latin typeface="Cambria Math" panose="02040503050406030204" pitchFamily="18" charset="0"/>
                                </a:rPr>
                                <m:t>𝑥</m:t>
                              </m:r>
                              <m:r>
                                <a:rPr lang="en-US" altLang="zh-CN" b="0" i="1" smtClean="0">
                                  <a:solidFill>
                                    <a:schemeClr val="accent1">
                                      <a:lumMod val="75000"/>
                                    </a:schemeClr>
                                  </a:solidFill>
                                  <a:latin typeface="Cambria Math" panose="02040503050406030204" pitchFamily="18" charset="0"/>
                                </a:rPr>
                                <m:t> </m:t>
                              </m:r>
                              <m:r>
                                <a:rPr lang="en-US" altLang="zh-CN" b="0" i="1" smtClean="0">
                                  <a:latin typeface="Cambria Math" panose="02040503050406030204" pitchFamily="18" charset="0"/>
                                </a:rPr>
                                <m:t>𝑏</m:t>
                              </m:r>
                            </m:num>
                            <m:den>
                              <m:r>
                                <a:rPr lang="en-US" altLang="zh-CN" b="0" i="1" smtClean="0">
                                  <a:latin typeface="Cambria Math" panose="02040503050406030204" pitchFamily="18" charset="0"/>
                                </a:rPr>
                                <m:t>3</m:t>
                              </m:r>
                              <m:r>
                                <a:rPr lang="en-US" altLang="zh-CN" b="0" i="1" smtClean="0">
                                  <a:latin typeface="Cambria Math" panose="02040503050406030204" pitchFamily="18" charset="0"/>
                                </a:rPr>
                                <m:t>𝑘</m:t>
                              </m:r>
                              <m:r>
                                <a:rPr lang="en-US" altLang="zh-CN" b="0" i="1" smtClean="0">
                                  <a:latin typeface="Cambria Math" panose="02040503050406030204" pitchFamily="18" charset="0"/>
                                </a:rPr>
                                <m:t> </m:t>
                              </m:r>
                              <m:r>
                                <a:rPr lang="en-US" altLang="zh-CN" b="0" i="1" smtClean="0">
                                  <a:latin typeface="Cambria Math" panose="02040503050406030204" pitchFamily="18" charset="0"/>
                                </a:rPr>
                                <m:t>𝑏</m:t>
                              </m:r>
                              <m:r>
                                <a:rPr lang="en-US" altLang="zh-CN" b="0" i="1" smtClean="0">
                                  <a:latin typeface="Cambria Math" panose="02040503050406030204" pitchFamily="18" charset="0"/>
                                </a:rPr>
                                <m:t>/</m:t>
                              </m:r>
                              <m:r>
                                <a:rPr lang="en-US" altLang="zh-CN" b="0" i="1" smtClean="0">
                                  <a:latin typeface="Cambria Math" panose="02040503050406030204" pitchFamily="18" charset="0"/>
                                </a:rPr>
                                <m:t>𝑠</m:t>
                              </m:r>
                            </m:den>
                          </m:f>
                          <m:r>
                            <a:rPr lang="en-US" altLang="zh-CN" b="0" i="1" smtClean="0">
                              <a:latin typeface="Cambria Math" panose="02040503050406030204" pitchFamily="18" charset="0"/>
                            </a:rPr>
                            <m:t>+200</m:t>
                          </m:r>
                          <m:r>
                            <a:rPr lang="en-US" altLang="zh-CN" b="0" i="1" smtClean="0">
                              <a:latin typeface="Cambria Math" panose="02040503050406030204" pitchFamily="18" charset="0"/>
                            </a:rPr>
                            <m:t>𝑚𝑠</m:t>
                          </m:r>
                          <m:r>
                            <a:rPr lang="en-US" altLang="zh-CN" b="0" i="1" smtClean="0">
                              <a:latin typeface="Cambria Math" panose="02040503050406030204" pitchFamily="18" charset="0"/>
                              <a:ea typeface="Cambria Math" panose="02040503050406030204" pitchFamily="18" charset="0"/>
                            </a:rPr>
                            <m:t>×2</m:t>
                          </m:r>
                        </m:den>
                      </m:f>
                    </m:oMath>
                  </m:oMathPara>
                </a14:m>
                <a:endParaRPr lang="zh-CN" altLang="en-US" dirty="0"/>
              </a:p>
            </p:txBody>
          </p:sp>
        </mc:Choice>
        <mc:Fallback xmlns="">
          <p:sp>
            <p:nvSpPr>
              <p:cNvPr id="12" name="文本框 11">
                <a:extLst>
                  <a:ext uri="{FF2B5EF4-FFF2-40B4-BE49-F238E27FC236}">
                    <a16:creationId xmlns:a16="http://schemas.microsoft.com/office/drawing/2014/main" id="{3E641AE5-6BDF-4B11-A433-CA73CC9285FD}"/>
                  </a:ext>
                </a:extLst>
              </p:cNvPr>
              <p:cNvSpPr txBox="1">
                <a:spLocks noRot="1" noChangeAspect="1" noMove="1" noResize="1" noEditPoints="1" noAdjustHandles="1" noChangeArrowheads="1" noChangeShapeType="1" noTextEdit="1"/>
              </p:cNvSpPr>
              <p:nvPr/>
            </p:nvSpPr>
            <p:spPr>
              <a:xfrm>
                <a:off x="7078719" y="5409993"/>
                <a:ext cx="2847383" cy="1032911"/>
              </a:xfrm>
              <a:prstGeom prst="rect">
                <a:avLst/>
              </a:prstGeom>
              <a:blipFill>
                <a:blip r:embed="rId4"/>
                <a:stretch>
                  <a:fillRect/>
                </a:stretch>
              </a:blipFill>
            </p:spPr>
            <p:txBody>
              <a:bodyPr/>
              <a:lstStyle/>
              <a:p>
                <a:r>
                  <a:rPr lang="zh-CN" altLang="en-US">
                    <a:noFill/>
                  </a:rPr>
                  <a:t> </a:t>
                </a:r>
              </a:p>
            </p:txBody>
          </p:sp>
        </mc:Fallback>
      </mc:AlternateContent>
      <p:grpSp>
        <p:nvGrpSpPr>
          <p:cNvPr id="14" name="组合 13">
            <a:extLst>
              <a:ext uri="{FF2B5EF4-FFF2-40B4-BE49-F238E27FC236}">
                <a16:creationId xmlns:a16="http://schemas.microsoft.com/office/drawing/2014/main" id="{E559D627-03BD-4E80-824D-7895CDA9ABA6}"/>
              </a:ext>
            </a:extLst>
          </p:cNvPr>
          <p:cNvGrpSpPr/>
          <p:nvPr/>
        </p:nvGrpSpPr>
        <p:grpSpPr>
          <a:xfrm>
            <a:off x="10298256" y="5764547"/>
            <a:ext cx="1596261" cy="369332"/>
            <a:chOff x="9845174" y="4948237"/>
            <a:chExt cx="1596261" cy="369332"/>
          </a:xfrm>
        </p:grpSpPr>
        <p:sp>
          <p:nvSpPr>
            <p:cNvPr id="70" name="文本框 69">
              <a:extLst>
                <a:ext uri="{FF2B5EF4-FFF2-40B4-BE49-F238E27FC236}">
                  <a16:creationId xmlns:a16="http://schemas.microsoft.com/office/drawing/2014/main" id="{D4302594-5FB4-4E5A-A22A-BF742C7AB536}"/>
                </a:ext>
              </a:extLst>
            </p:cNvPr>
            <p:cNvSpPr txBox="1"/>
            <p:nvPr/>
          </p:nvSpPr>
          <p:spPr>
            <a:xfrm>
              <a:off x="9845174" y="4948237"/>
              <a:ext cx="647402" cy="369332"/>
            </a:xfrm>
            <a:prstGeom prst="rect">
              <a:avLst/>
            </a:prstGeom>
            <a:noFill/>
          </p:spPr>
          <p:txBody>
            <a:bodyPr wrap="square" rtlCol="0">
              <a:spAutoFit/>
            </a:bodyPr>
            <a:lstStyle/>
            <a:p>
              <a:r>
                <a:rPr lang="zh-CN" altLang="en-US" b="1" dirty="0"/>
                <a:t>解得</a:t>
              </a:r>
              <a:endParaRPr lang="en-US" altLang="zh-CN" b="1" dirty="0"/>
            </a:p>
          </p:txBody>
        </p:sp>
        <mc:AlternateContent xmlns:mc="http://schemas.openxmlformats.org/markup-compatibility/2006" xmlns:a14="http://schemas.microsoft.com/office/drawing/2010/main">
          <mc:Choice Requires="a14">
            <p:sp>
              <p:nvSpPr>
                <p:cNvPr id="13" name="文本框 12">
                  <a:extLst>
                    <a:ext uri="{FF2B5EF4-FFF2-40B4-BE49-F238E27FC236}">
                      <a16:creationId xmlns:a16="http://schemas.microsoft.com/office/drawing/2014/main" id="{535D5E2D-9209-404E-92DA-252ABF7F6E5D}"/>
                    </a:ext>
                  </a:extLst>
                </p:cNvPr>
                <p:cNvSpPr txBox="1"/>
                <p:nvPr/>
              </p:nvSpPr>
              <p:spPr>
                <a:xfrm>
                  <a:off x="10441931" y="4994402"/>
                  <a:ext cx="999504" cy="276999"/>
                </a:xfrm>
                <a:prstGeom prst="rect">
                  <a:avLst/>
                </a:prstGeom>
                <a:noFill/>
              </p:spPr>
              <p:txBody>
                <a:bodyPr wrap="none" lIns="0" tIns="0" rIns="0" bIns="0" rtlCol="0">
                  <a:spAutoFit/>
                </a:bodyPr>
                <a:lstStyle/>
                <a:p>
                  <a:pPr/>
                  <a14:m>
                    <m:oMathPara xmlns:m="http://schemas.openxmlformats.org/officeDocument/2006/math">
                      <m:oMathParaPr>
                        <m:jc m:val="centerGroup"/>
                      </m:oMathParaPr>
                      <m:oMath xmlns:m="http://schemas.openxmlformats.org/officeDocument/2006/math">
                        <m:r>
                          <a:rPr lang="en-US" altLang="zh-CN" b="0" i="1" smtClean="0">
                            <a:latin typeface="Cambria Math" panose="02040503050406030204" pitchFamily="18" charset="0"/>
                          </a:rPr>
                          <m:t>𝑥</m:t>
                        </m:r>
                        <m:r>
                          <a:rPr lang="en-US" altLang="zh-CN" b="0" i="1" smtClean="0">
                            <a:latin typeface="Cambria Math" panose="02040503050406030204" pitchFamily="18" charset="0"/>
                          </a:rPr>
                          <m:t>=800</m:t>
                        </m:r>
                        <m:r>
                          <a:rPr lang="en-US" altLang="zh-CN" b="0" i="1" smtClean="0">
                            <a:latin typeface="Cambria Math" panose="02040503050406030204" pitchFamily="18" charset="0"/>
                          </a:rPr>
                          <m:t>𝑏</m:t>
                        </m:r>
                      </m:oMath>
                    </m:oMathPara>
                  </a14:m>
                  <a:endParaRPr lang="zh-CN" altLang="en-US" dirty="0"/>
                </a:p>
              </p:txBody>
            </p:sp>
          </mc:Choice>
          <mc:Fallback xmlns="">
            <p:sp>
              <p:nvSpPr>
                <p:cNvPr id="13" name="文本框 12">
                  <a:extLst>
                    <a:ext uri="{FF2B5EF4-FFF2-40B4-BE49-F238E27FC236}">
                      <a16:creationId xmlns:a16="http://schemas.microsoft.com/office/drawing/2014/main" id="{535D5E2D-9209-404E-92DA-252ABF7F6E5D}"/>
                    </a:ext>
                  </a:extLst>
                </p:cNvPr>
                <p:cNvSpPr txBox="1">
                  <a:spLocks noRot="1" noChangeAspect="1" noMove="1" noResize="1" noEditPoints="1" noAdjustHandles="1" noChangeArrowheads="1" noChangeShapeType="1" noTextEdit="1"/>
                </p:cNvSpPr>
                <p:nvPr/>
              </p:nvSpPr>
              <p:spPr>
                <a:xfrm>
                  <a:off x="10441931" y="4994402"/>
                  <a:ext cx="999504" cy="276999"/>
                </a:xfrm>
                <a:prstGeom prst="rect">
                  <a:avLst/>
                </a:prstGeom>
                <a:blipFill>
                  <a:blip r:embed="rId5"/>
                  <a:stretch>
                    <a:fillRect l="-3049" r="-4878" b="-10870"/>
                  </a:stretch>
                </a:blipFill>
              </p:spPr>
              <p:txBody>
                <a:bodyPr/>
                <a:lstStyle/>
                <a:p>
                  <a:r>
                    <a:rPr lang="zh-CN" altLang="en-US">
                      <a:noFill/>
                    </a:rPr>
                    <a:t> </a:t>
                  </a:r>
                </a:p>
              </p:txBody>
            </p:sp>
          </mc:Fallback>
        </mc:AlternateContent>
      </p:grpSp>
      <p:sp>
        <p:nvSpPr>
          <p:cNvPr id="73" name="文本框 72">
            <a:extLst>
              <a:ext uri="{FF2B5EF4-FFF2-40B4-BE49-F238E27FC236}">
                <a16:creationId xmlns:a16="http://schemas.microsoft.com/office/drawing/2014/main" id="{01337EB8-8330-496A-8562-7C4ACE003D06}"/>
              </a:ext>
            </a:extLst>
          </p:cNvPr>
          <p:cNvSpPr txBox="1"/>
          <p:nvPr/>
        </p:nvSpPr>
        <p:spPr>
          <a:xfrm>
            <a:off x="4541357" y="5935624"/>
            <a:ext cx="410768" cy="369332"/>
          </a:xfrm>
          <a:prstGeom prst="rect">
            <a:avLst/>
          </a:prstGeom>
          <a:noFill/>
        </p:spPr>
        <p:txBody>
          <a:bodyPr wrap="square" rtlCol="0">
            <a:spAutoFit/>
          </a:bodyPr>
          <a:lstStyle/>
          <a:p>
            <a:pPr algn="ctr"/>
            <a:r>
              <a:rPr lang="en-US" altLang="zh-CN" b="1" dirty="0"/>
              <a:t>+</a:t>
            </a:r>
          </a:p>
        </p:txBody>
      </p:sp>
      <p:sp>
        <p:nvSpPr>
          <p:cNvPr id="74" name="文本框 73">
            <a:extLst>
              <a:ext uri="{FF2B5EF4-FFF2-40B4-BE49-F238E27FC236}">
                <a16:creationId xmlns:a16="http://schemas.microsoft.com/office/drawing/2014/main" id="{FF8DA2DB-673E-4589-8125-22246B3D515A}"/>
              </a:ext>
            </a:extLst>
          </p:cNvPr>
          <p:cNvSpPr txBox="1"/>
          <p:nvPr/>
        </p:nvSpPr>
        <p:spPr>
          <a:xfrm>
            <a:off x="4772765" y="5926449"/>
            <a:ext cx="2007576" cy="369332"/>
          </a:xfrm>
          <a:prstGeom prst="rect">
            <a:avLst/>
          </a:prstGeom>
          <a:noFill/>
        </p:spPr>
        <p:txBody>
          <a:bodyPr wrap="square" rtlCol="0">
            <a:spAutoFit/>
          </a:bodyPr>
          <a:lstStyle/>
          <a:p>
            <a:pPr algn="ctr"/>
            <a:r>
              <a:rPr lang="zh-CN" altLang="en-US" b="1" dirty="0"/>
              <a:t>单程传播时延 </a:t>
            </a:r>
            <a:r>
              <a:rPr lang="en-US" altLang="zh-CN" b="1" dirty="0"/>
              <a:t>× 2</a:t>
            </a:r>
          </a:p>
        </p:txBody>
      </p:sp>
    </p:spTree>
    <p:custDataLst>
      <p:tags r:id="rId1"/>
    </p:custDataLst>
    <p:extLst>
      <p:ext uri="{BB962C8B-B14F-4D97-AF65-F5344CB8AC3E}">
        <p14:creationId xmlns:p14="http://schemas.microsoft.com/office/powerpoint/2010/main" val="2265953261"/>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2" presetClass="entr" presetSubtype="8" fill="hold" grpId="0" nodeType="withEffect">
                                  <p:stCondLst>
                                    <p:cond delay="0"/>
                                  </p:stCondLst>
                                  <p:childTnLst>
                                    <p:set>
                                      <p:cBhvr>
                                        <p:cTn id="6" dur="1" fill="hold">
                                          <p:stCondLst>
                                            <p:cond delay="0"/>
                                          </p:stCondLst>
                                        </p:cTn>
                                        <p:tgtEl>
                                          <p:spTgt spid="8"/>
                                        </p:tgtEl>
                                        <p:attrNameLst>
                                          <p:attrName>style.visibility</p:attrName>
                                        </p:attrNameLst>
                                      </p:cBhvr>
                                      <p:to>
                                        <p:strVal val="visible"/>
                                      </p:to>
                                    </p:set>
                                    <p:animEffect transition="in" filter="wipe(left)">
                                      <p:cBhvr>
                                        <p:cTn id="7" dur="500"/>
                                        <p:tgtEl>
                                          <p:spTgt spid="8"/>
                                        </p:tgtEl>
                                      </p:cBhvr>
                                    </p:animEffect>
                                  </p:childTnLst>
                                </p:cTn>
                              </p:par>
                            </p:childTnLst>
                          </p:cTn>
                        </p:par>
                      </p:childTnLst>
                    </p:cTn>
                  </p:par>
                  <p:par>
                    <p:cTn id="8" fill="hold">
                      <p:stCondLst>
                        <p:cond delay="indefinite"/>
                      </p:stCondLst>
                      <p:childTnLst>
                        <p:par>
                          <p:cTn id="9" fill="hold">
                            <p:stCondLst>
                              <p:cond delay="0"/>
                            </p:stCondLst>
                            <p:childTnLst>
                              <p:par>
                                <p:cTn id="10" presetID="22" presetClass="entr" presetSubtype="8" fill="hold" grpId="0" nodeType="clickEffect">
                                  <p:stCondLst>
                                    <p:cond delay="0"/>
                                  </p:stCondLst>
                                  <p:childTnLst>
                                    <p:set>
                                      <p:cBhvr>
                                        <p:cTn id="11" dur="1" fill="hold">
                                          <p:stCondLst>
                                            <p:cond delay="0"/>
                                          </p:stCondLst>
                                        </p:cTn>
                                        <p:tgtEl>
                                          <p:spTgt spid="61"/>
                                        </p:tgtEl>
                                        <p:attrNameLst>
                                          <p:attrName>style.visibility</p:attrName>
                                        </p:attrNameLst>
                                      </p:cBhvr>
                                      <p:to>
                                        <p:strVal val="visible"/>
                                      </p:to>
                                    </p:set>
                                    <p:animEffect transition="in" filter="wipe(left)">
                                      <p:cBhvr>
                                        <p:cTn id="12" dur="500"/>
                                        <p:tgtEl>
                                          <p:spTgt spid="61"/>
                                        </p:tgtEl>
                                      </p:cBhvr>
                                    </p:animEffect>
                                  </p:childTnLst>
                                </p:cTn>
                              </p:par>
                            </p:childTnLst>
                          </p:cTn>
                        </p:par>
                      </p:childTnLst>
                    </p:cTn>
                  </p:par>
                  <p:par>
                    <p:cTn id="13" fill="hold">
                      <p:stCondLst>
                        <p:cond delay="indefinite"/>
                      </p:stCondLst>
                      <p:childTnLst>
                        <p:par>
                          <p:cTn id="14" fill="hold">
                            <p:stCondLst>
                              <p:cond delay="0"/>
                            </p:stCondLst>
                            <p:childTnLst>
                              <p:par>
                                <p:cTn id="15" presetID="53" presetClass="entr" presetSubtype="16" fill="hold" grpId="0" nodeType="clickEffect">
                                  <p:stCondLst>
                                    <p:cond delay="0"/>
                                  </p:stCondLst>
                                  <p:childTnLst>
                                    <p:set>
                                      <p:cBhvr>
                                        <p:cTn id="16" dur="1" fill="hold">
                                          <p:stCondLst>
                                            <p:cond delay="0"/>
                                          </p:stCondLst>
                                        </p:cTn>
                                        <p:tgtEl>
                                          <p:spTgt spid="63"/>
                                        </p:tgtEl>
                                        <p:attrNameLst>
                                          <p:attrName>style.visibility</p:attrName>
                                        </p:attrNameLst>
                                      </p:cBhvr>
                                      <p:to>
                                        <p:strVal val="visible"/>
                                      </p:to>
                                    </p:set>
                                    <p:anim calcmode="lin" valueType="num">
                                      <p:cBhvr>
                                        <p:cTn id="17" dur="500" fill="hold"/>
                                        <p:tgtEl>
                                          <p:spTgt spid="63"/>
                                        </p:tgtEl>
                                        <p:attrNameLst>
                                          <p:attrName>ppt_w</p:attrName>
                                        </p:attrNameLst>
                                      </p:cBhvr>
                                      <p:tavLst>
                                        <p:tav tm="0">
                                          <p:val>
                                            <p:fltVal val="0"/>
                                          </p:val>
                                        </p:tav>
                                        <p:tav tm="100000">
                                          <p:val>
                                            <p:strVal val="#ppt_w"/>
                                          </p:val>
                                        </p:tav>
                                      </p:tavLst>
                                    </p:anim>
                                    <p:anim calcmode="lin" valueType="num">
                                      <p:cBhvr>
                                        <p:cTn id="18" dur="500" fill="hold"/>
                                        <p:tgtEl>
                                          <p:spTgt spid="63"/>
                                        </p:tgtEl>
                                        <p:attrNameLst>
                                          <p:attrName>ppt_h</p:attrName>
                                        </p:attrNameLst>
                                      </p:cBhvr>
                                      <p:tavLst>
                                        <p:tav tm="0">
                                          <p:val>
                                            <p:fltVal val="0"/>
                                          </p:val>
                                        </p:tav>
                                        <p:tav tm="100000">
                                          <p:val>
                                            <p:strVal val="#ppt_h"/>
                                          </p:val>
                                        </p:tav>
                                      </p:tavLst>
                                    </p:anim>
                                    <p:animEffect transition="in" filter="fade">
                                      <p:cBhvr>
                                        <p:cTn id="19" dur="500"/>
                                        <p:tgtEl>
                                          <p:spTgt spid="63"/>
                                        </p:tgtEl>
                                      </p:cBhvr>
                                    </p:animEffect>
                                  </p:childTnLst>
                                </p:cTn>
                              </p:par>
                            </p:childTnLst>
                          </p:cTn>
                        </p:par>
                      </p:childTnLst>
                    </p:cTn>
                  </p:par>
                  <p:par>
                    <p:cTn id="20" fill="hold">
                      <p:stCondLst>
                        <p:cond delay="indefinite"/>
                      </p:stCondLst>
                      <p:childTnLst>
                        <p:par>
                          <p:cTn id="21" fill="hold">
                            <p:stCondLst>
                              <p:cond delay="0"/>
                            </p:stCondLst>
                            <p:childTnLst>
                              <p:par>
                                <p:cTn id="22" presetID="53" presetClass="entr" presetSubtype="16" fill="hold" grpId="0" nodeType="clickEffect">
                                  <p:stCondLst>
                                    <p:cond delay="0"/>
                                  </p:stCondLst>
                                  <p:childTnLst>
                                    <p:set>
                                      <p:cBhvr>
                                        <p:cTn id="23" dur="1" fill="hold">
                                          <p:stCondLst>
                                            <p:cond delay="0"/>
                                          </p:stCondLst>
                                        </p:cTn>
                                        <p:tgtEl>
                                          <p:spTgt spid="64"/>
                                        </p:tgtEl>
                                        <p:attrNameLst>
                                          <p:attrName>style.visibility</p:attrName>
                                        </p:attrNameLst>
                                      </p:cBhvr>
                                      <p:to>
                                        <p:strVal val="visible"/>
                                      </p:to>
                                    </p:set>
                                    <p:anim calcmode="lin" valueType="num">
                                      <p:cBhvr>
                                        <p:cTn id="24" dur="500" fill="hold"/>
                                        <p:tgtEl>
                                          <p:spTgt spid="64"/>
                                        </p:tgtEl>
                                        <p:attrNameLst>
                                          <p:attrName>ppt_w</p:attrName>
                                        </p:attrNameLst>
                                      </p:cBhvr>
                                      <p:tavLst>
                                        <p:tav tm="0">
                                          <p:val>
                                            <p:fltVal val="0"/>
                                          </p:val>
                                        </p:tav>
                                        <p:tav tm="100000">
                                          <p:val>
                                            <p:strVal val="#ppt_w"/>
                                          </p:val>
                                        </p:tav>
                                      </p:tavLst>
                                    </p:anim>
                                    <p:anim calcmode="lin" valueType="num">
                                      <p:cBhvr>
                                        <p:cTn id="25" dur="500" fill="hold"/>
                                        <p:tgtEl>
                                          <p:spTgt spid="64"/>
                                        </p:tgtEl>
                                        <p:attrNameLst>
                                          <p:attrName>ppt_h</p:attrName>
                                        </p:attrNameLst>
                                      </p:cBhvr>
                                      <p:tavLst>
                                        <p:tav tm="0">
                                          <p:val>
                                            <p:fltVal val="0"/>
                                          </p:val>
                                        </p:tav>
                                        <p:tav tm="100000">
                                          <p:val>
                                            <p:strVal val="#ppt_h"/>
                                          </p:val>
                                        </p:tav>
                                      </p:tavLst>
                                    </p:anim>
                                    <p:animEffect transition="in" filter="fade">
                                      <p:cBhvr>
                                        <p:cTn id="26" dur="500"/>
                                        <p:tgtEl>
                                          <p:spTgt spid="64"/>
                                        </p:tgtEl>
                                      </p:cBhvr>
                                    </p:animEffect>
                                  </p:childTnLst>
                                </p:cTn>
                              </p:par>
                            </p:childTnLst>
                          </p:cTn>
                        </p:par>
                      </p:childTnLst>
                    </p:cTn>
                  </p:par>
                  <p:par>
                    <p:cTn id="27" fill="hold">
                      <p:stCondLst>
                        <p:cond delay="indefinite"/>
                      </p:stCondLst>
                      <p:childTnLst>
                        <p:par>
                          <p:cTn id="28" fill="hold">
                            <p:stCondLst>
                              <p:cond delay="0"/>
                            </p:stCondLst>
                            <p:childTnLst>
                              <p:par>
                                <p:cTn id="29" presetID="22" presetClass="entr" presetSubtype="8" fill="hold" nodeType="clickEffect">
                                  <p:stCondLst>
                                    <p:cond delay="0"/>
                                  </p:stCondLst>
                                  <p:childTnLst>
                                    <p:set>
                                      <p:cBhvr>
                                        <p:cTn id="30" dur="1" fill="hold">
                                          <p:stCondLst>
                                            <p:cond delay="0"/>
                                          </p:stCondLst>
                                        </p:cTn>
                                        <p:tgtEl>
                                          <p:spTgt spid="11"/>
                                        </p:tgtEl>
                                        <p:attrNameLst>
                                          <p:attrName>style.visibility</p:attrName>
                                        </p:attrNameLst>
                                      </p:cBhvr>
                                      <p:to>
                                        <p:strVal val="visible"/>
                                      </p:to>
                                    </p:set>
                                    <p:animEffect transition="in" filter="wipe(left)">
                                      <p:cBhvr>
                                        <p:cTn id="31" dur="500"/>
                                        <p:tgtEl>
                                          <p:spTgt spid="11"/>
                                        </p:tgtEl>
                                      </p:cBhvr>
                                    </p:animEffect>
                                  </p:childTnLst>
                                </p:cTn>
                              </p:par>
                            </p:childTnLst>
                          </p:cTn>
                        </p:par>
                      </p:childTnLst>
                    </p:cTn>
                  </p:par>
                  <p:par>
                    <p:cTn id="32" fill="hold">
                      <p:stCondLst>
                        <p:cond delay="indefinite"/>
                      </p:stCondLst>
                      <p:childTnLst>
                        <p:par>
                          <p:cTn id="33" fill="hold">
                            <p:stCondLst>
                              <p:cond delay="0"/>
                            </p:stCondLst>
                            <p:childTnLst>
                              <p:par>
                                <p:cTn id="34" presetID="53" presetClass="entr" presetSubtype="16" fill="hold" grpId="0" nodeType="clickEffect">
                                  <p:stCondLst>
                                    <p:cond delay="0"/>
                                  </p:stCondLst>
                                  <p:childTnLst>
                                    <p:set>
                                      <p:cBhvr>
                                        <p:cTn id="35" dur="1" fill="hold">
                                          <p:stCondLst>
                                            <p:cond delay="0"/>
                                          </p:stCondLst>
                                        </p:cTn>
                                        <p:tgtEl>
                                          <p:spTgt spid="65"/>
                                        </p:tgtEl>
                                        <p:attrNameLst>
                                          <p:attrName>style.visibility</p:attrName>
                                        </p:attrNameLst>
                                      </p:cBhvr>
                                      <p:to>
                                        <p:strVal val="visible"/>
                                      </p:to>
                                    </p:set>
                                    <p:anim calcmode="lin" valueType="num">
                                      <p:cBhvr>
                                        <p:cTn id="36" dur="500" fill="hold"/>
                                        <p:tgtEl>
                                          <p:spTgt spid="65"/>
                                        </p:tgtEl>
                                        <p:attrNameLst>
                                          <p:attrName>ppt_w</p:attrName>
                                        </p:attrNameLst>
                                      </p:cBhvr>
                                      <p:tavLst>
                                        <p:tav tm="0">
                                          <p:val>
                                            <p:fltVal val="0"/>
                                          </p:val>
                                        </p:tav>
                                        <p:tav tm="100000">
                                          <p:val>
                                            <p:strVal val="#ppt_w"/>
                                          </p:val>
                                        </p:tav>
                                      </p:tavLst>
                                    </p:anim>
                                    <p:anim calcmode="lin" valueType="num">
                                      <p:cBhvr>
                                        <p:cTn id="37" dur="500" fill="hold"/>
                                        <p:tgtEl>
                                          <p:spTgt spid="65"/>
                                        </p:tgtEl>
                                        <p:attrNameLst>
                                          <p:attrName>ppt_h</p:attrName>
                                        </p:attrNameLst>
                                      </p:cBhvr>
                                      <p:tavLst>
                                        <p:tav tm="0">
                                          <p:val>
                                            <p:fltVal val="0"/>
                                          </p:val>
                                        </p:tav>
                                        <p:tav tm="100000">
                                          <p:val>
                                            <p:strVal val="#ppt_h"/>
                                          </p:val>
                                        </p:tav>
                                      </p:tavLst>
                                    </p:anim>
                                    <p:animEffect transition="in" filter="fade">
                                      <p:cBhvr>
                                        <p:cTn id="38" dur="500"/>
                                        <p:tgtEl>
                                          <p:spTgt spid="65"/>
                                        </p:tgtEl>
                                      </p:cBhvr>
                                    </p:animEffect>
                                  </p:childTnLst>
                                </p:cTn>
                              </p:par>
                            </p:childTnLst>
                          </p:cTn>
                        </p:par>
                      </p:childTnLst>
                    </p:cTn>
                  </p:par>
                  <p:par>
                    <p:cTn id="39" fill="hold">
                      <p:stCondLst>
                        <p:cond delay="indefinite"/>
                      </p:stCondLst>
                      <p:childTnLst>
                        <p:par>
                          <p:cTn id="40" fill="hold">
                            <p:stCondLst>
                              <p:cond delay="0"/>
                            </p:stCondLst>
                            <p:childTnLst>
                              <p:par>
                                <p:cTn id="41" presetID="53" presetClass="entr" presetSubtype="16" fill="hold" grpId="0" nodeType="clickEffect">
                                  <p:stCondLst>
                                    <p:cond delay="0"/>
                                  </p:stCondLst>
                                  <p:childTnLst>
                                    <p:set>
                                      <p:cBhvr>
                                        <p:cTn id="42" dur="1" fill="hold">
                                          <p:stCondLst>
                                            <p:cond delay="0"/>
                                          </p:stCondLst>
                                        </p:cTn>
                                        <p:tgtEl>
                                          <p:spTgt spid="73"/>
                                        </p:tgtEl>
                                        <p:attrNameLst>
                                          <p:attrName>style.visibility</p:attrName>
                                        </p:attrNameLst>
                                      </p:cBhvr>
                                      <p:to>
                                        <p:strVal val="visible"/>
                                      </p:to>
                                    </p:set>
                                    <p:anim calcmode="lin" valueType="num">
                                      <p:cBhvr>
                                        <p:cTn id="43" dur="500" fill="hold"/>
                                        <p:tgtEl>
                                          <p:spTgt spid="73"/>
                                        </p:tgtEl>
                                        <p:attrNameLst>
                                          <p:attrName>ppt_w</p:attrName>
                                        </p:attrNameLst>
                                      </p:cBhvr>
                                      <p:tavLst>
                                        <p:tav tm="0">
                                          <p:val>
                                            <p:fltVal val="0"/>
                                          </p:val>
                                        </p:tav>
                                        <p:tav tm="100000">
                                          <p:val>
                                            <p:strVal val="#ppt_w"/>
                                          </p:val>
                                        </p:tav>
                                      </p:tavLst>
                                    </p:anim>
                                    <p:anim calcmode="lin" valueType="num">
                                      <p:cBhvr>
                                        <p:cTn id="44" dur="500" fill="hold"/>
                                        <p:tgtEl>
                                          <p:spTgt spid="73"/>
                                        </p:tgtEl>
                                        <p:attrNameLst>
                                          <p:attrName>ppt_h</p:attrName>
                                        </p:attrNameLst>
                                      </p:cBhvr>
                                      <p:tavLst>
                                        <p:tav tm="0">
                                          <p:val>
                                            <p:fltVal val="0"/>
                                          </p:val>
                                        </p:tav>
                                        <p:tav tm="100000">
                                          <p:val>
                                            <p:strVal val="#ppt_h"/>
                                          </p:val>
                                        </p:tav>
                                      </p:tavLst>
                                    </p:anim>
                                    <p:animEffect transition="in" filter="fade">
                                      <p:cBhvr>
                                        <p:cTn id="45" dur="500"/>
                                        <p:tgtEl>
                                          <p:spTgt spid="73"/>
                                        </p:tgtEl>
                                      </p:cBhvr>
                                    </p:animEffect>
                                  </p:childTnLst>
                                </p:cTn>
                              </p:par>
                            </p:childTnLst>
                          </p:cTn>
                        </p:par>
                      </p:childTnLst>
                    </p:cTn>
                  </p:par>
                  <p:par>
                    <p:cTn id="46" fill="hold">
                      <p:stCondLst>
                        <p:cond delay="indefinite"/>
                      </p:stCondLst>
                      <p:childTnLst>
                        <p:par>
                          <p:cTn id="47" fill="hold">
                            <p:stCondLst>
                              <p:cond delay="0"/>
                            </p:stCondLst>
                            <p:childTnLst>
                              <p:par>
                                <p:cTn id="48" presetID="53" presetClass="entr" presetSubtype="16" fill="hold" grpId="0" nodeType="clickEffect">
                                  <p:stCondLst>
                                    <p:cond delay="0"/>
                                  </p:stCondLst>
                                  <p:childTnLst>
                                    <p:set>
                                      <p:cBhvr>
                                        <p:cTn id="49" dur="1" fill="hold">
                                          <p:stCondLst>
                                            <p:cond delay="0"/>
                                          </p:stCondLst>
                                        </p:cTn>
                                        <p:tgtEl>
                                          <p:spTgt spid="74"/>
                                        </p:tgtEl>
                                        <p:attrNameLst>
                                          <p:attrName>style.visibility</p:attrName>
                                        </p:attrNameLst>
                                      </p:cBhvr>
                                      <p:to>
                                        <p:strVal val="visible"/>
                                      </p:to>
                                    </p:set>
                                    <p:anim calcmode="lin" valueType="num">
                                      <p:cBhvr>
                                        <p:cTn id="50" dur="500" fill="hold"/>
                                        <p:tgtEl>
                                          <p:spTgt spid="74"/>
                                        </p:tgtEl>
                                        <p:attrNameLst>
                                          <p:attrName>ppt_w</p:attrName>
                                        </p:attrNameLst>
                                      </p:cBhvr>
                                      <p:tavLst>
                                        <p:tav tm="0">
                                          <p:val>
                                            <p:fltVal val="0"/>
                                          </p:val>
                                        </p:tav>
                                        <p:tav tm="100000">
                                          <p:val>
                                            <p:strVal val="#ppt_w"/>
                                          </p:val>
                                        </p:tav>
                                      </p:tavLst>
                                    </p:anim>
                                    <p:anim calcmode="lin" valueType="num">
                                      <p:cBhvr>
                                        <p:cTn id="51" dur="500" fill="hold"/>
                                        <p:tgtEl>
                                          <p:spTgt spid="74"/>
                                        </p:tgtEl>
                                        <p:attrNameLst>
                                          <p:attrName>ppt_h</p:attrName>
                                        </p:attrNameLst>
                                      </p:cBhvr>
                                      <p:tavLst>
                                        <p:tav tm="0">
                                          <p:val>
                                            <p:fltVal val="0"/>
                                          </p:val>
                                        </p:tav>
                                        <p:tav tm="100000">
                                          <p:val>
                                            <p:strVal val="#ppt_h"/>
                                          </p:val>
                                        </p:tav>
                                      </p:tavLst>
                                    </p:anim>
                                    <p:animEffect transition="in" filter="fade">
                                      <p:cBhvr>
                                        <p:cTn id="52" dur="500"/>
                                        <p:tgtEl>
                                          <p:spTgt spid="74"/>
                                        </p:tgtEl>
                                      </p:cBhvr>
                                    </p:animEffect>
                                  </p:childTnLst>
                                </p:cTn>
                              </p:par>
                            </p:childTnLst>
                          </p:cTn>
                        </p:par>
                      </p:childTnLst>
                    </p:cTn>
                  </p:par>
                  <p:par>
                    <p:cTn id="53" fill="hold">
                      <p:stCondLst>
                        <p:cond delay="indefinite"/>
                      </p:stCondLst>
                      <p:childTnLst>
                        <p:par>
                          <p:cTn id="54" fill="hold">
                            <p:stCondLst>
                              <p:cond delay="0"/>
                            </p:stCondLst>
                            <p:childTnLst>
                              <p:par>
                                <p:cTn id="55" presetID="30" presetClass="entr" presetSubtype="0" fill="hold" grpId="0" nodeType="clickEffect">
                                  <p:stCondLst>
                                    <p:cond delay="0"/>
                                  </p:stCondLst>
                                  <p:childTnLst>
                                    <p:set>
                                      <p:cBhvr>
                                        <p:cTn id="56" dur="1" fill="hold">
                                          <p:stCondLst>
                                            <p:cond delay="0"/>
                                          </p:stCondLst>
                                        </p:cTn>
                                        <p:tgtEl>
                                          <p:spTgt spid="68"/>
                                        </p:tgtEl>
                                        <p:attrNameLst>
                                          <p:attrName>style.visibility</p:attrName>
                                        </p:attrNameLst>
                                      </p:cBhvr>
                                      <p:to>
                                        <p:strVal val="visible"/>
                                      </p:to>
                                    </p:set>
                                    <p:animEffect transition="in" filter="fade">
                                      <p:cBhvr>
                                        <p:cTn id="57" dur="800" decel="100000"/>
                                        <p:tgtEl>
                                          <p:spTgt spid="68"/>
                                        </p:tgtEl>
                                      </p:cBhvr>
                                    </p:animEffect>
                                    <p:anim calcmode="lin" valueType="num">
                                      <p:cBhvr>
                                        <p:cTn id="58" dur="800" decel="100000" fill="hold"/>
                                        <p:tgtEl>
                                          <p:spTgt spid="68"/>
                                        </p:tgtEl>
                                        <p:attrNameLst>
                                          <p:attrName>style.rotation</p:attrName>
                                        </p:attrNameLst>
                                      </p:cBhvr>
                                      <p:tavLst>
                                        <p:tav tm="0">
                                          <p:val>
                                            <p:fltVal val="-90"/>
                                          </p:val>
                                        </p:tav>
                                        <p:tav tm="100000">
                                          <p:val>
                                            <p:fltVal val="0"/>
                                          </p:val>
                                        </p:tav>
                                      </p:tavLst>
                                    </p:anim>
                                    <p:anim calcmode="lin" valueType="num">
                                      <p:cBhvr>
                                        <p:cTn id="59" dur="800" decel="100000" fill="hold"/>
                                        <p:tgtEl>
                                          <p:spTgt spid="68"/>
                                        </p:tgtEl>
                                        <p:attrNameLst>
                                          <p:attrName>ppt_x</p:attrName>
                                        </p:attrNameLst>
                                      </p:cBhvr>
                                      <p:tavLst>
                                        <p:tav tm="0">
                                          <p:val>
                                            <p:strVal val="#ppt_x+0.4"/>
                                          </p:val>
                                        </p:tav>
                                        <p:tav tm="100000">
                                          <p:val>
                                            <p:strVal val="#ppt_x-0.05"/>
                                          </p:val>
                                        </p:tav>
                                      </p:tavLst>
                                    </p:anim>
                                    <p:anim calcmode="lin" valueType="num">
                                      <p:cBhvr>
                                        <p:cTn id="60" dur="800" decel="100000" fill="hold"/>
                                        <p:tgtEl>
                                          <p:spTgt spid="68"/>
                                        </p:tgtEl>
                                        <p:attrNameLst>
                                          <p:attrName>ppt_y</p:attrName>
                                        </p:attrNameLst>
                                      </p:cBhvr>
                                      <p:tavLst>
                                        <p:tav tm="0">
                                          <p:val>
                                            <p:strVal val="#ppt_y-0.4"/>
                                          </p:val>
                                        </p:tav>
                                        <p:tav tm="100000">
                                          <p:val>
                                            <p:strVal val="#ppt_y+0.1"/>
                                          </p:val>
                                        </p:tav>
                                      </p:tavLst>
                                    </p:anim>
                                    <p:anim calcmode="lin" valueType="num">
                                      <p:cBhvr>
                                        <p:cTn id="61" dur="200" accel="100000" fill="hold">
                                          <p:stCondLst>
                                            <p:cond delay="800"/>
                                          </p:stCondLst>
                                        </p:cTn>
                                        <p:tgtEl>
                                          <p:spTgt spid="68"/>
                                        </p:tgtEl>
                                        <p:attrNameLst>
                                          <p:attrName>ppt_x</p:attrName>
                                        </p:attrNameLst>
                                      </p:cBhvr>
                                      <p:tavLst>
                                        <p:tav tm="0">
                                          <p:val>
                                            <p:strVal val="#ppt_x-0.05"/>
                                          </p:val>
                                        </p:tav>
                                        <p:tav tm="100000">
                                          <p:val>
                                            <p:strVal val="#ppt_x"/>
                                          </p:val>
                                        </p:tav>
                                      </p:tavLst>
                                    </p:anim>
                                    <p:anim calcmode="lin" valueType="num">
                                      <p:cBhvr>
                                        <p:cTn id="62" dur="200" accel="100000" fill="hold">
                                          <p:stCondLst>
                                            <p:cond delay="800"/>
                                          </p:stCondLst>
                                        </p:cTn>
                                        <p:tgtEl>
                                          <p:spTgt spid="68"/>
                                        </p:tgtEl>
                                        <p:attrNameLst>
                                          <p:attrName>ppt_y</p:attrName>
                                        </p:attrNameLst>
                                      </p:cBhvr>
                                      <p:tavLst>
                                        <p:tav tm="0">
                                          <p:val>
                                            <p:strVal val="#ppt_y+0.1"/>
                                          </p:val>
                                        </p:tav>
                                        <p:tav tm="100000">
                                          <p:val>
                                            <p:strVal val="#ppt_y"/>
                                          </p:val>
                                        </p:tav>
                                      </p:tavLst>
                                    </p:anim>
                                  </p:childTnLst>
                                </p:cTn>
                              </p:par>
                            </p:childTnLst>
                          </p:cTn>
                        </p:par>
                      </p:childTnLst>
                    </p:cTn>
                  </p:par>
                  <p:par>
                    <p:cTn id="63" fill="hold">
                      <p:stCondLst>
                        <p:cond delay="indefinite"/>
                      </p:stCondLst>
                      <p:childTnLst>
                        <p:par>
                          <p:cTn id="64" fill="hold">
                            <p:stCondLst>
                              <p:cond delay="0"/>
                            </p:stCondLst>
                            <p:childTnLst>
                              <p:par>
                                <p:cTn id="65" presetID="22" presetClass="entr" presetSubtype="8" fill="hold" grpId="0" nodeType="clickEffect">
                                  <p:stCondLst>
                                    <p:cond delay="0"/>
                                  </p:stCondLst>
                                  <p:childTnLst>
                                    <p:set>
                                      <p:cBhvr>
                                        <p:cTn id="66" dur="1" fill="hold">
                                          <p:stCondLst>
                                            <p:cond delay="0"/>
                                          </p:stCondLst>
                                        </p:cTn>
                                        <p:tgtEl>
                                          <p:spTgt spid="12"/>
                                        </p:tgtEl>
                                        <p:attrNameLst>
                                          <p:attrName>style.visibility</p:attrName>
                                        </p:attrNameLst>
                                      </p:cBhvr>
                                      <p:to>
                                        <p:strVal val="visible"/>
                                      </p:to>
                                    </p:set>
                                    <p:animEffect transition="in" filter="wipe(left)">
                                      <p:cBhvr>
                                        <p:cTn id="67" dur="500"/>
                                        <p:tgtEl>
                                          <p:spTgt spid="12"/>
                                        </p:tgtEl>
                                      </p:cBhvr>
                                    </p:animEffect>
                                  </p:childTnLst>
                                </p:cTn>
                              </p:par>
                            </p:childTnLst>
                          </p:cTn>
                        </p:par>
                      </p:childTnLst>
                    </p:cTn>
                  </p:par>
                  <p:par>
                    <p:cTn id="68" fill="hold">
                      <p:stCondLst>
                        <p:cond delay="indefinite"/>
                      </p:stCondLst>
                      <p:childTnLst>
                        <p:par>
                          <p:cTn id="69" fill="hold">
                            <p:stCondLst>
                              <p:cond delay="0"/>
                            </p:stCondLst>
                            <p:childTnLst>
                              <p:par>
                                <p:cTn id="70" presetID="22" presetClass="entr" presetSubtype="8" fill="hold" nodeType="clickEffect">
                                  <p:stCondLst>
                                    <p:cond delay="0"/>
                                  </p:stCondLst>
                                  <p:childTnLst>
                                    <p:set>
                                      <p:cBhvr>
                                        <p:cTn id="71" dur="1" fill="hold">
                                          <p:stCondLst>
                                            <p:cond delay="0"/>
                                          </p:stCondLst>
                                        </p:cTn>
                                        <p:tgtEl>
                                          <p:spTgt spid="14"/>
                                        </p:tgtEl>
                                        <p:attrNameLst>
                                          <p:attrName>style.visibility</p:attrName>
                                        </p:attrNameLst>
                                      </p:cBhvr>
                                      <p:to>
                                        <p:strVal val="visible"/>
                                      </p:to>
                                    </p:set>
                                    <p:animEffect transition="in" filter="wipe(left)">
                                      <p:cBhvr>
                                        <p:cTn id="72" dur="500"/>
                                        <p:tgtEl>
                                          <p:spTgt spid="14"/>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61" grpId="0" animBg="1"/>
      <p:bldP spid="8" grpId="0" animBg="1"/>
      <p:bldP spid="63" grpId="0"/>
      <p:bldP spid="64" grpId="0"/>
      <p:bldP spid="65" grpId="0"/>
      <p:bldP spid="68" grpId="0" animBg="1"/>
      <p:bldP spid="12" grpId="0"/>
      <p:bldP spid="73" grpId="0"/>
      <p:bldP spid="74" grpId="0"/>
    </p:bldLst>
  </p:timing>
</p:sld>
</file>

<file path=ppt/slides/slide13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4" name="组合 3">
            <a:extLst>
              <a:ext uri="{FF2B5EF4-FFF2-40B4-BE49-F238E27FC236}">
                <a16:creationId xmlns:a16="http://schemas.microsoft.com/office/drawing/2014/main" id="{9A1EA9F2-FCB6-48C3-935F-7AE7E3AD14AC}"/>
              </a:ext>
            </a:extLst>
          </p:cNvPr>
          <p:cNvGrpSpPr/>
          <p:nvPr/>
        </p:nvGrpSpPr>
        <p:grpSpPr>
          <a:xfrm>
            <a:off x="304799" y="749300"/>
            <a:ext cx="6192345" cy="400110"/>
            <a:chOff x="424116" y="898245"/>
            <a:chExt cx="6192345" cy="400110"/>
          </a:xfrm>
        </p:grpSpPr>
        <p:sp>
          <p:nvSpPr>
            <p:cNvPr id="2" name="平行四边形 1">
              <a:extLst>
                <a:ext uri="{FF2B5EF4-FFF2-40B4-BE49-F238E27FC236}">
                  <a16:creationId xmlns:a16="http://schemas.microsoft.com/office/drawing/2014/main" id="{1F5BAA3F-9845-4F89-A2DD-8222D3E4EDAC}"/>
                </a:ext>
              </a:extLst>
            </p:cNvPr>
            <p:cNvSpPr/>
            <p:nvPr/>
          </p:nvSpPr>
          <p:spPr>
            <a:xfrm>
              <a:off x="424116" y="898245"/>
              <a:ext cx="695119" cy="387090"/>
            </a:xfrm>
            <a:prstGeom prst="parallelogram">
              <a:avLst/>
            </a:prstGeom>
            <a:solidFill>
              <a:schemeClr val="accent3">
                <a:lumMod val="75000"/>
              </a:schemeClr>
            </a:solidFill>
            <a:ln>
              <a:solidFill>
                <a:schemeClr val="accent3">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CN" sz="2200" dirty="0">
                  <a:latin typeface="Impact" panose="020B0806030902050204" pitchFamily="34" charset="0"/>
                </a:rPr>
                <a:t>04</a:t>
              </a:r>
              <a:endParaRPr lang="zh-CN" altLang="en-US" sz="2200" dirty="0">
                <a:latin typeface="Impact" panose="020B0806030902050204" pitchFamily="34" charset="0"/>
              </a:endParaRPr>
            </a:p>
          </p:txBody>
        </p:sp>
        <p:sp>
          <p:nvSpPr>
            <p:cNvPr id="3" name="文本框 2">
              <a:extLst>
                <a:ext uri="{FF2B5EF4-FFF2-40B4-BE49-F238E27FC236}">
                  <a16:creationId xmlns:a16="http://schemas.microsoft.com/office/drawing/2014/main" id="{4D6BD736-A4D3-4F26-AFED-36E11F50F70B}"/>
                </a:ext>
              </a:extLst>
            </p:cNvPr>
            <p:cNvSpPr txBox="1"/>
            <p:nvPr/>
          </p:nvSpPr>
          <p:spPr>
            <a:xfrm>
              <a:off x="1052423" y="898245"/>
              <a:ext cx="5564038" cy="400110"/>
            </a:xfrm>
            <a:prstGeom prst="rect">
              <a:avLst/>
            </a:prstGeom>
            <a:noFill/>
          </p:spPr>
          <p:txBody>
            <a:bodyPr wrap="square" rtlCol="0">
              <a:spAutoFit/>
            </a:bodyPr>
            <a:lstStyle/>
            <a:p>
              <a:r>
                <a:rPr lang="zh-CN" altLang="en-US" sz="2000" b="1" dirty="0"/>
                <a:t>回退</a:t>
              </a:r>
              <a:r>
                <a:rPr lang="en-US" altLang="zh-CN" sz="2000" b="1" dirty="0"/>
                <a:t>N</a:t>
              </a:r>
              <a:r>
                <a:rPr lang="zh-CN" altLang="en-US" sz="2000" b="1" dirty="0"/>
                <a:t>帧协议</a:t>
              </a:r>
            </a:p>
          </p:txBody>
        </p:sp>
      </p:grpSp>
      <p:grpSp>
        <p:nvGrpSpPr>
          <p:cNvPr id="164" name="组合 163">
            <a:extLst>
              <a:ext uri="{FF2B5EF4-FFF2-40B4-BE49-F238E27FC236}">
                <a16:creationId xmlns:a16="http://schemas.microsoft.com/office/drawing/2014/main" id="{B5CBDBE1-E5EB-447B-BC0A-EBECDC09DB9B}"/>
              </a:ext>
            </a:extLst>
          </p:cNvPr>
          <p:cNvGrpSpPr/>
          <p:nvPr/>
        </p:nvGrpSpPr>
        <p:grpSpPr>
          <a:xfrm>
            <a:off x="5772172" y="1650207"/>
            <a:ext cx="2758343" cy="1766212"/>
            <a:chOff x="3156361" y="1009407"/>
            <a:chExt cx="2758343" cy="1766212"/>
          </a:xfrm>
        </p:grpSpPr>
        <p:sp>
          <p:nvSpPr>
            <p:cNvPr id="165" name="平行四边形 164">
              <a:extLst>
                <a:ext uri="{FF2B5EF4-FFF2-40B4-BE49-F238E27FC236}">
                  <a16:creationId xmlns:a16="http://schemas.microsoft.com/office/drawing/2014/main" id="{967F6E56-B062-43CA-B7E4-90401149D2D0}"/>
                </a:ext>
              </a:extLst>
            </p:cNvPr>
            <p:cNvSpPr/>
            <p:nvPr/>
          </p:nvSpPr>
          <p:spPr>
            <a:xfrm>
              <a:off x="3156361" y="1015074"/>
              <a:ext cx="1483037" cy="1677096"/>
            </a:xfrm>
            <a:prstGeom prst="parallelogram">
              <a:avLst>
                <a:gd name="adj" fmla="val 75732"/>
              </a:avLst>
            </a:prstGeom>
            <a:solidFill>
              <a:schemeClr val="accent3"/>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166" name="文本框 165">
              <a:extLst>
                <a:ext uri="{FF2B5EF4-FFF2-40B4-BE49-F238E27FC236}">
                  <a16:creationId xmlns:a16="http://schemas.microsoft.com/office/drawing/2014/main" id="{A0831C55-522C-470F-A94E-FFC513CFDCF8}"/>
                </a:ext>
              </a:extLst>
            </p:cNvPr>
            <p:cNvSpPr txBox="1"/>
            <p:nvPr/>
          </p:nvSpPr>
          <p:spPr>
            <a:xfrm rot="18243916">
              <a:off x="3078532" y="1970468"/>
              <a:ext cx="1240971" cy="369332"/>
            </a:xfrm>
            <a:prstGeom prst="rect">
              <a:avLst/>
            </a:prstGeom>
            <a:noFill/>
          </p:spPr>
          <p:txBody>
            <a:bodyPr wrap="square" rtlCol="0">
              <a:spAutoFit/>
            </a:bodyPr>
            <a:lstStyle/>
            <a:p>
              <a:pPr algn="ctr"/>
              <a:r>
                <a:rPr lang="zh-CN" altLang="en-US" b="1" dirty="0">
                  <a:solidFill>
                    <a:schemeClr val="bg1"/>
                  </a:solidFill>
                  <a:latin typeface="+mn-ea"/>
                </a:rPr>
                <a:t>数据分组</a:t>
              </a:r>
            </a:p>
          </p:txBody>
        </p:sp>
        <p:cxnSp>
          <p:nvCxnSpPr>
            <p:cNvPr id="167" name="直接箭头连接符 166">
              <a:extLst>
                <a:ext uri="{FF2B5EF4-FFF2-40B4-BE49-F238E27FC236}">
                  <a16:creationId xmlns:a16="http://schemas.microsoft.com/office/drawing/2014/main" id="{3C460E34-DEC6-44D3-8C28-FE141E4B1B78}"/>
                </a:ext>
              </a:extLst>
            </p:cNvPr>
            <p:cNvCxnSpPr>
              <a:cxnSpLocks/>
            </p:cNvCxnSpPr>
            <p:nvPr/>
          </p:nvCxnSpPr>
          <p:spPr>
            <a:xfrm flipV="1">
              <a:off x="3963345" y="1320967"/>
              <a:ext cx="304035" cy="408050"/>
            </a:xfrm>
            <a:prstGeom prst="straightConnector1">
              <a:avLst/>
            </a:prstGeom>
            <a:ln w="50800">
              <a:solidFill>
                <a:schemeClr val="bg1"/>
              </a:solidFill>
              <a:tailEnd type="triangle" w="med" len="lg"/>
            </a:ln>
          </p:spPr>
          <p:style>
            <a:lnRef idx="1">
              <a:schemeClr val="accent1"/>
            </a:lnRef>
            <a:fillRef idx="0">
              <a:schemeClr val="accent1"/>
            </a:fillRef>
            <a:effectRef idx="0">
              <a:schemeClr val="accent1"/>
            </a:effectRef>
            <a:fontRef idx="minor">
              <a:schemeClr val="tx1"/>
            </a:fontRef>
          </p:style>
        </p:cxnSp>
        <p:cxnSp>
          <p:nvCxnSpPr>
            <p:cNvPr id="168" name="直接箭头连接符 167">
              <a:extLst>
                <a:ext uri="{FF2B5EF4-FFF2-40B4-BE49-F238E27FC236}">
                  <a16:creationId xmlns:a16="http://schemas.microsoft.com/office/drawing/2014/main" id="{D0A5DB5A-CF46-4208-8EA4-F0D1A2423FBE}"/>
                </a:ext>
              </a:extLst>
            </p:cNvPr>
            <p:cNvCxnSpPr>
              <a:cxnSpLocks/>
            </p:cNvCxnSpPr>
            <p:nvPr/>
          </p:nvCxnSpPr>
          <p:spPr>
            <a:xfrm>
              <a:off x="4620590" y="1009407"/>
              <a:ext cx="1294114" cy="1675638"/>
            </a:xfrm>
            <a:prstGeom prst="straightConnector1">
              <a:avLst/>
            </a:prstGeom>
            <a:ln w="50800">
              <a:solidFill>
                <a:schemeClr val="accent4"/>
              </a:solidFill>
              <a:tailEnd type="triangle"/>
            </a:ln>
          </p:spPr>
          <p:style>
            <a:lnRef idx="1">
              <a:schemeClr val="accent1"/>
            </a:lnRef>
            <a:fillRef idx="0">
              <a:schemeClr val="accent1"/>
            </a:fillRef>
            <a:effectRef idx="0">
              <a:schemeClr val="accent1"/>
            </a:effectRef>
            <a:fontRef idx="minor">
              <a:schemeClr val="tx1"/>
            </a:fontRef>
          </p:style>
        </p:cxnSp>
        <p:sp>
          <p:nvSpPr>
            <p:cNvPr id="169" name="文本框 168">
              <a:extLst>
                <a:ext uri="{FF2B5EF4-FFF2-40B4-BE49-F238E27FC236}">
                  <a16:creationId xmlns:a16="http://schemas.microsoft.com/office/drawing/2014/main" id="{6980764B-6825-4E20-A47E-9FCBE923BCFD}"/>
                </a:ext>
              </a:extLst>
            </p:cNvPr>
            <p:cNvSpPr txBox="1"/>
            <p:nvPr/>
          </p:nvSpPr>
          <p:spPr>
            <a:xfrm rot="3198539">
              <a:off x="4285550" y="1480339"/>
              <a:ext cx="1240971" cy="369332"/>
            </a:xfrm>
            <a:prstGeom prst="rect">
              <a:avLst/>
            </a:prstGeom>
            <a:noFill/>
          </p:spPr>
          <p:txBody>
            <a:bodyPr wrap="square" rtlCol="0">
              <a:spAutoFit/>
            </a:bodyPr>
            <a:lstStyle/>
            <a:p>
              <a:pPr algn="ctr"/>
              <a:r>
                <a:rPr lang="zh-CN" altLang="en-US" b="1" dirty="0">
                  <a:solidFill>
                    <a:schemeClr val="accent4"/>
                  </a:solidFill>
                  <a:latin typeface="+mn-ea"/>
                </a:rPr>
                <a:t>确认分组</a:t>
              </a:r>
            </a:p>
          </p:txBody>
        </p:sp>
      </p:grpSp>
      <p:grpSp>
        <p:nvGrpSpPr>
          <p:cNvPr id="170" name="组合 169">
            <a:extLst>
              <a:ext uri="{FF2B5EF4-FFF2-40B4-BE49-F238E27FC236}">
                <a16:creationId xmlns:a16="http://schemas.microsoft.com/office/drawing/2014/main" id="{A73795B7-9D50-461A-9848-A22F3440BA3E}"/>
              </a:ext>
            </a:extLst>
          </p:cNvPr>
          <p:cNvGrpSpPr/>
          <p:nvPr/>
        </p:nvGrpSpPr>
        <p:grpSpPr>
          <a:xfrm>
            <a:off x="2999953" y="1650207"/>
            <a:ext cx="2758343" cy="1766212"/>
            <a:chOff x="3156361" y="1009407"/>
            <a:chExt cx="2758343" cy="1766212"/>
          </a:xfrm>
        </p:grpSpPr>
        <p:sp>
          <p:nvSpPr>
            <p:cNvPr id="171" name="平行四边形 170">
              <a:extLst>
                <a:ext uri="{FF2B5EF4-FFF2-40B4-BE49-F238E27FC236}">
                  <a16:creationId xmlns:a16="http://schemas.microsoft.com/office/drawing/2014/main" id="{63F35BC5-30D7-45B3-ACC2-94F76FBBB128}"/>
                </a:ext>
              </a:extLst>
            </p:cNvPr>
            <p:cNvSpPr/>
            <p:nvPr/>
          </p:nvSpPr>
          <p:spPr>
            <a:xfrm>
              <a:off x="3156361" y="1015074"/>
              <a:ext cx="1483037" cy="1677096"/>
            </a:xfrm>
            <a:prstGeom prst="parallelogram">
              <a:avLst>
                <a:gd name="adj" fmla="val 75732"/>
              </a:avLst>
            </a:prstGeom>
            <a:solidFill>
              <a:schemeClr val="accent3"/>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172" name="文本框 171">
              <a:extLst>
                <a:ext uri="{FF2B5EF4-FFF2-40B4-BE49-F238E27FC236}">
                  <a16:creationId xmlns:a16="http://schemas.microsoft.com/office/drawing/2014/main" id="{62DEDAD1-722F-4EC2-BD3B-45ECC8385675}"/>
                </a:ext>
              </a:extLst>
            </p:cNvPr>
            <p:cNvSpPr txBox="1"/>
            <p:nvPr/>
          </p:nvSpPr>
          <p:spPr>
            <a:xfrm rot="18243916">
              <a:off x="3085110" y="1970468"/>
              <a:ext cx="1240971" cy="369332"/>
            </a:xfrm>
            <a:prstGeom prst="rect">
              <a:avLst/>
            </a:prstGeom>
            <a:noFill/>
          </p:spPr>
          <p:txBody>
            <a:bodyPr wrap="square" rtlCol="0">
              <a:spAutoFit/>
            </a:bodyPr>
            <a:lstStyle/>
            <a:p>
              <a:pPr algn="ctr"/>
              <a:r>
                <a:rPr lang="zh-CN" altLang="en-US" b="1" dirty="0">
                  <a:solidFill>
                    <a:schemeClr val="bg1"/>
                  </a:solidFill>
                  <a:latin typeface="+mn-ea"/>
                </a:rPr>
                <a:t>数据分组</a:t>
              </a:r>
            </a:p>
          </p:txBody>
        </p:sp>
        <p:cxnSp>
          <p:nvCxnSpPr>
            <p:cNvPr id="173" name="直接箭头连接符 172">
              <a:extLst>
                <a:ext uri="{FF2B5EF4-FFF2-40B4-BE49-F238E27FC236}">
                  <a16:creationId xmlns:a16="http://schemas.microsoft.com/office/drawing/2014/main" id="{A2A17554-9BF0-472F-B65F-8CD5FDD205D9}"/>
                </a:ext>
              </a:extLst>
            </p:cNvPr>
            <p:cNvCxnSpPr>
              <a:cxnSpLocks/>
            </p:cNvCxnSpPr>
            <p:nvPr/>
          </p:nvCxnSpPr>
          <p:spPr>
            <a:xfrm flipV="1">
              <a:off x="3963345" y="1320967"/>
              <a:ext cx="304035" cy="408050"/>
            </a:xfrm>
            <a:prstGeom prst="straightConnector1">
              <a:avLst/>
            </a:prstGeom>
            <a:ln w="50800">
              <a:solidFill>
                <a:schemeClr val="bg1"/>
              </a:solidFill>
              <a:tailEnd type="triangle" w="med" len="lg"/>
            </a:ln>
          </p:spPr>
          <p:style>
            <a:lnRef idx="1">
              <a:schemeClr val="accent1"/>
            </a:lnRef>
            <a:fillRef idx="0">
              <a:schemeClr val="accent1"/>
            </a:fillRef>
            <a:effectRef idx="0">
              <a:schemeClr val="accent1"/>
            </a:effectRef>
            <a:fontRef idx="minor">
              <a:schemeClr val="tx1"/>
            </a:fontRef>
          </p:style>
        </p:cxnSp>
        <p:cxnSp>
          <p:nvCxnSpPr>
            <p:cNvPr id="174" name="直接箭头连接符 173">
              <a:extLst>
                <a:ext uri="{FF2B5EF4-FFF2-40B4-BE49-F238E27FC236}">
                  <a16:creationId xmlns:a16="http://schemas.microsoft.com/office/drawing/2014/main" id="{B7662C8E-990C-4B41-93DC-5F01DF0C9A6A}"/>
                </a:ext>
              </a:extLst>
            </p:cNvPr>
            <p:cNvCxnSpPr>
              <a:cxnSpLocks/>
            </p:cNvCxnSpPr>
            <p:nvPr/>
          </p:nvCxnSpPr>
          <p:spPr>
            <a:xfrm>
              <a:off x="4620590" y="1009407"/>
              <a:ext cx="1294114" cy="1675638"/>
            </a:xfrm>
            <a:prstGeom prst="straightConnector1">
              <a:avLst/>
            </a:prstGeom>
            <a:ln w="50800">
              <a:solidFill>
                <a:schemeClr val="accent4"/>
              </a:solidFill>
              <a:tailEnd type="triangle"/>
            </a:ln>
          </p:spPr>
          <p:style>
            <a:lnRef idx="1">
              <a:schemeClr val="accent1"/>
            </a:lnRef>
            <a:fillRef idx="0">
              <a:schemeClr val="accent1"/>
            </a:fillRef>
            <a:effectRef idx="0">
              <a:schemeClr val="accent1"/>
            </a:effectRef>
            <a:fontRef idx="minor">
              <a:schemeClr val="tx1"/>
            </a:fontRef>
          </p:style>
        </p:cxnSp>
        <p:sp>
          <p:nvSpPr>
            <p:cNvPr id="175" name="文本框 174">
              <a:extLst>
                <a:ext uri="{FF2B5EF4-FFF2-40B4-BE49-F238E27FC236}">
                  <a16:creationId xmlns:a16="http://schemas.microsoft.com/office/drawing/2014/main" id="{8C2E9841-F91D-4FA7-B74E-BED65680AF57}"/>
                </a:ext>
              </a:extLst>
            </p:cNvPr>
            <p:cNvSpPr txBox="1"/>
            <p:nvPr/>
          </p:nvSpPr>
          <p:spPr>
            <a:xfrm rot="3198539">
              <a:off x="4285550" y="1480339"/>
              <a:ext cx="1240971" cy="369332"/>
            </a:xfrm>
            <a:prstGeom prst="rect">
              <a:avLst/>
            </a:prstGeom>
            <a:noFill/>
          </p:spPr>
          <p:txBody>
            <a:bodyPr wrap="square" rtlCol="0">
              <a:spAutoFit/>
            </a:bodyPr>
            <a:lstStyle/>
            <a:p>
              <a:pPr algn="ctr"/>
              <a:r>
                <a:rPr lang="zh-CN" altLang="en-US" b="1" dirty="0">
                  <a:solidFill>
                    <a:schemeClr val="accent4"/>
                  </a:solidFill>
                  <a:latin typeface="+mn-ea"/>
                </a:rPr>
                <a:t>确认分组</a:t>
              </a:r>
            </a:p>
          </p:txBody>
        </p:sp>
      </p:grpSp>
      <p:sp>
        <p:nvSpPr>
          <p:cNvPr id="179" name="文本框 178">
            <a:extLst>
              <a:ext uri="{FF2B5EF4-FFF2-40B4-BE49-F238E27FC236}">
                <a16:creationId xmlns:a16="http://schemas.microsoft.com/office/drawing/2014/main" id="{42872701-8149-4C5E-974B-1B64DE2F646E}"/>
              </a:ext>
            </a:extLst>
          </p:cNvPr>
          <p:cNvSpPr txBox="1"/>
          <p:nvPr/>
        </p:nvSpPr>
        <p:spPr>
          <a:xfrm>
            <a:off x="9980868" y="2340107"/>
            <a:ext cx="905164" cy="369332"/>
          </a:xfrm>
          <a:prstGeom prst="rect">
            <a:avLst/>
          </a:prstGeom>
          <a:noFill/>
        </p:spPr>
        <p:txBody>
          <a:bodyPr wrap="square" rtlCol="0">
            <a:spAutoFit/>
          </a:bodyPr>
          <a:lstStyle/>
          <a:p>
            <a:pPr algn="ctr"/>
            <a:r>
              <a:rPr lang="en-US" altLang="zh-CN" b="1" dirty="0">
                <a:latin typeface="宋体" panose="02010600030101010101" pitchFamily="2" charset="-122"/>
                <a:ea typeface="宋体" panose="02010600030101010101" pitchFamily="2" charset="-122"/>
              </a:rPr>
              <a:t>……</a:t>
            </a:r>
            <a:endParaRPr lang="zh-CN" altLang="en-US" b="1" dirty="0">
              <a:latin typeface="宋体" panose="02010600030101010101" pitchFamily="2" charset="-122"/>
              <a:ea typeface="宋体" panose="02010600030101010101" pitchFamily="2" charset="-122"/>
            </a:endParaRPr>
          </a:p>
        </p:txBody>
      </p:sp>
      <p:grpSp>
        <p:nvGrpSpPr>
          <p:cNvPr id="9" name="组合 8">
            <a:extLst>
              <a:ext uri="{FF2B5EF4-FFF2-40B4-BE49-F238E27FC236}">
                <a16:creationId xmlns:a16="http://schemas.microsoft.com/office/drawing/2014/main" id="{FE76AF1D-573D-4606-B46D-6EC47C41F086}"/>
              </a:ext>
            </a:extLst>
          </p:cNvPr>
          <p:cNvGrpSpPr/>
          <p:nvPr/>
        </p:nvGrpSpPr>
        <p:grpSpPr>
          <a:xfrm>
            <a:off x="953798" y="1215796"/>
            <a:ext cx="9904157" cy="2283732"/>
            <a:chOff x="243324" y="1215796"/>
            <a:chExt cx="9904157" cy="2283732"/>
          </a:xfrm>
        </p:grpSpPr>
        <p:grpSp>
          <p:nvGrpSpPr>
            <p:cNvPr id="8" name="组合 7">
              <a:extLst>
                <a:ext uri="{FF2B5EF4-FFF2-40B4-BE49-F238E27FC236}">
                  <a16:creationId xmlns:a16="http://schemas.microsoft.com/office/drawing/2014/main" id="{3C8D7A97-9AAC-48CB-B58B-089EABB2030B}"/>
                </a:ext>
              </a:extLst>
            </p:cNvPr>
            <p:cNvGrpSpPr/>
            <p:nvPr/>
          </p:nvGrpSpPr>
          <p:grpSpPr>
            <a:xfrm>
              <a:off x="243324" y="1513252"/>
              <a:ext cx="905164" cy="1819718"/>
              <a:chOff x="243324" y="1513252"/>
              <a:chExt cx="905164" cy="1819718"/>
            </a:xfrm>
          </p:grpSpPr>
          <p:sp>
            <p:nvSpPr>
              <p:cNvPr id="176" name="文本框 175">
                <a:extLst>
                  <a:ext uri="{FF2B5EF4-FFF2-40B4-BE49-F238E27FC236}">
                    <a16:creationId xmlns:a16="http://schemas.microsoft.com/office/drawing/2014/main" id="{ED38DDBF-81EA-4EFB-94C4-89A49EFD436C}"/>
                  </a:ext>
                </a:extLst>
              </p:cNvPr>
              <p:cNvSpPr txBox="1"/>
              <p:nvPr/>
            </p:nvSpPr>
            <p:spPr>
              <a:xfrm>
                <a:off x="243324" y="2963638"/>
                <a:ext cx="905164" cy="369332"/>
              </a:xfrm>
              <a:prstGeom prst="rect">
                <a:avLst/>
              </a:prstGeom>
              <a:noFill/>
            </p:spPr>
            <p:txBody>
              <a:bodyPr wrap="square" rtlCol="0">
                <a:spAutoFit/>
              </a:bodyPr>
              <a:lstStyle/>
              <a:p>
                <a:r>
                  <a:rPr lang="zh-CN" altLang="en-US" b="1" dirty="0">
                    <a:latin typeface="+mn-ea"/>
                  </a:rPr>
                  <a:t>发送方</a:t>
                </a:r>
              </a:p>
            </p:txBody>
          </p:sp>
          <p:sp>
            <p:nvSpPr>
              <p:cNvPr id="177" name="文本框 176">
                <a:extLst>
                  <a:ext uri="{FF2B5EF4-FFF2-40B4-BE49-F238E27FC236}">
                    <a16:creationId xmlns:a16="http://schemas.microsoft.com/office/drawing/2014/main" id="{37E474FC-6360-4E20-9959-C1B27B721905}"/>
                  </a:ext>
                </a:extLst>
              </p:cNvPr>
              <p:cNvSpPr txBox="1"/>
              <p:nvPr/>
            </p:nvSpPr>
            <p:spPr>
              <a:xfrm>
                <a:off x="243324" y="1513252"/>
                <a:ext cx="905164" cy="369332"/>
              </a:xfrm>
              <a:prstGeom prst="rect">
                <a:avLst/>
              </a:prstGeom>
              <a:noFill/>
            </p:spPr>
            <p:txBody>
              <a:bodyPr wrap="square" rtlCol="0">
                <a:spAutoFit/>
              </a:bodyPr>
              <a:lstStyle/>
              <a:p>
                <a:r>
                  <a:rPr lang="zh-CN" altLang="en-US" b="1" dirty="0">
                    <a:latin typeface="+mn-ea"/>
                  </a:rPr>
                  <a:t>接收方</a:t>
                </a:r>
              </a:p>
            </p:txBody>
          </p:sp>
        </p:grpSp>
        <p:cxnSp>
          <p:nvCxnSpPr>
            <p:cNvPr id="181" name="直接连接符 180">
              <a:extLst>
                <a:ext uri="{FF2B5EF4-FFF2-40B4-BE49-F238E27FC236}">
                  <a16:creationId xmlns:a16="http://schemas.microsoft.com/office/drawing/2014/main" id="{86837FA2-2BB9-44F2-BDFC-7254A958246F}"/>
                </a:ext>
              </a:extLst>
            </p:cNvPr>
            <p:cNvCxnSpPr>
              <a:cxnSpLocks/>
            </p:cNvCxnSpPr>
            <p:nvPr/>
          </p:nvCxnSpPr>
          <p:spPr>
            <a:xfrm>
              <a:off x="1334770" y="3325845"/>
              <a:ext cx="8812711" cy="0"/>
            </a:xfrm>
            <a:prstGeom prst="line">
              <a:avLst/>
            </a:prstGeom>
            <a:ln w="38100">
              <a:solidFill>
                <a:schemeClr val="tx1"/>
              </a:solidFill>
              <a:tailEnd type="triangle" w="med" len="lg"/>
            </a:ln>
          </p:spPr>
          <p:style>
            <a:lnRef idx="1">
              <a:schemeClr val="accent1"/>
            </a:lnRef>
            <a:fillRef idx="0">
              <a:schemeClr val="accent1"/>
            </a:fillRef>
            <a:effectRef idx="0">
              <a:schemeClr val="accent1"/>
            </a:effectRef>
            <a:fontRef idx="minor">
              <a:schemeClr val="tx1"/>
            </a:fontRef>
          </p:style>
        </p:cxnSp>
        <p:sp>
          <p:nvSpPr>
            <p:cNvPr id="182" name="文本框 181">
              <a:extLst>
                <a:ext uri="{FF2B5EF4-FFF2-40B4-BE49-F238E27FC236}">
                  <a16:creationId xmlns:a16="http://schemas.microsoft.com/office/drawing/2014/main" id="{C34DA5ED-EE64-4C04-B452-F19544E7C7A0}"/>
                </a:ext>
              </a:extLst>
            </p:cNvPr>
            <p:cNvSpPr txBox="1"/>
            <p:nvPr/>
          </p:nvSpPr>
          <p:spPr>
            <a:xfrm>
              <a:off x="9821137" y="2940848"/>
              <a:ext cx="277339" cy="369332"/>
            </a:xfrm>
            <a:prstGeom prst="rect">
              <a:avLst/>
            </a:prstGeom>
            <a:noFill/>
          </p:spPr>
          <p:txBody>
            <a:bodyPr wrap="square" rtlCol="0">
              <a:spAutoFit/>
            </a:bodyPr>
            <a:lstStyle/>
            <a:p>
              <a:r>
                <a:rPr lang="en-US" altLang="zh-CN" b="1" dirty="0">
                  <a:latin typeface="Arial Narrow" panose="020B0606020202030204" pitchFamily="34" charset="0"/>
                  <a:ea typeface="宋体" panose="02010600030101010101" pitchFamily="2" charset="-122"/>
                </a:rPr>
                <a:t>t</a:t>
              </a:r>
              <a:endParaRPr lang="zh-CN" altLang="en-US" b="1" dirty="0">
                <a:latin typeface="Arial Narrow" panose="020B0606020202030204" pitchFamily="34" charset="0"/>
                <a:ea typeface="宋体" panose="02010600030101010101" pitchFamily="2" charset="-122"/>
              </a:endParaRPr>
            </a:p>
          </p:txBody>
        </p:sp>
        <p:pic>
          <p:nvPicPr>
            <p:cNvPr id="183" name="图形 182">
              <a:extLst>
                <a:ext uri="{FF2B5EF4-FFF2-40B4-BE49-F238E27FC236}">
                  <a16:creationId xmlns:a16="http://schemas.microsoft.com/office/drawing/2014/main" id="{5D17B40D-8561-44F8-B726-BD65C227B356}"/>
                </a:ext>
              </a:extLst>
            </p:cNvPr>
            <p:cNvPicPr>
              <a:picLocks noChangeAspect="1"/>
            </p:cNvPicPr>
            <p:nvPr/>
          </p:nvPicPr>
          <p:blipFill>
            <a:blip r:embed="rId3">
              <a:extLst>
                <a:ext uri="{28A0092B-C50C-407E-A947-70E740481C1C}">
                  <a14:useLocalDpi xmlns:a14="http://schemas.microsoft.com/office/drawing/2010/main" val="0"/>
                </a:ext>
                <a:ext uri="{96DAC541-7B7A-43D3-8B79-37D633B846F1}">
                  <asvg:svgBlip xmlns:asvg="http://schemas.microsoft.com/office/drawing/2016/SVG/main" r:embed="rId4"/>
                </a:ext>
              </a:extLst>
            </a:blip>
            <a:stretch>
              <a:fillRect/>
            </a:stretch>
          </p:blipFill>
          <p:spPr>
            <a:xfrm>
              <a:off x="1110724" y="2858446"/>
              <a:ext cx="662814" cy="641082"/>
            </a:xfrm>
            <a:prstGeom prst="rect">
              <a:avLst/>
            </a:prstGeom>
          </p:spPr>
        </p:pic>
        <p:cxnSp>
          <p:nvCxnSpPr>
            <p:cNvPr id="185" name="直接连接符 184">
              <a:extLst>
                <a:ext uri="{FF2B5EF4-FFF2-40B4-BE49-F238E27FC236}">
                  <a16:creationId xmlns:a16="http://schemas.microsoft.com/office/drawing/2014/main" id="{BE2796C0-3681-4360-81CC-97DAE9F4D952}"/>
                </a:ext>
              </a:extLst>
            </p:cNvPr>
            <p:cNvCxnSpPr>
              <a:cxnSpLocks/>
            </p:cNvCxnSpPr>
            <p:nvPr/>
          </p:nvCxnSpPr>
          <p:spPr>
            <a:xfrm>
              <a:off x="1334770" y="1657332"/>
              <a:ext cx="8812711" cy="0"/>
            </a:xfrm>
            <a:prstGeom prst="line">
              <a:avLst/>
            </a:prstGeom>
            <a:ln w="38100">
              <a:solidFill>
                <a:schemeClr val="tx1"/>
              </a:solidFill>
              <a:tailEnd type="triangle" w="med" len="lg"/>
            </a:ln>
          </p:spPr>
          <p:style>
            <a:lnRef idx="1">
              <a:schemeClr val="accent1"/>
            </a:lnRef>
            <a:fillRef idx="0">
              <a:schemeClr val="accent1"/>
            </a:fillRef>
            <a:effectRef idx="0">
              <a:schemeClr val="accent1"/>
            </a:effectRef>
            <a:fontRef idx="minor">
              <a:schemeClr val="tx1"/>
            </a:fontRef>
          </p:style>
        </p:cxnSp>
        <p:sp>
          <p:nvSpPr>
            <p:cNvPr id="186" name="文本框 185">
              <a:extLst>
                <a:ext uri="{FF2B5EF4-FFF2-40B4-BE49-F238E27FC236}">
                  <a16:creationId xmlns:a16="http://schemas.microsoft.com/office/drawing/2014/main" id="{369F73CE-6160-4C49-9FC6-2857EB2B9FD7}"/>
                </a:ext>
              </a:extLst>
            </p:cNvPr>
            <p:cNvSpPr txBox="1"/>
            <p:nvPr/>
          </p:nvSpPr>
          <p:spPr>
            <a:xfrm>
              <a:off x="9821137" y="1215796"/>
              <a:ext cx="277339" cy="369332"/>
            </a:xfrm>
            <a:prstGeom prst="rect">
              <a:avLst/>
            </a:prstGeom>
            <a:noFill/>
          </p:spPr>
          <p:txBody>
            <a:bodyPr wrap="square" rtlCol="0">
              <a:spAutoFit/>
            </a:bodyPr>
            <a:lstStyle/>
            <a:p>
              <a:r>
                <a:rPr lang="en-US" altLang="zh-CN" b="1" dirty="0">
                  <a:latin typeface="Arial Narrow" panose="020B0606020202030204" pitchFamily="34" charset="0"/>
                  <a:ea typeface="宋体" panose="02010600030101010101" pitchFamily="2" charset="-122"/>
                </a:rPr>
                <a:t>t</a:t>
              </a:r>
              <a:endParaRPr lang="zh-CN" altLang="en-US" b="1" dirty="0">
                <a:latin typeface="Arial Narrow" panose="020B0606020202030204" pitchFamily="34" charset="0"/>
                <a:ea typeface="宋体" panose="02010600030101010101" pitchFamily="2" charset="-122"/>
              </a:endParaRPr>
            </a:p>
          </p:txBody>
        </p:sp>
        <p:pic>
          <p:nvPicPr>
            <p:cNvPr id="187" name="图形 186">
              <a:extLst>
                <a:ext uri="{FF2B5EF4-FFF2-40B4-BE49-F238E27FC236}">
                  <a16:creationId xmlns:a16="http://schemas.microsoft.com/office/drawing/2014/main" id="{A7BA50BC-8AF5-4254-9DB5-A6996C72EE11}"/>
                </a:ext>
              </a:extLst>
            </p:cNvPr>
            <p:cNvPicPr>
              <a:picLocks noChangeAspect="1"/>
            </p:cNvPicPr>
            <p:nvPr/>
          </p:nvPicPr>
          <p:blipFill>
            <a:blip r:embed="rId5">
              <a:extLst>
                <a:ext uri="{28A0092B-C50C-407E-A947-70E740481C1C}">
                  <a14:useLocalDpi xmlns:a14="http://schemas.microsoft.com/office/drawing/2010/main" val="0"/>
                </a:ext>
                <a:ext uri="{96DAC541-7B7A-43D3-8B79-37D633B846F1}">
                  <asvg:svgBlip xmlns:asvg="http://schemas.microsoft.com/office/drawing/2016/SVG/main" r:embed="rId6"/>
                </a:ext>
              </a:extLst>
            </a:blip>
            <a:stretch>
              <a:fillRect/>
            </a:stretch>
          </p:blipFill>
          <p:spPr>
            <a:xfrm>
              <a:off x="1282383" y="1303192"/>
              <a:ext cx="501772" cy="658576"/>
            </a:xfrm>
            <a:prstGeom prst="rect">
              <a:avLst/>
            </a:prstGeom>
          </p:spPr>
        </p:pic>
        <p:sp>
          <p:nvSpPr>
            <p:cNvPr id="220" name="文本框 219">
              <a:extLst>
                <a:ext uri="{FF2B5EF4-FFF2-40B4-BE49-F238E27FC236}">
                  <a16:creationId xmlns:a16="http://schemas.microsoft.com/office/drawing/2014/main" id="{B76E7412-B7EE-4349-9F8F-2C9C97E8B9C1}"/>
                </a:ext>
              </a:extLst>
            </p:cNvPr>
            <p:cNvSpPr txBox="1"/>
            <p:nvPr/>
          </p:nvSpPr>
          <p:spPr>
            <a:xfrm>
              <a:off x="829451" y="2081541"/>
              <a:ext cx="1343342" cy="646331"/>
            </a:xfrm>
            <a:prstGeom prst="rect">
              <a:avLst/>
            </a:prstGeom>
            <a:noFill/>
          </p:spPr>
          <p:txBody>
            <a:bodyPr wrap="square" rtlCol="0">
              <a:spAutoFit/>
            </a:bodyPr>
            <a:lstStyle/>
            <a:p>
              <a:pPr algn="ctr"/>
              <a:r>
                <a:rPr lang="zh-CN" altLang="en-US" b="1" dirty="0">
                  <a:latin typeface="+mn-ea"/>
                </a:rPr>
                <a:t>停止</a:t>
              </a:r>
              <a:r>
                <a:rPr lang="en-US" altLang="zh-CN" b="1" dirty="0">
                  <a:latin typeface="+mn-ea"/>
                </a:rPr>
                <a:t>-</a:t>
              </a:r>
              <a:r>
                <a:rPr lang="zh-CN" altLang="en-US" b="1" dirty="0">
                  <a:latin typeface="+mn-ea"/>
                </a:rPr>
                <a:t>等待</a:t>
              </a:r>
              <a:endParaRPr lang="en-US" altLang="zh-CN" b="1" dirty="0">
                <a:latin typeface="+mn-ea"/>
              </a:endParaRPr>
            </a:p>
            <a:p>
              <a:pPr algn="ctr"/>
              <a:r>
                <a:rPr lang="zh-CN" altLang="en-US" b="1" dirty="0">
                  <a:latin typeface="+mn-ea"/>
                </a:rPr>
                <a:t>协议</a:t>
              </a:r>
            </a:p>
          </p:txBody>
        </p:sp>
      </p:grpSp>
      <p:grpSp>
        <p:nvGrpSpPr>
          <p:cNvPr id="25" name="组合 24">
            <a:extLst>
              <a:ext uri="{FF2B5EF4-FFF2-40B4-BE49-F238E27FC236}">
                <a16:creationId xmlns:a16="http://schemas.microsoft.com/office/drawing/2014/main" id="{E8DCA109-5975-42A3-84F0-00271C24261C}"/>
              </a:ext>
            </a:extLst>
          </p:cNvPr>
          <p:cNvGrpSpPr/>
          <p:nvPr/>
        </p:nvGrpSpPr>
        <p:grpSpPr>
          <a:xfrm>
            <a:off x="2989173" y="3309994"/>
            <a:ext cx="397926" cy="645503"/>
            <a:chOff x="2278699" y="3309994"/>
            <a:chExt cx="397926" cy="645503"/>
          </a:xfrm>
        </p:grpSpPr>
        <p:cxnSp>
          <p:nvCxnSpPr>
            <p:cNvPr id="223" name="直接连接符 222">
              <a:extLst>
                <a:ext uri="{FF2B5EF4-FFF2-40B4-BE49-F238E27FC236}">
                  <a16:creationId xmlns:a16="http://schemas.microsoft.com/office/drawing/2014/main" id="{19A07BC2-8FEA-4458-8577-B0E1B11F37B6}"/>
                </a:ext>
              </a:extLst>
            </p:cNvPr>
            <p:cNvCxnSpPr>
              <a:cxnSpLocks/>
            </p:cNvCxnSpPr>
            <p:nvPr/>
          </p:nvCxnSpPr>
          <p:spPr>
            <a:xfrm>
              <a:off x="2289479" y="3310180"/>
              <a:ext cx="0" cy="602184"/>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25" name="直接箭头连接符 224">
              <a:extLst>
                <a:ext uri="{FF2B5EF4-FFF2-40B4-BE49-F238E27FC236}">
                  <a16:creationId xmlns:a16="http://schemas.microsoft.com/office/drawing/2014/main" id="{514BFAC9-AEAB-4D49-88C1-B8C5F6C88405}"/>
                </a:ext>
              </a:extLst>
            </p:cNvPr>
            <p:cNvCxnSpPr>
              <a:cxnSpLocks/>
            </p:cNvCxnSpPr>
            <p:nvPr/>
          </p:nvCxnSpPr>
          <p:spPr>
            <a:xfrm>
              <a:off x="2289479" y="3499528"/>
              <a:ext cx="384545" cy="0"/>
            </a:xfrm>
            <a:prstGeom prst="straightConnector1">
              <a:avLst/>
            </a:prstGeom>
            <a:ln w="12700">
              <a:solidFill>
                <a:schemeClr val="tx1"/>
              </a:solidFill>
              <a:headEnd type="triangle"/>
              <a:tailEnd type="triangle"/>
            </a:ln>
          </p:spPr>
          <p:style>
            <a:lnRef idx="1">
              <a:schemeClr val="accent1"/>
            </a:lnRef>
            <a:fillRef idx="0">
              <a:schemeClr val="accent1"/>
            </a:fillRef>
            <a:effectRef idx="0">
              <a:schemeClr val="accent1"/>
            </a:effectRef>
            <a:fontRef idx="minor">
              <a:schemeClr val="tx1"/>
            </a:fontRef>
          </p:style>
        </p:cxnSp>
        <mc:AlternateContent xmlns:mc="http://schemas.openxmlformats.org/markup-compatibility/2006" xmlns:a14="http://schemas.microsoft.com/office/drawing/2010/main">
          <mc:Choice Requires="a14">
            <p:sp>
              <p:nvSpPr>
                <p:cNvPr id="226" name="文本框 225">
                  <a:extLst>
                    <a:ext uri="{FF2B5EF4-FFF2-40B4-BE49-F238E27FC236}">
                      <a16:creationId xmlns:a16="http://schemas.microsoft.com/office/drawing/2014/main" id="{FCB3334D-2F42-4938-8D49-4E809C418DEC}"/>
                    </a:ext>
                  </a:extLst>
                </p:cNvPr>
                <p:cNvSpPr txBox="1"/>
                <p:nvPr/>
              </p:nvSpPr>
              <p:spPr>
                <a:xfrm>
                  <a:off x="2278699" y="3555387"/>
                  <a:ext cx="397926" cy="400110"/>
                </a:xfrm>
                <a:prstGeom prst="rect">
                  <a:avLst/>
                </a:prstGeom>
                <a:noFill/>
              </p:spPr>
              <p:txBody>
                <a:bodyPr wrap="square" rtlCol="0">
                  <a:spAutoFit/>
                </a:bodyPr>
                <a:lstStyle/>
                <a:p>
                  <a:pPr algn="ctr"/>
                  <a14:m>
                    <m:oMathPara xmlns:m="http://schemas.openxmlformats.org/officeDocument/2006/math">
                      <m:oMathParaPr>
                        <m:jc m:val="center"/>
                      </m:oMathParaPr>
                      <m:oMath xmlns:m="http://schemas.openxmlformats.org/officeDocument/2006/math">
                        <m:sSub>
                          <m:sSubPr>
                            <m:ctrlPr>
                              <a:rPr lang="en-US" altLang="zh-CN" sz="2000" b="1" i="1" dirty="0" smtClean="0">
                                <a:latin typeface="Cambria Math" panose="02040503050406030204" pitchFamily="18" charset="0"/>
                              </a:rPr>
                            </m:ctrlPr>
                          </m:sSubPr>
                          <m:e>
                            <m:r>
                              <a:rPr lang="en-US" altLang="zh-CN" sz="2000" b="1" i="1" dirty="0" smtClean="0">
                                <a:latin typeface="Cambria Math" panose="02040503050406030204" pitchFamily="18" charset="0"/>
                              </a:rPr>
                              <m:t>  </m:t>
                            </m:r>
                            <m:r>
                              <a:rPr lang="en-US" altLang="zh-CN" sz="2000" b="1" i="1" dirty="0" smtClean="0">
                                <a:latin typeface="Cambria Math" panose="02040503050406030204" pitchFamily="18" charset="0"/>
                              </a:rPr>
                              <m:t>𝑻</m:t>
                            </m:r>
                          </m:e>
                          <m:sub>
                            <m:r>
                              <a:rPr lang="en-US" altLang="zh-CN" sz="2000" b="1" i="1" dirty="0" smtClean="0">
                                <a:latin typeface="Cambria Math" panose="02040503050406030204" pitchFamily="18" charset="0"/>
                              </a:rPr>
                              <m:t>𝑫</m:t>
                            </m:r>
                          </m:sub>
                        </m:sSub>
                      </m:oMath>
                    </m:oMathPara>
                  </a14:m>
                  <a:endParaRPr lang="zh-CN" altLang="en-US" sz="2000" b="1" dirty="0">
                    <a:latin typeface="+mn-ea"/>
                  </a:endParaRPr>
                </a:p>
              </p:txBody>
            </p:sp>
          </mc:Choice>
          <mc:Fallback xmlns="">
            <p:sp>
              <p:nvSpPr>
                <p:cNvPr id="226" name="文本框 225">
                  <a:extLst>
                    <a:ext uri="{FF2B5EF4-FFF2-40B4-BE49-F238E27FC236}">
                      <a16:creationId xmlns:a16="http://schemas.microsoft.com/office/drawing/2014/main" id="{FCB3334D-2F42-4938-8D49-4E809C418DEC}"/>
                    </a:ext>
                  </a:extLst>
                </p:cNvPr>
                <p:cNvSpPr txBox="1">
                  <a:spLocks noRot="1" noChangeAspect="1" noMove="1" noResize="1" noEditPoints="1" noAdjustHandles="1" noChangeArrowheads="1" noChangeShapeType="1" noTextEdit="1"/>
                </p:cNvSpPr>
                <p:nvPr/>
              </p:nvSpPr>
              <p:spPr>
                <a:xfrm>
                  <a:off x="2278699" y="3555387"/>
                  <a:ext cx="397926" cy="400110"/>
                </a:xfrm>
                <a:prstGeom prst="rect">
                  <a:avLst/>
                </a:prstGeom>
                <a:blipFill>
                  <a:blip r:embed="rId8"/>
                  <a:stretch>
                    <a:fillRect l="-13636" r="-6061" b="-3030"/>
                  </a:stretch>
                </a:blipFill>
              </p:spPr>
              <p:txBody>
                <a:bodyPr/>
                <a:lstStyle/>
                <a:p>
                  <a:r>
                    <a:rPr lang="zh-CN" altLang="en-US">
                      <a:noFill/>
                    </a:rPr>
                    <a:t> </a:t>
                  </a:r>
                </a:p>
              </p:txBody>
            </p:sp>
          </mc:Fallback>
        </mc:AlternateContent>
        <p:cxnSp>
          <p:nvCxnSpPr>
            <p:cNvPr id="231" name="直接连接符 230">
              <a:extLst>
                <a:ext uri="{FF2B5EF4-FFF2-40B4-BE49-F238E27FC236}">
                  <a16:creationId xmlns:a16="http://schemas.microsoft.com/office/drawing/2014/main" id="{324FED82-66AC-4D02-991F-36E08A530599}"/>
                </a:ext>
              </a:extLst>
            </p:cNvPr>
            <p:cNvCxnSpPr>
              <a:cxnSpLocks/>
            </p:cNvCxnSpPr>
            <p:nvPr/>
          </p:nvCxnSpPr>
          <p:spPr>
            <a:xfrm>
              <a:off x="2674024" y="3309994"/>
              <a:ext cx="0" cy="602370"/>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8" name="组合 27">
            <a:extLst>
              <a:ext uri="{FF2B5EF4-FFF2-40B4-BE49-F238E27FC236}">
                <a16:creationId xmlns:a16="http://schemas.microsoft.com/office/drawing/2014/main" id="{D2540608-88DC-4785-90C9-D749906F3593}"/>
              </a:ext>
            </a:extLst>
          </p:cNvPr>
          <p:cNvGrpSpPr/>
          <p:nvPr/>
        </p:nvGrpSpPr>
        <p:grpSpPr>
          <a:xfrm>
            <a:off x="3382261" y="3309994"/>
            <a:ext cx="2371222" cy="645503"/>
            <a:chOff x="2671787" y="3309994"/>
            <a:chExt cx="2371222" cy="645503"/>
          </a:xfrm>
        </p:grpSpPr>
        <mc:AlternateContent xmlns:mc="http://schemas.openxmlformats.org/markup-compatibility/2006" xmlns:a14="http://schemas.microsoft.com/office/drawing/2010/main">
          <mc:Choice Requires="a14">
            <p:sp>
              <p:nvSpPr>
                <p:cNvPr id="230" name="文本框 229">
                  <a:extLst>
                    <a:ext uri="{FF2B5EF4-FFF2-40B4-BE49-F238E27FC236}">
                      <a16:creationId xmlns:a16="http://schemas.microsoft.com/office/drawing/2014/main" id="{ABC2806B-5E35-40EA-9315-242D4F82CED1}"/>
                    </a:ext>
                  </a:extLst>
                </p:cNvPr>
                <p:cNvSpPr txBox="1"/>
                <p:nvPr/>
              </p:nvSpPr>
              <p:spPr>
                <a:xfrm>
                  <a:off x="3599413" y="3555387"/>
                  <a:ext cx="515969" cy="400110"/>
                </a:xfrm>
                <a:prstGeom prst="rect">
                  <a:avLst/>
                </a:prstGeom>
                <a:noFill/>
              </p:spPr>
              <p:txBody>
                <a:bodyPr wrap="square" rtlCol="0">
                  <a:spAutoFit/>
                </a:bodyPr>
                <a:lstStyle/>
                <a:p>
                  <a:pPr algn="ctr"/>
                  <a14:m>
                    <m:oMathPara xmlns:m="http://schemas.openxmlformats.org/officeDocument/2006/math">
                      <m:oMathParaPr>
                        <m:jc m:val="center"/>
                      </m:oMathParaPr>
                      <m:oMath xmlns:m="http://schemas.openxmlformats.org/officeDocument/2006/math">
                        <m:r>
                          <a:rPr lang="en-US" altLang="zh-CN" sz="2000" b="1" i="1" dirty="0" smtClean="0">
                            <a:latin typeface="Cambria Math" panose="02040503050406030204" pitchFamily="18" charset="0"/>
                          </a:rPr>
                          <m:t> </m:t>
                        </m:r>
                        <m:r>
                          <a:rPr lang="en-US" altLang="zh-CN" sz="2000" b="1" i="1" dirty="0" smtClean="0">
                            <a:latin typeface="Cambria Math" panose="02040503050406030204" pitchFamily="18" charset="0"/>
                          </a:rPr>
                          <m:t>𝑹𝑻𝑻</m:t>
                        </m:r>
                      </m:oMath>
                    </m:oMathPara>
                  </a14:m>
                  <a:endParaRPr lang="zh-CN" altLang="en-US" sz="2000" b="1" dirty="0">
                    <a:latin typeface="+mn-ea"/>
                  </a:endParaRPr>
                </a:p>
              </p:txBody>
            </p:sp>
          </mc:Choice>
          <mc:Fallback xmlns="">
            <p:sp>
              <p:nvSpPr>
                <p:cNvPr id="230" name="文本框 229">
                  <a:extLst>
                    <a:ext uri="{FF2B5EF4-FFF2-40B4-BE49-F238E27FC236}">
                      <a16:creationId xmlns:a16="http://schemas.microsoft.com/office/drawing/2014/main" id="{ABC2806B-5E35-40EA-9315-242D4F82CED1}"/>
                    </a:ext>
                  </a:extLst>
                </p:cNvPr>
                <p:cNvSpPr txBox="1">
                  <a:spLocks noRot="1" noChangeAspect="1" noMove="1" noResize="1" noEditPoints="1" noAdjustHandles="1" noChangeArrowheads="1" noChangeShapeType="1" noTextEdit="1"/>
                </p:cNvSpPr>
                <p:nvPr/>
              </p:nvSpPr>
              <p:spPr>
                <a:xfrm>
                  <a:off x="3599413" y="3555387"/>
                  <a:ext cx="515969" cy="400110"/>
                </a:xfrm>
                <a:prstGeom prst="rect">
                  <a:avLst/>
                </a:prstGeom>
                <a:blipFill>
                  <a:blip r:embed="rId9"/>
                  <a:stretch>
                    <a:fillRect l="-16471" r="-12941"/>
                  </a:stretch>
                </a:blipFill>
              </p:spPr>
              <p:txBody>
                <a:bodyPr/>
                <a:lstStyle/>
                <a:p>
                  <a:r>
                    <a:rPr lang="zh-CN" altLang="en-US">
                      <a:noFill/>
                    </a:rPr>
                    <a:t> </a:t>
                  </a:r>
                </a:p>
              </p:txBody>
            </p:sp>
          </mc:Fallback>
        </mc:AlternateContent>
        <p:cxnSp>
          <p:nvCxnSpPr>
            <p:cNvPr id="237" name="直接连接符 236">
              <a:extLst>
                <a:ext uri="{FF2B5EF4-FFF2-40B4-BE49-F238E27FC236}">
                  <a16:creationId xmlns:a16="http://schemas.microsoft.com/office/drawing/2014/main" id="{6D1EE142-2A42-42BE-B207-A8F6D91EC525}"/>
                </a:ext>
              </a:extLst>
            </p:cNvPr>
            <p:cNvCxnSpPr>
              <a:cxnSpLocks/>
            </p:cNvCxnSpPr>
            <p:nvPr/>
          </p:nvCxnSpPr>
          <p:spPr>
            <a:xfrm>
              <a:off x="2671787" y="3310180"/>
              <a:ext cx="0" cy="602184"/>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38" name="直接箭头连接符 237">
              <a:extLst>
                <a:ext uri="{FF2B5EF4-FFF2-40B4-BE49-F238E27FC236}">
                  <a16:creationId xmlns:a16="http://schemas.microsoft.com/office/drawing/2014/main" id="{683AAEDF-4E77-4D7E-990F-24087E2B9130}"/>
                </a:ext>
              </a:extLst>
            </p:cNvPr>
            <p:cNvCxnSpPr>
              <a:cxnSpLocks/>
            </p:cNvCxnSpPr>
            <p:nvPr/>
          </p:nvCxnSpPr>
          <p:spPr>
            <a:xfrm>
              <a:off x="2671787" y="3499528"/>
              <a:ext cx="2371222" cy="0"/>
            </a:xfrm>
            <a:prstGeom prst="straightConnector1">
              <a:avLst/>
            </a:prstGeom>
            <a:ln w="12700">
              <a:solidFill>
                <a:schemeClr val="tx1"/>
              </a:solidFill>
              <a:headEnd type="triangle"/>
              <a:tailEnd type="triangle"/>
            </a:ln>
          </p:spPr>
          <p:style>
            <a:lnRef idx="1">
              <a:schemeClr val="accent1"/>
            </a:lnRef>
            <a:fillRef idx="0">
              <a:schemeClr val="accent1"/>
            </a:fillRef>
            <a:effectRef idx="0">
              <a:schemeClr val="accent1"/>
            </a:effectRef>
            <a:fontRef idx="minor">
              <a:schemeClr val="tx1"/>
            </a:fontRef>
          </p:style>
        </p:cxnSp>
        <p:cxnSp>
          <p:nvCxnSpPr>
            <p:cNvPr id="240" name="直接连接符 239">
              <a:extLst>
                <a:ext uri="{FF2B5EF4-FFF2-40B4-BE49-F238E27FC236}">
                  <a16:creationId xmlns:a16="http://schemas.microsoft.com/office/drawing/2014/main" id="{AEFC76A7-B25A-45F4-A7C6-6859EB2F573C}"/>
                </a:ext>
              </a:extLst>
            </p:cNvPr>
            <p:cNvCxnSpPr>
              <a:cxnSpLocks/>
            </p:cNvCxnSpPr>
            <p:nvPr/>
          </p:nvCxnSpPr>
          <p:spPr>
            <a:xfrm>
              <a:off x="5043009" y="3309994"/>
              <a:ext cx="0" cy="602370"/>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grpSp>
      <mc:AlternateContent xmlns:mc="http://schemas.openxmlformats.org/markup-compatibility/2006" xmlns:a14="http://schemas.microsoft.com/office/drawing/2010/main">
        <mc:Choice Requires="a14">
          <p:sp>
            <p:nvSpPr>
              <p:cNvPr id="31" name="矩形 30">
                <a:extLst>
                  <a:ext uri="{FF2B5EF4-FFF2-40B4-BE49-F238E27FC236}">
                    <a16:creationId xmlns:a16="http://schemas.microsoft.com/office/drawing/2014/main" id="{E821C6B0-C9EE-4D21-B3EB-81FB7D9EA786}"/>
                  </a:ext>
                </a:extLst>
              </p:cNvPr>
              <p:cNvSpPr/>
              <p:nvPr/>
            </p:nvSpPr>
            <p:spPr>
              <a:xfrm>
                <a:off x="3349946" y="1104766"/>
                <a:ext cx="6925546" cy="42354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zh-CN" altLang="en-US" sz="1800" b="1" dirty="0">
                    <a:latin typeface="+mn-ea"/>
                  </a:rPr>
                  <a:t>对于</a:t>
                </a:r>
                <a14:m>
                  <m:oMath xmlns:m="http://schemas.openxmlformats.org/officeDocument/2006/math">
                    <m:r>
                      <a:rPr lang="en-US" altLang="zh-CN" sz="1800" b="1" i="1" smtClean="0">
                        <a:latin typeface="Cambria Math" panose="02040503050406030204" pitchFamily="18" charset="0"/>
                        <a:ea typeface="Cambria Math" panose="02040503050406030204" pitchFamily="18" charset="0"/>
                      </a:rPr>
                      <m:t>𝑹𝑻𝑻</m:t>
                    </m:r>
                    <m:r>
                      <a:rPr lang="en-US" altLang="zh-CN" sz="1800" b="1" i="1" smtClean="0">
                        <a:latin typeface="Cambria Math" panose="02040503050406030204" pitchFamily="18" charset="0"/>
                        <a:ea typeface="Cambria Math" panose="02040503050406030204" pitchFamily="18" charset="0"/>
                      </a:rPr>
                      <m:t>≫</m:t>
                    </m:r>
                    <m:sSub>
                      <m:sSubPr>
                        <m:ctrlPr>
                          <a:rPr lang="en-US" altLang="zh-CN" sz="1800" b="1" i="1" smtClean="0">
                            <a:latin typeface="Cambria Math" panose="02040503050406030204" pitchFamily="18" charset="0"/>
                            <a:ea typeface="Cambria Math" panose="02040503050406030204" pitchFamily="18" charset="0"/>
                          </a:rPr>
                        </m:ctrlPr>
                      </m:sSubPr>
                      <m:e>
                        <m:r>
                          <a:rPr lang="en-US" altLang="zh-CN" sz="1800" b="1" i="1" smtClean="0">
                            <a:latin typeface="Cambria Math" panose="02040503050406030204" pitchFamily="18" charset="0"/>
                            <a:ea typeface="Cambria Math" panose="02040503050406030204" pitchFamily="18" charset="0"/>
                          </a:rPr>
                          <m:t>𝑻</m:t>
                        </m:r>
                      </m:e>
                      <m:sub>
                        <m:r>
                          <a:rPr lang="en-US" altLang="zh-CN" sz="1800" b="1" i="1" smtClean="0">
                            <a:latin typeface="Cambria Math" panose="02040503050406030204" pitchFamily="18" charset="0"/>
                            <a:ea typeface="Cambria Math" panose="02040503050406030204" pitchFamily="18" charset="0"/>
                          </a:rPr>
                          <m:t>𝑫</m:t>
                        </m:r>
                      </m:sub>
                    </m:sSub>
                    <m:r>
                      <a:rPr lang="zh-CN" altLang="en-US" sz="1800" b="1" i="1">
                        <a:latin typeface="Cambria Math" panose="02040503050406030204" pitchFamily="18" charset="0"/>
                        <a:ea typeface="Cambria Math" panose="02040503050406030204" pitchFamily="18" charset="0"/>
                      </a:rPr>
                      <m:t>，</m:t>
                    </m:r>
                  </m:oMath>
                </a14:m>
                <a:r>
                  <a:rPr lang="zh-CN" altLang="en-US" sz="1800" b="1" dirty="0">
                    <a:latin typeface="+mn-ea"/>
                  </a:rPr>
                  <a:t>例如使用同步卫星链路，信道利用率很低。</a:t>
                </a:r>
              </a:p>
            </p:txBody>
          </p:sp>
        </mc:Choice>
        <mc:Fallback xmlns="">
          <p:sp>
            <p:nvSpPr>
              <p:cNvPr id="31" name="矩形 30">
                <a:extLst>
                  <a:ext uri="{FF2B5EF4-FFF2-40B4-BE49-F238E27FC236}">
                    <a16:creationId xmlns:a16="http://schemas.microsoft.com/office/drawing/2014/main" id="{E821C6B0-C9EE-4D21-B3EB-81FB7D9EA786}"/>
                  </a:ext>
                </a:extLst>
              </p:cNvPr>
              <p:cNvSpPr>
                <a:spLocks noRot="1" noChangeAspect="1" noMove="1" noResize="1" noEditPoints="1" noAdjustHandles="1" noChangeArrowheads="1" noChangeShapeType="1" noTextEdit="1"/>
              </p:cNvSpPr>
              <p:nvPr/>
            </p:nvSpPr>
            <p:spPr>
              <a:xfrm>
                <a:off x="3349946" y="1104766"/>
                <a:ext cx="6925546" cy="423543"/>
              </a:xfrm>
              <a:prstGeom prst="rect">
                <a:avLst/>
              </a:prstGeom>
              <a:blipFill>
                <a:blip r:embed="rId10"/>
                <a:stretch>
                  <a:fillRect b="-13889"/>
                </a:stretch>
              </a:blipFill>
            </p:spPr>
            <p:txBody>
              <a:bodyPr/>
              <a:lstStyle/>
              <a:p>
                <a:r>
                  <a:rPr lang="zh-CN" altLang="en-US">
                    <a:noFill/>
                  </a:rPr>
                  <a:t> </a:t>
                </a:r>
              </a:p>
            </p:txBody>
          </p:sp>
        </mc:Fallback>
      </mc:AlternateContent>
    </p:spTree>
    <p:custDataLst>
      <p:tags r:id="rId1"/>
    </p:custDataLst>
    <p:extLst>
      <p:ext uri="{BB962C8B-B14F-4D97-AF65-F5344CB8AC3E}">
        <p14:creationId xmlns:p14="http://schemas.microsoft.com/office/powerpoint/2010/main" val="4163944922"/>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2" presetClass="entr" presetSubtype="1" fill="hold" nodeType="withEffect">
                                  <p:stCondLst>
                                    <p:cond delay="0"/>
                                  </p:stCondLst>
                                  <p:childTnLst>
                                    <p:set>
                                      <p:cBhvr>
                                        <p:cTn id="6" dur="1" fill="hold">
                                          <p:stCondLst>
                                            <p:cond delay="0"/>
                                          </p:stCondLst>
                                        </p:cTn>
                                        <p:tgtEl>
                                          <p:spTgt spid="4"/>
                                        </p:tgtEl>
                                        <p:attrNameLst>
                                          <p:attrName>style.visibility</p:attrName>
                                        </p:attrNameLst>
                                      </p:cBhvr>
                                      <p:to>
                                        <p:strVal val="visible"/>
                                      </p:to>
                                    </p:set>
                                    <p:anim calcmode="lin" valueType="num">
                                      <p:cBhvr additive="base">
                                        <p:cTn id="7" dur="1000"/>
                                        <p:tgtEl>
                                          <p:spTgt spid="4"/>
                                        </p:tgtEl>
                                        <p:attrNameLst>
                                          <p:attrName>ppt_y</p:attrName>
                                        </p:attrNameLst>
                                      </p:cBhvr>
                                      <p:tavLst>
                                        <p:tav tm="0">
                                          <p:val>
                                            <p:strVal val="#ppt_y-#ppt_h*1.125000"/>
                                          </p:val>
                                        </p:tav>
                                        <p:tav tm="100000">
                                          <p:val>
                                            <p:strVal val="#ppt_y"/>
                                          </p:val>
                                        </p:tav>
                                      </p:tavLst>
                                    </p:anim>
                                    <p:animEffect transition="in" filter="wipe(down)">
                                      <p:cBhvr>
                                        <p:cTn id="8" dur="1000"/>
                                        <p:tgtEl>
                                          <p:spTgt spid="4"/>
                                        </p:tgtEl>
                                      </p:cBhvr>
                                    </p:animEffect>
                                  </p:childTnLst>
                                </p:cTn>
                              </p:par>
                            </p:childTnLst>
                          </p:cTn>
                        </p:par>
                      </p:childTnLst>
                    </p:cTn>
                  </p:par>
                  <p:par>
                    <p:cTn id="9" fill="hold">
                      <p:stCondLst>
                        <p:cond delay="indefinite"/>
                      </p:stCondLst>
                      <p:childTnLst>
                        <p:par>
                          <p:cTn id="10" fill="hold">
                            <p:stCondLst>
                              <p:cond delay="0"/>
                            </p:stCondLst>
                            <p:childTnLst>
                              <p:par>
                                <p:cTn id="11" presetID="30" presetClass="entr" presetSubtype="0" fill="hold" nodeType="clickEffect">
                                  <p:stCondLst>
                                    <p:cond delay="0"/>
                                  </p:stCondLst>
                                  <p:childTnLst>
                                    <p:set>
                                      <p:cBhvr>
                                        <p:cTn id="12" dur="1" fill="hold">
                                          <p:stCondLst>
                                            <p:cond delay="0"/>
                                          </p:stCondLst>
                                        </p:cTn>
                                        <p:tgtEl>
                                          <p:spTgt spid="9"/>
                                        </p:tgtEl>
                                        <p:attrNameLst>
                                          <p:attrName>style.visibility</p:attrName>
                                        </p:attrNameLst>
                                      </p:cBhvr>
                                      <p:to>
                                        <p:strVal val="visible"/>
                                      </p:to>
                                    </p:set>
                                    <p:animEffect transition="in" filter="fade">
                                      <p:cBhvr>
                                        <p:cTn id="13" dur="800" decel="100000"/>
                                        <p:tgtEl>
                                          <p:spTgt spid="9"/>
                                        </p:tgtEl>
                                      </p:cBhvr>
                                    </p:animEffect>
                                    <p:anim calcmode="lin" valueType="num">
                                      <p:cBhvr>
                                        <p:cTn id="14" dur="800" decel="100000" fill="hold"/>
                                        <p:tgtEl>
                                          <p:spTgt spid="9"/>
                                        </p:tgtEl>
                                        <p:attrNameLst>
                                          <p:attrName>style.rotation</p:attrName>
                                        </p:attrNameLst>
                                      </p:cBhvr>
                                      <p:tavLst>
                                        <p:tav tm="0">
                                          <p:val>
                                            <p:fltVal val="-90"/>
                                          </p:val>
                                        </p:tav>
                                        <p:tav tm="100000">
                                          <p:val>
                                            <p:fltVal val="0"/>
                                          </p:val>
                                        </p:tav>
                                      </p:tavLst>
                                    </p:anim>
                                    <p:anim calcmode="lin" valueType="num">
                                      <p:cBhvr>
                                        <p:cTn id="15" dur="800" decel="100000" fill="hold"/>
                                        <p:tgtEl>
                                          <p:spTgt spid="9"/>
                                        </p:tgtEl>
                                        <p:attrNameLst>
                                          <p:attrName>ppt_x</p:attrName>
                                        </p:attrNameLst>
                                      </p:cBhvr>
                                      <p:tavLst>
                                        <p:tav tm="0">
                                          <p:val>
                                            <p:strVal val="#ppt_x+0.4"/>
                                          </p:val>
                                        </p:tav>
                                        <p:tav tm="100000">
                                          <p:val>
                                            <p:strVal val="#ppt_x-0.05"/>
                                          </p:val>
                                        </p:tav>
                                      </p:tavLst>
                                    </p:anim>
                                    <p:anim calcmode="lin" valueType="num">
                                      <p:cBhvr>
                                        <p:cTn id="16" dur="800" decel="100000" fill="hold"/>
                                        <p:tgtEl>
                                          <p:spTgt spid="9"/>
                                        </p:tgtEl>
                                        <p:attrNameLst>
                                          <p:attrName>ppt_y</p:attrName>
                                        </p:attrNameLst>
                                      </p:cBhvr>
                                      <p:tavLst>
                                        <p:tav tm="0">
                                          <p:val>
                                            <p:strVal val="#ppt_y-0.4"/>
                                          </p:val>
                                        </p:tav>
                                        <p:tav tm="100000">
                                          <p:val>
                                            <p:strVal val="#ppt_y+0.1"/>
                                          </p:val>
                                        </p:tav>
                                      </p:tavLst>
                                    </p:anim>
                                    <p:anim calcmode="lin" valueType="num">
                                      <p:cBhvr>
                                        <p:cTn id="17" dur="200" accel="100000" fill="hold">
                                          <p:stCondLst>
                                            <p:cond delay="800"/>
                                          </p:stCondLst>
                                        </p:cTn>
                                        <p:tgtEl>
                                          <p:spTgt spid="9"/>
                                        </p:tgtEl>
                                        <p:attrNameLst>
                                          <p:attrName>ppt_x</p:attrName>
                                        </p:attrNameLst>
                                      </p:cBhvr>
                                      <p:tavLst>
                                        <p:tav tm="0">
                                          <p:val>
                                            <p:strVal val="#ppt_x-0.05"/>
                                          </p:val>
                                        </p:tav>
                                        <p:tav tm="100000">
                                          <p:val>
                                            <p:strVal val="#ppt_x"/>
                                          </p:val>
                                        </p:tav>
                                      </p:tavLst>
                                    </p:anim>
                                    <p:anim calcmode="lin" valueType="num">
                                      <p:cBhvr>
                                        <p:cTn id="18" dur="200" accel="100000" fill="hold">
                                          <p:stCondLst>
                                            <p:cond delay="800"/>
                                          </p:stCondLst>
                                        </p:cTn>
                                        <p:tgtEl>
                                          <p:spTgt spid="9"/>
                                        </p:tgtEl>
                                        <p:attrNameLst>
                                          <p:attrName>ppt_y</p:attrName>
                                        </p:attrNameLst>
                                      </p:cBhvr>
                                      <p:tavLst>
                                        <p:tav tm="0">
                                          <p:val>
                                            <p:strVal val="#ppt_y+0.1"/>
                                          </p:val>
                                        </p:tav>
                                        <p:tav tm="100000">
                                          <p:val>
                                            <p:strVal val="#ppt_y"/>
                                          </p:val>
                                        </p:tav>
                                      </p:tavLst>
                                    </p:anim>
                                  </p:childTnLst>
                                </p:cTn>
                              </p:par>
                            </p:childTnLst>
                          </p:cTn>
                        </p:par>
                      </p:childTnLst>
                    </p:cTn>
                  </p:par>
                  <p:par>
                    <p:cTn id="19" fill="hold">
                      <p:stCondLst>
                        <p:cond delay="indefinite"/>
                      </p:stCondLst>
                      <p:childTnLst>
                        <p:par>
                          <p:cTn id="20" fill="hold">
                            <p:stCondLst>
                              <p:cond delay="0"/>
                            </p:stCondLst>
                            <p:childTnLst>
                              <p:par>
                                <p:cTn id="21" presetID="22" presetClass="entr" presetSubtype="8" fill="hold" nodeType="clickEffect">
                                  <p:stCondLst>
                                    <p:cond delay="0"/>
                                  </p:stCondLst>
                                  <p:childTnLst>
                                    <p:set>
                                      <p:cBhvr>
                                        <p:cTn id="22" dur="1" fill="hold">
                                          <p:stCondLst>
                                            <p:cond delay="0"/>
                                          </p:stCondLst>
                                        </p:cTn>
                                        <p:tgtEl>
                                          <p:spTgt spid="170"/>
                                        </p:tgtEl>
                                        <p:attrNameLst>
                                          <p:attrName>style.visibility</p:attrName>
                                        </p:attrNameLst>
                                      </p:cBhvr>
                                      <p:to>
                                        <p:strVal val="visible"/>
                                      </p:to>
                                    </p:set>
                                    <p:animEffect transition="in" filter="wipe(left)">
                                      <p:cBhvr>
                                        <p:cTn id="23" dur="1000"/>
                                        <p:tgtEl>
                                          <p:spTgt spid="170"/>
                                        </p:tgtEl>
                                      </p:cBhvr>
                                    </p:animEffect>
                                  </p:childTnLst>
                                </p:cTn>
                              </p:par>
                            </p:childTnLst>
                          </p:cTn>
                        </p:par>
                        <p:par>
                          <p:cTn id="24" fill="hold">
                            <p:stCondLst>
                              <p:cond delay="1000"/>
                            </p:stCondLst>
                            <p:childTnLst>
                              <p:par>
                                <p:cTn id="25" presetID="22" presetClass="entr" presetSubtype="8" fill="hold" nodeType="afterEffect">
                                  <p:stCondLst>
                                    <p:cond delay="0"/>
                                  </p:stCondLst>
                                  <p:childTnLst>
                                    <p:set>
                                      <p:cBhvr>
                                        <p:cTn id="26" dur="1" fill="hold">
                                          <p:stCondLst>
                                            <p:cond delay="0"/>
                                          </p:stCondLst>
                                        </p:cTn>
                                        <p:tgtEl>
                                          <p:spTgt spid="164"/>
                                        </p:tgtEl>
                                        <p:attrNameLst>
                                          <p:attrName>style.visibility</p:attrName>
                                        </p:attrNameLst>
                                      </p:cBhvr>
                                      <p:to>
                                        <p:strVal val="visible"/>
                                      </p:to>
                                    </p:set>
                                    <p:animEffect transition="in" filter="wipe(left)">
                                      <p:cBhvr>
                                        <p:cTn id="27" dur="1000"/>
                                        <p:tgtEl>
                                          <p:spTgt spid="164"/>
                                        </p:tgtEl>
                                      </p:cBhvr>
                                    </p:animEffect>
                                  </p:childTnLst>
                                </p:cTn>
                              </p:par>
                            </p:childTnLst>
                          </p:cTn>
                        </p:par>
                        <p:par>
                          <p:cTn id="28" fill="hold">
                            <p:stCondLst>
                              <p:cond delay="2000"/>
                            </p:stCondLst>
                            <p:childTnLst>
                              <p:par>
                                <p:cTn id="29" presetID="22" presetClass="entr" presetSubtype="8" fill="hold" grpId="0" nodeType="afterEffect">
                                  <p:stCondLst>
                                    <p:cond delay="0"/>
                                  </p:stCondLst>
                                  <p:childTnLst>
                                    <p:set>
                                      <p:cBhvr>
                                        <p:cTn id="30" dur="1" fill="hold">
                                          <p:stCondLst>
                                            <p:cond delay="0"/>
                                          </p:stCondLst>
                                        </p:cTn>
                                        <p:tgtEl>
                                          <p:spTgt spid="179"/>
                                        </p:tgtEl>
                                        <p:attrNameLst>
                                          <p:attrName>style.visibility</p:attrName>
                                        </p:attrNameLst>
                                      </p:cBhvr>
                                      <p:to>
                                        <p:strVal val="visible"/>
                                      </p:to>
                                    </p:set>
                                    <p:animEffect transition="in" filter="wipe(left)">
                                      <p:cBhvr>
                                        <p:cTn id="31" dur="1000"/>
                                        <p:tgtEl>
                                          <p:spTgt spid="179"/>
                                        </p:tgtEl>
                                      </p:cBhvr>
                                    </p:animEffect>
                                  </p:childTnLst>
                                </p:cTn>
                              </p:par>
                            </p:childTnLst>
                          </p:cTn>
                        </p:par>
                      </p:childTnLst>
                    </p:cTn>
                  </p:par>
                  <p:par>
                    <p:cTn id="32" fill="hold">
                      <p:stCondLst>
                        <p:cond delay="indefinite"/>
                      </p:stCondLst>
                      <p:childTnLst>
                        <p:par>
                          <p:cTn id="33" fill="hold">
                            <p:stCondLst>
                              <p:cond delay="0"/>
                            </p:stCondLst>
                            <p:childTnLst>
                              <p:par>
                                <p:cTn id="34" presetID="12" presetClass="entr" presetSubtype="4" fill="hold" nodeType="clickEffect">
                                  <p:stCondLst>
                                    <p:cond delay="0"/>
                                  </p:stCondLst>
                                  <p:childTnLst>
                                    <p:set>
                                      <p:cBhvr>
                                        <p:cTn id="35" dur="1" fill="hold">
                                          <p:stCondLst>
                                            <p:cond delay="0"/>
                                          </p:stCondLst>
                                        </p:cTn>
                                        <p:tgtEl>
                                          <p:spTgt spid="25"/>
                                        </p:tgtEl>
                                        <p:attrNameLst>
                                          <p:attrName>style.visibility</p:attrName>
                                        </p:attrNameLst>
                                      </p:cBhvr>
                                      <p:to>
                                        <p:strVal val="visible"/>
                                      </p:to>
                                    </p:set>
                                    <p:anim calcmode="lin" valueType="num">
                                      <p:cBhvr additive="base">
                                        <p:cTn id="36" dur="500"/>
                                        <p:tgtEl>
                                          <p:spTgt spid="25"/>
                                        </p:tgtEl>
                                        <p:attrNameLst>
                                          <p:attrName>ppt_y</p:attrName>
                                        </p:attrNameLst>
                                      </p:cBhvr>
                                      <p:tavLst>
                                        <p:tav tm="0">
                                          <p:val>
                                            <p:strVal val="#ppt_y+#ppt_h*1.125000"/>
                                          </p:val>
                                        </p:tav>
                                        <p:tav tm="100000">
                                          <p:val>
                                            <p:strVal val="#ppt_y"/>
                                          </p:val>
                                        </p:tav>
                                      </p:tavLst>
                                    </p:anim>
                                    <p:animEffect transition="in" filter="wipe(up)">
                                      <p:cBhvr>
                                        <p:cTn id="37" dur="500"/>
                                        <p:tgtEl>
                                          <p:spTgt spid="25"/>
                                        </p:tgtEl>
                                      </p:cBhvr>
                                    </p:animEffect>
                                  </p:childTnLst>
                                </p:cTn>
                              </p:par>
                            </p:childTnLst>
                          </p:cTn>
                        </p:par>
                      </p:childTnLst>
                    </p:cTn>
                  </p:par>
                  <p:par>
                    <p:cTn id="38" fill="hold">
                      <p:stCondLst>
                        <p:cond delay="indefinite"/>
                      </p:stCondLst>
                      <p:childTnLst>
                        <p:par>
                          <p:cTn id="39" fill="hold">
                            <p:stCondLst>
                              <p:cond delay="0"/>
                            </p:stCondLst>
                            <p:childTnLst>
                              <p:par>
                                <p:cTn id="40" presetID="12" presetClass="entr" presetSubtype="4" fill="hold" nodeType="clickEffect">
                                  <p:stCondLst>
                                    <p:cond delay="0"/>
                                  </p:stCondLst>
                                  <p:childTnLst>
                                    <p:set>
                                      <p:cBhvr>
                                        <p:cTn id="41" dur="1" fill="hold">
                                          <p:stCondLst>
                                            <p:cond delay="0"/>
                                          </p:stCondLst>
                                        </p:cTn>
                                        <p:tgtEl>
                                          <p:spTgt spid="28"/>
                                        </p:tgtEl>
                                        <p:attrNameLst>
                                          <p:attrName>style.visibility</p:attrName>
                                        </p:attrNameLst>
                                      </p:cBhvr>
                                      <p:to>
                                        <p:strVal val="visible"/>
                                      </p:to>
                                    </p:set>
                                    <p:anim calcmode="lin" valueType="num">
                                      <p:cBhvr additive="base">
                                        <p:cTn id="42" dur="500"/>
                                        <p:tgtEl>
                                          <p:spTgt spid="28"/>
                                        </p:tgtEl>
                                        <p:attrNameLst>
                                          <p:attrName>ppt_y</p:attrName>
                                        </p:attrNameLst>
                                      </p:cBhvr>
                                      <p:tavLst>
                                        <p:tav tm="0">
                                          <p:val>
                                            <p:strVal val="#ppt_y+#ppt_h*1.125000"/>
                                          </p:val>
                                        </p:tav>
                                        <p:tav tm="100000">
                                          <p:val>
                                            <p:strVal val="#ppt_y"/>
                                          </p:val>
                                        </p:tav>
                                      </p:tavLst>
                                    </p:anim>
                                    <p:animEffect transition="in" filter="wipe(up)">
                                      <p:cBhvr>
                                        <p:cTn id="43" dur="500"/>
                                        <p:tgtEl>
                                          <p:spTgt spid="28"/>
                                        </p:tgtEl>
                                      </p:cBhvr>
                                    </p:animEffect>
                                  </p:childTnLst>
                                </p:cTn>
                              </p:par>
                            </p:childTnLst>
                          </p:cTn>
                        </p:par>
                      </p:childTnLst>
                    </p:cTn>
                  </p:par>
                  <p:par>
                    <p:cTn id="44" fill="hold">
                      <p:stCondLst>
                        <p:cond delay="indefinite"/>
                      </p:stCondLst>
                      <p:childTnLst>
                        <p:par>
                          <p:cTn id="45" fill="hold">
                            <p:stCondLst>
                              <p:cond delay="0"/>
                            </p:stCondLst>
                            <p:childTnLst>
                              <p:par>
                                <p:cTn id="46" presetID="42" presetClass="entr" presetSubtype="0" fill="hold" grpId="0" nodeType="clickEffect">
                                  <p:stCondLst>
                                    <p:cond delay="0"/>
                                  </p:stCondLst>
                                  <p:childTnLst>
                                    <p:set>
                                      <p:cBhvr>
                                        <p:cTn id="47" dur="1" fill="hold">
                                          <p:stCondLst>
                                            <p:cond delay="0"/>
                                          </p:stCondLst>
                                        </p:cTn>
                                        <p:tgtEl>
                                          <p:spTgt spid="31"/>
                                        </p:tgtEl>
                                        <p:attrNameLst>
                                          <p:attrName>style.visibility</p:attrName>
                                        </p:attrNameLst>
                                      </p:cBhvr>
                                      <p:to>
                                        <p:strVal val="visible"/>
                                      </p:to>
                                    </p:set>
                                    <p:animEffect transition="in" filter="fade">
                                      <p:cBhvr>
                                        <p:cTn id="48" dur="1000"/>
                                        <p:tgtEl>
                                          <p:spTgt spid="31"/>
                                        </p:tgtEl>
                                      </p:cBhvr>
                                    </p:animEffect>
                                    <p:anim calcmode="lin" valueType="num">
                                      <p:cBhvr>
                                        <p:cTn id="49" dur="1000" fill="hold"/>
                                        <p:tgtEl>
                                          <p:spTgt spid="31"/>
                                        </p:tgtEl>
                                        <p:attrNameLst>
                                          <p:attrName>ppt_x</p:attrName>
                                        </p:attrNameLst>
                                      </p:cBhvr>
                                      <p:tavLst>
                                        <p:tav tm="0">
                                          <p:val>
                                            <p:strVal val="#ppt_x"/>
                                          </p:val>
                                        </p:tav>
                                        <p:tav tm="100000">
                                          <p:val>
                                            <p:strVal val="#ppt_x"/>
                                          </p:val>
                                        </p:tav>
                                      </p:tavLst>
                                    </p:anim>
                                    <p:anim calcmode="lin" valueType="num">
                                      <p:cBhvr>
                                        <p:cTn id="50" dur="1000" fill="hold"/>
                                        <p:tgtEl>
                                          <p:spTgt spid="31"/>
                                        </p:tgtEl>
                                        <p:attrNameLst>
                                          <p:attrName>ppt_y</p:attrName>
                                        </p:attrNameLst>
                                      </p:cBhvr>
                                      <p:tavLst>
                                        <p:tav tm="0">
                                          <p:val>
                                            <p:strVal val="#ppt_y+.1"/>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79" grpId="0"/>
      <p:bldP spid="31" grpId="0" animBg="1"/>
    </p:bldLst>
  </p:timing>
</p:sld>
</file>

<file path=ppt/slides/slide13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4" name="组合 3">
            <a:extLst>
              <a:ext uri="{FF2B5EF4-FFF2-40B4-BE49-F238E27FC236}">
                <a16:creationId xmlns:a16="http://schemas.microsoft.com/office/drawing/2014/main" id="{9A1EA9F2-FCB6-48C3-935F-7AE7E3AD14AC}"/>
              </a:ext>
            </a:extLst>
          </p:cNvPr>
          <p:cNvGrpSpPr/>
          <p:nvPr/>
        </p:nvGrpSpPr>
        <p:grpSpPr>
          <a:xfrm>
            <a:off x="304800" y="749300"/>
            <a:ext cx="6192344" cy="400110"/>
            <a:chOff x="424117" y="898245"/>
            <a:chExt cx="6192344" cy="400110"/>
          </a:xfrm>
        </p:grpSpPr>
        <p:sp>
          <p:nvSpPr>
            <p:cNvPr id="2" name="平行四边形 1">
              <a:extLst>
                <a:ext uri="{FF2B5EF4-FFF2-40B4-BE49-F238E27FC236}">
                  <a16:creationId xmlns:a16="http://schemas.microsoft.com/office/drawing/2014/main" id="{1F5BAA3F-9845-4F89-A2DD-8222D3E4EDAC}"/>
                </a:ext>
              </a:extLst>
            </p:cNvPr>
            <p:cNvSpPr/>
            <p:nvPr/>
          </p:nvSpPr>
          <p:spPr>
            <a:xfrm>
              <a:off x="424117" y="898245"/>
              <a:ext cx="628306" cy="387090"/>
            </a:xfrm>
            <a:prstGeom prst="parallelogram">
              <a:avLst/>
            </a:prstGeom>
            <a:solidFill>
              <a:schemeClr val="accent3">
                <a:lumMod val="75000"/>
              </a:schemeClr>
            </a:solidFill>
            <a:ln>
              <a:solidFill>
                <a:schemeClr val="accent3">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CN" sz="2200" dirty="0">
                  <a:latin typeface="Impact" panose="020B0806030902050204" pitchFamily="34" charset="0"/>
                </a:rPr>
                <a:t>01</a:t>
              </a:r>
              <a:endParaRPr lang="zh-CN" altLang="en-US" sz="2200" dirty="0">
                <a:latin typeface="Impact" panose="020B0806030902050204" pitchFamily="34" charset="0"/>
              </a:endParaRPr>
            </a:p>
          </p:txBody>
        </p:sp>
        <p:sp>
          <p:nvSpPr>
            <p:cNvPr id="3" name="文本框 2">
              <a:extLst>
                <a:ext uri="{FF2B5EF4-FFF2-40B4-BE49-F238E27FC236}">
                  <a16:creationId xmlns:a16="http://schemas.microsoft.com/office/drawing/2014/main" id="{4D6BD736-A4D3-4F26-AFED-36E11F50F70B}"/>
                </a:ext>
              </a:extLst>
            </p:cNvPr>
            <p:cNvSpPr txBox="1"/>
            <p:nvPr/>
          </p:nvSpPr>
          <p:spPr>
            <a:xfrm>
              <a:off x="1052423" y="898245"/>
              <a:ext cx="5564038" cy="400110"/>
            </a:xfrm>
            <a:prstGeom prst="rect">
              <a:avLst/>
            </a:prstGeom>
            <a:noFill/>
          </p:spPr>
          <p:txBody>
            <a:bodyPr wrap="square" rtlCol="0">
              <a:spAutoFit/>
            </a:bodyPr>
            <a:lstStyle/>
            <a:p>
              <a:r>
                <a:rPr lang="zh-CN" altLang="en-US" sz="2000" b="1" dirty="0"/>
                <a:t>回退</a:t>
              </a:r>
              <a:r>
                <a:rPr lang="en-US" altLang="zh-CN" sz="2000" b="1" dirty="0"/>
                <a:t>N</a:t>
              </a:r>
              <a:r>
                <a:rPr lang="zh-CN" altLang="en-US" sz="2000" b="1" dirty="0"/>
                <a:t>帧协议</a:t>
              </a:r>
            </a:p>
          </p:txBody>
        </p:sp>
      </p:grpSp>
      <p:sp>
        <p:nvSpPr>
          <p:cNvPr id="149" name="矩形 148">
            <a:extLst>
              <a:ext uri="{FF2B5EF4-FFF2-40B4-BE49-F238E27FC236}">
                <a16:creationId xmlns:a16="http://schemas.microsoft.com/office/drawing/2014/main" id="{7474C561-9BA2-47F6-B55A-A4677D8AB2F4}"/>
              </a:ext>
            </a:extLst>
          </p:cNvPr>
          <p:cNvSpPr/>
          <p:nvPr/>
        </p:nvSpPr>
        <p:spPr>
          <a:xfrm>
            <a:off x="2999943" y="1657333"/>
            <a:ext cx="2761718" cy="4169800"/>
          </a:xfrm>
          <a:prstGeom prst="rect">
            <a:avLst/>
          </a:prstGeom>
          <a:solidFill>
            <a:schemeClr val="bg1">
              <a:lumMod val="85000"/>
            </a:schemeClr>
          </a:solidFill>
          <a:ln>
            <a:solidFill>
              <a:schemeClr val="bg1">
                <a:lumMod val="9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grpSp>
        <p:nvGrpSpPr>
          <p:cNvPr id="16" name="组合 15">
            <a:extLst>
              <a:ext uri="{FF2B5EF4-FFF2-40B4-BE49-F238E27FC236}">
                <a16:creationId xmlns:a16="http://schemas.microsoft.com/office/drawing/2014/main" id="{9D7DF98D-0F2D-44D1-81D7-76CF1AAFB68B}"/>
              </a:ext>
            </a:extLst>
          </p:cNvPr>
          <p:cNvGrpSpPr/>
          <p:nvPr/>
        </p:nvGrpSpPr>
        <p:grpSpPr>
          <a:xfrm>
            <a:off x="8561629" y="4143296"/>
            <a:ext cx="1830953" cy="1677096"/>
            <a:chOff x="7824848" y="4248549"/>
            <a:chExt cx="1830953" cy="1677096"/>
          </a:xfrm>
        </p:grpSpPr>
        <p:sp>
          <p:nvSpPr>
            <p:cNvPr id="150" name="平行四边形 149">
              <a:extLst>
                <a:ext uri="{FF2B5EF4-FFF2-40B4-BE49-F238E27FC236}">
                  <a16:creationId xmlns:a16="http://schemas.microsoft.com/office/drawing/2014/main" id="{6BEB6A65-9C89-4FF0-884F-51A9C5C329CE}"/>
                </a:ext>
              </a:extLst>
            </p:cNvPr>
            <p:cNvSpPr/>
            <p:nvPr/>
          </p:nvSpPr>
          <p:spPr>
            <a:xfrm>
              <a:off x="7824848" y="4248549"/>
              <a:ext cx="1483037" cy="1677096"/>
            </a:xfrm>
            <a:prstGeom prst="parallelogram">
              <a:avLst>
                <a:gd name="adj" fmla="val 75732"/>
              </a:avLst>
            </a:prstGeom>
            <a:solidFill>
              <a:srgbClr val="5EB6F5"/>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151" name="平行四边形 150">
              <a:extLst>
                <a:ext uri="{FF2B5EF4-FFF2-40B4-BE49-F238E27FC236}">
                  <a16:creationId xmlns:a16="http://schemas.microsoft.com/office/drawing/2014/main" id="{47EFD162-C289-471A-9235-44656B9BB3F6}"/>
                </a:ext>
              </a:extLst>
            </p:cNvPr>
            <p:cNvSpPr/>
            <p:nvPr/>
          </p:nvSpPr>
          <p:spPr>
            <a:xfrm>
              <a:off x="8172764" y="4248549"/>
              <a:ext cx="1483037" cy="1677096"/>
            </a:xfrm>
            <a:prstGeom prst="parallelogram">
              <a:avLst>
                <a:gd name="adj" fmla="val 75732"/>
              </a:avLst>
            </a:prstGeom>
            <a:solidFill>
              <a:srgbClr val="5EB6F5"/>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grpSp>
      <p:grpSp>
        <p:nvGrpSpPr>
          <p:cNvPr id="13" name="组合 12">
            <a:extLst>
              <a:ext uri="{FF2B5EF4-FFF2-40B4-BE49-F238E27FC236}">
                <a16:creationId xmlns:a16="http://schemas.microsoft.com/office/drawing/2014/main" id="{E3E01D17-6FC8-488B-B4B3-0E48F8CDDB9F}"/>
              </a:ext>
            </a:extLst>
          </p:cNvPr>
          <p:cNvGrpSpPr/>
          <p:nvPr/>
        </p:nvGrpSpPr>
        <p:grpSpPr>
          <a:xfrm>
            <a:off x="5798203" y="4143965"/>
            <a:ext cx="3254679" cy="1677096"/>
            <a:chOff x="5061422" y="4249218"/>
            <a:chExt cx="3254679" cy="1677096"/>
          </a:xfrm>
        </p:grpSpPr>
        <p:sp>
          <p:nvSpPr>
            <p:cNvPr id="152" name="平行四边形 151">
              <a:extLst>
                <a:ext uri="{FF2B5EF4-FFF2-40B4-BE49-F238E27FC236}">
                  <a16:creationId xmlns:a16="http://schemas.microsoft.com/office/drawing/2014/main" id="{702AEDC3-2F99-46B5-B05E-ED0247DDE804}"/>
                </a:ext>
              </a:extLst>
            </p:cNvPr>
            <p:cNvSpPr/>
            <p:nvPr/>
          </p:nvSpPr>
          <p:spPr>
            <a:xfrm>
              <a:off x="5061422" y="4249218"/>
              <a:ext cx="1483037" cy="1677096"/>
            </a:xfrm>
            <a:prstGeom prst="parallelogram">
              <a:avLst>
                <a:gd name="adj" fmla="val 75732"/>
              </a:avLst>
            </a:prstGeom>
            <a:solidFill>
              <a:srgbClr val="5EB6F5"/>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153" name="平行四边形 152">
              <a:extLst>
                <a:ext uri="{FF2B5EF4-FFF2-40B4-BE49-F238E27FC236}">
                  <a16:creationId xmlns:a16="http://schemas.microsoft.com/office/drawing/2014/main" id="{12C897C5-B578-4A76-B6E4-C60B40841EAE}"/>
                </a:ext>
              </a:extLst>
            </p:cNvPr>
            <p:cNvSpPr/>
            <p:nvPr/>
          </p:nvSpPr>
          <p:spPr>
            <a:xfrm>
              <a:off x="5409338" y="4249218"/>
              <a:ext cx="1483037" cy="1677096"/>
            </a:xfrm>
            <a:prstGeom prst="parallelogram">
              <a:avLst>
                <a:gd name="adj" fmla="val 75732"/>
              </a:avLst>
            </a:prstGeom>
            <a:solidFill>
              <a:srgbClr val="5EB6F5"/>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154" name="平行四边形 153">
              <a:extLst>
                <a:ext uri="{FF2B5EF4-FFF2-40B4-BE49-F238E27FC236}">
                  <a16:creationId xmlns:a16="http://schemas.microsoft.com/office/drawing/2014/main" id="{ADC426AF-59D2-40E8-B165-D2EF4F5B7397}"/>
                </a:ext>
              </a:extLst>
            </p:cNvPr>
            <p:cNvSpPr/>
            <p:nvPr/>
          </p:nvSpPr>
          <p:spPr>
            <a:xfrm>
              <a:off x="5753676" y="4249218"/>
              <a:ext cx="1483037" cy="1677096"/>
            </a:xfrm>
            <a:prstGeom prst="parallelogram">
              <a:avLst>
                <a:gd name="adj" fmla="val 75732"/>
              </a:avLst>
            </a:prstGeom>
            <a:solidFill>
              <a:srgbClr val="5EB6F5"/>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155" name="平行四边形 154">
              <a:extLst>
                <a:ext uri="{FF2B5EF4-FFF2-40B4-BE49-F238E27FC236}">
                  <a16:creationId xmlns:a16="http://schemas.microsoft.com/office/drawing/2014/main" id="{B5BF699C-DA44-46DA-ABB0-F9A4DDB6A11C}"/>
                </a:ext>
              </a:extLst>
            </p:cNvPr>
            <p:cNvSpPr/>
            <p:nvPr/>
          </p:nvSpPr>
          <p:spPr>
            <a:xfrm>
              <a:off x="6116316" y="4249218"/>
              <a:ext cx="1483037" cy="1677096"/>
            </a:xfrm>
            <a:prstGeom prst="parallelogram">
              <a:avLst>
                <a:gd name="adj" fmla="val 75732"/>
              </a:avLst>
            </a:prstGeom>
            <a:solidFill>
              <a:srgbClr val="5EB6F5"/>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156" name="平行四边形 155">
              <a:extLst>
                <a:ext uri="{FF2B5EF4-FFF2-40B4-BE49-F238E27FC236}">
                  <a16:creationId xmlns:a16="http://schemas.microsoft.com/office/drawing/2014/main" id="{615D819C-FD62-4815-B5AC-0FD2146600DE}"/>
                </a:ext>
              </a:extLst>
            </p:cNvPr>
            <p:cNvSpPr/>
            <p:nvPr/>
          </p:nvSpPr>
          <p:spPr>
            <a:xfrm>
              <a:off x="6472253" y="4249218"/>
              <a:ext cx="1483037" cy="1677096"/>
            </a:xfrm>
            <a:prstGeom prst="parallelogram">
              <a:avLst>
                <a:gd name="adj" fmla="val 75732"/>
              </a:avLst>
            </a:prstGeom>
            <a:solidFill>
              <a:srgbClr val="5EB6F5"/>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157" name="平行四边形 156">
              <a:extLst>
                <a:ext uri="{FF2B5EF4-FFF2-40B4-BE49-F238E27FC236}">
                  <a16:creationId xmlns:a16="http://schemas.microsoft.com/office/drawing/2014/main" id="{5767E8AE-332E-45F5-99BE-5ABE023E42E3}"/>
                </a:ext>
              </a:extLst>
            </p:cNvPr>
            <p:cNvSpPr/>
            <p:nvPr/>
          </p:nvSpPr>
          <p:spPr>
            <a:xfrm>
              <a:off x="6833064" y="4249218"/>
              <a:ext cx="1483037" cy="1677096"/>
            </a:xfrm>
            <a:prstGeom prst="parallelogram">
              <a:avLst>
                <a:gd name="adj" fmla="val 75732"/>
              </a:avLst>
            </a:prstGeom>
            <a:solidFill>
              <a:srgbClr val="5EB6F5"/>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grpSp>
      <p:grpSp>
        <p:nvGrpSpPr>
          <p:cNvPr id="15" name="组合 14">
            <a:extLst>
              <a:ext uri="{FF2B5EF4-FFF2-40B4-BE49-F238E27FC236}">
                <a16:creationId xmlns:a16="http://schemas.microsoft.com/office/drawing/2014/main" id="{1C546A1B-05F1-4B05-91B1-002641761D1F}"/>
              </a:ext>
            </a:extLst>
          </p:cNvPr>
          <p:cNvGrpSpPr/>
          <p:nvPr/>
        </p:nvGrpSpPr>
        <p:grpSpPr>
          <a:xfrm>
            <a:off x="7262432" y="4151090"/>
            <a:ext cx="3067109" cy="1675638"/>
            <a:chOff x="6525651" y="4256343"/>
            <a:chExt cx="3067109" cy="1675638"/>
          </a:xfrm>
        </p:grpSpPr>
        <p:cxnSp>
          <p:nvCxnSpPr>
            <p:cNvPr id="158" name="直接箭头连接符 157">
              <a:extLst>
                <a:ext uri="{FF2B5EF4-FFF2-40B4-BE49-F238E27FC236}">
                  <a16:creationId xmlns:a16="http://schemas.microsoft.com/office/drawing/2014/main" id="{B368747F-9D99-4FE9-B3DB-6DE9256A3327}"/>
                </a:ext>
              </a:extLst>
            </p:cNvPr>
            <p:cNvCxnSpPr>
              <a:cxnSpLocks/>
            </p:cNvCxnSpPr>
            <p:nvPr/>
          </p:nvCxnSpPr>
          <p:spPr>
            <a:xfrm>
              <a:off x="6525651" y="4256343"/>
              <a:ext cx="1294114" cy="1675638"/>
            </a:xfrm>
            <a:prstGeom prst="straightConnector1">
              <a:avLst/>
            </a:prstGeom>
            <a:ln w="50800">
              <a:solidFill>
                <a:srgbClr val="00B050"/>
              </a:solidFill>
              <a:tailEnd type="triangle"/>
            </a:ln>
          </p:spPr>
          <p:style>
            <a:lnRef idx="1">
              <a:schemeClr val="accent1"/>
            </a:lnRef>
            <a:fillRef idx="0">
              <a:schemeClr val="accent1"/>
            </a:fillRef>
            <a:effectRef idx="0">
              <a:schemeClr val="accent1"/>
            </a:effectRef>
            <a:fontRef idx="minor">
              <a:schemeClr val="tx1"/>
            </a:fontRef>
          </p:style>
        </p:cxnSp>
        <p:cxnSp>
          <p:nvCxnSpPr>
            <p:cNvPr id="159" name="直接箭头连接符 158">
              <a:extLst>
                <a:ext uri="{FF2B5EF4-FFF2-40B4-BE49-F238E27FC236}">
                  <a16:creationId xmlns:a16="http://schemas.microsoft.com/office/drawing/2014/main" id="{D5D62D23-7CB9-4B92-ABB6-DC2EF46CB907}"/>
                </a:ext>
              </a:extLst>
            </p:cNvPr>
            <p:cNvCxnSpPr>
              <a:cxnSpLocks/>
            </p:cNvCxnSpPr>
            <p:nvPr/>
          </p:nvCxnSpPr>
          <p:spPr>
            <a:xfrm>
              <a:off x="6853873" y="4256343"/>
              <a:ext cx="1294114" cy="1675638"/>
            </a:xfrm>
            <a:prstGeom prst="straightConnector1">
              <a:avLst/>
            </a:prstGeom>
            <a:ln w="50800">
              <a:solidFill>
                <a:srgbClr val="00B050"/>
              </a:solidFill>
              <a:tailEnd type="triangle"/>
            </a:ln>
          </p:spPr>
          <p:style>
            <a:lnRef idx="1">
              <a:schemeClr val="accent1"/>
            </a:lnRef>
            <a:fillRef idx="0">
              <a:schemeClr val="accent1"/>
            </a:fillRef>
            <a:effectRef idx="0">
              <a:schemeClr val="accent1"/>
            </a:effectRef>
            <a:fontRef idx="minor">
              <a:schemeClr val="tx1"/>
            </a:fontRef>
          </p:style>
        </p:cxnSp>
        <p:cxnSp>
          <p:nvCxnSpPr>
            <p:cNvPr id="160" name="直接箭头连接符 159">
              <a:extLst>
                <a:ext uri="{FF2B5EF4-FFF2-40B4-BE49-F238E27FC236}">
                  <a16:creationId xmlns:a16="http://schemas.microsoft.com/office/drawing/2014/main" id="{32E4A443-B622-41AC-85A8-DE73930EA320}"/>
                </a:ext>
              </a:extLst>
            </p:cNvPr>
            <p:cNvCxnSpPr>
              <a:cxnSpLocks/>
            </p:cNvCxnSpPr>
            <p:nvPr/>
          </p:nvCxnSpPr>
          <p:spPr>
            <a:xfrm>
              <a:off x="7218954" y="4256343"/>
              <a:ext cx="1294114" cy="1675638"/>
            </a:xfrm>
            <a:prstGeom prst="straightConnector1">
              <a:avLst/>
            </a:prstGeom>
            <a:ln w="50800">
              <a:solidFill>
                <a:srgbClr val="00B050"/>
              </a:solidFill>
              <a:tailEnd type="triangle"/>
            </a:ln>
          </p:spPr>
          <p:style>
            <a:lnRef idx="1">
              <a:schemeClr val="accent1"/>
            </a:lnRef>
            <a:fillRef idx="0">
              <a:schemeClr val="accent1"/>
            </a:fillRef>
            <a:effectRef idx="0">
              <a:schemeClr val="accent1"/>
            </a:effectRef>
            <a:fontRef idx="minor">
              <a:schemeClr val="tx1"/>
            </a:fontRef>
          </p:style>
        </p:cxnSp>
        <p:cxnSp>
          <p:nvCxnSpPr>
            <p:cNvPr id="161" name="直接箭头连接符 160">
              <a:extLst>
                <a:ext uri="{FF2B5EF4-FFF2-40B4-BE49-F238E27FC236}">
                  <a16:creationId xmlns:a16="http://schemas.microsoft.com/office/drawing/2014/main" id="{C3906ABA-31E9-4632-ACBF-2F0D34AD09F2}"/>
                </a:ext>
              </a:extLst>
            </p:cNvPr>
            <p:cNvCxnSpPr>
              <a:cxnSpLocks/>
            </p:cNvCxnSpPr>
            <p:nvPr/>
          </p:nvCxnSpPr>
          <p:spPr>
            <a:xfrm>
              <a:off x="7572701" y="4256343"/>
              <a:ext cx="1294114" cy="1675638"/>
            </a:xfrm>
            <a:prstGeom prst="straightConnector1">
              <a:avLst/>
            </a:prstGeom>
            <a:ln w="50800">
              <a:solidFill>
                <a:srgbClr val="00B050"/>
              </a:solidFill>
              <a:tailEnd type="triangle"/>
            </a:ln>
          </p:spPr>
          <p:style>
            <a:lnRef idx="1">
              <a:schemeClr val="accent1"/>
            </a:lnRef>
            <a:fillRef idx="0">
              <a:schemeClr val="accent1"/>
            </a:fillRef>
            <a:effectRef idx="0">
              <a:schemeClr val="accent1"/>
            </a:effectRef>
            <a:fontRef idx="minor">
              <a:schemeClr val="tx1"/>
            </a:fontRef>
          </p:style>
        </p:cxnSp>
        <p:cxnSp>
          <p:nvCxnSpPr>
            <p:cNvPr id="162" name="直接箭头连接符 161">
              <a:extLst>
                <a:ext uri="{FF2B5EF4-FFF2-40B4-BE49-F238E27FC236}">
                  <a16:creationId xmlns:a16="http://schemas.microsoft.com/office/drawing/2014/main" id="{643C0756-B1C6-42B6-856C-5A3A126E990C}"/>
                </a:ext>
              </a:extLst>
            </p:cNvPr>
            <p:cNvCxnSpPr>
              <a:cxnSpLocks/>
            </p:cNvCxnSpPr>
            <p:nvPr/>
          </p:nvCxnSpPr>
          <p:spPr>
            <a:xfrm>
              <a:off x="7944401" y="4256343"/>
              <a:ext cx="1294114" cy="1675638"/>
            </a:xfrm>
            <a:prstGeom prst="straightConnector1">
              <a:avLst/>
            </a:prstGeom>
            <a:ln w="50800">
              <a:solidFill>
                <a:srgbClr val="00B050"/>
              </a:solidFill>
              <a:tailEnd type="triangle"/>
            </a:ln>
          </p:spPr>
          <p:style>
            <a:lnRef idx="1">
              <a:schemeClr val="accent1"/>
            </a:lnRef>
            <a:fillRef idx="0">
              <a:schemeClr val="accent1"/>
            </a:fillRef>
            <a:effectRef idx="0">
              <a:schemeClr val="accent1"/>
            </a:effectRef>
            <a:fontRef idx="minor">
              <a:schemeClr val="tx1"/>
            </a:fontRef>
          </p:style>
        </p:cxnSp>
        <p:cxnSp>
          <p:nvCxnSpPr>
            <p:cNvPr id="163" name="直接箭头连接符 162">
              <a:extLst>
                <a:ext uri="{FF2B5EF4-FFF2-40B4-BE49-F238E27FC236}">
                  <a16:creationId xmlns:a16="http://schemas.microsoft.com/office/drawing/2014/main" id="{90C5F678-8773-4234-8D58-40E10AE4125B}"/>
                </a:ext>
              </a:extLst>
            </p:cNvPr>
            <p:cNvCxnSpPr>
              <a:cxnSpLocks/>
            </p:cNvCxnSpPr>
            <p:nvPr/>
          </p:nvCxnSpPr>
          <p:spPr>
            <a:xfrm>
              <a:off x="8298646" y="4256343"/>
              <a:ext cx="1294114" cy="1675638"/>
            </a:xfrm>
            <a:prstGeom prst="straightConnector1">
              <a:avLst/>
            </a:prstGeom>
            <a:ln w="50800">
              <a:solidFill>
                <a:srgbClr val="00B050"/>
              </a:solidFill>
              <a:tailEnd type="triangle"/>
            </a:ln>
          </p:spPr>
          <p:style>
            <a:lnRef idx="1">
              <a:schemeClr val="accent1"/>
            </a:lnRef>
            <a:fillRef idx="0">
              <a:schemeClr val="accent1"/>
            </a:fillRef>
            <a:effectRef idx="0">
              <a:schemeClr val="accent1"/>
            </a:effectRef>
            <a:fontRef idx="minor">
              <a:schemeClr val="tx1"/>
            </a:fontRef>
          </p:style>
        </p:cxnSp>
      </p:grpSp>
      <p:sp>
        <p:nvSpPr>
          <p:cNvPr id="191" name="文本框 190">
            <a:extLst>
              <a:ext uri="{FF2B5EF4-FFF2-40B4-BE49-F238E27FC236}">
                <a16:creationId xmlns:a16="http://schemas.microsoft.com/office/drawing/2014/main" id="{C0A144D7-5529-4E41-AD36-A8A47D2ACE6E}"/>
              </a:ext>
            </a:extLst>
          </p:cNvPr>
          <p:cNvSpPr txBox="1"/>
          <p:nvPr/>
        </p:nvSpPr>
        <p:spPr>
          <a:xfrm>
            <a:off x="10007175" y="4844026"/>
            <a:ext cx="905164" cy="369332"/>
          </a:xfrm>
          <a:prstGeom prst="rect">
            <a:avLst/>
          </a:prstGeom>
          <a:noFill/>
        </p:spPr>
        <p:txBody>
          <a:bodyPr wrap="square" rtlCol="0">
            <a:spAutoFit/>
          </a:bodyPr>
          <a:lstStyle/>
          <a:p>
            <a:pPr algn="ctr"/>
            <a:r>
              <a:rPr lang="en-US" altLang="zh-CN" b="1" dirty="0">
                <a:latin typeface="宋体" panose="02010600030101010101" pitchFamily="2" charset="-122"/>
                <a:ea typeface="宋体" panose="02010600030101010101" pitchFamily="2" charset="-122"/>
              </a:rPr>
              <a:t>……</a:t>
            </a:r>
            <a:endParaRPr lang="zh-CN" altLang="en-US" b="1" dirty="0">
              <a:latin typeface="宋体" panose="02010600030101010101" pitchFamily="2" charset="-122"/>
              <a:ea typeface="宋体" panose="02010600030101010101" pitchFamily="2" charset="-122"/>
            </a:endParaRPr>
          </a:p>
        </p:txBody>
      </p:sp>
      <p:grpSp>
        <p:nvGrpSpPr>
          <p:cNvPr id="11" name="组合 10">
            <a:extLst>
              <a:ext uri="{FF2B5EF4-FFF2-40B4-BE49-F238E27FC236}">
                <a16:creationId xmlns:a16="http://schemas.microsoft.com/office/drawing/2014/main" id="{5B4986EA-7574-4AEB-9CA0-36419AC14567}"/>
              </a:ext>
            </a:extLst>
          </p:cNvPr>
          <p:cNvGrpSpPr/>
          <p:nvPr/>
        </p:nvGrpSpPr>
        <p:grpSpPr>
          <a:xfrm>
            <a:off x="3026260" y="4147001"/>
            <a:ext cx="3254679" cy="1773337"/>
            <a:chOff x="2289479" y="4252254"/>
            <a:chExt cx="3254679" cy="1773337"/>
          </a:xfrm>
        </p:grpSpPr>
        <p:sp>
          <p:nvSpPr>
            <p:cNvPr id="193" name="平行四边形 192">
              <a:extLst>
                <a:ext uri="{FF2B5EF4-FFF2-40B4-BE49-F238E27FC236}">
                  <a16:creationId xmlns:a16="http://schemas.microsoft.com/office/drawing/2014/main" id="{63FD03E0-91D2-4D11-AB21-9233EDDD03F6}"/>
                </a:ext>
              </a:extLst>
            </p:cNvPr>
            <p:cNvSpPr/>
            <p:nvPr/>
          </p:nvSpPr>
          <p:spPr>
            <a:xfrm>
              <a:off x="2289479" y="4252254"/>
              <a:ext cx="1483037" cy="1677096"/>
            </a:xfrm>
            <a:prstGeom prst="parallelogram">
              <a:avLst>
                <a:gd name="adj" fmla="val 75732"/>
              </a:avLst>
            </a:prstGeom>
            <a:solidFill>
              <a:srgbClr val="5EB6F5"/>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194" name="平行四边形 193">
              <a:extLst>
                <a:ext uri="{FF2B5EF4-FFF2-40B4-BE49-F238E27FC236}">
                  <a16:creationId xmlns:a16="http://schemas.microsoft.com/office/drawing/2014/main" id="{56D7D8AD-A700-487F-8789-3BFE51B3AF98}"/>
                </a:ext>
              </a:extLst>
            </p:cNvPr>
            <p:cNvSpPr/>
            <p:nvPr/>
          </p:nvSpPr>
          <p:spPr>
            <a:xfrm>
              <a:off x="2637395" y="4252254"/>
              <a:ext cx="1483037" cy="1677096"/>
            </a:xfrm>
            <a:prstGeom prst="parallelogram">
              <a:avLst>
                <a:gd name="adj" fmla="val 75732"/>
              </a:avLst>
            </a:prstGeom>
            <a:solidFill>
              <a:srgbClr val="5EB6F5"/>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195" name="平行四边形 194">
              <a:extLst>
                <a:ext uri="{FF2B5EF4-FFF2-40B4-BE49-F238E27FC236}">
                  <a16:creationId xmlns:a16="http://schemas.microsoft.com/office/drawing/2014/main" id="{F037543E-CC60-4DCC-83E2-899A72D30D29}"/>
                </a:ext>
              </a:extLst>
            </p:cNvPr>
            <p:cNvSpPr/>
            <p:nvPr/>
          </p:nvSpPr>
          <p:spPr>
            <a:xfrm>
              <a:off x="2981733" y="4252254"/>
              <a:ext cx="1483037" cy="1677096"/>
            </a:xfrm>
            <a:prstGeom prst="parallelogram">
              <a:avLst>
                <a:gd name="adj" fmla="val 75732"/>
              </a:avLst>
            </a:prstGeom>
            <a:solidFill>
              <a:srgbClr val="5EB6F5"/>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196" name="平行四边形 195">
              <a:extLst>
                <a:ext uri="{FF2B5EF4-FFF2-40B4-BE49-F238E27FC236}">
                  <a16:creationId xmlns:a16="http://schemas.microsoft.com/office/drawing/2014/main" id="{026493CC-6526-4645-8343-4E9689B9D91D}"/>
                </a:ext>
              </a:extLst>
            </p:cNvPr>
            <p:cNvSpPr/>
            <p:nvPr/>
          </p:nvSpPr>
          <p:spPr>
            <a:xfrm>
              <a:off x="3344373" y="4252254"/>
              <a:ext cx="1483037" cy="1677096"/>
            </a:xfrm>
            <a:prstGeom prst="parallelogram">
              <a:avLst>
                <a:gd name="adj" fmla="val 75732"/>
              </a:avLst>
            </a:prstGeom>
            <a:solidFill>
              <a:srgbClr val="5EB6F5"/>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197" name="平行四边形 196">
              <a:extLst>
                <a:ext uri="{FF2B5EF4-FFF2-40B4-BE49-F238E27FC236}">
                  <a16:creationId xmlns:a16="http://schemas.microsoft.com/office/drawing/2014/main" id="{A5DAE3A9-6934-40D3-998C-D819240999B8}"/>
                </a:ext>
              </a:extLst>
            </p:cNvPr>
            <p:cNvSpPr/>
            <p:nvPr/>
          </p:nvSpPr>
          <p:spPr>
            <a:xfrm>
              <a:off x="3700310" y="4252254"/>
              <a:ext cx="1483037" cy="1677096"/>
            </a:xfrm>
            <a:prstGeom prst="parallelogram">
              <a:avLst>
                <a:gd name="adj" fmla="val 75732"/>
              </a:avLst>
            </a:prstGeom>
            <a:solidFill>
              <a:srgbClr val="5EB6F5"/>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198" name="平行四边形 197">
              <a:extLst>
                <a:ext uri="{FF2B5EF4-FFF2-40B4-BE49-F238E27FC236}">
                  <a16:creationId xmlns:a16="http://schemas.microsoft.com/office/drawing/2014/main" id="{29DC1AFC-7B00-48CA-997D-1354666DC12E}"/>
                </a:ext>
              </a:extLst>
            </p:cNvPr>
            <p:cNvSpPr/>
            <p:nvPr/>
          </p:nvSpPr>
          <p:spPr>
            <a:xfrm>
              <a:off x="4061121" y="4252254"/>
              <a:ext cx="1483037" cy="1677096"/>
            </a:xfrm>
            <a:prstGeom prst="parallelogram">
              <a:avLst>
                <a:gd name="adj" fmla="val 75732"/>
              </a:avLst>
            </a:prstGeom>
            <a:solidFill>
              <a:srgbClr val="5EB6F5"/>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199" name="文本框 198">
              <a:extLst>
                <a:ext uri="{FF2B5EF4-FFF2-40B4-BE49-F238E27FC236}">
                  <a16:creationId xmlns:a16="http://schemas.microsoft.com/office/drawing/2014/main" id="{AEA018C1-88E1-44CA-AE10-604FC2773F35}"/>
                </a:ext>
              </a:extLst>
            </p:cNvPr>
            <p:cNvSpPr txBox="1"/>
            <p:nvPr/>
          </p:nvSpPr>
          <p:spPr>
            <a:xfrm rot="18243916">
              <a:off x="2198494" y="5220440"/>
              <a:ext cx="1240971" cy="369332"/>
            </a:xfrm>
            <a:prstGeom prst="rect">
              <a:avLst/>
            </a:prstGeom>
            <a:noFill/>
          </p:spPr>
          <p:txBody>
            <a:bodyPr wrap="square" rtlCol="0">
              <a:spAutoFit/>
            </a:bodyPr>
            <a:lstStyle/>
            <a:p>
              <a:pPr algn="ctr"/>
              <a:r>
                <a:rPr lang="zh-CN" altLang="en-US" b="1" dirty="0">
                  <a:solidFill>
                    <a:schemeClr val="bg1"/>
                  </a:solidFill>
                  <a:latin typeface="+mn-ea"/>
                </a:rPr>
                <a:t>数据分组</a:t>
              </a:r>
            </a:p>
          </p:txBody>
        </p:sp>
        <p:cxnSp>
          <p:nvCxnSpPr>
            <p:cNvPr id="200" name="直接箭头连接符 199">
              <a:extLst>
                <a:ext uri="{FF2B5EF4-FFF2-40B4-BE49-F238E27FC236}">
                  <a16:creationId xmlns:a16="http://schemas.microsoft.com/office/drawing/2014/main" id="{EEF042B6-75C7-4F1E-9946-1C4B07FC230F}"/>
                </a:ext>
              </a:extLst>
            </p:cNvPr>
            <p:cNvCxnSpPr>
              <a:cxnSpLocks/>
            </p:cNvCxnSpPr>
            <p:nvPr/>
          </p:nvCxnSpPr>
          <p:spPr>
            <a:xfrm flipV="1">
              <a:off x="3096463" y="4570939"/>
              <a:ext cx="304035" cy="408050"/>
            </a:xfrm>
            <a:prstGeom prst="straightConnector1">
              <a:avLst/>
            </a:prstGeom>
            <a:ln w="50800">
              <a:solidFill>
                <a:schemeClr val="bg1"/>
              </a:solidFill>
              <a:tailEnd type="triangle" w="med" len="lg"/>
            </a:ln>
          </p:spPr>
          <p:style>
            <a:lnRef idx="1">
              <a:schemeClr val="accent1"/>
            </a:lnRef>
            <a:fillRef idx="0">
              <a:schemeClr val="accent1"/>
            </a:fillRef>
            <a:effectRef idx="0">
              <a:schemeClr val="accent1"/>
            </a:effectRef>
            <a:fontRef idx="minor">
              <a:schemeClr val="tx1"/>
            </a:fontRef>
          </p:style>
        </p:cxnSp>
      </p:grpSp>
      <p:grpSp>
        <p:nvGrpSpPr>
          <p:cNvPr id="12" name="组合 11">
            <a:extLst>
              <a:ext uri="{FF2B5EF4-FFF2-40B4-BE49-F238E27FC236}">
                <a16:creationId xmlns:a16="http://schemas.microsoft.com/office/drawing/2014/main" id="{967E1B4B-A142-42C0-B2FB-EF6F74BF15E3}"/>
              </a:ext>
            </a:extLst>
          </p:cNvPr>
          <p:cNvGrpSpPr/>
          <p:nvPr/>
        </p:nvGrpSpPr>
        <p:grpSpPr>
          <a:xfrm>
            <a:off x="4490489" y="4154126"/>
            <a:ext cx="3067109" cy="1675638"/>
            <a:chOff x="3753708" y="4259379"/>
            <a:chExt cx="3067109" cy="1675638"/>
          </a:xfrm>
        </p:grpSpPr>
        <p:cxnSp>
          <p:nvCxnSpPr>
            <p:cNvPr id="201" name="直接箭头连接符 200">
              <a:extLst>
                <a:ext uri="{FF2B5EF4-FFF2-40B4-BE49-F238E27FC236}">
                  <a16:creationId xmlns:a16="http://schemas.microsoft.com/office/drawing/2014/main" id="{A328D77A-E4AF-4120-9A86-65FD9001F93D}"/>
                </a:ext>
              </a:extLst>
            </p:cNvPr>
            <p:cNvCxnSpPr>
              <a:cxnSpLocks/>
            </p:cNvCxnSpPr>
            <p:nvPr/>
          </p:nvCxnSpPr>
          <p:spPr>
            <a:xfrm>
              <a:off x="3753708" y="4259379"/>
              <a:ext cx="1294114" cy="1675638"/>
            </a:xfrm>
            <a:prstGeom prst="straightConnector1">
              <a:avLst/>
            </a:prstGeom>
            <a:ln w="50800">
              <a:solidFill>
                <a:srgbClr val="00B050"/>
              </a:solidFill>
              <a:tailEnd type="triangle"/>
            </a:ln>
          </p:spPr>
          <p:style>
            <a:lnRef idx="1">
              <a:schemeClr val="accent1"/>
            </a:lnRef>
            <a:fillRef idx="0">
              <a:schemeClr val="accent1"/>
            </a:fillRef>
            <a:effectRef idx="0">
              <a:schemeClr val="accent1"/>
            </a:effectRef>
            <a:fontRef idx="minor">
              <a:schemeClr val="tx1"/>
            </a:fontRef>
          </p:style>
        </p:cxnSp>
        <p:cxnSp>
          <p:nvCxnSpPr>
            <p:cNvPr id="202" name="直接箭头连接符 201">
              <a:extLst>
                <a:ext uri="{FF2B5EF4-FFF2-40B4-BE49-F238E27FC236}">
                  <a16:creationId xmlns:a16="http://schemas.microsoft.com/office/drawing/2014/main" id="{FF79AA9C-6D36-4D85-B58C-A4948BF08AFE}"/>
                </a:ext>
              </a:extLst>
            </p:cNvPr>
            <p:cNvCxnSpPr>
              <a:cxnSpLocks/>
            </p:cNvCxnSpPr>
            <p:nvPr/>
          </p:nvCxnSpPr>
          <p:spPr>
            <a:xfrm>
              <a:off x="4081930" y="4259379"/>
              <a:ext cx="1294114" cy="1675638"/>
            </a:xfrm>
            <a:prstGeom prst="straightConnector1">
              <a:avLst/>
            </a:prstGeom>
            <a:ln w="50800">
              <a:solidFill>
                <a:srgbClr val="00B050"/>
              </a:solidFill>
              <a:tailEnd type="triangle"/>
            </a:ln>
          </p:spPr>
          <p:style>
            <a:lnRef idx="1">
              <a:schemeClr val="accent1"/>
            </a:lnRef>
            <a:fillRef idx="0">
              <a:schemeClr val="accent1"/>
            </a:fillRef>
            <a:effectRef idx="0">
              <a:schemeClr val="accent1"/>
            </a:effectRef>
            <a:fontRef idx="minor">
              <a:schemeClr val="tx1"/>
            </a:fontRef>
          </p:style>
        </p:cxnSp>
        <p:cxnSp>
          <p:nvCxnSpPr>
            <p:cNvPr id="203" name="直接箭头连接符 202">
              <a:extLst>
                <a:ext uri="{FF2B5EF4-FFF2-40B4-BE49-F238E27FC236}">
                  <a16:creationId xmlns:a16="http://schemas.microsoft.com/office/drawing/2014/main" id="{AC20E222-6604-4498-9FCE-1D5052A58EB0}"/>
                </a:ext>
              </a:extLst>
            </p:cNvPr>
            <p:cNvCxnSpPr>
              <a:cxnSpLocks/>
            </p:cNvCxnSpPr>
            <p:nvPr/>
          </p:nvCxnSpPr>
          <p:spPr>
            <a:xfrm>
              <a:off x="4447011" y="4259379"/>
              <a:ext cx="1294114" cy="1675638"/>
            </a:xfrm>
            <a:prstGeom prst="straightConnector1">
              <a:avLst/>
            </a:prstGeom>
            <a:ln w="50800">
              <a:solidFill>
                <a:srgbClr val="00B050"/>
              </a:solidFill>
              <a:tailEnd type="triangle"/>
            </a:ln>
          </p:spPr>
          <p:style>
            <a:lnRef idx="1">
              <a:schemeClr val="accent1"/>
            </a:lnRef>
            <a:fillRef idx="0">
              <a:schemeClr val="accent1"/>
            </a:fillRef>
            <a:effectRef idx="0">
              <a:schemeClr val="accent1"/>
            </a:effectRef>
            <a:fontRef idx="minor">
              <a:schemeClr val="tx1"/>
            </a:fontRef>
          </p:style>
        </p:cxnSp>
        <p:cxnSp>
          <p:nvCxnSpPr>
            <p:cNvPr id="204" name="直接箭头连接符 203">
              <a:extLst>
                <a:ext uri="{FF2B5EF4-FFF2-40B4-BE49-F238E27FC236}">
                  <a16:creationId xmlns:a16="http://schemas.microsoft.com/office/drawing/2014/main" id="{477518CE-033A-4D9F-AD01-CD4EA0185352}"/>
                </a:ext>
              </a:extLst>
            </p:cNvPr>
            <p:cNvCxnSpPr>
              <a:cxnSpLocks/>
            </p:cNvCxnSpPr>
            <p:nvPr/>
          </p:nvCxnSpPr>
          <p:spPr>
            <a:xfrm>
              <a:off x="4800758" y="4259379"/>
              <a:ext cx="1294114" cy="1675638"/>
            </a:xfrm>
            <a:prstGeom prst="straightConnector1">
              <a:avLst/>
            </a:prstGeom>
            <a:ln w="50800">
              <a:solidFill>
                <a:srgbClr val="00B050"/>
              </a:solidFill>
              <a:tailEnd type="triangle"/>
            </a:ln>
          </p:spPr>
          <p:style>
            <a:lnRef idx="1">
              <a:schemeClr val="accent1"/>
            </a:lnRef>
            <a:fillRef idx="0">
              <a:schemeClr val="accent1"/>
            </a:fillRef>
            <a:effectRef idx="0">
              <a:schemeClr val="accent1"/>
            </a:effectRef>
            <a:fontRef idx="minor">
              <a:schemeClr val="tx1"/>
            </a:fontRef>
          </p:style>
        </p:cxnSp>
        <p:cxnSp>
          <p:nvCxnSpPr>
            <p:cNvPr id="205" name="直接箭头连接符 204">
              <a:extLst>
                <a:ext uri="{FF2B5EF4-FFF2-40B4-BE49-F238E27FC236}">
                  <a16:creationId xmlns:a16="http://schemas.microsoft.com/office/drawing/2014/main" id="{C541CE63-E6BA-49DE-BB6E-57122E55FB91}"/>
                </a:ext>
              </a:extLst>
            </p:cNvPr>
            <p:cNvCxnSpPr>
              <a:cxnSpLocks/>
            </p:cNvCxnSpPr>
            <p:nvPr/>
          </p:nvCxnSpPr>
          <p:spPr>
            <a:xfrm>
              <a:off x="5172458" y="4259379"/>
              <a:ext cx="1294114" cy="1675638"/>
            </a:xfrm>
            <a:prstGeom prst="straightConnector1">
              <a:avLst/>
            </a:prstGeom>
            <a:ln w="50800">
              <a:solidFill>
                <a:srgbClr val="00B050"/>
              </a:solidFill>
              <a:tailEnd type="triangle"/>
            </a:ln>
          </p:spPr>
          <p:style>
            <a:lnRef idx="1">
              <a:schemeClr val="accent1"/>
            </a:lnRef>
            <a:fillRef idx="0">
              <a:schemeClr val="accent1"/>
            </a:fillRef>
            <a:effectRef idx="0">
              <a:schemeClr val="accent1"/>
            </a:effectRef>
            <a:fontRef idx="minor">
              <a:schemeClr val="tx1"/>
            </a:fontRef>
          </p:style>
        </p:cxnSp>
        <p:cxnSp>
          <p:nvCxnSpPr>
            <p:cNvPr id="206" name="直接箭头连接符 205">
              <a:extLst>
                <a:ext uri="{FF2B5EF4-FFF2-40B4-BE49-F238E27FC236}">
                  <a16:creationId xmlns:a16="http://schemas.microsoft.com/office/drawing/2014/main" id="{DE579E7F-4DF9-446B-8936-7683856E73B3}"/>
                </a:ext>
              </a:extLst>
            </p:cNvPr>
            <p:cNvCxnSpPr>
              <a:cxnSpLocks/>
            </p:cNvCxnSpPr>
            <p:nvPr/>
          </p:nvCxnSpPr>
          <p:spPr>
            <a:xfrm>
              <a:off x="5526703" y="4259379"/>
              <a:ext cx="1294114" cy="1675638"/>
            </a:xfrm>
            <a:prstGeom prst="straightConnector1">
              <a:avLst/>
            </a:prstGeom>
            <a:ln w="50800">
              <a:solidFill>
                <a:srgbClr val="00B050"/>
              </a:solidFill>
              <a:tailEnd type="triangle"/>
            </a:ln>
          </p:spPr>
          <p:style>
            <a:lnRef idx="1">
              <a:schemeClr val="accent1"/>
            </a:lnRef>
            <a:fillRef idx="0">
              <a:schemeClr val="accent1"/>
            </a:fillRef>
            <a:effectRef idx="0">
              <a:schemeClr val="accent1"/>
            </a:effectRef>
            <a:fontRef idx="minor">
              <a:schemeClr val="tx1"/>
            </a:fontRef>
          </p:style>
        </p:cxnSp>
      </p:grpSp>
      <p:grpSp>
        <p:nvGrpSpPr>
          <p:cNvPr id="10" name="组合 9">
            <a:extLst>
              <a:ext uri="{FF2B5EF4-FFF2-40B4-BE49-F238E27FC236}">
                <a16:creationId xmlns:a16="http://schemas.microsoft.com/office/drawing/2014/main" id="{FA8E4BAF-D131-4900-ACAA-169226CFEB1E}"/>
              </a:ext>
            </a:extLst>
          </p:cNvPr>
          <p:cNvGrpSpPr/>
          <p:nvPr/>
        </p:nvGrpSpPr>
        <p:grpSpPr>
          <a:xfrm>
            <a:off x="980105" y="3758545"/>
            <a:ext cx="9904157" cy="2244902"/>
            <a:chOff x="243324" y="3863798"/>
            <a:chExt cx="9904157" cy="2244902"/>
          </a:xfrm>
        </p:grpSpPr>
        <p:cxnSp>
          <p:nvCxnSpPr>
            <p:cNvPr id="208" name="直接连接符 207">
              <a:extLst>
                <a:ext uri="{FF2B5EF4-FFF2-40B4-BE49-F238E27FC236}">
                  <a16:creationId xmlns:a16="http://schemas.microsoft.com/office/drawing/2014/main" id="{61571F17-1C2C-4A3A-8410-2C277D723FC8}"/>
                </a:ext>
              </a:extLst>
            </p:cNvPr>
            <p:cNvCxnSpPr>
              <a:cxnSpLocks/>
            </p:cNvCxnSpPr>
            <p:nvPr/>
          </p:nvCxnSpPr>
          <p:spPr>
            <a:xfrm>
              <a:off x="1334770" y="4259926"/>
              <a:ext cx="8812711" cy="0"/>
            </a:xfrm>
            <a:prstGeom prst="line">
              <a:avLst/>
            </a:prstGeom>
            <a:ln w="38100">
              <a:solidFill>
                <a:schemeClr val="tx1"/>
              </a:solidFill>
              <a:tailEnd type="triangle" w="med" len="lg"/>
            </a:ln>
          </p:spPr>
          <p:style>
            <a:lnRef idx="1">
              <a:schemeClr val="accent1"/>
            </a:lnRef>
            <a:fillRef idx="0">
              <a:schemeClr val="accent1"/>
            </a:fillRef>
            <a:effectRef idx="0">
              <a:schemeClr val="accent1"/>
            </a:effectRef>
            <a:fontRef idx="minor">
              <a:schemeClr val="tx1"/>
            </a:fontRef>
          </p:style>
        </p:cxnSp>
        <p:sp>
          <p:nvSpPr>
            <p:cNvPr id="209" name="文本框 208">
              <a:extLst>
                <a:ext uri="{FF2B5EF4-FFF2-40B4-BE49-F238E27FC236}">
                  <a16:creationId xmlns:a16="http://schemas.microsoft.com/office/drawing/2014/main" id="{EA03B6B3-3764-4FF8-85FD-B29D39120206}"/>
                </a:ext>
              </a:extLst>
            </p:cNvPr>
            <p:cNvSpPr txBox="1"/>
            <p:nvPr/>
          </p:nvSpPr>
          <p:spPr>
            <a:xfrm>
              <a:off x="9821137" y="3863798"/>
              <a:ext cx="277339" cy="369332"/>
            </a:xfrm>
            <a:prstGeom prst="rect">
              <a:avLst/>
            </a:prstGeom>
            <a:noFill/>
          </p:spPr>
          <p:txBody>
            <a:bodyPr wrap="square" rtlCol="0">
              <a:spAutoFit/>
            </a:bodyPr>
            <a:lstStyle/>
            <a:p>
              <a:r>
                <a:rPr lang="en-US" altLang="zh-CN" b="1" dirty="0">
                  <a:latin typeface="Arial Narrow" panose="020B0606020202030204" pitchFamily="34" charset="0"/>
                  <a:ea typeface="宋体" panose="02010600030101010101" pitchFamily="2" charset="-122"/>
                </a:rPr>
                <a:t>t</a:t>
              </a:r>
              <a:endParaRPr lang="zh-CN" altLang="en-US" b="1" dirty="0">
                <a:latin typeface="Arial Narrow" panose="020B0606020202030204" pitchFamily="34" charset="0"/>
                <a:ea typeface="宋体" panose="02010600030101010101" pitchFamily="2" charset="-122"/>
              </a:endParaRPr>
            </a:p>
          </p:txBody>
        </p:sp>
        <p:pic>
          <p:nvPicPr>
            <p:cNvPr id="210" name="图形 209">
              <a:extLst>
                <a:ext uri="{FF2B5EF4-FFF2-40B4-BE49-F238E27FC236}">
                  <a16:creationId xmlns:a16="http://schemas.microsoft.com/office/drawing/2014/main" id="{61E01467-74F7-469C-BAD5-DFFB1234E440}"/>
                </a:ext>
              </a:extLst>
            </p:cNvPr>
            <p:cNvPicPr>
              <a:picLocks noChangeAspect="1"/>
            </p:cNvPicPr>
            <p:nvPr/>
          </p:nvPicPr>
          <p:blipFill>
            <a:blip r:embed="rId3">
              <a:extLst>
                <a:ext uri="{28A0092B-C50C-407E-A947-70E740481C1C}">
                  <a14:useLocalDpi xmlns:a14="http://schemas.microsoft.com/office/drawing/2010/main" val="0"/>
                </a:ext>
                <a:ext uri="{96DAC541-7B7A-43D3-8B79-37D633B846F1}">
                  <asvg:svgBlip xmlns:asvg="http://schemas.microsoft.com/office/drawing/2016/SVG/main" r:embed="rId4"/>
                </a:ext>
              </a:extLst>
            </a:blip>
            <a:stretch>
              <a:fillRect/>
            </a:stretch>
          </p:blipFill>
          <p:spPr>
            <a:xfrm>
              <a:off x="1282383" y="3912364"/>
              <a:ext cx="501772" cy="658576"/>
            </a:xfrm>
            <a:prstGeom prst="rect">
              <a:avLst/>
            </a:prstGeom>
          </p:spPr>
        </p:pic>
        <p:cxnSp>
          <p:nvCxnSpPr>
            <p:cNvPr id="212" name="直接连接符 211">
              <a:extLst>
                <a:ext uri="{FF2B5EF4-FFF2-40B4-BE49-F238E27FC236}">
                  <a16:creationId xmlns:a16="http://schemas.microsoft.com/office/drawing/2014/main" id="{3BD688B0-E4C0-4AEE-8A5C-E622E8693FD8}"/>
                </a:ext>
              </a:extLst>
            </p:cNvPr>
            <p:cNvCxnSpPr>
              <a:cxnSpLocks/>
            </p:cNvCxnSpPr>
            <p:nvPr/>
          </p:nvCxnSpPr>
          <p:spPr>
            <a:xfrm>
              <a:off x="1334770" y="5949221"/>
              <a:ext cx="8812711" cy="0"/>
            </a:xfrm>
            <a:prstGeom prst="line">
              <a:avLst/>
            </a:prstGeom>
            <a:ln w="38100">
              <a:solidFill>
                <a:schemeClr val="tx1"/>
              </a:solidFill>
              <a:tailEnd type="triangle" w="med" len="lg"/>
            </a:ln>
          </p:spPr>
          <p:style>
            <a:lnRef idx="1">
              <a:schemeClr val="accent1"/>
            </a:lnRef>
            <a:fillRef idx="0">
              <a:schemeClr val="accent1"/>
            </a:fillRef>
            <a:effectRef idx="0">
              <a:schemeClr val="accent1"/>
            </a:effectRef>
            <a:fontRef idx="minor">
              <a:schemeClr val="tx1"/>
            </a:fontRef>
          </p:style>
        </p:cxnSp>
        <p:sp>
          <p:nvSpPr>
            <p:cNvPr id="213" name="文本框 212">
              <a:extLst>
                <a:ext uri="{FF2B5EF4-FFF2-40B4-BE49-F238E27FC236}">
                  <a16:creationId xmlns:a16="http://schemas.microsoft.com/office/drawing/2014/main" id="{B43F539C-D0DE-4763-8852-1E13BDBD3D04}"/>
                </a:ext>
              </a:extLst>
            </p:cNvPr>
            <p:cNvSpPr txBox="1"/>
            <p:nvPr/>
          </p:nvSpPr>
          <p:spPr>
            <a:xfrm>
              <a:off x="9821137" y="5502897"/>
              <a:ext cx="277339" cy="369332"/>
            </a:xfrm>
            <a:prstGeom prst="rect">
              <a:avLst/>
            </a:prstGeom>
            <a:noFill/>
          </p:spPr>
          <p:txBody>
            <a:bodyPr wrap="square" rtlCol="0">
              <a:spAutoFit/>
            </a:bodyPr>
            <a:lstStyle/>
            <a:p>
              <a:r>
                <a:rPr lang="en-US" altLang="zh-CN" b="1" dirty="0">
                  <a:latin typeface="Arial Narrow" panose="020B0606020202030204" pitchFamily="34" charset="0"/>
                  <a:ea typeface="宋体" panose="02010600030101010101" pitchFamily="2" charset="-122"/>
                </a:rPr>
                <a:t>t</a:t>
              </a:r>
              <a:endParaRPr lang="zh-CN" altLang="en-US" b="1" dirty="0">
                <a:latin typeface="Arial Narrow" panose="020B0606020202030204" pitchFamily="34" charset="0"/>
                <a:ea typeface="宋体" panose="02010600030101010101" pitchFamily="2" charset="-122"/>
              </a:endParaRPr>
            </a:p>
          </p:txBody>
        </p:sp>
        <p:pic>
          <p:nvPicPr>
            <p:cNvPr id="214" name="图形 213">
              <a:extLst>
                <a:ext uri="{FF2B5EF4-FFF2-40B4-BE49-F238E27FC236}">
                  <a16:creationId xmlns:a16="http://schemas.microsoft.com/office/drawing/2014/main" id="{D949CB40-4FF6-4E8C-991B-66D24C6ADF05}"/>
                </a:ext>
              </a:extLst>
            </p:cNvPr>
            <p:cNvPicPr>
              <a:picLocks noChangeAspect="1"/>
            </p:cNvPicPr>
            <p:nvPr/>
          </p:nvPicPr>
          <p:blipFill>
            <a:blip r:embed="rId5">
              <a:extLst>
                <a:ext uri="{28A0092B-C50C-407E-A947-70E740481C1C}">
                  <a14:useLocalDpi xmlns:a14="http://schemas.microsoft.com/office/drawing/2010/main" val="0"/>
                </a:ext>
                <a:ext uri="{96DAC541-7B7A-43D3-8B79-37D633B846F1}">
                  <asvg:svgBlip xmlns:asvg="http://schemas.microsoft.com/office/drawing/2016/SVG/main" r:embed="rId6"/>
                </a:ext>
              </a:extLst>
            </a:blip>
            <a:stretch>
              <a:fillRect/>
            </a:stretch>
          </p:blipFill>
          <p:spPr>
            <a:xfrm>
              <a:off x="1110724" y="5467618"/>
              <a:ext cx="662814" cy="641082"/>
            </a:xfrm>
            <a:prstGeom prst="rect">
              <a:avLst/>
            </a:prstGeom>
          </p:spPr>
        </p:pic>
        <p:grpSp>
          <p:nvGrpSpPr>
            <p:cNvPr id="217" name="组合 216">
              <a:extLst>
                <a:ext uri="{FF2B5EF4-FFF2-40B4-BE49-F238E27FC236}">
                  <a16:creationId xmlns:a16="http://schemas.microsoft.com/office/drawing/2014/main" id="{83C183DC-BA32-4F32-8730-2EDE4B0C0716}"/>
                </a:ext>
              </a:extLst>
            </p:cNvPr>
            <p:cNvGrpSpPr/>
            <p:nvPr/>
          </p:nvGrpSpPr>
          <p:grpSpPr>
            <a:xfrm>
              <a:off x="243324" y="4148237"/>
              <a:ext cx="905164" cy="1819718"/>
              <a:chOff x="243324" y="1513252"/>
              <a:chExt cx="905164" cy="1819718"/>
            </a:xfrm>
          </p:grpSpPr>
          <p:sp>
            <p:nvSpPr>
              <p:cNvPr id="218" name="文本框 217">
                <a:extLst>
                  <a:ext uri="{FF2B5EF4-FFF2-40B4-BE49-F238E27FC236}">
                    <a16:creationId xmlns:a16="http://schemas.microsoft.com/office/drawing/2014/main" id="{584D12FE-712D-432B-A48B-3084189F6B6C}"/>
                  </a:ext>
                </a:extLst>
              </p:cNvPr>
              <p:cNvSpPr txBox="1"/>
              <p:nvPr/>
            </p:nvSpPr>
            <p:spPr>
              <a:xfrm>
                <a:off x="243324" y="2963638"/>
                <a:ext cx="905164" cy="369332"/>
              </a:xfrm>
              <a:prstGeom prst="rect">
                <a:avLst/>
              </a:prstGeom>
              <a:noFill/>
            </p:spPr>
            <p:txBody>
              <a:bodyPr wrap="square" rtlCol="0">
                <a:spAutoFit/>
              </a:bodyPr>
              <a:lstStyle/>
              <a:p>
                <a:r>
                  <a:rPr lang="zh-CN" altLang="en-US" b="1" dirty="0">
                    <a:latin typeface="+mn-ea"/>
                  </a:rPr>
                  <a:t>发送方</a:t>
                </a:r>
              </a:p>
            </p:txBody>
          </p:sp>
          <p:sp>
            <p:nvSpPr>
              <p:cNvPr id="219" name="文本框 218">
                <a:extLst>
                  <a:ext uri="{FF2B5EF4-FFF2-40B4-BE49-F238E27FC236}">
                    <a16:creationId xmlns:a16="http://schemas.microsoft.com/office/drawing/2014/main" id="{B105E330-42F6-4FA8-914C-123FFA0756D5}"/>
                  </a:ext>
                </a:extLst>
              </p:cNvPr>
              <p:cNvSpPr txBox="1"/>
              <p:nvPr/>
            </p:nvSpPr>
            <p:spPr>
              <a:xfrm>
                <a:off x="243324" y="1513252"/>
                <a:ext cx="905164" cy="369332"/>
              </a:xfrm>
              <a:prstGeom prst="rect">
                <a:avLst/>
              </a:prstGeom>
              <a:noFill/>
            </p:spPr>
            <p:txBody>
              <a:bodyPr wrap="square" rtlCol="0">
                <a:spAutoFit/>
              </a:bodyPr>
              <a:lstStyle/>
              <a:p>
                <a:r>
                  <a:rPr lang="zh-CN" altLang="en-US" b="1" dirty="0">
                    <a:latin typeface="+mn-ea"/>
                  </a:rPr>
                  <a:t>接收方</a:t>
                </a:r>
              </a:p>
            </p:txBody>
          </p:sp>
        </p:grpSp>
        <p:sp>
          <p:nvSpPr>
            <p:cNvPr id="221" name="文本框 220">
              <a:extLst>
                <a:ext uri="{FF2B5EF4-FFF2-40B4-BE49-F238E27FC236}">
                  <a16:creationId xmlns:a16="http://schemas.microsoft.com/office/drawing/2014/main" id="{79603505-6859-4DFE-B5C1-692D952A0670}"/>
                </a:ext>
              </a:extLst>
            </p:cNvPr>
            <p:cNvSpPr txBox="1"/>
            <p:nvPr/>
          </p:nvSpPr>
          <p:spPr>
            <a:xfrm>
              <a:off x="863923" y="4734126"/>
              <a:ext cx="1343342" cy="646331"/>
            </a:xfrm>
            <a:prstGeom prst="rect">
              <a:avLst/>
            </a:prstGeom>
            <a:noFill/>
          </p:spPr>
          <p:txBody>
            <a:bodyPr wrap="square" rtlCol="0">
              <a:spAutoFit/>
            </a:bodyPr>
            <a:lstStyle/>
            <a:p>
              <a:pPr algn="ctr"/>
              <a:r>
                <a:rPr lang="zh-CN" altLang="en-US" b="1" dirty="0">
                  <a:latin typeface="+mn-ea"/>
                </a:rPr>
                <a:t>流水线</a:t>
              </a:r>
              <a:endParaRPr lang="en-US" altLang="zh-CN" b="1" dirty="0">
                <a:latin typeface="+mn-ea"/>
              </a:endParaRPr>
            </a:p>
            <a:p>
              <a:pPr algn="ctr"/>
              <a:r>
                <a:rPr lang="zh-CN" altLang="en-US" b="1" dirty="0">
                  <a:latin typeface="+mn-ea"/>
                </a:rPr>
                <a:t>传输</a:t>
              </a:r>
            </a:p>
          </p:txBody>
        </p:sp>
      </p:grpSp>
      <p:grpSp>
        <p:nvGrpSpPr>
          <p:cNvPr id="123" name="组合 122">
            <a:extLst>
              <a:ext uri="{FF2B5EF4-FFF2-40B4-BE49-F238E27FC236}">
                <a16:creationId xmlns:a16="http://schemas.microsoft.com/office/drawing/2014/main" id="{1DE6DD17-3D26-4231-B937-8B0CBF594F84}"/>
              </a:ext>
            </a:extLst>
          </p:cNvPr>
          <p:cNvGrpSpPr/>
          <p:nvPr/>
        </p:nvGrpSpPr>
        <p:grpSpPr>
          <a:xfrm>
            <a:off x="5772172" y="1650207"/>
            <a:ext cx="2758343" cy="1766212"/>
            <a:chOff x="3156361" y="1009407"/>
            <a:chExt cx="2758343" cy="1766212"/>
          </a:xfrm>
        </p:grpSpPr>
        <p:sp>
          <p:nvSpPr>
            <p:cNvPr id="189" name="平行四边形 188">
              <a:extLst>
                <a:ext uri="{FF2B5EF4-FFF2-40B4-BE49-F238E27FC236}">
                  <a16:creationId xmlns:a16="http://schemas.microsoft.com/office/drawing/2014/main" id="{409E1D87-7268-4084-B828-05B58A86416E}"/>
                </a:ext>
              </a:extLst>
            </p:cNvPr>
            <p:cNvSpPr/>
            <p:nvPr/>
          </p:nvSpPr>
          <p:spPr>
            <a:xfrm>
              <a:off x="3156361" y="1015074"/>
              <a:ext cx="1483037" cy="1677096"/>
            </a:xfrm>
            <a:prstGeom prst="parallelogram">
              <a:avLst>
                <a:gd name="adj" fmla="val 75732"/>
              </a:avLst>
            </a:prstGeom>
            <a:solidFill>
              <a:schemeClr val="accent3"/>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190" name="文本框 189">
              <a:extLst>
                <a:ext uri="{FF2B5EF4-FFF2-40B4-BE49-F238E27FC236}">
                  <a16:creationId xmlns:a16="http://schemas.microsoft.com/office/drawing/2014/main" id="{97576691-A24E-4A4C-9846-BF6453D7FB05}"/>
                </a:ext>
              </a:extLst>
            </p:cNvPr>
            <p:cNvSpPr txBox="1"/>
            <p:nvPr/>
          </p:nvSpPr>
          <p:spPr>
            <a:xfrm rot="18243916">
              <a:off x="3078532" y="1970468"/>
              <a:ext cx="1240971" cy="369332"/>
            </a:xfrm>
            <a:prstGeom prst="rect">
              <a:avLst/>
            </a:prstGeom>
            <a:noFill/>
          </p:spPr>
          <p:txBody>
            <a:bodyPr wrap="square" rtlCol="0">
              <a:spAutoFit/>
            </a:bodyPr>
            <a:lstStyle/>
            <a:p>
              <a:pPr algn="ctr"/>
              <a:r>
                <a:rPr lang="zh-CN" altLang="en-US" b="1" dirty="0">
                  <a:solidFill>
                    <a:schemeClr val="bg1"/>
                  </a:solidFill>
                  <a:latin typeface="+mn-ea"/>
                </a:rPr>
                <a:t>数据分组</a:t>
              </a:r>
            </a:p>
          </p:txBody>
        </p:sp>
        <p:cxnSp>
          <p:nvCxnSpPr>
            <p:cNvPr id="192" name="直接箭头连接符 191">
              <a:extLst>
                <a:ext uri="{FF2B5EF4-FFF2-40B4-BE49-F238E27FC236}">
                  <a16:creationId xmlns:a16="http://schemas.microsoft.com/office/drawing/2014/main" id="{6D015E67-6591-4450-956C-ABC90D90FC4F}"/>
                </a:ext>
              </a:extLst>
            </p:cNvPr>
            <p:cNvCxnSpPr>
              <a:cxnSpLocks/>
            </p:cNvCxnSpPr>
            <p:nvPr/>
          </p:nvCxnSpPr>
          <p:spPr>
            <a:xfrm flipV="1">
              <a:off x="3963345" y="1320967"/>
              <a:ext cx="304035" cy="408050"/>
            </a:xfrm>
            <a:prstGeom prst="straightConnector1">
              <a:avLst/>
            </a:prstGeom>
            <a:ln w="50800">
              <a:solidFill>
                <a:schemeClr val="bg1"/>
              </a:solidFill>
              <a:tailEnd type="triangle" w="med" len="lg"/>
            </a:ln>
          </p:spPr>
          <p:style>
            <a:lnRef idx="1">
              <a:schemeClr val="accent1"/>
            </a:lnRef>
            <a:fillRef idx="0">
              <a:schemeClr val="accent1"/>
            </a:fillRef>
            <a:effectRef idx="0">
              <a:schemeClr val="accent1"/>
            </a:effectRef>
            <a:fontRef idx="minor">
              <a:schemeClr val="tx1"/>
            </a:fontRef>
          </p:style>
        </p:cxnSp>
        <p:cxnSp>
          <p:nvCxnSpPr>
            <p:cNvPr id="207" name="直接箭头连接符 206">
              <a:extLst>
                <a:ext uri="{FF2B5EF4-FFF2-40B4-BE49-F238E27FC236}">
                  <a16:creationId xmlns:a16="http://schemas.microsoft.com/office/drawing/2014/main" id="{D802677F-84FF-4731-8A1A-33B6C94ECCDB}"/>
                </a:ext>
              </a:extLst>
            </p:cNvPr>
            <p:cNvCxnSpPr>
              <a:cxnSpLocks/>
            </p:cNvCxnSpPr>
            <p:nvPr/>
          </p:nvCxnSpPr>
          <p:spPr>
            <a:xfrm>
              <a:off x="4620590" y="1009407"/>
              <a:ext cx="1294114" cy="1675638"/>
            </a:xfrm>
            <a:prstGeom prst="straightConnector1">
              <a:avLst/>
            </a:prstGeom>
            <a:ln w="50800">
              <a:solidFill>
                <a:schemeClr val="accent4"/>
              </a:solidFill>
              <a:tailEnd type="triangle"/>
            </a:ln>
          </p:spPr>
          <p:style>
            <a:lnRef idx="1">
              <a:schemeClr val="accent1"/>
            </a:lnRef>
            <a:fillRef idx="0">
              <a:schemeClr val="accent1"/>
            </a:fillRef>
            <a:effectRef idx="0">
              <a:schemeClr val="accent1"/>
            </a:effectRef>
            <a:fontRef idx="minor">
              <a:schemeClr val="tx1"/>
            </a:fontRef>
          </p:style>
        </p:cxnSp>
        <p:sp>
          <p:nvSpPr>
            <p:cNvPr id="211" name="文本框 210">
              <a:extLst>
                <a:ext uri="{FF2B5EF4-FFF2-40B4-BE49-F238E27FC236}">
                  <a16:creationId xmlns:a16="http://schemas.microsoft.com/office/drawing/2014/main" id="{6E9480B7-67F8-4130-A584-EE750A20D881}"/>
                </a:ext>
              </a:extLst>
            </p:cNvPr>
            <p:cNvSpPr txBox="1"/>
            <p:nvPr/>
          </p:nvSpPr>
          <p:spPr>
            <a:xfrm rot="3198539">
              <a:off x="4285550" y="1480339"/>
              <a:ext cx="1240971" cy="369332"/>
            </a:xfrm>
            <a:prstGeom prst="rect">
              <a:avLst/>
            </a:prstGeom>
            <a:noFill/>
          </p:spPr>
          <p:txBody>
            <a:bodyPr wrap="square" rtlCol="0">
              <a:spAutoFit/>
            </a:bodyPr>
            <a:lstStyle/>
            <a:p>
              <a:pPr algn="ctr"/>
              <a:r>
                <a:rPr lang="zh-CN" altLang="en-US" b="1" dirty="0">
                  <a:solidFill>
                    <a:schemeClr val="accent4"/>
                  </a:solidFill>
                  <a:latin typeface="+mn-ea"/>
                </a:rPr>
                <a:t>确认分组</a:t>
              </a:r>
            </a:p>
          </p:txBody>
        </p:sp>
      </p:grpSp>
      <p:grpSp>
        <p:nvGrpSpPr>
          <p:cNvPr id="124" name="组合 123">
            <a:extLst>
              <a:ext uri="{FF2B5EF4-FFF2-40B4-BE49-F238E27FC236}">
                <a16:creationId xmlns:a16="http://schemas.microsoft.com/office/drawing/2014/main" id="{9F88765B-5287-4094-B028-9CA4CBFCB6BA}"/>
              </a:ext>
            </a:extLst>
          </p:cNvPr>
          <p:cNvGrpSpPr/>
          <p:nvPr/>
        </p:nvGrpSpPr>
        <p:grpSpPr>
          <a:xfrm>
            <a:off x="2999953" y="1650207"/>
            <a:ext cx="2758343" cy="1766212"/>
            <a:chOff x="3156361" y="1009407"/>
            <a:chExt cx="2758343" cy="1766212"/>
          </a:xfrm>
        </p:grpSpPr>
        <p:sp>
          <p:nvSpPr>
            <p:cNvPr id="148" name="平行四边形 147">
              <a:extLst>
                <a:ext uri="{FF2B5EF4-FFF2-40B4-BE49-F238E27FC236}">
                  <a16:creationId xmlns:a16="http://schemas.microsoft.com/office/drawing/2014/main" id="{6931C55E-DC43-4157-8553-9142F605AC7A}"/>
                </a:ext>
              </a:extLst>
            </p:cNvPr>
            <p:cNvSpPr/>
            <p:nvPr/>
          </p:nvSpPr>
          <p:spPr>
            <a:xfrm>
              <a:off x="3156361" y="1015074"/>
              <a:ext cx="1483037" cy="1677096"/>
            </a:xfrm>
            <a:prstGeom prst="parallelogram">
              <a:avLst>
                <a:gd name="adj" fmla="val 75732"/>
              </a:avLst>
            </a:prstGeom>
            <a:solidFill>
              <a:schemeClr val="accent3"/>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178" name="文本框 177">
              <a:extLst>
                <a:ext uri="{FF2B5EF4-FFF2-40B4-BE49-F238E27FC236}">
                  <a16:creationId xmlns:a16="http://schemas.microsoft.com/office/drawing/2014/main" id="{15CFBE51-1693-4E93-980C-4D6953D5DB1F}"/>
                </a:ext>
              </a:extLst>
            </p:cNvPr>
            <p:cNvSpPr txBox="1"/>
            <p:nvPr/>
          </p:nvSpPr>
          <p:spPr>
            <a:xfrm rot="18243916">
              <a:off x="3085110" y="1970468"/>
              <a:ext cx="1240971" cy="369332"/>
            </a:xfrm>
            <a:prstGeom prst="rect">
              <a:avLst/>
            </a:prstGeom>
            <a:noFill/>
          </p:spPr>
          <p:txBody>
            <a:bodyPr wrap="square" rtlCol="0">
              <a:spAutoFit/>
            </a:bodyPr>
            <a:lstStyle/>
            <a:p>
              <a:pPr algn="ctr"/>
              <a:r>
                <a:rPr lang="zh-CN" altLang="en-US" b="1" dirty="0">
                  <a:solidFill>
                    <a:schemeClr val="bg1"/>
                  </a:solidFill>
                  <a:latin typeface="+mn-ea"/>
                </a:rPr>
                <a:t>数据分组</a:t>
              </a:r>
            </a:p>
          </p:txBody>
        </p:sp>
        <p:cxnSp>
          <p:nvCxnSpPr>
            <p:cNvPr id="180" name="直接箭头连接符 179">
              <a:extLst>
                <a:ext uri="{FF2B5EF4-FFF2-40B4-BE49-F238E27FC236}">
                  <a16:creationId xmlns:a16="http://schemas.microsoft.com/office/drawing/2014/main" id="{5DB9EA4F-1206-40EA-92F3-132E52ACD8C1}"/>
                </a:ext>
              </a:extLst>
            </p:cNvPr>
            <p:cNvCxnSpPr>
              <a:cxnSpLocks/>
            </p:cNvCxnSpPr>
            <p:nvPr/>
          </p:nvCxnSpPr>
          <p:spPr>
            <a:xfrm flipV="1">
              <a:off x="3963345" y="1320967"/>
              <a:ext cx="304035" cy="408050"/>
            </a:xfrm>
            <a:prstGeom prst="straightConnector1">
              <a:avLst/>
            </a:prstGeom>
            <a:ln w="50800">
              <a:solidFill>
                <a:schemeClr val="bg1"/>
              </a:solidFill>
              <a:tailEnd type="triangle" w="med" len="lg"/>
            </a:ln>
          </p:spPr>
          <p:style>
            <a:lnRef idx="1">
              <a:schemeClr val="accent1"/>
            </a:lnRef>
            <a:fillRef idx="0">
              <a:schemeClr val="accent1"/>
            </a:fillRef>
            <a:effectRef idx="0">
              <a:schemeClr val="accent1"/>
            </a:effectRef>
            <a:fontRef idx="minor">
              <a:schemeClr val="tx1"/>
            </a:fontRef>
          </p:style>
        </p:cxnSp>
        <p:cxnSp>
          <p:nvCxnSpPr>
            <p:cNvPr id="184" name="直接箭头连接符 183">
              <a:extLst>
                <a:ext uri="{FF2B5EF4-FFF2-40B4-BE49-F238E27FC236}">
                  <a16:creationId xmlns:a16="http://schemas.microsoft.com/office/drawing/2014/main" id="{CF33E5DF-0B23-4664-BFB5-21BF2A14A633}"/>
                </a:ext>
              </a:extLst>
            </p:cNvPr>
            <p:cNvCxnSpPr>
              <a:cxnSpLocks/>
            </p:cNvCxnSpPr>
            <p:nvPr/>
          </p:nvCxnSpPr>
          <p:spPr>
            <a:xfrm>
              <a:off x="4620590" y="1009407"/>
              <a:ext cx="1294114" cy="1675638"/>
            </a:xfrm>
            <a:prstGeom prst="straightConnector1">
              <a:avLst/>
            </a:prstGeom>
            <a:ln w="50800">
              <a:solidFill>
                <a:schemeClr val="accent4"/>
              </a:solidFill>
              <a:tailEnd type="triangle"/>
            </a:ln>
          </p:spPr>
          <p:style>
            <a:lnRef idx="1">
              <a:schemeClr val="accent1"/>
            </a:lnRef>
            <a:fillRef idx="0">
              <a:schemeClr val="accent1"/>
            </a:fillRef>
            <a:effectRef idx="0">
              <a:schemeClr val="accent1"/>
            </a:effectRef>
            <a:fontRef idx="minor">
              <a:schemeClr val="tx1"/>
            </a:fontRef>
          </p:style>
        </p:cxnSp>
        <p:sp>
          <p:nvSpPr>
            <p:cNvPr id="188" name="文本框 187">
              <a:extLst>
                <a:ext uri="{FF2B5EF4-FFF2-40B4-BE49-F238E27FC236}">
                  <a16:creationId xmlns:a16="http://schemas.microsoft.com/office/drawing/2014/main" id="{C3C7F464-767B-4E64-B174-419DAE69D414}"/>
                </a:ext>
              </a:extLst>
            </p:cNvPr>
            <p:cNvSpPr txBox="1"/>
            <p:nvPr/>
          </p:nvSpPr>
          <p:spPr>
            <a:xfrm rot="3198539">
              <a:off x="4285550" y="1480339"/>
              <a:ext cx="1240971" cy="369332"/>
            </a:xfrm>
            <a:prstGeom prst="rect">
              <a:avLst/>
            </a:prstGeom>
            <a:noFill/>
          </p:spPr>
          <p:txBody>
            <a:bodyPr wrap="square" rtlCol="0">
              <a:spAutoFit/>
            </a:bodyPr>
            <a:lstStyle/>
            <a:p>
              <a:pPr algn="ctr"/>
              <a:r>
                <a:rPr lang="zh-CN" altLang="en-US" b="1" dirty="0">
                  <a:solidFill>
                    <a:schemeClr val="accent4"/>
                  </a:solidFill>
                  <a:latin typeface="+mn-ea"/>
                </a:rPr>
                <a:t>确认分组</a:t>
              </a:r>
            </a:p>
          </p:txBody>
        </p:sp>
      </p:grpSp>
      <p:sp>
        <p:nvSpPr>
          <p:cNvPr id="125" name="文本框 124">
            <a:extLst>
              <a:ext uri="{FF2B5EF4-FFF2-40B4-BE49-F238E27FC236}">
                <a16:creationId xmlns:a16="http://schemas.microsoft.com/office/drawing/2014/main" id="{ECA72B13-1369-4CBD-8C93-7A4F4B7A72C3}"/>
              </a:ext>
            </a:extLst>
          </p:cNvPr>
          <p:cNvSpPr txBox="1"/>
          <p:nvPr/>
        </p:nvSpPr>
        <p:spPr>
          <a:xfrm>
            <a:off x="9980868" y="2340107"/>
            <a:ext cx="905164" cy="369332"/>
          </a:xfrm>
          <a:prstGeom prst="rect">
            <a:avLst/>
          </a:prstGeom>
          <a:noFill/>
        </p:spPr>
        <p:txBody>
          <a:bodyPr wrap="square" rtlCol="0">
            <a:spAutoFit/>
          </a:bodyPr>
          <a:lstStyle/>
          <a:p>
            <a:pPr algn="ctr"/>
            <a:r>
              <a:rPr lang="en-US" altLang="zh-CN" b="1" dirty="0">
                <a:latin typeface="宋体" panose="02010600030101010101" pitchFamily="2" charset="-122"/>
                <a:ea typeface="宋体" panose="02010600030101010101" pitchFamily="2" charset="-122"/>
              </a:rPr>
              <a:t>……</a:t>
            </a:r>
            <a:endParaRPr lang="zh-CN" altLang="en-US" b="1" dirty="0">
              <a:latin typeface="宋体" panose="02010600030101010101" pitchFamily="2" charset="-122"/>
              <a:ea typeface="宋体" panose="02010600030101010101" pitchFamily="2" charset="-122"/>
            </a:endParaRPr>
          </a:p>
        </p:txBody>
      </p:sp>
      <p:grpSp>
        <p:nvGrpSpPr>
          <p:cNvPr id="126" name="组合 125">
            <a:extLst>
              <a:ext uri="{FF2B5EF4-FFF2-40B4-BE49-F238E27FC236}">
                <a16:creationId xmlns:a16="http://schemas.microsoft.com/office/drawing/2014/main" id="{7B0C444C-0233-4FBC-ADD6-F26A40D9A4A0}"/>
              </a:ext>
            </a:extLst>
          </p:cNvPr>
          <p:cNvGrpSpPr/>
          <p:nvPr/>
        </p:nvGrpSpPr>
        <p:grpSpPr>
          <a:xfrm>
            <a:off x="953798" y="1215796"/>
            <a:ext cx="9904157" cy="2283732"/>
            <a:chOff x="243324" y="1215796"/>
            <a:chExt cx="9904157" cy="2283732"/>
          </a:xfrm>
        </p:grpSpPr>
        <p:grpSp>
          <p:nvGrpSpPr>
            <p:cNvPr id="138" name="组合 137">
              <a:extLst>
                <a:ext uri="{FF2B5EF4-FFF2-40B4-BE49-F238E27FC236}">
                  <a16:creationId xmlns:a16="http://schemas.microsoft.com/office/drawing/2014/main" id="{48FA851E-1F85-48C9-9ED2-64655F3FDC3B}"/>
                </a:ext>
              </a:extLst>
            </p:cNvPr>
            <p:cNvGrpSpPr/>
            <p:nvPr/>
          </p:nvGrpSpPr>
          <p:grpSpPr>
            <a:xfrm>
              <a:off x="243324" y="1513252"/>
              <a:ext cx="905164" cy="1819718"/>
              <a:chOff x="243324" y="1513252"/>
              <a:chExt cx="905164" cy="1819718"/>
            </a:xfrm>
          </p:grpSpPr>
          <p:sp>
            <p:nvSpPr>
              <p:cNvPr id="146" name="文本框 145">
                <a:extLst>
                  <a:ext uri="{FF2B5EF4-FFF2-40B4-BE49-F238E27FC236}">
                    <a16:creationId xmlns:a16="http://schemas.microsoft.com/office/drawing/2014/main" id="{E17CBFE3-56AE-49FE-9EC4-E447667B8260}"/>
                  </a:ext>
                </a:extLst>
              </p:cNvPr>
              <p:cNvSpPr txBox="1"/>
              <p:nvPr/>
            </p:nvSpPr>
            <p:spPr>
              <a:xfrm>
                <a:off x="243324" y="2963638"/>
                <a:ext cx="905164" cy="369332"/>
              </a:xfrm>
              <a:prstGeom prst="rect">
                <a:avLst/>
              </a:prstGeom>
              <a:noFill/>
            </p:spPr>
            <p:txBody>
              <a:bodyPr wrap="square" rtlCol="0">
                <a:spAutoFit/>
              </a:bodyPr>
              <a:lstStyle/>
              <a:p>
                <a:r>
                  <a:rPr lang="zh-CN" altLang="en-US" b="1" dirty="0">
                    <a:latin typeface="+mn-ea"/>
                  </a:rPr>
                  <a:t>发送方</a:t>
                </a:r>
              </a:p>
            </p:txBody>
          </p:sp>
          <p:sp>
            <p:nvSpPr>
              <p:cNvPr id="147" name="文本框 146">
                <a:extLst>
                  <a:ext uri="{FF2B5EF4-FFF2-40B4-BE49-F238E27FC236}">
                    <a16:creationId xmlns:a16="http://schemas.microsoft.com/office/drawing/2014/main" id="{15C0A5AC-07AA-4307-9154-E709AD367848}"/>
                  </a:ext>
                </a:extLst>
              </p:cNvPr>
              <p:cNvSpPr txBox="1"/>
              <p:nvPr/>
            </p:nvSpPr>
            <p:spPr>
              <a:xfrm>
                <a:off x="243324" y="1513252"/>
                <a:ext cx="905164" cy="369332"/>
              </a:xfrm>
              <a:prstGeom prst="rect">
                <a:avLst/>
              </a:prstGeom>
              <a:noFill/>
            </p:spPr>
            <p:txBody>
              <a:bodyPr wrap="square" rtlCol="0">
                <a:spAutoFit/>
              </a:bodyPr>
              <a:lstStyle/>
              <a:p>
                <a:r>
                  <a:rPr lang="zh-CN" altLang="en-US" b="1" dirty="0">
                    <a:latin typeface="+mn-ea"/>
                  </a:rPr>
                  <a:t>接收方</a:t>
                </a:r>
              </a:p>
            </p:txBody>
          </p:sp>
        </p:grpSp>
        <p:cxnSp>
          <p:nvCxnSpPr>
            <p:cNvPr id="139" name="直接连接符 138">
              <a:extLst>
                <a:ext uri="{FF2B5EF4-FFF2-40B4-BE49-F238E27FC236}">
                  <a16:creationId xmlns:a16="http://schemas.microsoft.com/office/drawing/2014/main" id="{31B4DDE2-6953-4085-879C-CAE01C632382}"/>
                </a:ext>
              </a:extLst>
            </p:cNvPr>
            <p:cNvCxnSpPr>
              <a:cxnSpLocks/>
            </p:cNvCxnSpPr>
            <p:nvPr/>
          </p:nvCxnSpPr>
          <p:spPr>
            <a:xfrm>
              <a:off x="1334770" y="3325845"/>
              <a:ext cx="8812711" cy="0"/>
            </a:xfrm>
            <a:prstGeom prst="line">
              <a:avLst/>
            </a:prstGeom>
            <a:ln w="38100">
              <a:solidFill>
                <a:schemeClr val="tx1"/>
              </a:solidFill>
              <a:tailEnd type="triangle" w="med" len="lg"/>
            </a:ln>
          </p:spPr>
          <p:style>
            <a:lnRef idx="1">
              <a:schemeClr val="accent1"/>
            </a:lnRef>
            <a:fillRef idx="0">
              <a:schemeClr val="accent1"/>
            </a:fillRef>
            <a:effectRef idx="0">
              <a:schemeClr val="accent1"/>
            </a:effectRef>
            <a:fontRef idx="minor">
              <a:schemeClr val="tx1"/>
            </a:fontRef>
          </p:style>
        </p:cxnSp>
        <p:sp>
          <p:nvSpPr>
            <p:cNvPr id="140" name="文本框 139">
              <a:extLst>
                <a:ext uri="{FF2B5EF4-FFF2-40B4-BE49-F238E27FC236}">
                  <a16:creationId xmlns:a16="http://schemas.microsoft.com/office/drawing/2014/main" id="{45CE53CE-9D91-4B5B-82D2-A5FB4D513C74}"/>
                </a:ext>
              </a:extLst>
            </p:cNvPr>
            <p:cNvSpPr txBox="1"/>
            <p:nvPr/>
          </p:nvSpPr>
          <p:spPr>
            <a:xfrm>
              <a:off x="9821137" y="2940848"/>
              <a:ext cx="277339" cy="369332"/>
            </a:xfrm>
            <a:prstGeom prst="rect">
              <a:avLst/>
            </a:prstGeom>
            <a:noFill/>
          </p:spPr>
          <p:txBody>
            <a:bodyPr wrap="square" rtlCol="0">
              <a:spAutoFit/>
            </a:bodyPr>
            <a:lstStyle/>
            <a:p>
              <a:r>
                <a:rPr lang="en-US" altLang="zh-CN" b="1" dirty="0">
                  <a:latin typeface="Arial Narrow" panose="020B0606020202030204" pitchFamily="34" charset="0"/>
                  <a:ea typeface="宋体" panose="02010600030101010101" pitchFamily="2" charset="-122"/>
                </a:rPr>
                <a:t>t</a:t>
              </a:r>
              <a:endParaRPr lang="zh-CN" altLang="en-US" b="1" dirty="0">
                <a:latin typeface="Arial Narrow" panose="020B0606020202030204" pitchFamily="34" charset="0"/>
                <a:ea typeface="宋体" panose="02010600030101010101" pitchFamily="2" charset="-122"/>
              </a:endParaRPr>
            </a:p>
          </p:txBody>
        </p:sp>
        <p:pic>
          <p:nvPicPr>
            <p:cNvPr id="141" name="图形 140">
              <a:extLst>
                <a:ext uri="{FF2B5EF4-FFF2-40B4-BE49-F238E27FC236}">
                  <a16:creationId xmlns:a16="http://schemas.microsoft.com/office/drawing/2014/main" id="{74994810-40C3-41D5-A6D2-82FA3F0F2254}"/>
                </a:ext>
              </a:extLst>
            </p:cNvPr>
            <p:cNvPicPr>
              <a:picLocks noChangeAspect="1"/>
            </p:cNvPicPr>
            <p:nvPr/>
          </p:nvPicPr>
          <p:blipFill>
            <a:blip r:embed="rId5">
              <a:extLst>
                <a:ext uri="{28A0092B-C50C-407E-A947-70E740481C1C}">
                  <a14:useLocalDpi xmlns:a14="http://schemas.microsoft.com/office/drawing/2010/main" val="0"/>
                </a:ext>
                <a:ext uri="{96DAC541-7B7A-43D3-8B79-37D633B846F1}">
                  <asvg:svgBlip xmlns:asvg="http://schemas.microsoft.com/office/drawing/2016/SVG/main" r:embed="rId6"/>
                </a:ext>
              </a:extLst>
            </a:blip>
            <a:stretch>
              <a:fillRect/>
            </a:stretch>
          </p:blipFill>
          <p:spPr>
            <a:xfrm>
              <a:off x="1110724" y="2858446"/>
              <a:ext cx="662814" cy="641082"/>
            </a:xfrm>
            <a:prstGeom prst="rect">
              <a:avLst/>
            </a:prstGeom>
          </p:spPr>
        </p:pic>
        <p:cxnSp>
          <p:nvCxnSpPr>
            <p:cNvPr id="142" name="直接连接符 141">
              <a:extLst>
                <a:ext uri="{FF2B5EF4-FFF2-40B4-BE49-F238E27FC236}">
                  <a16:creationId xmlns:a16="http://schemas.microsoft.com/office/drawing/2014/main" id="{381F1087-23C7-4D51-B6F4-0F8110EE8973}"/>
                </a:ext>
              </a:extLst>
            </p:cNvPr>
            <p:cNvCxnSpPr>
              <a:cxnSpLocks/>
            </p:cNvCxnSpPr>
            <p:nvPr/>
          </p:nvCxnSpPr>
          <p:spPr>
            <a:xfrm>
              <a:off x="1334770" y="1657332"/>
              <a:ext cx="8812711" cy="0"/>
            </a:xfrm>
            <a:prstGeom prst="line">
              <a:avLst/>
            </a:prstGeom>
            <a:ln w="38100">
              <a:solidFill>
                <a:schemeClr val="tx1"/>
              </a:solidFill>
              <a:tailEnd type="triangle" w="med" len="lg"/>
            </a:ln>
          </p:spPr>
          <p:style>
            <a:lnRef idx="1">
              <a:schemeClr val="accent1"/>
            </a:lnRef>
            <a:fillRef idx="0">
              <a:schemeClr val="accent1"/>
            </a:fillRef>
            <a:effectRef idx="0">
              <a:schemeClr val="accent1"/>
            </a:effectRef>
            <a:fontRef idx="minor">
              <a:schemeClr val="tx1"/>
            </a:fontRef>
          </p:style>
        </p:cxnSp>
        <p:sp>
          <p:nvSpPr>
            <p:cNvPr id="143" name="文本框 142">
              <a:extLst>
                <a:ext uri="{FF2B5EF4-FFF2-40B4-BE49-F238E27FC236}">
                  <a16:creationId xmlns:a16="http://schemas.microsoft.com/office/drawing/2014/main" id="{D38D9C71-5902-4A39-9CF4-78857FDEBBE2}"/>
                </a:ext>
              </a:extLst>
            </p:cNvPr>
            <p:cNvSpPr txBox="1"/>
            <p:nvPr/>
          </p:nvSpPr>
          <p:spPr>
            <a:xfrm>
              <a:off x="9821137" y="1215796"/>
              <a:ext cx="277339" cy="369332"/>
            </a:xfrm>
            <a:prstGeom prst="rect">
              <a:avLst/>
            </a:prstGeom>
            <a:noFill/>
          </p:spPr>
          <p:txBody>
            <a:bodyPr wrap="square" rtlCol="0">
              <a:spAutoFit/>
            </a:bodyPr>
            <a:lstStyle/>
            <a:p>
              <a:r>
                <a:rPr lang="en-US" altLang="zh-CN" b="1" dirty="0">
                  <a:latin typeface="Arial Narrow" panose="020B0606020202030204" pitchFamily="34" charset="0"/>
                  <a:ea typeface="宋体" panose="02010600030101010101" pitchFamily="2" charset="-122"/>
                </a:rPr>
                <a:t>t</a:t>
              </a:r>
              <a:endParaRPr lang="zh-CN" altLang="en-US" b="1" dirty="0">
                <a:latin typeface="Arial Narrow" panose="020B0606020202030204" pitchFamily="34" charset="0"/>
                <a:ea typeface="宋体" panose="02010600030101010101" pitchFamily="2" charset="-122"/>
              </a:endParaRPr>
            </a:p>
          </p:txBody>
        </p:sp>
        <p:pic>
          <p:nvPicPr>
            <p:cNvPr id="144" name="图形 143">
              <a:extLst>
                <a:ext uri="{FF2B5EF4-FFF2-40B4-BE49-F238E27FC236}">
                  <a16:creationId xmlns:a16="http://schemas.microsoft.com/office/drawing/2014/main" id="{AFC30AF6-43CC-49B8-A399-327F8C640E3E}"/>
                </a:ext>
              </a:extLst>
            </p:cNvPr>
            <p:cNvPicPr>
              <a:picLocks noChangeAspect="1"/>
            </p:cNvPicPr>
            <p:nvPr/>
          </p:nvPicPr>
          <p:blipFill>
            <a:blip r:embed="rId3">
              <a:extLst>
                <a:ext uri="{28A0092B-C50C-407E-A947-70E740481C1C}">
                  <a14:useLocalDpi xmlns:a14="http://schemas.microsoft.com/office/drawing/2010/main" val="0"/>
                </a:ext>
                <a:ext uri="{96DAC541-7B7A-43D3-8B79-37D633B846F1}">
                  <asvg:svgBlip xmlns:asvg="http://schemas.microsoft.com/office/drawing/2016/SVG/main" r:embed="rId4"/>
                </a:ext>
              </a:extLst>
            </a:blip>
            <a:stretch>
              <a:fillRect/>
            </a:stretch>
          </p:blipFill>
          <p:spPr>
            <a:xfrm>
              <a:off x="1282383" y="1303192"/>
              <a:ext cx="501772" cy="658576"/>
            </a:xfrm>
            <a:prstGeom prst="rect">
              <a:avLst/>
            </a:prstGeom>
          </p:spPr>
        </p:pic>
        <p:sp>
          <p:nvSpPr>
            <p:cNvPr id="145" name="文本框 144">
              <a:extLst>
                <a:ext uri="{FF2B5EF4-FFF2-40B4-BE49-F238E27FC236}">
                  <a16:creationId xmlns:a16="http://schemas.microsoft.com/office/drawing/2014/main" id="{4AF3C907-BAEE-47E8-B836-7D8801485623}"/>
                </a:ext>
              </a:extLst>
            </p:cNvPr>
            <p:cNvSpPr txBox="1"/>
            <p:nvPr/>
          </p:nvSpPr>
          <p:spPr>
            <a:xfrm>
              <a:off x="829451" y="2081541"/>
              <a:ext cx="1343342" cy="646331"/>
            </a:xfrm>
            <a:prstGeom prst="rect">
              <a:avLst/>
            </a:prstGeom>
            <a:noFill/>
          </p:spPr>
          <p:txBody>
            <a:bodyPr wrap="square" rtlCol="0">
              <a:spAutoFit/>
            </a:bodyPr>
            <a:lstStyle/>
            <a:p>
              <a:pPr algn="ctr"/>
              <a:r>
                <a:rPr lang="zh-CN" altLang="en-US" b="1" dirty="0">
                  <a:latin typeface="+mn-ea"/>
                </a:rPr>
                <a:t>停止</a:t>
              </a:r>
              <a:r>
                <a:rPr lang="en-US" altLang="zh-CN" b="1" dirty="0">
                  <a:latin typeface="+mn-ea"/>
                </a:rPr>
                <a:t>-</a:t>
              </a:r>
              <a:r>
                <a:rPr lang="zh-CN" altLang="en-US" b="1" dirty="0">
                  <a:latin typeface="+mn-ea"/>
                </a:rPr>
                <a:t>等待</a:t>
              </a:r>
              <a:endParaRPr lang="en-US" altLang="zh-CN" b="1" dirty="0">
                <a:latin typeface="+mn-ea"/>
              </a:endParaRPr>
            </a:p>
            <a:p>
              <a:pPr algn="ctr"/>
              <a:r>
                <a:rPr lang="zh-CN" altLang="en-US" b="1" dirty="0">
                  <a:latin typeface="+mn-ea"/>
                </a:rPr>
                <a:t>协议</a:t>
              </a:r>
            </a:p>
          </p:txBody>
        </p:sp>
      </p:grpSp>
      <p:grpSp>
        <p:nvGrpSpPr>
          <p:cNvPr id="127" name="组合 126">
            <a:extLst>
              <a:ext uri="{FF2B5EF4-FFF2-40B4-BE49-F238E27FC236}">
                <a16:creationId xmlns:a16="http://schemas.microsoft.com/office/drawing/2014/main" id="{BD34E8C6-15E8-4938-8B2C-3B97B5CBE355}"/>
              </a:ext>
            </a:extLst>
          </p:cNvPr>
          <p:cNvGrpSpPr/>
          <p:nvPr/>
        </p:nvGrpSpPr>
        <p:grpSpPr>
          <a:xfrm>
            <a:off x="2989173" y="3309994"/>
            <a:ext cx="397926" cy="645503"/>
            <a:chOff x="2278699" y="3309994"/>
            <a:chExt cx="397926" cy="645503"/>
          </a:xfrm>
        </p:grpSpPr>
        <p:cxnSp>
          <p:nvCxnSpPr>
            <p:cNvPr id="134" name="直接连接符 133">
              <a:extLst>
                <a:ext uri="{FF2B5EF4-FFF2-40B4-BE49-F238E27FC236}">
                  <a16:creationId xmlns:a16="http://schemas.microsoft.com/office/drawing/2014/main" id="{282FE2DC-BD2C-4B09-9E02-B66A7E945A13}"/>
                </a:ext>
              </a:extLst>
            </p:cNvPr>
            <p:cNvCxnSpPr>
              <a:cxnSpLocks/>
            </p:cNvCxnSpPr>
            <p:nvPr/>
          </p:nvCxnSpPr>
          <p:spPr>
            <a:xfrm>
              <a:off x="2289479" y="3310180"/>
              <a:ext cx="0" cy="602184"/>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35" name="直接箭头连接符 134">
              <a:extLst>
                <a:ext uri="{FF2B5EF4-FFF2-40B4-BE49-F238E27FC236}">
                  <a16:creationId xmlns:a16="http://schemas.microsoft.com/office/drawing/2014/main" id="{2A9AB7D7-A8A9-4BC9-BBAE-71B6F1CE481E}"/>
                </a:ext>
              </a:extLst>
            </p:cNvPr>
            <p:cNvCxnSpPr>
              <a:cxnSpLocks/>
            </p:cNvCxnSpPr>
            <p:nvPr/>
          </p:nvCxnSpPr>
          <p:spPr>
            <a:xfrm>
              <a:off x="2289479" y="3499528"/>
              <a:ext cx="384545" cy="0"/>
            </a:xfrm>
            <a:prstGeom prst="straightConnector1">
              <a:avLst/>
            </a:prstGeom>
            <a:ln w="12700">
              <a:solidFill>
                <a:schemeClr val="tx1"/>
              </a:solidFill>
              <a:headEnd type="triangle"/>
              <a:tailEnd type="triangle"/>
            </a:ln>
          </p:spPr>
          <p:style>
            <a:lnRef idx="1">
              <a:schemeClr val="accent1"/>
            </a:lnRef>
            <a:fillRef idx="0">
              <a:schemeClr val="accent1"/>
            </a:fillRef>
            <a:effectRef idx="0">
              <a:schemeClr val="accent1"/>
            </a:effectRef>
            <a:fontRef idx="minor">
              <a:schemeClr val="tx1"/>
            </a:fontRef>
          </p:style>
        </p:cxnSp>
        <mc:AlternateContent xmlns:mc="http://schemas.openxmlformats.org/markup-compatibility/2006" xmlns:a14="http://schemas.microsoft.com/office/drawing/2010/main">
          <mc:Choice Requires="a14">
            <p:sp>
              <p:nvSpPr>
                <p:cNvPr id="136" name="文本框 135">
                  <a:extLst>
                    <a:ext uri="{FF2B5EF4-FFF2-40B4-BE49-F238E27FC236}">
                      <a16:creationId xmlns:a16="http://schemas.microsoft.com/office/drawing/2014/main" id="{E767C96A-499C-4994-ADF4-A22B864FB408}"/>
                    </a:ext>
                  </a:extLst>
                </p:cNvPr>
                <p:cNvSpPr txBox="1"/>
                <p:nvPr/>
              </p:nvSpPr>
              <p:spPr>
                <a:xfrm>
                  <a:off x="2278699" y="3555387"/>
                  <a:ext cx="397926" cy="400110"/>
                </a:xfrm>
                <a:prstGeom prst="rect">
                  <a:avLst/>
                </a:prstGeom>
                <a:noFill/>
              </p:spPr>
              <p:txBody>
                <a:bodyPr wrap="square" rtlCol="0">
                  <a:spAutoFit/>
                </a:bodyPr>
                <a:lstStyle/>
                <a:p>
                  <a:pPr algn="ctr"/>
                  <a14:m>
                    <m:oMathPara xmlns:m="http://schemas.openxmlformats.org/officeDocument/2006/math">
                      <m:oMathParaPr>
                        <m:jc m:val="center"/>
                      </m:oMathParaPr>
                      <m:oMath xmlns:m="http://schemas.openxmlformats.org/officeDocument/2006/math">
                        <m:sSub>
                          <m:sSubPr>
                            <m:ctrlPr>
                              <a:rPr lang="en-US" altLang="zh-CN" sz="2000" b="1" i="1" dirty="0" smtClean="0">
                                <a:latin typeface="Cambria Math" panose="02040503050406030204" pitchFamily="18" charset="0"/>
                              </a:rPr>
                            </m:ctrlPr>
                          </m:sSubPr>
                          <m:e>
                            <m:r>
                              <a:rPr lang="en-US" altLang="zh-CN" sz="2000" b="1" i="1" dirty="0" smtClean="0">
                                <a:latin typeface="Cambria Math" panose="02040503050406030204" pitchFamily="18" charset="0"/>
                              </a:rPr>
                              <m:t>  </m:t>
                            </m:r>
                            <m:r>
                              <a:rPr lang="en-US" altLang="zh-CN" sz="2000" b="1" i="1" dirty="0" smtClean="0">
                                <a:latin typeface="Cambria Math" panose="02040503050406030204" pitchFamily="18" charset="0"/>
                              </a:rPr>
                              <m:t>𝑻</m:t>
                            </m:r>
                          </m:e>
                          <m:sub>
                            <m:r>
                              <a:rPr lang="en-US" altLang="zh-CN" sz="2000" b="1" i="1" dirty="0" smtClean="0">
                                <a:latin typeface="Cambria Math" panose="02040503050406030204" pitchFamily="18" charset="0"/>
                              </a:rPr>
                              <m:t>𝑫</m:t>
                            </m:r>
                          </m:sub>
                        </m:sSub>
                      </m:oMath>
                    </m:oMathPara>
                  </a14:m>
                  <a:endParaRPr lang="zh-CN" altLang="en-US" sz="2000" b="1" dirty="0">
                    <a:latin typeface="+mn-ea"/>
                  </a:endParaRPr>
                </a:p>
              </p:txBody>
            </p:sp>
          </mc:Choice>
          <mc:Fallback xmlns="">
            <p:sp>
              <p:nvSpPr>
                <p:cNvPr id="136" name="文本框 135">
                  <a:extLst>
                    <a:ext uri="{FF2B5EF4-FFF2-40B4-BE49-F238E27FC236}">
                      <a16:creationId xmlns:a16="http://schemas.microsoft.com/office/drawing/2014/main" id="{E767C96A-499C-4994-ADF4-A22B864FB408}"/>
                    </a:ext>
                  </a:extLst>
                </p:cNvPr>
                <p:cNvSpPr txBox="1">
                  <a:spLocks noRot="1" noChangeAspect="1" noMove="1" noResize="1" noEditPoints="1" noAdjustHandles="1" noChangeArrowheads="1" noChangeShapeType="1" noTextEdit="1"/>
                </p:cNvSpPr>
                <p:nvPr/>
              </p:nvSpPr>
              <p:spPr>
                <a:xfrm>
                  <a:off x="2278699" y="3555387"/>
                  <a:ext cx="397926" cy="400110"/>
                </a:xfrm>
                <a:prstGeom prst="rect">
                  <a:avLst/>
                </a:prstGeom>
                <a:blipFill>
                  <a:blip r:embed="rId7"/>
                  <a:stretch>
                    <a:fillRect l="-13636" r="-6061" b="-3030"/>
                  </a:stretch>
                </a:blipFill>
              </p:spPr>
              <p:txBody>
                <a:bodyPr/>
                <a:lstStyle/>
                <a:p>
                  <a:r>
                    <a:rPr lang="zh-CN" altLang="en-US">
                      <a:noFill/>
                    </a:rPr>
                    <a:t> </a:t>
                  </a:r>
                </a:p>
              </p:txBody>
            </p:sp>
          </mc:Fallback>
        </mc:AlternateContent>
        <p:cxnSp>
          <p:nvCxnSpPr>
            <p:cNvPr id="137" name="直接连接符 136">
              <a:extLst>
                <a:ext uri="{FF2B5EF4-FFF2-40B4-BE49-F238E27FC236}">
                  <a16:creationId xmlns:a16="http://schemas.microsoft.com/office/drawing/2014/main" id="{DD5D4CD0-C5AD-4F4C-93CF-D30DF715E3C7}"/>
                </a:ext>
              </a:extLst>
            </p:cNvPr>
            <p:cNvCxnSpPr>
              <a:cxnSpLocks/>
            </p:cNvCxnSpPr>
            <p:nvPr/>
          </p:nvCxnSpPr>
          <p:spPr>
            <a:xfrm>
              <a:off x="2674024" y="3309994"/>
              <a:ext cx="0" cy="602370"/>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28" name="组合 127">
            <a:extLst>
              <a:ext uri="{FF2B5EF4-FFF2-40B4-BE49-F238E27FC236}">
                <a16:creationId xmlns:a16="http://schemas.microsoft.com/office/drawing/2014/main" id="{61DD37D3-CE35-48AF-B0FF-657B534A3EDA}"/>
              </a:ext>
            </a:extLst>
          </p:cNvPr>
          <p:cNvGrpSpPr/>
          <p:nvPr/>
        </p:nvGrpSpPr>
        <p:grpSpPr>
          <a:xfrm>
            <a:off x="3382261" y="3309994"/>
            <a:ext cx="2371222" cy="645503"/>
            <a:chOff x="2671787" y="3309994"/>
            <a:chExt cx="2371222" cy="645503"/>
          </a:xfrm>
        </p:grpSpPr>
        <mc:AlternateContent xmlns:mc="http://schemas.openxmlformats.org/markup-compatibility/2006" xmlns:a14="http://schemas.microsoft.com/office/drawing/2010/main">
          <mc:Choice Requires="a14">
            <p:sp>
              <p:nvSpPr>
                <p:cNvPr id="130" name="文本框 129">
                  <a:extLst>
                    <a:ext uri="{FF2B5EF4-FFF2-40B4-BE49-F238E27FC236}">
                      <a16:creationId xmlns:a16="http://schemas.microsoft.com/office/drawing/2014/main" id="{97295FDC-E736-4222-BC49-85AB236E5999}"/>
                    </a:ext>
                  </a:extLst>
                </p:cNvPr>
                <p:cNvSpPr txBox="1"/>
                <p:nvPr/>
              </p:nvSpPr>
              <p:spPr>
                <a:xfrm>
                  <a:off x="3599413" y="3555387"/>
                  <a:ext cx="515969" cy="400110"/>
                </a:xfrm>
                <a:prstGeom prst="rect">
                  <a:avLst/>
                </a:prstGeom>
                <a:noFill/>
              </p:spPr>
              <p:txBody>
                <a:bodyPr wrap="square" rtlCol="0">
                  <a:spAutoFit/>
                </a:bodyPr>
                <a:lstStyle/>
                <a:p>
                  <a:pPr algn="ctr"/>
                  <a14:m>
                    <m:oMathPara xmlns:m="http://schemas.openxmlformats.org/officeDocument/2006/math">
                      <m:oMathParaPr>
                        <m:jc m:val="center"/>
                      </m:oMathParaPr>
                      <m:oMath xmlns:m="http://schemas.openxmlformats.org/officeDocument/2006/math">
                        <m:r>
                          <a:rPr lang="en-US" altLang="zh-CN" sz="2000" b="1" i="1" dirty="0" smtClean="0">
                            <a:latin typeface="Cambria Math" panose="02040503050406030204" pitchFamily="18" charset="0"/>
                          </a:rPr>
                          <m:t> </m:t>
                        </m:r>
                        <m:r>
                          <a:rPr lang="en-US" altLang="zh-CN" sz="2000" b="1" i="1" dirty="0" smtClean="0">
                            <a:latin typeface="Cambria Math" panose="02040503050406030204" pitchFamily="18" charset="0"/>
                          </a:rPr>
                          <m:t>𝑹𝑻𝑻</m:t>
                        </m:r>
                      </m:oMath>
                    </m:oMathPara>
                  </a14:m>
                  <a:endParaRPr lang="zh-CN" altLang="en-US" sz="2000" b="1" dirty="0">
                    <a:latin typeface="+mn-ea"/>
                  </a:endParaRPr>
                </a:p>
              </p:txBody>
            </p:sp>
          </mc:Choice>
          <mc:Fallback xmlns="">
            <p:sp>
              <p:nvSpPr>
                <p:cNvPr id="130" name="文本框 129">
                  <a:extLst>
                    <a:ext uri="{FF2B5EF4-FFF2-40B4-BE49-F238E27FC236}">
                      <a16:creationId xmlns:a16="http://schemas.microsoft.com/office/drawing/2014/main" id="{97295FDC-E736-4222-BC49-85AB236E5999}"/>
                    </a:ext>
                  </a:extLst>
                </p:cNvPr>
                <p:cNvSpPr txBox="1">
                  <a:spLocks noRot="1" noChangeAspect="1" noMove="1" noResize="1" noEditPoints="1" noAdjustHandles="1" noChangeArrowheads="1" noChangeShapeType="1" noTextEdit="1"/>
                </p:cNvSpPr>
                <p:nvPr/>
              </p:nvSpPr>
              <p:spPr>
                <a:xfrm>
                  <a:off x="3599413" y="3555387"/>
                  <a:ext cx="515969" cy="400110"/>
                </a:xfrm>
                <a:prstGeom prst="rect">
                  <a:avLst/>
                </a:prstGeom>
                <a:blipFill>
                  <a:blip r:embed="rId8"/>
                  <a:stretch>
                    <a:fillRect l="-16471" r="-12941"/>
                  </a:stretch>
                </a:blipFill>
              </p:spPr>
              <p:txBody>
                <a:bodyPr/>
                <a:lstStyle/>
                <a:p>
                  <a:r>
                    <a:rPr lang="zh-CN" altLang="en-US">
                      <a:noFill/>
                    </a:rPr>
                    <a:t> </a:t>
                  </a:r>
                </a:p>
              </p:txBody>
            </p:sp>
          </mc:Fallback>
        </mc:AlternateContent>
        <p:cxnSp>
          <p:nvCxnSpPr>
            <p:cNvPr id="131" name="直接连接符 130">
              <a:extLst>
                <a:ext uri="{FF2B5EF4-FFF2-40B4-BE49-F238E27FC236}">
                  <a16:creationId xmlns:a16="http://schemas.microsoft.com/office/drawing/2014/main" id="{EEFFEBFA-C5C7-49D9-82C2-D5FBF991E54A}"/>
                </a:ext>
              </a:extLst>
            </p:cNvPr>
            <p:cNvCxnSpPr>
              <a:cxnSpLocks/>
            </p:cNvCxnSpPr>
            <p:nvPr/>
          </p:nvCxnSpPr>
          <p:spPr>
            <a:xfrm>
              <a:off x="2671787" y="3310180"/>
              <a:ext cx="0" cy="602184"/>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32" name="直接箭头连接符 131">
              <a:extLst>
                <a:ext uri="{FF2B5EF4-FFF2-40B4-BE49-F238E27FC236}">
                  <a16:creationId xmlns:a16="http://schemas.microsoft.com/office/drawing/2014/main" id="{8B55251E-064F-4667-96BC-E8C3EB3EF2EB}"/>
                </a:ext>
              </a:extLst>
            </p:cNvPr>
            <p:cNvCxnSpPr>
              <a:cxnSpLocks/>
            </p:cNvCxnSpPr>
            <p:nvPr/>
          </p:nvCxnSpPr>
          <p:spPr>
            <a:xfrm>
              <a:off x="2671787" y="3499528"/>
              <a:ext cx="2371222" cy="0"/>
            </a:xfrm>
            <a:prstGeom prst="straightConnector1">
              <a:avLst/>
            </a:prstGeom>
            <a:ln w="12700">
              <a:solidFill>
                <a:schemeClr val="tx1"/>
              </a:solidFill>
              <a:headEnd type="triangle"/>
              <a:tailEnd type="triangle"/>
            </a:ln>
          </p:spPr>
          <p:style>
            <a:lnRef idx="1">
              <a:schemeClr val="accent1"/>
            </a:lnRef>
            <a:fillRef idx="0">
              <a:schemeClr val="accent1"/>
            </a:fillRef>
            <a:effectRef idx="0">
              <a:schemeClr val="accent1"/>
            </a:effectRef>
            <a:fontRef idx="minor">
              <a:schemeClr val="tx1"/>
            </a:fontRef>
          </p:style>
        </p:cxnSp>
        <p:cxnSp>
          <p:nvCxnSpPr>
            <p:cNvPr id="133" name="直接连接符 132">
              <a:extLst>
                <a:ext uri="{FF2B5EF4-FFF2-40B4-BE49-F238E27FC236}">
                  <a16:creationId xmlns:a16="http://schemas.microsoft.com/office/drawing/2014/main" id="{EE394262-DA28-404F-8CC1-1D49D804CEAA}"/>
                </a:ext>
              </a:extLst>
            </p:cNvPr>
            <p:cNvCxnSpPr>
              <a:cxnSpLocks/>
            </p:cNvCxnSpPr>
            <p:nvPr/>
          </p:nvCxnSpPr>
          <p:spPr>
            <a:xfrm>
              <a:off x="5043009" y="3309994"/>
              <a:ext cx="0" cy="602370"/>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grpSp>
      <mc:AlternateContent xmlns:mc="http://schemas.openxmlformats.org/markup-compatibility/2006" xmlns:a14="http://schemas.microsoft.com/office/drawing/2010/main">
        <mc:Choice Requires="a14">
          <p:sp>
            <p:nvSpPr>
              <p:cNvPr id="129" name="矩形 128">
                <a:extLst>
                  <a:ext uri="{FF2B5EF4-FFF2-40B4-BE49-F238E27FC236}">
                    <a16:creationId xmlns:a16="http://schemas.microsoft.com/office/drawing/2014/main" id="{B16C6D0E-D517-452F-A8D5-79861282C4B0}"/>
                  </a:ext>
                </a:extLst>
              </p:cNvPr>
              <p:cNvSpPr/>
              <p:nvPr/>
            </p:nvSpPr>
            <p:spPr>
              <a:xfrm>
                <a:off x="3349946" y="1104766"/>
                <a:ext cx="6925546" cy="42354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zh-CN" altLang="en-US" sz="1800" b="1" dirty="0">
                    <a:latin typeface="+mn-ea"/>
                  </a:rPr>
                  <a:t>对于</a:t>
                </a:r>
                <a14:m>
                  <m:oMath xmlns:m="http://schemas.openxmlformats.org/officeDocument/2006/math">
                    <m:r>
                      <a:rPr lang="en-US" altLang="zh-CN" sz="1800" b="1" i="1" smtClean="0">
                        <a:latin typeface="Cambria Math" panose="02040503050406030204" pitchFamily="18" charset="0"/>
                        <a:ea typeface="Cambria Math" panose="02040503050406030204" pitchFamily="18" charset="0"/>
                      </a:rPr>
                      <m:t>𝑹𝑻𝑻</m:t>
                    </m:r>
                    <m:r>
                      <a:rPr lang="en-US" altLang="zh-CN" sz="1800" b="1" i="1" smtClean="0">
                        <a:latin typeface="Cambria Math" panose="02040503050406030204" pitchFamily="18" charset="0"/>
                        <a:ea typeface="Cambria Math" panose="02040503050406030204" pitchFamily="18" charset="0"/>
                      </a:rPr>
                      <m:t>≫</m:t>
                    </m:r>
                    <m:sSub>
                      <m:sSubPr>
                        <m:ctrlPr>
                          <a:rPr lang="en-US" altLang="zh-CN" sz="1800" b="1" i="1" smtClean="0">
                            <a:latin typeface="Cambria Math" panose="02040503050406030204" pitchFamily="18" charset="0"/>
                            <a:ea typeface="Cambria Math" panose="02040503050406030204" pitchFamily="18" charset="0"/>
                          </a:rPr>
                        </m:ctrlPr>
                      </m:sSubPr>
                      <m:e>
                        <m:r>
                          <a:rPr lang="en-US" altLang="zh-CN" sz="1800" b="1" i="1" smtClean="0">
                            <a:latin typeface="Cambria Math" panose="02040503050406030204" pitchFamily="18" charset="0"/>
                            <a:ea typeface="Cambria Math" panose="02040503050406030204" pitchFamily="18" charset="0"/>
                          </a:rPr>
                          <m:t>𝑻</m:t>
                        </m:r>
                      </m:e>
                      <m:sub>
                        <m:r>
                          <a:rPr lang="en-US" altLang="zh-CN" sz="1800" b="1" i="1" smtClean="0">
                            <a:latin typeface="Cambria Math" panose="02040503050406030204" pitchFamily="18" charset="0"/>
                            <a:ea typeface="Cambria Math" panose="02040503050406030204" pitchFamily="18" charset="0"/>
                          </a:rPr>
                          <m:t>𝑫</m:t>
                        </m:r>
                      </m:sub>
                    </m:sSub>
                    <m:r>
                      <a:rPr lang="zh-CN" altLang="en-US" sz="1800" b="1" i="1">
                        <a:latin typeface="Cambria Math" panose="02040503050406030204" pitchFamily="18" charset="0"/>
                        <a:ea typeface="Cambria Math" panose="02040503050406030204" pitchFamily="18" charset="0"/>
                      </a:rPr>
                      <m:t>，</m:t>
                    </m:r>
                  </m:oMath>
                </a14:m>
                <a:r>
                  <a:rPr lang="zh-CN" altLang="en-US" sz="1800" b="1" dirty="0">
                    <a:latin typeface="+mn-ea"/>
                  </a:rPr>
                  <a:t>例如使用同步卫星链路，信道利用率很低。</a:t>
                </a:r>
              </a:p>
            </p:txBody>
          </p:sp>
        </mc:Choice>
        <mc:Fallback xmlns="">
          <p:sp>
            <p:nvSpPr>
              <p:cNvPr id="129" name="矩形 128">
                <a:extLst>
                  <a:ext uri="{FF2B5EF4-FFF2-40B4-BE49-F238E27FC236}">
                    <a16:creationId xmlns:a16="http://schemas.microsoft.com/office/drawing/2014/main" id="{B16C6D0E-D517-452F-A8D5-79861282C4B0}"/>
                  </a:ext>
                </a:extLst>
              </p:cNvPr>
              <p:cNvSpPr>
                <a:spLocks noRot="1" noChangeAspect="1" noMove="1" noResize="1" noEditPoints="1" noAdjustHandles="1" noChangeArrowheads="1" noChangeShapeType="1" noTextEdit="1"/>
              </p:cNvSpPr>
              <p:nvPr/>
            </p:nvSpPr>
            <p:spPr>
              <a:xfrm>
                <a:off x="3349946" y="1104766"/>
                <a:ext cx="6925546" cy="423543"/>
              </a:xfrm>
              <a:prstGeom prst="rect">
                <a:avLst/>
              </a:prstGeom>
              <a:blipFill>
                <a:blip r:embed="rId9"/>
                <a:stretch>
                  <a:fillRect b="-13889"/>
                </a:stretch>
              </a:blipFill>
            </p:spPr>
            <p:txBody>
              <a:bodyPr/>
              <a:lstStyle/>
              <a:p>
                <a:r>
                  <a:rPr lang="zh-CN" altLang="en-US">
                    <a:noFill/>
                  </a:rPr>
                  <a:t> </a:t>
                </a:r>
              </a:p>
            </p:txBody>
          </p:sp>
        </mc:Fallback>
      </mc:AlternateContent>
      <p:sp>
        <p:nvSpPr>
          <p:cNvPr id="264" name="矩形 263">
            <a:extLst>
              <a:ext uri="{FF2B5EF4-FFF2-40B4-BE49-F238E27FC236}">
                <a16:creationId xmlns:a16="http://schemas.microsoft.com/office/drawing/2014/main" id="{29303C7A-90AF-4810-B892-ED6DE2848A8E}"/>
              </a:ext>
            </a:extLst>
          </p:cNvPr>
          <p:cNvSpPr/>
          <p:nvPr/>
        </p:nvSpPr>
        <p:spPr>
          <a:xfrm>
            <a:off x="3349946" y="5973957"/>
            <a:ext cx="6925546" cy="42354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zh-CN" altLang="en-US" b="1" dirty="0">
                <a:latin typeface="+mn-ea"/>
              </a:rPr>
              <a:t>采用流水线传输可以显著提高信道利用率</a:t>
            </a:r>
            <a:endParaRPr lang="zh-CN" altLang="en-US" sz="1800" b="1" dirty="0">
              <a:latin typeface="+mn-ea"/>
            </a:endParaRPr>
          </a:p>
        </p:txBody>
      </p:sp>
      <p:sp>
        <p:nvSpPr>
          <p:cNvPr id="87" name="平行四边形 86">
            <a:extLst>
              <a:ext uri="{FF2B5EF4-FFF2-40B4-BE49-F238E27FC236}">
                <a16:creationId xmlns:a16="http://schemas.microsoft.com/office/drawing/2014/main" id="{F172C4CE-9878-B20D-89B4-A85B7C68D842}"/>
              </a:ext>
            </a:extLst>
          </p:cNvPr>
          <p:cNvSpPr/>
          <p:nvPr/>
        </p:nvSpPr>
        <p:spPr>
          <a:xfrm>
            <a:off x="304799" y="749300"/>
            <a:ext cx="695119" cy="387090"/>
          </a:xfrm>
          <a:prstGeom prst="parallelogram">
            <a:avLst/>
          </a:prstGeom>
          <a:solidFill>
            <a:schemeClr val="accent3">
              <a:lumMod val="75000"/>
            </a:schemeClr>
          </a:solidFill>
          <a:ln>
            <a:solidFill>
              <a:schemeClr val="accent3">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CN" sz="2200" dirty="0">
                <a:latin typeface="Impact" panose="020B0806030902050204" pitchFamily="34" charset="0"/>
              </a:rPr>
              <a:t>04</a:t>
            </a:r>
            <a:endParaRPr lang="zh-CN" altLang="en-US" sz="2200" dirty="0">
              <a:latin typeface="Impact" panose="020B0806030902050204" pitchFamily="34" charset="0"/>
            </a:endParaRPr>
          </a:p>
        </p:txBody>
      </p:sp>
    </p:spTree>
    <p:custDataLst>
      <p:tags r:id="rId1"/>
    </p:custDataLst>
    <p:extLst>
      <p:ext uri="{BB962C8B-B14F-4D97-AF65-F5344CB8AC3E}">
        <p14:creationId xmlns:p14="http://schemas.microsoft.com/office/powerpoint/2010/main" val="1624059392"/>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47" presetClass="entr" presetSubtype="0" fill="hold" nodeType="withEffect">
                                  <p:stCondLst>
                                    <p:cond delay="0"/>
                                  </p:stCondLst>
                                  <p:childTnLst>
                                    <p:set>
                                      <p:cBhvr>
                                        <p:cTn id="6" dur="1" fill="hold">
                                          <p:stCondLst>
                                            <p:cond delay="0"/>
                                          </p:stCondLst>
                                        </p:cTn>
                                        <p:tgtEl>
                                          <p:spTgt spid="10"/>
                                        </p:tgtEl>
                                        <p:attrNameLst>
                                          <p:attrName>style.visibility</p:attrName>
                                        </p:attrNameLst>
                                      </p:cBhvr>
                                      <p:to>
                                        <p:strVal val="visible"/>
                                      </p:to>
                                    </p:set>
                                    <p:animEffect transition="in" filter="fade">
                                      <p:cBhvr>
                                        <p:cTn id="7" dur="1000"/>
                                        <p:tgtEl>
                                          <p:spTgt spid="10"/>
                                        </p:tgtEl>
                                      </p:cBhvr>
                                    </p:animEffect>
                                    <p:anim calcmode="lin" valueType="num">
                                      <p:cBhvr>
                                        <p:cTn id="8" dur="1000" fill="hold"/>
                                        <p:tgtEl>
                                          <p:spTgt spid="10"/>
                                        </p:tgtEl>
                                        <p:attrNameLst>
                                          <p:attrName>ppt_x</p:attrName>
                                        </p:attrNameLst>
                                      </p:cBhvr>
                                      <p:tavLst>
                                        <p:tav tm="0">
                                          <p:val>
                                            <p:strVal val="#ppt_x"/>
                                          </p:val>
                                        </p:tav>
                                        <p:tav tm="100000">
                                          <p:val>
                                            <p:strVal val="#ppt_x"/>
                                          </p:val>
                                        </p:tav>
                                      </p:tavLst>
                                    </p:anim>
                                    <p:anim calcmode="lin" valueType="num">
                                      <p:cBhvr>
                                        <p:cTn id="9" dur="1000" fill="hold"/>
                                        <p:tgtEl>
                                          <p:spTgt spid="10"/>
                                        </p:tgtEl>
                                        <p:attrNameLst>
                                          <p:attrName>ppt_y</p:attrName>
                                        </p:attrNameLst>
                                      </p:cBhvr>
                                      <p:tavLst>
                                        <p:tav tm="0">
                                          <p:val>
                                            <p:strVal val="#ppt_y-.1"/>
                                          </p:val>
                                        </p:tav>
                                        <p:tav tm="100000">
                                          <p:val>
                                            <p:strVal val="#ppt_y"/>
                                          </p:val>
                                        </p:tav>
                                      </p:tavLst>
                                    </p:anim>
                                  </p:childTnLst>
                                </p:cTn>
                              </p:par>
                            </p:childTnLst>
                          </p:cTn>
                        </p:par>
                      </p:childTnLst>
                    </p:cTn>
                  </p:par>
                  <p:par>
                    <p:cTn id="10" fill="hold">
                      <p:stCondLst>
                        <p:cond delay="indefinite"/>
                      </p:stCondLst>
                      <p:childTnLst>
                        <p:par>
                          <p:cTn id="11" fill="hold">
                            <p:stCondLst>
                              <p:cond delay="0"/>
                            </p:stCondLst>
                            <p:childTnLst>
                              <p:par>
                                <p:cTn id="12" presetID="22" presetClass="entr" presetSubtype="8" fill="hold" nodeType="clickEffect">
                                  <p:stCondLst>
                                    <p:cond delay="0"/>
                                  </p:stCondLst>
                                  <p:childTnLst>
                                    <p:set>
                                      <p:cBhvr>
                                        <p:cTn id="13" dur="1" fill="hold">
                                          <p:stCondLst>
                                            <p:cond delay="0"/>
                                          </p:stCondLst>
                                        </p:cTn>
                                        <p:tgtEl>
                                          <p:spTgt spid="11"/>
                                        </p:tgtEl>
                                        <p:attrNameLst>
                                          <p:attrName>style.visibility</p:attrName>
                                        </p:attrNameLst>
                                      </p:cBhvr>
                                      <p:to>
                                        <p:strVal val="visible"/>
                                      </p:to>
                                    </p:set>
                                    <p:animEffect transition="in" filter="wipe(left)">
                                      <p:cBhvr>
                                        <p:cTn id="14" dur="3000"/>
                                        <p:tgtEl>
                                          <p:spTgt spid="11"/>
                                        </p:tgtEl>
                                      </p:cBhvr>
                                    </p:animEffect>
                                  </p:childTnLst>
                                </p:cTn>
                              </p:par>
                              <p:par>
                                <p:cTn id="15" presetID="22" presetClass="entr" presetSubtype="8" fill="hold" nodeType="withEffect">
                                  <p:stCondLst>
                                    <p:cond delay="1100"/>
                                  </p:stCondLst>
                                  <p:childTnLst>
                                    <p:set>
                                      <p:cBhvr>
                                        <p:cTn id="16" dur="1" fill="hold">
                                          <p:stCondLst>
                                            <p:cond delay="0"/>
                                          </p:stCondLst>
                                        </p:cTn>
                                        <p:tgtEl>
                                          <p:spTgt spid="12"/>
                                        </p:tgtEl>
                                        <p:attrNameLst>
                                          <p:attrName>style.visibility</p:attrName>
                                        </p:attrNameLst>
                                      </p:cBhvr>
                                      <p:to>
                                        <p:strVal val="visible"/>
                                      </p:to>
                                    </p:set>
                                    <p:animEffect transition="in" filter="wipe(left)">
                                      <p:cBhvr>
                                        <p:cTn id="17" dur="3000"/>
                                        <p:tgtEl>
                                          <p:spTgt spid="12"/>
                                        </p:tgtEl>
                                      </p:cBhvr>
                                    </p:animEffect>
                                  </p:childTnLst>
                                </p:cTn>
                              </p:par>
                              <p:par>
                                <p:cTn id="18" presetID="22" presetClass="entr" presetSubtype="8" fill="hold" nodeType="withEffect">
                                  <p:stCondLst>
                                    <p:cond delay="2200"/>
                                  </p:stCondLst>
                                  <p:childTnLst>
                                    <p:set>
                                      <p:cBhvr>
                                        <p:cTn id="19" dur="1" fill="hold">
                                          <p:stCondLst>
                                            <p:cond delay="0"/>
                                          </p:stCondLst>
                                        </p:cTn>
                                        <p:tgtEl>
                                          <p:spTgt spid="13"/>
                                        </p:tgtEl>
                                        <p:attrNameLst>
                                          <p:attrName>style.visibility</p:attrName>
                                        </p:attrNameLst>
                                      </p:cBhvr>
                                      <p:to>
                                        <p:strVal val="visible"/>
                                      </p:to>
                                    </p:set>
                                    <p:animEffect transition="in" filter="wipe(left)">
                                      <p:cBhvr>
                                        <p:cTn id="20" dur="3000"/>
                                        <p:tgtEl>
                                          <p:spTgt spid="13"/>
                                        </p:tgtEl>
                                      </p:cBhvr>
                                    </p:animEffect>
                                  </p:childTnLst>
                                </p:cTn>
                              </p:par>
                              <p:par>
                                <p:cTn id="21" presetID="22" presetClass="entr" presetSubtype="8" fill="hold" nodeType="withEffect">
                                  <p:stCondLst>
                                    <p:cond delay="3300"/>
                                  </p:stCondLst>
                                  <p:childTnLst>
                                    <p:set>
                                      <p:cBhvr>
                                        <p:cTn id="22" dur="1" fill="hold">
                                          <p:stCondLst>
                                            <p:cond delay="0"/>
                                          </p:stCondLst>
                                        </p:cTn>
                                        <p:tgtEl>
                                          <p:spTgt spid="15"/>
                                        </p:tgtEl>
                                        <p:attrNameLst>
                                          <p:attrName>style.visibility</p:attrName>
                                        </p:attrNameLst>
                                      </p:cBhvr>
                                      <p:to>
                                        <p:strVal val="visible"/>
                                      </p:to>
                                    </p:set>
                                    <p:animEffect transition="in" filter="wipe(left)">
                                      <p:cBhvr>
                                        <p:cTn id="23" dur="3000"/>
                                        <p:tgtEl>
                                          <p:spTgt spid="15"/>
                                        </p:tgtEl>
                                      </p:cBhvr>
                                    </p:animEffect>
                                  </p:childTnLst>
                                </p:cTn>
                              </p:par>
                              <p:par>
                                <p:cTn id="24" presetID="22" presetClass="entr" presetSubtype="8" fill="hold" nodeType="withEffect">
                                  <p:stCondLst>
                                    <p:cond delay="4400"/>
                                  </p:stCondLst>
                                  <p:childTnLst>
                                    <p:set>
                                      <p:cBhvr>
                                        <p:cTn id="25" dur="1" fill="hold">
                                          <p:stCondLst>
                                            <p:cond delay="0"/>
                                          </p:stCondLst>
                                        </p:cTn>
                                        <p:tgtEl>
                                          <p:spTgt spid="16"/>
                                        </p:tgtEl>
                                        <p:attrNameLst>
                                          <p:attrName>style.visibility</p:attrName>
                                        </p:attrNameLst>
                                      </p:cBhvr>
                                      <p:to>
                                        <p:strVal val="visible"/>
                                      </p:to>
                                    </p:set>
                                    <p:animEffect transition="in" filter="wipe(left)">
                                      <p:cBhvr>
                                        <p:cTn id="26" dur="1000"/>
                                        <p:tgtEl>
                                          <p:spTgt spid="16"/>
                                        </p:tgtEl>
                                      </p:cBhvr>
                                    </p:animEffect>
                                  </p:childTnLst>
                                </p:cTn>
                              </p:par>
                            </p:childTnLst>
                          </p:cTn>
                        </p:par>
                        <p:par>
                          <p:cTn id="27" fill="hold">
                            <p:stCondLst>
                              <p:cond delay="6300"/>
                            </p:stCondLst>
                            <p:childTnLst>
                              <p:par>
                                <p:cTn id="28" presetID="22" presetClass="entr" presetSubtype="8" fill="hold" grpId="0" nodeType="afterEffect">
                                  <p:stCondLst>
                                    <p:cond delay="0"/>
                                  </p:stCondLst>
                                  <p:childTnLst>
                                    <p:set>
                                      <p:cBhvr>
                                        <p:cTn id="29" dur="1" fill="hold">
                                          <p:stCondLst>
                                            <p:cond delay="0"/>
                                          </p:stCondLst>
                                        </p:cTn>
                                        <p:tgtEl>
                                          <p:spTgt spid="191"/>
                                        </p:tgtEl>
                                        <p:attrNameLst>
                                          <p:attrName>style.visibility</p:attrName>
                                        </p:attrNameLst>
                                      </p:cBhvr>
                                      <p:to>
                                        <p:strVal val="visible"/>
                                      </p:to>
                                    </p:set>
                                    <p:animEffect transition="in" filter="wipe(left)">
                                      <p:cBhvr>
                                        <p:cTn id="30" dur="500"/>
                                        <p:tgtEl>
                                          <p:spTgt spid="191"/>
                                        </p:tgtEl>
                                      </p:cBhvr>
                                    </p:animEffect>
                                  </p:childTnLst>
                                </p:cTn>
                              </p:par>
                            </p:childTnLst>
                          </p:cTn>
                        </p:par>
                      </p:childTnLst>
                    </p:cTn>
                  </p:par>
                  <p:par>
                    <p:cTn id="31" fill="hold">
                      <p:stCondLst>
                        <p:cond delay="indefinite"/>
                      </p:stCondLst>
                      <p:childTnLst>
                        <p:par>
                          <p:cTn id="32" fill="hold">
                            <p:stCondLst>
                              <p:cond delay="0"/>
                            </p:stCondLst>
                            <p:childTnLst>
                              <p:par>
                                <p:cTn id="33" presetID="47" presetClass="entr" presetSubtype="0" fill="hold" grpId="0" nodeType="clickEffect">
                                  <p:stCondLst>
                                    <p:cond delay="0"/>
                                  </p:stCondLst>
                                  <p:childTnLst>
                                    <p:set>
                                      <p:cBhvr>
                                        <p:cTn id="34" dur="1" fill="hold">
                                          <p:stCondLst>
                                            <p:cond delay="0"/>
                                          </p:stCondLst>
                                        </p:cTn>
                                        <p:tgtEl>
                                          <p:spTgt spid="264"/>
                                        </p:tgtEl>
                                        <p:attrNameLst>
                                          <p:attrName>style.visibility</p:attrName>
                                        </p:attrNameLst>
                                      </p:cBhvr>
                                      <p:to>
                                        <p:strVal val="visible"/>
                                      </p:to>
                                    </p:set>
                                    <p:animEffect transition="in" filter="fade">
                                      <p:cBhvr>
                                        <p:cTn id="35" dur="1000"/>
                                        <p:tgtEl>
                                          <p:spTgt spid="264"/>
                                        </p:tgtEl>
                                      </p:cBhvr>
                                    </p:animEffect>
                                    <p:anim calcmode="lin" valueType="num">
                                      <p:cBhvr>
                                        <p:cTn id="36" dur="1000" fill="hold"/>
                                        <p:tgtEl>
                                          <p:spTgt spid="264"/>
                                        </p:tgtEl>
                                        <p:attrNameLst>
                                          <p:attrName>ppt_x</p:attrName>
                                        </p:attrNameLst>
                                      </p:cBhvr>
                                      <p:tavLst>
                                        <p:tav tm="0">
                                          <p:val>
                                            <p:strVal val="#ppt_x"/>
                                          </p:val>
                                        </p:tav>
                                        <p:tav tm="100000">
                                          <p:val>
                                            <p:strVal val="#ppt_x"/>
                                          </p:val>
                                        </p:tav>
                                      </p:tavLst>
                                    </p:anim>
                                    <p:anim calcmode="lin" valueType="num">
                                      <p:cBhvr>
                                        <p:cTn id="37" dur="1000" fill="hold"/>
                                        <p:tgtEl>
                                          <p:spTgt spid="264"/>
                                        </p:tgtEl>
                                        <p:attrNameLst>
                                          <p:attrName>ppt_y</p:attrName>
                                        </p:attrNameLst>
                                      </p:cBhvr>
                                      <p:tavLst>
                                        <p:tav tm="0">
                                          <p:val>
                                            <p:strVal val="#ppt_y-.1"/>
                                          </p:val>
                                        </p:tav>
                                        <p:tav tm="100000">
                                          <p:val>
                                            <p:strVal val="#ppt_y"/>
                                          </p:val>
                                        </p:tav>
                                      </p:tavLst>
                                    </p:anim>
                                  </p:childTnLst>
                                </p:cTn>
                              </p:par>
                            </p:childTnLst>
                          </p:cTn>
                        </p:par>
                      </p:childTnLst>
                    </p:cTn>
                  </p:par>
                  <p:par>
                    <p:cTn id="38" fill="hold">
                      <p:stCondLst>
                        <p:cond delay="indefinite"/>
                      </p:stCondLst>
                      <p:childTnLst>
                        <p:par>
                          <p:cTn id="39" fill="hold">
                            <p:stCondLst>
                              <p:cond delay="0"/>
                            </p:stCondLst>
                            <p:childTnLst>
                              <p:par>
                                <p:cTn id="40" presetID="22" presetClass="entr" presetSubtype="1" fill="hold" grpId="0" nodeType="clickEffect">
                                  <p:stCondLst>
                                    <p:cond delay="0"/>
                                  </p:stCondLst>
                                  <p:childTnLst>
                                    <p:set>
                                      <p:cBhvr>
                                        <p:cTn id="41" dur="1" fill="hold">
                                          <p:stCondLst>
                                            <p:cond delay="0"/>
                                          </p:stCondLst>
                                        </p:cTn>
                                        <p:tgtEl>
                                          <p:spTgt spid="149"/>
                                        </p:tgtEl>
                                        <p:attrNameLst>
                                          <p:attrName>style.visibility</p:attrName>
                                        </p:attrNameLst>
                                      </p:cBhvr>
                                      <p:to>
                                        <p:strVal val="visible"/>
                                      </p:to>
                                    </p:set>
                                    <p:animEffect transition="in" filter="wipe(up)">
                                      <p:cBhvr>
                                        <p:cTn id="42" dur="1000"/>
                                        <p:tgtEl>
                                          <p:spTgt spid="149"/>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49" grpId="0" animBg="1"/>
      <p:bldP spid="191" grpId="0"/>
      <p:bldP spid="264" grpId="0" animBg="1"/>
    </p:bldLst>
  </p:timing>
</p:sld>
</file>

<file path=ppt/slides/slide13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4" name="组合 3">
            <a:extLst>
              <a:ext uri="{FF2B5EF4-FFF2-40B4-BE49-F238E27FC236}">
                <a16:creationId xmlns:a16="http://schemas.microsoft.com/office/drawing/2014/main" id="{9A1EA9F2-FCB6-48C3-935F-7AE7E3AD14AC}"/>
              </a:ext>
            </a:extLst>
          </p:cNvPr>
          <p:cNvGrpSpPr/>
          <p:nvPr/>
        </p:nvGrpSpPr>
        <p:grpSpPr>
          <a:xfrm>
            <a:off x="304800" y="749300"/>
            <a:ext cx="6192344" cy="400110"/>
            <a:chOff x="424117" y="898245"/>
            <a:chExt cx="6192344" cy="400110"/>
          </a:xfrm>
        </p:grpSpPr>
        <p:sp>
          <p:nvSpPr>
            <p:cNvPr id="2" name="平行四边形 1">
              <a:extLst>
                <a:ext uri="{FF2B5EF4-FFF2-40B4-BE49-F238E27FC236}">
                  <a16:creationId xmlns:a16="http://schemas.microsoft.com/office/drawing/2014/main" id="{1F5BAA3F-9845-4F89-A2DD-8222D3E4EDAC}"/>
                </a:ext>
              </a:extLst>
            </p:cNvPr>
            <p:cNvSpPr/>
            <p:nvPr/>
          </p:nvSpPr>
          <p:spPr>
            <a:xfrm>
              <a:off x="424117" y="898245"/>
              <a:ext cx="628306" cy="387090"/>
            </a:xfrm>
            <a:prstGeom prst="parallelogram">
              <a:avLst/>
            </a:prstGeom>
            <a:solidFill>
              <a:schemeClr val="accent3">
                <a:lumMod val="75000"/>
              </a:schemeClr>
            </a:solidFill>
            <a:ln>
              <a:solidFill>
                <a:schemeClr val="accent3">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CN" sz="2200" dirty="0">
                  <a:latin typeface="Impact" panose="020B0806030902050204" pitchFamily="34" charset="0"/>
                </a:rPr>
                <a:t>01</a:t>
              </a:r>
              <a:endParaRPr lang="zh-CN" altLang="en-US" sz="2200" dirty="0">
                <a:latin typeface="Impact" panose="020B0806030902050204" pitchFamily="34" charset="0"/>
              </a:endParaRPr>
            </a:p>
          </p:txBody>
        </p:sp>
        <p:sp>
          <p:nvSpPr>
            <p:cNvPr id="3" name="文本框 2">
              <a:extLst>
                <a:ext uri="{FF2B5EF4-FFF2-40B4-BE49-F238E27FC236}">
                  <a16:creationId xmlns:a16="http://schemas.microsoft.com/office/drawing/2014/main" id="{4D6BD736-A4D3-4F26-AFED-36E11F50F70B}"/>
                </a:ext>
              </a:extLst>
            </p:cNvPr>
            <p:cNvSpPr txBox="1"/>
            <p:nvPr/>
          </p:nvSpPr>
          <p:spPr>
            <a:xfrm>
              <a:off x="1052423" y="898245"/>
              <a:ext cx="5564038" cy="400110"/>
            </a:xfrm>
            <a:prstGeom prst="rect">
              <a:avLst/>
            </a:prstGeom>
            <a:noFill/>
          </p:spPr>
          <p:txBody>
            <a:bodyPr wrap="square" rtlCol="0">
              <a:spAutoFit/>
            </a:bodyPr>
            <a:lstStyle/>
            <a:p>
              <a:r>
                <a:rPr lang="zh-CN" altLang="en-US" sz="2000" b="1" dirty="0"/>
                <a:t>回退</a:t>
              </a:r>
              <a:r>
                <a:rPr lang="en-US" altLang="zh-CN" sz="2000" b="1" dirty="0"/>
                <a:t>N</a:t>
              </a:r>
              <a:r>
                <a:rPr lang="zh-CN" altLang="en-US" sz="2000" b="1" dirty="0"/>
                <a:t>帧协议</a:t>
              </a:r>
            </a:p>
          </p:txBody>
        </p:sp>
      </p:grpSp>
      <p:grpSp>
        <p:nvGrpSpPr>
          <p:cNvPr id="16" name="组合 15">
            <a:extLst>
              <a:ext uri="{FF2B5EF4-FFF2-40B4-BE49-F238E27FC236}">
                <a16:creationId xmlns:a16="http://schemas.microsoft.com/office/drawing/2014/main" id="{9D7DF98D-0F2D-44D1-81D7-76CF1AAFB68B}"/>
              </a:ext>
            </a:extLst>
          </p:cNvPr>
          <p:cNvGrpSpPr/>
          <p:nvPr/>
        </p:nvGrpSpPr>
        <p:grpSpPr>
          <a:xfrm>
            <a:off x="8561629" y="1840853"/>
            <a:ext cx="1830953" cy="1677096"/>
            <a:chOff x="7824848" y="4248549"/>
            <a:chExt cx="1830953" cy="1677096"/>
          </a:xfrm>
        </p:grpSpPr>
        <p:sp>
          <p:nvSpPr>
            <p:cNvPr id="150" name="平行四边形 149">
              <a:extLst>
                <a:ext uri="{FF2B5EF4-FFF2-40B4-BE49-F238E27FC236}">
                  <a16:creationId xmlns:a16="http://schemas.microsoft.com/office/drawing/2014/main" id="{6BEB6A65-9C89-4FF0-884F-51A9C5C329CE}"/>
                </a:ext>
              </a:extLst>
            </p:cNvPr>
            <p:cNvSpPr/>
            <p:nvPr/>
          </p:nvSpPr>
          <p:spPr>
            <a:xfrm>
              <a:off x="7824848" y="4248549"/>
              <a:ext cx="1483037" cy="1677096"/>
            </a:xfrm>
            <a:prstGeom prst="parallelogram">
              <a:avLst>
                <a:gd name="adj" fmla="val 75732"/>
              </a:avLst>
            </a:prstGeom>
            <a:solidFill>
              <a:srgbClr val="5EB6F5"/>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151" name="平行四边形 150">
              <a:extLst>
                <a:ext uri="{FF2B5EF4-FFF2-40B4-BE49-F238E27FC236}">
                  <a16:creationId xmlns:a16="http://schemas.microsoft.com/office/drawing/2014/main" id="{47EFD162-C289-471A-9235-44656B9BB3F6}"/>
                </a:ext>
              </a:extLst>
            </p:cNvPr>
            <p:cNvSpPr/>
            <p:nvPr/>
          </p:nvSpPr>
          <p:spPr>
            <a:xfrm>
              <a:off x="8172764" y="4248549"/>
              <a:ext cx="1483037" cy="1677096"/>
            </a:xfrm>
            <a:prstGeom prst="parallelogram">
              <a:avLst>
                <a:gd name="adj" fmla="val 75732"/>
              </a:avLst>
            </a:prstGeom>
            <a:solidFill>
              <a:srgbClr val="5EB6F5"/>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grpSp>
      <p:grpSp>
        <p:nvGrpSpPr>
          <p:cNvPr id="13" name="组合 12">
            <a:extLst>
              <a:ext uri="{FF2B5EF4-FFF2-40B4-BE49-F238E27FC236}">
                <a16:creationId xmlns:a16="http://schemas.microsoft.com/office/drawing/2014/main" id="{E3E01D17-6FC8-488B-B4B3-0E48F8CDDB9F}"/>
              </a:ext>
            </a:extLst>
          </p:cNvPr>
          <p:cNvGrpSpPr/>
          <p:nvPr/>
        </p:nvGrpSpPr>
        <p:grpSpPr>
          <a:xfrm>
            <a:off x="5798203" y="1841522"/>
            <a:ext cx="3254679" cy="1677096"/>
            <a:chOff x="5061422" y="4249218"/>
            <a:chExt cx="3254679" cy="1677096"/>
          </a:xfrm>
        </p:grpSpPr>
        <p:sp>
          <p:nvSpPr>
            <p:cNvPr id="152" name="平行四边形 151">
              <a:extLst>
                <a:ext uri="{FF2B5EF4-FFF2-40B4-BE49-F238E27FC236}">
                  <a16:creationId xmlns:a16="http://schemas.microsoft.com/office/drawing/2014/main" id="{702AEDC3-2F99-46B5-B05E-ED0247DDE804}"/>
                </a:ext>
              </a:extLst>
            </p:cNvPr>
            <p:cNvSpPr/>
            <p:nvPr/>
          </p:nvSpPr>
          <p:spPr>
            <a:xfrm>
              <a:off x="5061422" y="4249218"/>
              <a:ext cx="1483037" cy="1677096"/>
            </a:xfrm>
            <a:prstGeom prst="parallelogram">
              <a:avLst>
                <a:gd name="adj" fmla="val 75732"/>
              </a:avLst>
            </a:prstGeom>
            <a:solidFill>
              <a:srgbClr val="5EB6F5"/>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153" name="平行四边形 152">
              <a:extLst>
                <a:ext uri="{FF2B5EF4-FFF2-40B4-BE49-F238E27FC236}">
                  <a16:creationId xmlns:a16="http://schemas.microsoft.com/office/drawing/2014/main" id="{12C897C5-B578-4A76-B6E4-C60B40841EAE}"/>
                </a:ext>
              </a:extLst>
            </p:cNvPr>
            <p:cNvSpPr/>
            <p:nvPr/>
          </p:nvSpPr>
          <p:spPr>
            <a:xfrm>
              <a:off x="5409338" y="4249218"/>
              <a:ext cx="1483037" cy="1677096"/>
            </a:xfrm>
            <a:prstGeom prst="parallelogram">
              <a:avLst>
                <a:gd name="adj" fmla="val 75732"/>
              </a:avLst>
            </a:prstGeom>
            <a:solidFill>
              <a:srgbClr val="5EB6F5"/>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154" name="平行四边形 153">
              <a:extLst>
                <a:ext uri="{FF2B5EF4-FFF2-40B4-BE49-F238E27FC236}">
                  <a16:creationId xmlns:a16="http://schemas.microsoft.com/office/drawing/2014/main" id="{ADC426AF-59D2-40E8-B165-D2EF4F5B7397}"/>
                </a:ext>
              </a:extLst>
            </p:cNvPr>
            <p:cNvSpPr/>
            <p:nvPr/>
          </p:nvSpPr>
          <p:spPr>
            <a:xfrm>
              <a:off x="5753676" y="4249218"/>
              <a:ext cx="1483037" cy="1677096"/>
            </a:xfrm>
            <a:prstGeom prst="parallelogram">
              <a:avLst>
                <a:gd name="adj" fmla="val 75732"/>
              </a:avLst>
            </a:prstGeom>
            <a:solidFill>
              <a:srgbClr val="5EB6F5"/>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155" name="平行四边形 154">
              <a:extLst>
                <a:ext uri="{FF2B5EF4-FFF2-40B4-BE49-F238E27FC236}">
                  <a16:creationId xmlns:a16="http://schemas.microsoft.com/office/drawing/2014/main" id="{B5BF699C-DA44-46DA-ABB0-F9A4DDB6A11C}"/>
                </a:ext>
              </a:extLst>
            </p:cNvPr>
            <p:cNvSpPr/>
            <p:nvPr/>
          </p:nvSpPr>
          <p:spPr>
            <a:xfrm>
              <a:off x="6116316" y="4249218"/>
              <a:ext cx="1483037" cy="1677096"/>
            </a:xfrm>
            <a:prstGeom prst="parallelogram">
              <a:avLst>
                <a:gd name="adj" fmla="val 75732"/>
              </a:avLst>
            </a:prstGeom>
            <a:solidFill>
              <a:srgbClr val="5EB6F5"/>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156" name="平行四边形 155">
              <a:extLst>
                <a:ext uri="{FF2B5EF4-FFF2-40B4-BE49-F238E27FC236}">
                  <a16:creationId xmlns:a16="http://schemas.microsoft.com/office/drawing/2014/main" id="{615D819C-FD62-4815-B5AC-0FD2146600DE}"/>
                </a:ext>
              </a:extLst>
            </p:cNvPr>
            <p:cNvSpPr/>
            <p:nvPr/>
          </p:nvSpPr>
          <p:spPr>
            <a:xfrm>
              <a:off x="6472253" y="4249218"/>
              <a:ext cx="1483037" cy="1677096"/>
            </a:xfrm>
            <a:prstGeom prst="parallelogram">
              <a:avLst>
                <a:gd name="adj" fmla="val 75732"/>
              </a:avLst>
            </a:prstGeom>
            <a:solidFill>
              <a:srgbClr val="5EB6F5"/>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157" name="平行四边形 156">
              <a:extLst>
                <a:ext uri="{FF2B5EF4-FFF2-40B4-BE49-F238E27FC236}">
                  <a16:creationId xmlns:a16="http://schemas.microsoft.com/office/drawing/2014/main" id="{5767E8AE-332E-45F5-99BE-5ABE023E42E3}"/>
                </a:ext>
              </a:extLst>
            </p:cNvPr>
            <p:cNvSpPr/>
            <p:nvPr/>
          </p:nvSpPr>
          <p:spPr>
            <a:xfrm>
              <a:off x="6833064" y="4249218"/>
              <a:ext cx="1483037" cy="1677096"/>
            </a:xfrm>
            <a:prstGeom prst="parallelogram">
              <a:avLst>
                <a:gd name="adj" fmla="val 75732"/>
              </a:avLst>
            </a:prstGeom>
            <a:solidFill>
              <a:srgbClr val="5EB6F5"/>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grpSp>
      <p:grpSp>
        <p:nvGrpSpPr>
          <p:cNvPr id="15" name="组合 14">
            <a:extLst>
              <a:ext uri="{FF2B5EF4-FFF2-40B4-BE49-F238E27FC236}">
                <a16:creationId xmlns:a16="http://schemas.microsoft.com/office/drawing/2014/main" id="{1C546A1B-05F1-4B05-91B1-002641761D1F}"/>
              </a:ext>
            </a:extLst>
          </p:cNvPr>
          <p:cNvGrpSpPr/>
          <p:nvPr/>
        </p:nvGrpSpPr>
        <p:grpSpPr>
          <a:xfrm>
            <a:off x="7262432" y="1848647"/>
            <a:ext cx="3067109" cy="1675638"/>
            <a:chOff x="6525651" y="4256343"/>
            <a:chExt cx="3067109" cy="1675638"/>
          </a:xfrm>
        </p:grpSpPr>
        <p:cxnSp>
          <p:nvCxnSpPr>
            <p:cNvPr id="158" name="直接箭头连接符 157">
              <a:extLst>
                <a:ext uri="{FF2B5EF4-FFF2-40B4-BE49-F238E27FC236}">
                  <a16:creationId xmlns:a16="http://schemas.microsoft.com/office/drawing/2014/main" id="{B368747F-9D99-4FE9-B3DB-6DE9256A3327}"/>
                </a:ext>
              </a:extLst>
            </p:cNvPr>
            <p:cNvCxnSpPr>
              <a:cxnSpLocks/>
            </p:cNvCxnSpPr>
            <p:nvPr/>
          </p:nvCxnSpPr>
          <p:spPr>
            <a:xfrm>
              <a:off x="6525651" y="4256343"/>
              <a:ext cx="1294114" cy="1675638"/>
            </a:xfrm>
            <a:prstGeom prst="straightConnector1">
              <a:avLst/>
            </a:prstGeom>
            <a:ln w="50800">
              <a:solidFill>
                <a:srgbClr val="00B050"/>
              </a:solidFill>
              <a:tailEnd type="triangle"/>
            </a:ln>
          </p:spPr>
          <p:style>
            <a:lnRef idx="1">
              <a:schemeClr val="accent1"/>
            </a:lnRef>
            <a:fillRef idx="0">
              <a:schemeClr val="accent1"/>
            </a:fillRef>
            <a:effectRef idx="0">
              <a:schemeClr val="accent1"/>
            </a:effectRef>
            <a:fontRef idx="minor">
              <a:schemeClr val="tx1"/>
            </a:fontRef>
          </p:style>
        </p:cxnSp>
        <p:cxnSp>
          <p:nvCxnSpPr>
            <p:cNvPr id="159" name="直接箭头连接符 158">
              <a:extLst>
                <a:ext uri="{FF2B5EF4-FFF2-40B4-BE49-F238E27FC236}">
                  <a16:creationId xmlns:a16="http://schemas.microsoft.com/office/drawing/2014/main" id="{D5D62D23-7CB9-4B92-ABB6-DC2EF46CB907}"/>
                </a:ext>
              </a:extLst>
            </p:cNvPr>
            <p:cNvCxnSpPr>
              <a:cxnSpLocks/>
            </p:cNvCxnSpPr>
            <p:nvPr/>
          </p:nvCxnSpPr>
          <p:spPr>
            <a:xfrm>
              <a:off x="6853873" y="4256343"/>
              <a:ext cx="1294114" cy="1675638"/>
            </a:xfrm>
            <a:prstGeom prst="straightConnector1">
              <a:avLst/>
            </a:prstGeom>
            <a:ln w="50800">
              <a:solidFill>
                <a:srgbClr val="00B050"/>
              </a:solidFill>
              <a:tailEnd type="triangle"/>
            </a:ln>
          </p:spPr>
          <p:style>
            <a:lnRef idx="1">
              <a:schemeClr val="accent1"/>
            </a:lnRef>
            <a:fillRef idx="0">
              <a:schemeClr val="accent1"/>
            </a:fillRef>
            <a:effectRef idx="0">
              <a:schemeClr val="accent1"/>
            </a:effectRef>
            <a:fontRef idx="minor">
              <a:schemeClr val="tx1"/>
            </a:fontRef>
          </p:style>
        </p:cxnSp>
        <p:cxnSp>
          <p:nvCxnSpPr>
            <p:cNvPr id="160" name="直接箭头连接符 159">
              <a:extLst>
                <a:ext uri="{FF2B5EF4-FFF2-40B4-BE49-F238E27FC236}">
                  <a16:creationId xmlns:a16="http://schemas.microsoft.com/office/drawing/2014/main" id="{32E4A443-B622-41AC-85A8-DE73930EA320}"/>
                </a:ext>
              </a:extLst>
            </p:cNvPr>
            <p:cNvCxnSpPr>
              <a:cxnSpLocks/>
            </p:cNvCxnSpPr>
            <p:nvPr/>
          </p:nvCxnSpPr>
          <p:spPr>
            <a:xfrm>
              <a:off x="7218954" y="4256343"/>
              <a:ext cx="1294114" cy="1675638"/>
            </a:xfrm>
            <a:prstGeom prst="straightConnector1">
              <a:avLst/>
            </a:prstGeom>
            <a:ln w="50800">
              <a:solidFill>
                <a:srgbClr val="00B050"/>
              </a:solidFill>
              <a:tailEnd type="triangle"/>
            </a:ln>
          </p:spPr>
          <p:style>
            <a:lnRef idx="1">
              <a:schemeClr val="accent1"/>
            </a:lnRef>
            <a:fillRef idx="0">
              <a:schemeClr val="accent1"/>
            </a:fillRef>
            <a:effectRef idx="0">
              <a:schemeClr val="accent1"/>
            </a:effectRef>
            <a:fontRef idx="minor">
              <a:schemeClr val="tx1"/>
            </a:fontRef>
          </p:style>
        </p:cxnSp>
        <p:cxnSp>
          <p:nvCxnSpPr>
            <p:cNvPr id="161" name="直接箭头连接符 160">
              <a:extLst>
                <a:ext uri="{FF2B5EF4-FFF2-40B4-BE49-F238E27FC236}">
                  <a16:creationId xmlns:a16="http://schemas.microsoft.com/office/drawing/2014/main" id="{C3906ABA-31E9-4632-ACBF-2F0D34AD09F2}"/>
                </a:ext>
              </a:extLst>
            </p:cNvPr>
            <p:cNvCxnSpPr>
              <a:cxnSpLocks/>
            </p:cNvCxnSpPr>
            <p:nvPr/>
          </p:nvCxnSpPr>
          <p:spPr>
            <a:xfrm>
              <a:off x="7572701" y="4256343"/>
              <a:ext cx="1294114" cy="1675638"/>
            </a:xfrm>
            <a:prstGeom prst="straightConnector1">
              <a:avLst/>
            </a:prstGeom>
            <a:ln w="50800">
              <a:solidFill>
                <a:srgbClr val="00B050"/>
              </a:solidFill>
              <a:tailEnd type="triangle"/>
            </a:ln>
          </p:spPr>
          <p:style>
            <a:lnRef idx="1">
              <a:schemeClr val="accent1"/>
            </a:lnRef>
            <a:fillRef idx="0">
              <a:schemeClr val="accent1"/>
            </a:fillRef>
            <a:effectRef idx="0">
              <a:schemeClr val="accent1"/>
            </a:effectRef>
            <a:fontRef idx="minor">
              <a:schemeClr val="tx1"/>
            </a:fontRef>
          </p:style>
        </p:cxnSp>
        <p:cxnSp>
          <p:nvCxnSpPr>
            <p:cNvPr id="162" name="直接箭头连接符 161">
              <a:extLst>
                <a:ext uri="{FF2B5EF4-FFF2-40B4-BE49-F238E27FC236}">
                  <a16:creationId xmlns:a16="http://schemas.microsoft.com/office/drawing/2014/main" id="{643C0756-B1C6-42B6-856C-5A3A126E990C}"/>
                </a:ext>
              </a:extLst>
            </p:cNvPr>
            <p:cNvCxnSpPr>
              <a:cxnSpLocks/>
            </p:cNvCxnSpPr>
            <p:nvPr/>
          </p:nvCxnSpPr>
          <p:spPr>
            <a:xfrm>
              <a:off x="7944401" y="4256343"/>
              <a:ext cx="1294114" cy="1675638"/>
            </a:xfrm>
            <a:prstGeom prst="straightConnector1">
              <a:avLst/>
            </a:prstGeom>
            <a:ln w="50800">
              <a:solidFill>
                <a:srgbClr val="00B050"/>
              </a:solidFill>
              <a:tailEnd type="triangle"/>
            </a:ln>
          </p:spPr>
          <p:style>
            <a:lnRef idx="1">
              <a:schemeClr val="accent1"/>
            </a:lnRef>
            <a:fillRef idx="0">
              <a:schemeClr val="accent1"/>
            </a:fillRef>
            <a:effectRef idx="0">
              <a:schemeClr val="accent1"/>
            </a:effectRef>
            <a:fontRef idx="minor">
              <a:schemeClr val="tx1"/>
            </a:fontRef>
          </p:style>
        </p:cxnSp>
        <p:cxnSp>
          <p:nvCxnSpPr>
            <p:cNvPr id="163" name="直接箭头连接符 162">
              <a:extLst>
                <a:ext uri="{FF2B5EF4-FFF2-40B4-BE49-F238E27FC236}">
                  <a16:creationId xmlns:a16="http://schemas.microsoft.com/office/drawing/2014/main" id="{90C5F678-8773-4234-8D58-40E10AE4125B}"/>
                </a:ext>
              </a:extLst>
            </p:cNvPr>
            <p:cNvCxnSpPr>
              <a:cxnSpLocks/>
            </p:cNvCxnSpPr>
            <p:nvPr/>
          </p:nvCxnSpPr>
          <p:spPr>
            <a:xfrm>
              <a:off x="8298646" y="4256343"/>
              <a:ext cx="1294114" cy="1675638"/>
            </a:xfrm>
            <a:prstGeom prst="straightConnector1">
              <a:avLst/>
            </a:prstGeom>
            <a:ln w="50800">
              <a:solidFill>
                <a:srgbClr val="00B050"/>
              </a:solidFill>
              <a:tailEnd type="triangle"/>
            </a:ln>
          </p:spPr>
          <p:style>
            <a:lnRef idx="1">
              <a:schemeClr val="accent1"/>
            </a:lnRef>
            <a:fillRef idx="0">
              <a:schemeClr val="accent1"/>
            </a:fillRef>
            <a:effectRef idx="0">
              <a:schemeClr val="accent1"/>
            </a:effectRef>
            <a:fontRef idx="minor">
              <a:schemeClr val="tx1"/>
            </a:fontRef>
          </p:style>
        </p:cxnSp>
      </p:grpSp>
      <p:sp>
        <p:nvSpPr>
          <p:cNvPr id="191" name="文本框 190">
            <a:extLst>
              <a:ext uri="{FF2B5EF4-FFF2-40B4-BE49-F238E27FC236}">
                <a16:creationId xmlns:a16="http://schemas.microsoft.com/office/drawing/2014/main" id="{C0A144D7-5529-4E41-AD36-A8A47D2ACE6E}"/>
              </a:ext>
            </a:extLst>
          </p:cNvPr>
          <p:cNvSpPr txBox="1"/>
          <p:nvPr/>
        </p:nvSpPr>
        <p:spPr>
          <a:xfrm>
            <a:off x="10007175" y="2541583"/>
            <a:ext cx="905164" cy="369332"/>
          </a:xfrm>
          <a:prstGeom prst="rect">
            <a:avLst/>
          </a:prstGeom>
          <a:noFill/>
        </p:spPr>
        <p:txBody>
          <a:bodyPr wrap="square" rtlCol="0">
            <a:spAutoFit/>
          </a:bodyPr>
          <a:lstStyle/>
          <a:p>
            <a:pPr algn="ctr"/>
            <a:r>
              <a:rPr lang="en-US" altLang="zh-CN" b="1" dirty="0">
                <a:latin typeface="宋体" panose="02010600030101010101" pitchFamily="2" charset="-122"/>
                <a:ea typeface="宋体" panose="02010600030101010101" pitchFamily="2" charset="-122"/>
              </a:rPr>
              <a:t>……</a:t>
            </a:r>
            <a:endParaRPr lang="zh-CN" altLang="en-US" b="1" dirty="0">
              <a:latin typeface="宋体" panose="02010600030101010101" pitchFamily="2" charset="-122"/>
              <a:ea typeface="宋体" panose="02010600030101010101" pitchFamily="2" charset="-122"/>
            </a:endParaRPr>
          </a:p>
        </p:txBody>
      </p:sp>
      <p:grpSp>
        <p:nvGrpSpPr>
          <p:cNvPr id="11" name="组合 10">
            <a:extLst>
              <a:ext uri="{FF2B5EF4-FFF2-40B4-BE49-F238E27FC236}">
                <a16:creationId xmlns:a16="http://schemas.microsoft.com/office/drawing/2014/main" id="{5B4986EA-7574-4AEB-9CA0-36419AC14567}"/>
              </a:ext>
            </a:extLst>
          </p:cNvPr>
          <p:cNvGrpSpPr/>
          <p:nvPr/>
        </p:nvGrpSpPr>
        <p:grpSpPr>
          <a:xfrm>
            <a:off x="3026260" y="1844558"/>
            <a:ext cx="3254679" cy="1773337"/>
            <a:chOff x="2289479" y="4252254"/>
            <a:chExt cx="3254679" cy="1773337"/>
          </a:xfrm>
        </p:grpSpPr>
        <p:sp>
          <p:nvSpPr>
            <p:cNvPr id="193" name="平行四边形 192">
              <a:extLst>
                <a:ext uri="{FF2B5EF4-FFF2-40B4-BE49-F238E27FC236}">
                  <a16:creationId xmlns:a16="http://schemas.microsoft.com/office/drawing/2014/main" id="{63FD03E0-91D2-4D11-AB21-9233EDDD03F6}"/>
                </a:ext>
              </a:extLst>
            </p:cNvPr>
            <p:cNvSpPr/>
            <p:nvPr/>
          </p:nvSpPr>
          <p:spPr>
            <a:xfrm>
              <a:off x="2289479" y="4252254"/>
              <a:ext cx="1483037" cy="1677096"/>
            </a:xfrm>
            <a:prstGeom prst="parallelogram">
              <a:avLst>
                <a:gd name="adj" fmla="val 75732"/>
              </a:avLst>
            </a:prstGeom>
            <a:solidFill>
              <a:srgbClr val="5EB6F5"/>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194" name="平行四边形 193">
              <a:extLst>
                <a:ext uri="{FF2B5EF4-FFF2-40B4-BE49-F238E27FC236}">
                  <a16:creationId xmlns:a16="http://schemas.microsoft.com/office/drawing/2014/main" id="{56D7D8AD-A700-487F-8789-3BFE51B3AF98}"/>
                </a:ext>
              </a:extLst>
            </p:cNvPr>
            <p:cNvSpPr/>
            <p:nvPr/>
          </p:nvSpPr>
          <p:spPr>
            <a:xfrm>
              <a:off x="2637395" y="4252254"/>
              <a:ext cx="1483037" cy="1677096"/>
            </a:xfrm>
            <a:prstGeom prst="parallelogram">
              <a:avLst>
                <a:gd name="adj" fmla="val 75732"/>
              </a:avLst>
            </a:prstGeom>
            <a:solidFill>
              <a:srgbClr val="5EB6F5"/>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195" name="平行四边形 194">
              <a:extLst>
                <a:ext uri="{FF2B5EF4-FFF2-40B4-BE49-F238E27FC236}">
                  <a16:creationId xmlns:a16="http://schemas.microsoft.com/office/drawing/2014/main" id="{F037543E-CC60-4DCC-83E2-899A72D30D29}"/>
                </a:ext>
              </a:extLst>
            </p:cNvPr>
            <p:cNvSpPr/>
            <p:nvPr/>
          </p:nvSpPr>
          <p:spPr>
            <a:xfrm>
              <a:off x="2981733" y="4252254"/>
              <a:ext cx="1483037" cy="1677096"/>
            </a:xfrm>
            <a:prstGeom prst="parallelogram">
              <a:avLst>
                <a:gd name="adj" fmla="val 75732"/>
              </a:avLst>
            </a:prstGeom>
            <a:solidFill>
              <a:srgbClr val="5EB6F5"/>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196" name="平行四边形 195">
              <a:extLst>
                <a:ext uri="{FF2B5EF4-FFF2-40B4-BE49-F238E27FC236}">
                  <a16:creationId xmlns:a16="http://schemas.microsoft.com/office/drawing/2014/main" id="{026493CC-6526-4645-8343-4E9689B9D91D}"/>
                </a:ext>
              </a:extLst>
            </p:cNvPr>
            <p:cNvSpPr/>
            <p:nvPr/>
          </p:nvSpPr>
          <p:spPr>
            <a:xfrm>
              <a:off x="3344373" y="4252254"/>
              <a:ext cx="1483037" cy="1677096"/>
            </a:xfrm>
            <a:prstGeom prst="parallelogram">
              <a:avLst>
                <a:gd name="adj" fmla="val 75732"/>
              </a:avLst>
            </a:prstGeom>
            <a:solidFill>
              <a:srgbClr val="5EB6F5"/>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197" name="平行四边形 196">
              <a:extLst>
                <a:ext uri="{FF2B5EF4-FFF2-40B4-BE49-F238E27FC236}">
                  <a16:creationId xmlns:a16="http://schemas.microsoft.com/office/drawing/2014/main" id="{A5DAE3A9-6934-40D3-998C-D819240999B8}"/>
                </a:ext>
              </a:extLst>
            </p:cNvPr>
            <p:cNvSpPr/>
            <p:nvPr/>
          </p:nvSpPr>
          <p:spPr>
            <a:xfrm>
              <a:off x="3700310" y="4252254"/>
              <a:ext cx="1483037" cy="1677096"/>
            </a:xfrm>
            <a:prstGeom prst="parallelogram">
              <a:avLst>
                <a:gd name="adj" fmla="val 75732"/>
              </a:avLst>
            </a:prstGeom>
            <a:solidFill>
              <a:srgbClr val="5EB6F5"/>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198" name="平行四边形 197">
              <a:extLst>
                <a:ext uri="{FF2B5EF4-FFF2-40B4-BE49-F238E27FC236}">
                  <a16:creationId xmlns:a16="http://schemas.microsoft.com/office/drawing/2014/main" id="{29DC1AFC-7B00-48CA-997D-1354666DC12E}"/>
                </a:ext>
              </a:extLst>
            </p:cNvPr>
            <p:cNvSpPr/>
            <p:nvPr/>
          </p:nvSpPr>
          <p:spPr>
            <a:xfrm>
              <a:off x="4061121" y="4252254"/>
              <a:ext cx="1483037" cy="1677096"/>
            </a:xfrm>
            <a:prstGeom prst="parallelogram">
              <a:avLst>
                <a:gd name="adj" fmla="val 75732"/>
              </a:avLst>
            </a:prstGeom>
            <a:solidFill>
              <a:srgbClr val="5EB6F5"/>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199" name="文本框 198">
              <a:extLst>
                <a:ext uri="{FF2B5EF4-FFF2-40B4-BE49-F238E27FC236}">
                  <a16:creationId xmlns:a16="http://schemas.microsoft.com/office/drawing/2014/main" id="{AEA018C1-88E1-44CA-AE10-604FC2773F35}"/>
                </a:ext>
              </a:extLst>
            </p:cNvPr>
            <p:cNvSpPr txBox="1"/>
            <p:nvPr/>
          </p:nvSpPr>
          <p:spPr>
            <a:xfrm rot="18243916">
              <a:off x="2198494" y="5220440"/>
              <a:ext cx="1240971" cy="369332"/>
            </a:xfrm>
            <a:prstGeom prst="rect">
              <a:avLst/>
            </a:prstGeom>
            <a:noFill/>
          </p:spPr>
          <p:txBody>
            <a:bodyPr wrap="square" rtlCol="0">
              <a:spAutoFit/>
            </a:bodyPr>
            <a:lstStyle/>
            <a:p>
              <a:pPr algn="ctr"/>
              <a:r>
                <a:rPr lang="zh-CN" altLang="en-US" b="1" dirty="0">
                  <a:solidFill>
                    <a:schemeClr val="bg1"/>
                  </a:solidFill>
                  <a:latin typeface="+mn-ea"/>
                </a:rPr>
                <a:t>数据分组</a:t>
              </a:r>
            </a:p>
          </p:txBody>
        </p:sp>
        <p:cxnSp>
          <p:nvCxnSpPr>
            <p:cNvPr id="200" name="直接箭头连接符 199">
              <a:extLst>
                <a:ext uri="{FF2B5EF4-FFF2-40B4-BE49-F238E27FC236}">
                  <a16:creationId xmlns:a16="http://schemas.microsoft.com/office/drawing/2014/main" id="{EEF042B6-75C7-4F1E-9946-1C4B07FC230F}"/>
                </a:ext>
              </a:extLst>
            </p:cNvPr>
            <p:cNvCxnSpPr>
              <a:cxnSpLocks/>
            </p:cNvCxnSpPr>
            <p:nvPr/>
          </p:nvCxnSpPr>
          <p:spPr>
            <a:xfrm flipV="1">
              <a:off x="3096463" y="4570939"/>
              <a:ext cx="304035" cy="408050"/>
            </a:xfrm>
            <a:prstGeom prst="straightConnector1">
              <a:avLst/>
            </a:prstGeom>
            <a:ln w="50800">
              <a:solidFill>
                <a:schemeClr val="bg1"/>
              </a:solidFill>
              <a:tailEnd type="triangle" w="med" len="lg"/>
            </a:ln>
          </p:spPr>
          <p:style>
            <a:lnRef idx="1">
              <a:schemeClr val="accent1"/>
            </a:lnRef>
            <a:fillRef idx="0">
              <a:schemeClr val="accent1"/>
            </a:fillRef>
            <a:effectRef idx="0">
              <a:schemeClr val="accent1"/>
            </a:effectRef>
            <a:fontRef idx="minor">
              <a:schemeClr val="tx1"/>
            </a:fontRef>
          </p:style>
        </p:cxnSp>
      </p:grpSp>
      <p:grpSp>
        <p:nvGrpSpPr>
          <p:cNvPr id="12" name="组合 11">
            <a:extLst>
              <a:ext uri="{FF2B5EF4-FFF2-40B4-BE49-F238E27FC236}">
                <a16:creationId xmlns:a16="http://schemas.microsoft.com/office/drawing/2014/main" id="{967E1B4B-A142-42C0-B2FB-EF6F74BF15E3}"/>
              </a:ext>
            </a:extLst>
          </p:cNvPr>
          <p:cNvGrpSpPr/>
          <p:nvPr/>
        </p:nvGrpSpPr>
        <p:grpSpPr>
          <a:xfrm>
            <a:off x="4490489" y="1851683"/>
            <a:ext cx="3067109" cy="1675638"/>
            <a:chOff x="3753708" y="4259379"/>
            <a:chExt cx="3067109" cy="1675638"/>
          </a:xfrm>
        </p:grpSpPr>
        <p:cxnSp>
          <p:nvCxnSpPr>
            <p:cNvPr id="201" name="直接箭头连接符 200">
              <a:extLst>
                <a:ext uri="{FF2B5EF4-FFF2-40B4-BE49-F238E27FC236}">
                  <a16:creationId xmlns:a16="http://schemas.microsoft.com/office/drawing/2014/main" id="{A328D77A-E4AF-4120-9A86-65FD9001F93D}"/>
                </a:ext>
              </a:extLst>
            </p:cNvPr>
            <p:cNvCxnSpPr>
              <a:cxnSpLocks/>
            </p:cNvCxnSpPr>
            <p:nvPr/>
          </p:nvCxnSpPr>
          <p:spPr>
            <a:xfrm>
              <a:off x="3753708" y="4259379"/>
              <a:ext cx="1294114" cy="1675638"/>
            </a:xfrm>
            <a:prstGeom prst="straightConnector1">
              <a:avLst/>
            </a:prstGeom>
            <a:ln w="50800">
              <a:solidFill>
                <a:srgbClr val="00B050"/>
              </a:solidFill>
              <a:tailEnd type="triangle"/>
            </a:ln>
          </p:spPr>
          <p:style>
            <a:lnRef idx="1">
              <a:schemeClr val="accent1"/>
            </a:lnRef>
            <a:fillRef idx="0">
              <a:schemeClr val="accent1"/>
            </a:fillRef>
            <a:effectRef idx="0">
              <a:schemeClr val="accent1"/>
            </a:effectRef>
            <a:fontRef idx="minor">
              <a:schemeClr val="tx1"/>
            </a:fontRef>
          </p:style>
        </p:cxnSp>
        <p:cxnSp>
          <p:nvCxnSpPr>
            <p:cNvPr id="202" name="直接箭头连接符 201">
              <a:extLst>
                <a:ext uri="{FF2B5EF4-FFF2-40B4-BE49-F238E27FC236}">
                  <a16:creationId xmlns:a16="http://schemas.microsoft.com/office/drawing/2014/main" id="{FF79AA9C-6D36-4D85-B58C-A4948BF08AFE}"/>
                </a:ext>
              </a:extLst>
            </p:cNvPr>
            <p:cNvCxnSpPr>
              <a:cxnSpLocks/>
            </p:cNvCxnSpPr>
            <p:nvPr/>
          </p:nvCxnSpPr>
          <p:spPr>
            <a:xfrm>
              <a:off x="4081930" y="4259379"/>
              <a:ext cx="1294114" cy="1675638"/>
            </a:xfrm>
            <a:prstGeom prst="straightConnector1">
              <a:avLst/>
            </a:prstGeom>
            <a:ln w="50800">
              <a:solidFill>
                <a:srgbClr val="00B050"/>
              </a:solidFill>
              <a:tailEnd type="triangle"/>
            </a:ln>
          </p:spPr>
          <p:style>
            <a:lnRef idx="1">
              <a:schemeClr val="accent1"/>
            </a:lnRef>
            <a:fillRef idx="0">
              <a:schemeClr val="accent1"/>
            </a:fillRef>
            <a:effectRef idx="0">
              <a:schemeClr val="accent1"/>
            </a:effectRef>
            <a:fontRef idx="minor">
              <a:schemeClr val="tx1"/>
            </a:fontRef>
          </p:style>
        </p:cxnSp>
        <p:cxnSp>
          <p:nvCxnSpPr>
            <p:cNvPr id="203" name="直接箭头连接符 202">
              <a:extLst>
                <a:ext uri="{FF2B5EF4-FFF2-40B4-BE49-F238E27FC236}">
                  <a16:creationId xmlns:a16="http://schemas.microsoft.com/office/drawing/2014/main" id="{AC20E222-6604-4498-9FCE-1D5052A58EB0}"/>
                </a:ext>
              </a:extLst>
            </p:cNvPr>
            <p:cNvCxnSpPr>
              <a:cxnSpLocks/>
            </p:cNvCxnSpPr>
            <p:nvPr/>
          </p:nvCxnSpPr>
          <p:spPr>
            <a:xfrm>
              <a:off x="4447011" y="4259379"/>
              <a:ext cx="1294114" cy="1675638"/>
            </a:xfrm>
            <a:prstGeom prst="straightConnector1">
              <a:avLst/>
            </a:prstGeom>
            <a:ln w="50800">
              <a:solidFill>
                <a:srgbClr val="00B050"/>
              </a:solidFill>
              <a:tailEnd type="triangle"/>
            </a:ln>
          </p:spPr>
          <p:style>
            <a:lnRef idx="1">
              <a:schemeClr val="accent1"/>
            </a:lnRef>
            <a:fillRef idx="0">
              <a:schemeClr val="accent1"/>
            </a:fillRef>
            <a:effectRef idx="0">
              <a:schemeClr val="accent1"/>
            </a:effectRef>
            <a:fontRef idx="minor">
              <a:schemeClr val="tx1"/>
            </a:fontRef>
          </p:style>
        </p:cxnSp>
        <p:cxnSp>
          <p:nvCxnSpPr>
            <p:cNvPr id="204" name="直接箭头连接符 203">
              <a:extLst>
                <a:ext uri="{FF2B5EF4-FFF2-40B4-BE49-F238E27FC236}">
                  <a16:creationId xmlns:a16="http://schemas.microsoft.com/office/drawing/2014/main" id="{477518CE-033A-4D9F-AD01-CD4EA0185352}"/>
                </a:ext>
              </a:extLst>
            </p:cNvPr>
            <p:cNvCxnSpPr>
              <a:cxnSpLocks/>
            </p:cNvCxnSpPr>
            <p:nvPr/>
          </p:nvCxnSpPr>
          <p:spPr>
            <a:xfrm>
              <a:off x="4800758" y="4259379"/>
              <a:ext cx="1294114" cy="1675638"/>
            </a:xfrm>
            <a:prstGeom prst="straightConnector1">
              <a:avLst/>
            </a:prstGeom>
            <a:ln w="50800">
              <a:solidFill>
                <a:srgbClr val="00B050"/>
              </a:solidFill>
              <a:tailEnd type="triangle"/>
            </a:ln>
          </p:spPr>
          <p:style>
            <a:lnRef idx="1">
              <a:schemeClr val="accent1"/>
            </a:lnRef>
            <a:fillRef idx="0">
              <a:schemeClr val="accent1"/>
            </a:fillRef>
            <a:effectRef idx="0">
              <a:schemeClr val="accent1"/>
            </a:effectRef>
            <a:fontRef idx="minor">
              <a:schemeClr val="tx1"/>
            </a:fontRef>
          </p:style>
        </p:cxnSp>
        <p:cxnSp>
          <p:nvCxnSpPr>
            <p:cNvPr id="205" name="直接箭头连接符 204">
              <a:extLst>
                <a:ext uri="{FF2B5EF4-FFF2-40B4-BE49-F238E27FC236}">
                  <a16:creationId xmlns:a16="http://schemas.microsoft.com/office/drawing/2014/main" id="{C541CE63-E6BA-49DE-BB6E-57122E55FB91}"/>
                </a:ext>
              </a:extLst>
            </p:cNvPr>
            <p:cNvCxnSpPr>
              <a:cxnSpLocks/>
            </p:cNvCxnSpPr>
            <p:nvPr/>
          </p:nvCxnSpPr>
          <p:spPr>
            <a:xfrm>
              <a:off x="5172458" y="4259379"/>
              <a:ext cx="1294114" cy="1675638"/>
            </a:xfrm>
            <a:prstGeom prst="straightConnector1">
              <a:avLst/>
            </a:prstGeom>
            <a:ln w="50800">
              <a:solidFill>
                <a:srgbClr val="00B050"/>
              </a:solidFill>
              <a:tailEnd type="triangle"/>
            </a:ln>
          </p:spPr>
          <p:style>
            <a:lnRef idx="1">
              <a:schemeClr val="accent1"/>
            </a:lnRef>
            <a:fillRef idx="0">
              <a:schemeClr val="accent1"/>
            </a:fillRef>
            <a:effectRef idx="0">
              <a:schemeClr val="accent1"/>
            </a:effectRef>
            <a:fontRef idx="minor">
              <a:schemeClr val="tx1"/>
            </a:fontRef>
          </p:style>
        </p:cxnSp>
        <p:cxnSp>
          <p:nvCxnSpPr>
            <p:cNvPr id="206" name="直接箭头连接符 205">
              <a:extLst>
                <a:ext uri="{FF2B5EF4-FFF2-40B4-BE49-F238E27FC236}">
                  <a16:creationId xmlns:a16="http://schemas.microsoft.com/office/drawing/2014/main" id="{DE579E7F-4DF9-446B-8936-7683856E73B3}"/>
                </a:ext>
              </a:extLst>
            </p:cNvPr>
            <p:cNvCxnSpPr>
              <a:cxnSpLocks/>
            </p:cNvCxnSpPr>
            <p:nvPr/>
          </p:nvCxnSpPr>
          <p:spPr>
            <a:xfrm>
              <a:off x="5526703" y="4259379"/>
              <a:ext cx="1294114" cy="1675638"/>
            </a:xfrm>
            <a:prstGeom prst="straightConnector1">
              <a:avLst/>
            </a:prstGeom>
            <a:ln w="50800">
              <a:solidFill>
                <a:srgbClr val="00B050"/>
              </a:solidFill>
              <a:tailEnd type="triangle"/>
            </a:ln>
          </p:spPr>
          <p:style>
            <a:lnRef idx="1">
              <a:schemeClr val="accent1"/>
            </a:lnRef>
            <a:fillRef idx="0">
              <a:schemeClr val="accent1"/>
            </a:fillRef>
            <a:effectRef idx="0">
              <a:schemeClr val="accent1"/>
            </a:effectRef>
            <a:fontRef idx="minor">
              <a:schemeClr val="tx1"/>
            </a:fontRef>
          </p:style>
        </p:cxnSp>
      </p:grpSp>
      <p:grpSp>
        <p:nvGrpSpPr>
          <p:cNvPr id="10" name="组合 9">
            <a:extLst>
              <a:ext uri="{FF2B5EF4-FFF2-40B4-BE49-F238E27FC236}">
                <a16:creationId xmlns:a16="http://schemas.microsoft.com/office/drawing/2014/main" id="{FA8E4BAF-D131-4900-ACAA-169226CFEB1E}"/>
              </a:ext>
            </a:extLst>
          </p:cNvPr>
          <p:cNvGrpSpPr/>
          <p:nvPr/>
        </p:nvGrpSpPr>
        <p:grpSpPr>
          <a:xfrm>
            <a:off x="980105" y="1456102"/>
            <a:ext cx="9904157" cy="2244902"/>
            <a:chOff x="243324" y="3863798"/>
            <a:chExt cx="9904157" cy="2244902"/>
          </a:xfrm>
        </p:grpSpPr>
        <p:cxnSp>
          <p:nvCxnSpPr>
            <p:cNvPr id="208" name="直接连接符 207">
              <a:extLst>
                <a:ext uri="{FF2B5EF4-FFF2-40B4-BE49-F238E27FC236}">
                  <a16:creationId xmlns:a16="http://schemas.microsoft.com/office/drawing/2014/main" id="{61571F17-1C2C-4A3A-8410-2C277D723FC8}"/>
                </a:ext>
              </a:extLst>
            </p:cNvPr>
            <p:cNvCxnSpPr>
              <a:cxnSpLocks/>
            </p:cNvCxnSpPr>
            <p:nvPr/>
          </p:nvCxnSpPr>
          <p:spPr>
            <a:xfrm>
              <a:off x="1334770" y="4259926"/>
              <a:ext cx="8812711" cy="0"/>
            </a:xfrm>
            <a:prstGeom prst="line">
              <a:avLst/>
            </a:prstGeom>
            <a:ln w="38100">
              <a:solidFill>
                <a:schemeClr val="tx1"/>
              </a:solidFill>
              <a:tailEnd type="triangle" w="med" len="lg"/>
            </a:ln>
          </p:spPr>
          <p:style>
            <a:lnRef idx="1">
              <a:schemeClr val="accent1"/>
            </a:lnRef>
            <a:fillRef idx="0">
              <a:schemeClr val="accent1"/>
            </a:fillRef>
            <a:effectRef idx="0">
              <a:schemeClr val="accent1"/>
            </a:effectRef>
            <a:fontRef idx="minor">
              <a:schemeClr val="tx1"/>
            </a:fontRef>
          </p:style>
        </p:cxnSp>
        <p:sp>
          <p:nvSpPr>
            <p:cNvPr id="209" name="文本框 208">
              <a:extLst>
                <a:ext uri="{FF2B5EF4-FFF2-40B4-BE49-F238E27FC236}">
                  <a16:creationId xmlns:a16="http://schemas.microsoft.com/office/drawing/2014/main" id="{EA03B6B3-3764-4FF8-85FD-B29D39120206}"/>
                </a:ext>
              </a:extLst>
            </p:cNvPr>
            <p:cNvSpPr txBox="1"/>
            <p:nvPr/>
          </p:nvSpPr>
          <p:spPr>
            <a:xfrm>
              <a:off x="9821137" y="3863798"/>
              <a:ext cx="277339" cy="369332"/>
            </a:xfrm>
            <a:prstGeom prst="rect">
              <a:avLst/>
            </a:prstGeom>
            <a:noFill/>
          </p:spPr>
          <p:txBody>
            <a:bodyPr wrap="square" rtlCol="0">
              <a:spAutoFit/>
            </a:bodyPr>
            <a:lstStyle/>
            <a:p>
              <a:r>
                <a:rPr lang="en-US" altLang="zh-CN" b="1" dirty="0">
                  <a:latin typeface="Arial Narrow" panose="020B0606020202030204" pitchFamily="34" charset="0"/>
                  <a:ea typeface="宋体" panose="02010600030101010101" pitchFamily="2" charset="-122"/>
                </a:rPr>
                <a:t>t</a:t>
              </a:r>
              <a:endParaRPr lang="zh-CN" altLang="en-US" b="1" dirty="0">
                <a:latin typeface="Arial Narrow" panose="020B0606020202030204" pitchFamily="34" charset="0"/>
                <a:ea typeface="宋体" panose="02010600030101010101" pitchFamily="2" charset="-122"/>
              </a:endParaRPr>
            </a:p>
          </p:txBody>
        </p:sp>
        <p:pic>
          <p:nvPicPr>
            <p:cNvPr id="210" name="图形 209">
              <a:extLst>
                <a:ext uri="{FF2B5EF4-FFF2-40B4-BE49-F238E27FC236}">
                  <a16:creationId xmlns:a16="http://schemas.microsoft.com/office/drawing/2014/main" id="{61E01467-74F7-469C-BAD5-DFFB1234E440}"/>
                </a:ext>
              </a:extLst>
            </p:cNvPr>
            <p:cNvPicPr>
              <a:picLocks noChangeAspect="1"/>
            </p:cNvPicPr>
            <p:nvPr/>
          </p:nvPicPr>
          <p:blipFill>
            <a:blip r:embed="rId3">
              <a:extLst>
                <a:ext uri="{28A0092B-C50C-407E-A947-70E740481C1C}">
                  <a14:useLocalDpi xmlns:a14="http://schemas.microsoft.com/office/drawing/2010/main" val="0"/>
                </a:ext>
                <a:ext uri="{96DAC541-7B7A-43D3-8B79-37D633B846F1}">
                  <asvg:svgBlip xmlns:asvg="http://schemas.microsoft.com/office/drawing/2016/SVG/main" r:embed="rId4"/>
                </a:ext>
              </a:extLst>
            </a:blip>
            <a:stretch>
              <a:fillRect/>
            </a:stretch>
          </p:blipFill>
          <p:spPr>
            <a:xfrm>
              <a:off x="1282383" y="3912364"/>
              <a:ext cx="501772" cy="658576"/>
            </a:xfrm>
            <a:prstGeom prst="rect">
              <a:avLst/>
            </a:prstGeom>
          </p:spPr>
        </p:pic>
        <p:cxnSp>
          <p:nvCxnSpPr>
            <p:cNvPr id="212" name="直接连接符 211">
              <a:extLst>
                <a:ext uri="{FF2B5EF4-FFF2-40B4-BE49-F238E27FC236}">
                  <a16:creationId xmlns:a16="http://schemas.microsoft.com/office/drawing/2014/main" id="{3BD688B0-E4C0-4AEE-8A5C-E622E8693FD8}"/>
                </a:ext>
              </a:extLst>
            </p:cNvPr>
            <p:cNvCxnSpPr>
              <a:cxnSpLocks/>
            </p:cNvCxnSpPr>
            <p:nvPr/>
          </p:nvCxnSpPr>
          <p:spPr>
            <a:xfrm>
              <a:off x="1334770" y="5949221"/>
              <a:ext cx="8812711" cy="0"/>
            </a:xfrm>
            <a:prstGeom prst="line">
              <a:avLst/>
            </a:prstGeom>
            <a:ln w="38100">
              <a:solidFill>
                <a:schemeClr val="tx1"/>
              </a:solidFill>
              <a:tailEnd type="triangle" w="med" len="lg"/>
            </a:ln>
          </p:spPr>
          <p:style>
            <a:lnRef idx="1">
              <a:schemeClr val="accent1"/>
            </a:lnRef>
            <a:fillRef idx="0">
              <a:schemeClr val="accent1"/>
            </a:fillRef>
            <a:effectRef idx="0">
              <a:schemeClr val="accent1"/>
            </a:effectRef>
            <a:fontRef idx="minor">
              <a:schemeClr val="tx1"/>
            </a:fontRef>
          </p:style>
        </p:cxnSp>
        <p:sp>
          <p:nvSpPr>
            <p:cNvPr id="213" name="文本框 212">
              <a:extLst>
                <a:ext uri="{FF2B5EF4-FFF2-40B4-BE49-F238E27FC236}">
                  <a16:creationId xmlns:a16="http://schemas.microsoft.com/office/drawing/2014/main" id="{B43F539C-D0DE-4763-8852-1E13BDBD3D04}"/>
                </a:ext>
              </a:extLst>
            </p:cNvPr>
            <p:cNvSpPr txBox="1"/>
            <p:nvPr/>
          </p:nvSpPr>
          <p:spPr>
            <a:xfrm>
              <a:off x="9821137" y="5502897"/>
              <a:ext cx="277339" cy="369332"/>
            </a:xfrm>
            <a:prstGeom prst="rect">
              <a:avLst/>
            </a:prstGeom>
            <a:noFill/>
          </p:spPr>
          <p:txBody>
            <a:bodyPr wrap="square" rtlCol="0">
              <a:spAutoFit/>
            </a:bodyPr>
            <a:lstStyle/>
            <a:p>
              <a:r>
                <a:rPr lang="en-US" altLang="zh-CN" b="1" dirty="0">
                  <a:latin typeface="Arial Narrow" panose="020B0606020202030204" pitchFamily="34" charset="0"/>
                  <a:ea typeface="宋体" panose="02010600030101010101" pitchFamily="2" charset="-122"/>
                </a:rPr>
                <a:t>t</a:t>
              </a:r>
              <a:endParaRPr lang="zh-CN" altLang="en-US" b="1" dirty="0">
                <a:latin typeface="Arial Narrow" panose="020B0606020202030204" pitchFamily="34" charset="0"/>
                <a:ea typeface="宋体" panose="02010600030101010101" pitchFamily="2" charset="-122"/>
              </a:endParaRPr>
            </a:p>
          </p:txBody>
        </p:sp>
        <p:pic>
          <p:nvPicPr>
            <p:cNvPr id="214" name="图形 213">
              <a:extLst>
                <a:ext uri="{FF2B5EF4-FFF2-40B4-BE49-F238E27FC236}">
                  <a16:creationId xmlns:a16="http://schemas.microsoft.com/office/drawing/2014/main" id="{D949CB40-4FF6-4E8C-991B-66D24C6ADF05}"/>
                </a:ext>
              </a:extLst>
            </p:cNvPr>
            <p:cNvPicPr>
              <a:picLocks noChangeAspect="1"/>
            </p:cNvPicPr>
            <p:nvPr/>
          </p:nvPicPr>
          <p:blipFill>
            <a:blip r:embed="rId5">
              <a:extLst>
                <a:ext uri="{28A0092B-C50C-407E-A947-70E740481C1C}">
                  <a14:useLocalDpi xmlns:a14="http://schemas.microsoft.com/office/drawing/2010/main" val="0"/>
                </a:ext>
                <a:ext uri="{96DAC541-7B7A-43D3-8B79-37D633B846F1}">
                  <asvg:svgBlip xmlns:asvg="http://schemas.microsoft.com/office/drawing/2016/SVG/main" r:embed="rId6"/>
                </a:ext>
              </a:extLst>
            </a:blip>
            <a:stretch>
              <a:fillRect/>
            </a:stretch>
          </p:blipFill>
          <p:spPr>
            <a:xfrm>
              <a:off x="1110724" y="5467618"/>
              <a:ext cx="662814" cy="641082"/>
            </a:xfrm>
            <a:prstGeom prst="rect">
              <a:avLst/>
            </a:prstGeom>
          </p:spPr>
        </p:pic>
        <p:grpSp>
          <p:nvGrpSpPr>
            <p:cNvPr id="217" name="组合 216">
              <a:extLst>
                <a:ext uri="{FF2B5EF4-FFF2-40B4-BE49-F238E27FC236}">
                  <a16:creationId xmlns:a16="http://schemas.microsoft.com/office/drawing/2014/main" id="{83C183DC-BA32-4F32-8730-2EDE4B0C0716}"/>
                </a:ext>
              </a:extLst>
            </p:cNvPr>
            <p:cNvGrpSpPr/>
            <p:nvPr/>
          </p:nvGrpSpPr>
          <p:grpSpPr>
            <a:xfrm>
              <a:off x="243324" y="4148237"/>
              <a:ext cx="905164" cy="1819718"/>
              <a:chOff x="243324" y="1513252"/>
              <a:chExt cx="905164" cy="1819718"/>
            </a:xfrm>
          </p:grpSpPr>
          <p:sp>
            <p:nvSpPr>
              <p:cNvPr id="218" name="文本框 217">
                <a:extLst>
                  <a:ext uri="{FF2B5EF4-FFF2-40B4-BE49-F238E27FC236}">
                    <a16:creationId xmlns:a16="http://schemas.microsoft.com/office/drawing/2014/main" id="{584D12FE-712D-432B-A48B-3084189F6B6C}"/>
                  </a:ext>
                </a:extLst>
              </p:cNvPr>
              <p:cNvSpPr txBox="1"/>
              <p:nvPr/>
            </p:nvSpPr>
            <p:spPr>
              <a:xfrm>
                <a:off x="243324" y="2963638"/>
                <a:ext cx="905164" cy="369332"/>
              </a:xfrm>
              <a:prstGeom prst="rect">
                <a:avLst/>
              </a:prstGeom>
              <a:noFill/>
            </p:spPr>
            <p:txBody>
              <a:bodyPr wrap="square" rtlCol="0">
                <a:spAutoFit/>
              </a:bodyPr>
              <a:lstStyle/>
              <a:p>
                <a:r>
                  <a:rPr lang="zh-CN" altLang="en-US" b="1" dirty="0">
                    <a:latin typeface="+mn-ea"/>
                  </a:rPr>
                  <a:t>发送方</a:t>
                </a:r>
              </a:p>
            </p:txBody>
          </p:sp>
          <p:sp>
            <p:nvSpPr>
              <p:cNvPr id="219" name="文本框 218">
                <a:extLst>
                  <a:ext uri="{FF2B5EF4-FFF2-40B4-BE49-F238E27FC236}">
                    <a16:creationId xmlns:a16="http://schemas.microsoft.com/office/drawing/2014/main" id="{B105E330-42F6-4FA8-914C-123FFA0756D5}"/>
                  </a:ext>
                </a:extLst>
              </p:cNvPr>
              <p:cNvSpPr txBox="1"/>
              <p:nvPr/>
            </p:nvSpPr>
            <p:spPr>
              <a:xfrm>
                <a:off x="243324" y="1513252"/>
                <a:ext cx="905164" cy="369332"/>
              </a:xfrm>
              <a:prstGeom prst="rect">
                <a:avLst/>
              </a:prstGeom>
              <a:noFill/>
            </p:spPr>
            <p:txBody>
              <a:bodyPr wrap="square" rtlCol="0">
                <a:spAutoFit/>
              </a:bodyPr>
              <a:lstStyle/>
              <a:p>
                <a:r>
                  <a:rPr lang="zh-CN" altLang="en-US" b="1" dirty="0">
                    <a:latin typeface="+mn-ea"/>
                  </a:rPr>
                  <a:t>接收方</a:t>
                </a:r>
              </a:p>
            </p:txBody>
          </p:sp>
        </p:grpSp>
        <p:sp>
          <p:nvSpPr>
            <p:cNvPr id="221" name="文本框 220">
              <a:extLst>
                <a:ext uri="{FF2B5EF4-FFF2-40B4-BE49-F238E27FC236}">
                  <a16:creationId xmlns:a16="http://schemas.microsoft.com/office/drawing/2014/main" id="{79603505-6859-4DFE-B5C1-692D952A0670}"/>
                </a:ext>
              </a:extLst>
            </p:cNvPr>
            <p:cNvSpPr txBox="1"/>
            <p:nvPr/>
          </p:nvSpPr>
          <p:spPr>
            <a:xfrm>
              <a:off x="863923" y="4734126"/>
              <a:ext cx="1343342" cy="646331"/>
            </a:xfrm>
            <a:prstGeom prst="rect">
              <a:avLst/>
            </a:prstGeom>
            <a:noFill/>
          </p:spPr>
          <p:txBody>
            <a:bodyPr wrap="square" rtlCol="0">
              <a:spAutoFit/>
            </a:bodyPr>
            <a:lstStyle/>
            <a:p>
              <a:pPr algn="ctr"/>
              <a:r>
                <a:rPr lang="zh-CN" altLang="en-US" b="1" dirty="0">
                  <a:latin typeface="+mn-ea"/>
                </a:rPr>
                <a:t>流水线</a:t>
              </a:r>
              <a:endParaRPr lang="en-US" altLang="zh-CN" b="1" dirty="0">
                <a:latin typeface="+mn-ea"/>
              </a:endParaRPr>
            </a:p>
            <a:p>
              <a:pPr algn="ctr"/>
              <a:r>
                <a:rPr lang="zh-CN" altLang="en-US" b="1" dirty="0">
                  <a:latin typeface="+mn-ea"/>
                </a:rPr>
                <a:t>传输</a:t>
              </a:r>
            </a:p>
          </p:txBody>
        </p:sp>
      </p:grpSp>
      <p:sp>
        <p:nvSpPr>
          <p:cNvPr id="264" name="矩形 263">
            <a:extLst>
              <a:ext uri="{FF2B5EF4-FFF2-40B4-BE49-F238E27FC236}">
                <a16:creationId xmlns:a16="http://schemas.microsoft.com/office/drawing/2014/main" id="{29303C7A-90AF-4810-B892-ED6DE2848A8E}"/>
              </a:ext>
            </a:extLst>
          </p:cNvPr>
          <p:cNvSpPr/>
          <p:nvPr/>
        </p:nvSpPr>
        <p:spPr>
          <a:xfrm>
            <a:off x="3349946" y="1316443"/>
            <a:ext cx="6925546" cy="42354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zh-CN" altLang="en-US" b="1" dirty="0">
                <a:latin typeface="+mn-ea"/>
              </a:rPr>
              <a:t>采用流水线传输可以显著提高信道利用率</a:t>
            </a:r>
            <a:endParaRPr lang="zh-CN" altLang="en-US" sz="1800" b="1" dirty="0">
              <a:latin typeface="+mn-ea"/>
            </a:endParaRPr>
          </a:p>
        </p:txBody>
      </p:sp>
      <p:sp>
        <p:nvSpPr>
          <p:cNvPr id="5" name="左大括号 4">
            <a:extLst>
              <a:ext uri="{FF2B5EF4-FFF2-40B4-BE49-F238E27FC236}">
                <a16:creationId xmlns:a16="http://schemas.microsoft.com/office/drawing/2014/main" id="{B8BC2F42-78CF-4164-B281-6A10D58D8965}"/>
              </a:ext>
            </a:extLst>
          </p:cNvPr>
          <p:cNvSpPr/>
          <p:nvPr/>
        </p:nvSpPr>
        <p:spPr>
          <a:xfrm rot="16200000">
            <a:off x="3938204" y="2607486"/>
            <a:ext cx="272911" cy="2124000"/>
          </a:xfrm>
          <a:prstGeom prst="leftBrace">
            <a:avLst>
              <a:gd name="adj1" fmla="val 62896"/>
              <a:gd name="adj2" fmla="val 50000"/>
            </a:avLst>
          </a:prstGeom>
          <a:ln w="12700">
            <a:solidFill>
              <a:schemeClr val="tx1"/>
            </a:solidFill>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zh-CN" altLang="en-US"/>
          </a:p>
        </p:txBody>
      </p:sp>
      <p:sp>
        <p:nvSpPr>
          <p:cNvPr id="6" name="对话气泡: 圆角矩形 5">
            <a:extLst>
              <a:ext uri="{FF2B5EF4-FFF2-40B4-BE49-F238E27FC236}">
                <a16:creationId xmlns:a16="http://schemas.microsoft.com/office/drawing/2014/main" id="{AE2B34E5-5E58-4D5A-83B7-9F2709B9D8A0}"/>
              </a:ext>
            </a:extLst>
          </p:cNvPr>
          <p:cNvSpPr/>
          <p:nvPr/>
        </p:nvSpPr>
        <p:spPr>
          <a:xfrm>
            <a:off x="1890045" y="4175832"/>
            <a:ext cx="9022294" cy="1932867"/>
          </a:xfrm>
          <a:prstGeom prst="wedgeRoundRectCallout">
            <a:avLst>
              <a:gd name="adj1" fmla="val -25833"/>
              <a:gd name="adj2" fmla="val -66226"/>
              <a:gd name="adj3" fmla="val 16667"/>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7" name="椭圆 6">
            <a:extLst>
              <a:ext uri="{FF2B5EF4-FFF2-40B4-BE49-F238E27FC236}">
                <a16:creationId xmlns:a16="http://schemas.microsoft.com/office/drawing/2014/main" id="{368D84B4-2673-448C-9701-EF448E1068AB}"/>
              </a:ext>
            </a:extLst>
          </p:cNvPr>
          <p:cNvSpPr/>
          <p:nvPr/>
        </p:nvSpPr>
        <p:spPr>
          <a:xfrm>
            <a:off x="2192059" y="4365170"/>
            <a:ext cx="247167" cy="247167"/>
          </a:xfrm>
          <a:prstGeom prst="ellipse">
            <a:avLst/>
          </a:prstGeom>
          <a:solidFill>
            <a:schemeClr val="bg1"/>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p>
        </p:txBody>
      </p:sp>
      <p:sp>
        <p:nvSpPr>
          <p:cNvPr id="90" name="文本框 89">
            <a:extLst>
              <a:ext uri="{FF2B5EF4-FFF2-40B4-BE49-F238E27FC236}">
                <a16:creationId xmlns:a16="http://schemas.microsoft.com/office/drawing/2014/main" id="{FBA71A96-245F-49DC-A81C-185977115F62}"/>
              </a:ext>
            </a:extLst>
          </p:cNvPr>
          <p:cNvSpPr txBox="1"/>
          <p:nvPr/>
        </p:nvSpPr>
        <p:spPr>
          <a:xfrm>
            <a:off x="2455052" y="4321202"/>
            <a:ext cx="8380205" cy="923330"/>
          </a:xfrm>
          <a:prstGeom prst="rect">
            <a:avLst/>
          </a:prstGeom>
          <a:noFill/>
        </p:spPr>
        <p:txBody>
          <a:bodyPr wrap="square" rtlCol="0">
            <a:spAutoFit/>
          </a:bodyPr>
          <a:lstStyle/>
          <a:p>
            <a:r>
              <a:rPr lang="zh-CN" altLang="en-US" b="1" dirty="0">
                <a:solidFill>
                  <a:schemeClr val="bg1"/>
                </a:solidFill>
                <a:latin typeface="+mn-ea"/>
              </a:rPr>
              <a:t>在使用流水线传输方式时，发送方</a:t>
            </a:r>
            <a:r>
              <a:rPr lang="zh-CN" altLang="en-US" b="1" dirty="0">
                <a:highlight>
                  <a:srgbClr val="F4B919"/>
                </a:highlight>
                <a:latin typeface="+mn-ea"/>
              </a:rPr>
              <a:t>不能无限制地连续发送数据分组</a:t>
            </a:r>
            <a:r>
              <a:rPr lang="zh-CN" altLang="en-US" b="1" dirty="0">
                <a:solidFill>
                  <a:schemeClr val="bg1"/>
                </a:solidFill>
                <a:latin typeface="+mn-ea"/>
              </a:rPr>
              <a:t>，否则可能会导致网络中的路由器或接收方来不及处理这些数据分组，进而导致数据分组的丢失，这实际上是对网络资源的浪费。</a:t>
            </a:r>
          </a:p>
        </p:txBody>
      </p:sp>
      <p:sp>
        <p:nvSpPr>
          <p:cNvPr id="91" name="椭圆 90">
            <a:extLst>
              <a:ext uri="{FF2B5EF4-FFF2-40B4-BE49-F238E27FC236}">
                <a16:creationId xmlns:a16="http://schemas.microsoft.com/office/drawing/2014/main" id="{8F2B3E7B-F2DC-4141-9035-1789D82B05A1}"/>
              </a:ext>
            </a:extLst>
          </p:cNvPr>
          <p:cNvSpPr/>
          <p:nvPr/>
        </p:nvSpPr>
        <p:spPr>
          <a:xfrm>
            <a:off x="2183690" y="5310286"/>
            <a:ext cx="247167" cy="247167"/>
          </a:xfrm>
          <a:prstGeom prst="ellipse">
            <a:avLst/>
          </a:prstGeom>
          <a:solidFill>
            <a:schemeClr val="bg1"/>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p>
        </p:txBody>
      </p:sp>
      <p:sp>
        <p:nvSpPr>
          <p:cNvPr id="92" name="文本框 91">
            <a:extLst>
              <a:ext uri="{FF2B5EF4-FFF2-40B4-BE49-F238E27FC236}">
                <a16:creationId xmlns:a16="http://schemas.microsoft.com/office/drawing/2014/main" id="{5EAF0BB9-653A-480E-A1D5-EAFAB47F9C00}"/>
              </a:ext>
            </a:extLst>
          </p:cNvPr>
          <p:cNvSpPr txBox="1"/>
          <p:nvPr/>
        </p:nvSpPr>
        <p:spPr>
          <a:xfrm>
            <a:off x="2446683" y="5266318"/>
            <a:ext cx="8300929" cy="646331"/>
          </a:xfrm>
          <a:prstGeom prst="rect">
            <a:avLst/>
          </a:prstGeom>
          <a:noFill/>
        </p:spPr>
        <p:txBody>
          <a:bodyPr wrap="square" rtlCol="0">
            <a:spAutoFit/>
          </a:bodyPr>
          <a:lstStyle/>
          <a:p>
            <a:r>
              <a:rPr lang="zh-CN" altLang="en-US" b="1" dirty="0">
                <a:solidFill>
                  <a:schemeClr val="bg1"/>
                </a:solidFill>
                <a:latin typeface="+mn-ea"/>
              </a:rPr>
              <a:t>回退</a:t>
            </a:r>
            <a:r>
              <a:rPr lang="en-US" altLang="zh-CN" b="1" dirty="0">
                <a:solidFill>
                  <a:schemeClr val="bg1"/>
                </a:solidFill>
                <a:latin typeface="+mn-ea"/>
              </a:rPr>
              <a:t>N</a:t>
            </a:r>
            <a:r>
              <a:rPr lang="zh-CN" altLang="en-US" b="1" dirty="0">
                <a:solidFill>
                  <a:schemeClr val="bg1"/>
                </a:solidFill>
                <a:latin typeface="+mn-ea"/>
              </a:rPr>
              <a:t>帧协议采用流水线传输方式，并且利用</a:t>
            </a:r>
            <a:r>
              <a:rPr lang="zh-CN" altLang="en-US" b="1" dirty="0">
                <a:highlight>
                  <a:srgbClr val="F4B919"/>
                </a:highlight>
                <a:latin typeface="+mn-ea"/>
              </a:rPr>
              <a:t>发送窗口</a:t>
            </a:r>
            <a:r>
              <a:rPr lang="zh-CN" altLang="en-US" b="1" dirty="0">
                <a:solidFill>
                  <a:schemeClr val="bg1"/>
                </a:solidFill>
                <a:latin typeface="+mn-ea"/>
              </a:rPr>
              <a:t>来限制发送方连续发送数据分组的数量，这属于</a:t>
            </a:r>
            <a:r>
              <a:rPr lang="zh-CN" altLang="en-US" b="1" dirty="0">
                <a:highlight>
                  <a:srgbClr val="F4B919"/>
                </a:highlight>
                <a:latin typeface="+mn-ea"/>
              </a:rPr>
              <a:t>连续</a:t>
            </a:r>
            <a:r>
              <a:rPr lang="en-US" altLang="zh-CN" b="1" dirty="0">
                <a:highlight>
                  <a:srgbClr val="F4B919"/>
                </a:highlight>
                <a:latin typeface="+mn-ea"/>
              </a:rPr>
              <a:t>ARQ</a:t>
            </a:r>
            <a:r>
              <a:rPr lang="zh-CN" altLang="en-US" b="1" dirty="0">
                <a:highlight>
                  <a:srgbClr val="F4B919"/>
                </a:highlight>
                <a:latin typeface="+mn-ea"/>
              </a:rPr>
              <a:t>协议</a:t>
            </a:r>
            <a:r>
              <a:rPr lang="zh-CN" altLang="en-US" b="1" dirty="0">
                <a:solidFill>
                  <a:schemeClr val="bg1"/>
                </a:solidFill>
                <a:latin typeface="+mn-ea"/>
              </a:rPr>
              <a:t>。</a:t>
            </a:r>
          </a:p>
        </p:txBody>
      </p:sp>
      <p:sp>
        <p:nvSpPr>
          <p:cNvPr id="58" name="平行四边形 57">
            <a:extLst>
              <a:ext uri="{FF2B5EF4-FFF2-40B4-BE49-F238E27FC236}">
                <a16:creationId xmlns:a16="http://schemas.microsoft.com/office/drawing/2014/main" id="{FF9F7EB4-C443-2ADB-5299-214828CDBD09}"/>
              </a:ext>
            </a:extLst>
          </p:cNvPr>
          <p:cNvSpPr/>
          <p:nvPr/>
        </p:nvSpPr>
        <p:spPr>
          <a:xfrm>
            <a:off x="304799" y="749300"/>
            <a:ext cx="695119" cy="387090"/>
          </a:xfrm>
          <a:prstGeom prst="parallelogram">
            <a:avLst/>
          </a:prstGeom>
          <a:solidFill>
            <a:schemeClr val="accent3">
              <a:lumMod val="75000"/>
            </a:schemeClr>
          </a:solidFill>
          <a:ln>
            <a:solidFill>
              <a:schemeClr val="accent3">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CN" sz="2200" dirty="0">
                <a:latin typeface="Impact" panose="020B0806030902050204" pitchFamily="34" charset="0"/>
              </a:rPr>
              <a:t>04</a:t>
            </a:r>
            <a:endParaRPr lang="zh-CN" altLang="en-US" sz="2200" dirty="0">
              <a:latin typeface="Impact" panose="020B0806030902050204" pitchFamily="34" charset="0"/>
            </a:endParaRPr>
          </a:p>
        </p:txBody>
      </p:sp>
    </p:spTree>
    <p:custDataLst>
      <p:tags r:id="rId1"/>
    </p:custDataLst>
    <p:extLst>
      <p:ext uri="{BB962C8B-B14F-4D97-AF65-F5344CB8AC3E}">
        <p14:creationId xmlns:p14="http://schemas.microsoft.com/office/powerpoint/2010/main" val="847235633"/>
      </p:ext>
    </p:extLst>
  </p:cSld>
  <p:clrMapOvr>
    <a:masterClrMapping/>
  </p:clrMapOvr>
  <mc:AlternateContent xmlns:mc="http://schemas.openxmlformats.org/markup-compatibility/2006" xmlns:p159="http://schemas.microsoft.com/office/powerpoint/2015/09/main">
    <mc:Choice Requires="p159">
      <p:transition spd="slow">
        <p159:morph option="byObject"/>
      </p:transition>
    </mc:Choice>
    <mc:Fallback xmlns="">
      <p:transition spd="slow">
        <p:fade/>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2" presetClass="entr" presetSubtype="1" fill="hold" grpId="0" nodeType="withEffect">
                                  <p:stCondLst>
                                    <p:cond delay="0"/>
                                  </p:stCondLst>
                                  <p:childTnLst>
                                    <p:set>
                                      <p:cBhvr>
                                        <p:cTn id="6" dur="1" fill="hold">
                                          <p:stCondLst>
                                            <p:cond delay="0"/>
                                          </p:stCondLst>
                                        </p:cTn>
                                        <p:tgtEl>
                                          <p:spTgt spid="5"/>
                                        </p:tgtEl>
                                        <p:attrNameLst>
                                          <p:attrName>style.visibility</p:attrName>
                                        </p:attrNameLst>
                                      </p:cBhvr>
                                      <p:to>
                                        <p:strVal val="visible"/>
                                      </p:to>
                                    </p:set>
                                    <p:anim calcmode="lin" valueType="num">
                                      <p:cBhvr additive="base">
                                        <p:cTn id="7" dur="500"/>
                                        <p:tgtEl>
                                          <p:spTgt spid="5"/>
                                        </p:tgtEl>
                                        <p:attrNameLst>
                                          <p:attrName>ppt_y</p:attrName>
                                        </p:attrNameLst>
                                      </p:cBhvr>
                                      <p:tavLst>
                                        <p:tav tm="0">
                                          <p:val>
                                            <p:strVal val="#ppt_y-#ppt_h*1.125000"/>
                                          </p:val>
                                        </p:tav>
                                        <p:tav tm="100000">
                                          <p:val>
                                            <p:strVal val="#ppt_y"/>
                                          </p:val>
                                        </p:tav>
                                      </p:tavLst>
                                    </p:anim>
                                    <p:animEffect transition="in" filter="wipe(down)">
                                      <p:cBhvr>
                                        <p:cTn id="8" dur="500"/>
                                        <p:tgtEl>
                                          <p:spTgt spid="5"/>
                                        </p:tgtEl>
                                      </p:cBhvr>
                                    </p:animEffect>
                                  </p:childTnLst>
                                </p:cTn>
                              </p:par>
                              <p:par>
                                <p:cTn id="9" presetID="12" presetClass="entr" presetSubtype="4" fill="hold" grpId="0" nodeType="withEffect">
                                  <p:stCondLst>
                                    <p:cond delay="0"/>
                                  </p:stCondLst>
                                  <p:childTnLst>
                                    <p:set>
                                      <p:cBhvr>
                                        <p:cTn id="10" dur="1" fill="hold">
                                          <p:stCondLst>
                                            <p:cond delay="0"/>
                                          </p:stCondLst>
                                        </p:cTn>
                                        <p:tgtEl>
                                          <p:spTgt spid="6"/>
                                        </p:tgtEl>
                                        <p:attrNameLst>
                                          <p:attrName>style.visibility</p:attrName>
                                        </p:attrNameLst>
                                      </p:cBhvr>
                                      <p:to>
                                        <p:strVal val="visible"/>
                                      </p:to>
                                    </p:set>
                                    <p:anim calcmode="lin" valueType="num">
                                      <p:cBhvr additive="base">
                                        <p:cTn id="11" dur="500"/>
                                        <p:tgtEl>
                                          <p:spTgt spid="6"/>
                                        </p:tgtEl>
                                        <p:attrNameLst>
                                          <p:attrName>ppt_y</p:attrName>
                                        </p:attrNameLst>
                                      </p:cBhvr>
                                      <p:tavLst>
                                        <p:tav tm="0">
                                          <p:val>
                                            <p:strVal val="#ppt_y+#ppt_h*1.125000"/>
                                          </p:val>
                                        </p:tav>
                                        <p:tav tm="100000">
                                          <p:val>
                                            <p:strVal val="#ppt_y"/>
                                          </p:val>
                                        </p:tav>
                                      </p:tavLst>
                                    </p:anim>
                                    <p:animEffect transition="in" filter="wipe(up)">
                                      <p:cBhvr>
                                        <p:cTn id="12" dur="500"/>
                                        <p:tgtEl>
                                          <p:spTgt spid="6"/>
                                        </p:tgtEl>
                                      </p:cBhvr>
                                    </p:animEffect>
                                  </p:childTnLst>
                                </p:cTn>
                              </p:par>
                            </p:childTnLst>
                          </p:cTn>
                        </p:par>
                        <p:par>
                          <p:cTn id="13" fill="hold">
                            <p:stCondLst>
                              <p:cond delay="500"/>
                            </p:stCondLst>
                            <p:childTnLst>
                              <p:par>
                                <p:cTn id="14" presetID="53" presetClass="entr" presetSubtype="16" fill="hold" grpId="0" nodeType="afterEffect">
                                  <p:stCondLst>
                                    <p:cond delay="0"/>
                                  </p:stCondLst>
                                  <p:childTnLst>
                                    <p:set>
                                      <p:cBhvr>
                                        <p:cTn id="15" dur="1" fill="hold">
                                          <p:stCondLst>
                                            <p:cond delay="0"/>
                                          </p:stCondLst>
                                        </p:cTn>
                                        <p:tgtEl>
                                          <p:spTgt spid="7"/>
                                        </p:tgtEl>
                                        <p:attrNameLst>
                                          <p:attrName>style.visibility</p:attrName>
                                        </p:attrNameLst>
                                      </p:cBhvr>
                                      <p:to>
                                        <p:strVal val="visible"/>
                                      </p:to>
                                    </p:set>
                                    <p:anim calcmode="lin" valueType="num">
                                      <p:cBhvr>
                                        <p:cTn id="16" dur="500" fill="hold"/>
                                        <p:tgtEl>
                                          <p:spTgt spid="7"/>
                                        </p:tgtEl>
                                        <p:attrNameLst>
                                          <p:attrName>ppt_w</p:attrName>
                                        </p:attrNameLst>
                                      </p:cBhvr>
                                      <p:tavLst>
                                        <p:tav tm="0">
                                          <p:val>
                                            <p:fltVal val="0"/>
                                          </p:val>
                                        </p:tav>
                                        <p:tav tm="100000">
                                          <p:val>
                                            <p:strVal val="#ppt_w"/>
                                          </p:val>
                                        </p:tav>
                                      </p:tavLst>
                                    </p:anim>
                                    <p:anim calcmode="lin" valueType="num">
                                      <p:cBhvr>
                                        <p:cTn id="17" dur="500" fill="hold"/>
                                        <p:tgtEl>
                                          <p:spTgt spid="7"/>
                                        </p:tgtEl>
                                        <p:attrNameLst>
                                          <p:attrName>ppt_h</p:attrName>
                                        </p:attrNameLst>
                                      </p:cBhvr>
                                      <p:tavLst>
                                        <p:tav tm="0">
                                          <p:val>
                                            <p:fltVal val="0"/>
                                          </p:val>
                                        </p:tav>
                                        <p:tav tm="100000">
                                          <p:val>
                                            <p:strVal val="#ppt_h"/>
                                          </p:val>
                                        </p:tav>
                                      </p:tavLst>
                                    </p:anim>
                                    <p:animEffect transition="in" filter="fade">
                                      <p:cBhvr>
                                        <p:cTn id="18" dur="500"/>
                                        <p:tgtEl>
                                          <p:spTgt spid="7"/>
                                        </p:tgtEl>
                                      </p:cBhvr>
                                    </p:animEffect>
                                  </p:childTnLst>
                                </p:cTn>
                              </p:par>
                            </p:childTnLst>
                          </p:cTn>
                        </p:par>
                        <p:par>
                          <p:cTn id="19" fill="hold">
                            <p:stCondLst>
                              <p:cond delay="1000"/>
                            </p:stCondLst>
                            <p:childTnLst>
                              <p:par>
                                <p:cTn id="20" presetID="1" presetClass="entr" presetSubtype="0" fill="hold" grpId="0" nodeType="afterEffect">
                                  <p:stCondLst>
                                    <p:cond delay="0"/>
                                  </p:stCondLst>
                                  <p:iterate type="lt">
                                    <p:tmAbs val="100"/>
                                  </p:iterate>
                                  <p:childTnLst>
                                    <p:set>
                                      <p:cBhvr>
                                        <p:cTn id="21" dur="1" fill="hold">
                                          <p:stCondLst>
                                            <p:cond delay="0"/>
                                          </p:stCondLst>
                                        </p:cTn>
                                        <p:tgtEl>
                                          <p:spTgt spid="90"/>
                                        </p:tgtEl>
                                        <p:attrNameLst>
                                          <p:attrName>style.visibility</p:attrName>
                                        </p:attrNameLst>
                                      </p:cBhvr>
                                      <p:to>
                                        <p:strVal val="visible"/>
                                      </p:to>
                                    </p:set>
                                  </p:childTnLst>
                                </p:cTn>
                              </p:par>
                            </p:childTnLst>
                          </p:cTn>
                        </p:par>
                      </p:childTnLst>
                    </p:cTn>
                  </p:par>
                  <p:par>
                    <p:cTn id="22" fill="hold">
                      <p:stCondLst>
                        <p:cond delay="indefinite"/>
                      </p:stCondLst>
                      <p:childTnLst>
                        <p:par>
                          <p:cTn id="23" fill="hold">
                            <p:stCondLst>
                              <p:cond delay="0"/>
                            </p:stCondLst>
                            <p:childTnLst>
                              <p:par>
                                <p:cTn id="24" presetID="53" presetClass="entr" presetSubtype="16" fill="hold" grpId="0" nodeType="clickEffect">
                                  <p:stCondLst>
                                    <p:cond delay="0"/>
                                  </p:stCondLst>
                                  <p:childTnLst>
                                    <p:set>
                                      <p:cBhvr>
                                        <p:cTn id="25" dur="1" fill="hold">
                                          <p:stCondLst>
                                            <p:cond delay="0"/>
                                          </p:stCondLst>
                                        </p:cTn>
                                        <p:tgtEl>
                                          <p:spTgt spid="91"/>
                                        </p:tgtEl>
                                        <p:attrNameLst>
                                          <p:attrName>style.visibility</p:attrName>
                                        </p:attrNameLst>
                                      </p:cBhvr>
                                      <p:to>
                                        <p:strVal val="visible"/>
                                      </p:to>
                                    </p:set>
                                    <p:anim calcmode="lin" valueType="num">
                                      <p:cBhvr>
                                        <p:cTn id="26" dur="500" fill="hold"/>
                                        <p:tgtEl>
                                          <p:spTgt spid="91"/>
                                        </p:tgtEl>
                                        <p:attrNameLst>
                                          <p:attrName>ppt_w</p:attrName>
                                        </p:attrNameLst>
                                      </p:cBhvr>
                                      <p:tavLst>
                                        <p:tav tm="0">
                                          <p:val>
                                            <p:fltVal val="0"/>
                                          </p:val>
                                        </p:tav>
                                        <p:tav tm="100000">
                                          <p:val>
                                            <p:strVal val="#ppt_w"/>
                                          </p:val>
                                        </p:tav>
                                      </p:tavLst>
                                    </p:anim>
                                    <p:anim calcmode="lin" valueType="num">
                                      <p:cBhvr>
                                        <p:cTn id="27" dur="500" fill="hold"/>
                                        <p:tgtEl>
                                          <p:spTgt spid="91"/>
                                        </p:tgtEl>
                                        <p:attrNameLst>
                                          <p:attrName>ppt_h</p:attrName>
                                        </p:attrNameLst>
                                      </p:cBhvr>
                                      <p:tavLst>
                                        <p:tav tm="0">
                                          <p:val>
                                            <p:fltVal val="0"/>
                                          </p:val>
                                        </p:tav>
                                        <p:tav tm="100000">
                                          <p:val>
                                            <p:strVal val="#ppt_h"/>
                                          </p:val>
                                        </p:tav>
                                      </p:tavLst>
                                    </p:anim>
                                    <p:animEffect transition="in" filter="fade">
                                      <p:cBhvr>
                                        <p:cTn id="28" dur="500"/>
                                        <p:tgtEl>
                                          <p:spTgt spid="91"/>
                                        </p:tgtEl>
                                      </p:cBhvr>
                                    </p:animEffect>
                                  </p:childTnLst>
                                </p:cTn>
                              </p:par>
                            </p:childTnLst>
                          </p:cTn>
                        </p:par>
                        <p:par>
                          <p:cTn id="29" fill="hold">
                            <p:stCondLst>
                              <p:cond delay="500"/>
                            </p:stCondLst>
                            <p:childTnLst>
                              <p:par>
                                <p:cTn id="30" presetID="1" presetClass="entr" presetSubtype="0" fill="hold" grpId="0" nodeType="afterEffect">
                                  <p:stCondLst>
                                    <p:cond delay="0"/>
                                  </p:stCondLst>
                                  <p:iterate type="lt">
                                    <p:tmAbs val="100"/>
                                  </p:iterate>
                                  <p:childTnLst>
                                    <p:set>
                                      <p:cBhvr>
                                        <p:cTn id="31" dur="1" fill="hold">
                                          <p:stCondLst>
                                            <p:cond delay="0"/>
                                          </p:stCondLst>
                                        </p:cTn>
                                        <p:tgtEl>
                                          <p:spTgt spid="92"/>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 grpId="0" animBg="1"/>
      <p:bldP spid="6" grpId="0" animBg="1"/>
      <p:bldP spid="7" grpId="0" animBg="1"/>
      <p:bldP spid="90" grpId="0"/>
      <p:bldP spid="91" grpId="0" animBg="1"/>
      <p:bldP spid="92" grpId="0"/>
    </p:bldLst>
  </p:timing>
</p:sld>
</file>

<file path=ppt/slides/slide13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4" name="组合 3">
            <a:extLst>
              <a:ext uri="{FF2B5EF4-FFF2-40B4-BE49-F238E27FC236}">
                <a16:creationId xmlns:a16="http://schemas.microsoft.com/office/drawing/2014/main" id="{9A1EA9F2-FCB6-48C3-935F-7AE7E3AD14AC}"/>
              </a:ext>
            </a:extLst>
          </p:cNvPr>
          <p:cNvGrpSpPr/>
          <p:nvPr/>
        </p:nvGrpSpPr>
        <p:grpSpPr>
          <a:xfrm>
            <a:off x="304800" y="749300"/>
            <a:ext cx="6192344" cy="400110"/>
            <a:chOff x="424117" y="898245"/>
            <a:chExt cx="6192344" cy="400110"/>
          </a:xfrm>
        </p:grpSpPr>
        <p:sp>
          <p:nvSpPr>
            <p:cNvPr id="2" name="平行四边形 1">
              <a:extLst>
                <a:ext uri="{FF2B5EF4-FFF2-40B4-BE49-F238E27FC236}">
                  <a16:creationId xmlns:a16="http://schemas.microsoft.com/office/drawing/2014/main" id="{1F5BAA3F-9845-4F89-A2DD-8222D3E4EDAC}"/>
                </a:ext>
              </a:extLst>
            </p:cNvPr>
            <p:cNvSpPr/>
            <p:nvPr/>
          </p:nvSpPr>
          <p:spPr>
            <a:xfrm>
              <a:off x="424117" y="898245"/>
              <a:ext cx="628306" cy="387090"/>
            </a:xfrm>
            <a:prstGeom prst="parallelogram">
              <a:avLst/>
            </a:prstGeom>
            <a:solidFill>
              <a:schemeClr val="accent3">
                <a:lumMod val="75000"/>
              </a:schemeClr>
            </a:solidFill>
            <a:ln>
              <a:solidFill>
                <a:schemeClr val="accent3">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CN" sz="2200" dirty="0">
                  <a:latin typeface="Impact" panose="020B0806030902050204" pitchFamily="34" charset="0"/>
                </a:rPr>
                <a:t>01</a:t>
              </a:r>
              <a:endParaRPr lang="zh-CN" altLang="en-US" sz="2200" dirty="0">
                <a:latin typeface="Impact" panose="020B0806030902050204" pitchFamily="34" charset="0"/>
              </a:endParaRPr>
            </a:p>
          </p:txBody>
        </p:sp>
        <p:sp>
          <p:nvSpPr>
            <p:cNvPr id="3" name="文本框 2">
              <a:extLst>
                <a:ext uri="{FF2B5EF4-FFF2-40B4-BE49-F238E27FC236}">
                  <a16:creationId xmlns:a16="http://schemas.microsoft.com/office/drawing/2014/main" id="{4D6BD736-A4D3-4F26-AFED-36E11F50F70B}"/>
                </a:ext>
              </a:extLst>
            </p:cNvPr>
            <p:cNvSpPr txBox="1"/>
            <p:nvPr/>
          </p:nvSpPr>
          <p:spPr>
            <a:xfrm>
              <a:off x="1052423" y="898245"/>
              <a:ext cx="5564038" cy="400110"/>
            </a:xfrm>
            <a:prstGeom prst="rect">
              <a:avLst/>
            </a:prstGeom>
            <a:noFill/>
          </p:spPr>
          <p:txBody>
            <a:bodyPr wrap="square" rtlCol="0">
              <a:spAutoFit/>
            </a:bodyPr>
            <a:lstStyle/>
            <a:p>
              <a:r>
                <a:rPr lang="zh-CN" altLang="en-US" sz="2000" b="1" dirty="0"/>
                <a:t>回退</a:t>
              </a:r>
              <a:r>
                <a:rPr lang="en-US" altLang="zh-CN" sz="2000" b="1" dirty="0"/>
                <a:t>N</a:t>
              </a:r>
              <a:r>
                <a:rPr lang="zh-CN" altLang="en-US" sz="2000" b="1" dirty="0"/>
                <a:t>帧协议</a:t>
              </a:r>
            </a:p>
          </p:txBody>
        </p:sp>
      </p:grpSp>
      <p:grpSp>
        <p:nvGrpSpPr>
          <p:cNvPr id="20" name="组合 19">
            <a:extLst>
              <a:ext uri="{FF2B5EF4-FFF2-40B4-BE49-F238E27FC236}">
                <a16:creationId xmlns:a16="http://schemas.microsoft.com/office/drawing/2014/main" id="{87756F0E-46C2-4571-B23D-C8472E9FD1FB}"/>
              </a:ext>
            </a:extLst>
          </p:cNvPr>
          <p:cNvGrpSpPr/>
          <p:nvPr/>
        </p:nvGrpSpPr>
        <p:grpSpPr>
          <a:xfrm>
            <a:off x="475097" y="1263518"/>
            <a:ext cx="1355161" cy="5114896"/>
            <a:chOff x="475097" y="1263518"/>
            <a:chExt cx="1355161" cy="5114896"/>
          </a:xfrm>
        </p:grpSpPr>
        <p:cxnSp>
          <p:nvCxnSpPr>
            <p:cNvPr id="17" name="直接连接符 16">
              <a:extLst>
                <a:ext uri="{FF2B5EF4-FFF2-40B4-BE49-F238E27FC236}">
                  <a16:creationId xmlns:a16="http://schemas.microsoft.com/office/drawing/2014/main" id="{5A41A17A-7B81-47D8-BDBB-76B8F1AA71D6}"/>
                </a:ext>
              </a:extLst>
            </p:cNvPr>
            <p:cNvCxnSpPr>
              <a:cxnSpLocks/>
            </p:cNvCxnSpPr>
            <p:nvPr/>
          </p:nvCxnSpPr>
          <p:spPr>
            <a:xfrm flipV="1">
              <a:off x="1208367" y="2012996"/>
              <a:ext cx="0" cy="3813858"/>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nvGrpSpPr>
            <p:cNvPr id="9" name="组合 8">
              <a:extLst>
                <a:ext uri="{FF2B5EF4-FFF2-40B4-BE49-F238E27FC236}">
                  <a16:creationId xmlns:a16="http://schemas.microsoft.com/office/drawing/2014/main" id="{A2B5FA1F-35FA-42E7-8D74-E7431B6AAA3C}"/>
                </a:ext>
              </a:extLst>
            </p:cNvPr>
            <p:cNvGrpSpPr/>
            <p:nvPr/>
          </p:nvGrpSpPr>
          <p:grpSpPr>
            <a:xfrm>
              <a:off x="700096" y="5368000"/>
              <a:ext cx="905164" cy="1010414"/>
              <a:chOff x="700096" y="5368000"/>
              <a:chExt cx="905164" cy="1010414"/>
            </a:xfrm>
          </p:grpSpPr>
          <p:pic>
            <p:nvPicPr>
              <p:cNvPr id="214" name="图形 213">
                <a:extLst>
                  <a:ext uri="{FF2B5EF4-FFF2-40B4-BE49-F238E27FC236}">
                    <a16:creationId xmlns:a16="http://schemas.microsoft.com/office/drawing/2014/main" id="{D949CB40-4FF6-4E8C-991B-66D24C6ADF05}"/>
                  </a:ext>
                </a:extLst>
              </p:cNvPr>
              <p:cNvPicPr>
                <a:picLocks noChangeAspect="1"/>
              </p:cNvPicPr>
              <p:nvPr/>
            </p:nvPicPr>
            <p:blipFill>
              <a:blip r:embed="rId3">
                <a:extLst>
                  <a:ext uri="{28A0092B-C50C-407E-A947-70E740481C1C}">
                    <a14:useLocalDpi xmlns:a14="http://schemas.microsoft.com/office/drawing/2010/main" val="0"/>
                  </a:ext>
                  <a:ext uri="{96DAC541-7B7A-43D3-8B79-37D633B846F1}">
                    <asvg:svgBlip xmlns:asvg="http://schemas.microsoft.com/office/drawing/2016/SVG/main" r:embed="rId4"/>
                  </a:ext>
                </a:extLst>
              </a:blip>
              <a:stretch>
                <a:fillRect/>
              </a:stretch>
            </p:blipFill>
            <p:spPr>
              <a:xfrm>
                <a:off x="821271" y="5368000"/>
                <a:ext cx="662814" cy="641082"/>
              </a:xfrm>
              <a:prstGeom prst="rect">
                <a:avLst/>
              </a:prstGeom>
            </p:spPr>
          </p:pic>
          <p:sp>
            <p:nvSpPr>
              <p:cNvPr id="218" name="文本框 217">
                <a:extLst>
                  <a:ext uri="{FF2B5EF4-FFF2-40B4-BE49-F238E27FC236}">
                    <a16:creationId xmlns:a16="http://schemas.microsoft.com/office/drawing/2014/main" id="{584D12FE-712D-432B-A48B-3084189F6B6C}"/>
                  </a:ext>
                </a:extLst>
              </p:cNvPr>
              <p:cNvSpPr txBox="1"/>
              <p:nvPr/>
            </p:nvSpPr>
            <p:spPr>
              <a:xfrm>
                <a:off x="700096" y="6009082"/>
                <a:ext cx="905164" cy="369332"/>
              </a:xfrm>
              <a:prstGeom prst="rect">
                <a:avLst/>
              </a:prstGeom>
              <a:noFill/>
            </p:spPr>
            <p:txBody>
              <a:bodyPr wrap="square" rtlCol="0">
                <a:spAutoFit/>
              </a:bodyPr>
              <a:lstStyle/>
              <a:p>
                <a:r>
                  <a:rPr lang="zh-CN" altLang="en-US" b="1" dirty="0">
                    <a:latin typeface="+mn-ea"/>
                  </a:rPr>
                  <a:t>发送方</a:t>
                </a:r>
              </a:p>
            </p:txBody>
          </p:sp>
        </p:grpSp>
        <p:grpSp>
          <p:nvGrpSpPr>
            <p:cNvPr id="8" name="组合 7">
              <a:extLst>
                <a:ext uri="{FF2B5EF4-FFF2-40B4-BE49-F238E27FC236}">
                  <a16:creationId xmlns:a16="http://schemas.microsoft.com/office/drawing/2014/main" id="{0ACAF080-95D4-4F76-A817-06EA84E449C9}"/>
                </a:ext>
              </a:extLst>
            </p:cNvPr>
            <p:cNvGrpSpPr/>
            <p:nvPr/>
          </p:nvGrpSpPr>
          <p:grpSpPr>
            <a:xfrm>
              <a:off x="878301" y="1263518"/>
              <a:ext cx="905164" cy="1027908"/>
              <a:chOff x="878301" y="1390382"/>
              <a:chExt cx="905164" cy="1027908"/>
            </a:xfrm>
          </p:grpSpPr>
          <p:pic>
            <p:nvPicPr>
              <p:cNvPr id="210" name="图形 209">
                <a:extLst>
                  <a:ext uri="{FF2B5EF4-FFF2-40B4-BE49-F238E27FC236}">
                    <a16:creationId xmlns:a16="http://schemas.microsoft.com/office/drawing/2014/main" id="{61E01467-74F7-469C-BAD5-DFFB1234E440}"/>
                  </a:ext>
                </a:extLst>
              </p:cNvPr>
              <p:cNvPicPr>
                <a:picLocks noChangeAspect="1"/>
              </p:cNvPicPr>
              <p:nvPr/>
            </p:nvPicPr>
            <p:blipFill>
              <a:blip r:embed="rId5">
                <a:extLst>
                  <a:ext uri="{28A0092B-C50C-407E-A947-70E740481C1C}">
                    <a14:useLocalDpi xmlns:a14="http://schemas.microsoft.com/office/drawing/2010/main" val="0"/>
                  </a:ext>
                  <a:ext uri="{96DAC541-7B7A-43D3-8B79-37D633B846F1}">
                    <asvg:svgBlip xmlns:asvg="http://schemas.microsoft.com/office/drawing/2016/SVG/main" r:embed="rId6"/>
                  </a:ext>
                </a:extLst>
              </a:blip>
              <a:stretch>
                <a:fillRect/>
              </a:stretch>
            </p:blipFill>
            <p:spPr>
              <a:xfrm>
                <a:off x="984826" y="1759714"/>
                <a:ext cx="501772" cy="658576"/>
              </a:xfrm>
              <a:prstGeom prst="rect">
                <a:avLst/>
              </a:prstGeom>
            </p:spPr>
          </p:pic>
          <p:sp>
            <p:nvSpPr>
              <p:cNvPr id="219" name="文本框 218">
                <a:extLst>
                  <a:ext uri="{FF2B5EF4-FFF2-40B4-BE49-F238E27FC236}">
                    <a16:creationId xmlns:a16="http://schemas.microsoft.com/office/drawing/2014/main" id="{B105E330-42F6-4FA8-914C-123FFA0756D5}"/>
                  </a:ext>
                </a:extLst>
              </p:cNvPr>
              <p:cNvSpPr txBox="1"/>
              <p:nvPr/>
            </p:nvSpPr>
            <p:spPr>
              <a:xfrm>
                <a:off x="878301" y="1390382"/>
                <a:ext cx="905164" cy="369332"/>
              </a:xfrm>
              <a:prstGeom prst="rect">
                <a:avLst/>
              </a:prstGeom>
              <a:noFill/>
            </p:spPr>
            <p:txBody>
              <a:bodyPr wrap="square" rtlCol="0">
                <a:spAutoFit/>
              </a:bodyPr>
              <a:lstStyle/>
              <a:p>
                <a:r>
                  <a:rPr lang="zh-CN" altLang="en-US" b="1" dirty="0">
                    <a:latin typeface="+mn-ea"/>
                  </a:rPr>
                  <a:t>接收方</a:t>
                </a:r>
              </a:p>
            </p:txBody>
          </p:sp>
        </p:grpSp>
        <p:sp>
          <p:nvSpPr>
            <p:cNvPr id="57" name="云形 56">
              <a:extLst>
                <a:ext uri="{FF2B5EF4-FFF2-40B4-BE49-F238E27FC236}">
                  <a16:creationId xmlns:a16="http://schemas.microsoft.com/office/drawing/2014/main" id="{8D58A5DA-48AF-4D62-A0E1-92B6F8CBE1F4}"/>
                </a:ext>
              </a:extLst>
            </p:cNvPr>
            <p:cNvSpPr/>
            <p:nvPr/>
          </p:nvSpPr>
          <p:spPr>
            <a:xfrm>
              <a:off x="475097" y="3429014"/>
              <a:ext cx="1355161" cy="801398"/>
            </a:xfrm>
            <a:prstGeom prst="cloud">
              <a:avLst/>
            </a:prstGeom>
            <a:solidFill>
              <a:schemeClr val="bg1">
                <a:lumMod val="85000"/>
              </a:schemeClr>
            </a:solidFill>
            <a:ln>
              <a:solidFill>
                <a:schemeClr val="bg1">
                  <a:lumMod val="85000"/>
                </a:schemeClr>
              </a:solidFill>
            </a:ln>
          </p:spPr>
          <p:style>
            <a:lnRef idx="2">
              <a:schemeClr val="accent3">
                <a:shade val="50000"/>
              </a:schemeClr>
            </a:lnRef>
            <a:fillRef idx="1">
              <a:schemeClr val="accent3"/>
            </a:fillRef>
            <a:effectRef idx="0">
              <a:schemeClr val="accent3"/>
            </a:effectRef>
            <a:fontRef idx="minor">
              <a:schemeClr val="lt1"/>
            </a:fontRef>
          </p:style>
          <p:txBody>
            <a:bodyPr rtlCol="0" anchor="ctr"/>
            <a:lstStyle/>
            <a:p>
              <a:pPr algn="ctr"/>
              <a:r>
                <a:rPr lang="zh-CN" altLang="en-US" b="1" dirty="0">
                  <a:solidFill>
                    <a:schemeClr val="tx1"/>
                  </a:solidFill>
                  <a:latin typeface="+mn-ea"/>
                </a:rPr>
                <a:t>因特网</a:t>
              </a:r>
            </a:p>
          </p:txBody>
        </p:sp>
      </p:grpSp>
      <p:sp>
        <p:nvSpPr>
          <p:cNvPr id="65" name="矩形 64">
            <a:extLst>
              <a:ext uri="{FF2B5EF4-FFF2-40B4-BE49-F238E27FC236}">
                <a16:creationId xmlns:a16="http://schemas.microsoft.com/office/drawing/2014/main" id="{FC572D7D-9323-4BD8-92B7-CA3E51425C5F}"/>
              </a:ext>
            </a:extLst>
          </p:cNvPr>
          <p:cNvSpPr/>
          <p:nvPr/>
        </p:nvSpPr>
        <p:spPr>
          <a:xfrm>
            <a:off x="2246300" y="3155854"/>
            <a:ext cx="256976" cy="256976"/>
          </a:xfrm>
          <a:prstGeom prst="rect">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mc:AlternateContent xmlns:mc="http://schemas.openxmlformats.org/markup-compatibility/2006" xmlns:a14="http://schemas.microsoft.com/office/drawing/2010/main">
        <mc:Choice Requires="a14">
          <p:sp>
            <p:nvSpPr>
              <p:cNvPr id="66" name="íşlïḍè">
                <a:extLst>
                  <a:ext uri="{FF2B5EF4-FFF2-40B4-BE49-F238E27FC236}">
                    <a16:creationId xmlns:a16="http://schemas.microsoft.com/office/drawing/2014/main" id="{EC57E6C8-9EAA-4F5B-AF11-BFED193385DD}"/>
                  </a:ext>
                </a:extLst>
              </p:cNvPr>
              <p:cNvSpPr txBox="1"/>
              <p:nvPr/>
            </p:nvSpPr>
            <p:spPr>
              <a:xfrm>
                <a:off x="2563527" y="3101533"/>
                <a:ext cx="9323673" cy="623794"/>
              </a:xfrm>
              <a:prstGeom prst="rect">
                <a:avLst/>
              </a:prstGeom>
              <a:noFill/>
            </p:spPr>
            <p:txBody>
              <a:bodyPr wrap="square" lIns="91440" tIns="45720" rIns="91440" bIns="45720" anchor="ctr">
                <a:noAutofit/>
              </a:bodyPr>
              <a:lstStyle/>
              <a:p>
                <a:r>
                  <a:rPr lang="zh-CN" altLang="en-US" b="1" dirty="0"/>
                  <a:t>采用</a:t>
                </a:r>
                <a14:m>
                  <m:oMath xmlns:m="http://schemas.openxmlformats.org/officeDocument/2006/math">
                    <m:r>
                      <a:rPr lang="en-US" altLang="zh-CN" b="1" i="1" dirty="0" smtClean="0">
                        <a:latin typeface="Cambria Math" panose="02040503050406030204" pitchFamily="18" charset="0"/>
                      </a:rPr>
                      <m:t>𝒏</m:t>
                    </m:r>
                  </m:oMath>
                </a14:m>
                <a:r>
                  <a:rPr lang="zh-CN" altLang="en-US" b="1" dirty="0"/>
                  <a:t>个比特给分组编序号，序号范围是</a:t>
                </a:r>
                <a14:m>
                  <m:oMath xmlns:m="http://schemas.openxmlformats.org/officeDocument/2006/math">
                    <m:r>
                      <a:rPr lang="en-US" altLang="zh-CN" b="1" i="0" smtClean="0">
                        <a:latin typeface="Cambria Math" panose="02040503050406030204" pitchFamily="18" charset="0"/>
                      </a:rPr>
                      <m:t> </m:t>
                    </m:r>
                    <m:r>
                      <a:rPr lang="en-US" altLang="zh-CN" b="1" i="1" smtClean="0">
                        <a:latin typeface="Cambria Math" panose="02040503050406030204" pitchFamily="18" charset="0"/>
                      </a:rPr>
                      <m:t>𝟎</m:t>
                    </m:r>
                    <m:r>
                      <a:rPr lang="en-US" altLang="zh-CN" b="1" i="1" smtClean="0">
                        <a:latin typeface="Cambria Math" panose="02040503050406030204" pitchFamily="18" charset="0"/>
                      </a:rPr>
                      <m:t> ~</m:t>
                    </m:r>
                    <m:sSup>
                      <m:sSupPr>
                        <m:ctrlPr>
                          <a:rPr lang="en-US" altLang="zh-CN" b="1" i="1" smtClean="0">
                            <a:latin typeface="Cambria Math" panose="02040503050406030204" pitchFamily="18" charset="0"/>
                            <a:ea typeface="Cambria Math" panose="02040503050406030204" pitchFamily="18" charset="0"/>
                          </a:rPr>
                        </m:ctrlPr>
                      </m:sSupPr>
                      <m:e>
                        <m:r>
                          <a:rPr lang="en-US" altLang="zh-CN" b="1" i="1" smtClean="0">
                            <a:latin typeface="Cambria Math" panose="02040503050406030204" pitchFamily="18" charset="0"/>
                            <a:ea typeface="Cambria Math" panose="02040503050406030204" pitchFamily="18" charset="0"/>
                          </a:rPr>
                          <m:t> (</m:t>
                        </m:r>
                        <m:r>
                          <a:rPr lang="en-US" altLang="zh-CN" b="1" i="1" smtClean="0">
                            <a:latin typeface="Cambria Math" panose="02040503050406030204" pitchFamily="18" charset="0"/>
                            <a:ea typeface="Cambria Math" panose="02040503050406030204" pitchFamily="18" charset="0"/>
                          </a:rPr>
                          <m:t>𝟐</m:t>
                        </m:r>
                      </m:e>
                      <m:sup>
                        <m:r>
                          <a:rPr lang="en-US" altLang="zh-CN" b="1" i="1" smtClean="0">
                            <a:latin typeface="Cambria Math" panose="02040503050406030204" pitchFamily="18" charset="0"/>
                            <a:ea typeface="Cambria Math" panose="02040503050406030204" pitchFamily="18" charset="0"/>
                          </a:rPr>
                          <m:t>𝒏</m:t>
                        </m:r>
                      </m:sup>
                    </m:sSup>
                    <m:r>
                      <a:rPr lang="en-US" altLang="zh-CN" b="1" i="1" smtClean="0">
                        <a:latin typeface="Cambria Math" panose="02040503050406030204" pitchFamily="18" charset="0"/>
                        <a:ea typeface="Cambria Math" panose="02040503050406030204" pitchFamily="18" charset="0"/>
                      </a:rPr>
                      <m:t>−</m:t>
                    </m:r>
                    <m:r>
                      <a:rPr lang="en-US" altLang="zh-CN" b="1" i="1" smtClean="0">
                        <a:latin typeface="Cambria Math" panose="02040503050406030204" pitchFamily="18" charset="0"/>
                        <a:ea typeface="Cambria Math" panose="02040503050406030204" pitchFamily="18" charset="0"/>
                      </a:rPr>
                      <m:t>𝟏</m:t>
                    </m:r>
                    <m:r>
                      <a:rPr lang="en-US" altLang="zh-CN" b="1" i="1" smtClean="0">
                        <a:latin typeface="Cambria Math" panose="02040503050406030204" pitchFamily="18" charset="0"/>
                        <a:ea typeface="Cambria Math" panose="02040503050406030204" pitchFamily="18" charset="0"/>
                      </a:rPr>
                      <m:t>)</m:t>
                    </m:r>
                  </m:oMath>
                </a14:m>
                <a:r>
                  <a:rPr lang="zh-CN" altLang="en-US" b="1" dirty="0"/>
                  <a:t>。本例假设采用</a:t>
                </a:r>
                <a14:m>
                  <m:oMath xmlns:m="http://schemas.openxmlformats.org/officeDocument/2006/math">
                    <m:r>
                      <a:rPr lang="en-US" altLang="zh-CN" b="1" i="1" dirty="0" smtClean="0">
                        <a:latin typeface="Cambria Math" panose="02040503050406030204" pitchFamily="18" charset="0"/>
                      </a:rPr>
                      <m:t>𝟑</m:t>
                    </m:r>
                  </m:oMath>
                </a14:m>
                <a:r>
                  <a:rPr lang="zh-CN" altLang="en-US" b="1" dirty="0"/>
                  <a:t>个比特给分组编序号，则序号范围是</a:t>
                </a:r>
                <a14:m>
                  <m:oMath xmlns:m="http://schemas.openxmlformats.org/officeDocument/2006/math">
                    <m:r>
                      <a:rPr lang="en-US" altLang="zh-CN" b="1" i="1" smtClean="0">
                        <a:latin typeface="Cambria Math" panose="02040503050406030204" pitchFamily="18" charset="0"/>
                      </a:rPr>
                      <m:t>𝟎</m:t>
                    </m:r>
                    <m:r>
                      <a:rPr lang="en-US" altLang="zh-CN" b="1" i="1" smtClean="0">
                        <a:latin typeface="Cambria Math" panose="02040503050406030204" pitchFamily="18" charset="0"/>
                        <a:ea typeface="Cambria Math" panose="02040503050406030204" pitchFamily="18" charset="0"/>
                      </a:rPr>
                      <m:t>~</m:t>
                    </m:r>
                    <m:r>
                      <a:rPr lang="en-US" altLang="zh-CN" b="1" i="1" smtClean="0">
                        <a:latin typeface="Cambria Math" panose="02040503050406030204" pitchFamily="18" charset="0"/>
                        <a:ea typeface="Cambria Math" panose="02040503050406030204" pitchFamily="18" charset="0"/>
                      </a:rPr>
                      <m:t>𝟕</m:t>
                    </m:r>
                    <m:r>
                      <a:rPr lang="zh-CN" altLang="en-US" b="1" i="1">
                        <a:latin typeface="Cambria Math" panose="02040503050406030204" pitchFamily="18" charset="0"/>
                        <a:ea typeface="Cambria Math" panose="02040503050406030204" pitchFamily="18" charset="0"/>
                      </a:rPr>
                      <m:t>。</m:t>
                    </m:r>
                  </m:oMath>
                </a14:m>
                <a:endParaRPr lang="en-US" altLang="zh-CN" b="1" dirty="0"/>
              </a:p>
            </p:txBody>
          </p:sp>
        </mc:Choice>
        <mc:Fallback xmlns="">
          <p:sp>
            <p:nvSpPr>
              <p:cNvPr id="66" name="íşlïḍè">
                <a:extLst>
                  <a:ext uri="{FF2B5EF4-FFF2-40B4-BE49-F238E27FC236}">
                    <a16:creationId xmlns:a16="http://schemas.microsoft.com/office/drawing/2014/main" id="{EC57E6C8-9EAA-4F5B-AF11-BFED193385DD}"/>
                  </a:ext>
                </a:extLst>
              </p:cNvPr>
              <p:cNvSpPr txBox="1">
                <a:spLocks noRot="1" noChangeAspect="1" noMove="1" noResize="1" noEditPoints="1" noAdjustHandles="1" noChangeArrowheads="1" noChangeShapeType="1" noTextEdit="1"/>
              </p:cNvSpPr>
              <p:nvPr/>
            </p:nvSpPr>
            <p:spPr>
              <a:xfrm>
                <a:off x="2563527" y="3101533"/>
                <a:ext cx="9323673" cy="623794"/>
              </a:xfrm>
              <a:prstGeom prst="rect">
                <a:avLst/>
              </a:prstGeom>
              <a:blipFill>
                <a:blip r:embed="rId7"/>
                <a:stretch>
                  <a:fillRect l="-589" t="-6863" r="-2943" b="-16667"/>
                </a:stretch>
              </a:blipFill>
            </p:spPr>
            <p:txBody>
              <a:bodyPr/>
              <a:lstStyle/>
              <a:p>
                <a:r>
                  <a:rPr lang="zh-CN" altLang="en-US">
                    <a:noFill/>
                  </a:rPr>
                  <a:t> </a:t>
                </a:r>
              </a:p>
            </p:txBody>
          </p:sp>
        </mc:Fallback>
      </mc:AlternateContent>
      <p:graphicFrame>
        <p:nvGraphicFramePr>
          <p:cNvPr id="21" name="表格 21">
            <a:extLst>
              <a:ext uri="{FF2B5EF4-FFF2-40B4-BE49-F238E27FC236}">
                <a16:creationId xmlns:a16="http://schemas.microsoft.com/office/drawing/2014/main" id="{CE497585-4F97-4F44-9ABE-D7BBA16B40E0}"/>
              </a:ext>
            </a:extLst>
          </p:cNvPr>
          <p:cNvGraphicFramePr>
            <a:graphicFrameLocks noGrp="1"/>
          </p:cNvGraphicFramePr>
          <p:nvPr/>
        </p:nvGraphicFramePr>
        <p:xfrm>
          <a:off x="2302929" y="5557308"/>
          <a:ext cx="9067800" cy="370840"/>
        </p:xfrm>
        <a:graphic>
          <a:graphicData uri="http://schemas.openxmlformats.org/drawingml/2006/table">
            <a:tbl>
              <a:tblPr firstRow="1" bandRow="1">
                <a:tableStyleId>{5C22544A-7EE6-4342-B048-85BDC9FD1C3A}</a:tableStyleId>
              </a:tblPr>
              <a:tblGrid>
                <a:gridCol w="755650">
                  <a:extLst>
                    <a:ext uri="{9D8B030D-6E8A-4147-A177-3AD203B41FA5}">
                      <a16:colId xmlns:a16="http://schemas.microsoft.com/office/drawing/2014/main" val="877486509"/>
                    </a:ext>
                  </a:extLst>
                </a:gridCol>
                <a:gridCol w="755650">
                  <a:extLst>
                    <a:ext uri="{9D8B030D-6E8A-4147-A177-3AD203B41FA5}">
                      <a16:colId xmlns:a16="http://schemas.microsoft.com/office/drawing/2014/main" val="3548605817"/>
                    </a:ext>
                  </a:extLst>
                </a:gridCol>
                <a:gridCol w="755650">
                  <a:extLst>
                    <a:ext uri="{9D8B030D-6E8A-4147-A177-3AD203B41FA5}">
                      <a16:colId xmlns:a16="http://schemas.microsoft.com/office/drawing/2014/main" val="2881812895"/>
                    </a:ext>
                  </a:extLst>
                </a:gridCol>
                <a:gridCol w="755650">
                  <a:extLst>
                    <a:ext uri="{9D8B030D-6E8A-4147-A177-3AD203B41FA5}">
                      <a16:colId xmlns:a16="http://schemas.microsoft.com/office/drawing/2014/main" val="3682284582"/>
                    </a:ext>
                  </a:extLst>
                </a:gridCol>
                <a:gridCol w="755650">
                  <a:extLst>
                    <a:ext uri="{9D8B030D-6E8A-4147-A177-3AD203B41FA5}">
                      <a16:colId xmlns:a16="http://schemas.microsoft.com/office/drawing/2014/main" val="500127722"/>
                    </a:ext>
                  </a:extLst>
                </a:gridCol>
                <a:gridCol w="755650">
                  <a:extLst>
                    <a:ext uri="{9D8B030D-6E8A-4147-A177-3AD203B41FA5}">
                      <a16:colId xmlns:a16="http://schemas.microsoft.com/office/drawing/2014/main" val="2946259618"/>
                    </a:ext>
                  </a:extLst>
                </a:gridCol>
                <a:gridCol w="755650">
                  <a:extLst>
                    <a:ext uri="{9D8B030D-6E8A-4147-A177-3AD203B41FA5}">
                      <a16:colId xmlns:a16="http://schemas.microsoft.com/office/drawing/2014/main" val="171501986"/>
                    </a:ext>
                  </a:extLst>
                </a:gridCol>
                <a:gridCol w="755650">
                  <a:extLst>
                    <a:ext uri="{9D8B030D-6E8A-4147-A177-3AD203B41FA5}">
                      <a16:colId xmlns:a16="http://schemas.microsoft.com/office/drawing/2014/main" val="1667185265"/>
                    </a:ext>
                  </a:extLst>
                </a:gridCol>
                <a:gridCol w="755650">
                  <a:extLst>
                    <a:ext uri="{9D8B030D-6E8A-4147-A177-3AD203B41FA5}">
                      <a16:colId xmlns:a16="http://schemas.microsoft.com/office/drawing/2014/main" val="4258211808"/>
                    </a:ext>
                  </a:extLst>
                </a:gridCol>
                <a:gridCol w="755650">
                  <a:extLst>
                    <a:ext uri="{9D8B030D-6E8A-4147-A177-3AD203B41FA5}">
                      <a16:colId xmlns:a16="http://schemas.microsoft.com/office/drawing/2014/main" val="1794200575"/>
                    </a:ext>
                  </a:extLst>
                </a:gridCol>
                <a:gridCol w="755650">
                  <a:extLst>
                    <a:ext uri="{9D8B030D-6E8A-4147-A177-3AD203B41FA5}">
                      <a16:colId xmlns:a16="http://schemas.microsoft.com/office/drawing/2014/main" val="4230716487"/>
                    </a:ext>
                  </a:extLst>
                </a:gridCol>
                <a:gridCol w="755650">
                  <a:extLst>
                    <a:ext uri="{9D8B030D-6E8A-4147-A177-3AD203B41FA5}">
                      <a16:colId xmlns:a16="http://schemas.microsoft.com/office/drawing/2014/main" val="56153739"/>
                    </a:ext>
                  </a:extLst>
                </a:gridCol>
              </a:tblGrid>
              <a:tr h="370840">
                <a:tc>
                  <a:txBody>
                    <a:bodyPr/>
                    <a:lstStyle/>
                    <a:p>
                      <a:pPr algn="ctr"/>
                      <a:r>
                        <a:rPr lang="en-US" altLang="zh-CN" dirty="0">
                          <a:solidFill>
                            <a:schemeClr val="tx1"/>
                          </a:solidFill>
                          <a:latin typeface="Arial Black" panose="020B0A04020102020204" pitchFamily="34" charset="0"/>
                        </a:rPr>
                        <a:t>0</a:t>
                      </a:r>
                      <a:endParaRPr lang="zh-CN" altLang="en-US" dirty="0">
                        <a:solidFill>
                          <a:schemeClr val="tx1"/>
                        </a:solidFill>
                        <a:latin typeface="Arial Black" panose="020B0A04020102020204" pitchFamily="34" charset="0"/>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algn="ctr"/>
                      <a:r>
                        <a:rPr lang="en-US" altLang="zh-CN" dirty="0">
                          <a:solidFill>
                            <a:schemeClr val="tx1"/>
                          </a:solidFill>
                          <a:latin typeface="Arial Black" panose="020B0A04020102020204" pitchFamily="34" charset="0"/>
                        </a:rPr>
                        <a:t>1</a:t>
                      </a:r>
                      <a:endParaRPr lang="zh-CN" altLang="en-US" dirty="0">
                        <a:solidFill>
                          <a:schemeClr val="tx1"/>
                        </a:solidFill>
                        <a:latin typeface="Arial Black" panose="020B0A04020102020204" pitchFamily="34" charset="0"/>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algn="ctr"/>
                      <a:r>
                        <a:rPr lang="en-US" altLang="zh-CN" dirty="0">
                          <a:solidFill>
                            <a:schemeClr val="tx1"/>
                          </a:solidFill>
                          <a:latin typeface="Arial Black" panose="020B0A04020102020204" pitchFamily="34" charset="0"/>
                        </a:rPr>
                        <a:t>2</a:t>
                      </a:r>
                      <a:endParaRPr lang="zh-CN" altLang="en-US" dirty="0">
                        <a:solidFill>
                          <a:schemeClr val="tx1"/>
                        </a:solidFill>
                        <a:latin typeface="Arial Black" panose="020B0A04020102020204" pitchFamily="34" charset="0"/>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algn="ctr"/>
                      <a:r>
                        <a:rPr lang="en-US" altLang="zh-CN" dirty="0">
                          <a:solidFill>
                            <a:schemeClr val="tx1"/>
                          </a:solidFill>
                          <a:latin typeface="Arial Black" panose="020B0A04020102020204" pitchFamily="34" charset="0"/>
                        </a:rPr>
                        <a:t>3</a:t>
                      </a:r>
                      <a:endParaRPr lang="zh-CN" altLang="en-US" dirty="0">
                        <a:solidFill>
                          <a:schemeClr val="tx1"/>
                        </a:solidFill>
                        <a:latin typeface="Arial Black" panose="020B0A04020102020204" pitchFamily="34" charset="0"/>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algn="ctr"/>
                      <a:r>
                        <a:rPr lang="en-US" altLang="zh-CN" dirty="0">
                          <a:solidFill>
                            <a:schemeClr val="tx1"/>
                          </a:solidFill>
                          <a:latin typeface="Arial Black" panose="020B0A04020102020204" pitchFamily="34" charset="0"/>
                        </a:rPr>
                        <a:t>4</a:t>
                      </a:r>
                      <a:endParaRPr lang="zh-CN" altLang="en-US" dirty="0">
                        <a:solidFill>
                          <a:schemeClr val="tx1"/>
                        </a:solidFill>
                        <a:latin typeface="Arial Black" panose="020B0A04020102020204" pitchFamily="34" charset="0"/>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algn="ctr"/>
                      <a:r>
                        <a:rPr lang="en-US" altLang="zh-CN" dirty="0">
                          <a:solidFill>
                            <a:schemeClr val="tx1"/>
                          </a:solidFill>
                          <a:latin typeface="Arial Black" panose="020B0A04020102020204" pitchFamily="34" charset="0"/>
                        </a:rPr>
                        <a:t>5</a:t>
                      </a:r>
                      <a:endParaRPr lang="zh-CN" altLang="en-US" dirty="0">
                        <a:solidFill>
                          <a:schemeClr val="tx1"/>
                        </a:solidFill>
                        <a:latin typeface="Arial Black" panose="020B0A04020102020204" pitchFamily="34" charset="0"/>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algn="ctr"/>
                      <a:r>
                        <a:rPr lang="en-US" altLang="zh-CN" dirty="0">
                          <a:solidFill>
                            <a:schemeClr val="tx1"/>
                          </a:solidFill>
                          <a:latin typeface="Arial Black" panose="020B0A04020102020204" pitchFamily="34" charset="0"/>
                        </a:rPr>
                        <a:t>6</a:t>
                      </a:r>
                      <a:endParaRPr lang="zh-CN" altLang="en-US" dirty="0">
                        <a:solidFill>
                          <a:schemeClr val="tx1"/>
                        </a:solidFill>
                        <a:latin typeface="Arial Black" panose="020B0A04020102020204" pitchFamily="34" charset="0"/>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algn="ctr"/>
                      <a:r>
                        <a:rPr lang="en-US" altLang="zh-CN" dirty="0">
                          <a:solidFill>
                            <a:schemeClr val="tx1"/>
                          </a:solidFill>
                          <a:latin typeface="Arial Black" panose="020B0A04020102020204" pitchFamily="34" charset="0"/>
                        </a:rPr>
                        <a:t>7</a:t>
                      </a:r>
                      <a:endParaRPr lang="zh-CN" altLang="en-US" dirty="0">
                        <a:solidFill>
                          <a:schemeClr val="tx1"/>
                        </a:solidFill>
                        <a:latin typeface="Arial Black" panose="020B0A04020102020204" pitchFamily="34" charset="0"/>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algn="ctr"/>
                      <a:r>
                        <a:rPr lang="en-US" altLang="zh-CN" dirty="0">
                          <a:solidFill>
                            <a:schemeClr val="tx1"/>
                          </a:solidFill>
                          <a:latin typeface="Arial Black" panose="020B0A04020102020204" pitchFamily="34" charset="0"/>
                        </a:rPr>
                        <a:t>0</a:t>
                      </a:r>
                      <a:endParaRPr lang="zh-CN" altLang="en-US" dirty="0">
                        <a:solidFill>
                          <a:schemeClr val="tx1"/>
                        </a:solidFill>
                        <a:latin typeface="Arial Black" panose="020B0A04020102020204" pitchFamily="34" charset="0"/>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algn="ctr"/>
                      <a:r>
                        <a:rPr lang="en-US" altLang="zh-CN" dirty="0">
                          <a:solidFill>
                            <a:schemeClr val="tx1"/>
                          </a:solidFill>
                          <a:latin typeface="Arial Black" panose="020B0A04020102020204" pitchFamily="34" charset="0"/>
                        </a:rPr>
                        <a:t>1</a:t>
                      </a:r>
                      <a:endParaRPr lang="zh-CN" altLang="en-US" dirty="0">
                        <a:solidFill>
                          <a:schemeClr val="tx1"/>
                        </a:solidFill>
                        <a:latin typeface="Arial Black" panose="020B0A04020102020204" pitchFamily="34" charset="0"/>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algn="ctr"/>
                      <a:r>
                        <a:rPr lang="en-US" altLang="zh-CN" dirty="0">
                          <a:solidFill>
                            <a:schemeClr val="tx1"/>
                          </a:solidFill>
                          <a:latin typeface="Arial Black" panose="020B0A04020102020204" pitchFamily="34" charset="0"/>
                        </a:rPr>
                        <a:t>2</a:t>
                      </a:r>
                      <a:endParaRPr lang="zh-CN" altLang="en-US" dirty="0">
                        <a:solidFill>
                          <a:schemeClr val="tx1"/>
                        </a:solidFill>
                        <a:latin typeface="Arial Black" panose="020B0A04020102020204" pitchFamily="34" charset="0"/>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algn="ctr"/>
                      <a:r>
                        <a:rPr lang="en-US" altLang="zh-CN" dirty="0">
                          <a:solidFill>
                            <a:schemeClr val="tx1"/>
                          </a:solidFill>
                          <a:latin typeface="Arial Black" panose="020B0A04020102020204" pitchFamily="34" charset="0"/>
                        </a:rPr>
                        <a:t>…</a:t>
                      </a:r>
                      <a:endParaRPr lang="zh-CN" altLang="en-US" dirty="0">
                        <a:solidFill>
                          <a:schemeClr val="tx1"/>
                        </a:solidFill>
                        <a:latin typeface="Arial Black" panose="020B0A04020102020204" pitchFamily="34" charset="0"/>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extLst>
                  <a:ext uri="{0D108BD9-81ED-4DB2-BD59-A6C34878D82A}">
                    <a16:rowId xmlns:a16="http://schemas.microsoft.com/office/drawing/2014/main" val="316235763"/>
                  </a:ext>
                </a:extLst>
              </a:tr>
            </a:tbl>
          </a:graphicData>
        </a:graphic>
      </p:graphicFrame>
      <p:graphicFrame>
        <p:nvGraphicFramePr>
          <p:cNvPr id="68" name="表格 21">
            <a:extLst>
              <a:ext uri="{FF2B5EF4-FFF2-40B4-BE49-F238E27FC236}">
                <a16:creationId xmlns:a16="http://schemas.microsoft.com/office/drawing/2014/main" id="{D9B4273D-C94E-42E6-A39B-908C6FA1D8AF}"/>
              </a:ext>
            </a:extLst>
          </p:cNvPr>
          <p:cNvGraphicFramePr>
            <a:graphicFrameLocks noGrp="1"/>
          </p:cNvGraphicFramePr>
          <p:nvPr/>
        </p:nvGraphicFramePr>
        <p:xfrm>
          <a:off x="2302929" y="1827576"/>
          <a:ext cx="9067800" cy="370840"/>
        </p:xfrm>
        <a:graphic>
          <a:graphicData uri="http://schemas.openxmlformats.org/drawingml/2006/table">
            <a:tbl>
              <a:tblPr firstRow="1" bandRow="1">
                <a:tableStyleId>{5C22544A-7EE6-4342-B048-85BDC9FD1C3A}</a:tableStyleId>
              </a:tblPr>
              <a:tblGrid>
                <a:gridCol w="755650">
                  <a:extLst>
                    <a:ext uri="{9D8B030D-6E8A-4147-A177-3AD203B41FA5}">
                      <a16:colId xmlns:a16="http://schemas.microsoft.com/office/drawing/2014/main" val="877486509"/>
                    </a:ext>
                  </a:extLst>
                </a:gridCol>
                <a:gridCol w="755650">
                  <a:extLst>
                    <a:ext uri="{9D8B030D-6E8A-4147-A177-3AD203B41FA5}">
                      <a16:colId xmlns:a16="http://schemas.microsoft.com/office/drawing/2014/main" val="3548605817"/>
                    </a:ext>
                  </a:extLst>
                </a:gridCol>
                <a:gridCol w="755650">
                  <a:extLst>
                    <a:ext uri="{9D8B030D-6E8A-4147-A177-3AD203B41FA5}">
                      <a16:colId xmlns:a16="http://schemas.microsoft.com/office/drawing/2014/main" val="2881812895"/>
                    </a:ext>
                  </a:extLst>
                </a:gridCol>
                <a:gridCol w="755650">
                  <a:extLst>
                    <a:ext uri="{9D8B030D-6E8A-4147-A177-3AD203B41FA5}">
                      <a16:colId xmlns:a16="http://schemas.microsoft.com/office/drawing/2014/main" val="3682284582"/>
                    </a:ext>
                  </a:extLst>
                </a:gridCol>
                <a:gridCol w="755650">
                  <a:extLst>
                    <a:ext uri="{9D8B030D-6E8A-4147-A177-3AD203B41FA5}">
                      <a16:colId xmlns:a16="http://schemas.microsoft.com/office/drawing/2014/main" val="500127722"/>
                    </a:ext>
                  </a:extLst>
                </a:gridCol>
                <a:gridCol w="755650">
                  <a:extLst>
                    <a:ext uri="{9D8B030D-6E8A-4147-A177-3AD203B41FA5}">
                      <a16:colId xmlns:a16="http://schemas.microsoft.com/office/drawing/2014/main" val="2946259618"/>
                    </a:ext>
                  </a:extLst>
                </a:gridCol>
                <a:gridCol w="755650">
                  <a:extLst>
                    <a:ext uri="{9D8B030D-6E8A-4147-A177-3AD203B41FA5}">
                      <a16:colId xmlns:a16="http://schemas.microsoft.com/office/drawing/2014/main" val="171501986"/>
                    </a:ext>
                  </a:extLst>
                </a:gridCol>
                <a:gridCol w="755650">
                  <a:extLst>
                    <a:ext uri="{9D8B030D-6E8A-4147-A177-3AD203B41FA5}">
                      <a16:colId xmlns:a16="http://schemas.microsoft.com/office/drawing/2014/main" val="1667185265"/>
                    </a:ext>
                  </a:extLst>
                </a:gridCol>
                <a:gridCol w="755650">
                  <a:extLst>
                    <a:ext uri="{9D8B030D-6E8A-4147-A177-3AD203B41FA5}">
                      <a16:colId xmlns:a16="http://schemas.microsoft.com/office/drawing/2014/main" val="4258211808"/>
                    </a:ext>
                  </a:extLst>
                </a:gridCol>
                <a:gridCol w="755650">
                  <a:extLst>
                    <a:ext uri="{9D8B030D-6E8A-4147-A177-3AD203B41FA5}">
                      <a16:colId xmlns:a16="http://schemas.microsoft.com/office/drawing/2014/main" val="1794200575"/>
                    </a:ext>
                  </a:extLst>
                </a:gridCol>
                <a:gridCol w="755650">
                  <a:extLst>
                    <a:ext uri="{9D8B030D-6E8A-4147-A177-3AD203B41FA5}">
                      <a16:colId xmlns:a16="http://schemas.microsoft.com/office/drawing/2014/main" val="4230716487"/>
                    </a:ext>
                  </a:extLst>
                </a:gridCol>
                <a:gridCol w="755650">
                  <a:extLst>
                    <a:ext uri="{9D8B030D-6E8A-4147-A177-3AD203B41FA5}">
                      <a16:colId xmlns:a16="http://schemas.microsoft.com/office/drawing/2014/main" val="56153739"/>
                    </a:ext>
                  </a:extLst>
                </a:gridCol>
              </a:tblGrid>
              <a:tr h="370840">
                <a:tc>
                  <a:txBody>
                    <a:bodyPr/>
                    <a:lstStyle/>
                    <a:p>
                      <a:pPr algn="ctr"/>
                      <a:r>
                        <a:rPr lang="en-US" altLang="zh-CN" dirty="0">
                          <a:solidFill>
                            <a:schemeClr val="tx1"/>
                          </a:solidFill>
                          <a:latin typeface="Arial Black" panose="020B0A04020102020204" pitchFamily="34" charset="0"/>
                        </a:rPr>
                        <a:t>0</a:t>
                      </a:r>
                      <a:endParaRPr lang="zh-CN" altLang="en-US" dirty="0">
                        <a:solidFill>
                          <a:schemeClr val="tx1"/>
                        </a:solidFill>
                        <a:latin typeface="Arial Black" panose="020B0A04020102020204" pitchFamily="34" charset="0"/>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algn="ctr"/>
                      <a:r>
                        <a:rPr lang="en-US" altLang="zh-CN" dirty="0">
                          <a:solidFill>
                            <a:schemeClr val="tx1"/>
                          </a:solidFill>
                          <a:latin typeface="Arial Black" panose="020B0A04020102020204" pitchFamily="34" charset="0"/>
                        </a:rPr>
                        <a:t>1</a:t>
                      </a:r>
                      <a:endParaRPr lang="zh-CN" altLang="en-US" dirty="0">
                        <a:solidFill>
                          <a:schemeClr val="tx1"/>
                        </a:solidFill>
                        <a:latin typeface="Arial Black" panose="020B0A04020102020204" pitchFamily="34" charset="0"/>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algn="ctr"/>
                      <a:r>
                        <a:rPr lang="en-US" altLang="zh-CN" dirty="0">
                          <a:solidFill>
                            <a:schemeClr val="tx1"/>
                          </a:solidFill>
                          <a:latin typeface="Arial Black" panose="020B0A04020102020204" pitchFamily="34" charset="0"/>
                        </a:rPr>
                        <a:t>2</a:t>
                      </a:r>
                      <a:endParaRPr lang="zh-CN" altLang="en-US" dirty="0">
                        <a:solidFill>
                          <a:schemeClr val="tx1"/>
                        </a:solidFill>
                        <a:latin typeface="Arial Black" panose="020B0A04020102020204" pitchFamily="34" charset="0"/>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algn="ctr"/>
                      <a:r>
                        <a:rPr lang="en-US" altLang="zh-CN" dirty="0">
                          <a:solidFill>
                            <a:schemeClr val="tx1"/>
                          </a:solidFill>
                          <a:latin typeface="Arial Black" panose="020B0A04020102020204" pitchFamily="34" charset="0"/>
                        </a:rPr>
                        <a:t>3</a:t>
                      </a:r>
                      <a:endParaRPr lang="zh-CN" altLang="en-US" dirty="0">
                        <a:solidFill>
                          <a:schemeClr val="tx1"/>
                        </a:solidFill>
                        <a:latin typeface="Arial Black" panose="020B0A04020102020204" pitchFamily="34" charset="0"/>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algn="ctr"/>
                      <a:r>
                        <a:rPr lang="en-US" altLang="zh-CN" dirty="0">
                          <a:solidFill>
                            <a:schemeClr val="tx1"/>
                          </a:solidFill>
                          <a:latin typeface="Arial Black" panose="020B0A04020102020204" pitchFamily="34" charset="0"/>
                        </a:rPr>
                        <a:t>4</a:t>
                      </a:r>
                      <a:endParaRPr lang="zh-CN" altLang="en-US" dirty="0">
                        <a:solidFill>
                          <a:schemeClr val="tx1"/>
                        </a:solidFill>
                        <a:latin typeface="Arial Black" panose="020B0A04020102020204" pitchFamily="34" charset="0"/>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algn="ctr"/>
                      <a:r>
                        <a:rPr lang="en-US" altLang="zh-CN" dirty="0">
                          <a:solidFill>
                            <a:schemeClr val="tx1"/>
                          </a:solidFill>
                          <a:latin typeface="Arial Black" panose="020B0A04020102020204" pitchFamily="34" charset="0"/>
                        </a:rPr>
                        <a:t>5</a:t>
                      </a:r>
                      <a:endParaRPr lang="zh-CN" altLang="en-US" dirty="0">
                        <a:solidFill>
                          <a:schemeClr val="tx1"/>
                        </a:solidFill>
                        <a:latin typeface="Arial Black" panose="020B0A04020102020204" pitchFamily="34" charset="0"/>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algn="ctr"/>
                      <a:r>
                        <a:rPr lang="en-US" altLang="zh-CN" dirty="0">
                          <a:solidFill>
                            <a:schemeClr val="tx1"/>
                          </a:solidFill>
                          <a:latin typeface="Arial Black" panose="020B0A04020102020204" pitchFamily="34" charset="0"/>
                        </a:rPr>
                        <a:t>6</a:t>
                      </a:r>
                      <a:endParaRPr lang="zh-CN" altLang="en-US" dirty="0">
                        <a:solidFill>
                          <a:schemeClr val="tx1"/>
                        </a:solidFill>
                        <a:latin typeface="Arial Black" panose="020B0A04020102020204" pitchFamily="34" charset="0"/>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algn="ctr"/>
                      <a:r>
                        <a:rPr lang="en-US" altLang="zh-CN" dirty="0">
                          <a:solidFill>
                            <a:schemeClr val="tx1"/>
                          </a:solidFill>
                          <a:latin typeface="Arial Black" panose="020B0A04020102020204" pitchFamily="34" charset="0"/>
                        </a:rPr>
                        <a:t>7</a:t>
                      </a:r>
                      <a:endParaRPr lang="zh-CN" altLang="en-US" dirty="0">
                        <a:solidFill>
                          <a:schemeClr val="tx1"/>
                        </a:solidFill>
                        <a:latin typeface="Arial Black" panose="020B0A04020102020204" pitchFamily="34" charset="0"/>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algn="ctr"/>
                      <a:r>
                        <a:rPr lang="en-US" altLang="zh-CN" dirty="0">
                          <a:solidFill>
                            <a:schemeClr val="tx1"/>
                          </a:solidFill>
                          <a:latin typeface="Arial Black" panose="020B0A04020102020204" pitchFamily="34" charset="0"/>
                        </a:rPr>
                        <a:t>0</a:t>
                      </a:r>
                      <a:endParaRPr lang="zh-CN" altLang="en-US" dirty="0">
                        <a:solidFill>
                          <a:schemeClr val="tx1"/>
                        </a:solidFill>
                        <a:latin typeface="Arial Black" panose="020B0A04020102020204" pitchFamily="34" charset="0"/>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algn="ctr"/>
                      <a:r>
                        <a:rPr lang="en-US" altLang="zh-CN" dirty="0">
                          <a:solidFill>
                            <a:schemeClr val="tx1"/>
                          </a:solidFill>
                          <a:latin typeface="Arial Black" panose="020B0A04020102020204" pitchFamily="34" charset="0"/>
                        </a:rPr>
                        <a:t>1</a:t>
                      </a:r>
                      <a:endParaRPr lang="zh-CN" altLang="en-US" dirty="0">
                        <a:solidFill>
                          <a:schemeClr val="tx1"/>
                        </a:solidFill>
                        <a:latin typeface="Arial Black" panose="020B0A04020102020204" pitchFamily="34" charset="0"/>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algn="ctr"/>
                      <a:r>
                        <a:rPr lang="en-US" altLang="zh-CN" dirty="0">
                          <a:solidFill>
                            <a:schemeClr val="tx1"/>
                          </a:solidFill>
                          <a:latin typeface="Arial Black" panose="020B0A04020102020204" pitchFamily="34" charset="0"/>
                        </a:rPr>
                        <a:t>2</a:t>
                      </a:r>
                      <a:endParaRPr lang="zh-CN" altLang="en-US" dirty="0">
                        <a:solidFill>
                          <a:schemeClr val="tx1"/>
                        </a:solidFill>
                        <a:latin typeface="Arial Black" panose="020B0A04020102020204" pitchFamily="34" charset="0"/>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algn="ctr"/>
                      <a:r>
                        <a:rPr lang="en-US" altLang="zh-CN" dirty="0">
                          <a:solidFill>
                            <a:schemeClr val="tx1"/>
                          </a:solidFill>
                          <a:latin typeface="Arial Black" panose="020B0A04020102020204" pitchFamily="34" charset="0"/>
                        </a:rPr>
                        <a:t>…</a:t>
                      </a:r>
                      <a:endParaRPr lang="zh-CN" altLang="en-US" dirty="0">
                        <a:solidFill>
                          <a:schemeClr val="tx1"/>
                        </a:solidFill>
                        <a:latin typeface="Arial Black" panose="020B0A04020102020204" pitchFamily="34" charset="0"/>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extLst>
                  <a:ext uri="{0D108BD9-81ED-4DB2-BD59-A6C34878D82A}">
                    <a16:rowId xmlns:a16="http://schemas.microsoft.com/office/drawing/2014/main" val="316235763"/>
                  </a:ext>
                </a:extLst>
              </a:tr>
            </a:tbl>
          </a:graphicData>
        </a:graphic>
      </p:graphicFrame>
      <p:sp>
        <p:nvSpPr>
          <p:cNvPr id="18" name="平行四边形 17">
            <a:extLst>
              <a:ext uri="{FF2B5EF4-FFF2-40B4-BE49-F238E27FC236}">
                <a16:creationId xmlns:a16="http://schemas.microsoft.com/office/drawing/2014/main" id="{3D0C648F-0B7E-A6CC-1EA2-62282B9283CE}"/>
              </a:ext>
            </a:extLst>
          </p:cNvPr>
          <p:cNvSpPr/>
          <p:nvPr/>
        </p:nvSpPr>
        <p:spPr>
          <a:xfrm>
            <a:off x="304799" y="749300"/>
            <a:ext cx="695119" cy="387090"/>
          </a:xfrm>
          <a:prstGeom prst="parallelogram">
            <a:avLst/>
          </a:prstGeom>
          <a:solidFill>
            <a:schemeClr val="accent3">
              <a:lumMod val="75000"/>
            </a:schemeClr>
          </a:solidFill>
          <a:ln>
            <a:solidFill>
              <a:schemeClr val="accent3">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CN" sz="2200" dirty="0">
                <a:latin typeface="Impact" panose="020B0806030902050204" pitchFamily="34" charset="0"/>
              </a:rPr>
              <a:t>04</a:t>
            </a:r>
            <a:endParaRPr lang="zh-CN" altLang="en-US" sz="2200" dirty="0">
              <a:latin typeface="Impact" panose="020B0806030902050204" pitchFamily="34" charset="0"/>
            </a:endParaRPr>
          </a:p>
        </p:txBody>
      </p:sp>
    </p:spTree>
    <p:custDataLst>
      <p:tags r:id="rId1"/>
    </p:custDataLst>
    <p:extLst>
      <p:ext uri="{BB962C8B-B14F-4D97-AF65-F5344CB8AC3E}">
        <p14:creationId xmlns:p14="http://schemas.microsoft.com/office/powerpoint/2010/main" val="2055219475"/>
      </p:ext>
    </p:extLst>
  </p:cSld>
  <p:clrMapOvr>
    <a:masterClrMapping/>
  </p:clrMapOvr>
  <mc:AlternateContent xmlns:mc="http://schemas.openxmlformats.org/markup-compatibility/2006" xmlns:p14="http://schemas.microsoft.com/office/powerpoint/2010/main">
    <mc:Choice Requires="p14">
      <p:transition p14:dur="10"/>
    </mc:Choice>
    <mc:Fallback xmlns="">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2" fill="hold" nodeType="withEffect">
                                  <p:stCondLst>
                                    <p:cond delay="0"/>
                                  </p:stCondLst>
                                  <p:childTnLst>
                                    <p:set>
                                      <p:cBhvr>
                                        <p:cTn id="6" dur="1" fill="hold">
                                          <p:stCondLst>
                                            <p:cond delay="0"/>
                                          </p:stCondLst>
                                        </p:cTn>
                                        <p:tgtEl>
                                          <p:spTgt spid="20"/>
                                        </p:tgtEl>
                                        <p:attrNameLst>
                                          <p:attrName>style.visibility</p:attrName>
                                        </p:attrNameLst>
                                      </p:cBhvr>
                                      <p:to>
                                        <p:strVal val="visible"/>
                                      </p:to>
                                    </p:set>
                                    <p:anim calcmode="lin" valueType="num">
                                      <p:cBhvr additive="base">
                                        <p:cTn id="7" dur="500" fill="hold"/>
                                        <p:tgtEl>
                                          <p:spTgt spid="20"/>
                                        </p:tgtEl>
                                        <p:attrNameLst>
                                          <p:attrName>ppt_x</p:attrName>
                                        </p:attrNameLst>
                                      </p:cBhvr>
                                      <p:tavLst>
                                        <p:tav tm="0">
                                          <p:val>
                                            <p:strVal val="1+#ppt_w/2"/>
                                          </p:val>
                                        </p:tav>
                                        <p:tav tm="100000">
                                          <p:val>
                                            <p:strVal val="#ppt_x"/>
                                          </p:val>
                                        </p:tav>
                                      </p:tavLst>
                                    </p:anim>
                                    <p:anim calcmode="lin" valueType="num">
                                      <p:cBhvr additive="base">
                                        <p:cTn id="8" dur="500" fill="hold"/>
                                        <p:tgtEl>
                                          <p:spTgt spid="20"/>
                                        </p:tgtEl>
                                        <p:attrNameLst>
                                          <p:attrName>ppt_y</p:attrName>
                                        </p:attrNameLst>
                                      </p:cBhvr>
                                      <p:tavLst>
                                        <p:tav tm="0">
                                          <p:val>
                                            <p:strVal val="#ppt_y"/>
                                          </p:val>
                                        </p:tav>
                                        <p:tav tm="100000">
                                          <p:val>
                                            <p:strVal val="#ppt_y"/>
                                          </p:val>
                                        </p:tav>
                                      </p:tavLst>
                                    </p:anim>
                                  </p:childTnLst>
                                </p:cTn>
                              </p:par>
                            </p:childTnLst>
                          </p:cTn>
                        </p:par>
                      </p:childTnLst>
                    </p:cTn>
                  </p:par>
                  <p:par>
                    <p:cTn id="9" fill="hold">
                      <p:stCondLst>
                        <p:cond delay="indefinite"/>
                      </p:stCondLst>
                      <p:childTnLst>
                        <p:par>
                          <p:cTn id="10" fill="hold">
                            <p:stCondLst>
                              <p:cond delay="0"/>
                            </p:stCondLst>
                            <p:childTnLst>
                              <p:par>
                                <p:cTn id="11" presetID="49" presetClass="entr" presetSubtype="0" decel="100000" fill="hold" grpId="0" nodeType="clickEffect">
                                  <p:stCondLst>
                                    <p:cond delay="0"/>
                                  </p:stCondLst>
                                  <p:childTnLst>
                                    <p:set>
                                      <p:cBhvr>
                                        <p:cTn id="12" dur="1" fill="hold">
                                          <p:stCondLst>
                                            <p:cond delay="0"/>
                                          </p:stCondLst>
                                        </p:cTn>
                                        <p:tgtEl>
                                          <p:spTgt spid="65"/>
                                        </p:tgtEl>
                                        <p:attrNameLst>
                                          <p:attrName>style.visibility</p:attrName>
                                        </p:attrNameLst>
                                      </p:cBhvr>
                                      <p:to>
                                        <p:strVal val="visible"/>
                                      </p:to>
                                    </p:set>
                                    <p:anim calcmode="lin" valueType="num">
                                      <p:cBhvr>
                                        <p:cTn id="13" dur="500" fill="hold"/>
                                        <p:tgtEl>
                                          <p:spTgt spid="65"/>
                                        </p:tgtEl>
                                        <p:attrNameLst>
                                          <p:attrName>ppt_w</p:attrName>
                                        </p:attrNameLst>
                                      </p:cBhvr>
                                      <p:tavLst>
                                        <p:tav tm="0">
                                          <p:val>
                                            <p:fltVal val="0"/>
                                          </p:val>
                                        </p:tav>
                                        <p:tav tm="100000">
                                          <p:val>
                                            <p:strVal val="#ppt_w"/>
                                          </p:val>
                                        </p:tav>
                                      </p:tavLst>
                                    </p:anim>
                                    <p:anim calcmode="lin" valueType="num">
                                      <p:cBhvr>
                                        <p:cTn id="14" dur="500" fill="hold"/>
                                        <p:tgtEl>
                                          <p:spTgt spid="65"/>
                                        </p:tgtEl>
                                        <p:attrNameLst>
                                          <p:attrName>ppt_h</p:attrName>
                                        </p:attrNameLst>
                                      </p:cBhvr>
                                      <p:tavLst>
                                        <p:tav tm="0">
                                          <p:val>
                                            <p:fltVal val="0"/>
                                          </p:val>
                                        </p:tav>
                                        <p:tav tm="100000">
                                          <p:val>
                                            <p:strVal val="#ppt_h"/>
                                          </p:val>
                                        </p:tav>
                                      </p:tavLst>
                                    </p:anim>
                                    <p:anim calcmode="lin" valueType="num">
                                      <p:cBhvr>
                                        <p:cTn id="15" dur="500" fill="hold"/>
                                        <p:tgtEl>
                                          <p:spTgt spid="65"/>
                                        </p:tgtEl>
                                        <p:attrNameLst>
                                          <p:attrName>style.rotation</p:attrName>
                                        </p:attrNameLst>
                                      </p:cBhvr>
                                      <p:tavLst>
                                        <p:tav tm="0">
                                          <p:val>
                                            <p:fltVal val="360"/>
                                          </p:val>
                                        </p:tav>
                                        <p:tav tm="100000">
                                          <p:val>
                                            <p:fltVal val="0"/>
                                          </p:val>
                                        </p:tav>
                                      </p:tavLst>
                                    </p:anim>
                                    <p:animEffect transition="in" filter="fade">
                                      <p:cBhvr>
                                        <p:cTn id="16" dur="500"/>
                                        <p:tgtEl>
                                          <p:spTgt spid="65"/>
                                        </p:tgtEl>
                                      </p:cBhvr>
                                    </p:animEffect>
                                  </p:childTnLst>
                                </p:cTn>
                              </p:par>
                            </p:childTnLst>
                          </p:cTn>
                        </p:par>
                        <p:par>
                          <p:cTn id="17" fill="hold">
                            <p:stCondLst>
                              <p:cond delay="500"/>
                            </p:stCondLst>
                            <p:childTnLst>
                              <p:par>
                                <p:cTn id="18" presetID="1" presetClass="entr" presetSubtype="0" fill="hold" grpId="0" nodeType="afterEffect">
                                  <p:stCondLst>
                                    <p:cond delay="0"/>
                                  </p:stCondLst>
                                  <p:iterate type="lt">
                                    <p:tmAbs val="100"/>
                                  </p:iterate>
                                  <p:childTnLst>
                                    <p:set>
                                      <p:cBhvr>
                                        <p:cTn id="19" dur="1" fill="hold">
                                          <p:stCondLst>
                                            <p:cond delay="0"/>
                                          </p:stCondLst>
                                        </p:cTn>
                                        <p:tgtEl>
                                          <p:spTgt spid="66"/>
                                        </p:tgtEl>
                                        <p:attrNameLst>
                                          <p:attrName>style.visibility</p:attrName>
                                        </p:attrNameLst>
                                      </p:cBhvr>
                                      <p:to>
                                        <p:strVal val="visible"/>
                                      </p:to>
                                    </p:set>
                                  </p:childTnLst>
                                </p:cTn>
                              </p:par>
                            </p:childTnLst>
                          </p:cTn>
                        </p:par>
                      </p:childTnLst>
                    </p:cTn>
                  </p:par>
                  <p:par>
                    <p:cTn id="20" fill="hold">
                      <p:stCondLst>
                        <p:cond delay="indefinite"/>
                      </p:stCondLst>
                      <p:childTnLst>
                        <p:par>
                          <p:cTn id="21" fill="hold">
                            <p:stCondLst>
                              <p:cond delay="0"/>
                            </p:stCondLst>
                            <p:childTnLst>
                              <p:par>
                                <p:cTn id="22" presetID="22" presetClass="entr" presetSubtype="8" fill="hold" nodeType="clickEffect">
                                  <p:stCondLst>
                                    <p:cond delay="0"/>
                                  </p:stCondLst>
                                  <p:childTnLst>
                                    <p:set>
                                      <p:cBhvr>
                                        <p:cTn id="23" dur="1" fill="hold">
                                          <p:stCondLst>
                                            <p:cond delay="0"/>
                                          </p:stCondLst>
                                        </p:cTn>
                                        <p:tgtEl>
                                          <p:spTgt spid="21"/>
                                        </p:tgtEl>
                                        <p:attrNameLst>
                                          <p:attrName>style.visibility</p:attrName>
                                        </p:attrNameLst>
                                      </p:cBhvr>
                                      <p:to>
                                        <p:strVal val="visible"/>
                                      </p:to>
                                    </p:set>
                                    <p:animEffect transition="in" filter="wipe(left)">
                                      <p:cBhvr>
                                        <p:cTn id="24" dur="1000"/>
                                        <p:tgtEl>
                                          <p:spTgt spid="21"/>
                                        </p:tgtEl>
                                      </p:cBhvr>
                                    </p:animEffect>
                                  </p:childTnLst>
                                </p:cTn>
                              </p:par>
                              <p:par>
                                <p:cTn id="25" presetID="22" presetClass="entr" presetSubtype="8" fill="hold" nodeType="withEffect">
                                  <p:stCondLst>
                                    <p:cond delay="0"/>
                                  </p:stCondLst>
                                  <p:childTnLst>
                                    <p:set>
                                      <p:cBhvr>
                                        <p:cTn id="26" dur="1" fill="hold">
                                          <p:stCondLst>
                                            <p:cond delay="0"/>
                                          </p:stCondLst>
                                        </p:cTn>
                                        <p:tgtEl>
                                          <p:spTgt spid="68"/>
                                        </p:tgtEl>
                                        <p:attrNameLst>
                                          <p:attrName>style.visibility</p:attrName>
                                        </p:attrNameLst>
                                      </p:cBhvr>
                                      <p:to>
                                        <p:strVal val="visible"/>
                                      </p:to>
                                    </p:set>
                                    <p:animEffect transition="in" filter="wipe(left)">
                                      <p:cBhvr>
                                        <p:cTn id="27" dur="1000"/>
                                        <p:tgtEl>
                                          <p:spTgt spid="68"/>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65" grpId="0" animBg="1"/>
      <p:bldP spid="66" grpId="0"/>
    </p:bldLst>
  </p:timing>
</p:sld>
</file>

<file path=ppt/slides/slide13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4" name="组合 3">
            <a:extLst>
              <a:ext uri="{FF2B5EF4-FFF2-40B4-BE49-F238E27FC236}">
                <a16:creationId xmlns:a16="http://schemas.microsoft.com/office/drawing/2014/main" id="{9A1EA9F2-FCB6-48C3-935F-7AE7E3AD14AC}"/>
              </a:ext>
            </a:extLst>
          </p:cNvPr>
          <p:cNvGrpSpPr/>
          <p:nvPr/>
        </p:nvGrpSpPr>
        <p:grpSpPr>
          <a:xfrm>
            <a:off x="304800" y="749300"/>
            <a:ext cx="6192344" cy="400110"/>
            <a:chOff x="424117" y="898245"/>
            <a:chExt cx="6192344" cy="400110"/>
          </a:xfrm>
        </p:grpSpPr>
        <p:sp>
          <p:nvSpPr>
            <p:cNvPr id="2" name="平行四边形 1">
              <a:extLst>
                <a:ext uri="{FF2B5EF4-FFF2-40B4-BE49-F238E27FC236}">
                  <a16:creationId xmlns:a16="http://schemas.microsoft.com/office/drawing/2014/main" id="{1F5BAA3F-9845-4F89-A2DD-8222D3E4EDAC}"/>
                </a:ext>
              </a:extLst>
            </p:cNvPr>
            <p:cNvSpPr/>
            <p:nvPr/>
          </p:nvSpPr>
          <p:spPr>
            <a:xfrm>
              <a:off x="424117" y="898245"/>
              <a:ext cx="628306" cy="387090"/>
            </a:xfrm>
            <a:prstGeom prst="parallelogram">
              <a:avLst/>
            </a:prstGeom>
            <a:solidFill>
              <a:schemeClr val="accent3">
                <a:lumMod val="75000"/>
              </a:schemeClr>
            </a:solidFill>
            <a:ln>
              <a:solidFill>
                <a:schemeClr val="accent3">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CN" sz="2200" dirty="0">
                  <a:latin typeface="Impact" panose="020B0806030902050204" pitchFamily="34" charset="0"/>
                </a:rPr>
                <a:t>01</a:t>
              </a:r>
              <a:endParaRPr lang="zh-CN" altLang="en-US" sz="2200" dirty="0">
                <a:latin typeface="Impact" panose="020B0806030902050204" pitchFamily="34" charset="0"/>
              </a:endParaRPr>
            </a:p>
          </p:txBody>
        </p:sp>
        <p:sp>
          <p:nvSpPr>
            <p:cNvPr id="3" name="文本框 2">
              <a:extLst>
                <a:ext uri="{FF2B5EF4-FFF2-40B4-BE49-F238E27FC236}">
                  <a16:creationId xmlns:a16="http://schemas.microsoft.com/office/drawing/2014/main" id="{4D6BD736-A4D3-4F26-AFED-36E11F50F70B}"/>
                </a:ext>
              </a:extLst>
            </p:cNvPr>
            <p:cNvSpPr txBox="1"/>
            <p:nvPr/>
          </p:nvSpPr>
          <p:spPr>
            <a:xfrm>
              <a:off x="1052423" y="898245"/>
              <a:ext cx="5564038" cy="400110"/>
            </a:xfrm>
            <a:prstGeom prst="rect">
              <a:avLst/>
            </a:prstGeom>
            <a:noFill/>
          </p:spPr>
          <p:txBody>
            <a:bodyPr wrap="square" rtlCol="0">
              <a:spAutoFit/>
            </a:bodyPr>
            <a:lstStyle/>
            <a:p>
              <a:r>
                <a:rPr lang="zh-CN" altLang="en-US" sz="2000" b="1" dirty="0"/>
                <a:t>回退</a:t>
              </a:r>
              <a:r>
                <a:rPr lang="en-US" altLang="zh-CN" sz="2000" b="1" dirty="0"/>
                <a:t>N</a:t>
              </a:r>
              <a:r>
                <a:rPr lang="zh-CN" altLang="en-US" sz="2000" b="1" dirty="0"/>
                <a:t>帧协议</a:t>
              </a:r>
            </a:p>
          </p:txBody>
        </p:sp>
      </p:grpSp>
      <p:grpSp>
        <p:nvGrpSpPr>
          <p:cNvPr id="20" name="组合 19">
            <a:extLst>
              <a:ext uri="{FF2B5EF4-FFF2-40B4-BE49-F238E27FC236}">
                <a16:creationId xmlns:a16="http://schemas.microsoft.com/office/drawing/2014/main" id="{87756F0E-46C2-4571-B23D-C8472E9FD1FB}"/>
              </a:ext>
            </a:extLst>
          </p:cNvPr>
          <p:cNvGrpSpPr/>
          <p:nvPr/>
        </p:nvGrpSpPr>
        <p:grpSpPr>
          <a:xfrm>
            <a:off x="475097" y="1263518"/>
            <a:ext cx="1355161" cy="5114896"/>
            <a:chOff x="475097" y="1263518"/>
            <a:chExt cx="1355161" cy="5114896"/>
          </a:xfrm>
        </p:grpSpPr>
        <p:cxnSp>
          <p:nvCxnSpPr>
            <p:cNvPr id="17" name="直接连接符 16">
              <a:extLst>
                <a:ext uri="{FF2B5EF4-FFF2-40B4-BE49-F238E27FC236}">
                  <a16:creationId xmlns:a16="http://schemas.microsoft.com/office/drawing/2014/main" id="{5A41A17A-7B81-47D8-BDBB-76B8F1AA71D6}"/>
                </a:ext>
              </a:extLst>
            </p:cNvPr>
            <p:cNvCxnSpPr>
              <a:cxnSpLocks/>
            </p:cNvCxnSpPr>
            <p:nvPr/>
          </p:nvCxnSpPr>
          <p:spPr>
            <a:xfrm flipV="1">
              <a:off x="1208367" y="2012996"/>
              <a:ext cx="0" cy="3813858"/>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nvGrpSpPr>
            <p:cNvPr id="9" name="组合 8">
              <a:extLst>
                <a:ext uri="{FF2B5EF4-FFF2-40B4-BE49-F238E27FC236}">
                  <a16:creationId xmlns:a16="http://schemas.microsoft.com/office/drawing/2014/main" id="{A2B5FA1F-35FA-42E7-8D74-E7431B6AAA3C}"/>
                </a:ext>
              </a:extLst>
            </p:cNvPr>
            <p:cNvGrpSpPr/>
            <p:nvPr/>
          </p:nvGrpSpPr>
          <p:grpSpPr>
            <a:xfrm>
              <a:off x="700096" y="5368000"/>
              <a:ext cx="905164" cy="1010414"/>
              <a:chOff x="700096" y="5368000"/>
              <a:chExt cx="905164" cy="1010414"/>
            </a:xfrm>
          </p:grpSpPr>
          <p:pic>
            <p:nvPicPr>
              <p:cNvPr id="214" name="图形 213">
                <a:extLst>
                  <a:ext uri="{FF2B5EF4-FFF2-40B4-BE49-F238E27FC236}">
                    <a16:creationId xmlns:a16="http://schemas.microsoft.com/office/drawing/2014/main" id="{D949CB40-4FF6-4E8C-991B-66D24C6ADF05}"/>
                  </a:ext>
                </a:extLst>
              </p:cNvPr>
              <p:cNvPicPr>
                <a:picLocks noChangeAspect="1"/>
              </p:cNvPicPr>
              <p:nvPr/>
            </p:nvPicPr>
            <p:blipFill>
              <a:blip r:embed="rId3">
                <a:extLst>
                  <a:ext uri="{28A0092B-C50C-407E-A947-70E740481C1C}">
                    <a14:useLocalDpi xmlns:a14="http://schemas.microsoft.com/office/drawing/2010/main" val="0"/>
                  </a:ext>
                  <a:ext uri="{96DAC541-7B7A-43D3-8B79-37D633B846F1}">
                    <asvg:svgBlip xmlns:asvg="http://schemas.microsoft.com/office/drawing/2016/SVG/main" r:embed="rId4"/>
                  </a:ext>
                </a:extLst>
              </a:blip>
              <a:stretch>
                <a:fillRect/>
              </a:stretch>
            </p:blipFill>
            <p:spPr>
              <a:xfrm>
                <a:off x="821271" y="5368000"/>
                <a:ext cx="662814" cy="641082"/>
              </a:xfrm>
              <a:prstGeom prst="rect">
                <a:avLst/>
              </a:prstGeom>
            </p:spPr>
          </p:pic>
          <p:sp>
            <p:nvSpPr>
              <p:cNvPr id="218" name="文本框 217">
                <a:extLst>
                  <a:ext uri="{FF2B5EF4-FFF2-40B4-BE49-F238E27FC236}">
                    <a16:creationId xmlns:a16="http://schemas.microsoft.com/office/drawing/2014/main" id="{584D12FE-712D-432B-A48B-3084189F6B6C}"/>
                  </a:ext>
                </a:extLst>
              </p:cNvPr>
              <p:cNvSpPr txBox="1"/>
              <p:nvPr/>
            </p:nvSpPr>
            <p:spPr>
              <a:xfrm>
                <a:off x="700096" y="6009082"/>
                <a:ext cx="905164" cy="369332"/>
              </a:xfrm>
              <a:prstGeom prst="rect">
                <a:avLst/>
              </a:prstGeom>
              <a:noFill/>
            </p:spPr>
            <p:txBody>
              <a:bodyPr wrap="square" rtlCol="0">
                <a:spAutoFit/>
              </a:bodyPr>
              <a:lstStyle/>
              <a:p>
                <a:r>
                  <a:rPr lang="zh-CN" altLang="en-US" b="1" dirty="0">
                    <a:latin typeface="+mn-ea"/>
                  </a:rPr>
                  <a:t>发送方</a:t>
                </a:r>
              </a:p>
            </p:txBody>
          </p:sp>
        </p:grpSp>
        <p:grpSp>
          <p:nvGrpSpPr>
            <p:cNvPr id="8" name="组合 7">
              <a:extLst>
                <a:ext uri="{FF2B5EF4-FFF2-40B4-BE49-F238E27FC236}">
                  <a16:creationId xmlns:a16="http://schemas.microsoft.com/office/drawing/2014/main" id="{0ACAF080-95D4-4F76-A817-06EA84E449C9}"/>
                </a:ext>
              </a:extLst>
            </p:cNvPr>
            <p:cNvGrpSpPr/>
            <p:nvPr/>
          </p:nvGrpSpPr>
          <p:grpSpPr>
            <a:xfrm>
              <a:off x="878301" y="1263518"/>
              <a:ext cx="905164" cy="1027908"/>
              <a:chOff x="878301" y="1390382"/>
              <a:chExt cx="905164" cy="1027908"/>
            </a:xfrm>
          </p:grpSpPr>
          <p:pic>
            <p:nvPicPr>
              <p:cNvPr id="210" name="图形 209">
                <a:extLst>
                  <a:ext uri="{FF2B5EF4-FFF2-40B4-BE49-F238E27FC236}">
                    <a16:creationId xmlns:a16="http://schemas.microsoft.com/office/drawing/2014/main" id="{61E01467-74F7-469C-BAD5-DFFB1234E440}"/>
                  </a:ext>
                </a:extLst>
              </p:cNvPr>
              <p:cNvPicPr>
                <a:picLocks noChangeAspect="1"/>
              </p:cNvPicPr>
              <p:nvPr/>
            </p:nvPicPr>
            <p:blipFill>
              <a:blip r:embed="rId5">
                <a:extLst>
                  <a:ext uri="{28A0092B-C50C-407E-A947-70E740481C1C}">
                    <a14:useLocalDpi xmlns:a14="http://schemas.microsoft.com/office/drawing/2010/main" val="0"/>
                  </a:ext>
                  <a:ext uri="{96DAC541-7B7A-43D3-8B79-37D633B846F1}">
                    <asvg:svgBlip xmlns:asvg="http://schemas.microsoft.com/office/drawing/2016/SVG/main" r:embed="rId6"/>
                  </a:ext>
                </a:extLst>
              </a:blip>
              <a:stretch>
                <a:fillRect/>
              </a:stretch>
            </p:blipFill>
            <p:spPr>
              <a:xfrm>
                <a:off x="984826" y="1759714"/>
                <a:ext cx="501772" cy="658576"/>
              </a:xfrm>
              <a:prstGeom prst="rect">
                <a:avLst/>
              </a:prstGeom>
            </p:spPr>
          </p:pic>
          <p:sp>
            <p:nvSpPr>
              <p:cNvPr id="219" name="文本框 218">
                <a:extLst>
                  <a:ext uri="{FF2B5EF4-FFF2-40B4-BE49-F238E27FC236}">
                    <a16:creationId xmlns:a16="http://schemas.microsoft.com/office/drawing/2014/main" id="{B105E330-42F6-4FA8-914C-123FFA0756D5}"/>
                  </a:ext>
                </a:extLst>
              </p:cNvPr>
              <p:cNvSpPr txBox="1"/>
              <p:nvPr/>
            </p:nvSpPr>
            <p:spPr>
              <a:xfrm>
                <a:off x="878301" y="1390382"/>
                <a:ext cx="905164" cy="369332"/>
              </a:xfrm>
              <a:prstGeom prst="rect">
                <a:avLst/>
              </a:prstGeom>
              <a:noFill/>
            </p:spPr>
            <p:txBody>
              <a:bodyPr wrap="square" rtlCol="0">
                <a:spAutoFit/>
              </a:bodyPr>
              <a:lstStyle/>
              <a:p>
                <a:r>
                  <a:rPr lang="zh-CN" altLang="en-US" b="1" dirty="0">
                    <a:latin typeface="+mn-ea"/>
                  </a:rPr>
                  <a:t>接收方</a:t>
                </a:r>
              </a:p>
            </p:txBody>
          </p:sp>
        </p:grpSp>
        <p:sp>
          <p:nvSpPr>
            <p:cNvPr id="57" name="云形 56">
              <a:extLst>
                <a:ext uri="{FF2B5EF4-FFF2-40B4-BE49-F238E27FC236}">
                  <a16:creationId xmlns:a16="http://schemas.microsoft.com/office/drawing/2014/main" id="{8D58A5DA-48AF-4D62-A0E1-92B6F8CBE1F4}"/>
                </a:ext>
              </a:extLst>
            </p:cNvPr>
            <p:cNvSpPr/>
            <p:nvPr/>
          </p:nvSpPr>
          <p:spPr>
            <a:xfrm>
              <a:off x="475097" y="3429014"/>
              <a:ext cx="1355161" cy="801398"/>
            </a:xfrm>
            <a:prstGeom prst="cloud">
              <a:avLst/>
            </a:prstGeom>
            <a:solidFill>
              <a:schemeClr val="bg1">
                <a:lumMod val="85000"/>
              </a:schemeClr>
            </a:solidFill>
            <a:ln>
              <a:solidFill>
                <a:schemeClr val="bg1">
                  <a:lumMod val="85000"/>
                </a:schemeClr>
              </a:solidFill>
            </a:ln>
          </p:spPr>
          <p:style>
            <a:lnRef idx="2">
              <a:schemeClr val="accent3">
                <a:shade val="50000"/>
              </a:schemeClr>
            </a:lnRef>
            <a:fillRef idx="1">
              <a:schemeClr val="accent3"/>
            </a:fillRef>
            <a:effectRef idx="0">
              <a:schemeClr val="accent3"/>
            </a:effectRef>
            <a:fontRef idx="minor">
              <a:schemeClr val="lt1"/>
            </a:fontRef>
          </p:style>
          <p:txBody>
            <a:bodyPr rtlCol="0" anchor="ctr"/>
            <a:lstStyle/>
            <a:p>
              <a:pPr algn="ctr"/>
              <a:r>
                <a:rPr lang="zh-CN" altLang="en-US" b="1" dirty="0">
                  <a:solidFill>
                    <a:schemeClr val="tx1"/>
                  </a:solidFill>
                  <a:latin typeface="+mn-ea"/>
                </a:rPr>
                <a:t>因特网</a:t>
              </a:r>
            </a:p>
          </p:txBody>
        </p:sp>
      </p:grpSp>
      <p:sp>
        <p:nvSpPr>
          <p:cNvPr id="65" name="矩形 64">
            <a:extLst>
              <a:ext uri="{FF2B5EF4-FFF2-40B4-BE49-F238E27FC236}">
                <a16:creationId xmlns:a16="http://schemas.microsoft.com/office/drawing/2014/main" id="{FC572D7D-9323-4BD8-92B7-CA3E51425C5F}"/>
              </a:ext>
            </a:extLst>
          </p:cNvPr>
          <p:cNvSpPr/>
          <p:nvPr/>
        </p:nvSpPr>
        <p:spPr>
          <a:xfrm>
            <a:off x="2246300" y="3155854"/>
            <a:ext cx="256976" cy="256976"/>
          </a:xfrm>
          <a:prstGeom prst="rect">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mc:AlternateContent xmlns:mc="http://schemas.openxmlformats.org/markup-compatibility/2006" xmlns:a14="http://schemas.microsoft.com/office/drawing/2010/main">
        <mc:Choice Requires="a14">
          <p:sp>
            <p:nvSpPr>
              <p:cNvPr id="66" name="íşlïḍè">
                <a:extLst>
                  <a:ext uri="{FF2B5EF4-FFF2-40B4-BE49-F238E27FC236}">
                    <a16:creationId xmlns:a16="http://schemas.microsoft.com/office/drawing/2014/main" id="{EC57E6C8-9EAA-4F5B-AF11-BFED193385DD}"/>
                  </a:ext>
                </a:extLst>
              </p:cNvPr>
              <p:cNvSpPr txBox="1"/>
              <p:nvPr/>
            </p:nvSpPr>
            <p:spPr>
              <a:xfrm>
                <a:off x="2563527" y="3101533"/>
                <a:ext cx="9323673" cy="623794"/>
              </a:xfrm>
              <a:prstGeom prst="rect">
                <a:avLst/>
              </a:prstGeom>
              <a:noFill/>
            </p:spPr>
            <p:txBody>
              <a:bodyPr wrap="square" lIns="91440" tIns="45720" rIns="91440" bIns="45720" anchor="ctr">
                <a:noAutofit/>
              </a:bodyPr>
              <a:lstStyle/>
              <a:p>
                <a:r>
                  <a:rPr lang="zh-CN" altLang="en-US" b="1" dirty="0"/>
                  <a:t>发送方需要维护一个</a:t>
                </a:r>
                <a:r>
                  <a:rPr lang="zh-CN" altLang="en-US" b="1" dirty="0">
                    <a:solidFill>
                      <a:schemeClr val="accent3"/>
                    </a:solidFill>
                  </a:rPr>
                  <a:t>发送窗口</a:t>
                </a:r>
                <a14:m>
                  <m:oMath xmlns:m="http://schemas.openxmlformats.org/officeDocument/2006/math">
                    <m:sSub>
                      <m:sSubPr>
                        <m:ctrlPr>
                          <a:rPr lang="en-US" altLang="zh-CN" b="1" i="1" smtClean="0">
                            <a:solidFill>
                              <a:schemeClr val="accent3"/>
                            </a:solidFill>
                            <a:latin typeface="Cambria Math" panose="02040503050406030204" pitchFamily="18" charset="0"/>
                            <a:ea typeface="Cambria Math" panose="02040503050406030204" pitchFamily="18" charset="0"/>
                          </a:rPr>
                        </m:ctrlPr>
                      </m:sSubPr>
                      <m:e>
                        <m:r>
                          <a:rPr lang="en-US" altLang="zh-CN" b="1" i="1">
                            <a:solidFill>
                              <a:schemeClr val="accent3"/>
                            </a:solidFill>
                            <a:latin typeface="Cambria Math" panose="02040503050406030204" pitchFamily="18" charset="0"/>
                            <a:ea typeface="Cambria Math" panose="02040503050406030204" pitchFamily="18" charset="0"/>
                          </a:rPr>
                          <m:t>𝑾</m:t>
                        </m:r>
                      </m:e>
                      <m:sub>
                        <m:r>
                          <a:rPr lang="en-US" altLang="zh-CN" b="1" i="1">
                            <a:solidFill>
                              <a:schemeClr val="accent3"/>
                            </a:solidFill>
                            <a:latin typeface="Cambria Math" panose="02040503050406030204" pitchFamily="18" charset="0"/>
                            <a:ea typeface="Cambria Math" panose="02040503050406030204" pitchFamily="18" charset="0"/>
                          </a:rPr>
                          <m:t>𝑻</m:t>
                        </m:r>
                      </m:sub>
                    </m:sSub>
                    <m:r>
                      <a:rPr lang="en-US" altLang="zh-CN" b="1" i="1">
                        <a:solidFill>
                          <a:schemeClr val="accent3"/>
                        </a:solidFill>
                        <a:latin typeface="Cambria Math" panose="02040503050406030204" pitchFamily="18" charset="0"/>
                        <a:ea typeface="Cambria Math" panose="02040503050406030204" pitchFamily="18" charset="0"/>
                      </a:rPr>
                      <m:t> </m:t>
                    </m:r>
                  </m:oMath>
                </a14:m>
                <a:r>
                  <a:rPr lang="zh-CN" altLang="en-US" b="1" dirty="0"/>
                  <a:t>，在未收到接收方确认分组的情况下，发送方可将序号落入</a:t>
                </a:r>
                <a14:m>
                  <m:oMath xmlns:m="http://schemas.openxmlformats.org/officeDocument/2006/math">
                    <m:sSub>
                      <m:sSubPr>
                        <m:ctrlPr>
                          <a:rPr lang="en-US" altLang="zh-CN" b="1" i="1" smtClean="0">
                            <a:solidFill>
                              <a:schemeClr val="tx1"/>
                            </a:solidFill>
                            <a:latin typeface="Cambria Math" panose="02040503050406030204" pitchFamily="18" charset="0"/>
                            <a:ea typeface="Cambria Math" panose="02040503050406030204" pitchFamily="18" charset="0"/>
                          </a:rPr>
                        </m:ctrlPr>
                      </m:sSubPr>
                      <m:e>
                        <m:r>
                          <a:rPr lang="en-US" altLang="zh-CN" b="1" i="1">
                            <a:solidFill>
                              <a:schemeClr val="tx1"/>
                            </a:solidFill>
                            <a:latin typeface="Cambria Math" panose="02040503050406030204" pitchFamily="18" charset="0"/>
                            <a:ea typeface="Cambria Math" panose="02040503050406030204" pitchFamily="18" charset="0"/>
                          </a:rPr>
                          <m:t>𝑾</m:t>
                        </m:r>
                      </m:e>
                      <m:sub>
                        <m:r>
                          <a:rPr lang="en-US" altLang="zh-CN" b="1" i="1">
                            <a:solidFill>
                              <a:schemeClr val="tx1"/>
                            </a:solidFill>
                            <a:latin typeface="Cambria Math" panose="02040503050406030204" pitchFamily="18" charset="0"/>
                            <a:ea typeface="Cambria Math" panose="02040503050406030204" pitchFamily="18" charset="0"/>
                          </a:rPr>
                          <m:t>𝑻</m:t>
                        </m:r>
                      </m:sub>
                    </m:sSub>
                  </m:oMath>
                </a14:m>
                <a:r>
                  <a:rPr lang="zh-CN" altLang="en-US" b="1" dirty="0"/>
                  <a:t>内的所有数据分组连续发送出去。</a:t>
                </a:r>
                <a:endParaRPr lang="en-US" altLang="zh-CN" b="1" dirty="0"/>
              </a:p>
            </p:txBody>
          </p:sp>
        </mc:Choice>
        <mc:Fallback xmlns="">
          <p:sp>
            <p:nvSpPr>
              <p:cNvPr id="66" name="íşlïḍè">
                <a:extLst>
                  <a:ext uri="{FF2B5EF4-FFF2-40B4-BE49-F238E27FC236}">
                    <a16:creationId xmlns:a16="http://schemas.microsoft.com/office/drawing/2014/main" id="{EC57E6C8-9EAA-4F5B-AF11-BFED193385DD}"/>
                  </a:ext>
                </a:extLst>
              </p:cNvPr>
              <p:cNvSpPr txBox="1">
                <a:spLocks noRot="1" noChangeAspect="1" noMove="1" noResize="1" noEditPoints="1" noAdjustHandles="1" noChangeArrowheads="1" noChangeShapeType="1" noTextEdit="1"/>
              </p:cNvSpPr>
              <p:nvPr/>
            </p:nvSpPr>
            <p:spPr>
              <a:xfrm>
                <a:off x="2563527" y="3101533"/>
                <a:ext cx="9323673" cy="623794"/>
              </a:xfrm>
              <a:prstGeom prst="rect">
                <a:avLst/>
              </a:prstGeom>
              <a:blipFill>
                <a:blip r:embed="rId7"/>
                <a:stretch>
                  <a:fillRect l="-589" t="-6863" r="-65" b="-16667"/>
                </a:stretch>
              </a:blipFill>
            </p:spPr>
            <p:txBody>
              <a:bodyPr/>
              <a:lstStyle/>
              <a:p>
                <a:r>
                  <a:rPr lang="zh-CN" altLang="en-US">
                    <a:noFill/>
                  </a:rPr>
                  <a:t> </a:t>
                </a:r>
              </a:p>
            </p:txBody>
          </p:sp>
        </mc:Fallback>
      </mc:AlternateContent>
      <p:graphicFrame>
        <p:nvGraphicFramePr>
          <p:cNvPr id="21" name="表格 21">
            <a:extLst>
              <a:ext uri="{FF2B5EF4-FFF2-40B4-BE49-F238E27FC236}">
                <a16:creationId xmlns:a16="http://schemas.microsoft.com/office/drawing/2014/main" id="{CE497585-4F97-4F44-9ABE-D7BBA16B40E0}"/>
              </a:ext>
            </a:extLst>
          </p:cNvPr>
          <p:cNvGraphicFramePr>
            <a:graphicFrameLocks noGrp="1"/>
          </p:cNvGraphicFramePr>
          <p:nvPr/>
        </p:nvGraphicFramePr>
        <p:xfrm>
          <a:off x="2302929" y="5557308"/>
          <a:ext cx="9067800" cy="370840"/>
        </p:xfrm>
        <a:graphic>
          <a:graphicData uri="http://schemas.openxmlformats.org/drawingml/2006/table">
            <a:tbl>
              <a:tblPr firstRow="1" bandRow="1">
                <a:tableStyleId>{5C22544A-7EE6-4342-B048-85BDC9FD1C3A}</a:tableStyleId>
              </a:tblPr>
              <a:tblGrid>
                <a:gridCol w="755650">
                  <a:extLst>
                    <a:ext uri="{9D8B030D-6E8A-4147-A177-3AD203B41FA5}">
                      <a16:colId xmlns:a16="http://schemas.microsoft.com/office/drawing/2014/main" val="877486509"/>
                    </a:ext>
                  </a:extLst>
                </a:gridCol>
                <a:gridCol w="755650">
                  <a:extLst>
                    <a:ext uri="{9D8B030D-6E8A-4147-A177-3AD203B41FA5}">
                      <a16:colId xmlns:a16="http://schemas.microsoft.com/office/drawing/2014/main" val="3548605817"/>
                    </a:ext>
                  </a:extLst>
                </a:gridCol>
                <a:gridCol w="755650">
                  <a:extLst>
                    <a:ext uri="{9D8B030D-6E8A-4147-A177-3AD203B41FA5}">
                      <a16:colId xmlns:a16="http://schemas.microsoft.com/office/drawing/2014/main" val="2881812895"/>
                    </a:ext>
                  </a:extLst>
                </a:gridCol>
                <a:gridCol w="755650">
                  <a:extLst>
                    <a:ext uri="{9D8B030D-6E8A-4147-A177-3AD203B41FA5}">
                      <a16:colId xmlns:a16="http://schemas.microsoft.com/office/drawing/2014/main" val="3682284582"/>
                    </a:ext>
                  </a:extLst>
                </a:gridCol>
                <a:gridCol w="755650">
                  <a:extLst>
                    <a:ext uri="{9D8B030D-6E8A-4147-A177-3AD203B41FA5}">
                      <a16:colId xmlns:a16="http://schemas.microsoft.com/office/drawing/2014/main" val="500127722"/>
                    </a:ext>
                  </a:extLst>
                </a:gridCol>
                <a:gridCol w="755650">
                  <a:extLst>
                    <a:ext uri="{9D8B030D-6E8A-4147-A177-3AD203B41FA5}">
                      <a16:colId xmlns:a16="http://schemas.microsoft.com/office/drawing/2014/main" val="2946259618"/>
                    </a:ext>
                  </a:extLst>
                </a:gridCol>
                <a:gridCol w="755650">
                  <a:extLst>
                    <a:ext uri="{9D8B030D-6E8A-4147-A177-3AD203B41FA5}">
                      <a16:colId xmlns:a16="http://schemas.microsoft.com/office/drawing/2014/main" val="171501986"/>
                    </a:ext>
                  </a:extLst>
                </a:gridCol>
                <a:gridCol w="755650">
                  <a:extLst>
                    <a:ext uri="{9D8B030D-6E8A-4147-A177-3AD203B41FA5}">
                      <a16:colId xmlns:a16="http://schemas.microsoft.com/office/drawing/2014/main" val="1667185265"/>
                    </a:ext>
                  </a:extLst>
                </a:gridCol>
                <a:gridCol w="755650">
                  <a:extLst>
                    <a:ext uri="{9D8B030D-6E8A-4147-A177-3AD203B41FA5}">
                      <a16:colId xmlns:a16="http://schemas.microsoft.com/office/drawing/2014/main" val="4258211808"/>
                    </a:ext>
                  </a:extLst>
                </a:gridCol>
                <a:gridCol w="755650">
                  <a:extLst>
                    <a:ext uri="{9D8B030D-6E8A-4147-A177-3AD203B41FA5}">
                      <a16:colId xmlns:a16="http://schemas.microsoft.com/office/drawing/2014/main" val="1794200575"/>
                    </a:ext>
                  </a:extLst>
                </a:gridCol>
                <a:gridCol w="755650">
                  <a:extLst>
                    <a:ext uri="{9D8B030D-6E8A-4147-A177-3AD203B41FA5}">
                      <a16:colId xmlns:a16="http://schemas.microsoft.com/office/drawing/2014/main" val="4230716487"/>
                    </a:ext>
                  </a:extLst>
                </a:gridCol>
                <a:gridCol w="755650">
                  <a:extLst>
                    <a:ext uri="{9D8B030D-6E8A-4147-A177-3AD203B41FA5}">
                      <a16:colId xmlns:a16="http://schemas.microsoft.com/office/drawing/2014/main" val="56153739"/>
                    </a:ext>
                  </a:extLst>
                </a:gridCol>
              </a:tblGrid>
              <a:tr h="370840">
                <a:tc>
                  <a:txBody>
                    <a:bodyPr/>
                    <a:lstStyle/>
                    <a:p>
                      <a:pPr algn="ctr"/>
                      <a:r>
                        <a:rPr lang="en-US" altLang="zh-CN" dirty="0">
                          <a:solidFill>
                            <a:schemeClr val="tx1"/>
                          </a:solidFill>
                          <a:latin typeface="Arial Black" panose="020B0A04020102020204" pitchFamily="34" charset="0"/>
                        </a:rPr>
                        <a:t>0</a:t>
                      </a:r>
                      <a:endParaRPr lang="zh-CN" altLang="en-US" dirty="0">
                        <a:solidFill>
                          <a:schemeClr val="tx1"/>
                        </a:solidFill>
                        <a:latin typeface="Arial Black" panose="020B0A04020102020204" pitchFamily="34" charset="0"/>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algn="ctr"/>
                      <a:r>
                        <a:rPr lang="en-US" altLang="zh-CN" dirty="0">
                          <a:solidFill>
                            <a:schemeClr val="tx1"/>
                          </a:solidFill>
                          <a:latin typeface="Arial Black" panose="020B0A04020102020204" pitchFamily="34" charset="0"/>
                        </a:rPr>
                        <a:t>1</a:t>
                      </a:r>
                      <a:endParaRPr lang="zh-CN" altLang="en-US" dirty="0">
                        <a:solidFill>
                          <a:schemeClr val="tx1"/>
                        </a:solidFill>
                        <a:latin typeface="Arial Black" panose="020B0A04020102020204" pitchFamily="34" charset="0"/>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algn="ctr"/>
                      <a:r>
                        <a:rPr lang="en-US" altLang="zh-CN" dirty="0">
                          <a:solidFill>
                            <a:schemeClr val="tx1"/>
                          </a:solidFill>
                          <a:latin typeface="Arial Black" panose="020B0A04020102020204" pitchFamily="34" charset="0"/>
                        </a:rPr>
                        <a:t>2</a:t>
                      </a:r>
                      <a:endParaRPr lang="zh-CN" altLang="en-US" dirty="0">
                        <a:solidFill>
                          <a:schemeClr val="tx1"/>
                        </a:solidFill>
                        <a:latin typeface="Arial Black" panose="020B0A04020102020204" pitchFamily="34" charset="0"/>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algn="ctr"/>
                      <a:r>
                        <a:rPr lang="en-US" altLang="zh-CN" dirty="0">
                          <a:solidFill>
                            <a:schemeClr val="tx1"/>
                          </a:solidFill>
                          <a:latin typeface="Arial Black" panose="020B0A04020102020204" pitchFamily="34" charset="0"/>
                        </a:rPr>
                        <a:t>3</a:t>
                      </a:r>
                      <a:endParaRPr lang="zh-CN" altLang="en-US" dirty="0">
                        <a:solidFill>
                          <a:schemeClr val="tx1"/>
                        </a:solidFill>
                        <a:latin typeface="Arial Black" panose="020B0A04020102020204" pitchFamily="34" charset="0"/>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algn="ctr"/>
                      <a:r>
                        <a:rPr lang="en-US" altLang="zh-CN" dirty="0">
                          <a:solidFill>
                            <a:schemeClr val="tx1"/>
                          </a:solidFill>
                          <a:latin typeface="Arial Black" panose="020B0A04020102020204" pitchFamily="34" charset="0"/>
                        </a:rPr>
                        <a:t>4</a:t>
                      </a:r>
                      <a:endParaRPr lang="zh-CN" altLang="en-US" dirty="0">
                        <a:solidFill>
                          <a:schemeClr val="tx1"/>
                        </a:solidFill>
                        <a:latin typeface="Arial Black" panose="020B0A04020102020204" pitchFamily="34" charset="0"/>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algn="ctr"/>
                      <a:r>
                        <a:rPr lang="en-US" altLang="zh-CN" dirty="0">
                          <a:solidFill>
                            <a:schemeClr val="tx1"/>
                          </a:solidFill>
                          <a:latin typeface="Arial Black" panose="020B0A04020102020204" pitchFamily="34" charset="0"/>
                        </a:rPr>
                        <a:t>5</a:t>
                      </a:r>
                      <a:endParaRPr lang="zh-CN" altLang="en-US" dirty="0">
                        <a:solidFill>
                          <a:schemeClr val="tx1"/>
                        </a:solidFill>
                        <a:latin typeface="Arial Black" panose="020B0A04020102020204" pitchFamily="34" charset="0"/>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algn="ctr"/>
                      <a:r>
                        <a:rPr lang="en-US" altLang="zh-CN" dirty="0">
                          <a:solidFill>
                            <a:schemeClr val="tx1"/>
                          </a:solidFill>
                          <a:latin typeface="Arial Black" panose="020B0A04020102020204" pitchFamily="34" charset="0"/>
                        </a:rPr>
                        <a:t>6</a:t>
                      </a:r>
                      <a:endParaRPr lang="zh-CN" altLang="en-US" dirty="0">
                        <a:solidFill>
                          <a:schemeClr val="tx1"/>
                        </a:solidFill>
                        <a:latin typeface="Arial Black" panose="020B0A04020102020204" pitchFamily="34" charset="0"/>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algn="ctr"/>
                      <a:r>
                        <a:rPr lang="en-US" altLang="zh-CN" dirty="0">
                          <a:solidFill>
                            <a:schemeClr val="tx1"/>
                          </a:solidFill>
                          <a:latin typeface="Arial Black" panose="020B0A04020102020204" pitchFamily="34" charset="0"/>
                        </a:rPr>
                        <a:t>7</a:t>
                      </a:r>
                      <a:endParaRPr lang="zh-CN" altLang="en-US" dirty="0">
                        <a:solidFill>
                          <a:schemeClr val="tx1"/>
                        </a:solidFill>
                        <a:latin typeface="Arial Black" panose="020B0A04020102020204" pitchFamily="34" charset="0"/>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algn="ctr"/>
                      <a:r>
                        <a:rPr lang="en-US" altLang="zh-CN" dirty="0">
                          <a:solidFill>
                            <a:schemeClr val="tx1"/>
                          </a:solidFill>
                          <a:latin typeface="Arial Black" panose="020B0A04020102020204" pitchFamily="34" charset="0"/>
                        </a:rPr>
                        <a:t>0</a:t>
                      </a:r>
                      <a:endParaRPr lang="zh-CN" altLang="en-US" dirty="0">
                        <a:solidFill>
                          <a:schemeClr val="tx1"/>
                        </a:solidFill>
                        <a:latin typeface="Arial Black" panose="020B0A04020102020204" pitchFamily="34" charset="0"/>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algn="ctr"/>
                      <a:r>
                        <a:rPr lang="en-US" altLang="zh-CN" dirty="0">
                          <a:solidFill>
                            <a:schemeClr val="tx1"/>
                          </a:solidFill>
                          <a:latin typeface="Arial Black" panose="020B0A04020102020204" pitchFamily="34" charset="0"/>
                        </a:rPr>
                        <a:t>1</a:t>
                      </a:r>
                      <a:endParaRPr lang="zh-CN" altLang="en-US" dirty="0">
                        <a:solidFill>
                          <a:schemeClr val="tx1"/>
                        </a:solidFill>
                        <a:latin typeface="Arial Black" panose="020B0A04020102020204" pitchFamily="34" charset="0"/>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algn="ctr"/>
                      <a:r>
                        <a:rPr lang="en-US" altLang="zh-CN" dirty="0">
                          <a:solidFill>
                            <a:schemeClr val="tx1"/>
                          </a:solidFill>
                          <a:latin typeface="Arial Black" panose="020B0A04020102020204" pitchFamily="34" charset="0"/>
                        </a:rPr>
                        <a:t>2</a:t>
                      </a:r>
                      <a:endParaRPr lang="zh-CN" altLang="en-US" dirty="0">
                        <a:solidFill>
                          <a:schemeClr val="tx1"/>
                        </a:solidFill>
                        <a:latin typeface="Arial Black" panose="020B0A04020102020204" pitchFamily="34" charset="0"/>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algn="ctr"/>
                      <a:r>
                        <a:rPr lang="en-US" altLang="zh-CN" dirty="0">
                          <a:solidFill>
                            <a:schemeClr val="tx1"/>
                          </a:solidFill>
                          <a:latin typeface="Arial Black" panose="020B0A04020102020204" pitchFamily="34" charset="0"/>
                        </a:rPr>
                        <a:t>…</a:t>
                      </a:r>
                      <a:endParaRPr lang="zh-CN" altLang="en-US" dirty="0">
                        <a:solidFill>
                          <a:schemeClr val="tx1"/>
                        </a:solidFill>
                        <a:latin typeface="Arial Black" panose="020B0A04020102020204" pitchFamily="34" charset="0"/>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extLst>
                  <a:ext uri="{0D108BD9-81ED-4DB2-BD59-A6C34878D82A}">
                    <a16:rowId xmlns:a16="http://schemas.microsoft.com/office/drawing/2014/main" val="316235763"/>
                  </a:ext>
                </a:extLst>
              </a:tr>
            </a:tbl>
          </a:graphicData>
        </a:graphic>
      </p:graphicFrame>
      <p:graphicFrame>
        <p:nvGraphicFramePr>
          <p:cNvPr id="68" name="表格 21">
            <a:extLst>
              <a:ext uri="{FF2B5EF4-FFF2-40B4-BE49-F238E27FC236}">
                <a16:creationId xmlns:a16="http://schemas.microsoft.com/office/drawing/2014/main" id="{D9B4273D-C94E-42E6-A39B-908C6FA1D8AF}"/>
              </a:ext>
            </a:extLst>
          </p:cNvPr>
          <p:cNvGraphicFramePr>
            <a:graphicFrameLocks noGrp="1"/>
          </p:cNvGraphicFramePr>
          <p:nvPr/>
        </p:nvGraphicFramePr>
        <p:xfrm>
          <a:off x="2302929" y="1827576"/>
          <a:ext cx="9067800" cy="370840"/>
        </p:xfrm>
        <a:graphic>
          <a:graphicData uri="http://schemas.openxmlformats.org/drawingml/2006/table">
            <a:tbl>
              <a:tblPr firstRow="1" bandRow="1">
                <a:tableStyleId>{5C22544A-7EE6-4342-B048-85BDC9FD1C3A}</a:tableStyleId>
              </a:tblPr>
              <a:tblGrid>
                <a:gridCol w="755650">
                  <a:extLst>
                    <a:ext uri="{9D8B030D-6E8A-4147-A177-3AD203B41FA5}">
                      <a16:colId xmlns:a16="http://schemas.microsoft.com/office/drawing/2014/main" val="877486509"/>
                    </a:ext>
                  </a:extLst>
                </a:gridCol>
                <a:gridCol w="755650">
                  <a:extLst>
                    <a:ext uri="{9D8B030D-6E8A-4147-A177-3AD203B41FA5}">
                      <a16:colId xmlns:a16="http://schemas.microsoft.com/office/drawing/2014/main" val="3548605817"/>
                    </a:ext>
                  </a:extLst>
                </a:gridCol>
                <a:gridCol w="755650">
                  <a:extLst>
                    <a:ext uri="{9D8B030D-6E8A-4147-A177-3AD203B41FA5}">
                      <a16:colId xmlns:a16="http://schemas.microsoft.com/office/drawing/2014/main" val="2881812895"/>
                    </a:ext>
                  </a:extLst>
                </a:gridCol>
                <a:gridCol w="755650">
                  <a:extLst>
                    <a:ext uri="{9D8B030D-6E8A-4147-A177-3AD203B41FA5}">
                      <a16:colId xmlns:a16="http://schemas.microsoft.com/office/drawing/2014/main" val="3682284582"/>
                    </a:ext>
                  </a:extLst>
                </a:gridCol>
                <a:gridCol w="755650">
                  <a:extLst>
                    <a:ext uri="{9D8B030D-6E8A-4147-A177-3AD203B41FA5}">
                      <a16:colId xmlns:a16="http://schemas.microsoft.com/office/drawing/2014/main" val="500127722"/>
                    </a:ext>
                  </a:extLst>
                </a:gridCol>
                <a:gridCol w="755650">
                  <a:extLst>
                    <a:ext uri="{9D8B030D-6E8A-4147-A177-3AD203B41FA5}">
                      <a16:colId xmlns:a16="http://schemas.microsoft.com/office/drawing/2014/main" val="2946259618"/>
                    </a:ext>
                  </a:extLst>
                </a:gridCol>
                <a:gridCol w="755650">
                  <a:extLst>
                    <a:ext uri="{9D8B030D-6E8A-4147-A177-3AD203B41FA5}">
                      <a16:colId xmlns:a16="http://schemas.microsoft.com/office/drawing/2014/main" val="171501986"/>
                    </a:ext>
                  </a:extLst>
                </a:gridCol>
                <a:gridCol w="755650">
                  <a:extLst>
                    <a:ext uri="{9D8B030D-6E8A-4147-A177-3AD203B41FA5}">
                      <a16:colId xmlns:a16="http://schemas.microsoft.com/office/drawing/2014/main" val="1667185265"/>
                    </a:ext>
                  </a:extLst>
                </a:gridCol>
                <a:gridCol w="755650">
                  <a:extLst>
                    <a:ext uri="{9D8B030D-6E8A-4147-A177-3AD203B41FA5}">
                      <a16:colId xmlns:a16="http://schemas.microsoft.com/office/drawing/2014/main" val="4258211808"/>
                    </a:ext>
                  </a:extLst>
                </a:gridCol>
                <a:gridCol w="755650">
                  <a:extLst>
                    <a:ext uri="{9D8B030D-6E8A-4147-A177-3AD203B41FA5}">
                      <a16:colId xmlns:a16="http://schemas.microsoft.com/office/drawing/2014/main" val="1794200575"/>
                    </a:ext>
                  </a:extLst>
                </a:gridCol>
                <a:gridCol w="755650">
                  <a:extLst>
                    <a:ext uri="{9D8B030D-6E8A-4147-A177-3AD203B41FA5}">
                      <a16:colId xmlns:a16="http://schemas.microsoft.com/office/drawing/2014/main" val="4230716487"/>
                    </a:ext>
                  </a:extLst>
                </a:gridCol>
                <a:gridCol w="755650">
                  <a:extLst>
                    <a:ext uri="{9D8B030D-6E8A-4147-A177-3AD203B41FA5}">
                      <a16:colId xmlns:a16="http://schemas.microsoft.com/office/drawing/2014/main" val="56153739"/>
                    </a:ext>
                  </a:extLst>
                </a:gridCol>
              </a:tblGrid>
              <a:tr h="370840">
                <a:tc>
                  <a:txBody>
                    <a:bodyPr/>
                    <a:lstStyle/>
                    <a:p>
                      <a:pPr algn="ctr"/>
                      <a:r>
                        <a:rPr lang="en-US" altLang="zh-CN" dirty="0">
                          <a:solidFill>
                            <a:schemeClr val="tx1"/>
                          </a:solidFill>
                          <a:latin typeface="Arial Black" panose="020B0A04020102020204" pitchFamily="34" charset="0"/>
                        </a:rPr>
                        <a:t>0</a:t>
                      </a:r>
                      <a:endParaRPr lang="zh-CN" altLang="en-US" dirty="0">
                        <a:solidFill>
                          <a:schemeClr val="tx1"/>
                        </a:solidFill>
                        <a:latin typeface="Arial Black" panose="020B0A04020102020204" pitchFamily="34" charset="0"/>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algn="ctr"/>
                      <a:r>
                        <a:rPr lang="en-US" altLang="zh-CN" dirty="0">
                          <a:solidFill>
                            <a:schemeClr val="tx1"/>
                          </a:solidFill>
                          <a:latin typeface="Arial Black" panose="020B0A04020102020204" pitchFamily="34" charset="0"/>
                        </a:rPr>
                        <a:t>1</a:t>
                      </a:r>
                      <a:endParaRPr lang="zh-CN" altLang="en-US" dirty="0">
                        <a:solidFill>
                          <a:schemeClr val="tx1"/>
                        </a:solidFill>
                        <a:latin typeface="Arial Black" panose="020B0A04020102020204" pitchFamily="34" charset="0"/>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algn="ctr"/>
                      <a:r>
                        <a:rPr lang="en-US" altLang="zh-CN" dirty="0">
                          <a:solidFill>
                            <a:schemeClr val="tx1"/>
                          </a:solidFill>
                          <a:latin typeface="Arial Black" panose="020B0A04020102020204" pitchFamily="34" charset="0"/>
                        </a:rPr>
                        <a:t>2</a:t>
                      </a:r>
                      <a:endParaRPr lang="zh-CN" altLang="en-US" dirty="0">
                        <a:solidFill>
                          <a:schemeClr val="tx1"/>
                        </a:solidFill>
                        <a:latin typeface="Arial Black" panose="020B0A04020102020204" pitchFamily="34" charset="0"/>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algn="ctr"/>
                      <a:r>
                        <a:rPr lang="en-US" altLang="zh-CN" dirty="0">
                          <a:solidFill>
                            <a:schemeClr val="tx1"/>
                          </a:solidFill>
                          <a:latin typeface="Arial Black" panose="020B0A04020102020204" pitchFamily="34" charset="0"/>
                        </a:rPr>
                        <a:t>3</a:t>
                      </a:r>
                      <a:endParaRPr lang="zh-CN" altLang="en-US" dirty="0">
                        <a:solidFill>
                          <a:schemeClr val="tx1"/>
                        </a:solidFill>
                        <a:latin typeface="Arial Black" panose="020B0A04020102020204" pitchFamily="34" charset="0"/>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algn="ctr"/>
                      <a:r>
                        <a:rPr lang="en-US" altLang="zh-CN" dirty="0">
                          <a:solidFill>
                            <a:schemeClr val="tx1"/>
                          </a:solidFill>
                          <a:latin typeface="Arial Black" panose="020B0A04020102020204" pitchFamily="34" charset="0"/>
                        </a:rPr>
                        <a:t>4</a:t>
                      </a:r>
                      <a:endParaRPr lang="zh-CN" altLang="en-US" dirty="0">
                        <a:solidFill>
                          <a:schemeClr val="tx1"/>
                        </a:solidFill>
                        <a:latin typeface="Arial Black" panose="020B0A04020102020204" pitchFamily="34" charset="0"/>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algn="ctr"/>
                      <a:r>
                        <a:rPr lang="en-US" altLang="zh-CN" dirty="0">
                          <a:solidFill>
                            <a:schemeClr val="tx1"/>
                          </a:solidFill>
                          <a:latin typeface="Arial Black" panose="020B0A04020102020204" pitchFamily="34" charset="0"/>
                        </a:rPr>
                        <a:t>5</a:t>
                      </a:r>
                      <a:endParaRPr lang="zh-CN" altLang="en-US" dirty="0">
                        <a:solidFill>
                          <a:schemeClr val="tx1"/>
                        </a:solidFill>
                        <a:latin typeface="Arial Black" panose="020B0A04020102020204" pitchFamily="34" charset="0"/>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algn="ctr"/>
                      <a:r>
                        <a:rPr lang="en-US" altLang="zh-CN" dirty="0">
                          <a:solidFill>
                            <a:schemeClr val="tx1"/>
                          </a:solidFill>
                          <a:latin typeface="Arial Black" panose="020B0A04020102020204" pitchFamily="34" charset="0"/>
                        </a:rPr>
                        <a:t>6</a:t>
                      </a:r>
                      <a:endParaRPr lang="zh-CN" altLang="en-US" dirty="0">
                        <a:solidFill>
                          <a:schemeClr val="tx1"/>
                        </a:solidFill>
                        <a:latin typeface="Arial Black" panose="020B0A04020102020204" pitchFamily="34" charset="0"/>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algn="ctr"/>
                      <a:r>
                        <a:rPr lang="en-US" altLang="zh-CN" dirty="0">
                          <a:solidFill>
                            <a:schemeClr val="tx1"/>
                          </a:solidFill>
                          <a:latin typeface="Arial Black" panose="020B0A04020102020204" pitchFamily="34" charset="0"/>
                        </a:rPr>
                        <a:t>7</a:t>
                      </a:r>
                      <a:endParaRPr lang="zh-CN" altLang="en-US" dirty="0">
                        <a:solidFill>
                          <a:schemeClr val="tx1"/>
                        </a:solidFill>
                        <a:latin typeface="Arial Black" panose="020B0A04020102020204" pitchFamily="34" charset="0"/>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algn="ctr"/>
                      <a:r>
                        <a:rPr lang="en-US" altLang="zh-CN" dirty="0">
                          <a:solidFill>
                            <a:schemeClr val="tx1"/>
                          </a:solidFill>
                          <a:latin typeface="Arial Black" panose="020B0A04020102020204" pitchFamily="34" charset="0"/>
                        </a:rPr>
                        <a:t>0</a:t>
                      </a:r>
                      <a:endParaRPr lang="zh-CN" altLang="en-US" dirty="0">
                        <a:solidFill>
                          <a:schemeClr val="tx1"/>
                        </a:solidFill>
                        <a:latin typeface="Arial Black" panose="020B0A04020102020204" pitchFamily="34" charset="0"/>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algn="ctr"/>
                      <a:r>
                        <a:rPr lang="en-US" altLang="zh-CN" dirty="0">
                          <a:solidFill>
                            <a:schemeClr val="tx1"/>
                          </a:solidFill>
                          <a:latin typeface="Arial Black" panose="020B0A04020102020204" pitchFamily="34" charset="0"/>
                        </a:rPr>
                        <a:t>1</a:t>
                      </a:r>
                      <a:endParaRPr lang="zh-CN" altLang="en-US" dirty="0">
                        <a:solidFill>
                          <a:schemeClr val="tx1"/>
                        </a:solidFill>
                        <a:latin typeface="Arial Black" panose="020B0A04020102020204" pitchFamily="34" charset="0"/>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algn="ctr"/>
                      <a:r>
                        <a:rPr lang="en-US" altLang="zh-CN" dirty="0">
                          <a:solidFill>
                            <a:schemeClr val="tx1"/>
                          </a:solidFill>
                          <a:latin typeface="Arial Black" panose="020B0A04020102020204" pitchFamily="34" charset="0"/>
                        </a:rPr>
                        <a:t>2</a:t>
                      </a:r>
                      <a:endParaRPr lang="zh-CN" altLang="en-US" dirty="0">
                        <a:solidFill>
                          <a:schemeClr val="tx1"/>
                        </a:solidFill>
                        <a:latin typeface="Arial Black" panose="020B0A04020102020204" pitchFamily="34" charset="0"/>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algn="ctr"/>
                      <a:r>
                        <a:rPr lang="en-US" altLang="zh-CN" dirty="0">
                          <a:solidFill>
                            <a:schemeClr val="tx1"/>
                          </a:solidFill>
                          <a:latin typeface="Arial Black" panose="020B0A04020102020204" pitchFamily="34" charset="0"/>
                        </a:rPr>
                        <a:t>…</a:t>
                      </a:r>
                      <a:endParaRPr lang="zh-CN" altLang="en-US" dirty="0">
                        <a:solidFill>
                          <a:schemeClr val="tx1"/>
                        </a:solidFill>
                        <a:latin typeface="Arial Black" panose="020B0A04020102020204" pitchFamily="34" charset="0"/>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extLst>
                  <a:ext uri="{0D108BD9-81ED-4DB2-BD59-A6C34878D82A}">
                    <a16:rowId xmlns:a16="http://schemas.microsoft.com/office/drawing/2014/main" val="316235763"/>
                  </a:ext>
                </a:extLst>
              </a:tr>
            </a:tbl>
          </a:graphicData>
        </a:graphic>
      </p:graphicFrame>
      <p:sp>
        <p:nvSpPr>
          <p:cNvPr id="18" name="矩形 17">
            <a:extLst>
              <a:ext uri="{FF2B5EF4-FFF2-40B4-BE49-F238E27FC236}">
                <a16:creationId xmlns:a16="http://schemas.microsoft.com/office/drawing/2014/main" id="{6206F5BC-5C25-44EE-AEBA-1000612CE85C}"/>
              </a:ext>
            </a:extLst>
          </p:cNvPr>
          <p:cNvSpPr/>
          <p:nvPr/>
        </p:nvSpPr>
        <p:spPr>
          <a:xfrm>
            <a:off x="2701308" y="3915596"/>
            <a:ext cx="256976" cy="256976"/>
          </a:xfrm>
          <a:prstGeom prst="rect">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mc:AlternateContent xmlns:mc="http://schemas.openxmlformats.org/markup-compatibility/2006" xmlns:a14="http://schemas.microsoft.com/office/drawing/2010/main">
        <mc:Choice Requires="a14">
          <p:sp>
            <p:nvSpPr>
              <p:cNvPr id="19" name="íşlïḍè">
                <a:extLst>
                  <a:ext uri="{FF2B5EF4-FFF2-40B4-BE49-F238E27FC236}">
                    <a16:creationId xmlns:a16="http://schemas.microsoft.com/office/drawing/2014/main" id="{C7D1FD8B-5228-4FDC-B669-D88763018DF4}"/>
                  </a:ext>
                </a:extLst>
              </p:cNvPr>
              <p:cNvSpPr txBox="1"/>
              <p:nvPr/>
            </p:nvSpPr>
            <p:spPr>
              <a:xfrm>
                <a:off x="3018536" y="3861275"/>
                <a:ext cx="8868664" cy="623794"/>
              </a:xfrm>
              <a:prstGeom prst="rect">
                <a:avLst/>
              </a:prstGeom>
              <a:noFill/>
            </p:spPr>
            <p:txBody>
              <a:bodyPr wrap="square" lIns="91440" tIns="45720" rIns="91440" bIns="45720" anchor="ctr">
                <a:noAutofit/>
              </a:bodyPr>
              <a:lstStyle/>
              <a:p>
                <a:r>
                  <a:rPr lang="zh-CN" altLang="en-US" b="1" dirty="0"/>
                  <a:t>采用</a:t>
                </a:r>
                <a14:m>
                  <m:oMath xmlns:m="http://schemas.openxmlformats.org/officeDocument/2006/math">
                    <m:r>
                      <a:rPr lang="en-US" altLang="zh-CN" b="1" i="1" dirty="0" smtClean="0">
                        <a:latin typeface="Cambria Math" panose="02040503050406030204" pitchFamily="18" charset="0"/>
                      </a:rPr>
                      <m:t>𝒏</m:t>
                    </m:r>
                  </m:oMath>
                </a14:m>
                <a:r>
                  <a:rPr lang="zh-CN" altLang="en-US" b="1" dirty="0"/>
                  <a:t>个比特给分组编序号，则</a:t>
                </a:r>
                <a14:m>
                  <m:oMath xmlns:m="http://schemas.openxmlformats.org/officeDocument/2006/math">
                    <m:sSub>
                      <m:sSubPr>
                        <m:ctrlPr>
                          <a:rPr lang="en-US" altLang="zh-CN" b="1" i="1">
                            <a:latin typeface="Cambria Math" panose="02040503050406030204" pitchFamily="18" charset="0"/>
                            <a:ea typeface="Cambria Math" panose="02040503050406030204" pitchFamily="18" charset="0"/>
                          </a:rPr>
                        </m:ctrlPr>
                      </m:sSubPr>
                      <m:e>
                        <m:r>
                          <a:rPr lang="en-US" altLang="zh-CN" b="1" i="1">
                            <a:latin typeface="Cambria Math" panose="02040503050406030204" pitchFamily="18" charset="0"/>
                            <a:ea typeface="Cambria Math" panose="02040503050406030204" pitchFamily="18" charset="0"/>
                          </a:rPr>
                          <m:t>𝑾</m:t>
                        </m:r>
                      </m:e>
                      <m:sub>
                        <m:r>
                          <a:rPr lang="en-US" altLang="zh-CN" b="1" i="1">
                            <a:latin typeface="Cambria Math" panose="02040503050406030204" pitchFamily="18" charset="0"/>
                            <a:ea typeface="Cambria Math" panose="02040503050406030204" pitchFamily="18" charset="0"/>
                          </a:rPr>
                          <m:t>𝑻</m:t>
                        </m:r>
                      </m:sub>
                    </m:sSub>
                  </m:oMath>
                </a14:m>
                <a:r>
                  <a:rPr lang="zh-CN" altLang="en-US" b="1" dirty="0"/>
                  <a:t>的取值范围是</a:t>
                </a:r>
                <a14:m>
                  <m:oMath xmlns:m="http://schemas.openxmlformats.org/officeDocument/2006/math">
                    <m:r>
                      <a:rPr lang="en-US" altLang="zh-CN" b="1" i="1" smtClean="0">
                        <a:solidFill>
                          <a:schemeClr val="accent3"/>
                        </a:solidFill>
                        <a:latin typeface="Cambria Math" panose="02040503050406030204" pitchFamily="18" charset="0"/>
                      </a:rPr>
                      <m:t>𝟏</m:t>
                    </m:r>
                    <m:r>
                      <a:rPr lang="en-US" altLang="zh-CN" b="1" i="1" smtClean="0">
                        <a:solidFill>
                          <a:schemeClr val="accent3"/>
                        </a:solidFill>
                        <a:latin typeface="Cambria Math" panose="02040503050406030204" pitchFamily="18" charset="0"/>
                        <a:ea typeface="Cambria Math" panose="02040503050406030204" pitchFamily="18" charset="0"/>
                      </a:rPr>
                      <m:t>&lt;</m:t>
                    </m:r>
                    <m:sSub>
                      <m:sSubPr>
                        <m:ctrlPr>
                          <a:rPr lang="en-US" altLang="zh-CN" b="1" i="1" smtClean="0">
                            <a:solidFill>
                              <a:schemeClr val="accent3"/>
                            </a:solidFill>
                            <a:latin typeface="Cambria Math" panose="02040503050406030204" pitchFamily="18" charset="0"/>
                            <a:ea typeface="Cambria Math" panose="02040503050406030204" pitchFamily="18" charset="0"/>
                          </a:rPr>
                        </m:ctrlPr>
                      </m:sSubPr>
                      <m:e>
                        <m:r>
                          <a:rPr lang="en-US" altLang="zh-CN" b="1" i="1" smtClean="0">
                            <a:solidFill>
                              <a:schemeClr val="accent3"/>
                            </a:solidFill>
                            <a:latin typeface="Cambria Math" panose="02040503050406030204" pitchFamily="18" charset="0"/>
                            <a:ea typeface="Cambria Math" panose="02040503050406030204" pitchFamily="18" charset="0"/>
                          </a:rPr>
                          <m:t>𝑾</m:t>
                        </m:r>
                      </m:e>
                      <m:sub>
                        <m:r>
                          <a:rPr lang="en-US" altLang="zh-CN" b="1" i="1" smtClean="0">
                            <a:solidFill>
                              <a:schemeClr val="accent3"/>
                            </a:solidFill>
                            <a:latin typeface="Cambria Math" panose="02040503050406030204" pitchFamily="18" charset="0"/>
                            <a:ea typeface="Cambria Math" panose="02040503050406030204" pitchFamily="18" charset="0"/>
                          </a:rPr>
                          <m:t>𝑻</m:t>
                        </m:r>
                      </m:sub>
                    </m:sSub>
                    <m:r>
                      <a:rPr lang="en-US" altLang="zh-CN" b="1" i="1">
                        <a:solidFill>
                          <a:schemeClr val="accent3"/>
                        </a:solidFill>
                        <a:latin typeface="Cambria Math" panose="02040503050406030204" pitchFamily="18" charset="0"/>
                        <a:ea typeface="Cambria Math" panose="02040503050406030204" pitchFamily="18" charset="0"/>
                      </a:rPr>
                      <m:t>≤</m:t>
                    </m:r>
                    <m:sSup>
                      <m:sSupPr>
                        <m:ctrlPr>
                          <a:rPr lang="en-US" altLang="zh-CN" b="1" i="1" smtClean="0">
                            <a:solidFill>
                              <a:schemeClr val="accent3"/>
                            </a:solidFill>
                            <a:latin typeface="Cambria Math" panose="02040503050406030204" pitchFamily="18" charset="0"/>
                            <a:ea typeface="Cambria Math" panose="02040503050406030204" pitchFamily="18" charset="0"/>
                          </a:rPr>
                        </m:ctrlPr>
                      </m:sSupPr>
                      <m:e>
                        <m:r>
                          <a:rPr lang="en-US" altLang="zh-CN" b="1" i="1" smtClean="0">
                            <a:solidFill>
                              <a:schemeClr val="accent3"/>
                            </a:solidFill>
                            <a:latin typeface="Cambria Math" panose="02040503050406030204" pitchFamily="18" charset="0"/>
                            <a:ea typeface="Cambria Math" panose="02040503050406030204" pitchFamily="18" charset="0"/>
                          </a:rPr>
                          <m:t>(</m:t>
                        </m:r>
                        <m:r>
                          <a:rPr lang="en-US" altLang="zh-CN" b="1" i="1" smtClean="0">
                            <a:solidFill>
                              <a:schemeClr val="accent3"/>
                            </a:solidFill>
                            <a:latin typeface="Cambria Math" panose="02040503050406030204" pitchFamily="18" charset="0"/>
                            <a:ea typeface="Cambria Math" panose="02040503050406030204" pitchFamily="18" charset="0"/>
                          </a:rPr>
                          <m:t>𝟐</m:t>
                        </m:r>
                      </m:e>
                      <m:sup>
                        <m:r>
                          <a:rPr lang="en-US" altLang="zh-CN" b="1" i="1" smtClean="0">
                            <a:solidFill>
                              <a:schemeClr val="accent3"/>
                            </a:solidFill>
                            <a:latin typeface="Cambria Math" panose="02040503050406030204" pitchFamily="18" charset="0"/>
                            <a:ea typeface="Cambria Math" panose="02040503050406030204" pitchFamily="18" charset="0"/>
                          </a:rPr>
                          <m:t>𝒏</m:t>
                        </m:r>
                      </m:sup>
                    </m:sSup>
                    <m:r>
                      <a:rPr lang="en-US" altLang="zh-CN" b="1" i="1" smtClean="0">
                        <a:solidFill>
                          <a:schemeClr val="accent3"/>
                        </a:solidFill>
                        <a:latin typeface="Cambria Math" panose="02040503050406030204" pitchFamily="18" charset="0"/>
                        <a:ea typeface="Cambria Math" panose="02040503050406030204" pitchFamily="18" charset="0"/>
                      </a:rPr>
                      <m:t>−</m:t>
                    </m:r>
                    <m:r>
                      <a:rPr lang="en-US" altLang="zh-CN" b="1" i="1" smtClean="0">
                        <a:solidFill>
                          <a:schemeClr val="accent3"/>
                        </a:solidFill>
                        <a:latin typeface="Cambria Math" panose="02040503050406030204" pitchFamily="18" charset="0"/>
                        <a:ea typeface="Cambria Math" panose="02040503050406030204" pitchFamily="18" charset="0"/>
                      </a:rPr>
                      <m:t>𝟏</m:t>
                    </m:r>
                    <m:r>
                      <a:rPr lang="en-US" altLang="zh-CN" b="1" i="1" smtClean="0">
                        <a:solidFill>
                          <a:schemeClr val="accent3"/>
                        </a:solidFill>
                        <a:latin typeface="Cambria Math" panose="02040503050406030204" pitchFamily="18" charset="0"/>
                        <a:ea typeface="Cambria Math" panose="02040503050406030204" pitchFamily="18" charset="0"/>
                      </a:rPr>
                      <m:t>)</m:t>
                    </m:r>
                  </m:oMath>
                </a14:m>
                <a:r>
                  <a:rPr lang="zh-CN" altLang="en-US" b="1" dirty="0"/>
                  <a:t>。本例假设采用</a:t>
                </a:r>
                <a14:m>
                  <m:oMath xmlns:m="http://schemas.openxmlformats.org/officeDocument/2006/math">
                    <m:r>
                      <a:rPr lang="en-US" altLang="zh-CN" b="1" i="1" dirty="0">
                        <a:latin typeface="Cambria Math" panose="02040503050406030204" pitchFamily="18" charset="0"/>
                      </a:rPr>
                      <m:t>𝟑</m:t>
                    </m:r>
                  </m:oMath>
                </a14:m>
                <a:r>
                  <a:rPr lang="zh-CN" altLang="en-US" b="1" dirty="0"/>
                  <a:t>个比特给分组编序号，则</a:t>
                </a:r>
                <a14:m>
                  <m:oMath xmlns:m="http://schemas.openxmlformats.org/officeDocument/2006/math">
                    <m:sSub>
                      <m:sSubPr>
                        <m:ctrlPr>
                          <a:rPr lang="en-US" altLang="zh-CN" b="1" i="1">
                            <a:latin typeface="Cambria Math" panose="02040503050406030204" pitchFamily="18" charset="0"/>
                            <a:ea typeface="Cambria Math" panose="02040503050406030204" pitchFamily="18" charset="0"/>
                          </a:rPr>
                        </m:ctrlPr>
                      </m:sSubPr>
                      <m:e>
                        <m:r>
                          <a:rPr lang="en-US" altLang="zh-CN" b="1" i="1">
                            <a:latin typeface="Cambria Math" panose="02040503050406030204" pitchFamily="18" charset="0"/>
                            <a:ea typeface="Cambria Math" panose="02040503050406030204" pitchFamily="18" charset="0"/>
                          </a:rPr>
                          <m:t>𝑾</m:t>
                        </m:r>
                      </m:e>
                      <m:sub>
                        <m:r>
                          <a:rPr lang="en-US" altLang="zh-CN" b="1" i="1">
                            <a:latin typeface="Cambria Math" panose="02040503050406030204" pitchFamily="18" charset="0"/>
                            <a:ea typeface="Cambria Math" panose="02040503050406030204" pitchFamily="18" charset="0"/>
                          </a:rPr>
                          <m:t>𝑻</m:t>
                        </m:r>
                      </m:sub>
                    </m:sSub>
                  </m:oMath>
                </a14:m>
                <a:r>
                  <a:rPr lang="zh-CN" altLang="en-US" b="1" dirty="0"/>
                  <a:t>的取值范围是</a:t>
                </a:r>
                <a14:m>
                  <m:oMath xmlns:m="http://schemas.openxmlformats.org/officeDocument/2006/math">
                    <m:r>
                      <a:rPr lang="en-US" altLang="zh-CN" b="1" i="1" smtClean="0">
                        <a:latin typeface="Cambria Math" panose="02040503050406030204" pitchFamily="18" charset="0"/>
                      </a:rPr>
                      <m:t>𝟐</m:t>
                    </m:r>
                    <m:r>
                      <a:rPr lang="en-US" altLang="zh-CN" b="1" i="1">
                        <a:latin typeface="Cambria Math" panose="02040503050406030204" pitchFamily="18" charset="0"/>
                        <a:ea typeface="Cambria Math" panose="02040503050406030204" pitchFamily="18" charset="0"/>
                      </a:rPr>
                      <m:t>~</m:t>
                    </m:r>
                    <m:r>
                      <a:rPr lang="en-US" altLang="zh-CN" b="1" i="1">
                        <a:latin typeface="Cambria Math" panose="02040503050406030204" pitchFamily="18" charset="0"/>
                        <a:ea typeface="Cambria Math" panose="02040503050406030204" pitchFamily="18" charset="0"/>
                      </a:rPr>
                      <m:t>𝟕</m:t>
                    </m:r>
                    <m:r>
                      <a:rPr lang="zh-CN" altLang="en-US" b="1" i="1" smtClean="0">
                        <a:latin typeface="Cambria Math" panose="02040503050406030204" pitchFamily="18" charset="0"/>
                        <a:ea typeface="Cambria Math" panose="02040503050406030204" pitchFamily="18" charset="0"/>
                      </a:rPr>
                      <m:t>，</m:t>
                    </m:r>
                  </m:oMath>
                </a14:m>
                <a:r>
                  <a:rPr lang="zh-CN" altLang="en-US" b="1" dirty="0"/>
                  <a:t>本例取</a:t>
                </a:r>
                <a14:m>
                  <m:oMath xmlns:m="http://schemas.openxmlformats.org/officeDocument/2006/math">
                    <m:sSub>
                      <m:sSubPr>
                        <m:ctrlPr>
                          <a:rPr lang="en-US" altLang="zh-CN" b="1" i="1" smtClean="0">
                            <a:latin typeface="Cambria Math" panose="02040503050406030204" pitchFamily="18" charset="0"/>
                          </a:rPr>
                        </m:ctrlPr>
                      </m:sSubPr>
                      <m:e>
                        <m:r>
                          <a:rPr lang="en-US" altLang="zh-CN" b="1" i="1" smtClean="0">
                            <a:latin typeface="Cambria Math" panose="02040503050406030204" pitchFamily="18" charset="0"/>
                          </a:rPr>
                          <m:t>𝑾</m:t>
                        </m:r>
                      </m:e>
                      <m:sub>
                        <m:r>
                          <a:rPr lang="en-US" altLang="zh-CN" b="1" i="1" smtClean="0">
                            <a:latin typeface="Cambria Math" panose="02040503050406030204" pitchFamily="18" charset="0"/>
                          </a:rPr>
                          <m:t>𝑻</m:t>
                        </m:r>
                      </m:sub>
                    </m:sSub>
                    <m:r>
                      <a:rPr lang="en-US" altLang="zh-CN" b="1" i="1" smtClean="0">
                        <a:latin typeface="Cambria Math" panose="02040503050406030204" pitchFamily="18" charset="0"/>
                      </a:rPr>
                      <m:t>=</m:t>
                    </m:r>
                    <m:r>
                      <a:rPr lang="en-US" altLang="zh-CN" b="1" i="1" smtClean="0">
                        <a:latin typeface="Cambria Math" panose="02040503050406030204" pitchFamily="18" charset="0"/>
                      </a:rPr>
                      <m:t>𝟓</m:t>
                    </m:r>
                  </m:oMath>
                </a14:m>
                <a:r>
                  <a:rPr lang="zh-CN" altLang="en-US" b="1" dirty="0"/>
                  <a:t>。</a:t>
                </a:r>
                <a:endParaRPr lang="en-US" altLang="zh-CN" b="1" dirty="0"/>
              </a:p>
            </p:txBody>
          </p:sp>
        </mc:Choice>
        <mc:Fallback xmlns="">
          <p:sp>
            <p:nvSpPr>
              <p:cNvPr id="19" name="íşlïḍè">
                <a:extLst>
                  <a:ext uri="{FF2B5EF4-FFF2-40B4-BE49-F238E27FC236}">
                    <a16:creationId xmlns:a16="http://schemas.microsoft.com/office/drawing/2014/main" id="{C7D1FD8B-5228-4FDC-B669-D88763018DF4}"/>
                  </a:ext>
                </a:extLst>
              </p:cNvPr>
              <p:cNvSpPr txBox="1">
                <a:spLocks noRot="1" noChangeAspect="1" noMove="1" noResize="1" noEditPoints="1" noAdjustHandles="1" noChangeArrowheads="1" noChangeShapeType="1" noTextEdit="1"/>
              </p:cNvSpPr>
              <p:nvPr/>
            </p:nvSpPr>
            <p:spPr>
              <a:xfrm>
                <a:off x="3018536" y="3861275"/>
                <a:ext cx="8868664" cy="623794"/>
              </a:xfrm>
              <a:prstGeom prst="rect">
                <a:avLst/>
              </a:prstGeom>
              <a:blipFill>
                <a:blip r:embed="rId8"/>
                <a:stretch>
                  <a:fillRect l="-550" t="-5825" b="-16505"/>
                </a:stretch>
              </a:blipFill>
            </p:spPr>
            <p:txBody>
              <a:bodyPr/>
              <a:lstStyle/>
              <a:p>
                <a:r>
                  <a:rPr lang="zh-CN" altLang="en-US">
                    <a:noFill/>
                  </a:rPr>
                  <a:t> </a:t>
                </a:r>
              </a:p>
            </p:txBody>
          </p:sp>
        </mc:Fallback>
      </mc:AlternateContent>
      <p:sp>
        <p:nvSpPr>
          <p:cNvPr id="22" name="平行四边形 21">
            <a:extLst>
              <a:ext uri="{FF2B5EF4-FFF2-40B4-BE49-F238E27FC236}">
                <a16:creationId xmlns:a16="http://schemas.microsoft.com/office/drawing/2014/main" id="{117595D9-5297-7313-F21A-7DE05CA4A0C2}"/>
              </a:ext>
            </a:extLst>
          </p:cNvPr>
          <p:cNvSpPr/>
          <p:nvPr/>
        </p:nvSpPr>
        <p:spPr>
          <a:xfrm>
            <a:off x="304799" y="749300"/>
            <a:ext cx="695119" cy="387090"/>
          </a:xfrm>
          <a:prstGeom prst="parallelogram">
            <a:avLst/>
          </a:prstGeom>
          <a:solidFill>
            <a:schemeClr val="accent3">
              <a:lumMod val="75000"/>
            </a:schemeClr>
          </a:solidFill>
          <a:ln>
            <a:solidFill>
              <a:schemeClr val="accent3">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CN" sz="2200" dirty="0">
                <a:latin typeface="Impact" panose="020B0806030902050204" pitchFamily="34" charset="0"/>
              </a:rPr>
              <a:t>04</a:t>
            </a:r>
            <a:endParaRPr lang="zh-CN" altLang="en-US" sz="2200" dirty="0">
              <a:latin typeface="Impact" panose="020B0806030902050204" pitchFamily="34" charset="0"/>
            </a:endParaRPr>
          </a:p>
        </p:txBody>
      </p:sp>
    </p:spTree>
    <p:custDataLst>
      <p:tags r:id="rId1"/>
    </p:custDataLst>
    <p:extLst>
      <p:ext uri="{BB962C8B-B14F-4D97-AF65-F5344CB8AC3E}">
        <p14:creationId xmlns:p14="http://schemas.microsoft.com/office/powerpoint/2010/main" val="811595640"/>
      </p:ext>
    </p:extLst>
  </p:cSld>
  <p:clrMapOvr>
    <a:masterClrMapping/>
  </p:clrMapOvr>
  <mc:AlternateContent xmlns:mc="http://schemas.openxmlformats.org/markup-compatibility/2006" xmlns:p14="http://schemas.microsoft.com/office/powerpoint/2010/main">
    <mc:Choice Requires="p14">
      <p:transition p14:dur="10"/>
    </mc:Choice>
    <mc:Fallback xmlns="">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49" presetClass="entr" presetSubtype="0" decel="100000" fill="hold" grpId="0" nodeType="withEffect">
                                  <p:stCondLst>
                                    <p:cond delay="0"/>
                                  </p:stCondLst>
                                  <p:childTnLst>
                                    <p:set>
                                      <p:cBhvr>
                                        <p:cTn id="6" dur="1" fill="hold">
                                          <p:stCondLst>
                                            <p:cond delay="0"/>
                                          </p:stCondLst>
                                        </p:cTn>
                                        <p:tgtEl>
                                          <p:spTgt spid="65"/>
                                        </p:tgtEl>
                                        <p:attrNameLst>
                                          <p:attrName>style.visibility</p:attrName>
                                        </p:attrNameLst>
                                      </p:cBhvr>
                                      <p:to>
                                        <p:strVal val="visible"/>
                                      </p:to>
                                    </p:set>
                                    <p:anim calcmode="lin" valueType="num">
                                      <p:cBhvr>
                                        <p:cTn id="7" dur="500" fill="hold"/>
                                        <p:tgtEl>
                                          <p:spTgt spid="65"/>
                                        </p:tgtEl>
                                        <p:attrNameLst>
                                          <p:attrName>ppt_w</p:attrName>
                                        </p:attrNameLst>
                                      </p:cBhvr>
                                      <p:tavLst>
                                        <p:tav tm="0">
                                          <p:val>
                                            <p:fltVal val="0"/>
                                          </p:val>
                                        </p:tav>
                                        <p:tav tm="100000">
                                          <p:val>
                                            <p:strVal val="#ppt_w"/>
                                          </p:val>
                                        </p:tav>
                                      </p:tavLst>
                                    </p:anim>
                                    <p:anim calcmode="lin" valueType="num">
                                      <p:cBhvr>
                                        <p:cTn id="8" dur="500" fill="hold"/>
                                        <p:tgtEl>
                                          <p:spTgt spid="65"/>
                                        </p:tgtEl>
                                        <p:attrNameLst>
                                          <p:attrName>ppt_h</p:attrName>
                                        </p:attrNameLst>
                                      </p:cBhvr>
                                      <p:tavLst>
                                        <p:tav tm="0">
                                          <p:val>
                                            <p:fltVal val="0"/>
                                          </p:val>
                                        </p:tav>
                                        <p:tav tm="100000">
                                          <p:val>
                                            <p:strVal val="#ppt_h"/>
                                          </p:val>
                                        </p:tav>
                                      </p:tavLst>
                                    </p:anim>
                                    <p:anim calcmode="lin" valueType="num">
                                      <p:cBhvr>
                                        <p:cTn id="9" dur="500" fill="hold"/>
                                        <p:tgtEl>
                                          <p:spTgt spid="65"/>
                                        </p:tgtEl>
                                        <p:attrNameLst>
                                          <p:attrName>style.rotation</p:attrName>
                                        </p:attrNameLst>
                                      </p:cBhvr>
                                      <p:tavLst>
                                        <p:tav tm="0">
                                          <p:val>
                                            <p:fltVal val="360"/>
                                          </p:val>
                                        </p:tav>
                                        <p:tav tm="100000">
                                          <p:val>
                                            <p:fltVal val="0"/>
                                          </p:val>
                                        </p:tav>
                                      </p:tavLst>
                                    </p:anim>
                                    <p:animEffect transition="in" filter="fade">
                                      <p:cBhvr>
                                        <p:cTn id="10" dur="500"/>
                                        <p:tgtEl>
                                          <p:spTgt spid="65"/>
                                        </p:tgtEl>
                                      </p:cBhvr>
                                    </p:animEffect>
                                  </p:childTnLst>
                                </p:cTn>
                              </p:par>
                            </p:childTnLst>
                          </p:cTn>
                        </p:par>
                        <p:par>
                          <p:cTn id="11" fill="hold">
                            <p:stCondLst>
                              <p:cond delay="500"/>
                            </p:stCondLst>
                            <p:childTnLst>
                              <p:par>
                                <p:cTn id="12" presetID="1" presetClass="entr" presetSubtype="0" fill="hold" grpId="0" nodeType="afterEffect">
                                  <p:stCondLst>
                                    <p:cond delay="0"/>
                                  </p:stCondLst>
                                  <p:iterate type="lt">
                                    <p:tmAbs val="100"/>
                                  </p:iterate>
                                  <p:childTnLst>
                                    <p:set>
                                      <p:cBhvr>
                                        <p:cTn id="13" dur="1" fill="hold">
                                          <p:stCondLst>
                                            <p:cond delay="0"/>
                                          </p:stCondLst>
                                        </p:cTn>
                                        <p:tgtEl>
                                          <p:spTgt spid="66"/>
                                        </p:tgtEl>
                                        <p:attrNameLst>
                                          <p:attrName>style.visibility</p:attrName>
                                        </p:attrNameLst>
                                      </p:cBhvr>
                                      <p:to>
                                        <p:strVal val="visible"/>
                                      </p:to>
                                    </p:set>
                                  </p:childTnLst>
                                </p:cTn>
                              </p:par>
                            </p:childTnLst>
                          </p:cTn>
                        </p:par>
                      </p:childTnLst>
                    </p:cTn>
                  </p:par>
                  <p:par>
                    <p:cTn id="14" fill="hold">
                      <p:stCondLst>
                        <p:cond delay="indefinite"/>
                      </p:stCondLst>
                      <p:childTnLst>
                        <p:par>
                          <p:cTn id="15" fill="hold">
                            <p:stCondLst>
                              <p:cond delay="0"/>
                            </p:stCondLst>
                            <p:childTnLst>
                              <p:par>
                                <p:cTn id="16" presetID="49" presetClass="entr" presetSubtype="0" decel="100000" fill="hold" grpId="0" nodeType="clickEffect">
                                  <p:stCondLst>
                                    <p:cond delay="0"/>
                                  </p:stCondLst>
                                  <p:childTnLst>
                                    <p:set>
                                      <p:cBhvr>
                                        <p:cTn id="17" dur="1" fill="hold">
                                          <p:stCondLst>
                                            <p:cond delay="0"/>
                                          </p:stCondLst>
                                        </p:cTn>
                                        <p:tgtEl>
                                          <p:spTgt spid="18"/>
                                        </p:tgtEl>
                                        <p:attrNameLst>
                                          <p:attrName>style.visibility</p:attrName>
                                        </p:attrNameLst>
                                      </p:cBhvr>
                                      <p:to>
                                        <p:strVal val="visible"/>
                                      </p:to>
                                    </p:set>
                                    <p:anim calcmode="lin" valueType="num">
                                      <p:cBhvr>
                                        <p:cTn id="18" dur="500" fill="hold"/>
                                        <p:tgtEl>
                                          <p:spTgt spid="18"/>
                                        </p:tgtEl>
                                        <p:attrNameLst>
                                          <p:attrName>ppt_w</p:attrName>
                                        </p:attrNameLst>
                                      </p:cBhvr>
                                      <p:tavLst>
                                        <p:tav tm="0">
                                          <p:val>
                                            <p:fltVal val="0"/>
                                          </p:val>
                                        </p:tav>
                                        <p:tav tm="100000">
                                          <p:val>
                                            <p:strVal val="#ppt_w"/>
                                          </p:val>
                                        </p:tav>
                                      </p:tavLst>
                                    </p:anim>
                                    <p:anim calcmode="lin" valueType="num">
                                      <p:cBhvr>
                                        <p:cTn id="19" dur="500" fill="hold"/>
                                        <p:tgtEl>
                                          <p:spTgt spid="18"/>
                                        </p:tgtEl>
                                        <p:attrNameLst>
                                          <p:attrName>ppt_h</p:attrName>
                                        </p:attrNameLst>
                                      </p:cBhvr>
                                      <p:tavLst>
                                        <p:tav tm="0">
                                          <p:val>
                                            <p:fltVal val="0"/>
                                          </p:val>
                                        </p:tav>
                                        <p:tav tm="100000">
                                          <p:val>
                                            <p:strVal val="#ppt_h"/>
                                          </p:val>
                                        </p:tav>
                                      </p:tavLst>
                                    </p:anim>
                                    <p:anim calcmode="lin" valueType="num">
                                      <p:cBhvr>
                                        <p:cTn id="20" dur="500" fill="hold"/>
                                        <p:tgtEl>
                                          <p:spTgt spid="18"/>
                                        </p:tgtEl>
                                        <p:attrNameLst>
                                          <p:attrName>style.rotation</p:attrName>
                                        </p:attrNameLst>
                                      </p:cBhvr>
                                      <p:tavLst>
                                        <p:tav tm="0">
                                          <p:val>
                                            <p:fltVal val="360"/>
                                          </p:val>
                                        </p:tav>
                                        <p:tav tm="100000">
                                          <p:val>
                                            <p:fltVal val="0"/>
                                          </p:val>
                                        </p:tav>
                                      </p:tavLst>
                                    </p:anim>
                                    <p:animEffect transition="in" filter="fade">
                                      <p:cBhvr>
                                        <p:cTn id="21" dur="500"/>
                                        <p:tgtEl>
                                          <p:spTgt spid="18"/>
                                        </p:tgtEl>
                                      </p:cBhvr>
                                    </p:animEffect>
                                  </p:childTnLst>
                                </p:cTn>
                              </p:par>
                            </p:childTnLst>
                          </p:cTn>
                        </p:par>
                        <p:par>
                          <p:cTn id="22" fill="hold">
                            <p:stCondLst>
                              <p:cond delay="500"/>
                            </p:stCondLst>
                            <p:childTnLst>
                              <p:par>
                                <p:cTn id="23" presetID="1" presetClass="entr" presetSubtype="0" fill="hold" grpId="0" nodeType="afterEffect">
                                  <p:stCondLst>
                                    <p:cond delay="0"/>
                                  </p:stCondLst>
                                  <p:iterate type="lt">
                                    <p:tmAbs val="100"/>
                                  </p:iterate>
                                  <p:childTnLst>
                                    <p:set>
                                      <p:cBhvr>
                                        <p:cTn id="24" dur="1" fill="hold">
                                          <p:stCondLst>
                                            <p:cond delay="0"/>
                                          </p:stCondLst>
                                        </p:cTn>
                                        <p:tgtEl>
                                          <p:spTgt spid="19"/>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65" grpId="0" animBg="1"/>
      <p:bldP spid="66" grpId="0"/>
      <p:bldP spid="18" grpId="0" animBg="1"/>
      <p:bldP spid="19" grpId="0"/>
    </p:bldLst>
  </p:timing>
</p:sld>
</file>

<file path=ppt/slides/slide13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7" name="组合 6">
            <a:extLst>
              <a:ext uri="{FF2B5EF4-FFF2-40B4-BE49-F238E27FC236}">
                <a16:creationId xmlns:a16="http://schemas.microsoft.com/office/drawing/2014/main" id="{00A9CCE1-949C-4E54-97A1-6025FF974983}"/>
              </a:ext>
            </a:extLst>
          </p:cNvPr>
          <p:cNvGrpSpPr/>
          <p:nvPr/>
        </p:nvGrpSpPr>
        <p:grpSpPr>
          <a:xfrm>
            <a:off x="2302929" y="5098286"/>
            <a:ext cx="3780000" cy="910796"/>
            <a:chOff x="2302929" y="5098286"/>
            <a:chExt cx="3780000" cy="910796"/>
          </a:xfrm>
        </p:grpSpPr>
        <p:sp>
          <p:nvSpPr>
            <p:cNvPr id="5" name="矩形 4">
              <a:extLst>
                <a:ext uri="{FF2B5EF4-FFF2-40B4-BE49-F238E27FC236}">
                  <a16:creationId xmlns:a16="http://schemas.microsoft.com/office/drawing/2014/main" id="{ABCDD6AB-497D-42FD-B822-48DB3891082B}"/>
                </a:ext>
              </a:extLst>
            </p:cNvPr>
            <p:cNvSpPr/>
            <p:nvPr/>
          </p:nvSpPr>
          <p:spPr>
            <a:xfrm>
              <a:off x="2302929" y="5467618"/>
              <a:ext cx="3780000" cy="541464"/>
            </a:xfrm>
            <a:prstGeom prst="rect">
              <a:avLst/>
            </a:prstGeom>
            <a:solidFill>
              <a:schemeClr val="accent3"/>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mc:AlternateContent xmlns:mc="http://schemas.openxmlformats.org/markup-compatibility/2006" xmlns:a14="http://schemas.microsoft.com/office/drawing/2010/main">
          <mc:Choice Requires="a14">
            <p:sp>
              <p:nvSpPr>
                <p:cNvPr id="23" name="文本框 22">
                  <a:extLst>
                    <a:ext uri="{FF2B5EF4-FFF2-40B4-BE49-F238E27FC236}">
                      <a16:creationId xmlns:a16="http://schemas.microsoft.com/office/drawing/2014/main" id="{ABC03EEA-26BD-4845-8ACC-3FB7B6DA9132}"/>
                    </a:ext>
                  </a:extLst>
                </p:cNvPr>
                <p:cNvSpPr txBox="1"/>
                <p:nvPr/>
              </p:nvSpPr>
              <p:spPr>
                <a:xfrm>
                  <a:off x="3659320" y="5098286"/>
                  <a:ext cx="1067217" cy="369332"/>
                </a:xfrm>
                <a:prstGeom prst="rect">
                  <a:avLst/>
                </a:prstGeom>
                <a:noFill/>
              </p:spPr>
              <p:txBody>
                <a:bodyPr wrap="square">
                  <a:spAutoFit/>
                </a:bodyPr>
                <a:lstStyle/>
                <a:p>
                  <a:pPr/>
                  <a14:m>
                    <m:oMathPara xmlns:m="http://schemas.openxmlformats.org/officeDocument/2006/math">
                      <m:oMathParaPr>
                        <m:jc m:val="centerGroup"/>
                      </m:oMathParaPr>
                      <m:oMath xmlns:m="http://schemas.openxmlformats.org/officeDocument/2006/math">
                        <m:sSub>
                          <m:sSubPr>
                            <m:ctrlPr>
                              <a:rPr lang="en-US" altLang="zh-CN" b="1" i="1" smtClean="0">
                                <a:solidFill>
                                  <a:schemeClr val="accent3"/>
                                </a:solidFill>
                                <a:latin typeface="Cambria Math" panose="02040503050406030204" pitchFamily="18" charset="0"/>
                              </a:rPr>
                            </m:ctrlPr>
                          </m:sSubPr>
                          <m:e>
                            <m:r>
                              <a:rPr lang="en-US" altLang="zh-CN" b="1" i="1" smtClean="0">
                                <a:solidFill>
                                  <a:schemeClr val="accent3"/>
                                </a:solidFill>
                                <a:latin typeface="Cambria Math" panose="02040503050406030204" pitchFamily="18" charset="0"/>
                              </a:rPr>
                              <m:t>𝑾</m:t>
                            </m:r>
                          </m:e>
                          <m:sub>
                            <m:r>
                              <a:rPr lang="en-US" altLang="zh-CN" b="1" i="1" smtClean="0">
                                <a:solidFill>
                                  <a:schemeClr val="accent3"/>
                                </a:solidFill>
                                <a:latin typeface="Cambria Math" panose="02040503050406030204" pitchFamily="18" charset="0"/>
                              </a:rPr>
                              <m:t>𝑻</m:t>
                            </m:r>
                          </m:sub>
                        </m:sSub>
                        <m:r>
                          <a:rPr lang="en-US" altLang="zh-CN" b="1" i="1" smtClean="0">
                            <a:solidFill>
                              <a:schemeClr val="accent3"/>
                            </a:solidFill>
                            <a:latin typeface="Cambria Math" panose="02040503050406030204" pitchFamily="18" charset="0"/>
                          </a:rPr>
                          <m:t>=</m:t>
                        </m:r>
                        <m:r>
                          <a:rPr lang="en-US" altLang="zh-CN" b="1" i="1" smtClean="0">
                            <a:solidFill>
                              <a:schemeClr val="accent3"/>
                            </a:solidFill>
                            <a:latin typeface="Cambria Math" panose="02040503050406030204" pitchFamily="18" charset="0"/>
                          </a:rPr>
                          <m:t>𝟓</m:t>
                        </m:r>
                      </m:oMath>
                    </m:oMathPara>
                  </a14:m>
                  <a:endParaRPr lang="zh-CN" altLang="en-US" dirty="0">
                    <a:solidFill>
                      <a:schemeClr val="accent3"/>
                    </a:solidFill>
                  </a:endParaRPr>
                </a:p>
              </p:txBody>
            </p:sp>
          </mc:Choice>
          <mc:Fallback xmlns="">
            <p:sp>
              <p:nvSpPr>
                <p:cNvPr id="23" name="文本框 22">
                  <a:extLst>
                    <a:ext uri="{FF2B5EF4-FFF2-40B4-BE49-F238E27FC236}">
                      <a16:creationId xmlns:a16="http://schemas.microsoft.com/office/drawing/2014/main" id="{ABC03EEA-26BD-4845-8ACC-3FB7B6DA9132}"/>
                    </a:ext>
                  </a:extLst>
                </p:cNvPr>
                <p:cNvSpPr txBox="1">
                  <a:spLocks noRot="1" noChangeAspect="1" noMove="1" noResize="1" noEditPoints="1" noAdjustHandles="1" noChangeArrowheads="1" noChangeShapeType="1" noTextEdit="1"/>
                </p:cNvSpPr>
                <p:nvPr/>
              </p:nvSpPr>
              <p:spPr>
                <a:xfrm>
                  <a:off x="3659320" y="5098286"/>
                  <a:ext cx="1067217" cy="369332"/>
                </a:xfrm>
                <a:prstGeom prst="rect">
                  <a:avLst/>
                </a:prstGeom>
                <a:blipFill>
                  <a:blip r:embed="rId3"/>
                  <a:stretch>
                    <a:fillRect b="-3279"/>
                  </a:stretch>
                </a:blipFill>
              </p:spPr>
              <p:txBody>
                <a:bodyPr/>
                <a:lstStyle/>
                <a:p>
                  <a:r>
                    <a:rPr lang="zh-CN" altLang="en-US">
                      <a:noFill/>
                    </a:rPr>
                    <a:t> </a:t>
                  </a:r>
                </a:p>
              </p:txBody>
            </p:sp>
          </mc:Fallback>
        </mc:AlternateContent>
      </p:grpSp>
      <p:grpSp>
        <p:nvGrpSpPr>
          <p:cNvPr id="4" name="组合 3">
            <a:extLst>
              <a:ext uri="{FF2B5EF4-FFF2-40B4-BE49-F238E27FC236}">
                <a16:creationId xmlns:a16="http://schemas.microsoft.com/office/drawing/2014/main" id="{9A1EA9F2-FCB6-48C3-935F-7AE7E3AD14AC}"/>
              </a:ext>
            </a:extLst>
          </p:cNvPr>
          <p:cNvGrpSpPr/>
          <p:nvPr/>
        </p:nvGrpSpPr>
        <p:grpSpPr>
          <a:xfrm>
            <a:off x="304800" y="749300"/>
            <a:ext cx="6192344" cy="400110"/>
            <a:chOff x="424117" y="898245"/>
            <a:chExt cx="6192344" cy="400110"/>
          </a:xfrm>
        </p:grpSpPr>
        <p:sp>
          <p:nvSpPr>
            <p:cNvPr id="2" name="平行四边形 1">
              <a:extLst>
                <a:ext uri="{FF2B5EF4-FFF2-40B4-BE49-F238E27FC236}">
                  <a16:creationId xmlns:a16="http://schemas.microsoft.com/office/drawing/2014/main" id="{1F5BAA3F-9845-4F89-A2DD-8222D3E4EDAC}"/>
                </a:ext>
              </a:extLst>
            </p:cNvPr>
            <p:cNvSpPr/>
            <p:nvPr/>
          </p:nvSpPr>
          <p:spPr>
            <a:xfrm>
              <a:off x="424117" y="898245"/>
              <a:ext cx="628306" cy="387090"/>
            </a:xfrm>
            <a:prstGeom prst="parallelogram">
              <a:avLst/>
            </a:prstGeom>
            <a:solidFill>
              <a:schemeClr val="accent3">
                <a:lumMod val="75000"/>
              </a:schemeClr>
            </a:solidFill>
            <a:ln>
              <a:solidFill>
                <a:schemeClr val="accent3">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CN" sz="2200" dirty="0">
                  <a:latin typeface="Impact" panose="020B0806030902050204" pitchFamily="34" charset="0"/>
                </a:rPr>
                <a:t>01</a:t>
              </a:r>
              <a:endParaRPr lang="zh-CN" altLang="en-US" sz="2200" dirty="0">
                <a:latin typeface="Impact" panose="020B0806030902050204" pitchFamily="34" charset="0"/>
              </a:endParaRPr>
            </a:p>
          </p:txBody>
        </p:sp>
        <p:sp>
          <p:nvSpPr>
            <p:cNvPr id="3" name="文本框 2">
              <a:extLst>
                <a:ext uri="{FF2B5EF4-FFF2-40B4-BE49-F238E27FC236}">
                  <a16:creationId xmlns:a16="http://schemas.microsoft.com/office/drawing/2014/main" id="{4D6BD736-A4D3-4F26-AFED-36E11F50F70B}"/>
                </a:ext>
              </a:extLst>
            </p:cNvPr>
            <p:cNvSpPr txBox="1"/>
            <p:nvPr/>
          </p:nvSpPr>
          <p:spPr>
            <a:xfrm>
              <a:off x="1052423" y="898245"/>
              <a:ext cx="5564038" cy="400110"/>
            </a:xfrm>
            <a:prstGeom prst="rect">
              <a:avLst/>
            </a:prstGeom>
            <a:noFill/>
          </p:spPr>
          <p:txBody>
            <a:bodyPr wrap="square" rtlCol="0">
              <a:spAutoFit/>
            </a:bodyPr>
            <a:lstStyle/>
            <a:p>
              <a:r>
                <a:rPr lang="zh-CN" altLang="en-US" sz="2000" b="1" dirty="0"/>
                <a:t>回退</a:t>
              </a:r>
              <a:r>
                <a:rPr lang="en-US" altLang="zh-CN" sz="2000" b="1" dirty="0"/>
                <a:t>N</a:t>
              </a:r>
              <a:r>
                <a:rPr lang="zh-CN" altLang="en-US" sz="2000" b="1" dirty="0"/>
                <a:t>帧协议</a:t>
              </a:r>
            </a:p>
          </p:txBody>
        </p:sp>
      </p:grpSp>
      <p:grpSp>
        <p:nvGrpSpPr>
          <p:cNvPr id="20" name="组合 19">
            <a:extLst>
              <a:ext uri="{FF2B5EF4-FFF2-40B4-BE49-F238E27FC236}">
                <a16:creationId xmlns:a16="http://schemas.microsoft.com/office/drawing/2014/main" id="{87756F0E-46C2-4571-B23D-C8472E9FD1FB}"/>
              </a:ext>
            </a:extLst>
          </p:cNvPr>
          <p:cNvGrpSpPr/>
          <p:nvPr/>
        </p:nvGrpSpPr>
        <p:grpSpPr>
          <a:xfrm>
            <a:off x="475097" y="1263518"/>
            <a:ext cx="1355161" cy="5114896"/>
            <a:chOff x="475097" y="1263518"/>
            <a:chExt cx="1355161" cy="5114896"/>
          </a:xfrm>
        </p:grpSpPr>
        <p:cxnSp>
          <p:nvCxnSpPr>
            <p:cNvPr id="17" name="直接连接符 16">
              <a:extLst>
                <a:ext uri="{FF2B5EF4-FFF2-40B4-BE49-F238E27FC236}">
                  <a16:creationId xmlns:a16="http://schemas.microsoft.com/office/drawing/2014/main" id="{5A41A17A-7B81-47D8-BDBB-76B8F1AA71D6}"/>
                </a:ext>
              </a:extLst>
            </p:cNvPr>
            <p:cNvCxnSpPr>
              <a:cxnSpLocks/>
            </p:cNvCxnSpPr>
            <p:nvPr/>
          </p:nvCxnSpPr>
          <p:spPr>
            <a:xfrm flipV="1">
              <a:off x="1208367" y="2012996"/>
              <a:ext cx="0" cy="3813858"/>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nvGrpSpPr>
            <p:cNvPr id="9" name="组合 8">
              <a:extLst>
                <a:ext uri="{FF2B5EF4-FFF2-40B4-BE49-F238E27FC236}">
                  <a16:creationId xmlns:a16="http://schemas.microsoft.com/office/drawing/2014/main" id="{A2B5FA1F-35FA-42E7-8D74-E7431B6AAA3C}"/>
                </a:ext>
              </a:extLst>
            </p:cNvPr>
            <p:cNvGrpSpPr/>
            <p:nvPr/>
          </p:nvGrpSpPr>
          <p:grpSpPr>
            <a:xfrm>
              <a:off x="700096" y="5368000"/>
              <a:ext cx="905164" cy="1010414"/>
              <a:chOff x="700096" y="5368000"/>
              <a:chExt cx="905164" cy="1010414"/>
            </a:xfrm>
          </p:grpSpPr>
          <p:pic>
            <p:nvPicPr>
              <p:cNvPr id="214" name="图形 213">
                <a:extLst>
                  <a:ext uri="{FF2B5EF4-FFF2-40B4-BE49-F238E27FC236}">
                    <a16:creationId xmlns:a16="http://schemas.microsoft.com/office/drawing/2014/main" id="{D949CB40-4FF6-4E8C-991B-66D24C6ADF05}"/>
                  </a:ext>
                </a:extLst>
              </p:cNvPr>
              <p:cNvPicPr>
                <a:picLocks noChangeAspect="1"/>
              </p:cNvPicPr>
              <p:nvPr/>
            </p:nvPicPr>
            <p:blipFill>
              <a:blip r:embed="rId4">
                <a:extLst>
                  <a:ext uri="{28A0092B-C50C-407E-A947-70E740481C1C}">
                    <a14:useLocalDpi xmlns:a14="http://schemas.microsoft.com/office/drawing/2010/main" val="0"/>
                  </a:ext>
                  <a:ext uri="{96DAC541-7B7A-43D3-8B79-37D633B846F1}">
                    <asvg:svgBlip xmlns:asvg="http://schemas.microsoft.com/office/drawing/2016/SVG/main" r:embed="rId5"/>
                  </a:ext>
                </a:extLst>
              </a:blip>
              <a:stretch>
                <a:fillRect/>
              </a:stretch>
            </p:blipFill>
            <p:spPr>
              <a:xfrm>
                <a:off x="821271" y="5368000"/>
                <a:ext cx="662814" cy="641082"/>
              </a:xfrm>
              <a:prstGeom prst="rect">
                <a:avLst/>
              </a:prstGeom>
            </p:spPr>
          </p:pic>
          <p:sp>
            <p:nvSpPr>
              <p:cNvPr id="218" name="文本框 217">
                <a:extLst>
                  <a:ext uri="{FF2B5EF4-FFF2-40B4-BE49-F238E27FC236}">
                    <a16:creationId xmlns:a16="http://schemas.microsoft.com/office/drawing/2014/main" id="{584D12FE-712D-432B-A48B-3084189F6B6C}"/>
                  </a:ext>
                </a:extLst>
              </p:cNvPr>
              <p:cNvSpPr txBox="1"/>
              <p:nvPr/>
            </p:nvSpPr>
            <p:spPr>
              <a:xfrm>
                <a:off x="700096" y="6009082"/>
                <a:ext cx="905164" cy="369332"/>
              </a:xfrm>
              <a:prstGeom prst="rect">
                <a:avLst/>
              </a:prstGeom>
              <a:noFill/>
            </p:spPr>
            <p:txBody>
              <a:bodyPr wrap="square" rtlCol="0">
                <a:spAutoFit/>
              </a:bodyPr>
              <a:lstStyle/>
              <a:p>
                <a:r>
                  <a:rPr lang="zh-CN" altLang="en-US" b="1" dirty="0">
                    <a:latin typeface="+mn-ea"/>
                  </a:rPr>
                  <a:t>发送方</a:t>
                </a:r>
              </a:p>
            </p:txBody>
          </p:sp>
        </p:grpSp>
        <p:grpSp>
          <p:nvGrpSpPr>
            <p:cNvPr id="8" name="组合 7">
              <a:extLst>
                <a:ext uri="{FF2B5EF4-FFF2-40B4-BE49-F238E27FC236}">
                  <a16:creationId xmlns:a16="http://schemas.microsoft.com/office/drawing/2014/main" id="{0ACAF080-95D4-4F76-A817-06EA84E449C9}"/>
                </a:ext>
              </a:extLst>
            </p:cNvPr>
            <p:cNvGrpSpPr/>
            <p:nvPr/>
          </p:nvGrpSpPr>
          <p:grpSpPr>
            <a:xfrm>
              <a:off x="878301" y="1263518"/>
              <a:ext cx="905164" cy="1027908"/>
              <a:chOff x="878301" y="1390382"/>
              <a:chExt cx="905164" cy="1027908"/>
            </a:xfrm>
          </p:grpSpPr>
          <p:pic>
            <p:nvPicPr>
              <p:cNvPr id="210" name="图形 209">
                <a:extLst>
                  <a:ext uri="{FF2B5EF4-FFF2-40B4-BE49-F238E27FC236}">
                    <a16:creationId xmlns:a16="http://schemas.microsoft.com/office/drawing/2014/main" id="{61E01467-74F7-469C-BAD5-DFFB1234E440}"/>
                  </a:ext>
                </a:extLst>
              </p:cNvPr>
              <p:cNvPicPr>
                <a:picLocks noChangeAspect="1"/>
              </p:cNvPicPr>
              <p:nvPr/>
            </p:nvPicPr>
            <p:blipFill>
              <a:blip r:embed="rId6">
                <a:extLst>
                  <a:ext uri="{28A0092B-C50C-407E-A947-70E740481C1C}">
                    <a14:useLocalDpi xmlns:a14="http://schemas.microsoft.com/office/drawing/2010/main" val="0"/>
                  </a:ext>
                  <a:ext uri="{96DAC541-7B7A-43D3-8B79-37D633B846F1}">
                    <asvg:svgBlip xmlns:asvg="http://schemas.microsoft.com/office/drawing/2016/SVG/main" r:embed="rId7"/>
                  </a:ext>
                </a:extLst>
              </a:blip>
              <a:stretch>
                <a:fillRect/>
              </a:stretch>
            </p:blipFill>
            <p:spPr>
              <a:xfrm>
                <a:off x="984826" y="1759714"/>
                <a:ext cx="501772" cy="658576"/>
              </a:xfrm>
              <a:prstGeom prst="rect">
                <a:avLst/>
              </a:prstGeom>
            </p:spPr>
          </p:pic>
          <p:sp>
            <p:nvSpPr>
              <p:cNvPr id="219" name="文本框 218">
                <a:extLst>
                  <a:ext uri="{FF2B5EF4-FFF2-40B4-BE49-F238E27FC236}">
                    <a16:creationId xmlns:a16="http://schemas.microsoft.com/office/drawing/2014/main" id="{B105E330-42F6-4FA8-914C-123FFA0756D5}"/>
                  </a:ext>
                </a:extLst>
              </p:cNvPr>
              <p:cNvSpPr txBox="1"/>
              <p:nvPr/>
            </p:nvSpPr>
            <p:spPr>
              <a:xfrm>
                <a:off x="878301" y="1390382"/>
                <a:ext cx="905164" cy="369332"/>
              </a:xfrm>
              <a:prstGeom prst="rect">
                <a:avLst/>
              </a:prstGeom>
              <a:noFill/>
            </p:spPr>
            <p:txBody>
              <a:bodyPr wrap="square" rtlCol="0">
                <a:spAutoFit/>
              </a:bodyPr>
              <a:lstStyle/>
              <a:p>
                <a:r>
                  <a:rPr lang="zh-CN" altLang="en-US" b="1" dirty="0">
                    <a:latin typeface="+mn-ea"/>
                  </a:rPr>
                  <a:t>接收方</a:t>
                </a:r>
              </a:p>
            </p:txBody>
          </p:sp>
        </p:grpSp>
        <p:sp>
          <p:nvSpPr>
            <p:cNvPr id="57" name="云形 56">
              <a:extLst>
                <a:ext uri="{FF2B5EF4-FFF2-40B4-BE49-F238E27FC236}">
                  <a16:creationId xmlns:a16="http://schemas.microsoft.com/office/drawing/2014/main" id="{8D58A5DA-48AF-4D62-A0E1-92B6F8CBE1F4}"/>
                </a:ext>
              </a:extLst>
            </p:cNvPr>
            <p:cNvSpPr/>
            <p:nvPr/>
          </p:nvSpPr>
          <p:spPr>
            <a:xfrm>
              <a:off x="475097" y="3429014"/>
              <a:ext cx="1355161" cy="801398"/>
            </a:xfrm>
            <a:prstGeom prst="cloud">
              <a:avLst/>
            </a:prstGeom>
            <a:solidFill>
              <a:schemeClr val="bg1">
                <a:lumMod val="85000"/>
              </a:schemeClr>
            </a:solidFill>
            <a:ln>
              <a:solidFill>
                <a:schemeClr val="bg1">
                  <a:lumMod val="85000"/>
                </a:schemeClr>
              </a:solidFill>
            </a:ln>
          </p:spPr>
          <p:style>
            <a:lnRef idx="2">
              <a:schemeClr val="accent3">
                <a:shade val="50000"/>
              </a:schemeClr>
            </a:lnRef>
            <a:fillRef idx="1">
              <a:schemeClr val="accent3"/>
            </a:fillRef>
            <a:effectRef idx="0">
              <a:schemeClr val="accent3"/>
            </a:effectRef>
            <a:fontRef idx="minor">
              <a:schemeClr val="lt1"/>
            </a:fontRef>
          </p:style>
          <p:txBody>
            <a:bodyPr rtlCol="0" anchor="ctr"/>
            <a:lstStyle/>
            <a:p>
              <a:pPr algn="ctr"/>
              <a:r>
                <a:rPr lang="zh-CN" altLang="en-US" b="1" dirty="0">
                  <a:solidFill>
                    <a:schemeClr val="tx1"/>
                  </a:solidFill>
                  <a:latin typeface="+mn-ea"/>
                </a:rPr>
                <a:t>因特网</a:t>
              </a:r>
            </a:p>
          </p:txBody>
        </p:sp>
      </p:grpSp>
      <p:sp>
        <p:nvSpPr>
          <p:cNvPr id="65" name="矩形 64">
            <a:extLst>
              <a:ext uri="{FF2B5EF4-FFF2-40B4-BE49-F238E27FC236}">
                <a16:creationId xmlns:a16="http://schemas.microsoft.com/office/drawing/2014/main" id="{FC572D7D-9323-4BD8-92B7-CA3E51425C5F}"/>
              </a:ext>
            </a:extLst>
          </p:cNvPr>
          <p:cNvSpPr/>
          <p:nvPr/>
        </p:nvSpPr>
        <p:spPr>
          <a:xfrm>
            <a:off x="2246300" y="3155854"/>
            <a:ext cx="256976" cy="256976"/>
          </a:xfrm>
          <a:prstGeom prst="rect">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mc:AlternateContent xmlns:mc="http://schemas.openxmlformats.org/markup-compatibility/2006" xmlns:a14="http://schemas.microsoft.com/office/drawing/2010/main">
        <mc:Choice Requires="a14">
          <p:sp>
            <p:nvSpPr>
              <p:cNvPr id="66" name="íşlïḍè">
                <a:extLst>
                  <a:ext uri="{FF2B5EF4-FFF2-40B4-BE49-F238E27FC236}">
                    <a16:creationId xmlns:a16="http://schemas.microsoft.com/office/drawing/2014/main" id="{EC57E6C8-9EAA-4F5B-AF11-BFED193385DD}"/>
                  </a:ext>
                </a:extLst>
              </p:cNvPr>
              <p:cNvSpPr txBox="1"/>
              <p:nvPr/>
            </p:nvSpPr>
            <p:spPr>
              <a:xfrm>
                <a:off x="2563527" y="3101533"/>
                <a:ext cx="9323673" cy="623794"/>
              </a:xfrm>
              <a:prstGeom prst="rect">
                <a:avLst/>
              </a:prstGeom>
              <a:noFill/>
            </p:spPr>
            <p:txBody>
              <a:bodyPr wrap="square" lIns="91440" tIns="45720" rIns="91440" bIns="45720" anchor="ctr">
                <a:noAutofit/>
              </a:bodyPr>
              <a:lstStyle/>
              <a:p>
                <a:r>
                  <a:rPr lang="zh-CN" altLang="en-US" b="1" dirty="0"/>
                  <a:t>发送方需要维护一个</a:t>
                </a:r>
                <a:r>
                  <a:rPr lang="zh-CN" altLang="en-US" b="1" dirty="0">
                    <a:solidFill>
                      <a:schemeClr val="accent3"/>
                    </a:solidFill>
                  </a:rPr>
                  <a:t>发送窗口</a:t>
                </a:r>
                <a14:m>
                  <m:oMath xmlns:m="http://schemas.openxmlformats.org/officeDocument/2006/math">
                    <m:sSub>
                      <m:sSubPr>
                        <m:ctrlPr>
                          <a:rPr lang="en-US" altLang="zh-CN" b="1" i="1" smtClean="0">
                            <a:solidFill>
                              <a:schemeClr val="accent3"/>
                            </a:solidFill>
                            <a:latin typeface="Cambria Math" panose="02040503050406030204" pitchFamily="18" charset="0"/>
                            <a:ea typeface="Cambria Math" panose="02040503050406030204" pitchFamily="18" charset="0"/>
                          </a:rPr>
                        </m:ctrlPr>
                      </m:sSubPr>
                      <m:e>
                        <m:r>
                          <a:rPr lang="en-US" altLang="zh-CN" b="1" i="1">
                            <a:solidFill>
                              <a:schemeClr val="accent3"/>
                            </a:solidFill>
                            <a:latin typeface="Cambria Math" panose="02040503050406030204" pitchFamily="18" charset="0"/>
                            <a:ea typeface="Cambria Math" panose="02040503050406030204" pitchFamily="18" charset="0"/>
                          </a:rPr>
                          <m:t>𝑾</m:t>
                        </m:r>
                      </m:e>
                      <m:sub>
                        <m:r>
                          <a:rPr lang="en-US" altLang="zh-CN" b="1" i="1">
                            <a:solidFill>
                              <a:schemeClr val="accent3"/>
                            </a:solidFill>
                            <a:latin typeface="Cambria Math" panose="02040503050406030204" pitchFamily="18" charset="0"/>
                            <a:ea typeface="Cambria Math" panose="02040503050406030204" pitchFamily="18" charset="0"/>
                          </a:rPr>
                          <m:t>𝑻</m:t>
                        </m:r>
                      </m:sub>
                    </m:sSub>
                    <m:r>
                      <a:rPr lang="en-US" altLang="zh-CN" b="1" i="1">
                        <a:solidFill>
                          <a:schemeClr val="accent1">
                            <a:lumMod val="75000"/>
                          </a:schemeClr>
                        </a:solidFill>
                        <a:latin typeface="Cambria Math" panose="02040503050406030204" pitchFamily="18" charset="0"/>
                        <a:ea typeface="Cambria Math" panose="02040503050406030204" pitchFamily="18" charset="0"/>
                      </a:rPr>
                      <m:t> </m:t>
                    </m:r>
                  </m:oMath>
                </a14:m>
                <a:r>
                  <a:rPr lang="zh-CN" altLang="en-US" b="1" dirty="0"/>
                  <a:t>，在未收到接收方确认分组的情况下，发送方可将序号落入</a:t>
                </a:r>
                <a14:m>
                  <m:oMath xmlns:m="http://schemas.openxmlformats.org/officeDocument/2006/math">
                    <m:sSub>
                      <m:sSubPr>
                        <m:ctrlPr>
                          <a:rPr lang="en-US" altLang="zh-CN" b="1" i="1" smtClean="0">
                            <a:solidFill>
                              <a:schemeClr val="tx1"/>
                            </a:solidFill>
                            <a:latin typeface="Cambria Math" panose="02040503050406030204" pitchFamily="18" charset="0"/>
                            <a:ea typeface="Cambria Math" panose="02040503050406030204" pitchFamily="18" charset="0"/>
                          </a:rPr>
                        </m:ctrlPr>
                      </m:sSubPr>
                      <m:e>
                        <m:r>
                          <a:rPr lang="en-US" altLang="zh-CN" b="1" i="1">
                            <a:solidFill>
                              <a:schemeClr val="tx1"/>
                            </a:solidFill>
                            <a:latin typeface="Cambria Math" panose="02040503050406030204" pitchFamily="18" charset="0"/>
                            <a:ea typeface="Cambria Math" panose="02040503050406030204" pitchFamily="18" charset="0"/>
                          </a:rPr>
                          <m:t>𝑾</m:t>
                        </m:r>
                      </m:e>
                      <m:sub>
                        <m:r>
                          <a:rPr lang="en-US" altLang="zh-CN" b="1" i="1">
                            <a:solidFill>
                              <a:schemeClr val="tx1"/>
                            </a:solidFill>
                            <a:latin typeface="Cambria Math" panose="02040503050406030204" pitchFamily="18" charset="0"/>
                            <a:ea typeface="Cambria Math" panose="02040503050406030204" pitchFamily="18" charset="0"/>
                          </a:rPr>
                          <m:t>𝑻</m:t>
                        </m:r>
                      </m:sub>
                    </m:sSub>
                  </m:oMath>
                </a14:m>
                <a:r>
                  <a:rPr lang="zh-CN" altLang="en-US" b="1" dirty="0"/>
                  <a:t>内的所有数据分组连续发送出去。</a:t>
                </a:r>
                <a:endParaRPr lang="en-US" altLang="zh-CN" b="1" dirty="0"/>
              </a:p>
            </p:txBody>
          </p:sp>
        </mc:Choice>
        <mc:Fallback xmlns="">
          <p:sp>
            <p:nvSpPr>
              <p:cNvPr id="66" name="íşlïḍè">
                <a:extLst>
                  <a:ext uri="{FF2B5EF4-FFF2-40B4-BE49-F238E27FC236}">
                    <a16:creationId xmlns:a16="http://schemas.microsoft.com/office/drawing/2014/main" id="{EC57E6C8-9EAA-4F5B-AF11-BFED193385DD}"/>
                  </a:ext>
                </a:extLst>
              </p:cNvPr>
              <p:cNvSpPr txBox="1">
                <a:spLocks noRot="1" noChangeAspect="1" noMove="1" noResize="1" noEditPoints="1" noAdjustHandles="1" noChangeArrowheads="1" noChangeShapeType="1" noTextEdit="1"/>
              </p:cNvSpPr>
              <p:nvPr/>
            </p:nvSpPr>
            <p:spPr>
              <a:xfrm>
                <a:off x="2563527" y="3101533"/>
                <a:ext cx="9323673" cy="623794"/>
              </a:xfrm>
              <a:prstGeom prst="rect">
                <a:avLst/>
              </a:prstGeom>
              <a:blipFill>
                <a:blip r:embed="rId8"/>
                <a:stretch>
                  <a:fillRect l="-589" t="-6863" r="-65" b="-16667"/>
                </a:stretch>
              </a:blipFill>
            </p:spPr>
            <p:txBody>
              <a:bodyPr/>
              <a:lstStyle/>
              <a:p>
                <a:r>
                  <a:rPr lang="zh-CN" altLang="en-US">
                    <a:noFill/>
                  </a:rPr>
                  <a:t> </a:t>
                </a:r>
              </a:p>
            </p:txBody>
          </p:sp>
        </mc:Fallback>
      </mc:AlternateContent>
      <p:graphicFrame>
        <p:nvGraphicFramePr>
          <p:cNvPr id="21" name="表格 21">
            <a:extLst>
              <a:ext uri="{FF2B5EF4-FFF2-40B4-BE49-F238E27FC236}">
                <a16:creationId xmlns:a16="http://schemas.microsoft.com/office/drawing/2014/main" id="{CE497585-4F97-4F44-9ABE-D7BBA16B40E0}"/>
              </a:ext>
            </a:extLst>
          </p:cNvPr>
          <p:cNvGraphicFramePr>
            <a:graphicFrameLocks noGrp="1"/>
          </p:cNvGraphicFramePr>
          <p:nvPr/>
        </p:nvGraphicFramePr>
        <p:xfrm>
          <a:off x="2302929" y="5557308"/>
          <a:ext cx="9067800" cy="370840"/>
        </p:xfrm>
        <a:graphic>
          <a:graphicData uri="http://schemas.openxmlformats.org/drawingml/2006/table">
            <a:tbl>
              <a:tblPr firstRow="1" bandRow="1">
                <a:tableStyleId>{5C22544A-7EE6-4342-B048-85BDC9FD1C3A}</a:tableStyleId>
              </a:tblPr>
              <a:tblGrid>
                <a:gridCol w="755650">
                  <a:extLst>
                    <a:ext uri="{9D8B030D-6E8A-4147-A177-3AD203B41FA5}">
                      <a16:colId xmlns:a16="http://schemas.microsoft.com/office/drawing/2014/main" val="877486509"/>
                    </a:ext>
                  </a:extLst>
                </a:gridCol>
                <a:gridCol w="755650">
                  <a:extLst>
                    <a:ext uri="{9D8B030D-6E8A-4147-A177-3AD203B41FA5}">
                      <a16:colId xmlns:a16="http://schemas.microsoft.com/office/drawing/2014/main" val="3548605817"/>
                    </a:ext>
                  </a:extLst>
                </a:gridCol>
                <a:gridCol w="755650">
                  <a:extLst>
                    <a:ext uri="{9D8B030D-6E8A-4147-A177-3AD203B41FA5}">
                      <a16:colId xmlns:a16="http://schemas.microsoft.com/office/drawing/2014/main" val="2881812895"/>
                    </a:ext>
                  </a:extLst>
                </a:gridCol>
                <a:gridCol w="755650">
                  <a:extLst>
                    <a:ext uri="{9D8B030D-6E8A-4147-A177-3AD203B41FA5}">
                      <a16:colId xmlns:a16="http://schemas.microsoft.com/office/drawing/2014/main" val="3682284582"/>
                    </a:ext>
                  </a:extLst>
                </a:gridCol>
                <a:gridCol w="755650">
                  <a:extLst>
                    <a:ext uri="{9D8B030D-6E8A-4147-A177-3AD203B41FA5}">
                      <a16:colId xmlns:a16="http://schemas.microsoft.com/office/drawing/2014/main" val="500127722"/>
                    </a:ext>
                  </a:extLst>
                </a:gridCol>
                <a:gridCol w="755650">
                  <a:extLst>
                    <a:ext uri="{9D8B030D-6E8A-4147-A177-3AD203B41FA5}">
                      <a16:colId xmlns:a16="http://schemas.microsoft.com/office/drawing/2014/main" val="2946259618"/>
                    </a:ext>
                  </a:extLst>
                </a:gridCol>
                <a:gridCol w="755650">
                  <a:extLst>
                    <a:ext uri="{9D8B030D-6E8A-4147-A177-3AD203B41FA5}">
                      <a16:colId xmlns:a16="http://schemas.microsoft.com/office/drawing/2014/main" val="171501986"/>
                    </a:ext>
                  </a:extLst>
                </a:gridCol>
                <a:gridCol w="755650">
                  <a:extLst>
                    <a:ext uri="{9D8B030D-6E8A-4147-A177-3AD203B41FA5}">
                      <a16:colId xmlns:a16="http://schemas.microsoft.com/office/drawing/2014/main" val="1667185265"/>
                    </a:ext>
                  </a:extLst>
                </a:gridCol>
                <a:gridCol w="755650">
                  <a:extLst>
                    <a:ext uri="{9D8B030D-6E8A-4147-A177-3AD203B41FA5}">
                      <a16:colId xmlns:a16="http://schemas.microsoft.com/office/drawing/2014/main" val="4258211808"/>
                    </a:ext>
                  </a:extLst>
                </a:gridCol>
                <a:gridCol w="755650">
                  <a:extLst>
                    <a:ext uri="{9D8B030D-6E8A-4147-A177-3AD203B41FA5}">
                      <a16:colId xmlns:a16="http://schemas.microsoft.com/office/drawing/2014/main" val="1794200575"/>
                    </a:ext>
                  </a:extLst>
                </a:gridCol>
                <a:gridCol w="755650">
                  <a:extLst>
                    <a:ext uri="{9D8B030D-6E8A-4147-A177-3AD203B41FA5}">
                      <a16:colId xmlns:a16="http://schemas.microsoft.com/office/drawing/2014/main" val="4230716487"/>
                    </a:ext>
                  </a:extLst>
                </a:gridCol>
                <a:gridCol w="755650">
                  <a:extLst>
                    <a:ext uri="{9D8B030D-6E8A-4147-A177-3AD203B41FA5}">
                      <a16:colId xmlns:a16="http://schemas.microsoft.com/office/drawing/2014/main" val="56153739"/>
                    </a:ext>
                  </a:extLst>
                </a:gridCol>
              </a:tblGrid>
              <a:tr h="370840">
                <a:tc>
                  <a:txBody>
                    <a:bodyPr/>
                    <a:lstStyle/>
                    <a:p>
                      <a:pPr algn="ctr"/>
                      <a:r>
                        <a:rPr lang="en-US" altLang="zh-CN" dirty="0">
                          <a:solidFill>
                            <a:schemeClr val="tx1"/>
                          </a:solidFill>
                          <a:latin typeface="Arial Black" panose="020B0A04020102020204" pitchFamily="34" charset="0"/>
                        </a:rPr>
                        <a:t>0</a:t>
                      </a:r>
                      <a:endParaRPr lang="zh-CN" altLang="en-US" dirty="0">
                        <a:solidFill>
                          <a:schemeClr val="tx1"/>
                        </a:solidFill>
                        <a:latin typeface="Arial Black" panose="020B0A04020102020204" pitchFamily="34" charset="0"/>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ctr"/>
                      <a:r>
                        <a:rPr lang="en-US" altLang="zh-CN" dirty="0">
                          <a:solidFill>
                            <a:schemeClr val="tx1"/>
                          </a:solidFill>
                          <a:latin typeface="Arial Black" panose="020B0A04020102020204" pitchFamily="34" charset="0"/>
                        </a:rPr>
                        <a:t>1</a:t>
                      </a:r>
                      <a:endParaRPr lang="zh-CN" altLang="en-US" dirty="0">
                        <a:solidFill>
                          <a:schemeClr val="tx1"/>
                        </a:solidFill>
                        <a:latin typeface="Arial Black" panose="020B0A04020102020204" pitchFamily="34" charset="0"/>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ctr"/>
                      <a:r>
                        <a:rPr lang="en-US" altLang="zh-CN" dirty="0">
                          <a:solidFill>
                            <a:schemeClr val="tx1"/>
                          </a:solidFill>
                          <a:latin typeface="Arial Black" panose="020B0A04020102020204" pitchFamily="34" charset="0"/>
                        </a:rPr>
                        <a:t>2</a:t>
                      </a:r>
                      <a:endParaRPr lang="zh-CN" altLang="en-US" dirty="0">
                        <a:solidFill>
                          <a:schemeClr val="tx1"/>
                        </a:solidFill>
                        <a:latin typeface="Arial Black" panose="020B0A04020102020204" pitchFamily="34" charset="0"/>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ctr"/>
                      <a:r>
                        <a:rPr lang="en-US" altLang="zh-CN" dirty="0">
                          <a:solidFill>
                            <a:schemeClr val="tx1"/>
                          </a:solidFill>
                          <a:latin typeface="Arial Black" panose="020B0A04020102020204" pitchFamily="34" charset="0"/>
                        </a:rPr>
                        <a:t>3</a:t>
                      </a:r>
                      <a:endParaRPr lang="zh-CN" altLang="en-US" dirty="0">
                        <a:solidFill>
                          <a:schemeClr val="tx1"/>
                        </a:solidFill>
                        <a:latin typeface="Arial Black" panose="020B0A04020102020204" pitchFamily="34" charset="0"/>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ctr"/>
                      <a:r>
                        <a:rPr lang="en-US" altLang="zh-CN" dirty="0">
                          <a:solidFill>
                            <a:schemeClr val="tx1"/>
                          </a:solidFill>
                          <a:latin typeface="Arial Black" panose="020B0A04020102020204" pitchFamily="34" charset="0"/>
                        </a:rPr>
                        <a:t>4</a:t>
                      </a:r>
                      <a:endParaRPr lang="zh-CN" altLang="en-US" dirty="0">
                        <a:solidFill>
                          <a:schemeClr val="tx1"/>
                        </a:solidFill>
                        <a:latin typeface="Arial Black" panose="020B0A04020102020204" pitchFamily="34" charset="0"/>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ctr"/>
                      <a:r>
                        <a:rPr lang="en-US" altLang="zh-CN" dirty="0">
                          <a:solidFill>
                            <a:schemeClr val="tx1"/>
                          </a:solidFill>
                          <a:latin typeface="Arial Black" panose="020B0A04020102020204" pitchFamily="34" charset="0"/>
                        </a:rPr>
                        <a:t>5</a:t>
                      </a:r>
                      <a:endParaRPr lang="zh-CN" altLang="en-US" dirty="0">
                        <a:solidFill>
                          <a:schemeClr val="tx1"/>
                        </a:solidFill>
                        <a:latin typeface="Arial Black" panose="020B0A04020102020204" pitchFamily="34" charset="0"/>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ctr"/>
                      <a:r>
                        <a:rPr lang="en-US" altLang="zh-CN" dirty="0">
                          <a:solidFill>
                            <a:schemeClr val="tx1"/>
                          </a:solidFill>
                          <a:latin typeface="Arial Black" panose="020B0A04020102020204" pitchFamily="34" charset="0"/>
                        </a:rPr>
                        <a:t>6</a:t>
                      </a:r>
                      <a:endParaRPr lang="zh-CN" altLang="en-US" dirty="0">
                        <a:solidFill>
                          <a:schemeClr val="tx1"/>
                        </a:solidFill>
                        <a:latin typeface="Arial Black" panose="020B0A04020102020204" pitchFamily="34" charset="0"/>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ctr"/>
                      <a:r>
                        <a:rPr lang="en-US" altLang="zh-CN" dirty="0">
                          <a:solidFill>
                            <a:schemeClr val="tx1"/>
                          </a:solidFill>
                          <a:latin typeface="Arial Black" panose="020B0A04020102020204" pitchFamily="34" charset="0"/>
                        </a:rPr>
                        <a:t>7</a:t>
                      </a:r>
                      <a:endParaRPr lang="zh-CN" altLang="en-US" dirty="0">
                        <a:solidFill>
                          <a:schemeClr val="tx1"/>
                        </a:solidFill>
                        <a:latin typeface="Arial Black" panose="020B0A04020102020204" pitchFamily="34" charset="0"/>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ctr"/>
                      <a:r>
                        <a:rPr lang="en-US" altLang="zh-CN" dirty="0">
                          <a:solidFill>
                            <a:schemeClr val="tx1"/>
                          </a:solidFill>
                          <a:latin typeface="Arial Black" panose="020B0A04020102020204" pitchFamily="34" charset="0"/>
                        </a:rPr>
                        <a:t>0</a:t>
                      </a:r>
                      <a:endParaRPr lang="zh-CN" altLang="en-US" dirty="0">
                        <a:solidFill>
                          <a:schemeClr val="tx1"/>
                        </a:solidFill>
                        <a:latin typeface="Arial Black" panose="020B0A04020102020204" pitchFamily="34" charset="0"/>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ctr"/>
                      <a:r>
                        <a:rPr lang="en-US" altLang="zh-CN" dirty="0">
                          <a:solidFill>
                            <a:schemeClr val="tx1"/>
                          </a:solidFill>
                          <a:latin typeface="Arial Black" panose="020B0A04020102020204" pitchFamily="34" charset="0"/>
                        </a:rPr>
                        <a:t>1</a:t>
                      </a:r>
                      <a:endParaRPr lang="zh-CN" altLang="en-US" dirty="0">
                        <a:solidFill>
                          <a:schemeClr val="tx1"/>
                        </a:solidFill>
                        <a:latin typeface="Arial Black" panose="020B0A04020102020204" pitchFamily="34" charset="0"/>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ctr"/>
                      <a:r>
                        <a:rPr lang="en-US" altLang="zh-CN" dirty="0">
                          <a:solidFill>
                            <a:schemeClr val="tx1"/>
                          </a:solidFill>
                          <a:latin typeface="Arial Black" panose="020B0A04020102020204" pitchFamily="34" charset="0"/>
                        </a:rPr>
                        <a:t>2</a:t>
                      </a:r>
                      <a:endParaRPr lang="zh-CN" altLang="en-US" dirty="0">
                        <a:solidFill>
                          <a:schemeClr val="tx1"/>
                        </a:solidFill>
                        <a:latin typeface="Arial Black" panose="020B0A04020102020204" pitchFamily="34" charset="0"/>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ctr"/>
                      <a:r>
                        <a:rPr lang="en-US" altLang="zh-CN" dirty="0">
                          <a:solidFill>
                            <a:schemeClr val="tx1"/>
                          </a:solidFill>
                          <a:latin typeface="Arial Black" panose="020B0A04020102020204" pitchFamily="34" charset="0"/>
                        </a:rPr>
                        <a:t>…</a:t>
                      </a:r>
                      <a:endParaRPr lang="zh-CN" altLang="en-US" dirty="0">
                        <a:solidFill>
                          <a:schemeClr val="tx1"/>
                        </a:solidFill>
                        <a:latin typeface="Arial Black" panose="020B0A04020102020204" pitchFamily="34" charset="0"/>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extLst>
                  <a:ext uri="{0D108BD9-81ED-4DB2-BD59-A6C34878D82A}">
                    <a16:rowId xmlns:a16="http://schemas.microsoft.com/office/drawing/2014/main" val="316235763"/>
                  </a:ext>
                </a:extLst>
              </a:tr>
            </a:tbl>
          </a:graphicData>
        </a:graphic>
      </p:graphicFrame>
      <p:graphicFrame>
        <p:nvGraphicFramePr>
          <p:cNvPr id="68" name="表格 21">
            <a:extLst>
              <a:ext uri="{FF2B5EF4-FFF2-40B4-BE49-F238E27FC236}">
                <a16:creationId xmlns:a16="http://schemas.microsoft.com/office/drawing/2014/main" id="{D9B4273D-C94E-42E6-A39B-908C6FA1D8AF}"/>
              </a:ext>
            </a:extLst>
          </p:cNvPr>
          <p:cNvGraphicFramePr>
            <a:graphicFrameLocks noGrp="1"/>
          </p:cNvGraphicFramePr>
          <p:nvPr/>
        </p:nvGraphicFramePr>
        <p:xfrm>
          <a:off x="2302929" y="1827576"/>
          <a:ext cx="9067800" cy="370840"/>
        </p:xfrm>
        <a:graphic>
          <a:graphicData uri="http://schemas.openxmlformats.org/drawingml/2006/table">
            <a:tbl>
              <a:tblPr firstRow="1" bandRow="1">
                <a:tableStyleId>{5C22544A-7EE6-4342-B048-85BDC9FD1C3A}</a:tableStyleId>
              </a:tblPr>
              <a:tblGrid>
                <a:gridCol w="755650">
                  <a:extLst>
                    <a:ext uri="{9D8B030D-6E8A-4147-A177-3AD203B41FA5}">
                      <a16:colId xmlns:a16="http://schemas.microsoft.com/office/drawing/2014/main" val="877486509"/>
                    </a:ext>
                  </a:extLst>
                </a:gridCol>
                <a:gridCol w="755650">
                  <a:extLst>
                    <a:ext uri="{9D8B030D-6E8A-4147-A177-3AD203B41FA5}">
                      <a16:colId xmlns:a16="http://schemas.microsoft.com/office/drawing/2014/main" val="3548605817"/>
                    </a:ext>
                  </a:extLst>
                </a:gridCol>
                <a:gridCol w="755650">
                  <a:extLst>
                    <a:ext uri="{9D8B030D-6E8A-4147-A177-3AD203B41FA5}">
                      <a16:colId xmlns:a16="http://schemas.microsoft.com/office/drawing/2014/main" val="2881812895"/>
                    </a:ext>
                  </a:extLst>
                </a:gridCol>
                <a:gridCol w="755650">
                  <a:extLst>
                    <a:ext uri="{9D8B030D-6E8A-4147-A177-3AD203B41FA5}">
                      <a16:colId xmlns:a16="http://schemas.microsoft.com/office/drawing/2014/main" val="3682284582"/>
                    </a:ext>
                  </a:extLst>
                </a:gridCol>
                <a:gridCol w="755650">
                  <a:extLst>
                    <a:ext uri="{9D8B030D-6E8A-4147-A177-3AD203B41FA5}">
                      <a16:colId xmlns:a16="http://schemas.microsoft.com/office/drawing/2014/main" val="500127722"/>
                    </a:ext>
                  </a:extLst>
                </a:gridCol>
                <a:gridCol w="755650">
                  <a:extLst>
                    <a:ext uri="{9D8B030D-6E8A-4147-A177-3AD203B41FA5}">
                      <a16:colId xmlns:a16="http://schemas.microsoft.com/office/drawing/2014/main" val="2946259618"/>
                    </a:ext>
                  </a:extLst>
                </a:gridCol>
                <a:gridCol w="755650">
                  <a:extLst>
                    <a:ext uri="{9D8B030D-6E8A-4147-A177-3AD203B41FA5}">
                      <a16:colId xmlns:a16="http://schemas.microsoft.com/office/drawing/2014/main" val="171501986"/>
                    </a:ext>
                  </a:extLst>
                </a:gridCol>
                <a:gridCol w="755650">
                  <a:extLst>
                    <a:ext uri="{9D8B030D-6E8A-4147-A177-3AD203B41FA5}">
                      <a16:colId xmlns:a16="http://schemas.microsoft.com/office/drawing/2014/main" val="1667185265"/>
                    </a:ext>
                  </a:extLst>
                </a:gridCol>
                <a:gridCol w="755650">
                  <a:extLst>
                    <a:ext uri="{9D8B030D-6E8A-4147-A177-3AD203B41FA5}">
                      <a16:colId xmlns:a16="http://schemas.microsoft.com/office/drawing/2014/main" val="4258211808"/>
                    </a:ext>
                  </a:extLst>
                </a:gridCol>
                <a:gridCol w="755650">
                  <a:extLst>
                    <a:ext uri="{9D8B030D-6E8A-4147-A177-3AD203B41FA5}">
                      <a16:colId xmlns:a16="http://schemas.microsoft.com/office/drawing/2014/main" val="1794200575"/>
                    </a:ext>
                  </a:extLst>
                </a:gridCol>
                <a:gridCol w="755650">
                  <a:extLst>
                    <a:ext uri="{9D8B030D-6E8A-4147-A177-3AD203B41FA5}">
                      <a16:colId xmlns:a16="http://schemas.microsoft.com/office/drawing/2014/main" val="4230716487"/>
                    </a:ext>
                  </a:extLst>
                </a:gridCol>
                <a:gridCol w="755650">
                  <a:extLst>
                    <a:ext uri="{9D8B030D-6E8A-4147-A177-3AD203B41FA5}">
                      <a16:colId xmlns:a16="http://schemas.microsoft.com/office/drawing/2014/main" val="56153739"/>
                    </a:ext>
                  </a:extLst>
                </a:gridCol>
              </a:tblGrid>
              <a:tr h="370840">
                <a:tc>
                  <a:txBody>
                    <a:bodyPr/>
                    <a:lstStyle/>
                    <a:p>
                      <a:pPr algn="ctr"/>
                      <a:r>
                        <a:rPr lang="en-US" altLang="zh-CN" dirty="0">
                          <a:solidFill>
                            <a:schemeClr val="tx1"/>
                          </a:solidFill>
                          <a:latin typeface="Arial Black" panose="020B0A04020102020204" pitchFamily="34" charset="0"/>
                        </a:rPr>
                        <a:t>0</a:t>
                      </a:r>
                      <a:endParaRPr lang="zh-CN" altLang="en-US" dirty="0">
                        <a:solidFill>
                          <a:schemeClr val="tx1"/>
                        </a:solidFill>
                        <a:latin typeface="Arial Black" panose="020B0A04020102020204" pitchFamily="34" charset="0"/>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ctr"/>
                      <a:r>
                        <a:rPr lang="en-US" altLang="zh-CN" dirty="0">
                          <a:solidFill>
                            <a:schemeClr val="tx1"/>
                          </a:solidFill>
                          <a:latin typeface="Arial Black" panose="020B0A04020102020204" pitchFamily="34" charset="0"/>
                        </a:rPr>
                        <a:t>1</a:t>
                      </a:r>
                      <a:endParaRPr lang="zh-CN" altLang="en-US" dirty="0">
                        <a:solidFill>
                          <a:schemeClr val="tx1"/>
                        </a:solidFill>
                        <a:latin typeface="Arial Black" panose="020B0A04020102020204" pitchFamily="34" charset="0"/>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ctr"/>
                      <a:r>
                        <a:rPr lang="en-US" altLang="zh-CN" dirty="0">
                          <a:solidFill>
                            <a:schemeClr val="tx1"/>
                          </a:solidFill>
                          <a:latin typeface="Arial Black" panose="020B0A04020102020204" pitchFamily="34" charset="0"/>
                        </a:rPr>
                        <a:t>2</a:t>
                      </a:r>
                      <a:endParaRPr lang="zh-CN" altLang="en-US" dirty="0">
                        <a:solidFill>
                          <a:schemeClr val="tx1"/>
                        </a:solidFill>
                        <a:latin typeface="Arial Black" panose="020B0A04020102020204" pitchFamily="34" charset="0"/>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ctr"/>
                      <a:r>
                        <a:rPr lang="en-US" altLang="zh-CN" dirty="0">
                          <a:solidFill>
                            <a:schemeClr val="tx1"/>
                          </a:solidFill>
                          <a:latin typeface="Arial Black" panose="020B0A04020102020204" pitchFamily="34" charset="0"/>
                        </a:rPr>
                        <a:t>3</a:t>
                      </a:r>
                      <a:endParaRPr lang="zh-CN" altLang="en-US" dirty="0">
                        <a:solidFill>
                          <a:schemeClr val="tx1"/>
                        </a:solidFill>
                        <a:latin typeface="Arial Black" panose="020B0A04020102020204" pitchFamily="34" charset="0"/>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ctr"/>
                      <a:r>
                        <a:rPr lang="en-US" altLang="zh-CN" dirty="0">
                          <a:solidFill>
                            <a:schemeClr val="tx1"/>
                          </a:solidFill>
                          <a:latin typeface="Arial Black" panose="020B0A04020102020204" pitchFamily="34" charset="0"/>
                        </a:rPr>
                        <a:t>4</a:t>
                      </a:r>
                      <a:endParaRPr lang="zh-CN" altLang="en-US" dirty="0">
                        <a:solidFill>
                          <a:schemeClr val="tx1"/>
                        </a:solidFill>
                        <a:latin typeface="Arial Black" panose="020B0A04020102020204" pitchFamily="34" charset="0"/>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ctr"/>
                      <a:r>
                        <a:rPr lang="en-US" altLang="zh-CN" dirty="0">
                          <a:solidFill>
                            <a:schemeClr val="tx1"/>
                          </a:solidFill>
                          <a:latin typeface="Arial Black" panose="020B0A04020102020204" pitchFamily="34" charset="0"/>
                        </a:rPr>
                        <a:t>5</a:t>
                      </a:r>
                      <a:endParaRPr lang="zh-CN" altLang="en-US" dirty="0">
                        <a:solidFill>
                          <a:schemeClr val="tx1"/>
                        </a:solidFill>
                        <a:latin typeface="Arial Black" panose="020B0A04020102020204" pitchFamily="34" charset="0"/>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ctr"/>
                      <a:r>
                        <a:rPr lang="en-US" altLang="zh-CN" dirty="0">
                          <a:solidFill>
                            <a:schemeClr val="tx1"/>
                          </a:solidFill>
                          <a:latin typeface="Arial Black" panose="020B0A04020102020204" pitchFamily="34" charset="0"/>
                        </a:rPr>
                        <a:t>6</a:t>
                      </a:r>
                      <a:endParaRPr lang="zh-CN" altLang="en-US" dirty="0">
                        <a:solidFill>
                          <a:schemeClr val="tx1"/>
                        </a:solidFill>
                        <a:latin typeface="Arial Black" panose="020B0A04020102020204" pitchFamily="34" charset="0"/>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ctr"/>
                      <a:r>
                        <a:rPr lang="en-US" altLang="zh-CN" dirty="0">
                          <a:solidFill>
                            <a:schemeClr val="tx1"/>
                          </a:solidFill>
                          <a:latin typeface="Arial Black" panose="020B0A04020102020204" pitchFamily="34" charset="0"/>
                        </a:rPr>
                        <a:t>7</a:t>
                      </a:r>
                      <a:endParaRPr lang="zh-CN" altLang="en-US" dirty="0">
                        <a:solidFill>
                          <a:schemeClr val="tx1"/>
                        </a:solidFill>
                        <a:latin typeface="Arial Black" panose="020B0A04020102020204" pitchFamily="34" charset="0"/>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ctr"/>
                      <a:r>
                        <a:rPr lang="en-US" altLang="zh-CN" dirty="0">
                          <a:solidFill>
                            <a:schemeClr val="tx1"/>
                          </a:solidFill>
                          <a:latin typeface="Arial Black" panose="020B0A04020102020204" pitchFamily="34" charset="0"/>
                        </a:rPr>
                        <a:t>0</a:t>
                      </a:r>
                      <a:endParaRPr lang="zh-CN" altLang="en-US" dirty="0">
                        <a:solidFill>
                          <a:schemeClr val="tx1"/>
                        </a:solidFill>
                        <a:latin typeface="Arial Black" panose="020B0A04020102020204" pitchFamily="34" charset="0"/>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ctr"/>
                      <a:r>
                        <a:rPr lang="en-US" altLang="zh-CN" dirty="0">
                          <a:solidFill>
                            <a:schemeClr val="tx1"/>
                          </a:solidFill>
                          <a:latin typeface="Arial Black" panose="020B0A04020102020204" pitchFamily="34" charset="0"/>
                        </a:rPr>
                        <a:t>1</a:t>
                      </a:r>
                      <a:endParaRPr lang="zh-CN" altLang="en-US" dirty="0">
                        <a:solidFill>
                          <a:schemeClr val="tx1"/>
                        </a:solidFill>
                        <a:latin typeface="Arial Black" panose="020B0A04020102020204" pitchFamily="34" charset="0"/>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ctr"/>
                      <a:r>
                        <a:rPr lang="en-US" altLang="zh-CN" dirty="0">
                          <a:solidFill>
                            <a:schemeClr val="tx1"/>
                          </a:solidFill>
                          <a:latin typeface="Arial Black" panose="020B0A04020102020204" pitchFamily="34" charset="0"/>
                        </a:rPr>
                        <a:t>2</a:t>
                      </a:r>
                      <a:endParaRPr lang="zh-CN" altLang="en-US" dirty="0">
                        <a:solidFill>
                          <a:schemeClr val="tx1"/>
                        </a:solidFill>
                        <a:latin typeface="Arial Black" panose="020B0A04020102020204" pitchFamily="34" charset="0"/>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ctr"/>
                      <a:r>
                        <a:rPr lang="en-US" altLang="zh-CN" dirty="0">
                          <a:solidFill>
                            <a:schemeClr val="tx1"/>
                          </a:solidFill>
                          <a:latin typeface="Arial Black" panose="020B0A04020102020204" pitchFamily="34" charset="0"/>
                        </a:rPr>
                        <a:t>…</a:t>
                      </a:r>
                      <a:endParaRPr lang="zh-CN" altLang="en-US" dirty="0">
                        <a:solidFill>
                          <a:schemeClr val="tx1"/>
                        </a:solidFill>
                        <a:latin typeface="Arial Black" panose="020B0A04020102020204" pitchFamily="34" charset="0"/>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extLst>
                  <a:ext uri="{0D108BD9-81ED-4DB2-BD59-A6C34878D82A}">
                    <a16:rowId xmlns:a16="http://schemas.microsoft.com/office/drawing/2014/main" val="316235763"/>
                  </a:ext>
                </a:extLst>
              </a:tr>
            </a:tbl>
          </a:graphicData>
        </a:graphic>
      </p:graphicFrame>
      <p:sp>
        <p:nvSpPr>
          <p:cNvPr id="18" name="矩形 17">
            <a:extLst>
              <a:ext uri="{FF2B5EF4-FFF2-40B4-BE49-F238E27FC236}">
                <a16:creationId xmlns:a16="http://schemas.microsoft.com/office/drawing/2014/main" id="{6206F5BC-5C25-44EE-AEBA-1000612CE85C}"/>
              </a:ext>
            </a:extLst>
          </p:cNvPr>
          <p:cNvSpPr/>
          <p:nvPr/>
        </p:nvSpPr>
        <p:spPr>
          <a:xfrm>
            <a:off x="2701308" y="3915596"/>
            <a:ext cx="256976" cy="256976"/>
          </a:xfrm>
          <a:prstGeom prst="rect">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mc:AlternateContent xmlns:mc="http://schemas.openxmlformats.org/markup-compatibility/2006" xmlns:a14="http://schemas.microsoft.com/office/drawing/2010/main">
        <mc:Choice Requires="a14">
          <p:sp>
            <p:nvSpPr>
              <p:cNvPr id="19" name="íşlïḍè">
                <a:extLst>
                  <a:ext uri="{FF2B5EF4-FFF2-40B4-BE49-F238E27FC236}">
                    <a16:creationId xmlns:a16="http://schemas.microsoft.com/office/drawing/2014/main" id="{C7D1FD8B-5228-4FDC-B669-D88763018DF4}"/>
                  </a:ext>
                </a:extLst>
              </p:cNvPr>
              <p:cNvSpPr txBox="1"/>
              <p:nvPr/>
            </p:nvSpPr>
            <p:spPr>
              <a:xfrm>
                <a:off x="3018536" y="3861275"/>
                <a:ext cx="8868664" cy="623794"/>
              </a:xfrm>
              <a:prstGeom prst="rect">
                <a:avLst/>
              </a:prstGeom>
              <a:noFill/>
            </p:spPr>
            <p:txBody>
              <a:bodyPr wrap="square" lIns="91440" tIns="45720" rIns="91440" bIns="45720" anchor="ctr">
                <a:noAutofit/>
              </a:bodyPr>
              <a:lstStyle/>
              <a:p>
                <a:r>
                  <a:rPr lang="zh-CN" altLang="en-US" b="1" dirty="0"/>
                  <a:t>采用</a:t>
                </a:r>
                <a14:m>
                  <m:oMath xmlns:m="http://schemas.openxmlformats.org/officeDocument/2006/math">
                    <m:r>
                      <a:rPr lang="en-US" altLang="zh-CN" b="1" i="1" dirty="0" smtClean="0">
                        <a:latin typeface="Cambria Math" panose="02040503050406030204" pitchFamily="18" charset="0"/>
                      </a:rPr>
                      <m:t>𝒏</m:t>
                    </m:r>
                  </m:oMath>
                </a14:m>
                <a:r>
                  <a:rPr lang="zh-CN" altLang="en-US" b="1" dirty="0"/>
                  <a:t>个比特给分组编序号，则</a:t>
                </a:r>
                <a14:m>
                  <m:oMath xmlns:m="http://schemas.openxmlformats.org/officeDocument/2006/math">
                    <m:sSub>
                      <m:sSubPr>
                        <m:ctrlPr>
                          <a:rPr lang="en-US" altLang="zh-CN" b="1" i="1">
                            <a:latin typeface="Cambria Math" panose="02040503050406030204" pitchFamily="18" charset="0"/>
                            <a:ea typeface="Cambria Math" panose="02040503050406030204" pitchFamily="18" charset="0"/>
                          </a:rPr>
                        </m:ctrlPr>
                      </m:sSubPr>
                      <m:e>
                        <m:r>
                          <a:rPr lang="en-US" altLang="zh-CN" b="1" i="1">
                            <a:latin typeface="Cambria Math" panose="02040503050406030204" pitchFamily="18" charset="0"/>
                            <a:ea typeface="Cambria Math" panose="02040503050406030204" pitchFamily="18" charset="0"/>
                          </a:rPr>
                          <m:t>𝑾</m:t>
                        </m:r>
                      </m:e>
                      <m:sub>
                        <m:r>
                          <a:rPr lang="en-US" altLang="zh-CN" b="1" i="1">
                            <a:latin typeface="Cambria Math" panose="02040503050406030204" pitchFamily="18" charset="0"/>
                            <a:ea typeface="Cambria Math" panose="02040503050406030204" pitchFamily="18" charset="0"/>
                          </a:rPr>
                          <m:t>𝑻</m:t>
                        </m:r>
                      </m:sub>
                    </m:sSub>
                  </m:oMath>
                </a14:m>
                <a:r>
                  <a:rPr lang="zh-CN" altLang="en-US" b="1" dirty="0"/>
                  <a:t>的取值范围是</a:t>
                </a:r>
                <a14:m>
                  <m:oMath xmlns:m="http://schemas.openxmlformats.org/officeDocument/2006/math">
                    <m:r>
                      <a:rPr lang="en-US" altLang="zh-CN" b="1" i="1" smtClean="0">
                        <a:solidFill>
                          <a:schemeClr val="accent3"/>
                        </a:solidFill>
                        <a:latin typeface="Cambria Math" panose="02040503050406030204" pitchFamily="18" charset="0"/>
                      </a:rPr>
                      <m:t>𝟏</m:t>
                    </m:r>
                    <m:r>
                      <a:rPr lang="en-US" altLang="zh-CN" b="1" i="1" smtClean="0">
                        <a:solidFill>
                          <a:schemeClr val="accent3"/>
                        </a:solidFill>
                        <a:latin typeface="Cambria Math" panose="02040503050406030204" pitchFamily="18" charset="0"/>
                        <a:ea typeface="Cambria Math" panose="02040503050406030204" pitchFamily="18" charset="0"/>
                      </a:rPr>
                      <m:t>&lt;</m:t>
                    </m:r>
                    <m:sSub>
                      <m:sSubPr>
                        <m:ctrlPr>
                          <a:rPr lang="en-US" altLang="zh-CN" b="1" i="1" smtClean="0">
                            <a:solidFill>
                              <a:schemeClr val="accent3"/>
                            </a:solidFill>
                            <a:latin typeface="Cambria Math" panose="02040503050406030204" pitchFamily="18" charset="0"/>
                            <a:ea typeface="Cambria Math" panose="02040503050406030204" pitchFamily="18" charset="0"/>
                          </a:rPr>
                        </m:ctrlPr>
                      </m:sSubPr>
                      <m:e>
                        <m:r>
                          <a:rPr lang="en-US" altLang="zh-CN" b="1" i="1" smtClean="0">
                            <a:solidFill>
                              <a:schemeClr val="accent3"/>
                            </a:solidFill>
                            <a:latin typeface="Cambria Math" panose="02040503050406030204" pitchFamily="18" charset="0"/>
                            <a:ea typeface="Cambria Math" panose="02040503050406030204" pitchFamily="18" charset="0"/>
                          </a:rPr>
                          <m:t>𝑾</m:t>
                        </m:r>
                      </m:e>
                      <m:sub>
                        <m:r>
                          <a:rPr lang="en-US" altLang="zh-CN" b="1" i="1" smtClean="0">
                            <a:solidFill>
                              <a:schemeClr val="accent3"/>
                            </a:solidFill>
                            <a:latin typeface="Cambria Math" panose="02040503050406030204" pitchFamily="18" charset="0"/>
                            <a:ea typeface="Cambria Math" panose="02040503050406030204" pitchFamily="18" charset="0"/>
                          </a:rPr>
                          <m:t>𝑻</m:t>
                        </m:r>
                      </m:sub>
                    </m:sSub>
                    <m:r>
                      <a:rPr lang="en-US" altLang="zh-CN" b="1" i="1">
                        <a:solidFill>
                          <a:schemeClr val="accent3"/>
                        </a:solidFill>
                        <a:latin typeface="Cambria Math" panose="02040503050406030204" pitchFamily="18" charset="0"/>
                        <a:ea typeface="Cambria Math" panose="02040503050406030204" pitchFamily="18" charset="0"/>
                      </a:rPr>
                      <m:t>≤</m:t>
                    </m:r>
                    <m:sSup>
                      <m:sSupPr>
                        <m:ctrlPr>
                          <a:rPr lang="en-US" altLang="zh-CN" b="1" i="1" smtClean="0">
                            <a:solidFill>
                              <a:schemeClr val="accent3"/>
                            </a:solidFill>
                            <a:latin typeface="Cambria Math" panose="02040503050406030204" pitchFamily="18" charset="0"/>
                            <a:ea typeface="Cambria Math" panose="02040503050406030204" pitchFamily="18" charset="0"/>
                          </a:rPr>
                        </m:ctrlPr>
                      </m:sSupPr>
                      <m:e>
                        <m:r>
                          <a:rPr lang="en-US" altLang="zh-CN" b="1" i="1" smtClean="0">
                            <a:solidFill>
                              <a:schemeClr val="accent3"/>
                            </a:solidFill>
                            <a:latin typeface="Cambria Math" panose="02040503050406030204" pitchFamily="18" charset="0"/>
                            <a:ea typeface="Cambria Math" panose="02040503050406030204" pitchFamily="18" charset="0"/>
                          </a:rPr>
                          <m:t>(</m:t>
                        </m:r>
                        <m:r>
                          <a:rPr lang="en-US" altLang="zh-CN" b="1" i="1" smtClean="0">
                            <a:solidFill>
                              <a:schemeClr val="accent3"/>
                            </a:solidFill>
                            <a:latin typeface="Cambria Math" panose="02040503050406030204" pitchFamily="18" charset="0"/>
                            <a:ea typeface="Cambria Math" panose="02040503050406030204" pitchFamily="18" charset="0"/>
                          </a:rPr>
                          <m:t>𝟐</m:t>
                        </m:r>
                      </m:e>
                      <m:sup>
                        <m:r>
                          <a:rPr lang="en-US" altLang="zh-CN" b="1" i="1" smtClean="0">
                            <a:solidFill>
                              <a:schemeClr val="accent3"/>
                            </a:solidFill>
                            <a:latin typeface="Cambria Math" panose="02040503050406030204" pitchFamily="18" charset="0"/>
                            <a:ea typeface="Cambria Math" panose="02040503050406030204" pitchFamily="18" charset="0"/>
                          </a:rPr>
                          <m:t>𝒏</m:t>
                        </m:r>
                      </m:sup>
                    </m:sSup>
                    <m:r>
                      <a:rPr lang="en-US" altLang="zh-CN" b="1" i="1" smtClean="0">
                        <a:solidFill>
                          <a:schemeClr val="accent3"/>
                        </a:solidFill>
                        <a:latin typeface="Cambria Math" panose="02040503050406030204" pitchFamily="18" charset="0"/>
                        <a:ea typeface="Cambria Math" panose="02040503050406030204" pitchFamily="18" charset="0"/>
                      </a:rPr>
                      <m:t>−</m:t>
                    </m:r>
                    <m:r>
                      <a:rPr lang="en-US" altLang="zh-CN" b="1" i="1" smtClean="0">
                        <a:solidFill>
                          <a:schemeClr val="accent3"/>
                        </a:solidFill>
                        <a:latin typeface="Cambria Math" panose="02040503050406030204" pitchFamily="18" charset="0"/>
                        <a:ea typeface="Cambria Math" panose="02040503050406030204" pitchFamily="18" charset="0"/>
                      </a:rPr>
                      <m:t>𝟏</m:t>
                    </m:r>
                    <m:r>
                      <a:rPr lang="en-US" altLang="zh-CN" b="1" i="1" smtClean="0">
                        <a:solidFill>
                          <a:schemeClr val="accent3"/>
                        </a:solidFill>
                        <a:latin typeface="Cambria Math" panose="02040503050406030204" pitchFamily="18" charset="0"/>
                        <a:ea typeface="Cambria Math" panose="02040503050406030204" pitchFamily="18" charset="0"/>
                      </a:rPr>
                      <m:t>)</m:t>
                    </m:r>
                  </m:oMath>
                </a14:m>
                <a:r>
                  <a:rPr lang="zh-CN" altLang="en-US" b="1" dirty="0"/>
                  <a:t>。本例假设采用</a:t>
                </a:r>
                <a14:m>
                  <m:oMath xmlns:m="http://schemas.openxmlformats.org/officeDocument/2006/math">
                    <m:r>
                      <a:rPr lang="en-US" altLang="zh-CN" b="1" i="1" dirty="0">
                        <a:latin typeface="Cambria Math" panose="02040503050406030204" pitchFamily="18" charset="0"/>
                      </a:rPr>
                      <m:t>𝟑</m:t>
                    </m:r>
                  </m:oMath>
                </a14:m>
                <a:r>
                  <a:rPr lang="zh-CN" altLang="en-US" b="1" dirty="0"/>
                  <a:t>个比特给分组编序号，则</a:t>
                </a:r>
                <a14:m>
                  <m:oMath xmlns:m="http://schemas.openxmlformats.org/officeDocument/2006/math">
                    <m:sSub>
                      <m:sSubPr>
                        <m:ctrlPr>
                          <a:rPr lang="en-US" altLang="zh-CN" b="1" i="1">
                            <a:latin typeface="Cambria Math" panose="02040503050406030204" pitchFamily="18" charset="0"/>
                            <a:ea typeface="Cambria Math" panose="02040503050406030204" pitchFamily="18" charset="0"/>
                          </a:rPr>
                        </m:ctrlPr>
                      </m:sSubPr>
                      <m:e>
                        <m:r>
                          <a:rPr lang="en-US" altLang="zh-CN" b="1" i="1">
                            <a:latin typeface="Cambria Math" panose="02040503050406030204" pitchFamily="18" charset="0"/>
                            <a:ea typeface="Cambria Math" panose="02040503050406030204" pitchFamily="18" charset="0"/>
                          </a:rPr>
                          <m:t>𝑾</m:t>
                        </m:r>
                      </m:e>
                      <m:sub>
                        <m:r>
                          <a:rPr lang="en-US" altLang="zh-CN" b="1" i="1">
                            <a:latin typeface="Cambria Math" panose="02040503050406030204" pitchFamily="18" charset="0"/>
                            <a:ea typeface="Cambria Math" panose="02040503050406030204" pitchFamily="18" charset="0"/>
                          </a:rPr>
                          <m:t>𝑻</m:t>
                        </m:r>
                      </m:sub>
                    </m:sSub>
                  </m:oMath>
                </a14:m>
                <a:r>
                  <a:rPr lang="zh-CN" altLang="en-US" b="1" dirty="0"/>
                  <a:t>的取值范围是</a:t>
                </a:r>
                <a14:m>
                  <m:oMath xmlns:m="http://schemas.openxmlformats.org/officeDocument/2006/math">
                    <m:r>
                      <a:rPr lang="en-US" altLang="zh-CN" b="1" i="1" smtClean="0">
                        <a:latin typeface="Cambria Math" panose="02040503050406030204" pitchFamily="18" charset="0"/>
                      </a:rPr>
                      <m:t>𝟐</m:t>
                    </m:r>
                    <m:r>
                      <a:rPr lang="en-US" altLang="zh-CN" b="1" i="1">
                        <a:latin typeface="Cambria Math" panose="02040503050406030204" pitchFamily="18" charset="0"/>
                        <a:ea typeface="Cambria Math" panose="02040503050406030204" pitchFamily="18" charset="0"/>
                      </a:rPr>
                      <m:t>~</m:t>
                    </m:r>
                    <m:r>
                      <a:rPr lang="en-US" altLang="zh-CN" b="1" i="1">
                        <a:latin typeface="Cambria Math" panose="02040503050406030204" pitchFamily="18" charset="0"/>
                        <a:ea typeface="Cambria Math" panose="02040503050406030204" pitchFamily="18" charset="0"/>
                      </a:rPr>
                      <m:t>𝟕</m:t>
                    </m:r>
                    <m:r>
                      <a:rPr lang="zh-CN" altLang="en-US" b="1" i="1" smtClean="0">
                        <a:latin typeface="Cambria Math" panose="02040503050406030204" pitchFamily="18" charset="0"/>
                        <a:ea typeface="Cambria Math" panose="02040503050406030204" pitchFamily="18" charset="0"/>
                      </a:rPr>
                      <m:t>，</m:t>
                    </m:r>
                  </m:oMath>
                </a14:m>
                <a:r>
                  <a:rPr lang="zh-CN" altLang="en-US" b="1" dirty="0"/>
                  <a:t>本例取</a:t>
                </a:r>
                <a14:m>
                  <m:oMath xmlns:m="http://schemas.openxmlformats.org/officeDocument/2006/math">
                    <m:sSub>
                      <m:sSubPr>
                        <m:ctrlPr>
                          <a:rPr lang="en-US" altLang="zh-CN" b="1" i="1" smtClean="0">
                            <a:latin typeface="Cambria Math" panose="02040503050406030204" pitchFamily="18" charset="0"/>
                          </a:rPr>
                        </m:ctrlPr>
                      </m:sSubPr>
                      <m:e>
                        <m:r>
                          <a:rPr lang="en-US" altLang="zh-CN" b="1" i="1" smtClean="0">
                            <a:latin typeface="Cambria Math" panose="02040503050406030204" pitchFamily="18" charset="0"/>
                          </a:rPr>
                          <m:t>𝑾</m:t>
                        </m:r>
                      </m:e>
                      <m:sub>
                        <m:r>
                          <a:rPr lang="en-US" altLang="zh-CN" b="1" i="1" smtClean="0">
                            <a:latin typeface="Cambria Math" panose="02040503050406030204" pitchFamily="18" charset="0"/>
                          </a:rPr>
                          <m:t>𝑻</m:t>
                        </m:r>
                      </m:sub>
                    </m:sSub>
                    <m:r>
                      <a:rPr lang="en-US" altLang="zh-CN" b="1" i="1" smtClean="0">
                        <a:latin typeface="Cambria Math" panose="02040503050406030204" pitchFamily="18" charset="0"/>
                      </a:rPr>
                      <m:t>=</m:t>
                    </m:r>
                    <m:r>
                      <a:rPr lang="en-US" altLang="zh-CN" b="1" i="1" smtClean="0">
                        <a:latin typeface="Cambria Math" panose="02040503050406030204" pitchFamily="18" charset="0"/>
                      </a:rPr>
                      <m:t>𝟓</m:t>
                    </m:r>
                  </m:oMath>
                </a14:m>
                <a:r>
                  <a:rPr lang="zh-CN" altLang="en-US" b="1" dirty="0"/>
                  <a:t>。</a:t>
                </a:r>
                <a:endParaRPr lang="en-US" altLang="zh-CN" b="1" dirty="0"/>
              </a:p>
            </p:txBody>
          </p:sp>
        </mc:Choice>
        <mc:Fallback xmlns="">
          <p:sp>
            <p:nvSpPr>
              <p:cNvPr id="19" name="íşlïḍè">
                <a:extLst>
                  <a:ext uri="{FF2B5EF4-FFF2-40B4-BE49-F238E27FC236}">
                    <a16:creationId xmlns:a16="http://schemas.microsoft.com/office/drawing/2014/main" id="{C7D1FD8B-5228-4FDC-B669-D88763018DF4}"/>
                  </a:ext>
                </a:extLst>
              </p:cNvPr>
              <p:cNvSpPr txBox="1">
                <a:spLocks noRot="1" noChangeAspect="1" noMove="1" noResize="1" noEditPoints="1" noAdjustHandles="1" noChangeArrowheads="1" noChangeShapeType="1" noTextEdit="1"/>
              </p:cNvSpPr>
              <p:nvPr/>
            </p:nvSpPr>
            <p:spPr>
              <a:xfrm>
                <a:off x="3018536" y="3861275"/>
                <a:ext cx="8868664" cy="623794"/>
              </a:xfrm>
              <a:prstGeom prst="rect">
                <a:avLst/>
              </a:prstGeom>
              <a:blipFill>
                <a:blip r:embed="rId9"/>
                <a:stretch>
                  <a:fillRect l="-550" t="-5825" b="-16505"/>
                </a:stretch>
              </a:blipFill>
            </p:spPr>
            <p:txBody>
              <a:bodyPr/>
              <a:lstStyle/>
              <a:p>
                <a:r>
                  <a:rPr lang="zh-CN" altLang="en-US">
                    <a:noFill/>
                  </a:rPr>
                  <a:t> </a:t>
                </a:r>
              </a:p>
            </p:txBody>
          </p:sp>
        </mc:Fallback>
      </mc:AlternateContent>
      <p:grpSp>
        <p:nvGrpSpPr>
          <p:cNvPr id="15" name="组合 14">
            <a:extLst>
              <a:ext uri="{FF2B5EF4-FFF2-40B4-BE49-F238E27FC236}">
                <a16:creationId xmlns:a16="http://schemas.microsoft.com/office/drawing/2014/main" id="{C19C4CC5-C69D-4A3A-8501-3D18B98931D2}"/>
              </a:ext>
            </a:extLst>
          </p:cNvPr>
          <p:cNvGrpSpPr/>
          <p:nvPr/>
        </p:nvGrpSpPr>
        <p:grpSpPr>
          <a:xfrm>
            <a:off x="2302668" y="6009082"/>
            <a:ext cx="3780261" cy="426259"/>
            <a:chOff x="2302668" y="6009082"/>
            <a:chExt cx="3780261" cy="426259"/>
          </a:xfrm>
        </p:grpSpPr>
        <p:cxnSp>
          <p:nvCxnSpPr>
            <p:cNvPr id="11" name="直接连接符 10">
              <a:extLst>
                <a:ext uri="{FF2B5EF4-FFF2-40B4-BE49-F238E27FC236}">
                  <a16:creationId xmlns:a16="http://schemas.microsoft.com/office/drawing/2014/main" id="{9763F1F2-B222-43E3-94D7-7B465AD28918}"/>
                </a:ext>
              </a:extLst>
            </p:cNvPr>
            <p:cNvCxnSpPr>
              <a:cxnSpLocks/>
            </p:cNvCxnSpPr>
            <p:nvPr/>
          </p:nvCxnSpPr>
          <p:spPr>
            <a:xfrm>
              <a:off x="2302668" y="6009082"/>
              <a:ext cx="0" cy="369332"/>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9" name="直接连接符 28">
              <a:extLst>
                <a:ext uri="{FF2B5EF4-FFF2-40B4-BE49-F238E27FC236}">
                  <a16:creationId xmlns:a16="http://schemas.microsoft.com/office/drawing/2014/main" id="{95D18ACA-5994-45F5-BBCA-07A4686B412B}"/>
                </a:ext>
              </a:extLst>
            </p:cNvPr>
            <p:cNvCxnSpPr>
              <a:cxnSpLocks/>
            </p:cNvCxnSpPr>
            <p:nvPr/>
          </p:nvCxnSpPr>
          <p:spPr>
            <a:xfrm>
              <a:off x="6082929" y="6009082"/>
              <a:ext cx="0" cy="369332"/>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4" name="直接箭头连接符 13">
              <a:extLst>
                <a:ext uri="{FF2B5EF4-FFF2-40B4-BE49-F238E27FC236}">
                  <a16:creationId xmlns:a16="http://schemas.microsoft.com/office/drawing/2014/main" id="{CEF17907-E6B7-47D5-A082-A0FB3502CAD8}"/>
                </a:ext>
              </a:extLst>
            </p:cNvPr>
            <p:cNvCxnSpPr/>
            <p:nvPr/>
          </p:nvCxnSpPr>
          <p:spPr>
            <a:xfrm>
              <a:off x="2302668" y="6250675"/>
              <a:ext cx="3780261" cy="0"/>
            </a:xfrm>
            <a:prstGeom prst="straightConnector1">
              <a:avLst/>
            </a:prstGeom>
            <a:ln w="12700">
              <a:solidFill>
                <a:schemeClr val="tx1"/>
              </a:solidFill>
              <a:headEnd type="triangle"/>
              <a:tailEnd type="triangle"/>
            </a:ln>
          </p:spPr>
          <p:style>
            <a:lnRef idx="1">
              <a:schemeClr val="accent1"/>
            </a:lnRef>
            <a:fillRef idx="0">
              <a:schemeClr val="accent1"/>
            </a:fillRef>
            <a:effectRef idx="0">
              <a:schemeClr val="accent1"/>
            </a:effectRef>
            <a:fontRef idx="minor">
              <a:schemeClr val="tx1"/>
            </a:fontRef>
          </p:style>
        </p:cxnSp>
        <p:sp>
          <p:nvSpPr>
            <p:cNvPr id="25" name="íşlïḍè">
              <a:extLst>
                <a:ext uri="{FF2B5EF4-FFF2-40B4-BE49-F238E27FC236}">
                  <a16:creationId xmlns:a16="http://schemas.microsoft.com/office/drawing/2014/main" id="{8EDE62B2-E07F-403B-A15F-958EF6ECD771}"/>
                </a:ext>
              </a:extLst>
            </p:cNvPr>
            <p:cNvSpPr txBox="1"/>
            <p:nvPr/>
          </p:nvSpPr>
          <p:spPr>
            <a:xfrm>
              <a:off x="3000077" y="6066009"/>
              <a:ext cx="2380291" cy="369332"/>
            </a:xfrm>
            <a:prstGeom prst="rect">
              <a:avLst/>
            </a:prstGeom>
            <a:solidFill>
              <a:schemeClr val="bg1"/>
            </a:solidFill>
          </p:spPr>
          <p:txBody>
            <a:bodyPr wrap="square" lIns="91440" tIns="45720" rIns="91440" bIns="45720" anchor="ctr">
              <a:noAutofit/>
            </a:bodyPr>
            <a:lstStyle/>
            <a:p>
              <a:pPr algn="ctr"/>
              <a:r>
                <a:rPr lang="zh-CN" altLang="en-US" b="1" dirty="0"/>
                <a:t>允许发送</a:t>
              </a:r>
              <a:r>
                <a:rPr lang="en-US" altLang="zh-CN" b="1" dirty="0"/>
                <a:t>5</a:t>
              </a:r>
              <a:r>
                <a:rPr lang="zh-CN" altLang="en-US" b="1" dirty="0"/>
                <a:t>个数据分组</a:t>
              </a:r>
              <a:endParaRPr lang="en-US" altLang="zh-CN" b="1" dirty="0"/>
            </a:p>
          </p:txBody>
        </p:sp>
      </p:grpSp>
      <p:grpSp>
        <p:nvGrpSpPr>
          <p:cNvPr id="26" name="组合 25">
            <a:extLst>
              <a:ext uri="{FF2B5EF4-FFF2-40B4-BE49-F238E27FC236}">
                <a16:creationId xmlns:a16="http://schemas.microsoft.com/office/drawing/2014/main" id="{EB6AAB7A-A3D5-49C2-A7D7-B8DA922BEC52}"/>
              </a:ext>
            </a:extLst>
          </p:cNvPr>
          <p:cNvGrpSpPr/>
          <p:nvPr/>
        </p:nvGrpSpPr>
        <p:grpSpPr>
          <a:xfrm>
            <a:off x="6082929" y="5928148"/>
            <a:ext cx="5287800" cy="511682"/>
            <a:chOff x="6082929" y="5928148"/>
            <a:chExt cx="5287800" cy="511682"/>
          </a:xfrm>
        </p:grpSpPr>
        <p:cxnSp>
          <p:nvCxnSpPr>
            <p:cNvPr id="30" name="直接连接符 29">
              <a:extLst>
                <a:ext uri="{FF2B5EF4-FFF2-40B4-BE49-F238E27FC236}">
                  <a16:creationId xmlns:a16="http://schemas.microsoft.com/office/drawing/2014/main" id="{8E3B5D1D-54E3-40EE-B4D5-71C1634747A6}"/>
                </a:ext>
              </a:extLst>
            </p:cNvPr>
            <p:cNvCxnSpPr>
              <a:cxnSpLocks/>
            </p:cNvCxnSpPr>
            <p:nvPr/>
          </p:nvCxnSpPr>
          <p:spPr>
            <a:xfrm>
              <a:off x="6082929" y="6009082"/>
              <a:ext cx="0" cy="369332"/>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1" name="直接连接符 30">
              <a:extLst>
                <a:ext uri="{FF2B5EF4-FFF2-40B4-BE49-F238E27FC236}">
                  <a16:creationId xmlns:a16="http://schemas.microsoft.com/office/drawing/2014/main" id="{5476DBFA-551C-42A7-9C16-8FF37B64E11C}"/>
                </a:ext>
              </a:extLst>
            </p:cNvPr>
            <p:cNvCxnSpPr>
              <a:cxnSpLocks/>
            </p:cNvCxnSpPr>
            <p:nvPr/>
          </p:nvCxnSpPr>
          <p:spPr>
            <a:xfrm>
              <a:off x="11370729" y="5928148"/>
              <a:ext cx="0" cy="450266"/>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9" name="直接箭头连接符 38">
              <a:extLst>
                <a:ext uri="{FF2B5EF4-FFF2-40B4-BE49-F238E27FC236}">
                  <a16:creationId xmlns:a16="http://schemas.microsoft.com/office/drawing/2014/main" id="{21F0BA75-6107-4ECC-9227-36AC373412F0}"/>
                </a:ext>
              </a:extLst>
            </p:cNvPr>
            <p:cNvCxnSpPr>
              <a:cxnSpLocks/>
            </p:cNvCxnSpPr>
            <p:nvPr/>
          </p:nvCxnSpPr>
          <p:spPr>
            <a:xfrm>
              <a:off x="6096000" y="6250675"/>
              <a:ext cx="5274729" cy="0"/>
            </a:xfrm>
            <a:prstGeom prst="straightConnector1">
              <a:avLst/>
            </a:prstGeom>
            <a:ln w="12700">
              <a:solidFill>
                <a:schemeClr val="tx1"/>
              </a:solidFill>
              <a:headEnd type="triangle"/>
              <a:tailEnd type="triangle"/>
            </a:ln>
          </p:spPr>
          <p:style>
            <a:lnRef idx="1">
              <a:schemeClr val="accent1"/>
            </a:lnRef>
            <a:fillRef idx="0">
              <a:schemeClr val="accent1"/>
            </a:fillRef>
            <a:effectRef idx="0">
              <a:schemeClr val="accent1"/>
            </a:effectRef>
            <a:fontRef idx="minor">
              <a:schemeClr val="tx1"/>
            </a:fontRef>
          </p:style>
        </p:cxnSp>
        <p:sp>
          <p:nvSpPr>
            <p:cNvPr id="40" name="íşlïḍè">
              <a:extLst>
                <a:ext uri="{FF2B5EF4-FFF2-40B4-BE49-F238E27FC236}">
                  <a16:creationId xmlns:a16="http://schemas.microsoft.com/office/drawing/2014/main" id="{98E1296F-E493-4D8D-9E74-25BA15485A47}"/>
                </a:ext>
              </a:extLst>
            </p:cNvPr>
            <p:cNvSpPr txBox="1"/>
            <p:nvPr/>
          </p:nvSpPr>
          <p:spPr>
            <a:xfrm>
              <a:off x="7328692" y="6070498"/>
              <a:ext cx="2722882" cy="369332"/>
            </a:xfrm>
            <a:prstGeom prst="rect">
              <a:avLst/>
            </a:prstGeom>
            <a:solidFill>
              <a:schemeClr val="bg1"/>
            </a:solidFill>
          </p:spPr>
          <p:txBody>
            <a:bodyPr wrap="square" lIns="91440" tIns="45720" rIns="91440" bIns="45720" anchor="ctr">
              <a:noAutofit/>
            </a:bodyPr>
            <a:lstStyle/>
            <a:p>
              <a:pPr algn="ctr"/>
              <a:r>
                <a:rPr lang="zh-CN" altLang="en-US" b="1" dirty="0"/>
                <a:t>不允许发送这些数据分组</a:t>
              </a:r>
              <a:endParaRPr lang="en-US" altLang="zh-CN" b="1" dirty="0"/>
            </a:p>
          </p:txBody>
        </p:sp>
      </p:grpSp>
      <p:sp>
        <p:nvSpPr>
          <p:cNvPr id="33" name="平行四边形 32">
            <a:extLst>
              <a:ext uri="{FF2B5EF4-FFF2-40B4-BE49-F238E27FC236}">
                <a16:creationId xmlns:a16="http://schemas.microsoft.com/office/drawing/2014/main" id="{5ABBAE8C-0C43-5C95-5439-57E9B5AAA094}"/>
              </a:ext>
            </a:extLst>
          </p:cNvPr>
          <p:cNvSpPr/>
          <p:nvPr/>
        </p:nvSpPr>
        <p:spPr>
          <a:xfrm>
            <a:off x="304799" y="749300"/>
            <a:ext cx="695119" cy="387090"/>
          </a:xfrm>
          <a:prstGeom prst="parallelogram">
            <a:avLst/>
          </a:prstGeom>
          <a:solidFill>
            <a:schemeClr val="accent3">
              <a:lumMod val="75000"/>
            </a:schemeClr>
          </a:solidFill>
          <a:ln>
            <a:solidFill>
              <a:schemeClr val="accent3">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CN" sz="2200" dirty="0">
                <a:latin typeface="Impact" panose="020B0806030902050204" pitchFamily="34" charset="0"/>
              </a:rPr>
              <a:t>04</a:t>
            </a:r>
            <a:endParaRPr lang="zh-CN" altLang="en-US" sz="2200" dirty="0">
              <a:latin typeface="Impact" panose="020B0806030902050204" pitchFamily="34" charset="0"/>
            </a:endParaRPr>
          </a:p>
        </p:txBody>
      </p:sp>
    </p:spTree>
    <p:custDataLst>
      <p:tags r:id="rId1"/>
    </p:custDataLst>
    <p:extLst>
      <p:ext uri="{BB962C8B-B14F-4D97-AF65-F5344CB8AC3E}">
        <p14:creationId xmlns:p14="http://schemas.microsoft.com/office/powerpoint/2010/main" val="2561619490"/>
      </p:ext>
    </p:extLst>
  </p:cSld>
  <p:clrMapOvr>
    <a:masterClrMapping/>
  </p:clrMapOvr>
  <mc:AlternateContent xmlns:mc="http://schemas.openxmlformats.org/markup-compatibility/2006" xmlns:p14="http://schemas.microsoft.com/office/powerpoint/2010/main">
    <mc:Choice Requires="p14">
      <p:transition p14:dur="10"/>
    </mc:Choice>
    <mc:Fallback xmlns="">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47" presetClass="entr" presetSubtype="0" fill="hold" nodeType="withEffect">
                                  <p:stCondLst>
                                    <p:cond delay="0"/>
                                  </p:stCondLst>
                                  <p:childTnLst>
                                    <p:set>
                                      <p:cBhvr>
                                        <p:cTn id="6" dur="1" fill="hold">
                                          <p:stCondLst>
                                            <p:cond delay="0"/>
                                          </p:stCondLst>
                                        </p:cTn>
                                        <p:tgtEl>
                                          <p:spTgt spid="7"/>
                                        </p:tgtEl>
                                        <p:attrNameLst>
                                          <p:attrName>style.visibility</p:attrName>
                                        </p:attrNameLst>
                                      </p:cBhvr>
                                      <p:to>
                                        <p:strVal val="visible"/>
                                      </p:to>
                                    </p:set>
                                    <p:animEffect transition="in" filter="fade">
                                      <p:cBhvr>
                                        <p:cTn id="7" dur="1000"/>
                                        <p:tgtEl>
                                          <p:spTgt spid="7"/>
                                        </p:tgtEl>
                                      </p:cBhvr>
                                    </p:animEffect>
                                    <p:anim calcmode="lin" valueType="num">
                                      <p:cBhvr>
                                        <p:cTn id="8" dur="1000" fill="hold"/>
                                        <p:tgtEl>
                                          <p:spTgt spid="7"/>
                                        </p:tgtEl>
                                        <p:attrNameLst>
                                          <p:attrName>ppt_x</p:attrName>
                                        </p:attrNameLst>
                                      </p:cBhvr>
                                      <p:tavLst>
                                        <p:tav tm="0">
                                          <p:val>
                                            <p:strVal val="#ppt_x"/>
                                          </p:val>
                                        </p:tav>
                                        <p:tav tm="100000">
                                          <p:val>
                                            <p:strVal val="#ppt_x"/>
                                          </p:val>
                                        </p:tav>
                                      </p:tavLst>
                                    </p:anim>
                                    <p:anim calcmode="lin" valueType="num">
                                      <p:cBhvr>
                                        <p:cTn id="9" dur="1000" fill="hold"/>
                                        <p:tgtEl>
                                          <p:spTgt spid="7"/>
                                        </p:tgtEl>
                                        <p:attrNameLst>
                                          <p:attrName>ppt_y</p:attrName>
                                        </p:attrNameLst>
                                      </p:cBhvr>
                                      <p:tavLst>
                                        <p:tav tm="0">
                                          <p:val>
                                            <p:strVal val="#ppt_y-.1"/>
                                          </p:val>
                                        </p:tav>
                                        <p:tav tm="100000">
                                          <p:val>
                                            <p:strVal val="#ppt_y"/>
                                          </p:val>
                                        </p:tav>
                                      </p:tavLst>
                                    </p:anim>
                                  </p:childTnLst>
                                </p:cTn>
                              </p:par>
                            </p:childTnLst>
                          </p:cTn>
                        </p:par>
                      </p:childTnLst>
                    </p:cTn>
                  </p:par>
                  <p:par>
                    <p:cTn id="10" fill="hold">
                      <p:stCondLst>
                        <p:cond delay="indefinite"/>
                      </p:stCondLst>
                      <p:childTnLst>
                        <p:par>
                          <p:cTn id="11" fill="hold">
                            <p:stCondLst>
                              <p:cond delay="0"/>
                            </p:stCondLst>
                            <p:childTnLst>
                              <p:par>
                                <p:cTn id="12" presetID="12" presetClass="entr" presetSubtype="4" fill="hold" nodeType="clickEffect">
                                  <p:stCondLst>
                                    <p:cond delay="0"/>
                                  </p:stCondLst>
                                  <p:childTnLst>
                                    <p:set>
                                      <p:cBhvr>
                                        <p:cTn id="13" dur="1" fill="hold">
                                          <p:stCondLst>
                                            <p:cond delay="0"/>
                                          </p:stCondLst>
                                        </p:cTn>
                                        <p:tgtEl>
                                          <p:spTgt spid="15"/>
                                        </p:tgtEl>
                                        <p:attrNameLst>
                                          <p:attrName>style.visibility</p:attrName>
                                        </p:attrNameLst>
                                      </p:cBhvr>
                                      <p:to>
                                        <p:strVal val="visible"/>
                                      </p:to>
                                    </p:set>
                                    <p:anim calcmode="lin" valueType="num">
                                      <p:cBhvr additive="base">
                                        <p:cTn id="14" dur="500"/>
                                        <p:tgtEl>
                                          <p:spTgt spid="15"/>
                                        </p:tgtEl>
                                        <p:attrNameLst>
                                          <p:attrName>ppt_y</p:attrName>
                                        </p:attrNameLst>
                                      </p:cBhvr>
                                      <p:tavLst>
                                        <p:tav tm="0">
                                          <p:val>
                                            <p:strVal val="#ppt_y+#ppt_h*1.125000"/>
                                          </p:val>
                                        </p:tav>
                                        <p:tav tm="100000">
                                          <p:val>
                                            <p:strVal val="#ppt_y"/>
                                          </p:val>
                                        </p:tav>
                                      </p:tavLst>
                                    </p:anim>
                                    <p:animEffect transition="in" filter="wipe(up)">
                                      <p:cBhvr>
                                        <p:cTn id="15" dur="500"/>
                                        <p:tgtEl>
                                          <p:spTgt spid="15"/>
                                        </p:tgtEl>
                                      </p:cBhvr>
                                    </p:animEffect>
                                  </p:childTnLst>
                                </p:cTn>
                              </p:par>
                            </p:childTnLst>
                          </p:cTn>
                        </p:par>
                      </p:childTnLst>
                    </p:cTn>
                  </p:par>
                  <p:par>
                    <p:cTn id="16" fill="hold">
                      <p:stCondLst>
                        <p:cond delay="indefinite"/>
                      </p:stCondLst>
                      <p:childTnLst>
                        <p:par>
                          <p:cTn id="17" fill="hold">
                            <p:stCondLst>
                              <p:cond delay="0"/>
                            </p:stCondLst>
                            <p:childTnLst>
                              <p:par>
                                <p:cTn id="18" presetID="12" presetClass="entr" presetSubtype="4" fill="hold" nodeType="clickEffect">
                                  <p:stCondLst>
                                    <p:cond delay="0"/>
                                  </p:stCondLst>
                                  <p:childTnLst>
                                    <p:set>
                                      <p:cBhvr>
                                        <p:cTn id="19" dur="1" fill="hold">
                                          <p:stCondLst>
                                            <p:cond delay="0"/>
                                          </p:stCondLst>
                                        </p:cTn>
                                        <p:tgtEl>
                                          <p:spTgt spid="26"/>
                                        </p:tgtEl>
                                        <p:attrNameLst>
                                          <p:attrName>style.visibility</p:attrName>
                                        </p:attrNameLst>
                                      </p:cBhvr>
                                      <p:to>
                                        <p:strVal val="visible"/>
                                      </p:to>
                                    </p:set>
                                    <p:anim calcmode="lin" valueType="num">
                                      <p:cBhvr additive="base">
                                        <p:cTn id="20" dur="500"/>
                                        <p:tgtEl>
                                          <p:spTgt spid="26"/>
                                        </p:tgtEl>
                                        <p:attrNameLst>
                                          <p:attrName>ppt_y</p:attrName>
                                        </p:attrNameLst>
                                      </p:cBhvr>
                                      <p:tavLst>
                                        <p:tav tm="0">
                                          <p:val>
                                            <p:strVal val="#ppt_y+#ppt_h*1.125000"/>
                                          </p:val>
                                        </p:tav>
                                        <p:tav tm="100000">
                                          <p:val>
                                            <p:strVal val="#ppt_y"/>
                                          </p:val>
                                        </p:tav>
                                      </p:tavLst>
                                    </p:anim>
                                    <p:animEffect transition="in" filter="wipe(up)">
                                      <p:cBhvr>
                                        <p:cTn id="21" dur="500"/>
                                        <p:tgtEl>
                                          <p:spTgt spid="26"/>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14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6" name="组合 5">
            <a:extLst>
              <a:ext uri="{FF2B5EF4-FFF2-40B4-BE49-F238E27FC236}">
                <a16:creationId xmlns:a16="http://schemas.microsoft.com/office/drawing/2014/main" id="{35D57BA3-C33A-4413-B558-3B4EE4F3080F}"/>
              </a:ext>
            </a:extLst>
          </p:cNvPr>
          <p:cNvGrpSpPr/>
          <p:nvPr/>
        </p:nvGrpSpPr>
        <p:grpSpPr>
          <a:xfrm>
            <a:off x="2146413" y="1363110"/>
            <a:ext cx="1067217" cy="917885"/>
            <a:chOff x="2146413" y="1363110"/>
            <a:chExt cx="1067217" cy="917885"/>
          </a:xfrm>
        </p:grpSpPr>
        <p:sp>
          <p:nvSpPr>
            <p:cNvPr id="34" name="矩形 33">
              <a:extLst>
                <a:ext uri="{FF2B5EF4-FFF2-40B4-BE49-F238E27FC236}">
                  <a16:creationId xmlns:a16="http://schemas.microsoft.com/office/drawing/2014/main" id="{C0C70259-4145-42A4-A97E-2108291E4ADC}"/>
                </a:ext>
              </a:extLst>
            </p:cNvPr>
            <p:cNvSpPr/>
            <p:nvPr/>
          </p:nvSpPr>
          <p:spPr>
            <a:xfrm>
              <a:off x="2300222" y="1739531"/>
              <a:ext cx="759600" cy="541464"/>
            </a:xfrm>
            <a:prstGeom prst="rect">
              <a:avLst/>
            </a:prstGeom>
            <a:solidFill>
              <a:schemeClr val="accent4"/>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mc:AlternateContent xmlns:mc="http://schemas.openxmlformats.org/markup-compatibility/2006" xmlns:a14="http://schemas.microsoft.com/office/drawing/2010/main">
          <mc:Choice Requires="a14">
            <p:sp>
              <p:nvSpPr>
                <p:cNvPr id="35" name="文本框 34">
                  <a:extLst>
                    <a:ext uri="{FF2B5EF4-FFF2-40B4-BE49-F238E27FC236}">
                      <a16:creationId xmlns:a16="http://schemas.microsoft.com/office/drawing/2014/main" id="{EE98B7EB-F32B-4A4F-9072-DF021D7DCAD9}"/>
                    </a:ext>
                  </a:extLst>
                </p:cNvPr>
                <p:cNvSpPr txBox="1"/>
                <p:nvPr/>
              </p:nvSpPr>
              <p:spPr>
                <a:xfrm>
                  <a:off x="2146413" y="1363110"/>
                  <a:ext cx="1067217" cy="369332"/>
                </a:xfrm>
                <a:prstGeom prst="rect">
                  <a:avLst/>
                </a:prstGeom>
                <a:noFill/>
              </p:spPr>
              <p:txBody>
                <a:bodyPr wrap="square">
                  <a:spAutoFit/>
                </a:bodyPr>
                <a:lstStyle/>
                <a:p>
                  <a:pPr/>
                  <a14:m>
                    <m:oMathPara xmlns:m="http://schemas.openxmlformats.org/officeDocument/2006/math">
                      <m:oMathParaPr>
                        <m:jc m:val="centerGroup"/>
                      </m:oMathParaPr>
                      <m:oMath xmlns:m="http://schemas.openxmlformats.org/officeDocument/2006/math">
                        <m:sSub>
                          <m:sSubPr>
                            <m:ctrlPr>
                              <a:rPr lang="en-US" altLang="zh-CN" b="1" i="1" smtClean="0">
                                <a:solidFill>
                                  <a:schemeClr val="accent4"/>
                                </a:solidFill>
                                <a:latin typeface="Cambria Math" panose="02040503050406030204" pitchFamily="18" charset="0"/>
                              </a:rPr>
                            </m:ctrlPr>
                          </m:sSubPr>
                          <m:e>
                            <m:r>
                              <a:rPr lang="en-US" altLang="zh-CN" b="1" i="1" smtClean="0">
                                <a:solidFill>
                                  <a:schemeClr val="accent4"/>
                                </a:solidFill>
                                <a:latin typeface="Cambria Math" panose="02040503050406030204" pitchFamily="18" charset="0"/>
                              </a:rPr>
                              <m:t>𝑾</m:t>
                            </m:r>
                          </m:e>
                          <m:sub>
                            <m:r>
                              <a:rPr lang="en-US" altLang="zh-CN" b="1" i="1" smtClean="0">
                                <a:solidFill>
                                  <a:schemeClr val="accent4"/>
                                </a:solidFill>
                                <a:latin typeface="Cambria Math" panose="02040503050406030204" pitchFamily="18" charset="0"/>
                              </a:rPr>
                              <m:t>𝑹</m:t>
                            </m:r>
                          </m:sub>
                        </m:sSub>
                        <m:r>
                          <a:rPr lang="en-US" altLang="zh-CN" b="1" i="1" smtClean="0">
                            <a:solidFill>
                              <a:schemeClr val="accent4"/>
                            </a:solidFill>
                            <a:latin typeface="Cambria Math" panose="02040503050406030204" pitchFamily="18" charset="0"/>
                          </a:rPr>
                          <m:t>=</m:t>
                        </m:r>
                        <m:r>
                          <a:rPr lang="en-US" altLang="zh-CN" b="1" i="1" smtClean="0">
                            <a:solidFill>
                              <a:schemeClr val="accent4"/>
                            </a:solidFill>
                            <a:latin typeface="Cambria Math" panose="02040503050406030204" pitchFamily="18" charset="0"/>
                          </a:rPr>
                          <m:t>𝟏</m:t>
                        </m:r>
                      </m:oMath>
                    </m:oMathPara>
                  </a14:m>
                  <a:endParaRPr lang="zh-CN" altLang="en-US" dirty="0">
                    <a:solidFill>
                      <a:schemeClr val="accent3"/>
                    </a:solidFill>
                  </a:endParaRPr>
                </a:p>
              </p:txBody>
            </p:sp>
          </mc:Choice>
          <mc:Fallback xmlns="">
            <p:sp>
              <p:nvSpPr>
                <p:cNvPr id="35" name="文本框 34">
                  <a:extLst>
                    <a:ext uri="{FF2B5EF4-FFF2-40B4-BE49-F238E27FC236}">
                      <a16:creationId xmlns:a16="http://schemas.microsoft.com/office/drawing/2014/main" id="{EE98B7EB-F32B-4A4F-9072-DF021D7DCAD9}"/>
                    </a:ext>
                  </a:extLst>
                </p:cNvPr>
                <p:cNvSpPr txBox="1">
                  <a:spLocks noRot="1" noChangeAspect="1" noMove="1" noResize="1" noEditPoints="1" noAdjustHandles="1" noChangeArrowheads="1" noChangeShapeType="1" noTextEdit="1"/>
                </p:cNvSpPr>
                <p:nvPr/>
              </p:nvSpPr>
              <p:spPr>
                <a:xfrm>
                  <a:off x="2146413" y="1363110"/>
                  <a:ext cx="1067217" cy="369332"/>
                </a:xfrm>
                <a:prstGeom prst="rect">
                  <a:avLst/>
                </a:prstGeom>
                <a:blipFill>
                  <a:blip r:embed="rId3"/>
                  <a:stretch>
                    <a:fillRect b="-3333"/>
                  </a:stretch>
                </a:blipFill>
              </p:spPr>
              <p:txBody>
                <a:bodyPr/>
                <a:lstStyle/>
                <a:p>
                  <a:r>
                    <a:rPr lang="zh-CN" altLang="en-US">
                      <a:noFill/>
                    </a:rPr>
                    <a:t> </a:t>
                  </a:r>
                </a:p>
              </p:txBody>
            </p:sp>
          </mc:Fallback>
        </mc:AlternateContent>
      </p:grpSp>
      <p:grpSp>
        <p:nvGrpSpPr>
          <p:cNvPr id="7" name="组合 6">
            <a:extLst>
              <a:ext uri="{FF2B5EF4-FFF2-40B4-BE49-F238E27FC236}">
                <a16:creationId xmlns:a16="http://schemas.microsoft.com/office/drawing/2014/main" id="{00A9CCE1-949C-4E54-97A1-6025FF974983}"/>
              </a:ext>
            </a:extLst>
          </p:cNvPr>
          <p:cNvGrpSpPr/>
          <p:nvPr/>
        </p:nvGrpSpPr>
        <p:grpSpPr>
          <a:xfrm>
            <a:off x="2302929" y="5098286"/>
            <a:ext cx="3780000" cy="910796"/>
            <a:chOff x="2302929" y="5098286"/>
            <a:chExt cx="3780000" cy="910796"/>
          </a:xfrm>
        </p:grpSpPr>
        <p:sp>
          <p:nvSpPr>
            <p:cNvPr id="5" name="矩形 4">
              <a:extLst>
                <a:ext uri="{FF2B5EF4-FFF2-40B4-BE49-F238E27FC236}">
                  <a16:creationId xmlns:a16="http://schemas.microsoft.com/office/drawing/2014/main" id="{ABCDD6AB-497D-42FD-B822-48DB3891082B}"/>
                </a:ext>
              </a:extLst>
            </p:cNvPr>
            <p:cNvSpPr/>
            <p:nvPr/>
          </p:nvSpPr>
          <p:spPr>
            <a:xfrm>
              <a:off x="2302929" y="5467618"/>
              <a:ext cx="3780000" cy="541464"/>
            </a:xfrm>
            <a:prstGeom prst="rect">
              <a:avLst/>
            </a:prstGeom>
            <a:solidFill>
              <a:schemeClr val="accent3"/>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mc:AlternateContent xmlns:mc="http://schemas.openxmlformats.org/markup-compatibility/2006" xmlns:a14="http://schemas.microsoft.com/office/drawing/2010/main">
          <mc:Choice Requires="a14">
            <p:sp>
              <p:nvSpPr>
                <p:cNvPr id="23" name="文本框 22">
                  <a:extLst>
                    <a:ext uri="{FF2B5EF4-FFF2-40B4-BE49-F238E27FC236}">
                      <a16:creationId xmlns:a16="http://schemas.microsoft.com/office/drawing/2014/main" id="{ABC03EEA-26BD-4845-8ACC-3FB7B6DA9132}"/>
                    </a:ext>
                  </a:extLst>
                </p:cNvPr>
                <p:cNvSpPr txBox="1"/>
                <p:nvPr/>
              </p:nvSpPr>
              <p:spPr>
                <a:xfrm>
                  <a:off x="3659320" y="5098286"/>
                  <a:ext cx="1067217" cy="369332"/>
                </a:xfrm>
                <a:prstGeom prst="rect">
                  <a:avLst/>
                </a:prstGeom>
                <a:noFill/>
              </p:spPr>
              <p:txBody>
                <a:bodyPr wrap="square">
                  <a:spAutoFit/>
                </a:bodyPr>
                <a:lstStyle/>
                <a:p>
                  <a:pPr/>
                  <a14:m>
                    <m:oMathPara xmlns:m="http://schemas.openxmlformats.org/officeDocument/2006/math">
                      <m:oMathParaPr>
                        <m:jc m:val="centerGroup"/>
                      </m:oMathParaPr>
                      <m:oMath xmlns:m="http://schemas.openxmlformats.org/officeDocument/2006/math">
                        <m:sSub>
                          <m:sSubPr>
                            <m:ctrlPr>
                              <a:rPr lang="en-US" altLang="zh-CN" b="1" i="1" smtClean="0">
                                <a:solidFill>
                                  <a:schemeClr val="accent3"/>
                                </a:solidFill>
                                <a:latin typeface="Cambria Math" panose="02040503050406030204" pitchFamily="18" charset="0"/>
                              </a:rPr>
                            </m:ctrlPr>
                          </m:sSubPr>
                          <m:e>
                            <m:r>
                              <a:rPr lang="en-US" altLang="zh-CN" b="1" i="1" smtClean="0">
                                <a:solidFill>
                                  <a:schemeClr val="accent3"/>
                                </a:solidFill>
                                <a:latin typeface="Cambria Math" panose="02040503050406030204" pitchFamily="18" charset="0"/>
                              </a:rPr>
                              <m:t>𝑾</m:t>
                            </m:r>
                          </m:e>
                          <m:sub>
                            <m:r>
                              <a:rPr lang="en-US" altLang="zh-CN" b="1" i="1" smtClean="0">
                                <a:solidFill>
                                  <a:schemeClr val="accent3"/>
                                </a:solidFill>
                                <a:latin typeface="Cambria Math" panose="02040503050406030204" pitchFamily="18" charset="0"/>
                              </a:rPr>
                              <m:t>𝑻</m:t>
                            </m:r>
                          </m:sub>
                        </m:sSub>
                        <m:r>
                          <a:rPr lang="en-US" altLang="zh-CN" b="1" i="1" smtClean="0">
                            <a:solidFill>
                              <a:schemeClr val="accent3"/>
                            </a:solidFill>
                            <a:latin typeface="Cambria Math" panose="02040503050406030204" pitchFamily="18" charset="0"/>
                          </a:rPr>
                          <m:t>=</m:t>
                        </m:r>
                        <m:r>
                          <a:rPr lang="en-US" altLang="zh-CN" b="1" i="1" smtClean="0">
                            <a:solidFill>
                              <a:schemeClr val="accent3"/>
                            </a:solidFill>
                            <a:latin typeface="Cambria Math" panose="02040503050406030204" pitchFamily="18" charset="0"/>
                          </a:rPr>
                          <m:t>𝟓</m:t>
                        </m:r>
                      </m:oMath>
                    </m:oMathPara>
                  </a14:m>
                  <a:endParaRPr lang="zh-CN" altLang="en-US" dirty="0">
                    <a:solidFill>
                      <a:schemeClr val="accent3"/>
                    </a:solidFill>
                  </a:endParaRPr>
                </a:p>
              </p:txBody>
            </p:sp>
          </mc:Choice>
          <mc:Fallback xmlns="">
            <p:sp>
              <p:nvSpPr>
                <p:cNvPr id="23" name="文本框 22">
                  <a:extLst>
                    <a:ext uri="{FF2B5EF4-FFF2-40B4-BE49-F238E27FC236}">
                      <a16:creationId xmlns:a16="http://schemas.microsoft.com/office/drawing/2014/main" id="{ABC03EEA-26BD-4845-8ACC-3FB7B6DA9132}"/>
                    </a:ext>
                  </a:extLst>
                </p:cNvPr>
                <p:cNvSpPr txBox="1">
                  <a:spLocks noRot="1" noChangeAspect="1" noMove="1" noResize="1" noEditPoints="1" noAdjustHandles="1" noChangeArrowheads="1" noChangeShapeType="1" noTextEdit="1"/>
                </p:cNvSpPr>
                <p:nvPr/>
              </p:nvSpPr>
              <p:spPr>
                <a:xfrm>
                  <a:off x="3659320" y="5098286"/>
                  <a:ext cx="1067217" cy="369332"/>
                </a:xfrm>
                <a:prstGeom prst="rect">
                  <a:avLst/>
                </a:prstGeom>
                <a:blipFill>
                  <a:blip r:embed="rId4"/>
                  <a:stretch>
                    <a:fillRect b="-3279"/>
                  </a:stretch>
                </a:blipFill>
              </p:spPr>
              <p:txBody>
                <a:bodyPr/>
                <a:lstStyle/>
                <a:p>
                  <a:r>
                    <a:rPr lang="zh-CN" altLang="en-US">
                      <a:noFill/>
                    </a:rPr>
                    <a:t> </a:t>
                  </a:r>
                </a:p>
              </p:txBody>
            </p:sp>
          </mc:Fallback>
        </mc:AlternateContent>
      </p:grpSp>
      <p:grpSp>
        <p:nvGrpSpPr>
          <p:cNvPr id="4" name="组合 3">
            <a:extLst>
              <a:ext uri="{FF2B5EF4-FFF2-40B4-BE49-F238E27FC236}">
                <a16:creationId xmlns:a16="http://schemas.microsoft.com/office/drawing/2014/main" id="{9A1EA9F2-FCB6-48C3-935F-7AE7E3AD14AC}"/>
              </a:ext>
            </a:extLst>
          </p:cNvPr>
          <p:cNvGrpSpPr/>
          <p:nvPr/>
        </p:nvGrpSpPr>
        <p:grpSpPr>
          <a:xfrm>
            <a:off x="304800" y="749300"/>
            <a:ext cx="6192344" cy="400110"/>
            <a:chOff x="424117" y="898245"/>
            <a:chExt cx="6192344" cy="400110"/>
          </a:xfrm>
        </p:grpSpPr>
        <p:sp>
          <p:nvSpPr>
            <p:cNvPr id="2" name="平行四边形 1">
              <a:extLst>
                <a:ext uri="{FF2B5EF4-FFF2-40B4-BE49-F238E27FC236}">
                  <a16:creationId xmlns:a16="http://schemas.microsoft.com/office/drawing/2014/main" id="{1F5BAA3F-9845-4F89-A2DD-8222D3E4EDAC}"/>
                </a:ext>
              </a:extLst>
            </p:cNvPr>
            <p:cNvSpPr/>
            <p:nvPr/>
          </p:nvSpPr>
          <p:spPr>
            <a:xfrm>
              <a:off x="424117" y="898245"/>
              <a:ext cx="628306" cy="387090"/>
            </a:xfrm>
            <a:prstGeom prst="parallelogram">
              <a:avLst/>
            </a:prstGeom>
            <a:solidFill>
              <a:schemeClr val="accent3">
                <a:lumMod val="75000"/>
              </a:schemeClr>
            </a:solidFill>
            <a:ln>
              <a:solidFill>
                <a:schemeClr val="accent3">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CN" sz="2200" dirty="0">
                  <a:latin typeface="Impact" panose="020B0806030902050204" pitchFamily="34" charset="0"/>
                </a:rPr>
                <a:t>01</a:t>
              </a:r>
              <a:endParaRPr lang="zh-CN" altLang="en-US" sz="2200" dirty="0">
                <a:latin typeface="Impact" panose="020B0806030902050204" pitchFamily="34" charset="0"/>
              </a:endParaRPr>
            </a:p>
          </p:txBody>
        </p:sp>
        <p:sp>
          <p:nvSpPr>
            <p:cNvPr id="3" name="文本框 2">
              <a:extLst>
                <a:ext uri="{FF2B5EF4-FFF2-40B4-BE49-F238E27FC236}">
                  <a16:creationId xmlns:a16="http://schemas.microsoft.com/office/drawing/2014/main" id="{4D6BD736-A4D3-4F26-AFED-36E11F50F70B}"/>
                </a:ext>
              </a:extLst>
            </p:cNvPr>
            <p:cNvSpPr txBox="1"/>
            <p:nvPr/>
          </p:nvSpPr>
          <p:spPr>
            <a:xfrm>
              <a:off x="1052423" y="898245"/>
              <a:ext cx="5564038" cy="400110"/>
            </a:xfrm>
            <a:prstGeom prst="rect">
              <a:avLst/>
            </a:prstGeom>
            <a:noFill/>
          </p:spPr>
          <p:txBody>
            <a:bodyPr wrap="square" rtlCol="0">
              <a:spAutoFit/>
            </a:bodyPr>
            <a:lstStyle/>
            <a:p>
              <a:r>
                <a:rPr lang="zh-CN" altLang="en-US" sz="2000" b="1" dirty="0"/>
                <a:t>回退</a:t>
              </a:r>
              <a:r>
                <a:rPr lang="en-US" altLang="zh-CN" sz="2000" b="1" dirty="0"/>
                <a:t>N</a:t>
              </a:r>
              <a:r>
                <a:rPr lang="zh-CN" altLang="en-US" sz="2000" b="1" dirty="0"/>
                <a:t>帧协议</a:t>
              </a:r>
            </a:p>
          </p:txBody>
        </p:sp>
      </p:grpSp>
      <p:grpSp>
        <p:nvGrpSpPr>
          <p:cNvPr id="20" name="组合 19">
            <a:extLst>
              <a:ext uri="{FF2B5EF4-FFF2-40B4-BE49-F238E27FC236}">
                <a16:creationId xmlns:a16="http://schemas.microsoft.com/office/drawing/2014/main" id="{87756F0E-46C2-4571-B23D-C8472E9FD1FB}"/>
              </a:ext>
            </a:extLst>
          </p:cNvPr>
          <p:cNvGrpSpPr/>
          <p:nvPr/>
        </p:nvGrpSpPr>
        <p:grpSpPr>
          <a:xfrm>
            <a:off x="475097" y="1263518"/>
            <a:ext cx="1355161" cy="5114896"/>
            <a:chOff x="475097" y="1263518"/>
            <a:chExt cx="1355161" cy="5114896"/>
          </a:xfrm>
        </p:grpSpPr>
        <p:cxnSp>
          <p:nvCxnSpPr>
            <p:cNvPr id="17" name="直接连接符 16">
              <a:extLst>
                <a:ext uri="{FF2B5EF4-FFF2-40B4-BE49-F238E27FC236}">
                  <a16:creationId xmlns:a16="http://schemas.microsoft.com/office/drawing/2014/main" id="{5A41A17A-7B81-47D8-BDBB-76B8F1AA71D6}"/>
                </a:ext>
              </a:extLst>
            </p:cNvPr>
            <p:cNvCxnSpPr>
              <a:cxnSpLocks/>
            </p:cNvCxnSpPr>
            <p:nvPr/>
          </p:nvCxnSpPr>
          <p:spPr>
            <a:xfrm flipV="1">
              <a:off x="1208367" y="2012996"/>
              <a:ext cx="0" cy="3813858"/>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nvGrpSpPr>
            <p:cNvPr id="9" name="组合 8">
              <a:extLst>
                <a:ext uri="{FF2B5EF4-FFF2-40B4-BE49-F238E27FC236}">
                  <a16:creationId xmlns:a16="http://schemas.microsoft.com/office/drawing/2014/main" id="{A2B5FA1F-35FA-42E7-8D74-E7431B6AAA3C}"/>
                </a:ext>
              </a:extLst>
            </p:cNvPr>
            <p:cNvGrpSpPr/>
            <p:nvPr/>
          </p:nvGrpSpPr>
          <p:grpSpPr>
            <a:xfrm>
              <a:off x="700096" y="5368000"/>
              <a:ext cx="905164" cy="1010414"/>
              <a:chOff x="700096" y="5368000"/>
              <a:chExt cx="905164" cy="1010414"/>
            </a:xfrm>
          </p:grpSpPr>
          <p:pic>
            <p:nvPicPr>
              <p:cNvPr id="214" name="图形 213">
                <a:extLst>
                  <a:ext uri="{FF2B5EF4-FFF2-40B4-BE49-F238E27FC236}">
                    <a16:creationId xmlns:a16="http://schemas.microsoft.com/office/drawing/2014/main" id="{D949CB40-4FF6-4E8C-991B-66D24C6ADF05}"/>
                  </a:ext>
                </a:extLst>
              </p:cNvPr>
              <p:cNvPicPr>
                <a:picLocks noChangeAspect="1"/>
              </p:cNvPicPr>
              <p:nvPr/>
            </p:nvPicPr>
            <p:blipFill>
              <a:blip r:embed="rId5">
                <a:extLst>
                  <a:ext uri="{28A0092B-C50C-407E-A947-70E740481C1C}">
                    <a14:useLocalDpi xmlns:a14="http://schemas.microsoft.com/office/drawing/2010/main" val="0"/>
                  </a:ext>
                  <a:ext uri="{96DAC541-7B7A-43D3-8B79-37D633B846F1}">
                    <asvg:svgBlip xmlns:asvg="http://schemas.microsoft.com/office/drawing/2016/SVG/main" r:embed="rId6"/>
                  </a:ext>
                </a:extLst>
              </a:blip>
              <a:stretch>
                <a:fillRect/>
              </a:stretch>
            </p:blipFill>
            <p:spPr>
              <a:xfrm>
                <a:off x="821271" y="5368000"/>
                <a:ext cx="662814" cy="641082"/>
              </a:xfrm>
              <a:prstGeom prst="rect">
                <a:avLst/>
              </a:prstGeom>
            </p:spPr>
          </p:pic>
          <p:sp>
            <p:nvSpPr>
              <p:cNvPr id="218" name="文本框 217">
                <a:extLst>
                  <a:ext uri="{FF2B5EF4-FFF2-40B4-BE49-F238E27FC236}">
                    <a16:creationId xmlns:a16="http://schemas.microsoft.com/office/drawing/2014/main" id="{584D12FE-712D-432B-A48B-3084189F6B6C}"/>
                  </a:ext>
                </a:extLst>
              </p:cNvPr>
              <p:cNvSpPr txBox="1"/>
              <p:nvPr/>
            </p:nvSpPr>
            <p:spPr>
              <a:xfrm>
                <a:off x="700096" y="6009082"/>
                <a:ext cx="905164" cy="369332"/>
              </a:xfrm>
              <a:prstGeom prst="rect">
                <a:avLst/>
              </a:prstGeom>
              <a:noFill/>
            </p:spPr>
            <p:txBody>
              <a:bodyPr wrap="square" rtlCol="0">
                <a:spAutoFit/>
              </a:bodyPr>
              <a:lstStyle/>
              <a:p>
                <a:r>
                  <a:rPr lang="zh-CN" altLang="en-US" b="1" dirty="0">
                    <a:latin typeface="+mn-ea"/>
                  </a:rPr>
                  <a:t>发送方</a:t>
                </a:r>
              </a:p>
            </p:txBody>
          </p:sp>
        </p:grpSp>
        <p:grpSp>
          <p:nvGrpSpPr>
            <p:cNvPr id="8" name="组合 7">
              <a:extLst>
                <a:ext uri="{FF2B5EF4-FFF2-40B4-BE49-F238E27FC236}">
                  <a16:creationId xmlns:a16="http://schemas.microsoft.com/office/drawing/2014/main" id="{0ACAF080-95D4-4F76-A817-06EA84E449C9}"/>
                </a:ext>
              </a:extLst>
            </p:cNvPr>
            <p:cNvGrpSpPr/>
            <p:nvPr/>
          </p:nvGrpSpPr>
          <p:grpSpPr>
            <a:xfrm>
              <a:off x="878301" y="1263518"/>
              <a:ext cx="905164" cy="1027908"/>
              <a:chOff x="878301" y="1390382"/>
              <a:chExt cx="905164" cy="1027908"/>
            </a:xfrm>
          </p:grpSpPr>
          <p:pic>
            <p:nvPicPr>
              <p:cNvPr id="210" name="图形 209">
                <a:extLst>
                  <a:ext uri="{FF2B5EF4-FFF2-40B4-BE49-F238E27FC236}">
                    <a16:creationId xmlns:a16="http://schemas.microsoft.com/office/drawing/2014/main" id="{61E01467-74F7-469C-BAD5-DFFB1234E440}"/>
                  </a:ext>
                </a:extLst>
              </p:cNvPr>
              <p:cNvPicPr>
                <a:picLocks noChangeAspect="1"/>
              </p:cNvPicPr>
              <p:nvPr/>
            </p:nvPicPr>
            <p:blipFill>
              <a:blip r:embed="rId7">
                <a:extLst>
                  <a:ext uri="{28A0092B-C50C-407E-A947-70E740481C1C}">
                    <a14:useLocalDpi xmlns:a14="http://schemas.microsoft.com/office/drawing/2010/main" val="0"/>
                  </a:ext>
                  <a:ext uri="{96DAC541-7B7A-43D3-8B79-37D633B846F1}">
                    <asvg:svgBlip xmlns:asvg="http://schemas.microsoft.com/office/drawing/2016/SVG/main" r:embed="rId8"/>
                  </a:ext>
                </a:extLst>
              </a:blip>
              <a:stretch>
                <a:fillRect/>
              </a:stretch>
            </p:blipFill>
            <p:spPr>
              <a:xfrm>
                <a:off x="984826" y="1759714"/>
                <a:ext cx="501772" cy="658576"/>
              </a:xfrm>
              <a:prstGeom prst="rect">
                <a:avLst/>
              </a:prstGeom>
            </p:spPr>
          </p:pic>
          <p:sp>
            <p:nvSpPr>
              <p:cNvPr id="219" name="文本框 218">
                <a:extLst>
                  <a:ext uri="{FF2B5EF4-FFF2-40B4-BE49-F238E27FC236}">
                    <a16:creationId xmlns:a16="http://schemas.microsoft.com/office/drawing/2014/main" id="{B105E330-42F6-4FA8-914C-123FFA0756D5}"/>
                  </a:ext>
                </a:extLst>
              </p:cNvPr>
              <p:cNvSpPr txBox="1"/>
              <p:nvPr/>
            </p:nvSpPr>
            <p:spPr>
              <a:xfrm>
                <a:off x="878301" y="1390382"/>
                <a:ext cx="905164" cy="369332"/>
              </a:xfrm>
              <a:prstGeom prst="rect">
                <a:avLst/>
              </a:prstGeom>
              <a:noFill/>
            </p:spPr>
            <p:txBody>
              <a:bodyPr wrap="square" rtlCol="0">
                <a:spAutoFit/>
              </a:bodyPr>
              <a:lstStyle/>
              <a:p>
                <a:r>
                  <a:rPr lang="zh-CN" altLang="en-US" b="1" dirty="0">
                    <a:latin typeface="+mn-ea"/>
                  </a:rPr>
                  <a:t>接收方</a:t>
                </a:r>
              </a:p>
            </p:txBody>
          </p:sp>
        </p:grpSp>
        <p:sp>
          <p:nvSpPr>
            <p:cNvPr id="57" name="云形 56">
              <a:extLst>
                <a:ext uri="{FF2B5EF4-FFF2-40B4-BE49-F238E27FC236}">
                  <a16:creationId xmlns:a16="http://schemas.microsoft.com/office/drawing/2014/main" id="{8D58A5DA-48AF-4D62-A0E1-92B6F8CBE1F4}"/>
                </a:ext>
              </a:extLst>
            </p:cNvPr>
            <p:cNvSpPr/>
            <p:nvPr/>
          </p:nvSpPr>
          <p:spPr>
            <a:xfrm>
              <a:off x="475097" y="3429014"/>
              <a:ext cx="1355161" cy="801398"/>
            </a:xfrm>
            <a:prstGeom prst="cloud">
              <a:avLst/>
            </a:prstGeom>
            <a:solidFill>
              <a:schemeClr val="bg1">
                <a:lumMod val="85000"/>
              </a:schemeClr>
            </a:solidFill>
            <a:ln>
              <a:solidFill>
                <a:schemeClr val="bg1">
                  <a:lumMod val="85000"/>
                </a:schemeClr>
              </a:solidFill>
            </a:ln>
          </p:spPr>
          <p:style>
            <a:lnRef idx="2">
              <a:schemeClr val="accent3">
                <a:shade val="50000"/>
              </a:schemeClr>
            </a:lnRef>
            <a:fillRef idx="1">
              <a:schemeClr val="accent3"/>
            </a:fillRef>
            <a:effectRef idx="0">
              <a:schemeClr val="accent3"/>
            </a:effectRef>
            <a:fontRef idx="minor">
              <a:schemeClr val="lt1"/>
            </a:fontRef>
          </p:style>
          <p:txBody>
            <a:bodyPr rtlCol="0" anchor="ctr"/>
            <a:lstStyle/>
            <a:p>
              <a:pPr algn="ctr"/>
              <a:r>
                <a:rPr lang="zh-CN" altLang="en-US" b="1" dirty="0">
                  <a:solidFill>
                    <a:schemeClr val="tx1"/>
                  </a:solidFill>
                  <a:latin typeface="+mn-ea"/>
                </a:rPr>
                <a:t>因特网</a:t>
              </a:r>
            </a:p>
          </p:txBody>
        </p:sp>
      </p:grpSp>
      <p:sp>
        <p:nvSpPr>
          <p:cNvPr id="65" name="矩形 64">
            <a:extLst>
              <a:ext uri="{FF2B5EF4-FFF2-40B4-BE49-F238E27FC236}">
                <a16:creationId xmlns:a16="http://schemas.microsoft.com/office/drawing/2014/main" id="{FC572D7D-9323-4BD8-92B7-CA3E51425C5F}"/>
              </a:ext>
            </a:extLst>
          </p:cNvPr>
          <p:cNvSpPr/>
          <p:nvPr/>
        </p:nvSpPr>
        <p:spPr>
          <a:xfrm>
            <a:off x="2246300" y="3155854"/>
            <a:ext cx="256976" cy="256976"/>
          </a:xfrm>
          <a:prstGeom prst="rect">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mc:AlternateContent xmlns:mc="http://schemas.openxmlformats.org/markup-compatibility/2006" xmlns:a14="http://schemas.microsoft.com/office/drawing/2010/main">
        <mc:Choice Requires="a14">
          <p:sp>
            <p:nvSpPr>
              <p:cNvPr id="66" name="íşlïḍè">
                <a:extLst>
                  <a:ext uri="{FF2B5EF4-FFF2-40B4-BE49-F238E27FC236}">
                    <a16:creationId xmlns:a16="http://schemas.microsoft.com/office/drawing/2014/main" id="{EC57E6C8-9EAA-4F5B-AF11-BFED193385DD}"/>
                  </a:ext>
                </a:extLst>
              </p:cNvPr>
              <p:cNvSpPr txBox="1"/>
              <p:nvPr/>
            </p:nvSpPr>
            <p:spPr>
              <a:xfrm>
                <a:off x="2563527" y="3101533"/>
                <a:ext cx="9323673" cy="623794"/>
              </a:xfrm>
              <a:prstGeom prst="rect">
                <a:avLst/>
              </a:prstGeom>
              <a:noFill/>
            </p:spPr>
            <p:txBody>
              <a:bodyPr wrap="square" lIns="91440" tIns="45720" rIns="91440" bIns="45720" anchor="ctr">
                <a:noAutofit/>
              </a:bodyPr>
              <a:lstStyle/>
              <a:p>
                <a:r>
                  <a:rPr lang="zh-CN" altLang="en-US" b="1" dirty="0"/>
                  <a:t>接收方需要维护一个</a:t>
                </a:r>
                <a:r>
                  <a:rPr lang="zh-CN" altLang="en-US" b="1" dirty="0">
                    <a:solidFill>
                      <a:schemeClr val="accent4"/>
                    </a:solidFill>
                  </a:rPr>
                  <a:t>接收窗口</a:t>
                </a:r>
                <a14:m>
                  <m:oMath xmlns:m="http://schemas.openxmlformats.org/officeDocument/2006/math">
                    <m:sSub>
                      <m:sSubPr>
                        <m:ctrlPr>
                          <a:rPr lang="en-US" altLang="zh-CN" b="1" i="1" smtClean="0">
                            <a:solidFill>
                              <a:schemeClr val="accent4"/>
                            </a:solidFill>
                            <a:latin typeface="Cambria Math" panose="02040503050406030204" pitchFamily="18" charset="0"/>
                            <a:ea typeface="Cambria Math" panose="02040503050406030204" pitchFamily="18" charset="0"/>
                          </a:rPr>
                        </m:ctrlPr>
                      </m:sSubPr>
                      <m:e>
                        <m:r>
                          <a:rPr lang="en-US" altLang="zh-CN" b="1" i="1">
                            <a:solidFill>
                              <a:schemeClr val="accent4"/>
                            </a:solidFill>
                            <a:latin typeface="Cambria Math" panose="02040503050406030204" pitchFamily="18" charset="0"/>
                            <a:ea typeface="Cambria Math" panose="02040503050406030204" pitchFamily="18" charset="0"/>
                          </a:rPr>
                          <m:t>𝑾</m:t>
                        </m:r>
                      </m:e>
                      <m:sub>
                        <m:r>
                          <a:rPr lang="en-US" altLang="zh-CN" b="1" i="1" smtClean="0">
                            <a:solidFill>
                              <a:schemeClr val="accent4"/>
                            </a:solidFill>
                            <a:latin typeface="Cambria Math" panose="02040503050406030204" pitchFamily="18" charset="0"/>
                            <a:ea typeface="Cambria Math" panose="02040503050406030204" pitchFamily="18" charset="0"/>
                          </a:rPr>
                          <m:t>𝑹</m:t>
                        </m:r>
                      </m:sub>
                    </m:sSub>
                    <m:r>
                      <a:rPr lang="en-US" altLang="zh-CN" b="1" i="1">
                        <a:solidFill>
                          <a:schemeClr val="accent4"/>
                        </a:solidFill>
                        <a:latin typeface="Cambria Math" panose="02040503050406030204" pitchFamily="18" charset="0"/>
                        <a:ea typeface="Cambria Math" panose="02040503050406030204" pitchFamily="18" charset="0"/>
                      </a:rPr>
                      <m:t> </m:t>
                    </m:r>
                  </m:oMath>
                </a14:m>
                <a:r>
                  <a:rPr lang="zh-CN" altLang="en-US" b="1" dirty="0"/>
                  <a:t>，只有正确到达接收方（无误码）且序号落入</a:t>
                </a:r>
                <a14:m>
                  <m:oMath xmlns:m="http://schemas.openxmlformats.org/officeDocument/2006/math">
                    <m:sSub>
                      <m:sSubPr>
                        <m:ctrlPr>
                          <a:rPr lang="en-US" altLang="zh-CN" b="1" i="1" smtClean="0">
                            <a:solidFill>
                              <a:schemeClr val="tx1"/>
                            </a:solidFill>
                            <a:latin typeface="Cambria Math" panose="02040503050406030204" pitchFamily="18" charset="0"/>
                            <a:ea typeface="Cambria Math" panose="02040503050406030204" pitchFamily="18" charset="0"/>
                          </a:rPr>
                        </m:ctrlPr>
                      </m:sSubPr>
                      <m:e>
                        <m:r>
                          <a:rPr lang="en-US" altLang="zh-CN" b="1" i="1">
                            <a:solidFill>
                              <a:schemeClr val="tx1"/>
                            </a:solidFill>
                            <a:latin typeface="Cambria Math" panose="02040503050406030204" pitchFamily="18" charset="0"/>
                            <a:ea typeface="Cambria Math" panose="02040503050406030204" pitchFamily="18" charset="0"/>
                          </a:rPr>
                          <m:t>𝑾</m:t>
                        </m:r>
                      </m:e>
                      <m:sub>
                        <m:r>
                          <a:rPr lang="en-US" altLang="zh-CN" b="1" i="1">
                            <a:solidFill>
                              <a:schemeClr val="tx1"/>
                            </a:solidFill>
                            <a:latin typeface="Cambria Math" panose="02040503050406030204" pitchFamily="18" charset="0"/>
                            <a:ea typeface="Cambria Math" panose="02040503050406030204" pitchFamily="18" charset="0"/>
                          </a:rPr>
                          <m:t>𝑹</m:t>
                        </m:r>
                      </m:sub>
                    </m:sSub>
                  </m:oMath>
                </a14:m>
                <a:r>
                  <a:rPr lang="zh-CN" altLang="en-US" b="1" dirty="0"/>
                  <a:t>内的数据分组才被接收方接收。</a:t>
                </a:r>
                <a:endParaRPr lang="en-US" altLang="zh-CN" b="1" dirty="0"/>
              </a:p>
            </p:txBody>
          </p:sp>
        </mc:Choice>
        <mc:Fallback xmlns="">
          <p:sp>
            <p:nvSpPr>
              <p:cNvPr id="66" name="íşlïḍè">
                <a:extLst>
                  <a:ext uri="{FF2B5EF4-FFF2-40B4-BE49-F238E27FC236}">
                    <a16:creationId xmlns:a16="http://schemas.microsoft.com/office/drawing/2014/main" id="{EC57E6C8-9EAA-4F5B-AF11-BFED193385DD}"/>
                  </a:ext>
                </a:extLst>
              </p:cNvPr>
              <p:cNvSpPr txBox="1">
                <a:spLocks noRot="1" noChangeAspect="1" noMove="1" noResize="1" noEditPoints="1" noAdjustHandles="1" noChangeArrowheads="1" noChangeShapeType="1" noTextEdit="1"/>
              </p:cNvSpPr>
              <p:nvPr/>
            </p:nvSpPr>
            <p:spPr>
              <a:xfrm>
                <a:off x="2563527" y="3101533"/>
                <a:ext cx="9323673" cy="623794"/>
              </a:xfrm>
              <a:prstGeom prst="rect">
                <a:avLst/>
              </a:prstGeom>
              <a:blipFill>
                <a:blip r:embed="rId9"/>
                <a:stretch>
                  <a:fillRect l="-589" t="-6863" b="-16667"/>
                </a:stretch>
              </a:blipFill>
            </p:spPr>
            <p:txBody>
              <a:bodyPr/>
              <a:lstStyle/>
              <a:p>
                <a:r>
                  <a:rPr lang="zh-CN" altLang="en-US">
                    <a:noFill/>
                  </a:rPr>
                  <a:t> </a:t>
                </a:r>
              </a:p>
            </p:txBody>
          </p:sp>
        </mc:Fallback>
      </mc:AlternateContent>
      <p:graphicFrame>
        <p:nvGraphicFramePr>
          <p:cNvPr id="21" name="表格 21">
            <a:extLst>
              <a:ext uri="{FF2B5EF4-FFF2-40B4-BE49-F238E27FC236}">
                <a16:creationId xmlns:a16="http://schemas.microsoft.com/office/drawing/2014/main" id="{CE497585-4F97-4F44-9ABE-D7BBA16B40E0}"/>
              </a:ext>
            </a:extLst>
          </p:cNvPr>
          <p:cNvGraphicFramePr>
            <a:graphicFrameLocks noGrp="1"/>
          </p:cNvGraphicFramePr>
          <p:nvPr/>
        </p:nvGraphicFramePr>
        <p:xfrm>
          <a:off x="2302929" y="5557308"/>
          <a:ext cx="9067800" cy="370840"/>
        </p:xfrm>
        <a:graphic>
          <a:graphicData uri="http://schemas.openxmlformats.org/drawingml/2006/table">
            <a:tbl>
              <a:tblPr firstRow="1" bandRow="1">
                <a:tableStyleId>{5C22544A-7EE6-4342-B048-85BDC9FD1C3A}</a:tableStyleId>
              </a:tblPr>
              <a:tblGrid>
                <a:gridCol w="755650">
                  <a:extLst>
                    <a:ext uri="{9D8B030D-6E8A-4147-A177-3AD203B41FA5}">
                      <a16:colId xmlns:a16="http://schemas.microsoft.com/office/drawing/2014/main" val="877486509"/>
                    </a:ext>
                  </a:extLst>
                </a:gridCol>
                <a:gridCol w="755650">
                  <a:extLst>
                    <a:ext uri="{9D8B030D-6E8A-4147-A177-3AD203B41FA5}">
                      <a16:colId xmlns:a16="http://schemas.microsoft.com/office/drawing/2014/main" val="3548605817"/>
                    </a:ext>
                  </a:extLst>
                </a:gridCol>
                <a:gridCol w="755650">
                  <a:extLst>
                    <a:ext uri="{9D8B030D-6E8A-4147-A177-3AD203B41FA5}">
                      <a16:colId xmlns:a16="http://schemas.microsoft.com/office/drawing/2014/main" val="2881812895"/>
                    </a:ext>
                  </a:extLst>
                </a:gridCol>
                <a:gridCol w="755650">
                  <a:extLst>
                    <a:ext uri="{9D8B030D-6E8A-4147-A177-3AD203B41FA5}">
                      <a16:colId xmlns:a16="http://schemas.microsoft.com/office/drawing/2014/main" val="3682284582"/>
                    </a:ext>
                  </a:extLst>
                </a:gridCol>
                <a:gridCol w="755650">
                  <a:extLst>
                    <a:ext uri="{9D8B030D-6E8A-4147-A177-3AD203B41FA5}">
                      <a16:colId xmlns:a16="http://schemas.microsoft.com/office/drawing/2014/main" val="500127722"/>
                    </a:ext>
                  </a:extLst>
                </a:gridCol>
                <a:gridCol w="755650">
                  <a:extLst>
                    <a:ext uri="{9D8B030D-6E8A-4147-A177-3AD203B41FA5}">
                      <a16:colId xmlns:a16="http://schemas.microsoft.com/office/drawing/2014/main" val="2946259618"/>
                    </a:ext>
                  </a:extLst>
                </a:gridCol>
                <a:gridCol w="755650">
                  <a:extLst>
                    <a:ext uri="{9D8B030D-6E8A-4147-A177-3AD203B41FA5}">
                      <a16:colId xmlns:a16="http://schemas.microsoft.com/office/drawing/2014/main" val="171501986"/>
                    </a:ext>
                  </a:extLst>
                </a:gridCol>
                <a:gridCol w="755650">
                  <a:extLst>
                    <a:ext uri="{9D8B030D-6E8A-4147-A177-3AD203B41FA5}">
                      <a16:colId xmlns:a16="http://schemas.microsoft.com/office/drawing/2014/main" val="1667185265"/>
                    </a:ext>
                  </a:extLst>
                </a:gridCol>
                <a:gridCol w="755650">
                  <a:extLst>
                    <a:ext uri="{9D8B030D-6E8A-4147-A177-3AD203B41FA5}">
                      <a16:colId xmlns:a16="http://schemas.microsoft.com/office/drawing/2014/main" val="4258211808"/>
                    </a:ext>
                  </a:extLst>
                </a:gridCol>
                <a:gridCol w="755650">
                  <a:extLst>
                    <a:ext uri="{9D8B030D-6E8A-4147-A177-3AD203B41FA5}">
                      <a16:colId xmlns:a16="http://schemas.microsoft.com/office/drawing/2014/main" val="1794200575"/>
                    </a:ext>
                  </a:extLst>
                </a:gridCol>
                <a:gridCol w="755650">
                  <a:extLst>
                    <a:ext uri="{9D8B030D-6E8A-4147-A177-3AD203B41FA5}">
                      <a16:colId xmlns:a16="http://schemas.microsoft.com/office/drawing/2014/main" val="4230716487"/>
                    </a:ext>
                  </a:extLst>
                </a:gridCol>
                <a:gridCol w="755650">
                  <a:extLst>
                    <a:ext uri="{9D8B030D-6E8A-4147-A177-3AD203B41FA5}">
                      <a16:colId xmlns:a16="http://schemas.microsoft.com/office/drawing/2014/main" val="56153739"/>
                    </a:ext>
                  </a:extLst>
                </a:gridCol>
              </a:tblGrid>
              <a:tr h="370840">
                <a:tc>
                  <a:txBody>
                    <a:bodyPr/>
                    <a:lstStyle/>
                    <a:p>
                      <a:pPr algn="ctr"/>
                      <a:r>
                        <a:rPr lang="en-US" altLang="zh-CN" dirty="0">
                          <a:solidFill>
                            <a:schemeClr val="tx1"/>
                          </a:solidFill>
                          <a:latin typeface="Arial Black" panose="020B0A04020102020204" pitchFamily="34" charset="0"/>
                        </a:rPr>
                        <a:t>0</a:t>
                      </a:r>
                      <a:endParaRPr lang="zh-CN" altLang="en-US" dirty="0">
                        <a:solidFill>
                          <a:schemeClr val="tx1"/>
                        </a:solidFill>
                        <a:latin typeface="Arial Black" panose="020B0A04020102020204" pitchFamily="34" charset="0"/>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ctr"/>
                      <a:r>
                        <a:rPr lang="en-US" altLang="zh-CN" dirty="0">
                          <a:solidFill>
                            <a:schemeClr val="tx1"/>
                          </a:solidFill>
                          <a:latin typeface="Arial Black" panose="020B0A04020102020204" pitchFamily="34" charset="0"/>
                        </a:rPr>
                        <a:t>1</a:t>
                      </a:r>
                      <a:endParaRPr lang="zh-CN" altLang="en-US" dirty="0">
                        <a:solidFill>
                          <a:schemeClr val="tx1"/>
                        </a:solidFill>
                        <a:latin typeface="Arial Black" panose="020B0A04020102020204" pitchFamily="34" charset="0"/>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ctr"/>
                      <a:r>
                        <a:rPr lang="en-US" altLang="zh-CN" dirty="0">
                          <a:solidFill>
                            <a:schemeClr val="tx1"/>
                          </a:solidFill>
                          <a:latin typeface="Arial Black" panose="020B0A04020102020204" pitchFamily="34" charset="0"/>
                        </a:rPr>
                        <a:t>2</a:t>
                      </a:r>
                      <a:endParaRPr lang="zh-CN" altLang="en-US" dirty="0">
                        <a:solidFill>
                          <a:schemeClr val="tx1"/>
                        </a:solidFill>
                        <a:latin typeface="Arial Black" panose="020B0A04020102020204" pitchFamily="34" charset="0"/>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ctr"/>
                      <a:r>
                        <a:rPr lang="en-US" altLang="zh-CN" dirty="0">
                          <a:solidFill>
                            <a:schemeClr val="tx1"/>
                          </a:solidFill>
                          <a:latin typeface="Arial Black" panose="020B0A04020102020204" pitchFamily="34" charset="0"/>
                        </a:rPr>
                        <a:t>3</a:t>
                      </a:r>
                      <a:endParaRPr lang="zh-CN" altLang="en-US" dirty="0">
                        <a:solidFill>
                          <a:schemeClr val="tx1"/>
                        </a:solidFill>
                        <a:latin typeface="Arial Black" panose="020B0A04020102020204" pitchFamily="34" charset="0"/>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ctr"/>
                      <a:r>
                        <a:rPr lang="en-US" altLang="zh-CN" dirty="0">
                          <a:solidFill>
                            <a:schemeClr val="tx1"/>
                          </a:solidFill>
                          <a:latin typeface="Arial Black" panose="020B0A04020102020204" pitchFamily="34" charset="0"/>
                        </a:rPr>
                        <a:t>4</a:t>
                      </a:r>
                      <a:endParaRPr lang="zh-CN" altLang="en-US" dirty="0">
                        <a:solidFill>
                          <a:schemeClr val="tx1"/>
                        </a:solidFill>
                        <a:latin typeface="Arial Black" panose="020B0A04020102020204" pitchFamily="34" charset="0"/>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ctr"/>
                      <a:r>
                        <a:rPr lang="en-US" altLang="zh-CN" dirty="0">
                          <a:solidFill>
                            <a:schemeClr val="tx1"/>
                          </a:solidFill>
                          <a:latin typeface="Arial Black" panose="020B0A04020102020204" pitchFamily="34" charset="0"/>
                        </a:rPr>
                        <a:t>5</a:t>
                      </a:r>
                      <a:endParaRPr lang="zh-CN" altLang="en-US" dirty="0">
                        <a:solidFill>
                          <a:schemeClr val="tx1"/>
                        </a:solidFill>
                        <a:latin typeface="Arial Black" panose="020B0A04020102020204" pitchFamily="34" charset="0"/>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ctr"/>
                      <a:r>
                        <a:rPr lang="en-US" altLang="zh-CN" dirty="0">
                          <a:solidFill>
                            <a:schemeClr val="tx1"/>
                          </a:solidFill>
                          <a:latin typeface="Arial Black" panose="020B0A04020102020204" pitchFamily="34" charset="0"/>
                        </a:rPr>
                        <a:t>6</a:t>
                      </a:r>
                      <a:endParaRPr lang="zh-CN" altLang="en-US" dirty="0">
                        <a:solidFill>
                          <a:schemeClr val="tx1"/>
                        </a:solidFill>
                        <a:latin typeface="Arial Black" panose="020B0A04020102020204" pitchFamily="34" charset="0"/>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ctr"/>
                      <a:r>
                        <a:rPr lang="en-US" altLang="zh-CN" dirty="0">
                          <a:solidFill>
                            <a:schemeClr val="tx1"/>
                          </a:solidFill>
                          <a:latin typeface="Arial Black" panose="020B0A04020102020204" pitchFamily="34" charset="0"/>
                        </a:rPr>
                        <a:t>7</a:t>
                      </a:r>
                      <a:endParaRPr lang="zh-CN" altLang="en-US" dirty="0">
                        <a:solidFill>
                          <a:schemeClr val="tx1"/>
                        </a:solidFill>
                        <a:latin typeface="Arial Black" panose="020B0A04020102020204" pitchFamily="34" charset="0"/>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ctr"/>
                      <a:r>
                        <a:rPr lang="en-US" altLang="zh-CN" dirty="0">
                          <a:solidFill>
                            <a:schemeClr val="tx1"/>
                          </a:solidFill>
                          <a:latin typeface="Arial Black" panose="020B0A04020102020204" pitchFamily="34" charset="0"/>
                        </a:rPr>
                        <a:t>0</a:t>
                      </a:r>
                      <a:endParaRPr lang="zh-CN" altLang="en-US" dirty="0">
                        <a:solidFill>
                          <a:schemeClr val="tx1"/>
                        </a:solidFill>
                        <a:latin typeface="Arial Black" panose="020B0A04020102020204" pitchFamily="34" charset="0"/>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ctr"/>
                      <a:r>
                        <a:rPr lang="en-US" altLang="zh-CN" dirty="0">
                          <a:solidFill>
                            <a:schemeClr val="tx1"/>
                          </a:solidFill>
                          <a:latin typeface="Arial Black" panose="020B0A04020102020204" pitchFamily="34" charset="0"/>
                        </a:rPr>
                        <a:t>1</a:t>
                      </a:r>
                      <a:endParaRPr lang="zh-CN" altLang="en-US" dirty="0">
                        <a:solidFill>
                          <a:schemeClr val="tx1"/>
                        </a:solidFill>
                        <a:latin typeface="Arial Black" panose="020B0A04020102020204" pitchFamily="34" charset="0"/>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ctr"/>
                      <a:r>
                        <a:rPr lang="en-US" altLang="zh-CN" dirty="0">
                          <a:solidFill>
                            <a:schemeClr val="tx1"/>
                          </a:solidFill>
                          <a:latin typeface="Arial Black" panose="020B0A04020102020204" pitchFamily="34" charset="0"/>
                        </a:rPr>
                        <a:t>2</a:t>
                      </a:r>
                      <a:endParaRPr lang="zh-CN" altLang="en-US" dirty="0">
                        <a:solidFill>
                          <a:schemeClr val="tx1"/>
                        </a:solidFill>
                        <a:latin typeface="Arial Black" panose="020B0A04020102020204" pitchFamily="34" charset="0"/>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ctr"/>
                      <a:r>
                        <a:rPr lang="en-US" altLang="zh-CN" dirty="0">
                          <a:solidFill>
                            <a:schemeClr val="tx1"/>
                          </a:solidFill>
                          <a:latin typeface="Arial Black" panose="020B0A04020102020204" pitchFamily="34" charset="0"/>
                        </a:rPr>
                        <a:t>…</a:t>
                      </a:r>
                      <a:endParaRPr lang="zh-CN" altLang="en-US" dirty="0">
                        <a:solidFill>
                          <a:schemeClr val="tx1"/>
                        </a:solidFill>
                        <a:latin typeface="Arial Black" panose="020B0A04020102020204" pitchFamily="34" charset="0"/>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extLst>
                  <a:ext uri="{0D108BD9-81ED-4DB2-BD59-A6C34878D82A}">
                    <a16:rowId xmlns:a16="http://schemas.microsoft.com/office/drawing/2014/main" val="316235763"/>
                  </a:ext>
                </a:extLst>
              </a:tr>
            </a:tbl>
          </a:graphicData>
        </a:graphic>
      </p:graphicFrame>
      <p:graphicFrame>
        <p:nvGraphicFramePr>
          <p:cNvPr id="68" name="表格 21">
            <a:extLst>
              <a:ext uri="{FF2B5EF4-FFF2-40B4-BE49-F238E27FC236}">
                <a16:creationId xmlns:a16="http://schemas.microsoft.com/office/drawing/2014/main" id="{D9B4273D-C94E-42E6-A39B-908C6FA1D8AF}"/>
              </a:ext>
            </a:extLst>
          </p:cNvPr>
          <p:cNvGraphicFramePr>
            <a:graphicFrameLocks noGrp="1"/>
          </p:cNvGraphicFramePr>
          <p:nvPr/>
        </p:nvGraphicFramePr>
        <p:xfrm>
          <a:off x="2302929" y="1827576"/>
          <a:ext cx="9067800" cy="370840"/>
        </p:xfrm>
        <a:graphic>
          <a:graphicData uri="http://schemas.openxmlformats.org/drawingml/2006/table">
            <a:tbl>
              <a:tblPr firstRow="1" bandRow="1">
                <a:tableStyleId>{5C22544A-7EE6-4342-B048-85BDC9FD1C3A}</a:tableStyleId>
              </a:tblPr>
              <a:tblGrid>
                <a:gridCol w="755650">
                  <a:extLst>
                    <a:ext uri="{9D8B030D-6E8A-4147-A177-3AD203B41FA5}">
                      <a16:colId xmlns:a16="http://schemas.microsoft.com/office/drawing/2014/main" val="877486509"/>
                    </a:ext>
                  </a:extLst>
                </a:gridCol>
                <a:gridCol w="755650">
                  <a:extLst>
                    <a:ext uri="{9D8B030D-6E8A-4147-A177-3AD203B41FA5}">
                      <a16:colId xmlns:a16="http://schemas.microsoft.com/office/drawing/2014/main" val="3548605817"/>
                    </a:ext>
                  </a:extLst>
                </a:gridCol>
                <a:gridCol w="755650">
                  <a:extLst>
                    <a:ext uri="{9D8B030D-6E8A-4147-A177-3AD203B41FA5}">
                      <a16:colId xmlns:a16="http://schemas.microsoft.com/office/drawing/2014/main" val="2881812895"/>
                    </a:ext>
                  </a:extLst>
                </a:gridCol>
                <a:gridCol w="755650">
                  <a:extLst>
                    <a:ext uri="{9D8B030D-6E8A-4147-A177-3AD203B41FA5}">
                      <a16:colId xmlns:a16="http://schemas.microsoft.com/office/drawing/2014/main" val="3682284582"/>
                    </a:ext>
                  </a:extLst>
                </a:gridCol>
                <a:gridCol w="755650">
                  <a:extLst>
                    <a:ext uri="{9D8B030D-6E8A-4147-A177-3AD203B41FA5}">
                      <a16:colId xmlns:a16="http://schemas.microsoft.com/office/drawing/2014/main" val="500127722"/>
                    </a:ext>
                  </a:extLst>
                </a:gridCol>
                <a:gridCol w="755650">
                  <a:extLst>
                    <a:ext uri="{9D8B030D-6E8A-4147-A177-3AD203B41FA5}">
                      <a16:colId xmlns:a16="http://schemas.microsoft.com/office/drawing/2014/main" val="2946259618"/>
                    </a:ext>
                  </a:extLst>
                </a:gridCol>
                <a:gridCol w="755650">
                  <a:extLst>
                    <a:ext uri="{9D8B030D-6E8A-4147-A177-3AD203B41FA5}">
                      <a16:colId xmlns:a16="http://schemas.microsoft.com/office/drawing/2014/main" val="171501986"/>
                    </a:ext>
                  </a:extLst>
                </a:gridCol>
                <a:gridCol w="755650">
                  <a:extLst>
                    <a:ext uri="{9D8B030D-6E8A-4147-A177-3AD203B41FA5}">
                      <a16:colId xmlns:a16="http://schemas.microsoft.com/office/drawing/2014/main" val="1667185265"/>
                    </a:ext>
                  </a:extLst>
                </a:gridCol>
                <a:gridCol w="755650">
                  <a:extLst>
                    <a:ext uri="{9D8B030D-6E8A-4147-A177-3AD203B41FA5}">
                      <a16:colId xmlns:a16="http://schemas.microsoft.com/office/drawing/2014/main" val="4258211808"/>
                    </a:ext>
                  </a:extLst>
                </a:gridCol>
                <a:gridCol w="755650">
                  <a:extLst>
                    <a:ext uri="{9D8B030D-6E8A-4147-A177-3AD203B41FA5}">
                      <a16:colId xmlns:a16="http://schemas.microsoft.com/office/drawing/2014/main" val="1794200575"/>
                    </a:ext>
                  </a:extLst>
                </a:gridCol>
                <a:gridCol w="755650">
                  <a:extLst>
                    <a:ext uri="{9D8B030D-6E8A-4147-A177-3AD203B41FA5}">
                      <a16:colId xmlns:a16="http://schemas.microsoft.com/office/drawing/2014/main" val="4230716487"/>
                    </a:ext>
                  </a:extLst>
                </a:gridCol>
                <a:gridCol w="755650">
                  <a:extLst>
                    <a:ext uri="{9D8B030D-6E8A-4147-A177-3AD203B41FA5}">
                      <a16:colId xmlns:a16="http://schemas.microsoft.com/office/drawing/2014/main" val="56153739"/>
                    </a:ext>
                  </a:extLst>
                </a:gridCol>
              </a:tblGrid>
              <a:tr h="370840">
                <a:tc>
                  <a:txBody>
                    <a:bodyPr/>
                    <a:lstStyle/>
                    <a:p>
                      <a:pPr algn="ctr"/>
                      <a:r>
                        <a:rPr lang="en-US" altLang="zh-CN" dirty="0">
                          <a:solidFill>
                            <a:schemeClr val="tx1"/>
                          </a:solidFill>
                          <a:latin typeface="Arial Black" panose="020B0A04020102020204" pitchFamily="34" charset="0"/>
                        </a:rPr>
                        <a:t>0</a:t>
                      </a:r>
                      <a:endParaRPr lang="zh-CN" altLang="en-US" dirty="0">
                        <a:solidFill>
                          <a:schemeClr val="tx1"/>
                        </a:solidFill>
                        <a:latin typeface="Arial Black" panose="020B0A04020102020204" pitchFamily="34" charset="0"/>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ctr"/>
                      <a:r>
                        <a:rPr lang="en-US" altLang="zh-CN" dirty="0">
                          <a:solidFill>
                            <a:schemeClr val="tx1"/>
                          </a:solidFill>
                          <a:latin typeface="Arial Black" panose="020B0A04020102020204" pitchFamily="34" charset="0"/>
                        </a:rPr>
                        <a:t>1</a:t>
                      </a:r>
                      <a:endParaRPr lang="zh-CN" altLang="en-US" dirty="0">
                        <a:solidFill>
                          <a:schemeClr val="tx1"/>
                        </a:solidFill>
                        <a:latin typeface="Arial Black" panose="020B0A04020102020204" pitchFamily="34" charset="0"/>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ctr"/>
                      <a:r>
                        <a:rPr lang="en-US" altLang="zh-CN" dirty="0">
                          <a:solidFill>
                            <a:schemeClr val="tx1"/>
                          </a:solidFill>
                          <a:latin typeface="Arial Black" panose="020B0A04020102020204" pitchFamily="34" charset="0"/>
                        </a:rPr>
                        <a:t>2</a:t>
                      </a:r>
                      <a:endParaRPr lang="zh-CN" altLang="en-US" dirty="0">
                        <a:solidFill>
                          <a:schemeClr val="tx1"/>
                        </a:solidFill>
                        <a:latin typeface="Arial Black" panose="020B0A04020102020204" pitchFamily="34" charset="0"/>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ctr"/>
                      <a:r>
                        <a:rPr lang="en-US" altLang="zh-CN" dirty="0">
                          <a:solidFill>
                            <a:schemeClr val="tx1"/>
                          </a:solidFill>
                          <a:latin typeface="Arial Black" panose="020B0A04020102020204" pitchFamily="34" charset="0"/>
                        </a:rPr>
                        <a:t>3</a:t>
                      </a:r>
                      <a:endParaRPr lang="zh-CN" altLang="en-US" dirty="0">
                        <a:solidFill>
                          <a:schemeClr val="tx1"/>
                        </a:solidFill>
                        <a:latin typeface="Arial Black" panose="020B0A04020102020204" pitchFamily="34" charset="0"/>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ctr"/>
                      <a:r>
                        <a:rPr lang="en-US" altLang="zh-CN" dirty="0">
                          <a:solidFill>
                            <a:schemeClr val="tx1"/>
                          </a:solidFill>
                          <a:latin typeface="Arial Black" panose="020B0A04020102020204" pitchFamily="34" charset="0"/>
                        </a:rPr>
                        <a:t>4</a:t>
                      </a:r>
                      <a:endParaRPr lang="zh-CN" altLang="en-US" dirty="0">
                        <a:solidFill>
                          <a:schemeClr val="tx1"/>
                        </a:solidFill>
                        <a:latin typeface="Arial Black" panose="020B0A04020102020204" pitchFamily="34" charset="0"/>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ctr"/>
                      <a:r>
                        <a:rPr lang="en-US" altLang="zh-CN" dirty="0">
                          <a:solidFill>
                            <a:schemeClr val="tx1"/>
                          </a:solidFill>
                          <a:latin typeface="Arial Black" panose="020B0A04020102020204" pitchFamily="34" charset="0"/>
                        </a:rPr>
                        <a:t>5</a:t>
                      </a:r>
                      <a:endParaRPr lang="zh-CN" altLang="en-US" dirty="0">
                        <a:solidFill>
                          <a:schemeClr val="tx1"/>
                        </a:solidFill>
                        <a:latin typeface="Arial Black" panose="020B0A04020102020204" pitchFamily="34" charset="0"/>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ctr"/>
                      <a:r>
                        <a:rPr lang="en-US" altLang="zh-CN" dirty="0">
                          <a:solidFill>
                            <a:schemeClr val="tx1"/>
                          </a:solidFill>
                          <a:latin typeface="Arial Black" panose="020B0A04020102020204" pitchFamily="34" charset="0"/>
                        </a:rPr>
                        <a:t>6</a:t>
                      </a:r>
                      <a:endParaRPr lang="zh-CN" altLang="en-US" dirty="0">
                        <a:solidFill>
                          <a:schemeClr val="tx1"/>
                        </a:solidFill>
                        <a:latin typeface="Arial Black" panose="020B0A04020102020204" pitchFamily="34" charset="0"/>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ctr"/>
                      <a:r>
                        <a:rPr lang="en-US" altLang="zh-CN" dirty="0">
                          <a:solidFill>
                            <a:schemeClr val="tx1"/>
                          </a:solidFill>
                          <a:latin typeface="Arial Black" panose="020B0A04020102020204" pitchFamily="34" charset="0"/>
                        </a:rPr>
                        <a:t>7</a:t>
                      </a:r>
                      <a:endParaRPr lang="zh-CN" altLang="en-US" dirty="0">
                        <a:solidFill>
                          <a:schemeClr val="tx1"/>
                        </a:solidFill>
                        <a:latin typeface="Arial Black" panose="020B0A04020102020204" pitchFamily="34" charset="0"/>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ctr"/>
                      <a:r>
                        <a:rPr lang="en-US" altLang="zh-CN" dirty="0">
                          <a:solidFill>
                            <a:schemeClr val="tx1"/>
                          </a:solidFill>
                          <a:latin typeface="Arial Black" panose="020B0A04020102020204" pitchFamily="34" charset="0"/>
                        </a:rPr>
                        <a:t>0</a:t>
                      </a:r>
                      <a:endParaRPr lang="zh-CN" altLang="en-US" dirty="0">
                        <a:solidFill>
                          <a:schemeClr val="tx1"/>
                        </a:solidFill>
                        <a:latin typeface="Arial Black" panose="020B0A04020102020204" pitchFamily="34" charset="0"/>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ctr"/>
                      <a:r>
                        <a:rPr lang="en-US" altLang="zh-CN" dirty="0">
                          <a:solidFill>
                            <a:schemeClr val="tx1"/>
                          </a:solidFill>
                          <a:latin typeface="Arial Black" panose="020B0A04020102020204" pitchFamily="34" charset="0"/>
                        </a:rPr>
                        <a:t>1</a:t>
                      </a:r>
                      <a:endParaRPr lang="zh-CN" altLang="en-US" dirty="0">
                        <a:solidFill>
                          <a:schemeClr val="tx1"/>
                        </a:solidFill>
                        <a:latin typeface="Arial Black" panose="020B0A04020102020204" pitchFamily="34" charset="0"/>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ctr"/>
                      <a:r>
                        <a:rPr lang="en-US" altLang="zh-CN" dirty="0">
                          <a:solidFill>
                            <a:schemeClr val="tx1"/>
                          </a:solidFill>
                          <a:latin typeface="Arial Black" panose="020B0A04020102020204" pitchFamily="34" charset="0"/>
                        </a:rPr>
                        <a:t>2</a:t>
                      </a:r>
                      <a:endParaRPr lang="zh-CN" altLang="en-US" dirty="0">
                        <a:solidFill>
                          <a:schemeClr val="tx1"/>
                        </a:solidFill>
                        <a:latin typeface="Arial Black" panose="020B0A04020102020204" pitchFamily="34" charset="0"/>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ctr"/>
                      <a:r>
                        <a:rPr lang="en-US" altLang="zh-CN" dirty="0">
                          <a:solidFill>
                            <a:schemeClr val="tx1"/>
                          </a:solidFill>
                          <a:latin typeface="Arial Black" panose="020B0A04020102020204" pitchFamily="34" charset="0"/>
                        </a:rPr>
                        <a:t>…</a:t>
                      </a:r>
                      <a:endParaRPr lang="zh-CN" altLang="en-US" dirty="0">
                        <a:solidFill>
                          <a:schemeClr val="tx1"/>
                        </a:solidFill>
                        <a:latin typeface="Arial Black" panose="020B0A04020102020204" pitchFamily="34" charset="0"/>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extLst>
                  <a:ext uri="{0D108BD9-81ED-4DB2-BD59-A6C34878D82A}">
                    <a16:rowId xmlns:a16="http://schemas.microsoft.com/office/drawing/2014/main" val="316235763"/>
                  </a:ext>
                </a:extLst>
              </a:tr>
            </a:tbl>
          </a:graphicData>
        </a:graphic>
      </p:graphicFrame>
      <p:sp>
        <p:nvSpPr>
          <p:cNvPr id="18" name="矩形 17">
            <a:extLst>
              <a:ext uri="{FF2B5EF4-FFF2-40B4-BE49-F238E27FC236}">
                <a16:creationId xmlns:a16="http://schemas.microsoft.com/office/drawing/2014/main" id="{6206F5BC-5C25-44EE-AEBA-1000612CE85C}"/>
              </a:ext>
            </a:extLst>
          </p:cNvPr>
          <p:cNvSpPr/>
          <p:nvPr/>
        </p:nvSpPr>
        <p:spPr>
          <a:xfrm>
            <a:off x="2701308" y="3915596"/>
            <a:ext cx="256976" cy="256976"/>
          </a:xfrm>
          <a:prstGeom prst="rect">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mc:AlternateContent xmlns:mc="http://schemas.openxmlformats.org/markup-compatibility/2006" xmlns:a14="http://schemas.microsoft.com/office/drawing/2010/main">
        <mc:Choice Requires="a14">
          <p:sp>
            <p:nvSpPr>
              <p:cNvPr id="19" name="íşlïḍè">
                <a:extLst>
                  <a:ext uri="{FF2B5EF4-FFF2-40B4-BE49-F238E27FC236}">
                    <a16:creationId xmlns:a16="http://schemas.microsoft.com/office/drawing/2014/main" id="{C7D1FD8B-5228-4FDC-B669-D88763018DF4}"/>
                  </a:ext>
                </a:extLst>
              </p:cNvPr>
              <p:cNvSpPr txBox="1"/>
              <p:nvPr/>
            </p:nvSpPr>
            <p:spPr>
              <a:xfrm>
                <a:off x="3018536" y="3861275"/>
                <a:ext cx="8868664" cy="369136"/>
              </a:xfrm>
              <a:prstGeom prst="rect">
                <a:avLst/>
              </a:prstGeom>
              <a:noFill/>
            </p:spPr>
            <p:txBody>
              <a:bodyPr wrap="square" lIns="91440" tIns="45720" rIns="91440" bIns="45720" anchor="ctr">
                <a:noAutofit/>
              </a:bodyPr>
              <a:lstStyle/>
              <a:p>
                <a14:m>
                  <m:oMath xmlns:m="http://schemas.openxmlformats.org/officeDocument/2006/math">
                    <m:sSub>
                      <m:sSubPr>
                        <m:ctrlPr>
                          <a:rPr lang="en-US" altLang="zh-CN" b="1" i="1" smtClean="0">
                            <a:solidFill>
                              <a:schemeClr val="accent4"/>
                            </a:solidFill>
                            <a:latin typeface="Cambria Math" panose="02040503050406030204" pitchFamily="18" charset="0"/>
                            <a:ea typeface="Cambria Math" panose="02040503050406030204" pitchFamily="18" charset="0"/>
                          </a:rPr>
                        </m:ctrlPr>
                      </m:sSubPr>
                      <m:e>
                        <m:r>
                          <a:rPr lang="en-US" altLang="zh-CN" b="1" i="1">
                            <a:solidFill>
                              <a:schemeClr val="accent4"/>
                            </a:solidFill>
                            <a:latin typeface="Cambria Math" panose="02040503050406030204" pitchFamily="18" charset="0"/>
                            <a:ea typeface="Cambria Math" panose="02040503050406030204" pitchFamily="18" charset="0"/>
                          </a:rPr>
                          <m:t>𝑾</m:t>
                        </m:r>
                      </m:e>
                      <m:sub>
                        <m:r>
                          <a:rPr lang="en-US" altLang="zh-CN" b="1" i="1" smtClean="0">
                            <a:solidFill>
                              <a:schemeClr val="accent4"/>
                            </a:solidFill>
                            <a:latin typeface="Cambria Math" panose="02040503050406030204" pitchFamily="18" charset="0"/>
                            <a:ea typeface="Cambria Math" panose="02040503050406030204" pitchFamily="18" charset="0"/>
                          </a:rPr>
                          <m:t>𝑹</m:t>
                        </m:r>
                      </m:sub>
                    </m:sSub>
                  </m:oMath>
                </a14:m>
                <a:r>
                  <a:rPr lang="zh-CN" altLang="en-US" b="1" dirty="0">
                    <a:solidFill>
                      <a:schemeClr val="accent4"/>
                    </a:solidFill>
                  </a:rPr>
                  <a:t>的取值只能是</a:t>
                </a:r>
                <a:r>
                  <a:rPr lang="en-US" altLang="zh-CN" b="1" dirty="0">
                    <a:solidFill>
                      <a:schemeClr val="accent4"/>
                    </a:solidFill>
                  </a:rPr>
                  <a:t>1</a:t>
                </a:r>
                <a:r>
                  <a:rPr lang="zh-CN" altLang="en-US" b="1" dirty="0"/>
                  <a:t>，这一点与停止</a:t>
                </a:r>
                <a:r>
                  <a:rPr lang="en-US" altLang="zh-CN" b="1" dirty="0"/>
                  <a:t>-</a:t>
                </a:r>
                <a:r>
                  <a:rPr lang="zh-CN" altLang="en-US" b="1" dirty="0"/>
                  <a:t>等待协议是相同的。</a:t>
                </a:r>
                <a:endParaRPr lang="en-US" altLang="zh-CN" b="1" dirty="0"/>
              </a:p>
            </p:txBody>
          </p:sp>
        </mc:Choice>
        <mc:Fallback xmlns="">
          <p:sp>
            <p:nvSpPr>
              <p:cNvPr id="19" name="íşlïḍè">
                <a:extLst>
                  <a:ext uri="{FF2B5EF4-FFF2-40B4-BE49-F238E27FC236}">
                    <a16:creationId xmlns:a16="http://schemas.microsoft.com/office/drawing/2014/main" id="{C7D1FD8B-5228-4FDC-B669-D88763018DF4}"/>
                  </a:ext>
                </a:extLst>
              </p:cNvPr>
              <p:cNvSpPr txBox="1">
                <a:spLocks noRot="1" noChangeAspect="1" noMove="1" noResize="1" noEditPoints="1" noAdjustHandles="1" noChangeArrowheads="1" noChangeShapeType="1" noTextEdit="1"/>
              </p:cNvSpPr>
              <p:nvPr/>
            </p:nvSpPr>
            <p:spPr>
              <a:xfrm>
                <a:off x="3018536" y="3861275"/>
                <a:ext cx="8868664" cy="369136"/>
              </a:xfrm>
              <a:prstGeom prst="rect">
                <a:avLst/>
              </a:prstGeom>
              <a:blipFill>
                <a:blip r:embed="rId10"/>
                <a:stretch>
                  <a:fillRect t="-8197" b="-26230"/>
                </a:stretch>
              </a:blipFill>
            </p:spPr>
            <p:txBody>
              <a:bodyPr/>
              <a:lstStyle/>
              <a:p>
                <a:r>
                  <a:rPr lang="zh-CN" altLang="en-US">
                    <a:noFill/>
                  </a:rPr>
                  <a:t> </a:t>
                </a:r>
              </a:p>
            </p:txBody>
          </p:sp>
        </mc:Fallback>
      </mc:AlternateContent>
      <p:grpSp>
        <p:nvGrpSpPr>
          <p:cNvPr id="15" name="组合 14">
            <a:extLst>
              <a:ext uri="{FF2B5EF4-FFF2-40B4-BE49-F238E27FC236}">
                <a16:creationId xmlns:a16="http://schemas.microsoft.com/office/drawing/2014/main" id="{C19C4CC5-C69D-4A3A-8501-3D18B98931D2}"/>
              </a:ext>
            </a:extLst>
          </p:cNvPr>
          <p:cNvGrpSpPr/>
          <p:nvPr/>
        </p:nvGrpSpPr>
        <p:grpSpPr>
          <a:xfrm>
            <a:off x="2302668" y="6009082"/>
            <a:ext cx="3780261" cy="426259"/>
            <a:chOff x="2302668" y="6009082"/>
            <a:chExt cx="3780261" cy="426259"/>
          </a:xfrm>
        </p:grpSpPr>
        <p:cxnSp>
          <p:nvCxnSpPr>
            <p:cNvPr id="11" name="直接连接符 10">
              <a:extLst>
                <a:ext uri="{FF2B5EF4-FFF2-40B4-BE49-F238E27FC236}">
                  <a16:creationId xmlns:a16="http://schemas.microsoft.com/office/drawing/2014/main" id="{9763F1F2-B222-43E3-94D7-7B465AD28918}"/>
                </a:ext>
              </a:extLst>
            </p:cNvPr>
            <p:cNvCxnSpPr>
              <a:cxnSpLocks/>
            </p:cNvCxnSpPr>
            <p:nvPr/>
          </p:nvCxnSpPr>
          <p:spPr>
            <a:xfrm>
              <a:off x="2302668" y="6009082"/>
              <a:ext cx="0" cy="369332"/>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9" name="直接连接符 28">
              <a:extLst>
                <a:ext uri="{FF2B5EF4-FFF2-40B4-BE49-F238E27FC236}">
                  <a16:creationId xmlns:a16="http://schemas.microsoft.com/office/drawing/2014/main" id="{95D18ACA-5994-45F5-BBCA-07A4686B412B}"/>
                </a:ext>
              </a:extLst>
            </p:cNvPr>
            <p:cNvCxnSpPr>
              <a:cxnSpLocks/>
            </p:cNvCxnSpPr>
            <p:nvPr/>
          </p:nvCxnSpPr>
          <p:spPr>
            <a:xfrm>
              <a:off x="6082929" y="6009082"/>
              <a:ext cx="0" cy="369332"/>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4" name="直接箭头连接符 13">
              <a:extLst>
                <a:ext uri="{FF2B5EF4-FFF2-40B4-BE49-F238E27FC236}">
                  <a16:creationId xmlns:a16="http://schemas.microsoft.com/office/drawing/2014/main" id="{CEF17907-E6B7-47D5-A082-A0FB3502CAD8}"/>
                </a:ext>
              </a:extLst>
            </p:cNvPr>
            <p:cNvCxnSpPr/>
            <p:nvPr/>
          </p:nvCxnSpPr>
          <p:spPr>
            <a:xfrm>
              <a:off x="2302668" y="6250675"/>
              <a:ext cx="3780261" cy="0"/>
            </a:xfrm>
            <a:prstGeom prst="straightConnector1">
              <a:avLst/>
            </a:prstGeom>
            <a:ln w="12700">
              <a:solidFill>
                <a:schemeClr val="tx1"/>
              </a:solidFill>
              <a:headEnd type="triangle"/>
              <a:tailEnd type="triangle"/>
            </a:ln>
          </p:spPr>
          <p:style>
            <a:lnRef idx="1">
              <a:schemeClr val="accent1"/>
            </a:lnRef>
            <a:fillRef idx="0">
              <a:schemeClr val="accent1"/>
            </a:fillRef>
            <a:effectRef idx="0">
              <a:schemeClr val="accent1"/>
            </a:effectRef>
            <a:fontRef idx="minor">
              <a:schemeClr val="tx1"/>
            </a:fontRef>
          </p:style>
        </p:cxnSp>
        <p:sp>
          <p:nvSpPr>
            <p:cNvPr id="25" name="íşlïḍè">
              <a:extLst>
                <a:ext uri="{FF2B5EF4-FFF2-40B4-BE49-F238E27FC236}">
                  <a16:creationId xmlns:a16="http://schemas.microsoft.com/office/drawing/2014/main" id="{8EDE62B2-E07F-403B-A15F-958EF6ECD771}"/>
                </a:ext>
              </a:extLst>
            </p:cNvPr>
            <p:cNvSpPr txBox="1"/>
            <p:nvPr/>
          </p:nvSpPr>
          <p:spPr>
            <a:xfrm>
              <a:off x="3000077" y="6066009"/>
              <a:ext cx="2380291" cy="369332"/>
            </a:xfrm>
            <a:prstGeom prst="rect">
              <a:avLst/>
            </a:prstGeom>
            <a:solidFill>
              <a:schemeClr val="bg1"/>
            </a:solidFill>
          </p:spPr>
          <p:txBody>
            <a:bodyPr wrap="square" lIns="91440" tIns="45720" rIns="91440" bIns="45720" anchor="ctr">
              <a:noAutofit/>
            </a:bodyPr>
            <a:lstStyle/>
            <a:p>
              <a:pPr algn="ctr"/>
              <a:r>
                <a:rPr lang="zh-CN" altLang="en-US" b="1" dirty="0"/>
                <a:t>允许发送</a:t>
              </a:r>
              <a:r>
                <a:rPr lang="en-US" altLang="zh-CN" b="1" dirty="0"/>
                <a:t>5</a:t>
              </a:r>
              <a:r>
                <a:rPr lang="zh-CN" altLang="en-US" b="1" dirty="0"/>
                <a:t>个数据分组</a:t>
              </a:r>
              <a:endParaRPr lang="en-US" altLang="zh-CN" b="1" dirty="0"/>
            </a:p>
          </p:txBody>
        </p:sp>
      </p:grpSp>
      <p:grpSp>
        <p:nvGrpSpPr>
          <p:cNvPr id="37" name="组合 36">
            <a:extLst>
              <a:ext uri="{FF2B5EF4-FFF2-40B4-BE49-F238E27FC236}">
                <a16:creationId xmlns:a16="http://schemas.microsoft.com/office/drawing/2014/main" id="{0A0EE3C4-4068-4211-ACE9-730EADA554B4}"/>
              </a:ext>
            </a:extLst>
          </p:cNvPr>
          <p:cNvGrpSpPr/>
          <p:nvPr/>
        </p:nvGrpSpPr>
        <p:grpSpPr>
          <a:xfrm>
            <a:off x="6082929" y="5928148"/>
            <a:ext cx="5287800" cy="511682"/>
            <a:chOff x="6082929" y="5928148"/>
            <a:chExt cx="5287800" cy="511682"/>
          </a:xfrm>
        </p:grpSpPr>
        <p:cxnSp>
          <p:nvCxnSpPr>
            <p:cNvPr id="38" name="直接连接符 37">
              <a:extLst>
                <a:ext uri="{FF2B5EF4-FFF2-40B4-BE49-F238E27FC236}">
                  <a16:creationId xmlns:a16="http://schemas.microsoft.com/office/drawing/2014/main" id="{D51DAC76-C76A-4C05-840F-8D1D1E4602B6}"/>
                </a:ext>
              </a:extLst>
            </p:cNvPr>
            <p:cNvCxnSpPr>
              <a:cxnSpLocks/>
            </p:cNvCxnSpPr>
            <p:nvPr/>
          </p:nvCxnSpPr>
          <p:spPr>
            <a:xfrm>
              <a:off x="6082929" y="6009082"/>
              <a:ext cx="0" cy="369332"/>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1" name="直接连接符 40">
              <a:extLst>
                <a:ext uri="{FF2B5EF4-FFF2-40B4-BE49-F238E27FC236}">
                  <a16:creationId xmlns:a16="http://schemas.microsoft.com/office/drawing/2014/main" id="{CC9B4DFB-0F9F-4F1D-948C-2C34C36B152B}"/>
                </a:ext>
              </a:extLst>
            </p:cNvPr>
            <p:cNvCxnSpPr>
              <a:cxnSpLocks/>
            </p:cNvCxnSpPr>
            <p:nvPr/>
          </p:nvCxnSpPr>
          <p:spPr>
            <a:xfrm>
              <a:off x="11370729" y="5928148"/>
              <a:ext cx="0" cy="450266"/>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2" name="直接箭头连接符 41">
              <a:extLst>
                <a:ext uri="{FF2B5EF4-FFF2-40B4-BE49-F238E27FC236}">
                  <a16:creationId xmlns:a16="http://schemas.microsoft.com/office/drawing/2014/main" id="{43913CB0-825E-4DC5-B141-5EE8BCB71C3F}"/>
                </a:ext>
              </a:extLst>
            </p:cNvPr>
            <p:cNvCxnSpPr>
              <a:cxnSpLocks/>
            </p:cNvCxnSpPr>
            <p:nvPr/>
          </p:nvCxnSpPr>
          <p:spPr>
            <a:xfrm>
              <a:off x="6096000" y="6250675"/>
              <a:ext cx="5274729" cy="0"/>
            </a:xfrm>
            <a:prstGeom prst="straightConnector1">
              <a:avLst/>
            </a:prstGeom>
            <a:ln w="12700">
              <a:solidFill>
                <a:schemeClr val="tx1"/>
              </a:solidFill>
              <a:headEnd type="triangle"/>
              <a:tailEnd type="triangle"/>
            </a:ln>
          </p:spPr>
          <p:style>
            <a:lnRef idx="1">
              <a:schemeClr val="accent1"/>
            </a:lnRef>
            <a:fillRef idx="0">
              <a:schemeClr val="accent1"/>
            </a:fillRef>
            <a:effectRef idx="0">
              <a:schemeClr val="accent1"/>
            </a:effectRef>
            <a:fontRef idx="minor">
              <a:schemeClr val="tx1"/>
            </a:fontRef>
          </p:style>
        </p:cxnSp>
        <p:sp>
          <p:nvSpPr>
            <p:cNvPr id="43" name="íşlïḍè">
              <a:extLst>
                <a:ext uri="{FF2B5EF4-FFF2-40B4-BE49-F238E27FC236}">
                  <a16:creationId xmlns:a16="http://schemas.microsoft.com/office/drawing/2014/main" id="{B4DFCFD6-2E68-4A6B-87CA-73781E5B6CCF}"/>
                </a:ext>
              </a:extLst>
            </p:cNvPr>
            <p:cNvSpPr txBox="1"/>
            <p:nvPr/>
          </p:nvSpPr>
          <p:spPr>
            <a:xfrm>
              <a:off x="7328692" y="6070498"/>
              <a:ext cx="2722882" cy="369332"/>
            </a:xfrm>
            <a:prstGeom prst="rect">
              <a:avLst/>
            </a:prstGeom>
            <a:solidFill>
              <a:schemeClr val="bg1"/>
            </a:solidFill>
          </p:spPr>
          <p:txBody>
            <a:bodyPr wrap="square" lIns="91440" tIns="45720" rIns="91440" bIns="45720" anchor="ctr">
              <a:noAutofit/>
            </a:bodyPr>
            <a:lstStyle/>
            <a:p>
              <a:pPr algn="ctr"/>
              <a:r>
                <a:rPr lang="zh-CN" altLang="en-US" b="1" dirty="0"/>
                <a:t>不允许发送这些数据分组</a:t>
              </a:r>
              <a:endParaRPr lang="en-US" altLang="zh-CN" b="1" dirty="0"/>
            </a:p>
          </p:txBody>
        </p:sp>
      </p:grpSp>
      <p:grpSp>
        <p:nvGrpSpPr>
          <p:cNvPr id="22" name="组合 21">
            <a:extLst>
              <a:ext uri="{FF2B5EF4-FFF2-40B4-BE49-F238E27FC236}">
                <a16:creationId xmlns:a16="http://schemas.microsoft.com/office/drawing/2014/main" id="{D44FEE51-5DCB-4DA2-A6CA-B2F6BEE56866}"/>
              </a:ext>
            </a:extLst>
          </p:cNvPr>
          <p:cNvGrpSpPr/>
          <p:nvPr/>
        </p:nvGrpSpPr>
        <p:grpSpPr>
          <a:xfrm>
            <a:off x="2075367" y="2276777"/>
            <a:ext cx="1187523" cy="732105"/>
            <a:chOff x="2075367" y="2276777"/>
            <a:chExt cx="1187523" cy="732105"/>
          </a:xfrm>
        </p:grpSpPr>
        <p:cxnSp>
          <p:nvCxnSpPr>
            <p:cNvPr id="45" name="直接连接符 44">
              <a:extLst>
                <a:ext uri="{FF2B5EF4-FFF2-40B4-BE49-F238E27FC236}">
                  <a16:creationId xmlns:a16="http://schemas.microsoft.com/office/drawing/2014/main" id="{675C4212-5A74-433D-A284-62476E720334}"/>
                </a:ext>
              </a:extLst>
            </p:cNvPr>
            <p:cNvCxnSpPr>
              <a:cxnSpLocks/>
            </p:cNvCxnSpPr>
            <p:nvPr/>
          </p:nvCxnSpPr>
          <p:spPr>
            <a:xfrm>
              <a:off x="2302668" y="2276777"/>
              <a:ext cx="0" cy="369332"/>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6" name="直接连接符 45">
              <a:extLst>
                <a:ext uri="{FF2B5EF4-FFF2-40B4-BE49-F238E27FC236}">
                  <a16:creationId xmlns:a16="http://schemas.microsoft.com/office/drawing/2014/main" id="{5C8CB2DC-2D41-4C63-B78F-6248B4382AE9}"/>
                </a:ext>
              </a:extLst>
            </p:cNvPr>
            <p:cNvCxnSpPr>
              <a:cxnSpLocks/>
            </p:cNvCxnSpPr>
            <p:nvPr/>
          </p:nvCxnSpPr>
          <p:spPr>
            <a:xfrm>
              <a:off x="3055899" y="2276777"/>
              <a:ext cx="0" cy="369332"/>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7" name="直接箭头连接符 46">
              <a:extLst>
                <a:ext uri="{FF2B5EF4-FFF2-40B4-BE49-F238E27FC236}">
                  <a16:creationId xmlns:a16="http://schemas.microsoft.com/office/drawing/2014/main" id="{B2E6785E-4041-4459-9769-A55C1B2C0B5C}"/>
                </a:ext>
              </a:extLst>
            </p:cNvPr>
            <p:cNvCxnSpPr>
              <a:cxnSpLocks/>
            </p:cNvCxnSpPr>
            <p:nvPr/>
          </p:nvCxnSpPr>
          <p:spPr>
            <a:xfrm>
              <a:off x="2309161" y="2485477"/>
              <a:ext cx="746738" cy="0"/>
            </a:xfrm>
            <a:prstGeom prst="straightConnector1">
              <a:avLst/>
            </a:prstGeom>
            <a:ln w="12700">
              <a:solidFill>
                <a:schemeClr val="tx1"/>
              </a:solidFill>
              <a:headEnd type="triangle"/>
              <a:tailEnd type="triangle"/>
            </a:ln>
          </p:spPr>
          <p:style>
            <a:lnRef idx="1">
              <a:schemeClr val="accent1"/>
            </a:lnRef>
            <a:fillRef idx="0">
              <a:schemeClr val="accent1"/>
            </a:fillRef>
            <a:effectRef idx="0">
              <a:schemeClr val="accent1"/>
            </a:effectRef>
            <a:fontRef idx="minor">
              <a:schemeClr val="tx1"/>
            </a:fontRef>
          </p:style>
        </p:cxnSp>
        <p:sp>
          <p:nvSpPr>
            <p:cNvPr id="48" name="íşlïḍè">
              <a:extLst>
                <a:ext uri="{FF2B5EF4-FFF2-40B4-BE49-F238E27FC236}">
                  <a16:creationId xmlns:a16="http://schemas.microsoft.com/office/drawing/2014/main" id="{349F82BE-9562-4496-A8F0-C053977EA14A}"/>
                </a:ext>
              </a:extLst>
            </p:cNvPr>
            <p:cNvSpPr txBox="1"/>
            <p:nvPr/>
          </p:nvSpPr>
          <p:spPr>
            <a:xfrm>
              <a:off x="2075367" y="2647974"/>
              <a:ext cx="1187523" cy="360908"/>
            </a:xfrm>
            <a:prstGeom prst="rect">
              <a:avLst/>
            </a:prstGeom>
            <a:noFill/>
          </p:spPr>
          <p:txBody>
            <a:bodyPr wrap="square" lIns="91440" tIns="45720" rIns="91440" bIns="45720" anchor="ctr">
              <a:noAutofit/>
            </a:bodyPr>
            <a:lstStyle/>
            <a:p>
              <a:pPr algn="ctr"/>
              <a:r>
                <a:rPr lang="zh-CN" altLang="en-US" b="1" dirty="0"/>
                <a:t>准备接收</a:t>
              </a:r>
              <a:endParaRPr lang="en-US" altLang="zh-CN" b="1" dirty="0"/>
            </a:p>
          </p:txBody>
        </p:sp>
      </p:grpSp>
      <p:grpSp>
        <p:nvGrpSpPr>
          <p:cNvPr id="16" name="组合 15">
            <a:extLst>
              <a:ext uri="{FF2B5EF4-FFF2-40B4-BE49-F238E27FC236}">
                <a16:creationId xmlns:a16="http://schemas.microsoft.com/office/drawing/2014/main" id="{E617B4E7-E9DD-4A7C-8548-AC2C2EC4A0DD}"/>
              </a:ext>
            </a:extLst>
          </p:cNvPr>
          <p:cNvGrpSpPr/>
          <p:nvPr/>
        </p:nvGrpSpPr>
        <p:grpSpPr>
          <a:xfrm>
            <a:off x="3055690" y="2153017"/>
            <a:ext cx="8321617" cy="519404"/>
            <a:chOff x="3055690" y="2153017"/>
            <a:chExt cx="8321617" cy="519404"/>
          </a:xfrm>
        </p:grpSpPr>
        <p:cxnSp>
          <p:nvCxnSpPr>
            <p:cNvPr id="54" name="直接连接符 53">
              <a:extLst>
                <a:ext uri="{FF2B5EF4-FFF2-40B4-BE49-F238E27FC236}">
                  <a16:creationId xmlns:a16="http://schemas.microsoft.com/office/drawing/2014/main" id="{EE8AE418-F24A-4241-8567-E4D89E834499}"/>
                </a:ext>
              </a:extLst>
            </p:cNvPr>
            <p:cNvCxnSpPr>
              <a:cxnSpLocks/>
            </p:cNvCxnSpPr>
            <p:nvPr/>
          </p:nvCxnSpPr>
          <p:spPr>
            <a:xfrm>
              <a:off x="3055690" y="2273672"/>
              <a:ext cx="0" cy="369332"/>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5" name="直接连接符 54">
              <a:extLst>
                <a:ext uri="{FF2B5EF4-FFF2-40B4-BE49-F238E27FC236}">
                  <a16:creationId xmlns:a16="http://schemas.microsoft.com/office/drawing/2014/main" id="{4CB20186-C494-4375-BBA4-3DB0CB0BF35F}"/>
                </a:ext>
              </a:extLst>
            </p:cNvPr>
            <p:cNvCxnSpPr>
              <a:cxnSpLocks/>
            </p:cNvCxnSpPr>
            <p:nvPr/>
          </p:nvCxnSpPr>
          <p:spPr>
            <a:xfrm>
              <a:off x="11377307" y="2153017"/>
              <a:ext cx="0" cy="450266"/>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6" name="直接箭头连接符 55">
              <a:extLst>
                <a:ext uri="{FF2B5EF4-FFF2-40B4-BE49-F238E27FC236}">
                  <a16:creationId xmlns:a16="http://schemas.microsoft.com/office/drawing/2014/main" id="{730E4BEA-C24D-4B29-9B7C-AC6566624587}"/>
                </a:ext>
              </a:extLst>
            </p:cNvPr>
            <p:cNvCxnSpPr>
              <a:cxnSpLocks/>
            </p:cNvCxnSpPr>
            <p:nvPr/>
          </p:nvCxnSpPr>
          <p:spPr>
            <a:xfrm>
              <a:off x="3055690" y="2486711"/>
              <a:ext cx="8315039" cy="0"/>
            </a:xfrm>
            <a:prstGeom prst="straightConnector1">
              <a:avLst/>
            </a:prstGeom>
            <a:ln w="12700">
              <a:solidFill>
                <a:schemeClr val="tx1"/>
              </a:solidFill>
              <a:headEnd type="triangle"/>
              <a:tailEnd type="triangle"/>
            </a:ln>
          </p:spPr>
          <p:style>
            <a:lnRef idx="1">
              <a:schemeClr val="accent1"/>
            </a:lnRef>
            <a:fillRef idx="0">
              <a:schemeClr val="accent1"/>
            </a:fillRef>
            <a:effectRef idx="0">
              <a:schemeClr val="accent1"/>
            </a:effectRef>
            <a:fontRef idx="minor">
              <a:schemeClr val="tx1"/>
            </a:fontRef>
          </p:style>
        </p:cxnSp>
        <p:sp>
          <p:nvSpPr>
            <p:cNvPr id="58" name="íşlïḍè">
              <a:extLst>
                <a:ext uri="{FF2B5EF4-FFF2-40B4-BE49-F238E27FC236}">
                  <a16:creationId xmlns:a16="http://schemas.microsoft.com/office/drawing/2014/main" id="{08A08AF2-F933-4AEE-835C-C3E3B5284DBC}"/>
                </a:ext>
              </a:extLst>
            </p:cNvPr>
            <p:cNvSpPr txBox="1"/>
            <p:nvPr/>
          </p:nvSpPr>
          <p:spPr>
            <a:xfrm>
              <a:off x="5742127" y="2303089"/>
              <a:ext cx="2722882" cy="369332"/>
            </a:xfrm>
            <a:prstGeom prst="rect">
              <a:avLst/>
            </a:prstGeom>
            <a:solidFill>
              <a:schemeClr val="bg1"/>
            </a:solidFill>
          </p:spPr>
          <p:txBody>
            <a:bodyPr wrap="square" lIns="91440" tIns="45720" rIns="91440" bIns="45720" anchor="ctr">
              <a:noAutofit/>
            </a:bodyPr>
            <a:lstStyle/>
            <a:p>
              <a:pPr algn="ctr"/>
              <a:r>
                <a:rPr lang="zh-CN" altLang="en-US" b="1" dirty="0"/>
                <a:t>不允许接收这些数据分组</a:t>
              </a:r>
              <a:endParaRPr lang="en-US" altLang="zh-CN" b="1" dirty="0"/>
            </a:p>
          </p:txBody>
        </p:sp>
      </p:grpSp>
      <p:sp>
        <p:nvSpPr>
          <p:cNvPr id="49" name="平行四边形 48">
            <a:extLst>
              <a:ext uri="{FF2B5EF4-FFF2-40B4-BE49-F238E27FC236}">
                <a16:creationId xmlns:a16="http://schemas.microsoft.com/office/drawing/2014/main" id="{0F58270B-7D32-E686-BB2E-D72D3E2AB3D7}"/>
              </a:ext>
            </a:extLst>
          </p:cNvPr>
          <p:cNvSpPr/>
          <p:nvPr/>
        </p:nvSpPr>
        <p:spPr>
          <a:xfrm>
            <a:off x="304799" y="749300"/>
            <a:ext cx="695119" cy="387090"/>
          </a:xfrm>
          <a:prstGeom prst="parallelogram">
            <a:avLst/>
          </a:prstGeom>
          <a:solidFill>
            <a:schemeClr val="accent3">
              <a:lumMod val="75000"/>
            </a:schemeClr>
          </a:solidFill>
          <a:ln>
            <a:solidFill>
              <a:schemeClr val="accent3">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CN" sz="2200" dirty="0">
                <a:latin typeface="Impact" panose="020B0806030902050204" pitchFamily="34" charset="0"/>
              </a:rPr>
              <a:t>04</a:t>
            </a:r>
            <a:endParaRPr lang="zh-CN" altLang="en-US" sz="2200" dirty="0">
              <a:latin typeface="Impact" panose="020B0806030902050204" pitchFamily="34" charset="0"/>
            </a:endParaRPr>
          </a:p>
        </p:txBody>
      </p:sp>
    </p:spTree>
    <p:custDataLst>
      <p:tags r:id="rId1"/>
    </p:custDataLst>
    <p:extLst>
      <p:ext uri="{BB962C8B-B14F-4D97-AF65-F5344CB8AC3E}">
        <p14:creationId xmlns:p14="http://schemas.microsoft.com/office/powerpoint/2010/main" val="1914910632"/>
      </p:ext>
    </p:extLst>
  </p:cSld>
  <p:clrMapOvr>
    <a:masterClrMapping/>
  </p:clrMapOvr>
  <mc:AlternateContent xmlns:mc="http://schemas.openxmlformats.org/markup-compatibility/2006" xmlns:p14="http://schemas.microsoft.com/office/powerpoint/2010/main">
    <mc:Choice Requires="p14">
      <p:transition p14:dur="10"/>
    </mc:Choice>
    <mc:Fallback xmlns="">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49" presetClass="entr" presetSubtype="0" decel="100000" fill="hold" grpId="0" nodeType="withEffect">
                                  <p:stCondLst>
                                    <p:cond delay="0"/>
                                  </p:stCondLst>
                                  <p:childTnLst>
                                    <p:set>
                                      <p:cBhvr>
                                        <p:cTn id="6" dur="1" fill="hold">
                                          <p:stCondLst>
                                            <p:cond delay="0"/>
                                          </p:stCondLst>
                                        </p:cTn>
                                        <p:tgtEl>
                                          <p:spTgt spid="65"/>
                                        </p:tgtEl>
                                        <p:attrNameLst>
                                          <p:attrName>style.visibility</p:attrName>
                                        </p:attrNameLst>
                                      </p:cBhvr>
                                      <p:to>
                                        <p:strVal val="visible"/>
                                      </p:to>
                                    </p:set>
                                    <p:anim calcmode="lin" valueType="num">
                                      <p:cBhvr>
                                        <p:cTn id="7" dur="500" fill="hold"/>
                                        <p:tgtEl>
                                          <p:spTgt spid="65"/>
                                        </p:tgtEl>
                                        <p:attrNameLst>
                                          <p:attrName>ppt_w</p:attrName>
                                        </p:attrNameLst>
                                      </p:cBhvr>
                                      <p:tavLst>
                                        <p:tav tm="0">
                                          <p:val>
                                            <p:fltVal val="0"/>
                                          </p:val>
                                        </p:tav>
                                        <p:tav tm="100000">
                                          <p:val>
                                            <p:strVal val="#ppt_w"/>
                                          </p:val>
                                        </p:tav>
                                      </p:tavLst>
                                    </p:anim>
                                    <p:anim calcmode="lin" valueType="num">
                                      <p:cBhvr>
                                        <p:cTn id="8" dur="500" fill="hold"/>
                                        <p:tgtEl>
                                          <p:spTgt spid="65"/>
                                        </p:tgtEl>
                                        <p:attrNameLst>
                                          <p:attrName>ppt_h</p:attrName>
                                        </p:attrNameLst>
                                      </p:cBhvr>
                                      <p:tavLst>
                                        <p:tav tm="0">
                                          <p:val>
                                            <p:fltVal val="0"/>
                                          </p:val>
                                        </p:tav>
                                        <p:tav tm="100000">
                                          <p:val>
                                            <p:strVal val="#ppt_h"/>
                                          </p:val>
                                        </p:tav>
                                      </p:tavLst>
                                    </p:anim>
                                    <p:anim calcmode="lin" valueType="num">
                                      <p:cBhvr>
                                        <p:cTn id="9" dur="500" fill="hold"/>
                                        <p:tgtEl>
                                          <p:spTgt spid="65"/>
                                        </p:tgtEl>
                                        <p:attrNameLst>
                                          <p:attrName>style.rotation</p:attrName>
                                        </p:attrNameLst>
                                      </p:cBhvr>
                                      <p:tavLst>
                                        <p:tav tm="0">
                                          <p:val>
                                            <p:fltVal val="360"/>
                                          </p:val>
                                        </p:tav>
                                        <p:tav tm="100000">
                                          <p:val>
                                            <p:fltVal val="0"/>
                                          </p:val>
                                        </p:tav>
                                      </p:tavLst>
                                    </p:anim>
                                    <p:animEffect transition="in" filter="fade">
                                      <p:cBhvr>
                                        <p:cTn id="10" dur="500"/>
                                        <p:tgtEl>
                                          <p:spTgt spid="65"/>
                                        </p:tgtEl>
                                      </p:cBhvr>
                                    </p:animEffect>
                                  </p:childTnLst>
                                </p:cTn>
                              </p:par>
                            </p:childTnLst>
                          </p:cTn>
                        </p:par>
                        <p:par>
                          <p:cTn id="11" fill="hold">
                            <p:stCondLst>
                              <p:cond delay="500"/>
                            </p:stCondLst>
                            <p:childTnLst>
                              <p:par>
                                <p:cTn id="12" presetID="1" presetClass="entr" presetSubtype="0" fill="hold" grpId="0" nodeType="afterEffect">
                                  <p:stCondLst>
                                    <p:cond delay="0"/>
                                  </p:stCondLst>
                                  <p:iterate type="lt">
                                    <p:tmAbs val="100"/>
                                  </p:iterate>
                                  <p:childTnLst>
                                    <p:set>
                                      <p:cBhvr>
                                        <p:cTn id="13" dur="1" fill="hold">
                                          <p:stCondLst>
                                            <p:cond delay="0"/>
                                          </p:stCondLst>
                                        </p:cTn>
                                        <p:tgtEl>
                                          <p:spTgt spid="66"/>
                                        </p:tgtEl>
                                        <p:attrNameLst>
                                          <p:attrName>style.visibility</p:attrName>
                                        </p:attrNameLst>
                                      </p:cBhvr>
                                      <p:to>
                                        <p:strVal val="visible"/>
                                      </p:to>
                                    </p:set>
                                  </p:childTnLst>
                                </p:cTn>
                              </p:par>
                            </p:childTnLst>
                          </p:cTn>
                        </p:par>
                      </p:childTnLst>
                    </p:cTn>
                  </p:par>
                  <p:par>
                    <p:cTn id="14" fill="hold">
                      <p:stCondLst>
                        <p:cond delay="indefinite"/>
                      </p:stCondLst>
                      <p:childTnLst>
                        <p:par>
                          <p:cTn id="15" fill="hold">
                            <p:stCondLst>
                              <p:cond delay="0"/>
                            </p:stCondLst>
                            <p:childTnLst>
                              <p:par>
                                <p:cTn id="16" presetID="49" presetClass="entr" presetSubtype="0" decel="100000" fill="hold" grpId="0" nodeType="clickEffect">
                                  <p:stCondLst>
                                    <p:cond delay="0"/>
                                  </p:stCondLst>
                                  <p:childTnLst>
                                    <p:set>
                                      <p:cBhvr>
                                        <p:cTn id="17" dur="1" fill="hold">
                                          <p:stCondLst>
                                            <p:cond delay="0"/>
                                          </p:stCondLst>
                                        </p:cTn>
                                        <p:tgtEl>
                                          <p:spTgt spid="18"/>
                                        </p:tgtEl>
                                        <p:attrNameLst>
                                          <p:attrName>style.visibility</p:attrName>
                                        </p:attrNameLst>
                                      </p:cBhvr>
                                      <p:to>
                                        <p:strVal val="visible"/>
                                      </p:to>
                                    </p:set>
                                    <p:anim calcmode="lin" valueType="num">
                                      <p:cBhvr>
                                        <p:cTn id="18" dur="500" fill="hold"/>
                                        <p:tgtEl>
                                          <p:spTgt spid="18"/>
                                        </p:tgtEl>
                                        <p:attrNameLst>
                                          <p:attrName>ppt_w</p:attrName>
                                        </p:attrNameLst>
                                      </p:cBhvr>
                                      <p:tavLst>
                                        <p:tav tm="0">
                                          <p:val>
                                            <p:fltVal val="0"/>
                                          </p:val>
                                        </p:tav>
                                        <p:tav tm="100000">
                                          <p:val>
                                            <p:strVal val="#ppt_w"/>
                                          </p:val>
                                        </p:tav>
                                      </p:tavLst>
                                    </p:anim>
                                    <p:anim calcmode="lin" valueType="num">
                                      <p:cBhvr>
                                        <p:cTn id="19" dur="500" fill="hold"/>
                                        <p:tgtEl>
                                          <p:spTgt spid="18"/>
                                        </p:tgtEl>
                                        <p:attrNameLst>
                                          <p:attrName>ppt_h</p:attrName>
                                        </p:attrNameLst>
                                      </p:cBhvr>
                                      <p:tavLst>
                                        <p:tav tm="0">
                                          <p:val>
                                            <p:fltVal val="0"/>
                                          </p:val>
                                        </p:tav>
                                        <p:tav tm="100000">
                                          <p:val>
                                            <p:strVal val="#ppt_h"/>
                                          </p:val>
                                        </p:tav>
                                      </p:tavLst>
                                    </p:anim>
                                    <p:anim calcmode="lin" valueType="num">
                                      <p:cBhvr>
                                        <p:cTn id="20" dur="500" fill="hold"/>
                                        <p:tgtEl>
                                          <p:spTgt spid="18"/>
                                        </p:tgtEl>
                                        <p:attrNameLst>
                                          <p:attrName>style.rotation</p:attrName>
                                        </p:attrNameLst>
                                      </p:cBhvr>
                                      <p:tavLst>
                                        <p:tav tm="0">
                                          <p:val>
                                            <p:fltVal val="360"/>
                                          </p:val>
                                        </p:tav>
                                        <p:tav tm="100000">
                                          <p:val>
                                            <p:fltVal val="0"/>
                                          </p:val>
                                        </p:tav>
                                      </p:tavLst>
                                    </p:anim>
                                    <p:animEffect transition="in" filter="fade">
                                      <p:cBhvr>
                                        <p:cTn id="21" dur="500"/>
                                        <p:tgtEl>
                                          <p:spTgt spid="18"/>
                                        </p:tgtEl>
                                      </p:cBhvr>
                                    </p:animEffect>
                                  </p:childTnLst>
                                </p:cTn>
                              </p:par>
                            </p:childTnLst>
                          </p:cTn>
                        </p:par>
                        <p:par>
                          <p:cTn id="22" fill="hold">
                            <p:stCondLst>
                              <p:cond delay="500"/>
                            </p:stCondLst>
                            <p:childTnLst>
                              <p:par>
                                <p:cTn id="23" presetID="1" presetClass="entr" presetSubtype="0" fill="hold" grpId="0" nodeType="afterEffect">
                                  <p:stCondLst>
                                    <p:cond delay="0"/>
                                  </p:stCondLst>
                                  <p:iterate type="lt">
                                    <p:tmAbs val="100"/>
                                  </p:iterate>
                                  <p:childTnLst>
                                    <p:set>
                                      <p:cBhvr>
                                        <p:cTn id="24" dur="1" fill="hold">
                                          <p:stCondLst>
                                            <p:cond delay="0"/>
                                          </p:stCondLst>
                                        </p:cTn>
                                        <p:tgtEl>
                                          <p:spTgt spid="19"/>
                                        </p:tgtEl>
                                        <p:attrNameLst>
                                          <p:attrName>style.visibility</p:attrName>
                                        </p:attrNameLst>
                                      </p:cBhvr>
                                      <p:to>
                                        <p:strVal val="visible"/>
                                      </p:to>
                                    </p:set>
                                  </p:childTnLst>
                                </p:cTn>
                              </p:par>
                            </p:childTnLst>
                          </p:cTn>
                        </p:par>
                      </p:childTnLst>
                    </p:cTn>
                  </p:par>
                  <p:par>
                    <p:cTn id="25" fill="hold">
                      <p:stCondLst>
                        <p:cond delay="indefinite"/>
                      </p:stCondLst>
                      <p:childTnLst>
                        <p:par>
                          <p:cTn id="26" fill="hold">
                            <p:stCondLst>
                              <p:cond delay="0"/>
                            </p:stCondLst>
                            <p:childTnLst>
                              <p:par>
                                <p:cTn id="27" presetID="42" presetClass="entr" presetSubtype="0" fill="hold" nodeType="clickEffect">
                                  <p:stCondLst>
                                    <p:cond delay="0"/>
                                  </p:stCondLst>
                                  <p:childTnLst>
                                    <p:set>
                                      <p:cBhvr>
                                        <p:cTn id="28" dur="1" fill="hold">
                                          <p:stCondLst>
                                            <p:cond delay="0"/>
                                          </p:stCondLst>
                                        </p:cTn>
                                        <p:tgtEl>
                                          <p:spTgt spid="6"/>
                                        </p:tgtEl>
                                        <p:attrNameLst>
                                          <p:attrName>style.visibility</p:attrName>
                                        </p:attrNameLst>
                                      </p:cBhvr>
                                      <p:to>
                                        <p:strVal val="visible"/>
                                      </p:to>
                                    </p:set>
                                    <p:animEffect transition="in" filter="fade">
                                      <p:cBhvr>
                                        <p:cTn id="29" dur="1000"/>
                                        <p:tgtEl>
                                          <p:spTgt spid="6"/>
                                        </p:tgtEl>
                                      </p:cBhvr>
                                    </p:animEffect>
                                    <p:anim calcmode="lin" valueType="num">
                                      <p:cBhvr>
                                        <p:cTn id="30" dur="1000" fill="hold"/>
                                        <p:tgtEl>
                                          <p:spTgt spid="6"/>
                                        </p:tgtEl>
                                        <p:attrNameLst>
                                          <p:attrName>ppt_x</p:attrName>
                                        </p:attrNameLst>
                                      </p:cBhvr>
                                      <p:tavLst>
                                        <p:tav tm="0">
                                          <p:val>
                                            <p:strVal val="#ppt_x"/>
                                          </p:val>
                                        </p:tav>
                                        <p:tav tm="100000">
                                          <p:val>
                                            <p:strVal val="#ppt_x"/>
                                          </p:val>
                                        </p:tav>
                                      </p:tavLst>
                                    </p:anim>
                                    <p:anim calcmode="lin" valueType="num">
                                      <p:cBhvr>
                                        <p:cTn id="31" dur="1000" fill="hold"/>
                                        <p:tgtEl>
                                          <p:spTgt spid="6"/>
                                        </p:tgtEl>
                                        <p:attrNameLst>
                                          <p:attrName>ppt_y</p:attrName>
                                        </p:attrNameLst>
                                      </p:cBhvr>
                                      <p:tavLst>
                                        <p:tav tm="0">
                                          <p:val>
                                            <p:strVal val="#ppt_y+.1"/>
                                          </p:val>
                                        </p:tav>
                                        <p:tav tm="100000">
                                          <p:val>
                                            <p:strVal val="#ppt_y"/>
                                          </p:val>
                                        </p:tav>
                                      </p:tavLst>
                                    </p:anim>
                                  </p:childTnLst>
                                </p:cTn>
                              </p:par>
                            </p:childTnLst>
                          </p:cTn>
                        </p:par>
                      </p:childTnLst>
                    </p:cTn>
                  </p:par>
                  <p:par>
                    <p:cTn id="32" fill="hold">
                      <p:stCondLst>
                        <p:cond delay="indefinite"/>
                      </p:stCondLst>
                      <p:childTnLst>
                        <p:par>
                          <p:cTn id="33" fill="hold">
                            <p:stCondLst>
                              <p:cond delay="0"/>
                            </p:stCondLst>
                            <p:childTnLst>
                              <p:par>
                                <p:cTn id="34" presetID="12" presetClass="entr" presetSubtype="4" fill="hold" nodeType="clickEffect">
                                  <p:stCondLst>
                                    <p:cond delay="0"/>
                                  </p:stCondLst>
                                  <p:childTnLst>
                                    <p:set>
                                      <p:cBhvr>
                                        <p:cTn id="35" dur="1" fill="hold">
                                          <p:stCondLst>
                                            <p:cond delay="0"/>
                                          </p:stCondLst>
                                        </p:cTn>
                                        <p:tgtEl>
                                          <p:spTgt spid="22"/>
                                        </p:tgtEl>
                                        <p:attrNameLst>
                                          <p:attrName>style.visibility</p:attrName>
                                        </p:attrNameLst>
                                      </p:cBhvr>
                                      <p:to>
                                        <p:strVal val="visible"/>
                                      </p:to>
                                    </p:set>
                                    <p:anim calcmode="lin" valueType="num">
                                      <p:cBhvr additive="base">
                                        <p:cTn id="36" dur="500"/>
                                        <p:tgtEl>
                                          <p:spTgt spid="22"/>
                                        </p:tgtEl>
                                        <p:attrNameLst>
                                          <p:attrName>ppt_y</p:attrName>
                                        </p:attrNameLst>
                                      </p:cBhvr>
                                      <p:tavLst>
                                        <p:tav tm="0">
                                          <p:val>
                                            <p:strVal val="#ppt_y+#ppt_h*1.125000"/>
                                          </p:val>
                                        </p:tav>
                                        <p:tav tm="100000">
                                          <p:val>
                                            <p:strVal val="#ppt_y"/>
                                          </p:val>
                                        </p:tav>
                                      </p:tavLst>
                                    </p:anim>
                                    <p:animEffect transition="in" filter="wipe(up)">
                                      <p:cBhvr>
                                        <p:cTn id="37" dur="500"/>
                                        <p:tgtEl>
                                          <p:spTgt spid="22"/>
                                        </p:tgtEl>
                                      </p:cBhvr>
                                    </p:animEffect>
                                  </p:childTnLst>
                                </p:cTn>
                              </p:par>
                            </p:childTnLst>
                          </p:cTn>
                        </p:par>
                      </p:childTnLst>
                    </p:cTn>
                  </p:par>
                  <p:par>
                    <p:cTn id="38" fill="hold">
                      <p:stCondLst>
                        <p:cond delay="indefinite"/>
                      </p:stCondLst>
                      <p:childTnLst>
                        <p:par>
                          <p:cTn id="39" fill="hold">
                            <p:stCondLst>
                              <p:cond delay="0"/>
                            </p:stCondLst>
                            <p:childTnLst>
                              <p:par>
                                <p:cTn id="40" presetID="12" presetClass="entr" presetSubtype="4" fill="hold" nodeType="clickEffect">
                                  <p:stCondLst>
                                    <p:cond delay="0"/>
                                  </p:stCondLst>
                                  <p:childTnLst>
                                    <p:set>
                                      <p:cBhvr>
                                        <p:cTn id="41" dur="1" fill="hold">
                                          <p:stCondLst>
                                            <p:cond delay="0"/>
                                          </p:stCondLst>
                                        </p:cTn>
                                        <p:tgtEl>
                                          <p:spTgt spid="16"/>
                                        </p:tgtEl>
                                        <p:attrNameLst>
                                          <p:attrName>style.visibility</p:attrName>
                                        </p:attrNameLst>
                                      </p:cBhvr>
                                      <p:to>
                                        <p:strVal val="visible"/>
                                      </p:to>
                                    </p:set>
                                    <p:anim calcmode="lin" valueType="num">
                                      <p:cBhvr additive="base">
                                        <p:cTn id="42" dur="500"/>
                                        <p:tgtEl>
                                          <p:spTgt spid="16"/>
                                        </p:tgtEl>
                                        <p:attrNameLst>
                                          <p:attrName>ppt_y</p:attrName>
                                        </p:attrNameLst>
                                      </p:cBhvr>
                                      <p:tavLst>
                                        <p:tav tm="0">
                                          <p:val>
                                            <p:strVal val="#ppt_y+#ppt_h*1.125000"/>
                                          </p:val>
                                        </p:tav>
                                        <p:tav tm="100000">
                                          <p:val>
                                            <p:strVal val="#ppt_y"/>
                                          </p:val>
                                        </p:tav>
                                      </p:tavLst>
                                    </p:anim>
                                    <p:animEffect transition="in" filter="wipe(up)">
                                      <p:cBhvr>
                                        <p:cTn id="43" dur="500"/>
                                        <p:tgtEl>
                                          <p:spTgt spid="16"/>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65" grpId="0" animBg="1"/>
      <p:bldP spid="66" grpId="0"/>
      <p:bldP spid="18" grpId="0" animBg="1"/>
      <p:bldP spid="19" grpId="0"/>
    </p:bldLst>
  </p:timing>
</p:sld>
</file>

<file path=ppt/slides/slide14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6" name="组合 5">
            <a:extLst>
              <a:ext uri="{FF2B5EF4-FFF2-40B4-BE49-F238E27FC236}">
                <a16:creationId xmlns:a16="http://schemas.microsoft.com/office/drawing/2014/main" id="{35D57BA3-C33A-4413-B558-3B4EE4F3080F}"/>
              </a:ext>
            </a:extLst>
          </p:cNvPr>
          <p:cNvGrpSpPr/>
          <p:nvPr/>
        </p:nvGrpSpPr>
        <p:grpSpPr>
          <a:xfrm>
            <a:off x="2146413" y="1363110"/>
            <a:ext cx="1067217" cy="917885"/>
            <a:chOff x="2146413" y="1363110"/>
            <a:chExt cx="1067217" cy="917885"/>
          </a:xfrm>
        </p:grpSpPr>
        <p:sp>
          <p:nvSpPr>
            <p:cNvPr id="34" name="矩形 33">
              <a:extLst>
                <a:ext uri="{FF2B5EF4-FFF2-40B4-BE49-F238E27FC236}">
                  <a16:creationId xmlns:a16="http://schemas.microsoft.com/office/drawing/2014/main" id="{C0C70259-4145-42A4-A97E-2108291E4ADC}"/>
                </a:ext>
              </a:extLst>
            </p:cNvPr>
            <p:cNvSpPr/>
            <p:nvPr/>
          </p:nvSpPr>
          <p:spPr>
            <a:xfrm>
              <a:off x="2300222" y="1739531"/>
              <a:ext cx="759600" cy="541464"/>
            </a:xfrm>
            <a:prstGeom prst="rect">
              <a:avLst/>
            </a:prstGeom>
            <a:solidFill>
              <a:schemeClr val="accent4"/>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mc:AlternateContent xmlns:mc="http://schemas.openxmlformats.org/markup-compatibility/2006" xmlns:a14="http://schemas.microsoft.com/office/drawing/2010/main">
          <mc:Choice Requires="a14">
            <p:sp>
              <p:nvSpPr>
                <p:cNvPr id="35" name="文本框 34">
                  <a:extLst>
                    <a:ext uri="{FF2B5EF4-FFF2-40B4-BE49-F238E27FC236}">
                      <a16:creationId xmlns:a16="http://schemas.microsoft.com/office/drawing/2014/main" id="{EE98B7EB-F32B-4A4F-9072-DF021D7DCAD9}"/>
                    </a:ext>
                  </a:extLst>
                </p:cNvPr>
                <p:cNvSpPr txBox="1"/>
                <p:nvPr/>
              </p:nvSpPr>
              <p:spPr>
                <a:xfrm>
                  <a:off x="2146413" y="1363110"/>
                  <a:ext cx="1067217" cy="369332"/>
                </a:xfrm>
                <a:prstGeom prst="rect">
                  <a:avLst/>
                </a:prstGeom>
                <a:noFill/>
              </p:spPr>
              <p:txBody>
                <a:bodyPr wrap="square">
                  <a:spAutoFit/>
                </a:bodyPr>
                <a:lstStyle/>
                <a:p>
                  <a:pPr/>
                  <a14:m>
                    <m:oMathPara xmlns:m="http://schemas.openxmlformats.org/officeDocument/2006/math">
                      <m:oMathParaPr>
                        <m:jc m:val="centerGroup"/>
                      </m:oMathParaPr>
                      <m:oMath xmlns:m="http://schemas.openxmlformats.org/officeDocument/2006/math">
                        <m:sSub>
                          <m:sSubPr>
                            <m:ctrlPr>
                              <a:rPr lang="en-US" altLang="zh-CN" b="1" i="1" smtClean="0">
                                <a:solidFill>
                                  <a:schemeClr val="accent4"/>
                                </a:solidFill>
                                <a:latin typeface="Cambria Math" panose="02040503050406030204" pitchFamily="18" charset="0"/>
                              </a:rPr>
                            </m:ctrlPr>
                          </m:sSubPr>
                          <m:e>
                            <m:r>
                              <a:rPr lang="en-US" altLang="zh-CN" b="1" i="1" smtClean="0">
                                <a:solidFill>
                                  <a:schemeClr val="accent4"/>
                                </a:solidFill>
                                <a:latin typeface="Cambria Math" panose="02040503050406030204" pitchFamily="18" charset="0"/>
                              </a:rPr>
                              <m:t>𝑾</m:t>
                            </m:r>
                          </m:e>
                          <m:sub>
                            <m:r>
                              <a:rPr lang="en-US" altLang="zh-CN" b="1" i="1" smtClean="0">
                                <a:solidFill>
                                  <a:schemeClr val="accent4"/>
                                </a:solidFill>
                                <a:latin typeface="Cambria Math" panose="02040503050406030204" pitchFamily="18" charset="0"/>
                              </a:rPr>
                              <m:t>𝑹</m:t>
                            </m:r>
                          </m:sub>
                        </m:sSub>
                        <m:r>
                          <a:rPr lang="en-US" altLang="zh-CN" b="1" i="1" smtClean="0">
                            <a:solidFill>
                              <a:schemeClr val="accent4"/>
                            </a:solidFill>
                            <a:latin typeface="Cambria Math" panose="02040503050406030204" pitchFamily="18" charset="0"/>
                          </a:rPr>
                          <m:t>=</m:t>
                        </m:r>
                        <m:r>
                          <a:rPr lang="en-US" altLang="zh-CN" b="1" i="1" smtClean="0">
                            <a:solidFill>
                              <a:schemeClr val="accent4"/>
                            </a:solidFill>
                            <a:latin typeface="Cambria Math" panose="02040503050406030204" pitchFamily="18" charset="0"/>
                          </a:rPr>
                          <m:t>𝟏</m:t>
                        </m:r>
                      </m:oMath>
                    </m:oMathPara>
                  </a14:m>
                  <a:endParaRPr lang="zh-CN" altLang="en-US" dirty="0">
                    <a:solidFill>
                      <a:schemeClr val="accent3"/>
                    </a:solidFill>
                  </a:endParaRPr>
                </a:p>
              </p:txBody>
            </p:sp>
          </mc:Choice>
          <mc:Fallback xmlns="">
            <p:sp>
              <p:nvSpPr>
                <p:cNvPr id="35" name="文本框 34">
                  <a:extLst>
                    <a:ext uri="{FF2B5EF4-FFF2-40B4-BE49-F238E27FC236}">
                      <a16:creationId xmlns:a16="http://schemas.microsoft.com/office/drawing/2014/main" id="{EE98B7EB-F32B-4A4F-9072-DF021D7DCAD9}"/>
                    </a:ext>
                  </a:extLst>
                </p:cNvPr>
                <p:cNvSpPr txBox="1">
                  <a:spLocks noRot="1" noChangeAspect="1" noMove="1" noResize="1" noEditPoints="1" noAdjustHandles="1" noChangeArrowheads="1" noChangeShapeType="1" noTextEdit="1"/>
                </p:cNvSpPr>
                <p:nvPr/>
              </p:nvSpPr>
              <p:spPr>
                <a:xfrm>
                  <a:off x="2146413" y="1363110"/>
                  <a:ext cx="1067217" cy="369332"/>
                </a:xfrm>
                <a:prstGeom prst="rect">
                  <a:avLst/>
                </a:prstGeom>
                <a:blipFill>
                  <a:blip r:embed="rId3"/>
                  <a:stretch>
                    <a:fillRect b="-3333"/>
                  </a:stretch>
                </a:blipFill>
              </p:spPr>
              <p:txBody>
                <a:bodyPr/>
                <a:lstStyle/>
                <a:p>
                  <a:r>
                    <a:rPr lang="zh-CN" altLang="en-US">
                      <a:noFill/>
                    </a:rPr>
                    <a:t> </a:t>
                  </a:r>
                </a:p>
              </p:txBody>
            </p:sp>
          </mc:Fallback>
        </mc:AlternateContent>
      </p:grpSp>
      <p:grpSp>
        <p:nvGrpSpPr>
          <p:cNvPr id="7" name="组合 6">
            <a:extLst>
              <a:ext uri="{FF2B5EF4-FFF2-40B4-BE49-F238E27FC236}">
                <a16:creationId xmlns:a16="http://schemas.microsoft.com/office/drawing/2014/main" id="{00A9CCE1-949C-4E54-97A1-6025FF974983}"/>
              </a:ext>
            </a:extLst>
          </p:cNvPr>
          <p:cNvGrpSpPr/>
          <p:nvPr/>
        </p:nvGrpSpPr>
        <p:grpSpPr>
          <a:xfrm>
            <a:off x="2302929" y="5098286"/>
            <a:ext cx="3780000" cy="910796"/>
            <a:chOff x="2302929" y="5098286"/>
            <a:chExt cx="3780000" cy="910796"/>
          </a:xfrm>
        </p:grpSpPr>
        <p:sp>
          <p:nvSpPr>
            <p:cNvPr id="5" name="矩形 4">
              <a:extLst>
                <a:ext uri="{FF2B5EF4-FFF2-40B4-BE49-F238E27FC236}">
                  <a16:creationId xmlns:a16="http://schemas.microsoft.com/office/drawing/2014/main" id="{ABCDD6AB-497D-42FD-B822-48DB3891082B}"/>
                </a:ext>
              </a:extLst>
            </p:cNvPr>
            <p:cNvSpPr/>
            <p:nvPr/>
          </p:nvSpPr>
          <p:spPr>
            <a:xfrm>
              <a:off x="2302929" y="5467618"/>
              <a:ext cx="3780000" cy="541464"/>
            </a:xfrm>
            <a:prstGeom prst="rect">
              <a:avLst/>
            </a:prstGeom>
            <a:solidFill>
              <a:schemeClr val="accent3"/>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mc:AlternateContent xmlns:mc="http://schemas.openxmlformats.org/markup-compatibility/2006" xmlns:a14="http://schemas.microsoft.com/office/drawing/2010/main">
          <mc:Choice Requires="a14">
            <p:sp>
              <p:nvSpPr>
                <p:cNvPr id="23" name="文本框 22">
                  <a:extLst>
                    <a:ext uri="{FF2B5EF4-FFF2-40B4-BE49-F238E27FC236}">
                      <a16:creationId xmlns:a16="http://schemas.microsoft.com/office/drawing/2014/main" id="{ABC03EEA-26BD-4845-8ACC-3FB7B6DA9132}"/>
                    </a:ext>
                  </a:extLst>
                </p:cNvPr>
                <p:cNvSpPr txBox="1"/>
                <p:nvPr/>
              </p:nvSpPr>
              <p:spPr>
                <a:xfrm>
                  <a:off x="3659320" y="5098286"/>
                  <a:ext cx="1067217" cy="369332"/>
                </a:xfrm>
                <a:prstGeom prst="rect">
                  <a:avLst/>
                </a:prstGeom>
                <a:noFill/>
              </p:spPr>
              <p:txBody>
                <a:bodyPr wrap="square">
                  <a:spAutoFit/>
                </a:bodyPr>
                <a:lstStyle/>
                <a:p>
                  <a:pPr/>
                  <a14:m>
                    <m:oMathPara xmlns:m="http://schemas.openxmlformats.org/officeDocument/2006/math">
                      <m:oMathParaPr>
                        <m:jc m:val="centerGroup"/>
                      </m:oMathParaPr>
                      <m:oMath xmlns:m="http://schemas.openxmlformats.org/officeDocument/2006/math">
                        <m:sSub>
                          <m:sSubPr>
                            <m:ctrlPr>
                              <a:rPr lang="en-US" altLang="zh-CN" b="1" i="1" smtClean="0">
                                <a:solidFill>
                                  <a:schemeClr val="accent3"/>
                                </a:solidFill>
                                <a:latin typeface="Cambria Math" panose="02040503050406030204" pitchFamily="18" charset="0"/>
                              </a:rPr>
                            </m:ctrlPr>
                          </m:sSubPr>
                          <m:e>
                            <m:r>
                              <a:rPr lang="en-US" altLang="zh-CN" b="1" i="1" smtClean="0">
                                <a:solidFill>
                                  <a:schemeClr val="accent3"/>
                                </a:solidFill>
                                <a:latin typeface="Cambria Math" panose="02040503050406030204" pitchFamily="18" charset="0"/>
                              </a:rPr>
                              <m:t>𝑾</m:t>
                            </m:r>
                          </m:e>
                          <m:sub>
                            <m:r>
                              <a:rPr lang="en-US" altLang="zh-CN" b="1" i="1" smtClean="0">
                                <a:solidFill>
                                  <a:schemeClr val="accent3"/>
                                </a:solidFill>
                                <a:latin typeface="Cambria Math" panose="02040503050406030204" pitchFamily="18" charset="0"/>
                              </a:rPr>
                              <m:t>𝑻</m:t>
                            </m:r>
                          </m:sub>
                        </m:sSub>
                        <m:r>
                          <a:rPr lang="en-US" altLang="zh-CN" b="1" i="1" smtClean="0">
                            <a:solidFill>
                              <a:schemeClr val="accent3"/>
                            </a:solidFill>
                            <a:latin typeface="Cambria Math" panose="02040503050406030204" pitchFamily="18" charset="0"/>
                          </a:rPr>
                          <m:t>=</m:t>
                        </m:r>
                        <m:r>
                          <a:rPr lang="en-US" altLang="zh-CN" b="1" i="1" smtClean="0">
                            <a:solidFill>
                              <a:schemeClr val="accent3"/>
                            </a:solidFill>
                            <a:latin typeface="Cambria Math" panose="02040503050406030204" pitchFamily="18" charset="0"/>
                          </a:rPr>
                          <m:t>𝟓</m:t>
                        </m:r>
                      </m:oMath>
                    </m:oMathPara>
                  </a14:m>
                  <a:endParaRPr lang="zh-CN" altLang="en-US" dirty="0">
                    <a:solidFill>
                      <a:schemeClr val="accent3"/>
                    </a:solidFill>
                  </a:endParaRPr>
                </a:p>
              </p:txBody>
            </p:sp>
          </mc:Choice>
          <mc:Fallback xmlns="">
            <p:sp>
              <p:nvSpPr>
                <p:cNvPr id="23" name="文本框 22">
                  <a:extLst>
                    <a:ext uri="{FF2B5EF4-FFF2-40B4-BE49-F238E27FC236}">
                      <a16:creationId xmlns:a16="http://schemas.microsoft.com/office/drawing/2014/main" id="{ABC03EEA-26BD-4845-8ACC-3FB7B6DA9132}"/>
                    </a:ext>
                  </a:extLst>
                </p:cNvPr>
                <p:cNvSpPr txBox="1">
                  <a:spLocks noRot="1" noChangeAspect="1" noMove="1" noResize="1" noEditPoints="1" noAdjustHandles="1" noChangeArrowheads="1" noChangeShapeType="1" noTextEdit="1"/>
                </p:cNvSpPr>
                <p:nvPr/>
              </p:nvSpPr>
              <p:spPr>
                <a:xfrm>
                  <a:off x="3659320" y="5098286"/>
                  <a:ext cx="1067217" cy="369332"/>
                </a:xfrm>
                <a:prstGeom prst="rect">
                  <a:avLst/>
                </a:prstGeom>
                <a:blipFill>
                  <a:blip r:embed="rId4"/>
                  <a:stretch>
                    <a:fillRect b="-3279"/>
                  </a:stretch>
                </a:blipFill>
              </p:spPr>
              <p:txBody>
                <a:bodyPr/>
                <a:lstStyle/>
                <a:p>
                  <a:r>
                    <a:rPr lang="zh-CN" altLang="en-US">
                      <a:noFill/>
                    </a:rPr>
                    <a:t> </a:t>
                  </a:r>
                </a:p>
              </p:txBody>
            </p:sp>
          </mc:Fallback>
        </mc:AlternateContent>
      </p:grpSp>
      <p:grpSp>
        <p:nvGrpSpPr>
          <p:cNvPr id="4" name="组合 3">
            <a:extLst>
              <a:ext uri="{FF2B5EF4-FFF2-40B4-BE49-F238E27FC236}">
                <a16:creationId xmlns:a16="http://schemas.microsoft.com/office/drawing/2014/main" id="{9A1EA9F2-FCB6-48C3-935F-7AE7E3AD14AC}"/>
              </a:ext>
            </a:extLst>
          </p:cNvPr>
          <p:cNvGrpSpPr/>
          <p:nvPr/>
        </p:nvGrpSpPr>
        <p:grpSpPr>
          <a:xfrm>
            <a:off x="304800" y="749300"/>
            <a:ext cx="6192344" cy="400110"/>
            <a:chOff x="424117" y="898245"/>
            <a:chExt cx="6192344" cy="400110"/>
          </a:xfrm>
        </p:grpSpPr>
        <p:sp>
          <p:nvSpPr>
            <p:cNvPr id="2" name="平行四边形 1">
              <a:extLst>
                <a:ext uri="{FF2B5EF4-FFF2-40B4-BE49-F238E27FC236}">
                  <a16:creationId xmlns:a16="http://schemas.microsoft.com/office/drawing/2014/main" id="{1F5BAA3F-9845-4F89-A2DD-8222D3E4EDAC}"/>
                </a:ext>
              </a:extLst>
            </p:cNvPr>
            <p:cNvSpPr/>
            <p:nvPr/>
          </p:nvSpPr>
          <p:spPr>
            <a:xfrm>
              <a:off x="424117" y="898245"/>
              <a:ext cx="628306" cy="387090"/>
            </a:xfrm>
            <a:prstGeom prst="parallelogram">
              <a:avLst/>
            </a:prstGeom>
            <a:solidFill>
              <a:schemeClr val="accent3">
                <a:lumMod val="75000"/>
              </a:schemeClr>
            </a:solidFill>
            <a:ln>
              <a:solidFill>
                <a:schemeClr val="accent3">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CN" sz="2200" dirty="0">
                  <a:latin typeface="Impact" panose="020B0806030902050204" pitchFamily="34" charset="0"/>
                </a:rPr>
                <a:t>01</a:t>
              </a:r>
              <a:endParaRPr lang="zh-CN" altLang="en-US" sz="2200" dirty="0">
                <a:latin typeface="Impact" panose="020B0806030902050204" pitchFamily="34" charset="0"/>
              </a:endParaRPr>
            </a:p>
          </p:txBody>
        </p:sp>
        <p:sp>
          <p:nvSpPr>
            <p:cNvPr id="3" name="文本框 2">
              <a:extLst>
                <a:ext uri="{FF2B5EF4-FFF2-40B4-BE49-F238E27FC236}">
                  <a16:creationId xmlns:a16="http://schemas.microsoft.com/office/drawing/2014/main" id="{4D6BD736-A4D3-4F26-AFED-36E11F50F70B}"/>
                </a:ext>
              </a:extLst>
            </p:cNvPr>
            <p:cNvSpPr txBox="1"/>
            <p:nvPr/>
          </p:nvSpPr>
          <p:spPr>
            <a:xfrm>
              <a:off x="1052423" y="898245"/>
              <a:ext cx="5564038" cy="400110"/>
            </a:xfrm>
            <a:prstGeom prst="rect">
              <a:avLst/>
            </a:prstGeom>
            <a:noFill/>
          </p:spPr>
          <p:txBody>
            <a:bodyPr wrap="square" rtlCol="0">
              <a:spAutoFit/>
            </a:bodyPr>
            <a:lstStyle/>
            <a:p>
              <a:r>
                <a:rPr lang="zh-CN" altLang="en-US" sz="2000" b="1" dirty="0"/>
                <a:t>回退</a:t>
              </a:r>
              <a:r>
                <a:rPr lang="en-US" altLang="zh-CN" sz="2000" b="1" dirty="0"/>
                <a:t>N</a:t>
              </a:r>
              <a:r>
                <a:rPr lang="zh-CN" altLang="en-US" sz="2000" b="1" dirty="0"/>
                <a:t>帧协议</a:t>
              </a:r>
            </a:p>
          </p:txBody>
        </p:sp>
      </p:grpSp>
      <p:grpSp>
        <p:nvGrpSpPr>
          <p:cNvPr id="20" name="组合 19">
            <a:extLst>
              <a:ext uri="{FF2B5EF4-FFF2-40B4-BE49-F238E27FC236}">
                <a16:creationId xmlns:a16="http://schemas.microsoft.com/office/drawing/2014/main" id="{87756F0E-46C2-4571-B23D-C8472E9FD1FB}"/>
              </a:ext>
            </a:extLst>
          </p:cNvPr>
          <p:cNvGrpSpPr/>
          <p:nvPr/>
        </p:nvGrpSpPr>
        <p:grpSpPr>
          <a:xfrm>
            <a:off x="475097" y="1263518"/>
            <a:ext cx="1355161" cy="5114896"/>
            <a:chOff x="475097" y="1263518"/>
            <a:chExt cx="1355161" cy="5114896"/>
          </a:xfrm>
        </p:grpSpPr>
        <p:cxnSp>
          <p:nvCxnSpPr>
            <p:cNvPr id="17" name="直接连接符 16">
              <a:extLst>
                <a:ext uri="{FF2B5EF4-FFF2-40B4-BE49-F238E27FC236}">
                  <a16:creationId xmlns:a16="http://schemas.microsoft.com/office/drawing/2014/main" id="{5A41A17A-7B81-47D8-BDBB-76B8F1AA71D6}"/>
                </a:ext>
              </a:extLst>
            </p:cNvPr>
            <p:cNvCxnSpPr>
              <a:cxnSpLocks/>
            </p:cNvCxnSpPr>
            <p:nvPr/>
          </p:nvCxnSpPr>
          <p:spPr>
            <a:xfrm flipV="1">
              <a:off x="1208367" y="2012996"/>
              <a:ext cx="0" cy="3813858"/>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nvGrpSpPr>
            <p:cNvPr id="9" name="组合 8">
              <a:extLst>
                <a:ext uri="{FF2B5EF4-FFF2-40B4-BE49-F238E27FC236}">
                  <a16:creationId xmlns:a16="http://schemas.microsoft.com/office/drawing/2014/main" id="{A2B5FA1F-35FA-42E7-8D74-E7431B6AAA3C}"/>
                </a:ext>
              </a:extLst>
            </p:cNvPr>
            <p:cNvGrpSpPr/>
            <p:nvPr/>
          </p:nvGrpSpPr>
          <p:grpSpPr>
            <a:xfrm>
              <a:off x="700096" y="5368000"/>
              <a:ext cx="905164" cy="1010414"/>
              <a:chOff x="700096" y="5368000"/>
              <a:chExt cx="905164" cy="1010414"/>
            </a:xfrm>
          </p:grpSpPr>
          <p:pic>
            <p:nvPicPr>
              <p:cNvPr id="214" name="图形 213">
                <a:extLst>
                  <a:ext uri="{FF2B5EF4-FFF2-40B4-BE49-F238E27FC236}">
                    <a16:creationId xmlns:a16="http://schemas.microsoft.com/office/drawing/2014/main" id="{D949CB40-4FF6-4E8C-991B-66D24C6ADF05}"/>
                  </a:ext>
                </a:extLst>
              </p:cNvPr>
              <p:cNvPicPr>
                <a:picLocks noChangeAspect="1"/>
              </p:cNvPicPr>
              <p:nvPr/>
            </p:nvPicPr>
            <p:blipFill>
              <a:blip r:embed="rId5">
                <a:extLst>
                  <a:ext uri="{28A0092B-C50C-407E-A947-70E740481C1C}">
                    <a14:useLocalDpi xmlns:a14="http://schemas.microsoft.com/office/drawing/2010/main" val="0"/>
                  </a:ext>
                  <a:ext uri="{96DAC541-7B7A-43D3-8B79-37D633B846F1}">
                    <asvg:svgBlip xmlns:asvg="http://schemas.microsoft.com/office/drawing/2016/SVG/main" r:embed="rId6"/>
                  </a:ext>
                </a:extLst>
              </a:blip>
              <a:stretch>
                <a:fillRect/>
              </a:stretch>
            </p:blipFill>
            <p:spPr>
              <a:xfrm>
                <a:off x="821271" y="5368000"/>
                <a:ext cx="662814" cy="641082"/>
              </a:xfrm>
              <a:prstGeom prst="rect">
                <a:avLst/>
              </a:prstGeom>
            </p:spPr>
          </p:pic>
          <p:sp>
            <p:nvSpPr>
              <p:cNvPr id="218" name="文本框 217">
                <a:extLst>
                  <a:ext uri="{FF2B5EF4-FFF2-40B4-BE49-F238E27FC236}">
                    <a16:creationId xmlns:a16="http://schemas.microsoft.com/office/drawing/2014/main" id="{584D12FE-712D-432B-A48B-3084189F6B6C}"/>
                  </a:ext>
                </a:extLst>
              </p:cNvPr>
              <p:cNvSpPr txBox="1"/>
              <p:nvPr/>
            </p:nvSpPr>
            <p:spPr>
              <a:xfrm>
                <a:off x="700096" y="6009082"/>
                <a:ext cx="905164" cy="369332"/>
              </a:xfrm>
              <a:prstGeom prst="rect">
                <a:avLst/>
              </a:prstGeom>
              <a:noFill/>
            </p:spPr>
            <p:txBody>
              <a:bodyPr wrap="square" rtlCol="0">
                <a:spAutoFit/>
              </a:bodyPr>
              <a:lstStyle/>
              <a:p>
                <a:r>
                  <a:rPr lang="zh-CN" altLang="en-US" b="1" dirty="0">
                    <a:latin typeface="+mn-ea"/>
                  </a:rPr>
                  <a:t>发送方</a:t>
                </a:r>
              </a:p>
            </p:txBody>
          </p:sp>
        </p:grpSp>
        <p:grpSp>
          <p:nvGrpSpPr>
            <p:cNvPr id="8" name="组合 7">
              <a:extLst>
                <a:ext uri="{FF2B5EF4-FFF2-40B4-BE49-F238E27FC236}">
                  <a16:creationId xmlns:a16="http://schemas.microsoft.com/office/drawing/2014/main" id="{0ACAF080-95D4-4F76-A817-06EA84E449C9}"/>
                </a:ext>
              </a:extLst>
            </p:cNvPr>
            <p:cNvGrpSpPr/>
            <p:nvPr/>
          </p:nvGrpSpPr>
          <p:grpSpPr>
            <a:xfrm>
              <a:off x="878301" y="1263518"/>
              <a:ext cx="905164" cy="1027908"/>
              <a:chOff x="878301" y="1390382"/>
              <a:chExt cx="905164" cy="1027908"/>
            </a:xfrm>
          </p:grpSpPr>
          <p:pic>
            <p:nvPicPr>
              <p:cNvPr id="210" name="图形 209">
                <a:extLst>
                  <a:ext uri="{FF2B5EF4-FFF2-40B4-BE49-F238E27FC236}">
                    <a16:creationId xmlns:a16="http://schemas.microsoft.com/office/drawing/2014/main" id="{61E01467-74F7-469C-BAD5-DFFB1234E440}"/>
                  </a:ext>
                </a:extLst>
              </p:cNvPr>
              <p:cNvPicPr>
                <a:picLocks noChangeAspect="1"/>
              </p:cNvPicPr>
              <p:nvPr/>
            </p:nvPicPr>
            <p:blipFill>
              <a:blip r:embed="rId7">
                <a:extLst>
                  <a:ext uri="{28A0092B-C50C-407E-A947-70E740481C1C}">
                    <a14:useLocalDpi xmlns:a14="http://schemas.microsoft.com/office/drawing/2010/main" val="0"/>
                  </a:ext>
                  <a:ext uri="{96DAC541-7B7A-43D3-8B79-37D633B846F1}">
                    <asvg:svgBlip xmlns:asvg="http://schemas.microsoft.com/office/drawing/2016/SVG/main" r:embed="rId8"/>
                  </a:ext>
                </a:extLst>
              </a:blip>
              <a:stretch>
                <a:fillRect/>
              </a:stretch>
            </p:blipFill>
            <p:spPr>
              <a:xfrm>
                <a:off x="984826" y="1759714"/>
                <a:ext cx="501772" cy="658576"/>
              </a:xfrm>
              <a:prstGeom prst="rect">
                <a:avLst/>
              </a:prstGeom>
            </p:spPr>
          </p:pic>
          <p:sp>
            <p:nvSpPr>
              <p:cNvPr id="219" name="文本框 218">
                <a:extLst>
                  <a:ext uri="{FF2B5EF4-FFF2-40B4-BE49-F238E27FC236}">
                    <a16:creationId xmlns:a16="http://schemas.microsoft.com/office/drawing/2014/main" id="{B105E330-42F6-4FA8-914C-123FFA0756D5}"/>
                  </a:ext>
                </a:extLst>
              </p:cNvPr>
              <p:cNvSpPr txBox="1"/>
              <p:nvPr/>
            </p:nvSpPr>
            <p:spPr>
              <a:xfrm>
                <a:off x="878301" y="1390382"/>
                <a:ext cx="905164" cy="369332"/>
              </a:xfrm>
              <a:prstGeom prst="rect">
                <a:avLst/>
              </a:prstGeom>
              <a:noFill/>
            </p:spPr>
            <p:txBody>
              <a:bodyPr wrap="square" rtlCol="0">
                <a:spAutoFit/>
              </a:bodyPr>
              <a:lstStyle/>
              <a:p>
                <a:r>
                  <a:rPr lang="zh-CN" altLang="en-US" b="1" dirty="0">
                    <a:latin typeface="+mn-ea"/>
                  </a:rPr>
                  <a:t>接收方</a:t>
                </a:r>
              </a:p>
            </p:txBody>
          </p:sp>
        </p:grpSp>
        <p:sp>
          <p:nvSpPr>
            <p:cNvPr id="57" name="云形 56">
              <a:extLst>
                <a:ext uri="{FF2B5EF4-FFF2-40B4-BE49-F238E27FC236}">
                  <a16:creationId xmlns:a16="http://schemas.microsoft.com/office/drawing/2014/main" id="{8D58A5DA-48AF-4D62-A0E1-92B6F8CBE1F4}"/>
                </a:ext>
              </a:extLst>
            </p:cNvPr>
            <p:cNvSpPr/>
            <p:nvPr/>
          </p:nvSpPr>
          <p:spPr>
            <a:xfrm>
              <a:off x="475097" y="3429014"/>
              <a:ext cx="1355161" cy="801398"/>
            </a:xfrm>
            <a:prstGeom prst="cloud">
              <a:avLst/>
            </a:prstGeom>
            <a:solidFill>
              <a:schemeClr val="bg1">
                <a:lumMod val="85000"/>
              </a:schemeClr>
            </a:solidFill>
            <a:ln>
              <a:solidFill>
                <a:schemeClr val="bg1">
                  <a:lumMod val="85000"/>
                </a:schemeClr>
              </a:solidFill>
            </a:ln>
          </p:spPr>
          <p:style>
            <a:lnRef idx="2">
              <a:schemeClr val="accent3">
                <a:shade val="50000"/>
              </a:schemeClr>
            </a:lnRef>
            <a:fillRef idx="1">
              <a:schemeClr val="accent3"/>
            </a:fillRef>
            <a:effectRef idx="0">
              <a:schemeClr val="accent3"/>
            </a:effectRef>
            <a:fontRef idx="minor">
              <a:schemeClr val="lt1"/>
            </a:fontRef>
          </p:style>
          <p:txBody>
            <a:bodyPr rtlCol="0" anchor="ctr"/>
            <a:lstStyle/>
            <a:p>
              <a:pPr algn="ctr"/>
              <a:r>
                <a:rPr lang="zh-CN" altLang="en-US" b="1" dirty="0">
                  <a:solidFill>
                    <a:schemeClr val="tx1"/>
                  </a:solidFill>
                  <a:latin typeface="+mn-ea"/>
                </a:rPr>
                <a:t>因特网</a:t>
              </a:r>
            </a:p>
          </p:txBody>
        </p:sp>
      </p:grpSp>
      <p:graphicFrame>
        <p:nvGraphicFramePr>
          <p:cNvPr id="21" name="表格 21">
            <a:extLst>
              <a:ext uri="{FF2B5EF4-FFF2-40B4-BE49-F238E27FC236}">
                <a16:creationId xmlns:a16="http://schemas.microsoft.com/office/drawing/2014/main" id="{CE497585-4F97-4F44-9ABE-D7BBA16B40E0}"/>
              </a:ext>
            </a:extLst>
          </p:cNvPr>
          <p:cNvGraphicFramePr>
            <a:graphicFrameLocks noGrp="1"/>
          </p:cNvGraphicFramePr>
          <p:nvPr/>
        </p:nvGraphicFramePr>
        <p:xfrm>
          <a:off x="2302929" y="5557308"/>
          <a:ext cx="9067800" cy="370840"/>
        </p:xfrm>
        <a:graphic>
          <a:graphicData uri="http://schemas.openxmlformats.org/drawingml/2006/table">
            <a:tbl>
              <a:tblPr firstRow="1" bandRow="1">
                <a:tableStyleId>{5C22544A-7EE6-4342-B048-85BDC9FD1C3A}</a:tableStyleId>
              </a:tblPr>
              <a:tblGrid>
                <a:gridCol w="755650">
                  <a:extLst>
                    <a:ext uri="{9D8B030D-6E8A-4147-A177-3AD203B41FA5}">
                      <a16:colId xmlns:a16="http://schemas.microsoft.com/office/drawing/2014/main" val="877486509"/>
                    </a:ext>
                  </a:extLst>
                </a:gridCol>
                <a:gridCol w="755650">
                  <a:extLst>
                    <a:ext uri="{9D8B030D-6E8A-4147-A177-3AD203B41FA5}">
                      <a16:colId xmlns:a16="http://schemas.microsoft.com/office/drawing/2014/main" val="3548605817"/>
                    </a:ext>
                  </a:extLst>
                </a:gridCol>
                <a:gridCol w="755650">
                  <a:extLst>
                    <a:ext uri="{9D8B030D-6E8A-4147-A177-3AD203B41FA5}">
                      <a16:colId xmlns:a16="http://schemas.microsoft.com/office/drawing/2014/main" val="2881812895"/>
                    </a:ext>
                  </a:extLst>
                </a:gridCol>
                <a:gridCol w="755650">
                  <a:extLst>
                    <a:ext uri="{9D8B030D-6E8A-4147-A177-3AD203B41FA5}">
                      <a16:colId xmlns:a16="http://schemas.microsoft.com/office/drawing/2014/main" val="3682284582"/>
                    </a:ext>
                  </a:extLst>
                </a:gridCol>
                <a:gridCol w="755650">
                  <a:extLst>
                    <a:ext uri="{9D8B030D-6E8A-4147-A177-3AD203B41FA5}">
                      <a16:colId xmlns:a16="http://schemas.microsoft.com/office/drawing/2014/main" val="500127722"/>
                    </a:ext>
                  </a:extLst>
                </a:gridCol>
                <a:gridCol w="755650">
                  <a:extLst>
                    <a:ext uri="{9D8B030D-6E8A-4147-A177-3AD203B41FA5}">
                      <a16:colId xmlns:a16="http://schemas.microsoft.com/office/drawing/2014/main" val="2946259618"/>
                    </a:ext>
                  </a:extLst>
                </a:gridCol>
                <a:gridCol w="755650">
                  <a:extLst>
                    <a:ext uri="{9D8B030D-6E8A-4147-A177-3AD203B41FA5}">
                      <a16:colId xmlns:a16="http://schemas.microsoft.com/office/drawing/2014/main" val="171501986"/>
                    </a:ext>
                  </a:extLst>
                </a:gridCol>
                <a:gridCol w="755650">
                  <a:extLst>
                    <a:ext uri="{9D8B030D-6E8A-4147-A177-3AD203B41FA5}">
                      <a16:colId xmlns:a16="http://schemas.microsoft.com/office/drawing/2014/main" val="1667185265"/>
                    </a:ext>
                  </a:extLst>
                </a:gridCol>
                <a:gridCol w="755650">
                  <a:extLst>
                    <a:ext uri="{9D8B030D-6E8A-4147-A177-3AD203B41FA5}">
                      <a16:colId xmlns:a16="http://schemas.microsoft.com/office/drawing/2014/main" val="4258211808"/>
                    </a:ext>
                  </a:extLst>
                </a:gridCol>
                <a:gridCol w="755650">
                  <a:extLst>
                    <a:ext uri="{9D8B030D-6E8A-4147-A177-3AD203B41FA5}">
                      <a16:colId xmlns:a16="http://schemas.microsoft.com/office/drawing/2014/main" val="1794200575"/>
                    </a:ext>
                  </a:extLst>
                </a:gridCol>
                <a:gridCol w="755650">
                  <a:extLst>
                    <a:ext uri="{9D8B030D-6E8A-4147-A177-3AD203B41FA5}">
                      <a16:colId xmlns:a16="http://schemas.microsoft.com/office/drawing/2014/main" val="4230716487"/>
                    </a:ext>
                  </a:extLst>
                </a:gridCol>
                <a:gridCol w="755650">
                  <a:extLst>
                    <a:ext uri="{9D8B030D-6E8A-4147-A177-3AD203B41FA5}">
                      <a16:colId xmlns:a16="http://schemas.microsoft.com/office/drawing/2014/main" val="56153739"/>
                    </a:ext>
                  </a:extLst>
                </a:gridCol>
              </a:tblGrid>
              <a:tr h="370840">
                <a:tc>
                  <a:txBody>
                    <a:bodyPr/>
                    <a:lstStyle/>
                    <a:p>
                      <a:pPr algn="ctr"/>
                      <a:r>
                        <a:rPr lang="en-US" altLang="zh-CN" dirty="0">
                          <a:solidFill>
                            <a:schemeClr val="tx1"/>
                          </a:solidFill>
                          <a:latin typeface="Arial Black" panose="020B0A04020102020204" pitchFamily="34" charset="0"/>
                        </a:rPr>
                        <a:t>0</a:t>
                      </a:r>
                      <a:endParaRPr lang="zh-CN" altLang="en-US" dirty="0">
                        <a:solidFill>
                          <a:schemeClr val="tx1"/>
                        </a:solidFill>
                        <a:latin typeface="Arial Black" panose="020B0A04020102020204" pitchFamily="34" charset="0"/>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ctr"/>
                      <a:r>
                        <a:rPr lang="en-US" altLang="zh-CN" dirty="0">
                          <a:solidFill>
                            <a:schemeClr val="tx1"/>
                          </a:solidFill>
                          <a:latin typeface="Arial Black" panose="020B0A04020102020204" pitchFamily="34" charset="0"/>
                        </a:rPr>
                        <a:t>1</a:t>
                      </a:r>
                      <a:endParaRPr lang="zh-CN" altLang="en-US" dirty="0">
                        <a:solidFill>
                          <a:schemeClr val="tx1"/>
                        </a:solidFill>
                        <a:latin typeface="Arial Black" panose="020B0A04020102020204" pitchFamily="34" charset="0"/>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ctr"/>
                      <a:r>
                        <a:rPr lang="en-US" altLang="zh-CN" dirty="0">
                          <a:solidFill>
                            <a:schemeClr val="tx1"/>
                          </a:solidFill>
                          <a:latin typeface="Arial Black" panose="020B0A04020102020204" pitchFamily="34" charset="0"/>
                        </a:rPr>
                        <a:t>2</a:t>
                      </a:r>
                      <a:endParaRPr lang="zh-CN" altLang="en-US" dirty="0">
                        <a:solidFill>
                          <a:schemeClr val="tx1"/>
                        </a:solidFill>
                        <a:latin typeface="Arial Black" panose="020B0A04020102020204" pitchFamily="34" charset="0"/>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ctr"/>
                      <a:r>
                        <a:rPr lang="en-US" altLang="zh-CN" dirty="0">
                          <a:solidFill>
                            <a:schemeClr val="tx1"/>
                          </a:solidFill>
                          <a:latin typeface="Arial Black" panose="020B0A04020102020204" pitchFamily="34" charset="0"/>
                        </a:rPr>
                        <a:t>3</a:t>
                      </a:r>
                      <a:endParaRPr lang="zh-CN" altLang="en-US" dirty="0">
                        <a:solidFill>
                          <a:schemeClr val="tx1"/>
                        </a:solidFill>
                        <a:latin typeface="Arial Black" panose="020B0A04020102020204" pitchFamily="34" charset="0"/>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ctr"/>
                      <a:r>
                        <a:rPr lang="en-US" altLang="zh-CN" dirty="0">
                          <a:solidFill>
                            <a:schemeClr val="tx1"/>
                          </a:solidFill>
                          <a:latin typeface="Arial Black" panose="020B0A04020102020204" pitchFamily="34" charset="0"/>
                        </a:rPr>
                        <a:t>4</a:t>
                      </a:r>
                      <a:endParaRPr lang="zh-CN" altLang="en-US" dirty="0">
                        <a:solidFill>
                          <a:schemeClr val="tx1"/>
                        </a:solidFill>
                        <a:latin typeface="Arial Black" panose="020B0A04020102020204" pitchFamily="34" charset="0"/>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ctr"/>
                      <a:r>
                        <a:rPr lang="en-US" altLang="zh-CN" dirty="0">
                          <a:solidFill>
                            <a:schemeClr val="tx1"/>
                          </a:solidFill>
                          <a:latin typeface="Arial Black" panose="020B0A04020102020204" pitchFamily="34" charset="0"/>
                        </a:rPr>
                        <a:t>5</a:t>
                      </a:r>
                      <a:endParaRPr lang="zh-CN" altLang="en-US" dirty="0">
                        <a:solidFill>
                          <a:schemeClr val="tx1"/>
                        </a:solidFill>
                        <a:latin typeface="Arial Black" panose="020B0A04020102020204" pitchFamily="34" charset="0"/>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ctr"/>
                      <a:r>
                        <a:rPr lang="en-US" altLang="zh-CN" dirty="0">
                          <a:solidFill>
                            <a:schemeClr val="tx1"/>
                          </a:solidFill>
                          <a:latin typeface="Arial Black" panose="020B0A04020102020204" pitchFamily="34" charset="0"/>
                        </a:rPr>
                        <a:t>6</a:t>
                      </a:r>
                      <a:endParaRPr lang="zh-CN" altLang="en-US" dirty="0">
                        <a:solidFill>
                          <a:schemeClr val="tx1"/>
                        </a:solidFill>
                        <a:latin typeface="Arial Black" panose="020B0A04020102020204" pitchFamily="34" charset="0"/>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ctr"/>
                      <a:r>
                        <a:rPr lang="en-US" altLang="zh-CN" dirty="0">
                          <a:solidFill>
                            <a:schemeClr val="tx1"/>
                          </a:solidFill>
                          <a:latin typeface="Arial Black" panose="020B0A04020102020204" pitchFamily="34" charset="0"/>
                        </a:rPr>
                        <a:t>7</a:t>
                      </a:r>
                      <a:endParaRPr lang="zh-CN" altLang="en-US" dirty="0">
                        <a:solidFill>
                          <a:schemeClr val="tx1"/>
                        </a:solidFill>
                        <a:latin typeface="Arial Black" panose="020B0A04020102020204" pitchFamily="34" charset="0"/>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ctr"/>
                      <a:r>
                        <a:rPr lang="en-US" altLang="zh-CN" dirty="0">
                          <a:solidFill>
                            <a:schemeClr val="tx1"/>
                          </a:solidFill>
                          <a:latin typeface="Arial Black" panose="020B0A04020102020204" pitchFamily="34" charset="0"/>
                        </a:rPr>
                        <a:t>0</a:t>
                      </a:r>
                      <a:endParaRPr lang="zh-CN" altLang="en-US" dirty="0">
                        <a:solidFill>
                          <a:schemeClr val="tx1"/>
                        </a:solidFill>
                        <a:latin typeface="Arial Black" panose="020B0A04020102020204" pitchFamily="34" charset="0"/>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ctr"/>
                      <a:r>
                        <a:rPr lang="en-US" altLang="zh-CN" dirty="0">
                          <a:solidFill>
                            <a:schemeClr val="tx1"/>
                          </a:solidFill>
                          <a:latin typeface="Arial Black" panose="020B0A04020102020204" pitchFamily="34" charset="0"/>
                        </a:rPr>
                        <a:t>1</a:t>
                      </a:r>
                      <a:endParaRPr lang="zh-CN" altLang="en-US" dirty="0">
                        <a:solidFill>
                          <a:schemeClr val="tx1"/>
                        </a:solidFill>
                        <a:latin typeface="Arial Black" panose="020B0A04020102020204" pitchFamily="34" charset="0"/>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ctr"/>
                      <a:r>
                        <a:rPr lang="en-US" altLang="zh-CN" dirty="0">
                          <a:solidFill>
                            <a:schemeClr val="tx1"/>
                          </a:solidFill>
                          <a:latin typeface="Arial Black" panose="020B0A04020102020204" pitchFamily="34" charset="0"/>
                        </a:rPr>
                        <a:t>2</a:t>
                      </a:r>
                      <a:endParaRPr lang="zh-CN" altLang="en-US" dirty="0">
                        <a:solidFill>
                          <a:schemeClr val="tx1"/>
                        </a:solidFill>
                        <a:latin typeface="Arial Black" panose="020B0A04020102020204" pitchFamily="34" charset="0"/>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ctr"/>
                      <a:r>
                        <a:rPr lang="en-US" altLang="zh-CN" dirty="0">
                          <a:solidFill>
                            <a:schemeClr val="tx1"/>
                          </a:solidFill>
                          <a:latin typeface="Arial Black" panose="020B0A04020102020204" pitchFamily="34" charset="0"/>
                        </a:rPr>
                        <a:t>…</a:t>
                      </a:r>
                      <a:endParaRPr lang="zh-CN" altLang="en-US" dirty="0">
                        <a:solidFill>
                          <a:schemeClr val="tx1"/>
                        </a:solidFill>
                        <a:latin typeface="Arial Black" panose="020B0A04020102020204" pitchFamily="34" charset="0"/>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extLst>
                  <a:ext uri="{0D108BD9-81ED-4DB2-BD59-A6C34878D82A}">
                    <a16:rowId xmlns:a16="http://schemas.microsoft.com/office/drawing/2014/main" val="316235763"/>
                  </a:ext>
                </a:extLst>
              </a:tr>
            </a:tbl>
          </a:graphicData>
        </a:graphic>
      </p:graphicFrame>
      <p:graphicFrame>
        <p:nvGraphicFramePr>
          <p:cNvPr id="68" name="表格 21">
            <a:extLst>
              <a:ext uri="{FF2B5EF4-FFF2-40B4-BE49-F238E27FC236}">
                <a16:creationId xmlns:a16="http://schemas.microsoft.com/office/drawing/2014/main" id="{D9B4273D-C94E-42E6-A39B-908C6FA1D8AF}"/>
              </a:ext>
            </a:extLst>
          </p:cNvPr>
          <p:cNvGraphicFramePr>
            <a:graphicFrameLocks noGrp="1"/>
          </p:cNvGraphicFramePr>
          <p:nvPr/>
        </p:nvGraphicFramePr>
        <p:xfrm>
          <a:off x="2302929" y="1827576"/>
          <a:ext cx="9067800" cy="370840"/>
        </p:xfrm>
        <a:graphic>
          <a:graphicData uri="http://schemas.openxmlformats.org/drawingml/2006/table">
            <a:tbl>
              <a:tblPr firstRow="1" bandRow="1">
                <a:tableStyleId>{5C22544A-7EE6-4342-B048-85BDC9FD1C3A}</a:tableStyleId>
              </a:tblPr>
              <a:tblGrid>
                <a:gridCol w="755650">
                  <a:extLst>
                    <a:ext uri="{9D8B030D-6E8A-4147-A177-3AD203B41FA5}">
                      <a16:colId xmlns:a16="http://schemas.microsoft.com/office/drawing/2014/main" val="877486509"/>
                    </a:ext>
                  </a:extLst>
                </a:gridCol>
                <a:gridCol w="755650">
                  <a:extLst>
                    <a:ext uri="{9D8B030D-6E8A-4147-A177-3AD203B41FA5}">
                      <a16:colId xmlns:a16="http://schemas.microsoft.com/office/drawing/2014/main" val="3548605817"/>
                    </a:ext>
                  </a:extLst>
                </a:gridCol>
                <a:gridCol w="755650">
                  <a:extLst>
                    <a:ext uri="{9D8B030D-6E8A-4147-A177-3AD203B41FA5}">
                      <a16:colId xmlns:a16="http://schemas.microsoft.com/office/drawing/2014/main" val="2881812895"/>
                    </a:ext>
                  </a:extLst>
                </a:gridCol>
                <a:gridCol w="755650">
                  <a:extLst>
                    <a:ext uri="{9D8B030D-6E8A-4147-A177-3AD203B41FA5}">
                      <a16:colId xmlns:a16="http://schemas.microsoft.com/office/drawing/2014/main" val="3682284582"/>
                    </a:ext>
                  </a:extLst>
                </a:gridCol>
                <a:gridCol w="755650">
                  <a:extLst>
                    <a:ext uri="{9D8B030D-6E8A-4147-A177-3AD203B41FA5}">
                      <a16:colId xmlns:a16="http://schemas.microsoft.com/office/drawing/2014/main" val="500127722"/>
                    </a:ext>
                  </a:extLst>
                </a:gridCol>
                <a:gridCol w="755650">
                  <a:extLst>
                    <a:ext uri="{9D8B030D-6E8A-4147-A177-3AD203B41FA5}">
                      <a16:colId xmlns:a16="http://schemas.microsoft.com/office/drawing/2014/main" val="2946259618"/>
                    </a:ext>
                  </a:extLst>
                </a:gridCol>
                <a:gridCol w="755650">
                  <a:extLst>
                    <a:ext uri="{9D8B030D-6E8A-4147-A177-3AD203B41FA5}">
                      <a16:colId xmlns:a16="http://schemas.microsoft.com/office/drawing/2014/main" val="171501986"/>
                    </a:ext>
                  </a:extLst>
                </a:gridCol>
                <a:gridCol w="755650">
                  <a:extLst>
                    <a:ext uri="{9D8B030D-6E8A-4147-A177-3AD203B41FA5}">
                      <a16:colId xmlns:a16="http://schemas.microsoft.com/office/drawing/2014/main" val="1667185265"/>
                    </a:ext>
                  </a:extLst>
                </a:gridCol>
                <a:gridCol w="755650">
                  <a:extLst>
                    <a:ext uri="{9D8B030D-6E8A-4147-A177-3AD203B41FA5}">
                      <a16:colId xmlns:a16="http://schemas.microsoft.com/office/drawing/2014/main" val="4258211808"/>
                    </a:ext>
                  </a:extLst>
                </a:gridCol>
                <a:gridCol w="755650">
                  <a:extLst>
                    <a:ext uri="{9D8B030D-6E8A-4147-A177-3AD203B41FA5}">
                      <a16:colId xmlns:a16="http://schemas.microsoft.com/office/drawing/2014/main" val="1794200575"/>
                    </a:ext>
                  </a:extLst>
                </a:gridCol>
                <a:gridCol w="755650">
                  <a:extLst>
                    <a:ext uri="{9D8B030D-6E8A-4147-A177-3AD203B41FA5}">
                      <a16:colId xmlns:a16="http://schemas.microsoft.com/office/drawing/2014/main" val="4230716487"/>
                    </a:ext>
                  </a:extLst>
                </a:gridCol>
                <a:gridCol w="755650">
                  <a:extLst>
                    <a:ext uri="{9D8B030D-6E8A-4147-A177-3AD203B41FA5}">
                      <a16:colId xmlns:a16="http://schemas.microsoft.com/office/drawing/2014/main" val="56153739"/>
                    </a:ext>
                  </a:extLst>
                </a:gridCol>
              </a:tblGrid>
              <a:tr h="370840">
                <a:tc>
                  <a:txBody>
                    <a:bodyPr/>
                    <a:lstStyle/>
                    <a:p>
                      <a:pPr algn="ctr"/>
                      <a:r>
                        <a:rPr lang="en-US" altLang="zh-CN" dirty="0">
                          <a:solidFill>
                            <a:schemeClr val="tx1"/>
                          </a:solidFill>
                          <a:latin typeface="Arial Black" panose="020B0A04020102020204" pitchFamily="34" charset="0"/>
                        </a:rPr>
                        <a:t>0</a:t>
                      </a:r>
                      <a:endParaRPr lang="zh-CN" altLang="en-US" dirty="0">
                        <a:solidFill>
                          <a:schemeClr val="tx1"/>
                        </a:solidFill>
                        <a:latin typeface="Arial Black" panose="020B0A04020102020204" pitchFamily="34" charset="0"/>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ctr"/>
                      <a:r>
                        <a:rPr lang="en-US" altLang="zh-CN" dirty="0">
                          <a:solidFill>
                            <a:schemeClr val="tx1"/>
                          </a:solidFill>
                          <a:latin typeface="Arial Black" panose="020B0A04020102020204" pitchFamily="34" charset="0"/>
                        </a:rPr>
                        <a:t>1</a:t>
                      </a:r>
                      <a:endParaRPr lang="zh-CN" altLang="en-US" dirty="0">
                        <a:solidFill>
                          <a:schemeClr val="tx1"/>
                        </a:solidFill>
                        <a:latin typeface="Arial Black" panose="020B0A04020102020204" pitchFamily="34" charset="0"/>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ctr"/>
                      <a:r>
                        <a:rPr lang="en-US" altLang="zh-CN" dirty="0">
                          <a:solidFill>
                            <a:schemeClr val="tx1"/>
                          </a:solidFill>
                          <a:latin typeface="Arial Black" panose="020B0A04020102020204" pitchFamily="34" charset="0"/>
                        </a:rPr>
                        <a:t>2</a:t>
                      </a:r>
                      <a:endParaRPr lang="zh-CN" altLang="en-US" dirty="0">
                        <a:solidFill>
                          <a:schemeClr val="tx1"/>
                        </a:solidFill>
                        <a:latin typeface="Arial Black" panose="020B0A04020102020204" pitchFamily="34" charset="0"/>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ctr"/>
                      <a:r>
                        <a:rPr lang="en-US" altLang="zh-CN" dirty="0">
                          <a:solidFill>
                            <a:schemeClr val="tx1"/>
                          </a:solidFill>
                          <a:latin typeface="Arial Black" panose="020B0A04020102020204" pitchFamily="34" charset="0"/>
                        </a:rPr>
                        <a:t>3</a:t>
                      </a:r>
                      <a:endParaRPr lang="zh-CN" altLang="en-US" dirty="0">
                        <a:solidFill>
                          <a:schemeClr val="tx1"/>
                        </a:solidFill>
                        <a:latin typeface="Arial Black" panose="020B0A04020102020204" pitchFamily="34" charset="0"/>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ctr"/>
                      <a:r>
                        <a:rPr lang="en-US" altLang="zh-CN" dirty="0">
                          <a:solidFill>
                            <a:schemeClr val="tx1"/>
                          </a:solidFill>
                          <a:latin typeface="Arial Black" panose="020B0A04020102020204" pitchFamily="34" charset="0"/>
                        </a:rPr>
                        <a:t>4</a:t>
                      </a:r>
                      <a:endParaRPr lang="zh-CN" altLang="en-US" dirty="0">
                        <a:solidFill>
                          <a:schemeClr val="tx1"/>
                        </a:solidFill>
                        <a:latin typeface="Arial Black" panose="020B0A04020102020204" pitchFamily="34" charset="0"/>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ctr"/>
                      <a:r>
                        <a:rPr lang="en-US" altLang="zh-CN" dirty="0">
                          <a:solidFill>
                            <a:schemeClr val="tx1"/>
                          </a:solidFill>
                          <a:latin typeface="Arial Black" panose="020B0A04020102020204" pitchFamily="34" charset="0"/>
                        </a:rPr>
                        <a:t>5</a:t>
                      </a:r>
                      <a:endParaRPr lang="zh-CN" altLang="en-US" dirty="0">
                        <a:solidFill>
                          <a:schemeClr val="tx1"/>
                        </a:solidFill>
                        <a:latin typeface="Arial Black" panose="020B0A04020102020204" pitchFamily="34" charset="0"/>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ctr"/>
                      <a:r>
                        <a:rPr lang="en-US" altLang="zh-CN" dirty="0">
                          <a:solidFill>
                            <a:schemeClr val="tx1"/>
                          </a:solidFill>
                          <a:latin typeface="Arial Black" panose="020B0A04020102020204" pitchFamily="34" charset="0"/>
                        </a:rPr>
                        <a:t>6</a:t>
                      </a:r>
                      <a:endParaRPr lang="zh-CN" altLang="en-US" dirty="0">
                        <a:solidFill>
                          <a:schemeClr val="tx1"/>
                        </a:solidFill>
                        <a:latin typeface="Arial Black" panose="020B0A04020102020204" pitchFamily="34" charset="0"/>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ctr"/>
                      <a:r>
                        <a:rPr lang="en-US" altLang="zh-CN" dirty="0">
                          <a:solidFill>
                            <a:schemeClr val="tx1"/>
                          </a:solidFill>
                          <a:latin typeface="Arial Black" panose="020B0A04020102020204" pitchFamily="34" charset="0"/>
                        </a:rPr>
                        <a:t>7</a:t>
                      </a:r>
                      <a:endParaRPr lang="zh-CN" altLang="en-US" dirty="0">
                        <a:solidFill>
                          <a:schemeClr val="tx1"/>
                        </a:solidFill>
                        <a:latin typeface="Arial Black" panose="020B0A04020102020204" pitchFamily="34" charset="0"/>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ctr"/>
                      <a:r>
                        <a:rPr lang="en-US" altLang="zh-CN" dirty="0">
                          <a:solidFill>
                            <a:schemeClr val="tx1"/>
                          </a:solidFill>
                          <a:latin typeface="Arial Black" panose="020B0A04020102020204" pitchFamily="34" charset="0"/>
                        </a:rPr>
                        <a:t>0</a:t>
                      </a:r>
                      <a:endParaRPr lang="zh-CN" altLang="en-US" dirty="0">
                        <a:solidFill>
                          <a:schemeClr val="tx1"/>
                        </a:solidFill>
                        <a:latin typeface="Arial Black" panose="020B0A04020102020204" pitchFamily="34" charset="0"/>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ctr"/>
                      <a:r>
                        <a:rPr lang="en-US" altLang="zh-CN" dirty="0">
                          <a:solidFill>
                            <a:schemeClr val="tx1"/>
                          </a:solidFill>
                          <a:latin typeface="Arial Black" panose="020B0A04020102020204" pitchFamily="34" charset="0"/>
                        </a:rPr>
                        <a:t>1</a:t>
                      </a:r>
                      <a:endParaRPr lang="zh-CN" altLang="en-US" dirty="0">
                        <a:solidFill>
                          <a:schemeClr val="tx1"/>
                        </a:solidFill>
                        <a:latin typeface="Arial Black" panose="020B0A04020102020204" pitchFamily="34" charset="0"/>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ctr"/>
                      <a:r>
                        <a:rPr lang="en-US" altLang="zh-CN" dirty="0">
                          <a:solidFill>
                            <a:schemeClr val="tx1"/>
                          </a:solidFill>
                          <a:latin typeface="Arial Black" panose="020B0A04020102020204" pitchFamily="34" charset="0"/>
                        </a:rPr>
                        <a:t>2</a:t>
                      </a:r>
                      <a:endParaRPr lang="zh-CN" altLang="en-US" dirty="0">
                        <a:solidFill>
                          <a:schemeClr val="tx1"/>
                        </a:solidFill>
                        <a:latin typeface="Arial Black" panose="020B0A04020102020204" pitchFamily="34" charset="0"/>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ctr"/>
                      <a:r>
                        <a:rPr lang="en-US" altLang="zh-CN" dirty="0">
                          <a:solidFill>
                            <a:schemeClr val="tx1"/>
                          </a:solidFill>
                          <a:latin typeface="Arial Black" panose="020B0A04020102020204" pitchFamily="34" charset="0"/>
                        </a:rPr>
                        <a:t>…</a:t>
                      </a:r>
                      <a:endParaRPr lang="zh-CN" altLang="en-US" dirty="0">
                        <a:solidFill>
                          <a:schemeClr val="tx1"/>
                        </a:solidFill>
                        <a:latin typeface="Arial Black" panose="020B0A04020102020204" pitchFamily="34" charset="0"/>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extLst>
                  <a:ext uri="{0D108BD9-81ED-4DB2-BD59-A6C34878D82A}">
                    <a16:rowId xmlns:a16="http://schemas.microsoft.com/office/drawing/2014/main" val="316235763"/>
                  </a:ext>
                </a:extLst>
              </a:tr>
            </a:tbl>
          </a:graphicData>
        </a:graphic>
      </p:graphicFrame>
      <p:grpSp>
        <p:nvGrpSpPr>
          <p:cNvPr id="15" name="组合 14">
            <a:extLst>
              <a:ext uri="{FF2B5EF4-FFF2-40B4-BE49-F238E27FC236}">
                <a16:creationId xmlns:a16="http://schemas.microsoft.com/office/drawing/2014/main" id="{C19C4CC5-C69D-4A3A-8501-3D18B98931D2}"/>
              </a:ext>
            </a:extLst>
          </p:cNvPr>
          <p:cNvGrpSpPr/>
          <p:nvPr/>
        </p:nvGrpSpPr>
        <p:grpSpPr>
          <a:xfrm>
            <a:off x="2302668" y="6009082"/>
            <a:ext cx="3780261" cy="426259"/>
            <a:chOff x="2302668" y="6009082"/>
            <a:chExt cx="3780261" cy="426259"/>
          </a:xfrm>
        </p:grpSpPr>
        <p:cxnSp>
          <p:nvCxnSpPr>
            <p:cNvPr id="11" name="直接连接符 10">
              <a:extLst>
                <a:ext uri="{FF2B5EF4-FFF2-40B4-BE49-F238E27FC236}">
                  <a16:creationId xmlns:a16="http://schemas.microsoft.com/office/drawing/2014/main" id="{9763F1F2-B222-43E3-94D7-7B465AD28918}"/>
                </a:ext>
              </a:extLst>
            </p:cNvPr>
            <p:cNvCxnSpPr>
              <a:cxnSpLocks/>
            </p:cNvCxnSpPr>
            <p:nvPr/>
          </p:nvCxnSpPr>
          <p:spPr>
            <a:xfrm>
              <a:off x="2302668" y="6009082"/>
              <a:ext cx="0" cy="369332"/>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9" name="直接连接符 28">
              <a:extLst>
                <a:ext uri="{FF2B5EF4-FFF2-40B4-BE49-F238E27FC236}">
                  <a16:creationId xmlns:a16="http://schemas.microsoft.com/office/drawing/2014/main" id="{95D18ACA-5994-45F5-BBCA-07A4686B412B}"/>
                </a:ext>
              </a:extLst>
            </p:cNvPr>
            <p:cNvCxnSpPr>
              <a:cxnSpLocks/>
            </p:cNvCxnSpPr>
            <p:nvPr/>
          </p:nvCxnSpPr>
          <p:spPr>
            <a:xfrm>
              <a:off x="6082929" y="6009082"/>
              <a:ext cx="0" cy="369332"/>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4" name="直接箭头连接符 13">
              <a:extLst>
                <a:ext uri="{FF2B5EF4-FFF2-40B4-BE49-F238E27FC236}">
                  <a16:creationId xmlns:a16="http://schemas.microsoft.com/office/drawing/2014/main" id="{CEF17907-E6B7-47D5-A082-A0FB3502CAD8}"/>
                </a:ext>
              </a:extLst>
            </p:cNvPr>
            <p:cNvCxnSpPr/>
            <p:nvPr/>
          </p:nvCxnSpPr>
          <p:spPr>
            <a:xfrm>
              <a:off x="2302668" y="6250675"/>
              <a:ext cx="3780261" cy="0"/>
            </a:xfrm>
            <a:prstGeom prst="straightConnector1">
              <a:avLst/>
            </a:prstGeom>
            <a:ln w="12700">
              <a:solidFill>
                <a:schemeClr val="tx1"/>
              </a:solidFill>
              <a:headEnd type="triangle"/>
              <a:tailEnd type="triangle"/>
            </a:ln>
          </p:spPr>
          <p:style>
            <a:lnRef idx="1">
              <a:schemeClr val="accent1"/>
            </a:lnRef>
            <a:fillRef idx="0">
              <a:schemeClr val="accent1"/>
            </a:fillRef>
            <a:effectRef idx="0">
              <a:schemeClr val="accent1"/>
            </a:effectRef>
            <a:fontRef idx="minor">
              <a:schemeClr val="tx1"/>
            </a:fontRef>
          </p:style>
        </p:cxnSp>
        <p:sp>
          <p:nvSpPr>
            <p:cNvPr id="25" name="íşlïḍè">
              <a:extLst>
                <a:ext uri="{FF2B5EF4-FFF2-40B4-BE49-F238E27FC236}">
                  <a16:creationId xmlns:a16="http://schemas.microsoft.com/office/drawing/2014/main" id="{8EDE62B2-E07F-403B-A15F-958EF6ECD771}"/>
                </a:ext>
              </a:extLst>
            </p:cNvPr>
            <p:cNvSpPr txBox="1"/>
            <p:nvPr/>
          </p:nvSpPr>
          <p:spPr>
            <a:xfrm>
              <a:off x="3000077" y="6066009"/>
              <a:ext cx="2380291" cy="369332"/>
            </a:xfrm>
            <a:prstGeom prst="rect">
              <a:avLst/>
            </a:prstGeom>
            <a:solidFill>
              <a:schemeClr val="bg1"/>
            </a:solidFill>
          </p:spPr>
          <p:txBody>
            <a:bodyPr wrap="square" lIns="91440" tIns="45720" rIns="91440" bIns="45720" anchor="ctr">
              <a:noAutofit/>
            </a:bodyPr>
            <a:lstStyle/>
            <a:p>
              <a:pPr algn="ctr"/>
              <a:r>
                <a:rPr lang="zh-CN" altLang="en-US" b="1" dirty="0"/>
                <a:t>允许发送</a:t>
              </a:r>
              <a:r>
                <a:rPr lang="en-US" altLang="zh-CN" b="1" dirty="0"/>
                <a:t>5</a:t>
              </a:r>
              <a:r>
                <a:rPr lang="zh-CN" altLang="en-US" b="1" dirty="0"/>
                <a:t>个数据分组</a:t>
              </a:r>
              <a:endParaRPr lang="en-US" altLang="zh-CN" b="1" dirty="0"/>
            </a:p>
          </p:txBody>
        </p:sp>
      </p:grpSp>
      <p:grpSp>
        <p:nvGrpSpPr>
          <p:cNvPr id="37" name="组合 36">
            <a:extLst>
              <a:ext uri="{FF2B5EF4-FFF2-40B4-BE49-F238E27FC236}">
                <a16:creationId xmlns:a16="http://schemas.microsoft.com/office/drawing/2014/main" id="{0A0EE3C4-4068-4211-ACE9-730EADA554B4}"/>
              </a:ext>
            </a:extLst>
          </p:cNvPr>
          <p:cNvGrpSpPr/>
          <p:nvPr/>
        </p:nvGrpSpPr>
        <p:grpSpPr>
          <a:xfrm>
            <a:off x="6082929" y="5928148"/>
            <a:ext cx="5287800" cy="511682"/>
            <a:chOff x="6082929" y="5928148"/>
            <a:chExt cx="5287800" cy="511682"/>
          </a:xfrm>
        </p:grpSpPr>
        <p:cxnSp>
          <p:nvCxnSpPr>
            <p:cNvPr id="38" name="直接连接符 37">
              <a:extLst>
                <a:ext uri="{FF2B5EF4-FFF2-40B4-BE49-F238E27FC236}">
                  <a16:creationId xmlns:a16="http://schemas.microsoft.com/office/drawing/2014/main" id="{D51DAC76-C76A-4C05-840F-8D1D1E4602B6}"/>
                </a:ext>
              </a:extLst>
            </p:cNvPr>
            <p:cNvCxnSpPr>
              <a:cxnSpLocks/>
            </p:cNvCxnSpPr>
            <p:nvPr/>
          </p:nvCxnSpPr>
          <p:spPr>
            <a:xfrm>
              <a:off x="6082929" y="6009082"/>
              <a:ext cx="0" cy="369332"/>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1" name="直接连接符 40">
              <a:extLst>
                <a:ext uri="{FF2B5EF4-FFF2-40B4-BE49-F238E27FC236}">
                  <a16:creationId xmlns:a16="http://schemas.microsoft.com/office/drawing/2014/main" id="{CC9B4DFB-0F9F-4F1D-948C-2C34C36B152B}"/>
                </a:ext>
              </a:extLst>
            </p:cNvPr>
            <p:cNvCxnSpPr>
              <a:cxnSpLocks/>
            </p:cNvCxnSpPr>
            <p:nvPr/>
          </p:nvCxnSpPr>
          <p:spPr>
            <a:xfrm>
              <a:off x="11370729" y="5928148"/>
              <a:ext cx="0" cy="450266"/>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2" name="直接箭头连接符 41">
              <a:extLst>
                <a:ext uri="{FF2B5EF4-FFF2-40B4-BE49-F238E27FC236}">
                  <a16:creationId xmlns:a16="http://schemas.microsoft.com/office/drawing/2014/main" id="{43913CB0-825E-4DC5-B141-5EE8BCB71C3F}"/>
                </a:ext>
              </a:extLst>
            </p:cNvPr>
            <p:cNvCxnSpPr>
              <a:cxnSpLocks/>
            </p:cNvCxnSpPr>
            <p:nvPr/>
          </p:nvCxnSpPr>
          <p:spPr>
            <a:xfrm>
              <a:off x="6096000" y="6250675"/>
              <a:ext cx="5274729" cy="0"/>
            </a:xfrm>
            <a:prstGeom prst="straightConnector1">
              <a:avLst/>
            </a:prstGeom>
            <a:ln w="12700">
              <a:solidFill>
                <a:schemeClr val="tx1"/>
              </a:solidFill>
              <a:headEnd type="triangle"/>
              <a:tailEnd type="triangle"/>
            </a:ln>
          </p:spPr>
          <p:style>
            <a:lnRef idx="1">
              <a:schemeClr val="accent1"/>
            </a:lnRef>
            <a:fillRef idx="0">
              <a:schemeClr val="accent1"/>
            </a:fillRef>
            <a:effectRef idx="0">
              <a:schemeClr val="accent1"/>
            </a:effectRef>
            <a:fontRef idx="minor">
              <a:schemeClr val="tx1"/>
            </a:fontRef>
          </p:style>
        </p:cxnSp>
        <p:sp>
          <p:nvSpPr>
            <p:cNvPr id="43" name="íşlïḍè">
              <a:extLst>
                <a:ext uri="{FF2B5EF4-FFF2-40B4-BE49-F238E27FC236}">
                  <a16:creationId xmlns:a16="http://schemas.microsoft.com/office/drawing/2014/main" id="{B4DFCFD6-2E68-4A6B-87CA-73781E5B6CCF}"/>
                </a:ext>
              </a:extLst>
            </p:cNvPr>
            <p:cNvSpPr txBox="1"/>
            <p:nvPr/>
          </p:nvSpPr>
          <p:spPr>
            <a:xfrm>
              <a:off x="7328692" y="6070498"/>
              <a:ext cx="2722882" cy="369332"/>
            </a:xfrm>
            <a:prstGeom prst="rect">
              <a:avLst/>
            </a:prstGeom>
            <a:solidFill>
              <a:schemeClr val="bg1"/>
            </a:solidFill>
          </p:spPr>
          <p:txBody>
            <a:bodyPr wrap="square" lIns="91440" tIns="45720" rIns="91440" bIns="45720" anchor="ctr">
              <a:noAutofit/>
            </a:bodyPr>
            <a:lstStyle/>
            <a:p>
              <a:pPr algn="ctr"/>
              <a:r>
                <a:rPr lang="zh-CN" altLang="en-US" b="1" dirty="0"/>
                <a:t>不允许发送这些数据分组</a:t>
              </a:r>
              <a:endParaRPr lang="en-US" altLang="zh-CN" b="1" dirty="0"/>
            </a:p>
          </p:txBody>
        </p:sp>
      </p:grpSp>
      <p:grpSp>
        <p:nvGrpSpPr>
          <p:cNvPr id="22" name="组合 21">
            <a:extLst>
              <a:ext uri="{FF2B5EF4-FFF2-40B4-BE49-F238E27FC236}">
                <a16:creationId xmlns:a16="http://schemas.microsoft.com/office/drawing/2014/main" id="{D44FEE51-5DCB-4DA2-A6CA-B2F6BEE56866}"/>
              </a:ext>
            </a:extLst>
          </p:cNvPr>
          <p:cNvGrpSpPr/>
          <p:nvPr/>
        </p:nvGrpSpPr>
        <p:grpSpPr>
          <a:xfrm>
            <a:off x="2075367" y="2276777"/>
            <a:ext cx="1187523" cy="732105"/>
            <a:chOff x="2075367" y="2276777"/>
            <a:chExt cx="1187523" cy="732105"/>
          </a:xfrm>
        </p:grpSpPr>
        <p:cxnSp>
          <p:nvCxnSpPr>
            <p:cNvPr id="45" name="直接连接符 44">
              <a:extLst>
                <a:ext uri="{FF2B5EF4-FFF2-40B4-BE49-F238E27FC236}">
                  <a16:creationId xmlns:a16="http://schemas.microsoft.com/office/drawing/2014/main" id="{675C4212-5A74-433D-A284-62476E720334}"/>
                </a:ext>
              </a:extLst>
            </p:cNvPr>
            <p:cNvCxnSpPr>
              <a:cxnSpLocks/>
            </p:cNvCxnSpPr>
            <p:nvPr/>
          </p:nvCxnSpPr>
          <p:spPr>
            <a:xfrm>
              <a:off x="2302668" y="2276777"/>
              <a:ext cx="0" cy="369332"/>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6" name="直接连接符 45">
              <a:extLst>
                <a:ext uri="{FF2B5EF4-FFF2-40B4-BE49-F238E27FC236}">
                  <a16:creationId xmlns:a16="http://schemas.microsoft.com/office/drawing/2014/main" id="{5C8CB2DC-2D41-4C63-B78F-6248B4382AE9}"/>
                </a:ext>
              </a:extLst>
            </p:cNvPr>
            <p:cNvCxnSpPr>
              <a:cxnSpLocks/>
            </p:cNvCxnSpPr>
            <p:nvPr/>
          </p:nvCxnSpPr>
          <p:spPr>
            <a:xfrm>
              <a:off x="3055899" y="2276777"/>
              <a:ext cx="0" cy="369332"/>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7" name="直接箭头连接符 46">
              <a:extLst>
                <a:ext uri="{FF2B5EF4-FFF2-40B4-BE49-F238E27FC236}">
                  <a16:creationId xmlns:a16="http://schemas.microsoft.com/office/drawing/2014/main" id="{B2E6785E-4041-4459-9769-A55C1B2C0B5C}"/>
                </a:ext>
              </a:extLst>
            </p:cNvPr>
            <p:cNvCxnSpPr>
              <a:cxnSpLocks/>
            </p:cNvCxnSpPr>
            <p:nvPr/>
          </p:nvCxnSpPr>
          <p:spPr>
            <a:xfrm>
              <a:off x="2309161" y="2485477"/>
              <a:ext cx="746738" cy="0"/>
            </a:xfrm>
            <a:prstGeom prst="straightConnector1">
              <a:avLst/>
            </a:prstGeom>
            <a:ln w="12700">
              <a:solidFill>
                <a:schemeClr val="tx1"/>
              </a:solidFill>
              <a:headEnd type="triangle"/>
              <a:tailEnd type="triangle"/>
            </a:ln>
          </p:spPr>
          <p:style>
            <a:lnRef idx="1">
              <a:schemeClr val="accent1"/>
            </a:lnRef>
            <a:fillRef idx="0">
              <a:schemeClr val="accent1"/>
            </a:fillRef>
            <a:effectRef idx="0">
              <a:schemeClr val="accent1"/>
            </a:effectRef>
            <a:fontRef idx="minor">
              <a:schemeClr val="tx1"/>
            </a:fontRef>
          </p:style>
        </p:cxnSp>
        <p:sp>
          <p:nvSpPr>
            <p:cNvPr id="48" name="íşlïḍè">
              <a:extLst>
                <a:ext uri="{FF2B5EF4-FFF2-40B4-BE49-F238E27FC236}">
                  <a16:creationId xmlns:a16="http://schemas.microsoft.com/office/drawing/2014/main" id="{349F82BE-9562-4496-A8F0-C053977EA14A}"/>
                </a:ext>
              </a:extLst>
            </p:cNvPr>
            <p:cNvSpPr txBox="1"/>
            <p:nvPr/>
          </p:nvSpPr>
          <p:spPr>
            <a:xfrm>
              <a:off x="2075367" y="2647974"/>
              <a:ext cx="1187523" cy="360908"/>
            </a:xfrm>
            <a:prstGeom prst="rect">
              <a:avLst/>
            </a:prstGeom>
            <a:noFill/>
          </p:spPr>
          <p:txBody>
            <a:bodyPr wrap="square" lIns="91440" tIns="45720" rIns="91440" bIns="45720" anchor="ctr">
              <a:noAutofit/>
            </a:bodyPr>
            <a:lstStyle/>
            <a:p>
              <a:pPr algn="ctr"/>
              <a:r>
                <a:rPr lang="zh-CN" altLang="en-US" b="1" dirty="0"/>
                <a:t>准备接收</a:t>
              </a:r>
              <a:endParaRPr lang="en-US" altLang="zh-CN" b="1" dirty="0"/>
            </a:p>
          </p:txBody>
        </p:sp>
      </p:grpSp>
      <p:grpSp>
        <p:nvGrpSpPr>
          <p:cNvPr id="16" name="组合 15">
            <a:extLst>
              <a:ext uri="{FF2B5EF4-FFF2-40B4-BE49-F238E27FC236}">
                <a16:creationId xmlns:a16="http://schemas.microsoft.com/office/drawing/2014/main" id="{E617B4E7-E9DD-4A7C-8548-AC2C2EC4A0DD}"/>
              </a:ext>
            </a:extLst>
          </p:cNvPr>
          <p:cNvGrpSpPr/>
          <p:nvPr/>
        </p:nvGrpSpPr>
        <p:grpSpPr>
          <a:xfrm>
            <a:off x="3055690" y="2153017"/>
            <a:ext cx="8321617" cy="519404"/>
            <a:chOff x="3055690" y="2153017"/>
            <a:chExt cx="8321617" cy="519404"/>
          </a:xfrm>
        </p:grpSpPr>
        <p:cxnSp>
          <p:nvCxnSpPr>
            <p:cNvPr id="54" name="直接连接符 53">
              <a:extLst>
                <a:ext uri="{FF2B5EF4-FFF2-40B4-BE49-F238E27FC236}">
                  <a16:creationId xmlns:a16="http://schemas.microsoft.com/office/drawing/2014/main" id="{EE8AE418-F24A-4241-8567-E4D89E834499}"/>
                </a:ext>
              </a:extLst>
            </p:cNvPr>
            <p:cNvCxnSpPr>
              <a:cxnSpLocks/>
            </p:cNvCxnSpPr>
            <p:nvPr/>
          </p:nvCxnSpPr>
          <p:spPr>
            <a:xfrm>
              <a:off x="3055690" y="2273672"/>
              <a:ext cx="0" cy="369332"/>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5" name="直接连接符 54">
              <a:extLst>
                <a:ext uri="{FF2B5EF4-FFF2-40B4-BE49-F238E27FC236}">
                  <a16:creationId xmlns:a16="http://schemas.microsoft.com/office/drawing/2014/main" id="{4CB20186-C494-4375-BBA4-3DB0CB0BF35F}"/>
                </a:ext>
              </a:extLst>
            </p:cNvPr>
            <p:cNvCxnSpPr>
              <a:cxnSpLocks/>
            </p:cNvCxnSpPr>
            <p:nvPr/>
          </p:nvCxnSpPr>
          <p:spPr>
            <a:xfrm>
              <a:off x="11377307" y="2153017"/>
              <a:ext cx="0" cy="450266"/>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6" name="直接箭头连接符 55">
              <a:extLst>
                <a:ext uri="{FF2B5EF4-FFF2-40B4-BE49-F238E27FC236}">
                  <a16:creationId xmlns:a16="http://schemas.microsoft.com/office/drawing/2014/main" id="{730E4BEA-C24D-4B29-9B7C-AC6566624587}"/>
                </a:ext>
              </a:extLst>
            </p:cNvPr>
            <p:cNvCxnSpPr>
              <a:cxnSpLocks/>
            </p:cNvCxnSpPr>
            <p:nvPr/>
          </p:nvCxnSpPr>
          <p:spPr>
            <a:xfrm>
              <a:off x="3055690" y="2486711"/>
              <a:ext cx="8315039" cy="0"/>
            </a:xfrm>
            <a:prstGeom prst="straightConnector1">
              <a:avLst/>
            </a:prstGeom>
            <a:ln w="12700">
              <a:solidFill>
                <a:schemeClr val="tx1"/>
              </a:solidFill>
              <a:headEnd type="triangle"/>
              <a:tailEnd type="triangle"/>
            </a:ln>
          </p:spPr>
          <p:style>
            <a:lnRef idx="1">
              <a:schemeClr val="accent1"/>
            </a:lnRef>
            <a:fillRef idx="0">
              <a:schemeClr val="accent1"/>
            </a:fillRef>
            <a:effectRef idx="0">
              <a:schemeClr val="accent1"/>
            </a:effectRef>
            <a:fontRef idx="minor">
              <a:schemeClr val="tx1"/>
            </a:fontRef>
          </p:style>
        </p:cxnSp>
        <p:sp>
          <p:nvSpPr>
            <p:cNvPr id="58" name="íşlïḍè">
              <a:extLst>
                <a:ext uri="{FF2B5EF4-FFF2-40B4-BE49-F238E27FC236}">
                  <a16:creationId xmlns:a16="http://schemas.microsoft.com/office/drawing/2014/main" id="{08A08AF2-F933-4AEE-835C-C3E3B5284DBC}"/>
                </a:ext>
              </a:extLst>
            </p:cNvPr>
            <p:cNvSpPr txBox="1"/>
            <p:nvPr/>
          </p:nvSpPr>
          <p:spPr>
            <a:xfrm>
              <a:off x="5742127" y="2303089"/>
              <a:ext cx="2722882" cy="369332"/>
            </a:xfrm>
            <a:prstGeom prst="rect">
              <a:avLst/>
            </a:prstGeom>
            <a:solidFill>
              <a:schemeClr val="bg1"/>
            </a:solidFill>
          </p:spPr>
          <p:txBody>
            <a:bodyPr wrap="square" lIns="91440" tIns="45720" rIns="91440" bIns="45720" anchor="ctr">
              <a:noAutofit/>
            </a:bodyPr>
            <a:lstStyle/>
            <a:p>
              <a:pPr algn="ctr"/>
              <a:r>
                <a:rPr lang="zh-CN" altLang="en-US" b="1" dirty="0"/>
                <a:t>不允许接收这些数据分组</a:t>
              </a:r>
              <a:endParaRPr lang="en-US" altLang="zh-CN" b="1" dirty="0"/>
            </a:p>
          </p:txBody>
        </p:sp>
      </p:grpSp>
      <p:sp>
        <p:nvSpPr>
          <p:cNvPr id="60" name="矩形 59">
            <a:extLst>
              <a:ext uri="{FF2B5EF4-FFF2-40B4-BE49-F238E27FC236}">
                <a16:creationId xmlns:a16="http://schemas.microsoft.com/office/drawing/2014/main" id="{156608D1-9390-449F-9FB4-A92877DE36DC}"/>
              </a:ext>
            </a:extLst>
          </p:cNvPr>
          <p:cNvSpPr/>
          <p:nvPr/>
        </p:nvSpPr>
        <p:spPr>
          <a:xfrm>
            <a:off x="2246300" y="3155854"/>
            <a:ext cx="256976" cy="256976"/>
          </a:xfrm>
          <a:prstGeom prst="rect">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61" name="íşlïḍè">
            <a:extLst>
              <a:ext uri="{FF2B5EF4-FFF2-40B4-BE49-F238E27FC236}">
                <a16:creationId xmlns:a16="http://schemas.microsoft.com/office/drawing/2014/main" id="{C5A4D035-F4AF-43BE-969C-B02F58F9F407}"/>
              </a:ext>
            </a:extLst>
          </p:cNvPr>
          <p:cNvSpPr txBox="1"/>
          <p:nvPr/>
        </p:nvSpPr>
        <p:spPr>
          <a:xfrm>
            <a:off x="2563527" y="3101532"/>
            <a:ext cx="9323673" cy="882507"/>
          </a:xfrm>
          <a:prstGeom prst="rect">
            <a:avLst/>
          </a:prstGeom>
          <a:noFill/>
        </p:spPr>
        <p:txBody>
          <a:bodyPr wrap="square" lIns="91440" tIns="45720" rIns="91440" bIns="45720" anchor="ctr">
            <a:noAutofit/>
          </a:bodyPr>
          <a:lstStyle/>
          <a:p>
            <a:r>
              <a:rPr lang="zh-CN" altLang="en-US" b="1" dirty="0"/>
              <a:t>接收方每正确收到一个序号落入接收窗口的数据分组，就将接收窗口向前滑动一个位置，这样就有一个新的序号落入接收窗口。与此同时，接收方还要给发送方发送针对该数据分组的确认分组。</a:t>
            </a:r>
            <a:endParaRPr lang="en-US" altLang="zh-CN" b="1" dirty="0"/>
          </a:p>
        </p:txBody>
      </p:sp>
      <p:sp>
        <p:nvSpPr>
          <p:cNvPr id="62" name="矩形 61">
            <a:extLst>
              <a:ext uri="{FF2B5EF4-FFF2-40B4-BE49-F238E27FC236}">
                <a16:creationId xmlns:a16="http://schemas.microsoft.com/office/drawing/2014/main" id="{54E33C96-864A-46A0-86C3-28BD5D913FD3}"/>
              </a:ext>
            </a:extLst>
          </p:cNvPr>
          <p:cNvSpPr/>
          <p:nvPr/>
        </p:nvSpPr>
        <p:spPr>
          <a:xfrm>
            <a:off x="2246300" y="4058970"/>
            <a:ext cx="256976" cy="256976"/>
          </a:xfrm>
          <a:prstGeom prst="rect">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63" name="íşlïḍè">
            <a:extLst>
              <a:ext uri="{FF2B5EF4-FFF2-40B4-BE49-F238E27FC236}">
                <a16:creationId xmlns:a16="http://schemas.microsoft.com/office/drawing/2014/main" id="{092682C5-FC7B-4627-8F9D-1F4579E227BF}"/>
              </a:ext>
            </a:extLst>
          </p:cNvPr>
          <p:cNvSpPr txBox="1"/>
          <p:nvPr/>
        </p:nvSpPr>
        <p:spPr>
          <a:xfrm>
            <a:off x="2563527" y="4004649"/>
            <a:ext cx="9323673" cy="602502"/>
          </a:xfrm>
          <a:prstGeom prst="rect">
            <a:avLst/>
          </a:prstGeom>
          <a:noFill/>
        </p:spPr>
        <p:txBody>
          <a:bodyPr wrap="square" lIns="91440" tIns="45720" rIns="91440" bIns="45720" anchor="ctr">
            <a:noAutofit/>
          </a:bodyPr>
          <a:lstStyle/>
          <a:p>
            <a:r>
              <a:rPr lang="zh-CN" altLang="en-US" b="1" dirty="0"/>
              <a:t>发送方每收到一个按序确认的确认分组，就将发送窗口向前滑动一个位置，这样就有一个新的序号落入发送窗口，序号落入发送窗口内的数据分组可继续被发送。</a:t>
            </a:r>
            <a:endParaRPr lang="en-US" altLang="zh-CN" b="1" dirty="0"/>
          </a:p>
        </p:txBody>
      </p:sp>
      <p:sp>
        <p:nvSpPr>
          <p:cNvPr id="64" name="矩形 63">
            <a:extLst>
              <a:ext uri="{FF2B5EF4-FFF2-40B4-BE49-F238E27FC236}">
                <a16:creationId xmlns:a16="http://schemas.microsoft.com/office/drawing/2014/main" id="{F2C0E03A-C0C7-4A7B-8A8F-A309A45F7043}"/>
              </a:ext>
            </a:extLst>
          </p:cNvPr>
          <p:cNvSpPr/>
          <p:nvPr/>
        </p:nvSpPr>
        <p:spPr>
          <a:xfrm>
            <a:off x="2246300" y="4653180"/>
            <a:ext cx="256976" cy="256976"/>
          </a:xfrm>
          <a:prstGeom prst="rect">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67" name="íşlïḍè">
            <a:extLst>
              <a:ext uri="{FF2B5EF4-FFF2-40B4-BE49-F238E27FC236}">
                <a16:creationId xmlns:a16="http://schemas.microsoft.com/office/drawing/2014/main" id="{EA805FAB-2EC3-4DD2-B010-87E14D7A7E1F}"/>
              </a:ext>
            </a:extLst>
          </p:cNvPr>
          <p:cNvSpPr txBox="1"/>
          <p:nvPr/>
        </p:nvSpPr>
        <p:spPr>
          <a:xfrm>
            <a:off x="2563527" y="4598859"/>
            <a:ext cx="9323673" cy="602502"/>
          </a:xfrm>
          <a:prstGeom prst="rect">
            <a:avLst/>
          </a:prstGeom>
          <a:noFill/>
        </p:spPr>
        <p:txBody>
          <a:bodyPr wrap="square" lIns="91440" tIns="45720" rIns="91440" bIns="45720" anchor="ctr">
            <a:noAutofit/>
          </a:bodyPr>
          <a:lstStyle/>
          <a:p>
            <a:r>
              <a:rPr lang="zh-CN" altLang="en-US" b="1" dirty="0"/>
              <a:t>在回退</a:t>
            </a:r>
            <a:r>
              <a:rPr lang="en-US" altLang="zh-CN" b="1" dirty="0"/>
              <a:t>N</a:t>
            </a:r>
            <a:r>
              <a:rPr lang="zh-CN" altLang="en-US" b="1" dirty="0"/>
              <a:t>帧协议的工作过程中，发送方的发送窗口和接收方的接收窗口按上述规则不断向前滑动。因此，这类协议又称为</a:t>
            </a:r>
            <a:r>
              <a:rPr lang="zh-CN" altLang="en-US" b="1" dirty="0">
                <a:solidFill>
                  <a:schemeClr val="accent1">
                    <a:lumMod val="75000"/>
                  </a:schemeClr>
                </a:solidFill>
              </a:rPr>
              <a:t>滑动窗口协议</a:t>
            </a:r>
            <a:r>
              <a:rPr lang="zh-CN" altLang="en-US" b="1" dirty="0"/>
              <a:t>。</a:t>
            </a:r>
            <a:endParaRPr lang="en-US" altLang="zh-CN" b="1" dirty="0"/>
          </a:p>
        </p:txBody>
      </p:sp>
      <p:sp>
        <p:nvSpPr>
          <p:cNvPr id="49" name="平行四边形 48">
            <a:extLst>
              <a:ext uri="{FF2B5EF4-FFF2-40B4-BE49-F238E27FC236}">
                <a16:creationId xmlns:a16="http://schemas.microsoft.com/office/drawing/2014/main" id="{85E5AFBE-549E-5CA2-3DB5-EBA17E80EF4F}"/>
              </a:ext>
            </a:extLst>
          </p:cNvPr>
          <p:cNvSpPr/>
          <p:nvPr/>
        </p:nvSpPr>
        <p:spPr>
          <a:xfrm>
            <a:off x="304799" y="749300"/>
            <a:ext cx="695119" cy="387090"/>
          </a:xfrm>
          <a:prstGeom prst="parallelogram">
            <a:avLst/>
          </a:prstGeom>
          <a:solidFill>
            <a:schemeClr val="accent3">
              <a:lumMod val="75000"/>
            </a:schemeClr>
          </a:solidFill>
          <a:ln>
            <a:solidFill>
              <a:schemeClr val="accent3">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CN" sz="2200" dirty="0">
                <a:latin typeface="Impact" panose="020B0806030902050204" pitchFamily="34" charset="0"/>
              </a:rPr>
              <a:t>04</a:t>
            </a:r>
            <a:endParaRPr lang="zh-CN" altLang="en-US" sz="2200" dirty="0">
              <a:latin typeface="Impact" panose="020B0806030902050204" pitchFamily="34" charset="0"/>
            </a:endParaRPr>
          </a:p>
        </p:txBody>
      </p:sp>
    </p:spTree>
    <p:custDataLst>
      <p:tags r:id="rId1"/>
    </p:custDataLst>
    <p:extLst>
      <p:ext uri="{BB962C8B-B14F-4D97-AF65-F5344CB8AC3E}">
        <p14:creationId xmlns:p14="http://schemas.microsoft.com/office/powerpoint/2010/main" val="2159778183"/>
      </p:ext>
    </p:extLst>
  </p:cSld>
  <p:clrMapOvr>
    <a:masterClrMapping/>
  </p:clrMapOvr>
  <mc:AlternateContent xmlns:mc="http://schemas.openxmlformats.org/markup-compatibility/2006" xmlns:p14="http://schemas.microsoft.com/office/powerpoint/2010/main">
    <mc:Choice Requires="p14">
      <p:transition p14:dur="10"/>
    </mc:Choice>
    <mc:Fallback xmlns="">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49" presetClass="entr" presetSubtype="0" decel="100000" fill="hold" grpId="0" nodeType="withEffect">
                                  <p:stCondLst>
                                    <p:cond delay="0"/>
                                  </p:stCondLst>
                                  <p:childTnLst>
                                    <p:set>
                                      <p:cBhvr>
                                        <p:cTn id="6" dur="1" fill="hold">
                                          <p:stCondLst>
                                            <p:cond delay="0"/>
                                          </p:stCondLst>
                                        </p:cTn>
                                        <p:tgtEl>
                                          <p:spTgt spid="60"/>
                                        </p:tgtEl>
                                        <p:attrNameLst>
                                          <p:attrName>style.visibility</p:attrName>
                                        </p:attrNameLst>
                                      </p:cBhvr>
                                      <p:to>
                                        <p:strVal val="visible"/>
                                      </p:to>
                                    </p:set>
                                    <p:anim calcmode="lin" valueType="num">
                                      <p:cBhvr>
                                        <p:cTn id="7" dur="500" fill="hold"/>
                                        <p:tgtEl>
                                          <p:spTgt spid="60"/>
                                        </p:tgtEl>
                                        <p:attrNameLst>
                                          <p:attrName>ppt_w</p:attrName>
                                        </p:attrNameLst>
                                      </p:cBhvr>
                                      <p:tavLst>
                                        <p:tav tm="0">
                                          <p:val>
                                            <p:fltVal val="0"/>
                                          </p:val>
                                        </p:tav>
                                        <p:tav tm="100000">
                                          <p:val>
                                            <p:strVal val="#ppt_w"/>
                                          </p:val>
                                        </p:tav>
                                      </p:tavLst>
                                    </p:anim>
                                    <p:anim calcmode="lin" valueType="num">
                                      <p:cBhvr>
                                        <p:cTn id="8" dur="500" fill="hold"/>
                                        <p:tgtEl>
                                          <p:spTgt spid="60"/>
                                        </p:tgtEl>
                                        <p:attrNameLst>
                                          <p:attrName>ppt_h</p:attrName>
                                        </p:attrNameLst>
                                      </p:cBhvr>
                                      <p:tavLst>
                                        <p:tav tm="0">
                                          <p:val>
                                            <p:fltVal val="0"/>
                                          </p:val>
                                        </p:tav>
                                        <p:tav tm="100000">
                                          <p:val>
                                            <p:strVal val="#ppt_h"/>
                                          </p:val>
                                        </p:tav>
                                      </p:tavLst>
                                    </p:anim>
                                    <p:anim calcmode="lin" valueType="num">
                                      <p:cBhvr>
                                        <p:cTn id="9" dur="500" fill="hold"/>
                                        <p:tgtEl>
                                          <p:spTgt spid="60"/>
                                        </p:tgtEl>
                                        <p:attrNameLst>
                                          <p:attrName>style.rotation</p:attrName>
                                        </p:attrNameLst>
                                      </p:cBhvr>
                                      <p:tavLst>
                                        <p:tav tm="0">
                                          <p:val>
                                            <p:fltVal val="360"/>
                                          </p:val>
                                        </p:tav>
                                        <p:tav tm="100000">
                                          <p:val>
                                            <p:fltVal val="0"/>
                                          </p:val>
                                        </p:tav>
                                      </p:tavLst>
                                    </p:anim>
                                    <p:animEffect transition="in" filter="fade">
                                      <p:cBhvr>
                                        <p:cTn id="10" dur="500"/>
                                        <p:tgtEl>
                                          <p:spTgt spid="60"/>
                                        </p:tgtEl>
                                      </p:cBhvr>
                                    </p:animEffect>
                                  </p:childTnLst>
                                </p:cTn>
                              </p:par>
                            </p:childTnLst>
                          </p:cTn>
                        </p:par>
                        <p:par>
                          <p:cTn id="11" fill="hold">
                            <p:stCondLst>
                              <p:cond delay="500"/>
                            </p:stCondLst>
                            <p:childTnLst>
                              <p:par>
                                <p:cTn id="12" presetID="1" presetClass="entr" presetSubtype="0" fill="hold" grpId="0" nodeType="afterEffect">
                                  <p:stCondLst>
                                    <p:cond delay="0"/>
                                  </p:stCondLst>
                                  <p:iterate type="lt">
                                    <p:tmAbs val="100"/>
                                  </p:iterate>
                                  <p:childTnLst>
                                    <p:set>
                                      <p:cBhvr>
                                        <p:cTn id="13" dur="1" fill="hold">
                                          <p:stCondLst>
                                            <p:cond delay="0"/>
                                          </p:stCondLst>
                                        </p:cTn>
                                        <p:tgtEl>
                                          <p:spTgt spid="61"/>
                                        </p:tgtEl>
                                        <p:attrNameLst>
                                          <p:attrName>style.visibility</p:attrName>
                                        </p:attrNameLst>
                                      </p:cBhvr>
                                      <p:to>
                                        <p:strVal val="visible"/>
                                      </p:to>
                                    </p:set>
                                  </p:childTnLst>
                                </p:cTn>
                              </p:par>
                            </p:childTnLst>
                          </p:cTn>
                        </p:par>
                      </p:childTnLst>
                    </p:cTn>
                  </p:par>
                  <p:par>
                    <p:cTn id="14" fill="hold">
                      <p:stCondLst>
                        <p:cond delay="indefinite"/>
                      </p:stCondLst>
                      <p:childTnLst>
                        <p:par>
                          <p:cTn id="15" fill="hold">
                            <p:stCondLst>
                              <p:cond delay="0"/>
                            </p:stCondLst>
                            <p:childTnLst>
                              <p:par>
                                <p:cTn id="16" presetID="49" presetClass="entr" presetSubtype="0" decel="100000" fill="hold" grpId="0" nodeType="clickEffect">
                                  <p:stCondLst>
                                    <p:cond delay="0"/>
                                  </p:stCondLst>
                                  <p:childTnLst>
                                    <p:set>
                                      <p:cBhvr>
                                        <p:cTn id="17" dur="1" fill="hold">
                                          <p:stCondLst>
                                            <p:cond delay="0"/>
                                          </p:stCondLst>
                                        </p:cTn>
                                        <p:tgtEl>
                                          <p:spTgt spid="62"/>
                                        </p:tgtEl>
                                        <p:attrNameLst>
                                          <p:attrName>style.visibility</p:attrName>
                                        </p:attrNameLst>
                                      </p:cBhvr>
                                      <p:to>
                                        <p:strVal val="visible"/>
                                      </p:to>
                                    </p:set>
                                    <p:anim calcmode="lin" valueType="num">
                                      <p:cBhvr>
                                        <p:cTn id="18" dur="500" fill="hold"/>
                                        <p:tgtEl>
                                          <p:spTgt spid="62"/>
                                        </p:tgtEl>
                                        <p:attrNameLst>
                                          <p:attrName>ppt_w</p:attrName>
                                        </p:attrNameLst>
                                      </p:cBhvr>
                                      <p:tavLst>
                                        <p:tav tm="0">
                                          <p:val>
                                            <p:fltVal val="0"/>
                                          </p:val>
                                        </p:tav>
                                        <p:tav tm="100000">
                                          <p:val>
                                            <p:strVal val="#ppt_w"/>
                                          </p:val>
                                        </p:tav>
                                      </p:tavLst>
                                    </p:anim>
                                    <p:anim calcmode="lin" valueType="num">
                                      <p:cBhvr>
                                        <p:cTn id="19" dur="500" fill="hold"/>
                                        <p:tgtEl>
                                          <p:spTgt spid="62"/>
                                        </p:tgtEl>
                                        <p:attrNameLst>
                                          <p:attrName>ppt_h</p:attrName>
                                        </p:attrNameLst>
                                      </p:cBhvr>
                                      <p:tavLst>
                                        <p:tav tm="0">
                                          <p:val>
                                            <p:fltVal val="0"/>
                                          </p:val>
                                        </p:tav>
                                        <p:tav tm="100000">
                                          <p:val>
                                            <p:strVal val="#ppt_h"/>
                                          </p:val>
                                        </p:tav>
                                      </p:tavLst>
                                    </p:anim>
                                    <p:anim calcmode="lin" valueType="num">
                                      <p:cBhvr>
                                        <p:cTn id="20" dur="500" fill="hold"/>
                                        <p:tgtEl>
                                          <p:spTgt spid="62"/>
                                        </p:tgtEl>
                                        <p:attrNameLst>
                                          <p:attrName>style.rotation</p:attrName>
                                        </p:attrNameLst>
                                      </p:cBhvr>
                                      <p:tavLst>
                                        <p:tav tm="0">
                                          <p:val>
                                            <p:fltVal val="360"/>
                                          </p:val>
                                        </p:tav>
                                        <p:tav tm="100000">
                                          <p:val>
                                            <p:fltVal val="0"/>
                                          </p:val>
                                        </p:tav>
                                      </p:tavLst>
                                    </p:anim>
                                    <p:animEffect transition="in" filter="fade">
                                      <p:cBhvr>
                                        <p:cTn id="21" dur="500"/>
                                        <p:tgtEl>
                                          <p:spTgt spid="62"/>
                                        </p:tgtEl>
                                      </p:cBhvr>
                                    </p:animEffect>
                                  </p:childTnLst>
                                </p:cTn>
                              </p:par>
                            </p:childTnLst>
                          </p:cTn>
                        </p:par>
                        <p:par>
                          <p:cTn id="22" fill="hold">
                            <p:stCondLst>
                              <p:cond delay="500"/>
                            </p:stCondLst>
                            <p:childTnLst>
                              <p:par>
                                <p:cTn id="23" presetID="1" presetClass="entr" presetSubtype="0" fill="hold" grpId="0" nodeType="afterEffect">
                                  <p:stCondLst>
                                    <p:cond delay="0"/>
                                  </p:stCondLst>
                                  <p:iterate type="lt">
                                    <p:tmAbs val="100"/>
                                  </p:iterate>
                                  <p:childTnLst>
                                    <p:set>
                                      <p:cBhvr>
                                        <p:cTn id="24" dur="1" fill="hold">
                                          <p:stCondLst>
                                            <p:cond delay="0"/>
                                          </p:stCondLst>
                                        </p:cTn>
                                        <p:tgtEl>
                                          <p:spTgt spid="63"/>
                                        </p:tgtEl>
                                        <p:attrNameLst>
                                          <p:attrName>style.visibility</p:attrName>
                                        </p:attrNameLst>
                                      </p:cBhvr>
                                      <p:to>
                                        <p:strVal val="visible"/>
                                      </p:to>
                                    </p:set>
                                  </p:childTnLst>
                                </p:cTn>
                              </p:par>
                            </p:childTnLst>
                          </p:cTn>
                        </p:par>
                      </p:childTnLst>
                    </p:cTn>
                  </p:par>
                  <p:par>
                    <p:cTn id="25" fill="hold">
                      <p:stCondLst>
                        <p:cond delay="indefinite"/>
                      </p:stCondLst>
                      <p:childTnLst>
                        <p:par>
                          <p:cTn id="26" fill="hold">
                            <p:stCondLst>
                              <p:cond delay="0"/>
                            </p:stCondLst>
                            <p:childTnLst>
                              <p:par>
                                <p:cTn id="27" presetID="49" presetClass="entr" presetSubtype="0" decel="100000" fill="hold" grpId="0" nodeType="clickEffect">
                                  <p:stCondLst>
                                    <p:cond delay="0"/>
                                  </p:stCondLst>
                                  <p:childTnLst>
                                    <p:set>
                                      <p:cBhvr>
                                        <p:cTn id="28" dur="1" fill="hold">
                                          <p:stCondLst>
                                            <p:cond delay="0"/>
                                          </p:stCondLst>
                                        </p:cTn>
                                        <p:tgtEl>
                                          <p:spTgt spid="64"/>
                                        </p:tgtEl>
                                        <p:attrNameLst>
                                          <p:attrName>style.visibility</p:attrName>
                                        </p:attrNameLst>
                                      </p:cBhvr>
                                      <p:to>
                                        <p:strVal val="visible"/>
                                      </p:to>
                                    </p:set>
                                    <p:anim calcmode="lin" valueType="num">
                                      <p:cBhvr>
                                        <p:cTn id="29" dur="500" fill="hold"/>
                                        <p:tgtEl>
                                          <p:spTgt spid="64"/>
                                        </p:tgtEl>
                                        <p:attrNameLst>
                                          <p:attrName>ppt_w</p:attrName>
                                        </p:attrNameLst>
                                      </p:cBhvr>
                                      <p:tavLst>
                                        <p:tav tm="0">
                                          <p:val>
                                            <p:fltVal val="0"/>
                                          </p:val>
                                        </p:tav>
                                        <p:tav tm="100000">
                                          <p:val>
                                            <p:strVal val="#ppt_w"/>
                                          </p:val>
                                        </p:tav>
                                      </p:tavLst>
                                    </p:anim>
                                    <p:anim calcmode="lin" valueType="num">
                                      <p:cBhvr>
                                        <p:cTn id="30" dur="500" fill="hold"/>
                                        <p:tgtEl>
                                          <p:spTgt spid="64"/>
                                        </p:tgtEl>
                                        <p:attrNameLst>
                                          <p:attrName>ppt_h</p:attrName>
                                        </p:attrNameLst>
                                      </p:cBhvr>
                                      <p:tavLst>
                                        <p:tav tm="0">
                                          <p:val>
                                            <p:fltVal val="0"/>
                                          </p:val>
                                        </p:tav>
                                        <p:tav tm="100000">
                                          <p:val>
                                            <p:strVal val="#ppt_h"/>
                                          </p:val>
                                        </p:tav>
                                      </p:tavLst>
                                    </p:anim>
                                    <p:anim calcmode="lin" valueType="num">
                                      <p:cBhvr>
                                        <p:cTn id="31" dur="500" fill="hold"/>
                                        <p:tgtEl>
                                          <p:spTgt spid="64"/>
                                        </p:tgtEl>
                                        <p:attrNameLst>
                                          <p:attrName>style.rotation</p:attrName>
                                        </p:attrNameLst>
                                      </p:cBhvr>
                                      <p:tavLst>
                                        <p:tav tm="0">
                                          <p:val>
                                            <p:fltVal val="360"/>
                                          </p:val>
                                        </p:tav>
                                        <p:tav tm="100000">
                                          <p:val>
                                            <p:fltVal val="0"/>
                                          </p:val>
                                        </p:tav>
                                      </p:tavLst>
                                    </p:anim>
                                    <p:animEffect transition="in" filter="fade">
                                      <p:cBhvr>
                                        <p:cTn id="32" dur="500"/>
                                        <p:tgtEl>
                                          <p:spTgt spid="64"/>
                                        </p:tgtEl>
                                      </p:cBhvr>
                                    </p:animEffect>
                                  </p:childTnLst>
                                </p:cTn>
                              </p:par>
                            </p:childTnLst>
                          </p:cTn>
                        </p:par>
                        <p:par>
                          <p:cTn id="33" fill="hold">
                            <p:stCondLst>
                              <p:cond delay="500"/>
                            </p:stCondLst>
                            <p:childTnLst>
                              <p:par>
                                <p:cTn id="34" presetID="1" presetClass="entr" presetSubtype="0" fill="hold" grpId="0" nodeType="afterEffect">
                                  <p:stCondLst>
                                    <p:cond delay="0"/>
                                  </p:stCondLst>
                                  <p:iterate type="lt">
                                    <p:tmAbs val="100"/>
                                  </p:iterate>
                                  <p:childTnLst>
                                    <p:set>
                                      <p:cBhvr>
                                        <p:cTn id="35" dur="1" fill="hold">
                                          <p:stCondLst>
                                            <p:cond delay="0"/>
                                          </p:stCondLst>
                                        </p:cTn>
                                        <p:tgtEl>
                                          <p:spTgt spid="67"/>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60" grpId="0" animBg="1"/>
      <p:bldP spid="61" grpId="0"/>
      <p:bldP spid="62" grpId="0" animBg="1"/>
      <p:bldP spid="63" grpId="0"/>
      <p:bldP spid="64" grpId="0" animBg="1"/>
      <p:bldP spid="67" grpId="0"/>
    </p:bldLst>
  </p:timing>
</p:sld>
</file>

<file path=ppt/slides/slide14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6" name="组合 5">
            <a:extLst>
              <a:ext uri="{FF2B5EF4-FFF2-40B4-BE49-F238E27FC236}">
                <a16:creationId xmlns:a16="http://schemas.microsoft.com/office/drawing/2014/main" id="{35D57BA3-C33A-4413-B558-3B4EE4F3080F}"/>
              </a:ext>
            </a:extLst>
          </p:cNvPr>
          <p:cNvGrpSpPr/>
          <p:nvPr/>
        </p:nvGrpSpPr>
        <p:grpSpPr>
          <a:xfrm>
            <a:off x="2146413" y="1363110"/>
            <a:ext cx="1067217" cy="917885"/>
            <a:chOff x="2146413" y="1363110"/>
            <a:chExt cx="1067217" cy="917885"/>
          </a:xfrm>
        </p:grpSpPr>
        <p:sp>
          <p:nvSpPr>
            <p:cNvPr id="34" name="矩形 33">
              <a:extLst>
                <a:ext uri="{FF2B5EF4-FFF2-40B4-BE49-F238E27FC236}">
                  <a16:creationId xmlns:a16="http://schemas.microsoft.com/office/drawing/2014/main" id="{C0C70259-4145-42A4-A97E-2108291E4ADC}"/>
                </a:ext>
              </a:extLst>
            </p:cNvPr>
            <p:cNvSpPr/>
            <p:nvPr/>
          </p:nvSpPr>
          <p:spPr>
            <a:xfrm>
              <a:off x="2300222" y="1739531"/>
              <a:ext cx="759600" cy="541464"/>
            </a:xfrm>
            <a:prstGeom prst="rect">
              <a:avLst/>
            </a:prstGeom>
            <a:solidFill>
              <a:schemeClr val="accent4"/>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mc:AlternateContent xmlns:mc="http://schemas.openxmlformats.org/markup-compatibility/2006" xmlns:a14="http://schemas.microsoft.com/office/drawing/2010/main">
          <mc:Choice Requires="a14">
            <p:sp>
              <p:nvSpPr>
                <p:cNvPr id="35" name="文本框 34">
                  <a:extLst>
                    <a:ext uri="{FF2B5EF4-FFF2-40B4-BE49-F238E27FC236}">
                      <a16:creationId xmlns:a16="http://schemas.microsoft.com/office/drawing/2014/main" id="{EE98B7EB-F32B-4A4F-9072-DF021D7DCAD9}"/>
                    </a:ext>
                  </a:extLst>
                </p:cNvPr>
                <p:cNvSpPr txBox="1"/>
                <p:nvPr/>
              </p:nvSpPr>
              <p:spPr>
                <a:xfrm>
                  <a:off x="2146413" y="1363110"/>
                  <a:ext cx="1067217" cy="369332"/>
                </a:xfrm>
                <a:prstGeom prst="rect">
                  <a:avLst/>
                </a:prstGeom>
                <a:noFill/>
              </p:spPr>
              <p:txBody>
                <a:bodyPr wrap="square">
                  <a:spAutoFit/>
                </a:bodyPr>
                <a:lstStyle/>
                <a:p>
                  <a:pPr/>
                  <a14:m>
                    <m:oMathPara xmlns:m="http://schemas.openxmlformats.org/officeDocument/2006/math">
                      <m:oMathParaPr>
                        <m:jc m:val="centerGroup"/>
                      </m:oMathParaPr>
                      <m:oMath xmlns:m="http://schemas.openxmlformats.org/officeDocument/2006/math">
                        <m:sSub>
                          <m:sSubPr>
                            <m:ctrlPr>
                              <a:rPr lang="en-US" altLang="zh-CN" b="1" i="1" smtClean="0">
                                <a:solidFill>
                                  <a:schemeClr val="accent4"/>
                                </a:solidFill>
                                <a:latin typeface="Cambria Math" panose="02040503050406030204" pitchFamily="18" charset="0"/>
                              </a:rPr>
                            </m:ctrlPr>
                          </m:sSubPr>
                          <m:e>
                            <m:r>
                              <a:rPr lang="en-US" altLang="zh-CN" b="1" i="1" smtClean="0">
                                <a:solidFill>
                                  <a:schemeClr val="accent4"/>
                                </a:solidFill>
                                <a:latin typeface="Cambria Math" panose="02040503050406030204" pitchFamily="18" charset="0"/>
                              </a:rPr>
                              <m:t>𝑾</m:t>
                            </m:r>
                          </m:e>
                          <m:sub>
                            <m:r>
                              <a:rPr lang="en-US" altLang="zh-CN" b="1" i="1" smtClean="0">
                                <a:solidFill>
                                  <a:schemeClr val="accent4"/>
                                </a:solidFill>
                                <a:latin typeface="Cambria Math" panose="02040503050406030204" pitchFamily="18" charset="0"/>
                              </a:rPr>
                              <m:t>𝑹</m:t>
                            </m:r>
                          </m:sub>
                        </m:sSub>
                        <m:r>
                          <a:rPr lang="en-US" altLang="zh-CN" b="1" i="1" smtClean="0">
                            <a:solidFill>
                              <a:schemeClr val="accent4"/>
                            </a:solidFill>
                            <a:latin typeface="Cambria Math" panose="02040503050406030204" pitchFamily="18" charset="0"/>
                          </a:rPr>
                          <m:t>=</m:t>
                        </m:r>
                        <m:r>
                          <a:rPr lang="en-US" altLang="zh-CN" b="1" i="1" smtClean="0">
                            <a:solidFill>
                              <a:schemeClr val="accent4"/>
                            </a:solidFill>
                            <a:latin typeface="Cambria Math" panose="02040503050406030204" pitchFamily="18" charset="0"/>
                          </a:rPr>
                          <m:t>𝟏</m:t>
                        </m:r>
                      </m:oMath>
                    </m:oMathPara>
                  </a14:m>
                  <a:endParaRPr lang="zh-CN" altLang="en-US" dirty="0">
                    <a:solidFill>
                      <a:schemeClr val="accent3"/>
                    </a:solidFill>
                  </a:endParaRPr>
                </a:p>
              </p:txBody>
            </p:sp>
          </mc:Choice>
          <mc:Fallback xmlns="">
            <p:sp>
              <p:nvSpPr>
                <p:cNvPr id="35" name="文本框 34">
                  <a:extLst>
                    <a:ext uri="{FF2B5EF4-FFF2-40B4-BE49-F238E27FC236}">
                      <a16:creationId xmlns:a16="http://schemas.microsoft.com/office/drawing/2014/main" id="{EE98B7EB-F32B-4A4F-9072-DF021D7DCAD9}"/>
                    </a:ext>
                  </a:extLst>
                </p:cNvPr>
                <p:cNvSpPr txBox="1">
                  <a:spLocks noRot="1" noChangeAspect="1" noMove="1" noResize="1" noEditPoints="1" noAdjustHandles="1" noChangeArrowheads="1" noChangeShapeType="1" noTextEdit="1"/>
                </p:cNvSpPr>
                <p:nvPr/>
              </p:nvSpPr>
              <p:spPr>
                <a:xfrm>
                  <a:off x="2146413" y="1363110"/>
                  <a:ext cx="1067217" cy="369332"/>
                </a:xfrm>
                <a:prstGeom prst="rect">
                  <a:avLst/>
                </a:prstGeom>
                <a:blipFill>
                  <a:blip r:embed="rId3"/>
                  <a:stretch>
                    <a:fillRect b="-3333"/>
                  </a:stretch>
                </a:blipFill>
              </p:spPr>
              <p:txBody>
                <a:bodyPr/>
                <a:lstStyle/>
                <a:p>
                  <a:r>
                    <a:rPr lang="zh-CN" altLang="en-US">
                      <a:noFill/>
                    </a:rPr>
                    <a:t> </a:t>
                  </a:r>
                </a:p>
              </p:txBody>
            </p:sp>
          </mc:Fallback>
        </mc:AlternateContent>
      </p:grpSp>
      <p:grpSp>
        <p:nvGrpSpPr>
          <p:cNvPr id="7" name="组合 6">
            <a:extLst>
              <a:ext uri="{FF2B5EF4-FFF2-40B4-BE49-F238E27FC236}">
                <a16:creationId xmlns:a16="http://schemas.microsoft.com/office/drawing/2014/main" id="{00A9CCE1-949C-4E54-97A1-6025FF974983}"/>
              </a:ext>
            </a:extLst>
          </p:cNvPr>
          <p:cNvGrpSpPr/>
          <p:nvPr/>
        </p:nvGrpSpPr>
        <p:grpSpPr>
          <a:xfrm>
            <a:off x="2302929" y="5098286"/>
            <a:ext cx="3780000" cy="910796"/>
            <a:chOff x="2302929" y="5098286"/>
            <a:chExt cx="3780000" cy="910796"/>
          </a:xfrm>
        </p:grpSpPr>
        <p:sp>
          <p:nvSpPr>
            <p:cNvPr id="5" name="矩形 4">
              <a:extLst>
                <a:ext uri="{FF2B5EF4-FFF2-40B4-BE49-F238E27FC236}">
                  <a16:creationId xmlns:a16="http://schemas.microsoft.com/office/drawing/2014/main" id="{ABCDD6AB-497D-42FD-B822-48DB3891082B}"/>
                </a:ext>
              </a:extLst>
            </p:cNvPr>
            <p:cNvSpPr/>
            <p:nvPr/>
          </p:nvSpPr>
          <p:spPr>
            <a:xfrm>
              <a:off x="2302929" y="5467618"/>
              <a:ext cx="3780000" cy="541464"/>
            </a:xfrm>
            <a:prstGeom prst="rect">
              <a:avLst/>
            </a:prstGeom>
            <a:solidFill>
              <a:schemeClr val="accent3"/>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mc:AlternateContent xmlns:mc="http://schemas.openxmlformats.org/markup-compatibility/2006" xmlns:a14="http://schemas.microsoft.com/office/drawing/2010/main">
          <mc:Choice Requires="a14">
            <p:sp>
              <p:nvSpPr>
                <p:cNvPr id="23" name="文本框 22">
                  <a:extLst>
                    <a:ext uri="{FF2B5EF4-FFF2-40B4-BE49-F238E27FC236}">
                      <a16:creationId xmlns:a16="http://schemas.microsoft.com/office/drawing/2014/main" id="{ABC03EEA-26BD-4845-8ACC-3FB7B6DA9132}"/>
                    </a:ext>
                  </a:extLst>
                </p:cNvPr>
                <p:cNvSpPr txBox="1"/>
                <p:nvPr/>
              </p:nvSpPr>
              <p:spPr>
                <a:xfrm>
                  <a:off x="3659320" y="5098286"/>
                  <a:ext cx="1067217" cy="369332"/>
                </a:xfrm>
                <a:prstGeom prst="rect">
                  <a:avLst/>
                </a:prstGeom>
                <a:noFill/>
              </p:spPr>
              <p:txBody>
                <a:bodyPr wrap="square">
                  <a:spAutoFit/>
                </a:bodyPr>
                <a:lstStyle/>
                <a:p>
                  <a:pPr/>
                  <a14:m>
                    <m:oMathPara xmlns:m="http://schemas.openxmlformats.org/officeDocument/2006/math">
                      <m:oMathParaPr>
                        <m:jc m:val="centerGroup"/>
                      </m:oMathParaPr>
                      <m:oMath xmlns:m="http://schemas.openxmlformats.org/officeDocument/2006/math">
                        <m:sSub>
                          <m:sSubPr>
                            <m:ctrlPr>
                              <a:rPr lang="en-US" altLang="zh-CN" b="1" i="1" smtClean="0">
                                <a:solidFill>
                                  <a:schemeClr val="accent3"/>
                                </a:solidFill>
                                <a:latin typeface="Cambria Math" panose="02040503050406030204" pitchFamily="18" charset="0"/>
                              </a:rPr>
                            </m:ctrlPr>
                          </m:sSubPr>
                          <m:e>
                            <m:r>
                              <a:rPr lang="en-US" altLang="zh-CN" b="1" i="1" smtClean="0">
                                <a:solidFill>
                                  <a:schemeClr val="accent3"/>
                                </a:solidFill>
                                <a:latin typeface="Cambria Math" panose="02040503050406030204" pitchFamily="18" charset="0"/>
                              </a:rPr>
                              <m:t>𝑾</m:t>
                            </m:r>
                          </m:e>
                          <m:sub>
                            <m:r>
                              <a:rPr lang="en-US" altLang="zh-CN" b="1" i="1" smtClean="0">
                                <a:solidFill>
                                  <a:schemeClr val="accent3"/>
                                </a:solidFill>
                                <a:latin typeface="Cambria Math" panose="02040503050406030204" pitchFamily="18" charset="0"/>
                              </a:rPr>
                              <m:t>𝑻</m:t>
                            </m:r>
                          </m:sub>
                        </m:sSub>
                        <m:r>
                          <a:rPr lang="en-US" altLang="zh-CN" b="1" i="1" smtClean="0">
                            <a:solidFill>
                              <a:schemeClr val="accent3"/>
                            </a:solidFill>
                            <a:latin typeface="Cambria Math" panose="02040503050406030204" pitchFamily="18" charset="0"/>
                          </a:rPr>
                          <m:t>=</m:t>
                        </m:r>
                        <m:r>
                          <a:rPr lang="en-US" altLang="zh-CN" b="1" i="1" smtClean="0">
                            <a:solidFill>
                              <a:schemeClr val="accent3"/>
                            </a:solidFill>
                            <a:latin typeface="Cambria Math" panose="02040503050406030204" pitchFamily="18" charset="0"/>
                          </a:rPr>
                          <m:t>𝟓</m:t>
                        </m:r>
                      </m:oMath>
                    </m:oMathPara>
                  </a14:m>
                  <a:endParaRPr lang="zh-CN" altLang="en-US" dirty="0">
                    <a:solidFill>
                      <a:schemeClr val="accent3"/>
                    </a:solidFill>
                  </a:endParaRPr>
                </a:p>
              </p:txBody>
            </p:sp>
          </mc:Choice>
          <mc:Fallback xmlns="">
            <p:sp>
              <p:nvSpPr>
                <p:cNvPr id="23" name="文本框 22">
                  <a:extLst>
                    <a:ext uri="{FF2B5EF4-FFF2-40B4-BE49-F238E27FC236}">
                      <a16:creationId xmlns:a16="http://schemas.microsoft.com/office/drawing/2014/main" id="{ABC03EEA-26BD-4845-8ACC-3FB7B6DA9132}"/>
                    </a:ext>
                  </a:extLst>
                </p:cNvPr>
                <p:cNvSpPr txBox="1">
                  <a:spLocks noRot="1" noChangeAspect="1" noMove="1" noResize="1" noEditPoints="1" noAdjustHandles="1" noChangeArrowheads="1" noChangeShapeType="1" noTextEdit="1"/>
                </p:cNvSpPr>
                <p:nvPr/>
              </p:nvSpPr>
              <p:spPr>
                <a:xfrm>
                  <a:off x="3659320" y="5098286"/>
                  <a:ext cx="1067217" cy="369332"/>
                </a:xfrm>
                <a:prstGeom prst="rect">
                  <a:avLst/>
                </a:prstGeom>
                <a:blipFill>
                  <a:blip r:embed="rId4"/>
                  <a:stretch>
                    <a:fillRect b="-3279"/>
                  </a:stretch>
                </a:blipFill>
              </p:spPr>
              <p:txBody>
                <a:bodyPr/>
                <a:lstStyle/>
                <a:p>
                  <a:r>
                    <a:rPr lang="zh-CN" altLang="en-US">
                      <a:noFill/>
                    </a:rPr>
                    <a:t> </a:t>
                  </a:r>
                </a:p>
              </p:txBody>
            </p:sp>
          </mc:Fallback>
        </mc:AlternateContent>
      </p:grpSp>
      <p:grpSp>
        <p:nvGrpSpPr>
          <p:cNvPr id="4" name="组合 3">
            <a:extLst>
              <a:ext uri="{FF2B5EF4-FFF2-40B4-BE49-F238E27FC236}">
                <a16:creationId xmlns:a16="http://schemas.microsoft.com/office/drawing/2014/main" id="{9A1EA9F2-FCB6-48C3-935F-7AE7E3AD14AC}"/>
              </a:ext>
            </a:extLst>
          </p:cNvPr>
          <p:cNvGrpSpPr/>
          <p:nvPr/>
        </p:nvGrpSpPr>
        <p:grpSpPr>
          <a:xfrm>
            <a:off x="304800" y="749300"/>
            <a:ext cx="6192344" cy="400110"/>
            <a:chOff x="424117" y="898245"/>
            <a:chExt cx="6192344" cy="400110"/>
          </a:xfrm>
        </p:grpSpPr>
        <p:sp>
          <p:nvSpPr>
            <p:cNvPr id="2" name="平行四边形 1">
              <a:extLst>
                <a:ext uri="{FF2B5EF4-FFF2-40B4-BE49-F238E27FC236}">
                  <a16:creationId xmlns:a16="http://schemas.microsoft.com/office/drawing/2014/main" id="{1F5BAA3F-9845-4F89-A2DD-8222D3E4EDAC}"/>
                </a:ext>
              </a:extLst>
            </p:cNvPr>
            <p:cNvSpPr/>
            <p:nvPr/>
          </p:nvSpPr>
          <p:spPr>
            <a:xfrm>
              <a:off x="424117" y="898245"/>
              <a:ext cx="628306" cy="387090"/>
            </a:xfrm>
            <a:prstGeom prst="parallelogram">
              <a:avLst/>
            </a:prstGeom>
            <a:solidFill>
              <a:schemeClr val="accent3">
                <a:lumMod val="75000"/>
              </a:schemeClr>
            </a:solidFill>
            <a:ln>
              <a:solidFill>
                <a:schemeClr val="accent3">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CN" sz="2200" dirty="0">
                  <a:latin typeface="Impact" panose="020B0806030902050204" pitchFamily="34" charset="0"/>
                </a:rPr>
                <a:t>01</a:t>
              </a:r>
              <a:endParaRPr lang="zh-CN" altLang="en-US" sz="2200" dirty="0">
                <a:latin typeface="Impact" panose="020B0806030902050204" pitchFamily="34" charset="0"/>
              </a:endParaRPr>
            </a:p>
          </p:txBody>
        </p:sp>
        <p:sp>
          <p:nvSpPr>
            <p:cNvPr id="3" name="文本框 2">
              <a:extLst>
                <a:ext uri="{FF2B5EF4-FFF2-40B4-BE49-F238E27FC236}">
                  <a16:creationId xmlns:a16="http://schemas.microsoft.com/office/drawing/2014/main" id="{4D6BD736-A4D3-4F26-AFED-36E11F50F70B}"/>
                </a:ext>
              </a:extLst>
            </p:cNvPr>
            <p:cNvSpPr txBox="1"/>
            <p:nvPr/>
          </p:nvSpPr>
          <p:spPr>
            <a:xfrm>
              <a:off x="1052423" y="898245"/>
              <a:ext cx="5564038" cy="400110"/>
            </a:xfrm>
            <a:prstGeom prst="rect">
              <a:avLst/>
            </a:prstGeom>
            <a:noFill/>
          </p:spPr>
          <p:txBody>
            <a:bodyPr wrap="square" rtlCol="0">
              <a:spAutoFit/>
            </a:bodyPr>
            <a:lstStyle/>
            <a:p>
              <a:r>
                <a:rPr lang="zh-CN" altLang="en-US" sz="2000" b="1" dirty="0"/>
                <a:t>回退</a:t>
              </a:r>
              <a:r>
                <a:rPr lang="en-US" altLang="zh-CN" sz="2000" b="1" dirty="0"/>
                <a:t>N</a:t>
              </a:r>
              <a:r>
                <a:rPr lang="zh-CN" altLang="en-US" sz="2000" b="1" dirty="0"/>
                <a:t>帧协议</a:t>
              </a:r>
            </a:p>
          </p:txBody>
        </p:sp>
      </p:grpSp>
      <p:grpSp>
        <p:nvGrpSpPr>
          <p:cNvPr id="20" name="组合 19">
            <a:extLst>
              <a:ext uri="{FF2B5EF4-FFF2-40B4-BE49-F238E27FC236}">
                <a16:creationId xmlns:a16="http://schemas.microsoft.com/office/drawing/2014/main" id="{87756F0E-46C2-4571-B23D-C8472E9FD1FB}"/>
              </a:ext>
            </a:extLst>
          </p:cNvPr>
          <p:cNvGrpSpPr/>
          <p:nvPr/>
        </p:nvGrpSpPr>
        <p:grpSpPr>
          <a:xfrm>
            <a:off x="475097" y="1263518"/>
            <a:ext cx="1355161" cy="5114896"/>
            <a:chOff x="475097" y="1263518"/>
            <a:chExt cx="1355161" cy="5114896"/>
          </a:xfrm>
        </p:grpSpPr>
        <p:cxnSp>
          <p:nvCxnSpPr>
            <p:cNvPr id="17" name="直接连接符 16">
              <a:extLst>
                <a:ext uri="{FF2B5EF4-FFF2-40B4-BE49-F238E27FC236}">
                  <a16:creationId xmlns:a16="http://schemas.microsoft.com/office/drawing/2014/main" id="{5A41A17A-7B81-47D8-BDBB-76B8F1AA71D6}"/>
                </a:ext>
              </a:extLst>
            </p:cNvPr>
            <p:cNvCxnSpPr>
              <a:cxnSpLocks/>
            </p:cNvCxnSpPr>
            <p:nvPr/>
          </p:nvCxnSpPr>
          <p:spPr>
            <a:xfrm flipV="1">
              <a:off x="1208367" y="2012996"/>
              <a:ext cx="0" cy="3813858"/>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nvGrpSpPr>
            <p:cNvPr id="9" name="组合 8">
              <a:extLst>
                <a:ext uri="{FF2B5EF4-FFF2-40B4-BE49-F238E27FC236}">
                  <a16:creationId xmlns:a16="http://schemas.microsoft.com/office/drawing/2014/main" id="{A2B5FA1F-35FA-42E7-8D74-E7431B6AAA3C}"/>
                </a:ext>
              </a:extLst>
            </p:cNvPr>
            <p:cNvGrpSpPr/>
            <p:nvPr/>
          </p:nvGrpSpPr>
          <p:grpSpPr>
            <a:xfrm>
              <a:off x="700096" y="5368000"/>
              <a:ext cx="905164" cy="1010414"/>
              <a:chOff x="700096" y="5368000"/>
              <a:chExt cx="905164" cy="1010414"/>
            </a:xfrm>
          </p:grpSpPr>
          <p:pic>
            <p:nvPicPr>
              <p:cNvPr id="214" name="图形 213">
                <a:extLst>
                  <a:ext uri="{FF2B5EF4-FFF2-40B4-BE49-F238E27FC236}">
                    <a16:creationId xmlns:a16="http://schemas.microsoft.com/office/drawing/2014/main" id="{D949CB40-4FF6-4E8C-991B-66D24C6ADF05}"/>
                  </a:ext>
                </a:extLst>
              </p:cNvPr>
              <p:cNvPicPr>
                <a:picLocks noChangeAspect="1"/>
              </p:cNvPicPr>
              <p:nvPr/>
            </p:nvPicPr>
            <p:blipFill>
              <a:blip r:embed="rId5">
                <a:extLst>
                  <a:ext uri="{28A0092B-C50C-407E-A947-70E740481C1C}">
                    <a14:useLocalDpi xmlns:a14="http://schemas.microsoft.com/office/drawing/2010/main" val="0"/>
                  </a:ext>
                  <a:ext uri="{96DAC541-7B7A-43D3-8B79-37D633B846F1}">
                    <asvg:svgBlip xmlns:asvg="http://schemas.microsoft.com/office/drawing/2016/SVG/main" r:embed="rId6"/>
                  </a:ext>
                </a:extLst>
              </a:blip>
              <a:stretch>
                <a:fillRect/>
              </a:stretch>
            </p:blipFill>
            <p:spPr>
              <a:xfrm>
                <a:off x="821271" y="5368000"/>
                <a:ext cx="662814" cy="641082"/>
              </a:xfrm>
              <a:prstGeom prst="rect">
                <a:avLst/>
              </a:prstGeom>
            </p:spPr>
          </p:pic>
          <p:sp>
            <p:nvSpPr>
              <p:cNvPr id="218" name="文本框 217">
                <a:extLst>
                  <a:ext uri="{FF2B5EF4-FFF2-40B4-BE49-F238E27FC236}">
                    <a16:creationId xmlns:a16="http://schemas.microsoft.com/office/drawing/2014/main" id="{584D12FE-712D-432B-A48B-3084189F6B6C}"/>
                  </a:ext>
                </a:extLst>
              </p:cNvPr>
              <p:cNvSpPr txBox="1"/>
              <p:nvPr/>
            </p:nvSpPr>
            <p:spPr>
              <a:xfrm>
                <a:off x="700096" y="6009082"/>
                <a:ext cx="905164" cy="369332"/>
              </a:xfrm>
              <a:prstGeom prst="rect">
                <a:avLst/>
              </a:prstGeom>
              <a:noFill/>
            </p:spPr>
            <p:txBody>
              <a:bodyPr wrap="square" rtlCol="0">
                <a:spAutoFit/>
              </a:bodyPr>
              <a:lstStyle/>
              <a:p>
                <a:r>
                  <a:rPr lang="zh-CN" altLang="en-US" b="1" dirty="0">
                    <a:latin typeface="+mn-ea"/>
                  </a:rPr>
                  <a:t>发送方</a:t>
                </a:r>
              </a:p>
            </p:txBody>
          </p:sp>
        </p:grpSp>
        <p:grpSp>
          <p:nvGrpSpPr>
            <p:cNvPr id="8" name="组合 7">
              <a:extLst>
                <a:ext uri="{FF2B5EF4-FFF2-40B4-BE49-F238E27FC236}">
                  <a16:creationId xmlns:a16="http://schemas.microsoft.com/office/drawing/2014/main" id="{0ACAF080-95D4-4F76-A817-06EA84E449C9}"/>
                </a:ext>
              </a:extLst>
            </p:cNvPr>
            <p:cNvGrpSpPr/>
            <p:nvPr/>
          </p:nvGrpSpPr>
          <p:grpSpPr>
            <a:xfrm>
              <a:off x="878301" y="1263518"/>
              <a:ext cx="905164" cy="1027908"/>
              <a:chOff x="878301" y="1390382"/>
              <a:chExt cx="905164" cy="1027908"/>
            </a:xfrm>
          </p:grpSpPr>
          <p:pic>
            <p:nvPicPr>
              <p:cNvPr id="210" name="图形 209">
                <a:extLst>
                  <a:ext uri="{FF2B5EF4-FFF2-40B4-BE49-F238E27FC236}">
                    <a16:creationId xmlns:a16="http://schemas.microsoft.com/office/drawing/2014/main" id="{61E01467-74F7-469C-BAD5-DFFB1234E440}"/>
                  </a:ext>
                </a:extLst>
              </p:cNvPr>
              <p:cNvPicPr>
                <a:picLocks noChangeAspect="1"/>
              </p:cNvPicPr>
              <p:nvPr/>
            </p:nvPicPr>
            <p:blipFill>
              <a:blip r:embed="rId7">
                <a:extLst>
                  <a:ext uri="{28A0092B-C50C-407E-A947-70E740481C1C}">
                    <a14:useLocalDpi xmlns:a14="http://schemas.microsoft.com/office/drawing/2010/main" val="0"/>
                  </a:ext>
                  <a:ext uri="{96DAC541-7B7A-43D3-8B79-37D633B846F1}">
                    <asvg:svgBlip xmlns:asvg="http://schemas.microsoft.com/office/drawing/2016/SVG/main" r:embed="rId8"/>
                  </a:ext>
                </a:extLst>
              </a:blip>
              <a:stretch>
                <a:fillRect/>
              </a:stretch>
            </p:blipFill>
            <p:spPr>
              <a:xfrm>
                <a:off x="984826" y="1759714"/>
                <a:ext cx="501772" cy="658576"/>
              </a:xfrm>
              <a:prstGeom prst="rect">
                <a:avLst/>
              </a:prstGeom>
            </p:spPr>
          </p:pic>
          <p:sp>
            <p:nvSpPr>
              <p:cNvPr id="219" name="文本框 218">
                <a:extLst>
                  <a:ext uri="{FF2B5EF4-FFF2-40B4-BE49-F238E27FC236}">
                    <a16:creationId xmlns:a16="http://schemas.microsoft.com/office/drawing/2014/main" id="{B105E330-42F6-4FA8-914C-123FFA0756D5}"/>
                  </a:ext>
                </a:extLst>
              </p:cNvPr>
              <p:cNvSpPr txBox="1"/>
              <p:nvPr/>
            </p:nvSpPr>
            <p:spPr>
              <a:xfrm>
                <a:off x="878301" y="1390382"/>
                <a:ext cx="905164" cy="369332"/>
              </a:xfrm>
              <a:prstGeom prst="rect">
                <a:avLst/>
              </a:prstGeom>
              <a:noFill/>
            </p:spPr>
            <p:txBody>
              <a:bodyPr wrap="square" rtlCol="0">
                <a:spAutoFit/>
              </a:bodyPr>
              <a:lstStyle/>
              <a:p>
                <a:r>
                  <a:rPr lang="zh-CN" altLang="en-US" b="1" dirty="0">
                    <a:latin typeface="+mn-ea"/>
                  </a:rPr>
                  <a:t>接收方</a:t>
                </a:r>
              </a:p>
            </p:txBody>
          </p:sp>
        </p:grpSp>
        <p:sp>
          <p:nvSpPr>
            <p:cNvPr id="57" name="云形 56">
              <a:extLst>
                <a:ext uri="{FF2B5EF4-FFF2-40B4-BE49-F238E27FC236}">
                  <a16:creationId xmlns:a16="http://schemas.microsoft.com/office/drawing/2014/main" id="{8D58A5DA-48AF-4D62-A0E1-92B6F8CBE1F4}"/>
                </a:ext>
              </a:extLst>
            </p:cNvPr>
            <p:cNvSpPr/>
            <p:nvPr/>
          </p:nvSpPr>
          <p:spPr>
            <a:xfrm>
              <a:off x="475097" y="3429014"/>
              <a:ext cx="1355161" cy="801398"/>
            </a:xfrm>
            <a:prstGeom prst="cloud">
              <a:avLst/>
            </a:prstGeom>
            <a:solidFill>
              <a:schemeClr val="bg1">
                <a:lumMod val="85000"/>
              </a:schemeClr>
            </a:solidFill>
            <a:ln>
              <a:solidFill>
                <a:schemeClr val="bg1">
                  <a:lumMod val="85000"/>
                </a:schemeClr>
              </a:solidFill>
            </a:ln>
          </p:spPr>
          <p:style>
            <a:lnRef idx="2">
              <a:schemeClr val="accent3">
                <a:shade val="50000"/>
              </a:schemeClr>
            </a:lnRef>
            <a:fillRef idx="1">
              <a:schemeClr val="accent3"/>
            </a:fillRef>
            <a:effectRef idx="0">
              <a:schemeClr val="accent3"/>
            </a:effectRef>
            <a:fontRef idx="minor">
              <a:schemeClr val="lt1"/>
            </a:fontRef>
          </p:style>
          <p:txBody>
            <a:bodyPr rtlCol="0" anchor="ctr"/>
            <a:lstStyle/>
            <a:p>
              <a:pPr algn="ctr"/>
              <a:r>
                <a:rPr lang="zh-CN" altLang="en-US" b="1" dirty="0">
                  <a:solidFill>
                    <a:schemeClr val="tx1"/>
                  </a:solidFill>
                  <a:latin typeface="+mn-ea"/>
                </a:rPr>
                <a:t>因特网</a:t>
              </a:r>
            </a:p>
          </p:txBody>
        </p:sp>
      </p:grpSp>
      <p:graphicFrame>
        <p:nvGraphicFramePr>
          <p:cNvPr id="21" name="表格 21">
            <a:extLst>
              <a:ext uri="{FF2B5EF4-FFF2-40B4-BE49-F238E27FC236}">
                <a16:creationId xmlns:a16="http://schemas.microsoft.com/office/drawing/2014/main" id="{CE497585-4F97-4F44-9ABE-D7BBA16B40E0}"/>
              </a:ext>
            </a:extLst>
          </p:cNvPr>
          <p:cNvGraphicFramePr>
            <a:graphicFrameLocks noGrp="1"/>
          </p:cNvGraphicFramePr>
          <p:nvPr/>
        </p:nvGraphicFramePr>
        <p:xfrm>
          <a:off x="2302929" y="5557308"/>
          <a:ext cx="9067800" cy="370840"/>
        </p:xfrm>
        <a:graphic>
          <a:graphicData uri="http://schemas.openxmlformats.org/drawingml/2006/table">
            <a:tbl>
              <a:tblPr firstRow="1" bandRow="1">
                <a:tableStyleId>{5C22544A-7EE6-4342-B048-85BDC9FD1C3A}</a:tableStyleId>
              </a:tblPr>
              <a:tblGrid>
                <a:gridCol w="755650">
                  <a:extLst>
                    <a:ext uri="{9D8B030D-6E8A-4147-A177-3AD203B41FA5}">
                      <a16:colId xmlns:a16="http://schemas.microsoft.com/office/drawing/2014/main" val="877486509"/>
                    </a:ext>
                  </a:extLst>
                </a:gridCol>
                <a:gridCol w="755650">
                  <a:extLst>
                    <a:ext uri="{9D8B030D-6E8A-4147-A177-3AD203B41FA5}">
                      <a16:colId xmlns:a16="http://schemas.microsoft.com/office/drawing/2014/main" val="3548605817"/>
                    </a:ext>
                  </a:extLst>
                </a:gridCol>
                <a:gridCol w="755650">
                  <a:extLst>
                    <a:ext uri="{9D8B030D-6E8A-4147-A177-3AD203B41FA5}">
                      <a16:colId xmlns:a16="http://schemas.microsoft.com/office/drawing/2014/main" val="2881812895"/>
                    </a:ext>
                  </a:extLst>
                </a:gridCol>
                <a:gridCol w="755650">
                  <a:extLst>
                    <a:ext uri="{9D8B030D-6E8A-4147-A177-3AD203B41FA5}">
                      <a16:colId xmlns:a16="http://schemas.microsoft.com/office/drawing/2014/main" val="3682284582"/>
                    </a:ext>
                  </a:extLst>
                </a:gridCol>
                <a:gridCol w="755650">
                  <a:extLst>
                    <a:ext uri="{9D8B030D-6E8A-4147-A177-3AD203B41FA5}">
                      <a16:colId xmlns:a16="http://schemas.microsoft.com/office/drawing/2014/main" val="500127722"/>
                    </a:ext>
                  </a:extLst>
                </a:gridCol>
                <a:gridCol w="755650">
                  <a:extLst>
                    <a:ext uri="{9D8B030D-6E8A-4147-A177-3AD203B41FA5}">
                      <a16:colId xmlns:a16="http://schemas.microsoft.com/office/drawing/2014/main" val="2946259618"/>
                    </a:ext>
                  </a:extLst>
                </a:gridCol>
                <a:gridCol w="755650">
                  <a:extLst>
                    <a:ext uri="{9D8B030D-6E8A-4147-A177-3AD203B41FA5}">
                      <a16:colId xmlns:a16="http://schemas.microsoft.com/office/drawing/2014/main" val="171501986"/>
                    </a:ext>
                  </a:extLst>
                </a:gridCol>
                <a:gridCol w="755650">
                  <a:extLst>
                    <a:ext uri="{9D8B030D-6E8A-4147-A177-3AD203B41FA5}">
                      <a16:colId xmlns:a16="http://schemas.microsoft.com/office/drawing/2014/main" val="1667185265"/>
                    </a:ext>
                  </a:extLst>
                </a:gridCol>
                <a:gridCol w="755650">
                  <a:extLst>
                    <a:ext uri="{9D8B030D-6E8A-4147-A177-3AD203B41FA5}">
                      <a16:colId xmlns:a16="http://schemas.microsoft.com/office/drawing/2014/main" val="4258211808"/>
                    </a:ext>
                  </a:extLst>
                </a:gridCol>
                <a:gridCol w="755650">
                  <a:extLst>
                    <a:ext uri="{9D8B030D-6E8A-4147-A177-3AD203B41FA5}">
                      <a16:colId xmlns:a16="http://schemas.microsoft.com/office/drawing/2014/main" val="1794200575"/>
                    </a:ext>
                  </a:extLst>
                </a:gridCol>
                <a:gridCol w="755650">
                  <a:extLst>
                    <a:ext uri="{9D8B030D-6E8A-4147-A177-3AD203B41FA5}">
                      <a16:colId xmlns:a16="http://schemas.microsoft.com/office/drawing/2014/main" val="4230716487"/>
                    </a:ext>
                  </a:extLst>
                </a:gridCol>
                <a:gridCol w="755650">
                  <a:extLst>
                    <a:ext uri="{9D8B030D-6E8A-4147-A177-3AD203B41FA5}">
                      <a16:colId xmlns:a16="http://schemas.microsoft.com/office/drawing/2014/main" val="56153739"/>
                    </a:ext>
                  </a:extLst>
                </a:gridCol>
              </a:tblGrid>
              <a:tr h="370840">
                <a:tc>
                  <a:txBody>
                    <a:bodyPr/>
                    <a:lstStyle/>
                    <a:p>
                      <a:pPr algn="ctr"/>
                      <a:r>
                        <a:rPr lang="en-US" altLang="zh-CN" dirty="0">
                          <a:solidFill>
                            <a:schemeClr val="tx1"/>
                          </a:solidFill>
                          <a:latin typeface="Arial Black" panose="020B0A04020102020204" pitchFamily="34" charset="0"/>
                        </a:rPr>
                        <a:t>0</a:t>
                      </a:r>
                      <a:endParaRPr lang="zh-CN" altLang="en-US" dirty="0">
                        <a:solidFill>
                          <a:schemeClr val="tx1"/>
                        </a:solidFill>
                        <a:latin typeface="Arial Black" panose="020B0A04020102020204" pitchFamily="34" charset="0"/>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ctr"/>
                      <a:r>
                        <a:rPr lang="en-US" altLang="zh-CN" dirty="0">
                          <a:solidFill>
                            <a:schemeClr val="tx1"/>
                          </a:solidFill>
                          <a:latin typeface="Arial Black" panose="020B0A04020102020204" pitchFamily="34" charset="0"/>
                        </a:rPr>
                        <a:t>1</a:t>
                      </a:r>
                      <a:endParaRPr lang="zh-CN" altLang="en-US" dirty="0">
                        <a:solidFill>
                          <a:schemeClr val="tx1"/>
                        </a:solidFill>
                        <a:latin typeface="Arial Black" panose="020B0A04020102020204" pitchFamily="34" charset="0"/>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ctr"/>
                      <a:r>
                        <a:rPr lang="en-US" altLang="zh-CN" dirty="0">
                          <a:solidFill>
                            <a:schemeClr val="tx1"/>
                          </a:solidFill>
                          <a:latin typeface="Arial Black" panose="020B0A04020102020204" pitchFamily="34" charset="0"/>
                        </a:rPr>
                        <a:t>2</a:t>
                      </a:r>
                      <a:endParaRPr lang="zh-CN" altLang="en-US" dirty="0">
                        <a:solidFill>
                          <a:schemeClr val="tx1"/>
                        </a:solidFill>
                        <a:latin typeface="Arial Black" panose="020B0A04020102020204" pitchFamily="34" charset="0"/>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ctr"/>
                      <a:r>
                        <a:rPr lang="en-US" altLang="zh-CN" dirty="0">
                          <a:solidFill>
                            <a:schemeClr val="tx1"/>
                          </a:solidFill>
                          <a:latin typeface="Arial Black" panose="020B0A04020102020204" pitchFamily="34" charset="0"/>
                        </a:rPr>
                        <a:t>3</a:t>
                      </a:r>
                      <a:endParaRPr lang="zh-CN" altLang="en-US" dirty="0">
                        <a:solidFill>
                          <a:schemeClr val="tx1"/>
                        </a:solidFill>
                        <a:latin typeface="Arial Black" panose="020B0A04020102020204" pitchFamily="34" charset="0"/>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ctr"/>
                      <a:r>
                        <a:rPr lang="en-US" altLang="zh-CN" dirty="0">
                          <a:solidFill>
                            <a:schemeClr val="tx1"/>
                          </a:solidFill>
                          <a:latin typeface="Arial Black" panose="020B0A04020102020204" pitchFamily="34" charset="0"/>
                        </a:rPr>
                        <a:t>4</a:t>
                      </a:r>
                      <a:endParaRPr lang="zh-CN" altLang="en-US" dirty="0">
                        <a:solidFill>
                          <a:schemeClr val="tx1"/>
                        </a:solidFill>
                        <a:latin typeface="Arial Black" panose="020B0A04020102020204" pitchFamily="34" charset="0"/>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ctr"/>
                      <a:r>
                        <a:rPr lang="en-US" altLang="zh-CN" dirty="0">
                          <a:solidFill>
                            <a:schemeClr val="tx1"/>
                          </a:solidFill>
                          <a:latin typeface="Arial Black" panose="020B0A04020102020204" pitchFamily="34" charset="0"/>
                        </a:rPr>
                        <a:t>5</a:t>
                      </a:r>
                      <a:endParaRPr lang="zh-CN" altLang="en-US" dirty="0">
                        <a:solidFill>
                          <a:schemeClr val="tx1"/>
                        </a:solidFill>
                        <a:latin typeface="Arial Black" panose="020B0A04020102020204" pitchFamily="34" charset="0"/>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ctr"/>
                      <a:r>
                        <a:rPr lang="en-US" altLang="zh-CN" dirty="0">
                          <a:solidFill>
                            <a:schemeClr val="tx1"/>
                          </a:solidFill>
                          <a:latin typeface="Arial Black" panose="020B0A04020102020204" pitchFamily="34" charset="0"/>
                        </a:rPr>
                        <a:t>6</a:t>
                      </a:r>
                      <a:endParaRPr lang="zh-CN" altLang="en-US" dirty="0">
                        <a:solidFill>
                          <a:schemeClr val="tx1"/>
                        </a:solidFill>
                        <a:latin typeface="Arial Black" panose="020B0A04020102020204" pitchFamily="34" charset="0"/>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ctr"/>
                      <a:r>
                        <a:rPr lang="en-US" altLang="zh-CN" dirty="0">
                          <a:solidFill>
                            <a:schemeClr val="tx1"/>
                          </a:solidFill>
                          <a:latin typeface="Arial Black" panose="020B0A04020102020204" pitchFamily="34" charset="0"/>
                        </a:rPr>
                        <a:t>7</a:t>
                      </a:r>
                      <a:endParaRPr lang="zh-CN" altLang="en-US" dirty="0">
                        <a:solidFill>
                          <a:schemeClr val="tx1"/>
                        </a:solidFill>
                        <a:latin typeface="Arial Black" panose="020B0A04020102020204" pitchFamily="34" charset="0"/>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ctr"/>
                      <a:r>
                        <a:rPr lang="en-US" altLang="zh-CN" dirty="0">
                          <a:solidFill>
                            <a:schemeClr val="tx1"/>
                          </a:solidFill>
                          <a:latin typeface="Arial Black" panose="020B0A04020102020204" pitchFamily="34" charset="0"/>
                        </a:rPr>
                        <a:t>0</a:t>
                      </a:r>
                      <a:endParaRPr lang="zh-CN" altLang="en-US" dirty="0">
                        <a:solidFill>
                          <a:schemeClr val="tx1"/>
                        </a:solidFill>
                        <a:latin typeface="Arial Black" panose="020B0A04020102020204" pitchFamily="34" charset="0"/>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ctr"/>
                      <a:r>
                        <a:rPr lang="en-US" altLang="zh-CN" dirty="0">
                          <a:solidFill>
                            <a:schemeClr val="tx1"/>
                          </a:solidFill>
                          <a:latin typeface="Arial Black" panose="020B0A04020102020204" pitchFamily="34" charset="0"/>
                        </a:rPr>
                        <a:t>1</a:t>
                      </a:r>
                      <a:endParaRPr lang="zh-CN" altLang="en-US" dirty="0">
                        <a:solidFill>
                          <a:schemeClr val="tx1"/>
                        </a:solidFill>
                        <a:latin typeface="Arial Black" panose="020B0A04020102020204" pitchFamily="34" charset="0"/>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ctr"/>
                      <a:r>
                        <a:rPr lang="en-US" altLang="zh-CN" dirty="0">
                          <a:solidFill>
                            <a:schemeClr val="tx1"/>
                          </a:solidFill>
                          <a:latin typeface="Arial Black" panose="020B0A04020102020204" pitchFamily="34" charset="0"/>
                        </a:rPr>
                        <a:t>2</a:t>
                      </a:r>
                      <a:endParaRPr lang="zh-CN" altLang="en-US" dirty="0">
                        <a:solidFill>
                          <a:schemeClr val="tx1"/>
                        </a:solidFill>
                        <a:latin typeface="Arial Black" panose="020B0A04020102020204" pitchFamily="34" charset="0"/>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ctr"/>
                      <a:r>
                        <a:rPr lang="en-US" altLang="zh-CN" dirty="0">
                          <a:solidFill>
                            <a:schemeClr val="tx1"/>
                          </a:solidFill>
                          <a:latin typeface="Arial Black" panose="020B0A04020102020204" pitchFamily="34" charset="0"/>
                        </a:rPr>
                        <a:t>…</a:t>
                      </a:r>
                      <a:endParaRPr lang="zh-CN" altLang="en-US" dirty="0">
                        <a:solidFill>
                          <a:schemeClr val="tx1"/>
                        </a:solidFill>
                        <a:latin typeface="Arial Black" panose="020B0A04020102020204" pitchFamily="34" charset="0"/>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extLst>
                  <a:ext uri="{0D108BD9-81ED-4DB2-BD59-A6C34878D82A}">
                    <a16:rowId xmlns:a16="http://schemas.microsoft.com/office/drawing/2014/main" val="316235763"/>
                  </a:ext>
                </a:extLst>
              </a:tr>
            </a:tbl>
          </a:graphicData>
        </a:graphic>
      </p:graphicFrame>
      <p:graphicFrame>
        <p:nvGraphicFramePr>
          <p:cNvPr id="68" name="表格 21">
            <a:extLst>
              <a:ext uri="{FF2B5EF4-FFF2-40B4-BE49-F238E27FC236}">
                <a16:creationId xmlns:a16="http://schemas.microsoft.com/office/drawing/2014/main" id="{D9B4273D-C94E-42E6-A39B-908C6FA1D8AF}"/>
              </a:ext>
            </a:extLst>
          </p:cNvPr>
          <p:cNvGraphicFramePr>
            <a:graphicFrameLocks noGrp="1"/>
          </p:cNvGraphicFramePr>
          <p:nvPr/>
        </p:nvGraphicFramePr>
        <p:xfrm>
          <a:off x="2302929" y="1827576"/>
          <a:ext cx="9067800" cy="370840"/>
        </p:xfrm>
        <a:graphic>
          <a:graphicData uri="http://schemas.openxmlformats.org/drawingml/2006/table">
            <a:tbl>
              <a:tblPr firstRow="1" bandRow="1">
                <a:tableStyleId>{5C22544A-7EE6-4342-B048-85BDC9FD1C3A}</a:tableStyleId>
              </a:tblPr>
              <a:tblGrid>
                <a:gridCol w="755650">
                  <a:extLst>
                    <a:ext uri="{9D8B030D-6E8A-4147-A177-3AD203B41FA5}">
                      <a16:colId xmlns:a16="http://schemas.microsoft.com/office/drawing/2014/main" val="877486509"/>
                    </a:ext>
                  </a:extLst>
                </a:gridCol>
                <a:gridCol w="755650">
                  <a:extLst>
                    <a:ext uri="{9D8B030D-6E8A-4147-A177-3AD203B41FA5}">
                      <a16:colId xmlns:a16="http://schemas.microsoft.com/office/drawing/2014/main" val="3548605817"/>
                    </a:ext>
                  </a:extLst>
                </a:gridCol>
                <a:gridCol w="755650">
                  <a:extLst>
                    <a:ext uri="{9D8B030D-6E8A-4147-A177-3AD203B41FA5}">
                      <a16:colId xmlns:a16="http://schemas.microsoft.com/office/drawing/2014/main" val="2881812895"/>
                    </a:ext>
                  </a:extLst>
                </a:gridCol>
                <a:gridCol w="755650">
                  <a:extLst>
                    <a:ext uri="{9D8B030D-6E8A-4147-A177-3AD203B41FA5}">
                      <a16:colId xmlns:a16="http://schemas.microsoft.com/office/drawing/2014/main" val="3682284582"/>
                    </a:ext>
                  </a:extLst>
                </a:gridCol>
                <a:gridCol w="755650">
                  <a:extLst>
                    <a:ext uri="{9D8B030D-6E8A-4147-A177-3AD203B41FA5}">
                      <a16:colId xmlns:a16="http://schemas.microsoft.com/office/drawing/2014/main" val="500127722"/>
                    </a:ext>
                  </a:extLst>
                </a:gridCol>
                <a:gridCol w="755650">
                  <a:extLst>
                    <a:ext uri="{9D8B030D-6E8A-4147-A177-3AD203B41FA5}">
                      <a16:colId xmlns:a16="http://schemas.microsoft.com/office/drawing/2014/main" val="2946259618"/>
                    </a:ext>
                  </a:extLst>
                </a:gridCol>
                <a:gridCol w="755650">
                  <a:extLst>
                    <a:ext uri="{9D8B030D-6E8A-4147-A177-3AD203B41FA5}">
                      <a16:colId xmlns:a16="http://schemas.microsoft.com/office/drawing/2014/main" val="171501986"/>
                    </a:ext>
                  </a:extLst>
                </a:gridCol>
                <a:gridCol w="755650">
                  <a:extLst>
                    <a:ext uri="{9D8B030D-6E8A-4147-A177-3AD203B41FA5}">
                      <a16:colId xmlns:a16="http://schemas.microsoft.com/office/drawing/2014/main" val="1667185265"/>
                    </a:ext>
                  </a:extLst>
                </a:gridCol>
                <a:gridCol w="755650">
                  <a:extLst>
                    <a:ext uri="{9D8B030D-6E8A-4147-A177-3AD203B41FA5}">
                      <a16:colId xmlns:a16="http://schemas.microsoft.com/office/drawing/2014/main" val="4258211808"/>
                    </a:ext>
                  </a:extLst>
                </a:gridCol>
                <a:gridCol w="755650">
                  <a:extLst>
                    <a:ext uri="{9D8B030D-6E8A-4147-A177-3AD203B41FA5}">
                      <a16:colId xmlns:a16="http://schemas.microsoft.com/office/drawing/2014/main" val="1794200575"/>
                    </a:ext>
                  </a:extLst>
                </a:gridCol>
                <a:gridCol w="755650">
                  <a:extLst>
                    <a:ext uri="{9D8B030D-6E8A-4147-A177-3AD203B41FA5}">
                      <a16:colId xmlns:a16="http://schemas.microsoft.com/office/drawing/2014/main" val="4230716487"/>
                    </a:ext>
                  </a:extLst>
                </a:gridCol>
                <a:gridCol w="755650">
                  <a:extLst>
                    <a:ext uri="{9D8B030D-6E8A-4147-A177-3AD203B41FA5}">
                      <a16:colId xmlns:a16="http://schemas.microsoft.com/office/drawing/2014/main" val="56153739"/>
                    </a:ext>
                  </a:extLst>
                </a:gridCol>
              </a:tblGrid>
              <a:tr h="370840">
                <a:tc>
                  <a:txBody>
                    <a:bodyPr/>
                    <a:lstStyle/>
                    <a:p>
                      <a:pPr algn="ctr"/>
                      <a:r>
                        <a:rPr lang="en-US" altLang="zh-CN" dirty="0">
                          <a:solidFill>
                            <a:schemeClr val="tx1"/>
                          </a:solidFill>
                          <a:latin typeface="Arial Black" panose="020B0A04020102020204" pitchFamily="34" charset="0"/>
                        </a:rPr>
                        <a:t>0</a:t>
                      </a:r>
                      <a:endParaRPr lang="zh-CN" altLang="en-US" dirty="0">
                        <a:solidFill>
                          <a:schemeClr val="tx1"/>
                        </a:solidFill>
                        <a:latin typeface="Arial Black" panose="020B0A04020102020204" pitchFamily="34" charset="0"/>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ctr"/>
                      <a:r>
                        <a:rPr lang="en-US" altLang="zh-CN" dirty="0">
                          <a:solidFill>
                            <a:schemeClr val="tx1"/>
                          </a:solidFill>
                          <a:latin typeface="Arial Black" panose="020B0A04020102020204" pitchFamily="34" charset="0"/>
                        </a:rPr>
                        <a:t>1</a:t>
                      </a:r>
                      <a:endParaRPr lang="zh-CN" altLang="en-US" dirty="0">
                        <a:solidFill>
                          <a:schemeClr val="tx1"/>
                        </a:solidFill>
                        <a:latin typeface="Arial Black" panose="020B0A04020102020204" pitchFamily="34" charset="0"/>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ctr"/>
                      <a:r>
                        <a:rPr lang="en-US" altLang="zh-CN" dirty="0">
                          <a:solidFill>
                            <a:schemeClr val="tx1"/>
                          </a:solidFill>
                          <a:latin typeface="Arial Black" panose="020B0A04020102020204" pitchFamily="34" charset="0"/>
                        </a:rPr>
                        <a:t>2</a:t>
                      </a:r>
                      <a:endParaRPr lang="zh-CN" altLang="en-US" dirty="0">
                        <a:solidFill>
                          <a:schemeClr val="tx1"/>
                        </a:solidFill>
                        <a:latin typeface="Arial Black" panose="020B0A04020102020204" pitchFamily="34" charset="0"/>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ctr"/>
                      <a:r>
                        <a:rPr lang="en-US" altLang="zh-CN" dirty="0">
                          <a:solidFill>
                            <a:schemeClr val="tx1"/>
                          </a:solidFill>
                          <a:latin typeface="Arial Black" panose="020B0A04020102020204" pitchFamily="34" charset="0"/>
                        </a:rPr>
                        <a:t>3</a:t>
                      </a:r>
                      <a:endParaRPr lang="zh-CN" altLang="en-US" dirty="0">
                        <a:solidFill>
                          <a:schemeClr val="tx1"/>
                        </a:solidFill>
                        <a:latin typeface="Arial Black" panose="020B0A04020102020204" pitchFamily="34" charset="0"/>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ctr"/>
                      <a:r>
                        <a:rPr lang="en-US" altLang="zh-CN" dirty="0">
                          <a:solidFill>
                            <a:schemeClr val="tx1"/>
                          </a:solidFill>
                          <a:latin typeface="Arial Black" panose="020B0A04020102020204" pitchFamily="34" charset="0"/>
                        </a:rPr>
                        <a:t>4</a:t>
                      </a:r>
                      <a:endParaRPr lang="zh-CN" altLang="en-US" dirty="0">
                        <a:solidFill>
                          <a:schemeClr val="tx1"/>
                        </a:solidFill>
                        <a:latin typeface="Arial Black" panose="020B0A04020102020204" pitchFamily="34" charset="0"/>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ctr"/>
                      <a:r>
                        <a:rPr lang="en-US" altLang="zh-CN" dirty="0">
                          <a:solidFill>
                            <a:schemeClr val="tx1"/>
                          </a:solidFill>
                          <a:latin typeface="Arial Black" panose="020B0A04020102020204" pitchFamily="34" charset="0"/>
                        </a:rPr>
                        <a:t>5</a:t>
                      </a:r>
                      <a:endParaRPr lang="zh-CN" altLang="en-US" dirty="0">
                        <a:solidFill>
                          <a:schemeClr val="tx1"/>
                        </a:solidFill>
                        <a:latin typeface="Arial Black" panose="020B0A04020102020204" pitchFamily="34" charset="0"/>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ctr"/>
                      <a:r>
                        <a:rPr lang="en-US" altLang="zh-CN" dirty="0">
                          <a:solidFill>
                            <a:schemeClr val="tx1"/>
                          </a:solidFill>
                          <a:latin typeface="Arial Black" panose="020B0A04020102020204" pitchFamily="34" charset="0"/>
                        </a:rPr>
                        <a:t>6</a:t>
                      </a:r>
                      <a:endParaRPr lang="zh-CN" altLang="en-US" dirty="0">
                        <a:solidFill>
                          <a:schemeClr val="tx1"/>
                        </a:solidFill>
                        <a:latin typeface="Arial Black" panose="020B0A04020102020204" pitchFamily="34" charset="0"/>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ctr"/>
                      <a:r>
                        <a:rPr lang="en-US" altLang="zh-CN" dirty="0">
                          <a:solidFill>
                            <a:schemeClr val="tx1"/>
                          </a:solidFill>
                          <a:latin typeface="Arial Black" panose="020B0A04020102020204" pitchFamily="34" charset="0"/>
                        </a:rPr>
                        <a:t>7</a:t>
                      </a:r>
                      <a:endParaRPr lang="zh-CN" altLang="en-US" dirty="0">
                        <a:solidFill>
                          <a:schemeClr val="tx1"/>
                        </a:solidFill>
                        <a:latin typeface="Arial Black" panose="020B0A04020102020204" pitchFamily="34" charset="0"/>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ctr"/>
                      <a:r>
                        <a:rPr lang="en-US" altLang="zh-CN" dirty="0">
                          <a:solidFill>
                            <a:schemeClr val="tx1"/>
                          </a:solidFill>
                          <a:latin typeface="Arial Black" panose="020B0A04020102020204" pitchFamily="34" charset="0"/>
                        </a:rPr>
                        <a:t>0</a:t>
                      </a:r>
                      <a:endParaRPr lang="zh-CN" altLang="en-US" dirty="0">
                        <a:solidFill>
                          <a:schemeClr val="tx1"/>
                        </a:solidFill>
                        <a:latin typeface="Arial Black" panose="020B0A04020102020204" pitchFamily="34" charset="0"/>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ctr"/>
                      <a:r>
                        <a:rPr lang="en-US" altLang="zh-CN" dirty="0">
                          <a:solidFill>
                            <a:schemeClr val="tx1"/>
                          </a:solidFill>
                          <a:latin typeface="Arial Black" panose="020B0A04020102020204" pitchFamily="34" charset="0"/>
                        </a:rPr>
                        <a:t>1</a:t>
                      </a:r>
                      <a:endParaRPr lang="zh-CN" altLang="en-US" dirty="0">
                        <a:solidFill>
                          <a:schemeClr val="tx1"/>
                        </a:solidFill>
                        <a:latin typeface="Arial Black" panose="020B0A04020102020204" pitchFamily="34" charset="0"/>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ctr"/>
                      <a:r>
                        <a:rPr lang="en-US" altLang="zh-CN" dirty="0">
                          <a:solidFill>
                            <a:schemeClr val="tx1"/>
                          </a:solidFill>
                          <a:latin typeface="Arial Black" panose="020B0A04020102020204" pitchFamily="34" charset="0"/>
                        </a:rPr>
                        <a:t>2</a:t>
                      </a:r>
                      <a:endParaRPr lang="zh-CN" altLang="en-US" dirty="0">
                        <a:solidFill>
                          <a:schemeClr val="tx1"/>
                        </a:solidFill>
                        <a:latin typeface="Arial Black" panose="020B0A04020102020204" pitchFamily="34" charset="0"/>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ctr"/>
                      <a:r>
                        <a:rPr lang="en-US" altLang="zh-CN" dirty="0">
                          <a:solidFill>
                            <a:schemeClr val="tx1"/>
                          </a:solidFill>
                          <a:latin typeface="Arial Black" panose="020B0A04020102020204" pitchFamily="34" charset="0"/>
                        </a:rPr>
                        <a:t>…</a:t>
                      </a:r>
                      <a:endParaRPr lang="zh-CN" altLang="en-US" dirty="0">
                        <a:solidFill>
                          <a:schemeClr val="tx1"/>
                        </a:solidFill>
                        <a:latin typeface="Arial Black" panose="020B0A04020102020204" pitchFamily="34" charset="0"/>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extLst>
                  <a:ext uri="{0D108BD9-81ED-4DB2-BD59-A6C34878D82A}">
                    <a16:rowId xmlns:a16="http://schemas.microsoft.com/office/drawing/2014/main" val="316235763"/>
                  </a:ext>
                </a:extLst>
              </a:tr>
            </a:tbl>
          </a:graphicData>
        </a:graphic>
      </p:graphicFrame>
      <p:sp>
        <p:nvSpPr>
          <p:cNvPr id="49" name="íşlïḍè">
            <a:extLst>
              <a:ext uri="{FF2B5EF4-FFF2-40B4-BE49-F238E27FC236}">
                <a16:creationId xmlns:a16="http://schemas.microsoft.com/office/drawing/2014/main" id="{84B44B39-A1BD-4956-A1BF-ECB7ACDDA058}"/>
              </a:ext>
            </a:extLst>
          </p:cNvPr>
          <p:cNvSpPr txBox="1"/>
          <p:nvPr/>
        </p:nvSpPr>
        <p:spPr>
          <a:xfrm>
            <a:off x="4164203" y="3287898"/>
            <a:ext cx="3876743" cy="602502"/>
          </a:xfrm>
          <a:prstGeom prst="rect">
            <a:avLst/>
          </a:prstGeom>
          <a:noFill/>
        </p:spPr>
        <p:txBody>
          <a:bodyPr wrap="square" lIns="91440" tIns="45720" rIns="91440" bIns="45720" anchor="ctr">
            <a:noAutofit/>
          </a:bodyPr>
          <a:lstStyle/>
          <a:p>
            <a:pPr algn="ctr"/>
            <a:r>
              <a:rPr lang="zh-CN" altLang="en-US" sz="2800" b="1" dirty="0"/>
              <a:t>无传输差错的情况</a:t>
            </a:r>
            <a:endParaRPr lang="en-US" altLang="zh-CN" sz="2800" b="1" dirty="0"/>
          </a:p>
        </p:txBody>
      </p:sp>
      <p:sp>
        <p:nvSpPr>
          <p:cNvPr id="13" name="矩形 12">
            <a:extLst>
              <a:ext uri="{FF2B5EF4-FFF2-40B4-BE49-F238E27FC236}">
                <a16:creationId xmlns:a16="http://schemas.microsoft.com/office/drawing/2014/main" id="{14642CA0-C4C4-44A5-BD3D-9FB5C2470514}"/>
              </a:ext>
            </a:extLst>
          </p:cNvPr>
          <p:cNvSpPr/>
          <p:nvPr/>
        </p:nvSpPr>
        <p:spPr>
          <a:xfrm>
            <a:off x="2300222" y="5537182"/>
            <a:ext cx="3780000" cy="390966"/>
          </a:xfrm>
          <a:prstGeom prst="rect">
            <a:avLst/>
          </a:prstGeom>
          <a:solidFill>
            <a:schemeClr val="accent3">
              <a:alpha val="74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grpSp>
        <p:nvGrpSpPr>
          <p:cNvPr id="18" name="组合 17">
            <a:extLst>
              <a:ext uri="{FF2B5EF4-FFF2-40B4-BE49-F238E27FC236}">
                <a16:creationId xmlns:a16="http://schemas.microsoft.com/office/drawing/2014/main" id="{FECE4161-7991-47A2-A1EF-C9E654D9B154}"/>
              </a:ext>
            </a:extLst>
          </p:cNvPr>
          <p:cNvGrpSpPr/>
          <p:nvPr/>
        </p:nvGrpSpPr>
        <p:grpSpPr>
          <a:xfrm>
            <a:off x="1251044" y="4058101"/>
            <a:ext cx="708432" cy="1325976"/>
            <a:chOff x="1251044" y="4058101"/>
            <a:chExt cx="708432" cy="1325976"/>
          </a:xfrm>
        </p:grpSpPr>
        <p:sp>
          <p:nvSpPr>
            <p:cNvPr id="10" name="矩形 9">
              <a:extLst>
                <a:ext uri="{FF2B5EF4-FFF2-40B4-BE49-F238E27FC236}">
                  <a16:creationId xmlns:a16="http://schemas.microsoft.com/office/drawing/2014/main" id="{13BD80EC-9893-49F1-A9D2-1DEAB48A6E7A}"/>
                </a:ext>
              </a:extLst>
            </p:cNvPr>
            <p:cNvSpPr/>
            <p:nvPr/>
          </p:nvSpPr>
          <p:spPr>
            <a:xfrm>
              <a:off x="1251044" y="4862501"/>
              <a:ext cx="708432" cy="270283"/>
            </a:xfrm>
            <a:prstGeom prst="rect">
              <a:avLst/>
            </a:prstGeom>
            <a:solidFill>
              <a:schemeClr val="accent3"/>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46800" rIns="46800" rtlCol="0" anchor="ctr"/>
            <a:lstStyle/>
            <a:p>
              <a:pPr algn="ctr"/>
              <a:r>
                <a:rPr lang="en-US" altLang="zh-CN" b="1" dirty="0"/>
                <a:t>DATA3</a:t>
              </a:r>
              <a:endParaRPr lang="zh-CN" altLang="en-US" b="1" dirty="0"/>
            </a:p>
          </p:txBody>
        </p:sp>
        <p:sp>
          <p:nvSpPr>
            <p:cNvPr id="50" name="矩形 49">
              <a:extLst>
                <a:ext uri="{FF2B5EF4-FFF2-40B4-BE49-F238E27FC236}">
                  <a16:creationId xmlns:a16="http://schemas.microsoft.com/office/drawing/2014/main" id="{1B0B9A62-836E-41F2-9F67-05376D30A6B8}"/>
                </a:ext>
              </a:extLst>
            </p:cNvPr>
            <p:cNvSpPr/>
            <p:nvPr/>
          </p:nvSpPr>
          <p:spPr>
            <a:xfrm>
              <a:off x="1251044" y="4590628"/>
              <a:ext cx="708432" cy="270283"/>
            </a:xfrm>
            <a:prstGeom prst="rect">
              <a:avLst/>
            </a:prstGeom>
            <a:solidFill>
              <a:schemeClr val="accent3"/>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46800" rIns="46800" rtlCol="0" anchor="ctr"/>
            <a:lstStyle/>
            <a:p>
              <a:pPr algn="ctr"/>
              <a:r>
                <a:rPr lang="en-US" altLang="zh-CN" b="1" dirty="0"/>
                <a:t>DATA2</a:t>
              </a:r>
              <a:endParaRPr lang="zh-CN" altLang="en-US" b="1" dirty="0"/>
            </a:p>
          </p:txBody>
        </p:sp>
        <p:sp>
          <p:nvSpPr>
            <p:cNvPr id="51" name="矩形 50">
              <a:extLst>
                <a:ext uri="{FF2B5EF4-FFF2-40B4-BE49-F238E27FC236}">
                  <a16:creationId xmlns:a16="http://schemas.microsoft.com/office/drawing/2014/main" id="{3934A53B-F179-4AE5-8C40-09CC755FD35B}"/>
                </a:ext>
              </a:extLst>
            </p:cNvPr>
            <p:cNvSpPr/>
            <p:nvPr/>
          </p:nvSpPr>
          <p:spPr>
            <a:xfrm>
              <a:off x="1251044" y="4320345"/>
              <a:ext cx="708432" cy="270283"/>
            </a:xfrm>
            <a:prstGeom prst="rect">
              <a:avLst/>
            </a:prstGeom>
            <a:solidFill>
              <a:schemeClr val="accent3"/>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46800" rIns="46800" rtlCol="0" anchor="ctr"/>
            <a:lstStyle/>
            <a:p>
              <a:pPr algn="ctr"/>
              <a:r>
                <a:rPr lang="en-US" altLang="zh-CN" b="1" dirty="0"/>
                <a:t>DATA1</a:t>
              </a:r>
              <a:endParaRPr lang="zh-CN" altLang="en-US" b="1" dirty="0"/>
            </a:p>
          </p:txBody>
        </p:sp>
        <p:sp>
          <p:nvSpPr>
            <p:cNvPr id="52" name="矩形 51">
              <a:extLst>
                <a:ext uri="{FF2B5EF4-FFF2-40B4-BE49-F238E27FC236}">
                  <a16:creationId xmlns:a16="http://schemas.microsoft.com/office/drawing/2014/main" id="{7B02FABA-E117-418F-9E20-7E4C1DB84616}"/>
                </a:ext>
              </a:extLst>
            </p:cNvPr>
            <p:cNvSpPr/>
            <p:nvPr/>
          </p:nvSpPr>
          <p:spPr>
            <a:xfrm>
              <a:off x="1251044" y="4058101"/>
              <a:ext cx="708432" cy="270283"/>
            </a:xfrm>
            <a:prstGeom prst="rect">
              <a:avLst/>
            </a:prstGeom>
            <a:solidFill>
              <a:schemeClr val="accent3"/>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46800" rIns="46800" rtlCol="0" anchor="ctr"/>
            <a:lstStyle/>
            <a:p>
              <a:pPr algn="ctr"/>
              <a:r>
                <a:rPr lang="en-US" altLang="zh-CN" b="1" dirty="0"/>
                <a:t>DATA0</a:t>
              </a:r>
              <a:endParaRPr lang="zh-CN" altLang="en-US" b="1" dirty="0"/>
            </a:p>
          </p:txBody>
        </p:sp>
        <p:sp>
          <p:nvSpPr>
            <p:cNvPr id="59" name="矩形 58">
              <a:extLst>
                <a:ext uri="{FF2B5EF4-FFF2-40B4-BE49-F238E27FC236}">
                  <a16:creationId xmlns:a16="http://schemas.microsoft.com/office/drawing/2014/main" id="{21DD3FEA-191D-4538-9A4F-9950057B33B0}"/>
                </a:ext>
              </a:extLst>
            </p:cNvPr>
            <p:cNvSpPr/>
            <p:nvPr/>
          </p:nvSpPr>
          <p:spPr>
            <a:xfrm>
              <a:off x="1251044" y="5113794"/>
              <a:ext cx="708432" cy="270283"/>
            </a:xfrm>
            <a:prstGeom prst="rect">
              <a:avLst/>
            </a:prstGeom>
            <a:solidFill>
              <a:schemeClr val="accent3"/>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46800" rIns="46800" rtlCol="0" anchor="ctr"/>
            <a:lstStyle/>
            <a:p>
              <a:pPr algn="ctr"/>
              <a:r>
                <a:rPr lang="en-US" altLang="zh-CN" b="1" dirty="0"/>
                <a:t>DATA4</a:t>
              </a:r>
              <a:endParaRPr lang="zh-CN" altLang="en-US" b="1" dirty="0"/>
            </a:p>
          </p:txBody>
        </p:sp>
      </p:grpSp>
      <p:sp>
        <p:nvSpPr>
          <p:cNvPr id="30" name="平行四边形 29">
            <a:extLst>
              <a:ext uri="{FF2B5EF4-FFF2-40B4-BE49-F238E27FC236}">
                <a16:creationId xmlns:a16="http://schemas.microsoft.com/office/drawing/2014/main" id="{40F52021-2981-EB25-7F1B-1F54E2AAD030}"/>
              </a:ext>
            </a:extLst>
          </p:cNvPr>
          <p:cNvSpPr/>
          <p:nvPr/>
        </p:nvSpPr>
        <p:spPr>
          <a:xfrm>
            <a:off x="304799" y="749300"/>
            <a:ext cx="695119" cy="387090"/>
          </a:xfrm>
          <a:prstGeom prst="parallelogram">
            <a:avLst/>
          </a:prstGeom>
          <a:solidFill>
            <a:schemeClr val="accent3">
              <a:lumMod val="75000"/>
            </a:schemeClr>
          </a:solidFill>
          <a:ln>
            <a:solidFill>
              <a:schemeClr val="accent3">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CN" sz="2200" dirty="0">
                <a:latin typeface="Impact" panose="020B0806030902050204" pitchFamily="34" charset="0"/>
              </a:rPr>
              <a:t>04</a:t>
            </a:r>
            <a:endParaRPr lang="zh-CN" altLang="en-US" sz="2200" dirty="0">
              <a:latin typeface="Impact" panose="020B0806030902050204" pitchFamily="34" charset="0"/>
            </a:endParaRPr>
          </a:p>
        </p:txBody>
      </p:sp>
    </p:spTree>
    <p:custDataLst>
      <p:tags r:id="rId1"/>
    </p:custDataLst>
    <p:extLst>
      <p:ext uri="{BB962C8B-B14F-4D97-AF65-F5344CB8AC3E}">
        <p14:creationId xmlns:p14="http://schemas.microsoft.com/office/powerpoint/2010/main" val="3723417731"/>
      </p:ext>
    </p:extLst>
  </p:cSld>
  <p:clrMapOvr>
    <a:masterClrMapping/>
  </p:clrMapOvr>
  <mc:AlternateContent xmlns:mc="http://schemas.openxmlformats.org/markup-compatibility/2006" xmlns:p14="http://schemas.microsoft.com/office/powerpoint/2010/main">
    <mc:Choice Requires="p14">
      <p:transition p14:dur="10"/>
    </mc:Choice>
    <mc:Fallback xmlns="">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30" presetClass="entr" presetSubtype="0" fill="hold" grpId="0" nodeType="withEffect">
                                  <p:stCondLst>
                                    <p:cond delay="0"/>
                                  </p:stCondLst>
                                  <p:childTnLst>
                                    <p:set>
                                      <p:cBhvr>
                                        <p:cTn id="6" dur="1" fill="hold">
                                          <p:stCondLst>
                                            <p:cond delay="0"/>
                                          </p:stCondLst>
                                        </p:cTn>
                                        <p:tgtEl>
                                          <p:spTgt spid="49"/>
                                        </p:tgtEl>
                                        <p:attrNameLst>
                                          <p:attrName>style.visibility</p:attrName>
                                        </p:attrNameLst>
                                      </p:cBhvr>
                                      <p:to>
                                        <p:strVal val="visible"/>
                                      </p:to>
                                    </p:set>
                                    <p:animEffect transition="in" filter="fade">
                                      <p:cBhvr>
                                        <p:cTn id="7" dur="800" decel="100000"/>
                                        <p:tgtEl>
                                          <p:spTgt spid="49"/>
                                        </p:tgtEl>
                                      </p:cBhvr>
                                    </p:animEffect>
                                    <p:anim calcmode="lin" valueType="num">
                                      <p:cBhvr>
                                        <p:cTn id="8" dur="800" decel="100000" fill="hold"/>
                                        <p:tgtEl>
                                          <p:spTgt spid="49"/>
                                        </p:tgtEl>
                                        <p:attrNameLst>
                                          <p:attrName>style.rotation</p:attrName>
                                        </p:attrNameLst>
                                      </p:cBhvr>
                                      <p:tavLst>
                                        <p:tav tm="0">
                                          <p:val>
                                            <p:fltVal val="-90"/>
                                          </p:val>
                                        </p:tav>
                                        <p:tav tm="100000">
                                          <p:val>
                                            <p:fltVal val="0"/>
                                          </p:val>
                                        </p:tav>
                                      </p:tavLst>
                                    </p:anim>
                                    <p:anim calcmode="lin" valueType="num">
                                      <p:cBhvr>
                                        <p:cTn id="9" dur="800" decel="100000" fill="hold"/>
                                        <p:tgtEl>
                                          <p:spTgt spid="49"/>
                                        </p:tgtEl>
                                        <p:attrNameLst>
                                          <p:attrName>ppt_x</p:attrName>
                                        </p:attrNameLst>
                                      </p:cBhvr>
                                      <p:tavLst>
                                        <p:tav tm="0">
                                          <p:val>
                                            <p:strVal val="#ppt_x+0.4"/>
                                          </p:val>
                                        </p:tav>
                                        <p:tav tm="100000">
                                          <p:val>
                                            <p:strVal val="#ppt_x-0.05"/>
                                          </p:val>
                                        </p:tav>
                                      </p:tavLst>
                                    </p:anim>
                                    <p:anim calcmode="lin" valueType="num">
                                      <p:cBhvr>
                                        <p:cTn id="10" dur="800" decel="100000" fill="hold"/>
                                        <p:tgtEl>
                                          <p:spTgt spid="49"/>
                                        </p:tgtEl>
                                        <p:attrNameLst>
                                          <p:attrName>ppt_y</p:attrName>
                                        </p:attrNameLst>
                                      </p:cBhvr>
                                      <p:tavLst>
                                        <p:tav tm="0">
                                          <p:val>
                                            <p:strVal val="#ppt_y-0.4"/>
                                          </p:val>
                                        </p:tav>
                                        <p:tav tm="100000">
                                          <p:val>
                                            <p:strVal val="#ppt_y+0.1"/>
                                          </p:val>
                                        </p:tav>
                                      </p:tavLst>
                                    </p:anim>
                                    <p:anim calcmode="lin" valueType="num">
                                      <p:cBhvr>
                                        <p:cTn id="11" dur="200" accel="100000" fill="hold">
                                          <p:stCondLst>
                                            <p:cond delay="800"/>
                                          </p:stCondLst>
                                        </p:cTn>
                                        <p:tgtEl>
                                          <p:spTgt spid="49"/>
                                        </p:tgtEl>
                                        <p:attrNameLst>
                                          <p:attrName>ppt_x</p:attrName>
                                        </p:attrNameLst>
                                      </p:cBhvr>
                                      <p:tavLst>
                                        <p:tav tm="0">
                                          <p:val>
                                            <p:strVal val="#ppt_x-0.05"/>
                                          </p:val>
                                        </p:tav>
                                        <p:tav tm="100000">
                                          <p:val>
                                            <p:strVal val="#ppt_x"/>
                                          </p:val>
                                        </p:tav>
                                      </p:tavLst>
                                    </p:anim>
                                    <p:anim calcmode="lin" valueType="num">
                                      <p:cBhvr>
                                        <p:cTn id="12" dur="200" accel="100000" fill="hold">
                                          <p:stCondLst>
                                            <p:cond delay="800"/>
                                          </p:stCondLst>
                                        </p:cTn>
                                        <p:tgtEl>
                                          <p:spTgt spid="49"/>
                                        </p:tgtEl>
                                        <p:attrNameLst>
                                          <p:attrName>ppt_y</p:attrName>
                                        </p:attrNameLst>
                                      </p:cBhvr>
                                      <p:tavLst>
                                        <p:tav tm="0">
                                          <p:val>
                                            <p:strVal val="#ppt_y+0.1"/>
                                          </p:val>
                                        </p:tav>
                                        <p:tav tm="100000">
                                          <p:val>
                                            <p:strVal val="#ppt_y"/>
                                          </p:val>
                                        </p:tav>
                                      </p:tavLst>
                                    </p:anim>
                                  </p:childTnLst>
                                </p:cTn>
                              </p:par>
                            </p:childTnLst>
                          </p:cTn>
                        </p:par>
                      </p:childTnLst>
                    </p:cTn>
                  </p:par>
                  <p:par>
                    <p:cTn id="13" fill="hold">
                      <p:stCondLst>
                        <p:cond delay="indefinite"/>
                      </p:stCondLst>
                      <p:childTnLst>
                        <p:par>
                          <p:cTn id="14" fill="hold">
                            <p:stCondLst>
                              <p:cond delay="0"/>
                            </p:stCondLst>
                            <p:childTnLst>
                              <p:par>
                                <p:cTn id="15" presetID="22" presetClass="entr" presetSubtype="8" fill="hold" grpId="0" nodeType="clickEffect">
                                  <p:stCondLst>
                                    <p:cond delay="0"/>
                                  </p:stCondLst>
                                  <p:childTnLst>
                                    <p:set>
                                      <p:cBhvr>
                                        <p:cTn id="16" dur="1" fill="hold">
                                          <p:stCondLst>
                                            <p:cond delay="0"/>
                                          </p:stCondLst>
                                        </p:cTn>
                                        <p:tgtEl>
                                          <p:spTgt spid="13"/>
                                        </p:tgtEl>
                                        <p:attrNameLst>
                                          <p:attrName>style.visibility</p:attrName>
                                        </p:attrNameLst>
                                      </p:cBhvr>
                                      <p:to>
                                        <p:strVal val="visible"/>
                                      </p:to>
                                    </p:set>
                                    <p:animEffect transition="in" filter="wipe(left)">
                                      <p:cBhvr>
                                        <p:cTn id="17" dur="2000"/>
                                        <p:tgtEl>
                                          <p:spTgt spid="13"/>
                                        </p:tgtEl>
                                      </p:cBhvr>
                                    </p:animEffect>
                                  </p:childTnLst>
                                </p:cTn>
                              </p:par>
                              <p:par>
                                <p:cTn id="18" presetID="12" presetClass="entr" presetSubtype="4" fill="hold" nodeType="withEffect">
                                  <p:stCondLst>
                                    <p:cond delay="0"/>
                                  </p:stCondLst>
                                  <p:childTnLst>
                                    <p:set>
                                      <p:cBhvr>
                                        <p:cTn id="19" dur="1" fill="hold">
                                          <p:stCondLst>
                                            <p:cond delay="0"/>
                                          </p:stCondLst>
                                        </p:cTn>
                                        <p:tgtEl>
                                          <p:spTgt spid="18"/>
                                        </p:tgtEl>
                                        <p:attrNameLst>
                                          <p:attrName>style.visibility</p:attrName>
                                        </p:attrNameLst>
                                      </p:cBhvr>
                                      <p:to>
                                        <p:strVal val="visible"/>
                                      </p:to>
                                    </p:set>
                                    <p:anim calcmode="lin" valueType="num">
                                      <p:cBhvr additive="base">
                                        <p:cTn id="20" dur="2000"/>
                                        <p:tgtEl>
                                          <p:spTgt spid="18"/>
                                        </p:tgtEl>
                                        <p:attrNameLst>
                                          <p:attrName>ppt_y</p:attrName>
                                        </p:attrNameLst>
                                      </p:cBhvr>
                                      <p:tavLst>
                                        <p:tav tm="0">
                                          <p:val>
                                            <p:strVal val="#ppt_y+#ppt_h*1.125000"/>
                                          </p:val>
                                        </p:tav>
                                        <p:tav tm="100000">
                                          <p:val>
                                            <p:strVal val="#ppt_y"/>
                                          </p:val>
                                        </p:tav>
                                      </p:tavLst>
                                    </p:anim>
                                    <p:animEffect transition="in" filter="wipe(up)">
                                      <p:cBhvr>
                                        <p:cTn id="21" dur="2000"/>
                                        <p:tgtEl>
                                          <p:spTgt spid="18"/>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9" grpId="0"/>
      <p:bldP spid="13" grpId="0" animBg="1"/>
    </p:bldLst>
  </p:timing>
</p:sld>
</file>

<file path=ppt/slides/slide14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6" name="组合 5">
            <a:extLst>
              <a:ext uri="{FF2B5EF4-FFF2-40B4-BE49-F238E27FC236}">
                <a16:creationId xmlns:a16="http://schemas.microsoft.com/office/drawing/2014/main" id="{35D57BA3-C33A-4413-B558-3B4EE4F3080F}"/>
              </a:ext>
            </a:extLst>
          </p:cNvPr>
          <p:cNvGrpSpPr/>
          <p:nvPr/>
        </p:nvGrpSpPr>
        <p:grpSpPr>
          <a:xfrm>
            <a:off x="2146413" y="1363110"/>
            <a:ext cx="1067217" cy="917885"/>
            <a:chOff x="2146413" y="1363110"/>
            <a:chExt cx="1067217" cy="917885"/>
          </a:xfrm>
        </p:grpSpPr>
        <p:sp>
          <p:nvSpPr>
            <p:cNvPr id="34" name="矩形 33">
              <a:extLst>
                <a:ext uri="{FF2B5EF4-FFF2-40B4-BE49-F238E27FC236}">
                  <a16:creationId xmlns:a16="http://schemas.microsoft.com/office/drawing/2014/main" id="{C0C70259-4145-42A4-A97E-2108291E4ADC}"/>
                </a:ext>
              </a:extLst>
            </p:cNvPr>
            <p:cNvSpPr/>
            <p:nvPr/>
          </p:nvSpPr>
          <p:spPr>
            <a:xfrm>
              <a:off x="2300222" y="1739531"/>
              <a:ext cx="759600" cy="541464"/>
            </a:xfrm>
            <a:prstGeom prst="rect">
              <a:avLst/>
            </a:prstGeom>
            <a:solidFill>
              <a:schemeClr val="accent4"/>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mc:AlternateContent xmlns:mc="http://schemas.openxmlformats.org/markup-compatibility/2006" xmlns:a14="http://schemas.microsoft.com/office/drawing/2010/main">
          <mc:Choice Requires="a14">
            <p:sp>
              <p:nvSpPr>
                <p:cNvPr id="35" name="文本框 34">
                  <a:extLst>
                    <a:ext uri="{FF2B5EF4-FFF2-40B4-BE49-F238E27FC236}">
                      <a16:creationId xmlns:a16="http://schemas.microsoft.com/office/drawing/2014/main" id="{EE98B7EB-F32B-4A4F-9072-DF021D7DCAD9}"/>
                    </a:ext>
                  </a:extLst>
                </p:cNvPr>
                <p:cNvSpPr txBox="1"/>
                <p:nvPr/>
              </p:nvSpPr>
              <p:spPr>
                <a:xfrm>
                  <a:off x="2146413" y="1363110"/>
                  <a:ext cx="1067217" cy="369332"/>
                </a:xfrm>
                <a:prstGeom prst="rect">
                  <a:avLst/>
                </a:prstGeom>
                <a:noFill/>
              </p:spPr>
              <p:txBody>
                <a:bodyPr wrap="square">
                  <a:spAutoFit/>
                </a:bodyPr>
                <a:lstStyle/>
                <a:p>
                  <a:pPr/>
                  <a14:m>
                    <m:oMathPara xmlns:m="http://schemas.openxmlformats.org/officeDocument/2006/math">
                      <m:oMathParaPr>
                        <m:jc m:val="centerGroup"/>
                      </m:oMathParaPr>
                      <m:oMath xmlns:m="http://schemas.openxmlformats.org/officeDocument/2006/math">
                        <m:sSub>
                          <m:sSubPr>
                            <m:ctrlPr>
                              <a:rPr lang="en-US" altLang="zh-CN" b="1" i="1" smtClean="0">
                                <a:solidFill>
                                  <a:schemeClr val="accent4"/>
                                </a:solidFill>
                                <a:latin typeface="Cambria Math" panose="02040503050406030204" pitchFamily="18" charset="0"/>
                              </a:rPr>
                            </m:ctrlPr>
                          </m:sSubPr>
                          <m:e>
                            <m:r>
                              <a:rPr lang="en-US" altLang="zh-CN" b="1" i="1" smtClean="0">
                                <a:solidFill>
                                  <a:schemeClr val="accent4"/>
                                </a:solidFill>
                                <a:latin typeface="Cambria Math" panose="02040503050406030204" pitchFamily="18" charset="0"/>
                              </a:rPr>
                              <m:t>𝑾</m:t>
                            </m:r>
                          </m:e>
                          <m:sub>
                            <m:r>
                              <a:rPr lang="en-US" altLang="zh-CN" b="1" i="1" smtClean="0">
                                <a:solidFill>
                                  <a:schemeClr val="accent4"/>
                                </a:solidFill>
                                <a:latin typeface="Cambria Math" panose="02040503050406030204" pitchFamily="18" charset="0"/>
                              </a:rPr>
                              <m:t>𝑹</m:t>
                            </m:r>
                          </m:sub>
                        </m:sSub>
                        <m:r>
                          <a:rPr lang="en-US" altLang="zh-CN" b="1" i="1" smtClean="0">
                            <a:solidFill>
                              <a:schemeClr val="accent4"/>
                            </a:solidFill>
                            <a:latin typeface="Cambria Math" panose="02040503050406030204" pitchFamily="18" charset="0"/>
                          </a:rPr>
                          <m:t>=</m:t>
                        </m:r>
                        <m:r>
                          <a:rPr lang="en-US" altLang="zh-CN" b="1" i="1" smtClean="0">
                            <a:solidFill>
                              <a:schemeClr val="accent4"/>
                            </a:solidFill>
                            <a:latin typeface="Cambria Math" panose="02040503050406030204" pitchFamily="18" charset="0"/>
                          </a:rPr>
                          <m:t>𝟏</m:t>
                        </m:r>
                      </m:oMath>
                    </m:oMathPara>
                  </a14:m>
                  <a:endParaRPr lang="zh-CN" altLang="en-US" dirty="0">
                    <a:solidFill>
                      <a:schemeClr val="accent3"/>
                    </a:solidFill>
                  </a:endParaRPr>
                </a:p>
              </p:txBody>
            </p:sp>
          </mc:Choice>
          <mc:Fallback xmlns="">
            <p:sp>
              <p:nvSpPr>
                <p:cNvPr id="35" name="文本框 34">
                  <a:extLst>
                    <a:ext uri="{FF2B5EF4-FFF2-40B4-BE49-F238E27FC236}">
                      <a16:creationId xmlns:a16="http://schemas.microsoft.com/office/drawing/2014/main" id="{EE98B7EB-F32B-4A4F-9072-DF021D7DCAD9}"/>
                    </a:ext>
                  </a:extLst>
                </p:cNvPr>
                <p:cNvSpPr txBox="1">
                  <a:spLocks noRot="1" noChangeAspect="1" noMove="1" noResize="1" noEditPoints="1" noAdjustHandles="1" noChangeArrowheads="1" noChangeShapeType="1" noTextEdit="1"/>
                </p:cNvSpPr>
                <p:nvPr/>
              </p:nvSpPr>
              <p:spPr>
                <a:xfrm>
                  <a:off x="2146413" y="1363110"/>
                  <a:ext cx="1067217" cy="369332"/>
                </a:xfrm>
                <a:prstGeom prst="rect">
                  <a:avLst/>
                </a:prstGeom>
                <a:blipFill>
                  <a:blip r:embed="rId3"/>
                  <a:stretch>
                    <a:fillRect b="-3333"/>
                  </a:stretch>
                </a:blipFill>
              </p:spPr>
              <p:txBody>
                <a:bodyPr/>
                <a:lstStyle/>
                <a:p>
                  <a:r>
                    <a:rPr lang="zh-CN" altLang="en-US">
                      <a:noFill/>
                    </a:rPr>
                    <a:t> </a:t>
                  </a:r>
                </a:p>
              </p:txBody>
            </p:sp>
          </mc:Fallback>
        </mc:AlternateContent>
      </p:grpSp>
      <p:grpSp>
        <p:nvGrpSpPr>
          <p:cNvPr id="7" name="组合 6">
            <a:extLst>
              <a:ext uri="{FF2B5EF4-FFF2-40B4-BE49-F238E27FC236}">
                <a16:creationId xmlns:a16="http://schemas.microsoft.com/office/drawing/2014/main" id="{00A9CCE1-949C-4E54-97A1-6025FF974983}"/>
              </a:ext>
            </a:extLst>
          </p:cNvPr>
          <p:cNvGrpSpPr/>
          <p:nvPr/>
        </p:nvGrpSpPr>
        <p:grpSpPr>
          <a:xfrm>
            <a:off x="2302929" y="5098286"/>
            <a:ext cx="3780000" cy="910796"/>
            <a:chOff x="2302929" y="5098286"/>
            <a:chExt cx="3780000" cy="910796"/>
          </a:xfrm>
        </p:grpSpPr>
        <p:sp>
          <p:nvSpPr>
            <p:cNvPr id="5" name="矩形 4">
              <a:extLst>
                <a:ext uri="{FF2B5EF4-FFF2-40B4-BE49-F238E27FC236}">
                  <a16:creationId xmlns:a16="http://schemas.microsoft.com/office/drawing/2014/main" id="{ABCDD6AB-497D-42FD-B822-48DB3891082B}"/>
                </a:ext>
              </a:extLst>
            </p:cNvPr>
            <p:cNvSpPr/>
            <p:nvPr/>
          </p:nvSpPr>
          <p:spPr>
            <a:xfrm>
              <a:off x="2302929" y="5467618"/>
              <a:ext cx="3780000" cy="541464"/>
            </a:xfrm>
            <a:prstGeom prst="rect">
              <a:avLst/>
            </a:prstGeom>
            <a:solidFill>
              <a:schemeClr val="accent3"/>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mc:AlternateContent xmlns:mc="http://schemas.openxmlformats.org/markup-compatibility/2006" xmlns:a14="http://schemas.microsoft.com/office/drawing/2010/main">
          <mc:Choice Requires="a14">
            <p:sp>
              <p:nvSpPr>
                <p:cNvPr id="23" name="文本框 22">
                  <a:extLst>
                    <a:ext uri="{FF2B5EF4-FFF2-40B4-BE49-F238E27FC236}">
                      <a16:creationId xmlns:a16="http://schemas.microsoft.com/office/drawing/2014/main" id="{ABC03EEA-26BD-4845-8ACC-3FB7B6DA9132}"/>
                    </a:ext>
                  </a:extLst>
                </p:cNvPr>
                <p:cNvSpPr txBox="1"/>
                <p:nvPr/>
              </p:nvSpPr>
              <p:spPr>
                <a:xfrm>
                  <a:off x="3659320" y="5098286"/>
                  <a:ext cx="1067217" cy="369332"/>
                </a:xfrm>
                <a:prstGeom prst="rect">
                  <a:avLst/>
                </a:prstGeom>
                <a:noFill/>
              </p:spPr>
              <p:txBody>
                <a:bodyPr wrap="square">
                  <a:spAutoFit/>
                </a:bodyPr>
                <a:lstStyle/>
                <a:p>
                  <a:pPr/>
                  <a14:m>
                    <m:oMathPara xmlns:m="http://schemas.openxmlformats.org/officeDocument/2006/math">
                      <m:oMathParaPr>
                        <m:jc m:val="centerGroup"/>
                      </m:oMathParaPr>
                      <m:oMath xmlns:m="http://schemas.openxmlformats.org/officeDocument/2006/math">
                        <m:sSub>
                          <m:sSubPr>
                            <m:ctrlPr>
                              <a:rPr lang="en-US" altLang="zh-CN" b="1" i="1" smtClean="0">
                                <a:solidFill>
                                  <a:schemeClr val="accent3"/>
                                </a:solidFill>
                                <a:latin typeface="Cambria Math" panose="02040503050406030204" pitchFamily="18" charset="0"/>
                              </a:rPr>
                            </m:ctrlPr>
                          </m:sSubPr>
                          <m:e>
                            <m:r>
                              <a:rPr lang="en-US" altLang="zh-CN" b="1" i="1" smtClean="0">
                                <a:solidFill>
                                  <a:schemeClr val="accent3"/>
                                </a:solidFill>
                                <a:latin typeface="Cambria Math" panose="02040503050406030204" pitchFamily="18" charset="0"/>
                              </a:rPr>
                              <m:t>𝑾</m:t>
                            </m:r>
                          </m:e>
                          <m:sub>
                            <m:r>
                              <a:rPr lang="en-US" altLang="zh-CN" b="1" i="1" smtClean="0">
                                <a:solidFill>
                                  <a:schemeClr val="accent3"/>
                                </a:solidFill>
                                <a:latin typeface="Cambria Math" panose="02040503050406030204" pitchFamily="18" charset="0"/>
                              </a:rPr>
                              <m:t>𝑻</m:t>
                            </m:r>
                          </m:sub>
                        </m:sSub>
                        <m:r>
                          <a:rPr lang="en-US" altLang="zh-CN" b="1" i="1" smtClean="0">
                            <a:solidFill>
                              <a:schemeClr val="accent3"/>
                            </a:solidFill>
                            <a:latin typeface="Cambria Math" panose="02040503050406030204" pitchFamily="18" charset="0"/>
                          </a:rPr>
                          <m:t>=</m:t>
                        </m:r>
                        <m:r>
                          <a:rPr lang="en-US" altLang="zh-CN" b="1" i="1" smtClean="0">
                            <a:solidFill>
                              <a:schemeClr val="accent3"/>
                            </a:solidFill>
                            <a:latin typeface="Cambria Math" panose="02040503050406030204" pitchFamily="18" charset="0"/>
                          </a:rPr>
                          <m:t>𝟓</m:t>
                        </m:r>
                      </m:oMath>
                    </m:oMathPara>
                  </a14:m>
                  <a:endParaRPr lang="zh-CN" altLang="en-US" dirty="0">
                    <a:solidFill>
                      <a:schemeClr val="accent3"/>
                    </a:solidFill>
                  </a:endParaRPr>
                </a:p>
              </p:txBody>
            </p:sp>
          </mc:Choice>
          <mc:Fallback xmlns="">
            <p:sp>
              <p:nvSpPr>
                <p:cNvPr id="23" name="文本框 22">
                  <a:extLst>
                    <a:ext uri="{FF2B5EF4-FFF2-40B4-BE49-F238E27FC236}">
                      <a16:creationId xmlns:a16="http://schemas.microsoft.com/office/drawing/2014/main" id="{ABC03EEA-26BD-4845-8ACC-3FB7B6DA9132}"/>
                    </a:ext>
                  </a:extLst>
                </p:cNvPr>
                <p:cNvSpPr txBox="1">
                  <a:spLocks noRot="1" noChangeAspect="1" noMove="1" noResize="1" noEditPoints="1" noAdjustHandles="1" noChangeArrowheads="1" noChangeShapeType="1" noTextEdit="1"/>
                </p:cNvSpPr>
                <p:nvPr/>
              </p:nvSpPr>
              <p:spPr>
                <a:xfrm>
                  <a:off x="3659320" y="5098286"/>
                  <a:ext cx="1067217" cy="369332"/>
                </a:xfrm>
                <a:prstGeom prst="rect">
                  <a:avLst/>
                </a:prstGeom>
                <a:blipFill>
                  <a:blip r:embed="rId4"/>
                  <a:stretch>
                    <a:fillRect b="-3279"/>
                  </a:stretch>
                </a:blipFill>
              </p:spPr>
              <p:txBody>
                <a:bodyPr/>
                <a:lstStyle/>
                <a:p>
                  <a:r>
                    <a:rPr lang="zh-CN" altLang="en-US">
                      <a:noFill/>
                    </a:rPr>
                    <a:t> </a:t>
                  </a:r>
                </a:p>
              </p:txBody>
            </p:sp>
          </mc:Fallback>
        </mc:AlternateContent>
      </p:grpSp>
      <p:grpSp>
        <p:nvGrpSpPr>
          <p:cNvPr id="4" name="组合 3">
            <a:extLst>
              <a:ext uri="{FF2B5EF4-FFF2-40B4-BE49-F238E27FC236}">
                <a16:creationId xmlns:a16="http://schemas.microsoft.com/office/drawing/2014/main" id="{9A1EA9F2-FCB6-48C3-935F-7AE7E3AD14AC}"/>
              </a:ext>
            </a:extLst>
          </p:cNvPr>
          <p:cNvGrpSpPr/>
          <p:nvPr/>
        </p:nvGrpSpPr>
        <p:grpSpPr>
          <a:xfrm>
            <a:off x="304800" y="749300"/>
            <a:ext cx="6192344" cy="400110"/>
            <a:chOff x="424117" y="898245"/>
            <a:chExt cx="6192344" cy="400110"/>
          </a:xfrm>
        </p:grpSpPr>
        <p:sp>
          <p:nvSpPr>
            <p:cNvPr id="2" name="平行四边形 1">
              <a:extLst>
                <a:ext uri="{FF2B5EF4-FFF2-40B4-BE49-F238E27FC236}">
                  <a16:creationId xmlns:a16="http://schemas.microsoft.com/office/drawing/2014/main" id="{1F5BAA3F-9845-4F89-A2DD-8222D3E4EDAC}"/>
                </a:ext>
              </a:extLst>
            </p:cNvPr>
            <p:cNvSpPr/>
            <p:nvPr/>
          </p:nvSpPr>
          <p:spPr>
            <a:xfrm>
              <a:off x="424117" y="898245"/>
              <a:ext cx="628306" cy="387090"/>
            </a:xfrm>
            <a:prstGeom prst="parallelogram">
              <a:avLst/>
            </a:prstGeom>
            <a:solidFill>
              <a:schemeClr val="accent3">
                <a:lumMod val="75000"/>
              </a:schemeClr>
            </a:solidFill>
            <a:ln>
              <a:solidFill>
                <a:schemeClr val="accent3">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CN" sz="2200" dirty="0">
                  <a:latin typeface="Impact" panose="020B0806030902050204" pitchFamily="34" charset="0"/>
                </a:rPr>
                <a:t>01</a:t>
              </a:r>
              <a:endParaRPr lang="zh-CN" altLang="en-US" sz="2200" dirty="0">
                <a:latin typeface="Impact" panose="020B0806030902050204" pitchFamily="34" charset="0"/>
              </a:endParaRPr>
            </a:p>
          </p:txBody>
        </p:sp>
        <p:sp>
          <p:nvSpPr>
            <p:cNvPr id="3" name="文本框 2">
              <a:extLst>
                <a:ext uri="{FF2B5EF4-FFF2-40B4-BE49-F238E27FC236}">
                  <a16:creationId xmlns:a16="http://schemas.microsoft.com/office/drawing/2014/main" id="{4D6BD736-A4D3-4F26-AFED-36E11F50F70B}"/>
                </a:ext>
              </a:extLst>
            </p:cNvPr>
            <p:cNvSpPr txBox="1"/>
            <p:nvPr/>
          </p:nvSpPr>
          <p:spPr>
            <a:xfrm>
              <a:off x="1052423" y="898245"/>
              <a:ext cx="5564038" cy="400110"/>
            </a:xfrm>
            <a:prstGeom prst="rect">
              <a:avLst/>
            </a:prstGeom>
            <a:noFill/>
          </p:spPr>
          <p:txBody>
            <a:bodyPr wrap="square" rtlCol="0">
              <a:spAutoFit/>
            </a:bodyPr>
            <a:lstStyle/>
            <a:p>
              <a:r>
                <a:rPr lang="zh-CN" altLang="en-US" sz="2000" b="1" dirty="0"/>
                <a:t>回退</a:t>
              </a:r>
              <a:r>
                <a:rPr lang="en-US" altLang="zh-CN" sz="2000" b="1" dirty="0"/>
                <a:t>N</a:t>
              </a:r>
              <a:r>
                <a:rPr lang="zh-CN" altLang="en-US" sz="2000" b="1" dirty="0"/>
                <a:t>帧协议</a:t>
              </a:r>
            </a:p>
          </p:txBody>
        </p:sp>
      </p:grpSp>
      <p:grpSp>
        <p:nvGrpSpPr>
          <p:cNvPr id="20" name="组合 19">
            <a:extLst>
              <a:ext uri="{FF2B5EF4-FFF2-40B4-BE49-F238E27FC236}">
                <a16:creationId xmlns:a16="http://schemas.microsoft.com/office/drawing/2014/main" id="{87756F0E-46C2-4571-B23D-C8472E9FD1FB}"/>
              </a:ext>
            </a:extLst>
          </p:cNvPr>
          <p:cNvGrpSpPr/>
          <p:nvPr/>
        </p:nvGrpSpPr>
        <p:grpSpPr>
          <a:xfrm>
            <a:off x="475097" y="1263518"/>
            <a:ext cx="1355161" cy="5114896"/>
            <a:chOff x="475097" y="1263518"/>
            <a:chExt cx="1355161" cy="5114896"/>
          </a:xfrm>
        </p:grpSpPr>
        <p:cxnSp>
          <p:nvCxnSpPr>
            <p:cNvPr id="17" name="直接连接符 16">
              <a:extLst>
                <a:ext uri="{FF2B5EF4-FFF2-40B4-BE49-F238E27FC236}">
                  <a16:creationId xmlns:a16="http://schemas.microsoft.com/office/drawing/2014/main" id="{5A41A17A-7B81-47D8-BDBB-76B8F1AA71D6}"/>
                </a:ext>
              </a:extLst>
            </p:cNvPr>
            <p:cNvCxnSpPr>
              <a:cxnSpLocks/>
            </p:cNvCxnSpPr>
            <p:nvPr/>
          </p:nvCxnSpPr>
          <p:spPr>
            <a:xfrm flipV="1">
              <a:off x="1208367" y="2012996"/>
              <a:ext cx="0" cy="3813858"/>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nvGrpSpPr>
            <p:cNvPr id="9" name="组合 8">
              <a:extLst>
                <a:ext uri="{FF2B5EF4-FFF2-40B4-BE49-F238E27FC236}">
                  <a16:creationId xmlns:a16="http://schemas.microsoft.com/office/drawing/2014/main" id="{A2B5FA1F-35FA-42E7-8D74-E7431B6AAA3C}"/>
                </a:ext>
              </a:extLst>
            </p:cNvPr>
            <p:cNvGrpSpPr/>
            <p:nvPr/>
          </p:nvGrpSpPr>
          <p:grpSpPr>
            <a:xfrm>
              <a:off x="700096" y="5368000"/>
              <a:ext cx="905164" cy="1010414"/>
              <a:chOff x="700096" y="5368000"/>
              <a:chExt cx="905164" cy="1010414"/>
            </a:xfrm>
          </p:grpSpPr>
          <p:pic>
            <p:nvPicPr>
              <p:cNvPr id="214" name="图形 213">
                <a:extLst>
                  <a:ext uri="{FF2B5EF4-FFF2-40B4-BE49-F238E27FC236}">
                    <a16:creationId xmlns:a16="http://schemas.microsoft.com/office/drawing/2014/main" id="{D949CB40-4FF6-4E8C-991B-66D24C6ADF05}"/>
                  </a:ext>
                </a:extLst>
              </p:cNvPr>
              <p:cNvPicPr>
                <a:picLocks noChangeAspect="1"/>
              </p:cNvPicPr>
              <p:nvPr/>
            </p:nvPicPr>
            <p:blipFill>
              <a:blip r:embed="rId5">
                <a:extLst>
                  <a:ext uri="{28A0092B-C50C-407E-A947-70E740481C1C}">
                    <a14:useLocalDpi xmlns:a14="http://schemas.microsoft.com/office/drawing/2010/main" val="0"/>
                  </a:ext>
                  <a:ext uri="{96DAC541-7B7A-43D3-8B79-37D633B846F1}">
                    <asvg:svgBlip xmlns:asvg="http://schemas.microsoft.com/office/drawing/2016/SVG/main" r:embed="rId6"/>
                  </a:ext>
                </a:extLst>
              </a:blip>
              <a:stretch>
                <a:fillRect/>
              </a:stretch>
            </p:blipFill>
            <p:spPr>
              <a:xfrm>
                <a:off x="821271" y="5368000"/>
                <a:ext cx="662814" cy="641082"/>
              </a:xfrm>
              <a:prstGeom prst="rect">
                <a:avLst/>
              </a:prstGeom>
            </p:spPr>
          </p:pic>
          <p:sp>
            <p:nvSpPr>
              <p:cNvPr id="218" name="文本框 217">
                <a:extLst>
                  <a:ext uri="{FF2B5EF4-FFF2-40B4-BE49-F238E27FC236}">
                    <a16:creationId xmlns:a16="http://schemas.microsoft.com/office/drawing/2014/main" id="{584D12FE-712D-432B-A48B-3084189F6B6C}"/>
                  </a:ext>
                </a:extLst>
              </p:cNvPr>
              <p:cNvSpPr txBox="1"/>
              <p:nvPr/>
            </p:nvSpPr>
            <p:spPr>
              <a:xfrm>
                <a:off x="700096" y="6009082"/>
                <a:ext cx="905164" cy="369332"/>
              </a:xfrm>
              <a:prstGeom prst="rect">
                <a:avLst/>
              </a:prstGeom>
              <a:noFill/>
            </p:spPr>
            <p:txBody>
              <a:bodyPr wrap="square" rtlCol="0">
                <a:spAutoFit/>
              </a:bodyPr>
              <a:lstStyle/>
              <a:p>
                <a:r>
                  <a:rPr lang="zh-CN" altLang="en-US" b="1" dirty="0">
                    <a:latin typeface="+mn-ea"/>
                  </a:rPr>
                  <a:t>发送方</a:t>
                </a:r>
              </a:p>
            </p:txBody>
          </p:sp>
        </p:grpSp>
        <p:grpSp>
          <p:nvGrpSpPr>
            <p:cNvPr id="8" name="组合 7">
              <a:extLst>
                <a:ext uri="{FF2B5EF4-FFF2-40B4-BE49-F238E27FC236}">
                  <a16:creationId xmlns:a16="http://schemas.microsoft.com/office/drawing/2014/main" id="{0ACAF080-95D4-4F76-A817-06EA84E449C9}"/>
                </a:ext>
              </a:extLst>
            </p:cNvPr>
            <p:cNvGrpSpPr/>
            <p:nvPr/>
          </p:nvGrpSpPr>
          <p:grpSpPr>
            <a:xfrm>
              <a:off x="878301" y="1263518"/>
              <a:ext cx="905164" cy="1027908"/>
              <a:chOff x="878301" y="1390382"/>
              <a:chExt cx="905164" cy="1027908"/>
            </a:xfrm>
          </p:grpSpPr>
          <p:pic>
            <p:nvPicPr>
              <p:cNvPr id="210" name="图形 209">
                <a:extLst>
                  <a:ext uri="{FF2B5EF4-FFF2-40B4-BE49-F238E27FC236}">
                    <a16:creationId xmlns:a16="http://schemas.microsoft.com/office/drawing/2014/main" id="{61E01467-74F7-469C-BAD5-DFFB1234E440}"/>
                  </a:ext>
                </a:extLst>
              </p:cNvPr>
              <p:cNvPicPr>
                <a:picLocks noChangeAspect="1"/>
              </p:cNvPicPr>
              <p:nvPr/>
            </p:nvPicPr>
            <p:blipFill>
              <a:blip r:embed="rId7">
                <a:extLst>
                  <a:ext uri="{28A0092B-C50C-407E-A947-70E740481C1C}">
                    <a14:useLocalDpi xmlns:a14="http://schemas.microsoft.com/office/drawing/2010/main" val="0"/>
                  </a:ext>
                  <a:ext uri="{96DAC541-7B7A-43D3-8B79-37D633B846F1}">
                    <asvg:svgBlip xmlns:asvg="http://schemas.microsoft.com/office/drawing/2016/SVG/main" r:embed="rId8"/>
                  </a:ext>
                </a:extLst>
              </a:blip>
              <a:stretch>
                <a:fillRect/>
              </a:stretch>
            </p:blipFill>
            <p:spPr>
              <a:xfrm>
                <a:off x="984826" y="1759714"/>
                <a:ext cx="501772" cy="658576"/>
              </a:xfrm>
              <a:prstGeom prst="rect">
                <a:avLst/>
              </a:prstGeom>
            </p:spPr>
          </p:pic>
          <p:sp>
            <p:nvSpPr>
              <p:cNvPr id="219" name="文本框 218">
                <a:extLst>
                  <a:ext uri="{FF2B5EF4-FFF2-40B4-BE49-F238E27FC236}">
                    <a16:creationId xmlns:a16="http://schemas.microsoft.com/office/drawing/2014/main" id="{B105E330-42F6-4FA8-914C-123FFA0756D5}"/>
                  </a:ext>
                </a:extLst>
              </p:cNvPr>
              <p:cNvSpPr txBox="1"/>
              <p:nvPr/>
            </p:nvSpPr>
            <p:spPr>
              <a:xfrm>
                <a:off x="878301" y="1390382"/>
                <a:ext cx="905164" cy="369332"/>
              </a:xfrm>
              <a:prstGeom prst="rect">
                <a:avLst/>
              </a:prstGeom>
              <a:noFill/>
            </p:spPr>
            <p:txBody>
              <a:bodyPr wrap="square" rtlCol="0">
                <a:spAutoFit/>
              </a:bodyPr>
              <a:lstStyle/>
              <a:p>
                <a:r>
                  <a:rPr lang="zh-CN" altLang="en-US" b="1" dirty="0">
                    <a:latin typeface="+mn-ea"/>
                  </a:rPr>
                  <a:t>接收方</a:t>
                </a:r>
              </a:p>
            </p:txBody>
          </p:sp>
        </p:grpSp>
        <p:sp>
          <p:nvSpPr>
            <p:cNvPr id="57" name="云形 56">
              <a:extLst>
                <a:ext uri="{FF2B5EF4-FFF2-40B4-BE49-F238E27FC236}">
                  <a16:creationId xmlns:a16="http://schemas.microsoft.com/office/drawing/2014/main" id="{8D58A5DA-48AF-4D62-A0E1-92B6F8CBE1F4}"/>
                </a:ext>
              </a:extLst>
            </p:cNvPr>
            <p:cNvSpPr/>
            <p:nvPr/>
          </p:nvSpPr>
          <p:spPr>
            <a:xfrm>
              <a:off x="475097" y="3429014"/>
              <a:ext cx="1355161" cy="801398"/>
            </a:xfrm>
            <a:prstGeom prst="cloud">
              <a:avLst/>
            </a:prstGeom>
            <a:solidFill>
              <a:schemeClr val="bg1">
                <a:lumMod val="85000"/>
              </a:schemeClr>
            </a:solidFill>
            <a:ln>
              <a:solidFill>
                <a:schemeClr val="bg1">
                  <a:lumMod val="85000"/>
                </a:schemeClr>
              </a:solidFill>
            </a:ln>
          </p:spPr>
          <p:style>
            <a:lnRef idx="2">
              <a:schemeClr val="accent3">
                <a:shade val="50000"/>
              </a:schemeClr>
            </a:lnRef>
            <a:fillRef idx="1">
              <a:schemeClr val="accent3"/>
            </a:fillRef>
            <a:effectRef idx="0">
              <a:schemeClr val="accent3"/>
            </a:effectRef>
            <a:fontRef idx="minor">
              <a:schemeClr val="lt1"/>
            </a:fontRef>
          </p:style>
          <p:txBody>
            <a:bodyPr rtlCol="0" anchor="ctr"/>
            <a:lstStyle/>
            <a:p>
              <a:pPr algn="ctr"/>
              <a:r>
                <a:rPr lang="zh-CN" altLang="en-US" b="1" dirty="0">
                  <a:solidFill>
                    <a:schemeClr val="tx1"/>
                  </a:solidFill>
                  <a:latin typeface="+mn-ea"/>
                </a:rPr>
                <a:t>因特网</a:t>
              </a:r>
            </a:p>
          </p:txBody>
        </p:sp>
      </p:grpSp>
      <p:graphicFrame>
        <p:nvGraphicFramePr>
          <p:cNvPr id="21" name="表格 21">
            <a:extLst>
              <a:ext uri="{FF2B5EF4-FFF2-40B4-BE49-F238E27FC236}">
                <a16:creationId xmlns:a16="http://schemas.microsoft.com/office/drawing/2014/main" id="{CE497585-4F97-4F44-9ABE-D7BBA16B40E0}"/>
              </a:ext>
            </a:extLst>
          </p:cNvPr>
          <p:cNvGraphicFramePr>
            <a:graphicFrameLocks noGrp="1"/>
          </p:cNvGraphicFramePr>
          <p:nvPr/>
        </p:nvGraphicFramePr>
        <p:xfrm>
          <a:off x="2302929" y="5557308"/>
          <a:ext cx="9067800" cy="370840"/>
        </p:xfrm>
        <a:graphic>
          <a:graphicData uri="http://schemas.openxmlformats.org/drawingml/2006/table">
            <a:tbl>
              <a:tblPr firstRow="1" bandRow="1">
                <a:tableStyleId>{5C22544A-7EE6-4342-B048-85BDC9FD1C3A}</a:tableStyleId>
              </a:tblPr>
              <a:tblGrid>
                <a:gridCol w="755650">
                  <a:extLst>
                    <a:ext uri="{9D8B030D-6E8A-4147-A177-3AD203B41FA5}">
                      <a16:colId xmlns:a16="http://schemas.microsoft.com/office/drawing/2014/main" val="877486509"/>
                    </a:ext>
                  </a:extLst>
                </a:gridCol>
                <a:gridCol w="755650">
                  <a:extLst>
                    <a:ext uri="{9D8B030D-6E8A-4147-A177-3AD203B41FA5}">
                      <a16:colId xmlns:a16="http://schemas.microsoft.com/office/drawing/2014/main" val="3548605817"/>
                    </a:ext>
                  </a:extLst>
                </a:gridCol>
                <a:gridCol w="755650">
                  <a:extLst>
                    <a:ext uri="{9D8B030D-6E8A-4147-A177-3AD203B41FA5}">
                      <a16:colId xmlns:a16="http://schemas.microsoft.com/office/drawing/2014/main" val="2881812895"/>
                    </a:ext>
                  </a:extLst>
                </a:gridCol>
                <a:gridCol w="755650">
                  <a:extLst>
                    <a:ext uri="{9D8B030D-6E8A-4147-A177-3AD203B41FA5}">
                      <a16:colId xmlns:a16="http://schemas.microsoft.com/office/drawing/2014/main" val="3682284582"/>
                    </a:ext>
                  </a:extLst>
                </a:gridCol>
                <a:gridCol w="755650">
                  <a:extLst>
                    <a:ext uri="{9D8B030D-6E8A-4147-A177-3AD203B41FA5}">
                      <a16:colId xmlns:a16="http://schemas.microsoft.com/office/drawing/2014/main" val="500127722"/>
                    </a:ext>
                  </a:extLst>
                </a:gridCol>
                <a:gridCol w="755650">
                  <a:extLst>
                    <a:ext uri="{9D8B030D-6E8A-4147-A177-3AD203B41FA5}">
                      <a16:colId xmlns:a16="http://schemas.microsoft.com/office/drawing/2014/main" val="2946259618"/>
                    </a:ext>
                  </a:extLst>
                </a:gridCol>
                <a:gridCol w="755650">
                  <a:extLst>
                    <a:ext uri="{9D8B030D-6E8A-4147-A177-3AD203B41FA5}">
                      <a16:colId xmlns:a16="http://schemas.microsoft.com/office/drawing/2014/main" val="171501986"/>
                    </a:ext>
                  </a:extLst>
                </a:gridCol>
                <a:gridCol w="755650">
                  <a:extLst>
                    <a:ext uri="{9D8B030D-6E8A-4147-A177-3AD203B41FA5}">
                      <a16:colId xmlns:a16="http://schemas.microsoft.com/office/drawing/2014/main" val="1667185265"/>
                    </a:ext>
                  </a:extLst>
                </a:gridCol>
                <a:gridCol w="755650">
                  <a:extLst>
                    <a:ext uri="{9D8B030D-6E8A-4147-A177-3AD203B41FA5}">
                      <a16:colId xmlns:a16="http://schemas.microsoft.com/office/drawing/2014/main" val="4258211808"/>
                    </a:ext>
                  </a:extLst>
                </a:gridCol>
                <a:gridCol w="755650">
                  <a:extLst>
                    <a:ext uri="{9D8B030D-6E8A-4147-A177-3AD203B41FA5}">
                      <a16:colId xmlns:a16="http://schemas.microsoft.com/office/drawing/2014/main" val="1794200575"/>
                    </a:ext>
                  </a:extLst>
                </a:gridCol>
                <a:gridCol w="755650">
                  <a:extLst>
                    <a:ext uri="{9D8B030D-6E8A-4147-A177-3AD203B41FA5}">
                      <a16:colId xmlns:a16="http://schemas.microsoft.com/office/drawing/2014/main" val="4230716487"/>
                    </a:ext>
                  </a:extLst>
                </a:gridCol>
                <a:gridCol w="755650">
                  <a:extLst>
                    <a:ext uri="{9D8B030D-6E8A-4147-A177-3AD203B41FA5}">
                      <a16:colId xmlns:a16="http://schemas.microsoft.com/office/drawing/2014/main" val="56153739"/>
                    </a:ext>
                  </a:extLst>
                </a:gridCol>
              </a:tblGrid>
              <a:tr h="370840">
                <a:tc>
                  <a:txBody>
                    <a:bodyPr/>
                    <a:lstStyle/>
                    <a:p>
                      <a:pPr algn="ctr"/>
                      <a:r>
                        <a:rPr lang="en-US" altLang="zh-CN" dirty="0">
                          <a:solidFill>
                            <a:schemeClr val="tx1"/>
                          </a:solidFill>
                          <a:latin typeface="Arial Black" panose="020B0A04020102020204" pitchFamily="34" charset="0"/>
                        </a:rPr>
                        <a:t>0</a:t>
                      </a:r>
                      <a:endParaRPr lang="zh-CN" altLang="en-US" dirty="0">
                        <a:solidFill>
                          <a:schemeClr val="tx1"/>
                        </a:solidFill>
                        <a:latin typeface="Arial Black" panose="020B0A04020102020204" pitchFamily="34" charset="0"/>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ctr"/>
                      <a:r>
                        <a:rPr lang="en-US" altLang="zh-CN" dirty="0">
                          <a:solidFill>
                            <a:schemeClr val="tx1"/>
                          </a:solidFill>
                          <a:latin typeface="Arial Black" panose="020B0A04020102020204" pitchFamily="34" charset="0"/>
                        </a:rPr>
                        <a:t>1</a:t>
                      </a:r>
                      <a:endParaRPr lang="zh-CN" altLang="en-US" dirty="0">
                        <a:solidFill>
                          <a:schemeClr val="tx1"/>
                        </a:solidFill>
                        <a:latin typeface="Arial Black" panose="020B0A04020102020204" pitchFamily="34" charset="0"/>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ctr"/>
                      <a:r>
                        <a:rPr lang="en-US" altLang="zh-CN" dirty="0">
                          <a:solidFill>
                            <a:schemeClr val="tx1"/>
                          </a:solidFill>
                          <a:latin typeface="Arial Black" panose="020B0A04020102020204" pitchFamily="34" charset="0"/>
                        </a:rPr>
                        <a:t>2</a:t>
                      </a:r>
                      <a:endParaRPr lang="zh-CN" altLang="en-US" dirty="0">
                        <a:solidFill>
                          <a:schemeClr val="tx1"/>
                        </a:solidFill>
                        <a:latin typeface="Arial Black" panose="020B0A04020102020204" pitchFamily="34" charset="0"/>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ctr"/>
                      <a:r>
                        <a:rPr lang="en-US" altLang="zh-CN" dirty="0">
                          <a:solidFill>
                            <a:schemeClr val="tx1"/>
                          </a:solidFill>
                          <a:latin typeface="Arial Black" panose="020B0A04020102020204" pitchFamily="34" charset="0"/>
                        </a:rPr>
                        <a:t>3</a:t>
                      </a:r>
                      <a:endParaRPr lang="zh-CN" altLang="en-US" dirty="0">
                        <a:solidFill>
                          <a:schemeClr val="tx1"/>
                        </a:solidFill>
                        <a:latin typeface="Arial Black" panose="020B0A04020102020204" pitchFamily="34" charset="0"/>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ctr"/>
                      <a:r>
                        <a:rPr lang="en-US" altLang="zh-CN" dirty="0">
                          <a:solidFill>
                            <a:schemeClr val="tx1"/>
                          </a:solidFill>
                          <a:latin typeface="Arial Black" panose="020B0A04020102020204" pitchFamily="34" charset="0"/>
                        </a:rPr>
                        <a:t>4</a:t>
                      </a:r>
                      <a:endParaRPr lang="zh-CN" altLang="en-US" dirty="0">
                        <a:solidFill>
                          <a:schemeClr val="tx1"/>
                        </a:solidFill>
                        <a:latin typeface="Arial Black" panose="020B0A04020102020204" pitchFamily="34" charset="0"/>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ctr"/>
                      <a:r>
                        <a:rPr lang="en-US" altLang="zh-CN" dirty="0">
                          <a:solidFill>
                            <a:schemeClr val="tx1"/>
                          </a:solidFill>
                          <a:latin typeface="Arial Black" panose="020B0A04020102020204" pitchFamily="34" charset="0"/>
                        </a:rPr>
                        <a:t>5</a:t>
                      </a:r>
                      <a:endParaRPr lang="zh-CN" altLang="en-US" dirty="0">
                        <a:solidFill>
                          <a:schemeClr val="tx1"/>
                        </a:solidFill>
                        <a:latin typeface="Arial Black" panose="020B0A04020102020204" pitchFamily="34" charset="0"/>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ctr"/>
                      <a:r>
                        <a:rPr lang="en-US" altLang="zh-CN" dirty="0">
                          <a:solidFill>
                            <a:schemeClr val="tx1"/>
                          </a:solidFill>
                          <a:latin typeface="Arial Black" panose="020B0A04020102020204" pitchFamily="34" charset="0"/>
                        </a:rPr>
                        <a:t>6</a:t>
                      </a:r>
                      <a:endParaRPr lang="zh-CN" altLang="en-US" dirty="0">
                        <a:solidFill>
                          <a:schemeClr val="tx1"/>
                        </a:solidFill>
                        <a:latin typeface="Arial Black" panose="020B0A04020102020204" pitchFamily="34" charset="0"/>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ctr"/>
                      <a:r>
                        <a:rPr lang="en-US" altLang="zh-CN" dirty="0">
                          <a:solidFill>
                            <a:schemeClr val="tx1"/>
                          </a:solidFill>
                          <a:latin typeface="Arial Black" panose="020B0A04020102020204" pitchFamily="34" charset="0"/>
                        </a:rPr>
                        <a:t>7</a:t>
                      </a:r>
                      <a:endParaRPr lang="zh-CN" altLang="en-US" dirty="0">
                        <a:solidFill>
                          <a:schemeClr val="tx1"/>
                        </a:solidFill>
                        <a:latin typeface="Arial Black" panose="020B0A04020102020204" pitchFamily="34" charset="0"/>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ctr"/>
                      <a:r>
                        <a:rPr lang="en-US" altLang="zh-CN" dirty="0">
                          <a:solidFill>
                            <a:schemeClr val="tx1"/>
                          </a:solidFill>
                          <a:latin typeface="Arial Black" panose="020B0A04020102020204" pitchFamily="34" charset="0"/>
                        </a:rPr>
                        <a:t>0</a:t>
                      </a:r>
                      <a:endParaRPr lang="zh-CN" altLang="en-US" dirty="0">
                        <a:solidFill>
                          <a:schemeClr val="tx1"/>
                        </a:solidFill>
                        <a:latin typeface="Arial Black" panose="020B0A04020102020204" pitchFamily="34" charset="0"/>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ctr"/>
                      <a:r>
                        <a:rPr lang="en-US" altLang="zh-CN" dirty="0">
                          <a:solidFill>
                            <a:schemeClr val="tx1"/>
                          </a:solidFill>
                          <a:latin typeface="Arial Black" panose="020B0A04020102020204" pitchFamily="34" charset="0"/>
                        </a:rPr>
                        <a:t>1</a:t>
                      </a:r>
                      <a:endParaRPr lang="zh-CN" altLang="en-US" dirty="0">
                        <a:solidFill>
                          <a:schemeClr val="tx1"/>
                        </a:solidFill>
                        <a:latin typeface="Arial Black" panose="020B0A04020102020204" pitchFamily="34" charset="0"/>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ctr"/>
                      <a:r>
                        <a:rPr lang="en-US" altLang="zh-CN" dirty="0">
                          <a:solidFill>
                            <a:schemeClr val="tx1"/>
                          </a:solidFill>
                          <a:latin typeface="Arial Black" panose="020B0A04020102020204" pitchFamily="34" charset="0"/>
                        </a:rPr>
                        <a:t>2</a:t>
                      </a:r>
                      <a:endParaRPr lang="zh-CN" altLang="en-US" dirty="0">
                        <a:solidFill>
                          <a:schemeClr val="tx1"/>
                        </a:solidFill>
                        <a:latin typeface="Arial Black" panose="020B0A04020102020204" pitchFamily="34" charset="0"/>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ctr"/>
                      <a:r>
                        <a:rPr lang="en-US" altLang="zh-CN" dirty="0">
                          <a:solidFill>
                            <a:schemeClr val="tx1"/>
                          </a:solidFill>
                          <a:latin typeface="Arial Black" panose="020B0A04020102020204" pitchFamily="34" charset="0"/>
                        </a:rPr>
                        <a:t>…</a:t>
                      </a:r>
                      <a:endParaRPr lang="zh-CN" altLang="en-US" dirty="0">
                        <a:solidFill>
                          <a:schemeClr val="tx1"/>
                        </a:solidFill>
                        <a:latin typeface="Arial Black" panose="020B0A04020102020204" pitchFamily="34" charset="0"/>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extLst>
                  <a:ext uri="{0D108BD9-81ED-4DB2-BD59-A6C34878D82A}">
                    <a16:rowId xmlns:a16="http://schemas.microsoft.com/office/drawing/2014/main" val="316235763"/>
                  </a:ext>
                </a:extLst>
              </a:tr>
            </a:tbl>
          </a:graphicData>
        </a:graphic>
      </p:graphicFrame>
      <p:graphicFrame>
        <p:nvGraphicFramePr>
          <p:cNvPr id="68" name="表格 21">
            <a:extLst>
              <a:ext uri="{FF2B5EF4-FFF2-40B4-BE49-F238E27FC236}">
                <a16:creationId xmlns:a16="http://schemas.microsoft.com/office/drawing/2014/main" id="{D9B4273D-C94E-42E6-A39B-908C6FA1D8AF}"/>
              </a:ext>
            </a:extLst>
          </p:cNvPr>
          <p:cNvGraphicFramePr>
            <a:graphicFrameLocks noGrp="1"/>
          </p:cNvGraphicFramePr>
          <p:nvPr/>
        </p:nvGraphicFramePr>
        <p:xfrm>
          <a:off x="2302929" y="1827576"/>
          <a:ext cx="9067800" cy="370840"/>
        </p:xfrm>
        <a:graphic>
          <a:graphicData uri="http://schemas.openxmlformats.org/drawingml/2006/table">
            <a:tbl>
              <a:tblPr firstRow="1" bandRow="1">
                <a:tableStyleId>{5C22544A-7EE6-4342-B048-85BDC9FD1C3A}</a:tableStyleId>
              </a:tblPr>
              <a:tblGrid>
                <a:gridCol w="755650">
                  <a:extLst>
                    <a:ext uri="{9D8B030D-6E8A-4147-A177-3AD203B41FA5}">
                      <a16:colId xmlns:a16="http://schemas.microsoft.com/office/drawing/2014/main" val="877486509"/>
                    </a:ext>
                  </a:extLst>
                </a:gridCol>
                <a:gridCol w="755650">
                  <a:extLst>
                    <a:ext uri="{9D8B030D-6E8A-4147-A177-3AD203B41FA5}">
                      <a16:colId xmlns:a16="http://schemas.microsoft.com/office/drawing/2014/main" val="3548605817"/>
                    </a:ext>
                  </a:extLst>
                </a:gridCol>
                <a:gridCol w="755650">
                  <a:extLst>
                    <a:ext uri="{9D8B030D-6E8A-4147-A177-3AD203B41FA5}">
                      <a16:colId xmlns:a16="http://schemas.microsoft.com/office/drawing/2014/main" val="2881812895"/>
                    </a:ext>
                  </a:extLst>
                </a:gridCol>
                <a:gridCol w="755650">
                  <a:extLst>
                    <a:ext uri="{9D8B030D-6E8A-4147-A177-3AD203B41FA5}">
                      <a16:colId xmlns:a16="http://schemas.microsoft.com/office/drawing/2014/main" val="3682284582"/>
                    </a:ext>
                  </a:extLst>
                </a:gridCol>
                <a:gridCol w="755650">
                  <a:extLst>
                    <a:ext uri="{9D8B030D-6E8A-4147-A177-3AD203B41FA5}">
                      <a16:colId xmlns:a16="http://schemas.microsoft.com/office/drawing/2014/main" val="500127722"/>
                    </a:ext>
                  </a:extLst>
                </a:gridCol>
                <a:gridCol w="755650">
                  <a:extLst>
                    <a:ext uri="{9D8B030D-6E8A-4147-A177-3AD203B41FA5}">
                      <a16:colId xmlns:a16="http://schemas.microsoft.com/office/drawing/2014/main" val="2946259618"/>
                    </a:ext>
                  </a:extLst>
                </a:gridCol>
                <a:gridCol w="755650">
                  <a:extLst>
                    <a:ext uri="{9D8B030D-6E8A-4147-A177-3AD203B41FA5}">
                      <a16:colId xmlns:a16="http://schemas.microsoft.com/office/drawing/2014/main" val="171501986"/>
                    </a:ext>
                  </a:extLst>
                </a:gridCol>
                <a:gridCol w="755650">
                  <a:extLst>
                    <a:ext uri="{9D8B030D-6E8A-4147-A177-3AD203B41FA5}">
                      <a16:colId xmlns:a16="http://schemas.microsoft.com/office/drawing/2014/main" val="1667185265"/>
                    </a:ext>
                  </a:extLst>
                </a:gridCol>
                <a:gridCol w="755650">
                  <a:extLst>
                    <a:ext uri="{9D8B030D-6E8A-4147-A177-3AD203B41FA5}">
                      <a16:colId xmlns:a16="http://schemas.microsoft.com/office/drawing/2014/main" val="4258211808"/>
                    </a:ext>
                  </a:extLst>
                </a:gridCol>
                <a:gridCol w="755650">
                  <a:extLst>
                    <a:ext uri="{9D8B030D-6E8A-4147-A177-3AD203B41FA5}">
                      <a16:colId xmlns:a16="http://schemas.microsoft.com/office/drawing/2014/main" val="1794200575"/>
                    </a:ext>
                  </a:extLst>
                </a:gridCol>
                <a:gridCol w="755650">
                  <a:extLst>
                    <a:ext uri="{9D8B030D-6E8A-4147-A177-3AD203B41FA5}">
                      <a16:colId xmlns:a16="http://schemas.microsoft.com/office/drawing/2014/main" val="4230716487"/>
                    </a:ext>
                  </a:extLst>
                </a:gridCol>
                <a:gridCol w="755650">
                  <a:extLst>
                    <a:ext uri="{9D8B030D-6E8A-4147-A177-3AD203B41FA5}">
                      <a16:colId xmlns:a16="http://schemas.microsoft.com/office/drawing/2014/main" val="56153739"/>
                    </a:ext>
                  </a:extLst>
                </a:gridCol>
              </a:tblGrid>
              <a:tr h="370840">
                <a:tc>
                  <a:txBody>
                    <a:bodyPr/>
                    <a:lstStyle/>
                    <a:p>
                      <a:pPr algn="ctr"/>
                      <a:r>
                        <a:rPr lang="en-US" altLang="zh-CN" dirty="0">
                          <a:solidFill>
                            <a:schemeClr val="tx1"/>
                          </a:solidFill>
                          <a:latin typeface="Arial Black" panose="020B0A04020102020204" pitchFamily="34" charset="0"/>
                        </a:rPr>
                        <a:t>0</a:t>
                      </a:r>
                      <a:endParaRPr lang="zh-CN" altLang="en-US" dirty="0">
                        <a:solidFill>
                          <a:schemeClr val="tx1"/>
                        </a:solidFill>
                        <a:latin typeface="Arial Black" panose="020B0A04020102020204" pitchFamily="34" charset="0"/>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ctr"/>
                      <a:r>
                        <a:rPr lang="en-US" altLang="zh-CN" dirty="0">
                          <a:solidFill>
                            <a:schemeClr val="tx1"/>
                          </a:solidFill>
                          <a:latin typeface="Arial Black" panose="020B0A04020102020204" pitchFamily="34" charset="0"/>
                        </a:rPr>
                        <a:t>1</a:t>
                      </a:r>
                      <a:endParaRPr lang="zh-CN" altLang="en-US" dirty="0">
                        <a:solidFill>
                          <a:schemeClr val="tx1"/>
                        </a:solidFill>
                        <a:latin typeface="Arial Black" panose="020B0A04020102020204" pitchFamily="34" charset="0"/>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ctr"/>
                      <a:r>
                        <a:rPr lang="en-US" altLang="zh-CN" dirty="0">
                          <a:solidFill>
                            <a:schemeClr val="tx1"/>
                          </a:solidFill>
                          <a:latin typeface="Arial Black" panose="020B0A04020102020204" pitchFamily="34" charset="0"/>
                        </a:rPr>
                        <a:t>2</a:t>
                      </a:r>
                      <a:endParaRPr lang="zh-CN" altLang="en-US" dirty="0">
                        <a:solidFill>
                          <a:schemeClr val="tx1"/>
                        </a:solidFill>
                        <a:latin typeface="Arial Black" panose="020B0A04020102020204" pitchFamily="34" charset="0"/>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ctr"/>
                      <a:r>
                        <a:rPr lang="en-US" altLang="zh-CN" dirty="0">
                          <a:solidFill>
                            <a:schemeClr val="tx1"/>
                          </a:solidFill>
                          <a:latin typeface="Arial Black" panose="020B0A04020102020204" pitchFamily="34" charset="0"/>
                        </a:rPr>
                        <a:t>3</a:t>
                      </a:r>
                      <a:endParaRPr lang="zh-CN" altLang="en-US" dirty="0">
                        <a:solidFill>
                          <a:schemeClr val="tx1"/>
                        </a:solidFill>
                        <a:latin typeface="Arial Black" panose="020B0A04020102020204" pitchFamily="34" charset="0"/>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ctr"/>
                      <a:r>
                        <a:rPr lang="en-US" altLang="zh-CN" dirty="0">
                          <a:solidFill>
                            <a:schemeClr val="tx1"/>
                          </a:solidFill>
                          <a:latin typeface="Arial Black" panose="020B0A04020102020204" pitchFamily="34" charset="0"/>
                        </a:rPr>
                        <a:t>4</a:t>
                      </a:r>
                      <a:endParaRPr lang="zh-CN" altLang="en-US" dirty="0">
                        <a:solidFill>
                          <a:schemeClr val="tx1"/>
                        </a:solidFill>
                        <a:latin typeface="Arial Black" panose="020B0A04020102020204" pitchFamily="34" charset="0"/>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ctr"/>
                      <a:r>
                        <a:rPr lang="en-US" altLang="zh-CN" dirty="0">
                          <a:solidFill>
                            <a:schemeClr val="tx1"/>
                          </a:solidFill>
                          <a:latin typeface="Arial Black" panose="020B0A04020102020204" pitchFamily="34" charset="0"/>
                        </a:rPr>
                        <a:t>5</a:t>
                      </a:r>
                      <a:endParaRPr lang="zh-CN" altLang="en-US" dirty="0">
                        <a:solidFill>
                          <a:schemeClr val="tx1"/>
                        </a:solidFill>
                        <a:latin typeface="Arial Black" panose="020B0A04020102020204" pitchFamily="34" charset="0"/>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ctr"/>
                      <a:r>
                        <a:rPr lang="en-US" altLang="zh-CN" dirty="0">
                          <a:solidFill>
                            <a:schemeClr val="tx1"/>
                          </a:solidFill>
                          <a:latin typeface="Arial Black" panose="020B0A04020102020204" pitchFamily="34" charset="0"/>
                        </a:rPr>
                        <a:t>6</a:t>
                      </a:r>
                      <a:endParaRPr lang="zh-CN" altLang="en-US" dirty="0">
                        <a:solidFill>
                          <a:schemeClr val="tx1"/>
                        </a:solidFill>
                        <a:latin typeface="Arial Black" panose="020B0A04020102020204" pitchFamily="34" charset="0"/>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ctr"/>
                      <a:r>
                        <a:rPr lang="en-US" altLang="zh-CN" dirty="0">
                          <a:solidFill>
                            <a:schemeClr val="tx1"/>
                          </a:solidFill>
                          <a:latin typeface="Arial Black" panose="020B0A04020102020204" pitchFamily="34" charset="0"/>
                        </a:rPr>
                        <a:t>7</a:t>
                      </a:r>
                      <a:endParaRPr lang="zh-CN" altLang="en-US" dirty="0">
                        <a:solidFill>
                          <a:schemeClr val="tx1"/>
                        </a:solidFill>
                        <a:latin typeface="Arial Black" panose="020B0A04020102020204" pitchFamily="34" charset="0"/>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ctr"/>
                      <a:r>
                        <a:rPr lang="en-US" altLang="zh-CN" dirty="0">
                          <a:solidFill>
                            <a:schemeClr val="tx1"/>
                          </a:solidFill>
                          <a:latin typeface="Arial Black" panose="020B0A04020102020204" pitchFamily="34" charset="0"/>
                        </a:rPr>
                        <a:t>0</a:t>
                      </a:r>
                      <a:endParaRPr lang="zh-CN" altLang="en-US" dirty="0">
                        <a:solidFill>
                          <a:schemeClr val="tx1"/>
                        </a:solidFill>
                        <a:latin typeface="Arial Black" panose="020B0A04020102020204" pitchFamily="34" charset="0"/>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ctr"/>
                      <a:r>
                        <a:rPr lang="en-US" altLang="zh-CN" dirty="0">
                          <a:solidFill>
                            <a:schemeClr val="tx1"/>
                          </a:solidFill>
                          <a:latin typeface="Arial Black" panose="020B0A04020102020204" pitchFamily="34" charset="0"/>
                        </a:rPr>
                        <a:t>1</a:t>
                      </a:r>
                      <a:endParaRPr lang="zh-CN" altLang="en-US" dirty="0">
                        <a:solidFill>
                          <a:schemeClr val="tx1"/>
                        </a:solidFill>
                        <a:latin typeface="Arial Black" panose="020B0A04020102020204" pitchFamily="34" charset="0"/>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ctr"/>
                      <a:r>
                        <a:rPr lang="en-US" altLang="zh-CN" dirty="0">
                          <a:solidFill>
                            <a:schemeClr val="tx1"/>
                          </a:solidFill>
                          <a:latin typeface="Arial Black" panose="020B0A04020102020204" pitchFamily="34" charset="0"/>
                        </a:rPr>
                        <a:t>2</a:t>
                      </a:r>
                      <a:endParaRPr lang="zh-CN" altLang="en-US" dirty="0">
                        <a:solidFill>
                          <a:schemeClr val="tx1"/>
                        </a:solidFill>
                        <a:latin typeface="Arial Black" panose="020B0A04020102020204" pitchFamily="34" charset="0"/>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ctr"/>
                      <a:r>
                        <a:rPr lang="en-US" altLang="zh-CN" dirty="0">
                          <a:solidFill>
                            <a:schemeClr val="tx1"/>
                          </a:solidFill>
                          <a:latin typeface="Arial Black" panose="020B0A04020102020204" pitchFamily="34" charset="0"/>
                        </a:rPr>
                        <a:t>…</a:t>
                      </a:r>
                      <a:endParaRPr lang="zh-CN" altLang="en-US" dirty="0">
                        <a:solidFill>
                          <a:schemeClr val="tx1"/>
                        </a:solidFill>
                        <a:latin typeface="Arial Black" panose="020B0A04020102020204" pitchFamily="34" charset="0"/>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extLst>
                  <a:ext uri="{0D108BD9-81ED-4DB2-BD59-A6C34878D82A}">
                    <a16:rowId xmlns:a16="http://schemas.microsoft.com/office/drawing/2014/main" val="316235763"/>
                  </a:ext>
                </a:extLst>
              </a:tr>
            </a:tbl>
          </a:graphicData>
        </a:graphic>
      </p:graphicFrame>
      <p:sp>
        <p:nvSpPr>
          <p:cNvPr id="49" name="íşlïḍè">
            <a:extLst>
              <a:ext uri="{FF2B5EF4-FFF2-40B4-BE49-F238E27FC236}">
                <a16:creationId xmlns:a16="http://schemas.microsoft.com/office/drawing/2014/main" id="{84B44B39-A1BD-4956-A1BF-ECB7ACDDA058}"/>
              </a:ext>
            </a:extLst>
          </p:cNvPr>
          <p:cNvSpPr txBox="1"/>
          <p:nvPr/>
        </p:nvSpPr>
        <p:spPr>
          <a:xfrm>
            <a:off x="4164203" y="3287898"/>
            <a:ext cx="3876743" cy="602502"/>
          </a:xfrm>
          <a:prstGeom prst="rect">
            <a:avLst/>
          </a:prstGeom>
          <a:noFill/>
        </p:spPr>
        <p:txBody>
          <a:bodyPr wrap="square" lIns="91440" tIns="45720" rIns="91440" bIns="45720" anchor="ctr">
            <a:noAutofit/>
          </a:bodyPr>
          <a:lstStyle/>
          <a:p>
            <a:pPr algn="ctr"/>
            <a:r>
              <a:rPr lang="zh-CN" altLang="en-US" sz="2800" b="1" dirty="0"/>
              <a:t>无传输差错的情况</a:t>
            </a:r>
            <a:endParaRPr lang="en-US" altLang="zh-CN" sz="2800" b="1" dirty="0"/>
          </a:p>
        </p:txBody>
      </p:sp>
      <p:sp>
        <p:nvSpPr>
          <p:cNvPr id="13" name="矩形 12">
            <a:extLst>
              <a:ext uri="{FF2B5EF4-FFF2-40B4-BE49-F238E27FC236}">
                <a16:creationId xmlns:a16="http://schemas.microsoft.com/office/drawing/2014/main" id="{14642CA0-C4C4-44A5-BD3D-9FB5C2470514}"/>
              </a:ext>
            </a:extLst>
          </p:cNvPr>
          <p:cNvSpPr/>
          <p:nvPr/>
        </p:nvSpPr>
        <p:spPr>
          <a:xfrm>
            <a:off x="2300222" y="5537182"/>
            <a:ext cx="3780000" cy="390966"/>
          </a:xfrm>
          <a:prstGeom prst="rect">
            <a:avLst/>
          </a:prstGeom>
          <a:solidFill>
            <a:schemeClr val="accent3">
              <a:alpha val="74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grpSp>
        <p:nvGrpSpPr>
          <p:cNvPr id="18" name="组合 17">
            <a:extLst>
              <a:ext uri="{FF2B5EF4-FFF2-40B4-BE49-F238E27FC236}">
                <a16:creationId xmlns:a16="http://schemas.microsoft.com/office/drawing/2014/main" id="{FECE4161-7991-47A2-A1EF-C9E654D9B154}"/>
              </a:ext>
            </a:extLst>
          </p:cNvPr>
          <p:cNvGrpSpPr/>
          <p:nvPr/>
        </p:nvGrpSpPr>
        <p:grpSpPr>
          <a:xfrm>
            <a:off x="1251044" y="2295092"/>
            <a:ext cx="708432" cy="1325976"/>
            <a:chOff x="1251044" y="4058101"/>
            <a:chExt cx="708432" cy="1325976"/>
          </a:xfrm>
        </p:grpSpPr>
        <p:sp>
          <p:nvSpPr>
            <p:cNvPr id="10" name="矩形 9">
              <a:extLst>
                <a:ext uri="{FF2B5EF4-FFF2-40B4-BE49-F238E27FC236}">
                  <a16:creationId xmlns:a16="http://schemas.microsoft.com/office/drawing/2014/main" id="{13BD80EC-9893-49F1-A9D2-1DEAB48A6E7A}"/>
                </a:ext>
              </a:extLst>
            </p:cNvPr>
            <p:cNvSpPr/>
            <p:nvPr/>
          </p:nvSpPr>
          <p:spPr>
            <a:xfrm>
              <a:off x="1251044" y="4862501"/>
              <a:ext cx="708432" cy="270283"/>
            </a:xfrm>
            <a:prstGeom prst="rect">
              <a:avLst/>
            </a:prstGeom>
            <a:solidFill>
              <a:schemeClr val="accent3"/>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46800" rIns="46800" rtlCol="0" anchor="ctr"/>
            <a:lstStyle/>
            <a:p>
              <a:pPr algn="ctr"/>
              <a:r>
                <a:rPr lang="en-US" altLang="zh-CN" b="1" dirty="0"/>
                <a:t>DATA3</a:t>
              </a:r>
              <a:endParaRPr lang="zh-CN" altLang="en-US" b="1" dirty="0"/>
            </a:p>
          </p:txBody>
        </p:sp>
        <p:sp>
          <p:nvSpPr>
            <p:cNvPr id="50" name="矩形 49">
              <a:extLst>
                <a:ext uri="{FF2B5EF4-FFF2-40B4-BE49-F238E27FC236}">
                  <a16:creationId xmlns:a16="http://schemas.microsoft.com/office/drawing/2014/main" id="{1B0B9A62-836E-41F2-9F67-05376D30A6B8}"/>
                </a:ext>
              </a:extLst>
            </p:cNvPr>
            <p:cNvSpPr/>
            <p:nvPr/>
          </p:nvSpPr>
          <p:spPr>
            <a:xfrm>
              <a:off x="1251044" y="4590628"/>
              <a:ext cx="708432" cy="270283"/>
            </a:xfrm>
            <a:prstGeom prst="rect">
              <a:avLst/>
            </a:prstGeom>
            <a:solidFill>
              <a:schemeClr val="accent3"/>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46800" rIns="46800" rtlCol="0" anchor="ctr"/>
            <a:lstStyle/>
            <a:p>
              <a:pPr algn="ctr"/>
              <a:r>
                <a:rPr lang="en-US" altLang="zh-CN" b="1" dirty="0"/>
                <a:t>DATA2</a:t>
              </a:r>
              <a:endParaRPr lang="zh-CN" altLang="en-US" b="1" dirty="0"/>
            </a:p>
          </p:txBody>
        </p:sp>
        <p:sp>
          <p:nvSpPr>
            <p:cNvPr id="51" name="矩形 50">
              <a:extLst>
                <a:ext uri="{FF2B5EF4-FFF2-40B4-BE49-F238E27FC236}">
                  <a16:creationId xmlns:a16="http://schemas.microsoft.com/office/drawing/2014/main" id="{3934A53B-F179-4AE5-8C40-09CC755FD35B}"/>
                </a:ext>
              </a:extLst>
            </p:cNvPr>
            <p:cNvSpPr/>
            <p:nvPr/>
          </p:nvSpPr>
          <p:spPr>
            <a:xfrm>
              <a:off x="1251044" y="4320345"/>
              <a:ext cx="708432" cy="270283"/>
            </a:xfrm>
            <a:prstGeom prst="rect">
              <a:avLst/>
            </a:prstGeom>
            <a:solidFill>
              <a:schemeClr val="accent3"/>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46800" rIns="46800" rtlCol="0" anchor="ctr"/>
            <a:lstStyle/>
            <a:p>
              <a:pPr algn="ctr"/>
              <a:r>
                <a:rPr lang="en-US" altLang="zh-CN" b="1" dirty="0"/>
                <a:t>DATA1</a:t>
              </a:r>
              <a:endParaRPr lang="zh-CN" altLang="en-US" b="1" dirty="0"/>
            </a:p>
          </p:txBody>
        </p:sp>
        <p:sp>
          <p:nvSpPr>
            <p:cNvPr id="52" name="矩形 51">
              <a:extLst>
                <a:ext uri="{FF2B5EF4-FFF2-40B4-BE49-F238E27FC236}">
                  <a16:creationId xmlns:a16="http://schemas.microsoft.com/office/drawing/2014/main" id="{7B02FABA-E117-418F-9E20-7E4C1DB84616}"/>
                </a:ext>
              </a:extLst>
            </p:cNvPr>
            <p:cNvSpPr/>
            <p:nvPr/>
          </p:nvSpPr>
          <p:spPr>
            <a:xfrm>
              <a:off x="1251044" y="4058101"/>
              <a:ext cx="708432" cy="270283"/>
            </a:xfrm>
            <a:prstGeom prst="rect">
              <a:avLst/>
            </a:prstGeom>
            <a:solidFill>
              <a:schemeClr val="accent3"/>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46800" rIns="46800" rtlCol="0" anchor="ctr"/>
            <a:lstStyle/>
            <a:p>
              <a:pPr algn="ctr"/>
              <a:r>
                <a:rPr lang="en-US" altLang="zh-CN" b="1" dirty="0"/>
                <a:t>DATA0</a:t>
              </a:r>
              <a:endParaRPr lang="zh-CN" altLang="en-US" b="1" dirty="0"/>
            </a:p>
          </p:txBody>
        </p:sp>
        <p:sp>
          <p:nvSpPr>
            <p:cNvPr id="59" name="矩形 58">
              <a:extLst>
                <a:ext uri="{FF2B5EF4-FFF2-40B4-BE49-F238E27FC236}">
                  <a16:creationId xmlns:a16="http://schemas.microsoft.com/office/drawing/2014/main" id="{21DD3FEA-191D-4538-9A4F-9950057B33B0}"/>
                </a:ext>
              </a:extLst>
            </p:cNvPr>
            <p:cNvSpPr/>
            <p:nvPr/>
          </p:nvSpPr>
          <p:spPr>
            <a:xfrm>
              <a:off x="1251044" y="5113794"/>
              <a:ext cx="708432" cy="270283"/>
            </a:xfrm>
            <a:prstGeom prst="rect">
              <a:avLst/>
            </a:prstGeom>
            <a:solidFill>
              <a:schemeClr val="accent3"/>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46800" rIns="46800" rtlCol="0" anchor="ctr"/>
            <a:lstStyle/>
            <a:p>
              <a:pPr algn="ctr"/>
              <a:r>
                <a:rPr lang="en-US" altLang="zh-CN" b="1" dirty="0"/>
                <a:t>DATA4</a:t>
              </a:r>
              <a:endParaRPr lang="zh-CN" altLang="en-US" b="1" dirty="0"/>
            </a:p>
          </p:txBody>
        </p:sp>
      </p:grpSp>
      <p:sp>
        <p:nvSpPr>
          <p:cNvPr id="30" name="平行四边形 29">
            <a:extLst>
              <a:ext uri="{FF2B5EF4-FFF2-40B4-BE49-F238E27FC236}">
                <a16:creationId xmlns:a16="http://schemas.microsoft.com/office/drawing/2014/main" id="{07D16A68-B429-5E78-5881-309DCF8030DE}"/>
              </a:ext>
            </a:extLst>
          </p:cNvPr>
          <p:cNvSpPr/>
          <p:nvPr/>
        </p:nvSpPr>
        <p:spPr>
          <a:xfrm>
            <a:off x="304799" y="749300"/>
            <a:ext cx="695119" cy="387090"/>
          </a:xfrm>
          <a:prstGeom prst="parallelogram">
            <a:avLst/>
          </a:prstGeom>
          <a:solidFill>
            <a:schemeClr val="accent3">
              <a:lumMod val="75000"/>
            </a:schemeClr>
          </a:solidFill>
          <a:ln>
            <a:solidFill>
              <a:schemeClr val="accent3">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CN" sz="2200" dirty="0">
                <a:latin typeface="Impact" panose="020B0806030902050204" pitchFamily="34" charset="0"/>
              </a:rPr>
              <a:t>04</a:t>
            </a:r>
            <a:endParaRPr lang="zh-CN" altLang="en-US" sz="2200" dirty="0">
              <a:latin typeface="Impact" panose="020B0806030902050204" pitchFamily="34" charset="0"/>
            </a:endParaRPr>
          </a:p>
        </p:txBody>
      </p:sp>
    </p:spTree>
    <p:custDataLst>
      <p:tags r:id="rId1"/>
    </p:custDataLst>
    <p:extLst>
      <p:ext uri="{BB962C8B-B14F-4D97-AF65-F5344CB8AC3E}">
        <p14:creationId xmlns:p14="http://schemas.microsoft.com/office/powerpoint/2010/main" val="1506373172"/>
      </p:ext>
    </p:extLst>
  </p:cSld>
  <p:clrMapOvr>
    <a:masterClrMapping/>
  </p:clrMapOvr>
  <mc:AlternateContent xmlns:mc="http://schemas.openxmlformats.org/markup-compatibility/2006" xmlns:p159="http://schemas.microsoft.com/office/powerpoint/2015/09/main">
    <mc:Choice Requires="p159">
      <p:transition xmlns:p14="http://schemas.microsoft.com/office/powerpoint/2010/main" spd="slow" p14:dur="2000">
        <p159:morph option="byObject"/>
      </p:transition>
    </mc:Choice>
    <mc:Fallback xmlns="">
      <p:transition spd="slow">
        <p:fade/>
      </p:transition>
    </mc:Fallback>
  </mc:AlternateContent>
</p:sld>
</file>

<file path=ppt/slides/slide14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30" name="组合 29">
            <a:extLst>
              <a:ext uri="{FF2B5EF4-FFF2-40B4-BE49-F238E27FC236}">
                <a16:creationId xmlns:a16="http://schemas.microsoft.com/office/drawing/2014/main" id="{DCCB81C0-5B6C-4672-9152-47CCA71BBF06}"/>
              </a:ext>
            </a:extLst>
          </p:cNvPr>
          <p:cNvGrpSpPr/>
          <p:nvPr/>
        </p:nvGrpSpPr>
        <p:grpSpPr>
          <a:xfrm>
            <a:off x="5923520" y="1363110"/>
            <a:ext cx="1067217" cy="917885"/>
            <a:chOff x="2146413" y="1363110"/>
            <a:chExt cx="1067217" cy="917885"/>
          </a:xfrm>
        </p:grpSpPr>
        <p:sp>
          <p:nvSpPr>
            <p:cNvPr id="31" name="矩形 30">
              <a:extLst>
                <a:ext uri="{FF2B5EF4-FFF2-40B4-BE49-F238E27FC236}">
                  <a16:creationId xmlns:a16="http://schemas.microsoft.com/office/drawing/2014/main" id="{A3335B34-39B9-443E-AEF3-1B9E0D1B34D1}"/>
                </a:ext>
              </a:extLst>
            </p:cNvPr>
            <p:cNvSpPr/>
            <p:nvPr/>
          </p:nvSpPr>
          <p:spPr>
            <a:xfrm>
              <a:off x="2300222" y="1739531"/>
              <a:ext cx="759600" cy="541464"/>
            </a:xfrm>
            <a:prstGeom prst="rect">
              <a:avLst/>
            </a:prstGeom>
            <a:solidFill>
              <a:schemeClr val="accent4"/>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mc:AlternateContent xmlns:mc="http://schemas.openxmlformats.org/markup-compatibility/2006" xmlns:a14="http://schemas.microsoft.com/office/drawing/2010/main">
          <mc:Choice Requires="a14">
            <p:sp>
              <p:nvSpPr>
                <p:cNvPr id="32" name="文本框 31">
                  <a:extLst>
                    <a:ext uri="{FF2B5EF4-FFF2-40B4-BE49-F238E27FC236}">
                      <a16:creationId xmlns:a16="http://schemas.microsoft.com/office/drawing/2014/main" id="{B8FEBB5C-3A7D-4AE0-9652-4B7F7DA5F96B}"/>
                    </a:ext>
                  </a:extLst>
                </p:cNvPr>
                <p:cNvSpPr txBox="1"/>
                <p:nvPr/>
              </p:nvSpPr>
              <p:spPr>
                <a:xfrm>
                  <a:off x="2146413" y="1363110"/>
                  <a:ext cx="1067217" cy="369332"/>
                </a:xfrm>
                <a:prstGeom prst="rect">
                  <a:avLst/>
                </a:prstGeom>
                <a:noFill/>
              </p:spPr>
              <p:txBody>
                <a:bodyPr wrap="square">
                  <a:spAutoFit/>
                </a:bodyPr>
                <a:lstStyle/>
                <a:p>
                  <a:pPr/>
                  <a14:m>
                    <m:oMathPara xmlns:m="http://schemas.openxmlformats.org/officeDocument/2006/math">
                      <m:oMathParaPr>
                        <m:jc m:val="centerGroup"/>
                      </m:oMathParaPr>
                      <m:oMath xmlns:m="http://schemas.openxmlformats.org/officeDocument/2006/math">
                        <m:sSub>
                          <m:sSubPr>
                            <m:ctrlPr>
                              <a:rPr lang="en-US" altLang="zh-CN" b="1" i="1" smtClean="0">
                                <a:solidFill>
                                  <a:schemeClr val="accent4"/>
                                </a:solidFill>
                                <a:latin typeface="Cambria Math" panose="02040503050406030204" pitchFamily="18" charset="0"/>
                              </a:rPr>
                            </m:ctrlPr>
                          </m:sSubPr>
                          <m:e>
                            <m:r>
                              <a:rPr lang="en-US" altLang="zh-CN" b="1" i="1" smtClean="0">
                                <a:solidFill>
                                  <a:schemeClr val="accent4"/>
                                </a:solidFill>
                                <a:latin typeface="Cambria Math" panose="02040503050406030204" pitchFamily="18" charset="0"/>
                              </a:rPr>
                              <m:t>𝑾</m:t>
                            </m:r>
                          </m:e>
                          <m:sub>
                            <m:r>
                              <a:rPr lang="en-US" altLang="zh-CN" b="1" i="1" smtClean="0">
                                <a:solidFill>
                                  <a:schemeClr val="accent4"/>
                                </a:solidFill>
                                <a:latin typeface="Cambria Math" panose="02040503050406030204" pitchFamily="18" charset="0"/>
                              </a:rPr>
                              <m:t>𝑹</m:t>
                            </m:r>
                          </m:sub>
                        </m:sSub>
                        <m:r>
                          <a:rPr lang="en-US" altLang="zh-CN" b="1" i="1" smtClean="0">
                            <a:solidFill>
                              <a:schemeClr val="accent4"/>
                            </a:solidFill>
                            <a:latin typeface="Cambria Math" panose="02040503050406030204" pitchFamily="18" charset="0"/>
                          </a:rPr>
                          <m:t>=</m:t>
                        </m:r>
                        <m:r>
                          <a:rPr lang="en-US" altLang="zh-CN" b="1" i="1" smtClean="0">
                            <a:solidFill>
                              <a:schemeClr val="accent4"/>
                            </a:solidFill>
                            <a:latin typeface="Cambria Math" panose="02040503050406030204" pitchFamily="18" charset="0"/>
                          </a:rPr>
                          <m:t>𝟏</m:t>
                        </m:r>
                      </m:oMath>
                    </m:oMathPara>
                  </a14:m>
                  <a:endParaRPr lang="zh-CN" altLang="en-US" dirty="0">
                    <a:solidFill>
                      <a:schemeClr val="accent3"/>
                    </a:solidFill>
                  </a:endParaRPr>
                </a:p>
              </p:txBody>
            </p:sp>
          </mc:Choice>
          <mc:Fallback xmlns="">
            <p:sp>
              <p:nvSpPr>
                <p:cNvPr id="35" name="文本框 34">
                  <a:extLst>
                    <a:ext uri="{FF2B5EF4-FFF2-40B4-BE49-F238E27FC236}">
                      <a16:creationId xmlns:a16="http://schemas.microsoft.com/office/drawing/2014/main" id="{EE98B7EB-F32B-4A4F-9072-DF021D7DCAD9}"/>
                    </a:ext>
                  </a:extLst>
                </p:cNvPr>
                <p:cNvSpPr txBox="1">
                  <a:spLocks noRot="1" noChangeAspect="1" noMove="1" noResize="1" noEditPoints="1" noAdjustHandles="1" noChangeArrowheads="1" noChangeShapeType="1" noTextEdit="1"/>
                </p:cNvSpPr>
                <p:nvPr/>
              </p:nvSpPr>
              <p:spPr>
                <a:xfrm>
                  <a:off x="2146413" y="1363110"/>
                  <a:ext cx="1067217" cy="369332"/>
                </a:xfrm>
                <a:prstGeom prst="rect">
                  <a:avLst/>
                </a:prstGeom>
                <a:blipFill>
                  <a:blip r:embed="rId3"/>
                  <a:stretch>
                    <a:fillRect b="-3333"/>
                  </a:stretch>
                </a:blipFill>
              </p:spPr>
              <p:txBody>
                <a:bodyPr/>
                <a:lstStyle/>
                <a:p>
                  <a:r>
                    <a:rPr lang="zh-CN" altLang="en-US">
                      <a:noFill/>
                    </a:rPr>
                    <a:t> </a:t>
                  </a:r>
                </a:p>
              </p:txBody>
            </p:sp>
          </mc:Fallback>
        </mc:AlternateContent>
      </p:grpSp>
      <p:grpSp>
        <p:nvGrpSpPr>
          <p:cNvPr id="6" name="组合 5">
            <a:extLst>
              <a:ext uri="{FF2B5EF4-FFF2-40B4-BE49-F238E27FC236}">
                <a16:creationId xmlns:a16="http://schemas.microsoft.com/office/drawing/2014/main" id="{35D57BA3-C33A-4413-B558-3B4EE4F3080F}"/>
              </a:ext>
            </a:extLst>
          </p:cNvPr>
          <p:cNvGrpSpPr/>
          <p:nvPr/>
        </p:nvGrpSpPr>
        <p:grpSpPr>
          <a:xfrm>
            <a:off x="2146413" y="1363110"/>
            <a:ext cx="1067217" cy="917885"/>
            <a:chOff x="2146413" y="1363110"/>
            <a:chExt cx="1067217" cy="917885"/>
          </a:xfrm>
        </p:grpSpPr>
        <p:sp>
          <p:nvSpPr>
            <p:cNvPr id="34" name="矩形 33">
              <a:extLst>
                <a:ext uri="{FF2B5EF4-FFF2-40B4-BE49-F238E27FC236}">
                  <a16:creationId xmlns:a16="http://schemas.microsoft.com/office/drawing/2014/main" id="{C0C70259-4145-42A4-A97E-2108291E4ADC}"/>
                </a:ext>
              </a:extLst>
            </p:cNvPr>
            <p:cNvSpPr/>
            <p:nvPr/>
          </p:nvSpPr>
          <p:spPr>
            <a:xfrm>
              <a:off x="2300222" y="1739531"/>
              <a:ext cx="759600" cy="541464"/>
            </a:xfrm>
            <a:prstGeom prst="rect">
              <a:avLst/>
            </a:prstGeom>
            <a:solidFill>
              <a:schemeClr val="accent4"/>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mc:AlternateContent xmlns:mc="http://schemas.openxmlformats.org/markup-compatibility/2006" xmlns:a14="http://schemas.microsoft.com/office/drawing/2010/main">
          <mc:Choice Requires="a14">
            <p:sp>
              <p:nvSpPr>
                <p:cNvPr id="35" name="文本框 34">
                  <a:extLst>
                    <a:ext uri="{FF2B5EF4-FFF2-40B4-BE49-F238E27FC236}">
                      <a16:creationId xmlns:a16="http://schemas.microsoft.com/office/drawing/2014/main" id="{EE98B7EB-F32B-4A4F-9072-DF021D7DCAD9}"/>
                    </a:ext>
                  </a:extLst>
                </p:cNvPr>
                <p:cNvSpPr txBox="1"/>
                <p:nvPr/>
              </p:nvSpPr>
              <p:spPr>
                <a:xfrm>
                  <a:off x="2146413" y="1363110"/>
                  <a:ext cx="1067217" cy="369332"/>
                </a:xfrm>
                <a:prstGeom prst="rect">
                  <a:avLst/>
                </a:prstGeom>
                <a:noFill/>
              </p:spPr>
              <p:txBody>
                <a:bodyPr wrap="square">
                  <a:spAutoFit/>
                </a:bodyPr>
                <a:lstStyle/>
                <a:p>
                  <a:pPr/>
                  <a14:m>
                    <m:oMathPara xmlns:m="http://schemas.openxmlformats.org/officeDocument/2006/math">
                      <m:oMathParaPr>
                        <m:jc m:val="centerGroup"/>
                      </m:oMathParaPr>
                      <m:oMath xmlns:m="http://schemas.openxmlformats.org/officeDocument/2006/math">
                        <m:sSub>
                          <m:sSubPr>
                            <m:ctrlPr>
                              <a:rPr lang="en-US" altLang="zh-CN" b="1" i="1" smtClean="0">
                                <a:solidFill>
                                  <a:schemeClr val="accent4"/>
                                </a:solidFill>
                                <a:latin typeface="Cambria Math" panose="02040503050406030204" pitchFamily="18" charset="0"/>
                              </a:rPr>
                            </m:ctrlPr>
                          </m:sSubPr>
                          <m:e>
                            <m:r>
                              <a:rPr lang="en-US" altLang="zh-CN" b="1" i="1" smtClean="0">
                                <a:solidFill>
                                  <a:schemeClr val="accent4"/>
                                </a:solidFill>
                                <a:latin typeface="Cambria Math" panose="02040503050406030204" pitchFamily="18" charset="0"/>
                              </a:rPr>
                              <m:t>𝑾</m:t>
                            </m:r>
                          </m:e>
                          <m:sub>
                            <m:r>
                              <a:rPr lang="en-US" altLang="zh-CN" b="1" i="1" smtClean="0">
                                <a:solidFill>
                                  <a:schemeClr val="accent4"/>
                                </a:solidFill>
                                <a:latin typeface="Cambria Math" panose="02040503050406030204" pitchFamily="18" charset="0"/>
                              </a:rPr>
                              <m:t>𝑹</m:t>
                            </m:r>
                          </m:sub>
                        </m:sSub>
                        <m:r>
                          <a:rPr lang="en-US" altLang="zh-CN" b="1" i="1" smtClean="0">
                            <a:solidFill>
                              <a:schemeClr val="accent4"/>
                            </a:solidFill>
                            <a:latin typeface="Cambria Math" panose="02040503050406030204" pitchFamily="18" charset="0"/>
                          </a:rPr>
                          <m:t>=</m:t>
                        </m:r>
                        <m:r>
                          <a:rPr lang="en-US" altLang="zh-CN" b="1" i="1" smtClean="0">
                            <a:solidFill>
                              <a:schemeClr val="accent4"/>
                            </a:solidFill>
                            <a:latin typeface="Cambria Math" panose="02040503050406030204" pitchFamily="18" charset="0"/>
                          </a:rPr>
                          <m:t>𝟏</m:t>
                        </m:r>
                      </m:oMath>
                    </m:oMathPara>
                  </a14:m>
                  <a:endParaRPr lang="zh-CN" altLang="en-US" dirty="0">
                    <a:solidFill>
                      <a:schemeClr val="accent3"/>
                    </a:solidFill>
                  </a:endParaRPr>
                </a:p>
              </p:txBody>
            </p:sp>
          </mc:Choice>
          <mc:Fallback xmlns="">
            <p:sp>
              <p:nvSpPr>
                <p:cNvPr id="35" name="文本框 34">
                  <a:extLst>
                    <a:ext uri="{FF2B5EF4-FFF2-40B4-BE49-F238E27FC236}">
                      <a16:creationId xmlns:a16="http://schemas.microsoft.com/office/drawing/2014/main" id="{EE98B7EB-F32B-4A4F-9072-DF021D7DCAD9}"/>
                    </a:ext>
                  </a:extLst>
                </p:cNvPr>
                <p:cNvSpPr txBox="1">
                  <a:spLocks noRot="1" noChangeAspect="1" noMove="1" noResize="1" noEditPoints="1" noAdjustHandles="1" noChangeArrowheads="1" noChangeShapeType="1" noTextEdit="1"/>
                </p:cNvSpPr>
                <p:nvPr/>
              </p:nvSpPr>
              <p:spPr>
                <a:xfrm>
                  <a:off x="2146413" y="1363110"/>
                  <a:ext cx="1067217" cy="369332"/>
                </a:xfrm>
                <a:prstGeom prst="rect">
                  <a:avLst/>
                </a:prstGeom>
                <a:blipFill>
                  <a:blip r:embed="rId3"/>
                  <a:stretch>
                    <a:fillRect b="-3333"/>
                  </a:stretch>
                </a:blipFill>
              </p:spPr>
              <p:txBody>
                <a:bodyPr/>
                <a:lstStyle/>
                <a:p>
                  <a:r>
                    <a:rPr lang="zh-CN" altLang="en-US">
                      <a:noFill/>
                    </a:rPr>
                    <a:t> </a:t>
                  </a:r>
                </a:p>
              </p:txBody>
            </p:sp>
          </mc:Fallback>
        </mc:AlternateContent>
      </p:grpSp>
      <p:grpSp>
        <p:nvGrpSpPr>
          <p:cNvPr id="7" name="组合 6">
            <a:extLst>
              <a:ext uri="{FF2B5EF4-FFF2-40B4-BE49-F238E27FC236}">
                <a16:creationId xmlns:a16="http://schemas.microsoft.com/office/drawing/2014/main" id="{00A9CCE1-949C-4E54-97A1-6025FF974983}"/>
              </a:ext>
            </a:extLst>
          </p:cNvPr>
          <p:cNvGrpSpPr/>
          <p:nvPr/>
        </p:nvGrpSpPr>
        <p:grpSpPr>
          <a:xfrm>
            <a:off x="2302929" y="5098286"/>
            <a:ext cx="3780000" cy="910796"/>
            <a:chOff x="2302929" y="5098286"/>
            <a:chExt cx="3780000" cy="910796"/>
          </a:xfrm>
        </p:grpSpPr>
        <p:sp>
          <p:nvSpPr>
            <p:cNvPr id="5" name="矩形 4">
              <a:extLst>
                <a:ext uri="{FF2B5EF4-FFF2-40B4-BE49-F238E27FC236}">
                  <a16:creationId xmlns:a16="http://schemas.microsoft.com/office/drawing/2014/main" id="{ABCDD6AB-497D-42FD-B822-48DB3891082B}"/>
                </a:ext>
              </a:extLst>
            </p:cNvPr>
            <p:cNvSpPr/>
            <p:nvPr/>
          </p:nvSpPr>
          <p:spPr>
            <a:xfrm>
              <a:off x="2302929" y="5467618"/>
              <a:ext cx="3780000" cy="541464"/>
            </a:xfrm>
            <a:prstGeom prst="rect">
              <a:avLst/>
            </a:prstGeom>
            <a:solidFill>
              <a:schemeClr val="accent3"/>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mc:AlternateContent xmlns:mc="http://schemas.openxmlformats.org/markup-compatibility/2006" xmlns:a14="http://schemas.microsoft.com/office/drawing/2010/main">
          <mc:Choice Requires="a14">
            <p:sp>
              <p:nvSpPr>
                <p:cNvPr id="23" name="文本框 22">
                  <a:extLst>
                    <a:ext uri="{FF2B5EF4-FFF2-40B4-BE49-F238E27FC236}">
                      <a16:creationId xmlns:a16="http://schemas.microsoft.com/office/drawing/2014/main" id="{ABC03EEA-26BD-4845-8ACC-3FB7B6DA9132}"/>
                    </a:ext>
                  </a:extLst>
                </p:cNvPr>
                <p:cNvSpPr txBox="1"/>
                <p:nvPr/>
              </p:nvSpPr>
              <p:spPr>
                <a:xfrm>
                  <a:off x="3659320" y="5098286"/>
                  <a:ext cx="1067217" cy="369332"/>
                </a:xfrm>
                <a:prstGeom prst="rect">
                  <a:avLst/>
                </a:prstGeom>
                <a:noFill/>
              </p:spPr>
              <p:txBody>
                <a:bodyPr wrap="square">
                  <a:spAutoFit/>
                </a:bodyPr>
                <a:lstStyle/>
                <a:p>
                  <a:pPr/>
                  <a14:m>
                    <m:oMathPara xmlns:m="http://schemas.openxmlformats.org/officeDocument/2006/math">
                      <m:oMathParaPr>
                        <m:jc m:val="centerGroup"/>
                      </m:oMathParaPr>
                      <m:oMath xmlns:m="http://schemas.openxmlformats.org/officeDocument/2006/math">
                        <m:sSub>
                          <m:sSubPr>
                            <m:ctrlPr>
                              <a:rPr lang="en-US" altLang="zh-CN" b="1" i="1" smtClean="0">
                                <a:solidFill>
                                  <a:schemeClr val="accent3"/>
                                </a:solidFill>
                                <a:latin typeface="Cambria Math" panose="02040503050406030204" pitchFamily="18" charset="0"/>
                              </a:rPr>
                            </m:ctrlPr>
                          </m:sSubPr>
                          <m:e>
                            <m:r>
                              <a:rPr lang="en-US" altLang="zh-CN" b="1" i="1" smtClean="0">
                                <a:solidFill>
                                  <a:schemeClr val="accent3"/>
                                </a:solidFill>
                                <a:latin typeface="Cambria Math" panose="02040503050406030204" pitchFamily="18" charset="0"/>
                              </a:rPr>
                              <m:t>𝑾</m:t>
                            </m:r>
                          </m:e>
                          <m:sub>
                            <m:r>
                              <a:rPr lang="en-US" altLang="zh-CN" b="1" i="1" smtClean="0">
                                <a:solidFill>
                                  <a:schemeClr val="accent3"/>
                                </a:solidFill>
                                <a:latin typeface="Cambria Math" panose="02040503050406030204" pitchFamily="18" charset="0"/>
                              </a:rPr>
                              <m:t>𝑻</m:t>
                            </m:r>
                          </m:sub>
                        </m:sSub>
                        <m:r>
                          <a:rPr lang="en-US" altLang="zh-CN" b="1" i="1" smtClean="0">
                            <a:solidFill>
                              <a:schemeClr val="accent3"/>
                            </a:solidFill>
                            <a:latin typeface="Cambria Math" panose="02040503050406030204" pitchFamily="18" charset="0"/>
                          </a:rPr>
                          <m:t>=</m:t>
                        </m:r>
                        <m:r>
                          <a:rPr lang="en-US" altLang="zh-CN" b="1" i="1" smtClean="0">
                            <a:solidFill>
                              <a:schemeClr val="accent3"/>
                            </a:solidFill>
                            <a:latin typeface="Cambria Math" panose="02040503050406030204" pitchFamily="18" charset="0"/>
                          </a:rPr>
                          <m:t>𝟓</m:t>
                        </m:r>
                      </m:oMath>
                    </m:oMathPara>
                  </a14:m>
                  <a:endParaRPr lang="zh-CN" altLang="en-US" dirty="0">
                    <a:solidFill>
                      <a:schemeClr val="accent3"/>
                    </a:solidFill>
                  </a:endParaRPr>
                </a:p>
              </p:txBody>
            </p:sp>
          </mc:Choice>
          <mc:Fallback xmlns="">
            <p:sp>
              <p:nvSpPr>
                <p:cNvPr id="23" name="文本框 22">
                  <a:extLst>
                    <a:ext uri="{FF2B5EF4-FFF2-40B4-BE49-F238E27FC236}">
                      <a16:creationId xmlns:a16="http://schemas.microsoft.com/office/drawing/2014/main" id="{ABC03EEA-26BD-4845-8ACC-3FB7B6DA9132}"/>
                    </a:ext>
                  </a:extLst>
                </p:cNvPr>
                <p:cNvSpPr txBox="1">
                  <a:spLocks noRot="1" noChangeAspect="1" noMove="1" noResize="1" noEditPoints="1" noAdjustHandles="1" noChangeArrowheads="1" noChangeShapeType="1" noTextEdit="1"/>
                </p:cNvSpPr>
                <p:nvPr/>
              </p:nvSpPr>
              <p:spPr>
                <a:xfrm>
                  <a:off x="3659320" y="5098286"/>
                  <a:ext cx="1067217" cy="369332"/>
                </a:xfrm>
                <a:prstGeom prst="rect">
                  <a:avLst/>
                </a:prstGeom>
                <a:blipFill>
                  <a:blip r:embed="rId4"/>
                  <a:stretch>
                    <a:fillRect b="-3279"/>
                  </a:stretch>
                </a:blipFill>
              </p:spPr>
              <p:txBody>
                <a:bodyPr/>
                <a:lstStyle/>
                <a:p>
                  <a:r>
                    <a:rPr lang="zh-CN" altLang="en-US">
                      <a:noFill/>
                    </a:rPr>
                    <a:t> </a:t>
                  </a:r>
                </a:p>
              </p:txBody>
            </p:sp>
          </mc:Fallback>
        </mc:AlternateContent>
      </p:grpSp>
      <p:grpSp>
        <p:nvGrpSpPr>
          <p:cNvPr id="4" name="组合 3">
            <a:extLst>
              <a:ext uri="{FF2B5EF4-FFF2-40B4-BE49-F238E27FC236}">
                <a16:creationId xmlns:a16="http://schemas.microsoft.com/office/drawing/2014/main" id="{9A1EA9F2-FCB6-48C3-935F-7AE7E3AD14AC}"/>
              </a:ext>
            </a:extLst>
          </p:cNvPr>
          <p:cNvGrpSpPr/>
          <p:nvPr/>
        </p:nvGrpSpPr>
        <p:grpSpPr>
          <a:xfrm>
            <a:off x="304800" y="749300"/>
            <a:ext cx="6192344" cy="400110"/>
            <a:chOff x="424117" y="898245"/>
            <a:chExt cx="6192344" cy="400110"/>
          </a:xfrm>
        </p:grpSpPr>
        <p:sp>
          <p:nvSpPr>
            <p:cNvPr id="2" name="平行四边形 1">
              <a:extLst>
                <a:ext uri="{FF2B5EF4-FFF2-40B4-BE49-F238E27FC236}">
                  <a16:creationId xmlns:a16="http://schemas.microsoft.com/office/drawing/2014/main" id="{1F5BAA3F-9845-4F89-A2DD-8222D3E4EDAC}"/>
                </a:ext>
              </a:extLst>
            </p:cNvPr>
            <p:cNvSpPr/>
            <p:nvPr/>
          </p:nvSpPr>
          <p:spPr>
            <a:xfrm>
              <a:off x="424117" y="898245"/>
              <a:ext cx="628306" cy="387090"/>
            </a:xfrm>
            <a:prstGeom prst="parallelogram">
              <a:avLst/>
            </a:prstGeom>
            <a:solidFill>
              <a:schemeClr val="accent3">
                <a:lumMod val="75000"/>
              </a:schemeClr>
            </a:solidFill>
            <a:ln>
              <a:solidFill>
                <a:schemeClr val="accent3">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CN" sz="2200" dirty="0">
                  <a:latin typeface="Impact" panose="020B0806030902050204" pitchFamily="34" charset="0"/>
                </a:rPr>
                <a:t>01</a:t>
              </a:r>
              <a:endParaRPr lang="zh-CN" altLang="en-US" sz="2200" dirty="0">
                <a:latin typeface="Impact" panose="020B0806030902050204" pitchFamily="34" charset="0"/>
              </a:endParaRPr>
            </a:p>
          </p:txBody>
        </p:sp>
        <p:sp>
          <p:nvSpPr>
            <p:cNvPr id="3" name="文本框 2">
              <a:extLst>
                <a:ext uri="{FF2B5EF4-FFF2-40B4-BE49-F238E27FC236}">
                  <a16:creationId xmlns:a16="http://schemas.microsoft.com/office/drawing/2014/main" id="{4D6BD736-A4D3-4F26-AFED-36E11F50F70B}"/>
                </a:ext>
              </a:extLst>
            </p:cNvPr>
            <p:cNvSpPr txBox="1"/>
            <p:nvPr/>
          </p:nvSpPr>
          <p:spPr>
            <a:xfrm>
              <a:off x="1052423" y="898245"/>
              <a:ext cx="5564038" cy="400110"/>
            </a:xfrm>
            <a:prstGeom prst="rect">
              <a:avLst/>
            </a:prstGeom>
            <a:noFill/>
          </p:spPr>
          <p:txBody>
            <a:bodyPr wrap="square" rtlCol="0">
              <a:spAutoFit/>
            </a:bodyPr>
            <a:lstStyle/>
            <a:p>
              <a:r>
                <a:rPr lang="zh-CN" altLang="en-US" sz="2000" b="1" dirty="0"/>
                <a:t>回退</a:t>
              </a:r>
              <a:r>
                <a:rPr lang="en-US" altLang="zh-CN" sz="2000" b="1" dirty="0"/>
                <a:t>N</a:t>
              </a:r>
              <a:r>
                <a:rPr lang="zh-CN" altLang="en-US" sz="2000" b="1" dirty="0"/>
                <a:t>帧协议</a:t>
              </a:r>
            </a:p>
          </p:txBody>
        </p:sp>
      </p:grpSp>
      <p:grpSp>
        <p:nvGrpSpPr>
          <p:cNvPr id="20" name="组合 19">
            <a:extLst>
              <a:ext uri="{FF2B5EF4-FFF2-40B4-BE49-F238E27FC236}">
                <a16:creationId xmlns:a16="http://schemas.microsoft.com/office/drawing/2014/main" id="{87756F0E-46C2-4571-B23D-C8472E9FD1FB}"/>
              </a:ext>
            </a:extLst>
          </p:cNvPr>
          <p:cNvGrpSpPr/>
          <p:nvPr/>
        </p:nvGrpSpPr>
        <p:grpSpPr>
          <a:xfrm>
            <a:off x="475097" y="1263518"/>
            <a:ext cx="1355161" cy="5114896"/>
            <a:chOff x="475097" y="1263518"/>
            <a:chExt cx="1355161" cy="5114896"/>
          </a:xfrm>
        </p:grpSpPr>
        <p:cxnSp>
          <p:nvCxnSpPr>
            <p:cNvPr id="17" name="直接连接符 16">
              <a:extLst>
                <a:ext uri="{FF2B5EF4-FFF2-40B4-BE49-F238E27FC236}">
                  <a16:creationId xmlns:a16="http://schemas.microsoft.com/office/drawing/2014/main" id="{5A41A17A-7B81-47D8-BDBB-76B8F1AA71D6}"/>
                </a:ext>
              </a:extLst>
            </p:cNvPr>
            <p:cNvCxnSpPr>
              <a:cxnSpLocks/>
            </p:cNvCxnSpPr>
            <p:nvPr/>
          </p:nvCxnSpPr>
          <p:spPr>
            <a:xfrm flipV="1">
              <a:off x="1208367" y="2012996"/>
              <a:ext cx="0" cy="3813858"/>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nvGrpSpPr>
            <p:cNvPr id="9" name="组合 8">
              <a:extLst>
                <a:ext uri="{FF2B5EF4-FFF2-40B4-BE49-F238E27FC236}">
                  <a16:creationId xmlns:a16="http://schemas.microsoft.com/office/drawing/2014/main" id="{A2B5FA1F-35FA-42E7-8D74-E7431B6AAA3C}"/>
                </a:ext>
              </a:extLst>
            </p:cNvPr>
            <p:cNvGrpSpPr/>
            <p:nvPr/>
          </p:nvGrpSpPr>
          <p:grpSpPr>
            <a:xfrm>
              <a:off x="700096" y="5368000"/>
              <a:ext cx="905164" cy="1010414"/>
              <a:chOff x="700096" y="5368000"/>
              <a:chExt cx="905164" cy="1010414"/>
            </a:xfrm>
          </p:grpSpPr>
          <p:pic>
            <p:nvPicPr>
              <p:cNvPr id="214" name="图形 213">
                <a:extLst>
                  <a:ext uri="{FF2B5EF4-FFF2-40B4-BE49-F238E27FC236}">
                    <a16:creationId xmlns:a16="http://schemas.microsoft.com/office/drawing/2014/main" id="{D949CB40-4FF6-4E8C-991B-66D24C6ADF05}"/>
                  </a:ext>
                </a:extLst>
              </p:cNvPr>
              <p:cNvPicPr>
                <a:picLocks noChangeAspect="1"/>
              </p:cNvPicPr>
              <p:nvPr/>
            </p:nvPicPr>
            <p:blipFill>
              <a:blip r:embed="rId5">
                <a:extLst>
                  <a:ext uri="{28A0092B-C50C-407E-A947-70E740481C1C}">
                    <a14:useLocalDpi xmlns:a14="http://schemas.microsoft.com/office/drawing/2010/main" val="0"/>
                  </a:ext>
                  <a:ext uri="{96DAC541-7B7A-43D3-8B79-37D633B846F1}">
                    <asvg:svgBlip xmlns:asvg="http://schemas.microsoft.com/office/drawing/2016/SVG/main" r:embed="rId6"/>
                  </a:ext>
                </a:extLst>
              </a:blip>
              <a:stretch>
                <a:fillRect/>
              </a:stretch>
            </p:blipFill>
            <p:spPr>
              <a:xfrm>
                <a:off x="821271" y="5368000"/>
                <a:ext cx="662814" cy="641082"/>
              </a:xfrm>
              <a:prstGeom prst="rect">
                <a:avLst/>
              </a:prstGeom>
            </p:spPr>
          </p:pic>
          <p:sp>
            <p:nvSpPr>
              <p:cNvPr id="218" name="文本框 217">
                <a:extLst>
                  <a:ext uri="{FF2B5EF4-FFF2-40B4-BE49-F238E27FC236}">
                    <a16:creationId xmlns:a16="http://schemas.microsoft.com/office/drawing/2014/main" id="{584D12FE-712D-432B-A48B-3084189F6B6C}"/>
                  </a:ext>
                </a:extLst>
              </p:cNvPr>
              <p:cNvSpPr txBox="1"/>
              <p:nvPr/>
            </p:nvSpPr>
            <p:spPr>
              <a:xfrm>
                <a:off x="700096" y="6009082"/>
                <a:ext cx="905164" cy="369332"/>
              </a:xfrm>
              <a:prstGeom prst="rect">
                <a:avLst/>
              </a:prstGeom>
              <a:noFill/>
            </p:spPr>
            <p:txBody>
              <a:bodyPr wrap="square" rtlCol="0">
                <a:spAutoFit/>
              </a:bodyPr>
              <a:lstStyle/>
              <a:p>
                <a:r>
                  <a:rPr lang="zh-CN" altLang="en-US" b="1" dirty="0">
                    <a:latin typeface="+mn-ea"/>
                  </a:rPr>
                  <a:t>发送方</a:t>
                </a:r>
              </a:p>
            </p:txBody>
          </p:sp>
        </p:grpSp>
        <p:grpSp>
          <p:nvGrpSpPr>
            <p:cNvPr id="8" name="组合 7">
              <a:extLst>
                <a:ext uri="{FF2B5EF4-FFF2-40B4-BE49-F238E27FC236}">
                  <a16:creationId xmlns:a16="http://schemas.microsoft.com/office/drawing/2014/main" id="{0ACAF080-95D4-4F76-A817-06EA84E449C9}"/>
                </a:ext>
              </a:extLst>
            </p:cNvPr>
            <p:cNvGrpSpPr/>
            <p:nvPr/>
          </p:nvGrpSpPr>
          <p:grpSpPr>
            <a:xfrm>
              <a:off x="878301" y="1263518"/>
              <a:ext cx="905164" cy="1027908"/>
              <a:chOff x="878301" y="1390382"/>
              <a:chExt cx="905164" cy="1027908"/>
            </a:xfrm>
          </p:grpSpPr>
          <p:pic>
            <p:nvPicPr>
              <p:cNvPr id="210" name="图形 209">
                <a:extLst>
                  <a:ext uri="{FF2B5EF4-FFF2-40B4-BE49-F238E27FC236}">
                    <a16:creationId xmlns:a16="http://schemas.microsoft.com/office/drawing/2014/main" id="{61E01467-74F7-469C-BAD5-DFFB1234E440}"/>
                  </a:ext>
                </a:extLst>
              </p:cNvPr>
              <p:cNvPicPr>
                <a:picLocks noChangeAspect="1"/>
              </p:cNvPicPr>
              <p:nvPr/>
            </p:nvPicPr>
            <p:blipFill>
              <a:blip r:embed="rId7">
                <a:extLst>
                  <a:ext uri="{28A0092B-C50C-407E-A947-70E740481C1C}">
                    <a14:useLocalDpi xmlns:a14="http://schemas.microsoft.com/office/drawing/2010/main" val="0"/>
                  </a:ext>
                  <a:ext uri="{96DAC541-7B7A-43D3-8B79-37D633B846F1}">
                    <asvg:svgBlip xmlns:asvg="http://schemas.microsoft.com/office/drawing/2016/SVG/main" r:embed="rId8"/>
                  </a:ext>
                </a:extLst>
              </a:blip>
              <a:stretch>
                <a:fillRect/>
              </a:stretch>
            </p:blipFill>
            <p:spPr>
              <a:xfrm>
                <a:off x="984826" y="1759714"/>
                <a:ext cx="501772" cy="658576"/>
              </a:xfrm>
              <a:prstGeom prst="rect">
                <a:avLst/>
              </a:prstGeom>
            </p:spPr>
          </p:pic>
          <p:sp>
            <p:nvSpPr>
              <p:cNvPr id="219" name="文本框 218">
                <a:extLst>
                  <a:ext uri="{FF2B5EF4-FFF2-40B4-BE49-F238E27FC236}">
                    <a16:creationId xmlns:a16="http://schemas.microsoft.com/office/drawing/2014/main" id="{B105E330-42F6-4FA8-914C-123FFA0756D5}"/>
                  </a:ext>
                </a:extLst>
              </p:cNvPr>
              <p:cNvSpPr txBox="1"/>
              <p:nvPr/>
            </p:nvSpPr>
            <p:spPr>
              <a:xfrm>
                <a:off x="878301" y="1390382"/>
                <a:ext cx="905164" cy="369332"/>
              </a:xfrm>
              <a:prstGeom prst="rect">
                <a:avLst/>
              </a:prstGeom>
              <a:noFill/>
            </p:spPr>
            <p:txBody>
              <a:bodyPr wrap="square" rtlCol="0">
                <a:spAutoFit/>
              </a:bodyPr>
              <a:lstStyle/>
              <a:p>
                <a:r>
                  <a:rPr lang="zh-CN" altLang="en-US" b="1" dirty="0">
                    <a:latin typeface="+mn-ea"/>
                  </a:rPr>
                  <a:t>接收方</a:t>
                </a:r>
              </a:p>
            </p:txBody>
          </p:sp>
        </p:grpSp>
        <p:sp>
          <p:nvSpPr>
            <p:cNvPr id="57" name="云形 56">
              <a:extLst>
                <a:ext uri="{FF2B5EF4-FFF2-40B4-BE49-F238E27FC236}">
                  <a16:creationId xmlns:a16="http://schemas.microsoft.com/office/drawing/2014/main" id="{8D58A5DA-48AF-4D62-A0E1-92B6F8CBE1F4}"/>
                </a:ext>
              </a:extLst>
            </p:cNvPr>
            <p:cNvSpPr/>
            <p:nvPr/>
          </p:nvSpPr>
          <p:spPr>
            <a:xfrm>
              <a:off x="475097" y="3429014"/>
              <a:ext cx="1355161" cy="801398"/>
            </a:xfrm>
            <a:prstGeom prst="cloud">
              <a:avLst/>
            </a:prstGeom>
            <a:solidFill>
              <a:schemeClr val="bg1">
                <a:lumMod val="85000"/>
              </a:schemeClr>
            </a:solidFill>
            <a:ln>
              <a:solidFill>
                <a:schemeClr val="bg1">
                  <a:lumMod val="85000"/>
                </a:schemeClr>
              </a:solidFill>
            </a:ln>
          </p:spPr>
          <p:style>
            <a:lnRef idx="2">
              <a:schemeClr val="accent3">
                <a:shade val="50000"/>
              </a:schemeClr>
            </a:lnRef>
            <a:fillRef idx="1">
              <a:schemeClr val="accent3"/>
            </a:fillRef>
            <a:effectRef idx="0">
              <a:schemeClr val="accent3"/>
            </a:effectRef>
            <a:fontRef idx="minor">
              <a:schemeClr val="lt1"/>
            </a:fontRef>
          </p:style>
          <p:txBody>
            <a:bodyPr rtlCol="0" anchor="ctr"/>
            <a:lstStyle/>
            <a:p>
              <a:pPr algn="ctr"/>
              <a:r>
                <a:rPr lang="zh-CN" altLang="en-US" b="1" dirty="0">
                  <a:solidFill>
                    <a:schemeClr val="tx1"/>
                  </a:solidFill>
                  <a:latin typeface="+mn-ea"/>
                </a:rPr>
                <a:t>因特网</a:t>
              </a:r>
            </a:p>
          </p:txBody>
        </p:sp>
      </p:grpSp>
      <p:graphicFrame>
        <p:nvGraphicFramePr>
          <p:cNvPr id="21" name="表格 21">
            <a:extLst>
              <a:ext uri="{FF2B5EF4-FFF2-40B4-BE49-F238E27FC236}">
                <a16:creationId xmlns:a16="http://schemas.microsoft.com/office/drawing/2014/main" id="{CE497585-4F97-4F44-9ABE-D7BBA16B40E0}"/>
              </a:ext>
            </a:extLst>
          </p:cNvPr>
          <p:cNvGraphicFramePr>
            <a:graphicFrameLocks noGrp="1"/>
          </p:cNvGraphicFramePr>
          <p:nvPr/>
        </p:nvGraphicFramePr>
        <p:xfrm>
          <a:off x="2302929" y="5557308"/>
          <a:ext cx="9067800" cy="370840"/>
        </p:xfrm>
        <a:graphic>
          <a:graphicData uri="http://schemas.openxmlformats.org/drawingml/2006/table">
            <a:tbl>
              <a:tblPr firstRow="1" bandRow="1">
                <a:tableStyleId>{5C22544A-7EE6-4342-B048-85BDC9FD1C3A}</a:tableStyleId>
              </a:tblPr>
              <a:tblGrid>
                <a:gridCol w="755650">
                  <a:extLst>
                    <a:ext uri="{9D8B030D-6E8A-4147-A177-3AD203B41FA5}">
                      <a16:colId xmlns:a16="http://schemas.microsoft.com/office/drawing/2014/main" val="877486509"/>
                    </a:ext>
                  </a:extLst>
                </a:gridCol>
                <a:gridCol w="755650">
                  <a:extLst>
                    <a:ext uri="{9D8B030D-6E8A-4147-A177-3AD203B41FA5}">
                      <a16:colId xmlns:a16="http://schemas.microsoft.com/office/drawing/2014/main" val="3548605817"/>
                    </a:ext>
                  </a:extLst>
                </a:gridCol>
                <a:gridCol w="755650">
                  <a:extLst>
                    <a:ext uri="{9D8B030D-6E8A-4147-A177-3AD203B41FA5}">
                      <a16:colId xmlns:a16="http://schemas.microsoft.com/office/drawing/2014/main" val="2881812895"/>
                    </a:ext>
                  </a:extLst>
                </a:gridCol>
                <a:gridCol w="755650">
                  <a:extLst>
                    <a:ext uri="{9D8B030D-6E8A-4147-A177-3AD203B41FA5}">
                      <a16:colId xmlns:a16="http://schemas.microsoft.com/office/drawing/2014/main" val="3682284582"/>
                    </a:ext>
                  </a:extLst>
                </a:gridCol>
                <a:gridCol w="755650">
                  <a:extLst>
                    <a:ext uri="{9D8B030D-6E8A-4147-A177-3AD203B41FA5}">
                      <a16:colId xmlns:a16="http://schemas.microsoft.com/office/drawing/2014/main" val="500127722"/>
                    </a:ext>
                  </a:extLst>
                </a:gridCol>
                <a:gridCol w="755650">
                  <a:extLst>
                    <a:ext uri="{9D8B030D-6E8A-4147-A177-3AD203B41FA5}">
                      <a16:colId xmlns:a16="http://schemas.microsoft.com/office/drawing/2014/main" val="2946259618"/>
                    </a:ext>
                  </a:extLst>
                </a:gridCol>
                <a:gridCol w="755650">
                  <a:extLst>
                    <a:ext uri="{9D8B030D-6E8A-4147-A177-3AD203B41FA5}">
                      <a16:colId xmlns:a16="http://schemas.microsoft.com/office/drawing/2014/main" val="171501986"/>
                    </a:ext>
                  </a:extLst>
                </a:gridCol>
                <a:gridCol w="755650">
                  <a:extLst>
                    <a:ext uri="{9D8B030D-6E8A-4147-A177-3AD203B41FA5}">
                      <a16:colId xmlns:a16="http://schemas.microsoft.com/office/drawing/2014/main" val="1667185265"/>
                    </a:ext>
                  </a:extLst>
                </a:gridCol>
                <a:gridCol w="755650">
                  <a:extLst>
                    <a:ext uri="{9D8B030D-6E8A-4147-A177-3AD203B41FA5}">
                      <a16:colId xmlns:a16="http://schemas.microsoft.com/office/drawing/2014/main" val="4258211808"/>
                    </a:ext>
                  </a:extLst>
                </a:gridCol>
                <a:gridCol w="755650">
                  <a:extLst>
                    <a:ext uri="{9D8B030D-6E8A-4147-A177-3AD203B41FA5}">
                      <a16:colId xmlns:a16="http://schemas.microsoft.com/office/drawing/2014/main" val="1794200575"/>
                    </a:ext>
                  </a:extLst>
                </a:gridCol>
                <a:gridCol w="755650">
                  <a:extLst>
                    <a:ext uri="{9D8B030D-6E8A-4147-A177-3AD203B41FA5}">
                      <a16:colId xmlns:a16="http://schemas.microsoft.com/office/drawing/2014/main" val="4230716487"/>
                    </a:ext>
                  </a:extLst>
                </a:gridCol>
                <a:gridCol w="755650">
                  <a:extLst>
                    <a:ext uri="{9D8B030D-6E8A-4147-A177-3AD203B41FA5}">
                      <a16:colId xmlns:a16="http://schemas.microsoft.com/office/drawing/2014/main" val="56153739"/>
                    </a:ext>
                  </a:extLst>
                </a:gridCol>
              </a:tblGrid>
              <a:tr h="370840">
                <a:tc>
                  <a:txBody>
                    <a:bodyPr/>
                    <a:lstStyle/>
                    <a:p>
                      <a:pPr algn="ctr"/>
                      <a:r>
                        <a:rPr lang="en-US" altLang="zh-CN" dirty="0">
                          <a:solidFill>
                            <a:schemeClr val="tx1"/>
                          </a:solidFill>
                          <a:latin typeface="Arial Black" panose="020B0A04020102020204" pitchFamily="34" charset="0"/>
                        </a:rPr>
                        <a:t>0</a:t>
                      </a:r>
                      <a:endParaRPr lang="zh-CN" altLang="en-US" dirty="0">
                        <a:solidFill>
                          <a:schemeClr val="tx1"/>
                        </a:solidFill>
                        <a:latin typeface="Arial Black" panose="020B0A04020102020204" pitchFamily="34" charset="0"/>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ctr"/>
                      <a:r>
                        <a:rPr lang="en-US" altLang="zh-CN" dirty="0">
                          <a:solidFill>
                            <a:schemeClr val="tx1"/>
                          </a:solidFill>
                          <a:latin typeface="Arial Black" panose="020B0A04020102020204" pitchFamily="34" charset="0"/>
                        </a:rPr>
                        <a:t>1</a:t>
                      </a:r>
                      <a:endParaRPr lang="zh-CN" altLang="en-US" dirty="0">
                        <a:solidFill>
                          <a:schemeClr val="tx1"/>
                        </a:solidFill>
                        <a:latin typeface="Arial Black" panose="020B0A04020102020204" pitchFamily="34" charset="0"/>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ctr"/>
                      <a:r>
                        <a:rPr lang="en-US" altLang="zh-CN" dirty="0">
                          <a:solidFill>
                            <a:schemeClr val="tx1"/>
                          </a:solidFill>
                          <a:latin typeface="Arial Black" panose="020B0A04020102020204" pitchFamily="34" charset="0"/>
                        </a:rPr>
                        <a:t>2</a:t>
                      </a:r>
                      <a:endParaRPr lang="zh-CN" altLang="en-US" dirty="0">
                        <a:solidFill>
                          <a:schemeClr val="tx1"/>
                        </a:solidFill>
                        <a:latin typeface="Arial Black" panose="020B0A04020102020204" pitchFamily="34" charset="0"/>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ctr"/>
                      <a:r>
                        <a:rPr lang="en-US" altLang="zh-CN" dirty="0">
                          <a:solidFill>
                            <a:schemeClr val="tx1"/>
                          </a:solidFill>
                          <a:latin typeface="Arial Black" panose="020B0A04020102020204" pitchFamily="34" charset="0"/>
                        </a:rPr>
                        <a:t>3</a:t>
                      </a:r>
                      <a:endParaRPr lang="zh-CN" altLang="en-US" dirty="0">
                        <a:solidFill>
                          <a:schemeClr val="tx1"/>
                        </a:solidFill>
                        <a:latin typeface="Arial Black" panose="020B0A04020102020204" pitchFamily="34" charset="0"/>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ctr"/>
                      <a:r>
                        <a:rPr lang="en-US" altLang="zh-CN" dirty="0">
                          <a:solidFill>
                            <a:schemeClr val="tx1"/>
                          </a:solidFill>
                          <a:latin typeface="Arial Black" panose="020B0A04020102020204" pitchFamily="34" charset="0"/>
                        </a:rPr>
                        <a:t>4</a:t>
                      </a:r>
                      <a:endParaRPr lang="zh-CN" altLang="en-US" dirty="0">
                        <a:solidFill>
                          <a:schemeClr val="tx1"/>
                        </a:solidFill>
                        <a:latin typeface="Arial Black" panose="020B0A04020102020204" pitchFamily="34" charset="0"/>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ctr"/>
                      <a:r>
                        <a:rPr lang="en-US" altLang="zh-CN" dirty="0">
                          <a:solidFill>
                            <a:schemeClr val="tx1"/>
                          </a:solidFill>
                          <a:latin typeface="Arial Black" panose="020B0A04020102020204" pitchFamily="34" charset="0"/>
                        </a:rPr>
                        <a:t>5</a:t>
                      </a:r>
                      <a:endParaRPr lang="zh-CN" altLang="en-US" dirty="0">
                        <a:solidFill>
                          <a:schemeClr val="tx1"/>
                        </a:solidFill>
                        <a:latin typeface="Arial Black" panose="020B0A04020102020204" pitchFamily="34" charset="0"/>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ctr"/>
                      <a:r>
                        <a:rPr lang="en-US" altLang="zh-CN" dirty="0">
                          <a:solidFill>
                            <a:schemeClr val="tx1"/>
                          </a:solidFill>
                          <a:latin typeface="Arial Black" panose="020B0A04020102020204" pitchFamily="34" charset="0"/>
                        </a:rPr>
                        <a:t>6</a:t>
                      </a:r>
                      <a:endParaRPr lang="zh-CN" altLang="en-US" dirty="0">
                        <a:solidFill>
                          <a:schemeClr val="tx1"/>
                        </a:solidFill>
                        <a:latin typeface="Arial Black" panose="020B0A04020102020204" pitchFamily="34" charset="0"/>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ctr"/>
                      <a:r>
                        <a:rPr lang="en-US" altLang="zh-CN" dirty="0">
                          <a:solidFill>
                            <a:schemeClr val="tx1"/>
                          </a:solidFill>
                          <a:latin typeface="Arial Black" panose="020B0A04020102020204" pitchFamily="34" charset="0"/>
                        </a:rPr>
                        <a:t>7</a:t>
                      </a:r>
                      <a:endParaRPr lang="zh-CN" altLang="en-US" dirty="0">
                        <a:solidFill>
                          <a:schemeClr val="tx1"/>
                        </a:solidFill>
                        <a:latin typeface="Arial Black" panose="020B0A04020102020204" pitchFamily="34" charset="0"/>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ctr"/>
                      <a:r>
                        <a:rPr lang="en-US" altLang="zh-CN" dirty="0">
                          <a:solidFill>
                            <a:schemeClr val="tx1"/>
                          </a:solidFill>
                          <a:latin typeface="Arial Black" panose="020B0A04020102020204" pitchFamily="34" charset="0"/>
                        </a:rPr>
                        <a:t>0</a:t>
                      </a:r>
                      <a:endParaRPr lang="zh-CN" altLang="en-US" dirty="0">
                        <a:solidFill>
                          <a:schemeClr val="tx1"/>
                        </a:solidFill>
                        <a:latin typeface="Arial Black" panose="020B0A04020102020204" pitchFamily="34" charset="0"/>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ctr"/>
                      <a:r>
                        <a:rPr lang="en-US" altLang="zh-CN" dirty="0">
                          <a:solidFill>
                            <a:schemeClr val="tx1"/>
                          </a:solidFill>
                          <a:latin typeface="Arial Black" panose="020B0A04020102020204" pitchFamily="34" charset="0"/>
                        </a:rPr>
                        <a:t>1</a:t>
                      </a:r>
                      <a:endParaRPr lang="zh-CN" altLang="en-US" dirty="0">
                        <a:solidFill>
                          <a:schemeClr val="tx1"/>
                        </a:solidFill>
                        <a:latin typeface="Arial Black" panose="020B0A04020102020204" pitchFamily="34" charset="0"/>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ctr"/>
                      <a:r>
                        <a:rPr lang="en-US" altLang="zh-CN" dirty="0">
                          <a:solidFill>
                            <a:schemeClr val="tx1"/>
                          </a:solidFill>
                          <a:latin typeface="Arial Black" panose="020B0A04020102020204" pitchFamily="34" charset="0"/>
                        </a:rPr>
                        <a:t>2</a:t>
                      </a:r>
                      <a:endParaRPr lang="zh-CN" altLang="en-US" dirty="0">
                        <a:solidFill>
                          <a:schemeClr val="tx1"/>
                        </a:solidFill>
                        <a:latin typeface="Arial Black" panose="020B0A04020102020204" pitchFamily="34" charset="0"/>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ctr"/>
                      <a:r>
                        <a:rPr lang="en-US" altLang="zh-CN" dirty="0">
                          <a:solidFill>
                            <a:schemeClr val="tx1"/>
                          </a:solidFill>
                          <a:latin typeface="Arial Black" panose="020B0A04020102020204" pitchFamily="34" charset="0"/>
                        </a:rPr>
                        <a:t>…</a:t>
                      </a:r>
                      <a:endParaRPr lang="zh-CN" altLang="en-US" dirty="0">
                        <a:solidFill>
                          <a:schemeClr val="tx1"/>
                        </a:solidFill>
                        <a:latin typeface="Arial Black" panose="020B0A04020102020204" pitchFamily="34" charset="0"/>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extLst>
                  <a:ext uri="{0D108BD9-81ED-4DB2-BD59-A6C34878D82A}">
                    <a16:rowId xmlns:a16="http://schemas.microsoft.com/office/drawing/2014/main" val="316235763"/>
                  </a:ext>
                </a:extLst>
              </a:tr>
            </a:tbl>
          </a:graphicData>
        </a:graphic>
      </p:graphicFrame>
      <p:graphicFrame>
        <p:nvGraphicFramePr>
          <p:cNvPr id="68" name="表格 21">
            <a:extLst>
              <a:ext uri="{FF2B5EF4-FFF2-40B4-BE49-F238E27FC236}">
                <a16:creationId xmlns:a16="http://schemas.microsoft.com/office/drawing/2014/main" id="{D9B4273D-C94E-42E6-A39B-908C6FA1D8AF}"/>
              </a:ext>
            </a:extLst>
          </p:cNvPr>
          <p:cNvGraphicFramePr>
            <a:graphicFrameLocks noGrp="1"/>
          </p:cNvGraphicFramePr>
          <p:nvPr/>
        </p:nvGraphicFramePr>
        <p:xfrm>
          <a:off x="2302929" y="1827576"/>
          <a:ext cx="9067800" cy="370840"/>
        </p:xfrm>
        <a:graphic>
          <a:graphicData uri="http://schemas.openxmlformats.org/drawingml/2006/table">
            <a:tbl>
              <a:tblPr firstRow="1" bandRow="1">
                <a:tableStyleId>{5C22544A-7EE6-4342-B048-85BDC9FD1C3A}</a:tableStyleId>
              </a:tblPr>
              <a:tblGrid>
                <a:gridCol w="755650">
                  <a:extLst>
                    <a:ext uri="{9D8B030D-6E8A-4147-A177-3AD203B41FA5}">
                      <a16:colId xmlns:a16="http://schemas.microsoft.com/office/drawing/2014/main" val="877486509"/>
                    </a:ext>
                  </a:extLst>
                </a:gridCol>
                <a:gridCol w="755650">
                  <a:extLst>
                    <a:ext uri="{9D8B030D-6E8A-4147-A177-3AD203B41FA5}">
                      <a16:colId xmlns:a16="http://schemas.microsoft.com/office/drawing/2014/main" val="3548605817"/>
                    </a:ext>
                  </a:extLst>
                </a:gridCol>
                <a:gridCol w="755650">
                  <a:extLst>
                    <a:ext uri="{9D8B030D-6E8A-4147-A177-3AD203B41FA5}">
                      <a16:colId xmlns:a16="http://schemas.microsoft.com/office/drawing/2014/main" val="2881812895"/>
                    </a:ext>
                  </a:extLst>
                </a:gridCol>
                <a:gridCol w="755650">
                  <a:extLst>
                    <a:ext uri="{9D8B030D-6E8A-4147-A177-3AD203B41FA5}">
                      <a16:colId xmlns:a16="http://schemas.microsoft.com/office/drawing/2014/main" val="3682284582"/>
                    </a:ext>
                  </a:extLst>
                </a:gridCol>
                <a:gridCol w="755650">
                  <a:extLst>
                    <a:ext uri="{9D8B030D-6E8A-4147-A177-3AD203B41FA5}">
                      <a16:colId xmlns:a16="http://schemas.microsoft.com/office/drawing/2014/main" val="500127722"/>
                    </a:ext>
                  </a:extLst>
                </a:gridCol>
                <a:gridCol w="755650">
                  <a:extLst>
                    <a:ext uri="{9D8B030D-6E8A-4147-A177-3AD203B41FA5}">
                      <a16:colId xmlns:a16="http://schemas.microsoft.com/office/drawing/2014/main" val="2946259618"/>
                    </a:ext>
                  </a:extLst>
                </a:gridCol>
                <a:gridCol w="755650">
                  <a:extLst>
                    <a:ext uri="{9D8B030D-6E8A-4147-A177-3AD203B41FA5}">
                      <a16:colId xmlns:a16="http://schemas.microsoft.com/office/drawing/2014/main" val="171501986"/>
                    </a:ext>
                  </a:extLst>
                </a:gridCol>
                <a:gridCol w="755650">
                  <a:extLst>
                    <a:ext uri="{9D8B030D-6E8A-4147-A177-3AD203B41FA5}">
                      <a16:colId xmlns:a16="http://schemas.microsoft.com/office/drawing/2014/main" val="1667185265"/>
                    </a:ext>
                  </a:extLst>
                </a:gridCol>
                <a:gridCol w="755650">
                  <a:extLst>
                    <a:ext uri="{9D8B030D-6E8A-4147-A177-3AD203B41FA5}">
                      <a16:colId xmlns:a16="http://schemas.microsoft.com/office/drawing/2014/main" val="4258211808"/>
                    </a:ext>
                  </a:extLst>
                </a:gridCol>
                <a:gridCol w="755650">
                  <a:extLst>
                    <a:ext uri="{9D8B030D-6E8A-4147-A177-3AD203B41FA5}">
                      <a16:colId xmlns:a16="http://schemas.microsoft.com/office/drawing/2014/main" val="1794200575"/>
                    </a:ext>
                  </a:extLst>
                </a:gridCol>
                <a:gridCol w="755650">
                  <a:extLst>
                    <a:ext uri="{9D8B030D-6E8A-4147-A177-3AD203B41FA5}">
                      <a16:colId xmlns:a16="http://schemas.microsoft.com/office/drawing/2014/main" val="4230716487"/>
                    </a:ext>
                  </a:extLst>
                </a:gridCol>
                <a:gridCol w="755650">
                  <a:extLst>
                    <a:ext uri="{9D8B030D-6E8A-4147-A177-3AD203B41FA5}">
                      <a16:colId xmlns:a16="http://schemas.microsoft.com/office/drawing/2014/main" val="56153739"/>
                    </a:ext>
                  </a:extLst>
                </a:gridCol>
              </a:tblGrid>
              <a:tr h="370840">
                <a:tc>
                  <a:txBody>
                    <a:bodyPr/>
                    <a:lstStyle/>
                    <a:p>
                      <a:pPr algn="ctr"/>
                      <a:r>
                        <a:rPr lang="en-US" altLang="zh-CN" dirty="0">
                          <a:solidFill>
                            <a:schemeClr val="tx1"/>
                          </a:solidFill>
                          <a:latin typeface="Arial Black" panose="020B0A04020102020204" pitchFamily="34" charset="0"/>
                        </a:rPr>
                        <a:t>0</a:t>
                      </a:r>
                      <a:endParaRPr lang="zh-CN" altLang="en-US" dirty="0">
                        <a:solidFill>
                          <a:schemeClr val="tx1"/>
                        </a:solidFill>
                        <a:latin typeface="Arial Black" panose="020B0A04020102020204" pitchFamily="34" charset="0"/>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ctr"/>
                      <a:r>
                        <a:rPr lang="en-US" altLang="zh-CN" dirty="0">
                          <a:solidFill>
                            <a:schemeClr val="tx1"/>
                          </a:solidFill>
                          <a:latin typeface="Arial Black" panose="020B0A04020102020204" pitchFamily="34" charset="0"/>
                        </a:rPr>
                        <a:t>1</a:t>
                      </a:r>
                      <a:endParaRPr lang="zh-CN" altLang="en-US" dirty="0">
                        <a:solidFill>
                          <a:schemeClr val="tx1"/>
                        </a:solidFill>
                        <a:latin typeface="Arial Black" panose="020B0A04020102020204" pitchFamily="34" charset="0"/>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ctr"/>
                      <a:r>
                        <a:rPr lang="en-US" altLang="zh-CN" dirty="0">
                          <a:solidFill>
                            <a:schemeClr val="tx1"/>
                          </a:solidFill>
                          <a:latin typeface="Arial Black" panose="020B0A04020102020204" pitchFamily="34" charset="0"/>
                        </a:rPr>
                        <a:t>2</a:t>
                      </a:r>
                      <a:endParaRPr lang="zh-CN" altLang="en-US" dirty="0">
                        <a:solidFill>
                          <a:schemeClr val="tx1"/>
                        </a:solidFill>
                        <a:latin typeface="Arial Black" panose="020B0A04020102020204" pitchFamily="34" charset="0"/>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ctr"/>
                      <a:r>
                        <a:rPr lang="en-US" altLang="zh-CN" dirty="0">
                          <a:solidFill>
                            <a:schemeClr val="tx1"/>
                          </a:solidFill>
                          <a:latin typeface="Arial Black" panose="020B0A04020102020204" pitchFamily="34" charset="0"/>
                        </a:rPr>
                        <a:t>3</a:t>
                      </a:r>
                      <a:endParaRPr lang="zh-CN" altLang="en-US" dirty="0">
                        <a:solidFill>
                          <a:schemeClr val="tx1"/>
                        </a:solidFill>
                        <a:latin typeface="Arial Black" panose="020B0A04020102020204" pitchFamily="34" charset="0"/>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ctr"/>
                      <a:r>
                        <a:rPr lang="en-US" altLang="zh-CN" dirty="0">
                          <a:solidFill>
                            <a:schemeClr val="tx1"/>
                          </a:solidFill>
                          <a:latin typeface="Arial Black" panose="020B0A04020102020204" pitchFamily="34" charset="0"/>
                        </a:rPr>
                        <a:t>4</a:t>
                      </a:r>
                      <a:endParaRPr lang="zh-CN" altLang="en-US" dirty="0">
                        <a:solidFill>
                          <a:schemeClr val="tx1"/>
                        </a:solidFill>
                        <a:latin typeface="Arial Black" panose="020B0A04020102020204" pitchFamily="34" charset="0"/>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ctr"/>
                      <a:r>
                        <a:rPr lang="en-US" altLang="zh-CN" dirty="0">
                          <a:solidFill>
                            <a:schemeClr val="tx1"/>
                          </a:solidFill>
                          <a:latin typeface="Arial Black" panose="020B0A04020102020204" pitchFamily="34" charset="0"/>
                        </a:rPr>
                        <a:t>5</a:t>
                      </a:r>
                      <a:endParaRPr lang="zh-CN" altLang="en-US" dirty="0">
                        <a:solidFill>
                          <a:schemeClr val="tx1"/>
                        </a:solidFill>
                        <a:latin typeface="Arial Black" panose="020B0A04020102020204" pitchFamily="34" charset="0"/>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ctr"/>
                      <a:r>
                        <a:rPr lang="en-US" altLang="zh-CN" dirty="0">
                          <a:solidFill>
                            <a:schemeClr val="tx1"/>
                          </a:solidFill>
                          <a:latin typeface="Arial Black" panose="020B0A04020102020204" pitchFamily="34" charset="0"/>
                        </a:rPr>
                        <a:t>6</a:t>
                      </a:r>
                      <a:endParaRPr lang="zh-CN" altLang="en-US" dirty="0">
                        <a:solidFill>
                          <a:schemeClr val="tx1"/>
                        </a:solidFill>
                        <a:latin typeface="Arial Black" panose="020B0A04020102020204" pitchFamily="34" charset="0"/>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ctr"/>
                      <a:r>
                        <a:rPr lang="en-US" altLang="zh-CN" dirty="0">
                          <a:solidFill>
                            <a:schemeClr val="tx1"/>
                          </a:solidFill>
                          <a:latin typeface="Arial Black" panose="020B0A04020102020204" pitchFamily="34" charset="0"/>
                        </a:rPr>
                        <a:t>7</a:t>
                      </a:r>
                      <a:endParaRPr lang="zh-CN" altLang="en-US" dirty="0">
                        <a:solidFill>
                          <a:schemeClr val="tx1"/>
                        </a:solidFill>
                        <a:latin typeface="Arial Black" panose="020B0A04020102020204" pitchFamily="34" charset="0"/>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ctr"/>
                      <a:r>
                        <a:rPr lang="en-US" altLang="zh-CN" dirty="0">
                          <a:solidFill>
                            <a:schemeClr val="tx1"/>
                          </a:solidFill>
                          <a:latin typeface="Arial Black" panose="020B0A04020102020204" pitchFamily="34" charset="0"/>
                        </a:rPr>
                        <a:t>0</a:t>
                      </a:r>
                      <a:endParaRPr lang="zh-CN" altLang="en-US" dirty="0">
                        <a:solidFill>
                          <a:schemeClr val="tx1"/>
                        </a:solidFill>
                        <a:latin typeface="Arial Black" panose="020B0A04020102020204" pitchFamily="34" charset="0"/>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ctr"/>
                      <a:r>
                        <a:rPr lang="en-US" altLang="zh-CN" dirty="0">
                          <a:solidFill>
                            <a:schemeClr val="tx1"/>
                          </a:solidFill>
                          <a:latin typeface="Arial Black" panose="020B0A04020102020204" pitchFamily="34" charset="0"/>
                        </a:rPr>
                        <a:t>1</a:t>
                      </a:r>
                      <a:endParaRPr lang="zh-CN" altLang="en-US" dirty="0">
                        <a:solidFill>
                          <a:schemeClr val="tx1"/>
                        </a:solidFill>
                        <a:latin typeface="Arial Black" panose="020B0A04020102020204" pitchFamily="34" charset="0"/>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ctr"/>
                      <a:r>
                        <a:rPr lang="en-US" altLang="zh-CN" dirty="0">
                          <a:solidFill>
                            <a:schemeClr val="tx1"/>
                          </a:solidFill>
                          <a:latin typeface="Arial Black" panose="020B0A04020102020204" pitchFamily="34" charset="0"/>
                        </a:rPr>
                        <a:t>2</a:t>
                      </a:r>
                      <a:endParaRPr lang="zh-CN" altLang="en-US" dirty="0">
                        <a:solidFill>
                          <a:schemeClr val="tx1"/>
                        </a:solidFill>
                        <a:latin typeface="Arial Black" panose="020B0A04020102020204" pitchFamily="34" charset="0"/>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ctr"/>
                      <a:r>
                        <a:rPr lang="en-US" altLang="zh-CN" dirty="0">
                          <a:solidFill>
                            <a:schemeClr val="tx1"/>
                          </a:solidFill>
                          <a:latin typeface="Arial Black" panose="020B0A04020102020204" pitchFamily="34" charset="0"/>
                        </a:rPr>
                        <a:t>…</a:t>
                      </a:r>
                      <a:endParaRPr lang="zh-CN" altLang="en-US" dirty="0">
                        <a:solidFill>
                          <a:schemeClr val="tx1"/>
                        </a:solidFill>
                        <a:latin typeface="Arial Black" panose="020B0A04020102020204" pitchFamily="34" charset="0"/>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extLst>
                  <a:ext uri="{0D108BD9-81ED-4DB2-BD59-A6C34878D82A}">
                    <a16:rowId xmlns:a16="http://schemas.microsoft.com/office/drawing/2014/main" val="316235763"/>
                  </a:ext>
                </a:extLst>
              </a:tr>
            </a:tbl>
          </a:graphicData>
        </a:graphic>
      </p:graphicFrame>
      <p:sp>
        <p:nvSpPr>
          <p:cNvPr id="49" name="íşlïḍè">
            <a:extLst>
              <a:ext uri="{FF2B5EF4-FFF2-40B4-BE49-F238E27FC236}">
                <a16:creationId xmlns:a16="http://schemas.microsoft.com/office/drawing/2014/main" id="{84B44B39-A1BD-4956-A1BF-ECB7ACDDA058}"/>
              </a:ext>
            </a:extLst>
          </p:cNvPr>
          <p:cNvSpPr txBox="1"/>
          <p:nvPr/>
        </p:nvSpPr>
        <p:spPr>
          <a:xfrm>
            <a:off x="4164203" y="3287898"/>
            <a:ext cx="3876743" cy="602502"/>
          </a:xfrm>
          <a:prstGeom prst="rect">
            <a:avLst/>
          </a:prstGeom>
          <a:noFill/>
        </p:spPr>
        <p:txBody>
          <a:bodyPr wrap="square" lIns="91440" tIns="45720" rIns="91440" bIns="45720" anchor="ctr">
            <a:noAutofit/>
          </a:bodyPr>
          <a:lstStyle/>
          <a:p>
            <a:pPr algn="ctr"/>
            <a:r>
              <a:rPr lang="zh-CN" altLang="en-US" sz="2800" b="1" dirty="0"/>
              <a:t>无传输差错的情况</a:t>
            </a:r>
            <a:endParaRPr lang="en-US" altLang="zh-CN" sz="2800" b="1" dirty="0"/>
          </a:p>
        </p:txBody>
      </p:sp>
      <p:sp>
        <p:nvSpPr>
          <p:cNvPr id="13" name="矩形 12">
            <a:extLst>
              <a:ext uri="{FF2B5EF4-FFF2-40B4-BE49-F238E27FC236}">
                <a16:creationId xmlns:a16="http://schemas.microsoft.com/office/drawing/2014/main" id="{14642CA0-C4C4-44A5-BD3D-9FB5C2470514}"/>
              </a:ext>
            </a:extLst>
          </p:cNvPr>
          <p:cNvSpPr/>
          <p:nvPr/>
        </p:nvSpPr>
        <p:spPr>
          <a:xfrm>
            <a:off x="2300222" y="5537182"/>
            <a:ext cx="3780000" cy="390966"/>
          </a:xfrm>
          <a:prstGeom prst="rect">
            <a:avLst/>
          </a:prstGeom>
          <a:solidFill>
            <a:schemeClr val="accent3">
              <a:alpha val="74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grpSp>
        <p:nvGrpSpPr>
          <p:cNvPr id="18" name="组合 17">
            <a:extLst>
              <a:ext uri="{FF2B5EF4-FFF2-40B4-BE49-F238E27FC236}">
                <a16:creationId xmlns:a16="http://schemas.microsoft.com/office/drawing/2014/main" id="{FECE4161-7991-47A2-A1EF-C9E654D9B154}"/>
              </a:ext>
            </a:extLst>
          </p:cNvPr>
          <p:cNvGrpSpPr/>
          <p:nvPr/>
        </p:nvGrpSpPr>
        <p:grpSpPr>
          <a:xfrm>
            <a:off x="1251044" y="2295092"/>
            <a:ext cx="708432" cy="1325976"/>
            <a:chOff x="1251044" y="4058101"/>
            <a:chExt cx="708432" cy="1325976"/>
          </a:xfrm>
        </p:grpSpPr>
        <p:sp>
          <p:nvSpPr>
            <p:cNvPr id="10" name="矩形 9">
              <a:extLst>
                <a:ext uri="{FF2B5EF4-FFF2-40B4-BE49-F238E27FC236}">
                  <a16:creationId xmlns:a16="http://schemas.microsoft.com/office/drawing/2014/main" id="{13BD80EC-9893-49F1-A9D2-1DEAB48A6E7A}"/>
                </a:ext>
              </a:extLst>
            </p:cNvPr>
            <p:cNvSpPr/>
            <p:nvPr/>
          </p:nvSpPr>
          <p:spPr>
            <a:xfrm>
              <a:off x="1251044" y="4862501"/>
              <a:ext cx="708432" cy="270283"/>
            </a:xfrm>
            <a:prstGeom prst="rect">
              <a:avLst/>
            </a:prstGeom>
            <a:solidFill>
              <a:schemeClr val="accent3"/>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46800" rIns="46800" rtlCol="0" anchor="ctr"/>
            <a:lstStyle/>
            <a:p>
              <a:pPr algn="ctr"/>
              <a:r>
                <a:rPr lang="en-US" altLang="zh-CN" b="1" dirty="0"/>
                <a:t>DATA3</a:t>
              </a:r>
              <a:endParaRPr lang="zh-CN" altLang="en-US" b="1" dirty="0"/>
            </a:p>
          </p:txBody>
        </p:sp>
        <p:sp>
          <p:nvSpPr>
            <p:cNvPr id="50" name="矩形 49">
              <a:extLst>
                <a:ext uri="{FF2B5EF4-FFF2-40B4-BE49-F238E27FC236}">
                  <a16:creationId xmlns:a16="http://schemas.microsoft.com/office/drawing/2014/main" id="{1B0B9A62-836E-41F2-9F67-05376D30A6B8}"/>
                </a:ext>
              </a:extLst>
            </p:cNvPr>
            <p:cNvSpPr/>
            <p:nvPr/>
          </p:nvSpPr>
          <p:spPr>
            <a:xfrm>
              <a:off x="1251044" y="4590628"/>
              <a:ext cx="708432" cy="270283"/>
            </a:xfrm>
            <a:prstGeom prst="rect">
              <a:avLst/>
            </a:prstGeom>
            <a:solidFill>
              <a:schemeClr val="accent3"/>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46800" rIns="46800" rtlCol="0" anchor="ctr"/>
            <a:lstStyle/>
            <a:p>
              <a:pPr algn="ctr"/>
              <a:r>
                <a:rPr lang="en-US" altLang="zh-CN" b="1" dirty="0"/>
                <a:t>DATA2</a:t>
              </a:r>
              <a:endParaRPr lang="zh-CN" altLang="en-US" b="1" dirty="0"/>
            </a:p>
          </p:txBody>
        </p:sp>
        <p:sp>
          <p:nvSpPr>
            <p:cNvPr id="51" name="矩形 50">
              <a:extLst>
                <a:ext uri="{FF2B5EF4-FFF2-40B4-BE49-F238E27FC236}">
                  <a16:creationId xmlns:a16="http://schemas.microsoft.com/office/drawing/2014/main" id="{3934A53B-F179-4AE5-8C40-09CC755FD35B}"/>
                </a:ext>
              </a:extLst>
            </p:cNvPr>
            <p:cNvSpPr/>
            <p:nvPr/>
          </p:nvSpPr>
          <p:spPr>
            <a:xfrm>
              <a:off x="1251044" y="4320345"/>
              <a:ext cx="708432" cy="270283"/>
            </a:xfrm>
            <a:prstGeom prst="rect">
              <a:avLst/>
            </a:prstGeom>
            <a:solidFill>
              <a:schemeClr val="accent3"/>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46800" rIns="46800" rtlCol="0" anchor="ctr"/>
            <a:lstStyle/>
            <a:p>
              <a:pPr algn="ctr"/>
              <a:r>
                <a:rPr lang="en-US" altLang="zh-CN" b="1" dirty="0"/>
                <a:t>DATA1</a:t>
              </a:r>
              <a:endParaRPr lang="zh-CN" altLang="en-US" b="1" dirty="0"/>
            </a:p>
          </p:txBody>
        </p:sp>
        <p:sp>
          <p:nvSpPr>
            <p:cNvPr id="52" name="矩形 51">
              <a:extLst>
                <a:ext uri="{FF2B5EF4-FFF2-40B4-BE49-F238E27FC236}">
                  <a16:creationId xmlns:a16="http://schemas.microsoft.com/office/drawing/2014/main" id="{7B02FABA-E117-418F-9E20-7E4C1DB84616}"/>
                </a:ext>
              </a:extLst>
            </p:cNvPr>
            <p:cNvSpPr/>
            <p:nvPr/>
          </p:nvSpPr>
          <p:spPr>
            <a:xfrm>
              <a:off x="1251044" y="4058101"/>
              <a:ext cx="708432" cy="270283"/>
            </a:xfrm>
            <a:prstGeom prst="rect">
              <a:avLst/>
            </a:prstGeom>
            <a:solidFill>
              <a:schemeClr val="accent3"/>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46800" rIns="46800" rtlCol="0" anchor="ctr"/>
            <a:lstStyle/>
            <a:p>
              <a:pPr algn="ctr"/>
              <a:r>
                <a:rPr lang="en-US" altLang="zh-CN" b="1" dirty="0"/>
                <a:t>DATA0</a:t>
              </a:r>
              <a:endParaRPr lang="zh-CN" altLang="en-US" b="1" dirty="0"/>
            </a:p>
          </p:txBody>
        </p:sp>
        <p:sp>
          <p:nvSpPr>
            <p:cNvPr id="59" name="矩形 58">
              <a:extLst>
                <a:ext uri="{FF2B5EF4-FFF2-40B4-BE49-F238E27FC236}">
                  <a16:creationId xmlns:a16="http://schemas.microsoft.com/office/drawing/2014/main" id="{21DD3FEA-191D-4538-9A4F-9950057B33B0}"/>
                </a:ext>
              </a:extLst>
            </p:cNvPr>
            <p:cNvSpPr/>
            <p:nvPr/>
          </p:nvSpPr>
          <p:spPr>
            <a:xfrm>
              <a:off x="1251044" y="5113794"/>
              <a:ext cx="708432" cy="270283"/>
            </a:xfrm>
            <a:prstGeom prst="rect">
              <a:avLst/>
            </a:prstGeom>
            <a:solidFill>
              <a:schemeClr val="accent3"/>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46800" rIns="46800" rtlCol="0" anchor="ctr"/>
            <a:lstStyle/>
            <a:p>
              <a:pPr algn="ctr"/>
              <a:r>
                <a:rPr lang="en-US" altLang="zh-CN" b="1" dirty="0"/>
                <a:t>DATA4</a:t>
              </a:r>
              <a:endParaRPr lang="zh-CN" altLang="en-US" b="1" dirty="0"/>
            </a:p>
          </p:txBody>
        </p:sp>
      </p:grpSp>
      <p:sp>
        <p:nvSpPr>
          <p:cNvPr id="33" name="矩形 32">
            <a:extLst>
              <a:ext uri="{FF2B5EF4-FFF2-40B4-BE49-F238E27FC236}">
                <a16:creationId xmlns:a16="http://schemas.microsoft.com/office/drawing/2014/main" id="{F9E2BF62-785A-4FB3-A350-5542F9488ABA}"/>
              </a:ext>
            </a:extLst>
          </p:cNvPr>
          <p:cNvSpPr/>
          <p:nvPr/>
        </p:nvSpPr>
        <p:spPr>
          <a:xfrm>
            <a:off x="2302928" y="1838438"/>
            <a:ext cx="3780000" cy="369332"/>
          </a:xfrm>
          <a:prstGeom prst="rect">
            <a:avLst/>
          </a:prstGeom>
          <a:solidFill>
            <a:schemeClr val="accent4">
              <a:alpha val="74000"/>
            </a:schemeClr>
          </a:solidFill>
          <a:ln>
            <a:solidFill>
              <a:schemeClr val="accent4"/>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grpSp>
        <p:nvGrpSpPr>
          <p:cNvPr id="36" name="组合 35">
            <a:extLst>
              <a:ext uri="{FF2B5EF4-FFF2-40B4-BE49-F238E27FC236}">
                <a16:creationId xmlns:a16="http://schemas.microsoft.com/office/drawing/2014/main" id="{BD701017-20B0-4EF7-AD9B-112AC0F2676C}"/>
              </a:ext>
            </a:extLst>
          </p:cNvPr>
          <p:cNvGrpSpPr/>
          <p:nvPr/>
        </p:nvGrpSpPr>
        <p:grpSpPr>
          <a:xfrm>
            <a:off x="463979" y="2291426"/>
            <a:ext cx="708432" cy="1325976"/>
            <a:chOff x="1251044" y="4058101"/>
            <a:chExt cx="708432" cy="1325976"/>
          </a:xfrm>
          <a:solidFill>
            <a:schemeClr val="accent4"/>
          </a:solidFill>
        </p:grpSpPr>
        <p:sp>
          <p:nvSpPr>
            <p:cNvPr id="37" name="矩形 36">
              <a:extLst>
                <a:ext uri="{FF2B5EF4-FFF2-40B4-BE49-F238E27FC236}">
                  <a16:creationId xmlns:a16="http://schemas.microsoft.com/office/drawing/2014/main" id="{F6DECC4A-7B1B-4EA2-B3C5-B561AC39F300}"/>
                </a:ext>
              </a:extLst>
            </p:cNvPr>
            <p:cNvSpPr/>
            <p:nvPr/>
          </p:nvSpPr>
          <p:spPr>
            <a:xfrm>
              <a:off x="1251044" y="4862501"/>
              <a:ext cx="708432" cy="270283"/>
            </a:xfrm>
            <a:prstGeom prst="rect">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46800" rIns="46800" rtlCol="0" anchor="ctr"/>
            <a:lstStyle/>
            <a:p>
              <a:pPr algn="ctr"/>
              <a:r>
                <a:rPr lang="en-US" altLang="zh-CN" b="1" dirty="0"/>
                <a:t>ACK1</a:t>
              </a:r>
              <a:endParaRPr lang="zh-CN" altLang="en-US" b="1" dirty="0"/>
            </a:p>
          </p:txBody>
        </p:sp>
        <p:sp>
          <p:nvSpPr>
            <p:cNvPr id="38" name="矩形 37">
              <a:extLst>
                <a:ext uri="{FF2B5EF4-FFF2-40B4-BE49-F238E27FC236}">
                  <a16:creationId xmlns:a16="http://schemas.microsoft.com/office/drawing/2014/main" id="{BFDFCA26-0FF7-4F87-976A-8F8FF67FCDDA}"/>
                </a:ext>
              </a:extLst>
            </p:cNvPr>
            <p:cNvSpPr/>
            <p:nvPr/>
          </p:nvSpPr>
          <p:spPr>
            <a:xfrm>
              <a:off x="1251044" y="4590628"/>
              <a:ext cx="708432" cy="270283"/>
            </a:xfrm>
            <a:prstGeom prst="rect">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46800" rIns="46800" rtlCol="0" anchor="ctr"/>
            <a:lstStyle/>
            <a:p>
              <a:pPr algn="ctr"/>
              <a:r>
                <a:rPr lang="en-US" altLang="zh-CN" b="1" dirty="0"/>
                <a:t>ACK2</a:t>
              </a:r>
              <a:endParaRPr lang="zh-CN" altLang="en-US" b="1" dirty="0"/>
            </a:p>
          </p:txBody>
        </p:sp>
        <p:sp>
          <p:nvSpPr>
            <p:cNvPr id="39" name="矩形 38">
              <a:extLst>
                <a:ext uri="{FF2B5EF4-FFF2-40B4-BE49-F238E27FC236}">
                  <a16:creationId xmlns:a16="http://schemas.microsoft.com/office/drawing/2014/main" id="{EC14CCA3-893C-4D7C-A3EA-E1DF4D57B9E0}"/>
                </a:ext>
              </a:extLst>
            </p:cNvPr>
            <p:cNvSpPr/>
            <p:nvPr/>
          </p:nvSpPr>
          <p:spPr>
            <a:xfrm>
              <a:off x="1251044" y="4320345"/>
              <a:ext cx="708432" cy="270283"/>
            </a:xfrm>
            <a:prstGeom prst="rect">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46800" rIns="46800" rtlCol="0" anchor="ctr"/>
            <a:lstStyle/>
            <a:p>
              <a:pPr algn="ctr"/>
              <a:r>
                <a:rPr lang="en-US" altLang="zh-CN" b="1" dirty="0"/>
                <a:t>ACK3</a:t>
              </a:r>
              <a:endParaRPr lang="zh-CN" altLang="en-US" b="1" dirty="0"/>
            </a:p>
          </p:txBody>
        </p:sp>
        <p:sp>
          <p:nvSpPr>
            <p:cNvPr id="40" name="矩形 39">
              <a:extLst>
                <a:ext uri="{FF2B5EF4-FFF2-40B4-BE49-F238E27FC236}">
                  <a16:creationId xmlns:a16="http://schemas.microsoft.com/office/drawing/2014/main" id="{1C950279-78A7-4774-B48F-2DE590189C7D}"/>
                </a:ext>
              </a:extLst>
            </p:cNvPr>
            <p:cNvSpPr/>
            <p:nvPr/>
          </p:nvSpPr>
          <p:spPr>
            <a:xfrm>
              <a:off x="1251044" y="4058101"/>
              <a:ext cx="708432" cy="270283"/>
            </a:xfrm>
            <a:prstGeom prst="rect">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46800" rIns="46800" rtlCol="0" anchor="ctr"/>
            <a:lstStyle/>
            <a:p>
              <a:pPr algn="ctr"/>
              <a:r>
                <a:rPr lang="en-US" altLang="zh-CN" b="1" dirty="0"/>
                <a:t>ACK4</a:t>
              </a:r>
              <a:endParaRPr lang="zh-CN" altLang="en-US" b="1" dirty="0"/>
            </a:p>
          </p:txBody>
        </p:sp>
        <p:sp>
          <p:nvSpPr>
            <p:cNvPr id="41" name="矩形 40">
              <a:extLst>
                <a:ext uri="{FF2B5EF4-FFF2-40B4-BE49-F238E27FC236}">
                  <a16:creationId xmlns:a16="http://schemas.microsoft.com/office/drawing/2014/main" id="{CD0452D6-46A9-4AA2-B911-BD287D9E962F}"/>
                </a:ext>
              </a:extLst>
            </p:cNvPr>
            <p:cNvSpPr/>
            <p:nvPr/>
          </p:nvSpPr>
          <p:spPr>
            <a:xfrm>
              <a:off x="1251044" y="5113794"/>
              <a:ext cx="708432" cy="270283"/>
            </a:xfrm>
            <a:prstGeom prst="rect">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46800" rIns="46800" rtlCol="0" anchor="ctr"/>
            <a:lstStyle/>
            <a:p>
              <a:pPr algn="ctr"/>
              <a:r>
                <a:rPr lang="en-US" altLang="zh-CN" b="1" dirty="0"/>
                <a:t>ACK0</a:t>
              </a:r>
              <a:endParaRPr lang="zh-CN" altLang="en-US" b="1" dirty="0"/>
            </a:p>
          </p:txBody>
        </p:sp>
      </p:grpSp>
      <p:sp>
        <p:nvSpPr>
          <p:cNvPr id="42" name="平行四边形 41">
            <a:extLst>
              <a:ext uri="{FF2B5EF4-FFF2-40B4-BE49-F238E27FC236}">
                <a16:creationId xmlns:a16="http://schemas.microsoft.com/office/drawing/2014/main" id="{2930A86A-370D-C81A-D9FB-88C869EF2626}"/>
              </a:ext>
            </a:extLst>
          </p:cNvPr>
          <p:cNvSpPr/>
          <p:nvPr/>
        </p:nvSpPr>
        <p:spPr>
          <a:xfrm>
            <a:off x="304799" y="749300"/>
            <a:ext cx="695119" cy="387090"/>
          </a:xfrm>
          <a:prstGeom prst="parallelogram">
            <a:avLst/>
          </a:prstGeom>
          <a:solidFill>
            <a:schemeClr val="accent3">
              <a:lumMod val="75000"/>
            </a:schemeClr>
          </a:solidFill>
          <a:ln>
            <a:solidFill>
              <a:schemeClr val="accent3">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CN" sz="2200" dirty="0">
                <a:latin typeface="Impact" panose="020B0806030902050204" pitchFamily="34" charset="0"/>
              </a:rPr>
              <a:t>04</a:t>
            </a:r>
            <a:endParaRPr lang="zh-CN" altLang="en-US" sz="2200" dirty="0">
              <a:latin typeface="Impact" panose="020B0806030902050204" pitchFamily="34" charset="0"/>
            </a:endParaRPr>
          </a:p>
        </p:txBody>
      </p:sp>
    </p:spTree>
    <p:custDataLst>
      <p:tags r:id="rId1"/>
    </p:custDataLst>
    <p:extLst>
      <p:ext uri="{BB962C8B-B14F-4D97-AF65-F5344CB8AC3E}">
        <p14:creationId xmlns:p14="http://schemas.microsoft.com/office/powerpoint/2010/main" val="3504672624"/>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2" presetClass="exit" presetSubtype="1" fill="hold" nodeType="withEffect">
                                  <p:stCondLst>
                                    <p:cond delay="0"/>
                                  </p:stCondLst>
                                  <p:childTnLst>
                                    <p:anim calcmode="lin" valueType="num">
                                      <p:cBhvr additive="base">
                                        <p:cTn id="6" dur="2000"/>
                                        <p:tgtEl>
                                          <p:spTgt spid="18"/>
                                        </p:tgtEl>
                                        <p:attrNameLst>
                                          <p:attrName>ppt_y</p:attrName>
                                        </p:attrNameLst>
                                      </p:cBhvr>
                                      <p:tavLst>
                                        <p:tav tm="0">
                                          <p:val>
                                            <p:strVal val="#ppt_y"/>
                                          </p:val>
                                        </p:tav>
                                        <p:tav tm="100000">
                                          <p:val>
                                            <p:strVal val="#ppt_y-#ppt_h*1.125000"/>
                                          </p:val>
                                        </p:tav>
                                      </p:tavLst>
                                    </p:anim>
                                    <p:animEffect transition="out" filter="wipe(up)">
                                      <p:cBhvr>
                                        <p:cTn id="7" dur="2000"/>
                                        <p:tgtEl>
                                          <p:spTgt spid="18"/>
                                        </p:tgtEl>
                                      </p:cBhvr>
                                    </p:animEffect>
                                    <p:set>
                                      <p:cBhvr>
                                        <p:cTn id="8" dur="1" fill="hold">
                                          <p:stCondLst>
                                            <p:cond delay="1999"/>
                                          </p:stCondLst>
                                        </p:cTn>
                                        <p:tgtEl>
                                          <p:spTgt spid="18"/>
                                        </p:tgtEl>
                                        <p:attrNameLst>
                                          <p:attrName>style.visibility</p:attrName>
                                        </p:attrNameLst>
                                      </p:cBhvr>
                                      <p:to>
                                        <p:strVal val="hidden"/>
                                      </p:to>
                                    </p:set>
                                  </p:childTnLst>
                                </p:cTn>
                              </p:par>
                              <p:par>
                                <p:cTn id="9" presetID="12" presetClass="entr" presetSubtype="1" fill="hold" nodeType="withEffect">
                                  <p:stCondLst>
                                    <p:cond delay="0"/>
                                  </p:stCondLst>
                                  <p:childTnLst>
                                    <p:set>
                                      <p:cBhvr>
                                        <p:cTn id="10" dur="1" fill="hold">
                                          <p:stCondLst>
                                            <p:cond delay="0"/>
                                          </p:stCondLst>
                                        </p:cTn>
                                        <p:tgtEl>
                                          <p:spTgt spid="36"/>
                                        </p:tgtEl>
                                        <p:attrNameLst>
                                          <p:attrName>style.visibility</p:attrName>
                                        </p:attrNameLst>
                                      </p:cBhvr>
                                      <p:to>
                                        <p:strVal val="visible"/>
                                      </p:to>
                                    </p:set>
                                    <p:anim calcmode="lin" valueType="num">
                                      <p:cBhvr additive="base">
                                        <p:cTn id="11" dur="2000"/>
                                        <p:tgtEl>
                                          <p:spTgt spid="36"/>
                                        </p:tgtEl>
                                        <p:attrNameLst>
                                          <p:attrName>ppt_y</p:attrName>
                                        </p:attrNameLst>
                                      </p:cBhvr>
                                      <p:tavLst>
                                        <p:tav tm="0">
                                          <p:val>
                                            <p:strVal val="#ppt_y-#ppt_h*1.125000"/>
                                          </p:val>
                                        </p:tav>
                                        <p:tav tm="100000">
                                          <p:val>
                                            <p:strVal val="#ppt_y"/>
                                          </p:val>
                                        </p:tav>
                                      </p:tavLst>
                                    </p:anim>
                                    <p:animEffect transition="in" filter="wipe(down)">
                                      <p:cBhvr>
                                        <p:cTn id="12" dur="2000"/>
                                        <p:tgtEl>
                                          <p:spTgt spid="36"/>
                                        </p:tgtEl>
                                      </p:cBhvr>
                                    </p:animEffect>
                                  </p:childTnLst>
                                </p:cTn>
                              </p:par>
                              <p:par>
                                <p:cTn id="13" presetID="22" presetClass="entr" presetSubtype="8" fill="hold" grpId="0" nodeType="withEffect">
                                  <p:stCondLst>
                                    <p:cond delay="0"/>
                                  </p:stCondLst>
                                  <p:childTnLst>
                                    <p:set>
                                      <p:cBhvr>
                                        <p:cTn id="14" dur="1" fill="hold">
                                          <p:stCondLst>
                                            <p:cond delay="0"/>
                                          </p:stCondLst>
                                        </p:cTn>
                                        <p:tgtEl>
                                          <p:spTgt spid="33"/>
                                        </p:tgtEl>
                                        <p:attrNameLst>
                                          <p:attrName>style.visibility</p:attrName>
                                        </p:attrNameLst>
                                      </p:cBhvr>
                                      <p:to>
                                        <p:strVal val="visible"/>
                                      </p:to>
                                    </p:set>
                                    <p:animEffect transition="in" filter="wipe(left)">
                                      <p:cBhvr>
                                        <p:cTn id="15" dur="2000"/>
                                        <p:tgtEl>
                                          <p:spTgt spid="33"/>
                                        </p:tgtEl>
                                      </p:cBhvr>
                                    </p:animEffect>
                                  </p:childTnLst>
                                </p:cTn>
                              </p:par>
                              <p:par>
                                <p:cTn id="16" presetID="10" presetClass="exit" presetSubtype="0" accel="50000" decel="50000" fill="hold" nodeType="withEffect">
                                  <p:stCondLst>
                                    <p:cond delay="0"/>
                                  </p:stCondLst>
                                  <p:childTnLst>
                                    <p:animEffect transition="out" filter="fade">
                                      <p:cBhvr>
                                        <p:cTn id="17" dur="2000"/>
                                        <p:tgtEl>
                                          <p:spTgt spid="6"/>
                                        </p:tgtEl>
                                      </p:cBhvr>
                                    </p:animEffect>
                                    <p:set>
                                      <p:cBhvr>
                                        <p:cTn id="18" dur="1" fill="hold">
                                          <p:stCondLst>
                                            <p:cond delay="1999"/>
                                          </p:stCondLst>
                                        </p:cTn>
                                        <p:tgtEl>
                                          <p:spTgt spid="6"/>
                                        </p:tgtEl>
                                        <p:attrNameLst>
                                          <p:attrName>style.visibility</p:attrName>
                                        </p:attrNameLst>
                                      </p:cBhvr>
                                      <p:to>
                                        <p:strVal val="hidden"/>
                                      </p:to>
                                    </p:set>
                                  </p:childTnLst>
                                </p:cTn>
                              </p:par>
                              <p:par>
                                <p:cTn id="19" presetID="10" presetClass="entr" presetSubtype="0" accel="50000" decel="50000" fill="hold" nodeType="withEffect">
                                  <p:stCondLst>
                                    <p:cond delay="0"/>
                                  </p:stCondLst>
                                  <p:childTnLst>
                                    <p:set>
                                      <p:cBhvr>
                                        <p:cTn id="20" dur="1" fill="hold">
                                          <p:stCondLst>
                                            <p:cond delay="0"/>
                                          </p:stCondLst>
                                        </p:cTn>
                                        <p:tgtEl>
                                          <p:spTgt spid="30"/>
                                        </p:tgtEl>
                                        <p:attrNameLst>
                                          <p:attrName>style.visibility</p:attrName>
                                        </p:attrNameLst>
                                      </p:cBhvr>
                                      <p:to>
                                        <p:strVal val="visible"/>
                                      </p:to>
                                    </p:set>
                                    <p:animEffect transition="in" filter="fade">
                                      <p:cBhvr>
                                        <p:cTn id="21" dur="2000"/>
                                        <p:tgtEl>
                                          <p:spTgt spid="30"/>
                                        </p:tgtEl>
                                      </p:cBhvr>
                                    </p:animEffect>
                                  </p:childTnLst>
                                </p:cTn>
                              </p:par>
                              <p:par>
                                <p:cTn id="22" presetID="63" presetClass="path" presetSubtype="0" accel="50000" decel="50000" fill="hold" nodeType="withEffect">
                                  <p:stCondLst>
                                    <p:cond delay="0"/>
                                  </p:stCondLst>
                                  <p:childTnLst>
                                    <p:animMotion origin="layout" path="M 0 0 L 0.309802 0 E" pathEditMode="relative" ptsTypes="">
                                      <p:cBhvr>
                                        <p:cTn id="23" dur="2000" fill="hold"/>
                                        <p:tgtEl>
                                          <p:spTgt spid="6"/>
                                        </p:tgtEl>
                                        <p:attrNameLst>
                                          <p:attrName>ppt_x</p:attrName>
                                          <p:attrName>ppt_y</p:attrName>
                                        </p:attrNameLst>
                                      </p:cBhvr>
                                    </p:animMotion>
                                  </p:childTnLst>
                                </p:cTn>
                              </p:par>
                              <p:par>
                                <p:cTn id="24" presetID="63" presetClass="path" presetSubtype="0" accel="50000" decel="50000" fill="hold" nodeType="withEffect">
                                  <p:stCondLst>
                                    <p:cond delay="0"/>
                                  </p:stCondLst>
                                  <p:childTnLst>
                                    <p:animMotion origin="layout" path="M -0.309802 0 L 0 0 E" pathEditMode="relative" ptsTypes="">
                                      <p:cBhvr>
                                        <p:cTn id="25" dur="2000" fill="hold"/>
                                        <p:tgtEl>
                                          <p:spTgt spid="30"/>
                                        </p:tgtEl>
                                        <p:attrNameLst>
                                          <p:attrName>ppt_x</p:attrName>
                                          <p:attrName>ppt_y</p:attrName>
                                        </p:attrNameLst>
                                      </p:cBhvr>
                                    </p:animMotion>
                                  </p:childTnLst>
                                </p:cTn>
                              </p:par>
                              <p:par>
                                <p:cTn id="26" presetID="6" presetClass="emph" presetSubtype="0" accel="50000" decel="50000" fill="hold" nodeType="withEffect">
                                  <p:stCondLst>
                                    <p:cond delay="0"/>
                                  </p:stCondLst>
                                  <p:childTnLst>
                                    <p:animScale>
                                      <p:cBhvr>
                                        <p:cTn id="27" dur="2000" fill="hold"/>
                                        <p:tgtEl>
                                          <p:spTgt spid="6"/>
                                        </p:tgtEl>
                                      </p:cBhvr>
                                      <p:by x="150000" y="150000"/>
                                      <p:from x="100000" y="100000"/>
                                      <p:to x="100000" y="100000"/>
                                    </p:animScale>
                                  </p:childTnLst>
                                </p:cTn>
                              </p:par>
                              <p:par>
                                <p:cTn id="28" presetID="6" presetClass="emph" presetSubtype="0" accel="50000" decel="50000" fill="hold" nodeType="withEffect">
                                  <p:stCondLst>
                                    <p:cond delay="0"/>
                                  </p:stCondLst>
                                  <p:childTnLst>
                                    <p:animScale>
                                      <p:cBhvr>
                                        <p:cTn id="29" dur="2000" fill="hold"/>
                                        <p:tgtEl>
                                          <p:spTgt spid="30"/>
                                        </p:tgtEl>
                                      </p:cBhvr>
                                      <p:by x="150000" y="150000"/>
                                      <p:from x="100000" y="100000"/>
                                      <p:to x="100000" y="100000"/>
                                    </p:animScale>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3" grpId="0" animBg="1"/>
    </p:bldLst>
  </p:timing>
</p:sld>
</file>

<file path=ppt/slides/slide14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30" name="组合 29">
            <a:extLst>
              <a:ext uri="{FF2B5EF4-FFF2-40B4-BE49-F238E27FC236}">
                <a16:creationId xmlns:a16="http://schemas.microsoft.com/office/drawing/2014/main" id="{DCCB81C0-5B6C-4672-9152-47CCA71BBF06}"/>
              </a:ext>
            </a:extLst>
          </p:cNvPr>
          <p:cNvGrpSpPr/>
          <p:nvPr/>
        </p:nvGrpSpPr>
        <p:grpSpPr>
          <a:xfrm>
            <a:off x="5923520" y="1363110"/>
            <a:ext cx="1067217" cy="917885"/>
            <a:chOff x="2146413" y="1363110"/>
            <a:chExt cx="1067217" cy="917885"/>
          </a:xfrm>
        </p:grpSpPr>
        <p:sp>
          <p:nvSpPr>
            <p:cNvPr id="31" name="矩形 30">
              <a:extLst>
                <a:ext uri="{FF2B5EF4-FFF2-40B4-BE49-F238E27FC236}">
                  <a16:creationId xmlns:a16="http://schemas.microsoft.com/office/drawing/2014/main" id="{A3335B34-39B9-443E-AEF3-1B9E0D1B34D1}"/>
                </a:ext>
              </a:extLst>
            </p:cNvPr>
            <p:cNvSpPr/>
            <p:nvPr/>
          </p:nvSpPr>
          <p:spPr>
            <a:xfrm>
              <a:off x="2300222" y="1739531"/>
              <a:ext cx="759600" cy="541464"/>
            </a:xfrm>
            <a:prstGeom prst="rect">
              <a:avLst/>
            </a:prstGeom>
            <a:solidFill>
              <a:schemeClr val="accent4"/>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mc:AlternateContent xmlns:mc="http://schemas.openxmlformats.org/markup-compatibility/2006" xmlns:a14="http://schemas.microsoft.com/office/drawing/2010/main">
          <mc:Choice Requires="a14">
            <p:sp>
              <p:nvSpPr>
                <p:cNvPr id="32" name="文本框 31">
                  <a:extLst>
                    <a:ext uri="{FF2B5EF4-FFF2-40B4-BE49-F238E27FC236}">
                      <a16:creationId xmlns:a16="http://schemas.microsoft.com/office/drawing/2014/main" id="{B8FEBB5C-3A7D-4AE0-9652-4B7F7DA5F96B}"/>
                    </a:ext>
                  </a:extLst>
                </p:cNvPr>
                <p:cNvSpPr txBox="1"/>
                <p:nvPr/>
              </p:nvSpPr>
              <p:spPr>
                <a:xfrm>
                  <a:off x="2146413" y="1363110"/>
                  <a:ext cx="1067217" cy="369332"/>
                </a:xfrm>
                <a:prstGeom prst="rect">
                  <a:avLst/>
                </a:prstGeom>
                <a:noFill/>
              </p:spPr>
              <p:txBody>
                <a:bodyPr wrap="square">
                  <a:spAutoFit/>
                </a:bodyPr>
                <a:lstStyle/>
                <a:p>
                  <a:pPr/>
                  <a14:m>
                    <m:oMathPara xmlns:m="http://schemas.openxmlformats.org/officeDocument/2006/math">
                      <m:oMathParaPr>
                        <m:jc m:val="centerGroup"/>
                      </m:oMathParaPr>
                      <m:oMath xmlns:m="http://schemas.openxmlformats.org/officeDocument/2006/math">
                        <m:sSub>
                          <m:sSubPr>
                            <m:ctrlPr>
                              <a:rPr lang="en-US" altLang="zh-CN" b="1" i="1" smtClean="0">
                                <a:solidFill>
                                  <a:schemeClr val="accent4"/>
                                </a:solidFill>
                                <a:latin typeface="Cambria Math" panose="02040503050406030204" pitchFamily="18" charset="0"/>
                              </a:rPr>
                            </m:ctrlPr>
                          </m:sSubPr>
                          <m:e>
                            <m:r>
                              <a:rPr lang="en-US" altLang="zh-CN" b="1" i="1" smtClean="0">
                                <a:solidFill>
                                  <a:schemeClr val="accent4"/>
                                </a:solidFill>
                                <a:latin typeface="Cambria Math" panose="02040503050406030204" pitchFamily="18" charset="0"/>
                              </a:rPr>
                              <m:t>𝑾</m:t>
                            </m:r>
                          </m:e>
                          <m:sub>
                            <m:r>
                              <a:rPr lang="en-US" altLang="zh-CN" b="1" i="1" smtClean="0">
                                <a:solidFill>
                                  <a:schemeClr val="accent4"/>
                                </a:solidFill>
                                <a:latin typeface="Cambria Math" panose="02040503050406030204" pitchFamily="18" charset="0"/>
                              </a:rPr>
                              <m:t>𝑹</m:t>
                            </m:r>
                          </m:sub>
                        </m:sSub>
                        <m:r>
                          <a:rPr lang="en-US" altLang="zh-CN" b="1" i="1" smtClean="0">
                            <a:solidFill>
                              <a:schemeClr val="accent4"/>
                            </a:solidFill>
                            <a:latin typeface="Cambria Math" panose="02040503050406030204" pitchFamily="18" charset="0"/>
                          </a:rPr>
                          <m:t>=</m:t>
                        </m:r>
                        <m:r>
                          <a:rPr lang="en-US" altLang="zh-CN" b="1" i="1" smtClean="0">
                            <a:solidFill>
                              <a:schemeClr val="accent4"/>
                            </a:solidFill>
                            <a:latin typeface="Cambria Math" panose="02040503050406030204" pitchFamily="18" charset="0"/>
                          </a:rPr>
                          <m:t>𝟏</m:t>
                        </m:r>
                      </m:oMath>
                    </m:oMathPara>
                  </a14:m>
                  <a:endParaRPr lang="zh-CN" altLang="en-US" dirty="0">
                    <a:solidFill>
                      <a:schemeClr val="accent3"/>
                    </a:solidFill>
                  </a:endParaRPr>
                </a:p>
              </p:txBody>
            </p:sp>
          </mc:Choice>
          <mc:Fallback xmlns="">
            <p:sp>
              <p:nvSpPr>
                <p:cNvPr id="35" name="文本框 34">
                  <a:extLst>
                    <a:ext uri="{FF2B5EF4-FFF2-40B4-BE49-F238E27FC236}">
                      <a16:creationId xmlns:a16="http://schemas.microsoft.com/office/drawing/2014/main" id="{EE98B7EB-F32B-4A4F-9072-DF021D7DCAD9}"/>
                    </a:ext>
                  </a:extLst>
                </p:cNvPr>
                <p:cNvSpPr txBox="1">
                  <a:spLocks noRot="1" noChangeAspect="1" noMove="1" noResize="1" noEditPoints="1" noAdjustHandles="1" noChangeArrowheads="1" noChangeShapeType="1" noTextEdit="1"/>
                </p:cNvSpPr>
                <p:nvPr/>
              </p:nvSpPr>
              <p:spPr>
                <a:xfrm>
                  <a:off x="2146413" y="1363110"/>
                  <a:ext cx="1067217" cy="369332"/>
                </a:xfrm>
                <a:prstGeom prst="rect">
                  <a:avLst/>
                </a:prstGeom>
                <a:blipFill>
                  <a:blip r:embed="rId3"/>
                  <a:stretch>
                    <a:fillRect b="-3333"/>
                  </a:stretch>
                </a:blipFill>
              </p:spPr>
              <p:txBody>
                <a:bodyPr/>
                <a:lstStyle/>
                <a:p>
                  <a:r>
                    <a:rPr lang="zh-CN" altLang="en-US">
                      <a:noFill/>
                    </a:rPr>
                    <a:t> </a:t>
                  </a:r>
                </a:p>
              </p:txBody>
            </p:sp>
          </mc:Fallback>
        </mc:AlternateContent>
      </p:grpSp>
      <p:grpSp>
        <p:nvGrpSpPr>
          <p:cNvPr id="7" name="组合 6">
            <a:extLst>
              <a:ext uri="{FF2B5EF4-FFF2-40B4-BE49-F238E27FC236}">
                <a16:creationId xmlns:a16="http://schemas.microsoft.com/office/drawing/2014/main" id="{00A9CCE1-949C-4E54-97A1-6025FF974983}"/>
              </a:ext>
            </a:extLst>
          </p:cNvPr>
          <p:cNvGrpSpPr/>
          <p:nvPr/>
        </p:nvGrpSpPr>
        <p:grpSpPr>
          <a:xfrm>
            <a:off x="2302929" y="5098286"/>
            <a:ext cx="3780000" cy="910796"/>
            <a:chOff x="2302929" y="5098286"/>
            <a:chExt cx="3780000" cy="910796"/>
          </a:xfrm>
        </p:grpSpPr>
        <p:sp>
          <p:nvSpPr>
            <p:cNvPr id="5" name="矩形 4">
              <a:extLst>
                <a:ext uri="{FF2B5EF4-FFF2-40B4-BE49-F238E27FC236}">
                  <a16:creationId xmlns:a16="http://schemas.microsoft.com/office/drawing/2014/main" id="{ABCDD6AB-497D-42FD-B822-48DB3891082B}"/>
                </a:ext>
              </a:extLst>
            </p:cNvPr>
            <p:cNvSpPr/>
            <p:nvPr/>
          </p:nvSpPr>
          <p:spPr>
            <a:xfrm>
              <a:off x="2302929" y="5467618"/>
              <a:ext cx="3780000" cy="541464"/>
            </a:xfrm>
            <a:prstGeom prst="rect">
              <a:avLst/>
            </a:prstGeom>
            <a:solidFill>
              <a:schemeClr val="accent3"/>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mc:AlternateContent xmlns:mc="http://schemas.openxmlformats.org/markup-compatibility/2006" xmlns:a14="http://schemas.microsoft.com/office/drawing/2010/main">
          <mc:Choice Requires="a14">
            <p:sp>
              <p:nvSpPr>
                <p:cNvPr id="23" name="文本框 22">
                  <a:extLst>
                    <a:ext uri="{FF2B5EF4-FFF2-40B4-BE49-F238E27FC236}">
                      <a16:creationId xmlns:a16="http://schemas.microsoft.com/office/drawing/2014/main" id="{ABC03EEA-26BD-4845-8ACC-3FB7B6DA9132}"/>
                    </a:ext>
                  </a:extLst>
                </p:cNvPr>
                <p:cNvSpPr txBox="1"/>
                <p:nvPr/>
              </p:nvSpPr>
              <p:spPr>
                <a:xfrm>
                  <a:off x="3659320" y="5098286"/>
                  <a:ext cx="1067217" cy="369332"/>
                </a:xfrm>
                <a:prstGeom prst="rect">
                  <a:avLst/>
                </a:prstGeom>
                <a:noFill/>
              </p:spPr>
              <p:txBody>
                <a:bodyPr wrap="square">
                  <a:spAutoFit/>
                </a:bodyPr>
                <a:lstStyle/>
                <a:p>
                  <a:pPr/>
                  <a14:m>
                    <m:oMathPara xmlns:m="http://schemas.openxmlformats.org/officeDocument/2006/math">
                      <m:oMathParaPr>
                        <m:jc m:val="centerGroup"/>
                      </m:oMathParaPr>
                      <m:oMath xmlns:m="http://schemas.openxmlformats.org/officeDocument/2006/math">
                        <m:sSub>
                          <m:sSubPr>
                            <m:ctrlPr>
                              <a:rPr lang="en-US" altLang="zh-CN" b="1" i="1" smtClean="0">
                                <a:solidFill>
                                  <a:schemeClr val="accent3"/>
                                </a:solidFill>
                                <a:latin typeface="Cambria Math" panose="02040503050406030204" pitchFamily="18" charset="0"/>
                              </a:rPr>
                            </m:ctrlPr>
                          </m:sSubPr>
                          <m:e>
                            <m:r>
                              <a:rPr lang="en-US" altLang="zh-CN" b="1" i="1" smtClean="0">
                                <a:solidFill>
                                  <a:schemeClr val="accent3"/>
                                </a:solidFill>
                                <a:latin typeface="Cambria Math" panose="02040503050406030204" pitchFamily="18" charset="0"/>
                              </a:rPr>
                              <m:t>𝑾</m:t>
                            </m:r>
                          </m:e>
                          <m:sub>
                            <m:r>
                              <a:rPr lang="en-US" altLang="zh-CN" b="1" i="1" smtClean="0">
                                <a:solidFill>
                                  <a:schemeClr val="accent3"/>
                                </a:solidFill>
                                <a:latin typeface="Cambria Math" panose="02040503050406030204" pitchFamily="18" charset="0"/>
                              </a:rPr>
                              <m:t>𝑻</m:t>
                            </m:r>
                          </m:sub>
                        </m:sSub>
                        <m:r>
                          <a:rPr lang="en-US" altLang="zh-CN" b="1" i="1" smtClean="0">
                            <a:solidFill>
                              <a:schemeClr val="accent3"/>
                            </a:solidFill>
                            <a:latin typeface="Cambria Math" panose="02040503050406030204" pitchFamily="18" charset="0"/>
                          </a:rPr>
                          <m:t>=</m:t>
                        </m:r>
                        <m:r>
                          <a:rPr lang="en-US" altLang="zh-CN" b="1" i="1" smtClean="0">
                            <a:solidFill>
                              <a:schemeClr val="accent3"/>
                            </a:solidFill>
                            <a:latin typeface="Cambria Math" panose="02040503050406030204" pitchFamily="18" charset="0"/>
                          </a:rPr>
                          <m:t>𝟓</m:t>
                        </m:r>
                      </m:oMath>
                    </m:oMathPara>
                  </a14:m>
                  <a:endParaRPr lang="zh-CN" altLang="en-US" dirty="0">
                    <a:solidFill>
                      <a:schemeClr val="accent3"/>
                    </a:solidFill>
                  </a:endParaRPr>
                </a:p>
              </p:txBody>
            </p:sp>
          </mc:Choice>
          <mc:Fallback xmlns="">
            <p:sp>
              <p:nvSpPr>
                <p:cNvPr id="23" name="文本框 22">
                  <a:extLst>
                    <a:ext uri="{FF2B5EF4-FFF2-40B4-BE49-F238E27FC236}">
                      <a16:creationId xmlns:a16="http://schemas.microsoft.com/office/drawing/2014/main" id="{ABC03EEA-26BD-4845-8ACC-3FB7B6DA9132}"/>
                    </a:ext>
                  </a:extLst>
                </p:cNvPr>
                <p:cNvSpPr txBox="1">
                  <a:spLocks noRot="1" noChangeAspect="1" noMove="1" noResize="1" noEditPoints="1" noAdjustHandles="1" noChangeArrowheads="1" noChangeShapeType="1" noTextEdit="1"/>
                </p:cNvSpPr>
                <p:nvPr/>
              </p:nvSpPr>
              <p:spPr>
                <a:xfrm>
                  <a:off x="3659320" y="5098286"/>
                  <a:ext cx="1067217" cy="369332"/>
                </a:xfrm>
                <a:prstGeom prst="rect">
                  <a:avLst/>
                </a:prstGeom>
                <a:blipFill>
                  <a:blip r:embed="rId4"/>
                  <a:stretch>
                    <a:fillRect b="-3279"/>
                  </a:stretch>
                </a:blipFill>
              </p:spPr>
              <p:txBody>
                <a:bodyPr/>
                <a:lstStyle/>
                <a:p>
                  <a:r>
                    <a:rPr lang="zh-CN" altLang="en-US">
                      <a:noFill/>
                    </a:rPr>
                    <a:t> </a:t>
                  </a:r>
                </a:p>
              </p:txBody>
            </p:sp>
          </mc:Fallback>
        </mc:AlternateContent>
      </p:grpSp>
      <p:grpSp>
        <p:nvGrpSpPr>
          <p:cNvPr id="4" name="组合 3">
            <a:extLst>
              <a:ext uri="{FF2B5EF4-FFF2-40B4-BE49-F238E27FC236}">
                <a16:creationId xmlns:a16="http://schemas.microsoft.com/office/drawing/2014/main" id="{9A1EA9F2-FCB6-48C3-935F-7AE7E3AD14AC}"/>
              </a:ext>
            </a:extLst>
          </p:cNvPr>
          <p:cNvGrpSpPr/>
          <p:nvPr/>
        </p:nvGrpSpPr>
        <p:grpSpPr>
          <a:xfrm>
            <a:off x="304800" y="749300"/>
            <a:ext cx="6192344" cy="400110"/>
            <a:chOff x="424117" y="898245"/>
            <a:chExt cx="6192344" cy="400110"/>
          </a:xfrm>
        </p:grpSpPr>
        <p:sp>
          <p:nvSpPr>
            <p:cNvPr id="2" name="平行四边形 1">
              <a:extLst>
                <a:ext uri="{FF2B5EF4-FFF2-40B4-BE49-F238E27FC236}">
                  <a16:creationId xmlns:a16="http://schemas.microsoft.com/office/drawing/2014/main" id="{1F5BAA3F-9845-4F89-A2DD-8222D3E4EDAC}"/>
                </a:ext>
              </a:extLst>
            </p:cNvPr>
            <p:cNvSpPr/>
            <p:nvPr/>
          </p:nvSpPr>
          <p:spPr>
            <a:xfrm>
              <a:off x="424117" y="898245"/>
              <a:ext cx="628306" cy="387090"/>
            </a:xfrm>
            <a:prstGeom prst="parallelogram">
              <a:avLst/>
            </a:prstGeom>
            <a:solidFill>
              <a:schemeClr val="accent3">
                <a:lumMod val="75000"/>
              </a:schemeClr>
            </a:solidFill>
            <a:ln>
              <a:solidFill>
                <a:schemeClr val="accent3">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CN" sz="2200" dirty="0">
                  <a:latin typeface="Impact" panose="020B0806030902050204" pitchFamily="34" charset="0"/>
                </a:rPr>
                <a:t>01</a:t>
              </a:r>
              <a:endParaRPr lang="zh-CN" altLang="en-US" sz="2200" dirty="0">
                <a:latin typeface="Impact" panose="020B0806030902050204" pitchFamily="34" charset="0"/>
              </a:endParaRPr>
            </a:p>
          </p:txBody>
        </p:sp>
        <p:sp>
          <p:nvSpPr>
            <p:cNvPr id="3" name="文本框 2">
              <a:extLst>
                <a:ext uri="{FF2B5EF4-FFF2-40B4-BE49-F238E27FC236}">
                  <a16:creationId xmlns:a16="http://schemas.microsoft.com/office/drawing/2014/main" id="{4D6BD736-A4D3-4F26-AFED-36E11F50F70B}"/>
                </a:ext>
              </a:extLst>
            </p:cNvPr>
            <p:cNvSpPr txBox="1"/>
            <p:nvPr/>
          </p:nvSpPr>
          <p:spPr>
            <a:xfrm>
              <a:off x="1052423" y="898245"/>
              <a:ext cx="5564038" cy="400110"/>
            </a:xfrm>
            <a:prstGeom prst="rect">
              <a:avLst/>
            </a:prstGeom>
            <a:noFill/>
          </p:spPr>
          <p:txBody>
            <a:bodyPr wrap="square" rtlCol="0">
              <a:spAutoFit/>
            </a:bodyPr>
            <a:lstStyle/>
            <a:p>
              <a:r>
                <a:rPr lang="zh-CN" altLang="en-US" sz="2000" b="1" dirty="0"/>
                <a:t>回退</a:t>
              </a:r>
              <a:r>
                <a:rPr lang="en-US" altLang="zh-CN" sz="2000" b="1" dirty="0"/>
                <a:t>N</a:t>
              </a:r>
              <a:r>
                <a:rPr lang="zh-CN" altLang="en-US" sz="2000" b="1" dirty="0"/>
                <a:t>帧协议</a:t>
              </a:r>
            </a:p>
          </p:txBody>
        </p:sp>
      </p:grpSp>
      <p:grpSp>
        <p:nvGrpSpPr>
          <p:cNvPr id="20" name="组合 19">
            <a:extLst>
              <a:ext uri="{FF2B5EF4-FFF2-40B4-BE49-F238E27FC236}">
                <a16:creationId xmlns:a16="http://schemas.microsoft.com/office/drawing/2014/main" id="{87756F0E-46C2-4571-B23D-C8472E9FD1FB}"/>
              </a:ext>
            </a:extLst>
          </p:cNvPr>
          <p:cNvGrpSpPr/>
          <p:nvPr/>
        </p:nvGrpSpPr>
        <p:grpSpPr>
          <a:xfrm>
            <a:off x="475097" y="1263518"/>
            <a:ext cx="1355161" cy="5114896"/>
            <a:chOff x="475097" y="1263518"/>
            <a:chExt cx="1355161" cy="5114896"/>
          </a:xfrm>
        </p:grpSpPr>
        <p:cxnSp>
          <p:nvCxnSpPr>
            <p:cNvPr id="17" name="直接连接符 16">
              <a:extLst>
                <a:ext uri="{FF2B5EF4-FFF2-40B4-BE49-F238E27FC236}">
                  <a16:creationId xmlns:a16="http://schemas.microsoft.com/office/drawing/2014/main" id="{5A41A17A-7B81-47D8-BDBB-76B8F1AA71D6}"/>
                </a:ext>
              </a:extLst>
            </p:cNvPr>
            <p:cNvCxnSpPr>
              <a:cxnSpLocks/>
            </p:cNvCxnSpPr>
            <p:nvPr/>
          </p:nvCxnSpPr>
          <p:spPr>
            <a:xfrm flipV="1">
              <a:off x="1208367" y="2012996"/>
              <a:ext cx="0" cy="3813858"/>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nvGrpSpPr>
            <p:cNvPr id="9" name="组合 8">
              <a:extLst>
                <a:ext uri="{FF2B5EF4-FFF2-40B4-BE49-F238E27FC236}">
                  <a16:creationId xmlns:a16="http://schemas.microsoft.com/office/drawing/2014/main" id="{A2B5FA1F-35FA-42E7-8D74-E7431B6AAA3C}"/>
                </a:ext>
              </a:extLst>
            </p:cNvPr>
            <p:cNvGrpSpPr/>
            <p:nvPr/>
          </p:nvGrpSpPr>
          <p:grpSpPr>
            <a:xfrm>
              <a:off x="700096" y="5368000"/>
              <a:ext cx="905164" cy="1010414"/>
              <a:chOff x="700096" y="5368000"/>
              <a:chExt cx="905164" cy="1010414"/>
            </a:xfrm>
          </p:grpSpPr>
          <p:pic>
            <p:nvPicPr>
              <p:cNvPr id="214" name="图形 213">
                <a:extLst>
                  <a:ext uri="{FF2B5EF4-FFF2-40B4-BE49-F238E27FC236}">
                    <a16:creationId xmlns:a16="http://schemas.microsoft.com/office/drawing/2014/main" id="{D949CB40-4FF6-4E8C-991B-66D24C6ADF05}"/>
                  </a:ext>
                </a:extLst>
              </p:cNvPr>
              <p:cNvPicPr>
                <a:picLocks noChangeAspect="1"/>
              </p:cNvPicPr>
              <p:nvPr/>
            </p:nvPicPr>
            <p:blipFill>
              <a:blip r:embed="rId5">
                <a:extLst>
                  <a:ext uri="{28A0092B-C50C-407E-A947-70E740481C1C}">
                    <a14:useLocalDpi xmlns:a14="http://schemas.microsoft.com/office/drawing/2010/main" val="0"/>
                  </a:ext>
                  <a:ext uri="{96DAC541-7B7A-43D3-8B79-37D633B846F1}">
                    <asvg:svgBlip xmlns:asvg="http://schemas.microsoft.com/office/drawing/2016/SVG/main" r:embed="rId6"/>
                  </a:ext>
                </a:extLst>
              </a:blip>
              <a:stretch>
                <a:fillRect/>
              </a:stretch>
            </p:blipFill>
            <p:spPr>
              <a:xfrm>
                <a:off x="821271" y="5368000"/>
                <a:ext cx="662814" cy="641082"/>
              </a:xfrm>
              <a:prstGeom prst="rect">
                <a:avLst/>
              </a:prstGeom>
            </p:spPr>
          </p:pic>
          <p:sp>
            <p:nvSpPr>
              <p:cNvPr id="218" name="文本框 217">
                <a:extLst>
                  <a:ext uri="{FF2B5EF4-FFF2-40B4-BE49-F238E27FC236}">
                    <a16:creationId xmlns:a16="http://schemas.microsoft.com/office/drawing/2014/main" id="{584D12FE-712D-432B-A48B-3084189F6B6C}"/>
                  </a:ext>
                </a:extLst>
              </p:cNvPr>
              <p:cNvSpPr txBox="1"/>
              <p:nvPr/>
            </p:nvSpPr>
            <p:spPr>
              <a:xfrm>
                <a:off x="700096" y="6009082"/>
                <a:ext cx="905164" cy="369332"/>
              </a:xfrm>
              <a:prstGeom prst="rect">
                <a:avLst/>
              </a:prstGeom>
              <a:noFill/>
            </p:spPr>
            <p:txBody>
              <a:bodyPr wrap="square" rtlCol="0">
                <a:spAutoFit/>
              </a:bodyPr>
              <a:lstStyle/>
              <a:p>
                <a:r>
                  <a:rPr lang="zh-CN" altLang="en-US" b="1" dirty="0">
                    <a:latin typeface="+mn-ea"/>
                  </a:rPr>
                  <a:t>发送方</a:t>
                </a:r>
              </a:p>
            </p:txBody>
          </p:sp>
        </p:grpSp>
        <p:grpSp>
          <p:nvGrpSpPr>
            <p:cNvPr id="8" name="组合 7">
              <a:extLst>
                <a:ext uri="{FF2B5EF4-FFF2-40B4-BE49-F238E27FC236}">
                  <a16:creationId xmlns:a16="http://schemas.microsoft.com/office/drawing/2014/main" id="{0ACAF080-95D4-4F76-A817-06EA84E449C9}"/>
                </a:ext>
              </a:extLst>
            </p:cNvPr>
            <p:cNvGrpSpPr/>
            <p:nvPr/>
          </p:nvGrpSpPr>
          <p:grpSpPr>
            <a:xfrm>
              <a:off x="878301" y="1263518"/>
              <a:ext cx="905164" cy="1027908"/>
              <a:chOff x="878301" y="1390382"/>
              <a:chExt cx="905164" cy="1027908"/>
            </a:xfrm>
          </p:grpSpPr>
          <p:pic>
            <p:nvPicPr>
              <p:cNvPr id="210" name="图形 209">
                <a:extLst>
                  <a:ext uri="{FF2B5EF4-FFF2-40B4-BE49-F238E27FC236}">
                    <a16:creationId xmlns:a16="http://schemas.microsoft.com/office/drawing/2014/main" id="{61E01467-74F7-469C-BAD5-DFFB1234E440}"/>
                  </a:ext>
                </a:extLst>
              </p:cNvPr>
              <p:cNvPicPr>
                <a:picLocks noChangeAspect="1"/>
              </p:cNvPicPr>
              <p:nvPr/>
            </p:nvPicPr>
            <p:blipFill>
              <a:blip r:embed="rId7">
                <a:extLst>
                  <a:ext uri="{28A0092B-C50C-407E-A947-70E740481C1C}">
                    <a14:useLocalDpi xmlns:a14="http://schemas.microsoft.com/office/drawing/2010/main" val="0"/>
                  </a:ext>
                  <a:ext uri="{96DAC541-7B7A-43D3-8B79-37D633B846F1}">
                    <asvg:svgBlip xmlns:asvg="http://schemas.microsoft.com/office/drawing/2016/SVG/main" r:embed="rId8"/>
                  </a:ext>
                </a:extLst>
              </a:blip>
              <a:stretch>
                <a:fillRect/>
              </a:stretch>
            </p:blipFill>
            <p:spPr>
              <a:xfrm>
                <a:off x="984826" y="1759714"/>
                <a:ext cx="501772" cy="658576"/>
              </a:xfrm>
              <a:prstGeom prst="rect">
                <a:avLst/>
              </a:prstGeom>
            </p:spPr>
          </p:pic>
          <p:sp>
            <p:nvSpPr>
              <p:cNvPr id="219" name="文本框 218">
                <a:extLst>
                  <a:ext uri="{FF2B5EF4-FFF2-40B4-BE49-F238E27FC236}">
                    <a16:creationId xmlns:a16="http://schemas.microsoft.com/office/drawing/2014/main" id="{B105E330-42F6-4FA8-914C-123FFA0756D5}"/>
                  </a:ext>
                </a:extLst>
              </p:cNvPr>
              <p:cNvSpPr txBox="1"/>
              <p:nvPr/>
            </p:nvSpPr>
            <p:spPr>
              <a:xfrm>
                <a:off x="878301" y="1390382"/>
                <a:ext cx="905164" cy="369332"/>
              </a:xfrm>
              <a:prstGeom prst="rect">
                <a:avLst/>
              </a:prstGeom>
              <a:noFill/>
            </p:spPr>
            <p:txBody>
              <a:bodyPr wrap="square" rtlCol="0">
                <a:spAutoFit/>
              </a:bodyPr>
              <a:lstStyle/>
              <a:p>
                <a:r>
                  <a:rPr lang="zh-CN" altLang="en-US" b="1" dirty="0">
                    <a:latin typeface="+mn-ea"/>
                  </a:rPr>
                  <a:t>接收方</a:t>
                </a:r>
              </a:p>
            </p:txBody>
          </p:sp>
        </p:grpSp>
        <p:sp>
          <p:nvSpPr>
            <p:cNvPr id="57" name="云形 56">
              <a:extLst>
                <a:ext uri="{FF2B5EF4-FFF2-40B4-BE49-F238E27FC236}">
                  <a16:creationId xmlns:a16="http://schemas.microsoft.com/office/drawing/2014/main" id="{8D58A5DA-48AF-4D62-A0E1-92B6F8CBE1F4}"/>
                </a:ext>
              </a:extLst>
            </p:cNvPr>
            <p:cNvSpPr/>
            <p:nvPr/>
          </p:nvSpPr>
          <p:spPr>
            <a:xfrm>
              <a:off x="475097" y="3429014"/>
              <a:ext cx="1355161" cy="801398"/>
            </a:xfrm>
            <a:prstGeom prst="cloud">
              <a:avLst/>
            </a:prstGeom>
            <a:solidFill>
              <a:schemeClr val="bg1">
                <a:lumMod val="85000"/>
              </a:schemeClr>
            </a:solidFill>
            <a:ln>
              <a:solidFill>
                <a:schemeClr val="bg1">
                  <a:lumMod val="85000"/>
                </a:schemeClr>
              </a:solidFill>
            </a:ln>
          </p:spPr>
          <p:style>
            <a:lnRef idx="2">
              <a:schemeClr val="accent3">
                <a:shade val="50000"/>
              </a:schemeClr>
            </a:lnRef>
            <a:fillRef idx="1">
              <a:schemeClr val="accent3"/>
            </a:fillRef>
            <a:effectRef idx="0">
              <a:schemeClr val="accent3"/>
            </a:effectRef>
            <a:fontRef idx="minor">
              <a:schemeClr val="lt1"/>
            </a:fontRef>
          </p:style>
          <p:txBody>
            <a:bodyPr rtlCol="0" anchor="ctr"/>
            <a:lstStyle/>
            <a:p>
              <a:pPr algn="ctr"/>
              <a:r>
                <a:rPr lang="zh-CN" altLang="en-US" b="1" dirty="0">
                  <a:solidFill>
                    <a:schemeClr val="tx1"/>
                  </a:solidFill>
                  <a:latin typeface="+mn-ea"/>
                </a:rPr>
                <a:t>因特网</a:t>
              </a:r>
            </a:p>
          </p:txBody>
        </p:sp>
      </p:grpSp>
      <p:graphicFrame>
        <p:nvGraphicFramePr>
          <p:cNvPr id="21" name="表格 21">
            <a:extLst>
              <a:ext uri="{FF2B5EF4-FFF2-40B4-BE49-F238E27FC236}">
                <a16:creationId xmlns:a16="http://schemas.microsoft.com/office/drawing/2014/main" id="{CE497585-4F97-4F44-9ABE-D7BBA16B40E0}"/>
              </a:ext>
            </a:extLst>
          </p:cNvPr>
          <p:cNvGraphicFramePr>
            <a:graphicFrameLocks noGrp="1"/>
          </p:cNvGraphicFramePr>
          <p:nvPr/>
        </p:nvGraphicFramePr>
        <p:xfrm>
          <a:off x="2302929" y="5557308"/>
          <a:ext cx="9067800" cy="370840"/>
        </p:xfrm>
        <a:graphic>
          <a:graphicData uri="http://schemas.openxmlformats.org/drawingml/2006/table">
            <a:tbl>
              <a:tblPr firstRow="1" bandRow="1">
                <a:tableStyleId>{5C22544A-7EE6-4342-B048-85BDC9FD1C3A}</a:tableStyleId>
              </a:tblPr>
              <a:tblGrid>
                <a:gridCol w="755650">
                  <a:extLst>
                    <a:ext uri="{9D8B030D-6E8A-4147-A177-3AD203B41FA5}">
                      <a16:colId xmlns:a16="http://schemas.microsoft.com/office/drawing/2014/main" val="877486509"/>
                    </a:ext>
                  </a:extLst>
                </a:gridCol>
                <a:gridCol w="755650">
                  <a:extLst>
                    <a:ext uri="{9D8B030D-6E8A-4147-A177-3AD203B41FA5}">
                      <a16:colId xmlns:a16="http://schemas.microsoft.com/office/drawing/2014/main" val="3548605817"/>
                    </a:ext>
                  </a:extLst>
                </a:gridCol>
                <a:gridCol w="755650">
                  <a:extLst>
                    <a:ext uri="{9D8B030D-6E8A-4147-A177-3AD203B41FA5}">
                      <a16:colId xmlns:a16="http://schemas.microsoft.com/office/drawing/2014/main" val="2881812895"/>
                    </a:ext>
                  </a:extLst>
                </a:gridCol>
                <a:gridCol w="755650">
                  <a:extLst>
                    <a:ext uri="{9D8B030D-6E8A-4147-A177-3AD203B41FA5}">
                      <a16:colId xmlns:a16="http://schemas.microsoft.com/office/drawing/2014/main" val="3682284582"/>
                    </a:ext>
                  </a:extLst>
                </a:gridCol>
                <a:gridCol w="755650">
                  <a:extLst>
                    <a:ext uri="{9D8B030D-6E8A-4147-A177-3AD203B41FA5}">
                      <a16:colId xmlns:a16="http://schemas.microsoft.com/office/drawing/2014/main" val="500127722"/>
                    </a:ext>
                  </a:extLst>
                </a:gridCol>
                <a:gridCol w="755650">
                  <a:extLst>
                    <a:ext uri="{9D8B030D-6E8A-4147-A177-3AD203B41FA5}">
                      <a16:colId xmlns:a16="http://schemas.microsoft.com/office/drawing/2014/main" val="2946259618"/>
                    </a:ext>
                  </a:extLst>
                </a:gridCol>
                <a:gridCol w="755650">
                  <a:extLst>
                    <a:ext uri="{9D8B030D-6E8A-4147-A177-3AD203B41FA5}">
                      <a16:colId xmlns:a16="http://schemas.microsoft.com/office/drawing/2014/main" val="171501986"/>
                    </a:ext>
                  </a:extLst>
                </a:gridCol>
                <a:gridCol w="755650">
                  <a:extLst>
                    <a:ext uri="{9D8B030D-6E8A-4147-A177-3AD203B41FA5}">
                      <a16:colId xmlns:a16="http://schemas.microsoft.com/office/drawing/2014/main" val="1667185265"/>
                    </a:ext>
                  </a:extLst>
                </a:gridCol>
                <a:gridCol w="755650">
                  <a:extLst>
                    <a:ext uri="{9D8B030D-6E8A-4147-A177-3AD203B41FA5}">
                      <a16:colId xmlns:a16="http://schemas.microsoft.com/office/drawing/2014/main" val="4258211808"/>
                    </a:ext>
                  </a:extLst>
                </a:gridCol>
                <a:gridCol w="755650">
                  <a:extLst>
                    <a:ext uri="{9D8B030D-6E8A-4147-A177-3AD203B41FA5}">
                      <a16:colId xmlns:a16="http://schemas.microsoft.com/office/drawing/2014/main" val="1794200575"/>
                    </a:ext>
                  </a:extLst>
                </a:gridCol>
                <a:gridCol w="755650">
                  <a:extLst>
                    <a:ext uri="{9D8B030D-6E8A-4147-A177-3AD203B41FA5}">
                      <a16:colId xmlns:a16="http://schemas.microsoft.com/office/drawing/2014/main" val="4230716487"/>
                    </a:ext>
                  </a:extLst>
                </a:gridCol>
                <a:gridCol w="755650">
                  <a:extLst>
                    <a:ext uri="{9D8B030D-6E8A-4147-A177-3AD203B41FA5}">
                      <a16:colId xmlns:a16="http://schemas.microsoft.com/office/drawing/2014/main" val="56153739"/>
                    </a:ext>
                  </a:extLst>
                </a:gridCol>
              </a:tblGrid>
              <a:tr h="370840">
                <a:tc>
                  <a:txBody>
                    <a:bodyPr/>
                    <a:lstStyle/>
                    <a:p>
                      <a:pPr algn="ctr"/>
                      <a:r>
                        <a:rPr lang="en-US" altLang="zh-CN" dirty="0">
                          <a:solidFill>
                            <a:schemeClr val="tx1"/>
                          </a:solidFill>
                          <a:latin typeface="Arial Black" panose="020B0A04020102020204" pitchFamily="34" charset="0"/>
                        </a:rPr>
                        <a:t>0</a:t>
                      </a:r>
                      <a:endParaRPr lang="zh-CN" altLang="en-US" dirty="0">
                        <a:solidFill>
                          <a:schemeClr val="tx1"/>
                        </a:solidFill>
                        <a:latin typeface="Arial Black" panose="020B0A04020102020204" pitchFamily="34" charset="0"/>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ctr"/>
                      <a:r>
                        <a:rPr lang="en-US" altLang="zh-CN" dirty="0">
                          <a:solidFill>
                            <a:schemeClr val="tx1"/>
                          </a:solidFill>
                          <a:latin typeface="Arial Black" panose="020B0A04020102020204" pitchFamily="34" charset="0"/>
                        </a:rPr>
                        <a:t>1</a:t>
                      </a:r>
                      <a:endParaRPr lang="zh-CN" altLang="en-US" dirty="0">
                        <a:solidFill>
                          <a:schemeClr val="tx1"/>
                        </a:solidFill>
                        <a:latin typeface="Arial Black" panose="020B0A04020102020204" pitchFamily="34" charset="0"/>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ctr"/>
                      <a:r>
                        <a:rPr lang="en-US" altLang="zh-CN" dirty="0">
                          <a:solidFill>
                            <a:schemeClr val="tx1"/>
                          </a:solidFill>
                          <a:latin typeface="Arial Black" panose="020B0A04020102020204" pitchFamily="34" charset="0"/>
                        </a:rPr>
                        <a:t>2</a:t>
                      </a:r>
                      <a:endParaRPr lang="zh-CN" altLang="en-US" dirty="0">
                        <a:solidFill>
                          <a:schemeClr val="tx1"/>
                        </a:solidFill>
                        <a:latin typeface="Arial Black" panose="020B0A04020102020204" pitchFamily="34" charset="0"/>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ctr"/>
                      <a:r>
                        <a:rPr lang="en-US" altLang="zh-CN" dirty="0">
                          <a:solidFill>
                            <a:schemeClr val="tx1"/>
                          </a:solidFill>
                          <a:latin typeface="Arial Black" panose="020B0A04020102020204" pitchFamily="34" charset="0"/>
                        </a:rPr>
                        <a:t>3</a:t>
                      </a:r>
                      <a:endParaRPr lang="zh-CN" altLang="en-US" dirty="0">
                        <a:solidFill>
                          <a:schemeClr val="tx1"/>
                        </a:solidFill>
                        <a:latin typeface="Arial Black" panose="020B0A04020102020204" pitchFamily="34" charset="0"/>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ctr"/>
                      <a:r>
                        <a:rPr lang="en-US" altLang="zh-CN" dirty="0">
                          <a:solidFill>
                            <a:schemeClr val="tx1"/>
                          </a:solidFill>
                          <a:latin typeface="Arial Black" panose="020B0A04020102020204" pitchFamily="34" charset="0"/>
                        </a:rPr>
                        <a:t>4</a:t>
                      </a:r>
                      <a:endParaRPr lang="zh-CN" altLang="en-US" dirty="0">
                        <a:solidFill>
                          <a:schemeClr val="tx1"/>
                        </a:solidFill>
                        <a:latin typeface="Arial Black" panose="020B0A04020102020204" pitchFamily="34" charset="0"/>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ctr"/>
                      <a:r>
                        <a:rPr lang="en-US" altLang="zh-CN" dirty="0">
                          <a:solidFill>
                            <a:schemeClr val="tx1"/>
                          </a:solidFill>
                          <a:latin typeface="Arial Black" panose="020B0A04020102020204" pitchFamily="34" charset="0"/>
                        </a:rPr>
                        <a:t>5</a:t>
                      </a:r>
                      <a:endParaRPr lang="zh-CN" altLang="en-US" dirty="0">
                        <a:solidFill>
                          <a:schemeClr val="tx1"/>
                        </a:solidFill>
                        <a:latin typeface="Arial Black" panose="020B0A04020102020204" pitchFamily="34" charset="0"/>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ctr"/>
                      <a:r>
                        <a:rPr lang="en-US" altLang="zh-CN" dirty="0">
                          <a:solidFill>
                            <a:schemeClr val="tx1"/>
                          </a:solidFill>
                          <a:latin typeface="Arial Black" panose="020B0A04020102020204" pitchFamily="34" charset="0"/>
                        </a:rPr>
                        <a:t>6</a:t>
                      </a:r>
                      <a:endParaRPr lang="zh-CN" altLang="en-US" dirty="0">
                        <a:solidFill>
                          <a:schemeClr val="tx1"/>
                        </a:solidFill>
                        <a:latin typeface="Arial Black" panose="020B0A04020102020204" pitchFamily="34" charset="0"/>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ctr"/>
                      <a:r>
                        <a:rPr lang="en-US" altLang="zh-CN" dirty="0">
                          <a:solidFill>
                            <a:schemeClr val="tx1"/>
                          </a:solidFill>
                          <a:latin typeface="Arial Black" panose="020B0A04020102020204" pitchFamily="34" charset="0"/>
                        </a:rPr>
                        <a:t>7</a:t>
                      </a:r>
                      <a:endParaRPr lang="zh-CN" altLang="en-US" dirty="0">
                        <a:solidFill>
                          <a:schemeClr val="tx1"/>
                        </a:solidFill>
                        <a:latin typeface="Arial Black" panose="020B0A04020102020204" pitchFamily="34" charset="0"/>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ctr"/>
                      <a:r>
                        <a:rPr lang="en-US" altLang="zh-CN" dirty="0">
                          <a:solidFill>
                            <a:schemeClr val="tx1"/>
                          </a:solidFill>
                          <a:latin typeface="Arial Black" panose="020B0A04020102020204" pitchFamily="34" charset="0"/>
                        </a:rPr>
                        <a:t>0</a:t>
                      </a:r>
                      <a:endParaRPr lang="zh-CN" altLang="en-US" dirty="0">
                        <a:solidFill>
                          <a:schemeClr val="tx1"/>
                        </a:solidFill>
                        <a:latin typeface="Arial Black" panose="020B0A04020102020204" pitchFamily="34" charset="0"/>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ctr"/>
                      <a:r>
                        <a:rPr lang="en-US" altLang="zh-CN" dirty="0">
                          <a:solidFill>
                            <a:schemeClr val="tx1"/>
                          </a:solidFill>
                          <a:latin typeface="Arial Black" panose="020B0A04020102020204" pitchFamily="34" charset="0"/>
                        </a:rPr>
                        <a:t>1</a:t>
                      </a:r>
                      <a:endParaRPr lang="zh-CN" altLang="en-US" dirty="0">
                        <a:solidFill>
                          <a:schemeClr val="tx1"/>
                        </a:solidFill>
                        <a:latin typeface="Arial Black" panose="020B0A04020102020204" pitchFamily="34" charset="0"/>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ctr"/>
                      <a:r>
                        <a:rPr lang="en-US" altLang="zh-CN" dirty="0">
                          <a:solidFill>
                            <a:schemeClr val="tx1"/>
                          </a:solidFill>
                          <a:latin typeface="Arial Black" panose="020B0A04020102020204" pitchFamily="34" charset="0"/>
                        </a:rPr>
                        <a:t>2</a:t>
                      </a:r>
                      <a:endParaRPr lang="zh-CN" altLang="en-US" dirty="0">
                        <a:solidFill>
                          <a:schemeClr val="tx1"/>
                        </a:solidFill>
                        <a:latin typeface="Arial Black" panose="020B0A04020102020204" pitchFamily="34" charset="0"/>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ctr"/>
                      <a:r>
                        <a:rPr lang="en-US" altLang="zh-CN" dirty="0">
                          <a:solidFill>
                            <a:schemeClr val="tx1"/>
                          </a:solidFill>
                          <a:latin typeface="Arial Black" panose="020B0A04020102020204" pitchFamily="34" charset="0"/>
                        </a:rPr>
                        <a:t>…</a:t>
                      </a:r>
                      <a:endParaRPr lang="zh-CN" altLang="en-US" dirty="0">
                        <a:solidFill>
                          <a:schemeClr val="tx1"/>
                        </a:solidFill>
                        <a:latin typeface="Arial Black" panose="020B0A04020102020204" pitchFamily="34" charset="0"/>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extLst>
                  <a:ext uri="{0D108BD9-81ED-4DB2-BD59-A6C34878D82A}">
                    <a16:rowId xmlns:a16="http://schemas.microsoft.com/office/drawing/2014/main" val="316235763"/>
                  </a:ext>
                </a:extLst>
              </a:tr>
            </a:tbl>
          </a:graphicData>
        </a:graphic>
      </p:graphicFrame>
      <p:graphicFrame>
        <p:nvGraphicFramePr>
          <p:cNvPr id="68" name="表格 21">
            <a:extLst>
              <a:ext uri="{FF2B5EF4-FFF2-40B4-BE49-F238E27FC236}">
                <a16:creationId xmlns:a16="http://schemas.microsoft.com/office/drawing/2014/main" id="{D9B4273D-C94E-42E6-A39B-908C6FA1D8AF}"/>
              </a:ext>
            </a:extLst>
          </p:cNvPr>
          <p:cNvGraphicFramePr>
            <a:graphicFrameLocks noGrp="1"/>
          </p:cNvGraphicFramePr>
          <p:nvPr/>
        </p:nvGraphicFramePr>
        <p:xfrm>
          <a:off x="2302929" y="1827576"/>
          <a:ext cx="9067800" cy="370840"/>
        </p:xfrm>
        <a:graphic>
          <a:graphicData uri="http://schemas.openxmlformats.org/drawingml/2006/table">
            <a:tbl>
              <a:tblPr firstRow="1" bandRow="1">
                <a:tableStyleId>{5C22544A-7EE6-4342-B048-85BDC9FD1C3A}</a:tableStyleId>
              </a:tblPr>
              <a:tblGrid>
                <a:gridCol w="755650">
                  <a:extLst>
                    <a:ext uri="{9D8B030D-6E8A-4147-A177-3AD203B41FA5}">
                      <a16:colId xmlns:a16="http://schemas.microsoft.com/office/drawing/2014/main" val="877486509"/>
                    </a:ext>
                  </a:extLst>
                </a:gridCol>
                <a:gridCol w="755650">
                  <a:extLst>
                    <a:ext uri="{9D8B030D-6E8A-4147-A177-3AD203B41FA5}">
                      <a16:colId xmlns:a16="http://schemas.microsoft.com/office/drawing/2014/main" val="3548605817"/>
                    </a:ext>
                  </a:extLst>
                </a:gridCol>
                <a:gridCol w="755650">
                  <a:extLst>
                    <a:ext uri="{9D8B030D-6E8A-4147-A177-3AD203B41FA5}">
                      <a16:colId xmlns:a16="http://schemas.microsoft.com/office/drawing/2014/main" val="2881812895"/>
                    </a:ext>
                  </a:extLst>
                </a:gridCol>
                <a:gridCol w="755650">
                  <a:extLst>
                    <a:ext uri="{9D8B030D-6E8A-4147-A177-3AD203B41FA5}">
                      <a16:colId xmlns:a16="http://schemas.microsoft.com/office/drawing/2014/main" val="3682284582"/>
                    </a:ext>
                  </a:extLst>
                </a:gridCol>
                <a:gridCol w="755650">
                  <a:extLst>
                    <a:ext uri="{9D8B030D-6E8A-4147-A177-3AD203B41FA5}">
                      <a16:colId xmlns:a16="http://schemas.microsoft.com/office/drawing/2014/main" val="500127722"/>
                    </a:ext>
                  </a:extLst>
                </a:gridCol>
                <a:gridCol w="755650">
                  <a:extLst>
                    <a:ext uri="{9D8B030D-6E8A-4147-A177-3AD203B41FA5}">
                      <a16:colId xmlns:a16="http://schemas.microsoft.com/office/drawing/2014/main" val="2946259618"/>
                    </a:ext>
                  </a:extLst>
                </a:gridCol>
                <a:gridCol w="755650">
                  <a:extLst>
                    <a:ext uri="{9D8B030D-6E8A-4147-A177-3AD203B41FA5}">
                      <a16:colId xmlns:a16="http://schemas.microsoft.com/office/drawing/2014/main" val="171501986"/>
                    </a:ext>
                  </a:extLst>
                </a:gridCol>
                <a:gridCol w="755650">
                  <a:extLst>
                    <a:ext uri="{9D8B030D-6E8A-4147-A177-3AD203B41FA5}">
                      <a16:colId xmlns:a16="http://schemas.microsoft.com/office/drawing/2014/main" val="1667185265"/>
                    </a:ext>
                  </a:extLst>
                </a:gridCol>
                <a:gridCol w="755650">
                  <a:extLst>
                    <a:ext uri="{9D8B030D-6E8A-4147-A177-3AD203B41FA5}">
                      <a16:colId xmlns:a16="http://schemas.microsoft.com/office/drawing/2014/main" val="4258211808"/>
                    </a:ext>
                  </a:extLst>
                </a:gridCol>
                <a:gridCol w="755650">
                  <a:extLst>
                    <a:ext uri="{9D8B030D-6E8A-4147-A177-3AD203B41FA5}">
                      <a16:colId xmlns:a16="http://schemas.microsoft.com/office/drawing/2014/main" val="1794200575"/>
                    </a:ext>
                  </a:extLst>
                </a:gridCol>
                <a:gridCol w="755650">
                  <a:extLst>
                    <a:ext uri="{9D8B030D-6E8A-4147-A177-3AD203B41FA5}">
                      <a16:colId xmlns:a16="http://schemas.microsoft.com/office/drawing/2014/main" val="4230716487"/>
                    </a:ext>
                  </a:extLst>
                </a:gridCol>
                <a:gridCol w="755650">
                  <a:extLst>
                    <a:ext uri="{9D8B030D-6E8A-4147-A177-3AD203B41FA5}">
                      <a16:colId xmlns:a16="http://schemas.microsoft.com/office/drawing/2014/main" val="56153739"/>
                    </a:ext>
                  </a:extLst>
                </a:gridCol>
              </a:tblGrid>
              <a:tr h="370840">
                <a:tc>
                  <a:txBody>
                    <a:bodyPr/>
                    <a:lstStyle/>
                    <a:p>
                      <a:pPr algn="ctr"/>
                      <a:r>
                        <a:rPr lang="en-US" altLang="zh-CN" dirty="0">
                          <a:solidFill>
                            <a:schemeClr val="tx1"/>
                          </a:solidFill>
                          <a:latin typeface="Arial Black" panose="020B0A04020102020204" pitchFamily="34" charset="0"/>
                        </a:rPr>
                        <a:t>0</a:t>
                      </a:r>
                      <a:endParaRPr lang="zh-CN" altLang="en-US" dirty="0">
                        <a:solidFill>
                          <a:schemeClr val="tx1"/>
                        </a:solidFill>
                        <a:latin typeface="Arial Black" panose="020B0A04020102020204" pitchFamily="34" charset="0"/>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ctr"/>
                      <a:r>
                        <a:rPr lang="en-US" altLang="zh-CN" dirty="0">
                          <a:solidFill>
                            <a:schemeClr val="tx1"/>
                          </a:solidFill>
                          <a:latin typeface="Arial Black" panose="020B0A04020102020204" pitchFamily="34" charset="0"/>
                        </a:rPr>
                        <a:t>1</a:t>
                      </a:r>
                      <a:endParaRPr lang="zh-CN" altLang="en-US" dirty="0">
                        <a:solidFill>
                          <a:schemeClr val="tx1"/>
                        </a:solidFill>
                        <a:latin typeface="Arial Black" panose="020B0A04020102020204" pitchFamily="34" charset="0"/>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ctr"/>
                      <a:r>
                        <a:rPr lang="en-US" altLang="zh-CN" dirty="0">
                          <a:solidFill>
                            <a:schemeClr val="tx1"/>
                          </a:solidFill>
                          <a:latin typeface="Arial Black" panose="020B0A04020102020204" pitchFamily="34" charset="0"/>
                        </a:rPr>
                        <a:t>2</a:t>
                      </a:r>
                      <a:endParaRPr lang="zh-CN" altLang="en-US" dirty="0">
                        <a:solidFill>
                          <a:schemeClr val="tx1"/>
                        </a:solidFill>
                        <a:latin typeface="Arial Black" panose="020B0A04020102020204" pitchFamily="34" charset="0"/>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ctr"/>
                      <a:r>
                        <a:rPr lang="en-US" altLang="zh-CN" dirty="0">
                          <a:solidFill>
                            <a:schemeClr val="tx1"/>
                          </a:solidFill>
                          <a:latin typeface="Arial Black" panose="020B0A04020102020204" pitchFamily="34" charset="0"/>
                        </a:rPr>
                        <a:t>3</a:t>
                      </a:r>
                      <a:endParaRPr lang="zh-CN" altLang="en-US" dirty="0">
                        <a:solidFill>
                          <a:schemeClr val="tx1"/>
                        </a:solidFill>
                        <a:latin typeface="Arial Black" panose="020B0A04020102020204" pitchFamily="34" charset="0"/>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ctr"/>
                      <a:r>
                        <a:rPr lang="en-US" altLang="zh-CN" dirty="0">
                          <a:solidFill>
                            <a:schemeClr val="tx1"/>
                          </a:solidFill>
                          <a:latin typeface="Arial Black" panose="020B0A04020102020204" pitchFamily="34" charset="0"/>
                        </a:rPr>
                        <a:t>4</a:t>
                      </a:r>
                      <a:endParaRPr lang="zh-CN" altLang="en-US" dirty="0">
                        <a:solidFill>
                          <a:schemeClr val="tx1"/>
                        </a:solidFill>
                        <a:latin typeface="Arial Black" panose="020B0A04020102020204" pitchFamily="34" charset="0"/>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ctr"/>
                      <a:r>
                        <a:rPr lang="en-US" altLang="zh-CN" dirty="0">
                          <a:solidFill>
                            <a:schemeClr val="tx1"/>
                          </a:solidFill>
                          <a:latin typeface="Arial Black" panose="020B0A04020102020204" pitchFamily="34" charset="0"/>
                        </a:rPr>
                        <a:t>5</a:t>
                      </a:r>
                      <a:endParaRPr lang="zh-CN" altLang="en-US" dirty="0">
                        <a:solidFill>
                          <a:schemeClr val="tx1"/>
                        </a:solidFill>
                        <a:latin typeface="Arial Black" panose="020B0A04020102020204" pitchFamily="34" charset="0"/>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ctr"/>
                      <a:r>
                        <a:rPr lang="en-US" altLang="zh-CN" dirty="0">
                          <a:solidFill>
                            <a:schemeClr val="tx1"/>
                          </a:solidFill>
                          <a:latin typeface="Arial Black" panose="020B0A04020102020204" pitchFamily="34" charset="0"/>
                        </a:rPr>
                        <a:t>6</a:t>
                      </a:r>
                      <a:endParaRPr lang="zh-CN" altLang="en-US" dirty="0">
                        <a:solidFill>
                          <a:schemeClr val="tx1"/>
                        </a:solidFill>
                        <a:latin typeface="Arial Black" panose="020B0A04020102020204" pitchFamily="34" charset="0"/>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ctr"/>
                      <a:r>
                        <a:rPr lang="en-US" altLang="zh-CN" dirty="0">
                          <a:solidFill>
                            <a:schemeClr val="tx1"/>
                          </a:solidFill>
                          <a:latin typeface="Arial Black" panose="020B0A04020102020204" pitchFamily="34" charset="0"/>
                        </a:rPr>
                        <a:t>7</a:t>
                      </a:r>
                      <a:endParaRPr lang="zh-CN" altLang="en-US" dirty="0">
                        <a:solidFill>
                          <a:schemeClr val="tx1"/>
                        </a:solidFill>
                        <a:latin typeface="Arial Black" panose="020B0A04020102020204" pitchFamily="34" charset="0"/>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ctr"/>
                      <a:r>
                        <a:rPr lang="en-US" altLang="zh-CN" dirty="0">
                          <a:solidFill>
                            <a:schemeClr val="tx1"/>
                          </a:solidFill>
                          <a:latin typeface="Arial Black" panose="020B0A04020102020204" pitchFamily="34" charset="0"/>
                        </a:rPr>
                        <a:t>0</a:t>
                      </a:r>
                      <a:endParaRPr lang="zh-CN" altLang="en-US" dirty="0">
                        <a:solidFill>
                          <a:schemeClr val="tx1"/>
                        </a:solidFill>
                        <a:latin typeface="Arial Black" panose="020B0A04020102020204" pitchFamily="34" charset="0"/>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ctr"/>
                      <a:r>
                        <a:rPr lang="en-US" altLang="zh-CN" dirty="0">
                          <a:solidFill>
                            <a:schemeClr val="tx1"/>
                          </a:solidFill>
                          <a:latin typeface="Arial Black" panose="020B0A04020102020204" pitchFamily="34" charset="0"/>
                        </a:rPr>
                        <a:t>1</a:t>
                      </a:r>
                      <a:endParaRPr lang="zh-CN" altLang="en-US" dirty="0">
                        <a:solidFill>
                          <a:schemeClr val="tx1"/>
                        </a:solidFill>
                        <a:latin typeface="Arial Black" panose="020B0A04020102020204" pitchFamily="34" charset="0"/>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ctr"/>
                      <a:r>
                        <a:rPr lang="en-US" altLang="zh-CN" dirty="0">
                          <a:solidFill>
                            <a:schemeClr val="tx1"/>
                          </a:solidFill>
                          <a:latin typeface="Arial Black" panose="020B0A04020102020204" pitchFamily="34" charset="0"/>
                        </a:rPr>
                        <a:t>2</a:t>
                      </a:r>
                      <a:endParaRPr lang="zh-CN" altLang="en-US" dirty="0">
                        <a:solidFill>
                          <a:schemeClr val="tx1"/>
                        </a:solidFill>
                        <a:latin typeface="Arial Black" panose="020B0A04020102020204" pitchFamily="34" charset="0"/>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ctr"/>
                      <a:r>
                        <a:rPr lang="en-US" altLang="zh-CN" dirty="0">
                          <a:solidFill>
                            <a:schemeClr val="tx1"/>
                          </a:solidFill>
                          <a:latin typeface="Arial Black" panose="020B0A04020102020204" pitchFamily="34" charset="0"/>
                        </a:rPr>
                        <a:t>…</a:t>
                      </a:r>
                      <a:endParaRPr lang="zh-CN" altLang="en-US" dirty="0">
                        <a:solidFill>
                          <a:schemeClr val="tx1"/>
                        </a:solidFill>
                        <a:latin typeface="Arial Black" panose="020B0A04020102020204" pitchFamily="34" charset="0"/>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extLst>
                  <a:ext uri="{0D108BD9-81ED-4DB2-BD59-A6C34878D82A}">
                    <a16:rowId xmlns:a16="http://schemas.microsoft.com/office/drawing/2014/main" val="316235763"/>
                  </a:ext>
                </a:extLst>
              </a:tr>
            </a:tbl>
          </a:graphicData>
        </a:graphic>
      </p:graphicFrame>
      <p:sp>
        <p:nvSpPr>
          <p:cNvPr id="49" name="íşlïḍè">
            <a:extLst>
              <a:ext uri="{FF2B5EF4-FFF2-40B4-BE49-F238E27FC236}">
                <a16:creationId xmlns:a16="http://schemas.microsoft.com/office/drawing/2014/main" id="{84B44B39-A1BD-4956-A1BF-ECB7ACDDA058}"/>
              </a:ext>
            </a:extLst>
          </p:cNvPr>
          <p:cNvSpPr txBox="1"/>
          <p:nvPr/>
        </p:nvSpPr>
        <p:spPr>
          <a:xfrm>
            <a:off x="4164203" y="3287898"/>
            <a:ext cx="3876743" cy="602502"/>
          </a:xfrm>
          <a:prstGeom prst="rect">
            <a:avLst/>
          </a:prstGeom>
          <a:noFill/>
        </p:spPr>
        <p:txBody>
          <a:bodyPr wrap="square" lIns="91440" tIns="45720" rIns="91440" bIns="45720" anchor="ctr">
            <a:noAutofit/>
          </a:bodyPr>
          <a:lstStyle/>
          <a:p>
            <a:pPr algn="ctr"/>
            <a:r>
              <a:rPr lang="zh-CN" altLang="en-US" sz="2800" b="1" dirty="0"/>
              <a:t>无传输差错的情况</a:t>
            </a:r>
            <a:endParaRPr lang="en-US" altLang="zh-CN" sz="2800" b="1" dirty="0"/>
          </a:p>
        </p:txBody>
      </p:sp>
      <p:sp>
        <p:nvSpPr>
          <p:cNvPr id="13" name="矩形 12">
            <a:extLst>
              <a:ext uri="{FF2B5EF4-FFF2-40B4-BE49-F238E27FC236}">
                <a16:creationId xmlns:a16="http://schemas.microsoft.com/office/drawing/2014/main" id="{14642CA0-C4C4-44A5-BD3D-9FB5C2470514}"/>
              </a:ext>
            </a:extLst>
          </p:cNvPr>
          <p:cNvSpPr/>
          <p:nvPr/>
        </p:nvSpPr>
        <p:spPr>
          <a:xfrm>
            <a:off x="2300222" y="5537182"/>
            <a:ext cx="3780000" cy="390966"/>
          </a:xfrm>
          <a:prstGeom prst="rect">
            <a:avLst/>
          </a:prstGeom>
          <a:solidFill>
            <a:schemeClr val="accent3">
              <a:alpha val="74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33" name="矩形 32">
            <a:extLst>
              <a:ext uri="{FF2B5EF4-FFF2-40B4-BE49-F238E27FC236}">
                <a16:creationId xmlns:a16="http://schemas.microsoft.com/office/drawing/2014/main" id="{F9E2BF62-785A-4FB3-A350-5542F9488ABA}"/>
              </a:ext>
            </a:extLst>
          </p:cNvPr>
          <p:cNvSpPr/>
          <p:nvPr/>
        </p:nvSpPr>
        <p:spPr>
          <a:xfrm>
            <a:off x="2302928" y="1838438"/>
            <a:ext cx="3780000" cy="369332"/>
          </a:xfrm>
          <a:prstGeom prst="rect">
            <a:avLst/>
          </a:prstGeom>
          <a:solidFill>
            <a:schemeClr val="accent4">
              <a:alpha val="74000"/>
            </a:schemeClr>
          </a:solidFill>
          <a:ln>
            <a:solidFill>
              <a:schemeClr val="accent4"/>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grpSp>
        <p:nvGrpSpPr>
          <p:cNvPr id="36" name="组合 35">
            <a:extLst>
              <a:ext uri="{FF2B5EF4-FFF2-40B4-BE49-F238E27FC236}">
                <a16:creationId xmlns:a16="http://schemas.microsoft.com/office/drawing/2014/main" id="{BD701017-20B0-4EF7-AD9B-112AC0F2676C}"/>
              </a:ext>
            </a:extLst>
          </p:cNvPr>
          <p:cNvGrpSpPr/>
          <p:nvPr/>
        </p:nvGrpSpPr>
        <p:grpSpPr>
          <a:xfrm>
            <a:off x="463979" y="4054439"/>
            <a:ext cx="708432" cy="1325976"/>
            <a:chOff x="1251044" y="4058101"/>
            <a:chExt cx="708432" cy="1325976"/>
          </a:xfrm>
          <a:solidFill>
            <a:schemeClr val="accent4"/>
          </a:solidFill>
        </p:grpSpPr>
        <p:sp>
          <p:nvSpPr>
            <p:cNvPr id="37" name="矩形 36">
              <a:extLst>
                <a:ext uri="{FF2B5EF4-FFF2-40B4-BE49-F238E27FC236}">
                  <a16:creationId xmlns:a16="http://schemas.microsoft.com/office/drawing/2014/main" id="{F6DECC4A-7B1B-4EA2-B3C5-B561AC39F300}"/>
                </a:ext>
              </a:extLst>
            </p:cNvPr>
            <p:cNvSpPr/>
            <p:nvPr/>
          </p:nvSpPr>
          <p:spPr>
            <a:xfrm>
              <a:off x="1251044" y="4862501"/>
              <a:ext cx="708432" cy="270283"/>
            </a:xfrm>
            <a:prstGeom prst="rect">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46800" rIns="46800" rtlCol="0" anchor="ctr"/>
            <a:lstStyle/>
            <a:p>
              <a:pPr algn="ctr"/>
              <a:r>
                <a:rPr lang="en-US" altLang="zh-CN" b="1" dirty="0"/>
                <a:t>ACK1</a:t>
              </a:r>
              <a:endParaRPr lang="zh-CN" altLang="en-US" b="1" dirty="0"/>
            </a:p>
          </p:txBody>
        </p:sp>
        <p:sp>
          <p:nvSpPr>
            <p:cNvPr id="38" name="矩形 37">
              <a:extLst>
                <a:ext uri="{FF2B5EF4-FFF2-40B4-BE49-F238E27FC236}">
                  <a16:creationId xmlns:a16="http://schemas.microsoft.com/office/drawing/2014/main" id="{BFDFCA26-0FF7-4F87-976A-8F8FF67FCDDA}"/>
                </a:ext>
              </a:extLst>
            </p:cNvPr>
            <p:cNvSpPr/>
            <p:nvPr/>
          </p:nvSpPr>
          <p:spPr>
            <a:xfrm>
              <a:off x="1251044" y="4590628"/>
              <a:ext cx="708432" cy="270283"/>
            </a:xfrm>
            <a:prstGeom prst="rect">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46800" rIns="46800" rtlCol="0" anchor="ctr"/>
            <a:lstStyle/>
            <a:p>
              <a:pPr algn="ctr"/>
              <a:r>
                <a:rPr lang="en-US" altLang="zh-CN" b="1" dirty="0"/>
                <a:t>ACK2</a:t>
              </a:r>
              <a:endParaRPr lang="zh-CN" altLang="en-US" b="1" dirty="0"/>
            </a:p>
          </p:txBody>
        </p:sp>
        <p:sp>
          <p:nvSpPr>
            <p:cNvPr id="39" name="矩形 38">
              <a:extLst>
                <a:ext uri="{FF2B5EF4-FFF2-40B4-BE49-F238E27FC236}">
                  <a16:creationId xmlns:a16="http://schemas.microsoft.com/office/drawing/2014/main" id="{EC14CCA3-893C-4D7C-A3EA-E1DF4D57B9E0}"/>
                </a:ext>
              </a:extLst>
            </p:cNvPr>
            <p:cNvSpPr/>
            <p:nvPr/>
          </p:nvSpPr>
          <p:spPr>
            <a:xfrm>
              <a:off x="1251044" y="4320345"/>
              <a:ext cx="708432" cy="270283"/>
            </a:xfrm>
            <a:prstGeom prst="rect">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46800" rIns="46800" rtlCol="0" anchor="ctr"/>
            <a:lstStyle/>
            <a:p>
              <a:pPr algn="ctr"/>
              <a:r>
                <a:rPr lang="en-US" altLang="zh-CN" b="1" dirty="0"/>
                <a:t>ACK3</a:t>
              </a:r>
              <a:endParaRPr lang="zh-CN" altLang="en-US" b="1" dirty="0"/>
            </a:p>
          </p:txBody>
        </p:sp>
        <p:sp>
          <p:nvSpPr>
            <p:cNvPr id="40" name="矩形 39">
              <a:extLst>
                <a:ext uri="{FF2B5EF4-FFF2-40B4-BE49-F238E27FC236}">
                  <a16:creationId xmlns:a16="http://schemas.microsoft.com/office/drawing/2014/main" id="{1C950279-78A7-4774-B48F-2DE590189C7D}"/>
                </a:ext>
              </a:extLst>
            </p:cNvPr>
            <p:cNvSpPr/>
            <p:nvPr/>
          </p:nvSpPr>
          <p:spPr>
            <a:xfrm>
              <a:off x="1251044" y="4058101"/>
              <a:ext cx="708432" cy="270283"/>
            </a:xfrm>
            <a:prstGeom prst="rect">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46800" rIns="46800" rtlCol="0" anchor="ctr"/>
            <a:lstStyle/>
            <a:p>
              <a:pPr algn="ctr"/>
              <a:r>
                <a:rPr lang="en-US" altLang="zh-CN" b="1" dirty="0"/>
                <a:t>ACK4</a:t>
              </a:r>
              <a:endParaRPr lang="zh-CN" altLang="en-US" b="1" dirty="0"/>
            </a:p>
          </p:txBody>
        </p:sp>
        <p:sp>
          <p:nvSpPr>
            <p:cNvPr id="41" name="矩形 40">
              <a:extLst>
                <a:ext uri="{FF2B5EF4-FFF2-40B4-BE49-F238E27FC236}">
                  <a16:creationId xmlns:a16="http://schemas.microsoft.com/office/drawing/2014/main" id="{CD0452D6-46A9-4AA2-B911-BD287D9E962F}"/>
                </a:ext>
              </a:extLst>
            </p:cNvPr>
            <p:cNvSpPr/>
            <p:nvPr/>
          </p:nvSpPr>
          <p:spPr>
            <a:xfrm>
              <a:off x="1251044" y="5113794"/>
              <a:ext cx="708432" cy="270283"/>
            </a:xfrm>
            <a:prstGeom prst="rect">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46800" rIns="46800" rtlCol="0" anchor="ctr"/>
            <a:lstStyle/>
            <a:p>
              <a:pPr algn="ctr"/>
              <a:r>
                <a:rPr lang="en-US" altLang="zh-CN" b="1" dirty="0"/>
                <a:t>ACK0</a:t>
              </a:r>
              <a:endParaRPr lang="zh-CN" altLang="en-US" b="1" dirty="0"/>
            </a:p>
          </p:txBody>
        </p:sp>
      </p:grpSp>
      <p:sp>
        <p:nvSpPr>
          <p:cNvPr id="34" name="平行四边形 33">
            <a:extLst>
              <a:ext uri="{FF2B5EF4-FFF2-40B4-BE49-F238E27FC236}">
                <a16:creationId xmlns:a16="http://schemas.microsoft.com/office/drawing/2014/main" id="{C844FEDE-314D-CAEF-C951-E2B3210A48E4}"/>
              </a:ext>
            </a:extLst>
          </p:cNvPr>
          <p:cNvSpPr/>
          <p:nvPr/>
        </p:nvSpPr>
        <p:spPr>
          <a:xfrm>
            <a:off x="304799" y="749300"/>
            <a:ext cx="695119" cy="387090"/>
          </a:xfrm>
          <a:prstGeom prst="parallelogram">
            <a:avLst/>
          </a:prstGeom>
          <a:solidFill>
            <a:schemeClr val="accent3">
              <a:lumMod val="75000"/>
            </a:schemeClr>
          </a:solidFill>
          <a:ln>
            <a:solidFill>
              <a:schemeClr val="accent3">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CN" sz="2200" dirty="0">
                <a:latin typeface="Impact" panose="020B0806030902050204" pitchFamily="34" charset="0"/>
              </a:rPr>
              <a:t>04</a:t>
            </a:r>
            <a:endParaRPr lang="zh-CN" altLang="en-US" sz="2200" dirty="0">
              <a:latin typeface="Impact" panose="020B0806030902050204" pitchFamily="34" charset="0"/>
            </a:endParaRPr>
          </a:p>
        </p:txBody>
      </p:sp>
    </p:spTree>
    <p:custDataLst>
      <p:tags r:id="rId1"/>
    </p:custDataLst>
    <p:extLst>
      <p:ext uri="{BB962C8B-B14F-4D97-AF65-F5344CB8AC3E}">
        <p14:creationId xmlns:p14="http://schemas.microsoft.com/office/powerpoint/2010/main" val="4234920554"/>
      </p:ext>
    </p:extLst>
  </p:cSld>
  <p:clrMapOvr>
    <a:masterClrMapping/>
  </p:clrMapOvr>
  <mc:AlternateContent xmlns:mc="http://schemas.openxmlformats.org/markup-compatibility/2006" xmlns:p159="http://schemas.microsoft.com/office/powerpoint/2015/09/main">
    <mc:Choice Requires="p159">
      <p:transition xmlns:p14="http://schemas.microsoft.com/office/powerpoint/2010/main" spd="slow" p14:dur="2000">
        <p159:morph option="byObject"/>
      </p:transition>
    </mc:Choice>
    <mc:Fallback xmlns="">
      <p:transition spd="slow">
        <p:fade/>
      </p:transition>
    </mc:Fallback>
  </mc:AlternateContent>
</p:sld>
</file>

<file path=ppt/slides/slide14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34" name="组合 33">
            <a:extLst>
              <a:ext uri="{FF2B5EF4-FFF2-40B4-BE49-F238E27FC236}">
                <a16:creationId xmlns:a16="http://schemas.microsoft.com/office/drawing/2014/main" id="{129900D2-2731-4403-9652-FB8080C36313}"/>
              </a:ext>
            </a:extLst>
          </p:cNvPr>
          <p:cNvGrpSpPr/>
          <p:nvPr/>
        </p:nvGrpSpPr>
        <p:grpSpPr>
          <a:xfrm>
            <a:off x="6077329" y="5098286"/>
            <a:ext cx="3780000" cy="910796"/>
            <a:chOff x="2302929" y="5098286"/>
            <a:chExt cx="3780000" cy="910796"/>
          </a:xfrm>
        </p:grpSpPr>
        <p:sp>
          <p:nvSpPr>
            <p:cNvPr id="35" name="矩形 34">
              <a:extLst>
                <a:ext uri="{FF2B5EF4-FFF2-40B4-BE49-F238E27FC236}">
                  <a16:creationId xmlns:a16="http://schemas.microsoft.com/office/drawing/2014/main" id="{5BC51824-3C16-4AB7-A87D-50304BD794F1}"/>
                </a:ext>
              </a:extLst>
            </p:cNvPr>
            <p:cNvSpPr/>
            <p:nvPr/>
          </p:nvSpPr>
          <p:spPr>
            <a:xfrm>
              <a:off x="2302929" y="5467618"/>
              <a:ext cx="3780000" cy="541464"/>
            </a:xfrm>
            <a:prstGeom prst="rect">
              <a:avLst/>
            </a:prstGeom>
            <a:solidFill>
              <a:schemeClr val="accent3"/>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mc:AlternateContent xmlns:mc="http://schemas.openxmlformats.org/markup-compatibility/2006" xmlns:a14="http://schemas.microsoft.com/office/drawing/2010/main">
          <mc:Choice Requires="a14">
            <p:sp>
              <p:nvSpPr>
                <p:cNvPr id="42" name="文本框 41">
                  <a:extLst>
                    <a:ext uri="{FF2B5EF4-FFF2-40B4-BE49-F238E27FC236}">
                      <a16:creationId xmlns:a16="http://schemas.microsoft.com/office/drawing/2014/main" id="{54C7BA0D-CA8C-4491-A636-5227565CC4D1}"/>
                    </a:ext>
                  </a:extLst>
                </p:cNvPr>
                <p:cNvSpPr txBox="1"/>
                <p:nvPr/>
              </p:nvSpPr>
              <p:spPr>
                <a:xfrm>
                  <a:off x="3659320" y="5098286"/>
                  <a:ext cx="1067217" cy="369332"/>
                </a:xfrm>
                <a:prstGeom prst="rect">
                  <a:avLst/>
                </a:prstGeom>
                <a:noFill/>
              </p:spPr>
              <p:txBody>
                <a:bodyPr wrap="square">
                  <a:spAutoFit/>
                </a:bodyPr>
                <a:lstStyle/>
                <a:p>
                  <a:pPr/>
                  <a14:m>
                    <m:oMathPara xmlns:m="http://schemas.openxmlformats.org/officeDocument/2006/math">
                      <m:oMathParaPr>
                        <m:jc m:val="centerGroup"/>
                      </m:oMathParaPr>
                      <m:oMath xmlns:m="http://schemas.openxmlformats.org/officeDocument/2006/math">
                        <m:sSub>
                          <m:sSubPr>
                            <m:ctrlPr>
                              <a:rPr lang="en-US" altLang="zh-CN" b="1" i="1" smtClean="0">
                                <a:solidFill>
                                  <a:schemeClr val="accent3"/>
                                </a:solidFill>
                                <a:latin typeface="Cambria Math" panose="02040503050406030204" pitchFamily="18" charset="0"/>
                              </a:rPr>
                            </m:ctrlPr>
                          </m:sSubPr>
                          <m:e>
                            <m:r>
                              <a:rPr lang="en-US" altLang="zh-CN" b="1" i="1" smtClean="0">
                                <a:solidFill>
                                  <a:schemeClr val="accent3"/>
                                </a:solidFill>
                                <a:latin typeface="Cambria Math" panose="02040503050406030204" pitchFamily="18" charset="0"/>
                              </a:rPr>
                              <m:t>𝑾</m:t>
                            </m:r>
                          </m:e>
                          <m:sub>
                            <m:r>
                              <a:rPr lang="en-US" altLang="zh-CN" b="1" i="1" smtClean="0">
                                <a:solidFill>
                                  <a:schemeClr val="accent3"/>
                                </a:solidFill>
                                <a:latin typeface="Cambria Math" panose="02040503050406030204" pitchFamily="18" charset="0"/>
                              </a:rPr>
                              <m:t>𝑻</m:t>
                            </m:r>
                          </m:sub>
                        </m:sSub>
                        <m:r>
                          <a:rPr lang="en-US" altLang="zh-CN" b="1" i="1" smtClean="0">
                            <a:solidFill>
                              <a:schemeClr val="accent3"/>
                            </a:solidFill>
                            <a:latin typeface="Cambria Math" panose="02040503050406030204" pitchFamily="18" charset="0"/>
                          </a:rPr>
                          <m:t>=</m:t>
                        </m:r>
                        <m:r>
                          <a:rPr lang="en-US" altLang="zh-CN" b="1" i="1" smtClean="0">
                            <a:solidFill>
                              <a:schemeClr val="accent3"/>
                            </a:solidFill>
                            <a:latin typeface="Cambria Math" panose="02040503050406030204" pitchFamily="18" charset="0"/>
                          </a:rPr>
                          <m:t>𝟓</m:t>
                        </m:r>
                      </m:oMath>
                    </m:oMathPara>
                  </a14:m>
                  <a:endParaRPr lang="zh-CN" altLang="en-US" dirty="0">
                    <a:solidFill>
                      <a:schemeClr val="accent3"/>
                    </a:solidFill>
                  </a:endParaRPr>
                </a:p>
              </p:txBody>
            </p:sp>
          </mc:Choice>
          <mc:Fallback xmlns="">
            <p:sp>
              <p:nvSpPr>
                <p:cNvPr id="23" name="文本框 22">
                  <a:extLst>
                    <a:ext uri="{FF2B5EF4-FFF2-40B4-BE49-F238E27FC236}">
                      <a16:creationId xmlns:a16="http://schemas.microsoft.com/office/drawing/2014/main" id="{ABC03EEA-26BD-4845-8ACC-3FB7B6DA9132}"/>
                    </a:ext>
                  </a:extLst>
                </p:cNvPr>
                <p:cNvSpPr txBox="1">
                  <a:spLocks noRot="1" noChangeAspect="1" noMove="1" noResize="1" noEditPoints="1" noAdjustHandles="1" noChangeArrowheads="1" noChangeShapeType="1" noTextEdit="1"/>
                </p:cNvSpPr>
                <p:nvPr/>
              </p:nvSpPr>
              <p:spPr>
                <a:xfrm>
                  <a:off x="3659320" y="5098286"/>
                  <a:ext cx="1067217" cy="369332"/>
                </a:xfrm>
                <a:prstGeom prst="rect">
                  <a:avLst/>
                </a:prstGeom>
                <a:blipFill>
                  <a:blip r:embed="rId4"/>
                  <a:stretch>
                    <a:fillRect b="-3279"/>
                  </a:stretch>
                </a:blipFill>
              </p:spPr>
              <p:txBody>
                <a:bodyPr/>
                <a:lstStyle/>
                <a:p>
                  <a:r>
                    <a:rPr lang="zh-CN" altLang="en-US">
                      <a:noFill/>
                    </a:rPr>
                    <a:t> </a:t>
                  </a:r>
                </a:p>
              </p:txBody>
            </p:sp>
          </mc:Fallback>
        </mc:AlternateContent>
      </p:grpSp>
      <p:grpSp>
        <p:nvGrpSpPr>
          <p:cNvPr id="30" name="组合 29">
            <a:extLst>
              <a:ext uri="{FF2B5EF4-FFF2-40B4-BE49-F238E27FC236}">
                <a16:creationId xmlns:a16="http://schemas.microsoft.com/office/drawing/2014/main" id="{DCCB81C0-5B6C-4672-9152-47CCA71BBF06}"/>
              </a:ext>
            </a:extLst>
          </p:cNvPr>
          <p:cNvGrpSpPr/>
          <p:nvPr/>
        </p:nvGrpSpPr>
        <p:grpSpPr>
          <a:xfrm>
            <a:off x="5923520" y="1363110"/>
            <a:ext cx="1067217" cy="917885"/>
            <a:chOff x="2146413" y="1363110"/>
            <a:chExt cx="1067217" cy="917885"/>
          </a:xfrm>
        </p:grpSpPr>
        <p:sp>
          <p:nvSpPr>
            <p:cNvPr id="31" name="矩形 30">
              <a:extLst>
                <a:ext uri="{FF2B5EF4-FFF2-40B4-BE49-F238E27FC236}">
                  <a16:creationId xmlns:a16="http://schemas.microsoft.com/office/drawing/2014/main" id="{A3335B34-39B9-443E-AEF3-1B9E0D1B34D1}"/>
                </a:ext>
              </a:extLst>
            </p:cNvPr>
            <p:cNvSpPr/>
            <p:nvPr/>
          </p:nvSpPr>
          <p:spPr>
            <a:xfrm>
              <a:off x="2300222" y="1739531"/>
              <a:ext cx="759600" cy="541464"/>
            </a:xfrm>
            <a:prstGeom prst="rect">
              <a:avLst/>
            </a:prstGeom>
            <a:solidFill>
              <a:schemeClr val="accent4"/>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mc:AlternateContent xmlns:mc="http://schemas.openxmlformats.org/markup-compatibility/2006" xmlns:a14="http://schemas.microsoft.com/office/drawing/2010/main">
          <mc:Choice Requires="a14">
            <p:sp>
              <p:nvSpPr>
                <p:cNvPr id="32" name="文本框 31">
                  <a:extLst>
                    <a:ext uri="{FF2B5EF4-FFF2-40B4-BE49-F238E27FC236}">
                      <a16:creationId xmlns:a16="http://schemas.microsoft.com/office/drawing/2014/main" id="{B8FEBB5C-3A7D-4AE0-9652-4B7F7DA5F96B}"/>
                    </a:ext>
                  </a:extLst>
                </p:cNvPr>
                <p:cNvSpPr txBox="1"/>
                <p:nvPr/>
              </p:nvSpPr>
              <p:spPr>
                <a:xfrm>
                  <a:off x="2146413" y="1363110"/>
                  <a:ext cx="1067217" cy="369332"/>
                </a:xfrm>
                <a:prstGeom prst="rect">
                  <a:avLst/>
                </a:prstGeom>
                <a:noFill/>
              </p:spPr>
              <p:txBody>
                <a:bodyPr wrap="square">
                  <a:spAutoFit/>
                </a:bodyPr>
                <a:lstStyle/>
                <a:p>
                  <a:pPr/>
                  <a14:m>
                    <m:oMathPara xmlns:m="http://schemas.openxmlformats.org/officeDocument/2006/math">
                      <m:oMathParaPr>
                        <m:jc m:val="centerGroup"/>
                      </m:oMathParaPr>
                      <m:oMath xmlns:m="http://schemas.openxmlformats.org/officeDocument/2006/math">
                        <m:sSub>
                          <m:sSubPr>
                            <m:ctrlPr>
                              <a:rPr lang="en-US" altLang="zh-CN" b="1" i="1" smtClean="0">
                                <a:solidFill>
                                  <a:schemeClr val="accent4"/>
                                </a:solidFill>
                                <a:latin typeface="Cambria Math" panose="02040503050406030204" pitchFamily="18" charset="0"/>
                              </a:rPr>
                            </m:ctrlPr>
                          </m:sSubPr>
                          <m:e>
                            <m:r>
                              <a:rPr lang="en-US" altLang="zh-CN" b="1" i="1" smtClean="0">
                                <a:solidFill>
                                  <a:schemeClr val="accent4"/>
                                </a:solidFill>
                                <a:latin typeface="Cambria Math" panose="02040503050406030204" pitchFamily="18" charset="0"/>
                              </a:rPr>
                              <m:t>𝑾</m:t>
                            </m:r>
                          </m:e>
                          <m:sub>
                            <m:r>
                              <a:rPr lang="en-US" altLang="zh-CN" b="1" i="1" smtClean="0">
                                <a:solidFill>
                                  <a:schemeClr val="accent4"/>
                                </a:solidFill>
                                <a:latin typeface="Cambria Math" panose="02040503050406030204" pitchFamily="18" charset="0"/>
                              </a:rPr>
                              <m:t>𝑹</m:t>
                            </m:r>
                          </m:sub>
                        </m:sSub>
                        <m:r>
                          <a:rPr lang="en-US" altLang="zh-CN" b="1" i="1" smtClean="0">
                            <a:solidFill>
                              <a:schemeClr val="accent4"/>
                            </a:solidFill>
                            <a:latin typeface="Cambria Math" panose="02040503050406030204" pitchFamily="18" charset="0"/>
                          </a:rPr>
                          <m:t>=</m:t>
                        </m:r>
                        <m:r>
                          <a:rPr lang="en-US" altLang="zh-CN" b="1" i="1" smtClean="0">
                            <a:solidFill>
                              <a:schemeClr val="accent4"/>
                            </a:solidFill>
                            <a:latin typeface="Cambria Math" panose="02040503050406030204" pitchFamily="18" charset="0"/>
                          </a:rPr>
                          <m:t>𝟏</m:t>
                        </m:r>
                      </m:oMath>
                    </m:oMathPara>
                  </a14:m>
                  <a:endParaRPr lang="zh-CN" altLang="en-US" dirty="0">
                    <a:solidFill>
                      <a:schemeClr val="accent3"/>
                    </a:solidFill>
                  </a:endParaRPr>
                </a:p>
              </p:txBody>
            </p:sp>
          </mc:Choice>
          <mc:Fallback xmlns="">
            <p:sp>
              <p:nvSpPr>
                <p:cNvPr id="35" name="文本框 34">
                  <a:extLst>
                    <a:ext uri="{FF2B5EF4-FFF2-40B4-BE49-F238E27FC236}">
                      <a16:creationId xmlns:a16="http://schemas.microsoft.com/office/drawing/2014/main" id="{EE98B7EB-F32B-4A4F-9072-DF021D7DCAD9}"/>
                    </a:ext>
                  </a:extLst>
                </p:cNvPr>
                <p:cNvSpPr txBox="1">
                  <a:spLocks noRot="1" noChangeAspect="1" noMove="1" noResize="1" noEditPoints="1" noAdjustHandles="1" noChangeArrowheads="1" noChangeShapeType="1" noTextEdit="1"/>
                </p:cNvSpPr>
                <p:nvPr/>
              </p:nvSpPr>
              <p:spPr>
                <a:xfrm>
                  <a:off x="2146413" y="1363110"/>
                  <a:ext cx="1067217" cy="369332"/>
                </a:xfrm>
                <a:prstGeom prst="rect">
                  <a:avLst/>
                </a:prstGeom>
                <a:blipFill>
                  <a:blip r:embed="rId3"/>
                  <a:stretch>
                    <a:fillRect b="-3333"/>
                  </a:stretch>
                </a:blipFill>
              </p:spPr>
              <p:txBody>
                <a:bodyPr/>
                <a:lstStyle/>
                <a:p>
                  <a:r>
                    <a:rPr lang="zh-CN" altLang="en-US">
                      <a:noFill/>
                    </a:rPr>
                    <a:t> </a:t>
                  </a:r>
                </a:p>
              </p:txBody>
            </p:sp>
          </mc:Fallback>
        </mc:AlternateContent>
      </p:grpSp>
      <p:grpSp>
        <p:nvGrpSpPr>
          <p:cNvPr id="7" name="组合 6">
            <a:extLst>
              <a:ext uri="{FF2B5EF4-FFF2-40B4-BE49-F238E27FC236}">
                <a16:creationId xmlns:a16="http://schemas.microsoft.com/office/drawing/2014/main" id="{00A9CCE1-949C-4E54-97A1-6025FF974983}"/>
              </a:ext>
            </a:extLst>
          </p:cNvPr>
          <p:cNvGrpSpPr/>
          <p:nvPr/>
        </p:nvGrpSpPr>
        <p:grpSpPr>
          <a:xfrm>
            <a:off x="2302929" y="5098286"/>
            <a:ext cx="3780000" cy="910796"/>
            <a:chOff x="2302929" y="5098286"/>
            <a:chExt cx="3780000" cy="910796"/>
          </a:xfrm>
        </p:grpSpPr>
        <p:sp>
          <p:nvSpPr>
            <p:cNvPr id="5" name="矩形 4">
              <a:extLst>
                <a:ext uri="{FF2B5EF4-FFF2-40B4-BE49-F238E27FC236}">
                  <a16:creationId xmlns:a16="http://schemas.microsoft.com/office/drawing/2014/main" id="{ABCDD6AB-497D-42FD-B822-48DB3891082B}"/>
                </a:ext>
              </a:extLst>
            </p:cNvPr>
            <p:cNvSpPr/>
            <p:nvPr/>
          </p:nvSpPr>
          <p:spPr>
            <a:xfrm>
              <a:off x="2302929" y="5467618"/>
              <a:ext cx="3780000" cy="541464"/>
            </a:xfrm>
            <a:prstGeom prst="rect">
              <a:avLst/>
            </a:prstGeom>
            <a:solidFill>
              <a:schemeClr val="accent3"/>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mc:AlternateContent xmlns:mc="http://schemas.openxmlformats.org/markup-compatibility/2006" xmlns:a14="http://schemas.microsoft.com/office/drawing/2010/main">
          <mc:Choice Requires="a14">
            <p:sp>
              <p:nvSpPr>
                <p:cNvPr id="23" name="文本框 22">
                  <a:extLst>
                    <a:ext uri="{FF2B5EF4-FFF2-40B4-BE49-F238E27FC236}">
                      <a16:creationId xmlns:a16="http://schemas.microsoft.com/office/drawing/2014/main" id="{ABC03EEA-26BD-4845-8ACC-3FB7B6DA9132}"/>
                    </a:ext>
                  </a:extLst>
                </p:cNvPr>
                <p:cNvSpPr txBox="1"/>
                <p:nvPr/>
              </p:nvSpPr>
              <p:spPr>
                <a:xfrm>
                  <a:off x="3659320" y="5098286"/>
                  <a:ext cx="1067217" cy="369332"/>
                </a:xfrm>
                <a:prstGeom prst="rect">
                  <a:avLst/>
                </a:prstGeom>
                <a:noFill/>
              </p:spPr>
              <p:txBody>
                <a:bodyPr wrap="square">
                  <a:spAutoFit/>
                </a:bodyPr>
                <a:lstStyle/>
                <a:p>
                  <a:pPr/>
                  <a14:m>
                    <m:oMathPara xmlns:m="http://schemas.openxmlformats.org/officeDocument/2006/math">
                      <m:oMathParaPr>
                        <m:jc m:val="centerGroup"/>
                      </m:oMathParaPr>
                      <m:oMath xmlns:m="http://schemas.openxmlformats.org/officeDocument/2006/math">
                        <m:sSub>
                          <m:sSubPr>
                            <m:ctrlPr>
                              <a:rPr lang="en-US" altLang="zh-CN" b="1" i="1" smtClean="0">
                                <a:solidFill>
                                  <a:schemeClr val="accent3"/>
                                </a:solidFill>
                                <a:latin typeface="Cambria Math" panose="02040503050406030204" pitchFamily="18" charset="0"/>
                              </a:rPr>
                            </m:ctrlPr>
                          </m:sSubPr>
                          <m:e>
                            <m:r>
                              <a:rPr lang="en-US" altLang="zh-CN" b="1" i="1" smtClean="0">
                                <a:solidFill>
                                  <a:schemeClr val="accent3"/>
                                </a:solidFill>
                                <a:latin typeface="Cambria Math" panose="02040503050406030204" pitchFamily="18" charset="0"/>
                              </a:rPr>
                              <m:t>𝑾</m:t>
                            </m:r>
                          </m:e>
                          <m:sub>
                            <m:r>
                              <a:rPr lang="en-US" altLang="zh-CN" b="1" i="1" smtClean="0">
                                <a:solidFill>
                                  <a:schemeClr val="accent3"/>
                                </a:solidFill>
                                <a:latin typeface="Cambria Math" panose="02040503050406030204" pitchFamily="18" charset="0"/>
                              </a:rPr>
                              <m:t>𝑻</m:t>
                            </m:r>
                          </m:sub>
                        </m:sSub>
                        <m:r>
                          <a:rPr lang="en-US" altLang="zh-CN" b="1" i="1" smtClean="0">
                            <a:solidFill>
                              <a:schemeClr val="accent3"/>
                            </a:solidFill>
                            <a:latin typeface="Cambria Math" panose="02040503050406030204" pitchFamily="18" charset="0"/>
                          </a:rPr>
                          <m:t>=</m:t>
                        </m:r>
                        <m:r>
                          <a:rPr lang="en-US" altLang="zh-CN" b="1" i="1" smtClean="0">
                            <a:solidFill>
                              <a:schemeClr val="accent3"/>
                            </a:solidFill>
                            <a:latin typeface="Cambria Math" panose="02040503050406030204" pitchFamily="18" charset="0"/>
                          </a:rPr>
                          <m:t>𝟓</m:t>
                        </m:r>
                      </m:oMath>
                    </m:oMathPara>
                  </a14:m>
                  <a:endParaRPr lang="zh-CN" altLang="en-US" dirty="0">
                    <a:solidFill>
                      <a:schemeClr val="accent3"/>
                    </a:solidFill>
                  </a:endParaRPr>
                </a:p>
              </p:txBody>
            </p:sp>
          </mc:Choice>
          <mc:Fallback xmlns="">
            <p:sp>
              <p:nvSpPr>
                <p:cNvPr id="23" name="文本框 22">
                  <a:extLst>
                    <a:ext uri="{FF2B5EF4-FFF2-40B4-BE49-F238E27FC236}">
                      <a16:creationId xmlns:a16="http://schemas.microsoft.com/office/drawing/2014/main" id="{ABC03EEA-26BD-4845-8ACC-3FB7B6DA9132}"/>
                    </a:ext>
                  </a:extLst>
                </p:cNvPr>
                <p:cNvSpPr txBox="1">
                  <a:spLocks noRot="1" noChangeAspect="1" noMove="1" noResize="1" noEditPoints="1" noAdjustHandles="1" noChangeArrowheads="1" noChangeShapeType="1" noTextEdit="1"/>
                </p:cNvSpPr>
                <p:nvPr/>
              </p:nvSpPr>
              <p:spPr>
                <a:xfrm>
                  <a:off x="3659320" y="5098286"/>
                  <a:ext cx="1067217" cy="369332"/>
                </a:xfrm>
                <a:prstGeom prst="rect">
                  <a:avLst/>
                </a:prstGeom>
                <a:blipFill>
                  <a:blip r:embed="rId4"/>
                  <a:stretch>
                    <a:fillRect b="-3279"/>
                  </a:stretch>
                </a:blipFill>
              </p:spPr>
              <p:txBody>
                <a:bodyPr/>
                <a:lstStyle/>
                <a:p>
                  <a:r>
                    <a:rPr lang="zh-CN" altLang="en-US">
                      <a:noFill/>
                    </a:rPr>
                    <a:t> </a:t>
                  </a:r>
                </a:p>
              </p:txBody>
            </p:sp>
          </mc:Fallback>
        </mc:AlternateContent>
      </p:grpSp>
      <p:grpSp>
        <p:nvGrpSpPr>
          <p:cNvPr id="4" name="组合 3">
            <a:extLst>
              <a:ext uri="{FF2B5EF4-FFF2-40B4-BE49-F238E27FC236}">
                <a16:creationId xmlns:a16="http://schemas.microsoft.com/office/drawing/2014/main" id="{9A1EA9F2-FCB6-48C3-935F-7AE7E3AD14AC}"/>
              </a:ext>
            </a:extLst>
          </p:cNvPr>
          <p:cNvGrpSpPr/>
          <p:nvPr/>
        </p:nvGrpSpPr>
        <p:grpSpPr>
          <a:xfrm>
            <a:off x="304800" y="749300"/>
            <a:ext cx="6192344" cy="400110"/>
            <a:chOff x="424117" y="898245"/>
            <a:chExt cx="6192344" cy="400110"/>
          </a:xfrm>
        </p:grpSpPr>
        <p:sp>
          <p:nvSpPr>
            <p:cNvPr id="2" name="平行四边形 1">
              <a:extLst>
                <a:ext uri="{FF2B5EF4-FFF2-40B4-BE49-F238E27FC236}">
                  <a16:creationId xmlns:a16="http://schemas.microsoft.com/office/drawing/2014/main" id="{1F5BAA3F-9845-4F89-A2DD-8222D3E4EDAC}"/>
                </a:ext>
              </a:extLst>
            </p:cNvPr>
            <p:cNvSpPr/>
            <p:nvPr/>
          </p:nvSpPr>
          <p:spPr>
            <a:xfrm>
              <a:off x="424117" y="898245"/>
              <a:ext cx="628306" cy="387090"/>
            </a:xfrm>
            <a:prstGeom prst="parallelogram">
              <a:avLst/>
            </a:prstGeom>
            <a:solidFill>
              <a:schemeClr val="accent3">
                <a:lumMod val="75000"/>
              </a:schemeClr>
            </a:solidFill>
            <a:ln>
              <a:solidFill>
                <a:schemeClr val="accent3">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CN" sz="2200" dirty="0">
                  <a:latin typeface="Impact" panose="020B0806030902050204" pitchFamily="34" charset="0"/>
                </a:rPr>
                <a:t>01</a:t>
              </a:r>
              <a:endParaRPr lang="zh-CN" altLang="en-US" sz="2200" dirty="0">
                <a:latin typeface="Impact" panose="020B0806030902050204" pitchFamily="34" charset="0"/>
              </a:endParaRPr>
            </a:p>
          </p:txBody>
        </p:sp>
        <p:sp>
          <p:nvSpPr>
            <p:cNvPr id="3" name="文本框 2">
              <a:extLst>
                <a:ext uri="{FF2B5EF4-FFF2-40B4-BE49-F238E27FC236}">
                  <a16:creationId xmlns:a16="http://schemas.microsoft.com/office/drawing/2014/main" id="{4D6BD736-A4D3-4F26-AFED-36E11F50F70B}"/>
                </a:ext>
              </a:extLst>
            </p:cNvPr>
            <p:cNvSpPr txBox="1"/>
            <p:nvPr/>
          </p:nvSpPr>
          <p:spPr>
            <a:xfrm>
              <a:off x="1052423" y="898245"/>
              <a:ext cx="5564038" cy="400110"/>
            </a:xfrm>
            <a:prstGeom prst="rect">
              <a:avLst/>
            </a:prstGeom>
            <a:noFill/>
          </p:spPr>
          <p:txBody>
            <a:bodyPr wrap="square" rtlCol="0">
              <a:spAutoFit/>
            </a:bodyPr>
            <a:lstStyle/>
            <a:p>
              <a:r>
                <a:rPr lang="zh-CN" altLang="en-US" sz="2000" b="1" dirty="0"/>
                <a:t>回退</a:t>
              </a:r>
              <a:r>
                <a:rPr lang="en-US" altLang="zh-CN" sz="2000" b="1" dirty="0"/>
                <a:t>N</a:t>
              </a:r>
              <a:r>
                <a:rPr lang="zh-CN" altLang="en-US" sz="2000" b="1" dirty="0"/>
                <a:t>帧协议</a:t>
              </a:r>
            </a:p>
          </p:txBody>
        </p:sp>
      </p:grpSp>
      <p:grpSp>
        <p:nvGrpSpPr>
          <p:cNvPr id="20" name="组合 19">
            <a:extLst>
              <a:ext uri="{FF2B5EF4-FFF2-40B4-BE49-F238E27FC236}">
                <a16:creationId xmlns:a16="http://schemas.microsoft.com/office/drawing/2014/main" id="{87756F0E-46C2-4571-B23D-C8472E9FD1FB}"/>
              </a:ext>
            </a:extLst>
          </p:cNvPr>
          <p:cNvGrpSpPr/>
          <p:nvPr/>
        </p:nvGrpSpPr>
        <p:grpSpPr>
          <a:xfrm>
            <a:off x="475097" y="1263518"/>
            <a:ext cx="1355161" cy="5114896"/>
            <a:chOff x="475097" y="1263518"/>
            <a:chExt cx="1355161" cy="5114896"/>
          </a:xfrm>
        </p:grpSpPr>
        <p:cxnSp>
          <p:nvCxnSpPr>
            <p:cNvPr id="17" name="直接连接符 16">
              <a:extLst>
                <a:ext uri="{FF2B5EF4-FFF2-40B4-BE49-F238E27FC236}">
                  <a16:creationId xmlns:a16="http://schemas.microsoft.com/office/drawing/2014/main" id="{5A41A17A-7B81-47D8-BDBB-76B8F1AA71D6}"/>
                </a:ext>
              </a:extLst>
            </p:cNvPr>
            <p:cNvCxnSpPr>
              <a:cxnSpLocks/>
            </p:cNvCxnSpPr>
            <p:nvPr/>
          </p:nvCxnSpPr>
          <p:spPr>
            <a:xfrm flipV="1">
              <a:off x="1208367" y="2012996"/>
              <a:ext cx="0" cy="3813858"/>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nvGrpSpPr>
            <p:cNvPr id="9" name="组合 8">
              <a:extLst>
                <a:ext uri="{FF2B5EF4-FFF2-40B4-BE49-F238E27FC236}">
                  <a16:creationId xmlns:a16="http://schemas.microsoft.com/office/drawing/2014/main" id="{A2B5FA1F-35FA-42E7-8D74-E7431B6AAA3C}"/>
                </a:ext>
              </a:extLst>
            </p:cNvPr>
            <p:cNvGrpSpPr/>
            <p:nvPr/>
          </p:nvGrpSpPr>
          <p:grpSpPr>
            <a:xfrm>
              <a:off x="700096" y="5368000"/>
              <a:ext cx="905164" cy="1010414"/>
              <a:chOff x="700096" y="5368000"/>
              <a:chExt cx="905164" cy="1010414"/>
            </a:xfrm>
          </p:grpSpPr>
          <p:pic>
            <p:nvPicPr>
              <p:cNvPr id="214" name="图形 213">
                <a:extLst>
                  <a:ext uri="{FF2B5EF4-FFF2-40B4-BE49-F238E27FC236}">
                    <a16:creationId xmlns:a16="http://schemas.microsoft.com/office/drawing/2014/main" id="{D949CB40-4FF6-4E8C-991B-66D24C6ADF05}"/>
                  </a:ext>
                </a:extLst>
              </p:cNvPr>
              <p:cNvPicPr>
                <a:picLocks noChangeAspect="1"/>
              </p:cNvPicPr>
              <p:nvPr/>
            </p:nvPicPr>
            <p:blipFill>
              <a:blip r:embed="rId5">
                <a:extLst>
                  <a:ext uri="{28A0092B-C50C-407E-A947-70E740481C1C}">
                    <a14:useLocalDpi xmlns:a14="http://schemas.microsoft.com/office/drawing/2010/main" val="0"/>
                  </a:ext>
                  <a:ext uri="{96DAC541-7B7A-43D3-8B79-37D633B846F1}">
                    <asvg:svgBlip xmlns:asvg="http://schemas.microsoft.com/office/drawing/2016/SVG/main" r:embed="rId6"/>
                  </a:ext>
                </a:extLst>
              </a:blip>
              <a:stretch>
                <a:fillRect/>
              </a:stretch>
            </p:blipFill>
            <p:spPr>
              <a:xfrm>
                <a:off x="821271" y="5368000"/>
                <a:ext cx="662814" cy="641082"/>
              </a:xfrm>
              <a:prstGeom prst="rect">
                <a:avLst/>
              </a:prstGeom>
            </p:spPr>
          </p:pic>
          <p:sp>
            <p:nvSpPr>
              <p:cNvPr id="218" name="文本框 217">
                <a:extLst>
                  <a:ext uri="{FF2B5EF4-FFF2-40B4-BE49-F238E27FC236}">
                    <a16:creationId xmlns:a16="http://schemas.microsoft.com/office/drawing/2014/main" id="{584D12FE-712D-432B-A48B-3084189F6B6C}"/>
                  </a:ext>
                </a:extLst>
              </p:cNvPr>
              <p:cNvSpPr txBox="1"/>
              <p:nvPr/>
            </p:nvSpPr>
            <p:spPr>
              <a:xfrm>
                <a:off x="700096" y="6009082"/>
                <a:ext cx="905164" cy="369332"/>
              </a:xfrm>
              <a:prstGeom prst="rect">
                <a:avLst/>
              </a:prstGeom>
              <a:noFill/>
            </p:spPr>
            <p:txBody>
              <a:bodyPr wrap="square" rtlCol="0">
                <a:spAutoFit/>
              </a:bodyPr>
              <a:lstStyle/>
              <a:p>
                <a:r>
                  <a:rPr lang="zh-CN" altLang="en-US" b="1" dirty="0">
                    <a:latin typeface="+mn-ea"/>
                  </a:rPr>
                  <a:t>发送方</a:t>
                </a:r>
              </a:p>
            </p:txBody>
          </p:sp>
        </p:grpSp>
        <p:grpSp>
          <p:nvGrpSpPr>
            <p:cNvPr id="8" name="组合 7">
              <a:extLst>
                <a:ext uri="{FF2B5EF4-FFF2-40B4-BE49-F238E27FC236}">
                  <a16:creationId xmlns:a16="http://schemas.microsoft.com/office/drawing/2014/main" id="{0ACAF080-95D4-4F76-A817-06EA84E449C9}"/>
                </a:ext>
              </a:extLst>
            </p:cNvPr>
            <p:cNvGrpSpPr/>
            <p:nvPr/>
          </p:nvGrpSpPr>
          <p:grpSpPr>
            <a:xfrm>
              <a:off x="878301" y="1263518"/>
              <a:ext cx="905164" cy="1027908"/>
              <a:chOff x="878301" y="1390382"/>
              <a:chExt cx="905164" cy="1027908"/>
            </a:xfrm>
          </p:grpSpPr>
          <p:pic>
            <p:nvPicPr>
              <p:cNvPr id="210" name="图形 209">
                <a:extLst>
                  <a:ext uri="{FF2B5EF4-FFF2-40B4-BE49-F238E27FC236}">
                    <a16:creationId xmlns:a16="http://schemas.microsoft.com/office/drawing/2014/main" id="{61E01467-74F7-469C-BAD5-DFFB1234E440}"/>
                  </a:ext>
                </a:extLst>
              </p:cNvPr>
              <p:cNvPicPr>
                <a:picLocks noChangeAspect="1"/>
              </p:cNvPicPr>
              <p:nvPr/>
            </p:nvPicPr>
            <p:blipFill>
              <a:blip r:embed="rId7">
                <a:extLst>
                  <a:ext uri="{28A0092B-C50C-407E-A947-70E740481C1C}">
                    <a14:useLocalDpi xmlns:a14="http://schemas.microsoft.com/office/drawing/2010/main" val="0"/>
                  </a:ext>
                  <a:ext uri="{96DAC541-7B7A-43D3-8B79-37D633B846F1}">
                    <asvg:svgBlip xmlns:asvg="http://schemas.microsoft.com/office/drawing/2016/SVG/main" r:embed="rId8"/>
                  </a:ext>
                </a:extLst>
              </a:blip>
              <a:stretch>
                <a:fillRect/>
              </a:stretch>
            </p:blipFill>
            <p:spPr>
              <a:xfrm>
                <a:off x="984826" y="1759714"/>
                <a:ext cx="501772" cy="658576"/>
              </a:xfrm>
              <a:prstGeom prst="rect">
                <a:avLst/>
              </a:prstGeom>
            </p:spPr>
          </p:pic>
          <p:sp>
            <p:nvSpPr>
              <p:cNvPr id="219" name="文本框 218">
                <a:extLst>
                  <a:ext uri="{FF2B5EF4-FFF2-40B4-BE49-F238E27FC236}">
                    <a16:creationId xmlns:a16="http://schemas.microsoft.com/office/drawing/2014/main" id="{B105E330-42F6-4FA8-914C-123FFA0756D5}"/>
                  </a:ext>
                </a:extLst>
              </p:cNvPr>
              <p:cNvSpPr txBox="1"/>
              <p:nvPr/>
            </p:nvSpPr>
            <p:spPr>
              <a:xfrm>
                <a:off x="878301" y="1390382"/>
                <a:ext cx="905164" cy="369332"/>
              </a:xfrm>
              <a:prstGeom prst="rect">
                <a:avLst/>
              </a:prstGeom>
              <a:noFill/>
            </p:spPr>
            <p:txBody>
              <a:bodyPr wrap="square" rtlCol="0">
                <a:spAutoFit/>
              </a:bodyPr>
              <a:lstStyle/>
              <a:p>
                <a:r>
                  <a:rPr lang="zh-CN" altLang="en-US" b="1" dirty="0">
                    <a:latin typeface="+mn-ea"/>
                  </a:rPr>
                  <a:t>接收方</a:t>
                </a:r>
              </a:p>
            </p:txBody>
          </p:sp>
        </p:grpSp>
        <p:sp>
          <p:nvSpPr>
            <p:cNvPr id="57" name="云形 56">
              <a:extLst>
                <a:ext uri="{FF2B5EF4-FFF2-40B4-BE49-F238E27FC236}">
                  <a16:creationId xmlns:a16="http://schemas.microsoft.com/office/drawing/2014/main" id="{8D58A5DA-48AF-4D62-A0E1-92B6F8CBE1F4}"/>
                </a:ext>
              </a:extLst>
            </p:cNvPr>
            <p:cNvSpPr/>
            <p:nvPr/>
          </p:nvSpPr>
          <p:spPr>
            <a:xfrm>
              <a:off x="475097" y="3429014"/>
              <a:ext cx="1355161" cy="801398"/>
            </a:xfrm>
            <a:prstGeom prst="cloud">
              <a:avLst/>
            </a:prstGeom>
            <a:solidFill>
              <a:schemeClr val="bg1">
                <a:lumMod val="85000"/>
              </a:schemeClr>
            </a:solidFill>
            <a:ln>
              <a:solidFill>
                <a:schemeClr val="bg1">
                  <a:lumMod val="85000"/>
                </a:schemeClr>
              </a:solidFill>
            </a:ln>
          </p:spPr>
          <p:style>
            <a:lnRef idx="2">
              <a:schemeClr val="accent3">
                <a:shade val="50000"/>
              </a:schemeClr>
            </a:lnRef>
            <a:fillRef idx="1">
              <a:schemeClr val="accent3"/>
            </a:fillRef>
            <a:effectRef idx="0">
              <a:schemeClr val="accent3"/>
            </a:effectRef>
            <a:fontRef idx="minor">
              <a:schemeClr val="lt1"/>
            </a:fontRef>
          </p:style>
          <p:txBody>
            <a:bodyPr rtlCol="0" anchor="ctr"/>
            <a:lstStyle/>
            <a:p>
              <a:pPr algn="ctr"/>
              <a:r>
                <a:rPr lang="zh-CN" altLang="en-US" b="1" dirty="0">
                  <a:solidFill>
                    <a:schemeClr val="tx1"/>
                  </a:solidFill>
                  <a:latin typeface="+mn-ea"/>
                </a:rPr>
                <a:t>因特网</a:t>
              </a:r>
            </a:p>
          </p:txBody>
        </p:sp>
      </p:grpSp>
      <p:graphicFrame>
        <p:nvGraphicFramePr>
          <p:cNvPr id="21" name="表格 21">
            <a:extLst>
              <a:ext uri="{FF2B5EF4-FFF2-40B4-BE49-F238E27FC236}">
                <a16:creationId xmlns:a16="http://schemas.microsoft.com/office/drawing/2014/main" id="{CE497585-4F97-4F44-9ABE-D7BBA16B40E0}"/>
              </a:ext>
            </a:extLst>
          </p:cNvPr>
          <p:cNvGraphicFramePr>
            <a:graphicFrameLocks noGrp="1"/>
          </p:cNvGraphicFramePr>
          <p:nvPr/>
        </p:nvGraphicFramePr>
        <p:xfrm>
          <a:off x="2302929" y="5557308"/>
          <a:ext cx="9067800" cy="370840"/>
        </p:xfrm>
        <a:graphic>
          <a:graphicData uri="http://schemas.openxmlformats.org/drawingml/2006/table">
            <a:tbl>
              <a:tblPr firstRow="1" bandRow="1">
                <a:tableStyleId>{5C22544A-7EE6-4342-B048-85BDC9FD1C3A}</a:tableStyleId>
              </a:tblPr>
              <a:tblGrid>
                <a:gridCol w="755650">
                  <a:extLst>
                    <a:ext uri="{9D8B030D-6E8A-4147-A177-3AD203B41FA5}">
                      <a16:colId xmlns:a16="http://schemas.microsoft.com/office/drawing/2014/main" val="877486509"/>
                    </a:ext>
                  </a:extLst>
                </a:gridCol>
                <a:gridCol w="755650">
                  <a:extLst>
                    <a:ext uri="{9D8B030D-6E8A-4147-A177-3AD203B41FA5}">
                      <a16:colId xmlns:a16="http://schemas.microsoft.com/office/drawing/2014/main" val="3548605817"/>
                    </a:ext>
                  </a:extLst>
                </a:gridCol>
                <a:gridCol w="755650">
                  <a:extLst>
                    <a:ext uri="{9D8B030D-6E8A-4147-A177-3AD203B41FA5}">
                      <a16:colId xmlns:a16="http://schemas.microsoft.com/office/drawing/2014/main" val="2881812895"/>
                    </a:ext>
                  </a:extLst>
                </a:gridCol>
                <a:gridCol w="755650">
                  <a:extLst>
                    <a:ext uri="{9D8B030D-6E8A-4147-A177-3AD203B41FA5}">
                      <a16:colId xmlns:a16="http://schemas.microsoft.com/office/drawing/2014/main" val="3682284582"/>
                    </a:ext>
                  </a:extLst>
                </a:gridCol>
                <a:gridCol w="755650">
                  <a:extLst>
                    <a:ext uri="{9D8B030D-6E8A-4147-A177-3AD203B41FA5}">
                      <a16:colId xmlns:a16="http://schemas.microsoft.com/office/drawing/2014/main" val="500127722"/>
                    </a:ext>
                  </a:extLst>
                </a:gridCol>
                <a:gridCol w="755650">
                  <a:extLst>
                    <a:ext uri="{9D8B030D-6E8A-4147-A177-3AD203B41FA5}">
                      <a16:colId xmlns:a16="http://schemas.microsoft.com/office/drawing/2014/main" val="2946259618"/>
                    </a:ext>
                  </a:extLst>
                </a:gridCol>
                <a:gridCol w="755650">
                  <a:extLst>
                    <a:ext uri="{9D8B030D-6E8A-4147-A177-3AD203B41FA5}">
                      <a16:colId xmlns:a16="http://schemas.microsoft.com/office/drawing/2014/main" val="171501986"/>
                    </a:ext>
                  </a:extLst>
                </a:gridCol>
                <a:gridCol w="755650">
                  <a:extLst>
                    <a:ext uri="{9D8B030D-6E8A-4147-A177-3AD203B41FA5}">
                      <a16:colId xmlns:a16="http://schemas.microsoft.com/office/drawing/2014/main" val="1667185265"/>
                    </a:ext>
                  </a:extLst>
                </a:gridCol>
                <a:gridCol w="755650">
                  <a:extLst>
                    <a:ext uri="{9D8B030D-6E8A-4147-A177-3AD203B41FA5}">
                      <a16:colId xmlns:a16="http://schemas.microsoft.com/office/drawing/2014/main" val="4258211808"/>
                    </a:ext>
                  </a:extLst>
                </a:gridCol>
                <a:gridCol w="755650">
                  <a:extLst>
                    <a:ext uri="{9D8B030D-6E8A-4147-A177-3AD203B41FA5}">
                      <a16:colId xmlns:a16="http://schemas.microsoft.com/office/drawing/2014/main" val="1794200575"/>
                    </a:ext>
                  </a:extLst>
                </a:gridCol>
                <a:gridCol w="755650">
                  <a:extLst>
                    <a:ext uri="{9D8B030D-6E8A-4147-A177-3AD203B41FA5}">
                      <a16:colId xmlns:a16="http://schemas.microsoft.com/office/drawing/2014/main" val="4230716487"/>
                    </a:ext>
                  </a:extLst>
                </a:gridCol>
                <a:gridCol w="755650">
                  <a:extLst>
                    <a:ext uri="{9D8B030D-6E8A-4147-A177-3AD203B41FA5}">
                      <a16:colId xmlns:a16="http://schemas.microsoft.com/office/drawing/2014/main" val="56153739"/>
                    </a:ext>
                  </a:extLst>
                </a:gridCol>
              </a:tblGrid>
              <a:tr h="370840">
                <a:tc>
                  <a:txBody>
                    <a:bodyPr/>
                    <a:lstStyle/>
                    <a:p>
                      <a:pPr algn="ctr"/>
                      <a:r>
                        <a:rPr lang="en-US" altLang="zh-CN" dirty="0">
                          <a:solidFill>
                            <a:schemeClr val="tx1"/>
                          </a:solidFill>
                          <a:latin typeface="Arial Black" panose="020B0A04020102020204" pitchFamily="34" charset="0"/>
                        </a:rPr>
                        <a:t>0</a:t>
                      </a:r>
                      <a:endParaRPr lang="zh-CN" altLang="en-US" dirty="0">
                        <a:solidFill>
                          <a:schemeClr val="tx1"/>
                        </a:solidFill>
                        <a:latin typeface="Arial Black" panose="020B0A04020102020204" pitchFamily="34" charset="0"/>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ctr"/>
                      <a:r>
                        <a:rPr lang="en-US" altLang="zh-CN" dirty="0">
                          <a:solidFill>
                            <a:schemeClr val="tx1"/>
                          </a:solidFill>
                          <a:latin typeface="Arial Black" panose="020B0A04020102020204" pitchFamily="34" charset="0"/>
                        </a:rPr>
                        <a:t>1</a:t>
                      </a:r>
                      <a:endParaRPr lang="zh-CN" altLang="en-US" dirty="0">
                        <a:solidFill>
                          <a:schemeClr val="tx1"/>
                        </a:solidFill>
                        <a:latin typeface="Arial Black" panose="020B0A04020102020204" pitchFamily="34" charset="0"/>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ctr"/>
                      <a:r>
                        <a:rPr lang="en-US" altLang="zh-CN" dirty="0">
                          <a:solidFill>
                            <a:schemeClr val="tx1"/>
                          </a:solidFill>
                          <a:latin typeface="Arial Black" panose="020B0A04020102020204" pitchFamily="34" charset="0"/>
                        </a:rPr>
                        <a:t>2</a:t>
                      </a:r>
                      <a:endParaRPr lang="zh-CN" altLang="en-US" dirty="0">
                        <a:solidFill>
                          <a:schemeClr val="tx1"/>
                        </a:solidFill>
                        <a:latin typeface="Arial Black" panose="020B0A04020102020204" pitchFamily="34" charset="0"/>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ctr"/>
                      <a:r>
                        <a:rPr lang="en-US" altLang="zh-CN" dirty="0">
                          <a:solidFill>
                            <a:schemeClr val="tx1"/>
                          </a:solidFill>
                          <a:latin typeface="Arial Black" panose="020B0A04020102020204" pitchFamily="34" charset="0"/>
                        </a:rPr>
                        <a:t>3</a:t>
                      </a:r>
                      <a:endParaRPr lang="zh-CN" altLang="en-US" dirty="0">
                        <a:solidFill>
                          <a:schemeClr val="tx1"/>
                        </a:solidFill>
                        <a:latin typeface="Arial Black" panose="020B0A04020102020204" pitchFamily="34" charset="0"/>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ctr"/>
                      <a:r>
                        <a:rPr lang="en-US" altLang="zh-CN" dirty="0">
                          <a:solidFill>
                            <a:schemeClr val="tx1"/>
                          </a:solidFill>
                          <a:latin typeface="Arial Black" panose="020B0A04020102020204" pitchFamily="34" charset="0"/>
                        </a:rPr>
                        <a:t>4</a:t>
                      </a:r>
                      <a:endParaRPr lang="zh-CN" altLang="en-US" dirty="0">
                        <a:solidFill>
                          <a:schemeClr val="tx1"/>
                        </a:solidFill>
                        <a:latin typeface="Arial Black" panose="020B0A04020102020204" pitchFamily="34" charset="0"/>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ctr"/>
                      <a:r>
                        <a:rPr lang="en-US" altLang="zh-CN" dirty="0">
                          <a:solidFill>
                            <a:schemeClr val="tx1"/>
                          </a:solidFill>
                          <a:latin typeface="Arial Black" panose="020B0A04020102020204" pitchFamily="34" charset="0"/>
                        </a:rPr>
                        <a:t>5</a:t>
                      </a:r>
                      <a:endParaRPr lang="zh-CN" altLang="en-US" dirty="0">
                        <a:solidFill>
                          <a:schemeClr val="tx1"/>
                        </a:solidFill>
                        <a:latin typeface="Arial Black" panose="020B0A04020102020204" pitchFamily="34" charset="0"/>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ctr"/>
                      <a:r>
                        <a:rPr lang="en-US" altLang="zh-CN" dirty="0">
                          <a:solidFill>
                            <a:schemeClr val="tx1"/>
                          </a:solidFill>
                          <a:latin typeface="Arial Black" panose="020B0A04020102020204" pitchFamily="34" charset="0"/>
                        </a:rPr>
                        <a:t>6</a:t>
                      </a:r>
                      <a:endParaRPr lang="zh-CN" altLang="en-US" dirty="0">
                        <a:solidFill>
                          <a:schemeClr val="tx1"/>
                        </a:solidFill>
                        <a:latin typeface="Arial Black" panose="020B0A04020102020204" pitchFamily="34" charset="0"/>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ctr"/>
                      <a:r>
                        <a:rPr lang="en-US" altLang="zh-CN" dirty="0">
                          <a:solidFill>
                            <a:schemeClr val="tx1"/>
                          </a:solidFill>
                          <a:latin typeface="Arial Black" panose="020B0A04020102020204" pitchFamily="34" charset="0"/>
                        </a:rPr>
                        <a:t>7</a:t>
                      </a:r>
                      <a:endParaRPr lang="zh-CN" altLang="en-US" dirty="0">
                        <a:solidFill>
                          <a:schemeClr val="tx1"/>
                        </a:solidFill>
                        <a:latin typeface="Arial Black" panose="020B0A04020102020204" pitchFamily="34" charset="0"/>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ctr"/>
                      <a:r>
                        <a:rPr lang="en-US" altLang="zh-CN" dirty="0">
                          <a:solidFill>
                            <a:schemeClr val="tx1"/>
                          </a:solidFill>
                          <a:latin typeface="Arial Black" panose="020B0A04020102020204" pitchFamily="34" charset="0"/>
                        </a:rPr>
                        <a:t>0</a:t>
                      </a:r>
                      <a:endParaRPr lang="zh-CN" altLang="en-US" dirty="0">
                        <a:solidFill>
                          <a:schemeClr val="tx1"/>
                        </a:solidFill>
                        <a:latin typeface="Arial Black" panose="020B0A04020102020204" pitchFamily="34" charset="0"/>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ctr"/>
                      <a:r>
                        <a:rPr lang="en-US" altLang="zh-CN" dirty="0">
                          <a:solidFill>
                            <a:schemeClr val="tx1"/>
                          </a:solidFill>
                          <a:latin typeface="Arial Black" panose="020B0A04020102020204" pitchFamily="34" charset="0"/>
                        </a:rPr>
                        <a:t>1</a:t>
                      </a:r>
                      <a:endParaRPr lang="zh-CN" altLang="en-US" dirty="0">
                        <a:solidFill>
                          <a:schemeClr val="tx1"/>
                        </a:solidFill>
                        <a:latin typeface="Arial Black" panose="020B0A04020102020204" pitchFamily="34" charset="0"/>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ctr"/>
                      <a:r>
                        <a:rPr lang="en-US" altLang="zh-CN" dirty="0">
                          <a:solidFill>
                            <a:schemeClr val="tx1"/>
                          </a:solidFill>
                          <a:latin typeface="Arial Black" panose="020B0A04020102020204" pitchFamily="34" charset="0"/>
                        </a:rPr>
                        <a:t>2</a:t>
                      </a:r>
                      <a:endParaRPr lang="zh-CN" altLang="en-US" dirty="0">
                        <a:solidFill>
                          <a:schemeClr val="tx1"/>
                        </a:solidFill>
                        <a:latin typeface="Arial Black" panose="020B0A04020102020204" pitchFamily="34" charset="0"/>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ctr"/>
                      <a:r>
                        <a:rPr lang="en-US" altLang="zh-CN" dirty="0">
                          <a:solidFill>
                            <a:schemeClr val="tx1"/>
                          </a:solidFill>
                          <a:latin typeface="Arial Black" panose="020B0A04020102020204" pitchFamily="34" charset="0"/>
                        </a:rPr>
                        <a:t>…</a:t>
                      </a:r>
                      <a:endParaRPr lang="zh-CN" altLang="en-US" dirty="0">
                        <a:solidFill>
                          <a:schemeClr val="tx1"/>
                        </a:solidFill>
                        <a:latin typeface="Arial Black" panose="020B0A04020102020204" pitchFamily="34" charset="0"/>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extLst>
                  <a:ext uri="{0D108BD9-81ED-4DB2-BD59-A6C34878D82A}">
                    <a16:rowId xmlns:a16="http://schemas.microsoft.com/office/drawing/2014/main" val="316235763"/>
                  </a:ext>
                </a:extLst>
              </a:tr>
            </a:tbl>
          </a:graphicData>
        </a:graphic>
      </p:graphicFrame>
      <p:graphicFrame>
        <p:nvGraphicFramePr>
          <p:cNvPr id="68" name="表格 21">
            <a:extLst>
              <a:ext uri="{FF2B5EF4-FFF2-40B4-BE49-F238E27FC236}">
                <a16:creationId xmlns:a16="http://schemas.microsoft.com/office/drawing/2014/main" id="{D9B4273D-C94E-42E6-A39B-908C6FA1D8AF}"/>
              </a:ext>
            </a:extLst>
          </p:cNvPr>
          <p:cNvGraphicFramePr>
            <a:graphicFrameLocks noGrp="1"/>
          </p:cNvGraphicFramePr>
          <p:nvPr/>
        </p:nvGraphicFramePr>
        <p:xfrm>
          <a:off x="2302929" y="1827576"/>
          <a:ext cx="9067800" cy="370840"/>
        </p:xfrm>
        <a:graphic>
          <a:graphicData uri="http://schemas.openxmlformats.org/drawingml/2006/table">
            <a:tbl>
              <a:tblPr firstRow="1" bandRow="1">
                <a:tableStyleId>{5C22544A-7EE6-4342-B048-85BDC9FD1C3A}</a:tableStyleId>
              </a:tblPr>
              <a:tblGrid>
                <a:gridCol w="755650">
                  <a:extLst>
                    <a:ext uri="{9D8B030D-6E8A-4147-A177-3AD203B41FA5}">
                      <a16:colId xmlns:a16="http://schemas.microsoft.com/office/drawing/2014/main" val="877486509"/>
                    </a:ext>
                  </a:extLst>
                </a:gridCol>
                <a:gridCol w="755650">
                  <a:extLst>
                    <a:ext uri="{9D8B030D-6E8A-4147-A177-3AD203B41FA5}">
                      <a16:colId xmlns:a16="http://schemas.microsoft.com/office/drawing/2014/main" val="3548605817"/>
                    </a:ext>
                  </a:extLst>
                </a:gridCol>
                <a:gridCol w="755650">
                  <a:extLst>
                    <a:ext uri="{9D8B030D-6E8A-4147-A177-3AD203B41FA5}">
                      <a16:colId xmlns:a16="http://schemas.microsoft.com/office/drawing/2014/main" val="2881812895"/>
                    </a:ext>
                  </a:extLst>
                </a:gridCol>
                <a:gridCol w="755650">
                  <a:extLst>
                    <a:ext uri="{9D8B030D-6E8A-4147-A177-3AD203B41FA5}">
                      <a16:colId xmlns:a16="http://schemas.microsoft.com/office/drawing/2014/main" val="3682284582"/>
                    </a:ext>
                  </a:extLst>
                </a:gridCol>
                <a:gridCol w="755650">
                  <a:extLst>
                    <a:ext uri="{9D8B030D-6E8A-4147-A177-3AD203B41FA5}">
                      <a16:colId xmlns:a16="http://schemas.microsoft.com/office/drawing/2014/main" val="500127722"/>
                    </a:ext>
                  </a:extLst>
                </a:gridCol>
                <a:gridCol w="755650">
                  <a:extLst>
                    <a:ext uri="{9D8B030D-6E8A-4147-A177-3AD203B41FA5}">
                      <a16:colId xmlns:a16="http://schemas.microsoft.com/office/drawing/2014/main" val="2946259618"/>
                    </a:ext>
                  </a:extLst>
                </a:gridCol>
                <a:gridCol w="755650">
                  <a:extLst>
                    <a:ext uri="{9D8B030D-6E8A-4147-A177-3AD203B41FA5}">
                      <a16:colId xmlns:a16="http://schemas.microsoft.com/office/drawing/2014/main" val="171501986"/>
                    </a:ext>
                  </a:extLst>
                </a:gridCol>
                <a:gridCol w="755650">
                  <a:extLst>
                    <a:ext uri="{9D8B030D-6E8A-4147-A177-3AD203B41FA5}">
                      <a16:colId xmlns:a16="http://schemas.microsoft.com/office/drawing/2014/main" val="1667185265"/>
                    </a:ext>
                  </a:extLst>
                </a:gridCol>
                <a:gridCol w="755650">
                  <a:extLst>
                    <a:ext uri="{9D8B030D-6E8A-4147-A177-3AD203B41FA5}">
                      <a16:colId xmlns:a16="http://schemas.microsoft.com/office/drawing/2014/main" val="4258211808"/>
                    </a:ext>
                  </a:extLst>
                </a:gridCol>
                <a:gridCol w="755650">
                  <a:extLst>
                    <a:ext uri="{9D8B030D-6E8A-4147-A177-3AD203B41FA5}">
                      <a16:colId xmlns:a16="http://schemas.microsoft.com/office/drawing/2014/main" val="1794200575"/>
                    </a:ext>
                  </a:extLst>
                </a:gridCol>
                <a:gridCol w="755650">
                  <a:extLst>
                    <a:ext uri="{9D8B030D-6E8A-4147-A177-3AD203B41FA5}">
                      <a16:colId xmlns:a16="http://schemas.microsoft.com/office/drawing/2014/main" val="4230716487"/>
                    </a:ext>
                  </a:extLst>
                </a:gridCol>
                <a:gridCol w="755650">
                  <a:extLst>
                    <a:ext uri="{9D8B030D-6E8A-4147-A177-3AD203B41FA5}">
                      <a16:colId xmlns:a16="http://schemas.microsoft.com/office/drawing/2014/main" val="56153739"/>
                    </a:ext>
                  </a:extLst>
                </a:gridCol>
              </a:tblGrid>
              <a:tr h="370840">
                <a:tc>
                  <a:txBody>
                    <a:bodyPr/>
                    <a:lstStyle/>
                    <a:p>
                      <a:pPr algn="ctr"/>
                      <a:r>
                        <a:rPr lang="en-US" altLang="zh-CN" dirty="0">
                          <a:solidFill>
                            <a:schemeClr val="tx1"/>
                          </a:solidFill>
                          <a:latin typeface="Arial Black" panose="020B0A04020102020204" pitchFamily="34" charset="0"/>
                        </a:rPr>
                        <a:t>0</a:t>
                      </a:r>
                      <a:endParaRPr lang="zh-CN" altLang="en-US" dirty="0">
                        <a:solidFill>
                          <a:schemeClr val="tx1"/>
                        </a:solidFill>
                        <a:latin typeface="Arial Black" panose="020B0A04020102020204" pitchFamily="34" charset="0"/>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ctr"/>
                      <a:r>
                        <a:rPr lang="en-US" altLang="zh-CN" dirty="0">
                          <a:solidFill>
                            <a:schemeClr val="tx1"/>
                          </a:solidFill>
                          <a:latin typeface="Arial Black" panose="020B0A04020102020204" pitchFamily="34" charset="0"/>
                        </a:rPr>
                        <a:t>1</a:t>
                      </a:r>
                      <a:endParaRPr lang="zh-CN" altLang="en-US" dirty="0">
                        <a:solidFill>
                          <a:schemeClr val="tx1"/>
                        </a:solidFill>
                        <a:latin typeface="Arial Black" panose="020B0A04020102020204" pitchFamily="34" charset="0"/>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ctr"/>
                      <a:r>
                        <a:rPr lang="en-US" altLang="zh-CN" dirty="0">
                          <a:solidFill>
                            <a:schemeClr val="tx1"/>
                          </a:solidFill>
                          <a:latin typeface="Arial Black" panose="020B0A04020102020204" pitchFamily="34" charset="0"/>
                        </a:rPr>
                        <a:t>2</a:t>
                      </a:r>
                      <a:endParaRPr lang="zh-CN" altLang="en-US" dirty="0">
                        <a:solidFill>
                          <a:schemeClr val="tx1"/>
                        </a:solidFill>
                        <a:latin typeface="Arial Black" panose="020B0A04020102020204" pitchFamily="34" charset="0"/>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ctr"/>
                      <a:r>
                        <a:rPr lang="en-US" altLang="zh-CN" dirty="0">
                          <a:solidFill>
                            <a:schemeClr val="tx1"/>
                          </a:solidFill>
                          <a:latin typeface="Arial Black" panose="020B0A04020102020204" pitchFamily="34" charset="0"/>
                        </a:rPr>
                        <a:t>3</a:t>
                      </a:r>
                      <a:endParaRPr lang="zh-CN" altLang="en-US" dirty="0">
                        <a:solidFill>
                          <a:schemeClr val="tx1"/>
                        </a:solidFill>
                        <a:latin typeface="Arial Black" panose="020B0A04020102020204" pitchFamily="34" charset="0"/>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ctr"/>
                      <a:r>
                        <a:rPr lang="en-US" altLang="zh-CN" dirty="0">
                          <a:solidFill>
                            <a:schemeClr val="tx1"/>
                          </a:solidFill>
                          <a:latin typeface="Arial Black" panose="020B0A04020102020204" pitchFamily="34" charset="0"/>
                        </a:rPr>
                        <a:t>4</a:t>
                      </a:r>
                      <a:endParaRPr lang="zh-CN" altLang="en-US" dirty="0">
                        <a:solidFill>
                          <a:schemeClr val="tx1"/>
                        </a:solidFill>
                        <a:latin typeface="Arial Black" panose="020B0A04020102020204" pitchFamily="34" charset="0"/>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ctr"/>
                      <a:r>
                        <a:rPr lang="en-US" altLang="zh-CN" dirty="0">
                          <a:solidFill>
                            <a:schemeClr val="tx1"/>
                          </a:solidFill>
                          <a:latin typeface="Arial Black" panose="020B0A04020102020204" pitchFamily="34" charset="0"/>
                        </a:rPr>
                        <a:t>5</a:t>
                      </a:r>
                      <a:endParaRPr lang="zh-CN" altLang="en-US" dirty="0">
                        <a:solidFill>
                          <a:schemeClr val="tx1"/>
                        </a:solidFill>
                        <a:latin typeface="Arial Black" panose="020B0A04020102020204" pitchFamily="34" charset="0"/>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ctr"/>
                      <a:r>
                        <a:rPr lang="en-US" altLang="zh-CN" dirty="0">
                          <a:solidFill>
                            <a:schemeClr val="tx1"/>
                          </a:solidFill>
                          <a:latin typeface="Arial Black" panose="020B0A04020102020204" pitchFamily="34" charset="0"/>
                        </a:rPr>
                        <a:t>6</a:t>
                      </a:r>
                      <a:endParaRPr lang="zh-CN" altLang="en-US" dirty="0">
                        <a:solidFill>
                          <a:schemeClr val="tx1"/>
                        </a:solidFill>
                        <a:latin typeface="Arial Black" panose="020B0A04020102020204" pitchFamily="34" charset="0"/>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ctr"/>
                      <a:r>
                        <a:rPr lang="en-US" altLang="zh-CN" dirty="0">
                          <a:solidFill>
                            <a:schemeClr val="tx1"/>
                          </a:solidFill>
                          <a:latin typeface="Arial Black" panose="020B0A04020102020204" pitchFamily="34" charset="0"/>
                        </a:rPr>
                        <a:t>7</a:t>
                      </a:r>
                      <a:endParaRPr lang="zh-CN" altLang="en-US" dirty="0">
                        <a:solidFill>
                          <a:schemeClr val="tx1"/>
                        </a:solidFill>
                        <a:latin typeface="Arial Black" panose="020B0A04020102020204" pitchFamily="34" charset="0"/>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ctr"/>
                      <a:r>
                        <a:rPr lang="en-US" altLang="zh-CN" dirty="0">
                          <a:solidFill>
                            <a:schemeClr val="tx1"/>
                          </a:solidFill>
                          <a:latin typeface="Arial Black" panose="020B0A04020102020204" pitchFamily="34" charset="0"/>
                        </a:rPr>
                        <a:t>0</a:t>
                      </a:r>
                      <a:endParaRPr lang="zh-CN" altLang="en-US" dirty="0">
                        <a:solidFill>
                          <a:schemeClr val="tx1"/>
                        </a:solidFill>
                        <a:latin typeface="Arial Black" panose="020B0A04020102020204" pitchFamily="34" charset="0"/>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ctr"/>
                      <a:r>
                        <a:rPr lang="en-US" altLang="zh-CN" dirty="0">
                          <a:solidFill>
                            <a:schemeClr val="tx1"/>
                          </a:solidFill>
                          <a:latin typeface="Arial Black" panose="020B0A04020102020204" pitchFamily="34" charset="0"/>
                        </a:rPr>
                        <a:t>1</a:t>
                      </a:r>
                      <a:endParaRPr lang="zh-CN" altLang="en-US" dirty="0">
                        <a:solidFill>
                          <a:schemeClr val="tx1"/>
                        </a:solidFill>
                        <a:latin typeface="Arial Black" panose="020B0A04020102020204" pitchFamily="34" charset="0"/>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ctr"/>
                      <a:r>
                        <a:rPr lang="en-US" altLang="zh-CN" dirty="0">
                          <a:solidFill>
                            <a:schemeClr val="tx1"/>
                          </a:solidFill>
                          <a:latin typeface="Arial Black" panose="020B0A04020102020204" pitchFamily="34" charset="0"/>
                        </a:rPr>
                        <a:t>2</a:t>
                      </a:r>
                      <a:endParaRPr lang="zh-CN" altLang="en-US" dirty="0">
                        <a:solidFill>
                          <a:schemeClr val="tx1"/>
                        </a:solidFill>
                        <a:latin typeface="Arial Black" panose="020B0A04020102020204" pitchFamily="34" charset="0"/>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ctr"/>
                      <a:r>
                        <a:rPr lang="en-US" altLang="zh-CN" dirty="0">
                          <a:solidFill>
                            <a:schemeClr val="tx1"/>
                          </a:solidFill>
                          <a:latin typeface="Arial Black" panose="020B0A04020102020204" pitchFamily="34" charset="0"/>
                        </a:rPr>
                        <a:t>…</a:t>
                      </a:r>
                      <a:endParaRPr lang="zh-CN" altLang="en-US" dirty="0">
                        <a:solidFill>
                          <a:schemeClr val="tx1"/>
                        </a:solidFill>
                        <a:latin typeface="Arial Black" panose="020B0A04020102020204" pitchFamily="34" charset="0"/>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extLst>
                  <a:ext uri="{0D108BD9-81ED-4DB2-BD59-A6C34878D82A}">
                    <a16:rowId xmlns:a16="http://schemas.microsoft.com/office/drawing/2014/main" val="316235763"/>
                  </a:ext>
                </a:extLst>
              </a:tr>
            </a:tbl>
          </a:graphicData>
        </a:graphic>
      </p:graphicFrame>
      <p:sp>
        <p:nvSpPr>
          <p:cNvPr id="49" name="íşlïḍè">
            <a:extLst>
              <a:ext uri="{FF2B5EF4-FFF2-40B4-BE49-F238E27FC236}">
                <a16:creationId xmlns:a16="http://schemas.microsoft.com/office/drawing/2014/main" id="{84B44B39-A1BD-4956-A1BF-ECB7ACDDA058}"/>
              </a:ext>
            </a:extLst>
          </p:cNvPr>
          <p:cNvSpPr txBox="1"/>
          <p:nvPr/>
        </p:nvSpPr>
        <p:spPr>
          <a:xfrm>
            <a:off x="4164203" y="3287898"/>
            <a:ext cx="3876743" cy="602502"/>
          </a:xfrm>
          <a:prstGeom prst="rect">
            <a:avLst/>
          </a:prstGeom>
          <a:noFill/>
        </p:spPr>
        <p:txBody>
          <a:bodyPr wrap="square" lIns="91440" tIns="45720" rIns="91440" bIns="45720" anchor="ctr">
            <a:noAutofit/>
          </a:bodyPr>
          <a:lstStyle/>
          <a:p>
            <a:pPr algn="ctr"/>
            <a:r>
              <a:rPr lang="zh-CN" altLang="en-US" sz="2800" b="1" dirty="0"/>
              <a:t>无传输差错的情况</a:t>
            </a:r>
            <a:endParaRPr lang="en-US" altLang="zh-CN" sz="2800" b="1" dirty="0"/>
          </a:p>
        </p:txBody>
      </p:sp>
      <p:sp>
        <p:nvSpPr>
          <p:cNvPr id="13" name="矩形 12">
            <a:extLst>
              <a:ext uri="{FF2B5EF4-FFF2-40B4-BE49-F238E27FC236}">
                <a16:creationId xmlns:a16="http://schemas.microsoft.com/office/drawing/2014/main" id="{14642CA0-C4C4-44A5-BD3D-9FB5C2470514}"/>
              </a:ext>
            </a:extLst>
          </p:cNvPr>
          <p:cNvSpPr/>
          <p:nvPr/>
        </p:nvSpPr>
        <p:spPr>
          <a:xfrm>
            <a:off x="2300222" y="5537182"/>
            <a:ext cx="3780000" cy="390966"/>
          </a:xfrm>
          <a:prstGeom prst="rect">
            <a:avLst/>
          </a:prstGeom>
          <a:solidFill>
            <a:schemeClr val="accent3">
              <a:alpha val="74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33" name="矩形 32">
            <a:extLst>
              <a:ext uri="{FF2B5EF4-FFF2-40B4-BE49-F238E27FC236}">
                <a16:creationId xmlns:a16="http://schemas.microsoft.com/office/drawing/2014/main" id="{F9E2BF62-785A-4FB3-A350-5542F9488ABA}"/>
              </a:ext>
            </a:extLst>
          </p:cNvPr>
          <p:cNvSpPr/>
          <p:nvPr/>
        </p:nvSpPr>
        <p:spPr>
          <a:xfrm>
            <a:off x="2302928" y="1838438"/>
            <a:ext cx="3780000" cy="369332"/>
          </a:xfrm>
          <a:prstGeom prst="rect">
            <a:avLst/>
          </a:prstGeom>
          <a:solidFill>
            <a:schemeClr val="accent4">
              <a:alpha val="74000"/>
            </a:schemeClr>
          </a:solidFill>
          <a:ln>
            <a:solidFill>
              <a:schemeClr val="accent4"/>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grpSp>
        <p:nvGrpSpPr>
          <p:cNvPr id="36" name="组合 35">
            <a:extLst>
              <a:ext uri="{FF2B5EF4-FFF2-40B4-BE49-F238E27FC236}">
                <a16:creationId xmlns:a16="http://schemas.microsoft.com/office/drawing/2014/main" id="{BD701017-20B0-4EF7-AD9B-112AC0F2676C}"/>
              </a:ext>
            </a:extLst>
          </p:cNvPr>
          <p:cNvGrpSpPr/>
          <p:nvPr/>
        </p:nvGrpSpPr>
        <p:grpSpPr>
          <a:xfrm>
            <a:off x="463979" y="4054439"/>
            <a:ext cx="708432" cy="1325976"/>
            <a:chOff x="1251044" y="4058101"/>
            <a:chExt cx="708432" cy="1325976"/>
          </a:xfrm>
          <a:solidFill>
            <a:schemeClr val="accent4"/>
          </a:solidFill>
        </p:grpSpPr>
        <p:sp>
          <p:nvSpPr>
            <p:cNvPr id="37" name="矩形 36">
              <a:extLst>
                <a:ext uri="{FF2B5EF4-FFF2-40B4-BE49-F238E27FC236}">
                  <a16:creationId xmlns:a16="http://schemas.microsoft.com/office/drawing/2014/main" id="{F6DECC4A-7B1B-4EA2-B3C5-B561AC39F300}"/>
                </a:ext>
              </a:extLst>
            </p:cNvPr>
            <p:cNvSpPr/>
            <p:nvPr/>
          </p:nvSpPr>
          <p:spPr>
            <a:xfrm>
              <a:off x="1251044" y="4862501"/>
              <a:ext cx="708432" cy="270283"/>
            </a:xfrm>
            <a:prstGeom prst="rect">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46800" rIns="46800" rtlCol="0" anchor="ctr"/>
            <a:lstStyle/>
            <a:p>
              <a:pPr algn="ctr"/>
              <a:r>
                <a:rPr lang="en-US" altLang="zh-CN" b="1" dirty="0"/>
                <a:t>ACK1</a:t>
              </a:r>
              <a:endParaRPr lang="zh-CN" altLang="en-US" b="1" dirty="0"/>
            </a:p>
          </p:txBody>
        </p:sp>
        <p:sp>
          <p:nvSpPr>
            <p:cNvPr id="38" name="矩形 37">
              <a:extLst>
                <a:ext uri="{FF2B5EF4-FFF2-40B4-BE49-F238E27FC236}">
                  <a16:creationId xmlns:a16="http://schemas.microsoft.com/office/drawing/2014/main" id="{BFDFCA26-0FF7-4F87-976A-8F8FF67FCDDA}"/>
                </a:ext>
              </a:extLst>
            </p:cNvPr>
            <p:cNvSpPr/>
            <p:nvPr/>
          </p:nvSpPr>
          <p:spPr>
            <a:xfrm>
              <a:off x="1251044" y="4590628"/>
              <a:ext cx="708432" cy="270283"/>
            </a:xfrm>
            <a:prstGeom prst="rect">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46800" rIns="46800" rtlCol="0" anchor="ctr"/>
            <a:lstStyle/>
            <a:p>
              <a:pPr algn="ctr"/>
              <a:r>
                <a:rPr lang="en-US" altLang="zh-CN" b="1" dirty="0"/>
                <a:t>ACK2</a:t>
              </a:r>
              <a:endParaRPr lang="zh-CN" altLang="en-US" b="1" dirty="0"/>
            </a:p>
          </p:txBody>
        </p:sp>
        <p:sp>
          <p:nvSpPr>
            <p:cNvPr id="39" name="矩形 38">
              <a:extLst>
                <a:ext uri="{FF2B5EF4-FFF2-40B4-BE49-F238E27FC236}">
                  <a16:creationId xmlns:a16="http://schemas.microsoft.com/office/drawing/2014/main" id="{EC14CCA3-893C-4D7C-A3EA-E1DF4D57B9E0}"/>
                </a:ext>
              </a:extLst>
            </p:cNvPr>
            <p:cNvSpPr/>
            <p:nvPr/>
          </p:nvSpPr>
          <p:spPr>
            <a:xfrm>
              <a:off x="1251044" y="4320345"/>
              <a:ext cx="708432" cy="270283"/>
            </a:xfrm>
            <a:prstGeom prst="rect">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46800" rIns="46800" rtlCol="0" anchor="ctr"/>
            <a:lstStyle/>
            <a:p>
              <a:pPr algn="ctr"/>
              <a:r>
                <a:rPr lang="en-US" altLang="zh-CN" b="1" dirty="0"/>
                <a:t>ACK3</a:t>
              </a:r>
              <a:endParaRPr lang="zh-CN" altLang="en-US" b="1" dirty="0"/>
            </a:p>
          </p:txBody>
        </p:sp>
        <p:sp>
          <p:nvSpPr>
            <p:cNvPr id="40" name="矩形 39">
              <a:extLst>
                <a:ext uri="{FF2B5EF4-FFF2-40B4-BE49-F238E27FC236}">
                  <a16:creationId xmlns:a16="http://schemas.microsoft.com/office/drawing/2014/main" id="{1C950279-78A7-4774-B48F-2DE590189C7D}"/>
                </a:ext>
              </a:extLst>
            </p:cNvPr>
            <p:cNvSpPr/>
            <p:nvPr/>
          </p:nvSpPr>
          <p:spPr>
            <a:xfrm>
              <a:off x="1251044" y="4058101"/>
              <a:ext cx="708432" cy="270283"/>
            </a:xfrm>
            <a:prstGeom prst="rect">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46800" rIns="46800" rtlCol="0" anchor="ctr"/>
            <a:lstStyle/>
            <a:p>
              <a:pPr algn="ctr"/>
              <a:r>
                <a:rPr lang="en-US" altLang="zh-CN" b="1" dirty="0"/>
                <a:t>ACK4</a:t>
              </a:r>
              <a:endParaRPr lang="zh-CN" altLang="en-US" b="1" dirty="0"/>
            </a:p>
          </p:txBody>
        </p:sp>
        <p:sp>
          <p:nvSpPr>
            <p:cNvPr id="41" name="矩形 40">
              <a:extLst>
                <a:ext uri="{FF2B5EF4-FFF2-40B4-BE49-F238E27FC236}">
                  <a16:creationId xmlns:a16="http://schemas.microsoft.com/office/drawing/2014/main" id="{CD0452D6-46A9-4AA2-B911-BD287D9E962F}"/>
                </a:ext>
              </a:extLst>
            </p:cNvPr>
            <p:cNvSpPr/>
            <p:nvPr/>
          </p:nvSpPr>
          <p:spPr>
            <a:xfrm>
              <a:off x="1251044" y="5113794"/>
              <a:ext cx="708432" cy="270283"/>
            </a:xfrm>
            <a:prstGeom prst="rect">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46800" rIns="46800" rtlCol="0" anchor="ctr"/>
            <a:lstStyle/>
            <a:p>
              <a:pPr algn="ctr"/>
              <a:r>
                <a:rPr lang="en-US" altLang="zh-CN" b="1" dirty="0"/>
                <a:t>ACK0</a:t>
              </a:r>
              <a:endParaRPr lang="zh-CN" altLang="en-US" b="1" dirty="0"/>
            </a:p>
          </p:txBody>
        </p:sp>
      </p:grpSp>
      <p:sp>
        <p:nvSpPr>
          <p:cNvPr id="43" name="平行四边形 42">
            <a:extLst>
              <a:ext uri="{FF2B5EF4-FFF2-40B4-BE49-F238E27FC236}">
                <a16:creationId xmlns:a16="http://schemas.microsoft.com/office/drawing/2014/main" id="{619998B1-5DA7-40E3-5851-280511DDF5BA}"/>
              </a:ext>
            </a:extLst>
          </p:cNvPr>
          <p:cNvSpPr/>
          <p:nvPr/>
        </p:nvSpPr>
        <p:spPr>
          <a:xfrm>
            <a:off x="304799" y="749300"/>
            <a:ext cx="695119" cy="387090"/>
          </a:xfrm>
          <a:prstGeom prst="parallelogram">
            <a:avLst/>
          </a:prstGeom>
          <a:solidFill>
            <a:schemeClr val="accent3">
              <a:lumMod val="75000"/>
            </a:schemeClr>
          </a:solidFill>
          <a:ln>
            <a:solidFill>
              <a:schemeClr val="accent3">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CN" sz="2200" dirty="0">
                <a:latin typeface="Impact" panose="020B0806030902050204" pitchFamily="34" charset="0"/>
              </a:rPr>
              <a:t>04</a:t>
            </a:r>
            <a:endParaRPr lang="zh-CN" altLang="en-US" sz="2200" dirty="0">
              <a:latin typeface="Impact" panose="020B0806030902050204" pitchFamily="34" charset="0"/>
            </a:endParaRPr>
          </a:p>
        </p:txBody>
      </p:sp>
    </p:spTree>
    <p:custDataLst>
      <p:tags r:id="rId1"/>
    </p:custDataLst>
    <p:extLst>
      <p:ext uri="{BB962C8B-B14F-4D97-AF65-F5344CB8AC3E}">
        <p14:creationId xmlns:p14="http://schemas.microsoft.com/office/powerpoint/2010/main" val="2255221236"/>
      </p:ext>
    </p:extLst>
  </p:cSld>
  <p:clrMapOvr>
    <a:masterClrMapping/>
  </p:clrMapOvr>
  <mc:AlternateContent xmlns:mc="http://schemas.openxmlformats.org/markup-compatibility/2006" xmlns:p14="http://schemas.microsoft.com/office/powerpoint/2010/main">
    <mc:Choice Requires="p14">
      <p:transition p14:dur="10"/>
    </mc:Choice>
    <mc:Fallback xmlns="">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2" presetClass="exit" presetSubtype="4" fill="hold" nodeType="withEffect">
                                  <p:stCondLst>
                                    <p:cond delay="0"/>
                                  </p:stCondLst>
                                  <p:childTnLst>
                                    <p:anim calcmode="lin" valueType="num">
                                      <p:cBhvr additive="base">
                                        <p:cTn id="6" dur="2000"/>
                                        <p:tgtEl>
                                          <p:spTgt spid="36"/>
                                        </p:tgtEl>
                                        <p:attrNameLst>
                                          <p:attrName>ppt_y</p:attrName>
                                        </p:attrNameLst>
                                      </p:cBhvr>
                                      <p:tavLst>
                                        <p:tav tm="0">
                                          <p:val>
                                            <p:strVal val="#ppt_y"/>
                                          </p:val>
                                        </p:tav>
                                        <p:tav tm="100000">
                                          <p:val>
                                            <p:strVal val="#ppt_y+#ppt_h*1.125000"/>
                                          </p:val>
                                        </p:tav>
                                      </p:tavLst>
                                    </p:anim>
                                    <p:animEffect transition="out" filter="wipe(down)">
                                      <p:cBhvr>
                                        <p:cTn id="7" dur="2000"/>
                                        <p:tgtEl>
                                          <p:spTgt spid="36"/>
                                        </p:tgtEl>
                                      </p:cBhvr>
                                    </p:animEffect>
                                    <p:set>
                                      <p:cBhvr>
                                        <p:cTn id="8" dur="1" fill="hold">
                                          <p:stCondLst>
                                            <p:cond delay="1999"/>
                                          </p:stCondLst>
                                        </p:cTn>
                                        <p:tgtEl>
                                          <p:spTgt spid="36"/>
                                        </p:tgtEl>
                                        <p:attrNameLst>
                                          <p:attrName>style.visibility</p:attrName>
                                        </p:attrNameLst>
                                      </p:cBhvr>
                                      <p:to>
                                        <p:strVal val="hidden"/>
                                      </p:to>
                                    </p:set>
                                  </p:childTnLst>
                                </p:cTn>
                              </p:par>
                              <p:par>
                                <p:cTn id="9" presetID="10" presetClass="exit" presetSubtype="0" accel="50000" decel="50000" fill="hold" nodeType="withEffect">
                                  <p:stCondLst>
                                    <p:cond delay="0"/>
                                  </p:stCondLst>
                                  <p:childTnLst>
                                    <p:animEffect transition="out" filter="fade">
                                      <p:cBhvr>
                                        <p:cTn id="10" dur="2000"/>
                                        <p:tgtEl>
                                          <p:spTgt spid="7"/>
                                        </p:tgtEl>
                                      </p:cBhvr>
                                    </p:animEffect>
                                    <p:set>
                                      <p:cBhvr>
                                        <p:cTn id="11" dur="1" fill="hold">
                                          <p:stCondLst>
                                            <p:cond delay="1999"/>
                                          </p:stCondLst>
                                        </p:cTn>
                                        <p:tgtEl>
                                          <p:spTgt spid="7"/>
                                        </p:tgtEl>
                                        <p:attrNameLst>
                                          <p:attrName>style.visibility</p:attrName>
                                        </p:attrNameLst>
                                      </p:cBhvr>
                                      <p:to>
                                        <p:strVal val="hidden"/>
                                      </p:to>
                                    </p:set>
                                  </p:childTnLst>
                                </p:cTn>
                              </p:par>
                              <p:par>
                                <p:cTn id="12" presetID="10" presetClass="entr" presetSubtype="0" accel="50000" decel="50000" fill="hold" nodeType="withEffect">
                                  <p:stCondLst>
                                    <p:cond delay="0"/>
                                  </p:stCondLst>
                                  <p:childTnLst>
                                    <p:set>
                                      <p:cBhvr>
                                        <p:cTn id="13" dur="1" fill="hold">
                                          <p:stCondLst>
                                            <p:cond delay="0"/>
                                          </p:stCondLst>
                                        </p:cTn>
                                        <p:tgtEl>
                                          <p:spTgt spid="34"/>
                                        </p:tgtEl>
                                        <p:attrNameLst>
                                          <p:attrName>style.visibility</p:attrName>
                                        </p:attrNameLst>
                                      </p:cBhvr>
                                      <p:to>
                                        <p:strVal val="visible"/>
                                      </p:to>
                                    </p:set>
                                    <p:animEffect transition="in" filter="fade">
                                      <p:cBhvr>
                                        <p:cTn id="14" dur="2000"/>
                                        <p:tgtEl>
                                          <p:spTgt spid="34"/>
                                        </p:tgtEl>
                                      </p:cBhvr>
                                    </p:animEffect>
                                  </p:childTnLst>
                                </p:cTn>
                              </p:par>
                              <p:par>
                                <p:cTn id="15" presetID="63" presetClass="path" presetSubtype="0" accel="50000" decel="50000" fill="hold" nodeType="withEffect">
                                  <p:stCondLst>
                                    <p:cond delay="0"/>
                                  </p:stCondLst>
                                  <p:childTnLst>
                                    <p:animMotion origin="layout" path="M 0 0 L 0.30958 0 E" pathEditMode="relative" ptsTypes="">
                                      <p:cBhvr>
                                        <p:cTn id="16" dur="2000" fill="hold"/>
                                        <p:tgtEl>
                                          <p:spTgt spid="7"/>
                                        </p:tgtEl>
                                        <p:attrNameLst>
                                          <p:attrName>ppt_x</p:attrName>
                                          <p:attrName>ppt_y</p:attrName>
                                        </p:attrNameLst>
                                      </p:cBhvr>
                                    </p:animMotion>
                                  </p:childTnLst>
                                </p:cTn>
                              </p:par>
                              <p:par>
                                <p:cTn id="17" presetID="63" presetClass="path" presetSubtype="0" accel="50000" decel="50000" fill="hold" nodeType="withEffect">
                                  <p:stCondLst>
                                    <p:cond delay="0"/>
                                  </p:stCondLst>
                                  <p:childTnLst>
                                    <p:animMotion origin="layout" path="M -0.30958 0 L 0 0 E" pathEditMode="relative" ptsTypes="">
                                      <p:cBhvr>
                                        <p:cTn id="18" dur="2000" fill="hold"/>
                                        <p:tgtEl>
                                          <p:spTgt spid="34"/>
                                        </p:tgtEl>
                                        <p:attrNameLst>
                                          <p:attrName>ppt_x</p:attrName>
                                          <p:attrName>ppt_y</p:attrName>
                                        </p:attrNameLst>
                                      </p:cBhvr>
                                    </p:animMotion>
                                  </p:childTnLst>
                                </p:cTn>
                              </p:par>
                              <p:par>
                                <p:cTn id="19" presetID="6" presetClass="emph" presetSubtype="0" accel="50000" decel="50000" fill="hold" nodeType="withEffect">
                                  <p:stCondLst>
                                    <p:cond delay="0"/>
                                  </p:stCondLst>
                                  <p:childTnLst>
                                    <p:animScale>
                                      <p:cBhvr>
                                        <p:cTn id="20" dur="2000" fill="hold"/>
                                        <p:tgtEl>
                                          <p:spTgt spid="7"/>
                                        </p:tgtEl>
                                      </p:cBhvr>
                                      <p:by x="150000" y="150000"/>
                                      <p:from x="100000" y="100000"/>
                                      <p:to x="100000" y="100000"/>
                                    </p:animScale>
                                  </p:childTnLst>
                                </p:cTn>
                              </p:par>
                              <p:par>
                                <p:cTn id="21" presetID="6" presetClass="emph" presetSubtype="0" accel="50000" decel="50000" fill="hold" nodeType="withEffect">
                                  <p:stCondLst>
                                    <p:cond delay="0"/>
                                  </p:stCondLst>
                                  <p:childTnLst>
                                    <p:animScale>
                                      <p:cBhvr>
                                        <p:cTn id="22" dur="2000" fill="hold"/>
                                        <p:tgtEl>
                                          <p:spTgt spid="34"/>
                                        </p:tgtEl>
                                      </p:cBhvr>
                                      <p:by x="150000" y="150000"/>
                                      <p:from x="100000" y="100000"/>
                                      <p:to x="100000" y="100000"/>
                                    </p:animScale>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14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34" name="组合 33">
            <a:extLst>
              <a:ext uri="{FF2B5EF4-FFF2-40B4-BE49-F238E27FC236}">
                <a16:creationId xmlns:a16="http://schemas.microsoft.com/office/drawing/2014/main" id="{129900D2-2731-4403-9652-FB8080C36313}"/>
              </a:ext>
            </a:extLst>
          </p:cNvPr>
          <p:cNvGrpSpPr/>
          <p:nvPr/>
        </p:nvGrpSpPr>
        <p:grpSpPr>
          <a:xfrm>
            <a:off x="6077329" y="5098286"/>
            <a:ext cx="3780000" cy="910796"/>
            <a:chOff x="2302929" y="5098286"/>
            <a:chExt cx="3780000" cy="910796"/>
          </a:xfrm>
        </p:grpSpPr>
        <p:sp>
          <p:nvSpPr>
            <p:cNvPr id="35" name="矩形 34">
              <a:extLst>
                <a:ext uri="{FF2B5EF4-FFF2-40B4-BE49-F238E27FC236}">
                  <a16:creationId xmlns:a16="http://schemas.microsoft.com/office/drawing/2014/main" id="{5BC51824-3C16-4AB7-A87D-50304BD794F1}"/>
                </a:ext>
              </a:extLst>
            </p:cNvPr>
            <p:cNvSpPr/>
            <p:nvPr/>
          </p:nvSpPr>
          <p:spPr>
            <a:xfrm>
              <a:off x="2302929" y="5467618"/>
              <a:ext cx="3780000" cy="541464"/>
            </a:xfrm>
            <a:prstGeom prst="rect">
              <a:avLst/>
            </a:prstGeom>
            <a:solidFill>
              <a:schemeClr val="accent3"/>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mc:AlternateContent xmlns:mc="http://schemas.openxmlformats.org/markup-compatibility/2006" xmlns:a14="http://schemas.microsoft.com/office/drawing/2010/main">
          <mc:Choice Requires="a14">
            <p:sp>
              <p:nvSpPr>
                <p:cNvPr id="42" name="文本框 41">
                  <a:extLst>
                    <a:ext uri="{FF2B5EF4-FFF2-40B4-BE49-F238E27FC236}">
                      <a16:creationId xmlns:a16="http://schemas.microsoft.com/office/drawing/2014/main" id="{54C7BA0D-CA8C-4491-A636-5227565CC4D1}"/>
                    </a:ext>
                  </a:extLst>
                </p:cNvPr>
                <p:cNvSpPr txBox="1"/>
                <p:nvPr/>
              </p:nvSpPr>
              <p:spPr>
                <a:xfrm>
                  <a:off x="3659320" y="5098286"/>
                  <a:ext cx="1067217" cy="369332"/>
                </a:xfrm>
                <a:prstGeom prst="rect">
                  <a:avLst/>
                </a:prstGeom>
                <a:noFill/>
              </p:spPr>
              <p:txBody>
                <a:bodyPr wrap="square">
                  <a:spAutoFit/>
                </a:bodyPr>
                <a:lstStyle/>
                <a:p>
                  <a:pPr/>
                  <a14:m>
                    <m:oMathPara xmlns:m="http://schemas.openxmlformats.org/officeDocument/2006/math">
                      <m:oMathParaPr>
                        <m:jc m:val="centerGroup"/>
                      </m:oMathParaPr>
                      <m:oMath xmlns:m="http://schemas.openxmlformats.org/officeDocument/2006/math">
                        <m:sSub>
                          <m:sSubPr>
                            <m:ctrlPr>
                              <a:rPr lang="en-US" altLang="zh-CN" b="1" i="1" smtClean="0">
                                <a:solidFill>
                                  <a:schemeClr val="accent3"/>
                                </a:solidFill>
                                <a:latin typeface="Cambria Math" panose="02040503050406030204" pitchFamily="18" charset="0"/>
                              </a:rPr>
                            </m:ctrlPr>
                          </m:sSubPr>
                          <m:e>
                            <m:r>
                              <a:rPr lang="en-US" altLang="zh-CN" b="1" i="1" smtClean="0">
                                <a:solidFill>
                                  <a:schemeClr val="accent3"/>
                                </a:solidFill>
                                <a:latin typeface="Cambria Math" panose="02040503050406030204" pitchFamily="18" charset="0"/>
                              </a:rPr>
                              <m:t>𝑾</m:t>
                            </m:r>
                          </m:e>
                          <m:sub>
                            <m:r>
                              <a:rPr lang="en-US" altLang="zh-CN" b="1" i="1" smtClean="0">
                                <a:solidFill>
                                  <a:schemeClr val="accent3"/>
                                </a:solidFill>
                                <a:latin typeface="Cambria Math" panose="02040503050406030204" pitchFamily="18" charset="0"/>
                              </a:rPr>
                              <m:t>𝑻</m:t>
                            </m:r>
                          </m:sub>
                        </m:sSub>
                        <m:r>
                          <a:rPr lang="en-US" altLang="zh-CN" b="1" i="1" smtClean="0">
                            <a:solidFill>
                              <a:schemeClr val="accent3"/>
                            </a:solidFill>
                            <a:latin typeface="Cambria Math" panose="02040503050406030204" pitchFamily="18" charset="0"/>
                          </a:rPr>
                          <m:t>=</m:t>
                        </m:r>
                        <m:r>
                          <a:rPr lang="en-US" altLang="zh-CN" b="1" i="1" smtClean="0">
                            <a:solidFill>
                              <a:schemeClr val="accent3"/>
                            </a:solidFill>
                            <a:latin typeface="Cambria Math" panose="02040503050406030204" pitchFamily="18" charset="0"/>
                          </a:rPr>
                          <m:t>𝟓</m:t>
                        </m:r>
                      </m:oMath>
                    </m:oMathPara>
                  </a14:m>
                  <a:endParaRPr lang="zh-CN" altLang="en-US" dirty="0">
                    <a:solidFill>
                      <a:schemeClr val="accent3"/>
                    </a:solidFill>
                  </a:endParaRPr>
                </a:p>
              </p:txBody>
            </p:sp>
          </mc:Choice>
          <mc:Fallback xmlns="">
            <p:sp>
              <p:nvSpPr>
                <p:cNvPr id="23" name="文本框 22">
                  <a:extLst>
                    <a:ext uri="{FF2B5EF4-FFF2-40B4-BE49-F238E27FC236}">
                      <a16:creationId xmlns:a16="http://schemas.microsoft.com/office/drawing/2014/main" id="{ABC03EEA-26BD-4845-8ACC-3FB7B6DA9132}"/>
                    </a:ext>
                  </a:extLst>
                </p:cNvPr>
                <p:cNvSpPr txBox="1">
                  <a:spLocks noRot="1" noChangeAspect="1" noMove="1" noResize="1" noEditPoints="1" noAdjustHandles="1" noChangeArrowheads="1" noChangeShapeType="1" noTextEdit="1"/>
                </p:cNvSpPr>
                <p:nvPr/>
              </p:nvSpPr>
              <p:spPr>
                <a:xfrm>
                  <a:off x="3659320" y="5098286"/>
                  <a:ext cx="1067217" cy="369332"/>
                </a:xfrm>
                <a:prstGeom prst="rect">
                  <a:avLst/>
                </a:prstGeom>
                <a:blipFill>
                  <a:blip r:embed="rId4"/>
                  <a:stretch>
                    <a:fillRect b="-3279"/>
                  </a:stretch>
                </a:blipFill>
              </p:spPr>
              <p:txBody>
                <a:bodyPr/>
                <a:lstStyle/>
                <a:p>
                  <a:r>
                    <a:rPr lang="zh-CN" altLang="en-US">
                      <a:noFill/>
                    </a:rPr>
                    <a:t> </a:t>
                  </a:r>
                </a:p>
              </p:txBody>
            </p:sp>
          </mc:Fallback>
        </mc:AlternateContent>
      </p:grpSp>
      <p:grpSp>
        <p:nvGrpSpPr>
          <p:cNvPr id="30" name="组合 29">
            <a:extLst>
              <a:ext uri="{FF2B5EF4-FFF2-40B4-BE49-F238E27FC236}">
                <a16:creationId xmlns:a16="http://schemas.microsoft.com/office/drawing/2014/main" id="{DCCB81C0-5B6C-4672-9152-47CCA71BBF06}"/>
              </a:ext>
            </a:extLst>
          </p:cNvPr>
          <p:cNvGrpSpPr/>
          <p:nvPr/>
        </p:nvGrpSpPr>
        <p:grpSpPr>
          <a:xfrm>
            <a:off x="5923520" y="1363110"/>
            <a:ext cx="1067217" cy="917885"/>
            <a:chOff x="2146413" y="1363110"/>
            <a:chExt cx="1067217" cy="917885"/>
          </a:xfrm>
        </p:grpSpPr>
        <p:sp>
          <p:nvSpPr>
            <p:cNvPr id="31" name="矩形 30">
              <a:extLst>
                <a:ext uri="{FF2B5EF4-FFF2-40B4-BE49-F238E27FC236}">
                  <a16:creationId xmlns:a16="http://schemas.microsoft.com/office/drawing/2014/main" id="{A3335B34-39B9-443E-AEF3-1B9E0D1B34D1}"/>
                </a:ext>
              </a:extLst>
            </p:cNvPr>
            <p:cNvSpPr/>
            <p:nvPr/>
          </p:nvSpPr>
          <p:spPr>
            <a:xfrm>
              <a:off x="2300222" y="1739531"/>
              <a:ext cx="759600" cy="541464"/>
            </a:xfrm>
            <a:prstGeom prst="rect">
              <a:avLst/>
            </a:prstGeom>
            <a:solidFill>
              <a:schemeClr val="accent4"/>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mc:AlternateContent xmlns:mc="http://schemas.openxmlformats.org/markup-compatibility/2006" xmlns:a14="http://schemas.microsoft.com/office/drawing/2010/main">
          <mc:Choice Requires="a14">
            <p:sp>
              <p:nvSpPr>
                <p:cNvPr id="32" name="文本框 31">
                  <a:extLst>
                    <a:ext uri="{FF2B5EF4-FFF2-40B4-BE49-F238E27FC236}">
                      <a16:creationId xmlns:a16="http://schemas.microsoft.com/office/drawing/2014/main" id="{B8FEBB5C-3A7D-4AE0-9652-4B7F7DA5F96B}"/>
                    </a:ext>
                  </a:extLst>
                </p:cNvPr>
                <p:cNvSpPr txBox="1"/>
                <p:nvPr/>
              </p:nvSpPr>
              <p:spPr>
                <a:xfrm>
                  <a:off x="2146413" y="1363110"/>
                  <a:ext cx="1067217" cy="369332"/>
                </a:xfrm>
                <a:prstGeom prst="rect">
                  <a:avLst/>
                </a:prstGeom>
                <a:noFill/>
              </p:spPr>
              <p:txBody>
                <a:bodyPr wrap="square">
                  <a:spAutoFit/>
                </a:bodyPr>
                <a:lstStyle/>
                <a:p>
                  <a:pPr/>
                  <a14:m>
                    <m:oMathPara xmlns:m="http://schemas.openxmlformats.org/officeDocument/2006/math">
                      <m:oMathParaPr>
                        <m:jc m:val="centerGroup"/>
                      </m:oMathParaPr>
                      <m:oMath xmlns:m="http://schemas.openxmlformats.org/officeDocument/2006/math">
                        <m:sSub>
                          <m:sSubPr>
                            <m:ctrlPr>
                              <a:rPr lang="en-US" altLang="zh-CN" b="1" i="1" smtClean="0">
                                <a:solidFill>
                                  <a:schemeClr val="accent4"/>
                                </a:solidFill>
                                <a:latin typeface="Cambria Math" panose="02040503050406030204" pitchFamily="18" charset="0"/>
                              </a:rPr>
                            </m:ctrlPr>
                          </m:sSubPr>
                          <m:e>
                            <m:r>
                              <a:rPr lang="en-US" altLang="zh-CN" b="1" i="1" smtClean="0">
                                <a:solidFill>
                                  <a:schemeClr val="accent4"/>
                                </a:solidFill>
                                <a:latin typeface="Cambria Math" panose="02040503050406030204" pitchFamily="18" charset="0"/>
                              </a:rPr>
                              <m:t>𝑾</m:t>
                            </m:r>
                          </m:e>
                          <m:sub>
                            <m:r>
                              <a:rPr lang="en-US" altLang="zh-CN" b="1" i="1" smtClean="0">
                                <a:solidFill>
                                  <a:schemeClr val="accent4"/>
                                </a:solidFill>
                                <a:latin typeface="Cambria Math" panose="02040503050406030204" pitchFamily="18" charset="0"/>
                              </a:rPr>
                              <m:t>𝑹</m:t>
                            </m:r>
                          </m:sub>
                        </m:sSub>
                        <m:r>
                          <a:rPr lang="en-US" altLang="zh-CN" b="1" i="1" smtClean="0">
                            <a:solidFill>
                              <a:schemeClr val="accent4"/>
                            </a:solidFill>
                            <a:latin typeface="Cambria Math" panose="02040503050406030204" pitchFamily="18" charset="0"/>
                          </a:rPr>
                          <m:t>=</m:t>
                        </m:r>
                        <m:r>
                          <a:rPr lang="en-US" altLang="zh-CN" b="1" i="1" smtClean="0">
                            <a:solidFill>
                              <a:schemeClr val="accent4"/>
                            </a:solidFill>
                            <a:latin typeface="Cambria Math" panose="02040503050406030204" pitchFamily="18" charset="0"/>
                          </a:rPr>
                          <m:t>𝟏</m:t>
                        </m:r>
                      </m:oMath>
                    </m:oMathPara>
                  </a14:m>
                  <a:endParaRPr lang="zh-CN" altLang="en-US" dirty="0">
                    <a:solidFill>
                      <a:schemeClr val="accent3"/>
                    </a:solidFill>
                  </a:endParaRPr>
                </a:p>
              </p:txBody>
            </p:sp>
          </mc:Choice>
          <mc:Fallback xmlns="">
            <p:sp>
              <p:nvSpPr>
                <p:cNvPr id="35" name="文本框 34">
                  <a:extLst>
                    <a:ext uri="{FF2B5EF4-FFF2-40B4-BE49-F238E27FC236}">
                      <a16:creationId xmlns:a16="http://schemas.microsoft.com/office/drawing/2014/main" id="{EE98B7EB-F32B-4A4F-9072-DF021D7DCAD9}"/>
                    </a:ext>
                  </a:extLst>
                </p:cNvPr>
                <p:cNvSpPr txBox="1">
                  <a:spLocks noRot="1" noChangeAspect="1" noMove="1" noResize="1" noEditPoints="1" noAdjustHandles="1" noChangeArrowheads="1" noChangeShapeType="1" noTextEdit="1"/>
                </p:cNvSpPr>
                <p:nvPr/>
              </p:nvSpPr>
              <p:spPr>
                <a:xfrm>
                  <a:off x="2146413" y="1363110"/>
                  <a:ext cx="1067217" cy="369332"/>
                </a:xfrm>
                <a:prstGeom prst="rect">
                  <a:avLst/>
                </a:prstGeom>
                <a:blipFill>
                  <a:blip r:embed="rId3"/>
                  <a:stretch>
                    <a:fillRect b="-3333"/>
                  </a:stretch>
                </a:blipFill>
              </p:spPr>
              <p:txBody>
                <a:bodyPr/>
                <a:lstStyle/>
                <a:p>
                  <a:r>
                    <a:rPr lang="zh-CN" altLang="en-US">
                      <a:noFill/>
                    </a:rPr>
                    <a:t> </a:t>
                  </a:r>
                </a:p>
              </p:txBody>
            </p:sp>
          </mc:Fallback>
        </mc:AlternateContent>
      </p:grpSp>
      <p:grpSp>
        <p:nvGrpSpPr>
          <p:cNvPr id="4" name="组合 3">
            <a:extLst>
              <a:ext uri="{FF2B5EF4-FFF2-40B4-BE49-F238E27FC236}">
                <a16:creationId xmlns:a16="http://schemas.microsoft.com/office/drawing/2014/main" id="{9A1EA9F2-FCB6-48C3-935F-7AE7E3AD14AC}"/>
              </a:ext>
            </a:extLst>
          </p:cNvPr>
          <p:cNvGrpSpPr/>
          <p:nvPr/>
        </p:nvGrpSpPr>
        <p:grpSpPr>
          <a:xfrm>
            <a:off x="304800" y="749300"/>
            <a:ext cx="6192344" cy="400110"/>
            <a:chOff x="424117" y="898245"/>
            <a:chExt cx="6192344" cy="400110"/>
          </a:xfrm>
        </p:grpSpPr>
        <p:sp>
          <p:nvSpPr>
            <p:cNvPr id="2" name="平行四边形 1">
              <a:extLst>
                <a:ext uri="{FF2B5EF4-FFF2-40B4-BE49-F238E27FC236}">
                  <a16:creationId xmlns:a16="http://schemas.microsoft.com/office/drawing/2014/main" id="{1F5BAA3F-9845-4F89-A2DD-8222D3E4EDAC}"/>
                </a:ext>
              </a:extLst>
            </p:cNvPr>
            <p:cNvSpPr/>
            <p:nvPr/>
          </p:nvSpPr>
          <p:spPr>
            <a:xfrm>
              <a:off x="424117" y="898245"/>
              <a:ext cx="628306" cy="387090"/>
            </a:xfrm>
            <a:prstGeom prst="parallelogram">
              <a:avLst/>
            </a:prstGeom>
            <a:solidFill>
              <a:schemeClr val="accent3">
                <a:lumMod val="75000"/>
              </a:schemeClr>
            </a:solidFill>
            <a:ln>
              <a:solidFill>
                <a:schemeClr val="accent3">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CN" sz="2200" dirty="0">
                  <a:latin typeface="Impact" panose="020B0806030902050204" pitchFamily="34" charset="0"/>
                </a:rPr>
                <a:t>01</a:t>
              </a:r>
              <a:endParaRPr lang="zh-CN" altLang="en-US" sz="2200" dirty="0">
                <a:latin typeface="Impact" panose="020B0806030902050204" pitchFamily="34" charset="0"/>
              </a:endParaRPr>
            </a:p>
          </p:txBody>
        </p:sp>
        <p:sp>
          <p:nvSpPr>
            <p:cNvPr id="3" name="文本框 2">
              <a:extLst>
                <a:ext uri="{FF2B5EF4-FFF2-40B4-BE49-F238E27FC236}">
                  <a16:creationId xmlns:a16="http://schemas.microsoft.com/office/drawing/2014/main" id="{4D6BD736-A4D3-4F26-AFED-36E11F50F70B}"/>
                </a:ext>
              </a:extLst>
            </p:cNvPr>
            <p:cNvSpPr txBox="1"/>
            <p:nvPr/>
          </p:nvSpPr>
          <p:spPr>
            <a:xfrm>
              <a:off x="1052423" y="898245"/>
              <a:ext cx="5564038" cy="400110"/>
            </a:xfrm>
            <a:prstGeom prst="rect">
              <a:avLst/>
            </a:prstGeom>
            <a:noFill/>
          </p:spPr>
          <p:txBody>
            <a:bodyPr wrap="square" rtlCol="0">
              <a:spAutoFit/>
            </a:bodyPr>
            <a:lstStyle/>
            <a:p>
              <a:r>
                <a:rPr lang="zh-CN" altLang="en-US" sz="2000" b="1" dirty="0"/>
                <a:t>回退</a:t>
              </a:r>
              <a:r>
                <a:rPr lang="en-US" altLang="zh-CN" sz="2000" b="1" dirty="0"/>
                <a:t>N</a:t>
              </a:r>
              <a:r>
                <a:rPr lang="zh-CN" altLang="en-US" sz="2000" b="1" dirty="0"/>
                <a:t>帧协议</a:t>
              </a:r>
            </a:p>
          </p:txBody>
        </p:sp>
      </p:grpSp>
      <p:grpSp>
        <p:nvGrpSpPr>
          <p:cNvPr id="20" name="组合 19">
            <a:extLst>
              <a:ext uri="{FF2B5EF4-FFF2-40B4-BE49-F238E27FC236}">
                <a16:creationId xmlns:a16="http://schemas.microsoft.com/office/drawing/2014/main" id="{87756F0E-46C2-4571-B23D-C8472E9FD1FB}"/>
              </a:ext>
            </a:extLst>
          </p:cNvPr>
          <p:cNvGrpSpPr/>
          <p:nvPr/>
        </p:nvGrpSpPr>
        <p:grpSpPr>
          <a:xfrm>
            <a:off x="475097" y="1263518"/>
            <a:ext cx="1355161" cy="5114896"/>
            <a:chOff x="475097" y="1263518"/>
            <a:chExt cx="1355161" cy="5114896"/>
          </a:xfrm>
        </p:grpSpPr>
        <p:cxnSp>
          <p:nvCxnSpPr>
            <p:cNvPr id="17" name="直接连接符 16">
              <a:extLst>
                <a:ext uri="{FF2B5EF4-FFF2-40B4-BE49-F238E27FC236}">
                  <a16:creationId xmlns:a16="http://schemas.microsoft.com/office/drawing/2014/main" id="{5A41A17A-7B81-47D8-BDBB-76B8F1AA71D6}"/>
                </a:ext>
              </a:extLst>
            </p:cNvPr>
            <p:cNvCxnSpPr>
              <a:cxnSpLocks/>
            </p:cNvCxnSpPr>
            <p:nvPr/>
          </p:nvCxnSpPr>
          <p:spPr>
            <a:xfrm flipV="1">
              <a:off x="1208367" y="2012996"/>
              <a:ext cx="0" cy="3813858"/>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nvGrpSpPr>
            <p:cNvPr id="9" name="组合 8">
              <a:extLst>
                <a:ext uri="{FF2B5EF4-FFF2-40B4-BE49-F238E27FC236}">
                  <a16:creationId xmlns:a16="http://schemas.microsoft.com/office/drawing/2014/main" id="{A2B5FA1F-35FA-42E7-8D74-E7431B6AAA3C}"/>
                </a:ext>
              </a:extLst>
            </p:cNvPr>
            <p:cNvGrpSpPr/>
            <p:nvPr/>
          </p:nvGrpSpPr>
          <p:grpSpPr>
            <a:xfrm>
              <a:off x="700096" y="5368000"/>
              <a:ext cx="905164" cy="1010414"/>
              <a:chOff x="700096" y="5368000"/>
              <a:chExt cx="905164" cy="1010414"/>
            </a:xfrm>
          </p:grpSpPr>
          <p:pic>
            <p:nvPicPr>
              <p:cNvPr id="214" name="图形 213">
                <a:extLst>
                  <a:ext uri="{FF2B5EF4-FFF2-40B4-BE49-F238E27FC236}">
                    <a16:creationId xmlns:a16="http://schemas.microsoft.com/office/drawing/2014/main" id="{D949CB40-4FF6-4E8C-991B-66D24C6ADF05}"/>
                  </a:ext>
                </a:extLst>
              </p:cNvPr>
              <p:cNvPicPr>
                <a:picLocks noChangeAspect="1"/>
              </p:cNvPicPr>
              <p:nvPr/>
            </p:nvPicPr>
            <p:blipFill>
              <a:blip r:embed="rId5">
                <a:extLst>
                  <a:ext uri="{28A0092B-C50C-407E-A947-70E740481C1C}">
                    <a14:useLocalDpi xmlns:a14="http://schemas.microsoft.com/office/drawing/2010/main" val="0"/>
                  </a:ext>
                  <a:ext uri="{96DAC541-7B7A-43D3-8B79-37D633B846F1}">
                    <asvg:svgBlip xmlns:asvg="http://schemas.microsoft.com/office/drawing/2016/SVG/main" r:embed="rId6"/>
                  </a:ext>
                </a:extLst>
              </a:blip>
              <a:stretch>
                <a:fillRect/>
              </a:stretch>
            </p:blipFill>
            <p:spPr>
              <a:xfrm>
                <a:off x="821271" y="5368000"/>
                <a:ext cx="662814" cy="641082"/>
              </a:xfrm>
              <a:prstGeom prst="rect">
                <a:avLst/>
              </a:prstGeom>
            </p:spPr>
          </p:pic>
          <p:sp>
            <p:nvSpPr>
              <p:cNvPr id="218" name="文本框 217">
                <a:extLst>
                  <a:ext uri="{FF2B5EF4-FFF2-40B4-BE49-F238E27FC236}">
                    <a16:creationId xmlns:a16="http://schemas.microsoft.com/office/drawing/2014/main" id="{584D12FE-712D-432B-A48B-3084189F6B6C}"/>
                  </a:ext>
                </a:extLst>
              </p:cNvPr>
              <p:cNvSpPr txBox="1"/>
              <p:nvPr/>
            </p:nvSpPr>
            <p:spPr>
              <a:xfrm>
                <a:off x="700096" y="6009082"/>
                <a:ext cx="905164" cy="369332"/>
              </a:xfrm>
              <a:prstGeom prst="rect">
                <a:avLst/>
              </a:prstGeom>
              <a:noFill/>
            </p:spPr>
            <p:txBody>
              <a:bodyPr wrap="square" rtlCol="0">
                <a:spAutoFit/>
              </a:bodyPr>
              <a:lstStyle/>
              <a:p>
                <a:r>
                  <a:rPr lang="zh-CN" altLang="en-US" b="1" dirty="0">
                    <a:latin typeface="+mn-ea"/>
                  </a:rPr>
                  <a:t>发送方</a:t>
                </a:r>
              </a:p>
            </p:txBody>
          </p:sp>
        </p:grpSp>
        <p:grpSp>
          <p:nvGrpSpPr>
            <p:cNvPr id="8" name="组合 7">
              <a:extLst>
                <a:ext uri="{FF2B5EF4-FFF2-40B4-BE49-F238E27FC236}">
                  <a16:creationId xmlns:a16="http://schemas.microsoft.com/office/drawing/2014/main" id="{0ACAF080-95D4-4F76-A817-06EA84E449C9}"/>
                </a:ext>
              </a:extLst>
            </p:cNvPr>
            <p:cNvGrpSpPr/>
            <p:nvPr/>
          </p:nvGrpSpPr>
          <p:grpSpPr>
            <a:xfrm>
              <a:off x="878301" y="1263518"/>
              <a:ext cx="905164" cy="1027908"/>
              <a:chOff x="878301" y="1390382"/>
              <a:chExt cx="905164" cy="1027908"/>
            </a:xfrm>
          </p:grpSpPr>
          <p:pic>
            <p:nvPicPr>
              <p:cNvPr id="210" name="图形 209">
                <a:extLst>
                  <a:ext uri="{FF2B5EF4-FFF2-40B4-BE49-F238E27FC236}">
                    <a16:creationId xmlns:a16="http://schemas.microsoft.com/office/drawing/2014/main" id="{61E01467-74F7-469C-BAD5-DFFB1234E440}"/>
                  </a:ext>
                </a:extLst>
              </p:cNvPr>
              <p:cNvPicPr>
                <a:picLocks noChangeAspect="1"/>
              </p:cNvPicPr>
              <p:nvPr/>
            </p:nvPicPr>
            <p:blipFill>
              <a:blip r:embed="rId7">
                <a:extLst>
                  <a:ext uri="{28A0092B-C50C-407E-A947-70E740481C1C}">
                    <a14:useLocalDpi xmlns:a14="http://schemas.microsoft.com/office/drawing/2010/main" val="0"/>
                  </a:ext>
                  <a:ext uri="{96DAC541-7B7A-43D3-8B79-37D633B846F1}">
                    <asvg:svgBlip xmlns:asvg="http://schemas.microsoft.com/office/drawing/2016/SVG/main" r:embed="rId8"/>
                  </a:ext>
                </a:extLst>
              </a:blip>
              <a:stretch>
                <a:fillRect/>
              </a:stretch>
            </p:blipFill>
            <p:spPr>
              <a:xfrm>
                <a:off x="984826" y="1759714"/>
                <a:ext cx="501772" cy="658576"/>
              </a:xfrm>
              <a:prstGeom prst="rect">
                <a:avLst/>
              </a:prstGeom>
            </p:spPr>
          </p:pic>
          <p:sp>
            <p:nvSpPr>
              <p:cNvPr id="219" name="文本框 218">
                <a:extLst>
                  <a:ext uri="{FF2B5EF4-FFF2-40B4-BE49-F238E27FC236}">
                    <a16:creationId xmlns:a16="http://schemas.microsoft.com/office/drawing/2014/main" id="{B105E330-42F6-4FA8-914C-123FFA0756D5}"/>
                  </a:ext>
                </a:extLst>
              </p:cNvPr>
              <p:cNvSpPr txBox="1"/>
              <p:nvPr/>
            </p:nvSpPr>
            <p:spPr>
              <a:xfrm>
                <a:off x="878301" y="1390382"/>
                <a:ext cx="905164" cy="369332"/>
              </a:xfrm>
              <a:prstGeom prst="rect">
                <a:avLst/>
              </a:prstGeom>
              <a:noFill/>
            </p:spPr>
            <p:txBody>
              <a:bodyPr wrap="square" rtlCol="0">
                <a:spAutoFit/>
              </a:bodyPr>
              <a:lstStyle/>
              <a:p>
                <a:r>
                  <a:rPr lang="zh-CN" altLang="en-US" b="1" dirty="0">
                    <a:latin typeface="+mn-ea"/>
                  </a:rPr>
                  <a:t>接收方</a:t>
                </a:r>
              </a:p>
            </p:txBody>
          </p:sp>
        </p:grpSp>
        <p:sp>
          <p:nvSpPr>
            <p:cNvPr id="57" name="云形 56">
              <a:extLst>
                <a:ext uri="{FF2B5EF4-FFF2-40B4-BE49-F238E27FC236}">
                  <a16:creationId xmlns:a16="http://schemas.microsoft.com/office/drawing/2014/main" id="{8D58A5DA-48AF-4D62-A0E1-92B6F8CBE1F4}"/>
                </a:ext>
              </a:extLst>
            </p:cNvPr>
            <p:cNvSpPr/>
            <p:nvPr/>
          </p:nvSpPr>
          <p:spPr>
            <a:xfrm>
              <a:off x="475097" y="3429014"/>
              <a:ext cx="1355161" cy="801398"/>
            </a:xfrm>
            <a:prstGeom prst="cloud">
              <a:avLst/>
            </a:prstGeom>
            <a:solidFill>
              <a:schemeClr val="bg1">
                <a:lumMod val="85000"/>
              </a:schemeClr>
            </a:solidFill>
            <a:ln>
              <a:solidFill>
                <a:schemeClr val="bg1">
                  <a:lumMod val="85000"/>
                </a:schemeClr>
              </a:solidFill>
            </a:ln>
          </p:spPr>
          <p:style>
            <a:lnRef idx="2">
              <a:schemeClr val="accent3">
                <a:shade val="50000"/>
              </a:schemeClr>
            </a:lnRef>
            <a:fillRef idx="1">
              <a:schemeClr val="accent3"/>
            </a:fillRef>
            <a:effectRef idx="0">
              <a:schemeClr val="accent3"/>
            </a:effectRef>
            <a:fontRef idx="minor">
              <a:schemeClr val="lt1"/>
            </a:fontRef>
          </p:style>
          <p:txBody>
            <a:bodyPr rtlCol="0" anchor="ctr"/>
            <a:lstStyle/>
            <a:p>
              <a:pPr algn="ctr"/>
              <a:r>
                <a:rPr lang="zh-CN" altLang="en-US" b="1" dirty="0">
                  <a:solidFill>
                    <a:schemeClr val="tx1"/>
                  </a:solidFill>
                  <a:latin typeface="+mn-ea"/>
                </a:rPr>
                <a:t>因特网</a:t>
              </a:r>
            </a:p>
          </p:txBody>
        </p:sp>
      </p:grpSp>
      <p:graphicFrame>
        <p:nvGraphicFramePr>
          <p:cNvPr id="21" name="表格 21">
            <a:extLst>
              <a:ext uri="{FF2B5EF4-FFF2-40B4-BE49-F238E27FC236}">
                <a16:creationId xmlns:a16="http://schemas.microsoft.com/office/drawing/2014/main" id="{CE497585-4F97-4F44-9ABE-D7BBA16B40E0}"/>
              </a:ext>
            </a:extLst>
          </p:cNvPr>
          <p:cNvGraphicFramePr>
            <a:graphicFrameLocks noGrp="1"/>
          </p:cNvGraphicFramePr>
          <p:nvPr/>
        </p:nvGraphicFramePr>
        <p:xfrm>
          <a:off x="2302929" y="5557308"/>
          <a:ext cx="9067800" cy="370840"/>
        </p:xfrm>
        <a:graphic>
          <a:graphicData uri="http://schemas.openxmlformats.org/drawingml/2006/table">
            <a:tbl>
              <a:tblPr firstRow="1" bandRow="1">
                <a:tableStyleId>{5C22544A-7EE6-4342-B048-85BDC9FD1C3A}</a:tableStyleId>
              </a:tblPr>
              <a:tblGrid>
                <a:gridCol w="755650">
                  <a:extLst>
                    <a:ext uri="{9D8B030D-6E8A-4147-A177-3AD203B41FA5}">
                      <a16:colId xmlns:a16="http://schemas.microsoft.com/office/drawing/2014/main" val="877486509"/>
                    </a:ext>
                  </a:extLst>
                </a:gridCol>
                <a:gridCol w="755650">
                  <a:extLst>
                    <a:ext uri="{9D8B030D-6E8A-4147-A177-3AD203B41FA5}">
                      <a16:colId xmlns:a16="http://schemas.microsoft.com/office/drawing/2014/main" val="3548605817"/>
                    </a:ext>
                  </a:extLst>
                </a:gridCol>
                <a:gridCol w="755650">
                  <a:extLst>
                    <a:ext uri="{9D8B030D-6E8A-4147-A177-3AD203B41FA5}">
                      <a16:colId xmlns:a16="http://schemas.microsoft.com/office/drawing/2014/main" val="2881812895"/>
                    </a:ext>
                  </a:extLst>
                </a:gridCol>
                <a:gridCol w="755650">
                  <a:extLst>
                    <a:ext uri="{9D8B030D-6E8A-4147-A177-3AD203B41FA5}">
                      <a16:colId xmlns:a16="http://schemas.microsoft.com/office/drawing/2014/main" val="3682284582"/>
                    </a:ext>
                  </a:extLst>
                </a:gridCol>
                <a:gridCol w="755650">
                  <a:extLst>
                    <a:ext uri="{9D8B030D-6E8A-4147-A177-3AD203B41FA5}">
                      <a16:colId xmlns:a16="http://schemas.microsoft.com/office/drawing/2014/main" val="500127722"/>
                    </a:ext>
                  </a:extLst>
                </a:gridCol>
                <a:gridCol w="755650">
                  <a:extLst>
                    <a:ext uri="{9D8B030D-6E8A-4147-A177-3AD203B41FA5}">
                      <a16:colId xmlns:a16="http://schemas.microsoft.com/office/drawing/2014/main" val="2946259618"/>
                    </a:ext>
                  </a:extLst>
                </a:gridCol>
                <a:gridCol w="755650">
                  <a:extLst>
                    <a:ext uri="{9D8B030D-6E8A-4147-A177-3AD203B41FA5}">
                      <a16:colId xmlns:a16="http://schemas.microsoft.com/office/drawing/2014/main" val="171501986"/>
                    </a:ext>
                  </a:extLst>
                </a:gridCol>
                <a:gridCol w="755650">
                  <a:extLst>
                    <a:ext uri="{9D8B030D-6E8A-4147-A177-3AD203B41FA5}">
                      <a16:colId xmlns:a16="http://schemas.microsoft.com/office/drawing/2014/main" val="1667185265"/>
                    </a:ext>
                  </a:extLst>
                </a:gridCol>
                <a:gridCol w="755650">
                  <a:extLst>
                    <a:ext uri="{9D8B030D-6E8A-4147-A177-3AD203B41FA5}">
                      <a16:colId xmlns:a16="http://schemas.microsoft.com/office/drawing/2014/main" val="4258211808"/>
                    </a:ext>
                  </a:extLst>
                </a:gridCol>
                <a:gridCol w="755650">
                  <a:extLst>
                    <a:ext uri="{9D8B030D-6E8A-4147-A177-3AD203B41FA5}">
                      <a16:colId xmlns:a16="http://schemas.microsoft.com/office/drawing/2014/main" val="1794200575"/>
                    </a:ext>
                  </a:extLst>
                </a:gridCol>
                <a:gridCol w="755650">
                  <a:extLst>
                    <a:ext uri="{9D8B030D-6E8A-4147-A177-3AD203B41FA5}">
                      <a16:colId xmlns:a16="http://schemas.microsoft.com/office/drawing/2014/main" val="4230716487"/>
                    </a:ext>
                  </a:extLst>
                </a:gridCol>
                <a:gridCol w="755650">
                  <a:extLst>
                    <a:ext uri="{9D8B030D-6E8A-4147-A177-3AD203B41FA5}">
                      <a16:colId xmlns:a16="http://schemas.microsoft.com/office/drawing/2014/main" val="56153739"/>
                    </a:ext>
                  </a:extLst>
                </a:gridCol>
              </a:tblGrid>
              <a:tr h="370840">
                <a:tc>
                  <a:txBody>
                    <a:bodyPr/>
                    <a:lstStyle/>
                    <a:p>
                      <a:pPr algn="ctr"/>
                      <a:r>
                        <a:rPr lang="en-US" altLang="zh-CN" dirty="0">
                          <a:solidFill>
                            <a:schemeClr val="tx1"/>
                          </a:solidFill>
                          <a:latin typeface="Arial Black" panose="020B0A04020102020204" pitchFamily="34" charset="0"/>
                        </a:rPr>
                        <a:t>0</a:t>
                      </a:r>
                      <a:endParaRPr lang="zh-CN" altLang="en-US" dirty="0">
                        <a:solidFill>
                          <a:schemeClr val="tx1"/>
                        </a:solidFill>
                        <a:latin typeface="Arial Black" panose="020B0A04020102020204" pitchFamily="34" charset="0"/>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ctr"/>
                      <a:r>
                        <a:rPr lang="en-US" altLang="zh-CN" dirty="0">
                          <a:solidFill>
                            <a:schemeClr val="tx1"/>
                          </a:solidFill>
                          <a:latin typeface="Arial Black" panose="020B0A04020102020204" pitchFamily="34" charset="0"/>
                        </a:rPr>
                        <a:t>1</a:t>
                      </a:r>
                      <a:endParaRPr lang="zh-CN" altLang="en-US" dirty="0">
                        <a:solidFill>
                          <a:schemeClr val="tx1"/>
                        </a:solidFill>
                        <a:latin typeface="Arial Black" panose="020B0A04020102020204" pitchFamily="34" charset="0"/>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ctr"/>
                      <a:r>
                        <a:rPr lang="en-US" altLang="zh-CN" dirty="0">
                          <a:solidFill>
                            <a:schemeClr val="tx1"/>
                          </a:solidFill>
                          <a:latin typeface="Arial Black" panose="020B0A04020102020204" pitchFamily="34" charset="0"/>
                        </a:rPr>
                        <a:t>2</a:t>
                      </a:r>
                      <a:endParaRPr lang="zh-CN" altLang="en-US" dirty="0">
                        <a:solidFill>
                          <a:schemeClr val="tx1"/>
                        </a:solidFill>
                        <a:latin typeface="Arial Black" panose="020B0A04020102020204" pitchFamily="34" charset="0"/>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ctr"/>
                      <a:r>
                        <a:rPr lang="en-US" altLang="zh-CN" dirty="0">
                          <a:solidFill>
                            <a:schemeClr val="tx1"/>
                          </a:solidFill>
                          <a:latin typeface="Arial Black" panose="020B0A04020102020204" pitchFamily="34" charset="0"/>
                        </a:rPr>
                        <a:t>3</a:t>
                      </a:r>
                      <a:endParaRPr lang="zh-CN" altLang="en-US" dirty="0">
                        <a:solidFill>
                          <a:schemeClr val="tx1"/>
                        </a:solidFill>
                        <a:latin typeface="Arial Black" panose="020B0A04020102020204" pitchFamily="34" charset="0"/>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ctr"/>
                      <a:r>
                        <a:rPr lang="en-US" altLang="zh-CN" dirty="0">
                          <a:solidFill>
                            <a:schemeClr val="tx1"/>
                          </a:solidFill>
                          <a:latin typeface="Arial Black" panose="020B0A04020102020204" pitchFamily="34" charset="0"/>
                        </a:rPr>
                        <a:t>4</a:t>
                      </a:r>
                      <a:endParaRPr lang="zh-CN" altLang="en-US" dirty="0">
                        <a:solidFill>
                          <a:schemeClr val="tx1"/>
                        </a:solidFill>
                        <a:latin typeface="Arial Black" panose="020B0A04020102020204" pitchFamily="34" charset="0"/>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ctr"/>
                      <a:r>
                        <a:rPr lang="en-US" altLang="zh-CN" dirty="0">
                          <a:solidFill>
                            <a:schemeClr val="tx1"/>
                          </a:solidFill>
                          <a:latin typeface="Arial Black" panose="020B0A04020102020204" pitchFamily="34" charset="0"/>
                        </a:rPr>
                        <a:t>5</a:t>
                      </a:r>
                      <a:endParaRPr lang="zh-CN" altLang="en-US" dirty="0">
                        <a:solidFill>
                          <a:schemeClr val="tx1"/>
                        </a:solidFill>
                        <a:latin typeface="Arial Black" panose="020B0A04020102020204" pitchFamily="34" charset="0"/>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ctr"/>
                      <a:r>
                        <a:rPr lang="en-US" altLang="zh-CN" dirty="0">
                          <a:solidFill>
                            <a:schemeClr val="tx1"/>
                          </a:solidFill>
                          <a:latin typeface="Arial Black" panose="020B0A04020102020204" pitchFamily="34" charset="0"/>
                        </a:rPr>
                        <a:t>6</a:t>
                      </a:r>
                      <a:endParaRPr lang="zh-CN" altLang="en-US" dirty="0">
                        <a:solidFill>
                          <a:schemeClr val="tx1"/>
                        </a:solidFill>
                        <a:latin typeface="Arial Black" panose="020B0A04020102020204" pitchFamily="34" charset="0"/>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ctr"/>
                      <a:r>
                        <a:rPr lang="en-US" altLang="zh-CN" dirty="0">
                          <a:solidFill>
                            <a:schemeClr val="tx1"/>
                          </a:solidFill>
                          <a:latin typeface="Arial Black" panose="020B0A04020102020204" pitchFamily="34" charset="0"/>
                        </a:rPr>
                        <a:t>7</a:t>
                      </a:r>
                      <a:endParaRPr lang="zh-CN" altLang="en-US" dirty="0">
                        <a:solidFill>
                          <a:schemeClr val="tx1"/>
                        </a:solidFill>
                        <a:latin typeface="Arial Black" panose="020B0A04020102020204" pitchFamily="34" charset="0"/>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ctr"/>
                      <a:r>
                        <a:rPr lang="en-US" altLang="zh-CN" dirty="0">
                          <a:solidFill>
                            <a:schemeClr val="tx1"/>
                          </a:solidFill>
                          <a:latin typeface="Arial Black" panose="020B0A04020102020204" pitchFamily="34" charset="0"/>
                        </a:rPr>
                        <a:t>0</a:t>
                      </a:r>
                      <a:endParaRPr lang="zh-CN" altLang="en-US" dirty="0">
                        <a:solidFill>
                          <a:schemeClr val="tx1"/>
                        </a:solidFill>
                        <a:latin typeface="Arial Black" panose="020B0A04020102020204" pitchFamily="34" charset="0"/>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ctr"/>
                      <a:r>
                        <a:rPr lang="en-US" altLang="zh-CN" dirty="0">
                          <a:solidFill>
                            <a:schemeClr val="tx1"/>
                          </a:solidFill>
                          <a:latin typeface="Arial Black" panose="020B0A04020102020204" pitchFamily="34" charset="0"/>
                        </a:rPr>
                        <a:t>1</a:t>
                      </a:r>
                      <a:endParaRPr lang="zh-CN" altLang="en-US" dirty="0">
                        <a:solidFill>
                          <a:schemeClr val="tx1"/>
                        </a:solidFill>
                        <a:latin typeface="Arial Black" panose="020B0A04020102020204" pitchFamily="34" charset="0"/>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ctr"/>
                      <a:r>
                        <a:rPr lang="en-US" altLang="zh-CN" dirty="0">
                          <a:solidFill>
                            <a:schemeClr val="tx1"/>
                          </a:solidFill>
                          <a:latin typeface="Arial Black" panose="020B0A04020102020204" pitchFamily="34" charset="0"/>
                        </a:rPr>
                        <a:t>2</a:t>
                      </a:r>
                      <a:endParaRPr lang="zh-CN" altLang="en-US" dirty="0">
                        <a:solidFill>
                          <a:schemeClr val="tx1"/>
                        </a:solidFill>
                        <a:latin typeface="Arial Black" panose="020B0A04020102020204" pitchFamily="34" charset="0"/>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ctr"/>
                      <a:r>
                        <a:rPr lang="en-US" altLang="zh-CN" dirty="0">
                          <a:solidFill>
                            <a:schemeClr val="tx1"/>
                          </a:solidFill>
                          <a:latin typeface="Arial Black" panose="020B0A04020102020204" pitchFamily="34" charset="0"/>
                        </a:rPr>
                        <a:t>…</a:t>
                      </a:r>
                      <a:endParaRPr lang="zh-CN" altLang="en-US" dirty="0">
                        <a:solidFill>
                          <a:schemeClr val="tx1"/>
                        </a:solidFill>
                        <a:latin typeface="Arial Black" panose="020B0A04020102020204" pitchFamily="34" charset="0"/>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extLst>
                  <a:ext uri="{0D108BD9-81ED-4DB2-BD59-A6C34878D82A}">
                    <a16:rowId xmlns:a16="http://schemas.microsoft.com/office/drawing/2014/main" val="316235763"/>
                  </a:ext>
                </a:extLst>
              </a:tr>
            </a:tbl>
          </a:graphicData>
        </a:graphic>
      </p:graphicFrame>
      <p:graphicFrame>
        <p:nvGraphicFramePr>
          <p:cNvPr id="68" name="表格 21">
            <a:extLst>
              <a:ext uri="{FF2B5EF4-FFF2-40B4-BE49-F238E27FC236}">
                <a16:creationId xmlns:a16="http://schemas.microsoft.com/office/drawing/2014/main" id="{D9B4273D-C94E-42E6-A39B-908C6FA1D8AF}"/>
              </a:ext>
            </a:extLst>
          </p:cNvPr>
          <p:cNvGraphicFramePr>
            <a:graphicFrameLocks noGrp="1"/>
          </p:cNvGraphicFramePr>
          <p:nvPr/>
        </p:nvGraphicFramePr>
        <p:xfrm>
          <a:off x="2302929" y="1827576"/>
          <a:ext cx="9067800" cy="370840"/>
        </p:xfrm>
        <a:graphic>
          <a:graphicData uri="http://schemas.openxmlformats.org/drawingml/2006/table">
            <a:tbl>
              <a:tblPr firstRow="1" bandRow="1">
                <a:tableStyleId>{5C22544A-7EE6-4342-B048-85BDC9FD1C3A}</a:tableStyleId>
              </a:tblPr>
              <a:tblGrid>
                <a:gridCol w="755650">
                  <a:extLst>
                    <a:ext uri="{9D8B030D-6E8A-4147-A177-3AD203B41FA5}">
                      <a16:colId xmlns:a16="http://schemas.microsoft.com/office/drawing/2014/main" val="877486509"/>
                    </a:ext>
                  </a:extLst>
                </a:gridCol>
                <a:gridCol w="755650">
                  <a:extLst>
                    <a:ext uri="{9D8B030D-6E8A-4147-A177-3AD203B41FA5}">
                      <a16:colId xmlns:a16="http://schemas.microsoft.com/office/drawing/2014/main" val="3548605817"/>
                    </a:ext>
                  </a:extLst>
                </a:gridCol>
                <a:gridCol w="755650">
                  <a:extLst>
                    <a:ext uri="{9D8B030D-6E8A-4147-A177-3AD203B41FA5}">
                      <a16:colId xmlns:a16="http://schemas.microsoft.com/office/drawing/2014/main" val="2881812895"/>
                    </a:ext>
                  </a:extLst>
                </a:gridCol>
                <a:gridCol w="755650">
                  <a:extLst>
                    <a:ext uri="{9D8B030D-6E8A-4147-A177-3AD203B41FA5}">
                      <a16:colId xmlns:a16="http://schemas.microsoft.com/office/drawing/2014/main" val="3682284582"/>
                    </a:ext>
                  </a:extLst>
                </a:gridCol>
                <a:gridCol w="755650">
                  <a:extLst>
                    <a:ext uri="{9D8B030D-6E8A-4147-A177-3AD203B41FA5}">
                      <a16:colId xmlns:a16="http://schemas.microsoft.com/office/drawing/2014/main" val="500127722"/>
                    </a:ext>
                  </a:extLst>
                </a:gridCol>
                <a:gridCol w="755650">
                  <a:extLst>
                    <a:ext uri="{9D8B030D-6E8A-4147-A177-3AD203B41FA5}">
                      <a16:colId xmlns:a16="http://schemas.microsoft.com/office/drawing/2014/main" val="2946259618"/>
                    </a:ext>
                  </a:extLst>
                </a:gridCol>
                <a:gridCol w="755650">
                  <a:extLst>
                    <a:ext uri="{9D8B030D-6E8A-4147-A177-3AD203B41FA5}">
                      <a16:colId xmlns:a16="http://schemas.microsoft.com/office/drawing/2014/main" val="171501986"/>
                    </a:ext>
                  </a:extLst>
                </a:gridCol>
                <a:gridCol w="755650">
                  <a:extLst>
                    <a:ext uri="{9D8B030D-6E8A-4147-A177-3AD203B41FA5}">
                      <a16:colId xmlns:a16="http://schemas.microsoft.com/office/drawing/2014/main" val="1667185265"/>
                    </a:ext>
                  </a:extLst>
                </a:gridCol>
                <a:gridCol w="755650">
                  <a:extLst>
                    <a:ext uri="{9D8B030D-6E8A-4147-A177-3AD203B41FA5}">
                      <a16:colId xmlns:a16="http://schemas.microsoft.com/office/drawing/2014/main" val="4258211808"/>
                    </a:ext>
                  </a:extLst>
                </a:gridCol>
                <a:gridCol w="755650">
                  <a:extLst>
                    <a:ext uri="{9D8B030D-6E8A-4147-A177-3AD203B41FA5}">
                      <a16:colId xmlns:a16="http://schemas.microsoft.com/office/drawing/2014/main" val="1794200575"/>
                    </a:ext>
                  </a:extLst>
                </a:gridCol>
                <a:gridCol w="755650">
                  <a:extLst>
                    <a:ext uri="{9D8B030D-6E8A-4147-A177-3AD203B41FA5}">
                      <a16:colId xmlns:a16="http://schemas.microsoft.com/office/drawing/2014/main" val="4230716487"/>
                    </a:ext>
                  </a:extLst>
                </a:gridCol>
                <a:gridCol w="755650">
                  <a:extLst>
                    <a:ext uri="{9D8B030D-6E8A-4147-A177-3AD203B41FA5}">
                      <a16:colId xmlns:a16="http://schemas.microsoft.com/office/drawing/2014/main" val="56153739"/>
                    </a:ext>
                  </a:extLst>
                </a:gridCol>
              </a:tblGrid>
              <a:tr h="370840">
                <a:tc>
                  <a:txBody>
                    <a:bodyPr/>
                    <a:lstStyle/>
                    <a:p>
                      <a:pPr algn="ctr"/>
                      <a:r>
                        <a:rPr lang="en-US" altLang="zh-CN" dirty="0">
                          <a:solidFill>
                            <a:schemeClr val="tx1"/>
                          </a:solidFill>
                          <a:latin typeface="Arial Black" panose="020B0A04020102020204" pitchFamily="34" charset="0"/>
                        </a:rPr>
                        <a:t>0</a:t>
                      </a:r>
                      <a:endParaRPr lang="zh-CN" altLang="en-US" dirty="0">
                        <a:solidFill>
                          <a:schemeClr val="tx1"/>
                        </a:solidFill>
                        <a:latin typeface="Arial Black" panose="020B0A04020102020204" pitchFamily="34" charset="0"/>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ctr"/>
                      <a:r>
                        <a:rPr lang="en-US" altLang="zh-CN" dirty="0">
                          <a:solidFill>
                            <a:schemeClr val="tx1"/>
                          </a:solidFill>
                          <a:latin typeface="Arial Black" panose="020B0A04020102020204" pitchFamily="34" charset="0"/>
                        </a:rPr>
                        <a:t>1</a:t>
                      </a:r>
                      <a:endParaRPr lang="zh-CN" altLang="en-US" dirty="0">
                        <a:solidFill>
                          <a:schemeClr val="tx1"/>
                        </a:solidFill>
                        <a:latin typeface="Arial Black" panose="020B0A04020102020204" pitchFamily="34" charset="0"/>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ctr"/>
                      <a:r>
                        <a:rPr lang="en-US" altLang="zh-CN" dirty="0">
                          <a:solidFill>
                            <a:schemeClr val="tx1"/>
                          </a:solidFill>
                          <a:latin typeface="Arial Black" panose="020B0A04020102020204" pitchFamily="34" charset="0"/>
                        </a:rPr>
                        <a:t>2</a:t>
                      </a:r>
                      <a:endParaRPr lang="zh-CN" altLang="en-US" dirty="0">
                        <a:solidFill>
                          <a:schemeClr val="tx1"/>
                        </a:solidFill>
                        <a:latin typeface="Arial Black" panose="020B0A04020102020204" pitchFamily="34" charset="0"/>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ctr"/>
                      <a:r>
                        <a:rPr lang="en-US" altLang="zh-CN" dirty="0">
                          <a:solidFill>
                            <a:schemeClr val="tx1"/>
                          </a:solidFill>
                          <a:latin typeface="Arial Black" panose="020B0A04020102020204" pitchFamily="34" charset="0"/>
                        </a:rPr>
                        <a:t>3</a:t>
                      </a:r>
                      <a:endParaRPr lang="zh-CN" altLang="en-US" dirty="0">
                        <a:solidFill>
                          <a:schemeClr val="tx1"/>
                        </a:solidFill>
                        <a:latin typeface="Arial Black" panose="020B0A04020102020204" pitchFamily="34" charset="0"/>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ctr"/>
                      <a:r>
                        <a:rPr lang="en-US" altLang="zh-CN" dirty="0">
                          <a:solidFill>
                            <a:schemeClr val="tx1"/>
                          </a:solidFill>
                          <a:latin typeface="Arial Black" panose="020B0A04020102020204" pitchFamily="34" charset="0"/>
                        </a:rPr>
                        <a:t>4</a:t>
                      </a:r>
                      <a:endParaRPr lang="zh-CN" altLang="en-US" dirty="0">
                        <a:solidFill>
                          <a:schemeClr val="tx1"/>
                        </a:solidFill>
                        <a:latin typeface="Arial Black" panose="020B0A04020102020204" pitchFamily="34" charset="0"/>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ctr"/>
                      <a:r>
                        <a:rPr lang="en-US" altLang="zh-CN" dirty="0">
                          <a:solidFill>
                            <a:schemeClr val="tx1"/>
                          </a:solidFill>
                          <a:latin typeface="Arial Black" panose="020B0A04020102020204" pitchFamily="34" charset="0"/>
                        </a:rPr>
                        <a:t>5</a:t>
                      </a:r>
                      <a:endParaRPr lang="zh-CN" altLang="en-US" dirty="0">
                        <a:solidFill>
                          <a:schemeClr val="tx1"/>
                        </a:solidFill>
                        <a:latin typeface="Arial Black" panose="020B0A04020102020204" pitchFamily="34" charset="0"/>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ctr"/>
                      <a:r>
                        <a:rPr lang="en-US" altLang="zh-CN" dirty="0">
                          <a:solidFill>
                            <a:schemeClr val="tx1"/>
                          </a:solidFill>
                          <a:latin typeface="Arial Black" panose="020B0A04020102020204" pitchFamily="34" charset="0"/>
                        </a:rPr>
                        <a:t>6</a:t>
                      </a:r>
                      <a:endParaRPr lang="zh-CN" altLang="en-US" dirty="0">
                        <a:solidFill>
                          <a:schemeClr val="tx1"/>
                        </a:solidFill>
                        <a:latin typeface="Arial Black" panose="020B0A04020102020204" pitchFamily="34" charset="0"/>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ctr"/>
                      <a:r>
                        <a:rPr lang="en-US" altLang="zh-CN" dirty="0">
                          <a:solidFill>
                            <a:schemeClr val="tx1"/>
                          </a:solidFill>
                          <a:latin typeface="Arial Black" panose="020B0A04020102020204" pitchFamily="34" charset="0"/>
                        </a:rPr>
                        <a:t>7</a:t>
                      </a:r>
                      <a:endParaRPr lang="zh-CN" altLang="en-US" dirty="0">
                        <a:solidFill>
                          <a:schemeClr val="tx1"/>
                        </a:solidFill>
                        <a:latin typeface="Arial Black" panose="020B0A04020102020204" pitchFamily="34" charset="0"/>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ctr"/>
                      <a:r>
                        <a:rPr lang="en-US" altLang="zh-CN" dirty="0">
                          <a:solidFill>
                            <a:schemeClr val="tx1"/>
                          </a:solidFill>
                          <a:latin typeface="Arial Black" panose="020B0A04020102020204" pitchFamily="34" charset="0"/>
                        </a:rPr>
                        <a:t>0</a:t>
                      </a:r>
                      <a:endParaRPr lang="zh-CN" altLang="en-US" dirty="0">
                        <a:solidFill>
                          <a:schemeClr val="tx1"/>
                        </a:solidFill>
                        <a:latin typeface="Arial Black" panose="020B0A04020102020204" pitchFamily="34" charset="0"/>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ctr"/>
                      <a:r>
                        <a:rPr lang="en-US" altLang="zh-CN" dirty="0">
                          <a:solidFill>
                            <a:schemeClr val="tx1"/>
                          </a:solidFill>
                          <a:latin typeface="Arial Black" panose="020B0A04020102020204" pitchFamily="34" charset="0"/>
                        </a:rPr>
                        <a:t>1</a:t>
                      </a:r>
                      <a:endParaRPr lang="zh-CN" altLang="en-US" dirty="0">
                        <a:solidFill>
                          <a:schemeClr val="tx1"/>
                        </a:solidFill>
                        <a:latin typeface="Arial Black" panose="020B0A04020102020204" pitchFamily="34" charset="0"/>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ctr"/>
                      <a:r>
                        <a:rPr lang="en-US" altLang="zh-CN" dirty="0">
                          <a:solidFill>
                            <a:schemeClr val="tx1"/>
                          </a:solidFill>
                          <a:latin typeface="Arial Black" panose="020B0A04020102020204" pitchFamily="34" charset="0"/>
                        </a:rPr>
                        <a:t>2</a:t>
                      </a:r>
                      <a:endParaRPr lang="zh-CN" altLang="en-US" dirty="0">
                        <a:solidFill>
                          <a:schemeClr val="tx1"/>
                        </a:solidFill>
                        <a:latin typeface="Arial Black" panose="020B0A04020102020204" pitchFamily="34" charset="0"/>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ctr"/>
                      <a:r>
                        <a:rPr lang="en-US" altLang="zh-CN" dirty="0">
                          <a:solidFill>
                            <a:schemeClr val="tx1"/>
                          </a:solidFill>
                          <a:latin typeface="Arial Black" panose="020B0A04020102020204" pitchFamily="34" charset="0"/>
                        </a:rPr>
                        <a:t>…</a:t>
                      </a:r>
                      <a:endParaRPr lang="zh-CN" altLang="en-US" dirty="0">
                        <a:solidFill>
                          <a:schemeClr val="tx1"/>
                        </a:solidFill>
                        <a:latin typeface="Arial Black" panose="020B0A04020102020204" pitchFamily="34" charset="0"/>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extLst>
                  <a:ext uri="{0D108BD9-81ED-4DB2-BD59-A6C34878D82A}">
                    <a16:rowId xmlns:a16="http://schemas.microsoft.com/office/drawing/2014/main" val="316235763"/>
                  </a:ext>
                </a:extLst>
              </a:tr>
            </a:tbl>
          </a:graphicData>
        </a:graphic>
      </p:graphicFrame>
      <p:sp>
        <p:nvSpPr>
          <p:cNvPr id="49" name="íşlïḍè">
            <a:extLst>
              <a:ext uri="{FF2B5EF4-FFF2-40B4-BE49-F238E27FC236}">
                <a16:creationId xmlns:a16="http://schemas.microsoft.com/office/drawing/2014/main" id="{84B44B39-A1BD-4956-A1BF-ECB7ACDDA058}"/>
              </a:ext>
            </a:extLst>
          </p:cNvPr>
          <p:cNvSpPr txBox="1"/>
          <p:nvPr/>
        </p:nvSpPr>
        <p:spPr>
          <a:xfrm>
            <a:off x="4164203" y="3287898"/>
            <a:ext cx="3876743" cy="602502"/>
          </a:xfrm>
          <a:prstGeom prst="rect">
            <a:avLst/>
          </a:prstGeom>
          <a:noFill/>
        </p:spPr>
        <p:txBody>
          <a:bodyPr wrap="square" lIns="91440" tIns="45720" rIns="91440" bIns="45720" anchor="ctr">
            <a:noAutofit/>
          </a:bodyPr>
          <a:lstStyle/>
          <a:p>
            <a:pPr algn="ctr"/>
            <a:r>
              <a:rPr lang="zh-CN" altLang="en-US" sz="2800" b="1" dirty="0"/>
              <a:t>无传输差错的情况</a:t>
            </a:r>
            <a:endParaRPr lang="en-US" altLang="zh-CN" sz="2800" b="1" dirty="0"/>
          </a:p>
        </p:txBody>
      </p:sp>
      <p:sp>
        <p:nvSpPr>
          <p:cNvPr id="13" name="矩形 12">
            <a:extLst>
              <a:ext uri="{FF2B5EF4-FFF2-40B4-BE49-F238E27FC236}">
                <a16:creationId xmlns:a16="http://schemas.microsoft.com/office/drawing/2014/main" id="{14642CA0-C4C4-44A5-BD3D-9FB5C2470514}"/>
              </a:ext>
            </a:extLst>
          </p:cNvPr>
          <p:cNvSpPr/>
          <p:nvPr/>
        </p:nvSpPr>
        <p:spPr>
          <a:xfrm>
            <a:off x="2300222" y="5537182"/>
            <a:ext cx="3780000" cy="390966"/>
          </a:xfrm>
          <a:prstGeom prst="rect">
            <a:avLst/>
          </a:prstGeom>
          <a:solidFill>
            <a:schemeClr val="accent3">
              <a:alpha val="74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33" name="矩形 32">
            <a:extLst>
              <a:ext uri="{FF2B5EF4-FFF2-40B4-BE49-F238E27FC236}">
                <a16:creationId xmlns:a16="http://schemas.microsoft.com/office/drawing/2014/main" id="{F9E2BF62-785A-4FB3-A350-5542F9488ABA}"/>
              </a:ext>
            </a:extLst>
          </p:cNvPr>
          <p:cNvSpPr/>
          <p:nvPr/>
        </p:nvSpPr>
        <p:spPr>
          <a:xfrm>
            <a:off x="2302928" y="1838438"/>
            <a:ext cx="3780000" cy="369332"/>
          </a:xfrm>
          <a:prstGeom prst="rect">
            <a:avLst/>
          </a:prstGeom>
          <a:solidFill>
            <a:schemeClr val="accent4">
              <a:alpha val="74000"/>
            </a:schemeClr>
          </a:solidFill>
          <a:ln>
            <a:solidFill>
              <a:schemeClr val="accent4"/>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5" name="对话气泡: 圆角矩形 4">
            <a:extLst>
              <a:ext uri="{FF2B5EF4-FFF2-40B4-BE49-F238E27FC236}">
                <a16:creationId xmlns:a16="http://schemas.microsoft.com/office/drawing/2014/main" id="{B39A008A-CE7E-4CDD-96D9-E3C843AD7BC4}"/>
              </a:ext>
            </a:extLst>
          </p:cNvPr>
          <p:cNvSpPr/>
          <p:nvPr/>
        </p:nvSpPr>
        <p:spPr>
          <a:xfrm>
            <a:off x="8150355" y="2495776"/>
            <a:ext cx="3148738" cy="1865716"/>
          </a:xfrm>
          <a:prstGeom prst="wedgeRoundRectCallout">
            <a:avLst>
              <a:gd name="adj1" fmla="val -67214"/>
              <a:gd name="adj2" fmla="val 8549"/>
              <a:gd name="adj3" fmla="val 16667"/>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r>
              <a:rPr lang="zh-CN" altLang="en-US" b="1" dirty="0"/>
              <a:t>        在无传输差错的情况下，回退</a:t>
            </a:r>
            <a:r>
              <a:rPr lang="en-US" altLang="zh-CN" b="1" dirty="0"/>
              <a:t>N</a:t>
            </a:r>
            <a:r>
              <a:rPr lang="zh-CN" altLang="en-US" b="1" dirty="0"/>
              <a:t>帧协议的信道利用率比停止</a:t>
            </a:r>
            <a:r>
              <a:rPr lang="en-US" altLang="zh-CN" b="1" dirty="0"/>
              <a:t>-</a:t>
            </a:r>
            <a:r>
              <a:rPr lang="zh-CN" altLang="en-US" b="1" dirty="0"/>
              <a:t>等待协议的信道利用率有显著提高。</a:t>
            </a:r>
            <a:endParaRPr lang="en-US" altLang="zh-CN" b="1" dirty="0"/>
          </a:p>
          <a:p>
            <a:r>
              <a:rPr lang="zh-CN" altLang="en-US" b="1" dirty="0"/>
              <a:t>        提高的程度取决于发送窗口的大小。</a:t>
            </a:r>
            <a:endParaRPr lang="en-US" altLang="zh-CN" b="1" dirty="0"/>
          </a:p>
        </p:txBody>
      </p:sp>
      <p:sp>
        <p:nvSpPr>
          <p:cNvPr id="26" name="平行四边形 25">
            <a:extLst>
              <a:ext uri="{FF2B5EF4-FFF2-40B4-BE49-F238E27FC236}">
                <a16:creationId xmlns:a16="http://schemas.microsoft.com/office/drawing/2014/main" id="{2FD69785-42FF-3ED1-592D-CA3E769388D0}"/>
              </a:ext>
            </a:extLst>
          </p:cNvPr>
          <p:cNvSpPr/>
          <p:nvPr/>
        </p:nvSpPr>
        <p:spPr>
          <a:xfrm>
            <a:off x="304799" y="749300"/>
            <a:ext cx="695119" cy="387090"/>
          </a:xfrm>
          <a:prstGeom prst="parallelogram">
            <a:avLst/>
          </a:prstGeom>
          <a:solidFill>
            <a:schemeClr val="accent3">
              <a:lumMod val="75000"/>
            </a:schemeClr>
          </a:solidFill>
          <a:ln>
            <a:solidFill>
              <a:schemeClr val="accent3">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CN" sz="2200" dirty="0">
                <a:latin typeface="Impact" panose="020B0806030902050204" pitchFamily="34" charset="0"/>
              </a:rPr>
              <a:t>04</a:t>
            </a:r>
            <a:endParaRPr lang="zh-CN" altLang="en-US" sz="2200" dirty="0">
              <a:latin typeface="Impact" panose="020B0806030902050204" pitchFamily="34" charset="0"/>
            </a:endParaRPr>
          </a:p>
        </p:txBody>
      </p:sp>
    </p:spTree>
    <p:custDataLst>
      <p:tags r:id="rId1"/>
    </p:custDataLst>
    <p:extLst>
      <p:ext uri="{BB962C8B-B14F-4D97-AF65-F5344CB8AC3E}">
        <p14:creationId xmlns:p14="http://schemas.microsoft.com/office/powerpoint/2010/main" val="1099526206"/>
      </p:ext>
    </p:extLst>
  </p:cSld>
  <p:clrMapOvr>
    <a:masterClrMapping/>
  </p:clrMapOvr>
  <mc:AlternateContent xmlns:mc="http://schemas.openxmlformats.org/markup-compatibility/2006" xmlns:p14="http://schemas.microsoft.com/office/powerpoint/2010/main">
    <mc:Choice Requires="p14">
      <p:transition p14:dur="10"/>
    </mc:Choice>
    <mc:Fallback xmlns="">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xit" presetSubtype="8" fill="hold" grpId="0" nodeType="withEffect">
                                  <p:stCondLst>
                                    <p:cond delay="0"/>
                                  </p:stCondLst>
                                  <p:childTnLst>
                                    <p:anim calcmode="lin" valueType="num">
                                      <p:cBhvr additive="base">
                                        <p:cTn id="6" dur="500"/>
                                        <p:tgtEl>
                                          <p:spTgt spid="13"/>
                                        </p:tgtEl>
                                        <p:attrNameLst>
                                          <p:attrName>ppt_x</p:attrName>
                                        </p:attrNameLst>
                                      </p:cBhvr>
                                      <p:tavLst>
                                        <p:tav tm="0">
                                          <p:val>
                                            <p:strVal val="ppt_x"/>
                                          </p:val>
                                        </p:tav>
                                        <p:tav tm="100000">
                                          <p:val>
                                            <p:strVal val="0-ppt_w/2"/>
                                          </p:val>
                                        </p:tav>
                                      </p:tavLst>
                                    </p:anim>
                                    <p:anim calcmode="lin" valueType="num">
                                      <p:cBhvr additive="base">
                                        <p:cTn id="7" dur="500"/>
                                        <p:tgtEl>
                                          <p:spTgt spid="13"/>
                                        </p:tgtEl>
                                        <p:attrNameLst>
                                          <p:attrName>ppt_y</p:attrName>
                                        </p:attrNameLst>
                                      </p:cBhvr>
                                      <p:tavLst>
                                        <p:tav tm="0">
                                          <p:val>
                                            <p:strVal val="ppt_y"/>
                                          </p:val>
                                        </p:tav>
                                        <p:tav tm="100000">
                                          <p:val>
                                            <p:strVal val="ppt_y"/>
                                          </p:val>
                                        </p:tav>
                                      </p:tavLst>
                                    </p:anim>
                                    <p:set>
                                      <p:cBhvr>
                                        <p:cTn id="8" dur="1" fill="hold">
                                          <p:stCondLst>
                                            <p:cond delay="499"/>
                                          </p:stCondLst>
                                        </p:cTn>
                                        <p:tgtEl>
                                          <p:spTgt spid="13"/>
                                        </p:tgtEl>
                                        <p:attrNameLst>
                                          <p:attrName>style.visibility</p:attrName>
                                        </p:attrNameLst>
                                      </p:cBhvr>
                                      <p:to>
                                        <p:strVal val="hidden"/>
                                      </p:to>
                                    </p:set>
                                  </p:childTnLst>
                                </p:cTn>
                              </p:par>
                            </p:childTnLst>
                          </p:cTn>
                        </p:par>
                      </p:childTnLst>
                    </p:cTn>
                  </p:par>
                  <p:par>
                    <p:cTn id="9" fill="hold">
                      <p:stCondLst>
                        <p:cond delay="indefinite"/>
                      </p:stCondLst>
                      <p:childTnLst>
                        <p:par>
                          <p:cTn id="10" fill="hold">
                            <p:stCondLst>
                              <p:cond delay="0"/>
                            </p:stCondLst>
                            <p:childTnLst>
                              <p:par>
                                <p:cTn id="11" presetID="2" presetClass="exit" presetSubtype="8" fill="hold" grpId="0" nodeType="clickEffect">
                                  <p:stCondLst>
                                    <p:cond delay="0"/>
                                  </p:stCondLst>
                                  <p:childTnLst>
                                    <p:anim calcmode="lin" valueType="num">
                                      <p:cBhvr additive="base">
                                        <p:cTn id="12" dur="500"/>
                                        <p:tgtEl>
                                          <p:spTgt spid="33"/>
                                        </p:tgtEl>
                                        <p:attrNameLst>
                                          <p:attrName>ppt_x</p:attrName>
                                        </p:attrNameLst>
                                      </p:cBhvr>
                                      <p:tavLst>
                                        <p:tav tm="0">
                                          <p:val>
                                            <p:strVal val="ppt_x"/>
                                          </p:val>
                                        </p:tav>
                                        <p:tav tm="100000">
                                          <p:val>
                                            <p:strVal val="0-ppt_w/2"/>
                                          </p:val>
                                        </p:tav>
                                      </p:tavLst>
                                    </p:anim>
                                    <p:anim calcmode="lin" valueType="num">
                                      <p:cBhvr additive="base">
                                        <p:cTn id="13" dur="500"/>
                                        <p:tgtEl>
                                          <p:spTgt spid="33"/>
                                        </p:tgtEl>
                                        <p:attrNameLst>
                                          <p:attrName>ppt_y</p:attrName>
                                        </p:attrNameLst>
                                      </p:cBhvr>
                                      <p:tavLst>
                                        <p:tav tm="0">
                                          <p:val>
                                            <p:strVal val="ppt_y"/>
                                          </p:val>
                                        </p:tav>
                                        <p:tav tm="100000">
                                          <p:val>
                                            <p:strVal val="ppt_y"/>
                                          </p:val>
                                        </p:tav>
                                      </p:tavLst>
                                    </p:anim>
                                    <p:set>
                                      <p:cBhvr>
                                        <p:cTn id="14" dur="1" fill="hold">
                                          <p:stCondLst>
                                            <p:cond delay="499"/>
                                          </p:stCondLst>
                                        </p:cTn>
                                        <p:tgtEl>
                                          <p:spTgt spid="33"/>
                                        </p:tgtEl>
                                        <p:attrNameLst>
                                          <p:attrName>style.visibility</p:attrName>
                                        </p:attrNameLst>
                                      </p:cBhvr>
                                      <p:to>
                                        <p:strVal val="hidden"/>
                                      </p:to>
                                    </p:set>
                                  </p:childTnLst>
                                </p:cTn>
                              </p:par>
                            </p:childTnLst>
                          </p:cTn>
                        </p:par>
                      </p:childTnLst>
                    </p:cTn>
                  </p:par>
                  <p:par>
                    <p:cTn id="15" fill="hold">
                      <p:stCondLst>
                        <p:cond delay="indefinite"/>
                      </p:stCondLst>
                      <p:childTnLst>
                        <p:par>
                          <p:cTn id="16" fill="hold">
                            <p:stCondLst>
                              <p:cond delay="0"/>
                            </p:stCondLst>
                            <p:childTnLst>
                              <p:par>
                                <p:cTn id="17" presetID="2" presetClass="entr" presetSubtype="2" fill="hold" grpId="0" nodeType="clickEffect">
                                  <p:stCondLst>
                                    <p:cond delay="0"/>
                                  </p:stCondLst>
                                  <p:childTnLst>
                                    <p:set>
                                      <p:cBhvr>
                                        <p:cTn id="18" dur="1" fill="hold">
                                          <p:stCondLst>
                                            <p:cond delay="0"/>
                                          </p:stCondLst>
                                        </p:cTn>
                                        <p:tgtEl>
                                          <p:spTgt spid="5"/>
                                        </p:tgtEl>
                                        <p:attrNameLst>
                                          <p:attrName>style.visibility</p:attrName>
                                        </p:attrNameLst>
                                      </p:cBhvr>
                                      <p:to>
                                        <p:strVal val="visible"/>
                                      </p:to>
                                    </p:set>
                                    <p:anim calcmode="lin" valueType="num">
                                      <p:cBhvr additive="base">
                                        <p:cTn id="19" dur="500" fill="hold"/>
                                        <p:tgtEl>
                                          <p:spTgt spid="5"/>
                                        </p:tgtEl>
                                        <p:attrNameLst>
                                          <p:attrName>ppt_x</p:attrName>
                                        </p:attrNameLst>
                                      </p:cBhvr>
                                      <p:tavLst>
                                        <p:tav tm="0">
                                          <p:val>
                                            <p:strVal val="1+#ppt_w/2"/>
                                          </p:val>
                                        </p:tav>
                                        <p:tav tm="100000">
                                          <p:val>
                                            <p:strVal val="#ppt_x"/>
                                          </p:val>
                                        </p:tav>
                                      </p:tavLst>
                                    </p:anim>
                                    <p:anim calcmode="lin" valueType="num">
                                      <p:cBhvr additive="base">
                                        <p:cTn id="20" dur="500" fill="hold"/>
                                        <p:tgtEl>
                                          <p:spTgt spid="5"/>
                                        </p:tgtEl>
                                        <p:attrNameLst>
                                          <p:attrName>ppt_y</p:attrName>
                                        </p:attrNameLst>
                                      </p:cBhvr>
                                      <p:tavLst>
                                        <p:tav tm="0">
                                          <p:val>
                                            <p:strVal val="#ppt_y"/>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3" grpId="0" animBg="1"/>
      <p:bldP spid="33" grpId="0" animBg="1"/>
      <p:bldP spid="5" grpId="0" animBg="1"/>
    </p:bldLst>
  </p:timing>
</p:sld>
</file>

<file path=ppt/slides/slide14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6" name="组合 5">
            <a:extLst>
              <a:ext uri="{FF2B5EF4-FFF2-40B4-BE49-F238E27FC236}">
                <a16:creationId xmlns:a16="http://schemas.microsoft.com/office/drawing/2014/main" id="{35D57BA3-C33A-4413-B558-3B4EE4F3080F}"/>
              </a:ext>
            </a:extLst>
          </p:cNvPr>
          <p:cNvGrpSpPr/>
          <p:nvPr/>
        </p:nvGrpSpPr>
        <p:grpSpPr>
          <a:xfrm>
            <a:off x="2146413" y="1363110"/>
            <a:ext cx="1067217" cy="917885"/>
            <a:chOff x="2146413" y="1363110"/>
            <a:chExt cx="1067217" cy="917885"/>
          </a:xfrm>
        </p:grpSpPr>
        <p:sp>
          <p:nvSpPr>
            <p:cNvPr id="34" name="矩形 33">
              <a:extLst>
                <a:ext uri="{FF2B5EF4-FFF2-40B4-BE49-F238E27FC236}">
                  <a16:creationId xmlns:a16="http://schemas.microsoft.com/office/drawing/2014/main" id="{C0C70259-4145-42A4-A97E-2108291E4ADC}"/>
                </a:ext>
              </a:extLst>
            </p:cNvPr>
            <p:cNvSpPr/>
            <p:nvPr/>
          </p:nvSpPr>
          <p:spPr>
            <a:xfrm>
              <a:off x="2300222" y="1739531"/>
              <a:ext cx="759600" cy="541464"/>
            </a:xfrm>
            <a:prstGeom prst="rect">
              <a:avLst/>
            </a:prstGeom>
            <a:solidFill>
              <a:schemeClr val="accent4"/>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mc:AlternateContent xmlns:mc="http://schemas.openxmlformats.org/markup-compatibility/2006" xmlns:a14="http://schemas.microsoft.com/office/drawing/2010/main">
          <mc:Choice Requires="a14">
            <p:sp>
              <p:nvSpPr>
                <p:cNvPr id="35" name="文本框 34">
                  <a:extLst>
                    <a:ext uri="{FF2B5EF4-FFF2-40B4-BE49-F238E27FC236}">
                      <a16:creationId xmlns:a16="http://schemas.microsoft.com/office/drawing/2014/main" id="{EE98B7EB-F32B-4A4F-9072-DF021D7DCAD9}"/>
                    </a:ext>
                  </a:extLst>
                </p:cNvPr>
                <p:cNvSpPr txBox="1"/>
                <p:nvPr/>
              </p:nvSpPr>
              <p:spPr>
                <a:xfrm>
                  <a:off x="2146413" y="1363110"/>
                  <a:ext cx="1067217" cy="369332"/>
                </a:xfrm>
                <a:prstGeom prst="rect">
                  <a:avLst/>
                </a:prstGeom>
                <a:noFill/>
              </p:spPr>
              <p:txBody>
                <a:bodyPr wrap="square">
                  <a:spAutoFit/>
                </a:bodyPr>
                <a:lstStyle/>
                <a:p>
                  <a:pPr/>
                  <a14:m>
                    <m:oMathPara xmlns:m="http://schemas.openxmlformats.org/officeDocument/2006/math">
                      <m:oMathParaPr>
                        <m:jc m:val="centerGroup"/>
                      </m:oMathParaPr>
                      <m:oMath xmlns:m="http://schemas.openxmlformats.org/officeDocument/2006/math">
                        <m:sSub>
                          <m:sSubPr>
                            <m:ctrlPr>
                              <a:rPr lang="en-US" altLang="zh-CN" b="1" i="1" smtClean="0">
                                <a:solidFill>
                                  <a:schemeClr val="accent4"/>
                                </a:solidFill>
                                <a:latin typeface="Cambria Math" panose="02040503050406030204" pitchFamily="18" charset="0"/>
                              </a:rPr>
                            </m:ctrlPr>
                          </m:sSubPr>
                          <m:e>
                            <m:r>
                              <a:rPr lang="en-US" altLang="zh-CN" b="1" i="1" smtClean="0">
                                <a:solidFill>
                                  <a:schemeClr val="accent4"/>
                                </a:solidFill>
                                <a:latin typeface="Cambria Math" panose="02040503050406030204" pitchFamily="18" charset="0"/>
                              </a:rPr>
                              <m:t>𝑾</m:t>
                            </m:r>
                          </m:e>
                          <m:sub>
                            <m:r>
                              <a:rPr lang="en-US" altLang="zh-CN" b="1" i="1" smtClean="0">
                                <a:solidFill>
                                  <a:schemeClr val="accent4"/>
                                </a:solidFill>
                                <a:latin typeface="Cambria Math" panose="02040503050406030204" pitchFamily="18" charset="0"/>
                              </a:rPr>
                              <m:t>𝑹</m:t>
                            </m:r>
                          </m:sub>
                        </m:sSub>
                        <m:r>
                          <a:rPr lang="en-US" altLang="zh-CN" b="1" i="1" smtClean="0">
                            <a:solidFill>
                              <a:schemeClr val="accent4"/>
                            </a:solidFill>
                            <a:latin typeface="Cambria Math" panose="02040503050406030204" pitchFamily="18" charset="0"/>
                          </a:rPr>
                          <m:t>=</m:t>
                        </m:r>
                        <m:r>
                          <a:rPr lang="en-US" altLang="zh-CN" b="1" i="1" smtClean="0">
                            <a:solidFill>
                              <a:schemeClr val="accent4"/>
                            </a:solidFill>
                            <a:latin typeface="Cambria Math" panose="02040503050406030204" pitchFamily="18" charset="0"/>
                          </a:rPr>
                          <m:t>𝟏</m:t>
                        </m:r>
                      </m:oMath>
                    </m:oMathPara>
                  </a14:m>
                  <a:endParaRPr lang="zh-CN" altLang="en-US" dirty="0">
                    <a:solidFill>
                      <a:schemeClr val="accent3"/>
                    </a:solidFill>
                  </a:endParaRPr>
                </a:p>
              </p:txBody>
            </p:sp>
          </mc:Choice>
          <mc:Fallback xmlns="">
            <p:sp>
              <p:nvSpPr>
                <p:cNvPr id="35" name="文本框 34">
                  <a:extLst>
                    <a:ext uri="{FF2B5EF4-FFF2-40B4-BE49-F238E27FC236}">
                      <a16:creationId xmlns:a16="http://schemas.microsoft.com/office/drawing/2014/main" id="{EE98B7EB-F32B-4A4F-9072-DF021D7DCAD9}"/>
                    </a:ext>
                  </a:extLst>
                </p:cNvPr>
                <p:cNvSpPr txBox="1">
                  <a:spLocks noRot="1" noChangeAspect="1" noMove="1" noResize="1" noEditPoints="1" noAdjustHandles="1" noChangeArrowheads="1" noChangeShapeType="1" noTextEdit="1"/>
                </p:cNvSpPr>
                <p:nvPr/>
              </p:nvSpPr>
              <p:spPr>
                <a:xfrm>
                  <a:off x="2146413" y="1363110"/>
                  <a:ext cx="1067217" cy="369332"/>
                </a:xfrm>
                <a:prstGeom prst="rect">
                  <a:avLst/>
                </a:prstGeom>
                <a:blipFill>
                  <a:blip r:embed="rId3"/>
                  <a:stretch>
                    <a:fillRect b="-3333"/>
                  </a:stretch>
                </a:blipFill>
              </p:spPr>
              <p:txBody>
                <a:bodyPr/>
                <a:lstStyle/>
                <a:p>
                  <a:r>
                    <a:rPr lang="zh-CN" altLang="en-US">
                      <a:noFill/>
                    </a:rPr>
                    <a:t> </a:t>
                  </a:r>
                </a:p>
              </p:txBody>
            </p:sp>
          </mc:Fallback>
        </mc:AlternateContent>
      </p:grpSp>
      <p:grpSp>
        <p:nvGrpSpPr>
          <p:cNvPr id="7" name="组合 6">
            <a:extLst>
              <a:ext uri="{FF2B5EF4-FFF2-40B4-BE49-F238E27FC236}">
                <a16:creationId xmlns:a16="http://schemas.microsoft.com/office/drawing/2014/main" id="{00A9CCE1-949C-4E54-97A1-6025FF974983}"/>
              </a:ext>
            </a:extLst>
          </p:cNvPr>
          <p:cNvGrpSpPr/>
          <p:nvPr/>
        </p:nvGrpSpPr>
        <p:grpSpPr>
          <a:xfrm>
            <a:off x="2302929" y="5098286"/>
            <a:ext cx="3780000" cy="910796"/>
            <a:chOff x="2302929" y="5098286"/>
            <a:chExt cx="3780000" cy="910796"/>
          </a:xfrm>
        </p:grpSpPr>
        <p:sp>
          <p:nvSpPr>
            <p:cNvPr id="5" name="矩形 4">
              <a:extLst>
                <a:ext uri="{FF2B5EF4-FFF2-40B4-BE49-F238E27FC236}">
                  <a16:creationId xmlns:a16="http://schemas.microsoft.com/office/drawing/2014/main" id="{ABCDD6AB-497D-42FD-B822-48DB3891082B}"/>
                </a:ext>
              </a:extLst>
            </p:cNvPr>
            <p:cNvSpPr/>
            <p:nvPr/>
          </p:nvSpPr>
          <p:spPr>
            <a:xfrm>
              <a:off x="2302929" y="5467618"/>
              <a:ext cx="3780000" cy="541464"/>
            </a:xfrm>
            <a:prstGeom prst="rect">
              <a:avLst/>
            </a:prstGeom>
            <a:solidFill>
              <a:schemeClr val="accent3"/>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mc:AlternateContent xmlns:mc="http://schemas.openxmlformats.org/markup-compatibility/2006" xmlns:a14="http://schemas.microsoft.com/office/drawing/2010/main">
          <mc:Choice Requires="a14">
            <p:sp>
              <p:nvSpPr>
                <p:cNvPr id="23" name="文本框 22">
                  <a:extLst>
                    <a:ext uri="{FF2B5EF4-FFF2-40B4-BE49-F238E27FC236}">
                      <a16:creationId xmlns:a16="http://schemas.microsoft.com/office/drawing/2014/main" id="{ABC03EEA-26BD-4845-8ACC-3FB7B6DA9132}"/>
                    </a:ext>
                  </a:extLst>
                </p:cNvPr>
                <p:cNvSpPr txBox="1"/>
                <p:nvPr/>
              </p:nvSpPr>
              <p:spPr>
                <a:xfrm>
                  <a:off x="3659320" y="5098286"/>
                  <a:ext cx="1067217" cy="369332"/>
                </a:xfrm>
                <a:prstGeom prst="rect">
                  <a:avLst/>
                </a:prstGeom>
                <a:noFill/>
              </p:spPr>
              <p:txBody>
                <a:bodyPr wrap="square">
                  <a:spAutoFit/>
                </a:bodyPr>
                <a:lstStyle/>
                <a:p>
                  <a:pPr/>
                  <a14:m>
                    <m:oMathPara xmlns:m="http://schemas.openxmlformats.org/officeDocument/2006/math">
                      <m:oMathParaPr>
                        <m:jc m:val="centerGroup"/>
                      </m:oMathParaPr>
                      <m:oMath xmlns:m="http://schemas.openxmlformats.org/officeDocument/2006/math">
                        <m:sSub>
                          <m:sSubPr>
                            <m:ctrlPr>
                              <a:rPr lang="en-US" altLang="zh-CN" b="1" i="1" smtClean="0">
                                <a:solidFill>
                                  <a:schemeClr val="accent3"/>
                                </a:solidFill>
                                <a:latin typeface="Cambria Math" panose="02040503050406030204" pitchFamily="18" charset="0"/>
                              </a:rPr>
                            </m:ctrlPr>
                          </m:sSubPr>
                          <m:e>
                            <m:r>
                              <a:rPr lang="en-US" altLang="zh-CN" b="1" i="1" smtClean="0">
                                <a:solidFill>
                                  <a:schemeClr val="accent3"/>
                                </a:solidFill>
                                <a:latin typeface="Cambria Math" panose="02040503050406030204" pitchFamily="18" charset="0"/>
                              </a:rPr>
                              <m:t>𝑾</m:t>
                            </m:r>
                          </m:e>
                          <m:sub>
                            <m:r>
                              <a:rPr lang="en-US" altLang="zh-CN" b="1" i="1" smtClean="0">
                                <a:solidFill>
                                  <a:schemeClr val="accent3"/>
                                </a:solidFill>
                                <a:latin typeface="Cambria Math" panose="02040503050406030204" pitchFamily="18" charset="0"/>
                              </a:rPr>
                              <m:t>𝑻</m:t>
                            </m:r>
                          </m:sub>
                        </m:sSub>
                        <m:r>
                          <a:rPr lang="en-US" altLang="zh-CN" b="1" i="1" smtClean="0">
                            <a:solidFill>
                              <a:schemeClr val="accent3"/>
                            </a:solidFill>
                            <a:latin typeface="Cambria Math" panose="02040503050406030204" pitchFamily="18" charset="0"/>
                          </a:rPr>
                          <m:t>=</m:t>
                        </m:r>
                        <m:r>
                          <a:rPr lang="en-US" altLang="zh-CN" b="1" i="1" smtClean="0">
                            <a:solidFill>
                              <a:schemeClr val="accent3"/>
                            </a:solidFill>
                            <a:latin typeface="Cambria Math" panose="02040503050406030204" pitchFamily="18" charset="0"/>
                          </a:rPr>
                          <m:t>𝟓</m:t>
                        </m:r>
                      </m:oMath>
                    </m:oMathPara>
                  </a14:m>
                  <a:endParaRPr lang="zh-CN" altLang="en-US" dirty="0">
                    <a:solidFill>
                      <a:schemeClr val="accent3"/>
                    </a:solidFill>
                  </a:endParaRPr>
                </a:p>
              </p:txBody>
            </p:sp>
          </mc:Choice>
          <mc:Fallback xmlns="">
            <p:sp>
              <p:nvSpPr>
                <p:cNvPr id="23" name="文本框 22">
                  <a:extLst>
                    <a:ext uri="{FF2B5EF4-FFF2-40B4-BE49-F238E27FC236}">
                      <a16:creationId xmlns:a16="http://schemas.microsoft.com/office/drawing/2014/main" id="{ABC03EEA-26BD-4845-8ACC-3FB7B6DA9132}"/>
                    </a:ext>
                  </a:extLst>
                </p:cNvPr>
                <p:cNvSpPr txBox="1">
                  <a:spLocks noRot="1" noChangeAspect="1" noMove="1" noResize="1" noEditPoints="1" noAdjustHandles="1" noChangeArrowheads="1" noChangeShapeType="1" noTextEdit="1"/>
                </p:cNvSpPr>
                <p:nvPr/>
              </p:nvSpPr>
              <p:spPr>
                <a:xfrm>
                  <a:off x="3659320" y="5098286"/>
                  <a:ext cx="1067217" cy="369332"/>
                </a:xfrm>
                <a:prstGeom prst="rect">
                  <a:avLst/>
                </a:prstGeom>
                <a:blipFill>
                  <a:blip r:embed="rId4"/>
                  <a:stretch>
                    <a:fillRect b="-3279"/>
                  </a:stretch>
                </a:blipFill>
              </p:spPr>
              <p:txBody>
                <a:bodyPr/>
                <a:lstStyle/>
                <a:p>
                  <a:r>
                    <a:rPr lang="zh-CN" altLang="en-US">
                      <a:noFill/>
                    </a:rPr>
                    <a:t> </a:t>
                  </a:r>
                </a:p>
              </p:txBody>
            </p:sp>
          </mc:Fallback>
        </mc:AlternateContent>
      </p:grpSp>
      <p:grpSp>
        <p:nvGrpSpPr>
          <p:cNvPr id="4" name="组合 3">
            <a:extLst>
              <a:ext uri="{FF2B5EF4-FFF2-40B4-BE49-F238E27FC236}">
                <a16:creationId xmlns:a16="http://schemas.microsoft.com/office/drawing/2014/main" id="{9A1EA9F2-FCB6-48C3-935F-7AE7E3AD14AC}"/>
              </a:ext>
            </a:extLst>
          </p:cNvPr>
          <p:cNvGrpSpPr/>
          <p:nvPr/>
        </p:nvGrpSpPr>
        <p:grpSpPr>
          <a:xfrm>
            <a:off x="304800" y="749300"/>
            <a:ext cx="6192344" cy="400110"/>
            <a:chOff x="424117" y="898245"/>
            <a:chExt cx="6192344" cy="400110"/>
          </a:xfrm>
        </p:grpSpPr>
        <p:sp>
          <p:nvSpPr>
            <p:cNvPr id="2" name="平行四边形 1">
              <a:extLst>
                <a:ext uri="{FF2B5EF4-FFF2-40B4-BE49-F238E27FC236}">
                  <a16:creationId xmlns:a16="http://schemas.microsoft.com/office/drawing/2014/main" id="{1F5BAA3F-9845-4F89-A2DD-8222D3E4EDAC}"/>
                </a:ext>
              </a:extLst>
            </p:cNvPr>
            <p:cNvSpPr/>
            <p:nvPr/>
          </p:nvSpPr>
          <p:spPr>
            <a:xfrm>
              <a:off x="424117" y="898245"/>
              <a:ext cx="628306" cy="387090"/>
            </a:xfrm>
            <a:prstGeom prst="parallelogram">
              <a:avLst/>
            </a:prstGeom>
            <a:solidFill>
              <a:schemeClr val="accent3">
                <a:lumMod val="75000"/>
              </a:schemeClr>
            </a:solidFill>
            <a:ln>
              <a:solidFill>
                <a:schemeClr val="accent3">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CN" sz="2200" dirty="0">
                  <a:latin typeface="Impact" panose="020B0806030902050204" pitchFamily="34" charset="0"/>
                </a:rPr>
                <a:t>01</a:t>
              </a:r>
              <a:endParaRPr lang="zh-CN" altLang="en-US" sz="2200" dirty="0">
                <a:latin typeface="Impact" panose="020B0806030902050204" pitchFamily="34" charset="0"/>
              </a:endParaRPr>
            </a:p>
          </p:txBody>
        </p:sp>
        <p:sp>
          <p:nvSpPr>
            <p:cNvPr id="3" name="文本框 2">
              <a:extLst>
                <a:ext uri="{FF2B5EF4-FFF2-40B4-BE49-F238E27FC236}">
                  <a16:creationId xmlns:a16="http://schemas.microsoft.com/office/drawing/2014/main" id="{4D6BD736-A4D3-4F26-AFED-36E11F50F70B}"/>
                </a:ext>
              </a:extLst>
            </p:cNvPr>
            <p:cNvSpPr txBox="1"/>
            <p:nvPr/>
          </p:nvSpPr>
          <p:spPr>
            <a:xfrm>
              <a:off x="1052423" y="898245"/>
              <a:ext cx="5564038" cy="400110"/>
            </a:xfrm>
            <a:prstGeom prst="rect">
              <a:avLst/>
            </a:prstGeom>
            <a:noFill/>
          </p:spPr>
          <p:txBody>
            <a:bodyPr wrap="square" rtlCol="0">
              <a:spAutoFit/>
            </a:bodyPr>
            <a:lstStyle/>
            <a:p>
              <a:r>
                <a:rPr lang="zh-CN" altLang="en-US" sz="2000" b="1" dirty="0"/>
                <a:t>回退</a:t>
              </a:r>
              <a:r>
                <a:rPr lang="en-US" altLang="zh-CN" sz="2000" b="1" dirty="0"/>
                <a:t>N</a:t>
              </a:r>
              <a:r>
                <a:rPr lang="zh-CN" altLang="en-US" sz="2000" b="1" dirty="0"/>
                <a:t>帧协议</a:t>
              </a:r>
            </a:p>
          </p:txBody>
        </p:sp>
      </p:grpSp>
      <p:grpSp>
        <p:nvGrpSpPr>
          <p:cNvPr id="20" name="组合 19">
            <a:extLst>
              <a:ext uri="{FF2B5EF4-FFF2-40B4-BE49-F238E27FC236}">
                <a16:creationId xmlns:a16="http://schemas.microsoft.com/office/drawing/2014/main" id="{87756F0E-46C2-4571-B23D-C8472E9FD1FB}"/>
              </a:ext>
            </a:extLst>
          </p:cNvPr>
          <p:cNvGrpSpPr/>
          <p:nvPr/>
        </p:nvGrpSpPr>
        <p:grpSpPr>
          <a:xfrm>
            <a:off x="475097" y="1263518"/>
            <a:ext cx="1355161" cy="5114896"/>
            <a:chOff x="475097" y="1263518"/>
            <a:chExt cx="1355161" cy="5114896"/>
          </a:xfrm>
        </p:grpSpPr>
        <p:cxnSp>
          <p:nvCxnSpPr>
            <p:cNvPr id="17" name="直接连接符 16">
              <a:extLst>
                <a:ext uri="{FF2B5EF4-FFF2-40B4-BE49-F238E27FC236}">
                  <a16:creationId xmlns:a16="http://schemas.microsoft.com/office/drawing/2014/main" id="{5A41A17A-7B81-47D8-BDBB-76B8F1AA71D6}"/>
                </a:ext>
              </a:extLst>
            </p:cNvPr>
            <p:cNvCxnSpPr>
              <a:cxnSpLocks/>
            </p:cNvCxnSpPr>
            <p:nvPr/>
          </p:nvCxnSpPr>
          <p:spPr>
            <a:xfrm flipV="1">
              <a:off x="1208367" y="2012996"/>
              <a:ext cx="0" cy="3813858"/>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nvGrpSpPr>
            <p:cNvPr id="9" name="组合 8">
              <a:extLst>
                <a:ext uri="{FF2B5EF4-FFF2-40B4-BE49-F238E27FC236}">
                  <a16:creationId xmlns:a16="http://schemas.microsoft.com/office/drawing/2014/main" id="{A2B5FA1F-35FA-42E7-8D74-E7431B6AAA3C}"/>
                </a:ext>
              </a:extLst>
            </p:cNvPr>
            <p:cNvGrpSpPr/>
            <p:nvPr/>
          </p:nvGrpSpPr>
          <p:grpSpPr>
            <a:xfrm>
              <a:off x="700096" y="5368000"/>
              <a:ext cx="905164" cy="1010414"/>
              <a:chOff x="700096" y="5368000"/>
              <a:chExt cx="905164" cy="1010414"/>
            </a:xfrm>
          </p:grpSpPr>
          <p:pic>
            <p:nvPicPr>
              <p:cNvPr id="214" name="图形 213">
                <a:extLst>
                  <a:ext uri="{FF2B5EF4-FFF2-40B4-BE49-F238E27FC236}">
                    <a16:creationId xmlns:a16="http://schemas.microsoft.com/office/drawing/2014/main" id="{D949CB40-4FF6-4E8C-991B-66D24C6ADF05}"/>
                  </a:ext>
                </a:extLst>
              </p:cNvPr>
              <p:cNvPicPr>
                <a:picLocks noChangeAspect="1"/>
              </p:cNvPicPr>
              <p:nvPr/>
            </p:nvPicPr>
            <p:blipFill>
              <a:blip r:embed="rId5">
                <a:extLst>
                  <a:ext uri="{28A0092B-C50C-407E-A947-70E740481C1C}">
                    <a14:useLocalDpi xmlns:a14="http://schemas.microsoft.com/office/drawing/2010/main" val="0"/>
                  </a:ext>
                  <a:ext uri="{96DAC541-7B7A-43D3-8B79-37D633B846F1}">
                    <asvg:svgBlip xmlns:asvg="http://schemas.microsoft.com/office/drawing/2016/SVG/main" r:embed="rId6"/>
                  </a:ext>
                </a:extLst>
              </a:blip>
              <a:stretch>
                <a:fillRect/>
              </a:stretch>
            </p:blipFill>
            <p:spPr>
              <a:xfrm>
                <a:off x="821271" y="5368000"/>
                <a:ext cx="662814" cy="641082"/>
              </a:xfrm>
              <a:prstGeom prst="rect">
                <a:avLst/>
              </a:prstGeom>
            </p:spPr>
          </p:pic>
          <p:sp>
            <p:nvSpPr>
              <p:cNvPr id="218" name="文本框 217">
                <a:extLst>
                  <a:ext uri="{FF2B5EF4-FFF2-40B4-BE49-F238E27FC236}">
                    <a16:creationId xmlns:a16="http://schemas.microsoft.com/office/drawing/2014/main" id="{584D12FE-712D-432B-A48B-3084189F6B6C}"/>
                  </a:ext>
                </a:extLst>
              </p:cNvPr>
              <p:cNvSpPr txBox="1"/>
              <p:nvPr/>
            </p:nvSpPr>
            <p:spPr>
              <a:xfrm>
                <a:off x="700096" y="6009082"/>
                <a:ext cx="905164" cy="369332"/>
              </a:xfrm>
              <a:prstGeom prst="rect">
                <a:avLst/>
              </a:prstGeom>
              <a:noFill/>
            </p:spPr>
            <p:txBody>
              <a:bodyPr wrap="square" rtlCol="0">
                <a:spAutoFit/>
              </a:bodyPr>
              <a:lstStyle/>
              <a:p>
                <a:r>
                  <a:rPr lang="zh-CN" altLang="en-US" b="1" dirty="0">
                    <a:latin typeface="+mn-ea"/>
                  </a:rPr>
                  <a:t>发送方</a:t>
                </a:r>
              </a:p>
            </p:txBody>
          </p:sp>
        </p:grpSp>
        <p:grpSp>
          <p:nvGrpSpPr>
            <p:cNvPr id="8" name="组合 7">
              <a:extLst>
                <a:ext uri="{FF2B5EF4-FFF2-40B4-BE49-F238E27FC236}">
                  <a16:creationId xmlns:a16="http://schemas.microsoft.com/office/drawing/2014/main" id="{0ACAF080-95D4-4F76-A817-06EA84E449C9}"/>
                </a:ext>
              </a:extLst>
            </p:cNvPr>
            <p:cNvGrpSpPr/>
            <p:nvPr/>
          </p:nvGrpSpPr>
          <p:grpSpPr>
            <a:xfrm>
              <a:off x="878301" y="1263518"/>
              <a:ext cx="905164" cy="1027908"/>
              <a:chOff x="878301" y="1390382"/>
              <a:chExt cx="905164" cy="1027908"/>
            </a:xfrm>
          </p:grpSpPr>
          <p:pic>
            <p:nvPicPr>
              <p:cNvPr id="210" name="图形 209">
                <a:extLst>
                  <a:ext uri="{FF2B5EF4-FFF2-40B4-BE49-F238E27FC236}">
                    <a16:creationId xmlns:a16="http://schemas.microsoft.com/office/drawing/2014/main" id="{61E01467-74F7-469C-BAD5-DFFB1234E440}"/>
                  </a:ext>
                </a:extLst>
              </p:cNvPr>
              <p:cNvPicPr>
                <a:picLocks noChangeAspect="1"/>
              </p:cNvPicPr>
              <p:nvPr/>
            </p:nvPicPr>
            <p:blipFill>
              <a:blip r:embed="rId7">
                <a:extLst>
                  <a:ext uri="{28A0092B-C50C-407E-A947-70E740481C1C}">
                    <a14:useLocalDpi xmlns:a14="http://schemas.microsoft.com/office/drawing/2010/main" val="0"/>
                  </a:ext>
                  <a:ext uri="{96DAC541-7B7A-43D3-8B79-37D633B846F1}">
                    <asvg:svgBlip xmlns:asvg="http://schemas.microsoft.com/office/drawing/2016/SVG/main" r:embed="rId8"/>
                  </a:ext>
                </a:extLst>
              </a:blip>
              <a:stretch>
                <a:fillRect/>
              </a:stretch>
            </p:blipFill>
            <p:spPr>
              <a:xfrm>
                <a:off x="984826" y="1759714"/>
                <a:ext cx="501772" cy="658576"/>
              </a:xfrm>
              <a:prstGeom prst="rect">
                <a:avLst/>
              </a:prstGeom>
            </p:spPr>
          </p:pic>
          <p:sp>
            <p:nvSpPr>
              <p:cNvPr id="219" name="文本框 218">
                <a:extLst>
                  <a:ext uri="{FF2B5EF4-FFF2-40B4-BE49-F238E27FC236}">
                    <a16:creationId xmlns:a16="http://schemas.microsoft.com/office/drawing/2014/main" id="{B105E330-42F6-4FA8-914C-123FFA0756D5}"/>
                  </a:ext>
                </a:extLst>
              </p:cNvPr>
              <p:cNvSpPr txBox="1"/>
              <p:nvPr/>
            </p:nvSpPr>
            <p:spPr>
              <a:xfrm>
                <a:off x="878301" y="1390382"/>
                <a:ext cx="905164" cy="369332"/>
              </a:xfrm>
              <a:prstGeom prst="rect">
                <a:avLst/>
              </a:prstGeom>
              <a:noFill/>
            </p:spPr>
            <p:txBody>
              <a:bodyPr wrap="square" rtlCol="0">
                <a:spAutoFit/>
              </a:bodyPr>
              <a:lstStyle/>
              <a:p>
                <a:r>
                  <a:rPr lang="zh-CN" altLang="en-US" b="1" dirty="0">
                    <a:latin typeface="+mn-ea"/>
                  </a:rPr>
                  <a:t>接收方</a:t>
                </a:r>
              </a:p>
            </p:txBody>
          </p:sp>
        </p:grpSp>
        <p:sp>
          <p:nvSpPr>
            <p:cNvPr id="57" name="云形 56">
              <a:extLst>
                <a:ext uri="{FF2B5EF4-FFF2-40B4-BE49-F238E27FC236}">
                  <a16:creationId xmlns:a16="http://schemas.microsoft.com/office/drawing/2014/main" id="{8D58A5DA-48AF-4D62-A0E1-92B6F8CBE1F4}"/>
                </a:ext>
              </a:extLst>
            </p:cNvPr>
            <p:cNvSpPr/>
            <p:nvPr/>
          </p:nvSpPr>
          <p:spPr>
            <a:xfrm>
              <a:off x="475097" y="3429014"/>
              <a:ext cx="1355161" cy="801398"/>
            </a:xfrm>
            <a:prstGeom prst="cloud">
              <a:avLst/>
            </a:prstGeom>
            <a:solidFill>
              <a:schemeClr val="bg1">
                <a:lumMod val="85000"/>
              </a:schemeClr>
            </a:solidFill>
            <a:ln>
              <a:solidFill>
                <a:schemeClr val="bg1">
                  <a:lumMod val="85000"/>
                </a:schemeClr>
              </a:solidFill>
            </a:ln>
          </p:spPr>
          <p:style>
            <a:lnRef idx="2">
              <a:schemeClr val="accent3">
                <a:shade val="50000"/>
              </a:schemeClr>
            </a:lnRef>
            <a:fillRef idx="1">
              <a:schemeClr val="accent3"/>
            </a:fillRef>
            <a:effectRef idx="0">
              <a:schemeClr val="accent3"/>
            </a:effectRef>
            <a:fontRef idx="minor">
              <a:schemeClr val="lt1"/>
            </a:fontRef>
          </p:style>
          <p:txBody>
            <a:bodyPr rtlCol="0" anchor="ctr"/>
            <a:lstStyle/>
            <a:p>
              <a:pPr algn="ctr"/>
              <a:r>
                <a:rPr lang="zh-CN" altLang="en-US" b="1" dirty="0">
                  <a:solidFill>
                    <a:schemeClr val="tx1"/>
                  </a:solidFill>
                  <a:latin typeface="+mn-ea"/>
                </a:rPr>
                <a:t>因特网</a:t>
              </a:r>
            </a:p>
          </p:txBody>
        </p:sp>
      </p:grpSp>
      <p:graphicFrame>
        <p:nvGraphicFramePr>
          <p:cNvPr id="21" name="表格 21">
            <a:extLst>
              <a:ext uri="{FF2B5EF4-FFF2-40B4-BE49-F238E27FC236}">
                <a16:creationId xmlns:a16="http://schemas.microsoft.com/office/drawing/2014/main" id="{CE497585-4F97-4F44-9ABE-D7BBA16B40E0}"/>
              </a:ext>
            </a:extLst>
          </p:cNvPr>
          <p:cNvGraphicFramePr>
            <a:graphicFrameLocks noGrp="1"/>
          </p:cNvGraphicFramePr>
          <p:nvPr/>
        </p:nvGraphicFramePr>
        <p:xfrm>
          <a:off x="2302929" y="5557308"/>
          <a:ext cx="9067800" cy="370840"/>
        </p:xfrm>
        <a:graphic>
          <a:graphicData uri="http://schemas.openxmlformats.org/drawingml/2006/table">
            <a:tbl>
              <a:tblPr firstRow="1" bandRow="1">
                <a:tableStyleId>{5C22544A-7EE6-4342-B048-85BDC9FD1C3A}</a:tableStyleId>
              </a:tblPr>
              <a:tblGrid>
                <a:gridCol w="755650">
                  <a:extLst>
                    <a:ext uri="{9D8B030D-6E8A-4147-A177-3AD203B41FA5}">
                      <a16:colId xmlns:a16="http://schemas.microsoft.com/office/drawing/2014/main" val="877486509"/>
                    </a:ext>
                  </a:extLst>
                </a:gridCol>
                <a:gridCol w="755650">
                  <a:extLst>
                    <a:ext uri="{9D8B030D-6E8A-4147-A177-3AD203B41FA5}">
                      <a16:colId xmlns:a16="http://schemas.microsoft.com/office/drawing/2014/main" val="3548605817"/>
                    </a:ext>
                  </a:extLst>
                </a:gridCol>
                <a:gridCol w="755650">
                  <a:extLst>
                    <a:ext uri="{9D8B030D-6E8A-4147-A177-3AD203B41FA5}">
                      <a16:colId xmlns:a16="http://schemas.microsoft.com/office/drawing/2014/main" val="2881812895"/>
                    </a:ext>
                  </a:extLst>
                </a:gridCol>
                <a:gridCol w="755650">
                  <a:extLst>
                    <a:ext uri="{9D8B030D-6E8A-4147-A177-3AD203B41FA5}">
                      <a16:colId xmlns:a16="http://schemas.microsoft.com/office/drawing/2014/main" val="3682284582"/>
                    </a:ext>
                  </a:extLst>
                </a:gridCol>
                <a:gridCol w="755650">
                  <a:extLst>
                    <a:ext uri="{9D8B030D-6E8A-4147-A177-3AD203B41FA5}">
                      <a16:colId xmlns:a16="http://schemas.microsoft.com/office/drawing/2014/main" val="500127722"/>
                    </a:ext>
                  </a:extLst>
                </a:gridCol>
                <a:gridCol w="755650">
                  <a:extLst>
                    <a:ext uri="{9D8B030D-6E8A-4147-A177-3AD203B41FA5}">
                      <a16:colId xmlns:a16="http://schemas.microsoft.com/office/drawing/2014/main" val="2946259618"/>
                    </a:ext>
                  </a:extLst>
                </a:gridCol>
                <a:gridCol w="755650">
                  <a:extLst>
                    <a:ext uri="{9D8B030D-6E8A-4147-A177-3AD203B41FA5}">
                      <a16:colId xmlns:a16="http://schemas.microsoft.com/office/drawing/2014/main" val="171501986"/>
                    </a:ext>
                  </a:extLst>
                </a:gridCol>
                <a:gridCol w="755650">
                  <a:extLst>
                    <a:ext uri="{9D8B030D-6E8A-4147-A177-3AD203B41FA5}">
                      <a16:colId xmlns:a16="http://schemas.microsoft.com/office/drawing/2014/main" val="1667185265"/>
                    </a:ext>
                  </a:extLst>
                </a:gridCol>
                <a:gridCol w="755650">
                  <a:extLst>
                    <a:ext uri="{9D8B030D-6E8A-4147-A177-3AD203B41FA5}">
                      <a16:colId xmlns:a16="http://schemas.microsoft.com/office/drawing/2014/main" val="4258211808"/>
                    </a:ext>
                  </a:extLst>
                </a:gridCol>
                <a:gridCol w="755650">
                  <a:extLst>
                    <a:ext uri="{9D8B030D-6E8A-4147-A177-3AD203B41FA5}">
                      <a16:colId xmlns:a16="http://schemas.microsoft.com/office/drawing/2014/main" val="1794200575"/>
                    </a:ext>
                  </a:extLst>
                </a:gridCol>
                <a:gridCol w="755650">
                  <a:extLst>
                    <a:ext uri="{9D8B030D-6E8A-4147-A177-3AD203B41FA5}">
                      <a16:colId xmlns:a16="http://schemas.microsoft.com/office/drawing/2014/main" val="4230716487"/>
                    </a:ext>
                  </a:extLst>
                </a:gridCol>
                <a:gridCol w="755650">
                  <a:extLst>
                    <a:ext uri="{9D8B030D-6E8A-4147-A177-3AD203B41FA5}">
                      <a16:colId xmlns:a16="http://schemas.microsoft.com/office/drawing/2014/main" val="56153739"/>
                    </a:ext>
                  </a:extLst>
                </a:gridCol>
              </a:tblGrid>
              <a:tr h="370840">
                <a:tc>
                  <a:txBody>
                    <a:bodyPr/>
                    <a:lstStyle/>
                    <a:p>
                      <a:pPr algn="ctr"/>
                      <a:r>
                        <a:rPr lang="en-US" altLang="zh-CN" dirty="0">
                          <a:solidFill>
                            <a:schemeClr val="tx1"/>
                          </a:solidFill>
                          <a:latin typeface="Arial Black" panose="020B0A04020102020204" pitchFamily="34" charset="0"/>
                        </a:rPr>
                        <a:t>0</a:t>
                      </a:r>
                      <a:endParaRPr lang="zh-CN" altLang="en-US" dirty="0">
                        <a:solidFill>
                          <a:schemeClr val="tx1"/>
                        </a:solidFill>
                        <a:latin typeface="Arial Black" panose="020B0A04020102020204" pitchFamily="34" charset="0"/>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ctr"/>
                      <a:r>
                        <a:rPr lang="en-US" altLang="zh-CN" dirty="0">
                          <a:solidFill>
                            <a:schemeClr val="tx1"/>
                          </a:solidFill>
                          <a:latin typeface="Arial Black" panose="020B0A04020102020204" pitchFamily="34" charset="0"/>
                        </a:rPr>
                        <a:t>1</a:t>
                      </a:r>
                      <a:endParaRPr lang="zh-CN" altLang="en-US" dirty="0">
                        <a:solidFill>
                          <a:schemeClr val="tx1"/>
                        </a:solidFill>
                        <a:latin typeface="Arial Black" panose="020B0A04020102020204" pitchFamily="34" charset="0"/>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ctr"/>
                      <a:r>
                        <a:rPr lang="en-US" altLang="zh-CN" dirty="0">
                          <a:solidFill>
                            <a:schemeClr val="tx1"/>
                          </a:solidFill>
                          <a:latin typeface="Arial Black" panose="020B0A04020102020204" pitchFamily="34" charset="0"/>
                        </a:rPr>
                        <a:t>2</a:t>
                      </a:r>
                      <a:endParaRPr lang="zh-CN" altLang="en-US" dirty="0">
                        <a:solidFill>
                          <a:schemeClr val="tx1"/>
                        </a:solidFill>
                        <a:latin typeface="Arial Black" panose="020B0A04020102020204" pitchFamily="34" charset="0"/>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ctr"/>
                      <a:r>
                        <a:rPr lang="en-US" altLang="zh-CN" dirty="0">
                          <a:solidFill>
                            <a:schemeClr val="tx1"/>
                          </a:solidFill>
                          <a:latin typeface="Arial Black" panose="020B0A04020102020204" pitchFamily="34" charset="0"/>
                        </a:rPr>
                        <a:t>3</a:t>
                      </a:r>
                      <a:endParaRPr lang="zh-CN" altLang="en-US" dirty="0">
                        <a:solidFill>
                          <a:schemeClr val="tx1"/>
                        </a:solidFill>
                        <a:latin typeface="Arial Black" panose="020B0A04020102020204" pitchFamily="34" charset="0"/>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ctr"/>
                      <a:r>
                        <a:rPr lang="en-US" altLang="zh-CN" dirty="0">
                          <a:solidFill>
                            <a:schemeClr val="tx1"/>
                          </a:solidFill>
                          <a:latin typeface="Arial Black" panose="020B0A04020102020204" pitchFamily="34" charset="0"/>
                        </a:rPr>
                        <a:t>4</a:t>
                      </a:r>
                      <a:endParaRPr lang="zh-CN" altLang="en-US" dirty="0">
                        <a:solidFill>
                          <a:schemeClr val="tx1"/>
                        </a:solidFill>
                        <a:latin typeface="Arial Black" panose="020B0A04020102020204" pitchFamily="34" charset="0"/>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ctr"/>
                      <a:r>
                        <a:rPr lang="en-US" altLang="zh-CN" dirty="0">
                          <a:solidFill>
                            <a:schemeClr val="tx1"/>
                          </a:solidFill>
                          <a:latin typeface="Arial Black" panose="020B0A04020102020204" pitchFamily="34" charset="0"/>
                        </a:rPr>
                        <a:t>5</a:t>
                      </a:r>
                      <a:endParaRPr lang="zh-CN" altLang="en-US" dirty="0">
                        <a:solidFill>
                          <a:schemeClr val="tx1"/>
                        </a:solidFill>
                        <a:latin typeface="Arial Black" panose="020B0A04020102020204" pitchFamily="34" charset="0"/>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ctr"/>
                      <a:r>
                        <a:rPr lang="en-US" altLang="zh-CN" dirty="0">
                          <a:solidFill>
                            <a:schemeClr val="tx1"/>
                          </a:solidFill>
                          <a:latin typeface="Arial Black" panose="020B0A04020102020204" pitchFamily="34" charset="0"/>
                        </a:rPr>
                        <a:t>6</a:t>
                      </a:r>
                      <a:endParaRPr lang="zh-CN" altLang="en-US" dirty="0">
                        <a:solidFill>
                          <a:schemeClr val="tx1"/>
                        </a:solidFill>
                        <a:latin typeface="Arial Black" panose="020B0A04020102020204" pitchFamily="34" charset="0"/>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ctr"/>
                      <a:r>
                        <a:rPr lang="en-US" altLang="zh-CN" dirty="0">
                          <a:solidFill>
                            <a:schemeClr val="tx1"/>
                          </a:solidFill>
                          <a:latin typeface="Arial Black" panose="020B0A04020102020204" pitchFamily="34" charset="0"/>
                        </a:rPr>
                        <a:t>7</a:t>
                      </a:r>
                      <a:endParaRPr lang="zh-CN" altLang="en-US" dirty="0">
                        <a:solidFill>
                          <a:schemeClr val="tx1"/>
                        </a:solidFill>
                        <a:latin typeface="Arial Black" panose="020B0A04020102020204" pitchFamily="34" charset="0"/>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ctr"/>
                      <a:r>
                        <a:rPr lang="en-US" altLang="zh-CN" dirty="0">
                          <a:solidFill>
                            <a:schemeClr val="tx1"/>
                          </a:solidFill>
                          <a:latin typeface="Arial Black" panose="020B0A04020102020204" pitchFamily="34" charset="0"/>
                        </a:rPr>
                        <a:t>0</a:t>
                      </a:r>
                      <a:endParaRPr lang="zh-CN" altLang="en-US" dirty="0">
                        <a:solidFill>
                          <a:schemeClr val="tx1"/>
                        </a:solidFill>
                        <a:latin typeface="Arial Black" panose="020B0A04020102020204" pitchFamily="34" charset="0"/>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ctr"/>
                      <a:r>
                        <a:rPr lang="en-US" altLang="zh-CN" dirty="0">
                          <a:solidFill>
                            <a:schemeClr val="tx1"/>
                          </a:solidFill>
                          <a:latin typeface="Arial Black" panose="020B0A04020102020204" pitchFamily="34" charset="0"/>
                        </a:rPr>
                        <a:t>1</a:t>
                      </a:r>
                      <a:endParaRPr lang="zh-CN" altLang="en-US" dirty="0">
                        <a:solidFill>
                          <a:schemeClr val="tx1"/>
                        </a:solidFill>
                        <a:latin typeface="Arial Black" panose="020B0A04020102020204" pitchFamily="34" charset="0"/>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ctr"/>
                      <a:r>
                        <a:rPr lang="en-US" altLang="zh-CN" dirty="0">
                          <a:solidFill>
                            <a:schemeClr val="tx1"/>
                          </a:solidFill>
                          <a:latin typeface="Arial Black" panose="020B0A04020102020204" pitchFamily="34" charset="0"/>
                        </a:rPr>
                        <a:t>2</a:t>
                      </a:r>
                      <a:endParaRPr lang="zh-CN" altLang="en-US" dirty="0">
                        <a:solidFill>
                          <a:schemeClr val="tx1"/>
                        </a:solidFill>
                        <a:latin typeface="Arial Black" panose="020B0A04020102020204" pitchFamily="34" charset="0"/>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ctr"/>
                      <a:r>
                        <a:rPr lang="en-US" altLang="zh-CN" dirty="0">
                          <a:solidFill>
                            <a:schemeClr val="tx1"/>
                          </a:solidFill>
                          <a:latin typeface="Arial Black" panose="020B0A04020102020204" pitchFamily="34" charset="0"/>
                        </a:rPr>
                        <a:t>…</a:t>
                      </a:r>
                      <a:endParaRPr lang="zh-CN" altLang="en-US" dirty="0">
                        <a:solidFill>
                          <a:schemeClr val="tx1"/>
                        </a:solidFill>
                        <a:latin typeface="Arial Black" panose="020B0A04020102020204" pitchFamily="34" charset="0"/>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extLst>
                  <a:ext uri="{0D108BD9-81ED-4DB2-BD59-A6C34878D82A}">
                    <a16:rowId xmlns:a16="http://schemas.microsoft.com/office/drawing/2014/main" val="316235763"/>
                  </a:ext>
                </a:extLst>
              </a:tr>
            </a:tbl>
          </a:graphicData>
        </a:graphic>
      </p:graphicFrame>
      <p:graphicFrame>
        <p:nvGraphicFramePr>
          <p:cNvPr id="68" name="表格 21">
            <a:extLst>
              <a:ext uri="{FF2B5EF4-FFF2-40B4-BE49-F238E27FC236}">
                <a16:creationId xmlns:a16="http://schemas.microsoft.com/office/drawing/2014/main" id="{D9B4273D-C94E-42E6-A39B-908C6FA1D8AF}"/>
              </a:ext>
            </a:extLst>
          </p:cNvPr>
          <p:cNvGraphicFramePr>
            <a:graphicFrameLocks noGrp="1"/>
          </p:cNvGraphicFramePr>
          <p:nvPr/>
        </p:nvGraphicFramePr>
        <p:xfrm>
          <a:off x="2302929" y="1827576"/>
          <a:ext cx="9067800" cy="370840"/>
        </p:xfrm>
        <a:graphic>
          <a:graphicData uri="http://schemas.openxmlformats.org/drawingml/2006/table">
            <a:tbl>
              <a:tblPr firstRow="1" bandRow="1">
                <a:tableStyleId>{5C22544A-7EE6-4342-B048-85BDC9FD1C3A}</a:tableStyleId>
              </a:tblPr>
              <a:tblGrid>
                <a:gridCol w="755650">
                  <a:extLst>
                    <a:ext uri="{9D8B030D-6E8A-4147-A177-3AD203B41FA5}">
                      <a16:colId xmlns:a16="http://schemas.microsoft.com/office/drawing/2014/main" val="877486509"/>
                    </a:ext>
                  </a:extLst>
                </a:gridCol>
                <a:gridCol w="755650">
                  <a:extLst>
                    <a:ext uri="{9D8B030D-6E8A-4147-A177-3AD203B41FA5}">
                      <a16:colId xmlns:a16="http://schemas.microsoft.com/office/drawing/2014/main" val="3548605817"/>
                    </a:ext>
                  </a:extLst>
                </a:gridCol>
                <a:gridCol w="755650">
                  <a:extLst>
                    <a:ext uri="{9D8B030D-6E8A-4147-A177-3AD203B41FA5}">
                      <a16:colId xmlns:a16="http://schemas.microsoft.com/office/drawing/2014/main" val="2881812895"/>
                    </a:ext>
                  </a:extLst>
                </a:gridCol>
                <a:gridCol w="755650">
                  <a:extLst>
                    <a:ext uri="{9D8B030D-6E8A-4147-A177-3AD203B41FA5}">
                      <a16:colId xmlns:a16="http://schemas.microsoft.com/office/drawing/2014/main" val="3682284582"/>
                    </a:ext>
                  </a:extLst>
                </a:gridCol>
                <a:gridCol w="755650">
                  <a:extLst>
                    <a:ext uri="{9D8B030D-6E8A-4147-A177-3AD203B41FA5}">
                      <a16:colId xmlns:a16="http://schemas.microsoft.com/office/drawing/2014/main" val="500127722"/>
                    </a:ext>
                  </a:extLst>
                </a:gridCol>
                <a:gridCol w="755650">
                  <a:extLst>
                    <a:ext uri="{9D8B030D-6E8A-4147-A177-3AD203B41FA5}">
                      <a16:colId xmlns:a16="http://schemas.microsoft.com/office/drawing/2014/main" val="2946259618"/>
                    </a:ext>
                  </a:extLst>
                </a:gridCol>
                <a:gridCol w="755650">
                  <a:extLst>
                    <a:ext uri="{9D8B030D-6E8A-4147-A177-3AD203B41FA5}">
                      <a16:colId xmlns:a16="http://schemas.microsoft.com/office/drawing/2014/main" val="171501986"/>
                    </a:ext>
                  </a:extLst>
                </a:gridCol>
                <a:gridCol w="755650">
                  <a:extLst>
                    <a:ext uri="{9D8B030D-6E8A-4147-A177-3AD203B41FA5}">
                      <a16:colId xmlns:a16="http://schemas.microsoft.com/office/drawing/2014/main" val="1667185265"/>
                    </a:ext>
                  </a:extLst>
                </a:gridCol>
                <a:gridCol w="755650">
                  <a:extLst>
                    <a:ext uri="{9D8B030D-6E8A-4147-A177-3AD203B41FA5}">
                      <a16:colId xmlns:a16="http://schemas.microsoft.com/office/drawing/2014/main" val="4258211808"/>
                    </a:ext>
                  </a:extLst>
                </a:gridCol>
                <a:gridCol w="755650">
                  <a:extLst>
                    <a:ext uri="{9D8B030D-6E8A-4147-A177-3AD203B41FA5}">
                      <a16:colId xmlns:a16="http://schemas.microsoft.com/office/drawing/2014/main" val="1794200575"/>
                    </a:ext>
                  </a:extLst>
                </a:gridCol>
                <a:gridCol w="755650">
                  <a:extLst>
                    <a:ext uri="{9D8B030D-6E8A-4147-A177-3AD203B41FA5}">
                      <a16:colId xmlns:a16="http://schemas.microsoft.com/office/drawing/2014/main" val="4230716487"/>
                    </a:ext>
                  </a:extLst>
                </a:gridCol>
                <a:gridCol w="755650">
                  <a:extLst>
                    <a:ext uri="{9D8B030D-6E8A-4147-A177-3AD203B41FA5}">
                      <a16:colId xmlns:a16="http://schemas.microsoft.com/office/drawing/2014/main" val="56153739"/>
                    </a:ext>
                  </a:extLst>
                </a:gridCol>
              </a:tblGrid>
              <a:tr h="370840">
                <a:tc>
                  <a:txBody>
                    <a:bodyPr/>
                    <a:lstStyle/>
                    <a:p>
                      <a:pPr algn="ctr"/>
                      <a:r>
                        <a:rPr lang="en-US" altLang="zh-CN" dirty="0">
                          <a:solidFill>
                            <a:schemeClr val="tx1"/>
                          </a:solidFill>
                          <a:latin typeface="Arial Black" panose="020B0A04020102020204" pitchFamily="34" charset="0"/>
                        </a:rPr>
                        <a:t>0</a:t>
                      </a:r>
                      <a:endParaRPr lang="zh-CN" altLang="en-US" dirty="0">
                        <a:solidFill>
                          <a:schemeClr val="tx1"/>
                        </a:solidFill>
                        <a:latin typeface="Arial Black" panose="020B0A04020102020204" pitchFamily="34" charset="0"/>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ctr"/>
                      <a:r>
                        <a:rPr lang="en-US" altLang="zh-CN" dirty="0">
                          <a:solidFill>
                            <a:schemeClr val="tx1"/>
                          </a:solidFill>
                          <a:latin typeface="Arial Black" panose="020B0A04020102020204" pitchFamily="34" charset="0"/>
                        </a:rPr>
                        <a:t>1</a:t>
                      </a:r>
                      <a:endParaRPr lang="zh-CN" altLang="en-US" dirty="0">
                        <a:solidFill>
                          <a:schemeClr val="tx1"/>
                        </a:solidFill>
                        <a:latin typeface="Arial Black" panose="020B0A04020102020204" pitchFamily="34" charset="0"/>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ctr"/>
                      <a:r>
                        <a:rPr lang="en-US" altLang="zh-CN" dirty="0">
                          <a:solidFill>
                            <a:schemeClr val="tx1"/>
                          </a:solidFill>
                          <a:latin typeface="Arial Black" panose="020B0A04020102020204" pitchFamily="34" charset="0"/>
                        </a:rPr>
                        <a:t>2</a:t>
                      </a:r>
                      <a:endParaRPr lang="zh-CN" altLang="en-US" dirty="0">
                        <a:solidFill>
                          <a:schemeClr val="tx1"/>
                        </a:solidFill>
                        <a:latin typeface="Arial Black" panose="020B0A04020102020204" pitchFamily="34" charset="0"/>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ctr"/>
                      <a:r>
                        <a:rPr lang="en-US" altLang="zh-CN" dirty="0">
                          <a:solidFill>
                            <a:schemeClr val="tx1"/>
                          </a:solidFill>
                          <a:latin typeface="Arial Black" panose="020B0A04020102020204" pitchFamily="34" charset="0"/>
                        </a:rPr>
                        <a:t>3</a:t>
                      </a:r>
                      <a:endParaRPr lang="zh-CN" altLang="en-US" dirty="0">
                        <a:solidFill>
                          <a:schemeClr val="tx1"/>
                        </a:solidFill>
                        <a:latin typeface="Arial Black" panose="020B0A04020102020204" pitchFamily="34" charset="0"/>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ctr"/>
                      <a:r>
                        <a:rPr lang="en-US" altLang="zh-CN" dirty="0">
                          <a:solidFill>
                            <a:schemeClr val="tx1"/>
                          </a:solidFill>
                          <a:latin typeface="Arial Black" panose="020B0A04020102020204" pitchFamily="34" charset="0"/>
                        </a:rPr>
                        <a:t>4</a:t>
                      </a:r>
                      <a:endParaRPr lang="zh-CN" altLang="en-US" dirty="0">
                        <a:solidFill>
                          <a:schemeClr val="tx1"/>
                        </a:solidFill>
                        <a:latin typeface="Arial Black" panose="020B0A04020102020204" pitchFamily="34" charset="0"/>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ctr"/>
                      <a:r>
                        <a:rPr lang="en-US" altLang="zh-CN" dirty="0">
                          <a:solidFill>
                            <a:schemeClr val="tx1"/>
                          </a:solidFill>
                          <a:latin typeface="Arial Black" panose="020B0A04020102020204" pitchFamily="34" charset="0"/>
                        </a:rPr>
                        <a:t>5</a:t>
                      </a:r>
                      <a:endParaRPr lang="zh-CN" altLang="en-US" dirty="0">
                        <a:solidFill>
                          <a:schemeClr val="tx1"/>
                        </a:solidFill>
                        <a:latin typeface="Arial Black" panose="020B0A04020102020204" pitchFamily="34" charset="0"/>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ctr"/>
                      <a:r>
                        <a:rPr lang="en-US" altLang="zh-CN" dirty="0">
                          <a:solidFill>
                            <a:schemeClr val="tx1"/>
                          </a:solidFill>
                          <a:latin typeface="Arial Black" panose="020B0A04020102020204" pitchFamily="34" charset="0"/>
                        </a:rPr>
                        <a:t>6</a:t>
                      </a:r>
                      <a:endParaRPr lang="zh-CN" altLang="en-US" dirty="0">
                        <a:solidFill>
                          <a:schemeClr val="tx1"/>
                        </a:solidFill>
                        <a:latin typeface="Arial Black" panose="020B0A04020102020204" pitchFamily="34" charset="0"/>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ctr"/>
                      <a:r>
                        <a:rPr lang="en-US" altLang="zh-CN" dirty="0">
                          <a:solidFill>
                            <a:schemeClr val="tx1"/>
                          </a:solidFill>
                          <a:latin typeface="Arial Black" panose="020B0A04020102020204" pitchFamily="34" charset="0"/>
                        </a:rPr>
                        <a:t>7</a:t>
                      </a:r>
                      <a:endParaRPr lang="zh-CN" altLang="en-US" dirty="0">
                        <a:solidFill>
                          <a:schemeClr val="tx1"/>
                        </a:solidFill>
                        <a:latin typeface="Arial Black" panose="020B0A04020102020204" pitchFamily="34" charset="0"/>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ctr"/>
                      <a:r>
                        <a:rPr lang="en-US" altLang="zh-CN" dirty="0">
                          <a:solidFill>
                            <a:schemeClr val="tx1"/>
                          </a:solidFill>
                          <a:latin typeface="Arial Black" panose="020B0A04020102020204" pitchFamily="34" charset="0"/>
                        </a:rPr>
                        <a:t>0</a:t>
                      </a:r>
                      <a:endParaRPr lang="zh-CN" altLang="en-US" dirty="0">
                        <a:solidFill>
                          <a:schemeClr val="tx1"/>
                        </a:solidFill>
                        <a:latin typeface="Arial Black" panose="020B0A04020102020204" pitchFamily="34" charset="0"/>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ctr"/>
                      <a:r>
                        <a:rPr lang="en-US" altLang="zh-CN" dirty="0">
                          <a:solidFill>
                            <a:schemeClr val="tx1"/>
                          </a:solidFill>
                          <a:latin typeface="Arial Black" panose="020B0A04020102020204" pitchFamily="34" charset="0"/>
                        </a:rPr>
                        <a:t>1</a:t>
                      </a:r>
                      <a:endParaRPr lang="zh-CN" altLang="en-US" dirty="0">
                        <a:solidFill>
                          <a:schemeClr val="tx1"/>
                        </a:solidFill>
                        <a:latin typeface="Arial Black" panose="020B0A04020102020204" pitchFamily="34" charset="0"/>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ctr"/>
                      <a:r>
                        <a:rPr lang="en-US" altLang="zh-CN" dirty="0">
                          <a:solidFill>
                            <a:schemeClr val="tx1"/>
                          </a:solidFill>
                          <a:latin typeface="Arial Black" panose="020B0A04020102020204" pitchFamily="34" charset="0"/>
                        </a:rPr>
                        <a:t>2</a:t>
                      </a:r>
                      <a:endParaRPr lang="zh-CN" altLang="en-US" dirty="0">
                        <a:solidFill>
                          <a:schemeClr val="tx1"/>
                        </a:solidFill>
                        <a:latin typeface="Arial Black" panose="020B0A04020102020204" pitchFamily="34" charset="0"/>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ctr"/>
                      <a:r>
                        <a:rPr lang="en-US" altLang="zh-CN" dirty="0">
                          <a:solidFill>
                            <a:schemeClr val="tx1"/>
                          </a:solidFill>
                          <a:latin typeface="Arial Black" panose="020B0A04020102020204" pitchFamily="34" charset="0"/>
                        </a:rPr>
                        <a:t>…</a:t>
                      </a:r>
                      <a:endParaRPr lang="zh-CN" altLang="en-US" dirty="0">
                        <a:solidFill>
                          <a:schemeClr val="tx1"/>
                        </a:solidFill>
                        <a:latin typeface="Arial Black" panose="020B0A04020102020204" pitchFamily="34" charset="0"/>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extLst>
                  <a:ext uri="{0D108BD9-81ED-4DB2-BD59-A6C34878D82A}">
                    <a16:rowId xmlns:a16="http://schemas.microsoft.com/office/drawing/2014/main" val="316235763"/>
                  </a:ext>
                </a:extLst>
              </a:tr>
            </a:tbl>
          </a:graphicData>
        </a:graphic>
      </p:graphicFrame>
      <p:sp>
        <p:nvSpPr>
          <p:cNvPr id="49" name="íşlïḍè">
            <a:extLst>
              <a:ext uri="{FF2B5EF4-FFF2-40B4-BE49-F238E27FC236}">
                <a16:creationId xmlns:a16="http://schemas.microsoft.com/office/drawing/2014/main" id="{84B44B39-A1BD-4956-A1BF-ECB7ACDDA058}"/>
              </a:ext>
            </a:extLst>
          </p:cNvPr>
          <p:cNvSpPr txBox="1"/>
          <p:nvPr/>
        </p:nvSpPr>
        <p:spPr>
          <a:xfrm>
            <a:off x="3835285" y="3287898"/>
            <a:ext cx="4525886" cy="602502"/>
          </a:xfrm>
          <a:prstGeom prst="rect">
            <a:avLst/>
          </a:prstGeom>
          <a:noFill/>
        </p:spPr>
        <p:txBody>
          <a:bodyPr wrap="square" lIns="91440" tIns="45720" rIns="91440" bIns="45720" anchor="ctr">
            <a:noAutofit/>
          </a:bodyPr>
          <a:lstStyle/>
          <a:p>
            <a:pPr algn="ctr"/>
            <a:r>
              <a:rPr lang="zh-CN" altLang="en-US" sz="2800" b="1" dirty="0"/>
              <a:t>超时重传、回退</a:t>
            </a:r>
            <a:r>
              <a:rPr lang="en-US" altLang="zh-CN" sz="2800" b="1" dirty="0"/>
              <a:t>N</a:t>
            </a:r>
            <a:r>
              <a:rPr lang="zh-CN" altLang="en-US" sz="2800" b="1" dirty="0"/>
              <a:t>帧的情况</a:t>
            </a:r>
            <a:endParaRPr lang="en-US" altLang="zh-CN" sz="2800" b="1" dirty="0"/>
          </a:p>
        </p:txBody>
      </p:sp>
      <p:sp>
        <p:nvSpPr>
          <p:cNvPr id="13" name="矩形 12">
            <a:extLst>
              <a:ext uri="{FF2B5EF4-FFF2-40B4-BE49-F238E27FC236}">
                <a16:creationId xmlns:a16="http://schemas.microsoft.com/office/drawing/2014/main" id="{14642CA0-C4C4-44A5-BD3D-9FB5C2470514}"/>
              </a:ext>
            </a:extLst>
          </p:cNvPr>
          <p:cNvSpPr/>
          <p:nvPr/>
        </p:nvSpPr>
        <p:spPr>
          <a:xfrm>
            <a:off x="2300222" y="5537182"/>
            <a:ext cx="3780000" cy="390966"/>
          </a:xfrm>
          <a:prstGeom prst="rect">
            <a:avLst/>
          </a:prstGeom>
          <a:solidFill>
            <a:schemeClr val="accent3">
              <a:alpha val="74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grpSp>
        <p:nvGrpSpPr>
          <p:cNvPr id="18" name="组合 17">
            <a:extLst>
              <a:ext uri="{FF2B5EF4-FFF2-40B4-BE49-F238E27FC236}">
                <a16:creationId xmlns:a16="http://schemas.microsoft.com/office/drawing/2014/main" id="{FECE4161-7991-47A2-A1EF-C9E654D9B154}"/>
              </a:ext>
            </a:extLst>
          </p:cNvPr>
          <p:cNvGrpSpPr/>
          <p:nvPr/>
        </p:nvGrpSpPr>
        <p:grpSpPr>
          <a:xfrm>
            <a:off x="1251044" y="4058101"/>
            <a:ext cx="708432" cy="1325976"/>
            <a:chOff x="1251044" y="4058101"/>
            <a:chExt cx="708432" cy="1325976"/>
          </a:xfrm>
        </p:grpSpPr>
        <p:sp>
          <p:nvSpPr>
            <p:cNvPr id="10" name="矩形 9">
              <a:extLst>
                <a:ext uri="{FF2B5EF4-FFF2-40B4-BE49-F238E27FC236}">
                  <a16:creationId xmlns:a16="http://schemas.microsoft.com/office/drawing/2014/main" id="{13BD80EC-9893-49F1-A9D2-1DEAB48A6E7A}"/>
                </a:ext>
              </a:extLst>
            </p:cNvPr>
            <p:cNvSpPr/>
            <p:nvPr/>
          </p:nvSpPr>
          <p:spPr>
            <a:xfrm>
              <a:off x="1251044" y="4862501"/>
              <a:ext cx="708432" cy="270283"/>
            </a:xfrm>
            <a:prstGeom prst="rect">
              <a:avLst/>
            </a:prstGeom>
            <a:solidFill>
              <a:schemeClr val="accent3"/>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46800" rIns="46800" rtlCol="0" anchor="ctr"/>
            <a:lstStyle/>
            <a:p>
              <a:pPr algn="ctr"/>
              <a:r>
                <a:rPr lang="en-US" altLang="zh-CN" b="1" dirty="0"/>
                <a:t>DATA3</a:t>
              </a:r>
              <a:endParaRPr lang="zh-CN" altLang="en-US" b="1" dirty="0"/>
            </a:p>
          </p:txBody>
        </p:sp>
        <p:sp>
          <p:nvSpPr>
            <p:cNvPr id="50" name="矩形 49">
              <a:extLst>
                <a:ext uri="{FF2B5EF4-FFF2-40B4-BE49-F238E27FC236}">
                  <a16:creationId xmlns:a16="http://schemas.microsoft.com/office/drawing/2014/main" id="{1B0B9A62-836E-41F2-9F67-05376D30A6B8}"/>
                </a:ext>
              </a:extLst>
            </p:cNvPr>
            <p:cNvSpPr/>
            <p:nvPr/>
          </p:nvSpPr>
          <p:spPr>
            <a:xfrm>
              <a:off x="1251044" y="4590628"/>
              <a:ext cx="708432" cy="270283"/>
            </a:xfrm>
            <a:prstGeom prst="rect">
              <a:avLst/>
            </a:prstGeom>
            <a:solidFill>
              <a:schemeClr val="accent3"/>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46800" rIns="46800" rtlCol="0" anchor="ctr"/>
            <a:lstStyle/>
            <a:p>
              <a:pPr algn="ctr"/>
              <a:r>
                <a:rPr lang="en-US" altLang="zh-CN" b="1" dirty="0"/>
                <a:t>DATA2</a:t>
              </a:r>
              <a:endParaRPr lang="zh-CN" altLang="en-US" b="1" dirty="0"/>
            </a:p>
          </p:txBody>
        </p:sp>
        <p:sp>
          <p:nvSpPr>
            <p:cNvPr id="51" name="矩形 50">
              <a:extLst>
                <a:ext uri="{FF2B5EF4-FFF2-40B4-BE49-F238E27FC236}">
                  <a16:creationId xmlns:a16="http://schemas.microsoft.com/office/drawing/2014/main" id="{3934A53B-F179-4AE5-8C40-09CC755FD35B}"/>
                </a:ext>
              </a:extLst>
            </p:cNvPr>
            <p:cNvSpPr/>
            <p:nvPr/>
          </p:nvSpPr>
          <p:spPr>
            <a:xfrm>
              <a:off x="1251044" y="4320345"/>
              <a:ext cx="708432" cy="270283"/>
            </a:xfrm>
            <a:prstGeom prst="rect">
              <a:avLst/>
            </a:prstGeom>
            <a:solidFill>
              <a:schemeClr val="accent3"/>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46800" rIns="46800" rtlCol="0" anchor="ctr"/>
            <a:lstStyle/>
            <a:p>
              <a:pPr algn="ctr"/>
              <a:r>
                <a:rPr lang="en-US" altLang="zh-CN" b="1" dirty="0"/>
                <a:t>DATA1</a:t>
              </a:r>
              <a:endParaRPr lang="zh-CN" altLang="en-US" b="1" dirty="0"/>
            </a:p>
          </p:txBody>
        </p:sp>
        <p:sp>
          <p:nvSpPr>
            <p:cNvPr id="52" name="矩形 51">
              <a:extLst>
                <a:ext uri="{FF2B5EF4-FFF2-40B4-BE49-F238E27FC236}">
                  <a16:creationId xmlns:a16="http://schemas.microsoft.com/office/drawing/2014/main" id="{7B02FABA-E117-418F-9E20-7E4C1DB84616}"/>
                </a:ext>
              </a:extLst>
            </p:cNvPr>
            <p:cNvSpPr/>
            <p:nvPr/>
          </p:nvSpPr>
          <p:spPr>
            <a:xfrm>
              <a:off x="1251044" y="4058101"/>
              <a:ext cx="708432" cy="270283"/>
            </a:xfrm>
            <a:prstGeom prst="rect">
              <a:avLst/>
            </a:prstGeom>
            <a:solidFill>
              <a:schemeClr val="accent3"/>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46800" rIns="46800" rtlCol="0" anchor="ctr"/>
            <a:lstStyle/>
            <a:p>
              <a:pPr algn="ctr"/>
              <a:r>
                <a:rPr lang="en-US" altLang="zh-CN" b="1" dirty="0"/>
                <a:t>DATA0</a:t>
              </a:r>
              <a:endParaRPr lang="zh-CN" altLang="en-US" b="1" dirty="0"/>
            </a:p>
          </p:txBody>
        </p:sp>
        <p:sp>
          <p:nvSpPr>
            <p:cNvPr id="59" name="矩形 58">
              <a:extLst>
                <a:ext uri="{FF2B5EF4-FFF2-40B4-BE49-F238E27FC236}">
                  <a16:creationId xmlns:a16="http://schemas.microsoft.com/office/drawing/2014/main" id="{21DD3FEA-191D-4538-9A4F-9950057B33B0}"/>
                </a:ext>
              </a:extLst>
            </p:cNvPr>
            <p:cNvSpPr/>
            <p:nvPr/>
          </p:nvSpPr>
          <p:spPr>
            <a:xfrm>
              <a:off x="1251044" y="5113794"/>
              <a:ext cx="708432" cy="270283"/>
            </a:xfrm>
            <a:prstGeom prst="rect">
              <a:avLst/>
            </a:prstGeom>
            <a:solidFill>
              <a:schemeClr val="accent3"/>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46800" rIns="46800" rtlCol="0" anchor="ctr"/>
            <a:lstStyle/>
            <a:p>
              <a:pPr algn="ctr"/>
              <a:r>
                <a:rPr lang="en-US" altLang="zh-CN" b="1" dirty="0"/>
                <a:t>DATA4</a:t>
              </a:r>
              <a:endParaRPr lang="zh-CN" altLang="en-US" b="1" dirty="0"/>
            </a:p>
          </p:txBody>
        </p:sp>
      </p:grpSp>
      <p:sp>
        <p:nvSpPr>
          <p:cNvPr id="30" name="平行四边形 29">
            <a:extLst>
              <a:ext uri="{FF2B5EF4-FFF2-40B4-BE49-F238E27FC236}">
                <a16:creationId xmlns:a16="http://schemas.microsoft.com/office/drawing/2014/main" id="{FD7AF602-DFFA-E602-DE30-785DF9C90A67}"/>
              </a:ext>
            </a:extLst>
          </p:cNvPr>
          <p:cNvSpPr/>
          <p:nvPr/>
        </p:nvSpPr>
        <p:spPr>
          <a:xfrm>
            <a:off x="304799" y="749300"/>
            <a:ext cx="695119" cy="387090"/>
          </a:xfrm>
          <a:prstGeom prst="parallelogram">
            <a:avLst/>
          </a:prstGeom>
          <a:solidFill>
            <a:schemeClr val="accent3">
              <a:lumMod val="75000"/>
            </a:schemeClr>
          </a:solidFill>
          <a:ln>
            <a:solidFill>
              <a:schemeClr val="accent3">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CN" sz="2200" dirty="0">
                <a:latin typeface="Impact" panose="020B0806030902050204" pitchFamily="34" charset="0"/>
              </a:rPr>
              <a:t>04</a:t>
            </a:r>
            <a:endParaRPr lang="zh-CN" altLang="en-US" sz="2200" dirty="0">
              <a:latin typeface="Impact" panose="020B0806030902050204" pitchFamily="34" charset="0"/>
            </a:endParaRPr>
          </a:p>
        </p:txBody>
      </p:sp>
    </p:spTree>
    <p:custDataLst>
      <p:tags r:id="rId1"/>
    </p:custDataLst>
    <p:extLst>
      <p:ext uri="{BB962C8B-B14F-4D97-AF65-F5344CB8AC3E}">
        <p14:creationId xmlns:p14="http://schemas.microsoft.com/office/powerpoint/2010/main" val="2063178012"/>
      </p:ext>
    </p:extLst>
  </p:cSld>
  <p:clrMapOvr>
    <a:masterClrMapping/>
  </p:clrMapOvr>
  <mc:AlternateContent xmlns:mc="http://schemas.openxmlformats.org/markup-compatibility/2006" xmlns:p14="http://schemas.microsoft.com/office/powerpoint/2010/main">
    <mc:Choice Requires="p14">
      <p:transition p14:dur="10"/>
    </mc:Choice>
    <mc:Fallback xmlns="">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30" presetClass="entr" presetSubtype="0" fill="hold" grpId="0" nodeType="withEffect">
                                  <p:stCondLst>
                                    <p:cond delay="0"/>
                                  </p:stCondLst>
                                  <p:childTnLst>
                                    <p:set>
                                      <p:cBhvr>
                                        <p:cTn id="6" dur="1" fill="hold">
                                          <p:stCondLst>
                                            <p:cond delay="0"/>
                                          </p:stCondLst>
                                        </p:cTn>
                                        <p:tgtEl>
                                          <p:spTgt spid="49"/>
                                        </p:tgtEl>
                                        <p:attrNameLst>
                                          <p:attrName>style.visibility</p:attrName>
                                        </p:attrNameLst>
                                      </p:cBhvr>
                                      <p:to>
                                        <p:strVal val="visible"/>
                                      </p:to>
                                    </p:set>
                                    <p:animEffect transition="in" filter="fade">
                                      <p:cBhvr>
                                        <p:cTn id="7" dur="800" decel="100000"/>
                                        <p:tgtEl>
                                          <p:spTgt spid="49"/>
                                        </p:tgtEl>
                                      </p:cBhvr>
                                    </p:animEffect>
                                    <p:anim calcmode="lin" valueType="num">
                                      <p:cBhvr>
                                        <p:cTn id="8" dur="800" decel="100000" fill="hold"/>
                                        <p:tgtEl>
                                          <p:spTgt spid="49"/>
                                        </p:tgtEl>
                                        <p:attrNameLst>
                                          <p:attrName>style.rotation</p:attrName>
                                        </p:attrNameLst>
                                      </p:cBhvr>
                                      <p:tavLst>
                                        <p:tav tm="0">
                                          <p:val>
                                            <p:fltVal val="-90"/>
                                          </p:val>
                                        </p:tav>
                                        <p:tav tm="100000">
                                          <p:val>
                                            <p:fltVal val="0"/>
                                          </p:val>
                                        </p:tav>
                                      </p:tavLst>
                                    </p:anim>
                                    <p:anim calcmode="lin" valueType="num">
                                      <p:cBhvr>
                                        <p:cTn id="9" dur="800" decel="100000" fill="hold"/>
                                        <p:tgtEl>
                                          <p:spTgt spid="49"/>
                                        </p:tgtEl>
                                        <p:attrNameLst>
                                          <p:attrName>ppt_x</p:attrName>
                                        </p:attrNameLst>
                                      </p:cBhvr>
                                      <p:tavLst>
                                        <p:tav tm="0">
                                          <p:val>
                                            <p:strVal val="#ppt_x+0.4"/>
                                          </p:val>
                                        </p:tav>
                                        <p:tav tm="100000">
                                          <p:val>
                                            <p:strVal val="#ppt_x-0.05"/>
                                          </p:val>
                                        </p:tav>
                                      </p:tavLst>
                                    </p:anim>
                                    <p:anim calcmode="lin" valueType="num">
                                      <p:cBhvr>
                                        <p:cTn id="10" dur="800" decel="100000" fill="hold"/>
                                        <p:tgtEl>
                                          <p:spTgt spid="49"/>
                                        </p:tgtEl>
                                        <p:attrNameLst>
                                          <p:attrName>ppt_y</p:attrName>
                                        </p:attrNameLst>
                                      </p:cBhvr>
                                      <p:tavLst>
                                        <p:tav tm="0">
                                          <p:val>
                                            <p:strVal val="#ppt_y-0.4"/>
                                          </p:val>
                                        </p:tav>
                                        <p:tav tm="100000">
                                          <p:val>
                                            <p:strVal val="#ppt_y+0.1"/>
                                          </p:val>
                                        </p:tav>
                                      </p:tavLst>
                                    </p:anim>
                                    <p:anim calcmode="lin" valueType="num">
                                      <p:cBhvr>
                                        <p:cTn id="11" dur="200" accel="100000" fill="hold">
                                          <p:stCondLst>
                                            <p:cond delay="800"/>
                                          </p:stCondLst>
                                        </p:cTn>
                                        <p:tgtEl>
                                          <p:spTgt spid="49"/>
                                        </p:tgtEl>
                                        <p:attrNameLst>
                                          <p:attrName>ppt_x</p:attrName>
                                        </p:attrNameLst>
                                      </p:cBhvr>
                                      <p:tavLst>
                                        <p:tav tm="0">
                                          <p:val>
                                            <p:strVal val="#ppt_x-0.05"/>
                                          </p:val>
                                        </p:tav>
                                        <p:tav tm="100000">
                                          <p:val>
                                            <p:strVal val="#ppt_x"/>
                                          </p:val>
                                        </p:tav>
                                      </p:tavLst>
                                    </p:anim>
                                    <p:anim calcmode="lin" valueType="num">
                                      <p:cBhvr>
                                        <p:cTn id="12" dur="200" accel="100000" fill="hold">
                                          <p:stCondLst>
                                            <p:cond delay="800"/>
                                          </p:stCondLst>
                                        </p:cTn>
                                        <p:tgtEl>
                                          <p:spTgt spid="49"/>
                                        </p:tgtEl>
                                        <p:attrNameLst>
                                          <p:attrName>ppt_y</p:attrName>
                                        </p:attrNameLst>
                                      </p:cBhvr>
                                      <p:tavLst>
                                        <p:tav tm="0">
                                          <p:val>
                                            <p:strVal val="#ppt_y+0.1"/>
                                          </p:val>
                                        </p:tav>
                                        <p:tav tm="100000">
                                          <p:val>
                                            <p:strVal val="#ppt_y"/>
                                          </p:val>
                                        </p:tav>
                                      </p:tavLst>
                                    </p:anim>
                                  </p:childTnLst>
                                </p:cTn>
                              </p:par>
                            </p:childTnLst>
                          </p:cTn>
                        </p:par>
                      </p:childTnLst>
                    </p:cTn>
                  </p:par>
                  <p:par>
                    <p:cTn id="13" fill="hold">
                      <p:stCondLst>
                        <p:cond delay="indefinite"/>
                      </p:stCondLst>
                      <p:childTnLst>
                        <p:par>
                          <p:cTn id="14" fill="hold">
                            <p:stCondLst>
                              <p:cond delay="0"/>
                            </p:stCondLst>
                            <p:childTnLst>
                              <p:par>
                                <p:cTn id="15" presetID="22" presetClass="entr" presetSubtype="8" fill="hold" grpId="0" nodeType="clickEffect">
                                  <p:stCondLst>
                                    <p:cond delay="0"/>
                                  </p:stCondLst>
                                  <p:childTnLst>
                                    <p:set>
                                      <p:cBhvr>
                                        <p:cTn id="16" dur="1" fill="hold">
                                          <p:stCondLst>
                                            <p:cond delay="0"/>
                                          </p:stCondLst>
                                        </p:cTn>
                                        <p:tgtEl>
                                          <p:spTgt spid="13"/>
                                        </p:tgtEl>
                                        <p:attrNameLst>
                                          <p:attrName>style.visibility</p:attrName>
                                        </p:attrNameLst>
                                      </p:cBhvr>
                                      <p:to>
                                        <p:strVal val="visible"/>
                                      </p:to>
                                    </p:set>
                                    <p:animEffect transition="in" filter="wipe(left)">
                                      <p:cBhvr>
                                        <p:cTn id="17" dur="2000"/>
                                        <p:tgtEl>
                                          <p:spTgt spid="13"/>
                                        </p:tgtEl>
                                      </p:cBhvr>
                                    </p:animEffect>
                                  </p:childTnLst>
                                </p:cTn>
                              </p:par>
                              <p:par>
                                <p:cTn id="18" presetID="12" presetClass="entr" presetSubtype="4" fill="hold" nodeType="withEffect">
                                  <p:stCondLst>
                                    <p:cond delay="0"/>
                                  </p:stCondLst>
                                  <p:childTnLst>
                                    <p:set>
                                      <p:cBhvr>
                                        <p:cTn id="19" dur="1" fill="hold">
                                          <p:stCondLst>
                                            <p:cond delay="0"/>
                                          </p:stCondLst>
                                        </p:cTn>
                                        <p:tgtEl>
                                          <p:spTgt spid="18"/>
                                        </p:tgtEl>
                                        <p:attrNameLst>
                                          <p:attrName>style.visibility</p:attrName>
                                        </p:attrNameLst>
                                      </p:cBhvr>
                                      <p:to>
                                        <p:strVal val="visible"/>
                                      </p:to>
                                    </p:set>
                                    <p:anim calcmode="lin" valueType="num">
                                      <p:cBhvr additive="base">
                                        <p:cTn id="20" dur="2000"/>
                                        <p:tgtEl>
                                          <p:spTgt spid="18"/>
                                        </p:tgtEl>
                                        <p:attrNameLst>
                                          <p:attrName>ppt_y</p:attrName>
                                        </p:attrNameLst>
                                      </p:cBhvr>
                                      <p:tavLst>
                                        <p:tav tm="0">
                                          <p:val>
                                            <p:strVal val="#ppt_y+#ppt_h*1.125000"/>
                                          </p:val>
                                        </p:tav>
                                        <p:tav tm="100000">
                                          <p:val>
                                            <p:strVal val="#ppt_y"/>
                                          </p:val>
                                        </p:tav>
                                      </p:tavLst>
                                    </p:anim>
                                    <p:animEffect transition="in" filter="wipe(up)">
                                      <p:cBhvr>
                                        <p:cTn id="21" dur="2000"/>
                                        <p:tgtEl>
                                          <p:spTgt spid="18"/>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9" grpId="0"/>
      <p:bldP spid="13" grpId="0" animBg="1"/>
    </p:bldLst>
  </p:timing>
</p:sld>
</file>

<file path=ppt/slides/slide14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6" name="组合 5">
            <a:extLst>
              <a:ext uri="{FF2B5EF4-FFF2-40B4-BE49-F238E27FC236}">
                <a16:creationId xmlns:a16="http://schemas.microsoft.com/office/drawing/2014/main" id="{35D57BA3-C33A-4413-B558-3B4EE4F3080F}"/>
              </a:ext>
            </a:extLst>
          </p:cNvPr>
          <p:cNvGrpSpPr/>
          <p:nvPr/>
        </p:nvGrpSpPr>
        <p:grpSpPr>
          <a:xfrm>
            <a:off x="2146413" y="1363110"/>
            <a:ext cx="1067217" cy="917885"/>
            <a:chOff x="2146413" y="1363110"/>
            <a:chExt cx="1067217" cy="917885"/>
          </a:xfrm>
        </p:grpSpPr>
        <p:sp>
          <p:nvSpPr>
            <p:cNvPr id="34" name="矩形 33">
              <a:extLst>
                <a:ext uri="{FF2B5EF4-FFF2-40B4-BE49-F238E27FC236}">
                  <a16:creationId xmlns:a16="http://schemas.microsoft.com/office/drawing/2014/main" id="{C0C70259-4145-42A4-A97E-2108291E4ADC}"/>
                </a:ext>
              </a:extLst>
            </p:cNvPr>
            <p:cNvSpPr/>
            <p:nvPr/>
          </p:nvSpPr>
          <p:spPr>
            <a:xfrm>
              <a:off x="2300222" y="1739531"/>
              <a:ext cx="759600" cy="541464"/>
            </a:xfrm>
            <a:prstGeom prst="rect">
              <a:avLst/>
            </a:prstGeom>
            <a:solidFill>
              <a:schemeClr val="accent4"/>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mc:AlternateContent xmlns:mc="http://schemas.openxmlformats.org/markup-compatibility/2006" xmlns:a14="http://schemas.microsoft.com/office/drawing/2010/main">
          <mc:Choice Requires="a14">
            <p:sp>
              <p:nvSpPr>
                <p:cNvPr id="35" name="文本框 34">
                  <a:extLst>
                    <a:ext uri="{FF2B5EF4-FFF2-40B4-BE49-F238E27FC236}">
                      <a16:creationId xmlns:a16="http://schemas.microsoft.com/office/drawing/2014/main" id="{EE98B7EB-F32B-4A4F-9072-DF021D7DCAD9}"/>
                    </a:ext>
                  </a:extLst>
                </p:cNvPr>
                <p:cNvSpPr txBox="1"/>
                <p:nvPr/>
              </p:nvSpPr>
              <p:spPr>
                <a:xfrm>
                  <a:off x="2146413" y="1363110"/>
                  <a:ext cx="1067217" cy="369332"/>
                </a:xfrm>
                <a:prstGeom prst="rect">
                  <a:avLst/>
                </a:prstGeom>
                <a:noFill/>
              </p:spPr>
              <p:txBody>
                <a:bodyPr wrap="square">
                  <a:spAutoFit/>
                </a:bodyPr>
                <a:lstStyle/>
                <a:p>
                  <a:pPr/>
                  <a14:m>
                    <m:oMathPara xmlns:m="http://schemas.openxmlformats.org/officeDocument/2006/math">
                      <m:oMathParaPr>
                        <m:jc m:val="centerGroup"/>
                      </m:oMathParaPr>
                      <m:oMath xmlns:m="http://schemas.openxmlformats.org/officeDocument/2006/math">
                        <m:sSub>
                          <m:sSubPr>
                            <m:ctrlPr>
                              <a:rPr lang="en-US" altLang="zh-CN" b="1" i="1" smtClean="0">
                                <a:solidFill>
                                  <a:schemeClr val="accent4"/>
                                </a:solidFill>
                                <a:latin typeface="Cambria Math" panose="02040503050406030204" pitchFamily="18" charset="0"/>
                              </a:rPr>
                            </m:ctrlPr>
                          </m:sSubPr>
                          <m:e>
                            <m:r>
                              <a:rPr lang="en-US" altLang="zh-CN" b="1" i="1" smtClean="0">
                                <a:solidFill>
                                  <a:schemeClr val="accent4"/>
                                </a:solidFill>
                                <a:latin typeface="Cambria Math" panose="02040503050406030204" pitchFamily="18" charset="0"/>
                              </a:rPr>
                              <m:t>𝑾</m:t>
                            </m:r>
                          </m:e>
                          <m:sub>
                            <m:r>
                              <a:rPr lang="en-US" altLang="zh-CN" b="1" i="1" smtClean="0">
                                <a:solidFill>
                                  <a:schemeClr val="accent4"/>
                                </a:solidFill>
                                <a:latin typeface="Cambria Math" panose="02040503050406030204" pitchFamily="18" charset="0"/>
                              </a:rPr>
                              <m:t>𝑹</m:t>
                            </m:r>
                          </m:sub>
                        </m:sSub>
                        <m:r>
                          <a:rPr lang="en-US" altLang="zh-CN" b="1" i="1" smtClean="0">
                            <a:solidFill>
                              <a:schemeClr val="accent4"/>
                            </a:solidFill>
                            <a:latin typeface="Cambria Math" panose="02040503050406030204" pitchFamily="18" charset="0"/>
                          </a:rPr>
                          <m:t>=</m:t>
                        </m:r>
                        <m:r>
                          <a:rPr lang="en-US" altLang="zh-CN" b="1" i="1" smtClean="0">
                            <a:solidFill>
                              <a:schemeClr val="accent4"/>
                            </a:solidFill>
                            <a:latin typeface="Cambria Math" panose="02040503050406030204" pitchFamily="18" charset="0"/>
                          </a:rPr>
                          <m:t>𝟏</m:t>
                        </m:r>
                      </m:oMath>
                    </m:oMathPara>
                  </a14:m>
                  <a:endParaRPr lang="zh-CN" altLang="en-US" dirty="0">
                    <a:solidFill>
                      <a:schemeClr val="accent3"/>
                    </a:solidFill>
                  </a:endParaRPr>
                </a:p>
              </p:txBody>
            </p:sp>
          </mc:Choice>
          <mc:Fallback xmlns="">
            <p:sp>
              <p:nvSpPr>
                <p:cNvPr id="35" name="文本框 34">
                  <a:extLst>
                    <a:ext uri="{FF2B5EF4-FFF2-40B4-BE49-F238E27FC236}">
                      <a16:creationId xmlns:a16="http://schemas.microsoft.com/office/drawing/2014/main" id="{EE98B7EB-F32B-4A4F-9072-DF021D7DCAD9}"/>
                    </a:ext>
                  </a:extLst>
                </p:cNvPr>
                <p:cNvSpPr txBox="1">
                  <a:spLocks noRot="1" noChangeAspect="1" noMove="1" noResize="1" noEditPoints="1" noAdjustHandles="1" noChangeArrowheads="1" noChangeShapeType="1" noTextEdit="1"/>
                </p:cNvSpPr>
                <p:nvPr/>
              </p:nvSpPr>
              <p:spPr>
                <a:xfrm>
                  <a:off x="2146413" y="1363110"/>
                  <a:ext cx="1067217" cy="369332"/>
                </a:xfrm>
                <a:prstGeom prst="rect">
                  <a:avLst/>
                </a:prstGeom>
                <a:blipFill>
                  <a:blip r:embed="rId3"/>
                  <a:stretch>
                    <a:fillRect b="-3333"/>
                  </a:stretch>
                </a:blipFill>
              </p:spPr>
              <p:txBody>
                <a:bodyPr/>
                <a:lstStyle/>
                <a:p>
                  <a:r>
                    <a:rPr lang="zh-CN" altLang="en-US">
                      <a:noFill/>
                    </a:rPr>
                    <a:t> </a:t>
                  </a:r>
                </a:p>
              </p:txBody>
            </p:sp>
          </mc:Fallback>
        </mc:AlternateContent>
      </p:grpSp>
      <p:grpSp>
        <p:nvGrpSpPr>
          <p:cNvPr id="7" name="组合 6">
            <a:extLst>
              <a:ext uri="{FF2B5EF4-FFF2-40B4-BE49-F238E27FC236}">
                <a16:creationId xmlns:a16="http://schemas.microsoft.com/office/drawing/2014/main" id="{00A9CCE1-949C-4E54-97A1-6025FF974983}"/>
              </a:ext>
            </a:extLst>
          </p:cNvPr>
          <p:cNvGrpSpPr/>
          <p:nvPr/>
        </p:nvGrpSpPr>
        <p:grpSpPr>
          <a:xfrm>
            <a:off x="2302929" y="5098286"/>
            <a:ext cx="3780000" cy="910796"/>
            <a:chOff x="2302929" y="5098286"/>
            <a:chExt cx="3780000" cy="910796"/>
          </a:xfrm>
        </p:grpSpPr>
        <p:sp>
          <p:nvSpPr>
            <p:cNvPr id="5" name="矩形 4">
              <a:extLst>
                <a:ext uri="{FF2B5EF4-FFF2-40B4-BE49-F238E27FC236}">
                  <a16:creationId xmlns:a16="http://schemas.microsoft.com/office/drawing/2014/main" id="{ABCDD6AB-497D-42FD-B822-48DB3891082B}"/>
                </a:ext>
              </a:extLst>
            </p:cNvPr>
            <p:cNvSpPr/>
            <p:nvPr/>
          </p:nvSpPr>
          <p:spPr>
            <a:xfrm>
              <a:off x="2302929" y="5467618"/>
              <a:ext cx="3780000" cy="541464"/>
            </a:xfrm>
            <a:prstGeom prst="rect">
              <a:avLst/>
            </a:prstGeom>
            <a:solidFill>
              <a:schemeClr val="accent3"/>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mc:AlternateContent xmlns:mc="http://schemas.openxmlformats.org/markup-compatibility/2006" xmlns:a14="http://schemas.microsoft.com/office/drawing/2010/main">
          <mc:Choice Requires="a14">
            <p:sp>
              <p:nvSpPr>
                <p:cNvPr id="23" name="文本框 22">
                  <a:extLst>
                    <a:ext uri="{FF2B5EF4-FFF2-40B4-BE49-F238E27FC236}">
                      <a16:creationId xmlns:a16="http://schemas.microsoft.com/office/drawing/2014/main" id="{ABC03EEA-26BD-4845-8ACC-3FB7B6DA9132}"/>
                    </a:ext>
                  </a:extLst>
                </p:cNvPr>
                <p:cNvSpPr txBox="1"/>
                <p:nvPr/>
              </p:nvSpPr>
              <p:spPr>
                <a:xfrm>
                  <a:off x="3659320" y="5098286"/>
                  <a:ext cx="1067217" cy="369332"/>
                </a:xfrm>
                <a:prstGeom prst="rect">
                  <a:avLst/>
                </a:prstGeom>
                <a:noFill/>
              </p:spPr>
              <p:txBody>
                <a:bodyPr wrap="square">
                  <a:spAutoFit/>
                </a:bodyPr>
                <a:lstStyle/>
                <a:p>
                  <a:pPr/>
                  <a14:m>
                    <m:oMathPara xmlns:m="http://schemas.openxmlformats.org/officeDocument/2006/math">
                      <m:oMathParaPr>
                        <m:jc m:val="centerGroup"/>
                      </m:oMathParaPr>
                      <m:oMath xmlns:m="http://schemas.openxmlformats.org/officeDocument/2006/math">
                        <m:sSub>
                          <m:sSubPr>
                            <m:ctrlPr>
                              <a:rPr lang="en-US" altLang="zh-CN" b="1" i="1" smtClean="0">
                                <a:solidFill>
                                  <a:schemeClr val="accent3"/>
                                </a:solidFill>
                                <a:latin typeface="Cambria Math" panose="02040503050406030204" pitchFamily="18" charset="0"/>
                              </a:rPr>
                            </m:ctrlPr>
                          </m:sSubPr>
                          <m:e>
                            <m:r>
                              <a:rPr lang="en-US" altLang="zh-CN" b="1" i="1" smtClean="0">
                                <a:solidFill>
                                  <a:schemeClr val="accent3"/>
                                </a:solidFill>
                                <a:latin typeface="Cambria Math" panose="02040503050406030204" pitchFamily="18" charset="0"/>
                              </a:rPr>
                              <m:t>𝑾</m:t>
                            </m:r>
                          </m:e>
                          <m:sub>
                            <m:r>
                              <a:rPr lang="en-US" altLang="zh-CN" b="1" i="1" smtClean="0">
                                <a:solidFill>
                                  <a:schemeClr val="accent3"/>
                                </a:solidFill>
                                <a:latin typeface="Cambria Math" panose="02040503050406030204" pitchFamily="18" charset="0"/>
                              </a:rPr>
                              <m:t>𝑻</m:t>
                            </m:r>
                          </m:sub>
                        </m:sSub>
                        <m:r>
                          <a:rPr lang="en-US" altLang="zh-CN" b="1" i="1" smtClean="0">
                            <a:solidFill>
                              <a:schemeClr val="accent3"/>
                            </a:solidFill>
                            <a:latin typeface="Cambria Math" panose="02040503050406030204" pitchFamily="18" charset="0"/>
                          </a:rPr>
                          <m:t>=</m:t>
                        </m:r>
                        <m:r>
                          <a:rPr lang="en-US" altLang="zh-CN" b="1" i="1" smtClean="0">
                            <a:solidFill>
                              <a:schemeClr val="accent3"/>
                            </a:solidFill>
                            <a:latin typeface="Cambria Math" panose="02040503050406030204" pitchFamily="18" charset="0"/>
                          </a:rPr>
                          <m:t>𝟓</m:t>
                        </m:r>
                      </m:oMath>
                    </m:oMathPara>
                  </a14:m>
                  <a:endParaRPr lang="zh-CN" altLang="en-US" dirty="0">
                    <a:solidFill>
                      <a:schemeClr val="accent3"/>
                    </a:solidFill>
                  </a:endParaRPr>
                </a:p>
              </p:txBody>
            </p:sp>
          </mc:Choice>
          <mc:Fallback xmlns="">
            <p:sp>
              <p:nvSpPr>
                <p:cNvPr id="23" name="文本框 22">
                  <a:extLst>
                    <a:ext uri="{FF2B5EF4-FFF2-40B4-BE49-F238E27FC236}">
                      <a16:creationId xmlns:a16="http://schemas.microsoft.com/office/drawing/2014/main" id="{ABC03EEA-26BD-4845-8ACC-3FB7B6DA9132}"/>
                    </a:ext>
                  </a:extLst>
                </p:cNvPr>
                <p:cNvSpPr txBox="1">
                  <a:spLocks noRot="1" noChangeAspect="1" noMove="1" noResize="1" noEditPoints="1" noAdjustHandles="1" noChangeArrowheads="1" noChangeShapeType="1" noTextEdit="1"/>
                </p:cNvSpPr>
                <p:nvPr/>
              </p:nvSpPr>
              <p:spPr>
                <a:xfrm>
                  <a:off x="3659320" y="5098286"/>
                  <a:ext cx="1067217" cy="369332"/>
                </a:xfrm>
                <a:prstGeom prst="rect">
                  <a:avLst/>
                </a:prstGeom>
                <a:blipFill>
                  <a:blip r:embed="rId4"/>
                  <a:stretch>
                    <a:fillRect b="-3279"/>
                  </a:stretch>
                </a:blipFill>
              </p:spPr>
              <p:txBody>
                <a:bodyPr/>
                <a:lstStyle/>
                <a:p>
                  <a:r>
                    <a:rPr lang="zh-CN" altLang="en-US">
                      <a:noFill/>
                    </a:rPr>
                    <a:t> </a:t>
                  </a:r>
                </a:p>
              </p:txBody>
            </p:sp>
          </mc:Fallback>
        </mc:AlternateContent>
      </p:grpSp>
      <p:grpSp>
        <p:nvGrpSpPr>
          <p:cNvPr id="4" name="组合 3">
            <a:extLst>
              <a:ext uri="{FF2B5EF4-FFF2-40B4-BE49-F238E27FC236}">
                <a16:creationId xmlns:a16="http://schemas.microsoft.com/office/drawing/2014/main" id="{9A1EA9F2-FCB6-48C3-935F-7AE7E3AD14AC}"/>
              </a:ext>
            </a:extLst>
          </p:cNvPr>
          <p:cNvGrpSpPr/>
          <p:nvPr/>
        </p:nvGrpSpPr>
        <p:grpSpPr>
          <a:xfrm>
            <a:off x="304800" y="749300"/>
            <a:ext cx="6192344" cy="400110"/>
            <a:chOff x="424117" y="898245"/>
            <a:chExt cx="6192344" cy="400110"/>
          </a:xfrm>
        </p:grpSpPr>
        <p:sp>
          <p:nvSpPr>
            <p:cNvPr id="2" name="平行四边形 1">
              <a:extLst>
                <a:ext uri="{FF2B5EF4-FFF2-40B4-BE49-F238E27FC236}">
                  <a16:creationId xmlns:a16="http://schemas.microsoft.com/office/drawing/2014/main" id="{1F5BAA3F-9845-4F89-A2DD-8222D3E4EDAC}"/>
                </a:ext>
              </a:extLst>
            </p:cNvPr>
            <p:cNvSpPr/>
            <p:nvPr/>
          </p:nvSpPr>
          <p:spPr>
            <a:xfrm>
              <a:off x="424117" y="898245"/>
              <a:ext cx="628306" cy="387090"/>
            </a:xfrm>
            <a:prstGeom prst="parallelogram">
              <a:avLst/>
            </a:prstGeom>
            <a:solidFill>
              <a:schemeClr val="accent3">
                <a:lumMod val="75000"/>
              </a:schemeClr>
            </a:solidFill>
            <a:ln>
              <a:solidFill>
                <a:schemeClr val="accent3">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CN" sz="2200" dirty="0">
                  <a:latin typeface="Impact" panose="020B0806030902050204" pitchFamily="34" charset="0"/>
                </a:rPr>
                <a:t>01</a:t>
              </a:r>
              <a:endParaRPr lang="zh-CN" altLang="en-US" sz="2200" dirty="0">
                <a:latin typeface="Impact" panose="020B0806030902050204" pitchFamily="34" charset="0"/>
              </a:endParaRPr>
            </a:p>
          </p:txBody>
        </p:sp>
        <p:sp>
          <p:nvSpPr>
            <p:cNvPr id="3" name="文本框 2">
              <a:extLst>
                <a:ext uri="{FF2B5EF4-FFF2-40B4-BE49-F238E27FC236}">
                  <a16:creationId xmlns:a16="http://schemas.microsoft.com/office/drawing/2014/main" id="{4D6BD736-A4D3-4F26-AFED-36E11F50F70B}"/>
                </a:ext>
              </a:extLst>
            </p:cNvPr>
            <p:cNvSpPr txBox="1"/>
            <p:nvPr/>
          </p:nvSpPr>
          <p:spPr>
            <a:xfrm>
              <a:off x="1052423" y="898245"/>
              <a:ext cx="5564038" cy="400110"/>
            </a:xfrm>
            <a:prstGeom prst="rect">
              <a:avLst/>
            </a:prstGeom>
            <a:noFill/>
          </p:spPr>
          <p:txBody>
            <a:bodyPr wrap="square" rtlCol="0">
              <a:spAutoFit/>
            </a:bodyPr>
            <a:lstStyle/>
            <a:p>
              <a:r>
                <a:rPr lang="zh-CN" altLang="en-US" sz="2000" b="1" dirty="0"/>
                <a:t>回退</a:t>
              </a:r>
              <a:r>
                <a:rPr lang="en-US" altLang="zh-CN" sz="2000" b="1" dirty="0"/>
                <a:t>N</a:t>
              </a:r>
              <a:r>
                <a:rPr lang="zh-CN" altLang="en-US" sz="2000" b="1" dirty="0"/>
                <a:t>帧协议</a:t>
              </a:r>
            </a:p>
          </p:txBody>
        </p:sp>
      </p:grpSp>
      <p:grpSp>
        <p:nvGrpSpPr>
          <p:cNvPr id="20" name="组合 19">
            <a:extLst>
              <a:ext uri="{FF2B5EF4-FFF2-40B4-BE49-F238E27FC236}">
                <a16:creationId xmlns:a16="http://schemas.microsoft.com/office/drawing/2014/main" id="{87756F0E-46C2-4571-B23D-C8472E9FD1FB}"/>
              </a:ext>
            </a:extLst>
          </p:cNvPr>
          <p:cNvGrpSpPr/>
          <p:nvPr/>
        </p:nvGrpSpPr>
        <p:grpSpPr>
          <a:xfrm>
            <a:off x="475097" y="1263518"/>
            <a:ext cx="1355161" cy="5114896"/>
            <a:chOff x="475097" y="1263518"/>
            <a:chExt cx="1355161" cy="5114896"/>
          </a:xfrm>
        </p:grpSpPr>
        <p:cxnSp>
          <p:nvCxnSpPr>
            <p:cNvPr id="17" name="直接连接符 16">
              <a:extLst>
                <a:ext uri="{FF2B5EF4-FFF2-40B4-BE49-F238E27FC236}">
                  <a16:creationId xmlns:a16="http://schemas.microsoft.com/office/drawing/2014/main" id="{5A41A17A-7B81-47D8-BDBB-76B8F1AA71D6}"/>
                </a:ext>
              </a:extLst>
            </p:cNvPr>
            <p:cNvCxnSpPr>
              <a:cxnSpLocks/>
            </p:cNvCxnSpPr>
            <p:nvPr/>
          </p:nvCxnSpPr>
          <p:spPr>
            <a:xfrm flipV="1">
              <a:off x="1208367" y="2012996"/>
              <a:ext cx="0" cy="3813858"/>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nvGrpSpPr>
            <p:cNvPr id="9" name="组合 8">
              <a:extLst>
                <a:ext uri="{FF2B5EF4-FFF2-40B4-BE49-F238E27FC236}">
                  <a16:creationId xmlns:a16="http://schemas.microsoft.com/office/drawing/2014/main" id="{A2B5FA1F-35FA-42E7-8D74-E7431B6AAA3C}"/>
                </a:ext>
              </a:extLst>
            </p:cNvPr>
            <p:cNvGrpSpPr/>
            <p:nvPr/>
          </p:nvGrpSpPr>
          <p:grpSpPr>
            <a:xfrm>
              <a:off x="700096" y="5368000"/>
              <a:ext cx="905164" cy="1010414"/>
              <a:chOff x="700096" y="5368000"/>
              <a:chExt cx="905164" cy="1010414"/>
            </a:xfrm>
          </p:grpSpPr>
          <p:pic>
            <p:nvPicPr>
              <p:cNvPr id="214" name="图形 213">
                <a:extLst>
                  <a:ext uri="{FF2B5EF4-FFF2-40B4-BE49-F238E27FC236}">
                    <a16:creationId xmlns:a16="http://schemas.microsoft.com/office/drawing/2014/main" id="{D949CB40-4FF6-4E8C-991B-66D24C6ADF05}"/>
                  </a:ext>
                </a:extLst>
              </p:cNvPr>
              <p:cNvPicPr>
                <a:picLocks noChangeAspect="1"/>
              </p:cNvPicPr>
              <p:nvPr/>
            </p:nvPicPr>
            <p:blipFill>
              <a:blip r:embed="rId5">
                <a:extLst>
                  <a:ext uri="{28A0092B-C50C-407E-A947-70E740481C1C}">
                    <a14:useLocalDpi xmlns:a14="http://schemas.microsoft.com/office/drawing/2010/main" val="0"/>
                  </a:ext>
                  <a:ext uri="{96DAC541-7B7A-43D3-8B79-37D633B846F1}">
                    <asvg:svgBlip xmlns:asvg="http://schemas.microsoft.com/office/drawing/2016/SVG/main" r:embed="rId6"/>
                  </a:ext>
                </a:extLst>
              </a:blip>
              <a:stretch>
                <a:fillRect/>
              </a:stretch>
            </p:blipFill>
            <p:spPr>
              <a:xfrm>
                <a:off x="821271" y="5368000"/>
                <a:ext cx="662814" cy="641082"/>
              </a:xfrm>
              <a:prstGeom prst="rect">
                <a:avLst/>
              </a:prstGeom>
            </p:spPr>
          </p:pic>
          <p:sp>
            <p:nvSpPr>
              <p:cNvPr id="218" name="文本框 217">
                <a:extLst>
                  <a:ext uri="{FF2B5EF4-FFF2-40B4-BE49-F238E27FC236}">
                    <a16:creationId xmlns:a16="http://schemas.microsoft.com/office/drawing/2014/main" id="{584D12FE-712D-432B-A48B-3084189F6B6C}"/>
                  </a:ext>
                </a:extLst>
              </p:cNvPr>
              <p:cNvSpPr txBox="1"/>
              <p:nvPr/>
            </p:nvSpPr>
            <p:spPr>
              <a:xfrm>
                <a:off x="700096" y="6009082"/>
                <a:ext cx="905164" cy="369332"/>
              </a:xfrm>
              <a:prstGeom prst="rect">
                <a:avLst/>
              </a:prstGeom>
              <a:noFill/>
            </p:spPr>
            <p:txBody>
              <a:bodyPr wrap="square" rtlCol="0">
                <a:spAutoFit/>
              </a:bodyPr>
              <a:lstStyle/>
              <a:p>
                <a:r>
                  <a:rPr lang="zh-CN" altLang="en-US" b="1" dirty="0">
                    <a:latin typeface="+mn-ea"/>
                  </a:rPr>
                  <a:t>发送方</a:t>
                </a:r>
              </a:p>
            </p:txBody>
          </p:sp>
        </p:grpSp>
        <p:grpSp>
          <p:nvGrpSpPr>
            <p:cNvPr id="8" name="组合 7">
              <a:extLst>
                <a:ext uri="{FF2B5EF4-FFF2-40B4-BE49-F238E27FC236}">
                  <a16:creationId xmlns:a16="http://schemas.microsoft.com/office/drawing/2014/main" id="{0ACAF080-95D4-4F76-A817-06EA84E449C9}"/>
                </a:ext>
              </a:extLst>
            </p:cNvPr>
            <p:cNvGrpSpPr/>
            <p:nvPr/>
          </p:nvGrpSpPr>
          <p:grpSpPr>
            <a:xfrm>
              <a:off x="878301" y="1263518"/>
              <a:ext cx="905164" cy="1027908"/>
              <a:chOff x="878301" y="1390382"/>
              <a:chExt cx="905164" cy="1027908"/>
            </a:xfrm>
          </p:grpSpPr>
          <p:pic>
            <p:nvPicPr>
              <p:cNvPr id="210" name="图形 209">
                <a:extLst>
                  <a:ext uri="{FF2B5EF4-FFF2-40B4-BE49-F238E27FC236}">
                    <a16:creationId xmlns:a16="http://schemas.microsoft.com/office/drawing/2014/main" id="{61E01467-74F7-469C-BAD5-DFFB1234E440}"/>
                  </a:ext>
                </a:extLst>
              </p:cNvPr>
              <p:cNvPicPr>
                <a:picLocks noChangeAspect="1"/>
              </p:cNvPicPr>
              <p:nvPr/>
            </p:nvPicPr>
            <p:blipFill>
              <a:blip r:embed="rId7">
                <a:extLst>
                  <a:ext uri="{28A0092B-C50C-407E-A947-70E740481C1C}">
                    <a14:useLocalDpi xmlns:a14="http://schemas.microsoft.com/office/drawing/2010/main" val="0"/>
                  </a:ext>
                  <a:ext uri="{96DAC541-7B7A-43D3-8B79-37D633B846F1}">
                    <asvg:svgBlip xmlns:asvg="http://schemas.microsoft.com/office/drawing/2016/SVG/main" r:embed="rId8"/>
                  </a:ext>
                </a:extLst>
              </a:blip>
              <a:stretch>
                <a:fillRect/>
              </a:stretch>
            </p:blipFill>
            <p:spPr>
              <a:xfrm>
                <a:off x="984826" y="1759714"/>
                <a:ext cx="501772" cy="658576"/>
              </a:xfrm>
              <a:prstGeom prst="rect">
                <a:avLst/>
              </a:prstGeom>
            </p:spPr>
          </p:pic>
          <p:sp>
            <p:nvSpPr>
              <p:cNvPr id="219" name="文本框 218">
                <a:extLst>
                  <a:ext uri="{FF2B5EF4-FFF2-40B4-BE49-F238E27FC236}">
                    <a16:creationId xmlns:a16="http://schemas.microsoft.com/office/drawing/2014/main" id="{B105E330-42F6-4FA8-914C-123FFA0756D5}"/>
                  </a:ext>
                </a:extLst>
              </p:cNvPr>
              <p:cNvSpPr txBox="1"/>
              <p:nvPr/>
            </p:nvSpPr>
            <p:spPr>
              <a:xfrm>
                <a:off x="878301" y="1390382"/>
                <a:ext cx="905164" cy="369332"/>
              </a:xfrm>
              <a:prstGeom prst="rect">
                <a:avLst/>
              </a:prstGeom>
              <a:noFill/>
            </p:spPr>
            <p:txBody>
              <a:bodyPr wrap="square" rtlCol="0">
                <a:spAutoFit/>
              </a:bodyPr>
              <a:lstStyle/>
              <a:p>
                <a:r>
                  <a:rPr lang="zh-CN" altLang="en-US" b="1" dirty="0">
                    <a:latin typeface="+mn-ea"/>
                  </a:rPr>
                  <a:t>接收方</a:t>
                </a:r>
              </a:p>
            </p:txBody>
          </p:sp>
        </p:grpSp>
        <p:sp>
          <p:nvSpPr>
            <p:cNvPr id="57" name="云形 56">
              <a:extLst>
                <a:ext uri="{FF2B5EF4-FFF2-40B4-BE49-F238E27FC236}">
                  <a16:creationId xmlns:a16="http://schemas.microsoft.com/office/drawing/2014/main" id="{8D58A5DA-48AF-4D62-A0E1-92B6F8CBE1F4}"/>
                </a:ext>
              </a:extLst>
            </p:cNvPr>
            <p:cNvSpPr/>
            <p:nvPr/>
          </p:nvSpPr>
          <p:spPr>
            <a:xfrm>
              <a:off x="475097" y="3429014"/>
              <a:ext cx="1355161" cy="801398"/>
            </a:xfrm>
            <a:prstGeom prst="cloud">
              <a:avLst/>
            </a:prstGeom>
            <a:solidFill>
              <a:schemeClr val="bg1">
                <a:lumMod val="85000"/>
              </a:schemeClr>
            </a:solidFill>
            <a:ln>
              <a:solidFill>
                <a:schemeClr val="bg1">
                  <a:lumMod val="85000"/>
                </a:schemeClr>
              </a:solidFill>
            </a:ln>
          </p:spPr>
          <p:style>
            <a:lnRef idx="2">
              <a:schemeClr val="accent3">
                <a:shade val="50000"/>
              </a:schemeClr>
            </a:lnRef>
            <a:fillRef idx="1">
              <a:schemeClr val="accent3"/>
            </a:fillRef>
            <a:effectRef idx="0">
              <a:schemeClr val="accent3"/>
            </a:effectRef>
            <a:fontRef idx="minor">
              <a:schemeClr val="lt1"/>
            </a:fontRef>
          </p:style>
          <p:txBody>
            <a:bodyPr rtlCol="0" anchor="ctr"/>
            <a:lstStyle/>
            <a:p>
              <a:pPr algn="ctr"/>
              <a:r>
                <a:rPr lang="zh-CN" altLang="en-US" b="1" dirty="0">
                  <a:solidFill>
                    <a:schemeClr val="tx1"/>
                  </a:solidFill>
                  <a:latin typeface="+mn-ea"/>
                </a:rPr>
                <a:t>因特网</a:t>
              </a:r>
            </a:p>
          </p:txBody>
        </p:sp>
      </p:grpSp>
      <p:graphicFrame>
        <p:nvGraphicFramePr>
          <p:cNvPr id="21" name="表格 21">
            <a:extLst>
              <a:ext uri="{FF2B5EF4-FFF2-40B4-BE49-F238E27FC236}">
                <a16:creationId xmlns:a16="http://schemas.microsoft.com/office/drawing/2014/main" id="{CE497585-4F97-4F44-9ABE-D7BBA16B40E0}"/>
              </a:ext>
            </a:extLst>
          </p:cNvPr>
          <p:cNvGraphicFramePr>
            <a:graphicFrameLocks noGrp="1"/>
          </p:cNvGraphicFramePr>
          <p:nvPr/>
        </p:nvGraphicFramePr>
        <p:xfrm>
          <a:off x="2302929" y="5557308"/>
          <a:ext cx="9067800" cy="370840"/>
        </p:xfrm>
        <a:graphic>
          <a:graphicData uri="http://schemas.openxmlformats.org/drawingml/2006/table">
            <a:tbl>
              <a:tblPr firstRow="1" bandRow="1">
                <a:tableStyleId>{5C22544A-7EE6-4342-B048-85BDC9FD1C3A}</a:tableStyleId>
              </a:tblPr>
              <a:tblGrid>
                <a:gridCol w="755650">
                  <a:extLst>
                    <a:ext uri="{9D8B030D-6E8A-4147-A177-3AD203B41FA5}">
                      <a16:colId xmlns:a16="http://schemas.microsoft.com/office/drawing/2014/main" val="877486509"/>
                    </a:ext>
                  </a:extLst>
                </a:gridCol>
                <a:gridCol w="755650">
                  <a:extLst>
                    <a:ext uri="{9D8B030D-6E8A-4147-A177-3AD203B41FA5}">
                      <a16:colId xmlns:a16="http://schemas.microsoft.com/office/drawing/2014/main" val="3548605817"/>
                    </a:ext>
                  </a:extLst>
                </a:gridCol>
                <a:gridCol w="755650">
                  <a:extLst>
                    <a:ext uri="{9D8B030D-6E8A-4147-A177-3AD203B41FA5}">
                      <a16:colId xmlns:a16="http://schemas.microsoft.com/office/drawing/2014/main" val="2881812895"/>
                    </a:ext>
                  </a:extLst>
                </a:gridCol>
                <a:gridCol w="755650">
                  <a:extLst>
                    <a:ext uri="{9D8B030D-6E8A-4147-A177-3AD203B41FA5}">
                      <a16:colId xmlns:a16="http://schemas.microsoft.com/office/drawing/2014/main" val="3682284582"/>
                    </a:ext>
                  </a:extLst>
                </a:gridCol>
                <a:gridCol w="755650">
                  <a:extLst>
                    <a:ext uri="{9D8B030D-6E8A-4147-A177-3AD203B41FA5}">
                      <a16:colId xmlns:a16="http://schemas.microsoft.com/office/drawing/2014/main" val="500127722"/>
                    </a:ext>
                  </a:extLst>
                </a:gridCol>
                <a:gridCol w="755650">
                  <a:extLst>
                    <a:ext uri="{9D8B030D-6E8A-4147-A177-3AD203B41FA5}">
                      <a16:colId xmlns:a16="http://schemas.microsoft.com/office/drawing/2014/main" val="2946259618"/>
                    </a:ext>
                  </a:extLst>
                </a:gridCol>
                <a:gridCol w="755650">
                  <a:extLst>
                    <a:ext uri="{9D8B030D-6E8A-4147-A177-3AD203B41FA5}">
                      <a16:colId xmlns:a16="http://schemas.microsoft.com/office/drawing/2014/main" val="171501986"/>
                    </a:ext>
                  </a:extLst>
                </a:gridCol>
                <a:gridCol w="755650">
                  <a:extLst>
                    <a:ext uri="{9D8B030D-6E8A-4147-A177-3AD203B41FA5}">
                      <a16:colId xmlns:a16="http://schemas.microsoft.com/office/drawing/2014/main" val="1667185265"/>
                    </a:ext>
                  </a:extLst>
                </a:gridCol>
                <a:gridCol w="755650">
                  <a:extLst>
                    <a:ext uri="{9D8B030D-6E8A-4147-A177-3AD203B41FA5}">
                      <a16:colId xmlns:a16="http://schemas.microsoft.com/office/drawing/2014/main" val="4258211808"/>
                    </a:ext>
                  </a:extLst>
                </a:gridCol>
                <a:gridCol w="755650">
                  <a:extLst>
                    <a:ext uri="{9D8B030D-6E8A-4147-A177-3AD203B41FA5}">
                      <a16:colId xmlns:a16="http://schemas.microsoft.com/office/drawing/2014/main" val="1794200575"/>
                    </a:ext>
                  </a:extLst>
                </a:gridCol>
                <a:gridCol w="755650">
                  <a:extLst>
                    <a:ext uri="{9D8B030D-6E8A-4147-A177-3AD203B41FA5}">
                      <a16:colId xmlns:a16="http://schemas.microsoft.com/office/drawing/2014/main" val="4230716487"/>
                    </a:ext>
                  </a:extLst>
                </a:gridCol>
                <a:gridCol w="755650">
                  <a:extLst>
                    <a:ext uri="{9D8B030D-6E8A-4147-A177-3AD203B41FA5}">
                      <a16:colId xmlns:a16="http://schemas.microsoft.com/office/drawing/2014/main" val="56153739"/>
                    </a:ext>
                  </a:extLst>
                </a:gridCol>
              </a:tblGrid>
              <a:tr h="370840">
                <a:tc>
                  <a:txBody>
                    <a:bodyPr/>
                    <a:lstStyle/>
                    <a:p>
                      <a:pPr algn="ctr"/>
                      <a:r>
                        <a:rPr lang="en-US" altLang="zh-CN" dirty="0">
                          <a:solidFill>
                            <a:schemeClr val="tx1"/>
                          </a:solidFill>
                          <a:latin typeface="Arial Black" panose="020B0A04020102020204" pitchFamily="34" charset="0"/>
                        </a:rPr>
                        <a:t>0</a:t>
                      </a:r>
                      <a:endParaRPr lang="zh-CN" altLang="en-US" dirty="0">
                        <a:solidFill>
                          <a:schemeClr val="tx1"/>
                        </a:solidFill>
                        <a:latin typeface="Arial Black" panose="020B0A04020102020204" pitchFamily="34" charset="0"/>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ctr"/>
                      <a:r>
                        <a:rPr lang="en-US" altLang="zh-CN" dirty="0">
                          <a:solidFill>
                            <a:schemeClr val="tx1"/>
                          </a:solidFill>
                          <a:latin typeface="Arial Black" panose="020B0A04020102020204" pitchFamily="34" charset="0"/>
                        </a:rPr>
                        <a:t>1</a:t>
                      </a:r>
                      <a:endParaRPr lang="zh-CN" altLang="en-US" dirty="0">
                        <a:solidFill>
                          <a:schemeClr val="tx1"/>
                        </a:solidFill>
                        <a:latin typeface="Arial Black" panose="020B0A04020102020204" pitchFamily="34" charset="0"/>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ctr"/>
                      <a:r>
                        <a:rPr lang="en-US" altLang="zh-CN" dirty="0">
                          <a:solidFill>
                            <a:schemeClr val="tx1"/>
                          </a:solidFill>
                          <a:latin typeface="Arial Black" panose="020B0A04020102020204" pitchFamily="34" charset="0"/>
                        </a:rPr>
                        <a:t>2</a:t>
                      </a:r>
                      <a:endParaRPr lang="zh-CN" altLang="en-US" dirty="0">
                        <a:solidFill>
                          <a:schemeClr val="tx1"/>
                        </a:solidFill>
                        <a:latin typeface="Arial Black" panose="020B0A04020102020204" pitchFamily="34" charset="0"/>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ctr"/>
                      <a:r>
                        <a:rPr lang="en-US" altLang="zh-CN" dirty="0">
                          <a:solidFill>
                            <a:schemeClr val="tx1"/>
                          </a:solidFill>
                          <a:latin typeface="Arial Black" panose="020B0A04020102020204" pitchFamily="34" charset="0"/>
                        </a:rPr>
                        <a:t>3</a:t>
                      </a:r>
                      <a:endParaRPr lang="zh-CN" altLang="en-US" dirty="0">
                        <a:solidFill>
                          <a:schemeClr val="tx1"/>
                        </a:solidFill>
                        <a:latin typeface="Arial Black" panose="020B0A04020102020204" pitchFamily="34" charset="0"/>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ctr"/>
                      <a:r>
                        <a:rPr lang="en-US" altLang="zh-CN" dirty="0">
                          <a:solidFill>
                            <a:schemeClr val="tx1"/>
                          </a:solidFill>
                          <a:latin typeface="Arial Black" panose="020B0A04020102020204" pitchFamily="34" charset="0"/>
                        </a:rPr>
                        <a:t>4</a:t>
                      </a:r>
                      <a:endParaRPr lang="zh-CN" altLang="en-US" dirty="0">
                        <a:solidFill>
                          <a:schemeClr val="tx1"/>
                        </a:solidFill>
                        <a:latin typeface="Arial Black" panose="020B0A04020102020204" pitchFamily="34" charset="0"/>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ctr"/>
                      <a:r>
                        <a:rPr lang="en-US" altLang="zh-CN" dirty="0">
                          <a:solidFill>
                            <a:schemeClr val="tx1"/>
                          </a:solidFill>
                          <a:latin typeface="Arial Black" panose="020B0A04020102020204" pitchFamily="34" charset="0"/>
                        </a:rPr>
                        <a:t>5</a:t>
                      </a:r>
                      <a:endParaRPr lang="zh-CN" altLang="en-US" dirty="0">
                        <a:solidFill>
                          <a:schemeClr val="tx1"/>
                        </a:solidFill>
                        <a:latin typeface="Arial Black" panose="020B0A04020102020204" pitchFamily="34" charset="0"/>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ctr"/>
                      <a:r>
                        <a:rPr lang="en-US" altLang="zh-CN" dirty="0">
                          <a:solidFill>
                            <a:schemeClr val="tx1"/>
                          </a:solidFill>
                          <a:latin typeface="Arial Black" panose="020B0A04020102020204" pitchFamily="34" charset="0"/>
                        </a:rPr>
                        <a:t>6</a:t>
                      </a:r>
                      <a:endParaRPr lang="zh-CN" altLang="en-US" dirty="0">
                        <a:solidFill>
                          <a:schemeClr val="tx1"/>
                        </a:solidFill>
                        <a:latin typeface="Arial Black" panose="020B0A04020102020204" pitchFamily="34" charset="0"/>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ctr"/>
                      <a:r>
                        <a:rPr lang="en-US" altLang="zh-CN" dirty="0">
                          <a:solidFill>
                            <a:schemeClr val="tx1"/>
                          </a:solidFill>
                          <a:latin typeface="Arial Black" panose="020B0A04020102020204" pitchFamily="34" charset="0"/>
                        </a:rPr>
                        <a:t>7</a:t>
                      </a:r>
                      <a:endParaRPr lang="zh-CN" altLang="en-US" dirty="0">
                        <a:solidFill>
                          <a:schemeClr val="tx1"/>
                        </a:solidFill>
                        <a:latin typeface="Arial Black" panose="020B0A04020102020204" pitchFamily="34" charset="0"/>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ctr"/>
                      <a:r>
                        <a:rPr lang="en-US" altLang="zh-CN" dirty="0">
                          <a:solidFill>
                            <a:schemeClr val="tx1"/>
                          </a:solidFill>
                          <a:latin typeface="Arial Black" panose="020B0A04020102020204" pitchFamily="34" charset="0"/>
                        </a:rPr>
                        <a:t>0</a:t>
                      </a:r>
                      <a:endParaRPr lang="zh-CN" altLang="en-US" dirty="0">
                        <a:solidFill>
                          <a:schemeClr val="tx1"/>
                        </a:solidFill>
                        <a:latin typeface="Arial Black" panose="020B0A04020102020204" pitchFamily="34" charset="0"/>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ctr"/>
                      <a:r>
                        <a:rPr lang="en-US" altLang="zh-CN" dirty="0">
                          <a:solidFill>
                            <a:schemeClr val="tx1"/>
                          </a:solidFill>
                          <a:latin typeface="Arial Black" panose="020B0A04020102020204" pitchFamily="34" charset="0"/>
                        </a:rPr>
                        <a:t>1</a:t>
                      </a:r>
                      <a:endParaRPr lang="zh-CN" altLang="en-US" dirty="0">
                        <a:solidFill>
                          <a:schemeClr val="tx1"/>
                        </a:solidFill>
                        <a:latin typeface="Arial Black" panose="020B0A04020102020204" pitchFamily="34" charset="0"/>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ctr"/>
                      <a:r>
                        <a:rPr lang="en-US" altLang="zh-CN" dirty="0">
                          <a:solidFill>
                            <a:schemeClr val="tx1"/>
                          </a:solidFill>
                          <a:latin typeface="Arial Black" panose="020B0A04020102020204" pitchFamily="34" charset="0"/>
                        </a:rPr>
                        <a:t>2</a:t>
                      </a:r>
                      <a:endParaRPr lang="zh-CN" altLang="en-US" dirty="0">
                        <a:solidFill>
                          <a:schemeClr val="tx1"/>
                        </a:solidFill>
                        <a:latin typeface="Arial Black" panose="020B0A04020102020204" pitchFamily="34" charset="0"/>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ctr"/>
                      <a:r>
                        <a:rPr lang="en-US" altLang="zh-CN" dirty="0">
                          <a:solidFill>
                            <a:schemeClr val="tx1"/>
                          </a:solidFill>
                          <a:latin typeface="Arial Black" panose="020B0A04020102020204" pitchFamily="34" charset="0"/>
                        </a:rPr>
                        <a:t>…</a:t>
                      </a:r>
                      <a:endParaRPr lang="zh-CN" altLang="en-US" dirty="0">
                        <a:solidFill>
                          <a:schemeClr val="tx1"/>
                        </a:solidFill>
                        <a:latin typeface="Arial Black" panose="020B0A04020102020204" pitchFamily="34" charset="0"/>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extLst>
                  <a:ext uri="{0D108BD9-81ED-4DB2-BD59-A6C34878D82A}">
                    <a16:rowId xmlns:a16="http://schemas.microsoft.com/office/drawing/2014/main" val="316235763"/>
                  </a:ext>
                </a:extLst>
              </a:tr>
            </a:tbl>
          </a:graphicData>
        </a:graphic>
      </p:graphicFrame>
      <p:graphicFrame>
        <p:nvGraphicFramePr>
          <p:cNvPr id="68" name="表格 21">
            <a:extLst>
              <a:ext uri="{FF2B5EF4-FFF2-40B4-BE49-F238E27FC236}">
                <a16:creationId xmlns:a16="http://schemas.microsoft.com/office/drawing/2014/main" id="{D9B4273D-C94E-42E6-A39B-908C6FA1D8AF}"/>
              </a:ext>
            </a:extLst>
          </p:cNvPr>
          <p:cNvGraphicFramePr>
            <a:graphicFrameLocks noGrp="1"/>
          </p:cNvGraphicFramePr>
          <p:nvPr/>
        </p:nvGraphicFramePr>
        <p:xfrm>
          <a:off x="2302929" y="1827576"/>
          <a:ext cx="9067800" cy="370840"/>
        </p:xfrm>
        <a:graphic>
          <a:graphicData uri="http://schemas.openxmlformats.org/drawingml/2006/table">
            <a:tbl>
              <a:tblPr firstRow="1" bandRow="1">
                <a:tableStyleId>{5C22544A-7EE6-4342-B048-85BDC9FD1C3A}</a:tableStyleId>
              </a:tblPr>
              <a:tblGrid>
                <a:gridCol w="755650">
                  <a:extLst>
                    <a:ext uri="{9D8B030D-6E8A-4147-A177-3AD203B41FA5}">
                      <a16:colId xmlns:a16="http://schemas.microsoft.com/office/drawing/2014/main" val="877486509"/>
                    </a:ext>
                  </a:extLst>
                </a:gridCol>
                <a:gridCol w="755650">
                  <a:extLst>
                    <a:ext uri="{9D8B030D-6E8A-4147-A177-3AD203B41FA5}">
                      <a16:colId xmlns:a16="http://schemas.microsoft.com/office/drawing/2014/main" val="3548605817"/>
                    </a:ext>
                  </a:extLst>
                </a:gridCol>
                <a:gridCol w="755650">
                  <a:extLst>
                    <a:ext uri="{9D8B030D-6E8A-4147-A177-3AD203B41FA5}">
                      <a16:colId xmlns:a16="http://schemas.microsoft.com/office/drawing/2014/main" val="2881812895"/>
                    </a:ext>
                  </a:extLst>
                </a:gridCol>
                <a:gridCol w="755650">
                  <a:extLst>
                    <a:ext uri="{9D8B030D-6E8A-4147-A177-3AD203B41FA5}">
                      <a16:colId xmlns:a16="http://schemas.microsoft.com/office/drawing/2014/main" val="3682284582"/>
                    </a:ext>
                  </a:extLst>
                </a:gridCol>
                <a:gridCol w="755650">
                  <a:extLst>
                    <a:ext uri="{9D8B030D-6E8A-4147-A177-3AD203B41FA5}">
                      <a16:colId xmlns:a16="http://schemas.microsoft.com/office/drawing/2014/main" val="500127722"/>
                    </a:ext>
                  </a:extLst>
                </a:gridCol>
                <a:gridCol w="755650">
                  <a:extLst>
                    <a:ext uri="{9D8B030D-6E8A-4147-A177-3AD203B41FA5}">
                      <a16:colId xmlns:a16="http://schemas.microsoft.com/office/drawing/2014/main" val="2946259618"/>
                    </a:ext>
                  </a:extLst>
                </a:gridCol>
                <a:gridCol w="755650">
                  <a:extLst>
                    <a:ext uri="{9D8B030D-6E8A-4147-A177-3AD203B41FA5}">
                      <a16:colId xmlns:a16="http://schemas.microsoft.com/office/drawing/2014/main" val="171501986"/>
                    </a:ext>
                  </a:extLst>
                </a:gridCol>
                <a:gridCol w="755650">
                  <a:extLst>
                    <a:ext uri="{9D8B030D-6E8A-4147-A177-3AD203B41FA5}">
                      <a16:colId xmlns:a16="http://schemas.microsoft.com/office/drawing/2014/main" val="1667185265"/>
                    </a:ext>
                  </a:extLst>
                </a:gridCol>
                <a:gridCol w="755650">
                  <a:extLst>
                    <a:ext uri="{9D8B030D-6E8A-4147-A177-3AD203B41FA5}">
                      <a16:colId xmlns:a16="http://schemas.microsoft.com/office/drawing/2014/main" val="4258211808"/>
                    </a:ext>
                  </a:extLst>
                </a:gridCol>
                <a:gridCol w="755650">
                  <a:extLst>
                    <a:ext uri="{9D8B030D-6E8A-4147-A177-3AD203B41FA5}">
                      <a16:colId xmlns:a16="http://schemas.microsoft.com/office/drawing/2014/main" val="1794200575"/>
                    </a:ext>
                  </a:extLst>
                </a:gridCol>
                <a:gridCol w="755650">
                  <a:extLst>
                    <a:ext uri="{9D8B030D-6E8A-4147-A177-3AD203B41FA5}">
                      <a16:colId xmlns:a16="http://schemas.microsoft.com/office/drawing/2014/main" val="4230716487"/>
                    </a:ext>
                  </a:extLst>
                </a:gridCol>
                <a:gridCol w="755650">
                  <a:extLst>
                    <a:ext uri="{9D8B030D-6E8A-4147-A177-3AD203B41FA5}">
                      <a16:colId xmlns:a16="http://schemas.microsoft.com/office/drawing/2014/main" val="56153739"/>
                    </a:ext>
                  </a:extLst>
                </a:gridCol>
              </a:tblGrid>
              <a:tr h="370840">
                <a:tc>
                  <a:txBody>
                    <a:bodyPr/>
                    <a:lstStyle/>
                    <a:p>
                      <a:pPr algn="ctr"/>
                      <a:r>
                        <a:rPr lang="en-US" altLang="zh-CN" dirty="0">
                          <a:solidFill>
                            <a:schemeClr val="tx1"/>
                          </a:solidFill>
                          <a:latin typeface="Arial Black" panose="020B0A04020102020204" pitchFamily="34" charset="0"/>
                        </a:rPr>
                        <a:t>0</a:t>
                      </a:r>
                      <a:endParaRPr lang="zh-CN" altLang="en-US" dirty="0">
                        <a:solidFill>
                          <a:schemeClr val="tx1"/>
                        </a:solidFill>
                        <a:latin typeface="Arial Black" panose="020B0A04020102020204" pitchFamily="34" charset="0"/>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ctr"/>
                      <a:r>
                        <a:rPr lang="en-US" altLang="zh-CN" dirty="0">
                          <a:solidFill>
                            <a:schemeClr val="tx1"/>
                          </a:solidFill>
                          <a:latin typeface="Arial Black" panose="020B0A04020102020204" pitchFamily="34" charset="0"/>
                        </a:rPr>
                        <a:t>1</a:t>
                      </a:r>
                      <a:endParaRPr lang="zh-CN" altLang="en-US" dirty="0">
                        <a:solidFill>
                          <a:schemeClr val="tx1"/>
                        </a:solidFill>
                        <a:latin typeface="Arial Black" panose="020B0A04020102020204" pitchFamily="34" charset="0"/>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ctr"/>
                      <a:r>
                        <a:rPr lang="en-US" altLang="zh-CN" dirty="0">
                          <a:solidFill>
                            <a:schemeClr val="tx1"/>
                          </a:solidFill>
                          <a:latin typeface="Arial Black" panose="020B0A04020102020204" pitchFamily="34" charset="0"/>
                        </a:rPr>
                        <a:t>2</a:t>
                      </a:r>
                      <a:endParaRPr lang="zh-CN" altLang="en-US" dirty="0">
                        <a:solidFill>
                          <a:schemeClr val="tx1"/>
                        </a:solidFill>
                        <a:latin typeface="Arial Black" panose="020B0A04020102020204" pitchFamily="34" charset="0"/>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ctr"/>
                      <a:r>
                        <a:rPr lang="en-US" altLang="zh-CN" dirty="0">
                          <a:solidFill>
                            <a:schemeClr val="tx1"/>
                          </a:solidFill>
                          <a:latin typeface="Arial Black" panose="020B0A04020102020204" pitchFamily="34" charset="0"/>
                        </a:rPr>
                        <a:t>3</a:t>
                      </a:r>
                      <a:endParaRPr lang="zh-CN" altLang="en-US" dirty="0">
                        <a:solidFill>
                          <a:schemeClr val="tx1"/>
                        </a:solidFill>
                        <a:latin typeface="Arial Black" panose="020B0A04020102020204" pitchFamily="34" charset="0"/>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ctr"/>
                      <a:r>
                        <a:rPr lang="en-US" altLang="zh-CN" dirty="0">
                          <a:solidFill>
                            <a:schemeClr val="tx1"/>
                          </a:solidFill>
                          <a:latin typeface="Arial Black" panose="020B0A04020102020204" pitchFamily="34" charset="0"/>
                        </a:rPr>
                        <a:t>4</a:t>
                      </a:r>
                      <a:endParaRPr lang="zh-CN" altLang="en-US" dirty="0">
                        <a:solidFill>
                          <a:schemeClr val="tx1"/>
                        </a:solidFill>
                        <a:latin typeface="Arial Black" panose="020B0A04020102020204" pitchFamily="34" charset="0"/>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ctr"/>
                      <a:r>
                        <a:rPr lang="en-US" altLang="zh-CN" dirty="0">
                          <a:solidFill>
                            <a:schemeClr val="tx1"/>
                          </a:solidFill>
                          <a:latin typeface="Arial Black" panose="020B0A04020102020204" pitchFamily="34" charset="0"/>
                        </a:rPr>
                        <a:t>5</a:t>
                      </a:r>
                      <a:endParaRPr lang="zh-CN" altLang="en-US" dirty="0">
                        <a:solidFill>
                          <a:schemeClr val="tx1"/>
                        </a:solidFill>
                        <a:latin typeface="Arial Black" panose="020B0A04020102020204" pitchFamily="34" charset="0"/>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ctr"/>
                      <a:r>
                        <a:rPr lang="en-US" altLang="zh-CN" dirty="0">
                          <a:solidFill>
                            <a:schemeClr val="tx1"/>
                          </a:solidFill>
                          <a:latin typeface="Arial Black" panose="020B0A04020102020204" pitchFamily="34" charset="0"/>
                        </a:rPr>
                        <a:t>6</a:t>
                      </a:r>
                      <a:endParaRPr lang="zh-CN" altLang="en-US" dirty="0">
                        <a:solidFill>
                          <a:schemeClr val="tx1"/>
                        </a:solidFill>
                        <a:latin typeface="Arial Black" panose="020B0A04020102020204" pitchFamily="34" charset="0"/>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ctr"/>
                      <a:r>
                        <a:rPr lang="en-US" altLang="zh-CN" dirty="0">
                          <a:solidFill>
                            <a:schemeClr val="tx1"/>
                          </a:solidFill>
                          <a:latin typeface="Arial Black" panose="020B0A04020102020204" pitchFamily="34" charset="0"/>
                        </a:rPr>
                        <a:t>7</a:t>
                      </a:r>
                      <a:endParaRPr lang="zh-CN" altLang="en-US" dirty="0">
                        <a:solidFill>
                          <a:schemeClr val="tx1"/>
                        </a:solidFill>
                        <a:latin typeface="Arial Black" panose="020B0A04020102020204" pitchFamily="34" charset="0"/>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ctr"/>
                      <a:r>
                        <a:rPr lang="en-US" altLang="zh-CN" dirty="0">
                          <a:solidFill>
                            <a:schemeClr val="tx1"/>
                          </a:solidFill>
                          <a:latin typeface="Arial Black" panose="020B0A04020102020204" pitchFamily="34" charset="0"/>
                        </a:rPr>
                        <a:t>0</a:t>
                      </a:r>
                      <a:endParaRPr lang="zh-CN" altLang="en-US" dirty="0">
                        <a:solidFill>
                          <a:schemeClr val="tx1"/>
                        </a:solidFill>
                        <a:latin typeface="Arial Black" panose="020B0A04020102020204" pitchFamily="34" charset="0"/>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ctr"/>
                      <a:r>
                        <a:rPr lang="en-US" altLang="zh-CN" dirty="0">
                          <a:solidFill>
                            <a:schemeClr val="tx1"/>
                          </a:solidFill>
                          <a:latin typeface="Arial Black" panose="020B0A04020102020204" pitchFamily="34" charset="0"/>
                        </a:rPr>
                        <a:t>1</a:t>
                      </a:r>
                      <a:endParaRPr lang="zh-CN" altLang="en-US" dirty="0">
                        <a:solidFill>
                          <a:schemeClr val="tx1"/>
                        </a:solidFill>
                        <a:latin typeface="Arial Black" panose="020B0A04020102020204" pitchFamily="34" charset="0"/>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ctr"/>
                      <a:r>
                        <a:rPr lang="en-US" altLang="zh-CN" dirty="0">
                          <a:solidFill>
                            <a:schemeClr val="tx1"/>
                          </a:solidFill>
                          <a:latin typeface="Arial Black" panose="020B0A04020102020204" pitchFamily="34" charset="0"/>
                        </a:rPr>
                        <a:t>2</a:t>
                      </a:r>
                      <a:endParaRPr lang="zh-CN" altLang="en-US" dirty="0">
                        <a:solidFill>
                          <a:schemeClr val="tx1"/>
                        </a:solidFill>
                        <a:latin typeface="Arial Black" panose="020B0A04020102020204" pitchFamily="34" charset="0"/>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ctr"/>
                      <a:r>
                        <a:rPr lang="en-US" altLang="zh-CN" dirty="0">
                          <a:solidFill>
                            <a:schemeClr val="tx1"/>
                          </a:solidFill>
                          <a:latin typeface="Arial Black" panose="020B0A04020102020204" pitchFamily="34" charset="0"/>
                        </a:rPr>
                        <a:t>…</a:t>
                      </a:r>
                      <a:endParaRPr lang="zh-CN" altLang="en-US" dirty="0">
                        <a:solidFill>
                          <a:schemeClr val="tx1"/>
                        </a:solidFill>
                        <a:latin typeface="Arial Black" panose="020B0A04020102020204" pitchFamily="34" charset="0"/>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extLst>
                  <a:ext uri="{0D108BD9-81ED-4DB2-BD59-A6C34878D82A}">
                    <a16:rowId xmlns:a16="http://schemas.microsoft.com/office/drawing/2014/main" val="316235763"/>
                  </a:ext>
                </a:extLst>
              </a:tr>
            </a:tbl>
          </a:graphicData>
        </a:graphic>
      </p:graphicFrame>
      <p:sp>
        <p:nvSpPr>
          <p:cNvPr id="49" name="íşlïḍè">
            <a:extLst>
              <a:ext uri="{FF2B5EF4-FFF2-40B4-BE49-F238E27FC236}">
                <a16:creationId xmlns:a16="http://schemas.microsoft.com/office/drawing/2014/main" id="{84B44B39-A1BD-4956-A1BF-ECB7ACDDA058}"/>
              </a:ext>
            </a:extLst>
          </p:cNvPr>
          <p:cNvSpPr txBox="1"/>
          <p:nvPr/>
        </p:nvSpPr>
        <p:spPr>
          <a:xfrm>
            <a:off x="3835285" y="3287898"/>
            <a:ext cx="4525886" cy="602502"/>
          </a:xfrm>
          <a:prstGeom prst="rect">
            <a:avLst/>
          </a:prstGeom>
          <a:noFill/>
        </p:spPr>
        <p:txBody>
          <a:bodyPr wrap="square" lIns="91440" tIns="45720" rIns="91440" bIns="45720" anchor="ctr">
            <a:noAutofit/>
          </a:bodyPr>
          <a:lstStyle/>
          <a:p>
            <a:pPr algn="ctr"/>
            <a:r>
              <a:rPr lang="zh-CN" altLang="en-US" sz="2800" b="1" dirty="0"/>
              <a:t>超时重传、回退</a:t>
            </a:r>
            <a:r>
              <a:rPr lang="en-US" altLang="zh-CN" sz="2800" b="1" dirty="0"/>
              <a:t>N</a:t>
            </a:r>
            <a:r>
              <a:rPr lang="zh-CN" altLang="en-US" sz="2800" b="1" dirty="0"/>
              <a:t>帧的情况</a:t>
            </a:r>
            <a:endParaRPr lang="en-US" altLang="zh-CN" sz="2800" b="1" dirty="0"/>
          </a:p>
        </p:txBody>
      </p:sp>
      <p:sp>
        <p:nvSpPr>
          <p:cNvPr id="13" name="矩形 12">
            <a:extLst>
              <a:ext uri="{FF2B5EF4-FFF2-40B4-BE49-F238E27FC236}">
                <a16:creationId xmlns:a16="http://schemas.microsoft.com/office/drawing/2014/main" id="{14642CA0-C4C4-44A5-BD3D-9FB5C2470514}"/>
              </a:ext>
            </a:extLst>
          </p:cNvPr>
          <p:cNvSpPr/>
          <p:nvPr/>
        </p:nvSpPr>
        <p:spPr>
          <a:xfrm>
            <a:off x="2300222" y="5537182"/>
            <a:ext cx="3780000" cy="390966"/>
          </a:xfrm>
          <a:prstGeom prst="rect">
            <a:avLst/>
          </a:prstGeom>
          <a:solidFill>
            <a:schemeClr val="accent3">
              <a:alpha val="74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grpSp>
        <p:nvGrpSpPr>
          <p:cNvPr id="18" name="组合 17">
            <a:extLst>
              <a:ext uri="{FF2B5EF4-FFF2-40B4-BE49-F238E27FC236}">
                <a16:creationId xmlns:a16="http://schemas.microsoft.com/office/drawing/2014/main" id="{FECE4161-7991-47A2-A1EF-C9E654D9B154}"/>
              </a:ext>
            </a:extLst>
          </p:cNvPr>
          <p:cNvGrpSpPr/>
          <p:nvPr/>
        </p:nvGrpSpPr>
        <p:grpSpPr>
          <a:xfrm>
            <a:off x="1251044" y="2295088"/>
            <a:ext cx="708432" cy="1325976"/>
            <a:chOff x="1251044" y="4058101"/>
            <a:chExt cx="708432" cy="1325976"/>
          </a:xfrm>
        </p:grpSpPr>
        <p:sp>
          <p:nvSpPr>
            <p:cNvPr id="10" name="矩形 9">
              <a:extLst>
                <a:ext uri="{FF2B5EF4-FFF2-40B4-BE49-F238E27FC236}">
                  <a16:creationId xmlns:a16="http://schemas.microsoft.com/office/drawing/2014/main" id="{13BD80EC-9893-49F1-A9D2-1DEAB48A6E7A}"/>
                </a:ext>
              </a:extLst>
            </p:cNvPr>
            <p:cNvSpPr/>
            <p:nvPr/>
          </p:nvSpPr>
          <p:spPr>
            <a:xfrm>
              <a:off x="1251044" y="4862501"/>
              <a:ext cx="708432" cy="270283"/>
            </a:xfrm>
            <a:prstGeom prst="rect">
              <a:avLst/>
            </a:prstGeom>
            <a:solidFill>
              <a:schemeClr val="accent3"/>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46800" rIns="46800" rtlCol="0" anchor="ctr"/>
            <a:lstStyle/>
            <a:p>
              <a:pPr algn="ctr"/>
              <a:r>
                <a:rPr lang="en-US" altLang="zh-CN" b="1" dirty="0"/>
                <a:t>DATA3</a:t>
              </a:r>
              <a:endParaRPr lang="zh-CN" altLang="en-US" b="1" dirty="0"/>
            </a:p>
          </p:txBody>
        </p:sp>
        <p:sp>
          <p:nvSpPr>
            <p:cNvPr id="50" name="矩形 49">
              <a:extLst>
                <a:ext uri="{FF2B5EF4-FFF2-40B4-BE49-F238E27FC236}">
                  <a16:creationId xmlns:a16="http://schemas.microsoft.com/office/drawing/2014/main" id="{1B0B9A62-836E-41F2-9F67-05376D30A6B8}"/>
                </a:ext>
              </a:extLst>
            </p:cNvPr>
            <p:cNvSpPr/>
            <p:nvPr/>
          </p:nvSpPr>
          <p:spPr>
            <a:xfrm>
              <a:off x="1251044" y="4590628"/>
              <a:ext cx="708432" cy="270283"/>
            </a:xfrm>
            <a:prstGeom prst="rect">
              <a:avLst/>
            </a:prstGeom>
            <a:solidFill>
              <a:schemeClr val="accent3"/>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46800" rIns="46800" rtlCol="0" anchor="ctr"/>
            <a:lstStyle/>
            <a:p>
              <a:pPr algn="ctr"/>
              <a:r>
                <a:rPr lang="en-US" altLang="zh-CN" b="1" dirty="0"/>
                <a:t>DATA2</a:t>
              </a:r>
              <a:endParaRPr lang="zh-CN" altLang="en-US" b="1" dirty="0"/>
            </a:p>
          </p:txBody>
        </p:sp>
        <p:sp>
          <p:nvSpPr>
            <p:cNvPr id="51" name="矩形 50">
              <a:extLst>
                <a:ext uri="{FF2B5EF4-FFF2-40B4-BE49-F238E27FC236}">
                  <a16:creationId xmlns:a16="http://schemas.microsoft.com/office/drawing/2014/main" id="{3934A53B-F179-4AE5-8C40-09CC755FD35B}"/>
                </a:ext>
              </a:extLst>
            </p:cNvPr>
            <p:cNvSpPr/>
            <p:nvPr/>
          </p:nvSpPr>
          <p:spPr>
            <a:xfrm>
              <a:off x="1251044" y="4320345"/>
              <a:ext cx="708432" cy="270283"/>
            </a:xfrm>
            <a:prstGeom prst="rect">
              <a:avLst/>
            </a:prstGeom>
            <a:solidFill>
              <a:schemeClr val="accent3"/>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46800" rIns="46800" rtlCol="0" anchor="ctr"/>
            <a:lstStyle/>
            <a:p>
              <a:pPr algn="ctr"/>
              <a:r>
                <a:rPr lang="en-US" altLang="zh-CN" b="1" dirty="0"/>
                <a:t>DATA1</a:t>
              </a:r>
              <a:endParaRPr lang="zh-CN" altLang="en-US" b="1" dirty="0"/>
            </a:p>
          </p:txBody>
        </p:sp>
        <p:sp>
          <p:nvSpPr>
            <p:cNvPr id="52" name="矩形 51">
              <a:extLst>
                <a:ext uri="{FF2B5EF4-FFF2-40B4-BE49-F238E27FC236}">
                  <a16:creationId xmlns:a16="http://schemas.microsoft.com/office/drawing/2014/main" id="{7B02FABA-E117-418F-9E20-7E4C1DB84616}"/>
                </a:ext>
              </a:extLst>
            </p:cNvPr>
            <p:cNvSpPr/>
            <p:nvPr/>
          </p:nvSpPr>
          <p:spPr>
            <a:xfrm>
              <a:off x="1251044" y="4058101"/>
              <a:ext cx="708432" cy="270283"/>
            </a:xfrm>
            <a:prstGeom prst="rect">
              <a:avLst/>
            </a:prstGeom>
            <a:solidFill>
              <a:schemeClr val="accent3"/>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46800" rIns="46800" rtlCol="0" anchor="ctr"/>
            <a:lstStyle/>
            <a:p>
              <a:pPr algn="ctr"/>
              <a:r>
                <a:rPr lang="en-US" altLang="zh-CN" b="1" dirty="0"/>
                <a:t>DATA0</a:t>
              </a:r>
              <a:endParaRPr lang="zh-CN" altLang="en-US" b="1" dirty="0"/>
            </a:p>
          </p:txBody>
        </p:sp>
        <p:sp>
          <p:nvSpPr>
            <p:cNvPr id="59" name="矩形 58">
              <a:extLst>
                <a:ext uri="{FF2B5EF4-FFF2-40B4-BE49-F238E27FC236}">
                  <a16:creationId xmlns:a16="http://schemas.microsoft.com/office/drawing/2014/main" id="{21DD3FEA-191D-4538-9A4F-9950057B33B0}"/>
                </a:ext>
              </a:extLst>
            </p:cNvPr>
            <p:cNvSpPr/>
            <p:nvPr/>
          </p:nvSpPr>
          <p:spPr>
            <a:xfrm>
              <a:off x="1251044" y="5113794"/>
              <a:ext cx="708432" cy="270283"/>
            </a:xfrm>
            <a:prstGeom prst="rect">
              <a:avLst/>
            </a:prstGeom>
            <a:solidFill>
              <a:schemeClr val="accent3"/>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46800" rIns="46800" rtlCol="0" anchor="ctr"/>
            <a:lstStyle/>
            <a:p>
              <a:pPr algn="ctr"/>
              <a:r>
                <a:rPr lang="en-US" altLang="zh-CN" b="1" dirty="0"/>
                <a:t>DATA4</a:t>
              </a:r>
              <a:endParaRPr lang="zh-CN" altLang="en-US" b="1" dirty="0"/>
            </a:p>
          </p:txBody>
        </p:sp>
      </p:grpSp>
      <p:sp>
        <p:nvSpPr>
          <p:cNvPr id="30" name="平行四边形 29">
            <a:extLst>
              <a:ext uri="{FF2B5EF4-FFF2-40B4-BE49-F238E27FC236}">
                <a16:creationId xmlns:a16="http://schemas.microsoft.com/office/drawing/2014/main" id="{CCC201A2-3DFD-94BC-E63B-410CC751C86B}"/>
              </a:ext>
            </a:extLst>
          </p:cNvPr>
          <p:cNvSpPr/>
          <p:nvPr/>
        </p:nvSpPr>
        <p:spPr>
          <a:xfrm>
            <a:off x="304799" y="749300"/>
            <a:ext cx="695119" cy="387090"/>
          </a:xfrm>
          <a:prstGeom prst="parallelogram">
            <a:avLst/>
          </a:prstGeom>
          <a:solidFill>
            <a:schemeClr val="accent3">
              <a:lumMod val="75000"/>
            </a:schemeClr>
          </a:solidFill>
          <a:ln>
            <a:solidFill>
              <a:schemeClr val="accent3">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CN" sz="2200" dirty="0">
                <a:latin typeface="Impact" panose="020B0806030902050204" pitchFamily="34" charset="0"/>
              </a:rPr>
              <a:t>04</a:t>
            </a:r>
            <a:endParaRPr lang="zh-CN" altLang="en-US" sz="2200" dirty="0">
              <a:latin typeface="Impact" panose="020B0806030902050204" pitchFamily="34" charset="0"/>
            </a:endParaRPr>
          </a:p>
        </p:txBody>
      </p:sp>
    </p:spTree>
    <p:custDataLst>
      <p:tags r:id="rId1"/>
    </p:custDataLst>
    <p:extLst>
      <p:ext uri="{BB962C8B-B14F-4D97-AF65-F5344CB8AC3E}">
        <p14:creationId xmlns:p14="http://schemas.microsoft.com/office/powerpoint/2010/main" val="172948024"/>
      </p:ext>
    </p:extLst>
  </p:cSld>
  <p:clrMapOvr>
    <a:masterClrMapping/>
  </p:clrMapOvr>
  <mc:AlternateContent xmlns:mc="http://schemas.openxmlformats.org/markup-compatibility/2006" xmlns:p159="http://schemas.microsoft.com/office/powerpoint/2015/09/main">
    <mc:Choice Requires="p159">
      <p:transition xmlns:p14="http://schemas.microsoft.com/office/powerpoint/2010/main" spd="slow" p14:dur="2000">
        <p159:morph option="byObject"/>
      </p:transition>
    </mc:Choice>
    <mc:Fallback xmlns="">
      <p:transition spd="slow">
        <p:fade/>
      </p:transition>
    </mc:Fallback>
  </mc:AlternateContent>
</p:sld>
</file>

<file path=ppt/slides/slide15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6" name="组合 5">
            <a:extLst>
              <a:ext uri="{FF2B5EF4-FFF2-40B4-BE49-F238E27FC236}">
                <a16:creationId xmlns:a16="http://schemas.microsoft.com/office/drawing/2014/main" id="{35D57BA3-C33A-4413-B558-3B4EE4F3080F}"/>
              </a:ext>
            </a:extLst>
          </p:cNvPr>
          <p:cNvGrpSpPr/>
          <p:nvPr/>
        </p:nvGrpSpPr>
        <p:grpSpPr>
          <a:xfrm>
            <a:off x="2146413" y="1363110"/>
            <a:ext cx="1067217" cy="917885"/>
            <a:chOff x="2146413" y="1363110"/>
            <a:chExt cx="1067217" cy="917885"/>
          </a:xfrm>
        </p:grpSpPr>
        <p:sp>
          <p:nvSpPr>
            <p:cNvPr id="34" name="矩形 33">
              <a:extLst>
                <a:ext uri="{FF2B5EF4-FFF2-40B4-BE49-F238E27FC236}">
                  <a16:creationId xmlns:a16="http://schemas.microsoft.com/office/drawing/2014/main" id="{C0C70259-4145-42A4-A97E-2108291E4ADC}"/>
                </a:ext>
              </a:extLst>
            </p:cNvPr>
            <p:cNvSpPr/>
            <p:nvPr/>
          </p:nvSpPr>
          <p:spPr>
            <a:xfrm>
              <a:off x="2300222" y="1739531"/>
              <a:ext cx="759600" cy="541464"/>
            </a:xfrm>
            <a:prstGeom prst="rect">
              <a:avLst/>
            </a:prstGeom>
            <a:solidFill>
              <a:schemeClr val="accent4"/>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mc:AlternateContent xmlns:mc="http://schemas.openxmlformats.org/markup-compatibility/2006" xmlns:a14="http://schemas.microsoft.com/office/drawing/2010/main">
          <mc:Choice Requires="a14">
            <p:sp>
              <p:nvSpPr>
                <p:cNvPr id="35" name="文本框 34">
                  <a:extLst>
                    <a:ext uri="{FF2B5EF4-FFF2-40B4-BE49-F238E27FC236}">
                      <a16:creationId xmlns:a16="http://schemas.microsoft.com/office/drawing/2014/main" id="{EE98B7EB-F32B-4A4F-9072-DF021D7DCAD9}"/>
                    </a:ext>
                  </a:extLst>
                </p:cNvPr>
                <p:cNvSpPr txBox="1"/>
                <p:nvPr/>
              </p:nvSpPr>
              <p:spPr>
                <a:xfrm>
                  <a:off x="2146413" y="1363110"/>
                  <a:ext cx="1067217" cy="369332"/>
                </a:xfrm>
                <a:prstGeom prst="rect">
                  <a:avLst/>
                </a:prstGeom>
                <a:noFill/>
              </p:spPr>
              <p:txBody>
                <a:bodyPr wrap="square">
                  <a:spAutoFit/>
                </a:bodyPr>
                <a:lstStyle/>
                <a:p>
                  <a:pPr/>
                  <a14:m>
                    <m:oMathPara xmlns:m="http://schemas.openxmlformats.org/officeDocument/2006/math">
                      <m:oMathParaPr>
                        <m:jc m:val="centerGroup"/>
                      </m:oMathParaPr>
                      <m:oMath xmlns:m="http://schemas.openxmlformats.org/officeDocument/2006/math">
                        <m:sSub>
                          <m:sSubPr>
                            <m:ctrlPr>
                              <a:rPr lang="en-US" altLang="zh-CN" b="1" i="1" smtClean="0">
                                <a:solidFill>
                                  <a:schemeClr val="accent4"/>
                                </a:solidFill>
                                <a:latin typeface="Cambria Math" panose="02040503050406030204" pitchFamily="18" charset="0"/>
                              </a:rPr>
                            </m:ctrlPr>
                          </m:sSubPr>
                          <m:e>
                            <m:r>
                              <a:rPr lang="en-US" altLang="zh-CN" b="1" i="1" smtClean="0">
                                <a:solidFill>
                                  <a:schemeClr val="accent4"/>
                                </a:solidFill>
                                <a:latin typeface="Cambria Math" panose="02040503050406030204" pitchFamily="18" charset="0"/>
                              </a:rPr>
                              <m:t>𝑾</m:t>
                            </m:r>
                          </m:e>
                          <m:sub>
                            <m:r>
                              <a:rPr lang="en-US" altLang="zh-CN" b="1" i="1" smtClean="0">
                                <a:solidFill>
                                  <a:schemeClr val="accent4"/>
                                </a:solidFill>
                                <a:latin typeface="Cambria Math" panose="02040503050406030204" pitchFamily="18" charset="0"/>
                              </a:rPr>
                              <m:t>𝑹</m:t>
                            </m:r>
                          </m:sub>
                        </m:sSub>
                        <m:r>
                          <a:rPr lang="en-US" altLang="zh-CN" b="1" i="1" smtClean="0">
                            <a:solidFill>
                              <a:schemeClr val="accent4"/>
                            </a:solidFill>
                            <a:latin typeface="Cambria Math" panose="02040503050406030204" pitchFamily="18" charset="0"/>
                          </a:rPr>
                          <m:t>=</m:t>
                        </m:r>
                        <m:r>
                          <a:rPr lang="en-US" altLang="zh-CN" b="1" i="1" smtClean="0">
                            <a:solidFill>
                              <a:schemeClr val="accent4"/>
                            </a:solidFill>
                            <a:latin typeface="Cambria Math" panose="02040503050406030204" pitchFamily="18" charset="0"/>
                          </a:rPr>
                          <m:t>𝟏</m:t>
                        </m:r>
                      </m:oMath>
                    </m:oMathPara>
                  </a14:m>
                  <a:endParaRPr lang="zh-CN" altLang="en-US" dirty="0">
                    <a:solidFill>
                      <a:schemeClr val="accent3"/>
                    </a:solidFill>
                  </a:endParaRPr>
                </a:p>
              </p:txBody>
            </p:sp>
          </mc:Choice>
          <mc:Fallback xmlns="">
            <p:sp>
              <p:nvSpPr>
                <p:cNvPr id="35" name="文本框 34">
                  <a:extLst>
                    <a:ext uri="{FF2B5EF4-FFF2-40B4-BE49-F238E27FC236}">
                      <a16:creationId xmlns:a16="http://schemas.microsoft.com/office/drawing/2014/main" id="{EE98B7EB-F32B-4A4F-9072-DF021D7DCAD9}"/>
                    </a:ext>
                  </a:extLst>
                </p:cNvPr>
                <p:cNvSpPr txBox="1">
                  <a:spLocks noRot="1" noChangeAspect="1" noMove="1" noResize="1" noEditPoints="1" noAdjustHandles="1" noChangeArrowheads="1" noChangeShapeType="1" noTextEdit="1"/>
                </p:cNvSpPr>
                <p:nvPr/>
              </p:nvSpPr>
              <p:spPr>
                <a:xfrm>
                  <a:off x="2146413" y="1363110"/>
                  <a:ext cx="1067217" cy="369332"/>
                </a:xfrm>
                <a:prstGeom prst="rect">
                  <a:avLst/>
                </a:prstGeom>
                <a:blipFill>
                  <a:blip r:embed="rId3"/>
                  <a:stretch>
                    <a:fillRect b="-3333"/>
                  </a:stretch>
                </a:blipFill>
              </p:spPr>
              <p:txBody>
                <a:bodyPr/>
                <a:lstStyle/>
                <a:p>
                  <a:r>
                    <a:rPr lang="zh-CN" altLang="en-US">
                      <a:noFill/>
                    </a:rPr>
                    <a:t> </a:t>
                  </a:r>
                </a:p>
              </p:txBody>
            </p:sp>
          </mc:Fallback>
        </mc:AlternateContent>
      </p:grpSp>
      <p:grpSp>
        <p:nvGrpSpPr>
          <p:cNvPr id="7" name="组合 6">
            <a:extLst>
              <a:ext uri="{FF2B5EF4-FFF2-40B4-BE49-F238E27FC236}">
                <a16:creationId xmlns:a16="http://schemas.microsoft.com/office/drawing/2014/main" id="{00A9CCE1-949C-4E54-97A1-6025FF974983}"/>
              </a:ext>
            </a:extLst>
          </p:cNvPr>
          <p:cNvGrpSpPr/>
          <p:nvPr/>
        </p:nvGrpSpPr>
        <p:grpSpPr>
          <a:xfrm>
            <a:off x="2302929" y="5098286"/>
            <a:ext cx="3780000" cy="910796"/>
            <a:chOff x="2302929" y="5098286"/>
            <a:chExt cx="3780000" cy="910796"/>
          </a:xfrm>
        </p:grpSpPr>
        <p:sp>
          <p:nvSpPr>
            <p:cNvPr id="5" name="矩形 4">
              <a:extLst>
                <a:ext uri="{FF2B5EF4-FFF2-40B4-BE49-F238E27FC236}">
                  <a16:creationId xmlns:a16="http://schemas.microsoft.com/office/drawing/2014/main" id="{ABCDD6AB-497D-42FD-B822-48DB3891082B}"/>
                </a:ext>
              </a:extLst>
            </p:cNvPr>
            <p:cNvSpPr/>
            <p:nvPr/>
          </p:nvSpPr>
          <p:spPr>
            <a:xfrm>
              <a:off x="2302929" y="5467618"/>
              <a:ext cx="3780000" cy="541464"/>
            </a:xfrm>
            <a:prstGeom prst="rect">
              <a:avLst/>
            </a:prstGeom>
            <a:solidFill>
              <a:schemeClr val="accent3"/>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mc:AlternateContent xmlns:mc="http://schemas.openxmlformats.org/markup-compatibility/2006" xmlns:a14="http://schemas.microsoft.com/office/drawing/2010/main">
          <mc:Choice Requires="a14">
            <p:sp>
              <p:nvSpPr>
                <p:cNvPr id="23" name="文本框 22">
                  <a:extLst>
                    <a:ext uri="{FF2B5EF4-FFF2-40B4-BE49-F238E27FC236}">
                      <a16:creationId xmlns:a16="http://schemas.microsoft.com/office/drawing/2014/main" id="{ABC03EEA-26BD-4845-8ACC-3FB7B6DA9132}"/>
                    </a:ext>
                  </a:extLst>
                </p:cNvPr>
                <p:cNvSpPr txBox="1"/>
                <p:nvPr/>
              </p:nvSpPr>
              <p:spPr>
                <a:xfrm>
                  <a:off x="3659320" y="5098286"/>
                  <a:ext cx="1067217" cy="369332"/>
                </a:xfrm>
                <a:prstGeom prst="rect">
                  <a:avLst/>
                </a:prstGeom>
                <a:noFill/>
              </p:spPr>
              <p:txBody>
                <a:bodyPr wrap="square">
                  <a:spAutoFit/>
                </a:bodyPr>
                <a:lstStyle/>
                <a:p>
                  <a:pPr/>
                  <a14:m>
                    <m:oMathPara xmlns:m="http://schemas.openxmlformats.org/officeDocument/2006/math">
                      <m:oMathParaPr>
                        <m:jc m:val="centerGroup"/>
                      </m:oMathParaPr>
                      <m:oMath xmlns:m="http://schemas.openxmlformats.org/officeDocument/2006/math">
                        <m:sSub>
                          <m:sSubPr>
                            <m:ctrlPr>
                              <a:rPr lang="en-US" altLang="zh-CN" b="1" i="1" smtClean="0">
                                <a:solidFill>
                                  <a:schemeClr val="accent3"/>
                                </a:solidFill>
                                <a:latin typeface="Cambria Math" panose="02040503050406030204" pitchFamily="18" charset="0"/>
                              </a:rPr>
                            </m:ctrlPr>
                          </m:sSubPr>
                          <m:e>
                            <m:r>
                              <a:rPr lang="en-US" altLang="zh-CN" b="1" i="1" smtClean="0">
                                <a:solidFill>
                                  <a:schemeClr val="accent3"/>
                                </a:solidFill>
                                <a:latin typeface="Cambria Math" panose="02040503050406030204" pitchFamily="18" charset="0"/>
                              </a:rPr>
                              <m:t>𝑾</m:t>
                            </m:r>
                          </m:e>
                          <m:sub>
                            <m:r>
                              <a:rPr lang="en-US" altLang="zh-CN" b="1" i="1" smtClean="0">
                                <a:solidFill>
                                  <a:schemeClr val="accent3"/>
                                </a:solidFill>
                                <a:latin typeface="Cambria Math" panose="02040503050406030204" pitchFamily="18" charset="0"/>
                              </a:rPr>
                              <m:t>𝑻</m:t>
                            </m:r>
                          </m:sub>
                        </m:sSub>
                        <m:r>
                          <a:rPr lang="en-US" altLang="zh-CN" b="1" i="1" smtClean="0">
                            <a:solidFill>
                              <a:schemeClr val="accent3"/>
                            </a:solidFill>
                            <a:latin typeface="Cambria Math" panose="02040503050406030204" pitchFamily="18" charset="0"/>
                          </a:rPr>
                          <m:t>=</m:t>
                        </m:r>
                        <m:r>
                          <a:rPr lang="en-US" altLang="zh-CN" b="1" i="1" smtClean="0">
                            <a:solidFill>
                              <a:schemeClr val="accent3"/>
                            </a:solidFill>
                            <a:latin typeface="Cambria Math" panose="02040503050406030204" pitchFamily="18" charset="0"/>
                          </a:rPr>
                          <m:t>𝟓</m:t>
                        </m:r>
                      </m:oMath>
                    </m:oMathPara>
                  </a14:m>
                  <a:endParaRPr lang="zh-CN" altLang="en-US" dirty="0">
                    <a:solidFill>
                      <a:schemeClr val="accent3"/>
                    </a:solidFill>
                  </a:endParaRPr>
                </a:p>
              </p:txBody>
            </p:sp>
          </mc:Choice>
          <mc:Fallback xmlns="">
            <p:sp>
              <p:nvSpPr>
                <p:cNvPr id="23" name="文本框 22">
                  <a:extLst>
                    <a:ext uri="{FF2B5EF4-FFF2-40B4-BE49-F238E27FC236}">
                      <a16:creationId xmlns:a16="http://schemas.microsoft.com/office/drawing/2014/main" id="{ABC03EEA-26BD-4845-8ACC-3FB7B6DA9132}"/>
                    </a:ext>
                  </a:extLst>
                </p:cNvPr>
                <p:cNvSpPr txBox="1">
                  <a:spLocks noRot="1" noChangeAspect="1" noMove="1" noResize="1" noEditPoints="1" noAdjustHandles="1" noChangeArrowheads="1" noChangeShapeType="1" noTextEdit="1"/>
                </p:cNvSpPr>
                <p:nvPr/>
              </p:nvSpPr>
              <p:spPr>
                <a:xfrm>
                  <a:off x="3659320" y="5098286"/>
                  <a:ext cx="1067217" cy="369332"/>
                </a:xfrm>
                <a:prstGeom prst="rect">
                  <a:avLst/>
                </a:prstGeom>
                <a:blipFill>
                  <a:blip r:embed="rId4"/>
                  <a:stretch>
                    <a:fillRect b="-3279"/>
                  </a:stretch>
                </a:blipFill>
              </p:spPr>
              <p:txBody>
                <a:bodyPr/>
                <a:lstStyle/>
                <a:p>
                  <a:r>
                    <a:rPr lang="zh-CN" altLang="en-US">
                      <a:noFill/>
                    </a:rPr>
                    <a:t> </a:t>
                  </a:r>
                </a:p>
              </p:txBody>
            </p:sp>
          </mc:Fallback>
        </mc:AlternateContent>
      </p:grpSp>
      <p:grpSp>
        <p:nvGrpSpPr>
          <p:cNvPr id="4" name="组合 3">
            <a:extLst>
              <a:ext uri="{FF2B5EF4-FFF2-40B4-BE49-F238E27FC236}">
                <a16:creationId xmlns:a16="http://schemas.microsoft.com/office/drawing/2014/main" id="{9A1EA9F2-FCB6-48C3-935F-7AE7E3AD14AC}"/>
              </a:ext>
            </a:extLst>
          </p:cNvPr>
          <p:cNvGrpSpPr/>
          <p:nvPr/>
        </p:nvGrpSpPr>
        <p:grpSpPr>
          <a:xfrm>
            <a:off x="304800" y="749300"/>
            <a:ext cx="6192344" cy="400110"/>
            <a:chOff x="424117" y="898245"/>
            <a:chExt cx="6192344" cy="400110"/>
          </a:xfrm>
        </p:grpSpPr>
        <p:sp>
          <p:nvSpPr>
            <p:cNvPr id="2" name="平行四边形 1">
              <a:extLst>
                <a:ext uri="{FF2B5EF4-FFF2-40B4-BE49-F238E27FC236}">
                  <a16:creationId xmlns:a16="http://schemas.microsoft.com/office/drawing/2014/main" id="{1F5BAA3F-9845-4F89-A2DD-8222D3E4EDAC}"/>
                </a:ext>
              </a:extLst>
            </p:cNvPr>
            <p:cNvSpPr/>
            <p:nvPr/>
          </p:nvSpPr>
          <p:spPr>
            <a:xfrm>
              <a:off x="424117" y="898245"/>
              <a:ext cx="628306" cy="387090"/>
            </a:xfrm>
            <a:prstGeom prst="parallelogram">
              <a:avLst/>
            </a:prstGeom>
            <a:solidFill>
              <a:schemeClr val="accent3">
                <a:lumMod val="75000"/>
              </a:schemeClr>
            </a:solidFill>
            <a:ln>
              <a:solidFill>
                <a:schemeClr val="accent3">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CN" sz="2200" dirty="0">
                  <a:latin typeface="Impact" panose="020B0806030902050204" pitchFamily="34" charset="0"/>
                </a:rPr>
                <a:t>01</a:t>
              </a:r>
              <a:endParaRPr lang="zh-CN" altLang="en-US" sz="2200" dirty="0">
                <a:latin typeface="Impact" panose="020B0806030902050204" pitchFamily="34" charset="0"/>
              </a:endParaRPr>
            </a:p>
          </p:txBody>
        </p:sp>
        <p:sp>
          <p:nvSpPr>
            <p:cNvPr id="3" name="文本框 2">
              <a:extLst>
                <a:ext uri="{FF2B5EF4-FFF2-40B4-BE49-F238E27FC236}">
                  <a16:creationId xmlns:a16="http://schemas.microsoft.com/office/drawing/2014/main" id="{4D6BD736-A4D3-4F26-AFED-36E11F50F70B}"/>
                </a:ext>
              </a:extLst>
            </p:cNvPr>
            <p:cNvSpPr txBox="1"/>
            <p:nvPr/>
          </p:nvSpPr>
          <p:spPr>
            <a:xfrm>
              <a:off x="1052423" y="898245"/>
              <a:ext cx="5564038" cy="400110"/>
            </a:xfrm>
            <a:prstGeom prst="rect">
              <a:avLst/>
            </a:prstGeom>
            <a:noFill/>
          </p:spPr>
          <p:txBody>
            <a:bodyPr wrap="square" rtlCol="0">
              <a:spAutoFit/>
            </a:bodyPr>
            <a:lstStyle/>
            <a:p>
              <a:r>
                <a:rPr lang="zh-CN" altLang="en-US" sz="2000" b="1" dirty="0"/>
                <a:t>回退</a:t>
              </a:r>
              <a:r>
                <a:rPr lang="en-US" altLang="zh-CN" sz="2000" b="1" dirty="0"/>
                <a:t>N</a:t>
              </a:r>
              <a:r>
                <a:rPr lang="zh-CN" altLang="en-US" sz="2000" b="1" dirty="0"/>
                <a:t>帧协议</a:t>
              </a:r>
            </a:p>
          </p:txBody>
        </p:sp>
      </p:grpSp>
      <p:grpSp>
        <p:nvGrpSpPr>
          <p:cNvPr id="20" name="组合 19">
            <a:extLst>
              <a:ext uri="{FF2B5EF4-FFF2-40B4-BE49-F238E27FC236}">
                <a16:creationId xmlns:a16="http://schemas.microsoft.com/office/drawing/2014/main" id="{87756F0E-46C2-4571-B23D-C8472E9FD1FB}"/>
              </a:ext>
            </a:extLst>
          </p:cNvPr>
          <p:cNvGrpSpPr/>
          <p:nvPr/>
        </p:nvGrpSpPr>
        <p:grpSpPr>
          <a:xfrm>
            <a:off x="475097" y="1263518"/>
            <a:ext cx="1355161" cy="5114896"/>
            <a:chOff x="475097" y="1263518"/>
            <a:chExt cx="1355161" cy="5114896"/>
          </a:xfrm>
        </p:grpSpPr>
        <p:cxnSp>
          <p:nvCxnSpPr>
            <p:cNvPr id="17" name="直接连接符 16">
              <a:extLst>
                <a:ext uri="{FF2B5EF4-FFF2-40B4-BE49-F238E27FC236}">
                  <a16:creationId xmlns:a16="http://schemas.microsoft.com/office/drawing/2014/main" id="{5A41A17A-7B81-47D8-BDBB-76B8F1AA71D6}"/>
                </a:ext>
              </a:extLst>
            </p:cNvPr>
            <p:cNvCxnSpPr>
              <a:cxnSpLocks/>
            </p:cNvCxnSpPr>
            <p:nvPr/>
          </p:nvCxnSpPr>
          <p:spPr>
            <a:xfrm flipV="1">
              <a:off x="1208367" y="2012996"/>
              <a:ext cx="0" cy="3813858"/>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nvGrpSpPr>
            <p:cNvPr id="9" name="组合 8">
              <a:extLst>
                <a:ext uri="{FF2B5EF4-FFF2-40B4-BE49-F238E27FC236}">
                  <a16:creationId xmlns:a16="http://schemas.microsoft.com/office/drawing/2014/main" id="{A2B5FA1F-35FA-42E7-8D74-E7431B6AAA3C}"/>
                </a:ext>
              </a:extLst>
            </p:cNvPr>
            <p:cNvGrpSpPr/>
            <p:nvPr/>
          </p:nvGrpSpPr>
          <p:grpSpPr>
            <a:xfrm>
              <a:off x="700096" y="5368000"/>
              <a:ext cx="905164" cy="1010414"/>
              <a:chOff x="700096" y="5368000"/>
              <a:chExt cx="905164" cy="1010414"/>
            </a:xfrm>
          </p:grpSpPr>
          <p:pic>
            <p:nvPicPr>
              <p:cNvPr id="214" name="图形 213">
                <a:extLst>
                  <a:ext uri="{FF2B5EF4-FFF2-40B4-BE49-F238E27FC236}">
                    <a16:creationId xmlns:a16="http://schemas.microsoft.com/office/drawing/2014/main" id="{D949CB40-4FF6-4E8C-991B-66D24C6ADF05}"/>
                  </a:ext>
                </a:extLst>
              </p:cNvPr>
              <p:cNvPicPr>
                <a:picLocks noChangeAspect="1"/>
              </p:cNvPicPr>
              <p:nvPr/>
            </p:nvPicPr>
            <p:blipFill>
              <a:blip r:embed="rId5">
                <a:extLst>
                  <a:ext uri="{28A0092B-C50C-407E-A947-70E740481C1C}">
                    <a14:useLocalDpi xmlns:a14="http://schemas.microsoft.com/office/drawing/2010/main" val="0"/>
                  </a:ext>
                  <a:ext uri="{96DAC541-7B7A-43D3-8B79-37D633B846F1}">
                    <asvg:svgBlip xmlns:asvg="http://schemas.microsoft.com/office/drawing/2016/SVG/main" r:embed="rId6"/>
                  </a:ext>
                </a:extLst>
              </a:blip>
              <a:stretch>
                <a:fillRect/>
              </a:stretch>
            </p:blipFill>
            <p:spPr>
              <a:xfrm>
                <a:off x="821271" y="5368000"/>
                <a:ext cx="662814" cy="641082"/>
              </a:xfrm>
              <a:prstGeom prst="rect">
                <a:avLst/>
              </a:prstGeom>
            </p:spPr>
          </p:pic>
          <p:sp>
            <p:nvSpPr>
              <p:cNvPr id="218" name="文本框 217">
                <a:extLst>
                  <a:ext uri="{FF2B5EF4-FFF2-40B4-BE49-F238E27FC236}">
                    <a16:creationId xmlns:a16="http://schemas.microsoft.com/office/drawing/2014/main" id="{584D12FE-712D-432B-A48B-3084189F6B6C}"/>
                  </a:ext>
                </a:extLst>
              </p:cNvPr>
              <p:cNvSpPr txBox="1"/>
              <p:nvPr/>
            </p:nvSpPr>
            <p:spPr>
              <a:xfrm>
                <a:off x="700096" y="6009082"/>
                <a:ext cx="905164" cy="369332"/>
              </a:xfrm>
              <a:prstGeom prst="rect">
                <a:avLst/>
              </a:prstGeom>
              <a:noFill/>
            </p:spPr>
            <p:txBody>
              <a:bodyPr wrap="square" rtlCol="0">
                <a:spAutoFit/>
              </a:bodyPr>
              <a:lstStyle/>
              <a:p>
                <a:r>
                  <a:rPr lang="zh-CN" altLang="en-US" b="1" dirty="0">
                    <a:latin typeface="+mn-ea"/>
                  </a:rPr>
                  <a:t>发送方</a:t>
                </a:r>
              </a:p>
            </p:txBody>
          </p:sp>
        </p:grpSp>
        <p:grpSp>
          <p:nvGrpSpPr>
            <p:cNvPr id="8" name="组合 7">
              <a:extLst>
                <a:ext uri="{FF2B5EF4-FFF2-40B4-BE49-F238E27FC236}">
                  <a16:creationId xmlns:a16="http://schemas.microsoft.com/office/drawing/2014/main" id="{0ACAF080-95D4-4F76-A817-06EA84E449C9}"/>
                </a:ext>
              </a:extLst>
            </p:cNvPr>
            <p:cNvGrpSpPr/>
            <p:nvPr/>
          </p:nvGrpSpPr>
          <p:grpSpPr>
            <a:xfrm>
              <a:off x="878301" y="1263518"/>
              <a:ext cx="905164" cy="1027908"/>
              <a:chOff x="878301" y="1390382"/>
              <a:chExt cx="905164" cy="1027908"/>
            </a:xfrm>
          </p:grpSpPr>
          <p:pic>
            <p:nvPicPr>
              <p:cNvPr id="210" name="图形 209">
                <a:extLst>
                  <a:ext uri="{FF2B5EF4-FFF2-40B4-BE49-F238E27FC236}">
                    <a16:creationId xmlns:a16="http://schemas.microsoft.com/office/drawing/2014/main" id="{61E01467-74F7-469C-BAD5-DFFB1234E440}"/>
                  </a:ext>
                </a:extLst>
              </p:cNvPr>
              <p:cNvPicPr>
                <a:picLocks noChangeAspect="1"/>
              </p:cNvPicPr>
              <p:nvPr/>
            </p:nvPicPr>
            <p:blipFill>
              <a:blip r:embed="rId7">
                <a:extLst>
                  <a:ext uri="{28A0092B-C50C-407E-A947-70E740481C1C}">
                    <a14:useLocalDpi xmlns:a14="http://schemas.microsoft.com/office/drawing/2010/main" val="0"/>
                  </a:ext>
                  <a:ext uri="{96DAC541-7B7A-43D3-8B79-37D633B846F1}">
                    <asvg:svgBlip xmlns:asvg="http://schemas.microsoft.com/office/drawing/2016/SVG/main" r:embed="rId8"/>
                  </a:ext>
                </a:extLst>
              </a:blip>
              <a:stretch>
                <a:fillRect/>
              </a:stretch>
            </p:blipFill>
            <p:spPr>
              <a:xfrm>
                <a:off x="984826" y="1759714"/>
                <a:ext cx="501772" cy="658576"/>
              </a:xfrm>
              <a:prstGeom prst="rect">
                <a:avLst/>
              </a:prstGeom>
            </p:spPr>
          </p:pic>
          <p:sp>
            <p:nvSpPr>
              <p:cNvPr id="219" name="文本框 218">
                <a:extLst>
                  <a:ext uri="{FF2B5EF4-FFF2-40B4-BE49-F238E27FC236}">
                    <a16:creationId xmlns:a16="http://schemas.microsoft.com/office/drawing/2014/main" id="{B105E330-42F6-4FA8-914C-123FFA0756D5}"/>
                  </a:ext>
                </a:extLst>
              </p:cNvPr>
              <p:cNvSpPr txBox="1"/>
              <p:nvPr/>
            </p:nvSpPr>
            <p:spPr>
              <a:xfrm>
                <a:off x="878301" y="1390382"/>
                <a:ext cx="905164" cy="369332"/>
              </a:xfrm>
              <a:prstGeom prst="rect">
                <a:avLst/>
              </a:prstGeom>
              <a:noFill/>
            </p:spPr>
            <p:txBody>
              <a:bodyPr wrap="square" rtlCol="0">
                <a:spAutoFit/>
              </a:bodyPr>
              <a:lstStyle/>
              <a:p>
                <a:r>
                  <a:rPr lang="zh-CN" altLang="en-US" b="1" dirty="0">
                    <a:latin typeface="+mn-ea"/>
                  </a:rPr>
                  <a:t>接收方</a:t>
                </a:r>
              </a:p>
            </p:txBody>
          </p:sp>
        </p:grpSp>
        <p:sp>
          <p:nvSpPr>
            <p:cNvPr id="57" name="云形 56">
              <a:extLst>
                <a:ext uri="{FF2B5EF4-FFF2-40B4-BE49-F238E27FC236}">
                  <a16:creationId xmlns:a16="http://schemas.microsoft.com/office/drawing/2014/main" id="{8D58A5DA-48AF-4D62-A0E1-92B6F8CBE1F4}"/>
                </a:ext>
              </a:extLst>
            </p:cNvPr>
            <p:cNvSpPr/>
            <p:nvPr/>
          </p:nvSpPr>
          <p:spPr>
            <a:xfrm>
              <a:off x="475097" y="3429014"/>
              <a:ext cx="1355161" cy="801398"/>
            </a:xfrm>
            <a:prstGeom prst="cloud">
              <a:avLst/>
            </a:prstGeom>
            <a:solidFill>
              <a:schemeClr val="bg1">
                <a:lumMod val="85000"/>
              </a:schemeClr>
            </a:solidFill>
            <a:ln>
              <a:solidFill>
                <a:schemeClr val="bg1">
                  <a:lumMod val="85000"/>
                </a:schemeClr>
              </a:solidFill>
            </a:ln>
          </p:spPr>
          <p:style>
            <a:lnRef idx="2">
              <a:schemeClr val="accent3">
                <a:shade val="50000"/>
              </a:schemeClr>
            </a:lnRef>
            <a:fillRef idx="1">
              <a:schemeClr val="accent3"/>
            </a:fillRef>
            <a:effectRef idx="0">
              <a:schemeClr val="accent3"/>
            </a:effectRef>
            <a:fontRef idx="minor">
              <a:schemeClr val="lt1"/>
            </a:fontRef>
          </p:style>
          <p:txBody>
            <a:bodyPr rtlCol="0" anchor="ctr"/>
            <a:lstStyle/>
            <a:p>
              <a:pPr algn="ctr"/>
              <a:r>
                <a:rPr lang="zh-CN" altLang="en-US" b="1" dirty="0">
                  <a:solidFill>
                    <a:schemeClr val="tx1"/>
                  </a:solidFill>
                  <a:latin typeface="+mn-ea"/>
                </a:rPr>
                <a:t>因特网</a:t>
              </a:r>
            </a:p>
          </p:txBody>
        </p:sp>
      </p:grpSp>
      <p:graphicFrame>
        <p:nvGraphicFramePr>
          <p:cNvPr id="21" name="表格 21">
            <a:extLst>
              <a:ext uri="{FF2B5EF4-FFF2-40B4-BE49-F238E27FC236}">
                <a16:creationId xmlns:a16="http://schemas.microsoft.com/office/drawing/2014/main" id="{CE497585-4F97-4F44-9ABE-D7BBA16B40E0}"/>
              </a:ext>
            </a:extLst>
          </p:cNvPr>
          <p:cNvGraphicFramePr>
            <a:graphicFrameLocks noGrp="1"/>
          </p:cNvGraphicFramePr>
          <p:nvPr/>
        </p:nvGraphicFramePr>
        <p:xfrm>
          <a:off x="2302929" y="5557308"/>
          <a:ext cx="9067800" cy="370840"/>
        </p:xfrm>
        <a:graphic>
          <a:graphicData uri="http://schemas.openxmlformats.org/drawingml/2006/table">
            <a:tbl>
              <a:tblPr firstRow="1" bandRow="1">
                <a:tableStyleId>{5C22544A-7EE6-4342-B048-85BDC9FD1C3A}</a:tableStyleId>
              </a:tblPr>
              <a:tblGrid>
                <a:gridCol w="755650">
                  <a:extLst>
                    <a:ext uri="{9D8B030D-6E8A-4147-A177-3AD203B41FA5}">
                      <a16:colId xmlns:a16="http://schemas.microsoft.com/office/drawing/2014/main" val="877486509"/>
                    </a:ext>
                  </a:extLst>
                </a:gridCol>
                <a:gridCol w="755650">
                  <a:extLst>
                    <a:ext uri="{9D8B030D-6E8A-4147-A177-3AD203B41FA5}">
                      <a16:colId xmlns:a16="http://schemas.microsoft.com/office/drawing/2014/main" val="3548605817"/>
                    </a:ext>
                  </a:extLst>
                </a:gridCol>
                <a:gridCol w="755650">
                  <a:extLst>
                    <a:ext uri="{9D8B030D-6E8A-4147-A177-3AD203B41FA5}">
                      <a16:colId xmlns:a16="http://schemas.microsoft.com/office/drawing/2014/main" val="2881812895"/>
                    </a:ext>
                  </a:extLst>
                </a:gridCol>
                <a:gridCol w="755650">
                  <a:extLst>
                    <a:ext uri="{9D8B030D-6E8A-4147-A177-3AD203B41FA5}">
                      <a16:colId xmlns:a16="http://schemas.microsoft.com/office/drawing/2014/main" val="3682284582"/>
                    </a:ext>
                  </a:extLst>
                </a:gridCol>
                <a:gridCol w="755650">
                  <a:extLst>
                    <a:ext uri="{9D8B030D-6E8A-4147-A177-3AD203B41FA5}">
                      <a16:colId xmlns:a16="http://schemas.microsoft.com/office/drawing/2014/main" val="500127722"/>
                    </a:ext>
                  </a:extLst>
                </a:gridCol>
                <a:gridCol w="755650">
                  <a:extLst>
                    <a:ext uri="{9D8B030D-6E8A-4147-A177-3AD203B41FA5}">
                      <a16:colId xmlns:a16="http://schemas.microsoft.com/office/drawing/2014/main" val="2946259618"/>
                    </a:ext>
                  </a:extLst>
                </a:gridCol>
                <a:gridCol w="755650">
                  <a:extLst>
                    <a:ext uri="{9D8B030D-6E8A-4147-A177-3AD203B41FA5}">
                      <a16:colId xmlns:a16="http://schemas.microsoft.com/office/drawing/2014/main" val="171501986"/>
                    </a:ext>
                  </a:extLst>
                </a:gridCol>
                <a:gridCol w="755650">
                  <a:extLst>
                    <a:ext uri="{9D8B030D-6E8A-4147-A177-3AD203B41FA5}">
                      <a16:colId xmlns:a16="http://schemas.microsoft.com/office/drawing/2014/main" val="1667185265"/>
                    </a:ext>
                  </a:extLst>
                </a:gridCol>
                <a:gridCol w="755650">
                  <a:extLst>
                    <a:ext uri="{9D8B030D-6E8A-4147-A177-3AD203B41FA5}">
                      <a16:colId xmlns:a16="http://schemas.microsoft.com/office/drawing/2014/main" val="4258211808"/>
                    </a:ext>
                  </a:extLst>
                </a:gridCol>
                <a:gridCol w="755650">
                  <a:extLst>
                    <a:ext uri="{9D8B030D-6E8A-4147-A177-3AD203B41FA5}">
                      <a16:colId xmlns:a16="http://schemas.microsoft.com/office/drawing/2014/main" val="1794200575"/>
                    </a:ext>
                  </a:extLst>
                </a:gridCol>
                <a:gridCol w="755650">
                  <a:extLst>
                    <a:ext uri="{9D8B030D-6E8A-4147-A177-3AD203B41FA5}">
                      <a16:colId xmlns:a16="http://schemas.microsoft.com/office/drawing/2014/main" val="4230716487"/>
                    </a:ext>
                  </a:extLst>
                </a:gridCol>
                <a:gridCol w="755650">
                  <a:extLst>
                    <a:ext uri="{9D8B030D-6E8A-4147-A177-3AD203B41FA5}">
                      <a16:colId xmlns:a16="http://schemas.microsoft.com/office/drawing/2014/main" val="56153739"/>
                    </a:ext>
                  </a:extLst>
                </a:gridCol>
              </a:tblGrid>
              <a:tr h="370840">
                <a:tc>
                  <a:txBody>
                    <a:bodyPr/>
                    <a:lstStyle/>
                    <a:p>
                      <a:pPr algn="ctr"/>
                      <a:r>
                        <a:rPr lang="en-US" altLang="zh-CN" dirty="0">
                          <a:solidFill>
                            <a:schemeClr val="tx1"/>
                          </a:solidFill>
                          <a:latin typeface="Arial Black" panose="020B0A04020102020204" pitchFamily="34" charset="0"/>
                        </a:rPr>
                        <a:t>0</a:t>
                      </a:r>
                      <a:endParaRPr lang="zh-CN" altLang="en-US" dirty="0">
                        <a:solidFill>
                          <a:schemeClr val="tx1"/>
                        </a:solidFill>
                        <a:latin typeface="Arial Black" panose="020B0A04020102020204" pitchFamily="34" charset="0"/>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ctr"/>
                      <a:r>
                        <a:rPr lang="en-US" altLang="zh-CN" dirty="0">
                          <a:solidFill>
                            <a:schemeClr val="tx1"/>
                          </a:solidFill>
                          <a:latin typeface="Arial Black" panose="020B0A04020102020204" pitchFamily="34" charset="0"/>
                        </a:rPr>
                        <a:t>1</a:t>
                      </a:r>
                      <a:endParaRPr lang="zh-CN" altLang="en-US" dirty="0">
                        <a:solidFill>
                          <a:schemeClr val="tx1"/>
                        </a:solidFill>
                        <a:latin typeface="Arial Black" panose="020B0A04020102020204" pitchFamily="34" charset="0"/>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ctr"/>
                      <a:r>
                        <a:rPr lang="en-US" altLang="zh-CN" dirty="0">
                          <a:solidFill>
                            <a:schemeClr val="tx1"/>
                          </a:solidFill>
                          <a:latin typeface="Arial Black" panose="020B0A04020102020204" pitchFamily="34" charset="0"/>
                        </a:rPr>
                        <a:t>2</a:t>
                      </a:r>
                      <a:endParaRPr lang="zh-CN" altLang="en-US" dirty="0">
                        <a:solidFill>
                          <a:schemeClr val="tx1"/>
                        </a:solidFill>
                        <a:latin typeface="Arial Black" panose="020B0A04020102020204" pitchFamily="34" charset="0"/>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ctr"/>
                      <a:r>
                        <a:rPr lang="en-US" altLang="zh-CN" dirty="0">
                          <a:solidFill>
                            <a:schemeClr val="tx1"/>
                          </a:solidFill>
                          <a:latin typeface="Arial Black" panose="020B0A04020102020204" pitchFamily="34" charset="0"/>
                        </a:rPr>
                        <a:t>3</a:t>
                      </a:r>
                      <a:endParaRPr lang="zh-CN" altLang="en-US" dirty="0">
                        <a:solidFill>
                          <a:schemeClr val="tx1"/>
                        </a:solidFill>
                        <a:latin typeface="Arial Black" panose="020B0A04020102020204" pitchFamily="34" charset="0"/>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ctr"/>
                      <a:r>
                        <a:rPr lang="en-US" altLang="zh-CN" dirty="0">
                          <a:solidFill>
                            <a:schemeClr val="tx1"/>
                          </a:solidFill>
                          <a:latin typeface="Arial Black" panose="020B0A04020102020204" pitchFamily="34" charset="0"/>
                        </a:rPr>
                        <a:t>4</a:t>
                      </a:r>
                      <a:endParaRPr lang="zh-CN" altLang="en-US" dirty="0">
                        <a:solidFill>
                          <a:schemeClr val="tx1"/>
                        </a:solidFill>
                        <a:latin typeface="Arial Black" panose="020B0A04020102020204" pitchFamily="34" charset="0"/>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ctr"/>
                      <a:r>
                        <a:rPr lang="en-US" altLang="zh-CN" dirty="0">
                          <a:solidFill>
                            <a:schemeClr val="tx1"/>
                          </a:solidFill>
                          <a:latin typeface="Arial Black" panose="020B0A04020102020204" pitchFamily="34" charset="0"/>
                        </a:rPr>
                        <a:t>5</a:t>
                      </a:r>
                      <a:endParaRPr lang="zh-CN" altLang="en-US" dirty="0">
                        <a:solidFill>
                          <a:schemeClr val="tx1"/>
                        </a:solidFill>
                        <a:latin typeface="Arial Black" panose="020B0A04020102020204" pitchFamily="34" charset="0"/>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ctr"/>
                      <a:r>
                        <a:rPr lang="en-US" altLang="zh-CN" dirty="0">
                          <a:solidFill>
                            <a:schemeClr val="tx1"/>
                          </a:solidFill>
                          <a:latin typeface="Arial Black" panose="020B0A04020102020204" pitchFamily="34" charset="0"/>
                        </a:rPr>
                        <a:t>6</a:t>
                      </a:r>
                      <a:endParaRPr lang="zh-CN" altLang="en-US" dirty="0">
                        <a:solidFill>
                          <a:schemeClr val="tx1"/>
                        </a:solidFill>
                        <a:latin typeface="Arial Black" panose="020B0A04020102020204" pitchFamily="34" charset="0"/>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ctr"/>
                      <a:r>
                        <a:rPr lang="en-US" altLang="zh-CN" dirty="0">
                          <a:solidFill>
                            <a:schemeClr val="tx1"/>
                          </a:solidFill>
                          <a:latin typeface="Arial Black" panose="020B0A04020102020204" pitchFamily="34" charset="0"/>
                        </a:rPr>
                        <a:t>7</a:t>
                      </a:r>
                      <a:endParaRPr lang="zh-CN" altLang="en-US" dirty="0">
                        <a:solidFill>
                          <a:schemeClr val="tx1"/>
                        </a:solidFill>
                        <a:latin typeface="Arial Black" panose="020B0A04020102020204" pitchFamily="34" charset="0"/>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ctr"/>
                      <a:r>
                        <a:rPr lang="en-US" altLang="zh-CN" dirty="0">
                          <a:solidFill>
                            <a:schemeClr val="tx1"/>
                          </a:solidFill>
                          <a:latin typeface="Arial Black" panose="020B0A04020102020204" pitchFamily="34" charset="0"/>
                        </a:rPr>
                        <a:t>0</a:t>
                      </a:r>
                      <a:endParaRPr lang="zh-CN" altLang="en-US" dirty="0">
                        <a:solidFill>
                          <a:schemeClr val="tx1"/>
                        </a:solidFill>
                        <a:latin typeface="Arial Black" panose="020B0A04020102020204" pitchFamily="34" charset="0"/>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ctr"/>
                      <a:r>
                        <a:rPr lang="en-US" altLang="zh-CN" dirty="0">
                          <a:solidFill>
                            <a:schemeClr val="tx1"/>
                          </a:solidFill>
                          <a:latin typeface="Arial Black" panose="020B0A04020102020204" pitchFamily="34" charset="0"/>
                        </a:rPr>
                        <a:t>1</a:t>
                      </a:r>
                      <a:endParaRPr lang="zh-CN" altLang="en-US" dirty="0">
                        <a:solidFill>
                          <a:schemeClr val="tx1"/>
                        </a:solidFill>
                        <a:latin typeface="Arial Black" panose="020B0A04020102020204" pitchFamily="34" charset="0"/>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ctr"/>
                      <a:r>
                        <a:rPr lang="en-US" altLang="zh-CN" dirty="0">
                          <a:solidFill>
                            <a:schemeClr val="tx1"/>
                          </a:solidFill>
                          <a:latin typeface="Arial Black" panose="020B0A04020102020204" pitchFamily="34" charset="0"/>
                        </a:rPr>
                        <a:t>2</a:t>
                      </a:r>
                      <a:endParaRPr lang="zh-CN" altLang="en-US" dirty="0">
                        <a:solidFill>
                          <a:schemeClr val="tx1"/>
                        </a:solidFill>
                        <a:latin typeface="Arial Black" panose="020B0A04020102020204" pitchFamily="34" charset="0"/>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ctr"/>
                      <a:r>
                        <a:rPr lang="en-US" altLang="zh-CN" dirty="0">
                          <a:solidFill>
                            <a:schemeClr val="tx1"/>
                          </a:solidFill>
                          <a:latin typeface="Arial Black" panose="020B0A04020102020204" pitchFamily="34" charset="0"/>
                        </a:rPr>
                        <a:t>…</a:t>
                      </a:r>
                      <a:endParaRPr lang="zh-CN" altLang="en-US" dirty="0">
                        <a:solidFill>
                          <a:schemeClr val="tx1"/>
                        </a:solidFill>
                        <a:latin typeface="Arial Black" panose="020B0A04020102020204" pitchFamily="34" charset="0"/>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extLst>
                  <a:ext uri="{0D108BD9-81ED-4DB2-BD59-A6C34878D82A}">
                    <a16:rowId xmlns:a16="http://schemas.microsoft.com/office/drawing/2014/main" val="316235763"/>
                  </a:ext>
                </a:extLst>
              </a:tr>
            </a:tbl>
          </a:graphicData>
        </a:graphic>
      </p:graphicFrame>
      <p:graphicFrame>
        <p:nvGraphicFramePr>
          <p:cNvPr id="68" name="表格 21">
            <a:extLst>
              <a:ext uri="{FF2B5EF4-FFF2-40B4-BE49-F238E27FC236}">
                <a16:creationId xmlns:a16="http://schemas.microsoft.com/office/drawing/2014/main" id="{D9B4273D-C94E-42E6-A39B-908C6FA1D8AF}"/>
              </a:ext>
            </a:extLst>
          </p:cNvPr>
          <p:cNvGraphicFramePr>
            <a:graphicFrameLocks noGrp="1"/>
          </p:cNvGraphicFramePr>
          <p:nvPr/>
        </p:nvGraphicFramePr>
        <p:xfrm>
          <a:off x="2302929" y="1827576"/>
          <a:ext cx="9067800" cy="370840"/>
        </p:xfrm>
        <a:graphic>
          <a:graphicData uri="http://schemas.openxmlformats.org/drawingml/2006/table">
            <a:tbl>
              <a:tblPr firstRow="1" bandRow="1">
                <a:tableStyleId>{5C22544A-7EE6-4342-B048-85BDC9FD1C3A}</a:tableStyleId>
              </a:tblPr>
              <a:tblGrid>
                <a:gridCol w="755650">
                  <a:extLst>
                    <a:ext uri="{9D8B030D-6E8A-4147-A177-3AD203B41FA5}">
                      <a16:colId xmlns:a16="http://schemas.microsoft.com/office/drawing/2014/main" val="877486509"/>
                    </a:ext>
                  </a:extLst>
                </a:gridCol>
                <a:gridCol w="755650">
                  <a:extLst>
                    <a:ext uri="{9D8B030D-6E8A-4147-A177-3AD203B41FA5}">
                      <a16:colId xmlns:a16="http://schemas.microsoft.com/office/drawing/2014/main" val="3548605817"/>
                    </a:ext>
                  </a:extLst>
                </a:gridCol>
                <a:gridCol w="755650">
                  <a:extLst>
                    <a:ext uri="{9D8B030D-6E8A-4147-A177-3AD203B41FA5}">
                      <a16:colId xmlns:a16="http://schemas.microsoft.com/office/drawing/2014/main" val="2881812895"/>
                    </a:ext>
                  </a:extLst>
                </a:gridCol>
                <a:gridCol w="755650">
                  <a:extLst>
                    <a:ext uri="{9D8B030D-6E8A-4147-A177-3AD203B41FA5}">
                      <a16:colId xmlns:a16="http://schemas.microsoft.com/office/drawing/2014/main" val="3682284582"/>
                    </a:ext>
                  </a:extLst>
                </a:gridCol>
                <a:gridCol w="755650">
                  <a:extLst>
                    <a:ext uri="{9D8B030D-6E8A-4147-A177-3AD203B41FA5}">
                      <a16:colId xmlns:a16="http://schemas.microsoft.com/office/drawing/2014/main" val="500127722"/>
                    </a:ext>
                  </a:extLst>
                </a:gridCol>
                <a:gridCol w="755650">
                  <a:extLst>
                    <a:ext uri="{9D8B030D-6E8A-4147-A177-3AD203B41FA5}">
                      <a16:colId xmlns:a16="http://schemas.microsoft.com/office/drawing/2014/main" val="2946259618"/>
                    </a:ext>
                  </a:extLst>
                </a:gridCol>
                <a:gridCol w="755650">
                  <a:extLst>
                    <a:ext uri="{9D8B030D-6E8A-4147-A177-3AD203B41FA5}">
                      <a16:colId xmlns:a16="http://schemas.microsoft.com/office/drawing/2014/main" val="171501986"/>
                    </a:ext>
                  </a:extLst>
                </a:gridCol>
                <a:gridCol w="755650">
                  <a:extLst>
                    <a:ext uri="{9D8B030D-6E8A-4147-A177-3AD203B41FA5}">
                      <a16:colId xmlns:a16="http://schemas.microsoft.com/office/drawing/2014/main" val="1667185265"/>
                    </a:ext>
                  </a:extLst>
                </a:gridCol>
                <a:gridCol w="755650">
                  <a:extLst>
                    <a:ext uri="{9D8B030D-6E8A-4147-A177-3AD203B41FA5}">
                      <a16:colId xmlns:a16="http://schemas.microsoft.com/office/drawing/2014/main" val="4258211808"/>
                    </a:ext>
                  </a:extLst>
                </a:gridCol>
                <a:gridCol w="755650">
                  <a:extLst>
                    <a:ext uri="{9D8B030D-6E8A-4147-A177-3AD203B41FA5}">
                      <a16:colId xmlns:a16="http://schemas.microsoft.com/office/drawing/2014/main" val="1794200575"/>
                    </a:ext>
                  </a:extLst>
                </a:gridCol>
                <a:gridCol w="755650">
                  <a:extLst>
                    <a:ext uri="{9D8B030D-6E8A-4147-A177-3AD203B41FA5}">
                      <a16:colId xmlns:a16="http://schemas.microsoft.com/office/drawing/2014/main" val="4230716487"/>
                    </a:ext>
                  </a:extLst>
                </a:gridCol>
                <a:gridCol w="755650">
                  <a:extLst>
                    <a:ext uri="{9D8B030D-6E8A-4147-A177-3AD203B41FA5}">
                      <a16:colId xmlns:a16="http://schemas.microsoft.com/office/drawing/2014/main" val="56153739"/>
                    </a:ext>
                  </a:extLst>
                </a:gridCol>
              </a:tblGrid>
              <a:tr h="370840">
                <a:tc>
                  <a:txBody>
                    <a:bodyPr/>
                    <a:lstStyle/>
                    <a:p>
                      <a:pPr algn="ctr"/>
                      <a:r>
                        <a:rPr lang="en-US" altLang="zh-CN" dirty="0">
                          <a:solidFill>
                            <a:schemeClr val="tx1"/>
                          </a:solidFill>
                          <a:latin typeface="Arial Black" panose="020B0A04020102020204" pitchFamily="34" charset="0"/>
                        </a:rPr>
                        <a:t>0</a:t>
                      </a:r>
                      <a:endParaRPr lang="zh-CN" altLang="en-US" dirty="0">
                        <a:solidFill>
                          <a:schemeClr val="tx1"/>
                        </a:solidFill>
                        <a:latin typeface="Arial Black" panose="020B0A04020102020204" pitchFamily="34" charset="0"/>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ctr"/>
                      <a:r>
                        <a:rPr lang="en-US" altLang="zh-CN" dirty="0">
                          <a:solidFill>
                            <a:schemeClr val="tx1"/>
                          </a:solidFill>
                          <a:latin typeface="Arial Black" panose="020B0A04020102020204" pitchFamily="34" charset="0"/>
                        </a:rPr>
                        <a:t>1</a:t>
                      </a:r>
                      <a:endParaRPr lang="zh-CN" altLang="en-US" dirty="0">
                        <a:solidFill>
                          <a:schemeClr val="tx1"/>
                        </a:solidFill>
                        <a:latin typeface="Arial Black" panose="020B0A04020102020204" pitchFamily="34" charset="0"/>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ctr"/>
                      <a:r>
                        <a:rPr lang="en-US" altLang="zh-CN" dirty="0">
                          <a:solidFill>
                            <a:schemeClr val="tx1"/>
                          </a:solidFill>
                          <a:latin typeface="Arial Black" panose="020B0A04020102020204" pitchFamily="34" charset="0"/>
                        </a:rPr>
                        <a:t>2</a:t>
                      </a:r>
                      <a:endParaRPr lang="zh-CN" altLang="en-US" dirty="0">
                        <a:solidFill>
                          <a:schemeClr val="tx1"/>
                        </a:solidFill>
                        <a:latin typeface="Arial Black" panose="020B0A04020102020204" pitchFamily="34" charset="0"/>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ctr"/>
                      <a:r>
                        <a:rPr lang="en-US" altLang="zh-CN" dirty="0">
                          <a:solidFill>
                            <a:schemeClr val="tx1"/>
                          </a:solidFill>
                          <a:latin typeface="Arial Black" panose="020B0A04020102020204" pitchFamily="34" charset="0"/>
                        </a:rPr>
                        <a:t>3</a:t>
                      </a:r>
                      <a:endParaRPr lang="zh-CN" altLang="en-US" dirty="0">
                        <a:solidFill>
                          <a:schemeClr val="tx1"/>
                        </a:solidFill>
                        <a:latin typeface="Arial Black" panose="020B0A04020102020204" pitchFamily="34" charset="0"/>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ctr"/>
                      <a:r>
                        <a:rPr lang="en-US" altLang="zh-CN" dirty="0">
                          <a:solidFill>
                            <a:schemeClr val="tx1"/>
                          </a:solidFill>
                          <a:latin typeface="Arial Black" panose="020B0A04020102020204" pitchFamily="34" charset="0"/>
                        </a:rPr>
                        <a:t>4</a:t>
                      </a:r>
                      <a:endParaRPr lang="zh-CN" altLang="en-US" dirty="0">
                        <a:solidFill>
                          <a:schemeClr val="tx1"/>
                        </a:solidFill>
                        <a:latin typeface="Arial Black" panose="020B0A04020102020204" pitchFamily="34" charset="0"/>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ctr"/>
                      <a:r>
                        <a:rPr lang="en-US" altLang="zh-CN" dirty="0">
                          <a:solidFill>
                            <a:schemeClr val="tx1"/>
                          </a:solidFill>
                          <a:latin typeface="Arial Black" panose="020B0A04020102020204" pitchFamily="34" charset="0"/>
                        </a:rPr>
                        <a:t>5</a:t>
                      </a:r>
                      <a:endParaRPr lang="zh-CN" altLang="en-US" dirty="0">
                        <a:solidFill>
                          <a:schemeClr val="tx1"/>
                        </a:solidFill>
                        <a:latin typeface="Arial Black" panose="020B0A04020102020204" pitchFamily="34" charset="0"/>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ctr"/>
                      <a:r>
                        <a:rPr lang="en-US" altLang="zh-CN" dirty="0">
                          <a:solidFill>
                            <a:schemeClr val="tx1"/>
                          </a:solidFill>
                          <a:latin typeface="Arial Black" panose="020B0A04020102020204" pitchFamily="34" charset="0"/>
                        </a:rPr>
                        <a:t>6</a:t>
                      </a:r>
                      <a:endParaRPr lang="zh-CN" altLang="en-US" dirty="0">
                        <a:solidFill>
                          <a:schemeClr val="tx1"/>
                        </a:solidFill>
                        <a:latin typeface="Arial Black" panose="020B0A04020102020204" pitchFamily="34" charset="0"/>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ctr"/>
                      <a:r>
                        <a:rPr lang="en-US" altLang="zh-CN" dirty="0">
                          <a:solidFill>
                            <a:schemeClr val="tx1"/>
                          </a:solidFill>
                          <a:latin typeface="Arial Black" panose="020B0A04020102020204" pitchFamily="34" charset="0"/>
                        </a:rPr>
                        <a:t>7</a:t>
                      </a:r>
                      <a:endParaRPr lang="zh-CN" altLang="en-US" dirty="0">
                        <a:solidFill>
                          <a:schemeClr val="tx1"/>
                        </a:solidFill>
                        <a:latin typeface="Arial Black" panose="020B0A04020102020204" pitchFamily="34" charset="0"/>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ctr"/>
                      <a:r>
                        <a:rPr lang="en-US" altLang="zh-CN" dirty="0">
                          <a:solidFill>
                            <a:schemeClr val="tx1"/>
                          </a:solidFill>
                          <a:latin typeface="Arial Black" panose="020B0A04020102020204" pitchFamily="34" charset="0"/>
                        </a:rPr>
                        <a:t>0</a:t>
                      </a:r>
                      <a:endParaRPr lang="zh-CN" altLang="en-US" dirty="0">
                        <a:solidFill>
                          <a:schemeClr val="tx1"/>
                        </a:solidFill>
                        <a:latin typeface="Arial Black" panose="020B0A04020102020204" pitchFamily="34" charset="0"/>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ctr"/>
                      <a:r>
                        <a:rPr lang="en-US" altLang="zh-CN" dirty="0">
                          <a:solidFill>
                            <a:schemeClr val="tx1"/>
                          </a:solidFill>
                          <a:latin typeface="Arial Black" panose="020B0A04020102020204" pitchFamily="34" charset="0"/>
                        </a:rPr>
                        <a:t>1</a:t>
                      </a:r>
                      <a:endParaRPr lang="zh-CN" altLang="en-US" dirty="0">
                        <a:solidFill>
                          <a:schemeClr val="tx1"/>
                        </a:solidFill>
                        <a:latin typeface="Arial Black" panose="020B0A04020102020204" pitchFamily="34" charset="0"/>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ctr"/>
                      <a:r>
                        <a:rPr lang="en-US" altLang="zh-CN" dirty="0">
                          <a:solidFill>
                            <a:schemeClr val="tx1"/>
                          </a:solidFill>
                          <a:latin typeface="Arial Black" panose="020B0A04020102020204" pitchFamily="34" charset="0"/>
                        </a:rPr>
                        <a:t>2</a:t>
                      </a:r>
                      <a:endParaRPr lang="zh-CN" altLang="en-US" dirty="0">
                        <a:solidFill>
                          <a:schemeClr val="tx1"/>
                        </a:solidFill>
                        <a:latin typeface="Arial Black" panose="020B0A04020102020204" pitchFamily="34" charset="0"/>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ctr"/>
                      <a:r>
                        <a:rPr lang="en-US" altLang="zh-CN" dirty="0">
                          <a:solidFill>
                            <a:schemeClr val="tx1"/>
                          </a:solidFill>
                          <a:latin typeface="Arial Black" panose="020B0A04020102020204" pitchFamily="34" charset="0"/>
                        </a:rPr>
                        <a:t>…</a:t>
                      </a:r>
                      <a:endParaRPr lang="zh-CN" altLang="en-US" dirty="0">
                        <a:solidFill>
                          <a:schemeClr val="tx1"/>
                        </a:solidFill>
                        <a:latin typeface="Arial Black" panose="020B0A04020102020204" pitchFamily="34" charset="0"/>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extLst>
                  <a:ext uri="{0D108BD9-81ED-4DB2-BD59-A6C34878D82A}">
                    <a16:rowId xmlns:a16="http://schemas.microsoft.com/office/drawing/2014/main" val="316235763"/>
                  </a:ext>
                </a:extLst>
              </a:tr>
            </a:tbl>
          </a:graphicData>
        </a:graphic>
      </p:graphicFrame>
      <p:sp>
        <p:nvSpPr>
          <p:cNvPr id="49" name="íşlïḍè">
            <a:extLst>
              <a:ext uri="{FF2B5EF4-FFF2-40B4-BE49-F238E27FC236}">
                <a16:creationId xmlns:a16="http://schemas.microsoft.com/office/drawing/2014/main" id="{84B44B39-A1BD-4956-A1BF-ECB7ACDDA058}"/>
              </a:ext>
            </a:extLst>
          </p:cNvPr>
          <p:cNvSpPr txBox="1"/>
          <p:nvPr/>
        </p:nvSpPr>
        <p:spPr>
          <a:xfrm>
            <a:off x="3835285" y="3287898"/>
            <a:ext cx="4525886" cy="602502"/>
          </a:xfrm>
          <a:prstGeom prst="rect">
            <a:avLst/>
          </a:prstGeom>
          <a:noFill/>
        </p:spPr>
        <p:txBody>
          <a:bodyPr wrap="square" lIns="91440" tIns="45720" rIns="91440" bIns="45720" anchor="ctr">
            <a:noAutofit/>
          </a:bodyPr>
          <a:lstStyle/>
          <a:p>
            <a:pPr algn="ctr"/>
            <a:r>
              <a:rPr lang="zh-CN" altLang="en-US" sz="2800" b="1" dirty="0"/>
              <a:t>超时重传、回退</a:t>
            </a:r>
            <a:r>
              <a:rPr lang="en-US" altLang="zh-CN" sz="2800" b="1" dirty="0"/>
              <a:t>N</a:t>
            </a:r>
            <a:r>
              <a:rPr lang="zh-CN" altLang="en-US" sz="2800" b="1" dirty="0"/>
              <a:t>帧的情况</a:t>
            </a:r>
            <a:endParaRPr lang="en-US" altLang="zh-CN" sz="2800" b="1" dirty="0"/>
          </a:p>
        </p:txBody>
      </p:sp>
      <p:sp>
        <p:nvSpPr>
          <p:cNvPr id="13" name="矩形 12">
            <a:extLst>
              <a:ext uri="{FF2B5EF4-FFF2-40B4-BE49-F238E27FC236}">
                <a16:creationId xmlns:a16="http://schemas.microsoft.com/office/drawing/2014/main" id="{14642CA0-C4C4-44A5-BD3D-9FB5C2470514}"/>
              </a:ext>
            </a:extLst>
          </p:cNvPr>
          <p:cNvSpPr/>
          <p:nvPr/>
        </p:nvSpPr>
        <p:spPr>
          <a:xfrm>
            <a:off x="2300222" y="5537182"/>
            <a:ext cx="3780000" cy="390966"/>
          </a:xfrm>
          <a:prstGeom prst="rect">
            <a:avLst/>
          </a:prstGeom>
          <a:solidFill>
            <a:schemeClr val="accent3">
              <a:alpha val="74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10" name="矩形 9">
            <a:extLst>
              <a:ext uri="{FF2B5EF4-FFF2-40B4-BE49-F238E27FC236}">
                <a16:creationId xmlns:a16="http://schemas.microsoft.com/office/drawing/2014/main" id="{13BD80EC-9893-49F1-A9D2-1DEAB48A6E7A}"/>
              </a:ext>
            </a:extLst>
          </p:cNvPr>
          <p:cNvSpPr/>
          <p:nvPr/>
        </p:nvSpPr>
        <p:spPr>
          <a:xfrm>
            <a:off x="1251044" y="3099488"/>
            <a:ext cx="708432" cy="270283"/>
          </a:xfrm>
          <a:prstGeom prst="rect">
            <a:avLst/>
          </a:prstGeom>
          <a:solidFill>
            <a:schemeClr val="accent3"/>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46800" rIns="46800" rtlCol="0" anchor="ctr"/>
          <a:lstStyle/>
          <a:p>
            <a:pPr algn="ctr"/>
            <a:r>
              <a:rPr lang="en-US" altLang="zh-CN" b="1" dirty="0"/>
              <a:t>DATA3</a:t>
            </a:r>
            <a:endParaRPr lang="zh-CN" altLang="en-US" b="1" dirty="0"/>
          </a:p>
        </p:txBody>
      </p:sp>
      <p:sp>
        <p:nvSpPr>
          <p:cNvPr id="50" name="矩形 49">
            <a:extLst>
              <a:ext uri="{FF2B5EF4-FFF2-40B4-BE49-F238E27FC236}">
                <a16:creationId xmlns:a16="http://schemas.microsoft.com/office/drawing/2014/main" id="{1B0B9A62-836E-41F2-9F67-05376D30A6B8}"/>
              </a:ext>
            </a:extLst>
          </p:cNvPr>
          <p:cNvSpPr/>
          <p:nvPr/>
        </p:nvSpPr>
        <p:spPr>
          <a:xfrm>
            <a:off x="1251044" y="2827615"/>
            <a:ext cx="708432" cy="270283"/>
          </a:xfrm>
          <a:prstGeom prst="rect">
            <a:avLst/>
          </a:prstGeom>
          <a:pattFill prst="divot">
            <a:fgClr>
              <a:schemeClr val="accent1">
                <a:lumMod val="75000"/>
              </a:schemeClr>
            </a:fgClr>
            <a:bgClr>
              <a:schemeClr val="bg1"/>
            </a:bgClr>
          </a:patt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46800" rIns="46800" rtlCol="0" anchor="ctr"/>
          <a:lstStyle/>
          <a:p>
            <a:pPr algn="ctr"/>
            <a:r>
              <a:rPr lang="en-US" altLang="zh-CN" b="1" dirty="0">
                <a:solidFill>
                  <a:schemeClr val="accent1">
                    <a:lumMod val="75000"/>
                  </a:schemeClr>
                </a:solidFill>
              </a:rPr>
              <a:t>DATA2</a:t>
            </a:r>
            <a:endParaRPr lang="zh-CN" altLang="en-US" b="1" dirty="0">
              <a:solidFill>
                <a:schemeClr val="accent1">
                  <a:lumMod val="75000"/>
                </a:schemeClr>
              </a:solidFill>
            </a:endParaRPr>
          </a:p>
        </p:txBody>
      </p:sp>
      <p:grpSp>
        <p:nvGrpSpPr>
          <p:cNvPr id="12" name="组合 11">
            <a:extLst>
              <a:ext uri="{FF2B5EF4-FFF2-40B4-BE49-F238E27FC236}">
                <a16:creationId xmlns:a16="http://schemas.microsoft.com/office/drawing/2014/main" id="{BD1C9B59-7A33-4A51-A8B0-60FD5AD68A8D}"/>
              </a:ext>
            </a:extLst>
          </p:cNvPr>
          <p:cNvGrpSpPr/>
          <p:nvPr/>
        </p:nvGrpSpPr>
        <p:grpSpPr>
          <a:xfrm>
            <a:off x="1251044" y="2295088"/>
            <a:ext cx="708432" cy="532527"/>
            <a:chOff x="1251044" y="2295088"/>
            <a:chExt cx="708432" cy="532527"/>
          </a:xfrm>
        </p:grpSpPr>
        <p:sp>
          <p:nvSpPr>
            <p:cNvPr id="51" name="矩形 50">
              <a:extLst>
                <a:ext uri="{FF2B5EF4-FFF2-40B4-BE49-F238E27FC236}">
                  <a16:creationId xmlns:a16="http://schemas.microsoft.com/office/drawing/2014/main" id="{3934A53B-F179-4AE5-8C40-09CC755FD35B}"/>
                </a:ext>
              </a:extLst>
            </p:cNvPr>
            <p:cNvSpPr/>
            <p:nvPr/>
          </p:nvSpPr>
          <p:spPr>
            <a:xfrm>
              <a:off x="1251044" y="2557332"/>
              <a:ext cx="708432" cy="270283"/>
            </a:xfrm>
            <a:prstGeom prst="rect">
              <a:avLst/>
            </a:prstGeom>
            <a:solidFill>
              <a:schemeClr val="accent3"/>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46800" rIns="46800" rtlCol="0" anchor="ctr"/>
            <a:lstStyle/>
            <a:p>
              <a:pPr algn="ctr"/>
              <a:r>
                <a:rPr lang="en-US" altLang="zh-CN" b="1" dirty="0"/>
                <a:t>DATA1</a:t>
              </a:r>
              <a:endParaRPr lang="zh-CN" altLang="en-US" b="1" dirty="0"/>
            </a:p>
          </p:txBody>
        </p:sp>
        <p:sp>
          <p:nvSpPr>
            <p:cNvPr id="52" name="矩形 51">
              <a:extLst>
                <a:ext uri="{FF2B5EF4-FFF2-40B4-BE49-F238E27FC236}">
                  <a16:creationId xmlns:a16="http://schemas.microsoft.com/office/drawing/2014/main" id="{7B02FABA-E117-418F-9E20-7E4C1DB84616}"/>
                </a:ext>
              </a:extLst>
            </p:cNvPr>
            <p:cNvSpPr/>
            <p:nvPr/>
          </p:nvSpPr>
          <p:spPr>
            <a:xfrm>
              <a:off x="1251044" y="2295088"/>
              <a:ext cx="708432" cy="270283"/>
            </a:xfrm>
            <a:prstGeom prst="rect">
              <a:avLst/>
            </a:prstGeom>
            <a:solidFill>
              <a:schemeClr val="accent3"/>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46800" rIns="46800" rtlCol="0" anchor="ctr"/>
            <a:lstStyle/>
            <a:p>
              <a:pPr algn="ctr"/>
              <a:r>
                <a:rPr lang="en-US" altLang="zh-CN" b="1" dirty="0"/>
                <a:t>DATA0</a:t>
              </a:r>
              <a:endParaRPr lang="zh-CN" altLang="en-US" b="1" dirty="0"/>
            </a:p>
          </p:txBody>
        </p:sp>
      </p:grpSp>
      <p:sp>
        <p:nvSpPr>
          <p:cNvPr id="59" name="矩形 58">
            <a:extLst>
              <a:ext uri="{FF2B5EF4-FFF2-40B4-BE49-F238E27FC236}">
                <a16:creationId xmlns:a16="http://schemas.microsoft.com/office/drawing/2014/main" id="{21DD3FEA-191D-4538-9A4F-9950057B33B0}"/>
              </a:ext>
            </a:extLst>
          </p:cNvPr>
          <p:cNvSpPr/>
          <p:nvPr/>
        </p:nvSpPr>
        <p:spPr>
          <a:xfrm>
            <a:off x="1251044" y="3350781"/>
            <a:ext cx="708432" cy="270283"/>
          </a:xfrm>
          <a:prstGeom prst="rect">
            <a:avLst/>
          </a:prstGeom>
          <a:solidFill>
            <a:schemeClr val="accent3"/>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46800" rIns="46800" rtlCol="0" anchor="ctr"/>
          <a:lstStyle/>
          <a:p>
            <a:pPr algn="ctr"/>
            <a:r>
              <a:rPr lang="en-US" altLang="zh-CN" b="1" dirty="0"/>
              <a:t>DATA4</a:t>
            </a:r>
            <a:endParaRPr lang="zh-CN" altLang="en-US" b="1" dirty="0"/>
          </a:p>
        </p:txBody>
      </p:sp>
      <p:sp>
        <p:nvSpPr>
          <p:cNvPr id="11" name="爆炸形: 8 pt  10">
            <a:extLst>
              <a:ext uri="{FF2B5EF4-FFF2-40B4-BE49-F238E27FC236}">
                <a16:creationId xmlns:a16="http://schemas.microsoft.com/office/drawing/2014/main" id="{36F3FBF8-C907-4F63-810C-1A566435F9E0}"/>
              </a:ext>
            </a:extLst>
          </p:cNvPr>
          <p:cNvSpPr/>
          <p:nvPr/>
        </p:nvSpPr>
        <p:spPr>
          <a:xfrm rot="19844194">
            <a:off x="1992960" y="2586886"/>
            <a:ext cx="1203251" cy="805217"/>
          </a:xfrm>
          <a:prstGeom prst="irregularSeal1">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zh-CN" altLang="en-US" b="1" dirty="0"/>
              <a:t>误码</a:t>
            </a:r>
          </a:p>
        </p:txBody>
      </p:sp>
      <p:sp>
        <p:nvSpPr>
          <p:cNvPr id="31" name="平行四边形 30">
            <a:extLst>
              <a:ext uri="{FF2B5EF4-FFF2-40B4-BE49-F238E27FC236}">
                <a16:creationId xmlns:a16="http://schemas.microsoft.com/office/drawing/2014/main" id="{4CB2AB76-5768-9DFB-5051-3862EB2DD86F}"/>
              </a:ext>
            </a:extLst>
          </p:cNvPr>
          <p:cNvSpPr/>
          <p:nvPr/>
        </p:nvSpPr>
        <p:spPr>
          <a:xfrm>
            <a:off x="304799" y="749300"/>
            <a:ext cx="695119" cy="387090"/>
          </a:xfrm>
          <a:prstGeom prst="parallelogram">
            <a:avLst/>
          </a:prstGeom>
          <a:solidFill>
            <a:schemeClr val="accent3">
              <a:lumMod val="75000"/>
            </a:schemeClr>
          </a:solidFill>
          <a:ln>
            <a:solidFill>
              <a:schemeClr val="accent3">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CN" sz="2200" dirty="0">
                <a:latin typeface="Impact" panose="020B0806030902050204" pitchFamily="34" charset="0"/>
              </a:rPr>
              <a:t>04</a:t>
            </a:r>
            <a:endParaRPr lang="zh-CN" altLang="en-US" sz="2200" dirty="0">
              <a:latin typeface="Impact" panose="020B0806030902050204" pitchFamily="34" charset="0"/>
            </a:endParaRPr>
          </a:p>
        </p:txBody>
      </p:sp>
    </p:spTree>
    <p:custDataLst>
      <p:tags r:id="rId1"/>
    </p:custDataLst>
    <p:extLst>
      <p:ext uri="{BB962C8B-B14F-4D97-AF65-F5344CB8AC3E}">
        <p14:creationId xmlns:p14="http://schemas.microsoft.com/office/powerpoint/2010/main" val="3398372547"/>
      </p:ext>
    </p:extLst>
  </p:cSld>
  <p:clrMapOvr>
    <a:masterClrMapping/>
  </p:clrMapOvr>
  <mc:AlternateContent xmlns:mc="http://schemas.openxmlformats.org/markup-compatibility/2006" xmlns:p14="http://schemas.microsoft.com/office/powerpoint/2010/main">
    <mc:Choice Requires="p14">
      <p:transition p14:dur="10"/>
    </mc:Choice>
    <mc:Fallback xmlns="">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32" presetClass="emph" presetSubtype="0" fill="hold" grpId="0" nodeType="withEffect">
                                  <p:stCondLst>
                                    <p:cond delay="0"/>
                                  </p:stCondLst>
                                  <p:childTnLst>
                                    <p:animRot by="120000">
                                      <p:cBhvr>
                                        <p:cTn id="6" dur="100" fill="hold">
                                          <p:stCondLst>
                                            <p:cond delay="0"/>
                                          </p:stCondLst>
                                        </p:cTn>
                                        <p:tgtEl>
                                          <p:spTgt spid="50"/>
                                        </p:tgtEl>
                                        <p:attrNameLst>
                                          <p:attrName>r</p:attrName>
                                        </p:attrNameLst>
                                      </p:cBhvr>
                                    </p:animRot>
                                    <p:animRot by="-240000">
                                      <p:cBhvr>
                                        <p:cTn id="7" dur="200" fill="hold">
                                          <p:stCondLst>
                                            <p:cond delay="200"/>
                                          </p:stCondLst>
                                        </p:cTn>
                                        <p:tgtEl>
                                          <p:spTgt spid="50"/>
                                        </p:tgtEl>
                                        <p:attrNameLst>
                                          <p:attrName>r</p:attrName>
                                        </p:attrNameLst>
                                      </p:cBhvr>
                                    </p:animRot>
                                    <p:animRot by="240000">
                                      <p:cBhvr>
                                        <p:cTn id="8" dur="200" fill="hold">
                                          <p:stCondLst>
                                            <p:cond delay="400"/>
                                          </p:stCondLst>
                                        </p:cTn>
                                        <p:tgtEl>
                                          <p:spTgt spid="50"/>
                                        </p:tgtEl>
                                        <p:attrNameLst>
                                          <p:attrName>r</p:attrName>
                                        </p:attrNameLst>
                                      </p:cBhvr>
                                    </p:animRot>
                                    <p:animRot by="-240000">
                                      <p:cBhvr>
                                        <p:cTn id="9" dur="200" fill="hold">
                                          <p:stCondLst>
                                            <p:cond delay="600"/>
                                          </p:stCondLst>
                                        </p:cTn>
                                        <p:tgtEl>
                                          <p:spTgt spid="50"/>
                                        </p:tgtEl>
                                        <p:attrNameLst>
                                          <p:attrName>r</p:attrName>
                                        </p:attrNameLst>
                                      </p:cBhvr>
                                    </p:animRot>
                                    <p:animRot by="120000">
                                      <p:cBhvr>
                                        <p:cTn id="10" dur="200" fill="hold">
                                          <p:stCondLst>
                                            <p:cond delay="800"/>
                                          </p:stCondLst>
                                        </p:cTn>
                                        <p:tgtEl>
                                          <p:spTgt spid="50"/>
                                        </p:tgtEl>
                                        <p:attrNameLst>
                                          <p:attrName>r</p:attrName>
                                        </p:attrNameLst>
                                      </p:cBhvr>
                                    </p:animRot>
                                  </p:childTnLst>
                                </p:cTn>
                              </p:par>
                              <p:par>
                                <p:cTn id="11" presetID="53" presetClass="entr" presetSubtype="16" fill="hold" grpId="0" nodeType="withEffect">
                                  <p:stCondLst>
                                    <p:cond delay="0"/>
                                  </p:stCondLst>
                                  <p:childTnLst>
                                    <p:set>
                                      <p:cBhvr>
                                        <p:cTn id="12" dur="1" fill="hold">
                                          <p:stCondLst>
                                            <p:cond delay="0"/>
                                          </p:stCondLst>
                                        </p:cTn>
                                        <p:tgtEl>
                                          <p:spTgt spid="11"/>
                                        </p:tgtEl>
                                        <p:attrNameLst>
                                          <p:attrName>style.visibility</p:attrName>
                                        </p:attrNameLst>
                                      </p:cBhvr>
                                      <p:to>
                                        <p:strVal val="visible"/>
                                      </p:to>
                                    </p:set>
                                    <p:anim calcmode="lin" valueType="num">
                                      <p:cBhvr>
                                        <p:cTn id="13" dur="500" fill="hold"/>
                                        <p:tgtEl>
                                          <p:spTgt spid="11"/>
                                        </p:tgtEl>
                                        <p:attrNameLst>
                                          <p:attrName>ppt_w</p:attrName>
                                        </p:attrNameLst>
                                      </p:cBhvr>
                                      <p:tavLst>
                                        <p:tav tm="0">
                                          <p:val>
                                            <p:fltVal val="0"/>
                                          </p:val>
                                        </p:tav>
                                        <p:tav tm="100000">
                                          <p:val>
                                            <p:strVal val="#ppt_w"/>
                                          </p:val>
                                        </p:tav>
                                      </p:tavLst>
                                    </p:anim>
                                    <p:anim calcmode="lin" valueType="num">
                                      <p:cBhvr>
                                        <p:cTn id="14" dur="500" fill="hold"/>
                                        <p:tgtEl>
                                          <p:spTgt spid="11"/>
                                        </p:tgtEl>
                                        <p:attrNameLst>
                                          <p:attrName>ppt_h</p:attrName>
                                        </p:attrNameLst>
                                      </p:cBhvr>
                                      <p:tavLst>
                                        <p:tav tm="0">
                                          <p:val>
                                            <p:fltVal val="0"/>
                                          </p:val>
                                        </p:tav>
                                        <p:tav tm="100000">
                                          <p:val>
                                            <p:strVal val="#ppt_h"/>
                                          </p:val>
                                        </p:tav>
                                      </p:tavLst>
                                    </p:anim>
                                    <p:animEffect transition="in" filter="fade">
                                      <p:cBhvr>
                                        <p:cTn id="15" dur="500"/>
                                        <p:tgtEl>
                                          <p:spTgt spid="11"/>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0" grpId="0" animBg="1"/>
      <p:bldP spid="11" grpId="0" animBg="1"/>
    </p:bldLst>
  </p:timing>
</p:sld>
</file>

<file path=ppt/slides/slide15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31" name="组合 30">
            <a:extLst>
              <a:ext uri="{FF2B5EF4-FFF2-40B4-BE49-F238E27FC236}">
                <a16:creationId xmlns:a16="http://schemas.microsoft.com/office/drawing/2014/main" id="{F8FB8773-3132-44C5-BA37-545BA916FC7F}"/>
              </a:ext>
            </a:extLst>
          </p:cNvPr>
          <p:cNvGrpSpPr/>
          <p:nvPr/>
        </p:nvGrpSpPr>
        <p:grpSpPr>
          <a:xfrm>
            <a:off x="3659320" y="1363110"/>
            <a:ext cx="1067217" cy="917885"/>
            <a:chOff x="2146413" y="1363110"/>
            <a:chExt cx="1067217" cy="917885"/>
          </a:xfrm>
        </p:grpSpPr>
        <p:sp>
          <p:nvSpPr>
            <p:cNvPr id="32" name="矩形 31">
              <a:extLst>
                <a:ext uri="{FF2B5EF4-FFF2-40B4-BE49-F238E27FC236}">
                  <a16:creationId xmlns:a16="http://schemas.microsoft.com/office/drawing/2014/main" id="{D4210CF8-E394-4326-9E53-07BBCF692252}"/>
                </a:ext>
              </a:extLst>
            </p:cNvPr>
            <p:cNvSpPr/>
            <p:nvPr/>
          </p:nvSpPr>
          <p:spPr>
            <a:xfrm>
              <a:off x="2300222" y="1739531"/>
              <a:ext cx="759600" cy="541464"/>
            </a:xfrm>
            <a:prstGeom prst="rect">
              <a:avLst/>
            </a:prstGeom>
            <a:solidFill>
              <a:schemeClr val="accent4"/>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mc:AlternateContent xmlns:mc="http://schemas.openxmlformats.org/markup-compatibility/2006" xmlns:a14="http://schemas.microsoft.com/office/drawing/2010/main">
          <mc:Choice Requires="a14">
            <p:sp>
              <p:nvSpPr>
                <p:cNvPr id="33" name="文本框 32">
                  <a:extLst>
                    <a:ext uri="{FF2B5EF4-FFF2-40B4-BE49-F238E27FC236}">
                      <a16:creationId xmlns:a16="http://schemas.microsoft.com/office/drawing/2014/main" id="{B18AE0E4-0AF2-4267-8E26-A1FBCFC82FCA}"/>
                    </a:ext>
                  </a:extLst>
                </p:cNvPr>
                <p:cNvSpPr txBox="1"/>
                <p:nvPr/>
              </p:nvSpPr>
              <p:spPr>
                <a:xfrm>
                  <a:off x="2146413" y="1363110"/>
                  <a:ext cx="1067217" cy="369332"/>
                </a:xfrm>
                <a:prstGeom prst="rect">
                  <a:avLst/>
                </a:prstGeom>
                <a:noFill/>
              </p:spPr>
              <p:txBody>
                <a:bodyPr wrap="square">
                  <a:spAutoFit/>
                </a:bodyPr>
                <a:lstStyle/>
                <a:p>
                  <a:pPr/>
                  <a14:m>
                    <m:oMathPara xmlns:m="http://schemas.openxmlformats.org/officeDocument/2006/math">
                      <m:oMathParaPr>
                        <m:jc m:val="centerGroup"/>
                      </m:oMathParaPr>
                      <m:oMath xmlns:m="http://schemas.openxmlformats.org/officeDocument/2006/math">
                        <m:sSub>
                          <m:sSubPr>
                            <m:ctrlPr>
                              <a:rPr lang="en-US" altLang="zh-CN" b="1" i="1" smtClean="0">
                                <a:solidFill>
                                  <a:schemeClr val="accent4"/>
                                </a:solidFill>
                                <a:latin typeface="Cambria Math" panose="02040503050406030204" pitchFamily="18" charset="0"/>
                              </a:rPr>
                            </m:ctrlPr>
                          </m:sSubPr>
                          <m:e>
                            <m:r>
                              <a:rPr lang="en-US" altLang="zh-CN" b="1" i="1" smtClean="0">
                                <a:solidFill>
                                  <a:schemeClr val="accent4"/>
                                </a:solidFill>
                                <a:latin typeface="Cambria Math" panose="02040503050406030204" pitchFamily="18" charset="0"/>
                              </a:rPr>
                              <m:t>𝑾</m:t>
                            </m:r>
                          </m:e>
                          <m:sub>
                            <m:r>
                              <a:rPr lang="en-US" altLang="zh-CN" b="1" i="1" smtClean="0">
                                <a:solidFill>
                                  <a:schemeClr val="accent4"/>
                                </a:solidFill>
                                <a:latin typeface="Cambria Math" panose="02040503050406030204" pitchFamily="18" charset="0"/>
                              </a:rPr>
                              <m:t>𝑹</m:t>
                            </m:r>
                          </m:sub>
                        </m:sSub>
                        <m:r>
                          <a:rPr lang="en-US" altLang="zh-CN" b="1" i="1" smtClean="0">
                            <a:solidFill>
                              <a:schemeClr val="accent4"/>
                            </a:solidFill>
                            <a:latin typeface="Cambria Math" panose="02040503050406030204" pitchFamily="18" charset="0"/>
                          </a:rPr>
                          <m:t>=</m:t>
                        </m:r>
                        <m:r>
                          <a:rPr lang="en-US" altLang="zh-CN" b="1" i="1" smtClean="0">
                            <a:solidFill>
                              <a:schemeClr val="accent4"/>
                            </a:solidFill>
                            <a:latin typeface="Cambria Math" panose="02040503050406030204" pitchFamily="18" charset="0"/>
                          </a:rPr>
                          <m:t>𝟏</m:t>
                        </m:r>
                      </m:oMath>
                    </m:oMathPara>
                  </a14:m>
                  <a:endParaRPr lang="zh-CN" altLang="en-US" dirty="0">
                    <a:solidFill>
                      <a:schemeClr val="accent3"/>
                    </a:solidFill>
                  </a:endParaRPr>
                </a:p>
              </p:txBody>
            </p:sp>
          </mc:Choice>
          <mc:Fallback xmlns="">
            <p:sp>
              <p:nvSpPr>
                <p:cNvPr id="35" name="文本框 34">
                  <a:extLst>
                    <a:ext uri="{FF2B5EF4-FFF2-40B4-BE49-F238E27FC236}">
                      <a16:creationId xmlns:a16="http://schemas.microsoft.com/office/drawing/2014/main" id="{EE98B7EB-F32B-4A4F-9072-DF021D7DCAD9}"/>
                    </a:ext>
                  </a:extLst>
                </p:cNvPr>
                <p:cNvSpPr txBox="1">
                  <a:spLocks noRot="1" noChangeAspect="1" noMove="1" noResize="1" noEditPoints="1" noAdjustHandles="1" noChangeArrowheads="1" noChangeShapeType="1" noTextEdit="1"/>
                </p:cNvSpPr>
                <p:nvPr/>
              </p:nvSpPr>
              <p:spPr>
                <a:xfrm>
                  <a:off x="2146413" y="1363110"/>
                  <a:ext cx="1067217" cy="369332"/>
                </a:xfrm>
                <a:prstGeom prst="rect">
                  <a:avLst/>
                </a:prstGeom>
                <a:blipFill>
                  <a:blip r:embed="rId3"/>
                  <a:stretch>
                    <a:fillRect b="-3333"/>
                  </a:stretch>
                </a:blipFill>
              </p:spPr>
              <p:txBody>
                <a:bodyPr/>
                <a:lstStyle/>
                <a:p>
                  <a:r>
                    <a:rPr lang="zh-CN" altLang="en-US">
                      <a:noFill/>
                    </a:rPr>
                    <a:t> </a:t>
                  </a:r>
                </a:p>
              </p:txBody>
            </p:sp>
          </mc:Fallback>
        </mc:AlternateContent>
      </p:grpSp>
      <p:grpSp>
        <p:nvGrpSpPr>
          <p:cNvPr id="6" name="组合 5">
            <a:extLst>
              <a:ext uri="{FF2B5EF4-FFF2-40B4-BE49-F238E27FC236}">
                <a16:creationId xmlns:a16="http://schemas.microsoft.com/office/drawing/2014/main" id="{35D57BA3-C33A-4413-B558-3B4EE4F3080F}"/>
              </a:ext>
            </a:extLst>
          </p:cNvPr>
          <p:cNvGrpSpPr/>
          <p:nvPr/>
        </p:nvGrpSpPr>
        <p:grpSpPr>
          <a:xfrm>
            <a:off x="2146413" y="1363110"/>
            <a:ext cx="1067217" cy="917885"/>
            <a:chOff x="2146413" y="1363110"/>
            <a:chExt cx="1067217" cy="917885"/>
          </a:xfrm>
        </p:grpSpPr>
        <p:sp>
          <p:nvSpPr>
            <p:cNvPr id="34" name="矩形 33">
              <a:extLst>
                <a:ext uri="{FF2B5EF4-FFF2-40B4-BE49-F238E27FC236}">
                  <a16:creationId xmlns:a16="http://schemas.microsoft.com/office/drawing/2014/main" id="{C0C70259-4145-42A4-A97E-2108291E4ADC}"/>
                </a:ext>
              </a:extLst>
            </p:cNvPr>
            <p:cNvSpPr/>
            <p:nvPr/>
          </p:nvSpPr>
          <p:spPr>
            <a:xfrm>
              <a:off x="2300222" y="1739531"/>
              <a:ext cx="759600" cy="541464"/>
            </a:xfrm>
            <a:prstGeom prst="rect">
              <a:avLst/>
            </a:prstGeom>
            <a:solidFill>
              <a:schemeClr val="accent4"/>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mc:AlternateContent xmlns:mc="http://schemas.openxmlformats.org/markup-compatibility/2006" xmlns:a14="http://schemas.microsoft.com/office/drawing/2010/main">
          <mc:Choice Requires="a14">
            <p:sp>
              <p:nvSpPr>
                <p:cNvPr id="35" name="文本框 34">
                  <a:extLst>
                    <a:ext uri="{FF2B5EF4-FFF2-40B4-BE49-F238E27FC236}">
                      <a16:creationId xmlns:a16="http://schemas.microsoft.com/office/drawing/2014/main" id="{EE98B7EB-F32B-4A4F-9072-DF021D7DCAD9}"/>
                    </a:ext>
                  </a:extLst>
                </p:cNvPr>
                <p:cNvSpPr txBox="1"/>
                <p:nvPr/>
              </p:nvSpPr>
              <p:spPr>
                <a:xfrm>
                  <a:off x="2146413" y="1363110"/>
                  <a:ext cx="1067217" cy="369332"/>
                </a:xfrm>
                <a:prstGeom prst="rect">
                  <a:avLst/>
                </a:prstGeom>
                <a:noFill/>
              </p:spPr>
              <p:txBody>
                <a:bodyPr wrap="square">
                  <a:spAutoFit/>
                </a:bodyPr>
                <a:lstStyle/>
                <a:p>
                  <a:pPr/>
                  <a14:m>
                    <m:oMathPara xmlns:m="http://schemas.openxmlformats.org/officeDocument/2006/math">
                      <m:oMathParaPr>
                        <m:jc m:val="centerGroup"/>
                      </m:oMathParaPr>
                      <m:oMath xmlns:m="http://schemas.openxmlformats.org/officeDocument/2006/math">
                        <m:sSub>
                          <m:sSubPr>
                            <m:ctrlPr>
                              <a:rPr lang="en-US" altLang="zh-CN" b="1" i="1" smtClean="0">
                                <a:solidFill>
                                  <a:schemeClr val="accent4"/>
                                </a:solidFill>
                                <a:latin typeface="Cambria Math" panose="02040503050406030204" pitchFamily="18" charset="0"/>
                              </a:rPr>
                            </m:ctrlPr>
                          </m:sSubPr>
                          <m:e>
                            <m:r>
                              <a:rPr lang="en-US" altLang="zh-CN" b="1" i="1" smtClean="0">
                                <a:solidFill>
                                  <a:schemeClr val="accent4"/>
                                </a:solidFill>
                                <a:latin typeface="Cambria Math" panose="02040503050406030204" pitchFamily="18" charset="0"/>
                              </a:rPr>
                              <m:t>𝑾</m:t>
                            </m:r>
                          </m:e>
                          <m:sub>
                            <m:r>
                              <a:rPr lang="en-US" altLang="zh-CN" b="1" i="1" smtClean="0">
                                <a:solidFill>
                                  <a:schemeClr val="accent4"/>
                                </a:solidFill>
                                <a:latin typeface="Cambria Math" panose="02040503050406030204" pitchFamily="18" charset="0"/>
                              </a:rPr>
                              <m:t>𝑹</m:t>
                            </m:r>
                          </m:sub>
                        </m:sSub>
                        <m:r>
                          <a:rPr lang="en-US" altLang="zh-CN" b="1" i="1" smtClean="0">
                            <a:solidFill>
                              <a:schemeClr val="accent4"/>
                            </a:solidFill>
                            <a:latin typeface="Cambria Math" panose="02040503050406030204" pitchFamily="18" charset="0"/>
                          </a:rPr>
                          <m:t>=</m:t>
                        </m:r>
                        <m:r>
                          <a:rPr lang="en-US" altLang="zh-CN" b="1" i="1" smtClean="0">
                            <a:solidFill>
                              <a:schemeClr val="accent4"/>
                            </a:solidFill>
                            <a:latin typeface="Cambria Math" panose="02040503050406030204" pitchFamily="18" charset="0"/>
                          </a:rPr>
                          <m:t>𝟏</m:t>
                        </m:r>
                      </m:oMath>
                    </m:oMathPara>
                  </a14:m>
                  <a:endParaRPr lang="zh-CN" altLang="en-US" dirty="0">
                    <a:solidFill>
                      <a:schemeClr val="accent3"/>
                    </a:solidFill>
                  </a:endParaRPr>
                </a:p>
              </p:txBody>
            </p:sp>
          </mc:Choice>
          <mc:Fallback xmlns="">
            <p:sp>
              <p:nvSpPr>
                <p:cNvPr id="35" name="文本框 34">
                  <a:extLst>
                    <a:ext uri="{FF2B5EF4-FFF2-40B4-BE49-F238E27FC236}">
                      <a16:creationId xmlns:a16="http://schemas.microsoft.com/office/drawing/2014/main" id="{EE98B7EB-F32B-4A4F-9072-DF021D7DCAD9}"/>
                    </a:ext>
                  </a:extLst>
                </p:cNvPr>
                <p:cNvSpPr txBox="1">
                  <a:spLocks noRot="1" noChangeAspect="1" noMove="1" noResize="1" noEditPoints="1" noAdjustHandles="1" noChangeArrowheads="1" noChangeShapeType="1" noTextEdit="1"/>
                </p:cNvSpPr>
                <p:nvPr/>
              </p:nvSpPr>
              <p:spPr>
                <a:xfrm>
                  <a:off x="2146413" y="1363110"/>
                  <a:ext cx="1067217" cy="369332"/>
                </a:xfrm>
                <a:prstGeom prst="rect">
                  <a:avLst/>
                </a:prstGeom>
                <a:blipFill>
                  <a:blip r:embed="rId3"/>
                  <a:stretch>
                    <a:fillRect b="-3333"/>
                  </a:stretch>
                </a:blipFill>
              </p:spPr>
              <p:txBody>
                <a:bodyPr/>
                <a:lstStyle/>
                <a:p>
                  <a:r>
                    <a:rPr lang="zh-CN" altLang="en-US">
                      <a:noFill/>
                    </a:rPr>
                    <a:t> </a:t>
                  </a:r>
                </a:p>
              </p:txBody>
            </p:sp>
          </mc:Fallback>
        </mc:AlternateContent>
      </p:grpSp>
      <p:grpSp>
        <p:nvGrpSpPr>
          <p:cNvPr id="7" name="组合 6">
            <a:extLst>
              <a:ext uri="{FF2B5EF4-FFF2-40B4-BE49-F238E27FC236}">
                <a16:creationId xmlns:a16="http://schemas.microsoft.com/office/drawing/2014/main" id="{00A9CCE1-949C-4E54-97A1-6025FF974983}"/>
              </a:ext>
            </a:extLst>
          </p:cNvPr>
          <p:cNvGrpSpPr/>
          <p:nvPr/>
        </p:nvGrpSpPr>
        <p:grpSpPr>
          <a:xfrm>
            <a:off x="2302929" y="5098286"/>
            <a:ext cx="3780000" cy="910796"/>
            <a:chOff x="2302929" y="5098286"/>
            <a:chExt cx="3780000" cy="910796"/>
          </a:xfrm>
        </p:grpSpPr>
        <p:sp>
          <p:nvSpPr>
            <p:cNvPr id="5" name="矩形 4">
              <a:extLst>
                <a:ext uri="{FF2B5EF4-FFF2-40B4-BE49-F238E27FC236}">
                  <a16:creationId xmlns:a16="http://schemas.microsoft.com/office/drawing/2014/main" id="{ABCDD6AB-497D-42FD-B822-48DB3891082B}"/>
                </a:ext>
              </a:extLst>
            </p:cNvPr>
            <p:cNvSpPr/>
            <p:nvPr/>
          </p:nvSpPr>
          <p:spPr>
            <a:xfrm>
              <a:off x="2302929" y="5467618"/>
              <a:ext cx="3780000" cy="541464"/>
            </a:xfrm>
            <a:prstGeom prst="rect">
              <a:avLst/>
            </a:prstGeom>
            <a:solidFill>
              <a:schemeClr val="accent3"/>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mc:AlternateContent xmlns:mc="http://schemas.openxmlformats.org/markup-compatibility/2006" xmlns:a14="http://schemas.microsoft.com/office/drawing/2010/main">
          <mc:Choice Requires="a14">
            <p:sp>
              <p:nvSpPr>
                <p:cNvPr id="23" name="文本框 22">
                  <a:extLst>
                    <a:ext uri="{FF2B5EF4-FFF2-40B4-BE49-F238E27FC236}">
                      <a16:creationId xmlns:a16="http://schemas.microsoft.com/office/drawing/2014/main" id="{ABC03EEA-26BD-4845-8ACC-3FB7B6DA9132}"/>
                    </a:ext>
                  </a:extLst>
                </p:cNvPr>
                <p:cNvSpPr txBox="1"/>
                <p:nvPr/>
              </p:nvSpPr>
              <p:spPr>
                <a:xfrm>
                  <a:off x="3659320" y="5098286"/>
                  <a:ext cx="1067217" cy="369332"/>
                </a:xfrm>
                <a:prstGeom prst="rect">
                  <a:avLst/>
                </a:prstGeom>
                <a:noFill/>
              </p:spPr>
              <p:txBody>
                <a:bodyPr wrap="square">
                  <a:spAutoFit/>
                </a:bodyPr>
                <a:lstStyle/>
                <a:p>
                  <a:pPr/>
                  <a14:m>
                    <m:oMathPara xmlns:m="http://schemas.openxmlformats.org/officeDocument/2006/math">
                      <m:oMathParaPr>
                        <m:jc m:val="centerGroup"/>
                      </m:oMathParaPr>
                      <m:oMath xmlns:m="http://schemas.openxmlformats.org/officeDocument/2006/math">
                        <m:sSub>
                          <m:sSubPr>
                            <m:ctrlPr>
                              <a:rPr lang="en-US" altLang="zh-CN" b="1" i="1" smtClean="0">
                                <a:solidFill>
                                  <a:schemeClr val="accent3"/>
                                </a:solidFill>
                                <a:latin typeface="Cambria Math" panose="02040503050406030204" pitchFamily="18" charset="0"/>
                              </a:rPr>
                            </m:ctrlPr>
                          </m:sSubPr>
                          <m:e>
                            <m:r>
                              <a:rPr lang="en-US" altLang="zh-CN" b="1" i="1" smtClean="0">
                                <a:solidFill>
                                  <a:schemeClr val="accent3"/>
                                </a:solidFill>
                                <a:latin typeface="Cambria Math" panose="02040503050406030204" pitchFamily="18" charset="0"/>
                              </a:rPr>
                              <m:t>𝑾</m:t>
                            </m:r>
                          </m:e>
                          <m:sub>
                            <m:r>
                              <a:rPr lang="en-US" altLang="zh-CN" b="1" i="1" smtClean="0">
                                <a:solidFill>
                                  <a:schemeClr val="accent3"/>
                                </a:solidFill>
                                <a:latin typeface="Cambria Math" panose="02040503050406030204" pitchFamily="18" charset="0"/>
                              </a:rPr>
                              <m:t>𝑻</m:t>
                            </m:r>
                          </m:sub>
                        </m:sSub>
                        <m:r>
                          <a:rPr lang="en-US" altLang="zh-CN" b="1" i="1" smtClean="0">
                            <a:solidFill>
                              <a:schemeClr val="accent3"/>
                            </a:solidFill>
                            <a:latin typeface="Cambria Math" panose="02040503050406030204" pitchFamily="18" charset="0"/>
                          </a:rPr>
                          <m:t>=</m:t>
                        </m:r>
                        <m:r>
                          <a:rPr lang="en-US" altLang="zh-CN" b="1" i="1" smtClean="0">
                            <a:solidFill>
                              <a:schemeClr val="accent3"/>
                            </a:solidFill>
                            <a:latin typeface="Cambria Math" panose="02040503050406030204" pitchFamily="18" charset="0"/>
                          </a:rPr>
                          <m:t>𝟓</m:t>
                        </m:r>
                      </m:oMath>
                    </m:oMathPara>
                  </a14:m>
                  <a:endParaRPr lang="zh-CN" altLang="en-US" dirty="0">
                    <a:solidFill>
                      <a:schemeClr val="accent3"/>
                    </a:solidFill>
                  </a:endParaRPr>
                </a:p>
              </p:txBody>
            </p:sp>
          </mc:Choice>
          <mc:Fallback xmlns="">
            <p:sp>
              <p:nvSpPr>
                <p:cNvPr id="23" name="文本框 22">
                  <a:extLst>
                    <a:ext uri="{FF2B5EF4-FFF2-40B4-BE49-F238E27FC236}">
                      <a16:creationId xmlns:a16="http://schemas.microsoft.com/office/drawing/2014/main" id="{ABC03EEA-26BD-4845-8ACC-3FB7B6DA9132}"/>
                    </a:ext>
                  </a:extLst>
                </p:cNvPr>
                <p:cNvSpPr txBox="1">
                  <a:spLocks noRot="1" noChangeAspect="1" noMove="1" noResize="1" noEditPoints="1" noAdjustHandles="1" noChangeArrowheads="1" noChangeShapeType="1" noTextEdit="1"/>
                </p:cNvSpPr>
                <p:nvPr/>
              </p:nvSpPr>
              <p:spPr>
                <a:xfrm>
                  <a:off x="3659320" y="5098286"/>
                  <a:ext cx="1067217" cy="369332"/>
                </a:xfrm>
                <a:prstGeom prst="rect">
                  <a:avLst/>
                </a:prstGeom>
                <a:blipFill>
                  <a:blip r:embed="rId4"/>
                  <a:stretch>
                    <a:fillRect b="-3279"/>
                  </a:stretch>
                </a:blipFill>
              </p:spPr>
              <p:txBody>
                <a:bodyPr/>
                <a:lstStyle/>
                <a:p>
                  <a:r>
                    <a:rPr lang="zh-CN" altLang="en-US">
                      <a:noFill/>
                    </a:rPr>
                    <a:t> </a:t>
                  </a:r>
                </a:p>
              </p:txBody>
            </p:sp>
          </mc:Fallback>
        </mc:AlternateContent>
      </p:grpSp>
      <p:grpSp>
        <p:nvGrpSpPr>
          <p:cNvPr id="4" name="组合 3">
            <a:extLst>
              <a:ext uri="{FF2B5EF4-FFF2-40B4-BE49-F238E27FC236}">
                <a16:creationId xmlns:a16="http://schemas.microsoft.com/office/drawing/2014/main" id="{9A1EA9F2-FCB6-48C3-935F-7AE7E3AD14AC}"/>
              </a:ext>
            </a:extLst>
          </p:cNvPr>
          <p:cNvGrpSpPr/>
          <p:nvPr/>
        </p:nvGrpSpPr>
        <p:grpSpPr>
          <a:xfrm>
            <a:off x="304800" y="749300"/>
            <a:ext cx="6192344" cy="400110"/>
            <a:chOff x="424117" y="898245"/>
            <a:chExt cx="6192344" cy="400110"/>
          </a:xfrm>
        </p:grpSpPr>
        <p:sp>
          <p:nvSpPr>
            <p:cNvPr id="2" name="平行四边形 1">
              <a:extLst>
                <a:ext uri="{FF2B5EF4-FFF2-40B4-BE49-F238E27FC236}">
                  <a16:creationId xmlns:a16="http://schemas.microsoft.com/office/drawing/2014/main" id="{1F5BAA3F-9845-4F89-A2DD-8222D3E4EDAC}"/>
                </a:ext>
              </a:extLst>
            </p:cNvPr>
            <p:cNvSpPr/>
            <p:nvPr/>
          </p:nvSpPr>
          <p:spPr>
            <a:xfrm>
              <a:off x="424117" y="898245"/>
              <a:ext cx="628306" cy="387090"/>
            </a:xfrm>
            <a:prstGeom prst="parallelogram">
              <a:avLst/>
            </a:prstGeom>
            <a:solidFill>
              <a:schemeClr val="accent3">
                <a:lumMod val="75000"/>
              </a:schemeClr>
            </a:solidFill>
            <a:ln>
              <a:solidFill>
                <a:schemeClr val="accent3">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CN" sz="2200" dirty="0">
                  <a:latin typeface="Impact" panose="020B0806030902050204" pitchFamily="34" charset="0"/>
                </a:rPr>
                <a:t>01</a:t>
              </a:r>
              <a:endParaRPr lang="zh-CN" altLang="en-US" sz="2200" dirty="0">
                <a:latin typeface="Impact" panose="020B0806030902050204" pitchFamily="34" charset="0"/>
              </a:endParaRPr>
            </a:p>
          </p:txBody>
        </p:sp>
        <p:sp>
          <p:nvSpPr>
            <p:cNvPr id="3" name="文本框 2">
              <a:extLst>
                <a:ext uri="{FF2B5EF4-FFF2-40B4-BE49-F238E27FC236}">
                  <a16:creationId xmlns:a16="http://schemas.microsoft.com/office/drawing/2014/main" id="{4D6BD736-A4D3-4F26-AFED-36E11F50F70B}"/>
                </a:ext>
              </a:extLst>
            </p:cNvPr>
            <p:cNvSpPr txBox="1"/>
            <p:nvPr/>
          </p:nvSpPr>
          <p:spPr>
            <a:xfrm>
              <a:off x="1052423" y="898245"/>
              <a:ext cx="5564038" cy="400110"/>
            </a:xfrm>
            <a:prstGeom prst="rect">
              <a:avLst/>
            </a:prstGeom>
            <a:noFill/>
          </p:spPr>
          <p:txBody>
            <a:bodyPr wrap="square" rtlCol="0">
              <a:spAutoFit/>
            </a:bodyPr>
            <a:lstStyle/>
            <a:p>
              <a:r>
                <a:rPr lang="zh-CN" altLang="en-US" sz="2000" b="1" dirty="0"/>
                <a:t>回退</a:t>
              </a:r>
              <a:r>
                <a:rPr lang="en-US" altLang="zh-CN" sz="2000" b="1" dirty="0"/>
                <a:t>N</a:t>
              </a:r>
              <a:r>
                <a:rPr lang="zh-CN" altLang="en-US" sz="2000" b="1" dirty="0"/>
                <a:t>帧协议</a:t>
              </a:r>
            </a:p>
          </p:txBody>
        </p:sp>
      </p:grpSp>
      <p:grpSp>
        <p:nvGrpSpPr>
          <p:cNvPr id="20" name="组合 19">
            <a:extLst>
              <a:ext uri="{FF2B5EF4-FFF2-40B4-BE49-F238E27FC236}">
                <a16:creationId xmlns:a16="http://schemas.microsoft.com/office/drawing/2014/main" id="{87756F0E-46C2-4571-B23D-C8472E9FD1FB}"/>
              </a:ext>
            </a:extLst>
          </p:cNvPr>
          <p:cNvGrpSpPr/>
          <p:nvPr/>
        </p:nvGrpSpPr>
        <p:grpSpPr>
          <a:xfrm>
            <a:off x="475097" y="1263518"/>
            <a:ext cx="1355161" cy="5114896"/>
            <a:chOff x="475097" y="1263518"/>
            <a:chExt cx="1355161" cy="5114896"/>
          </a:xfrm>
        </p:grpSpPr>
        <p:cxnSp>
          <p:nvCxnSpPr>
            <p:cNvPr id="17" name="直接连接符 16">
              <a:extLst>
                <a:ext uri="{FF2B5EF4-FFF2-40B4-BE49-F238E27FC236}">
                  <a16:creationId xmlns:a16="http://schemas.microsoft.com/office/drawing/2014/main" id="{5A41A17A-7B81-47D8-BDBB-76B8F1AA71D6}"/>
                </a:ext>
              </a:extLst>
            </p:cNvPr>
            <p:cNvCxnSpPr>
              <a:cxnSpLocks/>
            </p:cNvCxnSpPr>
            <p:nvPr/>
          </p:nvCxnSpPr>
          <p:spPr>
            <a:xfrm flipV="1">
              <a:off x="1208367" y="2012996"/>
              <a:ext cx="0" cy="3813858"/>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nvGrpSpPr>
            <p:cNvPr id="9" name="组合 8">
              <a:extLst>
                <a:ext uri="{FF2B5EF4-FFF2-40B4-BE49-F238E27FC236}">
                  <a16:creationId xmlns:a16="http://schemas.microsoft.com/office/drawing/2014/main" id="{A2B5FA1F-35FA-42E7-8D74-E7431B6AAA3C}"/>
                </a:ext>
              </a:extLst>
            </p:cNvPr>
            <p:cNvGrpSpPr/>
            <p:nvPr/>
          </p:nvGrpSpPr>
          <p:grpSpPr>
            <a:xfrm>
              <a:off x="700096" y="5368000"/>
              <a:ext cx="905164" cy="1010414"/>
              <a:chOff x="700096" y="5368000"/>
              <a:chExt cx="905164" cy="1010414"/>
            </a:xfrm>
          </p:grpSpPr>
          <p:pic>
            <p:nvPicPr>
              <p:cNvPr id="214" name="图形 213">
                <a:extLst>
                  <a:ext uri="{FF2B5EF4-FFF2-40B4-BE49-F238E27FC236}">
                    <a16:creationId xmlns:a16="http://schemas.microsoft.com/office/drawing/2014/main" id="{D949CB40-4FF6-4E8C-991B-66D24C6ADF05}"/>
                  </a:ext>
                </a:extLst>
              </p:cNvPr>
              <p:cNvPicPr>
                <a:picLocks noChangeAspect="1"/>
              </p:cNvPicPr>
              <p:nvPr/>
            </p:nvPicPr>
            <p:blipFill>
              <a:blip r:embed="rId5">
                <a:extLst>
                  <a:ext uri="{28A0092B-C50C-407E-A947-70E740481C1C}">
                    <a14:useLocalDpi xmlns:a14="http://schemas.microsoft.com/office/drawing/2010/main" val="0"/>
                  </a:ext>
                  <a:ext uri="{96DAC541-7B7A-43D3-8B79-37D633B846F1}">
                    <asvg:svgBlip xmlns:asvg="http://schemas.microsoft.com/office/drawing/2016/SVG/main" r:embed="rId6"/>
                  </a:ext>
                </a:extLst>
              </a:blip>
              <a:stretch>
                <a:fillRect/>
              </a:stretch>
            </p:blipFill>
            <p:spPr>
              <a:xfrm>
                <a:off x="821271" y="5368000"/>
                <a:ext cx="662814" cy="641082"/>
              </a:xfrm>
              <a:prstGeom prst="rect">
                <a:avLst/>
              </a:prstGeom>
            </p:spPr>
          </p:pic>
          <p:sp>
            <p:nvSpPr>
              <p:cNvPr id="218" name="文本框 217">
                <a:extLst>
                  <a:ext uri="{FF2B5EF4-FFF2-40B4-BE49-F238E27FC236}">
                    <a16:creationId xmlns:a16="http://schemas.microsoft.com/office/drawing/2014/main" id="{584D12FE-712D-432B-A48B-3084189F6B6C}"/>
                  </a:ext>
                </a:extLst>
              </p:cNvPr>
              <p:cNvSpPr txBox="1"/>
              <p:nvPr/>
            </p:nvSpPr>
            <p:spPr>
              <a:xfrm>
                <a:off x="700096" y="6009082"/>
                <a:ext cx="905164" cy="369332"/>
              </a:xfrm>
              <a:prstGeom prst="rect">
                <a:avLst/>
              </a:prstGeom>
              <a:noFill/>
            </p:spPr>
            <p:txBody>
              <a:bodyPr wrap="square" rtlCol="0">
                <a:spAutoFit/>
              </a:bodyPr>
              <a:lstStyle/>
              <a:p>
                <a:r>
                  <a:rPr lang="zh-CN" altLang="en-US" b="1" dirty="0">
                    <a:latin typeface="+mn-ea"/>
                  </a:rPr>
                  <a:t>发送方</a:t>
                </a:r>
              </a:p>
            </p:txBody>
          </p:sp>
        </p:grpSp>
        <p:grpSp>
          <p:nvGrpSpPr>
            <p:cNvPr id="8" name="组合 7">
              <a:extLst>
                <a:ext uri="{FF2B5EF4-FFF2-40B4-BE49-F238E27FC236}">
                  <a16:creationId xmlns:a16="http://schemas.microsoft.com/office/drawing/2014/main" id="{0ACAF080-95D4-4F76-A817-06EA84E449C9}"/>
                </a:ext>
              </a:extLst>
            </p:cNvPr>
            <p:cNvGrpSpPr/>
            <p:nvPr/>
          </p:nvGrpSpPr>
          <p:grpSpPr>
            <a:xfrm>
              <a:off x="878301" y="1263518"/>
              <a:ext cx="905164" cy="1027908"/>
              <a:chOff x="878301" y="1390382"/>
              <a:chExt cx="905164" cy="1027908"/>
            </a:xfrm>
          </p:grpSpPr>
          <p:pic>
            <p:nvPicPr>
              <p:cNvPr id="210" name="图形 209">
                <a:extLst>
                  <a:ext uri="{FF2B5EF4-FFF2-40B4-BE49-F238E27FC236}">
                    <a16:creationId xmlns:a16="http://schemas.microsoft.com/office/drawing/2014/main" id="{61E01467-74F7-469C-BAD5-DFFB1234E440}"/>
                  </a:ext>
                </a:extLst>
              </p:cNvPr>
              <p:cNvPicPr>
                <a:picLocks noChangeAspect="1"/>
              </p:cNvPicPr>
              <p:nvPr/>
            </p:nvPicPr>
            <p:blipFill>
              <a:blip r:embed="rId7">
                <a:extLst>
                  <a:ext uri="{28A0092B-C50C-407E-A947-70E740481C1C}">
                    <a14:useLocalDpi xmlns:a14="http://schemas.microsoft.com/office/drawing/2010/main" val="0"/>
                  </a:ext>
                  <a:ext uri="{96DAC541-7B7A-43D3-8B79-37D633B846F1}">
                    <asvg:svgBlip xmlns:asvg="http://schemas.microsoft.com/office/drawing/2016/SVG/main" r:embed="rId8"/>
                  </a:ext>
                </a:extLst>
              </a:blip>
              <a:stretch>
                <a:fillRect/>
              </a:stretch>
            </p:blipFill>
            <p:spPr>
              <a:xfrm>
                <a:off x="984826" y="1759714"/>
                <a:ext cx="501772" cy="658576"/>
              </a:xfrm>
              <a:prstGeom prst="rect">
                <a:avLst/>
              </a:prstGeom>
            </p:spPr>
          </p:pic>
          <p:sp>
            <p:nvSpPr>
              <p:cNvPr id="219" name="文本框 218">
                <a:extLst>
                  <a:ext uri="{FF2B5EF4-FFF2-40B4-BE49-F238E27FC236}">
                    <a16:creationId xmlns:a16="http://schemas.microsoft.com/office/drawing/2014/main" id="{B105E330-42F6-4FA8-914C-123FFA0756D5}"/>
                  </a:ext>
                </a:extLst>
              </p:cNvPr>
              <p:cNvSpPr txBox="1"/>
              <p:nvPr/>
            </p:nvSpPr>
            <p:spPr>
              <a:xfrm>
                <a:off x="878301" y="1390382"/>
                <a:ext cx="905164" cy="369332"/>
              </a:xfrm>
              <a:prstGeom prst="rect">
                <a:avLst/>
              </a:prstGeom>
              <a:noFill/>
            </p:spPr>
            <p:txBody>
              <a:bodyPr wrap="square" rtlCol="0">
                <a:spAutoFit/>
              </a:bodyPr>
              <a:lstStyle/>
              <a:p>
                <a:r>
                  <a:rPr lang="zh-CN" altLang="en-US" b="1" dirty="0">
                    <a:latin typeface="+mn-ea"/>
                  </a:rPr>
                  <a:t>接收方</a:t>
                </a:r>
              </a:p>
            </p:txBody>
          </p:sp>
        </p:grpSp>
        <p:sp>
          <p:nvSpPr>
            <p:cNvPr id="57" name="云形 56">
              <a:extLst>
                <a:ext uri="{FF2B5EF4-FFF2-40B4-BE49-F238E27FC236}">
                  <a16:creationId xmlns:a16="http://schemas.microsoft.com/office/drawing/2014/main" id="{8D58A5DA-48AF-4D62-A0E1-92B6F8CBE1F4}"/>
                </a:ext>
              </a:extLst>
            </p:cNvPr>
            <p:cNvSpPr/>
            <p:nvPr/>
          </p:nvSpPr>
          <p:spPr>
            <a:xfrm>
              <a:off x="475097" y="3429014"/>
              <a:ext cx="1355161" cy="801398"/>
            </a:xfrm>
            <a:prstGeom prst="cloud">
              <a:avLst/>
            </a:prstGeom>
            <a:solidFill>
              <a:schemeClr val="bg1">
                <a:lumMod val="85000"/>
              </a:schemeClr>
            </a:solidFill>
            <a:ln>
              <a:solidFill>
                <a:schemeClr val="bg1">
                  <a:lumMod val="85000"/>
                </a:schemeClr>
              </a:solidFill>
            </a:ln>
          </p:spPr>
          <p:style>
            <a:lnRef idx="2">
              <a:schemeClr val="accent3">
                <a:shade val="50000"/>
              </a:schemeClr>
            </a:lnRef>
            <a:fillRef idx="1">
              <a:schemeClr val="accent3"/>
            </a:fillRef>
            <a:effectRef idx="0">
              <a:schemeClr val="accent3"/>
            </a:effectRef>
            <a:fontRef idx="minor">
              <a:schemeClr val="lt1"/>
            </a:fontRef>
          </p:style>
          <p:txBody>
            <a:bodyPr rtlCol="0" anchor="ctr"/>
            <a:lstStyle/>
            <a:p>
              <a:pPr algn="ctr"/>
              <a:r>
                <a:rPr lang="zh-CN" altLang="en-US" b="1" dirty="0">
                  <a:solidFill>
                    <a:schemeClr val="tx1"/>
                  </a:solidFill>
                  <a:latin typeface="+mn-ea"/>
                </a:rPr>
                <a:t>因特网</a:t>
              </a:r>
            </a:p>
          </p:txBody>
        </p:sp>
      </p:grpSp>
      <p:graphicFrame>
        <p:nvGraphicFramePr>
          <p:cNvPr id="21" name="表格 21">
            <a:extLst>
              <a:ext uri="{FF2B5EF4-FFF2-40B4-BE49-F238E27FC236}">
                <a16:creationId xmlns:a16="http://schemas.microsoft.com/office/drawing/2014/main" id="{CE497585-4F97-4F44-9ABE-D7BBA16B40E0}"/>
              </a:ext>
            </a:extLst>
          </p:cNvPr>
          <p:cNvGraphicFramePr>
            <a:graphicFrameLocks noGrp="1"/>
          </p:cNvGraphicFramePr>
          <p:nvPr/>
        </p:nvGraphicFramePr>
        <p:xfrm>
          <a:off x="2302929" y="5557308"/>
          <a:ext cx="9067800" cy="370840"/>
        </p:xfrm>
        <a:graphic>
          <a:graphicData uri="http://schemas.openxmlformats.org/drawingml/2006/table">
            <a:tbl>
              <a:tblPr firstRow="1" bandRow="1">
                <a:tableStyleId>{5C22544A-7EE6-4342-B048-85BDC9FD1C3A}</a:tableStyleId>
              </a:tblPr>
              <a:tblGrid>
                <a:gridCol w="755650">
                  <a:extLst>
                    <a:ext uri="{9D8B030D-6E8A-4147-A177-3AD203B41FA5}">
                      <a16:colId xmlns:a16="http://schemas.microsoft.com/office/drawing/2014/main" val="877486509"/>
                    </a:ext>
                  </a:extLst>
                </a:gridCol>
                <a:gridCol w="755650">
                  <a:extLst>
                    <a:ext uri="{9D8B030D-6E8A-4147-A177-3AD203B41FA5}">
                      <a16:colId xmlns:a16="http://schemas.microsoft.com/office/drawing/2014/main" val="3548605817"/>
                    </a:ext>
                  </a:extLst>
                </a:gridCol>
                <a:gridCol w="755650">
                  <a:extLst>
                    <a:ext uri="{9D8B030D-6E8A-4147-A177-3AD203B41FA5}">
                      <a16:colId xmlns:a16="http://schemas.microsoft.com/office/drawing/2014/main" val="2881812895"/>
                    </a:ext>
                  </a:extLst>
                </a:gridCol>
                <a:gridCol w="755650">
                  <a:extLst>
                    <a:ext uri="{9D8B030D-6E8A-4147-A177-3AD203B41FA5}">
                      <a16:colId xmlns:a16="http://schemas.microsoft.com/office/drawing/2014/main" val="3682284582"/>
                    </a:ext>
                  </a:extLst>
                </a:gridCol>
                <a:gridCol w="755650">
                  <a:extLst>
                    <a:ext uri="{9D8B030D-6E8A-4147-A177-3AD203B41FA5}">
                      <a16:colId xmlns:a16="http://schemas.microsoft.com/office/drawing/2014/main" val="500127722"/>
                    </a:ext>
                  </a:extLst>
                </a:gridCol>
                <a:gridCol w="755650">
                  <a:extLst>
                    <a:ext uri="{9D8B030D-6E8A-4147-A177-3AD203B41FA5}">
                      <a16:colId xmlns:a16="http://schemas.microsoft.com/office/drawing/2014/main" val="2946259618"/>
                    </a:ext>
                  </a:extLst>
                </a:gridCol>
                <a:gridCol w="755650">
                  <a:extLst>
                    <a:ext uri="{9D8B030D-6E8A-4147-A177-3AD203B41FA5}">
                      <a16:colId xmlns:a16="http://schemas.microsoft.com/office/drawing/2014/main" val="171501986"/>
                    </a:ext>
                  </a:extLst>
                </a:gridCol>
                <a:gridCol w="755650">
                  <a:extLst>
                    <a:ext uri="{9D8B030D-6E8A-4147-A177-3AD203B41FA5}">
                      <a16:colId xmlns:a16="http://schemas.microsoft.com/office/drawing/2014/main" val="1667185265"/>
                    </a:ext>
                  </a:extLst>
                </a:gridCol>
                <a:gridCol w="755650">
                  <a:extLst>
                    <a:ext uri="{9D8B030D-6E8A-4147-A177-3AD203B41FA5}">
                      <a16:colId xmlns:a16="http://schemas.microsoft.com/office/drawing/2014/main" val="4258211808"/>
                    </a:ext>
                  </a:extLst>
                </a:gridCol>
                <a:gridCol w="755650">
                  <a:extLst>
                    <a:ext uri="{9D8B030D-6E8A-4147-A177-3AD203B41FA5}">
                      <a16:colId xmlns:a16="http://schemas.microsoft.com/office/drawing/2014/main" val="1794200575"/>
                    </a:ext>
                  </a:extLst>
                </a:gridCol>
                <a:gridCol w="755650">
                  <a:extLst>
                    <a:ext uri="{9D8B030D-6E8A-4147-A177-3AD203B41FA5}">
                      <a16:colId xmlns:a16="http://schemas.microsoft.com/office/drawing/2014/main" val="4230716487"/>
                    </a:ext>
                  </a:extLst>
                </a:gridCol>
                <a:gridCol w="755650">
                  <a:extLst>
                    <a:ext uri="{9D8B030D-6E8A-4147-A177-3AD203B41FA5}">
                      <a16:colId xmlns:a16="http://schemas.microsoft.com/office/drawing/2014/main" val="56153739"/>
                    </a:ext>
                  </a:extLst>
                </a:gridCol>
              </a:tblGrid>
              <a:tr h="370840">
                <a:tc>
                  <a:txBody>
                    <a:bodyPr/>
                    <a:lstStyle/>
                    <a:p>
                      <a:pPr algn="ctr"/>
                      <a:r>
                        <a:rPr lang="en-US" altLang="zh-CN" dirty="0">
                          <a:solidFill>
                            <a:schemeClr val="tx1"/>
                          </a:solidFill>
                          <a:latin typeface="Arial Black" panose="020B0A04020102020204" pitchFamily="34" charset="0"/>
                        </a:rPr>
                        <a:t>0</a:t>
                      </a:r>
                      <a:endParaRPr lang="zh-CN" altLang="en-US" dirty="0">
                        <a:solidFill>
                          <a:schemeClr val="tx1"/>
                        </a:solidFill>
                        <a:latin typeface="Arial Black" panose="020B0A04020102020204" pitchFamily="34" charset="0"/>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ctr"/>
                      <a:r>
                        <a:rPr lang="en-US" altLang="zh-CN" dirty="0">
                          <a:solidFill>
                            <a:schemeClr val="tx1"/>
                          </a:solidFill>
                          <a:latin typeface="Arial Black" panose="020B0A04020102020204" pitchFamily="34" charset="0"/>
                        </a:rPr>
                        <a:t>1</a:t>
                      </a:r>
                      <a:endParaRPr lang="zh-CN" altLang="en-US" dirty="0">
                        <a:solidFill>
                          <a:schemeClr val="tx1"/>
                        </a:solidFill>
                        <a:latin typeface="Arial Black" panose="020B0A04020102020204" pitchFamily="34" charset="0"/>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ctr"/>
                      <a:r>
                        <a:rPr lang="en-US" altLang="zh-CN" dirty="0">
                          <a:solidFill>
                            <a:schemeClr val="tx1"/>
                          </a:solidFill>
                          <a:latin typeface="Arial Black" panose="020B0A04020102020204" pitchFamily="34" charset="0"/>
                        </a:rPr>
                        <a:t>2</a:t>
                      </a:r>
                      <a:endParaRPr lang="zh-CN" altLang="en-US" dirty="0">
                        <a:solidFill>
                          <a:schemeClr val="tx1"/>
                        </a:solidFill>
                        <a:latin typeface="Arial Black" panose="020B0A04020102020204" pitchFamily="34" charset="0"/>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ctr"/>
                      <a:r>
                        <a:rPr lang="en-US" altLang="zh-CN" dirty="0">
                          <a:solidFill>
                            <a:schemeClr val="tx1"/>
                          </a:solidFill>
                          <a:latin typeface="Arial Black" panose="020B0A04020102020204" pitchFamily="34" charset="0"/>
                        </a:rPr>
                        <a:t>3</a:t>
                      </a:r>
                      <a:endParaRPr lang="zh-CN" altLang="en-US" dirty="0">
                        <a:solidFill>
                          <a:schemeClr val="tx1"/>
                        </a:solidFill>
                        <a:latin typeface="Arial Black" panose="020B0A04020102020204" pitchFamily="34" charset="0"/>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ctr"/>
                      <a:r>
                        <a:rPr lang="en-US" altLang="zh-CN" dirty="0">
                          <a:solidFill>
                            <a:schemeClr val="tx1"/>
                          </a:solidFill>
                          <a:latin typeface="Arial Black" panose="020B0A04020102020204" pitchFamily="34" charset="0"/>
                        </a:rPr>
                        <a:t>4</a:t>
                      </a:r>
                      <a:endParaRPr lang="zh-CN" altLang="en-US" dirty="0">
                        <a:solidFill>
                          <a:schemeClr val="tx1"/>
                        </a:solidFill>
                        <a:latin typeface="Arial Black" panose="020B0A04020102020204" pitchFamily="34" charset="0"/>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ctr"/>
                      <a:r>
                        <a:rPr lang="en-US" altLang="zh-CN" dirty="0">
                          <a:solidFill>
                            <a:schemeClr val="tx1"/>
                          </a:solidFill>
                          <a:latin typeface="Arial Black" panose="020B0A04020102020204" pitchFamily="34" charset="0"/>
                        </a:rPr>
                        <a:t>5</a:t>
                      </a:r>
                      <a:endParaRPr lang="zh-CN" altLang="en-US" dirty="0">
                        <a:solidFill>
                          <a:schemeClr val="tx1"/>
                        </a:solidFill>
                        <a:latin typeface="Arial Black" panose="020B0A04020102020204" pitchFamily="34" charset="0"/>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ctr"/>
                      <a:r>
                        <a:rPr lang="en-US" altLang="zh-CN" dirty="0">
                          <a:solidFill>
                            <a:schemeClr val="tx1"/>
                          </a:solidFill>
                          <a:latin typeface="Arial Black" panose="020B0A04020102020204" pitchFamily="34" charset="0"/>
                        </a:rPr>
                        <a:t>6</a:t>
                      </a:r>
                      <a:endParaRPr lang="zh-CN" altLang="en-US" dirty="0">
                        <a:solidFill>
                          <a:schemeClr val="tx1"/>
                        </a:solidFill>
                        <a:latin typeface="Arial Black" panose="020B0A04020102020204" pitchFamily="34" charset="0"/>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ctr"/>
                      <a:r>
                        <a:rPr lang="en-US" altLang="zh-CN" dirty="0">
                          <a:solidFill>
                            <a:schemeClr val="tx1"/>
                          </a:solidFill>
                          <a:latin typeface="Arial Black" panose="020B0A04020102020204" pitchFamily="34" charset="0"/>
                        </a:rPr>
                        <a:t>7</a:t>
                      </a:r>
                      <a:endParaRPr lang="zh-CN" altLang="en-US" dirty="0">
                        <a:solidFill>
                          <a:schemeClr val="tx1"/>
                        </a:solidFill>
                        <a:latin typeface="Arial Black" panose="020B0A04020102020204" pitchFamily="34" charset="0"/>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ctr"/>
                      <a:r>
                        <a:rPr lang="en-US" altLang="zh-CN" dirty="0">
                          <a:solidFill>
                            <a:schemeClr val="tx1"/>
                          </a:solidFill>
                          <a:latin typeface="Arial Black" panose="020B0A04020102020204" pitchFamily="34" charset="0"/>
                        </a:rPr>
                        <a:t>0</a:t>
                      </a:r>
                      <a:endParaRPr lang="zh-CN" altLang="en-US" dirty="0">
                        <a:solidFill>
                          <a:schemeClr val="tx1"/>
                        </a:solidFill>
                        <a:latin typeface="Arial Black" panose="020B0A04020102020204" pitchFamily="34" charset="0"/>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ctr"/>
                      <a:r>
                        <a:rPr lang="en-US" altLang="zh-CN" dirty="0">
                          <a:solidFill>
                            <a:schemeClr val="tx1"/>
                          </a:solidFill>
                          <a:latin typeface="Arial Black" panose="020B0A04020102020204" pitchFamily="34" charset="0"/>
                        </a:rPr>
                        <a:t>1</a:t>
                      </a:r>
                      <a:endParaRPr lang="zh-CN" altLang="en-US" dirty="0">
                        <a:solidFill>
                          <a:schemeClr val="tx1"/>
                        </a:solidFill>
                        <a:latin typeface="Arial Black" panose="020B0A04020102020204" pitchFamily="34" charset="0"/>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ctr"/>
                      <a:r>
                        <a:rPr lang="en-US" altLang="zh-CN" dirty="0">
                          <a:solidFill>
                            <a:schemeClr val="tx1"/>
                          </a:solidFill>
                          <a:latin typeface="Arial Black" panose="020B0A04020102020204" pitchFamily="34" charset="0"/>
                        </a:rPr>
                        <a:t>2</a:t>
                      </a:r>
                      <a:endParaRPr lang="zh-CN" altLang="en-US" dirty="0">
                        <a:solidFill>
                          <a:schemeClr val="tx1"/>
                        </a:solidFill>
                        <a:latin typeface="Arial Black" panose="020B0A04020102020204" pitchFamily="34" charset="0"/>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ctr"/>
                      <a:r>
                        <a:rPr lang="en-US" altLang="zh-CN" dirty="0">
                          <a:solidFill>
                            <a:schemeClr val="tx1"/>
                          </a:solidFill>
                          <a:latin typeface="Arial Black" panose="020B0A04020102020204" pitchFamily="34" charset="0"/>
                        </a:rPr>
                        <a:t>…</a:t>
                      </a:r>
                      <a:endParaRPr lang="zh-CN" altLang="en-US" dirty="0">
                        <a:solidFill>
                          <a:schemeClr val="tx1"/>
                        </a:solidFill>
                        <a:latin typeface="Arial Black" panose="020B0A04020102020204" pitchFamily="34" charset="0"/>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extLst>
                  <a:ext uri="{0D108BD9-81ED-4DB2-BD59-A6C34878D82A}">
                    <a16:rowId xmlns:a16="http://schemas.microsoft.com/office/drawing/2014/main" val="316235763"/>
                  </a:ext>
                </a:extLst>
              </a:tr>
            </a:tbl>
          </a:graphicData>
        </a:graphic>
      </p:graphicFrame>
      <p:graphicFrame>
        <p:nvGraphicFramePr>
          <p:cNvPr id="68" name="表格 21">
            <a:extLst>
              <a:ext uri="{FF2B5EF4-FFF2-40B4-BE49-F238E27FC236}">
                <a16:creationId xmlns:a16="http://schemas.microsoft.com/office/drawing/2014/main" id="{D9B4273D-C94E-42E6-A39B-908C6FA1D8AF}"/>
              </a:ext>
            </a:extLst>
          </p:cNvPr>
          <p:cNvGraphicFramePr>
            <a:graphicFrameLocks noGrp="1"/>
          </p:cNvGraphicFramePr>
          <p:nvPr/>
        </p:nvGraphicFramePr>
        <p:xfrm>
          <a:off x="2302929" y="1827576"/>
          <a:ext cx="9067800" cy="370840"/>
        </p:xfrm>
        <a:graphic>
          <a:graphicData uri="http://schemas.openxmlformats.org/drawingml/2006/table">
            <a:tbl>
              <a:tblPr firstRow="1" bandRow="1">
                <a:tableStyleId>{5C22544A-7EE6-4342-B048-85BDC9FD1C3A}</a:tableStyleId>
              </a:tblPr>
              <a:tblGrid>
                <a:gridCol w="755650">
                  <a:extLst>
                    <a:ext uri="{9D8B030D-6E8A-4147-A177-3AD203B41FA5}">
                      <a16:colId xmlns:a16="http://schemas.microsoft.com/office/drawing/2014/main" val="877486509"/>
                    </a:ext>
                  </a:extLst>
                </a:gridCol>
                <a:gridCol w="755650">
                  <a:extLst>
                    <a:ext uri="{9D8B030D-6E8A-4147-A177-3AD203B41FA5}">
                      <a16:colId xmlns:a16="http://schemas.microsoft.com/office/drawing/2014/main" val="3548605817"/>
                    </a:ext>
                  </a:extLst>
                </a:gridCol>
                <a:gridCol w="755650">
                  <a:extLst>
                    <a:ext uri="{9D8B030D-6E8A-4147-A177-3AD203B41FA5}">
                      <a16:colId xmlns:a16="http://schemas.microsoft.com/office/drawing/2014/main" val="2881812895"/>
                    </a:ext>
                  </a:extLst>
                </a:gridCol>
                <a:gridCol w="755650">
                  <a:extLst>
                    <a:ext uri="{9D8B030D-6E8A-4147-A177-3AD203B41FA5}">
                      <a16:colId xmlns:a16="http://schemas.microsoft.com/office/drawing/2014/main" val="3682284582"/>
                    </a:ext>
                  </a:extLst>
                </a:gridCol>
                <a:gridCol w="755650">
                  <a:extLst>
                    <a:ext uri="{9D8B030D-6E8A-4147-A177-3AD203B41FA5}">
                      <a16:colId xmlns:a16="http://schemas.microsoft.com/office/drawing/2014/main" val="500127722"/>
                    </a:ext>
                  </a:extLst>
                </a:gridCol>
                <a:gridCol w="755650">
                  <a:extLst>
                    <a:ext uri="{9D8B030D-6E8A-4147-A177-3AD203B41FA5}">
                      <a16:colId xmlns:a16="http://schemas.microsoft.com/office/drawing/2014/main" val="2946259618"/>
                    </a:ext>
                  </a:extLst>
                </a:gridCol>
                <a:gridCol w="755650">
                  <a:extLst>
                    <a:ext uri="{9D8B030D-6E8A-4147-A177-3AD203B41FA5}">
                      <a16:colId xmlns:a16="http://schemas.microsoft.com/office/drawing/2014/main" val="171501986"/>
                    </a:ext>
                  </a:extLst>
                </a:gridCol>
                <a:gridCol w="755650">
                  <a:extLst>
                    <a:ext uri="{9D8B030D-6E8A-4147-A177-3AD203B41FA5}">
                      <a16:colId xmlns:a16="http://schemas.microsoft.com/office/drawing/2014/main" val="1667185265"/>
                    </a:ext>
                  </a:extLst>
                </a:gridCol>
                <a:gridCol w="755650">
                  <a:extLst>
                    <a:ext uri="{9D8B030D-6E8A-4147-A177-3AD203B41FA5}">
                      <a16:colId xmlns:a16="http://schemas.microsoft.com/office/drawing/2014/main" val="4258211808"/>
                    </a:ext>
                  </a:extLst>
                </a:gridCol>
                <a:gridCol w="755650">
                  <a:extLst>
                    <a:ext uri="{9D8B030D-6E8A-4147-A177-3AD203B41FA5}">
                      <a16:colId xmlns:a16="http://schemas.microsoft.com/office/drawing/2014/main" val="1794200575"/>
                    </a:ext>
                  </a:extLst>
                </a:gridCol>
                <a:gridCol w="755650">
                  <a:extLst>
                    <a:ext uri="{9D8B030D-6E8A-4147-A177-3AD203B41FA5}">
                      <a16:colId xmlns:a16="http://schemas.microsoft.com/office/drawing/2014/main" val="4230716487"/>
                    </a:ext>
                  </a:extLst>
                </a:gridCol>
                <a:gridCol w="755650">
                  <a:extLst>
                    <a:ext uri="{9D8B030D-6E8A-4147-A177-3AD203B41FA5}">
                      <a16:colId xmlns:a16="http://schemas.microsoft.com/office/drawing/2014/main" val="56153739"/>
                    </a:ext>
                  </a:extLst>
                </a:gridCol>
              </a:tblGrid>
              <a:tr h="370840">
                <a:tc>
                  <a:txBody>
                    <a:bodyPr/>
                    <a:lstStyle/>
                    <a:p>
                      <a:pPr algn="ctr"/>
                      <a:r>
                        <a:rPr lang="en-US" altLang="zh-CN" dirty="0">
                          <a:solidFill>
                            <a:schemeClr val="tx1"/>
                          </a:solidFill>
                          <a:latin typeface="Arial Black" panose="020B0A04020102020204" pitchFamily="34" charset="0"/>
                        </a:rPr>
                        <a:t>0</a:t>
                      </a:r>
                      <a:endParaRPr lang="zh-CN" altLang="en-US" dirty="0">
                        <a:solidFill>
                          <a:schemeClr val="tx1"/>
                        </a:solidFill>
                        <a:latin typeface="Arial Black" panose="020B0A04020102020204" pitchFamily="34" charset="0"/>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ctr"/>
                      <a:r>
                        <a:rPr lang="en-US" altLang="zh-CN" dirty="0">
                          <a:solidFill>
                            <a:schemeClr val="tx1"/>
                          </a:solidFill>
                          <a:latin typeface="Arial Black" panose="020B0A04020102020204" pitchFamily="34" charset="0"/>
                        </a:rPr>
                        <a:t>1</a:t>
                      </a:r>
                      <a:endParaRPr lang="zh-CN" altLang="en-US" dirty="0">
                        <a:solidFill>
                          <a:schemeClr val="tx1"/>
                        </a:solidFill>
                        <a:latin typeface="Arial Black" panose="020B0A04020102020204" pitchFamily="34" charset="0"/>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ctr"/>
                      <a:r>
                        <a:rPr lang="en-US" altLang="zh-CN" dirty="0">
                          <a:solidFill>
                            <a:schemeClr val="tx1"/>
                          </a:solidFill>
                          <a:latin typeface="Arial Black" panose="020B0A04020102020204" pitchFamily="34" charset="0"/>
                        </a:rPr>
                        <a:t>2</a:t>
                      </a:r>
                      <a:endParaRPr lang="zh-CN" altLang="en-US" dirty="0">
                        <a:solidFill>
                          <a:schemeClr val="tx1"/>
                        </a:solidFill>
                        <a:latin typeface="Arial Black" panose="020B0A04020102020204" pitchFamily="34" charset="0"/>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ctr"/>
                      <a:r>
                        <a:rPr lang="en-US" altLang="zh-CN" dirty="0">
                          <a:solidFill>
                            <a:schemeClr val="tx1"/>
                          </a:solidFill>
                          <a:latin typeface="Arial Black" panose="020B0A04020102020204" pitchFamily="34" charset="0"/>
                        </a:rPr>
                        <a:t>3</a:t>
                      </a:r>
                      <a:endParaRPr lang="zh-CN" altLang="en-US" dirty="0">
                        <a:solidFill>
                          <a:schemeClr val="tx1"/>
                        </a:solidFill>
                        <a:latin typeface="Arial Black" panose="020B0A04020102020204" pitchFamily="34" charset="0"/>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ctr"/>
                      <a:r>
                        <a:rPr lang="en-US" altLang="zh-CN" dirty="0">
                          <a:solidFill>
                            <a:schemeClr val="tx1"/>
                          </a:solidFill>
                          <a:latin typeface="Arial Black" panose="020B0A04020102020204" pitchFamily="34" charset="0"/>
                        </a:rPr>
                        <a:t>4</a:t>
                      </a:r>
                      <a:endParaRPr lang="zh-CN" altLang="en-US" dirty="0">
                        <a:solidFill>
                          <a:schemeClr val="tx1"/>
                        </a:solidFill>
                        <a:latin typeface="Arial Black" panose="020B0A04020102020204" pitchFamily="34" charset="0"/>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ctr"/>
                      <a:r>
                        <a:rPr lang="en-US" altLang="zh-CN" dirty="0">
                          <a:solidFill>
                            <a:schemeClr val="tx1"/>
                          </a:solidFill>
                          <a:latin typeface="Arial Black" panose="020B0A04020102020204" pitchFamily="34" charset="0"/>
                        </a:rPr>
                        <a:t>5</a:t>
                      </a:r>
                      <a:endParaRPr lang="zh-CN" altLang="en-US" dirty="0">
                        <a:solidFill>
                          <a:schemeClr val="tx1"/>
                        </a:solidFill>
                        <a:latin typeface="Arial Black" panose="020B0A04020102020204" pitchFamily="34" charset="0"/>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ctr"/>
                      <a:r>
                        <a:rPr lang="en-US" altLang="zh-CN" dirty="0">
                          <a:solidFill>
                            <a:schemeClr val="tx1"/>
                          </a:solidFill>
                          <a:latin typeface="Arial Black" panose="020B0A04020102020204" pitchFamily="34" charset="0"/>
                        </a:rPr>
                        <a:t>6</a:t>
                      </a:r>
                      <a:endParaRPr lang="zh-CN" altLang="en-US" dirty="0">
                        <a:solidFill>
                          <a:schemeClr val="tx1"/>
                        </a:solidFill>
                        <a:latin typeface="Arial Black" panose="020B0A04020102020204" pitchFamily="34" charset="0"/>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ctr"/>
                      <a:r>
                        <a:rPr lang="en-US" altLang="zh-CN" dirty="0">
                          <a:solidFill>
                            <a:schemeClr val="tx1"/>
                          </a:solidFill>
                          <a:latin typeface="Arial Black" panose="020B0A04020102020204" pitchFamily="34" charset="0"/>
                        </a:rPr>
                        <a:t>7</a:t>
                      </a:r>
                      <a:endParaRPr lang="zh-CN" altLang="en-US" dirty="0">
                        <a:solidFill>
                          <a:schemeClr val="tx1"/>
                        </a:solidFill>
                        <a:latin typeface="Arial Black" panose="020B0A04020102020204" pitchFamily="34" charset="0"/>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ctr"/>
                      <a:r>
                        <a:rPr lang="en-US" altLang="zh-CN" dirty="0">
                          <a:solidFill>
                            <a:schemeClr val="tx1"/>
                          </a:solidFill>
                          <a:latin typeface="Arial Black" panose="020B0A04020102020204" pitchFamily="34" charset="0"/>
                        </a:rPr>
                        <a:t>0</a:t>
                      </a:r>
                      <a:endParaRPr lang="zh-CN" altLang="en-US" dirty="0">
                        <a:solidFill>
                          <a:schemeClr val="tx1"/>
                        </a:solidFill>
                        <a:latin typeface="Arial Black" panose="020B0A04020102020204" pitchFamily="34" charset="0"/>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ctr"/>
                      <a:r>
                        <a:rPr lang="en-US" altLang="zh-CN" dirty="0">
                          <a:solidFill>
                            <a:schemeClr val="tx1"/>
                          </a:solidFill>
                          <a:latin typeface="Arial Black" panose="020B0A04020102020204" pitchFamily="34" charset="0"/>
                        </a:rPr>
                        <a:t>1</a:t>
                      </a:r>
                      <a:endParaRPr lang="zh-CN" altLang="en-US" dirty="0">
                        <a:solidFill>
                          <a:schemeClr val="tx1"/>
                        </a:solidFill>
                        <a:latin typeface="Arial Black" panose="020B0A04020102020204" pitchFamily="34" charset="0"/>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ctr"/>
                      <a:r>
                        <a:rPr lang="en-US" altLang="zh-CN" dirty="0">
                          <a:solidFill>
                            <a:schemeClr val="tx1"/>
                          </a:solidFill>
                          <a:latin typeface="Arial Black" panose="020B0A04020102020204" pitchFamily="34" charset="0"/>
                        </a:rPr>
                        <a:t>2</a:t>
                      </a:r>
                      <a:endParaRPr lang="zh-CN" altLang="en-US" dirty="0">
                        <a:solidFill>
                          <a:schemeClr val="tx1"/>
                        </a:solidFill>
                        <a:latin typeface="Arial Black" panose="020B0A04020102020204" pitchFamily="34" charset="0"/>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ctr"/>
                      <a:r>
                        <a:rPr lang="en-US" altLang="zh-CN" dirty="0">
                          <a:solidFill>
                            <a:schemeClr val="tx1"/>
                          </a:solidFill>
                          <a:latin typeface="Arial Black" panose="020B0A04020102020204" pitchFamily="34" charset="0"/>
                        </a:rPr>
                        <a:t>…</a:t>
                      </a:r>
                      <a:endParaRPr lang="zh-CN" altLang="en-US" dirty="0">
                        <a:solidFill>
                          <a:schemeClr val="tx1"/>
                        </a:solidFill>
                        <a:latin typeface="Arial Black" panose="020B0A04020102020204" pitchFamily="34" charset="0"/>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extLst>
                  <a:ext uri="{0D108BD9-81ED-4DB2-BD59-A6C34878D82A}">
                    <a16:rowId xmlns:a16="http://schemas.microsoft.com/office/drawing/2014/main" val="316235763"/>
                  </a:ext>
                </a:extLst>
              </a:tr>
            </a:tbl>
          </a:graphicData>
        </a:graphic>
      </p:graphicFrame>
      <p:sp>
        <p:nvSpPr>
          <p:cNvPr id="49" name="íşlïḍè">
            <a:extLst>
              <a:ext uri="{FF2B5EF4-FFF2-40B4-BE49-F238E27FC236}">
                <a16:creationId xmlns:a16="http://schemas.microsoft.com/office/drawing/2014/main" id="{84B44B39-A1BD-4956-A1BF-ECB7ACDDA058}"/>
              </a:ext>
            </a:extLst>
          </p:cNvPr>
          <p:cNvSpPr txBox="1"/>
          <p:nvPr/>
        </p:nvSpPr>
        <p:spPr>
          <a:xfrm>
            <a:off x="3835285" y="3287898"/>
            <a:ext cx="4525886" cy="602502"/>
          </a:xfrm>
          <a:prstGeom prst="rect">
            <a:avLst/>
          </a:prstGeom>
          <a:noFill/>
        </p:spPr>
        <p:txBody>
          <a:bodyPr wrap="square" lIns="91440" tIns="45720" rIns="91440" bIns="45720" anchor="ctr">
            <a:noAutofit/>
          </a:bodyPr>
          <a:lstStyle/>
          <a:p>
            <a:pPr algn="ctr"/>
            <a:r>
              <a:rPr lang="zh-CN" altLang="en-US" sz="2800" b="1" dirty="0"/>
              <a:t>超时重传、回退</a:t>
            </a:r>
            <a:r>
              <a:rPr lang="en-US" altLang="zh-CN" sz="2800" b="1" dirty="0"/>
              <a:t>N</a:t>
            </a:r>
            <a:r>
              <a:rPr lang="zh-CN" altLang="en-US" sz="2800" b="1" dirty="0"/>
              <a:t>帧的情况</a:t>
            </a:r>
            <a:endParaRPr lang="en-US" altLang="zh-CN" sz="2800" b="1" dirty="0"/>
          </a:p>
        </p:txBody>
      </p:sp>
      <p:sp>
        <p:nvSpPr>
          <p:cNvPr id="13" name="矩形 12">
            <a:extLst>
              <a:ext uri="{FF2B5EF4-FFF2-40B4-BE49-F238E27FC236}">
                <a16:creationId xmlns:a16="http://schemas.microsoft.com/office/drawing/2014/main" id="{14642CA0-C4C4-44A5-BD3D-9FB5C2470514}"/>
              </a:ext>
            </a:extLst>
          </p:cNvPr>
          <p:cNvSpPr/>
          <p:nvPr/>
        </p:nvSpPr>
        <p:spPr>
          <a:xfrm>
            <a:off x="2300222" y="5537182"/>
            <a:ext cx="3780000" cy="390966"/>
          </a:xfrm>
          <a:prstGeom prst="rect">
            <a:avLst/>
          </a:prstGeom>
          <a:solidFill>
            <a:schemeClr val="accent3">
              <a:alpha val="74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grpSp>
        <p:nvGrpSpPr>
          <p:cNvPr id="12" name="组合 11">
            <a:extLst>
              <a:ext uri="{FF2B5EF4-FFF2-40B4-BE49-F238E27FC236}">
                <a16:creationId xmlns:a16="http://schemas.microsoft.com/office/drawing/2014/main" id="{BD1C9B59-7A33-4A51-A8B0-60FD5AD68A8D}"/>
              </a:ext>
            </a:extLst>
          </p:cNvPr>
          <p:cNvGrpSpPr/>
          <p:nvPr/>
        </p:nvGrpSpPr>
        <p:grpSpPr>
          <a:xfrm>
            <a:off x="1251044" y="2295088"/>
            <a:ext cx="708432" cy="532527"/>
            <a:chOff x="1251044" y="2295088"/>
            <a:chExt cx="708432" cy="532527"/>
          </a:xfrm>
        </p:grpSpPr>
        <p:sp>
          <p:nvSpPr>
            <p:cNvPr id="51" name="矩形 50">
              <a:extLst>
                <a:ext uri="{FF2B5EF4-FFF2-40B4-BE49-F238E27FC236}">
                  <a16:creationId xmlns:a16="http://schemas.microsoft.com/office/drawing/2014/main" id="{3934A53B-F179-4AE5-8C40-09CC755FD35B}"/>
                </a:ext>
              </a:extLst>
            </p:cNvPr>
            <p:cNvSpPr/>
            <p:nvPr/>
          </p:nvSpPr>
          <p:spPr>
            <a:xfrm>
              <a:off x="1251044" y="2557332"/>
              <a:ext cx="708432" cy="270283"/>
            </a:xfrm>
            <a:prstGeom prst="rect">
              <a:avLst/>
            </a:prstGeom>
            <a:solidFill>
              <a:schemeClr val="accent3"/>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46800" rIns="46800" rtlCol="0" anchor="ctr"/>
            <a:lstStyle/>
            <a:p>
              <a:pPr algn="ctr"/>
              <a:r>
                <a:rPr lang="en-US" altLang="zh-CN" b="1" dirty="0"/>
                <a:t>DATA1</a:t>
              </a:r>
              <a:endParaRPr lang="zh-CN" altLang="en-US" b="1" dirty="0"/>
            </a:p>
          </p:txBody>
        </p:sp>
        <p:sp>
          <p:nvSpPr>
            <p:cNvPr id="52" name="矩形 51">
              <a:extLst>
                <a:ext uri="{FF2B5EF4-FFF2-40B4-BE49-F238E27FC236}">
                  <a16:creationId xmlns:a16="http://schemas.microsoft.com/office/drawing/2014/main" id="{7B02FABA-E117-418F-9E20-7E4C1DB84616}"/>
                </a:ext>
              </a:extLst>
            </p:cNvPr>
            <p:cNvSpPr/>
            <p:nvPr/>
          </p:nvSpPr>
          <p:spPr>
            <a:xfrm>
              <a:off x="1251044" y="2295088"/>
              <a:ext cx="708432" cy="270283"/>
            </a:xfrm>
            <a:prstGeom prst="rect">
              <a:avLst/>
            </a:prstGeom>
            <a:solidFill>
              <a:schemeClr val="accent3"/>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46800" rIns="46800" rtlCol="0" anchor="ctr"/>
            <a:lstStyle/>
            <a:p>
              <a:pPr algn="ctr"/>
              <a:r>
                <a:rPr lang="en-US" altLang="zh-CN" b="1" dirty="0"/>
                <a:t>DATA0</a:t>
              </a:r>
              <a:endParaRPr lang="zh-CN" altLang="en-US" b="1" dirty="0"/>
            </a:p>
          </p:txBody>
        </p:sp>
      </p:grpSp>
      <p:grpSp>
        <p:nvGrpSpPr>
          <p:cNvPr id="14" name="组合 13">
            <a:extLst>
              <a:ext uri="{FF2B5EF4-FFF2-40B4-BE49-F238E27FC236}">
                <a16:creationId xmlns:a16="http://schemas.microsoft.com/office/drawing/2014/main" id="{E4578964-A91E-4E82-8604-E6F43FFCD8C9}"/>
              </a:ext>
            </a:extLst>
          </p:cNvPr>
          <p:cNvGrpSpPr/>
          <p:nvPr/>
        </p:nvGrpSpPr>
        <p:grpSpPr>
          <a:xfrm>
            <a:off x="1251044" y="2827615"/>
            <a:ext cx="708432" cy="793449"/>
            <a:chOff x="1251044" y="2827615"/>
            <a:chExt cx="708432" cy="793449"/>
          </a:xfrm>
        </p:grpSpPr>
        <p:sp>
          <p:nvSpPr>
            <p:cNvPr id="10" name="矩形 9">
              <a:extLst>
                <a:ext uri="{FF2B5EF4-FFF2-40B4-BE49-F238E27FC236}">
                  <a16:creationId xmlns:a16="http://schemas.microsoft.com/office/drawing/2014/main" id="{13BD80EC-9893-49F1-A9D2-1DEAB48A6E7A}"/>
                </a:ext>
              </a:extLst>
            </p:cNvPr>
            <p:cNvSpPr/>
            <p:nvPr/>
          </p:nvSpPr>
          <p:spPr>
            <a:xfrm>
              <a:off x="1251044" y="3099488"/>
              <a:ext cx="708432" cy="270283"/>
            </a:xfrm>
            <a:prstGeom prst="rect">
              <a:avLst/>
            </a:prstGeom>
            <a:solidFill>
              <a:schemeClr val="accent3"/>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46800" rIns="46800" rtlCol="0" anchor="ctr"/>
            <a:lstStyle/>
            <a:p>
              <a:pPr algn="ctr"/>
              <a:r>
                <a:rPr lang="en-US" altLang="zh-CN" b="1" dirty="0"/>
                <a:t>DATA3</a:t>
              </a:r>
              <a:endParaRPr lang="zh-CN" altLang="en-US" b="1" dirty="0"/>
            </a:p>
          </p:txBody>
        </p:sp>
        <p:sp>
          <p:nvSpPr>
            <p:cNvPr id="50" name="矩形 49">
              <a:extLst>
                <a:ext uri="{FF2B5EF4-FFF2-40B4-BE49-F238E27FC236}">
                  <a16:creationId xmlns:a16="http://schemas.microsoft.com/office/drawing/2014/main" id="{1B0B9A62-836E-41F2-9F67-05376D30A6B8}"/>
                </a:ext>
              </a:extLst>
            </p:cNvPr>
            <p:cNvSpPr/>
            <p:nvPr/>
          </p:nvSpPr>
          <p:spPr>
            <a:xfrm>
              <a:off x="1251044" y="2827615"/>
              <a:ext cx="708432" cy="270283"/>
            </a:xfrm>
            <a:prstGeom prst="rect">
              <a:avLst/>
            </a:prstGeom>
            <a:pattFill prst="divot">
              <a:fgClr>
                <a:schemeClr val="accent1">
                  <a:lumMod val="75000"/>
                </a:schemeClr>
              </a:fgClr>
              <a:bgClr>
                <a:schemeClr val="bg1"/>
              </a:bgClr>
            </a:patt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46800" rIns="46800" rtlCol="0" anchor="ctr"/>
            <a:lstStyle/>
            <a:p>
              <a:pPr algn="ctr"/>
              <a:r>
                <a:rPr lang="en-US" altLang="zh-CN" b="1" dirty="0">
                  <a:solidFill>
                    <a:schemeClr val="accent1">
                      <a:lumMod val="75000"/>
                    </a:schemeClr>
                  </a:solidFill>
                </a:rPr>
                <a:t>DATA2</a:t>
              </a:r>
              <a:endParaRPr lang="zh-CN" altLang="en-US" b="1" dirty="0">
                <a:solidFill>
                  <a:schemeClr val="accent1">
                    <a:lumMod val="75000"/>
                  </a:schemeClr>
                </a:solidFill>
              </a:endParaRPr>
            </a:p>
          </p:txBody>
        </p:sp>
        <p:sp>
          <p:nvSpPr>
            <p:cNvPr id="59" name="矩形 58">
              <a:extLst>
                <a:ext uri="{FF2B5EF4-FFF2-40B4-BE49-F238E27FC236}">
                  <a16:creationId xmlns:a16="http://schemas.microsoft.com/office/drawing/2014/main" id="{21DD3FEA-191D-4538-9A4F-9950057B33B0}"/>
                </a:ext>
              </a:extLst>
            </p:cNvPr>
            <p:cNvSpPr/>
            <p:nvPr/>
          </p:nvSpPr>
          <p:spPr>
            <a:xfrm>
              <a:off x="1251044" y="3350781"/>
              <a:ext cx="708432" cy="270283"/>
            </a:xfrm>
            <a:prstGeom prst="rect">
              <a:avLst/>
            </a:prstGeom>
            <a:solidFill>
              <a:schemeClr val="accent3"/>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46800" rIns="46800" rtlCol="0" anchor="ctr"/>
            <a:lstStyle/>
            <a:p>
              <a:pPr algn="ctr"/>
              <a:r>
                <a:rPr lang="en-US" altLang="zh-CN" b="1" dirty="0"/>
                <a:t>DATA4</a:t>
              </a:r>
              <a:endParaRPr lang="zh-CN" altLang="en-US" b="1" dirty="0"/>
            </a:p>
          </p:txBody>
        </p:sp>
      </p:grpSp>
      <p:sp>
        <p:nvSpPr>
          <p:cNvPr id="36" name="矩形 35">
            <a:extLst>
              <a:ext uri="{FF2B5EF4-FFF2-40B4-BE49-F238E27FC236}">
                <a16:creationId xmlns:a16="http://schemas.microsoft.com/office/drawing/2014/main" id="{E7EB5D14-D014-48F8-ACBF-E9E95001992A}"/>
              </a:ext>
            </a:extLst>
          </p:cNvPr>
          <p:cNvSpPr/>
          <p:nvPr/>
        </p:nvSpPr>
        <p:spPr>
          <a:xfrm>
            <a:off x="2311257" y="1832079"/>
            <a:ext cx="1497129" cy="356368"/>
          </a:xfrm>
          <a:prstGeom prst="rect">
            <a:avLst/>
          </a:prstGeom>
          <a:solidFill>
            <a:schemeClr val="accent4">
              <a:alpha val="74000"/>
            </a:schemeClr>
          </a:solidFill>
          <a:ln>
            <a:solidFill>
              <a:schemeClr val="accent4"/>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grpSp>
        <p:nvGrpSpPr>
          <p:cNvPr id="37" name="组合 36">
            <a:extLst>
              <a:ext uri="{FF2B5EF4-FFF2-40B4-BE49-F238E27FC236}">
                <a16:creationId xmlns:a16="http://schemas.microsoft.com/office/drawing/2014/main" id="{96EFF7A5-1936-4767-B59C-5D364F44C8F7}"/>
              </a:ext>
            </a:extLst>
          </p:cNvPr>
          <p:cNvGrpSpPr/>
          <p:nvPr/>
        </p:nvGrpSpPr>
        <p:grpSpPr>
          <a:xfrm>
            <a:off x="469765" y="2283685"/>
            <a:ext cx="708432" cy="532527"/>
            <a:chOff x="1251044" y="2295088"/>
            <a:chExt cx="708432" cy="532527"/>
          </a:xfrm>
          <a:solidFill>
            <a:schemeClr val="accent4"/>
          </a:solidFill>
        </p:grpSpPr>
        <p:sp>
          <p:nvSpPr>
            <p:cNvPr id="38" name="矩形 37">
              <a:extLst>
                <a:ext uri="{FF2B5EF4-FFF2-40B4-BE49-F238E27FC236}">
                  <a16:creationId xmlns:a16="http://schemas.microsoft.com/office/drawing/2014/main" id="{54FB55BB-6CBD-46D2-9296-3A41925ACDD0}"/>
                </a:ext>
              </a:extLst>
            </p:cNvPr>
            <p:cNvSpPr/>
            <p:nvPr/>
          </p:nvSpPr>
          <p:spPr>
            <a:xfrm>
              <a:off x="1251044" y="2557332"/>
              <a:ext cx="708432" cy="270283"/>
            </a:xfrm>
            <a:prstGeom prst="rect">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46800" rIns="46800" rtlCol="0" anchor="ctr"/>
            <a:lstStyle/>
            <a:p>
              <a:pPr algn="ctr"/>
              <a:r>
                <a:rPr lang="en-US" altLang="zh-CN" b="1" dirty="0"/>
                <a:t>ACK0</a:t>
              </a:r>
              <a:endParaRPr lang="zh-CN" altLang="en-US" b="1" dirty="0"/>
            </a:p>
          </p:txBody>
        </p:sp>
        <p:sp>
          <p:nvSpPr>
            <p:cNvPr id="39" name="矩形 38">
              <a:extLst>
                <a:ext uri="{FF2B5EF4-FFF2-40B4-BE49-F238E27FC236}">
                  <a16:creationId xmlns:a16="http://schemas.microsoft.com/office/drawing/2014/main" id="{2D434767-2860-45B1-A60E-74DE4D4224D8}"/>
                </a:ext>
              </a:extLst>
            </p:cNvPr>
            <p:cNvSpPr/>
            <p:nvPr/>
          </p:nvSpPr>
          <p:spPr>
            <a:xfrm>
              <a:off x="1251044" y="2295088"/>
              <a:ext cx="708432" cy="270283"/>
            </a:xfrm>
            <a:prstGeom prst="rect">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46800" rIns="46800" rtlCol="0" anchor="ctr"/>
            <a:lstStyle/>
            <a:p>
              <a:pPr algn="ctr"/>
              <a:r>
                <a:rPr lang="en-US" altLang="zh-CN" b="1" dirty="0"/>
                <a:t>ACK1</a:t>
              </a:r>
              <a:endParaRPr lang="zh-CN" altLang="en-US" b="1" dirty="0"/>
            </a:p>
          </p:txBody>
        </p:sp>
      </p:grpSp>
      <p:grpSp>
        <p:nvGrpSpPr>
          <p:cNvPr id="40" name="组合 39">
            <a:extLst>
              <a:ext uri="{FF2B5EF4-FFF2-40B4-BE49-F238E27FC236}">
                <a16:creationId xmlns:a16="http://schemas.microsoft.com/office/drawing/2014/main" id="{C7F8A04A-D904-4856-AAFE-CBDE4F76C4C0}"/>
              </a:ext>
            </a:extLst>
          </p:cNvPr>
          <p:cNvGrpSpPr/>
          <p:nvPr/>
        </p:nvGrpSpPr>
        <p:grpSpPr>
          <a:xfrm>
            <a:off x="1251044" y="2295748"/>
            <a:ext cx="708432" cy="793449"/>
            <a:chOff x="1251044" y="2827615"/>
            <a:chExt cx="708432" cy="793449"/>
          </a:xfrm>
        </p:grpSpPr>
        <p:sp>
          <p:nvSpPr>
            <p:cNvPr id="41" name="矩形 40">
              <a:extLst>
                <a:ext uri="{FF2B5EF4-FFF2-40B4-BE49-F238E27FC236}">
                  <a16:creationId xmlns:a16="http://schemas.microsoft.com/office/drawing/2014/main" id="{30A64768-7C68-45BE-8614-936F9311AA30}"/>
                </a:ext>
              </a:extLst>
            </p:cNvPr>
            <p:cNvSpPr/>
            <p:nvPr/>
          </p:nvSpPr>
          <p:spPr>
            <a:xfrm>
              <a:off x="1251044" y="3099488"/>
              <a:ext cx="708432" cy="270283"/>
            </a:xfrm>
            <a:prstGeom prst="rect">
              <a:avLst/>
            </a:prstGeom>
            <a:solidFill>
              <a:schemeClr val="accent3"/>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46800" rIns="46800" rtlCol="0" anchor="ctr"/>
            <a:lstStyle/>
            <a:p>
              <a:pPr algn="ctr"/>
              <a:r>
                <a:rPr lang="en-US" altLang="zh-CN" b="1" dirty="0"/>
                <a:t>DATA3</a:t>
              </a:r>
              <a:endParaRPr lang="zh-CN" altLang="en-US" b="1" dirty="0"/>
            </a:p>
          </p:txBody>
        </p:sp>
        <p:sp>
          <p:nvSpPr>
            <p:cNvPr id="42" name="矩形 41">
              <a:extLst>
                <a:ext uri="{FF2B5EF4-FFF2-40B4-BE49-F238E27FC236}">
                  <a16:creationId xmlns:a16="http://schemas.microsoft.com/office/drawing/2014/main" id="{66C917AD-BC7B-4372-A42C-363B604CC70F}"/>
                </a:ext>
              </a:extLst>
            </p:cNvPr>
            <p:cNvSpPr/>
            <p:nvPr/>
          </p:nvSpPr>
          <p:spPr>
            <a:xfrm>
              <a:off x="1251044" y="2827615"/>
              <a:ext cx="708432" cy="270283"/>
            </a:xfrm>
            <a:prstGeom prst="rect">
              <a:avLst/>
            </a:prstGeom>
            <a:pattFill prst="divot">
              <a:fgClr>
                <a:schemeClr val="accent1">
                  <a:lumMod val="75000"/>
                </a:schemeClr>
              </a:fgClr>
              <a:bgClr>
                <a:schemeClr val="bg1"/>
              </a:bgClr>
            </a:patt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46800" rIns="46800" rtlCol="0" anchor="ctr"/>
            <a:lstStyle/>
            <a:p>
              <a:pPr algn="ctr"/>
              <a:r>
                <a:rPr lang="en-US" altLang="zh-CN" b="1" dirty="0">
                  <a:solidFill>
                    <a:schemeClr val="accent1">
                      <a:lumMod val="75000"/>
                    </a:schemeClr>
                  </a:solidFill>
                </a:rPr>
                <a:t>DATA2</a:t>
              </a:r>
              <a:endParaRPr lang="zh-CN" altLang="en-US" b="1" dirty="0">
                <a:solidFill>
                  <a:schemeClr val="accent1">
                    <a:lumMod val="75000"/>
                  </a:schemeClr>
                </a:solidFill>
              </a:endParaRPr>
            </a:p>
          </p:txBody>
        </p:sp>
        <p:sp>
          <p:nvSpPr>
            <p:cNvPr id="43" name="矩形 42">
              <a:extLst>
                <a:ext uri="{FF2B5EF4-FFF2-40B4-BE49-F238E27FC236}">
                  <a16:creationId xmlns:a16="http://schemas.microsoft.com/office/drawing/2014/main" id="{7A2CCA18-C650-4E4C-BB2D-8801594E95DD}"/>
                </a:ext>
              </a:extLst>
            </p:cNvPr>
            <p:cNvSpPr/>
            <p:nvPr/>
          </p:nvSpPr>
          <p:spPr>
            <a:xfrm>
              <a:off x="1251044" y="3350781"/>
              <a:ext cx="708432" cy="270283"/>
            </a:xfrm>
            <a:prstGeom prst="rect">
              <a:avLst/>
            </a:prstGeom>
            <a:solidFill>
              <a:schemeClr val="accent3"/>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46800" rIns="46800" rtlCol="0" anchor="ctr"/>
            <a:lstStyle/>
            <a:p>
              <a:pPr algn="ctr"/>
              <a:r>
                <a:rPr lang="en-US" altLang="zh-CN" b="1" dirty="0"/>
                <a:t>DATA4</a:t>
              </a:r>
              <a:endParaRPr lang="zh-CN" altLang="en-US" b="1" dirty="0"/>
            </a:p>
          </p:txBody>
        </p:sp>
      </p:grpSp>
      <p:sp>
        <p:nvSpPr>
          <p:cNvPr id="44" name="平行四边形 43">
            <a:extLst>
              <a:ext uri="{FF2B5EF4-FFF2-40B4-BE49-F238E27FC236}">
                <a16:creationId xmlns:a16="http://schemas.microsoft.com/office/drawing/2014/main" id="{2506820F-63B9-0ACA-CE1E-756FB7BA3879}"/>
              </a:ext>
            </a:extLst>
          </p:cNvPr>
          <p:cNvSpPr/>
          <p:nvPr/>
        </p:nvSpPr>
        <p:spPr>
          <a:xfrm>
            <a:off x="304799" y="749300"/>
            <a:ext cx="695119" cy="387090"/>
          </a:xfrm>
          <a:prstGeom prst="parallelogram">
            <a:avLst/>
          </a:prstGeom>
          <a:solidFill>
            <a:schemeClr val="accent3">
              <a:lumMod val="75000"/>
            </a:schemeClr>
          </a:solidFill>
          <a:ln>
            <a:solidFill>
              <a:schemeClr val="accent3">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CN" sz="2200" dirty="0">
                <a:latin typeface="Impact" panose="020B0806030902050204" pitchFamily="34" charset="0"/>
              </a:rPr>
              <a:t>04</a:t>
            </a:r>
            <a:endParaRPr lang="zh-CN" altLang="en-US" sz="2200" dirty="0">
              <a:latin typeface="Impact" panose="020B0806030902050204" pitchFamily="34" charset="0"/>
            </a:endParaRPr>
          </a:p>
        </p:txBody>
      </p:sp>
    </p:spTree>
    <p:custDataLst>
      <p:tags r:id="rId1"/>
    </p:custDataLst>
    <p:extLst>
      <p:ext uri="{BB962C8B-B14F-4D97-AF65-F5344CB8AC3E}">
        <p14:creationId xmlns:p14="http://schemas.microsoft.com/office/powerpoint/2010/main" val="1891949658"/>
      </p:ext>
    </p:extLst>
  </p:cSld>
  <p:clrMapOvr>
    <a:masterClrMapping/>
  </p:clrMapOvr>
  <mc:AlternateContent xmlns:mc="http://schemas.openxmlformats.org/markup-compatibility/2006" xmlns:p14="http://schemas.microsoft.com/office/powerpoint/2010/main">
    <mc:Choice Requires="p14">
      <p:transition p14:dur="10"/>
    </mc:Choice>
    <mc:Fallback xmlns="">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2" presetClass="exit" presetSubtype="1" fill="hold" nodeType="withEffect">
                                  <p:stCondLst>
                                    <p:cond delay="0"/>
                                  </p:stCondLst>
                                  <p:childTnLst>
                                    <p:anim calcmode="lin" valueType="num">
                                      <p:cBhvr additive="base">
                                        <p:cTn id="6" dur="2000"/>
                                        <p:tgtEl>
                                          <p:spTgt spid="12"/>
                                        </p:tgtEl>
                                        <p:attrNameLst>
                                          <p:attrName>ppt_y</p:attrName>
                                        </p:attrNameLst>
                                      </p:cBhvr>
                                      <p:tavLst>
                                        <p:tav tm="0">
                                          <p:val>
                                            <p:strVal val="#ppt_y"/>
                                          </p:val>
                                        </p:tav>
                                        <p:tav tm="100000">
                                          <p:val>
                                            <p:strVal val="#ppt_y-#ppt_h*1.125000"/>
                                          </p:val>
                                        </p:tav>
                                      </p:tavLst>
                                    </p:anim>
                                    <p:animEffect transition="out" filter="wipe(up)">
                                      <p:cBhvr>
                                        <p:cTn id="7" dur="2000"/>
                                        <p:tgtEl>
                                          <p:spTgt spid="12"/>
                                        </p:tgtEl>
                                      </p:cBhvr>
                                    </p:animEffect>
                                    <p:set>
                                      <p:cBhvr>
                                        <p:cTn id="8" dur="1" fill="hold">
                                          <p:stCondLst>
                                            <p:cond delay="1999"/>
                                          </p:stCondLst>
                                        </p:cTn>
                                        <p:tgtEl>
                                          <p:spTgt spid="12"/>
                                        </p:tgtEl>
                                        <p:attrNameLst>
                                          <p:attrName>style.visibility</p:attrName>
                                        </p:attrNameLst>
                                      </p:cBhvr>
                                      <p:to>
                                        <p:strVal val="hidden"/>
                                      </p:to>
                                    </p:set>
                                  </p:childTnLst>
                                </p:cTn>
                              </p:par>
                              <p:par>
                                <p:cTn id="9" presetID="12" presetClass="entr" presetSubtype="1" fill="hold" nodeType="withEffect">
                                  <p:stCondLst>
                                    <p:cond delay="0"/>
                                  </p:stCondLst>
                                  <p:childTnLst>
                                    <p:set>
                                      <p:cBhvr>
                                        <p:cTn id="10" dur="1" fill="hold">
                                          <p:stCondLst>
                                            <p:cond delay="0"/>
                                          </p:stCondLst>
                                        </p:cTn>
                                        <p:tgtEl>
                                          <p:spTgt spid="37"/>
                                        </p:tgtEl>
                                        <p:attrNameLst>
                                          <p:attrName>style.visibility</p:attrName>
                                        </p:attrNameLst>
                                      </p:cBhvr>
                                      <p:to>
                                        <p:strVal val="visible"/>
                                      </p:to>
                                    </p:set>
                                    <p:anim calcmode="lin" valueType="num">
                                      <p:cBhvr additive="base">
                                        <p:cTn id="11" dur="2000"/>
                                        <p:tgtEl>
                                          <p:spTgt spid="37"/>
                                        </p:tgtEl>
                                        <p:attrNameLst>
                                          <p:attrName>ppt_y</p:attrName>
                                        </p:attrNameLst>
                                      </p:cBhvr>
                                      <p:tavLst>
                                        <p:tav tm="0">
                                          <p:val>
                                            <p:strVal val="#ppt_y-#ppt_h*1.125000"/>
                                          </p:val>
                                        </p:tav>
                                        <p:tav tm="100000">
                                          <p:val>
                                            <p:strVal val="#ppt_y"/>
                                          </p:val>
                                        </p:tav>
                                      </p:tavLst>
                                    </p:anim>
                                    <p:animEffect transition="in" filter="wipe(down)">
                                      <p:cBhvr>
                                        <p:cTn id="12" dur="2000"/>
                                        <p:tgtEl>
                                          <p:spTgt spid="37"/>
                                        </p:tgtEl>
                                      </p:cBhvr>
                                    </p:animEffect>
                                  </p:childTnLst>
                                </p:cTn>
                              </p:par>
                              <p:par>
                                <p:cTn id="13" presetID="22" presetClass="entr" presetSubtype="8" fill="hold" grpId="0" nodeType="withEffect">
                                  <p:stCondLst>
                                    <p:cond delay="0"/>
                                  </p:stCondLst>
                                  <p:childTnLst>
                                    <p:set>
                                      <p:cBhvr>
                                        <p:cTn id="14" dur="1" fill="hold">
                                          <p:stCondLst>
                                            <p:cond delay="0"/>
                                          </p:stCondLst>
                                        </p:cTn>
                                        <p:tgtEl>
                                          <p:spTgt spid="36"/>
                                        </p:tgtEl>
                                        <p:attrNameLst>
                                          <p:attrName>style.visibility</p:attrName>
                                        </p:attrNameLst>
                                      </p:cBhvr>
                                      <p:to>
                                        <p:strVal val="visible"/>
                                      </p:to>
                                    </p:set>
                                    <p:animEffect transition="in" filter="wipe(left)">
                                      <p:cBhvr>
                                        <p:cTn id="15" dur="2000"/>
                                        <p:tgtEl>
                                          <p:spTgt spid="36"/>
                                        </p:tgtEl>
                                      </p:cBhvr>
                                    </p:animEffect>
                                  </p:childTnLst>
                                </p:cTn>
                              </p:par>
                              <p:par>
                                <p:cTn id="16" presetID="10" presetClass="exit" presetSubtype="0" accel="50000" decel="50000" fill="hold" nodeType="withEffect">
                                  <p:stCondLst>
                                    <p:cond delay="0"/>
                                  </p:stCondLst>
                                  <p:childTnLst>
                                    <p:animEffect transition="out" filter="fade">
                                      <p:cBhvr>
                                        <p:cTn id="17" dur="2000"/>
                                        <p:tgtEl>
                                          <p:spTgt spid="6"/>
                                        </p:tgtEl>
                                      </p:cBhvr>
                                    </p:animEffect>
                                    <p:set>
                                      <p:cBhvr>
                                        <p:cTn id="18" dur="1" fill="hold">
                                          <p:stCondLst>
                                            <p:cond delay="1999"/>
                                          </p:stCondLst>
                                        </p:cTn>
                                        <p:tgtEl>
                                          <p:spTgt spid="6"/>
                                        </p:tgtEl>
                                        <p:attrNameLst>
                                          <p:attrName>style.visibility</p:attrName>
                                        </p:attrNameLst>
                                      </p:cBhvr>
                                      <p:to>
                                        <p:strVal val="hidden"/>
                                      </p:to>
                                    </p:set>
                                  </p:childTnLst>
                                </p:cTn>
                              </p:par>
                              <p:par>
                                <p:cTn id="19" presetID="10" presetClass="entr" presetSubtype="0" accel="50000" decel="50000" fill="hold" nodeType="withEffect">
                                  <p:stCondLst>
                                    <p:cond delay="0"/>
                                  </p:stCondLst>
                                  <p:childTnLst>
                                    <p:set>
                                      <p:cBhvr>
                                        <p:cTn id="20" dur="1" fill="hold">
                                          <p:stCondLst>
                                            <p:cond delay="0"/>
                                          </p:stCondLst>
                                        </p:cTn>
                                        <p:tgtEl>
                                          <p:spTgt spid="31"/>
                                        </p:tgtEl>
                                        <p:attrNameLst>
                                          <p:attrName>style.visibility</p:attrName>
                                        </p:attrNameLst>
                                      </p:cBhvr>
                                      <p:to>
                                        <p:strVal val="visible"/>
                                      </p:to>
                                    </p:set>
                                    <p:animEffect transition="in" filter="fade">
                                      <p:cBhvr>
                                        <p:cTn id="21" dur="2000"/>
                                        <p:tgtEl>
                                          <p:spTgt spid="31"/>
                                        </p:tgtEl>
                                      </p:cBhvr>
                                    </p:animEffect>
                                  </p:childTnLst>
                                </p:cTn>
                              </p:par>
                              <p:par>
                                <p:cTn id="22" presetID="63" presetClass="path" presetSubtype="0" accel="50000" decel="50000" fill="hold" nodeType="withEffect">
                                  <p:stCondLst>
                                    <p:cond delay="0"/>
                                  </p:stCondLst>
                                  <p:childTnLst>
                                    <p:animMotion origin="layout" path="M 0 0 L 0.12409 0 E" pathEditMode="relative" ptsTypes="">
                                      <p:cBhvr>
                                        <p:cTn id="23" dur="2000" fill="hold"/>
                                        <p:tgtEl>
                                          <p:spTgt spid="6"/>
                                        </p:tgtEl>
                                        <p:attrNameLst>
                                          <p:attrName>ppt_x</p:attrName>
                                          <p:attrName>ppt_y</p:attrName>
                                        </p:attrNameLst>
                                      </p:cBhvr>
                                    </p:animMotion>
                                  </p:childTnLst>
                                </p:cTn>
                              </p:par>
                              <p:par>
                                <p:cTn id="24" presetID="63" presetClass="path" presetSubtype="0" accel="50000" decel="50000" fill="hold" nodeType="withEffect">
                                  <p:stCondLst>
                                    <p:cond delay="0"/>
                                  </p:stCondLst>
                                  <p:childTnLst>
                                    <p:animMotion origin="layout" path="M -0.12409 0 L 0 0 E" pathEditMode="relative" ptsTypes="">
                                      <p:cBhvr>
                                        <p:cTn id="25" dur="2000" fill="hold"/>
                                        <p:tgtEl>
                                          <p:spTgt spid="31"/>
                                        </p:tgtEl>
                                        <p:attrNameLst>
                                          <p:attrName>ppt_x</p:attrName>
                                          <p:attrName>ppt_y</p:attrName>
                                        </p:attrNameLst>
                                      </p:cBhvr>
                                    </p:animMotion>
                                  </p:childTnLst>
                                </p:cTn>
                              </p:par>
                              <p:par>
                                <p:cTn id="26" presetID="6" presetClass="emph" presetSubtype="0" accel="50000" decel="50000" fill="hold" nodeType="withEffect">
                                  <p:stCondLst>
                                    <p:cond delay="0"/>
                                  </p:stCondLst>
                                  <p:childTnLst>
                                    <p:animScale>
                                      <p:cBhvr>
                                        <p:cTn id="27" dur="2000" fill="hold"/>
                                        <p:tgtEl>
                                          <p:spTgt spid="6"/>
                                        </p:tgtEl>
                                      </p:cBhvr>
                                      <p:by x="150000" y="150000"/>
                                      <p:from x="100000" y="100000"/>
                                      <p:to x="100000" y="100000"/>
                                    </p:animScale>
                                  </p:childTnLst>
                                </p:cTn>
                              </p:par>
                              <p:par>
                                <p:cTn id="28" presetID="6" presetClass="emph" presetSubtype="0" accel="50000" decel="50000" fill="hold" nodeType="withEffect">
                                  <p:stCondLst>
                                    <p:cond delay="0"/>
                                  </p:stCondLst>
                                  <p:childTnLst>
                                    <p:animScale>
                                      <p:cBhvr>
                                        <p:cTn id="29" dur="2000" fill="hold"/>
                                        <p:tgtEl>
                                          <p:spTgt spid="31"/>
                                        </p:tgtEl>
                                      </p:cBhvr>
                                      <p:by x="150000" y="150000"/>
                                      <p:from x="100000" y="100000"/>
                                      <p:to x="100000" y="100000"/>
                                    </p:animScale>
                                  </p:childTnLst>
                                </p:cTn>
                              </p:par>
                              <p:par>
                                <p:cTn id="30" presetID="10" presetClass="exit" presetSubtype="0" decel="50000" fill="hold" nodeType="withEffect">
                                  <p:stCondLst>
                                    <p:cond delay="0"/>
                                  </p:stCondLst>
                                  <p:childTnLst>
                                    <p:animEffect transition="out" filter="fade">
                                      <p:cBhvr>
                                        <p:cTn id="31" dur="2000"/>
                                        <p:tgtEl>
                                          <p:spTgt spid="14"/>
                                        </p:tgtEl>
                                      </p:cBhvr>
                                    </p:animEffect>
                                    <p:set>
                                      <p:cBhvr>
                                        <p:cTn id="32" dur="1" fill="hold">
                                          <p:stCondLst>
                                            <p:cond delay="1999"/>
                                          </p:stCondLst>
                                        </p:cTn>
                                        <p:tgtEl>
                                          <p:spTgt spid="14"/>
                                        </p:tgtEl>
                                        <p:attrNameLst>
                                          <p:attrName>style.visibility</p:attrName>
                                        </p:attrNameLst>
                                      </p:cBhvr>
                                      <p:to>
                                        <p:strVal val="hidden"/>
                                      </p:to>
                                    </p:set>
                                  </p:childTnLst>
                                </p:cTn>
                              </p:par>
                              <p:par>
                                <p:cTn id="33" presetID="10" presetClass="entr" presetSubtype="0" decel="50000" fill="hold" nodeType="withEffect">
                                  <p:stCondLst>
                                    <p:cond delay="0"/>
                                  </p:stCondLst>
                                  <p:childTnLst>
                                    <p:set>
                                      <p:cBhvr>
                                        <p:cTn id="34" dur="1" fill="hold">
                                          <p:stCondLst>
                                            <p:cond delay="0"/>
                                          </p:stCondLst>
                                        </p:cTn>
                                        <p:tgtEl>
                                          <p:spTgt spid="40"/>
                                        </p:tgtEl>
                                        <p:attrNameLst>
                                          <p:attrName>style.visibility</p:attrName>
                                        </p:attrNameLst>
                                      </p:cBhvr>
                                      <p:to>
                                        <p:strVal val="visible"/>
                                      </p:to>
                                    </p:set>
                                    <p:animEffect transition="in" filter="fade">
                                      <p:cBhvr>
                                        <p:cTn id="35" dur="2000"/>
                                        <p:tgtEl>
                                          <p:spTgt spid="40"/>
                                        </p:tgtEl>
                                      </p:cBhvr>
                                    </p:animEffect>
                                  </p:childTnLst>
                                </p:cTn>
                              </p:par>
                              <p:par>
                                <p:cTn id="36" presetID="63" presetClass="path" presetSubtype="0" decel="50000" fill="hold" nodeType="withEffect">
                                  <p:stCondLst>
                                    <p:cond delay="0"/>
                                  </p:stCondLst>
                                  <p:childTnLst>
                                    <p:animMotion origin="layout" path="M 0 0 L 0 -0.077554 E" pathEditMode="relative" ptsTypes="">
                                      <p:cBhvr>
                                        <p:cTn id="37" dur="2000" fill="hold"/>
                                        <p:tgtEl>
                                          <p:spTgt spid="14"/>
                                        </p:tgtEl>
                                        <p:attrNameLst>
                                          <p:attrName>ppt_x</p:attrName>
                                          <p:attrName>ppt_y</p:attrName>
                                        </p:attrNameLst>
                                      </p:cBhvr>
                                    </p:animMotion>
                                  </p:childTnLst>
                                </p:cTn>
                              </p:par>
                              <p:par>
                                <p:cTn id="38" presetID="63" presetClass="path" presetSubtype="0" decel="50000" fill="hold" nodeType="withEffect">
                                  <p:stCondLst>
                                    <p:cond delay="0"/>
                                  </p:stCondLst>
                                  <p:childTnLst>
                                    <p:animMotion origin="layout" path="M 0 0.077554 L 0 0 E" pathEditMode="relative" ptsTypes="">
                                      <p:cBhvr>
                                        <p:cTn id="39" dur="2000" fill="hold"/>
                                        <p:tgtEl>
                                          <p:spTgt spid="40"/>
                                        </p:tgtEl>
                                        <p:attrNameLst>
                                          <p:attrName>ppt_x</p:attrName>
                                          <p:attrName>ppt_y</p:attrName>
                                        </p:attrNameLst>
                                      </p:cBhvr>
                                    </p:animMotion>
                                  </p:childTnLst>
                                </p:cTn>
                              </p:par>
                              <p:par>
                                <p:cTn id="40" presetID="6" presetClass="emph" presetSubtype="0" decel="50000" fill="hold" nodeType="withEffect">
                                  <p:stCondLst>
                                    <p:cond delay="0"/>
                                  </p:stCondLst>
                                  <p:childTnLst>
                                    <p:animScale>
                                      <p:cBhvr>
                                        <p:cTn id="41" dur="2000" fill="hold"/>
                                        <p:tgtEl>
                                          <p:spTgt spid="14"/>
                                        </p:tgtEl>
                                      </p:cBhvr>
                                      <p:by x="150000" y="150000"/>
                                      <p:from x="100000" y="100000"/>
                                      <p:to x="100000" y="100000"/>
                                    </p:animScale>
                                  </p:childTnLst>
                                </p:cTn>
                              </p:par>
                              <p:par>
                                <p:cTn id="42" presetID="6" presetClass="emph" presetSubtype="0" decel="50000" fill="hold" nodeType="withEffect">
                                  <p:stCondLst>
                                    <p:cond delay="0"/>
                                  </p:stCondLst>
                                  <p:childTnLst>
                                    <p:animScale>
                                      <p:cBhvr>
                                        <p:cTn id="43" dur="2000" fill="hold"/>
                                        <p:tgtEl>
                                          <p:spTgt spid="40"/>
                                        </p:tgtEl>
                                      </p:cBhvr>
                                      <p:by x="150000" y="150000"/>
                                      <p:from x="100000" y="100000"/>
                                      <p:to x="100000" y="100000"/>
                                    </p:animScale>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6" grpId="0" animBg="1"/>
    </p:bldLst>
  </p:timing>
</p:sld>
</file>

<file path=ppt/slides/slide15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31" name="组合 30">
            <a:extLst>
              <a:ext uri="{FF2B5EF4-FFF2-40B4-BE49-F238E27FC236}">
                <a16:creationId xmlns:a16="http://schemas.microsoft.com/office/drawing/2014/main" id="{F8FB8773-3132-44C5-BA37-545BA916FC7F}"/>
              </a:ext>
            </a:extLst>
          </p:cNvPr>
          <p:cNvGrpSpPr/>
          <p:nvPr/>
        </p:nvGrpSpPr>
        <p:grpSpPr>
          <a:xfrm>
            <a:off x="3659320" y="1363110"/>
            <a:ext cx="1067217" cy="917885"/>
            <a:chOff x="2146413" y="1363110"/>
            <a:chExt cx="1067217" cy="917885"/>
          </a:xfrm>
        </p:grpSpPr>
        <p:sp>
          <p:nvSpPr>
            <p:cNvPr id="32" name="矩形 31">
              <a:extLst>
                <a:ext uri="{FF2B5EF4-FFF2-40B4-BE49-F238E27FC236}">
                  <a16:creationId xmlns:a16="http://schemas.microsoft.com/office/drawing/2014/main" id="{D4210CF8-E394-4326-9E53-07BBCF692252}"/>
                </a:ext>
              </a:extLst>
            </p:cNvPr>
            <p:cNvSpPr/>
            <p:nvPr/>
          </p:nvSpPr>
          <p:spPr>
            <a:xfrm>
              <a:off x="2300222" y="1739531"/>
              <a:ext cx="759600" cy="541464"/>
            </a:xfrm>
            <a:prstGeom prst="rect">
              <a:avLst/>
            </a:prstGeom>
            <a:solidFill>
              <a:schemeClr val="accent4"/>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mc:AlternateContent xmlns:mc="http://schemas.openxmlformats.org/markup-compatibility/2006" xmlns:a14="http://schemas.microsoft.com/office/drawing/2010/main">
          <mc:Choice Requires="a14">
            <p:sp>
              <p:nvSpPr>
                <p:cNvPr id="33" name="文本框 32">
                  <a:extLst>
                    <a:ext uri="{FF2B5EF4-FFF2-40B4-BE49-F238E27FC236}">
                      <a16:creationId xmlns:a16="http://schemas.microsoft.com/office/drawing/2014/main" id="{B18AE0E4-0AF2-4267-8E26-A1FBCFC82FCA}"/>
                    </a:ext>
                  </a:extLst>
                </p:cNvPr>
                <p:cNvSpPr txBox="1"/>
                <p:nvPr/>
              </p:nvSpPr>
              <p:spPr>
                <a:xfrm>
                  <a:off x="2146413" y="1363110"/>
                  <a:ext cx="1067217" cy="369332"/>
                </a:xfrm>
                <a:prstGeom prst="rect">
                  <a:avLst/>
                </a:prstGeom>
                <a:noFill/>
              </p:spPr>
              <p:txBody>
                <a:bodyPr wrap="square">
                  <a:spAutoFit/>
                </a:bodyPr>
                <a:lstStyle/>
                <a:p>
                  <a:pPr/>
                  <a14:m>
                    <m:oMathPara xmlns:m="http://schemas.openxmlformats.org/officeDocument/2006/math">
                      <m:oMathParaPr>
                        <m:jc m:val="centerGroup"/>
                      </m:oMathParaPr>
                      <m:oMath xmlns:m="http://schemas.openxmlformats.org/officeDocument/2006/math">
                        <m:sSub>
                          <m:sSubPr>
                            <m:ctrlPr>
                              <a:rPr lang="en-US" altLang="zh-CN" b="1" i="1" smtClean="0">
                                <a:solidFill>
                                  <a:schemeClr val="accent4"/>
                                </a:solidFill>
                                <a:latin typeface="Cambria Math" panose="02040503050406030204" pitchFamily="18" charset="0"/>
                              </a:rPr>
                            </m:ctrlPr>
                          </m:sSubPr>
                          <m:e>
                            <m:r>
                              <a:rPr lang="en-US" altLang="zh-CN" b="1" i="1" smtClean="0">
                                <a:solidFill>
                                  <a:schemeClr val="accent4"/>
                                </a:solidFill>
                                <a:latin typeface="Cambria Math" panose="02040503050406030204" pitchFamily="18" charset="0"/>
                              </a:rPr>
                              <m:t>𝑾</m:t>
                            </m:r>
                          </m:e>
                          <m:sub>
                            <m:r>
                              <a:rPr lang="en-US" altLang="zh-CN" b="1" i="1" smtClean="0">
                                <a:solidFill>
                                  <a:schemeClr val="accent4"/>
                                </a:solidFill>
                                <a:latin typeface="Cambria Math" panose="02040503050406030204" pitchFamily="18" charset="0"/>
                              </a:rPr>
                              <m:t>𝑹</m:t>
                            </m:r>
                          </m:sub>
                        </m:sSub>
                        <m:r>
                          <a:rPr lang="en-US" altLang="zh-CN" b="1" i="1" smtClean="0">
                            <a:solidFill>
                              <a:schemeClr val="accent4"/>
                            </a:solidFill>
                            <a:latin typeface="Cambria Math" panose="02040503050406030204" pitchFamily="18" charset="0"/>
                          </a:rPr>
                          <m:t>=</m:t>
                        </m:r>
                        <m:r>
                          <a:rPr lang="en-US" altLang="zh-CN" b="1" i="1" smtClean="0">
                            <a:solidFill>
                              <a:schemeClr val="accent4"/>
                            </a:solidFill>
                            <a:latin typeface="Cambria Math" panose="02040503050406030204" pitchFamily="18" charset="0"/>
                          </a:rPr>
                          <m:t>𝟏</m:t>
                        </m:r>
                      </m:oMath>
                    </m:oMathPara>
                  </a14:m>
                  <a:endParaRPr lang="zh-CN" altLang="en-US" dirty="0">
                    <a:solidFill>
                      <a:schemeClr val="accent3"/>
                    </a:solidFill>
                  </a:endParaRPr>
                </a:p>
              </p:txBody>
            </p:sp>
          </mc:Choice>
          <mc:Fallback xmlns="">
            <p:sp>
              <p:nvSpPr>
                <p:cNvPr id="35" name="文本框 34">
                  <a:extLst>
                    <a:ext uri="{FF2B5EF4-FFF2-40B4-BE49-F238E27FC236}">
                      <a16:creationId xmlns:a16="http://schemas.microsoft.com/office/drawing/2014/main" id="{EE98B7EB-F32B-4A4F-9072-DF021D7DCAD9}"/>
                    </a:ext>
                  </a:extLst>
                </p:cNvPr>
                <p:cNvSpPr txBox="1">
                  <a:spLocks noRot="1" noChangeAspect="1" noMove="1" noResize="1" noEditPoints="1" noAdjustHandles="1" noChangeArrowheads="1" noChangeShapeType="1" noTextEdit="1"/>
                </p:cNvSpPr>
                <p:nvPr/>
              </p:nvSpPr>
              <p:spPr>
                <a:xfrm>
                  <a:off x="2146413" y="1363110"/>
                  <a:ext cx="1067217" cy="369332"/>
                </a:xfrm>
                <a:prstGeom prst="rect">
                  <a:avLst/>
                </a:prstGeom>
                <a:blipFill>
                  <a:blip r:embed="rId3"/>
                  <a:stretch>
                    <a:fillRect b="-3333"/>
                  </a:stretch>
                </a:blipFill>
              </p:spPr>
              <p:txBody>
                <a:bodyPr/>
                <a:lstStyle/>
                <a:p>
                  <a:r>
                    <a:rPr lang="zh-CN" altLang="en-US">
                      <a:noFill/>
                    </a:rPr>
                    <a:t> </a:t>
                  </a:r>
                </a:p>
              </p:txBody>
            </p:sp>
          </mc:Fallback>
        </mc:AlternateContent>
      </p:grpSp>
      <p:grpSp>
        <p:nvGrpSpPr>
          <p:cNvPr id="7" name="组合 6">
            <a:extLst>
              <a:ext uri="{FF2B5EF4-FFF2-40B4-BE49-F238E27FC236}">
                <a16:creationId xmlns:a16="http://schemas.microsoft.com/office/drawing/2014/main" id="{00A9CCE1-949C-4E54-97A1-6025FF974983}"/>
              </a:ext>
            </a:extLst>
          </p:cNvPr>
          <p:cNvGrpSpPr/>
          <p:nvPr/>
        </p:nvGrpSpPr>
        <p:grpSpPr>
          <a:xfrm>
            <a:off x="2302929" y="5098286"/>
            <a:ext cx="3780000" cy="910796"/>
            <a:chOff x="2302929" y="5098286"/>
            <a:chExt cx="3780000" cy="910796"/>
          </a:xfrm>
        </p:grpSpPr>
        <p:sp>
          <p:nvSpPr>
            <p:cNvPr id="5" name="矩形 4">
              <a:extLst>
                <a:ext uri="{FF2B5EF4-FFF2-40B4-BE49-F238E27FC236}">
                  <a16:creationId xmlns:a16="http://schemas.microsoft.com/office/drawing/2014/main" id="{ABCDD6AB-497D-42FD-B822-48DB3891082B}"/>
                </a:ext>
              </a:extLst>
            </p:cNvPr>
            <p:cNvSpPr/>
            <p:nvPr/>
          </p:nvSpPr>
          <p:spPr>
            <a:xfrm>
              <a:off x="2302929" y="5467618"/>
              <a:ext cx="3780000" cy="541464"/>
            </a:xfrm>
            <a:prstGeom prst="rect">
              <a:avLst/>
            </a:prstGeom>
            <a:solidFill>
              <a:schemeClr val="accent3"/>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mc:AlternateContent xmlns:mc="http://schemas.openxmlformats.org/markup-compatibility/2006" xmlns:a14="http://schemas.microsoft.com/office/drawing/2010/main">
          <mc:Choice Requires="a14">
            <p:sp>
              <p:nvSpPr>
                <p:cNvPr id="23" name="文本框 22">
                  <a:extLst>
                    <a:ext uri="{FF2B5EF4-FFF2-40B4-BE49-F238E27FC236}">
                      <a16:creationId xmlns:a16="http://schemas.microsoft.com/office/drawing/2014/main" id="{ABC03EEA-26BD-4845-8ACC-3FB7B6DA9132}"/>
                    </a:ext>
                  </a:extLst>
                </p:cNvPr>
                <p:cNvSpPr txBox="1"/>
                <p:nvPr/>
              </p:nvSpPr>
              <p:spPr>
                <a:xfrm>
                  <a:off x="3659320" y="5098286"/>
                  <a:ext cx="1067217" cy="369332"/>
                </a:xfrm>
                <a:prstGeom prst="rect">
                  <a:avLst/>
                </a:prstGeom>
                <a:noFill/>
              </p:spPr>
              <p:txBody>
                <a:bodyPr wrap="square">
                  <a:spAutoFit/>
                </a:bodyPr>
                <a:lstStyle/>
                <a:p>
                  <a:pPr/>
                  <a14:m>
                    <m:oMathPara xmlns:m="http://schemas.openxmlformats.org/officeDocument/2006/math">
                      <m:oMathParaPr>
                        <m:jc m:val="centerGroup"/>
                      </m:oMathParaPr>
                      <m:oMath xmlns:m="http://schemas.openxmlformats.org/officeDocument/2006/math">
                        <m:sSub>
                          <m:sSubPr>
                            <m:ctrlPr>
                              <a:rPr lang="en-US" altLang="zh-CN" b="1" i="1" smtClean="0">
                                <a:solidFill>
                                  <a:schemeClr val="accent3"/>
                                </a:solidFill>
                                <a:latin typeface="Cambria Math" panose="02040503050406030204" pitchFamily="18" charset="0"/>
                              </a:rPr>
                            </m:ctrlPr>
                          </m:sSubPr>
                          <m:e>
                            <m:r>
                              <a:rPr lang="en-US" altLang="zh-CN" b="1" i="1" smtClean="0">
                                <a:solidFill>
                                  <a:schemeClr val="accent3"/>
                                </a:solidFill>
                                <a:latin typeface="Cambria Math" panose="02040503050406030204" pitchFamily="18" charset="0"/>
                              </a:rPr>
                              <m:t>𝑾</m:t>
                            </m:r>
                          </m:e>
                          <m:sub>
                            <m:r>
                              <a:rPr lang="en-US" altLang="zh-CN" b="1" i="1" smtClean="0">
                                <a:solidFill>
                                  <a:schemeClr val="accent3"/>
                                </a:solidFill>
                                <a:latin typeface="Cambria Math" panose="02040503050406030204" pitchFamily="18" charset="0"/>
                              </a:rPr>
                              <m:t>𝑻</m:t>
                            </m:r>
                          </m:sub>
                        </m:sSub>
                        <m:r>
                          <a:rPr lang="en-US" altLang="zh-CN" b="1" i="1" smtClean="0">
                            <a:solidFill>
                              <a:schemeClr val="accent3"/>
                            </a:solidFill>
                            <a:latin typeface="Cambria Math" panose="02040503050406030204" pitchFamily="18" charset="0"/>
                          </a:rPr>
                          <m:t>=</m:t>
                        </m:r>
                        <m:r>
                          <a:rPr lang="en-US" altLang="zh-CN" b="1" i="1" smtClean="0">
                            <a:solidFill>
                              <a:schemeClr val="accent3"/>
                            </a:solidFill>
                            <a:latin typeface="Cambria Math" panose="02040503050406030204" pitchFamily="18" charset="0"/>
                          </a:rPr>
                          <m:t>𝟓</m:t>
                        </m:r>
                      </m:oMath>
                    </m:oMathPara>
                  </a14:m>
                  <a:endParaRPr lang="zh-CN" altLang="en-US" dirty="0">
                    <a:solidFill>
                      <a:schemeClr val="accent3"/>
                    </a:solidFill>
                  </a:endParaRPr>
                </a:p>
              </p:txBody>
            </p:sp>
          </mc:Choice>
          <mc:Fallback xmlns="">
            <p:sp>
              <p:nvSpPr>
                <p:cNvPr id="23" name="文本框 22">
                  <a:extLst>
                    <a:ext uri="{FF2B5EF4-FFF2-40B4-BE49-F238E27FC236}">
                      <a16:creationId xmlns:a16="http://schemas.microsoft.com/office/drawing/2014/main" id="{ABC03EEA-26BD-4845-8ACC-3FB7B6DA9132}"/>
                    </a:ext>
                  </a:extLst>
                </p:cNvPr>
                <p:cNvSpPr txBox="1">
                  <a:spLocks noRot="1" noChangeAspect="1" noMove="1" noResize="1" noEditPoints="1" noAdjustHandles="1" noChangeArrowheads="1" noChangeShapeType="1" noTextEdit="1"/>
                </p:cNvSpPr>
                <p:nvPr/>
              </p:nvSpPr>
              <p:spPr>
                <a:xfrm>
                  <a:off x="3659320" y="5098286"/>
                  <a:ext cx="1067217" cy="369332"/>
                </a:xfrm>
                <a:prstGeom prst="rect">
                  <a:avLst/>
                </a:prstGeom>
                <a:blipFill>
                  <a:blip r:embed="rId4"/>
                  <a:stretch>
                    <a:fillRect b="-3279"/>
                  </a:stretch>
                </a:blipFill>
              </p:spPr>
              <p:txBody>
                <a:bodyPr/>
                <a:lstStyle/>
                <a:p>
                  <a:r>
                    <a:rPr lang="zh-CN" altLang="en-US">
                      <a:noFill/>
                    </a:rPr>
                    <a:t> </a:t>
                  </a:r>
                </a:p>
              </p:txBody>
            </p:sp>
          </mc:Fallback>
        </mc:AlternateContent>
      </p:grpSp>
      <p:grpSp>
        <p:nvGrpSpPr>
          <p:cNvPr id="4" name="组合 3">
            <a:extLst>
              <a:ext uri="{FF2B5EF4-FFF2-40B4-BE49-F238E27FC236}">
                <a16:creationId xmlns:a16="http://schemas.microsoft.com/office/drawing/2014/main" id="{9A1EA9F2-FCB6-48C3-935F-7AE7E3AD14AC}"/>
              </a:ext>
            </a:extLst>
          </p:cNvPr>
          <p:cNvGrpSpPr/>
          <p:nvPr/>
        </p:nvGrpSpPr>
        <p:grpSpPr>
          <a:xfrm>
            <a:off x="304800" y="749300"/>
            <a:ext cx="6192344" cy="400110"/>
            <a:chOff x="424117" y="898245"/>
            <a:chExt cx="6192344" cy="400110"/>
          </a:xfrm>
        </p:grpSpPr>
        <p:sp>
          <p:nvSpPr>
            <p:cNvPr id="2" name="平行四边形 1">
              <a:extLst>
                <a:ext uri="{FF2B5EF4-FFF2-40B4-BE49-F238E27FC236}">
                  <a16:creationId xmlns:a16="http://schemas.microsoft.com/office/drawing/2014/main" id="{1F5BAA3F-9845-4F89-A2DD-8222D3E4EDAC}"/>
                </a:ext>
              </a:extLst>
            </p:cNvPr>
            <p:cNvSpPr/>
            <p:nvPr/>
          </p:nvSpPr>
          <p:spPr>
            <a:xfrm>
              <a:off x="424117" y="898245"/>
              <a:ext cx="628306" cy="387090"/>
            </a:xfrm>
            <a:prstGeom prst="parallelogram">
              <a:avLst/>
            </a:prstGeom>
            <a:solidFill>
              <a:schemeClr val="accent3">
                <a:lumMod val="75000"/>
              </a:schemeClr>
            </a:solidFill>
            <a:ln>
              <a:solidFill>
                <a:schemeClr val="accent3">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CN" sz="2200" dirty="0">
                  <a:latin typeface="Impact" panose="020B0806030902050204" pitchFamily="34" charset="0"/>
                </a:rPr>
                <a:t>01</a:t>
              </a:r>
              <a:endParaRPr lang="zh-CN" altLang="en-US" sz="2200" dirty="0">
                <a:latin typeface="Impact" panose="020B0806030902050204" pitchFamily="34" charset="0"/>
              </a:endParaRPr>
            </a:p>
          </p:txBody>
        </p:sp>
        <p:sp>
          <p:nvSpPr>
            <p:cNvPr id="3" name="文本框 2">
              <a:extLst>
                <a:ext uri="{FF2B5EF4-FFF2-40B4-BE49-F238E27FC236}">
                  <a16:creationId xmlns:a16="http://schemas.microsoft.com/office/drawing/2014/main" id="{4D6BD736-A4D3-4F26-AFED-36E11F50F70B}"/>
                </a:ext>
              </a:extLst>
            </p:cNvPr>
            <p:cNvSpPr txBox="1"/>
            <p:nvPr/>
          </p:nvSpPr>
          <p:spPr>
            <a:xfrm>
              <a:off x="1052423" y="898245"/>
              <a:ext cx="5564038" cy="400110"/>
            </a:xfrm>
            <a:prstGeom prst="rect">
              <a:avLst/>
            </a:prstGeom>
            <a:noFill/>
          </p:spPr>
          <p:txBody>
            <a:bodyPr wrap="square" rtlCol="0">
              <a:spAutoFit/>
            </a:bodyPr>
            <a:lstStyle/>
            <a:p>
              <a:r>
                <a:rPr lang="zh-CN" altLang="en-US" sz="2000" b="1" dirty="0"/>
                <a:t>回退</a:t>
              </a:r>
              <a:r>
                <a:rPr lang="en-US" altLang="zh-CN" sz="2000" b="1" dirty="0"/>
                <a:t>N</a:t>
              </a:r>
              <a:r>
                <a:rPr lang="zh-CN" altLang="en-US" sz="2000" b="1" dirty="0"/>
                <a:t>帧协议</a:t>
              </a:r>
            </a:p>
          </p:txBody>
        </p:sp>
      </p:grpSp>
      <p:grpSp>
        <p:nvGrpSpPr>
          <p:cNvPr id="20" name="组合 19">
            <a:extLst>
              <a:ext uri="{FF2B5EF4-FFF2-40B4-BE49-F238E27FC236}">
                <a16:creationId xmlns:a16="http://schemas.microsoft.com/office/drawing/2014/main" id="{87756F0E-46C2-4571-B23D-C8472E9FD1FB}"/>
              </a:ext>
            </a:extLst>
          </p:cNvPr>
          <p:cNvGrpSpPr/>
          <p:nvPr/>
        </p:nvGrpSpPr>
        <p:grpSpPr>
          <a:xfrm>
            <a:off x="475097" y="1263518"/>
            <a:ext cx="1355161" cy="5114896"/>
            <a:chOff x="475097" y="1263518"/>
            <a:chExt cx="1355161" cy="5114896"/>
          </a:xfrm>
        </p:grpSpPr>
        <p:cxnSp>
          <p:nvCxnSpPr>
            <p:cNvPr id="17" name="直接连接符 16">
              <a:extLst>
                <a:ext uri="{FF2B5EF4-FFF2-40B4-BE49-F238E27FC236}">
                  <a16:creationId xmlns:a16="http://schemas.microsoft.com/office/drawing/2014/main" id="{5A41A17A-7B81-47D8-BDBB-76B8F1AA71D6}"/>
                </a:ext>
              </a:extLst>
            </p:cNvPr>
            <p:cNvCxnSpPr>
              <a:cxnSpLocks/>
            </p:cNvCxnSpPr>
            <p:nvPr/>
          </p:nvCxnSpPr>
          <p:spPr>
            <a:xfrm flipV="1">
              <a:off x="1208367" y="2012996"/>
              <a:ext cx="0" cy="3813858"/>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nvGrpSpPr>
            <p:cNvPr id="9" name="组合 8">
              <a:extLst>
                <a:ext uri="{FF2B5EF4-FFF2-40B4-BE49-F238E27FC236}">
                  <a16:creationId xmlns:a16="http://schemas.microsoft.com/office/drawing/2014/main" id="{A2B5FA1F-35FA-42E7-8D74-E7431B6AAA3C}"/>
                </a:ext>
              </a:extLst>
            </p:cNvPr>
            <p:cNvGrpSpPr/>
            <p:nvPr/>
          </p:nvGrpSpPr>
          <p:grpSpPr>
            <a:xfrm>
              <a:off x="700096" y="5368000"/>
              <a:ext cx="905164" cy="1010414"/>
              <a:chOff x="700096" y="5368000"/>
              <a:chExt cx="905164" cy="1010414"/>
            </a:xfrm>
          </p:grpSpPr>
          <p:pic>
            <p:nvPicPr>
              <p:cNvPr id="214" name="图形 213">
                <a:extLst>
                  <a:ext uri="{FF2B5EF4-FFF2-40B4-BE49-F238E27FC236}">
                    <a16:creationId xmlns:a16="http://schemas.microsoft.com/office/drawing/2014/main" id="{D949CB40-4FF6-4E8C-991B-66D24C6ADF05}"/>
                  </a:ext>
                </a:extLst>
              </p:cNvPr>
              <p:cNvPicPr>
                <a:picLocks noChangeAspect="1"/>
              </p:cNvPicPr>
              <p:nvPr/>
            </p:nvPicPr>
            <p:blipFill>
              <a:blip r:embed="rId5">
                <a:extLst>
                  <a:ext uri="{28A0092B-C50C-407E-A947-70E740481C1C}">
                    <a14:useLocalDpi xmlns:a14="http://schemas.microsoft.com/office/drawing/2010/main" val="0"/>
                  </a:ext>
                  <a:ext uri="{96DAC541-7B7A-43D3-8B79-37D633B846F1}">
                    <asvg:svgBlip xmlns:asvg="http://schemas.microsoft.com/office/drawing/2016/SVG/main" r:embed="rId6"/>
                  </a:ext>
                </a:extLst>
              </a:blip>
              <a:stretch>
                <a:fillRect/>
              </a:stretch>
            </p:blipFill>
            <p:spPr>
              <a:xfrm>
                <a:off x="821271" y="5368000"/>
                <a:ext cx="662814" cy="641082"/>
              </a:xfrm>
              <a:prstGeom prst="rect">
                <a:avLst/>
              </a:prstGeom>
            </p:spPr>
          </p:pic>
          <p:sp>
            <p:nvSpPr>
              <p:cNvPr id="218" name="文本框 217">
                <a:extLst>
                  <a:ext uri="{FF2B5EF4-FFF2-40B4-BE49-F238E27FC236}">
                    <a16:creationId xmlns:a16="http://schemas.microsoft.com/office/drawing/2014/main" id="{584D12FE-712D-432B-A48B-3084189F6B6C}"/>
                  </a:ext>
                </a:extLst>
              </p:cNvPr>
              <p:cNvSpPr txBox="1"/>
              <p:nvPr/>
            </p:nvSpPr>
            <p:spPr>
              <a:xfrm>
                <a:off x="700096" y="6009082"/>
                <a:ext cx="905164" cy="369332"/>
              </a:xfrm>
              <a:prstGeom prst="rect">
                <a:avLst/>
              </a:prstGeom>
              <a:noFill/>
            </p:spPr>
            <p:txBody>
              <a:bodyPr wrap="square" rtlCol="0">
                <a:spAutoFit/>
              </a:bodyPr>
              <a:lstStyle/>
              <a:p>
                <a:r>
                  <a:rPr lang="zh-CN" altLang="en-US" b="1" dirty="0">
                    <a:latin typeface="+mn-ea"/>
                  </a:rPr>
                  <a:t>发送方</a:t>
                </a:r>
              </a:p>
            </p:txBody>
          </p:sp>
        </p:grpSp>
        <p:grpSp>
          <p:nvGrpSpPr>
            <p:cNvPr id="8" name="组合 7">
              <a:extLst>
                <a:ext uri="{FF2B5EF4-FFF2-40B4-BE49-F238E27FC236}">
                  <a16:creationId xmlns:a16="http://schemas.microsoft.com/office/drawing/2014/main" id="{0ACAF080-95D4-4F76-A817-06EA84E449C9}"/>
                </a:ext>
              </a:extLst>
            </p:cNvPr>
            <p:cNvGrpSpPr/>
            <p:nvPr/>
          </p:nvGrpSpPr>
          <p:grpSpPr>
            <a:xfrm>
              <a:off x="878301" y="1263518"/>
              <a:ext cx="905164" cy="1027908"/>
              <a:chOff x="878301" y="1390382"/>
              <a:chExt cx="905164" cy="1027908"/>
            </a:xfrm>
          </p:grpSpPr>
          <p:pic>
            <p:nvPicPr>
              <p:cNvPr id="210" name="图形 209">
                <a:extLst>
                  <a:ext uri="{FF2B5EF4-FFF2-40B4-BE49-F238E27FC236}">
                    <a16:creationId xmlns:a16="http://schemas.microsoft.com/office/drawing/2014/main" id="{61E01467-74F7-469C-BAD5-DFFB1234E440}"/>
                  </a:ext>
                </a:extLst>
              </p:cNvPr>
              <p:cNvPicPr>
                <a:picLocks noChangeAspect="1"/>
              </p:cNvPicPr>
              <p:nvPr/>
            </p:nvPicPr>
            <p:blipFill>
              <a:blip r:embed="rId7">
                <a:extLst>
                  <a:ext uri="{28A0092B-C50C-407E-A947-70E740481C1C}">
                    <a14:useLocalDpi xmlns:a14="http://schemas.microsoft.com/office/drawing/2010/main" val="0"/>
                  </a:ext>
                  <a:ext uri="{96DAC541-7B7A-43D3-8B79-37D633B846F1}">
                    <asvg:svgBlip xmlns:asvg="http://schemas.microsoft.com/office/drawing/2016/SVG/main" r:embed="rId8"/>
                  </a:ext>
                </a:extLst>
              </a:blip>
              <a:stretch>
                <a:fillRect/>
              </a:stretch>
            </p:blipFill>
            <p:spPr>
              <a:xfrm>
                <a:off x="984826" y="1759714"/>
                <a:ext cx="501772" cy="658576"/>
              </a:xfrm>
              <a:prstGeom prst="rect">
                <a:avLst/>
              </a:prstGeom>
            </p:spPr>
          </p:pic>
          <p:sp>
            <p:nvSpPr>
              <p:cNvPr id="219" name="文本框 218">
                <a:extLst>
                  <a:ext uri="{FF2B5EF4-FFF2-40B4-BE49-F238E27FC236}">
                    <a16:creationId xmlns:a16="http://schemas.microsoft.com/office/drawing/2014/main" id="{B105E330-42F6-4FA8-914C-123FFA0756D5}"/>
                  </a:ext>
                </a:extLst>
              </p:cNvPr>
              <p:cNvSpPr txBox="1"/>
              <p:nvPr/>
            </p:nvSpPr>
            <p:spPr>
              <a:xfrm>
                <a:off x="878301" y="1390382"/>
                <a:ext cx="905164" cy="369332"/>
              </a:xfrm>
              <a:prstGeom prst="rect">
                <a:avLst/>
              </a:prstGeom>
              <a:noFill/>
            </p:spPr>
            <p:txBody>
              <a:bodyPr wrap="square" rtlCol="0">
                <a:spAutoFit/>
              </a:bodyPr>
              <a:lstStyle/>
              <a:p>
                <a:r>
                  <a:rPr lang="zh-CN" altLang="en-US" b="1" dirty="0">
                    <a:latin typeface="+mn-ea"/>
                  </a:rPr>
                  <a:t>接收方</a:t>
                </a:r>
              </a:p>
            </p:txBody>
          </p:sp>
        </p:grpSp>
        <p:sp>
          <p:nvSpPr>
            <p:cNvPr id="57" name="云形 56">
              <a:extLst>
                <a:ext uri="{FF2B5EF4-FFF2-40B4-BE49-F238E27FC236}">
                  <a16:creationId xmlns:a16="http://schemas.microsoft.com/office/drawing/2014/main" id="{8D58A5DA-48AF-4D62-A0E1-92B6F8CBE1F4}"/>
                </a:ext>
              </a:extLst>
            </p:cNvPr>
            <p:cNvSpPr/>
            <p:nvPr/>
          </p:nvSpPr>
          <p:spPr>
            <a:xfrm>
              <a:off x="475097" y="3429014"/>
              <a:ext cx="1355161" cy="801398"/>
            </a:xfrm>
            <a:prstGeom prst="cloud">
              <a:avLst/>
            </a:prstGeom>
            <a:solidFill>
              <a:schemeClr val="bg1">
                <a:lumMod val="85000"/>
              </a:schemeClr>
            </a:solidFill>
            <a:ln>
              <a:solidFill>
                <a:schemeClr val="bg1">
                  <a:lumMod val="85000"/>
                </a:schemeClr>
              </a:solidFill>
            </a:ln>
          </p:spPr>
          <p:style>
            <a:lnRef idx="2">
              <a:schemeClr val="accent3">
                <a:shade val="50000"/>
              </a:schemeClr>
            </a:lnRef>
            <a:fillRef idx="1">
              <a:schemeClr val="accent3"/>
            </a:fillRef>
            <a:effectRef idx="0">
              <a:schemeClr val="accent3"/>
            </a:effectRef>
            <a:fontRef idx="minor">
              <a:schemeClr val="lt1"/>
            </a:fontRef>
          </p:style>
          <p:txBody>
            <a:bodyPr rtlCol="0" anchor="ctr"/>
            <a:lstStyle/>
            <a:p>
              <a:pPr algn="ctr"/>
              <a:r>
                <a:rPr lang="zh-CN" altLang="en-US" b="1" dirty="0">
                  <a:solidFill>
                    <a:schemeClr val="tx1"/>
                  </a:solidFill>
                  <a:latin typeface="+mn-ea"/>
                </a:rPr>
                <a:t>因特网</a:t>
              </a:r>
            </a:p>
          </p:txBody>
        </p:sp>
      </p:grpSp>
      <p:graphicFrame>
        <p:nvGraphicFramePr>
          <p:cNvPr id="21" name="表格 21">
            <a:extLst>
              <a:ext uri="{FF2B5EF4-FFF2-40B4-BE49-F238E27FC236}">
                <a16:creationId xmlns:a16="http://schemas.microsoft.com/office/drawing/2014/main" id="{CE497585-4F97-4F44-9ABE-D7BBA16B40E0}"/>
              </a:ext>
            </a:extLst>
          </p:cNvPr>
          <p:cNvGraphicFramePr>
            <a:graphicFrameLocks noGrp="1"/>
          </p:cNvGraphicFramePr>
          <p:nvPr/>
        </p:nvGraphicFramePr>
        <p:xfrm>
          <a:off x="2302929" y="5557308"/>
          <a:ext cx="9067800" cy="370840"/>
        </p:xfrm>
        <a:graphic>
          <a:graphicData uri="http://schemas.openxmlformats.org/drawingml/2006/table">
            <a:tbl>
              <a:tblPr firstRow="1" bandRow="1">
                <a:tableStyleId>{5C22544A-7EE6-4342-B048-85BDC9FD1C3A}</a:tableStyleId>
              </a:tblPr>
              <a:tblGrid>
                <a:gridCol w="755650">
                  <a:extLst>
                    <a:ext uri="{9D8B030D-6E8A-4147-A177-3AD203B41FA5}">
                      <a16:colId xmlns:a16="http://schemas.microsoft.com/office/drawing/2014/main" val="877486509"/>
                    </a:ext>
                  </a:extLst>
                </a:gridCol>
                <a:gridCol w="755650">
                  <a:extLst>
                    <a:ext uri="{9D8B030D-6E8A-4147-A177-3AD203B41FA5}">
                      <a16:colId xmlns:a16="http://schemas.microsoft.com/office/drawing/2014/main" val="3548605817"/>
                    </a:ext>
                  </a:extLst>
                </a:gridCol>
                <a:gridCol w="755650">
                  <a:extLst>
                    <a:ext uri="{9D8B030D-6E8A-4147-A177-3AD203B41FA5}">
                      <a16:colId xmlns:a16="http://schemas.microsoft.com/office/drawing/2014/main" val="2881812895"/>
                    </a:ext>
                  </a:extLst>
                </a:gridCol>
                <a:gridCol w="755650">
                  <a:extLst>
                    <a:ext uri="{9D8B030D-6E8A-4147-A177-3AD203B41FA5}">
                      <a16:colId xmlns:a16="http://schemas.microsoft.com/office/drawing/2014/main" val="3682284582"/>
                    </a:ext>
                  </a:extLst>
                </a:gridCol>
                <a:gridCol w="755650">
                  <a:extLst>
                    <a:ext uri="{9D8B030D-6E8A-4147-A177-3AD203B41FA5}">
                      <a16:colId xmlns:a16="http://schemas.microsoft.com/office/drawing/2014/main" val="500127722"/>
                    </a:ext>
                  </a:extLst>
                </a:gridCol>
                <a:gridCol w="755650">
                  <a:extLst>
                    <a:ext uri="{9D8B030D-6E8A-4147-A177-3AD203B41FA5}">
                      <a16:colId xmlns:a16="http://schemas.microsoft.com/office/drawing/2014/main" val="2946259618"/>
                    </a:ext>
                  </a:extLst>
                </a:gridCol>
                <a:gridCol w="755650">
                  <a:extLst>
                    <a:ext uri="{9D8B030D-6E8A-4147-A177-3AD203B41FA5}">
                      <a16:colId xmlns:a16="http://schemas.microsoft.com/office/drawing/2014/main" val="171501986"/>
                    </a:ext>
                  </a:extLst>
                </a:gridCol>
                <a:gridCol w="755650">
                  <a:extLst>
                    <a:ext uri="{9D8B030D-6E8A-4147-A177-3AD203B41FA5}">
                      <a16:colId xmlns:a16="http://schemas.microsoft.com/office/drawing/2014/main" val="1667185265"/>
                    </a:ext>
                  </a:extLst>
                </a:gridCol>
                <a:gridCol w="755650">
                  <a:extLst>
                    <a:ext uri="{9D8B030D-6E8A-4147-A177-3AD203B41FA5}">
                      <a16:colId xmlns:a16="http://schemas.microsoft.com/office/drawing/2014/main" val="4258211808"/>
                    </a:ext>
                  </a:extLst>
                </a:gridCol>
                <a:gridCol w="755650">
                  <a:extLst>
                    <a:ext uri="{9D8B030D-6E8A-4147-A177-3AD203B41FA5}">
                      <a16:colId xmlns:a16="http://schemas.microsoft.com/office/drawing/2014/main" val="1794200575"/>
                    </a:ext>
                  </a:extLst>
                </a:gridCol>
                <a:gridCol w="755650">
                  <a:extLst>
                    <a:ext uri="{9D8B030D-6E8A-4147-A177-3AD203B41FA5}">
                      <a16:colId xmlns:a16="http://schemas.microsoft.com/office/drawing/2014/main" val="4230716487"/>
                    </a:ext>
                  </a:extLst>
                </a:gridCol>
                <a:gridCol w="755650">
                  <a:extLst>
                    <a:ext uri="{9D8B030D-6E8A-4147-A177-3AD203B41FA5}">
                      <a16:colId xmlns:a16="http://schemas.microsoft.com/office/drawing/2014/main" val="56153739"/>
                    </a:ext>
                  </a:extLst>
                </a:gridCol>
              </a:tblGrid>
              <a:tr h="370840">
                <a:tc>
                  <a:txBody>
                    <a:bodyPr/>
                    <a:lstStyle/>
                    <a:p>
                      <a:pPr algn="ctr"/>
                      <a:r>
                        <a:rPr lang="en-US" altLang="zh-CN" dirty="0">
                          <a:solidFill>
                            <a:schemeClr val="tx1"/>
                          </a:solidFill>
                          <a:latin typeface="Arial Black" panose="020B0A04020102020204" pitchFamily="34" charset="0"/>
                        </a:rPr>
                        <a:t>0</a:t>
                      </a:r>
                      <a:endParaRPr lang="zh-CN" altLang="en-US" dirty="0">
                        <a:solidFill>
                          <a:schemeClr val="tx1"/>
                        </a:solidFill>
                        <a:latin typeface="Arial Black" panose="020B0A04020102020204" pitchFamily="34" charset="0"/>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ctr"/>
                      <a:r>
                        <a:rPr lang="en-US" altLang="zh-CN" dirty="0">
                          <a:solidFill>
                            <a:schemeClr val="tx1"/>
                          </a:solidFill>
                          <a:latin typeface="Arial Black" panose="020B0A04020102020204" pitchFamily="34" charset="0"/>
                        </a:rPr>
                        <a:t>1</a:t>
                      </a:r>
                      <a:endParaRPr lang="zh-CN" altLang="en-US" dirty="0">
                        <a:solidFill>
                          <a:schemeClr val="tx1"/>
                        </a:solidFill>
                        <a:latin typeface="Arial Black" panose="020B0A04020102020204" pitchFamily="34" charset="0"/>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ctr"/>
                      <a:r>
                        <a:rPr lang="en-US" altLang="zh-CN" dirty="0">
                          <a:solidFill>
                            <a:schemeClr val="tx1"/>
                          </a:solidFill>
                          <a:latin typeface="Arial Black" panose="020B0A04020102020204" pitchFamily="34" charset="0"/>
                        </a:rPr>
                        <a:t>2</a:t>
                      </a:r>
                      <a:endParaRPr lang="zh-CN" altLang="en-US" dirty="0">
                        <a:solidFill>
                          <a:schemeClr val="tx1"/>
                        </a:solidFill>
                        <a:latin typeface="Arial Black" panose="020B0A04020102020204" pitchFamily="34" charset="0"/>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ctr"/>
                      <a:r>
                        <a:rPr lang="en-US" altLang="zh-CN" dirty="0">
                          <a:solidFill>
                            <a:schemeClr val="tx1"/>
                          </a:solidFill>
                          <a:latin typeface="Arial Black" panose="020B0A04020102020204" pitchFamily="34" charset="0"/>
                        </a:rPr>
                        <a:t>3</a:t>
                      </a:r>
                      <a:endParaRPr lang="zh-CN" altLang="en-US" dirty="0">
                        <a:solidFill>
                          <a:schemeClr val="tx1"/>
                        </a:solidFill>
                        <a:latin typeface="Arial Black" panose="020B0A04020102020204" pitchFamily="34" charset="0"/>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ctr"/>
                      <a:r>
                        <a:rPr lang="en-US" altLang="zh-CN" dirty="0">
                          <a:solidFill>
                            <a:schemeClr val="tx1"/>
                          </a:solidFill>
                          <a:latin typeface="Arial Black" panose="020B0A04020102020204" pitchFamily="34" charset="0"/>
                        </a:rPr>
                        <a:t>4</a:t>
                      </a:r>
                      <a:endParaRPr lang="zh-CN" altLang="en-US" dirty="0">
                        <a:solidFill>
                          <a:schemeClr val="tx1"/>
                        </a:solidFill>
                        <a:latin typeface="Arial Black" panose="020B0A04020102020204" pitchFamily="34" charset="0"/>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ctr"/>
                      <a:r>
                        <a:rPr lang="en-US" altLang="zh-CN" dirty="0">
                          <a:solidFill>
                            <a:schemeClr val="tx1"/>
                          </a:solidFill>
                          <a:latin typeface="Arial Black" panose="020B0A04020102020204" pitchFamily="34" charset="0"/>
                        </a:rPr>
                        <a:t>5</a:t>
                      </a:r>
                      <a:endParaRPr lang="zh-CN" altLang="en-US" dirty="0">
                        <a:solidFill>
                          <a:schemeClr val="tx1"/>
                        </a:solidFill>
                        <a:latin typeface="Arial Black" panose="020B0A04020102020204" pitchFamily="34" charset="0"/>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ctr"/>
                      <a:r>
                        <a:rPr lang="en-US" altLang="zh-CN" dirty="0">
                          <a:solidFill>
                            <a:schemeClr val="tx1"/>
                          </a:solidFill>
                          <a:latin typeface="Arial Black" panose="020B0A04020102020204" pitchFamily="34" charset="0"/>
                        </a:rPr>
                        <a:t>6</a:t>
                      </a:r>
                      <a:endParaRPr lang="zh-CN" altLang="en-US" dirty="0">
                        <a:solidFill>
                          <a:schemeClr val="tx1"/>
                        </a:solidFill>
                        <a:latin typeface="Arial Black" panose="020B0A04020102020204" pitchFamily="34" charset="0"/>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ctr"/>
                      <a:r>
                        <a:rPr lang="en-US" altLang="zh-CN" dirty="0">
                          <a:solidFill>
                            <a:schemeClr val="tx1"/>
                          </a:solidFill>
                          <a:latin typeface="Arial Black" panose="020B0A04020102020204" pitchFamily="34" charset="0"/>
                        </a:rPr>
                        <a:t>7</a:t>
                      </a:r>
                      <a:endParaRPr lang="zh-CN" altLang="en-US" dirty="0">
                        <a:solidFill>
                          <a:schemeClr val="tx1"/>
                        </a:solidFill>
                        <a:latin typeface="Arial Black" panose="020B0A04020102020204" pitchFamily="34" charset="0"/>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ctr"/>
                      <a:r>
                        <a:rPr lang="en-US" altLang="zh-CN" dirty="0">
                          <a:solidFill>
                            <a:schemeClr val="tx1"/>
                          </a:solidFill>
                          <a:latin typeface="Arial Black" panose="020B0A04020102020204" pitchFamily="34" charset="0"/>
                        </a:rPr>
                        <a:t>0</a:t>
                      </a:r>
                      <a:endParaRPr lang="zh-CN" altLang="en-US" dirty="0">
                        <a:solidFill>
                          <a:schemeClr val="tx1"/>
                        </a:solidFill>
                        <a:latin typeface="Arial Black" panose="020B0A04020102020204" pitchFamily="34" charset="0"/>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ctr"/>
                      <a:r>
                        <a:rPr lang="en-US" altLang="zh-CN" dirty="0">
                          <a:solidFill>
                            <a:schemeClr val="tx1"/>
                          </a:solidFill>
                          <a:latin typeface="Arial Black" panose="020B0A04020102020204" pitchFamily="34" charset="0"/>
                        </a:rPr>
                        <a:t>1</a:t>
                      </a:r>
                      <a:endParaRPr lang="zh-CN" altLang="en-US" dirty="0">
                        <a:solidFill>
                          <a:schemeClr val="tx1"/>
                        </a:solidFill>
                        <a:latin typeface="Arial Black" panose="020B0A04020102020204" pitchFamily="34" charset="0"/>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ctr"/>
                      <a:r>
                        <a:rPr lang="en-US" altLang="zh-CN" dirty="0">
                          <a:solidFill>
                            <a:schemeClr val="tx1"/>
                          </a:solidFill>
                          <a:latin typeface="Arial Black" panose="020B0A04020102020204" pitchFamily="34" charset="0"/>
                        </a:rPr>
                        <a:t>2</a:t>
                      </a:r>
                      <a:endParaRPr lang="zh-CN" altLang="en-US" dirty="0">
                        <a:solidFill>
                          <a:schemeClr val="tx1"/>
                        </a:solidFill>
                        <a:latin typeface="Arial Black" panose="020B0A04020102020204" pitchFamily="34" charset="0"/>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ctr"/>
                      <a:r>
                        <a:rPr lang="en-US" altLang="zh-CN" dirty="0">
                          <a:solidFill>
                            <a:schemeClr val="tx1"/>
                          </a:solidFill>
                          <a:latin typeface="Arial Black" panose="020B0A04020102020204" pitchFamily="34" charset="0"/>
                        </a:rPr>
                        <a:t>…</a:t>
                      </a:r>
                      <a:endParaRPr lang="zh-CN" altLang="en-US" dirty="0">
                        <a:solidFill>
                          <a:schemeClr val="tx1"/>
                        </a:solidFill>
                        <a:latin typeface="Arial Black" panose="020B0A04020102020204" pitchFamily="34" charset="0"/>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extLst>
                  <a:ext uri="{0D108BD9-81ED-4DB2-BD59-A6C34878D82A}">
                    <a16:rowId xmlns:a16="http://schemas.microsoft.com/office/drawing/2014/main" val="316235763"/>
                  </a:ext>
                </a:extLst>
              </a:tr>
            </a:tbl>
          </a:graphicData>
        </a:graphic>
      </p:graphicFrame>
      <p:graphicFrame>
        <p:nvGraphicFramePr>
          <p:cNvPr id="68" name="表格 21">
            <a:extLst>
              <a:ext uri="{FF2B5EF4-FFF2-40B4-BE49-F238E27FC236}">
                <a16:creationId xmlns:a16="http://schemas.microsoft.com/office/drawing/2014/main" id="{D9B4273D-C94E-42E6-A39B-908C6FA1D8AF}"/>
              </a:ext>
            </a:extLst>
          </p:cNvPr>
          <p:cNvGraphicFramePr>
            <a:graphicFrameLocks noGrp="1"/>
          </p:cNvGraphicFramePr>
          <p:nvPr/>
        </p:nvGraphicFramePr>
        <p:xfrm>
          <a:off x="2302929" y="1827576"/>
          <a:ext cx="9067800" cy="370840"/>
        </p:xfrm>
        <a:graphic>
          <a:graphicData uri="http://schemas.openxmlformats.org/drawingml/2006/table">
            <a:tbl>
              <a:tblPr firstRow="1" bandRow="1">
                <a:tableStyleId>{5C22544A-7EE6-4342-B048-85BDC9FD1C3A}</a:tableStyleId>
              </a:tblPr>
              <a:tblGrid>
                <a:gridCol w="755650">
                  <a:extLst>
                    <a:ext uri="{9D8B030D-6E8A-4147-A177-3AD203B41FA5}">
                      <a16:colId xmlns:a16="http://schemas.microsoft.com/office/drawing/2014/main" val="877486509"/>
                    </a:ext>
                  </a:extLst>
                </a:gridCol>
                <a:gridCol w="755650">
                  <a:extLst>
                    <a:ext uri="{9D8B030D-6E8A-4147-A177-3AD203B41FA5}">
                      <a16:colId xmlns:a16="http://schemas.microsoft.com/office/drawing/2014/main" val="3548605817"/>
                    </a:ext>
                  </a:extLst>
                </a:gridCol>
                <a:gridCol w="755650">
                  <a:extLst>
                    <a:ext uri="{9D8B030D-6E8A-4147-A177-3AD203B41FA5}">
                      <a16:colId xmlns:a16="http://schemas.microsoft.com/office/drawing/2014/main" val="2881812895"/>
                    </a:ext>
                  </a:extLst>
                </a:gridCol>
                <a:gridCol w="755650">
                  <a:extLst>
                    <a:ext uri="{9D8B030D-6E8A-4147-A177-3AD203B41FA5}">
                      <a16:colId xmlns:a16="http://schemas.microsoft.com/office/drawing/2014/main" val="3682284582"/>
                    </a:ext>
                  </a:extLst>
                </a:gridCol>
                <a:gridCol w="755650">
                  <a:extLst>
                    <a:ext uri="{9D8B030D-6E8A-4147-A177-3AD203B41FA5}">
                      <a16:colId xmlns:a16="http://schemas.microsoft.com/office/drawing/2014/main" val="500127722"/>
                    </a:ext>
                  </a:extLst>
                </a:gridCol>
                <a:gridCol w="755650">
                  <a:extLst>
                    <a:ext uri="{9D8B030D-6E8A-4147-A177-3AD203B41FA5}">
                      <a16:colId xmlns:a16="http://schemas.microsoft.com/office/drawing/2014/main" val="2946259618"/>
                    </a:ext>
                  </a:extLst>
                </a:gridCol>
                <a:gridCol w="755650">
                  <a:extLst>
                    <a:ext uri="{9D8B030D-6E8A-4147-A177-3AD203B41FA5}">
                      <a16:colId xmlns:a16="http://schemas.microsoft.com/office/drawing/2014/main" val="171501986"/>
                    </a:ext>
                  </a:extLst>
                </a:gridCol>
                <a:gridCol w="755650">
                  <a:extLst>
                    <a:ext uri="{9D8B030D-6E8A-4147-A177-3AD203B41FA5}">
                      <a16:colId xmlns:a16="http://schemas.microsoft.com/office/drawing/2014/main" val="1667185265"/>
                    </a:ext>
                  </a:extLst>
                </a:gridCol>
                <a:gridCol w="755650">
                  <a:extLst>
                    <a:ext uri="{9D8B030D-6E8A-4147-A177-3AD203B41FA5}">
                      <a16:colId xmlns:a16="http://schemas.microsoft.com/office/drawing/2014/main" val="4258211808"/>
                    </a:ext>
                  </a:extLst>
                </a:gridCol>
                <a:gridCol w="755650">
                  <a:extLst>
                    <a:ext uri="{9D8B030D-6E8A-4147-A177-3AD203B41FA5}">
                      <a16:colId xmlns:a16="http://schemas.microsoft.com/office/drawing/2014/main" val="1794200575"/>
                    </a:ext>
                  </a:extLst>
                </a:gridCol>
                <a:gridCol w="755650">
                  <a:extLst>
                    <a:ext uri="{9D8B030D-6E8A-4147-A177-3AD203B41FA5}">
                      <a16:colId xmlns:a16="http://schemas.microsoft.com/office/drawing/2014/main" val="4230716487"/>
                    </a:ext>
                  </a:extLst>
                </a:gridCol>
                <a:gridCol w="755650">
                  <a:extLst>
                    <a:ext uri="{9D8B030D-6E8A-4147-A177-3AD203B41FA5}">
                      <a16:colId xmlns:a16="http://schemas.microsoft.com/office/drawing/2014/main" val="56153739"/>
                    </a:ext>
                  </a:extLst>
                </a:gridCol>
              </a:tblGrid>
              <a:tr h="370840">
                <a:tc>
                  <a:txBody>
                    <a:bodyPr/>
                    <a:lstStyle/>
                    <a:p>
                      <a:pPr algn="ctr"/>
                      <a:r>
                        <a:rPr lang="en-US" altLang="zh-CN" dirty="0">
                          <a:solidFill>
                            <a:schemeClr val="tx1"/>
                          </a:solidFill>
                          <a:latin typeface="Arial Black" panose="020B0A04020102020204" pitchFamily="34" charset="0"/>
                        </a:rPr>
                        <a:t>0</a:t>
                      </a:r>
                      <a:endParaRPr lang="zh-CN" altLang="en-US" dirty="0">
                        <a:solidFill>
                          <a:schemeClr val="tx1"/>
                        </a:solidFill>
                        <a:latin typeface="Arial Black" panose="020B0A04020102020204" pitchFamily="34" charset="0"/>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ctr"/>
                      <a:r>
                        <a:rPr lang="en-US" altLang="zh-CN" dirty="0">
                          <a:solidFill>
                            <a:schemeClr val="tx1"/>
                          </a:solidFill>
                          <a:latin typeface="Arial Black" panose="020B0A04020102020204" pitchFamily="34" charset="0"/>
                        </a:rPr>
                        <a:t>1</a:t>
                      </a:r>
                      <a:endParaRPr lang="zh-CN" altLang="en-US" dirty="0">
                        <a:solidFill>
                          <a:schemeClr val="tx1"/>
                        </a:solidFill>
                        <a:latin typeface="Arial Black" panose="020B0A04020102020204" pitchFamily="34" charset="0"/>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ctr"/>
                      <a:r>
                        <a:rPr lang="en-US" altLang="zh-CN" dirty="0">
                          <a:solidFill>
                            <a:schemeClr val="tx1"/>
                          </a:solidFill>
                          <a:latin typeface="Arial Black" panose="020B0A04020102020204" pitchFamily="34" charset="0"/>
                        </a:rPr>
                        <a:t>2</a:t>
                      </a:r>
                      <a:endParaRPr lang="zh-CN" altLang="en-US" dirty="0">
                        <a:solidFill>
                          <a:schemeClr val="tx1"/>
                        </a:solidFill>
                        <a:latin typeface="Arial Black" panose="020B0A04020102020204" pitchFamily="34" charset="0"/>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ctr"/>
                      <a:r>
                        <a:rPr lang="en-US" altLang="zh-CN" dirty="0">
                          <a:solidFill>
                            <a:schemeClr val="tx1"/>
                          </a:solidFill>
                          <a:latin typeface="Arial Black" panose="020B0A04020102020204" pitchFamily="34" charset="0"/>
                        </a:rPr>
                        <a:t>3</a:t>
                      </a:r>
                      <a:endParaRPr lang="zh-CN" altLang="en-US" dirty="0">
                        <a:solidFill>
                          <a:schemeClr val="tx1"/>
                        </a:solidFill>
                        <a:latin typeface="Arial Black" panose="020B0A04020102020204" pitchFamily="34" charset="0"/>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ctr"/>
                      <a:r>
                        <a:rPr lang="en-US" altLang="zh-CN" dirty="0">
                          <a:solidFill>
                            <a:schemeClr val="tx1"/>
                          </a:solidFill>
                          <a:latin typeface="Arial Black" panose="020B0A04020102020204" pitchFamily="34" charset="0"/>
                        </a:rPr>
                        <a:t>4</a:t>
                      </a:r>
                      <a:endParaRPr lang="zh-CN" altLang="en-US" dirty="0">
                        <a:solidFill>
                          <a:schemeClr val="tx1"/>
                        </a:solidFill>
                        <a:latin typeface="Arial Black" panose="020B0A04020102020204" pitchFamily="34" charset="0"/>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ctr"/>
                      <a:r>
                        <a:rPr lang="en-US" altLang="zh-CN" dirty="0">
                          <a:solidFill>
                            <a:schemeClr val="tx1"/>
                          </a:solidFill>
                          <a:latin typeface="Arial Black" panose="020B0A04020102020204" pitchFamily="34" charset="0"/>
                        </a:rPr>
                        <a:t>5</a:t>
                      </a:r>
                      <a:endParaRPr lang="zh-CN" altLang="en-US" dirty="0">
                        <a:solidFill>
                          <a:schemeClr val="tx1"/>
                        </a:solidFill>
                        <a:latin typeface="Arial Black" panose="020B0A04020102020204" pitchFamily="34" charset="0"/>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ctr"/>
                      <a:r>
                        <a:rPr lang="en-US" altLang="zh-CN" dirty="0">
                          <a:solidFill>
                            <a:schemeClr val="tx1"/>
                          </a:solidFill>
                          <a:latin typeface="Arial Black" panose="020B0A04020102020204" pitchFamily="34" charset="0"/>
                        </a:rPr>
                        <a:t>6</a:t>
                      </a:r>
                      <a:endParaRPr lang="zh-CN" altLang="en-US" dirty="0">
                        <a:solidFill>
                          <a:schemeClr val="tx1"/>
                        </a:solidFill>
                        <a:latin typeface="Arial Black" panose="020B0A04020102020204" pitchFamily="34" charset="0"/>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ctr"/>
                      <a:r>
                        <a:rPr lang="en-US" altLang="zh-CN" dirty="0">
                          <a:solidFill>
                            <a:schemeClr val="tx1"/>
                          </a:solidFill>
                          <a:latin typeface="Arial Black" panose="020B0A04020102020204" pitchFamily="34" charset="0"/>
                        </a:rPr>
                        <a:t>7</a:t>
                      </a:r>
                      <a:endParaRPr lang="zh-CN" altLang="en-US" dirty="0">
                        <a:solidFill>
                          <a:schemeClr val="tx1"/>
                        </a:solidFill>
                        <a:latin typeface="Arial Black" panose="020B0A04020102020204" pitchFamily="34" charset="0"/>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ctr"/>
                      <a:r>
                        <a:rPr lang="en-US" altLang="zh-CN" dirty="0">
                          <a:solidFill>
                            <a:schemeClr val="tx1"/>
                          </a:solidFill>
                          <a:latin typeface="Arial Black" panose="020B0A04020102020204" pitchFamily="34" charset="0"/>
                        </a:rPr>
                        <a:t>0</a:t>
                      </a:r>
                      <a:endParaRPr lang="zh-CN" altLang="en-US" dirty="0">
                        <a:solidFill>
                          <a:schemeClr val="tx1"/>
                        </a:solidFill>
                        <a:latin typeface="Arial Black" panose="020B0A04020102020204" pitchFamily="34" charset="0"/>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ctr"/>
                      <a:r>
                        <a:rPr lang="en-US" altLang="zh-CN" dirty="0">
                          <a:solidFill>
                            <a:schemeClr val="tx1"/>
                          </a:solidFill>
                          <a:latin typeface="Arial Black" panose="020B0A04020102020204" pitchFamily="34" charset="0"/>
                        </a:rPr>
                        <a:t>1</a:t>
                      </a:r>
                      <a:endParaRPr lang="zh-CN" altLang="en-US" dirty="0">
                        <a:solidFill>
                          <a:schemeClr val="tx1"/>
                        </a:solidFill>
                        <a:latin typeface="Arial Black" panose="020B0A04020102020204" pitchFamily="34" charset="0"/>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ctr"/>
                      <a:r>
                        <a:rPr lang="en-US" altLang="zh-CN" dirty="0">
                          <a:solidFill>
                            <a:schemeClr val="tx1"/>
                          </a:solidFill>
                          <a:latin typeface="Arial Black" panose="020B0A04020102020204" pitchFamily="34" charset="0"/>
                        </a:rPr>
                        <a:t>2</a:t>
                      </a:r>
                      <a:endParaRPr lang="zh-CN" altLang="en-US" dirty="0">
                        <a:solidFill>
                          <a:schemeClr val="tx1"/>
                        </a:solidFill>
                        <a:latin typeface="Arial Black" panose="020B0A04020102020204" pitchFamily="34" charset="0"/>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ctr"/>
                      <a:r>
                        <a:rPr lang="en-US" altLang="zh-CN" dirty="0">
                          <a:solidFill>
                            <a:schemeClr val="tx1"/>
                          </a:solidFill>
                          <a:latin typeface="Arial Black" panose="020B0A04020102020204" pitchFamily="34" charset="0"/>
                        </a:rPr>
                        <a:t>…</a:t>
                      </a:r>
                      <a:endParaRPr lang="zh-CN" altLang="en-US" dirty="0">
                        <a:solidFill>
                          <a:schemeClr val="tx1"/>
                        </a:solidFill>
                        <a:latin typeface="Arial Black" panose="020B0A04020102020204" pitchFamily="34" charset="0"/>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extLst>
                  <a:ext uri="{0D108BD9-81ED-4DB2-BD59-A6C34878D82A}">
                    <a16:rowId xmlns:a16="http://schemas.microsoft.com/office/drawing/2014/main" val="316235763"/>
                  </a:ext>
                </a:extLst>
              </a:tr>
            </a:tbl>
          </a:graphicData>
        </a:graphic>
      </p:graphicFrame>
      <p:sp>
        <p:nvSpPr>
          <p:cNvPr id="49" name="íşlïḍè">
            <a:extLst>
              <a:ext uri="{FF2B5EF4-FFF2-40B4-BE49-F238E27FC236}">
                <a16:creationId xmlns:a16="http://schemas.microsoft.com/office/drawing/2014/main" id="{84B44B39-A1BD-4956-A1BF-ECB7ACDDA058}"/>
              </a:ext>
            </a:extLst>
          </p:cNvPr>
          <p:cNvSpPr txBox="1"/>
          <p:nvPr/>
        </p:nvSpPr>
        <p:spPr>
          <a:xfrm>
            <a:off x="3835285" y="3287898"/>
            <a:ext cx="4525886" cy="602502"/>
          </a:xfrm>
          <a:prstGeom prst="rect">
            <a:avLst/>
          </a:prstGeom>
          <a:noFill/>
        </p:spPr>
        <p:txBody>
          <a:bodyPr wrap="square" lIns="91440" tIns="45720" rIns="91440" bIns="45720" anchor="ctr">
            <a:noAutofit/>
          </a:bodyPr>
          <a:lstStyle/>
          <a:p>
            <a:pPr algn="ctr"/>
            <a:r>
              <a:rPr lang="zh-CN" altLang="en-US" sz="2800" b="1" dirty="0"/>
              <a:t>超时重传、回退</a:t>
            </a:r>
            <a:r>
              <a:rPr lang="en-US" altLang="zh-CN" sz="2800" b="1" dirty="0"/>
              <a:t>N</a:t>
            </a:r>
            <a:r>
              <a:rPr lang="zh-CN" altLang="en-US" sz="2800" b="1" dirty="0"/>
              <a:t>帧的情况</a:t>
            </a:r>
            <a:endParaRPr lang="en-US" altLang="zh-CN" sz="2800" b="1" dirty="0"/>
          </a:p>
        </p:txBody>
      </p:sp>
      <p:sp>
        <p:nvSpPr>
          <p:cNvPr id="13" name="矩形 12">
            <a:extLst>
              <a:ext uri="{FF2B5EF4-FFF2-40B4-BE49-F238E27FC236}">
                <a16:creationId xmlns:a16="http://schemas.microsoft.com/office/drawing/2014/main" id="{14642CA0-C4C4-44A5-BD3D-9FB5C2470514}"/>
              </a:ext>
            </a:extLst>
          </p:cNvPr>
          <p:cNvSpPr/>
          <p:nvPr/>
        </p:nvSpPr>
        <p:spPr>
          <a:xfrm>
            <a:off x="2300222" y="5537182"/>
            <a:ext cx="3780000" cy="390966"/>
          </a:xfrm>
          <a:prstGeom prst="rect">
            <a:avLst/>
          </a:prstGeom>
          <a:solidFill>
            <a:schemeClr val="accent3">
              <a:alpha val="74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36" name="矩形 35">
            <a:extLst>
              <a:ext uri="{FF2B5EF4-FFF2-40B4-BE49-F238E27FC236}">
                <a16:creationId xmlns:a16="http://schemas.microsoft.com/office/drawing/2014/main" id="{E7EB5D14-D014-48F8-ACBF-E9E95001992A}"/>
              </a:ext>
            </a:extLst>
          </p:cNvPr>
          <p:cNvSpPr/>
          <p:nvPr/>
        </p:nvSpPr>
        <p:spPr>
          <a:xfrm>
            <a:off x="2311257" y="1832079"/>
            <a:ext cx="1497129" cy="356368"/>
          </a:xfrm>
          <a:prstGeom prst="rect">
            <a:avLst/>
          </a:prstGeom>
          <a:solidFill>
            <a:schemeClr val="accent4">
              <a:alpha val="74000"/>
            </a:schemeClr>
          </a:solidFill>
          <a:ln>
            <a:solidFill>
              <a:schemeClr val="accent4"/>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grpSp>
        <p:nvGrpSpPr>
          <p:cNvPr id="37" name="组合 36">
            <a:extLst>
              <a:ext uri="{FF2B5EF4-FFF2-40B4-BE49-F238E27FC236}">
                <a16:creationId xmlns:a16="http://schemas.microsoft.com/office/drawing/2014/main" id="{96EFF7A5-1936-4767-B59C-5D364F44C8F7}"/>
              </a:ext>
            </a:extLst>
          </p:cNvPr>
          <p:cNvGrpSpPr/>
          <p:nvPr/>
        </p:nvGrpSpPr>
        <p:grpSpPr>
          <a:xfrm>
            <a:off x="469765" y="2283685"/>
            <a:ext cx="708432" cy="532527"/>
            <a:chOff x="1251044" y="2295088"/>
            <a:chExt cx="708432" cy="532527"/>
          </a:xfrm>
          <a:solidFill>
            <a:schemeClr val="accent4"/>
          </a:solidFill>
        </p:grpSpPr>
        <p:sp>
          <p:nvSpPr>
            <p:cNvPr id="38" name="矩形 37">
              <a:extLst>
                <a:ext uri="{FF2B5EF4-FFF2-40B4-BE49-F238E27FC236}">
                  <a16:creationId xmlns:a16="http://schemas.microsoft.com/office/drawing/2014/main" id="{54FB55BB-6CBD-46D2-9296-3A41925ACDD0}"/>
                </a:ext>
              </a:extLst>
            </p:cNvPr>
            <p:cNvSpPr/>
            <p:nvPr/>
          </p:nvSpPr>
          <p:spPr>
            <a:xfrm>
              <a:off x="1251044" y="2557332"/>
              <a:ext cx="708432" cy="270283"/>
            </a:xfrm>
            <a:prstGeom prst="rect">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46800" rIns="46800" rtlCol="0" anchor="ctr"/>
            <a:lstStyle/>
            <a:p>
              <a:pPr algn="ctr"/>
              <a:r>
                <a:rPr lang="en-US" altLang="zh-CN" b="1" dirty="0"/>
                <a:t>ACK0</a:t>
              </a:r>
              <a:endParaRPr lang="zh-CN" altLang="en-US" b="1" dirty="0"/>
            </a:p>
          </p:txBody>
        </p:sp>
        <p:sp>
          <p:nvSpPr>
            <p:cNvPr id="39" name="矩形 38">
              <a:extLst>
                <a:ext uri="{FF2B5EF4-FFF2-40B4-BE49-F238E27FC236}">
                  <a16:creationId xmlns:a16="http://schemas.microsoft.com/office/drawing/2014/main" id="{2D434767-2860-45B1-A60E-74DE4D4224D8}"/>
                </a:ext>
              </a:extLst>
            </p:cNvPr>
            <p:cNvSpPr/>
            <p:nvPr/>
          </p:nvSpPr>
          <p:spPr>
            <a:xfrm>
              <a:off x="1251044" y="2295088"/>
              <a:ext cx="708432" cy="270283"/>
            </a:xfrm>
            <a:prstGeom prst="rect">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46800" rIns="46800" rtlCol="0" anchor="ctr"/>
            <a:lstStyle/>
            <a:p>
              <a:pPr algn="ctr"/>
              <a:r>
                <a:rPr lang="en-US" altLang="zh-CN" b="1" dirty="0"/>
                <a:t>ACK1</a:t>
              </a:r>
              <a:endParaRPr lang="zh-CN" altLang="en-US" b="1" dirty="0"/>
            </a:p>
          </p:txBody>
        </p:sp>
      </p:grpSp>
      <p:grpSp>
        <p:nvGrpSpPr>
          <p:cNvPr id="11" name="组合 10">
            <a:extLst>
              <a:ext uri="{FF2B5EF4-FFF2-40B4-BE49-F238E27FC236}">
                <a16:creationId xmlns:a16="http://schemas.microsoft.com/office/drawing/2014/main" id="{520775E8-5D2C-4EF8-9BFF-D39DB132EE28}"/>
              </a:ext>
            </a:extLst>
          </p:cNvPr>
          <p:cNvGrpSpPr/>
          <p:nvPr/>
        </p:nvGrpSpPr>
        <p:grpSpPr>
          <a:xfrm>
            <a:off x="1251044" y="2295088"/>
            <a:ext cx="708432" cy="794109"/>
            <a:chOff x="1251044" y="2295088"/>
            <a:chExt cx="708432" cy="794109"/>
          </a:xfrm>
        </p:grpSpPr>
        <p:grpSp>
          <p:nvGrpSpPr>
            <p:cNvPr id="12" name="组合 11">
              <a:extLst>
                <a:ext uri="{FF2B5EF4-FFF2-40B4-BE49-F238E27FC236}">
                  <a16:creationId xmlns:a16="http://schemas.microsoft.com/office/drawing/2014/main" id="{BD1C9B59-7A33-4A51-A8B0-60FD5AD68A8D}"/>
                </a:ext>
              </a:extLst>
            </p:cNvPr>
            <p:cNvGrpSpPr/>
            <p:nvPr/>
          </p:nvGrpSpPr>
          <p:grpSpPr>
            <a:xfrm>
              <a:off x="1251044" y="2295088"/>
              <a:ext cx="708432" cy="532527"/>
              <a:chOff x="1251044" y="2295088"/>
              <a:chExt cx="708432" cy="532527"/>
            </a:xfrm>
          </p:grpSpPr>
          <p:sp>
            <p:nvSpPr>
              <p:cNvPr id="51" name="矩形 50">
                <a:extLst>
                  <a:ext uri="{FF2B5EF4-FFF2-40B4-BE49-F238E27FC236}">
                    <a16:creationId xmlns:a16="http://schemas.microsoft.com/office/drawing/2014/main" id="{3934A53B-F179-4AE5-8C40-09CC755FD35B}"/>
                  </a:ext>
                </a:extLst>
              </p:cNvPr>
              <p:cNvSpPr/>
              <p:nvPr/>
            </p:nvSpPr>
            <p:spPr>
              <a:xfrm>
                <a:off x="1251044" y="2557332"/>
                <a:ext cx="708432" cy="270283"/>
              </a:xfrm>
              <a:prstGeom prst="rect">
                <a:avLst/>
              </a:prstGeom>
              <a:solidFill>
                <a:schemeClr val="accent3"/>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46800" rIns="46800" rtlCol="0" anchor="ctr"/>
              <a:lstStyle/>
              <a:p>
                <a:pPr algn="ctr"/>
                <a:r>
                  <a:rPr lang="en-US" altLang="zh-CN" b="1" dirty="0"/>
                  <a:t>DATA1</a:t>
                </a:r>
                <a:endParaRPr lang="zh-CN" altLang="en-US" b="1" dirty="0"/>
              </a:p>
            </p:txBody>
          </p:sp>
          <p:sp>
            <p:nvSpPr>
              <p:cNvPr id="52" name="矩形 51">
                <a:extLst>
                  <a:ext uri="{FF2B5EF4-FFF2-40B4-BE49-F238E27FC236}">
                    <a16:creationId xmlns:a16="http://schemas.microsoft.com/office/drawing/2014/main" id="{7B02FABA-E117-418F-9E20-7E4C1DB84616}"/>
                  </a:ext>
                </a:extLst>
              </p:cNvPr>
              <p:cNvSpPr/>
              <p:nvPr/>
            </p:nvSpPr>
            <p:spPr>
              <a:xfrm>
                <a:off x="1251044" y="2295088"/>
                <a:ext cx="708432" cy="270283"/>
              </a:xfrm>
              <a:prstGeom prst="rect">
                <a:avLst/>
              </a:prstGeom>
              <a:solidFill>
                <a:schemeClr val="accent3"/>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46800" rIns="46800" rtlCol="0" anchor="ctr"/>
              <a:lstStyle/>
              <a:p>
                <a:pPr algn="ctr"/>
                <a:r>
                  <a:rPr lang="en-US" altLang="zh-CN" b="1" dirty="0"/>
                  <a:t>DATA0</a:t>
                </a:r>
                <a:endParaRPr lang="zh-CN" altLang="en-US" b="1" dirty="0"/>
              </a:p>
            </p:txBody>
          </p:sp>
        </p:grpSp>
        <p:sp>
          <p:nvSpPr>
            <p:cNvPr id="41" name="矩形 40">
              <a:extLst>
                <a:ext uri="{FF2B5EF4-FFF2-40B4-BE49-F238E27FC236}">
                  <a16:creationId xmlns:a16="http://schemas.microsoft.com/office/drawing/2014/main" id="{30A64768-7C68-45BE-8614-936F9311AA30}"/>
                </a:ext>
              </a:extLst>
            </p:cNvPr>
            <p:cNvSpPr/>
            <p:nvPr/>
          </p:nvSpPr>
          <p:spPr>
            <a:xfrm>
              <a:off x="1251044" y="2567621"/>
              <a:ext cx="708432" cy="270283"/>
            </a:xfrm>
            <a:prstGeom prst="rect">
              <a:avLst/>
            </a:prstGeom>
            <a:solidFill>
              <a:schemeClr val="accent3"/>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46800" rIns="46800" rtlCol="0" anchor="ctr"/>
            <a:lstStyle/>
            <a:p>
              <a:pPr algn="ctr"/>
              <a:r>
                <a:rPr lang="en-US" altLang="zh-CN" b="1" dirty="0"/>
                <a:t>DATA3</a:t>
              </a:r>
              <a:endParaRPr lang="zh-CN" altLang="en-US" b="1" dirty="0"/>
            </a:p>
          </p:txBody>
        </p:sp>
        <p:sp>
          <p:nvSpPr>
            <p:cNvPr id="42" name="矩形 41">
              <a:extLst>
                <a:ext uri="{FF2B5EF4-FFF2-40B4-BE49-F238E27FC236}">
                  <a16:creationId xmlns:a16="http://schemas.microsoft.com/office/drawing/2014/main" id="{66C917AD-BC7B-4372-A42C-363B604CC70F}"/>
                </a:ext>
              </a:extLst>
            </p:cNvPr>
            <p:cNvSpPr/>
            <p:nvPr/>
          </p:nvSpPr>
          <p:spPr>
            <a:xfrm>
              <a:off x="1251044" y="2295748"/>
              <a:ext cx="708432" cy="270283"/>
            </a:xfrm>
            <a:prstGeom prst="rect">
              <a:avLst/>
            </a:prstGeom>
            <a:pattFill prst="divot">
              <a:fgClr>
                <a:schemeClr val="accent1">
                  <a:lumMod val="75000"/>
                </a:schemeClr>
              </a:fgClr>
              <a:bgClr>
                <a:schemeClr val="bg1"/>
              </a:bgClr>
            </a:patt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46800" rIns="46800" rtlCol="0" anchor="ctr"/>
            <a:lstStyle/>
            <a:p>
              <a:pPr algn="ctr"/>
              <a:r>
                <a:rPr lang="en-US" altLang="zh-CN" b="1" dirty="0">
                  <a:solidFill>
                    <a:schemeClr val="accent1">
                      <a:lumMod val="75000"/>
                    </a:schemeClr>
                  </a:solidFill>
                </a:rPr>
                <a:t>DATA2</a:t>
              </a:r>
              <a:endParaRPr lang="zh-CN" altLang="en-US" b="1" dirty="0">
                <a:solidFill>
                  <a:schemeClr val="accent1">
                    <a:lumMod val="75000"/>
                  </a:schemeClr>
                </a:solidFill>
              </a:endParaRPr>
            </a:p>
          </p:txBody>
        </p:sp>
        <p:sp>
          <p:nvSpPr>
            <p:cNvPr id="43" name="矩形 42">
              <a:extLst>
                <a:ext uri="{FF2B5EF4-FFF2-40B4-BE49-F238E27FC236}">
                  <a16:creationId xmlns:a16="http://schemas.microsoft.com/office/drawing/2014/main" id="{7A2CCA18-C650-4E4C-BB2D-8801594E95DD}"/>
                </a:ext>
              </a:extLst>
            </p:cNvPr>
            <p:cNvSpPr/>
            <p:nvPr/>
          </p:nvSpPr>
          <p:spPr>
            <a:xfrm>
              <a:off x="1251044" y="2818914"/>
              <a:ext cx="708432" cy="270283"/>
            </a:xfrm>
            <a:prstGeom prst="rect">
              <a:avLst/>
            </a:prstGeom>
            <a:solidFill>
              <a:schemeClr val="accent3"/>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46800" rIns="46800" rtlCol="0" anchor="ctr"/>
            <a:lstStyle/>
            <a:p>
              <a:pPr algn="ctr"/>
              <a:r>
                <a:rPr lang="en-US" altLang="zh-CN" b="1" dirty="0"/>
                <a:t>DATA4</a:t>
              </a:r>
              <a:endParaRPr lang="zh-CN" altLang="en-US" b="1" dirty="0"/>
            </a:p>
          </p:txBody>
        </p:sp>
      </p:grpSp>
      <p:grpSp>
        <p:nvGrpSpPr>
          <p:cNvPr id="44" name="组合 43">
            <a:extLst>
              <a:ext uri="{FF2B5EF4-FFF2-40B4-BE49-F238E27FC236}">
                <a16:creationId xmlns:a16="http://schemas.microsoft.com/office/drawing/2014/main" id="{F0C966D7-3694-4B55-8818-0CA0D5600E34}"/>
              </a:ext>
            </a:extLst>
          </p:cNvPr>
          <p:cNvGrpSpPr/>
          <p:nvPr/>
        </p:nvGrpSpPr>
        <p:grpSpPr>
          <a:xfrm>
            <a:off x="1251044" y="2020018"/>
            <a:ext cx="708432" cy="794109"/>
            <a:chOff x="1251044" y="2295088"/>
            <a:chExt cx="708432" cy="794109"/>
          </a:xfrm>
        </p:grpSpPr>
        <p:grpSp>
          <p:nvGrpSpPr>
            <p:cNvPr id="45" name="组合 44">
              <a:extLst>
                <a:ext uri="{FF2B5EF4-FFF2-40B4-BE49-F238E27FC236}">
                  <a16:creationId xmlns:a16="http://schemas.microsoft.com/office/drawing/2014/main" id="{EBDA07FE-22B2-4E57-8384-428273CC0695}"/>
                </a:ext>
              </a:extLst>
            </p:cNvPr>
            <p:cNvGrpSpPr/>
            <p:nvPr/>
          </p:nvGrpSpPr>
          <p:grpSpPr>
            <a:xfrm>
              <a:off x="1251044" y="2295088"/>
              <a:ext cx="708432" cy="532527"/>
              <a:chOff x="1251044" y="2295088"/>
              <a:chExt cx="708432" cy="532527"/>
            </a:xfrm>
          </p:grpSpPr>
          <p:sp>
            <p:nvSpPr>
              <p:cNvPr id="53" name="矩形 52">
                <a:extLst>
                  <a:ext uri="{FF2B5EF4-FFF2-40B4-BE49-F238E27FC236}">
                    <a16:creationId xmlns:a16="http://schemas.microsoft.com/office/drawing/2014/main" id="{9A3BAA47-B0B5-4E2F-9643-5C03581FD8E0}"/>
                  </a:ext>
                </a:extLst>
              </p:cNvPr>
              <p:cNvSpPr/>
              <p:nvPr/>
            </p:nvSpPr>
            <p:spPr>
              <a:xfrm>
                <a:off x="1251044" y="2557332"/>
                <a:ext cx="708432" cy="270283"/>
              </a:xfrm>
              <a:prstGeom prst="rect">
                <a:avLst/>
              </a:prstGeom>
              <a:solidFill>
                <a:schemeClr val="accent3"/>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46800" rIns="46800" rtlCol="0" anchor="ctr"/>
              <a:lstStyle/>
              <a:p>
                <a:pPr algn="ctr"/>
                <a:r>
                  <a:rPr lang="en-US" altLang="zh-CN" b="1" dirty="0"/>
                  <a:t>DATA1</a:t>
                </a:r>
                <a:endParaRPr lang="zh-CN" altLang="en-US" b="1" dirty="0"/>
              </a:p>
            </p:txBody>
          </p:sp>
          <p:sp>
            <p:nvSpPr>
              <p:cNvPr id="54" name="矩形 53">
                <a:extLst>
                  <a:ext uri="{FF2B5EF4-FFF2-40B4-BE49-F238E27FC236}">
                    <a16:creationId xmlns:a16="http://schemas.microsoft.com/office/drawing/2014/main" id="{C4710814-FC0A-4B3E-85B8-1CEA3AFFEF6C}"/>
                  </a:ext>
                </a:extLst>
              </p:cNvPr>
              <p:cNvSpPr/>
              <p:nvPr/>
            </p:nvSpPr>
            <p:spPr>
              <a:xfrm>
                <a:off x="1251044" y="2295088"/>
                <a:ext cx="708432" cy="270283"/>
              </a:xfrm>
              <a:prstGeom prst="rect">
                <a:avLst/>
              </a:prstGeom>
              <a:solidFill>
                <a:schemeClr val="accent3"/>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46800" rIns="46800" rtlCol="0" anchor="ctr"/>
              <a:lstStyle/>
              <a:p>
                <a:pPr algn="ctr"/>
                <a:r>
                  <a:rPr lang="en-US" altLang="zh-CN" b="1" dirty="0"/>
                  <a:t>DATA0</a:t>
                </a:r>
                <a:endParaRPr lang="zh-CN" altLang="en-US" b="1" dirty="0"/>
              </a:p>
            </p:txBody>
          </p:sp>
        </p:grpSp>
        <p:sp>
          <p:nvSpPr>
            <p:cNvPr id="46" name="矩形 45">
              <a:extLst>
                <a:ext uri="{FF2B5EF4-FFF2-40B4-BE49-F238E27FC236}">
                  <a16:creationId xmlns:a16="http://schemas.microsoft.com/office/drawing/2014/main" id="{32ED9291-D5C5-4948-BCB2-6D5F6F0744DA}"/>
                </a:ext>
              </a:extLst>
            </p:cNvPr>
            <p:cNvSpPr/>
            <p:nvPr/>
          </p:nvSpPr>
          <p:spPr>
            <a:xfrm>
              <a:off x="1251044" y="2567621"/>
              <a:ext cx="708432" cy="270283"/>
            </a:xfrm>
            <a:prstGeom prst="rect">
              <a:avLst/>
            </a:prstGeom>
            <a:solidFill>
              <a:schemeClr val="accent3"/>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46800" rIns="46800" rtlCol="0" anchor="ctr"/>
            <a:lstStyle/>
            <a:p>
              <a:pPr algn="ctr"/>
              <a:r>
                <a:rPr lang="en-US" altLang="zh-CN" b="1" dirty="0"/>
                <a:t>DATA3</a:t>
              </a:r>
              <a:endParaRPr lang="zh-CN" altLang="en-US" b="1" dirty="0"/>
            </a:p>
          </p:txBody>
        </p:sp>
        <p:sp>
          <p:nvSpPr>
            <p:cNvPr id="47" name="矩形 46">
              <a:extLst>
                <a:ext uri="{FF2B5EF4-FFF2-40B4-BE49-F238E27FC236}">
                  <a16:creationId xmlns:a16="http://schemas.microsoft.com/office/drawing/2014/main" id="{D1D3B41A-DE41-44CE-83C6-643F88F450DC}"/>
                </a:ext>
              </a:extLst>
            </p:cNvPr>
            <p:cNvSpPr/>
            <p:nvPr/>
          </p:nvSpPr>
          <p:spPr>
            <a:xfrm>
              <a:off x="1251044" y="2295748"/>
              <a:ext cx="708432" cy="270283"/>
            </a:xfrm>
            <a:prstGeom prst="rect">
              <a:avLst/>
            </a:prstGeom>
            <a:pattFill prst="divot">
              <a:fgClr>
                <a:schemeClr val="accent1">
                  <a:lumMod val="75000"/>
                </a:schemeClr>
              </a:fgClr>
              <a:bgClr>
                <a:schemeClr val="bg1"/>
              </a:bgClr>
            </a:patt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46800" rIns="46800" rtlCol="0" anchor="ctr"/>
            <a:lstStyle/>
            <a:p>
              <a:pPr algn="ctr"/>
              <a:r>
                <a:rPr lang="en-US" altLang="zh-CN" b="1" dirty="0">
                  <a:solidFill>
                    <a:schemeClr val="accent1">
                      <a:lumMod val="75000"/>
                    </a:schemeClr>
                  </a:solidFill>
                </a:rPr>
                <a:t>DATA2</a:t>
              </a:r>
              <a:endParaRPr lang="zh-CN" altLang="en-US" b="1" dirty="0">
                <a:solidFill>
                  <a:schemeClr val="accent1">
                    <a:lumMod val="75000"/>
                  </a:schemeClr>
                </a:solidFill>
              </a:endParaRPr>
            </a:p>
          </p:txBody>
        </p:sp>
        <p:sp>
          <p:nvSpPr>
            <p:cNvPr id="48" name="矩形 47">
              <a:extLst>
                <a:ext uri="{FF2B5EF4-FFF2-40B4-BE49-F238E27FC236}">
                  <a16:creationId xmlns:a16="http://schemas.microsoft.com/office/drawing/2014/main" id="{C642071E-B2ED-41BA-B864-44D3DB56A3E4}"/>
                </a:ext>
              </a:extLst>
            </p:cNvPr>
            <p:cNvSpPr/>
            <p:nvPr/>
          </p:nvSpPr>
          <p:spPr>
            <a:xfrm>
              <a:off x="1251044" y="2818914"/>
              <a:ext cx="708432" cy="270283"/>
            </a:xfrm>
            <a:prstGeom prst="rect">
              <a:avLst/>
            </a:prstGeom>
            <a:solidFill>
              <a:schemeClr val="accent3"/>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46800" rIns="46800" rtlCol="0" anchor="ctr"/>
            <a:lstStyle/>
            <a:p>
              <a:pPr algn="ctr"/>
              <a:r>
                <a:rPr lang="en-US" altLang="zh-CN" b="1" dirty="0"/>
                <a:t>DATA4</a:t>
              </a:r>
              <a:endParaRPr lang="zh-CN" altLang="en-US" b="1" dirty="0"/>
            </a:p>
          </p:txBody>
        </p:sp>
      </p:grpSp>
      <p:grpSp>
        <p:nvGrpSpPr>
          <p:cNvPr id="55" name="组合 54">
            <a:extLst>
              <a:ext uri="{FF2B5EF4-FFF2-40B4-BE49-F238E27FC236}">
                <a16:creationId xmlns:a16="http://schemas.microsoft.com/office/drawing/2014/main" id="{98A2C0B4-13EB-4E32-96EE-E457F7C0F368}"/>
              </a:ext>
            </a:extLst>
          </p:cNvPr>
          <p:cNvGrpSpPr/>
          <p:nvPr/>
        </p:nvGrpSpPr>
        <p:grpSpPr>
          <a:xfrm>
            <a:off x="467055" y="2554568"/>
            <a:ext cx="708432" cy="532527"/>
            <a:chOff x="1251044" y="2295088"/>
            <a:chExt cx="708432" cy="532527"/>
          </a:xfrm>
          <a:solidFill>
            <a:schemeClr val="accent4"/>
          </a:solidFill>
        </p:grpSpPr>
        <p:sp>
          <p:nvSpPr>
            <p:cNvPr id="56" name="矩形 55">
              <a:extLst>
                <a:ext uri="{FF2B5EF4-FFF2-40B4-BE49-F238E27FC236}">
                  <a16:creationId xmlns:a16="http://schemas.microsoft.com/office/drawing/2014/main" id="{FD411C1C-480F-4DE1-865D-8447A5CE9E60}"/>
                </a:ext>
              </a:extLst>
            </p:cNvPr>
            <p:cNvSpPr/>
            <p:nvPr/>
          </p:nvSpPr>
          <p:spPr>
            <a:xfrm>
              <a:off x="1251044" y="2557332"/>
              <a:ext cx="708432" cy="270283"/>
            </a:xfrm>
            <a:prstGeom prst="rect">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46800" rIns="46800" rtlCol="0" anchor="ctr"/>
            <a:lstStyle/>
            <a:p>
              <a:pPr algn="ctr"/>
              <a:r>
                <a:rPr lang="en-US" altLang="zh-CN" b="1" dirty="0"/>
                <a:t>ACK0</a:t>
              </a:r>
              <a:endParaRPr lang="zh-CN" altLang="en-US" b="1" dirty="0"/>
            </a:p>
          </p:txBody>
        </p:sp>
        <p:sp>
          <p:nvSpPr>
            <p:cNvPr id="58" name="矩形 57">
              <a:extLst>
                <a:ext uri="{FF2B5EF4-FFF2-40B4-BE49-F238E27FC236}">
                  <a16:creationId xmlns:a16="http://schemas.microsoft.com/office/drawing/2014/main" id="{61625A07-3782-440F-B73A-BC775C60BD20}"/>
                </a:ext>
              </a:extLst>
            </p:cNvPr>
            <p:cNvSpPr/>
            <p:nvPr/>
          </p:nvSpPr>
          <p:spPr>
            <a:xfrm>
              <a:off x="1251044" y="2295088"/>
              <a:ext cx="708432" cy="270283"/>
            </a:xfrm>
            <a:prstGeom prst="rect">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46800" rIns="46800" rtlCol="0" anchor="ctr"/>
            <a:lstStyle/>
            <a:p>
              <a:pPr algn="ctr"/>
              <a:r>
                <a:rPr lang="en-US" altLang="zh-CN" b="1" dirty="0"/>
                <a:t>ACK1</a:t>
              </a:r>
              <a:endParaRPr lang="zh-CN" altLang="en-US" b="1" dirty="0"/>
            </a:p>
          </p:txBody>
        </p:sp>
      </p:grpSp>
      <p:sp>
        <p:nvSpPr>
          <p:cNvPr id="50" name="平行四边形 49">
            <a:extLst>
              <a:ext uri="{FF2B5EF4-FFF2-40B4-BE49-F238E27FC236}">
                <a16:creationId xmlns:a16="http://schemas.microsoft.com/office/drawing/2014/main" id="{D66444A1-342D-E2D6-BA42-5DAA9275BD35}"/>
              </a:ext>
            </a:extLst>
          </p:cNvPr>
          <p:cNvSpPr/>
          <p:nvPr/>
        </p:nvSpPr>
        <p:spPr>
          <a:xfrm>
            <a:off x="304799" y="749300"/>
            <a:ext cx="695119" cy="387090"/>
          </a:xfrm>
          <a:prstGeom prst="parallelogram">
            <a:avLst/>
          </a:prstGeom>
          <a:solidFill>
            <a:schemeClr val="accent3">
              <a:lumMod val="75000"/>
            </a:schemeClr>
          </a:solidFill>
          <a:ln>
            <a:solidFill>
              <a:schemeClr val="accent3">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CN" sz="2200" dirty="0">
                <a:latin typeface="Impact" panose="020B0806030902050204" pitchFamily="34" charset="0"/>
              </a:rPr>
              <a:t>04</a:t>
            </a:r>
            <a:endParaRPr lang="zh-CN" altLang="en-US" sz="2200" dirty="0">
              <a:latin typeface="Impact" panose="020B0806030902050204" pitchFamily="34" charset="0"/>
            </a:endParaRPr>
          </a:p>
        </p:txBody>
      </p:sp>
    </p:spTree>
    <p:custDataLst>
      <p:tags r:id="rId1"/>
    </p:custDataLst>
    <p:extLst>
      <p:ext uri="{BB962C8B-B14F-4D97-AF65-F5344CB8AC3E}">
        <p14:creationId xmlns:p14="http://schemas.microsoft.com/office/powerpoint/2010/main" val="2230196653"/>
      </p:ext>
    </p:extLst>
  </p:cSld>
  <p:clrMapOvr>
    <a:masterClrMapping/>
  </p:clrMapOvr>
  <mc:AlternateContent xmlns:mc="http://schemas.openxmlformats.org/markup-compatibility/2006" xmlns:p14="http://schemas.microsoft.com/office/powerpoint/2010/main">
    <mc:Choice Requires="p14">
      <p:transition p14:dur="10"/>
    </mc:Choice>
    <mc:Fallback xmlns="">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xit" presetSubtype="0" decel="50000" fill="hold" nodeType="withEffect">
                                  <p:stCondLst>
                                    <p:cond delay="0"/>
                                  </p:stCondLst>
                                  <p:childTnLst>
                                    <p:animEffect transition="out" filter="fade">
                                      <p:cBhvr>
                                        <p:cTn id="6" dur="1000"/>
                                        <p:tgtEl>
                                          <p:spTgt spid="11"/>
                                        </p:tgtEl>
                                      </p:cBhvr>
                                    </p:animEffect>
                                    <p:set>
                                      <p:cBhvr>
                                        <p:cTn id="7" dur="1" fill="hold">
                                          <p:stCondLst>
                                            <p:cond delay="999"/>
                                          </p:stCondLst>
                                        </p:cTn>
                                        <p:tgtEl>
                                          <p:spTgt spid="11"/>
                                        </p:tgtEl>
                                        <p:attrNameLst>
                                          <p:attrName>style.visibility</p:attrName>
                                        </p:attrNameLst>
                                      </p:cBhvr>
                                      <p:to>
                                        <p:strVal val="hidden"/>
                                      </p:to>
                                    </p:set>
                                  </p:childTnLst>
                                </p:cTn>
                              </p:par>
                              <p:par>
                                <p:cTn id="8" presetID="10" presetClass="entr" presetSubtype="0" decel="50000" fill="hold" nodeType="withEffect">
                                  <p:stCondLst>
                                    <p:cond delay="0"/>
                                  </p:stCondLst>
                                  <p:childTnLst>
                                    <p:set>
                                      <p:cBhvr>
                                        <p:cTn id="9" dur="1" fill="hold">
                                          <p:stCondLst>
                                            <p:cond delay="0"/>
                                          </p:stCondLst>
                                        </p:cTn>
                                        <p:tgtEl>
                                          <p:spTgt spid="44"/>
                                        </p:tgtEl>
                                        <p:attrNameLst>
                                          <p:attrName>style.visibility</p:attrName>
                                        </p:attrNameLst>
                                      </p:cBhvr>
                                      <p:to>
                                        <p:strVal val="visible"/>
                                      </p:to>
                                    </p:set>
                                    <p:animEffect transition="in" filter="fade">
                                      <p:cBhvr>
                                        <p:cTn id="10" dur="1000"/>
                                        <p:tgtEl>
                                          <p:spTgt spid="44"/>
                                        </p:tgtEl>
                                      </p:cBhvr>
                                    </p:animEffect>
                                  </p:childTnLst>
                                </p:cTn>
                              </p:par>
                              <p:par>
                                <p:cTn id="11" presetID="63" presetClass="path" presetSubtype="0" decel="50000" fill="hold" nodeType="withEffect">
                                  <p:stCondLst>
                                    <p:cond delay="0"/>
                                  </p:stCondLst>
                                  <p:childTnLst>
                                    <p:animMotion origin="layout" path="M 0 0 L 0 -0.040109 E" pathEditMode="relative" ptsTypes="">
                                      <p:cBhvr>
                                        <p:cTn id="12" dur="1000" fill="hold"/>
                                        <p:tgtEl>
                                          <p:spTgt spid="11"/>
                                        </p:tgtEl>
                                        <p:attrNameLst>
                                          <p:attrName>ppt_x</p:attrName>
                                          <p:attrName>ppt_y</p:attrName>
                                        </p:attrNameLst>
                                      </p:cBhvr>
                                    </p:animMotion>
                                  </p:childTnLst>
                                </p:cTn>
                              </p:par>
                              <p:par>
                                <p:cTn id="13" presetID="63" presetClass="path" presetSubtype="0" decel="50000" fill="hold" nodeType="withEffect">
                                  <p:stCondLst>
                                    <p:cond delay="0"/>
                                  </p:stCondLst>
                                  <p:childTnLst>
                                    <p:animMotion origin="layout" path="M 0 0.040109 L 0 0 E" pathEditMode="relative" ptsTypes="">
                                      <p:cBhvr>
                                        <p:cTn id="14" dur="1000" fill="hold"/>
                                        <p:tgtEl>
                                          <p:spTgt spid="44"/>
                                        </p:tgtEl>
                                        <p:attrNameLst>
                                          <p:attrName>ppt_x</p:attrName>
                                          <p:attrName>ppt_y</p:attrName>
                                        </p:attrNameLst>
                                      </p:cBhvr>
                                    </p:animMotion>
                                  </p:childTnLst>
                                </p:cTn>
                              </p:par>
                              <p:par>
                                <p:cTn id="15" presetID="6" presetClass="emph" presetSubtype="0" decel="50000" fill="hold" nodeType="withEffect">
                                  <p:stCondLst>
                                    <p:cond delay="0"/>
                                  </p:stCondLst>
                                  <p:childTnLst>
                                    <p:animScale>
                                      <p:cBhvr>
                                        <p:cTn id="16" dur="1000" fill="hold"/>
                                        <p:tgtEl>
                                          <p:spTgt spid="11"/>
                                        </p:tgtEl>
                                      </p:cBhvr>
                                      <p:by x="150000" y="150000"/>
                                      <p:from x="100000" y="100000"/>
                                      <p:to x="100000" y="100000"/>
                                    </p:animScale>
                                  </p:childTnLst>
                                </p:cTn>
                              </p:par>
                              <p:par>
                                <p:cTn id="17" presetID="6" presetClass="emph" presetSubtype="0" decel="50000" fill="hold" nodeType="withEffect">
                                  <p:stCondLst>
                                    <p:cond delay="0"/>
                                  </p:stCondLst>
                                  <p:childTnLst>
                                    <p:animScale>
                                      <p:cBhvr>
                                        <p:cTn id="18" dur="1000" fill="hold"/>
                                        <p:tgtEl>
                                          <p:spTgt spid="44"/>
                                        </p:tgtEl>
                                      </p:cBhvr>
                                      <p:by x="150000" y="150000"/>
                                      <p:from x="100000" y="100000"/>
                                      <p:to x="100000" y="100000"/>
                                    </p:animScale>
                                  </p:childTnLst>
                                </p:cTn>
                              </p:par>
                              <p:par>
                                <p:cTn id="19" presetID="10" presetClass="exit" presetSubtype="0" decel="50000" fill="hold" nodeType="withEffect">
                                  <p:stCondLst>
                                    <p:cond delay="0"/>
                                  </p:stCondLst>
                                  <p:childTnLst>
                                    <p:animEffect transition="out" filter="fade">
                                      <p:cBhvr>
                                        <p:cTn id="20" dur="1000"/>
                                        <p:tgtEl>
                                          <p:spTgt spid="37"/>
                                        </p:tgtEl>
                                      </p:cBhvr>
                                    </p:animEffect>
                                    <p:set>
                                      <p:cBhvr>
                                        <p:cTn id="21" dur="1" fill="hold">
                                          <p:stCondLst>
                                            <p:cond delay="999"/>
                                          </p:stCondLst>
                                        </p:cTn>
                                        <p:tgtEl>
                                          <p:spTgt spid="37"/>
                                        </p:tgtEl>
                                        <p:attrNameLst>
                                          <p:attrName>style.visibility</p:attrName>
                                        </p:attrNameLst>
                                      </p:cBhvr>
                                      <p:to>
                                        <p:strVal val="hidden"/>
                                      </p:to>
                                    </p:set>
                                  </p:childTnLst>
                                </p:cTn>
                              </p:par>
                              <p:par>
                                <p:cTn id="22" presetID="10" presetClass="entr" presetSubtype="0" decel="50000" fill="hold" nodeType="withEffect">
                                  <p:stCondLst>
                                    <p:cond delay="0"/>
                                  </p:stCondLst>
                                  <p:childTnLst>
                                    <p:set>
                                      <p:cBhvr>
                                        <p:cTn id="23" dur="1" fill="hold">
                                          <p:stCondLst>
                                            <p:cond delay="0"/>
                                          </p:stCondLst>
                                        </p:cTn>
                                        <p:tgtEl>
                                          <p:spTgt spid="55"/>
                                        </p:tgtEl>
                                        <p:attrNameLst>
                                          <p:attrName>style.visibility</p:attrName>
                                        </p:attrNameLst>
                                      </p:cBhvr>
                                      <p:to>
                                        <p:strVal val="visible"/>
                                      </p:to>
                                    </p:set>
                                    <p:animEffect transition="in" filter="fade">
                                      <p:cBhvr>
                                        <p:cTn id="24" dur="1000"/>
                                        <p:tgtEl>
                                          <p:spTgt spid="55"/>
                                        </p:tgtEl>
                                      </p:cBhvr>
                                    </p:animEffect>
                                  </p:childTnLst>
                                </p:cTn>
                              </p:par>
                              <p:par>
                                <p:cTn id="25" presetID="63" presetClass="path" presetSubtype="0" decel="50000" fill="hold" nodeType="withEffect">
                                  <p:stCondLst>
                                    <p:cond delay="0"/>
                                  </p:stCondLst>
                                  <p:childTnLst>
                                    <p:animMotion origin="layout" path="M 0 0 L -0.000222 0.039499 E" pathEditMode="relative" ptsTypes="">
                                      <p:cBhvr>
                                        <p:cTn id="26" dur="1000" fill="hold"/>
                                        <p:tgtEl>
                                          <p:spTgt spid="37"/>
                                        </p:tgtEl>
                                        <p:attrNameLst>
                                          <p:attrName>ppt_x</p:attrName>
                                          <p:attrName>ppt_y</p:attrName>
                                        </p:attrNameLst>
                                      </p:cBhvr>
                                    </p:animMotion>
                                  </p:childTnLst>
                                </p:cTn>
                              </p:par>
                              <p:par>
                                <p:cTn id="27" presetID="63" presetClass="path" presetSubtype="0" decel="50000" fill="hold" nodeType="withEffect">
                                  <p:stCondLst>
                                    <p:cond delay="0"/>
                                  </p:stCondLst>
                                  <p:childTnLst>
                                    <p:animMotion origin="layout" path="M 0.000222 -0.039499 L 0 0 E" pathEditMode="relative" ptsTypes="">
                                      <p:cBhvr>
                                        <p:cTn id="28" dur="1000" fill="hold"/>
                                        <p:tgtEl>
                                          <p:spTgt spid="55"/>
                                        </p:tgtEl>
                                        <p:attrNameLst>
                                          <p:attrName>ppt_x</p:attrName>
                                          <p:attrName>ppt_y</p:attrName>
                                        </p:attrNameLst>
                                      </p:cBhvr>
                                    </p:animMotion>
                                  </p:childTnLst>
                                </p:cTn>
                              </p:par>
                              <p:par>
                                <p:cTn id="29" presetID="6" presetClass="emph" presetSubtype="0" decel="50000" fill="hold" nodeType="withEffect">
                                  <p:stCondLst>
                                    <p:cond delay="0"/>
                                  </p:stCondLst>
                                  <p:childTnLst>
                                    <p:animScale>
                                      <p:cBhvr>
                                        <p:cTn id="30" dur="1000" fill="hold"/>
                                        <p:tgtEl>
                                          <p:spTgt spid="37"/>
                                        </p:tgtEl>
                                      </p:cBhvr>
                                      <p:by x="150000" y="150000"/>
                                      <p:from x="100000" y="100000"/>
                                      <p:to x="100000" y="100000"/>
                                    </p:animScale>
                                  </p:childTnLst>
                                </p:cTn>
                              </p:par>
                              <p:par>
                                <p:cTn id="31" presetID="6" presetClass="emph" presetSubtype="0" decel="50000" fill="hold" nodeType="withEffect">
                                  <p:stCondLst>
                                    <p:cond delay="0"/>
                                  </p:stCondLst>
                                  <p:childTnLst>
                                    <p:animScale>
                                      <p:cBhvr>
                                        <p:cTn id="32" dur="1000" fill="hold"/>
                                        <p:tgtEl>
                                          <p:spTgt spid="55"/>
                                        </p:tgtEl>
                                      </p:cBhvr>
                                      <p:by x="150000" y="150000"/>
                                      <p:from x="100000" y="100000"/>
                                      <p:to x="100000" y="100000"/>
                                    </p:animScale>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15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31" name="组合 30">
            <a:extLst>
              <a:ext uri="{FF2B5EF4-FFF2-40B4-BE49-F238E27FC236}">
                <a16:creationId xmlns:a16="http://schemas.microsoft.com/office/drawing/2014/main" id="{F8FB8773-3132-44C5-BA37-545BA916FC7F}"/>
              </a:ext>
            </a:extLst>
          </p:cNvPr>
          <p:cNvGrpSpPr/>
          <p:nvPr/>
        </p:nvGrpSpPr>
        <p:grpSpPr>
          <a:xfrm>
            <a:off x="3659320" y="1363110"/>
            <a:ext cx="1067217" cy="917885"/>
            <a:chOff x="2146413" y="1363110"/>
            <a:chExt cx="1067217" cy="917885"/>
          </a:xfrm>
        </p:grpSpPr>
        <p:sp>
          <p:nvSpPr>
            <p:cNvPr id="32" name="矩形 31">
              <a:extLst>
                <a:ext uri="{FF2B5EF4-FFF2-40B4-BE49-F238E27FC236}">
                  <a16:creationId xmlns:a16="http://schemas.microsoft.com/office/drawing/2014/main" id="{D4210CF8-E394-4326-9E53-07BBCF692252}"/>
                </a:ext>
              </a:extLst>
            </p:cNvPr>
            <p:cNvSpPr/>
            <p:nvPr/>
          </p:nvSpPr>
          <p:spPr>
            <a:xfrm>
              <a:off x="2300222" y="1739531"/>
              <a:ext cx="759600" cy="541464"/>
            </a:xfrm>
            <a:prstGeom prst="rect">
              <a:avLst/>
            </a:prstGeom>
            <a:solidFill>
              <a:schemeClr val="accent4"/>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mc:AlternateContent xmlns:mc="http://schemas.openxmlformats.org/markup-compatibility/2006" xmlns:a14="http://schemas.microsoft.com/office/drawing/2010/main">
          <mc:Choice Requires="a14">
            <p:sp>
              <p:nvSpPr>
                <p:cNvPr id="33" name="文本框 32">
                  <a:extLst>
                    <a:ext uri="{FF2B5EF4-FFF2-40B4-BE49-F238E27FC236}">
                      <a16:creationId xmlns:a16="http://schemas.microsoft.com/office/drawing/2014/main" id="{B18AE0E4-0AF2-4267-8E26-A1FBCFC82FCA}"/>
                    </a:ext>
                  </a:extLst>
                </p:cNvPr>
                <p:cNvSpPr txBox="1"/>
                <p:nvPr/>
              </p:nvSpPr>
              <p:spPr>
                <a:xfrm>
                  <a:off x="2146413" y="1363110"/>
                  <a:ext cx="1067217" cy="369332"/>
                </a:xfrm>
                <a:prstGeom prst="rect">
                  <a:avLst/>
                </a:prstGeom>
                <a:noFill/>
              </p:spPr>
              <p:txBody>
                <a:bodyPr wrap="square">
                  <a:spAutoFit/>
                </a:bodyPr>
                <a:lstStyle/>
                <a:p>
                  <a:pPr/>
                  <a14:m>
                    <m:oMathPara xmlns:m="http://schemas.openxmlformats.org/officeDocument/2006/math">
                      <m:oMathParaPr>
                        <m:jc m:val="centerGroup"/>
                      </m:oMathParaPr>
                      <m:oMath xmlns:m="http://schemas.openxmlformats.org/officeDocument/2006/math">
                        <m:sSub>
                          <m:sSubPr>
                            <m:ctrlPr>
                              <a:rPr lang="en-US" altLang="zh-CN" b="1" i="1" smtClean="0">
                                <a:solidFill>
                                  <a:schemeClr val="accent4"/>
                                </a:solidFill>
                                <a:latin typeface="Cambria Math" panose="02040503050406030204" pitchFamily="18" charset="0"/>
                              </a:rPr>
                            </m:ctrlPr>
                          </m:sSubPr>
                          <m:e>
                            <m:r>
                              <a:rPr lang="en-US" altLang="zh-CN" b="1" i="1" smtClean="0">
                                <a:solidFill>
                                  <a:schemeClr val="accent4"/>
                                </a:solidFill>
                                <a:latin typeface="Cambria Math" panose="02040503050406030204" pitchFamily="18" charset="0"/>
                              </a:rPr>
                              <m:t>𝑾</m:t>
                            </m:r>
                          </m:e>
                          <m:sub>
                            <m:r>
                              <a:rPr lang="en-US" altLang="zh-CN" b="1" i="1" smtClean="0">
                                <a:solidFill>
                                  <a:schemeClr val="accent4"/>
                                </a:solidFill>
                                <a:latin typeface="Cambria Math" panose="02040503050406030204" pitchFamily="18" charset="0"/>
                              </a:rPr>
                              <m:t>𝑹</m:t>
                            </m:r>
                          </m:sub>
                        </m:sSub>
                        <m:r>
                          <a:rPr lang="en-US" altLang="zh-CN" b="1" i="1" smtClean="0">
                            <a:solidFill>
                              <a:schemeClr val="accent4"/>
                            </a:solidFill>
                            <a:latin typeface="Cambria Math" panose="02040503050406030204" pitchFamily="18" charset="0"/>
                          </a:rPr>
                          <m:t>=</m:t>
                        </m:r>
                        <m:r>
                          <a:rPr lang="en-US" altLang="zh-CN" b="1" i="1" smtClean="0">
                            <a:solidFill>
                              <a:schemeClr val="accent4"/>
                            </a:solidFill>
                            <a:latin typeface="Cambria Math" panose="02040503050406030204" pitchFamily="18" charset="0"/>
                          </a:rPr>
                          <m:t>𝟏</m:t>
                        </m:r>
                      </m:oMath>
                    </m:oMathPara>
                  </a14:m>
                  <a:endParaRPr lang="zh-CN" altLang="en-US" dirty="0">
                    <a:solidFill>
                      <a:schemeClr val="accent3"/>
                    </a:solidFill>
                  </a:endParaRPr>
                </a:p>
              </p:txBody>
            </p:sp>
          </mc:Choice>
          <mc:Fallback xmlns="">
            <p:sp>
              <p:nvSpPr>
                <p:cNvPr id="35" name="文本框 34">
                  <a:extLst>
                    <a:ext uri="{FF2B5EF4-FFF2-40B4-BE49-F238E27FC236}">
                      <a16:creationId xmlns:a16="http://schemas.microsoft.com/office/drawing/2014/main" id="{EE98B7EB-F32B-4A4F-9072-DF021D7DCAD9}"/>
                    </a:ext>
                  </a:extLst>
                </p:cNvPr>
                <p:cNvSpPr txBox="1">
                  <a:spLocks noRot="1" noChangeAspect="1" noMove="1" noResize="1" noEditPoints="1" noAdjustHandles="1" noChangeArrowheads="1" noChangeShapeType="1" noTextEdit="1"/>
                </p:cNvSpPr>
                <p:nvPr/>
              </p:nvSpPr>
              <p:spPr>
                <a:xfrm>
                  <a:off x="2146413" y="1363110"/>
                  <a:ext cx="1067217" cy="369332"/>
                </a:xfrm>
                <a:prstGeom prst="rect">
                  <a:avLst/>
                </a:prstGeom>
                <a:blipFill>
                  <a:blip r:embed="rId3"/>
                  <a:stretch>
                    <a:fillRect b="-3333"/>
                  </a:stretch>
                </a:blipFill>
              </p:spPr>
              <p:txBody>
                <a:bodyPr/>
                <a:lstStyle/>
                <a:p>
                  <a:r>
                    <a:rPr lang="zh-CN" altLang="en-US">
                      <a:noFill/>
                    </a:rPr>
                    <a:t> </a:t>
                  </a:r>
                </a:p>
              </p:txBody>
            </p:sp>
          </mc:Fallback>
        </mc:AlternateContent>
      </p:grpSp>
      <p:grpSp>
        <p:nvGrpSpPr>
          <p:cNvPr id="7" name="组合 6">
            <a:extLst>
              <a:ext uri="{FF2B5EF4-FFF2-40B4-BE49-F238E27FC236}">
                <a16:creationId xmlns:a16="http://schemas.microsoft.com/office/drawing/2014/main" id="{00A9CCE1-949C-4E54-97A1-6025FF974983}"/>
              </a:ext>
            </a:extLst>
          </p:cNvPr>
          <p:cNvGrpSpPr/>
          <p:nvPr/>
        </p:nvGrpSpPr>
        <p:grpSpPr>
          <a:xfrm>
            <a:off x="2302929" y="5098286"/>
            <a:ext cx="3780000" cy="910796"/>
            <a:chOff x="2302929" y="5098286"/>
            <a:chExt cx="3780000" cy="910796"/>
          </a:xfrm>
        </p:grpSpPr>
        <p:sp>
          <p:nvSpPr>
            <p:cNvPr id="5" name="矩形 4">
              <a:extLst>
                <a:ext uri="{FF2B5EF4-FFF2-40B4-BE49-F238E27FC236}">
                  <a16:creationId xmlns:a16="http://schemas.microsoft.com/office/drawing/2014/main" id="{ABCDD6AB-497D-42FD-B822-48DB3891082B}"/>
                </a:ext>
              </a:extLst>
            </p:cNvPr>
            <p:cNvSpPr/>
            <p:nvPr/>
          </p:nvSpPr>
          <p:spPr>
            <a:xfrm>
              <a:off x="2302929" y="5467618"/>
              <a:ext cx="3780000" cy="541464"/>
            </a:xfrm>
            <a:prstGeom prst="rect">
              <a:avLst/>
            </a:prstGeom>
            <a:solidFill>
              <a:schemeClr val="accent3"/>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mc:AlternateContent xmlns:mc="http://schemas.openxmlformats.org/markup-compatibility/2006" xmlns:a14="http://schemas.microsoft.com/office/drawing/2010/main">
          <mc:Choice Requires="a14">
            <p:sp>
              <p:nvSpPr>
                <p:cNvPr id="23" name="文本框 22">
                  <a:extLst>
                    <a:ext uri="{FF2B5EF4-FFF2-40B4-BE49-F238E27FC236}">
                      <a16:creationId xmlns:a16="http://schemas.microsoft.com/office/drawing/2014/main" id="{ABC03EEA-26BD-4845-8ACC-3FB7B6DA9132}"/>
                    </a:ext>
                  </a:extLst>
                </p:cNvPr>
                <p:cNvSpPr txBox="1"/>
                <p:nvPr/>
              </p:nvSpPr>
              <p:spPr>
                <a:xfrm>
                  <a:off x="3659320" y="5098286"/>
                  <a:ext cx="1067217" cy="369332"/>
                </a:xfrm>
                <a:prstGeom prst="rect">
                  <a:avLst/>
                </a:prstGeom>
                <a:noFill/>
              </p:spPr>
              <p:txBody>
                <a:bodyPr wrap="square">
                  <a:spAutoFit/>
                </a:bodyPr>
                <a:lstStyle/>
                <a:p>
                  <a:pPr/>
                  <a14:m>
                    <m:oMathPara xmlns:m="http://schemas.openxmlformats.org/officeDocument/2006/math">
                      <m:oMathParaPr>
                        <m:jc m:val="centerGroup"/>
                      </m:oMathParaPr>
                      <m:oMath xmlns:m="http://schemas.openxmlformats.org/officeDocument/2006/math">
                        <m:sSub>
                          <m:sSubPr>
                            <m:ctrlPr>
                              <a:rPr lang="en-US" altLang="zh-CN" b="1" i="1" smtClean="0">
                                <a:solidFill>
                                  <a:schemeClr val="accent3"/>
                                </a:solidFill>
                                <a:latin typeface="Cambria Math" panose="02040503050406030204" pitchFamily="18" charset="0"/>
                              </a:rPr>
                            </m:ctrlPr>
                          </m:sSubPr>
                          <m:e>
                            <m:r>
                              <a:rPr lang="en-US" altLang="zh-CN" b="1" i="1" smtClean="0">
                                <a:solidFill>
                                  <a:schemeClr val="accent3"/>
                                </a:solidFill>
                                <a:latin typeface="Cambria Math" panose="02040503050406030204" pitchFamily="18" charset="0"/>
                              </a:rPr>
                              <m:t>𝑾</m:t>
                            </m:r>
                          </m:e>
                          <m:sub>
                            <m:r>
                              <a:rPr lang="en-US" altLang="zh-CN" b="1" i="1" smtClean="0">
                                <a:solidFill>
                                  <a:schemeClr val="accent3"/>
                                </a:solidFill>
                                <a:latin typeface="Cambria Math" panose="02040503050406030204" pitchFamily="18" charset="0"/>
                              </a:rPr>
                              <m:t>𝑻</m:t>
                            </m:r>
                          </m:sub>
                        </m:sSub>
                        <m:r>
                          <a:rPr lang="en-US" altLang="zh-CN" b="1" i="1" smtClean="0">
                            <a:solidFill>
                              <a:schemeClr val="accent3"/>
                            </a:solidFill>
                            <a:latin typeface="Cambria Math" panose="02040503050406030204" pitchFamily="18" charset="0"/>
                          </a:rPr>
                          <m:t>=</m:t>
                        </m:r>
                        <m:r>
                          <a:rPr lang="en-US" altLang="zh-CN" b="1" i="1" smtClean="0">
                            <a:solidFill>
                              <a:schemeClr val="accent3"/>
                            </a:solidFill>
                            <a:latin typeface="Cambria Math" panose="02040503050406030204" pitchFamily="18" charset="0"/>
                          </a:rPr>
                          <m:t>𝟓</m:t>
                        </m:r>
                      </m:oMath>
                    </m:oMathPara>
                  </a14:m>
                  <a:endParaRPr lang="zh-CN" altLang="en-US" dirty="0">
                    <a:solidFill>
                      <a:schemeClr val="accent3"/>
                    </a:solidFill>
                  </a:endParaRPr>
                </a:p>
              </p:txBody>
            </p:sp>
          </mc:Choice>
          <mc:Fallback xmlns="">
            <p:sp>
              <p:nvSpPr>
                <p:cNvPr id="23" name="文本框 22">
                  <a:extLst>
                    <a:ext uri="{FF2B5EF4-FFF2-40B4-BE49-F238E27FC236}">
                      <a16:creationId xmlns:a16="http://schemas.microsoft.com/office/drawing/2014/main" id="{ABC03EEA-26BD-4845-8ACC-3FB7B6DA9132}"/>
                    </a:ext>
                  </a:extLst>
                </p:cNvPr>
                <p:cNvSpPr txBox="1">
                  <a:spLocks noRot="1" noChangeAspect="1" noMove="1" noResize="1" noEditPoints="1" noAdjustHandles="1" noChangeArrowheads="1" noChangeShapeType="1" noTextEdit="1"/>
                </p:cNvSpPr>
                <p:nvPr/>
              </p:nvSpPr>
              <p:spPr>
                <a:xfrm>
                  <a:off x="3659320" y="5098286"/>
                  <a:ext cx="1067217" cy="369332"/>
                </a:xfrm>
                <a:prstGeom prst="rect">
                  <a:avLst/>
                </a:prstGeom>
                <a:blipFill>
                  <a:blip r:embed="rId4"/>
                  <a:stretch>
                    <a:fillRect b="-3279"/>
                  </a:stretch>
                </a:blipFill>
              </p:spPr>
              <p:txBody>
                <a:bodyPr/>
                <a:lstStyle/>
                <a:p>
                  <a:r>
                    <a:rPr lang="zh-CN" altLang="en-US">
                      <a:noFill/>
                    </a:rPr>
                    <a:t> </a:t>
                  </a:r>
                </a:p>
              </p:txBody>
            </p:sp>
          </mc:Fallback>
        </mc:AlternateContent>
      </p:grpSp>
      <p:grpSp>
        <p:nvGrpSpPr>
          <p:cNvPr id="4" name="组合 3">
            <a:extLst>
              <a:ext uri="{FF2B5EF4-FFF2-40B4-BE49-F238E27FC236}">
                <a16:creationId xmlns:a16="http://schemas.microsoft.com/office/drawing/2014/main" id="{9A1EA9F2-FCB6-48C3-935F-7AE7E3AD14AC}"/>
              </a:ext>
            </a:extLst>
          </p:cNvPr>
          <p:cNvGrpSpPr/>
          <p:nvPr/>
        </p:nvGrpSpPr>
        <p:grpSpPr>
          <a:xfrm>
            <a:off x="304800" y="749300"/>
            <a:ext cx="6192344" cy="400110"/>
            <a:chOff x="424117" y="898245"/>
            <a:chExt cx="6192344" cy="400110"/>
          </a:xfrm>
        </p:grpSpPr>
        <p:sp>
          <p:nvSpPr>
            <p:cNvPr id="2" name="平行四边形 1">
              <a:extLst>
                <a:ext uri="{FF2B5EF4-FFF2-40B4-BE49-F238E27FC236}">
                  <a16:creationId xmlns:a16="http://schemas.microsoft.com/office/drawing/2014/main" id="{1F5BAA3F-9845-4F89-A2DD-8222D3E4EDAC}"/>
                </a:ext>
              </a:extLst>
            </p:cNvPr>
            <p:cNvSpPr/>
            <p:nvPr/>
          </p:nvSpPr>
          <p:spPr>
            <a:xfrm>
              <a:off x="424117" y="898245"/>
              <a:ext cx="628306" cy="387090"/>
            </a:xfrm>
            <a:prstGeom prst="parallelogram">
              <a:avLst/>
            </a:prstGeom>
            <a:solidFill>
              <a:schemeClr val="accent3">
                <a:lumMod val="75000"/>
              </a:schemeClr>
            </a:solidFill>
            <a:ln>
              <a:solidFill>
                <a:schemeClr val="accent3">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CN" sz="2200" dirty="0">
                  <a:latin typeface="Impact" panose="020B0806030902050204" pitchFamily="34" charset="0"/>
                </a:rPr>
                <a:t>01</a:t>
              </a:r>
              <a:endParaRPr lang="zh-CN" altLang="en-US" sz="2200" dirty="0">
                <a:latin typeface="Impact" panose="020B0806030902050204" pitchFamily="34" charset="0"/>
              </a:endParaRPr>
            </a:p>
          </p:txBody>
        </p:sp>
        <p:sp>
          <p:nvSpPr>
            <p:cNvPr id="3" name="文本框 2">
              <a:extLst>
                <a:ext uri="{FF2B5EF4-FFF2-40B4-BE49-F238E27FC236}">
                  <a16:creationId xmlns:a16="http://schemas.microsoft.com/office/drawing/2014/main" id="{4D6BD736-A4D3-4F26-AFED-36E11F50F70B}"/>
                </a:ext>
              </a:extLst>
            </p:cNvPr>
            <p:cNvSpPr txBox="1"/>
            <p:nvPr/>
          </p:nvSpPr>
          <p:spPr>
            <a:xfrm>
              <a:off x="1052423" y="898245"/>
              <a:ext cx="5564038" cy="400110"/>
            </a:xfrm>
            <a:prstGeom prst="rect">
              <a:avLst/>
            </a:prstGeom>
            <a:noFill/>
          </p:spPr>
          <p:txBody>
            <a:bodyPr wrap="square" rtlCol="0">
              <a:spAutoFit/>
            </a:bodyPr>
            <a:lstStyle/>
            <a:p>
              <a:r>
                <a:rPr lang="zh-CN" altLang="en-US" sz="2000" b="1" dirty="0"/>
                <a:t>回退</a:t>
              </a:r>
              <a:r>
                <a:rPr lang="en-US" altLang="zh-CN" sz="2000" b="1" dirty="0"/>
                <a:t>N</a:t>
              </a:r>
              <a:r>
                <a:rPr lang="zh-CN" altLang="en-US" sz="2000" b="1" dirty="0"/>
                <a:t>帧协议</a:t>
              </a:r>
            </a:p>
          </p:txBody>
        </p:sp>
      </p:grpSp>
      <p:grpSp>
        <p:nvGrpSpPr>
          <p:cNvPr id="20" name="组合 19">
            <a:extLst>
              <a:ext uri="{FF2B5EF4-FFF2-40B4-BE49-F238E27FC236}">
                <a16:creationId xmlns:a16="http://schemas.microsoft.com/office/drawing/2014/main" id="{87756F0E-46C2-4571-B23D-C8472E9FD1FB}"/>
              </a:ext>
            </a:extLst>
          </p:cNvPr>
          <p:cNvGrpSpPr/>
          <p:nvPr/>
        </p:nvGrpSpPr>
        <p:grpSpPr>
          <a:xfrm>
            <a:off x="475097" y="1263518"/>
            <a:ext cx="1355161" cy="5114896"/>
            <a:chOff x="475097" y="1263518"/>
            <a:chExt cx="1355161" cy="5114896"/>
          </a:xfrm>
        </p:grpSpPr>
        <p:cxnSp>
          <p:nvCxnSpPr>
            <p:cNvPr id="17" name="直接连接符 16">
              <a:extLst>
                <a:ext uri="{FF2B5EF4-FFF2-40B4-BE49-F238E27FC236}">
                  <a16:creationId xmlns:a16="http://schemas.microsoft.com/office/drawing/2014/main" id="{5A41A17A-7B81-47D8-BDBB-76B8F1AA71D6}"/>
                </a:ext>
              </a:extLst>
            </p:cNvPr>
            <p:cNvCxnSpPr>
              <a:cxnSpLocks/>
            </p:cNvCxnSpPr>
            <p:nvPr/>
          </p:nvCxnSpPr>
          <p:spPr>
            <a:xfrm flipV="1">
              <a:off x="1208367" y="2012996"/>
              <a:ext cx="0" cy="3813858"/>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nvGrpSpPr>
            <p:cNvPr id="9" name="组合 8">
              <a:extLst>
                <a:ext uri="{FF2B5EF4-FFF2-40B4-BE49-F238E27FC236}">
                  <a16:creationId xmlns:a16="http://schemas.microsoft.com/office/drawing/2014/main" id="{A2B5FA1F-35FA-42E7-8D74-E7431B6AAA3C}"/>
                </a:ext>
              </a:extLst>
            </p:cNvPr>
            <p:cNvGrpSpPr/>
            <p:nvPr/>
          </p:nvGrpSpPr>
          <p:grpSpPr>
            <a:xfrm>
              <a:off x="700096" y="5368000"/>
              <a:ext cx="905164" cy="1010414"/>
              <a:chOff x="700096" y="5368000"/>
              <a:chExt cx="905164" cy="1010414"/>
            </a:xfrm>
          </p:grpSpPr>
          <p:pic>
            <p:nvPicPr>
              <p:cNvPr id="214" name="图形 213">
                <a:extLst>
                  <a:ext uri="{FF2B5EF4-FFF2-40B4-BE49-F238E27FC236}">
                    <a16:creationId xmlns:a16="http://schemas.microsoft.com/office/drawing/2014/main" id="{D949CB40-4FF6-4E8C-991B-66D24C6ADF05}"/>
                  </a:ext>
                </a:extLst>
              </p:cNvPr>
              <p:cNvPicPr>
                <a:picLocks noChangeAspect="1"/>
              </p:cNvPicPr>
              <p:nvPr/>
            </p:nvPicPr>
            <p:blipFill>
              <a:blip r:embed="rId5">
                <a:extLst>
                  <a:ext uri="{28A0092B-C50C-407E-A947-70E740481C1C}">
                    <a14:useLocalDpi xmlns:a14="http://schemas.microsoft.com/office/drawing/2010/main" val="0"/>
                  </a:ext>
                  <a:ext uri="{96DAC541-7B7A-43D3-8B79-37D633B846F1}">
                    <asvg:svgBlip xmlns:asvg="http://schemas.microsoft.com/office/drawing/2016/SVG/main" r:embed="rId6"/>
                  </a:ext>
                </a:extLst>
              </a:blip>
              <a:stretch>
                <a:fillRect/>
              </a:stretch>
            </p:blipFill>
            <p:spPr>
              <a:xfrm>
                <a:off x="821271" y="5368000"/>
                <a:ext cx="662814" cy="641082"/>
              </a:xfrm>
              <a:prstGeom prst="rect">
                <a:avLst/>
              </a:prstGeom>
            </p:spPr>
          </p:pic>
          <p:sp>
            <p:nvSpPr>
              <p:cNvPr id="218" name="文本框 217">
                <a:extLst>
                  <a:ext uri="{FF2B5EF4-FFF2-40B4-BE49-F238E27FC236}">
                    <a16:creationId xmlns:a16="http://schemas.microsoft.com/office/drawing/2014/main" id="{584D12FE-712D-432B-A48B-3084189F6B6C}"/>
                  </a:ext>
                </a:extLst>
              </p:cNvPr>
              <p:cNvSpPr txBox="1"/>
              <p:nvPr/>
            </p:nvSpPr>
            <p:spPr>
              <a:xfrm>
                <a:off x="700096" y="6009082"/>
                <a:ext cx="905164" cy="369332"/>
              </a:xfrm>
              <a:prstGeom prst="rect">
                <a:avLst/>
              </a:prstGeom>
              <a:noFill/>
            </p:spPr>
            <p:txBody>
              <a:bodyPr wrap="square" rtlCol="0">
                <a:spAutoFit/>
              </a:bodyPr>
              <a:lstStyle/>
              <a:p>
                <a:r>
                  <a:rPr lang="zh-CN" altLang="en-US" b="1" dirty="0">
                    <a:latin typeface="+mn-ea"/>
                  </a:rPr>
                  <a:t>发送方</a:t>
                </a:r>
              </a:p>
            </p:txBody>
          </p:sp>
        </p:grpSp>
        <p:grpSp>
          <p:nvGrpSpPr>
            <p:cNvPr id="8" name="组合 7">
              <a:extLst>
                <a:ext uri="{FF2B5EF4-FFF2-40B4-BE49-F238E27FC236}">
                  <a16:creationId xmlns:a16="http://schemas.microsoft.com/office/drawing/2014/main" id="{0ACAF080-95D4-4F76-A817-06EA84E449C9}"/>
                </a:ext>
              </a:extLst>
            </p:cNvPr>
            <p:cNvGrpSpPr/>
            <p:nvPr/>
          </p:nvGrpSpPr>
          <p:grpSpPr>
            <a:xfrm>
              <a:off x="878301" y="1263518"/>
              <a:ext cx="905164" cy="1027908"/>
              <a:chOff x="878301" y="1390382"/>
              <a:chExt cx="905164" cy="1027908"/>
            </a:xfrm>
          </p:grpSpPr>
          <p:pic>
            <p:nvPicPr>
              <p:cNvPr id="210" name="图形 209">
                <a:extLst>
                  <a:ext uri="{FF2B5EF4-FFF2-40B4-BE49-F238E27FC236}">
                    <a16:creationId xmlns:a16="http://schemas.microsoft.com/office/drawing/2014/main" id="{61E01467-74F7-469C-BAD5-DFFB1234E440}"/>
                  </a:ext>
                </a:extLst>
              </p:cNvPr>
              <p:cNvPicPr>
                <a:picLocks noChangeAspect="1"/>
              </p:cNvPicPr>
              <p:nvPr/>
            </p:nvPicPr>
            <p:blipFill>
              <a:blip r:embed="rId7">
                <a:extLst>
                  <a:ext uri="{28A0092B-C50C-407E-A947-70E740481C1C}">
                    <a14:useLocalDpi xmlns:a14="http://schemas.microsoft.com/office/drawing/2010/main" val="0"/>
                  </a:ext>
                  <a:ext uri="{96DAC541-7B7A-43D3-8B79-37D633B846F1}">
                    <asvg:svgBlip xmlns:asvg="http://schemas.microsoft.com/office/drawing/2016/SVG/main" r:embed="rId8"/>
                  </a:ext>
                </a:extLst>
              </a:blip>
              <a:stretch>
                <a:fillRect/>
              </a:stretch>
            </p:blipFill>
            <p:spPr>
              <a:xfrm>
                <a:off x="984826" y="1759714"/>
                <a:ext cx="501772" cy="658576"/>
              </a:xfrm>
              <a:prstGeom prst="rect">
                <a:avLst/>
              </a:prstGeom>
            </p:spPr>
          </p:pic>
          <p:sp>
            <p:nvSpPr>
              <p:cNvPr id="219" name="文本框 218">
                <a:extLst>
                  <a:ext uri="{FF2B5EF4-FFF2-40B4-BE49-F238E27FC236}">
                    <a16:creationId xmlns:a16="http://schemas.microsoft.com/office/drawing/2014/main" id="{B105E330-42F6-4FA8-914C-123FFA0756D5}"/>
                  </a:ext>
                </a:extLst>
              </p:cNvPr>
              <p:cNvSpPr txBox="1"/>
              <p:nvPr/>
            </p:nvSpPr>
            <p:spPr>
              <a:xfrm>
                <a:off x="878301" y="1390382"/>
                <a:ext cx="905164" cy="369332"/>
              </a:xfrm>
              <a:prstGeom prst="rect">
                <a:avLst/>
              </a:prstGeom>
              <a:noFill/>
            </p:spPr>
            <p:txBody>
              <a:bodyPr wrap="square" rtlCol="0">
                <a:spAutoFit/>
              </a:bodyPr>
              <a:lstStyle/>
              <a:p>
                <a:r>
                  <a:rPr lang="zh-CN" altLang="en-US" b="1" dirty="0">
                    <a:latin typeface="+mn-ea"/>
                  </a:rPr>
                  <a:t>接收方</a:t>
                </a:r>
              </a:p>
            </p:txBody>
          </p:sp>
        </p:grpSp>
        <p:sp>
          <p:nvSpPr>
            <p:cNvPr id="57" name="云形 56">
              <a:extLst>
                <a:ext uri="{FF2B5EF4-FFF2-40B4-BE49-F238E27FC236}">
                  <a16:creationId xmlns:a16="http://schemas.microsoft.com/office/drawing/2014/main" id="{8D58A5DA-48AF-4D62-A0E1-92B6F8CBE1F4}"/>
                </a:ext>
              </a:extLst>
            </p:cNvPr>
            <p:cNvSpPr/>
            <p:nvPr/>
          </p:nvSpPr>
          <p:spPr>
            <a:xfrm>
              <a:off x="475097" y="3429014"/>
              <a:ext cx="1355161" cy="801398"/>
            </a:xfrm>
            <a:prstGeom prst="cloud">
              <a:avLst/>
            </a:prstGeom>
            <a:solidFill>
              <a:schemeClr val="bg1">
                <a:lumMod val="85000"/>
              </a:schemeClr>
            </a:solidFill>
            <a:ln>
              <a:solidFill>
                <a:schemeClr val="bg1">
                  <a:lumMod val="85000"/>
                </a:schemeClr>
              </a:solidFill>
            </a:ln>
          </p:spPr>
          <p:style>
            <a:lnRef idx="2">
              <a:schemeClr val="accent3">
                <a:shade val="50000"/>
              </a:schemeClr>
            </a:lnRef>
            <a:fillRef idx="1">
              <a:schemeClr val="accent3"/>
            </a:fillRef>
            <a:effectRef idx="0">
              <a:schemeClr val="accent3"/>
            </a:effectRef>
            <a:fontRef idx="minor">
              <a:schemeClr val="lt1"/>
            </a:fontRef>
          </p:style>
          <p:txBody>
            <a:bodyPr rtlCol="0" anchor="ctr"/>
            <a:lstStyle/>
            <a:p>
              <a:pPr algn="ctr"/>
              <a:r>
                <a:rPr lang="zh-CN" altLang="en-US" b="1" dirty="0">
                  <a:solidFill>
                    <a:schemeClr val="tx1"/>
                  </a:solidFill>
                  <a:latin typeface="+mn-ea"/>
                </a:rPr>
                <a:t>因特网</a:t>
              </a:r>
            </a:p>
          </p:txBody>
        </p:sp>
      </p:grpSp>
      <p:graphicFrame>
        <p:nvGraphicFramePr>
          <p:cNvPr id="21" name="表格 21">
            <a:extLst>
              <a:ext uri="{FF2B5EF4-FFF2-40B4-BE49-F238E27FC236}">
                <a16:creationId xmlns:a16="http://schemas.microsoft.com/office/drawing/2014/main" id="{CE497585-4F97-4F44-9ABE-D7BBA16B40E0}"/>
              </a:ext>
            </a:extLst>
          </p:cNvPr>
          <p:cNvGraphicFramePr>
            <a:graphicFrameLocks noGrp="1"/>
          </p:cNvGraphicFramePr>
          <p:nvPr/>
        </p:nvGraphicFramePr>
        <p:xfrm>
          <a:off x="2302929" y="5557308"/>
          <a:ext cx="9067800" cy="370840"/>
        </p:xfrm>
        <a:graphic>
          <a:graphicData uri="http://schemas.openxmlformats.org/drawingml/2006/table">
            <a:tbl>
              <a:tblPr firstRow="1" bandRow="1">
                <a:tableStyleId>{5C22544A-7EE6-4342-B048-85BDC9FD1C3A}</a:tableStyleId>
              </a:tblPr>
              <a:tblGrid>
                <a:gridCol w="755650">
                  <a:extLst>
                    <a:ext uri="{9D8B030D-6E8A-4147-A177-3AD203B41FA5}">
                      <a16:colId xmlns:a16="http://schemas.microsoft.com/office/drawing/2014/main" val="877486509"/>
                    </a:ext>
                  </a:extLst>
                </a:gridCol>
                <a:gridCol w="755650">
                  <a:extLst>
                    <a:ext uri="{9D8B030D-6E8A-4147-A177-3AD203B41FA5}">
                      <a16:colId xmlns:a16="http://schemas.microsoft.com/office/drawing/2014/main" val="3548605817"/>
                    </a:ext>
                  </a:extLst>
                </a:gridCol>
                <a:gridCol w="755650">
                  <a:extLst>
                    <a:ext uri="{9D8B030D-6E8A-4147-A177-3AD203B41FA5}">
                      <a16:colId xmlns:a16="http://schemas.microsoft.com/office/drawing/2014/main" val="2881812895"/>
                    </a:ext>
                  </a:extLst>
                </a:gridCol>
                <a:gridCol w="755650">
                  <a:extLst>
                    <a:ext uri="{9D8B030D-6E8A-4147-A177-3AD203B41FA5}">
                      <a16:colId xmlns:a16="http://schemas.microsoft.com/office/drawing/2014/main" val="3682284582"/>
                    </a:ext>
                  </a:extLst>
                </a:gridCol>
                <a:gridCol w="755650">
                  <a:extLst>
                    <a:ext uri="{9D8B030D-6E8A-4147-A177-3AD203B41FA5}">
                      <a16:colId xmlns:a16="http://schemas.microsoft.com/office/drawing/2014/main" val="500127722"/>
                    </a:ext>
                  </a:extLst>
                </a:gridCol>
                <a:gridCol w="755650">
                  <a:extLst>
                    <a:ext uri="{9D8B030D-6E8A-4147-A177-3AD203B41FA5}">
                      <a16:colId xmlns:a16="http://schemas.microsoft.com/office/drawing/2014/main" val="2946259618"/>
                    </a:ext>
                  </a:extLst>
                </a:gridCol>
                <a:gridCol w="755650">
                  <a:extLst>
                    <a:ext uri="{9D8B030D-6E8A-4147-A177-3AD203B41FA5}">
                      <a16:colId xmlns:a16="http://schemas.microsoft.com/office/drawing/2014/main" val="171501986"/>
                    </a:ext>
                  </a:extLst>
                </a:gridCol>
                <a:gridCol w="755650">
                  <a:extLst>
                    <a:ext uri="{9D8B030D-6E8A-4147-A177-3AD203B41FA5}">
                      <a16:colId xmlns:a16="http://schemas.microsoft.com/office/drawing/2014/main" val="1667185265"/>
                    </a:ext>
                  </a:extLst>
                </a:gridCol>
                <a:gridCol w="755650">
                  <a:extLst>
                    <a:ext uri="{9D8B030D-6E8A-4147-A177-3AD203B41FA5}">
                      <a16:colId xmlns:a16="http://schemas.microsoft.com/office/drawing/2014/main" val="4258211808"/>
                    </a:ext>
                  </a:extLst>
                </a:gridCol>
                <a:gridCol w="755650">
                  <a:extLst>
                    <a:ext uri="{9D8B030D-6E8A-4147-A177-3AD203B41FA5}">
                      <a16:colId xmlns:a16="http://schemas.microsoft.com/office/drawing/2014/main" val="1794200575"/>
                    </a:ext>
                  </a:extLst>
                </a:gridCol>
                <a:gridCol w="755650">
                  <a:extLst>
                    <a:ext uri="{9D8B030D-6E8A-4147-A177-3AD203B41FA5}">
                      <a16:colId xmlns:a16="http://schemas.microsoft.com/office/drawing/2014/main" val="4230716487"/>
                    </a:ext>
                  </a:extLst>
                </a:gridCol>
                <a:gridCol w="755650">
                  <a:extLst>
                    <a:ext uri="{9D8B030D-6E8A-4147-A177-3AD203B41FA5}">
                      <a16:colId xmlns:a16="http://schemas.microsoft.com/office/drawing/2014/main" val="56153739"/>
                    </a:ext>
                  </a:extLst>
                </a:gridCol>
              </a:tblGrid>
              <a:tr h="370840">
                <a:tc>
                  <a:txBody>
                    <a:bodyPr/>
                    <a:lstStyle/>
                    <a:p>
                      <a:pPr algn="ctr"/>
                      <a:r>
                        <a:rPr lang="en-US" altLang="zh-CN" dirty="0">
                          <a:solidFill>
                            <a:schemeClr val="tx1"/>
                          </a:solidFill>
                          <a:latin typeface="Arial Black" panose="020B0A04020102020204" pitchFamily="34" charset="0"/>
                        </a:rPr>
                        <a:t>0</a:t>
                      </a:r>
                      <a:endParaRPr lang="zh-CN" altLang="en-US" dirty="0">
                        <a:solidFill>
                          <a:schemeClr val="tx1"/>
                        </a:solidFill>
                        <a:latin typeface="Arial Black" panose="020B0A04020102020204" pitchFamily="34" charset="0"/>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ctr"/>
                      <a:r>
                        <a:rPr lang="en-US" altLang="zh-CN" dirty="0">
                          <a:solidFill>
                            <a:schemeClr val="tx1"/>
                          </a:solidFill>
                          <a:latin typeface="Arial Black" panose="020B0A04020102020204" pitchFamily="34" charset="0"/>
                        </a:rPr>
                        <a:t>1</a:t>
                      </a:r>
                      <a:endParaRPr lang="zh-CN" altLang="en-US" dirty="0">
                        <a:solidFill>
                          <a:schemeClr val="tx1"/>
                        </a:solidFill>
                        <a:latin typeface="Arial Black" panose="020B0A04020102020204" pitchFamily="34" charset="0"/>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ctr"/>
                      <a:r>
                        <a:rPr lang="en-US" altLang="zh-CN" dirty="0">
                          <a:solidFill>
                            <a:schemeClr val="tx1"/>
                          </a:solidFill>
                          <a:latin typeface="Arial Black" panose="020B0A04020102020204" pitchFamily="34" charset="0"/>
                        </a:rPr>
                        <a:t>2</a:t>
                      </a:r>
                      <a:endParaRPr lang="zh-CN" altLang="en-US" dirty="0">
                        <a:solidFill>
                          <a:schemeClr val="tx1"/>
                        </a:solidFill>
                        <a:latin typeface="Arial Black" panose="020B0A04020102020204" pitchFamily="34" charset="0"/>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ctr"/>
                      <a:r>
                        <a:rPr lang="en-US" altLang="zh-CN" dirty="0">
                          <a:solidFill>
                            <a:schemeClr val="tx1"/>
                          </a:solidFill>
                          <a:latin typeface="Arial Black" panose="020B0A04020102020204" pitchFamily="34" charset="0"/>
                        </a:rPr>
                        <a:t>3</a:t>
                      </a:r>
                      <a:endParaRPr lang="zh-CN" altLang="en-US" dirty="0">
                        <a:solidFill>
                          <a:schemeClr val="tx1"/>
                        </a:solidFill>
                        <a:latin typeface="Arial Black" panose="020B0A04020102020204" pitchFamily="34" charset="0"/>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ctr"/>
                      <a:r>
                        <a:rPr lang="en-US" altLang="zh-CN" dirty="0">
                          <a:solidFill>
                            <a:schemeClr val="tx1"/>
                          </a:solidFill>
                          <a:latin typeface="Arial Black" panose="020B0A04020102020204" pitchFamily="34" charset="0"/>
                        </a:rPr>
                        <a:t>4</a:t>
                      </a:r>
                      <a:endParaRPr lang="zh-CN" altLang="en-US" dirty="0">
                        <a:solidFill>
                          <a:schemeClr val="tx1"/>
                        </a:solidFill>
                        <a:latin typeface="Arial Black" panose="020B0A04020102020204" pitchFamily="34" charset="0"/>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ctr"/>
                      <a:r>
                        <a:rPr lang="en-US" altLang="zh-CN" dirty="0">
                          <a:solidFill>
                            <a:schemeClr val="tx1"/>
                          </a:solidFill>
                          <a:latin typeface="Arial Black" panose="020B0A04020102020204" pitchFamily="34" charset="0"/>
                        </a:rPr>
                        <a:t>5</a:t>
                      </a:r>
                      <a:endParaRPr lang="zh-CN" altLang="en-US" dirty="0">
                        <a:solidFill>
                          <a:schemeClr val="tx1"/>
                        </a:solidFill>
                        <a:latin typeface="Arial Black" panose="020B0A04020102020204" pitchFamily="34" charset="0"/>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ctr"/>
                      <a:r>
                        <a:rPr lang="en-US" altLang="zh-CN" dirty="0">
                          <a:solidFill>
                            <a:schemeClr val="tx1"/>
                          </a:solidFill>
                          <a:latin typeface="Arial Black" panose="020B0A04020102020204" pitchFamily="34" charset="0"/>
                        </a:rPr>
                        <a:t>6</a:t>
                      </a:r>
                      <a:endParaRPr lang="zh-CN" altLang="en-US" dirty="0">
                        <a:solidFill>
                          <a:schemeClr val="tx1"/>
                        </a:solidFill>
                        <a:latin typeface="Arial Black" panose="020B0A04020102020204" pitchFamily="34" charset="0"/>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ctr"/>
                      <a:r>
                        <a:rPr lang="en-US" altLang="zh-CN" dirty="0">
                          <a:solidFill>
                            <a:schemeClr val="tx1"/>
                          </a:solidFill>
                          <a:latin typeface="Arial Black" panose="020B0A04020102020204" pitchFamily="34" charset="0"/>
                        </a:rPr>
                        <a:t>7</a:t>
                      </a:r>
                      <a:endParaRPr lang="zh-CN" altLang="en-US" dirty="0">
                        <a:solidFill>
                          <a:schemeClr val="tx1"/>
                        </a:solidFill>
                        <a:latin typeface="Arial Black" panose="020B0A04020102020204" pitchFamily="34" charset="0"/>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ctr"/>
                      <a:r>
                        <a:rPr lang="en-US" altLang="zh-CN" dirty="0">
                          <a:solidFill>
                            <a:schemeClr val="tx1"/>
                          </a:solidFill>
                          <a:latin typeface="Arial Black" panose="020B0A04020102020204" pitchFamily="34" charset="0"/>
                        </a:rPr>
                        <a:t>0</a:t>
                      </a:r>
                      <a:endParaRPr lang="zh-CN" altLang="en-US" dirty="0">
                        <a:solidFill>
                          <a:schemeClr val="tx1"/>
                        </a:solidFill>
                        <a:latin typeface="Arial Black" panose="020B0A04020102020204" pitchFamily="34" charset="0"/>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ctr"/>
                      <a:r>
                        <a:rPr lang="en-US" altLang="zh-CN" dirty="0">
                          <a:solidFill>
                            <a:schemeClr val="tx1"/>
                          </a:solidFill>
                          <a:latin typeface="Arial Black" panose="020B0A04020102020204" pitchFamily="34" charset="0"/>
                        </a:rPr>
                        <a:t>1</a:t>
                      </a:r>
                      <a:endParaRPr lang="zh-CN" altLang="en-US" dirty="0">
                        <a:solidFill>
                          <a:schemeClr val="tx1"/>
                        </a:solidFill>
                        <a:latin typeface="Arial Black" panose="020B0A04020102020204" pitchFamily="34" charset="0"/>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ctr"/>
                      <a:r>
                        <a:rPr lang="en-US" altLang="zh-CN" dirty="0">
                          <a:solidFill>
                            <a:schemeClr val="tx1"/>
                          </a:solidFill>
                          <a:latin typeface="Arial Black" panose="020B0A04020102020204" pitchFamily="34" charset="0"/>
                        </a:rPr>
                        <a:t>2</a:t>
                      </a:r>
                      <a:endParaRPr lang="zh-CN" altLang="en-US" dirty="0">
                        <a:solidFill>
                          <a:schemeClr val="tx1"/>
                        </a:solidFill>
                        <a:latin typeface="Arial Black" panose="020B0A04020102020204" pitchFamily="34" charset="0"/>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ctr"/>
                      <a:r>
                        <a:rPr lang="en-US" altLang="zh-CN" dirty="0">
                          <a:solidFill>
                            <a:schemeClr val="tx1"/>
                          </a:solidFill>
                          <a:latin typeface="Arial Black" panose="020B0A04020102020204" pitchFamily="34" charset="0"/>
                        </a:rPr>
                        <a:t>…</a:t>
                      </a:r>
                      <a:endParaRPr lang="zh-CN" altLang="en-US" dirty="0">
                        <a:solidFill>
                          <a:schemeClr val="tx1"/>
                        </a:solidFill>
                        <a:latin typeface="Arial Black" panose="020B0A04020102020204" pitchFamily="34" charset="0"/>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extLst>
                  <a:ext uri="{0D108BD9-81ED-4DB2-BD59-A6C34878D82A}">
                    <a16:rowId xmlns:a16="http://schemas.microsoft.com/office/drawing/2014/main" val="316235763"/>
                  </a:ext>
                </a:extLst>
              </a:tr>
            </a:tbl>
          </a:graphicData>
        </a:graphic>
      </p:graphicFrame>
      <p:graphicFrame>
        <p:nvGraphicFramePr>
          <p:cNvPr id="68" name="表格 21">
            <a:extLst>
              <a:ext uri="{FF2B5EF4-FFF2-40B4-BE49-F238E27FC236}">
                <a16:creationId xmlns:a16="http://schemas.microsoft.com/office/drawing/2014/main" id="{D9B4273D-C94E-42E6-A39B-908C6FA1D8AF}"/>
              </a:ext>
            </a:extLst>
          </p:cNvPr>
          <p:cNvGraphicFramePr>
            <a:graphicFrameLocks noGrp="1"/>
          </p:cNvGraphicFramePr>
          <p:nvPr/>
        </p:nvGraphicFramePr>
        <p:xfrm>
          <a:off x="2302929" y="1827576"/>
          <a:ext cx="9067800" cy="370840"/>
        </p:xfrm>
        <a:graphic>
          <a:graphicData uri="http://schemas.openxmlformats.org/drawingml/2006/table">
            <a:tbl>
              <a:tblPr firstRow="1" bandRow="1">
                <a:tableStyleId>{5C22544A-7EE6-4342-B048-85BDC9FD1C3A}</a:tableStyleId>
              </a:tblPr>
              <a:tblGrid>
                <a:gridCol w="755650">
                  <a:extLst>
                    <a:ext uri="{9D8B030D-6E8A-4147-A177-3AD203B41FA5}">
                      <a16:colId xmlns:a16="http://schemas.microsoft.com/office/drawing/2014/main" val="877486509"/>
                    </a:ext>
                  </a:extLst>
                </a:gridCol>
                <a:gridCol w="755650">
                  <a:extLst>
                    <a:ext uri="{9D8B030D-6E8A-4147-A177-3AD203B41FA5}">
                      <a16:colId xmlns:a16="http://schemas.microsoft.com/office/drawing/2014/main" val="3548605817"/>
                    </a:ext>
                  </a:extLst>
                </a:gridCol>
                <a:gridCol w="755650">
                  <a:extLst>
                    <a:ext uri="{9D8B030D-6E8A-4147-A177-3AD203B41FA5}">
                      <a16:colId xmlns:a16="http://schemas.microsoft.com/office/drawing/2014/main" val="2881812895"/>
                    </a:ext>
                  </a:extLst>
                </a:gridCol>
                <a:gridCol w="755650">
                  <a:extLst>
                    <a:ext uri="{9D8B030D-6E8A-4147-A177-3AD203B41FA5}">
                      <a16:colId xmlns:a16="http://schemas.microsoft.com/office/drawing/2014/main" val="3682284582"/>
                    </a:ext>
                  </a:extLst>
                </a:gridCol>
                <a:gridCol w="755650">
                  <a:extLst>
                    <a:ext uri="{9D8B030D-6E8A-4147-A177-3AD203B41FA5}">
                      <a16:colId xmlns:a16="http://schemas.microsoft.com/office/drawing/2014/main" val="500127722"/>
                    </a:ext>
                  </a:extLst>
                </a:gridCol>
                <a:gridCol w="755650">
                  <a:extLst>
                    <a:ext uri="{9D8B030D-6E8A-4147-A177-3AD203B41FA5}">
                      <a16:colId xmlns:a16="http://schemas.microsoft.com/office/drawing/2014/main" val="2946259618"/>
                    </a:ext>
                  </a:extLst>
                </a:gridCol>
                <a:gridCol w="755650">
                  <a:extLst>
                    <a:ext uri="{9D8B030D-6E8A-4147-A177-3AD203B41FA5}">
                      <a16:colId xmlns:a16="http://schemas.microsoft.com/office/drawing/2014/main" val="171501986"/>
                    </a:ext>
                  </a:extLst>
                </a:gridCol>
                <a:gridCol w="755650">
                  <a:extLst>
                    <a:ext uri="{9D8B030D-6E8A-4147-A177-3AD203B41FA5}">
                      <a16:colId xmlns:a16="http://schemas.microsoft.com/office/drawing/2014/main" val="1667185265"/>
                    </a:ext>
                  </a:extLst>
                </a:gridCol>
                <a:gridCol w="755650">
                  <a:extLst>
                    <a:ext uri="{9D8B030D-6E8A-4147-A177-3AD203B41FA5}">
                      <a16:colId xmlns:a16="http://schemas.microsoft.com/office/drawing/2014/main" val="4258211808"/>
                    </a:ext>
                  </a:extLst>
                </a:gridCol>
                <a:gridCol w="755650">
                  <a:extLst>
                    <a:ext uri="{9D8B030D-6E8A-4147-A177-3AD203B41FA5}">
                      <a16:colId xmlns:a16="http://schemas.microsoft.com/office/drawing/2014/main" val="1794200575"/>
                    </a:ext>
                  </a:extLst>
                </a:gridCol>
                <a:gridCol w="755650">
                  <a:extLst>
                    <a:ext uri="{9D8B030D-6E8A-4147-A177-3AD203B41FA5}">
                      <a16:colId xmlns:a16="http://schemas.microsoft.com/office/drawing/2014/main" val="4230716487"/>
                    </a:ext>
                  </a:extLst>
                </a:gridCol>
                <a:gridCol w="755650">
                  <a:extLst>
                    <a:ext uri="{9D8B030D-6E8A-4147-A177-3AD203B41FA5}">
                      <a16:colId xmlns:a16="http://schemas.microsoft.com/office/drawing/2014/main" val="56153739"/>
                    </a:ext>
                  </a:extLst>
                </a:gridCol>
              </a:tblGrid>
              <a:tr h="370840">
                <a:tc>
                  <a:txBody>
                    <a:bodyPr/>
                    <a:lstStyle/>
                    <a:p>
                      <a:pPr algn="ctr"/>
                      <a:r>
                        <a:rPr lang="en-US" altLang="zh-CN" dirty="0">
                          <a:solidFill>
                            <a:schemeClr val="tx1"/>
                          </a:solidFill>
                          <a:latin typeface="Arial Black" panose="020B0A04020102020204" pitchFamily="34" charset="0"/>
                        </a:rPr>
                        <a:t>0</a:t>
                      </a:r>
                      <a:endParaRPr lang="zh-CN" altLang="en-US" dirty="0">
                        <a:solidFill>
                          <a:schemeClr val="tx1"/>
                        </a:solidFill>
                        <a:latin typeface="Arial Black" panose="020B0A04020102020204" pitchFamily="34" charset="0"/>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ctr"/>
                      <a:r>
                        <a:rPr lang="en-US" altLang="zh-CN" dirty="0">
                          <a:solidFill>
                            <a:schemeClr val="tx1"/>
                          </a:solidFill>
                          <a:latin typeface="Arial Black" panose="020B0A04020102020204" pitchFamily="34" charset="0"/>
                        </a:rPr>
                        <a:t>1</a:t>
                      </a:r>
                      <a:endParaRPr lang="zh-CN" altLang="en-US" dirty="0">
                        <a:solidFill>
                          <a:schemeClr val="tx1"/>
                        </a:solidFill>
                        <a:latin typeface="Arial Black" panose="020B0A04020102020204" pitchFamily="34" charset="0"/>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ctr"/>
                      <a:r>
                        <a:rPr lang="en-US" altLang="zh-CN" dirty="0">
                          <a:solidFill>
                            <a:schemeClr val="tx1"/>
                          </a:solidFill>
                          <a:latin typeface="Arial Black" panose="020B0A04020102020204" pitchFamily="34" charset="0"/>
                        </a:rPr>
                        <a:t>2</a:t>
                      </a:r>
                      <a:endParaRPr lang="zh-CN" altLang="en-US" dirty="0">
                        <a:solidFill>
                          <a:schemeClr val="tx1"/>
                        </a:solidFill>
                        <a:latin typeface="Arial Black" panose="020B0A04020102020204" pitchFamily="34" charset="0"/>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ctr"/>
                      <a:r>
                        <a:rPr lang="en-US" altLang="zh-CN" dirty="0">
                          <a:solidFill>
                            <a:schemeClr val="tx1"/>
                          </a:solidFill>
                          <a:latin typeface="Arial Black" panose="020B0A04020102020204" pitchFamily="34" charset="0"/>
                        </a:rPr>
                        <a:t>3</a:t>
                      </a:r>
                      <a:endParaRPr lang="zh-CN" altLang="en-US" dirty="0">
                        <a:solidFill>
                          <a:schemeClr val="tx1"/>
                        </a:solidFill>
                        <a:latin typeface="Arial Black" panose="020B0A04020102020204" pitchFamily="34" charset="0"/>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ctr"/>
                      <a:r>
                        <a:rPr lang="en-US" altLang="zh-CN" dirty="0">
                          <a:solidFill>
                            <a:schemeClr val="tx1"/>
                          </a:solidFill>
                          <a:latin typeface="Arial Black" panose="020B0A04020102020204" pitchFamily="34" charset="0"/>
                        </a:rPr>
                        <a:t>4</a:t>
                      </a:r>
                      <a:endParaRPr lang="zh-CN" altLang="en-US" dirty="0">
                        <a:solidFill>
                          <a:schemeClr val="tx1"/>
                        </a:solidFill>
                        <a:latin typeface="Arial Black" panose="020B0A04020102020204" pitchFamily="34" charset="0"/>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ctr"/>
                      <a:r>
                        <a:rPr lang="en-US" altLang="zh-CN" dirty="0">
                          <a:solidFill>
                            <a:schemeClr val="tx1"/>
                          </a:solidFill>
                          <a:latin typeface="Arial Black" panose="020B0A04020102020204" pitchFamily="34" charset="0"/>
                        </a:rPr>
                        <a:t>5</a:t>
                      </a:r>
                      <a:endParaRPr lang="zh-CN" altLang="en-US" dirty="0">
                        <a:solidFill>
                          <a:schemeClr val="tx1"/>
                        </a:solidFill>
                        <a:latin typeface="Arial Black" panose="020B0A04020102020204" pitchFamily="34" charset="0"/>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ctr"/>
                      <a:r>
                        <a:rPr lang="en-US" altLang="zh-CN" dirty="0">
                          <a:solidFill>
                            <a:schemeClr val="tx1"/>
                          </a:solidFill>
                          <a:latin typeface="Arial Black" panose="020B0A04020102020204" pitchFamily="34" charset="0"/>
                        </a:rPr>
                        <a:t>6</a:t>
                      </a:r>
                      <a:endParaRPr lang="zh-CN" altLang="en-US" dirty="0">
                        <a:solidFill>
                          <a:schemeClr val="tx1"/>
                        </a:solidFill>
                        <a:latin typeface="Arial Black" panose="020B0A04020102020204" pitchFamily="34" charset="0"/>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ctr"/>
                      <a:r>
                        <a:rPr lang="en-US" altLang="zh-CN" dirty="0">
                          <a:solidFill>
                            <a:schemeClr val="tx1"/>
                          </a:solidFill>
                          <a:latin typeface="Arial Black" panose="020B0A04020102020204" pitchFamily="34" charset="0"/>
                        </a:rPr>
                        <a:t>7</a:t>
                      </a:r>
                      <a:endParaRPr lang="zh-CN" altLang="en-US" dirty="0">
                        <a:solidFill>
                          <a:schemeClr val="tx1"/>
                        </a:solidFill>
                        <a:latin typeface="Arial Black" panose="020B0A04020102020204" pitchFamily="34" charset="0"/>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ctr"/>
                      <a:r>
                        <a:rPr lang="en-US" altLang="zh-CN" dirty="0">
                          <a:solidFill>
                            <a:schemeClr val="tx1"/>
                          </a:solidFill>
                          <a:latin typeface="Arial Black" panose="020B0A04020102020204" pitchFamily="34" charset="0"/>
                        </a:rPr>
                        <a:t>0</a:t>
                      </a:r>
                      <a:endParaRPr lang="zh-CN" altLang="en-US" dirty="0">
                        <a:solidFill>
                          <a:schemeClr val="tx1"/>
                        </a:solidFill>
                        <a:latin typeface="Arial Black" panose="020B0A04020102020204" pitchFamily="34" charset="0"/>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ctr"/>
                      <a:r>
                        <a:rPr lang="en-US" altLang="zh-CN" dirty="0">
                          <a:solidFill>
                            <a:schemeClr val="tx1"/>
                          </a:solidFill>
                          <a:latin typeface="Arial Black" panose="020B0A04020102020204" pitchFamily="34" charset="0"/>
                        </a:rPr>
                        <a:t>1</a:t>
                      </a:r>
                      <a:endParaRPr lang="zh-CN" altLang="en-US" dirty="0">
                        <a:solidFill>
                          <a:schemeClr val="tx1"/>
                        </a:solidFill>
                        <a:latin typeface="Arial Black" panose="020B0A04020102020204" pitchFamily="34" charset="0"/>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ctr"/>
                      <a:r>
                        <a:rPr lang="en-US" altLang="zh-CN" dirty="0">
                          <a:solidFill>
                            <a:schemeClr val="tx1"/>
                          </a:solidFill>
                          <a:latin typeface="Arial Black" panose="020B0A04020102020204" pitchFamily="34" charset="0"/>
                        </a:rPr>
                        <a:t>2</a:t>
                      </a:r>
                      <a:endParaRPr lang="zh-CN" altLang="en-US" dirty="0">
                        <a:solidFill>
                          <a:schemeClr val="tx1"/>
                        </a:solidFill>
                        <a:latin typeface="Arial Black" panose="020B0A04020102020204" pitchFamily="34" charset="0"/>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ctr"/>
                      <a:r>
                        <a:rPr lang="en-US" altLang="zh-CN" dirty="0">
                          <a:solidFill>
                            <a:schemeClr val="tx1"/>
                          </a:solidFill>
                          <a:latin typeface="Arial Black" panose="020B0A04020102020204" pitchFamily="34" charset="0"/>
                        </a:rPr>
                        <a:t>…</a:t>
                      </a:r>
                      <a:endParaRPr lang="zh-CN" altLang="en-US" dirty="0">
                        <a:solidFill>
                          <a:schemeClr val="tx1"/>
                        </a:solidFill>
                        <a:latin typeface="Arial Black" panose="020B0A04020102020204" pitchFamily="34" charset="0"/>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extLst>
                  <a:ext uri="{0D108BD9-81ED-4DB2-BD59-A6C34878D82A}">
                    <a16:rowId xmlns:a16="http://schemas.microsoft.com/office/drawing/2014/main" val="316235763"/>
                  </a:ext>
                </a:extLst>
              </a:tr>
            </a:tbl>
          </a:graphicData>
        </a:graphic>
      </p:graphicFrame>
      <p:sp>
        <p:nvSpPr>
          <p:cNvPr id="49" name="íşlïḍè">
            <a:extLst>
              <a:ext uri="{FF2B5EF4-FFF2-40B4-BE49-F238E27FC236}">
                <a16:creationId xmlns:a16="http://schemas.microsoft.com/office/drawing/2014/main" id="{84B44B39-A1BD-4956-A1BF-ECB7ACDDA058}"/>
              </a:ext>
            </a:extLst>
          </p:cNvPr>
          <p:cNvSpPr txBox="1"/>
          <p:nvPr/>
        </p:nvSpPr>
        <p:spPr>
          <a:xfrm>
            <a:off x="3835285" y="3287898"/>
            <a:ext cx="4525886" cy="602502"/>
          </a:xfrm>
          <a:prstGeom prst="rect">
            <a:avLst/>
          </a:prstGeom>
          <a:noFill/>
        </p:spPr>
        <p:txBody>
          <a:bodyPr wrap="square" lIns="91440" tIns="45720" rIns="91440" bIns="45720" anchor="ctr">
            <a:noAutofit/>
          </a:bodyPr>
          <a:lstStyle/>
          <a:p>
            <a:pPr algn="ctr"/>
            <a:r>
              <a:rPr lang="zh-CN" altLang="en-US" sz="2800" b="1" dirty="0"/>
              <a:t>超时重传、回退</a:t>
            </a:r>
            <a:r>
              <a:rPr lang="en-US" altLang="zh-CN" sz="2800" b="1" dirty="0"/>
              <a:t>N</a:t>
            </a:r>
            <a:r>
              <a:rPr lang="zh-CN" altLang="en-US" sz="2800" b="1" dirty="0"/>
              <a:t>帧的情况</a:t>
            </a:r>
            <a:endParaRPr lang="en-US" altLang="zh-CN" sz="2800" b="1" dirty="0"/>
          </a:p>
        </p:txBody>
      </p:sp>
      <p:sp>
        <p:nvSpPr>
          <p:cNvPr id="13" name="矩形 12">
            <a:extLst>
              <a:ext uri="{FF2B5EF4-FFF2-40B4-BE49-F238E27FC236}">
                <a16:creationId xmlns:a16="http://schemas.microsoft.com/office/drawing/2014/main" id="{14642CA0-C4C4-44A5-BD3D-9FB5C2470514}"/>
              </a:ext>
            </a:extLst>
          </p:cNvPr>
          <p:cNvSpPr/>
          <p:nvPr/>
        </p:nvSpPr>
        <p:spPr>
          <a:xfrm>
            <a:off x="2300222" y="5537182"/>
            <a:ext cx="3780000" cy="390966"/>
          </a:xfrm>
          <a:prstGeom prst="rect">
            <a:avLst/>
          </a:prstGeom>
          <a:solidFill>
            <a:schemeClr val="accent3">
              <a:alpha val="74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36" name="矩形 35">
            <a:extLst>
              <a:ext uri="{FF2B5EF4-FFF2-40B4-BE49-F238E27FC236}">
                <a16:creationId xmlns:a16="http://schemas.microsoft.com/office/drawing/2014/main" id="{E7EB5D14-D014-48F8-ACBF-E9E95001992A}"/>
              </a:ext>
            </a:extLst>
          </p:cNvPr>
          <p:cNvSpPr/>
          <p:nvPr/>
        </p:nvSpPr>
        <p:spPr>
          <a:xfrm>
            <a:off x="2311257" y="1832079"/>
            <a:ext cx="1497129" cy="356368"/>
          </a:xfrm>
          <a:prstGeom prst="rect">
            <a:avLst/>
          </a:prstGeom>
          <a:solidFill>
            <a:schemeClr val="accent4">
              <a:alpha val="74000"/>
            </a:schemeClr>
          </a:solidFill>
          <a:ln>
            <a:solidFill>
              <a:schemeClr val="accent4"/>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46" name="矩形 45">
            <a:extLst>
              <a:ext uri="{FF2B5EF4-FFF2-40B4-BE49-F238E27FC236}">
                <a16:creationId xmlns:a16="http://schemas.microsoft.com/office/drawing/2014/main" id="{32ED9291-D5C5-4948-BCB2-6D5F6F0744DA}"/>
              </a:ext>
            </a:extLst>
          </p:cNvPr>
          <p:cNvSpPr/>
          <p:nvPr/>
        </p:nvSpPr>
        <p:spPr>
          <a:xfrm>
            <a:off x="1249355" y="2275974"/>
            <a:ext cx="708432" cy="270283"/>
          </a:xfrm>
          <a:prstGeom prst="rect">
            <a:avLst/>
          </a:prstGeom>
          <a:solidFill>
            <a:schemeClr val="accent3"/>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46800" rIns="46800" rtlCol="0" anchor="ctr"/>
          <a:lstStyle/>
          <a:p>
            <a:pPr algn="ctr"/>
            <a:r>
              <a:rPr lang="en-US" altLang="zh-CN" b="1" dirty="0"/>
              <a:t>DATA3</a:t>
            </a:r>
            <a:endParaRPr lang="zh-CN" altLang="en-US" b="1" dirty="0"/>
          </a:p>
        </p:txBody>
      </p:sp>
      <p:sp>
        <p:nvSpPr>
          <p:cNvPr id="47" name="矩形 46">
            <a:extLst>
              <a:ext uri="{FF2B5EF4-FFF2-40B4-BE49-F238E27FC236}">
                <a16:creationId xmlns:a16="http://schemas.microsoft.com/office/drawing/2014/main" id="{D1D3B41A-DE41-44CE-83C6-643F88F450DC}"/>
              </a:ext>
            </a:extLst>
          </p:cNvPr>
          <p:cNvSpPr/>
          <p:nvPr/>
        </p:nvSpPr>
        <p:spPr>
          <a:xfrm>
            <a:off x="1247665" y="2008760"/>
            <a:ext cx="710121" cy="270283"/>
          </a:xfrm>
          <a:prstGeom prst="rect">
            <a:avLst/>
          </a:prstGeom>
          <a:pattFill prst="divot">
            <a:fgClr>
              <a:schemeClr val="accent1">
                <a:lumMod val="75000"/>
              </a:schemeClr>
            </a:fgClr>
            <a:bgClr>
              <a:schemeClr val="bg1"/>
            </a:bgClr>
          </a:patt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46800" rIns="46800" rtlCol="0" anchor="ctr"/>
          <a:lstStyle/>
          <a:p>
            <a:pPr algn="ctr"/>
            <a:r>
              <a:rPr lang="en-US" altLang="zh-CN" b="1" dirty="0">
                <a:solidFill>
                  <a:schemeClr val="accent1">
                    <a:lumMod val="75000"/>
                  </a:schemeClr>
                </a:solidFill>
              </a:rPr>
              <a:t>DATA2</a:t>
            </a:r>
            <a:endParaRPr lang="zh-CN" altLang="en-US" b="1" dirty="0">
              <a:solidFill>
                <a:schemeClr val="accent1">
                  <a:lumMod val="75000"/>
                </a:schemeClr>
              </a:solidFill>
            </a:endParaRPr>
          </a:p>
        </p:txBody>
      </p:sp>
      <p:sp>
        <p:nvSpPr>
          <p:cNvPr id="48" name="矩形 47">
            <a:extLst>
              <a:ext uri="{FF2B5EF4-FFF2-40B4-BE49-F238E27FC236}">
                <a16:creationId xmlns:a16="http://schemas.microsoft.com/office/drawing/2014/main" id="{C642071E-B2ED-41BA-B864-44D3DB56A3E4}"/>
              </a:ext>
            </a:extLst>
          </p:cNvPr>
          <p:cNvSpPr/>
          <p:nvPr/>
        </p:nvSpPr>
        <p:spPr>
          <a:xfrm>
            <a:off x="1251044" y="2543844"/>
            <a:ext cx="708432" cy="270283"/>
          </a:xfrm>
          <a:prstGeom prst="rect">
            <a:avLst/>
          </a:prstGeom>
          <a:solidFill>
            <a:schemeClr val="accent3"/>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46800" rIns="46800" rtlCol="0" anchor="ctr"/>
          <a:lstStyle/>
          <a:p>
            <a:pPr algn="ctr"/>
            <a:r>
              <a:rPr lang="en-US" altLang="zh-CN" b="1" dirty="0"/>
              <a:t>DATA4</a:t>
            </a:r>
            <a:endParaRPr lang="zh-CN" altLang="en-US" b="1" dirty="0"/>
          </a:p>
        </p:txBody>
      </p:sp>
      <p:grpSp>
        <p:nvGrpSpPr>
          <p:cNvPr id="55" name="组合 54">
            <a:extLst>
              <a:ext uri="{FF2B5EF4-FFF2-40B4-BE49-F238E27FC236}">
                <a16:creationId xmlns:a16="http://schemas.microsoft.com/office/drawing/2014/main" id="{98A2C0B4-13EB-4E32-96EE-E457F7C0F368}"/>
              </a:ext>
            </a:extLst>
          </p:cNvPr>
          <p:cNvGrpSpPr/>
          <p:nvPr/>
        </p:nvGrpSpPr>
        <p:grpSpPr>
          <a:xfrm>
            <a:off x="467055" y="2554568"/>
            <a:ext cx="708432" cy="532527"/>
            <a:chOff x="1251044" y="2295088"/>
            <a:chExt cx="708432" cy="532527"/>
          </a:xfrm>
          <a:solidFill>
            <a:schemeClr val="accent4"/>
          </a:solidFill>
        </p:grpSpPr>
        <p:sp>
          <p:nvSpPr>
            <p:cNvPr id="56" name="矩形 55">
              <a:extLst>
                <a:ext uri="{FF2B5EF4-FFF2-40B4-BE49-F238E27FC236}">
                  <a16:creationId xmlns:a16="http://schemas.microsoft.com/office/drawing/2014/main" id="{FD411C1C-480F-4DE1-865D-8447A5CE9E60}"/>
                </a:ext>
              </a:extLst>
            </p:cNvPr>
            <p:cNvSpPr/>
            <p:nvPr/>
          </p:nvSpPr>
          <p:spPr>
            <a:xfrm>
              <a:off x="1251044" y="2557332"/>
              <a:ext cx="708432" cy="270283"/>
            </a:xfrm>
            <a:prstGeom prst="rect">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46800" rIns="46800" rtlCol="0" anchor="ctr"/>
            <a:lstStyle/>
            <a:p>
              <a:pPr algn="ctr"/>
              <a:r>
                <a:rPr lang="en-US" altLang="zh-CN" b="1" dirty="0"/>
                <a:t>ACK0</a:t>
              </a:r>
              <a:endParaRPr lang="zh-CN" altLang="en-US" b="1" dirty="0"/>
            </a:p>
          </p:txBody>
        </p:sp>
        <p:sp>
          <p:nvSpPr>
            <p:cNvPr id="58" name="矩形 57">
              <a:extLst>
                <a:ext uri="{FF2B5EF4-FFF2-40B4-BE49-F238E27FC236}">
                  <a16:creationId xmlns:a16="http://schemas.microsoft.com/office/drawing/2014/main" id="{61625A07-3782-440F-B73A-BC775C60BD20}"/>
                </a:ext>
              </a:extLst>
            </p:cNvPr>
            <p:cNvSpPr/>
            <p:nvPr/>
          </p:nvSpPr>
          <p:spPr>
            <a:xfrm>
              <a:off x="1251044" y="2295088"/>
              <a:ext cx="708432" cy="270283"/>
            </a:xfrm>
            <a:prstGeom prst="rect">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46800" rIns="46800" rtlCol="0" anchor="ctr"/>
            <a:lstStyle/>
            <a:p>
              <a:pPr algn="ctr"/>
              <a:r>
                <a:rPr lang="en-US" altLang="zh-CN" b="1" dirty="0"/>
                <a:t>ACK1</a:t>
              </a:r>
              <a:endParaRPr lang="zh-CN" altLang="en-US" b="1" dirty="0"/>
            </a:p>
          </p:txBody>
        </p:sp>
      </p:grpSp>
      <p:grpSp>
        <p:nvGrpSpPr>
          <p:cNvPr id="50" name="组合 49">
            <a:extLst>
              <a:ext uri="{FF2B5EF4-FFF2-40B4-BE49-F238E27FC236}">
                <a16:creationId xmlns:a16="http://schemas.microsoft.com/office/drawing/2014/main" id="{F39BB1B7-7FD8-4DD6-95B8-8EB78C0D2722}"/>
              </a:ext>
            </a:extLst>
          </p:cNvPr>
          <p:cNvGrpSpPr/>
          <p:nvPr/>
        </p:nvGrpSpPr>
        <p:grpSpPr>
          <a:xfrm>
            <a:off x="467055" y="4262843"/>
            <a:ext cx="708432" cy="532527"/>
            <a:chOff x="1251044" y="2295088"/>
            <a:chExt cx="708432" cy="532527"/>
          </a:xfrm>
          <a:solidFill>
            <a:schemeClr val="accent4"/>
          </a:solidFill>
        </p:grpSpPr>
        <p:sp>
          <p:nvSpPr>
            <p:cNvPr id="59" name="矩形 58">
              <a:extLst>
                <a:ext uri="{FF2B5EF4-FFF2-40B4-BE49-F238E27FC236}">
                  <a16:creationId xmlns:a16="http://schemas.microsoft.com/office/drawing/2014/main" id="{4AF13DC1-A7E5-47E9-8020-D660D64D8EA3}"/>
                </a:ext>
              </a:extLst>
            </p:cNvPr>
            <p:cNvSpPr/>
            <p:nvPr/>
          </p:nvSpPr>
          <p:spPr>
            <a:xfrm>
              <a:off x="1251044" y="2557332"/>
              <a:ext cx="708432" cy="270283"/>
            </a:xfrm>
            <a:prstGeom prst="rect">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46800" rIns="46800" rtlCol="0" anchor="ctr"/>
            <a:lstStyle/>
            <a:p>
              <a:pPr algn="ctr"/>
              <a:r>
                <a:rPr lang="en-US" altLang="zh-CN" b="1" dirty="0"/>
                <a:t>ACK0</a:t>
              </a:r>
              <a:endParaRPr lang="zh-CN" altLang="en-US" b="1" dirty="0"/>
            </a:p>
          </p:txBody>
        </p:sp>
        <p:sp>
          <p:nvSpPr>
            <p:cNvPr id="60" name="矩形 59">
              <a:extLst>
                <a:ext uri="{FF2B5EF4-FFF2-40B4-BE49-F238E27FC236}">
                  <a16:creationId xmlns:a16="http://schemas.microsoft.com/office/drawing/2014/main" id="{D777A5B1-5391-468E-8E8F-3A461C41D710}"/>
                </a:ext>
              </a:extLst>
            </p:cNvPr>
            <p:cNvSpPr/>
            <p:nvPr/>
          </p:nvSpPr>
          <p:spPr>
            <a:xfrm>
              <a:off x="1251044" y="2295088"/>
              <a:ext cx="708432" cy="270283"/>
            </a:xfrm>
            <a:prstGeom prst="rect">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46800" rIns="46800" rtlCol="0" anchor="ctr"/>
            <a:lstStyle/>
            <a:p>
              <a:pPr algn="ctr"/>
              <a:r>
                <a:rPr lang="en-US" altLang="zh-CN" b="1" dirty="0"/>
                <a:t>ACK1</a:t>
              </a:r>
              <a:endParaRPr lang="zh-CN" altLang="en-US" b="1" dirty="0"/>
            </a:p>
          </p:txBody>
        </p:sp>
      </p:grpSp>
      <p:sp>
        <p:nvSpPr>
          <p:cNvPr id="34" name="平行四边形 33">
            <a:extLst>
              <a:ext uri="{FF2B5EF4-FFF2-40B4-BE49-F238E27FC236}">
                <a16:creationId xmlns:a16="http://schemas.microsoft.com/office/drawing/2014/main" id="{F19D8A06-2140-5075-6362-00E584C2B660}"/>
              </a:ext>
            </a:extLst>
          </p:cNvPr>
          <p:cNvSpPr/>
          <p:nvPr/>
        </p:nvSpPr>
        <p:spPr>
          <a:xfrm>
            <a:off x="304799" y="749300"/>
            <a:ext cx="695119" cy="387090"/>
          </a:xfrm>
          <a:prstGeom prst="parallelogram">
            <a:avLst/>
          </a:prstGeom>
          <a:solidFill>
            <a:schemeClr val="accent3">
              <a:lumMod val="75000"/>
            </a:schemeClr>
          </a:solidFill>
          <a:ln>
            <a:solidFill>
              <a:schemeClr val="accent3">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CN" sz="2200" dirty="0">
                <a:latin typeface="Impact" panose="020B0806030902050204" pitchFamily="34" charset="0"/>
              </a:rPr>
              <a:t>04</a:t>
            </a:r>
            <a:endParaRPr lang="zh-CN" altLang="en-US" sz="2200" dirty="0">
              <a:latin typeface="Impact" panose="020B0806030902050204" pitchFamily="34" charset="0"/>
            </a:endParaRPr>
          </a:p>
        </p:txBody>
      </p:sp>
    </p:spTree>
    <p:custDataLst>
      <p:tags r:id="rId1"/>
    </p:custDataLst>
    <p:extLst>
      <p:ext uri="{BB962C8B-B14F-4D97-AF65-F5344CB8AC3E}">
        <p14:creationId xmlns:p14="http://schemas.microsoft.com/office/powerpoint/2010/main" val="288034924"/>
      </p:ext>
    </p:extLst>
  </p:cSld>
  <p:clrMapOvr>
    <a:masterClrMapping/>
  </p:clrMapOvr>
  <mc:AlternateContent xmlns:mc="http://schemas.openxmlformats.org/markup-compatibility/2006" xmlns:p14="http://schemas.microsoft.com/office/powerpoint/2010/main">
    <mc:Choice Requires="p14">
      <p:transition p14:dur="10"/>
    </mc:Choice>
    <mc:Fallback xmlns="">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xit" presetSubtype="8" fill="hold" grpId="0" nodeType="withEffect">
                                  <p:stCondLst>
                                    <p:cond delay="0"/>
                                  </p:stCondLst>
                                  <p:childTnLst>
                                    <p:anim calcmode="lin" valueType="num">
                                      <p:cBhvr additive="base">
                                        <p:cTn id="6" dur="1000"/>
                                        <p:tgtEl>
                                          <p:spTgt spid="47"/>
                                        </p:tgtEl>
                                        <p:attrNameLst>
                                          <p:attrName>ppt_x</p:attrName>
                                        </p:attrNameLst>
                                      </p:cBhvr>
                                      <p:tavLst>
                                        <p:tav tm="0">
                                          <p:val>
                                            <p:strVal val="ppt_x"/>
                                          </p:val>
                                        </p:tav>
                                        <p:tav tm="100000">
                                          <p:val>
                                            <p:strVal val="0-ppt_w/2"/>
                                          </p:val>
                                        </p:tav>
                                      </p:tavLst>
                                    </p:anim>
                                    <p:anim calcmode="lin" valueType="num">
                                      <p:cBhvr additive="base">
                                        <p:cTn id="7" dur="1000"/>
                                        <p:tgtEl>
                                          <p:spTgt spid="47"/>
                                        </p:tgtEl>
                                        <p:attrNameLst>
                                          <p:attrName>ppt_y</p:attrName>
                                        </p:attrNameLst>
                                      </p:cBhvr>
                                      <p:tavLst>
                                        <p:tav tm="0">
                                          <p:val>
                                            <p:strVal val="ppt_y"/>
                                          </p:val>
                                        </p:tav>
                                        <p:tav tm="100000">
                                          <p:val>
                                            <p:strVal val="ppt_y"/>
                                          </p:val>
                                        </p:tav>
                                      </p:tavLst>
                                    </p:anim>
                                    <p:set>
                                      <p:cBhvr>
                                        <p:cTn id="8" dur="1" fill="hold">
                                          <p:stCondLst>
                                            <p:cond delay="999"/>
                                          </p:stCondLst>
                                        </p:cTn>
                                        <p:tgtEl>
                                          <p:spTgt spid="47"/>
                                        </p:tgtEl>
                                        <p:attrNameLst>
                                          <p:attrName>style.visibility</p:attrName>
                                        </p:attrNameLst>
                                      </p:cBhvr>
                                      <p:to>
                                        <p:strVal val="hidden"/>
                                      </p:to>
                                    </p:set>
                                  </p:childTnLst>
                                </p:cTn>
                              </p:par>
                              <p:par>
                                <p:cTn id="9" presetID="10" presetClass="exit" presetSubtype="0" decel="50000" fill="hold" nodeType="withEffect">
                                  <p:stCondLst>
                                    <p:cond delay="0"/>
                                  </p:stCondLst>
                                  <p:childTnLst>
                                    <p:animEffect transition="out" filter="fade">
                                      <p:cBhvr>
                                        <p:cTn id="10" dur="1000"/>
                                        <p:tgtEl>
                                          <p:spTgt spid="55"/>
                                        </p:tgtEl>
                                      </p:cBhvr>
                                    </p:animEffect>
                                    <p:set>
                                      <p:cBhvr>
                                        <p:cTn id="11" dur="1" fill="hold">
                                          <p:stCondLst>
                                            <p:cond delay="999"/>
                                          </p:stCondLst>
                                        </p:cTn>
                                        <p:tgtEl>
                                          <p:spTgt spid="55"/>
                                        </p:tgtEl>
                                        <p:attrNameLst>
                                          <p:attrName>style.visibility</p:attrName>
                                        </p:attrNameLst>
                                      </p:cBhvr>
                                      <p:to>
                                        <p:strVal val="hidden"/>
                                      </p:to>
                                    </p:set>
                                  </p:childTnLst>
                                </p:cTn>
                              </p:par>
                              <p:par>
                                <p:cTn id="12" presetID="10" presetClass="entr" presetSubtype="0" decel="50000" fill="hold" nodeType="withEffect">
                                  <p:stCondLst>
                                    <p:cond delay="0"/>
                                  </p:stCondLst>
                                  <p:childTnLst>
                                    <p:set>
                                      <p:cBhvr>
                                        <p:cTn id="13" dur="1" fill="hold">
                                          <p:stCondLst>
                                            <p:cond delay="0"/>
                                          </p:stCondLst>
                                        </p:cTn>
                                        <p:tgtEl>
                                          <p:spTgt spid="50"/>
                                        </p:tgtEl>
                                        <p:attrNameLst>
                                          <p:attrName>style.visibility</p:attrName>
                                        </p:attrNameLst>
                                      </p:cBhvr>
                                      <p:to>
                                        <p:strVal val="visible"/>
                                      </p:to>
                                    </p:set>
                                    <p:animEffect transition="in" filter="fade">
                                      <p:cBhvr>
                                        <p:cTn id="14" dur="1000"/>
                                        <p:tgtEl>
                                          <p:spTgt spid="50"/>
                                        </p:tgtEl>
                                      </p:cBhvr>
                                    </p:animEffect>
                                  </p:childTnLst>
                                </p:cTn>
                              </p:par>
                              <p:par>
                                <p:cTn id="15" presetID="63" presetClass="path" presetSubtype="0" decel="50000" fill="hold" nodeType="withEffect">
                                  <p:stCondLst>
                                    <p:cond delay="0"/>
                                  </p:stCondLst>
                                  <p:childTnLst>
                                    <p:animMotion origin="layout" path="M 0 0 L 0 0.249092 E" pathEditMode="relative" ptsTypes="">
                                      <p:cBhvr>
                                        <p:cTn id="16" dur="1000" fill="hold"/>
                                        <p:tgtEl>
                                          <p:spTgt spid="55"/>
                                        </p:tgtEl>
                                        <p:attrNameLst>
                                          <p:attrName>ppt_x</p:attrName>
                                          <p:attrName>ppt_y</p:attrName>
                                        </p:attrNameLst>
                                      </p:cBhvr>
                                    </p:animMotion>
                                  </p:childTnLst>
                                </p:cTn>
                              </p:par>
                              <p:par>
                                <p:cTn id="17" presetID="63" presetClass="path" presetSubtype="0" decel="50000" fill="hold" nodeType="withEffect">
                                  <p:stCondLst>
                                    <p:cond delay="0"/>
                                  </p:stCondLst>
                                  <p:childTnLst>
                                    <p:animMotion origin="layout" path="M 0 -0.249092 L 0 0 E" pathEditMode="relative" ptsTypes="">
                                      <p:cBhvr>
                                        <p:cTn id="18" dur="1000" fill="hold"/>
                                        <p:tgtEl>
                                          <p:spTgt spid="50"/>
                                        </p:tgtEl>
                                        <p:attrNameLst>
                                          <p:attrName>ppt_x</p:attrName>
                                          <p:attrName>ppt_y</p:attrName>
                                        </p:attrNameLst>
                                      </p:cBhvr>
                                    </p:animMotion>
                                  </p:childTnLst>
                                </p:cTn>
                              </p:par>
                              <p:par>
                                <p:cTn id="19" presetID="6" presetClass="emph" presetSubtype="0" decel="50000" fill="hold" nodeType="withEffect">
                                  <p:stCondLst>
                                    <p:cond delay="0"/>
                                  </p:stCondLst>
                                  <p:childTnLst>
                                    <p:animScale>
                                      <p:cBhvr>
                                        <p:cTn id="20" dur="1000" fill="hold"/>
                                        <p:tgtEl>
                                          <p:spTgt spid="55"/>
                                        </p:tgtEl>
                                      </p:cBhvr>
                                      <p:by x="150000" y="150000"/>
                                      <p:from x="100000" y="100000"/>
                                      <p:to x="100000" y="100000"/>
                                    </p:animScale>
                                  </p:childTnLst>
                                </p:cTn>
                              </p:par>
                              <p:par>
                                <p:cTn id="21" presetID="6" presetClass="emph" presetSubtype="0" decel="50000" fill="hold" nodeType="withEffect">
                                  <p:stCondLst>
                                    <p:cond delay="0"/>
                                  </p:stCondLst>
                                  <p:childTnLst>
                                    <p:animScale>
                                      <p:cBhvr>
                                        <p:cTn id="22" dur="1000" fill="hold"/>
                                        <p:tgtEl>
                                          <p:spTgt spid="50"/>
                                        </p:tgtEl>
                                      </p:cBhvr>
                                      <p:by x="150000" y="150000"/>
                                      <p:from x="100000" y="100000"/>
                                      <p:to x="100000" y="100000"/>
                                    </p:animScale>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7" grpId="0" animBg="1"/>
    </p:bldLst>
  </p:timing>
</p:sld>
</file>

<file path=ppt/slides/slide15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31" name="组合 30">
            <a:extLst>
              <a:ext uri="{FF2B5EF4-FFF2-40B4-BE49-F238E27FC236}">
                <a16:creationId xmlns:a16="http://schemas.microsoft.com/office/drawing/2014/main" id="{F8FB8773-3132-44C5-BA37-545BA916FC7F}"/>
              </a:ext>
            </a:extLst>
          </p:cNvPr>
          <p:cNvGrpSpPr/>
          <p:nvPr/>
        </p:nvGrpSpPr>
        <p:grpSpPr>
          <a:xfrm>
            <a:off x="3659320" y="1363110"/>
            <a:ext cx="1067217" cy="917885"/>
            <a:chOff x="2146413" y="1363110"/>
            <a:chExt cx="1067217" cy="917885"/>
          </a:xfrm>
        </p:grpSpPr>
        <p:sp>
          <p:nvSpPr>
            <p:cNvPr id="32" name="矩形 31">
              <a:extLst>
                <a:ext uri="{FF2B5EF4-FFF2-40B4-BE49-F238E27FC236}">
                  <a16:creationId xmlns:a16="http://schemas.microsoft.com/office/drawing/2014/main" id="{D4210CF8-E394-4326-9E53-07BBCF692252}"/>
                </a:ext>
              </a:extLst>
            </p:cNvPr>
            <p:cNvSpPr/>
            <p:nvPr/>
          </p:nvSpPr>
          <p:spPr>
            <a:xfrm>
              <a:off x="2300222" y="1739531"/>
              <a:ext cx="759600" cy="541464"/>
            </a:xfrm>
            <a:prstGeom prst="rect">
              <a:avLst/>
            </a:prstGeom>
            <a:solidFill>
              <a:schemeClr val="accent4"/>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mc:AlternateContent xmlns:mc="http://schemas.openxmlformats.org/markup-compatibility/2006" xmlns:a14="http://schemas.microsoft.com/office/drawing/2010/main">
          <mc:Choice Requires="a14">
            <p:sp>
              <p:nvSpPr>
                <p:cNvPr id="33" name="文本框 32">
                  <a:extLst>
                    <a:ext uri="{FF2B5EF4-FFF2-40B4-BE49-F238E27FC236}">
                      <a16:creationId xmlns:a16="http://schemas.microsoft.com/office/drawing/2014/main" id="{B18AE0E4-0AF2-4267-8E26-A1FBCFC82FCA}"/>
                    </a:ext>
                  </a:extLst>
                </p:cNvPr>
                <p:cNvSpPr txBox="1"/>
                <p:nvPr/>
              </p:nvSpPr>
              <p:spPr>
                <a:xfrm>
                  <a:off x="2146413" y="1363110"/>
                  <a:ext cx="1067217" cy="369332"/>
                </a:xfrm>
                <a:prstGeom prst="rect">
                  <a:avLst/>
                </a:prstGeom>
                <a:noFill/>
              </p:spPr>
              <p:txBody>
                <a:bodyPr wrap="square">
                  <a:spAutoFit/>
                </a:bodyPr>
                <a:lstStyle/>
                <a:p>
                  <a:pPr/>
                  <a14:m>
                    <m:oMathPara xmlns:m="http://schemas.openxmlformats.org/officeDocument/2006/math">
                      <m:oMathParaPr>
                        <m:jc m:val="centerGroup"/>
                      </m:oMathParaPr>
                      <m:oMath xmlns:m="http://schemas.openxmlformats.org/officeDocument/2006/math">
                        <m:sSub>
                          <m:sSubPr>
                            <m:ctrlPr>
                              <a:rPr lang="en-US" altLang="zh-CN" b="1" i="1" smtClean="0">
                                <a:solidFill>
                                  <a:schemeClr val="accent4"/>
                                </a:solidFill>
                                <a:latin typeface="Cambria Math" panose="02040503050406030204" pitchFamily="18" charset="0"/>
                              </a:rPr>
                            </m:ctrlPr>
                          </m:sSubPr>
                          <m:e>
                            <m:r>
                              <a:rPr lang="en-US" altLang="zh-CN" b="1" i="1" smtClean="0">
                                <a:solidFill>
                                  <a:schemeClr val="accent4"/>
                                </a:solidFill>
                                <a:latin typeface="Cambria Math" panose="02040503050406030204" pitchFamily="18" charset="0"/>
                              </a:rPr>
                              <m:t>𝑾</m:t>
                            </m:r>
                          </m:e>
                          <m:sub>
                            <m:r>
                              <a:rPr lang="en-US" altLang="zh-CN" b="1" i="1" smtClean="0">
                                <a:solidFill>
                                  <a:schemeClr val="accent4"/>
                                </a:solidFill>
                                <a:latin typeface="Cambria Math" panose="02040503050406030204" pitchFamily="18" charset="0"/>
                              </a:rPr>
                              <m:t>𝑹</m:t>
                            </m:r>
                          </m:sub>
                        </m:sSub>
                        <m:r>
                          <a:rPr lang="en-US" altLang="zh-CN" b="1" i="1" smtClean="0">
                            <a:solidFill>
                              <a:schemeClr val="accent4"/>
                            </a:solidFill>
                            <a:latin typeface="Cambria Math" panose="02040503050406030204" pitchFamily="18" charset="0"/>
                          </a:rPr>
                          <m:t>=</m:t>
                        </m:r>
                        <m:r>
                          <a:rPr lang="en-US" altLang="zh-CN" b="1" i="1" smtClean="0">
                            <a:solidFill>
                              <a:schemeClr val="accent4"/>
                            </a:solidFill>
                            <a:latin typeface="Cambria Math" panose="02040503050406030204" pitchFamily="18" charset="0"/>
                          </a:rPr>
                          <m:t>𝟏</m:t>
                        </m:r>
                      </m:oMath>
                    </m:oMathPara>
                  </a14:m>
                  <a:endParaRPr lang="zh-CN" altLang="en-US" dirty="0">
                    <a:solidFill>
                      <a:schemeClr val="accent3"/>
                    </a:solidFill>
                  </a:endParaRPr>
                </a:p>
              </p:txBody>
            </p:sp>
          </mc:Choice>
          <mc:Fallback xmlns="">
            <p:sp>
              <p:nvSpPr>
                <p:cNvPr id="35" name="文本框 34">
                  <a:extLst>
                    <a:ext uri="{FF2B5EF4-FFF2-40B4-BE49-F238E27FC236}">
                      <a16:creationId xmlns:a16="http://schemas.microsoft.com/office/drawing/2014/main" id="{EE98B7EB-F32B-4A4F-9072-DF021D7DCAD9}"/>
                    </a:ext>
                  </a:extLst>
                </p:cNvPr>
                <p:cNvSpPr txBox="1">
                  <a:spLocks noRot="1" noChangeAspect="1" noMove="1" noResize="1" noEditPoints="1" noAdjustHandles="1" noChangeArrowheads="1" noChangeShapeType="1" noTextEdit="1"/>
                </p:cNvSpPr>
                <p:nvPr/>
              </p:nvSpPr>
              <p:spPr>
                <a:xfrm>
                  <a:off x="2146413" y="1363110"/>
                  <a:ext cx="1067217" cy="369332"/>
                </a:xfrm>
                <a:prstGeom prst="rect">
                  <a:avLst/>
                </a:prstGeom>
                <a:blipFill>
                  <a:blip r:embed="rId3"/>
                  <a:stretch>
                    <a:fillRect b="-3333"/>
                  </a:stretch>
                </a:blipFill>
              </p:spPr>
              <p:txBody>
                <a:bodyPr/>
                <a:lstStyle/>
                <a:p>
                  <a:r>
                    <a:rPr lang="zh-CN" altLang="en-US">
                      <a:noFill/>
                    </a:rPr>
                    <a:t> </a:t>
                  </a:r>
                </a:p>
              </p:txBody>
            </p:sp>
          </mc:Fallback>
        </mc:AlternateContent>
      </p:grpSp>
      <p:grpSp>
        <p:nvGrpSpPr>
          <p:cNvPr id="7" name="组合 6">
            <a:extLst>
              <a:ext uri="{FF2B5EF4-FFF2-40B4-BE49-F238E27FC236}">
                <a16:creationId xmlns:a16="http://schemas.microsoft.com/office/drawing/2014/main" id="{00A9CCE1-949C-4E54-97A1-6025FF974983}"/>
              </a:ext>
            </a:extLst>
          </p:cNvPr>
          <p:cNvGrpSpPr/>
          <p:nvPr/>
        </p:nvGrpSpPr>
        <p:grpSpPr>
          <a:xfrm>
            <a:off x="2302929" y="5098286"/>
            <a:ext cx="3780000" cy="910796"/>
            <a:chOff x="2302929" y="5098286"/>
            <a:chExt cx="3780000" cy="910796"/>
          </a:xfrm>
        </p:grpSpPr>
        <p:sp>
          <p:nvSpPr>
            <p:cNvPr id="5" name="矩形 4">
              <a:extLst>
                <a:ext uri="{FF2B5EF4-FFF2-40B4-BE49-F238E27FC236}">
                  <a16:creationId xmlns:a16="http://schemas.microsoft.com/office/drawing/2014/main" id="{ABCDD6AB-497D-42FD-B822-48DB3891082B}"/>
                </a:ext>
              </a:extLst>
            </p:cNvPr>
            <p:cNvSpPr/>
            <p:nvPr/>
          </p:nvSpPr>
          <p:spPr>
            <a:xfrm>
              <a:off x="2302929" y="5467618"/>
              <a:ext cx="3780000" cy="541464"/>
            </a:xfrm>
            <a:prstGeom prst="rect">
              <a:avLst/>
            </a:prstGeom>
            <a:solidFill>
              <a:schemeClr val="accent3"/>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mc:AlternateContent xmlns:mc="http://schemas.openxmlformats.org/markup-compatibility/2006" xmlns:a14="http://schemas.microsoft.com/office/drawing/2010/main">
          <mc:Choice Requires="a14">
            <p:sp>
              <p:nvSpPr>
                <p:cNvPr id="23" name="文本框 22">
                  <a:extLst>
                    <a:ext uri="{FF2B5EF4-FFF2-40B4-BE49-F238E27FC236}">
                      <a16:creationId xmlns:a16="http://schemas.microsoft.com/office/drawing/2014/main" id="{ABC03EEA-26BD-4845-8ACC-3FB7B6DA9132}"/>
                    </a:ext>
                  </a:extLst>
                </p:cNvPr>
                <p:cNvSpPr txBox="1"/>
                <p:nvPr/>
              </p:nvSpPr>
              <p:spPr>
                <a:xfrm>
                  <a:off x="3659320" y="5098286"/>
                  <a:ext cx="1067217" cy="369332"/>
                </a:xfrm>
                <a:prstGeom prst="rect">
                  <a:avLst/>
                </a:prstGeom>
                <a:noFill/>
              </p:spPr>
              <p:txBody>
                <a:bodyPr wrap="square">
                  <a:spAutoFit/>
                </a:bodyPr>
                <a:lstStyle/>
                <a:p>
                  <a:pPr/>
                  <a14:m>
                    <m:oMathPara xmlns:m="http://schemas.openxmlformats.org/officeDocument/2006/math">
                      <m:oMathParaPr>
                        <m:jc m:val="centerGroup"/>
                      </m:oMathParaPr>
                      <m:oMath xmlns:m="http://schemas.openxmlformats.org/officeDocument/2006/math">
                        <m:sSub>
                          <m:sSubPr>
                            <m:ctrlPr>
                              <a:rPr lang="en-US" altLang="zh-CN" b="1" i="1" smtClean="0">
                                <a:solidFill>
                                  <a:schemeClr val="accent3"/>
                                </a:solidFill>
                                <a:latin typeface="Cambria Math" panose="02040503050406030204" pitchFamily="18" charset="0"/>
                              </a:rPr>
                            </m:ctrlPr>
                          </m:sSubPr>
                          <m:e>
                            <m:r>
                              <a:rPr lang="en-US" altLang="zh-CN" b="1" i="1" smtClean="0">
                                <a:solidFill>
                                  <a:schemeClr val="accent3"/>
                                </a:solidFill>
                                <a:latin typeface="Cambria Math" panose="02040503050406030204" pitchFamily="18" charset="0"/>
                              </a:rPr>
                              <m:t>𝑾</m:t>
                            </m:r>
                          </m:e>
                          <m:sub>
                            <m:r>
                              <a:rPr lang="en-US" altLang="zh-CN" b="1" i="1" smtClean="0">
                                <a:solidFill>
                                  <a:schemeClr val="accent3"/>
                                </a:solidFill>
                                <a:latin typeface="Cambria Math" panose="02040503050406030204" pitchFamily="18" charset="0"/>
                              </a:rPr>
                              <m:t>𝑻</m:t>
                            </m:r>
                          </m:sub>
                        </m:sSub>
                        <m:r>
                          <a:rPr lang="en-US" altLang="zh-CN" b="1" i="1" smtClean="0">
                            <a:solidFill>
                              <a:schemeClr val="accent3"/>
                            </a:solidFill>
                            <a:latin typeface="Cambria Math" panose="02040503050406030204" pitchFamily="18" charset="0"/>
                          </a:rPr>
                          <m:t>=</m:t>
                        </m:r>
                        <m:r>
                          <a:rPr lang="en-US" altLang="zh-CN" b="1" i="1" smtClean="0">
                            <a:solidFill>
                              <a:schemeClr val="accent3"/>
                            </a:solidFill>
                            <a:latin typeface="Cambria Math" panose="02040503050406030204" pitchFamily="18" charset="0"/>
                          </a:rPr>
                          <m:t>𝟓</m:t>
                        </m:r>
                      </m:oMath>
                    </m:oMathPara>
                  </a14:m>
                  <a:endParaRPr lang="zh-CN" altLang="en-US" dirty="0">
                    <a:solidFill>
                      <a:schemeClr val="accent3"/>
                    </a:solidFill>
                  </a:endParaRPr>
                </a:p>
              </p:txBody>
            </p:sp>
          </mc:Choice>
          <mc:Fallback xmlns="">
            <p:sp>
              <p:nvSpPr>
                <p:cNvPr id="23" name="文本框 22">
                  <a:extLst>
                    <a:ext uri="{FF2B5EF4-FFF2-40B4-BE49-F238E27FC236}">
                      <a16:creationId xmlns:a16="http://schemas.microsoft.com/office/drawing/2014/main" id="{ABC03EEA-26BD-4845-8ACC-3FB7B6DA9132}"/>
                    </a:ext>
                  </a:extLst>
                </p:cNvPr>
                <p:cNvSpPr txBox="1">
                  <a:spLocks noRot="1" noChangeAspect="1" noMove="1" noResize="1" noEditPoints="1" noAdjustHandles="1" noChangeArrowheads="1" noChangeShapeType="1" noTextEdit="1"/>
                </p:cNvSpPr>
                <p:nvPr/>
              </p:nvSpPr>
              <p:spPr>
                <a:xfrm>
                  <a:off x="3659320" y="5098286"/>
                  <a:ext cx="1067217" cy="369332"/>
                </a:xfrm>
                <a:prstGeom prst="rect">
                  <a:avLst/>
                </a:prstGeom>
                <a:blipFill>
                  <a:blip r:embed="rId4"/>
                  <a:stretch>
                    <a:fillRect b="-3279"/>
                  </a:stretch>
                </a:blipFill>
              </p:spPr>
              <p:txBody>
                <a:bodyPr/>
                <a:lstStyle/>
                <a:p>
                  <a:r>
                    <a:rPr lang="zh-CN" altLang="en-US">
                      <a:noFill/>
                    </a:rPr>
                    <a:t> </a:t>
                  </a:r>
                </a:p>
              </p:txBody>
            </p:sp>
          </mc:Fallback>
        </mc:AlternateContent>
      </p:grpSp>
      <p:grpSp>
        <p:nvGrpSpPr>
          <p:cNvPr id="4" name="组合 3">
            <a:extLst>
              <a:ext uri="{FF2B5EF4-FFF2-40B4-BE49-F238E27FC236}">
                <a16:creationId xmlns:a16="http://schemas.microsoft.com/office/drawing/2014/main" id="{9A1EA9F2-FCB6-48C3-935F-7AE7E3AD14AC}"/>
              </a:ext>
            </a:extLst>
          </p:cNvPr>
          <p:cNvGrpSpPr/>
          <p:nvPr/>
        </p:nvGrpSpPr>
        <p:grpSpPr>
          <a:xfrm>
            <a:off x="304800" y="749300"/>
            <a:ext cx="6192344" cy="400110"/>
            <a:chOff x="424117" y="898245"/>
            <a:chExt cx="6192344" cy="400110"/>
          </a:xfrm>
        </p:grpSpPr>
        <p:sp>
          <p:nvSpPr>
            <p:cNvPr id="2" name="平行四边形 1">
              <a:extLst>
                <a:ext uri="{FF2B5EF4-FFF2-40B4-BE49-F238E27FC236}">
                  <a16:creationId xmlns:a16="http://schemas.microsoft.com/office/drawing/2014/main" id="{1F5BAA3F-9845-4F89-A2DD-8222D3E4EDAC}"/>
                </a:ext>
              </a:extLst>
            </p:cNvPr>
            <p:cNvSpPr/>
            <p:nvPr/>
          </p:nvSpPr>
          <p:spPr>
            <a:xfrm>
              <a:off x="424117" y="898245"/>
              <a:ext cx="628306" cy="387090"/>
            </a:xfrm>
            <a:prstGeom prst="parallelogram">
              <a:avLst/>
            </a:prstGeom>
            <a:solidFill>
              <a:schemeClr val="accent3">
                <a:lumMod val="75000"/>
              </a:schemeClr>
            </a:solidFill>
            <a:ln>
              <a:solidFill>
                <a:schemeClr val="accent3">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CN" sz="2200" dirty="0">
                  <a:latin typeface="Impact" panose="020B0806030902050204" pitchFamily="34" charset="0"/>
                </a:rPr>
                <a:t>01</a:t>
              </a:r>
              <a:endParaRPr lang="zh-CN" altLang="en-US" sz="2200" dirty="0">
                <a:latin typeface="Impact" panose="020B0806030902050204" pitchFamily="34" charset="0"/>
              </a:endParaRPr>
            </a:p>
          </p:txBody>
        </p:sp>
        <p:sp>
          <p:nvSpPr>
            <p:cNvPr id="3" name="文本框 2">
              <a:extLst>
                <a:ext uri="{FF2B5EF4-FFF2-40B4-BE49-F238E27FC236}">
                  <a16:creationId xmlns:a16="http://schemas.microsoft.com/office/drawing/2014/main" id="{4D6BD736-A4D3-4F26-AFED-36E11F50F70B}"/>
                </a:ext>
              </a:extLst>
            </p:cNvPr>
            <p:cNvSpPr txBox="1"/>
            <p:nvPr/>
          </p:nvSpPr>
          <p:spPr>
            <a:xfrm>
              <a:off x="1052423" y="898245"/>
              <a:ext cx="5564038" cy="400110"/>
            </a:xfrm>
            <a:prstGeom prst="rect">
              <a:avLst/>
            </a:prstGeom>
            <a:noFill/>
          </p:spPr>
          <p:txBody>
            <a:bodyPr wrap="square" rtlCol="0">
              <a:spAutoFit/>
            </a:bodyPr>
            <a:lstStyle/>
            <a:p>
              <a:r>
                <a:rPr lang="zh-CN" altLang="en-US" sz="2000" b="1" dirty="0"/>
                <a:t>回退</a:t>
              </a:r>
              <a:r>
                <a:rPr lang="en-US" altLang="zh-CN" sz="2000" b="1" dirty="0"/>
                <a:t>N</a:t>
              </a:r>
              <a:r>
                <a:rPr lang="zh-CN" altLang="en-US" sz="2000" b="1" dirty="0"/>
                <a:t>帧协议</a:t>
              </a:r>
            </a:p>
          </p:txBody>
        </p:sp>
      </p:grpSp>
      <p:grpSp>
        <p:nvGrpSpPr>
          <p:cNvPr id="20" name="组合 19">
            <a:extLst>
              <a:ext uri="{FF2B5EF4-FFF2-40B4-BE49-F238E27FC236}">
                <a16:creationId xmlns:a16="http://schemas.microsoft.com/office/drawing/2014/main" id="{87756F0E-46C2-4571-B23D-C8472E9FD1FB}"/>
              </a:ext>
            </a:extLst>
          </p:cNvPr>
          <p:cNvGrpSpPr/>
          <p:nvPr/>
        </p:nvGrpSpPr>
        <p:grpSpPr>
          <a:xfrm>
            <a:off x="475097" y="1263518"/>
            <a:ext cx="1355161" cy="5114896"/>
            <a:chOff x="475097" y="1263518"/>
            <a:chExt cx="1355161" cy="5114896"/>
          </a:xfrm>
        </p:grpSpPr>
        <p:cxnSp>
          <p:nvCxnSpPr>
            <p:cNvPr id="17" name="直接连接符 16">
              <a:extLst>
                <a:ext uri="{FF2B5EF4-FFF2-40B4-BE49-F238E27FC236}">
                  <a16:creationId xmlns:a16="http://schemas.microsoft.com/office/drawing/2014/main" id="{5A41A17A-7B81-47D8-BDBB-76B8F1AA71D6}"/>
                </a:ext>
              </a:extLst>
            </p:cNvPr>
            <p:cNvCxnSpPr>
              <a:cxnSpLocks/>
            </p:cNvCxnSpPr>
            <p:nvPr/>
          </p:nvCxnSpPr>
          <p:spPr>
            <a:xfrm flipV="1">
              <a:off x="1208367" y="2012996"/>
              <a:ext cx="0" cy="3813858"/>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nvGrpSpPr>
            <p:cNvPr id="9" name="组合 8">
              <a:extLst>
                <a:ext uri="{FF2B5EF4-FFF2-40B4-BE49-F238E27FC236}">
                  <a16:creationId xmlns:a16="http://schemas.microsoft.com/office/drawing/2014/main" id="{A2B5FA1F-35FA-42E7-8D74-E7431B6AAA3C}"/>
                </a:ext>
              </a:extLst>
            </p:cNvPr>
            <p:cNvGrpSpPr/>
            <p:nvPr/>
          </p:nvGrpSpPr>
          <p:grpSpPr>
            <a:xfrm>
              <a:off x="700096" y="5368000"/>
              <a:ext cx="905164" cy="1010414"/>
              <a:chOff x="700096" y="5368000"/>
              <a:chExt cx="905164" cy="1010414"/>
            </a:xfrm>
          </p:grpSpPr>
          <p:pic>
            <p:nvPicPr>
              <p:cNvPr id="214" name="图形 213">
                <a:extLst>
                  <a:ext uri="{FF2B5EF4-FFF2-40B4-BE49-F238E27FC236}">
                    <a16:creationId xmlns:a16="http://schemas.microsoft.com/office/drawing/2014/main" id="{D949CB40-4FF6-4E8C-991B-66D24C6ADF05}"/>
                  </a:ext>
                </a:extLst>
              </p:cNvPr>
              <p:cNvPicPr>
                <a:picLocks noChangeAspect="1"/>
              </p:cNvPicPr>
              <p:nvPr/>
            </p:nvPicPr>
            <p:blipFill>
              <a:blip r:embed="rId5">
                <a:extLst>
                  <a:ext uri="{28A0092B-C50C-407E-A947-70E740481C1C}">
                    <a14:useLocalDpi xmlns:a14="http://schemas.microsoft.com/office/drawing/2010/main" val="0"/>
                  </a:ext>
                  <a:ext uri="{96DAC541-7B7A-43D3-8B79-37D633B846F1}">
                    <asvg:svgBlip xmlns:asvg="http://schemas.microsoft.com/office/drawing/2016/SVG/main" r:embed="rId6"/>
                  </a:ext>
                </a:extLst>
              </a:blip>
              <a:stretch>
                <a:fillRect/>
              </a:stretch>
            </p:blipFill>
            <p:spPr>
              <a:xfrm>
                <a:off x="821271" y="5368000"/>
                <a:ext cx="662814" cy="641082"/>
              </a:xfrm>
              <a:prstGeom prst="rect">
                <a:avLst/>
              </a:prstGeom>
            </p:spPr>
          </p:pic>
          <p:sp>
            <p:nvSpPr>
              <p:cNvPr id="218" name="文本框 217">
                <a:extLst>
                  <a:ext uri="{FF2B5EF4-FFF2-40B4-BE49-F238E27FC236}">
                    <a16:creationId xmlns:a16="http://schemas.microsoft.com/office/drawing/2014/main" id="{584D12FE-712D-432B-A48B-3084189F6B6C}"/>
                  </a:ext>
                </a:extLst>
              </p:cNvPr>
              <p:cNvSpPr txBox="1"/>
              <p:nvPr/>
            </p:nvSpPr>
            <p:spPr>
              <a:xfrm>
                <a:off x="700096" y="6009082"/>
                <a:ext cx="905164" cy="369332"/>
              </a:xfrm>
              <a:prstGeom prst="rect">
                <a:avLst/>
              </a:prstGeom>
              <a:noFill/>
            </p:spPr>
            <p:txBody>
              <a:bodyPr wrap="square" rtlCol="0">
                <a:spAutoFit/>
              </a:bodyPr>
              <a:lstStyle/>
              <a:p>
                <a:r>
                  <a:rPr lang="zh-CN" altLang="en-US" b="1" dirty="0">
                    <a:latin typeface="+mn-ea"/>
                  </a:rPr>
                  <a:t>发送方</a:t>
                </a:r>
              </a:p>
            </p:txBody>
          </p:sp>
        </p:grpSp>
        <p:grpSp>
          <p:nvGrpSpPr>
            <p:cNvPr id="8" name="组合 7">
              <a:extLst>
                <a:ext uri="{FF2B5EF4-FFF2-40B4-BE49-F238E27FC236}">
                  <a16:creationId xmlns:a16="http://schemas.microsoft.com/office/drawing/2014/main" id="{0ACAF080-95D4-4F76-A817-06EA84E449C9}"/>
                </a:ext>
              </a:extLst>
            </p:cNvPr>
            <p:cNvGrpSpPr/>
            <p:nvPr/>
          </p:nvGrpSpPr>
          <p:grpSpPr>
            <a:xfrm>
              <a:off x="878301" y="1263518"/>
              <a:ext cx="905164" cy="1027908"/>
              <a:chOff x="878301" y="1390382"/>
              <a:chExt cx="905164" cy="1027908"/>
            </a:xfrm>
          </p:grpSpPr>
          <p:pic>
            <p:nvPicPr>
              <p:cNvPr id="210" name="图形 209">
                <a:extLst>
                  <a:ext uri="{FF2B5EF4-FFF2-40B4-BE49-F238E27FC236}">
                    <a16:creationId xmlns:a16="http://schemas.microsoft.com/office/drawing/2014/main" id="{61E01467-74F7-469C-BAD5-DFFB1234E440}"/>
                  </a:ext>
                </a:extLst>
              </p:cNvPr>
              <p:cNvPicPr>
                <a:picLocks noChangeAspect="1"/>
              </p:cNvPicPr>
              <p:nvPr/>
            </p:nvPicPr>
            <p:blipFill>
              <a:blip r:embed="rId7">
                <a:extLst>
                  <a:ext uri="{28A0092B-C50C-407E-A947-70E740481C1C}">
                    <a14:useLocalDpi xmlns:a14="http://schemas.microsoft.com/office/drawing/2010/main" val="0"/>
                  </a:ext>
                  <a:ext uri="{96DAC541-7B7A-43D3-8B79-37D633B846F1}">
                    <asvg:svgBlip xmlns:asvg="http://schemas.microsoft.com/office/drawing/2016/SVG/main" r:embed="rId8"/>
                  </a:ext>
                </a:extLst>
              </a:blip>
              <a:stretch>
                <a:fillRect/>
              </a:stretch>
            </p:blipFill>
            <p:spPr>
              <a:xfrm>
                <a:off x="984826" y="1759714"/>
                <a:ext cx="501772" cy="658576"/>
              </a:xfrm>
              <a:prstGeom prst="rect">
                <a:avLst/>
              </a:prstGeom>
            </p:spPr>
          </p:pic>
          <p:sp>
            <p:nvSpPr>
              <p:cNvPr id="219" name="文本框 218">
                <a:extLst>
                  <a:ext uri="{FF2B5EF4-FFF2-40B4-BE49-F238E27FC236}">
                    <a16:creationId xmlns:a16="http://schemas.microsoft.com/office/drawing/2014/main" id="{B105E330-42F6-4FA8-914C-123FFA0756D5}"/>
                  </a:ext>
                </a:extLst>
              </p:cNvPr>
              <p:cNvSpPr txBox="1"/>
              <p:nvPr/>
            </p:nvSpPr>
            <p:spPr>
              <a:xfrm>
                <a:off x="878301" y="1390382"/>
                <a:ext cx="905164" cy="369332"/>
              </a:xfrm>
              <a:prstGeom prst="rect">
                <a:avLst/>
              </a:prstGeom>
              <a:noFill/>
            </p:spPr>
            <p:txBody>
              <a:bodyPr wrap="square" rtlCol="0">
                <a:spAutoFit/>
              </a:bodyPr>
              <a:lstStyle/>
              <a:p>
                <a:r>
                  <a:rPr lang="zh-CN" altLang="en-US" b="1" dirty="0">
                    <a:latin typeface="+mn-ea"/>
                  </a:rPr>
                  <a:t>接收方</a:t>
                </a:r>
              </a:p>
            </p:txBody>
          </p:sp>
        </p:grpSp>
        <p:sp>
          <p:nvSpPr>
            <p:cNvPr id="57" name="云形 56">
              <a:extLst>
                <a:ext uri="{FF2B5EF4-FFF2-40B4-BE49-F238E27FC236}">
                  <a16:creationId xmlns:a16="http://schemas.microsoft.com/office/drawing/2014/main" id="{8D58A5DA-48AF-4D62-A0E1-92B6F8CBE1F4}"/>
                </a:ext>
              </a:extLst>
            </p:cNvPr>
            <p:cNvSpPr/>
            <p:nvPr/>
          </p:nvSpPr>
          <p:spPr>
            <a:xfrm>
              <a:off x="475097" y="3429014"/>
              <a:ext cx="1355161" cy="801398"/>
            </a:xfrm>
            <a:prstGeom prst="cloud">
              <a:avLst/>
            </a:prstGeom>
            <a:solidFill>
              <a:schemeClr val="bg1">
                <a:lumMod val="85000"/>
              </a:schemeClr>
            </a:solidFill>
            <a:ln>
              <a:solidFill>
                <a:schemeClr val="bg1">
                  <a:lumMod val="85000"/>
                </a:schemeClr>
              </a:solidFill>
            </a:ln>
          </p:spPr>
          <p:style>
            <a:lnRef idx="2">
              <a:schemeClr val="accent3">
                <a:shade val="50000"/>
              </a:schemeClr>
            </a:lnRef>
            <a:fillRef idx="1">
              <a:schemeClr val="accent3"/>
            </a:fillRef>
            <a:effectRef idx="0">
              <a:schemeClr val="accent3"/>
            </a:effectRef>
            <a:fontRef idx="minor">
              <a:schemeClr val="lt1"/>
            </a:fontRef>
          </p:style>
          <p:txBody>
            <a:bodyPr rtlCol="0" anchor="ctr"/>
            <a:lstStyle/>
            <a:p>
              <a:pPr algn="ctr"/>
              <a:r>
                <a:rPr lang="zh-CN" altLang="en-US" b="1" dirty="0">
                  <a:solidFill>
                    <a:schemeClr val="tx1"/>
                  </a:solidFill>
                  <a:latin typeface="+mn-ea"/>
                </a:rPr>
                <a:t>因特网</a:t>
              </a:r>
            </a:p>
          </p:txBody>
        </p:sp>
      </p:grpSp>
      <p:graphicFrame>
        <p:nvGraphicFramePr>
          <p:cNvPr id="21" name="表格 21">
            <a:extLst>
              <a:ext uri="{FF2B5EF4-FFF2-40B4-BE49-F238E27FC236}">
                <a16:creationId xmlns:a16="http://schemas.microsoft.com/office/drawing/2014/main" id="{CE497585-4F97-4F44-9ABE-D7BBA16B40E0}"/>
              </a:ext>
            </a:extLst>
          </p:cNvPr>
          <p:cNvGraphicFramePr>
            <a:graphicFrameLocks noGrp="1"/>
          </p:cNvGraphicFramePr>
          <p:nvPr/>
        </p:nvGraphicFramePr>
        <p:xfrm>
          <a:off x="2302929" y="5557308"/>
          <a:ext cx="9067800" cy="370840"/>
        </p:xfrm>
        <a:graphic>
          <a:graphicData uri="http://schemas.openxmlformats.org/drawingml/2006/table">
            <a:tbl>
              <a:tblPr firstRow="1" bandRow="1">
                <a:tableStyleId>{5C22544A-7EE6-4342-B048-85BDC9FD1C3A}</a:tableStyleId>
              </a:tblPr>
              <a:tblGrid>
                <a:gridCol w="755650">
                  <a:extLst>
                    <a:ext uri="{9D8B030D-6E8A-4147-A177-3AD203B41FA5}">
                      <a16:colId xmlns:a16="http://schemas.microsoft.com/office/drawing/2014/main" val="877486509"/>
                    </a:ext>
                  </a:extLst>
                </a:gridCol>
                <a:gridCol w="755650">
                  <a:extLst>
                    <a:ext uri="{9D8B030D-6E8A-4147-A177-3AD203B41FA5}">
                      <a16:colId xmlns:a16="http://schemas.microsoft.com/office/drawing/2014/main" val="3548605817"/>
                    </a:ext>
                  </a:extLst>
                </a:gridCol>
                <a:gridCol w="755650">
                  <a:extLst>
                    <a:ext uri="{9D8B030D-6E8A-4147-A177-3AD203B41FA5}">
                      <a16:colId xmlns:a16="http://schemas.microsoft.com/office/drawing/2014/main" val="2881812895"/>
                    </a:ext>
                  </a:extLst>
                </a:gridCol>
                <a:gridCol w="755650">
                  <a:extLst>
                    <a:ext uri="{9D8B030D-6E8A-4147-A177-3AD203B41FA5}">
                      <a16:colId xmlns:a16="http://schemas.microsoft.com/office/drawing/2014/main" val="3682284582"/>
                    </a:ext>
                  </a:extLst>
                </a:gridCol>
                <a:gridCol w="755650">
                  <a:extLst>
                    <a:ext uri="{9D8B030D-6E8A-4147-A177-3AD203B41FA5}">
                      <a16:colId xmlns:a16="http://schemas.microsoft.com/office/drawing/2014/main" val="500127722"/>
                    </a:ext>
                  </a:extLst>
                </a:gridCol>
                <a:gridCol w="755650">
                  <a:extLst>
                    <a:ext uri="{9D8B030D-6E8A-4147-A177-3AD203B41FA5}">
                      <a16:colId xmlns:a16="http://schemas.microsoft.com/office/drawing/2014/main" val="2946259618"/>
                    </a:ext>
                  </a:extLst>
                </a:gridCol>
                <a:gridCol w="755650">
                  <a:extLst>
                    <a:ext uri="{9D8B030D-6E8A-4147-A177-3AD203B41FA5}">
                      <a16:colId xmlns:a16="http://schemas.microsoft.com/office/drawing/2014/main" val="171501986"/>
                    </a:ext>
                  </a:extLst>
                </a:gridCol>
                <a:gridCol w="755650">
                  <a:extLst>
                    <a:ext uri="{9D8B030D-6E8A-4147-A177-3AD203B41FA5}">
                      <a16:colId xmlns:a16="http://schemas.microsoft.com/office/drawing/2014/main" val="1667185265"/>
                    </a:ext>
                  </a:extLst>
                </a:gridCol>
                <a:gridCol w="755650">
                  <a:extLst>
                    <a:ext uri="{9D8B030D-6E8A-4147-A177-3AD203B41FA5}">
                      <a16:colId xmlns:a16="http://schemas.microsoft.com/office/drawing/2014/main" val="4258211808"/>
                    </a:ext>
                  </a:extLst>
                </a:gridCol>
                <a:gridCol w="755650">
                  <a:extLst>
                    <a:ext uri="{9D8B030D-6E8A-4147-A177-3AD203B41FA5}">
                      <a16:colId xmlns:a16="http://schemas.microsoft.com/office/drawing/2014/main" val="1794200575"/>
                    </a:ext>
                  </a:extLst>
                </a:gridCol>
                <a:gridCol w="755650">
                  <a:extLst>
                    <a:ext uri="{9D8B030D-6E8A-4147-A177-3AD203B41FA5}">
                      <a16:colId xmlns:a16="http://schemas.microsoft.com/office/drawing/2014/main" val="4230716487"/>
                    </a:ext>
                  </a:extLst>
                </a:gridCol>
                <a:gridCol w="755650">
                  <a:extLst>
                    <a:ext uri="{9D8B030D-6E8A-4147-A177-3AD203B41FA5}">
                      <a16:colId xmlns:a16="http://schemas.microsoft.com/office/drawing/2014/main" val="56153739"/>
                    </a:ext>
                  </a:extLst>
                </a:gridCol>
              </a:tblGrid>
              <a:tr h="370840">
                <a:tc>
                  <a:txBody>
                    <a:bodyPr/>
                    <a:lstStyle/>
                    <a:p>
                      <a:pPr algn="ctr"/>
                      <a:r>
                        <a:rPr lang="en-US" altLang="zh-CN" dirty="0">
                          <a:solidFill>
                            <a:schemeClr val="tx1"/>
                          </a:solidFill>
                          <a:latin typeface="Arial Black" panose="020B0A04020102020204" pitchFamily="34" charset="0"/>
                        </a:rPr>
                        <a:t>0</a:t>
                      </a:r>
                      <a:endParaRPr lang="zh-CN" altLang="en-US" dirty="0">
                        <a:solidFill>
                          <a:schemeClr val="tx1"/>
                        </a:solidFill>
                        <a:latin typeface="Arial Black" panose="020B0A04020102020204" pitchFamily="34" charset="0"/>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ctr"/>
                      <a:r>
                        <a:rPr lang="en-US" altLang="zh-CN" dirty="0">
                          <a:solidFill>
                            <a:schemeClr val="tx1"/>
                          </a:solidFill>
                          <a:latin typeface="Arial Black" panose="020B0A04020102020204" pitchFamily="34" charset="0"/>
                        </a:rPr>
                        <a:t>1</a:t>
                      </a:r>
                      <a:endParaRPr lang="zh-CN" altLang="en-US" dirty="0">
                        <a:solidFill>
                          <a:schemeClr val="tx1"/>
                        </a:solidFill>
                        <a:latin typeface="Arial Black" panose="020B0A04020102020204" pitchFamily="34" charset="0"/>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ctr"/>
                      <a:r>
                        <a:rPr lang="en-US" altLang="zh-CN" dirty="0">
                          <a:solidFill>
                            <a:schemeClr val="tx1"/>
                          </a:solidFill>
                          <a:latin typeface="Arial Black" panose="020B0A04020102020204" pitchFamily="34" charset="0"/>
                        </a:rPr>
                        <a:t>2</a:t>
                      </a:r>
                      <a:endParaRPr lang="zh-CN" altLang="en-US" dirty="0">
                        <a:solidFill>
                          <a:schemeClr val="tx1"/>
                        </a:solidFill>
                        <a:latin typeface="Arial Black" panose="020B0A04020102020204" pitchFamily="34" charset="0"/>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ctr"/>
                      <a:r>
                        <a:rPr lang="en-US" altLang="zh-CN" dirty="0">
                          <a:solidFill>
                            <a:schemeClr val="tx1"/>
                          </a:solidFill>
                          <a:latin typeface="Arial Black" panose="020B0A04020102020204" pitchFamily="34" charset="0"/>
                        </a:rPr>
                        <a:t>3</a:t>
                      </a:r>
                      <a:endParaRPr lang="zh-CN" altLang="en-US" dirty="0">
                        <a:solidFill>
                          <a:schemeClr val="tx1"/>
                        </a:solidFill>
                        <a:latin typeface="Arial Black" panose="020B0A04020102020204" pitchFamily="34" charset="0"/>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ctr"/>
                      <a:r>
                        <a:rPr lang="en-US" altLang="zh-CN" dirty="0">
                          <a:solidFill>
                            <a:schemeClr val="tx1"/>
                          </a:solidFill>
                          <a:latin typeface="Arial Black" panose="020B0A04020102020204" pitchFamily="34" charset="0"/>
                        </a:rPr>
                        <a:t>4</a:t>
                      </a:r>
                      <a:endParaRPr lang="zh-CN" altLang="en-US" dirty="0">
                        <a:solidFill>
                          <a:schemeClr val="tx1"/>
                        </a:solidFill>
                        <a:latin typeface="Arial Black" panose="020B0A04020102020204" pitchFamily="34" charset="0"/>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ctr"/>
                      <a:r>
                        <a:rPr lang="en-US" altLang="zh-CN" dirty="0">
                          <a:solidFill>
                            <a:schemeClr val="tx1"/>
                          </a:solidFill>
                          <a:latin typeface="Arial Black" panose="020B0A04020102020204" pitchFamily="34" charset="0"/>
                        </a:rPr>
                        <a:t>5</a:t>
                      </a:r>
                      <a:endParaRPr lang="zh-CN" altLang="en-US" dirty="0">
                        <a:solidFill>
                          <a:schemeClr val="tx1"/>
                        </a:solidFill>
                        <a:latin typeface="Arial Black" panose="020B0A04020102020204" pitchFamily="34" charset="0"/>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ctr"/>
                      <a:r>
                        <a:rPr lang="en-US" altLang="zh-CN" dirty="0">
                          <a:solidFill>
                            <a:schemeClr val="tx1"/>
                          </a:solidFill>
                          <a:latin typeface="Arial Black" panose="020B0A04020102020204" pitchFamily="34" charset="0"/>
                        </a:rPr>
                        <a:t>6</a:t>
                      </a:r>
                      <a:endParaRPr lang="zh-CN" altLang="en-US" dirty="0">
                        <a:solidFill>
                          <a:schemeClr val="tx1"/>
                        </a:solidFill>
                        <a:latin typeface="Arial Black" panose="020B0A04020102020204" pitchFamily="34" charset="0"/>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ctr"/>
                      <a:r>
                        <a:rPr lang="en-US" altLang="zh-CN" dirty="0">
                          <a:solidFill>
                            <a:schemeClr val="tx1"/>
                          </a:solidFill>
                          <a:latin typeface="Arial Black" panose="020B0A04020102020204" pitchFamily="34" charset="0"/>
                        </a:rPr>
                        <a:t>7</a:t>
                      </a:r>
                      <a:endParaRPr lang="zh-CN" altLang="en-US" dirty="0">
                        <a:solidFill>
                          <a:schemeClr val="tx1"/>
                        </a:solidFill>
                        <a:latin typeface="Arial Black" panose="020B0A04020102020204" pitchFamily="34" charset="0"/>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ctr"/>
                      <a:r>
                        <a:rPr lang="en-US" altLang="zh-CN" dirty="0">
                          <a:solidFill>
                            <a:schemeClr val="tx1"/>
                          </a:solidFill>
                          <a:latin typeface="Arial Black" panose="020B0A04020102020204" pitchFamily="34" charset="0"/>
                        </a:rPr>
                        <a:t>0</a:t>
                      </a:r>
                      <a:endParaRPr lang="zh-CN" altLang="en-US" dirty="0">
                        <a:solidFill>
                          <a:schemeClr val="tx1"/>
                        </a:solidFill>
                        <a:latin typeface="Arial Black" panose="020B0A04020102020204" pitchFamily="34" charset="0"/>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ctr"/>
                      <a:r>
                        <a:rPr lang="en-US" altLang="zh-CN" dirty="0">
                          <a:solidFill>
                            <a:schemeClr val="tx1"/>
                          </a:solidFill>
                          <a:latin typeface="Arial Black" panose="020B0A04020102020204" pitchFamily="34" charset="0"/>
                        </a:rPr>
                        <a:t>1</a:t>
                      </a:r>
                      <a:endParaRPr lang="zh-CN" altLang="en-US" dirty="0">
                        <a:solidFill>
                          <a:schemeClr val="tx1"/>
                        </a:solidFill>
                        <a:latin typeface="Arial Black" panose="020B0A04020102020204" pitchFamily="34" charset="0"/>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ctr"/>
                      <a:r>
                        <a:rPr lang="en-US" altLang="zh-CN" dirty="0">
                          <a:solidFill>
                            <a:schemeClr val="tx1"/>
                          </a:solidFill>
                          <a:latin typeface="Arial Black" panose="020B0A04020102020204" pitchFamily="34" charset="0"/>
                        </a:rPr>
                        <a:t>2</a:t>
                      </a:r>
                      <a:endParaRPr lang="zh-CN" altLang="en-US" dirty="0">
                        <a:solidFill>
                          <a:schemeClr val="tx1"/>
                        </a:solidFill>
                        <a:latin typeface="Arial Black" panose="020B0A04020102020204" pitchFamily="34" charset="0"/>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ctr"/>
                      <a:r>
                        <a:rPr lang="en-US" altLang="zh-CN" dirty="0">
                          <a:solidFill>
                            <a:schemeClr val="tx1"/>
                          </a:solidFill>
                          <a:latin typeface="Arial Black" panose="020B0A04020102020204" pitchFamily="34" charset="0"/>
                        </a:rPr>
                        <a:t>…</a:t>
                      </a:r>
                      <a:endParaRPr lang="zh-CN" altLang="en-US" dirty="0">
                        <a:solidFill>
                          <a:schemeClr val="tx1"/>
                        </a:solidFill>
                        <a:latin typeface="Arial Black" panose="020B0A04020102020204" pitchFamily="34" charset="0"/>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extLst>
                  <a:ext uri="{0D108BD9-81ED-4DB2-BD59-A6C34878D82A}">
                    <a16:rowId xmlns:a16="http://schemas.microsoft.com/office/drawing/2014/main" val="316235763"/>
                  </a:ext>
                </a:extLst>
              </a:tr>
            </a:tbl>
          </a:graphicData>
        </a:graphic>
      </p:graphicFrame>
      <p:graphicFrame>
        <p:nvGraphicFramePr>
          <p:cNvPr id="68" name="表格 21">
            <a:extLst>
              <a:ext uri="{FF2B5EF4-FFF2-40B4-BE49-F238E27FC236}">
                <a16:creationId xmlns:a16="http://schemas.microsoft.com/office/drawing/2014/main" id="{D9B4273D-C94E-42E6-A39B-908C6FA1D8AF}"/>
              </a:ext>
            </a:extLst>
          </p:cNvPr>
          <p:cNvGraphicFramePr>
            <a:graphicFrameLocks noGrp="1"/>
          </p:cNvGraphicFramePr>
          <p:nvPr/>
        </p:nvGraphicFramePr>
        <p:xfrm>
          <a:off x="2302929" y="1827576"/>
          <a:ext cx="9067800" cy="370840"/>
        </p:xfrm>
        <a:graphic>
          <a:graphicData uri="http://schemas.openxmlformats.org/drawingml/2006/table">
            <a:tbl>
              <a:tblPr firstRow="1" bandRow="1">
                <a:tableStyleId>{5C22544A-7EE6-4342-B048-85BDC9FD1C3A}</a:tableStyleId>
              </a:tblPr>
              <a:tblGrid>
                <a:gridCol w="755650">
                  <a:extLst>
                    <a:ext uri="{9D8B030D-6E8A-4147-A177-3AD203B41FA5}">
                      <a16:colId xmlns:a16="http://schemas.microsoft.com/office/drawing/2014/main" val="877486509"/>
                    </a:ext>
                  </a:extLst>
                </a:gridCol>
                <a:gridCol w="755650">
                  <a:extLst>
                    <a:ext uri="{9D8B030D-6E8A-4147-A177-3AD203B41FA5}">
                      <a16:colId xmlns:a16="http://schemas.microsoft.com/office/drawing/2014/main" val="3548605817"/>
                    </a:ext>
                  </a:extLst>
                </a:gridCol>
                <a:gridCol w="755650">
                  <a:extLst>
                    <a:ext uri="{9D8B030D-6E8A-4147-A177-3AD203B41FA5}">
                      <a16:colId xmlns:a16="http://schemas.microsoft.com/office/drawing/2014/main" val="2881812895"/>
                    </a:ext>
                  </a:extLst>
                </a:gridCol>
                <a:gridCol w="755650">
                  <a:extLst>
                    <a:ext uri="{9D8B030D-6E8A-4147-A177-3AD203B41FA5}">
                      <a16:colId xmlns:a16="http://schemas.microsoft.com/office/drawing/2014/main" val="3682284582"/>
                    </a:ext>
                  </a:extLst>
                </a:gridCol>
                <a:gridCol w="755650">
                  <a:extLst>
                    <a:ext uri="{9D8B030D-6E8A-4147-A177-3AD203B41FA5}">
                      <a16:colId xmlns:a16="http://schemas.microsoft.com/office/drawing/2014/main" val="500127722"/>
                    </a:ext>
                  </a:extLst>
                </a:gridCol>
                <a:gridCol w="755650">
                  <a:extLst>
                    <a:ext uri="{9D8B030D-6E8A-4147-A177-3AD203B41FA5}">
                      <a16:colId xmlns:a16="http://schemas.microsoft.com/office/drawing/2014/main" val="2946259618"/>
                    </a:ext>
                  </a:extLst>
                </a:gridCol>
                <a:gridCol w="755650">
                  <a:extLst>
                    <a:ext uri="{9D8B030D-6E8A-4147-A177-3AD203B41FA5}">
                      <a16:colId xmlns:a16="http://schemas.microsoft.com/office/drawing/2014/main" val="171501986"/>
                    </a:ext>
                  </a:extLst>
                </a:gridCol>
                <a:gridCol w="755650">
                  <a:extLst>
                    <a:ext uri="{9D8B030D-6E8A-4147-A177-3AD203B41FA5}">
                      <a16:colId xmlns:a16="http://schemas.microsoft.com/office/drawing/2014/main" val="1667185265"/>
                    </a:ext>
                  </a:extLst>
                </a:gridCol>
                <a:gridCol w="755650">
                  <a:extLst>
                    <a:ext uri="{9D8B030D-6E8A-4147-A177-3AD203B41FA5}">
                      <a16:colId xmlns:a16="http://schemas.microsoft.com/office/drawing/2014/main" val="4258211808"/>
                    </a:ext>
                  </a:extLst>
                </a:gridCol>
                <a:gridCol w="755650">
                  <a:extLst>
                    <a:ext uri="{9D8B030D-6E8A-4147-A177-3AD203B41FA5}">
                      <a16:colId xmlns:a16="http://schemas.microsoft.com/office/drawing/2014/main" val="1794200575"/>
                    </a:ext>
                  </a:extLst>
                </a:gridCol>
                <a:gridCol w="755650">
                  <a:extLst>
                    <a:ext uri="{9D8B030D-6E8A-4147-A177-3AD203B41FA5}">
                      <a16:colId xmlns:a16="http://schemas.microsoft.com/office/drawing/2014/main" val="4230716487"/>
                    </a:ext>
                  </a:extLst>
                </a:gridCol>
                <a:gridCol w="755650">
                  <a:extLst>
                    <a:ext uri="{9D8B030D-6E8A-4147-A177-3AD203B41FA5}">
                      <a16:colId xmlns:a16="http://schemas.microsoft.com/office/drawing/2014/main" val="56153739"/>
                    </a:ext>
                  </a:extLst>
                </a:gridCol>
              </a:tblGrid>
              <a:tr h="370840">
                <a:tc>
                  <a:txBody>
                    <a:bodyPr/>
                    <a:lstStyle/>
                    <a:p>
                      <a:pPr algn="ctr"/>
                      <a:r>
                        <a:rPr lang="en-US" altLang="zh-CN" dirty="0">
                          <a:solidFill>
                            <a:schemeClr val="tx1"/>
                          </a:solidFill>
                          <a:latin typeface="Arial Black" panose="020B0A04020102020204" pitchFamily="34" charset="0"/>
                        </a:rPr>
                        <a:t>0</a:t>
                      </a:r>
                      <a:endParaRPr lang="zh-CN" altLang="en-US" dirty="0">
                        <a:solidFill>
                          <a:schemeClr val="tx1"/>
                        </a:solidFill>
                        <a:latin typeface="Arial Black" panose="020B0A04020102020204" pitchFamily="34" charset="0"/>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ctr"/>
                      <a:r>
                        <a:rPr lang="en-US" altLang="zh-CN" dirty="0">
                          <a:solidFill>
                            <a:schemeClr val="tx1"/>
                          </a:solidFill>
                          <a:latin typeface="Arial Black" panose="020B0A04020102020204" pitchFamily="34" charset="0"/>
                        </a:rPr>
                        <a:t>1</a:t>
                      </a:r>
                      <a:endParaRPr lang="zh-CN" altLang="en-US" dirty="0">
                        <a:solidFill>
                          <a:schemeClr val="tx1"/>
                        </a:solidFill>
                        <a:latin typeface="Arial Black" panose="020B0A04020102020204" pitchFamily="34" charset="0"/>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ctr"/>
                      <a:r>
                        <a:rPr lang="en-US" altLang="zh-CN" dirty="0">
                          <a:solidFill>
                            <a:schemeClr val="tx1"/>
                          </a:solidFill>
                          <a:latin typeface="Arial Black" panose="020B0A04020102020204" pitchFamily="34" charset="0"/>
                        </a:rPr>
                        <a:t>2</a:t>
                      </a:r>
                      <a:endParaRPr lang="zh-CN" altLang="en-US" dirty="0">
                        <a:solidFill>
                          <a:schemeClr val="tx1"/>
                        </a:solidFill>
                        <a:latin typeface="Arial Black" panose="020B0A04020102020204" pitchFamily="34" charset="0"/>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ctr"/>
                      <a:r>
                        <a:rPr lang="en-US" altLang="zh-CN" dirty="0">
                          <a:solidFill>
                            <a:schemeClr val="tx1"/>
                          </a:solidFill>
                          <a:latin typeface="Arial Black" panose="020B0A04020102020204" pitchFamily="34" charset="0"/>
                        </a:rPr>
                        <a:t>3</a:t>
                      </a:r>
                      <a:endParaRPr lang="zh-CN" altLang="en-US" dirty="0">
                        <a:solidFill>
                          <a:schemeClr val="tx1"/>
                        </a:solidFill>
                        <a:latin typeface="Arial Black" panose="020B0A04020102020204" pitchFamily="34" charset="0"/>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ctr"/>
                      <a:r>
                        <a:rPr lang="en-US" altLang="zh-CN" dirty="0">
                          <a:solidFill>
                            <a:schemeClr val="tx1"/>
                          </a:solidFill>
                          <a:latin typeface="Arial Black" panose="020B0A04020102020204" pitchFamily="34" charset="0"/>
                        </a:rPr>
                        <a:t>4</a:t>
                      </a:r>
                      <a:endParaRPr lang="zh-CN" altLang="en-US" dirty="0">
                        <a:solidFill>
                          <a:schemeClr val="tx1"/>
                        </a:solidFill>
                        <a:latin typeface="Arial Black" panose="020B0A04020102020204" pitchFamily="34" charset="0"/>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ctr"/>
                      <a:r>
                        <a:rPr lang="en-US" altLang="zh-CN" dirty="0">
                          <a:solidFill>
                            <a:schemeClr val="tx1"/>
                          </a:solidFill>
                          <a:latin typeface="Arial Black" panose="020B0A04020102020204" pitchFamily="34" charset="0"/>
                        </a:rPr>
                        <a:t>5</a:t>
                      </a:r>
                      <a:endParaRPr lang="zh-CN" altLang="en-US" dirty="0">
                        <a:solidFill>
                          <a:schemeClr val="tx1"/>
                        </a:solidFill>
                        <a:latin typeface="Arial Black" panose="020B0A04020102020204" pitchFamily="34" charset="0"/>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ctr"/>
                      <a:r>
                        <a:rPr lang="en-US" altLang="zh-CN" dirty="0">
                          <a:solidFill>
                            <a:schemeClr val="tx1"/>
                          </a:solidFill>
                          <a:latin typeface="Arial Black" panose="020B0A04020102020204" pitchFamily="34" charset="0"/>
                        </a:rPr>
                        <a:t>6</a:t>
                      </a:r>
                      <a:endParaRPr lang="zh-CN" altLang="en-US" dirty="0">
                        <a:solidFill>
                          <a:schemeClr val="tx1"/>
                        </a:solidFill>
                        <a:latin typeface="Arial Black" panose="020B0A04020102020204" pitchFamily="34" charset="0"/>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ctr"/>
                      <a:r>
                        <a:rPr lang="en-US" altLang="zh-CN" dirty="0">
                          <a:solidFill>
                            <a:schemeClr val="tx1"/>
                          </a:solidFill>
                          <a:latin typeface="Arial Black" panose="020B0A04020102020204" pitchFamily="34" charset="0"/>
                        </a:rPr>
                        <a:t>7</a:t>
                      </a:r>
                      <a:endParaRPr lang="zh-CN" altLang="en-US" dirty="0">
                        <a:solidFill>
                          <a:schemeClr val="tx1"/>
                        </a:solidFill>
                        <a:latin typeface="Arial Black" panose="020B0A04020102020204" pitchFamily="34" charset="0"/>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ctr"/>
                      <a:r>
                        <a:rPr lang="en-US" altLang="zh-CN" dirty="0">
                          <a:solidFill>
                            <a:schemeClr val="tx1"/>
                          </a:solidFill>
                          <a:latin typeface="Arial Black" panose="020B0A04020102020204" pitchFamily="34" charset="0"/>
                        </a:rPr>
                        <a:t>0</a:t>
                      </a:r>
                      <a:endParaRPr lang="zh-CN" altLang="en-US" dirty="0">
                        <a:solidFill>
                          <a:schemeClr val="tx1"/>
                        </a:solidFill>
                        <a:latin typeface="Arial Black" panose="020B0A04020102020204" pitchFamily="34" charset="0"/>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ctr"/>
                      <a:r>
                        <a:rPr lang="en-US" altLang="zh-CN" dirty="0">
                          <a:solidFill>
                            <a:schemeClr val="tx1"/>
                          </a:solidFill>
                          <a:latin typeface="Arial Black" panose="020B0A04020102020204" pitchFamily="34" charset="0"/>
                        </a:rPr>
                        <a:t>1</a:t>
                      </a:r>
                      <a:endParaRPr lang="zh-CN" altLang="en-US" dirty="0">
                        <a:solidFill>
                          <a:schemeClr val="tx1"/>
                        </a:solidFill>
                        <a:latin typeface="Arial Black" panose="020B0A04020102020204" pitchFamily="34" charset="0"/>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ctr"/>
                      <a:r>
                        <a:rPr lang="en-US" altLang="zh-CN" dirty="0">
                          <a:solidFill>
                            <a:schemeClr val="tx1"/>
                          </a:solidFill>
                          <a:latin typeface="Arial Black" panose="020B0A04020102020204" pitchFamily="34" charset="0"/>
                        </a:rPr>
                        <a:t>2</a:t>
                      </a:r>
                      <a:endParaRPr lang="zh-CN" altLang="en-US" dirty="0">
                        <a:solidFill>
                          <a:schemeClr val="tx1"/>
                        </a:solidFill>
                        <a:latin typeface="Arial Black" panose="020B0A04020102020204" pitchFamily="34" charset="0"/>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ctr"/>
                      <a:r>
                        <a:rPr lang="en-US" altLang="zh-CN" dirty="0">
                          <a:solidFill>
                            <a:schemeClr val="tx1"/>
                          </a:solidFill>
                          <a:latin typeface="Arial Black" panose="020B0A04020102020204" pitchFamily="34" charset="0"/>
                        </a:rPr>
                        <a:t>…</a:t>
                      </a:r>
                      <a:endParaRPr lang="zh-CN" altLang="en-US" dirty="0">
                        <a:solidFill>
                          <a:schemeClr val="tx1"/>
                        </a:solidFill>
                        <a:latin typeface="Arial Black" panose="020B0A04020102020204" pitchFamily="34" charset="0"/>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extLst>
                  <a:ext uri="{0D108BD9-81ED-4DB2-BD59-A6C34878D82A}">
                    <a16:rowId xmlns:a16="http://schemas.microsoft.com/office/drawing/2014/main" val="316235763"/>
                  </a:ext>
                </a:extLst>
              </a:tr>
            </a:tbl>
          </a:graphicData>
        </a:graphic>
      </p:graphicFrame>
      <p:sp>
        <p:nvSpPr>
          <p:cNvPr id="49" name="íşlïḍè">
            <a:extLst>
              <a:ext uri="{FF2B5EF4-FFF2-40B4-BE49-F238E27FC236}">
                <a16:creationId xmlns:a16="http://schemas.microsoft.com/office/drawing/2014/main" id="{84B44B39-A1BD-4956-A1BF-ECB7ACDDA058}"/>
              </a:ext>
            </a:extLst>
          </p:cNvPr>
          <p:cNvSpPr txBox="1"/>
          <p:nvPr/>
        </p:nvSpPr>
        <p:spPr>
          <a:xfrm>
            <a:off x="3835285" y="3287898"/>
            <a:ext cx="4525886" cy="602502"/>
          </a:xfrm>
          <a:prstGeom prst="rect">
            <a:avLst/>
          </a:prstGeom>
          <a:noFill/>
        </p:spPr>
        <p:txBody>
          <a:bodyPr wrap="square" lIns="91440" tIns="45720" rIns="91440" bIns="45720" anchor="ctr">
            <a:noAutofit/>
          </a:bodyPr>
          <a:lstStyle/>
          <a:p>
            <a:pPr algn="ctr"/>
            <a:r>
              <a:rPr lang="zh-CN" altLang="en-US" sz="2800" b="1" dirty="0"/>
              <a:t>超时重传、回退</a:t>
            </a:r>
            <a:r>
              <a:rPr lang="en-US" altLang="zh-CN" sz="2800" b="1" dirty="0"/>
              <a:t>N</a:t>
            </a:r>
            <a:r>
              <a:rPr lang="zh-CN" altLang="en-US" sz="2800" b="1" dirty="0"/>
              <a:t>帧的情况</a:t>
            </a:r>
            <a:endParaRPr lang="en-US" altLang="zh-CN" sz="2800" b="1" dirty="0"/>
          </a:p>
        </p:txBody>
      </p:sp>
      <p:sp>
        <p:nvSpPr>
          <p:cNvPr id="13" name="矩形 12">
            <a:extLst>
              <a:ext uri="{FF2B5EF4-FFF2-40B4-BE49-F238E27FC236}">
                <a16:creationId xmlns:a16="http://schemas.microsoft.com/office/drawing/2014/main" id="{14642CA0-C4C4-44A5-BD3D-9FB5C2470514}"/>
              </a:ext>
            </a:extLst>
          </p:cNvPr>
          <p:cNvSpPr/>
          <p:nvPr/>
        </p:nvSpPr>
        <p:spPr>
          <a:xfrm>
            <a:off x="2300222" y="5537182"/>
            <a:ext cx="3780000" cy="390966"/>
          </a:xfrm>
          <a:prstGeom prst="rect">
            <a:avLst/>
          </a:prstGeom>
          <a:solidFill>
            <a:schemeClr val="accent3">
              <a:alpha val="74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36" name="矩形 35">
            <a:extLst>
              <a:ext uri="{FF2B5EF4-FFF2-40B4-BE49-F238E27FC236}">
                <a16:creationId xmlns:a16="http://schemas.microsoft.com/office/drawing/2014/main" id="{E7EB5D14-D014-48F8-ACBF-E9E95001992A}"/>
              </a:ext>
            </a:extLst>
          </p:cNvPr>
          <p:cNvSpPr/>
          <p:nvPr/>
        </p:nvSpPr>
        <p:spPr>
          <a:xfrm>
            <a:off x="2311257" y="1832079"/>
            <a:ext cx="1497129" cy="356368"/>
          </a:xfrm>
          <a:prstGeom prst="rect">
            <a:avLst/>
          </a:prstGeom>
          <a:solidFill>
            <a:schemeClr val="accent4">
              <a:alpha val="74000"/>
            </a:schemeClr>
          </a:solidFill>
          <a:ln>
            <a:solidFill>
              <a:schemeClr val="accent4"/>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46" name="矩形 45">
            <a:extLst>
              <a:ext uri="{FF2B5EF4-FFF2-40B4-BE49-F238E27FC236}">
                <a16:creationId xmlns:a16="http://schemas.microsoft.com/office/drawing/2014/main" id="{32ED9291-D5C5-4948-BCB2-6D5F6F0744DA}"/>
              </a:ext>
            </a:extLst>
          </p:cNvPr>
          <p:cNvSpPr/>
          <p:nvPr/>
        </p:nvSpPr>
        <p:spPr>
          <a:xfrm>
            <a:off x="1249355" y="2275974"/>
            <a:ext cx="708432" cy="270283"/>
          </a:xfrm>
          <a:prstGeom prst="rect">
            <a:avLst/>
          </a:prstGeom>
          <a:solidFill>
            <a:schemeClr val="accent3"/>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46800" rIns="46800" rtlCol="0" anchor="ctr"/>
          <a:lstStyle/>
          <a:p>
            <a:pPr algn="ctr"/>
            <a:r>
              <a:rPr lang="en-US" altLang="zh-CN" b="1" dirty="0"/>
              <a:t>DATA3</a:t>
            </a:r>
            <a:endParaRPr lang="zh-CN" altLang="en-US" b="1" dirty="0"/>
          </a:p>
        </p:txBody>
      </p:sp>
      <p:sp>
        <p:nvSpPr>
          <p:cNvPr id="48" name="矩形 47">
            <a:extLst>
              <a:ext uri="{FF2B5EF4-FFF2-40B4-BE49-F238E27FC236}">
                <a16:creationId xmlns:a16="http://schemas.microsoft.com/office/drawing/2014/main" id="{C642071E-B2ED-41BA-B864-44D3DB56A3E4}"/>
              </a:ext>
            </a:extLst>
          </p:cNvPr>
          <p:cNvSpPr/>
          <p:nvPr/>
        </p:nvSpPr>
        <p:spPr>
          <a:xfrm>
            <a:off x="1251044" y="2543844"/>
            <a:ext cx="708432" cy="270283"/>
          </a:xfrm>
          <a:prstGeom prst="rect">
            <a:avLst/>
          </a:prstGeom>
          <a:solidFill>
            <a:schemeClr val="accent3"/>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46800" rIns="46800" rtlCol="0" anchor="ctr"/>
          <a:lstStyle/>
          <a:p>
            <a:pPr algn="ctr"/>
            <a:r>
              <a:rPr lang="en-US" altLang="zh-CN" b="1" dirty="0"/>
              <a:t>DATA4</a:t>
            </a:r>
            <a:endParaRPr lang="zh-CN" altLang="en-US" b="1" dirty="0"/>
          </a:p>
        </p:txBody>
      </p:sp>
      <p:grpSp>
        <p:nvGrpSpPr>
          <p:cNvPr id="50" name="组合 49">
            <a:extLst>
              <a:ext uri="{FF2B5EF4-FFF2-40B4-BE49-F238E27FC236}">
                <a16:creationId xmlns:a16="http://schemas.microsoft.com/office/drawing/2014/main" id="{F39BB1B7-7FD8-4DD6-95B8-8EB78C0D2722}"/>
              </a:ext>
            </a:extLst>
          </p:cNvPr>
          <p:cNvGrpSpPr/>
          <p:nvPr/>
        </p:nvGrpSpPr>
        <p:grpSpPr>
          <a:xfrm>
            <a:off x="467055" y="4262843"/>
            <a:ext cx="708432" cy="532527"/>
            <a:chOff x="1251044" y="2295088"/>
            <a:chExt cx="708432" cy="532527"/>
          </a:xfrm>
          <a:solidFill>
            <a:schemeClr val="accent4"/>
          </a:solidFill>
        </p:grpSpPr>
        <p:sp>
          <p:nvSpPr>
            <p:cNvPr id="59" name="矩形 58">
              <a:extLst>
                <a:ext uri="{FF2B5EF4-FFF2-40B4-BE49-F238E27FC236}">
                  <a16:creationId xmlns:a16="http://schemas.microsoft.com/office/drawing/2014/main" id="{4AF13DC1-A7E5-47E9-8020-D660D64D8EA3}"/>
                </a:ext>
              </a:extLst>
            </p:cNvPr>
            <p:cNvSpPr/>
            <p:nvPr/>
          </p:nvSpPr>
          <p:spPr>
            <a:xfrm>
              <a:off x="1251044" y="2557332"/>
              <a:ext cx="708432" cy="270283"/>
            </a:xfrm>
            <a:prstGeom prst="rect">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46800" rIns="46800" rtlCol="0" anchor="ctr"/>
            <a:lstStyle/>
            <a:p>
              <a:pPr algn="ctr"/>
              <a:r>
                <a:rPr lang="en-US" altLang="zh-CN" b="1" dirty="0"/>
                <a:t>ACK0</a:t>
              </a:r>
              <a:endParaRPr lang="zh-CN" altLang="en-US" b="1" dirty="0"/>
            </a:p>
          </p:txBody>
        </p:sp>
        <p:sp>
          <p:nvSpPr>
            <p:cNvPr id="60" name="矩形 59">
              <a:extLst>
                <a:ext uri="{FF2B5EF4-FFF2-40B4-BE49-F238E27FC236}">
                  <a16:creationId xmlns:a16="http://schemas.microsoft.com/office/drawing/2014/main" id="{D777A5B1-5391-468E-8E8F-3A461C41D710}"/>
                </a:ext>
              </a:extLst>
            </p:cNvPr>
            <p:cNvSpPr/>
            <p:nvPr/>
          </p:nvSpPr>
          <p:spPr>
            <a:xfrm>
              <a:off x="1251044" y="2295088"/>
              <a:ext cx="708432" cy="270283"/>
            </a:xfrm>
            <a:prstGeom prst="rect">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46800" rIns="46800" rtlCol="0" anchor="ctr"/>
            <a:lstStyle/>
            <a:p>
              <a:pPr algn="ctr"/>
              <a:r>
                <a:rPr lang="en-US" altLang="zh-CN" b="1" dirty="0"/>
                <a:t>ACK1</a:t>
              </a:r>
              <a:endParaRPr lang="zh-CN" altLang="en-US" b="1" dirty="0"/>
            </a:p>
          </p:txBody>
        </p:sp>
      </p:grpSp>
      <p:grpSp>
        <p:nvGrpSpPr>
          <p:cNvPr id="18" name="组合 17">
            <a:extLst>
              <a:ext uri="{FF2B5EF4-FFF2-40B4-BE49-F238E27FC236}">
                <a16:creationId xmlns:a16="http://schemas.microsoft.com/office/drawing/2014/main" id="{7E2EC819-5159-4F16-B262-51AB79201B6A}"/>
              </a:ext>
            </a:extLst>
          </p:cNvPr>
          <p:cNvGrpSpPr/>
          <p:nvPr/>
        </p:nvGrpSpPr>
        <p:grpSpPr>
          <a:xfrm>
            <a:off x="1783464" y="2112640"/>
            <a:ext cx="2624759" cy="805926"/>
            <a:chOff x="1783464" y="2112640"/>
            <a:chExt cx="2624759" cy="805926"/>
          </a:xfrm>
        </p:grpSpPr>
        <p:sp>
          <p:nvSpPr>
            <p:cNvPr id="6" name="矩形 5">
              <a:extLst>
                <a:ext uri="{FF2B5EF4-FFF2-40B4-BE49-F238E27FC236}">
                  <a16:creationId xmlns:a16="http://schemas.microsoft.com/office/drawing/2014/main" id="{1B9EEA4D-2C58-44B6-8C09-4D249A33E6F1}"/>
                </a:ext>
              </a:extLst>
            </p:cNvPr>
            <p:cNvSpPr/>
            <p:nvPr/>
          </p:nvSpPr>
          <p:spPr>
            <a:xfrm>
              <a:off x="1783464" y="2234089"/>
              <a:ext cx="270521" cy="616319"/>
            </a:xfrm>
            <a:prstGeom prst="rect">
              <a:avLst/>
            </a:prstGeom>
            <a:noFill/>
            <a:ln w="25400">
              <a:solidFill>
                <a:schemeClr val="accent1">
                  <a:lumMod val="75000"/>
                </a:schemeClr>
              </a:solid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cxnSp>
          <p:nvCxnSpPr>
            <p:cNvPr id="11" name="连接符: 肘形 10">
              <a:extLst>
                <a:ext uri="{FF2B5EF4-FFF2-40B4-BE49-F238E27FC236}">
                  <a16:creationId xmlns:a16="http://schemas.microsoft.com/office/drawing/2014/main" id="{B8E08639-B3A9-4866-879B-97A376790714}"/>
                </a:ext>
              </a:extLst>
            </p:cNvPr>
            <p:cNvCxnSpPr>
              <a:cxnSpLocks/>
              <a:stCxn id="6" idx="3"/>
            </p:cNvCxnSpPr>
            <p:nvPr/>
          </p:nvCxnSpPr>
          <p:spPr>
            <a:xfrm flipV="1">
              <a:off x="2053985" y="2112640"/>
              <a:ext cx="2136237" cy="429609"/>
            </a:xfrm>
            <a:prstGeom prst="bentConnector2">
              <a:avLst/>
            </a:prstGeom>
            <a:ln w="25400">
              <a:solidFill>
                <a:schemeClr val="accent1">
                  <a:lumMod val="75000"/>
                </a:schemeClr>
              </a:solidFill>
              <a:prstDash val="dash"/>
              <a:tailEnd type="triangle" w="med" len="lg"/>
            </a:ln>
          </p:spPr>
          <p:style>
            <a:lnRef idx="1">
              <a:schemeClr val="accent1"/>
            </a:lnRef>
            <a:fillRef idx="0">
              <a:schemeClr val="accent1"/>
            </a:fillRef>
            <a:effectRef idx="0">
              <a:schemeClr val="accent1"/>
            </a:effectRef>
            <a:fontRef idx="minor">
              <a:schemeClr val="tx1"/>
            </a:fontRef>
          </p:style>
        </p:cxnSp>
        <p:sp>
          <p:nvSpPr>
            <p:cNvPr id="16" name="文本框 15">
              <a:extLst>
                <a:ext uri="{FF2B5EF4-FFF2-40B4-BE49-F238E27FC236}">
                  <a16:creationId xmlns:a16="http://schemas.microsoft.com/office/drawing/2014/main" id="{64404223-4C2D-4826-B5AF-3C9B4A6DB2B8}"/>
                </a:ext>
              </a:extLst>
            </p:cNvPr>
            <p:cNvSpPr txBox="1"/>
            <p:nvPr/>
          </p:nvSpPr>
          <p:spPr>
            <a:xfrm>
              <a:off x="2053985" y="2549234"/>
              <a:ext cx="2354238" cy="369332"/>
            </a:xfrm>
            <a:prstGeom prst="rect">
              <a:avLst/>
            </a:prstGeom>
            <a:noFill/>
          </p:spPr>
          <p:txBody>
            <a:bodyPr wrap="square" rtlCol="0">
              <a:spAutoFit/>
            </a:bodyPr>
            <a:lstStyle/>
            <a:p>
              <a:r>
                <a:rPr lang="zh-CN" altLang="en-US" b="1" dirty="0">
                  <a:solidFill>
                    <a:schemeClr val="accent1">
                      <a:lumMod val="75000"/>
                    </a:schemeClr>
                  </a:solidFill>
                </a:rPr>
                <a:t>序号未落入接收窗口</a:t>
              </a:r>
            </a:p>
          </p:txBody>
        </p:sp>
      </p:grpSp>
      <p:sp>
        <p:nvSpPr>
          <p:cNvPr id="34" name="平行四边形 33">
            <a:extLst>
              <a:ext uri="{FF2B5EF4-FFF2-40B4-BE49-F238E27FC236}">
                <a16:creationId xmlns:a16="http://schemas.microsoft.com/office/drawing/2014/main" id="{B0FA0F16-5A02-709A-99E5-7B05120B6412}"/>
              </a:ext>
            </a:extLst>
          </p:cNvPr>
          <p:cNvSpPr/>
          <p:nvPr/>
        </p:nvSpPr>
        <p:spPr>
          <a:xfrm>
            <a:off x="304799" y="749300"/>
            <a:ext cx="695119" cy="387090"/>
          </a:xfrm>
          <a:prstGeom prst="parallelogram">
            <a:avLst/>
          </a:prstGeom>
          <a:solidFill>
            <a:schemeClr val="accent3">
              <a:lumMod val="75000"/>
            </a:schemeClr>
          </a:solidFill>
          <a:ln>
            <a:solidFill>
              <a:schemeClr val="accent3">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CN" sz="2200" dirty="0">
                <a:latin typeface="Impact" panose="020B0806030902050204" pitchFamily="34" charset="0"/>
              </a:rPr>
              <a:t>04</a:t>
            </a:r>
            <a:endParaRPr lang="zh-CN" altLang="en-US" sz="2200" dirty="0">
              <a:latin typeface="Impact" panose="020B0806030902050204" pitchFamily="34" charset="0"/>
            </a:endParaRPr>
          </a:p>
        </p:txBody>
      </p:sp>
    </p:spTree>
    <p:custDataLst>
      <p:tags r:id="rId1"/>
    </p:custDataLst>
    <p:extLst>
      <p:ext uri="{BB962C8B-B14F-4D97-AF65-F5344CB8AC3E}">
        <p14:creationId xmlns:p14="http://schemas.microsoft.com/office/powerpoint/2010/main" val="2836709164"/>
      </p:ext>
    </p:extLst>
  </p:cSld>
  <p:clrMapOvr>
    <a:masterClrMapping/>
  </p:clrMapOvr>
  <mc:AlternateContent xmlns:mc="http://schemas.openxmlformats.org/markup-compatibility/2006" xmlns:p14="http://schemas.microsoft.com/office/powerpoint/2010/main">
    <mc:Choice Requires="p14">
      <p:transition p14:dur="10"/>
    </mc:Choice>
    <mc:Fallback xmlns="">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2" presetClass="entr" presetSubtype="8" fill="hold" nodeType="withEffect">
                                  <p:stCondLst>
                                    <p:cond delay="0"/>
                                  </p:stCondLst>
                                  <p:childTnLst>
                                    <p:set>
                                      <p:cBhvr>
                                        <p:cTn id="6" dur="1" fill="hold">
                                          <p:stCondLst>
                                            <p:cond delay="0"/>
                                          </p:stCondLst>
                                        </p:cTn>
                                        <p:tgtEl>
                                          <p:spTgt spid="18"/>
                                        </p:tgtEl>
                                        <p:attrNameLst>
                                          <p:attrName>style.visibility</p:attrName>
                                        </p:attrNameLst>
                                      </p:cBhvr>
                                      <p:to>
                                        <p:strVal val="visible"/>
                                      </p:to>
                                    </p:set>
                                    <p:animEffect transition="in" filter="wipe(left)">
                                      <p:cBhvr>
                                        <p:cTn id="7" dur="1000"/>
                                        <p:tgtEl>
                                          <p:spTgt spid="18"/>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15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31" name="组合 30">
            <a:extLst>
              <a:ext uri="{FF2B5EF4-FFF2-40B4-BE49-F238E27FC236}">
                <a16:creationId xmlns:a16="http://schemas.microsoft.com/office/drawing/2014/main" id="{F8FB8773-3132-44C5-BA37-545BA916FC7F}"/>
              </a:ext>
            </a:extLst>
          </p:cNvPr>
          <p:cNvGrpSpPr/>
          <p:nvPr/>
        </p:nvGrpSpPr>
        <p:grpSpPr>
          <a:xfrm>
            <a:off x="3659320" y="1363110"/>
            <a:ext cx="1067217" cy="917885"/>
            <a:chOff x="2146413" y="1363110"/>
            <a:chExt cx="1067217" cy="917885"/>
          </a:xfrm>
        </p:grpSpPr>
        <p:sp>
          <p:nvSpPr>
            <p:cNvPr id="32" name="矩形 31">
              <a:extLst>
                <a:ext uri="{FF2B5EF4-FFF2-40B4-BE49-F238E27FC236}">
                  <a16:creationId xmlns:a16="http://schemas.microsoft.com/office/drawing/2014/main" id="{D4210CF8-E394-4326-9E53-07BBCF692252}"/>
                </a:ext>
              </a:extLst>
            </p:cNvPr>
            <p:cNvSpPr/>
            <p:nvPr/>
          </p:nvSpPr>
          <p:spPr>
            <a:xfrm>
              <a:off x="2300222" y="1739531"/>
              <a:ext cx="759600" cy="541464"/>
            </a:xfrm>
            <a:prstGeom prst="rect">
              <a:avLst/>
            </a:prstGeom>
            <a:solidFill>
              <a:schemeClr val="accent4"/>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mc:AlternateContent xmlns:mc="http://schemas.openxmlformats.org/markup-compatibility/2006" xmlns:a14="http://schemas.microsoft.com/office/drawing/2010/main">
          <mc:Choice Requires="a14">
            <p:sp>
              <p:nvSpPr>
                <p:cNvPr id="33" name="文本框 32">
                  <a:extLst>
                    <a:ext uri="{FF2B5EF4-FFF2-40B4-BE49-F238E27FC236}">
                      <a16:creationId xmlns:a16="http://schemas.microsoft.com/office/drawing/2014/main" id="{B18AE0E4-0AF2-4267-8E26-A1FBCFC82FCA}"/>
                    </a:ext>
                  </a:extLst>
                </p:cNvPr>
                <p:cNvSpPr txBox="1"/>
                <p:nvPr/>
              </p:nvSpPr>
              <p:spPr>
                <a:xfrm>
                  <a:off x="2146413" y="1363110"/>
                  <a:ext cx="1067217" cy="369332"/>
                </a:xfrm>
                <a:prstGeom prst="rect">
                  <a:avLst/>
                </a:prstGeom>
                <a:noFill/>
              </p:spPr>
              <p:txBody>
                <a:bodyPr wrap="square">
                  <a:spAutoFit/>
                </a:bodyPr>
                <a:lstStyle/>
                <a:p>
                  <a:pPr/>
                  <a14:m>
                    <m:oMathPara xmlns:m="http://schemas.openxmlformats.org/officeDocument/2006/math">
                      <m:oMathParaPr>
                        <m:jc m:val="centerGroup"/>
                      </m:oMathParaPr>
                      <m:oMath xmlns:m="http://schemas.openxmlformats.org/officeDocument/2006/math">
                        <m:sSub>
                          <m:sSubPr>
                            <m:ctrlPr>
                              <a:rPr lang="en-US" altLang="zh-CN" b="1" i="1" smtClean="0">
                                <a:solidFill>
                                  <a:schemeClr val="accent4"/>
                                </a:solidFill>
                                <a:latin typeface="Cambria Math" panose="02040503050406030204" pitchFamily="18" charset="0"/>
                              </a:rPr>
                            </m:ctrlPr>
                          </m:sSubPr>
                          <m:e>
                            <m:r>
                              <a:rPr lang="en-US" altLang="zh-CN" b="1" i="1" smtClean="0">
                                <a:solidFill>
                                  <a:schemeClr val="accent4"/>
                                </a:solidFill>
                                <a:latin typeface="Cambria Math" panose="02040503050406030204" pitchFamily="18" charset="0"/>
                              </a:rPr>
                              <m:t>𝑾</m:t>
                            </m:r>
                          </m:e>
                          <m:sub>
                            <m:r>
                              <a:rPr lang="en-US" altLang="zh-CN" b="1" i="1" smtClean="0">
                                <a:solidFill>
                                  <a:schemeClr val="accent4"/>
                                </a:solidFill>
                                <a:latin typeface="Cambria Math" panose="02040503050406030204" pitchFamily="18" charset="0"/>
                              </a:rPr>
                              <m:t>𝑹</m:t>
                            </m:r>
                          </m:sub>
                        </m:sSub>
                        <m:r>
                          <a:rPr lang="en-US" altLang="zh-CN" b="1" i="1" smtClean="0">
                            <a:solidFill>
                              <a:schemeClr val="accent4"/>
                            </a:solidFill>
                            <a:latin typeface="Cambria Math" panose="02040503050406030204" pitchFamily="18" charset="0"/>
                          </a:rPr>
                          <m:t>=</m:t>
                        </m:r>
                        <m:r>
                          <a:rPr lang="en-US" altLang="zh-CN" b="1" i="1" smtClean="0">
                            <a:solidFill>
                              <a:schemeClr val="accent4"/>
                            </a:solidFill>
                            <a:latin typeface="Cambria Math" panose="02040503050406030204" pitchFamily="18" charset="0"/>
                          </a:rPr>
                          <m:t>𝟏</m:t>
                        </m:r>
                      </m:oMath>
                    </m:oMathPara>
                  </a14:m>
                  <a:endParaRPr lang="zh-CN" altLang="en-US" dirty="0">
                    <a:solidFill>
                      <a:schemeClr val="accent3"/>
                    </a:solidFill>
                  </a:endParaRPr>
                </a:p>
              </p:txBody>
            </p:sp>
          </mc:Choice>
          <mc:Fallback xmlns="">
            <p:sp>
              <p:nvSpPr>
                <p:cNvPr id="35" name="文本框 34">
                  <a:extLst>
                    <a:ext uri="{FF2B5EF4-FFF2-40B4-BE49-F238E27FC236}">
                      <a16:creationId xmlns:a16="http://schemas.microsoft.com/office/drawing/2014/main" id="{EE98B7EB-F32B-4A4F-9072-DF021D7DCAD9}"/>
                    </a:ext>
                  </a:extLst>
                </p:cNvPr>
                <p:cNvSpPr txBox="1">
                  <a:spLocks noRot="1" noChangeAspect="1" noMove="1" noResize="1" noEditPoints="1" noAdjustHandles="1" noChangeArrowheads="1" noChangeShapeType="1" noTextEdit="1"/>
                </p:cNvSpPr>
                <p:nvPr/>
              </p:nvSpPr>
              <p:spPr>
                <a:xfrm>
                  <a:off x="2146413" y="1363110"/>
                  <a:ext cx="1067217" cy="369332"/>
                </a:xfrm>
                <a:prstGeom prst="rect">
                  <a:avLst/>
                </a:prstGeom>
                <a:blipFill>
                  <a:blip r:embed="rId3"/>
                  <a:stretch>
                    <a:fillRect b="-3333"/>
                  </a:stretch>
                </a:blipFill>
              </p:spPr>
              <p:txBody>
                <a:bodyPr/>
                <a:lstStyle/>
                <a:p>
                  <a:r>
                    <a:rPr lang="zh-CN" altLang="en-US">
                      <a:noFill/>
                    </a:rPr>
                    <a:t> </a:t>
                  </a:r>
                </a:p>
              </p:txBody>
            </p:sp>
          </mc:Fallback>
        </mc:AlternateContent>
      </p:grpSp>
      <p:grpSp>
        <p:nvGrpSpPr>
          <p:cNvPr id="7" name="组合 6">
            <a:extLst>
              <a:ext uri="{FF2B5EF4-FFF2-40B4-BE49-F238E27FC236}">
                <a16:creationId xmlns:a16="http://schemas.microsoft.com/office/drawing/2014/main" id="{00A9CCE1-949C-4E54-97A1-6025FF974983}"/>
              </a:ext>
            </a:extLst>
          </p:cNvPr>
          <p:cNvGrpSpPr/>
          <p:nvPr/>
        </p:nvGrpSpPr>
        <p:grpSpPr>
          <a:xfrm>
            <a:off x="2302929" y="5098286"/>
            <a:ext cx="3780000" cy="910796"/>
            <a:chOff x="2302929" y="5098286"/>
            <a:chExt cx="3780000" cy="910796"/>
          </a:xfrm>
        </p:grpSpPr>
        <p:sp>
          <p:nvSpPr>
            <p:cNvPr id="5" name="矩形 4">
              <a:extLst>
                <a:ext uri="{FF2B5EF4-FFF2-40B4-BE49-F238E27FC236}">
                  <a16:creationId xmlns:a16="http://schemas.microsoft.com/office/drawing/2014/main" id="{ABCDD6AB-497D-42FD-B822-48DB3891082B}"/>
                </a:ext>
              </a:extLst>
            </p:cNvPr>
            <p:cNvSpPr/>
            <p:nvPr/>
          </p:nvSpPr>
          <p:spPr>
            <a:xfrm>
              <a:off x="2302929" y="5467618"/>
              <a:ext cx="3780000" cy="541464"/>
            </a:xfrm>
            <a:prstGeom prst="rect">
              <a:avLst/>
            </a:prstGeom>
            <a:solidFill>
              <a:schemeClr val="accent3"/>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mc:AlternateContent xmlns:mc="http://schemas.openxmlformats.org/markup-compatibility/2006" xmlns:a14="http://schemas.microsoft.com/office/drawing/2010/main">
          <mc:Choice Requires="a14">
            <p:sp>
              <p:nvSpPr>
                <p:cNvPr id="23" name="文本框 22">
                  <a:extLst>
                    <a:ext uri="{FF2B5EF4-FFF2-40B4-BE49-F238E27FC236}">
                      <a16:creationId xmlns:a16="http://schemas.microsoft.com/office/drawing/2014/main" id="{ABC03EEA-26BD-4845-8ACC-3FB7B6DA9132}"/>
                    </a:ext>
                  </a:extLst>
                </p:cNvPr>
                <p:cNvSpPr txBox="1"/>
                <p:nvPr/>
              </p:nvSpPr>
              <p:spPr>
                <a:xfrm>
                  <a:off x="3659320" y="5098286"/>
                  <a:ext cx="1067217" cy="369332"/>
                </a:xfrm>
                <a:prstGeom prst="rect">
                  <a:avLst/>
                </a:prstGeom>
                <a:noFill/>
              </p:spPr>
              <p:txBody>
                <a:bodyPr wrap="square">
                  <a:spAutoFit/>
                </a:bodyPr>
                <a:lstStyle/>
                <a:p>
                  <a:pPr/>
                  <a14:m>
                    <m:oMathPara xmlns:m="http://schemas.openxmlformats.org/officeDocument/2006/math">
                      <m:oMathParaPr>
                        <m:jc m:val="centerGroup"/>
                      </m:oMathParaPr>
                      <m:oMath xmlns:m="http://schemas.openxmlformats.org/officeDocument/2006/math">
                        <m:sSub>
                          <m:sSubPr>
                            <m:ctrlPr>
                              <a:rPr lang="en-US" altLang="zh-CN" b="1" i="1" smtClean="0">
                                <a:solidFill>
                                  <a:schemeClr val="accent3"/>
                                </a:solidFill>
                                <a:latin typeface="Cambria Math" panose="02040503050406030204" pitchFamily="18" charset="0"/>
                              </a:rPr>
                            </m:ctrlPr>
                          </m:sSubPr>
                          <m:e>
                            <m:r>
                              <a:rPr lang="en-US" altLang="zh-CN" b="1" i="1" smtClean="0">
                                <a:solidFill>
                                  <a:schemeClr val="accent3"/>
                                </a:solidFill>
                                <a:latin typeface="Cambria Math" panose="02040503050406030204" pitchFamily="18" charset="0"/>
                              </a:rPr>
                              <m:t>𝑾</m:t>
                            </m:r>
                          </m:e>
                          <m:sub>
                            <m:r>
                              <a:rPr lang="en-US" altLang="zh-CN" b="1" i="1" smtClean="0">
                                <a:solidFill>
                                  <a:schemeClr val="accent3"/>
                                </a:solidFill>
                                <a:latin typeface="Cambria Math" panose="02040503050406030204" pitchFamily="18" charset="0"/>
                              </a:rPr>
                              <m:t>𝑻</m:t>
                            </m:r>
                          </m:sub>
                        </m:sSub>
                        <m:r>
                          <a:rPr lang="en-US" altLang="zh-CN" b="1" i="1" smtClean="0">
                            <a:solidFill>
                              <a:schemeClr val="accent3"/>
                            </a:solidFill>
                            <a:latin typeface="Cambria Math" panose="02040503050406030204" pitchFamily="18" charset="0"/>
                          </a:rPr>
                          <m:t>=</m:t>
                        </m:r>
                        <m:r>
                          <a:rPr lang="en-US" altLang="zh-CN" b="1" i="1" smtClean="0">
                            <a:solidFill>
                              <a:schemeClr val="accent3"/>
                            </a:solidFill>
                            <a:latin typeface="Cambria Math" panose="02040503050406030204" pitchFamily="18" charset="0"/>
                          </a:rPr>
                          <m:t>𝟓</m:t>
                        </m:r>
                      </m:oMath>
                    </m:oMathPara>
                  </a14:m>
                  <a:endParaRPr lang="zh-CN" altLang="en-US" dirty="0">
                    <a:solidFill>
                      <a:schemeClr val="accent3"/>
                    </a:solidFill>
                  </a:endParaRPr>
                </a:p>
              </p:txBody>
            </p:sp>
          </mc:Choice>
          <mc:Fallback xmlns="">
            <p:sp>
              <p:nvSpPr>
                <p:cNvPr id="23" name="文本框 22">
                  <a:extLst>
                    <a:ext uri="{FF2B5EF4-FFF2-40B4-BE49-F238E27FC236}">
                      <a16:creationId xmlns:a16="http://schemas.microsoft.com/office/drawing/2014/main" id="{ABC03EEA-26BD-4845-8ACC-3FB7B6DA9132}"/>
                    </a:ext>
                  </a:extLst>
                </p:cNvPr>
                <p:cNvSpPr txBox="1">
                  <a:spLocks noRot="1" noChangeAspect="1" noMove="1" noResize="1" noEditPoints="1" noAdjustHandles="1" noChangeArrowheads="1" noChangeShapeType="1" noTextEdit="1"/>
                </p:cNvSpPr>
                <p:nvPr/>
              </p:nvSpPr>
              <p:spPr>
                <a:xfrm>
                  <a:off x="3659320" y="5098286"/>
                  <a:ext cx="1067217" cy="369332"/>
                </a:xfrm>
                <a:prstGeom prst="rect">
                  <a:avLst/>
                </a:prstGeom>
                <a:blipFill>
                  <a:blip r:embed="rId4"/>
                  <a:stretch>
                    <a:fillRect b="-3279"/>
                  </a:stretch>
                </a:blipFill>
              </p:spPr>
              <p:txBody>
                <a:bodyPr/>
                <a:lstStyle/>
                <a:p>
                  <a:r>
                    <a:rPr lang="zh-CN" altLang="en-US">
                      <a:noFill/>
                    </a:rPr>
                    <a:t> </a:t>
                  </a:r>
                </a:p>
              </p:txBody>
            </p:sp>
          </mc:Fallback>
        </mc:AlternateContent>
      </p:grpSp>
      <p:grpSp>
        <p:nvGrpSpPr>
          <p:cNvPr id="4" name="组合 3">
            <a:extLst>
              <a:ext uri="{FF2B5EF4-FFF2-40B4-BE49-F238E27FC236}">
                <a16:creationId xmlns:a16="http://schemas.microsoft.com/office/drawing/2014/main" id="{9A1EA9F2-FCB6-48C3-935F-7AE7E3AD14AC}"/>
              </a:ext>
            </a:extLst>
          </p:cNvPr>
          <p:cNvGrpSpPr/>
          <p:nvPr/>
        </p:nvGrpSpPr>
        <p:grpSpPr>
          <a:xfrm>
            <a:off x="304800" y="749300"/>
            <a:ext cx="6192344" cy="400110"/>
            <a:chOff x="424117" y="898245"/>
            <a:chExt cx="6192344" cy="400110"/>
          </a:xfrm>
        </p:grpSpPr>
        <p:sp>
          <p:nvSpPr>
            <p:cNvPr id="2" name="平行四边形 1">
              <a:extLst>
                <a:ext uri="{FF2B5EF4-FFF2-40B4-BE49-F238E27FC236}">
                  <a16:creationId xmlns:a16="http://schemas.microsoft.com/office/drawing/2014/main" id="{1F5BAA3F-9845-4F89-A2DD-8222D3E4EDAC}"/>
                </a:ext>
              </a:extLst>
            </p:cNvPr>
            <p:cNvSpPr/>
            <p:nvPr/>
          </p:nvSpPr>
          <p:spPr>
            <a:xfrm>
              <a:off x="424117" y="898245"/>
              <a:ext cx="628306" cy="387090"/>
            </a:xfrm>
            <a:prstGeom prst="parallelogram">
              <a:avLst/>
            </a:prstGeom>
            <a:solidFill>
              <a:schemeClr val="accent3">
                <a:lumMod val="75000"/>
              </a:schemeClr>
            </a:solidFill>
            <a:ln>
              <a:solidFill>
                <a:schemeClr val="accent3">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CN" sz="2200" dirty="0">
                  <a:latin typeface="Impact" panose="020B0806030902050204" pitchFamily="34" charset="0"/>
                </a:rPr>
                <a:t>01</a:t>
              </a:r>
              <a:endParaRPr lang="zh-CN" altLang="en-US" sz="2200" dirty="0">
                <a:latin typeface="Impact" panose="020B0806030902050204" pitchFamily="34" charset="0"/>
              </a:endParaRPr>
            </a:p>
          </p:txBody>
        </p:sp>
        <p:sp>
          <p:nvSpPr>
            <p:cNvPr id="3" name="文本框 2">
              <a:extLst>
                <a:ext uri="{FF2B5EF4-FFF2-40B4-BE49-F238E27FC236}">
                  <a16:creationId xmlns:a16="http://schemas.microsoft.com/office/drawing/2014/main" id="{4D6BD736-A4D3-4F26-AFED-36E11F50F70B}"/>
                </a:ext>
              </a:extLst>
            </p:cNvPr>
            <p:cNvSpPr txBox="1"/>
            <p:nvPr/>
          </p:nvSpPr>
          <p:spPr>
            <a:xfrm>
              <a:off x="1052423" y="898245"/>
              <a:ext cx="5564038" cy="400110"/>
            </a:xfrm>
            <a:prstGeom prst="rect">
              <a:avLst/>
            </a:prstGeom>
            <a:noFill/>
          </p:spPr>
          <p:txBody>
            <a:bodyPr wrap="square" rtlCol="0">
              <a:spAutoFit/>
            </a:bodyPr>
            <a:lstStyle/>
            <a:p>
              <a:r>
                <a:rPr lang="zh-CN" altLang="en-US" sz="2000" b="1" dirty="0"/>
                <a:t>回退</a:t>
              </a:r>
              <a:r>
                <a:rPr lang="en-US" altLang="zh-CN" sz="2000" b="1" dirty="0"/>
                <a:t>N</a:t>
              </a:r>
              <a:r>
                <a:rPr lang="zh-CN" altLang="en-US" sz="2000" b="1" dirty="0"/>
                <a:t>帧协议</a:t>
              </a:r>
            </a:p>
          </p:txBody>
        </p:sp>
      </p:grpSp>
      <p:grpSp>
        <p:nvGrpSpPr>
          <p:cNvPr id="20" name="组合 19">
            <a:extLst>
              <a:ext uri="{FF2B5EF4-FFF2-40B4-BE49-F238E27FC236}">
                <a16:creationId xmlns:a16="http://schemas.microsoft.com/office/drawing/2014/main" id="{87756F0E-46C2-4571-B23D-C8472E9FD1FB}"/>
              </a:ext>
            </a:extLst>
          </p:cNvPr>
          <p:cNvGrpSpPr/>
          <p:nvPr/>
        </p:nvGrpSpPr>
        <p:grpSpPr>
          <a:xfrm>
            <a:off x="475097" y="1263518"/>
            <a:ext cx="1355161" cy="5114896"/>
            <a:chOff x="475097" y="1263518"/>
            <a:chExt cx="1355161" cy="5114896"/>
          </a:xfrm>
        </p:grpSpPr>
        <p:cxnSp>
          <p:nvCxnSpPr>
            <p:cNvPr id="17" name="直接连接符 16">
              <a:extLst>
                <a:ext uri="{FF2B5EF4-FFF2-40B4-BE49-F238E27FC236}">
                  <a16:creationId xmlns:a16="http://schemas.microsoft.com/office/drawing/2014/main" id="{5A41A17A-7B81-47D8-BDBB-76B8F1AA71D6}"/>
                </a:ext>
              </a:extLst>
            </p:cNvPr>
            <p:cNvCxnSpPr>
              <a:cxnSpLocks/>
            </p:cNvCxnSpPr>
            <p:nvPr/>
          </p:nvCxnSpPr>
          <p:spPr>
            <a:xfrm flipV="1">
              <a:off x="1208367" y="2012996"/>
              <a:ext cx="0" cy="3813858"/>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nvGrpSpPr>
            <p:cNvPr id="9" name="组合 8">
              <a:extLst>
                <a:ext uri="{FF2B5EF4-FFF2-40B4-BE49-F238E27FC236}">
                  <a16:creationId xmlns:a16="http://schemas.microsoft.com/office/drawing/2014/main" id="{A2B5FA1F-35FA-42E7-8D74-E7431B6AAA3C}"/>
                </a:ext>
              </a:extLst>
            </p:cNvPr>
            <p:cNvGrpSpPr/>
            <p:nvPr/>
          </p:nvGrpSpPr>
          <p:grpSpPr>
            <a:xfrm>
              <a:off x="700096" y="5368000"/>
              <a:ext cx="905164" cy="1010414"/>
              <a:chOff x="700096" y="5368000"/>
              <a:chExt cx="905164" cy="1010414"/>
            </a:xfrm>
          </p:grpSpPr>
          <p:pic>
            <p:nvPicPr>
              <p:cNvPr id="214" name="图形 213">
                <a:extLst>
                  <a:ext uri="{FF2B5EF4-FFF2-40B4-BE49-F238E27FC236}">
                    <a16:creationId xmlns:a16="http://schemas.microsoft.com/office/drawing/2014/main" id="{D949CB40-4FF6-4E8C-991B-66D24C6ADF05}"/>
                  </a:ext>
                </a:extLst>
              </p:cNvPr>
              <p:cNvPicPr>
                <a:picLocks noChangeAspect="1"/>
              </p:cNvPicPr>
              <p:nvPr/>
            </p:nvPicPr>
            <p:blipFill>
              <a:blip r:embed="rId5">
                <a:extLst>
                  <a:ext uri="{28A0092B-C50C-407E-A947-70E740481C1C}">
                    <a14:useLocalDpi xmlns:a14="http://schemas.microsoft.com/office/drawing/2010/main" val="0"/>
                  </a:ext>
                  <a:ext uri="{96DAC541-7B7A-43D3-8B79-37D633B846F1}">
                    <asvg:svgBlip xmlns:asvg="http://schemas.microsoft.com/office/drawing/2016/SVG/main" r:embed="rId6"/>
                  </a:ext>
                </a:extLst>
              </a:blip>
              <a:stretch>
                <a:fillRect/>
              </a:stretch>
            </p:blipFill>
            <p:spPr>
              <a:xfrm>
                <a:off x="821271" y="5368000"/>
                <a:ext cx="662814" cy="641082"/>
              </a:xfrm>
              <a:prstGeom prst="rect">
                <a:avLst/>
              </a:prstGeom>
            </p:spPr>
          </p:pic>
          <p:sp>
            <p:nvSpPr>
              <p:cNvPr id="218" name="文本框 217">
                <a:extLst>
                  <a:ext uri="{FF2B5EF4-FFF2-40B4-BE49-F238E27FC236}">
                    <a16:creationId xmlns:a16="http://schemas.microsoft.com/office/drawing/2014/main" id="{584D12FE-712D-432B-A48B-3084189F6B6C}"/>
                  </a:ext>
                </a:extLst>
              </p:cNvPr>
              <p:cNvSpPr txBox="1"/>
              <p:nvPr/>
            </p:nvSpPr>
            <p:spPr>
              <a:xfrm>
                <a:off x="700096" y="6009082"/>
                <a:ext cx="905164" cy="369332"/>
              </a:xfrm>
              <a:prstGeom prst="rect">
                <a:avLst/>
              </a:prstGeom>
              <a:noFill/>
            </p:spPr>
            <p:txBody>
              <a:bodyPr wrap="square" rtlCol="0">
                <a:spAutoFit/>
              </a:bodyPr>
              <a:lstStyle/>
              <a:p>
                <a:r>
                  <a:rPr lang="zh-CN" altLang="en-US" b="1" dirty="0">
                    <a:latin typeface="+mn-ea"/>
                  </a:rPr>
                  <a:t>发送方</a:t>
                </a:r>
              </a:p>
            </p:txBody>
          </p:sp>
        </p:grpSp>
        <p:grpSp>
          <p:nvGrpSpPr>
            <p:cNvPr id="8" name="组合 7">
              <a:extLst>
                <a:ext uri="{FF2B5EF4-FFF2-40B4-BE49-F238E27FC236}">
                  <a16:creationId xmlns:a16="http://schemas.microsoft.com/office/drawing/2014/main" id="{0ACAF080-95D4-4F76-A817-06EA84E449C9}"/>
                </a:ext>
              </a:extLst>
            </p:cNvPr>
            <p:cNvGrpSpPr/>
            <p:nvPr/>
          </p:nvGrpSpPr>
          <p:grpSpPr>
            <a:xfrm>
              <a:off x="878301" y="1263518"/>
              <a:ext cx="905164" cy="1027908"/>
              <a:chOff x="878301" y="1390382"/>
              <a:chExt cx="905164" cy="1027908"/>
            </a:xfrm>
          </p:grpSpPr>
          <p:pic>
            <p:nvPicPr>
              <p:cNvPr id="210" name="图形 209">
                <a:extLst>
                  <a:ext uri="{FF2B5EF4-FFF2-40B4-BE49-F238E27FC236}">
                    <a16:creationId xmlns:a16="http://schemas.microsoft.com/office/drawing/2014/main" id="{61E01467-74F7-469C-BAD5-DFFB1234E440}"/>
                  </a:ext>
                </a:extLst>
              </p:cNvPr>
              <p:cNvPicPr>
                <a:picLocks noChangeAspect="1"/>
              </p:cNvPicPr>
              <p:nvPr/>
            </p:nvPicPr>
            <p:blipFill>
              <a:blip r:embed="rId7">
                <a:extLst>
                  <a:ext uri="{28A0092B-C50C-407E-A947-70E740481C1C}">
                    <a14:useLocalDpi xmlns:a14="http://schemas.microsoft.com/office/drawing/2010/main" val="0"/>
                  </a:ext>
                  <a:ext uri="{96DAC541-7B7A-43D3-8B79-37D633B846F1}">
                    <asvg:svgBlip xmlns:asvg="http://schemas.microsoft.com/office/drawing/2016/SVG/main" r:embed="rId8"/>
                  </a:ext>
                </a:extLst>
              </a:blip>
              <a:stretch>
                <a:fillRect/>
              </a:stretch>
            </p:blipFill>
            <p:spPr>
              <a:xfrm>
                <a:off x="984826" y="1759714"/>
                <a:ext cx="501772" cy="658576"/>
              </a:xfrm>
              <a:prstGeom prst="rect">
                <a:avLst/>
              </a:prstGeom>
            </p:spPr>
          </p:pic>
          <p:sp>
            <p:nvSpPr>
              <p:cNvPr id="219" name="文本框 218">
                <a:extLst>
                  <a:ext uri="{FF2B5EF4-FFF2-40B4-BE49-F238E27FC236}">
                    <a16:creationId xmlns:a16="http://schemas.microsoft.com/office/drawing/2014/main" id="{B105E330-42F6-4FA8-914C-123FFA0756D5}"/>
                  </a:ext>
                </a:extLst>
              </p:cNvPr>
              <p:cNvSpPr txBox="1"/>
              <p:nvPr/>
            </p:nvSpPr>
            <p:spPr>
              <a:xfrm>
                <a:off x="878301" y="1390382"/>
                <a:ext cx="905164" cy="369332"/>
              </a:xfrm>
              <a:prstGeom prst="rect">
                <a:avLst/>
              </a:prstGeom>
              <a:noFill/>
            </p:spPr>
            <p:txBody>
              <a:bodyPr wrap="square" rtlCol="0">
                <a:spAutoFit/>
              </a:bodyPr>
              <a:lstStyle/>
              <a:p>
                <a:r>
                  <a:rPr lang="zh-CN" altLang="en-US" b="1" dirty="0">
                    <a:latin typeface="+mn-ea"/>
                  </a:rPr>
                  <a:t>接收方</a:t>
                </a:r>
              </a:p>
            </p:txBody>
          </p:sp>
        </p:grpSp>
        <p:sp>
          <p:nvSpPr>
            <p:cNvPr id="57" name="云形 56">
              <a:extLst>
                <a:ext uri="{FF2B5EF4-FFF2-40B4-BE49-F238E27FC236}">
                  <a16:creationId xmlns:a16="http://schemas.microsoft.com/office/drawing/2014/main" id="{8D58A5DA-48AF-4D62-A0E1-92B6F8CBE1F4}"/>
                </a:ext>
              </a:extLst>
            </p:cNvPr>
            <p:cNvSpPr/>
            <p:nvPr/>
          </p:nvSpPr>
          <p:spPr>
            <a:xfrm>
              <a:off x="475097" y="3429014"/>
              <a:ext cx="1355161" cy="801398"/>
            </a:xfrm>
            <a:prstGeom prst="cloud">
              <a:avLst/>
            </a:prstGeom>
            <a:solidFill>
              <a:schemeClr val="bg1">
                <a:lumMod val="85000"/>
              </a:schemeClr>
            </a:solidFill>
            <a:ln>
              <a:solidFill>
                <a:schemeClr val="bg1">
                  <a:lumMod val="85000"/>
                </a:schemeClr>
              </a:solidFill>
            </a:ln>
          </p:spPr>
          <p:style>
            <a:lnRef idx="2">
              <a:schemeClr val="accent3">
                <a:shade val="50000"/>
              </a:schemeClr>
            </a:lnRef>
            <a:fillRef idx="1">
              <a:schemeClr val="accent3"/>
            </a:fillRef>
            <a:effectRef idx="0">
              <a:schemeClr val="accent3"/>
            </a:effectRef>
            <a:fontRef idx="minor">
              <a:schemeClr val="lt1"/>
            </a:fontRef>
          </p:style>
          <p:txBody>
            <a:bodyPr rtlCol="0" anchor="ctr"/>
            <a:lstStyle/>
            <a:p>
              <a:pPr algn="ctr"/>
              <a:r>
                <a:rPr lang="zh-CN" altLang="en-US" b="1" dirty="0">
                  <a:solidFill>
                    <a:schemeClr val="tx1"/>
                  </a:solidFill>
                  <a:latin typeface="+mn-ea"/>
                </a:rPr>
                <a:t>因特网</a:t>
              </a:r>
            </a:p>
          </p:txBody>
        </p:sp>
      </p:grpSp>
      <p:graphicFrame>
        <p:nvGraphicFramePr>
          <p:cNvPr id="21" name="表格 21">
            <a:extLst>
              <a:ext uri="{FF2B5EF4-FFF2-40B4-BE49-F238E27FC236}">
                <a16:creationId xmlns:a16="http://schemas.microsoft.com/office/drawing/2014/main" id="{CE497585-4F97-4F44-9ABE-D7BBA16B40E0}"/>
              </a:ext>
            </a:extLst>
          </p:cNvPr>
          <p:cNvGraphicFramePr>
            <a:graphicFrameLocks noGrp="1"/>
          </p:cNvGraphicFramePr>
          <p:nvPr/>
        </p:nvGraphicFramePr>
        <p:xfrm>
          <a:off x="2302929" y="5557308"/>
          <a:ext cx="9067800" cy="370840"/>
        </p:xfrm>
        <a:graphic>
          <a:graphicData uri="http://schemas.openxmlformats.org/drawingml/2006/table">
            <a:tbl>
              <a:tblPr firstRow="1" bandRow="1">
                <a:tableStyleId>{5C22544A-7EE6-4342-B048-85BDC9FD1C3A}</a:tableStyleId>
              </a:tblPr>
              <a:tblGrid>
                <a:gridCol w="755650">
                  <a:extLst>
                    <a:ext uri="{9D8B030D-6E8A-4147-A177-3AD203B41FA5}">
                      <a16:colId xmlns:a16="http://schemas.microsoft.com/office/drawing/2014/main" val="877486509"/>
                    </a:ext>
                  </a:extLst>
                </a:gridCol>
                <a:gridCol w="755650">
                  <a:extLst>
                    <a:ext uri="{9D8B030D-6E8A-4147-A177-3AD203B41FA5}">
                      <a16:colId xmlns:a16="http://schemas.microsoft.com/office/drawing/2014/main" val="3548605817"/>
                    </a:ext>
                  </a:extLst>
                </a:gridCol>
                <a:gridCol w="755650">
                  <a:extLst>
                    <a:ext uri="{9D8B030D-6E8A-4147-A177-3AD203B41FA5}">
                      <a16:colId xmlns:a16="http://schemas.microsoft.com/office/drawing/2014/main" val="2881812895"/>
                    </a:ext>
                  </a:extLst>
                </a:gridCol>
                <a:gridCol w="755650">
                  <a:extLst>
                    <a:ext uri="{9D8B030D-6E8A-4147-A177-3AD203B41FA5}">
                      <a16:colId xmlns:a16="http://schemas.microsoft.com/office/drawing/2014/main" val="3682284582"/>
                    </a:ext>
                  </a:extLst>
                </a:gridCol>
                <a:gridCol w="755650">
                  <a:extLst>
                    <a:ext uri="{9D8B030D-6E8A-4147-A177-3AD203B41FA5}">
                      <a16:colId xmlns:a16="http://schemas.microsoft.com/office/drawing/2014/main" val="500127722"/>
                    </a:ext>
                  </a:extLst>
                </a:gridCol>
                <a:gridCol w="755650">
                  <a:extLst>
                    <a:ext uri="{9D8B030D-6E8A-4147-A177-3AD203B41FA5}">
                      <a16:colId xmlns:a16="http://schemas.microsoft.com/office/drawing/2014/main" val="2946259618"/>
                    </a:ext>
                  </a:extLst>
                </a:gridCol>
                <a:gridCol w="755650">
                  <a:extLst>
                    <a:ext uri="{9D8B030D-6E8A-4147-A177-3AD203B41FA5}">
                      <a16:colId xmlns:a16="http://schemas.microsoft.com/office/drawing/2014/main" val="171501986"/>
                    </a:ext>
                  </a:extLst>
                </a:gridCol>
                <a:gridCol w="755650">
                  <a:extLst>
                    <a:ext uri="{9D8B030D-6E8A-4147-A177-3AD203B41FA5}">
                      <a16:colId xmlns:a16="http://schemas.microsoft.com/office/drawing/2014/main" val="1667185265"/>
                    </a:ext>
                  </a:extLst>
                </a:gridCol>
                <a:gridCol w="755650">
                  <a:extLst>
                    <a:ext uri="{9D8B030D-6E8A-4147-A177-3AD203B41FA5}">
                      <a16:colId xmlns:a16="http://schemas.microsoft.com/office/drawing/2014/main" val="4258211808"/>
                    </a:ext>
                  </a:extLst>
                </a:gridCol>
                <a:gridCol w="755650">
                  <a:extLst>
                    <a:ext uri="{9D8B030D-6E8A-4147-A177-3AD203B41FA5}">
                      <a16:colId xmlns:a16="http://schemas.microsoft.com/office/drawing/2014/main" val="1794200575"/>
                    </a:ext>
                  </a:extLst>
                </a:gridCol>
                <a:gridCol w="755650">
                  <a:extLst>
                    <a:ext uri="{9D8B030D-6E8A-4147-A177-3AD203B41FA5}">
                      <a16:colId xmlns:a16="http://schemas.microsoft.com/office/drawing/2014/main" val="4230716487"/>
                    </a:ext>
                  </a:extLst>
                </a:gridCol>
                <a:gridCol w="755650">
                  <a:extLst>
                    <a:ext uri="{9D8B030D-6E8A-4147-A177-3AD203B41FA5}">
                      <a16:colId xmlns:a16="http://schemas.microsoft.com/office/drawing/2014/main" val="56153739"/>
                    </a:ext>
                  </a:extLst>
                </a:gridCol>
              </a:tblGrid>
              <a:tr h="370840">
                <a:tc>
                  <a:txBody>
                    <a:bodyPr/>
                    <a:lstStyle/>
                    <a:p>
                      <a:pPr algn="ctr"/>
                      <a:r>
                        <a:rPr lang="en-US" altLang="zh-CN" dirty="0">
                          <a:solidFill>
                            <a:schemeClr val="tx1"/>
                          </a:solidFill>
                          <a:latin typeface="Arial Black" panose="020B0A04020102020204" pitchFamily="34" charset="0"/>
                        </a:rPr>
                        <a:t>0</a:t>
                      </a:r>
                      <a:endParaRPr lang="zh-CN" altLang="en-US" dirty="0">
                        <a:solidFill>
                          <a:schemeClr val="tx1"/>
                        </a:solidFill>
                        <a:latin typeface="Arial Black" panose="020B0A04020102020204" pitchFamily="34" charset="0"/>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ctr"/>
                      <a:r>
                        <a:rPr lang="en-US" altLang="zh-CN" dirty="0">
                          <a:solidFill>
                            <a:schemeClr val="tx1"/>
                          </a:solidFill>
                          <a:latin typeface="Arial Black" panose="020B0A04020102020204" pitchFamily="34" charset="0"/>
                        </a:rPr>
                        <a:t>1</a:t>
                      </a:r>
                      <a:endParaRPr lang="zh-CN" altLang="en-US" dirty="0">
                        <a:solidFill>
                          <a:schemeClr val="tx1"/>
                        </a:solidFill>
                        <a:latin typeface="Arial Black" panose="020B0A04020102020204" pitchFamily="34" charset="0"/>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ctr"/>
                      <a:r>
                        <a:rPr lang="en-US" altLang="zh-CN" dirty="0">
                          <a:solidFill>
                            <a:schemeClr val="tx1"/>
                          </a:solidFill>
                          <a:latin typeface="Arial Black" panose="020B0A04020102020204" pitchFamily="34" charset="0"/>
                        </a:rPr>
                        <a:t>2</a:t>
                      </a:r>
                      <a:endParaRPr lang="zh-CN" altLang="en-US" dirty="0">
                        <a:solidFill>
                          <a:schemeClr val="tx1"/>
                        </a:solidFill>
                        <a:latin typeface="Arial Black" panose="020B0A04020102020204" pitchFamily="34" charset="0"/>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ctr"/>
                      <a:r>
                        <a:rPr lang="en-US" altLang="zh-CN" dirty="0">
                          <a:solidFill>
                            <a:schemeClr val="tx1"/>
                          </a:solidFill>
                          <a:latin typeface="Arial Black" panose="020B0A04020102020204" pitchFamily="34" charset="0"/>
                        </a:rPr>
                        <a:t>3</a:t>
                      </a:r>
                      <a:endParaRPr lang="zh-CN" altLang="en-US" dirty="0">
                        <a:solidFill>
                          <a:schemeClr val="tx1"/>
                        </a:solidFill>
                        <a:latin typeface="Arial Black" panose="020B0A04020102020204" pitchFamily="34" charset="0"/>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ctr"/>
                      <a:r>
                        <a:rPr lang="en-US" altLang="zh-CN" dirty="0">
                          <a:solidFill>
                            <a:schemeClr val="tx1"/>
                          </a:solidFill>
                          <a:latin typeface="Arial Black" panose="020B0A04020102020204" pitchFamily="34" charset="0"/>
                        </a:rPr>
                        <a:t>4</a:t>
                      </a:r>
                      <a:endParaRPr lang="zh-CN" altLang="en-US" dirty="0">
                        <a:solidFill>
                          <a:schemeClr val="tx1"/>
                        </a:solidFill>
                        <a:latin typeface="Arial Black" panose="020B0A04020102020204" pitchFamily="34" charset="0"/>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ctr"/>
                      <a:r>
                        <a:rPr lang="en-US" altLang="zh-CN" dirty="0">
                          <a:solidFill>
                            <a:schemeClr val="tx1"/>
                          </a:solidFill>
                          <a:latin typeface="Arial Black" panose="020B0A04020102020204" pitchFamily="34" charset="0"/>
                        </a:rPr>
                        <a:t>5</a:t>
                      </a:r>
                      <a:endParaRPr lang="zh-CN" altLang="en-US" dirty="0">
                        <a:solidFill>
                          <a:schemeClr val="tx1"/>
                        </a:solidFill>
                        <a:latin typeface="Arial Black" panose="020B0A04020102020204" pitchFamily="34" charset="0"/>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ctr"/>
                      <a:r>
                        <a:rPr lang="en-US" altLang="zh-CN" dirty="0">
                          <a:solidFill>
                            <a:schemeClr val="tx1"/>
                          </a:solidFill>
                          <a:latin typeface="Arial Black" panose="020B0A04020102020204" pitchFamily="34" charset="0"/>
                        </a:rPr>
                        <a:t>6</a:t>
                      </a:r>
                      <a:endParaRPr lang="zh-CN" altLang="en-US" dirty="0">
                        <a:solidFill>
                          <a:schemeClr val="tx1"/>
                        </a:solidFill>
                        <a:latin typeface="Arial Black" panose="020B0A04020102020204" pitchFamily="34" charset="0"/>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ctr"/>
                      <a:r>
                        <a:rPr lang="en-US" altLang="zh-CN" dirty="0">
                          <a:solidFill>
                            <a:schemeClr val="tx1"/>
                          </a:solidFill>
                          <a:latin typeface="Arial Black" panose="020B0A04020102020204" pitchFamily="34" charset="0"/>
                        </a:rPr>
                        <a:t>7</a:t>
                      </a:r>
                      <a:endParaRPr lang="zh-CN" altLang="en-US" dirty="0">
                        <a:solidFill>
                          <a:schemeClr val="tx1"/>
                        </a:solidFill>
                        <a:latin typeface="Arial Black" panose="020B0A04020102020204" pitchFamily="34" charset="0"/>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ctr"/>
                      <a:r>
                        <a:rPr lang="en-US" altLang="zh-CN" dirty="0">
                          <a:solidFill>
                            <a:schemeClr val="tx1"/>
                          </a:solidFill>
                          <a:latin typeface="Arial Black" panose="020B0A04020102020204" pitchFamily="34" charset="0"/>
                        </a:rPr>
                        <a:t>0</a:t>
                      </a:r>
                      <a:endParaRPr lang="zh-CN" altLang="en-US" dirty="0">
                        <a:solidFill>
                          <a:schemeClr val="tx1"/>
                        </a:solidFill>
                        <a:latin typeface="Arial Black" panose="020B0A04020102020204" pitchFamily="34" charset="0"/>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ctr"/>
                      <a:r>
                        <a:rPr lang="en-US" altLang="zh-CN" dirty="0">
                          <a:solidFill>
                            <a:schemeClr val="tx1"/>
                          </a:solidFill>
                          <a:latin typeface="Arial Black" panose="020B0A04020102020204" pitchFamily="34" charset="0"/>
                        </a:rPr>
                        <a:t>1</a:t>
                      </a:r>
                      <a:endParaRPr lang="zh-CN" altLang="en-US" dirty="0">
                        <a:solidFill>
                          <a:schemeClr val="tx1"/>
                        </a:solidFill>
                        <a:latin typeface="Arial Black" panose="020B0A04020102020204" pitchFamily="34" charset="0"/>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ctr"/>
                      <a:r>
                        <a:rPr lang="en-US" altLang="zh-CN" dirty="0">
                          <a:solidFill>
                            <a:schemeClr val="tx1"/>
                          </a:solidFill>
                          <a:latin typeface="Arial Black" panose="020B0A04020102020204" pitchFamily="34" charset="0"/>
                        </a:rPr>
                        <a:t>2</a:t>
                      </a:r>
                      <a:endParaRPr lang="zh-CN" altLang="en-US" dirty="0">
                        <a:solidFill>
                          <a:schemeClr val="tx1"/>
                        </a:solidFill>
                        <a:latin typeface="Arial Black" panose="020B0A04020102020204" pitchFamily="34" charset="0"/>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ctr"/>
                      <a:r>
                        <a:rPr lang="en-US" altLang="zh-CN" dirty="0">
                          <a:solidFill>
                            <a:schemeClr val="tx1"/>
                          </a:solidFill>
                          <a:latin typeface="Arial Black" panose="020B0A04020102020204" pitchFamily="34" charset="0"/>
                        </a:rPr>
                        <a:t>…</a:t>
                      </a:r>
                      <a:endParaRPr lang="zh-CN" altLang="en-US" dirty="0">
                        <a:solidFill>
                          <a:schemeClr val="tx1"/>
                        </a:solidFill>
                        <a:latin typeface="Arial Black" panose="020B0A04020102020204" pitchFamily="34" charset="0"/>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extLst>
                  <a:ext uri="{0D108BD9-81ED-4DB2-BD59-A6C34878D82A}">
                    <a16:rowId xmlns:a16="http://schemas.microsoft.com/office/drawing/2014/main" val="316235763"/>
                  </a:ext>
                </a:extLst>
              </a:tr>
            </a:tbl>
          </a:graphicData>
        </a:graphic>
      </p:graphicFrame>
      <p:graphicFrame>
        <p:nvGraphicFramePr>
          <p:cNvPr id="68" name="表格 21">
            <a:extLst>
              <a:ext uri="{FF2B5EF4-FFF2-40B4-BE49-F238E27FC236}">
                <a16:creationId xmlns:a16="http://schemas.microsoft.com/office/drawing/2014/main" id="{D9B4273D-C94E-42E6-A39B-908C6FA1D8AF}"/>
              </a:ext>
            </a:extLst>
          </p:cNvPr>
          <p:cNvGraphicFramePr>
            <a:graphicFrameLocks noGrp="1"/>
          </p:cNvGraphicFramePr>
          <p:nvPr/>
        </p:nvGraphicFramePr>
        <p:xfrm>
          <a:off x="2302929" y="1827576"/>
          <a:ext cx="9067800" cy="370840"/>
        </p:xfrm>
        <a:graphic>
          <a:graphicData uri="http://schemas.openxmlformats.org/drawingml/2006/table">
            <a:tbl>
              <a:tblPr firstRow="1" bandRow="1">
                <a:tableStyleId>{5C22544A-7EE6-4342-B048-85BDC9FD1C3A}</a:tableStyleId>
              </a:tblPr>
              <a:tblGrid>
                <a:gridCol w="755650">
                  <a:extLst>
                    <a:ext uri="{9D8B030D-6E8A-4147-A177-3AD203B41FA5}">
                      <a16:colId xmlns:a16="http://schemas.microsoft.com/office/drawing/2014/main" val="877486509"/>
                    </a:ext>
                  </a:extLst>
                </a:gridCol>
                <a:gridCol w="755650">
                  <a:extLst>
                    <a:ext uri="{9D8B030D-6E8A-4147-A177-3AD203B41FA5}">
                      <a16:colId xmlns:a16="http://schemas.microsoft.com/office/drawing/2014/main" val="3548605817"/>
                    </a:ext>
                  </a:extLst>
                </a:gridCol>
                <a:gridCol w="755650">
                  <a:extLst>
                    <a:ext uri="{9D8B030D-6E8A-4147-A177-3AD203B41FA5}">
                      <a16:colId xmlns:a16="http://schemas.microsoft.com/office/drawing/2014/main" val="2881812895"/>
                    </a:ext>
                  </a:extLst>
                </a:gridCol>
                <a:gridCol w="755650">
                  <a:extLst>
                    <a:ext uri="{9D8B030D-6E8A-4147-A177-3AD203B41FA5}">
                      <a16:colId xmlns:a16="http://schemas.microsoft.com/office/drawing/2014/main" val="3682284582"/>
                    </a:ext>
                  </a:extLst>
                </a:gridCol>
                <a:gridCol w="755650">
                  <a:extLst>
                    <a:ext uri="{9D8B030D-6E8A-4147-A177-3AD203B41FA5}">
                      <a16:colId xmlns:a16="http://schemas.microsoft.com/office/drawing/2014/main" val="500127722"/>
                    </a:ext>
                  </a:extLst>
                </a:gridCol>
                <a:gridCol w="755650">
                  <a:extLst>
                    <a:ext uri="{9D8B030D-6E8A-4147-A177-3AD203B41FA5}">
                      <a16:colId xmlns:a16="http://schemas.microsoft.com/office/drawing/2014/main" val="2946259618"/>
                    </a:ext>
                  </a:extLst>
                </a:gridCol>
                <a:gridCol w="755650">
                  <a:extLst>
                    <a:ext uri="{9D8B030D-6E8A-4147-A177-3AD203B41FA5}">
                      <a16:colId xmlns:a16="http://schemas.microsoft.com/office/drawing/2014/main" val="171501986"/>
                    </a:ext>
                  </a:extLst>
                </a:gridCol>
                <a:gridCol w="755650">
                  <a:extLst>
                    <a:ext uri="{9D8B030D-6E8A-4147-A177-3AD203B41FA5}">
                      <a16:colId xmlns:a16="http://schemas.microsoft.com/office/drawing/2014/main" val="1667185265"/>
                    </a:ext>
                  </a:extLst>
                </a:gridCol>
                <a:gridCol w="755650">
                  <a:extLst>
                    <a:ext uri="{9D8B030D-6E8A-4147-A177-3AD203B41FA5}">
                      <a16:colId xmlns:a16="http://schemas.microsoft.com/office/drawing/2014/main" val="4258211808"/>
                    </a:ext>
                  </a:extLst>
                </a:gridCol>
                <a:gridCol w="755650">
                  <a:extLst>
                    <a:ext uri="{9D8B030D-6E8A-4147-A177-3AD203B41FA5}">
                      <a16:colId xmlns:a16="http://schemas.microsoft.com/office/drawing/2014/main" val="1794200575"/>
                    </a:ext>
                  </a:extLst>
                </a:gridCol>
                <a:gridCol w="755650">
                  <a:extLst>
                    <a:ext uri="{9D8B030D-6E8A-4147-A177-3AD203B41FA5}">
                      <a16:colId xmlns:a16="http://schemas.microsoft.com/office/drawing/2014/main" val="4230716487"/>
                    </a:ext>
                  </a:extLst>
                </a:gridCol>
                <a:gridCol w="755650">
                  <a:extLst>
                    <a:ext uri="{9D8B030D-6E8A-4147-A177-3AD203B41FA5}">
                      <a16:colId xmlns:a16="http://schemas.microsoft.com/office/drawing/2014/main" val="56153739"/>
                    </a:ext>
                  </a:extLst>
                </a:gridCol>
              </a:tblGrid>
              <a:tr h="370840">
                <a:tc>
                  <a:txBody>
                    <a:bodyPr/>
                    <a:lstStyle/>
                    <a:p>
                      <a:pPr algn="ctr"/>
                      <a:r>
                        <a:rPr lang="en-US" altLang="zh-CN" dirty="0">
                          <a:solidFill>
                            <a:schemeClr val="tx1"/>
                          </a:solidFill>
                          <a:latin typeface="Arial Black" panose="020B0A04020102020204" pitchFamily="34" charset="0"/>
                        </a:rPr>
                        <a:t>0</a:t>
                      </a:r>
                      <a:endParaRPr lang="zh-CN" altLang="en-US" dirty="0">
                        <a:solidFill>
                          <a:schemeClr val="tx1"/>
                        </a:solidFill>
                        <a:latin typeface="Arial Black" panose="020B0A04020102020204" pitchFamily="34" charset="0"/>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ctr"/>
                      <a:r>
                        <a:rPr lang="en-US" altLang="zh-CN" dirty="0">
                          <a:solidFill>
                            <a:schemeClr val="tx1"/>
                          </a:solidFill>
                          <a:latin typeface="Arial Black" panose="020B0A04020102020204" pitchFamily="34" charset="0"/>
                        </a:rPr>
                        <a:t>1</a:t>
                      </a:r>
                      <a:endParaRPr lang="zh-CN" altLang="en-US" dirty="0">
                        <a:solidFill>
                          <a:schemeClr val="tx1"/>
                        </a:solidFill>
                        <a:latin typeface="Arial Black" panose="020B0A04020102020204" pitchFamily="34" charset="0"/>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ctr"/>
                      <a:r>
                        <a:rPr lang="en-US" altLang="zh-CN" dirty="0">
                          <a:solidFill>
                            <a:schemeClr val="tx1"/>
                          </a:solidFill>
                          <a:latin typeface="Arial Black" panose="020B0A04020102020204" pitchFamily="34" charset="0"/>
                        </a:rPr>
                        <a:t>2</a:t>
                      </a:r>
                      <a:endParaRPr lang="zh-CN" altLang="en-US" dirty="0">
                        <a:solidFill>
                          <a:schemeClr val="tx1"/>
                        </a:solidFill>
                        <a:latin typeface="Arial Black" panose="020B0A04020102020204" pitchFamily="34" charset="0"/>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ctr"/>
                      <a:r>
                        <a:rPr lang="en-US" altLang="zh-CN" dirty="0">
                          <a:solidFill>
                            <a:schemeClr val="tx1"/>
                          </a:solidFill>
                          <a:latin typeface="Arial Black" panose="020B0A04020102020204" pitchFamily="34" charset="0"/>
                        </a:rPr>
                        <a:t>3</a:t>
                      </a:r>
                      <a:endParaRPr lang="zh-CN" altLang="en-US" dirty="0">
                        <a:solidFill>
                          <a:schemeClr val="tx1"/>
                        </a:solidFill>
                        <a:latin typeface="Arial Black" panose="020B0A04020102020204" pitchFamily="34" charset="0"/>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ctr"/>
                      <a:r>
                        <a:rPr lang="en-US" altLang="zh-CN" dirty="0">
                          <a:solidFill>
                            <a:schemeClr val="tx1"/>
                          </a:solidFill>
                          <a:latin typeface="Arial Black" panose="020B0A04020102020204" pitchFamily="34" charset="0"/>
                        </a:rPr>
                        <a:t>4</a:t>
                      </a:r>
                      <a:endParaRPr lang="zh-CN" altLang="en-US" dirty="0">
                        <a:solidFill>
                          <a:schemeClr val="tx1"/>
                        </a:solidFill>
                        <a:latin typeface="Arial Black" panose="020B0A04020102020204" pitchFamily="34" charset="0"/>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ctr"/>
                      <a:r>
                        <a:rPr lang="en-US" altLang="zh-CN" dirty="0">
                          <a:solidFill>
                            <a:schemeClr val="tx1"/>
                          </a:solidFill>
                          <a:latin typeface="Arial Black" panose="020B0A04020102020204" pitchFamily="34" charset="0"/>
                        </a:rPr>
                        <a:t>5</a:t>
                      </a:r>
                      <a:endParaRPr lang="zh-CN" altLang="en-US" dirty="0">
                        <a:solidFill>
                          <a:schemeClr val="tx1"/>
                        </a:solidFill>
                        <a:latin typeface="Arial Black" panose="020B0A04020102020204" pitchFamily="34" charset="0"/>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ctr"/>
                      <a:r>
                        <a:rPr lang="en-US" altLang="zh-CN" dirty="0">
                          <a:solidFill>
                            <a:schemeClr val="tx1"/>
                          </a:solidFill>
                          <a:latin typeface="Arial Black" panose="020B0A04020102020204" pitchFamily="34" charset="0"/>
                        </a:rPr>
                        <a:t>6</a:t>
                      </a:r>
                      <a:endParaRPr lang="zh-CN" altLang="en-US" dirty="0">
                        <a:solidFill>
                          <a:schemeClr val="tx1"/>
                        </a:solidFill>
                        <a:latin typeface="Arial Black" panose="020B0A04020102020204" pitchFamily="34" charset="0"/>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ctr"/>
                      <a:r>
                        <a:rPr lang="en-US" altLang="zh-CN" dirty="0">
                          <a:solidFill>
                            <a:schemeClr val="tx1"/>
                          </a:solidFill>
                          <a:latin typeface="Arial Black" panose="020B0A04020102020204" pitchFamily="34" charset="0"/>
                        </a:rPr>
                        <a:t>7</a:t>
                      </a:r>
                      <a:endParaRPr lang="zh-CN" altLang="en-US" dirty="0">
                        <a:solidFill>
                          <a:schemeClr val="tx1"/>
                        </a:solidFill>
                        <a:latin typeface="Arial Black" panose="020B0A04020102020204" pitchFamily="34" charset="0"/>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ctr"/>
                      <a:r>
                        <a:rPr lang="en-US" altLang="zh-CN" dirty="0">
                          <a:solidFill>
                            <a:schemeClr val="tx1"/>
                          </a:solidFill>
                          <a:latin typeface="Arial Black" panose="020B0A04020102020204" pitchFamily="34" charset="0"/>
                        </a:rPr>
                        <a:t>0</a:t>
                      </a:r>
                      <a:endParaRPr lang="zh-CN" altLang="en-US" dirty="0">
                        <a:solidFill>
                          <a:schemeClr val="tx1"/>
                        </a:solidFill>
                        <a:latin typeface="Arial Black" panose="020B0A04020102020204" pitchFamily="34" charset="0"/>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ctr"/>
                      <a:r>
                        <a:rPr lang="en-US" altLang="zh-CN" dirty="0">
                          <a:solidFill>
                            <a:schemeClr val="tx1"/>
                          </a:solidFill>
                          <a:latin typeface="Arial Black" panose="020B0A04020102020204" pitchFamily="34" charset="0"/>
                        </a:rPr>
                        <a:t>1</a:t>
                      </a:r>
                      <a:endParaRPr lang="zh-CN" altLang="en-US" dirty="0">
                        <a:solidFill>
                          <a:schemeClr val="tx1"/>
                        </a:solidFill>
                        <a:latin typeface="Arial Black" panose="020B0A04020102020204" pitchFamily="34" charset="0"/>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ctr"/>
                      <a:r>
                        <a:rPr lang="en-US" altLang="zh-CN" dirty="0">
                          <a:solidFill>
                            <a:schemeClr val="tx1"/>
                          </a:solidFill>
                          <a:latin typeface="Arial Black" panose="020B0A04020102020204" pitchFamily="34" charset="0"/>
                        </a:rPr>
                        <a:t>2</a:t>
                      </a:r>
                      <a:endParaRPr lang="zh-CN" altLang="en-US" dirty="0">
                        <a:solidFill>
                          <a:schemeClr val="tx1"/>
                        </a:solidFill>
                        <a:latin typeface="Arial Black" panose="020B0A04020102020204" pitchFamily="34" charset="0"/>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ctr"/>
                      <a:r>
                        <a:rPr lang="en-US" altLang="zh-CN" dirty="0">
                          <a:solidFill>
                            <a:schemeClr val="tx1"/>
                          </a:solidFill>
                          <a:latin typeface="Arial Black" panose="020B0A04020102020204" pitchFamily="34" charset="0"/>
                        </a:rPr>
                        <a:t>…</a:t>
                      </a:r>
                      <a:endParaRPr lang="zh-CN" altLang="en-US" dirty="0">
                        <a:solidFill>
                          <a:schemeClr val="tx1"/>
                        </a:solidFill>
                        <a:latin typeface="Arial Black" panose="020B0A04020102020204" pitchFamily="34" charset="0"/>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extLst>
                  <a:ext uri="{0D108BD9-81ED-4DB2-BD59-A6C34878D82A}">
                    <a16:rowId xmlns:a16="http://schemas.microsoft.com/office/drawing/2014/main" val="316235763"/>
                  </a:ext>
                </a:extLst>
              </a:tr>
            </a:tbl>
          </a:graphicData>
        </a:graphic>
      </p:graphicFrame>
      <p:sp>
        <p:nvSpPr>
          <p:cNvPr id="49" name="íşlïḍè">
            <a:extLst>
              <a:ext uri="{FF2B5EF4-FFF2-40B4-BE49-F238E27FC236}">
                <a16:creationId xmlns:a16="http://schemas.microsoft.com/office/drawing/2014/main" id="{84B44B39-A1BD-4956-A1BF-ECB7ACDDA058}"/>
              </a:ext>
            </a:extLst>
          </p:cNvPr>
          <p:cNvSpPr txBox="1"/>
          <p:nvPr/>
        </p:nvSpPr>
        <p:spPr>
          <a:xfrm>
            <a:off x="3835285" y="3287898"/>
            <a:ext cx="4525886" cy="602502"/>
          </a:xfrm>
          <a:prstGeom prst="rect">
            <a:avLst/>
          </a:prstGeom>
          <a:noFill/>
        </p:spPr>
        <p:txBody>
          <a:bodyPr wrap="square" lIns="91440" tIns="45720" rIns="91440" bIns="45720" anchor="ctr">
            <a:noAutofit/>
          </a:bodyPr>
          <a:lstStyle/>
          <a:p>
            <a:pPr algn="ctr"/>
            <a:r>
              <a:rPr lang="zh-CN" altLang="en-US" sz="2800" b="1" dirty="0"/>
              <a:t>超时重传、回退</a:t>
            </a:r>
            <a:r>
              <a:rPr lang="en-US" altLang="zh-CN" sz="2800" b="1" dirty="0"/>
              <a:t>N</a:t>
            </a:r>
            <a:r>
              <a:rPr lang="zh-CN" altLang="en-US" sz="2800" b="1" dirty="0"/>
              <a:t>帧的情况</a:t>
            </a:r>
            <a:endParaRPr lang="en-US" altLang="zh-CN" sz="2800" b="1" dirty="0"/>
          </a:p>
        </p:txBody>
      </p:sp>
      <p:sp>
        <p:nvSpPr>
          <p:cNvPr id="13" name="矩形 12">
            <a:extLst>
              <a:ext uri="{FF2B5EF4-FFF2-40B4-BE49-F238E27FC236}">
                <a16:creationId xmlns:a16="http://schemas.microsoft.com/office/drawing/2014/main" id="{14642CA0-C4C4-44A5-BD3D-9FB5C2470514}"/>
              </a:ext>
            </a:extLst>
          </p:cNvPr>
          <p:cNvSpPr/>
          <p:nvPr/>
        </p:nvSpPr>
        <p:spPr>
          <a:xfrm>
            <a:off x="2300222" y="5537182"/>
            <a:ext cx="3780000" cy="390966"/>
          </a:xfrm>
          <a:prstGeom prst="rect">
            <a:avLst/>
          </a:prstGeom>
          <a:solidFill>
            <a:schemeClr val="accent3">
              <a:alpha val="74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36" name="矩形 35">
            <a:extLst>
              <a:ext uri="{FF2B5EF4-FFF2-40B4-BE49-F238E27FC236}">
                <a16:creationId xmlns:a16="http://schemas.microsoft.com/office/drawing/2014/main" id="{E7EB5D14-D014-48F8-ACBF-E9E95001992A}"/>
              </a:ext>
            </a:extLst>
          </p:cNvPr>
          <p:cNvSpPr/>
          <p:nvPr/>
        </p:nvSpPr>
        <p:spPr>
          <a:xfrm>
            <a:off x="2311257" y="1832079"/>
            <a:ext cx="1497129" cy="356368"/>
          </a:xfrm>
          <a:prstGeom prst="rect">
            <a:avLst/>
          </a:prstGeom>
          <a:solidFill>
            <a:schemeClr val="accent4">
              <a:alpha val="74000"/>
            </a:schemeClr>
          </a:solidFill>
          <a:ln>
            <a:solidFill>
              <a:schemeClr val="accent4"/>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grpSp>
        <p:nvGrpSpPr>
          <p:cNvPr id="10" name="组合 9">
            <a:extLst>
              <a:ext uri="{FF2B5EF4-FFF2-40B4-BE49-F238E27FC236}">
                <a16:creationId xmlns:a16="http://schemas.microsoft.com/office/drawing/2014/main" id="{403DCF0F-CB39-4525-BB89-912A54E21B10}"/>
              </a:ext>
            </a:extLst>
          </p:cNvPr>
          <p:cNvGrpSpPr/>
          <p:nvPr/>
        </p:nvGrpSpPr>
        <p:grpSpPr>
          <a:xfrm>
            <a:off x="1249355" y="2275974"/>
            <a:ext cx="710121" cy="538153"/>
            <a:chOff x="1249355" y="2275974"/>
            <a:chExt cx="710121" cy="538153"/>
          </a:xfrm>
        </p:grpSpPr>
        <p:sp>
          <p:nvSpPr>
            <p:cNvPr id="46" name="矩形 45">
              <a:extLst>
                <a:ext uri="{FF2B5EF4-FFF2-40B4-BE49-F238E27FC236}">
                  <a16:creationId xmlns:a16="http://schemas.microsoft.com/office/drawing/2014/main" id="{32ED9291-D5C5-4948-BCB2-6D5F6F0744DA}"/>
                </a:ext>
              </a:extLst>
            </p:cNvPr>
            <p:cNvSpPr/>
            <p:nvPr/>
          </p:nvSpPr>
          <p:spPr>
            <a:xfrm>
              <a:off x="1249355" y="2275974"/>
              <a:ext cx="708432" cy="270283"/>
            </a:xfrm>
            <a:prstGeom prst="rect">
              <a:avLst/>
            </a:prstGeom>
            <a:solidFill>
              <a:schemeClr val="accent3"/>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46800" rIns="46800" rtlCol="0" anchor="ctr"/>
            <a:lstStyle/>
            <a:p>
              <a:pPr algn="ctr"/>
              <a:r>
                <a:rPr lang="en-US" altLang="zh-CN" b="1" dirty="0"/>
                <a:t>DATA3</a:t>
              </a:r>
              <a:endParaRPr lang="zh-CN" altLang="en-US" b="1" dirty="0"/>
            </a:p>
          </p:txBody>
        </p:sp>
        <p:sp>
          <p:nvSpPr>
            <p:cNvPr id="48" name="矩形 47">
              <a:extLst>
                <a:ext uri="{FF2B5EF4-FFF2-40B4-BE49-F238E27FC236}">
                  <a16:creationId xmlns:a16="http://schemas.microsoft.com/office/drawing/2014/main" id="{C642071E-B2ED-41BA-B864-44D3DB56A3E4}"/>
                </a:ext>
              </a:extLst>
            </p:cNvPr>
            <p:cNvSpPr/>
            <p:nvPr/>
          </p:nvSpPr>
          <p:spPr>
            <a:xfrm>
              <a:off x="1251044" y="2543844"/>
              <a:ext cx="708432" cy="270283"/>
            </a:xfrm>
            <a:prstGeom prst="rect">
              <a:avLst/>
            </a:prstGeom>
            <a:solidFill>
              <a:schemeClr val="accent3"/>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46800" rIns="46800" rtlCol="0" anchor="ctr"/>
            <a:lstStyle/>
            <a:p>
              <a:pPr algn="ctr"/>
              <a:r>
                <a:rPr lang="en-US" altLang="zh-CN" b="1" dirty="0"/>
                <a:t>DATA4</a:t>
              </a:r>
              <a:endParaRPr lang="zh-CN" altLang="en-US" b="1" dirty="0"/>
            </a:p>
          </p:txBody>
        </p:sp>
      </p:grpSp>
      <p:grpSp>
        <p:nvGrpSpPr>
          <p:cNvPr id="50" name="组合 49">
            <a:extLst>
              <a:ext uri="{FF2B5EF4-FFF2-40B4-BE49-F238E27FC236}">
                <a16:creationId xmlns:a16="http://schemas.microsoft.com/office/drawing/2014/main" id="{F39BB1B7-7FD8-4DD6-95B8-8EB78C0D2722}"/>
              </a:ext>
            </a:extLst>
          </p:cNvPr>
          <p:cNvGrpSpPr/>
          <p:nvPr/>
        </p:nvGrpSpPr>
        <p:grpSpPr>
          <a:xfrm>
            <a:off x="467055" y="4262843"/>
            <a:ext cx="708432" cy="532527"/>
            <a:chOff x="1251044" y="2295088"/>
            <a:chExt cx="708432" cy="532527"/>
          </a:xfrm>
          <a:solidFill>
            <a:schemeClr val="accent4"/>
          </a:solidFill>
        </p:grpSpPr>
        <p:sp>
          <p:nvSpPr>
            <p:cNvPr id="59" name="矩形 58">
              <a:extLst>
                <a:ext uri="{FF2B5EF4-FFF2-40B4-BE49-F238E27FC236}">
                  <a16:creationId xmlns:a16="http://schemas.microsoft.com/office/drawing/2014/main" id="{4AF13DC1-A7E5-47E9-8020-D660D64D8EA3}"/>
                </a:ext>
              </a:extLst>
            </p:cNvPr>
            <p:cNvSpPr/>
            <p:nvPr/>
          </p:nvSpPr>
          <p:spPr>
            <a:xfrm>
              <a:off x="1251044" y="2557332"/>
              <a:ext cx="708432" cy="270283"/>
            </a:xfrm>
            <a:prstGeom prst="rect">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46800" rIns="46800" rtlCol="0" anchor="ctr"/>
            <a:lstStyle/>
            <a:p>
              <a:pPr algn="ctr"/>
              <a:r>
                <a:rPr lang="en-US" altLang="zh-CN" b="1" dirty="0"/>
                <a:t>ACK0</a:t>
              </a:r>
              <a:endParaRPr lang="zh-CN" altLang="en-US" b="1" dirty="0"/>
            </a:p>
          </p:txBody>
        </p:sp>
        <p:sp>
          <p:nvSpPr>
            <p:cNvPr id="60" name="矩形 59">
              <a:extLst>
                <a:ext uri="{FF2B5EF4-FFF2-40B4-BE49-F238E27FC236}">
                  <a16:creationId xmlns:a16="http://schemas.microsoft.com/office/drawing/2014/main" id="{D777A5B1-5391-468E-8E8F-3A461C41D710}"/>
                </a:ext>
              </a:extLst>
            </p:cNvPr>
            <p:cNvSpPr/>
            <p:nvPr/>
          </p:nvSpPr>
          <p:spPr>
            <a:xfrm>
              <a:off x="1251044" y="2295088"/>
              <a:ext cx="708432" cy="270283"/>
            </a:xfrm>
            <a:prstGeom prst="rect">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46800" rIns="46800" rtlCol="0" anchor="ctr"/>
            <a:lstStyle/>
            <a:p>
              <a:pPr algn="ctr"/>
              <a:r>
                <a:rPr lang="en-US" altLang="zh-CN" b="1" dirty="0"/>
                <a:t>ACK1</a:t>
              </a:r>
              <a:endParaRPr lang="zh-CN" altLang="en-US" b="1" dirty="0"/>
            </a:p>
          </p:txBody>
        </p:sp>
      </p:grpSp>
      <p:grpSp>
        <p:nvGrpSpPr>
          <p:cNvPr id="34" name="组合 33">
            <a:extLst>
              <a:ext uri="{FF2B5EF4-FFF2-40B4-BE49-F238E27FC236}">
                <a16:creationId xmlns:a16="http://schemas.microsoft.com/office/drawing/2014/main" id="{6438B82E-ED55-4AED-9F3A-D11F84EB6C5E}"/>
              </a:ext>
            </a:extLst>
          </p:cNvPr>
          <p:cNvGrpSpPr/>
          <p:nvPr/>
        </p:nvGrpSpPr>
        <p:grpSpPr>
          <a:xfrm>
            <a:off x="467055" y="2298211"/>
            <a:ext cx="708432" cy="532527"/>
            <a:chOff x="1251044" y="2295088"/>
            <a:chExt cx="708432" cy="532527"/>
          </a:xfrm>
          <a:solidFill>
            <a:schemeClr val="accent4"/>
          </a:solidFill>
        </p:grpSpPr>
        <p:sp>
          <p:nvSpPr>
            <p:cNvPr id="35" name="矩形 34">
              <a:extLst>
                <a:ext uri="{FF2B5EF4-FFF2-40B4-BE49-F238E27FC236}">
                  <a16:creationId xmlns:a16="http://schemas.microsoft.com/office/drawing/2014/main" id="{F3DB2538-C868-4051-B46A-F9F6B5E1D4D2}"/>
                </a:ext>
              </a:extLst>
            </p:cNvPr>
            <p:cNvSpPr/>
            <p:nvPr/>
          </p:nvSpPr>
          <p:spPr>
            <a:xfrm>
              <a:off x="1251044" y="2557332"/>
              <a:ext cx="708432" cy="270283"/>
            </a:xfrm>
            <a:prstGeom prst="rect">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46800" rIns="46800" rtlCol="0" anchor="ctr"/>
            <a:lstStyle/>
            <a:p>
              <a:pPr algn="ctr"/>
              <a:r>
                <a:rPr lang="en-US" altLang="zh-CN" b="1" dirty="0"/>
                <a:t>ACK1</a:t>
              </a:r>
              <a:endParaRPr lang="zh-CN" altLang="en-US" b="1" dirty="0"/>
            </a:p>
          </p:txBody>
        </p:sp>
        <p:sp>
          <p:nvSpPr>
            <p:cNvPr id="37" name="矩形 36">
              <a:extLst>
                <a:ext uri="{FF2B5EF4-FFF2-40B4-BE49-F238E27FC236}">
                  <a16:creationId xmlns:a16="http://schemas.microsoft.com/office/drawing/2014/main" id="{16DDC72A-20D4-4E05-B385-8089E3128F45}"/>
                </a:ext>
              </a:extLst>
            </p:cNvPr>
            <p:cNvSpPr/>
            <p:nvPr/>
          </p:nvSpPr>
          <p:spPr>
            <a:xfrm>
              <a:off x="1251044" y="2295088"/>
              <a:ext cx="708432" cy="270283"/>
            </a:xfrm>
            <a:prstGeom prst="rect">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46800" rIns="46800" rtlCol="0" anchor="ctr"/>
            <a:lstStyle/>
            <a:p>
              <a:pPr algn="ctr"/>
              <a:r>
                <a:rPr lang="en-US" altLang="zh-CN" b="1" dirty="0"/>
                <a:t>ACK1</a:t>
              </a:r>
              <a:endParaRPr lang="zh-CN" altLang="en-US" b="1" dirty="0"/>
            </a:p>
          </p:txBody>
        </p:sp>
      </p:grpSp>
      <p:sp>
        <p:nvSpPr>
          <p:cNvPr id="38" name="平行四边形 37">
            <a:extLst>
              <a:ext uri="{FF2B5EF4-FFF2-40B4-BE49-F238E27FC236}">
                <a16:creationId xmlns:a16="http://schemas.microsoft.com/office/drawing/2014/main" id="{5FFE83B9-3ED8-6AB6-3F73-6CEB7409BFE1}"/>
              </a:ext>
            </a:extLst>
          </p:cNvPr>
          <p:cNvSpPr/>
          <p:nvPr/>
        </p:nvSpPr>
        <p:spPr>
          <a:xfrm>
            <a:off x="304799" y="749300"/>
            <a:ext cx="695119" cy="387090"/>
          </a:xfrm>
          <a:prstGeom prst="parallelogram">
            <a:avLst/>
          </a:prstGeom>
          <a:solidFill>
            <a:schemeClr val="accent3">
              <a:lumMod val="75000"/>
            </a:schemeClr>
          </a:solidFill>
          <a:ln>
            <a:solidFill>
              <a:schemeClr val="accent3">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CN" sz="2200" dirty="0">
                <a:latin typeface="Impact" panose="020B0806030902050204" pitchFamily="34" charset="0"/>
              </a:rPr>
              <a:t>04</a:t>
            </a:r>
            <a:endParaRPr lang="zh-CN" altLang="en-US" sz="2200" dirty="0">
              <a:latin typeface="Impact" panose="020B0806030902050204" pitchFamily="34" charset="0"/>
            </a:endParaRPr>
          </a:p>
        </p:txBody>
      </p:sp>
    </p:spTree>
    <p:custDataLst>
      <p:tags r:id="rId1"/>
    </p:custDataLst>
    <p:extLst>
      <p:ext uri="{BB962C8B-B14F-4D97-AF65-F5344CB8AC3E}">
        <p14:creationId xmlns:p14="http://schemas.microsoft.com/office/powerpoint/2010/main" val="4160038452"/>
      </p:ext>
    </p:extLst>
  </p:cSld>
  <p:clrMapOvr>
    <a:masterClrMapping/>
  </p:clrMapOvr>
  <mc:AlternateContent xmlns:mc="http://schemas.openxmlformats.org/markup-compatibility/2006" xmlns:p14="http://schemas.microsoft.com/office/powerpoint/2010/main">
    <mc:Choice Requires="p14">
      <p:transition p14:dur="10"/>
    </mc:Choice>
    <mc:Fallback xmlns="">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xit" presetSubtype="1" fill="hold" nodeType="withEffect">
                                  <p:stCondLst>
                                    <p:cond delay="0"/>
                                  </p:stCondLst>
                                  <p:childTnLst>
                                    <p:anim calcmode="lin" valueType="num">
                                      <p:cBhvr additive="base">
                                        <p:cTn id="6" dur="1000"/>
                                        <p:tgtEl>
                                          <p:spTgt spid="10"/>
                                        </p:tgtEl>
                                        <p:attrNameLst>
                                          <p:attrName>ppt_x</p:attrName>
                                        </p:attrNameLst>
                                      </p:cBhvr>
                                      <p:tavLst>
                                        <p:tav tm="0">
                                          <p:val>
                                            <p:strVal val="ppt_x"/>
                                          </p:val>
                                        </p:tav>
                                        <p:tav tm="100000">
                                          <p:val>
                                            <p:strVal val="ppt_x"/>
                                          </p:val>
                                        </p:tav>
                                      </p:tavLst>
                                    </p:anim>
                                    <p:anim calcmode="lin" valueType="num">
                                      <p:cBhvr additive="base">
                                        <p:cTn id="7" dur="1000"/>
                                        <p:tgtEl>
                                          <p:spTgt spid="10"/>
                                        </p:tgtEl>
                                        <p:attrNameLst>
                                          <p:attrName>ppt_y</p:attrName>
                                        </p:attrNameLst>
                                      </p:cBhvr>
                                      <p:tavLst>
                                        <p:tav tm="0">
                                          <p:val>
                                            <p:strVal val="ppt_y"/>
                                          </p:val>
                                        </p:tav>
                                        <p:tav tm="100000">
                                          <p:val>
                                            <p:strVal val="0-ppt_h/2"/>
                                          </p:val>
                                        </p:tav>
                                      </p:tavLst>
                                    </p:anim>
                                    <p:set>
                                      <p:cBhvr>
                                        <p:cTn id="8" dur="1" fill="hold">
                                          <p:stCondLst>
                                            <p:cond delay="999"/>
                                          </p:stCondLst>
                                        </p:cTn>
                                        <p:tgtEl>
                                          <p:spTgt spid="10"/>
                                        </p:tgtEl>
                                        <p:attrNameLst>
                                          <p:attrName>style.visibility</p:attrName>
                                        </p:attrNameLst>
                                      </p:cBhvr>
                                      <p:to>
                                        <p:strVal val="hidden"/>
                                      </p:to>
                                    </p:set>
                                  </p:childTnLst>
                                </p:cTn>
                              </p:par>
                              <p:par>
                                <p:cTn id="9" presetID="12" presetClass="entr" presetSubtype="1" fill="hold" nodeType="withEffect">
                                  <p:stCondLst>
                                    <p:cond delay="0"/>
                                  </p:stCondLst>
                                  <p:childTnLst>
                                    <p:set>
                                      <p:cBhvr>
                                        <p:cTn id="10" dur="1" fill="hold">
                                          <p:stCondLst>
                                            <p:cond delay="0"/>
                                          </p:stCondLst>
                                        </p:cTn>
                                        <p:tgtEl>
                                          <p:spTgt spid="34"/>
                                        </p:tgtEl>
                                        <p:attrNameLst>
                                          <p:attrName>style.visibility</p:attrName>
                                        </p:attrNameLst>
                                      </p:cBhvr>
                                      <p:to>
                                        <p:strVal val="visible"/>
                                      </p:to>
                                    </p:set>
                                    <p:anim calcmode="lin" valueType="num">
                                      <p:cBhvr additive="base">
                                        <p:cTn id="11" dur="1000"/>
                                        <p:tgtEl>
                                          <p:spTgt spid="34"/>
                                        </p:tgtEl>
                                        <p:attrNameLst>
                                          <p:attrName>ppt_y</p:attrName>
                                        </p:attrNameLst>
                                      </p:cBhvr>
                                      <p:tavLst>
                                        <p:tav tm="0">
                                          <p:val>
                                            <p:strVal val="#ppt_y-#ppt_h*1.125000"/>
                                          </p:val>
                                        </p:tav>
                                        <p:tav tm="100000">
                                          <p:val>
                                            <p:strVal val="#ppt_y"/>
                                          </p:val>
                                        </p:tav>
                                      </p:tavLst>
                                    </p:anim>
                                    <p:animEffect transition="in" filter="wipe(down)">
                                      <p:cBhvr>
                                        <p:cTn id="12" dur="1000"/>
                                        <p:tgtEl>
                                          <p:spTgt spid="34"/>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15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31" name="组合 30">
            <a:extLst>
              <a:ext uri="{FF2B5EF4-FFF2-40B4-BE49-F238E27FC236}">
                <a16:creationId xmlns:a16="http://schemas.microsoft.com/office/drawing/2014/main" id="{F8FB8773-3132-44C5-BA37-545BA916FC7F}"/>
              </a:ext>
            </a:extLst>
          </p:cNvPr>
          <p:cNvGrpSpPr/>
          <p:nvPr/>
        </p:nvGrpSpPr>
        <p:grpSpPr>
          <a:xfrm>
            <a:off x="3659320" y="1363110"/>
            <a:ext cx="1067217" cy="917885"/>
            <a:chOff x="2146413" y="1363110"/>
            <a:chExt cx="1067217" cy="917885"/>
          </a:xfrm>
        </p:grpSpPr>
        <p:sp>
          <p:nvSpPr>
            <p:cNvPr id="32" name="矩形 31">
              <a:extLst>
                <a:ext uri="{FF2B5EF4-FFF2-40B4-BE49-F238E27FC236}">
                  <a16:creationId xmlns:a16="http://schemas.microsoft.com/office/drawing/2014/main" id="{D4210CF8-E394-4326-9E53-07BBCF692252}"/>
                </a:ext>
              </a:extLst>
            </p:cNvPr>
            <p:cNvSpPr/>
            <p:nvPr/>
          </p:nvSpPr>
          <p:spPr>
            <a:xfrm>
              <a:off x="2300222" y="1739531"/>
              <a:ext cx="759600" cy="541464"/>
            </a:xfrm>
            <a:prstGeom prst="rect">
              <a:avLst/>
            </a:prstGeom>
            <a:solidFill>
              <a:schemeClr val="accent4"/>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mc:AlternateContent xmlns:mc="http://schemas.openxmlformats.org/markup-compatibility/2006" xmlns:a14="http://schemas.microsoft.com/office/drawing/2010/main">
          <mc:Choice Requires="a14">
            <p:sp>
              <p:nvSpPr>
                <p:cNvPr id="33" name="文本框 32">
                  <a:extLst>
                    <a:ext uri="{FF2B5EF4-FFF2-40B4-BE49-F238E27FC236}">
                      <a16:creationId xmlns:a16="http://schemas.microsoft.com/office/drawing/2014/main" id="{B18AE0E4-0AF2-4267-8E26-A1FBCFC82FCA}"/>
                    </a:ext>
                  </a:extLst>
                </p:cNvPr>
                <p:cNvSpPr txBox="1"/>
                <p:nvPr/>
              </p:nvSpPr>
              <p:spPr>
                <a:xfrm>
                  <a:off x="2146413" y="1363110"/>
                  <a:ext cx="1067217" cy="369332"/>
                </a:xfrm>
                <a:prstGeom prst="rect">
                  <a:avLst/>
                </a:prstGeom>
                <a:noFill/>
              </p:spPr>
              <p:txBody>
                <a:bodyPr wrap="square">
                  <a:spAutoFit/>
                </a:bodyPr>
                <a:lstStyle/>
                <a:p>
                  <a:pPr/>
                  <a14:m>
                    <m:oMathPara xmlns:m="http://schemas.openxmlformats.org/officeDocument/2006/math">
                      <m:oMathParaPr>
                        <m:jc m:val="centerGroup"/>
                      </m:oMathParaPr>
                      <m:oMath xmlns:m="http://schemas.openxmlformats.org/officeDocument/2006/math">
                        <m:sSub>
                          <m:sSubPr>
                            <m:ctrlPr>
                              <a:rPr lang="en-US" altLang="zh-CN" b="1" i="1" smtClean="0">
                                <a:solidFill>
                                  <a:schemeClr val="accent4"/>
                                </a:solidFill>
                                <a:latin typeface="Cambria Math" panose="02040503050406030204" pitchFamily="18" charset="0"/>
                              </a:rPr>
                            </m:ctrlPr>
                          </m:sSubPr>
                          <m:e>
                            <m:r>
                              <a:rPr lang="en-US" altLang="zh-CN" b="1" i="1" smtClean="0">
                                <a:solidFill>
                                  <a:schemeClr val="accent4"/>
                                </a:solidFill>
                                <a:latin typeface="Cambria Math" panose="02040503050406030204" pitchFamily="18" charset="0"/>
                              </a:rPr>
                              <m:t>𝑾</m:t>
                            </m:r>
                          </m:e>
                          <m:sub>
                            <m:r>
                              <a:rPr lang="en-US" altLang="zh-CN" b="1" i="1" smtClean="0">
                                <a:solidFill>
                                  <a:schemeClr val="accent4"/>
                                </a:solidFill>
                                <a:latin typeface="Cambria Math" panose="02040503050406030204" pitchFamily="18" charset="0"/>
                              </a:rPr>
                              <m:t>𝑹</m:t>
                            </m:r>
                          </m:sub>
                        </m:sSub>
                        <m:r>
                          <a:rPr lang="en-US" altLang="zh-CN" b="1" i="1" smtClean="0">
                            <a:solidFill>
                              <a:schemeClr val="accent4"/>
                            </a:solidFill>
                            <a:latin typeface="Cambria Math" panose="02040503050406030204" pitchFamily="18" charset="0"/>
                          </a:rPr>
                          <m:t>=</m:t>
                        </m:r>
                        <m:r>
                          <a:rPr lang="en-US" altLang="zh-CN" b="1" i="1" smtClean="0">
                            <a:solidFill>
                              <a:schemeClr val="accent4"/>
                            </a:solidFill>
                            <a:latin typeface="Cambria Math" panose="02040503050406030204" pitchFamily="18" charset="0"/>
                          </a:rPr>
                          <m:t>𝟏</m:t>
                        </m:r>
                      </m:oMath>
                    </m:oMathPara>
                  </a14:m>
                  <a:endParaRPr lang="zh-CN" altLang="en-US" dirty="0">
                    <a:solidFill>
                      <a:schemeClr val="accent3"/>
                    </a:solidFill>
                  </a:endParaRPr>
                </a:p>
              </p:txBody>
            </p:sp>
          </mc:Choice>
          <mc:Fallback xmlns="">
            <p:sp>
              <p:nvSpPr>
                <p:cNvPr id="35" name="文本框 34">
                  <a:extLst>
                    <a:ext uri="{FF2B5EF4-FFF2-40B4-BE49-F238E27FC236}">
                      <a16:creationId xmlns:a16="http://schemas.microsoft.com/office/drawing/2014/main" id="{EE98B7EB-F32B-4A4F-9072-DF021D7DCAD9}"/>
                    </a:ext>
                  </a:extLst>
                </p:cNvPr>
                <p:cNvSpPr txBox="1">
                  <a:spLocks noRot="1" noChangeAspect="1" noMove="1" noResize="1" noEditPoints="1" noAdjustHandles="1" noChangeArrowheads="1" noChangeShapeType="1" noTextEdit="1"/>
                </p:cNvSpPr>
                <p:nvPr/>
              </p:nvSpPr>
              <p:spPr>
                <a:xfrm>
                  <a:off x="2146413" y="1363110"/>
                  <a:ext cx="1067217" cy="369332"/>
                </a:xfrm>
                <a:prstGeom prst="rect">
                  <a:avLst/>
                </a:prstGeom>
                <a:blipFill>
                  <a:blip r:embed="rId3"/>
                  <a:stretch>
                    <a:fillRect b="-3333"/>
                  </a:stretch>
                </a:blipFill>
              </p:spPr>
              <p:txBody>
                <a:bodyPr/>
                <a:lstStyle/>
                <a:p>
                  <a:r>
                    <a:rPr lang="zh-CN" altLang="en-US">
                      <a:noFill/>
                    </a:rPr>
                    <a:t> </a:t>
                  </a:r>
                </a:p>
              </p:txBody>
            </p:sp>
          </mc:Fallback>
        </mc:AlternateContent>
      </p:grpSp>
      <p:grpSp>
        <p:nvGrpSpPr>
          <p:cNvPr id="7" name="组合 6">
            <a:extLst>
              <a:ext uri="{FF2B5EF4-FFF2-40B4-BE49-F238E27FC236}">
                <a16:creationId xmlns:a16="http://schemas.microsoft.com/office/drawing/2014/main" id="{00A9CCE1-949C-4E54-97A1-6025FF974983}"/>
              </a:ext>
            </a:extLst>
          </p:cNvPr>
          <p:cNvGrpSpPr/>
          <p:nvPr/>
        </p:nvGrpSpPr>
        <p:grpSpPr>
          <a:xfrm>
            <a:off x="2302929" y="5098286"/>
            <a:ext cx="3780000" cy="910796"/>
            <a:chOff x="2302929" y="5098286"/>
            <a:chExt cx="3780000" cy="910796"/>
          </a:xfrm>
        </p:grpSpPr>
        <p:sp>
          <p:nvSpPr>
            <p:cNvPr id="5" name="矩形 4">
              <a:extLst>
                <a:ext uri="{FF2B5EF4-FFF2-40B4-BE49-F238E27FC236}">
                  <a16:creationId xmlns:a16="http://schemas.microsoft.com/office/drawing/2014/main" id="{ABCDD6AB-497D-42FD-B822-48DB3891082B}"/>
                </a:ext>
              </a:extLst>
            </p:cNvPr>
            <p:cNvSpPr/>
            <p:nvPr/>
          </p:nvSpPr>
          <p:spPr>
            <a:xfrm>
              <a:off x="2302929" y="5467618"/>
              <a:ext cx="3780000" cy="541464"/>
            </a:xfrm>
            <a:prstGeom prst="rect">
              <a:avLst/>
            </a:prstGeom>
            <a:solidFill>
              <a:schemeClr val="accent3"/>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mc:AlternateContent xmlns:mc="http://schemas.openxmlformats.org/markup-compatibility/2006" xmlns:a14="http://schemas.microsoft.com/office/drawing/2010/main">
          <mc:Choice Requires="a14">
            <p:sp>
              <p:nvSpPr>
                <p:cNvPr id="23" name="文本框 22">
                  <a:extLst>
                    <a:ext uri="{FF2B5EF4-FFF2-40B4-BE49-F238E27FC236}">
                      <a16:creationId xmlns:a16="http://schemas.microsoft.com/office/drawing/2014/main" id="{ABC03EEA-26BD-4845-8ACC-3FB7B6DA9132}"/>
                    </a:ext>
                  </a:extLst>
                </p:cNvPr>
                <p:cNvSpPr txBox="1"/>
                <p:nvPr/>
              </p:nvSpPr>
              <p:spPr>
                <a:xfrm>
                  <a:off x="3659320" y="5098286"/>
                  <a:ext cx="1067217" cy="369332"/>
                </a:xfrm>
                <a:prstGeom prst="rect">
                  <a:avLst/>
                </a:prstGeom>
                <a:noFill/>
              </p:spPr>
              <p:txBody>
                <a:bodyPr wrap="square">
                  <a:spAutoFit/>
                </a:bodyPr>
                <a:lstStyle/>
                <a:p>
                  <a:pPr/>
                  <a14:m>
                    <m:oMathPara xmlns:m="http://schemas.openxmlformats.org/officeDocument/2006/math">
                      <m:oMathParaPr>
                        <m:jc m:val="centerGroup"/>
                      </m:oMathParaPr>
                      <m:oMath xmlns:m="http://schemas.openxmlformats.org/officeDocument/2006/math">
                        <m:sSub>
                          <m:sSubPr>
                            <m:ctrlPr>
                              <a:rPr lang="en-US" altLang="zh-CN" b="1" i="1" smtClean="0">
                                <a:solidFill>
                                  <a:schemeClr val="accent3"/>
                                </a:solidFill>
                                <a:latin typeface="Cambria Math" panose="02040503050406030204" pitchFamily="18" charset="0"/>
                              </a:rPr>
                            </m:ctrlPr>
                          </m:sSubPr>
                          <m:e>
                            <m:r>
                              <a:rPr lang="en-US" altLang="zh-CN" b="1" i="1" smtClean="0">
                                <a:solidFill>
                                  <a:schemeClr val="accent3"/>
                                </a:solidFill>
                                <a:latin typeface="Cambria Math" panose="02040503050406030204" pitchFamily="18" charset="0"/>
                              </a:rPr>
                              <m:t>𝑾</m:t>
                            </m:r>
                          </m:e>
                          <m:sub>
                            <m:r>
                              <a:rPr lang="en-US" altLang="zh-CN" b="1" i="1" smtClean="0">
                                <a:solidFill>
                                  <a:schemeClr val="accent3"/>
                                </a:solidFill>
                                <a:latin typeface="Cambria Math" panose="02040503050406030204" pitchFamily="18" charset="0"/>
                              </a:rPr>
                              <m:t>𝑻</m:t>
                            </m:r>
                          </m:sub>
                        </m:sSub>
                        <m:r>
                          <a:rPr lang="en-US" altLang="zh-CN" b="1" i="1" smtClean="0">
                            <a:solidFill>
                              <a:schemeClr val="accent3"/>
                            </a:solidFill>
                            <a:latin typeface="Cambria Math" panose="02040503050406030204" pitchFamily="18" charset="0"/>
                          </a:rPr>
                          <m:t>=</m:t>
                        </m:r>
                        <m:r>
                          <a:rPr lang="en-US" altLang="zh-CN" b="1" i="1" smtClean="0">
                            <a:solidFill>
                              <a:schemeClr val="accent3"/>
                            </a:solidFill>
                            <a:latin typeface="Cambria Math" panose="02040503050406030204" pitchFamily="18" charset="0"/>
                          </a:rPr>
                          <m:t>𝟓</m:t>
                        </m:r>
                      </m:oMath>
                    </m:oMathPara>
                  </a14:m>
                  <a:endParaRPr lang="zh-CN" altLang="en-US" dirty="0">
                    <a:solidFill>
                      <a:schemeClr val="accent3"/>
                    </a:solidFill>
                  </a:endParaRPr>
                </a:p>
              </p:txBody>
            </p:sp>
          </mc:Choice>
          <mc:Fallback xmlns="">
            <p:sp>
              <p:nvSpPr>
                <p:cNvPr id="23" name="文本框 22">
                  <a:extLst>
                    <a:ext uri="{FF2B5EF4-FFF2-40B4-BE49-F238E27FC236}">
                      <a16:creationId xmlns:a16="http://schemas.microsoft.com/office/drawing/2014/main" id="{ABC03EEA-26BD-4845-8ACC-3FB7B6DA9132}"/>
                    </a:ext>
                  </a:extLst>
                </p:cNvPr>
                <p:cNvSpPr txBox="1">
                  <a:spLocks noRot="1" noChangeAspect="1" noMove="1" noResize="1" noEditPoints="1" noAdjustHandles="1" noChangeArrowheads="1" noChangeShapeType="1" noTextEdit="1"/>
                </p:cNvSpPr>
                <p:nvPr/>
              </p:nvSpPr>
              <p:spPr>
                <a:xfrm>
                  <a:off x="3659320" y="5098286"/>
                  <a:ext cx="1067217" cy="369332"/>
                </a:xfrm>
                <a:prstGeom prst="rect">
                  <a:avLst/>
                </a:prstGeom>
                <a:blipFill>
                  <a:blip r:embed="rId4"/>
                  <a:stretch>
                    <a:fillRect b="-3279"/>
                  </a:stretch>
                </a:blipFill>
              </p:spPr>
              <p:txBody>
                <a:bodyPr/>
                <a:lstStyle/>
                <a:p>
                  <a:r>
                    <a:rPr lang="zh-CN" altLang="en-US">
                      <a:noFill/>
                    </a:rPr>
                    <a:t> </a:t>
                  </a:r>
                </a:p>
              </p:txBody>
            </p:sp>
          </mc:Fallback>
        </mc:AlternateContent>
      </p:grpSp>
      <p:grpSp>
        <p:nvGrpSpPr>
          <p:cNvPr id="4" name="组合 3">
            <a:extLst>
              <a:ext uri="{FF2B5EF4-FFF2-40B4-BE49-F238E27FC236}">
                <a16:creationId xmlns:a16="http://schemas.microsoft.com/office/drawing/2014/main" id="{9A1EA9F2-FCB6-48C3-935F-7AE7E3AD14AC}"/>
              </a:ext>
            </a:extLst>
          </p:cNvPr>
          <p:cNvGrpSpPr/>
          <p:nvPr/>
        </p:nvGrpSpPr>
        <p:grpSpPr>
          <a:xfrm>
            <a:off x="304800" y="749300"/>
            <a:ext cx="6192344" cy="400110"/>
            <a:chOff x="424117" y="898245"/>
            <a:chExt cx="6192344" cy="400110"/>
          </a:xfrm>
        </p:grpSpPr>
        <p:sp>
          <p:nvSpPr>
            <p:cNvPr id="2" name="平行四边形 1">
              <a:extLst>
                <a:ext uri="{FF2B5EF4-FFF2-40B4-BE49-F238E27FC236}">
                  <a16:creationId xmlns:a16="http://schemas.microsoft.com/office/drawing/2014/main" id="{1F5BAA3F-9845-4F89-A2DD-8222D3E4EDAC}"/>
                </a:ext>
              </a:extLst>
            </p:cNvPr>
            <p:cNvSpPr/>
            <p:nvPr/>
          </p:nvSpPr>
          <p:spPr>
            <a:xfrm>
              <a:off x="424117" y="898245"/>
              <a:ext cx="628306" cy="387090"/>
            </a:xfrm>
            <a:prstGeom prst="parallelogram">
              <a:avLst/>
            </a:prstGeom>
            <a:solidFill>
              <a:schemeClr val="accent3">
                <a:lumMod val="75000"/>
              </a:schemeClr>
            </a:solidFill>
            <a:ln>
              <a:solidFill>
                <a:schemeClr val="accent3">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CN" sz="2200" dirty="0">
                  <a:latin typeface="Impact" panose="020B0806030902050204" pitchFamily="34" charset="0"/>
                </a:rPr>
                <a:t>01</a:t>
              </a:r>
              <a:endParaRPr lang="zh-CN" altLang="en-US" sz="2200" dirty="0">
                <a:latin typeface="Impact" panose="020B0806030902050204" pitchFamily="34" charset="0"/>
              </a:endParaRPr>
            </a:p>
          </p:txBody>
        </p:sp>
        <p:sp>
          <p:nvSpPr>
            <p:cNvPr id="3" name="文本框 2">
              <a:extLst>
                <a:ext uri="{FF2B5EF4-FFF2-40B4-BE49-F238E27FC236}">
                  <a16:creationId xmlns:a16="http://schemas.microsoft.com/office/drawing/2014/main" id="{4D6BD736-A4D3-4F26-AFED-36E11F50F70B}"/>
                </a:ext>
              </a:extLst>
            </p:cNvPr>
            <p:cNvSpPr txBox="1"/>
            <p:nvPr/>
          </p:nvSpPr>
          <p:spPr>
            <a:xfrm>
              <a:off x="1052423" y="898245"/>
              <a:ext cx="5564038" cy="400110"/>
            </a:xfrm>
            <a:prstGeom prst="rect">
              <a:avLst/>
            </a:prstGeom>
            <a:noFill/>
          </p:spPr>
          <p:txBody>
            <a:bodyPr wrap="square" rtlCol="0">
              <a:spAutoFit/>
            </a:bodyPr>
            <a:lstStyle/>
            <a:p>
              <a:r>
                <a:rPr lang="zh-CN" altLang="en-US" sz="2000" b="1" dirty="0"/>
                <a:t>回退</a:t>
              </a:r>
              <a:r>
                <a:rPr lang="en-US" altLang="zh-CN" sz="2000" b="1" dirty="0"/>
                <a:t>N</a:t>
              </a:r>
              <a:r>
                <a:rPr lang="zh-CN" altLang="en-US" sz="2000" b="1" dirty="0"/>
                <a:t>帧协议</a:t>
              </a:r>
            </a:p>
          </p:txBody>
        </p:sp>
      </p:grpSp>
      <p:grpSp>
        <p:nvGrpSpPr>
          <p:cNvPr id="20" name="组合 19">
            <a:extLst>
              <a:ext uri="{FF2B5EF4-FFF2-40B4-BE49-F238E27FC236}">
                <a16:creationId xmlns:a16="http://schemas.microsoft.com/office/drawing/2014/main" id="{87756F0E-46C2-4571-B23D-C8472E9FD1FB}"/>
              </a:ext>
            </a:extLst>
          </p:cNvPr>
          <p:cNvGrpSpPr/>
          <p:nvPr/>
        </p:nvGrpSpPr>
        <p:grpSpPr>
          <a:xfrm>
            <a:off x="475097" y="1263518"/>
            <a:ext cx="1355161" cy="5114896"/>
            <a:chOff x="475097" y="1263518"/>
            <a:chExt cx="1355161" cy="5114896"/>
          </a:xfrm>
        </p:grpSpPr>
        <p:cxnSp>
          <p:nvCxnSpPr>
            <p:cNvPr id="17" name="直接连接符 16">
              <a:extLst>
                <a:ext uri="{FF2B5EF4-FFF2-40B4-BE49-F238E27FC236}">
                  <a16:creationId xmlns:a16="http://schemas.microsoft.com/office/drawing/2014/main" id="{5A41A17A-7B81-47D8-BDBB-76B8F1AA71D6}"/>
                </a:ext>
              </a:extLst>
            </p:cNvPr>
            <p:cNvCxnSpPr>
              <a:cxnSpLocks/>
            </p:cNvCxnSpPr>
            <p:nvPr/>
          </p:nvCxnSpPr>
          <p:spPr>
            <a:xfrm flipV="1">
              <a:off x="1208367" y="2012996"/>
              <a:ext cx="0" cy="3813858"/>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nvGrpSpPr>
            <p:cNvPr id="9" name="组合 8">
              <a:extLst>
                <a:ext uri="{FF2B5EF4-FFF2-40B4-BE49-F238E27FC236}">
                  <a16:creationId xmlns:a16="http://schemas.microsoft.com/office/drawing/2014/main" id="{A2B5FA1F-35FA-42E7-8D74-E7431B6AAA3C}"/>
                </a:ext>
              </a:extLst>
            </p:cNvPr>
            <p:cNvGrpSpPr/>
            <p:nvPr/>
          </p:nvGrpSpPr>
          <p:grpSpPr>
            <a:xfrm>
              <a:off x="700096" y="5368000"/>
              <a:ext cx="905164" cy="1010414"/>
              <a:chOff x="700096" y="5368000"/>
              <a:chExt cx="905164" cy="1010414"/>
            </a:xfrm>
          </p:grpSpPr>
          <p:pic>
            <p:nvPicPr>
              <p:cNvPr id="214" name="图形 213">
                <a:extLst>
                  <a:ext uri="{FF2B5EF4-FFF2-40B4-BE49-F238E27FC236}">
                    <a16:creationId xmlns:a16="http://schemas.microsoft.com/office/drawing/2014/main" id="{D949CB40-4FF6-4E8C-991B-66D24C6ADF05}"/>
                  </a:ext>
                </a:extLst>
              </p:cNvPr>
              <p:cNvPicPr>
                <a:picLocks noChangeAspect="1"/>
              </p:cNvPicPr>
              <p:nvPr/>
            </p:nvPicPr>
            <p:blipFill>
              <a:blip r:embed="rId5">
                <a:extLst>
                  <a:ext uri="{28A0092B-C50C-407E-A947-70E740481C1C}">
                    <a14:useLocalDpi xmlns:a14="http://schemas.microsoft.com/office/drawing/2010/main" val="0"/>
                  </a:ext>
                  <a:ext uri="{96DAC541-7B7A-43D3-8B79-37D633B846F1}">
                    <asvg:svgBlip xmlns:asvg="http://schemas.microsoft.com/office/drawing/2016/SVG/main" r:embed="rId6"/>
                  </a:ext>
                </a:extLst>
              </a:blip>
              <a:stretch>
                <a:fillRect/>
              </a:stretch>
            </p:blipFill>
            <p:spPr>
              <a:xfrm>
                <a:off x="821271" y="5368000"/>
                <a:ext cx="662814" cy="641082"/>
              </a:xfrm>
              <a:prstGeom prst="rect">
                <a:avLst/>
              </a:prstGeom>
            </p:spPr>
          </p:pic>
          <p:sp>
            <p:nvSpPr>
              <p:cNvPr id="218" name="文本框 217">
                <a:extLst>
                  <a:ext uri="{FF2B5EF4-FFF2-40B4-BE49-F238E27FC236}">
                    <a16:creationId xmlns:a16="http://schemas.microsoft.com/office/drawing/2014/main" id="{584D12FE-712D-432B-A48B-3084189F6B6C}"/>
                  </a:ext>
                </a:extLst>
              </p:cNvPr>
              <p:cNvSpPr txBox="1"/>
              <p:nvPr/>
            </p:nvSpPr>
            <p:spPr>
              <a:xfrm>
                <a:off x="700096" y="6009082"/>
                <a:ext cx="905164" cy="369332"/>
              </a:xfrm>
              <a:prstGeom prst="rect">
                <a:avLst/>
              </a:prstGeom>
              <a:noFill/>
            </p:spPr>
            <p:txBody>
              <a:bodyPr wrap="square" rtlCol="0">
                <a:spAutoFit/>
              </a:bodyPr>
              <a:lstStyle/>
              <a:p>
                <a:r>
                  <a:rPr lang="zh-CN" altLang="en-US" b="1" dirty="0">
                    <a:latin typeface="+mn-ea"/>
                  </a:rPr>
                  <a:t>发送方</a:t>
                </a:r>
              </a:p>
            </p:txBody>
          </p:sp>
        </p:grpSp>
        <p:grpSp>
          <p:nvGrpSpPr>
            <p:cNvPr id="8" name="组合 7">
              <a:extLst>
                <a:ext uri="{FF2B5EF4-FFF2-40B4-BE49-F238E27FC236}">
                  <a16:creationId xmlns:a16="http://schemas.microsoft.com/office/drawing/2014/main" id="{0ACAF080-95D4-4F76-A817-06EA84E449C9}"/>
                </a:ext>
              </a:extLst>
            </p:cNvPr>
            <p:cNvGrpSpPr/>
            <p:nvPr/>
          </p:nvGrpSpPr>
          <p:grpSpPr>
            <a:xfrm>
              <a:off x="878301" y="1263518"/>
              <a:ext cx="905164" cy="1027908"/>
              <a:chOff x="878301" y="1390382"/>
              <a:chExt cx="905164" cy="1027908"/>
            </a:xfrm>
          </p:grpSpPr>
          <p:pic>
            <p:nvPicPr>
              <p:cNvPr id="210" name="图形 209">
                <a:extLst>
                  <a:ext uri="{FF2B5EF4-FFF2-40B4-BE49-F238E27FC236}">
                    <a16:creationId xmlns:a16="http://schemas.microsoft.com/office/drawing/2014/main" id="{61E01467-74F7-469C-BAD5-DFFB1234E440}"/>
                  </a:ext>
                </a:extLst>
              </p:cNvPr>
              <p:cNvPicPr>
                <a:picLocks noChangeAspect="1"/>
              </p:cNvPicPr>
              <p:nvPr/>
            </p:nvPicPr>
            <p:blipFill>
              <a:blip r:embed="rId7">
                <a:extLst>
                  <a:ext uri="{28A0092B-C50C-407E-A947-70E740481C1C}">
                    <a14:useLocalDpi xmlns:a14="http://schemas.microsoft.com/office/drawing/2010/main" val="0"/>
                  </a:ext>
                  <a:ext uri="{96DAC541-7B7A-43D3-8B79-37D633B846F1}">
                    <asvg:svgBlip xmlns:asvg="http://schemas.microsoft.com/office/drawing/2016/SVG/main" r:embed="rId8"/>
                  </a:ext>
                </a:extLst>
              </a:blip>
              <a:stretch>
                <a:fillRect/>
              </a:stretch>
            </p:blipFill>
            <p:spPr>
              <a:xfrm>
                <a:off x="984826" y="1759714"/>
                <a:ext cx="501772" cy="658576"/>
              </a:xfrm>
              <a:prstGeom prst="rect">
                <a:avLst/>
              </a:prstGeom>
            </p:spPr>
          </p:pic>
          <p:sp>
            <p:nvSpPr>
              <p:cNvPr id="219" name="文本框 218">
                <a:extLst>
                  <a:ext uri="{FF2B5EF4-FFF2-40B4-BE49-F238E27FC236}">
                    <a16:creationId xmlns:a16="http://schemas.microsoft.com/office/drawing/2014/main" id="{B105E330-42F6-4FA8-914C-123FFA0756D5}"/>
                  </a:ext>
                </a:extLst>
              </p:cNvPr>
              <p:cNvSpPr txBox="1"/>
              <p:nvPr/>
            </p:nvSpPr>
            <p:spPr>
              <a:xfrm>
                <a:off x="878301" y="1390382"/>
                <a:ext cx="905164" cy="369332"/>
              </a:xfrm>
              <a:prstGeom prst="rect">
                <a:avLst/>
              </a:prstGeom>
              <a:noFill/>
            </p:spPr>
            <p:txBody>
              <a:bodyPr wrap="square" rtlCol="0">
                <a:spAutoFit/>
              </a:bodyPr>
              <a:lstStyle/>
              <a:p>
                <a:r>
                  <a:rPr lang="zh-CN" altLang="en-US" b="1" dirty="0">
                    <a:latin typeface="+mn-ea"/>
                  </a:rPr>
                  <a:t>接收方</a:t>
                </a:r>
              </a:p>
            </p:txBody>
          </p:sp>
        </p:grpSp>
        <p:sp>
          <p:nvSpPr>
            <p:cNvPr id="57" name="云形 56">
              <a:extLst>
                <a:ext uri="{FF2B5EF4-FFF2-40B4-BE49-F238E27FC236}">
                  <a16:creationId xmlns:a16="http://schemas.microsoft.com/office/drawing/2014/main" id="{8D58A5DA-48AF-4D62-A0E1-92B6F8CBE1F4}"/>
                </a:ext>
              </a:extLst>
            </p:cNvPr>
            <p:cNvSpPr/>
            <p:nvPr/>
          </p:nvSpPr>
          <p:spPr>
            <a:xfrm>
              <a:off x="475097" y="3429014"/>
              <a:ext cx="1355161" cy="801398"/>
            </a:xfrm>
            <a:prstGeom prst="cloud">
              <a:avLst/>
            </a:prstGeom>
            <a:solidFill>
              <a:schemeClr val="bg1">
                <a:lumMod val="85000"/>
              </a:schemeClr>
            </a:solidFill>
            <a:ln>
              <a:solidFill>
                <a:schemeClr val="bg1">
                  <a:lumMod val="85000"/>
                </a:schemeClr>
              </a:solidFill>
            </a:ln>
          </p:spPr>
          <p:style>
            <a:lnRef idx="2">
              <a:schemeClr val="accent3">
                <a:shade val="50000"/>
              </a:schemeClr>
            </a:lnRef>
            <a:fillRef idx="1">
              <a:schemeClr val="accent3"/>
            </a:fillRef>
            <a:effectRef idx="0">
              <a:schemeClr val="accent3"/>
            </a:effectRef>
            <a:fontRef idx="minor">
              <a:schemeClr val="lt1"/>
            </a:fontRef>
          </p:style>
          <p:txBody>
            <a:bodyPr rtlCol="0" anchor="ctr"/>
            <a:lstStyle/>
            <a:p>
              <a:pPr algn="ctr"/>
              <a:r>
                <a:rPr lang="zh-CN" altLang="en-US" b="1" dirty="0">
                  <a:solidFill>
                    <a:schemeClr val="tx1"/>
                  </a:solidFill>
                  <a:latin typeface="+mn-ea"/>
                </a:rPr>
                <a:t>因特网</a:t>
              </a:r>
            </a:p>
          </p:txBody>
        </p:sp>
      </p:grpSp>
      <p:graphicFrame>
        <p:nvGraphicFramePr>
          <p:cNvPr id="21" name="表格 21">
            <a:extLst>
              <a:ext uri="{FF2B5EF4-FFF2-40B4-BE49-F238E27FC236}">
                <a16:creationId xmlns:a16="http://schemas.microsoft.com/office/drawing/2014/main" id="{CE497585-4F97-4F44-9ABE-D7BBA16B40E0}"/>
              </a:ext>
            </a:extLst>
          </p:cNvPr>
          <p:cNvGraphicFramePr>
            <a:graphicFrameLocks noGrp="1"/>
          </p:cNvGraphicFramePr>
          <p:nvPr/>
        </p:nvGraphicFramePr>
        <p:xfrm>
          <a:off x="2302929" y="5557308"/>
          <a:ext cx="9067800" cy="370840"/>
        </p:xfrm>
        <a:graphic>
          <a:graphicData uri="http://schemas.openxmlformats.org/drawingml/2006/table">
            <a:tbl>
              <a:tblPr firstRow="1" bandRow="1">
                <a:tableStyleId>{5C22544A-7EE6-4342-B048-85BDC9FD1C3A}</a:tableStyleId>
              </a:tblPr>
              <a:tblGrid>
                <a:gridCol w="755650">
                  <a:extLst>
                    <a:ext uri="{9D8B030D-6E8A-4147-A177-3AD203B41FA5}">
                      <a16:colId xmlns:a16="http://schemas.microsoft.com/office/drawing/2014/main" val="877486509"/>
                    </a:ext>
                  </a:extLst>
                </a:gridCol>
                <a:gridCol w="755650">
                  <a:extLst>
                    <a:ext uri="{9D8B030D-6E8A-4147-A177-3AD203B41FA5}">
                      <a16:colId xmlns:a16="http://schemas.microsoft.com/office/drawing/2014/main" val="3548605817"/>
                    </a:ext>
                  </a:extLst>
                </a:gridCol>
                <a:gridCol w="755650">
                  <a:extLst>
                    <a:ext uri="{9D8B030D-6E8A-4147-A177-3AD203B41FA5}">
                      <a16:colId xmlns:a16="http://schemas.microsoft.com/office/drawing/2014/main" val="2881812895"/>
                    </a:ext>
                  </a:extLst>
                </a:gridCol>
                <a:gridCol w="755650">
                  <a:extLst>
                    <a:ext uri="{9D8B030D-6E8A-4147-A177-3AD203B41FA5}">
                      <a16:colId xmlns:a16="http://schemas.microsoft.com/office/drawing/2014/main" val="3682284582"/>
                    </a:ext>
                  </a:extLst>
                </a:gridCol>
                <a:gridCol w="755650">
                  <a:extLst>
                    <a:ext uri="{9D8B030D-6E8A-4147-A177-3AD203B41FA5}">
                      <a16:colId xmlns:a16="http://schemas.microsoft.com/office/drawing/2014/main" val="500127722"/>
                    </a:ext>
                  </a:extLst>
                </a:gridCol>
                <a:gridCol w="755650">
                  <a:extLst>
                    <a:ext uri="{9D8B030D-6E8A-4147-A177-3AD203B41FA5}">
                      <a16:colId xmlns:a16="http://schemas.microsoft.com/office/drawing/2014/main" val="2946259618"/>
                    </a:ext>
                  </a:extLst>
                </a:gridCol>
                <a:gridCol w="755650">
                  <a:extLst>
                    <a:ext uri="{9D8B030D-6E8A-4147-A177-3AD203B41FA5}">
                      <a16:colId xmlns:a16="http://schemas.microsoft.com/office/drawing/2014/main" val="171501986"/>
                    </a:ext>
                  </a:extLst>
                </a:gridCol>
                <a:gridCol w="755650">
                  <a:extLst>
                    <a:ext uri="{9D8B030D-6E8A-4147-A177-3AD203B41FA5}">
                      <a16:colId xmlns:a16="http://schemas.microsoft.com/office/drawing/2014/main" val="1667185265"/>
                    </a:ext>
                  </a:extLst>
                </a:gridCol>
                <a:gridCol w="755650">
                  <a:extLst>
                    <a:ext uri="{9D8B030D-6E8A-4147-A177-3AD203B41FA5}">
                      <a16:colId xmlns:a16="http://schemas.microsoft.com/office/drawing/2014/main" val="4258211808"/>
                    </a:ext>
                  </a:extLst>
                </a:gridCol>
                <a:gridCol w="755650">
                  <a:extLst>
                    <a:ext uri="{9D8B030D-6E8A-4147-A177-3AD203B41FA5}">
                      <a16:colId xmlns:a16="http://schemas.microsoft.com/office/drawing/2014/main" val="1794200575"/>
                    </a:ext>
                  </a:extLst>
                </a:gridCol>
                <a:gridCol w="755650">
                  <a:extLst>
                    <a:ext uri="{9D8B030D-6E8A-4147-A177-3AD203B41FA5}">
                      <a16:colId xmlns:a16="http://schemas.microsoft.com/office/drawing/2014/main" val="4230716487"/>
                    </a:ext>
                  </a:extLst>
                </a:gridCol>
                <a:gridCol w="755650">
                  <a:extLst>
                    <a:ext uri="{9D8B030D-6E8A-4147-A177-3AD203B41FA5}">
                      <a16:colId xmlns:a16="http://schemas.microsoft.com/office/drawing/2014/main" val="56153739"/>
                    </a:ext>
                  </a:extLst>
                </a:gridCol>
              </a:tblGrid>
              <a:tr h="370840">
                <a:tc>
                  <a:txBody>
                    <a:bodyPr/>
                    <a:lstStyle/>
                    <a:p>
                      <a:pPr algn="ctr"/>
                      <a:r>
                        <a:rPr lang="en-US" altLang="zh-CN" dirty="0">
                          <a:solidFill>
                            <a:schemeClr val="tx1"/>
                          </a:solidFill>
                          <a:latin typeface="Arial Black" panose="020B0A04020102020204" pitchFamily="34" charset="0"/>
                        </a:rPr>
                        <a:t>0</a:t>
                      </a:r>
                      <a:endParaRPr lang="zh-CN" altLang="en-US" dirty="0">
                        <a:solidFill>
                          <a:schemeClr val="tx1"/>
                        </a:solidFill>
                        <a:latin typeface="Arial Black" panose="020B0A04020102020204" pitchFamily="34" charset="0"/>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ctr"/>
                      <a:r>
                        <a:rPr lang="en-US" altLang="zh-CN" dirty="0">
                          <a:solidFill>
                            <a:schemeClr val="tx1"/>
                          </a:solidFill>
                          <a:latin typeface="Arial Black" panose="020B0A04020102020204" pitchFamily="34" charset="0"/>
                        </a:rPr>
                        <a:t>1</a:t>
                      </a:r>
                      <a:endParaRPr lang="zh-CN" altLang="en-US" dirty="0">
                        <a:solidFill>
                          <a:schemeClr val="tx1"/>
                        </a:solidFill>
                        <a:latin typeface="Arial Black" panose="020B0A04020102020204" pitchFamily="34" charset="0"/>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ctr"/>
                      <a:r>
                        <a:rPr lang="en-US" altLang="zh-CN" dirty="0">
                          <a:solidFill>
                            <a:schemeClr val="tx1"/>
                          </a:solidFill>
                          <a:latin typeface="Arial Black" panose="020B0A04020102020204" pitchFamily="34" charset="0"/>
                        </a:rPr>
                        <a:t>2</a:t>
                      </a:r>
                      <a:endParaRPr lang="zh-CN" altLang="en-US" dirty="0">
                        <a:solidFill>
                          <a:schemeClr val="tx1"/>
                        </a:solidFill>
                        <a:latin typeface="Arial Black" panose="020B0A04020102020204" pitchFamily="34" charset="0"/>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ctr"/>
                      <a:r>
                        <a:rPr lang="en-US" altLang="zh-CN" dirty="0">
                          <a:solidFill>
                            <a:schemeClr val="tx1"/>
                          </a:solidFill>
                          <a:latin typeface="Arial Black" panose="020B0A04020102020204" pitchFamily="34" charset="0"/>
                        </a:rPr>
                        <a:t>3</a:t>
                      </a:r>
                      <a:endParaRPr lang="zh-CN" altLang="en-US" dirty="0">
                        <a:solidFill>
                          <a:schemeClr val="tx1"/>
                        </a:solidFill>
                        <a:latin typeface="Arial Black" panose="020B0A04020102020204" pitchFamily="34" charset="0"/>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ctr"/>
                      <a:r>
                        <a:rPr lang="en-US" altLang="zh-CN" dirty="0">
                          <a:solidFill>
                            <a:schemeClr val="tx1"/>
                          </a:solidFill>
                          <a:latin typeface="Arial Black" panose="020B0A04020102020204" pitchFamily="34" charset="0"/>
                        </a:rPr>
                        <a:t>4</a:t>
                      </a:r>
                      <a:endParaRPr lang="zh-CN" altLang="en-US" dirty="0">
                        <a:solidFill>
                          <a:schemeClr val="tx1"/>
                        </a:solidFill>
                        <a:latin typeface="Arial Black" panose="020B0A04020102020204" pitchFamily="34" charset="0"/>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ctr"/>
                      <a:r>
                        <a:rPr lang="en-US" altLang="zh-CN" dirty="0">
                          <a:solidFill>
                            <a:schemeClr val="tx1"/>
                          </a:solidFill>
                          <a:latin typeface="Arial Black" panose="020B0A04020102020204" pitchFamily="34" charset="0"/>
                        </a:rPr>
                        <a:t>5</a:t>
                      </a:r>
                      <a:endParaRPr lang="zh-CN" altLang="en-US" dirty="0">
                        <a:solidFill>
                          <a:schemeClr val="tx1"/>
                        </a:solidFill>
                        <a:latin typeface="Arial Black" panose="020B0A04020102020204" pitchFamily="34" charset="0"/>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ctr"/>
                      <a:r>
                        <a:rPr lang="en-US" altLang="zh-CN" dirty="0">
                          <a:solidFill>
                            <a:schemeClr val="tx1"/>
                          </a:solidFill>
                          <a:latin typeface="Arial Black" panose="020B0A04020102020204" pitchFamily="34" charset="0"/>
                        </a:rPr>
                        <a:t>6</a:t>
                      </a:r>
                      <a:endParaRPr lang="zh-CN" altLang="en-US" dirty="0">
                        <a:solidFill>
                          <a:schemeClr val="tx1"/>
                        </a:solidFill>
                        <a:latin typeface="Arial Black" panose="020B0A04020102020204" pitchFamily="34" charset="0"/>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ctr"/>
                      <a:r>
                        <a:rPr lang="en-US" altLang="zh-CN" dirty="0">
                          <a:solidFill>
                            <a:schemeClr val="tx1"/>
                          </a:solidFill>
                          <a:latin typeface="Arial Black" panose="020B0A04020102020204" pitchFamily="34" charset="0"/>
                        </a:rPr>
                        <a:t>7</a:t>
                      </a:r>
                      <a:endParaRPr lang="zh-CN" altLang="en-US" dirty="0">
                        <a:solidFill>
                          <a:schemeClr val="tx1"/>
                        </a:solidFill>
                        <a:latin typeface="Arial Black" panose="020B0A04020102020204" pitchFamily="34" charset="0"/>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ctr"/>
                      <a:r>
                        <a:rPr lang="en-US" altLang="zh-CN" dirty="0">
                          <a:solidFill>
                            <a:schemeClr val="tx1"/>
                          </a:solidFill>
                          <a:latin typeface="Arial Black" panose="020B0A04020102020204" pitchFamily="34" charset="0"/>
                        </a:rPr>
                        <a:t>0</a:t>
                      </a:r>
                      <a:endParaRPr lang="zh-CN" altLang="en-US" dirty="0">
                        <a:solidFill>
                          <a:schemeClr val="tx1"/>
                        </a:solidFill>
                        <a:latin typeface="Arial Black" panose="020B0A04020102020204" pitchFamily="34" charset="0"/>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ctr"/>
                      <a:r>
                        <a:rPr lang="en-US" altLang="zh-CN" dirty="0">
                          <a:solidFill>
                            <a:schemeClr val="tx1"/>
                          </a:solidFill>
                          <a:latin typeface="Arial Black" panose="020B0A04020102020204" pitchFamily="34" charset="0"/>
                        </a:rPr>
                        <a:t>1</a:t>
                      </a:r>
                      <a:endParaRPr lang="zh-CN" altLang="en-US" dirty="0">
                        <a:solidFill>
                          <a:schemeClr val="tx1"/>
                        </a:solidFill>
                        <a:latin typeface="Arial Black" panose="020B0A04020102020204" pitchFamily="34" charset="0"/>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ctr"/>
                      <a:r>
                        <a:rPr lang="en-US" altLang="zh-CN" dirty="0">
                          <a:solidFill>
                            <a:schemeClr val="tx1"/>
                          </a:solidFill>
                          <a:latin typeface="Arial Black" panose="020B0A04020102020204" pitchFamily="34" charset="0"/>
                        </a:rPr>
                        <a:t>2</a:t>
                      </a:r>
                      <a:endParaRPr lang="zh-CN" altLang="en-US" dirty="0">
                        <a:solidFill>
                          <a:schemeClr val="tx1"/>
                        </a:solidFill>
                        <a:latin typeface="Arial Black" panose="020B0A04020102020204" pitchFamily="34" charset="0"/>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ctr"/>
                      <a:r>
                        <a:rPr lang="en-US" altLang="zh-CN" dirty="0">
                          <a:solidFill>
                            <a:schemeClr val="tx1"/>
                          </a:solidFill>
                          <a:latin typeface="Arial Black" panose="020B0A04020102020204" pitchFamily="34" charset="0"/>
                        </a:rPr>
                        <a:t>…</a:t>
                      </a:r>
                      <a:endParaRPr lang="zh-CN" altLang="en-US" dirty="0">
                        <a:solidFill>
                          <a:schemeClr val="tx1"/>
                        </a:solidFill>
                        <a:latin typeface="Arial Black" panose="020B0A04020102020204" pitchFamily="34" charset="0"/>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extLst>
                  <a:ext uri="{0D108BD9-81ED-4DB2-BD59-A6C34878D82A}">
                    <a16:rowId xmlns:a16="http://schemas.microsoft.com/office/drawing/2014/main" val="316235763"/>
                  </a:ext>
                </a:extLst>
              </a:tr>
            </a:tbl>
          </a:graphicData>
        </a:graphic>
      </p:graphicFrame>
      <p:graphicFrame>
        <p:nvGraphicFramePr>
          <p:cNvPr id="68" name="表格 21">
            <a:extLst>
              <a:ext uri="{FF2B5EF4-FFF2-40B4-BE49-F238E27FC236}">
                <a16:creationId xmlns:a16="http://schemas.microsoft.com/office/drawing/2014/main" id="{D9B4273D-C94E-42E6-A39B-908C6FA1D8AF}"/>
              </a:ext>
            </a:extLst>
          </p:cNvPr>
          <p:cNvGraphicFramePr>
            <a:graphicFrameLocks noGrp="1"/>
          </p:cNvGraphicFramePr>
          <p:nvPr/>
        </p:nvGraphicFramePr>
        <p:xfrm>
          <a:off x="2302929" y="1827576"/>
          <a:ext cx="9067800" cy="370840"/>
        </p:xfrm>
        <a:graphic>
          <a:graphicData uri="http://schemas.openxmlformats.org/drawingml/2006/table">
            <a:tbl>
              <a:tblPr firstRow="1" bandRow="1">
                <a:tableStyleId>{5C22544A-7EE6-4342-B048-85BDC9FD1C3A}</a:tableStyleId>
              </a:tblPr>
              <a:tblGrid>
                <a:gridCol w="755650">
                  <a:extLst>
                    <a:ext uri="{9D8B030D-6E8A-4147-A177-3AD203B41FA5}">
                      <a16:colId xmlns:a16="http://schemas.microsoft.com/office/drawing/2014/main" val="877486509"/>
                    </a:ext>
                  </a:extLst>
                </a:gridCol>
                <a:gridCol w="755650">
                  <a:extLst>
                    <a:ext uri="{9D8B030D-6E8A-4147-A177-3AD203B41FA5}">
                      <a16:colId xmlns:a16="http://schemas.microsoft.com/office/drawing/2014/main" val="3548605817"/>
                    </a:ext>
                  </a:extLst>
                </a:gridCol>
                <a:gridCol w="755650">
                  <a:extLst>
                    <a:ext uri="{9D8B030D-6E8A-4147-A177-3AD203B41FA5}">
                      <a16:colId xmlns:a16="http://schemas.microsoft.com/office/drawing/2014/main" val="2881812895"/>
                    </a:ext>
                  </a:extLst>
                </a:gridCol>
                <a:gridCol w="755650">
                  <a:extLst>
                    <a:ext uri="{9D8B030D-6E8A-4147-A177-3AD203B41FA5}">
                      <a16:colId xmlns:a16="http://schemas.microsoft.com/office/drawing/2014/main" val="3682284582"/>
                    </a:ext>
                  </a:extLst>
                </a:gridCol>
                <a:gridCol w="755650">
                  <a:extLst>
                    <a:ext uri="{9D8B030D-6E8A-4147-A177-3AD203B41FA5}">
                      <a16:colId xmlns:a16="http://schemas.microsoft.com/office/drawing/2014/main" val="500127722"/>
                    </a:ext>
                  </a:extLst>
                </a:gridCol>
                <a:gridCol w="755650">
                  <a:extLst>
                    <a:ext uri="{9D8B030D-6E8A-4147-A177-3AD203B41FA5}">
                      <a16:colId xmlns:a16="http://schemas.microsoft.com/office/drawing/2014/main" val="2946259618"/>
                    </a:ext>
                  </a:extLst>
                </a:gridCol>
                <a:gridCol w="755650">
                  <a:extLst>
                    <a:ext uri="{9D8B030D-6E8A-4147-A177-3AD203B41FA5}">
                      <a16:colId xmlns:a16="http://schemas.microsoft.com/office/drawing/2014/main" val="171501986"/>
                    </a:ext>
                  </a:extLst>
                </a:gridCol>
                <a:gridCol w="755650">
                  <a:extLst>
                    <a:ext uri="{9D8B030D-6E8A-4147-A177-3AD203B41FA5}">
                      <a16:colId xmlns:a16="http://schemas.microsoft.com/office/drawing/2014/main" val="1667185265"/>
                    </a:ext>
                  </a:extLst>
                </a:gridCol>
                <a:gridCol w="755650">
                  <a:extLst>
                    <a:ext uri="{9D8B030D-6E8A-4147-A177-3AD203B41FA5}">
                      <a16:colId xmlns:a16="http://schemas.microsoft.com/office/drawing/2014/main" val="4258211808"/>
                    </a:ext>
                  </a:extLst>
                </a:gridCol>
                <a:gridCol w="755650">
                  <a:extLst>
                    <a:ext uri="{9D8B030D-6E8A-4147-A177-3AD203B41FA5}">
                      <a16:colId xmlns:a16="http://schemas.microsoft.com/office/drawing/2014/main" val="1794200575"/>
                    </a:ext>
                  </a:extLst>
                </a:gridCol>
                <a:gridCol w="755650">
                  <a:extLst>
                    <a:ext uri="{9D8B030D-6E8A-4147-A177-3AD203B41FA5}">
                      <a16:colId xmlns:a16="http://schemas.microsoft.com/office/drawing/2014/main" val="4230716487"/>
                    </a:ext>
                  </a:extLst>
                </a:gridCol>
                <a:gridCol w="755650">
                  <a:extLst>
                    <a:ext uri="{9D8B030D-6E8A-4147-A177-3AD203B41FA5}">
                      <a16:colId xmlns:a16="http://schemas.microsoft.com/office/drawing/2014/main" val="56153739"/>
                    </a:ext>
                  </a:extLst>
                </a:gridCol>
              </a:tblGrid>
              <a:tr h="370840">
                <a:tc>
                  <a:txBody>
                    <a:bodyPr/>
                    <a:lstStyle/>
                    <a:p>
                      <a:pPr algn="ctr"/>
                      <a:r>
                        <a:rPr lang="en-US" altLang="zh-CN" dirty="0">
                          <a:solidFill>
                            <a:schemeClr val="tx1"/>
                          </a:solidFill>
                          <a:latin typeface="Arial Black" panose="020B0A04020102020204" pitchFamily="34" charset="0"/>
                        </a:rPr>
                        <a:t>0</a:t>
                      </a:r>
                      <a:endParaRPr lang="zh-CN" altLang="en-US" dirty="0">
                        <a:solidFill>
                          <a:schemeClr val="tx1"/>
                        </a:solidFill>
                        <a:latin typeface="Arial Black" panose="020B0A04020102020204" pitchFamily="34" charset="0"/>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ctr"/>
                      <a:r>
                        <a:rPr lang="en-US" altLang="zh-CN" dirty="0">
                          <a:solidFill>
                            <a:schemeClr val="tx1"/>
                          </a:solidFill>
                          <a:latin typeface="Arial Black" panose="020B0A04020102020204" pitchFamily="34" charset="0"/>
                        </a:rPr>
                        <a:t>1</a:t>
                      </a:r>
                      <a:endParaRPr lang="zh-CN" altLang="en-US" dirty="0">
                        <a:solidFill>
                          <a:schemeClr val="tx1"/>
                        </a:solidFill>
                        <a:latin typeface="Arial Black" panose="020B0A04020102020204" pitchFamily="34" charset="0"/>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ctr"/>
                      <a:r>
                        <a:rPr lang="en-US" altLang="zh-CN" dirty="0">
                          <a:solidFill>
                            <a:schemeClr val="tx1"/>
                          </a:solidFill>
                          <a:latin typeface="Arial Black" panose="020B0A04020102020204" pitchFamily="34" charset="0"/>
                        </a:rPr>
                        <a:t>2</a:t>
                      </a:r>
                      <a:endParaRPr lang="zh-CN" altLang="en-US" dirty="0">
                        <a:solidFill>
                          <a:schemeClr val="tx1"/>
                        </a:solidFill>
                        <a:latin typeface="Arial Black" panose="020B0A04020102020204" pitchFamily="34" charset="0"/>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ctr"/>
                      <a:r>
                        <a:rPr lang="en-US" altLang="zh-CN" dirty="0">
                          <a:solidFill>
                            <a:schemeClr val="tx1"/>
                          </a:solidFill>
                          <a:latin typeface="Arial Black" panose="020B0A04020102020204" pitchFamily="34" charset="0"/>
                        </a:rPr>
                        <a:t>3</a:t>
                      </a:r>
                      <a:endParaRPr lang="zh-CN" altLang="en-US" dirty="0">
                        <a:solidFill>
                          <a:schemeClr val="tx1"/>
                        </a:solidFill>
                        <a:latin typeface="Arial Black" panose="020B0A04020102020204" pitchFamily="34" charset="0"/>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ctr"/>
                      <a:r>
                        <a:rPr lang="en-US" altLang="zh-CN" dirty="0">
                          <a:solidFill>
                            <a:schemeClr val="tx1"/>
                          </a:solidFill>
                          <a:latin typeface="Arial Black" panose="020B0A04020102020204" pitchFamily="34" charset="0"/>
                        </a:rPr>
                        <a:t>4</a:t>
                      </a:r>
                      <a:endParaRPr lang="zh-CN" altLang="en-US" dirty="0">
                        <a:solidFill>
                          <a:schemeClr val="tx1"/>
                        </a:solidFill>
                        <a:latin typeface="Arial Black" panose="020B0A04020102020204" pitchFamily="34" charset="0"/>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ctr"/>
                      <a:r>
                        <a:rPr lang="en-US" altLang="zh-CN" dirty="0">
                          <a:solidFill>
                            <a:schemeClr val="tx1"/>
                          </a:solidFill>
                          <a:latin typeface="Arial Black" panose="020B0A04020102020204" pitchFamily="34" charset="0"/>
                        </a:rPr>
                        <a:t>5</a:t>
                      </a:r>
                      <a:endParaRPr lang="zh-CN" altLang="en-US" dirty="0">
                        <a:solidFill>
                          <a:schemeClr val="tx1"/>
                        </a:solidFill>
                        <a:latin typeface="Arial Black" panose="020B0A04020102020204" pitchFamily="34" charset="0"/>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ctr"/>
                      <a:r>
                        <a:rPr lang="en-US" altLang="zh-CN" dirty="0">
                          <a:solidFill>
                            <a:schemeClr val="tx1"/>
                          </a:solidFill>
                          <a:latin typeface="Arial Black" panose="020B0A04020102020204" pitchFamily="34" charset="0"/>
                        </a:rPr>
                        <a:t>6</a:t>
                      </a:r>
                      <a:endParaRPr lang="zh-CN" altLang="en-US" dirty="0">
                        <a:solidFill>
                          <a:schemeClr val="tx1"/>
                        </a:solidFill>
                        <a:latin typeface="Arial Black" panose="020B0A04020102020204" pitchFamily="34" charset="0"/>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ctr"/>
                      <a:r>
                        <a:rPr lang="en-US" altLang="zh-CN" dirty="0">
                          <a:solidFill>
                            <a:schemeClr val="tx1"/>
                          </a:solidFill>
                          <a:latin typeface="Arial Black" panose="020B0A04020102020204" pitchFamily="34" charset="0"/>
                        </a:rPr>
                        <a:t>7</a:t>
                      </a:r>
                      <a:endParaRPr lang="zh-CN" altLang="en-US" dirty="0">
                        <a:solidFill>
                          <a:schemeClr val="tx1"/>
                        </a:solidFill>
                        <a:latin typeface="Arial Black" panose="020B0A04020102020204" pitchFamily="34" charset="0"/>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ctr"/>
                      <a:r>
                        <a:rPr lang="en-US" altLang="zh-CN" dirty="0">
                          <a:solidFill>
                            <a:schemeClr val="tx1"/>
                          </a:solidFill>
                          <a:latin typeface="Arial Black" panose="020B0A04020102020204" pitchFamily="34" charset="0"/>
                        </a:rPr>
                        <a:t>0</a:t>
                      </a:r>
                      <a:endParaRPr lang="zh-CN" altLang="en-US" dirty="0">
                        <a:solidFill>
                          <a:schemeClr val="tx1"/>
                        </a:solidFill>
                        <a:latin typeface="Arial Black" panose="020B0A04020102020204" pitchFamily="34" charset="0"/>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ctr"/>
                      <a:r>
                        <a:rPr lang="en-US" altLang="zh-CN" dirty="0">
                          <a:solidFill>
                            <a:schemeClr val="tx1"/>
                          </a:solidFill>
                          <a:latin typeface="Arial Black" panose="020B0A04020102020204" pitchFamily="34" charset="0"/>
                        </a:rPr>
                        <a:t>1</a:t>
                      </a:r>
                      <a:endParaRPr lang="zh-CN" altLang="en-US" dirty="0">
                        <a:solidFill>
                          <a:schemeClr val="tx1"/>
                        </a:solidFill>
                        <a:latin typeface="Arial Black" panose="020B0A04020102020204" pitchFamily="34" charset="0"/>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ctr"/>
                      <a:r>
                        <a:rPr lang="en-US" altLang="zh-CN" dirty="0">
                          <a:solidFill>
                            <a:schemeClr val="tx1"/>
                          </a:solidFill>
                          <a:latin typeface="Arial Black" panose="020B0A04020102020204" pitchFamily="34" charset="0"/>
                        </a:rPr>
                        <a:t>2</a:t>
                      </a:r>
                      <a:endParaRPr lang="zh-CN" altLang="en-US" dirty="0">
                        <a:solidFill>
                          <a:schemeClr val="tx1"/>
                        </a:solidFill>
                        <a:latin typeface="Arial Black" panose="020B0A04020102020204" pitchFamily="34" charset="0"/>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ctr"/>
                      <a:r>
                        <a:rPr lang="en-US" altLang="zh-CN" dirty="0">
                          <a:solidFill>
                            <a:schemeClr val="tx1"/>
                          </a:solidFill>
                          <a:latin typeface="Arial Black" panose="020B0A04020102020204" pitchFamily="34" charset="0"/>
                        </a:rPr>
                        <a:t>…</a:t>
                      </a:r>
                      <a:endParaRPr lang="zh-CN" altLang="en-US" dirty="0">
                        <a:solidFill>
                          <a:schemeClr val="tx1"/>
                        </a:solidFill>
                        <a:latin typeface="Arial Black" panose="020B0A04020102020204" pitchFamily="34" charset="0"/>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extLst>
                  <a:ext uri="{0D108BD9-81ED-4DB2-BD59-A6C34878D82A}">
                    <a16:rowId xmlns:a16="http://schemas.microsoft.com/office/drawing/2014/main" val="316235763"/>
                  </a:ext>
                </a:extLst>
              </a:tr>
            </a:tbl>
          </a:graphicData>
        </a:graphic>
      </p:graphicFrame>
      <p:sp>
        <p:nvSpPr>
          <p:cNvPr id="49" name="íşlïḍè">
            <a:extLst>
              <a:ext uri="{FF2B5EF4-FFF2-40B4-BE49-F238E27FC236}">
                <a16:creationId xmlns:a16="http://schemas.microsoft.com/office/drawing/2014/main" id="{84B44B39-A1BD-4956-A1BF-ECB7ACDDA058}"/>
              </a:ext>
            </a:extLst>
          </p:cNvPr>
          <p:cNvSpPr txBox="1"/>
          <p:nvPr/>
        </p:nvSpPr>
        <p:spPr>
          <a:xfrm>
            <a:off x="3835285" y="3287898"/>
            <a:ext cx="4525886" cy="602502"/>
          </a:xfrm>
          <a:prstGeom prst="rect">
            <a:avLst/>
          </a:prstGeom>
          <a:noFill/>
        </p:spPr>
        <p:txBody>
          <a:bodyPr wrap="square" lIns="91440" tIns="45720" rIns="91440" bIns="45720" anchor="ctr">
            <a:noAutofit/>
          </a:bodyPr>
          <a:lstStyle/>
          <a:p>
            <a:pPr algn="ctr"/>
            <a:r>
              <a:rPr lang="zh-CN" altLang="en-US" sz="2800" b="1" dirty="0"/>
              <a:t>超时重传、回退</a:t>
            </a:r>
            <a:r>
              <a:rPr lang="en-US" altLang="zh-CN" sz="2800" b="1" dirty="0"/>
              <a:t>N</a:t>
            </a:r>
            <a:r>
              <a:rPr lang="zh-CN" altLang="en-US" sz="2800" b="1" dirty="0"/>
              <a:t>帧的情况</a:t>
            </a:r>
            <a:endParaRPr lang="en-US" altLang="zh-CN" sz="2800" b="1" dirty="0"/>
          </a:p>
        </p:txBody>
      </p:sp>
      <p:sp>
        <p:nvSpPr>
          <p:cNvPr id="13" name="矩形 12">
            <a:extLst>
              <a:ext uri="{FF2B5EF4-FFF2-40B4-BE49-F238E27FC236}">
                <a16:creationId xmlns:a16="http://schemas.microsoft.com/office/drawing/2014/main" id="{14642CA0-C4C4-44A5-BD3D-9FB5C2470514}"/>
              </a:ext>
            </a:extLst>
          </p:cNvPr>
          <p:cNvSpPr/>
          <p:nvPr/>
        </p:nvSpPr>
        <p:spPr>
          <a:xfrm>
            <a:off x="2300222" y="5537182"/>
            <a:ext cx="3780000" cy="390966"/>
          </a:xfrm>
          <a:prstGeom prst="rect">
            <a:avLst/>
          </a:prstGeom>
          <a:solidFill>
            <a:schemeClr val="accent3">
              <a:alpha val="74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36" name="矩形 35">
            <a:extLst>
              <a:ext uri="{FF2B5EF4-FFF2-40B4-BE49-F238E27FC236}">
                <a16:creationId xmlns:a16="http://schemas.microsoft.com/office/drawing/2014/main" id="{E7EB5D14-D014-48F8-ACBF-E9E95001992A}"/>
              </a:ext>
            </a:extLst>
          </p:cNvPr>
          <p:cNvSpPr/>
          <p:nvPr/>
        </p:nvSpPr>
        <p:spPr>
          <a:xfrm>
            <a:off x="2311257" y="1832079"/>
            <a:ext cx="1497129" cy="356368"/>
          </a:xfrm>
          <a:prstGeom prst="rect">
            <a:avLst/>
          </a:prstGeom>
          <a:solidFill>
            <a:schemeClr val="accent4">
              <a:alpha val="74000"/>
            </a:schemeClr>
          </a:solidFill>
          <a:ln>
            <a:solidFill>
              <a:schemeClr val="accent4"/>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grpSp>
        <p:nvGrpSpPr>
          <p:cNvPr id="50" name="组合 49">
            <a:extLst>
              <a:ext uri="{FF2B5EF4-FFF2-40B4-BE49-F238E27FC236}">
                <a16:creationId xmlns:a16="http://schemas.microsoft.com/office/drawing/2014/main" id="{F39BB1B7-7FD8-4DD6-95B8-8EB78C0D2722}"/>
              </a:ext>
            </a:extLst>
          </p:cNvPr>
          <p:cNvGrpSpPr/>
          <p:nvPr/>
        </p:nvGrpSpPr>
        <p:grpSpPr>
          <a:xfrm>
            <a:off x="467055" y="4835167"/>
            <a:ext cx="708432" cy="532527"/>
            <a:chOff x="1251044" y="2295088"/>
            <a:chExt cx="708432" cy="532527"/>
          </a:xfrm>
          <a:solidFill>
            <a:schemeClr val="accent4"/>
          </a:solidFill>
        </p:grpSpPr>
        <p:sp>
          <p:nvSpPr>
            <p:cNvPr id="59" name="矩形 58">
              <a:extLst>
                <a:ext uri="{FF2B5EF4-FFF2-40B4-BE49-F238E27FC236}">
                  <a16:creationId xmlns:a16="http://schemas.microsoft.com/office/drawing/2014/main" id="{4AF13DC1-A7E5-47E9-8020-D660D64D8EA3}"/>
                </a:ext>
              </a:extLst>
            </p:cNvPr>
            <p:cNvSpPr/>
            <p:nvPr/>
          </p:nvSpPr>
          <p:spPr>
            <a:xfrm>
              <a:off x="1251044" y="2557332"/>
              <a:ext cx="708432" cy="270283"/>
            </a:xfrm>
            <a:prstGeom prst="rect">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46800" rIns="46800" rtlCol="0" anchor="ctr"/>
            <a:lstStyle/>
            <a:p>
              <a:pPr algn="ctr"/>
              <a:r>
                <a:rPr lang="en-US" altLang="zh-CN" b="1" dirty="0"/>
                <a:t>ACK0</a:t>
              </a:r>
              <a:endParaRPr lang="zh-CN" altLang="en-US" b="1" dirty="0"/>
            </a:p>
          </p:txBody>
        </p:sp>
        <p:sp>
          <p:nvSpPr>
            <p:cNvPr id="60" name="矩形 59">
              <a:extLst>
                <a:ext uri="{FF2B5EF4-FFF2-40B4-BE49-F238E27FC236}">
                  <a16:creationId xmlns:a16="http://schemas.microsoft.com/office/drawing/2014/main" id="{D777A5B1-5391-468E-8E8F-3A461C41D710}"/>
                </a:ext>
              </a:extLst>
            </p:cNvPr>
            <p:cNvSpPr/>
            <p:nvPr/>
          </p:nvSpPr>
          <p:spPr>
            <a:xfrm>
              <a:off x="1251044" y="2295088"/>
              <a:ext cx="708432" cy="270283"/>
            </a:xfrm>
            <a:prstGeom prst="rect">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46800" rIns="46800" rtlCol="0" anchor="ctr"/>
            <a:lstStyle/>
            <a:p>
              <a:pPr algn="ctr"/>
              <a:r>
                <a:rPr lang="en-US" altLang="zh-CN" b="1" dirty="0"/>
                <a:t>ACK1</a:t>
              </a:r>
              <a:endParaRPr lang="zh-CN" altLang="en-US" b="1" dirty="0"/>
            </a:p>
          </p:txBody>
        </p:sp>
      </p:grpSp>
      <p:grpSp>
        <p:nvGrpSpPr>
          <p:cNvPr id="34" name="组合 33">
            <a:extLst>
              <a:ext uri="{FF2B5EF4-FFF2-40B4-BE49-F238E27FC236}">
                <a16:creationId xmlns:a16="http://schemas.microsoft.com/office/drawing/2014/main" id="{6438B82E-ED55-4AED-9F3A-D11F84EB6C5E}"/>
              </a:ext>
            </a:extLst>
          </p:cNvPr>
          <p:cNvGrpSpPr/>
          <p:nvPr/>
        </p:nvGrpSpPr>
        <p:grpSpPr>
          <a:xfrm>
            <a:off x="467055" y="2870535"/>
            <a:ext cx="708432" cy="532527"/>
            <a:chOff x="1251044" y="2295088"/>
            <a:chExt cx="708432" cy="532527"/>
          </a:xfrm>
          <a:solidFill>
            <a:schemeClr val="accent4"/>
          </a:solidFill>
        </p:grpSpPr>
        <p:sp>
          <p:nvSpPr>
            <p:cNvPr id="35" name="矩形 34">
              <a:extLst>
                <a:ext uri="{FF2B5EF4-FFF2-40B4-BE49-F238E27FC236}">
                  <a16:creationId xmlns:a16="http://schemas.microsoft.com/office/drawing/2014/main" id="{F3DB2538-C868-4051-B46A-F9F6B5E1D4D2}"/>
                </a:ext>
              </a:extLst>
            </p:cNvPr>
            <p:cNvSpPr/>
            <p:nvPr/>
          </p:nvSpPr>
          <p:spPr>
            <a:xfrm>
              <a:off x="1251044" y="2557332"/>
              <a:ext cx="708432" cy="270283"/>
            </a:xfrm>
            <a:prstGeom prst="rect">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46800" rIns="46800" rtlCol="0" anchor="ctr"/>
            <a:lstStyle/>
            <a:p>
              <a:pPr algn="ctr"/>
              <a:r>
                <a:rPr lang="en-US" altLang="zh-CN" b="1" dirty="0"/>
                <a:t>ACK1</a:t>
              </a:r>
              <a:endParaRPr lang="zh-CN" altLang="en-US" b="1" dirty="0"/>
            </a:p>
          </p:txBody>
        </p:sp>
        <p:sp>
          <p:nvSpPr>
            <p:cNvPr id="37" name="矩形 36">
              <a:extLst>
                <a:ext uri="{FF2B5EF4-FFF2-40B4-BE49-F238E27FC236}">
                  <a16:creationId xmlns:a16="http://schemas.microsoft.com/office/drawing/2014/main" id="{16DDC72A-20D4-4E05-B385-8089E3128F45}"/>
                </a:ext>
              </a:extLst>
            </p:cNvPr>
            <p:cNvSpPr/>
            <p:nvPr/>
          </p:nvSpPr>
          <p:spPr>
            <a:xfrm>
              <a:off x="1251044" y="2295088"/>
              <a:ext cx="708432" cy="270283"/>
            </a:xfrm>
            <a:prstGeom prst="rect">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46800" rIns="46800" rtlCol="0" anchor="ctr"/>
            <a:lstStyle/>
            <a:p>
              <a:pPr algn="ctr"/>
              <a:r>
                <a:rPr lang="en-US" altLang="zh-CN" b="1" dirty="0"/>
                <a:t>ACK1</a:t>
              </a:r>
              <a:endParaRPr lang="zh-CN" altLang="en-US" b="1" dirty="0"/>
            </a:p>
          </p:txBody>
        </p:sp>
      </p:grpSp>
      <p:sp>
        <p:nvSpPr>
          <p:cNvPr id="38" name="平行四边形 37">
            <a:extLst>
              <a:ext uri="{FF2B5EF4-FFF2-40B4-BE49-F238E27FC236}">
                <a16:creationId xmlns:a16="http://schemas.microsoft.com/office/drawing/2014/main" id="{D7E5A8B4-9FBF-F00A-BE01-2EEB3901D5AC}"/>
              </a:ext>
            </a:extLst>
          </p:cNvPr>
          <p:cNvSpPr/>
          <p:nvPr/>
        </p:nvSpPr>
        <p:spPr>
          <a:xfrm>
            <a:off x="304799" y="749300"/>
            <a:ext cx="695119" cy="387090"/>
          </a:xfrm>
          <a:prstGeom prst="parallelogram">
            <a:avLst/>
          </a:prstGeom>
          <a:solidFill>
            <a:schemeClr val="accent3">
              <a:lumMod val="75000"/>
            </a:schemeClr>
          </a:solidFill>
          <a:ln>
            <a:solidFill>
              <a:schemeClr val="accent3">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CN" sz="2200" dirty="0">
                <a:latin typeface="Impact" panose="020B0806030902050204" pitchFamily="34" charset="0"/>
              </a:rPr>
              <a:t>04</a:t>
            </a:r>
            <a:endParaRPr lang="zh-CN" altLang="en-US" sz="2200" dirty="0">
              <a:latin typeface="Impact" panose="020B0806030902050204" pitchFamily="34" charset="0"/>
            </a:endParaRPr>
          </a:p>
        </p:txBody>
      </p:sp>
    </p:spTree>
    <p:custDataLst>
      <p:tags r:id="rId1"/>
    </p:custDataLst>
    <p:extLst>
      <p:ext uri="{BB962C8B-B14F-4D97-AF65-F5344CB8AC3E}">
        <p14:creationId xmlns:p14="http://schemas.microsoft.com/office/powerpoint/2010/main" val="2714028242"/>
      </p:ext>
    </p:extLst>
  </p:cSld>
  <p:clrMapOvr>
    <a:masterClrMapping/>
  </p:clrMapOvr>
  <mc:AlternateContent xmlns:mc="http://schemas.openxmlformats.org/markup-compatibility/2006" xmlns:p159="http://schemas.microsoft.com/office/powerpoint/2015/09/main">
    <mc:Choice Requires="p159">
      <p:transition spd="slow">
        <p159:morph option="byObject"/>
      </p:transition>
    </mc:Choice>
    <mc:Fallback xmlns="">
      <p:transition spd="slow">
        <p:fade/>
      </p:transition>
    </mc:Fallback>
  </mc:AlternateContent>
</p:sld>
</file>

<file path=ppt/slides/slide15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7" name="组合 6">
            <a:extLst>
              <a:ext uri="{FF2B5EF4-FFF2-40B4-BE49-F238E27FC236}">
                <a16:creationId xmlns:a16="http://schemas.microsoft.com/office/drawing/2014/main" id="{00A9CCE1-949C-4E54-97A1-6025FF974983}"/>
              </a:ext>
            </a:extLst>
          </p:cNvPr>
          <p:cNvGrpSpPr/>
          <p:nvPr/>
        </p:nvGrpSpPr>
        <p:grpSpPr>
          <a:xfrm>
            <a:off x="2302929" y="5098286"/>
            <a:ext cx="3780000" cy="910796"/>
            <a:chOff x="2302929" y="5098286"/>
            <a:chExt cx="3780000" cy="910796"/>
          </a:xfrm>
        </p:grpSpPr>
        <p:sp>
          <p:nvSpPr>
            <p:cNvPr id="5" name="矩形 4">
              <a:extLst>
                <a:ext uri="{FF2B5EF4-FFF2-40B4-BE49-F238E27FC236}">
                  <a16:creationId xmlns:a16="http://schemas.microsoft.com/office/drawing/2014/main" id="{ABCDD6AB-497D-42FD-B822-48DB3891082B}"/>
                </a:ext>
              </a:extLst>
            </p:cNvPr>
            <p:cNvSpPr/>
            <p:nvPr/>
          </p:nvSpPr>
          <p:spPr>
            <a:xfrm>
              <a:off x="2302929" y="5467618"/>
              <a:ext cx="3780000" cy="541464"/>
            </a:xfrm>
            <a:prstGeom prst="rect">
              <a:avLst/>
            </a:prstGeom>
            <a:solidFill>
              <a:schemeClr val="accent3"/>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mc:AlternateContent xmlns:mc="http://schemas.openxmlformats.org/markup-compatibility/2006" xmlns:a14="http://schemas.microsoft.com/office/drawing/2010/main">
          <mc:Choice Requires="a14">
            <p:sp>
              <p:nvSpPr>
                <p:cNvPr id="23" name="文本框 22">
                  <a:extLst>
                    <a:ext uri="{FF2B5EF4-FFF2-40B4-BE49-F238E27FC236}">
                      <a16:creationId xmlns:a16="http://schemas.microsoft.com/office/drawing/2014/main" id="{ABC03EEA-26BD-4845-8ACC-3FB7B6DA9132}"/>
                    </a:ext>
                  </a:extLst>
                </p:cNvPr>
                <p:cNvSpPr txBox="1"/>
                <p:nvPr/>
              </p:nvSpPr>
              <p:spPr>
                <a:xfrm>
                  <a:off x="3659320" y="5098286"/>
                  <a:ext cx="1067217" cy="369332"/>
                </a:xfrm>
                <a:prstGeom prst="rect">
                  <a:avLst/>
                </a:prstGeom>
                <a:noFill/>
              </p:spPr>
              <p:txBody>
                <a:bodyPr wrap="square">
                  <a:spAutoFit/>
                </a:bodyPr>
                <a:lstStyle/>
                <a:p>
                  <a:pPr/>
                  <a14:m>
                    <m:oMathPara xmlns:m="http://schemas.openxmlformats.org/officeDocument/2006/math">
                      <m:oMathParaPr>
                        <m:jc m:val="centerGroup"/>
                      </m:oMathParaPr>
                      <m:oMath xmlns:m="http://schemas.openxmlformats.org/officeDocument/2006/math">
                        <m:sSub>
                          <m:sSubPr>
                            <m:ctrlPr>
                              <a:rPr lang="en-US" altLang="zh-CN" b="1" i="1" smtClean="0">
                                <a:solidFill>
                                  <a:schemeClr val="accent3"/>
                                </a:solidFill>
                                <a:latin typeface="Cambria Math" panose="02040503050406030204" pitchFamily="18" charset="0"/>
                              </a:rPr>
                            </m:ctrlPr>
                          </m:sSubPr>
                          <m:e>
                            <m:r>
                              <a:rPr lang="en-US" altLang="zh-CN" b="1" i="1" smtClean="0">
                                <a:solidFill>
                                  <a:schemeClr val="accent3"/>
                                </a:solidFill>
                                <a:latin typeface="Cambria Math" panose="02040503050406030204" pitchFamily="18" charset="0"/>
                              </a:rPr>
                              <m:t>𝑾</m:t>
                            </m:r>
                          </m:e>
                          <m:sub>
                            <m:r>
                              <a:rPr lang="en-US" altLang="zh-CN" b="1" i="1" smtClean="0">
                                <a:solidFill>
                                  <a:schemeClr val="accent3"/>
                                </a:solidFill>
                                <a:latin typeface="Cambria Math" panose="02040503050406030204" pitchFamily="18" charset="0"/>
                              </a:rPr>
                              <m:t>𝑻</m:t>
                            </m:r>
                          </m:sub>
                        </m:sSub>
                        <m:r>
                          <a:rPr lang="en-US" altLang="zh-CN" b="1" i="1" smtClean="0">
                            <a:solidFill>
                              <a:schemeClr val="accent3"/>
                            </a:solidFill>
                            <a:latin typeface="Cambria Math" panose="02040503050406030204" pitchFamily="18" charset="0"/>
                          </a:rPr>
                          <m:t>=</m:t>
                        </m:r>
                        <m:r>
                          <a:rPr lang="en-US" altLang="zh-CN" b="1" i="1" smtClean="0">
                            <a:solidFill>
                              <a:schemeClr val="accent3"/>
                            </a:solidFill>
                            <a:latin typeface="Cambria Math" panose="02040503050406030204" pitchFamily="18" charset="0"/>
                          </a:rPr>
                          <m:t>𝟓</m:t>
                        </m:r>
                      </m:oMath>
                    </m:oMathPara>
                  </a14:m>
                  <a:endParaRPr lang="zh-CN" altLang="en-US" dirty="0">
                    <a:solidFill>
                      <a:schemeClr val="accent3"/>
                    </a:solidFill>
                  </a:endParaRPr>
                </a:p>
              </p:txBody>
            </p:sp>
          </mc:Choice>
          <mc:Fallback xmlns="">
            <p:sp>
              <p:nvSpPr>
                <p:cNvPr id="23" name="文本框 22">
                  <a:extLst>
                    <a:ext uri="{FF2B5EF4-FFF2-40B4-BE49-F238E27FC236}">
                      <a16:creationId xmlns:a16="http://schemas.microsoft.com/office/drawing/2014/main" id="{ABC03EEA-26BD-4845-8ACC-3FB7B6DA9132}"/>
                    </a:ext>
                  </a:extLst>
                </p:cNvPr>
                <p:cNvSpPr txBox="1">
                  <a:spLocks noRot="1" noChangeAspect="1" noMove="1" noResize="1" noEditPoints="1" noAdjustHandles="1" noChangeArrowheads="1" noChangeShapeType="1" noTextEdit="1"/>
                </p:cNvSpPr>
                <p:nvPr/>
              </p:nvSpPr>
              <p:spPr>
                <a:xfrm>
                  <a:off x="3659320" y="5098286"/>
                  <a:ext cx="1067217" cy="369332"/>
                </a:xfrm>
                <a:prstGeom prst="rect">
                  <a:avLst/>
                </a:prstGeom>
                <a:blipFill>
                  <a:blip r:embed="rId4"/>
                  <a:stretch>
                    <a:fillRect b="-3279"/>
                  </a:stretch>
                </a:blipFill>
              </p:spPr>
              <p:txBody>
                <a:bodyPr/>
                <a:lstStyle/>
                <a:p>
                  <a:r>
                    <a:rPr lang="zh-CN" altLang="en-US">
                      <a:noFill/>
                    </a:rPr>
                    <a:t> </a:t>
                  </a:r>
                </a:p>
              </p:txBody>
            </p:sp>
          </mc:Fallback>
        </mc:AlternateContent>
      </p:grpSp>
      <p:grpSp>
        <p:nvGrpSpPr>
          <p:cNvPr id="38" name="组合 37">
            <a:extLst>
              <a:ext uri="{FF2B5EF4-FFF2-40B4-BE49-F238E27FC236}">
                <a16:creationId xmlns:a16="http://schemas.microsoft.com/office/drawing/2014/main" id="{F1B81A00-D1CD-4324-9C55-93FA8AEE6040}"/>
              </a:ext>
            </a:extLst>
          </p:cNvPr>
          <p:cNvGrpSpPr/>
          <p:nvPr/>
        </p:nvGrpSpPr>
        <p:grpSpPr>
          <a:xfrm>
            <a:off x="3817249" y="5098286"/>
            <a:ext cx="3780000" cy="910796"/>
            <a:chOff x="2302929" y="5098286"/>
            <a:chExt cx="3780000" cy="910796"/>
          </a:xfrm>
        </p:grpSpPr>
        <p:sp>
          <p:nvSpPr>
            <p:cNvPr id="39" name="矩形 38">
              <a:extLst>
                <a:ext uri="{FF2B5EF4-FFF2-40B4-BE49-F238E27FC236}">
                  <a16:creationId xmlns:a16="http://schemas.microsoft.com/office/drawing/2014/main" id="{53BEA8C7-0E84-4C43-9BA6-B0FEB4F7EE65}"/>
                </a:ext>
              </a:extLst>
            </p:cNvPr>
            <p:cNvSpPr/>
            <p:nvPr/>
          </p:nvSpPr>
          <p:spPr>
            <a:xfrm>
              <a:off x="2302929" y="5467618"/>
              <a:ext cx="3780000" cy="541464"/>
            </a:xfrm>
            <a:prstGeom prst="rect">
              <a:avLst/>
            </a:prstGeom>
            <a:solidFill>
              <a:schemeClr val="accent3"/>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mc:AlternateContent xmlns:mc="http://schemas.openxmlformats.org/markup-compatibility/2006" xmlns:a14="http://schemas.microsoft.com/office/drawing/2010/main">
          <mc:Choice Requires="a14">
            <p:sp>
              <p:nvSpPr>
                <p:cNvPr id="40" name="文本框 39">
                  <a:extLst>
                    <a:ext uri="{FF2B5EF4-FFF2-40B4-BE49-F238E27FC236}">
                      <a16:creationId xmlns:a16="http://schemas.microsoft.com/office/drawing/2014/main" id="{A90B96BD-7B6C-4227-9038-A042DE3DB894}"/>
                    </a:ext>
                  </a:extLst>
                </p:cNvPr>
                <p:cNvSpPr txBox="1"/>
                <p:nvPr/>
              </p:nvSpPr>
              <p:spPr>
                <a:xfrm>
                  <a:off x="3659320" y="5098286"/>
                  <a:ext cx="1067217" cy="369332"/>
                </a:xfrm>
                <a:prstGeom prst="rect">
                  <a:avLst/>
                </a:prstGeom>
                <a:noFill/>
              </p:spPr>
              <p:txBody>
                <a:bodyPr wrap="square">
                  <a:spAutoFit/>
                </a:bodyPr>
                <a:lstStyle/>
                <a:p>
                  <a:pPr/>
                  <a14:m>
                    <m:oMathPara xmlns:m="http://schemas.openxmlformats.org/officeDocument/2006/math">
                      <m:oMathParaPr>
                        <m:jc m:val="centerGroup"/>
                      </m:oMathParaPr>
                      <m:oMath xmlns:m="http://schemas.openxmlformats.org/officeDocument/2006/math">
                        <m:sSub>
                          <m:sSubPr>
                            <m:ctrlPr>
                              <a:rPr lang="en-US" altLang="zh-CN" b="1" i="1" smtClean="0">
                                <a:solidFill>
                                  <a:schemeClr val="accent3"/>
                                </a:solidFill>
                                <a:latin typeface="Cambria Math" panose="02040503050406030204" pitchFamily="18" charset="0"/>
                              </a:rPr>
                            </m:ctrlPr>
                          </m:sSubPr>
                          <m:e>
                            <m:r>
                              <a:rPr lang="en-US" altLang="zh-CN" b="1" i="1" smtClean="0">
                                <a:solidFill>
                                  <a:schemeClr val="accent3"/>
                                </a:solidFill>
                                <a:latin typeface="Cambria Math" panose="02040503050406030204" pitchFamily="18" charset="0"/>
                              </a:rPr>
                              <m:t>𝑾</m:t>
                            </m:r>
                          </m:e>
                          <m:sub>
                            <m:r>
                              <a:rPr lang="en-US" altLang="zh-CN" b="1" i="1" smtClean="0">
                                <a:solidFill>
                                  <a:schemeClr val="accent3"/>
                                </a:solidFill>
                                <a:latin typeface="Cambria Math" panose="02040503050406030204" pitchFamily="18" charset="0"/>
                              </a:rPr>
                              <m:t>𝑻</m:t>
                            </m:r>
                          </m:sub>
                        </m:sSub>
                        <m:r>
                          <a:rPr lang="en-US" altLang="zh-CN" b="1" i="1" smtClean="0">
                            <a:solidFill>
                              <a:schemeClr val="accent3"/>
                            </a:solidFill>
                            <a:latin typeface="Cambria Math" panose="02040503050406030204" pitchFamily="18" charset="0"/>
                          </a:rPr>
                          <m:t>=</m:t>
                        </m:r>
                        <m:r>
                          <a:rPr lang="en-US" altLang="zh-CN" b="1" i="1" smtClean="0">
                            <a:solidFill>
                              <a:schemeClr val="accent3"/>
                            </a:solidFill>
                            <a:latin typeface="Cambria Math" panose="02040503050406030204" pitchFamily="18" charset="0"/>
                          </a:rPr>
                          <m:t>𝟓</m:t>
                        </m:r>
                      </m:oMath>
                    </m:oMathPara>
                  </a14:m>
                  <a:endParaRPr lang="zh-CN" altLang="en-US" dirty="0">
                    <a:solidFill>
                      <a:schemeClr val="accent3"/>
                    </a:solidFill>
                  </a:endParaRPr>
                </a:p>
              </p:txBody>
            </p:sp>
          </mc:Choice>
          <mc:Fallback xmlns="">
            <p:sp>
              <p:nvSpPr>
                <p:cNvPr id="23" name="文本框 22">
                  <a:extLst>
                    <a:ext uri="{FF2B5EF4-FFF2-40B4-BE49-F238E27FC236}">
                      <a16:creationId xmlns:a16="http://schemas.microsoft.com/office/drawing/2014/main" id="{ABC03EEA-26BD-4845-8ACC-3FB7B6DA9132}"/>
                    </a:ext>
                  </a:extLst>
                </p:cNvPr>
                <p:cNvSpPr txBox="1">
                  <a:spLocks noRot="1" noChangeAspect="1" noMove="1" noResize="1" noEditPoints="1" noAdjustHandles="1" noChangeArrowheads="1" noChangeShapeType="1" noTextEdit="1"/>
                </p:cNvSpPr>
                <p:nvPr/>
              </p:nvSpPr>
              <p:spPr>
                <a:xfrm>
                  <a:off x="3659320" y="5098286"/>
                  <a:ext cx="1067217" cy="369332"/>
                </a:xfrm>
                <a:prstGeom prst="rect">
                  <a:avLst/>
                </a:prstGeom>
                <a:blipFill>
                  <a:blip r:embed="rId4"/>
                  <a:stretch>
                    <a:fillRect b="-3279"/>
                  </a:stretch>
                </a:blipFill>
              </p:spPr>
              <p:txBody>
                <a:bodyPr/>
                <a:lstStyle/>
                <a:p>
                  <a:r>
                    <a:rPr lang="zh-CN" altLang="en-US">
                      <a:noFill/>
                    </a:rPr>
                    <a:t> </a:t>
                  </a:r>
                </a:p>
              </p:txBody>
            </p:sp>
          </mc:Fallback>
        </mc:AlternateContent>
      </p:grpSp>
      <p:grpSp>
        <p:nvGrpSpPr>
          <p:cNvPr id="31" name="组合 30">
            <a:extLst>
              <a:ext uri="{FF2B5EF4-FFF2-40B4-BE49-F238E27FC236}">
                <a16:creationId xmlns:a16="http://schemas.microsoft.com/office/drawing/2014/main" id="{F8FB8773-3132-44C5-BA37-545BA916FC7F}"/>
              </a:ext>
            </a:extLst>
          </p:cNvPr>
          <p:cNvGrpSpPr/>
          <p:nvPr/>
        </p:nvGrpSpPr>
        <p:grpSpPr>
          <a:xfrm>
            <a:off x="3659320" y="1363110"/>
            <a:ext cx="1067217" cy="917885"/>
            <a:chOff x="2146413" y="1363110"/>
            <a:chExt cx="1067217" cy="917885"/>
          </a:xfrm>
        </p:grpSpPr>
        <p:sp>
          <p:nvSpPr>
            <p:cNvPr id="32" name="矩形 31">
              <a:extLst>
                <a:ext uri="{FF2B5EF4-FFF2-40B4-BE49-F238E27FC236}">
                  <a16:creationId xmlns:a16="http://schemas.microsoft.com/office/drawing/2014/main" id="{D4210CF8-E394-4326-9E53-07BBCF692252}"/>
                </a:ext>
              </a:extLst>
            </p:cNvPr>
            <p:cNvSpPr/>
            <p:nvPr/>
          </p:nvSpPr>
          <p:spPr>
            <a:xfrm>
              <a:off x="2300222" y="1739531"/>
              <a:ext cx="759600" cy="541464"/>
            </a:xfrm>
            <a:prstGeom prst="rect">
              <a:avLst/>
            </a:prstGeom>
            <a:solidFill>
              <a:schemeClr val="accent4"/>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mc:AlternateContent xmlns:mc="http://schemas.openxmlformats.org/markup-compatibility/2006" xmlns:a14="http://schemas.microsoft.com/office/drawing/2010/main">
          <mc:Choice Requires="a14">
            <p:sp>
              <p:nvSpPr>
                <p:cNvPr id="33" name="文本框 32">
                  <a:extLst>
                    <a:ext uri="{FF2B5EF4-FFF2-40B4-BE49-F238E27FC236}">
                      <a16:creationId xmlns:a16="http://schemas.microsoft.com/office/drawing/2014/main" id="{B18AE0E4-0AF2-4267-8E26-A1FBCFC82FCA}"/>
                    </a:ext>
                  </a:extLst>
                </p:cNvPr>
                <p:cNvSpPr txBox="1"/>
                <p:nvPr/>
              </p:nvSpPr>
              <p:spPr>
                <a:xfrm>
                  <a:off x="2146413" y="1363110"/>
                  <a:ext cx="1067217" cy="369332"/>
                </a:xfrm>
                <a:prstGeom prst="rect">
                  <a:avLst/>
                </a:prstGeom>
                <a:noFill/>
              </p:spPr>
              <p:txBody>
                <a:bodyPr wrap="square">
                  <a:spAutoFit/>
                </a:bodyPr>
                <a:lstStyle/>
                <a:p>
                  <a:pPr/>
                  <a14:m>
                    <m:oMathPara xmlns:m="http://schemas.openxmlformats.org/officeDocument/2006/math">
                      <m:oMathParaPr>
                        <m:jc m:val="centerGroup"/>
                      </m:oMathParaPr>
                      <m:oMath xmlns:m="http://schemas.openxmlformats.org/officeDocument/2006/math">
                        <m:sSub>
                          <m:sSubPr>
                            <m:ctrlPr>
                              <a:rPr lang="en-US" altLang="zh-CN" b="1" i="1" smtClean="0">
                                <a:solidFill>
                                  <a:schemeClr val="accent4"/>
                                </a:solidFill>
                                <a:latin typeface="Cambria Math" panose="02040503050406030204" pitchFamily="18" charset="0"/>
                              </a:rPr>
                            </m:ctrlPr>
                          </m:sSubPr>
                          <m:e>
                            <m:r>
                              <a:rPr lang="en-US" altLang="zh-CN" b="1" i="1" smtClean="0">
                                <a:solidFill>
                                  <a:schemeClr val="accent4"/>
                                </a:solidFill>
                                <a:latin typeface="Cambria Math" panose="02040503050406030204" pitchFamily="18" charset="0"/>
                              </a:rPr>
                              <m:t>𝑾</m:t>
                            </m:r>
                          </m:e>
                          <m:sub>
                            <m:r>
                              <a:rPr lang="en-US" altLang="zh-CN" b="1" i="1" smtClean="0">
                                <a:solidFill>
                                  <a:schemeClr val="accent4"/>
                                </a:solidFill>
                                <a:latin typeface="Cambria Math" panose="02040503050406030204" pitchFamily="18" charset="0"/>
                              </a:rPr>
                              <m:t>𝑹</m:t>
                            </m:r>
                          </m:sub>
                        </m:sSub>
                        <m:r>
                          <a:rPr lang="en-US" altLang="zh-CN" b="1" i="1" smtClean="0">
                            <a:solidFill>
                              <a:schemeClr val="accent4"/>
                            </a:solidFill>
                            <a:latin typeface="Cambria Math" panose="02040503050406030204" pitchFamily="18" charset="0"/>
                          </a:rPr>
                          <m:t>=</m:t>
                        </m:r>
                        <m:r>
                          <a:rPr lang="en-US" altLang="zh-CN" b="1" i="1" smtClean="0">
                            <a:solidFill>
                              <a:schemeClr val="accent4"/>
                            </a:solidFill>
                            <a:latin typeface="Cambria Math" panose="02040503050406030204" pitchFamily="18" charset="0"/>
                          </a:rPr>
                          <m:t>𝟏</m:t>
                        </m:r>
                      </m:oMath>
                    </m:oMathPara>
                  </a14:m>
                  <a:endParaRPr lang="zh-CN" altLang="en-US" dirty="0">
                    <a:solidFill>
                      <a:schemeClr val="accent3"/>
                    </a:solidFill>
                  </a:endParaRPr>
                </a:p>
              </p:txBody>
            </p:sp>
          </mc:Choice>
          <mc:Fallback xmlns="">
            <p:sp>
              <p:nvSpPr>
                <p:cNvPr id="35" name="文本框 34">
                  <a:extLst>
                    <a:ext uri="{FF2B5EF4-FFF2-40B4-BE49-F238E27FC236}">
                      <a16:creationId xmlns:a16="http://schemas.microsoft.com/office/drawing/2014/main" id="{EE98B7EB-F32B-4A4F-9072-DF021D7DCAD9}"/>
                    </a:ext>
                  </a:extLst>
                </p:cNvPr>
                <p:cNvSpPr txBox="1">
                  <a:spLocks noRot="1" noChangeAspect="1" noMove="1" noResize="1" noEditPoints="1" noAdjustHandles="1" noChangeArrowheads="1" noChangeShapeType="1" noTextEdit="1"/>
                </p:cNvSpPr>
                <p:nvPr/>
              </p:nvSpPr>
              <p:spPr>
                <a:xfrm>
                  <a:off x="2146413" y="1363110"/>
                  <a:ext cx="1067217" cy="369332"/>
                </a:xfrm>
                <a:prstGeom prst="rect">
                  <a:avLst/>
                </a:prstGeom>
                <a:blipFill>
                  <a:blip r:embed="rId3"/>
                  <a:stretch>
                    <a:fillRect b="-3333"/>
                  </a:stretch>
                </a:blipFill>
              </p:spPr>
              <p:txBody>
                <a:bodyPr/>
                <a:lstStyle/>
                <a:p>
                  <a:r>
                    <a:rPr lang="zh-CN" altLang="en-US">
                      <a:noFill/>
                    </a:rPr>
                    <a:t> </a:t>
                  </a:r>
                </a:p>
              </p:txBody>
            </p:sp>
          </mc:Fallback>
        </mc:AlternateContent>
      </p:grpSp>
      <p:grpSp>
        <p:nvGrpSpPr>
          <p:cNvPr id="4" name="组合 3">
            <a:extLst>
              <a:ext uri="{FF2B5EF4-FFF2-40B4-BE49-F238E27FC236}">
                <a16:creationId xmlns:a16="http://schemas.microsoft.com/office/drawing/2014/main" id="{9A1EA9F2-FCB6-48C3-935F-7AE7E3AD14AC}"/>
              </a:ext>
            </a:extLst>
          </p:cNvPr>
          <p:cNvGrpSpPr/>
          <p:nvPr/>
        </p:nvGrpSpPr>
        <p:grpSpPr>
          <a:xfrm>
            <a:off x="304800" y="749300"/>
            <a:ext cx="6192344" cy="400110"/>
            <a:chOff x="424117" y="898245"/>
            <a:chExt cx="6192344" cy="400110"/>
          </a:xfrm>
        </p:grpSpPr>
        <p:sp>
          <p:nvSpPr>
            <p:cNvPr id="2" name="平行四边形 1">
              <a:extLst>
                <a:ext uri="{FF2B5EF4-FFF2-40B4-BE49-F238E27FC236}">
                  <a16:creationId xmlns:a16="http://schemas.microsoft.com/office/drawing/2014/main" id="{1F5BAA3F-9845-4F89-A2DD-8222D3E4EDAC}"/>
                </a:ext>
              </a:extLst>
            </p:cNvPr>
            <p:cNvSpPr/>
            <p:nvPr/>
          </p:nvSpPr>
          <p:spPr>
            <a:xfrm>
              <a:off x="424117" y="898245"/>
              <a:ext cx="628306" cy="387090"/>
            </a:xfrm>
            <a:prstGeom prst="parallelogram">
              <a:avLst/>
            </a:prstGeom>
            <a:solidFill>
              <a:schemeClr val="accent3">
                <a:lumMod val="75000"/>
              </a:schemeClr>
            </a:solidFill>
            <a:ln>
              <a:solidFill>
                <a:schemeClr val="accent3">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CN" sz="2200" dirty="0">
                  <a:latin typeface="Impact" panose="020B0806030902050204" pitchFamily="34" charset="0"/>
                </a:rPr>
                <a:t>01</a:t>
              </a:r>
              <a:endParaRPr lang="zh-CN" altLang="en-US" sz="2200" dirty="0">
                <a:latin typeface="Impact" panose="020B0806030902050204" pitchFamily="34" charset="0"/>
              </a:endParaRPr>
            </a:p>
          </p:txBody>
        </p:sp>
        <p:sp>
          <p:nvSpPr>
            <p:cNvPr id="3" name="文本框 2">
              <a:extLst>
                <a:ext uri="{FF2B5EF4-FFF2-40B4-BE49-F238E27FC236}">
                  <a16:creationId xmlns:a16="http://schemas.microsoft.com/office/drawing/2014/main" id="{4D6BD736-A4D3-4F26-AFED-36E11F50F70B}"/>
                </a:ext>
              </a:extLst>
            </p:cNvPr>
            <p:cNvSpPr txBox="1"/>
            <p:nvPr/>
          </p:nvSpPr>
          <p:spPr>
            <a:xfrm>
              <a:off x="1052423" y="898245"/>
              <a:ext cx="5564038" cy="400110"/>
            </a:xfrm>
            <a:prstGeom prst="rect">
              <a:avLst/>
            </a:prstGeom>
            <a:noFill/>
          </p:spPr>
          <p:txBody>
            <a:bodyPr wrap="square" rtlCol="0">
              <a:spAutoFit/>
            </a:bodyPr>
            <a:lstStyle/>
            <a:p>
              <a:r>
                <a:rPr lang="zh-CN" altLang="en-US" sz="2000" b="1" dirty="0"/>
                <a:t>回退</a:t>
              </a:r>
              <a:r>
                <a:rPr lang="en-US" altLang="zh-CN" sz="2000" b="1" dirty="0"/>
                <a:t>N</a:t>
              </a:r>
              <a:r>
                <a:rPr lang="zh-CN" altLang="en-US" sz="2000" b="1" dirty="0"/>
                <a:t>帧协议</a:t>
              </a:r>
            </a:p>
          </p:txBody>
        </p:sp>
      </p:grpSp>
      <p:grpSp>
        <p:nvGrpSpPr>
          <p:cNvPr id="20" name="组合 19">
            <a:extLst>
              <a:ext uri="{FF2B5EF4-FFF2-40B4-BE49-F238E27FC236}">
                <a16:creationId xmlns:a16="http://schemas.microsoft.com/office/drawing/2014/main" id="{87756F0E-46C2-4571-B23D-C8472E9FD1FB}"/>
              </a:ext>
            </a:extLst>
          </p:cNvPr>
          <p:cNvGrpSpPr/>
          <p:nvPr/>
        </p:nvGrpSpPr>
        <p:grpSpPr>
          <a:xfrm>
            <a:off x="475097" y="1263518"/>
            <a:ext cx="1355161" cy="5114896"/>
            <a:chOff x="475097" y="1263518"/>
            <a:chExt cx="1355161" cy="5114896"/>
          </a:xfrm>
        </p:grpSpPr>
        <p:cxnSp>
          <p:nvCxnSpPr>
            <p:cNvPr id="17" name="直接连接符 16">
              <a:extLst>
                <a:ext uri="{FF2B5EF4-FFF2-40B4-BE49-F238E27FC236}">
                  <a16:creationId xmlns:a16="http://schemas.microsoft.com/office/drawing/2014/main" id="{5A41A17A-7B81-47D8-BDBB-76B8F1AA71D6}"/>
                </a:ext>
              </a:extLst>
            </p:cNvPr>
            <p:cNvCxnSpPr>
              <a:cxnSpLocks/>
            </p:cNvCxnSpPr>
            <p:nvPr/>
          </p:nvCxnSpPr>
          <p:spPr>
            <a:xfrm flipV="1">
              <a:off x="1208367" y="2012996"/>
              <a:ext cx="0" cy="3813858"/>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nvGrpSpPr>
            <p:cNvPr id="9" name="组合 8">
              <a:extLst>
                <a:ext uri="{FF2B5EF4-FFF2-40B4-BE49-F238E27FC236}">
                  <a16:creationId xmlns:a16="http://schemas.microsoft.com/office/drawing/2014/main" id="{A2B5FA1F-35FA-42E7-8D74-E7431B6AAA3C}"/>
                </a:ext>
              </a:extLst>
            </p:cNvPr>
            <p:cNvGrpSpPr/>
            <p:nvPr/>
          </p:nvGrpSpPr>
          <p:grpSpPr>
            <a:xfrm>
              <a:off x="700096" y="5368000"/>
              <a:ext cx="905164" cy="1010414"/>
              <a:chOff x="700096" y="5368000"/>
              <a:chExt cx="905164" cy="1010414"/>
            </a:xfrm>
          </p:grpSpPr>
          <p:pic>
            <p:nvPicPr>
              <p:cNvPr id="214" name="图形 213">
                <a:extLst>
                  <a:ext uri="{FF2B5EF4-FFF2-40B4-BE49-F238E27FC236}">
                    <a16:creationId xmlns:a16="http://schemas.microsoft.com/office/drawing/2014/main" id="{D949CB40-4FF6-4E8C-991B-66D24C6ADF05}"/>
                  </a:ext>
                </a:extLst>
              </p:cNvPr>
              <p:cNvPicPr>
                <a:picLocks noChangeAspect="1"/>
              </p:cNvPicPr>
              <p:nvPr/>
            </p:nvPicPr>
            <p:blipFill>
              <a:blip r:embed="rId5">
                <a:extLst>
                  <a:ext uri="{28A0092B-C50C-407E-A947-70E740481C1C}">
                    <a14:useLocalDpi xmlns:a14="http://schemas.microsoft.com/office/drawing/2010/main" val="0"/>
                  </a:ext>
                  <a:ext uri="{96DAC541-7B7A-43D3-8B79-37D633B846F1}">
                    <asvg:svgBlip xmlns:asvg="http://schemas.microsoft.com/office/drawing/2016/SVG/main" r:embed="rId6"/>
                  </a:ext>
                </a:extLst>
              </a:blip>
              <a:stretch>
                <a:fillRect/>
              </a:stretch>
            </p:blipFill>
            <p:spPr>
              <a:xfrm>
                <a:off x="821271" y="5368000"/>
                <a:ext cx="662814" cy="641082"/>
              </a:xfrm>
              <a:prstGeom prst="rect">
                <a:avLst/>
              </a:prstGeom>
            </p:spPr>
          </p:pic>
          <p:sp>
            <p:nvSpPr>
              <p:cNvPr id="218" name="文本框 217">
                <a:extLst>
                  <a:ext uri="{FF2B5EF4-FFF2-40B4-BE49-F238E27FC236}">
                    <a16:creationId xmlns:a16="http://schemas.microsoft.com/office/drawing/2014/main" id="{584D12FE-712D-432B-A48B-3084189F6B6C}"/>
                  </a:ext>
                </a:extLst>
              </p:cNvPr>
              <p:cNvSpPr txBox="1"/>
              <p:nvPr/>
            </p:nvSpPr>
            <p:spPr>
              <a:xfrm>
                <a:off x="700096" y="6009082"/>
                <a:ext cx="905164" cy="369332"/>
              </a:xfrm>
              <a:prstGeom prst="rect">
                <a:avLst/>
              </a:prstGeom>
              <a:noFill/>
            </p:spPr>
            <p:txBody>
              <a:bodyPr wrap="square" rtlCol="0">
                <a:spAutoFit/>
              </a:bodyPr>
              <a:lstStyle/>
              <a:p>
                <a:r>
                  <a:rPr lang="zh-CN" altLang="en-US" b="1" dirty="0">
                    <a:latin typeface="+mn-ea"/>
                  </a:rPr>
                  <a:t>发送方</a:t>
                </a:r>
              </a:p>
            </p:txBody>
          </p:sp>
        </p:grpSp>
        <p:grpSp>
          <p:nvGrpSpPr>
            <p:cNvPr id="8" name="组合 7">
              <a:extLst>
                <a:ext uri="{FF2B5EF4-FFF2-40B4-BE49-F238E27FC236}">
                  <a16:creationId xmlns:a16="http://schemas.microsoft.com/office/drawing/2014/main" id="{0ACAF080-95D4-4F76-A817-06EA84E449C9}"/>
                </a:ext>
              </a:extLst>
            </p:cNvPr>
            <p:cNvGrpSpPr/>
            <p:nvPr/>
          </p:nvGrpSpPr>
          <p:grpSpPr>
            <a:xfrm>
              <a:off x="878301" y="1263518"/>
              <a:ext cx="905164" cy="1027908"/>
              <a:chOff x="878301" y="1390382"/>
              <a:chExt cx="905164" cy="1027908"/>
            </a:xfrm>
          </p:grpSpPr>
          <p:pic>
            <p:nvPicPr>
              <p:cNvPr id="210" name="图形 209">
                <a:extLst>
                  <a:ext uri="{FF2B5EF4-FFF2-40B4-BE49-F238E27FC236}">
                    <a16:creationId xmlns:a16="http://schemas.microsoft.com/office/drawing/2014/main" id="{61E01467-74F7-469C-BAD5-DFFB1234E440}"/>
                  </a:ext>
                </a:extLst>
              </p:cNvPr>
              <p:cNvPicPr>
                <a:picLocks noChangeAspect="1"/>
              </p:cNvPicPr>
              <p:nvPr/>
            </p:nvPicPr>
            <p:blipFill>
              <a:blip r:embed="rId7">
                <a:extLst>
                  <a:ext uri="{28A0092B-C50C-407E-A947-70E740481C1C}">
                    <a14:useLocalDpi xmlns:a14="http://schemas.microsoft.com/office/drawing/2010/main" val="0"/>
                  </a:ext>
                  <a:ext uri="{96DAC541-7B7A-43D3-8B79-37D633B846F1}">
                    <asvg:svgBlip xmlns:asvg="http://schemas.microsoft.com/office/drawing/2016/SVG/main" r:embed="rId8"/>
                  </a:ext>
                </a:extLst>
              </a:blip>
              <a:stretch>
                <a:fillRect/>
              </a:stretch>
            </p:blipFill>
            <p:spPr>
              <a:xfrm>
                <a:off x="984826" y="1759714"/>
                <a:ext cx="501772" cy="658576"/>
              </a:xfrm>
              <a:prstGeom prst="rect">
                <a:avLst/>
              </a:prstGeom>
            </p:spPr>
          </p:pic>
          <p:sp>
            <p:nvSpPr>
              <p:cNvPr id="219" name="文本框 218">
                <a:extLst>
                  <a:ext uri="{FF2B5EF4-FFF2-40B4-BE49-F238E27FC236}">
                    <a16:creationId xmlns:a16="http://schemas.microsoft.com/office/drawing/2014/main" id="{B105E330-42F6-4FA8-914C-123FFA0756D5}"/>
                  </a:ext>
                </a:extLst>
              </p:cNvPr>
              <p:cNvSpPr txBox="1"/>
              <p:nvPr/>
            </p:nvSpPr>
            <p:spPr>
              <a:xfrm>
                <a:off x="878301" y="1390382"/>
                <a:ext cx="905164" cy="369332"/>
              </a:xfrm>
              <a:prstGeom prst="rect">
                <a:avLst/>
              </a:prstGeom>
              <a:noFill/>
            </p:spPr>
            <p:txBody>
              <a:bodyPr wrap="square" rtlCol="0">
                <a:spAutoFit/>
              </a:bodyPr>
              <a:lstStyle/>
              <a:p>
                <a:r>
                  <a:rPr lang="zh-CN" altLang="en-US" b="1" dirty="0">
                    <a:latin typeface="+mn-ea"/>
                  </a:rPr>
                  <a:t>接收方</a:t>
                </a:r>
              </a:p>
            </p:txBody>
          </p:sp>
        </p:grpSp>
        <p:sp>
          <p:nvSpPr>
            <p:cNvPr id="57" name="云形 56">
              <a:extLst>
                <a:ext uri="{FF2B5EF4-FFF2-40B4-BE49-F238E27FC236}">
                  <a16:creationId xmlns:a16="http://schemas.microsoft.com/office/drawing/2014/main" id="{8D58A5DA-48AF-4D62-A0E1-92B6F8CBE1F4}"/>
                </a:ext>
              </a:extLst>
            </p:cNvPr>
            <p:cNvSpPr/>
            <p:nvPr/>
          </p:nvSpPr>
          <p:spPr>
            <a:xfrm>
              <a:off x="475097" y="3429014"/>
              <a:ext cx="1355161" cy="801398"/>
            </a:xfrm>
            <a:prstGeom prst="cloud">
              <a:avLst/>
            </a:prstGeom>
            <a:solidFill>
              <a:schemeClr val="bg1">
                <a:lumMod val="85000"/>
              </a:schemeClr>
            </a:solidFill>
            <a:ln>
              <a:solidFill>
                <a:schemeClr val="bg1">
                  <a:lumMod val="85000"/>
                </a:schemeClr>
              </a:solidFill>
            </a:ln>
          </p:spPr>
          <p:style>
            <a:lnRef idx="2">
              <a:schemeClr val="accent3">
                <a:shade val="50000"/>
              </a:schemeClr>
            </a:lnRef>
            <a:fillRef idx="1">
              <a:schemeClr val="accent3"/>
            </a:fillRef>
            <a:effectRef idx="0">
              <a:schemeClr val="accent3"/>
            </a:effectRef>
            <a:fontRef idx="minor">
              <a:schemeClr val="lt1"/>
            </a:fontRef>
          </p:style>
          <p:txBody>
            <a:bodyPr rtlCol="0" anchor="ctr"/>
            <a:lstStyle/>
            <a:p>
              <a:pPr algn="ctr"/>
              <a:r>
                <a:rPr lang="zh-CN" altLang="en-US" b="1" dirty="0">
                  <a:solidFill>
                    <a:schemeClr val="tx1"/>
                  </a:solidFill>
                  <a:latin typeface="+mn-ea"/>
                </a:rPr>
                <a:t>因特网</a:t>
              </a:r>
            </a:p>
          </p:txBody>
        </p:sp>
      </p:grpSp>
      <p:graphicFrame>
        <p:nvGraphicFramePr>
          <p:cNvPr id="21" name="表格 21">
            <a:extLst>
              <a:ext uri="{FF2B5EF4-FFF2-40B4-BE49-F238E27FC236}">
                <a16:creationId xmlns:a16="http://schemas.microsoft.com/office/drawing/2014/main" id="{CE497585-4F97-4F44-9ABE-D7BBA16B40E0}"/>
              </a:ext>
            </a:extLst>
          </p:cNvPr>
          <p:cNvGraphicFramePr>
            <a:graphicFrameLocks noGrp="1"/>
          </p:cNvGraphicFramePr>
          <p:nvPr/>
        </p:nvGraphicFramePr>
        <p:xfrm>
          <a:off x="2302929" y="5557308"/>
          <a:ext cx="9067800" cy="370840"/>
        </p:xfrm>
        <a:graphic>
          <a:graphicData uri="http://schemas.openxmlformats.org/drawingml/2006/table">
            <a:tbl>
              <a:tblPr firstRow="1" bandRow="1">
                <a:tableStyleId>{5C22544A-7EE6-4342-B048-85BDC9FD1C3A}</a:tableStyleId>
              </a:tblPr>
              <a:tblGrid>
                <a:gridCol w="755650">
                  <a:extLst>
                    <a:ext uri="{9D8B030D-6E8A-4147-A177-3AD203B41FA5}">
                      <a16:colId xmlns:a16="http://schemas.microsoft.com/office/drawing/2014/main" val="877486509"/>
                    </a:ext>
                  </a:extLst>
                </a:gridCol>
                <a:gridCol w="755650">
                  <a:extLst>
                    <a:ext uri="{9D8B030D-6E8A-4147-A177-3AD203B41FA5}">
                      <a16:colId xmlns:a16="http://schemas.microsoft.com/office/drawing/2014/main" val="3548605817"/>
                    </a:ext>
                  </a:extLst>
                </a:gridCol>
                <a:gridCol w="755650">
                  <a:extLst>
                    <a:ext uri="{9D8B030D-6E8A-4147-A177-3AD203B41FA5}">
                      <a16:colId xmlns:a16="http://schemas.microsoft.com/office/drawing/2014/main" val="2881812895"/>
                    </a:ext>
                  </a:extLst>
                </a:gridCol>
                <a:gridCol w="755650">
                  <a:extLst>
                    <a:ext uri="{9D8B030D-6E8A-4147-A177-3AD203B41FA5}">
                      <a16:colId xmlns:a16="http://schemas.microsoft.com/office/drawing/2014/main" val="3682284582"/>
                    </a:ext>
                  </a:extLst>
                </a:gridCol>
                <a:gridCol w="755650">
                  <a:extLst>
                    <a:ext uri="{9D8B030D-6E8A-4147-A177-3AD203B41FA5}">
                      <a16:colId xmlns:a16="http://schemas.microsoft.com/office/drawing/2014/main" val="500127722"/>
                    </a:ext>
                  </a:extLst>
                </a:gridCol>
                <a:gridCol w="755650">
                  <a:extLst>
                    <a:ext uri="{9D8B030D-6E8A-4147-A177-3AD203B41FA5}">
                      <a16:colId xmlns:a16="http://schemas.microsoft.com/office/drawing/2014/main" val="2946259618"/>
                    </a:ext>
                  </a:extLst>
                </a:gridCol>
                <a:gridCol w="755650">
                  <a:extLst>
                    <a:ext uri="{9D8B030D-6E8A-4147-A177-3AD203B41FA5}">
                      <a16:colId xmlns:a16="http://schemas.microsoft.com/office/drawing/2014/main" val="171501986"/>
                    </a:ext>
                  </a:extLst>
                </a:gridCol>
                <a:gridCol w="755650">
                  <a:extLst>
                    <a:ext uri="{9D8B030D-6E8A-4147-A177-3AD203B41FA5}">
                      <a16:colId xmlns:a16="http://schemas.microsoft.com/office/drawing/2014/main" val="1667185265"/>
                    </a:ext>
                  </a:extLst>
                </a:gridCol>
                <a:gridCol w="755650">
                  <a:extLst>
                    <a:ext uri="{9D8B030D-6E8A-4147-A177-3AD203B41FA5}">
                      <a16:colId xmlns:a16="http://schemas.microsoft.com/office/drawing/2014/main" val="4258211808"/>
                    </a:ext>
                  </a:extLst>
                </a:gridCol>
                <a:gridCol w="755650">
                  <a:extLst>
                    <a:ext uri="{9D8B030D-6E8A-4147-A177-3AD203B41FA5}">
                      <a16:colId xmlns:a16="http://schemas.microsoft.com/office/drawing/2014/main" val="1794200575"/>
                    </a:ext>
                  </a:extLst>
                </a:gridCol>
                <a:gridCol w="755650">
                  <a:extLst>
                    <a:ext uri="{9D8B030D-6E8A-4147-A177-3AD203B41FA5}">
                      <a16:colId xmlns:a16="http://schemas.microsoft.com/office/drawing/2014/main" val="4230716487"/>
                    </a:ext>
                  </a:extLst>
                </a:gridCol>
                <a:gridCol w="755650">
                  <a:extLst>
                    <a:ext uri="{9D8B030D-6E8A-4147-A177-3AD203B41FA5}">
                      <a16:colId xmlns:a16="http://schemas.microsoft.com/office/drawing/2014/main" val="56153739"/>
                    </a:ext>
                  </a:extLst>
                </a:gridCol>
              </a:tblGrid>
              <a:tr h="370840">
                <a:tc>
                  <a:txBody>
                    <a:bodyPr/>
                    <a:lstStyle/>
                    <a:p>
                      <a:pPr algn="ctr"/>
                      <a:r>
                        <a:rPr lang="en-US" altLang="zh-CN" dirty="0">
                          <a:solidFill>
                            <a:schemeClr val="tx1"/>
                          </a:solidFill>
                          <a:latin typeface="Arial Black" panose="020B0A04020102020204" pitchFamily="34" charset="0"/>
                        </a:rPr>
                        <a:t>0</a:t>
                      </a:r>
                      <a:endParaRPr lang="zh-CN" altLang="en-US" dirty="0">
                        <a:solidFill>
                          <a:schemeClr val="tx1"/>
                        </a:solidFill>
                        <a:latin typeface="Arial Black" panose="020B0A04020102020204" pitchFamily="34" charset="0"/>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ctr"/>
                      <a:r>
                        <a:rPr lang="en-US" altLang="zh-CN" dirty="0">
                          <a:solidFill>
                            <a:schemeClr val="tx1"/>
                          </a:solidFill>
                          <a:latin typeface="Arial Black" panose="020B0A04020102020204" pitchFamily="34" charset="0"/>
                        </a:rPr>
                        <a:t>1</a:t>
                      </a:r>
                      <a:endParaRPr lang="zh-CN" altLang="en-US" dirty="0">
                        <a:solidFill>
                          <a:schemeClr val="tx1"/>
                        </a:solidFill>
                        <a:latin typeface="Arial Black" panose="020B0A04020102020204" pitchFamily="34" charset="0"/>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ctr"/>
                      <a:r>
                        <a:rPr lang="en-US" altLang="zh-CN" dirty="0">
                          <a:solidFill>
                            <a:schemeClr val="tx1"/>
                          </a:solidFill>
                          <a:latin typeface="Arial Black" panose="020B0A04020102020204" pitchFamily="34" charset="0"/>
                        </a:rPr>
                        <a:t>2</a:t>
                      </a:r>
                      <a:endParaRPr lang="zh-CN" altLang="en-US" dirty="0">
                        <a:solidFill>
                          <a:schemeClr val="tx1"/>
                        </a:solidFill>
                        <a:latin typeface="Arial Black" panose="020B0A04020102020204" pitchFamily="34" charset="0"/>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ctr"/>
                      <a:r>
                        <a:rPr lang="en-US" altLang="zh-CN" dirty="0">
                          <a:solidFill>
                            <a:schemeClr val="tx1"/>
                          </a:solidFill>
                          <a:latin typeface="Arial Black" panose="020B0A04020102020204" pitchFamily="34" charset="0"/>
                        </a:rPr>
                        <a:t>3</a:t>
                      </a:r>
                      <a:endParaRPr lang="zh-CN" altLang="en-US" dirty="0">
                        <a:solidFill>
                          <a:schemeClr val="tx1"/>
                        </a:solidFill>
                        <a:latin typeface="Arial Black" panose="020B0A04020102020204" pitchFamily="34" charset="0"/>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ctr"/>
                      <a:r>
                        <a:rPr lang="en-US" altLang="zh-CN" dirty="0">
                          <a:solidFill>
                            <a:schemeClr val="tx1"/>
                          </a:solidFill>
                          <a:latin typeface="Arial Black" panose="020B0A04020102020204" pitchFamily="34" charset="0"/>
                        </a:rPr>
                        <a:t>4</a:t>
                      </a:r>
                      <a:endParaRPr lang="zh-CN" altLang="en-US" dirty="0">
                        <a:solidFill>
                          <a:schemeClr val="tx1"/>
                        </a:solidFill>
                        <a:latin typeface="Arial Black" panose="020B0A04020102020204" pitchFamily="34" charset="0"/>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ctr"/>
                      <a:r>
                        <a:rPr lang="en-US" altLang="zh-CN" dirty="0">
                          <a:solidFill>
                            <a:schemeClr val="tx1"/>
                          </a:solidFill>
                          <a:latin typeface="Arial Black" panose="020B0A04020102020204" pitchFamily="34" charset="0"/>
                        </a:rPr>
                        <a:t>5</a:t>
                      </a:r>
                      <a:endParaRPr lang="zh-CN" altLang="en-US" dirty="0">
                        <a:solidFill>
                          <a:schemeClr val="tx1"/>
                        </a:solidFill>
                        <a:latin typeface="Arial Black" panose="020B0A04020102020204" pitchFamily="34" charset="0"/>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ctr"/>
                      <a:r>
                        <a:rPr lang="en-US" altLang="zh-CN" dirty="0">
                          <a:solidFill>
                            <a:schemeClr val="tx1"/>
                          </a:solidFill>
                          <a:latin typeface="Arial Black" panose="020B0A04020102020204" pitchFamily="34" charset="0"/>
                        </a:rPr>
                        <a:t>6</a:t>
                      </a:r>
                      <a:endParaRPr lang="zh-CN" altLang="en-US" dirty="0">
                        <a:solidFill>
                          <a:schemeClr val="tx1"/>
                        </a:solidFill>
                        <a:latin typeface="Arial Black" panose="020B0A04020102020204" pitchFamily="34" charset="0"/>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ctr"/>
                      <a:r>
                        <a:rPr lang="en-US" altLang="zh-CN" dirty="0">
                          <a:solidFill>
                            <a:schemeClr val="tx1"/>
                          </a:solidFill>
                          <a:latin typeface="Arial Black" panose="020B0A04020102020204" pitchFamily="34" charset="0"/>
                        </a:rPr>
                        <a:t>7</a:t>
                      </a:r>
                      <a:endParaRPr lang="zh-CN" altLang="en-US" dirty="0">
                        <a:solidFill>
                          <a:schemeClr val="tx1"/>
                        </a:solidFill>
                        <a:latin typeface="Arial Black" panose="020B0A04020102020204" pitchFamily="34" charset="0"/>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ctr"/>
                      <a:r>
                        <a:rPr lang="en-US" altLang="zh-CN" dirty="0">
                          <a:solidFill>
                            <a:schemeClr val="tx1"/>
                          </a:solidFill>
                          <a:latin typeface="Arial Black" panose="020B0A04020102020204" pitchFamily="34" charset="0"/>
                        </a:rPr>
                        <a:t>0</a:t>
                      </a:r>
                      <a:endParaRPr lang="zh-CN" altLang="en-US" dirty="0">
                        <a:solidFill>
                          <a:schemeClr val="tx1"/>
                        </a:solidFill>
                        <a:latin typeface="Arial Black" panose="020B0A04020102020204" pitchFamily="34" charset="0"/>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ctr"/>
                      <a:r>
                        <a:rPr lang="en-US" altLang="zh-CN" dirty="0">
                          <a:solidFill>
                            <a:schemeClr val="tx1"/>
                          </a:solidFill>
                          <a:latin typeface="Arial Black" panose="020B0A04020102020204" pitchFamily="34" charset="0"/>
                        </a:rPr>
                        <a:t>1</a:t>
                      </a:r>
                      <a:endParaRPr lang="zh-CN" altLang="en-US" dirty="0">
                        <a:solidFill>
                          <a:schemeClr val="tx1"/>
                        </a:solidFill>
                        <a:latin typeface="Arial Black" panose="020B0A04020102020204" pitchFamily="34" charset="0"/>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ctr"/>
                      <a:r>
                        <a:rPr lang="en-US" altLang="zh-CN" dirty="0">
                          <a:solidFill>
                            <a:schemeClr val="tx1"/>
                          </a:solidFill>
                          <a:latin typeface="Arial Black" panose="020B0A04020102020204" pitchFamily="34" charset="0"/>
                        </a:rPr>
                        <a:t>2</a:t>
                      </a:r>
                      <a:endParaRPr lang="zh-CN" altLang="en-US" dirty="0">
                        <a:solidFill>
                          <a:schemeClr val="tx1"/>
                        </a:solidFill>
                        <a:latin typeface="Arial Black" panose="020B0A04020102020204" pitchFamily="34" charset="0"/>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ctr"/>
                      <a:r>
                        <a:rPr lang="en-US" altLang="zh-CN" dirty="0">
                          <a:solidFill>
                            <a:schemeClr val="tx1"/>
                          </a:solidFill>
                          <a:latin typeface="Arial Black" panose="020B0A04020102020204" pitchFamily="34" charset="0"/>
                        </a:rPr>
                        <a:t>…</a:t>
                      </a:r>
                      <a:endParaRPr lang="zh-CN" altLang="en-US" dirty="0">
                        <a:solidFill>
                          <a:schemeClr val="tx1"/>
                        </a:solidFill>
                        <a:latin typeface="Arial Black" panose="020B0A04020102020204" pitchFamily="34" charset="0"/>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extLst>
                  <a:ext uri="{0D108BD9-81ED-4DB2-BD59-A6C34878D82A}">
                    <a16:rowId xmlns:a16="http://schemas.microsoft.com/office/drawing/2014/main" val="316235763"/>
                  </a:ext>
                </a:extLst>
              </a:tr>
            </a:tbl>
          </a:graphicData>
        </a:graphic>
      </p:graphicFrame>
      <p:graphicFrame>
        <p:nvGraphicFramePr>
          <p:cNvPr id="68" name="表格 21">
            <a:extLst>
              <a:ext uri="{FF2B5EF4-FFF2-40B4-BE49-F238E27FC236}">
                <a16:creationId xmlns:a16="http://schemas.microsoft.com/office/drawing/2014/main" id="{D9B4273D-C94E-42E6-A39B-908C6FA1D8AF}"/>
              </a:ext>
            </a:extLst>
          </p:cNvPr>
          <p:cNvGraphicFramePr>
            <a:graphicFrameLocks noGrp="1"/>
          </p:cNvGraphicFramePr>
          <p:nvPr/>
        </p:nvGraphicFramePr>
        <p:xfrm>
          <a:off x="2302929" y="1827576"/>
          <a:ext cx="9067800" cy="370840"/>
        </p:xfrm>
        <a:graphic>
          <a:graphicData uri="http://schemas.openxmlformats.org/drawingml/2006/table">
            <a:tbl>
              <a:tblPr firstRow="1" bandRow="1">
                <a:tableStyleId>{5C22544A-7EE6-4342-B048-85BDC9FD1C3A}</a:tableStyleId>
              </a:tblPr>
              <a:tblGrid>
                <a:gridCol w="755650">
                  <a:extLst>
                    <a:ext uri="{9D8B030D-6E8A-4147-A177-3AD203B41FA5}">
                      <a16:colId xmlns:a16="http://schemas.microsoft.com/office/drawing/2014/main" val="877486509"/>
                    </a:ext>
                  </a:extLst>
                </a:gridCol>
                <a:gridCol w="755650">
                  <a:extLst>
                    <a:ext uri="{9D8B030D-6E8A-4147-A177-3AD203B41FA5}">
                      <a16:colId xmlns:a16="http://schemas.microsoft.com/office/drawing/2014/main" val="3548605817"/>
                    </a:ext>
                  </a:extLst>
                </a:gridCol>
                <a:gridCol w="755650">
                  <a:extLst>
                    <a:ext uri="{9D8B030D-6E8A-4147-A177-3AD203B41FA5}">
                      <a16:colId xmlns:a16="http://schemas.microsoft.com/office/drawing/2014/main" val="2881812895"/>
                    </a:ext>
                  </a:extLst>
                </a:gridCol>
                <a:gridCol w="755650">
                  <a:extLst>
                    <a:ext uri="{9D8B030D-6E8A-4147-A177-3AD203B41FA5}">
                      <a16:colId xmlns:a16="http://schemas.microsoft.com/office/drawing/2014/main" val="3682284582"/>
                    </a:ext>
                  </a:extLst>
                </a:gridCol>
                <a:gridCol w="755650">
                  <a:extLst>
                    <a:ext uri="{9D8B030D-6E8A-4147-A177-3AD203B41FA5}">
                      <a16:colId xmlns:a16="http://schemas.microsoft.com/office/drawing/2014/main" val="500127722"/>
                    </a:ext>
                  </a:extLst>
                </a:gridCol>
                <a:gridCol w="755650">
                  <a:extLst>
                    <a:ext uri="{9D8B030D-6E8A-4147-A177-3AD203B41FA5}">
                      <a16:colId xmlns:a16="http://schemas.microsoft.com/office/drawing/2014/main" val="2946259618"/>
                    </a:ext>
                  </a:extLst>
                </a:gridCol>
                <a:gridCol w="755650">
                  <a:extLst>
                    <a:ext uri="{9D8B030D-6E8A-4147-A177-3AD203B41FA5}">
                      <a16:colId xmlns:a16="http://schemas.microsoft.com/office/drawing/2014/main" val="171501986"/>
                    </a:ext>
                  </a:extLst>
                </a:gridCol>
                <a:gridCol w="755650">
                  <a:extLst>
                    <a:ext uri="{9D8B030D-6E8A-4147-A177-3AD203B41FA5}">
                      <a16:colId xmlns:a16="http://schemas.microsoft.com/office/drawing/2014/main" val="1667185265"/>
                    </a:ext>
                  </a:extLst>
                </a:gridCol>
                <a:gridCol w="755650">
                  <a:extLst>
                    <a:ext uri="{9D8B030D-6E8A-4147-A177-3AD203B41FA5}">
                      <a16:colId xmlns:a16="http://schemas.microsoft.com/office/drawing/2014/main" val="4258211808"/>
                    </a:ext>
                  </a:extLst>
                </a:gridCol>
                <a:gridCol w="755650">
                  <a:extLst>
                    <a:ext uri="{9D8B030D-6E8A-4147-A177-3AD203B41FA5}">
                      <a16:colId xmlns:a16="http://schemas.microsoft.com/office/drawing/2014/main" val="1794200575"/>
                    </a:ext>
                  </a:extLst>
                </a:gridCol>
                <a:gridCol w="755650">
                  <a:extLst>
                    <a:ext uri="{9D8B030D-6E8A-4147-A177-3AD203B41FA5}">
                      <a16:colId xmlns:a16="http://schemas.microsoft.com/office/drawing/2014/main" val="4230716487"/>
                    </a:ext>
                  </a:extLst>
                </a:gridCol>
                <a:gridCol w="755650">
                  <a:extLst>
                    <a:ext uri="{9D8B030D-6E8A-4147-A177-3AD203B41FA5}">
                      <a16:colId xmlns:a16="http://schemas.microsoft.com/office/drawing/2014/main" val="56153739"/>
                    </a:ext>
                  </a:extLst>
                </a:gridCol>
              </a:tblGrid>
              <a:tr h="370840">
                <a:tc>
                  <a:txBody>
                    <a:bodyPr/>
                    <a:lstStyle/>
                    <a:p>
                      <a:pPr algn="ctr"/>
                      <a:r>
                        <a:rPr lang="en-US" altLang="zh-CN" dirty="0">
                          <a:solidFill>
                            <a:schemeClr val="tx1"/>
                          </a:solidFill>
                          <a:latin typeface="Arial Black" panose="020B0A04020102020204" pitchFamily="34" charset="0"/>
                        </a:rPr>
                        <a:t>0</a:t>
                      </a:r>
                      <a:endParaRPr lang="zh-CN" altLang="en-US" dirty="0">
                        <a:solidFill>
                          <a:schemeClr val="tx1"/>
                        </a:solidFill>
                        <a:latin typeface="Arial Black" panose="020B0A04020102020204" pitchFamily="34" charset="0"/>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ctr"/>
                      <a:r>
                        <a:rPr lang="en-US" altLang="zh-CN" dirty="0">
                          <a:solidFill>
                            <a:schemeClr val="tx1"/>
                          </a:solidFill>
                          <a:latin typeface="Arial Black" panose="020B0A04020102020204" pitchFamily="34" charset="0"/>
                        </a:rPr>
                        <a:t>1</a:t>
                      </a:r>
                      <a:endParaRPr lang="zh-CN" altLang="en-US" dirty="0">
                        <a:solidFill>
                          <a:schemeClr val="tx1"/>
                        </a:solidFill>
                        <a:latin typeface="Arial Black" panose="020B0A04020102020204" pitchFamily="34" charset="0"/>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ctr"/>
                      <a:r>
                        <a:rPr lang="en-US" altLang="zh-CN" dirty="0">
                          <a:solidFill>
                            <a:schemeClr val="tx1"/>
                          </a:solidFill>
                          <a:latin typeface="Arial Black" panose="020B0A04020102020204" pitchFamily="34" charset="0"/>
                        </a:rPr>
                        <a:t>2</a:t>
                      </a:r>
                      <a:endParaRPr lang="zh-CN" altLang="en-US" dirty="0">
                        <a:solidFill>
                          <a:schemeClr val="tx1"/>
                        </a:solidFill>
                        <a:latin typeface="Arial Black" panose="020B0A04020102020204" pitchFamily="34" charset="0"/>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ctr"/>
                      <a:r>
                        <a:rPr lang="en-US" altLang="zh-CN" dirty="0">
                          <a:solidFill>
                            <a:schemeClr val="tx1"/>
                          </a:solidFill>
                          <a:latin typeface="Arial Black" panose="020B0A04020102020204" pitchFamily="34" charset="0"/>
                        </a:rPr>
                        <a:t>3</a:t>
                      </a:r>
                      <a:endParaRPr lang="zh-CN" altLang="en-US" dirty="0">
                        <a:solidFill>
                          <a:schemeClr val="tx1"/>
                        </a:solidFill>
                        <a:latin typeface="Arial Black" panose="020B0A04020102020204" pitchFamily="34" charset="0"/>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ctr"/>
                      <a:r>
                        <a:rPr lang="en-US" altLang="zh-CN" dirty="0">
                          <a:solidFill>
                            <a:schemeClr val="tx1"/>
                          </a:solidFill>
                          <a:latin typeface="Arial Black" panose="020B0A04020102020204" pitchFamily="34" charset="0"/>
                        </a:rPr>
                        <a:t>4</a:t>
                      </a:r>
                      <a:endParaRPr lang="zh-CN" altLang="en-US" dirty="0">
                        <a:solidFill>
                          <a:schemeClr val="tx1"/>
                        </a:solidFill>
                        <a:latin typeface="Arial Black" panose="020B0A04020102020204" pitchFamily="34" charset="0"/>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ctr"/>
                      <a:r>
                        <a:rPr lang="en-US" altLang="zh-CN" dirty="0">
                          <a:solidFill>
                            <a:schemeClr val="tx1"/>
                          </a:solidFill>
                          <a:latin typeface="Arial Black" panose="020B0A04020102020204" pitchFamily="34" charset="0"/>
                        </a:rPr>
                        <a:t>5</a:t>
                      </a:r>
                      <a:endParaRPr lang="zh-CN" altLang="en-US" dirty="0">
                        <a:solidFill>
                          <a:schemeClr val="tx1"/>
                        </a:solidFill>
                        <a:latin typeface="Arial Black" panose="020B0A04020102020204" pitchFamily="34" charset="0"/>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ctr"/>
                      <a:r>
                        <a:rPr lang="en-US" altLang="zh-CN" dirty="0">
                          <a:solidFill>
                            <a:schemeClr val="tx1"/>
                          </a:solidFill>
                          <a:latin typeface="Arial Black" panose="020B0A04020102020204" pitchFamily="34" charset="0"/>
                        </a:rPr>
                        <a:t>6</a:t>
                      </a:r>
                      <a:endParaRPr lang="zh-CN" altLang="en-US" dirty="0">
                        <a:solidFill>
                          <a:schemeClr val="tx1"/>
                        </a:solidFill>
                        <a:latin typeface="Arial Black" panose="020B0A04020102020204" pitchFamily="34" charset="0"/>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ctr"/>
                      <a:r>
                        <a:rPr lang="en-US" altLang="zh-CN" dirty="0">
                          <a:solidFill>
                            <a:schemeClr val="tx1"/>
                          </a:solidFill>
                          <a:latin typeface="Arial Black" panose="020B0A04020102020204" pitchFamily="34" charset="0"/>
                        </a:rPr>
                        <a:t>7</a:t>
                      </a:r>
                      <a:endParaRPr lang="zh-CN" altLang="en-US" dirty="0">
                        <a:solidFill>
                          <a:schemeClr val="tx1"/>
                        </a:solidFill>
                        <a:latin typeface="Arial Black" panose="020B0A04020102020204" pitchFamily="34" charset="0"/>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ctr"/>
                      <a:r>
                        <a:rPr lang="en-US" altLang="zh-CN" dirty="0">
                          <a:solidFill>
                            <a:schemeClr val="tx1"/>
                          </a:solidFill>
                          <a:latin typeface="Arial Black" panose="020B0A04020102020204" pitchFamily="34" charset="0"/>
                        </a:rPr>
                        <a:t>0</a:t>
                      </a:r>
                      <a:endParaRPr lang="zh-CN" altLang="en-US" dirty="0">
                        <a:solidFill>
                          <a:schemeClr val="tx1"/>
                        </a:solidFill>
                        <a:latin typeface="Arial Black" panose="020B0A04020102020204" pitchFamily="34" charset="0"/>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ctr"/>
                      <a:r>
                        <a:rPr lang="en-US" altLang="zh-CN" dirty="0">
                          <a:solidFill>
                            <a:schemeClr val="tx1"/>
                          </a:solidFill>
                          <a:latin typeface="Arial Black" panose="020B0A04020102020204" pitchFamily="34" charset="0"/>
                        </a:rPr>
                        <a:t>1</a:t>
                      </a:r>
                      <a:endParaRPr lang="zh-CN" altLang="en-US" dirty="0">
                        <a:solidFill>
                          <a:schemeClr val="tx1"/>
                        </a:solidFill>
                        <a:latin typeface="Arial Black" panose="020B0A04020102020204" pitchFamily="34" charset="0"/>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ctr"/>
                      <a:r>
                        <a:rPr lang="en-US" altLang="zh-CN" dirty="0">
                          <a:solidFill>
                            <a:schemeClr val="tx1"/>
                          </a:solidFill>
                          <a:latin typeface="Arial Black" panose="020B0A04020102020204" pitchFamily="34" charset="0"/>
                        </a:rPr>
                        <a:t>2</a:t>
                      </a:r>
                      <a:endParaRPr lang="zh-CN" altLang="en-US" dirty="0">
                        <a:solidFill>
                          <a:schemeClr val="tx1"/>
                        </a:solidFill>
                        <a:latin typeface="Arial Black" panose="020B0A04020102020204" pitchFamily="34" charset="0"/>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ctr"/>
                      <a:r>
                        <a:rPr lang="en-US" altLang="zh-CN" dirty="0">
                          <a:solidFill>
                            <a:schemeClr val="tx1"/>
                          </a:solidFill>
                          <a:latin typeface="Arial Black" panose="020B0A04020102020204" pitchFamily="34" charset="0"/>
                        </a:rPr>
                        <a:t>…</a:t>
                      </a:r>
                      <a:endParaRPr lang="zh-CN" altLang="en-US" dirty="0">
                        <a:solidFill>
                          <a:schemeClr val="tx1"/>
                        </a:solidFill>
                        <a:latin typeface="Arial Black" panose="020B0A04020102020204" pitchFamily="34" charset="0"/>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extLst>
                  <a:ext uri="{0D108BD9-81ED-4DB2-BD59-A6C34878D82A}">
                    <a16:rowId xmlns:a16="http://schemas.microsoft.com/office/drawing/2014/main" val="316235763"/>
                  </a:ext>
                </a:extLst>
              </a:tr>
            </a:tbl>
          </a:graphicData>
        </a:graphic>
      </p:graphicFrame>
      <p:sp>
        <p:nvSpPr>
          <p:cNvPr id="49" name="íşlïḍè">
            <a:extLst>
              <a:ext uri="{FF2B5EF4-FFF2-40B4-BE49-F238E27FC236}">
                <a16:creationId xmlns:a16="http://schemas.microsoft.com/office/drawing/2014/main" id="{84B44B39-A1BD-4956-A1BF-ECB7ACDDA058}"/>
              </a:ext>
            </a:extLst>
          </p:cNvPr>
          <p:cNvSpPr txBox="1"/>
          <p:nvPr/>
        </p:nvSpPr>
        <p:spPr>
          <a:xfrm>
            <a:off x="3835285" y="3287898"/>
            <a:ext cx="4525886" cy="602502"/>
          </a:xfrm>
          <a:prstGeom prst="rect">
            <a:avLst/>
          </a:prstGeom>
          <a:noFill/>
        </p:spPr>
        <p:txBody>
          <a:bodyPr wrap="square" lIns="91440" tIns="45720" rIns="91440" bIns="45720" anchor="ctr">
            <a:noAutofit/>
          </a:bodyPr>
          <a:lstStyle/>
          <a:p>
            <a:pPr algn="ctr"/>
            <a:r>
              <a:rPr lang="zh-CN" altLang="en-US" sz="2800" b="1" dirty="0"/>
              <a:t>超时重传、回退</a:t>
            </a:r>
            <a:r>
              <a:rPr lang="en-US" altLang="zh-CN" sz="2800" b="1" dirty="0"/>
              <a:t>N</a:t>
            </a:r>
            <a:r>
              <a:rPr lang="zh-CN" altLang="en-US" sz="2800" b="1" dirty="0"/>
              <a:t>帧的情况</a:t>
            </a:r>
            <a:endParaRPr lang="en-US" altLang="zh-CN" sz="2800" b="1" dirty="0"/>
          </a:p>
        </p:txBody>
      </p:sp>
      <p:sp>
        <p:nvSpPr>
          <p:cNvPr id="13" name="矩形 12">
            <a:extLst>
              <a:ext uri="{FF2B5EF4-FFF2-40B4-BE49-F238E27FC236}">
                <a16:creationId xmlns:a16="http://schemas.microsoft.com/office/drawing/2014/main" id="{14642CA0-C4C4-44A5-BD3D-9FB5C2470514}"/>
              </a:ext>
            </a:extLst>
          </p:cNvPr>
          <p:cNvSpPr/>
          <p:nvPr/>
        </p:nvSpPr>
        <p:spPr>
          <a:xfrm>
            <a:off x="2300222" y="5537182"/>
            <a:ext cx="3780000" cy="390966"/>
          </a:xfrm>
          <a:prstGeom prst="rect">
            <a:avLst/>
          </a:prstGeom>
          <a:solidFill>
            <a:schemeClr val="accent3">
              <a:alpha val="74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36" name="矩形 35">
            <a:extLst>
              <a:ext uri="{FF2B5EF4-FFF2-40B4-BE49-F238E27FC236}">
                <a16:creationId xmlns:a16="http://schemas.microsoft.com/office/drawing/2014/main" id="{E7EB5D14-D014-48F8-ACBF-E9E95001992A}"/>
              </a:ext>
            </a:extLst>
          </p:cNvPr>
          <p:cNvSpPr/>
          <p:nvPr/>
        </p:nvSpPr>
        <p:spPr>
          <a:xfrm>
            <a:off x="2311257" y="1832079"/>
            <a:ext cx="1497129" cy="356368"/>
          </a:xfrm>
          <a:prstGeom prst="rect">
            <a:avLst/>
          </a:prstGeom>
          <a:solidFill>
            <a:schemeClr val="accent4">
              <a:alpha val="74000"/>
            </a:schemeClr>
          </a:solidFill>
          <a:ln>
            <a:solidFill>
              <a:schemeClr val="accent4"/>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grpSp>
        <p:nvGrpSpPr>
          <p:cNvPr id="50" name="组合 49">
            <a:extLst>
              <a:ext uri="{FF2B5EF4-FFF2-40B4-BE49-F238E27FC236}">
                <a16:creationId xmlns:a16="http://schemas.microsoft.com/office/drawing/2014/main" id="{F39BB1B7-7FD8-4DD6-95B8-8EB78C0D2722}"/>
              </a:ext>
            </a:extLst>
          </p:cNvPr>
          <p:cNvGrpSpPr/>
          <p:nvPr/>
        </p:nvGrpSpPr>
        <p:grpSpPr>
          <a:xfrm>
            <a:off x="467055" y="4835167"/>
            <a:ext cx="708432" cy="532527"/>
            <a:chOff x="1251044" y="2295088"/>
            <a:chExt cx="708432" cy="532527"/>
          </a:xfrm>
          <a:solidFill>
            <a:schemeClr val="accent4"/>
          </a:solidFill>
        </p:grpSpPr>
        <p:sp>
          <p:nvSpPr>
            <p:cNvPr id="59" name="矩形 58">
              <a:extLst>
                <a:ext uri="{FF2B5EF4-FFF2-40B4-BE49-F238E27FC236}">
                  <a16:creationId xmlns:a16="http://schemas.microsoft.com/office/drawing/2014/main" id="{4AF13DC1-A7E5-47E9-8020-D660D64D8EA3}"/>
                </a:ext>
              </a:extLst>
            </p:cNvPr>
            <p:cNvSpPr/>
            <p:nvPr/>
          </p:nvSpPr>
          <p:spPr>
            <a:xfrm>
              <a:off x="1251044" y="2557332"/>
              <a:ext cx="708432" cy="270283"/>
            </a:xfrm>
            <a:prstGeom prst="rect">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46800" rIns="46800" rtlCol="0" anchor="ctr"/>
            <a:lstStyle/>
            <a:p>
              <a:pPr algn="ctr"/>
              <a:r>
                <a:rPr lang="en-US" altLang="zh-CN" b="1" dirty="0"/>
                <a:t>ACK0</a:t>
              </a:r>
              <a:endParaRPr lang="zh-CN" altLang="en-US" b="1" dirty="0"/>
            </a:p>
          </p:txBody>
        </p:sp>
        <p:sp>
          <p:nvSpPr>
            <p:cNvPr id="60" name="矩形 59">
              <a:extLst>
                <a:ext uri="{FF2B5EF4-FFF2-40B4-BE49-F238E27FC236}">
                  <a16:creationId xmlns:a16="http://schemas.microsoft.com/office/drawing/2014/main" id="{D777A5B1-5391-468E-8E8F-3A461C41D710}"/>
                </a:ext>
              </a:extLst>
            </p:cNvPr>
            <p:cNvSpPr/>
            <p:nvPr/>
          </p:nvSpPr>
          <p:spPr>
            <a:xfrm>
              <a:off x="1251044" y="2295088"/>
              <a:ext cx="708432" cy="270283"/>
            </a:xfrm>
            <a:prstGeom prst="rect">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46800" rIns="46800" rtlCol="0" anchor="ctr"/>
            <a:lstStyle/>
            <a:p>
              <a:pPr algn="ctr"/>
              <a:r>
                <a:rPr lang="en-US" altLang="zh-CN" b="1" dirty="0"/>
                <a:t>ACK1</a:t>
              </a:r>
              <a:endParaRPr lang="zh-CN" altLang="en-US" b="1" dirty="0"/>
            </a:p>
          </p:txBody>
        </p:sp>
      </p:grpSp>
      <p:grpSp>
        <p:nvGrpSpPr>
          <p:cNvPr id="34" name="组合 33">
            <a:extLst>
              <a:ext uri="{FF2B5EF4-FFF2-40B4-BE49-F238E27FC236}">
                <a16:creationId xmlns:a16="http://schemas.microsoft.com/office/drawing/2014/main" id="{6438B82E-ED55-4AED-9F3A-D11F84EB6C5E}"/>
              </a:ext>
            </a:extLst>
          </p:cNvPr>
          <p:cNvGrpSpPr/>
          <p:nvPr/>
        </p:nvGrpSpPr>
        <p:grpSpPr>
          <a:xfrm>
            <a:off x="467055" y="2870535"/>
            <a:ext cx="708432" cy="532527"/>
            <a:chOff x="1251044" y="2295088"/>
            <a:chExt cx="708432" cy="532527"/>
          </a:xfrm>
          <a:solidFill>
            <a:schemeClr val="accent4"/>
          </a:solidFill>
        </p:grpSpPr>
        <p:sp>
          <p:nvSpPr>
            <p:cNvPr id="35" name="矩形 34">
              <a:extLst>
                <a:ext uri="{FF2B5EF4-FFF2-40B4-BE49-F238E27FC236}">
                  <a16:creationId xmlns:a16="http://schemas.microsoft.com/office/drawing/2014/main" id="{F3DB2538-C868-4051-B46A-F9F6B5E1D4D2}"/>
                </a:ext>
              </a:extLst>
            </p:cNvPr>
            <p:cNvSpPr/>
            <p:nvPr/>
          </p:nvSpPr>
          <p:spPr>
            <a:xfrm>
              <a:off x="1251044" y="2557332"/>
              <a:ext cx="708432" cy="270283"/>
            </a:xfrm>
            <a:prstGeom prst="rect">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46800" rIns="46800" rtlCol="0" anchor="ctr"/>
            <a:lstStyle/>
            <a:p>
              <a:pPr algn="ctr"/>
              <a:r>
                <a:rPr lang="en-US" altLang="zh-CN" b="1" dirty="0"/>
                <a:t>ACK1</a:t>
              </a:r>
              <a:endParaRPr lang="zh-CN" altLang="en-US" b="1" dirty="0"/>
            </a:p>
          </p:txBody>
        </p:sp>
        <p:sp>
          <p:nvSpPr>
            <p:cNvPr id="37" name="矩形 36">
              <a:extLst>
                <a:ext uri="{FF2B5EF4-FFF2-40B4-BE49-F238E27FC236}">
                  <a16:creationId xmlns:a16="http://schemas.microsoft.com/office/drawing/2014/main" id="{16DDC72A-20D4-4E05-B385-8089E3128F45}"/>
                </a:ext>
              </a:extLst>
            </p:cNvPr>
            <p:cNvSpPr/>
            <p:nvPr/>
          </p:nvSpPr>
          <p:spPr>
            <a:xfrm>
              <a:off x="1251044" y="2295088"/>
              <a:ext cx="708432" cy="270283"/>
            </a:xfrm>
            <a:prstGeom prst="rect">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46800" rIns="46800" rtlCol="0" anchor="ctr"/>
            <a:lstStyle/>
            <a:p>
              <a:pPr algn="ctr"/>
              <a:r>
                <a:rPr lang="en-US" altLang="zh-CN" b="1" dirty="0"/>
                <a:t>ACK1</a:t>
              </a:r>
              <a:endParaRPr lang="zh-CN" altLang="en-US" b="1" dirty="0"/>
            </a:p>
          </p:txBody>
        </p:sp>
      </p:grpSp>
      <p:grpSp>
        <p:nvGrpSpPr>
          <p:cNvPr id="41" name="组合 40">
            <a:extLst>
              <a:ext uri="{FF2B5EF4-FFF2-40B4-BE49-F238E27FC236}">
                <a16:creationId xmlns:a16="http://schemas.microsoft.com/office/drawing/2014/main" id="{9BA5E5F2-C68F-4F47-99BC-857246C39325}"/>
              </a:ext>
            </a:extLst>
          </p:cNvPr>
          <p:cNvGrpSpPr/>
          <p:nvPr/>
        </p:nvGrpSpPr>
        <p:grpSpPr>
          <a:xfrm>
            <a:off x="467055" y="3912454"/>
            <a:ext cx="708432" cy="532527"/>
            <a:chOff x="1251044" y="2295088"/>
            <a:chExt cx="708432" cy="532527"/>
          </a:xfrm>
          <a:solidFill>
            <a:schemeClr val="accent4"/>
          </a:solidFill>
        </p:grpSpPr>
        <p:sp>
          <p:nvSpPr>
            <p:cNvPr id="42" name="矩形 41">
              <a:extLst>
                <a:ext uri="{FF2B5EF4-FFF2-40B4-BE49-F238E27FC236}">
                  <a16:creationId xmlns:a16="http://schemas.microsoft.com/office/drawing/2014/main" id="{AC390465-7228-4677-8E6E-4327B378560E}"/>
                </a:ext>
              </a:extLst>
            </p:cNvPr>
            <p:cNvSpPr/>
            <p:nvPr/>
          </p:nvSpPr>
          <p:spPr>
            <a:xfrm>
              <a:off x="1251044" y="2557332"/>
              <a:ext cx="708432" cy="270283"/>
            </a:xfrm>
            <a:prstGeom prst="rect">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46800" rIns="46800" rtlCol="0" anchor="ctr"/>
            <a:lstStyle/>
            <a:p>
              <a:pPr algn="ctr"/>
              <a:r>
                <a:rPr lang="en-US" altLang="zh-CN" b="1" dirty="0"/>
                <a:t>ACK1</a:t>
              </a:r>
              <a:endParaRPr lang="zh-CN" altLang="en-US" b="1" dirty="0"/>
            </a:p>
          </p:txBody>
        </p:sp>
        <p:sp>
          <p:nvSpPr>
            <p:cNvPr id="43" name="矩形 42">
              <a:extLst>
                <a:ext uri="{FF2B5EF4-FFF2-40B4-BE49-F238E27FC236}">
                  <a16:creationId xmlns:a16="http://schemas.microsoft.com/office/drawing/2014/main" id="{6D91B393-4DFC-4329-8083-5B3A926A28AD}"/>
                </a:ext>
              </a:extLst>
            </p:cNvPr>
            <p:cNvSpPr/>
            <p:nvPr/>
          </p:nvSpPr>
          <p:spPr>
            <a:xfrm>
              <a:off x="1251044" y="2295088"/>
              <a:ext cx="708432" cy="270283"/>
            </a:xfrm>
            <a:prstGeom prst="rect">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46800" rIns="46800" rtlCol="0" anchor="ctr"/>
            <a:lstStyle/>
            <a:p>
              <a:pPr algn="ctr"/>
              <a:r>
                <a:rPr lang="en-US" altLang="zh-CN" b="1" dirty="0"/>
                <a:t>ACK1</a:t>
              </a:r>
              <a:endParaRPr lang="zh-CN" altLang="en-US" b="1" dirty="0"/>
            </a:p>
          </p:txBody>
        </p:sp>
      </p:grpSp>
      <p:sp>
        <p:nvSpPr>
          <p:cNvPr id="44" name="平行四边形 43">
            <a:extLst>
              <a:ext uri="{FF2B5EF4-FFF2-40B4-BE49-F238E27FC236}">
                <a16:creationId xmlns:a16="http://schemas.microsoft.com/office/drawing/2014/main" id="{4EBAD893-EBB1-B830-483A-94E4E08433F5}"/>
              </a:ext>
            </a:extLst>
          </p:cNvPr>
          <p:cNvSpPr/>
          <p:nvPr/>
        </p:nvSpPr>
        <p:spPr>
          <a:xfrm>
            <a:off x="304799" y="749300"/>
            <a:ext cx="695119" cy="387090"/>
          </a:xfrm>
          <a:prstGeom prst="parallelogram">
            <a:avLst/>
          </a:prstGeom>
          <a:solidFill>
            <a:schemeClr val="accent3">
              <a:lumMod val="75000"/>
            </a:schemeClr>
          </a:solidFill>
          <a:ln>
            <a:solidFill>
              <a:schemeClr val="accent3">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CN" sz="2200" dirty="0">
                <a:latin typeface="Impact" panose="020B0806030902050204" pitchFamily="34" charset="0"/>
              </a:rPr>
              <a:t>04</a:t>
            </a:r>
            <a:endParaRPr lang="zh-CN" altLang="en-US" sz="2200" dirty="0">
              <a:latin typeface="Impact" panose="020B0806030902050204" pitchFamily="34" charset="0"/>
            </a:endParaRPr>
          </a:p>
        </p:txBody>
      </p:sp>
    </p:spTree>
    <p:custDataLst>
      <p:tags r:id="rId1"/>
    </p:custDataLst>
    <p:extLst>
      <p:ext uri="{BB962C8B-B14F-4D97-AF65-F5344CB8AC3E}">
        <p14:creationId xmlns:p14="http://schemas.microsoft.com/office/powerpoint/2010/main" val="2708520737"/>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2" presetClass="exit" presetSubtype="4" fill="hold" nodeType="withEffect">
                                  <p:stCondLst>
                                    <p:cond delay="0"/>
                                  </p:stCondLst>
                                  <p:childTnLst>
                                    <p:anim calcmode="lin" valueType="num">
                                      <p:cBhvr additive="base">
                                        <p:cTn id="6" dur="500"/>
                                        <p:tgtEl>
                                          <p:spTgt spid="50"/>
                                        </p:tgtEl>
                                        <p:attrNameLst>
                                          <p:attrName>ppt_y</p:attrName>
                                        </p:attrNameLst>
                                      </p:cBhvr>
                                      <p:tavLst>
                                        <p:tav tm="0">
                                          <p:val>
                                            <p:strVal val="#ppt_y"/>
                                          </p:val>
                                        </p:tav>
                                        <p:tav tm="100000">
                                          <p:val>
                                            <p:strVal val="#ppt_y+#ppt_h*1.125000"/>
                                          </p:val>
                                        </p:tav>
                                      </p:tavLst>
                                    </p:anim>
                                    <p:animEffect transition="out" filter="wipe(down)">
                                      <p:cBhvr>
                                        <p:cTn id="7" dur="500"/>
                                        <p:tgtEl>
                                          <p:spTgt spid="50"/>
                                        </p:tgtEl>
                                      </p:cBhvr>
                                    </p:animEffect>
                                    <p:set>
                                      <p:cBhvr>
                                        <p:cTn id="8" dur="1" fill="hold">
                                          <p:stCondLst>
                                            <p:cond delay="499"/>
                                          </p:stCondLst>
                                        </p:cTn>
                                        <p:tgtEl>
                                          <p:spTgt spid="50"/>
                                        </p:tgtEl>
                                        <p:attrNameLst>
                                          <p:attrName>style.visibility</p:attrName>
                                        </p:attrNameLst>
                                      </p:cBhvr>
                                      <p:to>
                                        <p:strVal val="hidden"/>
                                      </p:to>
                                    </p:set>
                                  </p:childTnLst>
                                </p:cTn>
                              </p:par>
                              <p:par>
                                <p:cTn id="9" presetID="10" presetClass="exit" presetSubtype="0" decel="50000" fill="hold" nodeType="withEffect">
                                  <p:stCondLst>
                                    <p:cond delay="0"/>
                                  </p:stCondLst>
                                  <p:childTnLst>
                                    <p:animEffect transition="out" filter="fade">
                                      <p:cBhvr>
                                        <p:cTn id="10" dur="1000"/>
                                        <p:tgtEl>
                                          <p:spTgt spid="7"/>
                                        </p:tgtEl>
                                      </p:cBhvr>
                                    </p:animEffect>
                                    <p:set>
                                      <p:cBhvr>
                                        <p:cTn id="11" dur="1" fill="hold">
                                          <p:stCondLst>
                                            <p:cond delay="999"/>
                                          </p:stCondLst>
                                        </p:cTn>
                                        <p:tgtEl>
                                          <p:spTgt spid="7"/>
                                        </p:tgtEl>
                                        <p:attrNameLst>
                                          <p:attrName>style.visibility</p:attrName>
                                        </p:attrNameLst>
                                      </p:cBhvr>
                                      <p:to>
                                        <p:strVal val="hidden"/>
                                      </p:to>
                                    </p:set>
                                  </p:childTnLst>
                                </p:cTn>
                              </p:par>
                              <p:par>
                                <p:cTn id="12" presetID="10" presetClass="entr" presetSubtype="0" decel="50000" fill="hold" nodeType="withEffect">
                                  <p:stCondLst>
                                    <p:cond delay="0"/>
                                  </p:stCondLst>
                                  <p:childTnLst>
                                    <p:set>
                                      <p:cBhvr>
                                        <p:cTn id="13" dur="1" fill="hold">
                                          <p:stCondLst>
                                            <p:cond delay="0"/>
                                          </p:stCondLst>
                                        </p:cTn>
                                        <p:tgtEl>
                                          <p:spTgt spid="38"/>
                                        </p:tgtEl>
                                        <p:attrNameLst>
                                          <p:attrName>style.visibility</p:attrName>
                                        </p:attrNameLst>
                                      </p:cBhvr>
                                      <p:to>
                                        <p:strVal val="visible"/>
                                      </p:to>
                                    </p:set>
                                    <p:animEffect transition="in" filter="fade">
                                      <p:cBhvr>
                                        <p:cTn id="14" dur="1000"/>
                                        <p:tgtEl>
                                          <p:spTgt spid="38"/>
                                        </p:tgtEl>
                                      </p:cBhvr>
                                    </p:animEffect>
                                  </p:childTnLst>
                                </p:cTn>
                              </p:par>
                              <p:par>
                                <p:cTn id="15" presetID="63" presetClass="path" presetSubtype="0" decel="50000" fill="hold" nodeType="withEffect">
                                  <p:stCondLst>
                                    <p:cond delay="0"/>
                                  </p:stCondLst>
                                  <p:childTnLst>
                                    <p:animMotion origin="layout" path="M 0 0 L 0.124206 0 E" pathEditMode="relative" ptsTypes="">
                                      <p:cBhvr>
                                        <p:cTn id="16" dur="1000" fill="hold"/>
                                        <p:tgtEl>
                                          <p:spTgt spid="7"/>
                                        </p:tgtEl>
                                        <p:attrNameLst>
                                          <p:attrName>ppt_x</p:attrName>
                                          <p:attrName>ppt_y</p:attrName>
                                        </p:attrNameLst>
                                      </p:cBhvr>
                                    </p:animMotion>
                                  </p:childTnLst>
                                </p:cTn>
                              </p:par>
                              <p:par>
                                <p:cTn id="17" presetID="63" presetClass="path" presetSubtype="0" decel="50000" fill="hold" nodeType="withEffect">
                                  <p:stCondLst>
                                    <p:cond delay="0"/>
                                  </p:stCondLst>
                                  <p:childTnLst>
                                    <p:animMotion origin="layout" path="M -0.124206 0 L 0 0 E" pathEditMode="relative" ptsTypes="">
                                      <p:cBhvr>
                                        <p:cTn id="18" dur="1000" fill="hold"/>
                                        <p:tgtEl>
                                          <p:spTgt spid="38"/>
                                        </p:tgtEl>
                                        <p:attrNameLst>
                                          <p:attrName>ppt_x</p:attrName>
                                          <p:attrName>ppt_y</p:attrName>
                                        </p:attrNameLst>
                                      </p:cBhvr>
                                    </p:animMotion>
                                  </p:childTnLst>
                                </p:cTn>
                              </p:par>
                              <p:par>
                                <p:cTn id="19" presetID="6" presetClass="emph" presetSubtype="0" decel="50000" fill="hold" nodeType="withEffect">
                                  <p:stCondLst>
                                    <p:cond delay="0"/>
                                  </p:stCondLst>
                                  <p:childTnLst>
                                    <p:animScale>
                                      <p:cBhvr>
                                        <p:cTn id="20" dur="1000" fill="hold"/>
                                        <p:tgtEl>
                                          <p:spTgt spid="7"/>
                                        </p:tgtEl>
                                      </p:cBhvr>
                                      <p:by x="150000" y="150000"/>
                                      <p:from x="100000" y="100000"/>
                                      <p:to x="100000" y="100000"/>
                                    </p:animScale>
                                  </p:childTnLst>
                                </p:cTn>
                              </p:par>
                              <p:par>
                                <p:cTn id="21" presetID="6" presetClass="emph" presetSubtype="0" decel="50000" fill="hold" nodeType="withEffect">
                                  <p:stCondLst>
                                    <p:cond delay="0"/>
                                  </p:stCondLst>
                                  <p:childTnLst>
                                    <p:animScale>
                                      <p:cBhvr>
                                        <p:cTn id="22" dur="1000" fill="hold"/>
                                        <p:tgtEl>
                                          <p:spTgt spid="38"/>
                                        </p:tgtEl>
                                      </p:cBhvr>
                                      <p:by x="150000" y="150000"/>
                                      <p:from x="100000" y="100000"/>
                                      <p:to x="100000" y="100000"/>
                                    </p:animScale>
                                  </p:childTnLst>
                                </p:cTn>
                              </p:par>
                              <p:par>
                                <p:cTn id="23" presetID="10" presetClass="exit" presetSubtype="0" decel="50000" fill="hold" nodeType="withEffect">
                                  <p:stCondLst>
                                    <p:cond delay="0"/>
                                  </p:stCondLst>
                                  <p:childTnLst>
                                    <p:animEffect transition="out" filter="fade">
                                      <p:cBhvr>
                                        <p:cTn id="24" dur="1000"/>
                                        <p:tgtEl>
                                          <p:spTgt spid="34"/>
                                        </p:tgtEl>
                                      </p:cBhvr>
                                    </p:animEffect>
                                    <p:set>
                                      <p:cBhvr>
                                        <p:cTn id="25" dur="1" fill="hold">
                                          <p:stCondLst>
                                            <p:cond delay="999"/>
                                          </p:stCondLst>
                                        </p:cTn>
                                        <p:tgtEl>
                                          <p:spTgt spid="34"/>
                                        </p:tgtEl>
                                        <p:attrNameLst>
                                          <p:attrName>style.visibility</p:attrName>
                                        </p:attrNameLst>
                                      </p:cBhvr>
                                      <p:to>
                                        <p:strVal val="hidden"/>
                                      </p:to>
                                    </p:set>
                                  </p:childTnLst>
                                </p:cTn>
                              </p:par>
                              <p:par>
                                <p:cTn id="26" presetID="10" presetClass="entr" presetSubtype="0" decel="50000" fill="hold" nodeType="withEffect">
                                  <p:stCondLst>
                                    <p:cond delay="0"/>
                                  </p:stCondLst>
                                  <p:childTnLst>
                                    <p:set>
                                      <p:cBhvr>
                                        <p:cTn id="27" dur="1" fill="hold">
                                          <p:stCondLst>
                                            <p:cond delay="0"/>
                                          </p:stCondLst>
                                        </p:cTn>
                                        <p:tgtEl>
                                          <p:spTgt spid="41"/>
                                        </p:tgtEl>
                                        <p:attrNameLst>
                                          <p:attrName>style.visibility</p:attrName>
                                        </p:attrNameLst>
                                      </p:cBhvr>
                                      <p:to>
                                        <p:strVal val="visible"/>
                                      </p:to>
                                    </p:set>
                                    <p:animEffect transition="in" filter="fade">
                                      <p:cBhvr>
                                        <p:cTn id="28" dur="1000"/>
                                        <p:tgtEl>
                                          <p:spTgt spid="41"/>
                                        </p:tgtEl>
                                      </p:cBhvr>
                                    </p:animEffect>
                                  </p:childTnLst>
                                </p:cTn>
                              </p:par>
                              <p:par>
                                <p:cTn id="29" presetID="63" presetClass="path" presetSubtype="0" decel="50000" fill="hold" nodeType="withEffect">
                                  <p:stCondLst>
                                    <p:cond delay="0"/>
                                  </p:stCondLst>
                                  <p:childTnLst>
                                    <p:animMotion origin="layout" path="M 0 0 L 0 0.151927 E" pathEditMode="relative" ptsTypes="">
                                      <p:cBhvr>
                                        <p:cTn id="30" dur="1000" fill="hold"/>
                                        <p:tgtEl>
                                          <p:spTgt spid="34"/>
                                        </p:tgtEl>
                                        <p:attrNameLst>
                                          <p:attrName>ppt_x</p:attrName>
                                          <p:attrName>ppt_y</p:attrName>
                                        </p:attrNameLst>
                                      </p:cBhvr>
                                    </p:animMotion>
                                  </p:childTnLst>
                                </p:cTn>
                              </p:par>
                              <p:par>
                                <p:cTn id="31" presetID="63" presetClass="path" presetSubtype="0" decel="50000" fill="hold" nodeType="withEffect">
                                  <p:stCondLst>
                                    <p:cond delay="0"/>
                                  </p:stCondLst>
                                  <p:childTnLst>
                                    <p:animMotion origin="layout" path="M 0 -0.151927 L 0 0 E" pathEditMode="relative" ptsTypes="">
                                      <p:cBhvr>
                                        <p:cTn id="32" dur="1000" fill="hold"/>
                                        <p:tgtEl>
                                          <p:spTgt spid="41"/>
                                        </p:tgtEl>
                                        <p:attrNameLst>
                                          <p:attrName>ppt_x</p:attrName>
                                          <p:attrName>ppt_y</p:attrName>
                                        </p:attrNameLst>
                                      </p:cBhvr>
                                    </p:animMotion>
                                  </p:childTnLst>
                                </p:cTn>
                              </p:par>
                              <p:par>
                                <p:cTn id="33" presetID="6" presetClass="emph" presetSubtype="0" decel="50000" fill="hold" nodeType="withEffect">
                                  <p:stCondLst>
                                    <p:cond delay="0"/>
                                  </p:stCondLst>
                                  <p:childTnLst>
                                    <p:animScale>
                                      <p:cBhvr>
                                        <p:cTn id="34" dur="1000" fill="hold"/>
                                        <p:tgtEl>
                                          <p:spTgt spid="34"/>
                                        </p:tgtEl>
                                      </p:cBhvr>
                                      <p:by x="150000" y="150000"/>
                                      <p:from x="100000" y="100000"/>
                                      <p:to x="100000" y="100000"/>
                                    </p:animScale>
                                  </p:childTnLst>
                                </p:cTn>
                              </p:par>
                              <p:par>
                                <p:cTn id="35" presetID="6" presetClass="emph" presetSubtype="0" decel="50000" fill="hold" nodeType="withEffect">
                                  <p:stCondLst>
                                    <p:cond delay="0"/>
                                  </p:stCondLst>
                                  <p:childTnLst>
                                    <p:animScale>
                                      <p:cBhvr>
                                        <p:cTn id="36" dur="1000" fill="hold"/>
                                        <p:tgtEl>
                                          <p:spTgt spid="41"/>
                                        </p:tgtEl>
                                      </p:cBhvr>
                                      <p:by x="150000" y="150000"/>
                                      <p:from x="100000" y="100000"/>
                                      <p:to x="100000" y="100000"/>
                                    </p:animScale>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15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38" name="组合 37">
            <a:extLst>
              <a:ext uri="{FF2B5EF4-FFF2-40B4-BE49-F238E27FC236}">
                <a16:creationId xmlns:a16="http://schemas.microsoft.com/office/drawing/2014/main" id="{F1B81A00-D1CD-4324-9C55-93FA8AEE6040}"/>
              </a:ext>
            </a:extLst>
          </p:cNvPr>
          <p:cNvGrpSpPr/>
          <p:nvPr/>
        </p:nvGrpSpPr>
        <p:grpSpPr>
          <a:xfrm>
            <a:off x="3817249" y="5098286"/>
            <a:ext cx="3780000" cy="910796"/>
            <a:chOff x="2302929" y="5098286"/>
            <a:chExt cx="3780000" cy="910796"/>
          </a:xfrm>
        </p:grpSpPr>
        <p:sp>
          <p:nvSpPr>
            <p:cNvPr id="39" name="矩形 38">
              <a:extLst>
                <a:ext uri="{FF2B5EF4-FFF2-40B4-BE49-F238E27FC236}">
                  <a16:creationId xmlns:a16="http://schemas.microsoft.com/office/drawing/2014/main" id="{53BEA8C7-0E84-4C43-9BA6-B0FEB4F7EE65}"/>
                </a:ext>
              </a:extLst>
            </p:cNvPr>
            <p:cNvSpPr/>
            <p:nvPr/>
          </p:nvSpPr>
          <p:spPr>
            <a:xfrm>
              <a:off x="2302929" y="5467618"/>
              <a:ext cx="3780000" cy="541464"/>
            </a:xfrm>
            <a:prstGeom prst="rect">
              <a:avLst/>
            </a:prstGeom>
            <a:solidFill>
              <a:schemeClr val="accent3"/>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mc:AlternateContent xmlns:mc="http://schemas.openxmlformats.org/markup-compatibility/2006" xmlns:a14="http://schemas.microsoft.com/office/drawing/2010/main">
          <mc:Choice Requires="a14">
            <p:sp>
              <p:nvSpPr>
                <p:cNvPr id="40" name="文本框 39">
                  <a:extLst>
                    <a:ext uri="{FF2B5EF4-FFF2-40B4-BE49-F238E27FC236}">
                      <a16:creationId xmlns:a16="http://schemas.microsoft.com/office/drawing/2014/main" id="{A90B96BD-7B6C-4227-9038-A042DE3DB894}"/>
                    </a:ext>
                  </a:extLst>
                </p:cNvPr>
                <p:cNvSpPr txBox="1"/>
                <p:nvPr/>
              </p:nvSpPr>
              <p:spPr>
                <a:xfrm>
                  <a:off x="3659320" y="5098286"/>
                  <a:ext cx="1067217" cy="369332"/>
                </a:xfrm>
                <a:prstGeom prst="rect">
                  <a:avLst/>
                </a:prstGeom>
                <a:noFill/>
              </p:spPr>
              <p:txBody>
                <a:bodyPr wrap="square">
                  <a:spAutoFit/>
                </a:bodyPr>
                <a:lstStyle/>
                <a:p>
                  <a:pPr/>
                  <a14:m>
                    <m:oMathPara xmlns:m="http://schemas.openxmlformats.org/officeDocument/2006/math">
                      <m:oMathParaPr>
                        <m:jc m:val="centerGroup"/>
                      </m:oMathParaPr>
                      <m:oMath xmlns:m="http://schemas.openxmlformats.org/officeDocument/2006/math">
                        <m:sSub>
                          <m:sSubPr>
                            <m:ctrlPr>
                              <a:rPr lang="en-US" altLang="zh-CN" b="1" i="1" smtClean="0">
                                <a:solidFill>
                                  <a:schemeClr val="accent3"/>
                                </a:solidFill>
                                <a:latin typeface="Cambria Math" panose="02040503050406030204" pitchFamily="18" charset="0"/>
                              </a:rPr>
                            </m:ctrlPr>
                          </m:sSubPr>
                          <m:e>
                            <m:r>
                              <a:rPr lang="en-US" altLang="zh-CN" b="1" i="1" smtClean="0">
                                <a:solidFill>
                                  <a:schemeClr val="accent3"/>
                                </a:solidFill>
                                <a:latin typeface="Cambria Math" panose="02040503050406030204" pitchFamily="18" charset="0"/>
                              </a:rPr>
                              <m:t>𝑾</m:t>
                            </m:r>
                          </m:e>
                          <m:sub>
                            <m:r>
                              <a:rPr lang="en-US" altLang="zh-CN" b="1" i="1" smtClean="0">
                                <a:solidFill>
                                  <a:schemeClr val="accent3"/>
                                </a:solidFill>
                                <a:latin typeface="Cambria Math" panose="02040503050406030204" pitchFamily="18" charset="0"/>
                              </a:rPr>
                              <m:t>𝑻</m:t>
                            </m:r>
                          </m:sub>
                        </m:sSub>
                        <m:r>
                          <a:rPr lang="en-US" altLang="zh-CN" b="1" i="1" smtClean="0">
                            <a:solidFill>
                              <a:schemeClr val="accent3"/>
                            </a:solidFill>
                            <a:latin typeface="Cambria Math" panose="02040503050406030204" pitchFamily="18" charset="0"/>
                          </a:rPr>
                          <m:t>=</m:t>
                        </m:r>
                        <m:r>
                          <a:rPr lang="en-US" altLang="zh-CN" b="1" i="1" smtClean="0">
                            <a:solidFill>
                              <a:schemeClr val="accent3"/>
                            </a:solidFill>
                            <a:latin typeface="Cambria Math" panose="02040503050406030204" pitchFamily="18" charset="0"/>
                          </a:rPr>
                          <m:t>𝟓</m:t>
                        </m:r>
                      </m:oMath>
                    </m:oMathPara>
                  </a14:m>
                  <a:endParaRPr lang="zh-CN" altLang="en-US" dirty="0">
                    <a:solidFill>
                      <a:schemeClr val="accent3"/>
                    </a:solidFill>
                  </a:endParaRPr>
                </a:p>
              </p:txBody>
            </p:sp>
          </mc:Choice>
          <mc:Fallback xmlns="">
            <p:sp>
              <p:nvSpPr>
                <p:cNvPr id="23" name="文本框 22">
                  <a:extLst>
                    <a:ext uri="{FF2B5EF4-FFF2-40B4-BE49-F238E27FC236}">
                      <a16:creationId xmlns:a16="http://schemas.microsoft.com/office/drawing/2014/main" id="{ABC03EEA-26BD-4845-8ACC-3FB7B6DA9132}"/>
                    </a:ext>
                  </a:extLst>
                </p:cNvPr>
                <p:cNvSpPr txBox="1">
                  <a:spLocks noRot="1" noChangeAspect="1" noMove="1" noResize="1" noEditPoints="1" noAdjustHandles="1" noChangeArrowheads="1" noChangeShapeType="1" noTextEdit="1"/>
                </p:cNvSpPr>
                <p:nvPr/>
              </p:nvSpPr>
              <p:spPr>
                <a:xfrm>
                  <a:off x="3659320" y="5098286"/>
                  <a:ext cx="1067217" cy="369332"/>
                </a:xfrm>
                <a:prstGeom prst="rect">
                  <a:avLst/>
                </a:prstGeom>
                <a:blipFill>
                  <a:blip r:embed="rId4"/>
                  <a:stretch>
                    <a:fillRect b="-3279"/>
                  </a:stretch>
                </a:blipFill>
              </p:spPr>
              <p:txBody>
                <a:bodyPr/>
                <a:lstStyle/>
                <a:p>
                  <a:r>
                    <a:rPr lang="zh-CN" altLang="en-US">
                      <a:noFill/>
                    </a:rPr>
                    <a:t> </a:t>
                  </a:r>
                </a:p>
              </p:txBody>
            </p:sp>
          </mc:Fallback>
        </mc:AlternateContent>
      </p:grpSp>
      <p:grpSp>
        <p:nvGrpSpPr>
          <p:cNvPr id="31" name="组合 30">
            <a:extLst>
              <a:ext uri="{FF2B5EF4-FFF2-40B4-BE49-F238E27FC236}">
                <a16:creationId xmlns:a16="http://schemas.microsoft.com/office/drawing/2014/main" id="{F8FB8773-3132-44C5-BA37-545BA916FC7F}"/>
              </a:ext>
            </a:extLst>
          </p:cNvPr>
          <p:cNvGrpSpPr/>
          <p:nvPr/>
        </p:nvGrpSpPr>
        <p:grpSpPr>
          <a:xfrm>
            <a:off x="3659320" y="1363110"/>
            <a:ext cx="1067217" cy="917885"/>
            <a:chOff x="2146413" y="1363110"/>
            <a:chExt cx="1067217" cy="917885"/>
          </a:xfrm>
        </p:grpSpPr>
        <p:sp>
          <p:nvSpPr>
            <p:cNvPr id="32" name="矩形 31">
              <a:extLst>
                <a:ext uri="{FF2B5EF4-FFF2-40B4-BE49-F238E27FC236}">
                  <a16:creationId xmlns:a16="http://schemas.microsoft.com/office/drawing/2014/main" id="{D4210CF8-E394-4326-9E53-07BBCF692252}"/>
                </a:ext>
              </a:extLst>
            </p:cNvPr>
            <p:cNvSpPr/>
            <p:nvPr/>
          </p:nvSpPr>
          <p:spPr>
            <a:xfrm>
              <a:off x="2300222" y="1739531"/>
              <a:ext cx="759600" cy="541464"/>
            </a:xfrm>
            <a:prstGeom prst="rect">
              <a:avLst/>
            </a:prstGeom>
            <a:solidFill>
              <a:schemeClr val="accent4"/>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mc:AlternateContent xmlns:mc="http://schemas.openxmlformats.org/markup-compatibility/2006" xmlns:a14="http://schemas.microsoft.com/office/drawing/2010/main">
          <mc:Choice Requires="a14">
            <p:sp>
              <p:nvSpPr>
                <p:cNvPr id="33" name="文本框 32">
                  <a:extLst>
                    <a:ext uri="{FF2B5EF4-FFF2-40B4-BE49-F238E27FC236}">
                      <a16:creationId xmlns:a16="http://schemas.microsoft.com/office/drawing/2014/main" id="{B18AE0E4-0AF2-4267-8E26-A1FBCFC82FCA}"/>
                    </a:ext>
                  </a:extLst>
                </p:cNvPr>
                <p:cNvSpPr txBox="1"/>
                <p:nvPr/>
              </p:nvSpPr>
              <p:spPr>
                <a:xfrm>
                  <a:off x="2146413" y="1363110"/>
                  <a:ext cx="1067217" cy="369332"/>
                </a:xfrm>
                <a:prstGeom prst="rect">
                  <a:avLst/>
                </a:prstGeom>
                <a:noFill/>
              </p:spPr>
              <p:txBody>
                <a:bodyPr wrap="square">
                  <a:spAutoFit/>
                </a:bodyPr>
                <a:lstStyle/>
                <a:p>
                  <a:pPr/>
                  <a14:m>
                    <m:oMathPara xmlns:m="http://schemas.openxmlformats.org/officeDocument/2006/math">
                      <m:oMathParaPr>
                        <m:jc m:val="centerGroup"/>
                      </m:oMathParaPr>
                      <m:oMath xmlns:m="http://schemas.openxmlformats.org/officeDocument/2006/math">
                        <m:sSub>
                          <m:sSubPr>
                            <m:ctrlPr>
                              <a:rPr lang="en-US" altLang="zh-CN" b="1" i="1" smtClean="0">
                                <a:solidFill>
                                  <a:schemeClr val="accent4"/>
                                </a:solidFill>
                                <a:latin typeface="Cambria Math" panose="02040503050406030204" pitchFamily="18" charset="0"/>
                              </a:rPr>
                            </m:ctrlPr>
                          </m:sSubPr>
                          <m:e>
                            <m:r>
                              <a:rPr lang="en-US" altLang="zh-CN" b="1" i="1" smtClean="0">
                                <a:solidFill>
                                  <a:schemeClr val="accent4"/>
                                </a:solidFill>
                                <a:latin typeface="Cambria Math" panose="02040503050406030204" pitchFamily="18" charset="0"/>
                              </a:rPr>
                              <m:t>𝑾</m:t>
                            </m:r>
                          </m:e>
                          <m:sub>
                            <m:r>
                              <a:rPr lang="en-US" altLang="zh-CN" b="1" i="1" smtClean="0">
                                <a:solidFill>
                                  <a:schemeClr val="accent4"/>
                                </a:solidFill>
                                <a:latin typeface="Cambria Math" panose="02040503050406030204" pitchFamily="18" charset="0"/>
                              </a:rPr>
                              <m:t>𝑹</m:t>
                            </m:r>
                          </m:sub>
                        </m:sSub>
                        <m:r>
                          <a:rPr lang="en-US" altLang="zh-CN" b="1" i="1" smtClean="0">
                            <a:solidFill>
                              <a:schemeClr val="accent4"/>
                            </a:solidFill>
                            <a:latin typeface="Cambria Math" panose="02040503050406030204" pitchFamily="18" charset="0"/>
                          </a:rPr>
                          <m:t>=</m:t>
                        </m:r>
                        <m:r>
                          <a:rPr lang="en-US" altLang="zh-CN" b="1" i="1" smtClean="0">
                            <a:solidFill>
                              <a:schemeClr val="accent4"/>
                            </a:solidFill>
                            <a:latin typeface="Cambria Math" panose="02040503050406030204" pitchFamily="18" charset="0"/>
                          </a:rPr>
                          <m:t>𝟏</m:t>
                        </m:r>
                      </m:oMath>
                    </m:oMathPara>
                  </a14:m>
                  <a:endParaRPr lang="zh-CN" altLang="en-US" dirty="0">
                    <a:solidFill>
                      <a:schemeClr val="accent3"/>
                    </a:solidFill>
                  </a:endParaRPr>
                </a:p>
              </p:txBody>
            </p:sp>
          </mc:Choice>
          <mc:Fallback xmlns="">
            <p:sp>
              <p:nvSpPr>
                <p:cNvPr id="35" name="文本框 34">
                  <a:extLst>
                    <a:ext uri="{FF2B5EF4-FFF2-40B4-BE49-F238E27FC236}">
                      <a16:creationId xmlns:a16="http://schemas.microsoft.com/office/drawing/2014/main" id="{EE98B7EB-F32B-4A4F-9072-DF021D7DCAD9}"/>
                    </a:ext>
                  </a:extLst>
                </p:cNvPr>
                <p:cNvSpPr txBox="1">
                  <a:spLocks noRot="1" noChangeAspect="1" noMove="1" noResize="1" noEditPoints="1" noAdjustHandles="1" noChangeArrowheads="1" noChangeShapeType="1" noTextEdit="1"/>
                </p:cNvSpPr>
                <p:nvPr/>
              </p:nvSpPr>
              <p:spPr>
                <a:xfrm>
                  <a:off x="2146413" y="1363110"/>
                  <a:ext cx="1067217" cy="369332"/>
                </a:xfrm>
                <a:prstGeom prst="rect">
                  <a:avLst/>
                </a:prstGeom>
                <a:blipFill>
                  <a:blip r:embed="rId3"/>
                  <a:stretch>
                    <a:fillRect b="-3333"/>
                  </a:stretch>
                </a:blipFill>
              </p:spPr>
              <p:txBody>
                <a:bodyPr/>
                <a:lstStyle/>
                <a:p>
                  <a:r>
                    <a:rPr lang="zh-CN" altLang="en-US">
                      <a:noFill/>
                    </a:rPr>
                    <a:t> </a:t>
                  </a:r>
                </a:p>
              </p:txBody>
            </p:sp>
          </mc:Fallback>
        </mc:AlternateContent>
      </p:grpSp>
      <p:grpSp>
        <p:nvGrpSpPr>
          <p:cNvPr id="4" name="组合 3">
            <a:extLst>
              <a:ext uri="{FF2B5EF4-FFF2-40B4-BE49-F238E27FC236}">
                <a16:creationId xmlns:a16="http://schemas.microsoft.com/office/drawing/2014/main" id="{9A1EA9F2-FCB6-48C3-935F-7AE7E3AD14AC}"/>
              </a:ext>
            </a:extLst>
          </p:cNvPr>
          <p:cNvGrpSpPr/>
          <p:nvPr/>
        </p:nvGrpSpPr>
        <p:grpSpPr>
          <a:xfrm>
            <a:off x="304800" y="749300"/>
            <a:ext cx="6192344" cy="400110"/>
            <a:chOff x="424117" y="898245"/>
            <a:chExt cx="6192344" cy="400110"/>
          </a:xfrm>
        </p:grpSpPr>
        <p:sp>
          <p:nvSpPr>
            <p:cNvPr id="2" name="平行四边形 1">
              <a:extLst>
                <a:ext uri="{FF2B5EF4-FFF2-40B4-BE49-F238E27FC236}">
                  <a16:creationId xmlns:a16="http://schemas.microsoft.com/office/drawing/2014/main" id="{1F5BAA3F-9845-4F89-A2DD-8222D3E4EDAC}"/>
                </a:ext>
              </a:extLst>
            </p:cNvPr>
            <p:cNvSpPr/>
            <p:nvPr/>
          </p:nvSpPr>
          <p:spPr>
            <a:xfrm>
              <a:off x="424117" y="898245"/>
              <a:ext cx="628306" cy="387090"/>
            </a:xfrm>
            <a:prstGeom prst="parallelogram">
              <a:avLst/>
            </a:prstGeom>
            <a:solidFill>
              <a:schemeClr val="accent3">
                <a:lumMod val="75000"/>
              </a:schemeClr>
            </a:solidFill>
            <a:ln>
              <a:solidFill>
                <a:schemeClr val="accent3">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CN" sz="2200" dirty="0">
                  <a:latin typeface="Impact" panose="020B0806030902050204" pitchFamily="34" charset="0"/>
                </a:rPr>
                <a:t>01</a:t>
              </a:r>
              <a:endParaRPr lang="zh-CN" altLang="en-US" sz="2200" dirty="0">
                <a:latin typeface="Impact" panose="020B0806030902050204" pitchFamily="34" charset="0"/>
              </a:endParaRPr>
            </a:p>
          </p:txBody>
        </p:sp>
        <p:sp>
          <p:nvSpPr>
            <p:cNvPr id="3" name="文本框 2">
              <a:extLst>
                <a:ext uri="{FF2B5EF4-FFF2-40B4-BE49-F238E27FC236}">
                  <a16:creationId xmlns:a16="http://schemas.microsoft.com/office/drawing/2014/main" id="{4D6BD736-A4D3-4F26-AFED-36E11F50F70B}"/>
                </a:ext>
              </a:extLst>
            </p:cNvPr>
            <p:cNvSpPr txBox="1"/>
            <p:nvPr/>
          </p:nvSpPr>
          <p:spPr>
            <a:xfrm>
              <a:off x="1052423" y="898245"/>
              <a:ext cx="5564038" cy="400110"/>
            </a:xfrm>
            <a:prstGeom prst="rect">
              <a:avLst/>
            </a:prstGeom>
            <a:noFill/>
          </p:spPr>
          <p:txBody>
            <a:bodyPr wrap="square" rtlCol="0">
              <a:spAutoFit/>
            </a:bodyPr>
            <a:lstStyle/>
            <a:p>
              <a:r>
                <a:rPr lang="zh-CN" altLang="en-US" sz="2000" b="1" dirty="0"/>
                <a:t>回退</a:t>
              </a:r>
              <a:r>
                <a:rPr lang="en-US" altLang="zh-CN" sz="2000" b="1" dirty="0"/>
                <a:t>N</a:t>
              </a:r>
              <a:r>
                <a:rPr lang="zh-CN" altLang="en-US" sz="2000" b="1" dirty="0"/>
                <a:t>帧协议</a:t>
              </a:r>
            </a:p>
          </p:txBody>
        </p:sp>
      </p:grpSp>
      <p:grpSp>
        <p:nvGrpSpPr>
          <p:cNvPr id="20" name="组合 19">
            <a:extLst>
              <a:ext uri="{FF2B5EF4-FFF2-40B4-BE49-F238E27FC236}">
                <a16:creationId xmlns:a16="http://schemas.microsoft.com/office/drawing/2014/main" id="{87756F0E-46C2-4571-B23D-C8472E9FD1FB}"/>
              </a:ext>
            </a:extLst>
          </p:cNvPr>
          <p:cNvGrpSpPr/>
          <p:nvPr/>
        </p:nvGrpSpPr>
        <p:grpSpPr>
          <a:xfrm>
            <a:off x="475097" y="1263518"/>
            <a:ext cx="1355161" cy="5114896"/>
            <a:chOff x="475097" y="1263518"/>
            <a:chExt cx="1355161" cy="5114896"/>
          </a:xfrm>
        </p:grpSpPr>
        <p:cxnSp>
          <p:nvCxnSpPr>
            <p:cNvPr id="17" name="直接连接符 16">
              <a:extLst>
                <a:ext uri="{FF2B5EF4-FFF2-40B4-BE49-F238E27FC236}">
                  <a16:creationId xmlns:a16="http://schemas.microsoft.com/office/drawing/2014/main" id="{5A41A17A-7B81-47D8-BDBB-76B8F1AA71D6}"/>
                </a:ext>
              </a:extLst>
            </p:cNvPr>
            <p:cNvCxnSpPr>
              <a:cxnSpLocks/>
            </p:cNvCxnSpPr>
            <p:nvPr/>
          </p:nvCxnSpPr>
          <p:spPr>
            <a:xfrm flipV="1">
              <a:off x="1208367" y="2012996"/>
              <a:ext cx="0" cy="3813858"/>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nvGrpSpPr>
            <p:cNvPr id="9" name="组合 8">
              <a:extLst>
                <a:ext uri="{FF2B5EF4-FFF2-40B4-BE49-F238E27FC236}">
                  <a16:creationId xmlns:a16="http://schemas.microsoft.com/office/drawing/2014/main" id="{A2B5FA1F-35FA-42E7-8D74-E7431B6AAA3C}"/>
                </a:ext>
              </a:extLst>
            </p:cNvPr>
            <p:cNvGrpSpPr/>
            <p:nvPr/>
          </p:nvGrpSpPr>
          <p:grpSpPr>
            <a:xfrm>
              <a:off x="700096" y="5368000"/>
              <a:ext cx="905164" cy="1010414"/>
              <a:chOff x="700096" y="5368000"/>
              <a:chExt cx="905164" cy="1010414"/>
            </a:xfrm>
          </p:grpSpPr>
          <p:pic>
            <p:nvPicPr>
              <p:cNvPr id="214" name="图形 213">
                <a:extLst>
                  <a:ext uri="{FF2B5EF4-FFF2-40B4-BE49-F238E27FC236}">
                    <a16:creationId xmlns:a16="http://schemas.microsoft.com/office/drawing/2014/main" id="{D949CB40-4FF6-4E8C-991B-66D24C6ADF05}"/>
                  </a:ext>
                </a:extLst>
              </p:cNvPr>
              <p:cNvPicPr>
                <a:picLocks noChangeAspect="1"/>
              </p:cNvPicPr>
              <p:nvPr/>
            </p:nvPicPr>
            <p:blipFill>
              <a:blip r:embed="rId5">
                <a:extLst>
                  <a:ext uri="{28A0092B-C50C-407E-A947-70E740481C1C}">
                    <a14:useLocalDpi xmlns:a14="http://schemas.microsoft.com/office/drawing/2010/main" val="0"/>
                  </a:ext>
                  <a:ext uri="{96DAC541-7B7A-43D3-8B79-37D633B846F1}">
                    <asvg:svgBlip xmlns:asvg="http://schemas.microsoft.com/office/drawing/2016/SVG/main" r:embed="rId6"/>
                  </a:ext>
                </a:extLst>
              </a:blip>
              <a:stretch>
                <a:fillRect/>
              </a:stretch>
            </p:blipFill>
            <p:spPr>
              <a:xfrm>
                <a:off x="821271" y="5368000"/>
                <a:ext cx="662814" cy="641082"/>
              </a:xfrm>
              <a:prstGeom prst="rect">
                <a:avLst/>
              </a:prstGeom>
            </p:spPr>
          </p:pic>
          <p:sp>
            <p:nvSpPr>
              <p:cNvPr id="218" name="文本框 217">
                <a:extLst>
                  <a:ext uri="{FF2B5EF4-FFF2-40B4-BE49-F238E27FC236}">
                    <a16:creationId xmlns:a16="http://schemas.microsoft.com/office/drawing/2014/main" id="{584D12FE-712D-432B-A48B-3084189F6B6C}"/>
                  </a:ext>
                </a:extLst>
              </p:cNvPr>
              <p:cNvSpPr txBox="1"/>
              <p:nvPr/>
            </p:nvSpPr>
            <p:spPr>
              <a:xfrm>
                <a:off x="700096" y="6009082"/>
                <a:ext cx="905164" cy="369332"/>
              </a:xfrm>
              <a:prstGeom prst="rect">
                <a:avLst/>
              </a:prstGeom>
              <a:noFill/>
            </p:spPr>
            <p:txBody>
              <a:bodyPr wrap="square" rtlCol="0">
                <a:spAutoFit/>
              </a:bodyPr>
              <a:lstStyle/>
              <a:p>
                <a:r>
                  <a:rPr lang="zh-CN" altLang="en-US" b="1" dirty="0">
                    <a:latin typeface="+mn-ea"/>
                  </a:rPr>
                  <a:t>发送方</a:t>
                </a:r>
              </a:p>
            </p:txBody>
          </p:sp>
        </p:grpSp>
        <p:grpSp>
          <p:nvGrpSpPr>
            <p:cNvPr id="8" name="组合 7">
              <a:extLst>
                <a:ext uri="{FF2B5EF4-FFF2-40B4-BE49-F238E27FC236}">
                  <a16:creationId xmlns:a16="http://schemas.microsoft.com/office/drawing/2014/main" id="{0ACAF080-95D4-4F76-A817-06EA84E449C9}"/>
                </a:ext>
              </a:extLst>
            </p:cNvPr>
            <p:cNvGrpSpPr/>
            <p:nvPr/>
          </p:nvGrpSpPr>
          <p:grpSpPr>
            <a:xfrm>
              <a:off x="878301" y="1263518"/>
              <a:ext cx="905164" cy="1027908"/>
              <a:chOff x="878301" y="1390382"/>
              <a:chExt cx="905164" cy="1027908"/>
            </a:xfrm>
          </p:grpSpPr>
          <p:pic>
            <p:nvPicPr>
              <p:cNvPr id="210" name="图形 209">
                <a:extLst>
                  <a:ext uri="{FF2B5EF4-FFF2-40B4-BE49-F238E27FC236}">
                    <a16:creationId xmlns:a16="http://schemas.microsoft.com/office/drawing/2014/main" id="{61E01467-74F7-469C-BAD5-DFFB1234E440}"/>
                  </a:ext>
                </a:extLst>
              </p:cNvPr>
              <p:cNvPicPr>
                <a:picLocks noChangeAspect="1"/>
              </p:cNvPicPr>
              <p:nvPr/>
            </p:nvPicPr>
            <p:blipFill>
              <a:blip r:embed="rId7">
                <a:extLst>
                  <a:ext uri="{28A0092B-C50C-407E-A947-70E740481C1C}">
                    <a14:useLocalDpi xmlns:a14="http://schemas.microsoft.com/office/drawing/2010/main" val="0"/>
                  </a:ext>
                  <a:ext uri="{96DAC541-7B7A-43D3-8B79-37D633B846F1}">
                    <asvg:svgBlip xmlns:asvg="http://schemas.microsoft.com/office/drawing/2016/SVG/main" r:embed="rId8"/>
                  </a:ext>
                </a:extLst>
              </a:blip>
              <a:stretch>
                <a:fillRect/>
              </a:stretch>
            </p:blipFill>
            <p:spPr>
              <a:xfrm>
                <a:off x="984826" y="1759714"/>
                <a:ext cx="501772" cy="658576"/>
              </a:xfrm>
              <a:prstGeom prst="rect">
                <a:avLst/>
              </a:prstGeom>
            </p:spPr>
          </p:pic>
          <p:sp>
            <p:nvSpPr>
              <p:cNvPr id="219" name="文本框 218">
                <a:extLst>
                  <a:ext uri="{FF2B5EF4-FFF2-40B4-BE49-F238E27FC236}">
                    <a16:creationId xmlns:a16="http://schemas.microsoft.com/office/drawing/2014/main" id="{B105E330-42F6-4FA8-914C-123FFA0756D5}"/>
                  </a:ext>
                </a:extLst>
              </p:cNvPr>
              <p:cNvSpPr txBox="1"/>
              <p:nvPr/>
            </p:nvSpPr>
            <p:spPr>
              <a:xfrm>
                <a:off x="878301" y="1390382"/>
                <a:ext cx="905164" cy="369332"/>
              </a:xfrm>
              <a:prstGeom prst="rect">
                <a:avLst/>
              </a:prstGeom>
              <a:noFill/>
            </p:spPr>
            <p:txBody>
              <a:bodyPr wrap="square" rtlCol="0">
                <a:spAutoFit/>
              </a:bodyPr>
              <a:lstStyle/>
              <a:p>
                <a:r>
                  <a:rPr lang="zh-CN" altLang="en-US" b="1" dirty="0">
                    <a:latin typeface="+mn-ea"/>
                  </a:rPr>
                  <a:t>接收方</a:t>
                </a:r>
              </a:p>
            </p:txBody>
          </p:sp>
        </p:grpSp>
        <p:sp>
          <p:nvSpPr>
            <p:cNvPr id="57" name="云形 56">
              <a:extLst>
                <a:ext uri="{FF2B5EF4-FFF2-40B4-BE49-F238E27FC236}">
                  <a16:creationId xmlns:a16="http://schemas.microsoft.com/office/drawing/2014/main" id="{8D58A5DA-48AF-4D62-A0E1-92B6F8CBE1F4}"/>
                </a:ext>
              </a:extLst>
            </p:cNvPr>
            <p:cNvSpPr/>
            <p:nvPr/>
          </p:nvSpPr>
          <p:spPr>
            <a:xfrm>
              <a:off x="475097" y="3429014"/>
              <a:ext cx="1355161" cy="801398"/>
            </a:xfrm>
            <a:prstGeom prst="cloud">
              <a:avLst/>
            </a:prstGeom>
            <a:solidFill>
              <a:schemeClr val="bg1">
                <a:lumMod val="85000"/>
              </a:schemeClr>
            </a:solidFill>
            <a:ln>
              <a:solidFill>
                <a:schemeClr val="bg1">
                  <a:lumMod val="85000"/>
                </a:schemeClr>
              </a:solidFill>
            </a:ln>
          </p:spPr>
          <p:style>
            <a:lnRef idx="2">
              <a:schemeClr val="accent3">
                <a:shade val="50000"/>
              </a:schemeClr>
            </a:lnRef>
            <a:fillRef idx="1">
              <a:schemeClr val="accent3"/>
            </a:fillRef>
            <a:effectRef idx="0">
              <a:schemeClr val="accent3"/>
            </a:effectRef>
            <a:fontRef idx="minor">
              <a:schemeClr val="lt1"/>
            </a:fontRef>
          </p:style>
          <p:txBody>
            <a:bodyPr rtlCol="0" anchor="ctr"/>
            <a:lstStyle/>
            <a:p>
              <a:pPr algn="ctr"/>
              <a:r>
                <a:rPr lang="zh-CN" altLang="en-US" b="1" dirty="0">
                  <a:solidFill>
                    <a:schemeClr val="tx1"/>
                  </a:solidFill>
                  <a:latin typeface="+mn-ea"/>
                </a:rPr>
                <a:t>因特网</a:t>
              </a:r>
            </a:p>
          </p:txBody>
        </p:sp>
      </p:grpSp>
      <p:graphicFrame>
        <p:nvGraphicFramePr>
          <p:cNvPr id="21" name="表格 21">
            <a:extLst>
              <a:ext uri="{FF2B5EF4-FFF2-40B4-BE49-F238E27FC236}">
                <a16:creationId xmlns:a16="http://schemas.microsoft.com/office/drawing/2014/main" id="{CE497585-4F97-4F44-9ABE-D7BBA16B40E0}"/>
              </a:ext>
            </a:extLst>
          </p:cNvPr>
          <p:cNvGraphicFramePr>
            <a:graphicFrameLocks noGrp="1"/>
          </p:cNvGraphicFramePr>
          <p:nvPr/>
        </p:nvGraphicFramePr>
        <p:xfrm>
          <a:off x="2302929" y="5557308"/>
          <a:ext cx="9067800" cy="370840"/>
        </p:xfrm>
        <a:graphic>
          <a:graphicData uri="http://schemas.openxmlformats.org/drawingml/2006/table">
            <a:tbl>
              <a:tblPr firstRow="1" bandRow="1">
                <a:tableStyleId>{5C22544A-7EE6-4342-B048-85BDC9FD1C3A}</a:tableStyleId>
              </a:tblPr>
              <a:tblGrid>
                <a:gridCol w="755650">
                  <a:extLst>
                    <a:ext uri="{9D8B030D-6E8A-4147-A177-3AD203B41FA5}">
                      <a16:colId xmlns:a16="http://schemas.microsoft.com/office/drawing/2014/main" val="877486509"/>
                    </a:ext>
                  </a:extLst>
                </a:gridCol>
                <a:gridCol w="755650">
                  <a:extLst>
                    <a:ext uri="{9D8B030D-6E8A-4147-A177-3AD203B41FA5}">
                      <a16:colId xmlns:a16="http://schemas.microsoft.com/office/drawing/2014/main" val="3548605817"/>
                    </a:ext>
                  </a:extLst>
                </a:gridCol>
                <a:gridCol w="755650">
                  <a:extLst>
                    <a:ext uri="{9D8B030D-6E8A-4147-A177-3AD203B41FA5}">
                      <a16:colId xmlns:a16="http://schemas.microsoft.com/office/drawing/2014/main" val="2881812895"/>
                    </a:ext>
                  </a:extLst>
                </a:gridCol>
                <a:gridCol w="755650">
                  <a:extLst>
                    <a:ext uri="{9D8B030D-6E8A-4147-A177-3AD203B41FA5}">
                      <a16:colId xmlns:a16="http://schemas.microsoft.com/office/drawing/2014/main" val="3682284582"/>
                    </a:ext>
                  </a:extLst>
                </a:gridCol>
                <a:gridCol w="755650">
                  <a:extLst>
                    <a:ext uri="{9D8B030D-6E8A-4147-A177-3AD203B41FA5}">
                      <a16:colId xmlns:a16="http://schemas.microsoft.com/office/drawing/2014/main" val="500127722"/>
                    </a:ext>
                  </a:extLst>
                </a:gridCol>
                <a:gridCol w="755650">
                  <a:extLst>
                    <a:ext uri="{9D8B030D-6E8A-4147-A177-3AD203B41FA5}">
                      <a16:colId xmlns:a16="http://schemas.microsoft.com/office/drawing/2014/main" val="2946259618"/>
                    </a:ext>
                  </a:extLst>
                </a:gridCol>
                <a:gridCol w="755650">
                  <a:extLst>
                    <a:ext uri="{9D8B030D-6E8A-4147-A177-3AD203B41FA5}">
                      <a16:colId xmlns:a16="http://schemas.microsoft.com/office/drawing/2014/main" val="171501986"/>
                    </a:ext>
                  </a:extLst>
                </a:gridCol>
                <a:gridCol w="755650">
                  <a:extLst>
                    <a:ext uri="{9D8B030D-6E8A-4147-A177-3AD203B41FA5}">
                      <a16:colId xmlns:a16="http://schemas.microsoft.com/office/drawing/2014/main" val="1667185265"/>
                    </a:ext>
                  </a:extLst>
                </a:gridCol>
                <a:gridCol w="755650">
                  <a:extLst>
                    <a:ext uri="{9D8B030D-6E8A-4147-A177-3AD203B41FA5}">
                      <a16:colId xmlns:a16="http://schemas.microsoft.com/office/drawing/2014/main" val="4258211808"/>
                    </a:ext>
                  </a:extLst>
                </a:gridCol>
                <a:gridCol w="755650">
                  <a:extLst>
                    <a:ext uri="{9D8B030D-6E8A-4147-A177-3AD203B41FA5}">
                      <a16:colId xmlns:a16="http://schemas.microsoft.com/office/drawing/2014/main" val="1794200575"/>
                    </a:ext>
                  </a:extLst>
                </a:gridCol>
                <a:gridCol w="755650">
                  <a:extLst>
                    <a:ext uri="{9D8B030D-6E8A-4147-A177-3AD203B41FA5}">
                      <a16:colId xmlns:a16="http://schemas.microsoft.com/office/drawing/2014/main" val="4230716487"/>
                    </a:ext>
                  </a:extLst>
                </a:gridCol>
                <a:gridCol w="755650">
                  <a:extLst>
                    <a:ext uri="{9D8B030D-6E8A-4147-A177-3AD203B41FA5}">
                      <a16:colId xmlns:a16="http://schemas.microsoft.com/office/drawing/2014/main" val="56153739"/>
                    </a:ext>
                  </a:extLst>
                </a:gridCol>
              </a:tblGrid>
              <a:tr h="370840">
                <a:tc>
                  <a:txBody>
                    <a:bodyPr/>
                    <a:lstStyle/>
                    <a:p>
                      <a:pPr algn="ctr"/>
                      <a:r>
                        <a:rPr lang="en-US" altLang="zh-CN" dirty="0">
                          <a:solidFill>
                            <a:schemeClr val="tx1"/>
                          </a:solidFill>
                          <a:latin typeface="Arial Black" panose="020B0A04020102020204" pitchFamily="34" charset="0"/>
                        </a:rPr>
                        <a:t>0</a:t>
                      </a:r>
                      <a:endParaRPr lang="zh-CN" altLang="en-US" dirty="0">
                        <a:solidFill>
                          <a:schemeClr val="tx1"/>
                        </a:solidFill>
                        <a:latin typeface="Arial Black" panose="020B0A04020102020204" pitchFamily="34" charset="0"/>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ctr"/>
                      <a:r>
                        <a:rPr lang="en-US" altLang="zh-CN" dirty="0">
                          <a:solidFill>
                            <a:schemeClr val="tx1"/>
                          </a:solidFill>
                          <a:latin typeface="Arial Black" panose="020B0A04020102020204" pitchFamily="34" charset="0"/>
                        </a:rPr>
                        <a:t>1</a:t>
                      </a:r>
                      <a:endParaRPr lang="zh-CN" altLang="en-US" dirty="0">
                        <a:solidFill>
                          <a:schemeClr val="tx1"/>
                        </a:solidFill>
                        <a:latin typeface="Arial Black" panose="020B0A04020102020204" pitchFamily="34" charset="0"/>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ctr"/>
                      <a:r>
                        <a:rPr lang="en-US" altLang="zh-CN" dirty="0">
                          <a:solidFill>
                            <a:schemeClr val="tx1"/>
                          </a:solidFill>
                          <a:latin typeface="Arial Black" panose="020B0A04020102020204" pitchFamily="34" charset="0"/>
                        </a:rPr>
                        <a:t>2</a:t>
                      </a:r>
                      <a:endParaRPr lang="zh-CN" altLang="en-US" dirty="0">
                        <a:solidFill>
                          <a:schemeClr val="tx1"/>
                        </a:solidFill>
                        <a:latin typeface="Arial Black" panose="020B0A04020102020204" pitchFamily="34" charset="0"/>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ctr"/>
                      <a:r>
                        <a:rPr lang="en-US" altLang="zh-CN" dirty="0">
                          <a:solidFill>
                            <a:schemeClr val="tx1"/>
                          </a:solidFill>
                          <a:latin typeface="Arial Black" panose="020B0A04020102020204" pitchFamily="34" charset="0"/>
                        </a:rPr>
                        <a:t>3</a:t>
                      </a:r>
                      <a:endParaRPr lang="zh-CN" altLang="en-US" dirty="0">
                        <a:solidFill>
                          <a:schemeClr val="tx1"/>
                        </a:solidFill>
                        <a:latin typeface="Arial Black" panose="020B0A04020102020204" pitchFamily="34" charset="0"/>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ctr"/>
                      <a:r>
                        <a:rPr lang="en-US" altLang="zh-CN" dirty="0">
                          <a:solidFill>
                            <a:schemeClr val="tx1"/>
                          </a:solidFill>
                          <a:latin typeface="Arial Black" panose="020B0A04020102020204" pitchFamily="34" charset="0"/>
                        </a:rPr>
                        <a:t>4</a:t>
                      </a:r>
                      <a:endParaRPr lang="zh-CN" altLang="en-US" dirty="0">
                        <a:solidFill>
                          <a:schemeClr val="tx1"/>
                        </a:solidFill>
                        <a:latin typeface="Arial Black" panose="020B0A04020102020204" pitchFamily="34" charset="0"/>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ctr"/>
                      <a:r>
                        <a:rPr lang="en-US" altLang="zh-CN" dirty="0">
                          <a:solidFill>
                            <a:schemeClr val="tx1"/>
                          </a:solidFill>
                          <a:latin typeface="Arial Black" panose="020B0A04020102020204" pitchFamily="34" charset="0"/>
                        </a:rPr>
                        <a:t>5</a:t>
                      </a:r>
                      <a:endParaRPr lang="zh-CN" altLang="en-US" dirty="0">
                        <a:solidFill>
                          <a:schemeClr val="tx1"/>
                        </a:solidFill>
                        <a:latin typeface="Arial Black" panose="020B0A04020102020204" pitchFamily="34" charset="0"/>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ctr"/>
                      <a:r>
                        <a:rPr lang="en-US" altLang="zh-CN" dirty="0">
                          <a:solidFill>
                            <a:schemeClr val="tx1"/>
                          </a:solidFill>
                          <a:latin typeface="Arial Black" panose="020B0A04020102020204" pitchFamily="34" charset="0"/>
                        </a:rPr>
                        <a:t>6</a:t>
                      </a:r>
                      <a:endParaRPr lang="zh-CN" altLang="en-US" dirty="0">
                        <a:solidFill>
                          <a:schemeClr val="tx1"/>
                        </a:solidFill>
                        <a:latin typeface="Arial Black" panose="020B0A04020102020204" pitchFamily="34" charset="0"/>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ctr"/>
                      <a:r>
                        <a:rPr lang="en-US" altLang="zh-CN" dirty="0">
                          <a:solidFill>
                            <a:schemeClr val="tx1"/>
                          </a:solidFill>
                          <a:latin typeface="Arial Black" panose="020B0A04020102020204" pitchFamily="34" charset="0"/>
                        </a:rPr>
                        <a:t>7</a:t>
                      </a:r>
                      <a:endParaRPr lang="zh-CN" altLang="en-US" dirty="0">
                        <a:solidFill>
                          <a:schemeClr val="tx1"/>
                        </a:solidFill>
                        <a:latin typeface="Arial Black" panose="020B0A04020102020204" pitchFamily="34" charset="0"/>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ctr"/>
                      <a:r>
                        <a:rPr lang="en-US" altLang="zh-CN" dirty="0">
                          <a:solidFill>
                            <a:schemeClr val="tx1"/>
                          </a:solidFill>
                          <a:latin typeface="Arial Black" panose="020B0A04020102020204" pitchFamily="34" charset="0"/>
                        </a:rPr>
                        <a:t>0</a:t>
                      </a:r>
                      <a:endParaRPr lang="zh-CN" altLang="en-US" dirty="0">
                        <a:solidFill>
                          <a:schemeClr val="tx1"/>
                        </a:solidFill>
                        <a:latin typeface="Arial Black" panose="020B0A04020102020204" pitchFamily="34" charset="0"/>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ctr"/>
                      <a:r>
                        <a:rPr lang="en-US" altLang="zh-CN" dirty="0">
                          <a:solidFill>
                            <a:schemeClr val="tx1"/>
                          </a:solidFill>
                          <a:latin typeface="Arial Black" panose="020B0A04020102020204" pitchFamily="34" charset="0"/>
                        </a:rPr>
                        <a:t>1</a:t>
                      </a:r>
                      <a:endParaRPr lang="zh-CN" altLang="en-US" dirty="0">
                        <a:solidFill>
                          <a:schemeClr val="tx1"/>
                        </a:solidFill>
                        <a:latin typeface="Arial Black" panose="020B0A04020102020204" pitchFamily="34" charset="0"/>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ctr"/>
                      <a:r>
                        <a:rPr lang="en-US" altLang="zh-CN" dirty="0">
                          <a:solidFill>
                            <a:schemeClr val="tx1"/>
                          </a:solidFill>
                          <a:latin typeface="Arial Black" panose="020B0A04020102020204" pitchFamily="34" charset="0"/>
                        </a:rPr>
                        <a:t>2</a:t>
                      </a:r>
                      <a:endParaRPr lang="zh-CN" altLang="en-US" dirty="0">
                        <a:solidFill>
                          <a:schemeClr val="tx1"/>
                        </a:solidFill>
                        <a:latin typeface="Arial Black" panose="020B0A04020102020204" pitchFamily="34" charset="0"/>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ctr"/>
                      <a:r>
                        <a:rPr lang="en-US" altLang="zh-CN" dirty="0">
                          <a:solidFill>
                            <a:schemeClr val="tx1"/>
                          </a:solidFill>
                          <a:latin typeface="Arial Black" panose="020B0A04020102020204" pitchFamily="34" charset="0"/>
                        </a:rPr>
                        <a:t>…</a:t>
                      </a:r>
                      <a:endParaRPr lang="zh-CN" altLang="en-US" dirty="0">
                        <a:solidFill>
                          <a:schemeClr val="tx1"/>
                        </a:solidFill>
                        <a:latin typeface="Arial Black" panose="020B0A04020102020204" pitchFamily="34" charset="0"/>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extLst>
                  <a:ext uri="{0D108BD9-81ED-4DB2-BD59-A6C34878D82A}">
                    <a16:rowId xmlns:a16="http://schemas.microsoft.com/office/drawing/2014/main" val="316235763"/>
                  </a:ext>
                </a:extLst>
              </a:tr>
            </a:tbl>
          </a:graphicData>
        </a:graphic>
      </p:graphicFrame>
      <p:graphicFrame>
        <p:nvGraphicFramePr>
          <p:cNvPr id="68" name="表格 21">
            <a:extLst>
              <a:ext uri="{FF2B5EF4-FFF2-40B4-BE49-F238E27FC236}">
                <a16:creationId xmlns:a16="http://schemas.microsoft.com/office/drawing/2014/main" id="{D9B4273D-C94E-42E6-A39B-908C6FA1D8AF}"/>
              </a:ext>
            </a:extLst>
          </p:cNvPr>
          <p:cNvGraphicFramePr>
            <a:graphicFrameLocks noGrp="1"/>
          </p:cNvGraphicFramePr>
          <p:nvPr/>
        </p:nvGraphicFramePr>
        <p:xfrm>
          <a:off x="2302929" y="1827576"/>
          <a:ext cx="9067800" cy="370840"/>
        </p:xfrm>
        <a:graphic>
          <a:graphicData uri="http://schemas.openxmlformats.org/drawingml/2006/table">
            <a:tbl>
              <a:tblPr firstRow="1" bandRow="1">
                <a:tableStyleId>{5C22544A-7EE6-4342-B048-85BDC9FD1C3A}</a:tableStyleId>
              </a:tblPr>
              <a:tblGrid>
                <a:gridCol w="755650">
                  <a:extLst>
                    <a:ext uri="{9D8B030D-6E8A-4147-A177-3AD203B41FA5}">
                      <a16:colId xmlns:a16="http://schemas.microsoft.com/office/drawing/2014/main" val="877486509"/>
                    </a:ext>
                  </a:extLst>
                </a:gridCol>
                <a:gridCol w="755650">
                  <a:extLst>
                    <a:ext uri="{9D8B030D-6E8A-4147-A177-3AD203B41FA5}">
                      <a16:colId xmlns:a16="http://schemas.microsoft.com/office/drawing/2014/main" val="3548605817"/>
                    </a:ext>
                  </a:extLst>
                </a:gridCol>
                <a:gridCol w="755650">
                  <a:extLst>
                    <a:ext uri="{9D8B030D-6E8A-4147-A177-3AD203B41FA5}">
                      <a16:colId xmlns:a16="http://schemas.microsoft.com/office/drawing/2014/main" val="2881812895"/>
                    </a:ext>
                  </a:extLst>
                </a:gridCol>
                <a:gridCol w="755650">
                  <a:extLst>
                    <a:ext uri="{9D8B030D-6E8A-4147-A177-3AD203B41FA5}">
                      <a16:colId xmlns:a16="http://schemas.microsoft.com/office/drawing/2014/main" val="3682284582"/>
                    </a:ext>
                  </a:extLst>
                </a:gridCol>
                <a:gridCol w="755650">
                  <a:extLst>
                    <a:ext uri="{9D8B030D-6E8A-4147-A177-3AD203B41FA5}">
                      <a16:colId xmlns:a16="http://schemas.microsoft.com/office/drawing/2014/main" val="500127722"/>
                    </a:ext>
                  </a:extLst>
                </a:gridCol>
                <a:gridCol w="755650">
                  <a:extLst>
                    <a:ext uri="{9D8B030D-6E8A-4147-A177-3AD203B41FA5}">
                      <a16:colId xmlns:a16="http://schemas.microsoft.com/office/drawing/2014/main" val="2946259618"/>
                    </a:ext>
                  </a:extLst>
                </a:gridCol>
                <a:gridCol w="755650">
                  <a:extLst>
                    <a:ext uri="{9D8B030D-6E8A-4147-A177-3AD203B41FA5}">
                      <a16:colId xmlns:a16="http://schemas.microsoft.com/office/drawing/2014/main" val="171501986"/>
                    </a:ext>
                  </a:extLst>
                </a:gridCol>
                <a:gridCol w="755650">
                  <a:extLst>
                    <a:ext uri="{9D8B030D-6E8A-4147-A177-3AD203B41FA5}">
                      <a16:colId xmlns:a16="http://schemas.microsoft.com/office/drawing/2014/main" val="1667185265"/>
                    </a:ext>
                  </a:extLst>
                </a:gridCol>
                <a:gridCol w="755650">
                  <a:extLst>
                    <a:ext uri="{9D8B030D-6E8A-4147-A177-3AD203B41FA5}">
                      <a16:colId xmlns:a16="http://schemas.microsoft.com/office/drawing/2014/main" val="4258211808"/>
                    </a:ext>
                  </a:extLst>
                </a:gridCol>
                <a:gridCol w="755650">
                  <a:extLst>
                    <a:ext uri="{9D8B030D-6E8A-4147-A177-3AD203B41FA5}">
                      <a16:colId xmlns:a16="http://schemas.microsoft.com/office/drawing/2014/main" val="1794200575"/>
                    </a:ext>
                  </a:extLst>
                </a:gridCol>
                <a:gridCol w="755650">
                  <a:extLst>
                    <a:ext uri="{9D8B030D-6E8A-4147-A177-3AD203B41FA5}">
                      <a16:colId xmlns:a16="http://schemas.microsoft.com/office/drawing/2014/main" val="4230716487"/>
                    </a:ext>
                  </a:extLst>
                </a:gridCol>
                <a:gridCol w="755650">
                  <a:extLst>
                    <a:ext uri="{9D8B030D-6E8A-4147-A177-3AD203B41FA5}">
                      <a16:colId xmlns:a16="http://schemas.microsoft.com/office/drawing/2014/main" val="56153739"/>
                    </a:ext>
                  </a:extLst>
                </a:gridCol>
              </a:tblGrid>
              <a:tr h="370840">
                <a:tc>
                  <a:txBody>
                    <a:bodyPr/>
                    <a:lstStyle/>
                    <a:p>
                      <a:pPr algn="ctr"/>
                      <a:r>
                        <a:rPr lang="en-US" altLang="zh-CN" dirty="0">
                          <a:solidFill>
                            <a:schemeClr val="tx1"/>
                          </a:solidFill>
                          <a:latin typeface="Arial Black" panose="020B0A04020102020204" pitchFamily="34" charset="0"/>
                        </a:rPr>
                        <a:t>0</a:t>
                      </a:r>
                      <a:endParaRPr lang="zh-CN" altLang="en-US" dirty="0">
                        <a:solidFill>
                          <a:schemeClr val="tx1"/>
                        </a:solidFill>
                        <a:latin typeface="Arial Black" panose="020B0A04020102020204" pitchFamily="34" charset="0"/>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ctr"/>
                      <a:r>
                        <a:rPr lang="en-US" altLang="zh-CN" dirty="0">
                          <a:solidFill>
                            <a:schemeClr val="tx1"/>
                          </a:solidFill>
                          <a:latin typeface="Arial Black" panose="020B0A04020102020204" pitchFamily="34" charset="0"/>
                        </a:rPr>
                        <a:t>1</a:t>
                      </a:r>
                      <a:endParaRPr lang="zh-CN" altLang="en-US" dirty="0">
                        <a:solidFill>
                          <a:schemeClr val="tx1"/>
                        </a:solidFill>
                        <a:latin typeface="Arial Black" panose="020B0A04020102020204" pitchFamily="34" charset="0"/>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ctr"/>
                      <a:r>
                        <a:rPr lang="en-US" altLang="zh-CN" dirty="0">
                          <a:solidFill>
                            <a:schemeClr val="tx1"/>
                          </a:solidFill>
                          <a:latin typeface="Arial Black" panose="020B0A04020102020204" pitchFamily="34" charset="0"/>
                        </a:rPr>
                        <a:t>2</a:t>
                      </a:r>
                      <a:endParaRPr lang="zh-CN" altLang="en-US" dirty="0">
                        <a:solidFill>
                          <a:schemeClr val="tx1"/>
                        </a:solidFill>
                        <a:latin typeface="Arial Black" panose="020B0A04020102020204" pitchFamily="34" charset="0"/>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ctr"/>
                      <a:r>
                        <a:rPr lang="en-US" altLang="zh-CN" dirty="0">
                          <a:solidFill>
                            <a:schemeClr val="tx1"/>
                          </a:solidFill>
                          <a:latin typeface="Arial Black" panose="020B0A04020102020204" pitchFamily="34" charset="0"/>
                        </a:rPr>
                        <a:t>3</a:t>
                      </a:r>
                      <a:endParaRPr lang="zh-CN" altLang="en-US" dirty="0">
                        <a:solidFill>
                          <a:schemeClr val="tx1"/>
                        </a:solidFill>
                        <a:latin typeface="Arial Black" panose="020B0A04020102020204" pitchFamily="34" charset="0"/>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ctr"/>
                      <a:r>
                        <a:rPr lang="en-US" altLang="zh-CN" dirty="0">
                          <a:solidFill>
                            <a:schemeClr val="tx1"/>
                          </a:solidFill>
                          <a:latin typeface="Arial Black" panose="020B0A04020102020204" pitchFamily="34" charset="0"/>
                        </a:rPr>
                        <a:t>4</a:t>
                      </a:r>
                      <a:endParaRPr lang="zh-CN" altLang="en-US" dirty="0">
                        <a:solidFill>
                          <a:schemeClr val="tx1"/>
                        </a:solidFill>
                        <a:latin typeface="Arial Black" panose="020B0A04020102020204" pitchFamily="34" charset="0"/>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ctr"/>
                      <a:r>
                        <a:rPr lang="en-US" altLang="zh-CN" dirty="0">
                          <a:solidFill>
                            <a:schemeClr val="tx1"/>
                          </a:solidFill>
                          <a:latin typeface="Arial Black" panose="020B0A04020102020204" pitchFamily="34" charset="0"/>
                        </a:rPr>
                        <a:t>5</a:t>
                      </a:r>
                      <a:endParaRPr lang="zh-CN" altLang="en-US" dirty="0">
                        <a:solidFill>
                          <a:schemeClr val="tx1"/>
                        </a:solidFill>
                        <a:latin typeface="Arial Black" panose="020B0A04020102020204" pitchFamily="34" charset="0"/>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ctr"/>
                      <a:r>
                        <a:rPr lang="en-US" altLang="zh-CN" dirty="0">
                          <a:solidFill>
                            <a:schemeClr val="tx1"/>
                          </a:solidFill>
                          <a:latin typeface="Arial Black" panose="020B0A04020102020204" pitchFamily="34" charset="0"/>
                        </a:rPr>
                        <a:t>6</a:t>
                      </a:r>
                      <a:endParaRPr lang="zh-CN" altLang="en-US" dirty="0">
                        <a:solidFill>
                          <a:schemeClr val="tx1"/>
                        </a:solidFill>
                        <a:latin typeface="Arial Black" panose="020B0A04020102020204" pitchFamily="34" charset="0"/>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ctr"/>
                      <a:r>
                        <a:rPr lang="en-US" altLang="zh-CN" dirty="0">
                          <a:solidFill>
                            <a:schemeClr val="tx1"/>
                          </a:solidFill>
                          <a:latin typeface="Arial Black" panose="020B0A04020102020204" pitchFamily="34" charset="0"/>
                        </a:rPr>
                        <a:t>7</a:t>
                      </a:r>
                      <a:endParaRPr lang="zh-CN" altLang="en-US" dirty="0">
                        <a:solidFill>
                          <a:schemeClr val="tx1"/>
                        </a:solidFill>
                        <a:latin typeface="Arial Black" panose="020B0A04020102020204" pitchFamily="34" charset="0"/>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ctr"/>
                      <a:r>
                        <a:rPr lang="en-US" altLang="zh-CN" dirty="0">
                          <a:solidFill>
                            <a:schemeClr val="tx1"/>
                          </a:solidFill>
                          <a:latin typeface="Arial Black" panose="020B0A04020102020204" pitchFamily="34" charset="0"/>
                        </a:rPr>
                        <a:t>0</a:t>
                      </a:r>
                      <a:endParaRPr lang="zh-CN" altLang="en-US" dirty="0">
                        <a:solidFill>
                          <a:schemeClr val="tx1"/>
                        </a:solidFill>
                        <a:latin typeface="Arial Black" panose="020B0A04020102020204" pitchFamily="34" charset="0"/>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ctr"/>
                      <a:r>
                        <a:rPr lang="en-US" altLang="zh-CN" dirty="0">
                          <a:solidFill>
                            <a:schemeClr val="tx1"/>
                          </a:solidFill>
                          <a:latin typeface="Arial Black" panose="020B0A04020102020204" pitchFamily="34" charset="0"/>
                        </a:rPr>
                        <a:t>1</a:t>
                      </a:r>
                      <a:endParaRPr lang="zh-CN" altLang="en-US" dirty="0">
                        <a:solidFill>
                          <a:schemeClr val="tx1"/>
                        </a:solidFill>
                        <a:latin typeface="Arial Black" panose="020B0A04020102020204" pitchFamily="34" charset="0"/>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ctr"/>
                      <a:r>
                        <a:rPr lang="en-US" altLang="zh-CN" dirty="0">
                          <a:solidFill>
                            <a:schemeClr val="tx1"/>
                          </a:solidFill>
                          <a:latin typeface="Arial Black" panose="020B0A04020102020204" pitchFamily="34" charset="0"/>
                        </a:rPr>
                        <a:t>2</a:t>
                      </a:r>
                      <a:endParaRPr lang="zh-CN" altLang="en-US" dirty="0">
                        <a:solidFill>
                          <a:schemeClr val="tx1"/>
                        </a:solidFill>
                        <a:latin typeface="Arial Black" panose="020B0A04020102020204" pitchFamily="34" charset="0"/>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ctr"/>
                      <a:r>
                        <a:rPr lang="en-US" altLang="zh-CN" dirty="0">
                          <a:solidFill>
                            <a:schemeClr val="tx1"/>
                          </a:solidFill>
                          <a:latin typeface="Arial Black" panose="020B0A04020102020204" pitchFamily="34" charset="0"/>
                        </a:rPr>
                        <a:t>…</a:t>
                      </a:r>
                      <a:endParaRPr lang="zh-CN" altLang="en-US" dirty="0">
                        <a:solidFill>
                          <a:schemeClr val="tx1"/>
                        </a:solidFill>
                        <a:latin typeface="Arial Black" panose="020B0A04020102020204" pitchFamily="34" charset="0"/>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extLst>
                  <a:ext uri="{0D108BD9-81ED-4DB2-BD59-A6C34878D82A}">
                    <a16:rowId xmlns:a16="http://schemas.microsoft.com/office/drawing/2014/main" val="316235763"/>
                  </a:ext>
                </a:extLst>
              </a:tr>
            </a:tbl>
          </a:graphicData>
        </a:graphic>
      </p:graphicFrame>
      <p:sp>
        <p:nvSpPr>
          <p:cNvPr id="49" name="íşlïḍè">
            <a:extLst>
              <a:ext uri="{FF2B5EF4-FFF2-40B4-BE49-F238E27FC236}">
                <a16:creationId xmlns:a16="http://schemas.microsoft.com/office/drawing/2014/main" id="{84B44B39-A1BD-4956-A1BF-ECB7ACDDA058}"/>
              </a:ext>
            </a:extLst>
          </p:cNvPr>
          <p:cNvSpPr txBox="1"/>
          <p:nvPr/>
        </p:nvSpPr>
        <p:spPr>
          <a:xfrm>
            <a:off x="3835285" y="3287898"/>
            <a:ext cx="4525886" cy="602502"/>
          </a:xfrm>
          <a:prstGeom prst="rect">
            <a:avLst/>
          </a:prstGeom>
          <a:noFill/>
        </p:spPr>
        <p:txBody>
          <a:bodyPr wrap="square" lIns="91440" tIns="45720" rIns="91440" bIns="45720" anchor="ctr">
            <a:noAutofit/>
          </a:bodyPr>
          <a:lstStyle/>
          <a:p>
            <a:pPr algn="ctr"/>
            <a:r>
              <a:rPr lang="zh-CN" altLang="en-US" sz="2800" b="1" dirty="0"/>
              <a:t>超时重传、回退</a:t>
            </a:r>
            <a:r>
              <a:rPr lang="en-US" altLang="zh-CN" sz="2800" b="1" dirty="0"/>
              <a:t>N</a:t>
            </a:r>
            <a:r>
              <a:rPr lang="zh-CN" altLang="en-US" sz="2800" b="1" dirty="0"/>
              <a:t>帧的情况</a:t>
            </a:r>
            <a:endParaRPr lang="en-US" altLang="zh-CN" sz="2800" b="1" dirty="0"/>
          </a:p>
        </p:txBody>
      </p:sp>
      <p:sp>
        <p:nvSpPr>
          <p:cNvPr id="13" name="矩形 12">
            <a:extLst>
              <a:ext uri="{FF2B5EF4-FFF2-40B4-BE49-F238E27FC236}">
                <a16:creationId xmlns:a16="http://schemas.microsoft.com/office/drawing/2014/main" id="{14642CA0-C4C4-44A5-BD3D-9FB5C2470514}"/>
              </a:ext>
            </a:extLst>
          </p:cNvPr>
          <p:cNvSpPr/>
          <p:nvPr/>
        </p:nvSpPr>
        <p:spPr>
          <a:xfrm>
            <a:off x="2300222" y="5537182"/>
            <a:ext cx="3780000" cy="390966"/>
          </a:xfrm>
          <a:prstGeom prst="rect">
            <a:avLst/>
          </a:prstGeom>
          <a:solidFill>
            <a:schemeClr val="accent3">
              <a:alpha val="74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36" name="矩形 35">
            <a:extLst>
              <a:ext uri="{FF2B5EF4-FFF2-40B4-BE49-F238E27FC236}">
                <a16:creationId xmlns:a16="http://schemas.microsoft.com/office/drawing/2014/main" id="{E7EB5D14-D014-48F8-ACBF-E9E95001992A}"/>
              </a:ext>
            </a:extLst>
          </p:cNvPr>
          <p:cNvSpPr/>
          <p:nvPr/>
        </p:nvSpPr>
        <p:spPr>
          <a:xfrm>
            <a:off x="2311257" y="1832079"/>
            <a:ext cx="1497129" cy="356368"/>
          </a:xfrm>
          <a:prstGeom prst="rect">
            <a:avLst/>
          </a:prstGeom>
          <a:solidFill>
            <a:schemeClr val="accent4">
              <a:alpha val="74000"/>
            </a:schemeClr>
          </a:solidFill>
          <a:ln>
            <a:solidFill>
              <a:schemeClr val="accent4"/>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grpSp>
        <p:nvGrpSpPr>
          <p:cNvPr id="50" name="组合 49">
            <a:extLst>
              <a:ext uri="{FF2B5EF4-FFF2-40B4-BE49-F238E27FC236}">
                <a16:creationId xmlns:a16="http://schemas.microsoft.com/office/drawing/2014/main" id="{F39BB1B7-7FD8-4DD6-95B8-8EB78C0D2722}"/>
              </a:ext>
            </a:extLst>
          </p:cNvPr>
          <p:cNvGrpSpPr/>
          <p:nvPr/>
        </p:nvGrpSpPr>
        <p:grpSpPr>
          <a:xfrm>
            <a:off x="467055" y="4835167"/>
            <a:ext cx="708432" cy="532527"/>
            <a:chOff x="1251044" y="2295088"/>
            <a:chExt cx="708432" cy="532527"/>
          </a:xfrm>
          <a:solidFill>
            <a:schemeClr val="accent4"/>
          </a:solidFill>
        </p:grpSpPr>
        <p:sp>
          <p:nvSpPr>
            <p:cNvPr id="59" name="矩形 58">
              <a:extLst>
                <a:ext uri="{FF2B5EF4-FFF2-40B4-BE49-F238E27FC236}">
                  <a16:creationId xmlns:a16="http://schemas.microsoft.com/office/drawing/2014/main" id="{4AF13DC1-A7E5-47E9-8020-D660D64D8EA3}"/>
                </a:ext>
              </a:extLst>
            </p:cNvPr>
            <p:cNvSpPr/>
            <p:nvPr/>
          </p:nvSpPr>
          <p:spPr>
            <a:xfrm>
              <a:off x="1251044" y="2557332"/>
              <a:ext cx="708432" cy="270283"/>
            </a:xfrm>
            <a:prstGeom prst="rect">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46800" rIns="46800" rtlCol="0" anchor="ctr"/>
            <a:lstStyle/>
            <a:p>
              <a:pPr algn="ctr"/>
              <a:r>
                <a:rPr lang="en-US" altLang="zh-CN" b="1" dirty="0"/>
                <a:t>ACK1</a:t>
              </a:r>
              <a:endParaRPr lang="zh-CN" altLang="en-US" b="1" dirty="0"/>
            </a:p>
          </p:txBody>
        </p:sp>
        <p:sp>
          <p:nvSpPr>
            <p:cNvPr id="60" name="矩形 59">
              <a:extLst>
                <a:ext uri="{FF2B5EF4-FFF2-40B4-BE49-F238E27FC236}">
                  <a16:creationId xmlns:a16="http://schemas.microsoft.com/office/drawing/2014/main" id="{D777A5B1-5391-468E-8E8F-3A461C41D710}"/>
                </a:ext>
              </a:extLst>
            </p:cNvPr>
            <p:cNvSpPr/>
            <p:nvPr/>
          </p:nvSpPr>
          <p:spPr>
            <a:xfrm>
              <a:off x="1251044" y="2295088"/>
              <a:ext cx="708432" cy="270283"/>
            </a:xfrm>
            <a:prstGeom prst="rect">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46800" rIns="46800" rtlCol="0" anchor="ctr"/>
            <a:lstStyle/>
            <a:p>
              <a:pPr algn="ctr"/>
              <a:r>
                <a:rPr lang="en-US" altLang="zh-CN" b="1" dirty="0"/>
                <a:t>ACK1</a:t>
              </a:r>
              <a:endParaRPr lang="zh-CN" altLang="en-US" b="1" dirty="0"/>
            </a:p>
          </p:txBody>
        </p:sp>
      </p:grpSp>
      <p:grpSp>
        <p:nvGrpSpPr>
          <p:cNvPr id="41" name="组合 40">
            <a:extLst>
              <a:ext uri="{FF2B5EF4-FFF2-40B4-BE49-F238E27FC236}">
                <a16:creationId xmlns:a16="http://schemas.microsoft.com/office/drawing/2014/main" id="{9BA5E5F2-C68F-4F47-99BC-857246C39325}"/>
              </a:ext>
            </a:extLst>
          </p:cNvPr>
          <p:cNvGrpSpPr/>
          <p:nvPr/>
        </p:nvGrpSpPr>
        <p:grpSpPr>
          <a:xfrm>
            <a:off x="467055" y="3912454"/>
            <a:ext cx="708432" cy="532527"/>
            <a:chOff x="1251044" y="2295088"/>
            <a:chExt cx="708432" cy="532527"/>
          </a:xfrm>
          <a:solidFill>
            <a:schemeClr val="accent4"/>
          </a:solidFill>
        </p:grpSpPr>
        <p:sp>
          <p:nvSpPr>
            <p:cNvPr id="42" name="矩形 41">
              <a:extLst>
                <a:ext uri="{FF2B5EF4-FFF2-40B4-BE49-F238E27FC236}">
                  <a16:creationId xmlns:a16="http://schemas.microsoft.com/office/drawing/2014/main" id="{AC390465-7228-4677-8E6E-4327B378560E}"/>
                </a:ext>
              </a:extLst>
            </p:cNvPr>
            <p:cNvSpPr/>
            <p:nvPr/>
          </p:nvSpPr>
          <p:spPr>
            <a:xfrm>
              <a:off x="1251044" y="2557332"/>
              <a:ext cx="708432" cy="270283"/>
            </a:xfrm>
            <a:prstGeom prst="rect">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46800" rIns="46800" rtlCol="0" anchor="ctr"/>
            <a:lstStyle/>
            <a:p>
              <a:pPr algn="ctr"/>
              <a:r>
                <a:rPr lang="en-US" altLang="zh-CN" b="1" dirty="0"/>
                <a:t>ACK1</a:t>
              </a:r>
              <a:endParaRPr lang="zh-CN" altLang="en-US" b="1" dirty="0"/>
            </a:p>
          </p:txBody>
        </p:sp>
        <p:sp>
          <p:nvSpPr>
            <p:cNvPr id="43" name="矩形 42">
              <a:extLst>
                <a:ext uri="{FF2B5EF4-FFF2-40B4-BE49-F238E27FC236}">
                  <a16:creationId xmlns:a16="http://schemas.microsoft.com/office/drawing/2014/main" id="{6D91B393-4DFC-4329-8083-5B3A926A28AD}"/>
                </a:ext>
              </a:extLst>
            </p:cNvPr>
            <p:cNvSpPr/>
            <p:nvPr/>
          </p:nvSpPr>
          <p:spPr>
            <a:xfrm>
              <a:off x="1251044" y="2295088"/>
              <a:ext cx="708432" cy="270283"/>
            </a:xfrm>
            <a:prstGeom prst="rect">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46800" rIns="46800" rtlCol="0" anchor="ctr"/>
            <a:lstStyle/>
            <a:p>
              <a:pPr algn="ctr"/>
              <a:r>
                <a:rPr lang="en-US" altLang="zh-CN" b="1" dirty="0"/>
                <a:t>ACK1</a:t>
              </a:r>
              <a:endParaRPr lang="zh-CN" altLang="en-US" b="1" dirty="0"/>
            </a:p>
          </p:txBody>
        </p:sp>
      </p:grpSp>
      <p:sp>
        <p:nvSpPr>
          <p:cNvPr id="44" name="矩形 43">
            <a:extLst>
              <a:ext uri="{FF2B5EF4-FFF2-40B4-BE49-F238E27FC236}">
                <a16:creationId xmlns:a16="http://schemas.microsoft.com/office/drawing/2014/main" id="{B8E49409-7D16-41EF-B95C-4BC739DEBC7B}"/>
              </a:ext>
            </a:extLst>
          </p:cNvPr>
          <p:cNvSpPr/>
          <p:nvPr/>
        </p:nvSpPr>
        <p:spPr>
          <a:xfrm>
            <a:off x="6076962" y="5557308"/>
            <a:ext cx="1517580" cy="390966"/>
          </a:xfrm>
          <a:prstGeom prst="rect">
            <a:avLst/>
          </a:prstGeom>
          <a:solidFill>
            <a:schemeClr val="accent3">
              <a:alpha val="74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grpSp>
        <p:nvGrpSpPr>
          <p:cNvPr id="6" name="组合 5">
            <a:extLst>
              <a:ext uri="{FF2B5EF4-FFF2-40B4-BE49-F238E27FC236}">
                <a16:creationId xmlns:a16="http://schemas.microsoft.com/office/drawing/2014/main" id="{11228BF6-E856-4BC2-A373-38A1D40A65D0}"/>
              </a:ext>
            </a:extLst>
          </p:cNvPr>
          <p:cNvGrpSpPr/>
          <p:nvPr/>
        </p:nvGrpSpPr>
        <p:grpSpPr>
          <a:xfrm>
            <a:off x="1255523" y="4835167"/>
            <a:ext cx="710121" cy="538153"/>
            <a:chOff x="1255523" y="4835167"/>
            <a:chExt cx="710121" cy="538153"/>
          </a:xfrm>
        </p:grpSpPr>
        <p:sp>
          <p:nvSpPr>
            <p:cNvPr id="45" name="矩形 44">
              <a:extLst>
                <a:ext uri="{FF2B5EF4-FFF2-40B4-BE49-F238E27FC236}">
                  <a16:creationId xmlns:a16="http://schemas.microsoft.com/office/drawing/2014/main" id="{D646AC7E-3EF6-4A96-B872-EEE10E8C1622}"/>
                </a:ext>
              </a:extLst>
            </p:cNvPr>
            <p:cNvSpPr/>
            <p:nvPr/>
          </p:nvSpPr>
          <p:spPr>
            <a:xfrm>
              <a:off x="1255523" y="4835167"/>
              <a:ext cx="708432" cy="270283"/>
            </a:xfrm>
            <a:prstGeom prst="rect">
              <a:avLst/>
            </a:prstGeom>
            <a:solidFill>
              <a:schemeClr val="accent3"/>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46800" rIns="46800" rtlCol="0" anchor="ctr"/>
            <a:lstStyle/>
            <a:p>
              <a:pPr algn="ctr"/>
              <a:r>
                <a:rPr lang="en-US" altLang="zh-CN" b="1" dirty="0"/>
                <a:t>DATA5</a:t>
              </a:r>
              <a:endParaRPr lang="zh-CN" altLang="en-US" b="1" dirty="0"/>
            </a:p>
          </p:txBody>
        </p:sp>
        <p:sp>
          <p:nvSpPr>
            <p:cNvPr id="46" name="矩形 45">
              <a:extLst>
                <a:ext uri="{FF2B5EF4-FFF2-40B4-BE49-F238E27FC236}">
                  <a16:creationId xmlns:a16="http://schemas.microsoft.com/office/drawing/2014/main" id="{031D7906-B18F-445C-AEE9-7530E8FBECFD}"/>
                </a:ext>
              </a:extLst>
            </p:cNvPr>
            <p:cNvSpPr/>
            <p:nvPr/>
          </p:nvSpPr>
          <p:spPr>
            <a:xfrm>
              <a:off x="1257212" y="5103037"/>
              <a:ext cx="708432" cy="270283"/>
            </a:xfrm>
            <a:prstGeom prst="rect">
              <a:avLst/>
            </a:prstGeom>
            <a:solidFill>
              <a:schemeClr val="accent3"/>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46800" rIns="46800" rtlCol="0" anchor="ctr"/>
            <a:lstStyle/>
            <a:p>
              <a:pPr algn="ctr"/>
              <a:r>
                <a:rPr lang="en-US" altLang="zh-CN" b="1" dirty="0"/>
                <a:t>DATA6</a:t>
              </a:r>
              <a:endParaRPr lang="zh-CN" altLang="en-US" b="1" dirty="0"/>
            </a:p>
          </p:txBody>
        </p:sp>
      </p:grpSp>
      <p:sp>
        <p:nvSpPr>
          <p:cNvPr id="35" name="平行四边形 34">
            <a:extLst>
              <a:ext uri="{FF2B5EF4-FFF2-40B4-BE49-F238E27FC236}">
                <a16:creationId xmlns:a16="http://schemas.microsoft.com/office/drawing/2014/main" id="{7573D9E7-C79E-5C6C-462B-31A70B779EE4}"/>
              </a:ext>
            </a:extLst>
          </p:cNvPr>
          <p:cNvSpPr/>
          <p:nvPr/>
        </p:nvSpPr>
        <p:spPr>
          <a:xfrm>
            <a:off x="304799" y="749300"/>
            <a:ext cx="695119" cy="387090"/>
          </a:xfrm>
          <a:prstGeom prst="parallelogram">
            <a:avLst/>
          </a:prstGeom>
          <a:solidFill>
            <a:schemeClr val="accent3">
              <a:lumMod val="75000"/>
            </a:schemeClr>
          </a:solidFill>
          <a:ln>
            <a:solidFill>
              <a:schemeClr val="accent3">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CN" sz="2200" dirty="0">
                <a:latin typeface="Impact" panose="020B0806030902050204" pitchFamily="34" charset="0"/>
              </a:rPr>
              <a:t>04</a:t>
            </a:r>
            <a:endParaRPr lang="zh-CN" altLang="en-US" sz="2200" dirty="0">
              <a:latin typeface="Impact" panose="020B0806030902050204" pitchFamily="34" charset="0"/>
            </a:endParaRPr>
          </a:p>
        </p:txBody>
      </p:sp>
    </p:spTree>
    <p:custDataLst>
      <p:tags r:id="rId1"/>
    </p:custDataLst>
    <p:extLst>
      <p:ext uri="{BB962C8B-B14F-4D97-AF65-F5344CB8AC3E}">
        <p14:creationId xmlns:p14="http://schemas.microsoft.com/office/powerpoint/2010/main" val="3000393066"/>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xit" presetSubtype="0" decel="50000" fill="hold" nodeType="withEffect">
                                  <p:stCondLst>
                                    <p:cond delay="0"/>
                                  </p:stCondLst>
                                  <p:childTnLst>
                                    <p:animEffect transition="out" filter="fade">
                                      <p:cBhvr>
                                        <p:cTn id="6" dur="1000"/>
                                        <p:tgtEl>
                                          <p:spTgt spid="41"/>
                                        </p:tgtEl>
                                      </p:cBhvr>
                                    </p:animEffect>
                                    <p:set>
                                      <p:cBhvr>
                                        <p:cTn id="7" dur="1" fill="hold">
                                          <p:stCondLst>
                                            <p:cond delay="999"/>
                                          </p:stCondLst>
                                        </p:cTn>
                                        <p:tgtEl>
                                          <p:spTgt spid="41"/>
                                        </p:tgtEl>
                                        <p:attrNameLst>
                                          <p:attrName>style.visibility</p:attrName>
                                        </p:attrNameLst>
                                      </p:cBhvr>
                                      <p:to>
                                        <p:strVal val="hidden"/>
                                      </p:to>
                                    </p:set>
                                  </p:childTnLst>
                                </p:cTn>
                              </p:par>
                              <p:par>
                                <p:cTn id="8" presetID="10" presetClass="entr" presetSubtype="0" decel="50000" fill="hold" nodeType="withEffect">
                                  <p:stCondLst>
                                    <p:cond delay="0"/>
                                  </p:stCondLst>
                                  <p:childTnLst>
                                    <p:set>
                                      <p:cBhvr>
                                        <p:cTn id="9" dur="1" fill="hold">
                                          <p:stCondLst>
                                            <p:cond delay="0"/>
                                          </p:stCondLst>
                                        </p:cTn>
                                        <p:tgtEl>
                                          <p:spTgt spid="50"/>
                                        </p:tgtEl>
                                        <p:attrNameLst>
                                          <p:attrName>style.visibility</p:attrName>
                                        </p:attrNameLst>
                                      </p:cBhvr>
                                      <p:to>
                                        <p:strVal val="visible"/>
                                      </p:to>
                                    </p:set>
                                    <p:animEffect transition="in" filter="fade">
                                      <p:cBhvr>
                                        <p:cTn id="10" dur="1000"/>
                                        <p:tgtEl>
                                          <p:spTgt spid="50"/>
                                        </p:tgtEl>
                                      </p:cBhvr>
                                    </p:animEffect>
                                  </p:childTnLst>
                                </p:cTn>
                              </p:par>
                              <p:par>
                                <p:cTn id="11" presetID="63" presetClass="path" presetSubtype="0" decel="50000" fill="hold" nodeType="withEffect">
                                  <p:stCondLst>
                                    <p:cond delay="0"/>
                                  </p:stCondLst>
                                  <p:childTnLst>
                                    <p:animMotion origin="layout" path="M 0 0 L 0 0.134546 E" pathEditMode="relative" ptsTypes="">
                                      <p:cBhvr>
                                        <p:cTn id="12" dur="1000" fill="hold"/>
                                        <p:tgtEl>
                                          <p:spTgt spid="41"/>
                                        </p:tgtEl>
                                        <p:attrNameLst>
                                          <p:attrName>ppt_x</p:attrName>
                                          <p:attrName>ppt_y</p:attrName>
                                        </p:attrNameLst>
                                      </p:cBhvr>
                                    </p:animMotion>
                                  </p:childTnLst>
                                </p:cTn>
                              </p:par>
                              <p:par>
                                <p:cTn id="13" presetID="63" presetClass="path" presetSubtype="0" decel="50000" fill="hold" nodeType="withEffect">
                                  <p:stCondLst>
                                    <p:cond delay="0"/>
                                  </p:stCondLst>
                                  <p:childTnLst>
                                    <p:animMotion origin="layout" path="M 0 -0.134546 L 0 0 E" pathEditMode="relative" ptsTypes="">
                                      <p:cBhvr>
                                        <p:cTn id="14" dur="1000" fill="hold"/>
                                        <p:tgtEl>
                                          <p:spTgt spid="50"/>
                                        </p:tgtEl>
                                        <p:attrNameLst>
                                          <p:attrName>ppt_x</p:attrName>
                                          <p:attrName>ppt_y</p:attrName>
                                        </p:attrNameLst>
                                      </p:cBhvr>
                                    </p:animMotion>
                                  </p:childTnLst>
                                </p:cTn>
                              </p:par>
                              <p:par>
                                <p:cTn id="15" presetID="6" presetClass="emph" presetSubtype="0" decel="50000" fill="hold" nodeType="withEffect">
                                  <p:stCondLst>
                                    <p:cond delay="0"/>
                                  </p:stCondLst>
                                  <p:childTnLst>
                                    <p:animScale>
                                      <p:cBhvr>
                                        <p:cTn id="16" dur="1000" fill="hold"/>
                                        <p:tgtEl>
                                          <p:spTgt spid="41"/>
                                        </p:tgtEl>
                                      </p:cBhvr>
                                      <p:by x="150000" y="150000"/>
                                      <p:from x="100000" y="100000"/>
                                      <p:to x="100000" y="100000"/>
                                    </p:animScale>
                                  </p:childTnLst>
                                </p:cTn>
                              </p:par>
                              <p:par>
                                <p:cTn id="17" presetID="6" presetClass="emph" presetSubtype="0" decel="50000" fill="hold" nodeType="withEffect">
                                  <p:stCondLst>
                                    <p:cond delay="0"/>
                                  </p:stCondLst>
                                  <p:childTnLst>
                                    <p:animScale>
                                      <p:cBhvr>
                                        <p:cTn id="18" dur="1000" fill="hold"/>
                                        <p:tgtEl>
                                          <p:spTgt spid="50"/>
                                        </p:tgtEl>
                                      </p:cBhvr>
                                      <p:by x="150000" y="150000"/>
                                      <p:from x="100000" y="100000"/>
                                      <p:to x="100000" y="100000"/>
                                    </p:animScale>
                                  </p:childTnLst>
                                </p:cTn>
                              </p:par>
                              <p:par>
                                <p:cTn id="19" presetID="12" presetClass="entr" presetSubtype="4" fill="hold" nodeType="withEffect">
                                  <p:stCondLst>
                                    <p:cond delay="0"/>
                                  </p:stCondLst>
                                  <p:childTnLst>
                                    <p:set>
                                      <p:cBhvr>
                                        <p:cTn id="20" dur="1" fill="hold">
                                          <p:stCondLst>
                                            <p:cond delay="0"/>
                                          </p:stCondLst>
                                        </p:cTn>
                                        <p:tgtEl>
                                          <p:spTgt spid="6"/>
                                        </p:tgtEl>
                                        <p:attrNameLst>
                                          <p:attrName>style.visibility</p:attrName>
                                        </p:attrNameLst>
                                      </p:cBhvr>
                                      <p:to>
                                        <p:strVal val="visible"/>
                                      </p:to>
                                    </p:set>
                                    <p:anim calcmode="lin" valueType="num">
                                      <p:cBhvr additive="base">
                                        <p:cTn id="21" dur="1000"/>
                                        <p:tgtEl>
                                          <p:spTgt spid="6"/>
                                        </p:tgtEl>
                                        <p:attrNameLst>
                                          <p:attrName>ppt_y</p:attrName>
                                        </p:attrNameLst>
                                      </p:cBhvr>
                                      <p:tavLst>
                                        <p:tav tm="0">
                                          <p:val>
                                            <p:strVal val="#ppt_y+#ppt_h*1.125000"/>
                                          </p:val>
                                        </p:tav>
                                        <p:tav tm="100000">
                                          <p:val>
                                            <p:strVal val="#ppt_y"/>
                                          </p:val>
                                        </p:tav>
                                      </p:tavLst>
                                    </p:anim>
                                    <p:animEffect transition="in" filter="wipe(up)">
                                      <p:cBhvr>
                                        <p:cTn id="22" dur="1000"/>
                                        <p:tgtEl>
                                          <p:spTgt spid="6"/>
                                        </p:tgtEl>
                                      </p:cBhvr>
                                    </p:animEffect>
                                  </p:childTnLst>
                                </p:cTn>
                              </p:par>
                              <p:par>
                                <p:cTn id="23" presetID="22" presetClass="entr" presetSubtype="8" fill="hold" grpId="0" nodeType="withEffect">
                                  <p:stCondLst>
                                    <p:cond delay="0"/>
                                  </p:stCondLst>
                                  <p:childTnLst>
                                    <p:set>
                                      <p:cBhvr>
                                        <p:cTn id="24" dur="1" fill="hold">
                                          <p:stCondLst>
                                            <p:cond delay="0"/>
                                          </p:stCondLst>
                                        </p:cTn>
                                        <p:tgtEl>
                                          <p:spTgt spid="44"/>
                                        </p:tgtEl>
                                        <p:attrNameLst>
                                          <p:attrName>style.visibility</p:attrName>
                                        </p:attrNameLst>
                                      </p:cBhvr>
                                      <p:to>
                                        <p:strVal val="visible"/>
                                      </p:to>
                                    </p:set>
                                    <p:animEffect transition="in" filter="wipe(left)">
                                      <p:cBhvr>
                                        <p:cTn id="25" dur="1000"/>
                                        <p:tgtEl>
                                          <p:spTgt spid="44"/>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4" grpId="0" animBg="1"/>
    </p:bldLst>
  </p:timing>
</p:sld>
</file>

<file path=ppt/slides/slide15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38" name="组合 37">
            <a:extLst>
              <a:ext uri="{FF2B5EF4-FFF2-40B4-BE49-F238E27FC236}">
                <a16:creationId xmlns:a16="http://schemas.microsoft.com/office/drawing/2014/main" id="{F1B81A00-D1CD-4324-9C55-93FA8AEE6040}"/>
              </a:ext>
            </a:extLst>
          </p:cNvPr>
          <p:cNvGrpSpPr/>
          <p:nvPr/>
        </p:nvGrpSpPr>
        <p:grpSpPr>
          <a:xfrm>
            <a:off x="3817249" y="5098286"/>
            <a:ext cx="3780000" cy="910796"/>
            <a:chOff x="2302929" y="5098286"/>
            <a:chExt cx="3780000" cy="910796"/>
          </a:xfrm>
        </p:grpSpPr>
        <p:sp>
          <p:nvSpPr>
            <p:cNvPr id="39" name="矩形 38">
              <a:extLst>
                <a:ext uri="{FF2B5EF4-FFF2-40B4-BE49-F238E27FC236}">
                  <a16:creationId xmlns:a16="http://schemas.microsoft.com/office/drawing/2014/main" id="{53BEA8C7-0E84-4C43-9BA6-B0FEB4F7EE65}"/>
                </a:ext>
              </a:extLst>
            </p:cNvPr>
            <p:cNvSpPr/>
            <p:nvPr/>
          </p:nvSpPr>
          <p:spPr>
            <a:xfrm>
              <a:off x="2302929" y="5467618"/>
              <a:ext cx="3780000" cy="541464"/>
            </a:xfrm>
            <a:prstGeom prst="rect">
              <a:avLst/>
            </a:prstGeom>
            <a:solidFill>
              <a:schemeClr val="accent3"/>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mc:AlternateContent xmlns:mc="http://schemas.openxmlformats.org/markup-compatibility/2006" xmlns:a14="http://schemas.microsoft.com/office/drawing/2010/main">
          <mc:Choice Requires="a14">
            <p:sp>
              <p:nvSpPr>
                <p:cNvPr id="40" name="文本框 39">
                  <a:extLst>
                    <a:ext uri="{FF2B5EF4-FFF2-40B4-BE49-F238E27FC236}">
                      <a16:creationId xmlns:a16="http://schemas.microsoft.com/office/drawing/2014/main" id="{A90B96BD-7B6C-4227-9038-A042DE3DB894}"/>
                    </a:ext>
                  </a:extLst>
                </p:cNvPr>
                <p:cNvSpPr txBox="1"/>
                <p:nvPr/>
              </p:nvSpPr>
              <p:spPr>
                <a:xfrm>
                  <a:off x="3659320" y="5098286"/>
                  <a:ext cx="1067217" cy="369332"/>
                </a:xfrm>
                <a:prstGeom prst="rect">
                  <a:avLst/>
                </a:prstGeom>
                <a:noFill/>
              </p:spPr>
              <p:txBody>
                <a:bodyPr wrap="square">
                  <a:spAutoFit/>
                </a:bodyPr>
                <a:lstStyle/>
                <a:p>
                  <a:pPr/>
                  <a14:m>
                    <m:oMathPara xmlns:m="http://schemas.openxmlformats.org/officeDocument/2006/math">
                      <m:oMathParaPr>
                        <m:jc m:val="centerGroup"/>
                      </m:oMathParaPr>
                      <m:oMath xmlns:m="http://schemas.openxmlformats.org/officeDocument/2006/math">
                        <m:sSub>
                          <m:sSubPr>
                            <m:ctrlPr>
                              <a:rPr lang="en-US" altLang="zh-CN" b="1" i="1" smtClean="0">
                                <a:solidFill>
                                  <a:schemeClr val="accent3"/>
                                </a:solidFill>
                                <a:latin typeface="Cambria Math" panose="02040503050406030204" pitchFamily="18" charset="0"/>
                              </a:rPr>
                            </m:ctrlPr>
                          </m:sSubPr>
                          <m:e>
                            <m:r>
                              <a:rPr lang="en-US" altLang="zh-CN" b="1" i="1" smtClean="0">
                                <a:solidFill>
                                  <a:schemeClr val="accent3"/>
                                </a:solidFill>
                                <a:latin typeface="Cambria Math" panose="02040503050406030204" pitchFamily="18" charset="0"/>
                              </a:rPr>
                              <m:t>𝑾</m:t>
                            </m:r>
                          </m:e>
                          <m:sub>
                            <m:r>
                              <a:rPr lang="en-US" altLang="zh-CN" b="1" i="1" smtClean="0">
                                <a:solidFill>
                                  <a:schemeClr val="accent3"/>
                                </a:solidFill>
                                <a:latin typeface="Cambria Math" panose="02040503050406030204" pitchFamily="18" charset="0"/>
                              </a:rPr>
                              <m:t>𝑻</m:t>
                            </m:r>
                          </m:sub>
                        </m:sSub>
                        <m:r>
                          <a:rPr lang="en-US" altLang="zh-CN" b="1" i="1" smtClean="0">
                            <a:solidFill>
                              <a:schemeClr val="accent3"/>
                            </a:solidFill>
                            <a:latin typeface="Cambria Math" panose="02040503050406030204" pitchFamily="18" charset="0"/>
                          </a:rPr>
                          <m:t>=</m:t>
                        </m:r>
                        <m:r>
                          <a:rPr lang="en-US" altLang="zh-CN" b="1" i="1" smtClean="0">
                            <a:solidFill>
                              <a:schemeClr val="accent3"/>
                            </a:solidFill>
                            <a:latin typeface="Cambria Math" panose="02040503050406030204" pitchFamily="18" charset="0"/>
                          </a:rPr>
                          <m:t>𝟓</m:t>
                        </m:r>
                      </m:oMath>
                    </m:oMathPara>
                  </a14:m>
                  <a:endParaRPr lang="zh-CN" altLang="en-US" dirty="0">
                    <a:solidFill>
                      <a:schemeClr val="accent3"/>
                    </a:solidFill>
                  </a:endParaRPr>
                </a:p>
              </p:txBody>
            </p:sp>
          </mc:Choice>
          <mc:Fallback xmlns="">
            <p:sp>
              <p:nvSpPr>
                <p:cNvPr id="23" name="文本框 22">
                  <a:extLst>
                    <a:ext uri="{FF2B5EF4-FFF2-40B4-BE49-F238E27FC236}">
                      <a16:creationId xmlns:a16="http://schemas.microsoft.com/office/drawing/2014/main" id="{ABC03EEA-26BD-4845-8ACC-3FB7B6DA9132}"/>
                    </a:ext>
                  </a:extLst>
                </p:cNvPr>
                <p:cNvSpPr txBox="1">
                  <a:spLocks noRot="1" noChangeAspect="1" noMove="1" noResize="1" noEditPoints="1" noAdjustHandles="1" noChangeArrowheads="1" noChangeShapeType="1" noTextEdit="1"/>
                </p:cNvSpPr>
                <p:nvPr/>
              </p:nvSpPr>
              <p:spPr>
                <a:xfrm>
                  <a:off x="3659320" y="5098286"/>
                  <a:ext cx="1067217" cy="369332"/>
                </a:xfrm>
                <a:prstGeom prst="rect">
                  <a:avLst/>
                </a:prstGeom>
                <a:blipFill>
                  <a:blip r:embed="rId4"/>
                  <a:stretch>
                    <a:fillRect b="-3279"/>
                  </a:stretch>
                </a:blipFill>
              </p:spPr>
              <p:txBody>
                <a:bodyPr/>
                <a:lstStyle/>
                <a:p>
                  <a:r>
                    <a:rPr lang="zh-CN" altLang="en-US">
                      <a:noFill/>
                    </a:rPr>
                    <a:t> </a:t>
                  </a:r>
                </a:p>
              </p:txBody>
            </p:sp>
          </mc:Fallback>
        </mc:AlternateContent>
      </p:grpSp>
      <p:grpSp>
        <p:nvGrpSpPr>
          <p:cNvPr id="31" name="组合 30">
            <a:extLst>
              <a:ext uri="{FF2B5EF4-FFF2-40B4-BE49-F238E27FC236}">
                <a16:creationId xmlns:a16="http://schemas.microsoft.com/office/drawing/2014/main" id="{F8FB8773-3132-44C5-BA37-545BA916FC7F}"/>
              </a:ext>
            </a:extLst>
          </p:cNvPr>
          <p:cNvGrpSpPr/>
          <p:nvPr/>
        </p:nvGrpSpPr>
        <p:grpSpPr>
          <a:xfrm>
            <a:off x="3659320" y="1363110"/>
            <a:ext cx="1067217" cy="917885"/>
            <a:chOff x="2146413" y="1363110"/>
            <a:chExt cx="1067217" cy="917885"/>
          </a:xfrm>
        </p:grpSpPr>
        <p:sp>
          <p:nvSpPr>
            <p:cNvPr id="32" name="矩形 31">
              <a:extLst>
                <a:ext uri="{FF2B5EF4-FFF2-40B4-BE49-F238E27FC236}">
                  <a16:creationId xmlns:a16="http://schemas.microsoft.com/office/drawing/2014/main" id="{D4210CF8-E394-4326-9E53-07BBCF692252}"/>
                </a:ext>
              </a:extLst>
            </p:cNvPr>
            <p:cNvSpPr/>
            <p:nvPr/>
          </p:nvSpPr>
          <p:spPr>
            <a:xfrm>
              <a:off x="2300222" y="1739531"/>
              <a:ext cx="759600" cy="541464"/>
            </a:xfrm>
            <a:prstGeom prst="rect">
              <a:avLst/>
            </a:prstGeom>
            <a:solidFill>
              <a:schemeClr val="accent4"/>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mc:AlternateContent xmlns:mc="http://schemas.openxmlformats.org/markup-compatibility/2006" xmlns:a14="http://schemas.microsoft.com/office/drawing/2010/main">
          <mc:Choice Requires="a14">
            <p:sp>
              <p:nvSpPr>
                <p:cNvPr id="33" name="文本框 32">
                  <a:extLst>
                    <a:ext uri="{FF2B5EF4-FFF2-40B4-BE49-F238E27FC236}">
                      <a16:creationId xmlns:a16="http://schemas.microsoft.com/office/drawing/2014/main" id="{B18AE0E4-0AF2-4267-8E26-A1FBCFC82FCA}"/>
                    </a:ext>
                  </a:extLst>
                </p:cNvPr>
                <p:cNvSpPr txBox="1"/>
                <p:nvPr/>
              </p:nvSpPr>
              <p:spPr>
                <a:xfrm>
                  <a:off x="2146413" y="1363110"/>
                  <a:ext cx="1067217" cy="369332"/>
                </a:xfrm>
                <a:prstGeom prst="rect">
                  <a:avLst/>
                </a:prstGeom>
                <a:noFill/>
              </p:spPr>
              <p:txBody>
                <a:bodyPr wrap="square">
                  <a:spAutoFit/>
                </a:bodyPr>
                <a:lstStyle/>
                <a:p>
                  <a:pPr/>
                  <a14:m>
                    <m:oMathPara xmlns:m="http://schemas.openxmlformats.org/officeDocument/2006/math">
                      <m:oMathParaPr>
                        <m:jc m:val="centerGroup"/>
                      </m:oMathParaPr>
                      <m:oMath xmlns:m="http://schemas.openxmlformats.org/officeDocument/2006/math">
                        <m:sSub>
                          <m:sSubPr>
                            <m:ctrlPr>
                              <a:rPr lang="en-US" altLang="zh-CN" b="1" i="1" smtClean="0">
                                <a:solidFill>
                                  <a:schemeClr val="accent4"/>
                                </a:solidFill>
                                <a:latin typeface="Cambria Math" panose="02040503050406030204" pitchFamily="18" charset="0"/>
                              </a:rPr>
                            </m:ctrlPr>
                          </m:sSubPr>
                          <m:e>
                            <m:r>
                              <a:rPr lang="en-US" altLang="zh-CN" b="1" i="1" smtClean="0">
                                <a:solidFill>
                                  <a:schemeClr val="accent4"/>
                                </a:solidFill>
                                <a:latin typeface="Cambria Math" panose="02040503050406030204" pitchFamily="18" charset="0"/>
                              </a:rPr>
                              <m:t>𝑾</m:t>
                            </m:r>
                          </m:e>
                          <m:sub>
                            <m:r>
                              <a:rPr lang="en-US" altLang="zh-CN" b="1" i="1" smtClean="0">
                                <a:solidFill>
                                  <a:schemeClr val="accent4"/>
                                </a:solidFill>
                                <a:latin typeface="Cambria Math" panose="02040503050406030204" pitchFamily="18" charset="0"/>
                              </a:rPr>
                              <m:t>𝑹</m:t>
                            </m:r>
                          </m:sub>
                        </m:sSub>
                        <m:r>
                          <a:rPr lang="en-US" altLang="zh-CN" b="1" i="1" smtClean="0">
                            <a:solidFill>
                              <a:schemeClr val="accent4"/>
                            </a:solidFill>
                            <a:latin typeface="Cambria Math" panose="02040503050406030204" pitchFamily="18" charset="0"/>
                          </a:rPr>
                          <m:t>=</m:t>
                        </m:r>
                        <m:r>
                          <a:rPr lang="en-US" altLang="zh-CN" b="1" i="1" smtClean="0">
                            <a:solidFill>
                              <a:schemeClr val="accent4"/>
                            </a:solidFill>
                            <a:latin typeface="Cambria Math" panose="02040503050406030204" pitchFamily="18" charset="0"/>
                          </a:rPr>
                          <m:t>𝟏</m:t>
                        </m:r>
                      </m:oMath>
                    </m:oMathPara>
                  </a14:m>
                  <a:endParaRPr lang="zh-CN" altLang="en-US" dirty="0">
                    <a:solidFill>
                      <a:schemeClr val="accent3"/>
                    </a:solidFill>
                  </a:endParaRPr>
                </a:p>
              </p:txBody>
            </p:sp>
          </mc:Choice>
          <mc:Fallback xmlns="">
            <p:sp>
              <p:nvSpPr>
                <p:cNvPr id="35" name="文本框 34">
                  <a:extLst>
                    <a:ext uri="{FF2B5EF4-FFF2-40B4-BE49-F238E27FC236}">
                      <a16:creationId xmlns:a16="http://schemas.microsoft.com/office/drawing/2014/main" id="{EE98B7EB-F32B-4A4F-9072-DF021D7DCAD9}"/>
                    </a:ext>
                  </a:extLst>
                </p:cNvPr>
                <p:cNvSpPr txBox="1">
                  <a:spLocks noRot="1" noChangeAspect="1" noMove="1" noResize="1" noEditPoints="1" noAdjustHandles="1" noChangeArrowheads="1" noChangeShapeType="1" noTextEdit="1"/>
                </p:cNvSpPr>
                <p:nvPr/>
              </p:nvSpPr>
              <p:spPr>
                <a:xfrm>
                  <a:off x="2146413" y="1363110"/>
                  <a:ext cx="1067217" cy="369332"/>
                </a:xfrm>
                <a:prstGeom prst="rect">
                  <a:avLst/>
                </a:prstGeom>
                <a:blipFill>
                  <a:blip r:embed="rId3"/>
                  <a:stretch>
                    <a:fillRect b="-3333"/>
                  </a:stretch>
                </a:blipFill>
              </p:spPr>
              <p:txBody>
                <a:bodyPr/>
                <a:lstStyle/>
                <a:p>
                  <a:r>
                    <a:rPr lang="zh-CN" altLang="en-US">
                      <a:noFill/>
                    </a:rPr>
                    <a:t> </a:t>
                  </a:r>
                </a:p>
              </p:txBody>
            </p:sp>
          </mc:Fallback>
        </mc:AlternateContent>
      </p:grpSp>
      <p:grpSp>
        <p:nvGrpSpPr>
          <p:cNvPr id="4" name="组合 3">
            <a:extLst>
              <a:ext uri="{FF2B5EF4-FFF2-40B4-BE49-F238E27FC236}">
                <a16:creationId xmlns:a16="http://schemas.microsoft.com/office/drawing/2014/main" id="{9A1EA9F2-FCB6-48C3-935F-7AE7E3AD14AC}"/>
              </a:ext>
            </a:extLst>
          </p:cNvPr>
          <p:cNvGrpSpPr/>
          <p:nvPr/>
        </p:nvGrpSpPr>
        <p:grpSpPr>
          <a:xfrm>
            <a:off x="304800" y="749300"/>
            <a:ext cx="6192344" cy="400110"/>
            <a:chOff x="424117" y="898245"/>
            <a:chExt cx="6192344" cy="400110"/>
          </a:xfrm>
        </p:grpSpPr>
        <p:sp>
          <p:nvSpPr>
            <p:cNvPr id="2" name="平行四边形 1">
              <a:extLst>
                <a:ext uri="{FF2B5EF4-FFF2-40B4-BE49-F238E27FC236}">
                  <a16:creationId xmlns:a16="http://schemas.microsoft.com/office/drawing/2014/main" id="{1F5BAA3F-9845-4F89-A2DD-8222D3E4EDAC}"/>
                </a:ext>
              </a:extLst>
            </p:cNvPr>
            <p:cNvSpPr/>
            <p:nvPr/>
          </p:nvSpPr>
          <p:spPr>
            <a:xfrm>
              <a:off x="424117" y="898245"/>
              <a:ext cx="628306" cy="387090"/>
            </a:xfrm>
            <a:prstGeom prst="parallelogram">
              <a:avLst/>
            </a:prstGeom>
            <a:solidFill>
              <a:schemeClr val="accent3">
                <a:lumMod val="75000"/>
              </a:schemeClr>
            </a:solidFill>
            <a:ln>
              <a:solidFill>
                <a:schemeClr val="accent3">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CN" sz="2200" dirty="0">
                  <a:latin typeface="Impact" panose="020B0806030902050204" pitchFamily="34" charset="0"/>
                </a:rPr>
                <a:t>01</a:t>
              </a:r>
              <a:endParaRPr lang="zh-CN" altLang="en-US" sz="2200" dirty="0">
                <a:latin typeface="Impact" panose="020B0806030902050204" pitchFamily="34" charset="0"/>
              </a:endParaRPr>
            </a:p>
          </p:txBody>
        </p:sp>
        <p:sp>
          <p:nvSpPr>
            <p:cNvPr id="3" name="文本框 2">
              <a:extLst>
                <a:ext uri="{FF2B5EF4-FFF2-40B4-BE49-F238E27FC236}">
                  <a16:creationId xmlns:a16="http://schemas.microsoft.com/office/drawing/2014/main" id="{4D6BD736-A4D3-4F26-AFED-36E11F50F70B}"/>
                </a:ext>
              </a:extLst>
            </p:cNvPr>
            <p:cNvSpPr txBox="1"/>
            <p:nvPr/>
          </p:nvSpPr>
          <p:spPr>
            <a:xfrm>
              <a:off x="1052423" y="898245"/>
              <a:ext cx="5564038" cy="400110"/>
            </a:xfrm>
            <a:prstGeom prst="rect">
              <a:avLst/>
            </a:prstGeom>
            <a:noFill/>
          </p:spPr>
          <p:txBody>
            <a:bodyPr wrap="square" rtlCol="0">
              <a:spAutoFit/>
            </a:bodyPr>
            <a:lstStyle/>
            <a:p>
              <a:r>
                <a:rPr lang="zh-CN" altLang="en-US" sz="2000" b="1" dirty="0"/>
                <a:t>回退</a:t>
              </a:r>
              <a:r>
                <a:rPr lang="en-US" altLang="zh-CN" sz="2000" b="1" dirty="0"/>
                <a:t>N</a:t>
              </a:r>
              <a:r>
                <a:rPr lang="zh-CN" altLang="en-US" sz="2000" b="1" dirty="0"/>
                <a:t>帧协议</a:t>
              </a:r>
            </a:p>
          </p:txBody>
        </p:sp>
      </p:grpSp>
      <p:grpSp>
        <p:nvGrpSpPr>
          <p:cNvPr id="20" name="组合 19">
            <a:extLst>
              <a:ext uri="{FF2B5EF4-FFF2-40B4-BE49-F238E27FC236}">
                <a16:creationId xmlns:a16="http://schemas.microsoft.com/office/drawing/2014/main" id="{87756F0E-46C2-4571-B23D-C8472E9FD1FB}"/>
              </a:ext>
            </a:extLst>
          </p:cNvPr>
          <p:cNvGrpSpPr/>
          <p:nvPr/>
        </p:nvGrpSpPr>
        <p:grpSpPr>
          <a:xfrm>
            <a:off x="475097" y="1263518"/>
            <a:ext cx="1355161" cy="5114896"/>
            <a:chOff x="475097" y="1263518"/>
            <a:chExt cx="1355161" cy="5114896"/>
          </a:xfrm>
        </p:grpSpPr>
        <p:cxnSp>
          <p:nvCxnSpPr>
            <p:cNvPr id="17" name="直接连接符 16">
              <a:extLst>
                <a:ext uri="{FF2B5EF4-FFF2-40B4-BE49-F238E27FC236}">
                  <a16:creationId xmlns:a16="http://schemas.microsoft.com/office/drawing/2014/main" id="{5A41A17A-7B81-47D8-BDBB-76B8F1AA71D6}"/>
                </a:ext>
              </a:extLst>
            </p:cNvPr>
            <p:cNvCxnSpPr>
              <a:cxnSpLocks/>
            </p:cNvCxnSpPr>
            <p:nvPr/>
          </p:nvCxnSpPr>
          <p:spPr>
            <a:xfrm flipV="1">
              <a:off x="1208367" y="2012996"/>
              <a:ext cx="0" cy="3813858"/>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nvGrpSpPr>
            <p:cNvPr id="9" name="组合 8">
              <a:extLst>
                <a:ext uri="{FF2B5EF4-FFF2-40B4-BE49-F238E27FC236}">
                  <a16:creationId xmlns:a16="http://schemas.microsoft.com/office/drawing/2014/main" id="{A2B5FA1F-35FA-42E7-8D74-E7431B6AAA3C}"/>
                </a:ext>
              </a:extLst>
            </p:cNvPr>
            <p:cNvGrpSpPr/>
            <p:nvPr/>
          </p:nvGrpSpPr>
          <p:grpSpPr>
            <a:xfrm>
              <a:off x="700096" y="5368000"/>
              <a:ext cx="905164" cy="1010414"/>
              <a:chOff x="700096" y="5368000"/>
              <a:chExt cx="905164" cy="1010414"/>
            </a:xfrm>
          </p:grpSpPr>
          <p:pic>
            <p:nvPicPr>
              <p:cNvPr id="214" name="图形 213">
                <a:extLst>
                  <a:ext uri="{FF2B5EF4-FFF2-40B4-BE49-F238E27FC236}">
                    <a16:creationId xmlns:a16="http://schemas.microsoft.com/office/drawing/2014/main" id="{D949CB40-4FF6-4E8C-991B-66D24C6ADF05}"/>
                  </a:ext>
                </a:extLst>
              </p:cNvPr>
              <p:cNvPicPr>
                <a:picLocks noChangeAspect="1"/>
              </p:cNvPicPr>
              <p:nvPr/>
            </p:nvPicPr>
            <p:blipFill>
              <a:blip r:embed="rId5">
                <a:extLst>
                  <a:ext uri="{28A0092B-C50C-407E-A947-70E740481C1C}">
                    <a14:useLocalDpi xmlns:a14="http://schemas.microsoft.com/office/drawing/2010/main" val="0"/>
                  </a:ext>
                  <a:ext uri="{96DAC541-7B7A-43D3-8B79-37D633B846F1}">
                    <asvg:svgBlip xmlns:asvg="http://schemas.microsoft.com/office/drawing/2016/SVG/main" r:embed="rId6"/>
                  </a:ext>
                </a:extLst>
              </a:blip>
              <a:stretch>
                <a:fillRect/>
              </a:stretch>
            </p:blipFill>
            <p:spPr>
              <a:xfrm>
                <a:off x="821271" y="5368000"/>
                <a:ext cx="662814" cy="641082"/>
              </a:xfrm>
              <a:prstGeom prst="rect">
                <a:avLst/>
              </a:prstGeom>
            </p:spPr>
          </p:pic>
          <p:sp>
            <p:nvSpPr>
              <p:cNvPr id="218" name="文本框 217">
                <a:extLst>
                  <a:ext uri="{FF2B5EF4-FFF2-40B4-BE49-F238E27FC236}">
                    <a16:creationId xmlns:a16="http://schemas.microsoft.com/office/drawing/2014/main" id="{584D12FE-712D-432B-A48B-3084189F6B6C}"/>
                  </a:ext>
                </a:extLst>
              </p:cNvPr>
              <p:cNvSpPr txBox="1"/>
              <p:nvPr/>
            </p:nvSpPr>
            <p:spPr>
              <a:xfrm>
                <a:off x="700096" y="6009082"/>
                <a:ext cx="905164" cy="369332"/>
              </a:xfrm>
              <a:prstGeom prst="rect">
                <a:avLst/>
              </a:prstGeom>
              <a:noFill/>
            </p:spPr>
            <p:txBody>
              <a:bodyPr wrap="square" rtlCol="0">
                <a:spAutoFit/>
              </a:bodyPr>
              <a:lstStyle/>
              <a:p>
                <a:r>
                  <a:rPr lang="zh-CN" altLang="en-US" b="1" dirty="0">
                    <a:latin typeface="+mn-ea"/>
                  </a:rPr>
                  <a:t>发送方</a:t>
                </a:r>
              </a:p>
            </p:txBody>
          </p:sp>
        </p:grpSp>
        <p:grpSp>
          <p:nvGrpSpPr>
            <p:cNvPr id="8" name="组合 7">
              <a:extLst>
                <a:ext uri="{FF2B5EF4-FFF2-40B4-BE49-F238E27FC236}">
                  <a16:creationId xmlns:a16="http://schemas.microsoft.com/office/drawing/2014/main" id="{0ACAF080-95D4-4F76-A817-06EA84E449C9}"/>
                </a:ext>
              </a:extLst>
            </p:cNvPr>
            <p:cNvGrpSpPr/>
            <p:nvPr/>
          </p:nvGrpSpPr>
          <p:grpSpPr>
            <a:xfrm>
              <a:off x="878301" y="1263518"/>
              <a:ext cx="905164" cy="1027908"/>
              <a:chOff x="878301" y="1390382"/>
              <a:chExt cx="905164" cy="1027908"/>
            </a:xfrm>
          </p:grpSpPr>
          <p:pic>
            <p:nvPicPr>
              <p:cNvPr id="210" name="图形 209">
                <a:extLst>
                  <a:ext uri="{FF2B5EF4-FFF2-40B4-BE49-F238E27FC236}">
                    <a16:creationId xmlns:a16="http://schemas.microsoft.com/office/drawing/2014/main" id="{61E01467-74F7-469C-BAD5-DFFB1234E440}"/>
                  </a:ext>
                </a:extLst>
              </p:cNvPr>
              <p:cNvPicPr>
                <a:picLocks noChangeAspect="1"/>
              </p:cNvPicPr>
              <p:nvPr/>
            </p:nvPicPr>
            <p:blipFill>
              <a:blip r:embed="rId7">
                <a:extLst>
                  <a:ext uri="{28A0092B-C50C-407E-A947-70E740481C1C}">
                    <a14:useLocalDpi xmlns:a14="http://schemas.microsoft.com/office/drawing/2010/main" val="0"/>
                  </a:ext>
                  <a:ext uri="{96DAC541-7B7A-43D3-8B79-37D633B846F1}">
                    <asvg:svgBlip xmlns:asvg="http://schemas.microsoft.com/office/drawing/2016/SVG/main" r:embed="rId8"/>
                  </a:ext>
                </a:extLst>
              </a:blip>
              <a:stretch>
                <a:fillRect/>
              </a:stretch>
            </p:blipFill>
            <p:spPr>
              <a:xfrm>
                <a:off x="984826" y="1759714"/>
                <a:ext cx="501772" cy="658576"/>
              </a:xfrm>
              <a:prstGeom prst="rect">
                <a:avLst/>
              </a:prstGeom>
            </p:spPr>
          </p:pic>
          <p:sp>
            <p:nvSpPr>
              <p:cNvPr id="219" name="文本框 218">
                <a:extLst>
                  <a:ext uri="{FF2B5EF4-FFF2-40B4-BE49-F238E27FC236}">
                    <a16:creationId xmlns:a16="http://schemas.microsoft.com/office/drawing/2014/main" id="{B105E330-42F6-4FA8-914C-123FFA0756D5}"/>
                  </a:ext>
                </a:extLst>
              </p:cNvPr>
              <p:cNvSpPr txBox="1"/>
              <p:nvPr/>
            </p:nvSpPr>
            <p:spPr>
              <a:xfrm>
                <a:off x="878301" y="1390382"/>
                <a:ext cx="905164" cy="369332"/>
              </a:xfrm>
              <a:prstGeom prst="rect">
                <a:avLst/>
              </a:prstGeom>
              <a:noFill/>
            </p:spPr>
            <p:txBody>
              <a:bodyPr wrap="square" rtlCol="0">
                <a:spAutoFit/>
              </a:bodyPr>
              <a:lstStyle/>
              <a:p>
                <a:r>
                  <a:rPr lang="zh-CN" altLang="en-US" b="1" dirty="0">
                    <a:latin typeface="+mn-ea"/>
                  </a:rPr>
                  <a:t>接收方</a:t>
                </a:r>
              </a:p>
            </p:txBody>
          </p:sp>
        </p:grpSp>
        <p:sp>
          <p:nvSpPr>
            <p:cNvPr id="57" name="云形 56">
              <a:extLst>
                <a:ext uri="{FF2B5EF4-FFF2-40B4-BE49-F238E27FC236}">
                  <a16:creationId xmlns:a16="http://schemas.microsoft.com/office/drawing/2014/main" id="{8D58A5DA-48AF-4D62-A0E1-92B6F8CBE1F4}"/>
                </a:ext>
              </a:extLst>
            </p:cNvPr>
            <p:cNvSpPr/>
            <p:nvPr/>
          </p:nvSpPr>
          <p:spPr>
            <a:xfrm>
              <a:off x="475097" y="3429014"/>
              <a:ext cx="1355161" cy="801398"/>
            </a:xfrm>
            <a:prstGeom prst="cloud">
              <a:avLst/>
            </a:prstGeom>
            <a:solidFill>
              <a:schemeClr val="bg1">
                <a:lumMod val="85000"/>
              </a:schemeClr>
            </a:solidFill>
            <a:ln>
              <a:solidFill>
                <a:schemeClr val="bg1">
                  <a:lumMod val="85000"/>
                </a:schemeClr>
              </a:solidFill>
            </a:ln>
          </p:spPr>
          <p:style>
            <a:lnRef idx="2">
              <a:schemeClr val="accent3">
                <a:shade val="50000"/>
              </a:schemeClr>
            </a:lnRef>
            <a:fillRef idx="1">
              <a:schemeClr val="accent3"/>
            </a:fillRef>
            <a:effectRef idx="0">
              <a:schemeClr val="accent3"/>
            </a:effectRef>
            <a:fontRef idx="minor">
              <a:schemeClr val="lt1"/>
            </a:fontRef>
          </p:style>
          <p:txBody>
            <a:bodyPr rtlCol="0" anchor="ctr"/>
            <a:lstStyle/>
            <a:p>
              <a:pPr algn="ctr"/>
              <a:r>
                <a:rPr lang="zh-CN" altLang="en-US" b="1" dirty="0">
                  <a:solidFill>
                    <a:schemeClr val="tx1"/>
                  </a:solidFill>
                  <a:latin typeface="+mn-ea"/>
                </a:rPr>
                <a:t>因特网</a:t>
              </a:r>
            </a:p>
          </p:txBody>
        </p:sp>
      </p:grpSp>
      <p:graphicFrame>
        <p:nvGraphicFramePr>
          <p:cNvPr id="21" name="表格 21">
            <a:extLst>
              <a:ext uri="{FF2B5EF4-FFF2-40B4-BE49-F238E27FC236}">
                <a16:creationId xmlns:a16="http://schemas.microsoft.com/office/drawing/2014/main" id="{CE497585-4F97-4F44-9ABE-D7BBA16B40E0}"/>
              </a:ext>
            </a:extLst>
          </p:cNvPr>
          <p:cNvGraphicFramePr>
            <a:graphicFrameLocks noGrp="1"/>
          </p:cNvGraphicFramePr>
          <p:nvPr/>
        </p:nvGraphicFramePr>
        <p:xfrm>
          <a:off x="2302929" y="5557308"/>
          <a:ext cx="9067800" cy="370840"/>
        </p:xfrm>
        <a:graphic>
          <a:graphicData uri="http://schemas.openxmlformats.org/drawingml/2006/table">
            <a:tbl>
              <a:tblPr firstRow="1" bandRow="1">
                <a:tableStyleId>{5C22544A-7EE6-4342-B048-85BDC9FD1C3A}</a:tableStyleId>
              </a:tblPr>
              <a:tblGrid>
                <a:gridCol w="755650">
                  <a:extLst>
                    <a:ext uri="{9D8B030D-6E8A-4147-A177-3AD203B41FA5}">
                      <a16:colId xmlns:a16="http://schemas.microsoft.com/office/drawing/2014/main" val="877486509"/>
                    </a:ext>
                  </a:extLst>
                </a:gridCol>
                <a:gridCol w="755650">
                  <a:extLst>
                    <a:ext uri="{9D8B030D-6E8A-4147-A177-3AD203B41FA5}">
                      <a16:colId xmlns:a16="http://schemas.microsoft.com/office/drawing/2014/main" val="3548605817"/>
                    </a:ext>
                  </a:extLst>
                </a:gridCol>
                <a:gridCol w="755650">
                  <a:extLst>
                    <a:ext uri="{9D8B030D-6E8A-4147-A177-3AD203B41FA5}">
                      <a16:colId xmlns:a16="http://schemas.microsoft.com/office/drawing/2014/main" val="2881812895"/>
                    </a:ext>
                  </a:extLst>
                </a:gridCol>
                <a:gridCol w="755650">
                  <a:extLst>
                    <a:ext uri="{9D8B030D-6E8A-4147-A177-3AD203B41FA5}">
                      <a16:colId xmlns:a16="http://schemas.microsoft.com/office/drawing/2014/main" val="3682284582"/>
                    </a:ext>
                  </a:extLst>
                </a:gridCol>
                <a:gridCol w="755650">
                  <a:extLst>
                    <a:ext uri="{9D8B030D-6E8A-4147-A177-3AD203B41FA5}">
                      <a16:colId xmlns:a16="http://schemas.microsoft.com/office/drawing/2014/main" val="500127722"/>
                    </a:ext>
                  </a:extLst>
                </a:gridCol>
                <a:gridCol w="755650">
                  <a:extLst>
                    <a:ext uri="{9D8B030D-6E8A-4147-A177-3AD203B41FA5}">
                      <a16:colId xmlns:a16="http://schemas.microsoft.com/office/drawing/2014/main" val="2946259618"/>
                    </a:ext>
                  </a:extLst>
                </a:gridCol>
                <a:gridCol w="755650">
                  <a:extLst>
                    <a:ext uri="{9D8B030D-6E8A-4147-A177-3AD203B41FA5}">
                      <a16:colId xmlns:a16="http://schemas.microsoft.com/office/drawing/2014/main" val="171501986"/>
                    </a:ext>
                  </a:extLst>
                </a:gridCol>
                <a:gridCol w="755650">
                  <a:extLst>
                    <a:ext uri="{9D8B030D-6E8A-4147-A177-3AD203B41FA5}">
                      <a16:colId xmlns:a16="http://schemas.microsoft.com/office/drawing/2014/main" val="1667185265"/>
                    </a:ext>
                  </a:extLst>
                </a:gridCol>
                <a:gridCol w="755650">
                  <a:extLst>
                    <a:ext uri="{9D8B030D-6E8A-4147-A177-3AD203B41FA5}">
                      <a16:colId xmlns:a16="http://schemas.microsoft.com/office/drawing/2014/main" val="4258211808"/>
                    </a:ext>
                  </a:extLst>
                </a:gridCol>
                <a:gridCol w="755650">
                  <a:extLst>
                    <a:ext uri="{9D8B030D-6E8A-4147-A177-3AD203B41FA5}">
                      <a16:colId xmlns:a16="http://schemas.microsoft.com/office/drawing/2014/main" val="1794200575"/>
                    </a:ext>
                  </a:extLst>
                </a:gridCol>
                <a:gridCol w="755650">
                  <a:extLst>
                    <a:ext uri="{9D8B030D-6E8A-4147-A177-3AD203B41FA5}">
                      <a16:colId xmlns:a16="http://schemas.microsoft.com/office/drawing/2014/main" val="4230716487"/>
                    </a:ext>
                  </a:extLst>
                </a:gridCol>
                <a:gridCol w="755650">
                  <a:extLst>
                    <a:ext uri="{9D8B030D-6E8A-4147-A177-3AD203B41FA5}">
                      <a16:colId xmlns:a16="http://schemas.microsoft.com/office/drawing/2014/main" val="56153739"/>
                    </a:ext>
                  </a:extLst>
                </a:gridCol>
              </a:tblGrid>
              <a:tr h="370840">
                <a:tc>
                  <a:txBody>
                    <a:bodyPr/>
                    <a:lstStyle/>
                    <a:p>
                      <a:pPr algn="ctr"/>
                      <a:r>
                        <a:rPr lang="en-US" altLang="zh-CN" dirty="0">
                          <a:solidFill>
                            <a:schemeClr val="tx1"/>
                          </a:solidFill>
                          <a:latin typeface="Arial Black" panose="020B0A04020102020204" pitchFamily="34" charset="0"/>
                        </a:rPr>
                        <a:t>0</a:t>
                      </a:r>
                      <a:endParaRPr lang="zh-CN" altLang="en-US" dirty="0">
                        <a:solidFill>
                          <a:schemeClr val="tx1"/>
                        </a:solidFill>
                        <a:latin typeface="Arial Black" panose="020B0A04020102020204" pitchFamily="34" charset="0"/>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ctr"/>
                      <a:r>
                        <a:rPr lang="en-US" altLang="zh-CN" dirty="0">
                          <a:solidFill>
                            <a:schemeClr val="tx1"/>
                          </a:solidFill>
                          <a:latin typeface="Arial Black" panose="020B0A04020102020204" pitchFamily="34" charset="0"/>
                        </a:rPr>
                        <a:t>1</a:t>
                      </a:r>
                      <a:endParaRPr lang="zh-CN" altLang="en-US" dirty="0">
                        <a:solidFill>
                          <a:schemeClr val="tx1"/>
                        </a:solidFill>
                        <a:latin typeface="Arial Black" panose="020B0A04020102020204" pitchFamily="34" charset="0"/>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ctr"/>
                      <a:r>
                        <a:rPr lang="en-US" altLang="zh-CN" dirty="0">
                          <a:solidFill>
                            <a:schemeClr val="tx1"/>
                          </a:solidFill>
                          <a:latin typeface="Arial Black" panose="020B0A04020102020204" pitchFamily="34" charset="0"/>
                        </a:rPr>
                        <a:t>2</a:t>
                      </a:r>
                      <a:endParaRPr lang="zh-CN" altLang="en-US" dirty="0">
                        <a:solidFill>
                          <a:schemeClr val="tx1"/>
                        </a:solidFill>
                        <a:latin typeface="Arial Black" panose="020B0A04020102020204" pitchFamily="34" charset="0"/>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ctr"/>
                      <a:r>
                        <a:rPr lang="en-US" altLang="zh-CN" dirty="0">
                          <a:solidFill>
                            <a:schemeClr val="tx1"/>
                          </a:solidFill>
                          <a:latin typeface="Arial Black" panose="020B0A04020102020204" pitchFamily="34" charset="0"/>
                        </a:rPr>
                        <a:t>3</a:t>
                      </a:r>
                      <a:endParaRPr lang="zh-CN" altLang="en-US" dirty="0">
                        <a:solidFill>
                          <a:schemeClr val="tx1"/>
                        </a:solidFill>
                        <a:latin typeface="Arial Black" panose="020B0A04020102020204" pitchFamily="34" charset="0"/>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ctr"/>
                      <a:r>
                        <a:rPr lang="en-US" altLang="zh-CN" dirty="0">
                          <a:solidFill>
                            <a:schemeClr val="tx1"/>
                          </a:solidFill>
                          <a:latin typeface="Arial Black" panose="020B0A04020102020204" pitchFamily="34" charset="0"/>
                        </a:rPr>
                        <a:t>4</a:t>
                      </a:r>
                      <a:endParaRPr lang="zh-CN" altLang="en-US" dirty="0">
                        <a:solidFill>
                          <a:schemeClr val="tx1"/>
                        </a:solidFill>
                        <a:latin typeface="Arial Black" panose="020B0A04020102020204" pitchFamily="34" charset="0"/>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ctr"/>
                      <a:r>
                        <a:rPr lang="en-US" altLang="zh-CN" dirty="0">
                          <a:solidFill>
                            <a:schemeClr val="tx1"/>
                          </a:solidFill>
                          <a:latin typeface="Arial Black" panose="020B0A04020102020204" pitchFamily="34" charset="0"/>
                        </a:rPr>
                        <a:t>5</a:t>
                      </a:r>
                      <a:endParaRPr lang="zh-CN" altLang="en-US" dirty="0">
                        <a:solidFill>
                          <a:schemeClr val="tx1"/>
                        </a:solidFill>
                        <a:latin typeface="Arial Black" panose="020B0A04020102020204" pitchFamily="34" charset="0"/>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ctr"/>
                      <a:r>
                        <a:rPr lang="en-US" altLang="zh-CN" dirty="0">
                          <a:solidFill>
                            <a:schemeClr val="tx1"/>
                          </a:solidFill>
                          <a:latin typeface="Arial Black" panose="020B0A04020102020204" pitchFamily="34" charset="0"/>
                        </a:rPr>
                        <a:t>6</a:t>
                      </a:r>
                      <a:endParaRPr lang="zh-CN" altLang="en-US" dirty="0">
                        <a:solidFill>
                          <a:schemeClr val="tx1"/>
                        </a:solidFill>
                        <a:latin typeface="Arial Black" panose="020B0A04020102020204" pitchFamily="34" charset="0"/>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ctr"/>
                      <a:r>
                        <a:rPr lang="en-US" altLang="zh-CN" dirty="0">
                          <a:solidFill>
                            <a:schemeClr val="tx1"/>
                          </a:solidFill>
                          <a:latin typeface="Arial Black" panose="020B0A04020102020204" pitchFamily="34" charset="0"/>
                        </a:rPr>
                        <a:t>7</a:t>
                      </a:r>
                      <a:endParaRPr lang="zh-CN" altLang="en-US" dirty="0">
                        <a:solidFill>
                          <a:schemeClr val="tx1"/>
                        </a:solidFill>
                        <a:latin typeface="Arial Black" panose="020B0A04020102020204" pitchFamily="34" charset="0"/>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ctr"/>
                      <a:r>
                        <a:rPr lang="en-US" altLang="zh-CN" dirty="0">
                          <a:solidFill>
                            <a:schemeClr val="tx1"/>
                          </a:solidFill>
                          <a:latin typeface="Arial Black" panose="020B0A04020102020204" pitchFamily="34" charset="0"/>
                        </a:rPr>
                        <a:t>0</a:t>
                      </a:r>
                      <a:endParaRPr lang="zh-CN" altLang="en-US" dirty="0">
                        <a:solidFill>
                          <a:schemeClr val="tx1"/>
                        </a:solidFill>
                        <a:latin typeface="Arial Black" panose="020B0A04020102020204" pitchFamily="34" charset="0"/>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ctr"/>
                      <a:r>
                        <a:rPr lang="en-US" altLang="zh-CN" dirty="0">
                          <a:solidFill>
                            <a:schemeClr val="tx1"/>
                          </a:solidFill>
                          <a:latin typeface="Arial Black" panose="020B0A04020102020204" pitchFamily="34" charset="0"/>
                        </a:rPr>
                        <a:t>1</a:t>
                      </a:r>
                      <a:endParaRPr lang="zh-CN" altLang="en-US" dirty="0">
                        <a:solidFill>
                          <a:schemeClr val="tx1"/>
                        </a:solidFill>
                        <a:latin typeface="Arial Black" panose="020B0A04020102020204" pitchFamily="34" charset="0"/>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ctr"/>
                      <a:r>
                        <a:rPr lang="en-US" altLang="zh-CN" dirty="0">
                          <a:solidFill>
                            <a:schemeClr val="tx1"/>
                          </a:solidFill>
                          <a:latin typeface="Arial Black" panose="020B0A04020102020204" pitchFamily="34" charset="0"/>
                        </a:rPr>
                        <a:t>2</a:t>
                      </a:r>
                      <a:endParaRPr lang="zh-CN" altLang="en-US" dirty="0">
                        <a:solidFill>
                          <a:schemeClr val="tx1"/>
                        </a:solidFill>
                        <a:latin typeface="Arial Black" panose="020B0A04020102020204" pitchFamily="34" charset="0"/>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ctr"/>
                      <a:r>
                        <a:rPr lang="en-US" altLang="zh-CN" dirty="0">
                          <a:solidFill>
                            <a:schemeClr val="tx1"/>
                          </a:solidFill>
                          <a:latin typeface="Arial Black" panose="020B0A04020102020204" pitchFamily="34" charset="0"/>
                        </a:rPr>
                        <a:t>…</a:t>
                      </a:r>
                      <a:endParaRPr lang="zh-CN" altLang="en-US" dirty="0">
                        <a:solidFill>
                          <a:schemeClr val="tx1"/>
                        </a:solidFill>
                        <a:latin typeface="Arial Black" panose="020B0A04020102020204" pitchFamily="34" charset="0"/>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extLst>
                  <a:ext uri="{0D108BD9-81ED-4DB2-BD59-A6C34878D82A}">
                    <a16:rowId xmlns:a16="http://schemas.microsoft.com/office/drawing/2014/main" val="316235763"/>
                  </a:ext>
                </a:extLst>
              </a:tr>
            </a:tbl>
          </a:graphicData>
        </a:graphic>
      </p:graphicFrame>
      <p:graphicFrame>
        <p:nvGraphicFramePr>
          <p:cNvPr id="68" name="表格 21">
            <a:extLst>
              <a:ext uri="{FF2B5EF4-FFF2-40B4-BE49-F238E27FC236}">
                <a16:creationId xmlns:a16="http://schemas.microsoft.com/office/drawing/2014/main" id="{D9B4273D-C94E-42E6-A39B-908C6FA1D8AF}"/>
              </a:ext>
            </a:extLst>
          </p:cNvPr>
          <p:cNvGraphicFramePr>
            <a:graphicFrameLocks noGrp="1"/>
          </p:cNvGraphicFramePr>
          <p:nvPr/>
        </p:nvGraphicFramePr>
        <p:xfrm>
          <a:off x="2302929" y="1827576"/>
          <a:ext cx="9067800" cy="370840"/>
        </p:xfrm>
        <a:graphic>
          <a:graphicData uri="http://schemas.openxmlformats.org/drawingml/2006/table">
            <a:tbl>
              <a:tblPr firstRow="1" bandRow="1">
                <a:tableStyleId>{5C22544A-7EE6-4342-B048-85BDC9FD1C3A}</a:tableStyleId>
              </a:tblPr>
              <a:tblGrid>
                <a:gridCol w="755650">
                  <a:extLst>
                    <a:ext uri="{9D8B030D-6E8A-4147-A177-3AD203B41FA5}">
                      <a16:colId xmlns:a16="http://schemas.microsoft.com/office/drawing/2014/main" val="877486509"/>
                    </a:ext>
                  </a:extLst>
                </a:gridCol>
                <a:gridCol w="755650">
                  <a:extLst>
                    <a:ext uri="{9D8B030D-6E8A-4147-A177-3AD203B41FA5}">
                      <a16:colId xmlns:a16="http://schemas.microsoft.com/office/drawing/2014/main" val="3548605817"/>
                    </a:ext>
                  </a:extLst>
                </a:gridCol>
                <a:gridCol w="755650">
                  <a:extLst>
                    <a:ext uri="{9D8B030D-6E8A-4147-A177-3AD203B41FA5}">
                      <a16:colId xmlns:a16="http://schemas.microsoft.com/office/drawing/2014/main" val="2881812895"/>
                    </a:ext>
                  </a:extLst>
                </a:gridCol>
                <a:gridCol w="755650">
                  <a:extLst>
                    <a:ext uri="{9D8B030D-6E8A-4147-A177-3AD203B41FA5}">
                      <a16:colId xmlns:a16="http://schemas.microsoft.com/office/drawing/2014/main" val="3682284582"/>
                    </a:ext>
                  </a:extLst>
                </a:gridCol>
                <a:gridCol w="755650">
                  <a:extLst>
                    <a:ext uri="{9D8B030D-6E8A-4147-A177-3AD203B41FA5}">
                      <a16:colId xmlns:a16="http://schemas.microsoft.com/office/drawing/2014/main" val="500127722"/>
                    </a:ext>
                  </a:extLst>
                </a:gridCol>
                <a:gridCol w="755650">
                  <a:extLst>
                    <a:ext uri="{9D8B030D-6E8A-4147-A177-3AD203B41FA5}">
                      <a16:colId xmlns:a16="http://schemas.microsoft.com/office/drawing/2014/main" val="2946259618"/>
                    </a:ext>
                  </a:extLst>
                </a:gridCol>
                <a:gridCol w="755650">
                  <a:extLst>
                    <a:ext uri="{9D8B030D-6E8A-4147-A177-3AD203B41FA5}">
                      <a16:colId xmlns:a16="http://schemas.microsoft.com/office/drawing/2014/main" val="171501986"/>
                    </a:ext>
                  </a:extLst>
                </a:gridCol>
                <a:gridCol w="755650">
                  <a:extLst>
                    <a:ext uri="{9D8B030D-6E8A-4147-A177-3AD203B41FA5}">
                      <a16:colId xmlns:a16="http://schemas.microsoft.com/office/drawing/2014/main" val="1667185265"/>
                    </a:ext>
                  </a:extLst>
                </a:gridCol>
                <a:gridCol w="755650">
                  <a:extLst>
                    <a:ext uri="{9D8B030D-6E8A-4147-A177-3AD203B41FA5}">
                      <a16:colId xmlns:a16="http://schemas.microsoft.com/office/drawing/2014/main" val="4258211808"/>
                    </a:ext>
                  </a:extLst>
                </a:gridCol>
                <a:gridCol w="755650">
                  <a:extLst>
                    <a:ext uri="{9D8B030D-6E8A-4147-A177-3AD203B41FA5}">
                      <a16:colId xmlns:a16="http://schemas.microsoft.com/office/drawing/2014/main" val="1794200575"/>
                    </a:ext>
                  </a:extLst>
                </a:gridCol>
                <a:gridCol w="755650">
                  <a:extLst>
                    <a:ext uri="{9D8B030D-6E8A-4147-A177-3AD203B41FA5}">
                      <a16:colId xmlns:a16="http://schemas.microsoft.com/office/drawing/2014/main" val="4230716487"/>
                    </a:ext>
                  </a:extLst>
                </a:gridCol>
                <a:gridCol w="755650">
                  <a:extLst>
                    <a:ext uri="{9D8B030D-6E8A-4147-A177-3AD203B41FA5}">
                      <a16:colId xmlns:a16="http://schemas.microsoft.com/office/drawing/2014/main" val="56153739"/>
                    </a:ext>
                  </a:extLst>
                </a:gridCol>
              </a:tblGrid>
              <a:tr h="370840">
                <a:tc>
                  <a:txBody>
                    <a:bodyPr/>
                    <a:lstStyle/>
                    <a:p>
                      <a:pPr algn="ctr"/>
                      <a:r>
                        <a:rPr lang="en-US" altLang="zh-CN" dirty="0">
                          <a:solidFill>
                            <a:schemeClr val="tx1"/>
                          </a:solidFill>
                          <a:latin typeface="Arial Black" panose="020B0A04020102020204" pitchFamily="34" charset="0"/>
                        </a:rPr>
                        <a:t>0</a:t>
                      </a:r>
                      <a:endParaRPr lang="zh-CN" altLang="en-US" dirty="0">
                        <a:solidFill>
                          <a:schemeClr val="tx1"/>
                        </a:solidFill>
                        <a:latin typeface="Arial Black" panose="020B0A04020102020204" pitchFamily="34" charset="0"/>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ctr"/>
                      <a:r>
                        <a:rPr lang="en-US" altLang="zh-CN" dirty="0">
                          <a:solidFill>
                            <a:schemeClr val="tx1"/>
                          </a:solidFill>
                          <a:latin typeface="Arial Black" panose="020B0A04020102020204" pitchFamily="34" charset="0"/>
                        </a:rPr>
                        <a:t>1</a:t>
                      </a:r>
                      <a:endParaRPr lang="zh-CN" altLang="en-US" dirty="0">
                        <a:solidFill>
                          <a:schemeClr val="tx1"/>
                        </a:solidFill>
                        <a:latin typeface="Arial Black" panose="020B0A04020102020204" pitchFamily="34" charset="0"/>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ctr"/>
                      <a:r>
                        <a:rPr lang="en-US" altLang="zh-CN" dirty="0">
                          <a:solidFill>
                            <a:schemeClr val="tx1"/>
                          </a:solidFill>
                          <a:latin typeface="Arial Black" panose="020B0A04020102020204" pitchFamily="34" charset="0"/>
                        </a:rPr>
                        <a:t>2</a:t>
                      </a:r>
                      <a:endParaRPr lang="zh-CN" altLang="en-US" dirty="0">
                        <a:solidFill>
                          <a:schemeClr val="tx1"/>
                        </a:solidFill>
                        <a:latin typeface="Arial Black" panose="020B0A04020102020204" pitchFamily="34" charset="0"/>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ctr"/>
                      <a:r>
                        <a:rPr lang="en-US" altLang="zh-CN" dirty="0">
                          <a:solidFill>
                            <a:schemeClr val="tx1"/>
                          </a:solidFill>
                          <a:latin typeface="Arial Black" panose="020B0A04020102020204" pitchFamily="34" charset="0"/>
                        </a:rPr>
                        <a:t>3</a:t>
                      </a:r>
                      <a:endParaRPr lang="zh-CN" altLang="en-US" dirty="0">
                        <a:solidFill>
                          <a:schemeClr val="tx1"/>
                        </a:solidFill>
                        <a:latin typeface="Arial Black" panose="020B0A04020102020204" pitchFamily="34" charset="0"/>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ctr"/>
                      <a:r>
                        <a:rPr lang="en-US" altLang="zh-CN" dirty="0">
                          <a:solidFill>
                            <a:schemeClr val="tx1"/>
                          </a:solidFill>
                          <a:latin typeface="Arial Black" panose="020B0A04020102020204" pitchFamily="34" charset="0"/>
                        </a:rPr>
                        <a:t>4</a:t>
                      </a:r>
                      <a:endParaRPr lang="zh-CN" altLang="en-US" dirty="0">
                        <a:solidFill>
                          <a:schemeClr val="tx1"/>
                        </a:solidFill>
                        <a:latin typeface="Arial Black" panose="020B0A04020102020204" pitchFamily="34" charset="0"/>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ctr"/>
                      <a:r>
                        <a:rPr lang="en-US" altLang="zh-CN" dirty="0">
                          <a:solidFill>
                            <a:schemeClr val="tx1"/>
                          </a:solidFill>
                          <a:latin typeface="Arial Black" panose="020B0A04020102020204" pitchFamily="34" charset="0"/>
                        </a:rPr>
                        <a:t>5</a:t>
                      </a:r>
                      <a:endParaRPr lang="zh-CN" altLang="en-US" dirty="0">
                        <a:solidFill>
                          <a:schemeClr val="tx1"/>
                        </a:solidFill>
                        <a:latin typeface="Arial Black" panose="020B0A04020102020204" pitchFamily="34" charset="0"/>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ctr"/>
                      <a:r>
                        <a:rPr lang="en-US" altLang="zh-CN" dirty="0">
                          <a:solidFill>
                            <a:schemeClr val="tx1"/>
                          </a:solidFill>
                          <a:latin typeface="Arial Black" panose="020B0A04020102020204" pitchFamily="34" charset="0"/>
                        </a:rPr>
                        <a:t>6</a:t>
                      </a:r>
                      <a:endParaRPr lang="zh-CN" altLang="en-US" dirty="0">
                        <a:solidFill>
                          <a:schemeClr val="tx1"/>
                        </a:solidFill>
                        <a:latin typeface="Arial Black" panose="020B0A04020102020204" pitchFamily="34" charset="0"/>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ctr"/>
                      <a:r>
                        <a:rPr lang="en-US" altLang="zh-CN" dirty="0">
                          <a:solidFill>
                            <a:schemeClr val="tx1"/>
                          </a:solidFill>
                          <a:latin typeface="Arial Black" panose="020B0A04020102020204" pitchFamily="34" charset="0"/>
                        </a:rPr>
                        <a:t>7</a:t>
                      </a:r>
                      <a:endParaRPr lang="zh-CN" altLang="en-US" dirty="0">
                        <a:solidFill>
                          <a:schemeClr val="tx1"/>
                        </a:solidFill>
                        <a:latin typeface="Arial Black" panose="020B0A04020102020204" pitchFamily="34" charset="0"/>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ctr"/>
                      <a:r>
                        <a:rPr lang="en-US" altLang="zh-CN" dirty="0">
                          <a:solidFill>
                            <a:schemeClr val="tx1"/>
                          </a:solidFill>
                          <a:latin typeface="Arial Black" panose="020B0A04020102020204" pitchFamily="34" charset="0"/>
                        </a:rPr>
                        <a:t>0</a:t>
                      </a:r>
                      <a:endParaRPr lang="zh-CN" altLang="en-US" dirty="0">
                        <a:solidFill>
                          <a:schemeClr val="tx1"/>
                        </a:solidFill>
                        <a:latin typeface="Arial Black" panose="020B0A04020102020204" pitchFamily="34" charset="0"/>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ctr"/>
                      <a:r>
                        <a:rPr lang="en-US" altLang="zh-CN" dirty="0">
                          <a:solidFill>
                            <a:schemeClr val="tx1"/>
                          </a:solidFill>
                          <a:latin typeface="Arial Black" panose="020B0A04020102020204" pitchFamily="34" charset="0"/>
                        </a:rPr>
                        <a:t>1</a:t>
                      </a:r>
                      <a:endParaRPr lang="zh-CN" altLang="en-US" dirty="0">
                        <a:solidFill>
                          <a:schemeClr val="tx1"/>
                        </a:solidFill>
                        <a:latin typeface="Arial Black" panose="020B0A04020102020204" pitchFamily="34" charset="0"/>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ctr"/>
                      <a:r>
                        <a:rPr lang="en-US" altLang="zh-CN" dirty="0">
                          <a:solidFill>
                            <a:schemeClr val="tx1"/>
                          </a:solidFill>
                          <a:latin typeface="Arial Black" panose="020B0A04020102020204" pitchFamily="34" charset="0"/>
                        </a:rPr>
                        <a:t>2</a:t>
                      </a:r>
                      <a:endParaRPr lang="zh-CN" altLang="en-US" dirty="0">
                        <a:solidFill>
                          <a:schemeClr val="tx1"/>
                        </a:solidFill>
                        <a:latin typeface="Arial Black" panose="020B0A04020102020204" pitchFamily="34" charset="0"/>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ctr"/>
                      <a:r>
                        <a:rPr lang="en-US" altLang="zh-CN" dirty="0">
                          <a:solidFill>
                            <a:schemeClr val="tx1"/>
                          </a:solidFill>
                          <a:latin typeface="Arial Black" panose="020B0A04020102020204" pitchFamily="34" charset="0"/>
                        </a:rPr>
                        <a:t>…</a:t>
                      </a:r>
                      <a:endParaRPr lang="zh-CN" altLang="en-US" dirty="0">
                        <a:solidFill>
                          <a:schemeClr val="tx1"/>
                        </a:solidFill>
                        <a:latin typeface="Arial Black" panose="020B0A04020102020204" pitchFamily="34" charset="0"/>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extLst>
                  <a:ext uri="{0D108BD9-81ED-4DB2-BD59-A6C34878D82A}">
                    <a16:rowId xmlns:a16="http://schemas.microsoft.com/office/drawing/2014/main" val="316235763"/>
                  </a:ext>
                </a:extLst>
              </a:tr>
            </a:tbl>
          </a:graphicData>
        </a:graphic>
      </p:graphicFrame>
      <p:sp>
        <p:nvSpPr>
          <p:cNvPr id="49" name="íşlïḍè">
            <a:extLst>
              <a:ext uri="{FF2B5EF4-FFF2-40B4-BE49-F238E27FC236}">
                <a16:creationId xmlns:a16="http://schemas.microsoft.com/office/drawing/2014/main" id="{84B44B39-A1BD-4956-A1BF-ECB7ACDDA058}"/>
              </a:ext>
            </a:extLst>
          </p:cNvPr>
          <p:cNvSpPr txBox="1"/>
          <p:nvPr/>
        </p:nvSpPr>
        <p:spPr>
          <a:xfrm>
            <a:off x="3835285" y="3287898"/>
            <a:ext cx="4525886" cy="602502"/>
          </a:xfrm>
          <a:prstGeom prst="rect">
            <a:avLst/>
          </a:prstGeom>
          <a:noFill/>
        </p:spPr>
        <p:txBody>
          <a:bodyPr wrap="square" lIns="91440" tIns="45720" rIns="91440" bIns="45720" anchor="ctr">
            <a:noAutofit/>
          </a:bodyPr>
          <a:lstStyle/>
          <a:p>
            <a:pPr algn="ctr"/>
            <a:r>
              <a:rPr lang="zh-CN" altLang="en-US" sz="2800" b="1" dirty="0"/>
              <a:t>超时重传、回退</a:t>
            </a:r>
            <a:r>
              <a:rPr lang="en-US" altLang="zh-CN" sz="2800" b="1" dirty="0"/>
              <a:t>N</a:t>
            </a:r>
            <a:r>
              <a:rPr lang="zh-CN" altLang="en-US" sz="2800" b="1" dirty="0"/>
              <a:t>帧的情况</a:t>
            </a:r>
            <a:endParaRPr lang="en-US" altLang="zh-CN" sz="2800" b="1" dirty="0"/>
          </a:p>
        </p:txBody>
      </p:sp>
      <p:sp>
        <p:nvSpPr>
          <p:cNvPr id="13" name="矩形 12">
            <a:extLst>
              <a:ext uri="{FF2B5EF4-FFF2-40B4-BE49-F238E27FC236}">
                <a16:creationId xmlns:a16="http://schemas.microsoft.com/office/drawing/2014/main" id="{14642CA0-C4C4-44A5-BD3D-9FB5C2470514}"/>
              </a:ext>
            </a:extLst>
          </p:cNvPr>
          <p:cNvSpPr/>
          <p:nvPr/>
        </p:nvSpPr>
        <p:spPr>
          <a:xfrm>
            <a:off x="2300222" y="5537182"/>
            <a:ext cx="3780000" cy="390966"/>
          </a:xfrm>
          <a:prstGeom prst="rect">
            <a:avLst/>
          </a:prstGeom>
          <a:solidFill>
            <a:schemeClr val="accent3">
              <a:alpha val="74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36" name="矩形 35">
            <a:extLst>
              <a:ext uri="{FF2B5EF4-FFF2-40B4-BE49-F238E27FC236}">
                <a16:creationId xmlns:a16="http://schemas.microsoft.com/office/drawing/2014/main" id="{E7EB5D14-D014-48F8-ACBF-E9E95001992A}"/>
              </a:ext>
            </a:extLst>
          </p:cNvPr>
          <p:cNvSpPr/>
          <p:nvPr/>
        </p:nvSpPr>
        <p:spPr>
          <a:xfrm>
            <a:off x="2311257" y="1832079"/>
            <a:ext cx="1497129" cy="356368"/>
          </a:xfrm>
          <a:prstGeom prst="rect">
            <a:avLst/>
          </a:prstGeom>
          <a:solidFill>
            <a:schemeClr val="accent4">
              <a:alpha val="74000"/>
            </a:schemeClr>
          </a:solidFill>
          <a:ln>
            <a:solidFill>
              <a:schemeClr val="accent4"/>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grpSp>
        <p:nvGrpSpPr>
          <p:cNvPr id="50" name="组合 49">
            <a:extLst>
              <a:ext uri="{FF2B5EF4-FFF2-40B4-BE49-F238E27FC236}">
                <a16:creationId xmlns:a16="http://schemas.microsoft.com/office/drawing/2014/main" id="{F39BB1B7-7FD8-4DD6-95B8-8EB78C0D2722}"/>
              </a:ext>
            </a:extLst>
          </p:cNvPr>
          <p:cNvGrpSpPr/>
          <p:nvPr/>
        </p:nvGrpSpPr>
        <p:grpSpPr>
          <a:xfrm>
            <a:off x="467055" y="4835167"/>
            <a:ext cx="708432" cy="532527"/>
            <a:chOff x="1251044" y="2295088"/>
            <a:chExt cx="708432" cy="532527"/>
          </a:xfrm>
          <a:solidFill>
            <a:schemeClr val="accent4"/>
          </a:solidFill>
        </p:grpSpPr>
        <p:sp>
          <p:nvSpPr>
            <p:cNvPr id="59" name="矩形 58">
              <a:extLst>
                <a:ext uri="{FF2B5EF4-FFF2-40B4-BE49-F238E27FC236}">
                  <a16:creationId xmlns:a16="http://schemas.microsoft.com/office/drawing/2014/main" id="{4AF13DC1-A7E5-47E9-8020-D660D64D8EA3}"/>
                </a:ext>
              </a:extLst>
            </p:cNvPr>
            <p:cNvSpPr/>
            <p:nvPr/>
          </p:nvSpPr>
          <p:spPr>
            <a:xfrm>
              <a:off x="1251044" y="2557332"/>
              <a:ext cx="708432" cy="270283"/>
            </a:xfrm>
            <a:prstGeom prst="rect">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46800" rIns="46800" rtlCol="0" anchor="ctr"/>
            <a:lstStyle/>
            <a:p>
              <a:pPr algn="ctr"/>
              <a:r>
                <a:rPr lang="en-US" altLang="zh-CN" b="1" dirty="0"/>
                <a:t>ACK1</a:t>
              </a:r>
              <a:endParaRPr lang="zh-CN" altLang="en-US" b="1" dirty="0"/>
            </a:p>
          </p:txBody>
        </p:sp>
        <p:sp>
          <p:nvSpPr>
            <p:cNvPr id="60" name="矩形 59">
              <a:extLst>
                <a:ext uri="{FF2B5EF4-FFF2-40B4-BE49-F238E27FC236}">
                  <a16:creationId xmlns:a16="http://schemas.microsoft.com/office/drawing/2014/main" id="{D777A5B1-5391-468E-8E8F-3A461C41D710}"/>
                </a:ext>
              </a:extLst>
            </p:cNvPr>
            <p:cNvSpPr/>
            <p:nvPr/>
          </p:nvSpPr>
          <p:spPr>
            <a:xfrm>
              <a:off x="1251044" y="2295088"/>
              <a:ext cx="708432" cy="270283"/>
            </a:xfrm>
            <a:prstGeom prst="rect">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46800" rIns="46800" rtlCol="0" anchor="ctr"/>
            <a:lstStyle/>
            <a:p>
              <a:pPr algn="ctr"/>
              <a:r>
                <a:rPr lang="en-US" altLang="zh-CN" b="1" dirty="0"/>
                <a:t>ACK1</a:t>
              </a:r>
              <a:endParaRPr lang="zh-CN" altLang="en-US" b="1" dirty="0"/>
            </a:p>
          </p:txBody>
        </p:sp>
      </p:grpSp>
      <p:sp>
        <p:nvSpPr>
          <p:cNvPr id="44" name="矩形 43">
            <a:extLst>
              <a:ext uri="{FF2B5EF4-FFF2-40B4-BE49-F238E27FC236}">
                <a16:creationId xmlns:a16="http://schemas.microsoft.com/office/drawing/2014/main" id="{B8E49409-7D16-41EF-B95C-4BC739DEBC7B}"/>
              </a:ext>
            </a:extLst>
          </p:cNvPr>
          <p:cNvSpPr/>
          <p:nvPr/>
        </p:nvSpPr>
        <p:spPr>
          <a:xfrm>
            <a:off x="6076962" y="5557308"/>
            <a:ext cx="1517580" cy="390966"/>
          </a:xfrm>
          <a:prstGeom prst="rect">
            <a:avLst/>
          </a:prstGeom>
          <a:solidFill>
            <a:schemeClr val="accent3">
              <a:alpha val="74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grpSp>
        <p:nvGrpSpPr>
          <p:cNvPr id="6" name="组合 5">
            <a:extLst>
              <a:ext uri="{FF2B5EF4-FFF2-40B4-BE49-F238E27FC236}">
                <a16:creationId xmlns:a16="http://schemas.microsoft.com/office/drawing/2014/main" id="{11228BF6-E856-4BC2-A373-38A1D40A65D0}"/>
              </a:ext>
            </a:extLst>
          </p:cNvPr>
          <p:cNvGrpSpPr/>
          <p:nvPr/>
        </p:nvGrpSpPr>
        <p:grpSpPr>
          <a:xfrm>
            <a:off x="1255523" y="4835167"/>
            <a:ext cx="710121" cy="538153"/>
            <a:chOff x="1255523" y="4835167"/>
            <a:chExt cx="710121" cy="538153"/>
          </a:xfrm>
        </p:grpSpPr>
        <p:sp>
          <p:nvSpPr>
            <p:cNvPr id="45" name="矩形 44">
              <a:extLst>
                <a:ext uri="{FF2B5EF4-FFF2-40B4-BE49-F238E27FC236}">
                  <a16:creationId xmlns:a16="http://schemas.microsoft.com/office/drawing/2014/main" id="{D646AC7E-3EF6-4A96-B872-EEE10E8C1622}"/>
                </a:ext>
              </a:extLst>
            </p:cNvPr>
            <p:cNvSpPr/>
            <p:nvPr/>
          </p:nvSpPr>
          <p:spPr>
            <a:xfrm>
              <a:off x="1255523" y="4835167"/>
              <a:ext cx="708432" cy="270283"/>
            </a:xfrm>
            <a:prstGeom prst="rect">
              <a:avLst/>
            </a:prstGeom>
            <a:solidFill>
              <a:schemeClr val="accent3"/>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46800" rIns="46800" rtlCol="0" anchor="ctr"/>
            <a:lstStyle/>
            <a:p>
              <a:pPr algn="ctr"/>
              <a:r>
                <a:rPr lang="en-US" altLang="zh-CN" b="1" dirty="0"/>
                <a:t>DATA5</a:t>
              </a:r>
              <a:endParaRPr lang="zh-CN" altLang="en-US" b="1" dirty="0"/>
            </a:p>
          </p:txBody>
        </p:sp>
        <p:sp>
          <p:nvSpPr>
            <p:cNvPr id="46" name="矩形 45">
              <a:extLst>
                <a:ext uri="{FF2B5EF4-FFF2-40B4-BE49-F238E27FC236}">
                  <a16:creationId xmlns:a16="http://schemas.microsoft.com/office/drawing/2014/main" id="{031D7906-B18F-445C-AEE9-7530E8FBECFD}"/>
                </a:ext>
              </a:extLst>
            </p:cNvPr>
            <p:cNvSpPr/>
            <p:nvPr/>
          </p:nvSpPr>
          <p:spPr>
            <a:xfrm>
              <a:off x="1257212" y="5103037"/>
              <a:ext cx="708432" cy="270283"/>
            </a:xfrm>
            <a:prstGeom prst="rect">
              <a:avLst/>
            </a:prstGeom>
            <a:solidFill>
              <a:schemeClr val="accent3"/>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46800" rIns="46800" rtlCol="0" anchor="ctr"/>
            <a:lstStyle/>
            <a:p>
              <a:pPr algn="ctr"/>
              <a:r>
                <a:rPr lang="en-US" altLang="zh-CN" b="1" dirty="0"/>
                <a:t>DATA6</a:t>
              </a:r>
              <a:endParaRPr lang="zh-CN" altLang="en-US" b="1" dirty="0"/>
            </a:p>
          </p:txBody>
        </p:sp>
      </p:grpSp>
      <p:grpSp>
        <p:nvGrpSpPr>
          <p:cNvPr id="35" name="组合 34">
            <a:extLst>
              <a:ext uri="{FF2B5EF4-FFF2-40B4-BE49-F238E27FC236}">
                <a16:creationId xmlns:a16="http://schemas.microsoft.com/office/drawing/2014/main" id="{A794032E-5559-4F8C-8D0F-A785BEC08A87}"/>
              </a:ext>
            </a:extLst>
          </p:cNvPr>
          <p:cNvGrpSpPr/>
          <p:nvPr/>
        </p:nvGrpSpPr>
        <p:grpSpPr>
          <a:xfrm>
            <a:off x="1257995" y="4045897"/>
            <a:ext cx="710121" cy="538153"/>
            <a:chOff x="1255523" y="4835167"/>
            <a:chExt cx="710121" cy="538153"/>
          </a:xfrm>
        </p:grpSpPr>
        <p:sp>
          <p:nvSpPr>
            <p:cNvPr id="37" name="矩形 36">
              <a:extLst>
                <a:ext uri="{FF2B5EF4-FFF2-40B4-BE49-F238E27FC236}">
                  <a16:creationId xmlns:a16="http://schemas.microsoft.com/office/drawing/2014/main" id="{E8DC97A7-341E-4F5E-8BD1-FC014B20EC10}"/>
                </a:ext>
              </a:extLst>
            </p:cNvPr>
            <p:cNvSpPr/>
            <p:nvPr/>
          </p:nvSpPr>
          <p:spPr>
            <a:xfrm>
              <a:off x="1255523" y="4835167"/>
              <a:ext cx="708432" cy="270283"/>
            </a:xfrm>
            <a:prstGeom prst="rect">
              <a:avLst/>
            </a:prstGeom>
            <a:solidFill>
              <a:schemeClr val="accent3"/>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46800" rIns="46800" rtlCol="0" anchor="ctr"/>
            <a:lstStyle/>
            <a:p>
              <a:pPr algn="ctr"/>
              <a:r>
                <a:rPr lang="en-US" altLang="zh-CN" b="1" dirty="0"/>
                <a:t>DATA5</a:t>
              </a:r>
              <a:endParaRPr lang="zh-CN" altLang="en-US" b="1" dirty="0"/>
            </a:p>
          </p:txBody>
        </p:sp>
        <p:sp>
          <p:nvSpPr>
            <p:cNvPr id="47" name="矩形 46">
              <a:extLst>
                <a:ext uri="{FF2B5EF4-FFF2-40B4-BE49-F238E27FC236}">
                  <a16:creationId xmlns:a16="http://schemas.microsoft.com/office/drawing/2014/main" id="{9EB81573-B75D-4D87-AC5B-674608B11A91}"/>
                </a:ext>
              </a:extLst>
            </p:cNvPr>
            <p:cNvSpPr/>
            <p:nvPr/>
          </p:nvSpPr>
          <p:spPr>
            <a:xfrm>
              <a:off x="1257212" y="5103037"/>
              <a:ext cx="708432" cy="270283"/>
            </a:xfrm>
            <a:prstGeom prst="rect">
              <a:avLst/>
            </a:prstGeom>
            <a:solidFill>
              <a:schemeClr val="accent3"/>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46800" rIns="46800" rtlCol="0" anchor="ctr"/>
            <a:lstStyle/>
            <a:p>
              <a:pPr algn="ctr"/>
              <a:r>
                <a:rPr lang="en-US" altLang="zh-CN" b="1" dirty="0"/>
                <a:t>DATA6</a:t>
              </a:r>
              <a:endParaRPr lang="zh-CN" altLang="en-US" b="1" dirty="0"/>
            </a:p>
          </p:txBody>
        </p:sp>
      </p:grpSp>
      <p:sp>
        <p:nvSpPr>
          <p:cNvPr id="41" name="平行四边形 40">
            <a:extLst>
              <a:ext uri="{FF2B5EF4-FFF2-40B4-BE49-F238E27FC236}">
                <a16:creationId xmlns:a16="http://schemas.microsoft.com/office/drawing/2014/main" id="{A05D4004-0FEF-433A-9050-1A560ED28243}"/>
              </a:ext>
            </a:extLst>
          </p:cNvPr>
          <p:cNvSpPr/>
          <p:nvPr/>
        </p:nvSpPr>
        <p:spPr>
          <a:xfrm>
            <a:off x="304799" y="749300"/>
            <a:ext cx="695119" cy="387090"/>
          </a:xfrm>
          <a:prstGeom prst="parallelogram">
            <a:avLst/>
          </a:prstGeom>
          <a:solidFill>
            <a:schemeClr val="accent3">
              <a:lumMod val="75000"/>
            </a:schemeClr>
          </a:solidFill>
          <a:ln>
            <a:solidFill>
              <a:schemeClr val="accent3">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CN" sz="2200" dirty="0">
                <a:latin typeface="Impact" panose="020B0806030902050204" pitchFamily="34" charset="0"/>
              </a:rPr>
              <a:t>04</a:t>
            </a:r>
            <a:endParaRPr lang="zh-CN" altLang="en-US" sz="2200" dirty="0">
              <a:latin typeface="Impact" panose="020B0806030902050204" pitchFamily="34" charset="0"/>
            </a:endParaRPr>
          </a:p>
        </p:txBody>
      </p:sp>
    </p:spTree>
    <p:custDataLst>
      <p:tags r:id="rId1"/>
    </p:custDataLst>
    <p:extLst>
      <p:ext uri="{BB962C8B-B14F-4D97-AF65-F5344CB8AC3E}">
        <p14:creationId xmlns:p14="http://schemas.microsoft.com/office/powerpoint/2010/main" val="2451371481"/>
      </p:ext>
    </p:extLst>
  </p:cSld>
  <p:clrMapOvr>
    <a:masterClrMapping/>
  </p:clrMapOvr>
  <mc:AlternateContent xmlns:mc="http://schemas.openxmlformats.org/markup-compatibility/2006" xmlns:p14="http://schemas.microsoft.com/office/powerpoint/2010/main">
    <mc:Choice Requires="p14">
      <p:transition p14:dur="10"/>
    </mc:Choice>
    <mc:Fallback xmlns="">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2" presetClass="exit" presetSubtype="4" fill="hold" nodeType="withEffect">
                                  <p:stCondLst>
                                    <p:cond delay="0"/>
                                  </p:stCondLst>
                                  <p:childTnLst>
                                    <p:anim calcmode="lin" valueType="num">
                                      <p:cBhvr additive="base">
                                        <p:cTn id="6" dur="1000"/>
                                        <p:tgtEl>
                                          <p:spTgt spid="50"/>
                                        </p:tgtEl>
                                        <p:attrNameLst>
                                          <p:attrName>ppt_y</p:attrName>
                                        </p:attrNameLst>
                                      </p:cBhvr>
                                      <p:tavLst>
                                        <p:tav tm="0">
                                          <p:val>
                                            <p:strVal val="#ppt_y"/>
                                          </p:val>
                                        </p:tav>
                                        <p:tav tm="100000">
                                          <p:val>
                                            <p:strVal val="#ppt_y+#ppt_h*1.125000"/>
                                          </p:val>
                                        </p:tav>
                                      </p:tavLst>
                                    </p:anim>
                                    <p:animEffect transition="out" filter="wipe(down)">
                                      <p:cBhvr>
                                        <p:cTn id="7" dur="1000"/>
                                        <p:tgtEl>
                                          <p:spTgt spid="50"/>
                                        </p:tgtEl>
                                      </p:cBhvr>
                                    </p:animEffect>
                                    <p:set>
                                      <p:cBhvr>
                                        <p:cTn id="8" dur="1" fill="hold">
                                          <p:stCondLst>
                                            <p:cond delay="999"/>
                                          </p:stCondLst>
                                        </p:cTn>
                                        <p:tgtEl>
                                          <p:spTgt spid="50"/>
                                        </p:tgtEl>
                                        <p:attrNameLst>
                                          <p:attrName>style.visibility</p:attrName>
                                        </p:attrNameLst>
                                      </p:cBhvr>
                                      <p:to>
                                        <p:strVal val="hidden"/>
                                      </p:to>
                                    </p:set>
                                  </p:childTnLst>
                                </p:cTn>
                              </p:par>
                              <p:par>
                                <p:cTn id="9" presetID="10" presetClass="exit" presetSubtype="0" decel="50000" fill="hold" nodeType="withEffect">
                                  <p:stCondLst>
                                    <p:cond delay="0"/>
                                  </p:stCondLst>
                                  <p:childTnLst>
                                    <p:animEffect transition="out" filter="fade">
                                      <p:cBhvr>
                                        <p:cTn id="10" dur="1000"/>
                                        <p:tgtEl>
                                          <p:spTgt spid="6"/>
                                        </p:tgtEl>
                                      </p:cBhvr>
                                    </p:animEffect>
                                    <p:set>
                                      <p:cBhvr>
                                        <p:cTn id="11" dur="1" fill="hold">
                                          <p:stCondLst>
                                            <p:cond delay="999"/>
                                          </p:stCondLst>
                                        </p:cTn>
                                        <p:tgtEl>
                                          <p:spTgt spid="6"/>
                                        </p:tgtEl>
                                        <p:attrNameLst>
                                          <p:attrName>style.visibility</p:attrName>
                                        </p:attrNameLst>
                                      </p:cBhvr>
                                      <p:to>
                                        <p:strVal val="hidden"/>
                                      </p:to>
                                    </p:set>
                                  </p:childTnLst>
                                </p:cTn>
                              </p:par>
                              <p:par>
                                <p:cTn id="12" presetID="10" presetClass="entr" presetSubtype="0" decel="50000" fill="hold" nodeType="withEffect">
                                  <p:stCondLst>
                                    <p:cond delay="0"/>
                                  </p:stCondLst>
                                  <p:childTnLst>
                                    <p:set>
                                      <p:cBhvr>
                                        <p:cTn id="13" dur="1" fill="hold">
                                          <p:stCondLst>
                                            <p:cond delay="0"/>
                                          </p:stCondLst>
                                        </p:cTn>
                                        <p:tgtEl>
                                          <p:spTgt spid="35"/>
                                        </p:tgtEl>
                                        <p:attrNameLst>
                                          <p:attrName>style.visibility</p:attrName>
                                        </p:attrNameLst>
                                      </p:cBhvr>
                                      <p:to>
                                        <p:strVal val="visible"/>
                                      </p:to>
                                    </p:set>
                                    <p:animEffect transition="in" filter="fade">
                                      <p:cBhvr>
                                        <p:cTn id="14" dur="1000"/>
                                        <p:tgtEl>
                                          <p:spTgt spid="35"/>
                                        </p:tgtEl>
                                      </p:cBhvr>
                                    </p:animEffect>
                                  </p:childTnLst>
                                </p:cTn>
                              </p:par>
                              <p:par>
                                <p:cTn id="15" presetID="63" presetClass="path" presetSubtype="0" decel="50000" fill="hold" nodeType="withEffect">
                                  <p:stCondLst>
                                    <p:cond delay="0"/>
                                  </p:stCondLst>
                                  <p:childTnLst>
                                    <p:animMotion origin="layout" path="M 0 0 L 0.000203 -0.115087 E" pathEditMode="relative" ptsTypes="">
                                      <p:cBhvr>
                                        <p:cTn id="16" dur="1000" fill="hold"/>
                                        <p:tgtEl>
                                          <p:spTgt spid="6"/>
                                        </p:tgtEl>
                                        <p:attrNameLst>
                                          <p:attrName>ppt_x</p:attrName>
                                          <p:attrName>ppt_y</p:attrName>
                                        </p:attrNameLst>
                                      </p:cBhvr>
                                    </p:animMotion>
                                  </p:childTnLst>
                                </p:cTn>
                              </p:par>
                              <p:par>
                                <p:cTn id="17" presetID="63" presetClass="path" presetSubtype="0" decel="50000" fill="hold" nodeType="withEffect">
                                  <p:stCondLst>
                                    <p:cond delay="0"/>
                                  </p:stCondLst>
                                  <p:childTnLst>
                                    <p:animMotion origin="layout" path="M -0.000203 0.115087 L 0 0 E" pathEditMode="relative" ptsTypes="">
                                      <p:cBhvr>
                                        <p:cTn id="18" dur="1000" fill="hold"/>
                                        <p:tgtEl>
                                          <p:spTgt spid="35"/>
                                        </p:tgtEl>
                                        <p:attrNameLst>
                                          <p:attrName>ppt_x</p:attrName>
                                          <p:attrName>ppt_y</p:attrName>
                                        </p:attrNameLst>
                                      </p:cBhvr>
                                    </p:animMotion>
                                  </p:childTnLst>
                                </p:cTn>
                              </p:par>
                              <p:par>
                                <p:cTn id="19" presetID="6" presetClass="emph" presetSubtype="0" decel="50000" fill="hold" nodeType="withEffect">
                                  <p:stCondLst>
                                    <p:cond delay="0"/>
                                  </p:stCondLst>
                                  <p:childTnLst>
                                    <p:animScale>
                                      <p:cBhvr>
                                        <p:cTn id="20" dur="1000" fill="hold"/>
                                        <p:tgtEl>
                                          <p:spTgt spid="6"/>
                                        </p:tgtEl>
                                      </p:cBhvr>
                                      <p:by x="150000" y="150000"/>
                                      <p:from x="100000" y="100000"/>
                                      <p:to x="100000" y="100000"/>
                                    </p:animScale>
                                  </p:childTnLst>
                                </p:cTn>
                              </p:par>
                              <p:par>
                                <p:cTn id="21" presetID="6" presetClass="emph" presetSubtype="0" decel="50000" fill="hold" nodeType="withEffect">
                                  <p:stCondLst>
                                    <p:cond delay="0"/>
                                  </p:stCondLst>
                                  <p:childTnLst>
                                    <p:animScale>
                                      <p:cBhvr>
                                        <p:cTn id="22" dur="1000" fill="hold"/>
                                        <p:tgtEl>
                                          <p:spTgt spid="35"/>
                                        </p:tgtEl>
                                      </p:cBhvr>
                                      <p:by x="150000" y="150000"/>
                                      <p:from x="100000" y="100000"/>
                                      <p:to x="100000" y="100000"/>
                                    </p:animScale>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16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38" name="组合 37">
            <a:extLst>
              <a:ext uri="{FF2B5EF4-FFF2-40B4-BE49-F238E27FC236}">
                <a16:creationId xmlns:a16="http://schemas.microsoft.com/office/drawing/2014/main" id="{F1B81A00-D1CD-4324-9C55-93FA8AEE6040}"/>
              </a:ext>
            </a:extLst>
          </p:cNvPr>
          <p:cNvGrpSpPr/>
          <p:nvPr/>
        </p:nvGrpSpPr>
        <p:grpSpPr>
          <a:xfrm>
            <a:off x="3817249" y="5098286"/>
            <a:ext cx="3780000" cy="910796"/>
            <a:chOff x="2302929" y="5098286"/>
            <a:chExt cx="3780000" cy="910796"/>
          </a:xfrm>
        </p:grpSpPr>
        <p:sp>
          <p:nvSpPr>
            <p:cNvPr id="39" name="矩形 38">
              <a:extLst>
                <a:ext uri="{FF2B5EF4-FFF2-40B4-BE49-F238E27FC236}">
                  <a16:creationId xmlns:a16="http://schemas.microsoft.com/office/drawing/2014/main" id="{53BEA8C7-0E84-4C43-9BA6-B0FEB4F7EE65}"/>
                </a:ext>
              </a:extLst>
            </p:cNvPr>
            <p:cNvSpPr/>
            <p:nvPr/>
          </p:nvSpPr>
          <p:spPr>
            <a:xfrm>
              <a:off x="2302929" y="5467618"/>
              <a:ext cx="3780000" cy="541464"/>
            </a:xfrm>
            <a:prstGeom prst="rect">
              <a:avLst/>
            </a:prstGeom>
            <a:solidFill>
              <a:schemeClr val="accent3"/>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mc:AlternateContent xmlns:mc="http://schemas.openxmlformats.org/markup-compatibility/2006" xmlns:a14="http://schemas.microsoft.com/office/drawing/2010/main">
          <mc:Choice Requires="a14">
            <p:sp>
              <p:nvSpPr>
                <p:cNvPr id="40" name="文本框 39">
                  <a:extLst>
                    <a:ext uri="{FF2B5EF4-FFF2-40B4-BE49-F238E27FC236}">
                      <a16:creationId xmlns:a16="http://schemas.microsoft.com/office/drawing/2014/main" id="{A90B96BD-7B6C-4227-9038-A042DE3DB894}"/>
                    </a:ext>
                  </a:extLst>
                </p:cNvPr>
                <p:cNvSpPr txBox="1"/>
                <p:nvPr/>
              </p:nvSpPr>
              <p:spPr>
                <a:xfrm>
                  <a:off x="3659320" y="5098286"/>
                  <a:ext cx="1067217" cy="369332"/>
                </a:xfrm>
                <a:prstGeom prst="rect">
                  <a:avLst/>
                </a:prstGeom>
                <a:noFill/>
              </p:spPr>
              <p:txBody>
                <a:bodyPr wrap="square">
                  <a:spAutoFit/>
                </a:bodyPr>
                <a:lstStyle/>
                <a:p>
                  <a:pPr/>
                  <a14:m>
                    <m:oMathPara xmlns:m="http://schemas.openxmlformats.org/officeDocument/2006/math">
                      <m:oMathParaPr>
                        <m:jc m:val="centerGroup"/>
                      </m:oMathParaPr>
                      <m:oMath xmlns:m="http://schemas.openxmlformats.org/officeDocument/2006/math">
                        <m:sSub>
                          <m:sSubPr>
                            <m:ctrlPr>
                              <a:rPr lang="en-US" altLang="zh-CN" b="1" i="1" smtClean="0">
                                <a:solidFill>
                                  <a:schemeClr val="accent3"/>
                                </a:solidFill>
                                <a:latin typeface="Cambria Math" panose="02040503050406030204" pitchFamily="18" charset="0"/>
                              </a:rPr>
                            </m:ctrlPr>
                          </m:sSubPr>
                          <m:e>
                            <m:r>
                              <a:rPr lang="en-US" altLang="zh-CN" b="1" i="1" smtClean="0">
                                <a:solidFill>
                                  <a:schemeClr val="accent3"/>
                                </a:solidFill>
                                <a:latin typeface="Cambria Math" panose="02040503050406030204" pitchFamily="18" charset="0"/>
                              </a:rPr>
                              <m:t>𝑾</m:t>
                            </m:r>
                          </m:e>
                          <m:sub>
                            <m:r>
                              <a:rPr lang="en-US" altLang="zh-CN" b="1" i="1" smtClean="0">
                                <a:solidFill>
                                  <a:schemeClr val="accent3"/>
                                </a:solidFill>
                                <a:latin typeface="Cambria Math" panose="02040503050406030204" pitchFamily="18" charset="0"/>
                              </a:rPr>
                              <m:t>𝑻</m:t>
                            </m:r>
                          </m:sub>
                        </m:sSub>
                        <m:r>
                          <a:rPr lang="en-US" altLang="zh-CN" b="1" i="1" smtClean="0">
                            <a:solidFill>
                              <a:schemeClr val="accent3"/>
                            </a:solidFill>
                            <a:latin typeface="Cambria Math" panose="02040503050406030204" pitchFamily="18" charset="0"/>
                          </a:rPr>
                          <m:t>=</m:t>
                        </m:r>
                        <m:r>
                          <a:rPr lang="en-US" altLang="zh-CN" b="1" i="1" smtClean="0">
                            <a:solidFill>
                              <a:schemeClr val="accent3"/>
                            </a:solidFill>
                            <a:latin typeface="Cambria Math" panose="02040503050406030204" pitchFamily="18" charset="0"/>
                          </a:rPr>
                          <m:t>𝟓</m:t>
                        </m:r>
                      </m:oMath>
                    </m:oMathPara>
                  </a14:m>
                  <a:endParaRPr lang="zh-CN" altLang="en-US" dirty="0">
                    <a:solidFill>
                      <a:schemeClr val="accent3"/>
                    </a:solidFill>
                  </a:endParaRPr>
                </a:p>
              </p:txBody>
            </p:sp>
          </mc:Choice>
          <mc:Fallback xmlns="">
            <p:sp>
              <p:nvSpPr>
                <p:cNvPr id="23" name="文本框 22">
                  <a:extLst>
                    <a:ext uri="{FF2B5EF4-FFF2-40B4-BE49-F238E27FC236}">
                      <a16:creationId xmlns:a16="http://schemas.microsoft.com/office/drawing/2014/main" id="{ABC03EEA-26BD-4845-8ACC-3FB7B6DA9132}"/>
                    </a:ext>
                  </a:extLst>
                </p:cNvPr>
                <p:cNvSpPr txBox="1">
                  <a:spLocks noRot="1" noChangeAspect="1" noMove="1" noResize="1" noEditPoints="1" noAdjustHandles="1" noChangeArrowheads="1" noChangeShapeType="1" noTextEdit="1"/>
                </p:cNvSpPr>
                <p:nvPr/>
              </p:nvSpPr>
              <p:spPr>
                <a:xfrm>
                  <a:off x="3659320" y="5098286"/>
                  <a:ext cx="1067217" cy="369332"/>
                </a:xfrm>
                <a:prstGeom prst="rect">
                  <a:avLst/>
                </a:prstGeom>
                <a:blipFill>
                  <a:blip r:embed="rId4"/>
                  <a:stretch>
                    <a:fillRect b="-3279"/>
                  </a:stretch>
                </a:blipFill>
              </p:spPr>
              <p:txBody>
                <a:bodyPr/>
                <a:lstStyle/>
                <a:p>
                  <a:r>
                    <a:rPr lang="zh-CN" altLang="en-US">
                      <a:noFill/>
                    </a:rPr>
                    <a:t> </a:t>
                  </a:r>
                </a:p>
              </p:txBody>
            </p:sp>
          </mc:Fallback>
        </mc:AlternateContent>
      </p:grpSp>
      <p:grpSp>
        <p:nvGrpSpPr>
          <p:cNvPr id="31" name="组合 30">
            <a:extLst>
              <a:ext uri="{FF2B5EF4-FFF2-40B4-BE49-F238E27FC236}">
                <a16:creationId xmlns:a16="http://schemas.microsoft.com/office/drawing/2014/main" id="{F8FB8773-3132-44C5-BA37-545BA916FC7F}"/>
              </a:ext>
            </a:extLst>
          </p:cNvPr>
          <p:cNvGrpSpPr/>
          <p:nvPr/>
        </p:nvGrpSpPr>
        <p:grpSpPr>
          <a:xfrm>
            <a:off x="3659320" y="1363110"/>
            <a:ext cx="1067217" cy="917885"/>
            <a:chOff x="2146413" y="1363110"/>
            <a:chExt cx="1067217" cy="917885"/>
          </a:xfrm>
        </p:grpSpPr>
        <p:sp>
          <p:nvSpPr>
            <p:cNvPr id="32" name="矩形 31">
              <a:extLst>
                <a:ext uri="{FF2B5EF4-FFF2-40B4-BE49-F238E27FC236}">
                  <a16:creationId xmlns:a16="http://schemas.microsoft.com/office/drawing/2014/main" id="{D4210CF8-E394-4326-9E53-07BBCF692252}"/>
                </a:ext>
              </a:extLst>
            </p:cNvPr>
            <p:cNvSpPr/>
            <p:nvPr/>
          </p:nvSpPr>
          <p:spPr>
            <a:xfrm>
              <a:off x="2300222" y="1739531"/>
              <a:ext cx="759600" cy="541464"/>
            </a:xfrm>
            <a:prstGeom prst="rect">
              <a:avLst/>
            </a:prstGeom>
            <a:solidFill>
              <a:schemeClr val="accent4"/>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mc:AlternateContent xmlns:mc="http://schemas.openxmlformats.org/markup-compatibility/2006" xmlns:a14="http://schemas.microsoft.com/office/drawing/2010/main">
          <mc:Choice Requires="a14">
            <p:sp>
              <p:nvSpPr>
                <p:cNvPr id="33" name="文本框 32">
                  <a:extLst>
                    <a:ext uri="{FF2B5EF4-FFF2-40B4-BE49-F238E27FC236}">
                      <a16:creationId xmlns:a16="http://schemas.microsoft.com/office/drawing/2014/main" id="{B18AE0E4-0AF2-4267-8E26-A1FBCFC82FCA}"/>
                    </a:ext>
                  </a:extLst>
                </p:cNvPr>
                <p:cNvSpPr txBox="1"/>
                <p:nvPr/>
              </p:nvSpPr>
              <p:spPr>
                <a:xfrm>
                  <a:off x="2146413" y="1363110"/>
                  <a:ext cx="1067217" cy="369332"/>
                </a:xfrm>
                <a:prstGeom prst="rect">
                  <a:avLst/>
                </a:prstGeom>
                <a:noFill/>
              </p:spPr>
              <p:txBody>
                <a:bodyPr wrap="square">
                  <a:spAutoFit/>
                </a:bodyPr>
                <a:lstStyle/>
                <a:p>
                  <a:pPr/>
                  <a14:m>
                    <m:oMathPara xmlns:m="http://schemas.openxmlformats.org/officeDocument/2006/math">
                      <m:oMathParaPr>
                        <m:jc m:val="centerGroup"/>
                      </m:oMathParaPr>
                      <m:oMath xmlns:m="http://schemas.openxmlformats.org/officeDocument/2006/math">
                        <m:sSub>
                          <m:sSubPr>
                            <m:ctrlPr>
                              <a:rPr lang="en-US" altLang="zh-CN" b="1" i="1" smtClean="0">
                                <a:solidFill>
                                  <a:schemeClr val="accent4"/>
                                </a:solidFill>
                                <a:latin typeface="Cambria Math" panose="02040503050406030204" pitchFamily="18" charset="0"/>
                              </a:rPr>
                            </m:ctrlPr>
                          </m:sSubPr>
                          <m:e>
                            <m:r>
                              <a:rPr lang="en-US" altLang="zh-CN" b="1" i="1" smtClean="0">
                                <a:solidFill>
                                  <a:schemeClr val="accent4"/>
                                </a:solidFill>
                                <a:latin typeface="Cambria Math" panose="02040503050406030204" pitchFamily="18" charset="0"/>
                              </a:rPr>
                              <m:t>𝑾</m:t>
                            </m:r>
                          </m:e>
                          <m:sub>
                            <m:r>
                              <a:rPr lang="en-US" altLang="zh-CN" b="1" i="1" smtClean="0">
                                <a:solidFill>
                                  <a:schemeClr val="accent4"/>
                                </a:solidFill>
                                <a:latin typeface="Cambria Math" panose="02040503050406030204" pitchFamily="18" charset="0"/>
                              </a:rPr>
                              <m:t>𝑹</m:t>
                            </m:r>
                          </m:sub>
                        </m:sSub>
                        <m:r>
                          <a:rPr lang="en-US" altLang="zh-CN" b="1" i="1" smtClean="0">
                            <a:solidFill>
                              <a:schemeClr val="accent4"/>
                            </a:solidFill>
                            <a:latin typeface="Cambria Math" panose="02040503050406030204" pitchFamily="18" charset="0"/>
                          </a:rPr>
                          <m:t>=</m:t>
                        </m:r>
                        <m:r>
                          <a:rPr lang="en-US" altLang="zh-CN" b="1" i="1" smtClean="0">
                            <a:solidFill>
                              <a:schemeClr val="accent4"/>
                            </a:solidFill>
                            <a:latin typeface="Cambria Math" panose="02040503050406030204" pitchFamily="18" charset="0"/>
                          </a:rPr>
                          <m:t>𝟏</m:t>
                        </m:r>
                      </m:oMath>
                    </m:oMathPara>
                  </a14:m>
                  <a:endParaRPr lang="zh-CN" altLang="en-US" dirty="0">
                    <a:solidFill>
                      <a:schemeClr val="accent3"/>
                    </a:solidFill>
                  </a:endParaRPr>
                </a:p>
              </p:txBody>
            </p:sp>
          </mc:Choice>
          <mc:Fallback xmlns="">
            <p:sp>
              <p:nvSpPr>
                <p:cNvPr id="35" name="文本框 34">
                  <a:extLst>
                    <a:ext uri="{FF2B5EF4-FFF2-40B4-BE49-F238E27FC236}">
                      <a16:creationId xmlns:a16="http://schemas.microsoft.com/office/drawing/2014/main" id="{EE98B7EB-F32B-4A4F-9072-DF021D7DCAD9}"/>
                    </a:ext>
                  </a:extLst>
                </p:cNvPr>
                <p:cNvSpPr txBox="1">
                  <a:spLocks noRot="1" noChangeAspect="1" noMove="1" noResize="1" noEditPoints="1" noAdjustHandles="1" noChangeArrowheads="1" noChangeShapeType="1" noTextEdit="1"/>
                </p:cNvSpPr>
                <p:nvPr/>
              </p:nvSpPr>
              <p:spPr>
                <a:xfrm>
                  <a:off x="2146413" y="1363110"/>
                  <a:ext cx="1067217" cy="369332"/>
                </a:xfrm>
                <a:prstGeom prst="rect">
                  <a:avLst/>
                </a:prstGeom>
                <a:blipFill>
                  <a:blip r:embed="rId3"/>
                  <a:stretch>
                    <a:fillRect b="-3333"/>
                  </a:stretch>
                </a:blipFill>
              </p:spPr>
              <p:txBody>
                <a:bodyPr/>
                <a:lstStyle/>
                <a:p>
                  <a:r>
                    <a:rPr lang="zh-CN" altLang="en-US">
                      <a:noFill/>
                    </a:rPr>
                    <a:t> </a:t>
                  </a:r>
                </a:p>
              </p:txBody>
            </p:sp>
          </mc:Fallback>
        </mc:AlternateContent>
      </p:grpSp>
      <p:grpSp>
        <p:nvGrpSpPr>
          <p:cNvPr id="4" name="组合 3">
            <a:extLst>
              <a:ext uri="{FF2B5EF4-FFF2-40B4-BE49-F238E27FC236}">
                <a16:creationId xmlns:a16="http://schemas.microsoft.com/office/drawing/2014/main" id="{9A1EA9F2-FCB6-48C3-935F-7AE7E3AD14AC}"/>
              </a:ext>
            </a:extLst>
          </p:cNvPr>
          <p:cNvGrpSpPr/>
          <p:nvPr/>
        </p:nvGrpSpPr>
        <p:grpSpPr>
          <a:xfrm>
            <a:off x="304800" y="749300"/>
            <a:ext cx="6192344" cy="400110"/>
            <a:chOff x="424117" y="898245"/>
            <a:chExt cx="6192344" cy="400110"/>
          </a:xfrm>
        </p:grpSpPr>
        <p:sp>
          <p:nvSpPr>
            <p:cNvPr id="2" name="平行四边形 1">
              <a:extLst>
                <a:ext uri="{FF2B5EF4-FFF2-40B4-BE49-F238E27FC236}">
                  <a16:creationId xmlns:a16="http://schemas.microsoft.com/office/drawing/2014/main" id="{1F5BAA3F-9845-4F89-A2DD-8222D3E4EDAC}"/>
                </a:ext>
              </a:extLst>
            </p:cNvPr>
            <p:cNvSpPr/>
            <p:nvPr/>
          </p:nvSpPr>
          <p:spPr>
            <a:xfrm>
              <a:off x="424117" y="898245"/>
              <a:ext cx="628306" cy="387090"/>
            </a:xfrm>
            <a:prstGeom prst="parallelogram">
              <a:avLst/>
            </a:prstGeom>
            <a:solidFill>
              <a:schemeClr val="accent3">
                <a:lumMod val="75000"/>
              </a:schemeClr>
            </a:solidFill>
            <a:ln>
              <a:solidFill>
                <a:schemeClr val="accent3">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CN" sz="2200" dirty="0">
                  <a:latin typeface="Impact" panose="020B0806030902050204" pitchFamily="34" charset="0"/>
                </a:rPr>
                <a:t>01</a:t>
              </a:r>
              <a:endParaRPr lang="zh-CN" altLang="en-US" sz="2200" dirty="0">
                <a:latin typeface="Impact" panose="020B0806030902050204" pitchFamily="34" charset="0"/>
              </a:endParaRPr>
            </a:p>
          </p:txBody>
        </p:sp>
        <p:sp>
          <p:nvSpPr>
            <p:cNvPr id="3" name="文本框 2">
              <a:extLst>
                <a:ext uri="{FF2B5EF4-FFF2-40B4-BE49-F238E27FC236}">
                  <a16:creationId xmlns:a16="http://schemas.microsoft.com/office/drawing/2014/main" id="{4D6BD736-A4D3-4F26-AFED-36E11F50F70B}"/>
                </a:ext>
              </a:extLst>
            </p:cNvPr>
            <p:cNvSpPr txBox="1"/>
            <p:nvPr/>
          </p:nvSpPr>
          <p:spPr>
            <a:xfrm>
              <a:off x="1052423" y="898245"/>
              <a:ext cx="5564038" cy="400110"/>
            </a:xfrm>
            <a:prstGeom prst="rect">
              <a:avLst/>
            </a:prstGeom>
            <a:noFill/>
          </p:spPr>
          <p:txBody>
            <a:bodyPr wrap="square" rtlCol="0">
              <a:spAutoFit/>
            </a:bodyPr>
            <a:lstStyle/>
            <a:p>
              <a:r>
                <a:rPr lang="zh-CN" altLang="en-US" sz="2000" b="1" dirty="0"/>
                <a:t>回退</a:t>
              </a:r>
              <a:r>
                <a:rPr lang="en-US" altLang="zh-CN" sz="2000" b="1" dirty="0"/>
                <a:t>N</a:t>
              </a:r>
              <a:r>
                <a:rPr lang="zh-CN" altLang="en-US" sz="2000" b="1" dirty="0"/>
                <a:t>帧协议</a:t>
              </a:r>
            </a:p>
          </p:txBody>
        </p:sp>
      </p:grpSp>
      <p:grpSp>
        <p:nvGrpSpPr>
          <p:cNvPr id="20" name="组合 19">
            <a:extLst>
              <a:ext uri="{FF2B5EF4-FFF2-40B4-BE49-F238E27FC236}">
                <a16:creationId xmlns:a16="http://schemas.microsoft.com/office/drawing/2014/main" id="{87756F0E-46C2-4571-B23D-C8472E9FD1FB}"/>
              </a:ext>
            </a:extLst>
          </p:cNvPr>
          <p:cNvGrpSpPr/>
          <p:nvPr/>
        </p:nvGrpSpPr>
        <p:grpSpPr>
          <a:xfrm>
            <a:off x="475097" y="1263518"/>
            <a:ext cx="1355161" cy="5114896"/>
            <a:chOff x="475097" y="1263518"/>
            <a:chExt cx="1355161" cy="5114896"/>
          </a:xfrm>
        </p:grpSpPr>
        <p:cxnSp>
          <p:nvCxnSpPr>
            <p:cNvPr id="17" name="直接连接符 16">
              <a:extLst>
                <a:ext uri="{FF2B5EF4-FFF2-40B4-BE49-F238E27FC236}">
                  <a16:creationId xmlns:a16="http://schemas.microsoft.com/office/drawing/2014/main" id="{5A41A17A-7B81-47D8-BDBB-76B8F1AA71D6}"/>
                </a:ext>
              </a:extLst>
            </p:cNvPr>
            <p:cNvCxnSpPr>
              <a:cxnSpLocks/>
            </p:cNvCxnSpPr>
            <p:nvPr/>
          </p:nvCxnSpPr>
          <p:spPr>
            <a:xfrm flipV="1">
              <a:off x="1208367" y="2012996"/>
              <a:ext cx="0" cy="3813858"/>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nvGrpSpPr>
            <p:cNvPr id="9" name="组合 8">
              <a:extLst>
                <a:ext uri="{FF2B5EF4-FFF2-40B4-BE49-F238E27FC236}">
                  <a16:creationId xmlns:a16="http://schemas.microsoft.com/office/drawing/2014/main" id="{A2B5FA1F-35FA-42E7-8D74-E7431B6AAA3C}"/>
                </a:ext>
              </a:extLst>
            </p:cNvPr>
            <p:cNvGrpSpPr/>
            <p:nvPr/>
          </p:nvGrpSpPr>
          <p:grpSpPr>
            <a:xfrm>
              <a:off x="700096" y="5368000"/>
              <a:ext cx="905164" cy="1010414"/>
              <a:chOff x="700096" y="5368000"/>
              <a:chExt cx="905164" cy="1010414"/>
            </a:xfrm>
          </p:grpSpPr>
          <p:pic>
            <p:nvPicPr>
              <p:cNvPr id="214" name="图形 213">
                <a:extLst>
                  <a:ext uri="{FF2B5EF4-FFF2-40B4-BE49-F238E27FC236}">
                    <a16:creationId xmlns:a16="http://schemas.microsoft.com/office/drawing/2014/main" id="{D949CB40-4FF6-4E8C-991B-66D24C6ADF05}"/>
                  </a:ext>
                </a:extLst>
              </p:cNvPr>
              <p:cNvPicPr>
                <a:picLocks noChangeAspect="1"/>
              </p:cNvPicPr>
              <p:nvPr/>
            </p:nvPicPr>
            <p:blipFill>
              <a:blip r:embed="rId5">
                <a:extLst>
                  <a:ext uri="{28A0092B-C50C-407E-A947-70E740481C1C}">
                    <a14:useLocalDpi xmlns:a14="http://schemas.microsoft.com/office/drawing/2010/main" val="0"/>
                  </a:ext>
                  <a:ext uri="{96DAC541-7B7A-43D3-8B79-37D633B846F1}">
                    <asvg:svgBlip xmlns:asvg="http://schemas.microsoft.com/office/drawing/2016/SVG/main" r:embed="rId6"/>
                  </a:ext>
                </a:extLst>
              </a:blip>
              <a:stretch>
                <a:fillRect/>
              </a:stretch>
            </p:blipFill>
            <p:spPr>
              <a:xfrm>
                <a:off x="821271" y="5368000"/>
                <a:ext cx="662814" cy="641082"/>
              </a:xfrm>
              <a:prstGeom prst="rect">
                <a:avLst/>
              </a:prstGeom>
            </p:spPr>
          </p:pic>
          <p:sp>
            <p:nvSpPr>
              <p:cNvPr id="218" name="文本框 217">
                <a:extLst>
                  <a:ext uri="{FF2B5EF4-FFF2-40B4-BE49-F238E27FC236}">
                    <a16:creationId xmlns:a16="http://schemas.microsoft.com/office/drawing/2014/main" id="{584D12FE-712D-432B-A48B-3084189F6B6C}"/>
                  </a:ext>
                </a:extLst>
              </p:cNvPr>
              <p:cNvSpPr txBox="1"/>
              <p:nvPr/>
            </p:nvSpPr>
            <p:spPr>
              <a:xfrm>
                <a:off x="700096" y="6009082"/>
                <a:ext cx="905164" cy="369332"/>
              </a:xfrm>
              <a:prstGeom prst="rect">
                <a:avLst/>
              </a:prstGeom>
              <a:noFill/>
            </p:spPr>
            <p:txBody>
              <a:bodyPr wrap="square" rtlCol="0">
                <a:spAutoFit/>
              </a:bodyPr>
              <a:lstStyle/>
              <a:p>
                <a:r>
                  <a:rPr lang="zh-CN" altLang="en-US" b="1" dirty="0">
                    <a:latin typeface="+mn-ea"/>
                  </a:rPr>
                  <a:t>发送方</a:t>
                </a:r>
              </a:p>
            </p:txBody>
          </p:sp>
        </p:grpSp>
        <p:grpSp>
          <p:nvGrpSpPr>
            <p:cNvPr id="8" name="组合 7">
              <a:extLst>
                <a:ext uri="{FF2B5EF4-FFF2-40B4-BE49-F238E27FC236}">
                  <a16:creationId xmlns:a16="http://schemas.microsoft.com/office/drawing/2014/main" id="{0ACAF080-95D4-4F76-A817-06EA84E449C9}"/>
                </a:ext>
              </a:extLst>
            </p:cNvPr>
            <p:cNvGrpSpPr/>
            <p:nvPr/>
          </p:nvGrpSpPr>
          <p:grpSpPr>
            <a:xfrm>
              <a:off x="878301" y="1263518"/>
              <a:ext cx="905164" cy="1027908"/>
              <a:chOff x="878301" y="1390382"/>
              <a:chExt cx="905164" cy="1027908"/>
            </a:xfrm>
          </p:grpSpPr>
          <p:pic>
            <p:nvPicPr>
              <p:cNvPr id="210" name="图形 209">
                <a:extLst>
                  <a:ext uri="{FF2B5EF4-FFF2-40B4-BE49-F238E27FC236}">
                    <a16:creationId xmlns:a16="http://schemas.microsoft.com/office/drawing/2014/main" id="{61E01467-74F7-469C-BAD5-DFFB1234E440}"/>
                  </a:ext>
                </a:extLst>
              </p:cNvPr>
              <p:cNvPicPr>
                <a:picLocks noChangeAspect="1"/>
              </p:cNvPicPr>
              <p:nvPr/>
            </p:nvPicPr>
            <p:blipFill>
              <a:blip r:embed="rId7">
                <a:extLst>
                  <a:ext uri="{28A0092B-C50C-407E-A947-70E740481C1C}">
                    <a14:useLocalDpi xmlns:a14="http://schemas.microsoft.com/office/drawing/2010/main" val="0"/>
                  </a:ext>
                  <a:ext uri="{96DAC541-7B7A-43D3-8B79-37D633B846F1}">
                    <asvg:svgBlip xmlns:asvg="http://schemas.microsoft.com/office/drawing/2016/SVG/main" r:embed="rId8"/>
                  </a:ext>
                </a:extLst>
              </a:blip>
              <a:stretch>
                <a:fillRect/>
              </a:stretch>
            </p:blipFill>
            <p:spPr>
              <a:xfrm>
                <a:off x="984826" y="1759714"/>
                <a:ext cx="501772" cy="658576"/>
              </a:xfrm>
              <a:prstGeom prst="rect">
                <a:avLst/>
              </a:prstGeom>
            </p:spPr>
          </p:pic>
          <p:sp>
            <p:nvSpPr>
              <p:cNvPr id="219" name="文本框 218">
                <a:extLst>
                  <a:ext uri="{FF2B5EF4-FFF2-40B4-BE49-F238E27FC236}">
                    <a16:creationId xmlns:a16="http://schemas.microsoft.com/office/drawing/2014/main" id="{B105E330-42F6-4FA8-914C-123FFA0756D5}"/>
                  </a:ext>
                </a:extLst>
              </p:cNvPr>
              <p:cNvSpPr txBox="1"/>
              <p:nvPr/>
            </p:nvSpPr>
            <p:spPr>
              <a:xfrm>
                <a:off x="878301" y="1390382"/>
                <a:ext cx="905164" cy="369332"/>
              </a:xfrm>
              <a:prstGeom prst="rect">
                <a:avLst/>
              </a:prstGeom>
              <a:noFill/>
            </p:spPr>
            <p:txBody>
              <a:bodyPr wrap="square" rtlCol="0">
                <a:spAutoFit/>
              </a:bodyPr>
              <a:lstStyle/>
              <a:p>
                <a:r>
                  <a:rPr lang="zh-CN" altLang="en-US" b="1" dirty="0">
                    <a:latin typeface="+mn-ea"/>
                  </a:rPr>
                  <a:t>接收方</a:t>
                </a:r>
              </a:p>
            </p:txBody>
          </p:sp>
        </p:grpSp>
        <p:sp>
          <p:nvSpPr>
            <p:cNvPr id="57" name="云形 56">
              <a:extLst>
                <a:ext uri="{FF2B5EF4-FFF2-40B4-BE49-F238E27FC236}">
                  <a16:creationId xmlns:a16="http://schemas.microsoft.com/office/drawing/2014/main" id="{8D58A5DA-48AF-4D62-A0E1-92B6F8CBE1F4}"/>
                </a:ext>
              </a:extLst>
            </p:cNvPr>
            <p:cNvSpPr/>
            <p:nvPr/>
          </p:nvSpPr>
          <p:spPr>
            <a:xfrm>
              <a:off x="475097" y="3429014"/>
              <a:ext cx="1355161" cy="801398"/>
            </a:xfrm>
            <a:prstGeom prst="cloud">
              <a:avLst/>
            </a:prstGeom>
            <a:solidFill>
              <a:schemeClr val="bg1">
                <a:lumMod val="85000"/>
              </a:schemeClr>
            </a:solidFill>
            <a:ln>
              <a:solidFill>
                <a:schemeClr val="bg1">
                  <a:lumMod val="85000"/>
                </a:schemeClr>
              </a:solidFill>
            </a:ln>
          </p:spPr>
          <p:style>
            <a:lnRef idx="2">
              <a:schemeClr val="accent3">
                <a:shade val="50000"/>
              </a:schemeClr>
            </a:lnRef>
            <a:fillRef idx="1">
              <a:schemeClr val="accent3"/>
            </a:fillRef>
            <a:effectRef idx="0">
              <a:schemeClr val="accent3"/>
            </a:effectRef>
            <a:fontRef idx="minor">
              <a:schemeClr val="lt1"/>
            </a:fontRef>
          </p:style>
          <p:txBody>
            <a:bodyPr rtlCol="0" anchor="ctr"/>
            <a:lstStyle/>
            <a:p>
              <a:pPr algn="ctr"/>
              <a:r>
                <a:rPr lang="zh-CN" altLang="en-US" b="1" dirty="0">
                  <a:solidFill>
                    <a:schemeClr val="tx1"/>
                  </a:solidFill>
                  <a:latin typeface="+mn-ea"/>
                </a:rPr>
                <a:t>因特网</a:t>
              </a:r>
            </a:p>
          </p:txBody>
        </p:sp>
      </p:grpSp>
      <p:graphicFrame>
        <p:nvGraphicFramePr>
          <p:cNvPr id="21" name="表格 21">
            <a:extLst>
              <a:ext uri="{FF2B5EF4-FFF2-40B4-BE49-F238E27FC236}">
                <a16:creationId xmlns:a16="http://schemas.microsoft.com/office/drawing/2014/main" id="{CE497585-4F97-4F44-9ABE-D7BBA16B40E0}"/>
              </a:ext>
            </a:extLst>
          </p:cNvPr>
          <p:cNvGraphicFramePr>
            <a:graphicFrameLocks noGrp="1"/>
          </p:cNvGraphicFramePr>
          <p:nvPr/>
        </p:nvGraphicFramePr>
        <p:xfrm>
          <a:off x="2302929" y="5557308"/>
          <a:ext cx="9067800" cy="370840"/>
        </p:xfrm>
        <a:graphic>
          <a:graphicData uri="http://schemas.openxmlformats.org/drawingml/2006/table">
            <a:tbl>
              <a:tblPr firstRow="1" bandRow="1">
                <a:tableStyleId>{5C22544A-7EE6-4342-B048-85BDC9FD1C3A}</a:tableStyleId>
              </a:tblPr>
              <a:tblGrid>
                <a:gridCol w="755650">
                  <a:extLst>
                    <a:ext uri="{9D8B030D-6E8A-4147-A177-3AD203B41FA5}">
                      <a16:colId xmlns:a16="http://schemas.microsoft.com/office/drawing/2014/main" val="877486509"/>
                    </a:ext>
                  </a:extLst>
                </a:gridCol>
                <a:gridCol w="755650">
                  <a:extLst>
                    <a:ext uri="{9D8B030D-6E8A-4147-A177-3AD203B41FA5}">
                      <a16:colId xmlns:a16="http://schemas.microsoft.com/office/drawing/2014/main" val="3548605817"/>
                    </a:ext>
                  </a:extLst>
                </a:gridCol>
                <a:gridCol w="755650">
                  <a:extLst>
                    <a:ext uri="{9D8B030D-6E8A-4147-A177-3AD203B41FA5}">
                      <a16:colId xmlns:a16="http://schemas.microsoft.com/office/drawing/2014/main" val="2881812895"/>
                    </a:ext>
                  </a:extLst>
                </a:gridCol>
                <a:gridCol w="755650">
                  <a:extLst>
                    <a:ext uri="{9D8B030D-6E8A-4147-A177-3AD203B41FA5}">
                      <a16:colId xmlns:a16="http://schemas.microsoft.com/office/drawing/2014/main" val="3682284582"/>
                    </a:ext>
                  </a:extLst>
                </a:gridCol>
                <a:gridCol w="755650">
                  <a:extLst>
                    <a:ext uri="{9D8B030D-6E8A-4147-A177-3AD203B41FA5}">
                      <a16:colId xmlns:a16="http://schemas.microsoft.com/office/drawing/2014/main" val="500127722"/>
                    </a:ext>
                  </a:extLst>
                </a:gridCol>
                <a:gridCol w="755650">
                  <a:extLst>
                    <a:ext uri="{9D8B030D-6E8A-4147-A177-3AD203B41FA5}">
                      <a16:colId xmlns:a16="http://schemas.microsoft.com/office/drawing/2014/main" val="2946259618"/>
                    </a:ext>
                  </a:extLst>
                </a:gridCol>
                <a:gridCol w="755650">
                  <a:extLst>
                    <a:ext uri="{9D8B030D-6E8A-4147-A177-3AD203B41FA5}">
                      <a16:colId xmlns:a16="http://schemas.microsoft.com/office/drawing/2014/main" val="171501986"/>
                    </a:ext>
                  </a:extLst>
                </a:gridCol>
                <a:gridCol w="755650">
                  <a:extLst>
                    <a:ext uri="{9D8B030D-6E8A-4147-A177-3AD203B41FA5}">
                      <a16:colId xmlns:a16="http://schemas.microsoft.com/office/drawing/2014/main" val="1667185265"/>
                    </a:ext>
                  </a:extLst>
                </a:gridCol>
                <a:gridCol w="755650">
                  <a:extLst>
                    <a:ext uri="{9D8B030D-6E8A-4147-A177-3AD203B41FA5}">
                      <a16:colId xmlns:a16="http://schemas.microsoft.com/office/drawing/2014/main" val="4258211808"/>
                    </a:ext>
                  </a:extLst>
                </a:gridCol>
                <a:gridCol w="755650">
                  <a:extLst>
                    <a:ext uri="{9D8B030D-6E8A-4147-A177-3AD203B41FA5}">
                      <a16:colId xmlns:a16="http://schemas.microsoft.com/office/drawing/2014/main" val="1794200575"/>
                    </a:ext>
                  </a:extLst>
                </a:gridCol>
                <a:gridCol w="755650">
                  <a:extLst>
                    <a:ext uri="{9D8B030D-6E8A-4147-A177-3AD203B41FA5}">
                      <a16:colId xmlns:a16="http://schemas.microsoft.com/office/drawing/2014/main" val="4230716487"/>
                    </a:ext>
                  </a:extLst>
                </a:gridCol>
                <a:gridCol w="755650">
                  <a:extLst>
                    <a:ext uri="{9D8B030D-6E8A-4147-A177-3AD203B41FA5}">
                      <a16:colId xmlns:a16="http://schemas.microsoft.com/office/drawing/2014/main" val="56153739"/>
                    </a:ext>
                  </a:extLst>
                </a:gridCol>
              </a:tblGrid>
              <a:tr h="370840">
                <a:tc>
                  <a:txBody>
                    <a:bodyPr/>
                    <a:lstStyle/>
                    <a:p>
                      <a:pPr algn="ctr"/>
                      <a:r>
                        <a:rPr lang="en-US" altLang="zh-CN" dirty="0">
                          <a:solidFill>
                            <a:schemeClr val="tx1"/>
                          </a:solidFill>
                          <a:latin typeface="Arial Black" panose="020B0A04020102020204" pitchFamily="34" charset="0"/>
                        </a:rPr>
                        <a:t>0</a:t>
                      </a:r>
                      <a:endParaRPr lang="zh-CN" altLang="en-US" dirty="0">
                        <a:solidFill>
                          <a:schemeClr val="tx1"/>
                        </a:solidFill>
                        <a:latin typeface="Arial Black" panose="020B0A04020102020204" pitchFamily="34" charset="0"/>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ctr"/>
                      <a:r>
                        <a:rPr lang="en-US" altLang="zh-CN" dirty="0">
                          <a:solidFill>
                            <a:schemeClr val="tx1"/>
                          </a:solidFill>
                          <a:latin typeface="Arial Black" panose="020B0A04020102020204" pitchFamily="34" charset="0"/>
                        </a:rPr>
                        <a:t>1</a:t>
                      </a:r>
                      <a:endParaRPr lang="zh-CN" altLang="en-US" dirty="0">
                        <a:solidFill>
                          <a:schemeClr val="tx1"/>
                        </a:solidFill>
                        <a:latin typeface="Arial Black" panose="020B0A04020102020204" pitchFamily="34" charset="0"/>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ctr"/>
                      <a:r>
                        <a:rPr lang="en-US" altLang="zh-CN" dirty="0">
                          <a:solidFill>
                            <a:schemeClr val="tx1"/>
                          </a:solidFill>
                          <a:latin typeface="Arial Black" panose="020B0A04020102020204" pitchFamily="34" charset="0"/>
                        </a:rPr>
                        <a:t>2</a:t>
                      </a:r>
                      <a:endParaRPr lang="zh-CN" altLang="en-US" dirty="0">
                        <a:solidFill>
                          <a:schemeClr val="tx1"/>
                        </a:solidFill>
                        <a:latin typeface="Arial Black" panose="020B0A04020102020204" pitchFamily="34" charset="0"/>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ctr"/>
                      <a:r>
                        <a:rPr lang="en-US" altLang="zh-CN" dirty="0">
                          <a:solidFill>
                            <a:schemeClr val="tx1"/>
                          </a:solidFill>
                          <a:latin typeface="Arial Black" panose="020B0A04020102020204" pitchFamily="34" charset="0"/>
                        </a:rPr>
                        <a:t>3</a:t>
                      </a:r>
                      <a:endParaRPr lang="zh-CN" altLang="en-US" dirty="0">
                        <a:solidFill>
                          <a:schemeClr val="tx1"/>
                        </a:solidFill>
                        <a:latin typeface="Arial Black" panose="020B0A04020102020204" pitchFamily="34" charset="0"/>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ctr"/>
                      <a:r>
                        <a:rPr lang="en-US" altLang="zh-CN" dirty="0">
                          <a:solidFill>
                            <a:schemeClr val="tx1"/>
                          </a:solidFill>
                          <a:latin typeface="Arial Black" panose="020B0A04020102020204" pitchFamily="34" charset="0"/>
                        </a:rPr>
                        <a:t>4</a:t>
                      </a:r>
                      <a:endParaRPr lang="zh-CN" altLang="en-US" dirty="0">
                        <a:solidFill>
                          <a:schemeClr val="tx1"/>
                        </a:solidFill>
                        <a:latin typeface="Arial Black" panose="020B0A04020102020204" pitchFamily="34" charset="0"/>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ctr"/>
                      <a:r>
                        <a:rPr lang="en-US" altLang="zh-CN" dirty="0">
                          <a:solidFill>
                            <a:schemeClr val="tx1"/>
                          </a:solidFill>
                          <a:latin typeface="Arial Black" panose="020B0A04020102020204" pitchFamily="34" charset="0"/>
                        </a:rPr>
                        <a:t>5</a:t>
                      </a:r>
                      <a:endParaRPr lang="zh-CN" altLang="en-US" dirty="0">
                        <a:solidFill>
                          <a:schemeClr val="tx1"/>
                        </a:solidFill>
                        <a:latin typeface="Arial Black" panose="020B0A04020102020204" pitchFamily="34" charset="0"/>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ctr"/>
                      <a:r>
                        <a:rPr lang="en-US" altLang="zh-CN" dirty="0">
                          <a:solidFill>
                            <a:schemeClr val="tx1"/>
                          </a:solidFill>
                          <a:latin typeface="Arial Black" panose="020B0A04020102020204" pitchFamily="34" charset="0"/>
                        </a:rPr>
                        <a:t>6</a:t>
                      </a:r>
                      <a:endParaRPr lang="zh-CN" altLang="en-US" dirty="0">
                        <a:solidFill>
                          <a:schemeClr val="tx1"/>
                        </a:solidFill>
                        <a:latin typeface="Arial Black" panose="020B0A04020102020204" pitchFamily="34" charset="0"/>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ctr"/>
                      <a:r>
                        <a:rPr lang="en-US" altLang="zh-CN" dirty="0">
                          <a:solidFill>
                            <a:schemeClr val="tx1"/>
                          </a:solidFill>
                          <a:latin typeface="Arial Black" panose="020B0A04020102020204" pitchFamily="34" charset="0"/>
                        </a:rPr>
                        <a:t>7</a:t>
                      </a:r>
                      <a:endParaRPr lang="zh-CN" altLang="en-US" dirty="0">
                        <a:solidFill>
                          <a:schemeClr val="tx1"/>
                        </a:solidFill>
                        <a:latin typeface="Arial Black" panose="020B0A04020102020204" pitchFamily="34" charset="0"/>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ctr"/>
                      <a:r>
                        <a:rPr lang="en-US" altLang="zh-CN" dirty="0">
                          <a:solidFill>
                            <a:schemeClr val="tx1"/>
                          </a:solidFill>
                          <a:latin typeface="Arial Black" panose="020B0A04020102020204" pitchFamily="34" charset="0"/>
                        </a:rPr>
                        <a:t>0</a:t>
                      </a:r>
                      <a:endParaRPr lang="zh-CN" altLang="en-US" dirty="0">
                        <a:solidFill>
                          <a:schemeClr val="tx1"/>
                        </a:solidFill>
                        <a:latin typeface="Arial Black" panose="020B0A04020102020204" pitchFamily="34" charset="0"/>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ctr"/>
                      <a:r>
                        <a:rPr lang="en-US" altLang="zh-CN" dirty="0">
                          <a:solidFill>
                            <a:schemeClr val="tx1"/>
                          </a:solidFill>
                          <a:latin typeface="Arial Black" panose="020B0A04020102020204" pitchFamily="34" charset="0"/>
                        </a:rPr>
                        <a:t>1</a:t>
                      </a:r>
                      <a:endParaRPr lang="zh-CN" altLang="en-US" dirty="0">
                        <a:solidFill>
                          <a:schemeClr val="tx1"/>
                        </a:solidFill>
                        <a:latin typeface="Arial Black" panose="020B0A04020102020204" pitchFamily="34" charset="0"/>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ctr"/>
                      <a:r>
                        <a:rPr lang="en-US" altLang="zh-CN" dirty="0">
                          <a:solidFill>
                            <a:schemeClr val="tx1"/>
                          </a:solidFill>
                          <a:latin typeface="Arial Black" panose="020B0A04020102020204" pitchFamily="34" charset="0"/>
                        </a:rPr>
                        <a:t>2</a:t>
                      </a:r>
                      <a:endParaRPr lang="zh-CN" altLang="en-US" dirty="0">
                        <a:solidFill>
                          <a:schemeClr val="tx1"/>
                        </a:solidFill>
                        <a:latin typeface="Arial Black" panose="020B0A04020102020204" pitchFamily="34" charset="0"/>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ctr"/>
                      <a:r>
                        <a:rPr lang="en-US" altLang="zh-CN" dirty="0">
                          <a:solidFill>
                            <a:schemeClr val="tx1"/>
                          </a:solidFill>
                          <a:latin typeface="Arial Black" panose="020B0A04020102020204" pitchFamily="34" charset="0"/>
                        </a:rPr>
                        <a:t>…</a:t>
                      </a:r>
                      <a:endParaRPr lang="zh-CN" altLang="en-US" dirty="0">
                        <a:solidFill>
                          <a:schemeClr val="tx1"/>
                        </a:solidFill>
                        <a:latin typeface="Arial Black" panose="020B0A04020102020204" pitchFamily="34" charset="0"/>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extLst>
                  <a:ext uri="{0D108BD9-81ED-4DB2-BD59-A6C34878D82A}">
                    <a16:rowId xmlns:a16="http://schemas.microsoft.com/office/drawing/2014/main" val="316235763"/>
                  </a:ext>
                </a:extLst>
              </a:tr>
            </a:tbl>
          </a:graphicData>
        </a:graphic>
      </p:graphicFrame>
      <p:graphicFrame>
        <p:nvGraphicFramePr>
          <p:cNvPr id="68" name="表格 21">
            <a:extLst>
              <a:ext uri="{FF2B5EF4-FFF2-40B4-BE49-F238E27FC236}">
                <a16:creationId xmlns:a16="http://schemas.microsoft.com/office/drawing/2014/main" id="{D9B4273D-C94E-42E6-A39B-908C6FA1D8AF}"/>
              </a:ext>
            </a:extLst>
          </p:cNvPr>
          <p:cNvGraphicFramePr>
            <a:graphicFrameLocks noGrp="1"/>
          </p:cNvGraphicFramePr>
          <p:nvPr/>
        </p:nvGraphicFramePr>
        <p:xfrm>
          <a:off x="2302929" y="1827576"/>
          <a:ext cx="9067800" cy="370840"/>
        </p:xfrm>
        <a:graphic>
          <a:graphicData uri="http://schemas.openxmlformats.org/drawingml/2006/table">
            <a:tbl>
              <a:tblPr firstRow="1" bandRow="1">
                <a:tableStyleId>{5C22544A-7EE6-4342-B048-85BDC9FD1C3A}</a:tableStyleId>
              </a:tblPr>
              <a:tblGrid>
                <a:gridCol w="755650">
                  <a:extLst>
                    <a:ext uri="{9D8B030D-6E8A-4147-A177-3AD203B41FA5}">
                      <a16:colId xmlns:a16="http://schemas.microsoft.com/office/drawing/2014/main" val="877486509"/>
                    </a:ext>
                  </a:extLst>
                </a:gridCol>
                <a:gridCol w="755650">
                  <a:extLst>
                    <a:ext uri="{9D8B030D-6E8A-4147-A177-3AD203B41FA5}">
                      <a16:colId xmlns:a16="http://schemas.microsoft.com/office/drawing/2014/main" val="3548605817"/>
                    </a:ext>
                  </a:extLst>
                </a:gridCol>
                <a:gridCol w="755650">
                  <a:extLst>
                    <a:ext uri="{9D8B030D-6E8A-4147-A177-3AD203B41FA5}">
                      <a16:colId xmlns:a16="http://schemas.microsoft.com/office/drawing/2014/main" val="2881812895"/>
                    </a:ext>
                  </a:extLst>
                </a:gridCol>
                <a:gridCol w="755650">
                  <a:extLst>
                    <a:ext uri="{9D8B030D-6E8A-4147-A177-3AD203B41FA5}">
                      <a16:colId xmlns:a16="http://schemas.microsoft.com/office/drawing/2014/main" val="3682284582"/>
                    </a:ext>
                  </a:extLst>
                </a:gridCol>
                <a:gridCol w="755650">
                  <a:extLst>
                    <a:ext uri="{9D8B030D-6E8A-4147-A177-3AD203B41FA5}">
                      <a16:colId xmlns:a16="http://schemas.microsoft.com/office/drawing/2014/main" val="500127722"/>
                    </a:ext>
                  </a:extLst>
                </a:gridCol>
                <a:gridCol w="755650">
                  <a:extLst>
                    <a:ext uri="{9D8B030D-6E8A-4147-A177-3AD203B41FA5}">
                      <a16:colId xmlns:a16="http://schemas.microsoft.com/office/drawing/2014/main" val="2946259618"/>
                    </a:ext>
                  </a:extLst>
                </a:gridCol>
                <a:gridCol w="755650">
                  <a:extLst>
                    <a:ext uri="{9D8B030D-6E8A-4147-A177-3AD203B41FA5}">
                      <a16:colId xmlns:a16="http://schemas.microsoft.com/office/drawing/2014/main" val="171501986"/>
                    </a:ext>
                  </a:extLst>
                </a:gridCol>
                <a:gridCol w="755650">
                  <a:extLst>
                    <a:ext uri="{9D8B030D-6E8A-4147-A177-3AD203B41FA5}">
                      <a16:colId xmlns:a16="http://schemas.microsoft.com/office/drawing/2014/main" val="1667185265"/>
                    </a:ext>
                  </a:extLst>
                </a:gridCol>
                <a:gridCol w="755650">
                  <a:extLst>
                    <a:ext uri="{9D8B030D-6E8A-4147-A177-3AD203B41FA5}">
                      <a16:colId xmlns:a16="http://schemas.microsoft.com/office/drawing/2014/main" val="4258211808"/>
                    </a:ext>
                  </a:extLst>
                </a:gridCol>
                <a:gridCol w="755650">
                  <a:extLst>
                    <a:ext uri="{9D8B030D-6E8A-4147-A177-3AD203B41FA5}">
                      <a16:colId xmlns:a16="http://schemas.microsoft.com/office/drawing/2014/main" val="1794200575"/>
                    </a:ext>
                  </a:extLst>
                </a:gridCol>
                <a:gridCol w="755650">
                  <a:extLst>
                    <a:ext uri="{9D8B030D-6E8A-4147-A177-3AD203B41FA5}">
                      <a16:colId xmlns:a16="http://schemas.microsoft.com/office/drawing/2014/main" val="4230716487"/>
                    </a:ext>
                  </a:extLst>
                </a:gridCol>
                <a:gridCol w="755650">
                  <a:extLst>
                    <a:ext uri="{9D8B030D-6E8A-4147-A177-3AD203B41FA5}">
                      <a16:colId xmlns:a16="http://schemas.microsoft.com/office/drawing/2014/main" val="56153739"/>
                    </a:ext>
                  </a:extLst>
                </a:gridCol>
              </a:tblGrid>
              <a:tr h="370840">
                <a:tc>
                  <a:txBody>
                    <a:bodyPr/>
                    <a:lstStyle/>
                    <a:p>
                      <a:pPr algn="ctr"/>
                      <a:r>
                        <a:rPr lang="en-US" altLang="zh-CN" dirty="0">
                          <a:solidFill>
                            <a:schemeClr val="tx1"/>
                          </a:solidFill>
                          <a:latin typeface="Arial Black" panose="020B0A04020102020204" pitchFamily="34" charset="0"/>
                        </a:rPr>
                        <a:t>0</a:t>
                      </a:r>
                      <a:endParaRPr lang="zh-CN" altLang="en-US" dirty="0">
                        <a:solidFill>
                          <a:schemeClr val="tx1"/>
                        </a:solidFill>
                        <a:latin typeface="Arial Black" panose="020B0A04020102020204" pitchFamily="34" charset="0"/>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ctr"/>
                      <a:r>
                        <a:rPr lang="en-US" altLang="zh-CN" dirty="0">
                          <a:solidFill>
                            <a:schemeClr val="tx1"/>
                          </a:solidFill>
                          <a:latin typeface="Arial Black" panose="020B0A04020102020204" pitchFamily="34" charset="0"/>
                        </a:rPr>
                        <a:t>1</a:t>
                      </a:r>
                      <a:endParaRPr lang="zh-CN" altLang="en-US" dirty="0">
                        <a:solidFill>
                          <a:schemeClr val="tx1"/>
                        </a:solidFill>
                        <a:latin typeface="Arial Black" panose="020B0A04020102020204" pitchFamily="34" charset="0"/>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ctr"/>
                      <a:r>
                        <a:rPr lang="en-US" altLang="zh-CN" dirty="0">
                          <a:solidFill>
                            <a:schemeClr val="tx1"/>
                          </a:solidFill>
                          <a:latin typeface="Arial Black" panose="020B0A04020102020204" pitchFamily="34" charset="0"/>
                        </a:rPr>
                        <a:t>2</a:t>
                      </a:r>
                      <a:endParaRPr lang="zh-CN" altLang="en-US" dirty="0">
                        <a:solidFill>
                          <a:schemeClr val="tx1"/>
                        </a:solidFill>
                        <a:latin typeface="Arial Black" panose="020B0A04020102020204" pitchFamily="34" charset="0"/>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ctr"/>
                      <a:r>
                        <a:rPr lang="en-US" altLang="zh-CN" dirty="0">
                          <a:solidFill>
                            <a:schemeClr val="tx1"/>
                          </a:solidFill>
                          <a:latin typeface="Arial Black" panose="020B0A04020102020204" pitchFamily="34" charset="0"/>
                        </a:rPr>
                        <a:t>3</a:t>
                      </a:r>
                      <a:endParaRPr lang="zh-CN" altLang="en-US" dirty="0">
                        <a:solidFill>
                          <a:schemeClr val="tx1"/>
                        </a:solidFill>
                        <a:latin typeface="Arial Black" panose="020B0A04020102020204" pitchFamily="34" charset="0"/>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ctr"/>
                      <a:r>
                        <a:rPr lang="en-US" altLang="zh-CN" dirty="0">
                          <a:solidFill>
                            <a:schemeClr val="tx1"/>
                          </a:solidFill>
                          <a:latin typeface="Arial Black" panose="020B0A04020102020204" pitchFamily="34" charset="0"/>
                        </a:rPr>
                        <a:t>4</a:t>
                      </a:r>
                      <a:endParaRPr lang="zh-CN" altLang="en-US" dirty="0">
                        <a:solidFill>
                          <a:schemeClr val="tx1"/>
                        </a:solidFill>
                        <a:latin typeface="Arial Black" panose="020B0A04020102020204" pitchFamily="34" charset="0"/>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ctr"/>
                      <a:r>
                        <a:rPr lang="en-US" altLang="zh-CN" dirty="0">
                          <a:solidFill>
                            <a:schemeClr val="tx1"/>
                          </a:solidFill>
                          <a:latin typeface="Arial Black" panose="020B0A04020102020204" pitchFamily="34" charset="0"/>
                        </a:rPr>
                        <a:t>5</a:t>
                      </a:r>
                      <a:endParaRPr lang="zh-CN" altLang="en-US" dirty="0">
                        <a:solidFill>
                          <a:schemeClr val="tx1"/>
                        </a:solidFill>
                        <a:latin typeface="Arial Black" panose="020B0A04020102020204" pitchFamily="34" charset="0"/>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ctr"/>
                      <a:r>
                        <a:rPr lang="en-US" altLang="zh-CN" dirty="0">
                          <a:solidFill>
                            <a:schemeClr val="tx1"/>
                          </a:solidFill>
                          <a:latin typeface="Arial Black" panose="020B0A04020102020204" pitchFamily="34" charset="0"/>
                        </a:rPr>
                        <a:t>6</a:t>
                      </a:r>
                      <a:endParaRPr lang="zh-CN" altLang="en-US" dirty="0">
                        <a:solidFill>
                          <a:schemeClr val="tx1"/>
                        </a:solidFill>
                        <a:latin typeface="Arial Black" panose="020B0A04020102020204" pitchFamily="34" charset="0"/>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ctr"/>
                      <a:r>
                        <a:rPr lang="en-US" altLang="zh-CN" dirty="0">
                          <a:solidFill>
                            <a:schemeClr val="tx1"/>
                          </a:solidFill>
                          <a:latin typeface="Arial Black" panose="020B0A04020102020204" pitchFamily="34" charset="0"/>
                        </a:rPr>
                        <a:t>7</a:t>
                      </a:r>
                      <a:endParaRPr lang="zh-CN" altLang="en-US" dirty="0">
                        <a:solidFill>
                          <a:schemeClr val="tx1"/>
                        </a:solidFill>
                        <a:latin typeface="Arial Black" panose="020B0A04020102020204" pitchFamily="34" charset="0"/>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ctr"/>
                      <a:r>
                        <a:rPr lang="en-US" altLang="zh-CN" dirty="0">
                          <a:solidFill>
                            <a:schemeClr val="tx1"/>
                          </a:solidFill>
                          <a:latin typeface="Arial Black" panose="020B0A04020102020204" pitchFamily="34" charset="0"/>
                        </a:rPr>
                        <a:t>0</a:t>
                      </a:r>
                      <a:endParaRPr lang="zh-CN" altLang="en-US" dirty="0">
                        <a:solidFill>
                          <a:schemeClr val="tx1"/>
                        </a:solidFill>
                        <a:latin typeface="Arial Black" panose="020B0A04020102020204" pitchFamily="34" charset="0"/>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ctr"/>
                      <a:r>
                        <a:rPr lang="en-US" altLang="zh-CN" dirty="0">
                          <a:solidFill>
                            <a:schemeClr val="tx1"/>
                          </a:solidFill>
                          <a:latin typeface="Arial Black" panose="020B0A04020102020204" pitchFamily="34" charset="0"/>
                        </a:rPr>
                        <a:t>1</a:t>
                      </a:r>
                      <a:endParaRPr lang="zh-CN" altLang="en-US" dirty="0">
                        <a:solidFill>
                          <a:schemeClr val="tx1"/>
                        </a:solidFill>
                        <a:latin typeface="Arial Black" panose="020B0A04020102020204" pitchFamily="34" charset="0"/>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ctr"/>
                      <a:r>
                        <a:rPr lang="en-US" altLang="zh-CN" dirty="0">
                          <a:solidFill>
                            <a:schemeClr val="tx1"/>
                          </a:solidFill>
                          <a:latin typeface="Arial Black" panose="020B0A04020102020204" pitchFamily="34" charset="0"/>
                        </a:rPr>
                        <a:t>2</a:t>
                      </a:r>
                      <a:endParaRPr lang="zh-CN" altLang="en-US" dirty="0">
                        <a:solidFill>
                          <a:schemeClr val="tx1"/>
                        </a:solidFill>
                        <a:latin typeface="Arial Black" panose="020B0A04020102020204" pitchFamily="34" charset="0"/>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ctr"/>
                      <a:r>
                        <a:rPr lang="en-US" altLang="zh-CN" dirty="0">
                          <a:solidFill>
                            <a:schemeClr val="tx1"/>
                          </a:solidFill>
                          <a:latin typeface="Arial Black" panose="020B0A04020102020204" pitchFamily="34" charset="0"/>
                        </a:rPr>
                        <a:t>…</a:t>
                      </a:r>
                      <a:endParaRPr lang="zh-CN" altLang="en-US" dirty="0">
                        <a:solidFill>
                          <a:schemeClr val="tx1"/>
                        </a:solidFill>
                        <a:latin typeface="Arial Black" panose="020B0A04020102020204" pitchFamily="34" charset="0"/>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extLst>
                  <a:ext uri="{0D108BD9-81ED-4DB2-BD59-A6C34878D82A}">
                    <a16:rowId xmlns:a16="http://schemas.microsoft.com/office/drawing/2014/main" val="316235763"/>
                  </a:ext>
                </a:extLst>
              </a:tr>
            </a:tbl>
          </a:graphicData>
        </a:graphic>
      </p:graphicFrame>
      <p:sp>
        <p:nvSpPr>
          <p:cNvPr id="49" name="íşlïḍè">
            <a:extLst>
              <a:ext uri="{FF2B5EF4-FFF2-40B4-BE49-F238E27FC236}">
                <a16:creationId xmlns:a16="http://schemas.microsoft.com/office/drawing/2014/main" id="{84B44B39-A1BD-4956-A1BF-ECB7ACDDA058}"/>
              </a:ext>
            </a:extLst>
          </p:cNvPr>
          <p:cNvSpPr txBox="1"/>
          <p:nvPr/>
        </p:nvSpPr>
        <p:spPr>
          <a:xfrm>
            <a:off x="3835285" y="3287898"/>
            <a:ext cx="4525886" cy="602502"/>
          </a:xfrm>
          <a:prstGeom prst="rect">
            <a:avLst/>
          </a:prstGeom>
          <a:noFill/>
        </p:spPr>
        <p:txBody>
          <a:bodyPr wrap="square" lIns="91440" tIns="45720" rIns="91440" bIns="45720" anchor="ctr">
            <a:noAutofit/>
          </a:bodyPr>
          <a:lstStyle/>
          <a:p>
            <a:pPr algn="ctr"/>
            <a:r>
              <a:rPr lang="zh-CN" altLang="en-US" sz="2800" b="1" dirty="0"/>
              <a:t>超时重传、回退</a:t>
            </a:r>
            <a:r>
              <a:rPr lang="en-US" altLang="zh-CN" sz="2800" b="1" dirty="0"/>
              <a:t>N</a:t>
            </a:r>
            <a:r>
              <a:rPr lang="zh-CN" altLang="en-US" sz="2800" b="1" dirty="0"/>
              <a:t>帧的情况</a:t>
            </a:r>
            <a:endParaRPr lang="en-US" altLang="zh-CN" sz="2800" b="1" dirty="0"/>
          </a:p>
        </p:txBody>
      </p:sp>
      <p:sp>
        <p:nvSpPr>
          <p:cNvPr id="13" name="矩形 12">
            <a:extLst>
              <a:ext uri="{FF2B5EF4-FFF2-40B4-BE49-F238E27FC236}">
                <a16:creationId xmlns:a16="http://schemas.microsoft.com/office/drawing/2014/main" id="{14642CA0-C4C4-44A5-BD3D-9FB5C2470514}"/>
              </a:ext>
            </a:extLst>
          </p:cNvPr>
          <p:cNvSpPr/>
          <p:nvPr/>
        </p:nvSpPr>
        <p:spPr>
          <a:xfrm>
            <a:off x="2300222" y="5537182"/>
            <a:ext cx="3780000" cy="390966"/>
          </a:xfrm>
          <a:prstGeom prst="rect">
            <a:avLst/>
          </a:prstGeom>
          <a:solidFill>
            <a:schemeClr val="accent3">
              <a:alpha val="74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36" name="矩形 35">
            <a:extLst>
              <a:ext uri="{FF2B5EF4-FFF2-40B4-BE49-F238E27FC236}">
                <a16:creationId xmlns:a16="http://schemas.microsoft.com/office/drawing/2014/main" id="{E7EB5D14-D014-48F8-ACBF-E9E95001992A}"/>
              </a:ext>
            </a:extLst>
          </p:cNvPr>
          <p:cNvSpPr/>
          <p:nvPr/>
        </p:nvSpPr>
        <p:spPr>
          <a:xfrm>
            <a:off x="2311257" y="1832079"/>
            <a:ext cx="1497129" cy="356368"/>
          </a:xfrm>
          <a:prstGeom prst="rect">
            <a:avLst/>
          </a:prstGeom>
          <a:solidFill>
            <a:schemeClr val="accent4">
              <a:alpha val="74000"/>
            </a:schemeClr>
          </a:solidFill>
          <a:ln>
            <a:solidFill>
              <a:schemeClr val="accent4"/>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44" name="矩形 43">
            <a:extLst>
              <a:ext uri="{FF2B5EF4-FFF2-40B4-BE49-F238E27FC236}">
                <a16:creationId xmlns:a16="http://schemas.microsoft.com/office/drawing/2014/main" id="{B8E49409-7D16-41EF-B95C-4BC739DEBC7B}"/>
              </a:ext>
            </a:extLst>
          </p:cNvPr>
          <p:cNvSpPr/>
          <p:nvPr/>
        </p:nvSpPr>
        <p:spPr>
          <a:xfrm>
            <a:off x="6076962" y="5557308"/>
            <a:ext cx="1517580" cy="390966"/>
          </a:xfrm>
          <a:prstGeom prst="rect">
            <a:avLst/>
          </a:prstGeom>
          <a:solidFill>
            <a:schemeClr val="accent3">
              <a:alpha val="74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grpSp>
        <p:nvGrpSpPr>
          <p:cNvPr id="41" name="组合 40">
            <a:extLst>
              <a:ext uri="{FF2B5EF4-FFF2-40B4-BE49-F238E27FC236}">
                <a16:creationId xmlns:a16="http://schemas.microsoft.com/office/drawing/2014/main" id="{6D101E3E-89DA-4B95-BC22-E8DB30847C37}"/>
              </a:ext>
            </a:extLst>
          </p:cNvPr>
          <p:cNvGrpSpPr/>
          <p:nvPr/>
        </p:nvGrpSpPr>
        <p:grpSpPr>
          <a:xfrm>
            <a:off x="1257995" y="2313343"/>
            <a:ext cx="710121" cy="538153"/>
            <a:chOff x="1255523" y="4835167"/>
            <a:chExt cx="710121" cy="538153"/>
          </a:xfrm>
        </p:grpSpPr>
        <p:sp>
          <p:nvSpPr>
            <p:cNvPr id="42" name="矩形 41">
              <a:extLst>
                <a:ext uri="{FF2B5EF4-FFF2-40B4-BE49-F238E27FC236}">
                  <a16:creationId xmlns:a16="http://schemas.microsoft.com/office/drawing/2014/main" id="{3964A341-CFD1-4A1B-8355-6D109BE909C4}"/>
                </a:ext>
              </a:extLst>
            </p:cNvPr>
            <p:cNvSpPr/>
            <p:nvPr/>
          </p:nvSpPr>
          <p:spPr>
            <a:xfrm>
              <a:off x="1255523" y="4835167"/>
              <a:ext cx="708432" cy="270283"/>
            </a:xfrm>
            <a:prstGeom prst="rect">
              <a:avLst/>
            </a:prstGeom>
            <a:solidFill>
              <a:schemeClr val="accent3"/>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46800" rIns="46800" rtlCol="0" anchor="ctr"/>
            <a:lstStyle/>
            <a:p>
              <a:pPr algn="ctr"/>
              <a:r>
                <a:rPr lang="en-US" altLang="zh-CN" b="1" dirty="0"/>
                <a:t>DATA5</a:t>
              </a:r>
              <a:endParaRPr lang="zh-CN" altLang="en-US" b="1" dirty="0"/>
            </a:p>
          </p:txBody>
        </p:sp>
        <p:sp>
          <p:nvSpPr>
            <p:cNvPr id="43" name="矩形 42">
              <a:extLst>
                <a:ext uri="{FF2B5EF4-FFF2-40B4-BE49-F238E27FC236}">
                  <a16:creationId xmlns:a16="http://schemas.microsoft.com/office/drawing/2014/main" id="{6C793B98-EBFE-47FA-8B28-04A10A25318B}"/>
                </a:ext>
              </a:extLst>
            </p:cNvPr>
            <p:cNvSpPr/>
            <p:nvPr/>
          </p:nvSpPr>
          <p:spPr>
            <a:xfrm>
              <a:off x="1257212" y="5103037"/>
              <a:ext cx="708432" cy="270283"/>
            </a:xfrm>
            <a:prstGeom prst="rect">
              <a:avLst/>
            </a:prstGeom>
            <a:solidFill>
              <a:schemeClr val="accent3"/>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46800" rIns="46800" rtlCol="0" anchor="ctr"/>
            <a:lstStyle/>
            <a:p>
              <a:pPr algn="ctr"/>
              <a:r>
                <a:rPr lang="en-US" altLang="zh-CN" b="1" dirty="0"/>
                <a:t>DATA6</a:t>
              </a:r>
              <a:endParaRPr lang="zh-CN" altLang="en-US" b="1" dirty="0"/>
            </a:p>
          </p:txBody>
        </p:sp>
      </p:grpSp>
      <p:grpSp>
        <p:nvGrpSpPr>
          <p:cNvPr id="48" name="组合 47">
            <a:extLst>
              <a:ext uri="{FF2B5EF4-FFF2-40B4-BE49-F238E27FC236}">
                <a16:creationId xmlns:a16="http://schemas.microsoft.com/office/drawing/2014/main" id="{DC471CB1-266E-4A1D-98F9-730E47671EC0}"/>
              </a:ext>
            </a:extLst>
          </p:cNvPr>
          <p:cNvGrpSpPr/>
          <p:nvPr/>
        </p:nvGrpSpPr>
        <p:grpSpPr>
          <a:xfrm>
            <a:off x="1790042" y="2132374"/>
            <a:ext cx="2624759" cy="805926"/>
            <a:chOff x="1783464" y="2112640"/>
            <a:chExt cx="2624759" cy="805926"/>
          </a:xfrm>
        </p:grpSpPr>
        <p:sp>
          <p:nvSpPr>
            <p:cNvPr id="51" name="矩形 50">
              <a:extLst>
                <a:ext uri="{FF2B5EF4-FFF2-40B4-BE49-F238E27FC236}">
                  <a16:creationId xmlns:a16="http://schemas.microsoft.com/office/drawing/2014/main" id="{B242C64B-5548-47F7-86F1-F8E2041DB567}"/>
                </a:ext>
              </a:extLst>
            </p:cNvPr>
            <p:cNvSpPr/>
            <p:nvPr/>
          </p:nvSpPr>
          <p:spPr>
            <a:xfrm>
              <a:off x="1783464" y="2234089"/>
              <a:ext cx="270521" cy="616319"/>
            </a:xfrm>
            <a:prstGeom prst="rect">
              <a:avLst/>
            </a:prstGeom>
            <a:noFill/>
            <a:ln w="25400">
              <a:solidFill>
                <a:schemeClr val="accent1">
                  <a:lumMod val="75000"/>
                </a:schemeClr>
              </a:solid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cxnSp>
          <p:nvCxnSpPr>
            <p:cNvPr id="52" name="连接符: 肘形 51">
              <a:extLst>
                <a:ext uri="{FF2B5EF4-FFF2-40B4-BE49-F238E27FC236}">
                  <a16:creationId xmlns:a16="http://schemas.microsoft.com/office/drawing/2014/main" id="{623514DE-29A5-4B4F-BB7C-38F75623ECBC}"/>
                </a:ext>
              </a:extLst>
            </p:cNvPr>
            <p:cNvCxnSpPr>
              <a:cxnSpLocks/>
              <a:stCxn id="51" idx="3"/>
            </p:cNvCxnSpPr>
            <p:nvPr/>
          </p:nvCxnSpPr>
          <p:spPr>
            <a:xfrm flipV="1">
              <a:off x="2053985" y="2112640"/>
              <a:ext cx="2136237" cy="429609"/>
            </a:xfrm>
            <a:prstGeom prst="bentConnector2">
              <a:avLst/>
            </a:prstGeom>
            <a:ln w="25400">
              <a:solidFill>
                <a:schemeClr val="accent1">
                  <a:lumMod val="75000"/>
                </a:schemeClr>
              </a:solidFill>
              <a:prstDash val="dash"/>
              <a:tailEnd type="triangle" w="med" len="lg"/>
            </a:ln>
          </p:spPr>
          <p:style>
            <a:lnRef idx="1">
              <a:schemeClr val="accent1"/>
            </a:lnRef>
            <a:fillRef idx="0">
              <a:schemeClr val="accent1"/>
            </a:fillRef>
            <a:effectRef idx="0">
              <a:schemeClr val="accent1"/>
            </a:effectRef>
            <a:fontRef idx="minor">
              <a:schemeClr val="tx1"/>
            </a:fontRef>
          </p:style>
        </p:cxnSp>
        <p:sp>
          <p:nvSpPr>
            <p:cNvPr id="53" name="文本框 52">
              <a:extLst>
                <a:ext uri="{FF2B5EF4-FFF2-40B4-BE49-F238E27FC236}">
                  <a16:creationId xmlns:a16="http://schemas.microsoft.com/office/drawing/2014/main" id="{A804FDC6-FBD2-46D3-BB7F-F412D176B7FD}"/>
                </a:ext>
              </a:extLst>
            </p:cNvPr>
            <p:cNvSpPr txBox="1"/>
            <p:nvPr/>
          </p:nvSpPr>
          <p:spPr>
            <a:xfrm>
              <a:off x="2053985" y="2549234"/>
              <a:ext cx="2354238" cy="369332"/>
            </a:xfrm>
            <a:prstGeom prst="rect">
              <a:avLst/>
            </a:prstGeom>
            <a:noFill/>
          </p:spPr>
          <p:txBody>
            <a:bodyPr wrap="square" rtlCol="0">
              <a:spAutoFit/>
            </a:bodyPr>
            <a:lstStyle/>
            <a:p>
              <a:r>
                <a:rPr lang="zh-CN" altLang="en-US" b="1" dirty="0">
                  <a:solidFill>
                    <a:schemeClr val="accent1">
                      <a:lumMod val="75000"/>
                    </a:schemeClr>
                  </a:solidFill>
                </a:rPr>
                <a:t>序号未落入接收窗口</a:t>
              </a:r>
            </a:p>
          </p:txBody>
        </p:sp>
      </p:grpSp>
      <p:sp>
        <p:nvSpPr>
          <p:cNvPr id="34" name="平行四边形 33">
            <a:extLst>
              <a:ext uri="{FF2B5EF4-FFF2-40B4-BE49-F238E27FC236}">
                <a16:creationId xmlns:a16="http://schemas.microsoft.com/office/drawing/2014/main" id="{E711BA5D-2DBB-FC97-812B-4C3E64A77052}"/>
              </a:ext>
            </a:extLst>
          </p:cNvPr>
          <p:cNvSpPr/>
          <p:nvPr/>
        </p:nvSpPr>
        <p:spPr>
          <a:xfrm>
            <a:off x="304799" y="749300"/>
            <a:ext cx="695119" cy="387090"/>
          </a:xfrm>
          <a:prstGeom prst="parallelogram">
            <a:avLst/>
          </a:prstGeom>
          <a:solidFill>
            <a:schemeClr val="accent3">
              <a:lumMod val="75000"/>
            </a:schemeClr>
          </a:solidFill>
          <a:ln>
            <a:solidFill>
              <a:schemeClr val="accent3">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CN" sz="2200" dirty="0">
                <a:latin typeface="Impact" panose="020B0806030902050204" pitchFamily="34" charset="0"/>
              </a:rPr>
              <a:t>04</a:t>
            </a:r>
            <a:endParaRPr lang="zh-CN" altLang="en-US" sz="2200" dirty="0">
              <a:latin typeface="Impact" panose="020B0806030902050204" pitchFamily="34" charset="0"/>
            </a:endParaRPr>
          </a:p>
        </p:txBody>
      </p:sp>
    </p:spTree>
    <p:custDataLst>
      <p:tags r:id="rId1"/>
    </p:custDataLst>
    <p:extLst>
      <p:ext uri="{BB962C8B-B14F-4D97-AF65-F5344CB8AC3E}">
        <p14:creationId xmlns:p14="http://schemas.microsoft.com/office/powerpoint/2010/main" val="1792041844"/>
      </p:ext>
    </p:extLst>
  </p:cSld>
  <p:clrMapOvr>
    <a:masterClrMapping/>
  </p:clrMapOvr>
  <mc:AlternateContent xmlns:mc="http://schemas.openxmlformats.org/markup-compatibility/2006" xmlns:p159="http://schemas.microsoft.com/office/powerpoint/2015/09/main">
    <mc:Choice Requires="p159">
      <p:transition spd="slow">
        <p159:morph option="byObject"/>
      </p:transition>
    </mc:Choice>
    <mc:Fallback xmlns="">
      <p:transition spd="slow">
        <p:fade/>
      </p:transition>
    </mc:Fallback>
  </mc:AlternateContent>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2" presetClass="entr" presetSubtype="8" fill="hold" nodeType="clickEffect">
                                  <p:stCondLst>
                                    <p:cond delay="0"/>
                                  </p:stCondLst>
                                  <p:childTnLst>
                                    <p:set>
                                      <p:cBhvr>
                                        <p:cTn id="6" dur="1" fill="hold">
                                          <p:stCondLst>
                                            <p:cond delay="0"/>
                                          </p:stCondLst>
                                        </p:cTn>
                                        <p:tgtEl>
                                          <p:spTgt spid="48"/>
                                        </p:tgtEl>
                                        <p:attrNameLst>
                                          <p:attrName>style.visibility</p:attrName>
                                        </p:attrNameLst>
                                      </p:cBhvr>
                                      <p:to>
                                        <p:strVal val="visible"/>
                                      </p:to>
                                    </p:set>
                                    <p:animEffect transition="in" filter="wipe(left)">
                                      <p:cBhvr>
                                        <p:cTn id="7" dur="1000"/>
                                        <p:tgtEl>
                                          <p:spTgt spid="48"/>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16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38" name="组合 37">
            <a:extLst>
              <a:ext uri="{FF2B5EF4-FFF2-40B4-BE49-F238E27FC236}">
                <a16:creationId xmlns:a16="http://schemas.microsoft.com/office/drawing/2014/main" id="{F1B81A00-D1CD-4324-9C55-93FA8AEE6040}"/>
              </a:ext>
            </a:extLst>
          </p:cNvPr>
          <p:cNvGrpSpPr/>
          <p:nvPr/>
        </p:nvGrpSpPr>
        <p:grpSpPr>
          <a:xfrm>
            <a:off x="3817249" y="5098286"/>
            <a:ext cx="3780000" cy="910796"/>
            <a:chOff x="2302929" y="5098286"/>
            <a:chExt cx="3780000" cy="910796"/>
          </a:xfrm>
        </p:grpSpPr>
        <p:sp>
          <p:nvSpPr>
            <p:cNvPr id="39" name="矩形 38">
              <a:extLst>
                <a:ext uri="{FF2B5EF4-FFF2-40B4-BE49-F238E27FC236}">
                  <a16:creationId xmlns:a16="http://schemas.microsoft.com/office/drawing/2014/main" id="{53BEA8C7-0E84-4C43-9BA6-B0FEB4F7EE65}"/>
                </a:ext>
              </a:extLst>
            </p:cNvPr>
            <p:cNvSpPr/>
            <p:nvPr/>
          </p:nvSpPr>
          <p:spPr>
            <a:xfrm>
              <a:off x="2302929" y="5467618"/>
              <a:ext cx="3780000" cy="541464"/>
            </a:xfrm>
            <a:prstGeom prst="rect">
              <a:avLst/>
            </a:prstGeom>
            <a:solidFill>
              <a:schemeClr val="accent3"/>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mc:AlternateContent xmlns:mc="http://schemas.openxmlformats.org/markup-compatibility/2006" xmlns:a14="http://schemas.microsoft.com/office/drawing/2010/main">
          <mc:Choice Requires="a14">
            <p:sp>
              <p:nvSpPr>
                <p:cNvPr id="40" name="文本框 39">
                  <a:extLst>
                    <a:ext uri="{FF2B5EF4-FFF2-40B4-BE49-F238E27FC236}">
                      <a16:creationId xmlns:a16="http://schemas.microsoft.com/office/drawing/2014/main" id="{A90B96BD-7B6C-4227-9038-A042DE3DB894}"/>
                    </a:ext>
                  </a:extLst>
                </p:cNvPr>
                <p:cNvSpPr txBox="1"/>
                <p:nvPr/>
              </p:nvSpPr>
              <p:spPr>
                <a:xfrm>
                  <a:off x="3659320" y="5098286"/>
                  <a:ext cx="1067217" cy="369332"/>
                </a:xfrm>
                <a:prstGeom prst="rect">
                  <a:avLst/>
                </a:prstGeom>
                <a:noFill/>
              </p:spPr>
              <p:txBody>
                <a:bodyPr wrap="square">
                  <a:spAutoFit/>
                </a:bodyPr>
                <a:lstStyle/>
                <a:p>
                  <a:pPr/>
                  <a14:m>
                    <m:oMathPara xmlns:m="http://schemas.openxmlformats.org/officeDocument/2006/math">
                      <m:oMathParaPr>
                        <m:jc m:val="centerGroup"/>
                      </m:oMathParaPr>
                      <m:oMath xmlns:m="http://schemas.openxmlformats.org/officeDocument/2006/math">
                        <m:sSub>
                          <m:sSubPr>
                            <m:ctrlPr>
                              <a:rPr lang="en-US" altLang="zh-CN" b="1" i="1" smtClean="0">
                                <a:solidFill>
                                  <a:schemeClr val="accent3"/>
                                </a:solidFill>
                                <a:latin typeface="Cambria Math" panose="02040503050406030204" pitchFamily="18" charset="0"/>
                              </a:rPr>
                            </m:ctrlPr>
                          </m:sSubPr>
                          <m:e>
                            <m:r>
                              <a:rPr lang="en-US" altLang="zh-CN" b="1" i="1" smtClean="0">
                                <a:solidFill>
                                  <a:schemeClr val="accent3"/>
                                </a:solidFill>
                                <a:latin typeface="Cambria Math" panose="02040503050406030204" pitchFamily="18" charset="0"/>
                              </a:rPr>
                              <m:t>𝑾</m:t>
                            </m:r>
                          </m:e>
                          <m:sub>
                            <m:r>
                              <a:rPr lang="en-US" altLang="zh-CN" b="1" i="1" smtClean="0">
                                <a:solidFill>
                                  <a:schemeClr val="accent3"/>
                                </a:solidFill>
                                <a:latin typeface="Cambria Math" panose="02040503050406030204" pitchFamily="18" charset="0"/>
                              </a:rPr>
                              <m:t>𝑻</m:t>
                            </m:r>
                          </m:sub>
                        </m:sSub>
                        <m:r>
                          <a:rPr lang="en-US" altLang="zh-CN" b="1" i="1" smtClean="0">
                            <a:solidFill>
                              <a:schemeClr val="accent3"/>
                            </a:solidFill>
                            <a:latin typeface="Cambria Math" panose="02040503050406030204" pitchFamily="18" charset="0"/>
                          </a:rPr>
                          <m:t>=</m:t>
                        </m:r>
                        <m:r>
                          <a:rPr lang="en-US" altLang="zh-CN" b="1" i="1" smtClean="0">
                            <a:solidFill>
                              <a:schemeClr val="accent3"/>
                            </a:solidFill>
                            <a:latin typeface="Cambria Math" panose="02040503050406030204" pitchFamily="18" charset="0"/>
                          </a:rPr>
                          <m:t>𝟓</m:t>
                        </m:r>
                      </m:oMath>
                    </m:oMathPara>
                  </a14:m>
                  <a:endParaRPr lang="zh-CN" altLang="en-US" dirty="0">
                    <a:solidFill>
                      <a:schemeClr val="accent3"/>
                    </a:solidFill>
                  </a:endParaRPr>
                </a:p>
              </p:txBody>
            </p:sp>
          </mc:Choice>
          <mc:Fallback xmlns="">
            <p:sp>
              <p:nvSpPr>
                <p:cNvPr id="23" name="文本框 22">
                  <a:extLst>
                    <a:ext uri="{FF2B5EF4-FFF2-40B4-BE49-F238E27FC236}">
                      <a16:creationId xmlns:a16="http://schemas.microsoft.com/office/drawing/2014/main" id="{ABC03EEA-26BD-4845-8ACC-3FB7B6DA9132}"/>
                    </a:ext>
                  </a:extLst>
                </p:cNvPr>
                <p:cNvSpPr txBox="1">
                  <a:spLocks noRot="1" noChangeAspect="1" noMove="1" noResize="1" noEditPoints="1" noAdjustHandles="1" noChangeArrowheads="1" noChangeShapeType="1" noTextEdit="1"/>
                </p:cNvSpPr>
                <p:nvPr/>
              </p:nvSpPr>
              <p:spPr>
                <a:xfrm>
                  <a:off x="3659320" y="5098286"/>
                  <a:ext cx="1067217" cy="369332"/>
                </a:xfrm>
                <a:prstGeom prst="rect">
                  <a:avLst/>
                </a:prstGeom>
                <a:blipFill>
                  <a:blip r:embed="rId4"/>
                  <a:stretch>
                    <a:fillRect b="-3279"/>
                  </a:stretch>
                </a:blipFill>
              </p:spPr>
              <p:txBody>
                <a:bodyPr/>
                <a:lstStyle/>
                <a:p>
                  <a:r>
                    <a:rPr lang="zh-CN" altLang="en-US">
                      <a:noFill/>
                    </a:rPr>
                    <a:t> </a:t>
                  </a:r>
                </a:p>
              </p:txBody>
            </p:sp>
          </mc:Fallback>
        </mc:AlternateContent>
      </p:grpSp>
      <p:grpSp>
        <p:nvGrpSpPr>
          <p:cNvPr id="31" name="组合 30">
            <a:extLst>
              <a:ext uri="{FF2B5EF4-FFF2-40B4-BE49-F238E27FC236}">
                <a16:creationId xmlns:a16="http://schemas.microsoft.com/office/drawing/2014/main" id="{F8FB8773-3132-44C5-BA37-545BA916FC7F}"/>
              </a:ext>
            </a:extLst>
          </p:cNvPr>
          <p:cNvGrpSpPr/>
          <p:nvPr/>
        </p:nvGrpSpPr>
        <p:grpSpPr>
          <a:xfrm>
            <a:off x="3659320" y="1363110"/>
            <a:ext cx="1067217" cy="917885"/>
            <a:chOff x="2146413" y="1363110"/>
            <a:chExt cx="1067217" cy="917885"/>
          </a:xfrm>
        </p:grpSpPr>
        <p:sp>
          <p:nvSpPr>
            <p:cNvPr id="32" name="矩形 31">
              <a:extLst>
                <a:ext uri="{FF2B5EF4-FFF2-40B4-BE49-F238E27FC236}">
                  <a16:creationId xmlns:a16="http://schemas.microsoft.com/office/drawing/2014/main" id="{D4210CF8-E394-4326-9E53-07BBCF692252}"/>
                </a:ext>
              </a:extLst>
            </p:cNvPr>
            <p:cNvSpPr/>
            <p:nvPr/>
          </p:nvSpPr>
          <p:spPr>
            <a:xfrm>
              <a:off x="2300222" y="1739531"/>
              <a:ext cx="759600" cy="541464"/>
            </a:xfrm>
            <a:prstGeom prst="rect">
              <a:avLst/>
            </a:prstGeom>
            <a:solidFill>
              <a:schemeClr val="accent4"/>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mc:AlternateContent xmlns:mc="http://schemas.openxmlformats.org/markup-compatibility/2006" xmlns:a14="http://schemas.microsoft.com/office/drawing/2010/main">
          <mc:Choice Requires="a14">
            <p:sp>
              <p:nvSpPr>
                <p:cNvPr id="33" name="文本框 32">
                  <a:extLst>
                    <a:ext uri="{FF2B5EF4-FFF2-40B4-BE49-F238E27FC236}">
                      <a16:creationId xmlns:a16="http://schemas.microsoft.com/office/drawing/2014/main" id="{B18AE0E4-0AF2-4267-8E26-A1FBCFC82FCA}"/>
                    </a:ext>
                  </a:extLst>
                </p:cNvPr>
                <p:cNvSpPr txBox="1"/>
                <p:nvPr/>
              </p:nvSpPr>
              <p:spPr>
                <a:xfrm>
                  <a:off x="2146413" y="1363110"/>
                  <a:ext cx="1067217" cy="369332"/>
                </a:xfrm>
                <a:prstGeom prst="rect">
                  <a:avLst/>
                </a:prstGeom>
                <a:noFill/>
              </p:spPr>
              <p:txBody>
                <a:bodyPr wrap="square">
                  <a:spAutoFit/>
                </a:bodyPr>
                <a:lstStyle/>
                <a:p>
                  <a:pPr/>
                  <a14:m>
                    <m:oMathPara xmlns:m="http://schemas.openxmlformats.org/officeDocument/2006/math">
                      <m:oMathParaPr>
                        <m:jc m:val="centerGroup"/>
                      </m:oMathParaPr>
                      <m:oMath xmlns:m="http://schemas.openxmlformats.org/officeDocument/2006/math">
                        <m:sSub>
                          <m:sSubPr>
                            <m:ctrlPr>
                              <a:rPr lang="en-US" altLang="zh-CN" b="1" i="1" smtClean="0">
                                <a:solidFill>
                                  <a:schemeClr val="accent4"/>
                                </a:solidFill>
                                <a:latin typeface="Cambria Math" panose="02040503050406030204" pitchFamily="18" charset="0"/>
                              </a:rPr>
                            </m:ctrlPr>
                          </m:sSubPr>
                          <m:e>
                            <m:r>
                              <a:rPr lang="en-US" altLang="zh-CN" b="1" i="1" smtClean="0">
                                <a:solidFill>
                                  <a:schemeClr val="accent4"/>
                                </a:solidFill>
                                <a:latin typeface="Cambria Math" panose="02040503050406030204" pitchFamily="18" charset="0"/>
                              </a:rPr>
                              <m:t>𝑾</m:t>
                            </m:r>
                          </m:e>
                          <m:sub>
                            <m:r>
                              <a:rPr lang="en-US" altLang="zh-CN" b="1" i="1" smtClean="0">
                                <a:solidFill>
                                  <a:schemeClr val="accent4"/>
                                </a:solidFill>
                                <a:latin typeface="Cambria Math" panose="02040503050406030204" pitchFamily="18" charset="0"/>
                              </a:rPr>
                              <m:t>𝑹</m:t>
                            </m:r>
                          </m:sub>
                        </m:sSub>
                        <m:r>
                          <a:rPr lang="en-US" altLang="zh-CN" b="1" i="1" smtClean="0">
                            <a:solidFill>
                              <a:schemeClr val="accent4"/>
                            </a:solidFill>
                            <a:latin typeface="Cambria Math" panose="02040503050406030204" pitchFamily="18" charset="0"/>
                          </a:rPr>
                          <m:t>=</m:t>
                        </m:r>
                        <m:r>
                          <a:rPr lang="en-US" altLang="zh-CN" b="1" i="1" smtClean="0">
                            <a:solidFill>
                              <a:schemeClr val="accent4"/>
                            </a:solidFill>
                            <a:latin typeface="Cambria Math" panose="02040503050406030204" pitchFamily="18" charset="0"/>
                          </a:rPr>
                          <m:t>𝟏</m:t>
                        </m:r>
                      </m:oMath>
                    </m:oMathPara>
                  </a14:m>
                  <a:endParaRPr lang="zh-CN" altLang="en-US" dirty="0">
                    <a:solidFill>
                      <a:schemeClr val="accent3"/>
                    </a:solidFill>
                  </a:endParaRPr>
                </a:p>
              </p:txBody>
            </p:sp>
          </mc:Choice>
          <mc:Fallback xmlns="">
            <p:sp>
              <p:nvSpPr>
                <p:cNvPr id="35" name="文本框 34">
                  <a:extLst>
                    <a:ext uri="{FF2B5EF4-FFF2-40B4-BE49-F238E27FC236}">
                      <a16:creationId xmlns:a16="http://schemas.microsoft.com/office/drawing/2014/main" id="{EE98B7EB-F32B-4A4F-9072-DF021D7DCAD9}"/>
                    </a:ext>
                  </a:extLst>
                </p:cNvPr>
                <p:cNvSpPr txBox="1">
                  <a:spLocks noRot="1" noChangeAspect="1" noMove="1" noResize="1" noEditPoints="1" noAdjustHandles="1" noChangeArrowheads="1" noChangeShapeType="1" noTextEdit="1"/>
                </p:cNvSpPr>
                <p:nvPr/>
              </p:nvSpPr>
              <p:spPr>
                <a:xfrm>
                  <a:off x="2146413" y="1363110"/>
                  <a:ext cx="1067217" cy="369332"/>
                </a:xfrm>
                <a:prstGeom prst="rect">
                  <a:avLst/>
                </a:prstGeom>
                <a:blipFill>
                  <a:blip r:embed="rId3"/>
                  <a:stretch>
                    <a:fillRect b="-3333"/>
                  </a:stretch>
                </a:blipFill>
              </p:spPr>
              <p:txBody>
                <a:bodyPr/>
                <a:lstStyle/>
                <a:p>
                  <a:r>
                    <a:rPr lang="zh-CN" altLang="en-US">
                      <a:noFill/>
                    </a:rPr>
                    <a:t> </a:t>
                  </a:r>
                </a:p>
              </p:txBody>
            </p:sp>
          </mc:Fallback>
        </mc:AlternateContent>
      </p:grpSp>
      <p:grpSp>
        <p:nvGrpSpPr>
          <p:cNvPr id="4" name="组合 3">
            <a:extLst>
              <a:ext uri="{FF2B5EF4-FFF2-40B4-BE49-F238E27FC236}">
                <a16:creationId xmlns:a16="http://schemas.microsoft.com/office/drawing/2014/main" id="{9A1EA9F2-FCB6-48C3-935F-7AE7E3AD14AC}"/>
              </a:ext>
            </a:extLst>
          </p:cNvPr>
          <p:cNvGrpSpPr/>
          <p:nvPr/>
        </p:nvGrpSpPr>
        <p:grpSpPr>
          <a:xfrm>
            <a:off x="304800" y="749300"/>
            <a:ext cx="6192344" cy="400110"/>
            <a:chOff x="424117" y="898245"/>
            <a:chExt cx="6192344" cy="400110"/>
          </a:xfrm>
        </p:grpSpPr>
        <p:sp>
          <p:nvSpPr>
            <p:cNvPr id="2" name="平行四边形 1">
              <a:extLst>
                <a:ext uri="{FF2B5EF4-FFF2-40B4-BE49-F238E27FC236}">
                  <a16:creationId xmlns:a16="http://schemas.microsoft.com/office/drawing/2014/main" id="{1F5BAA3F-9845-4F89-A2DD-8222D3E4EDAC}"/>
                </a:ext>
              </a:extLst>
            </p:cNvPr>
            <p:cNvSpPr/>
            <p:nvPr/>
          </p:nvSpPr>
          <p:spPr>
            <a:xfrm>
              <a:off x="424117" y="898245"/>
              <a:ext cx="628306" cy="387090"/>
            </a:xfrm>
            <a:prstGeom prst="parallelogram">
              <a:avLst/>
            </a:prstGeom>
            <a:solidFill>
              <a:schemeClr val="accent3">
                <a:lumMod val="75000"/>
              </a:schemeClr>
            </a:solidFill>
            <a:ln>
              <a:solidFill>
                <a:schemeClr val="accent3">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CN" sz="2200" dirty="0">
                  <a:latin typeface="Impact" panose="020B0806030902050204" pitchFamily="34" charset="0"/>
                </a:rPr>
                <a:t>01</a:t>
              </a:r>
              <a:endParaRPr lang="zh-CN" altLang="en-US" sz="2200" dirty="0">
                <a:latin typeface="Impact" panose="020B0806030902050204" pitchFamily="34" charset="0"/>
              </a:endParaRPr>
            </a:p>
          </p:txBody>
        </p:sp>
        <p:sp>
          <p:nvSpPr>
            <p:cNvPr id="3" name="文本框 2">
              <a:extLst>
                <a:ext uri="{FF2B5EF4-FFF2-40B4-BE49-F238E27FC236}">
                  <a16:creationId xmlns:a16="http://schemas.microsoft.com/office/drawing/2014/main" id="{4D6BD736-A4D3-4F26-AFED-36E11F50F70B}"/>
                </a:ext>
              </a:extLst>
            </p:cNvPr>
            <p:cNvSpPr txBox="1"/>
            <p:nvPr/>
          </p:nvSpPr>
          <p:spPr>
            <a:xfrm>
              <a:off x="1052423" y="898245"/>
              <a:ext cx="5564038" cy="400110"/>
            </a:xfrm>
            <a:prstGeom prst="rect">
              <a:avLst/>
            </a:prstGeom>
            <a:noFill/>
          </p:spPr>
          <p:txBody>
            <a:bodyPr wrap="square" rtlCol="0">
              <a:spAutoFit/>
            </a:bodyPr>
            <a:lstStyle/>
            <a:p>
              <a:r>
                <a:rPr lang="zh-CN" altLang="en-US" sz="2000" b="1" dirty="0"/>
                <a:t>回退</a:t>
              </a:r>
              <a:r>
                <a:rPr lang="en-US" altLang="zh-CN" sz="2000" b="1" dirty="0"/>
                <a:t>N</a:t>
              </a:r>
              <a:r>
                <a:rPr lang="zh-CN" altLang="en-US" sz="2000" b="1" dirty="0"/>
                <a:t>帧协议</a:t>
              </a:r>
            </a:p>
          </p:txBody>
        </p:sp>
      </p:grpSp>
      <p:grpSp>
        <p:nvGrpSpPr>
          <p:cNvPr id="20" name="组合 19">
            <a:extLst>
              <a:ext uri="{FF2B5EF4-FFF2-40B4-BE49-F238E27FC236}">
                <a16:creationId xmlns:a16="http://schemas.microsoft.com/office/drawing/2014/main" id="{87756F0E-46C2-4571-B23D-C8472E9FD1FB}"/>
              </a:ext>
            </a:extLst>
          </p:cNvPr>
          <p:cNvGrpSpPr/>
          <p:nvPr/>
        </p:nvGrpSpPr>
        <p:grpSpPr>
          <a:xfrm>
            <a:off x="475097" y="1263518"/>
            <a:ext cx="1355161" cy="5114896"/>
            <a:chOff x="475097" y="1263518"/>
            <a:chExt cx="1355161" cy="5114896"/>
          </a:xfrm>
        </p:grpSpPr>
        <p:cxnSp>
          <p:nvCxnSpPr>
            <p:cNvPr id="17" name="直接连接符 16">
              <a:extLst>
                <a:ext uri="{FF2B5EF4-FFF2-40B4-BE49-F238E27FC236}">
                  <a16:creationId xmlns:a16="http://schemas.microsoft.com/office/drawing/2014/main" id="{5A41A17A-7B81-47D8-BDBB-76B8F1AA71D6}"/>
                </a:ext>
              </a:extLst>
            </p:cNvPr>
            <p:cNvCxnSpPr>
              <a:cxnSpLocks/>
            </p:cNvCxnSpPr>
            <p:nvPr/>
          </p:nvCxnSpPr>
          <p:spPr>
            <a:xfrm flipV="1">
              <a:off x="1208367" y="2012996"/>
              <a:ext cx="0" cy="3813858"/>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nvGrpSpPr>
            <p:cNvPr id="9" name="组合 8">
              <a:extLst>
                <a:ext uri="{FF2B5EF4-FFF2-40B4-BE49-F238E27FC236}">
                  <a16:creationId xmlns:a16="http://schemas.microsoft.com/office/drawing/2014/main" id="{A2B5FA1F-35FA-42E7-8D74-E7431B6AAA3C}"/>
                </a:ext>
              </a:extLst>
            </p:cNvPr>
            <p:cNvGrpSpPr/>
            <p:nvPr/>
          </p:nvGrpSpPr>
          <p:grpSpPr>
            <a:xfrm>
              <a:off x="700096" y="5368000"/>
              <a:ext cx="905164" cy="1010414"/>
              <a:chOff x="700096" y="5368000"/>
              <a:chExt cx="905164" cy="1010414"/>
            </a:xfrm>
          </p:grpSpPr>
          <p:pic>
            <p:nvPicPr>
              <p:cNvPr id="214" name="图形 213">
                <a:extLst>
                  <a:ext uri="{FF2B5EF4-FFF2-40B4-BE49-F238E27FC236}">
                    <a16:creationId xmlns:a16="http://schemas.microsoft.com/office/drawing/2014/main" id="{D949CB40-4FF6-4E8C-991B-66D24C6ADF05}"/>
                  </a:ext>
                </a:extLst>
              </p:cNvPr>
              <p:cNvPicPr>
                <a:picLocks noChangeAspect="1"/>
              </p:cNvPicPr>
              <p:nvPr/>
            </p:nvPicPr>
            <p:blipFill>
              <a:blip r:embed="rId5">
                <a:extLst>
                  <a:ext uri="{28A0092B-C50C-407E-A947-70E740481C1C}">
                    <a14:useLocalDpi xmlns:a14="http://schemas.microsoft.com/office/drawing/2010/main" val="0"/>
                  </a:ext>
                  <a:ext uri="{96DAC541-7B7A-43D3-8B79-37D633B846F1}">
                    <asvg:svgBlip xmlns:asvg="http://schemas.microsoft.com/office/drawing/2016/SVG/main" r:embed="rId6"/>
                  </a:ext>
                </a:extLst>
              </a:blip>
              <a:stretch>
                <a:fillRect/>
              </a:stretch>
            </p:blipFill>
            <p:spPr>
              <a:xfrm>
                <a:off x="821271" y="5368000"/>
                <a:ext cx="662814" cy="641082"/>
              </a:xfrm>
              <a:prstGeom prst="rect">
                <a:avLst/>
              </a:prstGeom>
            </p:spPr>
          </p:pic>
          <p:sp>
            <p:nvSpPr>
              <p:cNvPr id="218" name="文本框 217">
                <a:extLst>
                  <a:ext uri="{FF2B5EF4-FFF2-40B4-BE49-F238E27FC236}">
                    <a16:creationId xmlns:a16="http://schemas.microsoft.com/office/drawing/2014/main" id="{584D12FE-712D-432B-A48B-3084189F6B6C}"/>
                  </a:ext>
                </a:extLst>
              </p:cNvPr>
              <p:cNvSpPr txBox="1"/>
              <p:nvPr/>
            </p:nvSpPr>
            <p:spPr>
              <a:xfrm>
                <a:off x="700096" y="6009082"/>
                <a:ext cx="905164" cy="369332"/>
              </a:xfrm>
              <a:prstGeom prst="rect">
                <a:avLst/>
              </a:prstGeom>
              <a:noFill/>
            </p:spPr>
            <p:txBody>
              <a:bodyPr wrap="square" rtlCol="0">
                <a:spAutoFit/>
              </a:bodyPr>
              <a:lstStyle/>
              <a:p>
                <a:r>
                  <a:rPr lang="zh-CN" altLang="en-US" b="1" dirty="0">
                    <a:latin typeface="+mn-ea"/>
                  </a:rPr>
                  <a:t>发送方</a:t>
                </a:r>
              </a:p>
            </p:txBody>
          </p:sp>
        </p:grpSp>
        <p:grpSp>
          <p:nvGrpSpPr>
            <p:cNvPr id="8" name="组合 7">
              <a:extLst>
                <a:ext uri="{FF2B5EF4-FFF2-40B4-BE49-F238E27FC236}">
                  <a16:creationId xmlns:a16="http://schemas.microsoft.com/office/drawing/2014/main" id="{0ACAF080-95D4-4F76-A817-06EA84E449C9}"/>
                </a:ext>
              </a:extLst>
            </p:cNvPr>
            <p:cNvGrpSpPr/>
            <p:nvPr/>
          </p:nvGrpSpPr>
          <p:grpSpPr>
            <a:xfrm>
              <a:off x="878301" y="1263518"/>
              <a:ext cx="905164" cy="1027908"/>
              <a:chOff x="878301" y="1390382"/>
              <a:chExt cx="905164" cy="1027908"/>
            </a:xfrm>
          </p:grpSpPr>
          <p:pic>
            <p:nvPicPr>
              <p:cNvPr id="210" name="图形 209">
                <a:extLst>
                  <a:ext uri="{FF2B5EF4-FFF2-40B4-BE49-F238E27FC236}">
                    <a16:creationId xmlns:a16="http://schemas.microsoft.com/office/drawing/2014/main" id="{61E01467-74F7-469C-BAD5-DFFB1234E440}"/>
                  </a:ext>
                </a:extLst>
              </p:cNvPr>
              <p:cNvPicPr>
                <a:picLocks noChangeAspect="1"/>
              </p:cNvPicPr>
              <p:nvPr/>
            </p:nvPicPr>
            <p:blipFill>
              <a:blip r:embed="rId7">
                <a:extLst>
                  <a:ext uri="{28A0092B-C50C-407E-A947-70E740481C1C}">
                    <a14:useLocalDpi xmlns:a14="http://schemas.microsoft.com/office/drawing/2010/main" val="0"/>
                  </a:ext>
                  <a:ext uri="{96DAC541-7B7A-43D3-8B79-37D633B846F1}">
                    <asvg:svgBlip xmlns:asvg="http://schemas.microsoft.com/office/drawing/2016/SVG/main" r:embed="rId8"/>
                  </a:ext>
                </a:extLst>
              </a:blip>
              <a:stretch>
                <a:fillRect/>
              </a:stretch>
            </p:blipFill>
            <p:spPr>
              <a:xfrm>
                <a:off x="984826" y="1759714"/>
                <a:ext cx="501772" cy="658576"/>
              </a:xfrm>
              <a:prstGeom prst="rect">
                <a:avLst/>
              </a:prstGeom>
            </p:spPr>
          </p:pic>
          <p:sp>
            <p:nvSpPr>
              <p:cNvPr id="219" name="文本框 218">
                <a:extLst>
                  <a:ext uri="{FF2B5EF4-FFF2-40B4-BE49-F238E27FC236}">
                    <a16:creationId xmlns:a16="http://schemas.microsoft.com/office/drawing/2014/main" id="{B105E330-42F6-4FA8-914C-123FFA0756D5}"/>
                  </a:ext>
                </a:extLst>
              </p:cNvPr>
              <p:cNvSpPr txBox="1"/>
              <p:nvPr/>
            </p:nvSpPr>
            <p:spPr>
              <a:xfrm>
                <a:off x="878301" y="1390382"/>
                <a:ext cx="905164" cy="369332"/>
              </a:xfrm>
              <a:prstGeom prst="rect">
                <a:avLst/>
              </a:prstGeom>
              <a:noFill/>
            </p:spPr>
            <p:txBody>
              <a:bodyPr wrap="square" rtlCol="0">
                <a:spAutoFit/>
              </a:bodyPr>
              <a:lstStyle/>
              <a:p>
                <a:r>
                  <a:rPr lang="zh-CN" altLang="en-US" b="1" dirty="0">
                    <a:latin typeface="+mn-ea"/>
                  </a:rPr>
                  <a:t>接收方</a:t>
                </a:r>
              </a:p>
            </p:txBody>
          </p:sp>
        </p:grpSp>
        <p:sp>
          <p:nvSpPr>
            <p:cNvPr id="57" name="云形 56">
              <a:extLst>
                <a:ext uri="{FF2B5EF4-FFF2-40B4-BE49-F238E27FC236}">
                  <a16:creationId xmlns:a16="http://schemas.microsoft.com/office/drawing/2014/main" id="{8D58A5DA-48AF-4D62-A0E1-92B6F8CBE1F4}"/>
                </a:ext>
              </a:extLst>
            </p:cNvPr>
            <p:cNvSpPr/>
            <p:nvPr/>
          </p:nvSpPr>
          <p:spPr>
            <a:xfrm>
              <a:off x="475097" y="3429014"/>
              <a:ext cx="1355161" cy="801398"/>
            </a:xfrm>
            <a:prstGeom prst="cloud">
              <a:avLst/>
            </a:prstGeom>
            <a:solidFill>
              <a:schemeClr val="bg1">
                <a:lumMod val="85000"/>
              </a:schemeClr>
            </a:solidFill>
            <a:ln>
              <a:solidFill>
                <a:schemeClr val="bg1">
                  <a:lumMod val="85000"/>
                </a:schemeClr>
              </a:solidFill>
            </a:ln>
          </p:spPr>
          <p:style>
            <a:lnRef idx="2">
              <a:schemeClr val="accent3">
                <a:shade val="50000"/>
              </a:schemeClr>
            </a:lnRef>
            <a:fillRef idx="1">
              <a:schemeClr val="accent3"/>
            </a:fillRef>
            <a:effectRef idx="0">
              <a:schemeClr val="accent3"/>
            </a:effectRef>
            <a:fontRef idx="minor">
              <a:schemeClr val="lt1"/>
            </a:fontRef>
          </p:style>
          <p:txBody>
            <a:bodyPr rtlCol="0" anchor="ctr"/>
            <a:lstStyle/>
            <a:p>
              <a:pPr algn="ctr"/>
              <a:r>
                <a:rPr lang="zh-CN" altLang="en-US" b="1" dirty="0">
                  <a:solidFill>
                    <a:schemeClr val="tx1"/>
                  </a:solidFill>
                  <a:latin typeface="+mn-ea"/>
                </a:rPr>
                <a:t>因特网</a:t>
              </a:r>
            </a:p>
          </p:txBody>
        </p:sp>
      </p:grpSp>
      <p:graphicFrame>
        <p:nvGraphicFramePr>
          <p:cNvPr id="21" name="表格 21">
            <a:extLst>
              <a:ext uri="{FF2B5EF4-FFF2-40B4-BE49-F238E27FC236}">
                <a16:creationId xmlns:a16="http://schemas.microsoft.com/office/drawing/2014/main" id="{CE497585-4F97-4F44-9ABE-D7BBA16B40E0}"/>
              </a:ext>
            </a:extLst>
          </p:cNvPr>
          <p:cNvGraphicFramePr>
            <a:graphicFrameLocks noGrp="1"/>
          </p:cNvGraphicFramePr>
          <p:nvPr/>
        </p:nvGraphicFramePr>
        <p:xfrm>
          <a:off x="2302929" y="5557308"/>
          <a:ext cx="9067800" cy="370840"/>
        </p:xfrm>
        <a:graphic>
          <a:graphicData uri="http://schemas.openxmlformats.org/drawingml/2006/table">
            <a:tbl>
              <a:tblPr firstRow="1" bandRow="1">
                <a:tableStyleId>{5C22544A-7EE6-4342-B048-85BDC9FD1C3A}</a:tableStyleId>
              </a:tblPr>
              <a:tblGrid>
                <a:gridCol w="755650">
                  <a:extLst>
                    <a:ext uri="{9D8B030D-6E8A-4147-A177-3AD203B41FA5}">
                      <a16:colId xmlns:a16="http://schemas.microsoft.com/office/drawing/2014/main" val="877486509"/>
                    </a:ext>
                  </a:extLst>
                </a:gridCol>
                <a:gridCol w="755650">
                  <a:extLst>
                    <a:ext uri="{9D8B030D-6E8A-4147-A177-3AD203B41FA5}">
                      <a16:colId xmlns:a16="http://schemas.microsoft.com/office/drawing/2014/main" val="3548605817"/>
                    </a:ext>
                  </a:extLst>
                </a:gridCol>
                <a:gridCol w="755650">
                  <a:extLst>
                    <a:ext uri="{9D8B030D-6E8A-4147-A177-3AD203B41FA5}">
                      <a16:colId xmlns:a16="http://schemas.microsoft.com/office/drawing/2014/main" val="2881812895"/>
                    </a:ext>
                  </a:extLst>
                </a:gridCol>
                <a:gridCol w="755650">
                  <a:extLst>
                    <a:ext uri="{9D8B030D-6E8A-4147-A177-3AD203B41FA5}">
                      <a16:colId xmlns:a16="http://schemas.microsoft.com/office/drawing/2014/main" val="3682284582"/>
                    </a:ext>
                  </a:extLst>
                </a:gridCol>
                <a:gridCol w="755650">
                  <a:extLst>
                    <a:ext uri="{9D8B030D-6E8A-4147-A177-3AD203B41FA5}">
                      <a16:colId xmlns:a16="http://schemas.microsoft.com/office/drawing/2014/main" val="500127722"/>
                    </a:ext>
                  </a:extLst>
                </a:gridCol>
                <a:gridCol w="755650">
                  <a:extLst>
                    <a:ext uri="{9D8B030D-6E8A-4147-A177-3AD203B41FA5}">
                      <a16:colId xmlns:a16="http://schemas.microsoft.com/office/drawing/2014/main" val="2946259618"/>
                    </a:ext>
                  </a:extLst>
                </a:gridCol>
                <a:gridCol w="755650">
                  <a:extLst>
                    <a:ext uri="{9D8B030D-6E8A-4147-A177-3AD203B41FA5}">
                      <a16:colId xmlns:a16="http://schemas.microsoft.com/office/drawing/2014/main" val="171501986"/>
                    </a:ext>
                  </a:extLst>
                </a:gridCol>
                <a:gridCol w="755650">
                  <a:extLst>
                    <a:ext uri="{9D8B030D-6E8A-4147-A177-3AD203B41FA5}">
                      <a16:colId xmlns:a16="http://schemas.microsoft.com/office/drawing/2014/main" val="1667185265"/>
                    </a:ext>
                  </a:extLst>
                </a:gridCol>
                <a:gridCol w="755650">
                  <a:extLst>
                    <a:ext uri="{9D8B030D-6E8A-4147-A177-3AD203B41FA5}">
                      <a16:colId xmlns:a16="http://schemas.microsoft.com/office/drawing/2014/main" val="4258211808"/>
                    </a:ext>
                  </a:extLst>
                </a:gridCol>
                <a:gridCol w="755650">
                  <a:extLst>
                    <a:ext uri="{9D8B030D-6E8A-4147-A177-3AD203B41FA5}">
                      <a16:colId xmlns:a16="http://schemas.microsoft.com/office/drawing/2014/main" val="1794200575"/>
                    </a:ext>
                  </a:extLst>
                </a:gridCol>
                <a:gridCol w="755650">
                  <a:extLst>
                    <a:ext uri="{9D8B030D-6E8A-4147-A177-3AD203B41FA5}">
                      <a16:colId xmlns:a16="http://schemas.microsoft.com/office/drawing/2014/main" val="4230716487"/>
                    </a:ext>
                  </a:extLst>
                </a:gridCol>
                <a:gridCol w="755650">
                  <a:extLst>
                    <a:ext uri="{9D8B030D-6E8A-4147-A177-3AD203B41FA5}">
                      <a16:colId xmlns:a16="http://schemas.microsoft.com/office/drawing/2014/main" val="56153739"/>
                    </a:ext>
                  </a:extLst>
                </a:gridCol>
              </a:tblGrid>
              <a:tr h="370840">
                <a:tc>
                  <a:txBody>
                    <a:bodyPr/>
                    <a:lstStyle/>
                    <a:p>
                      <a:pPr algn="ctr"/>
                      <a:r>
                        <a:rPr lang="en-US" altLang="zh-CN" dirty="0">
                          <a:solidFill>
                            <a:schemeClr val="tx1"/>
                          </a:solidFill>
                          <a:latin typeface="Arial Black" panose="020B0A04020102020204" pitchFamily="34" charset="0"/>
                        </a:rPr>
                        <a:t>0</a:t>
                      </a:r>
                      <a:endParaRPr lang="zh-CN" altLang="en-US" dirty="0">
                        <a:solidFill>
                          <a:schemeClr val="tx1"/>
                        </a:solidFill>
                        <a:latin typeface="Arial Black" panose="020B0A04020102020204" pitchFamily="34" charset="0"/>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ctr"/>
                      <a:r>
                        <a:rPr lang="en-US" altLang="zh-CN" dirty="0">
                          <a:solidFill>
                            <a:schemeClr val="tx1"/>
                          </a:solidFill>
                          <a:latin typeface="Arial Black" panose="020B0A04020102020204" pitchFamily="34" charset="0"/>
                        </a:rPr>
                        <a:t>1</a:t>
                      </a:r>
                      <a:endParaRPr lang="zh-CN" altLang="en-US" dirty="0">
                        <a:solidFill>
                          <a:schemeClr val="tx1"/>
                        </a:solidFill>
                        <a:latin typeface="Arial Black" panose="020B0A04020102020204" pitchFamily="34" charset="0"/>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ctr"/>
                      <a:r>
                        <a:rPr lang="en-US" altLang="zh-CN" dirty="0">
                          <a:solidFill>
                            <a:schemeClr val="tx1"/>
                          </a:solidFill>
                          <a:latin typeface="Arial Black" panose="020B0A04020102020204" pitchFamily="34" charset="0"/>
                        </a:rPr>
                        <a:t>2</a:t>
                      </a:r>
                      <a:endParaRPr lang="zh-CN" altLang="en-US" dirty="0">
                        <a:solidFill>
                          <a:schemeClr val="tx1"/>
                        </a:solidFill>
                        <a:latin typeface="Arial Black" panose="020B0A04020102020204" pitchFamily="34" charset="0"/>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ctr"/>
                      <a:r>
                        <a:rPr lang="en-US" altLang="zh-CN" dirty="0">
                          <a:solidFill>
                            <a:schemeClr val="tx1"/>
                          </a:solidFill>
                          <a:latin typeface="Arial Black" panose="020B0A04020102020204" pitchFamily="34" charset="0"/>
                        </a:rPr>
                        <a:t>3</a:t>
                      </a:r>
                      <a:endParaRPr lang="zh-CN" altLang="en-US" dirty="0">
                        <a:solidFill>
                          <a:schemeClr val="tx1"/>
                        </a:solidFill>
                        <a:latin typeface="Arial Black" panose="020B0A04020102020204" pitchFamily="34" charset="0"/>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ctr"/>
                      <a:r>
                        <a:rPr lang="en-US" altLang="zh-CN" dirty="0">
                          <a:solidFill>
                            <a:schemeClr val="tx1"/>
                          </a:solidFill>
                          <a:latin typeface="Arial Black" panose="020B0A04020102020204" pitchFamily="34" charset="0"/>
                        </a:rPr>
                        <a:t>4</a:t>
                      </a:r>
                      <a:endParaRPr lang="zh-CN" altLang="en-US" dirty="0">
                        <a:solidFill>
                          <a:schemeClr val="tx1"/>
                        </a:solidFill>
                        <a:latin typeface="Arial Black" panose="020B0A04020102020204" pitchFamily="34" charset="0"/>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ctr"/>
                      <a:r>
                        <a:rPr lang="en-US" altLang="zh-CN" dirty="0">
                          <a:solidFill>
                            <a:schemeClr val="tx1"/>
                          </a:solidFill>
                          <a:latin typeface="Arial Black" panose="020B0A04020102020204" pitchFamily="34" charset="0"/>
                        </a:rPr>
                        <a:t>5</a:t>
                      </a:r>
                      <a:endParaRPr lang="zh-CN" altLang="en-US" dirty="0">
                        <a:solidFill>
                          <a:schemeClr val="tx1"/>
                        </a:solidFill>
                        <a:latin typeface="Arial Black" panose="020B0A04020102020204" pitchFamily="34" charset="0"/>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ctr"/>
                      <a:r>
                        <a:rPr lang="en-US" altLang="zh-CN" dirty="0">
                          <a:solidFill>
                            <a:schemeClr val="tx1"/>
                          </a:solidFill>
                          <a:latin typeface="Arial Black" panose="020B0A04020102020204" pitchFamily="34" charset="0"/>
                        </a:rPr>
                        <a:t>6</a:t>
                      </a:r>
                      <a:endParaRPr lang="zh-CN" altLang="en-US" dirty="0">
                        <a:solidFill>
                          <a:schemeClr val="tx1"/>
                        </a:solidFill>
                        <a:latin typeface="Arial Black" panose="020B0A04020102020204" pitchFamily="34" charset="0"/>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ctr"/>
                      <a:r>
                        <a:rPr lang="en-US" altLang="zh-CN" dirty="0">
                          <a:solidFill>
                            <a:schemeClr val="tx1"/>
                          </a:solidFill>
                          <a:latin typeface="Arial Black" panose="020B0A04020102020204" pitchFamily="34" charset="0"/>
                        </a:rPr>
                        <a:t>7</a:t>
                      </a:r>
                      <a:endParaRPr lang="zh-CN" altLang="en-US" dirty="0">
                        <a:solidFill>
                          <a:schemeClr val="tx1"/>
                        </a:solidFill>
                        <a:latin typeface="Arial Black" panose="020B0A04020102020204" pitchFamily="34" charset="0"/>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ctr"/>
                      <a:r>
                        <a:rPr lang="en-US" altLang="zh-CN" dirty="0">
                          <a:solidFill>
                            <a:schemeClr val="tx1"/>
                          </a:solidFill>
                          <a:latin typeface="Arial Black" panose="020B0A04020102020204" pitchFamily="34" charset="0"/>
                        </a:rPr>
                        <a:t>0</a:t>
                      </a:r>
                      <a:endParaRPr lang="zh-CN" altLang="en-US" dirty="0">
                        <a:solidFill>
                          <a:schemeClr val="tx1"/>
                        </a:solidFill>
                        <a:latin typeface="Arial Black" panose="020B0A04020102020204" pitchFamily="34" charset="0"/>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ctr"/>
                      <a:r>
                        <a:rPr lang="en-US" altLang="zh-CN" dirty="0">
                          <a:solidFill>
                            <a:schemeClr val="tx1"/>
                          </a:solidFill>
                          <a:latin typeface="Arial Black" panose="020B0A04020102020204" pitchFamily="34" charset="0"/>
                        </a:rPr>
                        <a:t>1</a:t>
                      </a:r>
                      <a:endParaRPr lang="zh-CN" altLang="en-US" dirty="0">
                        <a:solidFill>
                          <a:schemeClr val="tx1"/>
                        </a:solidFill>
                        <a:latin typeface="Arial Black" panose="020B0A04020102020204" pitchFamily="34" charset="0"/>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ctr"/>
                      <a:r>
                        <a:rPr lang="en-US" altLang="zh-CN" dirty="0">
                          <a:solidFill>
                            <a:schemeClr val="tx1"/>
                          </a:solidFill>
                          <a:latin typeface="Arial Black" panose="020B0A04020102020204" pitchFamily="34" charset="0"/>
                        </a:rPr>
                        <a:t>2</a:t>
                      </a:r>
                      <a:endParaRPr lang="zh-CN" altLang="en-US" dirty="0">
                        <a:solidFill>
                          <a:schemeClr val="tx1"/>
                        </a:solidFill>
                        <a:latin typeface="Arial Black" panose="020B0A04020102020204" pitchFamily="34" charset="0"/>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ctr"/>
                      <a:r>
                        <a:rPr lang="en-US" altLang="zh-CN" dirty="0">
                          <a:solidFill>
                            <a:schemeClr val="tx1"/>
                          </a:solidFill>
                          <a:latin typeface="Arial Black" panose="020B0A04020102020204" pitchFamily="34" charset="0"/>
                        </a:rPr>
                        <a:t>…</a:t>
                      </a:r>
                      <a:endParaRPr lang="zh-CN" altLang="en-US" dirty="0">
                        <a:solidFill>
                          <a:schemeClr val="tx1"/>
                        </a:solidFill>
                        <a:latin typeface="Arial Black" panose="020B0A04020102020204" pitchFamily="34" charset="0"/>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extLst>
                  <a:ext uri="{0D108BD9-81ED-4DB2-BD59-A6C34878D82A}">
                    <a16:rowId xmlns:a16="http://schemas.microsoft.com/office/drawing/2014/main" val="316235763"/>
                  </a:ext>
                </a:extLst>
              </a:tr>
            </a:tbl>
          </a:graphicData>
        </a:graphic>
      </p:graphicFrame>
      <p:graphicFrame>
        <p:nvGraphicFramePr>
          <p:cNvPr id="68" name="表格 21">
            <a:extLst>
              <a:ext uri="{FF2B5EF4-FFF2-40B4-BE49-F238E27FC236}">
                <a16:creationId xmlns:a16="http://schemas.microsoft.com/office/drawing/2014/main" id="{D9B4273D-C94E-42E6-A39B-908C6FA1D8AF}"/>
              </a:ext>
            </a:extLst>
          </p:cNvPr>
          <p:cNvGraphicFramePr>
            <a:graphicFrameLocks noGrp="1"/>
          </p:cNvGraphicFramePr>
          <p:nvPr/>
        </p:nvGraphicFramePr>
        <p:xfrm>
          <a:off x="2302929" y="1827576"/>
          <a:ext cx="9067800" cy="370840"/>
        </p:xfrm>
        <a:graphic>
          <a:graphicData uri="http://schemas.openxmlformats.org/drawingml/2006/table">
            <a:tbl>
              <a:tblPr firstRow="1" bandRow="1">
                <a:tableStyleId>{5C22544A-7EE6-4342-B048-85BDC9FD1C3A}</a:tableStyleId>
              </a:tblPr>
              <a:tblGrid>
                <a:gridCol w="755650">
                  <a:extLst>
                    <a:ext uri="{9D8B030D-6E8A-4147-A177-3AD203B41FA5}">
                      <a16:colId xmlns:a16="http://schemas.microsoft.com/office/drawing/2014/main" val="877486509"/>
                    </a:ext>
                  </a:extLst>
                </a:gridCol>
                <a:gridCol w="755650">
                  <a:extLst>
                    <a:ext uri="{9D8B030D-6E8A-4147-A177-3AD203B41FA5}">
                      <a16:colId xmlns:a16="http://schemas.microsoft.com/office/drawing/2014/main" val="3548605817"/>
                    </a:ext>
                  </a:extLst>
                </a:gridCol>
                <a:gridCol w="755650">
                  <a:extLst>
                    <a:ext uri="{9D8B030D-6E8A-4147-A177-3AD203B41FA5}">
                      <a16:colId xmlns:a16="http://schemas.microsoft.com/office/drawing/2014/main" val="2881812895"/>
                    </a:ext>
                  </a:extLst>
                </a:gridCol>
                <a:gridCol w="755650">
                  <a:extLst>
                    <a:ext uri="{9D8B030D-6E8A-4147-A177-3AD203B41FA5}">
                      <a16:colId xmlns:a16="http://schemas.microsoft.com/office/drawing/2014/main" val="3682284582"/>
                    </a:ext>
                  </a:extLst>
                </a:gridCol>
                <a:gridCol w="755650">
                  <a:extLst>
                    <a:ext uri="{9D8B030D-6E8A-4147-A177-3AD203B41FA5}">
                      <a16:colId xmlns:a16="http://schemas.microsoft.com/office/drawing/2014/main" val="500127722"/>
                    </a:ext>
                  </a:extLst>
                </a:gridCol>
                <a:gridCol w="755650">
                  <a:extLst>
                    <a:ext uri="{9D8B030D-6E8A-4147-A177-3AD203B41FA5}">
                      <a16:colId xmlns:a16="http://schemas.microsoft.com/office/drawing/2014/main" val="2946259618"/>
                    </a:ext>
                  </a:extLst>
                </a:gridCol>
                <a:gridCol w="755650">
                  <a:extLst>
                    <a:ext uri="{9D8B030D-6E8A-4147-A177-3AD203B41FA5}">
                      <a16:colId xmlns:a16="http://schemas.microsoft.com/office/drawing/2014/main" val="171501986"/>
                    </a:ext>
                  </a:extLst>
                </a:gridCol>
                <a:gridCol w="755650">
                  <a:extLst>
                    <a:ext uri="{9D8B030D-6E8A-4147-A177-3AD203B41FA5}">
                      <a16:colId xmlns:a16="http://schemas.microsoft.com/office/drawing/2014/main" val="1667185265"/>
                    </a:ext>
                  </a:extLst>
                </a:gridCol>
                <a:gridCol w="755650">
                  <a:extLst>
                    <a:ext uri="{9D8B030D-6E8A-4147-A177-3AD203B41FA5}">
                      <a16:colId xmlns:a16="http://schemas.microsoft.com/office/drawing/2014/main" val="4258211808"/>
                    </a:ext>
                  </a:extLst>
                </a:gridCol>
                <a:gridCol w="755650">
                  <a:extLst>
                    <a:ext uri="{9D8B030D-6E8A-4147-A177-3AD203B41FA5}">
                      <a16:colId xmlns:a16="http://schemas.microsoft.com/office/drawing/2014/main" val="1794200575"/>
                    </a:ext>
                  </a:extLst>
                </a:gridCol>
                <a:gridCol w="755650">
                  <a:extLst>
                    <a:ext uri="{9D8B030D-6E8A-4147-A177-3AD203B41FA5}">
                      <a16:colId xmlns:a16="http://schemas.microsoft.com/office/drawing/2014/main" val="4230716487"/>
                    </a:ext>
                  </a:extLst>
                </a:gridCol>
                <a:gridCol w="755650">
                  <a:extLst>
                    <a:ext uri="{9D8B030D-6E8A-4147-A177-3AD203B41FA5}">
                      <a16:colId xmlns:a16="http://schemas.microsoft.com/office/drawing/2014/main" val="56153739"/>
                    </a:ext>
                  </a:extLst>
                </a:gridCol>
              </a:tblGrid>
              <a:tr h="370840">
                <a:tc>
                  <a:txBody>
                    <a:bodyPr/>
                    <a:lstStyle/>
                    <a:p>
                      <a:pPr algn="ctr"/>
                      <a:r>
                        <a:rPr lang="en-US" altLang="zh-CN" dirty="0">
                          <a:solidFill>
                            <a:schemeClr val="tx1"/>
                          </a:solidFill>
                          <a:latin typeface="Arial Black" panose="020B0A04020102020204" pitchFamily="34" charset="0"/>
                        </a:rPr>
                        <a:t>0</a:t>
                      </a:r>
                      <a:endParaRPr lang="zh-CN" altLang="en-US" dirty="0">
                        <a:solidFill>
                          <a:schemeClr val="tx1"/>
                        </a:solidFill>
                        <a:latin typeface="Arial Black" panose="020B0A04020102020204" pitchFamily="34" charset="0"/>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ctr"/>
                      <a:r>
                        <a:rPr lang="en-US" altLang="zh-CN" dirty="0">
                          <a:solidFill>
                            <a:schemeClr val="tx1"/>
                          </a:solidFill>
                          <a:latin typeface="Arial Black" panose="020B0A04020102020204" pitchFamily="34" charset="0"/>
                        </a:rPr>
                        <a:t>1</a:t>
                      </a:r>
                      <a:endParaRPr lang="zh-CN" altLang="en-US" dirty="0">
                        <a:solidFill>
                          <a:schemeClr val="tx1"/>
                        </a:solidFill>
                        <a:latin typeface="Arial Black" panose="020B0A04020102020204" pitchFamily="34" charset="0"/>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ctr"/>
                      <a:r>
                        <a:rPr lang="en-US" altLang="zh-CN" dirty="0">
                          <a:solidFill>
                            <a:schemeClr val="tx1"/>
                          </a:solidFill>
                          <a:latin typeface="Arial Black" panose="020B0A04020102020204" pitchFamily="34" charset="0"/>
                        </a:rPr>
                        <a:t>2</a:t>
                      </a:r>
                      <a:endParaRPr lang="zh-CN" altLang="en-US" dirty="0">
                        <a:solidFill>
                          <a:schemeClr val="tx1"/>
                        </a:solidFill>
                        <a:latin typeface="Arial Black" panose="020B0A04020102020204" pitchFamily="34" charset="0"/>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ctr"/>
                      <a:r>
                        <a:rPr lang="en-US" altLang="zh-CN" dirty="0">
                          <a:solidFill>
                            <a:schemeClr val="tx1"/>
                          </a:solidFill>
                          <a:latin typeface="Arial Black" panose="020B0A04020102020204" pitchFamily="34" charset="0"/>
                        </a:rPr>
                        <a:t>3</a:t>
                      </a:r>
                      <a:endParaRPr lang="zh-CN" altLang="en-US" dirty="0">
                        <a:solidFill>
                          <a:schemeClr val="tx1"/>
                        </a:solidFill>
                        <a:latin typeface="Arial Black" panose="020B0A04020102020204" pitchFamily="34" charset="0"/>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ctr"/>
                      <a:r>
                        <a:rPr lang="en-US" altLang="zh-CN" dirty="0">
                          <a:solidFill>
                            <a:schemeClr val="tx1"/>
                          </a:solidFill>
                          <a:latin typeface="Arial Black" panose="020B0A04020102020204" pitchFamily="34" charset="0"/>
                        </a:rPr>
                        <a:t>4</a:t>
                      </a:r>
                      <a:endParaRPr lang="zh-CN" altLang="en-US" dirty="0">
                        <a:solidFill>
                          <a:schemeClr val="tx1"/>
                        </a:solidFill>
                        <a:latin typeface="Arial Black" panose="020B0A04020102020204" pitchFamily="34" charset="0"/>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ctr"/>
                      <a:r>
                        <a:rPr lang="en-US" altLang="zh-CN" dirty="0">
                          <a:solidFill>
                            <a:schemeClr val="tx1"/>
                          </a:solidFill>
                          <a:latin typeface="Arial Black" panose="020B0A04020102020204" pitchFamily="34" charset="0"/>
                        </a:rPr>
                        <a:t>5</a:t>
                      </a:r>
                      <a:endParaRPr lang="zh-CN" altLang="en-US" dirty="0">
                        <a:solidFill>
                          <a:schemeClr val="tx1"/>
                        </a:solidFill>
                        <a:latin typeface="Arial Black" panose="020B0A04020102020204" pitchFamily="34" charset="0"/>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ctr"/>
                      <a:r>
                        <a:rPr lang="en-US" altLang="zh-CN" dirty="0">
                          <a:solidFill>
                            <a:schemeClr val="tx1"/>
                          </a:solidFill>
                          <a:latin typeface="Arial Black" panose="020B0A04020102020204" pitchFamily="34" charset="0"/>
                        </a:rPr>
                        <a:t>6</a:t>
                      </a:r>
                      <a:endParaRPr lang="zh-CN" altLang="en-US" dirty="0">
                        <a:solidFill>
                          <a:schemeClr val="tx1"/>
                        </a:solidFill>
                        <a:latin typeface="Arial Black" panose="020B0A04020102020204" pitchFamily="34" charset="0"/>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ctr"/>
                      <a:r>
                        <a:rPr lang="en-US" altLang="zh-CN" dirty="0">
                          <a:solidFill>
                            <a:schemeClr val="tx1"/>
                          </a:solidFill>
                          <a:latin typeface="Arial Black" panose="020B0A04020102020204" pitchFamily="34" charset="0"/>
                        </a:rPr>
                        <a:t>7</a:t>
                      </a:r>
                      <a:endParaRPr lang="zh-CN" altLang="en-US" dirty="0">
                        <a:solidFill>
                          <a:schemeClr val="tx1"/>
                        </a:solidFill>
                        <a:latin typeface="Arial Black" panose="020B0A04020102020204" pitchFamily="34" charset="0"/>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ctr"/>
                      <a:r>
                        <a:rPr lang="en-US" altLang="zh-CN" dirty="0">
                          <a:solidFill>
                            <a:schemeClr val="tx1"/>
                          </a:solidFill>
                          <a:latin typeface="Arial Black" panose="020B0A04020102020204" pitchFamily="34" charset="0"/>
                        </a:rPr>
                        <a:t>0</a:t>
                      </a:r>
                      <a:endParaRPr lang="zh-CN" altLang="en-US" dirty="0">
                        <a:solidFill>
                          <a:schemeClr val="tx1"/>
                        </a:solidFill>
                        <a:latin typeface="Arial Black" panose="020B0A04020102020204" pitchFamily="34" charset="0"/>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ctr"/>
                      <a:r>
                        <a:rPr lang="en-US" altLang="zh-CN" dirty="0">
                          <a:solidFill>
                            <a:schemeClr val="tx1"/>
                          </a:solidFill>
                          <a:latin typeface="Arial Black" panose="020B0A04020102020204" pitchFamily="34" charset="0"/>
                        </a:rPr>
                        <a:t>1</a:t>
                      </a:r>
                      <a:endParaRPr lang="zh-CN" altLang="en-US" dirty="0">
                        <a:solidFill>
                          <a:schemeClr val="tx1"/>
                        </a:solidFill>
                        <a:latin typeface="Arial Black" panose="020B0A04020102020204" pitchFamily="34" charset="0"/>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ctr"/>
                      <a:r>
                        <a:rPr lang="en-US" altLang="zh-CN" dirty="0">
                          <a:solidFill>
                            <a:schemeClr val="tx1"/>
                          </a:solidFill>
                          <a:latin typeface="Arial Black" panose="020B0A04020102020204" pitchFamily="34" charset="0"/>
                        </a:rPr>
                        <a:t>2</a:t>
                      </a:r>
                      <a:endParaRPr lang="zh-CN" altLang="en-US" dirty="0">
                        <a:solidFill>
                          <a:schemeClr val="tx1"/>
                        </a:solidFill>
                        <a:latin typeface="Arial Black" panose="020B0A04020102020204" pitchFamily="34" charset="0"/>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ctr"/>
                      <a:r>
                        <a:rPr lang="en-US" altLang="zh-CN" dirty="0">
                          <a:solidFill>
                            <a:schemeClr val="tx1"/>
                          </a:solidFill>
                          <a:latin typeface="Arial Black" panose="020B0A04020102020204" pitchFamily="34" charset="0"/>
                        </a:rPr>
                        <a:t>…</a:t>
                      </a:r>
                      <a:endParaRPr lang="zh-CN" altLang="en-US" dirty="0">
                        <a:solidFill>
                          <a:schemeClr val="tx1"/>
                        </a:solidFill>
                        <a:latin typeface="Arial Black" panose="020B0A04020102020204" pitchFamily="34" charset="0"/>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extLst>
                  <a:ext uri="{0D108BD9-81ED-4DB2-BD59-A6C34878D82A}">
                    <a16:rowId xmlns:a16="http://schemas.microsoft.com/office/drawing/2014/main" val="316235763"/>
                  </a:ext>
                </a:extLst>
              </a:tr>
            </a:tbl>
          </a:graphicData>
        </a:graphic>
      </p:graphicFrame>
      <p:sp>
        <p:nvSpPr>
          <p:cNvPr id="49" name="íşlïḍè">
            <a:extLst>
              <a:ext uri="{FF2B5EF4-FFF2-40B4-BE49-F238E27FC236}">
                <a16:creationId xmlns:a16="http://schemas.microsoft.com/office/drawing/2014/main" id="{84B44B39-A1BD-4956-A1BF-ECB7ACDDA058}"/>
              </a:ext>
            </a:extLst>
          </p:cNvPr>
          <p:cNvSpPr txBox="1"/>
          <p:nvPr/>
        </p:nvSpPr>
        <p:spPr>
          <a:xfrm>
            <a:off x="3835285" y="3287898"/>
            <a:ext cx="4525886" cy="602502"/>
          </a:xfrm>
          <a:prstGeom prst="rect">
            <a:avLst/>
          </a:prstGeom>
          <a:noFill/>
        </p:spPr>
        <p:txBody>
          <a:bodyPr wrap="square" lIns="91440" tIns="45720" rIns="91440" bIns="45720" anchor="ctr">
            <a:noAutofit/>
          </a:bodyPr>
          <a:lstStyle/>
          <a:p>
            <a:pPr algn="ctr"/>
            <a:r>
              <a:rPr lang="zh-CN" altLang="en-US" sz="2800" b="1" dirty="0"/>
              <a:t>超时重传、回退</a:t>
            </a:r>
            <a:r>
              <a:rPr lang="en-US" altLang="zh-CN" sz="2800" b="1" dirty="0"/>
              <a:t>N</a:t>
            </a:r>
            <a:r>
              <a:rPr lang="zh-CN" altLang="en-US" sz="2800" b="1" dirty="0"/>
              <a:t>帧的情况</a:t>
            </a:r>
            <a:endParaRPr lang="en-US" altLang="zh-CN" sz="2800" b="1" dirty="0"/>
          </a:p>
        </p:txBody>
      </p:sp>
      <p:sp>
        <p:nvSpPr>
          <p:cNvPr id="13" name="矩形 12">
            <a:extLst>
              <a:ext uri="{FF2B5EF4-FFF2-40B4-BE49-F238E27FC236}">
                <a16:creationId xmlns:a16="http://schemas.microsoft.com/office/drawing/2014/main" id="{14642CA0-C4C4-44A5-BD3D-9FB5C2470514}"/>
              </a:ext>
            </a:extLst>
          </p:cNvPr>
          <p:cNvSpPr/>
          <p:nvPr/>
        </p:nvSpPr>
        <p:spPr>
          <a:xfrm>
            <a:off x="2300222" y="5537182"/>
            <a:ext cx="3780000" cy="390966"/>
          </a:xfrm>
          <a:prstGeom prst="rect">
            <a:avLst/>
          </a:prstGeom>
          <a:solidFill>
            <a:schemeClr val="accent3">
              <a:alpha val="74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36" name="矩形 35">
            <a:extLst>
              <a:ext uri="{FF2B5EF4-FFF2-40B4-BE49-F238E27FC236}">
                <a16:creationId xmlns:a16="http://schemas.microsoft.com/office/drawing/2014/main" id="{E7EB5D14-D014-48F8-ACBF-E9E95001992A}"/>
              </a:ext>
            </a:extLst>
          </p:cNvPr>
          <p:cNvSpPr/>
          <p:nvPr/>
        </p:nvSpPr>
        <p:spPr>
          <a:xfrm>
            <a:off x="2311257" y="1832079"/>
            <a:ext cx="1497129" cy="356368"/>
          </a:xfrm>
          <a:prstGeom prst="rect">
            <a:avLst/>
          </a:prstGeom>
          <a:solidFill>
            <a:schemeClr val="accent4">
              <a:alpha val="74000"/>
            </a:schemeClr>
          </a:solidFill>
          <a:ln>
            <a:solidFill>
              <a:schemeClr val="accent4"/>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44" name="矩形 43">
            <a:extLst>
              <a:ext uri="{FF2B5EF4-FFF2-40B4-BE49-F238E27FC236}">
                <a16:creationId xmlns:a16="http://schemas.microsoft.com/office/drawing/2014/main" id="{B8E49409-7D16-41EF-B95C-4BC739DEBC7B}"/>
              </a:ext>
            </a:extLst>
          </p:cNvPr>
          <p:cNvSpPr/>
          <p:nvPr/>
        </p:nvSpPr>
        <p:spPr>
          <a:xfrm>
            <a:off x="6076962" y="5557308"/>
            <a:ext cx="1517580" cy="390966"/>
          </a:xfrm>
          <a:prstGeom prst="rect">
            <a:avLst/>
          </a:prstGeom>
          <a:solidFill>
            <a:schemeClr val="accent3">
              <a:alpha val="74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grpSp>
        <p:nvGrpSpPr>
          <p:cNvPr id="41" name="组合 40">
            <a:extLst>
              <a:ext uri="{FF2B5EF4-FFF2-40B4-BE49-F238E27FC236}">
                <a16:creationId xmlns:a16="http://schemas.microsoft.com/office/drawing/2014/main" id="{6D101E3E-89DA-4B95-BC22-E8DB30847C37}"/>
              </a:ext>
            </a:extLst>
          </p:cNvPr>
          <p:cNvGrpSpPr/>
          <p:nvPr/>
        </p:nvGrpSpPr>
        <p:grpSpPr>
          <a:xfrm>
            <a:off x="1257995" y="2313343"/>
            <a:ext cx="710121" cy="538153"/>
            <a:chOff x="1255523" y="4835167"/>
            <a:chExt cx="710121" cy="538153"/>
          </a:xfrm>
        </p:grpSpPr>
        <p:sp>
          <p:nvSpPr>
            <p:cNvPr id="42" name="矩形 41">
              <a:extLst>
                <a:ext uri="{FF2B5EF4-FFF2-40B4-BE49-F238E27FC236}">
                  <a16:creationId xmlns:a16="http://schemas.microsoft.com/office/drawing/2014/main" id="{3964A341-CFD1-4A1B-8355-6D109BE909C4}"/>
                </a:ext>
              </a:extLst>
            </p:cNvPr>
            <p:cNvSpPr/>
            <p:nvPr/>
          </p:nvSpPr>
          <p:spPr>
            <a:xfrm>
              <a:off x="1255523" y="4835167"/>
              <a:ext cx="708432" cy="270283"/>
            </a:xfrm>
            <a:prstGeom prst="rect">
              <a:avLst/>
            </a:prstGeom>
            <a:solidFill>
              <a:schemeClr val="accent3"/>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46800" rIns="46800" rtlCol="0" anchor="ctr"/>
            <a:lstStyle/>
            <a:p>
              <a:pPr algn="ctr"/>
              <a:r>
                <a:rPr lang="en-US" altLang="zh-CN" b="1" dirty="0"/>
                <a:t>DATA5</a:t>
              </a:r>
              <a:endParaRPr lang="zh-CN" altLang="en-US" b="1" dirty="0"/>
            </a:p>
          </p:txBody>
        </p:sp>
        <p:sp>
          <p:nvSpPr>
            <p:cNvPr id="43" name="矩形 42">
              <a:extLst>
                <a:ext uri="{FF2B5EF4-FFF2-40B4-BE49-F238E27FC236}">
                  <a16:creationId xmlns:a16="http://schemas.microsoft.com/office/drawing/2014/main" id="{6C793B98-EBFE-47FA-8B28-04A10A25318B}"/>
                </a:ext>
              </a:extLst>
            </p:cNvPr>
            <p:cNvSpPr/>
            <p:nvPr/>
          </p:nvSpPr>
          <p:spPr>
            <a:xfrm>
              <a:off x="1257212" y="5103037"/>
              <a:ext cx="708432" cy="270283"/>
            </a:xfrm>
            <a:prstGeom prst="rect">
              <a:avLst/>
            </a:prstGeom>
            <a:solidFill>
              <a:schemeClr val="accent3"/>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46800" rIns="46800" rtlCol="0" anchor="ctr"/>
            <a:lstStyle/>
            <a:p>
              <a:pPr algn="ctr"/>
              <a:r>
                <a:rPr lang="en-US" altLang="zh-CN" b="1" dirty="0"/>
                <a:t>DATA6</a:t>
              </a:r>
              <a:endParaRPr lang="zh-CN" altLang="en-US" b="1" dirty="0"/>
            </a:p>
          </p:txBody>
        </p:sp>
      </p:grpSp>
      <p:grpSp>
        <p:nvGrpSpPr>
          <p:cNvPr id="34" name="组合 33">
            <a:extLst>
              <a:ext uri="{FF2B5EF4-FFF2-40B4-BE49-F238E27FC236}">
                <a16:creationId xmlns:a16="http://schemas.microsoft.com/office/drawing/2014/main" id="{97CBDB4E-ADCF-429E-B469-9E8E9821F1B3}"/>
              </a:ext>
            </a:extLst>
          </p:cNvPr>
          <p:cNvGrpSpPr/>
          <p:nvPr/>
        </p:nvGrpSpPr>
        <p:grpSpPr>
          <a:xfrm>
            <a:off x="467055" y="2317945"/>
            <a:ext cx="708432" cy="532527"/>
            <a:chOff x="1251044" y="2295088"/>
            <a:chExt cx="708432" cy="532527"/>
          </a:xfrm>
          <a:solidFill>
            <a:schemeClr val="accent4"/>
          </a:solidFill>
        </p:grpSpPr>
        <p:sp>
          <p:nvSpPr>
            <p:cNvPr id="35" name="矩形 34">
              <a:extLst>
                <a:ext uri="{FF2B5EF4-FFF2-40B4-BE49-F238E27FC236}">
                  <a16:creationId xmlns:a16="http://schemas.microsoft.com/office/drawing/2014/main" id="{9A7C7ED4-94B1-44C8-ADF8-B4331E334BA2}"/>
                </a:ext>
              </a:extLst>
            </p:cNvPr>
            <p:cNvSpPr/>
            <p:nvPr/>
          </p:nvSpPr>
          <p:spPr>
            <a:xfrm>
              <a:off x="1251044" y="2557332"/>
              <a:ext cx="708432" cy="270283"/>
            </a:xfrm>
            <a:prstGeom prst="rect">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46800" rIns="46800" rtlCol="0" anchor="ctr"/>
            <a:lstStyle/>
            <a:p>
              <a:pPr algn="ctr"/>
              <a:r>
                <a:rPr lang="en-US" altLang="zh-CN" b="1" dirty="0"/>
                <a:t>ACK1</a:t>
              </a:r>
              <a:endParaRPr lang="zh-CN" altLang="en-US" b="1" dirty="0"/>
            </a:p>
          </p:txBody>
        </p:sp>
        <p:sp>
          <p:nvSpPr>
            <p:cNvPr id="37" name="矩形 36">
              <a:extLst>
                <a:ext uri="{FF2B5EF4-FFF2-40B4-BE49-F238E27FC236}">
                  <a16:creationId xmlns:a16="http://schemas.microsoft.com/office/drawing/2014/main" id="{F11548FC-ABB7-4EE6-B46F-AF91B722D8F7}"/>
                </a:ext>
              </a:extLst>
            </p:cNvPr>
            <p:cNvSpPr/>
            <p:nvPr/>
          </p:nvSpPr>
          <p:spPr>
            <a:xfrm>
              <a:off x="1251044" y="2295088"/>
              <a:ext cx="708432" cy="270283"/>
            </a:xfrm>
            <a:prstGeom prst="rect">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46800" rIns="46800" rtlCol="0" anchor="ctr"/>
            <a:lstStyle/>
            <a:p>
              <a:pPr algn="ctr"/>
              <a:r>
                <a:rPr lang="en-US" altLang="zh-CN" b="1" dirty="0"/>
                <a:t>ACK1</a:t>
              </a:r>
              <a:endParaRPr lang="zh-CN" altLang="en-US" b="1" dirty="0"/>
            </a:p>
          </p:txBody>
        </p:sp>
      </p:grpSp>
      <p:sp>
        <p:nvSpPr>
          <p:cNvPr id="45" name="平行四边形 44">
            <a:extLst>
              <a:ext uri="{FF2B5EF4-FFF2-40B4-BE49-F238E27FC236}">
                <a16:creationId xmlns:a16="http://schemas.microsoft.com/office/drawing/2014/main" id="{821F22EC-DCFA-141D-2800-E308A306AD3C}"/>
              </a:ext>
            </a:extLst>
          </p:cNvPr>
          <p:cNvSpPr/>
          <p:nvPr/>
        </p:nvSpPr>
        <p:spPr>
          <a:xfrm>
            <a:off x="304799" y="749300"/>
            <a:ext cx="695119" cy="387090"/>
          </a:xfrm>
          <a:prstGeom prst="parallelogram">
            <a:avLst/>
          </a:prstGeom>
          <a:solidFill>
            <a:schemeClr val="accent3">
              <a:lumMod val="75000"/>
            </a:schemeClr>
          </a:solidFill>
          <a:ln>
            <a:solidFill>
              <a:schemeClr val="accent3">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CN" sz="2200" dirty="0">
                <a:latin typeface="Impact" panose="020B0806030902050204" pitchFamily="34" charset="0"/>
              </a:rPr>
              <a:t>04</a:t>
            </a:r>
            <a:endParaRPr lang="zh-CN" altLang="en-US" sz="2200" dirty="0">
              <a:latin typeface="Impact" panose="020B0806030902050204" pitchFamily="34" charset="0"/>
            </a:endParaRPr>
          </a:p>
        </p:txBody>
      </p:sp>
    </p:spTree>
    <p:custDataLst>
      <p:tags r:id="rId1"/>
    </p:custDataLst>
    <p:extLst>
      <p:ext uri="{BB962C8B-B14F-4D97-AF65-F5344CB8AC3E}">
        <p14:creationId xmlns:p14="http://schemas.microsoft.com/office/powerpoint/2010/main" val="2305209195"/>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xit" presetSubtype="1" fill="hold" nodeType="withEffect">
                                  <p:stCondLst>
                                    <p:cond delay="0"/>
                                  </p:stCondLst>
                                  <p:childTnLst>
                                    <p:anim calcmode="lin" valueType="num">
                                      <p:cBhvr additive="base">
                                        <p:cTn id="6" dur="1000"/>
                                        <p:tgtEl>
                                          <p:spTgt spid="41"/>
                                        </p:tgtEl>
                                        <p:attrNameLst>
                                          <p:attrName>ppt_x</p:attrName>
                                        </p:attrNameLst>
                                      </p:cBhvr>
                                      <p:tavLst>
                                        <p:tav tm="0">
                                          <p:val>
                                            <p:strVal val="ppt_x"/>
                                          </p:val>
                                        </p:tav>
                                        <p:tav tm="100000">
                                          <p:val>
                                            <p:strVal val="ppt_x"/>
                                          </p:val>
                                        </p:tav>
                                      </p:tavLst>
                                    </p:anim>
                                    <p:anim calcmode="lin" valueType="num">
                                      <p:cBhvr additive="base">
                                        <p:cTn id="7" dur="1000"/>
                                        <p:tgtEl>
                                          <p:spTgt spid="41"/>
                                        </p:tgtEl>
                                        <p:attrNameLst>
                                          <p:attrName>ppt_y</p:attrName>
                                        </p:attrNameLst>
                                      </p:cBhvr>
                                      <p:tavLst>
                                        <p:tav tm="0">
                                          <p:val>
                                            <p:strVal val="ppt_y"/>
                                          </p:val>
                                        </p:tav>
                                        <p:tav tm="100000">
                                          <p:val>
                                            <p:strVal val="0-ppt_h/2"/>
                                          </p:val>
                                        </p:tav>
                                      </p:tavLst>
                                    </p:anim>
                                    <p:set>
                                      <p:cBhvr>
                                        <p:cTn id="8" dur="1" fill="hold">
                                          <p:stCondLst>
                                            <p:cond delay="999"/>
                                          </p:stCondLst>
                                        </p:cTn>
                                        <p:tgtEl>
                                          <p:spTgt spid="41"/>
                                        </p:tgtEl>
                                        <p:attrNameLst>
                                          <p:attrName>style.visibility</p:attrName>
                                        </p:attrNameLst>
                                      </p:cBhvr>
                                      <p:to>
                                        <p:strVal val="hidden"/>
                                      </p:to>
                                    </p:set>
                                  </p:childTnLst>
                                </p:cTn>
                              </p:par>
                              <p:par>
                                <p:cTn id="9" presetID="12" presetClass="entr" presetSubtype="1" fill="hold" nodeType="withEffect">
                                  <p:stCondLst>
                                    <p:cond delay="0"/>
                                  </p:stCondLst>
                                  <p:childTnLst>
                                    <p:set>
                                      <p:cBhvr>
                                        <p:cTn id="10" dur="1" fill="hold">
                                          <p:stCondLst>
                                            <p:cond delay="0"/>
                                          </p:stCondLst>
                                        </p:cTn>
                                        <p:tgtEl>
                                          <p:spTgt spid="34"/>
                                        </p:tgtEl>
                                        <p:attrNameLst>
                                          <p:attrName>style.visibility</p:attrName>
                                        </p:attrNameLst>
                                      </p:cBhvr>
                                      <p:to>
                                        <p:strVal val="visible"/>
                                      </p:to>
                                    </p:set>
                                    <p:anim calcmode="lin" valueType="num">
                                      <p:cBhvr additive="base">
                                        <p:cTn id="11" dur="1000"/>
                                        <p:tgtEl>
                                          <p:spTgt spid="34"/>
                                        </p:tgtEl>
                                        <p:attrNameLst>
                                          <p:attrName>ppt_y</p:attrName>
                                        </p:attrNameLst>
                                      </p:cBhvr>
                                      <p:tavLst>
                                        <p:tav tm="0">
                                          <p:val>
                                            <p:strVal val="#ppt_y-#ppt_h*1.125000"/>
                                          </p:val>
                                        </p:tav>
                                        <p:tav tm="100000">
                                          <p:val>
                                            <p:strVal val="#ppt_y"/>
                                          </p:val>
                                        </p:tav>
                                      </p:tavLst>
                                    </p:anim>
                                    <p:animEffect transition="in" filter="wipe(down)">
                                      <p:cBhvr>
                                        <p:cTn id="12" dur="1000"/>
                                        <p:tgtEl>
                                          <p:spTgt spid="34"/>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16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38" name="组合 37">
            <a:extLst>
              <a:ext uri="{FF2B5EF4-FFF2-40B4-BE49-F238E27FC236}">
                <a16:creationId xmlns:a16="http://schemas.microsoft.com/office/drawing/2014/main" id="{F1B81A00-D1CD-4324-9C55-93FA8AEE6040}"/>
              </a:ext>
            </a:extLst>
          </p:cNvPr>
          <p:cNvGrpSpPr/>
          <p:nvPr/>
        </p:nvGrpSpPr>
        <p:grpSpPr>
          <a:xfrm>
            <a:off x="3817249" y="5098286"/>
            <a:ext cx="3780000" cy="910796"/>
            <a:chOff x="2302929" y="5098286"/>
            <a:chExt cx="3780000" cy="910796"/>
          </a:xfrm>
        </p:grpSpPr>
        <p:sp>
          <p:nvSpPr>
            <p:cNvPr id="39" name="矩形 38">
              <a:extLst>
                <a:ext uri="{FF2B5EF4-FFF2-40B4-BE49-F238E27FC236}">
                  <a16:creationId xmlns:a16="http://schemas.microsoft.com/office/drawing/2014/main" id="{53BEA8C7-0E84-4C43-9BA6-B0FEB4F7EE65}"/>
                </a:ext>
              </a:extLst>
            </p:cNvPr>
            <p:cNvSpPr/>
            <p:nvPr/>
          </p:nvSpPr>
          <p:spPr>
            <a:xfrm>
              <a:off x="2302929" y="5467618"/>
              <a:ext cx="3780000" cy="541464"/>
            </a:xfrm>
            <a:prstGeom prst="rect">
              <a:avLst/>
            </a:prstGeom>
            <a:solidFill>
              <a:schemeClr val="accent3"/>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mc:AlternateContent xmlns:mc="http://schemas.openxmlformats.org/markup-compatibility/2006" xmlns:a14="http://schemas.microsoft.com/office/drawing/2010/main">
          <mc:Choice Requires="a14">
            <p:sp>
              <p:nvSpPr>
                <p:cNvPr id="40" name="文本框 39">
                  <a:extLst>
                    <a:ext uri="{FF2B5EF4-FFF2-40B4-BE49-F238E27FC236}">
                      <a16:creationId xmlns:a16="http://schemas.microsoft.com/office/drawing/2014/main" id="{A90B96BD-7B6C-4227-9038-A042DE3DB894}"/>
                    </a:ext>
                  </a:extLst>
                </p:cNvPr>
                <p:cNvSpPr txBox="1"/>
                <p:nvPr/>
              </p:nvSpPr>
              <p:spPr>
                <a:xfrm>
                  <a:off x="3659320" y="5098286"/>
                  <a:ext cx="1067217" cy="369332"/>
                </a:xfrm>
                <a:prstGeom prst="rect">
                  <a:avLst/>
                </a:prstGeom>
                <a:noFill/>
              </p:spPr>
              <p:txBody>
                <a:bodyPr wrap="square">
                  <a:spAutoFit/>
                </a:bodyPr>
                <a:lstStyle/>
                <a:p>
                  <a:pPr/>
                  <a14:m>
                    <m:oMathPara xmlns:m="http://schemas.openxmlformats.org/officeDocument/2006/math">
                      <m:oMathParaPr>
                        <m:jc m:val="centerGroup"/>
                      </m:oMathParaPr>
                      <m:oMath xmlns:m="http://schemas.openxmlformats.org/officeDocument/2006/math">
                        <m:sSub>
                          <m:sSubPr>
                            <m:ctrlPr>
                              <a:rPr lang="en-US" altLang="zh-CN" b="1" i="1" smtClean="0">
                                <a:solidFill>
                                  <a:schemeClr val="accent3"/>
                                </a:solidFill>
                                <a:latin typeface="Cambria Math" panose="02040503050406030204" pitchFamily="18" charset="0"/>
                              </a:rPr>
                            </m:ctrlPr>
                          </m:sSubPr>
                          <m:e>
                            <m:r>
                              <a:rPr lang="en-US" altLang="zh-CN" b="1" i="1" smtClean="0">
                                <a:solidFill>
                                  <a:schemeClr val="accent3"/>
                                </a:solidFill>
                                <a:latin typeface="Cambria Math" panose="02040503050406030204" pitchFamily="18" charset="0"/>
                              </a:rPr>
                              <m:t>𝑾</m:t>
                            </m:r>
                          </m:e>
                          <m:sub>
                            <m:r>
                              <a:rPr lang="en-US" altLang="zh-CN" b="1" i="1" smtClean="0">
                                <a:solidFill>
                                  <a:schemeClr val="accent3"/>
                                </a:solidFill>
                                <a:latin typeface="Cambria Math" panose="02040503050406030204" pitchFamily="18" charset="0"/>
                              </a:rPr>
                              <m:t>𝑻</m:t>
                            </m:r>
                          </m:sub>
                        </m:sSub>
                        <m:r>
                          <a:rPr lang="en-US" altLang="zh-CN" b="1" i="1" smtClean="0">
                            <a:solidFill>
                              <a:schemeClr val="accent3"/>
                            </a:solidFill>
                            <a:latin typeface="Cambria Math" panose="02040503050406030204" pitchFamily="18" charset="0"/>
                          </a:rPr>
                          <m:t>=</m:t>
                        </m:r>
                        <m:r>
                          <a:rPr lang="en-US" altLang="zh-CN" b="1" i="1" smtClean="0">
                            <a:solidFill>
                              <a:schemeClr val="accent3"/>
                            </a:solidFill>
                            <a:latin typeface="Cambria Math" panose="02040503050406030204" pitchFamily="18" charset="0"/>
                          </a:rPr>
                          <m:t>𝟓</m:t>
                        </m:r>
                      </m:oMath>
                    </m:oMathPara>
                  </a14:m>
                  <a:endParaRPr lang="zh-CN" altLang="en-US" dirty="0">
                    <a:solidFill>
                      <a:schemeClr val="accent3"/>
                    </a:solidFill>
                  </a:endParaRPr>
                </a:p>
              </p:txBody>
            </p:sp>
          </mc:Choice>
          <mc:Fallback xmlns="">
            <p:sp>
              <p:nvSpPr>
                <p:cNvPr id="23" name="文本框 22">
                  <a:extLst>
                    <a:ext uri="{FF2B5EF4-FFF2-40B4-BE49-F238E27FC236}">
                      <a16:creationId xmlns:a16="http://schemas.microsoft.com/office/drawing/2014/main" id="{ABC03EEA-26BD-4845-8ACC-3FB7B6DA9132}"/>
                    </a:ext>
                  </a:extLst>
                </p:cNvPr>
                <p:cNvSpPr txBox="1">
                  <a:spLocks noRot="1" noChangeAspect="1" noMove="1" noResize="1" noEditPoints="1" noAdjustHandles="1" noChangeArrowheads="1" noChangeShapeType="1" noTextEdit="1"/>
                </p:cNvSpPr>
                <p:nvPr/>
              </p:nvSpPr>
              <p:spPr>
                <a:xfrm>
                  <a:off x="3659320" y="5098286"/>
                  <a:ext cx="1067217" cy="369332"/>
                </a:xfrm>
                <a:prstGeom prst="rect">
                  <a:avLst/>
                </a:prstGeom>
                <a:blipFill>
                  <a:blip r:embed="rId4"/>
                  <a:stretch>
                    <a:fillRect b="-3279"/>
                  </a:stretch>
                </a:blipFill>
              </p:spPr>
              <p:txBody>
                <a:bodyPr/>
                <a:lstStyle/>
                <a:p>
                  <a:r>
                    <a:rPr lang="zh-CN" altLang="en-US">
                      <a:noFill/>
                    </a:rPr>
                    <a:t> </a:t>
                  </a:r>
                </a:p>
              </p:txBody>
            </p:sp>
          </mc:Fallback>
        </mc:AlternateContent>
      </p:grpSp>
      <p:grpSp>
        <p:nvGrpSpPr>
          <p:cNvPr id="31" name="组合 30">
            <a:extLst>
              <a:ext uri="{FF2B5EF4-FFF2-40B4-BE49-F238E27FC236}">
                <a16:creationId xmlns:a16="http://schemas.microsoft.com/office/drawing/2014/main" id="{F8FB8773-3132-44C5-BA37-545BA916FC7F}"/>
              </a:ext>
            </a:extLst>
          </p:cNvPr>
          <p:cNvGrpSpPr/>
          <p:nvPr/>
        </p:nvGrpSpPr>
        <p:grpSpPr>
          <a:xfrm>
            <a:off x="3659320" y="1363110"/>
            <a:ext cx="1067217" cy="917885"/>
            <a:chOff x="2146413" y="1363110"/>
            <a:chExt cx="1067217" cy="917885"/>
          </a:xfrm>
        </p:grpSpPr>
        <p:sp>
          <p:nvSpPr>
            <p:cNvPr id="32" name="矩形 31">
              <a:extLst>
                <a:ext uri="{FF2B5EF4-FFF2-40B4-BE49-F238E27FC236}">
                  <a16:creationId xmlns:a16="http://schemas.microsoft.com/office/drawing/2014/main" id="{D4210CF8-E394-4326-9E53-07BBCF692252}"/>
                </a:ext>
              </a:extLst>
            </p:cNvPr>
            <p:cNvSpPr/>
            <p:nvPr/>
          </p:nvSpPr>
          <p:spPr>
            <a:xfrm>
              <a:off x="2300222" y="1739531"/>
              <a:ext cx="759600" cy="541464"/>
            </a:xfrm>
            <a:prstGeom prst="rect">
              <a:avLst/>
            </a:prstGeom>
            <a:solidFill>
              <a:schemeClr val="accent4"/>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mc:AlternateContent xmlns:mc="http://schemas.openxmlformats.org/markup-compatibility/2006" xmlns:a14="http://schemas.microsoft.com/office/drawing/2010/main">
          <mc:Choice Requires="a14">
            <p:sp>
              <p:nvSpPr>
                <p:cNvPr id="33" name="文本框 32">
                  <a:extLst>
                    <a:ext uri="{FF2B5EF4-FFF2-40B4-BE49-F238E27FC236}">
                      <a16:creationId xmlns:a16="http://schemas.microsoft.com/office/drawing/2014/main" id="{B18AE0E4-0AF2-4267-8E26-A1FBCFC82FCA}"/>
                    </a:ext>
                  </a:extLst>
                </p:cNvPr>
                <p:cNvSpPr txBox="1"/>
                <p:nvPr/>
              </p:nvSpPr>
              <p:spPr>
                <a:xfrm>
                  <a:off x="2146413" y="1363110"/>
                  <a:ext cx="1067217" cy="369332"/>
                </a:xfrm>
                <a:prstGeom prst="rect">
                  <a:avLst/>
                </a:prstGeom>
                <a:noFill/>
              </p:spPr>
              <p:txBody>
                <a:bodyPr wrap="square">
                  <a:spAutoFit/>
                </a:bodyPr>
                <a:lstStyle/>
                <a:p>
                  <a:pPr/>
                  <a14:m>
                    <m:oMathPara xmlns:m="http://schemas.openxmlformats.org/officeDocument/2006/math">
                      <m:oMathParaPr>
                        <m:jc m:val="centerGroup"/>
                      </m:oMathParaPr>
                      <m:oMath xmlns:m="http://schemas.openxmlformats.org/officeDocument/2006/math">
                        <m:sSub>
                          <m:sSubPr>
                            <m:ctrlPr>
                              <a:rPr lang="en-US" altLang="zh-CN" b="1" i="1" smtClean="0">
                                <a:solidFill>
                                  <a:schemeClr val="accent4"/>
                                </a:solidFill>
                                <a:latin typeface="Cambria Math" panose="02040503050406030204" pitchFamily="18" charset="0"/>
                              </a:rPr>
                            </m:ctrlPr>
                          </m:sSubPr>
                          <m:e>
                            <m:r>
                              <a:rPr lang="en-US" altLang="zh-CN" b="1" i="1" smtClean="0">
                                <a:solidFill>
                                  <a:schemeClr val="accent4"/>
                                </a:solidFill>
                                <a:latin typeface="Cambria Math" panose="02040503050406030204" pitchFamily="18" charset="0"/>
                              </a:rPr>
                              <m:t>𝑾</m:t>
                            </m:r>
                          </m:e>
                          <m:sub>
                            <m:r>
                              <a:rPr lang="en-US" altLang="zh-CN" b="1" i="1" smtClean="0">
                                <a:solidFill>
                                  <a:schemeClr val="accent4"/>
                                </a:solidFill>
                                <a:latin typeface="Cambria Math" panose="02040503050406030204" pitchFamily="18" charset="0"/>
                              </a:rPr>
                              <m:t>𝑹</m:t>
                            </m:r>
                          </m:sub>
                        </m:sSub>
                        <m:r>
                          <a:rPr lang="en-US" altLang="zh-CN" b="1" i="1" smtClean="0">
                            <a:solidFill>
                              <a:schemeClr val="accent4"/>
                            </a:solidFill>
                            <a:latin typeface="Cambria Math" panose="02040503050406030204" pitchFamily="18" charset="0"/>
                          </a:rPr>
                          <m:t>=</m:t>
                        </m:r>
                        <m:r>
                          <a:rPr lang="en-US" altLang="zh-CN" b="1" i="1" smtClean="0">
                            <a:solidFill>
                              <a:schemeClr val="accent4"/>
                            </a:solidFill>
                            <a:latin typeface="Cambria Math" panose="02040503050406030204" pitchFamily="18" charset="0"/>
                          </a:rPr>
                          <m:t>𝟏</m:t>
                        </m:r>
                      </m:oMath>
                    </m:oMathPara>
                  </a14:m>
                  <a:endParaRPr lang="zh-CN" altLang="en-US" dirty="0">
                    <a:solidFill>
                      <a:schemeClr val="accent3"/>
                    </a:solidFill>
                  </a:endParaRPr>
                </a:p>
              </p:txBody>
            </p:sp>
          </mc:Choice>
          <mc:Fallback xmlns="">
            <p:sp>
              <p:nvSpPr>
                <p:cNvPr id="35" name="文本框 34">
                  <a:extLst>
                    <a:ext uri="{FF2B5EF4-FFF2-40B4-BE49-F238E27FC236}">
                      <a16:creationId xmlns:a16="http://schemas.microsoft.com/office/drawing/2014/main" id="{EE98B7EB-F32B-4A4F-9072-DF021D7DCAD9}"/>
                    </a:ext>
                  </a:extLst>
                </p:cNvPr>
                <p:cNvSpPr txBox="1">
                  <a:spLocks noRot="1" noChangeAspect="1" noMove="1" noResize="1" noEditPoints="1" noAdjustHandles="1" noChangeArrowheads="1" noChangeShapeType="1" noTextEdit="1"/>
                </p:cNvSpPr>
                <p:nvPr/>
              </p:nvSpPr>
              <p:spPr>
                <a:xfrm>
                  <a:off x="2146413" y="1363110"/>
                  <a:ext cx="1067217" cy="369332"/>
                </a:xfrm>
                <a:prstGeom prst="rect">
                  <a:avLst/>
                </a:prstGeom>
                <a:blipFill>
                  <a:blip r:embed="rId3"/>
                  <a:stretch>
                    <a:fillRect b="-3333"/>
                  </a:stretch>
                </a:blipFill>
              </p:spPr>
              <p:txBody>
                <a:bodyPr/>
                <a:lstStyle/>
                <a:p>
                  <a:r>
                    <a:rPr lang="zh-CN" altLang="en-US">
                      <a:noFill/>
                    </a:rPr>
                    <a:t> </a:t>
                  </a:r>
                </a:p>
              </p:txBody>
            </p:sp>
          </mc:Fallback>
        </mc:AlternateContent>
      </p:grpSp>
      <p:grpSp>
        <p:nvGrpSpPr>
          <p:cNvPr id="4" name="组合 3">
            <a:extLst>
              <a:ext uri="{FF2B5EF4-FFF2-40B4-BE49-F238E27FC236}">
                <a16:creationId xmlns:a16="http://schemas.microsoft.com/office/drawing/2014/main" id="{9A1EA9F2-FCB6-48C3-935F-7AE7E3AD14AC}"/>
              </a:ext>
            </a:extLst>
          </p:cNvPr>
          <p:cNvGrpSpPr/>
          <p:nvPr/>
        </p:nvGrpSpPr>
        <p:grpSpPr>
          <a:xfrm>
            <a:off x="304800" y="749300"/>
            <a:ext cx="6192344" cy="400110"/>
            <a:chOff x="424117" y="898245"/>
            <a:chExt cx="6192344" cy="400110"/>
          </a:xfrm>
        </p:grpSpPr>
        <p:sp>
          <p:nvSpPr>
            <p:cNvPr id="2" name="平行四边形 1">
              <a:extLst>
                <a:ext uri="{FF2B5EF4-FFF2-40B4-BE49-F238E27FC236}">
                  <a16:creationId xmlns:a16="http://schemas.microsoft.com/office/drawing/2014/main" id="{1F5BAA3F-9845-4F89-A2DD-8222D3E4EDAC}"/>
                </a:ext>
              </a:extLst>
            </p:cNvPr>
            <p:cNvSpPr/>
            <p:nvPr/>
          </p:nvSpPr>
          <p:spPr>
            <a:xfrm>
              <a:off x="424117" y="898245"/>
              <a:ext cx="628306" cy="387090"/>
            </a:xfrm>
            <a:prstGeom prst="parallelogram">
              <a:avLst/>
            </a:prstGeom>
            <a:solidFill>
              <a:schemeClr val="accent3">
                <a:lumMod val="75000"/>
              </a:schemeClr>
            </a:solidFill>
            <a:ln>
              <a:solidFill>
                <a:schemeClr val="accent3">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CN" sz="2200" dirty="0">
                  <a:latin typeface="Impact" panose="020B0806030902050204" pitchFamily="34" charset="0"/>
                </a:rPr>
                <a:t>01</a:t>
              </a:r>
              <a:endParaRPr lang="zh-CN" altLang="en-US" sz="2200" dirty="0">
                <a:latin typeface="Impact" panose="020B0806030902050204" pitchFamily="34" charset="0"/>
              </a:endParaRPr>
            </a:p>
          </p:txBody>
        </p:sp>
        <p:sp>
          <p:nvSpPr>
            <p:cNvPr id="3" name="文本框 2">
              <a:extLst>
                <a:ext uri="{FF2B5EF4-FFF2-40B4-BE49-F238E27FC236}">
                  <a16:creationId xmlns:a16="http://schemas.microsoft.com/office/drawing/2014/main" id="{4D6BD736-A4D3-4F26-AFED-36E11F50F70B}"/>
                </a:ext>
              </a:extLst>
            </p:cNvPr>
            <p:cNvSpPr txBox="1"/>
            <p:nvPr/>
          </p:nvSpPr>
          <p:spPr>
            <a:xfrm>
              <a:off x="1052423" y="898245"/>
              <a:ext cx="5564038" cy="400110"/>
            </a:xfrm>
            <a:prstGeom prst="rect">
              <a:avLst/>
            </a:prstGeom>
            <a:noFill/>
          </p:spPr>
          <p:txBody>
            <a:bodyPr wrap="square" rtlCol="0">
              <a:spAutoFit/>
            </a:bodyPr>
            <a:lstStyle/>
            <a:p>
              <a:r>
                <a:rPr lang="zh-CN" altLang="en-US" sz="2000" b="1" dirty="0"/>
                <a:t>回退</a:t>
              </a:r>
              <a:r>
                <a:rPr lang="en-US" altLang="zh-CN" sz="2000" b="1" dirty="0"/>
                <a:t>N</a:t>
              </a:r>
              <a:r>
                <a:rPr lang="zh-CN" altLang="en-US" sz="2000" b="1" dirty="0"/>
                <a:t>帧协议</a:t>
              </a:r>
            </a:p>
          </p:txBody>
        </p:sp>
      </p:grpSp>
      <p:grpSp>
        <p:nvGrpSpPr>
          <p:cNvPr id="20" name="组合 19">
            <a:extLst>
              <a:ext uri="{FF2B5EF4-FFF2-40B4-BE49-F238E27FC236}">
                <a16:creationId xmlns:a16="http://schemas.microsoft.com/office/drawing/2014/main" id="{87756F0E-46C2-4571-B23D-C8472E9FD1FB}"/>
              </a:ext>
            </a:extLst>
          </p:cNvPr>
          <p:cNvGrpSpPr/>
          <p:nvPr/>
        </p:nvGrpSpPr>
        <p:grpSpPr>
          <a:xfrm>
            <a:off x="475097" y="1263518"/>
            <a:ext cx="1355161" cy="5114896"/>
            <a:chOff x="475097" y="1263518"/>
            <a:chExt cx="1355161" cy="5114896"/>
          </a:xfrm>
        </p:grpSpPr>
        <p:cxnSp>
          <p:nvCxnSpPr>
            <p:cNvPr id="17" name="直接连接符 16">
              <a:extLst>
                <a:ext uri="{FF2B5EF4-FFF2-40B4-BE49-F238E27FC236}">
                  <a16:creationId xmlns:a16="http://schemas.microsoft.com/office/drawing/2014/main" id="{5A41A17A-7B81-47D8-BDBB-76B8F1AA71D6}"/>
                </a:ext>
              </a:extLst>
            </p:cNvPr>
            <p:cNvCxnSpPr>
              <a:cxnSpLocks/>
            </p:cNvCxnSpPr>
            <p:nvPr/>
          </p:nvCxnSpPr>
          <p:spPr>
            <a:xfrm flipV="1">
              <a:off x="1208367" y="2012996"/>
              <a:ext cx="0" cy="3813858"/>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nvGrpSpPr>
            <p:cNvPr id="9" name="组合 8">
              <a:extLst>
                <a:ext uri="{FF2B5EF4-FFF2-40B4-BE49-F238E27FC236}">
                  <a16:creationId xmlns:a16="http://schemas.microsoft.com/office/drawing/2014/main" id="{A2B5FA1F-35FA-42E7-8D74-E7431B6AAA3C}"/>
                </a:ext>
              </a:extLst>
            </p:cNvPr>
            <p:cNvGrpSpPr/>
            <p:nvPr/>
          </p:nvGrpSpPr>
          <p:grpSpPr>
            <a:xfrm>
              <a:off x="700096" y="5368000"/>
              <a:ext cx="905164" cy="1010414"/>
              <a:chOff x="700096" y="5368000"/>
              <a:chExt cx="905164" cy="1010414"/>
            </a:xfrm>
          </p:grpSpPr>
          <p:pic>
            <p:nvPicPr>
              <p:cNvPr id="214" name="图形 213">
                <a:extLst>
                  <a:ext uri="{FF2B5EF4-FFF2-40B4-BE49-F238E27FC236}">
                    <a16:creationId xmlns:a16="http://schemas.microsoft.com/office/drawing/2014/main" id="{D949CB40-4FF6-4E8C-991B-66D24C6ADF05}"/>
                  </a:ext>
                </a:extLst>
              </p:cNvPr>
              <p:cNvPicPr>
                <a:picLocks noChangeAspect="1"/>
              </p:cNvPicPr>
              <p:nvPr/>
            </p:nvPicPr>
            <p:blipFill>
              <a:blip r:embed="rId5">
                <a:extLst>
                  <a:ext uri="{28A0092B-C50C-407E-A947-70E740481C1C}">
                    <a14:useLocalDpi xmlns:a14="http://schemas.microsoft.com/office/drawing/2010/main" val="0"/>
                  </a:ext>
                  <a:ext uri="{96DAC541-7B7A-43D3-8B79-37D633B846F1}">
                    <asvg:svgBlip xmlns:asvg="http://schemas.microsoft.com/office/drawing/2016/SVG/main" r:embed="rId6"/>
                  </a:ext>
                </a:extLst>
              </a:blip>
              <a:stretch>
                <a:fillRect/>
              </a:stretch>
            </p:blipFill>
            <p:spPr>
              <a:xfrm>
                <a:off x="821271" y="5368000"/>
                <a:ext cx="662814" cy="641082"/>
              </a:xfrm>
              <a:prstGeom prst="rect">
                <a:avLst/>
              </a:prstGeom>
            </p:spPr>
          </p:pic>
          <p:sp>
            <p:nvSpPr>
              <p:cNvPr id="218" name="文本框 217">
                <a:extLst>
                  <a:ext uri="{FF2B5EF4-FFF2-40B4-BE49-F238E27FC236}">
                    <a16:creationId xmlns:a16="http://schemas.microsoft.com/office/drawing/2014/main" id="{584D12FE-712D-432B-A48B-3084189F6B6C}"/>
                  </a:ext>
                </a:extLst>
              </p:cNvPr>
              <p:cNvSpPr txBox="1"/>
              <p:nvPr/>
            </p:nvSpPr>
            <p:spPr>
              <a:xfrm>
                <a:off x="700096" y="6009082"/>
                <a:ext cx="905164" cy="369332"/>
              </a:xfrm>
              <a:prstGeom prst="rect">
                <a:avLst/>
              </a:prstGeom>
              <a:noFill/>
            </p:spPr>
            <p:txBody>
              <a:bodyPr wrap="square" rtlCol="0">
                <a:spAutoFit/>
              </a:bodyPr>
              <a:lstStyle/>
              <a:p>
                <a:r>
                  <a:rPr lang="zh-CN" altLang="en-US" b="1" dirty="0">
                    <a:latin typeface="+mn-ea"/>
                  </a:rPr>
                  <a:t>发送方</a:t>
                </a:r>
              </a:p>
            </p:txBody>
          </p:sp>
        </p:grpSp>
        <p:grpSp>
          <p:nvGrpSpPr>
            <p:cNvPr id="8" name="组合 7">
              <a:extLst>
                <a:ext uri="{FF2B5EF4-FFF2-40B4-BE49-F238E27FC236}">
                  <a16:creationId xmlns:a16="http://schemas.microsoft.com/office/drawing/2014/main" id="{0ACAF080-95D4-4F76-A817-06EA84E449C9}"/>
                </a:ext>
              </a:extLst>
            </p:cNvPr>
            <p:cNvGrpSpPr/>
            <p:nvPr/>
          </p:nvGrpSpPr>
          <p:grpSpPr>
            <a:xfrm>
              <a:off x="878301" y="1263518"/>
              <a:ext cx="905164" cy="1027908"/>
              <a:chOff x="878301" y="1390382"/>
              <a:chExt cx="905164" cy="1027908"/>
            </a:xfrm>
          </p:grpSpPr>
          <p:pic>
            <p:nvPicPr>
              <p:cNvPr id="210" name="图形 209">
                <a:extLst>
                  <a:ext uri="{FF2B5EF4-FFF2-40B4-BE49-F238E27FC236}">
                    <a16:creationId xmlns:a16="http://schemas.microsoft.com/office/drawing/2014/main" id="{61E01467-74F7-469C-BAD5-DFFB1234E440}"/>
                  </a:ext>
                </a:extLst>
              </p:cNvPr>
              <p:cNvPicPr>
                <a:picLocks noChangeAspect="1"/>
              </p:cNvPicPr>
              <p:nvPr/>
            </p:nvPicPr>
            <p:blipFill>
              <a:blip r:embed="rId7">
                <a:extLst>
                  <a:ext uri="{28A0092B-C50C-407E-A947-70E740481C1C}">
                    <a14:useLocalDpi xmlns:a14="http://schemas.microsoft.com/office/drawing/2010/main" val="0"/>
                  </a:ext>
                  <a:ext uri="{96DAC541-7B7A-43D3-8B79-37D633B846F1}">
                    <asvg:svgBlip xmlns:asvg="http://schemas.microsoft.com/office/drawing/2016/SVG/main" r:embed="rId8"/>
                  </a:ext>
                </a:extLst>
              </a:blip>
              <a:stretch>
                <a:fillRect/>
              </a:stretch>
            </p:blipFill>
            <p:spPr>
              <a:xfrm>
                <a:off x="984826" y="1759714"/>
                <a:ext cx="501772" cy="658576"/>
              </a:xfrm>
              <a:prstGeom prst="rect">
                <a:avLst/>
              </a:prstGeom>
            </p:spPr>
          </p:pic>
          <p:sp>
            <p:nvSpPr>
              <p:cNvPr id="219" name="文本框 218">
                <a:extLst>
                  <a:ext uri="{FF2B5EF4-FFF2-40B4-BE49-F238E27FC236}">
                    <a16:creationId xmlns:a16="http://schemas.microsoft.com/office/drawing/2014/main" id="{B105E330-42F6-4FA8-914C-123FFA0756D5}"/>
                  </a:ext>
                </a:extLst>
              </p:cNvPr>
              <p:cNvSpPr txBox="1"/>
              <p:nvPr/>
            </p:nvSpPr>
            <p:spPr>
              <a:xfrm>
                <a:off x="878301" y="1390382"/>
                <a:ext cx="905164" cy="369332"/>
              </a:xfrm>
              <a:prstGeom prst="rect">
                <a:avLst/>
              </a:prstGeom>
              <a:noFill/>
            </p:spPr>
            <p:txBody>
              <a:bodyPr wrap="square" rtlCol="0">
                <a:spAutoFit/>
              </a:bodyPr>
              <a:lstStyle/>
              <a:p>
                <a:r>
                  <a:rPr lang="zh-CN" altLang="en-US" b="1" dirty="0">
                    <a:latin typeface="+mn-ea"/>
                  </a:rPr>
                  <a:t>接收方</a:t>
                </a:r>
              </a:p>
            </p:txBody>
          </p:sp>
        </p:grpSp>
        <p:sp>
          <p:nvSpPr>
            <p:cNvPr id="57" name="云形 56">
              <a:extLst>
                <a:ext uri="{FF2B5EF4-FFF2-40B4-BE49-F238E27FC236}">
                  <a16:creationId xmlns:a16="http://schemas.microsoft.com/office/drawing/2014/main" id="{8D58A5DA-48AF-4D62-A0E1-92B6F8CBE1F4}"/>
                </a:ext>
              </a:extLst>
            </p:cNvPr>
            <p:cNvSpPr/>
            <p:nvPr/>
          </p:nvSpPr>
          <p:spPr>
            <a:xfrm>
              <a:off x="475097" y="3429014"/>
              <a:ext cx="1355161" cy="801398"/>
            </a:xfrm>
            <a:prstGeom prst="cloud">
              <a:avLst/>
            </a:prstGeom>
            <a:solidFill>
              <a:schemeClr val="bg1">
                <a:lumMod val="85000"/>
              </a:schemeClr>
            </a:solidFill>
            <a:ln>
              <a:solidFill>
                <a:schemeClr val="bg1">
                  <a:lumMod val="85000"/>
                </a:schemeClr>
              </a:solidFill>
            </a:ln>
          </p:spPr>
          <p:style>
            <a:lnRef idx="2">
              <a:schemeClr val="accent3">
                <a:shade val="50000"/>
              </a:schemeClr>
            </a:lnRef>
            <a:fillRef idx="1">
              <a:schemeClr val="accent3"/>
            </a:fillRef>
            <a:effectRef idx="0">
              <a:schemeClr val="accent3"/>
            </a:effectRef>
            <a:fontRef idx="minor">
              <a:schemeClr val="lt1"/>
            </a:fontRef>
          </p:style>
          <p:txBody>
            <a:bodyPr rtlCol="0" anchor="ctr"/>
            <a:lstStyle/>
            <a:p>
              <a:pPr algn="ctr"/>
              <a:r>
                <a:rPr lang="zh-CN" altLang="en-US" b="1" dirty="0">
                  <a:solidFill>
                    <a:schemeClr val="tx1"/>
                  </a:solidFill>
                  <a:latin typeface="+mn-ea"/>
                </a:rPr>
                <a:t>因特网</a:t>
              </a:r>
            </a:p>
          </p:txBody>
        </p:sp>
      </p:grpSp>
      <p:graphicFrame>
        <p:nvGraphicFramePr>
          <p:cNvPr id="21" name="表格 21">
            <a:extLst>
              <a:ext uri="{FF2B5EF4-FFF2-40B4-BE49-F238E27FC236}">
                <a16:creationId xmlns:a16="http://schemas.microsoft.com/office/drawing/2014/main" id="{CE497585-4F97-4F44-9ABE-D7BBA16B40E0}"/>
              </a:ext>
            </a:extLst>
          </p:cNvPr>
          <p:cNvGraphicFramePr>
            <a:graphicFrameLocks noGrp="1"/>
          </p:cNvGraphicFramePr>
          <p:nvPr/>
        </p:nvGraphicFramePr>
        <p:xfrm>
          <a:off x="2302929" y="5557308"/>
          <a:ext cx="9067800" cy="370840"/>
        </p:xfrm>
        <a:graphic>
          <a:graphicData uri="http://schemas.openxmlformats.org/drawingml/2006/table">
            <a:tbl>
              <a:tblPr firstRow="1" bandRow="1">
                <a:tableStyleId>{5C22544A-7EE6-4342-B048-85BDC9FD1C3A}</a:tableStyleId>
              </a:tblPr>
              <a:tblGrid>
                <a:gridCol w="755650">
                  <a:extLst>
                    <a:ext uri="{9D8B030D-6E8A-4147-A177-3AD203B41FA5}">
                      <a16:colId xmlns:a16="http://schemas.microsoft.com/office/drawing/2014/main" val="877486509"/>
                    </a:ext>
                  </a:extLst>
                </a:gridCol>
                <a:gridCol w="755650">
                  <a:extLst>
                    <a:ext uri="{9D8B030D-6E8A-4147-A177-3AD203B41FA5}">
                      <a16:colId xmlns:a16="http://schemas.microsoft.com/office/drawing/2014/main" val="3548605817"/>
                    </a:ext>
                  </a:extLst>
                </a:gridCol>
                <a:gridCol w="755650">
                  <a:extLst>
                    <a:ext uri="{9D8B030D-6E8A-4147-A177-3AD203B41FA5}">
                      <a16:colId xmlns:a16="http://schemas.microsoft.com/office/drawing/2014/main" val="2881812895"/>
                    </a:ext>
                  </a:extLst>
                </a:gridCol>
                <a:gridCol w="755650">
                  <a:extLst>
                    <a:ext uri="{9D8B030D-6E8A-4147-A177-3AD203B41FA5}">
                      <a16:colId xmlns:a16="http://schemas.microsoft.com/office/drawing/2014/main" val="3682284582"/>
                    </a:ext>
                  </a:extLst>
                </a:gridCol>
                <a:gridCol w="755650">
                  <a:extLst>
                    <a:ext uri="{9D8B030D-6E8A-4147-A177-3AD203B41FA5}">
                      <a16:colId xmlns:a16="http://schemas.microsoft.com/office/drawing/2014/main" val="500127722"/>
                    </a:ext>
                  </a:extLst>
                </a:gridCol>
                <a:gridCol w="755650">
                  <a:extLst>
                    <a:ext uri="{9D8B030D-6E8A-4147-A177-3AD203B41FA5}">
                      <a16:colId xmlns:a16="http://schemas.microsoft.com/office/drawing/2014/main" val="2946259618"/>
                    </a:ext>
                  </a:extLst>
                </a:gridCol>
                <a:gridCol w="755650">
                  <a:extLst>
                    <a:ext uri="{9D8B030D-6E8A-4147-A177-3AD203B41FA5}">
                      <a16:colId xmlns:a16="http://schemas.microsoft.com/office/drawing/2014/main" val="171501986"/>
                    </a:ext>
                  </a:extLst>
                </a:gridCol>
                <a:gridCol w="755650">
                  <a:extLst>
                    <a:ext uri="{9D8B030D-6E8A-4147-A177-3AD203B41FA5}">
                      <a16:colId xmlns:a16="http://schemas.microsoft.com/office/drawing/2014/main" val="1667185265"/>
                    </a:ext>
                  </a:extLst>
                </a:gridCol>
                <a:gridCol w="755650">
                  <a:extLst>
                    <a:ext uri="{9D8B030D-6E8A-4147-A177-3AD203B41FA5}">
                      <a16:colId xmlns:a16="http://schemas.microsoft.com/office/drawing/2014/main" val="4258211808"/>
                    </a:ext>
                  </a:extLst>
                </a:gridCol>
                <a:gridCol w="755650">
                  <a:extLst>
                    <a:ext uri="{9D8B030D-6E8A-4147-A177-3AD203B41FA5}">
                      <a16:colId xmlns:a16="http://schemas.microsoft.com/office/drawing/2014/main" val="1794200575"/>
                    </a:ext>
                  </a:extLst>
                </a:gridCol>
                <a:gridCol w="755650">
                  <a:extLst>
                    <a:ext uri="{9D8B030D-6E8A-4147-A177-3AD203B41FA5}">
                      <a16:colId xmlns:a16="http://schemas.microsoft.com/office/drawing/2014/main" val="4230716487"/>
                    </a:ext>
                  </a:extLst>
                </a:gridCol>
                <a:gridCol w="755650">
                  <a:extLst>
                    <a:ext uri="{9D8B030D-6E8A-4147-A177-3AD203B41FA5}">
                      <a16:colId xmlns:a16="http://schemas.microsoft.com/office/drawing/2014/main" val="56153739"/>
                    </a:ext>
                  </a:extLst>
                </a:gridCol>
              </a:tblGrid>
              <a:tr h="370840">
                <a:tc>
                  <a:txBody>
                    <a:bodyPr/>
                    <a:lstStyle/>
                    <a:p>
                      <a:pPr algn="ctr"/>
                      <a:r>
                        <a:rPr lang="en-US" altLang="zh-CN" dirty="0">
                          <a:solidFill>
                            <a:schemeClr val="tx1"/>
                          </a:solidFill>
                          <a:latin typeface="Arial Black" panose="020B0A04020102020204" pitchFamily="34" charset="0"/>
                        </a:rPr>
                        <a:t>0</a:t>
                      </a:r>
                      <a:endParaRPr lang="zh-CN" altLang="en-US" dirty="0">
                        <a:solidFill>
                          <a:schemeClr val="tx1"/>
                        </a:solidFill>
                        <a:latin typeface="Arial Black" panose="020B0A04020102020204" pitchFamily="34" charset="0"/>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ctr"/>
                      <a:r>
                        <a:rPr lang="en-US" altLang="zh-CN" dirty="0">
                          <a:solidFill>
                            <a:schemeClr val="tx1"/>
                          </a:solidFill>
                          <a:latin typeface="Arial Black" panose="020B0A04020102020204" pitchFamily="34" charset="0"/>
                        </a:rPr>
                        <a:t>1</a:t>
                      </a:r>
                      <a:endParaRPr lang="zh-CN" altLang="en-US" dirty="0">
                        <a:solidFill>
                          <a:schemeClr val="tx1"/>
                        </a:solidFill>
                        <a:latin typeface="Arial Black" panose="020B0A04020102020204" pitchFamily="34" charset="0"/>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ctr"/>
                      <a:r>
                        <a:rPr lang="en-US" altLang="zh-CN" dirty="0">
                          <a:solidFill>
                            <a:schemeClr val="tx1"/>
                          </a:solidFill>
                          <a:latin typeface="Arial Black" panose="020B0A04020102020204" pitchFamily="34" charset="0"/>
                        </a:rPr>
                        <a:t>2</a:t>
                      </a:r>
                      <a:endParaRPr lang="zh-CN" altLang="en-US" dirty="0">
                        <a:solidFill>
                          <a:schemeClr val="tx1"/>
                        </a:solidFill>
                        <a:latin typeface="Arial Black" panose="020B0A04020102020204" pitchFamily="34" charset="0"/>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ctr"/>
                      <a:r>
                        <a:rPr lang="en-US" altLang="zh-CN" dirty="0">
                          <a:solidFill>
                            <a:schemeClr val="tx1"/>
                          </a:solidFill>
                          <a:latin typeface="Arial Black" panose="020B0A04020102020204" pitchFamily="34" charset="0"/>
                        </a:rPr>
                        <a:t>3</a:t>
                      </a:r>
                      <a:endParaRPr lang="zh-CN" altLang="en-US" dirty="0">
                        <a:solidFill>
                          <a:schemeClr val="tx1"/>
                        </a:solidFill>
                        <a:latin typeface="Arial Black" panose="020B0A04020102020204" pitchFamily="34" charset="0"/>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ctr"/>
                      <a:r>
                        <a:rPr lang="en-US" altLang="zh-CN" dirty="0">
                          <a:solidFill>
                            <a:schemeClr val="tx1"/>
                          </a:solidFill>
                          <a:latin typeface="Arial Black" panose="020B0A04020102020204" pitchFamily="34" charset="0"/>
                        </a:rPr>
                        <a:t>4</a:t>
                      </a:r>
                      <a:endParaRPr lang="zh-CN" altLang="en-US" dirty="0">
                        <a:solidFill>
                          <a:schemeClr val="tx1"/>
                        </a:solidFill>
                        <a:latin typeface="Arial Black" panose="020B0A04020102020204" pitchFamily="34" charset="0"/>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ctr"/>
                      <a:r>
                        <a:rPr lang="en-US" altLang="zh-CN" dirty="0">
                          <a:solidFill>
                            <a:schemeClr val="tx1"/>
                          </a:solidFill>
                          <a:latin typeface="Arial Black" panose="020B0A04020102020204" pitchFamily="34" charset="0"/>
                        </a:rPr>
                        <a:t>5</a:t>
                      </a:r>
                      <a:endParaRPr lang="zh-CN" altLang="en-US" dirty="0">
                        <a:solidFill>
                          <a:schemeClr val="tx1"/>
                        </a:solidFill>
                        <a:latin typeface="Arial Black" panose="020B0A04020102020204" pitchFamily="34" charset="0"/>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ctr"/>
                      <a:r>
                        <a:rPr lang="en-US" altLang="zh-CN" dirty="0">
                          <a:solidFill>
                            <a:schemeClr val="tx1"/>
                          </a:solidFill>
                          <a:latin typeface="Arial Black" panose="020B0A04020102020204" pitchFamily="34" charset="0"/>
                        </a:rPr>
                        <a:t>6</a:t>
                      </a:r>
                      <a:endParaRPr lang="zh-CN" altLang="en-US" dirty="0">
                        <a:solidFill>
                          <a:schemeClr val="tx1"/>
                        </a:solidFill>
                        <a:latin typeface="Arial Black" panose="020B0A04020102020204" pitchFamily="34" charset="0"/>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ctr"/>
                      <a:r>
                        <a:rPr lang="en-US" altLang="zh-CN" dirty="0">
                          <a:solidFill>
                            <a:schemeClr val="tx1"/>
                          </a:solidFill>
                          <a:latin typeface="Arial Black" panose="020B0A04020102020204" pitchFamily="34" charset="0"/>
                        </a:rPr>
                        <a:t>7</a:t>
                      </a:r>
                      <a:endParaRPr lang="zh-CN" altLang="en-US" dirty="0">
                        <a:solidFill>
                          <a:schemeClr val="tx1"/>
                        </a:solidFill>
                        <a:latin typeface="Arial Black" panose="020B0A04020102020204" pitchFamily="34" charset="0"/>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ctr"/>
                      <a:r>
                        <a:rPr lang="en-US" altLang="zh-CN" dirty="0">
                          <a:solidFill>
                            <a:schemeClr val="tx1"/>
                          </a:solidFill>
                          <a:latin typeface="Arial Black" panose="020B0A04020102020204" pitchFamily="34" charset="0"/>
                        </a:rPr>
                        <a:t>0</a:t>
                      </a:r>
                      <a:endParaRPr lang="zh-CN" altLang="en-US" dirty="0">
                        <a:solidFill>
                          <a:schemeClr val="tx1"/>
                        </a:solidFill>
                        <a:latin typeface="Arial Black" panose="020B0A04020102020204" pitchFamily="34" charset="0"/>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ctr"/>
                      <a:r>
                        <a:rPr lang="en-US" altLang="zh-CN" dirty="0">
                          <a:solidFill>
                            <a:schemeClr val="tx1"/>
                          </a:solidFill>
                          <a:latin typeface="Arial Black" panose="020B0A04020102020204" pitchFamily="34" charset="0"/>
                        </a:rPr>
                        <a:t>1</a:t>
                      </a:r>
                      <a:endParaRPr lang="zh-CN" altLang="en-US" dirty="0">
                        <a:solidFill>
                          <a:schemeClr val="tx1"/>
                        </a:solidFill>
                        <a:latin typeface="Arial Black" panose="020B0A04020102020204" pitchFamily="34" charset="0"/>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ctr"/>
                      <a:r>
                        <a:rPr lang="en-US" altLang="zh-CN" dirty="0">
                          <a:solidFill>
                            <a:schemeClr val="tx1"/>
                          </a:solidFill>
                          <a:latin typeface="Arial Black" panose="020B0A04020102020204" pitchFamily="34" charset="0"/>
                        </a:rPr>
                        <a:t>2</a:t>
                      </a:r>
                      <a:endParaRPr lang="zh-CN" altLang="en-US" dirty="0">
                        <a:solidFill>
                          <a:schemeClr val="tx1"/>
                        </a:solidFill>
                        <a:latin typeface="Arial Black" panose="020B0A04020102020204" pitchFamily="34" charset="0"/>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ctr"/>
                      <a:r>
                        <a:rPr lang="en-US" altLang="zh-CN" dirty="0">
                          <a:solidFill>
                            <a:schemeClr val="tx1"/>
                          </a:solidFill>
                          <a:latin typeface="Arial Black" panose="020B0A04020102020204" pitchFamily="34" charset="0"/>
                        </a:rPr>
                        <a:t>…</a:t>
                      </a:r>
                      <a:endParaRPr lang="zh-CN" altLang="en-US" dirty="0">
                        <a:solidFill>
                          <a:schemeClr val="tx1"/>
                        </a:solidFill>
                        <a:latin typeface="Arial Black" panose="020B0A04020102020204" pitchFamily="34" charset="0"/>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extLst>
                  <a:ext uri="{0D108BD9-81ED-4DB2-BD59-A6C34878D82A}">
                    <a16:rowId xmlns:a16="http://schemas.microsoft.com/office/drawing/2014/main" val="316235763"/>
                  </a:ext>
                </a:extLst>
              </a:tr>
            </a:tbl>
          </a:graphicData>
        </a:graphic>
      </p:graphicFrame>
      <p:graphicFrame>
        <p:nvGraphicFramePr>
          <p:cNvPr id="68" name="表格 21">
            <a:extLst>
              <a:ext uri="{FF2B5EF4-FFF2-40B4-BE49-F238E27FC236}">
                <a16:creationId xmlns:a16="http://schemas.microsoft.com/office/drawing/2014/main" id="{D9B4273D-C94E-42E6-A39B-908C6FA1D8AF}"/>
              </a:ext>
            </a:extLst>
          </p:cNvPr>
          <p:cNvGraphicFramePr>
            <a:graphicFrameLocks noGrp="1"/>
          </p:cNvGraphicFramePr>
          <p:nvPr/>
        </p:nvGraphicFramePr>
        <p:xfrm>
          <a:off x="2302929" y="1827576"/>
          <a:ext cx="9067800" cy="370840"/>
        </p:xfrm>
        <a:graphic>
          <a:graphicData uri="http://schemas.openxmlformats.org/drawingml/2006/table">
            <a:tbl>
              <a:tblPr firstRow="1" bandRow="1">
                <a:tableStyleId>{5C22544A-7EE6-4342-B048-85BDC9FD1C3A}</a:tableStyleId>
              </a:tblPr>
              <a:tblGrid>
                <a:gridCol w="755650">
                  <a:extLst>
                    <a:ext uri="{9D8B030D-6E8A-4147-A177-3AD203B41FA5}">
                      <a16:colId xmlns:a16="http://schemas.microsoft.com/office/drawing/2014/main" val="877486509"/>
                    </a:ext>
                  </a:extLst>
                </a:gridCol>
                <a:gridCol w="755650">
                  <a:extLst>
                    <a:ext uri="{9D8B030D-6E8A-4147-A177-3AD203B41FA5}">
                      <a16:colId xmlns:a16="http://schemas.microsoft.com/office/drawing/2014/main" val="3548605817"/>
                    </a:ext>
                  </a:extLst>
                </a:gridCol>
                <a:gridCol w="755650">
                  <a:extLst>
                    <a:ext uri="{9D8B030D-6E8A-4147-A177-3AD203B41FA5}">
                      <a16:colId xmlns:a16="http://schemas.microsoft.com/office/drawing/2014/main" val="2881812895"/>
                    </a:ext>
                  </a:extLst>
                </a:gridCol>
                <a:gridCol w="755650">
                  <a:extLst>
                    <a:ext uri="{9D8B030D-6E8A-4147-A177-3AD203B41FA5}">
                      <a16:colId xmlns:a16="http://schemas.microsoft.com/office/drawing/2014/main" val="3682284582"/>
                    </a:ext>
                  </a:extLst>
                </a:gridCol>
                <a:gridCol w="755650">
                  <a:extLst>
                    <a:ext uri="{9D8B030D-6E8A-4147-A177-3AD203B41FA5}">
                      <a16:colId xmlns:a16="http://schemas.microsoft.com/office/drawing/2014/main" val="500127722"/>
                    </a:ext>
                  </a:extLst>
                </a:gridCol>
                <a:gridCol w="755650">
                  <a:extLst>
                    <a:ext uri="{9D8B030D-6E8A-4147-A177-3AD203B41FA5}">
                      <a16:colId xmlns:a16="http://schemas.microsoft.com/office/drawing/2014/main" val="2946259618"/>
                    </a:ext>
                  </a:extLst>
                </a:gridCol>
                <a:gridCol w="755650">
                  <a:extLst>
                    <a:ext uri="{9D8B030D-6E8A-4147-A177-3AD203B41FA5}">
                      <a16:colId xmlns:a16="http://schemas.microsoft.com/office/drawing/2014/main" val="171501986"/>
                    </a:ext>
                  </a:extLst>
                </a:gridCol>
                <a:gridCol w="755650">
                  <a:extLst>
                    <a:ext uri="{9D8B030D-6E8A-4147-A177-3AD203B41FA5}">
                      <a16:colId xmlns:a16="http://schemas.microsoft.com/office/drawing/2014/main" val="1667185265"/>
                    </a:ext>
                  </a:extLst>
                </a:gridCol>
                <a:gridCol w="755650">
                  <a:extLst>
                    <a:ext uri="{9D8B030D-6E8A-4147-A177-3AD203B41FA5}">
                      <a16:colId xmlns:a16="http://schemas.microsoft.com/office/drawing/2014/main" val="4258211808"/>
                    </a:ext>
                  </a:extLst>
                </a:gridCol>
                <a:gridCol w="755650">
                  <a:extLst>
                    <a:ext uri="{9D8B030D-6E8A-4147-A177-3AD203B41FA5}">
                      <a16:colId xmlns:a16="http://schemas.microsoft.com/office/drawing/2014/main" val="1794200575"/>
                    </a:ext>
                  </a:extLst>
                </a:gridCol>
                <a:gridCol w="755650">
                  <a:extLst>
                    <a:ext uri="{9D8B030D-6E8A-4147-A177-3AD203B41FA5}">
                      <a16:colId xmlns:a16="http://schemas.microsoft.com/office/drawing/2014/main" val="4230716487"/>
                    </a:ext>
                  </a:extLst>
                </a:gridCol>
                <a:gridCol w="755650">
                  <a:extLst>
                    <a:ext uri="{9D8B030D-6E8A-4147-A177-3AD203B41FA5}">
                      <a16:colId xmlns:a16="http://schemas.microsoft.com/office/drawing/2014/main" val="56153739"/>
                    </a:ext>
                  </a:extLst>
                </a:gridCol>
              </a:tblGrid>
              <a:tr h="370840">
                <a:tc>
                  <a:txBody>
                    <a:bodyPr/>
                    <a:lstStyle/>
                    <a:p>
                      <a:pPr algn="ctr"/>
                      <a:r>
                        <a:rPr lang="en-US" altLang="zh-CN" dirty="0">
                          <a:solidFill>
                            <a:schemeClr val="tx1"/>
                          </a:solidFill>
                          <a:latin typeface="Arial Black" panose="020B0A04020102020204" pitchFamily="34" charset="0"/>
                        </a:rPr>
                        <a:t>0</a:t>
                      </a:r>
                      <a:endParaRPr lang="zh-CN" altLang="en-US" dirty="0">
                        <a:solidFill>
                          <a:schemeClr val="tx1"/>
                        </a:solidFill>
                        <a:latin typeface="Arial Black" panose="020B0A04020102020204" pitchFamily="34" charset="0"/>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ctr"/>
                      <a:r>
                        <a:rPr lang="en-US" altLang="zh-CN" dirty="0">
                          <a:solidFill>
                            <a:schemeClr val="tx1"/>
                          </a:solidFill>
                          <a:latin typeface="Arial Black" panose="020B0A04020102020204" pitchFamily="34" charset="0"/>
                        </a:rPr>
                        <a:t>1</a:t>
                      </a:r>
                      <a:endParaRPr lang="zh-CN" altLang="en-US" dirty="0">
                        <a:solidFill>
                          <a:schemeClr val="tx1"/>
                        </a:solidFill>
                        <a:latin typeface="Arial Black" panose="020B0A04020102020204" pitchFamily="34" charset="0"/>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ctr"/>
                      <a:r>
                        <a:rPr lang="en-US" altLang="zh-CN" dirty="0">
                          <a:solidFill>
                            <a:schemeClr val="tx1"/>
                          </a:solidFill>
                          <a:latin typeface="Arial Black" panose="020B0A04020102020204" pitchFamily="34" charset="0"/>
                        </a:rPr>
                        <a:t>2</a:t>
                      </a:r>
                      <a:endParaRPr lang="zh-CN" altLang="en-US" dirty="0">
                        <a:solidFill>
                          <a:schemeClr val="tx1"/>
                        </a:solidFill>
                        <a:latin typeface="Arial Black" panose="020B0A04020102020204" pitchFamily="34" charset="0"/>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ctr"/>
                      <a:r>
                        <a:rPr lang="en-US" altLang="zh-CN" dirty="0">
                          <a:solidFill>
                            <a:schemeClr val="tx1"/>
                          </a:solidFill>
                          <a:latin typeface="Arial Black" panose="020B0A04020102020204" pitchFamily="34" charset="0"/>
                        </a:rPr>
                        <a:t>3</a:t>
                      </a:r>
                      <a:endParaRPr lang="zh-CN" altLang="en-US" dirty="0">
                        <a:solidFill>
                          <a:schemeClr val="tx1"/>
                        </a:solidFill>
                        <a:latin typeface="Arial Black" panose="020B0A04020102020204" pitchFamily="34" charset="0"/>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ctr"/>
                      <a:r>
                        <a:rPr lang="en-US" altLang="zh-CN" dirty="0">
                          <a:solidFill>
                            <a:schemeClr val="tx1"/>
                          </a:solidFill>
                          <a:latin typeface="Arial Black" panose="020B0A04020102020204" pitchFamily="34" charset="0"/>
                        </a:rPr>
                        <a:t>4</a:t>
                      </a:r>
                      <a:endParaRPr lang="zh-CN" altLang="en-US" dirty="0">
                        <a:solidFill>
                          <a:schemeClr val="tx1"/>
                        </a:solidFill>
                        <a:latin typeface="Arial Black" panose="020B0A04020102020204" pitchFamily="34" charset="0"/>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ctr"/>
                      <a:r>
                        <a:rPr lang="en-US" altLang="zh-CN" dirty="0">
                          <a:solidFill>
                            <a:schemeClr val="tx1"/>
                          </a:solidFill>
                          <a:latin typeface="Arial Black" panose="020B0A04020102020204" pitchFamily="34" charset="0"/>
                        </a:rPr>
                        <a:t>5</a:t>
                      </a:r>
                      <a:endParaRPr lang="zh-CN" altLang="en-US" dirty="0">
                        <a:solidFill>
                          <a:schemeClr val="tx1"/>
                        </a:solidFill>
                        <a:latin typeface="Arial Black" panose="020B0A04020102020204" pitchFamily="34" charset="0"/>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ctr"/>
                      <a:r>
                        <a:rPr lang="en-US" altLang="zh-CN" dirty="0">
                          <a:solidFill>
                            <a:schemeClr val="tx1"/>
                          </a:solidFill>
                          <a:latin typeface="Arial Black" panose="020B0A04020102020204" pitchFamily="34" charset="0"/>
                        </a:rPr>
                        <a:t>6</a:t>
                      </a:r>
                      <a:endParaRPr lang="zh-CN" altLang="en-US" dirty="0">
                        <a:solidFill>
                          <a:schemeClr val="tx1"/>
                        </a:solidFill>
                        <a:latin typeface="Arial Black" panose="020B0A04020102020204" pitchFamily="34" charset="0"/>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ctr"/>
                      <a:r>
                        <a:rPr lang="en-US" altLang="zh-CN" dirty="0">
                          <a:solidFill>
                            <a:schemeClr val="tx1"/>
                          </a:solidFill>
                          <a:latin typeface="Arial Black" panose="020B0A04020102020204" pitchFamily="34" charset="0"/>
                        </a:rPr>
                        <a:t>7</a:t>
                      </a:r>
                      <a:endParaRPr lang="zh-CN" altLang="en-US" dirty="0">
                        <a:solidFill>
                          <a:schemeClr val="tx1"/>
                        </a:solidFill>
                        <a:latin typeface="Arial Black" panose="020B0A04020102020204" pitchFamily="34" charset="0"/>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ctr"/>
                      <a:r>
                        <a:rPr lang="en-US" altLang="zh-CN" dirty="0">
                          <a:solidFill>
                            <a:schemeClr val="tx1"/>
                          </a:solidFill>
                          <a:latin typeface="Arial Black" panose="020B0A04020102020204" pitchFamily="34" charset="0"/>
                        </a:rPr>
                        <a:t>0</a:t>
                      </a:r>
                      <a:endParaRPr lang="zh-CN" altLang="en-US" dirty="0">
                        <a:solidFill>
                          <a:schemeClr val="tx1"/>
                        </a:solidFill>
                        <a:latin typeface="Arial Black" panose="020B0A04020102020204" pitchFamily="34" charset="0"/>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ctr"/>
                      <a:r>
                        <a:rPr lang="en-US" altLang="zh-CN" dirty="0">
                          <a:solidFill>
                            <a:schemeClr val="tx1"/>
                          </a:solidFill>
                          <a:latin typeface="Arial Black" panose="020B0A04020102020204" pitchFamily="34" charset="0"/>
                        </a:rPr>
                        <a:t>1</a:t>
                      </a:r>
                      <a:endParaRPr lang="zh-CN" altLang="en-US" dirty="0">
                        <a:solidFill>
                          <a:schemeClr val="tx1"/>
                        </a:solidFill>
                        <a:latin typeface="Arial Black" panose="020B0A04020102020204" pitchFamily="34" charset="0"/>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ctr"/>
                      <a:r>
                        <a:rPr lang="en-US" altLang="zh-CN" dirty="0">
                          <a:solidFill>
                            <a:schemeClr val="tx1"/>
                          </a:solidFill>
                          <a:latin typeface="Arial Black" panose="020B0A04020102020204" pitchFamily="34" charset="0"/>
                        </a:rPr>
                        <a:t>2</a:t>
                      </a:r>
                      <a:endParaRPr lang="zh-CN" altLang="en-US" dirty="0">
                        <a:solidFill>
                          <a:schemeClr val="tx1"/>
                        </a:solidFill>
                        <a:latin typeface="Arial Black" panose="020B0A04020102020204" pitchFamily="34" charset="0"/>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ctr"/>
                      <a:r>
                        <a:rPr lang="en-US" altLang="zh-CN" dirty="0">
                          <a:solidFill>
                            <a:schemeClr val="tx1"/>
                          </a:solidFill>
                          <a:latin typeface="Arial Black" panose="020B0A04020102020204" pitchFamily="34" charset="0"/>
                        </a:rPr>
                        <a:t>…</a:t>
                      </a:r>
                      <a:endParaRPr lang="zh-CN" altLang="en-US" dirty="0">
                        <a:solidFill>
                          <a:schemeClr val="tx1"/>
                        </a:solidFill>
                        <a:latin typeface="Arial Black" panose="020B0A04020102020204" pitchFamily="34" charset="0"/>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extLst>
                  <a:ext uri="{0D108BD9-81ED-4DB2-BD59-A6C34878D82A}">
                    <a16:rowId xmlns:a16="http://schemas.microsoft.com/office/drawing/2014/main" val="316235763"/>
                  </a:ext>
                </a:extLst>
              </a:tr>
            </a:tbl>
          </a:graphicData>
        </a:graphic>
      </p:graphicFrame>
      <p:sp>
        <p:nvSpPr>
          <p:cNvPr id="49" name="íşlïḍè">
            <a:extLst>
              <a:ext uri="{FF2B5EF4-FFF2-40B4-BE49-F238E27FC236}">
                <a16:creationId xmlns:a16="http://schemas.microsoft.com/office/drawing/2014/main" id="{84B44B39-A1BD-4956-A1BF-ECB7ACDDA058}"/>
              </a:ext>
            </a:extLst>
          </p:cNvPr>
          <p:cNvSpPr txBox="1"/>
          <p:nvPr/>
        </p:nvSpPr>
        <p:spPr>
          <a:xfrm>
            <a:off x="3835285" y="3287898"/>
            <a:ext cx="4525886" cy="602502"/>
          </a:xfrm>
          <a:prstGeom prst="rect">
            <a:avLst/>
          </a:prstGeom>
          <a:noFill/>
        </p:spPr>
        <p:txBody>
          <a:bodyPr wrap="square" lIns="91440" tIns="45720" rIns="91440" bIns="45720" anchor="ctr">
            <a:noAutofit/>
          </a:bodyPr>
          <a:lstStyle/>
          <a:p>
            <a:pPr algn="ctr"/>
            <a:r>
              <a:rPr lang="zh-CN" altLang="en-US" sz="2800" b="1" dirty="0"/>
              <a:t>超时重传、回退</a:t>
            </a:r>
            <a:r>
              <a:rPr lang="en-US" altLang="zh-CN" sz="2800" b="1" dirty="0"/>
              <a:t>N</a:t>
            </a:r>
            <a:r>
              <a:rPr lang="zh-CN" altLang="en-US" sz="2800" b="1" dirty="0"/>
              <a:t>帧的情况</a:t>
            </a:r>
            <a:endParaRPr lang="en-US" altLang="zh-CN" sz="2800" b="1" dirty="0"/>
          </a:p>
        </p:txBody>
      </p:sp>
      <p:sp>
        <p:nvSpPr>
          <p:cNvPr id="13" name="矩形 12">
            <a:extLst>
              <a:ext uri="{FF2B5EF4-FFF2-40B4-BE49-F238E27FC236}">
                <a16:creationId xmlns:a16="http://schemas.microsoft.com/office/drawing/2014/main" id="{14642CA0-C4C4-44A5-BD3D-9FB5C2470514}"/>
              </a:ext>
            </a:extLst>
          </p:cNvPr>
          <p:cNvSpPr/>
          <p:nvPr/>
        </p:nvSpPr>
        <p:spPr>
          <a:xfrm>
            <a:off x="2300222" y="5537182"/>
            <a:ext cx="3780000" cy="390966"/>
          </a:xfrm>
          <a:prstGeom prst="rect">
            <a:avLst/>
          </a:prstGeom>
          <a:solidFill>
            <a:schemeClr val="accent3">
              <a:alpha val="74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36" name="矩形 35">
            <a:extLst>
              <a:ext uri="{FF2B5EF4-FFF2-40B4-BE49-F238E27FC236}">
                <a16:creationId xmlns:a16="http://schemas.microsoft.com/office/drawing/2014/main" id="{E7EB5D14-D014-48F8-ACBF-E9E95001992A}"/>
              </a:ext>
            </a:extLst>
          </p:cNvPr>
          <p:cNvSpPr/>
          <p:nvPr/>
        </p:nvSpPr>
        <p:spPr>
          <a:xfrm>
            <a:off x="2311257" y="1832079"/>
            <a:ext cx="1497129" cy="356368"/>
          </a:xfrm>
          <a:prstGeom prst="rect">
            <a:avLst/>
          </a:prstGeom>
          <a:solidFill>
            <a:schemeClr val="accent4">
              <a:alpha val="74000"/>
            </a:schemeClr>
          </a:solidFill>
          <a:ln>
            <a:solidFill>
              <a:schemeClr val="accent4"/>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44" name="矩形 43">
            <a:extLst>
              <a:ext uri="{FF2B5EF4-FFF2-40B4-BE49-F238E27FC236}">
                <a16:creationId xmlns:a16="http://schemas.microsoft.com/office/drawing/2014/main" id="{B8E49409-7D16-41EF-B95C-4BC739DEBC7B}"/>
              </a:ext>
            </a:extLst>
          </p:cNvPr>
          <p:cNvSpPr/>
          <p:nvPr/>
        </p:nvSpPr>
        <p:spPr>
          <a:xfrm>
            <a:off x="6076962" y="5557308"/>
            <a:ext cx="1517580" cy="390966"/>
          </a:xfrm>
          <a:prstGeom prst="rect">
            <a:avLst/>
          </a:prstGeom>
          <a:solidFill>
            <a:schemeClr val="accent3">
              <a:alpha val="74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grpSp>
        <p:nvGrpSpPr>
          <p:cNvPr id="34" name="组合 33">
            <a:extLst>
              <a:ext uri="{FF2B5EF4-FFF2-40B4-BE49-F238E27FC236}">
                <a16:creationId xmlns:a16="http://schemas.microsoft.com/office/drawing/2014/main" id="{97CBDB4E-ADCF-429E-B469-9E8E9821F1B3}"/>
              </a:ext>
            </a:extLst>
          </p:cNvPr>
          <p:cNvGrpSpPr/>
          <p:nvPr/>
        </p:nvGrpSpPr>
        <p:grpSpPr>
          <a:xfrm>
            <a:off x="467055" y="4824316"/>
            <a:ext cx="708432" cy="532527"/>
            <a:chOff x="1251044" y="2295088"/>
            <a:chExt cx="708432" cy="532527"/>
          </a:xfrm>
          <a:solidFill>
            <a:schemeClr val="accent4"/>
          </a:solidFill>
        </p:grpSpPr>
        <p:sp>
          <p:nvSpPr>
            <p:cNvPr id="35" name="矩形 34">
              <a:extLst>
                <a:ext uri="{FF2B5EF4-FFF2-40B4-BE49-F238E27FC236}">
                  <a16:creationId xmlns:a16="http://schemas.microsoft.com/office/drawing/2014/main" id="{9A7C7ED4-94B1-44C8-ADF8-B4331E334BA2}"/>
                </a:ext>
              </a:extLst>
            </p:cNvPr>
            <p:cNvSpPr/>
            <p:nvPr/>
          </p:nvSpPr>
          <p:spPr>
            <a:xfrm>
              <a:off x="1251044" y="2557332"/>
              <a:ext cx="708432" cy="270283"/>
            </a:xfrm>
            <a:prstGeom prst="rect">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46800" rIns="46800" rtlCol="0" anchor="ctr"/>
            <a:lstStyle/>
            <a:p>
              <a:pPr algn="ctr"/>
              <a:r>
                <a:rPr lang="en-US" altLang="zh-CN" b="1" dirty="0"/>
                <a:t>ACK1</a:t>
              </a:r>
              <a:endParaRPr lang="zh-CN" altLang="en-US" b="1" dirty="0"/>
            </a:p>
          </p:txBody>
        </p:sp>
        <p:sp>
          <p:nvSpPr>
            <p:cNvPr id="37" name="矩形 36">
              <a:extLst>
                <a:ext uri="{FF2B5EF4-FFF2-40B4-BE49-F238E27FC236}">
                  <a16:creationId xmlns:a16="http://schemas.microsoft.com/office/drawing/2014/main" id="{F11548FC-ABB7-4EE6-B46F-AF91B722D8F7}"/>
                </a:ext>
              </a:extLst>
            </p:cNvPr>
            <p:cNvSpPr/>
            <p:nvPr/>
          </p:nvSpPr>
          <p:spPr>
            <a:xfrm>
              <a:off x="1251044" y="2295088"/>
              <a:ext cx="708432" cy="270283"/>
            </a:xfrm>
            <a:prstGeom prst="rect">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46800" rIns="46800" rtlCol="0" anchor="ctr"/>
            <a:lstStyle/>
            <a:p>
              <a:pPr algn="ctr"/>
              <a:r>
                <a:rPr lang="en-US" altLang="zh-CN" b="1" dirty="0"/>
                <a:t>ACK1</a:t>
              </a:r>
              <a:endParaRPr lang="zh-CN" altLang="en-US" b="1" dirty="0"/>
            </a:p>
          </p:txBody>
        </p:sp>
      </p:grpSp>
      <p:sp>
        <p:nvSpPr>
          <p:cNvPr id="29" name="平行四边形 28">
            <a:extLst>
              <a:ext uri="{FF2B5EF4-FFF2-40B4-BE49-F238E27FC236}">
                <a16:creationId xmlns:a16="http://schemas.microsoft.com/office/drawing/2014/main" id="{BB3C8492-E436-2753-BCB0-FC4B5EAD4FD2}"/>
              </a:ext>
            </a:extLst>
          </p:cNvPr>
          <p:cNvSpPr/>
          <p:nvPr/>
        </p:nvSpPr>
        <p:spPr>
          <a:xfrm>
            <a:off x="304799" y="749300"/>
            <a:ext cx="695119" cy="387090"/>
          </a:xfrm>
          <a:prstGeom prst="parallelogram">
            <a:avLst/>
          </a:prstGeom>
          <a:solidFill>
            <a:schemeClr val="accent3">
              <a:lumMod val="75000"/>
            </a:schemeClr>
          </a:solidFill>
          <a:ln>
            <a:solidFill>
              <a:schemeClr val="accent3">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CN" sz="2200" dirty="0">
                <a:latin typeface="Impact" panose="020B0806030902050204" pitchFamily="34" charset="0"/>
              </a:rPr>
              <a:t>04</a:t>
            </a:r>
            <a:endParaRPr lang="zh-CN" altLang="en-US" sz="2200" dirty="0">
              <a:latin typeface="Impact" panose="020B0806030902050204" pitchFamily="34" charset="0"/>
            </a:endParaRPr>
          </a:p>
        </p:txBody>
      </p:sp>
    </p:spTree>
    <p:custDataLst>
      <p:tags r:id="rId1"/>
    </p:custDataLst>
    <p:extLst>
      <p:ext uri="{BB962C8B-B14F-4D97-AF65-F5344CB8AC3E}">
        <p14:creationId xmlns:p14="http://schemas.microsoft.com/office/powerpoint/2010/main" val="2764829342"/>
      </p:ext>
    </p:extLst>
  </p:cSld>
  <p:clrMapOvr>
    <a:masterClrMapping/>
  </p:clrMapOvr>
  <mc:AlternateContent xmlns:mc="http://schemas.openxmlformats.org/markup-compatibility/2006" xmlns:p159="http://schemas.microsoft.com/office/powerpoint/2015/09/main">
    <mc:Choice Requires="p159">
      <p:transition xmlns:p14="http://schemas.microsoft.com/office/powerpoint/2010/main" spd="slow" p14:dur="2000">
        <p159:morph option="byObject"/>
      </p:transition>
    </mc:Choice>
    <mc:Fallback xmlns="">
      <p:transition spd="slow">
        <p:fade/>
      </p:transition>
    </mc:Fallback>
  </mc:AlternateContent>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2" presetClass="exit" presetSubtype="4" fill="hold" nodeType="clickEffect">
                                  <p:stCondLst>
                                    <p:cond delay="0"/>
                                  </p:stCondLst>
                                  <p:childTnLst>
                                    <p:anim calcmode="lin" valueType="num">
                                      <p:cBhvr additive="base">
                                        <p:cTn id="6" dur="500"/>
                                        <p:tgtEl>
                                          <p:spTgt spid="34"/>
                                        </p:tgtEl>
                                        <p:attrNameLst>
                                          <p:attrName>ppt_y</p:attrName>
                                        </p:attrNameLst>
                                      </p:cBhvr>
                                      <p:tavLst>
                                        <p:tav tm="0">
                                          <p:val>
                                            <p:strVal val="#ppt_y"/>
                                          </p:val>
                                        </p:tav>
                                        <p:tav tm="100000">
                                          <p:val>
                                            <p:strVal val="#ppt_y+#ppt_h*1.125000"/>
                                          </p:val>
                                        </p:tav>
                                      </p:tavLst>
                                    </p:anim>
                                    <p:animEffect transition="out" filter="wipe(down)">
                                      <p:cBhvr>
                                        <p:cTn id="7" dur="500"/>
                                        <p:tgtEl>
                                          <p:spTgt spid="34"/>
                                        </p:tgtEl>
                                      </p:cBhvr>
                                    </p:animEffect>
                                    <p:set>
                                      <p:cBhvr>
                                        <p:cTn id="8" dur="1" fill="hold">
                                          <p:stCondLst>
                                            <p:cond delay="499"/>
                                          </p:stCondLst>
                                        </p:cTn>
                                        <p:tgtEl>
                                          <p:spTgt spid="34"/>
                                        </p:tgtEl>
                                        <p:attrNameLst>
                                          <p:attrName>style.visibility</p:attrName>
                                        </p:attrNameLst>
                                      </p:cBhvr>
                                      <p:to>
                                        <p:strVal val="hidden"/>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16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38" name="组合 37">
            <a:extLst>
              <a:ext uri="{FF2B5EF4-FFF2-40B4-BE49-F238E27FC236}">
                <a16:creationId xmlns:a16="http://schemas.microsoft.com/office/drawing/2014/main" id="{F1B81A00-D1CD-4324-9C55-93FA8AEE6040}"/>
              </a:ext>
            </a:extLst>
          </p:cNvPr>
          <p:cNvGrpSpPr/>
          <p:nvPr/>
        </p:nvGrpSpPr>
        <p:grpSpPr>
          <a:xfrm>
            <a:off x="3817249" y="5098286"/>
            <a:ext cx="3780000" cy="910796"/>
            <a:chOff x="2302929" y="5098286"/>
            <a:chExt cx="3780000" cy="910796"/>
          </a:xfrm>
        </p:grpSpPr>
        <p:sp>
          <p:nvSpPr>
            <p:cNvPr id="39" name="矩形 38">
              <a:extLst>
                <a:ext uri="{FF2B5EF4-FFF2-40B4-BE49-F238E27FC236}">
                  <a16:creationId xmlns:a16="http://schemas.microsoft.com/office/drawing/2014/main" id="{53BEA8C7-0E84-4C43-9BA6-B0FEB4F7EE65}"/>
                </a:ext>
              </a:extLst>
            </p:cNvPr>
            <p:cNvSpPr/>
            <p:nvPr/>
          </p:nvSpPr>
          <p:spPr>
            <a:xfrm>
              <a:off x="2302929" y="5467618"/>
              <a:ext cx="3780000" cy="541464"/>
            </a:xfrm>
            <a:prstGeom prst="rect">
              <a:avLst/>
            </a:prstGeom>
            <a:solidFill>
              <a:schemeClr val="accent3"/>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mc:AlternateContent xmlns:mc="http://schemas.openxmlformats.org/markup-compatibility/2006" xmlns:a14="http://schemas.microsoft.com/office/drawing/2010/main">
          <mc:Choice Requires="a14">
            <p:sp>
              <p:nvSpPr>
                <p:cNvPr id="40" name="文本框 39">
                  <a:extLst>
                    <a:ext uri="{FF2B5EF4-FFF2-40B4-BE49-F238E27FC236}">
                      <a16:creationId xmlns:a16="http://schemas.microsoft.com/office/drawing/2014/main" id="{A90B96BD-7B6C-4227-9038-A042DE3DB894}"/>
                    </a:ext>
                  </a:extLst>
                </p:cNvPr>
                <p:cNvSpPr txBox="1"/>
                <p:nvPr/>
              </p:nvSpPr>
              <p:spPr>
                <a:xfrm>
                  <a:off x="3659320" y="5098286"/>
                  <a:ext cx="1067217" cy="369332"/>
                </a:xfrm>
                <a:prstGeom prst="rect">
                  <a:avLst/>
                </a:prstGeom>
                <a:noFill/>
              </p:spPr>
              <p:txBody>
                <a:bodyPr wrap="square">
                  <a:spAutoFit/>
                </a:bodyPr>
                <a:lstStyle/>
                <a:p>
                  <a:pPr/>
                  <a14:m>
                    <m:oMathPara xmlns:m="http://schemas.openxmlformats.org/officeDocument/2006/math">
                      <m:oMathParaPr>
                        <m:jc m:val="centerGroup"/>
                      </m:oMathParaPr>
                      <m:oMath xmlns:m="http://schemas.openxmlformats.org/officeDocument/2006/math">
                        <m:sSub>
                          <m:sSubPr>
                            <m:ctrlPr>
                              <a:rPr lang="en-US" altLang="zh-CN" b="1" i="1" smtClean="0">
                                <a:solidFill>
                                  <a:schemeClr val="accent3"/>
                                </a:solidFill>
                                <a:latin typeface="Cambria Math" panose="02040503050406030204" pitchFamily="18" charset="0"/>
                              </a:rPr>
                            </m:ctrlPr>
                          </m:sSubPr>
                          <m:e>
                            <m:r>
                              <a:rPr lang="en-US" altLang="zh-CN" b="1" i="1" smtClean="0">
                                <a:solidFill>
                                  <a:schemeClr val="accent3"/>
                                </a:solidFill>
                                <a:latin typeface="Cambria Math" panose="02040503050406030204" pitchFamily="18" charset="0"/>
                              </a:rPr>
                              <m:t>𝑾</m:t>
                            </m:r>
                          </m:e>
                          <m:sub>
                            <m:r>
                              <a:rPr lang="en-US" altLang="zh-CN" b="1" i="1" smtClean="0">
                                <a:solidFill>
                                  <a:schemeClr val="accent3"/>
                                </a:solidFill>
                                <a:latin typeface="Cambria Math" panose="02040503050406030204" pitchFamily="18" charset="0"/>
                              </a:rPr>
                              <m:t>𝑻</m:t>
                            </m:r>
                          </m:sub>
                        </m:sSub>
                        <m:r>
                          <a:rPr lang="en-US" altLang="zh-CN" b="1" i="1" smtClean="0">
                            <a:solidFill>
                              <a:schemeClr val="accent3"/>
                            </a:solidFill>
                            <a:latin typeface="Cambria Math" panose="02040503050406030204" pitchFamily="18" charset="0"/>
                          </a:rPr>
                          <m:t>=</m:t>
                        </m:r>
                        <m:r>
                          <a:rPr lang="en-US" altLang="zh-CN" b="1" i="1" smtClean="0">
                            <a:solidFill>
                              <a:schemeClr val="accent3"/>
                            </a:solidFill>
                            <a:latin typeface="Cambria Math" panose="02040503050406030204" pitchFamily="18" charset="0"/>
                          </a:rPr>
                          <m:t>𝟓</m:t>
                        </m:r>
                      </m:oMath>
                    </m:oMathPara>
                  </a14:m>
                  <a:endParaRPr lang="zh-CN" altLang="en-US" dirty="0">
                    <a:solidFill>
                      <a:schemeClr val="accent3"/>
                    </a:solidFill>
                  </a:endParaRPr>
                </a:p>
              </p:txBody>
            </p:sp>
          </mc:Choice>
          <mc:Fallback xmlns="">
            <p:sp>
              <p:nvSpPr>
                <p:cNvPr id="23" name="文本框 22">
                  <a:extLst>
                    <a:ext uri="{FF2B5EF4-FFF2-40B4-BE49-F238E27FC236}">
                      <a16:creationId xmlns:a16="http://schemas.microsoft.com/office/drawing/2014/main" id="{ABC03EEA-26BD-4845-8ACC-3FB7B6DA9132}"/>
                    </a:ext>
                  </a:extLst>
                </p:cNvPr>
                <p:cNvSpPr txBox="1">
                  <a:spLocks noRot="1" noChangeAspect="1" noMove="1" noResize="1" noEditPoints="1" noAdjustHandles="1" noChangeArrowheads="1" noChangeShapeType="1" noTextEdit="1"/>
                </p:cNvSpPr>
                <p:nvPr/>
              </p:nvSpPr>
              <p:spPr>
                <a:xfrm>
                  <a:off x="3659320" y="5098286"/>
                  <a:ext cx="1067217" cy="369332"/>
                </a:xfrm>
                <a:prstGeom prst="rect">
                  <a:avLst/>
                </a:prstGeom>
                <a:blipFill>
                  <a:blip r:embed="rId4"/>
                  <a:stretch>
                    <a:fillRect b="-3279"/>
                  </a:stretch>
                </a:blipFill>
              </p:spPr>
              <p:txBody>
                <a:bodyPr/>
                <a:lstStyle/>
                <a:p>
                  <a:r>
                    <a:rPr lang="zh-CN" altLang="en-US">
                      <a:noFill/>
                    </a:rPr>
                    <a:t> </a:t>
                  </a:r>
                </a:p>
              </p:txBody>
            </p:sp>
          </mc:Fallback>
        </mc:AlternateContent>
      </p:grpSp>
      <p:grpSp>
        <p:nvGrpSpPr>
          <p:cNvPr id="31" name="组合 30">
            <a:extLst>
              <a:ext uri="{FF2B5EF4-FFF2-40B4-BE49-F238E27FC236}">
                <a16:creationId xmlns:a16="http://schemas.microsoft.com/office/drawing/2014/main" id="{F8FB8773-3132-44C5-BA37-545BA916FC7F}"/>
              </a:ext>
            </a:extLst>
          </p:cNvPr>
          <p:cNvGrpSpPr/>
          <p:nvPr/>
        </p:nvGrpSpPr>
        <p:grpSpPr>
          <a:xfrm>
            <a:off x="3659320" y="1363110"/>
            <a:ext cx="1067217" cy="917885"/>
            <a:chOff x="2146413" y="1363110"/>
            <a:chExt cx="1067217" cy="917885"/>
          </a:xfrm>
        </p:grpSpPr>
        <p:sp>
          <p:nvSpPr>
            <p:cNvPr id="32" name="矩形 31">
              <a:extLst>
                <a:ext uri="{FF2B5EF4-FFF2-40B4-BE49-F238E27FC236}">
                  <a16:creationId xmlns:a16="http://schemas.microsoft.com/office/drawing/2014/main" id="{D4210CF8-E394-4326-9E53-07BBCF692252}"/>
                </a:ext>
              </a:extLst>
            </p:cNvPr>
            <p:cNvSpPr/>
            <p:nvPr/>
          </p:nvSpPr>
          <p:spPr>
            <a:xfrm>
              <a:off x="2300222" y="1739531"/>
              <a:ext cx="759600" cy="541464"/>
            </a:xfrm>
            <a:prstGeom prst="rect">
              <a:avLst/>
            </a:prstGeom>
            <a:solidFill>
              <a:schemeClr val="accent4"/>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mc:AlternateContent xmlns:mc="http://schemas.openxmlformats.org/markup-compatibility/2006" xmlns:a14="http://schemas.microsoft.com/office/drawing/2010/main">
          <mc:Choice Requires="a14">
            <p:sp>
              <p:nvSpPr>
                <p:cNvPr id="33" name="文本框 32">
                  <a:extLst>
                    <a:ext uri="{FF2B5EF4-FFF2-40B4-BE49-F238E27FC236}">
                      <a16:creationId xmlns:a16="http://schemas.microsoft.com/office/drawing/2014/main" id="{B18AE0E4-0AF2-4267-8E26-A1FBCFC82FCA}"/>
                    </a:ext>
                  </a:extLst>
                </p:cNvPr>
                <p:cNvSpPr txBox="1"/>
                <p:nvPr/>
              </p:nvSpPr>
              <p:spPr>
                <a:xfrm>
                  <a:off x="2146413" y="1363110"/>
                  <a:ext cx="1067217" cy="369332"/>
                </a:xfrm>
                <a:prstGeom prst="rect">
                  <a:avLst/>
                </a:prstGeom>
                <a:noFill/>
              </p:spPr>
              <p:txBody>
                <a:bodyPr wrap="square">
                  <a:spAutoFit/>
                </a:bodyPr>
                <a:lstStyle/>
                <a:p>
                  <a:pPr/>
                  <a14:m>
                    <m:oMathPara xmlns:m="http://schemas.openxmlformats.org/officeDocument/2006/math">
                      <m:oMathParaPr>
                        <m:jc m:val="centerGroup"/>
                      </m:oMathParaPr>
                      <m:oMath xmlns:m="http://schemas.openxmlformats.org/officeDocument/2006/math">
                        <m:sSub>
                          <m:sSubPr>
                            <m:ctrlPr>
                              <a:rPr lang="en-US" altLang="zh-CN" b="1" i="1" smtClean="0">
                                <a:solidFill>
                                  <a:schemeClr val="accent4"/>
                                </a:solidFill>
                                <a:latin typeface="Cambria Math" panose="02040503050406030204" pitchFamily="18" charset="0"/>
                              </a:rPr>
                            </m:ctrlPr>
                          </m:sSubPr>
                          <m:e>
                            <m:r>
                              <a:rPr lang="en-US" altLang="zh-CN" b="1" i="1" smtClean="0">
                                <a:solidFill>
                                  <a:schemeClr val="accent4"/>
                                </a:solidFill>
                                <a:latin typeface="Cambria Math" panose="02040503050406030204" pitchFamily="18" charset="0"/>
                              </a:rPr>
                              <m:t>𝑾</m:t>
                            </m:r>
                          </m:e>
                          <m:sub>
                            <m:r>
                              <a:rPr lang="en-US" altLang="zh-CN" b="1" i="1" smtClean="0">
                                <a:solidFill>
                                  <a:schemeClr val="accent4"/>
                                </a:solidFill>
                                <a:latin typeface="Cambria Math" panose="02040503050406030204" pitchFamily="18" charset="0"/>
                              </a:rPr>
                              <m:t>𝑹</m:t>
                            </m:r>
                          </m:sub>
                        </m:sSub>
                        <m:r>
                          <a:rPr lang="en-US" altLang="zh-CN" b="1" i="1" smtClean="0">
                            <a:solidFill>
                              <a:schemeClr val="accent4"/>
                            </a:solidFill>
                            <a:latin typeface="Cambria Math" panose="02040503050406030204" pitchFamily="18" charset="0"/>
                          </a:rPr>
                          <m:t>=</m:t>
                        </m:r>
                        <m:r>
                          <a:rPr lang="en-US" altLang="zh-CN" b="1" i="1" smtClean="0">
                            <a:solidFill>
                              <a:schemeClr val="accent4"/>
                            </a:solidFill>
                            <a:latin typeface="Cambria Math" panose="02040503050406030204" pitchFamily="18" charset="0"/>
                          </a:rPr>
                          <m:t>𝟏</m:t>
                        </m:r>
                      </m:oMath>
                    </m:oMathPara>
                  </a14:m>
                  <a:endParaRPr lang="zh-CN" altLang="en-US" dirty="0">
                    <a:solidFill>
                      <a:schemeClr val="accent3"/>
                    </a:solidFill>
                  </a:endParaRPr>
                </a:p>
              </p:txBody>
            </p:sp>
          </mc:Choice>
          <mc:Fallback xmlns="">
            <p:sp>
              <p:nvSpPr>
                <p:cNvPr id="35" name="文本框 34">
                  <a:extLst>
                    <a:ext uri="{FF2B5EF4-FFF2-40B4-BE49-F238E27FC236}">
                      <a16:creationId xmlns:a16="http://schemas.microsoft.com/office/drawing/2014/main" id="{EE98B7EB-F32B-4A4F-9072-DF021D7DCAD9}"/>
                    </a:ext>
                  </a:extLst>
                </p:cNvPr>
                <p:cNvSpPr txBox="1">
                  <a:spLocks noRot="1" noChangeAspect="1" noMove="1" noResize="1" noEditPoints="1" noAdjustHandles="1" noChangeArrowheads="1" noChangeShapeType="1" noTextEdit="1"/>
                </p:cNvSpPr>
                <p:nvPr/>
              </p:nvSpPr>
              <p:spPr>
                <a:xfrm>
                  <a:off x="2146413" y="1363110"/>
                  <a:ext cx="1067217" cy="369332"/>
                </a:xfrm>
                <a:prstGeom prst="rect">
                  <a:avLst/>
                </a:prstGeom>
                <a:blipFill>
                  <a:blip r:embed="rId3"/>
                  <a:stretch>
                    <a:fillRect b="-3333"/>
                  </a:stretch>
                </a:blipFill>
              </p:spPr>
              <p:txBody>
                <a:bodyPr/>
                <a:lstStyle/>
                <a:p>
                  <a:r>
                    <a:rPr lang="zh-CN" altLang="en-US">
                      <a:noFill/>
                    </a:rPr>
                    <a:t> </a:t>
                  </a:r>
                </a:p>
              </p:txBody>
            </p:sp>
          </mc:Fallback>
        </mc:AlternateContent>
      </p:grpSp>
      <p:grpSp>
        <p:nvGrpSpPr>
          <p:cNvPr id="4" name="组合 3">
            <a:extLst>
              <a:ext uri="{FF2B5EF4-FFF2-40B4-BE49-F238E27FC236}">
                <a16:creationId xmlns:a16="http://schemas.microsoft.com/office/drawing/2014/main" id="{9A1EA9F2-FCB6-48C3-935F-7AE7E3AD14AC}"/>
              </a:ext>
            </a:extLst>
          </p:cNvPr>
          <p:cNvGrpSpPr/>
          <p:nvPr/>
        </p:nvGrpSpPr>
        <p:grpSpPr>
          <a:xfrm>
            <a:off x="304800" y="749300"/>
            <a:ext cx="6192344" cy="400110"/>
            <a:chOff x="424117" y="898245"/>
            <a:chExt cx="6192344" cy="400110"/>
          </a:xfrm>
        </p:grpSpPr>
        <p:sp>
          <p:nvSpPr>
            <p:cNvPr id="2" name="平行四边形 1">
              <a:extLst>
                <a:ext uri="{FF2B5EF4-FFF2-40B4-BE49-F238E27FC236}">
                  <a16:creationId xmlns:a16="http://schemas.microsoft.com/office/drawing/2014/main" id="{1F5BAA3F-9845-4F89-A2DD-8222D3E4EDAC}"/>
                </a:ext>
              </a:extLst>
            </p:cNvPr>
            <p:cNvSpPr/>
            <p:nvPr/>
          </p:nvSpPr>
          <p:spPr>
            <a:xfrm>
              <a:off x="424117" y="898245"/>
              <a:ext cx="628306" cy="387090"/>
            </a:xfrm>
            <a:prstGeom prst="parallelogram">
              <a:avLst/>
            </a:prstGeom>
            <a:solidFill>
              <a:schemeClr val="accent3">
                <a:lumMod val="75000"/>
              </a:schemeClr>
            </a:solidFill>
            <a:ln>
              <a:solidFill>
                <a:schemeClr val="accent3">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CN" sz="2200" dirty="0">
                  <a:latin typeface="Impact" panose="020B0806030902050204" pitchFamily="34" charset="0"/>
                </a:rPr>
                <a:t>01</a:t>
              </a:r>
              <a:endParaRPr lang="zh-CN" altLang="en-US" sz="2200" dirty="0">
                <a:latin typeface="Impact" panose="020B0806030902050204" pitchFamily="34" charset="0"/>
              </a:endParaRPr>
            </a:p>
          </p:txBody>
        </p:sp>
        <p:sp>
          <p:nvSpPr>
            <p:cNvPr id="3" name="文本框 2">
              <a:extLst>
                <a:ext uri="{FF2B5EF4-FFF2-40B4-BE49-F238E27FC236}">
                  <a16:creationId xmlns:a16="http://schemas.microsoft.com/office/drawing/2014/main" id="{4D6BD736-A4D3-4F26-AFED-36E11F50F70B}"/>
                </a:ext>
              </a:extLst>
            </p:cNvPr>
            <p:cNvSpPr txBox="1"/>
            <p:nvPr/>
          </p:nvSpPr>
          <p:spPr>
            <a:xfrm>
              <a:off x="1052423" y="898245"/>
              <a:ext cx="5564038" cy="400110"/>
            </a:xfrm>
            <a:prstGeom prst="rect">
              <a:avLst/>
            </a:prstGeom>
            <a:noFill/>
          </p:spPr>
          <p:txBody>
            <a:bodyPr wrap="square" rtlCol="0">
              <a:spAutoFit/>
            </a:bodyPr>
            <a:lstStyle/>
            <a:p>
              <a:r>
                <a:rPr lang="zh-CN" altLang="en-US" sz="2000" b="1" dirty="0"/>
                <a:t>回退</a:t>
              </a:r>
              <a:r>
                <a:rPr lang="en-US" altLang="zh-CN" sz="2000" b="1" dirty="0"/>
                <a:t>N</a:t>
              </a:r>
              <a:r>
                <a:rPr lang="zh-CN" altLang="en-US" sz="2000" b="1" dirty="0"/>
                <a:t>帧协议</a:t>
              </a:r>
            </a:p>
          </p:txBody>
        </p:sp>
      </p:grpSp>
      <p:grpSp>
        <p:nvGrpSpPr>
          <p:cNvPr id="20" name="组合 19">
            <a:extLst>
              <a:ext uri="{FF2B5EF4-FFF2-40B4-BE49-F238E27FC236}">
                <a16:creationId xmlns:a16="http://schemas.microsoft.com/office/drawing/2014/main" id="{87756F0E-46C2-4571-B23D-C8472E9FD1FB}"/>
              </a:ext>
            </a:extLst>
          </p:cNvPr>
          <p:cNvGrpSpPr/>
          <p:nvPr/>
        </p:nvGrpSpPr>
        <p:grpSpPr>
          <a:xfrm>
            <a:off x="475097" y="1263518"/>
            <a:ext cx="1355161" cy="5114896"/>
            <a:chOff x="475097" y="1263518"/>
            <a:chExt cx="1355161" cy="5114896"/>
          </a:xfrm>
        </p:grpSpPr>
        <p:cxnSp>
          <p:nvCxnSpPr>
            <p:cNvPr id="17" name="直接连接符 16">
              <a:extLst>
                <a:ext uri="{FF2B5EF4-FFF2-40B4-BE49-F238E27FC236}">
                  <a16:creationId xmlns:a16="http://schemas.microsoft.com/office/drawing/2014/main" id="{5A41A17A-7B81-47D8-BDBB-76B8F1AA71D6}"/>
                </a:ext>
              </a:extLst>
            </p:cNvPr>
            <p:cNvCxnSpPr>
              <a:cxnSpLocks/>
            </p:cNvCxnSpPr>
            <p:nvPr/>
          </p:nvCxnSpPr>
          <p:spPr>
            <a:xfrm flipV="1">
              <a:off x="1208367" y="2012996"/>
              <a:ext cx="0" cy="3813858"/>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nvGrpSpPr>
            <p:cNvPr id="9" name="组合 8">
              <a:extLst>
                <a:ext uri="{FF2B5EF4-FFF2-40B4-BE49-F238E27FC236}">
                  <a16:creationId xmlns:a16="http://schemas.microsoft.com/office/drawing/2014/main" id="{A2B5FA1F-35FA-42E7-8D74-E7431B6AAA3C}"/>
                </a:ext>
              </a:extLst>
            </p:cNvPr>
            <p:cNvGrpSpPr/>
            <p:nvPr/>
          </p:nvGrpSpPr>
          <p:grpSpPr>
            <a:xfrm>
              <a:off x="700096" y="5368000"/>
              <a:ext cx="905164" cy="1010414"/>
              <a:chOff x="700096" y="5368000"/>
              <a:chExt cx="905164" cy="1010414"/>
            </a:xfrm>
          </p:grpSpPr>
          <p:pic>
            <p:nvPicPr>
              <p:cNvPr id="214" name="图形 213">
                <a:extLst>
                  <a:ext uri="{FF2B5EF4-FFF2-40B4-BE49-F238E27FC236}">
                    <a16:creationId xmlns:a16="http://schemas.microsoft.com/office/drawing/2014/main" id="{D949CB40-4FF6-4E8C-991B-66D24C6ADF05}"/>
                  </a:ext>
                </a:extLst>
              </p:cNvPr>
              <p:cNvPicPr>
                <a:picLocks noChangeAspect="1"/>
              </p:cNvPicPr>
              <p:nvPr/>
            </p:nvPicPr>
            <p:blipFill>
              <a:blip r:embed="rId5">
                <a:extLst>
                  <a:ext uri="{28A0092B-C50C-407E-A947-70E740481C1C}">
                    <a14:useLocalDpi xmlns:a14="http://schemas.microsoft.com/office/drawing/2010/main" val="0"/>
                  </a:ext>
                  <a:ext uri="{96DAC541-7B7A-43D3-8B79-37D633B846F1}">
                    <asvg:svgBlip xmlns:asvg="http://schemas.microsoft.com/office/drawing/2016/SVG/main" r:embed="rId6"/>
                  </a:ext>
                </a:extLst>
              </a:blip>
              <a:stretch>
                <a:fillRect/>
              </a:stretch>
            </p:blipFill>
            <p:spPr>
              <a:xfrm>
                <a:off x="821271" y="5368000"/>
                <a:ext cx="662814" cy="641082"/>
              </a:xfrm>
              <a:prstGeom prst="rect">
                <a:avLst/>
              </a:prstGeom>
            </p:spPr>
          </p:pic>
          <p:sp>
            <p:nvSpPr>
              <p:cNvPr id="218" name="文本框 217">
                <a:extLst>
                  <a:ext uri="{FF2B5EF4-FFF2-40B4-BE49-F238E27FC236}">
                    <a16:creationId xmlns:a16="http://schemas.microsoft.com/office/drawing/2014/main" id="{584D12FE-712D-432B-A48B-3084189F6B6C}"/>
                  </a:ext>
                </a:extLst>
              </p:cNvPr>
              <p:cNvSpPr txBox="1"/>
              <p:nvPr/>
            </p:nvSpPr>
            <p:spPr>
              <a:xfrm>
                <a:off x="700096" y="6009082"/>
                <a:ext cx="905164" cy="369332"/>
              </a:xfrm>
              <a:prstGeom prst="rect">
                <a:avLst/>
              </a:prstGeom>
              <a:noFill/>
            </p:spPr>
            <p:txBody>
              <a:bodyPr wrap="square" rtlCol="0">
                <a:spAutoFit/>
              </a:bodyPr>
              <a:lstStyle/>
              <a:p>
                <a:r>
                  <a:rPr lang="zh-CN" altLang="en-US" b="1" dirty="0">
                    <a:latin typeface="+mn-ea"/>
                  </a:rPr>
                  <a:t>发送方</a:t>
                </a:r>
              </a:p>
            </p:txBody>
          </p:sp>
        </p:grpSp>
        <p:grpSp>
          <p:nvGrpSpPr>
            <p:cNvPr id="8" name="组合 7">
              <a:extLst>
                <a:ext uri="{FF2B5EF4-FFF2-40B4-BE49-F238E27FC236}">
                  <a16:creationId xmlns:a16="http://schemas.microsoft.com/office/drawing/2014/main" id="{0ACAF080-95D4-4F76-A817-06EA84E449C9}"/>
                </a:ext>
              </a:extLst>
            </p:cNvPr>
            <p:cNvGrpSpPr/>
            <p:nvPr/>
          </p:nvGrpSpPr>
          <p:grpSpPr>
            <a:xfrm>
              <a:off x="878301" y="1263518"/>
              <a:ext cx="905164" cy="1027908"/>
              <a:chOff x="878301" y="1390382"/>
              <a:chExt cx="905164" cy="1027908"/>
            </a:xfrm>
          </p:grpSpPr>
          <p:pic>
            <p:nvPicPr>
              <p:cNvPr id="210" name="图形 209">
                <a:extLst>
                  <a:ext uri="{FF2B5EF4-FFF2-40B4-BE49-F238E27FC236}">
                    <a16:creationId xmlns:a16="http://schemas.microsoft.com/office/drawing/2014/main" id="{61E01467-74F7-469C-BAD5-DFFB1234E440}"/>
                  </a:ext>
                </a:extLst>
              </p:cNvPr>
              <p:cNvPicPr>
                <a:picLocks noChangeAspect="1"/>
              </p:cNvPicPr>
              <p:nvPr/>
            </p:nvPicPr>
            <p:blipFill>
              <a:blip r:embed="rId7">
                <a:extLst>
                  <a:ext uri="{28A0092B-C50C-407E-A947-70E740481C1C}">
                    <a14:useLocalDpi xmlns:a14="http://schemas.microsoft.com/office/drawing/2010/main" val="0"/>
                  </a:ext>
                  <a:ext uri="{96DAC541-7B7A-43D3-8B79-37D633B846F1}">
                    <asvg:svgBlip xmlns:asvg="http://schemas.microsoft.com/office/drawing/2016/SVG/main" r:embed="rId8"/>
                  </a:ext>
                </a:extLst>
              </a:blip>
              <a:stretch>
                <a:fillRect/>
              </a:stretch>
            </p:blipFill>
            <p:spPr>
              <a:xfrm>
                <a:off x="984826" y="1759714"/>
                <a:ext cx="501772" cy="658576"/>
              </a:xfrm>
              <a:prstGeom prst="rect">
                <a:avLst/>
              </a:prstGeom>
            </p:spPr>
          </p:pic>
          <p:sp>
            <p:nvSpPr>
              <p:cNvPr id="219" name="文本框 218">
                <a:extLst>
                  <a:ext uri="{FF2B5EF4-FFF2-40B4-BE49-F238E27FC236}">
                    <a16:creationId xmlns:a16="http://schemas.microsoft.com/office/drawing/2014/main" id="{B105E330-42F6-4FA8-914C-123FFA0756D5}"/>
                  </a:ext>
                </a:extLst>
              </p:cNvPr>
              <p:cNvSpPr txBox="1"/>
              <p:nvPr/>
            </p:nvSpPr>
            <p:spPr>
              <a:xfrm>
                <a:off x="878301" y="1390382"/>
                <a:ext cx="905164" cy="369332"/>
              </a:xfrm>
              <a:prstGeom prst="rect">
                <a:avLst/>
              </a:prstGeom>
              <a:noFill/>
            </p:spPr>
            <p:txBody>
              <a:bodyPr wrap="square" rtlCol="0">
                <a:spAutoFit/>
              </a:bodyPr>
              <a:lstStyle/>
              <a:p>
                <a:r>
                  <a:rPr lang="zh-CN" altLang="en-US" b="1" dirty="0">
                    <a:latin typeface="+mn-ea"/>
                  </a:rPr>
                  <a:t>接收方</a:t>
                </a:r>
              </a:p>
            </p:txBody>
          </p:sp>
        </p:grpSp>
        <p:sp>
          <p:nvSpPr>
            <p:cNvPr id="57" name="云形 56">
              <a:extLst>
                <a:ext uri="{FF2B5EF4-FFF2-40B4-BE49-F238E27FC236}">
                  <a16:creationId xmlns:a16="http://schemas.microsoft.com/office/drawing/2014/main" id="{8D58A5DA-48AF-4D62-A0E1-92B6F8CBE1F4}"/>
                </a:ext>
              </a:extLst>
            </p:cNvPr>
            <p:cNvSpPr/>
            <p:nvPr/>
          </p:nvSpPr>
          <p:spPr>
            <a:xfrm>
              <a:off x="475097" y="3429014"/>
              <a:ext cx="1355161" cy="801398"/>
            </a:xfrm>
            <a:prstGeom prst="cloud">
              <a:avLst/>
            </a:prstGeom>
            <a:solidFill>
              <a:schemeClr val="bg1">
                <a:lumMod val="85000"/>
              </a:schemeClr>
            </a:solidFill>
            <a:ln>
              <a:solidFill>
                <a:schemeClr val="bg1">
                  <a:lumMod val="85000"/>
                </a:schemeClr>
              </a:solidFill>
            </a:ln>
          </p:spPr>
          <p:style>
            <a:lnRef idx="2">
              <a:schemeClr val="accent3">
                <a:shade val="50000"/>
              </a:schemeClr>
            </a:lnRef>
            <a:fillRef idx="1">
              <a:schemeClr val="accent3"/>
            </a:fillRef>
            <a:effectRef idx="0">
              <a:schemeClr val="accent3"/>
            </a:effectRef>
            <a:fontRef idx="minor">
              <a:schemeClr val="lt1"/>
            </a:fontRef>
          </p:style>
          <p:txBody>
            <a:bodyPr rtlCol="0" anchor="ctr"/>
            <a:lstStyle/>
            <a:p>
              <a:pPr algn="ctr"/>
              <a:r>
                <a:rPr lang="zh-CN" altLang="en-US" b="1" dirty="0">
                  <a:solidFill>
                    <a:schemeClr val="tx1"/>
                  </a:solidFill>
                  <a:latin typeface="+mn-ea"/>
                </a:rPr>
                <a:t>因特网</a:t>
              </a:r>
            </a:p>
          </p:txBody>
        </p:sp>
      </p:grpSp>
      <p:graphicFrame>
        <p:nvGraphicFramePr>
          <p:cNvPr id="21" name="表格 21">
            <a:extLst>
              <a:ext uri="{FF2B5EF4-FFF2-40B4-BE49-F238E27FC236}">
                <a16:creationId xmlns:a16="http://schemas.microsoft.com/office/drawing/2014/main" id="{CE497585-4F97-4F44-9ABE-D7BBA16B40E0}"/>
              </a:ext>
            </a:extLst>
          </p:cNvPr>
          <p:cNvGraphicFramePr>
            <a:graphicFrameLocks noGrp="1"/>
          </p:cNvGraphicFramePr>
          <p:nvPr/>
        </p:nvGraphicFramePr>
        <p:xfrm>
          <a:off x="2302929" y="5557308"/>
          <a:ext cx="9067800" cy="370840"/>
        </p:xfrm>
        <a:graphic>
          <a:graphicData uri="http://schemas.openxmlformats.org/drawingml/2006/table">
            <a:tbl>
              <a:tblPr firstRow="1" bandRow="1">
                <a:tableStyleId>{5C22544A-7EE6-4342-B048-85BDC9FD1C3A}</a:tableStyleId>
              </a:tblPr>
              <a:tblGrid>
                <a:gridCol w="755650">
                  <a:extLst>
                    <a:ext uri="{9D8B030D-6E8A-4147-A177-3AD203B41FA5}">
                      <a16:colId xmlns:a16="http://schemas.microsoft.com/office/drawing/2014/main" val="877486509"/>
                    </a:ext>
                  </a:extLst>
                </a:gridCol>
                <a:gridCol w="755650">
                  <a:extLst>
                    <a:ext uri="{9D8B030D-6E8A-4147-A177-3AD203B41FA5}">
                      <a16:colId xmlns:a16="http://schemas.microsoft.com/office/drawing/2014/main" val="3548605817"/>
                    </a:ext>
                  </a:extLst>
                </a:gridCol>
                <a:gridCol w="755650">
                  <a:extLst>
                    <a:ext uri="{9D8B030D-6E8A-4147-A177-3AD203B41FA5}">
                      <a16:colId xmlns:a16="http://schemas.microsoft.com/office/drawing/2014/main" val="2881812895"/>
                    </a:ext>
                  </a:extLst>
                </a:gridCol>
                <a:gridCol w="755650">
                  <a:extLst>
                    <a:ext uri="{9D8B030D-6E8A-4147-A177-3AD203B41FA5}">
                      <a16:colId xmlns:a16="http://schemas.microsoft.com/office/drawing/2014/main" val="3682284582"/>
                    </a:ext>
                  </a:extLst>
                </a:gridCol>
                <a:gridCol w="755650">
                  <a:extLst>
                    <a:ext uri="{9D8B030D-6E8A-4147-A177-3AD203B41FA5}">
                      <a16:colId xmlns:a16="http://schemas.microsoft.com/office/drawing/2014/main" val="500127722"/>
                    </a:ext>
                  </a:extLst>
                </a:gridCol>
                <a:gridCol w="755650">
                  <a:extLst>
                    <a:ext uri="{9D8B030D-6E8A-4147-A177-3AD203B41FA5}">
                      <a16:colId xmlns:a16="http://schemas.microsoft.com/office/drawing/2014/main" val="2946259618"/>
                    </a:ext>
                  </a:extLst>
                </a:gridCol>
                <a:gridCol w="755650">
                  <a:extLst>
                    <a:ext uri="{9D8B030D-6E8A-4147-A177-3AD203B41FA5}">
                      <a16:colId xmlns:a16="http://schemas.microsoft.com/office/drawing/2014/main" val="171501986"/>
                    </a:ext>
                  </a:extLst>
                </a:gridCol>
                <a:gridCol w="755650">
                  <a:extLst>
                    <a:ext uri="{9D8B030D-6E8A-4147-A177-3AD203B41FA5}">
                      <a16:colId xmlns:a16="http://schemas.microsoft.com/office/drawing/2014/main" val="1667185265"/>
                    </a:ext>
                  </a:extLst>
                </a:gridCol>
                <a:gridCol w="755650">
                  <a:extLst>
                    <a:ext uri="{9D8B030D-6E8A-4147-A177-3AD203B41FA5}">
                      <a16:colId xmlns:a16="http://schemas.microsoft.com/office/drawing/2014/main" val="4258211808"/>
                    </a:ext>
                  </a:extLst>
                </a:gridCol>
                <a:gridCol w="755650">
                  <a:extLst>
                    <a:ext uri="{9D8B030D-6E8A-4147-A177-3AD203B41FA5}">
                      <a16:colId xmlns:a16="http://schemas.microsoft.com/office/drawing/2014/main" val="1794200575"/>
                    </a:ext>
                  </a:extLst>
                </a:gridCol>
                <a:gridCol w="755650">
                  <a:extLst>
                    <a:ext uri="{9D8B030D-6E8A-4147-A177-3AD203B41FA5}">
                      <a16:colId xmlns:a16="http://schemas.microsoft.com/office/drawing/2014/main" val="4230716487"/>
                    </a:ext>
                  </a:extLst>
                </a:gridCol>
                <a:gridCol w="755650">
                  <a:extLst>
                    <a:ext uri="{9D8B030D-6E8A-4147-A177-3AD203B41FA5}">
                      <a16:colId xmlns:a16="http://schemas.microsoft.com/office/drawing/2014/main" val="56153739"/>
                    </a:ext>
                  </a:extLst>
                </a:gridCol>
              </a:tblGrid>
              <a:tr h="370840">
                <a:tc>
                  <a:txBody>
                    <a:bodyPr/>
                    <a:lstStyle/>
                    <a:p>
                      <a:pPr algn="ctr"/>
                      <a:r>
                        <a:rPr lang="en-US" altLang="zh-CN" dirty="0">
                          <a:solidFill>
                            <a:schemeClr val="tx1"/>
                          </a:solidFill>
                          <a:latin typeface="Arial Black" panose="020B0A04020102020204" pitchFamily="34" charset="0"/>
                        </a:rPr>
                        <a:t>0</a:t>
                      </a:r>
                      <a:endParaRPr lang="zh-CN" altLang="en-US" dirty="0">
                        <a:solidFill>
                          <a:schemeClr val="tx1"/>
                        </a:solidFill>
                        <a:latin typeface="Arial Black" panose="020B0A04020102020204" pitchFamily="34" charset="0"/>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ctr"/>
                      <a:r>
                        <a:rPr lang="en-US" altLang="zh-CN" dirty="0">
                          <a:solidFill>
                            <a:schemeClr val="tx1"/>
                          </a:solidFill>
                          <a:latin typeface="Arial Black" panose="020B0A04020102020204" pitchFamily="34" charset="0"/>
                        </a:rPr>
                        <a:t>1</a:t>
                      </a:r>
                      <a:endParaRPr lang="zh-CN" altLang="en-US" dirty="0">
                        <a:solidFill>
                          <a:schemeClr val="tx1"/>
                        </a:solidFill>
                        <a:latin typeface="Arial Black" panose="020B0A04020102020204" pitchFamily="34" charset="0"/>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ctr"/>
                      <a:r>
                        <a:rPr lang="en-US" altLang="zh-CN" dirty="0">
                          <a:solidFill>
                            <a:schemeClr val="tx1"/>
                          </a:solidFill>
                          <a:latin typeface="Arial Black" panose="020B0A04020102020204" pitchFamily="34" charset="0"/>
                        </a:rPr>
                        <a:t>2</a:t>
                      </a:r>
                      <a:endParaRPr lang="zh-CN" altLang="en-US" dirty="0">
                        <a:solidFill>
                          <a:schemeClr val="tx1"/>
                        </a:solidFill>
                        <a:latin typeface="Arial Black" panose="020B0A04020102020204" pitchFamily="34" charset="0"/>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ctr"/>
                      <a:r>
                        <a:rPr lang="en-US" altLang="zh-CN" dirty="0">
                          <a:solidFill>
                            <a:schemeClr val="tx1"/>
                          </a:solidFill>
                          <a:latin typeface="Arial Black" panose="020B0A04020102020204" pitchFamily="34" charset="0"/>
                        </a:rPr>
                        <a:t>3</a:t>
                      </a:r>
                      <a:endParaRPr lang="zh-CN" altLang="en-US" dirty="0">
                        <a:solidFill>
                          <a:schemeClr val="tx1"/>
                        </a:solidFill>
                        <a:latin typeface="Arial Black" panose="020B0A04020102020204" pitchFamily="34" charset="0"/>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ctr"/>
                      <a:r>
                        <a:rPr lang="en-US" altLang="zh-CN" dirty="0">
                          <a:solidFill>
                            <a:schemeClr val="tx1"/>
                          </a:solidFill>
                          <a:latin typeface="Arial Black" panose="020B0A04020102020204" pitchFamily="34" charset="0"/>
                        </a:rPr>
                        <a:t>4</a:t>
                      </a:r>
                      <a:endParaRPr lang="zh-CN" altLang="en-US" dirty="0">
                        <a:solidFill>
                          <a:schemeClr val="tx1"/>
                        </a:solidFill>
                        <a:latin typeface="Arial Black" panose="020B0A04020102020204" pitchFamily="34" charset="0"/>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ctr"/>
                      <a:r>
                        <a:rPr lang="en-US" altLang="zh-CN" dirty="0">
                          <a:solidFill>
                            <a:schemeClr val="tx1"/>
                          </a:solidFill>
                          <a:latin typeface="Arial Black" panose="020B0A04020102020204" pitchFamily="34" charset="0"/>
                        </a:rPr>
                        <a:t>5</a:t>
                      </a:r>
                      <a:endParaRPr lang="zh-CN" altLang="en-US" dirty="0">
                        <a:solidFill>
                          <a:schemeClr val="tx1"/>
                        </a:solidFill>
                        <a:latin typeface="Arial Black" panose="020B0A04020102020204" pitchFamily="34" charset="0"/>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ctr"/>
                      <a:r>
                        <a:rPr lang="en-US" altLang="zh-CN" dirty="0">
                          <a:solidFill>
                            <a:schemeClr val="tx1"/>
                          </a:solidFill>
                          <a:latin typeface="Arial Black" panose="020B0A04020102020204" pitchFamily="34" charset="0"/>
                        </a:rPr>
                        <a:t>6</a:t>
                      </a:r>
                      <a:endParaRPr lang="zh-CN" altLang="en-US" dirty="0">
                        <a:solidFill>
                          <a:schemeClr val="tx1"/>
                        </a:solidFill>
                        <a:latin typeface="Arial Black" panose="020B0A04020102020204" pitchFamily="34" charset="0"/>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ctr"/>
                      <a:r>
                        <a:rPr lang="en-US" altLang="zh-CN" dirty="0">
                          <a:solidFill>
                            <a:schemeClr val="tx1"/>
                          </a:solidFill>
                          <a:latin typeface="Arial Black" panose="020B0A04020102020204" pitchFamily="34" charset="0"/>
                        </a:rPr>
                        <a:t>7</a:t>
                      </a:r>
                      <a:endParaRPr lang="zh-CN" altLang="en-US" dirty="0">
                        <a:solidFill>
                          <a:schemeClr val="tx1"/>
                        </a:solidFill>
                        <a:latin typeface="Arial Black" panose="020B0A04020102020204" pitchFamily="34" charset="0"/>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ctr"/>
                      <a:r>
                        <a:rPr lang="en-US" altLang="zh-CN" dirty="0">
                          <a:solidFill>
                            <a:schemeClr val="tx1"/>
                          </a:solidFill>
                          <a:latin typeface="Arial Black" panose="020B0A04020102020204" pitchFamily="34" charset="0"/>
                        </a:rPr>
                        <a:t>0</a:t>
                      </a:r>
                      <a:endParaRPr lang="zh-CN" altLang="en-US" dirty="0">
                        <a:solidFill>
                          <a:schemeClr val="tx1"/>
                        </a:solidFill>
                        <a:latin typeface="Arial Black" panose="020B0A04020102020204" pitchFamily="34" charset="0"/>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ctr"/>
                      <a:r>
                        <a:rPr lang="en-US" altLang="zh-CN" dirty="0">
                          <a:solidFill>
                            <a:schemeClr val="tx1"/>
                          </a:solidFill>
                          <a:latin typeface="Arial Black" panose="020B0A04020102020204" pitchFamily="34" charset="0"/>
                        </a:rPr>
                        <a:t>1</a:t>
                      </a:r>
                      <a:endParaRPr lang="zh-CN" altLang="en-US" dirty="0">
                        <a:solidFill>
                          <a:schemeClr val="tx1"/>
                        </a:solidFill>
                        <a:latin typeface="Arial Black" panose="020B0A04020102020204" pitchFamily="34" charset="0"/>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ctr"/>
                      <a:r>
                        <a:rPr lang="en-US" altLang="zh-CN" dirty="0">
                          <a:solidFill>
                            <a:schemeClr val="tx1"/>
                          </a:solidFill>
                          <a:latin typeface="Arial Black" panose="020B0A04020102020204" pitchFamily="34" charset="0"/>
                        </a:rPr>
                        <a:t>2</a:t>
                      </a:r>
                      <a:endParaRPr lang="zh-CN" altLang="en-US" dirty="0">
                        <a:solidFill>
                          <a:schemeClr val="tx1"/>
                        </a:solidFill>
                        <a:latin typeface="Arial Black" panose="020B0A04020102020204" pitchFamily="34" charset="0"/>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ctr"/>
                      <a:r>
                        <a:rPr lang="en-US" altLang="zh-CN" dirty="0">
                          <a:solidFill>
                            <a:schemeClr val="tx1"/>
                          </a:solidFill>
                          <a:latin typeface="Arial Black" panose="020B0A04020102020204" pitchFamily="34" charset="0"/>
                        </a:rPr>
                        <a:t>…</a:t>
                      </a:r>
                      <a:endParaRPr lang="zh-CN" altLang="en-US" dirty="0">
                        <a:solidFill>
                          <a:schemeClr val="tx1"/>
                        </a:solidFill>
                        <a:latin typeface="Arial Black" panose="020B0A04020102020204" pitchFamily="34" charset="0"/>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extLst>
                  <a:ext uri="{0D108BD9-81ED-4DB2-BD59-A6C34878D82A}">
                    <a16:rowId xmlns:a16="http://schemas.microsoft.com/office/drawing/2014/main" val="316235763"/>
                  </a:ext>
                </a:extLst>
              </a:tr>
            </a:tbl>
          </a:graphicData>
        </a:graphic>
      </p:graphicFrame>
      <p:graphicFrame>
        <p:nvGraphicFramePr>
          <p:cNvPr id="68" name="表格 21">
            <a:extLst>
              <a:ext uri="{FF2B5EF4-FFF2-40B4-BE49-F238E27FC236}">
                <a16:creationId xmlns:a16="http://schemas.microsoft.com/office/drawing/2014/main" id="{D9B4273D-C94E-42E6-A39B-908C6FA1D8AF}"/>
              </a:ext>
            </a:extLst>
          </p:cNvPr>
          <p:cNvGraphicFramePr>
            <a:graphicFrameLocks noGrp="1"/>
          </p:cNvGraphicFramePr>
          <p:nvPr/>
        </p:nvGraphicFramePr>
        <p:xfrm>
          <a:off x="2302929" y="1827576"/>
          <a:ext cx="9067800" cy="370840"/>
        </p:xfrm>
        <a:graphic>
          <a:graphicData uri="http://schemas.openxmlformats.org/drawingml/2006/table">
            <a:tbl>
              <a:tblPr firstRow="1" bandRow="1">
                <a:tableStyleId>{5C22544A-7EE6-4342-B048-85BDC9FD1C3A}</a:tableStyleId>
              </a:tblPr>
              <a:tblGrid>
                <a:gridCol w="755650">
                  <a:extLst>
                    <a:ext uri="{9D8B030D-6E8A-4147-A177-3AD203B41FA5}">
                      <a16:colId xmlns:a16="http://schemas.microsoft.com/office/drawing/2014/main" val="877486509"/>
                    </a:ext>
                  </a:extLst>
                </a:gridCol>
                <a:gridCol w="755650">
                  <a:extLst>
                    <a:ext uri="{9D8B030D-6E8A-4147-A177-3AD203B41FA5}">
                      <a16:colId xmlns:a16="http://schemas.microsoft.com/office/drawing/2014/main" val="3548605817"/>
                    </a:ext>
                  </a:extLst>
                </a:gridCol>
                <a:gridCol w="755650">
                  <a:extLst>
                    <a:ext uri="{9D8B030D-6E8A-4147-A177-3AD203B41FA5}">
                      <a16:colId xmlns:a16="http://schemas.microsoft.com/office/drawing/2014/main" val="2881812895"/>
                    </a:ext>
                  </a:extLst>
                </a:gridCol>
                <a:gridCol w="755650">
                  <a:extLst>
                    <a:ext uri="{9D8B030D-6E8A-4147-A177-3AD203B41FA5}">
                      <a16:colId xmlns:a16="http://schemas.microsoft.com/office/drawing/2014/main" val="3682284582"/>
                    </a:ext>
                  </a:extLst>
                </a:gridCol>
                <a:gridCol w="755650">
                  <a:extLst>
                    <a:ext uri="{9D8B030D-6E8A-4147-A177-3AD203B41FA5}">
                      <a16:colId xmlns:a16="http://schemas.microsoft.com/office/drawing/2014/main" val="500127722"/>
                    </a:ext>
                  </a:extLst>
                </a:gridCol>
                <a:gridCol w="755650">
                  <a:extLst>
                    <a:ext uri="{9D8B030D-6E8A-4147-A177-3AD203B41FA5}">
                      <a16:colId xmlns:a16="http://schemas.microsoft.com/office/drawing/2014/main" val="2946259618"/>
                    </a:ext>
                  </a:extLst>
                </a:gridCol>
                <a:gridCol w="755650">
                  <a:extLst>
                    <a:ext uri="{9D8B030D-6E8A-4147-A177-3AD203B41FA5}">
                      <a16:colId xmlns:a16="http://schemas.microsoft.com/office/drawing/2014/main" val="171501986"/>
                    </a:ext>
                  </a:extLst>
                </a:gridCol>
                <a:gridCol w="755650">
                  <a:extLst>
                    <a:ext uri="{9D8B030D-6E8A-4147-A177-3AD203B41FA5}">
                      <a16:colId xmlns:a16="http://schemas.microsoft.com/office/drawing/2014/main" val="1667185265"/>
                    </a:ext>
                  </a:extLst>
                </a:gridCol>
                <a:gridCol w="755650">
                  <a:extLst>
                    <a:ext uri="{9D8B030D-6E8A-4147-A177-3AD203B41FA5}">
                      <a16:colId xmlns:a16="http://schemas.microsoft.com/office/drawing/2014/main" val="4258211808"/>
                    </a:ext>
                  </a:extLst>
                </a:gridCol>
                <a:gridCol w="755650">
                  <a:extLst>
                    <a:ext uri="{9D8B030D-6E8A-4147-A177-3AD203B41FA5}">
                      <a16:colId xmlns:a16="http://schemas.microsoft.com/office/drawing/2014/main" val="1794200575"/>
                    </a:ext>
                  </a:extLst>
                </a:gridCol>
                <a:gridCol w="755650">
                  <a:extLst>
                    <a:ext uri="{9D8B030D-6E8A-4147-A177-3AD203B41FA5}">
                      <a16:colId xmlns:a16="http://schemas.microsoft.com/office/drawing/2014/main" val="4230716487"/>
                    </a:ext>
                  </a:extLst>
                </a:gridCol>
                <a:gridCol w="755650">
                  <a:extLst>
                    <a:ext uri="{9D8B030D-6E8A-4147-A177-3AD203B41FA5}">
                      <a16:colId xmlns:a16="http://schemas.microsoft.com/office/drawing/2014/main" val="56153739"/>
                    </a:ext>
                  </a:extLst>
                </a:gridCol>
              </a:tblGrid>
              <a:tr h="370840">
                <a:tc>
                  <a:txBody>
                    <a:bodyPr/>
                    <a:lstStyle/>
                    <a:p>
                      <a:pPr algn="ctr"/>
                      <a:r>
                        <a:rPr lang="en-US" altLang="zh-CN" dirty="0">
                          <a:solidFill>
                            <a:schemeClr val="tx1"/>
                          </a:solidFill>
                          <a:latin typeface="Arial Black" panose="020B0A04020102020204" pitchFamily="34" charset="0"/>
                        </a:rPr>
                        <a:t>0</a:t>
                      </a:r>
                      <a:endParaRPr lang="zh-CN" altLang="en-US" dirty="0">
                        <a:solidFill>
                          <a:schemeClr val="tx1"/>
                        </a:solidFill>
                        <a:latin typeface="Arial Black" panose="020B0A04020102020204" pitchFamily="34" charset="0"/>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ctr"/>
                      <a:r>
                        <a:rPr lang="en-US" altLang="zh-CN" dirty="0">
                          <a:solidFill>
                            <a:schemeClr val="tx1"/>
                          </a:solidFill>
                          <a:latin typeface="Arial Black" panose="020B0A04020102020204" pitchFamily="34" charset="0"/>
                        </a:rPr>
                        <a:t>1</a:t>
                      </a:r>
                      <a:endParaRPr lang="zh-CN" altLang="en-US" dirty="0">
                        <a:solidFill>
                          <a:schemeClr val="tx1"/>
                        </a:solidFill>
                        <a:latin typeface="Arial Black" panose="020B0A04020102020204" pitchFamily="34" charset="0"/>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ctr"/>
                      <a:r>
                        <a:rPr lang="en-US" altLang="zh-CN" dirty="0">
                          <a:solidFill>
                            <a:schemeClr val="tx1"/>
                          </a:solidFill>
                          <a:latin typeface="Arial Black" panose="020B0A04020102020204" pitchFamily="34" charset="0"/>
                        </a:rPr>
                        <a:t>2</a:t>
                      </a:r>
                      <a:endParaRPr lang="zh-CN" altLang="en-US" dirty="0">
                        <a:solidFill>
                          <a:schemeClr val="tx1"/>
                        </a:solidFill>
                        <a:latin typeface="Arial Black" panose="020B0A04020102020204" pitchFamily="34" charset="0"/>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ctr"/>
                      <a:r>
                        <a:rPr lang="en-US" altLang="zh-CN" dirty="0">
                          <a:solidFill>
                            <a:schemeClr val="tx1"/>
                          </a:solidFill>
                          <a:latin typeface="Arial Black" panose="020B0A04020102020204" pitchFamily="34" charset="0"/>
                        </a:rPr>
                        <a:t>3</a:t>
                      </a:r>
                      <a:endParaRPr lang="zh-CN" altLang="en-US" dirty="0">
                        <a:solidFill>
                          <a:schemeClr val="tx1"/>
                        </a:solidFill>
                        <a:latin typeface="Arial Black" panose="020B0A04020102020204" pitchFamily="34" charset="0"/>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ctr"/>
                      <a:r>
                        <a:rPr lang="en-US" altLang="zh-CN" dirty="0">
                          <a:solidFill>
                            <a:schemeClr val="tx1"/>
                          </a:solidFill>
                          <a:latin typeface="Arial Black" panose="020B0A04020102020204" pitchFamily="34" charset="0"/>
                        </a:rPr>
                        <a:t>4</a:t>
                      </a:r>
                      <a:endParaRPr lang="zh-CN" altLang="en-US" dirty="0">
                        <a:solidFill>
                          <a:schemeClr val="tx1"/>
                        </a:solidFill>
                        <a:latin typeface="Arial Black" panose="020B0A04020102020204" pitchFamily="34" charset="0"/>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ctr"/>
                      <a:r>
                        <a:rPr lang="en-US" altLang="zh-CN" dirty="0">
                          <a:solidFill>
                            <a:schemeClr val="tx1"/>
                          </a:solidFill>
                          <a:latin typeface="Arial Black" panose="020B0A04020102020204" pitchFamily="34" charset="0"/>
                        </a:rPr>
                        <a:t>5</a:t>
                      </a:r>
                      <a:endParaRPr lang="zh-CN" altLang="en-US" dirty="0">
                        <a:solidFill>
                          <a:schemeClr val="tx1"/>
                        </a:solidFill>
                        <a:latin typeface="Arial Black" panose="020B0A04020102020204" pitchFamily="34" charset="0"/>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ctr"/>
                      <a:r>
                        <a:rPr lang="en-US" altLang="zh-CN" dirty="0">
                          <a:solidFill>
                            <a:schemeClr val="tx1"/>
                          </a:solidFill>
                          <a:latin typeface="Arial Black" panose="020B0A04020102020204" pitchFamily="34" charset="0"/>
                        </a:rPr>
                        <a:t>6</a:t>
                      </a:r>
                      <a:endParaRPr lang="zh-CN" altLang="en-US" dirty="0">
                        <a:solidFill>
                          <a:schemeClr val="tx1"/>
                        </a:solidFill>
                        <a:latin typeface="Arial Black" panose="020B0A04020102020204" pitchFamily="34" charset="0"/>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ctr"/>
                      <a:r>
                        <a:rPr lang="en-US" altLang="zh-CN" dirty="0">
                          <a:solidFill>
                            <a:schemeClr val="tx1"/>
                          </a:solidFill>
                          <a:latin typeface="Arial Black" panose="020B0A04020102020204" pitchFamily="34" charset="0"/>
                        </a:rPr>
                        <a:t>7</a:t>
                      </a:r>
                      <a:endParaRPr lang="zh-CN" altLang="en-US" dirty="0">
                        <a:solidFill>
                          <a:schemeClr val="tx1"/>
                        </a:solidFill>
                        <a:latin typeface="Arial Black" panose="020B0A04020102020204" pitchFamily="34" charset="0"/>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ctr"/>
                      <a:r>
                        <a:rPr lang="en-US" altLang="zh-CN" dirty="0">
                          <a:solidFill>
                            <a:schemeClr val="tx1"/>
                          </a:solidFill>
                          <a:latin typeface="Arial Black" panose="020B0A04020102020204" pitchFamily="34" charset="0"/>
                        </a:rPr>
                        <a:t>0</a:t>
                      </a:r>
                      <a:endParaRPr lang="zh-CN" altLang="en-US" dirty="0">
                        <a:solidFill>
                          <a:schemeClr val="tx1"/>
                        </a:solidFill>
                        <a:latin typeface="Arial Black" panose="020B0A04020102020204" pitchFamily="34" charset="0"/>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ctr"/>
                      <a:r>
                        <a:rPr lang="en-US" altLang="zh-CN" dirty="0">
                          <a:solidFill>
                            <a:schemeClr val="tx1"/>
                          </a:solidFill>
                          <a:latin typeface="Arial Black" panose="020B0A04020102020204" pitchFamily="34" charset="0"/>
                        </a:rPr>
                        <a:t>1</a:t>
                      </a:r>
                      <a:endParaRPr lang="zh-CN" altLang="en-US" dirty="0">
                        <a:solidFill>
                          <a:schemeClr val="tx1"/>
                        </a:solidFill>
                        <a:latin typeface="Arial Black" panose="020B0A04020102020204" pitchFamily="34" charset="0"/>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ctr"/>
                      <a:r>
                        <a:rPr lang="en-US" altLang="zh-CN" dirty="0">
                          <a:solidFill>
                            <a:schemeClr val="tx1"/>
                          </a:solidFill>
                          <a:latin typeface="Arial Black" panose="020B0A04020102020204" pitchFamily="34" charset="0"/>
                        </a:rPr>
                        <a:t>2</a:t>
                      </a:r>
                      <a:endParaRPr lang="zh-CN" altLang="en-US" dirty="0">
                        <a:solidFill>
                          <a:schemeClr val="tx1"/>
                        </a:solidFill>
                        <a:latin typeface="Arial Black" panose="020B0A04020102020204" pitchFamily="34" charset="0"/>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ctr"/>
                      <a:r>
                        <a:rPr lang="en-US" altLang="zh-CN" dirty="0">
                          <a:solidFill>
                            <a:schemeClr val="tx1"/>
                          </a:solidFill>
                          <a:latin typeface="Arial Black" panose="020B0A04020102020204" pitchFamily="34" charset="0"/>
                        </a:rPr>
                        <a:t>…</a:t>
                      </a:r>
                      <a:endParaRPr lang="zh-CN" altLang="en-US" dirty="0">
                        <a:solidFill>
                          <a:schemeClr val="tx1"/>
                        </a:solidFill>
                        <a:latin typeface="Arial Black" panose="020B0A04020102020204" pitchFamily="34" charset="0"/>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extLst>
                  <a:ext uri="{0D108BD9-81ED-4DB2-BD59-A6C34878D82A}">
                    <a16:rowId xmlns:a16="http://schemas.microsoft.com/office/drawing/2014/main" val="316235763"/>
                  </a:ext>
                </a:extLst>
              </a:tr>
            </a:tbl>
          </a:graphicData>
        </a:graphic>
      </p:graphicFrame>
      <p:sp>
        <p:nvSpPr>
          <p:cNvPr id="49" name="íşlïḍè">
            <a:extLst>
              <a:ext uri="{FF2B5EF4-FFF2-40B4-BE49-F238E27FC236}">
                <a16:creationId xmlns:a16="http://schemas.microsoft.com/office/drawing/2014/main" id="{84B44B39-A1BD-4956-A1BF-ECB7ACDDA058}"/>
              </a:ext>
            </a:extLst>
          </p:cNvPr>
          <p:cNvSpPr txBox="1"/>
          <p:nvPr/>
        </p:nvSpPr>
        <p:spPr>
          <a:xfrm>
            <a:off x="3835285" y="3287898"/>
            <a:ext cx="4525886" cy="602502"/>
          </a:xfrm>
          <a:prstGeom prst="rect">
            <a:avLst/>
          </a:prstGeom>
          <a:noFill/>
        </p:spPr>
        <p:txBody>
          <a:bodyPr wrap="square" lIns="91440" tIns="45720" rIns="91440" bIns="45720" anchor="ctr">
            <a:noAutofit/>
          </a:bodyPr>
          <a:lstStyle/>
          <a:p>
            <a:pPr algn="ctr"/>
            <a:r>
              <a:rPr lang="zh-CN" altLang="en-US" sz="2800" b="1" dirty="0"/>
              <a:t>超时重传、回退</a:t>
            </a:r>
            <a:r>
              <a:rPr lang="en-US" altLang="zh-CN" sz="2800" b="1" dirty="0"/>
              <a:t>N</a:t>
            </a:r>
            <a:r>
              <a:rPr lang="zh-CN" altLang="en-US" sz="2800" b="1" dirty="0"/>
              <a:t>帧的情况</a:t>
            </a:r>
            <a:endParaRPr lang="en-US" altLang="zh-CN" sz="2800" b="1" dirty="0"/>
          </a:p>
        </p:txBody>
      </p:sp>
      <p:sp>
        <p:nvSpPr>
          <p:cNvPr id="13" name="矩形 12">
            <a:extLst>
              <a:ext uri="{FF2B5EF4-FFF2-40B4-BE49-F238E27FC236}">
                <a16:creationId xmlns:a16="http://schemas.microsoft.com/office/drawing/2014/main" id="{14642CA0-C4C4-44A5-BD3D-9FB5C2470514}"/>
              </a:ext>
            </a:extLst>
          </p:cNvPr>
          <p:cNvSpPr/>
          <p:nvPr/>
        </p:nvSpPr>
        <p:spPr>
          <a:xfrm>
            <a:off x="2300222" y="5537182"/>
            <a:ext cx="3780000" cy="390966"/>
          </a:xfrm>
          <a:prstGeom prst="rect">
            <a:avLst/>
          </a:prstGeom>
          <a:solidFill>
            <a:schemeClr val="accent3">
              <a:alpha val="74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36" name="矩形 35">
            <a:extLst>
              <a:ext uri="{FF2B5EF4-FFF2-40B4-BE49-F238E27FC236}">
                <a16:creationId xmlns:a16="http://schemas.microsoft.com/office/drawing/2014/main" id="{E7EB5D14-D014-48F8-ACBF-E9E95001992A}"/>
              </a:ext>
            </a:extLst>
          </p:cNvPr>
          <p:cNvSpPr/>
          <p:nvPr/>
        </p:nvSpPr>
        <p:spPr>
          <a:xfrm>
            <a:off x="2311257" y="1832079"/>
            <a:ext cx="1497129" cy="356368"/>
          </a:xfrm>
          <a:prstGeom prst="rect">
            <a:avLst/>
          </a:prstGeom>
          <a:solidFill>
            <a:schemeClr val="accent4">
              <a:alpha val="74000"/>
            </a:schemeClr>
          </a:solidFill>
          <a:ln>
            <a:solidFill>
              <a:schemeClr val="accent4"/>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44" name="矩形 43">
            <a:extLst>
              <a:ext uri="{FF2B5EF4-FFF2-40B4-BE49-F238E27FC236}">
                <a16:creationId xmlns:a16="http://schemas.microsoft.com/office/drawing/2014/main" id="{B8E49409-7D16-41EF-B95C-4BC739DEBC7B}"/>
              </a:ext>
            </a:extLst>
          </p:cNvPr>
          <p:cNvSpPr/>
          <p:nvPr/>
        </p:nvSpPr>
        <p:spPr>
          <a:xfrm>
            <a:off x="6076962" y="5557308"/>
            <a:ext cx="1517580" cy="390966"/>
          </a:xfrm>
          <a:prstGeom prst="rect">
            <a:avLst/>
          </a:prstGeom>
          <a:solidFill>
            <a:schemeClr val="accent3">
              <a:alpha val="74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grpSp>
        <p:nvGrpSpPr>
          <p:cNvPr id="15" name="组合 14">
            <a:extLst>
              <a:ext uri="{FF2B5EF4-FFF2-40B4-BE49-F238E27FC236}">
                <a16:creationId xmlns:a16="http://schemas.microsoft.com/office/drawing/2014/main" id="{5C60B1A9-E62F-4923-91CE-6554C590EA3F}"/>
              </a:ext>
            </a:extLst>
          </p:cNvPr>
          <p:cNvGrpSpPr/>
          <p:nvPr/>
        </p:nvGrpSpPr>
        <p:grpSpPr>
          <a:xfrm>
            <a:off x="3835285" y="4433827"/>
            <a:ext cx="743578" cy="1217637"/>
            <a:chOff x="3835285" y="4433827"/>
            <a:chExt cx="743578" cy="1217637"/>
          </a:xfrm>
        </p:grpSpPr>
        <p:sp>
          <p:nvSpPr>
            <p:cNvPr id="29" name="chronometer_117482">
              <a:extLst>
                <a:ext uri="{FF2B5EF4-FFF2-40B4-BE49-F238E27FC236}">
                  <a16:creationId xmlns:a16="http://schemas.microsoft.com/office/drawing/2014/main" id="{58850541-80CA-49C2-9E14-01DD8470CF09}"/>
                </a:ext>
              </a:extLst>
            </p:cNvPr>
            <p:cNvSpPr/>
            <p:nvPr/>
          </p:nvSpPr>
          <p:spPr>
            <a:xfrm>
              <a:off x="4054767" y="4752389"/>
              <a:ext cx="304613" cy="369332"/>
            </a:xfrm>
            <a:custGeom>
              <a:avLst/>
              <a:gdLst>
                <a:gd name="T0" fmla="*/ 0 w 3733"/>
                <a:gd name="T1" fmla="*/ 2667 h 4533"/>
                <a:gd name="T2" fmla="*/ 1867 w 3733"/>
                <a:gd name="T3" fmla="*/ 4533 h 4533"/>
                <a:gd name="T4" fmla="*/ 3733 w 3733"/>
                <a:gd name="T5" fmla="*/ 2667 h 4533"/>
                <a:gd name="T6" fmla="*/ 3161 w 3733"/>
                <a:gd name="T7" fmla="*/ 1323 h 4533"/>
                <a:gd name="T8" fmla="*/ 3408 w 3733"/>
                <a:gd name="T9" fmla="*/ 1075 h 4533"/>
                <a:gd name="T10" fmla="*/ 3408 w 3733"/>
                <a:gd name="T11" fmla="*/ 792 h 4533"/>
                <a:gd name="T12" fmla="*/ 3125 w 3733"/>
                <a:gd name="T13" fmla="*/ 792 h 4533"/>
                <a:gd name="T14" fmla="*/ 2842 w 3733"/>
                <a:gd name="T15" fmla="*/ 1076 h 4533"/>
                <a:gd name="T16" fmla="*/ 2067 w 3733"/>
                <a:gd name="T17" fmla="*/ 811 h 4533"/>
                <a:gd name="T18" fmla="*/ 2067 w 3733"/>
                <a:gd name="T19" fmla="*/ 400 h 4533"/>
                <a:gd name="T20" fmla="*/ 2667 w 3733"/>
                <a:gd name="T21" fmla="*/ 400 h 4533"/>
                <a:gd name="T22" fmla="*/ 2867 w 3733"/>
                <a:gd name="T23" fmla="*/ 200 h 4533"/>
                <a:gd name="T24" fmla="*/ 2667 w 3733"/>
                <a:gd name="T25" fmla="*/ 0 h 4533"/>
                <a:gd name="T26" fmla="*/ 1067 w 3733"/>
                <a:gd name="T27" fmla="*/ 0 h 4533"/>
                <a:gd name="T28" fmla="*/ 867 w 3733"/>
                <a:gd name="T29" fmla="*/ 200 h 4533"/>
                <a:gd name="T30" fmla="*/ 1067 w 3733"/>
                <a:gd name="T31" fmla="*/ 400 h 4533"/>
                <a:gd name="T32" fmla="*/ 1667 w 3733"/>
                <a:gd name="T33" fmla="*/ 400 h 4533"/>
                <a:gd name="T34" fmla="*/ 1667 w 3733"/>
                <a:gd name="T35" fmla="*/ 811 h 4533"/>
                <a:gd name="T36" fmla="*/ 891 w 3733"/>
                <a:gd name="T37" fmla="*/ 1076 h 4533"/>
                <a:gd name="T38" fmla="*/ 608 w 3733"/>
                <a:gd name="T39" fmla="*/ 792 h 4533"/>
                <a:gd name="T40" fmla="*/ 325 w 3733"/>
                <a:gd name="T41" fmla="*/ 792 h 4533"/>
                <a:gd name="T42" fmla="*/ 325 w 3733"/>
                <a:gd name="T43" fmla="*/ 1075 h 4533"/>
                <a:gd name="T44" fmla="*/ 573 w 3733"/>
                <a:gd name="T45" fmla="*/ 1323 h 4533"/>
                <a:gd name="T46" fmla="*/ 0 w 3733"/>
                <a:gd name="T47" fmla="*/ 2667 h 4533"/>
                <a:gd name="T48" fmla="*/ 1667 w 3733"/>
                <a:gd name="T49" fmla="*/ 1801 h 4533"/>
                <a:gd name="T50" fmla="*/ 1867 w 3733"/>
                <a:gd name="T51" fmla="*/ 1601 h 4533"/>
                <a:gd name="T52" fmla="*/ 2067 w 3733"/>
                <a:gd name="T53" fmla="*/ 1801 h 4533"/>
                <a:gd name="T54" fmla="*/ 2067 w 3733"/>
                <a:gd name="T55" fmla="*/ 2468 h 4533"/>
                <a:gd name="T56" fmla="*/ 2733 w 3733"/>
                <a:gd name="T57" fmla="*/ 2468 h 4533"/>
                <a:gd name="T58" fmla="*/ 2933 w 3733"/>
                <a:gd name="T59" fmla="*/ 2668 h 4533"/>
                <a:gd name="T60" fmla="*/ 2733 w 3733"/>
                <a:gd name="T61" fmla="*/ 2868 h 4533"/>
                <a:gd name="T62" fmla="*/ 1867 w 3733"/>
                <a:gd name="T63" fmla="*/ 2868 h 4533"/>
                <a:gd name="T64" fmla="*/ 1667 w 3733"/>
                <a:gd name="T65" fmla="*/ 2668 h 4533"/>
                <a:gd name="T66" fmla="*/ 1667 w 3733"/>
                <a:gd name="T67" fmla="*/ 1801 h 45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3733" h="4533">
                  <a:moveTo>
                    <a:pt x="0" y="2667"/>
                  </a:moveTo>
                  <a:cubicBezTo>
                    <a:pt x="0" y="3696"/>
                    <a:pt x="837" y="4533"/>
                    <a:pt x="1867" y="4533"/>
                  </a:cubicBezTo>
                  <a:cubicBezTo>
                    <a:pt x="2896" y="4533"/>
                    <a:pt x="3733" y="3696"/>
                    <a:pt x="3733" y="2667"/>
                  </a:cubicBezTo>
                  <a:cubicBezTo>
                    <a:pt x="3733" y="2139"/>
                    <a:pt x="3513" y="1662"/>
                    <a:pt x="3161" y="1323"/>
                  </a:cubicBezTo>
                  <a:lnTo>
                    <a:pt x="3408" y="1075"/>
                  </a:lnTo>
                  <a:cubicBezTo>
                    <a:pt x="3486" y="997"/>
                    <a:pt x="3486" y="870"/>
                    <a:pt x="3408" y="792"/>
                  </a:cubicBezTo>
                  <a:cubicBezTo>
                    <a:pt x="3330" y="714"/>
                    <a:pt x="3203" y="714"/>
                    <a:pt x="3125" y="792"/>
                  </a:cubicBezTo>
                  <a:lnTo>
                    <a:pt x="2842" y="1076"/>
                  </a:lnTo>
                  <a:cubicBezTo>
                    <a:pt x="2612" y="934"/>
                    <a:pt x="2348" y="841"/>
                    <a:pt x="2067" y="811"/>
                  </a:cubicBezTo>
                  <a:lnTo>
                    <a:pt x="2067" y="400"/>
                  </a:lnTo>
                  <a:lnTo>
                    <a:pt x="2667" y="400"/>
                  </a:lnTo>
                  <a:cubicBezTo>
                    <a:pt x="2777" y="400"/>
                    <a:pt x="2867" y="310"/>
                    <a:pt x="2867" y="200"/>
                  </a:cubicBezTo>
                  <a:cubicBezTo>
                    <a:pt x="2867" y="90"/>
                    <a:pt x="2777" y="0"/>
                    <a:pt x="2667" y="0"/>
                  </a:cubicBezTo>
                  <a:lnTo>
                    <a:pt x="1067" y="0"/>
                  </a:lnTo>
                  <a:cubicBezTo>
                    <a:pt x="956" y="0"/>
                    <a:pt x="867" y="90"/>
                    <a:pt x="867" y="200"/>
                  </a:cubicBezTo>
                  <a:cubicBezTo>
                    <a:pt x="867" y="310"/>
                    <a:pt x="956" y="400"/>
                    <a:pt x="1067" y="400"/>
                  </a:cubicBezTo>
                  <a:lnTo>
                    <a:pt x="1667" y="400"/>
                  </a:lnTo>
                  <a:lnTo>
                    <a:pt x="1667" y="811"/>
                  </a:lnTo>
                  <a:cubicBezTo>
                    <a:pt x="1385" y="841"/>
                    <a:pt x="1122" y="934"/>
                    <a:pt x="891" y="1076"/>
                  </a:cubicBezTo>
                  <a:lnTo>
                    <a:pt x="608" y="792"/>
                  </a:lnTo>
                  <a:cubicBezTo>
                    <a:pt x="530" y="714"/>
                    <a:pt x="403" y="714"/>
                    <a:pt x="325" y="792"/>
                  </a:cubicBezTo>
                  <a:cubicBezTo>
                    <a:pt x="247" y="870"/>
                    <a:pt x="247" y="997"/>
                    <a:pt x="325" y="1075"/>
                  </a:cubicBezTo>
                  <a:lnTo>
                    <a:pt x="573" y="1323"/>
                  </a:lnTo>
                  <a:cubicBezTo>
                    <a:pt x="220" y="1662"/>
                    <a:pt x="0" y="2139"/>
                    <a:pt x="0" y="2667"/>
                  </a:cubicBezTo>
                  <a:close/>
                  <a:moveTo>
                    <a:pt x="1667" y="1801"/>
                  </a:moveTo>
                  <a:cubicBezTo>
                    <a:pt x="1667" y="1691"/>
                    <a:pt x="1756" y="1601"/>
                    <a:pt x="1867" y="1601"/>
                  </a:cubicBezTo>
                  <a:cubicBezTo>
                    <a:pt x="1977" y="1601"/>
                    <a:pt x="2067" y="1691"/>
                    <a:pt x="2067" y="1801"/>
                  </a:cubicBezTo>
                  <a:lnTo>
                    <a:pt x="2067" y="2468"/>
                  </a:lnTo>
                  <a:lnTo>
                    <a:pt x="2733" y="2468"/>
                  </a:lnTo>
                  <a:cubicBezTo>
                    <a:pt x="2844" y="2468"/>
                    <a:pt x="2933" y="2557"/>
                    <a:pt x="2933" y="2668"/>
                  </a:cubicBezTo>
                  <a:cubicBezTo>
                    <a:pt x="2933" y="2778"/>
                    <a:pt x="2844" y="2868"/>
                    <a:pt x="2733" y="2868"/>
                  </a:cubicBezTo>
                  <a:lnTo>
                    <a:pt x="1867" y="2868"/>
                  </a:lnTo>
                  <a:cubicBezTo>
                    <a:pt x="1756" y="2868"/>
                    <a:pt x="1667" y="2778"/>
                    <a:pt x="1667" y="2668"/>
                  </a:cubicBezTo>
                  <a:lnTo>
                    <a:pt x="1667" y="1801"/>
                  </a:lnTo>
                  <a:close/>
                </a:path>
              </a:pathLst>
            </a:custGeom>
            <a:solidFill>
              <a:schemeClr val="accent1"/>
            </a:solidFill>
            <a:ln>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zh-CN"/>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a:p>
          </p:txBody>
        </p:sp>
        <p:sp>
          <p:nvSpPr>
            <p:cNvPr id="30" name="íşlïḍè">
              <a:extLst>
                <a:ext uri="{FF2B5EF4-FFF2-40B4-BE49-F238E27FC236}">
                  <a16:creationId xmlns:a16="http://schemas.microsoft.com/office/drawing/2014/main" id="{6EFEB801-63EC-4B87-9805-50F55F09F26B}"/>
                </a:ext>
              </a:extLst>
            </p:cNvPr>
            <p:cNvSpPr txBox="1"/>
            <p:nvPr/>
          </p:nvSpPr>
          <p:spPr>
            <a:xfrm>
              <a:off x="3835285" y="4433827"/>
              <a:ext cx="743578" cy="318562"/>
            </a:xfrm>
            <a:prstGeom prst="rect">
              <a:avLst/>
            </a:prstGeom>
            <a:noFill/>
          </p:spPr>
          <p:txBody>
            <a:bodyPr wrap="square" lIns="91440" tIns="45720" rIns="91440" bIns="45720" anchor="ctr">
              <a:noAutofit/>
            </a:bodyPr>
            <a:lstStyle/>
            <a:p>
              <a:pPr algn="ctr"/>
              <a:r>
                <a:rPr lang="zh-CN" altLang="en-US" b="1" dirty="0">
                  <a:solidFill>
                    <a:schemeClr val="accent1">
                      <a:lumMod val="75000"/>
                    </a:schemeClr>
                  </a:solidFill>
                </a:rPr>
                <a:t>超时</a:t>
              </a:r>
              <a:endParaRPr lang="en-US" altLang="zh-CN" b="1" dirty="0">
                <a:solidFill>
                  <a:schemeClr val="accent1">
                    <a:lumMod val="75000"/>
                  </a:schemeClr>
                </a:solidFill>
              </a:endParaRPr>
            </a:p>
          </p:txBody>
        </p:sp>
        <p:cxnSp>
          <p:nvCxnSpPr>
            <p:cNvPr id="10" name="直接箭头连接符 9">
              <a:extLst>
                <a:ext uri="{FF2B5EF4-FFF2-40B4-BE49-F238E27FC236}">
                  <a16:creationId xmlns:a16="http://schemas.microsoft.com/office/drawing/2014/main" id="{20608AFE-D2E0-480B-9927-83A841D6B2D8}"/>
                </a:ext>
              </a:extLst>
            </p:cNvPr>
            <p:cNvCxnSpPr>
              <a:cxnSpLocks/>
            </p:cNvCxnSpPr>
            <p:nvPr/>
          </p:nvCxnSpPr>
          <p:spPr>
            <a:xfrm>
              <a:off x="4207074" y="5181600"/>
              <a:ext cx="0" cy="469864"/>
            </a:xfrm>
            <a:prstGeom prst="straightConnector1">
              <a:avLst/>
            </a:prstGeom>
            <a:ln w="25400">
              <a:tailEnd type="triangle" w="med" len="lg"/>
            </a:ln>
          </p:spPr>
          <p:style>
            <a:lnRef idx="1">
              <a:schemeClr val="accent1"/>
            </a:lnRef>
            <a:fillRef idx="0">
              <a:schemeClr val="accent1"/>
            </a:fillRef>
            <a:effectRef idx="0">
              <a:schemeClr val="accent1"/>
            </a:effectRef>
            <a:fontRef idx="minor">
              <a:schemeClr val="tx1"/>
            </a:fontRef>
          </p:style>
        </p:cxnSp>
      </p:grpSp>
      <p:grpSp>
        <p:nvGrpSpPr>
          <p:cNvPr id="41" name="组合 40">
            <a:extLst>
              <a:ext uri="{FF2B5EF4-FFF2-40B4-BE49-F238E27FC236}">
                <a16:creationId xmlns:a16="http://schemas.microsoft.com/office/drawing/2014/main" id="{AD24D380-5B73-42AC-B0CF-6895F432E2C6}"/>
              </a:ext>
            </a:extLst>
          </p:cNvPr>
          <p:cNvGrpSpPr/>
          <p:nvPr/>
        </p:nvGrpSpPr>
        <p:grpSpPr>
          <a:xfrm>
            <a:off x="1251044" y="4058101"/>
            <a:ext cx="708432" cy="1325976"/>
            <a:chOff x="1251044" y="4058101"/>
            <a:chExt cx="708432" cy="1325976"/>
          </a:xfrm>
        </p:grpSpPr>
        <p:sp>
          <p:nvSpPr>
            <p:cNvPr id="42" name="矩形 41">
              <a:extLst>
                <a:ext uri="{FF2B5EF4-FFF2-40B4-BE49-F238E27FC236}">
                  <a16:creationId xmlns:a16="http://schemas.microsoft.com/office/drawing/2014/main" id="{C25C4594-35E6-4FBF-A2FE-8A26EFBB2D39}"/>
                </a:ext>
              </a:extLst>
            </p:cNvPr>
            <p:cNvSpPr/>
            <p:nvPr/>
          </p:nvSpPr>
          <p:spPr>
            <a:xfrm>
              <a:off x="1251044" y="4862501"/>
              <a:ext cx="708432" cy="270283"/>
            </a:xfrm>
            <a:prstGeom prst="rect">
              <a:avLst/>
            </a:prstGeom>
            <a:solidFill>
              <a:schemeClr val="accent3"/>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46800" rIns="46800" rtlCol="0" anchor="ctr"/>
            <a:lstStyle/>
            <a:p>
              <a:pPr algn="ctr"/>
              <a:r>
                <a:rPr lang="en-US" altLang="zh-CN" b="1" dirty="0"/>
                <a:t>DATA5</a:t>
              </a:r>
              <a:endParaRPr lang="zh-CN" altLang="en-US" b="1" dirty="0"/>
            </a:p>
          </p:txBody>
        </p:sp>
        <p:sp>
          <p:nvSpPr>
            <p:cNvPr id="43" name="矩形 42">
              <a:extLst>
                <a:ext uri="{FF2B5EF4-FFF2-40B4-BE49-F238E27FC236}">
                  <a16:creationId xmlns:a16="http://schemas.microsoft.com/office/drawing/2014/main" id="{17A7A4B9-6868-49BE-8CC6-C0706A9FDEBE}"/>
                </a:ext>
              </a:extLst>
            </p:cNvPr>
            <p:cNvSpPr/>
            <p:nvPr/>
          </p:nvSpPr>
          <p:spPr>
            <a:xfrm>
              <a:off x="1251044" y="4590628"/>
              <a:ext cx="708432" cy="270283"/>
            </a:xfrm>
            <a:prstGeom prst="rect">
              <a:avLst/>
            </a:prstGeom>
            <a:solidFill>
              <a:schemeClr val="accent3"/>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46800" rIns="46800" rtlCol="0" anchor="ctr"/>
            <a:lstStyle/>
            <a:p>
              <a:pPr algn="ctr"/>
              <a:r>
                <a:rPr lang="en-US" altLang="zh-CN" b="1" dirty="0"/>
                <a:t>DATA4</a:t>
              </a:r>
              <a:endParaRPr lang="zh-CN" altLang="en-US" b="1" dirty="0"/>
            </a:p>
          </p:txBody>
        </p:sp>
        <p:sp>
          <p:nvSpPr>
            <p:cNvPr id="45" name="矩形 44">
              <a:extLst>
                <a:ext uri="{FF2B5EF4-FFF2-40B4-BE49-F238E27FC236}">
                  <a16:creationId xmlns:a16="http://schemas.microsoft.com/office/drawing/2014/main" id="{62044C2C-E387-4970-9532-83E2E422D40E}"/>
                </a:ext>
              </a:extLst>
            </p:cNvPr>
            <p:cNvSpPr/>
            <p:nvPr/>
          </p:nvSpPr>
          <p:spPr>
            <a:xfrm>
              <a:off x="1251044" y="4320345"/>
              <a:ext cx="708432" cy="270283"/>
            </a:xfrm>
            <a:prstGeom prst="rect">
              <a:avLst/>
            </a:prstGeom>
            <a:solidFill>
              <a:schemeClr val="accent3"/>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46800" rIns="46800" rtlCol="0" anchor="ctr"/>
            <a:lstStyle/>
            <a:p>
              <a:pPr algn="ctr"/>
              <a:r>
                <a:rPr lang="en-US" altLang="zh-CN" b="1" dirty="0"/>
                <a:t>DATA3</a:t>
              </a:r>
              <a:endParaRPr lang="zh-CN" altLang="en-US" b="1" dirty="0"/>
            </a:p>
          </p:txBody>
        </p:sp>
        <p:sp>
          <p:nvSpPr>
            <p:cNvPr id="46" name="矩形 45">
              <a:extLst>
                <a:ext uri="{FF2B5EF4-FFF2-40B4-BE49-F238E27FC236}">
                  <a16:creationId xmlns:a16="http://schemas.microsoft.com/office/drawing/2014/main" id="{A00340F2-C0DD-489B-9B69-F0E92BDFD27A}"/>
                </a:ext>
              </a:extLst>
            </p:cNvPr>
            <p:cNvSpPr/>
            <p:nvPr/>
          </p:nvSpPr>
          <p:spPr>
            <a:xfrm>
              <a:off x="1251044" y="4058101"/>
              <a:ext cx="708432" cy="270283"/>
            </a:xfrm>
            <a:prstGeom prst="rect">
              <a:avLst/>
            </a:prstGeom>
            <a:solidFill>
              <a:schemeClr val="accent3"/>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46800" rIns="46800" rtlCol="0" anchor="ctr"/>
            <a:lstStyle/>
            <a:p>
              <a:pPr algn="ctr"/>
              <a:r>
                <a:rPr lang="en-US" altLang="zh-CN" b="1" dirty="0"/>
                <a:t>DATA2</a:t>
              </a:r>
              <a:endParaRPr lang="zh-CN" altLang="en-US" b="1" dirty="0"/>
            </a:p>
          </p:txBody>
        </p:sp>
        <p:sp>
          <p:nvSpPr>
            <p:cNvPr id="47" name="矩形 46">
              <a:extLst>
                <a:ext uri="{FF2B5EF4-FFF2-40B4-BE49-F238E27FC236}">
                  <a16:creationId xmlns:a16="http://schemas.microsoft.com/office/drawing/2014/main" id="{AEA48C9D-31BC-449A-8C3B-28450E6234DB}"/>
                </a:ext>
              </a:extLst>
            </p:cNvPr>
            <p:cNvSpPr/>
            <p:nvPr/>
          </p:nvSpPr>
          <p:spPr>
            <a:xfrm>
              <a:off x="1251044" y="5113794"/>
              <a:ext cx="708432" cy="270283"/>
            </a:xfrm>
            <a:prstGeom prst="rect">
              <a:avLst/>
            </a:prstGeom>
            <a:solidFill>
              <a:schemeClr val="accent3"/>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46800" rIns="46800" rtlCol="0" anchor="ctr"/>
            <a:lstStyle/>
            <a:p>
              <a:pPr algn="ctr"/>
              <a:r>
                <a:rPr lang="en-US" altLang="zh-CN" b="1" dirty="0"/>
                <a:t>DATA6</a:t>
              </a:r>
              <a:endParaRPr lang="zh-CN" altLang="en-US" b="1" dirty="0"/>
            </a:p>
          </p:txBody>
        </p:sp>
      </p:grpSp>
      <p:sp>
        <p:nvSpPr>
          <p:cNvPr id="48" name="矩形 47">
            <a:extLst>
              <a:ext uri="{FF2B5EF4-FFF2-40B4-BE49-F238E27FC236}">
                <a16:creationId xmlns:a16="http://schemas.microsoft.com/office/drawing/2014/main" id="{C2C7873F-1B71-499D-9EF6-5F1E4E393AD7}"/>
              </a:ext>
            </a:extLst>
          </p:cNvPr>
          <p:cNvSpPr/>
          <p:nvPr/>
        </p:nvSpPr>
        <p:spPr>
          <a:xfrm>
            <a:off x="3817248" y="5554018"/>
            <a:ext cx="3777293" cy="390966"/>
          </a:xfrm>
          <a:prstGeom prst="rect">
            <a:avLst/>
          </a:prstGeom>
          <a:solidFill>
            <a:schemeClr val="accent1">
              <a:lumMod val="75000"/>
              <a:alpha val="44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37" name="平行四边形 36">
            <a:extLst>
              <a:ext uri="{FF2B5EF4-FFF2-40B4-BE49-F238E27FC236}">
                <a16:creationId xmlns:a16="http://schemas.microsoft.com/office/drawing/2014/main" id="{EA361126-E61E-1CEE-06B8-A8B3C53E3071}"/>
              </a:ext>
            </a:extLst>
          </p:cNvPr>
          <p:cNvSpPr/>
          <p:nvPr/>
        </p:nvSpPr>
        <p:spPr>
          <a:xfrm>
            <a:off x="304799" y="749300"/>
            <a:ext cx="695119" cy="387090"/>
          </a:xfrm>
          <a:prstGeom prst="parallelogram">
            <a:avLst/>
          </a:prstGeom>
          <a:solidFill>
            <a:schemeClr val="accent3">
              <a:lumMod val="75000"/>
            </a:schemeClr>
          </a:solidFill>
          <a:ln>
            <a:solidFill>
              <a:schemeClr val="accent3">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CN" sz="2200" dirty="0">
                <a:latin typeface="Impact" panose="020B0806030902050204" pitchFamily="34" charset="0"/>
              </a:rPr>
              <a:t>04</a:t>
            </a:r>
            <a:endParaRPr lang="zh-CN" altLang="en-US" sz="2200" dirty="0">
              <a:latin typeface="Impact" panose="020B0806030902050204" pitchFamily="34" charset="0"/>
            </a:endParaRPr>
          </a:p>
        </p:txBody>
      </p:sp>
    </p:spTree>
    <p:custDataLst>
      <p:tags r:id="rId1"/>
    </p:custDataLst>
    <p:extLst>
      <p:ext uri="{BB962C8B-B14F-4D97-AF65-F5344CB8AC3E}">
        <p14:creationId xmlns:p14="http://schemas.microsoft.com/office/powerpoint/2010/main" val="413998066"/>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2" presetClass="entr" presetSubtype="4" fill="hold" nodeType="withEffect">
                                  <p:stCondLst>
                                    <p:cond delay="0"/>
                                  </p:stCondLst>
                                  <p:childTnLst>
                                    <p:set>
                                      <p:cBhvr>
                                        <p:cTn id="6" dur="1" fill="hold">
                                          <p:stCondLst>
                                            <p:cond delay="0"/>
                                          </p:stCondLst>
                                        </p:cTn>
                                        <p:tgtEl>
                                          <p:spTgt spid="15"/>
                                        </p:tgtEl>
                                        <p:attrNameLst>
                                          <p:attrName>style.visibility</p:attrName>
                                        </p:attrNameLst>
                                      </p:cBhvr>
                                      <p:to>
                                        <p:strVal val="visible"/>
                                      </p:to>
                                    </p:set>
                                    <p:anim calcmode="lin" valueType="num">
                                      <p:cBhvr additive="base">
                                        <p:cTn id="7" dur="500"/>
                                        <p:tgtEl>
                                          <p:spTgt spid="15"/>
                                        </p:tgtEl>
                                        <p:attrNameLst>
                                          <p:attrName>ppt_y</p:attrName>
                                        </p:attrNameLst>
                                      </p:cBhvr>
                                      <p:tavLst>
                                        <p:tav tm="0">
                                          <p:val>
                                            <p:strVal val="#ppt_y+#ppt_h*1.125000"/>
                                          </p:val>
                                        </p:tav>
                                        <p:tav tm="100000">
                                          <p:val>
                                            <p:strVal val="#ppt_y"/>
                                          </p:val>
                                        </p:tav>
                                      </p:tavLst>
                                    </p:anim>
                                    <p:animEffect transition="in" filter="wipe(up)">
                                      <p:cBhvr>
                                        <p:cTn id="8" dur="500"/>
                                        <p:tgtEl>
                                          <p:spTgt spid="15"/>
                                        </p:tgtEl>
                                      </p:cBhvr>
                                    </p:animEffect>
                                  </p:childTnLst>
                                </p:cTn>
                              </p:par>
                            </p:childTnLst>
                          </p:cTn>
                        </p:par>
                      </p:childTnLst>
                    </p:cTn>
                  </p:par>
                  <p:par>
                    <p:cTn id="9" fill="hold">
                      <p:stCondLst>
                        <p:cond delay="indefinite"/>
                      </p:stCondLst>
                      <p:childTnLst>
                        <p:par>
                          <p:cTn id="10" fill="hold">
                            <p:stCondLst>
                              <p:cond delay="0"/>
                            </p:stCondLst>
                            <p:childTnLst>
                              <p:par>
                                <p:cTn id="11" presetID="12" presetClass="entr" presetSubtype="4" fill="hold" nodeType="clickEffect">
                                  <p:stCondLst>
                                    <p:cond delay="0"/>
                                  </p:stCondLst>
                                  <p:childTnLst>
                                    <p:set>
                                      <p:cBhvr>
                                        <p:cTn id="12" dur="1" fill="hold">
                                          <p:stCondLst>
                                            <p:cond delay="0"/>
                                          </p:stCondLst>
                                        </p:cTn>
                                        <p:tgtEl>
                                          <p:spTgt spid="41"/>
                                        </p:tgtEl>
                                        <p:attrNameLst>
                                          <p:attrName>style.visibility</p:attrName>
                                        </p:attrNameLst>
                                      </p:cBhvr>
                                      <p:to>
                                        <p:strVal val="visible"/>
                                      </p:to>
                                    </p:set>
                                    <p:anim calcmode="lin" valueType="num">
                                      <p:cBhvr additive="base">
                                        <p:cTn id="13" dur="2000"/>
                                        <p:tgtEl>
                                          <p:spTgt spid="41"/>
                                        </p:tgtEl>
                                        <p:attrNameLst>
                                          <p:attrName>ppt_y</p:attrName>
                                        </p:attrNameLst>
                                      </p:cBhvr>
                                      <p:tavLst>
                                        <p:tav tm="0">
                                          <p:val>
                                            <p:strVal val="#ppt_y+#ppt_h*1.125000"/>
                                          </p:val>
                                        </p:tav>
                                        <p:tav tm="100000">
                                          <p:val>
                                            <p:strVal val="#ppt_y"/>
                                          </p:val>
                                        </p:tav>
                                      </p:tavLst>
                                    </p:anim>
                                    <p:animEffect transition="in" filter="wipe(up)">
                                      <p:cBhvr>
                                        <p:cTn id="14" dur="2000"/>
                                        <p:tgtEl>
                                          <p:spTgt spid="41"/>
                                        </p:tgtEl>
                                      </p:cBhvr>
                                    </p:animEffect>
                                  </p:childTnLst>
                                </p:cTn>
                              </p:par>
                              <p:par>
                                <p:cTn id="15" presetID="22" presetClass="entr" presetSubtype="8" fill="hold" grpId="0" nodeType="withEffect">
                                  <p:stCondLst>
                                    <p:cond delay="0"/>
                                  </p:stCondLst>
                                  <p:childTnLst>
                                    <p:set>
                                      <p:cBhvr>
                                        <p:cTn id="16" dur="1" fill="hold">
                                          <p:stCondLst>
                                            <p:cond delay="0"/>
                                          </p:stCondLst>
                                        </p:cTn>
                                        <p:tgtEl>
                                          <p:spTgt spid="48"/>
                                        </p:tgtEl>
                                        <p:attrNameLst>
                                          <p:attrName>style.visibility</p:attrName>
                                        </p:attrNameLst>
                                      </p:cBhvr>
                                      <p:to>
                                        <p:strVal val="visible"/>
                                      </p:to>
                                    </p:set>
                                    <p:animEffect transition="in" filter="wipe(left)">
                                      <p:cBhvr>
                                        <p:cTn id="17" dur="2000"/>
                                        <p:tgtEl>
                                          <p:spTgt spid="48"/>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8" grpId="0" animBg="1"/>
    </p:bldLst>
  </p:timing>
</p:sld>
</file>

<file path=ppt/slides/slide16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18" name="组合 17">
            <a:extLst>
              <a:ext uri="{FF2B5EF4-FFF2-40B4-BE49-F238E27FC236}">
                <a16:creationId xmlns:a16="http://schemas.microsoft.com/office/drawing/2014/main" id="{22C1EE8C-617B-4F59-AD5A-71C08DAB4DFD}"/>
              </a:ext>
            </a:extLst>
          </p:cNvPr>
          <p:cNvGrpSpPr/>
          <p:nvPr/>
        </p:nvGrpSpPr>
        <p:grpSpPr>
          <a:xfrm>
            <a:off x="4565956" y="4431346"/>
            <a:ext cx="3021812" cy="1196814"/>
            <a:chOff x="4565956" y="4431346"/>
            <a:chExt cx="3021812" cy="1196814"/>
          </a:xfrm>
        </p:grpSpPr>
        <p:cxnSp>
          <p:nvCxnSpPr>
            <p:cNvPr id="6" name="直接连接符 5">
              <a:extLst>
                <a:ext uri="{FF2B5EF4-FFF2-40B4-BE49-F238E27FC236}">
                  <a16:creationId xmlns:a16="http://schemas.microsoft.com/office/drawing/2014/main" id="{87452417-CA97-40FA-9A50-40C4F99CE36D}"/>
                </a:ext>
              </a:extLst>
            </p:cNvPr>
            <p:cNvCxnSpPr>
              <a:cxnSpLocks/>
            </p:cNvCxnSpPr>
            <p:nvPr/>
          </p:nvCxnSpPr>
          <p:spPr>
            <a:xfrm flipV="1">
              <a:off x="4566685" y="4431346"/>
              <a:ext cx="0" cy="1196814"/>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4" name="直接箭头连接符 13">
              <a:extLst>
                <a:ext uri="{FF2B5EF4-FFF2-40B4-BE49-F238E27FC236}">
                  <a16:creationId xmlns:a16="http://schemas.microsoft.com/office/drawing/2014/main" id="{D4B16E3D-2112-49B5-BDE9-D0CD1C2ED65D}"/>
                </a:ext>
              </a:extLst>
            </p:cNvPr>
            <p:cNvCxnSpPr/>
            <p:nvPr/>
          </p:nvCxnSpPr>
          <p:spPr>
            <a:xfrm>
              <a:off x="4565956" y="4802291"/>
              <a:ext cx="3021812" cy="0"/>
            </a:xfrm>
            <a:prstGeom prst="straightConnector1">
              <a:avLst/>
            </a:prstGeom>
            <a:ln w="12700">
              <a:solidFill>
                <a:schemeClr val="tx1"/>
              </a:solidFill>
              <a:headEnd type="triangle"/>
              <a:tailEnd type="triangle"/>
            </a:ln>
          </p:spPr>
          <p:style>
            <a:lnRef idx="1">
              <a:schemeClr val="accent1"/>
            </a:lnRef>
            <a:fillRef idx="0">
              <a:schemeClr val="accent1"/>
            </a:fillRef>
            <a:effectRef idx="0">
              <a:schemeClr val="accent1"/>
            </a:effectRef>
            <a:fontRef idx="minor">
              <a:schemeClr val="tx1"/>
            </a:fontRef>
          </p:style>
        </p:cxnSp>
        <p:sp>
          <p:nvSpPr>
            <p:cNvPr id="54" name="íşlïḍè">
              <a:extLst>
                <a:ext uri="{FF2B5EF4-FFF2-40B4-BE49-F238E27FC236}">
                  <a16:creationId xmlns:a16="http://schemas.microsoft.com/office/drawing/2014/main" id="{7243384B-4EBB-4214-A721-515656082FAD}"/>
                </a:ext>
              </a:extLst>
            </p:cNvPr>
            <p:cNvSpPr txBox="1"/>
            <p:nvPr/>
          </p:nvSpPr>
          <p:spPr>
            <a:xfrm>
              <a:off x="4911512" y="4450940"/>
              <a:ext cx="2309794" cy="602501"/>
            </a:xfrm>
            <a:prstGeom prst="rect">
              <a:avLst/>
            </a:prstGeom>
            <a:solidFill>
              <a:schemeClr val="bg1"/>
            </a:solidFill>
          </p:spPr>
          <p:txBody>
            <a:bodyPr wrap="square" lIns="91440" tIns="45720" rIns="91440" bIns="45720" anchor="ctr">
              <a:noAutofit/>
            </a:bodyPr>
            <a:lstStyle/>
            <a:p>
              <a:pPr algn="ctr"/>
              <a:r>
                <a:rPr lang="zh-CN" altLang="en-US" b="1" dirty="0">
                  <a:solidFill>
                    <a:schemeClr val="accent1">
                      <a:lumMod val="75000"/>
                    </a:schemeClr>
                  </a:solidFill>
                </a:rPr>
                <a:t>之前正确到达接收方</a:t>
              </a:r>
              <a:endParaRPr lang="en-US" altLang="zh-CN" b="1" dirty="0">
                <a:solidFill>
                  <a:schemeClr val="accent1">
                    <a:lumMod val="75000"/>
                  </a:schemeClr>
                </a:solidFill>
              </a:endParaRPr>
            </a:p>
            <a:p>
              <a:pPr algn="ctr"/>
              <a:r>
                <a:rPr lang="zh-CN" altLang="en-US" b="1" dirty="0">
                  <a:solidFill>
                    <a:schemeClr val="accent1">
                      <a:lumMod val="75000"/>
                    </a:schemeClr>
                  </a:solidFill>
                </a:rPr>
                <a:t>但仍被重传</a:t>
              </a:r>
              <a:endParaRPr lang="en-US" altLang="zh-CN" b="1" dirty="0">
                <a:solidFill>
                  <a:schemeClr val="accent1">
                    <a:lumMod val="75000"/>
                  </a:schemeClr>
                </a:solidFill>
              </a:endParaRPr>
            </a:p>
          </p:txBody>
        </p:sp>
        <p:cxnSp>
          <p:nvCxnSpPr>
            <p:cNvPr id="55" name="直接连接符 54">
              <a:extLst>
                <a:ext uri="{FF2B5EF4-FFF2-40B4-BE49-F238E27FC236}">
                  <a16:creationId xmlns:a16="http://schemas.microsoft.com/office/drawing/2014/main" id="{9E75557D-883D-4BC5-B866-354AC826F354}"/>
                </a:ext>
              </a:extLst>
            </p:cNvPr>
            <p:cNvCxnSpPr>
              <a:cxnSpLocks/>
            </p:cNvCxnSpPr>
            <p:nvPr/>
          </p:nvCxnSpPr>
          <p:spPr>
            <a:xfrm flipV="1">
              <a:off x="7587768" y="4431346"/>
              <a:ext cx="0" cy="1196814"/>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38" name="组合 37">
            <a:extLst>
              <a:ext uri="{FF2B5EF4-FFF2-40B4-BE49-F238E27FC236}">
                <a16:creationId xmlns:a16="http://schemas.microsoft.com/office/drawing/2014/main" id="{F1B81A00-D1CD-4324-9C55-93FA8AEE6040}"/>
              </a:ext>
            </a:extLst>
          </p:cNvPr>
          <p:cNvGrpSpPr/>
          <p:nvPr/>
        </p:nvGrpSpPr>
        <p:grpSpPr>
          <a:xfrm>
            <a:off x="3817249" y="5098286"/>
            <a:ext cx="3780000" cy="910796"/>
            <a:chOff x="2302929" y="5098286"/>
            <a:chExt cx="3780000" cy="910796"/>
          </a:xfrm>
        </p:grpSpPr>
        <p:sp>
          <p:nvSpPr>
            <p:cNvPr id="39" name="矩形 38">
              <a:extLst>
                <a:ext uri="{FF2B5EF4-FFF2-40B4-BE49-F238E27FC236}">
                  <a16:creationId xmlns:a16="http://schemas.microsoft.com/office/drawing/2014/main" id="{53BEA8C7-0E84-4C43-9BA6-B0FEB4F7EE65}"/>
                </a:ext>
              </a:extLst>
            </p:cNvPr>
            <p:cNvSpPr/>
            <p:nvPr/>
          </p:nvSpPr>
          <p:spPr>
            <a:xfrm>
              <a:off x="2302929" y="5467618"/>
              <a:ext cx="3780000" cy="541464"/>
            </a:xfrm>
            <a:prstGeom prst="rect">
              <a:avLst/>
            </a:prstGeom>
            <a:solidFill>
              <a:schemeClr val="accent3"/>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mc:AlternateContent xmlns:mc="http://schemas.openxmlformats.org/markup-compatibility/2006" xmlns:a14="http://schemas.microsoft.com/office/drawing/2010/main">
          <mc:Choice Requires="a14">
            <p:sp>
              <p:nvSpPr>
                <p:cNvPr id="40" name="文本框 39">
                  <a:extLst>
                    <a:ext uri="{FF2B5EF4-FFF2-40B4-BE49-F238E27FC236}">
                      <a16:creationId xmlns:a16="http://schemas.microsoft.com/office/drawing/2014/main" id="{A90B96BD-7B6C-4227-9038-A042DE3DB894}"/>
                    </a:ext>
                  </a:extLst>
                </p:cNvPr>
                <p:cNvSpPr txBox="1"/>
                <p:nvPr/>
              </p:nvSpPr>
              <p:spPr>
                <a:xfrm>
                  <a:off x="3659320" y="5098286"/>
                  <a:ext cx="1067217" cy="369332"/>
                </a:xfrm>
                <a:prstGeom prst="rect">
                  <a:avLst/>
                </a:prstGeom>
                <a:noFill/>
              </p:spPr>
              <p:txBody>
                <a:bodyPr wrap="square">
                  <a:spAutoFit/>
                </a:bodyPr>
                <a:lstStyle/>
                <a:p>
                  <a:pPr/>
                  <a14:m>
                    <m:oMathPara xmlns:m="http://schemas.openxmlformats.org/officeDocument/2006/math">
                      <m:oMathParaPr>
                        <m:jc m:val="centerGroup"/>
                      </m:oMathParaPr>
                      <m:oMath xmlns:m="http://schemas.openxmlformats.org/officeDocument/2006/math">
                        <m:sSub>
                          <m:sSubPr>
                            <m:ctrlPr>
                              <a:rPr lang="en-US" altLang="zh-CN" b="1" i="1" smtClean="0">
                                <a:solidFill>
                                  <a:schemeClr val="accent3"/>
                                </a:solidFill>
                                <a:latin typeface="Cambria Math" panose="02040503050406030204" pitchFamily="18" charset="0"/>
                              </a:rPr>
                            </m:ctrlPr>
                          </m:sSubPr>
                          <m:e>
                            <m:r>
                              <a:rPr lang="en-US" altLang="zh-CN" b="1" i="1" smtClean="0">
                                <a:solidFill>
                                  <a:schemeClr val="accent3"/>
                                </a:solidFill>
                                <a:latin typeface="Cambria Math" panose="02040503050406030204" pitchFamily="18" charset="0"/>
                              </a:rPr>
                              <m:t>𝑾</m:t>
                            </m:r>
                          </m:e>
                          <m:sub>
                            <m:r>
                              <a:rPr lang="en-US" altLang="zh-CN" b="1" i="1" smtClean="0">
                                <a:solidFill>
                                  <a:schemeClr val="accent3"/>
                                </a:solidFill>
                                <a:latin typeface="Cambria Math" panose="02040503050406030204" pitchFamily="18" charset="0"/>
                              </a:rPr>
                              <m:t>𝑻</m:t>
                            </m:r>
                          </m:sub>
                        </m:sSub>
                        <m:r>
                          <a:rPr lang="en-US" altLang="zh-CN" b="1" i="1" smtClean="0">
                            <a:solidFill>
                              <a:schemeClr val="accent3"/>
                            </a:solidFill>
                            <a:latin typeface="Cambria Math" panose="02040503050406030204" pitchFamily="18" charset="0"/>
                          </a:rPr>
                          <m:t>=</m:t>
                        </m:r>
                        <m:r>
                          <a:rPr lang="en-US" altLang="zh-CN" b="1" i="1" smtClean="0">
                            <a:solidFill>
                              <a:schemeClr val="accent3"/>
                            </a:solidFill>
                            <a:latin typeface="Cambria Math" panose="02040503050406030204" pitchFamily="18" charset="0"/>
                          </a:rPr>
                          <m:t>𝟓</m:t>
                        </m:r>
                      </m:oMath>
                    </m:oMathPara>
                  </a14:m>
                  <a:endParaRPr lang="zh-CN" altLang="en-US" dirty="0">
                    <a:solidFill>
                      <a:schemeClr val="accent3"/>
                    </a:solidFill>
                  </a:endParaRPr>
                </a:p>
              </p:txBody>
            </p:sp>
          </mc:Choice>
          <mc:Fallback xmlns="">
            <p:sp>
              <p:nvSpPr>
                <p:cNvPr id="23" name="文本框 22">
                  <a:extLst>
                    <a:ext uri="{FF2B5EF4-FFF2-40B4-BE49-F238E27FC236}">
                      <a16:creationId xmlns:a16="http://schemas.microsoft.com/office/drawing/2014/main" id="{ABC03EEA-26BD-4845-8ACC-3FB7B6DA9132}"/>
                    </a:ext>
                  </a:extLst>
                </p:cNvPr>
                <p:cNvSpPr txBox="1">
                  <a:spLocks noRot="1" noChangeAspect="1" noMove="1" noResize="1" noEditPoints="1" noAdjustHandles="1" noChangeArrowheads="1" noChangeShapeType="1" noTextEdit="1"/>
                </p:cNvSpPr>
                <p:nvPr/>
              </p:nvSpPr>
              <p:spPr>
                <a:xfrm>
                  <a:off x="3659320" y="5098286"/>
                  <a:ext cx="1067217" cy="369332"/>
                </a:xfrm>
                <a:prstGeom prst="rect">
                  <a:avLst/>
                </a:prstGeom>
                <a:blipFill>
                  <a:blip r:embed="rId4"/>
                  <a:stretch>
                    <a:fillRect b="-3279"/>
                  </a:stretch>
                </a:blipFill>
              </p:spPr>
              <p:txBody>
                <a:bodyPr/>
                <a:lstStyle/>
                <a:p>
                  <a:r>
                    <a:rPr lang="zh-CN" altLang="en-US">
                      <a:noFill/>
                    </a:rPr>
                    <a:t> </a:t>
                  </a:r>
                </a:p>
              </p:txBody>
            </p:sp>
          </mc:Fallback>
        </mc:AlternateContent>
      </p:grpSp>
      <p:grpSp>
        <p:nvGrpSpPr>
          <p:cNvPr id="31" name="组合 30">
            <a:extLst>
              <a:ext uri="{FF2B5EF4-FFF2-40B4-BE49-F238E27FC236}">
                <a16:creationId xmlns:a16="http://schemas.microsoft.com/office/drawing/2014/main" id="{F8FB8773-3132-44C5-BA37-545BA916FC7F}"/>
              </a:ext>
            </a:extLst>
          </p:cNvPr>
          <p:cNvGrpSpPr/>
          <p:nvPr/>
        </p:nvGrpSpPr>
        <p:grpSpPr>
          <a:xfrm>
            <a:off x="3659320" y="1363110"/>
            <a:ext cx="1067217" cy="917885"/>
            <a:chOff x="2146413" y="1363110"/>
            <a:chExt cx="1067217" cy="917885"/>
          </a:xfrm>
        </p:grpSpPr>
        <p:sp>
          <p:nvSpPr>
            <p:cNvPr id="32" name="矩形 31">
              <a:extLst>
                <a:ext uri="{FF2B5EF4-FFF2-40B4-BE49-F238E27FC236}">
                  <a16:creationId xmlns:a16="http://schemas.microsoft.com/office/drawing/2014/main" id="{D4210CF8-E394-4326-9E53-07BBCF692252}"/>
                </a:ext>
              </a:extLst>
            </p:cNvPr>
            <p:cNvSpPr/>
            <p:nvPr/>
          </p:nvSpPr>
          <p:spPr>
            <a:xfrm>
              <a:off x="2300222" y="1739531"/>
              <a:ext cx="759600" cy="541464"/>
            </a:xfrm>
            <a:prstGeom prst="rect">
              <a:avLst/>
            </a:prstGeom>
            <a:solidFill>
              <a:schemeClr val="accent4"/>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mc:AlternateContent xmlns:mc="http://schemas.openxmlformats.org/markup-compatibility/2006" xmlns:a14="http://schemas.microsoft.com/office/drawing/2010/main">
          <mc:Choice Requires="a14">
            <p:sp>
              <p:nvSpPr>
                <p:cNvPr id="33" name="文本框 32">
                  <a:extLst>
                    <a:ext uri="{FF2B5EF4-FFF2-40B4-BE49-F238E27FC236}">
                      <a16:creationId xmlns:a16="http://schemas.microsoft.com/office/drawing/2014/main" id="{B18AE0E4-0AF2-4267-8E26-A1FBCFC82FCA}"/>
                    </a:ext>
                  </a:extLst>
                </p:cNvPr>
                <p:cNvSpPr txBox="1"/>
                <p:nvPr/>
              </p:nvSpPr>
              <p:spPr>
                <a:xfrm>
                  <a:off x="2146413" y="1363110"/>
                  <a:ext cx="1067217" cy="369332"/>
                </a:xfrm>
                <a:prstGeom prst="rect">
                  <a:avLst/>
                </a:prstGeom>
                <a:noFill/>
              </p:spPr>
              <p:txBody>
                <a:bodyPr wrap="square">
                  <a:spAutoFit/>
                </a:bodyPr>
                <a:lstStyle/>
                <a:p>
                  <a:pPr/>
                  <a14:m>
                    <m:oMathPara xmlns:m="http://schemas.openxmlformats.org/officeDocument/2006/math">
                      <m:oMathParaPr>
                        <m:jc m:val="centerGroup"/>
                      </m:oMathParaPr>
                      <m:oMath xmlns:m="http://schemas.openxmlformats.org/officeDocument/2006/math">
                        <m:sSub>
                          <m:sSubPr>
                            <m:ctrlPr>
                              <a:rPr lang="en-US" altLang="zh-CN" b="1" i="1" smtClean="0">
                                <a:solidFill>
                                  <a:schemeClr val="accent4"/>
                                </a:solidFill>
                                <a:latin typeface="Cambria Math" panose="02040503050406030204" pitchFamily="18" charset="0"/>
                              </a:rPr>
                            </m:ctrlPr>
                          </m:sSubPr>
                          <m:e>
                            <m:r>
                              <a:rPr lang="en-US" altLang="zh-CN" b="1" i="1" smtClean="0">
                                <a:solidFill>
                                  <a:schemeClr val="accent4"/>
                                </a:solidFill>
                                <a:latin typeface="Cambria Math" panose="02040503050406030204" pitchFamily="18" charset="0"/>
                              </a:rPr>
                              <m:t>𝑾</m:t>
                            </m:r>
                          </m:e>
                          <m:sub>
                            <m:r>
                              <a:rPr lang="en-US" altLang="zh-CN" b="1" i="1" smtClean="0">
                                <a:solidFill>
                                  <a:schemeClr val="accent4"/>
                                </a:solidFill>
                                <a:latin typeface="Cambria Math" panose="02040503050406030204" pitchFamily="18" charset="0"/>
                              </a:rPr>
                              <m:t>𝑹</m:t>
                            </m:r>
                          </m:sub>
                        </m:sSub>
                        <m:r>
                          <a:rPr lang="en-US" altLang="zh-CN" b="1" i="1" smtClean="0">
                            <a:solidFill>
                              <a:schemeClr val="accent4"/>
                            </a:solidFill>
                            <a:latin typeface="Cambria Math" panose="02040503050406030204" pitchFamily="18" charset="0"/>
                          </a:rPr>
                          <m:t>=</m:t>
                        </m:r>
                        <m:r>
                          <a:rPr lang="en-US" altLang="zh-CN" b="1" i="1" smtClean="0">
                            <a:solidFill>
                              <a:schemeClr val="accent4"/>
                            </a:solidFill>
                            <a:latin typeface="Cambria Math" panose="02040503050406030204" pitchFamily="18" charset="0"/>
                          </a:rPr>
                          <m:t>𝟏</m:t>
                        </m:r>
                      </m:oMath>
                    </m:oMathPara>
                  </a14:m>
                  <a:endParaRPr lang="zh-CN" altLang="en-US" dirty="0">
                    <a:solidFill>
                      <a:schemeClr val="accent3"/>
                    </a:solidFill>
                  </a:endParaRPr>
                </a:p>
              </p:txBody>
            </p:sp>
          </mc:Choice>
          <mc:Fallback xmlns="">
            <p:sp>
              <p:nvSpPr>
                <p:cNvPr id="35" name="文本框 34">
                  <a:extLst>
                    <a:ext uri="{FF2B5EF4-FFF2-40B4-BE49-F238E27FC236}">
                      <a16:creationId xmlns:a16="http://schemas.microsoft.com/office/drawing/2014/main" id="{EE98B7EB-F32B-4A4F-9072-DF021D7DCAD9}"/>
                    </a:ext>
                  </a:extLst>
                </p:cNvPr>
                <p:cNvSpPr txBox="1">
                  <a:spLocks noRot="1" noChangeAspect="1" noMove="1" noResize="1" noEditPoints="1" noAdjustHandles="1" noChangeArrowheads="1" noChangeShapeType="1" noTextEdit="1"/>
                </p:cNvSpPr>
                <p:nvPr/>
              </p:nvSpPr>
              <p:spPr>
                <a:xfrm>
                  <a:off x="2146413" y="1363110"/>
                  <a:ext cx="1067217" cy="369332"/>
                </a:xfrm>
                <a:prstGeom prst="rect">
                  <a:avLst/>
                </a:prstGeom>
                <a:blipFill>
                  <a:blip r:embed="rId3"/>
                  <a:stretch>
                    <a:fillRect b="-3333"/>
                  </a:stretch>
                </a:blipFill>
              </p:spPr>
              <p:txBody>
                <a:bodyPr/>
                <a:lstStyle/>
                <a:p>
                  <a:r>
                    <a:rPr lang="zh-CN" altLang="en-US">
                      <a:noFill/>
                    </a:rPr>
                    <a:t> </a:t>
                  </a:r>
                </a:p>
              </p:txBody>
            </p:sp>
          </mc:Fallback>
        </mc:AlternateContent>
      </p:grpSp>
      <p:grpSp>
        <p:nvGrpSpPr>
          <p:cNvPr id="4" name="组合 3">
            <a:extLst>
              <a:ext uri="{FF2B5EF4-FFF2-40B4-BE49-F238E27FC236}">
                <a16:creationId xmlns:a16="http://schemas.microsoft.com/office/drawing/2014/main" id="{9A1EA9F2-FCB6-48C3-935F-7AE7E3AD14AC}"/>
              </a:ext>
            </a:extLst>
          </p:cNvPr>
          <p:cNvGrpSpPr/>
          <p:nvPr/>
        </p:nvGrpSpPr>
        <p:grpSpPr>
          <a:xfrm>
            <a:off x="304800" y="749300"/>
            <a:ext cx="6192344" cy="400110"/>
            <a:chOff x="424117" y="898245"/>
            <a:chExt cx="6192344" cy="400110"/>
          </a:xfrm>
        </p:grpSpPr>
        <p:sp>
          <p:nvSpPr>
            <p:cNvPr id="2" name="平行四边形 1">
              <a:extLst>
                <a:ext uri="{FF2B5EF4-FFF2-40B4-BE49-F238E27FC236}">
                  <a16:creationId xmlns:a16="http://schemas.microsoft.com/office/drawing/2014/main" id="{1F5BAA3F-9845-4F89-A2DD-8222D3E4EDAC}"/>
                </a:ext>
              </a:extLst>
            </p:cNvPr>
            <p:cNvSpPr/>
            <p:nvPr/>
          </p:nvSpPr>
          <p:spPr>
            <a:xfrm>
              <a:off x="424117" y="898245"/>
              <a:ext cx="628306" cy="387090"/>
            </a:xfrm>
            <a:prstGeom prst="parallelogram">
              <a:avLst/>
            </a:prstGeom>
            <a:solidFill>
              <a:schemeClr val="accent3">
                <a:lumMod val="75000"/>
              </a:schemeClr>
            </a:solidFill>
            <a:ln>
              <a:solidFill>
                <a:schemeClr val="accent3">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CN" sz="2200" dirty="0">
                  <a:latin typeface="Impact" panose="020B0806030902050204" pitchFamily="34" charset="0"/>
                </a:rPr>
                <a:t>01</a:t>
              </a:r>
              <a:endParaRPr lang="zh-CN" altLang="en-US" sz="2200" dirty="0">
                <a:latin typeface="Impact" panose="020B0806030902050204" pitchFamily="34" charset="0"/>
              </a:endParaRPr>
            </a:p>
          </p:txBody>
        </p:sp>
        <p:sp>
          <p:nvSpPr>
            <p:cNvPr id="3" name="文本框 2">
              <a:extLst>
                <a:ext uri="{FF2B5EF4-FFF2-40B4-BE49-F238E27FC236}">
                  <a16:creationId xmlns:a16="http://schemas.microsoft.com/office/drawing/2014/main" id="{4D6BD736-A4D3-4F26-AFED-36E11F50F70B}"/>
                </a:ext>
              </a:extLst>
            </p:cNvPr>
            <p:cNvSpPr txBox="1"/>
            <p:nvPr/>
          </p:nvSpPr>
          <p:spPr>
            <a:xfrm>
              <a:off x="1052423" y="898245"/>
              <a:ext cx="5564038" cy="400110"/>
            </a:xfrm>
            <a:prstGeom prst="rect">
              <a:avLst/>
            </a:prstGeom>
            <a:noFill/>
          </p:spPr>
          <p:txBody>
            <a:bodyPr wrap="square" rtlCol="0">
              <a:spAutoFit/>
            </a:bodyPr>
            <a:lstStyle/>
            <a:p>
              <a:r>
                <a:rPr lang="zh-CN" altLang="en-US" sz="2000" b="1" dirty="0"/>
                <a:t>回退</a:t>
              </a:r>
              <a:r>
                <a:rPr lang="en-US" altLang="zh-CN" sz="2000" b="1" dirty="0"/>
                <a:t>N</a:t>
              </a:r>
              <a:r>
                <a:rPr lang="zh-CN" altLang="en-US" sz="2000" b="1" dirty="0"/>
                <a:t>帧协议</a:t>
              </a:r>
            </a:p>
          </p:txBody>
        </p:sp>
      </p:grpSp>
      <p:grpSp>
        <p:nvGrpSpPr>
          <p:cNvPr id="20" name="组合 19">
            <a:extLst>
              <a:ext uri="{FF2B5EF4-FFF2-40B4-BE49-F238E27FC236}">
                <a16:creationId xmlns:a16="http://schemas.microsoft.com/office/drawing/2014/main" id="{87756F0E-46C2-4571-B23D-C8472E9FD1FB}"/>
              </a:ext>
            </a:extLst>
          </p:cNvPr>
          <p:cNvGrpSpPr/>
          <p:nvPr/>
        </p:nvGrpSpPr>
        <p:grpSpPr>
          <a:xfrm>
            <a:off x="475097" y="1263518"/>
            <a:ext cx="1355161" cy="5114896"/>
            <a:chOff x="475097" y="1263518"/>
            <a:chExt cx="1355161" cy="5114896"/>
          </a:xfrm>
        </p:grpSpPr>
        <p:cxnSp>
          <p:nvCxnSpPr>
            <p:cNvPr id="17" name="直接连接符 16">
              <a:extLst>
                <a:ext uri="{FF2B5EF4-FFF2-40B4-BE49-F238E27FC236}">
                  <a16:creationId xmlns:a16="http://schemas.microsoft.com/office/drawing/2014/main" id="{5A41A17A-7B81-47D8-BDBB-76B8F1AA71D6}"/>
                </a:ext>
              </a:extLst>
            </p:cNvPr>
            <p:cNvCxnSpPr>
              <a:cxnSpLocks/>
            </p:cNvCxnSpPr>
            <p:nvPr/>
          </p:nvCxnSpPr>
          <p:spPr>
            <a:xfrm flipV="1">
              <a:off x="1208367" y="2012996"/>
              <a:ext cx="0" cy="3813858"/>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nvGrpSpPr>
            <p:cNvPr id="9" name="组合 8">
              <a:extLst>
                <a:ext uri="{FF2B5EF4-FFF2-40B4-BE49-F238E27FC236}">
                  <a16:creationId xmlns:a16="http://schemas.microsoft.com/office/drawing/2014/main" id="{A2B5FA1F-35FA-42E7-8D74-E7431B6AAA3C}"/>
                </a:ext>
              </a:extLst>
            </p:cNvPr>
            <p:cNvGrpSpPr/>
            <p:nvPr/>
          </p:nvGrpSpPr>
          <p:grpSpPr>
            <a:xfrm>
              <a:off x="700096" y="5368000"/>
              <a:ext cx="905164" cy="1010414"/>
              <a:chOff x="700096" y="5368000"/>
              <a:chExt cx="905164" cy="1010414"/>
            </a:xfrm>
          </p:grpSpPr>
          <p:pic>
            <p:nvPicPr>
              <p:cNvPr id="214" name="图形 213">
                <a:extLst>
                  <a:ext uri="{FF2B5EF4-FFF2-40B4-BE49-F238E27FC236}">
                    <a16:creationId xmlns:a16="http://schemas.microsoft.com/office/drawing/2014/main" id="{D949CB40-4FF6-4E8C-991B-66D24C6ADF05}"/>
                  </a:ext>
                </a:extLst>
              </p:cNvPr>
              <p:cNvPicPr>
                <a:picLocks noChangeAspect="1"/>
              </p:cNvPicPr>
              <p:nvPr/>
            </p:nvPicPr>
            <p:blipFill>
              <a:blip r:embed="rId5">
                <a:extLst>
                  <a:ext uri="{28A0092B-C50C-407E-A947-70E740481C1C}">
                    <a14:useLocalDpi xmlns:a14="http://schemas.microsoft.com/office/drawing/2010/main" val="0"/>
                  </a:ext>
                  <a:ext uri="{96DAC541-7B7A-43D3-8B79-37D633B846F1}">
                    <asvg:svgBlip xmlns:asvg="http://schemas.microsoft.com/office/drawing/2016/SVG/main" r:embed="rId6"/>
                  </a:ext>
                </a:extLst>
              </a:blip>
              <a:stretch>
                <a:fillRect/>
              </a:stretch>
            </p:blipFill>
            <p:spPr>
              <a:xfrm>
                <a:off x="821271" y="5368000"/>
                <a:ext cx="662814" cy="641082"/>
              </a:xfrm>
              <a:prstGeom prst="rect">
                <a:avLst/>
              </a:prstGeom>
            </p:spPr>
          </p:pic>
          <p:sp>
            <p:nvSpPr>
              <p:cNvPr id="218" name="文本框 217">
                <a:extLst>
                  <a:ext uri="{FF2B5EF4-FFF2-40B4-BE49-F238E27FC236}">
                    <a16:creationId xmlns:a16="http://schemas.microsoft.com/office/drawing/2014/main" id="{584D12FE-712D-432B-A48B-3084189F6B6C}"/>
                  </a:ext>
                </a:extLst>
              </p:cNvPr>
              <p:cNvSpPr txBox="1"/>
              <p:nvPr/>
            </p:nvSpPr>
            <p:spPr>
              <a:xfrm>
                <a:off x="700096" y="6009082"/>
                <a:ext cx="905164" cy="369332"/>
              </a:xfrm>
              <a:prstGeom prst="rect">
                <a:avLst/>
              </a:prstGeom>
              <a:noFill/>
            </p:spPr>
            <p:txBody>
              <a:bodyPr wrap="square" rtlCol="0">
                <a:spAutoFit/>
              </a:bodyPr>
              <a:lstStyle/>
              <a:p>
                <a:r>
                  <a:rPr lang="zh-CN" altLang="en-US" b="1" dirty="0">
                    <a:latin typeface="+mn-ea"/>
                  </a:rPr>
                  <a:t>发送方</a:t>
                </a:r>
              </a:p>
            </p:txBody>
          </p:sp>
        </p:grpSp>
        <p:grpSp>
          <p:nvGrpSpPr>
            <p:cNvPr id="8" name="组合 7">
              <a:extLst>
                <a:ext uri="{FF2B5EF4-FFF2-40B4-BE49-F238E27FC236}">
                  <a16:creationId xmlns:a16="http://schemas.microsoft.com/office/drawing/2014/main" id="{0ACAF080-95D4-4F76-A817-06EA84E449C9}"/>
                </a:ext>
              </a:extLst>
            </p:cNvPr>
            <p:cNvGrpSpPr/>
            <p:nvPr/>
          </p:nvGrpSpPr>
          <p:grpSpPr>
            <a:xfrm>
              <a:off x="878301" y="1263518"/>
              <a:ext cx="905164" cy="1027908"/>
              <a:chOff x="878301" y="1390382"/>
              <a:chExt cx="905164" cy="1027908"/>
            </a:xfrm>
          </p:grpSpPr>
          <p:pic>
            <p:nvPicPr>
              <p:cNvPr id="210" name="图形 209">
                <a:extLst>
                  <a:ext uri="{FF2B5EF4-FFF2-40B4-BE49-F238E27FC236}">
                    <a16:creationId xmlns:a16="http://schemas.microsoft.com/office/drawing/2014/main" id="{61E01467-74F7-469C-BAD5-DFFB1234E440}"/>
                  </a:ext>
                </a:extLst>
              </p:cNvPr>
              <p:cNvPicPr>
                <a:picLocks noChangeAspect="1"/>
              </p:cNvPicPr>
              <p:nvPr/>
            </p:nvPicPr>
            <p:blipFill>
              <a:blip r:embed="rId7">
                <a:extLst>
                  <a:ext uri="{28A0092B-C50C-407E-A947-70E740481C1C}">
                    <a14:useLocalDpi xmlns:a14="http://schemas.microsoft.com/office/drawing/2010/main" val="0"/>
                  </a:ext>
                  <a:ext uri="{96DAC541-7B7A-43D3-8B79-37D633B846F1}">
                    <asvg:svgBlip xmlns:asvg="http://schemas.microsoft.com/office/drawing/2016/SVG/main" r:embed="rId8"/>
                  </a:ext>
                </a:extLst>
              </a:blip>
              <a:stretch>
                <a:fillRect/>
              </a:stretch>
            </p:blipFill>
            <p:spPr>
              <a:xfrm>
                <a:off x="984826" y="1759714"/>
                <a:ext cx="501772" cy="658576"/>
              </a:xfrm>
              <a:prstGeom prst="rect">
                <a:avLst/>
              </a:prstGeom>
            </p:spPr>
          </p:pic>
          <p:sp>
            <p:nvSpPr>
              <p:cNvPr id="219" name="文本框 218">
                <a:extLst>
                  <a:ext uri="{FF2B5EF4-FFF2-40B4-BE49-F238E27FC236}">
                    <a16:creationId xmlns:a16="http://schemas.microsoft.com/office/drawing/2014/main" id="{B105E330-42F6-4FA8-914C-123FFA0756D5}"/>
                  </a:ext>
                </a:extLst>
              </p:cNvPr>
              <p:cNvSpPr txBox="1"/>
              <p:nvPr/>
            </p:nvSpPr>
            <p:spPr>
              <a:xfrm>
                <a:off x="878301" y="1390382"/>
                <a:ext cx="905164" cy="369332"/>
              </a:xfrm>
              <a:prstGeom prst="rect">
                <a:avLst/>
              </a:prstGeom>
              <a:noFill/>
            </p:spPr>
            <p:txBody>
              <a:bodyPr wrap="square" rtlCol="0">
                <a:spAutoFit/>
              </a:bodyPr>
              <a:lstStyle/>
              <a:p>
                <a:r>
                  <a:rPr lang="zh-CN" altLang="en-US" b="1" dirty="0">
                    <a:latin typeface="+mn-ea"/>
                  </a:rPr>
                  <a:t>接收方</a:t>
                </a:r>
              </a:p>
            </p:txBody>
          </p:sp>
        </p:grpSp>
        <p:sp>
          <p:nvSpPr>
            <p:cNvPr id="57" name="云形 56">
              <a:extLst>
                <a:ext uri="{FF2B5EF4-FFF2-40B4-BE49-F238E27FC236}">
                  <a16:creationId xmlns:a16="http://schemas.microsoft.com/office/drawing/2014/main" id="{8D58A5DA-48AF-4D62-A0E1-92B6F8CBE1F4}"/>
                </a:ext>
              </a:extLst>
            </p:cNvPr>
            <p:cNvSpPr/>
            <p:nvPr/>
          </p:nvSpPr>
          <p:spPr>
            <a:xfrm>
              <a:off x="475097" y="3429014"/>
              <a:ext cx="1355161" cy="801398"/>
            </a:xfrm>
            <a:prstGeom prst="cloud">
              <a:avLst/>
            </a:prstGeom>
            <a:solidFill>
              <a:schemeClr val="bg1">
                <a:lumMod val="85000"/>
              </a:schemeClr>
            </a:solidFill>
            <a:ln>
              <a:solidFill>
                <a:schemeClr val="bg1">
                  <a:lumMod val="85000"/>
                </a:schemeClr>
              </a:solidFill>
            </a:ln>
          </p:spPr>
          <p:style>
            <a:lnRef idx="2">
              <a:schemeClr val="accent3">
                <a:shade val="50000"/>
              </a:schemeClr>
            </a:lnRef>
            <a:fillRef idx="1">
              <a:schemeClr val="accent3"/>
            </a:fillRef>
            <a:effectRef idx="0">
              <a:schemeClr val="accent3"/>
            </a:effectRef>
            <a:fontRef idx="minor">
              <a:schemeClr val="lt1"/>
            </a:fontRef>
          </p:style>
          <p:txBody>
            <a:bodyPr rtlCol="0" anchor="ctr"/>
            <a:lstStyle/>
            <a:p>
              <a:pPr algn="ctr"/>
              <a:r>
                <a:rPr lang="zh-CN" altLang="en-US" b="1" dirty="0">
                  <a:solidFill>
                    <a:schemeClr val="tx1"/>
                  </a:solidFill>
                  <a:latin typeface="+mn-ea"/>
                </a:rPr>
                <a:t>因特网</a:t>
              </a:r>
            </a:p>
          </p:txBody>
        </p:sp>
      </p:grpSp>
      <p:graphicFrame>
        <p:nvGraphicFramePr>
          <p:cNvPr id="21" name="表格 21">
            <a:extLst>
              <a:ext uri="{FF2B5EF4-FFF2-40B4-BE49-F238E27FC236}">
                <a16:creationId xmlns:a16="http://schemas.microsoft.com/office/drawing/2014/main" id="{CE497585-4F97-4F44-9ABE-D7BBA16B40E0}"/>
              </a:ext>
            </a:extLst>
          </p:cNvPr>
          <p:cNvGraphicFramePr>
            <a:graphicFrameLocks noGrp="1"/>
          </p:cNvGraphicFramePr>
          <p:nvPr/>
        </p:nvGraphicFramePr>
        <p:xfrm>
          <a:off x="2302929" y="5557308"/>
          <a:ext cx="9067800" cy="370840"/>
        </p:xfrm>
        <a:graphic>
          <a:graphicData uri="http://schemas.openxmlformats.org/drawingml/2006/table">
            <a:tbl>
              <a:tblPr firstRow="1" bandRow="1">
                <a:tableStyleId>{5C22544A-7EE6-4342-B048-85BDC9FD1C3A}</a:tableStyleId>
              </a:tblPr>
              <a:tblGrid>
                <a:gridCol w="755650">
                  <a:extLst>
                    <a:ext uri="{9D8B030D-6E8A-4147-A177-3AD203B41FA5}">
                      <a16:colId xmlns:a16="http://schemas.microsoft.com/office/drawing/2014/main" val="877486509"/>
                    </a:ext>
                  </a:extLst>
                </a:gridCol>
                <a:gridCol w="755650">
                  <a:extLst>
                    <a:ext uri="{9D8B030D-6E8A-4147-A177-3AD203B41FA5}">
                      <a16:colId xmlns:a16="http://schemas.microsoft.com/office/drawing/2014/main" val="3548605817"/>
                    </a:ext>
                  </a:extLst>
                </a:gridCol>
                <a:gridCol w="755650">
                  <a:extLst>
                    <a:ext uri="{9D8B030D-6E8A-4147-A177-3AD203B41FA5}">
                      <a16:colId xmlns:a16="http://schemas.microsoft.com/office/drawing/2014/main" val="2881812895"/>
                    </a:ext>
                  </a:extLst>
                </a:gridCol>
                <a:gridCol w="755650">
                  <a:extLst>
                    <a:ext uri="{9D8B030D-6E8A-4147-A177-3AD203B41FA5}">
                      <a16:colId xmlns:a16="http://schemas.microsoft.com/office/drawing/2014/main" val="3682284582"/>
                    </a:ext>
                  </a:extLst>
                </a:gridCol>
                <a:gridCol w="755650">
                  <a:extLst>
                    <a:ext uri="{9D8B030D-6E8A-4147-A177-3AD203B41FA5}">
                      <a16:colId xmlns:a16="http://schemas.microsoft.com/office/drawing/2014/main" val="500127722"/>
                    </a:ext>
                  </a:extLst>
                </a:gridCol>
                <a:gridCol w="755650">
                  <a:extLst>
                    <a:ext uri="{9D8B030D-6E8A-4147-A177-3AD203B41FA5}">
                      <a16:colId xmlns:a16="http://schemas.microsoft.com/office/drawing/2014/main" val="2946259618"/>
                    </a:ext>
                  </a:extLst>
                </a:gridCol>
                <a:gridCol w="755650">
                  <a:extLst>
                    <a:ext uri="{9D8B030D-6E8A-4147-A177-3AD203B41FA5}">
                      <a16:colId xmlns:a16="http://schemas.microsoft.com/office/drawing/2014/main" val="171501986"/>
                    </a:ext>
                  </a:extLst>
                </a:gridCol>
                <a:gridCol w="755650">
                  <a:extLst>
                    <a:ext uri="{9D8B030D-6E8A-4147-A177-3AD203B41FA5}">
                      <a16:colId xmlns:a16="http://schemas.microsoft.com/office/drawing/2014/main" val="1667185265"/>
                    </a:ext>
                  </a:extLst>
                </a:gridCol>
                <a:gridCol w="755650">
                  <a:extLst>
                    <a:ext uri="{9D8B030D-6E8A-4147-A177-3AD203B41FA5}">
                      <a16:colId xmlns:a16="http://schemas.microsoft.com/office/drawing/2014/main" val="4258211808"/>
                    </a:ext>
                  </a:extLst>
                </a:gridCol>
                <a:gridCol w="755650">
                  <a:extLst>
                    <a:ext uri="{9D8B030D-6E8A-4147-A177-3AD203B41FA5}">
                      <a16:colId xmlns:a16="http://schemas.microsoft.com/office/drawing/2014/main" val="1794200575"/>
                    </a:ext>
                  </a:extLst>
                </a:gridCol>
                <a:gridCol w="755650">
                  <a:extLst>
                    <a:ext uri="{9D8B030D-6E8A-4147-A177-3AD203B41FA5}">
                      <a16:colId xmlns:a16="http://schemas.microsoft.com/office/drawing/2014/main" val="4230716487"/>
                    </a:ext>
                  </a:extLst>
                </a:gridCol>
                <a:gridCol w="755650">
                  <a:extLst>
                    <a:ext uri="{9D8B030D-6E8A-4147-A177-3AD203B41FA5}">
                      <a16:colId xmlns:a16="http://schemas.microsoft.com/office/drawing/2014/main" val="56153739"/>
                    </a:ext>
                  </a:extLst>
                </a:gridCol>
              </a:tblGrid>
              <a:tr h="370840">
                <a:tc>
                  <a:txBody>
                    <a:bodyPr/>
                    <a:lstStyle/>
                    <a:p>
                      <a:pPr algn="ctr"/>
                      <a:r>
                        <a:rPr lang="en-US" altLang="zh-CN" dirty="0">
                          <a:solidFill>
                            <a:schemeClr val="tx1"/>
                          </a:solidFill>
                          <a:latin typeface="Arial Black" panose="020B0A04020102020204" pitchFamily="34" charset="0"/>
                        </a:rPr>
                        <a:t>0</a:t>
                      </a:r>
                      <a:endParaRPr lang="zh-CN" altLang="en-US" dirty="0">
                        <a:solidFill>
                          <a:schemeClr val="tx1"/>
                        </a:solidFill>
                        <a:latin typeface="Arial Black" panose="020B0A04020102020204" pitchFamily="34" charset="0"/>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ctr"/>
                      <a:r>
                        <a:rPr lang="en-US" altLang="zh-CN" dirty="0">
                          <a:solidFill>
                            <a:schemeClr val="tx1"/>
                          </a:solidFill>
                          <a:latin typeface="Arial Black" panose="020B0A04020102020204" pitchFamily="34" charset="0"/>
                        </a:rPr>
                        <a:t>1</a:t>
                      </a:r>
                      <a:endParaRPr lang="zh-CN" altLang="en-US" dirty="0">
                        <a:solidFill>
                          <a:schemeClr val="tx1"/>
                        </a:solidFill>
                        <a:latin typeface="Arial Black" panose="020B0A04020102020204" pitchFamily="34" charset="0"/>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ctr"/>
                      <a:r>
                        <a:rPr lang="en-US" altLang="zh-CN" dirty="0">
                          <a:solidFill>
                            <a:schemeClr val="tx1"/>
                          </a:solidFill>
                          <a:latin typeface="Arial Black" panose="020B0A04020102020204" pitchFamily="34" charset="0"/>
                        </a:rPr>
                        <a:t>2</a:t>
                      </a:r>
                      <a:endParaRPr lang="zh-CN" altLang="en-US" dirty="0">
                        <a:solidFill>
                          <a:schemeClr val="tx1"/>
                        </a:solidFill>
                        <a:latin typeface="Arial Black" panose="020B0A04020102020204" pitchFamily="34" charset="0"/>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ctr"/>
                      <a:r>
                        <a:rPr lang="en-US" altLang="zh-CN" dirty="0">
                          <a:solidFill>
                            <a:schemeClr val="tx1"/>
                          </a:solidFill>
                          <a:latin typeface="Arial Black" panose="020B0A04020102020204" pitchFamily="34" charset="0"/>
                        </a:rPr>
                        <a:t>3</a:t>
                      </a:r>
                      <a:endParaRPr lang="zh-CN" altLang="en-US" dirty="0">
                        <a:solidFill>
                          <a:schemeClr val="tx1"/>
                        </a:solidFill>
                        <a:latin typeface="Arial Black" panose="020B0A04020102020204" pitchFamily="34" charset="0"/>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ctr"/>
                      <a:r>
                        <a:rPr lang="en-US" altLang="zh-CN" dirty="0">
                          <a:solidFill>
                            <a:schemeClr val="tx1"/>
                          </a:solidFill>
                          <a:latin typeface="Arial Black" panose="020B0A04020102020204" pitchFamily="34" charset="0"/>
                        </a:rPr>
                        <a:t>4</a:t>
                      </a:r>
                      <a:endParaRPr lang="zh-CN" altLang="en-US" dirty="0">
                        <a:solidFill>
                          <a:schemeClr val="tx1"/>
                        </a:solidFill>
                        <a:latin typeface="Arial Black" panose="020B0A04020102020204" pitchFamily="34" charset="0"/>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ctr"/>
                      <a:r>
                        <a:rPr lang="en-US" altLang="zh-CN" dirty="0">
                          <a:solidFill>
                            <a:schemeClr val="tx1"/>
                          </a:solidFill>
                          <a:latin typeface="Arial Black" panose="020B0A04020102020204" pitchFamily="34" charset="0"/>
                        </a:rPr>
                        <a:t>5</a:t>
                      </a:r>
                      <a:endParaRPr lang="zh-CN" altLang="en-US" dirty="0">
                        <a:solidFill>
                          <a:schemeClr val="tx1"/>
                        </a:solidFill>
                        <a:latin typeface="Arial Black" panose="020B0A04020102020204" pitchFamily="34" charset="0"/>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ctr"/>
                      <a:r>
                        <a:rPr lang="en-US" altLang="zh-CN" dirty="0">
                          <a:solidFill>
                            <a:schemeClr val="tx1"/>
                          </a:solidFill>
                          <a:latin typeface="Arial Black" panose="020B0A04020102020204" pitchFamily="34" charset="0"/>
                        </a:rPr>
                        <a:t>6</a:t>
                      </a:r>
                      <a:endParaRPr lang="zh-CN" altLang="en-US" dirty="0">
                        <a:solidFill>
                          <a:schemeClr val="tx1"/>
                        </a:solidFill>
                        <a:latin typeface="Arial Black" panose="020B0A04020102020204" pitchFamily="34" charset="0"/>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ctr"/>
                      <a:r>
                        <a:rPr lang="en-US" altLang="zh-CN" dirty="0">
                          <a:solidFill>
                            <a:schemeClr val="tx1"/>
                          </a:solidFill>
                          <a:latin typeface="Arial Black" panose="020B0A04020102020204" pitchFamily="34" charset="0"/>
                        </a:rPr>
                        <a:t>7</a:t>
                      </a:r>
                      <a:endParaRPr lang="zh-CN" altLang="en-US" dirty="0">
                        <a:solidFill>
                          <a:schemeClr val="tx1"/>
                        </a:solidFill>
                        <a:latin typeface="Arial Black" panose="020B0A04020102020204" pitchFamily="34" charset="0"/>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ctr"/>
                      <a:r>
                        <a:rPr lang="en-US" altLang="zh-CN" dirty="0">
                          <a:solidFill>
                            <a:schemeClr val="tx1"/>
                          </a:solidFill>
                          <a:latin typeface="Arial Black" panose="020B0A04020102020204" pitchFamily="34" charset="0"/>
                        </a:rPr>
                        <a:t>0</a:t>
                      </a:r>
                      <a:endParaRPr lang="zh-CN" altLang="en-US" dirty="0">
                        <a:solidFill>
                          <a:schemeClr val="tx1"/>
                        </a:solidFill>
                        <a:latin typeface="Arial Black" panose="020B0A04020102020204" pitchFamily="34" charset="0"/>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ctr"/>
                      <a:r>
                        <a:rPr lang="en-US" altLang="zh-CN" dirty="0">
                          <a:solidFill>
                            <a:schemeClr val="tx1"/>
                          </a:solidFill>
                          <a:latin typeface="Arial Black" panose="020B0A04020102020204" pitchFamily="34" charset="0"/>
                        </a:rPr>
                        <a:t>1</a:t>
                      </a:r>
                      <a:endParaRPr lang="zh-CN" altLang="en-US" dirty="0">
                        <a:solidFill>
                          <a:schemeClr val="tx1"/>
                        </a:solidFill>
                        <a:latin typeface="Arial Black" panose="020B0A04020102020204" pitchFamily="34" charset="0"/>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ctr"/>
                      <a:r>
                        <a:rPr lang="en-US" altLang="zh-CN" dirty="0">
                          <a:solidFill>
                            <a:schemeClr val="tx1"/>
                          </a:solidFill>
                          <a:latin typeface="Arial Black" panose="020B0A04020102020204" pitchFamily="34" charset="0"/>
                        </a:rPr>
                        <a:t>2</a:t>
                      </a:r>
                      <a:endParaRPr lang="zh-CN" altLang="en-US" dirty="0">
                        <a:solidFill>
                          <a:schemeClr val="tx1"/>
                        </a:solidFill>
                        <a:latin typeface="Arial Black" panose="020B0A04020102020204" pitchFamily="34" charset="0"/>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ctr"/>
                      <a:r>
                        <a:rPr lang="en-US" altLang="zh-CN" dirty="0">
                          <a:solidFill>
                            <a:schemeClr val="tx1"/>
                          </a:solidFill>
                          <a:latin typeface="Arial Black" panose="020B0A04020102020204" pitchFamily="34" charset="0"/>
                        </a:rPr>
                        <a:t>…</a:t>
                      </a:r>
                      <a:endParaRPr lang="zh-CN" altLang="en-US" dirty="0">
                        <a:solidFill>
                          <a:schemeClr val="tx1"/>
                        </a:solidFill>
                        <a:latin typeface="Arial Black" panose="020B0A04020102020204" pitchFamily="34" charset="0"/>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extLst>
                  <a:ext uri="{0D108BD9-81ED-4DB2-BD59-A6C34878D82A}">
                    <a16:rowId xmlns:a16="http://schemas.microsoft.com/office/drawing/2014/main" val="316235763"/>
                  </a:ext>
                </a:extLst>
              </a:tr>
            </a:tbl>
          </a:graphicData>
        </a:graphic>
      </p:graphicFrame>
      <p:graphicFrame>
        <p:nvGraphicFramePr>
          <p:cNvPr id="68" name="表格 21">
            <a:extLst>
              <a:ext uri="{FF2B5EF4-FFF2-40B4-BE49-F238E27FC236}">
                <a16:creationId xmlns:a16="http://schemas.microsoft.com/office/drawing/2014/main" id="{D9B4273D-C94E-42E6-A39B-908C6FA1D8AF}"/>
              </a:ext>
            </a:extLst>
          </p:cNvPr>
          <p:cNvGraphicFramePr>
            <a:graphicFrameLocks noGrp="1"/>
          </p:cNvGraphicFramePr>
          <p:nvPr/>
        </p:nvGraphicFramePr>
        <p:xfrm>
          <a:off x="2302929" y="1827576"/>
          <a:ext cx="9067800" cy="370840"/>
        </p:xfrm>
        <a:graphic>
          <a:graphicData uri="http://schemas.openxmlformats.org/drawingml/2006/table">
            <a:tbl>
              <a:tblPr firstRow="1" bandRow="1">
                <a:tableStyleId>{5C22544A-7EE6-4342-B048-85BDC9FD1C3A}</a:tableStyleId>
              </a:tblPr>
              <a:tblGrid>
                <a:gridCol w="755650">
                  <a:extLst>
                    <a:ext uri="{9D8B030D-6E8A-4147-A177-3AD203B41FA5}">
                      <a16:colId xmlns:a16="http://schemas.microsoft.com/office/drawing/2014/main" val="877486509"/>
                    </a:ext>
                  </a:extLst>
                </a:gridCol>
                <a:gridCol w="755650">
                  <a:extLst>
                    <a:ext uri="{9D8B030D-6E8A-4147-A177-3AD203B41FA5}">
                      <a16:colId xmlns:a16="http://schemas.microsoft.com/office/drawing/2014/main" val="3548605817"/>
                    </a:ext>
                  </a:extLst>
                </a:gridCol>
                <a:gridCol w="755650">
                  <a:extLst>
                    <a:ext uri="{9D8B030D-6E8A-4147-A177-3AD203B41FA5}">
                      <a16:colId xmlns:a16="http://schemas.microsoft.com/office/drawing/2014/main" val="2881812895"/>
                    </a:ext>
                  </a:extLst>
                </a:gridCol>
                <a:gridCol w="755650">
                  <a:extLst>
                    <a:ext uri="{9D8B030D-6E8A-4147-A177-3AD203B41FA5}">
                      <a16:colId xmlns:a16="http://schemas.microsoft.com/office/drawing/2014/main" val="3682284582"/>
                    </a:ext>
                  </a:extLst>
                </a:gridCol>
                <a:gridCol w="755650">
                  <a:extLst>
                    <a:ext uri="{9D8B030D-6E8A-4147-A177-3AD203B41FA5}">
                      <a16:colId xmlns:a16="http://schemas.microsoft.com/office/drawing/2014/main" val="500127722"/>
                    </a:ext>
                  </a:extLst>
                </a:gridCol>
                <a:gridCol w="755650">
                  <a:extLst>
                    <a:ext uri="{9D8B030D-6E8A-4147-A177-3AD203B41FA5}">
                      <a16:colId xmlns:a16="http://schemas.microsoft.com/office/drawing/2014/main" val="2946259618"/>
                    </a:ext>
                  </a:extLst>
                </a:gridCol>
                <a:gridCol w="755650">
                  <a:extLst>
                    <a:ext uri="{9D8B030D-6E8A-4147-A177-3AD203B41FA5}">
                      <a16:colId xmlns:a16="http://schemas.microsoft.com/office/drawing/2014/main" val="171501986"/>
                    </a:ext>
                  </a:extLst>
                </a:gridCol>
                <a:gridCol w="755650">
                  <a:extLst>
                    <a:ext uri="{9D8B030D-6E8A-4147-A177-3AD203B41FA5}">
                      <a16:colId xmlns:a16="http://schemas.microsoft.com/office/drawing/2014/main" val="1667185265"/>
                    </a:ext>
                  </a:extLst>
                </a:gridCol>
                <a:gridCol w="755650">
                  <a:extLst>
                    <a:ext uri="{9D8B030D-6E8A-4147-A177-3AD203B41FA5}">
                      <a16:colId xmlns:a16="http://schemas.microsoft.com/office/drawing/2014/main" val="4258211808"/>
                    </a:ext>
                  </a:extLst>
                </a:gridCol>
                <a:gridCol w="755650">
                  <a:extLst>
                    <a:ext uri="{9D8B030D-6E8A-4147-A177-3AD203B41FA5}">
                      <a16:colId xmlns:a16="http://schemas.microsoft.com/office/drawing/2014/main" val="1794200575"/>
                    </a:ext>
                  </a:extLst>
                </a:gridCol>
                <a:gridCol w="755650">
                  <a:extLst>
                    <a:ext uri="{9D8B030D-6E8A-4147-A177-3AD203B41FA5}">
                      <a16:colId xmlns:a16="http://schemas.microsoft.com/office/drawing/2014/main" val="4230716487"/>
                    </a:ext>
                  </a:extLst>
                </a:gridCol>
                <a:gridCol w="755650">
                  <a:extLst>
                    <a:ext uri="{9D8B030D-6E8A-4147-A177-3AD203B41FA5}">
                      <a16:colId xmlns:a16="http://schemas.microsoft.com/office/drawing/2014/main" val="56153739"/>
                    </a:ext>
                  </a:extLst>
                </a:gridCol>
              </a:tblGrid>
              <a:tr h="370840">
                <a:tc>
                  <a:txBody>
                    <a:bodyPr/>
                    <a:lstStyle/>
                    <a:p>
                      <a:pPr algn="ctr"/>
                      <a:r>
                        <a:rPr lang="en-US" altLang="zh-CN" dirty="0">
                          <a:solidFill>
                            <a:schemeClr val="tx1"/>
                          </a:solidFill>
                          <a:latin typeface="Arial Black" panose="020B0A04020102020204" pitchFamily="34" charset="0"/>
                        </a:rPr>
                        <a:t>0</a:t>
                      </a:r>
                      <a:endParaRPr lang="zh-CN" altLang="en-US" dirty="0">
                        <a:solidFill>
                          <a:schemeClr val="tx1"/>
                        </a:solidFill>
                        <a:latin typeface="Arial Black" panose="020B0A04020102020204" pitchFamily="34" charset="0"/>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ctr"/>
                      <a:r>
                        <a:rPr lang="en-US" altLang="zh-CN" dirty="0">
                          <a:solidFill>
                            <a:schemeClr val="tx1"/>
                          </a:solidFill>
                          <a:latin typeface="Arial Black" panose="020B0A04020102020204" pitchFamily="34" charset="0"/>
                        </a:rPr>
                        <a:t>1</a:t>
                      </a:r>
                      <a:endParaRPr lang="zh-CN" altLang="en-US" dirty="0">
                        <a:solidFill>
                          <a:schemeClr val="tx1"/>
                        </a:solidFill>
                        <a:latin typeface="Arial Black" panose="020B0A04020102020204" pitchFamily="34" charset="0"/>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ctr"/>
                      <a:r>
                        <a:rPr lang="en-US" altLang="zh-CN" dirty="0">
                          <a:solidFill>
                            <a:schemeClr val="tx1"/>
                          </a:solidFill>
                          <a:latin typeface="Arial Black" panose="020B0A04020102020204" pitchFamily="34" charset="0"/>
                        </a:rPr>
                        <a:t>2</a:t>
                      </a:r>
                      <a:endParaRPr lang="zh-CN" altLang="en-US" dirty="0">
                        <a:solidFill>
                          <a:schemeClr val="tx1"/>
                        </a:solidFill>
                        <a:latin typeface="Arial Black" panose="020B0A04020102020204" pitchFamily="34" charset="0"/>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ctr"/>
                      <a:r>
                        <a:rPr lang="en-US" altLang="zh-CN" dirty="0">
                          <a:solidFill>
                            <a:schemeClr val="tx1"/>
                          </a:solidFill>
                          <a:latin typeface="Arial Black" panose="020B0A04020102020204" pitchFamily="34" charset="0"/>
                        </a:rPr>
                        <a:t>3</a:t>
                      </a:r>
                      <a:endParaRPr lang="zh-CN" altLang="en-US" dirty="0">
                        <a:solidFill>
                          <a:schemeClr val="tx1"/>
                        </a:solidFill>
                        <a:latin typeface="Arial Black" panose="020B0A04020102020204" pitchFamily="34" charset="0"/>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ctr"/>
                      <a:r>
                        <a:rPr lang="en-US" altLang="zh-CN" dirty="0">
                          <a:solidFill>
                            <a:schemeClr val="tx1"/>
                          </a:solidFill>
                          <a:latin typeface="Arial Black" panose="020B0A04020102020204" pitchFamily="34" charset="0"/>
                        </a:rPr>
                        <a:t>4</a:t>
                      </a:r>
                      <a:endParaRPr lang="zh-CN" altLang="en-US" dirty="0">
                        <a:solidFill>
                          <a:schemeClr val="tx1"/>
                        </a:solidFill>
                        <a:latin typeface="Arial Black" panose="020B0A04020102020204" pitchFamily="34" charset="0"/>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ctr"/>
                      <a:r>
                        <a:rPr lang="en-US" altLang="zh-CN" dirty="0">
                          <a:solidFill>
                            <a:schemeClr val="tx1"/>
                          </a:solidFill>
                          <a:latin typeface="Arial Black" panose="020B0A04020102020204" pitchFamily="34" charset="0"/>
                        </a:rPr>
                        <a:t>5</a:t>
                      </a:r>
                      <a:endParaRPr lang="zh-CN" altLang="en-US" dirty="0">
                        <a:solidFill>
                          <a:schemeClr val="tx1"/>
                        </a:solidFill>
                        <a:latin typeface="Arial Black" panose="020B0A04020102020204" pitchFamily="34" charset="0"/>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ctr"/>
                      <a:r>
                        <a:rPr lang="en-US" altLang="zh-CN" dirty="0">
                          <a:solidFill>
                            <a:schemeClr val="tx1"/>
                          </a:solidFill>
                          <a:latin typeface="Arial Black" panose="020B0A04020102020204" pitchFamily="34" charset="0"/>
                        </a:rPr>
                        <a:t>6</a:t>
                      </a:r>
                      <a:endParaRPr lang="zh-CN" altLang="en-US" dirty="0">
                        <a:solidFill>
                          <a:schemeClr val="tx1"/>
                        </a:solidFill>
                        <a:latin typeface="Arial Black" panose="020B0A04020102020204" pitchFamily="34" charset="0"/>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ctr"/>
                      <a:r>
                        <a:rPr lang="en-US" altLang="zh-CN" dirty="0">
                          <a:solidFill>
                            <a:schemeClr val="tx1"/>
                          </a:solidFill>
                          <a:latin typeface="Arial Black" panose="020B0A04020102020204" pitchFamily="34" charset="0"/>
                        </a:rPr>
                        <a:t>7</a:t>
                      </a:r>
                      <a:endParaRPr lang="zh-CN" altLang="en-US" dirty="0">
                        <a:solidFill>
                          <a:schemeClr val="tx1"/>
                        </a:solidFill>
                        <a:latin typeface="Arial Black" panose="020B0A04020102020204" pitchFamily="34" charset="0"/>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ctr"/>
                      <a:r>
                        <a:rPr lang="en-US" altLang="zh-CN" dirty="0">
                          <a:solidFill>
                            <a:schemeClr val="tx1"/>
                          </a:solidFill>
                          <a:latin typeface="Arial Black" panose="020B0A04020102020204" pitchFamily="34" charset="0"/>
                        </a:rPr>
                        <a:t>0</a:t>
                      </a:r>
                      <a:endParaRPr lang="zh-CN" altLang="en-US" dirty="0">
                        <a:solidFill>
                          <a:schemeClr val="tx1"/>
                        </a:solidFill>
                        <a:latin typeface="Arial Black" panose="020B0A04020102020204" pitchFamily="34" charset="0"/>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ctr"/>
                      <a:r>
                        <a:rPr lang="en-US" altLang="zh-CN" dirty="0">
                          <a:solidFill>
                            <a:schemeClr val="tx1"/>
                          </a:solidFill>
                          <a:latin typeface="Arial Black" panose="020B0A04020102020204" pitchFamily="34" charset="0"/>
                        </a:rPr>
                        <a:t>1</a:t>
                      </a:r>
                      <a:endParaRPr lang="zh-CN" altLang="en-US" dirty="0">
                        <a:solidFill>
                          <a:schemeClr val="tx1"/>
                        </a:solidFill>
                        <a:latin typeface="Arial Black" panose="020B0A04020102020204" pitchFamily="34" charset="0"/>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ctr"/>
                      <a:r>
                        <a:rPr lang="en-US" altLang="zh-CN" dirty="0">
                          <a:solidFill>
                            <a:schemeClr val="tx1"/>
                          </a:solidFill>
                          <a:latin typeface="Arial Black" panose="020B0A04020102020204" pitchFamily="34" charset="0"/>
                        </a:rPr>
                        <a:t>2</a:t>
                      </a:r>
                      <a:endParaRPr lang="zh-CN" altLang="en-US" dirty="0">
                        <a:solidFill>
                          <a:schemeClr val="tx1"/>
                        </a:solidFill>
                        <a:latin typeface="Arial Black" panose="020B0A04020102020204" pitchFamily="34" charset="0"/>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ctr"/>
                      <a:r>
                        <a:rPr lang="en-US" altLang="zh-CN" dirty="0">
                          <a:solidFill>
                            <a:schemeClr val="tx1"/>
                          </a:solidFill>
                          <a:latin typeface="Arial Black" panose="020B0A04020102020204" pitchFamily="34" charset="0"/>
                        </a:rPr>
                        <a:t>…</a:t>
                      </a:r>
                      <a:endParaRPr lang="zh-CN" altLang="en-US" dirty="0">
                        <a:solidFill>
                          <a:schemeClr val="tx1"/>
                        </a:solidFill>
                        <a:latin typeface="Arial Black" panose="020B0A04020102020204" pitchFamily="34" charset="0"/>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extLst>
                  <a:ext uri="{0D108BD9-81ED-4DB2-BD59-A6C34878D82A}">
                    <a16:rowId xmlns:a16="http://schemas.microsoft.com/office/drawing/2014/main" val="316235763"/>
                  </a:ext>
                </a:extLst>
              </a:tr>
            </a:tbl>
          </a:graphicData>
        </a:graphic>
      </p:graphicFrame>
      <p:sp>
        <p:nvSpPr>
          <p:cNvPr id="49" name="íşlïḍè">
            <a:extLst>
              <a:ext uri="{FF2B5EF4-FFF2-40B4-BE49-F238E27FC236}">
                <a16:creationId xmlns:a16="http://schemas.microsoft.com/office/drawing/2014/main" id="{84B44B39-A1BD-4956-A1BF-ECB7ACDDA058}"/>
              </a:ext>
            </a:extLst>
          </p:cNvPr>
          <p:cNvSpPr txBox="1"/>
          <p:nvPr/>
        </p:nvSpPr>
        <p:spPr>
          <a:xfrm>
            <a:off x="3835285" y="3287898"/>
            <a:ext cx="4525886" cy="602502"/>
          </a:xfrm>
          <a:prstGeom prst="rect">
            <a:avLst/>
          </a:prstGeom>
          <a:noFill/>
        </p:spPr>
        <p:txBody>
          <a:bodyPr wrap="square" lIns="91440" tIns="45720" rIns="91440" bIns="45720" anchor="ctr">
            <a:noAutofit/>
          </a:bodyPr>
          <a:lstStyle/>
          <a:p>
            <a:pPr algn="ctr"/>
            <a:r>
              <a:rPr lang="zh-CN" altLang="en-US" sz="2800" b="1" dirty="0"/>
              <a:t>超时重传、回退</a:t>
            </a:r>
            <a:r>
              <a:rPr lang="en-US" altLang="zh-CN" sz="2800" b="1" dirty="0"/>
              <a:t>N</a:t>
            </a:r>
            <a:r>
              <a:rPr lang="zh-CN" altLang="en-US" sz="2800" b="1" dirty="0"/>
              <a:t>帧的情况</a:t>
            </a:r>
            <a:endParaRPr lang="en-US" altLang="zh-CN" sz="2800" b="1" dirty="0"/>
          </a:p>
        </p:txBody>
      </p:sp>
      <p:sp>
        <p:nvSpPr>
          <p:cNvPr id="13" name="矩形 12">
            <a:extLst>
              <a:ext uri="{FF2B5EF4-FFF2-40B4-BE49-F238E27FC236}">
                <a16:creationId xmlns:a16="http://schemas.microsoft.com/office/drawing/2014/main" id="{14642CA0-C4C4-44A5-BD3D-9FB5C2470514}"/>
              </a:ext>
            </a:extLst>
          </p:cNvPr>
          <p:cNvSpPr/>
          <p:nvPr/>
        </p:nvSpPr>
        <p:spPr>
          <a:xfrm>
            <a:off x="2300222" y="5537182"/>
            <a:ext cx="3780000" cy="390966"/>
          </a:xfrm>
          <a:prstGeom prst="rect">
            <a:avLst/>
          </a:prstGeom>
          <a:solidFill>
            <a:schemeClr val="accent3">
              <a:alpha val="74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36" name="矩形 35">
            <a:extLst>
              <a:ext uri="{FF2B5EF4-FFF2-40B4-BE49-F238E27FC236}">
                <a16:creationId xmlns:a16="http://schemas.microsoft.com/office/drawing/2014/main" id="{E7EB5D14-D014-48F8-ACBF-E9E95001992A}"/>
              </a:ext>
            </a:extLst>
          </p:cNvPr>
          <p:cNvSpPr/>
          <p:nvPr/>
        </p:nvSpPr>
        <p:spPr>
          <a:xfrm>
            <a:off x="2311257" y="1832079"/>
            <a:ext cx="1497129" cy="356368"/>
          </a:xfrm>
          <a:prstGeom prst="rect">
            <a:avLst/>
          </a:prstGeom>
          <a:solidFill>
            <a:schemeClr val="accent4">
              <a:alpha val="74000"/>
            </a:schemeClr>
          </a:solidFill>
          <a:ln>
            <a:solidFill>
              <a:schemeClr val="accent4"/>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44" name="矩形 43">
            <a:extLst>
              <a:ext uri="{FF2B5EF4-FFF2-40B4-BE49-F238E27FC236}">
                <a16:creationId xmlns:a16="http://schemas.microsoft.com/office/drawing/2014/main" id="{B8E49409-7D16-41EF-B95C-4BC739DEBC7B}"/>
              </a:ext>
            </a:extLst>
          </p:cNvPr>
          <p:cNvSpPr/>
          <p:nvPr/>
        </p:nvSpPr>
        <p:spPr>
          <a:xfrm>
            <a:off x="6076962" y="5557308"/>
            <a:ext cx="1517580" cy="390966"/>
          </a:xfrm>
          <a:prstGeom prst="rect">
            <a:avLst/>
          </a:prstGeom>
          <a:solidFill>
            <a:schemeClr val="accent3">
              <a:alpha val="74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grpSp>
        <p:nvGrpSpPr>
          <p:cNvPr id="15" name="组合 14">
            <a:extLst>
              <a:ext uri="{FF2B5EF4-FFF2-40B4-BE49-F238E27FC236}">
                <a16:creationId xmlns:a16="http://schemas.microsoft.com/office/drawing/2014/main" id="{5C60B1A9-E62F-4923-91CE-6554C590EA3F}"/>
              </a:ext>
            </a:extLst>
          </p:cNvPr>
          <p:cNvGrpSpPr/>
          <p:nvPr/>
        </p:nvGrpSpPr>
        <p:grpSpPr>
          <a:xfrm>
            <a:off x="3835285" y="4433827"/>
            <a:ext cx="743578" cy="1217637"/>
            <a:chOff x="3835285" y="4433827"/>
            <a:chExt cx="743578" cy="1217637"/>
          </a:xfrm>
        </p:grpSpPr>
        <p:sp>
          <p:nvSpPr>
            <p:cNvPr id="29" name="chronometer_117482">
              <a:extLst>
                <a:ext uri="{FF2B5EF4-FFF2-40B4-BE49-F238E27FC236}">
                  <a16:creationId xmlns:a16="http://schemas.microsoft.com/office/drawing/2014/main" id="{58850541-80CA-49C2-9E14-01DD8470CF09}"/>
                </a:ext>
              </a:extLst>
            </p:cNvPr>
            <p:cNvSpPr/>
            <p:nvPr/>
          </p:nvSpPr>
          <p:spPr>
            <a:xfrm>
              <a:off x="4054767" y="4752389"/>
              <a:ext cx="304613" cy="369332"/>
            </a:xfrm>
            <a:custGeom>
              <a:avLst/>
              <a:gdLst>
                <a:gd name="T0" fmla="*/ 0 w 3733"/>
                <a:gd name="T1" fmla="*/ 2667 h 4533"/>
                <a:gd name="T2" fmla="*/ 1867 w 3733"/>
                <a:gd name="T3" fmla="*/ 4533 h 4533"/>
                <a:gd name="T4" fmla="*/ 3733 w 3733"/>
                <a:gd name="T5" fmla="*/ 2667 h 4533"/>
                <a:gd name="T6" fmla="*/ 3161 w 3733"/>
                <a:gd name="T7" fmla="*/ 1323 h 4533"/>
                <a:gd name="T8" fmla="*/ 3408 w 3733"/>
                <a:gd name="T9" fmla="*/ 1075 h 4533"/>
                <a:gd name="T10" fmla="*/ 3408 w 3733"/>
                <a:gd name="T11" fmla="*/ 792 h 4533"/>
                <a:gd name="T12" fmla="*/ 3125 w 3733"/>
                <a:gd name="T13" fmla="*/ 792 h 4533"/>
                <a:gd name="T14" fmla="*/ 2842 w 3733"/>
                <a:gd name="T15" fmla="*/ 1076 h 4533"/>
                <a:gd name="T16" fmla="*/ 2067 w 3733"/>
                <a:gd name="T17" fmla="*/ 811 h 4533"/>
                <a:gd name="T18" fmla="*/ 2067 w 3733"/>
                <a:gd name="T19" fmla="*/ 400 h 4533"/>
                <a:gd name="T20" fmla="*/ 2667 w 3733"/>
                <a:gd name="T21" fmla="*/ 400 h 4533"/>
                <a:gd name="T22" fmla="*/ 2867 w 3733"/>
                <a:gd name="T23" fmla="*/ 200 h 4533"/>
                <a:gd name="T24" fmla="*/ 2667 w 3733"/>
                <a:gd name="T25" fmla="*/ 0 h 4533"/>
                <a:gd name="T26" fmla="*/ 1067 w 3733"/>
                <a:gd name="T27" fmla="*/ 0 h 4533"/>
                <a:gd name="T28" fmla="*/ 867 w 3733"/>
                <a:gd name="T29" fmla="*/ 200 h 4533"/>
                <a:gd name="T30" fmla="*/ 1067 w 3733"/>
                <a:gd name="T31" fmla="*/ 400 h 4533"/>
                <a:gd name="T32" fmla="*/ 1667 w 3733"/>
                <a:gd name="T33" fmla="*/ 400 h 4533"/>
                <a:gd name="T34" fmla="*/ 1667 w 3733"/>
                <a:gd name="T35" fmla="*/ 811 h 4533"/>
                <a:gd name="T36" fmla="*/ 891 w 3733"/>
                <a:gd name="T37" fmla="*/ 1076 h 4533"/>
                <a:gd name="T38" fmla="*/ 608 w 3733"/>
                <a:gd name="T39" fmla="*/ 792 h 4533"/>
                <a:gd name="T40" fmla="*/ 325 w 3733"/>
                <a:gd name="T41" fmla="*/ 792 h 4533"/>
                <a:gd name="T42" fmla="*/ 325 w 3733"/>
                <a:gd name="T43" fmla="*/ 1075 h 4533"/>
                <a:gd name="T44" fmla="*/ 573 w 3733"/>
                <a:gd name="T45" fmla="*/ 1323 h 4533"/>
                <a:gd name="T46" fmla="*/ 0 w 3733"/>
                <a:gd name="T47" fmla="*/ 2667 h 4533"/>
                <a:gd name="T48" fmla="*/ 1667 w 3733"/>
                <a:gd name="T49" fmla="*/ 1801 h 4533"/>
                <a:gd name="T50" fmla="*/ 1867 w 3733"/>
                <a:gd name="T51" fmla="*/ 1601 h 4533"/>
                <a:gd name="T52" fmla="*/ 2067 w 3733"/>
                <a:gd name="T53" fmla="*/ 1801 h 4533"/>
                <a:gd name="T54" fmla="*/ 2067 w 3733"/>
                <a:gd name="T55" fmla="*/ 2468 h 4533"/>
                <a:gd name="T56" fmla="*/ 2733 w 3733"/>
                <a:gd name="T57" fmla="*/ 2468 h 4533"/>
                <a:gd name="T58" fmla="*/ 2933 w 3733"/>
                <a:gd name="T59" fmla="*/ 2668 h 4533"/>
                <a:gd name="T60" fmla="*/ 2733 w 3733"/>
                <a:gd name="T61" fmla="*/ 2868 h 4533"/>
                <a:gd name="T62" fmla="*/ 1867 w 3733"/>
                <a:gd name="T63" fmla="*/ 2868 h 4533"/>
                <a:gd name="T64" fmla="*/ 1667 w 3733"/>
                <a:gd name="T65" fmla="*/ 2668 h 4533"/>
                <a:gd name="T66" fmla="*/ 1667 w 3733"/>
                <a:gd name="T67" fmla="*/ 1801 h 45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3733" h="4533">
                  <a:moveTo>
                    <a:pt x="0" y="2667"/>
                  </a:moveTo>
                  <a:cubicBezTo>
                    <a:pt x="0" y="3696"/>
                    <a:pt x="837" y="4533"/>
                    <a:pt x="1867" y="4533"/>
                  </a:cubicBezTo>
                  <a:cubicBezTo>
                    <a:pt x="2896" y="4533"/>
                    <a:pt x="3733" y="3696"/>
                    <a:pt x="3733" y="2667"/>
                  </a:cubicBezTo>
                  <a:cubicBezTo>
                    <a:pt x="3733" y="2139"/>
                    <a:pt x="3513" y="1662"/>
                    <a:pt x="3161" y="1323"/>
                  </a:cubicBezTo>
                  <a:lnTo>
                    <a:pt x="3408" y="1075"/>
                  </a:lnTo>
                  <a:cubicBezTo>
                    <a:pt x="3486" y="997"/>
                    <a:pt x="3486" y="870"/>
                    <a:pt x="3408" y="792"/>
                  </a:cubicBezTo>
                  <a:cubicBezTo>
                    <a:pt x="3330" y="714"/>
                    <a:pt x="3203" y="714"/>
                    <a:pt x="3125" y="792"/>
                  </a:cubicBezTo>
                  <a:lnTo>
                    <a:pt x="2842" y="1076"/>
                  </a:lnTo>
                  <a:cubicBezTo>
                    <a:pt x="2612" y="934"/>
                    <a:pt x="2348" y="841"/>
                    <a:pt x="2067" y="811"/>
                  </a:cubicBezTo>
                  <a:lnTo>
                    <a:pt x="2067" y="400"/>
                  </a:lnTo>
                  <a:lnTo>
                    <a:pt x="2667" y="400"/>
                  </a:lnTo>
                  <a:cubicBezTo>
                    <a:pt x="2777" y="400"/>
                    <a:pt x="2867" y="310"/>
                    <a:pt x="2867" y="200"/>
                  </a:cubicBezTo>
                  <a:cubicBezTo>
                    <a:pt x="2867" y="90"/>
                    <a:pt x="2777" y="0"/>
                    <a:pt x="2667" y="0"/>
                  </a:cubicBezTo>
                  <a:lnTo>
                    <a:pt x="1067" y="0"/>
                  </a:lnTo>
                  <a:cubicBezTo>
                    <a:pt x="956" y="0"/>
                    <a:pt x="867" y="90"/>
                    <a:pt x="867" y="200"/>
                  </a:cubicBezTo>
                  <a:cubicBezTo>
                    <a:pt x="867" y="310"/>
                    <a:pt x="956" y="400"/>
                    <a:pt x="1067" y="400"/>
                  </a:cubicBezTo>
                  <a:lnTo>
                    <a:pt x="1667" y="400"/>
                  </a:lnTo>
                  <a:lnTo>
                    <a:pt x="1667" y="811"/>
                  </a:lnTo>
                  <a:cubicBezTo>
                    <a:pt x="1385" y="841"/>
                    <a:pt x="1122" y="934"/>
                    <a:pt x="891" y="1076"/>
                  </a:cubicBezTo>
                  <a:lnTo>
                    <a:pt x="608" y="792"/>
                  </a:lnTo>
                  <a:cubicBezTo>
                    <a:pt x="530" y="714"/>
                    <a:pt x="403" y="714"/>
                    <a:pt x="325" y="792"/>
                  </a:cubicBezTo>
                  <a:cubicBezTo>
                    <a:pt x="247" y="870"/>
                    <a:pt x="247" y="997"/>
                    <a:pt x="325" y="1075"/>
                  </a:cubicBezTo>
                  <a:lnTo>
                    <a:pt x="573" y="1323"/>
                  </a:lnTo>
                  <a:cubicBezTo>
                    <a:pt x="220" y="1662"/>
                    <a:pt x="0" y="2139"/>
                    <a:pt x="0" y="2667"/>
                  </a:cubicBezTo>
                  <a:close/>
                  <a:moveTo>
                    <a:pt x="1667" y="1801"/>
                  </a:moveTo>
                  <a:cubicBezTo>
                    <a:pt x="1667" y="1691"/>
                    <a:pt x="1756" y="1601"/>
                    <a:pt x="1867" y="1601"/>
                  </a:cubicBezTo>
                  <a:cubicBezTo>
                    <a:pt x="1977" y="1601"/>
                    <a:pt x="2067" y="1691"/>
                    <a:pt x="2067" y="1801"/>
                  </a:cubicBezTo>
                  <a:lnTo>
                    <a:pt x="2067" y="2468"/>
                  </a:lnTo>
                  <a:lnTo>
                    <a:pt x="2733" y="2468"/>
                  </a:lnTo>
                  <a:cubicBezTo>
                    <a:pt x="2844" y="2468"/>
                    <a:pt x="2933" y="2557"/>
                    <a:pt x="2933" y="2668"/>
                  </a:cubicBezTo>
                  <a:cubicBezTo>
                    <a:pt x="2933" y="2778"/>
                    <a:pt x="2844" y="2868"/>
                    <a:pt x="2733" y="2868"/>
                  </a:cubicBezTo>
                  <a:lnTo>
                    <a:pt x="1867" y="2868"/>
                  </a:lnTo>
                  <a:cubicBezTo>
                    <a:pt x="1756" y="2868"/>
                    <a:pt x="1667" y="2778"/>
                    <a:pt x="1667" y="2668"/>
                  </a:cubicBezTo>
                  <a:lnTo>
                    <a:pt x="1667" y="1801"/>
                  </a:lnTo>
                  <a:close/>
                </a:path>
              </a:pathLst>
            </a:custGeom>
            <a:solidFill>
              <a:schemeClr val="accent1"/>
            </a:solidFill>
            <a:ln>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zh-CN"/>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a:p>
          </p:txBody>
        </p:sp>
        <p:sp>
          <p:nvSpPr>
            <p:cNvPr id="30" name="íşlïḍè">
              <a:extLst>
                <a:ext uri="{FF2B5EF4-FFF2-40B4-BE49-F238E27FC236}">
                  <a16:creationId xmlns:a16="http://schemas.microsoft.com/office/drawing/2014/main" id="{6EFEB801-63EC-4B87-9805-50F55F09F26B}"/>
                </a:ext>
              </a:extLst>
            </p:cNvPr>
            <p:cNvSpPr txBox="1"/>
            <p:nvPr/>
          </p:nvSpPr>
          <p:spPr>
            <a:xfrm>
              <a:off x="3835285" y="4433827"/>
              <a:ext cx="743578" cy="318562"/>
            </a:xfrm>
            <a:prstGeom prst="rect">
              <a:avLst/>
            </a:prstGeom>
            <a:noFill/>
          </p:spPr>
          <p:txBody>
            <a:bodyPr wrap="square" lIns="91440" tIns="45720" rIns="91440" bIns="45720" anchor="ctr">
              <a:noAutofit/>
            </a:bodyPr>
            <a:lstStyle/>
            <a:p>
              <a:pPr algn="ctr"/>
              <a:r>
                <a:rPr lang="zh-CN" altLang="en-US" b="1" dirty="0">
                  <a:solidFill>
                    <a:schemeClr val="accent1">
                      <a:lumMod val="75000"/>
                    </a:schemeClr>
                  </a:solidFill>
                </a:rPr>
                <a:t>超时</a:t>
              </a:r>
              <a:endParaRPr lang="en-US" altLang="zh-CN" b="1" dirty="0">
                <a:solidFill>
                  <a:schemeClr val="accent1">
                    <a:lumMod val="75000"/>
                  </a:schemeClr>
                </a:solidFill>
              </a:endParaRPr>
            </a:p>
          </p:txBody>
        </p:sp>
        <p:cxnSp>
          <p:nvCxnSpPr>
            <p:cNvPr id="10" name="直接箭头连接符 9">
              <a:extLst>
                <a:ext uri="{FF2B5EF4-FFF2-40B4-BE49-F238E27FC236}">
                  <a16:creationId xmlns:a16="http://schemas.microsoft.com/office/drawing/2014/main" id="{20608AFE-D2E0-480B-9927-83A841D6B2D8}"/>
                </a:ext>
              </a:extLst>
            </p:cNvPr>
            <p:cNvCxnSpPr>
              <a:cxnSpLocks/>
            </p:cNvCxnSpPr>
            <p:nvPr/>
          </p:nvCxnSpPr>
          <p:spPr>
            <a:xfrm>
              <a:off x="4207074" y="5181600"/>
              <a:ext cx="0" cy="469864"/>
            </a:xfrm>
            <a:prstGeom prst="straightConnector1">
              <a:avLst/>
            </a:prstGeom>
            <a:ln w="25400">
              <a:tailEnd type="triangle" w="med" len="lg"/>
            </a:ln>
          </p:spPr>
          <p:style>
            <a:lnRef idx="1">
              <a:schemeClr val="accent1"/>
            </a:lnRef>
            <a:fillRef idx="0">
              <a:schemeClr val="accent1"/>
            </a:fillRef>
            <a:effectRef idx="0">
              <a:schemeClr val="accent1"/>
            </a:effectRef>
            <a:fontRef idx="minor">
              <a:schemeClr val="tx1"/>
            </a:fontRef>
          </p:style>
        </p:cxnSp>
      </p:grpSp>
      <p:grpSp>
        <p:nvGrpSpPr>
          <p:cNvPr id="41" name="组合 40">
            <a:extLst>
              <a:ext uri="{FF2B5EF4-FFF2-40B4-BE49-F238E27FC236}">
                <a16:creationId xmlns:a16="http://schemas.microsoft.com/office/drawing/2014/main" id="{AD24D380-5B73-42AC-B0CF-6895F432E2C6}"/>
              </a:ext>
            </a:extLst>
          </p:cNvPr>
          <p:cNvGrpSpPr/>
          <p:nvPr/>
        </p:nvGrpSpPr>
        <p:grpSpPr>
          <a:xfrm>
            <a:off x="1251044" y="4058101"/>
            <a:ext cx="708432" cy="1325976"/>
            <a:chOff x="1251044" y="4058101"/>
            <a:chExt cx="708432" cy="1325976"/>
          </a:xfrm>
        </p:grpSpPr>
        <p:sp>
          <p:nvSpPr>
            <p:cNvPr id="42" name="矩形 41">
              <a:extLst>
                <a:ext uri="{FF2B5EF4-FFF2-40B4-BE49-F238E27FC236}">
                  <a16:creationId xmlns:a16="http://schemas.microsoft.com/office/drawing/2014/main" id="{C25C4594-35E6-4FBF-A2FE-8A26EFBB2D39}"/>
                </a:ext>
              </a:extLst>
            </p:cNvPr>
            <p:cNvSpPr/>
            <p:nvPr/>
          </p:nvSpPr>
          <p:spPr>
            <a:xfrm>
              <a:off x="1251044" y="4862501"/>
              <a:ext cx="708432" cy="270283"/>
            </a:xfrm>
            <a:prstGeom prst="rect">
              <a:avLst/>
            </a:prstGeom>
            <a:solidFill>
              <a:schemeClr val="accent3"/>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46800" rIns="46800" rtlCol="0" anchor="ctr"/>
            <a:lstStyle/>
            <a:p>
              <a:pPr algn="ctr"/>
              <a:r>
                <a:rPr lang="en-US" altLang="zh-CN" b="1" dirty="0"/>
                <a:t>DATA5</a:t>
              </a:r>
              <a:endParaRPr lang="zh-CN" altLang="en-US" b="1" dirty="0"/>
            </a:p>
          </p:txBody>
        </p:sp>
        <p:sp>
          <p:nvSpPr>
            <p:cNvPr id="43" name="矩形 42">
              <a:extLst>
                <a:ext uri="{FF2B5EF4-FFF2-40B4-BE49-F238E27FC236}">
                  <a16:creationId xmlns:a16="http://schemas.microsoft.com/office/drawing/2014/main" id="{17A7A4B9-6868-49BE-8CC6-C0706A9FDEBE}"/>
                </a:ext>
              </a:extLst>
            </p:cNvPr>
            <p:cNvSpPr/>
            <p:nvPr/>
          </p:nvSpPr>
          <p:spPr>
            <a:xfrm>
              <a:off x="1251044" y="4590628"/>
              <a:ext cx="708432" cy="270283"/>
            </a:xfrm>
            <a:prstGeom prst="rect">
              <a:avLst/>
            </a:prstGeom>
            <a:solidFill>
              <a:schemeClr val="accent3"/>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46800" rIns="46800" rtlCol="0" anchor="ctr"/>
            <a:lstStyle/>
            <a:p>
              <a:pPr algn="ctr"/>
              <a:r>
                <a:rPr lang="en-US" altLang="zh-CN" b="1" dirty="0"/>
                <a:t>DATA4</a:t>
              </a:r>
              <a:endParaRPr lang="zh-CN" altLang="en-US" b="1" dirty="0"/>
            </a:p>
          </p:txBody>
        </p:sp>
        <p:sp>
          <p:nvSpPr>
            <p:cNvPr id="45" name="矩形 44">
              <a:extLst>
                <a:ext uri="{FF2B5EF4-FFF2-40B4-BE49-F238E27FC236}">
                  <a16:creationId xmlns:a16="http://schemas.microsoft.com/office/drawing/2014/main" id="{62044C2C-E387-4970-9532-83E2E422D40E}"/>
                </a:ext>
              </a:extLst>
            </p:cNvPr>
            <p:cNvSpPr/>
            <p:nvPr/>
          </p:nvSpPr>
          <p:spPr>
            <a:xfrm>
              <a:off x="1251044" y="4320345"/>
              <a:ext cx="708432" cy="270283"/>
            </a:xfrm>
            <a:prstGeom prst="rect">
              <a:avLst/>
            </a:prstGeom>
            <a:solidFill>
              <a:schemeClr val="accent3"/>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46800" rIns="46800" rtlCol="0" anchor="ctr"/>
            <a:lstStyle/>
            <a:p>
              <a:pPr algn="ctr"/>
              <a:r>
                <a:rPr lang="en-US" altLang="zh-CN" b="1" dirty="0"/>
                <a:t>DATA3</a:t>
              </a:r>
              <a:endParaRPr lang="zh-CN" altLang="en-US" b="1" dirty="0"/>
            </a:p>
          </p:txBody>
        </p:sp>
        <p:sp>
          <p:nvSpPr>
            <p:cNvPr id="46" name="矩形 45">
              <a:extLst>
                <a:ext uri="{FF2B5EF4-FFF2-40B4-BE49-F238E27FC236}">
                  <a16:creationId xmlns:a16="http://schemas.microsoft.com/office/drawing/2014/main" id="{A00340F2-C0DD-489B-9B69-F0E92BDFD27A}"/>
                </a:ext>
              </a:extLst>
            </p:cNvPr>
            <p:cNvSpPr/>
            <p:nvPr/>
          </p:nvSpPr>
          <p:spPr>
            <a:xfrm>
              <a:off x="1251044" y="4058101"/>
              <a:ext cx="708432" cy="270283"/>
            </a:xfrm>
            <a:prstGeom prst="rect">
              <a:avLst/>
            </a:prstGeom>
            <a:solidFill>
              <a:schemeClr val="accent3"/>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46800" rIns="46800" rtlCol="0" anchor="ctr"/>
            <a:lstStyle/>
            <a:p>
              <a:pPr algn="ctr"/>
              <a:r>
                <a:rPr lang="en-US" altLang="zh-CN" b="1" dirty="0"/>
                <a:t>DATA2</a:t>
              </a:r>
              <a:endParaRPr lang="zh-CN" altLang="en-US" b="1" dirty="0"/>
            </a:p>
          </p:txBody>
        </p:sp>
        <p:sp>
          <p:nvSpPr>
            <p:cNvPr id="47" name="矩形 46">
              <a:extLst>
                <a:ext uri="{FF2B5EF4-FFF2-40B4-BE49-F238E27FC236}">
                  <a16:creationId xmlns:a16="http://schemas.microsoft.com/office/drawing/2014/main" id="{AEA48C9D-31BC-449A-8C3B-28450E6234DB}"/>
                </a:ext>
              </a:extLst>
            </p:cNvPr>
            <p:cNvSpPr/>
            <p:nvPr/>
          </p:nvSpPr>
          <p:spPr>
            <a:xfrm>
              <a:off x="1251044" y="5113794"/>
              <a:ext cx="708432" cy="270283"/>
            </a:xfrm>
            <a:prstGeom prst="rect">
              <a:avLst/>
            </a:prstGeom>
            <a:solidFill>
              <a:schemeClr val="accent3"/>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46800" rIns="46800" rtlCol="0" anchor="ctr"/>
            <a:lstStyle/>
            <a:p>
              <a:pPr algn="ctr"/>
              <a:r>
                <a:rPr lang="en-US" altLang="zh-CN" b="1" dirty="0"/>
                <a:t>DATA6</a:t>
              </a:r>
              <a:endParaRPr lang="zh-CN" altLang="en-US" b="1" dirty="0"/>
            </a:p>
          </p:txBody>
        </p:sp>
      </p:grpSp>
      <p:sp>
        <p:nvSpPr>
          <p:cNvPr id="48" name="矩形 47">
            <a:extLst>
              <a:ext uri="{FF2B5EF4-FFF2-40B4-BE49-F238E27FC236}">
                <a16:creationId xmlns:a16="http://schemas.microsoft.com/office/drawing/2014/main" id="{C2C7873F-1B71-499D-9EF6-5F1E4E393AD7}"/>
              </a:ext>
            </a:extLst>
          </p:cNvPr>
          <p:cNvSpPr/>
          <p:nvPr/>
        </p:nvSpPr>
        <p:spPr>
          <a:xfrm>
            <a:off x="3817248" y="5554018"/>
            <a:ext cx="3777293" cy="390966"/>
          </a:xfrm>
          <a:prstGeom prst="rect">
            <a:avLst/>
          </a:prstGeom>
          <a:solidFill>
            <a:schemeClr val="accent1">
              <a:lumMod val="75000"/>
              <a:alpha val="44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grpSp>
        <p:nvGrpSpPr>
          <p:cNvPr id="27" name="组合 26">
            <a:extLst>
              <a:ext uri="{FF2B5EF4-FFF2-40B4-BE49-F238E27FC236}">
                <a16:creationId xmlns:a16="http://schemas.microsoft.com/office/drawing/2014/main" id="{635F2C74-197E-4A49-9ED7-C0A54F48010F}"/>
              </a:ext>
            </a:extLst>
          </p:cNvPr>
          <p:cNvGrpSpPr/>
          <p:nvPr/>
        </p:nvGrpSpPr>
        <p:grpSpPr>
          <a:xfrm>
            <a:off x="5723358" y="3327539"/>
            <a:ext cx="2390193" cy="1121756"/>
            <a:chOff x="5723358" y="3327539"/>
            <a:chExt cx="2390193" cy="1121756"/>
          </a:xfrm>
        </p:grpSpPr>
        <p:grpSp>
          <p:nvGrpSpPr>
            <p:cNvPr id="25" name="组合 24">
              <a:extLst>
                <a:ext uri="{FF2B5EF4-FFF2-40B4-BE49-F238E27FC236}">
                  <a16:creationId xmlns:a16="http://schemas.microsoft.com/office/drawing/2014/main" id="{7D781404-9637-472F-A9FE-FD5A80C754B0}"/>
                </a:ext>
              </a:extLst>
            </p:cNvPr>
            <p:cNvGrpSpPr/>
            <p:nvPr/>
          </p:nvGrpSpPr>
          <p:grpSpPr>
            <a:xfrm>
              <a:off x="5723358" y="3327539"/>
              <a:ext cx="1521259" cy="1121756"/>
              <a:chOff x="5723358" y="3327539"/>
              <a:chExt cx="1521259" cy="1121756"/>
            </a:xfrm>
          </p:grpSpPr>
          <p:sp>
            <p:nvSpPr>
              <p:cNvPr id="56" name="文本框 55">
                <a:extLst>
                  <a:ext uri="{FF2B5EF4-FFF2-40B4-BE49-F238E27FC236}">
                    <a16:creationId xmlns:a16="http://schemas.microsoft.com/office/drawing/2014/main" id="{F87B00EC-C6E5-44B6-A93C-08425FE345D3}"/>
                  </a:ext>
                </a:extLst>
              </p:cNvPr>
              <p:cNvSpPr txBox="1"/>
              <p:nvPr/>
            </p:nvSpPr>
            <p:spPr>
              <a:xfrm>
                <a:off x="5723358" y="3327539"/>
                <a:ext cx="1521259" cy="523220"/>
              </a:xfrm>
              <a:prstGeom prst="rect">
                <a:avLst/>
              </a:prstGeom>
              <a:noFill/>
            </p:spPr>
            <p:txBody>
              <a:bodyPr wrap="square">
                <a:spAutoFit/>
              </a:bodyPr>
              <a:lstStyle/>
              <a:p>
                <a:r>
                  <a:rPr lang="zh-CN" altLang="en-US" sz="2800" b="1" dirty="0">
                    <a:solidFill>
                      <a:schemeClr val="accent1">
                        <a:lumMod val="75000"/>
                      </a:schemeClr>
                    </a:solidFill>
                  </a:rPr>
                  <a:t>回退</a:t>
                </a:r>
                <a:r>
                  <a:rPr lang="en-US" altLang="zh-CN" sz="2800" b="1" dirty="0">
                    <a:solidFill>
                      <a:schemeClr val="accent1">
                        <a:lumMod val="75000"/>
                      </a:schemeClr>
                    </a:solidFill>
                  </a:rPr>
                  <a:t>N</a:t>
                </a:r>
                <a:r>
                  <a:rPr lang="zh-CN" altLang="en-US" sz="2800" b="1" dirty="0">
                    <a:solidFill>
                      <a:schemeClr val="accent1">
                        <a:lumMod val="75000"/>
                      </a:schemeClr>
                    </a:solidFill>
                  </a:rPr>
                  <a:t>帧</a:t>
                </a:r>
                <a:endParaRPr lang="zh-CN" altLang="en-US" sz="2800" dirty="0">
                  <a:solidFill>
                    <a:schemeClr val="accent1">
                      <a:lumMod val="75000"/>
                    </a:schemeClr>
                  </a:solidFill>
                </a:endParaRPr>
              </a:p>
            </p:txBody>
          </p:sp>
          <p:cxnSp>
            <p:nvCxnSpPr>
              <p:cNvPr id="23" name="直接箭头连接符 22">
                <a:extLst>
                  <a:ext uri="{FF2B5EF4-FFF2-40B4-BE49-F238E27FC236}">
                    <a16:creationId xmlns:a16="http://schemas.microsoft.com/office/drawing/2014/main" id="{431AEB78-8680-4728-9294-CDE571D481BD}"/>
                  </a:ext>
                </a:extLst>
              </p:cNvPr>
              <p:cNvCxnSpPr>
                <a:cxnSpLocks/>
              </p:cNvCxnSpPr>
              <p:nvPr/>
            </p:nvCxnSpPr>
            <p:spPr>
              <a:xfrm flipH="1" flipV="1">
                <a:off x="6062193" y="3790232"/>
                <a:ext cx="4216" cy="659063"/>
              </a:xfrm>
              <a:prstGeom prst="straightConnector1">
                <a:avLst/>
              </a:prstGeom>
              <a:ln w="25400">
                <a:solidFill>
                  <a:schemeClr val="accent1">
                    <a:lumMod val="75000"/>
                  </a:schemeClr>
                </a:solidFill>
                <a:tailEnd type="triangle"/>
              </a:ln>
            </p:spPr>
            <p:style>
              <a:lnRef idx="1">
                <a:schemeClr val="accent1"/>
              </a:lnRef>
              <a:fillRef idx="0">
                <a:schemeClr val="accent1"/>
              </a:fillRef>
              <a:effectRef idx="0">
                <a:schemeClr val="accent1"/>
              </a:effectRef>
              <a:fontRef idx="minor">
                <a:schemeClr val="tx1"/>
              </a:fontRef>
            </p:style>
          </p:cxnSp>
        </p:grpSp>
        <p:sp>
          <p:nvSpPr>
            <p:cNvPr id="26" name="文本框 25">
              <a:extLst>
                <a:ext uri="{FF2B5EF4-FFF2-40B4-BE49-F238E27FC236}">
                  <a16:creationId xmlns:a16="http://schemas.microsoft.com/office/drawing/2014/main" id="{02C9E612-0D89-4DEE-8048-98453782FE5E}"/>
                </a:ext>
              </a:extLst>
            </p:cNvPr>
            <p:cNvSpPr txBox="1"/>
            <p:nvPr/>
          </p:nvSpPr>
          <p:spPr>
            <a:xfrm>
              <a:off x="6006096" y="3925701"/>
              <a:ext cx="2107455" cy="369332"/>
            </a:xfrm>
            <a:prstGeom prst="rect">
              <a:avLst/>
            </a:prstGeom>
            <a:noFill/>
          </p:spPr>
          <p:txBody>
            <a:bodyPr wrap="square" rtlCol="0">
              <a:spAutoFit/>
            </a:bodyPr>
            <a:lstStyle/>
            <a:p>
              <a:r>
                <a:rPr lang="zh-CN" altLang="en-US" b="1" dirty="0"/>
                <a:t>（</a:t>
              </a:r>
              <a:r>
                <a:rPr lang="en-US" altLang="zh-CN" b="1" dirty="0">
                  <a:solidFill>
                    <a:schemeClr val="accent1">
                      <a:lumMod val="75000"/>
                    </a:schemeClr>
                  </a:solidFill>
                </a:rPr>
                <a:t>G</a:t>
              </a:r>
              <a:r>
                <a:rPr lang="en-US" altLang="zh-CN" b="1" dirty="0"/>
                <a:t>o-</a:t>
              </a:r>
              <a:r>
                <a:rPr lang="en-US" altLang="zh-CN" b="1" dirty="0">
                  <a:solidFill>
                    <a:schemeClr val="accent1">
                      <a:lumMod val="75000"/>
                    </a:schemeClr>
                  </a:solidFill>
                </a:rPr>
                <a:t>b</a:t>
              </a:r>
              <a:r>
                <a:rPr lang="en-US" altLang="zh-CN" b="1" dirty="0"/>
                <a:t>ack-</a:t>
              </a:r>
              <a:r>
                <a:rPr lang="en-US" altLang="zh-CN" b="1" dirty="0">
                  <a:solidFill>
                    <a:schemeClr val="accent1">
                      <a:lumMod val="75000"/>
                    </a:schemeClr>
                  </a:solidFill>
                </a:rPr>
                <a:t>N</a:t>
              </a:r>
              <a:r>
                <a:rPr lang="zh-CN" altLang="en-US" b="1" dirty="0"/>
                <a:t>，</a:t>
              </a:r>
              <a:r>
                <a:rPr lang="en-US" altLang="zh-CN" b="1" dirty="0">
                  <a:solidFill>
                    <a:schemeClr val="accent1">
                      <a:lumMod val="75000"/>
                    </a:schemeClr>
                  </a:solidFill>
                </a:rPr>
                <a:t>GBN</a:t>
              </a:r>
              <a:r>
                <a:rPr lang="zh-CN" altLang="en-US" b="1" dirty="0"/>
                <a:t>）</a:t>
              </a:r>
            </a:p>
          </p:txBody>
        </p:sp>
      </p:grpSp>
      <p:sp>
        <p:nvSpPr>
          <p:cNvPr id="50" name="对话气泡: 圆角矩形 49">
            <a:extLst>
              <a:ext uri="{FF2B5EF4-FFF2-40B4-BE49-F238E27FC236}">
                <a16:creationId xmlns:a16="http://schemas.microsoft.com/office/drawing/2014/main" id="{6808D58D-50CF-4429-9856-B4764B21BC5F}"/>
              </a:ext>
            </a:extLst>
          </p:cNvPr>
          <p:cNvSpPr/>
          <p:nvPr/>
        </p:nvSpPr>
        <p:spPr>
          <a:xfrm>
            <a:off x="8748567" y="2288106"/>
            <a:ext cx="3148738" cy="2619600"/>
          </a:xfrm>
          <a:prstGeom prst="wedgeRoundRectCallout">
            <a:avLst>
              <a:gd name="adj1" fmla="val -68050"/>
              <a:gd name="adj2" fmla="val 262"/>
              <a:gd name="adj3" fmla="val 16667"/>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r>
              <a:rPr lang="zh-CN" altLang="en-US" b="1" dirty="0"/>
              <a:t>        一个数据分组的差错就可能引起大量数据分组的重传。</a:t>
            </a:r>
            <a:endParaRPr lang="en-US" altLang="zh-CN" b="1" dirty="0"/>
          </a:p>
          <a:p>
            <a:r>
              <a:rPr lang="zh-CN" altLang="en-US" b="1" dirty="0"/>
              <a:t>        在信道质量较差（容易出现误码）的情况下，回退</a:t>
            </a:r>
            <a:r>
              <a:rPr lang="en-US" altLang="zh-CN" b="1" dirty="0"/>
              <a:t>N</a:t>
            </a:r>
            <a:r>
              <a:rPr lang="zh-CN" altLang="en-US" b="1" dirty="0"/>
              <a:t>帧协议的信道利用率并不比停止</a:t>
            </a:r>
            <a:r>
              <a:rPr lang="en-US" altLang="zh-CN" b="1" dirty="0"/>
              <a:t>-</a:t>
            </a:r>
            <a:r>
              <a:rPr lang="zh-CN" altLang="en-US" b="1" dirty="0"/>
              <a:t>等待协议的信道利用率高。</a:t>
            </a:r>
            <a:endParaRPr lang="en-US" altLang="zh-CN" b="1" dirty="0"/>
          </a:p>
        </p:txBody>
      </p:sp>
      <p:sp>
        <p:nvSpPr>
          <p:cNvPr id="51" name="平行四边形 50">
            <a:extLst>
              <a:ext uri="{FF2B5EF4-FFF2-40B4-BE49-F238E27FC236}">
                <a16:creationId xmlns:a16="http://schemas.microsoft.com/office/drawing/2014/main" id="{946C041B-C703-0EF7-CE2A-200E18AA814D}"/>
              </a:ext>
            </a:extLst>
          </p:cNvPr>
          <p:cNvSpPr/>
          <p:nvPr/>
        </p:nvSpPr>
        <p:spPr>
          <a:xfrm>
            <a:off x="304799" y="749300"/>
            <a:ext cx="695119" cy="387090"/>
          </a:xfrm>
          <a:prstGeom prst="parallelogram">
            <a:avLst/>
          </a:prstGeom>
          <a:solidFill>
            <a:schemeClr val="accent3">
              <a:lumMod val="75000"/>
            </a:schemeClr>
          </a:solidFill>
          <a:ln>
            <a:solidFill>
              <a:schemeClr val="accent3">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CN" sz="2200" dirty="0">
                <a:latin typeface="Impact" panose="020B0806030902050204" pitchFamily="34" charset="0"/>
              </a:rPr>
              <a:t>04</a:t>
            </a:r>
            <a:endParaRPr lang="zh-CN" altLang="en-US" sz="2200" dirty="0">
              <a:latin typeface="Impact" panose="020B0806030902050204" pitchFamily="34" charset="0"/>
            </a:endParaRPr>
          </a:p>
        </p:txBody>
      </p:sp>
    </p:spTree>
    <p:custDataLst>
      <p:tags r:id="rId1"/>
    </p:custDataLst>
    <p:extLst>
      <p:ext uri="{BB962C8B-B14F-4D97-AF65-F5344CB8AC3E}">
        <p14:creationId xmlns:p14="http://schemas.microsoft.com/office/powerpoint/2010/main" val="1014187484"/>
      </p:ext>
    </p:extLst>
  </p:cSld>
  <p:clrMapOvr>
    <a:masterClrMapping/>
  </p:clrMapOvr>
  <mc:AlternateContent xmlns:mc="http://schemas.openxmlformats.org/markup-compatibility/2006" xmlns:p14="http://schemas.microsoft.com/office/powerpoint/2010/main">
    <mc:Choice Requires="p14">
      <p:transition p14:dur="10"/>
    </mc:Choice>
    <mc:Fallback xmlns="">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2" presetClass="entr" presetSubtype="4" fill="hold" nodeType="withEffect">
                                  <p:stCondLst>
                                    <p:cond delay="0"/>
                                  </p:stCondLst>
                                  <p:childTnLst>
                                    <p:set>
                                      <p:cBhvr>
                                        <p:cTn id="6" dur="1" fill="hold">
                                          <p:stCondLst>
                                            <p:cond delay="0"/>
                                          </p:stCondLst>
                                        </p:cTn>
                                        <p:tgtEl>
                                          <p:spTgt spid="18"/>
                                        </p:tgtEl>
                                        <p:attrNameLst>
                                          <p:attrName>style.visibility</p:attrName>
                                        </p:attrNameLst>
                                      </p:cBhvr>
                                      <p:to>
                                        <p:strVal val="visible"/>
                                      </p:to>
                                    </p:set>
                                    <p:anim calcmode="lin" valueType="num">
                                      <p:cBhvr additive="base">
                                        <p:cTn id="7" dur="500"/>
                                        <p:tgtEl>
                                          <p:spTgt spid="18"/>
                                        </p:tgtEl>
                                        <p:attrNameLst>
                                          <p:attrName>ppt_y</p:attrName>
                                        </p:attrNameLst>
                                      </p:cBhvr>
                                      <p:tavLst>
                                        <p:tav tm="0">
                                          <p:val>
                                            <p:strVal val="#ppt_y+#ppt_h*1.125000"/>
                                          </p:val>
                                        </p:tav>
                                        <p:tav tm="100000">
                                          <p:val>
                                            <p:strVal val="#ppt_y"/>
                                          </p:val>
                                        </p:tav>
                                      </p:tavLst>
                                    </p:anim>
                                    <p:animEffect transition="in" filter="wipe(up)">
                                      <p:cBhvr>
                                        <p:cTn id="8" dur="500"/>
                                        <p:tgtEl>
                                          <p:spTgt spid="18"/>
                                        </p:tgtEl>
                                      </p:cBhvr>
                                    </p:animEffect>
                                  </p:childTnLst>
                                </p:cTn>
                              </p:par>
                            </p:childTnLst>
                          </p:cTn>
                        </p:par>
                      </p:childTnLst>
                    </p:cTn>
                  </p:par>
                  <p:par>
                    <p:cTn id="9" fill="hold">
                      <p:stCondLst>
                        <p:cond delay="indefinite"/>
                      </p:stCondLst>
                      <p:childTnLst>
                        <p:par>
                          <p:cTn id="10" fill="hold">
                            <p:stCondLst>
                              <p:cond delay="0"/>
                            </p:stCondLst>
                            <p:childTnLst>
                              <p:par>
                                <p:cTn id="11" presetID="22" presetClass="entr" presetSubtype="4" fill="hold" nodeType="clickEffect">
                                  <p:stCondLst>
                                    <p:cond delay="0"/>
                                  </p:stCondLst>
                                  <p:childTnLst>
                                    <p:set>
                                      <p:cBhvr>
                                        <p:cTn id="12" dur="1" fill="hold">
                                          <p:stCondLst>
                                            <p:cond delay="0"/>
                                          </p:stCondLst>
                                        </p:cTn>
                                        <p:tgtEl>
                                          <p:spTgt spid="27"/>
                                        </p:tgtEl>
                                        <p:attrNameLst>
                                          <p:attrName>style.visibility</p:attrName>
                                        </p:attrNameLst>
                                      </p:cBhvr>
                                      <p:to>
                                        <p:strVal val="visible"/>
                                      </p:to>
                                    </p:set>
                                    <p:animEffect transition="in" filter="wipe(down)">
                                      <p:cBhvr>
                                        <p:cTn id="13" dur="1000"/>
                                        <p:tgtEl>
                                          <p:spTgt spid="27"/>
                                        </p:tgtEl>
                                      </p:cBhvr>
                                    </p:animEffect>
                                  </p:childTnLst>
                                </p:cTn>
                              </p:par>
                            </p:childTnLst>
                          </p:cTn>
                        </p:par>
                      </p:childTnLst>
                    </p:cTn>
                  </p:par>
                  <p:par>
                    <p:cTn id="14" fill="hold">
                      <p:stCondLst>
                        <p:cond delay="indefinite"/>
                      </p:stCondLst>
                      <p:childTnLst>
                        <p:par>
                          <p:cTn id="15" fill="hold">
                            <p:stCondLst>
                              <p:cond delay="0"/>
                            </p:stCondLst>
                            <p:childTnLst>
                              <p:par>
                                <p:cTn id="16" presetID="2" presetClass="entr" presetSubtype="2" fill="hold" grpId="0" nodeType="clickEffect">
                                  <p:stCondLst>
                                    <p:cond delay="0"/>
                                  </p:stCondLst>
                                  <p:childTnLst>
                                    <p:set>
                                      <p:cBhvr>
                                        <p:cTn id="17" dur="1" fill="hold">
                                          <p:stCondLst>
                                            <p:cond delay="0"/>
                                          </p:stCondLst>
                                        </p:cTn>
                                        <p:tgtEl>
                                          <p:spTgt spid="50"/>
                                        </p:tgtEl>
                                        <p:attrNameLst>
                                          <p:attrName>style.visibility</p:attrName>
                                        </p:attrNameLst>
                                      </p:cBhvr>
                                      <p:to>
                                        <p:strVal val="visible"/>
                                      </p:to>
                                    </p:set>
                                    <p:anim calcmode="lin" valueType="num">
                                      <p:cBhvr additive="base">
                                        <p:cTn id="18" dur="500" fill="hold"/>
                                        <p:tgtEl>
                                          <p:spTgt spid="50"/>
                                        </p:tgtEl>
                                        <p:attrNameLst>
                                          <p:attrName>ppt_x</p:attrName>
                                        </p:attrNameLst>
                                      </p:cBhvr>
                                      <p:tavLst>
                                        <p:tav tm="0">
                                          <p:val>
                                            <p:strVal val="1+#ppt_w/2"/>
                                          </p:val>
                                        </p:tav>
                                        <p:tav tm="100000">
                                          <p:val>
                                            <p:strVal val="#ppt_x"/>
                                          </p:val>
                                        </p:tav>
                                      </p:tavLst>
                                    </p:anim>
                                    <p:anim calcmode="lin" valueType="num">
                                      <p:cBhvr additive="base">
                                        <p:cTn id="19" dur="500" fill="hold"/>
                                        <p:tgtEl>
                                          <p:spTgt spid="50"/>
                                        </p:tgtEl>
                                        <p:attrNameLst>
                                          <p:attrName>ppt_y</p:attrName>
                                        </p:attrNameLst>
                                      </p:cBhvr>
                                      <p:tavLst>
                                        <p:tav tm="0">
                                          <p:val>
                                            <p:strVal val="#ppt_y"/>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0" grpId="0" animBg="1"/>
    </p:bldLst>
  </p:timing>
</p:sld>
</file>

<file path=ppt/slides/slide16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6" name="组合 5">
            <a:extLst>
              <a:ext uri="{FF2B5EF4-FFF2-40B4-BE49-F238E27FC236}">
                <a16:creationId xmlns:a16="http://schemas.microsoft.com/office/drawing/2014/main" id="{35D57BA3-C33A-4413-B558-3B4EE4F3080F}"/>
              </a:ext>
            </a:extLst>
          </p:cNvPr>
          <p:cNvGrpSpPr/>
          <p:nvPr/>
        </p:nvGrpSpPr>
        <p:grpSpPr>
          <a:xfrm>
            <a:off x="2146413" y="1363110"/>
            <a:ext cx="1067217" cy="917885"/>
            <a:chOff x="2146413" y="1363110"/>
            <a:chExt cx="1067217" cy="917885"/>
          </a:xfrm>
        </p:grpSpPr>
        <p:sp>
          <p:nvSpPr>
            <p:cNvPr id="34" name="矩形 33">
              <a:extLst>
                <a:ext uri="{FF2B5EF4-FFF2-40B4-BE49-F238E27FC236}">
                  <a16:creationId xmlns:a16="http://schemas.microsoft.com/office/drawing/2014/main" id="{C0C70259-4145-42A4-A97E-2108291E4ADC}"/>
                </a:ext>
              </a:extLst>
            </p:cNvPr>
            <p:cNvSpPr/>
            <p:nvPr/>
          </p:nvSpPr>
          <p:spPr>
            <a:xfrm>
              <a:off x="2300222" y="1739531"/>
              <a:ext cx="759600" cy="541464"/>
            </a:xfrm>
            <a:prstGeom prst="rect">
              <a:avLst/>
            </a:prstGeom>
            <a:solidFill>
              <a:schemeClr val="accent4"/>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mc:AlternateContent xmlns:mc="http://schemas.openxmlformats.org/markup-compatibility/2006" xmlns:a14="http://schemas.microsoft.com/office/drawing/2010/main">
          <mc:Choice Requires="a14">
            <p:sp>
              <p:nvSpPr>
                <p:cNvPr id="35" name="文本框 34">
                  <a:extLst>
                    <a:ext uri="{FF2B5EF4-FFF2-40B4-BE49-F238E27FC236}">
                      <a16:creationId xmlns:a16="http://schemas.microsoft.com/office/drawing/2014/main" id="{EE98B7EB-F32B-4A4F-9072-DF021D7DCAD9}"/>
                    </a:ext>
                  </a:extLst>
                </p:cNvPr>
                <p:cNvSpPr txBox="1"/>
                <p:nvPr/>
              </p:nvSpPr>
              <p:spPr>
                <a:xfrm>
                  <a:off x="2146413" y="1363110"/>
                  <a:ext cx="1067217" cy="369332"/>
                </a:xfrm>
                <a:prstGeom prst="rect">
                  <a:avLst/>
                </a:prstGeom>
                <a:noFill/>
              </p:spPr>
              <p:txBody>
                <a:bodyPr wrap="square">
                  <a:spAutoFit/>
                </a:bodyPr>
                <a:lstStyle/>
                <a:p>
                  <a:pPr/>
                  <a14:m>
                    <m:oMathPara xmlns:m="http://schemas.openxmlformats.org/officeDocument/2006/math">
                      <m:oMathParaPr>
                        <m:jc m:val="centerGroup"/>
                      </m:oMathParaPr>
                      <m:oMath xmlns:m="http://schemas.openxmlformats.org/officeDocument/2006/math">
                        <m:sSub>
                          <m:sSubPr>
                            <m:ctrlPr>
                              <a:rPr lang="en-US" altLang="zh-CN" b="1" i="1" smtClean="0">
                                <a:solidFill>
                                  <a:schemeClr val="accent4"/>
                                </a:solidFill>
                                <a:latin typeface="Cambria Math" panose="02040503050406030204" pitchFamily="18" charset="0"/>
                              </a:rPr>
                            </m:ctrlPr>
                          </m:sSubPr>
                          <m:e>
                            <m:r>
                              <a:rPr lang="en-US" altLang="zh-CN" b="1" i="1" smtClean="0">
                                <a:solidFill>
                                  <a:schemeClr val="accent4"/>
                                </a:solidFill>
                                <a:latin typeface="Cambria Math" panose="02040503050406030204" pitchFamily="18" charset="0"/>
                              </a:rPr>
                              <m:t>𝑾</m:t>
                            </m:r>
                          </m:e>
                          <m:sub>
                            <m:r>
                              <a:rPr lang="en-US" altLang="zh-CN" b="1" i="1" smtClean="0">
                                <a:solidFill>
                                  <a:schemeClr val="accent4"/>
                                </a:solidFill>
                                <a:latin typeface="Cambria Math" panose="02040503050406030204" pitchFamily="18" charset="0"/>
                              </a:rPr>
                              <m:t>𝑹</m:t>
                            </m:r>
                          </m:sub>
                        </m:sSub>
                        <m:r>
                          <a:rPr lang="en-US" altLang="zh-CN" b="1" i="1" smtClean="0">
                            <a:solidFill>
                              <a:schemeClr val="accent4"/>
                            </a:solidFill>
                            <a:latin typeface="Cambria Math" panose="02040503050406030204" pitchFamily="18" charset="0"/>
                          </a:rPr>
                          <m:t>=</m:t>
                        </m:r>
                        <m:r>
                          <a:rPr lang="en-US" altLang="zh-CN" b="1" i="1" smtClean="0">
                            <a:solidFill>
                              <a:schemeClr val="accent4"/>
                            </a:solidFill>
                            <a:latin typeface="Cambria Math" panose="02040503050406030204" pitchFamily="18" charset="0"/>
                          </a:rPr>
                          <m:t>𝟏</m:t>
                        </m:r>
                      </m:oMath>
                    </m:oMathPara>
                  </a14:m>
                  <a:endParaRPr lang="zh-CN" altLang="en-US" dirty="0">
                    <a:solidFill>
                      <a:schemeClr val="accent3"/>
                    </a:solidFill>
                  </a:endParaRPr>
                </a:p>
              </p:txBody>
            </p:sp>
          </mc:Choice>
          <mc:Fallback xmlns="">
            <p:sp>
              <p:nvSpPr>
                <p:cNvPr id="35" name="文本框 34">
                  <a:extLst>
                    <a:ext uri="{FF2B5EF4-FFF2-40B4-BE49-F238E27FC236}">
                      <a16:creationId xmlns:a16="http://schemas.microsoft.com/office/drawing/2014/main" id="{EE98B7EB-F32B-4A4F-9072-DF021D7DCAD9}"/>
                    </a:ext>
                  </a:extLst>
                </p:cNvPr>
                <p:cNvSpPr txBox="1">
                  <a:spLocks noRot="1" noChangeAspect="1" noMove="1" noResize="1" noEditPoints="1" noAdjustHandles="1" noChangeArrowheads="1" noChangeShapeType="1" noTextEdit="1"/>
                </p:cNvSpPr>
                <p:nvPr/>
              </p:nvSpPr>
              <p:spPr>
                <a:xfrm>
                  <a:off x="2146413" y="1363110"/>
                  <a:ext cx="1067217" cy="369332"/>
                </a:xfrm>
                <a:prstGeom prst="rect">
                  <a:avLst/>
                </a:prstGeom>
                <a:blipFill>
                  <a:blip r:embed="rId3"/>
                  <a:stretch>
                    <a:fillRect b="-3333"/>
                  </a:stretch>
                </a:blipFill>
              </p:spPr>
              <p:txBody>
                <a:bodyPr/>
                <a:lstStyle/>
                <a:p>
                  <a:r>
                    <a:rPr lang="zh-CN" altLang="en-US">
                      <a:noFill/>
                    </a:rPr>
                    <a:t> </a:t>
                  </a:r>
                </a:p>
              </p:txBody>
            </p:sp>
          </mc:Fallback>
        </mc:AlternateContent>
      </p:grpSp>
      <p:grpSp>
        <p:nvGrpSpPr>
          <p:cNvPr id="7" name="组合 6">
            <a:extLst>
              <a:ext uri="{FF2B5EF4-FFF2-40B4-BE49-F238E27FC236}">
                <a16:creationId xmlns:a16="http://schemas.microsoft.com/office/drawing/2014/main" id="{00A9CCE1-949C-4E54-97A1-6025FF974983}"/>
              </a:ext>
            </a:extLst>
          </p:cNvPr>
          <p:cNvGrpSpPr/>
          <p:nvPr/>
        </p:nvGrpSpPr>
        <p:grpSpPr>
          <a:xfrm>
            <a:off x="2302929" y="5098286"/>
            <a:ext cx="3780000" cy="910796"/>
            <a:chOff x="2302929" y="5098286"/>
            <a:chExt cx="3780000" cy="910796"/>
          </a:xfrm>
        </p:grpSpPr>
        <p:sp>
          <p:nvSpPr>
            <p:cNvPr id="5" name="矩形 4">
              <a:extLst>
                <a:ext uri="{FF2B5EF4-FFF2-40B4-BE49-F238E27FC236}">
                  <a16:creationId xmlns:a16="http://schemas.microsoft.com/office/drawing/2014/main" id="{ABCDD6AB-497D-42FD-B822-48DB3891082B}"/>
                </a:ext>
              </a:extLst>
            </p:cNvPr>
            <p:cNvSpPr/>
            <p:nvPr/>
          </p:nvSpPr>
          <p:spPr>
            <a:xfrm>
              <a:off x="2302929" y="5467618"/>
              <a:ext cx="3780000" cy="541464"/>
            </a:xfrm>
            <a:prstGeom prst="rect">
              <a:avLst/>
            </a:prstGeom>
            <a:solidFill>
              <a:schemeClr val="accent3"/>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mc:AlternateContent xmlns:mc="http://schemas.openxmlformats.org/markup-compatibility/2006" xmlns:a14="http://schemas.microsoft.com/office/drawing/2010/main">
          <mc:Choice Requires="a14">
            <p:sp>
              <p:nvSpPr>
                <p:cNvPr id="23" name="文本框 22">
                  <a:extLst>
                    <a:ext uri="{FF2B5EF4-FFF2-40B4-BE49-F238E27FC236}">
                      <a16:creationId xmlns:a16="http://schemas.microsoft.com/office/drawing/2014/main" id="{ABC03EEA-26BD-4845-8ACC-3FB7B6DA9132}"/>
                    </a:ext>
                  </a:extLst>
                </p:cNvPr>
                <p:cNvSpPr txBox="1"/>
                <p:nvPr/>
              </p:nvSpPr>
              <p:spPr>
                <a:xfrm>
                  <a:off x="3659320" y="5098286"/>
                  <a:ext cx="1067217" cy="369332"/>
                </a:xfrm>
                <a:prstGeom prst="rect">
                  <a:avLst/>
                </a:prstGeom>
                <a:noFill/>
              </p:spPr>
              <p:txBody>
                <a:bodyPr wrap="square">
                  <a:spAutoFit/>
                </a:bodyPr>
                <a:lstStyle/>
                <a:p>
                  <a:pPr/>
                  <a14:m>
                    <m:oMathPara xmlns:m="http://schemas.openxmlformats.org/officeDocument/2006/math">
                      <m:oMathParaPr>
                        <m:jc m:val="centerGroup"/>
                      </m:oMathParaPr>
                      <m:oMath xmlns:m="http://schemas.openxmlformats.org/officeDocument/2006/math">
                        <m:sSub>
                          <m:sSubPr>
                            <m:ctrlPr>
                              <a:rPr lang="en-US" altLang="zh-CN" b="1" i="1" smtClean="0">
                                <a:solidFill>
                                  <a:schemeClr val="accent3"/>
                                </a:solidFill>
                                <a:latin typeface="Cambria Math" panose="02040503050406030204" pitchFamily="18" charset="0"/>
                              </a:rPr>
                            </m:ctrlPr>
                          </m:sSubPr>
                          <m:e>
                            <m:r>
                              <a:rPr lang="en-US" altLang="zh-CN" b="1" i="1" smtClean="0">
                                <a:solidFill>
                                  <a:schemeClr val="accent3"/>
                                </a:solidFill>
                                <a:latin typeface="Cambria Math" panose="02040503050406030204" pitchFamily="18" charset="0"/>
                              </a:rPr>
                              <m:t>𝑾</m:t>
                            </m:r>
                          </m:e>
                          <m:sub>
                            <m:r>
                              <a:rPr lang="en-US" altLang="zh-CN" b="1" i="1" smtClean="0">
                                <a:solidFill>
                                  <a:schemeClr val="accent3"/>
                                </a:solidFill>
                                <a:latin typeface="Cambria Math" panose="02040503050406030204" pitchFamily="18" charset="0"/>
                              </a:rPr>
                              <m:t>𝑻</m:t>
                            </m:r>
                          </m:sub>
                        </m:sSub>
                        <m:r>
                          <a:rPr lang="en-US" altLang="zh-CN" b="1" i="1" smtClean="0">
                            <a:solidFill>
                              <a:schemeClr val="accent3"/>
                            </a:solidFill>
                            <a:latin typeface="Cambria Math" panose="02040503050406030204" pitchFamily="18" charset="0"/>
                          </a:rPr>
                          <m:t>=</m:t>
                        </m:r>
                        <m:r>
                          <a:rPr lang="en-US" altLang="zh-CN" b="1" i="1" smtClean="0">
                            <a:solidFill>
                              <a:schemeClr val="accent3"/>
                            </a:solidFill>
                            <a:latin typeface="Cambria Math" panose="02040503050406030204" pitchFamily="18" charset="0"/>
                          </a:rPr>
                          <m:t>𝟓</m:t>
                        </m:r>
                      </m:oMath>
                    </m:oMathPara>
                  </a14:m>
                  <a:endParaRPr lang="zh-CN" altLang="en-US" dirty="0">
                    <a:solidFill>
                      <a:schemeClr val="accent3"/>
                    </a:solidFill>
                  </a:endParaRPr>
                </a:p>
              </p:txBody>
            </p:sp>
          </mc:Choice>
          <mc:Fallback xmlns="">
            <p:sp>
              <p:nvSpPr>
                <p:cNvPr id="23" name="文本框 22">
                  <a:extLst>
                    <a:ext uri="{FF2B5EF4-FFF2-40B4-BE49-F238E27FC236}">
                      <a16:creationId xmlns:a16="http://schemas.microsoft.com/office/drawing/2014/main" id="{ABC03EEA-26BD-4845-8ACC-3FB7B6DA9132}"/>
                    </a:ext>
                  </a:extLst>
                </p:cNvPr>
                <p:cNvSpPr txBox="1">
                  <a:spLocks noRot="1" noChangeAspect="1" noMove="1" noResize="1" noEditPoints="1" noAdjustHandles="1" noChangeArrowheads="1" noChangeShapeType="1" noTextEdit="1"/>
                </p:cNvSpPr>
                <p:nvPr/>
              </p:nvSpPr>
              <p:spPr>
                <a:xfrm>
                  <a:off x="3659320" y="5098286"/>
                  <a:ext cx="1067217" cy="369332"/>
                </a:xfrm>
                <a:prstGeom prst="rect">
                  <a:avLst/>
                </a:prstGeom>
                <a:blipFill>
                  <a:blip r:embed="rId4"/>
                  <a:stretch>
                    <a:fillRect b="-3279"/>
                  </a:stretch>
                </a:blipFill>
              </p:spPr>
              <p:txBody>
                <a:bodyPr/>
                <a:lstStyle/>
                <a:p>
                  <a:r>
                    <a:rPr lang="zh-CN" altLang="en-US">
                      <a:noFill/>
                    </a:rPr>
                    <a:t> </a:t>
                  </a:r>
                </a:p>
              </p:txBody>
            </p:sp>
          </mc:Fallback>
        </mc:AlternateContent>
      </p:grpSp>
      <p:grpSp>
        <p:nvGrpSpPr>
          <p:cNvPr id="4" name="组合 3">
            <a:extLst>
              <a:ext uri="{FF2B5EF4-FFF2-40B4-BE49-F238E27FC236}">
                <a16:creationId xmlns:a16="http://schemas.microsoft.com/office/drawing/2014/main" id="{9A1EA9F2-FCB6-48C3-935F-7AE7E3AD14AC}"/>
              </a:ext>
            </a:extLst>
          </p:cNvPr>
          <p:cNvGrpSpPr/>
          <p:nvPr/>
        </p:nvGrpSpPr>
        <p:grpSpPr>
          <a:xfrm>
            <a:off x="304800" y="749300"/>
            <a:ext cx="6192344" cy="400110"/>
            <a:chOff x="424117" y="898245"/>
            <a:chExt cx="6192344" cy="400110"/>
          </a:xfrm>
        </p:grpSpPr>
        <p:sp>
          <p:nvSpPr>
            <p:cNvPr id="2" name="平行四边形 1">
              <a:extLst>
                <a:ext uri="{FF2B5EF4-FFF2-40B4-BE49-F238E27FC236}">
                  <a16:creationId xmlns:a16="http://schemas.microsoft.com/office/drawing/2014/main" id="{1F5BAA3F-9845-4F89-A2DD-8222D3E4EDAC}"/>
                </a:ext>
              </a:extLst>
            </p:cNvPr>
            <p:cNvSpPr/>
            <p:nvPr/>
          </p:nvSpPr>
          <p:spPr>
            <a:xfrm>
              <a:off x="424117" y="898245"/>
              <a:ext cx="628306" cy="387090"/>
            </a:xfrm>
            <a:prstGeom prst="parallelogram">
              <a:avLst/>
            </a:prstGeom>
            <a:solidFill>
              <a:schemeClr val="accent3">
                <a:lumMod val="75000"/>
              </a:schemeClr>
            </a:solidFill>
            <a:ln>
              <a:solidFill>
                <a:schemeClr val="accent3">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CN" sz="2200" dirty="0">
                  <a:latin typeface="Impact" panose="020B0806030902050204" pitchFamily="34" charset="0"/>
                </a:rPr>
                <a:t>01</a:t>
              </a:r>
              <a:endParaRPr lang="zh-CN" altLang="en-US" sz="2200" dirty="0">
                <a:latin typeface="Impact" panose="020B0806030902050204" pitchFamily="34" charset="0"/>
              </a:endParaRPr>
            </a:p>
          </p:txBody>
        </p:sp>
        <p:sp>
          <p:nvSpPr>
            <p:cNvPr id="3" name="文本框 2">
              <a:extLst>
                <a:ext uri="{FF2B5EF4-FFF2-40B4-BE49-F238E27FC236}">
                  <a16:creationId xmlns:a16="http://schemas.microsoft.com/office/drawing/2014/main" id="{4D6BD736-A4D3-4F26-AFED-36E11F50F70B}"/>
                </a:ext>
              </a:extLst>
            </p:cNvPr>
            <p:cNvSpPr txBox="1"/>
            <p:nvPr/>
          </p:nvSpPr>
          <p:spPr>
            <a:xfrm>
              <a:off x="1052423" y="898245"/>
              <a:ext cx="5564038" cy="400110"/>
            </a:xfrm>
            <a:prstGeom prst="rect">
              <a:avLst/>
            </a:prstGeom>
            <a:noFill/>
          </p:spPr>
          <p:txBody>
            <a:bodyPr wrap="square" rtlCol="0">
              <a:spAutoFit/>
            </a:bodyPr>
            <a:lstStyle/>
            <a:p>
              <a:r>
                <a:rPr lang="zh-CN" altLang="en-US" sz="2000" b="1" dirty="0"/>
                <a:t>回退</a:t>
              </a:r>
              <a:r>
                <a:rPr lang="en-US" altLang="zh-CN" sz="2000" b="1" dirty="0"/>
                <a:t>N</a:t>
              </a:r>
              <a:r>
                <a:rPr lang="zh-CN" altLang="en-US" sz="2000" b="1" dirty="0"/>
                <a:t>帧协议</a:t>
              </a:r>
            </a:p>
          </p:txBody>
        </p:sp>
      </p:grpSp>
      <p:grpSp>
        <p:nvGrpSpPr>
          <p:cNvPr id="20" name="组合 19">
            <a:extLst>
              <a:ext uri="{FF2B5EF4-FFF2-40B4-BE49-F238E27FC236}">
                <a16:creationId xmlns:a16="http://schemas.microsoft.com/office/drawing/2014/main" id="{87756F0E-46C2-4571-B23D-C8472E9FD1FB}"/>
              </a:ext>
            </a:extLst>
          </p:cNvPr>
          <p:cNvGrpSpPr/>
          <p:nvPr/>
        </p:nvGrpSpPr>
        <p:grpSpPr>
          <a:xfrm>
            <a:off x="475097" y="1263518"/>
            <a:ext cx="1355161" cy="5114896"/>
            <a:chOff x="475097" y="1263518"/>
            <a:chExt cx="1355161" cy="5114896"/>
          </a:xfrm>
        </p:grpSpPr>
        <p:cxnSp>
          <p:nvCxnSpPr>
            <p:cNvPr id="17" name="直接连接符 16">
              <a:extLst>
                <a:ext uri="{FF2B5EF4-FFF2-40B4-BE49-F238E27FC236}">
                  <a16:creationId xmlns:a16="http://schemas.microsoft.com/office/drawing/2014/main" id="{5A41A17A-7B81-47D8-BDBB-76B8F1AA71D6}"/>
                </a:ext>
              </a:extLst>
            </p:cNvPr>
            <p:cNvCxnSpPr>
              <a:cxnSpLocks/>
            </p:cNvCxnSpPr>
            <p:nvPr/>
          </p:nvCxnSpPr>
          <p:spPr>
            <a:xfrm flipV="1">
              <a:off x="1208367" y="2012996"/>
              <a:ext cx="0" cy="3813858"/>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nvGrpSpPr>
            <p:cNvPr id="9" name="组合 8">
              <a:extLst>
                <a:ext uri="{FF2B5EF4-FFF2-40B4-BE49-F238E27FC236}">
                  <a16:creationId xmlns:a16="http://schemas.microsoft.com/office/drawing/2014/main" id="{A2B5FA1F-35FA-42E7-8D74-E7431B6AAA3C}"/>
                </a:ext>
              </a:extLst>
            </p:cNvPr>
            <p:cNvGrpSpPr/>
            <p:nvPr/>
          </p:nvGrpSpPr>
          <p:grpSpPr>
            <a:xfrm>
              <a:off x="700096" y="5368000"/>
              <a:ext cx="905164" cy="1010414"/>
              <a:chOff x="700096" y="5368000"/>
              <a:chExt cx="905164" cy="1010414"/>
            </a:xfrm>
          </p:grpSpPr>
          <p:pic>
            <p:nvPicPr>
              <p:cNvPr id="214" name="图形 213">
                <a:extLst>
                  <a:ext uri="{FF2B5EF4-FFF2-40B4-BE49-F238E27FC236}">
                    <a16:creationId xmlns:a16="http://schemas.microsoft.com/office/drawing/2014/main" id="{D949CB40-4FF6-4E8C-991B-66D24C6ADF05}"/>
                  </a:ext>
                </a:extLst>
              </p:cNvPr>
              <p:cNvPicPr>
                <a:picLocks noChangeAspect="1"/>
              </p:cNvPicPr>
              <p:nvPr/>
            </p:nvPicPr>
            <p:blipFill>
              <a:blip r:embed="rId5">
                <a:extLst>
                  <a:ext uri="{28A0092B-C50C-407E-A947-70E740481C1C}">
                    <a14:useLocalDpi xmlns:a14="http://schemas.microsoft.com/office/drawing/2010/main" val="0"/>
                  </a:ext>
                  <a:ext uri="{96DAC541-7B7A-43D3-8B79-37D633B846F1}">
                    <asvg:svgBlip xmlns:asvg="http://schemas.microsoft.com/office/drawing/2016/SVG/main" r:embed="rId6"/>
                  </a:ext>
                </a:extLst>
              </a:blip>
              <a:stretch>
                <a:fillRect/>
              </a:stretch>
            </p:blipFill>
            <p:spPr>
              <a:xfrm>
                <a:off x="821271" y="5368000"/>
                <a:ext cx="662814" cy="641082"/>
              </a:xfrm>
              <a:prstGeom prst="rect">
                <a:avLst/>
              </a:prstGeom>
            </p:spPr>
          </p:pic>
          <p:sp>
            <p:nvSpPr>
              <p:cNvPr id="218" name="文本框 217">
                <a:extLst>
                  <a:ext uri="{FF2B5EF4-FFF2-40B4-BE49-F238E27FC236}">
                    <a16:creationId xmlns:a16="http://schemas.microsoft.com/office/drawing/2014/main" id="{584D12FE-712D-432B-A48B-3084189F6B6C}"/>
                  </a:ext>
                </a:extLst>
              </p:cNvPr>
              <p:cNvSpPr txBox="1"/>
              <p:nvPr/>
            </p:nvSpPr>
            <p:spPr>
              <a:xfrm>
                <a:off x="700096" y="6009082"/>
                <a:ext cx="905164" cy="369332"/>
              </a:xfrm>
              <a:prstGeom prst="rect">
                <a:avLst/>
              </a:prstGeom>
              <a:noFill/>
            </p:spPr>
            <p:txBody>
              <a:bodyPr wrap="square" rtlCol="0">
                <a:spAutoFit/>
              </a:bodyPr>
              <a:lstStyle/>
              <a:p>
                <a:r>
                  <a:rPr lang="zh-CN" altLang="en-US" b="1" dirty="0">
                    <a:latin typeface="+mn-ea"/>
                  </a:rPr>
                  <a:t>发送方</a:t>
                </a:r>
              </a:p>
            </p:txBody>
          </p:sp>
        </p:grpSp>
        <p:grpSp>
          <p:nvGrpSpPr>
            <p:cNvPr id="8" name="组合 7">
              <a:extLst>
                <a:ext uri="{FF2B5EF4-FFF2-40B4-BE49-F238E27FC236}">
                  <a16:creationId xmlns:a16="http://schemas.microsoft.com/office/drawing/2014/main" id="{0ACAF080-95D4-4F76-A817-06EA84E449C9}"/>
                </a:ext>
              </a:extLst>
            </p:cNvPr>
            <p:cNvGrpSpPr/>
            <p:nvPr/>
          </p:nvGrpSpPr>
          <p:grpSpPr>
            <a:xfrm>
              <a:off x="878301" y="1263518"/>
              <a:ext cx="905164" cy="1027908"/>
              <a:chOff x="878301" y="1390382"/>
              <a:chExt cx="905164" cy="1027908"/>
            </a:xfrm>
          </p:grpSpPr>
          <p:pic>
            <p:nvPicPr>
              <p:cNvPr id="210" name="图形 209">
                <a:extLst>
                  <a:ext uri="{FF2B5EF4-FFF2-40B4-BE49-F238E27FC236}">
                    <a16:creationId xmlns:a16="http://schemas.microsoft.com/office/drawing/2014/main" id="{61E01467-74F7-469C-BAD5-DFFB1234E440}"/>
                  </a:ext>
                </a:extLst>
              </p:cNvPr>
              <p:cNvPicPr>
                <a:picLocks noChangeAspect="1"/>
              </p:cNvPicPr>
              <p:nvPr/>
            </p:nvPicPr>
            <p:blipFill>
              <a:blip r:embed="rId7">
                <a:extLst>
                  <a:ext uri="{28A0092B-C50C-407E-A947-70E740481C1C}">
                    <a14:useLocalDpi xmlns:a14="http://schemas.microsoft.com/office/drawing/2010/main" val="0"/>
                  </a:ext>
                  <a:ext uri="{96DAC541-7B7A-43D3-8B79-37D633B846F1}">
                    <asvg:svgBlip xmlns:asvg="http://schemas.microsoft.com/office/drawing/2016/SVG/main" r:embed="rId8"/>
                  </a:ext>
                </a:extLst>
              </a:blip>
              <a:stretch>
                <a:fillRect/>
              </a:stretch>
            </p:blipFill>
            <p:spPr>
              <a:xfrm>
                <a:off x="984826" y="1759714"/>
                <a:ext cx="501772" cy="658576"/>
              </a:xfrm>
              <a:prstGeom prst="rect">
                <a:avLst/>
              </a:prstGeom>
            </p:spPr>
          </p:pic>
          <p:sp>
            <p:nvSpPr>
              <p:cNvPr id="219" name="文本框 218">
                <a:extLst>
                  <a:ext uri="{FF2B5EF4-FFF2-40B4-BE49-F238E27FC236}">
                    <a16:creationId xmlns:a16="http://schemas.microsoft.com/office/drawing/2014/main" id="{B105E330-42F6-4FA8-914C-123FFA0756D5}"/>
                  </a:ext>
                </a:extLst>
              </p:cNvPr>
              <p:cNvSpPr txBox="1"/>
              <p:nvPr/>
            </p:nvSpPr>
            <p:spPr>
              <a:xfrm>
                <a:off x="878301" y="1390382"/>
                <a:ext cx="905164" cy="369332"/>
              </a:xfrm>
              <a:prstGeom prst="rect">
                <a:avLst/>
              </a:prstGeom>
              <a:noFill/>
            </p:spPr>
            <p:txBody>
              <a:bodyPr wrap="square" rtlCol="0">
                <a:spAutoFit/>
              </a:bodyPr>
              <a:lstStyle/>
              <a:p>
                <a:r>
                  <a:rPr lang="zh-CN" altLang="en-US" b="1" dirty="0">
                    <a:latin typeface="+mn-ea"/>
                  </a:rPr>
                  <a:t>接收方</a:t>
                </a:r>
              </a:p>
            </p:txBody>
          </p:sp>
        </p:grpSp>
        <p:sp>
          <p:nvSpPr>
            <p:cNvPr id="57" name="云形 56">
              <a:extLst>
                <a:ext uri="{FF2B5EF4-FFF2-40B4-BE49-F238E27FC236}">
                  <a16:creationId xmlns:a16="http://schemas.microsoft.com/office/drawing/2014/main" id="{8D58A5DA-48AF-4D62-A0E1-92B6F8CBE1F4}"/>
                </a:ext>
              </a:extLst>
            </p:cNvPr>
            <p:cNvSpPr/>
            <p:nvPr/>
          </p:nvSpPr>
          <p:spPr>
            <a:xfrm>
              <a:off x="475097" y="3429014"/>
              <a:ext cx="1355161" cy="801398"/>
            </a:xfrm>
            <a:prstGeom prst="cloud">
              <a:avLst/>
            </a:prstGeom>
            <a:solidFill>
              <a:schemeClr val="bg1">
                <a:lumMod val="85000"/>
              </a:schemeClr>
            </a:solidFill>
            <a:ln>
              <a:solidFill>
                <a:schemeClr val="bg1">
                  <a:lumMod val="85000"/>
                </a:schemeClr>
              </a:solidFill>
            </a:ln>
          </p:spPr>
          <p:style>
            <a:lnRef idx="2">
              <a:schemeClr val="accent3">
                <a:shade val="50000"/>
              </a:schemeClr>
            </a:lnRef>
            <a:fillRef idx="1">
              <a:schemeClr val="accent3"/>
            </a:fillRef>
            <a:effectRef idx="0">
              <a:schemeClr val="accent3"/>
            </a:effectRef>
            <a:fontRef idx="minor">
              <a:schemeClr val="lt1"/>
            </a:fontRef>
          </p:style>
          <p:txBody>
            <a:bodyPr rtlCol="0" anchor="ctr"/>
            <a:lstStyle/>
            <a:p>
              <a:pPr algn="ctr"/>
              <a:r>
                <a:rPr lang="zh-CN" altLang="en-US" b="1" dirty="0">
                  <a:solidFill>
                    <a:schemeClr val="tx1"/>
                  </a:solidFill>
                  <a:latin typeface="+mn-ea"/>
                </a:rPr>
                <a:t>因特网</a:t>
              </a:r>
            </a:p>
          </p:txBody>
        </p:sp>
      </p:grpSp>
      <p:graphicFrame>
        <p:nvGraphicFramePr>
          <p:cNvPr id="21" name="表格 21">
            <a:extLst>
              <a:ext uri="{FF2B5EF4-FFF2-40B4-BE49-F238E27FC236}">
                <a16:creationId xmlns:a16="http://schemas.microsoft.com/office/drawing/2014/main" id="{CE497585-4F97-4F44-9ABE-D7BBA16B40E0}"/>
              </a:ext>
            </a:extLst>
          </p:cNvPr>
          <p:cNvGraphicFramePr>
            <a:graphicFrameLocks noGrp="1"/>
          </p:cNvGraphicFramePr>
          <p:nvPr/>
        </p:nvGraphicFramePr>
        <p:xfrm>
          <a:off x="2302929" y="5557308"/>
          <a:ext cx="9067800" cy="370840"/>
        </p:xfrm>
        <a:graphic>
          <a:graphicData uri="http://schemas.openxmlformats.org/drawingml/2006/table">
            <a:tbl>
              <a:tblPr firstRow="1" bandRow="1">
                <a:tableStyleId>{5C22544A-7EE6-4342-B048-85BDC9FD1C3A}</a:tableStyleId>
              </a:tblPr>
              <a:tblGrid>
                <a:gridCol w="755650">
                  <a:extLst>
                    <a:ext uri="{9D8B030D-6E8A-4147-A177-3AD203B41FA5}">
                      <a16:colId xmlns:a16="http://schemas.microsoft.com/office/drawing/2014/main" val="877486509"/>
                    </a:ext>
                  </a:extLst>
                </a:gridCol>
                <a:gridCol w="755650">
                  <a:extLst>
                    <a:ext uri="{9D8B030D-6E8A-4147-A177-3AD203B41FA5}">
                      <a16:colId xmlns:a16="http://schemas.microsoft.com/office/drawing/2014/main" val="3548605817"/>
                    </a:ext>
                  </a:extLst>
                </a:gridCol>
                <a:gridCol w="755650">
                  <a:extLst>
                    <a:ext uri="{9D8B030D-6E8A-4147-A177-3AD203B41FA5}">
                      <a16:colId xmlns:a16="http://schemas.microsoft.com/office/drawing/2014/main" val="2881812895"/>
                    </a:ext>
                  </a:extLst>
                </a:gridCol>
                <a:gridCol w="755650">
                  <a:extLst>
                    <a:ext uri="{9D8B030D-6E8A-4147-A177-3AD203B41FA5}">
                      <a16:colId xmlns:a16="http://schemas.microsoft.com/office/drawing/2014/main" val="3682284582"/>
                    </a:ext>
                  </a:extLst>
                </a:gridCol>
                <a:gridCol w="755650">
                  <a:extLst>
                    <a:ext uri="{9D8B030D-6E8A-4147-A177-3AD203B41FA5}">
                      <a16:colId xmlns:a16="http://schemas.microsoft.com/office/drawing/2014/main" val="500127722"/>
                    </a:ext>
                  </a:extLst>
                </a:gridCol>
                <a:gridCol w="755650">
                  <a:extLst>
                    <a:ext uri="{9D8B030D-6E8A-4147-A177-3AD203B41FA5}">
                      <a16:colId xmlns:a16="http://schemas.microsoft.com/office/drawing/2014/main" val="2946259618"/>
                    </a:ext>
                  </a:extLst>
                </a:gridCol>
                <a:gridCol w="755650">
                  <a:extLst>
                    <a:ext uri="{9D8B030D-6E8A-4147-A177-3AD203B41FA5}">
                      <a16:colId xmlns:a16="http://schemas.microsoft.com/office/drawing/2014/main" val="171501986"/>
                    </a:ext>
                  </a:extLst>
                </a:gridCol>
                <a:gridCol w="755650">
                  <a:extLst>
                    <a:ext uri="{9D8B030D-6E8A-4147-A177-3AD203B41FA5}">
                      <a16:colId xmlns:a16="http://schemas.microsoft.com/office/drawing/2014/main" val="1667185265"/>
                    </a:ext>
                  </a:extLst>
                </a:gridCol>
                <a:gridCol w="755650">
                  <a:extLst>
                    <a:ext uri="{9D8B030D-6E8A-4147-A177-3AD203B41FA5}">
                      <a16:colId xmlns:a16="http://schemas.microsoft.com/office/drawing/2014/main" val="4258211808"/>
                    </a:ext>
                  </a:extLst>
                </a:gridCol>
                <a:gridCol w="755650">
                  <a:extLst>
                    <a:ext uri="{9D8B030D-6E8A-4147-A177-3AD203B41FA5}">
                      <a16:colId xmlns:a16="http://schemas.microsoft.com/office/drawing/2014/main" val="1794200575"/>
                    </a:ext>
                  </a:extLst>
                </a:gridCol>
                <a:gridCol w="755650">
                  <a:extLst>
                    <a:ext uri="{9D8B030D-6E8A-4147-A177-3AD203B41FA5}">
                      <a16:colId xmlns:a16="http://schemas.microsoft.com/office/drawing/2014/main" val="4230716487"/>
                    </a:ext>
                  </a:extLst>
                </a:gridCol>
                <a:gridCol w="755650">
                  <a:extLst>
                    <a:ext uri="{9D8B030D-6E8A-4147-A177-3AD203B41FA5}">
                      <a16:colId xmlns:a16="http://schemas.microsoft.com/office/drawing/2014/main" val="56153739"/>
                    </a:ext>
                  </a:extLst>
                </a:gridCol>
              </a:tblGrid>
              <a:tr h="370840">
                <a:tc>
                  <a:txBody>
                    <a:bodyPr/>
                    <a:lstStyle/>
                    <a:p>
                      <a:pPr algn="ctr"/>
                      <a:r>
                        <a:rPr lang="en-US" altLang="zh-CN" dirty="0">
                          <a:solidFill>
                            <a:schemeClr val="tx1"/>
                          </a:solidFill>
                          <a:latin typeface="Arial Black" panose="020B0A04020102020204" pitchFamily="34" charset="0"/>
                        </a:rPr>
                        <a:t>0</a:t>
                      </a:r>
                      <a:endParaRPr lang="zh-CN" altLang="en-US" dirty="0">
                        <a:solidFill>
                          <a:schemeClr val="tx1"/>
                        </a:solidFill>
                        <a:latin typeface="Arial Black" panose="020B0A04020102020204" pitchFamily="34" charset="0"/>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ctr"/>
                      <a:r>
                        <a:rPr lang="en-US" altLang="zh-CN" dirty="0">
                          <a:solidFill>
                            <a:schemeClr val="tx1"/>
                          </a:solidFill>
                          <a:latin typeface="Arial Black" panose="020B0A04020102020204" pitchFamily="34" charset="0"/>
                        </a:rPr>
                        <a:t>1</a:t>
                      </a:r>
                      <a:endParaRPr lang="zh-CN" altLang="en-US" dirty="0">
                        <a:solidFill>
                          <a:schemeClr val="tx1"/>
                        </a:solidFill>
                        <a:latin typeface="Arial Black" panose="020B0A04020102020204" pitchFamily="34" charset="0"/>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ctr"/>
                      <a:r>
                        <a:rPr lang="en-US" altLang="zh-CN" dirty="0">
                          <a:solidFill>
                            <a:schemeClr val="tx1"/>
                          </a:solidFill>
                          <a:latin typeface="Arial Black" panose="020B0A04020102020204" pitchFamily="34" charset="0"/>
                        </a:rPr>
                        <a:t>2</a:t>
                      </a:r>
                      <a:endParaRPr lang="zh-CN" altLang="en-US" dirty="0">
                        <a:solidFill>
                          <a:schemeClr val="tx1"/>
                        </a:solidFill>
                        <a:latin typeface="Arial Black" panose="020B0A04020102020204" pitchFamily="34" charset="0"/>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ctr"/>
                      <a:r>
                        <a:rPr lang="en-US" altLang="zh-CN" dirty="0">
                          <a:solidFill>
                            <a:schemeClr val="tx1"/>
                          </a:solidFill>
                          <a:latin typeface="Arial Black" panose="020B0A04020102020204" pitchFamily="34" charset="0"/>
                        </a:rPr>
                        <a:t>3</a:t>
                      </a:r>
                      <a:endParaRPr lang="zh-CN" altLang="en-US" dirty="0">
                        <a:solidFill>
                          <a:schemeClr val="tx1"/>
                        </a:solidFill>
                        <a:latin typeface="Arial Black" panose="020B0A04020102020204" pitchFamily="34" charset="0"/>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ctr"/>
                      <a:r>
                        <a:rPr lang="en-US" altLang="zh-CN" dirty="0">
                          <a:solidFill>
                            <a:schemeClr val="tx1"/>
                          </a:solidFill>
                          <a:latin typeface="Arial Black" panose="020B0A04020102020204" pitchFamily="34" charset="0"/>
                        </a:rPr>
                        <a:t>4</a:t>
                      </a:r>
                      <a:endParaRPr lang="zh-CN" altLang="en-US" dirty="0">
                        <a:solidFill>
                          <a:schemeClr val="tx1"/>
                        </a:solidFill>
                        <a:latin typeface="Arial Black" panose="020B0A04020102020204" pitchFamily="34" charset="0"/>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ctr"/>
                      <a:r>
                        <a:rPr lang="en-US" altLang="zh-CN" dirty="0">
                          <a:solidFill>
                            <a:schemeClr val="tx1"/>
                          </a:solidFill>
                          <a:latin typeface="Arial Black" panose="020B0A04020102020204" pitchFamily="34" charset="0"/>
                        </a:rPr>
                        <a:t>5</a:t>
                      </a:r>
                      <a:endParaRPr lang="zh-CN" altLang="en-US" dirty="0">
                        <a:solidFill>
                          <a:schemeClr val="tx1"/>
                        </a:solidFill>
                        <a:latin typeface="Arial Black" panose="020B0A04020102020204" pitchFamily="34" charset="0"/>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ctr"/>
                      <a:r>
                        <a:rPr lang="en-US" altLang="zh-CN" dirty="0">
                          <a:solidFill>
                            <a:schemeClr val="tx1"/>
                          </a:solidFill>
                          <a:latin typeface="Arial Black" panose="020B0A04020102020204" pitchFamily="34" charset="0"/>
                        </a:rPr>
                        <a:t>6</a:t>
                      </a:r>
                      <a:endParaRPr lang="zh-CN" altLang="en-US" dirty="0">
                        <a:solidFill>
                          <a:schemeClr val="tx1"/>
                        </a:solidFill>
                        <a:latin typeface="Arial Black" panose="020B0A04020102020204" pitchFamily="34" charset="0"/>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ctr"/>
                      <a:r>
                        <a:rPr lang="en-US" altLang="zh-CN" dirty="0">
                          <a:solidFill>
                            <a:schemeClr val="tx1"/>
                          </a:solidFill>
                          <a:latin typeface="Arial Black" panose="020B0A04020102020204" pitchFamily="34" charset="0"/>
                        </a:rPr>
                        <a:t>7</a:t>
                      </a:r>
                      <a:endParaRPr lang="zh-CN" altLang="en-US" dirty="0">
                        <a:solidFill>
                          <a:schemeClr val="tx1"/>
                        </a:solidFill>
                        <a:latin typeface="Arial Black" panose="020B0A04020102020204" pitchFamily="34" charset="0"/>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ctr"/>
                      <a:r>
                        <a:rPr lang="en-US" altLang="zh-CN" dirty="0">
                          <a:solidFill>
                            <a:schemeClr val="tx1"/>
                          </a:solidFill>
                          <a:latin typeface="Arial Black" panose="020B0A04020102020204" pitchFamily="34" charset="0"/>
                        </a:rPr>
                        <a:t>0</a:t>
                      </a:r>
                      <a:endParaRPr lang="zh-CN" altLang="en-US" dirty="0">
                        <a:solidFill>
                          <a:schemeClr val="tx1"/>
                        </a:solidFill>
                        <a:latin typeface="Arial Black" panose="020B0A04020102020204" pitchFamily="34" charset="0"/>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ctr"/>
                      <a:r>
                        <a:rPr lang="en-US" altLang="zh-CN" dirty="0">
                          <a:solidFill>
                            <a:schemeClr val="tx1"/>
                          </a:solidFill>
                          <a:latin typeface="Arial Black" panose="020B0A04020102020204" pitchFamily="34" charset="0"/>
                        </a:rPr>
                        <a:t>1</a:t>
                      </a:r>
                      <a:endParaRPr lang="zh-CN" altLang="en-US" dirty="0">
                        <a:solidFill>
                          <a:schemeClr val="tx1"/>
                        </a:solidFill>
                        <a:latin typeface="Arial Black" panose="020B0A04020102020204" pitchFamily="34" charset="0"/>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ctr"/>
                      <a:r>
                        <a:rPr lang="en-US" altLang="zh-CN" dirty="0">
                          <a:solidFill>
                            <a:schemeClr val="tx1"/>
                          </a:solidFill>
                          <a:latin typeface="Arial Black" panose="020B0A04020102020204" pitchFamily="34" charset="0"/>
                        </a:rPr>
                        <a:t>2</a:t>
                      </a:r>
                      <a:endParaRPr lang="zh-CN" altLang="en-US" dirty="0">
                        <a:solidFill>
                          <a:schemeClr val="tx1"/>
                        </a:solidFill>
                        <a:latin typeface="Arial Black" panose="020B0A04020102020204" pitchFamily="34" charset="0"/>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ctr"/>
                      <a:r>
                        <a:rPr lang="en-US" altLang="zh-CN" dirty="0">
                          <a:solidFill>
                            <a:schemeClr val="tx1"/>
                          </a:solidFill>
                          <a:latin typeface="Arial Black" panose="020B0A04020102020204" pitchFamily="34" charset="0"/>
                        </a:rPr>
                        <a:t>…</a:t>
                      </a:r>
                      <a:endParaRPr lang="zh-CN" altLang="en-US" dirty="0">
                        <a:solidFill>
                          <a:schemeClr val="tx1"/>
                        </a:solidFill>
                        <a:latin typeface="Arial Black" panose="020B0A04020102020204" pitchFamily="34" charset="0"/>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extLst>
                  <a:ext uri="{0D108BD9-81ED-4DB2-BD59-A6C34878D82A}">
                    <a16:rowId xmlns:a16="http://schemas.microsoft.com/office/drawing/2014/main" val="316235763"/>
                  </a:ext>
                </a:extLst>
              </a:tr>
            </a:tbl>
          </a:graphicData>
        </a:graphic>
      </p:graphicFrame>
      <p:graphicFrame>
        <p:nvGraphicFramePr>
          <p:cNvPr id="68" name="表格 21">
            <a:extLst>
              <a:ext uri="{FF2B5EF4-FFF2-40B4-BE49-F238E27FC236}">
                <a16:creationId xmlns:a16="http://schemas.microsoft.com/office/drawing/2014/main" id="{D9B4273D-C94E-42E6-A39B-908C6FA1D8AF}"/>
              </a:ext>
            </a:extLst>
          </p:cNvPr>
          <p:cNvGraphicFramePr>
            <a:graphicFrameLocks noGrp="1"/>
          </p:cNvGraphicFramePr>
          <p:nvPr/>
        </p:nvGraphicFramePr>
        <p:xfrm>
          <a:off x="2302929" y="1827576"/>
          <a:ext cx="9067800" cy="370840"/>
        </p:xfrm>
        <a:graphic>
          <a:graphicData uri="http://schemas.openxmlformats.org/drawingml/2006/table">
            <a:tbl>
              <a:tblPr firstRow="1" bandRow="1">
                <a:tableStyleId>{5C22544A-7EE6-4342-B048-85BDC9FD1C3A}</a:tableStyleId>
              </a:tblPr>
              <a:tblGrid>
                <a:gridCol w="755650">
                  <a:extLst>
                    <a:ext uri="{9D8B030D-6E8A-4147-A177-3AD203B41FA5}">
                      <a16:colId xmlns:a16="http://schemas.microsoft.com/office/drawing/2014/main" val="877486509"/>
                    </a:ext>
                  </a:extLst>
                </a:gridCol>
                <a:gridCol w="755650">
                  <a:extLst>
                    <a:ext uri="{9D8B030D-6E8A-4147-A177-3AD203B41FA5}">
                      <a16:colId xmlns:a16="http://schemas.microsoft.com/office/drawing/2014/main" val="3548605817"/>
                    </a:ext>
                  </a:extLst>
                </a:gridCol>
                <a:gridCol w="755650">
                  <a:extLst>
                    <a:ext uri="{9D8B030D-6E8A-4147-A177-3AD203B41FA5}">
                      <a16:colId xmlns:a16="http://schemas.microsoft.com/office/drawing/2014/main" val="2881812895"/>
                    </a:ext>
                  </a:extLst>
                </a:gridCol>
                <a:gridCol w="755650">
                  <a:extLst>
                    <a:ext uri="{9D8B030D-6E8A-4147-A177-3AD203B41FA5}">
                      <a16:colId xmlns:a16="http://schemas.microsoft.com/office/drawing/2014/main" val="3682284582"/>
                    </a:ext>
                  </a:extLst>
                </a:gridCol>
                <a:gridCol w="755650">
                  <a:extLst>
                    <a:ext uri="{9D8B030D-6E8A-4147-A177-3AD203B41FA5}">
                      <a16:colId xmlns:a16="http://schemas.microsoft.com/office/drawing/2014/main" val="500127722"/>
                    </a:ext>
                  </a:extLst>
                </a:gridCol>
                <a:gridCol w="755650">
                  <a:extLst>
                    <a:ext uri="{9D8B030D-6E8A-4147-A177-3AD203B41FA5}">
                      <a16:colId xmlns:a16="http://schemas.microsoft.com/office/drawing/2014/main" val="2946259618"/>
                    </a:ext>
                  </a:extLst>
                </a:gridCol>
                <a:gridCol w="755650">
                  <a:extLst>
                    <a:ext uri="{9D8B030D-6E8A-4147-A177-3AD203B41FA5}">
                      <a16:colId xmlns:a16="http://schemas.microsoft.com/office/drawing/2014/main" val="171501986"/>
                    </a:ext>
                  </a:extLst>
                </a:gridCol>
                <a:gridCol w="755650">
                  <a:extLst>
                    <a:ext uri="{9D8B030D-6E8A-4147-A177-3AD203B41FA5}">
                      <a16:colId xmlns:a16="http://schemas.microsoft.com/office/drawing/2014/main" val="1667185265"/>
                    </a:ext>
                  </a:extLst>
                </a:gridCol>
                <a:gridCol w="755650">
                  <a:extLst>
                    <a:ext uri="{9D8B030D-6E8A-4147-A177-3AD203B41FA5}">
                      <a16:colId xmlns:a16="http://schemas.microsoft.com/office/drawing/2014/main" val="4258211808"/>
                    </a:ext>
                  </a:extLst>
                </a:gridCol>
                <a:gridCol w="755650">
                  <a:extLst>
                    <a:ext uri="{9D8B030D-6E8A-4147-A177-3AD203B41FA5}">
                      <a16:colId xmlns:a16="http://schemas.microsoft.com/office/drawing/2014/main" val="1794200575"/>
                    </a:ext>
                  </a:extLst>
                </a:gridCol>
                <a:gridCol w="755650">
                  <a:extLst>
                    <a:ext uri="{9D8B030D-6E8A-4147-A177-3AD203B41FA5}">
                      <a16:colId xmlns:a16="http://schemas.microsoft.com/office/drawing/2014/main" val="4230716487"/>
                    </a:ext>
                  </a:extLst>
                </a:gridCol>
                <a:gridCol w="755650">
                  <a:extLst>
                    <a:ext uri="{9D8B030D-6E8A-4147-A177-3AD203B41FA5}">
                      <a16:colId xmlns:a16="http://schemas.microsoft.com/office/drawing/2014/main" val="56153739"/>
                    </a:ext>
                  </a:extLst>
                </a:gridCol>
              </a:tblGrid>
              <a:tr h="370840">
                <a:tc>
                  <a:txBody>
                    <a:bodyPr/>
                    <a:lstStyle/>
                    <a:p>
                      <a:pPr algn="ctr"/>
                      <a:r>
                        <a:rPr lang="en-US" altLang="zh-CN" dirty="0">
                          <a:solidFill>
                            <a:schemeClr val="tx1"/>
                          </a:solidFill>
                          <a:latin typeface="Arial Black" panose="020B0A04020102020204" pitchFamily="34" charset="0"/>
                        </a:rPr>
                        <a:t>0</a:t>
                      </a:r>
                      <a:endParaRPr lang="zh-CN" altLang="en-US" dirty="0">
                        <a:solidFill>
                          <a:schemeClr val="tx1"/>
                        </a:solidFill>
                        <a:latin typeface="Arial Black" panose="020B0A04020102020204" pitchFamily="34" charset="0"/>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ctr"/>
                      <a:r>
                        <a:rPr lang="en-US" altLang="zh-CN" dirty="0">
                          <a:solidFill>
                            <a:schemeClr val="tx1"/>
                          </a:solidFill>
                          <a:latin typeface="Arial Black" panose="020B0A04020102020204" pitchFamily="34" charset="0"/>
                        </a:rPr>
                        <a:t>1</a:t>
                      </a:r>
                      <a:endParaRPr lang="zh-CN" altLang="en-US" dirty="0">
                        <a:solidFill>
                          <a:schemeClr val="tx1"/>
                        </a:solidFill>
                        <a:latin typeface="Arial Black" panose="020B0A04020102020204" pitchFamily="34" charset="0"/>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ctr"/>
                      <a:r>
                        <a:rPr lang="en-US" altLang="zh-CN" dirty="0">
                          <a:solidFill>
                            <a:schemeClr val="tx1"/>
                          </a:solidFill>
                          <a:latin typeface="Arial Black" panose="020B0A04020102020204" pitchFamily="34" charset="0"/>
                        </a:rPr>
                        <a:t>2</a:t>
                      </a:r>
                      <a:endParaRPr lang="zh-CN" altLang="en-US" dirty="0">
                        <a:solidFill>
                          <a:schemeClr val="tx1"/>
                        </a:solidFill>
                        <a:latin typeface="Arial Black" panose="020B0A04020102020204" pitchFamily="34" charset="0"/>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ctr"/>
                      <a:r>
                        <a:rPr lang="en-US" altLang="zh-CN" dirty="0">
                          <a:solidFill>
                            <a:schemeClr val="tx1"/>
                          </a:solidFill>
                          <a:latin typeface="Arial Black" panose="020B0A04020102020204" pitchFamily="34" charset="0"/>
                        </a:rPr>
                        <a:t>3</a:t>
                      </a:r>
                      <a:endParaRPr lang="zh-CN" altLang="en-US" dirty="0">
                        <a:solidFill>
                          <a:schemeClr val="tx1"/>
                        </a:solidFill>
                        <a:latin typeface="Arial Black" panose="020B0A04020102020204" pitchFamily="34" charset="0"/>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ctr"/>
                      <a:r>
                        <a:rPr lang="en-US" altLang="zh-CN" dirty="0">
                          <a:solidFill>
                            <a:schemeClr val="tx1"/>
                          </a:solidFill>
                          <a:latin typeface="Arial Black" panose="020B0A04020102020204" pitchFamily="34" charset="0"/>
                        </a:rPr>
                        <a:t>4</a:t>
                      </a:r>
                      <a:endParaRPr lang="zh-CN" altLang="en-US" dirty="0">
                        <a:solidFill>
                          <a:schemeClr val="tx1"/>
                        </a:solidFill>
                        <a:latin typeface="Arial Black" panose="020B0A04020102020204" pitchFamily="34" charset="0"/>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ctr"/>
                      <a:r>
                        <a:rPr lang="en-US" altLang="zh-CN" dirty="0">
                          <a:solidFill>
                            <a:schemeClr val="tx1"/>
                          </a:solidFill>
                          <a:latin typeface="Arial Black" panose="020B0A04020102020204" pitchFamily="34" charset="0"/>
                        </a:rPr>
                        <a:t>5</a:t>
                      </a:r>
                      <a:endParaRPr lang="zh-CN" altLang="en-US" dirty="0">
                        <a:solidFill>
                          <a:schemeClr val="tx1"/>
                        </a:solidFill>
                        <a:latin typeface="Arial Black" panose="020B0A04020102020204" pitchFamily="34" charset="0"/>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ctr"/>
                      <a:r>
                        <a:rPr lang="en-US" altLang="zh-CN" dirty="0">
                          <a:solidFill>
                            <a:schemeClr val="tx1"/>
                          </a:solidFill>
                          <a:latin typeface="Arial Black" panose="020B0A04020102020204" pitchFamily="34" charset="0"/>
                        </a:rPr>
                        <a:t>6</a:t>
                      </a:r>
                      <a:endParaRPr lang="zh-CN" altLang="en-US" dirty="0">
                        <a:solidFill>
                          <a:schemeClr val="tx1"/>
                        </a:solidFill>
                        <a:latin typeface="Arial Black" panose="020B0A04020102020204" pitchFamily="34" charset="0"/>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ctr"/>
                      <a:r>
                        <a:rPr lang="en-US" altLang="zh-CN" dirty="0">
                          <a:solidFill>
                            <a:schemeClr val="tx1"/>
                          </a:solidFill>
                          <a:latin typeface="Arial Black" panose="020B0A04020102020204" pitchFamily="34" charset="0"/>
                        </a:rPr>
                        <a:t>7</a:t>
                      </a:r>
                      <a:endParaRPr lang="zh-CN" altLang="en-US" dirty="0">
                        <a:solidFill>
                          <a:schemeClr val="tx1"/>
                        </a:solidFill>
                        <a:latin typeface="Arial Black" panose="020B0A04020102020204" pitchFamily="34" charset="0"/>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ctr"/>
                      <a:r>
                        <a:rPr lang="en-US" altLang="zh-CN" dirty="0">
                          <a:solidFill>
                            <a:schemeClr val="tx1"/>
                          </a:solidFill>
                          <a:latin typeface="Arial Black" panose="020B0A04020102020204" pitchFamily="34" charset="0"/>
                        </a:rPr>
                        <a:t>0</a:t>
                      </a:r>
                      <a:endParaRPr lang="zh-CN" altLang="en-US" dirty="0">
                        <a:solidFill>
                          <a:schemeClr val="tx1"/>
                        </a:solidFill>
                        <a:latin typeface="Arial Black" panose="020B0A04020102020204" pitchFamily="34" charset="0"/>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ctr"/>
                      <a:r>
                        <a:rPr lang="en-US" altLang="zh-CN" dirty="0">
                          <a:solidFill>
                            <a:schemeClr val="tx1"/>
                          </a:solidFill>
                          <a:latin typeface="Arial Black" panose="020B0A04020102020204" pitchFamily="34" charset="0"/>
                        </a:rPr>
                        <a:t>1</a:t>
                      </a:r>
                      <a:endParaRPr lang="zh-CN" altLang="en-US" dirty="0">
                        <a:solidFill>
                          <a:schemeClr val="tx1"/>
                        </a:solidFill>
                        <a:latin typeface="Arial Black" panose="020B0A04020102020204" pitchFamily="34" charset="0"/>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ctr"/>
                      <a:r>
                        <a:rPr lang="en-US" altLang="zh-CN" dirty="0">
                          <a:solidFill>
                            <a:schemeClr val="tx1"/>
                          </a:solidFill>
                          <a:latin typeface="Arial Black" panose="020B0A04020102020204" pitchFamily="34" charset="0"/>
                        </a:rPr>
                        <a:t>2</a:t>
                      </a:r>
                      <a:endParaRPr lang="zh-CN" altLang="en-US" dirty="0">
                        <a:solidFill>
                          <a:schemeClr val="tx1"/>
                        </a:solidFill>
                        <a:latin typeface="Arial Black" panose="020B0A04020102020204" pitchFamily="34" charset="0"/>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ctr"/>
                      <a:r>
                        <a:rPr lang="en-US" altLang="zh-CN" dirty="0">
                          <a:solidFill>
                            <a:schemeClr val="tx1"/>
                          </a:solidFill>
                          <a:latin typeface="Arial Black" panose="020B0A04020102020204" pitchFamily="34" charset="0"/>
                        </a:rPr>
                        <a:t>…</a:t>
                      </a:r>
                      <a:endParaRPr lang="zh-CN" altLang="en-US" dirty="0">
                        <a:solidFill>
                          <a:schemeClr val="tx1"/>
                        </a:solidFill>
                        <a:latin typeface="Arial Black" panose="020B0A04020102020204" pitchFamily="34" charset="0"/>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extLst>
                  <a:ext uri="{0D108BD9-81ED-4DB2-BD59-A6C34878D82A}">
                    <a16:rowId xmlns:a16="http://schemas.microsoft.com/office/drawing/2014/main" val="316235763"/>
                  </a:ext>
                </a:extLst>
              </a:tr>
            </a:tbl>
          </a:graphicData>
        </a:graphic>
      </p:graphicFrame>
      <p:sp>
        <p:nvSpPr>
          <p:cNvPr id="30" name="矩形 29">
            <a:extLst>
              <a:ext uri="{FF2B5EF4-FFF2-40B4-BE49-F238E27FC236}">
                <a16:creationId xmlns:a16="http://schemas.microsoft.com/office/drawing/2014/main" id="{D1F1FAB1-144B-409B-87EA-0CC44441BA84}"/>
              </a:ext>
            </a:extLst>
          </p:cNvPr>
          <p:cNvSpPr/>
          <p:nvPr/>
        </p:nvSpPr>
        <p:spPr>
          <a:xfrm>
            <a:off x="3024307" y="2892707"/>
            <a:ext cx="256976" cy="256976"/>
          </a:xfrm>
          <a:prstGeom prst="rect">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31" name="íşlïḍè">
            <a:extLst>
              <a:ext uri="{FF2B5EF4-FFF2-40B4-BE49-F238E27FC236}">
                <a16:creationId xmlns:a16="http://schemas.microsoft.com/office/drawing/2014/main" id="{58CDDEB0-455B-47EC-82A0-3ACACCFDFF9B}"/>
              </a:ext>
            </a:extLst>
          </p:cNvPr>
          <p:cNvSpPr txBox="1"/>
          <p:nvPr/>
        </p:nvSpPr>
        <p:spPr>
          <a:xfrm>
            <a:off x="3341535" y="2838386"/>
            <a:ext cx="8545666" cy="369332"/>
          </a:xfrm>
          <a:prstGeom prst="rect">
            <a:avLst/>
          </a:prstGeom>
          <a:noFill/>
        </p:spPr>
        <p:txBody>
          <a:bodyPr wrap="square" lIns="91440" tIns="45720" rIns="91440" bIns="45720" anchor="ctr">
            <a:noAutofit/>
          </a:bodyPr>
          <a:lstStyle/>
          <a:p>
            <a:r>
              <a:rPr lang="zh-CN" altLang="en-US" b="1" dirty="0"/>
              <a:t>回退</a:t>
            </a:r>
            <a:r>
              <a:rPr lang="en-US" altLang="zh-CN" b="1" dirty="0"/>
              <a:t>N</a:t>
            </a:r>
            <a:r>
              <a:rPr lang="zh-CN" altLang="en-US" b="1" dirty="0"/>
              <a:t>帧协议的接收方采用</a:t>
            </a:r>
            <a:r>
              <a:rPr lang="zh-CN" altLang="en-US" b="1" dirty="0">
                <a:solidFill>
                  <a:schemeClr val="accent1">
                    <a:lumMod val="75000"/>
                  </a:schemeClr>
                </a:solidFill>
              </a:rPr>
              <a:t>累积确认</a:t>
            </a:r>
            <a:r>
              <a:rPr lang="zh-CN" altLang="en-US" b="1" dirty="0"/>
              <a:t>方式。</a:t>
            </a:r>
            <a:endParaRPr lang="en-US" altLang="zh-CN" b="1" dirty="0"/>
          </a:p>
        </p:txBody>
      </p:sp>
      <p:sp>
        <p:nvSpPr>
          <p:cNvPr id="32" name="矩形 31">
            <a:extLst>
              <a:ext uri="{FF2B5EF4-FFF2-40B4-BE49-F238E27FC236}">
                <a16:creationId xmlns:a16="http://schemas.microsoft.com/office/drawing/2014/main" id="{D1A5EA08-8784-4242-9B27-8CC5F92011FD}"/>
              </a:ext>
            </a:extLst>
          </p:cNvPr>
          <p:cNvSpPr/>
          <p:nvPr/>
        </p:nvSpPr>
        <p:spPr>
          <a:xfrm>
            <a:off x="3439844" y="3330150"/>
            <a:ext cx="256976" cy="256976"/>
          </a:xfrm>
          <a:prstGeom prst="rect">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33" name="íşlïḍè">
            <a:extLst>
              <a:ext uri="{FF2B5EF4-FFF2-40B4-BE49-F238E27FC236}">
                <a16:creationId xmlns:a16="http://schemas.microsoft.com/office/drawing/2014/main" id="{736EA9E8-176B-4D3C-A0EA-B2DD80DB2FFD}"/>
              </a:ext>
            </a:extLst>
          </p:cNvPr>
          <p:cNvSpPr txBox="1"/>
          <p:nvPr/>
        </p:nvSpPr>
        <p:spPr>
          <a:xfrm>
            <a:off x="3757072" y="3275829"/>
            <a:ext cx="8130125" cy="618594"/>
          </a:xfrm>
          <a:prstGeom prst="rect">
            <a:avLst/>
          </a:prstGeom>
          <a:noFill/>
        </p:spPr>
        <p:txBody>
          <a:bodyPr wrap="square" lIns="91440" tIns="45720" rIns="91440" bIns="45720" anchor="ctr">
            <a:noAutofit/>
          </a:bodyPr>
          <a:lstStyle/>
          <a:p>
            <a:r>
              <a:rPr lang="zh-CN" altLang="en-US" b="1" dirty="0"/>
              <a:t>接收方不必对收到的每一个数据分组都发送一个确认分组，而是可以在收到几个序号连续的数据分组后，对按序到达的最后一个数据分组发送确认分组。</a:t>
            </a:r>
            <a:endParaRPr lang="en-US" altLang="zh-CN" b="1" dirty="0"/>
          </a:p>
        </p:txBody>
      </p:sp>
      <p:sp>
        <p:nvSpPr>
          <p:cNvPr id="36" name="矩形 35">
            <a:extLst>
              <a:ext uri="{FF2B5EF4-FFF2-40B4-BE49-F238E27FC236}">
                <a16:creationId xmlns:a16="http://schemas.microsoft.com/office/drawing/2014/main" id="{F8B281F5-0039-43CF-9A08-A2EBCF543D23}"/>
              </a:ext>
            </a:extLst>
          </p:cNvPr>
          <p:cNvSpPr/>
          <p:nvPr/>
        </p:nvSpPr>
        <p:spPr>
          <a:xfrm>
            <a:off x="3439844" y="4018994"/>
            <a:ext cx="256976" cy="256976"/>
          </a:xfrm>
          <a:prstGeom prst="rect">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37" name="íşlïḍè">
            <a:extLst>
              <a:ext uri="{FF2B5EF4-FFF2-40B4-BE49-F238E27FC236}">
                <a16:creationId xmlns:a16="http://schemas.microsoft.com/office/drawing/2014/main" id="{EBF75F0A-1FDB-4C82-9F30-DFD856322651}"/>
              </a:ext>
            </a:extLst>
          </p:cNvPr>
          <p:cNvSpPr txBox="1"/>
          <p:nvPr/>
        </p:nvSpPr>
        <p:spPr>
          <a:xfrm>
            <a:off x="3757072" y="3964673"/>
            <a:ext cx="8130125" cy="355672"/>
          </a:xfrm>
          <a:prstGeom prst="rect">
            <a:avLst/>
          </a:prstGeom>
          <a:noFill/>
        </p:spPr>
        <p:txBody>
          <a:bodyPr wrap="square" lIns="91440" tIns="45720" rIns="91440" bIns="45720" anchor="ctr">
            <a:noAutofit/>
          </a:bodyPr>
          <a:lstStyle/>
          <a:p>
            <a:r>
              <a:rPr lang="zh-CN" altLang="en-US" b="1" dirty="0"/>
              <a:t>接收方何时发送累积确认分组，由具体实现决定。</a:t>
            </a:r>
            <a:endParaRPr lang="en-US" altLang="zh-CN" b="1" dirty="0"/>
          </a:p>
        </p:txBody>
      </p:sp>
      <p:sp>
        <p:nvSpPr>
          <p:cNvPr id="38" name="矩形 37">
            <a:extLst>
              <a:ext uri="{FF2B5EF4-FFF2-40B4-BE49-F238E27FC236}">
                <a16:creationId xmlns:a16="http://schemas.microsoft.com/office/drawing/2014/main" id="{D11758A3-4537-4CEE-947A-F043B50370E6}"/>
              </a:ext>
            </a:extLst>
          </p:cNvPr>
          <p:cNvSpPr/>
          <p:nvPr/>
        </p:nvSpPr>
        <p:spPr>
          <a:xfrm>
            <a:off x="3439847" y="4512637"/>
            <a:ext cx="256976" cy="256976"/>
          </a:xfrm>
          <a:prstGeom prst="rect">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39" name="íşlïḍè">
            <a:extLst>
              <a:ext uri="{FF2B5EF4-FFF2-40B4-BE49-F238E27FC236}">
                <a16:creationId xmlns:a16="http://schemas.microsoft.com/office/drawing/2014/main" id="{4B7D780F-B7FF-4B99-8C26-92E57CC239FF}"/>
              </a:ext>
            </a:extLst>
          </p:cNvPr>
          <p:cNvSpPr txBox="1"/>
          <p:nvPr/>
        </p:nvSpPr>
        <p:spPr>
          <a:xfrm>
            <a:off x="3757075" y="4458316"/>
            <a:ext cx="8130125" cy="355672"/>
          </a:xfrm>
          <a:prstGeom prst="rect">
            <a:avLst/>
          </a:prstGeom>
          <a:noFill/>
        </p:spPr>
        <p:txBody>
          <a:bodyPr wrap="square" lIns="91440" tIns="45720" rIns="91440" bIns="45720" anchor="ctr">
            <a:noAutofit/>
          </a:bodyPr>
          <a:lstStyle/>
          <a:p>
            <a:r>
              <a:rPr lang="zh-CN" altLang="en-US" b="1" dirty="0"/>
              <a:t>确认分组</a:t>
            </a:r>
            <a:r>
              <a:rPr lang="en-US" altLang="zh-CN" b="1" dirty="0" err="1"/>
              <a:t>ACKn</a:t>
            </a:r>
            <a:r>
              <a:rPr lang="zh-CN" altLang="en-US" b="1" dirty="0"/>
              <a:t>表明序号为</a:t>
            </a:r>
            <a:r>
              <a:rPr lang="en-US" altLang="zh-CN" b="1" dirty="0"/>
              <a:t>n</a:t>
            </a:r>
            <a:r>
              <a:rPr lang="zh-CN" altLang="en-US" b="1" dirty="0"/>
              <a:t>及之前的所有数据分组都已正确接收。</a:t>
            </a:r>
            <a:endParaRPr lang="en-US" altLang="zh-CN" b="1" dirty="0"/>
          </a:p>
        </p:txBody>
      </p:sp>
      <p:sp>
        <p:nvSpPr>
          <p:cNvPr id="40" name="平行四边形 39">
            <a:extLst>
              <a:ext uri="{FF2B5EF4-FFF2-40B4-BE49-F238E27FC236}">
                <a16:creationId xmlns:a16="http://schemas.microsoft.com/office/drawing/2014/main" id="{5884C4A7-BC8A-8B7E-9DE0-534ABF0329FF}"/>
              </a:ext>
            </a:extLst>
          </p:cNvPr>
          <p:cNvSpPr/>
          <p:nvPr/>
        </p:nvSpPr>
        <p:spPr>
          <a:xfrm>
            <a:off x="304799" y="749300"/>
            <a:ext cx="695119" cy="387090"/>
          </a:xfrm>
          <a:prstGeom prst="parallelogram">
            <a:avLst/>
          </a:prstGeom>
          <a:solidFill>
            <a:schemeClr val="accent3">
              <a:lumMod val="75000"/>
            </a:schemeClr>
          </a:solidFill>
          <a:ln>
            <a:solidFill>
              <a:schemeClr val="accent3">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CN" sz="2200" dirty="0">
                <a:latin typeface="Impact" panose="020B0806030902050204" pitchFamily="34" charset="0"/>
              </a:rPr>
              <a:t>04</a:t>
            </a:r>
            <a:endParaRPr lang="zh-CN" altLang="en-US" sz="2200" dirty="0">
              <a:latin typeface="Impact" panose="020B0806030902050204" pitchFamily="34" charset="0"/>
            </a:endParaRPr>
          </a:p>
        </p:txBody>
      </p:sp>
    </p:spTree>
    <p:custDataLst>
      <p:tags r:id="rId1"/>
    </p:custDataLst>
    <p:extLst>
      <p:ext uri="{BB962C8B-B14F-4D97-AF65-F5344CB8AC3E}">
        <p14:creationId xmlns:p14="http://schemas.microsoft.com/office/powerpoint/2010/main" val="25257121"/>
      </p:ext>
    </p:extLst>
  </p:cSld>
  <p:clrMapOvr>
    <a:masterClrMapping/>
  </p:clrMapOvr>
  <mc:AlternateContent xmlns:mc="http://schemas.openxmlformats.org/markup-compatibility/2006" xmlns:p14="http://schemas.microsoft.com/office/powerpoint/2010/main">
    <mc:Choice Requires="p14">
      <p:transition p14:dur="10"/>
    </mc:Choice>
    <mc:Fallback xmlns="">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49" presetClass="entr" presetSubtype="0" decel="100000" fill="hold" grpId="0" nodeType="withEffect">
                                  <p:stCondLst>
                                    <p:cond delay="0"/>
                                  </p:stCondLst>
                                  <p:childTnLst>
                                    <p:set>
                                      <p:cBhvr>
                                        <p:cTn id="6" dur="1" fill="hold">
                                          <p:stCondLst>
                                            <p:cond delay="0"/>
                                          </p:stCondLst>
                                        </p:cTn>
                                        <p:tgtEl>
                                          <p:spTgt spid="30"/>
                                        </p:tgtEl>
                                        <p:attrNameLst>
                                          <p:attrName>style.visibility</p:attrName>
                                        </p:attrNameLst>
                                      </p:cBhvr>
                                      <p:to>
                                        <p:strVal val="visible"/>
                                      </p:to>
                                    </p:set>
                                    <p:anim calcmode="lin" valueType="num">
                                      <p:cBhvr>
                                        <p:cTn id="7" dur="500" fill="hold"/>
                                        <p:tgtEl>
                                          <p:spTgt spid="30"/>
                                        </p:tgtEl>
                                        <p:attrNameLst>
                                          <p:attrName>ppt_w</p:attrName>
                                        </p:attrNameLst>
                                      </p:cBhvr>
                                      <p:tavLst>
                                        <p:tav tm="0">
                                          <p:val>
                                            <p:fltVal val="0"/>
                                          </p:val>
                                        </p:tav>
                                        <p:tav tm="100000">
                                          <p:val>
                                            <p:strVal val="#ppt_w"/>
                                          </p:val>
                                        </p:tav>
                                      </p:tavLst>
                                    </p:anim>
                                    <p:anim calcmode="lin" valueType="num">
                                      <p:cBhvr>
                                        <p:cTn id="8" dur="500" fill="hold"/>
                                        <p:tgtEl>
                                          <p:spTgt spid="30"/>
                                        </p:tgtEl>
                                        <p:attrNameLst>
                                          <p:attrName>ppt_h</p:attrName>
                                        </p:attrNameLst>
                                      </p:cBhvr>
                                      <p:tavLst>
                                        <p:tav tm="0">
                                          <p:val>
                                            <p:fltVal val="0"/>
                                          </p:val>
                                        </p:tav>
                                        <p:tav tm="100000">
                                          <p:val>
                                            <p:strVal val="#ppt_h"/>
                                          </p:val>
                                        </p:tav>
                                      </p:tavLst>
                                    </p:anim>
                                    <p:anim calcmode="lin" valueType="num">
                                      <p:cBhvr>
                                        <p:cTn id="9" dur="500" fill="hold"/>
                                        <p:tgtEl>
                                          <p:spTgt spid="30"/>
                                        </p:tgtEl>
                                        <p:attrNameLst>
                                          <p:attrName>style.rotation</p:attrName>
                                        </p:attrNameLst>
                                      </p:cBhvr>
                                      <p:tavLst>
                                        <p:tav tm="0">
                                          <p:val>
                                            <p:fltVal val="360"/>
                                          </p:val>
                                        </p:tav>
                                        <p:tav tm="100000">
                                          <p:val>
                                            <p:fltVal val="0"/>
                                          </p:val>
                                        </p:tav>
                                      </p:tavLst>
                                    </p:anim>
                                    <p:animEffect transition="in" filter="fade">
                                      <p:cBhvr>
                                        <p:cTn id="10" dur="500"/>
                                        <p:tgtEl>
                                          <p:spTgt spid="30"/>
                                        </p:tgtEl>
                                      </p:cBhvr>
                                    </p:animEffect>
                                  </p:childTnLst>
                                </p:cTn>
                              </p:par>
                            </p:childTnLst>
                          </p:cTn>
                        </p:par>
                        <p:par>
                          <p:cTn id="11" fill="hold">
                            <p:stCondLst>
                              <p:cond delay="500"/>
                            </p:stCondLst>
                            <p:childTnLst>
                              <p:par>
                                <p:cTn id="12" presetID="1" presetClass="entr" presetSubtype="0" fill="hold" grpId="0" nodeType="afterEffect">
                                  <p:stCondLst>
                                    <p:cond delay="0"/>
                                  </p:stCondLst>
                                  <p:iterate type="lt">
                                    <p:tmAbs val="100"/>
                                  </p:iterate>
                                  <p:childTnLst>
                                    <p:set>
                                      <p:cBhvr>
                                        <p:cTn id="13" dur="1" fill="hold">
                                          <p:stCondLst>
                                            <p:cond delay="0"/>
                                          </p:stCondLst>
                                        </p:cTn>
                                        <p:tgtEl>
                                          <p:spTgt spid="31"/>
                                        </p:tgtEl>
                                        <p:attrNameLst>
                                          <p:attrName>style.visibility</p:attrName>
                                        </p:attrNameLst>
                                      </p:cBhvr>
                                      <p:to>
                                        <p:strVal val="visible"/>
                                      </p:to>
                                    </p:set>
                                  </p:childTnLst>
                                </p:cTn>
                              </p:par>
                            </p:childTnLst>
                          </p:cTn>
                        </p:par>
                      </p:childTnLst>
                    </p:cTn>
                  </p:par>
                  <p:par>
                    <p:cTn id="14" fill="hold">
                      <p:stCondLst>
                        <p:cond delay="indefinite"/>
                      </p:stCondLst>
                      <p:childTnLst>
                        <p:par>
                          <p:cTn id="15" fill="hold">
                            <p:stCondLst>
                              <p:cond delay="0"/>
                            </p:stCondLst>
                            <p:childTnLst>
                              <p:par>
                                <p:cTn id="16" presetID="49" presetClass="entr" presetSubtype="0" decel="100000" fill="hold" grpId="0" nodeType="clickEffect">
                                  <p:stCondLst>
                                    <p:cond delay="0"/>
                                  </p:stCondLst>
                                  <p:childTnLst>
                                    <p:set>
                                      <p:cBhvr>
                                        <p:cTn id="17" dur="1" fill="hold">
                                          <p:stCondLst>
                                            <p:cond delay="0"/>
                                          </p:stCondLst>
                                        </p:cTn>
                                        <p:tgtEl>
                                          <p:spTgt spid="32"/>
                                        </p:tgtEl>
                                        <p:attrNameLst>
                                          <p:attrName>style.visibility</p:attrName>
                                        </p:attrNameLst>
                                      </p:cBhvr>
                                      <p:to>
                                        <p:strVal val="visible"/>
                                      </p:to>
                                    </p:set>
                                    <p:anim calcmode="lin" valueType="num">
                                      <p:cBhvr>
                                        <p:cTn id="18" dur="500" fill="hold"/>
                                        <p:tgtEl>
                                          <p:spTgt spid="32"/>
                                        </p:tgtEl>
                                        <p:attrNameLst>
                                          <p:attrName>ppt_w</p:attrName>
                                        </p:attrNameLst>
                                      </p:cBhvr>
                                      <p:tavLst>
                                        <p:tav tm="0">
                                          <p:val>
                                            <p:fltVal val="0"/>
                                          </p:val>
                                        </p:tav>
                                        <p:tav tm="100000">
                                          <p:val>
                                            <p:strVal val="#ppt_w"/>
                                          </p:val>
                                        </p:tav>
                                      </p:tavLst>
                                    </p:anim>
                                    <p:anim calcmode="lin" valueType="num">
                                      <p:cBhvr>
                                        <p:cTn id="19" dur="500" fill="hold"/>
                                        <p:tgtEl>
                                          <p:spTgt spid="32"/>
                                        </p:tgtEl>
                                        <p:attrNameLst>
                                          <p:attrName>ppt_h</p:attrName>
                                        </p:attrNameLst>
                                      </p:cBhvr>
                                      <p:tavLst>
                                        <p:tav tm="0">
                                          <p:val>
                                            <p:fltVal val="0"/>
                                          </p:val>
                                        </p:tav>
                                        <p:tav tm="100000">
                                          <p:val>
                                            <p:strVal val="#ppt_h"/>
                                          </p:val>
                                        </p:tav>
                                      </p:tavLst>
                                    </p:anim>
                                    <p:anim calcmode="lin" valueType="num">
                                      <p:cBhvr>
                                        <p:cTn id="20" dur="500" fill="hold"/>
                                        <p:tgtEl>
                                          <p:spTgt spid="32"/>
                                        </p:tgtEl>
                                        <p:attrNameLst>
                                          <p:attrName>style.rotation</p:attrName>
                                        </p:attrNameLst>
                                      </p:cBhvr>
                                      <p:tavLst>
                                        <p:tav tm="0">
                                          <p:val>
                                            <p:fltVal val="360"/>
                                          </p:val>
                                        </p:tav>
                                        <p:tav tm="100000">
                                          <p:val>
                                            <p:fltVal val="0"/>
                                          </p:val>
                                        </p:tav>
                                      </p:tavLst>
                                    </p:anim>
                                    <p:animEffect transition="in" filter="fade">
                                      <p:cBhvr>
                                        <p:cTn id="21" dur="500"/>
                                        <p:tgtEl>
                                          <p:spTgt spid="32"/>
                                        </p:tgtEl>
                                      </p:cBhvr>
                                    </p:animEffect>
                                  </p:childTnLst>
                                </p:cTn>
                              </p:par>
                            </p:childTnLst>
                          </p:cTn>
                        </p:par>
                        <p:par>
                          <p:cTn id="22" fill="hold">
                            <p:stCondLst>
                              <p:cond delay="500"/>
                            </p:stCondLst>
                            <p:childTnLst>
                              <p:par>
                                <p:cTn id="23" presetID="1" presetClass="entr" presetSubtype="0" fill="hold" grpId="0" nodeType="afterEffect">
                                  <p:stCondLst>
                                    <p:cond delay="0"/>
                                  </p:stCondLst>
                                  <p:iterate type="lt">
                                    <p:tmAbs val="100"/>
                                  </p:iterate>
                                  <p:childTnLst>
                                    <p:set>
                                      <p:cBhvr>
                                        <p:cTn id="24" dur="1" fill="hold">
                                          <p:stCondLst>
                                            <p:cond delay="0"/>
                                          </p:stCondLst>
                                        </p:cTn>
                                        <p:tgtEl>
                                          <p:spTgt spid="33"/>
                                        </p:tgtEl>
                                        <p:attrNameLst>
                                          <p:attrName>style.visibility</p:attrName>
                                        </p:attrNameLst>
                                      </p:cBhvr>
                                      <p:to>
                                        <p:strVal val="visible"/>
                                      </p:to>
                                    </p:set>
                                  </p:childTnLst>
                                </p:cTn>
                              </p:par>
                            </p:childTnLst>
                          </p:cTn>
                        </p:par>
                      </p:childTnLst>
                    </p:cTn>
                  </p:par>
                  <p:par>
                    <p:cTn id="25" fill="hold">
                      <p:stCondLst>
                        <p:cond delay="indefinite"/>
                      </p:stCondLst>
                      <p:childTnLst>
                        <p:par>
                          <p:cTn id="26" fill="hold">
                            <p:stCondLst>
                              <p:cond delay="0"/>
                            </p:stCondLst>
                            <p:childTnLst>
                              <p:par>
                                <p:cTn id="27" presetID="49" presetClass="entr" presetSubtype="0" decel="100000" fill="hold" grpId="0" nodeType="clickEffect">
                                  <p:stCondLst>
                                    <p:cond delay="0"/>
                                  </p:stCondLst>
                                  <p:childTnLst>
                                    <p:set>
                                      <p:cBhvr>
                                        <p:cTn id="28" dur="1" fill="hold">
                                          <p:stCondLst>
                                            <p:cond delay="0"/>
                                          </p:stCondLst>
                                        </p:cTn>
                                        <p:tgtEl>
                                          <p:spTgt spid="36"/>
                                        </p:tgtEl>
                                        <p:attrNameLst>
                                          <p:attrName>style.visibility</p:attrName>
                                        </p:attrNameLst>
                                      </p:cBhvr>
                                      <p:to>
                                        <p:strVal val="visible"/>
                                      </p:to>
                                    </p:set>
                                    <p:anim calcmode="lin" valueType="num">
                                      <p:cBhvr>
                                        <p:cTn id="29" dur="500" fill="hold"/>
                                        <p:tgtEl>
                                          <p:spTgt spid="36"/>
                                        </p:tgtEl>
                                        <p:attrNameLst>
                                          <p:attrName>ppt_w</p:attrName>
                                        </p:attrNameLst>
                                      </p:cBhvr>
                                      <p:tavLst>
                                        <p:tav tm="0">
                                          <p:val>
                                            <p:fltVal val="0"/>
                                          </p:val>
                                        </p:tav>
                                        <p:tav tm="100000">
                                          <p:val>
                                            <p:strVal val="#ppt_w"/>
                                          </p:val>
                                        </p:tav>
                                      </p:tavLst>
                                    </p:anim>
                                    <p:anim calcmode="lin" valueType="num">
                                      <p:cBhvr>
                                        <p:cTn id="30" dur="500" fill="hold"/>
                                        <p:tgtEl>
                                          <p:spTgt spid="36"/>
                                        </p:tgtEl>
                                        <p:attrNameLst>
                                          <p:attrName>ppt_h</p:attrName>
                                        </p:attrNameLst>
                                      </p:cBhvr>
                                      <p:tavLst>
                                        <p:tav tm="0">
                                          <p:val>
                                            <p:fltVal val="0"/>
                                          </p:val>
                                        </p:tav>
                                        <p:tav tm="100000">
                                          <p:val>
                                            <p:strVal val="#ppt_h"/>
                                          </p:val>
                                        </p:tav>
                                      </p:tavLst>
                                    </p:anim>
                                    <p:anim calcmode="lin" valueType="num">
                                      <p:cBhvr>
                                        <p:cTn id="31" dur="500" fill="hold"/>
                                        <p:tgtEl>
                                          <p:spTgt spid="36"/>
                                        </p:tgtEl>
                                        <p:attrNameLst>
                                          <p:attrName>style.rotation</p:attrName>
                                        </p:attrNameLst>
                                      </p:cBhvr>
                                      <p:tavLst>
                                        <p:tav tm="0">
                                          <p:val>
                                            <p:fltVal val="360"/>
                                          </p:val>
                                        </p:tav>
                                        <p:tav tm="100000">
                                          <p:val>
                                            <p:fltVal val="0"/>
                                          </p:val>
                                        </p:tav>
                                      </p:tavLst>
                                    </p:anim>
                                    <p:animEffect transition="in" filter="fade">
                                      <p:cBhvr>
                                        <p:cTn id="32" dur="500"/>
                                        <p:tgtEl>
                                          <p:spTgt spid="36"/>
                                        </p:tgtEl>
                                      </p:cBhvr>
                                    </p:animEffect>
                                  </p:childTnLst>
                                </p:cTn>
                              </p:par>
                            </p:childTnLst>
                          </p:cTn>
                        </p:par>
                        <p:par>
                          <p:cTn id="33" fill="hold">
                            <p:stCondLst>
                              <p:cond delay="500"/>
                            </p:stCondLst>
                            <p:childTnLst>
                              <p:par>
                                <p:cTn id="34" presetID="1" presetClass="entr" presetSubtype="0" fill="hold" grpId="0" nodeType="afterEffect">
                                  <p:stCondLst>
                                    <p:cond delay="0"/>
                                  </p:stCondLst>
                                  <p:iterate type="lt">
                                    <p:tmAbs val="100"/>
                                  </p:iterate>
                                  <p:childTnLst>
                                    <p:set>
                                      <p:cBhvr>
                                        <p:cTn id="35" dur="1" fill="hold">
                                          <p:stCondLst>
                                            <p:cond delay="0"/>
                                          </p:stCondLst>
                                        </p:cTn>
                                        <p:tgtEl>
                                          <p:spTgt spid="37"/>
                                        </p:tgtEl>
                                        <p:attrNameLst>
                                          <p:attrName>style.visibility</p:attrName>
                                        </p:attrNameLst>
                                      </p:cBhvr>
                                      <p:to>
                                        <p:strVal val="visible"/>
                                      </p:to>
                                    </p:set>
                                  </p:childTnLst>
                                </p:cTn>
                              </p:par>
                            </p:childTnLst>
                          </p:cTn>
                        </p:par>
                      </p:childTnLst>
                    </p:cTn>
                  </p:par>
                  <p:par>
                    <p:cTn id="36" fill="hold">
                      <p:stCondLst>
                        <p:cond delay="indefinite"/>
                      </p:stCondLst>
                      <p:childTnLst>
                        <p:par>
                          <p:cTn id="37" fill="hold">
                            <p:stCondLst>
                              <p:cond delay="0"/>
                            </p:stCondLst>
                            <p:childTnLst>
                              <p:par>
                                <p:cTn id="38" presetID="49" presetClass="entr" presetSubtype="0" decel="100000" fill="hold" grpId="0" nodeType="clickEffect">
                                  <p:stCondLst>
                                    <p:cond delay="0"/>
                                  </p:stCondLst>
                                  <p:childTnLst>
                                    <p:set>
                                      <p:cBhvr>
                                        <p:cTn id="39" dur="1" fill="hold">
                                          <p:stCondLst>
                                            <p:cond delay="0"/>
                                          </p:stCondLst>
                                        </p:cTn>
                                        <p:tgtEl>
                                          <p:spTgt spid="38"/>
                                        </p:tgtEl>
                                        <p:attrNameLst>
                                          <p:attrName>style.visibility</p:attrName>
                                        </p:attrNameLst>
                                      </p:cBhvr>
                                      <p:to>
                                        <p:strVal val="visible"/>
                                      </p:to>
                                    </p:set>
                                    <p:anim calcmode="lin" valueType="num">
                                      <p:cBhvr>
                                        <p:cTn id="40" dur="500" fill="hold"/>
                                        <p:tgtEl>
                                          <p:spTgt spid="38"/>
                                        </p:tgtEl>
                                        <p:attrNameLst>
                                          <p:attrName>ppt_w</p:attrName>
                                        </p:attrNameLst>
                                      </p:cBhvr>
                                      <p:tavLst>
                                        <p:tav tm="0">
                                          <p:val>
                                            <p:fltVal val="0"/>
                                          </p:val>
                                        </p:tav>
                                        <p:tav tm="100000">
                                          <p:val>
                                            <p:strVal val="#ppt_w"/>
                                          </p:val>
                                        </p:tav>
                                      </p:tavLst>
                                    </p:anim>
                                    <p:anim calcmode="lin" valueType="num">
                                      <p:cBhvr>
                                        <p:cTn id="41" dur="500" fill="hold"/>
                                        <p:tgtEl>
                                          <p:spTgt spid="38"/>
                                        </p:tgtEl>
                                        <p:attrNameLst>
                                          <p:attrName>ppt_h</p:attrName>
                                        </p:attrNameLst>
                                      </p:cBhvr>
                                      <p:tavLst>
                                        <p:tav tm="0">
                                          <p:val>
                                            <p:fltVal val="0"/>
                                          </p:val>
                                        </p:tav>
                                        <p:tav tm="100000">
                                          <p:val>
                                            <p:strVal val="#ppt_h"/>
                                          </p:val>
                                        </p:tav>
                                      </p:tavLst>
                                    </p:anim>
                                    <p:anim calcmode="lin" valueType="num">
                                      <p:cBhvr>
                                        <p:cTn id="42" dur="500" fill="hold"/>
                                        <p:tgtEl>
                                          <p:spTgt spid="38"/>
                                        </p:tgtEl>
                                        <p:attrNameLst>
                                          <p:attrName>style.rotation</p:attrName>
                                        </p:attrNameLst>
                                      </p:cBhvr>
                                      <p:tavLst>
                                        <p:tav tm="0">
                                          <p:val>
                                            <p:fltVal val="360"/>
                                          </p:val>
                                        </p:tav>
                                        <p:tav tm="100000">
                                          <p:val>
                                            <p:fltVal val="0"/>
                                          </p:val>
                                        </p:tav>
                                      </p:tavLst>
                                    </p:anim>
                                    <p:animEffect transition="in" filter="fade">
                                      <p:cBhvr>
                                        <p:cTn id="43" dur="500"/>
                                        <p:tgtEl>
                                          <p:spTgt spid="38"/>
                                        </p:tgtEl>
                                      </p:cBhvr>
                                    </p:animEffect>
                                  </p:childTnLst>
                                </p:cTn>
                              </p:par>
                            </p:childTnLst>
                          </p:cTn>
                        </p:par>
                        <p:par>
                          <p:cTn id="44" fill="hold">
                            <p:stCondLst>
                              <p:cond delay="500"/>
                            </p:stCondLst>
                            <p:childTnLst>
                              <p:par>
                                <p:cTn id="45" presetID="1" presetClass="entr" presetSubtype="0" fill="hold" grpId="0" nodeType="afterEffect">
                                  <p:stCondLst>
                                    <p:cond delay="0"/>
                                  </p:stCondLst>
                                  <p:iterate type="lt">
                                    <p:tmAbs val="100"/>
                                  </p:iterate>
                                  <p:childTnLst>
                                    <p:set>
                                      <p:cBhvr>
                                        <p:cTn id="46" dur="1" fill="hold">
                                          <p:stCondLst>
                                            <p:cond delay="0"/>
                                          </p:stCondLst>
                                        </p:cTn>
                                        <p:tgtEl>
                                          <p:spTgt spid="39"/>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0" grpId="0" animBg="1"/>
      <p:bldP spid="31" grpId="0"/>
      <p:bldP spid="32" grpId="0" animBg="1"/>
      <p:bldP spid="33" grpId="0"/>
      <p:bldP spid="36" grpId="0" animBg="1"/>
      <p:bldP spid="37" grpId="0"/>
      <p:bldP spid="38" grpId="0" animBg="1"/>
      <p:bldP spid="39" grpId="0"/>
    </p:bldLst>
  </p:timing>
</p:sld>
</file>

<file path=ppt/slides/slide16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6" name="组合 5">
            <a:extLst>
              <a:ext uri="{FF2B5EF4-FFF2-40B4-BE49-F238E27FC236}">
                <a16:creationId xmlns:a16="http://schemas.microsoft.com/office/drawing/2014/main" id="{35D57BA3-C33A-4413-B558-3B4EE4F3080F}"/>
              </a:ext>
            </a:extLst>
          </p:cNvPr>
          <p:cNvGrpSpPr/>
          <p:nvPr/>
        </p:nvGrpSpPr>
        <p:grpSpPr>
          <a:xfrm>
            <a:off x="2146413" y="1363110"/>
            <a:ext cx="1067217" cy="917885"/>
            <a:chOff x="2146413" y="1363110"/>
            <a:chExt cx="1067217" cy="917885"/>
          </a:xfrm>
        </p:grpSpPr>
        <p:sp>
          <p:nvSpPr>
            <p:cNvPr id="34" name="矩形 33">
              <a:extLst>
                <a:ext uri="{FF2B5EF4-FFF2-40B4-BE49-F238E27FC236}">
                  <a16:creationId xmlns:a16="http://schemas.microsoft.com/office/drawing/2014/main" id="{C0C70259-4145-42A4-A97E-2108291E4ADC}"/>
                </a:ext>
              </a:extLst>
            </p:cNvPr>
            <p:cNvSpPr/>
            <p:nvPr/>
          </p:nvSpPr>
          <p:spPr>
            <a:xfrm>
              <a:off x="2300222" y="1739531"/>
              <a:ext cx="759600" cy="541464"/>
            </a:xfrm>
            <a:prstGeom prst="rect">
              <a:avLst/>
            </a:prstGeom>
            <a:solidFill>
              <a:schemeClr val="accent4"/>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mc:AlternateContent xmlns:mc="http://schemas.openxmlformats.org/markup-compatibility/2006" xmlns:a14="http://schemas.microsoft.com/office/drawing/2010/main">
          <mc:Choice Requires="a14">
            <p:sp>
              <p:nvSpPr>
                <p:cNvPr id="35" name="文本框 34">
                  <a:extLst>
                    <a:ext uri="{FF2B5EF4-FFF2-40B4-BE49-F238E27FC236}">
                      <a16:creationId xmlns:a16="http://schemas.microsoft.com/office/drawing/2014/main" id="{EE98B7EB-F32B-4A4F-9072-DF021D7DCAD9}"/>
                    </a:ext>
                  </a:extLst>
                </p:cNvPr>
                <p:cNvSpPr txBox="1"/>
                <p:nvPr/>
              </p:nvSpPr>
              <p:spPr>
                <a:xfrm>
                  <a:off x="2146413" y="1363110"/>
                  <a:ext cx="1067217" cy="369332"/>
                </a:xfrm>
                <a:prstGeom prst="rect">
                  <a:avLst/>
                </a:prstGeom>
                <a:noFill/>
              </p:spPr>
              <p:txBody>
                <a:bodyPr wrap="square">
                  <a:spAutoFit/>
                </a:bodyPr>
                <a:lstStyle/>
                <a:p>
                  <a:pPr/>
                  <a14:m>
                    <m:oMathPara xmlns:m="http://schemas.openxmlformats.org/officeDocument/2006/math">
                      <m:oMathParaPr>
                        <m:jc m:val="centerGroup"/>
                      </m:oMathParaPr>
                      <m:oMath xmlns:m="http://schemas.openxmlformats.org/officeDocument/2006/math">
                        <m:sSub>
                          <m:sSubPr>
                            <m:ctrlPr>
                              <a:rPr lang="en-US" altLang="zh-CN" b="1" i="1" smtClean="0">
                                <a:solidFill>
                                  <a:schemeClr val="accent4"/>
                                </a:solidFill>
                                <a:latin typeface="Cambria Math" panose="02040503050406030204" pitchFamily="18" charset="0"/>
                              </a:rPr>
                            </m:ctrlPr>
                          </m:sSubPr>
                          <m:e>
                            <m:r>
                              <a:rPr lang="en-US" altLang="zh-CN" b="1" i="1" smtClean="0">
                                <a:solidFill>
                                  <a:schemeClr val="accent4"/>
                                </a:solidFill>
                                <a:latin typeface="Cambria Math" panose="02040503050406030204" pitchFamily="18" charset="0"/>
                              </a:rPr>
                              <m:t>𝑾</m:t>
                            </m:r>
                          </m:e>
                          <m:sub>
                            <m:r>
                              <a:rPr lang="en-US" altLang="zh-CN" b="1" i="1" smtClean="0">
                                <a:solidFill>
                                  <a:schemeClr val="accent4"/>
                                </a:solidFill>
                                <a:latin typeface="Cambria Math" panose="02040503050406030204" pitchFamily="18" charset="0"/>
                              </a:rPr>
                              <m:t>𝑹</m:t>
                            </m:r>
                          </m:sub>
                        </m:sSub>
                        <m:r>
                          <a:rPr lang="en-US" altLang="zh-CN" b="1" i="1" smtClean="0">
                            <a:solidFill>
                              <a:schemeClr val="accent4"/>
                            </a:solidFill>
                            <a:latin typeface="Cambria Math" panose="02040503050406030204" pitchFamily="18" charset="0"/>
                          </a:rPr>
                          <m:t>=</m:t>
                        </m:r>
                        <m:r>
                          <a:rPr lang="en-US" altLang="zh-CN" b="1" i="1" smtClean="0">
                            <a:solidFill>
                              <a:schemeClr val="accent4"/>
                            </a:solidFill>
                            <a:latin typeface="Cambria Math" panose="02040503050406030204" pitchFamily="18" charset="0"/>
                          </a:rPr>
                          <m:t>𝟏</m:t>
                        </m:r>
                      </m:oMath>
                    </m:oMathPara>
                  </a14:m>
                  <a:endParaRPr lang="zh-CN" altLang="en-US" dirty="0">
                    <a:solidFill>
                      <a:schemeClr val="accent3"/>
                    </a:solidFill>
                  </a:endParaRPr>
                </a:p>
              </p:txBody>
            </p:sp>
          </mc:Choice>
          <mc:Fallback xmlns="">
            <p:sp>
              <p:nvSpPr>
                <p:cNvPr id="35" name="文本框 34">
                  <a:extLst>
                    <a:ext uri="{FF2B5EF4-FFF2-40B4-BE49-F238E27FC236}">
                      <a16:creationId xmlns:a16="http://schemas.microsoft.com/office/drawing/2014/main" id="{EE98B7EB-F32B-4A4F-9072-DF021D7DCAD9}"/>
                    </a:ext>
                  </a:extLst>
                </p:cNvPr>
                <p:cNvSpPr txBox="1">
                  <a:spLocks noRot="1" noChangeAspect="1" noMove="1" noResize="1" noEditPoints="1" noAdjustHandles="1" noChangeArrowheads="1" noChangeShapeType="1" noTextEdit="1"/>
                </p:cNvSpPr>
                <p:nvPr/>
              </p:nvSpPr>
              <p:spPr>
                <a:xfrm>
                  <a:off x="2146413" y="1363110"/>
                  <a:ext cx="1067217" cy="369332"/>
                </a:xfrm>
                <a:prstGeom prst="rect">
                  <a:avLst/>
                </a:prstGeom>
                <a:blipFill>
                  <a:blip r:embed="rId3"/>
                  <a:stretch>
                    <a:fillRect b="-3333"/>
                  </a:stretch>
                </a:blipFill>
              </p:spPr>
              <p:txBody>
                <a:bodyPr/>
                <a:lstStyle/>
                <a:p>
                  <a:r>
                    <a:rPr lang="zh-CN" altLang="en-US">
                      <a:noFill/>
                    </a:rPr>
                    <a:t> </a:t>
                  </a:r>
                </a:p>
              </p:txBody>
            </p:sp>
          </mc:Fallback>
        </mc:AlternateContent>
      </p:grpSp>
      <p:grpSp>
        <p:nvGrpSpPr>
          <p:cNvPr id="7" name="组合 6">
            <a:extLst>
              <a:ext uri="{FF2B5EF4-FFF2-40B4-BE49-F238E27FC236}">
                <a16:creationId xmlns:a16="http://schemas.microsoft.com/office/drawing/2014/main" id="{00A9CCE1-949C-4E54-97A1-6025FF974983}"/>
              </a:ext>
            </a:extLst>
          </p:cNvPr>
          <p:cNvGrpSpPr/>
          <p:nvPr/>
        </p:nvGrpSpPr>
        <p:grpSpPr>
          <a:xfrm>
            <a:off x="2302929" y="5098286"/>
            <a:ext cx="3780000" cy="910796"/>
            <a:chOff x="2302929" y="5098286"/>
            <a:chExt cx="3780000" cy="910796"/>
          </a:xfrm>
        </p:grpSpPr>
        <p:sp>
          <p:nvSpPr>
            <p:cNvPr id="5" name="矩形 4">
              <a:extLst>
                <a:ext uri="{FF2B5EF4-FFF2-40B4-BE49-F238E27FC236}">
                  <a16:creationId xmlns:a16="http://schemas.microsoft.com/office/drawing/2014/main" id="{ABCDD6AB-497D-42FD-B822-48DB3891082B}"/>
                </a:ext>
              </a:extLst>
            </p:cNvPr>
            <p:cNvSpPr/>
            <p:nvPr/>
          </p:nvSpPr>
          <p:spPr>
            <a:xfrm>
              <a:off x="2302929" y="5467618"/>
              <a:ext cx="3780000" cy="541464"/>
            </a:xfrm>
            <a:prstGeom prst="rect">
              <a:avLst/>
            </a:prstGeom>
            <a:solidFill>
              <a:schemeClr val="accent3"/>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mc:AlternateContent xmlns:mc="http://schemas.openxmlformats.org/markup-compatibility/2006" xmlns:a14="http://schemas.microsoft.com/office/drawing/2010/main">
          <mc:Choice Requires="a14">
            <p:sp>
              <p:nvSpPr>
                <p:cNvPr id="23" name="文本框 22">
                  <a:extLst>
                    <a:ext uri="{FF2B5EF4-FFF2-40B4-BE49-F238E27FC236}">
                      <a16:creationId xmlns:a16="http://schemas.microsoft.com/office/drawing/2014/main" id="{ABC03EEA-26BD-4845-8ACC-3FB7B6DA9132}"/>
                    </a:ext>
                  </a:extLst>
                </p:cNvPr>
                <p:cNvSpPr txBox="1"/>
                <p:nvPr/>
              </p:nvSpPr>
              <p:spPr>
                <a:xfrm>
                  <a:off x="3659320" y="5098286"/>
                  <a:ext cx="1067217" cy="369332"/>
                </a:xfrm>
                <a:prstGeom prst="rect">
                  <a:avLst/>
                </a:prstGeom>
                <a:noFill/>
              </p:spPr>
              <p:txBody>
                <a:bodyPr wrap="square">
                  <a:spAutoFit/>
                </a:bodyPr>
                <a:lstStyle/>
                <a:p>
                  <a:pPr/>
                  <a14:m>
                    <m:oMathPara xmlns:m="http://schemas.openxmlformats.org/officeDocument/2006/math">
                      <m:oMathParaPr>
                        <m:jc m:val="centerGroup"/>
                      </m:oMathParaPr>
                      <m:oMath xmlns:m="http://schemas.openxmlformats.org/officeDocument/2006/math">
                        <m:sSub>
                          <m:sSubPr>
                            <m:ctrlPr>
                              <a:rPr lang="en-US" altLang="zh-CN" b="1" i="1" smtClean="0">
                                <a:solidFill>
                                  <a:schemeClr val="accent3"/>
                                </a:solidFill>
                                <a:latin typeface="Cambria Math" panose="02040503050406030204" pitchFamily="18" charset="0"/>
                              </a:rPr>
                            </m:ctrlPr>
                          </m:sSubPr>
                          <m:e>
                            <m:r>
                              <a:rPr lang="en-US" altLang="zh-CN" b="1" i="1" smtClean="0">
                                <a:solidFill>
                                  <a:schemeClr val="accent3"/>
                                </a:solidFill>
                                <a:latin typeface="Cambria Math" panose="02040503050406030204" pitchFamily="18" charset="0"/>
                              </a:rPr>
                              <m:t>𝑾</m:t>
                            </m:r>
                          </m:e>
                          <m:sub>
                            <m:r>
                              <a:rPr lang="en-US" altLang="zh-CN" b="1" i="1" smtClean="0">
                                <a:solidFill>
                                  <a:schemeClr val="accent3"/>
                                </a:solidFill>
                                <a:latin typeface="Cambria Math" panose="02040503050406030204" pitchFamily="18" charset="0"/>
                              </a:rPr>
                              <m:t>𝑻</m:t>
                            </m:r>
                          </m:sub>
                        </m:sSub>
                        <m:r>
                          <a:rPr lang="en-US" altLang="zh-CN" b="1" i="1" smtClean="0">
                            <a:solidFill>
                              <a:schemeClr val="accent3"/>
                            </a:solidFill>
                            <a:latin typeface="Cambria Math" panose="02040503050406030204" pitchFamily="18" charset="0"/>
                          </a:rPr>
                          <m:t>=</m:t>
                        </m:r>
                        <m:r>
                          <a:rPr lang="en-US" altLang="zh-CN" b="1" i="1" smtClean="0">
                            <a:solidFill>
                              <a:schemeClr val="accent3"/>
                            </a:solidFill>
                            <a:latin typeface="Cambria Math" panose="02040503050406030204" pitchFamily="18" charset="0"/>
                          </a:rPr>
                          <m:t>𝟓</m:t>
                        </m:r>
                      </m:oMath>
                    </m:oMathPara>
                  </a14:m>
                  <a:endParaRPr lang="zh-CN" altLang="en-US" dirty="0">
                    <a:solidFill>
                      <a:schemeClr val="accent3"/>
                    </a:solidFill>
                  </a:endParaRPr>
                </a:p>
              </p:txBody>
            </p:sp>
          </mc:Choice>
          <mc:Fallback xmlns="">
            <p:sp>
              <p:nvSpPr>
                <p:cNvPr id="23" name="文本框 22">
                  <a:extLst>
                    <a:ext uri="{FF2B5EF4-FFF2-40B4-BE49-F238E27FC236}">
                      <a16:creationId xmlns:a16="http://schemas.microsoft.com/office/drawing/2014/main" id="{ABC03EEA-26BD-4845-8ACC-3FB7B6DA9132}"/>
                    </a:ext>
                  </a:extLst>
                </p:cNvPr>
                <p:cNvSpPr txBox="1">
                  <a:spLocks noRot="1" noChangeAspect="1" noMove="1" noResize="1" noEditPoints="1" noAdjustHandles="1" noChangeArrowheads="1" noChangeShapeType="1" noTextEdit="1"/>
                </p:cNvSpPr>
                <p:nvPr/>
              </p:nvSpPr>
              <p:spPr>
                <a:xfrm>
                  <a:off x="3659320" y="5098286"/>
                  <a:ext cx="1067217" cy="369332"/>
                </a:xfrm>
                <a:prstGeom prst="rect">
                  <a:avLst/>
                </a:prstGeom>
                <a:blipFill>
                  <a:blip r:embed="rId4"/>
                  <a:stretch>
                    <a:fillRect b="-3279"/>
                  </a:stretch>
                </a:blipFill>
              </p:spPr>
              <p:txBody>
                <a:bodyPr/>
                <a:lstStyle/>
                <a:p>
                  <a:r>
                    <a:rPr lang="zh-CN" altLang="en-US">
                      <a:noFill/>
                    </a:rPr>
                    <a:t> </a:t>
                  </a:r>
                </a:p>
              </p:txBody>
            </p:sp>
          </mc:Fallback>
        </mc:AlternateContent>
      </p:grpSp>
      <p:grpSp>
        <p:nvGrpSpPr>
          <p:cNvPr id="4" name="组合 3">
            <a:extLst>
              <a:ext uri="{FF2B5EF4-FFF2-40B4-BE49-F238E27FC236}">
                <a16:creationId xmlns:a16="http://schemas.microsoft.com/office/drawing/2014/main" id="{9A1EA9F2-FCB6-48C3-935F-7AE7E3AD14AC}"/>
              </a:ext>
            </a:extLst>
          </p:cNvPr>
          <p:cNvGrpSpPr/>
          <p:nvPr/>
        </p:nvGrpSpPr>
        <p:grpSpPr>
          <a:xfrm>
            <a:off x="304800" y="749300"/>
            <a:ext cx="6192344" cy="400110"/>
            <a:chOff x="424117" y="898245"/>
            <a:chExt cx="6192344" cy="400110"/>
          </a:xfrm>
        </p:grpSpPr>
        <p:sp>
          <p:nvSpPr>
            <p:cNvPr id="2" name="平行四边形 1">
              <a:extLst>
                <a:ext uri="{FF2B5EF4-FFF2-40B4-BE49-F238E27FC236}">
                  <a16:creationId xmlns:a16="http://schemas.microsoft.com/office/drawing/2014/main" id="{1F5BAA3F-9845-4F89-A2DD-8222D3E4EDAC}"/>
                </a:ext>
              </a:extLst>
            </p:cNvPr>
            <p:cNvSpPr/>
            <p:nvPr/>
          </p:nvSpPr>
          <p:spPr>
            <a:xfrm>
              <a:off x="424117" y="898245"/>
              <a:ext cx="628306" cy="387090"/>
            </a:xfrm>
            <a:prstGeom prst="parallelogram">
              <a:avLst/>
            </a:prstGeom>
            <a:solidFill>
              <a:schemeClr val="accent3">
                <a:lumMod val="75000"/>
              </a:schemeClr>
            </a:solidFill>
            <a:ln>
              <a:solidFill>
                <a:schemeClr val="accent3">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CN" sz="2200" dirty="0">
                  <a:latin typeface="Impact" panose="020B0806030902050204" pitchFamily="34" charset="0"/>
                </a:rPr>
                <a:t>01</a:t>
              </a:r>
              <a:endParaRPr lang="zh-CN" altLang="en-US" sz="2200" dirty="0">
                <a:latin typeface="Impact" panose="020B0806030902050204" pitchFamily="34" charset="0"/>
              </a:endParaRPr>
            </a:p>
          </p:txBody>
        </p:sp>
        <p:sp>
          <p:nvSpPr>
            <p:cNvPr id="3" name="文本框 2">
              <a:extLst>
                <a:ext uri="{FF2B5EF4-FFF2-40B4-BE49-F238E27FC236}">
                  <a16:creationId xmlns:a16="http://schemas.microsoft.com/office/drawing/2014/main" id="{4D6BD736-A4D3-4F26-AFED-36E11F50F70B}"/>
                </a:ext>
              </a:extLst>
            </p:cNvPr>
            <p:cNvSpPr txBox="1"/>
            <p:nvPr/>
          </p:nvSpPr>
          <p:spPr>
            <a:xfrm>
              <a:off x="1052423" y="898245"/>
              <a:ext cx="5564038" cy="400110"/>
            </a:xfrm>
            <a:prstGeom prst="rect">
              <a:avLst/>
            </a:prstGeom>
            <a:noFill/>
          </p:spPr>
          <p:txBody>
            <a:bodyPr wrap="square" rtlCol="0">
              <a:spAutoFit/>
            </a:bodyPr>
            <a:lstStyle/>
            <a:p>
              <a:r>
                <a:rPr lang="zh-CN" altLang="en-US" sz="2000" b="1" dirty="0"/>
                <a:t>回退</a:t>
              </a:r>
              <a:r>
                <a:rPr lang="en-US" altLang="zh-CN" sz="2000" b="1" dirty="0"/>
                <a:t>N</a:t>
              </a:r>
              <a:r>
                <a:rPr lang="zh-CN" altLang="en-US" sz="2000" b="1" dirty="0"/>
                <a:t>帧协议</a:t>
              </a:r>
            </a:p>
          </p:txBody>
        </p:sp>
      </p:grpSp>
      <p:grpSp>
        <p:nvGrpSpPr>
          <p:cNvPr id="20" name="组合 19">
            <a:extLst>
              <a:ext uri="{FF2B5EF4-FFF2-40B4-BE49-F238E27FC236}">
                <a16:creationId xmlns:a16="http://schemas.microsoft.com/office/drawing/2014/main" id="{87756F0E-46C2-4571-B23D-C8472E9FD1FB}"/>
              </a:ext>
            </a:extLst>
          </p:cNvPr>
          <p:cNvGrpSpPr/>
          <p:nvPr/>
        </p:nvGrpSpPr>
        <p:grpSpPr>
          <a:xfrm>
            <a:off x="475097" y="1263518"/>
            <a:ext cx="1355161" cy="5114896"/>
            <a:chOff x="475097" y="1263518"/>
            <a:chExt cx="1355161" cy="5114896"/>
          </a:xfrm>
        </p:grpSpPr>
        <p:cxnSp>
          <p:nvCxnSpPr>
            <p:cNvPr id="17" name="直接连接符 16">
              <a:extLst>
                <a:ext uri="{FF2B5EF4-FFF2-40B4-BE49-F238E27FC236}">
                  <a16:creationId xmlns:a16="http://schemas.microsoft.com/office/drawing/2014/main" id="{5A41A17A-7B81-47D8-BDBB-76B8F1AA71D6}"/>
                </a:ext>
              </a:extLst>
            </p:cNvPr>
            <p:cNvCxnSpPr>
              <a:cxnSpLocks/>
            </p:cNvCxnSpPr>
            <p:nvPr/>
          </p:nvCxnSpPr>
          <p:spPr>
            <a:xfrm flipV="1">
              <a:off x="1208367" y="2012996"/>
              <a:ext cx="0" cy="3813858"/>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nvGrpSpPr>
            <p:cNvPr id="9" name="组合 8">
              <a:extLst>
                <a:ext uri="{FF2B5EF4-FFF2-40B4-BE49-F238E27FC236}">
                  <a16:creationId xmlns:a16="http://schemas.microsoft.com/office/drawing/2014/main" id="{A2B5FA1F-35FA-42E7-8D74-E7431B6AAA3C}"/>
                </a:ext>
              </a:extLst>
            </p:cNvPr>
            <p:cNvGrpSpPr/>
            <p:nvPr/>
          </p:nvGrpSpPr>
          <p:grpSpPr>
            <a:xfrm>
              <a:off x="700096" y="5368000"/>
              <a:ext cx="905164" cy="1010414"/>
              <a:chOff x="700096" y="5368000"/>
              <a:chExt cx="905164" cy="1010414"/>
            </a:xfrm>
          </p:grpSpPr>
          <p:pic>
            <p:nvPicPr>
              <p:cNvPr id="214" name="图形 213">
                <a:extLst>
                  <a:ext uri="{FF2B5EF4-FFF2-40B4-BE49-F238E27FC236}">
                    <a16:creationId xmlns:a16="http://schemas.microsoft.com/office/drawing/2014/main" id="{D949CB40-4FF6-4E8C-991B-66D24C6ADF05}"/>
                  </a:ext>
                </a:extLst>
              </p:cNvPr>
              <p:cNvPicPr>
                <a:picLocks noChangeAspect="1"/>
              </p:cNvPicPr>
              <p:nvPr/>
            </p:nvPicPr>
            <p:blipFill>
              <a:blip r:embed="rId5">
                <a:extLst>
                  <a:ext uri="{28A0092B-C50C-407E-A947-70E740481C1C}">
                    <a14:useLocalDpi xmlns:a14="http://schemas.microsoft.com/office/drawing/2010/main" val="0"/>
                  </a:ext>
                  <a:ext uri="{96DAC541-7B7A-43D3-8B79-37D633B846F1}">
                    <asvg:svgBlip xmlns:asvg="http://schemas.microsoft.com/office/drawing/2016/SVG/main" r:embed="rId6"/>
                  </a:ext>
                </a:extLst>
              </a:blip>
              <a:stretch>
                <a:fillRect/>
              </a:stretch>
            </p:blipFill>
            <p:spPr>
              <a:xfrm>
                <a:off x="821271" y="5368000"/>
                <a:ext cx="662814" cy="641082"/>
              </a:xfrm>
              <a:prstGeom prst="rect">
                <a:avLst/>
              </a:prstGeom>
            </p:spPr>
          </p:pic>
          <p:sp>
            <p:nvSpPr>
              <p:cNvPr id="218" name="文本框 217">
                <a:extLst>
                  <a:ext uri="{FF2B5EF4-FFF2-40B4-BE49-F238E27FC236}">
                    <a16:creationId xmlns:a16="http://schemas.microsoft.com/office/drawing/2014/main" id="{584D12FE-712D-432B-A48B-3084189F6B6C}"/>
                  </a:ext>
                </a:extLst>
              </p:cNvPr>
              <p:cNvSpPr txBox="1"/>
              <p:nvPr/>
            </p:nvSpPr>
            <p:spPr>
              <a:xfrm>
                <a:off x="700096" y="6009082"/>
                <a:ext cx="905164" cy="369332"/>
              </a:xfrm>
              <a:prstGeom prst="rect">
                <a:avLst/>
              </a:prstGeom>
              <a:noFill/>
            </p:spPr>
            <p:txBody>
              <a:bodyPr wrap="square" rtlCol="0">
                <a:spAutoFit/>
              </a:bodyPr>
              <a:lstStyle/>
              <a:p>
                <a:r>
                  <a:rPr lang="zh-CN" altLang="en-US" b="1" dirty="0">
                    <a:latin typeface="+mn-ea"/>
                  </a:rPr>
                  <a:t>发送方</a:t>
                </a:r>
              </a:p>
            </p:txBody>
          </p:sp>
        </p:grpSp>
        <p:grpSp>
          <p:nvGrpSpPr>
            <p:cNvPr id="8" name="组合 7">
              <a:extLst>
                <a:ext uri="{FF2B5EF4-FFF2-40B4-BE49-F238E27FC236}">
                  <a16:creationId xmlns:a16="http://schemas.microsoft.com/office/drawing/2014/main" id="{0ACAF080-95D4-4F76-A817-06EA84E449C9}"/>
                </a:ext>
              </a:extLst>
            </p:cNvPr>
            <p:cNvGrpSpPr/>
            <p:nvPr/>
          </p:nvGrpSpPr>
          <p:grpSpPr>
            <a:xfrm>
              <a:off x="878301" y="1263518"/>
              <a:ext cx="905164" cy="1027908"/>
              <a:chOff x="878301" y="1390382"/>
              <a:chExt cx="905164" cy="1027908"/>
            </a:xfrm>
          </p:grpSpPr>
          <p:pic>
            <p:nvPicPr>
              <p:cNvPr id="210" name="图形 209">
                <a:extLst>
                  <a:ext uri="{FF2B5EF4-FFF2-40B4-BE49-F238E27FC236}">
                    <a16:creationId xmlns:a16="http://schemas.microsoft.com/office/drawing/2014/main" id="{61E01467-74F7-469C-BAD5-DFFB1234E440}"/>
                  </a:ext>
                </a:extLst>
              </p:cNvPr>
              <p:cNvPicPr>
                <a:picLocks noChangeAspect="1"/>
              </p:cNvPicPr>
              <p:nvPr/>
            </p:nvPicPr>
            <p:blipFill>
              <a:blip r:embed="rId7">
                <a:extLst>
                  <a:ext uri="{28A0092B-C50C-407E-A947-70E740481C1C}">
                    <a14:useLocalDpi xmlns:a14="http://schemas.microsoft.com/office/drawing/2010/main" val="0"/>
                  </a:ext>
                  <a:ext uri="{96DAC541-7B7A-43D3-8B79-37D633B846F1}">
                    <asvg:svgBlip xmlns:asvg="http://schemas.microsoft.com/office/drawing/2016/SVG/main" r:embed="rId8"/>
                  </a:ext>
                </a:extLst>
              </a:blip>
              <a:stretch>
                <a:fillRect/>
              </a:stretch>
            </p:blipFill>
            <p:spPr>
              <a:xfrm>
                <a:off x="984826" y="1759714"/>
                <a:ext cx="501772" cy="658576"/>
              </a:xfrm>
              <a:prstGeom prst="rect">
                <a:avLst/>
              </a:prstGeom>
            </p:spPr>
          </p:pic>
          <p:sp>
            <p:nvSpPr>
              <p:cNvPr id="219" name="文本框 218">
                <a:extLst>
                  <a:ext uri="{FF2B5EF4-FFF2-40B4-BE49-F238E27FC236}">
                    <a16:creationId xmlns:a16="http://schemas.microsoft.com/office/drawing/2014/main" id="{B105E330-42F6-4FA8-914C-123FFA0756D5}"/>
                  </a:ext>
                </a:extLst>
              </p:cNvPr>
              <p:cNvSpPr txBox="1"/>
              <p:nvPr/>
            </p:nvSpPr>
            <p:spPr>
              <a:xfrm>
                <a:off x="878301" y="1390382"/>
                <a:ext cx="905164" cy="369332"/>
              </a:xfrm>
              <a:prstGeom prst="rect">
                <a:avLst/>
              </a:prstGeom>
              <a:noFill/>
            </p:spPr>
            <p:txBody>
              <a:bodyPr wrap="square" rtlCol="0">
                <a:spAutoFit/>
              </a:bodyPr>
              <a:lstStyle/>
              <a:p>
                <a:r>
                  <a:rPr lang="zh-CN" altLang="en-US" b="1" dirty="0">
                    <a:latin typeface="+mn-ea"/>
                  </a:rPr>
                  <a:t>接收方</a:t>
                </a:r>
              </a:p>
            </p:txBody>
          </p:sp>
        </p:grpSp>
        <p:sp>
          <p:nvSpPr>
            <p:cNvPr id="57" name="云形 56">
              <a:extLst>
                <a:ext uri="{FF2B5EF4-FFF2-40B4-BE49-F238E27FC236}">
                  <a16:creationId xmlns:a16="http://schemas.microsoft.com/office/drawing/2014/main" id="{8D58A5DA-48AF-4D62-A0E1-92B6F8CBE1F4}"/>
                </a:ext>
              </a:extLst>
            </p:cNvPr>
            <p:cNvSpPr/>
            <p:nvPr/>
          </p:nvSpPr>
          <p:spPr>
            <a:xfrm>
              <a:off x="475097" y="3429014"/>
              <a:ext cx="1355161" cy="801398"/>
            </a:xfrm>
            <a:prstGeom prst="cloud">
              <a:avLst/>
            </a:prstGeom>
            <a:solidFill>
              <a:schemeClr val="bg1">
                <a:lumMod val="85000"/>
              </a:schemeClr>
            </a:solidFill>
            <a:ln>
              <a:solidFill>
                <a:schemeClr val="bg1">
                  <a:lumMod val="85000"/>
                </a:schemeClr>
              </a:solidFill>
            </a:ln>
          </p:spPr>
          <p:style>
            <a:lnRef idx="2">
              <a:schemeClr val="accent3">
                <a:shade val="50000"/>
              </a:schemeClr>
            </a:lnRef>
            <a:fillRef idx="1">
              <a:schemeClr val="accent3"/>
            </a:fillRef>
            <a:effectRef idx="0">
              <a:schemeClr val="accent3"/>
            </a:effectRef>
            <a:fontRef idx="minor">
              <a:schemeClr val="lt1"/>
            </a:fontRef>
          </p:style>
          <p:txBody>
            <a:bodyPr rtlCol="0" anchor="ctr"/>
            <a:lstStyle/>
            <a:p>
              <a:pPr algn="ctr"/>
              <a:r>
                <a:rPr lang="zh-CN" altLang="en-US" b="1" dirty="0">
                  <a:solidFill>
                    <a:schemeClr val="tx1"/>
                  </a:solidFill>
                  <a:latin typeface="+mn-ea"/>
                </a:rPr>
                <a:t>因特网</a:t>
              </a:r>
            </a:p>
          </p:txBody>
        </p:sp>
      </p:grpSp>
      <p:graphicFrame>
        <p:nvGraphicFramePr>
          <p:cNvPr id="21" name="表格 21">
            <a:extLst>
              <a:ext uri="{FF2B5EF4-FFF2-40B4-BE49-F238E27FC236}">
                <a16:creationId xmlns:a16="http://schemas.microsoft.com/office/drawing/2014/main" id="{CE497585-4F97-4F44-9ABE-D7BBA16B40E0}"/>
              </a:ext>
            </a:extLst>
          </p:cNvPr>
          <p:cNvGraphicFramePr>
            <a:graphicFrameLocks noGrp="1"/>
          </p:cNvGraphicFramePr>
          <p:nvPr/>
        </p:nvGraphicFramePr>
        <p:xfrm>
          <a:off x="2302929" y="5557308"/>
          <a:ext cx="9067800" cy="370840"/>
        </p:xfrm>
        <a:graphic>
          <a:graphicData uri="http://schemas.openxmlformats.org/drawingml/2006/table">
            <a:tbl>
              <a:tblPr firstRow="1" bandRow="1">
                <a:tableStyleId>{5C22544A-7EE6-4342-B048-85BDC9FD1C3A}</a:tableStyleId>
              </a:tblPr>
              <a:tblGrid>
                <a:gridCol w="755650">
                  <a:extLst>
                    <a:ext uri="{9D8B030D-6E8A-4147-A177-3AD203B41FA5}">
                      <a16:colId xmlns:a16="http://schemas.microsoft.com/office/drawing/2014/main" val="877486509"/>
                    </a:ext>
                  </a:extLst>
                </a:gridCol>
                <a:gridCol w="755650">
                  <a:extLst>
                    <a:ext uri="{9D8B030D-6E8A-4147-A177-3AD203B41FA5}">
                      <a16:colId xmlns:a16="http://schemas.microsoft.com/office/drawing/2014/main" val="3548605817"/>
                    </a:ext>
                  </a:extLst>
                </a:gridCol>
                <a:gridCol w="755650">
                  <a:extLst>
                    <a:ext uri="{9D8B030D-6E8A-4147-A177-3AD203B41FA5}">
                      <a16:colId xmlns:a16="http://schemas.microsoft.com/office/drawing/2014/main" val="2881812895"/>
                    </a:ext>
                  </a:extLst>
                </a:gridCol>
                <a:gridCol w="755650">
                  <a:extLst>
                    <a:ext uri="{9D8B030D-6E8A-4147-A177-3AD203B41FA5}">
                      <a16:colId xmlns:a16="http://schemas.microsoft.com/office/drawing/2014/main" val="3682284582"/>
                    </a:ext>
                  </a:extLst>
                </a:gridCol>
                <a:gridCol w="755650">
                  <a:extLst>
                    <a:ext uri="{9D8B030D-6E8A-4147-A177-3AD203B41FA5}">
                      <a16:colId xmlns:a16="http://schemas.microsoft.com/office/drawing/2014/main" val="500127722"/>
                    </a:ext>
                  </a:extLst>
                </a:gridCol>
                <a:gridCol w="755650">
                  <a:extLst>
                    <a:ext uri="{9D8B030D-6E8A-4147-A177-3AD203B41FA5}">
                      <a16:colId xmlns:a16="http://schemas.microsoft.com/office/drawing/2014/main" val="2946259618"/>
                    </a:ext>
                  </a:extLst>
                </a:gridCol>
                <a:gridCol w="755650">
                  <a:extLst>
                    <a:ext uri="{9D8B030D-6E8A-4147-A177-3AD203B41FA5}">
                      <a16:colId xmlns:a16="http://schemas.microsoft.com/office/drawing/2014/main" val="171501986"/>
                    </a:ext>
                  </a:extLst>
                </a:gridCol>
                <a:gridCol w="755650">
                  <a:extLst>
                    <a:ext uri="{9D8B030D-6E8A-4147-A177-3AD203B41FA5}">
                      <a16:colId xmlns:a16="http://schemas.microsoft.com/office/drawing/2014/main" val="1667185265"/>
                    </a:ext>
                  </a:extLst>
                </a:gridCol>
                <a:gridCol w="755650">
                  <a:extLst>
                    <a:ext uri="{9D8B030D-6E8A-4147-A177-3AD203B41FA5}">
                      <a16:colId xmlns:a16="http://schemas.microsoft.com/office/drawing/2014/main" val="4258211808"/>
                    </a:ext>
                  </a:extLst>
                </a:gridCol>
                <a:gridCol w="755650">
                  <a:extLst>
                    <a:ext uri="{9D8B030D-6E8A-4147-A177-3AD203B41FA5}">
                      <a16:colId xmlns:a16="http://schemas.microsoft.com/office/drawing/2014/main" val="1794200575"/>
                    </a:ext>
                  </a:extLst>
                </a:gridCol>
                <a:gridCol w="755650">
                  <a:extLst>
                    <a:ext uri="{9D8B030D-6E8A-4147-A177-3AD203B41FA5}">
                      <a16:colId xmlns:a16="http://schemas.microsoft.com/office/drawing/2014/main" val="4230716487"/>
                    </a:ext>
                  </a:extLst>
                </a:gridCol>
                <a:gridCol w="755650">
                  <a:extLst>
                    <a:ext uri="{9D8B030D-6E8A-4147-A177-3AD203B41FA5}">
                      <a16:colId xmlns:a16="http://schemas.microsoft.com/office/drawing/2014/main" val="56153739"/>
                    </a:ext>
                  </a:extLst>
                </a:gridCol>
              </a:tblGrid>
              <a:tr h="370840">
                <a:tc>
                  <a:txBody>
                    <a:bodyPr/>
                    <a:lstStyle/>
                    <a:p>
                      <a:pPr algn="ctr"/>
                      <a:r>
                        <a:rPr lang="en-US" altLang="zh-CN" dirty="0">
                          <a:solidFill>
                            <a:schemeClr val="tx1"/>
                          </a:solidFill>
                          <a:latin typeface="Arial Black" panose="020B0A04020102020204" pitchFamily="34" charset="0"/>
                        </a:rPr>
                        <a:t>0</a:t>
                      </a:r>
                      <a:endParaRPr lang="zh-CN" altLang="en-US" dirty="0">
                        <a:solidFill>
                          <a:schemeClr val="tx1"/>
                        </a:solidFill>
                        <a:latin typeface="Arial Black" panose="020B0A04020102020204" pitchFamily="34" charset="0"/>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ctr"/>
                      <a:r>
                        <a:rPr lang="en-US" altLang="zh-CN" dirty="0">
                          <a:solidFill>
                            <a:schemeClr val="tx1"/>
                          </a:solidFill>
                          <a:latin typeface="Arial Black" panose="020B0A04020102020204" pitchFamily="34" charset="0"/>
                        </a:rPr>
                        <a:t>1</a:t>
                      </a:r>
                      <a:endParaRPr lang="zh-CN" altLang="en-US" dirty="0">
                        <a:solidFill>
                          <a:schemeClr val="tx1"/>
                        </a:solidFill>
                        <a:latin typeface="Arial Black" panose="020B0A04020102020204" pitchFamily="34" charset="0"/>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ctr"/>
                      <a:r>
                        <a:rPr lang="en-US" altLang="zh-CN" dirty="0">
                          <a:solidFill>
                            <a:schemeClr val="tx1"/>
                          </a:solidFill>
                          <a:latin typeface="Arial Black" panose="020B0A04020102020204" pitchFamily="34" charset="0"/>
                        </a:rPr>
                        <a:t>2</a:t>
                      </a:r>
                      <a:endParaRPr lang="zh-CN" altLang="en-US" dirty="0">
                        <a:solidFill>
                          <a:schemeClr val="tx1"/>
                        </a:solidFill>
                        <a:latin typeface="Arial Black" panose="020B0A04020102020204" pitchFamily="34" charset="0"/>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ctr"/>
                      <a:r>
                        <a:rPr lang="en-US" altLang="zh-CN" dirty="0">
                          <a:solidFill>
                            <a:schemeClr val="tx1"/>
                          </a:solidFill>
                          <a:latin typeface="Arial Black" panose="020B0A04020102020204" pitchFamily="34" charset="0"/>
                        </a:rPr>
                        <a:t>3</a:t>
                      </a:r>
                      <a:endParaRPr lang="zh-CN" altLang="en-US" dirty="0">
                        <a:solidFill>
                          <a:schemeClr val="tx1"/>
                        </a:solidFill>
                        <a:latin typeface="Arial Black" panose="020B0A04020102020204" pitchFamily="34" charset="0"/>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ctr"/>
                      <a:r>
                        <a:rPr lang="en-US" altLang="zh-CN" dirty="0">
                          <a:solidFill>
                            <a:schemeClr val="tx1"/>
                          </a:solidFill>
                          <a:latin typeface="Arial Black" panose="020B0A04020102020204" pitchFamily="34" charset="0"/>
                        </a:rPr>
                        <a:t>4</a:t>
                      </a:r>
                      <a:endParaRPr lang="zh-CN" altLang="en-US" dirty="0">
                        <a:solidFill>
                          <a:schemeClr val="tx1"/>
                        </a:solidFill>
                        <a:latin typeface="Arial Black" panose="020B0A04020102020204" pitchFamily="34" charset="0"/>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ctr"/>
                      <a:r>
                        <a:rPr lang="en-US" altLang="zh-CN" dirty="0">
                          <a:solidFill>
                            <a:schemeClr val="tx1"/>
                          </a:solidFill>
                          <a:latin typeface="Arial Black" panose="020B0A04020102020204" pitchFamily="34" charset="0"/>
                        </a:rPr>
                        <a:t>5</a:t>
                      </a:r>
                      <a:endParaRPr lang="zh-CN" altLang="en-US" dirty="0">
                        <a:solidFill>
                          <a:schemeClr val="tx1"/>
                        </a:solidFill>
                        <a:latin typeface="Arial Black" panose="020B0A04020102020204" pitchFamily="34" charset="0"/>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ctr"/>
                      <a:r>
                        <a:rPr lang="en-US" altLang="zh-CN" dirty="0">
                          <a:solidFill>
                            <a:schemeClr val="tx1"/>
                          </a:solidFill>
                          <a:latin typeface="Arial Black" panose="020B0A04020102020204" pitchFamily="34" charset="0"/>
                        </a:rPr>
                        <a:t>6</a:t>
                      </a:r>
                      <a:endParaRPr lang="zh-CN" altLang="en-US" dirty="0">
                        <a:solidFill>
                          <a:schemeClr val="tx1"/>
                        </a:solidFill>
                        <a:latin typeface="Arial Black" panose="020B0A04020102020204" pitchFamily="34" charset="0"/>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ctr"/>
                      <a:r>
                        <a:rPr lang="en-US" altLang="zh-CN" dirty="0">
                          <a:solidFill>
                            <a:schemeClr val="tx1"/>
                          </a:solidFill>
                          <a:latin typeface="Arial Black" panose="020B0A04020102020204" pitchFamily="34" charset="0"/>
                        </a:rPr>
                        <a:t>7</a:t>
                      </a:r>
                      <a:endParaRPr lang="zh-CN" altLang="en-US" dirty="0">
                        <a:solidFill>
                          <a:schemeClr val="tx1"/>
                        </a:solidFill>
                        <a:latin typeface="Arial Black" panose="020B0A04020102020204" pitchFamily="34" charset="0"/>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ctr"/>
                      <a:r>
                        <a:rPr lang="en-US" altLang="zh-CN" dirty="0">
                          <a:solidFill>
                            <a:schemeClr val="tx1"/>
                          </a:solidFill>
                          <a:latin typeface="Arial Black" panose="020B0A04020102020204" pitchFamily="34" charset="0"/>
                        </a:rPr>
                        <a:t>0</a:t>
                      </a:r>
                      <a:endParaRPr lang="zh-CN" altLang="en-US" dirty="0">
                        <a:solidFill>
                          <a:schemeClr val="tx1"/>
                        </a:solidFill>
                        <a:latin typeface="Arial Black" panose="020B0A04020102020204" pitchFamily="34" charset="0"/>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ctr"/>
                      <a:r>
                        <a:rPr lang="en-US" altLang="zh-CN" dirty="0">
                          <a:solidFill>
                            <a:schemeClr val="tx1"/>
                          </a:solidFill>
                          <a:latin typeface="Arial Black" panose="020B0A04020102020204" pitchFamily="34" charset="0"/>
                        </a:rPr>
                        <a:t>1</a:t>
                      </a:r>
                      <a:endParaRPr lang="zh-CN" altLang="en-US" dirty="0">
                        <a:solidFill>
                          <a:schemeClr val="tx1"/>
                        </a:solidFill>
                        <a:latin typeface="Arial Black" panose="020B0A04020102020204" pitchFamily="34" charset="0"/>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ctr"/>
                      <a:r>
                        <a:rPr lang="en-US" altLang="zh-CN" dirty="0">
                          <a:solidFill>
                            <a:schemeClr val="tx1"/>
                          </a:solidFill>
                          <a:latin typeface="Arial Black" panose="020B0A04020102020204" pitchFamily="34" charset="0"/>
                        </a:rPr>
                        <a:t>2</a:t>
                      </a:r>
                      <a:endParaRPr lang="zh-CN" altLang="en-US" dirty="0">
                        <a:solidFill>
                          <a:schemeClr val="tx1"/>
                        </a:solidFill>
                        <a:latin typeface="Arial Black" panose="020B0A04020102020204" pitchFamily="34" charset="0"/>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ctr"/>
                      <a:r>
                        <a:rPr lang="en-US" altLang="zh-CN" dirty="0">
                          <a:solidFill>
                            <a:schemeClr val="tx1"/>
                          </a:solidFill>
                          <a:latin typeface="Arial Black" panose="020B0A04020102020204" pitchFamily="34" charset="0"/>
                        </a:rPr>
                        <a:t>…</a:t>
                      </a:r>
                      <a:endParaRPr lang="zh-CN" altLang="en-US" dirty="0">
                        <a:solidFill>
                          <a:schemeClr val="tx1"/>
                        </a:solidFill>
                        <a:latin typeface="Arial Black" panose="020B0A04020102020204" pitchFamily="34" charset="0"/>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extLst>
                  <a:ext uri="{0D108BD9-81ED-4DB2-BD59-A6C34878D82A}">
                    <a16:rowId xmlns:a16="http://schemas.microsoft.com/office/drawing/2014/main" val="316235763"/>
                  </a:ext>
                </a:extLst>
              </a:tr>
            </a:tbl>
          </a:graphicData>
        </a:graphic>
      </p:graphicFrame>
      <p:graphicFrame>
        <p:nvGraphicFramePr>
          <p:cNvPr id="68" name="表格 21">
            <a:extLst>
              <a:ext uri="{FF2B5EF4-FFF2-40B4-BE49-F238E27FC236}">
                <a16:creationId xmlns:a16="http://schemas.microsoft.com/office/drawing/2014/main" id="{D9B4273D-C94E-42E6-A39B-908C6FA1D8AF}"/>
              </a:ext>
            </a:extLst>
          </p:cNvPr>
          <p:cNvGraphicFramePr>
            <a:graphicFrameLocks noGrp="1"/>
          </p:cNvGraphicFramePr>
          <p:nvPr/>
        </p:nvGraphicFramePr>
        <p:xfrm>
          <a:off x="2302929" y="1827576"/>
          <a:ext cx="9067800" cy="370840"/>
        </p:xfrm>
        <a:graphic>
          <a:graphicData uri="http://schemas.openxmlformats.org/drawingml/2006/table">
            <a:tbl>
              <a:tblPr firstRow="1" bandRow="1">
                <a:tableStyleId>{5C22544A-7EE6-4342-B048-85BDC9FD1C3A}</a:tableStyleId>
              </a:tblPr>
              <a:tblGrid>
                <a:gridCol w="755650">
                  <a:extLst>
                    <a:ext uri="{9D8B030D-6E8A-4147-A177-3AD203B41FA5}">
                      <a16:colId xmlns:a16="http://schemas.microsoft.com/office/drawing/2014/main" val="877486509"/>
                    </a:ext>
                  </a:extLst>
                </a:gridCol>
                <a:gridCol w="755650">
                  <a:extLst>
                    <a:ext uri="{9D8B030D-6E8A-4147-A177-3AD203B41FA5}">
                      <a16:colId xmlns:a16="http://schemas.microsoft.com/office/drawing/2014/main" val="3548605817"/>
                    </a:ext>
                  </a:extLst>
                </a:gridCol>
                <a:gridCol w="755650">
                  <a:extLst>
                    <a:ext uri="{9D8B030D-6E8A-4147-A177-3AD203B41FA5}">
                      <a16:colId xmlns:a16="http://schemas.microsoft.com/office/drawing/2014/main" val="2881812895"/>
                    </a:ext>
                  </a:extLst>
                </a:gridCol>
                <a:gridCol w="755650">
                  <a:extLst>
                    <a:ext uri="{9D8B030D-6E8A-4147-A177-3AD203B41FA5}">
                      <a16:colId xmlns:a16="http://schemas.microsoft.com/office/drawing/2014/main" val="3682284582"/>
                    </a:ext>
                  </a:extLst>
                </a:gridCol>
                <a:gridCol w="755650">
                  <a:extLst>
                    <a:ext uri="{9D8B030D-6E8A-4147-A177-3AD203B41FA5}">
                      <a16:colId xmlns:a16="http://schemas.microsoft.com/office/drawing/2014/main" val="500127722"/>
                    </a:ext>
                  </a:extLst>
                </a:gridCol>
                <a:gridCol w="755650">
                  <a:extLst>
                    <a:ext uri="{9D8B030D-6E8A-4147-A177-3AD203B41FA5}">
                      <a16:colId xmlns:a16="http://schemas.microsoft.com/office/drawing/2014/main" val="2946259618"/>
                    </a:ext>
                  </a:extLst>
                </a:gridCol>
                <a:gridCol w="755650">
                  <a:extLst>
                    <a:ext uri="{9D8B030D-6E8A-4147-A177-3AD203B41FA5}">
                      <a16:colId xmlns:a16="http://schemas.microsoft.com/office/drawing/2014/main" val="171501986"/>
                    </a:ext>
                  </a:extLst>
                </a:gridCol>
                <a:gridCol w="755650">
                  <a:extLst>
                    <a:ext uri="{9D8B030D-6E8A-4147-A177-3AD203B41FA5}">
                      <a16:colId xmlns:a16="http://schemas.microsoft.com/office/drawing/2014/main" val="1667185265"/>
                    </a:ext>
                  </a:extLst>
                </a:gridCol>
                <a:gridCol w="755650">
                  <a:extLst>
                    <a:ext uri="{9D8B030D-6E8A-4147-A177-3AD203B41FA5}">
                      <a16:colId xmlns:a16="http://schemas.microsoft.com/office/drawing/2014/main" val="4258211808"/>
                    </a:ext>
                  </a:extLst>
                </a:gridCol>
                <a:gridCol w="755650">
                  <a:extLst>
                    <a:ext uri="{9D8B030D-6E8A-4147-A177-3AD203B41FA5}">
                      <a16:colId xmlns:a16="http://schemas.microsoft.com/office/drawing/2014/main" val="1794200575"/>
                    </a:ext>
                  </a:extLst>
                </a:gridCol>
                <a:gridCol w="755650">
                  <a:extLst>
                    <a:ext uri="{9D8B030D-6E8A-4147-A177-3AD203B41FA5}">
                      <a16:colId xmlns:a16="http://schemas.microsoft.com/office/drawing/2014/main" val="4230716487"/>
                    </a:ext>
                  </a:extLst>
                </a:gridCol>
                <a:gridCol w="755650">
                  <a:extLst>
                    <a:ext uri="{9D8B030D-6E8A-4147-A177-3AD203B41FA5}">
                      <a16:colId xmlns:a16="http://schemas.microsoft.com/office/drawing/2014/main" val="56153739"/>
                    </a:ext>
                  </a:extLst>
                </a:gridCol>
              </a:tblGrid>
              <a:tr h="370840">
                <a:tc>
                  <a:txBody>
                    <a:bodyPr/>
                    <a:lstStyle/>
                    <a:p>
                      <a:pPr algn="ctr"/>
                      <a:r>
                        <a:rPr lang="en-US" altLang="zh-CN" dirty="0">
                          <a:solidFill>
                            <a:schemeClr val="tx1"/>
                          </a:solidFill>
                          <a:latin typeface="Arial Black" panose="020B0A04020102020204" pitchFamily="34" charset="0"/>
                        </a:rPr>
                        <a:t>0</a:t>
                      </a:r>
                      <a:endParaRPr lang="zh-CN" altLang="en-US" dirty="0">
                        <a:solidFill>
                          <a:schemeClr val="tx1"/>
                        </a:solidFill>
                        <a:latin typeface="Arial Black" panose="020B0A04020102020204" pitchFamily="34" charset="0"/>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ctr"/>
                      <a:r>
                        <a:rPr lang="en-US" altLang="zh-CN" dirty="0">
                          <a:solidFill>
                            <a:schemeClr val="tx1"/>
                          </a:solidFill>
                          <a:latin typeface="Arial Black" panose="020B0A04020102020204" pitchFamily="34" charset="0"/>
                        </a:rPr>
                        <a:t>1</a:t>
                      </a:r>
                      <a:endParaRPr lang="zh-CN" altLang="en-US" dirty="0">
                        <a:solidFill>
                          <a:schemeClr val="tx1"/>
                        </a:solidFill>
                        <a:latin typeface="Arial Black" panose="020B0A04020102020204" pitchFamily="34" charset="0"/>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ctr"/>
                      <a:r>
                        <a:rPr lang="en-US" altLang="zh-CN" dirty="0">
                          <a:solidFill>
                            <a:schemeClr val="tx1"/>
                          </a:solidFill>
                          <a:latin typeface="Arial Black" panose="020B0A04020102020204" pitchFamily="34" charset="0"/>
                        </a:rPr>
                        <a:t>2</a:t>
                      </a:r>
                      <a:endParaRPr lang="zh-CN" altLang="en-US" dirty="0">
                        <a:solidFill>
                          <a:schemeClr val="tx1"/>
                        </a:solidFill>
                        <a:latin typeface="Arial Black" panose="020B0A04020102020204" pitchFamily="34" charset="0"/>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ctr"/>
                      <a:r>
                        <a:rPr lang="en-US" altLang="zh-CN" dirty="0">
                          <a:solidFill>
                            <a:schemeClr val="tx1"/>
                          </a:solidFill>
                          <a:latin typeface="Arial Black" panose="020B0A04020102020204" pitchFamily="34" charset="0"/>
                        </a:rPr>
                        <a:t>3</a:t>
                      </a:r>
                      <a:endParaRPr lang="zh-CN" altLang="en-US" dirty="0">
                        <a:solidFill>
                          <a:schemeClr val="tx1"/>
                        </a:solidFill>
                        <a:latin typeface="Arial Black" panose="020B0A04020102020204" pitchFamily="34" charset="0"/>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ctr"/>
                      <a:r>
                        <a:rPr lang="en-US" altLang="zh-CN" dirty="0">
                          <a:solidFill>
                            <a:schemeClr val="tx1"/>
                          </a:solidFill>
                          <a:latin typeface="Arial Black" panose="020B0A04020102020204" pitchFamily="34" charset="0"/>
                        </a:rPr>
                        <a:t>4</a:t>
                      </a:r>
                      <a:endParaRPr lang="zh-CN" altLang="en-US" dirty="0">
                        <a:solidFill>
                          <a:schemeClr val="tx1"/>
                        </a:solidFill>
                        <a:latin typeface="Arial Black" panose="020B0A04020102020204" pitchFamily="34" charset="0"/>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ctr"/>
                      <a:r>
                        <a:rPr lang="en-US" altLang="zh-CN" dirty="0">
                          <a:solidFill>
                            <a:schemeClr val="tx1"/>
                          </a:solidFill>
                          <a:latin typeface="Arial Black" panose="020B0A04020102020204" pitchFamily="34" charset="0"/>
                        </a:rPr>
                        <a:t>5</a:t>
                      </a:r>
                      <a:endParaRPr lang="zh-CN" altLang="en-US" dirty="0">
                        <a:solidFill>
                          <a:schemeClr val="tx1"/>
                        </a:solidFill>
                        <a:latin typeface="Arial Black" panose="020B0A04020102020204" pitchFamily="34" charset="0"/>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ctr"/>
                      <a:r>
                        <a:rPr lang="en-US" altLang="zh-CN" dirty="0">
                          <a:solidFill>
                            <a:schemeClr val="tx1"/>
                          </a:solidFill>
                          <a:latin typeface="Arial Black" panose="020B0A04020102020204" pitchFamily="34" charset="0"/>
                        </a:rPr>
                        <a:t>6</a:t>
                      </a:r>
                      <a:endParaRPr lang="zh-CN" altLang="en-US" dirty="0">
                        <a:solidFill>
                          <a:schemeClr val="tx1"/>
                        </a:solidFill>
                        <a:latin typeface="Arial Black" panose="020B0A04020102020204" pitchFamily="34" charset="0"/>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ctr"/>
                      <a:r>
                        <a:rPr lang="en-US" altLang="zh-CN" dirty="0">
                          <a:solidFill>
                            <a:schemeClr val="tx1"/>
                          </a:solidFill>
                          <a:latin typeface="Arial Black" panose="020B0A04020102020204" pitchFamily="34" charset="0"/>
                        </a:rPr>
                        <a:t>7</a:t>
                      </a:r>
                      <a:endParaRPr lang="zh-CN" altLang="en-US" dirty="0">
                        <a:solidFill>
                          <a:schemeClr val="tx1"/>
                        </a:solidFill>
                        <a:latin typeface="Arial Black" panose="020B0A04020102020204" pitchFamily="34" charset="0"/>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ctr"/>
                      <a:r>
                        <a:rPr lang="en-US" altLang="zh-CN" dirty="0">
                          <a:solidFill>
                            <a:schemeClr val="tx1"/>
                          </a:solidFill>
                          <a:latin typeface="Arial Black" panose="020B0A04020102020204" pitchFamily="34" charset="0"/>
                        </a:rPr>
                        <a:t>0</a:t>
                      </a:r>
                      <a:endParaRPr lang="zh-CN" altLang="en-US" dirty="0">
                        <a:solidFill>
                          <a:schemeClr val="tx1"/>
                        </a:solidFill>
                        <a:latin typeface="Arial Black" panose="020B0A04020102020204" pitchFamily="34" charset="0"/>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ctr"/>
                      <a:r>
                        <a:rPr lang="en-US" altLang="zh-CN" dirty="0">
                          <a:solidFill>
                            <a:schemeClr val="tx1"/>
                          </a:solidFill>
                          <a:latin typeface="Arial Black" panose="020B0A04020102020204" pitchFamily="34" charset="0"/>
                        </a:rPr>
                        <a:t>1</a:t>
                      </a:r>
                      <a:endParaRPr lang="zh-CN" altLang="en-US" dirty="0">
                        <a:solidFill>
                          <a:schemeClr val="tx1"/>
                        </a:solidFill>
                        <a:latin typeface="Arial Black" panose="020B0A04020102020204" pitchFamily="34" charset="0"/>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ctr"/>
                      <a:r>
                        <a:rPr lang="en-US" altLang="zh-CN" dirty="0">
                          <a:solidFill>
                            <a:schemeClr val="tx1"/>
                          </a:solidFill>
                          <a:latin typeface="Arial Black" panose="020B0A04020102020204" pitchFamily="34" charset="0"/>
                        </a:rPr>
                        <a:t>2</a:t>
                      </a:r>
                      <a:endParaRPr lang="zh-CN" altLang="en-US" dirty="0">
                        <a:solidFill>
                          <a:schemeClr val="tx1"/>
                        </a:solidFill>
                        <a:latin typeface="Arial Black" panose="020B0A04020102020204" pitchFamily="34" charset="0"/>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ctr"/>
                      <a:r>
                        <a:rPr lang="en-US" altLang="zh-CN" dirty="0">
                          <a:solidFill>
                            <a:schemeClr val="tx1"/>
                          </a:solidFill>
                          <a:latin typeface="Arial Black" panose="020B0A04020102020204" pitchFamily="34" charset="0"/>
                        </a:rPr>
                        <a:t>…</a:t>
                      </a:r>
                      <a:endParaRPr lang="zh-CN" altLang="en-US" dirty="0">
                        <a:solidFill>
                          <a:schemeClr val="tx1"/>
                        </a:solidFill>
                        <a:latin typeface="Arial Black" panose="020B0A04020102020204" pitchFamily="34" charset="0"/>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extLst>
                  <a:ext uri="{0D108BD9-81ED-4DB2-BD59-A6C34878D82A}">
                    <a16:rowId xmlns:a16="http://schemas.microsoft.com/office/drawing/2014/main" val="316235763"/>
                  </a:ext>
                </a:extLst>
              </a:tr>
            </a:tbl>
          </a:graphicData>
        </a:graphic>
      </p:graphicFrame>
      <p:sp>
        <p:nvSpPr>
          <p:cNvPr id="13" name="矩形 12">
            <a:extLst>
              <a:ext uri="{FF2B5EF4-FFF2-40B4-BE49-F238E27FC236}">
                <a16:creationId xmlns:a16="http://schemas.microsoft.com/office/drawing/2014/main" id="{14642CA0-C4C4-44A5-BD3D-9FB5C2470514}"/>
              </a:ext>
            </a:extLst>
          </p:cNvPr>
          <p:cNvSpPr/>
          <p:nvPr/>
        </p:nvSpPr>
        <p:spPr>
          <a:xfrm>
            <a:off x="2300222" y="5537182"/>
            <a:ext cx="3780000" cy="390966"/>
          </a:xfrm>
          <a:prstGeom prst="rect">
            <a:avLst/>
          </a:prstGeom>
          <a:solidFill>
            <a:schemeClr val="accent3">
              <a:alpha val="74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grpSp>
        <p:nvGrpSpPr>
          <p:cNvPr id="18" name="组合 17">
            <a:extLst>
              <a:ext uri="{FF2B5EF4-FFF2-40B4-BE49-F238E27FC236}">
                <a16:creationId xmlns:a16="http://schemas.microsoft.com/office/drawing/2014/main" id="{FECE4161-7991-47A2-A1EF-C9E654D9B154}"/>
              </a:ext>
            </a:extLst>
          </p:cNvPr>
          <p:cNvGrpSpPr/>
          <p:nvPr/>
        </p:nvGrpSpPr>
        <p:grpSpPr>
          <a:xfrm>
            <a:off x="1251044" y="4058101"/>
            <a:ext cx="708432" cy="1325976"/>
            <a:chOff x="1251044" y="4058101"/>
            <a:chExt cx="708432" cy="1325976"/>
          </a:xfrm>
        </p:grpSpPr>
        <p:sp>
          <p:nvSpPr>
            <p:cNvPr id="10" name="矩形 9">
              <a:extLst>
                <a:ext uri="{FF2B5EF4-FFF2-40B4-BE49-F238E27FC236}">
                  <a16:creationId xmlns:a16="http://schemas.microsoft.com/office/drawing/2014/main" id="{13BD80EC-9893-49F1-A9D2-1DEAB48A6E7A}"/>
                </a:ext>
              </a:extLst>
            </p:cNvPr>
            <p:cNvSpPr/>
            <p:nvPr/>
          </p:nvSpPr>
          <p:spPr>
            <a:xfrm>
              <a:off x="1251044" y="4862501"/>
              <a:ext cx="708432" cy="270283"/>
            </a:xfrm>
            <a:prstGeom prst="rect">
              <a:avLst/>
            </a:prstGeom>
            <a:solidFill>
              <a:schemeClr val="accent3"/>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46800" rIns="46800" rtlCol="0" anchor="ctr"/>
            <a:lstStyle/>
            <a:p>
              <a:pPr algn="ctr"/>
              <a:r>
                <a:rPr lang="en-US" altLang="zh-CN" b="1" dirty="0"/>
                <a:t>DATA3</a:t>
              </a:r>
              <a:endParaRPr lang="zh-CN" altLang="en-US" b="1" dirty="0"/>
            </a:p>
          </p:txBody>
        </p:sp>
        <p:sp>
          <p:nvSpPr>
            <p:cNvPr id="50" name="矩形 49">
              <a:extLst>
                <a:ext uri="{FF2B5EF4-FFF2-40B4-BE49-F238E27FC236}">
                  <a16:creationId xmlns:a16="http://schemas.microsoft.com/office/drawing/2014/main" id="{1B0B9A62-836E-41F2-9F67-05376D30A6B8}"/>
                </a:ext>
              </a:extLst>
            </p:cNvPr>
            <p:cNvSpPr/>
            <p:nvPr/>
          </p:nvSpPr>
          <p:spPr>
            <a:xfrm>
              <a:off x="1251044" y="4590628"/>
              <a:ext cx="708432" cy="270283"/>
            </a:xfrm>
            <a:prstGeom prst="rect">
              <a:avLst/>
            </a:prstGeom>
            <a:solidFill>
              <a:schemeClr val="accent3"/>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46800" rIns="46800" rtlCol="0" anchor="ctr"/>
            <a:lstStyle/>
            <a:p>
              <a:pPr algn="ctr"/>
              <a:r>
                <a:rPr lang="en-US" altLang="zh-CN" b="1" dirty="0"/>
                <a:t>DATA2</a:t>
              </a:r>
              <a:endParaRPr lang="zh-CN" altLang="en-US" b="1" dirty="0"/>
            </a:p>
          </p:txBody>
        </p:sp>
        <p:sp>
          <p:nvSpPr>
            <p:cNvPr id="51" name="矩形 50">
              <a:extLst>
                <a:ext uri="{FF2B5EF4-FFF2-40B4-BE49-F238E27FC236}">
                  <a16:creationId xmlns:a16="http://schemas.microsoft.com/office/drawing/2014/main" id="{3934A53B-F179-4AE5-8C40-09CC755FD35B}"/>
                </a:ext>
              </a:extLst>
            </p:cNvPr>
            <p:cNvSpPr/>
            <p:nvPr/>
          </p:nvSpPr>
          <p:spPr>
            <a:xfrm>
              <a:off x="1251044" y="4320345"/>
              <a:ext cx="708432" cy="270283"/>
            </a:xfrm>
            <a:prstGeom prst="rect">
              <a:avLst/>
            </a:prstGeom>
            <a:solidFill>
              <a:schemeClr val="accent3"/>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46800" rIns="46800" rtlCol="0" anchor="ctr"/>
            <a:lstStyle/>
            <a:p>
              <a:pPr algn="ctr"/>
              <a:r>
                <a:rPr lang="en-US" altLang="zh-CN" b="1" dirty="0"/>
                <a:t>DATA1</a:t>
              </a:r>
              <a:endParaRPr lang="zh-CN" altLang="en-US" b="1" dirty="0"/>
            </a:p>
          </p:txBody>
        </p:sp>
        <p:sp>
          <p:nvSpPr>
            <p:cNvPr id="52" name="矩形 51">
              <a:extLst>
                <a:ext uri="{FF2B5EF4-FFF2-40B4-BE49-F238E27FC236}">
                  <a16:creationId xmlns:a16="http://schemas.microsoft.com/office/drawing/2014/main" id="{7B02FABA-E117-418F-9E20-7E4C1DB84616}"/>
                </a:ext>
              </a:extLst>
            </p:cNvPr>
            <p:cNvSpPr/>
            <p:nvPr/>
          </p:nvSpPr>
          <p:spPr>
            <a:xfrm>
              <a:off x="1251044" y="4058101"/>
              <a:ext cx="708432" cy="270283"/>
            </a:xfrm>
            <a:prstGeom prst="rect">
              <a:avLst/>
            </a:prstGeom>
            <a:solidFill>
              <a:schemeClr val="accent3"/>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46800" rIns="46800" rtlCol="0" anchor="ctr"/>
            <a:lstStyle/>
            <a:p>
              <a:pPr algn="ctr"/>
              <a:r>
                <a:rPr lang="en-US" altLang="zh-CN" b="1" dirty="0"/>
                <a:t>DATA0</a:t>
              </a:r>
              <a:endParaRPr lang="zh-CN" altLang="en-US" b="1" dirty="0"/>
            </a:p>
          </p:txBody>
        </p:sp>
        <p:sp>
          <p:nvSpPr>
            <p:cNvPr id="59" name="矩形 58">
              <a:extLst>
                <a:ext uri="{FF2B5EF4-FFF2-40B4-BE49-F238E27FC236}">
                  <a16:creationId xmlns:a16="http://schemas.microsoft.com/office/drawing/2014/main" id="{21DD3FEA-191D-4538-9A4F-9950057B33B0}"/>
                </a:ext>
              </a:extLst>
            </p:cNvPr>
            <p:cNvSpPr/>
            <p:nvPr/>
          </p:nvSpPr>
          <p:spPr>
            <a:xfrm>
              <a:off x="1251044" y="5113794"/>
              <a:ext cx="708432" cy="270283"/>
            </a:xfrm>
            <a:prstGeom prst="rect">
              <a:avLst/>
            </a:prstGeom>
            <a:solidFill>
              <a:schemeClr val="accent3"/>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46800" rIns="46800" rtlCol="0" anchor="ctr"/>
            <a:lstStyle/>
            <a:p>
              <a:pPr algn="ctr"/>
              <a:r>
                <a:rPr lang="en-US" altLang="zh-CN" b="1" dirty="0"/>
                <a:t>DATA4</a:t>
              </a:r>
              <a:endParaRPr lang="zh-CN" altLang="en-US" b="1" dirty="0"/>
            </a:p>
          </p:txBody>
        </p:sp>
      </p:grpSp>
      <p:sp>
        <p:nvSpPr>
          <p:cNvPr id="30" name="矩形 29">
            <a:extLst>
              <a:ext uri="{FF2B5EF4-FFF2-40B4-BE49-F238E27FC236}">
                <a16:creationId xmlns:a16="http://schemas.microsoft.com/office/drawing/2014/main" id="{D1F1FAB1-144B-409B-87EA-0CC44441BA84}"/>
              </a:ext>
            </a:extLst>
          </p:cNvPr>
          <p:cNvSpPr/>
          <p:nvPr/>
        </p:nvSpPr>
        <p:spPr>
          <a:xfrm>
            <a:off x="3024307" y="2892707"/>
            <a:ext cx="256976" cy="256976"/>
          </a:xfrm>
          <a:prstGeom prst="rect">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31" name="íşlïḍè">
            <a:extLst>
              <a:ext uri="{FF2B5EF4-FFF2-40B4-BE49-F238E27FC236}">
                <a16:creationId xmlns:a16="http://schemas.microsoft.com/office/drawing/2014/main" id="{58CDDEB0-455B-47EC-82A0-3ACACCFDFF9B}"/>
              </a:ext>
            </a:extLst>
          </p:cNvPr>
          <p:cNvSpPr txBox="1"/>
          <p:nvPr/>
        </p:nvSpPr>
        <p:spPr>
          <a:xfrm>
            <a:off x="3341535" y="2838386"/>
            <a:ext cx="8545666" cy="369332"/>
          </a:xfrm>
          <a:prstGeom prst="rect">
            <a:avLst/>
          </a:prstGeom>
          <a:noFill/>
        </p:spPr>
        <p:txBody>
          <a:bodyPr wrap="square" lIns="91440" tIns="45720" rIns="91440" bIns="45720" anchor="ctr">
            <a:noAutofit/>
          </a:bodyPr>
          <a:lstStyle/>
          <a:p>
            <a:r>
              <a:rPr lang="zh-CN" altLang="en-US" b="1" dirty="0"/>
              <a:t>回退</a:t>
            </a:r>
            <a:r>
              <a:rPr lang="en-US" altLang="zh-CN" b="1" dirty="0"/>
              <a:t>N</a:t>
            </a:r>
            <a:r>
              <a:rPr lang="zh-CN" altLang="en-US" b="1" dirty="0"/>
              <a:t>帧协议的接收方采用</a:t>
            </a:r>
            <a:r>
              <a:rPr lang="zh-CN" altLang="en-US" b="1" dirty="0">
                <a:solidFill>
                  <a:schemeClr val="accent1">
                    <a:lumMod val="75000"/>
                  </a:schemeClr>
                </a:solidFill>
              </a:rPr>
              <a:t>累积确认</a:t>
            </a:r>
            <a:r>
              <a:rPr lang="zh-CN" altLang="en-US" b="1" dirty="0"/>
              <a:t>方式。</a:t>
            </a:r>
            <a:endParaRPr lang="en-US" altLang="zh-CN" b="1" dirty="0"/>
          </a:p>
        </p:txBody>
      </p:sp>
      <p:sp>
        <p:nvSpPr>
          <p:cNvPr id="32" name="矩形 31">
            <a:extLst>
              <a:ext uri="{FF2B5EF4-FFF2-40B4-BE49-F238E27FC236}">
                <a16:creationId xmlns:a16="http://schemas.microsoft.com/office/drawing/2014/main" id="{D1A5EA08-8784-4242-9B27-8CC5F92011FD}"/>
              </a:ext>
            </a:extLst>
          </p:cNvPr>
          <p:cNvSpPr/>
          <p:nvPr/>
        </p:nvSpPr>
        <p:spPr>
          <a:xfrm>
            <a:off x="3439844" y="3330150"/>
            <a:ext cx="256976" cy="256976"/>
          </a:xfrm>
          <a:prstGeom prst="rect">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33" name="íşlïḍè">
            <a:extLst>
              <a:ext uri="{FF2B5EF4-FFF2-40B4-BE49-F238E27FC236}">
                <a16:creationId xmlns:a16="http://schemas.microsoft.com/office/drawing/2014/main" id="{736EA9E8-176B-4D3C-A0EA-B2DD80DB2FFD}"/>
              </a:ext>
            </a:extLst>
          </p:cNvPr>
          <p:cNvSpPr txBox="1"/>
          <p:nvPr/>
        </p:nvSpPr>
        <p:spPr>
          <a:xfrm>
            <a:off x="3757072" y="3275829"/>
            <a:ext cx="8130125" cy="618594"/>
          </a:xfrm>
          <a:prstGeom prst="rect">
            <a:avLst/>
          </a:prstGeom>
          <a:noFill/>
        </p:spPr>
        <p:txBody>
          <a:bodyPr wrap="square" lIns="91440" tIns="45720" rIns="91440" bIns="45720" anchor="ctr">
            <a:noAutofit/>
          </a:bodyPr>
          <a:lstStyle/>
          <a:p>
            <a:r>
              <a:rPr lang="zh-CN" altLang="en-US" b="1" dirty="0"/>
              <a:t>接收方不必对收到的每一个数据分组都发送一个确认分组，而是可以在收到几个序号连续的数据分组后，对按序到达的最后一个数据分组发送确认分组。</a:t>
            </a:r>
            <a:endParaRPr lang="en-US" altLang="zh-CN" b="1" dirty="0"/>
          </a:p>
        </p:txBody>
      </p:sp>
      <p:sp>
        <p:nvSpPr>
          <p:cNvPr id="36" name="矩形 35">
            <a:extLst>
              <a:ext uri="{FF2B5EF4-FFF2-40B4-BE49-F238E27FC236}">
                <a16:creationId xmlns:a16="http://schemas.microsoft.com/office/drawing/2014/main" id="{F8B281F5-0039-43CF-9A08-A2EBCF543D23}"/>
              </a:ext>
            </a:extLst>
          </p:cNvPr>
          <p:cNvSpPr/>
          <p:nvPr/>
        </p:nvSpPr>
        <p:spPr>
          <a:xfrm>
            <a:off x="3439844" y="4018994"/>
            <a:ext cx="256976" cy="256976"/>
          </a:xfrm>
          <a:prstGeom prst="rect">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37" name="íşlïḍè">
            <a:extLst>
              <a:ext uri="{FF2B5EF4-FFF2-40B4-BE49-F238E27FC236}">
                <a16:creationId xmlns:a16="http://schemas.microsoft.com/office/drawing/2014/main" id="{EBF75F0A-1FDB-4C82-9F30-DFD856322651}"/>
              </a:ext>
            </a:extLst>
          </p:cNvPr>
          <p:cNvSpPr txBox="1"/>
          <p:nvPr/>
        </p:nvSpPr>
        <p:spPr>
          <a:xfrm>
            <a:off x="3757072" y="3964673"/>
            <a:ext cx="8130125" cy="355672"/>
          </a:xfrm>
          <a:prstGeom prst="rect">
            <a:avLst/>
          </a:prstGeom>
          <a:noFill/>
        </p:spPr>
        <p:txBody>
          <a:bodyPr wrap="square" lIns="91440" tIns="45720" rIns="91440" bIns="45720" anchor="ctr">
            <a:noAutofit/>
          </a:bodyPr>
          <a:lstStyle/>
          <a:p>
            <a:r>
              <a:rPr lang="zh-CN" altLang="en-US" b="1" dirty="0"/>
              <a:t>接收方何时发送累积确认分组，由具体实现决定。</a:t>
            </a:r>
            <a:endParaRPr lang="en-US" altLang="zh-CN" b="1" dirty="0"/>
          </a:p>
        </p:txBody>
      </p:sp>
      <p:sp>
        <p:nvSpPr>
          <p:cNvPr id="38" name="矩形 37">
            <a:extLst>
              <a:ext uri="{FF2B5EF4-FFF2-40B4-BE49-F238E27FC236}">
                <a16:creationId xmlns:a16="http://schemas.microsoft.com/office/drawing/2014/main" id="{D11758A3-4537-4CEE-947A-F043B50370E6}"/>
              </a:ext>
            </a:extLst>
          </p:cNvPr>
          <p:cNvSpPr/>
          <p:nvPr/>
        </p:nvSpPr>
        <p:spPr>
          <a:xfrm>
            <a:off x="3439847" y="4512637"/>
            <a:ext cx="256976" cy="256976"/>
          </a:xfrm>
          <a:prstGeom prst="rect">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39" name="íşlïḍè">
            <a:extLst>
              <a:ext uri="{FF2B5EF4-FFF2-40B4-BE49-F238E27FC236}">
                <a16:creationId xmlns:a16="http://schemas.microsoft.com/office/drawing/2014/main" id="{4B7D780F-B7FF-4B99-8C26-92E57CC239FF}"/>
              </a:ext>
            </a:extLst>
          </p:cNvPr>
          <p:cNvSpPr txBox="1"/>
          <p:nvPr/>
        </p:nvSpPr>
        <p:spPr>
          <a:xfrm>
            <a:off x="3757075" y="4458316"/>
            <a:ext cx="8130125" cy="355672"/>
          </a:xfrm>
          <a:prstGeom prst="rect">
            <a:avLst/>
          </a:prstGeom>
          <a:noFill/>
        </p:spPr>
        <p:txBody>
          <a:bodyPr wrap="square" lIns="91440" tIns="45720" rIns="91440" bIns="45720" anchor="ctr">
            <a:noAutofit/>
          </a:bodyPr>
          <a:lstStyle/>
          <a:p>
            <a:r>
              <a:rPr lang="zh-CN" altLang="en-US" b="1" dirty="0"/>
              <a:t>确认分组</a:t>
            </a:r>
            <a:r>
              <a:rPr lang="en-US" altLang="zh-CN" b="1" dirty="0" err="1"/>
              <a:t>ACKn</a:t>
            </a:r>
            <a:r>
              <a:rPr lang="zh-CN" altLang="en-US" b="1" dirty="0"/>
              <a:t>表明序号为</a:t>
            </a:r>
            <a:r>
              <a:rPr lang="en-US" altLang="zh-CN" b="1" dirty="0"/>
              <a:t>n</a:t>
            </a:r>
            <a:r>
              <a:rPr lang="zh-CN" altLang="en-US" b="1" dirty="0"/>
              <a:t>及之前的所有数据分组都已正确接收。</a:t>
            </a:r>
            <a:endParaRPr lang="en-US" altLang="zh-CN" b="1" dirty="0"/>
          </a:p>
        </p:txBody>
      </p:sp>
      <p:sp>
        <p:nvSpPr>
          <p:cNvPr id="40" name="平行四边形 39">
            <a:extLst>
              <a:ext uri="{FF2B5EF4-FFF2-40B4-BE49-F238E27FC236}">
                <a16:creationId xmlns:a16="http://schemas.microsoft.com/office/drawing/2014/main" id="{1DA49D01-A2C0-78F2-628F-A4AFB41ACE02}"/>
              </a:ext>
            </a:extLst>
          </p:cNvPr>
          <p:cNvSpPr/>
          <p:nvPr/>
        </p:nvSpPr>
        <p:spPr>
          <a:xfrm>
            <a:off x="304799" y="749300"/>
            <a:ext cx="695119" cy="387090"/>
          </a:xfrm>
          <a:prstGeom prst="parallelogram">
            <a:avLst/>
          </a:prstGeom>
          <a:solidFill>
            <a:schemeClr val="accent3">
              <a:lumMod val="75000"/>
            </a:schemeClr>
          </a:solidFill>
          <a:ln>
            <a:solidFill>
              <a:schemeClr val="accent3">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CN" sz="2200" dirty="0">
                <a:latin typeface="Impact" panose="020B0806030902050204" pitchFamily="34" charset="0"/>
              </a:rPr>
              <a:t>04</a:t>
            </a:r>
            <a:endParaRPr lang="zh-CN" altLang="en-US" sz="2200" dirty="0">
              <a:latin typeface="Impact" panose="020B0806030902050204" pitchFamily="34" charset="0"/>
            </a:endParaRPr>
          </a:p>
        </p:txBody>
      </p:sp>
    </p:spTree>
    <p:custDataLst>
      <p:tags r:id="rId1"/>
    </p:custDataLst>
    <p:extLst>
      <p:ext uri="{BB962C8B-B14F-4D97-AF65-F5344CB8AC3E}">
        <p14:creationId xmlns:p14="http://schemas.microsoft.com/office/powerpoint/2010/main" val="3255893036"/>
      </p:ext>
    </p:extLst>
  </p:cSld>
  <p:clrMapOvr>
    <a:masterClrMapping/>
  </p:clrMapOvr>
  <mc:AlternateContent xmlns:mc="http://schemas.openxmlformats.org/markup-compatibility/2006" xmlns:p14="http://schemas.microsoft.com/office/powerpoint/2010/main">
    <mc:Choice Requires="p14">
      <p:transition p14:dur="10"/>
    </mc:Choice>
    <mc:Fallback xmlns="">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2" presetClass="entr" presetSubtype="4" fill="hold" nodeType="withEffect">
                                  <p:stCondLst>
                                    <p:cond delay="0"/>
                                  </p:stCondLst>
                                  <p:childTnLst>
                                    <p:set>
                                      <p:cBhvr>
                                        <p:cTn id="6" dur="1" fill="hold">
                                          <p:stCondLst>
                                            <p:cond delay="0"/>
                                          </p:stCondLst>
                                        </p:cTn>
                                        <p:tgtEl>
                                          <p:spTgt spid="18"/>
                                        </p:tgtEl>
                                        <p:attrNameLst>
                                          <p:attrName>style.visibility</p:attrName>
                                        </p:attrNameLst>
                                      </p:cBhvr>
                                      <p:to>
                                        <p:strVal val="visible"/>
                                      </p:to>
                                    </p:set>
                                    <p:anim calcmode="lin" valueType="num">
                                      <p:cBhvr additive="base">
                                        <p:cTn id="7" dur="2000"/>
                                        <p:tgtEl>
                                          <p:spTgt spid="18"/>
                                        </p:tgtEl>
                                        <p:attrNameLst>
                                          <p:attrName>ppt_y</p:attrName>
                                        </p:attrNameLst>
                                      </p:cBhvr>
                                      <p:tavLst>
                                        <p:tav tm="0">
                                          <p:val>
                                            <p:strVal val="#ppt_y+#ppt_h*1.125000"/>
                                          </p:val>
                                        </p:tav>
                                        <p:tav tm="100000">
                                          <p:val>
                                            <p:strVal val="#ppt_y"/>
                                          </p:val>
                                        </p:tav>
                                      </p:tavLst>
                                    </p:anim>
                                    <p:animEffect transition="in" filter="wipe(up)">
                                      <p:cBhvr>
                                        <p:cTn id="8" dur="2000"/>
                                        <p:tgtEl>
                                          <p:spTgt spid="18"/>
                                        </p:tgtEl>
                                      </p:cBhvr>
                                    </p:animEffect>
                                  </p:childTnLst>
                                </p:cTn>
                              </p:par>
                              <p:par>
                                <p:cTn id="9" presetID="22" presetClass="entr" presetSubtype="8" fill="hold" grpId="0" nodeType="withEffect">
                                  <p:stCondLst>
                                    <p:cond delay="0"/>
                                  </p:stCondLst>
                                  <p:childTnLst>
                                    <p:set>
                                      <p:cBhvr>
                                        <p:cTn id="10" dur="1" fill="hold">
                                          <p:stCondLst>
                                            <p:cond delay="0"/>
                                          </p:stCondLst>
                                        </p:cTn>
                                        <p:tgtEl>
                                          <p:spTgt spid="13"/>
                                        </p:tgtEl>
                                        <p:attrNameLst>
                                          <p:attrName>style.visibility</p:attrName>
                                        </p:attrNameLst>
                                      </p:cBhvr>
                                      <p:to>
                                        <p:strVal val="visible"/>
                                      </p:to>
                                    </p:set>
                                    <p:animEffect transition="in" filter="wipe(left)">
                                      <p:cBhvr>
                                        <p:cTn id="11" dur="2000"/>
                                        <p:tgtEl>
                                          <p:spTgt spid="13"/>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3" grpId="0" animBg="1"/>
    </p:bldLst>
  </p:timing>
</p:sld>
</file>

<file path=ppt/slides/slide16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6" name="组合 5">
            <a:extLst>
              <a:ext uri="{FF2B5EF4-FFF2-40B4-BE49-F238E27FC236}">
                <a16:creationId xmlns:a16="http://schemas.microsoft.com/office/drawing/2014/main" id="{35D57BA3-C33A-4413-B558-3B4EE4F3080F}"/>
              </a:ext>
            </a:extLst>
          </p:cNvPr>
          <p:cNvGrpSpPr/>
          <p:nvPr/>
        </p:nvGrpSpPr>
        <p:grpSpPr>
          <a:xfrm>
            <a:off x="2146413" y="1363110"/>
            <a:ext cx="1067217" cy="917885"/>
            <a:chOff x="2146413" y="1363110"/>
            <a:chExt cx="1067217" cy="917885"/>
          </a:xfrm>
        </p:grpSpPr>
        <p:sp>
          <p:nvSpPr>
            <p:cNvPr id="34" name="矩形 33">
              <a:extLst>
                <a:ext uri="{FF2B5EF4-FFF2-40B4-BE49-F238E27FC236}">
                  <a16:creationId xmlns:a16="http://schemas.microsoft.com/office/drawing/2014/main" id="{C0C70259-4145-42A4-A97E-2108291E4ADC}"/>
                </a:ext>
              </a:extLst>
            </p:cNvPr>
            <p:cNvSpPr/>
            <p:nvPr/>
          </p:nvSpPr>
          <p:spPr>
            <a:xfrm>
              <a:off x="2300222" y="1739531"/>
              <a:ext cx="759600" cy="541464"/>
            </a:xfrm>
            <a:prstGeom prst="rect">
              <a:avLst/>
            </a:prstGeom>
            <a:solidFill>
              <a:schemeClr val="accent4"/>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mc:AlternateContent xmlns:mc="http://schemas.openxmlformats.org/markup-compatibility/2006" xmlns:a14="http://schemas.microsoft.com/office/drawing/2010/main">
          <mc:Choice Requires="a14">
            <p:sp>
              <p:nvSpPr>
                <p:cNvPr id="35" name="文本框 34">
                  <a:extLst>
                    <a:ext uri="{FF2B5EF4-FFF2-40B4-BE49-F238E27FC236}">
                      <a16:creationId xmlns:a16="http://schemas.microsoft.com/office/drawing/2014/main" id="{EE98B7EB-F32B-4A4F-9072-DF021D7DCAD9}"/>
                    </a:ext>
                  </a:extLst>
                </p:cNvPr>
                <p:cNvSpPr txBox="1"/>
                <p:nvPr/>
              </p:nvSpPr>
              <p:spPr>
                <a:xfrm>
                  <a:off x="2146413" y="1363110"/>
                  <a:ext cx="1067217" cy="369332"/>
                </a:xfrm>
                <a:prstGeom prst="rect">
                  <a:avLst/>
                </a:prstGeom>
                <a:noFill/>
              </p:spPr>
              <p:txBody>
                <a:bodyPr wrap="square">
                  <a:spAutoFit/>
                </a:bodyPr>
                <a:lstStyle/>
                <a:p>
                  <a:pPr/>
                  <a14:m>
                    <m:oMathPara xmlns:m="http://schemas.openxmlformats.org/officeDocument/2006/math">
                      <m:oMathParaPr>
                        <m:jc m:val="centerGroup"/>
                      </m:oMathParaPr>
                      <m:oMath xmlns:m="http://schemas.openxmlformats.org/officeDocument/2006/math">
                        <m:sSub>
                          <m:sSubPr>
                            <m:ctrlPr>
                              <a:rPr lang="en-US" altLang="zh-CN" b="1" i="1" smtClean="0">
                                <a:solidFill>
                                  <a:schemeClr val="accent4"/>
                                </a:solidFill>
                                <a:latin typeface="Cambria Math" panose="02040503050406030204" pitchFamily="18" charset="0"/>
                              </a:rPr>
                            </m:ctrlPr>
                          </m:sSubPr>
                          <m:e>
                            <m:r>
                              <a:rPr lang="en-US" altLang="zh-CN" b="1" i="1" smtClean="0">
                                <a:solidFill>
                                  <a:schemeClr val="accent4"/>
                                </a:solidFill>
                                <a:latin typeface="Cambria Math" panose="02040503050406030204" pitchFamily="18" charset="0"/>
                              </a:rPr>
                              <m:t>𝑾</m:t>
                            </m:r>
                          </m:e>
                          <m:sub>
                            <m:r>
                              <a:rPr lang="en-US" altLang="zh-CN" b="1" i="1" smtClean="0">
                                <a:solidFill>
                                  <a:schemeClr val="accent4"/>
                                </a:solidFill>
                                <a:latin typeface="Cambria Math" panose="02040503050406030204" pitchFamily="18" charset="0"/>
                              </a:rPr>
                              <m:t>𝑹</m:t>
                            </m:r>
                          </m:sub>
                        </m:sSub>
                        <m:r>
                          <a:rPr lang="en-US" altLang="zh-CN" b="1" i="1" smtClean="0">
                            <a:solidFill>
                              <a:schemeClr val="accent4"/>
                            </a:solidFill>
                            <a:latin typeface="Cambria Math" panose="02040503050406030204" pitchFamily="18" charset="0"/>
                          </a:rPr>
                          <m:t>=</m:t>
                        </m:r>
                        <m:r>
                          <a:rPr lang="en-US" altLang="zh-CN" b="1" i="1" smtClean="0">
                            <a:solidFill>
                              <a:schemeClr val="accent4"/>
                            </a:solidFill>
                            <a:latin typeface="Cambria Math" panose="02040503050406030204" pitchFamily="18" charset="0"/>
                          </a:rPr>
                          <m:t>𝟏</m:t>
                        </m:r>
                      </m:oMath>
                    </m:oMathPara>
                  </a14:m>
                  <a:endParaRPr lang="zh-CN" altLang="en-US" dirty="0">
                    <a:solidFill>
                      <a:schemeClr val="accent3"/>
                    </a:solidFill>
                  </a:endParaRPr>
                </a:p>
              </p:txBody>
            </p:sp>
          </mc:Choice>
          <mc:Fallback xmlns="">
            <p:sp>
              <p:nvSpPr>
                <p:cNvPr id="35" name="文本框 34">
                  <a:extLst>
                    <a:ext uri="{FF2B5EF4-FFF2-40B4-BE49-F238E27FC236}">
                      <a16:creationId xmlns:a16="http://schemas.microsoft.com/office/drawing/2014/main" id="{EE98B7EB-F32B-4A4F-9072-DF021D7DCAD9}"/>
                    </a:ext>
                  </a:extLst>
                </p:cNvPr>
                <p:cNvSpPr txBox="1">
                  <a:spLocks noRot="1" noChangeAspect="1" noMove="1" noResize="1" noEditPoints="1" noAdjustHandles="1" noChangeArrowheads="1" noChangeShapeType="1" noTextEdit="1"/>
                </p:cNvSpPr>
                <p:nvPr/>
              </p:nvSpPr>
              <p:spPr>
                <a:xfrm>
                  <a:off x="2146413" y="1363110"/>
                  <a:ext cx="1067217" cy="369332"/>
                </a:xfrm>
                <a:prstGeom prst="rect">
                  <a:avLst/>
                </a:prstGeom>
                <a:blipFill>
                  <a:blip r:embed="rId3"/>
                  <a:stretch>
                    <a:fillRect b="-3333"/>
                  </a:stretch>
                </a:blipFill>
              </p:spPr>
              <p:txBody>
                <a:bodyPr/>
                <a:lstStyle/>
                <a:p>
                  <a:r>
                    <a:rPr lang="zh-CN" altLang="en-US">
                      <a:noFill/>
                    </a:rPr>
                    <a:t> </a:t>
                  </a:r>
                </a:p>
              </p:txBody>
            </p:sp>
          </mc:Fallback>
        </mc:AlternateContent>
      </p:grpSp>
      <p:grpSp>
        <p:nvGrpSpPr>
          <p:cNvPr id="7" name="组合 6">
            <a:extLst>
              <a:ext uri="{FF2B5EF4-FFF2-40B4-BE49-F238E27FC236}">
                <a16:creationId xmlns:a16="http://schemas.microsoft.com/office/drawing/2014/main" id="{00A9CCE1-949C-4E54-97A1-6025FF974983}"/>
              </a:ext>
            </a:extLst>
          </p:cNvPr>
          <p:cNvGrpSpPr/>
          <p:nvPr/>
        </p:nvGrpSpPr>
        <p:grpSpPr>
          <a:xfrm>
            <a:off x="2302929" y="5098286"/>
            <a:ext cx="3780000" cy="910796"/>
            <a:chOff x="2302929" y="5098286"/>
            <a:chExt cx="3780000" cy="910796"/>
          </a:xfrm>
        </p:grpSpPr>
        <p:sp>
          <p:nvSpPr>
            <p:cNvPr id="5" name="矩形 4">
              <a:extLst>
                <a:ext uri="{FF2B5EF4-FFF2-40B4-BE49-F238E27FC236}">
                  <a16:creationId xmlns:a16="http://schemas.microsoft.com/office/drawing/2014/main" id="{ABCDD6AB-497D-42FD-B822-48DB3891082B}"/>
                </a:ext>
              </a:extLst>
            </p:cNvPr>
            <p:cNvSpPr/>
            <p:nvPr/>
          </p:nvSpPr>
          <p:spPr>
            <a:xfrm>
              <a:off x="2302929" y="5467618"/>
              <a:ext cx="3780000" cy="541464"/>
            </a:xfrm>
            <a:prstGeom prst="rect">
              <a:avLst/>
            </a:prstGeom>
            <a:solidFill>
              <a:schemeClr val="accent3"/>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mc:AlternateContent xmlns:mc="http://schemas.openxmlformats.org/markup-compatibility/2006" xmlns:a14="http://schemas.microsoft.com/office/drawing/2010/main">
          <mc:Choice Requires="a14">
            <p:sp>
              <p:nvSpPr>
                <p:cNvPr id="23" name="文本框 22">
                  <a:extLst>
                    <a:ext uri="{FF2B5EF4-FFF2-40B4-BE49-F238E27FC236}">
                      <a16:creationId xmlns:a16="http://schemas.microsoft.com/office/drawing/2014/main" id="{ABC03EEA-26BD-4845-8ACC-3FB7B6DA9132}"/>
                    </a:ext>
                  </a:extLst>
                </p:cNvPr>
                <p:cNvSpPr txBox="1"/>
                <p:nvPr/>
              </p:nvSpPr>
              <p:spPr>
                <a:xfrm>
                  <a:off x="3659320" y="5098286"/>
                  <a:ext cx="1067217" cy="369332"/>
                </a:xfrm>
                <a:prstGeom prst="rect">
                  <a:avLst/>
                </a:prstGeom>
                <a:noFill/>
              </p:spPr>
              <p:txBody>
                <a:bodyPr wrap="square">
                  <a:spAutoFit/>
                </a:bodyPr>
                <a:lstStyle/>
                <a:p>
                  <a:pPr/>
                  <a14:m>
                    <m:oMathPara xmlns:m="http://schemas.openxmlformats.org/officeDocument/2006/math">
                      <m:oMathParaPr>
                        <m:jc m:val="centerGroup"/>
                      </m:oMathParaPr>
                      <m:oMath xmlns:m="http://schemas.openxmlformats.org/officeDocument/2006/math">
                        <m:sSub>
                          <m:sSubPr>
                            <m:ctrlPr>
                              <a:rPr lang="en-US" altLang="zh-CN" b="1" i="1" smtClean="0">
                                <a:solidFill>
                                  <a:schemeClr val="accent3"/>
                                </a:solidFill>
                                <a:latin typeface="Cambria Math" panose="02040503050406030204" pitchFamily="18" charset="0"/>
                              </a:rPr>
                            </m:ctrlPr>
                          </m:sSubPr>
                          <m:e>
                            <m:r>
                              <a:rPr lang="en-US" altLang="zh-CN" b="1" i="1" smtClean="0">
                                <a:solidFill>
                                  <a:schemeClr val="accent3"/>
                                </a:solidFill>
                                <a:latin typeface="Cambria Math" panose="02040503050406030204" pitchFamily="18" charset="0"/>
                              </a:rPr>
                              <m:t>𝑾</m:t>
                            </m:r>
                          </m:e>
                          <m:sub>
                            <m:r>
                              <a:rPr lang="en-US" altLang="zh-CN" b="1" i="1" smtClean="0">
                                <a:solidFill>
                                  <a:schemeClr val="accent3"/>
                                </a:solidFill>
                                <a:latin typeface="Cambria Math" panose="02040503050406030204" pitchFamily="18" charset="0"/>
                              </a:rPr>
                              <m:t>𝑻</m:t>
                            </m:r>
                          </m:sub>
                        </m:sSub>
                        <m:r>
                          <a:rPr lang="en-US" altLang="zh-CN" b="1" i="1" smtClean="0">
                            <a:solidFill>
                              <a:schemeClr val="accent3"/>
                            </a:solidFill>
                            <a:latin typeface="Cambria Math" panose="02040503050406030204" pitchFamily="18" charset="0"/>
                          </a:rPr>
                          <m:t>=</m:t>
                        </m:r>
                        <m:r>
                          <a:rPr lang="en-US" altLang="zh-CN" b="1" i="1" smtClean="0">
                            <a:solidFill>
                              <a:schemeClr val="accent3"/>
                            </a:solidFill>
                            <a:latin typeface="Cambria Math" panose="02040503050406030204" pitchFamily="18" charset="0"/>
                          </a:rPr>
                          <m:t>𝟓</m:t>
                        </m:r>
                      </m:oMath>
                    </m:oMathPara>
                  </a14:m>
                  <a:endParaRPr lang="zh-CN" altLang="en-US" dirty="0">
                    <a:solidFill>
                      <a:schemeClr val="accent3"/>
                    </a:solidFill>
                  </a:endParaRPr>
                </a:p>
              </p:txBody>
            </p:sp>
          </mc:Choice>
          <mc:Fallback xmlns="">
            <p:sp>
              <p:nvSpPr>
                <p:cNvPr id="23" name="文本框 22">
                  <a:extLst>
                    <a:ext uri="{FF2B5EF4-FFF2-40B4-BE49-F238E27FC236}">
                      <a16:creationId xmlns:a16="http://schemas.microsoft.com/office/drawing/2014/main" id="{ABC03EEA-26BD-4845-8ACC-3FB7B6DA9132}"/>
                    </a:ext>
                  </a:extLst>
                </p:cNvPr>
                <p:cNvSpPr txBox="1">
                  <a:spLocks noRot="1" noChangeAspect="1" noMove="1" noResize="1" noEditPoints="1" noAdjustHandles="1" noChangeArrowheads="1" noChangeShapeType="1" noTextEdit="1"/>
                </p:cNvSpPr>
                <p:nvPr/>
              </p:nvSpPr>
              <p:spPr>
                <a:xfrm>
                  <a:off x="3659320" y="5098286"/>
                  <a:ext cx="1067217" cy="369332"/>
                </a:xfrm>
                <a:prstGeom prst="rect">
                  <a:avLst/>
                </a:prstGeom>
                <a:blipFill>
                  <a:blip r:embed="rId4"/>
                  <a:stretch>
                    <a:fillRect b="-3279"/>
                  </a:stretch>
                </a:blipFill>
              </p:spPr>
              <p:txBody>
                <a:bodyPr/>
                <a:lstStyle/>
                <a:p>
                  <a:r>
                    <a:rPr lang="zh-CN" altLang="en-US">
                      <a:noFill/>
                    </a:rPr>
                    <a:t> </a:t>
                  </a:r>
                </a:p>
              </p:txBody>
            </p:sp>
          </mc:Fallback>
        </mc:AlternateContent>
      </p:grpSp>
      <p:grpSp>
        <p:nvGrpSpPr>
          <p:cNvPr id="4" name="组合 3">
            <a:extLst>
              <a:ext uri="{FF2B5EF4-FFF2-40B4-BE49-F238E27FC236}">
                <a16:creationId xmlns:a16="http://schemas.microsoft.com/office/drawing/2014/main" id="{9A1EA9F2-FCB6-48C3-935F-7AE7E3AD14AC}"/>
              </a:ext>
            </a:extLst>
          </p:cNvPr>
          <p:cNvGrpSpPr/>
          <p:nvPr/>
        </p:nvGrpSpPr>
        <p:grpSpPr>
          <a:xfrm>
            <a:off x="304800" y="749300"/>
            <a:ext cx="6192344" cy="400110"/>
            <a:chOff x="424117" y="898245"/>
            <a:chExt cx="6192344" cy="400110"/>
          </a:xfrm>
        </p:grpSpPr>
        <p:sp>
          <p:nvSpPr>
            <p:cNvPr id="2" name="平行四边形 1">
              <a:extLst>
                <a:ext uri="{FF2B5EF4-FFF2-40B4-BE49-F238E27FC236}">
                  <a16:creationId xmlns:a16="http://schemas.microsoft.com/office/drawing/2014/main" id="{1F5BAA3F-9845-4F89-A2DD-8222D3E4EDAC}"/>
                </a:ext>
              </a:extLst>
            </p:cNvPr>
            <p:cNvSpPr/>
            <p:nvPr/>
          </p:nvSpPr>
          <p:spPr>
            <a:xfrm>
              <a:off x="424117" y="898245"/>
              <a:ext cx="628306" cy="387090"/>
            </a:xfrm>
            <a:prstGeom prst="parallelogram">
              <a:avLst/>
            </a:prstGeom>
            <a:solidFill>
              <a:schemeClr val="accent3">
                <a:lumMod val="75000"/>
              </a:schemeClr>
            </a:solidFill>
            <a:ln>
              <a:solidFill>
                <a:schemeClr val="accent3">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CN" sz="2200" dirty="0">
                  <a:latin typeface="Impact" panose="020B0806030902050204" pitchFamily="34" charset="0"/>
                </a:rPr>
                <a:t>01</a:t>
              </a:r>
              <a:endParaRPr lang="zh-CN" altLang="en-US" sz="2200" dirty="0">
                <a:latin typeface="Impact" panose="020B0806030902050204" pitchFamily="34" charset="0"/>
              </a:endParaRPr>
            </a:p>
          </p:txBody>
        </p:sp>
        <p:sp>
          <p:nvSpPr>
            <p:cNvPr id="3" name="文本框 2">
              <a:extLst>
                <a:ext uri="{FF2B5EF4-FFF2-40B4-BE49-F238E27FC236}">
                  <a16:creationId xmlns:a16="http://schemas.microsoft.com/office/drawing/2014/main" id="{4D6BD736-A4D3-4F26-AFED-36E11F50F70B}"/>
                </a:ext>
              </a:extLst>
            </p:cNvPr>
            <p:cNvSpPr txBox="1"/>
            <p:nvPr/>
          </p:nvSpPr>
          <p:spPr>
            <a:xfrm>
              <a:off x="1052423" y="898245"/>
              <a:ext cx="5564038" cy="400110"/>
            </a:xfrm>
            <a:prstGeom prst="rect">
              <a:avLst/>
            </a:prstGeom>
            <a:noFill/>
          </p:spPr>
          <p:txBody>
            <a:bodyPr wrap="square" rtlCol="0">
              <a:spAutoFit/>
            </a:bodyPr>
            <a:lstStyle/>
            <a:p>
              <a:r>
                <a:rPr lang="zh-CN" altLang="en-US" sz="2000" b="1" dirty="0"/>
                <a:t>回退</a:t>
              </a:r>
              <a:r>
                <a:rPr lang="en-US" altLang="zh-CN" sz="2000" b="1" dirty="0"/>
                <a:t>N</a:t>
              </a:r>
              <a:r>
                <a:rPr lang="zh-CN" altLang="en-US" sz="2000" b="1" dirty="0"/>
                <a:t>帧协议</a:t>
              </a:r>
            </a:p>
          </p:txBody>
        </p:sp>
      </p:grpSp>
      <p:grpSp>
        <p:nvGrpSpPr>
          <p:cNvPr id="20" name="组合 19">
            <a:extLst>
              <a:ext uri="{FF2B5EF4-FFF2-40B4-BE49-F238E27FC236}">
                <a16:creationId xmlns:a16="http://schemas.microsoft.com/office/drawing/2014/main" id="{87756F0E-46C2-4571-B23D-C8472E9FD1FB}"/>
              </a:ext>
            </a:extLst>
          </p:cNvPr>
          <p:cNvGrpSpPr/>
          <p:nvPr/>
        </p:nvGrpSpPr>
        <p:grpSpPr>
          <a:xfrm>
            <a:off x="475097" y="1263518"/>
            <a:ext cx="1355161" cy="5114896"/>
            <a:chOff x="475097" y="1263518"/>
            <a:chExt cx="1355161" cy="5114896"/>
          </a:xfrm>
        </p:grpSpPr>
        <p:cxnSp>
          <p:nvCxnSpPr>
            <p:cNvPr id="17" name="直接连接符 16">
              <a:extLst>
                <a:ext uri="{FF2B5EF4-FFF2-40B4-BE49-F238E27FC236}">
                  <a16:creationId xmlns:a16="http://schemas.microsoft.com/office/drawing/2014/main" id="{5A41A17A-7B81-47D8-BDBB-76B8F1AA71D6}"/>
                </a:ext>
              </a:extLst>
            </p:cNvPr>
            <p:cNvCxnSpPr>
              <a:cxnSpLocks/>
            </p:cNvCxnSpPr>
            <p:nvPr/>
          </p:nvCxnSpPr>
          <p:spPr>
            <a:xfrm flipV="1">
              <a:off x="1208367" y="2012996"/>
              <a:ext cx="0" cy="3813858"/>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nvGrpSpPr>
            <p:cNvPr id="9" name="组合 8">
              <a:extLst>
                <a:ext uri="{FF2B5EF4-FFF2-40B4-BE49-F238E27FC236}">
                  <a16:creationId xmlns:a16="http://schemas.microsoft.com/office/drawing/2014/main" id="{A2B5FA1F-35FA-42E7-8D74-E7431B6AAA3C}"/>
                </a:ext>
              </a:extLst>
            </p:cNvPr>
            <p:cNvGrpSpPr/>
            <p:nvPr/>
          </p:nvGrpSpPr>
          <p:grpSpPr>
            <a:xfrm>
              <a:off x="700096" y="5368000"/>
              <a:ext cx="905164" cy="1010414"/>
              <a:chOff x="700096" y="5368000"/>
              <a:chExt cx="905164" cy="1010414"/>
            </a:xfrm>
          </p:grpSpPr>
          <p:pic>
            <p:nvPicPr>
              <p:cNvPr id="214" name="图形 213">
                <a:extLst>
                  <a:ext uri="{FF2B5EF4-FFF2-40B4-BE49-F238E27FC236}">
                    <a16:creationId xmlns:a16="http://schemas.microsoft.com/office/drawing/2014/main" id="{D949CB40-4FF6-4E8C-991B-66D24C6ADF05}"/>
                  </a:ext>
                </a:extLst>
              </p:cNvPr>
              <p:cNvPicPr>
                <a:picLocks noChangeAspect="1"/>
              </p:cNvPicPr>
              <p:nvPr/>
            </p:nvPicPr>
            <p:blipFill>
              <a:blip r:embed="rId5">
                <a:extLst>
                  <a:ext uri="{28A0092B-C50C-407E-A947-70E740481C1C}">
                    <a14:useLocalDpi xmlns:a14="http://schemas.microsoft.com/office/drawing/2010/main" val="0"/>
                  </a:ext>
                  <a:ext uri="{96DAC541-7B7A-43D3-8B79-37D633B846F1}">
                    <asvg:svgBlip xmlns:asvg="http://schemas.microsoft.com/office/drawing/2016/SVG/main" r:embed="rId6"/>
                  </a:ext>
                </a:extLst>
              </a:blip>
              <a:stretch>
                <a:fillRect/>
              </a:stretch>
            </p:blipFill>
            <p:spPr>
              <a:xfrm>
                <a:off x="821271" y="5368000"/>
                <a:ext cx="662814" cy="641082"/>
              </a:xfrm>
              <a:prstGeom prst="rect">
                <a:avLst/>
              </a:prstGeom>
            </p:spPr>
          </p:pic>
          <p:sp>
            <p:nvSpPr>
              <p:cNvPr id="218" name="文本框 217">
                <a:extLst>
                  <a:ext uri="{FF2B5EF4-FFF2-40B4-BE49-F238E27FC236}">
                    <a16:creationId xmlns:a16="http://schemas.microsoft.com/office/drawing/2014/main" id="{584D12FE-712D-432B-A48B-3084189F6B6C}"/>
                  </a:ext>
                </a:extLst>
              </p:cNvPr>
              <p:cNvSpPr txBox="1"/>
              <p:nvPr/>
            </p:nvSpPr>
            <p:spPr>
              <a:xfrm>
                <a:off x="700096" y="6009082"/>
                <a:ext cx="905164" cy="369332"/>
              </a:xfrm>
              <a:prstGeom prst="rect">
                <a:avLst/>
              </a:prstGeom>
              <a:noFill/>
            </p:spPr>
            <p:txBody>
              <a:bodyPr wrap="square" rtlCol="0">
                <a:spAutoFit/>
              </a:bodyPr>
              <a:lstStyle/>
              <a:p>
                <a:r>
                  <a:rPr lang="zh-CN" altLang="en-US" b="1" dirty="0">
                    <a:latin typeface="+mn-ea"/>
                  </a:rPr>
                  <a:t>发送方</a:t>
                </a:r>
              </a:p>
            </p:txBody>
          </p:sp>
        </p:grpSp>
        <p:grpSp>
          <p:nvGrpSpPr>
            <p:cNvPr id="8" name="组合 7">
              <a:extLst>
                <a:ext uri="{FF2B5EF4-FFF2-40B4-BE49-F238E27FC236}">
                  <a16:creationId xmlns:a16="http://schemas.microsoft.com/office/drawing/2014/main" id="{0ACAF080-95D4-4F76-A817-06EA84E449C9}"/>
                </a:ext>
              </a:extLst>
            </p:cNvPr>
            <p:cNvGrpSpPr/>
            <p:nvPr/>
          </p:nvGrpSpPr>
          <p:grpSpPr>
            <a:xfrm>
              <a:off x="878301" y="1263518"/>
              <a:ext cx="905164" cy="1027908"/>
              <a:chOff x="878301" y="1390382"/>
              <a:chExt cx="905164" cy="1027908"/>
            </a:xfrm>
          </p:grpSpPr>
          <p:pic>
            <p:nvPicPr>
              <p:cNvPr id="210" name="图形 209">
                <a:extLst>
                  <a:ext uri="{FF2B5EF4-FFF2-40B4-BE49-F238E27FC236}">
                    <a16:creationId xmlns:a16="http://schemas.microsoft.com/office/drawing/2014/main" id="{61E01467-74F7-469C-BAD5-DFFB1234E440}"/>
                  </a:ext>
                </a:extLst>
              </p:cNvPr>
              <p:cNvPicPr>
                <a:picLocks noChangeAspect="1"/>
              </p:cNvPicPr>
              <p:nvPr/>
            </p:nvPicPr>
            <p:blipFill>
              <a:blip r:embed="rId7">
                <a:extLst>
                  <a:ext uri="{28A0092B-C50C-407E-A947-70E740481C1C}">
                    <a14:useLocalDpi xmlns:a14="http://schemas.microsoft.com/office/drawing/2010/main" val="0"/>
                  </a:ext>
                  <a:ext uri="{96DAC541-7B7A-43D3-8B79-37D633B846F1}">
                    <asvg:svgBlip xmlns:asvg="http://schemas.microsoft.com/office/drawing/2016/SVG/main" r:embed="rId8"/>
                  </a:ext>
                </a:extLst>
              </a:blip>
              <a:stretch>
                <a:fillRect/>
              </a:stretch>
            </p:blipFill>
            <p:spPr>
              <a:xfrm>
                <a:off x="984826" y="1759714"/>
                <a:ext cx="501772" cy="658576"/>
              </a:xfrm>
              <a:prstGeom prst="rect">
                <a:avLst/>
              </a:prstGeom>
            </p:spPr>
          </p:pic>
          <p:sp>
            <p:nvSpPr>
              <p:cNvPr id="219" name="文本框 218">
                <a:extLst>
                  <a:ext uri="{FF2B5EF4-FFF2-40B4-BE49-F238E27FC236}">
                    <a16:creationId xmlns:a16="http://schemas.microsoft.com/office/drawing/2014/main" id="{B105E330-42F6-4FA8-914C-123FFA0756D5}"/>
                  </a:ext>
                </a:extLst>
              </p:cNvPr>
              <p:cNvSpPr txBox="1"/>
              <p:nvPr/>
            </p:nvSpPr>
            <p:spPr>
              <a:xfrm>
                <a:off x="878301" y="1390382"/>
                <a:ext cx="905164" cy="369332"/>
              </a:xfrm>
              <a:prstGeom prst="rect">
                <a:avLst/>
              </a:prstGeom>
              <a:noFill/>
            </p:spPr>
            <p:txBody>
              <a:bodyPr wrap="square" rtlCol="0">
                <a:spAutoFit/>
              </a:bodyPr>
              <a:lstStyle/>
              <a:p>
                <a:r>
                  <a:rPr lang="zh-CN" altLang="en-US" b="1" dirty="0">
                    <a:latin typeface="+mn-ea"/>
                  </a:rPr>
                  <a:t>接收方</a:t>
                </a:r>
              </a:p>
            </p:txBody>
          </p:sp>
        </p:grpSp>
        <p:sp>
          <p:nvSpPr>
            <p:cNvPr id="57" name="云形 56">
              <a:extLst>
                <a:ext uri="{FF2B5EF4-FFF2-40B4-BE49-F238E27FC236}">
                  <a16:creationId xmlns:a16="http://schemas.microsoft.com/office/drawing/2014/main" id="{8D58A5DA-48AF-4D62-A0E1-92B6F8CBE1F4}"/>
                </a:ext>
              </a:extLst>
            </p:cNvPr>
            <p:cNvSpPr/>
            <p:nvPr/>
          </p:nvSpPr>
          <p:spPr>
            <a:xfrm>
              <a:off x="475097" y="3429014"/>
              <a:ext cx="1355161" cy="801398"/>
            </a:xfrm>
            <a:prstGeom prst="cloud">
              <a:avLst/>
            </a:prstGeom>
            <a:solidFill>
              <a:schemeClr val="bg1">
                <a:lumMod val="85000"/>
              </a:schemeClr>
            </a:solidFill>
            <a:ln>
              <a:solidFill>
                <a:schemeClr val="bg1">
                  <a:lumMod val="85000"/>
                </a:schemeClr>
              </a:solidFill>
            </a:ln>
          </p:spPr>
          <p:style>
            <a:lnRef idx="2">
              <a:schemeClr val="accent3">
                <a:shade val="50000"/>
              </a:schemeClr>
            </a:lnRef>
            <a:fillRef idx="1">
              <a:schemeClr val="accent3"/>
            </a:fillRef>
            <a:effectRef idx="0">
              <a:schemeClr val="accent3"/>
            </a:effectRef>
            <a:fontRef idx="minor">
              <a:schemeClr val="lt1"/>
            </a:fontRef>
          </p:style>
          <p:txBody>
            <a:bodyPr rtlCol="0" anchor="ctr"/>
            <a:lstStyle/>
            <a:p>
              <a:pPr algn="ctr"/>
              <a:r>
                <a:rPr lang="zh-CN" altLang="en-US" b="1" dirty="0">
                  <a:solidFill>
                    <a:schemeClr val="tx1"/>
                  </a:solidFill>
                  <a:latin typeface="+mn-ea"/>
                </a:rPr>
                <a:t>因特网</a:t>
              </a:r>
            </a:p>
          </p:txBody>
        </p:sp>
      </p:grpSp>
      <p:graphicFrame>
        <p:nvGraphicFramePr>
          <p:cNvPr id="21" name="表格 21">
            <a:extLst>
              <a:ext uri="{FF2B5EF4-FFF2-40B4-BE49-F238E27FC236}">
                <a16:creationId xmlns:a16="http://schemas.microsoft.com/office/drawing/2014/main" id="{CE497585-4F97-4F44-9ABE-D7BBA16B40E0}"/>
              </a:ext>
            </a:extLst>
          </p:cNvPr>
          <p:cNvGraphicFramePr>
            <a:graphicFrameLocks noGrp="1"/>
          </p:cNvGraphicFramePr>
          <p:nvPr/>
        </p:nvGraphicFramePr>
        <p:xfrm>
          <a:off x="2302929" y="5557308"/>
          <a:ext cx="9067800" cy="370840"/>
        </p:xfrm>
        <a:graphic>
          <a:graphicData uri="http://schemas.openxmlformats.org/drawingml/2006/table">
            <a:tbl>
              <a:tblPr firstRow="1" bandRow="1">
                <a:tableStyleId>{5C22544A-7EE6-4342-B048-85BDC9FD1C3A}</a:tableStyleId>
              </a:tblPr>
              <a:tblGrid>
                <a:gridCol w="755650">
                  <a:extLst>
                    <a:ext uri="{9D8B030D-6E8A-4147-A177-3AD203B41FA5}">
                      <a16:colId xmlns:a16="http://schemas.microsoft.com/office/drawing/2014/main" val="877486509"/>
                    </a:ext>
                  </a:extLst>
                </a:gridCol>
                <a:gridCol w="755650">
                  <a:extLst>
                    <a:ext uri="{9D8B030D-6E8A-4147-A177-3AD203B41FA5}">
                      <a16:colId xmlns:a16="http://schemas.microsoft.com/office/drawing/2014/main" val="3548605817"/>
                    </a:ext>
                  </a:extLst>
                </a:gridCol>
                <a:gridCol w="755650">
                  <a:extLst>
                    <a:ext uri="{9D8B030D-6E8A-4147-A177-3AD203B41FA5}">
                      <a16:colId xmlns:a16="http://schemas.microsoft.com/office/drawing/2014/main" val="2881812895"/>
                    </a:ext>
                  </a:extLst>
                </a:gridCol>
                <a:gridCol w="755650">
                  <a:extLst>
                    <a:ext uri="{9D8B030D-6E8A-4147-A177-3AD203B41FA5}">
                      <a16:colId xmlns:a16="http://schemas.microsoft.com/office/drawing/2014/main" val="3682284582"/>
                    </a:ext>
                  </a:extLst>
                </a:gridCol>
                <a:gridCol w="755650">
                  <a:extLst>
                    <a:ext uri="{9D8B030D-6E8A-4147-A177-3AD203B41FA5}">
                      <a16:colId xmlns:a16="http://schemas.microsoft.com/office/drawing/2014/main" val="500127722"/>
                    </a:ext>
                  </a:extLst>
                </a:gridCol>
                <a:gridCol w="755650">
                  <a:extLst>
                    <a:ext uri="{9D8B030D-6E8A-4147-A177-3AD203B41FA5}">
                      <a16:colId xmlns:a16="http://schemas.microsoft.com/office/drawing/2014/main" val="2946259618"/>
                    </a:ext>
                  </a:extLst>
                </a:gridCol>
                <a:gridCol w="755650">
                  <a:extLst>
                    <a:ext uri="{9D8B030D-6E8A-4147-A177-3AD203B41FA5}">
                      <a16:colId xmlns:a16="http://schemas.microsoft.com/office/drawing/2014/main" val="171501986"/>
                    </a:ext>
                  </a:extLst>
                </a:gridCol>
                <a:gridCol w="755650">
                  <a:extLst>
                    <a:ext uri="{9D8B030D-6E8A-4147-A177-3AD203B41FA5}">
                      <a16:colId xmlns:a16="http://schemas.microsoft.com/office/drawing/2014/main" val="1667185265"/>
                    </a:ext>
                  </a:extLst>
                </a:gridCol>
                <a:gridCol w="755650">
                  <a:extLst>
                    <a:ext uri="{9D8B030D-6E8A-4147-A177-3AD203B41FA5}">
                      <a16:colId xmlns:a16="http://schemas.microsoft.com/office/drawing/2014/main" val="4258211808"/>
                    </a:ext>
                  </a:extLst>
                </a:gridCol>
                <a:gridCol w="755650">
                  <a:extLst>
                    <a:ext uri="{9D8B030D-6E8A-4147-A177-3AD203B41FA5}">
                      <a16:colId xmlns:a16="http://schemas.microsoft.com/office/drawing/2014/main" val="1794200575"/>
                    </a:ext>
                  </a:extLst>
                </a:gridCol>
                <a:gridCol w="755650">
                  <a:extLst>
                    <a:ext uri="{9D8B030D-6E8A-4147-A177-3AD203B41FA5}">
                      <a16:colId xmlns:a16="http://schemas.microsoft.com/office/drawing/2014/main" val="4230716487"/>
                    </a:ext>
                  </a:extLst>
                </a:gridCol>
                <a:gridCol w="755650">
                  <a:extLst>
                    <a:ext uri="{9D8B030D-6E8A-4147-A177-3AD203B41FA5}">
                      <a16:colId xmlns:a16="http://schemas.microsoft.com/office/drawing/2014/main" val="56153739"/>
                    </a:ext>
                  </a:extLst>
                </a:gridCol>
              </a:tblGrid>
              <a:tr h="370840">
                <a:tc>
                  <a:txBody>
                    <a:bodyPr/>
                    <a:lstStyle/>
                    <a:p>
                      <a:pPr algn="ctr"/>
                      <a:r>
                        <a:rPr lang="en-US" altLang="zh-CN" dirty="0">
                          <a:solidFill>
                            <a:schemeClr val="tx1"/>
                          </a:solidFill>
                          <a:latin typeface="Arial Black" panose="020B0A04020102020204" pitchFamily="34" charset="0"/>
                        </a:rPr>
                        <a:t>0</a:t>
                      </a:r>
                      <a:endParaRPr lang="zh-CN" altLang="en-US" dirty="0">
                        <a:solidFill>
                          <a:schemeClr val="tx1"/>
                        </a:solidFill>
                        <a:latin typeface="Arial Black" panose="020B0A04020102020204" pitchFamily="34" charset="0"/>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ctr"/>
                      <a:r>
                        <a:rPr lang="en-US" altLang="zh-CN" dirty="0">
                          <a:solidFill>
                            <a:schemeClr val="tx1"/>
                          </a:solidFill>
                          <a:latin typeface="Arial Black" panose="020B0A04020102020204" pitchFamily="34" charset="0"/>
                        </a:rPr>
                        <a:t>1</a:t>
                      </a:r>
                      <a:endParaRPr lang="zh-CN" altLang="en-US" dirty="0">
                        <a:solidFill>
                          <a:schemeClr val="tx1"/>
                        </a:solidFill>
                        <a:latin typeface="Arial Black" panose="020B0A04020102020204" pitchFamily="34" charset="0"/>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ctr"/>
                      <a:r>
                        <a:rPr lang="en-US" altLang="zh-CN" dirty="0">
                          <a:solidFill>
                            <a:schemeClr val="tx1"/>
                          </a:solidFill>
                          <a:latin typeface="Arial Black" panose="020B0A04020102020204" pitchFamily="34" charset="0"/>
                        </a:rPr>
                        <a:t>2</a:t>
                      </a:r>
                      <a:endParaRPr lang="zh-CN" altLang="en-US" dirty="0">
                        <a:solidFill>
                          <a:schemeClr val="tx1"/>
                        </a:solidFill>
                        <a:latin typeface="Arial Black" panose="020B0A04020102020204" pitchFamily="34" charset="0"/>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ctr"/>
                      <a:r>
                        <a:rPr lang="en-US" altLang="zh-CN" dirty="0">
                          <a:solidFill>
                            <a:schemeClr val="tx1"/>
                          </a:solidFill>
                          <a:latin typeface="Arial Black" panose="020B0A04020102020204" pitchFamily="34" charset="0"/>
                        </a:rPr>
                        <a:t>3</a:t>
                      </a:r>
                      <a:endParaRPr lang="zh-CN" altLang="en-US" dirty="0">
                        <a:solidFill>
                          <a:schemeClr val="tx1"/>
                        </a:solidFill>
                        <a:latin typeface="Arial Black" panose="020B0A04020102020204" pitchFamily="34" charset="0"/>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ctr"/>
                      <a:r>
                        <a:rPr lang="en-US" altLang="zh-CN" dirty="0">
                          <a:solidFill>
                            <a:schemeClr val="tx1"/>
                          </a:solidFill>
                          <a:latin typeface="Arial Black" panose="020B0A04020102020204" pitchFamily="34" charset="0"/>
                        </a:rPr>
                        <a:t>4</a:t>
                      </a:r>
                      <a:endParaRPr lang="zh-CN" altLang="en-US" dirty="0">
                        <a:solidFill>
                          <a:schemeClr val="tx1"/>
                        </a:solidFill>
                        <a:latin typeface="Arial Black" panose="020B0A04020102020204" pitchFamily="34" charset="0"/>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ctr"/>
                      <a:r>
                        <a:rPr lang="en-US" altLang="zh-CN" dirty="0">
                          <a:solidFill>
                            <a:schemeClr val="tx1"/>
                          </a:solidFill>
                          <a:latin typeface="Arial Black" panose="020B0A04020102020204" pitchFamily="34" charset="0"/>
                        </a:rPr>
                        <a:t>5</a:t>
                      </a:r>
                      <a:endParaRPr lang="zh-CN" altLang="en-US" dirty="0">
                        <a:solidFill>
                          <a:schemeClr val="tx1"/>
                        </a:solidFill>
                        <a:latin typeface="Arial Black" panose="020B0A04020102020204" pitchFamily="34" charset="0"/>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ctr"/>
                      <a:r>
                        <a:rPr lang="en-US" altLang="zh-CN" dirty="0">
                          <a:solidFill>
                            <a:schemeClr val="tx1"/>
                          </a:solidFill>
                          <a:latin typeface="Arial Black" panose="020B0A04020102020204" pitchFamily="34" charset="0"/>
                        </a:rPr>
                        <a:t>6</a:t>
                      </a:r>
                      <a:endParaRPr lang="zh-CN" altLang="en-US" dirty="0">
                        <a:solidFill>
                          <a:schemeClr val="tx1"/>
                        </a:solidFill>
                        <a:latin typeface="Arial Black" panose="020B0A04020102020204" pitchFamily="34" charset="0"/>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ctr"/>
                      <a:r>
                        <a:rPr lang="en-US" altLang="zh-CN" dirty="0">
                          <a:solidFill>
                            <a:schemeClr val="tx1"/>
                          </a:solidFill>
                          <a:latin typeface="Arial Black" panose="020B0A04020102020204" pitchFamily="34" charset="0"/>
                        </a:rPr>
                        <a:t>7</a:t>
                      </a:r>
                      <a:endParaRPr lang="zh-CN" altLang="en-US" dirty="0">
                        <a:solidFill>
                          <a:schemeClr val="tx1"/>
                        </a:solidFill>
                        <a:latin typeface="Arial Black" panose="020B0A04020102020204" pitchFamily="34" charset="0"/>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ctr"/>
                      <a:r>
                        <a:rPr lang="en-US" altLang="zh-CN" dirty="0">
                          <a:solidFill>
                            <a:schemeClr val="tx1"/>
                          </a:solidFill>
                          <a:latin typeface="Arial Black" panose="020B0A04020102020204" pitchFamily="34" charset="0"/>
                        </a:rPr>
                        <a:t>0</a:t>
                      </a:r>
                      <a:endParaRPr lang="zh-CN" altLang="en-US" dirty="0">
                        <a:solidFill>
                          <a:schemeClr val="tx1"/>
                        </a:solidFill>
                        <a:latin typeface="Arial Black" panose="020B0A04020102020204" pitchFamily="34" charset="0"/>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ctr"/>
                      <a:r>
                        <a:rPr lang="en-US" altLang="zh-CN" dirty="0">
                          <a:solidFill>
                            <a:schemeClr val="tx1"/>
                          </a:solidFill>
                          <a:latin typeface="Arial Black" panose="020B0A04020102020204" pitchFamily="34" charset="0"/>
                        </a:rPr>
                        <a:t>1</a:t>
                      </a:r>
                      <a:endParaRPr lang="zh-CN" altLang="en-US" dirty="0">
                        <a:solidFill>
                          <a:schemeClr val="tx1"/>
                        </a:solidFill>
                        <a:latin typeface="Arial Black" panose="020B0A04020102020204" pitchFamily="34" charset="0"/>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ctr"/>
                      <a:r>
                        <a:rPr lang="en-US" altLang="zh-CN" dirty="0">
                          <a:solidFill>
                            <a:schemeClr val="tx1"/>
                          </a:solidFill>
                          <a:latin typeface="Arial Black" panose="020B0A04020102020204" pitchFamily="34" charset="0"/>
                        </a:rPr>
                        <a:t>2</a:t>
                      </a:r>
                      <a:endParaRPr lang="zh-CN" altLang="en-US" dirty="0">
                        <a:solidFill>
                          <a:schemeClr val="tx1"/>
                        </a:solidFill>
                        <a:latin typeface="Arial Black" panose="020B0A04020102020204" pitchFamily="34" charset="0"/>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ctr"/>
                      <a:r>
                        <a:rPr lang="en-US" altLang="zh-CN" dirty="0">
                          <a:solidFill>
                            <a:schemeClr val="tx1"/>
                          </a:solidFill>
                          <a:latin typeface="Arial Black" panose="020B0A04020102020204" pitchFamily="34" charset="0"/>
                        </a:rPr>
                        <a:t>…</a:t>
                      </a:r>
                      <a:endParaRPr lang="zh-CN" altLang="en-US" dirty="0">
                        <a:solidFill>
                          <a:schemeClr val="tx1"/>
                        </a:solidFill>
                        <a:latin typeface="Arial Black" panose="020B0A04020102020204" pitchFamily="34" charset="0"/>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extLst>
                  <a:ext uri="{0D108BD9-81ED-4DB2-BD59-A6C34878D82A}">
                    <a16:rowId xmlns:a16="http://schemas.microsoft.com/office/drawing/2014/main" val="316235763"/>
                  </a:ext>
                </a:extLst>
              </a:tr>
            </a:tbl>
          </a:graphicData>
        </a:graphic>
      </p:graphicFrame>
      <p:graphicFrame>
        <p:nvGraphicFramePr>
          <p:cNvPr id="68" name="表格 21">
            <a:extLst>
              <a:ext uri="{FF2B5EF4-FFF2-40B4-BE49-F238E27FC236}">
                <a16:creationId xmlns:a16="http://schemas.microsoft.com/office/drawing/2014/main" id="{D9B4273D-C94E-42E6-A39B-908C6FA1D8AF}"/>
              </a:ext>
            </a:extLst>
          </p:cNvPr>
          <p:cNvGraphicFramePr>
            <a:graphicFrameLocks noGrp="1"/>
          </p:cNvGraphicFramePr>
          <p:nvPr/>
        </p:nvGraphicFramePr>
        <p:xfrm>
          <a:off x="2302929" y="1827576"/>
          <a:ext cx="9067800" cy="370840"/>
        </p:xfrm>
        <a:graphic>
          <a:graphicData uri="http://schemas.openxmlformats.org/drawingml/2006/table">
            <a:tbl>
              <a:tblPr firstRow="1" bandRow="1">
                <a:tableStyleId>{5C22544A-7EE6-4342-B048-85BDC9FD1C3A}</a:tableStyleId>
              </a:tblPr>
              <a:tblGrid>
                <a:gridCol w="755650">
                  <a:extLst>
                    <a:ext uri="{9D8B030D-6E8A-4147-A177-3AD203B41FA5}">
                      <a16:colId xmlns:a16="http://schemas.microsoft.com/office/drawing/2014/main" val="877486509"/>
                    </a:ext>
                  </a:extLst>
                </a:gridCol>
                <a:gridCol w="755650">
                  <a:extLst>
                    <a:ext uri="{9D8B030D-6E8A-4147-A177-3AD203B41FA5}">
                      <a16:colId xmlns:a16="http://schemas.microsoft.com/office/drawing/2014/main" val="3548605817"/>
                    </a:ext>
                  </a:extLst>
                </a:gridCol>
                <a:gridCol w="755650">
                  <a:extLst>
                    <a:ext uri="{9D8B030D-6E8A-4147-A177-3AD203B41FA5}">
                      <a16:colId xmlns:a16="http://schemas.microsoft.com/office/drawing/2014/main" val="2881812895"/>
                    </a:ext>
                  </a:extLst>
                </a:gridCol>
                <a:gridCol w="755650">
                  <a:extLst>
                    <a:ext uri="{9D8B030D-6E8A-4147-A177-3AD203B41FA5}">
                      <a16:colId xmlns:a16="http://schemas.microsoft.com/office/drawing/2014/main" val="3682284582"/>
                    </a:ext>
                  </a:extLst>
                </a:gridCol>
                <a:gridCol w="755650">
                  <a:extLst>
                    <a:ext uri="{9D8B030D-6E8A-4147-A177-3AD203B41FA5}">
                      <a16:colId xmlns:a16="http://schemas.microsoft.com/office/drawing/2014/main" val="500127722"/>
                    </a:ext>
                  </a:extLst>
                </a:gridCol>
                <a:gridCol w="755650">
                  <a:extLst>
                    <a:ext uri="{9D8B030D-6E8A-4147-A177-3AD203B41FA5}">
                      <a16:colId xmlns:a16="http://schemas.microsoft.com/office/drawing/2014/main" val="2946259618"/>
                    </a:ext>
                  </a:extLst>
                </a:gridCol>
                <a:gridCol w="755650">
                  <a:extLst>
                    <a:ext uri="{9D8B030D-6E8A-4147-A177-3AD203B41FA5}">
                      <a16:colId xmlns:a16="http://schemas.microsoft.com/office/drawing/2014/main" val="171501986"/>
                    </a:ext>
                  </a:extLst>
                </a:gridCol>
                <a:gridCol w="755650">
                  <a:extLst>
                    <a:ext uri="{9D8B030D-6E8A-4147-A177-3AD203B41FA5}">
                      <a16:colId xmlns:a16="http://schemas.microsoft.com/office/drawing/2014/main" val="1667185265"/>
                    </a:ext>
                  </a:extLst>
                </a:gridCol>
                <a:gridCol w="755650">
                  <a:extLst>
                    <a:ext uri="{9D8B030D-6E8A-4147-A177-3AD203B41FA5}">
                      <a16:colId xmlns:a16="http://schemas.microsoft.com/office/drawing/2014/main" val="4258211808"/>
                    </a:ext>
                  </a:extLst>
                </a:gridCol>
                <a:gridCol w="755650">
                  <a:extLst>
                    <a:ext uri="{9D8B030D-6E8A-4147-A177-3AD203B41FA5}">
                      <a16:colId xmlns:a16="http://schemas.microsoft.com/office/drawing/2014/main" val="1794200575"/>
                    </a:ext>
                  </a:extLst>
                </a:gridCol>
                <a:gridCol w="755650">
                  <a:extLst>
                    <a:ext uri="{9D8B030D-6E8A-4147-A177-3AD203B41FA5}">
                      <a16:colId xmlns:a16="http://schemas.microsoft.com/office/drawing/2014/main" val="4230716487"/>
                    </a:ext>
                  </a:extLst>
                </a:gridCol>
                <a:gridCol w="755650">
                  <a:extLst>
                    <a:ext uri="{9D8B030D-6E8A-4147-A177-3AD203B41FA5}">
                      <a16:colId xmlns:a16="http://schemas.microsoft.com/office/drawing/2014/main" val="56153739"/>
                    </a:ext>
                  </a:extLst>
                </a:gridCol>
              </a:tblGrid>
              <a:tr h="370840">
                <a:tc>
                  <a:txBody>
                    <a:bodyPr/>
                    <a:lstStyle/>
                    <a:p>
                      <a:pPr algn="ctr"/>
                      <a:r>
                        <a:rPr lang="en-US" altLang="zh-CN" dirty="0">
                          <a:solidFill>
                            <a:schemeClr val="tx1"/>
                          </a:solidFill>
                          <a:latin typeface="Arial Black" panose="020B0A04020102020204" pitchFamily="34" charset="0"/>
                        </a:rPr>
                        <a:t>0</a:t>
                      </a:r>
                      <a:endParaRPr lang="zh-CN" altLang="en-US" dirty="0">
                        <a:solidFill>
                          <a:schemeClr val="tx1"/>
                        </a:solidFill>
                        <a:latin typeface="Arial Black" panose="020B0A04020102020204" pitchFamily="34" charset="0"/>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ctr"/>
                      <a:r>
                        <a:rPr lang="en-US" altLang="zh-CN" dirty="0">
                          <a:solidFill>
                            <a:schemeClr val="tx1"/>
                          </a:solidFill>
                          <a:latin typeface="Arial Black" panose="020B0A04020102020204" pitchFamily="34" charset="0"/>
                        </a:rPr>
                        <a:t>1</a:t>
                      </a:r>
                      <a:endParaRPr lang="zh-CN" altLang="en-US" dirty="0">
                        <a:solidFill>
                          <a:schemeClr val="tx1"/>
                        </a:solidFill>
                        <a:latin typeface="Arial Black" panose="020B0A04020102020204" pitchFamily="34" charset="0"/>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ctr"/>
                      <a:r>
                        <a:rPr lang="en-US" altLang="zh-CN" dirty="0">
                          <a:solidFill>
                            <a:schemeClr val="tx1"/>
                          </a:solidFill>
                          <a:latin typeface="Arial Black" panose="020B0A04020102020204" pitchFamily="34" charset="0"/>
                        </a:rPr>
                        <a:t>2</a:t>
                      </a:r>
                      <a:endParaRPr lang="zh-CN" altLang="en-US" dirty="0">
                        <a:solidFill>
                          <a:schemeClr val="tx1"/>
                        </a:solidFill>
                        <a:latin typeface="Arial Black" panose="020B0A04020102020204" pitchFamily="34" charset="0"/>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ctr"/>
                      <a:r>
                        <a:rPr lang="en-US" altLang="zh-CN" dirty="0">
                          <a:solidFill>
                            <a:schemeClr val="tx1"/>
                          </a:solidFill>
                          <a:latin typeface="Arial Black" panose="020B0A04020102020204" pitchFamily="34" charset="0"/>
                        </a:rPr>
                        <a:t>3</a:t>
                      </a:r>
                      <a:endParaRPr lang="zh-CN" altLang="en-US" dirty="0">
                        <a:solidFill>
                          <a:schemeClr val="tx1"/>
                        </a:solidFill>
                        <a:latin typeface="Arial Black" panose="020B0A04020102020204" pitchFamily="34" charset="0"/>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ctr"/>
                      <a:r>
                        <a:rPr lang="en-US" altLang="zh-CN" dirty="0">
                          <a:solidFill>
                            <a:schemeClr val="tx1"/>
                          </a:solidFill>
                          <a:latin typeface="Arial Black" panose="020B0A04020102020204" pitchFamily="34" charset="0"/>
                        </a:rPr>
                        <a:t>4</a:t>
                      </a:r>
                      <a:endParaRPr lang="zh-CN" altLang="en-US" dirty="0">
                        <a:solidFill>
                          <a:schemeClr val="tx1"/>
                        </a:solidFill>
                        <a:latin typeface="Arial Black" panose="020B0A04020102020204" pitchFamily="34" charset="0"/>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ctr"/>
                      <a:r>
                        <a:rPr lang="en-US" altLang="zh-CN" dirty="0">
                          <a:solidFill>
                            <a:schemeClr val="tx1"/>
                          </a:solidFill>
                          <a:latin typeface="Arial Black" panose="020B0A04020102020204" pitchFamily="34" charset="0"/>
                        </a:rPr>
                        <a:t>5</a:t>
                      </a:r>
                      <a:endParaRPr lang="zh-CN" altLang="en-US" dirty="0">
                        <a:solidFill>
                          <a:schemeClr val="tx1"/>
                        </a:solidFill>
                        <a:latin typeface="Arial Black" panose="020B0A04020102020204" pitchFamily="34" charset="0"/>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ctr"/>
                      <a:r>
                        <a:rPr lang="en-US" altLang="zh-CN" dirty="0">
                          <a:solidFill>
                            <a:schemeClr val="tx1"/>
                          </a:solidFill>
                          <a:latin typeface="Arial Black" panose="020B0A04020102020204" pitchFamily="34" charset="0"/>
                        </a:rPr>
                        <a:t>6</a:t>
                      </a:r>
                      <a:endParaRPr lang="zh-CN" altLang="en-US" dirty="0">
                        <a:solidFill>
                          <a:schemeClr val="tx1"/>
                        </a:solidFill>
                        <a:latin typeface="Arial Black" panose="020B0A04020102020204" pitchFamily="34" charset="0"/>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ctr"/>
                      <a:r>
                        <a:rPr lang="en-US" altLang="zh-CN" dirty="0">
                          <a:solidFill>
                            <a:schemeClr val="tx1"/>
                          </a:solidFill>
                          <a:latin typeface="Arial Black" panose="020B0A04020102020204" pitchFamily="34" charset="0"/>
                        </a:rPr>
                        <a:t>7</a:t>
                      </a:r>
                      <a:endParaRPr lang="zh-CN" altLang="en-US" dirty="0">
                        <a:solidFill>
                          <a:schemeClr val="tx1"/>
                        </a:solidFill>
                        <a:latin typeface="Arial Black" panose="020B0A04020102020204" pitchFamily="34" charset="0"/>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ctr"/>
                      <a:r>
                        <a:rPr lang="en-US" altLang="zh-CN" dirty="0">
                          <a:solidFill>
                            <a:schemeClr val="tx1"/>
                          </a:solidFill>
                          <a:latin typeface="Arial Black" panose="020B0A04020102020204" pitchFamily="34" charset="0"/>
                        </a:rPr>
                        <a:t>0</a:t>
                      </a:r>
                      <a:endParaRPr lang="zh-CN" altLang="en-US" dirty="0">
                        <a:solidFill>
                          <a:schemeClr val="tx1"/>
                        </a:solidFill>
                        <a:latin typeface="Arial Black" panose="020B0A04020102020204" pitchFamily="34" charset="0"/>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ctr"/>
                      <a:r>
                        <a:rPr lang="en-US" altLang="zh-CN" dirty="0">
                          <a:solidFill>
                            <a:schemeClr val="tx1"/>
                          </a:solidFill>
                          <a:latin typeface="Arial Black" panose="020B0A04020102020204" pitchFamily="34" charset="0"/>
                        </a:rPr>
                        <a:t>1</a:t>
                      </a:r>
                      <a:endParaRPr lang="zh-CN" altLang="en-US" dirty="0">
                        <a:solidFill>
                          <a:schemeClr val="tx1"/>
                        </a:solidFill>
                        <a:latin typeface="Arial Black" panose="020B0A04020102020204" pitchFamily="34" charset="0"/>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ctr"/>
                      <a:r>
                        <a:rPr lang="en-US" altLang="zh-CN" dirty="0">
                          <a:solidFill>
                            <a:schemeClr val="tx1"/>
                          </a:solidFill>
                          <a:latin typeface="Arial Black" panose="020B0A04020102020204" pitchFamily="34" charset="0"/>
                        </a:rPr>
                        <a:t>2</a:t>
                      </a:r>
                      <a:endParaRPr lang="zh-CN" altLang="en-US" dirty="0">
                        <a:solidFill>
                          <a:schemeClr val="tx1"/>
                        </a:solidFill>
                        <a:latin typeface="Arial Black" panose="020B0A04020102020204" pitchFamily="34" charset="0"/>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ctr"/>
                      <a:r>
                        <a:rPr lang="en-US" altLang="zh-CN" dirty="0">
                          <a:solidFill>
                            <a:schemeClr val="tx1"/>
                          </a:solidFill>
                          <a:latin typeface="Arial Black" panose="020B0A04020102020204" pitchFamily="34" charset="0"/>
                        </a:rPr>
                        <a:t>…</a:t>
                      </a:r>
                      <a:endParaRPr lang="zh-CN" altLang="en-US" dirty="0">
                        <a:solidFill>
                          <a:schemeClr val="tx1"/>
                        </a:solidFill>
                        <a:latin typeface="Arial Black" panose="020B0A04020102020204" pitchFamily="34" charset="0"/>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extLst>
                  <a:ext uri="{0D108BD9-81ED-4DB2-BD59-A6C34878D82A}">
                    <a16:rowId xmlns:a16="http://schemas.microsoft.com/office/drawing/2014/main" val="316235763"/>
                  </a:ext>
                </a:extLst>
              </a:tr>
            </a:tbl>
          </a:graphicData>
        </a:graphic>
      </p:graphicFrame>
      <p:sp>
        <p:nvSpPr>
          <p:cNvPr id="13" name="矩形 12">
            <a:extLst>
              <a:ext uri="{FF2B5EF4-FFF2-40B4-BE49-F238E27FC236}">
                <a16:creationId xmlns:a16="http://schemas.microsoft.com/office/drawing/2014/main" id="{14642CA0-C4C4-44A5-BD3D-9FB5C2470514}"/>
              </a:ext>
            </a:extLst>
          </p:cNvPr>
          <p:cNvSpPr/>
          <p:nvPr/>
        </p:nvSpPr>
        <p:spPr>
          <a:xfrm>
            <a:off x="2300222" y="5537182"/>
            <a:ext cx="3780000" cy="390966"/>
          </a:xfrm>
          <a:prstGeom prst="rect">
            <a:avLst/>
          </a:prstGeom>
          <a:solidFill>
            <a:schemeClr val="accent3">
              <a:alpha val="74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grpSp>
        <p:nvGrpSpPr>
          <p:cNvPr id="18" name="组合 17">
            <a:extLst>
              <a:ext uri="{FF2B5EF4-FFF2-40B4-BE49-F238E27FC236}">
                <a16:creationId xmlns:a16="http://schemas.microsoft.com/office/drawing/2014/main" id="{FECE4161-7991-47A2-A1EF-C9E654D9B154}"/>
              </a:ext>
            </a:extLst>
          </p:cNvPr>
          <p:cNvGrpSpPr/>
          <p:nvPr/>
        </p:nvGrpSpPr>
        <p:grpSpPr>
          <a:xfrm>
            <a:off x="1251044" y="2308245"/>
            <a:ext cx="708432" cy="1325976"/>
            <a:chOff x="1251044" y="4058101"/>
            <a:chExt cx="708432" cy="1325976"/>
          </a:xfrm>
        </p:grpSpPr>
        <p:sp>
          <p:nvSpPr>
            <p:cNvPr id="10" name="矩形 9">
              <a:extLst>
                <a:ext uri="{FF2B5EF4-FFF2-40B4-BE49-F238E27FC236}">
                  <a16:creationId xmlns:a16="http://schemas.microsoft.com/office/drawing/2014/main" id="{13BD80EC-9893-49F1-A9D2-1DEAB48A6E7A}"/>
                </a:ext>
              </a:extLst>
            </p:cNvPr>
            <p:cNvSpPr/>
            <p:nvPr/>
          </p:nvSpPr>
          <p:spPr>
            <a:xfrm>
              <a:off x="1251044" y="4862501"/>
              <a:ext cx="708432" cy="270283"/>
            </a:xfrm>
            <a:prstGeom prst="rect">
              <a:avLst/>
            </a:prstGeom>
            <a:solidFill>
              <a:schemeClr val="accent3"/>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46800" rIns="46800" rtlCol="0" anchor="ctr"/>
            <a:lstStyle/>
            <a:p>
              <a:pPr algn="ctr"/>
              <a:r>
                <a:rPr lang="en-US" altLang="zh-CN" b="1" dirty="0"/>
                <a:t>DATA3</a:t>
              </a:r>
              <a:endParaRPr lang="zh-CN" altLang="en-US" b="1" dirty="0"/>
            </a:p>
          </p:txBody>
        </p:sp>
        <p:sp>
          <p:nvSpPr>
            <p:cNvPr id="50" name="矩形 49">
              <a:extLst>
                <a:ext uri="{FF2B5EF4-FFF2-40B4-BE49-F238E27FC236}">
                  <a16:creationId xmlns:a16="http://schemas.microsoft.com/office/drawing/2014/main" id="{1B0B9A62-836E-41F2-9F67-05376D30A6B8}"/>
                </a:ext>
              </a:extLst>
            </p:cNvPr>
            <p:cNvSpPr/>
            <p:nvPr/>
          </p:nvSpPr>
          <p:spPr>
            <a:xfrm>
              <a:off x="1251044" y="4590628"/>
              <a:ext cx="708432" cy="270283"/>
            </a:xfrm>
            <a:prstGeom prst="rect">
              <a:avLst/>
            </a:prstGeom>
            <a:solidFill>
              <a:schemeClr val="accent3"/>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46800" rIns="46800" rtlCol="0" anchor="ctr"/>
            <a:lstStyle/>
            <a:p>
              <a:pPr algn="ctr"/>
              <a:r>
                <a:rPr lang="en-US" altLang="zh-CN" b="1" dirty="0"/>
                <a:t>DATA2</a:t>
              </a:r>
              <a:endParaRPr lang="zh-CN" altLang="en-US" b="1" dirty="0"/>
            </a:p>
          </p:txBody>
        </p:sp>
        <p:sp>
          <p:nvSpPr>
            <p:cNvPr id="51" name="矩形 50">
              <a:extLst>
                <a:ext uri="{FF2B5EF4-FFF2-40B4-BE49-F238E27FC236}">
                  <a16:creationId xmlns:a16="http://schemas.microsoft.com/office/drawing/2014/main" id="{3934A53B-F179-4AE5-8C40-09CC755FD35B}"/>
                </a:ext>
              </a:extLst>
            </p:cNvPr>
            <p:cNvSpPr/>
            <p:nvPr/>
          </p:nvSpPr>
          <p:spPr>
            <a:xfrm>
              <a:off x="1251044" y="4320345"/>
              <a:ext cx="708432" cy="270283"/>
            </a:xfrm>
            <a:prstGeom prst="rect">
              <a:avLst/>
            </a:prstGeom>
            <a:solidFill>
              <a:schemeClr val="accent3"/>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46800" rIns="46800" rtlCol="0" anchor="ctr"/>
            <a:lstStyle/>
            <a:p>
              <a:pPr algn="ctr"/>
              <a:r>
                <a:rPr lang="en-US" altLang="zh-CN" b="1" dirty="0"/>
                <a:t>DATA1</a:t>
              </a:r>
              <a:endParaRPr lang="zh-CN" altLang="en-US" b="1" dirty="0"/>
            </a:p>
          </p:txBody>
        </p:sp>
        <p:sp>
          <p:nvSpPr>
            <p:cNvPr id="52" name="矩形 51">
              <a:extLst>
                <a:ext uri="{FF2B5EF4-FFF2-40B4-BE49-F238E27FC236}">
                  <a16:creationId xmlns:a16="http://schemas.microsoft.com/office/drawing/2014/main" id="{7B02FABA-E117-418F-9E20-7E4C1DB84616}"/>
                </a:ext>
              </a:extLst>
            </p:cNvPr>
            <p:cNvSpPr/>
            <p:nvPr/>
          </p:nvSpPr>
          <p:spPr>
            <a:xfrm>
              <a:off x="1251044" y="4058101"/>
              <a:ext cx="708432" cy="270283"/>
            </a:xfrm>
            <a:prstGeom prst="rect">
              <a:avLst/>
            </a:prstGeom>
            <a:solidFill>
              <a:schemeClr val="accent3"/>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46800" rIns="46800" rtlCol="0" anchor="ctr"/>
            <a:lstStyle/>
            <a:p>
              <a:pPr algn="ctr"/>
              <a:r>
                <a:rPr lang="en-US" altLang="zh-CN" b="1" dirty="0"/>
                <a:t>DATA0</a:t>
              </a:r>
              <a:endParaRPr lang="zh-CN" altLang="en-US" b="1" dirty="0"/>
            </a:p>
          </p:txBody>
        </p:sp>
        <p:sp>
          <p:nvSpPr>
            <p:cNvPr id="59" name="矩形 58">
              <a:extLst>
                <a:ext uri="{FF2B5EF4-FFF2-40B4-BE49-F238E27FC236}">
                  <a16:creationId xmlns:a16="http://schemas.microsoft.com/office/drawing/2014/main" id="{21DD3FEA-191D-4538-9A4F-9950057B33B0}"/>
                </a:ext>
              </a:extLst>
            </p:cNvPr>
            <p:cNvSpPr/>
            <p:nvPr/>
          </p:nvSpPr>
          <p:spPr>
            <a:xfrm>
              <a:off x="1251044" y="5113794"/>
              <a:ext cx="708432" cy="270283"/>
            </a:xfrm>
            <a:prstGeom prst="rect">
              <a:avLst/>
            </a:prstGeom>
            <a:solidFill>
              <a:schemeClr val="accent3"/>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46800" rIns="46800" rtlCol="0" anchor="ctr"/>
            <a:lstStyle/>
            <a:p>
              <a:pPr algn="ctr"/>
              <a:r>
                <a:rPr lang="en-US" altLang="zh-CN" b="1" dirty="0"/>
                <a:t>DATA4</a:t>
              </a:r>
              <a:endParaRPr lang="zh-CN" altLang="en-US" b="1" dirty="0"/>
            </a:p>
          </p:txBody>
        </p:sp>
      </p:grpSp>
      <p:sp>
        <p:nvSpPr>
          <p:cNvPr id="30" name="矩形 29">
            <a:extLst>
              <a:ext uri="{FF2B5EF4-FFF2-40B4-BE49-F238E27FC236}">
                <a16:creationId xmlns:a16="http://schemas.microsoft.com/office/drawing/2014/main" id="{D1F1FAB1-144B-409B-87EA-0CC44441BA84}"/>
              </a:ext>
            </a:extLst>
          </p:cNvPr>
          <p:cNvSpPr/>
          <p:nvPr/>
        </p:nvSpPr>
        <p:spPr>
          <a:xfrm>
            <a:off x="3024307" y="2892707"/>
            <a:ext cx="256976" cy="256976"/>
          </a:xfrm>
          <a:prstGeom prst="rect">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31" name="íşlïḍè">
            <a:extLst>
              <a:ext uri="{FF2B5EF4-FFF2-40B4-BE49-F238E27FC236}">
                <a16:creationId xmlns:a16="http://schemas.microsoft.com/office/drawing/2014/main" id="{58CDDEB0-455B-47EC-82A0-3ACACCFDFF9B}"/>
              </a:ext>
            </a:extLst>
          </p:cNvPr>
          <p:cNvSpPr txBox="1"/>
          <p:nvPr/>
        </p:nvSpPr>
        <p:spPr>
          <a:xfrm>
            <a:off x="3341535" y="2838386"/>
            <a:ext cx="8545666" cy="369332"/>
          </a:xfrm>
          <a:prstGeom prst="rect">
            <a:avLst/>
          </a:prstGeom>
          <a:noFill/>
        </p:spPr>
        <p:txBody>
          <a:bodyPr wrap="square" lIns="91440" tIns="45720" rIns="91440" bIns="45720" anchor="ctr">
            <a:noAutofit/>
          </a:bodyPr>
          <a:lstStyle/>
          <a:p>
            <a:r>
              <a:rPr lang="zh-CN" altLang="en-US" b="1" dirty="0"/>
              <a:t>回退</a:t>
            </a:r>
            <a:r>
              <a:rPr lang="en-US" altLang="zh-CN" b="1" dirty="0"/>
              <a:t>N</a:t>
            </a:r>
            <a:r>
              <a:rPr lang="zh-CN" altLang="en-US" b="1" dirty="0"/>
              <a:t>帧协议的接收方采用</a:t>
            </a:r>
            <a:r>
              <a:rPr lang="zh-CN" altLang="en-US" b="1" dirty="0">
                <a:solidFill>
                  <a:schemeClr val="accent1">
                    <a:lumMod val="75000"/>
                  </a:schemeClr>
                </a:solidFill>
              </a:rPr>
              <a:t>累积确认</a:t>
            </a:r>
            <a:r>
              <a:rPr lang="zh-CN" altLang="en-US" b="1" dirty="0"/>
              <a:t>方式。</a:t>
            </a:r>
            <a:endParaRPr lang="en-US" altLang="zh-CN" b="1" dirty="0"/>
          </a:p>
        </p:txBody>
      </p:sp>
      <p:sp>
        <p:nvSpPr>
          <p:cNvPr id="32" name="矩形 31">
            <a:extLst>
              <a:ext uri="{FF2B5EF4-FFF2-40B4-BE49-F238E27FC236}">
                <a16:creationId xmlns:a16="http://schemas.microsoft.com/office/drawing/2014/main" id="{D1A5EA08-8784-4242-9B27-8CC5F92011FD}"/>
              </a:ext>
            </a:extLst>
          </p:cNvPr>
          <p:cNvSpPr/>
          <p:nvPr/>
        </p:nvSpPr>
        <p:spPr>
          <a:xfrm>
            <a:off x="3439844" y="3330150"/>
            <a:ext cx="256976" cy="256976"/>
          </a:xfrm>
          <a:prstGeom prst="rect">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33" name="íşlïḍè">
            <a:extLst>
              <a:ext uri="{FF2B5EF4-FFF2-40B4-BE49-F238E27FC236}">
                <a16:creationId xmlns:a16="http://schemas.microsoft.com/office/drawing/2014/main" id="{736EA9E8-176B-4D3C-A0EA-B2DD80DB2FFD}"/>
              </a:ext>
            </a:extLst>
          </p:cNvPr>
          <p:cNvSpPr txBox="1"/>
          <p:nvPr/>
        </p:nvSpPr>
        <p:spPr>
          <a:xfrm>
            <a:off x="3757072" y="3275829"/>
            <a:ext cx="8130125" cy="618594"/>
          </a:xfrm>
          <a:prstGeom prst="rect">
            <a:avLst/>
          </a:prstGeom>
          <a:noFill/>
        </p:spPr>
        <p:txBody>
          <a:bodyPr wrap="square" lIns="91440" tIns="45720" rIns="91440" bIns="45720" anchor="ctr">
            <a:noAutofit/>
          </a:bodyPr>
          <a:lstStyle/>
          <a:p>
            <a:r>
              <a:rPr lang="zh-CN" altLang="en-US" b="1" dirty="0"/>
              <a:t>接收方不必对收到的每一个数据分组都发送一个确认分组，而是可以在收到几个序号连续的数据分组后，对按序到达的最后一个数据分组发送确认分组。</a:t>
            </a:r>
            <a:endParaRPr lang="en-US" altLang="zh-CN" b="1" dirty="0"/>
          </a:p>
        </p:txBody>
      </p:sp>
      <p:sp>
        <p:nvSpPr>
          <p:cNvPr id="36" name="矩形 35">
            <a:extLst>
              <a:ext uri="{FF2B5EF4-FFF2-40B4-BE49-F238E27FC236}">
                <a16:creationId xmlns:a16="http://schemas.microsoft.com/office/drawing/2014/main" id="{F8B281F5-0039-43CF-9A08-A2EBCF543D23}"/>
              </a:ext>
            </a:extLst>
          </p:cNvPr>
          <p:cNvSpPr/>
          <p:nvPr/>
        </p:nvSpPr>
        <p:spPr>
          <a:xfrm>
            <a:off x="3439844" y="4018994"/>
            <a:ext cx="256976" cy="256976"/>
          </a:xfrm>
          <a:prstGeom prst="rect">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37" name="íşlïḍè">
            <a:extLst>
              <a:ext uri="{FF2B5EF4-FFF2-40B4-BE49-F238E27FC236}">
                <a16:creationId xmlns:a16="http://schemas.microsoft.com/office/drawing/2014/main" id="{EBF75F0A-1FDB-4C82-9F30-DFD856322651}"/>
              </a:ext>
            </a:extLst>
          </p:cNvPr>
          <p:cNvSpPr txBox="1"/>
          <p:nvPr/>
        </p:nvSpPr>
        <p:spPr>
          <a:xfrm>
            <a:off x="3757072" y="3964673"/>
            <a:ext cx="8130125" cy="355672"/>
          </a:xfrm>
          <a:prstGeom prst="rect">
            <a:avLst/>
          </a:prstGeom>
          <a:noFill/>
        </p:spPr>
        <p:txBody>
          <a:bodyPr wrap="square" lIns="91440" tIns="45720" rIns="91440" bIns="45720" anchor="ctr">
            <a:noAutofit/>
          </a:bodyPr>
          <a:lstStyle/>
          <a:p>
            <a:r>
              <a:rPr lang="zh-CN" altLang="en-US" b="1" dirty="0"/>
              <a:t>接收方何时发送累积确认分组，由具体实现决定。</a:t>
            </a:r>
            <a:endParaRPr lang="en-US" altLang="zh-CN" b="1" dirty="0"/>
          </a:p>
        </p:txBody>
      </p:sp>
      <p:sp>
        <p:nvSpPr>
          <p:cNvPr id="38" name="矩形 37">
            <a:extLst>
              <a:ext uri="{FF2B5EF4-FFF2-40B4-BE49-F238E27FC236}">
                <a16:creationId xmlns:a16="http://schemas.microsoft.com/office/drawing/2014/main" id="{D11758A3-4537-4CEE-947A-F043B50370E6}"/>
              </a:ext>
            </a:extLst>
          </p:cNvPr>
          <p:cNvSpPr/>
          <p:nvPr/>
        </p:nvSpPr>
        <p:spPr>
          <a:xfrm>
            <a:off x="3439847" y="4512637"/>
            <a:ext cx="256976" cy="256976"/>
          </a:xfrm>
          <a:prstGeom prst="rect">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39" name="íşlïḍè">
            <a:extLst>
              <a:ext uri="{FF2B5EF4-FFF2-40B4-BE49-F238E27FC236}">
                <a16:creationId xmlns:a16="http://schemas.microsoft.com/office/drawing/2014/main" id="{4B7D780F-B7FF-4B99-8C26-92E57CC239FF}"/>
              </a:ext>
            </a:extLst>
          </p:cNvPr>
          <p:cNvSpPr txBox="1"/>
          <p:nvPr/>
        </p:nvSpPr>
        <p:spPr>
          <a:xfrm>
            <a:off x="3757075" y="4458316"/>
            <a:ext cx="8130125" cy="355672"/>
          </a:xfrm>
          <a:prstGeom prst="rect">
            <a:avLst/>
          </a:prstGeom>
          <a:noFill/>
        </p:spPr>
        <p:txBody>
          <a:bodyPr wrap="square" lIns="91440" tIns="45720" rIns="91440" bIns="45720" anchor="ctr">
            <a:noAutofit/>
          </a:bodyPr>
          <a:lstStyle/>
          <a:p>
            <a:r>
              <a:rPr lang="zh-CN" altLang="en-US" b="1" dirty="0"/>
              <a:t>确认分组</a:t>
            </a:r>
            <a:r>
              <a:rPr lang="en-US" altLang="zh-CN" b="1" dirty="0" err="1"/>
              <a:t>ACKn</a:t>
            </a:r>
            <a:r>
              <a:rPr lang="zh-CN" altLang="en-US" b="1" dirty="0"/>
              <a:t>表明序号为</a:t>
            </a:r>
            <a:r>
              <a:rPr lang="en-US" altLang="zh-CN" b="1" dirty="0"/>
              <a:t>n</a:t>
            </a:r>
            <a:r>
              <a:rPr lang="zh-CN" altLang="en-US" b="1" dirty="0"/>
              <a:t>及之前的所有数据分组都已正确接收。</a:t>
            </a:r>
            <a:endParaRPr lang="en-US" altLang="zh-CN" b="1" dirty="0"/>
          </a:p>
        </p:txBody>
      </p:sp>
      <p:sp>
        <p:nvSpPr>
          <p:cNvPr id="40" name="平行四边形 39">
            <a:extLst>
              <a:ext uri="{FF2B5EF4-FFF2-40B4-BE49-F238E27FC236}">
                <a16:creationId xmlns:a16="http://schemas.microsoft.com/office/drawing/2014/main" id="{E060C48C-3A79-983A-AB4F-60223687D518}"/>
              </a:ext>
            </a:extLst>
          </p:cNvPr>
          <p:cNvSpPr/>
          <p:nvPr/>
        </p:nvSpPr>
        <p:spPr>
          <a:xfrm>
            <a:off x="304799" y="749300"/>
            <a:ext cx="695119" cy="387090"/>
          </a:xfrm>
          <a:prstGeom prst="parallelogram">
            <a:avLst/>
          </a:prstGeom>
          <a:solidFill>
            <a:schemeClr val="accent3">
              <a:lumMod val="75000"/>
            </a:schemeClr>
          </a:solidFill>
          <a:ln>
            <a:solidFill>
              <a:schemeClr val="accent3">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CN" sz="2200" dirty="0">
                <a:latin typeface="Impact" panose="020B0806030902050204" pitchFamily="34" charset="0"/>
              </a:rPr>
              <a:t>04</a:t>
            </a:r>
            <a:endParaRPr lang="zh-CN" altLang="en-US" sz="2200" dirty="0">
              <a:latin typeface="Impact" panose="020B0806030902050204" pitchFamily="34" charset="0"/>
            </a:endParaRPr>
          </a:p>
        </p:txBody>
      </p:sp>
    </p:spTree>
    <p:custDataLst>
      <p:tags r:id="rId1"/>
    </p:custDataLst>
    <p:extLst>
      <p:ext uri="{BB962C8B-B14F-4D97-AF65-F5344CB8AC3E}">
        <p14:creationId xmlns:p14="http://schemas.microsoft.com/office/powerpoint/2010/main" val="4106419003"/>
      </p:ext>
    </p:extLst>
  </p:cSld>
  <p:clrMapOvr>
    <a:masterClrMapping/>
  </p:clrMapOvr>
  <mc:AlternateContent xmlns:mc="http://schemas.openxmlformats.org/markup-compatibility/2006" xmlns:p159="http://schemas.microsoft.com/office/powerpoint/2015/09/main">
    <mc:Choice Requires="p159">
      <p:transition xmlns:p14="http://schemas.microsoft.com/office/powerpoint/2010/main" spd="slow" p14:dur="2000">
        <p159:morph option="byObject"/>
      </p:transition>
    </mc:Choice>
    <mc:Fallback xmlns="">
      <p:transition spd="slow">
        <p:fade/>
      </p:transition>
    </mc:Fallback>
  </mc:AlternateContent>
</p:sld>
</file>

<file path=ppt/slides/slide16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43" name="组合 42">
            <a:extLst>
              <a:ext uri="{FF2B5EF4-FFF2-40B4-BE49-F238E27FC236}">
                <a16:creationId xmlns:a16="http://schemas.microsoft.com/office/drawing/2014/main" id="{E50A80A7-7D8F-402A-B65D-3A1AF7B8E01F}"/>
              </a:ext>
            </a:extLst>
          </p:cNvPr>
          <p:cNvGrpSpPr/>
          <p:nvPr/>
        </p:nvGrpSpPr>
        <p:grpSpPr>
          <a:xfrm>
            <a:off x="5923520" y="1363110"/>
            <a:ext cx="1067217" cy="917885"/>
            <a:chOff x="2146413" y="1363110"/>
            <a:chExt cx="1067217" cy="917885"/>
          </a:xfrm>
        </p:grpSpPr>
        <p:sp>
          <p:nvSpPr>
            <p:cNvPr id="44" name="矩形 43">
              <a:extLst>
                <a:ext uri="{FF2B5EF4-FFF2-40B4-BE49-F238E27FC236}">
                  <a16:creationId xmlns:a16="http://schemas.microsoft.com/office/drawing/2014/main" id="{E9B7CABB-9DD4-44B8-8146-EF375DF0E88B}"/>
                </a:ext>
              </a:extLst>
            </p:cNvPr>
            <p:cNvSpPr/>
            <p:nvPr/>
          </p:nvSpPr>
          <p:spPr>
            <a:xfrm>
              <a:off x="2300222" y="1739531"/>
              <a:ext cx="759600" cy="541464"/>
            </a:xfrm>
            <a:prstGeom prst="rect">
              <a:avLst/>
            </a:prstGeom>
            <a:solidFill>
              <a:schemeClr val="accent4"/>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mc:AlternateContent xmlns:mc="http://schemas.openxmlformats.org/markup-compatibility/2006" xmlns:a14="http://schemas.microsoft.com/office/drawing/2010/main">
          <mc:Choice Requires="a14">
            <p:sp>
              <p:nvSpPr>
                <p:cNvPr id="45" name="文本框 44">
                  <a:extLst>
                    <a:ext uri="{FF2B5EF4-FFF2-40B4-BE49-F238E27FC236}">
                      <a16:creationId xmlns:a16="http://schemas.microsoft.com/office/drawing/2014/main" id="{BAAEFC74-0FE9-45D2-8ECB-017A0D2EA802}"/>
                    </a:ext>
                  </a:extLst>
                </p:cNvPr>
                <p:cNvSpPr txBox="1"/>
                <p:nvPr/>
              </p:nvSpPr>
              <p:spPr>
                <a:xfrm>
                  <a:off x="2146413" y="1363110"/>
                  <a:ext cx="1067217" cy="369332"/>
                </a:xfrm>
                <a:prstGeom prst="rect">
                  <a:avLst/>
                </a:prstGeom>
                <a:noFill/>
              </p:spPr>
              <p:txBody>
                <a:bodyPr wrap="square">
                  <a:spAutoFit/>
                </a:bodyPr>
                <a:lstStyle/>
                <a:p>
                  <a:pPr/>
                  <a14:m>
                    <m:oMathPara xmlns:m="http://schemas.openxmlformats.org/officeDocument/2006/math">
                      <m:oMathParaPr>
                        <m:jc m:val="centerGroup"/>
                      </m:oMathParaPr>
                      <m:oMath xmlns:m="http://schemas.openxmlformats.org/officeDocument/2006/math">
                        <m:sSub>
                          <m:sSubPr>
                            <m:ctrlPr>
                              <a:rPr lang="en-US" altLang="zh-CN" b="1" i="1" smtClean="0">
                                <a:solidFill>
                                  <a:schemeClr val="accent4"/>
                                </a:solidFill>
                                <a:latin typeface="Cambria Math" panose="02040503050406030204" pitchFamily="18" charset="0"/>
                              </a:rPr>
                            </m:ctrlPr>
                          </m:sSubPr>
                          <m:e>
                            <m:r>
                              <a:rPr lang="en-US" altLang="zh-CN" b="1" i="1" smtClean="0">
                                <a:solidFill>
                                  <a:schemeClr val="accent4"/>
                                </a:solidFill>
                                <a:latin typeface="Cambria Math" panose="02040503050406030204" pitchFamily="18" charset="0"/>
                              </a:rPr>
                              <m:t>𝑾</m:t>
                            </m:r>
                          </m:e>
                          <m:sub>
                            <m:r>
                              <a:rPr lang="en-US" altLang="zh-CN" b="1" i="1" smtClean="0">
                                <a:solidFill>
                                  <a:schemeClr val="accent4"/>
                                </a:solidFill>
                                <a:latin typeface="Cambria Math" panose="02040503050406030204" pitchFamily="18" charset="0"/>
                              </a:rPr>
                              <m:t>𝑹</m:t>
                            </m:r>
                          </m:sub>
                        </m:sSub>
                        <m:r>
                          <a:rPr lang="en-US" altLang="zh-CN" b="1" i="1" smtClean="0">
                            <a:solidFill>
                              <a:schemeClr val="accent4"/>
                            </a:solidFill>
                            <a:latin typeface="Cambria Math" panose="02040503050406030204" pitchFamily="18" charset="0"/>
                          </a:rPr>
                          <m:t>=</m:t>
                        </m:r>
                        <m:r>
                          <a:rPr lang="en-US" altLang="zh-CN" b="1" i="1" smtClean="0">
                            <a:solidFill>
                              <a:schemeClr val="accent4"/>
                            </a:solidFill>
                            <a:latin typeface="Cambria Math" panose="02040503050406030204" pitchFamily="18" charset="0"/>
                          </a:rPr>
                          <m:t>𝟏</m:t>
                        </m:r>
                      </m:oMath>
                    </m:oMathPara>
                  </a14:m>
                  <a:endParaRPr lang="zh-CN" altLang="en-US" dirty="0">
                    <a:solidFill>
                      <a:schemeClr val="accent3"/>
                    </a:solidFill>
                  </a:endParaRPr>
                </a:p>
              </p:txBody>
            </p:sp>
          </mc:Choice>
          <mc:Fallback xmlns="">
            <p:sp>
              <p:nvSpPr>
                <p:cNvPr id="35" name="文本框 34">
                  <a:extLst>
                    <a:ext uri="{FF2B5EF4-FFF2-40B4-BE49-F238E27FC236}">
                      <a16:creationId xmlns:a16="http://schemas.microsoft.com/office/drawing/2014/main" id="{EE98B7EB-F32B-4A4F-9072-DF021D7DCAD9}"/>
                    </a:ext>
                  </a:extLst>
                </p:cNvPr>
                <p:cNvSpPr txBox="1">
                  <a:spLocks noRot="1" noChangeAspect="1" noMove="1" noResize="1" noEditPoints="1" noAdjustHandles="1" noChangeArrowheads="1" noChangeShapeType="1" noTextEdit="1"/>
                </p:cNvSpPr>
                <p:nvPr/>
              </p:nvSpPr>
              <p:spPr>
                <a:xfrm>
                  <a:off x="2146413" y="1363110"/>
                  <a:ext cx="1067217" cy="369332"/>
                </a:xfrm>
                <a:prstGeom prst="rect">
                  <a:avLst/>
                </a:prstGeom>
                <a:blipFill>
                  <a:blip r:embed="rId3"/>
                  <a:stretch>
                    <a:fillRect b="-3333"/>
                  </a:stretch>
                </a:blipFill>
              </p:spPr>
              <p:txBody>
                <a:bodyPr/>
                <a:lstStyle/>
                <a:p>
                  <a:r>
                    <a:rPr lang="zh-CN" altLang="en-US">
                      <a:noFill/>
                    </a:rPr>
                    <a:t> </a:t>
                  </a:r>
                </a:p>
              </p:txBody>
            </p:sp>
          </mc:Fallback>
        </mc:AlternateContent>
      </p:grpSp>
      <p:grpSp>
        <p:nvGrpSpPr>
          <p:cNvPr id="6" name="组合 5">
            <a:extLst>
              <a:ext uri="{FF2B5EF4-FFF2-40B4-BE49-F238E27FC236}">
                <a16:creationId xmlns:a16="http://schemas.microsoft.com/office/drawing/2014/main" id="{35D57BA3-C33A-4413-B558-3B4EE4F3080F}"/>
              </a:ext>
            </a:extLst>
          </p:cNvPr>
          <p:cNvGrpSpPr/>
          <p:nvPr/>
        </p:nvGrpSpPr>
        <p:grpSpPr>
          <a:xfrm>
            <a:off x="2146413" y="1363110"/>
            <a:ext cx="1067217" cy="917885"/>
            <a:chOff x="2146413" y="1363110"/>
            <a:chExt cx="1067217" cy="917885"/>
          </a:xfrm>
        </p:grpSpPr>
        <p:sp>
          <p:nvSpPr>
            <p:cNvPr id="34" name="矩形 33">
              <a:extLst>
                <a:ext uri="{FF2B5EF4-FFF2-40B4-BE49-F238E27FC236}">
                  <a16:creationId xmlns:a16="http://schemas.microsoft.com/office/drawing/2014/main" id="{C0C70259-4145-42A4-A97E-2108291E4ADC}"/>
                </a:ext>
              </a:extLst>
            </p:cNvPr>
            <p:cNvSpPr/>
            <p:nvPr/>
          </p:nvSpPr>
          <p:spPr>
            <a:xfrm>
              <a:off x="2300222" y="1739531"/>
              <a:ext cx="759600" cy="541464"/>
            </a:xfrm>
            <a:prstGeom prst="rect">
              <a:avLst/>
            </a:prstGeom>
            <a:solidFill>
              <a:schemeClr val="accent4"/>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mc:AlternateContent xmlns:mc="http://schemas.openxmlformats.org/markup-compatibility/2006" xmlns:a14="http://schemas.microsoft.com/office/drawing/2010/main">
          <mc:Choice Requires="a14">
            <p:sp>
              <p:nvSpPr>
                <p:cNvPr id="35" name="文本框 34">
                  <a:extLst>
                    <a:ext uri="{FF2B5EF4-FFF2-40B4-BE49-F238E27FC236}">
                      <a16:creationId xmlns:a16="http://schemas.microsoft.com/office/drawing/2014/main" id="{EE98B7EB-F32B-4A4F-9072-DF021D7DCAD9}"/>
                    </a:ext>
                  </a:extLst>
                </p:cNvPr>
                <p:cNvSpPr txBox="1"/>
                <p:nvPr/>
              </p:nvSpPr>
              <p:spPr>
                <a:xfrm>
                  <a:off x="2146413" y="1363110"/>
                  <a:ext cx="1067217" cy="369332"/>
                </a:xfrm>
                <a:prstGeom prst="rect">
                  <a:avLst/>
                </a:prstGeom>
                <a:noFill/>
              </p:spPr>
              <p:txBody>
                <a:bodyPr wrap="square">
                  <a:spAutoFit/>
                </a:bodyPr>
                <a:lstStyle/>
                <a:p>
                  <a:pPr/>
                  <a14:m>
                    <m:oMathPara xmlns:m="http://schemas.openxmlformats.org/officeDocument/2006/math">
                      <m:oMathParaPr>
                        <m:jc m:val="centerGroup"/>
                      </m:oMathParaPr>
                      <m:oMath xmlns:m="http://schemas.openxmlformats.org/officeDocument/2006/math">
                        <m:sSub>
                          <m:sSubPr>
                            <m:ctrlPr>
                              <a:rPr lang="en-US" altLang="zh-CN" b="1" i="1" smtClean="0">
                                <a:solidFill>
                                  <a:schemeClr val="accent4"/>
                                </a:solidFill>
                                <a:latin typeface="Cambria Math" panose="02040503050406030204" pitchFamily="18" charset="0"/>
                              </a:rPr>
                            </m:ctrlPr>
                          </m:sSubPr>
                          <m:e>
                            <m:r>
                              <a:rPr lang="en-US" altLang="zh-CN" b="1" i="1" smtClean="0">
                                <a:solidFill>
                                  <a:schemeClr val="accent4"/>
                                </a:solidFill>
                                <a:latin typeface="Cambria Math" panose="02040503050406030204" pitchFamily="18" charset="0"/>
                              </a:rPr>
                              <m:t>𝑾</m:t>
                            </m:r>
                          </m:e>
                          <m:sub>
                            <m:r>
                              <a:rPr lang="en-US" altLang="zh-CN" b="1" i="1" smtClean="0">
                                <a:solidFill>
                                  <a:schemeClr val="accent4"/>
                                </a:solidFill>
                                <a:latin typeface="Cambria Math" panose="02040503050406030204" pitchFamily="18" charset="0"/>
                              </a:rPr>
                              <m:t>𝑹</m:t>
                            </m:r>
                          </m:sub>
                        </m:sSub>
                        <m:r>
                          <a:rPr lang="en-US" altLang="zh-CN" b="1" i="1" smtClean="0">
                            <a:solidFill>
                              <a:schemeClr val="accent4"/>
                            </a:solidFill>
                            <a:latin typeface="Cambria Math" panose="02040503050406030204" pitchFamily="18" charset="0"/>
                          </a:rPr>
                          <m:t>=</m:t>
                        </m:r>
                        <m:r>
                          <a:rPr lang="en-US" altLang="zh-CN" b="1" i="1" smtClean="0">
                            <a:solidFill>
                              <a:schemeClr val="accent4"/>
                            </a:solidFill>
                            <a:latin typeface="Cambria Math" panose="02040503050406030204" pitchFamily="18" charset="0"/>
                          </a:rPr>
                          <m:t>𝟏</m:t>
                        </m:r>
                      </m:oMath>
                    </m:oMathPara>
                  </a14:m>
                  <a:endParaRPr lang="zh-CN" altLang="en-US" dirty="0">
                    <a:solidFill>
                      <a:schemeClr val="accent3"/>
                    </a:solidFill>
                  </a:endParaRPr>
                </a:p>
              </p:txBody>
            </p:sp>
          </mc:Choice>
          <mc:Fallback xmlns="">
            <p:sp>
              <p:nvSpPr>
                <p:cNvPr id="35" name="文本框 34">
                  <a:extLst>
                    <a:ext uri="{FF2B5EF4-FFF2-40B4-BE49-F238E27FC236}">
                      <a16:creationId xmlns:a16="http://schemas.microsoft.com/office/drawing/2014/main" id="{EE98B7EB-F32B-4A4F-9072-DF021D7DCAD9}"/>
                    </a:ext>
                  </a:extLst>
                </p:cNvPr>
                <p:cNvSpPr txBox="1">
                  <a:spLocks noRot="1" noChangeAspect="1" noMove="1" noResize="1" noEditPoints="1" noAdjustHandles="1" noChangeArrowheads="1" noChangeShapeType="1" noTextEdit="1"/>
                </p:cNvSpPr>
                <p:nvPr/>
              </p:nvSpPr>
              <p:spPr>
                <a:xfrm>
                  <a:off x="2146413" y="1363110"/>
                  <a:ext cx="1067217" cy="369332"/>
                </a:xfrm>
                <a:prstGeom prst="rect">
                  <a:avLst/>
                </a:prstGeom>
                <a:blipFill>
                  <a:blip r:embed="rId3"/>
                  <a:stretch>
                    <a:fillRect b="-3333"/>
                  </a:stretch>
                </a:blipFill>
              </p:spPr>
              <p:txBody>
                <a:bodyPr/>
                <a:lstStyle/>
                <a:p>
                  <a:r>
                    <a:rPr lang="zh-CN" altLang="en-US">
                      <a:noFill/>
                    </a:rPr>
                    <a:t> </a:t>
                  </a:r>
                </a:p>
              </p:txBody>
            </p:sp>
          </mc:Fallback>
        </mc:AlternateContent>
      </p:grpSp>
      <p:grpSp>
        <p:nvGrpSpPr>
          <p:cNvPr id="7" name="组合 6">
            <a:extLst>
              <a:ext uri="{FF2B5EF4-FFF2-40B4-BE49-F238E27FC236}">
                <a16:creationId xmlns:a16="http://schemas.microsoft.com/office/drawing/2014/main" id="{00A9CCE1-949C-4E54-97A1-6025FF974983}"/>
              </a:ext>
            </a:extLst>
          </p:cNvPr>
          <p:cNvGrpSpPr/>
          <p:nvPr/>
        </p:nvGrpSpPr>
        <p:grpSpPr>
          <a:xfrm>
            <a:off x="2302929" y="5098286"/>
            <a:ext cx="3780000" cy="910796"/>
            <a:chOff x="2302929" y="5098286"/>
            <a:chExt cx="3780000" cy="910796"/>
          </a:xfrm>
        </p:grpSpPr>
        <p:sp>
          <p:nvSpPr>
            <p:cNvPr id="5" name="矩形 4">
              <a:extLst>
                <a:ext uri="{FF2B5EF4-FFF2-40B4-BE49-F238E27FC236}">
                  <a16:creationId xmlns:a16="http://schemas.microsoft.com/office/drawing/2014/main" id="{ABCDD6AB-497D-42FD-B822-48DB3891082B}"/>
                </a:ext>
              </a:extLst>
            </p:cNvPr>
            <p:cNvSpPr/>
            <p:nvPr/>
          </p:nvSpPr>
          <p:spPr>
            <a:xfrm>
              <a:off x="2302929" y="5467618"/>
              <a:ext cx="3780000" cy="541464"/>
            </a:xfrm>
            <a:prstGeom prst="rect">
              <a:avLst/>
            </a:prstGeom>
            <a:solidFill>
              <a:schemeClr val="accent3"/>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mc:AlternateContent xmlns:mc="http://schemas.openxmlformats.org/markup-compatibility/2006" xmlns:a14="http://schemas.microsoft.com/office/drawing/2010/main">
          <mc:Choice Requires="a14">
            <p:sp>
              <p:nvSpPr>
                <p:cNvPr id="23" name="文本框 22">
                  <a:extLst>
                    <a:ext uri="{FF2B5EF4-FFF2-40B4-BE49-F238E27FC236}">
                      <a16:creationId xmlns:a16="http://schemas.microsoft.com/office/drawing/2014/main" id="{ABC03EEA-26BD-4845-8ACC-3FB7B6DA9132}"/>
                    </a:ext>
                  </a:extLst>
                </p:cNvPr>
                <p:cNvSpPr txBox="1"/>
                <p:nvPr/>
              </p:nvSpPr>
              <p:spPr>
                <a:xfrm>
                  <a:off x="3659320" y="5098286"/>
                  <a:ext cx="1067217" cy="369332"/>
                </a:xfrm>
                <a:prstGeom prst="rect">
                  <a:avLst/>
                </a:prstGeom>
                <a:noFill/>
              </p:spPr>
              <p:txBody>
                <a:bodyPr wrap="square">
                  <a:spAutoFit/>
                </a:bodyPr>
                <a:lstStyle/>
                <a:p>
                  <a:pPr/>
                  <a14:m>
                    <m:oMathPara xmlns:m="http://schemas.openxmlformats.org/officeDocument/2006/math">
                      <m:oMathParaPr>
                        <m:jc m:val="centerGroup"/>
                      </m:oMathParaPr>
                      <m:oMath xmlns:m="http://schemas.openxmlformats.org/officeDocument/2006/math">
                        <m:sSub>
                          <m:sSubPr>
                            <m:ctrlPr>
                              <a:rPr lang="en-US" altLang="zh-CN" b="1" i="1" smtClean="0">
                                <a:solidFill>
                                  <a:schemeClr val="accent3"/>
                                </a:solidFill>
                                <a:latin typeface="Cambria Math" panose="02040503050406030204" pitchFamily="18" charset="0"/>
                              </a:rPr>
                            </m:ctrlPr>
                          </m:sSubPr>
                          <m:e>
                            <m:r>
                              <a:rPr lang="en-US" altLang="zh-CN" b="1" i="1" smtClean="0">
                                <a:solidFill>
                                  <a:schemeClr val="accent3"/>
                                </a:solidFill>
                                <a:latin typeface="Cambria Math" panose="02040503050406030204" pitchFamily="18" charset="0"/>
                              </a:rPr>
                              <m:t>𝑾</m:t>
                            </m:r>
                          </m:e>
                          <m:sub>
                            <m:r>
                              <a:rPr lang="en-US" altLang="zh-CN" b="1" i="1" smtClean="0">
                                <a:solidFill>
                                  <a:schemeClr val="accent3"/>
                                </a:solidFill>
                                <a:latin typeface="Cambria Math" panose="02040503050406030204" pitchFamily="18" charset="0"/>
                              </a:rPr>
                              <m:t>𝑻</m:t>
                            </m:r>
                          </m:sub>
                        </m:sSub>
                        <m:r>
                          <a:rPr lang="en-US" altLang="zh-CN" b="1" i="1" smtClean="0">
                            <a:solidFill>
                              <a:schemeClr val="accent3"/>
                            </a:solidFill>
                            <a:latin typeface="Cambria Math" panose="02040503050406030204" pitchFamily="18" charset="0"/>
                          </a:rPr>
                          <m:t>=</m:t>
                        </m:r>
                        <m:r>
                          <a:rPr lang="en-US" altLang="zh-CN" b="1" i="1" smtClean="0">
                            <a:solidFill>
                              <a:schemeClr val="accent3"/>
                            </a:solidFill>
                            <a:latin typeface="Cambria Math" panose="02040503050406030204" pitchFamily="18" charset="0"/>
                          </a:rPr>
                          <m:t>𝟓</m:t>
                        </m:r>
                      </m:oMath>
                    </m:oMathPara>
                  </a14:m>
                  <a:endParaRPr lang="zh-CN" altLang="en-US" dirty="0">
                    <a:solidFill>
                      <a:schemeClr val="accent3"/>
                    </a:solidFill>
                  </a:endParaRPr>
                </a:p>
              </p:txBody>
            </p:sp>
          </mc:Choice>
          <mc:Fallback xmlns="">
            <p:sp>
              <p:nvSpPr>
                <p:cNvPr id="23" name="文本框 22">
                  <a:extLst>
                    <a:ext uri="{FF2B5EF4-FFF2-40B4-BE49-F238E27FC236}">
                      <a16:creationId xmlns:a16="http://schemas.microsoft.com/office/drawing/2014/main" id="{ABC03EEA-26BD-4845-8ACC-3FB7B6DA9132}"/>
                    </a:ext>
                  </a:extLst>
                </p:cNvPr>
                <p:cNvSpPr txBox="1">
                  <a:spLocks noRot="1" noChangeAspect="1" noMove="1" noResize="1" noEditPoints="1" noAdjustHandles="1" noChangeArrowheads="1" noChangeShapeType="1" noTextEdit="1"/>
                </p:cNvSpPr>
                <p:nvPr/>
              </p:nvSpPr>
              <p:spPr>
                <a:xfrm>
                  <a:off x="3659320" y="5098286"/>
                  <a:ext cx="1067217" cy="369332"/>
                </a:xfrm>
                <a:prstGeom prst="rect">
                  <a:avLst/>
                </a:prstGeom>
                <a:blipFill>
                  <a:blip r:embed="rId4"/>
                  <a:stretch>
                    <a:fillRect b="-3279"/>
                  </a:stretch>
                </a:blipFill>
              </p:spPr>
              <p:txBody>
                <a:bodyPr/>
                <a:lstStyle/>
                <a:p>
                  <a:r>
                    <a:rPr lang="zh-CN" altLang="en-US">
                      <a:noFill/>
                    </a:rPr>
                    <a:t> </a:t>
                  </a:r>
                </a:p>
              </p:txBody>
            </p:sp>
          </mc:Fallback>
        </mc:AlternateContent>
      </p:grpSp>
      <p:grpSp>
        <p:nvGrpSpPr>
          <p:cNvPr id="4" name="组合 3">
            <a:extLst>
              <a:ext uri="{FF2B5EF4-FFF2-40B4-BE49-F238E27FC236}">
                <a16:creationId xmlns:a16="http://schemas.microsoft.com/office/drawing/2014/main" id="{9A1EA9F2-FCB6-48C3-935F-7AE7E3AD14AC}"/>
              </a:ext>
            </a:extLst>
          </p:cNvPr>
          <p:cNvGrpSpPr/>
          <p:nvPr/>
        </p:nvGrpSpPr>
        <p:grpSpPr>
          <a:xfrm>
            <a:off x="304800" y="749300"/>
            <a:ext cx="6192344" cy="400110"/>
            <a:chOff x="424117" y="898245"/>
            <a:chExt cx="6192344" cy="400110"/>
          </a:xfrm>
        </p:grpSpPr>
        <p:sp>
          <p:nvSpPr>
            <p:cNvPr id="2" name="平行四边形 1">
              <a:extLst>
                <a:ext uri="{FF2B5EF4-FFF2-40B4-BE49-F238E27FC236}">
                  <a16:creationId xmlns:a16="http://schemas.microsoft.com/office/drawing/2014/main" id="{1F5BAA3F-9845-4F89-A2DD-8222D3E4EDAC}"/>
                </a:ext>
              </a:extLst>
            </p:cNvPr>
            <p:cNvSpPr/>
            <p:nvPr/>
          </p:nvSpPr>
          <p:spPr>
            <a:xfrm>
              <a:off x="424117" y="898245"/>
              <a:ext cx="628306" cy="387090"/>
            </a:xfrm>
            <a:prstGeom prst="parallelogram">
              <a:avLst/>
            </a:prstGeom>
            <a:solidFill>
              <a:schemeClr val="accent3">
                <a:lumMod val="75000"/>
              </a:schemeClr>
            </a:solidFill>
            <a:ln>
              <a:solidFill>
                <a:schemeClr val="accent3">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CN" sz="2200" dirty="0">
                  <a:latin typeface="Impact" panose="020B0806030902050204" pitchFamily="34" charset="0"/>
                </a:rPr>
                <a:t>01</a:t>
              </a:r>
              <a:endParaRPr lang="zh-CN" altLang="en-US" sz="2200" dirty="0">
                <a:latin typeface="Impact" panose="020B0806030902050204" pitchFamily="34" charset="0"/>
              </a:endParaRPr>
            </a:p>
          </p:txBody>
        </p:sp>
        <p:sp>
          <p:nvSpPr>
            <p:cNvPr id="3" name="文本框 2">
              <a:extLst>
                <a:ext uri="{FF2B5EF4-FFF2-40B4-BE49-F238E27FC236}">
                  <a16:creationId xmlns:a16="http://schemas.microsoft.com/office/drawing/2014/main" id="{4D6BD736-A4D3-4F26-AFED-36E11F50F70B}"/>
                </a:ext>
              </a:extLst>
            </p:cNvPr>
            <p:cNvSpPr txBox="1"/>
            <p:nvPr/>
          </p:nvSpPr>
          <p:spPr>
            <a:xfrm>
              <a:off x="1052423" y="898245"/>
              <a:ext cx="5564038" cy="400110"/>
            </a:xfrm>
            <a:prstGeom prst="rect">
              <a:avLst/>
            </a:prstGeom>
            <a:noFill/>
          </p:spPr>
          <p:txBody>
            <a:bodyPr wrap="square" rtlCol="0">
              <a:spAutoFit/>
            </a:bodyPr>
            <a:lstStyle/>
            <a:p>
              <a:r>
                <a:rPr lang="zh-CN" altLang="en-US" sz="2000" b="1" dirty="0"/>
                <a:t>回退</a:t>
              </a:r>
              <a:r>
                <a:rPr lang="en-US" altLang="zh-CN" sz="2000" b="1" dirty="0"/>
                <a:t>N</a:t>
              </a:r>
              <a:r>
                <a:rPr lang="zh-CN" altLang="en-US" sz="2000" b="1" dirty="0"/>
                <a:t>帧协议</a:t>
              </a:r>
            </a:p>
          </p:txBody>
        </p:sp>
      </p:grpSp>
      <p:grpSp>
        <p:nvGrpSpPr>
          <p:cNvPr id="20" name="组合 19">
            <a:extLst>
              <a:ext uri="{FF2B5EF4-FFF2-40B4-BE49-F238E27FC236}">
                <a16:creationId xmlns:a16="http://schemas.microsoft.com/office/drawing/2014/main" id="{87756F0E-46C2-4571-B23D-C8472E9FD1FB}"/>
              </a:ext>
            </a:extLst>
          </p:cNvPr>
          <p:cNvGrpSpPr/>
          <p:nvPr/>
        </p:nvGrpSpPr>
        <p:grpSpPr>
          <a:xfrm>
            <a:off x="475097" y="1263518"/>
            <a:ext cx="1355161" cy="5114896"/>
            <a:chOff x="475097" y="1263518"/>
            <a:chExt cx="1355161" cy="5114896"/>
          </a:xfrm>
        </p:grpSpPr>
        <p:cxnSp>
          <p:nvCxnSpPr>
            <p:cNvPr id="17" name="直接连接符 16">
              <a:extLst>
                <a:ext uri="{FF2B5EF4-FFF2-40B4-BE49-F238E27FC236}">
                  <a16:creationId xmlns:a16="http://schemas.microsoft.com/office/drawing/2014/main" id="{5A41A17A-7B81-47D8-BDBB-76B8F1AA71D6}"/>
                </a:ext>
              </a:extLst>
            </p:cNvPr>
            <p:cNvCxnSpPr>
              <a:cxnSpLocks/>
            </p:cNvCxnSpPr>
            <p:nvPr/>
          </p:nvCxnSpPr>
          <p:spPr>
            <a:xfrm flipV="1">
              <a:off x="1208367" y="2012996"/>
              <a:ext cx="0" cy="3813858"/>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nvGrpSpPr>
            <p:cNvPr id="9" name="组合 8">
              <a:extLst>
                <a:ext uri="{FF2B5EF4-FFF2-40B4-BE49-F238E27FC236}">
                  <a16:creationId xmlns:a16="http://schemas.microsoft.com/office/drawing/2014/main" id="{A2B5FA1F-35FA-42E7-8D74-E7431B6AAA3C}"/>
                </a:ext>
              </a:extLst>
            </p:cNvPr>
            <p:cNvGrpSpPr/>
            <p:nvPr/>
          </p:nvGrpSpPr>
          <p:grpSpPr>
            <a:xfrm>
              <a:off x="700096" y="5368000"/>
              <a:ext cx="905164" cy="1010414"/>
              <a:chOff x="700096" y="5368000"/>
              <a:chExt cx="905164" cy="1010414"/>
            </a:xfrm>
          </p:grpSpPr>
          <p:pic>
            <p:nvPicPr>
              <p:cNvPr id="214" name="图形 213">
                <a:extLst>
                  <a:ext uri="{FF2B5EF4-FFF2-40B4-BE49-F238E27FC236}">
                    <a16:creationId xmlns:a16="http://schemas.microsoft.com/office/drawing/2014/main" id="{D949CB40-4FF6-4E8C-991B-66D24C6ADF05}"/>
                  </a:ext>
                </a:extLst>
              </p:cNvPr>
              <p:cNvPicPr>
                <a:picLocks noChangeAspect="1"/>
              </p:cNvPicPr>
              <p:nvPr/>
            </p:nvPicPr>
            <p:blipFill>
              <a:blip r:embed="rId5">
                <a:extLst>
                  <a:ext uri="{28A0092B-C50C-407E-A947-70E740481C1C}">
                    <a14:useLocalDpi xmlns:a14="http://schemas.microsoft.com/office/drawing/2010/main" val="0"/>
                  </a:ext>
                  <a:ext uri="{96DAC541-7B7A-43D3-8B79-37D633B846F1}">
                    <asvg:svgBlip xmlns:asvg="http://schemas.microsoft.com/office/drawing/2016/SVG/main" r:embed="rId6"/>
                  </a:ext>
                </a:extLst>
              </a:blip>
              <a:stretch>
                <a:fillRect/>
              </a:stretch>
            </p:blipFill>
            <p:spPr>
              <a:xfrm>
                <a:off x="821271" y="5368000"/>
                <a:ext cx="662814" cy="641082"/>
              </a:xfrm>
              <a:prstGeom prst="rect">
                <a:avLst/>
              </a:prstGeom>
            </p:spPr>
          </p:pic>
          <p:sp>
            <p:nvSpPr>
              <p:cNvPr id="218" name="文本框 217">
                <a:extLst>
                  <a:ext uri="{FF2B5EF4-FFF2-40B4-BE49-F238E27FC236}">
                    <a16:creationId xmlns:a16="http://schemas.microsoft.com/office/drawing/2014/main" id="{584D12FE-712D-432B-A48B-3084189F6B6C}"/>
                  </a:ext>
                </a:extLst>
              </p:cNvPr>
              <p:cNvSpPr txBox="1"/>
              <p:nvPr/>
            </p:nvSpPr>
            <p:spPr>
              <a:xfrm>
                <a:off x="700096" y="6009082"/>
                <a:ext cx="905164" cy="369332"/>
              </a:xfrm>
              <a:prstGeom prst="rect">
                <a:avLst/>
              </a:prstGeom>
              <a:noFill/>
            </p:spPr>
            <p:txBody>
              <a:bodyPr wrap="square" rtlCol="0">
                <a:spAutoFit/>
              </a:bodyPr>
              <a:lstStyle/>
              <a:p>
                <a:r>
                  <a:rPr lang="zh-CN" altLang="en-US" b="1" dirty="0">
                    <a:latin typeface="+mn-ea"/>
                  </a:rPr>
                  <a:t>发送方</a:t>
                </a:r>
              </a:p>
            </p:txBody>
          </p:sp>
        </p:grpSp>
        <p:grpSp>
          <p:nvGrpSpPr>
            <p:cNvPr id="8" name="组合 7">
              <a:extLst>
                <a:ext uri="{FF2B5EF4-FFF2-40B4-BE49-F238E27FC236}">
                  <a16:creationId xmlns:a16="http://schemas.microsoft.com/office/drawing/2014/main" id="{0ACAF080-95D4-4F76-A817-06EA84E449C9}"/>
                </a:ext>
              </a:extLst>
            </p:cNvPr>
            <p:cNvGrpSpPr/>
            <p:nvPr/>
          </p:nvGrpSpPr>
          <p:grpSpPr>
            <a:xfrm>
              <a:off x="878301" y="1263518"/>
              <a:ext cx="905164" cy="1027908"/>
              <a:chOff x="878301" y="1390382"/>
              <a:chExt cx="905164" cy="1027908"/>
            </a:xfrm>
          </p:grpSpPr>
          <p:pic>
            <p:nvPicPr>
              <p:cNvPr id="210" name="图形 209">
                <a:extLst>
                  <a:ext uri="{FF2B5EF4-FFF2-40B4-BE49-F238E27FC236}">
                    <a16:creationId xmlns:a16="http://schemas.microsoft.com/office/drawing/2014/main" id="{61E01467-74F7-469C-BAD5-DFFB1234E440}"/>
                  </a:ext>
                </a:extLst>
              </p:cNvPr>
              <p:cNvPicPr>
                <a:picLocks noChangeAspect="1"/>
              </p:cNvPicPr>
              <p:nvPr/>
            </p:nvPicPr>
            <p:blipFill>
              <a:blip r:embed="rId7">
                <a:extLst>
                  <a:ext uri="{28A0092B-C50C-407E-A947-70E740481C1C}">
                    <a14:useLocalDpi xmlns:a14="http://schemas.microsoft.com/office/drawing/2010/main" val="0"/>
                  </a:ext>
                  <a:ext uri="{96DAC541-7B7A-43D3-8B79-37D633B846F1}">
                    <asvg:svgBlip xmlns:asvg="http://schemas.microsoft.com/office/drawing/2016/SVG/main" r:embed="rId8"/>
                  </a:ext>
                </a:extLst>
              </a:blip>
              <a:stretch>
                <a:fillRect/>
              </a:stretch>
            </p:blipFill>
            <p:spPr>
              <a:xfrm>
                <a:off x="984826" y="1759714"/>
                <a:ext cx="501772" cy="658576"/>
              </a:xfrm>
              <a:prstGeom prst="rect">
                <a:avLst/>
              </a:prstGeom>
            </p:spPr>
          </p:pic>
          <p:sp>
            <p:nvSpPr>
              <p:cNvPr id="219" name="文本框 218">
                <a:extLst>
                  <a:ext uri="{FF2B5EF4-FFF2-40B4-BE49-F238E27FC236}">
                    <a16:creationId xmlns:a16="http://schemas.microsoft.com/office/drawing/2014/main" id="{B105E330-42F6-4FA8-914C-123FFA0756D5}"/>
                  </a:ext>
                </a:extLst>
              </p:cNvPr>
              <p:cNvSpPr txBox="1"/>
              <p:nvPr/>
            </p:nvSpPr>
            <p:spPr>
              <a:xfrm>
                <a:off x="878301" y="1390382"/>
                <a:ext cx="905164" cy="369332"/>
              </a:xfrm>
              <a:prstGeom prst="rect">
                <a:avLst/>
              </a:prstGeom>
              <a:noFill/>
            </p:spPr>
            <p:txBody>
              <a:bodyPr wrap="square" rtlCol="0">
                <a:spAutoFit/>
              </a:bodyPr>
              <a:lstStyle/>
              <a:p>
                <a:r>
                  <a:rPr lang="zh-CN" altLang="en-US" b="1" dirty="0">
                    <a:latin typeface="+mn-ea"/>
                  </a:rPr>
                  <a:t>接收方</a:t>
                </a:r>
              </a:p>
            </p:txBody>
          </p:sp>
        </p:grpSp>
        <p:sp>
          <p:nvSpPr>
            <p:cNvPr id="57" name="云形 56">
              <a:extLst>
                <a:ext uri="{FF2B5EF4-FFF2-40B4-BE49-F238E27FC236}">
                  <a16:creationId xmlns:a16="http://schemas.microsoft.com/office/drawing/2014/main" id="{8D58A5DA-48AF-4D62-A0E1-92B6F8CBE1F4}"/>
                </a:ext>
              </a:extLst>
            </p:cNvPr>
            <p:cNvSpPr/>
            <p:nvPr/>
          </p:nvSpPr>
          <p:spPr>
            <a:xfrm>
              <a:off x="475097" y="3429014"/>
              <a:ext cx="1355161" cy="801398"/>
            </a:xfrm>
            <a:prstGeom prst="cloud">
              <a:avLst/>
            </a:prstGeom>
            <a:solidFill>
              <a:schemeClr val="bg1">
                <a:lumMod val="85000"/>
              </a:schemeClr>
            </a:solidFill>
            <a:ln>
              <a:solidFill>
                <a:schemeClr val="bg1">
                  <a:lumMod val="85000"/>
                </a:schemeClr>
              </a:solidFill>
            </a:ln>
          </p:spPr>
          <p:style>
            <a:lnRef idx="2">
              <a:schemeClr val="accent3">
                <a:shade val="50000"/>
              </a:schemeClr>
            </a:lnRef>
            <a:fillRef idx="1">
              <a:schemeClr val="accent3"/>
            </a:fillRef>
            <a:effectRef idx="0">
              <a:schemeClr val="accent3"/>
            </a:effectRef>
            <a:fontRef idx="minor">
              <a:schemeClr val="lt1"/>
            </a:fontRef>
          </p:style>
          <p:txBody>
            <a:bodyPr rtlCol="0" anchor="ctr"/>
            <a:lstStyle/>
            <a:p>
              <a:pPr algn="ctr"/>
              <a:r>
                <a:rPr lang="zh-CN" altLang="en-US" b="1" dirty="0">
                  <a:solidFill>
                    <a:schemeClr val="tx1"/>
                  </a:solidFill>
                  <a:latin typeface="+mn-ea"/>
                </a:rPr>
                <a:t>因特网</a:t>
              </a:r>
            </a:p>
          </p:txBody>
        </p:sp>
      </p:grpSp>
      <p:graphicFrame>
        <p:nvGraphicFramePr>
          <p:cNvPr id="21" name="表格 21">
            <a:extLst>
              <a:ext uri="{FF2B5EF4-FFF2-40B4-BE49-F238E27FC236}">
                <a16:creationId xmlns:a16="http://schemas.microsoft.com/office/drawing/2014/main" id="{CE497585-4F97-4F44-9ABE-D7BBA16B40E0}"/>
              </a:ext>
            </a:extLst>
          </p:cNvPr>
          <p:cNvGraphicFramePr>
            <a:graphicFrameLocks noGrp="1"/>
          </p:cNvGraphicFramePr>
          <p:nvPr/>
        </p:nvGraphicFramePr>
        <p:xfrm>
          <a:off x="2302929" y="5557308"/>
          <a:ext cx="9067800" cy="370840"/>
        </p:xfrm>
        <a:graphic>
          <a:graphicData uri="http://schemas.openxmlformats.org/drawingml/2006/table">
            <a:tbl>
              <a:tblPr firstRow="1" bandRow="1">
                <a:tableStyleId>{5C22544A-7EE6-4342-B048-85BDC9FD1C3A}</a:tableStyleId>
              </a:tblPr>
              <a:tblGrid>
                <a:gridCol w="755650">
                  <a:extLst>
                    <a:ext uri="{9D8B030D-6E8A-4147-A177-3AD203B41FA5}">
                      <a16:colId xmlns:a16="http://schemas.microsoft.com/office/drawing/2014/main" val="877486509"/>
                    </a:ext>
                  </a:extLst>
                </a:gridCol>
                <a:gridCol w="755650">
                  <a:extLst>
                    <a:ext uri="{9D8B030D-6E8A-4147-A177-3AD203B41FA5}">
                      <a16:colId xmlns:a16="http://schemas.microsoft.com/office/drawing/2014/main" val="3548605817"/>
                    </a:ext>
                  </a:extLst>
                </a:gridCol>
                <a:gridCol w="755650">
                  <a:extLst>
                    <a:ext uri="{9D8B030D-6E8A-4147-A177-3AD203B41FA5}">
                      <a16:colId xmlns:a16="http://schemas.microsoft.com/office/drawing/2014/main" val="2881812895"/>
                    </a:ext>
                  </a:extLst>
                </a:gridCol>
                <a:gridCol w="755650">
                  <a:extLst>
                    <a:ext uri="{9D8B030D-6E8A-4147-A177-3AD203B41FA5}">
                      <a16:colId xmlns:a16="http://schemas.microsoft.com/office/drawing/2014/main" val="3682284582"/>
                    </a:ext>
                  </a:extLst>
                </a:gridCol>
                <a:gridCol w="755650">
                  <a:extLst>
                    <a:ext uri="{9D8B030D-6E8A-4147-A177-3AD203B41FA5}">
                      <a16:colId xmlns:a16="http://schemas.microsoft.com/office/drawing/2014/main" val="500127722"/>
                    </a:ext>
                  </a:extLst>
                </a:gridCol>
                <a:gridCol w="755650">
                  <a:extLst>
                    <a:ext uri="{9D8B030D-6E8A-4147-A177-3AD203B41FA5}">
                      <a16:colId xmlns:a16="http://schemas.microsoft.com/office/drawing/2014/main" val="2946259618"/>
                    </a:ext>
                  </a:extLst>
                </a:gridCol>
                <a:gridCol w="755650">
                  <a:extLst>
                    <a:ext uri="{9D8B030D-6E8A-4147-A177-3AD203B41FA5}">
                      <a16:colId xmlns:a16="http://schemas.microsoft.com/office/drawing/2014/main" val="171501986"/>
                    </a:ext>
                  </a:extLst>
                </a:gridCol>
                <a:gridCol w="755650">
                  <a:extLst>
                    <a:ext uri="{9D8B030D-6E8A-4147-A177-3AD203B41FA5}">
                      <a16:colId xmlns:a16="http://schemas.microsoft.com/office/drawing/2014/main" val="1667185265"/>
                    </a:ext>
                  </a:extLst>
                </a:gridCol>
                <a:gridCol w="755650">
                  <a:extLst>
                    <a:ext uri="{9D8B030D-6E8A-4147-A177-3AD203B41FA5}">
                      <a16:colId xmlns:a16="http://schemas.microsoft.com/office/drawing/2014/main" val="4258211808"/>
                    </a:ext>
                  </a:extLst>
                </a:gridCol>
                <a:gridCol w="755650">
                  <a:extLst>
                    <a:ext uri="{9D8B030D-6E8A-4147-A177-3AD203B41FA5}">
                      <a16:colId xmlns:a16="http://schemas.microsoft.com/office/drawing/2014/main" val="1794200575"/>
                    </a:ext>
                  </a:extLst>
                </a:gridCol>
                <a:gridCol w="755650">
                  <a:extLst>
                    <a:ext uri="{9D8B030D-6E8A-4147-A177-3AD203B41FA5}">
                      <a16:colId xmlns:a16="http://schemas.microsoft.com/office/drawing/2014/main" val="4230716487"/>
                    </a:ext>
                  </a:extLst>
                </a:gridCol>
                <a:gridCol w="755650">
                  <a:extLst>
                    <a:ext uri="{9D8B030D-6E8A-4147-A177-3AD203B41FA5}">
                      <a16:colId xmlns:a16="http://schemas.microsoft.com/office/drawing/2014/main" val="56153739"/>
                    </a:ext>
                  </a:extLst>
                </a:gridCol>
              </a:tblGrid>
              <a:tr h="370840">
                <a:tc>
                  <a:txBody>
                    <a:bodyPr/>
                    <a:lstStyle/>
                    <a:p>
                      <a:pPr algn="ctr"/>
                      <a:r>
                        <a:rPr lang="en-US" altLang="zh-CN" dirty="0">
                          <a:solidFill>
                            <a:schemeClr val="tx1"/>
                          </a:solidFill>
                          <a:latin typeface="Arial Black" panose="020B0A04020102020204" pitchFamily="34" charset="0"/>
                        </a:rPr>
                        <a:t>0</a:t>
                      </a:r>
                      <a:endParaRPr lang="zh-CN" altLang="en-US" dirty="0">
                        <a:solidFill>
                          <a:schemeClr val="tx1"/>
                        </a:solidFill>
                        <a:latin typeface="Arial Black" panose="020B0A04020102020204" pitchFamily="34" charset="0"/>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ctr"/>
                      <a:r>
                        <a:rPr lang="en-US" altLang="zh-CN" dirty="0">
                          <a:solidFill>
                            <a:schemeClr val="tx1"/>
                          </a:solidFill>
                          <a:latin typeface="Arial Black" panose="020B0A04020102020204" pitchFamily="34" charset="0"/>
                        </a:rPr>
                        <a:t>1</a:t>
                      </a:r>
                      <a:endParaRPr lang="zh-CN" altLang="en-US" dirty="0">
                        <a:solidFill>
                          <a:schemeClr val="tx1"/>
                        </a:solidFill>
                        <a:latin typeface="Arial Black" panose="020B0A04020102020204" pitchFamily="34" charset="0"/>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ctr"/>
                      <a:r>
                        <a:rPr lang="en-US" altLang="zh-CN" dirty="0">
                          <a:solidFill>
                            <a:schemeClr val="tx1"/>
                          </a:solidFill>
                          <a:latin typeface="Arial Black" panose="020B0A04020102020204" pitchFamily="34" charset="0"/>
                        </a:rPr>
                        <a:t>2</a:t>
                      </a:r>
                      <a:endParaRPr lang="zh-CN" altLang="en-US" dirty="0">
                        <a:solidFill>
                          <a:schemeClr val="tx1"/>
                        </a:solidFill>
                        <a:latin typeface="Arial Black" panose="020B0A04020102020204" pitchFamily="34" charset="0"/>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ctr"/>
                      <a:r>
                        <a:rPr lang="en-US" altLang="zh-CN" dirty="0">
                          <a:solidFill>
                            <a:schemeClr val="tx1"/>
                          </a:solidFill>
                          <a:latin typeface="Arial Black" panose="020B0A04020102020204" pitchFamily="34" charset="0"/>
                        </a:rPr>
                        <a:t>3</a:t>
                      </a:r>
                      <a:endParaRPr lang="zh-CN" altLang="en-US" dirty="0">
                        <a:solidFill>
                          <a:schemeClr val="tx1"/>
                        </a:solidFill>
                        <a:latin typeface="Arial Black" panose="020B0A04020102020204" pitchFamily="34" charset="0"/>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ctr"/>
                      <a:r>
                        <a:rPr lang="en-US" altLang="zh-CN" dirty="0">
                          <a:solidFill>
                            <a:schemeClr val="tx1"/>
                          </a:solidFill>
                          <a:latin typeface="Arial Black" panose="020B0A04020102020204" pitchFamily="34" charset="0"/>
                        </a:rPr>
                        <a:t>4</a:t>
                      </a:r>
                      <a:endParaRPr lang="zh-CN" altLang="en-US" dirty="0">
                        <a:solidFill>
                          <a:schemeClr val="tx1"/>
                        </a:solidFill>
                        <a:latin typeface="Arial Black" panose="020B0A04020102020204" pitchFamily="34" charset="0"/>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ctr"/>
                      <a:r>
                        <a:rPr lang="en-US" altLang="zh-CN" dirty="0">
                          <a:solidFill>
                            <a:schemeClr val="tx1"/>
                          </a:solidFill>
                          <a:latin typeface="Arial Black" panose="020B0A04020102020204" pitchFamily="34" charset="0"/>
                        </a:rPr>
                        <a:t>5</a:t>
                      </a:r>
                      <a:endParaRPr lang="zh-CN" altLang="en-US" dirty="0">
                        <a:solidFill>
                          <a:schemeClr val="tx1"/>
                        </a:solidFill>
                        <a:latin typeface="Arial Black" panose="020B0A04020102020204" pitchFamily="34" charset="0"/>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ctr"/>
                      <a:r>
                        <a:rPr lang="en-US" altLang="zh-CN" dirty="0">
                          <a:solidFill>
                            <a:schemeClr val="tx1"/>
                          </a:solidFill>
                          <a:latin typeface="Arial Black" panose="020B0A04020102020204" pitchFamily="34" charset="0"/>
                        </a:rPr>
                        <a:t>6</a:t>
                      </a:r>
                      <a:endParaRPr lang="zh-CN" altLang="en-US" dirty="0">
                        <a:solidFill>
                          <a:schemeClr val="tx1"/>
                        </a:solidFill>
                        <a:latin typeface="Arial Black" panose="020B0A04020102020204" pitchFamily="34" charset="0"/>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ctr"/>
                      <a:r>
                        <a:rPr lang="en-US" altLang="zh-CN" dirty="0">
                          <a:solidFill>
                            <a:schemeClr val="tx1"/>
                          </a:solidFill>
                          <a:latin typeface="Arial Black" panose="020B0A04020102020204" pitchFamily="34" charset="0"/>
                        </a:rPr>
                        <a:t>7</a:t>
                      </a:r>
                      <a:endParaRPr lang="zh-CN" altLang="en-US" dirty="0">
                        <a:solidFill>
                          <a:schemeClr val="tx1"/>
                        </a:solidFill>
                        <a:latin typeface="Arial Black" panose="020B0A04020102020204" pitchFamily="34" charset="0"/>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ctr"/>
                      <a:r>
                        <a:rPr lang="en-US" altLang="zh-CN" dirty="0">
                          <a:solidFill>
                            <a:schemeClr val="tx1"/>
                          </a:solidFill>
                          <a:latin typeface="Arial Black" panose="020B0A04020102020204" pitchFamily="34" charset="0"/>
                        </a:rPr>
                        <a:t>0</a:t>
                      </a:r>
                      <a:endParaRPr lang="zh-CN" altLang="en-US" dirty="0">
                        <a:solidFill>
                          <a:schemeClr val="tx1"/>
                        </a:solidFill>
                        <a:latin typeface="Arial Black" panose="020B0A04020102020204" pitchFamily="34" charset="0"/>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ctr"/>
                      <a:r>
                        <a:rPr lang="en-US" altLang="zh-CN" dirty="0">
                          <a:solidFill>
                            <a:schemeClr val="tx1"/>
                          </a:solidFill>
                          <a:latin typeface="Arial Black" panose="020B0A04020102020204" pitchFamily="34" charset="0"/>
                        </a:rPr>
                        <a:t>1</a:t>
                      </a:r>
                      <a:endParaRPr lang="zh-CN" altLang="en-US" dirty="0">
                        <a:solidFill>
                          <a:schemeClr val="tx1"/>
                        </a:solidFill>
                        <a:latin typeface="Arial Black" panose="020B0A04020102020204" pitchFamily="34" charset="0"/>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ctr"/>
                      <a:r>
                        <a:rPr lang="en-US" altLang="zh-CN" dirty="0">
                          <a:solidFill>
                            <a:schemeClr val="tx1"/>
                          </a:solidFill>
                          <a:latin typeface="Arial Black" panose="020B0A04020102020204" pitchFamily="34" charset="0"/>
                        </a:rPr>
                        <a:t>2</a:t>
                      </a:r>
                      <a:endParaRPr lang="zh-CN" altLang="en-US" dirty="0">
                        <a:solidFill>
                          <a:schemeClr val="tx1"/>
                        </a:solidFill>
                        <a:latin typeface="Arial Black" panose="020B0A04020102020204" pitchFamily="34" charset="0"/>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ctr"/>
                      <a:r>
                        <a:rPr lang="en-US" altLang="zh-CN" dirty="0">
                          <a:solidFill>
                            <a:schemeClr val="tx1"/>
                          </a:solidFill>
                          <a:latin typeface="Arial Black" panose="020B0A04020102020204" pitchFamily="34" charset="0"/>
                        </a:rPr>
                        <a:t>…</a:t>
                      </a:r>
                      <a:endParaRPr lang="zh-CN" altLang="en-US" dirty="0">
                        <a:solidFill>
                          <a:schemeClr val="tx1"/>
                        </a:solidFill>
                        <a:latin typeface="Arial Black" panose="020B0A04020102020204" pitchFamily="34" charset="0"/>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extLst>
                  <a:ext uri="{0D108BD9-81ED-4DB2-BD59-A6C34878D82A}">
                    <a16:rowId xmlns:a16="http://schemas.microsoft.com/office/drawing/2014/main" val="316235763"/>
                  </a:ext>
                </a:extLst>
              </a:tr>
            </a:tbl>
          </a:graphicData>
        </a:graphic>
      </p:graphicFrame>
      <p:graphicFrame>
        <p:nvGraphicFramePr>
          <p:cNvPr id="68" name="表格 21">
            <a:extLst>
              <a:ext uri="{FF2B5EF4-FFF2-40B4-BE49-F238E27FC236}">
                <a16:creationId xmlns:a16="http://schemas.microsoft.com/office/drawing/2014/main" id="{D9B4273D-C94E-42E6-A39B-908C6FA1D8AF}"/>
              </a:ext>
            </a:extLst>
          </p:cNvPr>
          <p:cNvGraphicFramePr>
            <a:graphicFrameLocks noGrp="1"/>
          </p:cNvGraphicFramePr>
          <p:nvPr/>
        </p:nvGraphicFramePr>
        <p:xfrm>
          <a:off x="2302929" y="1827576"/>
          <a:ext cx="9067800" cy="370840"/>
        </p:xfrm>
        <a:graphic>
          <a:graphicData uri="http://schemas.openxmlformats.org/drawingml/2006/table">
            <a:tbl>
              <a:tblPr firstRow="1" bandRow="1">
                <a:tableStyleId>{5C22544A-7EE6-4342-B048-85BDC9FD1C3A}</a:tableStyleId>
              </a:tblPr>
              <a:tblGrid>
                <a:gridCol w="755650">
                  <a:extLst>
                    <a:ext uri="{9D8B030D-6E8A-4147-A177-3AD203B41FA5}">
                      <a16:colId xmlns:a16="http://schemas.microsoft.com/office/drawing/2014/main" val="877486509"/>
                    </a:ext>
                  </a:extLst>
                </a:gridCol>
                <a:gridCol w="755650">
                  <a:extLst>
                    <a:ext uri="{9D8B030D-6E8A-4147-A177-3AD203B41FA5}">
                      <a16:colId xmlns:a16="http://schemas.microsoft.com/office/drawing/2014/main" val="3548605817"/>
                    </a:ext>
                  </a:extLst>
                </a:gridCol>
                <a:gridCol w="755650">
                  <a:extLst>
                    <a:ext uri="{9D8B030D-6E8A-4147-A177-3AD203B41FA5}">
                      <a16:colId xmlns:a16="http://schemas.microsoft.com/office/drawing/2014/main" val="2881812895"/>
                    </a:ext>
                  </a:extLst>
                </a:gridCol>
                <a:gridCol w="755650">
                  <a:extLst>
                    <a:ext uri="{9D8B030D-6E8A-4147-A177-3AD203B41FA5}">
                      <a16:colId xmlns:a16="http://schemas.microsoft.com/office/drawing/2014/main" val="3682284582"/>
                    </a:ext>
                  </a:extLst>
                </a:gridCol>
                <a:gridCol w="755650">
                  <a:extLst>
                    <a:ext uri="{9D8B030D-6E8A-4147-A177-3AD203B41FA5}">
                      <a16:colId xmlns:a16="http://schemas.microsoft.com/office/drawing/2014/main" val="500127722"/>
                    </a:ext>
                  </a:extLst>
                </a:gridCol>
                <a:gridCol w="755650">
                  <a:extLst>
                    <a:ext uri="{9D8B030D-6E8A-4147-A177-3AD203B41FA5}">
                      <a16:colId xmlns:a16="http://schemas.microsoft.com/office/drawing/2014/main" val="2946259618"/>
                    </a:ext>
                  </a:extLst>
                </a:gridCol>
                <a:gridCol w="755650">
                  <a:extLst>
                    <a:ext uri="{9D8B030D-6E8A-4147-A177-3AD203B41FA5}">
                      <a16:colId xmlns:a16="http://schemas.microsoft.com/office/drawing/2014/main" val="171501986"/>
                    </a:ext>
                  </a:extLst>
                </a:gridCol>
                <a:gridCol w="755650">
                  <a:extLst>
                    <a:ext uri="{9D8B030D-6E8A-4147-A177-3AD203B41FA5}">
                      <a16:colId xmlns:a16="http://schemas.microsoft.com/office/drawing/2014/main" val="1667185265"/>
                    </a:ext>
                  </a:extLst>
                </a:gridCol>
                <a:gridCol w="755650">
                  <a:extLst>
                    <a:ext uri="{9D8B030D-6E8A-4147-A177-3AD203B41FA5}">
                      <a16:colId xmlns:a16="http://schemas.microsoft.com/office/drawing/2014/main" val="4258211808"/>
                    </a:ext>
                  </a:extLst>
                </a:gridCol>
                <a:gridCol w="755650">
                  <a:extLst>
                    <a:ext uri="{9D8B030D-6E8A-4147-A177-3AD203B41FA5}">
                      <a16:colId xmlns:a16="http://schemas.microsoft.com/office/drawing/2014/main" val="1794200575"/>
                    </a:ext>
                  </a:extLst>
                </a:gridCol>
                <a:gridCol w="755650">
                  <a:extLst>
                    <a:ext uri="{9D8B030D-6E8A-4147-A177-3AD203B41FA5}">
                      <a16:colId xmlns:a16="http://schemas.microsoft.com/office/drawing/2014/main" val="4230716487"/>
                    </a:ext>
                  </a:extLst>
                </a:gridCol>
                <a:gridCol w="755650">
                  <a:extLst>
                    <a:ext uri="{9D8B030D-6E8A-4147-A177-3AD203B41FA5}">
                      <a16:colId xmlns:a16="http://schemas.microsoft.com/office/drawing/2014/main" val="56153739"/>
                    </a:ext>
                  </a:extLst>
                </a:gridCol>
              </a:tblGrid>
              <a:tr h="370840">
                <a:tc>
                  <a:txBody>
                    <a:bodyPr/>
                    <a:lstStyle/>
                    <a:p>
                      <a:pPr algn="ctr"/>
                      <a:r>
                        <a:rPr lang="en-US" altLang="zh-CN" dirty="0">
                          <a:solidFill>
                            <a:schemeClr val="tx1"/>
                          </a:solidFill>
                          <a:latin typeface="Arial Black" panose="020B0A04020102020204" pitchFamily="34" charset="0"/>
                        </a:rPr>
                        <a:t>0</a:t>
                      </a:r>
                      <a:endParaRPr lang="zh-CN" altLang="en-US" dirty="0">
                        <a:solidFill>
                          <a:schemeClr val="tx1"/>
                        </a:solidFill>
                        <a:latin typeface="Arial Black" panose="020B0A04020102020204" pitchFamily="34" charset="0"/>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ctr"/>
                      <a:r>
                        <a:rPr lang="en-US" altLang="zh-CN" dirty="0">
                          <a:solidFill>
                            <a:schemeClr val="tx1"/>
                          </a:solidFill>
                          <a:latin typeface="Arial Black" panose="020B0A04020102020204" pitchFamily="34" charset="0"/>
                        </a:rPr>
                        <a:t>1</a:t>
                      </a:r>
                      <a:endParaRPr lang="zh-CN" altLang="en-US" dirty="0">
                        <a:solidFill>
                          <a:schemeClr val="tx1"/>
                        </a:solidFill>
                        <a:latin typeface="Arial Black" panose="020B0A04020102020204" pitchFamily="34" charset="0"/>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ctr"/>
                      <a:r>
                        <a:rPr lang="en-US" altLang="zh-CN" dirty="0">
                          <a:solidFill>
                            <a:schemeClr val="tx1"/>
                          </a:solidFill>
                          <a:latin typeface="Arial Black" panose="020B0A04020102020204" pitchFamily="34" charset="0"/>
                        </a:rPr>
                        <a:t>2</a:t>
                      </a:r>
                      <a:endParaRPr lang="zh-CN" altLang="en-US" dirty="0">
                        <a:solidFill>
                          <a:schemeClr val="tx1"/>
                        </a:solidFill>
                        <a:latin typeface="Arial Black" panose="020B0A04020102020204" pitchFamily="34" charset="0"/>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ctr"/>
                      <a:r>
                        <a:rPr lang="en-US" altLang="zh-CN" dirty="0">
                          <a:solidFill>
                            <a:schemeClr val="tx1"/>
                          </a:solidFill>
                          <a:latin typeface="Arial Black" panose="020B0A04020102020204" pitchFamily="34" charset="0"/>
                        </a:rPr>
                        <a:t>3</a:t>
                      </a:r>
                      <a:endParaRPr lang="zh-CN" altLang="en-US" dirty="0">
                        <a:solidFill>
                          <a:schemeClr val="tx1"/>
                        </a:solidFill>
                        <a:latin typeface="Arial Black" panose="020B0A04020102020204" pitchFamily="34" charset="0"/>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ctr"/>
                      <a:r>
                        <a:rPr lang="en-US" altLang="zh-CN" dirty="0">
                          <a:solidFill>
                            <a:schemeClr val="tx1"/>
                          </a:solidFill>
                          <a:latin typeface="Arial Black" panose="020B0A04020102020204" pitchFamily="34" charset="0"/>
                        </a:rPr>
                        <a:t>4</a:t>
                      </a:r>
                      <a:endParaRPr lang="zh-CN" altLang="en-US" dirty="0">
                        <a:solidFill>
                          <a:schemeClr val="tx1"/>
                        </a:solidFill>
                        <a:latin typeface="Arial Black" panose="020B0A04020102020204" pitchFamily="34" charset="0"/>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ctr"/>
                      <a:r>
                        <a:rPr lang="en-US" altLang="zh-CN" dirty="0">
                          <a:solidFill>
                            <a:schemeClr val="tx1"/>
                          </a:solidFill>
                          <a:latin typeface="Arial Black" panose="020B0A04020102020204" pitchFamily="34" charset="0"/>
                        </a:rPr>
                        <a:t>5</a:t>
                      </a:r>
                      <a:endParaRPr lang="zh-CN" altLang="en-US" dirty="0">
                        <a:solidFill>
                          <a:schemeClr val="tx1"/>
                        </a:solidFill>
                        <a:latin typeface="Arial Black" panose="020B0A04020102020204" pitchFamily="34" charset="0"/>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ctr"/>
                      <a:r>
                        <a:rPr lang="en-US" altLang="zh-CN" dirty="0">
                          <a:solidFill>
                            <a:schemeClr val="tx1"/>
                          </a:solidFill>
                          <a:latin typeface="Arial Black" panose="020B0A04020102020204" pitchFamily="34" charset="0"/>
                        </a:rPr>
                        <a:t>6</a:t>
                      </a:r>
                      <a:endParaRPr lang="zh-CN" altLang="en-US" dirty="0">
                        <a:solidFill>
                          <a:schemeClr val="tx1"/>
                        </a:solidFill>
                        <a:latin typeface="Arial Black" panose="020B0A04020102020204" pitchFamily="34" charset="0"/>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ctr"/>
                      <a:r>
                        <a:rPr lang="en-US" altLang="zh-CN" dirty="0">
                          <a:solidFill>
                            <a:schemeClr val="tx1"/>
                          </a:solidFill>
                          <a:latin typeface="Arial Black" panose="020B0A04020102020204" pitchFamily="34" charset="0"/>
                        </a:rPr>
                        <a:t>7</a:t>
                      </a:r>
                      <a:endParaRPr lang="zh-CN" altLang="en-US" dirty="0">
                        <a:solidFill>
                          <a:schemeClr val="tx1"/>
                        </a:solidFill>
                        <a:latin typeface="Arial Black" panose="020B0A04020102020204" pitchFamily="34" charset="0"/>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ctr"/>
                      <a:r>
                        <a:rPr lang="en-US" altLang="zh-CN" dirty="0">
                          <a:solidFill>
                            <a:schemeClr val="tx1"/>
                          </a:solidFill>
                          <a:latin typeface="Arial Black" panose="020B0A04020102020204" pitchFamily="34" charset="0"/>
                        </a:rPr>
                        <a:t>0</a:t>
                      </a:r>
                      <a:endParaRPr lang="zh-CN" altLang="en-US" dirty="0">
                        <a:solidFill>
                          <a:schemeClr val="tx1"/>
                        </a:solidFill>
                        <a:latin typeface="Arial Black" panose="020B0A04020102020204" pitchFamily="34" charset="0"/>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ctr"/>
                      <a:r>
                        <a:rPr lang="en-US" altLang="zh-CN" dirty="0">
                          <a:solidFill>
                            <a:schemeClr val="tx1"/>
                          </a:solidFill>
                          <a:latin typeface="Arial Black" panose="020B0A04020102020204" pitchFamily="34" charset="0"/>
                        </a:rPr>
                        <a:t>1</a:t>
                      </a:r>
                      <a:endParaRPr lang="zh-CN" altLang="en-US" dirty="0">
                        <a:solidFill>
                          <a:schemeClr val="tx1"/>
                        </a:solidFill>
                        <a:latin typeface="Arial Black" panose="020B0A04020102020204" pitchFamily="34" charset="0"/>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ctr"/>
                      <a:r>
                        <a:rPr lang="en-US" altLang="zh-CN" dirty="0">
                          <a:solidFill>
                            <a:schemeClr val="tx1"/>
                          </a:solidFill>
                          <a:latin typeface="Arial Black" panose="020B0A04020102020204" pitchFamily="34" charset="0"/>
                        </a:rPr>
                        <a:t>2</a:t>
                      </a:r>
                      <a:endParaRPr lang="zh-CN" altLang="en-US" dirty="0">
                        <a:solidFill>
                          <a:schemeClr val="tx1"/>
                        </a:solidFill>
                        <a:latin typeface="Arial Black" panose="020B0A04020102020204" pitchFamily="34" charset="0"/>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ctr"/>
                      <a:r>
                        <a:rPr lang="en-US" altLang="zh-CN" dirty="0">
                          <a:solidFill>
                            <a:schemeClr val="tx1"/>
                          </a:solidFill>
                          <a:latin typeface="Arial Black" panose="020B0A04020102020204" pitchFamily="34" charset="0"/>
                        </a:rPr>
                        <a:t>…</a:t>
                      </a:r>
                      <a:endParaRPr lang="zh-CN" altLang="en-US" dirty="0">
                        <a:solidFill>
                          <a:schemeClr val="tx1"/>
                        </a:solidFill>
                        <a:latin typeface="Arial Black" panose="020B0A04020102020204" pitchFamily="34" charset="0"/>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extLst>
                  <a:ext uri="{0D108BD9-81ED-4DB2-BD59-A6C34878D82A}">
                    <a16:rowId xmlns:a16="http://schemas.microsoft.com/office/drawing/2014/main" val="316235763"/>
                  </a:ext>
                </a:extLst>
              </a:tr>
            </a:tbl>
          </a:graphicData>
        </a:graphic>
      </p:graphicFrame>
      <p:sp>
        <p:nvSpPr>
          <p:cNvPr id="13" name="矩形 12">
            <a:extLst>
              <a:ext uri="{FF2B5EF4-FFF2-40B4-BE49-F238E27FC236}">
                <a16:creationId xmlns:a16="http://schemas.microsoft.com/office/drawing/2014/main" id="{14642CA0-C4C4-44A5-BD3D-9FB5C2470514}"/>
              </a:ext>
            </a:extLst>
          </p:cNvPr>
          <p:cNvSpPr/>
          <p:nvPr/>
        </p:nvSpPr>
        <p:spPr>
          <a:xfrm>
            <a:off x="2300222" y="5537182"/>
            <a:ext cx="3780000" cy="390966"/>
          </a:xfrm>
          <a:prstGeom prst="rect">
            <a:avLst/>
          </a:prstGeom>
          <a:solidFill>
            <a:schemeClr val="accent3">
              <a:alpha val="74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grpSp>
        <p:nvGrpSpPr>
          <p:cNvPr id="18" name="组合 17">
            <a:extLst>
              <a:ext uri="{FF2B5EF4-FFF2-40B4-BE49-F238E27FC236}">
                <a16:creationId xmlns:a16="http://schemas.microsoft.com/office/drawing/2014/main" id="{FECE4161-7991-47A2-A1EF-C9E654D9B154}"/>
              </a:ext>
            </a:extLst>
          </p:cNvPr>
          <p:cNvGrpSpPr/>
          <p:nvPr/>
        </p:nvGrpSpPr>
        <p:grpSpPr>
          <a:xfrm>
            <a:off x="1251044" y="2308245"/>
            <a:ext cx="708432" cy="1325976"/>
            <a:chOff x="1251044" y="4058101"/>
            <a:chExt cx="708432" cy="1325976"/>
          </a:xfrm>
        </p:grpSpPr>
        <p:sp>
          <p:nvSpPr>
            <p:cNvPr id="10" name="矩形 9">
              <a:extLst>
                <a:ext uri="{FF2B5EF4-FFF2-40B4-BE49-F238E27FC236}">
                  <a16:creationId xmlns:a16="http://schemas.microsoft.com/office/drawing/2014/main" id="{13BD80EC-9893-49F1-A9D2-1DEAB48A6E7A}"/>
                </a:ext>
              </a:extLst>
            </p:cNvPr>
            <p:cNvSpPr/>
            <p:nvPr/>
          </p:nvSpPr>
          <p:spPr>
            <a:xfrm>
              <a:off x="1251044" y="4862501"/>
              <a:ext cx="708432" cy="270283"/>
            </a:xfrm>
            <a:prstGeom prst="rect">
              <a:avLst/>
            </a:prstGeom>
            <a:solidFill>
              <a:schemeClr val="accent3"/>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46800" rIns="46800" rtlCol="0" anchor="ctr"/>
            <a:lstStyle/>
            <a:p>
              <a:pPr algn="ctr"/>
              <a:r>
                <a:rPr lang="en-US" altLang="zh-CN" b="1" dirty="0"/>
                <a:t>DATA3</a:t>
              </a:r>
              <a:endParaRPr lang="zh-CN" altLang="en-US" b="1" dirty="0"/>
            </a:p>
          </p:txBody>
        </p:sp>
        <p:sp>
          <p:nvSpPr>
            <p:cNvPr id="50" name="矩形 49">
              <a:extLst>
                <a:ext uri="{FF2B5EF4-FFF2-40B4-BE49-F238E27FC236}">
                  <a16:creationId xmlns:a16="http://schemas.microsoft.com/office/drawing/2014/main" id="{1B0B9A62-836E-41F2-9F67-05376D30A6B8}"/>
                </a:ext>
              </a:extLst>
            </p:cNvPr>
            <p:cNvSpPr/>
            <p:nvPr/>
          </p:nvSpPr>
          <p:spPr>
            <a:xfrm>
              <a:off x="1251044" y="4590628"/>
              <a:ext cx="708432" cy="270283"/>
            </a:xfrm>
            <a:prstGeom prst="rect">
              <a:avLst/>
            </a:prstGeom>
            <a:solidFill>
              <a:schemeClr val="accent3"/>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46800" rIns="46800" rtlCol="0" anchor="ctr"/>
            <a:lstStyle/>
            <a:p>
              <a:pPr algn="ctr"/>
              <a:r>
                <a:rPr lang="en-US" altLang="zh-CN" b="1" dirty="0"/>
                <a:t>DATA2</a:t>
              </a:r>
              <a:endParaRPr lang="zh-CN" altLang="en-US" b="1" dirty="0"/>
            </a:p>
          </p:txBody>
        </p:sp>
        <p:sp>
          <p:nvSpPr>
            <p:cNvPr id="51" name="矩形 50">
              <a:extLst>
                <a:ext uri="{FF2B5EF4-FFF2-40B4-BE49-F238E27FC236}">
                  <a16:creationId xmlns:a16="http://schemas.microsoft.com/office/drawing/2014/main" id="{3934A53B-F179-4AE5-8C40-09CC755FD35B}"/>
                </a:ext>
              </a:extLst>
            </p:cNvPr>
            <p:cNvSpPr/>
            <p:nvPr/>
          </p:nvSpPr>
          <p:spPr>
            <a:xfrm>
              <a:off x="1251044" y="4320345"/>
              <a:ext cx="708432" cy="270283"/>
            </a:xfrm>
            <a:prstGeom prst="rect">
              <a:avLst/>
            </a:prstGeom>
            <a:solidFill>
              <a:schemeClr val="accent3"/>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46800" rIns="46800" rtlCol="0" anchor="ctr"/>
            <a:lstStyle/>
            <a:p>
              <a:pPr algn="ctr"/>
              <a:r>
                <a:rPr lang="en-US" altLang="zh-CN" b="1" dirty="0"/>
                <a:t>DATA1</a:t>
              </a:r>
              <a:endParaRPr lang="zh-CN" altLang="en-US" b="1" dirty="0"/>
            </a:p>
          </p:txBody>
        </p:sp>
        <p:sp>
          <p:nvSpPr>
            <p:cNvPr id="52" name="矩形 51">
              <a:extLst>
                <a:ext uri="{FF2B5EF4-FFF2-40B4-BE49-F238E27FC236}">
                  <a16:creationId xmlns:a16="http://schemas.microsoft.com/office/drawing/2014/main" id="{7B02FABA-E117-418F-9E20-7E4C1DB84616}"/>
                </a:ext>
              </a:extLst>
            </p:cNvPr>
            <p:cNvSpPr/>
            <p:nvPr/>
          </p:nvSpPr>
          <p:spPr>
            <a:xfrm>
              <a:off x="1251044" y="4058101"/>
              <a:ext cx="708432" cy="270283"/>
            </a:xfrm>
            <a:prstGeom prst="rect">
              <a:avLst/>
            </a:prstGeom>
            <a:solidFill>
              <a:schemeClr val="accent3"/>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46800" rIns="46800" rtlCol="0" anchor="ctr"/>
            <a:lstStyle/>
            <a:p>
              <a:pPr algn="ctr"/>
              <a:r>
                <a:rPr lang="en-US" altLang="zh-CN" b="1" dirty="0"/>
                <a:t>DATA0</a:t>
              </a:r>
              <a:endParaRPr lang="zh-CN" altLang="en-US" b="1" dirty="0"/>
            </a:p>
          </p:txBody>
        </p:sp>
        <p:sp>
          <p:nvSpPr>
            <p:cNvPr id="59" name="矩形 58">
              <a:extLst>
                <a:ext uri="{FF2B5EF4-FFF2-40B4-BE49-F238E27FC236}">
                  <a16:creationId xmlns:a16="http://schemas.microsoft.com/office/drawing/2014/main" id="{21DD3FEA-191D-4538-9A4F-9950057B33B0}"/>
                </a:ext>
              </a:extLst>
            </p:cNvPr>
            <p:cNvSpPr/>
            <p:nvPr/>
          </p:nvSpPr>
          <p:spPr>
            <a:xfrm>
              <a:off x="1251044" y="5113794"/>
              <a:ext cx="708432" cy="270283"/>
            </a:xfrm>
            <a:prstGeom prst="rect">
              <a:avLst/>
            </a:prstGeom>
            <a:solidFill>
              <a:schemeClr val="accent3"/>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46800" rIns="46800" rtlCol="0" anchor="ctr"/>
            <a:lstStyle/>
            <a:p>
              <a:pPr algn="ctr"/>
              <a:r>
                <a:rPr lang="en-US" altLang="zh-CN" b="1" dirty="0"/>
                <a:t>DATA4</a:t>
              </a:r>
              <a:endParaRPr lang="zh-CN" altLang="en-US" b="1" dirty="0"/>
            </a:p>
          </p:txBody>
        </p:sp>
      </p:grpSp>
      <p:sp>
        <p:nvSpPr>
          <p:cNvPr id="30" name="矩形 29">
            <a:extLst>
              <a:ext uri="{FF2B5EF4-FFF2-40B4-BE49-F238E27FC236}">
                <a16:creationId xmlns:a16="http://schemas.microsoft.com/office/drawing/2014/main" id="{D1F1FAB1-144B-409B-87EA-0CC44441BA84}"/>
              </a:ext>
            </a:extLst>
          </p:cNvPr>
          <p:cNvSpPr/>
          <p:nvPr/>
        </p:nvSpPr>
        <p:spPr>
          <a:xfrm>
            <a:off x="3024307" y="2892707"/>
            <a:ext cx="256976" cy="256976"/>
          </a:xfrm>
          <a:prstGeom prst="rect">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31" name="íşlïḍè">
            <a:extLst>
              <a:ext uri="{FF2B5EF4-FFF2-40B4-BE49-F238E27FC236}">
                <a16:creationId xmlns:a16="http://schemas.microsoft.com/office/drawing/2014/main" id="{58CDDEB0-455B-47EC-82A0-3ACACCFDFF9B}"/>
              </a:ext>
            </a:extLst>
          </p:cNvPr>
          <p:cNvSpPr txBox="1"/>
          <p:nvPr/>
        </p:nvSpPr>
        <p:spPr>
          <a:xfrm>
            <a:off x="3341535" y="2838386"/>
            <a:ext cx="8545666" cy="369332"/>
          </a:xfrm>
          <a:prstGeom prst="rect">
            <a:avLst/>
          </a:prstGeom>
          <a:noFill/>
        </p:spPr>
        <p:txBody>
          <a:bodyPr wrap="square" lIns="91440" tIns="45720" rIns="91440" bIns="45720" anchor="ctr">
            <a:noAutofit/>
          </a:bodyPr>
          <a:lstStyle/>
          <a:p>
            <a:r>
              <a:rPr lang="zh-CN" altLang="en-US" b="1" dirty="0"/>
              <a:t>回退</a:t>
            </a:r>
            <a:r>
              <a:rPr lang="en-US" altLang="zh-CN" b="1" dirty="0"/>
              <a:t>N</a:t>
            </a:r>
            <a:r>
              <a:rPr lang="zh-CN" altLang="en-US" b="1" dirty="0"/>
              <a:t>帧协议的接收方采用</a:t>
            </a:r>
            <a:r>
              <a:rPr lang="zh-CN" altLang="en-US" b="1" dirty="0">
                <a:solidFill>
                  <a:schemeClr val="accent1">
                    <a:lumMod val="75000"/>
                  </a:schemeClr>
                </a:solidFill>
              </a:rPr>
              <a:t>累积确认</a:t>
            </a:r>
            <a:r>
              <a:rPr lang="zh-CN" altLang="en-US" b="1" dirty="0"/>
              <a:t>方式。</a:t>
            </a:r>
            <a:endParaRPr lang="en-US" altLang="zh-CN" b="1" dirty="0"/>
          </a:p>
        </p:txBody>
      </p:sp>
      <p:sp>
        <p:nvSpPr>
          <p:cNvPr id="32" name="矩形 31">
            <a:extLst>
              <a:ext uri="{FF2B5EF4-FFF2-40B4-BE49-F238E27FC236}">
                <a16:creationId xmlns:a16="http://schemas.microsoft.com/office/drawing/2014/main" id="{D1A5EA08-8784-4242-9B27-8CC5F92011FD}"/>
              </a:ext>
            </a:extLst>
          </p:cNvPr>
          <p:cNvSpPr/>
          <p:nvPr/>
        </p:nvSpPr>
        <p:spPr>
          <a:xfrm>
            <a:off x="3439844" y="3330150"/>
            <a:ext cx="256976" cy="256976"/>
          </a:xfrm>
          <a:prstGeom prst="rect">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33" name="íşlïḍè">
            <a:extLst>
              <a:ext uri="{FF2B5EF4-FFF2-40B4-BE49-F238E27FC236}">
                <a16:creationId xmlns:a16="http://schemas.microsoft.com/office/drawing/2014/main" id="{736EA9E8-176B-4D3C-A0EA-B2DD80DB2FFD}"/>
              </a:ext>
            </a:extLst>
          </p:cNvPr>
          <p:cNvSpPr txBox="1"/>
          <p:nvPr/>
        </p:nvSpPr>
        <p:spPr>
          <a:xfrm>
            <a:off x="3757072" y="3275829"/>
            <a:ext cx="8130125" cy="618594"/>
          </a:xfrm>
          <a:prstGeom prst="rect">
            <a:avLst/>
          </a:prstGeom>
          <a:noFill/>
        </p:spPr>
        <p:txBody>
          <a:bodyPr wrap="square" lIns="91440" tIns="45720" rIns="91440" bIns="45720" anchor="ctr">
            <a:noAutofit/>
          </a:bodyPr>
          <a:lstStyle/>
          <a:p>
            <a:r>
              <a:rPr lang="zh-CN" altLang="en-US" b="1" dirty="0"/>
              <a:t>接收方不必对收到的每一个数据分组都发送一个确认分组，而是可以在收到几个序号连续的数据分组后，对按序到达的最后一个数据分组发送确认分组。</a:t>
            </a:r>
            <a:endParaRPr lang="en-US" altLang="zh-CN" b="1" dirty="0"/>
          </a:p>
        </p:txBody>
      </p:sp>
      <p:sp>
        <p:nvSpPr>
          <p:cNvPr id="36" name="矩形 35">
            <a:extLst>
              <a:ext uri="{FF2B5EF4-FFF2-40B4-BE49-F238E27FC236}">
                <a16:creationId xmlns:a16="http://schemas.microsoft.com/office/drawing/2014/main" id="{F8B281F5-0039-43CF-9A08-A2EBCF543D23}"/>
              </a:ext>
            </a:extLst>
          </p:cNvPr>
          <p:cNvSpPr/>
          <p:nvPr/>
        </p:nvSpPr>
        <p:spPr>
          <a:xfrm>
            <a:off x="3439844" y="4018994"/>
            <a:ext cx="256976" cy="256976"/>
          </a:xfrm>
          <a:prstGeom prst="rect">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37" name="íşlïḍè">
            <a:extLst>
              <a:ext uri="{FF2B5EF4-FFF2-40B4-BE49-F238E27FC236}">
                <a16:creationId xmlns:a16="http://schemas.microsoft.com/office/drawing/2014/main" id="{EBF75F0A-1FDB-4C82-9F30-DFD856322651}"/>
              </a:ext>
            </a:extLst>
          </p:cNvPr>
          <p:cNvSpPr txBox="1"/>
          <p:nvPr/>
        </p:nvSpPr>
        <p:spPr>
          <a:xfrm>
            <a:off x="3757072" y="3964673"/>
            <a:ext cx="8130125" cy="355672"/>
          </a:xfrm>
          <a:prstGeom prst="rect">
            <a:avLst/>
          </a:prstGeom>
          <a:noFill/>
        </p:spPr>
        <p:txBody>
          <a:bodyPr wrap="square" lIns="91440" tIns="45720" rIns="91440" bIns="45720" anchor="ctr">
            <a:noAutofit/>
          </a:bodyPr>
          <a:lstStyle/>
          <a:p>
            <a:r>
              <a:rPr lang="zh-CN" altLang="en-US" b="1" dirty="0"/>
              <a:t>接收方何时发送累积确认分组，由具体实现决定。</a:t>
            </a:r>
            <a:endParaRPr lang="en-US" altLang="zh-CN" b="1" dirty="0"/>
          </a:p>
        </p:txBody>
      </p:sp>
      <p:sp>
        <p:nvSpPr>
          <p:cNvPr id="38" name="矩形 37">
            <a:extLst>
              <a:ext uri="{FF2B5EF4-FFF2-40B4-BE49-F238E27FC236}">
                <a16:creationId xmlns:a16="http://schemas.microsoft.com/office/drawing/2014/main" id="{D11758A3-4537-4CEE-947A-F043B50370E6}"/>
              </a:ext>
            </a:extLst>
          </p:cNvPr>
          <p:cNvSpPr/>
          <p:nvPr/>
        </p:nvSpPr>
        <p:spPr>
          <a:xfrm>
            <a:off x="3439847" y="4512637"/>
            <a:ext cx="256976" cy="256976"/>
          </a:xfrm>
          <a:prstGeom prst="rect">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39" name="íşlïḍè">
            <a:extLst>
              <a:ext uri="{FF2B5EF4-FFF2-40B4-BE49-F238E27FC236}">
                <a16:creationId xmlns:a16="http://schemas.microsoft.com/office/drawing/2014/main" id="{4B7D780F-B7FF-4B99-8C26-92E57CC239FF}"/>
              </a:ext>
            </a:extLst>
          </p:cNvPr>
          <p:cNvSpPr txBox="1"/>
          <p:nvPr/>
        </p:nvSpPr>
        <p:spPr>
          <a:xfrm>
            <a:off x="3757075" y="4458316"/>
            <a:ext cx="8130125" cy="355672"/>
          </a:xfrm>
          <a:prstGeom prst="rect">
            <a:avLst/>
          </a:prstGeom>
          <a:noFill/>
        </p:spPr>
        <p:txBody>
          <a:bodyPr wrap="square" lIns="91440" tIns="45720" rIns="91440" bIns="45720" anchor="ctr">
            <a:noAutofit/>
          </a:bodyPr>
          <a:lstStyle/>
          <a:p>
            <a:r>
              <a:rPr lang="zh-CN" altLang="en-US" b="1" dirty="0"/>
              <a:t>确认分组</a:t>
            </a:r>
            <a:r>
              <a:rPr lang="en-US" altLang="zh-CN" b="1" dirty="0" err="1"/>
              <a:t>ACKn</a:t>
            </a:r>
            <a:r>
              <a:rPr lang="zh-CN" altLang="en-US" b="1" dirty="0"/>
              <a:t>表明序号为</a:t>
            </a:r>
            <a:r>
              <a:rPr lang="en-US" altLang="zh-CN" b="1" dirty="0"/>
              <a:t>n</a:t>
            </a:r>
            <a:r>
              <a:rPr lang="zh-CN" altLang="en-US" b="1" dirty="0"/>
              <a:t>及之前的所有数据分组都已正确接收。</a:t>
            </a:r>
            <a:endParaRPr lang="en-US" altLang="zh-CN" b="1" dirty="0"/>
          </a:p>
        </p:txBody>
      </p:sp>
      <p:grpSp>
        <p:nvGrpSpPr>
          <p:cNvPr id="11" name="组合 10">
            <a:extLst>
              <a:ext uri="{FF2B5EF4-FFF2-40B4-BE49-F238E27FC236}">
                <a16:creationId xmlns:a16="http://schemas.microsoft.com/office/drawing/2014/main" id="{EB74B40F-45F3-4B34-9B0E-B7AFF0F7F8CC}"/>
              </a:ext>
            </a:extLst>
          </p:cNvPr>
          <p:cNvGrpSpPr/>
          <p:nvPr/>
        </p:nvGrpSpPr>
        <p:grpSpPr>
          <a:xfrm>
            <a:off x="456665" y="2320726"/>
            <a:ext cx="708432" cy="1302203"/>
            <a:chOff x="456665" y="2320726"/>
            <a:chExt cx="708432" cy="1302203"/>
          </a:xfrm>
        </p:grpSpPr>
        <p:sp>
          <p:nvSpPr>
            <p:cNvPr id="41" name="矩形 40">
              <a:extLst>
                <a:ext uri="{FF2B5EF4-FFF2-40B4-BE49-F238E27FC236}">
                  <a16:creationId xmlns:a16="http://schemas.microsoft.com/office/drawing/2014/main" id="{8B36AAEE-EA81-47A2-A1A3-8695112ECA8F}"/>
                </a:ext>
              </a:extLst>
            </p:cNvPr>
            <p:cNvSpPr/>
            <p:nvPr/>
          </p:nvSpPr>
          <p:spPr>
            <a:xfrm>
              <a:off x="456665" y="3352646"/>
              <a:ext cx="708432" cy="270283"/>
            </a:xfrm>
            <a:prstGeom prst="rect">
              <a:avLst/>
            </a:prstGeom>
            <a:solidFill>
              <a:schemeClr val="accent4"/>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46800" rIns="46800" rtlCol="0" anchor="ctr"/>
            <a:lstStyle/>
            <a:p>
              <a:pPr algn="ctr"/>
              <a:r>
                <a:rPr lang="en-US" altLang="zh-CN" b="1" dirty="0"/>
                <a:t>ACK1</a:t>
              </a:r>
              <a:endParaRPr lang="zh-CN" altLang="en-US" b="1" dirty="0"/>
            </a:p>
          </p:txBody>
        </p:sp>
        <p:sp>
          <p:nvSpPr>
            <p:cNvPr id="42" name="矩形 41">
              <a:extLst>
                <a:ext uri="{FF2B5EF4-FFF2-40B4-BE49-F238E27FC236}">
                  <a16:creationId xmlns:a16="http://schemas.microsoft.com/office/drawing/2014/main" id="{54B3FCCE-66DE-4B35-B747-AE4EBC0547C0}"/>
                </a:ext>
              </a:extLst>
            </p:cNvPr>
            <p:cNvSpPr/>
            <p:nvPr/>
          </p:nvSpPr>
          <p:spPr>
            <a:xfrm>
              <a:off x="456665" y="2320726"/>
              <a:ext cx="708432" cy="270283"/>
            </a:xfrm>
            <a:prstGeom prst="rect">
              <a:avLst/>
            </a:prstGeom>
            <a:solidFill>
              <a:schemeClr val="accent4"/>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46800" rIns="46800" rtlCol="0" anchor="ctr"/>
            <a:lstStyle/>
            <a:p>
              <a:pPr algn="ctr"/>
              <a:r>
                <a:rPr lang="en-US" altLang="zh-CN" b="1" dirty="0"/>
                <a:t>ACK4</a:t>
              </a:r>
              <a:endParaRPr lang="zh-CN" altLang="en-US" b="1" dirty="0"/>
            </a:p>
          </p:txBody>
        </p:sp>
      </p:grpSp>
      <p:sp>
        <p:nvSpPr>
          <p:cNvPr id="46" name="矩形 45">
            <a:extLst>
              <a:ext uri="{FF2B5EF4-FFF2-40B4-BE49-F238E27FC236}">
                <a16:creationId xmlns:a16="http://schemas.microsoft.com/office/drawing/2014/main" id="{888A8F5F-3A17-4A39-9664-DCF1707252AE}"/>
              </a:ext>
            </a:extLst>
          </p:cNvPr>
          <p:cNvSpPr/>
          <p:nvPr/>
        </p:nvSpPr>
        <p:spPr>
          <a:xfrm>
            <a:off x="2314175" y="1841506"/>
            <a:ext cx="3780000" cy="343250"/>
          </a:xfrm>
          <a:prstGeom prst="rect">
            <a:avLst/>
          </a:prstGeom>
          <a:solidFill>
            <a:schemeClr val="accent4">
              <a:alpha val="74000"/>
            </a:schemeClr>
          </a:solidFill>
          <a:ln>
            <a:solidFill>
              <a:schemeClr val="accent4"/>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47" name="平行四边形 46">
            <a:extLst>
              <a:ext uri="{FF2B5EF4-FFF2-40B4-BE49-F238E27FC236}">
                <a16:creationId xmlns:a16="http://schemas.microsoft.com/office/drawing/2014/main" id="{AB8EAC8A-7CA0-337E-ED6D-3945AA34A2BD}"/>
              </a:ext>
            </a:extLst>
          </p:cNvPr>
          <p:cNvSpPr/>
          <p:nvPr/>
        </p:nvSpPr>
        <p:spPr>
          <a:xfrm>
            <a:off x="304799" y="749300"/>
            <a:ext cx="695119" cy="387090"/>
          </a:xfrm>
          <a:prstGeom prst="parallelogram">
            <a:avLst/>
          </a:prstGeom>
          <a:solidFill>
            <a:schemeClr val="accent3">
              <a:lumMod val="75000"/>
            </a:schemeClr>
          </a:solidFill>
          <a:ln>
            <a:solidFill>
              <a:schemeClr val="accent3">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CN" sz="2200" dirty="0">
                <a:latin typeface="Impact" panose="020B0806030902050204" pitchFamily="34" charset="0"/>
              </a:rPr>
              <a:t>04</a:t>
            </a:r>
            <a:endParaRPr lang="zh-CN" altLang="en-US" sz="2200" dirty="0">
              <a:latin typeface="Impact" panose="020B0806030902050204" pitchFamily="34" charset="0"/>
            </a:endParaRPr>
          </a:p>
        </p:txBody>
      </p:sp>
    </p:spTree>
    <p:custDataLst>
      <p:tags r:id="rId1"/>
    </p:custDataLst>
    <p:extLst>
      <p:ext uri="{BB962C8B-B14F-4D97-AF65-F5344CB8AC3E}">
        <p14:creationId xmlns:p14="http://schemas.microsoft.com/office/powerpoint/2010/main" val="358759555"/>
      </p:ext>
    </p:extLst>
  </p:cSld>
  <p:clrMapOvr>
    <a:masterClrMapping/>
  </p:clrMapOvr>
  <mc:AlternateContent xmlns:mc="http://schemas.openxmlformats.org/markup-compatibility/2006" xmlns:p14="http://schemas.microsoft.com/office/powerpoint/2010/main">
    <mc:Choice Requires="p14">
      <p:transition p14:dur="10"/>
    </mc:Choice>
    <mc:Fallback xmlns="">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2" presetClass="exit" presetSubtype="1" fill="hold" nodeType="withEffect">
                                  <p:stCondLst>
                                    <p:cond delay="0"/>
                                  </p:stCondLst>
                                  <p:childTnLst>
                                    <p:anim calcmode="lin" valueType="num">
                                      <p:cBhvr additive="base">
                                        <p:cTn id="6" dur="2000"/>
                                        <p:tgtEl>
                                          <p:spTgt spid="18"/>
                                        </p:tgtEl>
                                        <p:attrNameLst>
                                          <p:attrName>ppt_y</p:attrName>
                                        </p:attrNameLst>
                                      </p:cBhvr>
                                      <p:tavLst>
                                        <p:tav tm="0">
                                          <p:val>
                                            <p:strVal val="#ppt_y"/>
                                          </p:val>
                                        </p:tav>
                                        <p:tav tm="100000">
                                          <p:val>
                                            <p:strVal val="#ppt_y-#ppt_h*1.125000"/>
                                          </p:val>
                                        </p:tav>
                                      </p:tavLst>
                                    </p:anim>
                                    <p:animEffect transition="out" filter="wipe(up)">
                                      <p:cBhvr>
                                        <p:cTn id="7" dur="2000"/>
                                        <p:tgtEl>
                                          <p:spTgt spid="18"/>
                                        </p:tgtEl>
                                      </p:cBhvr>
                                    </p:animEffect>
                                    <p:set>
                                      <p:cBhvr>
                                        <p:cTn id="8" dur="1" fill="hold">
                                          <p:stCondLst>
                                            <p:cond delay="1999"/>
                                          </p:stCondLst>
                                        </p:cTn>
                                        <p:tgtEl>
                                          <p:spTgt spid="18"/>
                                        </p:tgtEl>
                                        <p:attrNameLst>
                                          <p:attrName>style.visibility</p:attrName>
                                        </p:attrNameLst>
                                      </p:cBhvr>
                                      <p:to>
                                        <p:strVal val="hidden"/>
                                      </p:to>
                                    </p:set>
                                  </p:childTnLst>
                                </p:cTn>
                              </p:par>
                              <p:par>
                                <p:cTn id="9" presetID="12" presetClass="entr" presetSubtype="1" fill="hold" nodeType="withEffect">
                                  <p:stCondLst>
                                    <p:cond delay="0"/>
                                  </p:stCondLst>
                                  <p:childTnLst>
                                    <p:set>
                                      <p:cBhvr>
                                        <p:cTn id="10" dur="1" fill="hold">
                                          <p:stCondLst>
                                            <p:cond delay="0"/>
                                          </p:stCondLst>
                                        </p:cTn>
                                        <p:tgtEl>
                                          <p:spTgt spid="11"/>
                                        </p:tgtEl>
                                        <p:attrNameLst>
                                          <p:attrName>style.visibility</p:attrName>
                                        </p:attrNameLst>
                                      </p:cBhvr>
                                      <p:to>
                                        <p:strVal val="visible"/>
                                      </p:to>
                                    </p:set>
                                    <p:anim calcmode="lin" valueType="num">
                                      <p:cBhvr additive="base">
                                        <p:cTn id="11" dur="2000"/>
                                        <p:tgtEl>
                                          <p:spTgt spid="11"/>
                                        </p:tgtEl>
                                        <p:attrNameLst>
                                          <p:attrName>ppt_y</p:attrName>
                                        </p:attrNameLst>
                                      </p:cBhvr>
                                      <p:tavLst>
                                        <p:tav tm="0">
                                          <p:val>
                                            <p:strVal val="#ppt_y-#ppt_h*1.125000"/>
                                          </p:val>
                                        </p:tav>
                                        <p:tav tm="100000">
                                          <p:val>
                                            <p:strVal val="#ppt_y"/>
                                          </p:val>
                                        </p:tav>
                                      </p:tavLst>
                                    </p:anim>
                                    <p:animEffect transition="in" filter="wipe(down)">
                                      <p:cBhvr>
                                        <p:cTn id="12" dur="2000"/>
                                        <p:tgtEl>
                                          <p:spTgt spid="11"/>
                                        </p:tgtEl>
                                      </p:cBhvr>
                                    </p:animEffect>
                                  </p:childTnLst>
                                </p:cTn>
                              </p:par>
                              <p:par>
                                <p:cTn id="13" presetID="22" presetClass="entr" presetSubtype="8" fill="hold" grpId="0" nodeType="withEffect">
                                  <p:stCondLst>
                                    <p:cond delay="0"/>
                                  </p:stCondLst>
                                  <p:childTnLst>
                                    <p:set>
                                      <p:cBhvr>
                                        <p:cTn id="14" dur="1" fill="hold">
                                          <p:stCondLst>
                                            <p:cond delay="0"/>
                                          </p:stCondLst>
                                        </p:cTn>
                                        <p:tgtEl>
                                          <p:spTgt spid="46"/>
                                        </p:tgtEl>
                                        <p:attrNameLst>
                                          <p:attrName>style.visibility</p:attrName>
                                        </p:attrNameLst>
                                      </p:cBhvr>
                                      <p:to>
                                        <p:strVal val="visible"/>
                                      </p:to>
                                    </p:set>
                                    <p:animEffect transition="in" filter="wipe(left)">
                                      <p:cBhvr>
                                        <p:cTn id="15" dur="2000"/>
                                        <p:tgtEl>
                                          <p:spTgt spid="46"/>
                                        </p:tgtEl>
                                      </p:cBhvr>
                                    </p:animEffect>
                                  </p:childTnLst>
                                </p:cTn>
                              </p:par>
                              <p:par>
                                <p:cTn id="16" presetID="10" presetClass="exit" presetSubtype="0" decel="50000" fill="hold" nodeType="withEffect">
                                  <p:stCondLst>
                                    <p:cond delay="0"/>
                                  </p:stCondLst>
                                  <p:childTnLst>
                                    <p:animEffect transition="out" filter="fade">
                                      <p:cBhvr>
                                        <p:cTn id="17" dur="2000"/>
                                        <p:tgtEl>
                                          <p:spTgt spid="6"/>
                                        </p:tgtEl>
                                      </p:cBhvr>
                                    </p:animEffect>
                                    <p:set>
                                      <p:cBhvr>
                                        <p:cTn id="18" dur="1" fill="hold">
                                          <p:stCondLst>
                                            <p:cond delay="1999"/>
                                          </p:stCondLst>
                                        </p:cTn>
                                        <p:tgtEl>
                                          <p:spTgt spid="6"/>
                                        </p:tgtEl>
                                        <p:attrNameLst>
                                          <p:attrName>style.visibility</p:attrName>
                                        </p:attrNameLst>
                                      </p:cBhvr>
                                      <p:to>
                                        <p:strVal val="hidden"/>
                                      </p:to>
                                    </p:set>
                                  </p:childTnLst>
                                </p:cTn>
                              </p:par>
                              <p:par>
                                <p:cTn id="19" presetID="10" presetClass="entr" presetSubtype="0" decel="50000" fill="hold" nodeType="withEffect">
                                  <p:stCondLst>
                                    <p:cond delay="0"/>
                                  </p:stCondLst>
                                  <p:childTnLst>
                                    <p:set>
                                      <p:cBhvr>
                                        <p:cTn id="20" dur="1" fill="hold">
                                          <p:stCondLst>
                                            <p:cond delay="0"/>
                                          </p:stCondLst>
                                        </p:cTn>
                                        <p:tgtEl>
                                          <p:spTgt spid="43"/>
                                        </p:tgtEl>
                                        <p:attrNameLst>
                                          <p:attrName>style.visibility</p:attrName>
                                        </p:attrNameLst>
                                      </p:cBhvr>
                                      <p:to>
                                        <p:strVal val="visible"/>
                                      </p:to>
                                    </p:set>
                                    <p:animEffect transition="in" filter="fade">
                                      <p:cBhvr>
                                        <p:cTn id="21" dur="2000"/>
                                        <p:tgtEl>
                                          <p:spTgt spid="43"/>
                                        </p:tgtEl>
                                      </p:cBhvr>
                                    </p:animEffect>
                                  </p:childTnLst>
                                </p:cTn>
                              </p:par>
                              <p:par>
                                <p:cTn id="22" presetID="63" presetClass="path" presetSubtype="0" decel="50000" fill="hold" nodeType="withEffect">
                                  <p:stCondLst>
                                    <p:cond delay="0"/>
                                  </p:stCondLst>
                                  <p:childTnLst>
                                    <p:animMotion origin="layout" path="M 0 0 L 0.309802 0 E" pathEditMode="relative" ptsTypes="">
                                      <p:cBhvr>
                                        <p:cTn id="23" dur="2000" fill="hold"/>
                                        <p:tgtEl>
                                          <p:spTgt spid="6"/>
                                        </p:tgtEl>
                                        <p:attrNameLst>
                                          <p:attrName>ppt_x</p:attrName>
                                          <p:attrName>ppt_y</p:attrName>
                                        </p:attrNameLst>
                                      </p:cBhvr>
                                    </p:animMotion>
                                  </p:childTnLst>
                                </p:cTn>
                              </p:par>
                              <p:par>
                                <p:cTn id="24" presetID="63" presetClass="path" presetSubtype="0" decel="50000" fill="hold" nodeType="withEffect">
                                  <p:stCondLst>
                                    <p:cond delay="0"/>
                                  </p:stCondLst>
                                  <p:childTnLst>
                                    <p:animMotion origin="layout" path="M -0.309802 0 L 0 0 E" pathEditMode="relative" ptsTypes="">
                                      <p:cBhvr>
                                        <p:cTn id="25" dur="2000" fill="hold"/>
                                        <p:tgtEl>
                                          <p:spTgt spid="43"/>
                                        </p:tgtEl>
                                        <p:attrNameLst>
                                          <p:attrName>ppt_x</p:attrName>
                                          <p:attrName>ppt_y</p:attrName>
                                        </p:attrNameLst>
                                      </p:cBhvr>
                                    </p:animMotion>
                                  </p:childTnLst>
                                </p:cTn>
                              </p:par>
                              <p:par>
                                <p:cTn id="26" presetID="6" presetClass="emph" presetSubtype="0" decel="50000" fill="hold" nodeType="withEffect">
                                  <p:stCondLst>
                                    <p:cond delay="0"/>
                                  </p:stCondLst>
                                  <p:childTnLst>
                                    <p:animScale>
                                      <p:cBhvr>
                                        <p:cTn id="27" dur="2000" fill="hold"/>
                                        <p:tgtEl>
                                          <p:spTgt spid="6"/>
                                        </p:tgtEl>
                                      </p:cBhvr>
                                      <p:by x="150000" y="150000"/>
                                      <p:from x="100000" y="100000"/>
                                      <p:to x="100000" y="100000"/>
                                    </p:animScale>
                                  </p:childTnLst>
                                </p:cTn>
                              </p:par>
                              <p:par>
                                <p:cTn id="28" presetID="6" presetClass="emph" presetSubtype="0" decel="50000" fill="hold" nodeType="withEffect">
                                  <p:stCondLst>
                                    <p:cond delay="0"/>
                                  </p:stCondLst>
                                  <p:childTnLst>
                                    <p:animScale>
                                      <p:cBhvr>
                                        <p:cTn id="29" dur="2000" fill="hold"/>
                                        <p:tgtEl>
                                          <p:spTgt spid="43"/>
                                        </p:tgtEl>
                                      </p:cBhvr>
                                      <p:by x="150000" y="150000"/>
                                      <p:from x="100000" y="100000"/>
                                      <p:to x="100000" y="100000"/>
                                    </p:animScale>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6" grpId="0" animBg="1"/>
    </p:bldLst>
  </p:timing>
</p:sld>
</file>

<file path=ppt/slides/slide16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43" name="组合 42">
            <a:extLst>
              <a:ext uri="{FF2B5EF4-FFF2-40B4-BE49-F238E27FC236}">
                <a16:creationId xmlns:a16="http://schemas.microsoft.com/office/drawing/2014/main" id="{E50A80A7-7D8F-402A-B65D-3A1AF7B8E01F}"/>
              </a:ext>
            </a:extLst>
          </p:cNvPr>
          <p:cNvGrpSpPr/>
          <p:nvPr/>
        </p:nvGrpSpPr>
        <p:grpSpPr>
          <a:xfrm>
            <a:off x="5923520" y="1363110"/>
            <a:ext cx="1067217" cy="917885"/>
            <a:chOff x="2146413" y="1363110"/>
            <a:chExt cx="1067217" cy="917885"/>
          </a:xfrm>
        </p:grpSpPr>
        <p:sp>
          <p:nvSpPr>
            <p:cNvPr id="44" name="矩形 43">
              <a:extLst>
                <a:ext uri="{FF2B5EF4-FFF2-40B4-BE49-F238E27FC236}">
                  <a16:creationId xmlns:a16="http://schemas.microsoft.com/office/drawing/2014/main" id="{E9B7CABB-9DD4-44B8-8146-EF375DF0E88B}"/>
                </a:ext>
              </a:extLst>
            </p:cNvPr>
            <p:cNvSpPr/>
            <p:nvPr/>
          </p:nvSpPr>
          <p:spPr>
            <a:xfrm>
              <a:off x="2300222" y="1739531"/>
              <a:ext cx="759600" cy="541464"/>
            </a:xfrm>
            <a:prstGeom prst="rect">
              <a:avLst/>
            </a:prstGeom>
            <a:solidFill>
              <a:schemeClr val="accent4"/>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mc:AlternateContent xmlns:mc="http://schemas.openxmlformats.org/markup-compatibility/2006" xmlns:a14="http://schemas.microsoft.com/office/drawing/2010/main">
          <mc:Choice Requires="a14">
            <p:sp>
              <p:nvSpPr>
                <p:cNvPr id="45" name="文本框 44">
                  <a:extLst>
                    <a:ext uri="{FF2B5EF4-FFF2-40B4-BE49-F238E27FC236}">
                      <a16:creationId xmlns:a16="http://schemas.microsoft.com/office/drawing/2014/main" id="{BAAEFC74-0FE9-45D2-8ECB-017A0D2EA802}"/>
                    </a:ext>
                  </a:extLst>
                </p:cNvPr>
                <p:cNvSpPr txBox="1"/>
                <p:nvPr/>
              </p:nvSpPr>
              <p:spPr>
                <a:xfrm>
                  <a:off x="2146413" y="1363110"/>
                  <a:ext cx="1067217" cy="369332"/>
                </a:xfrm>
                <a:prstGeom prst="rect">
                  <a:avLst/>
                </a:prstGeom>
                <a:noFill/>
              </p:spPr>
              <p:txBody>
                <a:bodyPr wrap="square">
                  <a:spAutoFit/>
                </a:bodyPr>
                <a:lstStyle/>
                <a:p>
                  <a:pPr/>
                  <a14:m>
                    <m:oMathPara xmlns:m="http://schemas.openxmlformats.org/officeDocument/2006/math">
                      <m:oMathParaPr>
                        <m:jc m:val="centerGroup"/>
                      </m:oMathParaPr>
                      <m:oMath xmlns:m="http://schemas.openxmlformats.org/officeDocument/2006/math">
                        <m:sSub>
                          <m:sSubPr>
                            <m:ctrlPr>
                              <a:rPr lang="en-US" altLang="zh-CN" b="1" i="1" smtClean="0">
                                <a:solidFill>
                                  <a:schemeClr val="accent4"/>
                                </a:solidFill>
                                <a:latin typeface="Cambria Math" panose="02040503050406030204" pitchFamily="18" charset="0"/>
                              </a:rPr>
                            </m:ctrlPr>
                          </m:sSubPr>
                          <m:e>
                            <m:r>
                              <a:rPr lang="en-US" altLang="zh-CN" b="1" i="1" smtClean="0">
                                <a:solidFill>
                                  <a:schemeClr val="accent4"/>
                                </a:solidFill>
                                <a:latin typeface="Cambria Math" panose="02040503050406030204" pitchFamily="18" charset="0"/>
                              </a:rPr>
                              <m:t>𝑾</m:t>
                            </m:r>
                          </m:e>
                          <m:sub>
                            <m:r>
                              <a:rPr lang="en-US" altLang="zh-CN" b="1" i="1" smtClean="0">
                                <a:solidFill>
                                  <a:schemeClr val="accent4"/>
                                </a:solidFill>
                                <a:latin typeface="Cambria Math" panose="02040503050406030204" pitchFamily="18" charset="0"/>
                              </a:rPr>
                              <m:t>𝑹</m:t>
                            </m:r>
                          </m:sub>
                        </m:sSub>
                        <m:r>
                          <a:rPr lang="en-US" altLang="zh-CN" b="1" i="1" smtClean="0">
                            <a:solidFill>
                              <a:schemeClr val="accent4"/>
                            </a:solidFill>
                            <a:latin typeface="Cambria Math" panose="02040503050406030204" pitchFamily="18" charset="0"/>
                          </a:rPr>
                          <m:t>=</m:t>
                        </m:r>
                        <m:r>
                          <a:rPr lang="en-US" altLang="zh-CN" b="1" i="1" smtClean="0">
                            <a:solidFill>
                              <a:schemeClr val="accent4"/>
                            </a:solidFill>
                            <a:latin typeface="Cambria Math" panose="02040503050406030204" pitchFamily="18" charset="0"/>
                          </a:rPr>
                          <m:t>𝟏</m:t>
                        </m:r>
                      </m:oMath>
                    </m:oMathPara>
                  </a14:m>
                  <a:endParaRPr lang="zh-CN" altLang="en-US" dirty="0">
                    <a:solidFill>
                      <a:schemeClr val="accent3"/>
                    </a:solidFill>
                  </a:endParaRPr>
                </a:p>
              </p:txBody>
            </p:sp>
          </mc:Choice>
          <mc:Fallback xmlns="">
            <p:sp>
              <p:nvSpPr>
                <p:cNvPr id="35" name="文本框 34">
                  <a:extLst>
                    <a:ext uri="{FF2B5EF4-FFF2-40B4-BE49-F238E27FC236}">
                      <a16:creationId xmlns:a16="http://schemas.microsoft.com/office/drawing/2014/main" id="{EE98B7EB-F32B-4A4F-9072-DF021D7DCAD9}"/>
                    </a:ext>
                  </a:extLst>
                </p:cNvPr>
                <p:cNvSpPr txBox="1">
                  <a:spLocks noRot="1" noChangeAspect="1" noMove="1" noResize="1" noEditPoints="1" noAdjustHandles="1" noChangeArrowheads="1" noChangeShapeType="1" noTextEdit="1"/>
                </p:cNvSpPr>
                <p:nvPr/>
              </p:nvSpPr>
              <p:spPr>
                <a:xfrm>
                  <a:off x="2146413" y="1363110"/>
                  <a:ext cx="1067217" cy="369332"/>
                </a:xfrm>
                <a:prstGeom prst="rect">
                  <a:avLst/>
                </a:prstGeom>
                <a:blipFill>
                  <a:blip r:embed="rId3"/>
                  <a:stretch>
                    <a:fillRect b="-3333"/>
                  </a:stretch>
                </a:blipFill>
              </p:spPr>
              <p:txBody>
                <a:bodyPr/>
                <a:lstStyle/>
                <a:p>
                  <a:r>
                    <a:rPr lang="zh-CN" altLang="en-US">
                      <a:noFill/>
                    </a:rPr>
                    <a:t> </a:t>
                  </a:r>
                </a:p>
              </p:txBody>
            </p:sp>
          </mc:Fallback>
        </mc:AlternateContent>
      </p:grpSp>
      <p:grpSp>
        <p:nvGrpSpPr>
          <p:cNvPr id="7" name="组合 6">
            <a:extLst>
              <a:ext uri="{FF2B5EF4-FFF2-40B4-BE49-F238E27FC236}">
                <a16:creationId xmlns:a16="http://schemas.microsoft.com/office/drawing/2014/main" id="{00A9CCE1-949C-4E54-97A1-6025FF974983}"/>
              </a:ext>
            </a:extLst>
          </p:cNvPr>
          <p:cNvGrpSpPr/>
          <p:nvPr/>
        </p:nvGrpSpPr>
        <p:grpSpPr>
          <a:xfrm>
            <a:off x="2302929" y="5098286"/>
            <a:ext cx="3780000" cy="910796"/>
            <a:chOff x="2302929" y="5098286"/>
            <a:chExt cx="3780000" cy="910796"/>
          </a:xfrm>
        </p:grpSpPr>
        <p:sp>
          <p:nvSpPr>
            <p:cNvPr id="5" name="矩形 4">
              <a:extLst>
                <a:ext uri="{FF2B5EF4-FFF2-40B4-BE49-F238E27FC236}">
                  <a16:creationId xmlns:a16="http://schemas.microsoft.com/office/drawing/2014/main" id="{ABCDD6AB-497D-42FD-B822-48DB3891082B}"/>
                </a:ext>
              </a:extLst>
            </p:cNvPr>
            <p:cNvSpPr/>
            <p:nvPr/>
          </p:nvSpPr>
          <p:spPr>
            <a:xfrm>
              <a:off x="2302929" y="5467618"/>
              <a:ext cx="3780000" cy="541464"/>
            </a:xfrm>
            <a:prstGeom prst="rect">
              <a:avLst/>
            </a:prstGeom>
            <a:solidFill>
              <a:schemeClr val="accent3"/>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mc:AlternateContent xmlns:mc="http://schemas.openxmlformats.org/markup-compatibility/2006" xmlns:a14="http://schemas.microsoft.com/office/drawing/2010/main">
          <mc:Choice Requires="a14">
            <p:sp>
              <p:nvSpPr>
                <p:cNvPr id="23" name="文本框 22">
                  <a:extLst>
                    <a:ext uri="{FF2B5EF4-FFF2-40B4-BE49-F238E27FC236}">
                      <a16:creationId xmlns:a16="http://schemas.microsoft.com/office/drawing/2014/main" id="{ABC03EEA-26BD-4845-8ACC-3FB7B6DA9132}"/>
                    </a:ext>
                  </a:extLst>
                </p:cNvPr>
                <p:cNvSpPr txBox="1"/>
                <p:nvPr/>
              </p:nvSpPr>
              <p:spPr>
                <a:xfrm>
                  <a:off x="3659320" y="5098286"/>
                  <a:ext cx="1067217" cy="369332"/>
                </a:xfrm>
                <a:prstGeom prst="rect">
                  <a:avLst/>
                </a:prstGeom>
                <a:noFill/>
              </p:spPr>
              <p:txBody>
                <a:bodyPr wrap="square">
                  <a:spAutoFit/>
                </a:bodyPr>
                <a:lstStyle/>
                <a:p>
                  <a:pPr/>
                  <a14:m>
                    <m:oMathPara xmlns:m="http://schemas.openxmlformats.org/officeDocument/2006/math">
                      <m:oMathParaPr>
                        <m:jc m:val="centerGroup"/>
                      </m:oMathParaPr>
                      <m:oMath xmlns:m="http://schemas.openxmlformats.org/officeDocument/2006/math">
                        <m:sSub>
                          <m:sSubPr>
                            <m:ctrlPr>
                              <a:rPr lang="en-US" altLang="zh-CN" b="1" i="1" smtClean="0">
                                <a:solidFill>
                                  <a:schemeClr val="accent3"/>
                                </a:solidFill>
                                <a:latin typeface="Cambria Math" panose="02040503050406030204" pitchFamily="18" charset="0"/>
                              </a:rPr>
                            </m:ctrlPr>
                          </m:sSubPr>
                          <m:e>
                            <m:r>
                              <a:rPr lang="en-US" altLang="zh-CN" b="1" i="1" smtClean="0">
                                <a:solidFill>
                                  <a:schemeClr val="accent3"/>
                                </a:solidFill>
                                <a:latin typeface="Cambria Math" panose="02040503050406030204" pitchFamily="18" charset="0"/>
                              </a:rPr>
                              <m:t>𝑾</m:t>
                            </m:r>
                          </m:e>
                          <m:sub>
                            <m:r>
                              <a:rPr lang="en-US" altLang="zh-CN" b="1" i="1" smtClean="0">
                                <a:solidFill>
                                  <a:schemeClr val="accent3"/>
                                </a:solidFill>
                                <a:latin typeface="Cambria Math" panose="02040503050406030204" pitchFamily="18" charset="0"/>
                              </a:rPr>
                              <m:t>𝑻</m:t>
                            </m:r>
                          </m:sub>
                        </m:sSub>
                        <m:r>
                          <a:rPr lang="en-US" altLang="zh-CN" b="1" i="1" smtClean="0">
                            <a:solidFill>
                              <a:schemeClr val="accent3"/>
                            </a:solidFill>
                            <a:latin typeface="Cambria Math" panose="02040503050406030204" pitchFamily="18" charset="0"/>
                          </a:rPr>
                          <m:t>=</m:t>
                        </m:r>
                        <m:r>
                          <a:rPr lang="en-US" altLang="zh-CN" b="1" i="1" smtClean="0">
                            <a:solidFill>
                              <a:schemeClr val="accent3"/>
                            </a:solidFill>
                            <a:latin typeface="Cambria Math" panose="02040503050406030204" pitchFamily="18" charset="0"/>
                          </a:rPr>
                          <m:t>𝟓</m:t>
                        </m:r>
                      </m:oMath>
                    </m:oMathPara>
                  </a14:m>
                  <a:endParaRPr lang="zh-CN" altLang="en-US" dirty="0">
                    <a:solidFill>
                      <a:schemeClr val="accent3"/>
                    </a:solidFill>
                  </a:endParaRPr>
                </a:p>
              </p:txBody>
            </p:sp>
          </mc:Choice>
          <mc:Fallback xmlns="">
            <p:sp>
              <p:nvSpPr>
                <p:cNvPr id="23" name="文本框 22">
                  <a:extLst>
                    <a:ext uri="{FF2B5EF4-FFF2-40B4-BE49-F238E27FC236}">
                      <a16:creationId xmlns:a16="http://schemas.microsoft.com/office/drawing/2014/main" id="{ABC03EEA-26BD-4845-8ACC-3FB7B6DA9132}"/>
                    </a:ext>
                  </a:extLst>
                </p:cNvPr>
                <p:cNvSpPr txBox="1">
                  <a:spLocks noRot="1" noChangeAspect="1" noMove="1" noResize="1" noEditPoints="1" noAdjustHandles="1" noChangeArrowheads="1" noChangeShapeType="1" noTextEdit="1"/>
                </p:cNvSpPr>
                <p:nvPr/>
              </p:nvSpPr>
              <p:spPr>
                <a:xfrm>
                  <a:off x="3659320" y="5098286"/>
                  <a:ext cx="1067217" cy="369332"/>
                </a:xfrm>
                <a:prstGeom prst="rect">
                  <a:avLst/>
                </a:prstGeom>
                <a:blipFill>
                  <a:blip r:embed="rId4"/>
                  <a:stretch>
                    <a:fillRect b="-3279"/>
                  </a:stretch>
                </a:blipFill>
              </p:spPr>
              <p:txBody>
                <a:bodyPr/>
                <a:lstStyle/>
                <a:p>
                  <a:r>
                    <a:rPr lang="zh-CN" altLang="en-US">
                      <a:noFill/>
                    </a:rPr>
                    <a:t> </a:t>
                  </a:r>
                </a:p>
              </p:txBody>
            </p:sp>
          </mc:Fallback>
        </mc:AlternateContent>
      </p:grpSp>
      <p:grpSp>
        <p:nvGrpSpPr>
          <p:cNvPr id="4" name="组合 3">
            <a:extLst>
              <a:ext uri="{FF2B5EF4-FFF2-40B4-BE49-F238E27FC236}">
                <a16:creationId xmlns:a16="http://schemas.microsoft.com/office/drawing/2014/main" id="{9A1EA9F2-FCB6-48C3-935F-7AE7E3AD14AC}"/>
              </a:ext>
            </a:extLst>
          </p:cNvPr>
          <p:cNvGrpSpPr/>
          <p:nvPr/>
        </p:nvGrpSpPr>
        <p:grpSpPr>
          <a:xfrm>
            <a:off x="304800" y="749300"/>
            <a:ext cx="6192344" cy="400110"/>
            <a:chOff x="424117" y="898245"/>
            <a:chExt cx="6192344" cy="400110"/>
          </a:xfrm>
        </p:grpSpPr>
        <p:sp>
          <p:nvSpPr>
            <p:cNvPr id="2" name="平行四边形 1">
              <a:extLst>
                <a:ext uri="{FF2B5EF4-FFF2-40B4-BE49-F238E27FC236}">
                  <a16:creationId xmlns:a16="http://schemas.microsoft.com/office/drawing/2014/main" id="{1F5BAA3F-9845-4F89-A2DD-8222D3E4EDAC}"/>
                </a:ext>
              </a:extLst>
            </p:cNvPr>
            <p:cNvSpPr/>
            <p:nvPr/>
          </p:nvSpPr>
          <p:spPr>
            <a:xfrm>
              <a:off x="424117" y="898245"/>
              <a:ext cx="628306" cy="387090"/>
            </a:xfrm>
            <a:prstGeom prst="parallelogram">
              <a:avLst/>
            </a:prstGeom>
            <a:solidFill>
              <a:schemeClr val="accent3">
                <a:lumMod val="75000"/>
              </a:schemeClr>
            </a:solidFill>
            <a:ln>
              <a:solidFill>
                <a:schemeClr val="accent3">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CN" sz="2200" dirty="0">
                  <a:latin typeface="Impact" panose="020B0806030902050204" pitchFamily="34" charset="0"/>
                </a:rPr>
                <a:t>01</a:t>
              </a:r>
              <a:endParaRPr lang="zh-CN" altLang="en-US" sz="2200" dirty="0">
                <a:latin typeface="Impact" panose="020B0806030902050204" pitchFamily="34" charset="0"/>
              </a:endParaRPr>
            </a:p>
          </p:txBody>
        </p:sp>
        <p:sp>
          <p:nvSpPr>
            <p:cNvPr id="3" name="文本框 2">
              <a:extLst>
                <a:ext uri="{FF2B5EF4-FFF2-40B4-BE49-F238E27FC236}">
                  <a16:creationId xmlns:a16="http://schemas.microsoft.com/office/drawing/2014/main" id="{4D6BD736-A4D3-4F26-AFED-36E11F50F70B}"/>
                </a:ext>
              </a:extLst>
            </p:cNvPr>
            <p:cNvSpPr txBox="1"/>
            <p:nvPr/>
          </p:nvSpPr>
          <p:spPr>
            <a:xfrm>
              <a:off x="1052423" y="898245"/>
              <a:ext cx="5564038" cy="400110"/>
            </a:xfrm>
            <a:prstGeom prst="rect">
              <a:avLst/>
            </a:prstGeom>
            <a:noFill/>
          </p:spPr>
          <p:txBody>
            <a:bodyPr wrap="square" rtlCol="0">
              <a:spAutoFit/>
            </a:bodyPr>
            <a:lstStyle/>
            <a:p>
              <a:r>
                <a:rPr lang="zh-CN" altLang="en-US" sz="2000" b="1" dirty="0"/>
                <a:t>回退</a:t>
              </a:r>
              <a:r>
                <a:rPr lang="en-US" altLang="zh-CN" sz="2000" b="1" dirty="0"/>
                <a:t>N</a:t>
              </a:r>
              <a:r>
                <a:rPr lang="zh-CN" altLang="en-US" sz="2000" b="1" dirty="0"/>
                <a:t>帧协议</a:t>
              </a:r>
            </a:p>
          </p:txBody>
        </p:sp>
      </p:grpSp>
      <p:grpSp>
        <p:nvGrpSpPr>
          <p:cNvPr id="20" name="组合 19">
            <a:extLst>
              <a:ext uri="{FF2B5EF4-FFF2-40B4-BE49-F238E27FC236}">
                <a16:creationId xmlns:a16="http://schemas.microsoft.com/office/drawing/2014/main" id="{87756F0E-46C2-4571-B23D-C8472E9FD1FB}"/>
              </a:ext>
            </a:extLst>
          </p:cNvPr>
          <p:cNvGrpSpPr/>
          <p:nvPr/>
        </p:nvGrpSpPr>
        <p:grpSpPr>
          <a:xfrm>
            <a:off x="475097" y="1263518"/>
            <a:ext cx="1355161" cy="5114896"/>
            <a:chOff x="475097" y="1263518"/>
            <a:chExt cx="1355161" cy="5114896"/>
          </a:xfrm>
        </p:grpSpPr>
        <p:cxnSp>
          <p:nvCxnSpPr>
            <p:cNvPr id="17" name="直接连接符 16">
              <a:extLst>
                <a:ext uri="{FF2B5EF4-FFF2-40B4-BE49-F238E27FC236}">
                  <a16:creationId xmlns:a16="http://schemas.microsoft.com/office/drawing/2014/main" id="{5A41A17A-7B81-47D8-BDBB-76B8F1AA71D6}"/>
                </a:ext>
              </a:extLst>
            </p:cNvPr>
            <p:cNvCxnSpPr>
              <a:cxnSpLocks/>
            </p:cNvCxnSpPr>
            <p:nvPr/>
          </p:nvCxnSpPr>
          <p:spPr>
            <a:xfrm flipV="1">
              <a:off x="1208367" y="2012996"/>
              <a:ext cx="0" cy="3813858"/>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nvGrpSpPr>
            <p:cNvPr id="9" name="组合 8">
              <a:extLst>
                <a:ext uri="{FF2B5EF4-FFF2-40B4-BE49-F238E27FC236}">
                  <a16:creationId xmlns:a16="http://schemas.microsoft.com/office/drawing/2014/main" id="{A2B5FA1F-35FA-42E7-8D74-E7431B6AAA3C}"/>
                </a:ext>
              </a:extLst>
            </p:cNvPr>
            <p:cNvGrpSpPr/>
            <p:nvPr/>
          </p:nvGrpSpPr>
          <p:grpSpPr>
            <a:xfrm>
              <a:off x="700096" y="5368000"/>
              <a:ext cx="905164" cy="1010414"/>
              <a:chOff x="700096" y="5368000"/>
              <a:chExt cx="905164" cy="1010414"/>
            </a:xfrm>
          </p:grpSpPr>
          <p:pic>
            <p:nvPicPr>
              <p:cNvPr id="214" name="图形 213">
                <a:extLst>
                  <a:ext uri="{FF2B5EF4-FFF2-40B4-BE49-F238E27FC236}">
                    <a16:creationId xmlns:a16="http://schemas.microsoft.com/office/drawing/2014/main" id="{D949CB40-4FF6-4E8C-991B-66D24C6ADF05}"/>
                  </a:ext>
                </a:extLst>
              </p:cNvPr>
              <p:cNvPicPr>
                <a:picLocks noChangeAspect="1"/>
              </p:cNvPicPr>
              <p:nvPr/>
            </p:nvPicPr>
            <p:blipFill>
              <a:blip r:embed="rId5">
                <a:extLst>
                  <a:ext uri="{28A0092B-C50C-407E-A947-70E740481C1C}">
                    <a14:useLocalDpi xmlns:a14="http://schemas.microsoft.com/office/drawing/2010/main" val="0"/>
                  </a:ext>
                  <a:ext uri="{96DAC541-7B7A-43D3-8B79-37D633B846F1}">
                    <asvg:svgBlip xmlns:asvg="http://schemas.microsoft.com/office/drawing/2016/SVG/main" r:embed="rId6"/>
                  </a:ext>
                </a:extLst>
              </a:blip>
              <a:stretch>
                <a:fillRect/>
              </a:stretch>
            </p:blipFill>
            <p:spPr>
              <a:xfrm>
                <a:off x="821271" y="5368000"/>
                <a:ext cx="662814" cy="641082"/>
              </a:xfrm>
              <a:prstGeom prst="rect">
                <a:avLst/>
              </a:prstGeom>
            </p:spPr>
          </p:pic>
          <p:sp>
            <p:nvSpPr>
              <p:cNvPr id="218" name="文本框 217">
                <a:extLst>
                  <a:ext uri="{FF2B5EF4-FFF2-40B4-BE49-F238E27FC236}">
                    <a16:creationId xmlns:a16="http://schemas.microsoft.com/office/drawing/2014/main" id="{584D12FE-712D-432B-A48B-3084189F6B6C}"/>
                  </a:ext>
                </a:extLst>
              </p:cNvPr>
              <p:cNvSpPr txBox="1"/>
              <p:nvPr/>
            </p:nvSpPr>
            <p:spPr>
              <a:xfrm>
                <a:off x="700096" y="6009082"/>
                <a:ext cx="905164" cy="369332"/>
              </a:xfrm>
              <a:prstGeom prst="rect">
                <a:avLst/>
              </a:prstGeom>
              <a:noFill/>
            </p:spPr>
            <p:txBody>
              <a:bodyPr wrap="square" rtlCol="0">
                <a:spAutoFit/>
              </a:bodyPr>
              <a:lstStyle/>
              <a:p>
                <a:r>
                  <a:rPr lang="zh-CN" altLang="en-US" b="1" dirty="0">
                    <a:latin typeface="+mn-ea"/>
                  </a:rPr>
                  <a:t>发送方</a:t>
                </a:r>
              </a:p>
            </p:txBody>
          </p:sp>
        </p:grpSp>
        <p:grpSp>
          <p:nvGrpSpPr>
            <p:cNvPr id="8" name="组合 7">
              <a:extLst>
                <a:ext uri="{FF2B5EF4-FFF2-40B4-BE49-F238E27FC236}">
                  <a16:creationId xmlns:a16="http://schemas.microsoft.com/office/drawing/2014/main" id="{0ACAF080-95D4-4F76-A817-06EA84E449C9}"/>
                </a:ext>
              </a:extLst>
            </p:cNvPr>
            <p:cNvGrpSpPr/>
            <p:nvPr/>
          </p:nvGrpSpPr>
          <p:grpSpPr>
            <a:xfrm>
              <a:off x="878301" y="1263518"/>
              <a:ext cx="905164" cy="1027908"/>
              <a:chOff x="878301" y="1390382"/>
              <a:chExt cx="905164" cy="1027908"/>
            </a:xfrm>
          </p:grpSpPr>
          <p:pic>
            <p:nvPicPr>
              <p:cNvPr id="210" name="图形 209">
                <a:extLst>
                  <a:ext uri="{FF2B5EF4-FFF2-40B4-BE49-F238E27FC236}">
                    <a16:creationId xmlns:a16="http://schemas.microsoft.com/office/drawing/2014/main" id="{61E01467-74F7-469C-BAD5-DFFB1234E440}"/>
                  </a:ext>
                </a:extLst>
              </p:cNvPr>
              <p:cNvPicPr>
                <a:picLocks noChangeAspect="1"/>
              </p:cNvPicPr>
              <p:nvPr/>
            </p:nvPicPr>
            <p:blipFill>
              <a:blip r:embed="rId7">
                <a:extLst>
                  <a:ext uri="{28A0092B-C50C-407E-A947-70E740481C1C}">
                    <a14:useLocalDpi xmlns:a14="http://schemas.microsoft.com/office/drawing/2010/main" val="0"/>
                  </a:ext>
                  <a:ext uri="{96DAC541-7B7A-43D3-8B79-37D633B846F1}">
                    <asvg:svgBlip xmlns:asvg="http://schemas.microsoft.com/office/drawing/2016/SVG/main" r:embed="rId8"/>
                  </a:ext>
                </a:extLst>
              </a:blip>
              <a:stretch>
                <a:fillRect/>
              </a:stretch>
            </p:blipFill>
            <p:spPr>
              <a:xfrm>
                <a:off x="984826" y="1759714"/>
                <a:ext cx="501772" cy="658576"/>
              </a:xfrm>
              <a:prstGeom prst="rect">
                <a:avLst/>
              </a:prstGeom>
            </p:spPr>
          </p:pic>
          <p:sp>
            <p:nvSpPr>
              <p:cNvPr id="219" name="文本框 218">
                <a:extLst>
                  <a:ext uri="{FF2B5EF4-FFF2-40B4-BE49-F238E27FC236}">
                    <a16:creationId xmlns:a16="http://schemas.microsoft.com/office/drawing/2014/main" id="{B105E330-42F6-4FA8-914C-123FFA0756D5}"/>
                  </a:ext>
                </a:extLst>
              </p:cNvPr>
              <p:cNvSpPr txBox="1"/>
              <p:nvPr/>
            </p:nvSpPr>
            <p:spPr>
              <a:xfrm>
                <a:off x="878301" y="1390382"/>
                <a:ext cx="905164" cy="369332"/>
              </a:xfrm>
              <a:prstGeom prst="rect">
                <a:avLst/>
              </a:prstGeom>
              <a:noFill/>
            </p:spPr>
            <p:txBody>
              <a:bodyPr wrap="square" rtlCol="0">
                <a:spAutoFit/>
              </a:bodyPr>
              <a:lstStyle/>
              <a:p>
                <a:r>
                  <a:rPr lang="zh-CN" altLang="en-US" b="1" dirty="0">
                    <a:latin typeface="+mn-ea"/>
                  </a:rPr>
                  <a:t>接收方</a:t>
                </a:r>
              </a:p>
            </p:txBody>
          </p:sp>
        </p:grpSp>
        <p:sp>
          <p:nvSpPr>
            <p:cNvPr id="57" name="云形 56">
              <a:extLst>
                <a:ext uri="{FF2B5EF4-FFF2-40B4-BE49-F238E27FC236}">
                  <a16:creationId xmlns:a16="http://schemas.microsoft.com/office/drawing/2014/main" id="{8D58A5DA-48AF-4D62-A0E1-92B6F8CBE1F4}"/>
                </a:ext>
              </a:extLst>
            </p:cNvPr>
            <p:cNvSpPr/>
            <p:nvPr/>
          </p:nvSpPr>
          <p:spPr>
            <a:xfrm>
              <a:off x="475097" y="3429014"/>
              <a:ext cx="1355161" cy="801398"/>
            </a:xfrm>
            <a:prstGeom prst="cloud">
              <a:avLst/>
            </a:prstGeom>
            <a:solidFill>
              <a:schemeClr val="bg1">
                <a:lumMod val="85000"/>
              </a:schemeClr>
            </a:solidFill>
            <a:ln>
              <a:solidFill>
                <a:schemeClr val="bg1">
                  <a:lumMod val="85000"/>
                </a:schemeClr>
              </a:solidFill>
            </a:ln>
          </p:spPr>
          <p:style>
            <a:lnRef idx="2">
              <a:schemeClr val="accent3">
                <a:shade val="50000"/>
              </a:schemeClr>
            </a:lnRef>
            <a:fillRef idx="1">
              <a:schemeClr val="accent3"/>
            </a:fillRef>
            <a:effectRef idx="0">
              <a:schemeClr val="accent3"/>
            </a:effectRef>
            <a:fontRef idx="minor">
              <a:schemeClr val="lt1"/>
            </a:fontRef>
          </p:style>
          <p:txBody>
            <a:bodyPr rtlCol="0" anchor="ctr"/>
            <a:lstStyle/>
            <a:p>
              <a:pPr algn="ctr"/>
              <a:r>
                <a:rPr lang="zh-CN" altLang="en-US" b="1" dirty="0">
                  <a:solidFill>
                    <a:schemeClr val="tx1"/>
                  </a:solidFill>
                  <a:latin typeface="+mn-ea"/>
                </a:rPr>
                <a:t>因特网</a:t>
              </a:r>
            </a:p>
          </p:txBody>
        </p:sp>
      </p:grpSp>
      <p:graphicFrame>
        <p:nvGraphicFramePr>
          <p:cNvPr id="21" name="表格 21">
            <a:extLst>
              <a:ext uri="{FF2B5EF4-FFF2-40B4-BE49-F238E27FC236}">
                <a16:creationId xmlns:a16="http://schemas.microsoft.com/office/drawing/2014/main" id="{CE497585-4F97-4F44-9ABE-D7BBA16B40E0}"/>
              </a:ext>
            </a:extLst>
          </p:cNvPr>
          <p:cNvGraphicFramePr>
            <a:graphicFrameLocks noGrp="1"/>
          </p:cNvGraphicFramePr>
          <p:nvPr/>
        </p:nvGraphicFramePr>
        <p:xfrm>
          <a:off x="2302929" y="5557308"/>
          <a:ext cx="9067800" cy="370840"/>
        </p:xfrm>
        <a:graphic>
          <a:graphicData uri="http://schemas.openxmlformats.org/drawingml/2006/table">
            <a:tbl>
              <a:tblPr firstRow="1" bandRow="1">
                <a:tableStyleId>{5C22544A-7EE6-4342-B048-85BDC9FD1C3A}</a:tableStyleId>
              </a:tblPr>
              <a:tblGrid>
                <a:gridCol w="755650">
                  <a:extLst>
                    <a:ext uri="{9D8B030D-6E8A-4147-A177-3AD203B41FA5}">
                      <a16:colId xmlns:a16="http://schemas.microsoft.com/office/drawing/2014/main" val="877486509"/>
                    </a:ext>
                  </a:extLst>
                </a:gridCol>
                <a:gridCol w="755650">
                  <a:extLst>
                    <a:ext uri="{9D8B030D-6E8A-4147-A177-3AD203B41FA5}">
                      <a16:colId xmlns:a16="http://schemas.microsoft.com/office/drawing/2014/main" val="3548605817"/>
                    </a:ext>
                  </a:extLst>
                </a:gridCol>
                <a:gridCol w="755650">
                  <a:extLst>
                    <a:ext uri="{9D8B030D-6E8A-4147-A177-3AD203B41FA5}">
                      <a16:colId xmlns:a16="http://schemas.microsoft.com/office/drawing/2014/main" val="2881812895"/>
                    </a:ext>
                  </a:extLst>
                </a:gridCol>
                <a:gridCol w="755650">
                  <a:extLst>
                    <a:ext uri="{9D8B030D-6E8A-4147-A177-3AD203B41FA5}">
                      <a16:colId xmlns:a16="http://schemas.microsoft.com/office/drawing/2014/main" val="3682284582"/>
                    </a:ext>
                  </a:extLst>
                </a:gridCol>
                <a:gridCol w="755650">
                  <a:extLst>
                    <a:ext uri="{9D8B030D-6E8A-4147-A177-3AD203B41FA5}">
                      <a16:colId xmlns:a16="http://schemas.microsoft.com/office/drawing/2014/main" val="500127722"/>
                    </a:ext>
                  </a:extLst>
                </a:gridCol>
                <a:gridCol w="755650">
                  <a:extLst>
                    <a:ext uri="{9D8B030D-6E8A-4147-A177-3AD203B41FA5}">
                      <a16:colId xmlns:a16="http://schemas.microsoft.com/office/drawing/2014/main" val="2946259618"/>
                    </a:ext>
                  </a:extLst>
                </a:gridCol>
                <a:gridCol w="755650">
                  <a:extLst>
                    <a:ext uri="{9D8B030D-6E8A-4147-A177-3AD203B41FA5}">
                      <a16:colId xmlns:a16="http://schemas.microsoft.com/office/drawing/2014/main" val="171501986"/>
                    </a:ext>
                  </a:extLst>
                </a:gridCol>
                <a:gridCol w="755650">
                  <a:extLst>
                    <a:ext uri="{9D8B030D-6E8A-4147-A177-3AD203B41FA5}">
                      <a16:colId xmlns:a16="http://schemas.microsoft.com/office/drawing/2014/main" val="1667185265"/>
                    </a:ext>
                  </a:extLst>
                </a:gridCol>
                <a:gridCol w="755650">
                  <a:extLst>
                    <a:ext uri="{9D8B030D-6E8A-4147-A177-3AD203B41FA5}">
                      <a16:colId xmlns:a16="http://schemas.microsoft.com/office/drawing/2014/main" val="4258211808"/>
                    </a:ext>
                  </a:extLst>
                </a:gridCol>
                <a:gridCol w="755650">
                  <a:extLst>
                    <a:ext uri="{9D8B030D-6E8A-4147-A177-3AD203B41FA5}">
                      <a16:colId xmlns:a16="http://schemas.microsoft.com/office/drawing/2014/main" val="1794200575"/>
                    </a:ext>
                  </a:extLst>
                </a:gridCol>
                <a:gridCol w="755650">
                  <a:extLst>
                    <a:ext uri="{9D8B030D-6E8A-4147-A177-3AD203B41FA5}">
                      <a16:colId xmlns:a16="http://schemas.microsoft.com/office/drawing/2014/main" val="4230716487"/>
                    </a:ext>
                  </a:extLst>
                </a:gridCol>
                <a:gridCol w="755650">
                  <a:extLst>
                    <a:ext uri="{9D8B030D-6E8A-4147-A177-3AD203B41FA5}">
                      <a16:colId xmlns:a16="http://schemas.microsoft.com/office/drawing/2014/main" val="56153739"/>
                    </a:ext>
                  </a:extLst>
                </a:gridCol>
              </a:tblGrid>
              <a:tr h="370840">
                <a:tc>
                  <a:txBody>
                    <a:bodyPr/>
                    <a:lstStyle/>
                    <a:p>
                      <a:pPr algn="ctr"/>
                      <a:r>
                        <a:rPr lang="en-US" altLang="zh-CN" dirty="0">
                          <a:solidFill>
                            <a:schemeClr val="tx1"/>
                          </a:solidFill>
                          <a:latin typeface="Arial Black" panose="020B0A04020102020204" pitchFamily="34" charset="0"/>
                        </a:rPr>
                        <a:t>0</a:t>
                      </a:r>
                      <a:endParaRPr lang="zh-CN" altLang="en-US" dirty="0">
                        <a:solidFill>
                          <a:schemeClr val="tx1"/>
                        </a:solidFill>
                        <a:latin typeface="Arial Black" panose="020B0A04020102020204" pitchFamily="34" charset="0"/>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ctr"/>
                      <a:r>
                        <a:rPr lang="en-US" altLang="zh-CN" dirty="0">
                          <a:solidFill>
                            <a:schemeClr val="tx1"/>
                          </a:solidFill>
                          <a:latin typeface="Arial Black" panose="020B0A04020102020204" pitchFamily="34" charset="0"/>
                        </a:rPr>
                        <a:t>1</a:t>
                      </a:r>
                      <a:endParaRPr lang="zh-CN" altLang="en-US" dirty="0">
                        <a:solidFill>
                          <a:schemeClr val="tx1"/>
                        </a:solidFill>
                        <a:latin typeface="Arial Black" panose="020B0A04020102020204" pitchFamily="34" charset="0"/>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ctr"/>
                      <a:r>
                        <a:rPr lang="en-US" altLang="zh-CN" dirty="0">
                          <a:solidFill>
                            <a:schemeClr val="tx1"/>
                          </a:solidFill>
                          <a:latin typeface="Arial Black" panose="020B0A04020102020204" pitchFamily="34" charset="0"/>
                        </a:rPr>
                        <a:t>2</a:t>
                      </a:r>
                      <a:endParaRPr lang="zh-CN" altLang="en-US" dirty="0">
                        <a:solidFill>
                          <a:schemeClr val="tx1"/>
                        </a:solidFill>
                        <a:latin typeface="Arial Black" panose="020B0A04020102020204" pitchFamily="34" charset="0"/>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ctr"/>
                      <a:r>
                        <a:rPr lang="en-US" altLang="zh-CN" dirty="0">
                          <a:solidFill>
                            <a:schemeClr val="tx1"/>
                          </a:solidFill>
                          <a:latin typeface="Arial Black" panose="020B0A04020102020204" pitchFamily="34" charset="0"/>
                        </a:rPr>
                        <a:t>3</a:t>
                      </a:r>
                      <a:endParaRPr lang="zh-CN" altLang="en-US" dirty="0">
                        <a:solidFill>
                          <a:schemeClr val="tx1"/>
                        </a:solidFill>
                        <a:latin typeface="Arial Black" panose="020B0A04020102020204" pitchFamily="34" charset="0"/>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ctr"/>
                      <a:r>
                        <a:rPr lang="en-US" altLang="zh-CN" dirty="0">
                          <a:solidFill>
                            <a:schemeClr val="tx1"/>
                          </a:solidFill>
                          <a:latin typeface="Arial Black" panose="020B0A04020102020204" pitchFamily="34" charset="0"/>
                        </a:rPr>
                        <a:t>4</a:t>
                      </a:r>
                      <a:endParaRPr lang="zh-CN" altLang="en-US" dirty="0">
                        <a:solidFill>
                          <a:schemeClr val="tx1"/>
                        </a:solidFill>
                        <a:latin typeface="Arial Black" panose="020B0A04020102020204" pitchFamily="34" charset="0"/>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ctr"/>
                      <a:r>
                        <a:rPr lang="en-US" altLang="zh-CN" dirty="0">
                          <a:solidFill>
                            <a:schemeClr val="tx1"/>
                          </a:solidFill>
                          <a:latin typeface="Arial Black" panose="020B0A04020102020204" pitchFamily="34" charset="0"/>
                        </a:rPr>
                        <a:t>5</a:t>
                      </a:r>
                      <a:endParaRPr lang="zh-CN" altLang="en-US" dirty="0">
                        <a:solidFill>
                          <a:schemeClr val="tx1"/>
                        </a:solidFill>
                        <a:latin typeface="Arial Black" panose="020B0A04020102020204" pitchFamily="34" charset="0"/>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ctr"/>
                      <a:r>
                        <a:rPr lang="en-US" altLang="zh-CN" dirty="0">
                          <a:solidFill>
                            <a:schemeClr val="tx1"/>
                          </a:solidFill>
                          <a:latin typeface="Arial Black" panose="020B0A04020102020204" pitchFamily="34" charset="0"/>
                        </a:rPr>
                        <a:t>6</a:t>
                      </a:r>
                      <a:endParaRPr lang="zh-CN" altLang="en-US" dirty="0">
                        <a:solidFill>
                          <a:schemeClr val="tx1"/>
                        </a:solidFill>
                        <a:latin typeface="Arial Black" panose="020B0A04020102020204" pitchFamily="34" charset="0"/>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ctr"/>
                      <a:r>
                        <a:rPr lang="en-US" altLang="zh-CN" dirty="0">
                          <a:solidFill>
                            <a:schemeClr val="tx1"/>
                          </a:solidFill>
                          <a:latin typeface="Arial Black" panose="020B0A04020102020204" pitchFamily="34" charset="0"/>
                        </a:rPr>
                        <a:t>7</a:t>
                      </a:r>
                      <a:endParaRPr lang="zh-CN" altLang="en-US" dirty="0">
                        <a:solidFill>
                          <a:schemeClr val="tx1"/>
                        </a:solidFill>
                        <a:latin typeface="Arial Black" panose="020B0A04020102020204" pitchFamily="34" charset="0"/>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ctr"/>
                      <a:r>
                        <a:rPr lang="en-US" altLang="zh-CN" dirty="0">
                          <a:solidFill>
                            <a:schemeClr val="tx1"/>
                          </a:solidFill>
                          <a:latin typeface="Arial Black" panose="020B0A04020102020204" pitchFamily="34" charset="0"/>
                        </a:rPr>
                        <a:t>0</a:t>
                      </a:r>
                      <a:endParaRPr lang="zh-CN" altLang="en-US" dirty="0">
                        <a:solidFill>
                          <a:schemeClr val="tx1"/>
                        </a:solidFill>
                        <a:latin typeface="Arial Black" panose="020B0A04020102020204" pitchFamily="34" charset="0"/>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ctr"/>
                      <a:r>
                        <a:rPr lang="en-US" altLang="zh-CN" dirty="0">
                          <a:solidFill>
                            <a:schemeClr val="tx1"/>
                          </a:solidFill>
                          <a:latin typeface="Arial Black" panose="020B0A04020102020204" pitchFamily="34" charset="0"/>
                        </a:rPr>
                        <a:t>1</a:t>
                      </a:r>
                      <a:endParaRPr lang="zh-CN" altLang="en-US" dirty="0">
                        <a:solidFill>
                          <a:schemeClr val="tx1"/>
                        </a:solidFill>
                        <a:latin typeface="Arial Black" panose="020B0A04020102020204" pitchFamily="34" charset="0"/>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ctr"/>
                      <a:r>
                        <a:rPr lang="en-US" altLang="zh-CN" dirty="0">
                          <a:solidFill>
                            <a:schemeClr val="tx1"/>
                          </a:solidFill>
                          <a:latin typeface="Arial Black" panose="020B0A04020102020204" pitchFamily="34" charset="0"/>
                        </a:rPr>
                        <a:t>2</a:t>
                      </a:r>
                      <a:endParaRPr lang="zh-CN" altLang="en-US" dirty="0">
                        <a:solidFill>
                          <a:schemeClr val="tx1"/>
                        </a:solidFill>
                        <a:latin typeface="Arial Black" panose="020B0A04020102020204" pitchFamily="34" charset="0"/>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ctr"/>
                      <a:r>
                        <a:rPr lang="en-US" altLang="zh-CN" dirty="0">
                          <a:solidFill>
                            <a:schemeClr val="tx1"/>
                          </a:solidFill>
                          <a:latin typeface="Arial Black" panose="020B0A04020102020204" pitchFamily="34" charset="0"/>
                        </a:rPr>
                        <a:t>…</a:t>
                      </a:r>
                      <a:endParaRPr lang="zh-CN" altLang="en-US" dirty="0">
                        <a:solidFill>
                          <a:schemeClr val="tx1"/>
                        </a:solidFill>
                        <a:latin typeface="Arial Black" panose="020B0A04020102020204" pitchFamily="34" charset="0"/>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extLst>
                  <a:ext uri="{0D108BD9-81ED-4DB2-BD59-A6C34878D82A}">
                    <a16:rowId xmlns:a16="http://schemas.microsoft.com/office/drawing/2014/main" val="316235763"/>
                  </a:ext>
                </a:extLst>
              </a:tr>
            </a:tbl>
          </a:graphicData>
        </a:graphic>
      </p:graphicFrame>
      <p:graphicFrame>
        <p:nvGraphicFramePr>
          <p:cNvPr id="68" name="表格 21">
            <a:extLst>
              <a:ext uri="{FF2B5EF4-FFF2-40B4-BE49-F238E27FC236}">
                <a16:creationId xmlns:a16="http://schemas.microsoft.com/office/drawing/2014/main" id="{D9B4273D-C94E-42E6-A39B-908C6FA1D8AF}"/>
              </a:ext>
            </a:extLst>
          </p:cNvPr>
          <p:cNvGraphicFramePr>
            <a:graphicFrameLocks noGrp="1"/>
          </p:cNvGraphicFramePr>
          <p:nvPr/>
        </p:nvGraphicFramePr>
        <p:xfrm>
          <a:off x="2302929" y="1827576"/>
          <a:ext cx="9067800" cy="370840"/>
        </p:xfrm>
        <a:graphic>
          <a:graphicData uri="http://schemas.openxmlformats.org/drawingml/2006/table">
            <a:tbl>
              <a:tblPr firstRow="1" bandRow="1">
                <a:tableStyleId>{5C22544A-7EE6-4342-B048-85BDC9FD1C3A}</a:tableStyleId>
              </a:tblPr>
              <a:tblGrid>
                <a:gridCol w="755650">
                  <a:extLst>
                    <a:ext uri="{9D8B030D-6E8A-4147-A177-3AD203B41FA5}">
                      <a16:colId xmlns:a16="http://schemas.microsoft.com/office/drawing/2014/main" val="877486509"/>
                    </a:ext>
                  </a:extLst>
                </a:gridCol>
                <a:gridCol w="755650">
                  <a:extLst>
                    <a:ext uri="{9D8B030D-6E8A-4147-A177-3AD203B41FA5}">
                      <a16:colId xmlns:a16="http://schemas.microsoft.com/office/drawing/2014/main" val="3548605817"/>
                    </a:ext>
                  </a:extLst>
                </a:gridCol>
                <a:gridCol w="755650">
                  <a:extLst>
                    <a:ext uri="{9D8B030D-6E8A-4147-A177-3AD203B41FA5}">
                      <a16:colId xmlns:a16="http://schemas.microsoft.com/office/drawing/2014/main" val="2881812895"/>
                    </a:ext>
                  </a:extLst>
                </a:gridCol>
                <a:gridCol w="755650">
                  <a:extLst>
                    <a:ext uri="{9D8B030D-6E8A-4147-A177-3AD203B41FA5}">
                      <a16:colId xmlns:a16="http://schemas.microsoft.com/office/drawing/2014/main" val="3682284582"/>
                    </a:ext>
                  </a:extLst>
                </a:gridCol>
                <a:gridCol w="755650">
                  <a:extLst>
                    <a:ext uri="{9D8B030D-6E8A-4147-A177-3AD203B41FA5}">
                      <a16:colId xmlns:a16="http://schemas.microsoft.com/office/drawing/2014/main" val="500127722"/>
                    </a:ext>
                  </a:extLst>
                </a:gridCol>
                <a:gridCol w="755650">
                  <a:extLst>
                    <a:ext uri="{9D8B030D-6E8A-4147-A177-3AD203B41FA5}">
                      <a16:colId xmlns:a16="http://schemas.microsoft.com/office/drawing/2014/main" val="2946259618"/>
                    </a:ext>
                  </a:extLst>
                </a:gridCol>
                <a:gridCol w="755650">
                  <a:extLst>
                    <a:ext uri="{9D8B030D-6E8A-4147-A177-3AD203B41FA5}">
                      <a16:colId xmlns:a16="http://schemas.microsoft.com/office/drawing/2014/main" val="171501986"/>
                    </a:ext>
                  </a:extLst>
                </a:gridCol>
                <a:gridCol w="755650">
                  <a:extLst>
                    <a:ext uri="{9D8B030D-6E8A-4147-A177-3AD203B41FA5}">
                      <a16:colId xmlns:a16="http://schemas.microsoft.com/office/drawing/2014/main" val="1667185265"/>
                    </a:ext>
                  </a:extLst>
                </a:gridCol>
                <a:gridCol w="755650">
                  <a:extLst>
                    <a:ext uri="{9D8B030D-6E8A-4147-A177-3AD203B41FA5}">
                      <a16:colId xmlns:a16="http://schemas.microsoft.com/office/drawing/2014/main" val="4258211808"/>
                    </a:ext>
                  </a:extLst>
                </a:gridCol>
                <a:gridCol w="755650">
                  <a:extLst>
                    <a:ext uri="{9D8B030D-6E8A-4147-A177-3AD203B41FA5}">
                      <a16:colId xmlns:a16="http://schemas.microsoft.com/office/drawing/2014/main" val="1794200575"/>
                    </a:ext>
                  </a:extLst>
                </a:gridCol>
                <a:gridCol w="755650">
                  <a:extLst>
                    <a:ext uri="{9D8B030D-6E8A-4147-A177-3AD203B41FA5}">
                      <a16:colId xmlns:a16="http://schemas.microsoft.com/office/drawing/2014/main" val="4230716487"/>
                    </a:ext>
                  </a:extLst>
                </a:gridCol>
                <a:gridCol w="755650">
                  <a:extLst>
                    <a:ext uri="{9D8B030D-6E8A-4147-A177-3AD203B41FA5}">
                      <a16:colId xmlns:a16="http://schemas.microsoft.com/office/drawing/2014/main" val="56153739"/>
                    </a:ext>
                  </a:extLst>
                </a:gridCol>
              </a:tblGrid>
              <a:tr h="370840">
                <a:tc>
                  <a:txBody>
                    <a:bodyPr/>
                    <a:lstStyle/>
                    <a:p>
                      <a:pPr algn="ctr"/>
                      <a:r>
                        <a:rPr lang="en-US" altLang="zh-CN" dirty="0">
                          <a:solidFill>
                            <a:schemeClr val="tx1"/>
                          </a:solidFill>
                          <a:latin typeface="Arial Black" panose="020B0A04020102020204" pitchFamily="34" charset="0"/>
                        </a:rPr>
                        <a:t>0</a:t>
                      </a:r>
                      <a:endParaRPr lang="zh-CN" altLang="en-US" dirty="0">
                        <a:solidFill>
                          <a:schemeClr val="tx1"/>
                        </a:solidFill>
                        <a:latin typeface="Arial Black" panose="020B0A04020102020204" pitchFamily="34" charset="0"/>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ctr"/>
                      <a:r>
                        <a:rPr lang="en-US" altLang="zh-CN" dirty="0">
                          <a:solidFill>
                            <a:schemeClr val="tx1"/>
                          </a:solidFill>
                          <a:latin typeface="Arial Black" panose="020B0A04020102020204" pitchFamily="34" charset="0"/>
                        </a:rPr>
                        <a:t>1</a:t>
                      </a:r>
                      <a:endParaRPr lang="zh-CN" altLang="en-US" dirty="0">
                        <a:solidFill>
                          <a:schemeClr val="tx1"/>
                        </a:solidFill>
                        <a:latin typeface="Arial Black" panose="020B0A04020102020204" pitchFamily="34" charset="0"/>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ctr"/>
                      <a:r>
                        <a:rPr lang="en-US" altLang="zh-CN" dirty="0">
                          <a:solidFill>
                            <a:schemeClr val="tx1"/>
                          </a:solidFill>
                          <a:latin typeface="Arial Black" panose="020B0A04020102020204" pitchFamily="34" charset="0"/>
                        </a:rPr>
                        <a:t>2</a:t>
                      </a:r>
                      <a:endParaRPr lang="zh-CN" altLang="en-US" dirty="0">
                        <a:solidFill>
                          <a:schemeClr val="tx1"/>
                        </a:solidFill>
                        <a:latin typeface="Arial Black" panose="020B0A04020102020204" pitchFamily="34" charset="0"/>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ctr"/>
                      <a:r>
                        <a:rPr lang="en-US" altLang="zh-CN" dirty="0">
                          <a:solidFill>
                            <a:schemeClr val="tx1"/>
                          </a:solidFill>
                          <a:latin typeface="Arial Black" panose="020B0A04020102020204" pitchFamily="34" charset="0"/>
                        </a:rPr>
                        <a:t>3</a:t>
                      </a:r>
                      <a:endParaRPr lang="zh-CN" altLang="en-US" dirty="0">
                        <a:solidFill>
                          <a:schemeClr val="tx1"/>
                        </a:solidFill>
                        <a:latin typeface="Arial Black" panose="020B0A04020102020204" pitchFamily="34" charset="0"/>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ctr"/>
                      <a:r>
                        <a:rPr lang="en-US" altLang="zh-CN" dirty="0">
                          <a:solidFill>
                            <a:schemeClr val="tx1"/>
                          </a:solidFill>
                          <a:latin typeface="Arial Black" panose="020B0A04020102020204" pitchFamily="34" charset="0"/>
                        </a:rPr>
                        <a:t>4</a:t>
                      </a:r>
                      <a:endParaRPr lang="zh-CN" altLang="en-US" dirty="0">
                        <a:solidFill>
                          <a:schemeClr val="tx1"/>
                        </a:solidFill>
                        <a:latin typeface="Arial Black" panose="020B0A04020102020204" pitchFamily="34" charset="0"/>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ctr"/>
                      <a:r>
                        <a:rPr lang="en-US" altLang="zh-CN" dirty="0">
                          <a:solidFill>
                            <a:schemeClr val="tx1"/>
                          </a:solidFill>
                          <a:latin typeface="Arial Black" panose="020B0A04020102020204" pitchFamily="34" charset="0"/>
                        </a:rPr>
                        <a:t>5</a:t>
                      </a:r>
                      <a:endParaRPr lang="zh-CN" altLang="en-US" dirty="0">
                        <a:solidFill>
                          <a:schemeClr val="tx1"/>
                        </a:solidFill>
                        <a:latin typeface="Arial Black" panose="020B0A04020102020204" pitchFamily="34" charset="0"/>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ctr"/>
                      <a:r>
                        <a:rPr lang="en-US" altLang="zh-CN" dirty="0">
                          <a:solidFill>
                            <a:schemeClr val="tx1"/>
                          </a:solidFill>
                          <a:latin typeface="Arial Black" panose="020B0A04020102020204" pitchFamily="34" charset="0"/>
                        </a:rPr>
                        <a:t>6</a:t>
                      </a:r>
                      <a:endParaRPr lang="zh-CN" altLang="en-US" dirty="0">
                        <a:solidFill>
                          <a:schemeClr val="tx1"/>
                        </a:solidFill>
                        <a:latin typeface="Arial Black" panose="020B0A04020102020204" pitchFamily="34" charset="0"/>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ctr"/>
                      <a:r>
                        <a:rPr lang="en-US" altLang="zh-CN" dirty="0">
                          <a:solidFill>
                            <a:schemeClr val="tx1"/>
                          </a:solidFill>
                          <a:latin typeface="Arial Black" panose="020B0A04020102020204" pitchFamily="34" charset="0"/>
                        </a:rPr>
                        <a:t>7</a:t>
                      </a:r>
                      <a:endParaRPr lang="zh-CN" altLang="en-US" dirty="0">
                        <a:solidFill>
                          <a:schemeClr val="tx1"/>
                        </a:solidFill>
                        <a:latin typeface="Arial Black" panose="020B0A04020102020204" pitchFamily="34" charset="0"/>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ctr"/>
                      <a:r>
                        <a:rPr lang="en-US" altLang="zh-CN" dirty="0">
                          <a:solidFill>
                            <a:schemeClr val="tx1"/>
                          </a:solidFill>
                          <a:latin typeface="Arial Black" panose="020B0A04020102020204" pitchFamily="34" charset="0"/>
                        </a:rPr>
                        <a:t>0</a:t>
                      </a:r>
                      <a:endParaRPr lang="zh-CN" altLang="en-US" dirty="0">
                        <a:solidFill>
                          <a:schemeClr val="tx1"/>
                        </a:solidFill>
                        <a:latin typeface="Arial Black" panose="020B0A04020102020204" pitchFamily="34" charset="0"/>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ctr"/>
                      <a:r>
                        <a:rPr lang="en-US" altLang="zh-CN" dirty="0">
                          <a:solidFill>
                            <a:schemeClr val="tx1"/>
                          </a:solidFill>
                          <a:latin typeface="Arial Black" panose="020B0A04020102020204" pitchFamily="34" charset="0"/>
                        </a:rPr>
                        <a:t>1</a:t>
                      </a:r>
                      <a:endParaRPr lang="zh-CN" altLang="en-US" dirty="0">
                        <a:solidFill>
                          <a:schemeClr val="tx1"/>
                        </a:solidFill>
                        <a:latin typeface="Arial Black" panose="020B0A04020102020204" pitchFamily="34" charset="0"/>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ctr"/>
                      <a:r>
                        <a:rPr lang="en-US" altLang="zh-CN" dirty="0">
                          <a:solidFill>
                            <a:schemeClr val="tx1"/>
                          </a:solidFill>
                          <a:latin typeface="Arial Black" panose="020B0A04020102020204" pitchFamily="34" charset="0"/>
                        </a:rPr>
                        <a:t>2</a:t>
                      </a:r>
                      <a:endParaRPr lang="zh-CN" altLang="en-US" dirty="0">
                        <a:solidFill>
                          <a:schemeClr val="tx1"/>
                        </a:solidFill>
                        <a:latin typeface="Arial Black" panose="020B0A04020102020204" pitchFamily="34" charset="0"/>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ctr"/>
                      <a:r>
                        <a:rPr lang="en-US" altLang="zh-CN" dirty="0">
                          <a:solidFill>
                            <a:schemeClr val="tx1"/>
                          </a:solidFill>
                          <a:latin typeface="Arial Black" panose="020B0A04020102020204" pitchFamily="34" charset="0"/>
                        </a:rPr>
                        <a:t>…</a:t>
                      </a:r>
                      <a:endParaRPr lang="zh-CN" altLang="en-US" dirty="0">
                        <a:solidFill>
                          <a:schemeClr val="tx1"/>
                        </a:solidFill>
                        <a:latin typeface="Arial Black" panose="020B0A04020102020204" pitchFamily="34" charset="0"/>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extLst>
                  <a:ext uri="{0D108BD9-81ED-4DB2-BD59-A6C34878D82A}">
                    <a16:rowId xmlns:a16="http://schemas.microsoft.com/office/drawing/2014/main" val="316235763"/>
                  </a:ext>
                </a:extLst>
              </a:tr>
            </a:tbl>
          </a:graphicData>
        </a:graphic>
      </p:graphicFrame>
      <p:sp>
        <p:nvSpPr>
          <p:cNvPr id="13" name="矩形 12">
            <a:extLst>
              <a:ext uri="{FF2B5EF4-FFF2-40B4-BE49-F238E27FC236}">
                <a16:creationId xmlns:a16="http://schemas.microsoft.com/office/drawing/2014/main" id="{14642CA0-C4C4-44A5-BD3D-9FB5C2470514}"/>
              </a:ext>
            </a:extLst>
          </p:cNvPr>
          <p:cNvSpPr/>
          <p:nvPr/>
        </p:nvSpPr>
        <p:spPr>
          <a:xfrm>
            <a:off x="2300222" y="5537182"/>
            <a:ext cx="3780000" cy="390966"/>
          </a:xfrm>
          <a:prstGeom prst="rect">
            <a:avLst/>
          </a:prstGeom>
          <a:solidFill>
            <a:schemeClr val="accent3">
              <a:alpha val="74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30" name="矩形 29">
            <a:extLst>
              <a:ext uri="{FF2B5EF4-FFF2-40B4-BE49-F238E27FC236}">
                <a16:creationId xmlns:a16="http://schemas.microsoft.com/office/drawing/2014/main" id="{D1F1FAB1-144B-409B-87EA-0CC44441BA84}"/>
              </a:ext>
            </a:extLst>
          </p:cNvPr>
          <p:cNvSpPr/>
          <p:nvPr/>
        </p:nvSpPr>
        <p:spPr>
          <a:xfrm>
            <a:off x="3024307" y="2892707"/>
            <a:ext cx="256976" cy="256976"/>
          </a:xfrm>
          <a:prstGeom prst="rect">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31" name="íşlïḍè">
            <a:extLst>
              <a:ext uri="{FF2B5EF4-FFF2-40B4-BE49-F238E27FC236}">
                <a16:creationId xmlns:a16="http://schemas.microsoft.com/office/drawing/2014/main" id="{58CDDEB0-455B-47EC-82A0-3ACACCFDFF9B}"/>
              </a:ext>
            </a:extLst>
          </p:cNvPr>
          <p:cNvSpPr txBox="1"/>
          <p:nvPr/>
        </p:nvSpPr>
        <p:spPr>
          <a:xfrm>
            <a:off x="3341535" y="2838386"/>
            <a:ext cx="8545666" cy="369332"/>
          </a:xfrm>
          <a:prstGeom prst="rect">
            <a:avLst/>
          </a:prstGeom>
          <a:noFill/>
        </p:spPr>
        <p:txBody>
          <a:bodyPr wrap="square" lIns="91440" tIns="45720" rIns="91440" bIns="45720" anchor="ctr">
            <a:noAutofit/>
          </a:bodyPr>
          <a:lstStyle/>
          <a:p>
            <a:r>
              <a:rPr lang="zh-CN" altLang="en-US" b="1" dirty="0"/>
              <a:t>回退</a:t>
            </a:r>
            <a:r>
              <a:rPr lang="en-US" altLang="zh-CN" b="1" dirty="0"/>
              <a:t>N</a:t>
            </a:r>
            <a:r>
              <a:rPr lang="zh-CN" altLang="en-US" b="1" dirty="0"/>
              <a:t>帧协议的接收方采用</a:t>
            </a:r>
            <a:r>
              <a:rPr lang="zh-CN" altLang="en-US" b="1" dirty="0">
                <a:solidFill>
                  <a:schemeClr val="accent1">
                    <a:lumMod val="75000"/>
                  </a:schemeClr>
                </a:solidFill>
              </a:rPr>
              <a:t>累积确认</a:t>
            </a:r>
            <a:r>
              <a:rPr lang="zh-CN" altLang="en-US" b="1" dirty="0"/>
              <a:t>方式。</a:t>
            </a:r>
            <a:endParaRPr lang="en-US" altLang="zh-CN" b="1" dirty="0"/>
          </a:p>
        </p:txBody>
      </p:sp>
      <p:sp>
        <p:nvSpPr>
          <p:cNvPr id="32" name="矩形 31">
            <a:extLst>
              <a:ext uri="{FF2B5EF4-FFF2-40B4-BE49-F238E27FC236}">
                <a16:creationId xmlns:a16="http://schemas.microsoft.com/office/drawing/2014/main" id="{D1A5EA08-8784-4242-9B27-8CC5F92011FD}"/>
              </a:ext>
            </a:extLst>
          </p:cNvPr>
          <p:cNvSpPr/>
          <p:nvPr/>
        </p:nvSpPr>
        <p:spPr>
          <a:xfrm>
            <a:off x="3439844" y="3330150"/>
            <a:ext cx="256976" cy="256976"/>
          </a:xfrm>
          <a:prstGeom prst="rect">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33" name="íşlïḍè">
            <a:extLst>
              <a:ext uri="{FF2B5EF4-FFF2-40B4-BE49-F238E27FC236}">
                <a16:creationId xmlns:a16="http://schemas.microsoft.com/office/drawing/2014/main" id="{736EA9E8-176B-4D3C-A0EA-B2DD80DB2FFD}"/>
              </a:ext>
            </a:extLst>
          </p:cNvPr>
          <p:cNvSpPr txBox="1"/>
          <p:nvPr/>
        </p:nvSpPr>
        <p:spPr>
          <a:xfrm>
            <a:off x="3757072" y="3275829"/>
            <a:ext cx="8130125" cy="618594"/>
          </a:xfrm>
          <a:prstGeom prst="rect">
            <a:avLst/>
          </a:prstGeom>
          <a:noFill/>
        </p:spPr>
        <p:txBody>
          <a:bodyPr wrap="square" lIns="91440" tIns="45720" rIns="91440" bIns="45720" anchor="ctr">
            <a:noAutofit/>
          </a:bodyPr>
          <a:lstStyle/>
          <a:p>
            <a:r>
              <a:rPr lang="zh-CN" altLang="en-US" b="1" dirty="0"/>
              <a:t>接收方不必对收到的每一个数据分组都发送一个确认分组，而是可以在收到几个序号连续的数据分组后，对按序到达的最后一个数据分组发送确认分组。</a:t>
            </a:r>
            <a:endParaRPr lang="en-US" altLang="zh-CN" b="1" dirty="0"/>
          </a:p>
        </p:txBody>
      </p:sp>
      <p:sp>
        <p:nvSpPr>
          <p:cNvPr id="36" name="矩形 35">
            <a:extLst>
              <a:ext uri="{FF2B5EF4-FFF2-40B4-BE49-F238E27FC236}">
                <a16:creationId xmlns:a16="http://schemas.microsoft.com/office/drawing/2014/main" id="{F8B281F5-0039-43CF-9A08-A2EBCF543D23}"/>
              </a:ext>
            </a:extLst>
          </p:cNvPr>
          <p:cNvSpPr/>
          <p:nvPr/>
        </p:nvSpPr>
        <p:spPr>
          <a:xfrm>
            <a:off x="3439844" y="4018994"/>
            <a:ext cx="256976" cy="256976"/>
          </a:xfrm>
          <a:prstGeom prst="rect">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37" name="íşlïḍè">
            <a:extLst>
              <a:ext uri="{FF2B5EF4-FFF2-40B4-BE49-F238E27FC236}">
                <a16:creationId xmlns:a16="http://schemas.microsoft.com/office/drawing/2014/main" id="{EBF75F0A-1FDB-4C82-9F30-DFD856322651}"/>
              </a:ext>
            </a:extLst>
          </p:cNvPr>
          <p:cNvSpPr txBox="1"/>
          <p:nvPr/>
        </p:nvSpPr>
        <p:spPr>
          <a:xfrm>
            <a:off x="3757072" y="3964673"/>
            <a:ext cx="8130125" cy="355672"/>
          </a:xfrm>
          <a:prstGeom prst="rect">
            <a:avLst/>
          </a:prstGeom>
          <a:noFill/>
        </p:spPr>
        <p:txBody>
          <a:bodyPr wrap="square" lIns="91440" tIns="45720" rIns="91440" bIns="45720" anchor="ctr">
            <a:noAutofit/>
          </a:bodyPr>
          <a:lstStyle/>
          <a:p>
            <a:r>
              <a:rPr lang="zh-CN" altLang="en-US" b="1" dirty="0"/>
              <a:t>接收方何时发送累积确认分组，由具体实现决定。</a:t>
            </a:r>
            <a:endParaRPr lang="en-US" altLang="zh-CN" b="1" dirty="0"/>
          </a:p>
        </p:txBody>
      </p:sp>
      <p:sp>
        <p:nvSpPr>
          <p:cNvPr id="38" name="矩形 37">
            <a:extLst>
              <a:ext uri="{FF2B5EF4-FFF2-40B4-BE49-F238E27FC236}">
                <a16:creationId xmlns:a16="http://schemas.microsoft.com/office/drawing/2014/main" id="{D11758A3-4537-4CEE-947A-F043B50370E6}"/>
              </a:ext>
            </a:extLst>
          </p:cNvPr>
          <p:cNvSpPr/>
          <p:nvPr/>
        </p:nvSpPr>
        <p:spPr>
          <a:xfrm>
            <a:off x="3439847" y="4512637"/>
            <a:ext cx="256976" cy="256976"/>
          </a:xfrm>
          <a:prstGeom prst="rect">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39" name="íşlïḍè">
            <a:extLst>
              <a:ext uri="{FF2B5EF4-FFF2-40B4-BE49-F238E27FC236}">
                <a16:creationId xmlns:a16="http://schemas.microsoft.com/office/drawing/2014/main" id="{4B7D780F-B7FF-4B99-8C26-92E57CC239FF}"/>
              </a:ext>
            </a:extLst>
          </p:cNvPr>
          <p:cNvSpPr txBox="1"/>
          <p:nvPr/>
        </p:nvSpPr>
        <p:spPr>
          <a:xfrm>
            <a:off x="3757075" y="4458316"/>
            <a:ext cx="8130125" cy="355672"/>
          </a:xfrm>
          <a:prstGeom prst="rect">
            <a:avLst/>
          </a:prstGeom>
          <a:noFill/>
        </p:spPr>
        <p:txBody>
          <a:bodyPr wrap="square" lIns="91440" tIns="45720" rIns="91440" bIns="45720" anchor="ctr">
            <a:noAutofit/>
          </a:bodyPr>
          <a:lstStyle/>
          <a:p>
            <a:r>
              <a:rPr lang="zh-CN" altLang="en-US" b="1" dirty="0"/>
              <a:t>确认分组</a:t>
            </a:r>
            <a:r>
              <a:rPr lang="en-US" altLang="zh-CN" b="1" dirty="0" err="1"/>
              <a:t>ACKn</a:t>
            </a:r>
            <a:r>
              <a:rPr lang="zh-CN" altLang="en-US" b="1" dirty="0"/>
              <a:t>表明序号为</a:t>
            </a:r>
            <a:r>
              <a:rPr lang="en-US" altLang="zh-CN" b="1" dirty="0"/>
              <a:t>n</a:t>
            </a:r>
            <a:r>
              <a:rPr lang="zh-CN" altLang="en-US" b="1" dirty="0"/>
              <a:t>及之前的所有数据分组都已正确接收。</a:t>
            </a:r>
            <a:endParaRPr lang="en-US" altLang="zh-CN" b="1" dirty="0"/>
          </a:p>
        </p:txBody>
      </p:sp>
      <p:sp>
        <p:nvSpPr>
          <p:cNvPr id="41" name="矩形 40">
            <a:extLst>
              <a:ext uri="{FF2B5EF4-FFF2-40B4-BE49-F238E27FC236}">
                <a16:creationId xmlns:a16="http://schemas.microsoft.com/office/drawing/2014/main" id="{8B36AAEE-EA81-47A2-A1A3-8695112ECA8F}"/>
              </a:ext>
            </a:extLst>
          </p:cNvPr>
          <p:cNvSpPr/>
          <p:nvPr/>
        </p:nvSpPr>
        <p:spPr>
          <a:xfrm>
            <a:off x="456665" y="3352646"/>
            <a:ext cx="708432" cy="270283"/>
          </a:xfrm>
          <a:prstGeom prst="rect">
            <a:avLst/>
          </a:prstGeom>
          <a:solidFill>
            <a:schemeClr val="accent4"/>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46800" rIns="46800" rtlCol="0" anchor="ctr"/>
          <a:lstStyle/>
          <a:p>
            <a:pPr algn="ctr"/>
            <a:r>
              <a:rPr lang="en-US" altLang="zh-CN" b="1" dirty="0"/>
              <a:t>ACK1</a:t>
            </a:r>
            <a:endParaRPr lang="zh-CN" altLang="en-US" b="1" dirty="0"/>
          </a:p>
        </p:txBody>
      </p:sp>
      <p:sp>
        <p:nvSpPr>
          <p:cNvPr id="42" name="矩形 41">
            <a:extLst>
              <a:ext uri="{FF2B5EF4-FFF2-40B4-BE49-F238E27FC236}">
                <a16:creationId xmlns:a16="http://schemas.microsoft.com/office/drawing/2014/main" id="{54B3FCCE-66DE-4B35-B747-AE4EBC0547C0}"/>
              </a:ext>
            </a:extLst>
          </p:cNvPr>
          <p:cNvSpPr/>
          <p:nvPr/>
        </p:nvSpPr>
        <p:spPr>
          <a:xfrm>
            <a:off x="456665" y="2320726"/>
            <a:ext cx="708432" cy="270283"/>
          </a:xfrm>
          <a:prstGeom prst="rect">
            <a:avLst/>
          </a:prstGeom>
          <a:solidFill>
            <a:schemeClr val="accent4"/>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46800" rIns="46800" rtlCol="0" anchor="ctr"/>
          <a:lstStyle/>
          <a:p>
            <a:pPr algn="ctr"/>
            <a:r>
              <a:rPr lang="en-US" altLang="zh-CN" b="1" dirty="0"/>
              <a:t>ACK4</a:t>
            </a:r>
            <a:endParaRPr lang="zh-CN" altLang="en-US" b="1" dirty="0"/>
          </a:p>
        </p:txBody>
      </p:sp>
      <p:sp>
        <p:nvSpPr>
          <p:cNvPr id="46" name="矩形 45">
            <a:extLst>
              <a:ext uri="{FF2B5EF4-FFF2-40B4-BE49-F238E27FC236}">
                <a16:creationId xmlns:a16="http://schemas.microsoft.com/office/drawing/2014/main" id="{888A8F5F-3A17-4A39-9664-DCF1707252AE}"/>
              </a:ext>
            </a:extLst>
          </p:cNvPr>
          <p:cNvSpPr/>
          <p:nvPr/>
        </p:nvSpPr>
        <p:spPr>
          <a:xfrm>
            <a:off x="2314175" y="1841506"/>
            <a:ext cx="3780000" cy="343250"/>
          </a:xfrm>
          <a:prstGeom prst="rect">
            <a:avLst/>
          </a:prstGeom>
          <a:solidFill>
            <a:schemeClr val="accent4">
              <a:alpha val="74000"/>
            </a:schemeClr>
          </a:solidFill>
          <a:ln>
            <a:solidFill>
              <a:schemeClr val="accent4"/>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34" name="平行四边形 33">
            <a:extLst>
              <a:ext uri="{FF2B5EF4-FFF2-40B4-BE49-F238E27FC236}">
                <a16:creationId xmlns:a16="http://schemas.microsoft.com/office/drawing/2014/main" id="{74C52921-2614-C06A-74F1-E53150F9DDDA}"/>
              </a:ext>
            </a:extLst>
          </p:cNvPr>
          <p:cNvSpPr/>
          <p:nvPr/>
        </p:nvSpPr>
        <p:spPr>
          <a:xfrm>
            <a:off x="304799" y="749300"/>
            <a:ext cx="695119" cy="387090"/>
          </a:xfrm>
          <a:prstGeom prst="parallelogram">
            <a:avLst/>
          </a:prstGeom>
          <a:solidFill>
            <a:schemeClr val="accent3">
              <a:lumMod val="75000"/>
            </a:schemeClr>
          </a:solidFill>
          <a:ln>
            <a:solidFill>
              <a:schemeClr val="accent3">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CN" sz="2200" dirty="0">
                <a:latin typeface="Impact" panose="020B0806030902050204" pitchFamily="34" charset="0"/>
              </a:rPr>
              <a:t>04</a:t>
            </a:r>
            <a:endParaRPr lang="zh-CN" altLang="en-US" sz="2200" dirty="0">
              <a:latin typeface="Impact" panose="020B0806030902050204" pitchFamily="34" charset="0"/>
            </a:endParaRPr>
          </a:p>
        </p:txBody>
      </p:sp>
    </p:spTree>
    <p:custDataLst>
      <p:tags r:id="rId1"/>
    </p:custDataLst>
    <p:extLst>
      <p:ext uri="{BB962C8B-B14F-4D97-AF65-F5344CB8AC3E}">
        <p14:creationId xmlns:p14="http://schemas.microsoft.com/office/powerpoint/2010/main" val="1381219331"/>
      </p:ext>
    </p:extLst>
  </p:cSld>
  <p:clrMapOvr>
    <a:masterClrMapping/>
  </p:clrMapOvr>
  <mc:AlternateContent xmlns:mc="http://schemas.openxmlformats.org/markup-compatibility/2006" xmlns:p14="http://schemas.microsoft.com/office/powerpoint/2010/main">
    <mc:Choice Requires="p14">
      <p:transition p14:dur="10"/>
    </mc:Choice>
    <mc:Fallback xmlns="">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49" presetClass="exit" presetSubtype="0" accel="100000" fill="hold" grpId="0" nodeType="withEffect">
                                  <p:stCondLst>
                                    <p:cond delay="0"/>
                                  </p:stCondLst>
                                  <p:childTnLst>
                                    <p:anim calcmode="lin" valueType="num">
                                      <p:cBhvr>
                                        <p:cTn id="6" dur="500"/>
                                        <p:tgtEl>
                                          <p:spTgt spid="41"/>
                                        </p:tgtEl>
                                        <p:attrNameLst>
                                          <p:attrName>ppt_w</p:attrName>
                                        </p:attrNameLst>
                                      </p:cBhvr>
                                      <p:tavLst>
                                        <p:tav tm="0">
                                          <p:val>
                                            <p:strVal val="ppt_w"/>
                                          </p:val>
                                        </p:tav>
                                        <p:tav tm="100000">
                                          <p:val>
                                            <p:fltVal val="0"/>
                                          </p:val>
                                        </p:tav>
                                      </p:tavLst>
                                    </p:anim>
                                    <p:anim calcmode="lin" valueType="num">
                                      <p:cBhvr>
                                        <p:cTn id="7" dur="500"/>
                                        <p:tgtEl>
                                          <p:spTgt spid="41"/>
                                        </p:tgtEl>
                                        <p:attrNameLst>
                                          <p:attrName>ppt_h</p:attrName>
                                        </p:attrNameLst>
                                      </p:cBhvr>
                                      <p:tavLst>
                                        <p:tav tm="0">
                                          <p:val>
                                            <p:strVal val="ppt_h"/>
                                          </p:val>
                                        </p:tav>
                                        <p:tav tm="100000">
                                          <p:val>
                                            <p:fltVal val="0"/>
                                          </p:val>
                                        </p:tav>
                                      </p:tavLst>
                                    </p:anim>
                                    <p:anim calcmode="lin" valueType="num">
                                      <p:cBhvr>
                                        <p:cTn id="8" dur="500"/>
                                        <p:tgtEl>
                                          <p:spTgt spid="41"/>
                                        </p:tgtEl>
                                        <p:attrNameLst>
                                          <p:attrName>style.rotation</p:attrName>
                                        </p:attrNameLst>
                                      </p:cBhvr>
                                      <p:tavLst>
                                        <p:tav tm="0">
                                          <p:val>
                                            <p:fltVal val="0"/>
                                          </p:val>
                                        </p:tav>
                                        <p:tav tm="100000">
                                          <p:val>
                                            <p:fltVal val="360"/>
                                          </p:val>
                                        </p:tav>
                                      </p:tavLst>
                                    </p:anim>
                                    <p:animEffect transition="out" filter="fade">
                                      <p:cBhvr>
                                        <p:cTn id="9" dur="500"/>
                                        <p:tgtEl>
                                          <p:spTgt spid="41"/>
                                        </p:tgtEl>
                                      </p:cBhvr>
                                    </p:animEffect>
                                    <p:set>
                                      <p:cBhvr>
                                        <p:cTn id="10" dur="1" fill="hold">
                                          <p:stCondLst>
                                            <p:cond delay="499"/>
                                          </p:stCondLst>
                                        </p:cTn>
                                        <p:tgtEl>
                                          <p:spTgt spid="41"/>
                                        </p:tgtEl>
                                        <p:attrNameLst>
                                          <p:attrName>style.visibility</p:attrName>
                                        </p:attrNameLst>
                                      </p:cBhvr>
                                      <p:to>
                                        <p:strVal val="hidden"/>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1" grpId="0" animBg="1"/>
    </p:bldLst>
  </p:timing>
</p:sld>
</file>

<file path=ppt/slides/slide17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43" name="组合 42">
            <a:extLst>
              <a:ext uri="{FF2B5EF4-FFF2-40B4-BE49-F238E27FC236}">
                <a16:creationId xmlns:a16="http://schemas.microsoft.com/office/drawing/2014/main" id="{E50A80A7-7D8F-402A-B65D-3A1AF7B8E01F}"/>
              </a:ext>
            </a:extLst>
          </p:cNvPr>
          <p:cNvGrpSpPr/>
          <p:nvPr/>
        </p:nvGrpSpPr>
        <p:grpSpPr>
          <a:xfrm>
            <a:off x="5923520" y="1363110"/>
            <a:ext cx="1067217" cy="917885"/>
            <a:chOff x="2146413" y="1363110"/>
            <a:chExt cx="1067217" cy="917885"/>
          </a:xfrm>
        </p:grpSpPr>
        <p:sp>
          <p:nvSpPr>
            <p:cNvPr id="44" name="矩形 43">
              <a:extLst>
                <a:ext uri="{FF2B5EF4-FFF2-40B4-BE49-F238E27FC236}">
                  <a16:creationId xmlns:a16="http://schemas.microsoft.com/office/drawing/2014/main" id="{E9B7CABB-9DD4-44B8-8146-EF375DF0E88B}"/>
                </a:ext>
              </a:extLst>
            </p:cNvPr>
            <p:cNvSpPr/>
            <p:nvPr/>
          </p:nvSpPr>
          <p:spPr>
            <a:xfrm>
              <a:off x="2300222" y="1739531"/>
              <a:ext cx="759600" cy="541464"/>
            </a:xfrm>
            <a:prstGeom prst="rect">
              <a:avLst/>
            </a:prstGeom>
            <a:solidFill>
              <a:schemeClr val="accent4"/>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mc:AlternateContent xmlns:mc="http://schemas.openxmlformats.org/markup-compatibility/2006" xmlns:a14="http://schemas.microsoft.com/office/drawing/2010/main">
          <mc:Choice Requires="a14">
            <p:sp>
              <p:nvSpPr>
                <p:cNvPr id="45" name="文本框 44">
                  <a:extLst>
                    <a:ext uri="{FF2B5EF4-FFF2-40B4-BE49-F238E27FC236}">
                      <a16:creationId xmlns:a16="http://schemas.microsoft.com/office/drawing/2014/main" id="{BAAEFC74-0FE9-45D2-8ECB-017A0D2EA802}"/>
                    </a:ext>
                  </a:extLst>
                </p:cNvPr>
                <p:cNvSpPr txBox="1"/>
                <p:nvPr/>
              </p:nvSpPr>
              <p:spPr>
                <a:xfrm>
                  <a:off x="2146413" y="1363110"/>
                  <a:ext cx="1067217" cy="369332"/>
                </a:xfrm>
                <a:prstGeom prst="rect">
                  <a:avLst/>
                </a:prstGeom>
                <a:noFill/>
              </p:spPr>
              <p:txBody>
                <a:bodyPr wrap="square">
                  <a:spAutoFit/>
                </a:bodyPr>
                <a:lstStyle/>
                <a:p>
                  <a:pPr/>
                  <a14:m>
                    <m:oMathPara xmlns:m="http://schemas.openxmlformats.org/officeDocument/2006/math">
                      <m:oMathParaPr>
                        <m:jc m:val="centerGroup"/>
                      </m:oMathParaPr>
                      <m:oMath xmlns:m="http://schemas.openxmlformats.org/officeDocument/2006/math">
                        <m:sSub>
                          <m:sSubPr>
                            <m:ctrlPr>
                              <a:rPr lang="en-US" altLang="zh-CN" b="1" i="1" smtClean="0">
                                <a:solidFill>
                                  <a:schemeClr val="accent4"/>
                                </a:solidFill>
                                <a:latin typeface="Cambria Math" panose="02040503050406030204" pitchFamily="18" charset="0"/>
                              </a:rPr>
                            </m:ctrlPr>
                          </m:sSubPr>
                          <m:e>
                            <m:r>
                              <a:rPr lang="en-US" altLang="zh-CN" b="1" i="1" smtClean="0">
                                <a:solidFill>
                                  <a:schemeClr val="accent4"/>
                                </a:solidFill>
                                <a:latin typeface="Cambria Math" panose="02040503050406030204" pitchFamily="18" charset="0"/>
                              </a:rPr>
                              <m:t>𝑾</m:t>
                            </m:r>
                          </m:e>
                          <m:sub>
                            <m:r>
                              <a:rPr lang="en-US" altLang="zh-CN" b="1" i="1" smtClean="0">
                                <a:solidFill>
                                  <a:schemeClr val="accent4"/>
                                </a:solidFill>
                                <a:latin typeface="Cambria Math" panose="02040503050406030204" pitchFamily="18" charset="0"/>
                              </a:rPr>
                              <m:t>𝑹</m:t>
                            </m:r>
                          </m:sub>
                        </m:sSub>
                        <m:r>
                          <a:rPr lang="en-US" altLang="zh-CN" b="1" i="1" smtClean="0">
                            <a:solidFill>
                              <a:schemeClr val="accent4"/>
                            </a:solidFill>
                            <a:latin typeface="Cambria Math" panose="02040503050406030204" pitchFamily="18" charset="0"/>
                          </a:rPr>
                          <m:t>=</m:t>
                        </m:r>
                        <m:r>
                          <a:rPr lang="en-US" altLang="zh-CN" b="1" i="1" smtClean="0">
                            <a:solidFill>
                              <a:schemeClr val="accent4"/>
                            </a:solidFill>
                            <a:latin typeface="Cambria Math" panose="02040503050406030204" pitchFamily="18" charset="0"/>
                          </a:rPr>
                          <m:t>𝟏</m:t>
                        </m:r>
                      </m:oMath>
                    </m:oMathPara>
                  </a14:m>
                  <a:endParaRPr lang="zh-CN" altLang="en-US" dirty="0">
                    <a:solidFill>
                      <a:schemeClr val="accent3"/>
                    </a:solidFill>
                  </a:endParaRPr>
                </a:p>
              </p:txBody>
            </p:sp>
          </mc:Choice>
          <mc:Fallback xmlns="">
            <p:sp>
              <p:nvSpPr>
                <p:cNvPr id="35" name="文本框 34">
                  <a:extLst>
                    <a:ext uri="{FF2B5EF4-FFF2-40B4-BE49-F238E27FC236}">
                      <a16:creationId xmlns:a16="http://schemas.microsoft.com/office/drawing/2014/main" id="{EE98B7EB-F32B-4A4F-9072-DF021D7DCAD9}"/>
                    </a:ext>
                  </a:extLst>
                </p:cNvPr>
                <p:cNvSpPr txBox="1">
                  <a:spLocks noRot="1" noChangeAspect="1" noMove="1" noResize="1" noEditPoints="1" noAdjustHandles="1" noChangeArrowheads="1" noChangeShapeType="1" noTextEdit="1"/>
                </p:cNvSpPr>
                <p:nvPr/>
              </p:nvSpPr>
              <p:spPr>
                <a:xfrm>
                  <a:off x="2146413" y="1363110"/>
                  <a:ext cx="1067217" cy="369332"/>
                </a:xfrm>
                <a:prstGeom prst="rect">
                  <a:avLst/>
                </a:prstGeom>
                <a:blipFill>
                  <a:blip r:embed="rId3"/>
                  <a:stretch>
                    <a:fillRect b="-3333"/>
                  </a:stretch>
                </a:blipFill>
              </p:spPr>
              <p:txBody>
                <a:bodyPr/>
                <a:lstStyle/>
                <a:p>
                  <a:r>
                    <a:rPr lang="zh-CN" altLang="en-US">
                      <a:noFill/>
                    </a:rPr>
                    <a:t> </a:t>
                  </a:r>
                </a:p>
              </p:txBody>
            </p:sp>
          </mc:Fallback>
        </mc:AlternateContent>
      </p:grpSp>
      <p:grpSp>
        <p:nvGrpSpPr>
          <p:cNvPr id="7" name="组合 6">
            <a:extLst>
              <a:ext uri="{FF2B5EF4-FFF2-40B4-BE49-F238E27FC236}">
                <a16:creationId xmlns:a16="http://schemas.microsoft.com/office/drawing/2014/main" id="{00A9CCE1-949C-4E54-97A1-6025FF974983}"/>
              </a:ext>
            </a:extLst>
          </p:cNvPr>
          <p:cNvGrpSpPr/>
          <p:nvPr/>
        </p:nvGrpSpPr>
        <p:grpSpPr>
          <a:xfrm>
            <a:off x="2302929" y="5098286"/>
            <a:ext cx="3780000" cy="910796"/>
            <a:chOff x="2302929" y="5098286"/>
            <a:chExt cx="3780000" cy="910796"/>
          </a:xfrm>
        </p:grpSpPr>
        <p:sp>
          <p:nvSpPr>
            <p:cNvPr id="5" name="矩形 4">
              <a:extLst>
                <a:ext uri="{FF2B5EF4-FFF2-40B4-BE49-F238E27FC236}">
                  <a16:creationId xmlns:a16="http://schemas.microsoft.com/office/drawing/2014/main" id="{ABCDD6AB-497D-42FD-B822-48DB3891082B}"/>
                </a:ext>
              </a:extLst>
            </p:cNvPr>
            <p:cNvSpPr/>
            <p:nvPr/>
          </p:nvSpPr>
          <p:spPr>
            <a:xfrm>
              <a:off x="2302929" y="5467618"/>
              <a:ext cx="3780000" cy="541464"/>
            </a:xfrm>
            <a:prstGeom prst="rect">
              <a:avLst/>
            </a:prstGeom>
            <a:solidFill>
              <a:schemeClr val="accent3"/>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mc:AlternateContent xmlns:mc="http://schemas.openxmlformats.org/markup-compatibility/2006" xmlns:a14="http://schemas.microsoft.com/office/drawing/2010/main">
          <mc:Choice Requires="a14">
            <p:sp>
              <p:nvSpPr>
                <p:cNvPr id="23" name="文本框 22">
                  <a:extLst>
                    <a:ext uri="{FF2B5EF4-FFF2-40B4-BE49-F238E27FC236}">
                      <a16:creationId xmlns:a16="http://schemas.microsoft.com/office/drawing/2014/main" id="{ABC03EEA-26BD-4845-8ACC-3FB7B6DA9132}"/>
                    </a:ext>
                  </a:extLst>
                </p:cNvPr>
                <p:cNvSpPr txBox="1"/>
                <p:nvPr/>
              </p:nvSpPr>
              <p:spPr>
                <a:xfrm>
                  <a:off x="3659320" y="5098286"/>
                  <a:ext cx="1067217" cy="369332"/>
                </a:xfrm>
                <a:prstGeom prst="rect">
                  <a:avLst/>
                </a:prstGeom>
                <a:noFill/>
              </p:spPr>
              <p:txBody>
                <a:bodyPr wrap="square">
                  <a:spAutoFit/>
                </a:bodyPr>
                <a:lstStyle/>
                <a:p>
                  <a:pPr/>
                  <a14:m>
                    <m:oMathPara xmlns:m="http://schemas.openxmlformats.org/officeDocument/2006/math">
                      <m:oMathParaPr>
                        <m:jc m:val="centerGroup"/>
                      </m:oMathParaPr>
                      <m:oMath xmlns:m="http://schemas.openxmlformats.org/officeDocument/2006/math">
                        <m:sSub>
                          <m:sSubPr>
                            <m:ctrlPr>
                              <a:rPr lang="en-US" altLang="zh-CN" b="1" i="1" smtClean="0">
                                <a:solidFill>
                                  <a:schemeClr val="accent3"/>
                                </a:solidFill>
                                <a:latin typeface="Cambria Math" panose="02040503050406030204" pitchFamily="18" charset="0"/>
                              </a:rPr>
                            </m:ctrlPr>
                          </m:sSubPr>
                          <m:e>
                            <m:r>
                              <a:rPr lang="en-US" altLang="zh-CN" b="1" i="1" smtClean="0">
                                <a:solidFill>
                                  <a:schemeClr val="accent3"/>
                                </a:solidFill>
                                <a:latin typeface="Cambria Math" panose="02040503050406030204" pitchFamily="18" charset="0"/>
                              </a:rPr>
                              <m:t>𝑾</m:t>
                            </m:r>
                          </m:e>
                          <m:sub>
                            <m:r>
                              <a:rPr lang="en-US" altLang="zh-CN" b="1" i="1" smtClean="0">
                                <a:solidFill>
                                  <a:schemeClr val="accent3"/>
                                </a:solidFill>
                                <a:latin typeface="Cambria Math" panose="02040503050406030204" pitchFamily="18" charset="0"/>
                              </a:rPr>
                              <m:t>𝑻</m:t>
                            </m:r>
                          </m:sub>
                        </m:sSub>
                        <m:r>
                          <a:rPr lang="en-US" altLang="zh-CN" b="1" i="1" smtClean="0">
                            <a:solidFill>
                              <a:schemeClr val="accent3"/>
                            </a:solidFill>
                            <a:latin typeface="Cambria Math" panose="02040503050406030204" pitchFamily="18" charset="0"/>
                          </a:rPr>
                          <m:t>=</m:t>
                        </m:r>
                        <m:r>
                          <a:rPr lang="en-US" altLang="zh-CN" b="1" i="1" smtClean="0">
                            <a:solidFill>
                              <a:schemeClr val="accent3"/>
                            </a:solidFill>
                            <a:latin typeface="Cambria Math" panose="02040503050406030204" pitchFamily="18" charset="0"/>
                          </a:rPr>
                          <m:t>𝟓</m:t>
                        </m:r>
                      </m:oMath>
                    </m:oMathPara>
                  </a14:m>
                  <a:endParaRPr lang="zh-CN" altLang="en-US" dirty="0">
                    <a:solidFill>
                      <a:schemeClr val="accent3"/>
                    </a:solidFill>
                  </a:endParaRPr>
                </a:p>
              </p:txBody>
            </p:sp>
          </mc:Choice>
          <mc:Fallback xmlns="">
            <p:sp>
              <p:nvSpPr>
                <p:cNvPr id="23" name="文本框 22">
                  <a:extLst>
                    <a:ext uri="{FF2B5EF4-FFF2-40B4-BE49-F238E27FC236}">
                      <a16:creationId xmlns:a16="http://schemas.microsoft.com/office/drawing/2014/main" id="{ABC03EEA-26BD-4845-8ACC-3FB7B6DA9132}"/>
                    </a:ext>
                  </a:extLst>
                </p:cNvPr>
                <p:cNvSpPr txBox="1">
                  <a:spLocks noRot="1" noChangeAspect="1" noMove="1" noResize="1" noEditPoints="1" noAdjustHandles="1" noChangeArrowheads="1" noChangeShapeType="1" noTextEdit="1"/>
                </p:cNvSpPr>
                <p:nvPr/>
              </p:nvSpPr>
              <p:spPr>
                <a:xfrm>
                  <a:off x="3659320" y="5098286"/>
                  <a:ext cx="1067217" cy="369332"/>
                </a:xfrm>
                <a:prstGeom prst="rect">
                  <a:avLst/>
                </a:prstGeom>
                <a:blipFill>
                  <a:blip r:embed="rId4"/>
                  <a:stretch>
                    <a:fillRect b="-3279"/>
                  </a:stretch>
                </a:blipFill>
              </p:spPr>
              <p:txBody>
                <a:bodyPr/>
                <a:lstStyle/>
                <a:p>
                  <a:r>
                    <a:rPr lang="zh-CN" altLang="en-US">
                      <a:noFill/>
                    </a:rPr>
                    <a:t> </a:t>
                  </a:r>
                </a:p>
              </p:txBody>
            </p:sp>
          </mc:Fallback>
        </mc:AlternateContent>
      </p:grpSp>
      <p:grpSp>
        <p:nvGrpSpPr>
          <p:cNvPr id="4" name="组合 3">
            <a:extLst>
              <a:ext uri="{FF2B5EF4-FFF2-40B4-BE49-F238E27FC236}">
                <a16:creationId xmlns:a16="http://schemas.microsoft.com/office/drawing/2014/main" id="{9A1EA9F2-FCB6-48C3-935F-7AE7E3AD14AC}"/>
              </a:ext>
            </a:extLst>
          </p:cNvPr>
          <p:cNvGrpSpPr/>
          <p:nvPr/>
        </p:nvGrpSpPr>
        <p:grpSpPr>
          <a:xfrm>
            <a:off x="304800" y="749300"/>
            <a:ext cx="6192344" cy="400110"/>
            <a:chOff x="424117" y="898245"/>
            <a:chExt cx="6192344" cy="400110"/>
          </a:xfrm>
        </p:grpSpPr>
        <p:sp>
          <p:nvSpPr>
            <p:cNvPr id="2" name="平行四边形 1">
              <a:extLst>
                <a:ext uri="{FF2B5EF4-FFF2-40B4-BE49-F238E27FC236}">
                  <a16:creationId xmlns:a16="http://schemas.microsoft.com/office/drawing/2014/main" id="{1F5BAA3F-9845-4F89-A2DD-8222D3E4EDAC}"/>
                </a:ext>
              </a:extLst>
            </p:cNvPr>
            <p:cNvSpPr/>
            <p:nvPr/>
          </p:nvSpPr>
          <p:spPr>
            <a:xfrm>
              <a:off x="424117" y="898245"/>
              <a:ext cx="628306" cy="387090"/>
            </a:xfrm>
            <a:prstGeom prst="parallelogram">
              <a:avLst/>
            </a:prstGeom>
            <a:solidFill>
              <a:schemeClr val="accent3">
                <a:lumMod val="75000"/>
              </a:schemeClr>
            </a:solidFill>
            <a:ln>
              <a:solidFill>
                <a:schemeClr val="accent3">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CN" sz="2200" dirty="0">
                  <a:latin typeface="Impact" panose="020B0806030902050204" pitchFamily="34" charset="0"/>
                </a:rPr>
                <a:t>01</a:t>
              </a:r>
              <a:endParaRPr lang="zh-CN" altLang="en-US" sz="2200" dirty="0">
                <a:latin typeface="Impact" panose="020B0806030902050204" pitchFamily="34" charset="0"/>
              </a:endParaRPr>
            </a:p>
          </p:txBody>
        </p:sp>
        <p:sp>
          <p:nvSpPr>
            <p:cNvPr id="3" name="文本框 2">
              <a:extLst>
                <a:ext uri="{FF2B5EF4-FFF2-40B4-BE49-F238E27FC236}">
                  <a16:creationId xmlns:a16="http://schemas.microsoft.com/office/drawing/2014/main" id="{4D6BD736-A4D3-4F26-AFED-36E11F50F70B}"/>
                </a:ext>
              </a:extLst>
            </p:cNvPr>
            <p:cNvSpPr txBox="1"/>
            <p:nvPr/>
          </p:nvSpPr>
          <p:spPr>
            <a:xfrm>
              <a:off x="1052423" y="898245"/>
              <a:ext cx="5564038" cy="400110"/>
            </a:xfrm>
            <a:prstGeom prst="rect">
              <a:avLst/>
            </a:prstGeom>
            <a:noFill/>
          </p:spPr>
          <p:txBody>
            <a:bodyPr wrap="square" rtlCol="0">
              <a:spAutoFit/>
            </a:bodyPr>
            <a:lstStyle/>
            <a:p>
              <a:r>
                <a:rPr lang="zh-CN" altLang="en-US" sz="2000" b="1" dirty="0"/>
                <a:t>回退</a:t>
              </a:r>
              <a:r>
                <a:rPr lang="en-US" altLang="zh-CN" sz="2000" b="1" dirty="0"/>
                <a:t>N</a:t>
              </a:r>
              <a:r>
                <a:rPr lang="zh-CN" altLang="en-US" sz="2000" b="1" dirty="0"/>
                <a:t>帧协议</a:t>
              </a:r>
            </a:p>
          </p:txBody>
        </p:sp>
      </p:grpSp>
      <p:grpSp>
        <p:nvGrpSpPr>
          <p:cNvPr id="20" name="组合 19">
            <a:extLst>
              <a:ext uri="{FF2B5EF4-FFF2-40B4-BE49-F238E27FC236}">
                <a16:creationId xmlns:a16="http://schemas.microsoft.com/office/drawing/2014/main" id="{87756F0E-46C2-4571-B23D-C8472E9FD1FB}"/>
              </a:ext>
            </a:extLst>
          </p:cNvPr>
          <p:cNvGrpSpPr/>
          <p:nvPr/>
        </p:nvGrpSpPr>
        <p:grpSpPr>
          <a:xfrm>
            <a:off x="475097" y="1263518"/>
            <a:ext cx="1355161" cy="5114896"/>
            <a:chOff x="475097" y="1263518"/>
            <a:chExt cx="1355161" cy="5114896"/>
          </a:xfrm>
        </p:grpSpPr>
        <p:cxnSp>
          <p:nvCxnSpPr>
            <p:cNvPr id="17" name="直接连接符 16">
              <a:extLst>
                <a:ext uri="{FF2B5EF4-FFF2-40B4-BE49-F238E27FC236}">
                  <a16:creationId xmlns:a16="http://schemas.microsoft.com/office/drawing/2014/main" id="{5A41A17A-7B81-47D8-BDBB-76B8F1AA71D6}"/>
                </a:ext>
              </a:extLst>
            </p:cNvPr>
            <p:cNvCxnSpPr>
              <a:cxnSpLocks/>
            </p:cNvCxnSpPr>
            <p:nvPr/>
          </p:nvCxnSpPr>
          <p:spPr>
            <a:xfrm flipV="1">
              <a:off x="1208367" y="2012996"/>
              <a:ext cx="0" cy="3813858"/>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nvGrpSpPr>
            <p:cNvPr id="9" name="组合 8">
              <a:extLst>
                <a:ext uri="{FF2B5EF4-FFF2-40B4-BE49-F238E27FC236}">
                  <a16:creationId xmlns:a16="http://schemas.microsoft.com/office/drawing/2014/main" id="{A2B5FA1F-35FA-42E7-8D74-E7431B6AAA3C}"/>
                </a:ext>
              </a:extLst>
            </p:cNvPr>
            <p:cNvGrpSpPr/>
            <p:nvPr/>
          </p:nvGrpSpPr>
          <p:grpSpPr>
            <a:xfrm>
              <a:off x="700096" y="5368000"/>
              <a:ext cx="905164" cy="1010414"/>
              <a:chOff x="700096" y="5368000"/>
              <a:chExt cx="905164" cy="1010414"/>
            </a:xfrm>
          </p:grpSpPr>
          <p:pic>
            <p:nvPicPr>
              <p:cNvPr id="214" name="图形 213">
                <a:extLst>
                  <a:ext uri="{FF2B5EF4-FFF2-40B4-BE49-F238E27FC236}">
                    <a16:creationId xmlns:a16="http://schemas.microsoft.com/office/drawing/2014/main" id="{D949CB40-4FF6-4E8C-991B-66D24C6ADF05}"/>
                  </a:ext>
                </a:extLst>
              </p:cNvPr>
              <p:cNvPicPr>
                <a:picLocks noChangeAspect="1"/>
              </p:cNvPicPr>
              <p:nvPr/>
            </p:nvPicPr>
            <p:blipFill>
              <a:blip r:embed="rId5">
                <a:extLst>
                  <a:ext uri="{28A0092B-C50C-407E-A947-70E740481C1C}">
                    <a14:useLocalDpi xmlns:a14="http://schemas.microsoft.com/office/drawing/2010/main" val="0"/>
                  </a:ext>
                  <a:ext uri="{96DAC541-7B7A-43D3-8B79-37D633B846F1}">
                    <asvg:svgBlip xmlns:asvg="http://schemas.microsoft.com/office/drawing/2016/SVG/main" r:embed="rId6"/>
                  </a:ext>
                </a:extLst>
              </a:blip>
              <a:stretch>
                <a:fillRect/>
              </a:stretch>
            </p:blipFill>
            <p:spPr>
              <a:xfrm>
                <a:off x="821271" y="5368000"/>
                <a:ext cx="662814" cy="641082"/>
              </a:xfrm>
              <a:prstGeom prst="rect">
                <a:avLst/>
              </a:prstGeom>
            </p:spPr>
          </p:pic>
          <p:sp>
            <p:nvSpPr>
              <p:cNvPr id="218" name="文本框 217">
                <a:extLst>
                  <a:ext uri="{FF2B5EF4-FFF2-40B4-BE49-F238E27FC236}">
                    <a16:creationId xmlns:a16="http://schemas.microsoft.com/office/drawing/2014/main" id="{584D12FE-712D-432B-A48B-3084189F6B6C}"/>
                  </a:ext>
                </a:extLst>
              </p:cNvPr>
              <p:cNvSpPr txBox="1"/>
              <p:nvPr/>
            </p:nvSpPr>
            <p:spPr>
              <a:xfrm>
                <a:off x="700096" y="6009082"/>
                <a:ext cx="905164" cy="369332"/>
              </a:xfrm>
              <a:prstGeom prst="rect">
                <a:avLst/>
              </a:prstGeom>
              <a:noFill/>
            </p:spPr>
            <p:txBody>
              <a:bodyPr wrap="square" rtlCol="0">
                <a:spAutoFit/>
              </a:bodyPr>
              <a:lstStyle/>
              <a:p>
                <a:r>
                  <a:rPr lang="zh-CN" altLang="en-US" b="1" dirty="0">
                    <a:latin typeface="+mn-ea"/>
                  </a:rPr>
                  <a:t>发送方</a:t>
                </a:r>
              </a:p>
            </p:txBody>
          </p:sp>
        </p:grpSp>
        <p:grpSp>
          <p:nvGrpSpPr>
            <p:cNvPr id="8" name="组合 7">
              <a:extLst>
                <a:ext uri="{FF2B5EF4-FFF2-40B4-BE49-F238E27FC236}">
                  <a16:creationId xmlns:a16="http://schemas.microsoft.com/office/drawing/2014/main" id="{0ACAF080-95D4-4F76-A817-06EA84E449C9}"/>
                </a:ext>
              </a:extLst>
            </p:cNvPr>
            <p:cNvGrpSpPr/>
            <p:nvPr/>
          </p:nvGrpSpPr>
          <p:grpSpPr>
            <a:xfrm>
              <a:off x="878301" y="1263518"/>
              <a:ext cx="905164" cy="1027908"/>
              <a:chOff x="878301" y="1390382"/>
              <a:chExt cx="905164" cy="1027908"/>
            </a:xfrm>
          </p:grpSpPr>
          <p:pic>
            <p:nvPicPr>
              <p:cNvPr id="210" name="图形 209">
                <a:extLst>
                  <a:ext uri="{FF2B5EF4-FFF2-40B4-BE49-F238E27FC236}">
                    <a16:creationId xmlns:a16="http://schemas.microsoft.com/office/drawing/2014/main" id="{61E01467-74F7-469C-BAD5-DFFB1234E440}"/>
                  </a:ext>
                </a:extLst>
              </p:cNvPr>
              <p:cNvPicPr>
                <a:picLocks noChangeAspect="1"/>
              </p:cNvPicPr>
              <p:nvPr/>
            </p:nvPicPr>
            <p:blipFill>
              <a:blip r:embed="rId7">
                <a:extLst>
                  <a:ext uri="{28A0092B-C50C-407E-A947-70E740481C1C}">
                    <a14:useLocalDpi xmlns:a14="http://schemas.microsoft.com/office/drawing/2010/main" val="0"/>
                  </a:ext>
                  <a:ext uri="{96DAC541-7B7A-43D3-8B79-37D633B846F1}">
                    <asvg:svgBlip xmlns:asvg="http://schemas.microsoft.com/office/drawing/2016/SVG/main" r:embed="rId8"/>
                  </a:ext>
                </a:extLst>
              </a:blip>
              <a:stretch>
                <a:fillRect/>
              </a:stretch>
            </p:blipFill>
            <p:spPr>
              <a:xfrm>
                <a:off x="984826" y="1759714"/>
                <a:ext cx="501772" cy="658576"/>
              </a:xfrm>
              <a:prstGeom prst="rect">
                <a:avLst/>
              </a:prstGeom>
            </p:spPr>
          </p:pic>
          <p:sp>
            <p:nvSpPr>
              <p:cNvPr id="219" name="文本框 218">
                <a:extLst>
                  <a:ext uri="{FF2B5EF4-FFF2-40B4-BE49-F238E27FC236}">
                    <a16:creationId xmlns:a16="http://schemas.microsoft.com/office/drawing/2014/main" id="{B105E330-42F6-4FA8-914C-123FFA0756D5}"/>
                  </a:ext>
                </a:extLst>
              </p:cNvPr>
              <p:cNvSpPr txBox="1"/>
              <p:nvPr/>
            </p:nvSpPr>
            <p:spPr>
              <a:xfrm>
                <a:off x="878301" y="1390382"/>
                <a:ext cx="905164" cy="369332"/>
              </a:xfrm>
              <a:prstGeom prst="rect">
                <a:avLst/>
              </a:prstGeom>
              <a:noFill/>
            </p:spPr>
            <p:txBody>
              <a:bodyPr wrap="square" rtlCol="0">
                <a:spAutoFit/>
              </a:bodyPr>
              <a:lstStyle/>
              <a:p>
                <a:r>
                  <a:rPr lang="zh-CN" altLang="en-US" b="1" dirty="0">
                    <a:latin typeface="+mn-ea"/>
                  </a:rPr>
                  <a:t>接收方</a:t>
                </a:r>
              </a:p>
            </p:txBody>
          </p:sp>
        </p:grpSp>
        <p:sp>
          <p:nvSpPr>
            <p:cNvPr id="57" name="云形 56">
              <a:extLst>
                <a:ext uri="{FF2B5EF4-FFF2-40B4-BE49-F238E27FC236}">
                  <a16:creationId xmlns:a16="http://schemas.microsoft.com/office/drawing/2014/main" id="{8D58A5DA-48AF-4D62-A0E1-92B6F8CBE1F4}"/>
                </a:ext>
              </a:extLst>
            </p:cNvPr>
            <p:cNvSpPr/>
            <p:nvPr/>
          </p:nvSpPr>
          <p:spPr>
            <a:xfrm>
              <a:off x="475097" y="3429014"/>
              <a:ext cx="1355161" cy="801398"/>
            </a:xfrm>
            <a:prstGeom prst="cloud">
              <a:avLst/>
            </a:prstGeom>
            <a:solidFill>
              <a:schemeClr val="bg1">
                <a:lumMod val="85000"/>
              </a:schemeClr>
            </a:solidFill>
            <a:ln>
              <a:solidFill>
                <a:schemeClr val="bg1">
                  <a:lumMod val="85000"/>
                </a:schemeClr>
              </a:solidFill>
            </a:ln>
          </p:spPr>
          <p:style>
            <a:lnRef idx="2">
              <a:schemeClr val="accent3">
                <a:shade val="50000"/>
              </a:schemeClr>
            </a:lnRef>
            <a:fillRef idx="1">
              <a:schemeClr val="accent3"/>
            </a:fillRef>
            <a:effectRef idx="0">
              <a:schemeClr val="accent3"/>
            </a:effectRef>
            <a:fontRef idx="minor">
              <a:schemeClr val="lt1"/>
            </a:fontRef>
          </p:style>
          <p:txBody>
            <a:bodyPr rtlCol="0" anchor="ctr"/>
            <a:lstStyle/>
            <a:p>
              <a:pPr algn="ctr"/>
              <a:r>
                <a:rPr lang="zh-CN" altLang="en-US" b="1" dirty="0">
                  <a:solidFill>
                    <a:schemeClr val="tx1"/>
                  </a:solidFill>
                  <a:latin typeface="+mn-ea"/>
                </a:rPr>
                <a:t>因特网</a:t>
              </a:r>
            </a:p>
          </p:txBody>
        </p:sp>
      </p:grpSp>
      <p:graphicFrame>
        <p:nvGraphicFramePr>
          <p:cNvPr id="21" name="表格 21">
            <a:extLst>
              <a:ext uri="{FF2B5EF4-FFF2-40B4-BE49-F238E27FC236}">
                <a16:creationId xmlns:a16="http://schemas.microsoft.com/office/drawing/2014/main" id="{CE497585-4F97-4F44-9ABE-D7BBA16B40E0}"/>
              </a:ext>
            </a:extLst>
          </p:cNvPr>
          <p:cNvGraphicFramePr>
            <a:graphicFrameLocks noGrp="1"/>
          </p:cNvGraphicFramePr>
          <p:nvPr/>
        </p:nvGraphicFramePr>
        <p:xfrm>
          <a:off x="2302929" y="5557308"/>
          <a:ext cx="9067800" cy="370840"/>
        </p:xfrm>
        <a:graphic>
          <a:graphicData uri="http://schemas.openxmlformats.org/drawingml/2006/table">
            <a:tbl>
              <a:tblPr firstRow="1" bandRow="1">
                <a:tableStyleId>{5C22544A-7EE6-4342-B048-85BDC9FD1C3A}</a:tableStyleId>
              </a:tblPr>
              <a:tblGrid>
                <a:gridCol w="755650">
                  <a:extLst>
                    <a:ext uri="{9D8B030D-6E8A-4147-A177-3AD203B41FA5}">
                      <a16:colId xmlns:a16="http://schemas.microsoft.com/office/drawing/2014/main" val="877486509"/>
                    </a:ext>
                  </a:extLst>
                </a:gridCol>
                <a:gridCol w="755650">
                  <a:extLst>
                    <a:ext uri="{9D8B030D-6E8A-4147-A177-3AD203B41FA5}">
                      <a16:colId xmlns:a16="http://schemas.microsoft.com/office/drawing/2014/main" val="3548605817"/>
                    </a:ext>
                  </a:extLst>
                </a:gridCol>
                <a:gridCol w="755650">
                  <a:extLst>
                    <a:ext uri="{9D8B030D-6E8A-4147-A177-3AD203B41FA5}">
                      <a16:colId xmlns:a16="http://schemas.microsoft.com/office/drawing/2014/main" val="2881812895"/>
                    </a:ext>
                  </a:extLst>
                </a:gridCol>
                <a:gridCol w="755650">
                  <a:extLst>
                    <a:ext uri="{9D8B030D-6E8A-4147-A177-3AD203B41FA5}">
                      <a16:colId xmlns:a16="http://schemas.microsoft.com/office/drawing/2014/main" val="3682284582"/>
                    </a:ext>
                  </a:extLst>
                </a:gridCol>
                <a:gridCol w="755650">
                  <a:extLst>
                    <a:ext uri="{9D8B030D-6E8A-4147-A177-3AD203B41FA5}">
                      <a16:colId xmlns:a16="http://schemas.microsoft.com/office/drawing/2014/main" val="500127722"/>
                    </a:ext>
                  </a:extLst>
                </a:gridCol>
                <a:gridCol w="755650">
                  <a:extLst>
                    <a:ext uri="{9D8B030D-6E8A-4147-A177-3AD203B41FA5}">
                      <a16:colId xmlns:a16="http://schemas.microsoft.com/office/drawing/2014/main" val="2946259618"/>
                    </a:ext>
                  </a:extLst>
                </a:gridCol>
                <a:gridCol w="755650">
                  <a:extLst>
                    <a:ext uri="{9D8B030D-6E8A-4147-A177-3AD203B41FA5}">
                      <a16:colId xmlns:a16="http://schemas.microsoft.com/office/drawing/2014/main" val="171501986"/>
                    </a:ext>
                  </a:extLst>
                </a:gridCol>
                <a:gridCol w="755650">
                  <a:extLst>
                    <a:ext uri="{9D8B030D-6E8A-4147-A177-3AD203B41FA5}">
                      <a16:colId xmlns:a16="http://schemas.microsoft.com/office/drawing/2014/main" val="1667185265"/>
                    </a:ext>
                  </a:extLst>
                </a:gridCol>
                <a:gridCol w="755650">
                  <a:extLst>
                    <a:ext uri="{9D8B030D-6E8A-4147-A177-3AD203B41FA5}">
                      <a16:colId xmlns:a16="http://schemas.microsoft.com/office/drawing/2014/main" val="4258211808"/>
                    </a:ext>
                  </a:extLst>
                </a:gridCol>
                <a:gridCol w="755650">
                  <a:extLst>
                    <a:ext uri="{9D8B030D-6E8A-4147-A177-3AD203B41FA5}">
                      <a16:colId xmlns:a16="http://schemas.microsoft.com/office/drawing/2014/main" val="1794200575"/>
                    </a:ext>
                  </a:extLst>
                </a:gridCol>
                <a:gridCol w="755650">
                  <a:extLst>
                    <a:ext uri="{9D8B030D-6E8A-4147-A177-3AD203B41FA5}">
                      <a16:colId xmlns:a16="http://schemas.microsoft.com/office/drawing/2014/main" val="4230716487"/>
                    </a:ext>
                  </a:extLst>
                </a:gridCol>
                <a:gridCol w="755650">
                  <a:extLst>
                    <a:ext uri="{9D8B030D-6E8A-4147-A177-3AD203B41FA5}">
                      <a16:colId xmlns:a16="http://schemas.microsoft.com/office/drawing/2014/main" val="56153739"/>
                    </a:ext>
                  </a:extLst>
                </a:gridCol>
              </a:tblGrid>
              <a:tr h="370840">
                <a:tc>
                  <a:txBody>
                    <a:bodyPr/>
                    <a:lstStyle/>
                    <a:p>
                      <a:pPr algn="ctr"/>
                      <a:r>
                        <a:rPr lang="en-US" altLang="zh-CN" dirty="0">
                          <a:solidFill>
                            <a:schemeClr val="tx1"/>
                          </a:solidFill>
                          <a:latin typeface="Arial Black" panose="020B0A04020102020204" pitchFamily="34" charset="0"/>
                        </a:rPr>
                        <a:t>0</a:t>
                      </a:r>
                      <a:endParaRPr lang="zh-CN" altLang="en-US" dirty="0">
                        <a:solidFill>
                          <a:schemeClr val="tx1"/>
                        </a:solidFill>
                        <a:latin typeface="Arial Black" panose="020B0A04020102020204" pitchFamily="34" charset="0"/>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ctr"/>
                      <a:r>
                        <a:rPr lang="en-US" altLang="zh-CN" dirty="0">
                          <a:solidFill>
                            <a:schemeClr val="tx1"/>
                          </a:solidFill>
                          <a:latin typeface="Arial Black" panose="020B0A04020102020204" pitchFamily="34" charset="0"/>
                        </a:rPr>
                        <a:t>1</a:t>
                      </a:r>
                      <a:endParaRPr lang="zh-CN" altLang="en-US" dirty="0">
                        <a:solidFill>
                          <a:schemeClr val="tx1"/>
                        </a:solidFill>
                        <a:latin typeface="Arial Black" panose="020B0A04020102020204" pitchFamily="34" charset="0"/>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ctr"/>
                      <a:r>
                        <a:rPr lang="en-US" altLang="zh-CN" dirty="0">
                          <a:solidFill>
                            <a:schemeClr val="tx1"/>
                          </a:solidFill>
                          <a:latin typeface="Arial Black" panose="020B0A04020102020204" pitchFamily="34" charset="0"/>
                        </a:rPr>
                        <a:t>2</a:t>
                      </a:r>
                      <a:endParaRPr lang="zh-CN" altLang="en-US" dirty="0">
                        <a:solidFill>
                          <a:schemeClr val="tx1"/>
                        </a:solidFill>
                        <a:latin typeface="Arial Black" panose="020B0A04020102020204" pitchFamily="34" charset="0"/>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ctr"/>
                      <a:r>
                        <a:rPr lang="en-US" altLang="zh-CN" dirty="0">
                          <a:solidFill>
                            <a:schemeClr val="tx1"/>
                          </a:solidFill>
                          <a:latin typeface="Arial Black" panose="020B0A04020102020204" pitchFamily="34" charset="0"/>
                        </a:rPr>
                        <a:t>3</a:t>
                      </a:r>
                      <a:endParaRPr lang="zh-CN" altLang="en-US" dirty="0">
                        <a:solidFill>
                          <a:schemeClr val="tx1"/>
                        </a:solidFill>
                        <a:latin typeface="Arial Black" panose="020B0A04020102020204" pitchFamily="34" charset="0"/>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ctr"/>
                      <a:r>
                        <a:rPr lang="en-US" altLang="zh-CN" dirty="0">
                          <a:solidFill>
                            <a:schemeClr val="tx1"/>
                          </a:solidFill>
                          <a:latin typeface="Arial Black" panose="020B0A04020102020204" pitchFamily="34" charset="0"/>
                        </a:rPr>
                        <a:t>4</a:t>
                      </a:r>
                      <a:endParaRPr lang="zh-CN" altLang="en-US" dirty="0">
                        <a:solidFill>
                          <a:schemeClr val="tx1"/>
                        </a:solidFill>
                        <a:latin typeface="Arial Black" panose="020B0A04020102020204" pitchFamily="34" charset="0"/>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ctr"/>
                      <a:r>
                        <a:rPr lang="en-US" altLang="zh-CN" dirty="0">
                          <a:solidFill>
                            <a:schemeClr val="tx1"/>
                          </a:solidFill>
                          <a:latin typeface="Arial Black" panose="020B0A04020102020204" pitchFamily="34" charset="0"/>
                        </a:rPr>
                        <a:t>5</a:t>
                      </a:r>
                      <a:endParaRPr lang="zh-CN" altLang="en-US" dirty="0">
                        <a:solidFill>
                          <a:schemeClr val="tx1"/>
                        </a:solidFill>
                        <a:latin typeface="Arial Black" panose="020B0A04020102020204" pitchFamily="34" charset="0"/>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ctr"/>
                      <a:r>
                        <a:rPr lang="en-US" altLang="zh-CN" dirty="0">
                          <a:solidFill>
                            <a:schemeClr val="tx1"/>
                          </a:solidFill>
                          <a:latin typeface="Arial Black" panose="020B0A04020102020204" pitchFamily="34" charset="0"/>
                        </a:rPr>
                        <a:t>6</a:t>
                      </a:r>
                      <a:endParaRPr lang="zh-CN" altLang="en-US" dirty="0">
                        <a:solidFill>
                          <a:schemeClr val="tx1"/>
                        </a:solidFill>
                        <a:latin typeface="Arial Black" panose="020B0A04020102020204" pitchFamily="34" charset="0"/>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ctr"/>
                      <a:r>
                        <a:rPr lang="en-US" altLang="zh-CN" dirty="0">
                          <a:solidFill>
                            <a:schemeClr val="tx1"/>
                          </a:solidFill>
                          <a:latin typeface="Arial Black" panose="020B0A04020102020204" pitchFamily="34" charset="0"/>
                        </a:rPr>
                        <a:t>7</a:t>
                      </a:r>
                      <a:endParaRPr lang="zh-CN" altLang="en-US" dirty="0">
                        <a:solidFill>
                          <a:schemeClr val="tx1"/>
                        </a:solidFill>
                        <a:latin typeface="Arial Black" panose="020B0A04020102020204" pitchFamily="34" charset="0"/>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ctr"/>
                      <a:r>
                        <a:rPr lang="en-US" altLang="zh-CN" dirty="0">
                          <a:solidFill>
                            <a:schemeClr val="tx1"/>
                          </a:solidFill>
                          <a:latin typeface="Arial Black" panose="020B0A04020102020204" pitchFamily="34" charset="0"/>
                        </a:rPr>
                        <a:t>0</a:t>
                      </a:r>
                      <a:endParaRPr lang="zh-CN" altLang="en-US" dirty="0">
                        <a:solidFill>
                          <a:schemeClr val="tx1"/>
                        </a:solidFill>
                        <a:latin typeface="Arial Black" panose="020B0A04020102020204" pitchFamily="34" charset="0"/>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ctr"/>
                      <a:r>
                        <a:rPr lang="en-US" altLang="zh-CN" dirty="0">
                          <a:solidFill>
                            <a:schemeClr val="tx1"/>
                          </a:solidFill>
                          <a:latin typeface="Arial Black" panose="020B0A04020102020204" pitchFamily="34" charset="0"/>
                        </a:rPr>
                        <a:t>1</a:t>
                      </a:r>
                      <a:endParaRPr lang="zh-CN" altLang="en-US" dirty="0">
                        <a:solidFill>
                          <a:schemeClr val="tx1"/>
                        </a:solidFill>
                        <a:latin typeface="Arial Black" panose="020B0A04020102020204" pitchFamily="34" charset="0"/>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ctr"/>
                      <a:r>
                        <a:rPr lang="en-US" altLang="zh-CN" dirty="0">
                          <a:solidFill>
                            <a:schemeClr val="tx1"/>
                          </a:solidFill>
                          <a:latin typeface="Arial Black" panose="020B0A04020102020204" pitchFamily="34" charset="0"/>
                        </a:rPr>
                        <a:t>2</a:t>
                      </a:r>
                      <a:endParaRPr lang="zh-CN" altLang="en-US" dirty="0">
                        <a:solidFill>
                          <a:schemeClr val="tx1"/>
                        </a:solidFill>
                        <a:latin typeface="Arial Black" panose="020B0A04020102020204" pitchFamily="34" charset="0"/>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ctr"/>
                      <a:r>
                        <a:rPr lang="en-US" altLang="zh-CN" dirty="0">
                          <a:solidFill>
                            <a:schemeClr val="tx1"/>
                          </a:solidFill>
                          <a:latin typeface="Arial Black" panose="020B0A04020102020204" pitchFamily="34" charset="0"/>
                        </a:rPr>
                        <a:t>…</a:t>
                      </a:r>
                      <a:endParaRPr lang="zh-CN" altLang="en-US" dirty="0">
                        <a:solidFill>
                          <a:schemeClr val="tx1"/>
                        </a:solidFill>
                        <a:latin typeface="Arial Black" panose="020B0A04020102020204" pitchFamily="34" charset="0"/>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extLst>
                  <a:ext uri="{0D108BD9-81ED-4DB2-BD59-A6C34878D82A}">
                    <a16:rowId xmlns:a16="http://schemas.microsoft.com/office/drawing/2014/main" val="316235763"/>
                  </a:ext>
                </a:extLst>
              </a:tr>
            </a:tbl>
          </a:graphicData>
        </a:graphic>
      </p:graphicFrame>
      <p:graphicFrame>
        <p:nvGraphicFramePr>
          <p:cNvPr id="68" name="表格 21">
            <a:extLst>
              <a:ext uri="{FF2B5EF4-FFF2-40B4-BE49-F238E27FC236}">
                <a16:creationId xmlns:a16="http://schemas.microsoft.com/office/drawing/2014/main" id="{D9B4273D-C94E-42E6-A39B-908C6FA1D8AF}"/>
              </a:ext>
            </a:extLst>
          </p:cNvPr>
          <p:cNvGraphicFramePr>
            <a:graphicFrameLocks noGrp="1"/>
          </p:cNvGraphicFramePr>
          <p:nvPr/>
        </p:nvGraphicFramePr>
        <p:xfrm>
          <a:off x="2302929" y="1827576"/>
          <a:ext cx="9067800" cy="370840"/>
        </p:xfrm>
        <a:graphic>
          <a:graphicData uri="http://schemas.openxmlformats.org/drawingml/2006/table">
            <a:tbl>
              <a:tblPr firstRow="1" bandRow="1">
                <a:tableStyleId>{5C22544A-7EE6-4342-B048-85BDC9FD1C3A}</a:tableStyleId>
              </a:tblPr>
              <a:tblGrid>
                <a:gridCol w="755650">
                  <a:extLst>
                    <a:ext uri="{9D8B030D-6E8A-4147-A177-3AD203B41FA5}">
                      <a16:colId xmlns:a16="http://schemas.microsoft.com/office/drawing/2014/main" val="877486509"/>
                    </a:ext>
                  </a:extLst>
                </a:gridCol>
                <a:gridCol w="755650">
                  <a:extLst>
                    <a:ext uri="{9D8B030D-6E8A-4147-A177-3AD203B41FA5}">
                      <a16:colId xmlns:a16="http://schemas.microsoft.com/office/drawing/2014/main" val="3548605817"/>
                    </a:ext>
                  </a:extLst>
                </a:gridCol>
                <a:gridCol w="755650">
                  <a:extLst>
                    <a:ext uri="{9D8B030D-6E8A-4147-A177-3AD203B41FA5}">
                      <a16:colId xmlns:a16="http://schemas.microsoft.com/office/drawing/2014/main" val="2881812895"/>
                    </a:ext>
                  </a:extLst>
                </a:gridCol>
                <a:gridCol w="755650">
                  <a:extLst>
                    <a:ext uri="{9D8B030D-6E8A-4147-A177-3AD203B41FA5}">
                      <a16:colId xmlns:a16="http://schemas.microsoft.com/office/drawing/2014/main" val="3682284582"/>
                    </a:ext>
                  </a:extLst>
                </a:gridCol>
                <a:gridCol w="755650">
                  <a:extLst>
                    <a:ext uri="{9D8B030D-6E8A-4147-A177-3AD203B41FA5}">
                      <a16:colId xmlns:a16="http://schemas.microsoft.com/office/drawing/2014/main" val="500127722"/>
                    </a:ext>
                  </a:extLst>
                </a:gridCol>
                <a:gridCol w="755650">
                  <a:extLst>
                    <a:ext uri="{9D8B030D-6E8A-4147-A177-3AD203B41FA5}">
                      <a16:colId xmlns:a16="http://schemas.microsoft.com/office/drawing/2014/main" val="2946259618"/>
                    </a:ext>
                  </a:extLst>
                </a:gridCol>
                <a:gridCol w="755650">
                  <a:extLst>
                    <a:ext uri="{9D8B030D-6E8A-4147-A177-3AD203B41FA5}">
                      <a16:colId xmlns:a16="http://schemas.microsoft.com/office/drawing/2014/main" val="171501986"/>
                    </a:ext>
                  </a:extLst>
                </a:gridCol>
                <a:gridCol w="755650">
                  <a:extLst>
                    <a:ext uri="{9D8B030D-6E8A-4147-A177-3AD203B41FA5}">
                      <a16:colId xmlns:a16="http://schemas.microsoft.com/office/drawing/2014/main" val="1667185265"/>
                    </a:ext>
                  </a:extLst>
                </a:gridCol>
                <a:gridCol w="755650">
                  <a:extLst>
                    <a:ext uri="{9D8B030D-6E8A-4147-A177-3AD203B41FA5}">
                      <a16:colId xmlns:a16="http://schemas.microsoft.com/office/drawing/2014/main" val="4258211808"/>
                    </a:ext>
                  </a:extLst>
                </a:gridCol>
                <a:gridCol w="755650">
                  <a:extLst>
                    <a:ext uri="{9D8B030D-6E8A-4147-A177-3AD203B41FA5}">
                      <a16:colId xmlns:a16="http://schemas.microsoft.com/office/drawing/2014/main" val="1794200575"/>
                    </a:ext>
                  </a:extLst>
                </a:gridCol>
                <a:gridCol w="755650">
                  <a:extLst>
                    <a:ext uri="{9D8B030D-6E8A-4147-A177-3AD203B41FA5}">
                      <a16:colId xmlns:a16="http://schemas.microsoft.com/office/drawing/2014/main" val="4230716487"/>
                    </a:ext>
                  </a:extLst>
                </a:gridCol>
                <a:gridCol w="755650">
                  <a:extLst>
                    <a:ext uri="{9D8B030D-6E8A-4147-A177-3AD203B41FA5}">
                      <a16:colId xmlns:a16="http://schemas.microsoft.com/office/drawing/2014/main" val="56153739"/>
                    </a:ext>
                  </a:extLst>
                </a:gridCol>
              </a:tblGrid>
              <a:tr h="370840">
                <a:tc>
                  <a:txBody>
                    <a:bodyPr/>
                    <a:lstStyle/>
                    <a:p>
                      <a:pPr algn="ctr"/>
                      <a:r>
                        <a:rPr lang="en-US" altLang="zh-CN" dirty="0">
                          <a:solidFill>
                            <a:schemeClr val="tx1"/>
                          </a:solidFill>
                          <a:latin typeface="Arial Black" panose="020B0A04020102020204" pitchFamily="34" charset="0"/>
                        </a:rPr>
                        <a:t>0</a:t>
                      </a:r>
                      <a:endParaRPr lang="zh-CN" altLang="en-US" dirty="0">
                        <a:solidFill>
                          <a:schemeClr val="tx1"/>
                        </a:solidFill>
                        <a:latin typeface="Arial Black" panose="020B0A04020102020204" pitchFamily="34" charset="0"/>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ctr"/>
                      <a:r>
                        <a:rPr lang="en-US" altLang="zh-CN" dirty="0">
                          <a:solidFill>
                            <a:schemeClr val="tx1"/>
                          </a:solidFill>
                          <a:latin typeface="Arial Black" panose="020B0A04020102020204" pitchFamily="34" charset="0"/>
                        </a:rPr>
                        <a:t>1</a:t>
                      </a:r>
                      <a:endParaRPr lang="zh-CN" altLang="en-US" dirty="0">
                        <a:solidFill>
                          <a:schemeClr val="tx1"/>
                        </a:solidFill>
                        <a:latin typeface="Arial Black" panose="020B0A04020102020204" pitchFamily="34" charset="0"/>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ctr"/>
                      <a:r>
                        <a:rPr lang="en-US" altLang="zh-CN" dirty="0">
                          <a:solidFill>
                            <a:schemeClr val="tx1"/>
                          </a:solidFill>
                          <a:latin typeface="Arial Black" panose="020B0A04020102020204" pitchFamily="34" charset="0"/>
                        </a:rPr>
                        <a:t>2</a:t>
                      </a:r>
                      <a:endParaRPr lang="zh-CN" altLang="en-US" dirty="0">
                        <a:solidFill>
                          <a:schemeClr val="tx1"/>
                        </a:solidFill>
                        <a:latin typeface="Arial Black" panose="020B0A04020102020204" pitchFamily="34" charset="0"/>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ctr"/>
                      <a:r>
                        <a:rPr lang="en-US" altLang="zh-CN" dirty="0">
                          <a:solidFill>
                            <a:schemeClr val="tx1"/>
                          </a:solidFill>
                          <a:latin typeface="Arial Black" panose="020B0A04020102020204" pitchFamily="34" charset="0"/>
                        </a:rPr>
                        <a:t>3</a:t>
                      </a:r>
                      <a:endParaRPr lang="zh-CN" altLang="en-US" dirty="0">
                        <a:solidFill>
                          <a:schemeClr val="tx1"/>
                        </a:solidFill>
                        <a:latin typeface="Arial Black" panose="020B0A04020102020204" pitchFamily="34" charset="0"/>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ctr"/>
                      <a:r>
                        <a:rPr lang="en-US" altLang="zh-CN" dirty="0">
                          <a:solidFill>
                            <a:schemeClr val="tx1"/>
                          </a:solidFill>
                          <a:latin typeface="Arial Black" panose="020B0A04020102020204" pitchFamily="34" charset="0"/>
                        </a:rPr>
                        <a:t>4</a:t>
                      </a:r>
                      <a:endParaRPr lang="zh-CN" altLang="en-US" dirty="0">
                        <a:solidFill>
                          <a:schemeClr val="tx1"/>
                        </a:solidFill>
                        <a:latin typeface="Arial Black" panose="020B0A04020102020204" pitchFamily="34" charset="0"/>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ctr"/>
                      <a:r>
                        <a:rPr lang="en-US" altLang="zh-CN" dirty="0">
                          <a:solidFill>
                            <a:schemeClr val="tx1"/>
                          </a:solidFill>
                          <a:latin typeface="Arial Black" panose="020B0A04020102020204" pitchFamily="34" charset="0"/>
                        </a:rPr>
                        <a:t>5</a:t>
                      </a:r>
                      <a:endParaRPr lang="zh-CN" altLang="en-US" dirty="0">
                        <a:solidFill>
                          <a:schemeClr val="tx1"/>
                        </a:solidFill>
                        <a:latin typeface="Arial Black" panose="020B0A04020102020204" pitchFamily="34" charset="0"/>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ctr"/>
                      <a:r>
                        <a:rPr lang="en-US" altLang="zh-CN" dirty="0">
                          <a:solidFill>
                            <a:schemeClr val="tx1"/>
                          </a:solidFill>
                          <a:latin typeface="Arial Black" panose="020B0A04020102020204" pitchFamily="34" charset="0"/>
                        </a:rPr>
                        <a:t>6</a:t>
                      </a:r>
                      <a:endParaRPr lang="zh-CN" altLang="en-US" dirty="0">
                        <a:solidFill>
                          <a:schemeClr val="tx1"/>
                        </a:solidFill>
                        <a:latin typeface="Arial Black" panose="020B0A04020102020204" pitchFamily="34" charset="0"/>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ctr"/>
                      <a:r>
                        <a:rPr lang="en-US" altLang="zh-CN" dirty="0">
                          <a:solidFill>
                            <a:schemeClr val="tx1"/>
                          </a:solidFill>
                          <a:latin typeface="Arial Black" panose="020B0A04020102020204" pitchFamily="34" charset="0"/>
                        </a:rPr>
                        <a:t>7</a:t>
                      </a:r>
                      <a:endParaRPr lang="zh-CN" altLang="en-US" dirty="0">
                        <a:solidFill>
                          <a:schemeClr val="tx1"/>
                        </a:solidFill>
                        <a:latin typeface="Arial Black" panose="020B0A04020102020204" pitchFamily="34" charset="0"/>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ctr"/>
                      <a:r>
                        <a:rPr lang="en-US" altLang="zh-CN" dirty="0">
                          <a:solidFill>
                            <a:schemeClr val="tx1"/>
                          </a:solidFill>
                          <a:latin typeface="Arial Black" panose="020B0A04020102020204" pitchFamily="34" charset="0"/>
                        </a:rPr>
                        <a:t>0</a:t>
                      </a:r>
                      <a:endParaRPr lang="zh-CN" altLang="en-US" dirty="0">
                        <a:solidFill>
                          <a:schemeClr val="tx1"/>
                        </a:solidFill>
                        <a:latin typeface="Arial Black" panose="020B0A04020102020204" pitchFamily="34" charset="0"/>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ctr"/>
                      <a:r>
                        <a:rPr lang="en-US" altLang="zh-CN" dirty="0">
                          <a:solidFill>
                            <a:schemeClr val="tx1"/>
                          </a:solidFill>
                          <a:latin typeface="Arial Black" panose="020B0A04020102020204" pitchFamily="34" charset="0"/>
                        </a:rPr>
                        <a:t>1</a:t>
                      </a:r>
                      <a:endParaRPr lang="zh-CN" altLang="en-US" dirty="0">
                        <a:solidFill>
                          <a:schemeClr val="tx1"/>
                        </a:solidFill>
                        <a:latin typeface="Arial Black" panose="020B0A04020102020204" pitchFamily="34" charset="0"/>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ctr"/>
                      <a:r>
                        <a:rPr lang="en-US" altLang="zh-CN" dirty="0">
                          <a:solidFill>
                            <a:schemeClr val="tx1"/>
                          </a:solidFill>
                          <a:latin typeface="Arial Black" panose="020B0A04020102020204" pitchFamily="34" charset="0"/>
                        </a:rPr>
                        <a:t>2</a:t>
                      </a:r>
                      <a:endParaRPr lang="zh-CN" altLang="en-US" dirty="0">
                        <a:solidFill>
                          <a:schemeClr val="tx1"/>
                        </a:solidFill>
                        <a:latin typeface="Arial Black" panose="020B0A04020102020204" pitchFamily="34" charset="0"/>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ctr"/>
                      <a:r>
                        <a:rPr lang="en-US" altLang="zh-CN" dirty="0">
                          <a:solidFill>
                            <a:schemeClr val="tx1"/>
                          </a:solidFill>
                          <a:latin typeface="Arial Black" panose="020B0A04020102020204" pitchFamily="34" charset="0"/>
                        </a:rPr>
                        <a:t>…</a:t>
                      </a:r>
                      <a:endParaRPr lang="zh-CN" altLang="en-US" dirty="0">
                        <a:solidFill>
                          <a:schemeClr val="tx1"/>
                        </a:solidFill>
                        <a:latin typeface="Arial Black" panose="020B0A04020102020204" pitchFamily="34" charset="0"/>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extLst>
                  <a:ext uri="{0D108BD9-81ED-4DB2-BD59-A6C34878D82A}">
                    <a16:rowId xmlns:a16="http://schemas.microsoft.com/office/drawing/2014/main" val="316235763"/>
                  </a:ext>
                </a:extLst>
              </a:tr>
            </a:tbl>
          </a:graphicData>
        </a:graphic>
      </p:graphicFrame>
      <p:sp>
        <p:nvSpPr>
          <p:cNvPr id="13" name="矩形 12">
            <a:extLst>
              <a:ext uri="{FF2B5EF4-FFF2-40B4-BE49-F238E27FC236}">
                <a16:creationId xmlns:a16="http://schemas.microsoft.com/office/drawing/2014/main" id="{14642CA0-C4C4-44A5-BD3D-9FB5C2470514}"/>
              </a:ext>
            </a:extLst>
          </p:cNvPr>
          <p:cNvSpPr/>
          <p:nvPr/>
        </p:nvSpPr>
        <p:spPr>
          <a:xfrm>
            <a:off x="2300222" y="5537182"/>
            <a:ext cx="3780000" cy="390966"/>
          </a:xfrm>
          <a:prstGeom prst="rect">
            <a:avLst/>
          </a:prstGeom>
          <a:solidFill>
            <a:schemeClr val="accent3">
              <a:alpha val="74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30" name="矩形 29">
            <a:extLst>
              <a:ext uri="{FF2B5EF4-FFF2-40B4-BE49-F238E27FC236}">
                <a16:creationId xmlns:a16="http://schemas.microsoft.com/office/drawing/2014/main" id="{D1F1FAB1-144B-409B-87EA-0CC44441BA84}"/>
              </a:ext>
            </a:extLst>
          </p:cNvPr>
          <p:cNvSpPr/>
          <p:nvPr/>
        </p:nvSpPr>
        <p:spPr>
          <a:xfrm>
            <a:off x="3024307" y="2892707"/>
            <a:ext cx="256976" cy="256976"/>
          </a:xfrm>
          <a:prstGeom prst="rect">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31" name="íşlïḍè">
            <a:extLst>
              <a:ext uri="{FF2B5EF4-FFF2-40B4-BE49-F238E27FC236}">
                <a16:creationId xmlns:a16="http://schemas.microsoft.com/office/drawing/2014/main" id="{58CDDEB0-455B-47EC-82A0-3ACACCFDFF9B}"/>
              </a:ext>
            </a:extLst>
          </p:cNvPr>
          <p:cNvSpPr txBox="1"/>
          <p:nvPr/>
        </p:nvSpPr>
        <p:spPr>
          <a:xfrm>
            <a:off x="3341535" y="2838386"/>
            <a:ext cx="8545666" cy="369332"/>
          </a:xfrm>
          <a:prstGeom prst="rect">
            <a:avLst/>
          </a:prstGeom>
          <a:noFill/>
        </p:spPr>
        <p:txBody>
          <a:bodyPr wrap="square" lIns="91440" tIns="45720" rIns="91440" bIns="45720" anchor="ctr">
            <a:noAutofit/>
          </a:bodyPr>
          <a:lstStyle/>
          <a:p>
            <a:r>
              <a:rPr lang="zh-CN" altLang="en-US" b="1" dirty="0"/>
              <a:t>回退</a:t>
            </a:r>
            <a:r>
              <a:rPr lang="en-US" altLang="zh-CN" b="1" dirty="0"/>
              <a:t>N</a:t>
            </a:r>
            <a:r>
              <a:rPr lang="zh-CN" altLang="en-US" b="1" dirty="0"/>
              <a:t>帧协议的接收方采用</a:t>
            </a:r>
            <a:r>
              <a:rPr lang="zh-CN" altLang="en-US" b="1" dirty="0">
                <a:solidFill>
                  <a:schemeClr val="accent1">
                    <a:lumMod val="75000"/>
                  </a:schemeClr>
                </a:solidFill>
              </a:rPr>
              <a:t>累积确认</a:t>
            </a:r>
            <a:r>
              <a:rPr lang="zh-CN" altLang="en-US" b="1" dirty="0"/>
              <a:t>方式。</a:t>
            </a:r>
            <a:endParaRPr lang="en-US" altLang="zh-CN" b="1" dirty="0"/>
          </a:p>
        </p:txBody>
      </p:sp>
      <p:sp>
        <p:nvSpPr>
          <p:cNvPr id="32" name="矩形 31">
            <a:extLst>
              <a:ext uri="{FF2B5EF4-FFF2-40B4-BE49-F238E27FC236}">
                <a16:creationId xmlns:a16="http://schemas.microsoft.com/office/drawing/2014/main" id="{D1A5EA08-8784-4242-9B27-8CC5F92011FD}"/>
              </a:ext>
            </a:extLst>
          </p:cNvPr>
          <p:cNvSpPr/>
          <p:nvPr/>
        </p:nvSpPr>
        <p:spPr>
          <a:xfrm>
            <a:off x="3439844" y="3330150"/>
            <a:ext cx="256976" cy="256976"/>
          </a:xfrm>
          <a:prstGeom prst="rect">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33" name="íşlïḍè">
            <a:extLst>
              <a:ext uri="{FF2B5EF4-FFF2-40B4-BE49-F238E27FC236}">
                <a16:creationId xmlns:a16="http://schemas.microsoft.com/office/drawing/2014/main" id="{736EA9E8-176B-4D3C-A0EA-B2DD80DB2FFD}"/>
              </a:ext>
            </a:extLst>
          </p:cNvPr>
          <p:cNvSpPr txBox="1"/>
          <p:nvPr/>
        </p:nvSpPr>
        <p:spPr>
          <a:xfrm>
            <a:off x="3757072" y="3275829"/>
            <a:ext cx="8130125" cy="618594"/>
          </a:xfrm>
          <a:prstGeom prst="rect">
            <a:avLst/>
          </a:prstGeom>
          <a:noFill/>
        </p:spPr>
        <p:txBody>
          <a:bodyPr wrap="square" lIns="91440" tIns="45720" rIns="91440" bIns="45720" anchor="ctr">
            <a:noAutofit/>
          </a:bodyPr>
          <a:lstStyle/>
          <a:p>
            <a:r>
              <a:rPr lang="zh-CN" altLang="en-US" b="1" dirty="0"/>
              <a:t>接收方不必对收到的每一个数据分组都发送一个确认分组，而是可以在收到几个序号连续的数据分组后，对按序到达的最后一个数据分组发送确认分组。</a:t>
            </a:r>
            <a:endParaRPr lang="en-US" altLang="zh-CN" b="1" dirty="0"/>
          </a:p>
        </p:txBody>
      </p:sp>
      <p:sp>
        <p:nvSpPr>
          <p:cNvPr id="36" name="矩形 35">
            <a:extLst>
              <a:ext uri="{FF2B5EF4-FFF2-40B4-BE49-F238E27FC236}">
                <a16:creationId xmlns:a16="http://schemas.microsoft.com/office/drawing/2014/main" id="{F8B281F5-0039-43CF-9A08-A2EBCF543D23}"/>
              </a:ext>
            </a:extLst>
          </p:cNvPr>
          <p:cNvSpPr/>
          <p:nvPr/>
        </p:nvSpPr>
        <p:spPr>
          <a:xfrm>
            <a:off x="3439844" y="4018994"/>
            <a:ext cx="256976" cy="256976"/>
          </a:xfrm>
          <a:prstGeom prst="rect">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37" name="íşlïḍè">
            <a:extLst>
              <a:ext uri="{FF2B5EF4-FFF2-40B4-BE49-F238E27FC236}">
                <a16:creationId xmlns:a16="http://schemas.microsoft.com/office/drawing/2014/main" id="{EBF75F0A-1FDB-4C82-9F30-DFD856322651}"/>
              </a:ext>
            </a:extLst>
          </p:cNvPr>
          <p:cNvSpPr txBox="1"/>
          <p:nvPr/>
        </p:nvSpPr>
        <p:spPr>
          <a:xfrm>
            <a:off x="3757072" y="3964673"/>
            <a:ext cx="8130125" cy="355672"/>
          </a:xfrm>
          <a:prstGeom prst="rect">
            <a:avLst/>
          </a:prstGeom>
          <a:noFill/>
        </p:spPr>
        <p:txBody>
          <a:bodyPr wrap="square" lIns="91440" tIns="45720" rIns="91440" bIns="45720" anchor="ctr">
            <a:noAutofit/>
          </a:bodyPr>
          <a:lstStyle/>
          <a:p>
            <a:r>
              <a:rPr lang="zh-CN" altLang="en-US" b="1" dirty="0"/>
              <a:t>接收方何时发送累积确认分组，由具体实现决定。</a:t>
            </a:r>
            <a:endParaRPr lang="en-US" altLang="zh-CN" b="1" dirty="0"/>
          </a:p>
        </p:txBody>
      </p:sp>
      <p:sp>
        <p:nvSpPr>
          <p:cNvPr id="38" name="矩形 37">
            <a:extLst>
              <a:ext uri="{FF2B5EF4-FFF2-40B4-BE49-F238E27FC236}">
                <a16:creationId xmlns:a16="http://schemas.microsoft.com/office/drawing/2014/main" id="{D11758A3-4537-4CEE-947A-F043B50370E6}"/>
              </a:ext>
            </a:extLst>
          </p:cNvPr>
          <p:cNvSpPr/>
          <p:nvPr/>
        </p:nvSpPr>
        <p:spPr>
          <a:xfrm>
            <a:off x="3439847" y="4512637"/>
            <a:ext cx="256976" cy="256976"/>
          </a:xfrm>
          <a:prstGeom prst="rect">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39" name="íşlïḍè">
            <a:extLst>
              <a:ext uri="{FF2B5EF4-FFF2-40B4-BE49-F238E27FC236}">
                <a16:creationId xmlns:a16="http://schemas.microsoft.com/office/drawing/2014/main" id="{4B7D780F-B7FF-4B99-8C26-92E57CC239FF}"/>
              </a:ext>
            </a:extLst>
          </p:cNvPr>
          <p:cNvSpPr txBox="1"/>
          <p:nvPr/>
        </p:nvSpPr>
        <p:spPr>
          <a:xfrm>
            <a:off x="3757075" y="4458316"/>
            <a:ext cx="8130125" cy="355672"/>
          </a:xfrm>
          <a:prstGeom prst="rect">
            <a:avLst/>
          </a:prstGeom>
          <a:noFill/>
        </p:spPr>
        <p:txBody>
          <a:bodyPr wrap="square" lIns="91440" tIns="45720" rIns="91440" bIns="45720" anchor="ctr">
            <a:noAutofit/>
          </a:bodyPr>
          <a:lstStyle/>
          <a:p>
            <a:r>
              <a:rPr lang="zh-CN" altLang="en-US" b="1" dirty="0"/>
              <a:t>确认分组</a:t>
            </a:r>
            <a:r>
              <a:rPr lang="en-US" altLang="zh-CN" b="1" dirty="0" err="1"/>
              <a:t>ACKn</a:t>
            </a:r>
            <a:r>
              <a:rPr lang="zh-CN" altLang="en-US" b="1" dirty="0"/>
              <a:t>表明序号为</a:t>
            </a:r>
            <a:r>
              <a:rPr lang="en-US" altLang="zh-CN" b="1" dirty="0"/>
              <a:t>n</a:t>
            </a:r>
            <a:r>
              <a:rPr lang="zh-CN" altLang="en-US" b="1" dirty="0"/>
              <a:t>及之前的所有数据分组都已正确接收。</a:t>
            </a:r>
            <a:endParaRPr lang="en-US" altLang="zh-CN" b="1" dirty="0"/>
          </a:p>
        </p:txBody>
      </p:sp>
      <p:sp>
        <p:nvSpPr>
          <p:cNvPr id="42" name="矩形 41">
            <a:extLst>
              <a:ext uri="{FF2B5EF4-FFF2-40B4-BE49-F238E27FC236}">
                <a16:creationId xmlns:a16="http://schemas.microsoft.com/office/drawing/2014/main" id="{54B3FCCE-66DE-4B35-B747-AE4EBC0547C0}"/>
              </a:ext>
            </a:extLst>
          </p:cNvPr>
          <p:cNvSpPr/>
          <p:nvPr/>
        </p:nvSpPr>
        <p:spPr>
          <a:xfrm>
            <a:off x="456665" y="5116550"/>
            <a:ext cx="708432" cy="270283"/>
          </a:xfrm>
          <a:prstGeom prst="rect">
            <a:avLst/>
          </a:prstGeom>
          <a:solidFill>
            <a:schemeClr val="accent4"/>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46800" rIns="46800" rtlCol="0" anchor="ctr"/>
          <a:lstStyle/>
          <a:p>
            <a:pPr algn="ctr"/>
            <a:r>
              <a:rPr lang="en-US" altLang="zh-CN" b="1" dirty="0"/>
              <a:t>ACK4</a:t>
            </a:r>
            <a:endParaRPr lang="zh-CN" altLang="en-US" b="1" dirty="0"/>
          </a:p>
        </p:txBody>
      </p:sp>
      <p:sp>
        <p:nvSpPr>
          <p:cNvPr id="46" name="矩形 45">
            <a:extLst>
              <a:ext uri="{FF2B5EF4-FFF2-40B4-BE49-F238E27FC236}">
                <a16:creationId xmlns:a16="http://schemas.microsoft.com/office/drawing/2014/main" id="{888A8F5F-3A17-4A39-9664-DCF1707252AE}"/>
              </a:ext>
            </a:extLst>
          </p:cNvPr>
          <p:cNvSpPr/>
          <p:nvPr/>
        </p:nvSpPr>
        <p:spPr>
          <a:xfrm>
            <a:off x="2314175" y="1841506"/>
            <a:ext cx="3780000" cy="343250"/>
          </a:xfrm>
          <a:prstGeom prst="rect">
            <a:avLst/>
          </a:prstGeom>
          <a:solidFill>
            <a:schemeClr val="accent4">
              <a:alpha val="74000"/>
            </a:schemeClr>
          </a:solidFill>
          <a:ln>
            <a:solidFill>
              <a:schemeClr val="accent4"/>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34" name="平行四边形 33">
            <a:extLst>
              <a:ext uri="{FF2B5EF4-FFF2-40B4-BE49-F238E27FC236}">
                <a16:creationId xmlns:a16="http://schemas.microsoft.com/office/drawing/2014/main" id="{C91A2326-D49A-B4CF-2688-B1BB41F81F74}"/>
              </a:ext>
            </a:extLst>
          </p:cNvPr>
          <p:cNvSpPr/>
          <p:nvPr/>
        </p:nvSpPr>
        <p:spPr>
          <a:xfrm>
            <a:off x="304799" y="749300"/>
            <a:ext cx="695119" cy="387090"/>
          </a:xfrm>
          <a:prstGeom prst="parallelogram">
            <a:avLst/>
          </a:prstGeom>
          <a:solidFill>
            <a:schemeClr val="accent3">
              <a:lumMod val="75000"/>
            </a:schemeClr>
          </a:solidFill>
          <a:ln>
            <a:solidFill>
              <a:schemeClr val="accent3">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CN" sz="2200" dirty="0">
                <a:latin typeface="Impact" panose="020B0806030902050204" pitchFamily="34" charset="0"/>
              </a:rPr>
              <a:t>04</a:t>
            </a:r>
            <a:endParaRPr lang="zh-CN" altLang="en-US" sz="2200" dirty="0">
              <a:latin typeface="Impact" panose="020B0806030902050204" pitchFamily="34" charset="0"/>
            </a:endParaRPr>
          </a:p>
        </p:txBody>
      </p:sp>
    </p:spTree>
    <p:custDataLst>
      <p:tags r:id="rId1"/>
    </p:custDataLst>
    <p:extLst>
      <p:ext uri="{BB962C8B-B14F-4D97-AF65-F5344CB8AC3E}">
        <p14:creationId xmlns:p14="http://schemas.microsoft.com/office/powerpoint/2010/main" val="3276760480"/>
      </p:ext>
    </p:extLst>
  </p:cSld>
  <p:clrMapOvr>
    <a:masterClrMapping/>
  </p:clrMapOvr>
  <mc:AlternateContent xmlns:mc="http://schemas.openxmlformats.org/markup-compatibility/2006" xmlns:p159="http://schemas.microsoft.com/office/powerpoint/2015/09/main">
    <mc:Choice Requires="p159">
      <p:transition xmlns:p14="http://schemas.microsoft.com/office/powerpoint/2010/main" spd="slow" p14:dur="2000">
        <p159:morph option="byObject"/>
      </p:transition>
    </mc:Choice>
    <mc:Fallback xmlns="">
      <p:transition spd="slow">
        <p:fade/>
      </p:transition>
    </mc:Fallback>
  </mc:AlternateContent>
</p:sld>
</file>

<file path=ppt/slides/slide17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34" name="组合 33">
            <a:extLst>
              <a:ext uri="{FF2B5EF4-FFF2-40B4-BE49-F238E27FC236}">
                <a16:creationId xmlns:a16="http://schemas.microsoft.com/office/drawing/2014/main" id="{A0D7E939-A5A4-494B-98F0-AFE1EC20181E}"/>
              </a:ext>
            </a:extLst>
          </p:cNvPr>
          <p:cNvGrpSpPr/>
          <p:nvPr/>
        </p:nvGrpSpPr>
        <p:grpSpPr>
          <a:xfrm>
            <a:off x="6085636" y="5098286"/>
            <a:ext cx="3780000" cy="910796"/>
            <a:chOff x="2302929" y="5098286"/>
            <a:chExt cx="3780000" cy="910796"/>
          </a:xfrm>
        </p:grpSpPr>
        <p:sp>
          <p:nvSpPr>
            <p:cNvPr id="35" name="矩形 34">
              <a:extLst>
                <a:ext uri="{FF2B5EF4-FFF2-40B4-BE49-F238E27FC236}">
                  <a16:creationId xmlns:a16="http://schemas.microsoft.com/office/drawing/2014/main" id="{BCB11103-1DE9-4430-B02B-0860D11BE932}"/>
                </a:ext>
              </a:extLst>
            </p:cNvPr>
            <p:cNvSpPr/>
            <p:nvPr/>
          </p:nvSpPr>
          <p:spPr>
            <a:xfrm>
              <a:off x="2302929" y="5467618"/>
              <a:ext cx="3780000" cy="541464"/>
            </a:xfrm>
            <a:prstGeom prst="rect">
              <a:avLst/>
            </a:prstGeom>
            <a:solidFill>
              <a:schemeClr val="accent3"/>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mc:AlternateContent xmlns:mc="http://schemas.openxmlformats.org/markup-compatibility/2006" xmlns:a14="http://schemas.microsoft.com/office/drawing/2010/main">
          <mc:Choice Requires="a14">
            <p:sp>
              <p:nvSpPr>
                <p:cNvPr id="40" name="文本框 39">
                  <a:extLst>
                    <a:ext uri="{FF2B5EF4-FFF2-40B4-BE49-F238E27FC236}">
                      <a16:creationId xmlns:a16="http://schemas.microsoft.com/office/drawing/2014/main" id="{F8BB20BD-741B-437D-BEF2-6CB9FEBDFBC6}"/>
                    </a:ext>
                  </a:extLst>
                </p:cNvPr>
                <p:cNvSpPr txBox="1"/>
                <p:nvPr/>
              </p:nvSpPr>
              <p:spPr>
                <a:xfrm>
                  <a:off x="3659320" y="5098286"/>
                  <a:ext cx="1067217" cy="369332"/>
                </a:xfrm>
                <a:prstGeom prst="rect">
                  <a:avLst/>
                </a:prstGeom>
                <a:noFill/>
              </p:spPr>
              <p:txBody>
                <a:bodyPr wrap="square">
                  <a:spAutoFit/>
                </a:bodyPr>
                <a:lstStyle/>
                <a:p>
                  <a:pPr/>
                  <a14:m>
                    <m:oMathPara xmlns:m="http://schemas.openxmlformats.org/officeDocument/2006/math">
                      <m:oMathParaPr>
                        <m:jc m:val="centerGroup"/>
                      </m:oMathParaPr>
                      <m:oMath xmlns:m="http://schemas.openxmlformats.org/officeDocument/2006/math">
                        <m:sSub>
                          <m:sSubPr>
                            <m:ctrlPr>
                              <a:rPr lang="en-US" altLang="zh-CN" b="1" i="1" smtClean="0">
                                <a:solidFill>
                                  <a:schemeClr val="accent3"/>
                                </a:solidFill>
                                <a:latin typeface="Cambria Math" panose="02040503050406030204" pitchFamily="18" charset="0"/>
                              </a:rPr>
                            </m:ctrlPr>
                          </m:sSubPr>
                          <m:e>
                            <m:r>
                              <a:rPr lang="en-US" altLang="zh-CN" b="1" i="1" smtClean="0">
                                <a:solidFill>
                                  <a:schemeClr val="accent3"/>
                                </a:solidFill>
                                <a:latin typeface="Cambria Math" panose="02040503050406030204" pitchFamily="18" charset="0"/>
                              </a:rPr>
                              <m:t>𝑾</m:t>
                            </m:r>
                          </m:e>
                          <m:sub>
                            <m:r>
                              <a:rPr lang="en-US" altLang="zh-CN" b="1" i="1" smtClean="0">
                                <a:solidFill>
                                  <a:schemeClr val="accent3"/>
                                </a:solidFill>
                                <a:latin typeface="Cambria Math" panose="02040503050406030204" pitchFamily="18" charset="0"/>
                              </a:rPr>
                              <m:t>𝑻</m:t>
                            </m:r>
                          </m:sub>
                        </m:sSub>
                        <m:r>
                          <a:rPr lang="en-US" altLang="zh-CN" b="1" i="1" smtClean="0">
                            <a:solidFill>
                              <a:schemeClr val="accent3"/>
                            </a:solidFill>
                            <a:latin typeface="Cambria Math" panose="02040503050406030204" pitchFamily="18" charset="0"/>
                          </a:rPr>
                          <m:t>=</m:t>
                        </m:r>
                        <m:r>
                          <a:rPr lang="en-US" altLang="zh-CN" b="1" i="1" smtClean="0">
                            <a:solidFill>
                              <a:schemeClr val="accent3"/>
                            </a:solidFill>
                            <a:latin typeface="Cambria Math" panose="02040503050406030204" pitchFamily="18" charset="0"/>
                          </a:rPr>
                          <m:t>𝟓</m:t>
                        </m:r>
                      </m:oMath>
                    </m:oMathPara>
                  </a14:m>
                  <a:endParaRPr lang="zh-CN" altLang="en-US" dirty="0">
                    <a:solidFill>
                      <a:schemeClr val="accent3"/>
                    </a:solidFill>
                  </a:endParaRPr>
                </a:p>
              </p:txBody>
            </p:sp>
          </mc:Choice>
          <mc:Fallback xmlns="">
            <p:sp>
              <p:nvSpPr>
                <p:cNvPr id="23" name="文本框 22">
                  <a:extLst>
                    <a:ext uri="{FF2B5EF4-FFF2-40B4-BE49-F238E27FC236}">
                      <a16:creationId xmlns:a16="http://schemas.microsoft.com/office/drawing/2014/main" id="{ABC03EEA-26BD-4845-8ACC-3FB7B6DA9132}"/>
                    </a:ext>
                  </a:extLst>
                </p:cNvPr>
                <p:cNvSpPr txBox="1">
                  <a:spLocks noRot="1" noChangeAspect="1" noMove="1" noResize="1" noEditPoints="1" noAdjustHandles="1" noChangeArrowheads="1" noChangeShapeType="1" noTextEdit="1"/>
                </p:cNvSpPr>
                <p:nvPr/>
              </p:nvSpPr>
              <p:spPr>
                <a:xfrm>
                  <a:off x="3659320" y="5098286"/>
                  <a:ext cx="1067217" cy="369332"/>
                </a:xfrm>
                <a:prstGeom prst="rect">
                  <a:avLst/>
                </a:prstGeom>
                <a:blipFill>
                  <a:blip r:embed="rId4"/>
                  <a:stretch>
                    <a:fillRect b="-3279"/>
                  </a:stretch>
                </a:blipFill>
              </p:spPr>
              <p:txBody>
                <a:bodyPr/>
                <a:lstStyle/>
                <a:p>
                  <a:r>
                    <a:rPr lang="zh-CN" altLang="en-US">
                      <a:noFill/>
                    </a:rPr>
                    <a:t> </a:t>
                  </a:r>
                </a:p>
              </p:txBody>
            </p:sp>
          </mc:Fallback>
        </mc:AlternateContent>
      </p:grpSp>
      <p:grpSp>
        <p:nvGrpSpPr>
          <p:cNvPr id="43" name="组合 42">
            <a:extLst>
              <a:ext uri="{FF2B5EF4-FFF2-40B4-BE49-F238E27FC236}">
                <a16:creationId xmlns:a16="http://schemas.microsoft.com/office/drawing/2014/main" id="{E50A80A7-7D8F-402A-B65D-3A1AF7B8E01F}"/>
              </a:ext>
            </a:extLst>
          </p:cNvPr>
          <p:cNvGrpSpPr/>
          <p:nvPr/>
        </p:nvGrpSpPr>
        <p:grpSpPr>
          <a:xfrm>
            <a:off x="5923520" y="1363110"/>
            <a:ext cx="1067217" cy="917885"/>
            <a:chOff x="2146413" y="1363110"/>
            <a:chExt cx="1067217" cy="917885"/>
          </a:xfrm>
        </p:grpSpPr>
        <p:sp>
          <p:nvSpPr>
            <p:cNvPr id="44" name="矩形 43">
              <a:extLst>
                <a:ext uri="{FF2B5EF4-FFF2-40B4-BE49-F238E27FC236}">
                  <a16:creationId xmlns:a16="http://schemas.microsoft.com/office/drawing/2014/main" id="{E9B7CABB-9DD4-44B8-8146-EF375DF0E88B}"/>
                </a:ext>
              </a:extLst>
            </p:cNvPr>
            <p:cNvSpPr/>
            <p:nvPr/>
          </p:nvSpPr>
          <p:spPr>
            <a:xfrm>
              <a:off x="2300222" y="1739531"/>
              <a:ext cx="759600" cy="541464"/>
            </a:xfrm>
            <a:prstGeom prst="rect">
              <a:avLst/>
            </a:prstGeom>
            <a:solidFill>
              <a:schemeClr val="accent4"/>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mc:AlternateContent xmlns:mc="http://schemas.openxmlformats.org/markup-compatibility/2006" xmlns:a14="http://schemas.microsoft.com/office/drawing/2010/main">
          <mc:Choice Requires="a14">
            <p:sp>
              <p:nvSpPr>
                <p:cNvPr id="45" name="文本框 44">
                  <a:extLst>
                    <a:ext uri="{FF2B5EF4-FFF2-40B4-BE49-F238E27FC236}">
                      <a16:creationId xmlns:a16="http://schemas.microsoft.com/office/drawing/2014/main" id="{BAAEFC74-0FE9-45D2-8ECB-017A0D2EA802}"/>
                    </a:ext>
                  </a:extLst>
                </p:cNvPr>
                <p:cNvSpPr txBox="1"/>
                <p:nvPr/>
              </p:nvSpPr>
              <p:spPr>
                <a:xfrm>
                  <a:off x="2146413" y="1363110"/>
                  <a:ext cx="1067217" cy="369332"/>
                </a:xfrm>
                <a:prstGeom prst="rect">
                  <a:avLst/>
                </a:prstGeom>
                <a:noFill/>
              </p:spPr>
              <p:txBody>
                <a:bodyPr wrap="square">
                  <a:spAutoFit/>
                </a:bodyPr>
                <a:lstStyle/>
                <a:p>
                  <a:pPr/>
                  <a14:m>
                    <m:oMathPara xmlns:m="http://schemas.openxmlformats.org/officeDocument/2006/math">
                      <m:oMathParaPr>
                        <m:jc m:val="centerGroup"/>
                      </m:oMathParaPr>
                      <m:oMath xmlns:m="http://schemas.openxmlformats.org/officeDocument/2006/math">
                        <m:sSub>
                          <m:sSubPr>
                            <m:ctrlPr>
                              <a:rPr lang="en-US" altLang="zh-CN" b="1" i="1" smtClean="0">
                                <a:solidFill>
                                  <a:schemeClr val="accent4"/>
                                </a:solidFill>
                                <a:latin typeface="Cambria Math" panose="02040503050406030204" pitchFamily="18" charset="0"/>
                              </a:rPr>
                            </m:ctrlPr>
                          </m:sSubPr>
                          <m:e>
                            <m:r>
                              <a:rPr lang="en-US" altLang="zh-CN" b="1" i="1" smtClean="0">
                                <a:solidFill>
                                  <a:schemeClr val="accent4"/>
                                </a:solidFill>
                                <a:latin typeface="Cambria Math" panose="02040503050406030204" pitchFamily="18" charset="0"/>
                              </a:rPr>
                              <m:t>𝑾</m:t>
                            </m:r>
                          </m:e>
                          <m:sub>
                            <m:r>
                              <a:rPr lang="en-US" altLang="zh-CN" b="1" i="1" smtClean="0">
                                <a:solidFill>
                                  <a:schemeClr val="accent4"/>
                                </a:solidFill>
                                <a:latin typeface="Cambria Math" panose="02040503050406030204" pitchFamily="18" charset="0"/>
                              </a:rPr>
                              <m:t>𝑹</m:t>
                            </m:r>
                          </m:sub>
                        </m:sSub>
                        <m:r>
                          <a:rPr lang="en-US" altLang="zh-CN" b="1" i="1" smtClean="0">
                            <a:solidFill>
                              <a:schemeClr val="accent4"/>
                            </a:solidFill>
                            <a:latin typeface="Cambria Math" panose="02040503050406030204" pitchFamily="18" charset="0"/>
                          </a:rPr>
                          <m:t>=</m:t>
                        </m:r>
                        <m:r>
                          <a:rPr lang="en-US" altLang="zh-CN" b="1" i="1" smtClean="0">
                            <a:solidFill>
                              <a:schemeClr val="accent4"/>
                            </a:solidFill>
                            <a:latin typeface="Cambria Math" panose="02040503050406030204" pitchFamily="18" charset="0"/>
                          </a:rPr>
                          <m:t>𝟏</m:t>
                        </m:r>
                      </m:oMath>
                    </m:oMathPara>
                  </a14:m>
                  <a:endParaRPr lang="zh-CN" altLang="en-US" dirty="0">
                    <a:solidFill>
                      <a:schemeClr val="accent3"/>
                    </a:solidFill>
                  </a:endParaRPr>
                </a:p>
              </p:txBody>
            </p:sp>
          </mc:Choice>
          <mc:Fallback xmlns="">
            <p:sp>
              <p:nvSpPr>
                <p:cNvPr id="35" name="文本框 34">
                  <a:extLst>
                    <a:ext uri="{FF2B5EF4-FFF2-40B4-BE49-F238E27FC236}">
                      <a16:creationId xmlns:a16="http://schemas.microsoft.com/office/drawing/2014/main" id="{EE98B7EB-F32B-4A4F-9072-DF021D7DCAD9}"/>
                    </a:ext>
                  </a:extLst>
                </p:cNvPr>
                <p:cNvSpPr txBox="1">
                  <a:spLocks noRot="1" noChangeAspect="1" noMove="1" noResize="1" noEditPoints="1" noAdjustHandles="1" noChangeArrowheads="1" noChangeShapeType="1" noTextEdit="1"/>
                </p:cNvSpPr>
                <p:nvPr/>
              </p:nvSpPr>
              <p:spPr>
                <a:xfrm>
                  <a:off x="2146413" y="1363110"/>
                  <a:ext cx="1067217" cy="369332"/>
                </a:xfrm>
                <a:prstGeom prst="rect">
                  <a:avLst/>
                </a:prstGeom>
                <a:blipFill>
                  <a:blip r:embed="rId3"/>
                  <a:stretch>
                    <a:fillRect b="-3333"/>
                  </a:stretch>
                </a:blipFill>
              </p:spPr>
              <p:txBody>
                <a:bodyPr/>
                <a:lstStyle/>
                <a:p>
                  <a:r>
                    <a:rPr lang="zh-CN" altLang="en-US">
                      <a:noFill/>
                    </a:rPr>
                    <a:t> </a:t>
                  </a:r>
                </a:p>
              </p:txBody>
            </p:sp>
          </mc:Fallback>
        </mc:AlternateContent>
      </p:grpSp>
      <p:grpSp>
        <p:nvGrpSpPr>
          <p:cNvPr id="7" name="组合 6">
            <a:extLst>
              <a:ext uri="{FF2B5EF4-FFF2-40B4-BE49-F238E27FC236}">
                <a16:creationId xmlns:a16="http://schemas.microsoft.com/office/drawing/2014/main" id="{00A9CCE1-949C-4E54-97A1-6025FF974983}"/>
              </a:ext>
            </a:extLst>
          </p:cNvPr>
          <p:cNvGrpSpPr/>
          <p:nvPr/>
        </p:nvGrpSpPr>
        <p:grpSpPr>
          <a:xfrm>
            <a:off x="2302929" y="5098286"/>
            <a:ext cx="3780000" cy="910796"/>
            <a:chOff x="2302929" y="5098286"/>
            <a:chExt cx="3780000" cy="910796"/>
          </a:xfrm>
        </p:grpSpPr>
        <p:sp>
          <p:nvSpPr>
            <p:cNvPr id="5" name="矩形 4">
              <a:extLst>
                <a:ext uri="{FF2B5EF4-FFF2-40B4-BE49-F238E27FC236}">
                  <a16:creationId xmlns:a16="http://schemas.microsoft.com/office/drawing/2014/main" id="{ABCDD6AB-497D-42FD-B822-48DB3891082B}"/>
                </a:ext>
              </a:extLst>
            </p:cNvPr>
            <p:cNvSpPr/>
            <p:nvPr/>
          </p:nvSpPr>
          <p:spPr>
            <a:xfrm>
              <a:off x="2302929" y="5467618"/>
              <a:ext cx="3780000" cy="541464"/>
            </a:xfrm>
            <a:prstGeom prst="rect">
              <a:avLst/>
            </a:prstGeom>
            <a:solidFill>
              <a:schemeClr val="accent3"/>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mc:AlternateContent xmlns:mc="http://schemas.openxmlformats.org/markup-compatibility/2006" xmlns:a14="http://schemas.microsoft.com/office/drawing/2010/main">
          <mc:Choice Requires="a14">
            <p:sp>
              <p:nvSpPr>
                <p:cNvPr id="23" name="文本框 22">
                  <a:extLst>
                    <a:ext uri="{FF2B5EF4-FFF2-40B4-BE49-F238E27FC236}">
                      <a16:creationId xmlns:a16="http://schemas.microsoft.com/office/drawing/2014/main" id="{ABC03EEA-26BD-4845-8ACC-3FB7B6DA9132}"/>
                    </a:ext>
                  </a:extLst>
                </p:cNvPr>
                <p:cNvSpPr txBox="1"/>
                <p:nvPr/>
              </p:nvSpPr>
              <p:spPr>
                <a:xfrm>
                  <a:off x="3659320" y="5098286"/>
                  <a:ext cx="1067217" cy="369332"/>
                </a:xfrm>
                <a:prstGeom prst="rect">
                  <a:avLst/>
                </a:prstGeom>
                <a:noFill/>
              </p:spPr>
              <p:txBody>
                <a:bodyPr wrap="square">
                  <a:spAutoFit/>
                </a:bodyPr>
                <a:lstStyle/>
                <a:p>
                  <a:pPr/>
                  <a14:m>
                    <m:oMathPara xmlns:m="http://schemas.openxmlformats.org/officeDocument/2006/math">
                      <m:oMathParaPr>
                        <m:jc m:val="centerGroup"/>
                      </m:oMathParaPr>
                      <m:oMath xmlns:m="http://schemas.openxmlformats.org/officeDocument/2006/math">
                        <m:sSub>
                          <m:sSubPr>
                            <m:ctrlPr>
                              <a:rPr lang="en-US" altLang="zh-CN" b="1" i="1" smtClean="0">
                                <a:solidFill>
                                  <a:schemeClr val="accent3"/>
                                </a:solidFill>
                                <a:latin typeface="Cambria Math" panose="02040503050406030204" pitchFamily="18" charset="0"/>
                              </a:rPr>
                            </m:ctrlPr>
                          </m:sSubPr>
                          <m:e>
                            <m:r>
                              <a:rPr lang="en-US" altLang="zh-CN" b="1" i="1" smtClean="0">
                                <a:solidFill>
                                  <a:schemeClr val="accent3"/>
                                </a:solidFill>
                                <a:latin typeface="Cambria Math" panose="02040503050406030204" pitchFamily="18" charset="0"/>
                              </a:rPr>
                              <m:t>𝑾</m:t>
                            </m:r>
                          </m:e>
                          <m:sub>
                            <m:r>
                              <a:rPr lang="en-US" altLang="zh-CN" b="1" i="1" smtClean="0">
                                <a:solidFill>
                                  <a:schemeClr val="accent3"/>
                                </a:solidFill>
                                <a:latin typeface="Cambria Math" panose="02040503050406030204" pitchFamily="18" charset="0"/>
                              </a:rPr>
                              <m:t>𝑻</m:t>
                            </m:r>
                          </m:sub>
                        </m:sSub>
                        <m:r>
                          <a:rPr lang="en-US" altLang="zh-CN" b="1" i="1" smtClean="0">
                            <a:solidFill>
                              <a:schemeClr val="accent3"/>
                            </a:solidFill>
                            <a:latin typeface="Cambria Math" panose="02040503050406030204" pitchFamily="18" charset="0"/>
                          </a:rPr>
                          <m:t>=</m:t>
                        </m:r>
                        <m:r>
                          <a:rPr lang="en-US" altLang="zh-CN" b="1" i="1" smtClean="0">
                            <a:solidFill>
                              <a:schemeClr val="accent3"/>
                            </a:solidFill>
                            <a:latin typeface="Cambria Math" panose="02040503050406030204" pitchFamily="18" charset="0"/>
                          </a:rPr>
                          <m:t>𝟓</m:t>
                        </m:r>
                      </m:oMath>
                    </m:oMathPara>
                  </a14:m>
                  <a:endParaRPr lang="zh-CN" altLang="en-US" dirty="0">
                    <a:solidFill>
                      <a:schemeClr val="accent3"/>
                    </a:solidFill>
                  </a:endParaRPr>
                </a:p>
              </p:txBody>
            </p:sp>
          </mc:Choice>
          <mc:Fallback xmlns="">
            <p:sp>
              <p:nvSpPr>
                <p:cNvPr id="23" name="文本框 22">
                  <a:extLst>
                    <a:ext uri="{FF2B5EF4-FFF2-40B4-BE49-F238E27FC236}">
                      <a16:creationId xmlns:a16="http://schemas.microsoft.com/office/drawing/2014/main" id="{ABC03EEA-26BD-4845-8ACC-3FB7B6DA9132}"/>
                    </a:ext>
                  </a:extLst>
                </p:cNvPr>
                <p:cNvSpPr txBox="1">
                  <a:spLocks noRot="1" noChangeAspect="1" noMove="1" noResize="1" noEditPoints="1" noAdjustHandles="1" noChangeArrowheads="1" noChangeShapeType="1" noTextEdit="1"/>
                </p:cNvSpPr>
                <p:nvPr/>
              </p:nvSpPr>
              <p:spPr>
                <a:xfrm>
                  <a:off x="3659320" y="5098286"/>
                  <a:ext cx="1067217" cy="369332"/>
                </a:xfrm>
                <a:prstGeom prst="rect">
                  <a:avLst/>
                </a:prstGeom>
                <a:blipFill>
                  <a:blip r:embed="rId4"/>
                  <a:stretch>
                    <a:fillRect b="-3279"/>
                  </a:stretch>
                </a:blipFill>
              </p:spPr>
              <p:txBody>
                <a:bodyPr/>
                <a:lstStyle/>
                <a:p>
                  <a:r>
                    <a:rPr lang="zh-CN" altLang="en-US">
                      <a:noFill/>
                    </a:rPr>
                    <a:t> </a:t>
                  </a:r>
                </a:p>
              </p:txBody>
            </p:sp>
          </mc:Fallback>
        </mc:AlternateContent>
      </p:grpSp>
      <p:grpSp>
        <p:nvGrpSpPr>
          <p:cNvPr id="4" name="组合 3">
            <a:extLst>
              <a:ext uri="{FF2B5EF4-FFF2-40B4-BE49-F238E27FC236}">
                <a16:creationId xmlns:a16="http://schemas.microsoft.com/office/drawing/2014/main" id="{9A1EA9F2-FCB6-48C3-935F-7AE7E3AD14AC}"/>
              </a:ext>
            </a:extLst>
          </p:cNvPr>
          <p:cNvGrpSpPr/>
          <p:nvPr/>
        </p:nvGrpSpPr>
        <p:grpSpPr>
          <a:xfrm>
            <a:off x="304800" y="749300"/>
            <a:ext cx="6192344" cy="400110"/>
            <a:chOff x="424117" y="898245"/>
            <a:chExt cx="6192344" cy="400110"/>
          </a:xfrm>
        </p:grpSpPr>
        <p:sp>
          <p:nvSpPr>
            <p:cNvPr id="2" name="平行四边形 1">
              <a:extLst>
                <a:ext uri="{FF2B5EF4-FFF2-40B4-BE49-F238E27FC236}">
                  <a16:creationId xmlns:a16="http://schemas.microsoft.com/office/drawing/2014/main" id="{1F5BAA3F-9845-4F89-A2DD-8222D3E4EDAC}"/>
                </a:ext>
              </a:extLst>
            </p:cNvPr>
            <p:cNvSpPr/>
            <p:nvPr/>
          </p:nvSpPr>
          <p:spPr>
            <a:xfrm>
              <a:off x="424117" y="898245"/>
              <a:ext cx="628306" cy="387090"/>
            </a:xfrm>
            <a:prstGeom prst="parallelogram">
              <a:avLst/>
            </a:prstGeom>
            <a:solidFill>
              <a:schemeClr val="accent3">
                <a:lumMod val="75000"/>
              </a:schemeClr>
            </a:solidFill>
            <a:ln>
              <a:solidFill>
                <a:schemeClr val="accent3">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CN" sz="2200" dirty="0">
                  <a:latin typeface="Impact" panose="020B0806030902050204" pitchFamily="34" charset="0"/>
                </a:rPr>
                <a:t>01</a:t>
              </a:r>
              <a:endParaRPr lang="zh-CN" altLang="en-US" sz="2200" dirty="0">
                <a:latin typeface="Impact" panose="020B0806030902050204" pitchFamily="34" charset="0"/>
              </a:endParaRPr>
            </a:p>
          </p:txBody>
        </p:sp>
        <p:sp>
          <p:nvSpPr>
            <p:cNvPr id="3" name="文本框 2">
              <a:extLst>
                <a:ext uri="{FF2B5EF4-FFF2-40B4-BE49-F238E27FC236}">
                  <a16:creationId xmlns:a16="http://schemas.microsoft.com/office/drawing/2014/main" id="{4D6BD736-A4D3-4F26-AFED-36E11F50F70B}"/>
                </a:ext>
              </a:extLst>
            </p:cNvPr>
            <p:cNvSpPr txBox="1"/>
            <p:nvPr/>
          </p:nvSpPr>
          <p:spPr>
            <a:xfrm>
              <a:off x="1052423" y="898245"/>
              <a:ext cx="5564038" cy="400110"/>
            </a:xfrm>
            <a:prstGeom prst="rect">
              <a:avLst/>
            </a:prstGeom>
            <a:noFill/>
          </p:spPr>
          <p:txBody>
            <a:bodyPr wrap="square" rtlCol="0">
              <a:spAutoFit/>
            </a:bodyPr>
            <a:lstStyle/>
            <a:p>
              <a:r>
                <a:rPr lang="zh-CN" altLang="en-US" sz="2000" b="1" dirty="0"/>
                <a:t>回退</a:t>
              </a:r>
              <a:r>
                <a:rPr lang="en-US" altLang="zh-CN" sz="2000" b="1" dirty="0"/>
                <a:t>N</a:t>
              </a:r>
              <a:r>
                <a:rPr lang="zh-CN" altLang="en-US" sz="2000" b="1" dirty="0"/>
                <a:t>帧协议</a:t>
              </a:r>
            </a:p>
          </p:txBody>
        </p:sp>
      </p:grpSp>
      <p:grpSp>
        <p:nvGrpSpPr>
          <p:cNvPr id="20" name="组合 19">
            <a:extLst>
              <a:ext uri="{FF2B5EF4-FFF2-40B4-BE49-F238E27FC236}">
                <a16:creationId xmlns:a16="http://schemas.microsoft.com/office/drawing/2014/main" id="{87756F0E-46C2-4571-B23D-C8472E9FD1FB}"/>
              </a:ext>
            </a:extLst>
          </p:cNvPr>
          <p:cNvGrpSpPr/>
          <p:nvPr/>
        </p:nvGrpSpPr>
        <p:grpSpPr>
          <a:xfrm>
            <a:off x="475097" y="1263518"/>
            <a:ext cx="1355161" cy="5114896"/>
            <a:chOff x="475097" y="1263518"/>
            <a:chExt cx="1355161" cy="5114896"/>
          </a:xfrm>
        </p:grpSpPr>
        <p:cxnSp>
          <p:nvCxnSpPr>
            <p:cNvPr id="17" name="直接连接符 16">
              <a:extLst>
                <a:ext uri="{FF2B5EF4-FFF2-40B4-BE49-F238E27FC236}">
                  <a16:creationId xmlns:a16="http://schemas.microsoft.com/office/drawing/2014/main" id="{5A41A17A-7B81-47D8-BDBB-76B8F1AA71D6}"/>
                </a:ext>
              </a:extLst>
            </p:cNvPr>
            <p:cNvCxnSpPr>
              <a:cxnSpLocks/>
            </p:cNvCxnSpPr>
            <p:nvPr/>
          </p:nvCxnSpPr>
          <p:spPr>
            <a:xfrm flipV="1">
              <a:off x="1208367" y="2012996"/>
              <a:ext cx="0" cy="3813858"/>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nvGrpSpPr>
            <p:cNvPr id="9" name="组合 8">
              <a:extLst>
                <a:ext uri="{FF2B5EF4-FFF2-40B4-BE49-F238E27FC236}">
                  <a16:creationId xmlns:a16="http://schemas.microsoft.com/office/drawing/2014/main" id="{A2B5FA1F-35FA-42E7-8D74-E7431B6AAA3C}"/>
                </a:ext>
              </a:extLst>
            </p:cNvPr>
            <p:cNvGrpSpPr/>
            <p:nvPr/>
          </p:nvGrpSpPr>
          <p:grpSpPr>
            <a:xfrm>
              <a:off x="700096" y="5368000"/>
              <a:ext cx="905164" cy="1010414"/>
              <a:chOff x="700096" y="5368000"/>
              <a:chExt cx="905164" cy="1010414"/>
            </a:xfrm>
          </p:grpSpPr>
          <p:pic>
            <p:nvPicPr>
              <p:cNvPr id="214" name="图形 213">
                <a:extLst>
                  <a:ext uri="{FF2B5EF4-FFF2-40B4-BE49-F238E27FC236}">
                    <a16:creationId xmlns:a16="http://schemas.microsoft.com/office/drawing/2014/main" id="{D949CB40-4FF6-4E8C-991B-66D24C6ADF05}"/>
                  </a:ext>
                </a:extLst>
              </p:cNvPr>
              <p:cNvPicPr>
                <a:picLocks noChangeAspect="1"/>
              </p:cNvPicPr>
              <p:nvPr/>
            </p:nvPicPr>
            <p:blipFill>
              <a:blip r:embed="rId5">
                <a:extLst>
                  <a:ext uri="{28A0092B-C50C-407E-A947-70E740481C1C}">
                    <a14:useLocalDpi xmlns:a14="http://schemas.microsoft.com/office/drawing/2010/main" val="0"/>
                  </a:ext>
                  <a:ext uri="{96DAC541-7B7A-43D3-8B79-37D633B846F1}">
                    <asvg:svgBlip xmlns:asvg="http://schemas.microsoft.com/office/drawing/2016/SVG/main" r:embed="rId6"/>
                  </a:ext>
                </a:extLst>
              </a:blip>
              <a:stretch>
                <a:fillRect/>
              </a:stretch>
            </p:blipFill>
            <p:spPr>
              <a:xfrm>
                <a:off x="821271" y="5368000"/>
                <a:ext cx="662814" cy="641082"/>
              </a:xfrm>
              <a:prstGeom prst="rect">
                <a:avLst/>
              </a:prstGeom>
            </p:spPr>
          </p:pic>
          <p:sp>
            <p:nvSpPr>
              <p:cNvPr id="218" name="文本框 217">
                <a:extLst>
                  <a:ext uri="{FF2B5EF4-FFF2-40B4-BE49-F238E27FC236}">
                    <a16:creationId xmlns:a16="http://schemas.microsoft.com/office/drawing/2014/main" id="{584D12FE-712D-432B-A48B-3084189F6B6C}"/>
                  </a:ext>
                </a:extLst>
              </p:cNvPr>
              <p:cNvSpPr txBox="1"/>
              <p:nvPr/>
            </p:nvSpPr>
            <p:spPr>
              <a:xfrm>
                <a:off x="700096" y="6009082"/>
                <a:ext cx="905164" cy="369332"/>
              </a:xfrm>
              <a:prstGeom prst="rect">
                <a:avLst/>
              </a:prstGeom>
              <a:noFill/>
            </p:spPr>
            <p:txBody>
              <a:bodyPr wrap="square" rtlCol="0">
                <a:spAutoFit/>
              </a:bodyPr>
              <a:lstStyle/>
              <a:p>
                <a:r>
                  <a:rPr lang="zh-CN" altLang="en-US" b="1" dirty="0">
                    <a:latin typeface="+mn-ea"/>
                  </a:rPr>
                  <a:t>发送方</a:t>
                </a:r>
              </a:p>
            </p:txBody>
          </p:sp>
        </p:grpSp>
        <p:grpSp>
          <p:nvGrpSpPr>
            <p:cNvPr id="8" name="组合 7">
              <a:extLst>
                <a:ext uri="{FF2B5EF4-FFF2-40B4-BE49-F238E27FC236}">
                  <a16:creationId xmlns:a16="http://schemas.microsoft.com/office/drawing/2014/main" id="{0ACAF080-95D4-4F76-A817-06EA84E449C9}"/>
                </a:ext>
              </a:extLst>
            </p:cNvPr>
            <p:cNvGrpSpPr/>
            <p:nvPr/>
          </p:nvGrpSpPr>
          <p:grpSpPr>
            <a:xfrm>
              <a:off x="878301" y="1263518"/>
              <a:ext cx="905164" cy="1027908"/>
              <a:chOff x="878301" y="1390382"/>
              <a:chExt cx="905164" cy="1027908"/>
            </a:xfrm>
          </p:grpSpPr>
          <p:pic>
            <p:nvPicPr>
              <p:cNvPr id="210" name="图形 209">
                <a:extLst>
                  <a:ext uri="{FF2B5EF4-FFF2-40B4-BE49-F238E27FC236}">
                    <a16:creationId xmlns:a16="http://schemas.microsoft.com/office/drawing/2014/main" id="{61E01467-74F7-469C-BAD5-DFFB1234E440}"/>
                  </a:ext>
                </a:extLst>
              </p:cNvPr>
              <p:cNvPicPr>
                <a:picLocks noChangeAspect="1"/>
              </p:cNvPicPr>
              <p:nvPr/>
            </p:nvPicPr>
            <p:blipFill>
              <a:blip r:embed="rId7">
                <a:extLst>
                  <a:ext uri="{28A0092B-C50C-407E-A947-70E740481C1C}">
                    <a14:useLocalDpi xmlns:a14="http://schemas.microsoft.com/office/drawing/2010/main" val="0"/>
                  </a:ext>
                  <a:ext uri="{96DAC541-7B7A-43D3-8B79-37D633B846F1}">
                    <asvg:svgBlip xmlns:asvg="http://schemas.microsoft.com/office/drawing/2016/SVG/main" r:embed="rId8"/>
                  </a:ext>
                </a:extLst>
              </a:blip>
              <a:stretch>
                <a:fillRect/>
              </a:stretch>
            </p:blipFill>
            <p:spPr>
              <a:xfrm>
                <a:off x="984826" y="1759714"/>
                <a:ext cx="501772" cy="658576"/>
              </a:xfrm>
              <a:prstGeom prst="rect">
                <a:avLst/>
              </a:prstGeom>
            </p:spPr>
          </p:pic>
          <p:sp>
            <p:nvSpPr>
              <p:cNvPr id="219" name="文本框 218">
                <a:extLst>
                  <a:ext uri="{FF2B5EF4-FFF2-40B4-BE49-F238E27FC236}">
                    <a16:creationId xmlns:a16="http://schemas.microsoft.com/office/drawing/2014/main" id="{B105E330-42F6-4FA8-914C-123FFA0756D5}"/>
                  </a:ext>
                </a:extLst>
              </p:cNvPr>
              <p:cNvSpPr txBox="1"/>
              <p:nvPr/>
            </p:nvSpPr>
            <p:spPr>
              <a:xfrm>
                <a:off x="878301" y="1390382"/>
                <a:ext cx="905164" cy="369332"/>
              </a:xfrm>
              <a:prstGeom prst="rect">
                <a:avLst/>
              </a:prstGeom>
              <a:noFill/>
            </p:spPr>
            <p:txBody>
              <a:bodyPr wrap="square" rtlCol="0">
                <a:spAutoFit/>
              </a:bodyPr>
              <a:lstStyle/>
              <a:p>
                <a:r>
                  <a:rPr lang="zh-CN" altLang="en-US" b="1" dirty="0">
                    <a:latin typeface="+mn-ea"/>
                  </a:rPr>
                  <a:t>接收方</a:t>
                </a:r>
              </a:p>
            </p:txBody>
          </p:sp>
        </p:grpSp>
        <p:sp>
          <p:nvSpPr>
            <p:cNvPr id="57" name="云形 56">
              <a:extLst>
                <a:ext uri="{FF2B5EF4-FFF2-40B4-BE49-F238E27FC236}">
                  <a16:creationId xmlns:a16="http://schemas.microsoft.com/office/drawing/2014/main" id="{8D58A5DA-48AF-4D62-A0E1-92B6F8CBE1F4}"/>
                </a:ext>
              </a:extLst>
            </p:cNvPr>
            <p:cNvSpPr/>
            <p:nvPr/>
          </p:nvSpPr>
          <p:spPr>
            <a:xfrm>
              <a:off x="475097" y="3429014"/>
              <a:ext cx="1355161" cy="801398"/>
            </a:xfrm>
            <a:prstGeom prst="cloud">
              <a:avLst/>
            </a:prstGeom>
            <a:solidFill>
              <a:schemeClr val="bg1">
                <a:lumMod val="85000"/>
              </a:schemeClr>
            </a:solidFill>
            <a:ln>
              <a:solidFill>
                <a:schemeClr val="bg1">
                  <a:lumMod val="85000"/>
                </a:schemeClr>
              </a:solidFill>
            </a:ln>
          </p:spPr>
          <p:style>
            <a:lnRef idx="2">
              <a:schemeClr val="accent3">
                <a:shade val="50000"/>
              </a:schemeClr>
            </a:lnRef>
            <a:fillRef idx="1">
              <a:schemeClr val="accent3"/>
            </a:fillRef>
            <a:effectRef idx="0">
              <a:schemeClr val="accent3"/>
            </a:effectRef>
            <a:fontRef idx="minor">
              <a:schemeClr val="lt1"/>
            </a:fontRef>
          </p:style>
          <p:txBody>
            <a:bodyPr rtlCol="0" anchor="ctr"/>
            <a:lstStyle/>
            <a:p>
              <a:pPr algn="ctr"/>
              <a:r>
                <a:rPr lang="zh-CN" altLang="en-US" b="1" dirty="0">
                  <a:solidFill>
                    <a:schemeClr val="tx1"/>
                  </a:solidFill>
                  <a:latin typeface="+mn-ea"/>
                </a:rPr>
                <a:t>因特网</a:t>
              </a:r>
            </a:p>
          </p:txBody>
        </p:sp>
      </p:grpSp>
      <p:graphicFrame>
        <p:nvGraphicFramePr>
          <p:cNvPr id="21" name="表格 21">
            <a:extLst>
              <a:ext uri="{FF2B5EF4-FFF2-40B4-BE49-F238E27FC236}">
                <a16:creationId xmlns:a16="http://schemas.microsoft.com/office/drawing/2014/main" id="{CE497585-4F97-4F44-9ABE-D7BBA16B40E0}"/>
              </a:ext>
            </a:extLst>
          </p:cNvPr>
          <p:cNvGraphicFramePr>
            <a:graphicFrameLocks noGrp="1"/>
          </p:cNvGraphicFramePr>
          <p:nvPr/>
        </p:nvGraphicFramePr>
        <p:xfrm>
          <a:off x="2302929" y="5557308"/>
          <a:ext cx="9067800" cy="370840"/>
        </p:xfrm>
        <a:graphic>
          <a:graphicData uri="http://schemas.openxmlformats.org/drawingml/2006/table">
            <a:tbl>
              <a:tblPr firstRow="1" bandRow="1">
                <a:tableStyleId>{5C22544A-7EE6-4342-B048-85BDC9FD1C3A}</a:tableStyleId>
              </a:tblPr>
              <a:tblGrid>
                <a:gridCol w="755650">
                  <a:extLst>
                    <a:ext uri="{9D8B030D-6E8A-4147-A177-3AD203B41FA5}">
                      <a16:colId xmlns:a16="http://schemas.microsoft.com/office/drawing/2014/main" val="877486509"/>
                    </a:ext>
                  </a:extLst>
                </a:gridCol>
                <a:gridCol w="755650">
                  <a:extLst>
                    <a:ext uri="{9D8B030D-6E8A-4147-A177-3AD203B41FA5}">
                      <a16:colId xmlns:a16="http://schemas.microsoft.com/office/drawing/2014/main" val="3548605817"/>
                    </a:ext>
                  </a:extLst>
                </a:gridCol>
                <a:gridCol w="755650">
                  <a:extLst>
                    <a:ext uri="{9D8B030D-6E8A-4147-A177-3AD203B41FA5}">
                      <a16:colId xmlns:a16="http://schemas.microsoft.com/office/drawing/2014/main" val="2881812895"/>
                    </a:ext>
                  </a:extLst>
                </a:gridCol>
                <a:gridCol w="755650">
                  <a:extLst>
                    <a:ext uri="{9D8B030D-6E8A-4147-A177-3AD203B41FA5}">
                      <a16:colId xmlns:a16="http://schemas.microsoft.com/office/drawing/2014/main" val="3682284582"/>
                    </a:ext>
                  </a:extLst>
                </a:gridCol>
                <a:gridCol w="755650">
                  <a:extLst>
                    <a:ext uri="{9D8B030D-6E8A-4147-A177-3AD203B41FA5}">
                      <a16:colId xmlns:a16="http://schemas.microsoft.com/office/drawing/2014/main" val="500127722"/>
                    </a:ext>
                  </a:extLst>
                </a:gridCol>
                <a:gridCol w="755650">
                  <a:extLst>
                    <a:ext uri="{9D8B030D-6E8A-4147-A177-3AD203B41FA5}">
                      <a16:colId xmlns:a16="http://schemas.microsoft.com/office/drawing/2014/main" val="2946259618"/>
                    </a:ext>
                  </a:extLst>
                </a:gridCol>
                <a:gridCol w="755650">
                  <a:extLst>
                    <a:ext uri="{9D8B030D-6E8A-4147-A177-3AD203B41FA5}">
                      <a16:colId xmlns:a16="http://schemas.microsoft.com/office/drawing/2014/main" val="171501986"/>
                    </a:ext>
                  </a:extLst>
                </a:gridCol>
                <a:gridCol w="755650">
                  <a:extLst>
                    <a:ext uri="{9D8B030D-6E8A-4147-A177-3AD203B41FA5}">
                      <a16:colId xmlns:a16="http://schemas.microsoft.com/office/drawing/2014/main" val="1667185265"/>
                    </a:ext>
                  </a:extLst>
                </a:gridCol>
                <a:gridCol w="755650">
                  <a:extLst>
                    <a:ext uri="{9D8B030D-6E8A-4147-A177-3AD203B41FA5}">
                      <a16:colId xmlns:a16="http://schemas.microsoft.com/office/drawing/2014/main" val="4258211808"/>
                    </a:ext>
                  </a:extLst>
                </a:gridCol>
                <a:gridCol w="755650">
                  <a:extLst>
                    <a:ext uri="{9D8B030D-6E8A-4147-A177-3AD203B41FA5}">
                      <a16:colId xmlns:a16="http://schemas.microsoft.com/office/drawing/2014/main" val="1794200575"/>
                    </a:ext>
                  </a:extLst>
                </a:gridCol>
                <a:gridCol w="755650">
                  <a:extLst>
                    <a:ext uri="{9D8B030D-6E8A-4147-A177-3AD203B41FA5}">
                      <a16:colId xmlns:a16="http://schemas.microsoft.com/office/drawing/2014/main" val="4230716487"/>
                    </a:ext>
                  </a:extLst>
                </a:gridCol>
                <a:gridCol w="755650">
                  <a:extLst>
                    <a:ext uri="{9D8B030D-6E8A-4147-A177-3AD203B41FA5}">
                      <a16:colId xmlns:a16="http://schemas.microsoft.com/office/drawing/2014/main" val="56153739"/>
                    </a:ext>
                  </a:extLst>
                </a:gridCol>
              </a:tblGrid>
              <a:tr h="370840">
                <a:tc>
                  <a:txBody>
                    <a:bodyPr/>
                    <a:lstStyle/>
                    <a:p>
                      <a:pPr algn="ctr"/>
                      <a:r>
                        <a:rPr lang="en-US" altLang="zh-CN" dirty="0">
                          <a:solidFill>
                            <a:schemeClr val="tx1"/>
                          </a:solidFill>
                          <a:latin typeface="Arial Black" panose="020B0A04020102020204" pitchFamily="34" charset="0"/>
                        </a:rPr>
                        <a:t>0</a:t>
                      </a:r>
                      <a:endParaRPr lang="zh-CN" altLang="en-US" dirty="0">
                        <a:solidFill>
                          <a:schemeClr val="tx1"/>
                        </a:solidFill>
                        <a:latin typeface="Arial Black" panose="020B0A04020102020204" pitchFamily="34" charset="0"/>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ctr"/>
                      <a:r>
                        <a:rPr lang="en-US" altLang="zh-CN" dirty="0">
                          <a:solidFill>
                            <a:schemeClr val="tx1"/>
                          </a:solidFill>
                          <a:latin typeface="Arial Black" panose="020B0A04020102020204" pitchFamily="34" charset="0"/>
                        </a:rPr>
                        <a:t>1</a:t>
                      </a:r>
                      <a:endParaRPr lang="zh-CN" altLang="en-US" dirty="0">
                        <a:solidFill>
                          <a:schemeClr val="tx1"/>
                        </a:solidFill>
                        <a:latin typeface="Arial Black" panose="020B0A04020102020204" pitchFamily="34" charset="0"/>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ctr"/>
                      <a:r>
                        <a:rPr lang="en-US" altLang="zh-CN" dirty="0">
                          <a:solidFill>
                            <a:schemeClr val="tx1"/>
                          </a:solidFill>
                          <a:latin typeface="Arial Black" panose="020B0A04020102020204" pitchFamily="34" charset="0"/>
                        </a:rPr>
                        <a:t>2</a:t>
                      </a:r>
                      <a:endParaRPr lang="zh-CN" altLang="en-US" dirty="0">
                        <a:solidFill>
                          <a:schemeClr val="tx1"/>
                        </a:solidFill>
                        <a:latin typeface="Arial Black" panose="020B0A04020102020204" pitchFamily="34" charset="0"/>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ctr"/>
                      <a:r>
                        <a:rPr lang="en-US" altLang="zh-CN" dirty="0">
                          <a:solidFill>
                            <a:schemeClr val="tx1"/>
                          </a:solidFill>
                          <a:latin typeface="Arial Black" panose="020B0A04020102020204" pitchFamily="34" charset="0"/>
                        </a:rPr>
                        <a:t>3</a:t>
                      </a:r>
                      <a:endParaRPr lang="zh-CN" altLang="en-US" dirty="0">
                        <a:solidFill>
                          <a:schemeClr val="tx1"/>
                        </a:solidFill>
                        <a:latin typeface="Arial Black" panose="020B0A04020102020204" pitchFamily="34" charset="0"/>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ctr"/>
                      <a:r>
                        <a:rPr lang="en-US" altLang="zh-CN" dirty="0">
                          <a:solidFill>
                            <a:schemeClr val="tx1"/>
                          </a:solidFill>
                          <a:latin typeface="Arial Black" panose="020B0A04020102020204" pitchFamily="34" charset="0"/>
                        </a:rPr>
                        <a:t>4</a:t>
                      </a:r>
                      <a:endParaRPr lang="zh-CN" altLang="en-US" dirty="0">
                        <a:solidFill>
                          <a:schemeClr val="tx1"/>
                        </a:solidFill>
                        <a:latin typeface="Arial Black" panose="020B0A04020102020204" pitchFamily="34" charset="0"/>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ctr"/>
                      <a:r>
                        <a:rPr lang="en-US" altLang="zh-CN" dirty="0">
                          <a:solidFill>
                            <a:schemeClr val="tx1"/>
                          </a:solidFill>
                          <a:latin typeface="Arial Black" panose="020B0A04020102020204" pitchFamily="34" charset="0"/>
                        </a:rPr>
                        <a:t>5</a:t>
                      </a:r>
                      <a:endParaRPr lang="zh-CN" altLang="en-US" dirty="0">
                        <a:solidFill>
                          <a:schemeClr val="tx1"/>
                        </a:solidFill>
                        <a:latin typeface="Arial Black" panose="020B0A04020102020204" pitchFamily="34" charset="0"/>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ctr"/>
                      <a:r>
                        <a:rPr lang="en-US" altLang="zh-CN" dirty="0">
                          <a:solidFill>
                            <a:schemeClr val="tx1"/>
                          </a:solidFill>
                          <a:latin typeface="Arial Black" panose="020B0A04020102020204" pitchFamily="34" charset="0"/>
                        </a:rPr>
                        <a:t>6</a:t>
                      </a:r>
                      <a:endParaRPr lang="zh-CN" altLang="en-US" dirty="0">
                        <a:solidFill>
                          <a:schemeClr val="tx1"/>
                        </a:solidFill>
                        <a:latin typeface="Arial Black" panose="020B0A04020102020204" pitchFamily="34" charset="0"/>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ctr"/>
                      <a:r>
                        <a:rPr lang="en-US" altLang="zh-CN" dirty="0">
                          <a:solidFill>
                            <a:schemeClr val="tx1"/>
                          </a:solidFill>
                          <a:latin typeface="Arial Black" panose="020B0A04020102020204" pitchFamily="34" charset="0"/>
                        </a:rPr>
                        <a:t>7</a:t>
                      </a:r>
                      <a:endParaRPr lang="zh-CN" altLang="en-US" dirty="0">
                        <a:solidFill>
                          <a:schemeClr val="tx1"/>
                        </a:solidFill>
                        <a:latin typeface="Arial Black" panose="020B0A04020102020204" pitchFamily="34" charset="0"/>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ctr"/>
                      <a:r>
                        <a:rPr lang="en-US" altLang="zh-CN" dirty="0">
                          <a:solidFill>
                            <a:schemeClr val="tx1"/>
                          </a:solidFill>
                          <a:latin typeface="Arial Black" panose="020B0A04020102020204" pitchFamily="34" charset="0"/>
                        </a:rPr>
                        <a:t>0</a:t>
                      </a:r>
                      <a:endParaRPr lang="zh-CN" altLang="en-US" dirty="0">
                        <a:solidFill>
                          <a:schemeClr val="tx1"/>
                        </a:solidFill>
                        <a:latin typeface="Arial Black" panose="020B0A04020102020204" pitchFamily="34" charset="0"/>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ctr"/>
                      <a:r>
                        <a:rPr lang="en-US" altLang="zh-CN" dirty="0">
                          <a:solidFill>
                            <a:schemeClr val="tx1"/>
                          </a:solidFill>
                          <a:latin typeface="Arial Black" panose="020B0A04020102020204" pitchFamily="34" charset="0"/>
                        </a:rPr>
                        <a:t>1</a:t>
                      </a:r>
                      <a:endParaRPr lang="zh-CN" altLang="en-US" dirty="0">
                        <a:solidFill>
                          <a:schemeClr val="tx1"/>
                        </a:solidFill>
                        <a:latin typeface="Arial Black" panose="020B0A04020102020204" pitchFamily="34" charset="0"/>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ctr"/>
                      <a:r>
                        <a:rPr lang="en-US" altLang="zh-CN" dirty="0">
                          <a:solidFill>
                            <a:schemeClr val="tx1"/>
                          </a:solidFill>
                          <a:latin typeface="Arial Black" panose="020B0A04020102020204" pitchFamily="34" charset="0"/>
                        </a:rPr>
                        <a:t>2</a:t>
                      </a:r>
                      <a:endParaRPr lang="zh-CN" altLang="en-US" dirty="0">
                        <a:solidFill>
                          <a:schemeClr val="tx1"/>
                        </a:solidFill>
                        <a:latin typeface="Arial Black" panose="020B0A04020102020204" pitchFamily="34" charset="0"/>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ctr"/>
                      <a:r>
                        <a:rPr lang="en-US" altLang="zh-CN" dirty="0">
                          <a:solidFill>
                            <a:schemeClr val="tx1"/>
                          </a:solidFill>
                          <a:latin typeface="Arial Black" panose="020B0A04020102020204" pitchFamily="34" charset="0"/>
                        </a:rPr>
                        <a:t>…</a:t>
                      </a:r>
                      <a:endParaRPr lang="zh-CN" altLang="en-US" dirty="0">
                        <a:solidFill>
                          <a:schemeClr val="tx1"/>
                        </a:solidFill>
                        <a:latin typeface="Arial Black" panose="020B0A04020102020204" pitchFamily="34" charset="0"/>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extLst>
                  <a:ext uri="{0D108BD9-81ED-4DB2-BD59-A6C34878D82A}">
                    <a16:rowId xmlns:a16="http://schemas.microsoft.com/office/drawing/2014/main" val="316235763"/>
                  </a:ext>
                </a:extLst>
              </a:tr>
            </a:tbl>
          </a:graphicData>
        </a:graphic>
      </p:graphicFrame>
      <p:graphicFrame>
        <p:nvGraphicFramePr>
          <p:cNvPr id="68" name="表格 21">
            <a:extLst>
              <a:ext uri="{FF2B5EF4-FFF2-40B4-BE49-F238E27FC236}">
                <a16:creationId xmlns:a16="http://schemas.microsoft.com/office/drawing/2014/main" id="{D9B4273D-C94E-42E6-A39B-908C6FA1D8AF}"/>
              </a:ext>
            </a:extLst>
          </p:cNvPr>
          <p:cNvGraphicFramePr>
            <a:graphicFrameLocks noGrp="1"/>
          </p:cNvGraphicFramePr>
          <p:nvPr/>
        </p:nvGraphicFramePr>
        <p:xfrm>
          <a:off x="2302929" y="1827576"/>
          <a:ext cx="9067800" cy="370840"/>
        </p:xfrm>
        <a:graphic>
          <a:graphicData uri="http://schemas.openxmlformats.org/drawingml/2006/table">
            <a:tbl>
              <a:tblPr firstRow="1" bandRow="1">
                <a:tableStyleId>{5C22544A-7EE6-4342-B048-85BDC9FD1C3A}</a:tableStyleId>
              </a:tblPr>
              <a:tblGrid>
                <a:gridCol w="755650">
                  <a:extLst>
                    <a:ext uri="{9D8B030D-6E8A-4147-A177-3AD203B41FA5}">
                      <a16:colId xmlns:a16="http://schemas.microsoft.com/office/drawing/2014/main" val="877486509"/>
                    </a:ext>
                  </a:extLst>
                </a:gridCol>
                <a:gridCol w="755650">
                  <a:extLst>
                    <a:ext uri="{9D8B030D-6E8A-4147-A177-3AD203B41FA5}">
                      <a16:colId xmlns:a16="http://schemas.microsoft.com/office/drawing/2014/main" val="3548605817"/>
                    </a:ext>
                  </a:extLst>
                </a:gridCol>
                <a:gridCol w="755650">
                  <a:extLst>
                    <a:ext uri="{9D8B030D-6E8A-4147-A177-3AD203B41FA5}">
                      <a16:colId xmlns:a16="http://schemas.microsoft.com/office/drawing/2014/main" val="2881812895"/>
                    </a:ext>
                  </a:extLst>
                </a:gridCol>
                <a:gridCol w="755650">
                  <a:extLst>
                    <a:ext uri="{9D8B030D-6E8A-4147-A177-3AD203B41FA5}">
                      <a16:colId xmlns:a16="http://schemas.microsoft.com/office/drawing/2014/main" val="3682284582"/>
                    </a:ext>
                  </a:extLst>
                </a:gridCol>
                <a:gridCol w="755650">
                  <a:extLst>
                    <a:ext uri="{9D8B030D-6E8A-4147-A177-3AD203B41FA5}">
                      <a16:colId xmlns:a16="http://schemas.microsoft.com/office/drawing/2014/main" val="500127722"/>
                    </a:ext>
                  </a:extLst>
                </a:gridCol>
                <a:gridCol w="755650">
                  <a:extLst>
                    <a:ext uri="{9D8B030D-6E8A-4147-A177-3AD203B41FA5}">
                      <a16:colId xmlns:a16="http://schemas.microsoft.com/office/drawing/2014/main" val="2946259618"/>
                    </a:ext>
                  </a:extLst>
                </a:gridCol>
                <a:gridCol w="755650">
                  <a:extLst>
                    <a:ext uri="{9D8B030D-6E8A-4147-A177-3AD203B41FA5}">
                      <a16:colId xmlns:a16="http://schemas.microsoft.com/office/drawing/2014/main" val="171501986"/>
                    </a:ext>
                  </a:extLst>
                </a:gridCol>
                <a:gridCol w="755650">
                  <a:extLst>
                    <a:ext uri="{9D8B030D-6E8A-4147-A177-3AD203B41FA5}">
                      <a16:colId xmlns:a16="http://schemas.microsoft.com/office/drawing/2014/main" val="1667185265"/>
                    </a:ext>
                  </a:extLst>
                </a:gridCol>
                <a:gridCol w="755650">
                  <a:extLst>
                    <a:ext uri="{9D8B030D-6E8A-4147-A177-3AD203B41FA5}">
                      <a16:colId xmlns:a16="http://schemas.microsoft.com/office/drawing/2014/main" val="4258211808"/>
                    </a:ext>
                  </a:extLst>
                </a:gridCol>
                <a:gridCol w="755650">
                  <a:extLst>
                    <a:ext uri="{9D8B030D-6E8A-4147-A177-3AD203B41FA5}">
                      <a16:colId xmlns:a16="http://schemas.microsoft.com/office/drawing/2014/main" val="1794200575"/>
                    </a:ext>
                  </a:extLst>
                </a:gridCol>
                <a:gridCol w="755650">
                  <a:extLst>
                    <a:ext uri="{9D8B030D-6E8A-4147-A177-3AD203B41FA5}">
                      <a16:colId xmlns:a16="http://schemas.microsoft.com/office/drawing/2014/main" val="4230716487"/>
                    </a:ext>
                  </a:extLst>
                </a:gridCol>
                <a:gridCol w="755650">
                  <a:extLst>
                    <a:ext uri="{9D8B030D-6E8A-4147-A177-3AD203B41FA5}">
                      <a16:colId xmlns:a16="http://schemas.microsoft.com/office/drawing/2014/main" val="56153739"/>
                    </a:ext>
                  </a:extLst>
                </a:gridCol>
              </a:tblGrid>
              <a:tr h="370840">
                <a:tc>
                  <a:txBody>
                    <a:bodyPr/>
                    <a:lstStyle/>
                    <a:p>
                      <a:pPr algn="ctr"/>
                      <a:r>
                        <a:rPr lang="en-US" altLang="zh-CN" dirty="0">
                          <a:solidFill>
                            <a:schemeClr val="tx1"/>
                          </a:solidFill>
                          <a:latin typeface="Arial Black" panose="020B0A04020102020204" pitchFamily="34" charset="0"/>
                        </a:rPr>
                        <a:t>0</a:t>
                      </a:r>
                      <a:endParaRPr lang="zh-CN" altLang="en-US" dirty="0">
                        <a:solidFill>
                          <a:schemeClr val="tx1"/>
                        </a:solidFill>
                        <a:latin typeface="Arial Black" panose="020B0A04020102020204" pitchFamily="34" charset="0"/>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ctr"/>
                      <a:r>
                        <a:rPr lang="en-US" altLang="zh-CN" dirty="0">
                          <a:solidFill>
                            <a:schemeClr val="tx1"/>
                          </a:solidFill>
                          <a:latin typeface="Arial Black" panose="020B0A04020102020204" pitchFamily="34" charset="0"/>
                        </a:rPr>
                        <a:t>1</a:t>
                      </a:r>
                      <a:endParaRPr lang="zh-CN" altLang="en-US" dirty="0">
                        <a:solidFill>
                          <a:schemeClr val="tx1"/>
                        </a:solidFill>
                        <a:latin typeface="Arial Black" panose="020B0A04020102020204" pitchFamily="34" charset="0"/>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ctr"/>
                      <a:r>
                        <a:rPr lang="en-US" altLang="zh-CN" dirty="0">
                          <a:solidFill>
                            <a:schemeClr val="tx1"/>
                          </a:solidFill>
                          <a:latin typeface="Arial Black" panose="020B0A04020102020204" pitchFamily="34" charset="0"/>
                        </a:rPr>
                        <a:t>2</a:t>
                      </a:r>
                      <a:endParaRPr lang="zh-CN" altLang="en-US" dirty="0">
                        <a:solidFill>
                          <a:schemeClr val="tx1"/>
                        </a:solidFill>
                        <a:latin typeface="Arial Black" panose="020B0A04020102020204" pitchFamily="34" charset="0"/>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ctr"/>
                      <a:r>
                        <a:rPr lang="en-US" altLang="zh-CN" dirty="0">
                          <a:solidFill>
                            <a:schemeClr val="tx1"/>
                          </a:solidFill>
                          <a:latin typeface="Arial Black" panose="020B0A04020102020204" pitchFamily="34" charset="0"/>
                        </a:rPr>
                        <a:t>3</a:t>
                      </a:r>
                      <a:endParaRPr lang="zh-CN" altLang="en-US" dirty="0">
                        <a:solidFill>
                          <a:schemeClr val="tx1"/>
                        </a:solidFill>
                        <a:latin typeface="Arial Black" panose="020B0A04020102020204" pitchFamily="34" charset="0"/>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ctr"/>
                      <a:r>
                        <a:rPr lang="en-US" altLang="zh-CN" dirty="0">
                          <a:solidFill>
                            <a:schemeClr val="tx1"/>
                          </a:solidFill>
                          <a:latin typeface="Arial Black" panose="020B0A04020102020204" pitchFamily="34" charset="0"/>
                        </a:rPr>
                        <a:t>4</a:t>
                      </a:r>
                      <a:endParaRPr lang="zh-CN" altLang="en-US" dirty="0">
                        <a:solidFill>
                          <a:schemeClr val="tx1"/>
                        </a:solidFill>
                        <a:latin typeface="Arial Black" panose="020B0A04020102020204" pitchFamily="34" charset="0"/>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ctr"/>
                      <a:r>
                        <a:rPr lang="en-US" altLang="zh-CN" dirty="0">
                          <a:solidFill>
                            <a:schemeClr val="tx1"/>
                          </a:solidFill>
                          <a:latin typeface="Arial Black" panose="020B0A04020102020204" pitchFamily="34" charset="0"/>
                        </a:rPr>
                        <a:t>5</a:t>
                      </a:r>
                      <a:endParaRPr lang="zh-CN" altLang="en-US" dirty="0">
                        <a:solidFill>
                          <a:schemeClr val="tx1"/>
                        </a:solidFill>
                        <a:latin typeface="Arial Black" panose="020B0A04020102020204" pitchFamily="34" charset="0"/>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ctr"/>
                      <a:r>
                        <a:rPr lang="en-US" altLang="zh-CN" dirty="0">
                          <a:solidFill>
                            <a:schemeClr val="tx1"/>
                          </a:solidFill>
                          <a:latin typeface="Arial Black" panose="020B0A04020102020204" pitchFamily="34" charset="0"/>
                        </a:rPr>
                        <a:t>6</a:t>
                      </a:r>
                      <a:endParaRPr lang="zh-CN" altLang="en-US" dirty="0">
                        <a:solidFill>
                          <a:schemeClr val="tx1"/>
                        </a:solidFill>
                        <a:latin typeface="Arial Black" panose="020B0A04020102020204" pitchFamily="34" charset="0"/>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ctr"/>
                      <a:r>
                        <a:rPr lang="en-US" altLang="zh-CN" dirty="0">
                          <a:solidFill>
                            <a:schemeClr val="tx1"/>
                          </a:solidFill>
                          <a:latin typeface="Arial Black" panose="020B0A04020102020204" pitchFamily="34" charset="0"/>
                        </a:rPr>
                        <a:t>7</a:t>
                      </a:r>
                      <a:endParaRPr lang="zh-CN" altLang="en-US" dirty="0">
                        <a:solidFill>
                          <a:schemeClr val="tx1"/>
                        </a:solidFill>
                        <a:latin typeface="Arial Black" panose="020B0A04020102020204" pitchFamily="34" charset="0"/>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ctr"/>
                      <a:r>
                        <a:rPr lang="en-US" altLang="zh-CN" dirty="0">
                          <a:solidFill>
                            <a:schemeClr val="tx1"/>
                          </a:solidFill>
                          <a:latin typeface="Arial Black" panose="020B0A04020102020204" pitchFamily="34" charset="0"/>
                        </a:rPr>
                        <a:t>0</a:t>
                      </a:r>
                      <a:endParaRPr lang="zh-CN" altLang="en-US" dirty="0">
                        <a:solidFill>
                          <a:schemeClr val="tx1"/>
                        </a:solidFill>
                        <a:latin typeface="Arial Black" panose="020B0A04020102020204" pitchFamily="34" charset="0"/>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ctr"/>
                      <a:r>
                        <a:rPr lang="en-US" altLang="zh-CN" dirty="0">
                          <a:solidFill>
                            <a:schemeClr val="tx1"/>
                          </a:solidFill>
                          <a:latin typeface="Arial Black" panose="020B0A04020102020204" pitchFamily="34" charset="0"/>
                        </a:rPr>
                        <a:t>1</a:t>
                      </a:r>
                      <a:endParaRPr lang="zh-CN" altLang="en-US" dirty="0">
                        <a:solidFill>
                          <a:schemeClr val="tx1"/>
                        </a:solidFill>
                        <a:latin typeface="Arial Black" panose="020B0A04020102020204" pitchFamily="34" charset="0"/>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ctr"/>
                      <a:r>
                        <a:rPr lang="en-US" altLang="zh-CN" dirty="0">
                          <a:solidFill>
                            <a:schemeClr val="tx1"/>
                          </a:solidFill>
                          <a:latin typeface="Arial Black" panose="020B0A04020102020204" pitchFamily="34" charset="0"/>
                        </a:rPr>
                        <a:t>2</a:t>
                      </a:r>
                      <a:endParaRPr lang="zh-CN" altLang="en-US" dirty="0">
                        <a:solidFill>
                          <a:schemeClr val="tx1"/>
                        </a:solidFill>
                        <a:latin typeface="Arial Black" panose="020B0A04020102020204" pitchFamily="34" charset="0"/>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ctr"/>
                      <a:r>
                        <a:rPr lang="en-US" altLang="zh-CN" dirty="0">
                          <a:solidFill>
                            <a:schemeClr val="tx1"/>
                          </a:solidFill>
                          <a:latin typeface="Arial Black" panose="020B0A04020102020204" pitchFamily="34" charset="0"/>
                        </a:rPr>
                        <a:t>…</a:t>
                      </a:r>
                      <a:endParaRPr lang="zh-CN" altLang="en-US" dirty="0">
                        <a:solidFill>
                          <a:schemeClr val="tx1"/>
                        </a:solidFill>
                        <a:latin typeface="Arial Black" panose="020B0A04020102020204" pitchFamily="34" charset="0"/>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extLst>
                  <a:ext uri="{0D108BD9-81ED-4DB2-BD59-A6C34878D82A}">
                    <a16:rowId xmlns:a16="http://schemas.microsoft.com/office/drawing/2014/main" val="316235763"/>
                  </a:ext>
                </a:extLst>
              </a:tr>
            </a:tbl>
          </a:graphicData>
        </a:graphic>
      </p:graphicFrame>
      <p:sp>
        <p:nvSpPr>
          <p:cNvPr id="13" name="矩形 12">
            <a:extLst>
              <a:ext uri="{FF2B5EF4-FFF2-40B4-BE49-F238E27FC236}">
                <a16:creationId xmlns:a16="http://schemas.microsoft.com/office/drawing/2014/main" id="{14642CA0-C4C4-44A5-BD3D-9FB5C2470514}"/>
              </a:ext>
            </a:extLst>
          </p:cNvPr>
          <p:cNvSpPr/>
          <p:nvPr/>
        </p:nvSpPr>
        <p:spPr>
          <a:xfrm>
            <a:off x="2300222" y="5537182"/>
            <a:ext cx="3780000" cy="390966"/>
          </a:xfrm>
          <a:prstGeom prst="rect">
            <a:avLst/>
          </a:prstGeom>
          <a:solidFill>
            <a:schemeClr val="accent3">
              <a:alpha val="74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30" name="矩形 29">
            <a:extLst>
              <a:ext uri="{FF2B5EF4-FFF2-40B4-BE49-F238E27FC236}">
                <a16:creationId xmlns:a16="http://schemas.microsoft.com/office/drawing/2014/main" id="{D1F1FAB1-144B-409B-87EA-0CC44441BA84}"/>
              </a:ext>
            </a:extLst>
          </p:cNvPr>
          <p:cNvSpPr/>
          <p:nvPr/>
        </p:nvSpPr>
        <p:spPr>
          <a:xfrm>
            <a:off x="3024307" y="2892707"/>
            <a:ext cx="256976" cy="256976"/>
          </a:xfrm>
          <a:prstGeom prst="rect">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31" name="íşlïḍè">
            <a:extLst>
              <a:ext uri="{FF2B5EF4-FFF2-40B4-BE49-F238E27FC236}">
                <a16:creationId xmlns:a16="http://schemas.microsoft.com/office/drawing/2014/main" id="{58CDDEB0-455B-47EC-82A0-3ACACCFDFF9B}"/>
              </a:ext>
            </a:extLst>
          </p:cNvPr>
          <p:cNvSpPr txBox="1"/>
          <p:nvPr/>
        </p:nvSpPr>
        <p:spPr>
          <a:xfrm>
            <a:off x="3341535" y="2838386"/>
            <a:ext cx="8545666" cy="369332"/>
          </a:xfrm>
          <a:prstGeom prst="rect">
            <a:avLst/>
          </a:prstGeom>
          <a:noFill/>
        </p:spPr>
        <p:txBody>
          <a:bodyPr wrap="square" lIns="91440" tIns="45720" rIns="91440" bIns="45720" anchor="ctr">
            <a:noAutofit/>
          </a:bodyPr>
          <a:lstStyle/>
          <a:p>
            <a:r>
              <a:rPr lang="zh-CN" altLang="en-US" b="1" dirty="0"/>
              <a:t>回退</a:t>
            </a:r>
            <a:r>
              <a:rPr lang="en-US" altLang="zh-CN" b="1" dirty="0"/>
              <a:t>N</a:t>
            </a:r>
            <a:r>
              <a:rPr lang="zh-CN" altLang="en-US" b="1" dirty="0"/>
              <a:t>帧协议的接收方采用</a:t>
            </a:r>
            <a:r>
              <a:rPr lang="zh-CN" altLang="en-US" b="1" dirty="0">
                <a:solidFill>
                  <a:schemeClr val="accent1">
                    <a:lumMod val="75000"/>
                  </a:schemeClr>
                </a:solidFill>
              </a:rPr>
              <a:t>累积确认</a:t>
            </a:r>
            <a:r>
              <a:rPr lang="zh-CN" altLang="en-US" b="1" dirty="0"/>
              <a:t>方式。</a:t>
            </a:r>
            <a:endParaRPr lang="en-US" altLang="zh-CN" b="1" dirty="0"/>
          </a:p>
        </p:txBody>
      </p:sp>
      <p:sp>
        <p:nvSpPr>
          <p:cNvPr id="32" name="矩形 31">
            <a:extLst>
              <a:ext uri="{FF2B5EF4-FFF2-40B4-BE49-F238E27FC236}">
                <a16:creationId xmlns:a16="http://schemas.microsoft.com/office/drawing/2014/main" id="{D1A5EA08-8784-4242-9B27-8CC5F92011FD}"/>
              </a:ext>
            </a:extLst>
          </p:cNvPr>
          <p:cNvSpPr/>
          <p:nvPr/>
        </p:nvSpPr>
        <p:spPr>
          <a:xfrm>
            <a:off x="3439844" y="3330150"/>
            <a:ext cx="256976" cy="256976"/>
          </a:xfrm>
          <a:prstGeom prst="rect">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33" name="íşlïḍè">
            <a:extLst>
              <a:ext uri="{FF2B5EF4-FFF2-40B4-BE49-F238E27FC236}">
                <a16:creationId xmlns:a16="http://schemas.microsoft.com/office/drawing/2014/main" id="{736EA9E8-176B-4D3C-A0EA-B2DD80DB2FFD}"/>
              </a:ext>
            </a:extLst>
          </p:cNvPr>
          <p:cNvSpPr txBox="1"/>
          <p:nvPr/>
        </p:nvSpPr>
        <p:spPr>
          <a:xfrm>
            <a:off x="3757072" y="3275829"/>
            <a:ext cx="8130125" cy="618594"/>
          </a:xfrm>
          <a:prstGeom prst="rect">
            <a:avLst/>
          </a:prstGeom>
          <a:noFill/>
        </p:spPr>
        <p:txBody>
          <a:bodyPr wrap="square" lIns="91440" tIns="45720" rIns="91440" bIns="45720" anchor="ctr">
            <a:noAutofit/>
          </a:bodyPr>
          <a:lstStyle/>
          <a:p>
            <a:r>
              <a:rPr lang="zh-CN" altLang="en-US" b="1" dirty="0"/>
              <a:t>接收方不必对收到的每一个数据分组都发送一个确认分组，而是可以在收到几个序号连续的数据分组后，对按序到达的最后一个数据分组发送确认分组。</a:t>
            </a:r>
            <a:endParaRPr lang="en-US" altLang="zh-CN" b="1" dirty="0"/>
          </a:p>
        </p:txBody>
      </p:sp>
      <p:sp>
        <p:nvSpPr>
          <p:cNvPr id="36" name="矩形 35">
            <a:extLst>
              <a:ext uri="{FF2B5EF4-FFF2-40B4-BE49-F238E27FC236}">
                <a16:creationId xmlns:a16="http://schemas.microsoft.com/office/drawing/2014/main" id="{F8B281F5-0039-43CF-9A08-A2EBCF543D23}"/>
              </a:ext>
            </a:extLst>
          </p:cNvPr>
          <p:cNvSpPr/>
          <p:nvPr/>
        </p:nvSpPr>
        <p:spPr>
          <a:xfrm>
            <a:off x="3439844" y="4018994"/>
            <a:ext cx="256976" cy="256976"/>
          </a:xfrm>
          <a:prstGeom prst="rect">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37" name="íşlïḍè">
            <a:extLst>
              <a:ext uri="{FF2B5EF4-FFF2-40B4-BE49-F238E27FC236}">
                <a16:creationId xmlns:a16="http://schemas.microsoft.com/office/drawing/2014/main" id="{EBF75F0A-1FDB-4C82-9F30-DFD856322651}"/>
              </a:ext>
            </a:extLst>
          </p:cNvPr>
          <p:cNvSpPr txBox="1"/>
          <p:nvPr/>
        </p:nvSpPr>
        <p:spPr>
          <a:xfrm>
            <a:off x="3757072" y="3964673"/>
            <a:ext cx="8130125" cy="355672"/>
          </a:xfrm>
          <a:prstGeom prst="rect">
            <a:avLst/>
          </a:prstGeom>
          <a:noFill/>
        </p:spPr>
        <p:txBody>
          <a:bodyPr wrap="square" lIns="91440" tIns="45720" rIns="91440" bIns="45720" anchor="ctr">
            <a:noAutofit/>
          </a:bodyPr>
          <a:lstStyle/>
          <a:p>
            <a:r>
              <a:rPr lang="zh-CN" altLang="en-US" b="1" dirty="0"/>
              <a:t>接收方何时发送累积确认分组，由具体实现决定。</a:t>
            </a:r>
            <a:endParaRPr lang="en-US" altLang="zh-CN" b="1" dirty="0"/>
          </a:p>
        </p:txBody>
      </p:sp>
      <p:sp>
        <p:nvSpPr>
          <p:cNvPr id="38" name="矩形 37">
            <a:extLst>
              <a:ext uri="{FF2B5EF4-FFF2-40B4-BE49-F238E27FC236}">
                <a16:creationId xmlns:a16="http://schemas.microsoft.com/office/drawing/2014/main" id="{D11758A3-4537-4CEE-947A-F043B50370E6}"/>
              </a:ext>
            </a:extLst>
          </p:cNvPr>
          <p:cNvSpPr/>
          <p:nvPr/>
        </p:nvSpPr>
        <p:spPr>
          <a:xfrm>
            <a:off x="3439847" y="4512637"/>
            <a:ext cx="256976" cy="256976"/>
          </a:xfrm>
          <a:prstGeom prst="rect">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39" name="íşlïḍè">
            <a:extLst>
              <a:ext uri="{FF2B5EF4-FFF2-40B4-BE49-F238E27FC236}">
                <a16:creationId xmlns:a16="http://schemas.microsoft.com/office/drawing/2014/main" id="{4B7D780F-B7FF-4B99-8C26-92E57CC239FF}"/>
              </a:ext>
            </a:extLst>
          </p:cNvPr>
          <p:cNvSpPr txBox="1"/>
          <p:nvPr/>
        </p:nvSpPr>
        <p:spPr>
          <a:xfrm>
            <a:off x="3757075" y="4458316"/>
            <a:ext cx="8130125" cy="355672"/>
          </a:xfrm>
          <a:prstGeom prst="rect">
            <a:avLst/>
          </a:prstGeom>
          <a:noFill/>
        </p:spPr>
        <p:txBody>
          <a:bodyPr wrap="square" lIns="91440" tIns="45720" rIns="91440" bIns="45720" anchor="ctr">
            <a:noAutofit/>
          </a:bodyPr>
          <a:lstStyle/>
          <a:p>
            <a:r>
              <a:rPr lang="zh-CN" altLang="en-US" b="1" dirty="0"/>
              <a:t>确认分组</a:t>
            </a:r>
            <a:r>
              <a:rPr lang="en-US" altLang="zh-CN" b="1" dirty="0" err="1"/>
              <a:t>ACKn</a:t>
            </a:r>
            <a:r>
              <a:rPr lang="zh-CN" altLang="en-US" b="1" dirty="0"/>
              <a:t>表明序号为</a:t>
            </a:r>
            <a:r>
              <a:rPr lang="en-US" altLang="zh-CN" b="1" dirty="0"/>
              <a:t>n</a:t>
            </a:r>
            <a:r>
              <a:rPr lang="zh-CN" altLang="en-US" b="1" dirty="0"/>
              <a:t>及之前的所有数据分组都已正确接收。</a:t>
            </a:r>
            <a:endParaRPr lang="en-US" altLang="zh-CN" b="1" dirty="0"/>
          </a:p>
        </p:txBody>
      </p:sp>
      <p:sp>
        <p:nvSpPr>
          <p:cNvPr id="42" name="矩形 41">
            <a:extLst>
              <a:ext uri="{FF2B5EF4-FFF2-40B4-BE49-F238E27FC236}">
                <a16:creationId xmlns:a16="http://schemas.microsoft.com/office/drawing/2014/main" id="{54B3FCCE-66DE-4B35-B747-AE4EBC0547C0}"/>
              </a:ext>
            </a:extLst>
          </p:cNvPr>
          <p:cNvSpPr/>
          <p:nvPr/>
        </p:nvSpPr>
        <p:spPr>
          <a:xfrm>
            <a:off x="456665" y="5116550"/>
            <a:ext cx="708432" cy="270283"/>
          </a:xfrm>
          <a:prstGeom prst="rect">
            <a:avLst/>
          </a:prstGeom>
          <a:solidFill>
            <a:schemeClr val="accent4"/>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46800" rIns="46800" rtlCol="0" anchor="ctr"/>
          <a:lstStyle/>
          <a:p>
            <a:pPr algn="ctr"/>
            <a:r>
              <a:rPr lang="en-US" altLang="zh-CN" b="1" dirty="0"/>
              <a:t>ACK4</a:t>
            </a:r>
            <a:endParaRPr lang="zh-CN" altLang="en-US" b="1" dirty="0"/>
          </a:p>
        </p:txBody>
      </p:sp>
      <p:sp>
        <p:nvSpPr>
          <p:cNvPr id="46" name="矩形 45">
            <a:extLst>
              <a:ext uri="{FF2B5EF4-FFF2-40B4-BE49-F238E27FC236}">
                <a16:creationId xmlns:a16="http://schemas.microsoft.com/office/drawing/2014/main" id="{888A8F5F-3A17-4A39-9664-DCF1707252AE}"/>
              </a:ext>
            </a:extLst>
          </p:cNvPr>
          <p:cNvSpPr/>
          <p:nvPr/>
        </p:nvSpPr>
        <p:spPr>
          <a:xfrm>
            <a:off x="2314175" y="1841506"/>
            <a:ext cx="3780000" cy="343250"/>
          </a:xfrm>
          <a:prstGeom prst="rect">
            <a:avLst/>
          </a:prstGeom>
          <a:solidFill>
            <a:schemeClr val="accent4">
              <a:alpha val="74000"/>
            </a:schemeClr>
          </a:solidFill>
          <a:ln>
            <a:solidFill>
              <a:schemeClr val="accent4"/>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41" name="平行四边形 40">
            <a:extLst>
              <a:ext uri="{FF2B5EF4-FFF2-40B4-BE49-F238E27FC236}">
                <a16:creationId xmlns:a16="http://schemas.microsoft.com/office/drawing/2014/main" id="{68596CAA-1F06-64BE-2C76-9CEB880A6712}"/>
              </a:ext>
            </a:extLst>
          </p:cNvPr>
          <p:cNvSpPr/>
          <p:nvPr/>
        </p:nvSpPr>
        <p:spPr>
          <a:xfrm>
            <a:off x="304799" y="749300"/>
            <a:ext cx="695119" cy="387090"/>
          </a:xfrm>
          <a:prstGeom prst="parallelogram">
            <a:avLst/>
          </a:prstGeom>
          <a:solidFill>
            <a:schemeClr val="accent3">
              <a:lumMod val="75000"/>
            </a:schemeClr>
          </a:solidFill>
          <a:ln>
            <a:solidFill>
              <a:schemeClr val="accent3">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CN" sz="2200" dirty="0">
                <a:latin typeface="Impact" panose="020B0806030902050204" pitchFamily="34" charset="0"/>
              </a:rPr>
              <a:t>04</a:t>
            </a:r>
            <a:endParaRPr lang="zh-CN" altLang="en-US" sz="2200" dirty="0">
              <a:latin typeface="Impact" panose="020B0806030902050204" pitchFamily="34" charset="0"/>
            </a:endParaRPr>
          </a:p>
        </p:txBody>
      </p:sp>
    </p:spTree>
    <p:custDataLst>
      <p:tags r:id="rId1"/>
    </p:custDataLst>
    <p:extLst>
      <p:ext uri="{BB962C8B-B14F-4D97-AF65-F5344CB8AC3E}">
        <p14:creationId xmlns:p14="http://schemas.microsoft.com/office/powerpoint/2010/main" val="2235074162"/>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2" presetClass="exit" presetSubtype="4" fill="hold" grpId="0" nodeType="withEffect">
                                  <p:stCondLst>
                                    <p:cond delay="0"/>
                                  </p:stCondLst>
                                  <p:childTnLst>
                                    <p:anim calcmode="lin" valueType="num">
                                      <p:cBhvr additive="base">
                                        <p:cTn id="6" dur="500"/>
                                        <p:tgtEl>
                                          <p:spTgt spid="42"/>
                                        </p:tgtEl>
                                        <p:attrNameLst>
                                          <p:attrName>ppt_y</p:attrName>
                                        </p:attrNameLst>
                                      </p:cBhvr>
                                      <p:tavLst>
                                        <p:tav tm="0">
                                          <p:val>
                                            <p:strVal val="#ppt_y"/>
                                          </p:val>
                                        </p:tav>
                                        <p:tav tm="100000">
                                          <p:val>
                                            <p:strVal val="#ppt_y+#ppt_h*1.125000"/>
                                          </p:val>
                                        </p:tav>
                                      </p:tavLst>
                                    </p:anim>
                                    <p:animEffect transition="out" filter="wipe(down)">
                                      <p:cBhvr>
                                        <p:cTn id="7" dur="500"/>
                                        <p:tgtEl>
                                          <p:spTgt spid="42"/>
                                        </p:tgtEl>
                                      </p:cBhvr>
                                    </p:animEffect>
                                    <p:set>
                                      <p:cBhvr>
                                        <p:cTn id="8" dur="1" fill="hold">
                                          <p:stCondLst>
                                            <p:cond delay="499"/>
                                          </p:stCondLst>
                                        </p:cTn>
                                        <p:tgtEl>
                                          <p:spTgt spid="42"/>
                                        </p:tgtEl>
                                        <p:attrNameLst>
                                          <p:attrName>style.visibility</p:attrName>
                                        </p:attrNameLst>
                                      </p:cBhvr>
                                      <p:to>
                                        <p:strVal val="hidden"/>
                                      </p:to>
                                    </p:set>
                                  </p:childTnLst>
                                </p:cTn>
                              </p:par>
                              <p:par>
                                <p:cTn id="9" presetID="10" presetClass="exit" presetSubtype="0" decel="50000" fill="hold" nodeType="withEffect">
                                  <p:stCondLst>
                                    <p:cond delay="0"/>
                                  </p:stCondLst>
                                  <p:childTnLst>
                                    <p:animEffect transition="out" filter="fade">
                                      <p:cBhvr>
                                        <p:cTn id="10" dur="2000"/>
                                        <p:tgtEl>
                                          <p:spTgt spid="7"/>
                                        </p:tgtEl>
                                      </p:cBhvr>
                                    </p:animEffect>
                                    <p:set>
                                      <p:cBhvr>
                                        <p:cTn id="11" dur="1" fill="hold">
                                          <p:stCondLst>
                                            <p:cond delay="1999"/>
                                          </p:stCondLst>
                                        </p:cTn>
                                        <p:tgtEl>
                                          <p:spTgt spid="7"/>
                                        </p:tgtEl>
                                        <p:attrNameLst>
                                          <p:attrName>style.visibility</p:attrName>
                                        </p:attrNameLst>
                                      </p:cBhvr>
                                      <p:to>
                                        <p:strVal val="hidden"/>
                                      </p:to>
                                    </p:set>
                                  </p:childTnLst>
                                </p:cTn>
                              </p:par>
                              <p:par>
                                <p:cTn id="12" presetID="10" presetClass="entr" presetSubtype="0" decel="50000" fill="hold" nodeType="withEffect">
                                  <p:stCondLst>
                                    <p:cond delay="0"/>
                                  </p:stCondLst>
                                  <p:childTnLst>
                                    <p:set>
                                      <p:cBhvr>
                                        <p:cTn id="13" dur="1" fill="hold">
                                          <p:stCondLst>
                                            <p:cond delay="0"/>
                                          </p:stCondLst>
                                        </p:cTn>
                                        <p:tgtEl>
                                          <p:spTgt spid="34"/>
                                        </p:tgtEl>
                                        <p:attrNameLst>
                                          <p:attrName>style.visibility</p:attrName>
                                        </p:attrNameLst>
                                      </p:cBhvr>
                                      <p:to>
                                        <p:strVal val="visible"/>
                                      </p:to>
                                    </p:set>
                                    <p:animEffect transition="in" filter="fade">
                                      <p:cBhvr>
                                        <p:cTn id="14" dur="2000"/>
                                        <p:tgtEl>
                                          <p:spTgt spid="34"/>
                                        </p:tgtEl>
                                      </p:cBhvr>
                                    </p:animEffect>
                                  </p:childTnLst>
                                </p:cTn>
                              </p:par>
                              <p:par>
                                <p:cTn id="15" presetID="63" presetClass="path" presetSubtype="0" decel="50000" fill="hold" nodeType="withEffect">
                                  <p:stCondLst>
                                    <p:cond delay="0"/>
                                  </p:stCondLst>
                                  <p:childTnLst>
                                    <p:animMotion origin="layout" path="M 0 0 L 0.310261 0 E" pathEditMode="relative" ptsTypes="">
                                      <p:cBhvr>
                                        <p:cTn id="16" dur="2000" fill="hold"/>
                                        <p:tgtEl>
                                          <p:spTgt spid="7"/>
                                        </p:tgtEl>
                                        <p:attrNameLst>
                                          <p:attrName>ppt_x</p:attrName>
                                          <p:attrName>ppt_y</p:attrName>
                                        </p:attrNameLst>
                                      </p:cBhvr>
                                    </p:animMotion>
                                  </p:childTnLst>
                                </p:cTn>
                              </p:par>
                              <p:par>
                                <p:cTn id="17" presetID="63" presetClass="path" presetSubtype="0" decel="50000" fill="hold" nodeType="withEffect">
                                  <p:stCondLst>
                                    <p:cond delay="0"/>
                                  </p:stCondLst>
                                  <p:childTnLst>
                                    <p:animMotion origin="layout" path="M -0.310261 0 L 0 0 E" pathEditMode="relative" ptsTypes="">
                                      <p:cBhvr>
                                        <p:cTn id="18" dur="2000" fill="hold"/>
                                        <p:tgtEl>
                                          <p:spTgt spid="34"/>
                                        </p:tgtEl>
                                        <p:attrNameLst>
                                          <p:attrName>ppt_x</p:attrName>
                                          <p:attrName>ppt_y</p:attrName>
                                        </p:attrNameLst>
                                      </p:cBhvr>
                                    </p:animMotion>
                                  </p:childTnLst>
                                </p:cTn>
                              </p:par>
                              <p:par>
                                <p:cTn id="19" presetID="6" presetClass="emph" presetSubtype="0" decel="50000" fill="hold" nodeType="withEffect">
                                  <p:stCondLst>
                                    <p:cond delay="0"/>
                                  </p:stCondLst>
                                  <p:childTnLst>
                                    <p:animScale>
                                      <p:cBhvr>
                                        <p:cTn id="20" dur="2000" fill="hold"/>
                                        <p:tgtEl>
                                          <p:spTgt spid="7"/>
                                        </p:tgtEl>
                                      </p:cBhvr>
                                      <p:by x="150000" y="150000"/>
                                      <p:from x="100000" y="100000"/>
                                      <p:to x="100000" y="100000"/>
                                    </p:animScale>
                                  </p:childTnLst>
                                </p:cTn>
                              </p:par>
                              <p:par>
                                <p:cTn id="21" presetID="6" presetClass="emph" presetSubtype="0" decel="50000" fill="hold" nodeType="withEffect">
                                  <p:stCondLst>
                                    <p:cond delay="0"/>
                                  </p:stCondLst>
                                  <p:childTnLst>
                                    <p:animScale>
                                      <p:cBhvr>
                                        <p:cTn id="22" dur="2000" fill="hold"/>
                                        <p:tgtEl>
                                          <p:spTgt spid="34"/>
                                        </p:tgtEl>
                                      </p:cBhvr>
                                      <p:by x="150000" y="150000"/>
                                      <p:from x="100000" y="100000"/>
                                      <p:to x="100000" y="100000"/>
                                    </p:animScale>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2" grpId="0" animBg="1"/>
    </p:bldLst>
  </p:timing>
</p:sld>
</file>

<file path=ppt/slides/slide17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34" name="组合 33">
            <a:extLst>
              <a:ext uri="{FF2B5EF4-FFF2-40B4-BE49-F238E27FC236}">
                <a16:creationId xmlns:a16="http://schemas.microsoft.com/office/drawing/2014/main" id="{A0D7E939-A5A4-494B-98F0-AFE1EC20181E}"/>
              </a:ext>
            </a:extLst>
          </p:cNvPr>
          <p:cNvGrpSpPr/>
          <p:nvPr/>
        </p:nvGrpSpPr>
        <p:grpSpPr>
          <a:xfrm>
            <a:off x="6085636" y="5098286"/>
            <a:ext cx="3780000" cy="910796"/>
            <a:chOff x="2302929" y="5098286"/>
            <a:chExt cx="3780000" cy="910796"/>
          </a:xfrm>
        </p:grpSpPr>
        <p:sp>
          <p:nvSpPr>
            <p:cNvPr id="35" name="矩形 34">
              <a:extLst>
                <a:ext uri="{FF2B5EF4-FFF2-40B4-BE49-F238E27FC236}">
                  <a16:creationId xmlns:a16="http://schemas.microsoft.com/office/drawing/2014/main" id="{BCB11103-1DE9-4430-B02B-0860D11BE932}"/>
                </a:ext>
              </a:extLst>
            </p:cNvPr>
            <p:cNvSpPr/>
            <p:nvPr/>
          </p:nvSpPr>
          <p:spPr>
            <a:xfrm>
              <a:off x="2302929" y="5467618"/>
              <a:ext cx="3780000" cy="541464"/>
            </a:xfrm>
            <a:prstGeom prst="rect">
              <a:avLst/>
            </a:prstGeom>
            <a:solidFill>
              <a:schemeClr val="accent3"/>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mc:AlternateContent xmlns:mc="http://schemas.openxmlformats.org/markup-compatibility/2006" xmlns:a14="http://schemas.microsoft.com/office/drawing/2010/main">
          <mc:Choice Requires="a14">
            <p:sp>
              <p:nvSpPr>
                <p:cNvPr id="40" name="文本框 39">
                  <a:extLst>
                    <a:ext uri="{FF2B5EF4-FFF2-40B4-BE49-F238E27FC236}">
                      <a16:creationId xmlns:a16="http://schemas.microsoft.com/office/drawing/2014/main" id="{F8BB20BD-741B-437D-BEF2-6CB9FEBDFBC6}"/>
                    </a:ext>
                  </a:extLst>
                </p:cNvPr>
                <p:cNvSpPr txBox="1"/>
                <p:nvPr/>
              </p:nvSpPr>
              <p:spPr>
                <a:xfrm>
                  <a:off x="3659320" y="5098286"/>
                  <a:ext cx="1067217" cy="369332"/>
                </a:xfrm>
                <a:prstGeom prst="rect">
                  <a:avLst/>
                </a:prstGeom>
                <a:noFill/>
              </p:spPr>
              <p:txBody>
                <a:bodyPr wrap="square">
                  <a:spAutoFit/>
                </a:bodyPr>
                <a:lstStyle/>
                <a:p>
                  <a:pPr/>
                  <a14:m>
                    <m:oMathPara xmlns:m="http://schemas.openxmlformats.org/officeDocument/2006/math">
                      <m:oMathParaPr>
                        <m:jc m:val="centerGroup"/>
                      </m:oMathParaPr>
                      <m:oMath xmlns:m="http://schemas.openxmlformats.org/officeDocument/2006/math">
                        <m:sSub>
                          <m:sSubPr>
                            <m:ctrlPr>
                              <a:rPr lang="en-US" altLang="zh-CN" b="1" i="1" smtClean="0">
                                <a:solidFill>
                                  <a:schemeClr val="accent3"/>
                                </a:solidFill>
                                <a:latin typeface="Cambria Math" panose="02040503050406030204" pitchFamily="18" charset="0"/>
                              </a:rPr>
                            </m:ctrlPr>
                          </m:sSubPr>
                          <m:e>
                            <m:r>
                              <a:rPr lang="en-US" altLang="zh-CN" b="1" i="1" smtClean="0">
                                <a:solidFill>
                                  <a:schemeClr val="accent3"/>
                                </a:solidFill>
                                <a:latin typeface="Cambria Math" panose="02040503050406030204" pitchFamily="18" charset="0"/>
                              </a:rPr>
                              <m:t>𝑾</m:t>
                            </m:r>
                          </m:e>
                          <m:sub>
                            <m:r>
                              <a:rPr lang="en-US" altLang="zh-CN" b="1" i="1" smtClean="0">
                                <a:solidFill>
                                  <a:schemeClr val="accent3"/>
                                </a:solidFill>
                                <a:latin typeface="Cambria Math" panose="02040503050406030204" pitchFamily="18" charset="0"/>
                              </a:rPr>
                              <m:t>𝑻</m:t>
                            </m:r>
                          </m:sub>
                        </m:sSub>
                        <m:r>
                          <a:rPr lang="en-US" altLang="zh-CN" b="1" i="1" smtClean="0">
                            <a:solidFill>
                              <a:schemeClr val="accent3"/>
                            </a:solidFill>
                            <a:latin typeface="Cambria Math" panose="02040503050406030204" pitchFamily="18" charset="0"/>
                          </a:rPr>
                          <m:t>=</m:t>
                        </m:r>
                        <m:r>
                          <a:rPr lang="en-US" altLang="zh-CN" b="1" i="1" smtClean="0">
                            <a:solidFill>
                              <a:schemeClr val="accent3"/>
                            </a:solidFill>
                            <a:latin typeface="Cambria Math" panose="02040503050406030204" pitchFamily="18" charset="0"/>
                          </a:rPr>
                          <m:t>𝟓</m:t>
                        </m:r>
                      </m:oMath>
                    </m:oMathPara>
                  </a14:m>
                  <a:endParaRPr lang="zh-CN" altLang="en-US" dirty="0">
                    <a:solidFill>
                      <a:schemeClr val="accent3"/>
                    </a:solidFill>
                  </a:endParaRPr>
                </a:p>
              </p:txBody>
            </p:sp>
          </mc:Choice>
          <mc:Fallback xmlns="">
            <p:sp>
              <p:nvSpPr>
                <p:cNvPr id="23" name="文本框 22">
                  <a:extLst>
                    <a:ext uri="{FF2B5EF4-FFF2-40B4-BE49-F238E27FC236}">
                      <a16:creationId xmlns:a16="http://schemas.microsoft.com/office/drawing/2014/main" id="{ABC03EEA-26BD-4845-8ACC-3FB7B6DA9132}"/>
                    </a:ext>
                  </a:extLst>
                </p:cNvPr>
                <p:cNvSpPr txBox="1">
                  <a:spLocks noRot="1" noChangeAspect="1" noMove="1" noResize="1" noEditPoints="1" noAdjustHandles="1" noChangeArrowheads="1" noChangeShapeType="1" noTextEdit="1"/>
                </p:cNvSpPr>
                <p:nvPr/>
              </p:nvSpPr>
              <p:spPr>
                <a:xfrm>
                  <a:off x="3659320" y="5098286"/>
                  <a:ext cx="1067217" cy="369332"/>
                </a:xfrm>
                <a:prstGeom prst="rect">
                  <a:avLst/>
                </a:prstGeom>
                <a:blipFill>
                  <a:blip r:embed="rId4"/>
                  <a:stretch>
                    <a:fillRect b="-3279"/>
                  </a:stretch>
                </a:blipFill>
              </p:spPr>
              <p:txBody>
                <a:bodyPr/>
                <a:lstStyle/>
                <a:p>
                  <a:r>
                    <a:rPr lang="zh-CN" altLang="en-US">
                      <a:noFill/>
                    </a:rPr>
                    <a:t> </a:t>
                  </a:r>
                </a:p>
              </p:txBody>
            </p:sp>
          </mc:Fallback>
        </mc:AlternateContent>
      </p:grpSp>
      <p:grpSp>
        <p:nvGrpSpPr>
          <p:cNvPr id="43" name="组合 42">
            <a:extLst>
              <a:ext uri="{FF2B5EF4-FFF2-40B4-BE49-F238E27FC236}">
                <a16:creationId xmlns:a16="http://schemas.microsoft.com/office/drawing/2014/main" id="{E50A80A7-7D8F-402A-B65D-3A1AF7B8E01F}"/>
              </a:ext>
            </a:extLst>
          </p:cNvPr>
          <p:cNvGrpSpPr/>
          <p:nvPr/>
        </p:nvGrpSpPr>
        <p:grpSpPr>
          <a:xfrm>
            <a:off x="5923520" y="1363110"/>
            <a:ext cx="1067217" cy="917885"/>
            <a:chOff x="2146413" y="1363110"/>
            <a:chExt cx="1067217" cy="917885"/>
          </a:xfrm>
        </p:grpSpPr>
        <p:sp>
          <p:nvSpPr>
            <p:cNvPr id="44" name="矩形 43">
              <a:extLst>
                <a:ext uri="{FF2B5EF4-FFF2-40B4-BE49-F238E27FC236}">
                  <a16:creationId xmlns:a16="http://schemas.microsoft.com/office/drawing/2014/main" id="{E9B7CABB-9DD4-44B8-8146-EF375DF0E88B}"/>
                </a:ext>
              </a:extLst>
            </p:cNvPr>
            <p:cNvSpPr/>
            <p:nvPr/>
          </p:nvSpPr>
          <p:spPr>
            <a:xfrm>
              <a:off x="2300222" y="1739531"/>
              <a:ext cx="759600" cy="541464"/>
            </a:xfrm>
            <a:prstGeom prst="rect">
              <a:avLst/>
            </a:prstGeom>
            <a:solidFill>
              <a:schemeClr val="accent4"/>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mc:AlternateContent xmlns:mc="http://schemas.openxmlformats.org/markup-compatibility/2006" xmlns:a14="http://schemas.microsoft.com/office/drawing/2010/main">
          <mc:Choice Requires="a14">
            <p:sp>
              <p:nvSpPr>
                <p:cNvPr id="45" name="文本框 44">
                  <a:extLst>
                    <a:ext uri="{FF2B5EF4-FFF2-40B4-BE49-F238E27FC236}">
                      <a16:creationId xmlns:a16="http://schemas.microsoft.com/office/drawing/2014/main" id="{BAAEFC74-0FE9-45D2-8ECB-017A0D2EA802}"/>
                    </a:ext>
                  </a:extLst>
                </p:cNvPr>
                <p:cNvSpPr txBox="1"/>
                <p:nvPr/>
              </p:nvSpPr>
              <p:spPr>
                <a:xfrm>
                  <a:off x="2146413" y="1363110"/>
                  <a:ext cx="1067217" cy="369332"/>
                </a:xfrm>
                <a:prstGeom prst="rect">
                  <a:avLst/>
                </a:prstGeom>
                <a:noFill/>
              </p:spPr>
              <p:txBody>
                <a:bodyPr wrap="square">
                  <a:spAutoFit/>
                </a:bodyPr>
                <a:lstStyle/>
                <a:p>
                  <a:pPr/>
                  <a14:m>
                    <m:oMathPara xmlns:m="http://schemas.openxmlformats.org/officeDocument/2006/math">
                      <m:oMathParaPr>
                        <m:jc m:val="centerGroup"/>
                      </m:oMathParaPr>
                      <m:oMath xmlns:m="http://schemas.openxmlformats.org/officeDocument/2006/math">
                        <m:sSub>
                          <m:sSubPr>
                            <m:ctrlPr>
                              <a:rPr lang="en-US" altLang="zh-CN" b="1" i="1" smtClean="0">
                                <a:solidFill>
                                  <a:schemeClr val="accent4"/>
                                </a:solidFill>
                                <a:latin typeface="Cambria Math" panose="02040503050406030204" pitchFamily="18" charset="0"/>
                              </a:rPr>
                            </m:ctrlPr>
                          </m:sSubPr>
                          <m:e>
                            <m:r>
                              <a:rPr lang="en-US" altLang="zh-CN" b="1" i="1" smtClean="0">
                                <a:solidFill>
                                  <a:schemeClr val="accent4"/>
                                </a:solidFill>
                                <a:latin typeface="Cambria Math" panose="02040503050406030204" pitchFamily="18" charset="0"/>
                              </a:rPr>
                              <m:t>𝑾</m:t>
                            </m:r>
                          </m:e>
                          <m:sub>
                            <m:r>
                              <a:rPr lang="en-US" altLang="zh-CN" b="1" i="1" smtClean="0">
                                <a:solidFill>
                                  <a:schemeClr val="accent4"/>
                                </a:solidFill>
                                <a:latin typeface="Cambria Math" panose="02040503050406030204" pitchFamily="18" charset="0"/>
                              </a:rPr>
                              <m:t>𝑹</m:t>
                            </m:r>
                          </m:sub>
                        </m:sSub>
                        <m:r>
                          <a:rPr lang="en-US" altLang="zh-CN" b="1" i="1" smtClean="0">
                            <a:solidFill>
                              <a:schemeClr val="accent4"/>
                            </a:solidFill>
                            <a:latin typeface="Cambria Math" panose="02040503050406030204" pitchFamily="18" charset="0"/>
                          </a:rPr>
                          <m:t>=</m:t>
                        </m:r>
                        <m:r>
                          <a:rPr lang="en-US" altLang="zh-CN" b="1" i="1" smtClean="0">
                            <a:solidFill>
                              <a:schemeClr val="accent4"/>
                            </a:solidFill>
                            <a:latin typeface="Cambria Math" panose="02040503050406030204" pitchFamily="18" charset="0"/>
                          </a:rPr>
                          <m:t>𝟏</m:t>
                        </m:r>
                      </m:oMath>
                    </m:oMathPara>
                  </a14:m>
                  <a:endParaRPr lang="zh-CN" altLang="en-US" dirty="0">
                    <a:solidFill>
                      <a:schemeClr val="accent3"/>
                    </a:solidFill>
                  </a:endParaRPr>
                </a:p>
              </p:txBody>
            </p:sp>
          </mc:Choice>
          <mc:Fallback xmlns="">
            <p:sp>
              <p:nvSpPr>
                <p:cNvPr id="35" name="文本框 34">
                  <a:extLst>
                    <a:ext uri="{FF2B5EF4-FFF2-40B4-BE49-F238E27FC236}">
                      <a16:creationId xmlns:a16="http://schemas.microsoft.com/office/drawing/2014/main" id="{EE98B7EB-F32B-4A4F-9072-DF021D7DCAD9}"/>
                    </a:ext>
                  </a:extLst>
                </p:cNvPr>
                <p:cNvSpPr txBox="1">
                  <a:spLocks noRot="1" noChangeAspect="1" noMove="1" noResize="1" noEditPoints="1" noAdjustHandles="1" noChangeArrowheads="1" noChangeShapeType="1" noTextEdit="1"/>
                </p:cNvSpPr>
                <p:nvPr/>
              </p:nvSpPr>
              <p:spPr>
                <a:xfrm>
                  <a:off x="2146413" y="1363110"/>
                  <a:ext cx="1067217" cy="369332"/>
                </a:xfrm>
                <a:prstGeom prst="rect">
                  <a:avLst/>
                </a:prstGeom>
                <a:blipFill>
                  <a:blip r:embed="rId3"/>
                  <a:stretch>
                    <a:fillRect b="-3333"/>
                  </a:stretch>
                </a:blipFill>
              </p:spPr>
              <p:txBody>
                <a:bodyPr/>
                <a:lstStyle/>
                <a:p>
                  <a:r>
                    <a:rPr lang="zh-CN" altLang="en-US">
                      <a:noFill/>
                    </a:rPr>
                    <a:t> </a:t>
                  </a:r>
                </a:p>
              </p:txBody>
            </p:sp>
          </mc:Fallback>
        </mc:AlternateContent>
      </p:grpSp>
      <p:grpSp>
        <p:nvGrpSpPr>
          <p:cNvPr id="4" name="组合 3">
            <a:extLst>
              <a:ext uri="{FF2B5EF4-FFF2-40B4-BE49-F238E27FC236}">
                <a16:creationId xmlns:a16="http://schemas.microsoft.com/office/drawing/2014/main" id="{9A1EA9F2-FCB6-48C3-935F-7AE7E3AD14AC}"/>
              </a:ext>
            </a:extLst>
          </p:cNvPr>
          <p:cNvGrpSpPr/>
          <p:nvPr/>
        </p:nvGrpSpPr>
        <p:grpSpPr>
          <a:xfrm>
            <a:off x="304800" y="749300"/>
            <a:ext cx="6192344" cy="400110"/>
            <a:chOff x="424117" y="898245"/>
            <a:chExt cx="6192344" cy="400110"/>
          </a:xfrm>
        </p:grpSpPr>
        <p:sp>
          <p:nvSpPr>
            <p:cNvPr id="2" name="平行四边形 1">
              <a:extLst>
                <a:ext uri="{FF2B5EF4-FFF2-40B4-BE49-F238E27FC236}">
                  <a16:creationId xmlns:a16="http://schemas.microsoft.com/office/drawing/2014/main" id="{1F5BAA3F-9845-4F89-A2DD-8222D3E4EDAC}"/>
                </a:ext>
              </a:extLst>
            </p:cNvPr>
            <p:cNvSpPr/>
            <p:nvPr/>
          </p:nvSpPr>
          <p:spPr>
            <a:xfrm>
              <a:off x="424117" y="898245"/>
              <a:ext cx="628306" cy="387090"/>
            </a:xfrm>
            <a:prstGeom prst="parallelogram">
              <a:avLst/>
            </a:prstGeom>
            <a:solidFill>
              <a:schemeClr val="accent3">
                <a:lumMod val="75000"/>
              </a:schemeClr>
            </a:solidFill>
            <a:ln>
              <a:solidFill>
                <a:schemeClr val="accent3">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CN" sz="2200" dirty="0">
                  <a:latin typeface="Impact" panose="020B0806030902050204" pitchFamily="34" charset="0"/>
                </a:rPr>
                <a:t>01</a:t>
              </a:r>
              <a:endParaRPr lang="zh-CN" altLang="en-US" sz="2200" dirty="0">
                <a:latin typeface="Impact" panose="020B0806030902050204" pitchFamily="34" charset="0"/>
              </a:endParaRPr>
            </a:p>
          </p:txBody>
        </p:sp>
        <p:sp>
          <p:nvSpPr>
            <p:cNvPr id="3" name="文本框 2">
              <a:extLst>
                <a:ext uri="{FF2B5EF4-FFF2-40B4-BE49-F238E27FC236}">
                  <a16:creationId xmlns:a16="http://schemas.microsoft.com/office/drawing/2014/main" id="{4D6BD736-A4D3-4F26-AFED-36E11F50F70B}"/>
                </a:ext>
              </a:extLst>
            </p:cNvPr>
            <p:cNvSpPr txBox="1"/>
            <p:nvPr/>
          </p:nvSpPr>
          <p:spPr>
            <a:xfrm>
              <a:off x="1052423" y="898245"/>
              <a:ext cx="5564038" cy="400110"/>
            </a:xfrm>
            <a:prstGeom prst="rect">
              <a:avLst/>
            </a:prstGeom>
            <a:noFill/>
          </p:spPr>
          <p:txBody>
            <a:bodyPr wrap="square" rtlCol="0">
              <a:spAutoFit/>
            </a:bodyPr>
            <a:lstStyle/>
            <a:p>
              <a:r>
                <a:rPr lang="zh-CN" altLang="en-US" sz="2000" b="1" dirty="0"/>
                <a:t>回退</a:t>
              </a:r>
              <a:r>
                <a:rPr lang="en-US" altLang="zh-CN" sz="2000" b="1" dirty="0"/>
                <a:t>N</a:t>
              </a:r>
              <a:r>
                <a:rPr lang="zh-CN" altLang="en-US" sz="2000" b="1" dirty="0"/>
                <a:t>帧协议</a:t>
              </a:r>
            </a:p>
          </p:txBody>
        </p:sp>
      </p:grpSp>
      <p:grpSp>
        <p:nvGrpSpPr>
          <p:cNvPr id="20" name="组合 19">
            <a:extLst>
              <a:ext uri="{FF2B5EF4-FFF2-40B4-BE49-F238E27FC236}">
                <a16:creationId xmlns:a16="http://schemas.microsoft.com/office/drawing/2014/main" id="{87756F0E-46C2-4571-B23D-C8472E9FD1FB}"/>
              </a:ext>
            </a:extLst>
          </p:cNvPr>
          <p:cNvGrpSpPr/>
          <p:nvPr/>
        </p:nvGrpSpPr>
        <p:grpSpPr>
          <a:xfrm>
            <a:off x="475097" y="1263518"/>
            <a:ext cx="1355161" cy="5114896"/>
            <a:chOff x="475097" y="1263518"/>
            <a:chExt cx="1355161" cy="5114896"/>
          </a:xfrm>
        </p:grpSpPr>
        <p:cxnSp>
          <p:nvCxnSpPr>
            <p:cNvPr id="17" name="直接连接符 16">
              <a:extLst>
                <a:ext uri="{FF2B5EF4-FFF2-40B4-BE49-F238E27FC236}">
                  <a16:creationId xmlns:a16="http://schemas.microsoft.com/office/drawing/2014/main" id="{5A41A17A-7B81-47D8-BDBB-76B8F1AA71D6}"/>
                </a:ext>
              </a:extLst>
            </p:cNvPr>
            <p:cNvCxnSpPr>
              <a:cxnSpLocks/>
            </p:cNvCxnSpPr>
            <p:nvPr/>
          </p:nvCxnSpPr>
          <p:spPr>
            <a:xfrm flipV="1">
              <a:off x="1208367" y="2012996"/>
              <a:ext cx="0" cy="3813858"/>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nvGrpSpPr>
            <p:cNvPr id="9" name="组合 8">
              <a:extLst>
                <a:ext uri="{FF2B5EF4-FFF2-40B4-BE49-F238E27FC236}">
                  <a16:creationId xmlns:a16="http://schemas.microsoft.com/office/drawing/2014/main" id="{A2B5FA1F-35FA-42E7-8D74-E7431B6AAA3C}"/>
                </a:ext>
              </a:extLst>
            </p:cNvPr>
            <p:cNvGrpSpPr/>
            <p:nvPr/>
          </p:nvGrpSpPr>
          <p:grpSpPr>
            <a:xfrm>
              <a:off x="700096" y="5368000"/>
              <a:ext cx="905164" cy="1010414"/>
              <a:chOff x="700096" y="5368000"/>
              <a:chExt cx="905164" cy="1010414"/>
            </a:xfrm>
          </p:grpSpPr>
          <p:pic>
            <p:nvPicPr>
              <p:cNvPr id="214" name="图形 213">
                <a:extLst>
                  <a:ext uri="{FF2B5EF4-FFF2-40B4-BE49-F238E27FC236}">
                    <a16:creationId xmlns:a16="http://schemas.microsoft.com/office/drawing/2014/main" id="{D949CB40-4FF6-4E8C-991B-66D24C6ADF05}"/>
                  </a:ext>
                </a:extLst>
              </p:cNvPr>
              <p:cNvPicPr>
                <a:picLocks noChangeAspect="1"/>
              </p:cNvPicPr>
              <p:nvPr/>
            </p:nvPicPr>
            <p:blipFill>
              <a:blip r:embed="rId5">
                <a:extLst>
                  <a:ext uri="{28A0092B-C50C-407E-A947-70E740481C1C}">
                    <a14:useLocalDpi xmlns:a14="http://schemas.microsoft.com/office/drawing/2010/main" val="0"/>
                  </a:ext>
                  <a:ext uri="{96DAC541-7B7A-43D3-8B79-37D633B846F1}">
                    <asvg:svgBlip xmlns:asvg="http://schemas.microsoft.com/office/drawing/2016/SVG/main" r:embed="rId6"/>
                  </a:ext>
                </a:extLst>
              </a:blip>
              <a:stretch>
                <a:fillRect/>
              </a:stretch>
            </p:blipFill>
            <p:spPr>
              <a:xfrm>
                <a:off x="821271" y="5368000"/>
                <a:ext cx="662814" cy="641082"/>
              </a:xfrm>
              <a:prstGeom prst="rect">
                <a:avLst/>
              </a:prstGeom>
            </p:spPr>
          </p:pic>
          <p:sp>
            <p:nvSpPr>
              <p:cNvPr id="218" name="文本框 217">
                <a:extLst>
                  <a:ext uri="{FF2B5EF4-FFF2-40B4-BE49-F238E27FC236}">
                    <a16:creationId xmlns:a16="http://schemas.microsoft.com/office/drawing/2014/main" id="{584D12FE-712D-432B-A48B-3084189F6B6C}"/>
                  </a:ext>
                </a:extLst>
              </p:cNvPr>
              <p:cNvSpPr txBox="1"/>
              <p:nvPr/>
            </p:nvSpPr>
            <p:spPr>
              <a:xfrm>
                <a:off x="700096" y="6009082"/>
                <a:ext cx="905164" cy="369332"/>
              </a:xfrm>
              <a:prstGeom prst="rect">
                <a:avLst/>
              </a:prstGeom>
              <a:noFill/>
            </p:spPr>
            <p:txBody>
              <a:bodyPr wrap="square" rtlCol="0">
                <a:spAutoFit/>
              </a:bodyPr>
              <a:lstStyle/>
              <a:p>
                <a:r>
                  <a:rPr lang="zh-CN" altLang="en-US" b="1" dirty="0">
                    <a:latin typeface="+mn-ea"/>
                  </a:rPr>
                  <a:t>发送方</a:t>
                </a:r>
              </a:p>
            </p:txBody>
          </p:sp>
        </p:grpSp>
        <p:grpSp>
          <p:nvGrpSpPr>
            <p:cNvPr id="8" name="组合 7">
              <a:extLst>
                <a:ext uri="{FF2B5EF4-FFF2-40B4-BE49-F238E27FC236}">
                  <a16:creationId xmlns:a16="http://schemas.microsoft.com/office/drawing/2014/main" id="{0ACAF080-95D4-4F76-A817-06EA84E449C9}"/>
                </a:ext>
              </a:extLst>
            </p:cNvPr>
            <p:cNvGrpSpPr/>
            <p:nvPr/>
          </p:nvGrpSpPr>
          <p:grpSpPr>
            <a:xfrm>
              <a:off x="878301" y="1263518"/>
              <a:ext cx="905164" cy="1027908"/>
              <a:chOff x="878301" y="1390382"/>
              <a:chExt cx="905164" cy="1027908"/>
            </a:xfrm>
          </p:grpSpPr>
          <p:pic>
            <p:nvPicPr>
              <p:cNvPr id="210" name="图形 209">
                <a:extLst>
                  <a:ext uri="{FF2B5EF4-FFF2-40B4-BE49-F238E27FC236}">
                    <a16:creationId xmlns:a16="http://schemas.microsoft.com/office/drawing/2014/main" id="{61E01467-74F7-469C-BAD5-DFFB1234E440}"/>
                  </a:ext>
                </a:extLst>
              </p:cNvPr>
              <p:cNvPicPr>
                <a:picLocks noChangeAspect="1"/>
              </p:cNvPicPr>
              <p:nvPr/>
            </p:nvPicPr>
            <p:blipFill>
              <a:blip r:embed="rId7">
                <a:extLst>
                  <a:ext uri="{28A0092B-C50C-407E-A947-70E740481C1C}">
                    <a14:useLocalDpi xmlns:a14="http://schemas.microsoft.com/office/drawing/2010/main" val="0"/>
                  </a:ext>
                  <a:ext uri="{96DAC541-7B7A-43D3-8B79-37D633B846F1}">
                    <asvg:svgBlip xmlns:asvg="http://schemas.microsoft.com/office/drawing/2016/SVG/main" r:embed="rId8"/>
                  </a:ext>
                </a:extLst>
              </a:blip>
              <a:stretch>
                <a:fillRect/>
              </a:stretch>
            </p:blipFill>
            <p:spPr>
              <a:xfrm>
                <a:off x="984826" y="1759714"/>
                <a:ext cx="501772" cy="658576"/>
              </a:xfrm>
              <a:prstGeom prst="rect">
                <a:avLst/>
              </a:prstGeom>
            </p:spPr>
          </p:pic>
          <p:sp>
            <p:nvSpPr>
              <p:cNvPr id="219" name="文本框 218">
                <a:extLst>
                  <a:ext uri="{FF2B5EF4-FFF2-40B4-BE49-F238E27FC236}">
                    <a16:creationId xmlns:a16="http://schemas.microsoft.com/office/drawing/2014/main" id="{B105E330-42F6-4FA8-914C-123FFA0756D5}"/>
                  </a:ext>
                </a:extLst>
              </p:cNvPr>
              <p:cNvSpPr txBox="1"/>
              <p:nvPr/>
            </p:nvSpPr>
            <p:spPr>
              <a:xfrm>
                <a:off x="878301" y="1390382"/>
                <a:ext cx="905164" cy="369332"/>
              </a:xfrm>
              <a:prstGeom prst="rect">
                <a:avLst/>
              </a:prstGeom>
              <a:noFill/>
            </p:spPr>
            <p:txBody>
              <a:bodyPr wrap="square" rtlCol="0">
                <a:spAutoFit/>
              </a:bodyPr>
              <a:lstStyle/>
              <a:p>
                <a:r>
                  <a:rPr lang="zh-CN" altLang="en-US" b="1" dirty="0">
                    <a:latin typeface="+mn-ea"/>
                  </a:rPr>
                  <a:t>接收方</a:t>
                </a:r>
              </a:p>
            </p:txBody>
          </p:sp>
        </p:grpSp>
        <p:sp>
          <p:nvSpPr>
            <p:cNvPr id="57" name="云形 56">
              <a:extLst>
                <a:ext uri="{FF2B5EF4-FFF2-40B4-BE49-F238E27FC236}">
                  <a16:creationId xmlns:a16="http://schemas.microsoft.com/office/drawing/2014/main" id="{8D58A5DA-48AF-4D62-A0E1-92B6F8CBE1F4}"/>
                </a:ext>
              </a:extLst>
            </p:cNvPr>
            <p:cNvSpPr/>
            <p:nvPr/>
          </p:nvSpPr>
          <p:spPr>
            <a:xfrm>
              <a:off x="475097" y="3429014"/>
              <a:ext cx="1355161" cy="801398"/>
            </a:xfrm>
            <a:prstGeom prst="cloud">
              <a:avLst/>
            </a:prstGeom>
            <a:solidFill>
              <a:schemeClr val="bg1">
                <a:lumMod val="85000"/>
              </a:schemeClr>
            </a:solidFill>
            <a:ln>
              <a:solidFill>
                <a:schemeClr val="bg1">
                  <a:lumMod val="85000"/>
                </a:schemeClr>
              </a:solidFill>
            </a:ln>
          </p:spPr>
          <p:style>
            <a:lnRef idx="2">
              <a:schemeClr val="accent3">
                <a:shade val="50000"/>
              </a:schemeClr>
            </a:lnRef>
            <a:fillRef idx="1">
              <a:schemeClr val="accent3"/>
            </a:fillRef>
            <a:effectRef idx="0">
              <a:schemeClr val="accent3"/>
            </a:effectRef>
            <a:fontRef idx="minor">
              <a:schemeClr val="lt1"/>
            </a:fontRef>
          </p:style>
          <p:txBody>
            <a:bodyPr rtlCol="0" anchor="ctr"/>
            <a:lstStyle/>
            <a:p>
              <a:pPr algn="ctr"/>
              <a:r>
                <a:rPr lang="zh-CN" altLang="en-US" b="1" dirty="0">
                  <a:solidFill>
                    <a:schemeClr val="tx1"/>
                  </a:solidFill>
                  <a:latin typeface="+mn-ea"/>
                </a:rPr>
                <a:t>因特网</a:t>
              </a:r>
            </a:p>
          </p:txBody>
        </p:sp>
      </p:grpSp>
      <p:graphicFrame>
        <p:nvGraphicFramePr>
          <p:cNvPr id="21" name="表格 21">
            <a:extLst>
              <a:ext uri="{FF2B5EF4-FFF2-40B4-BE49-F238E27FC236}">
                <a16:creationId xmlns:a16="http://schemas.microsoft.com/office/drawing/2014/main" id="{CE497585-4F97-4F44-9ABE-D7BBA16B40E0}"/>
              </a:ext>
            </a:extLst>
          </p:cNvPr>
          <p:cNvGraphicFramePr>
            <a:graphicFrameLocks noGrp="1"/>
          </p:cNvGraphicFramePr>
          <p:nvPr/>
        </p:nvGraphicFramePr>
        <p:xfrm>
          <a:off x="2302929" y="5557308"/>
          <a:ext cx="9067800" cy="370840"/>
        </p:xfrm>
        <a:graphic>
          <a:graphicData uri="http://schemas.openxmlformats.org/drawingml/2006/table">
            <a:tbl>
              <a:tblPr firstRow="1" bandRow="1">
                <a:tableStyleId>{5C22544A-7EE6-4342-B048-85BDC9FD1C3A}</a:tableStyleId>
              </a:tblPr>
              <a:tblGrid>
                <a:gridCol w="755650">
                  <a:extLst>
                    <a:ext uri="{9D8B030D-6E8A-4147-A177-3AD203B41FA5}">
                      <a16:colId xmlns:a16="http://schemas.microsoft.com/office/drawing/2014/main" val="877486509"/>
                    </a:ext>
                  </a:extLst>
                </a:gridCol>
                <a:gridCol w="755650">
                  <a:extLst>
                    <a:ext uri="{9D8B030D-6E8A-4147-A177-3AD203B41FA5}">
                      <a16:colId xmlns:a16="http://schemas.microsoft.com/office/drawing/2014/main" val="3548605817"/>
                    </a:ext>
                  </a:extLst>
                </a:gridCol>
                <a:gridCol w="755650">
                  <a:extLst>
                    <a:ext uri="{9D8B030D-6E8A-4147-A177-3AD203B41FA5}">
                      <a16:colId xmlns:a16="http://schemas.microsoft.com/office/drawing/2014/main" val="2881812895"/>
                    </a:ext>
                  </a:extLst>
                </a:gridCol>
                <a:gridCol w="755650">
                  <a:extLst>
                    <a:ext uri="{9D8B030D-6E8A-4147-A177-3AD203B41FA5}">
                      <a16:colId xmlns:a16="http://schemas.microsoft.com/office/drawing/2014/main" val="3682284582"/>
                    </a:ext>
                  </a:extLst>
                </a:gridCol>
                <a:gridCol w="755650">
                  <a:extLst>
                    <a:ext uri="{9D8B030D-6E8A-4147-A177-3AD203B41FA5}">
                      <a16:colId xmlns:a16="http://schemas.microsoft.com/office/drawing/2014/main" val="500127722"/>
                    </a:ext>
                  </a:extLst>
                </a:gridCol>
                <a:gridCol w="755650">
                  <a:extLst>
                    <a:ext uri="{9D8B030D-6E8A-4147-A177-3AD203B41FA5}">
                      <a16:colId xmlns:a16="http://schemas.microsoft.com/office/drawing/2014/main" val="2946259618"/>
                    </a:ext>
                  </a:extLst>
                </a:gridCol>
                <a:gridCol w="755650">
                  <a:extLst>
                    <a:ext uri="{9D8B030D-6E8A-4147-A177-3AD203B41FA5}">
                      <a16:colId xmlns:a16="http://schemas.microsoft.com/office/drawing/2014/main" val="171501986"/>
                    </a:ext>
                  </a:extLst>
                </a:gridCol>
                <a:gridCol w="755650">
                  <a:extLst>
                    <a:ext uri="{9D8B030D-6E8A-4147-A177-3AD203B41FA5}">
                      <a16:colId xmlns:a16="http://schemas.microsoft.com/office/drawing/2014/main" val="1667185265"/>
                    </a:ext>
                  </a:extLst>
                </a:gridCol>
                <a:gridCol w="755650">
                  <a:extLst>
                    <a:ext uri="{9D8B030D-6E8A-4147-A177-3AD203B41FA5}">
                      <a16:colId xmlns:a16="http://schemas.microsoft.com/office/drawing/2014/main" val="4258211808"/>
                    </a:ext>
                  </a:extLst>
                </a:gridCol>
                <a:gridCol w="755650">
                  <a:extLst>
                    <a:ext uri="{9D8B030D-6E8A-4147-A177-3AD203B41FA5}">
                      <a16:colId xmlns:a16="http://schemas.microsoft.com/office/drawing/2014/main" val="1794200575"/>
                    </a:ext>
                  </a:extLst>
                </a:gridCol>
                <a:gridCol w="755650">
                  <a:extLst>
                    <a:ext uri="{9D8B030D-6E8A-4147-A177-3AD203B41FA5}">
                      <a16:colId xmlns:a16="http://schemas.microsoft.com/office/drawing/2014/main" val="4230716487"/>
                    </a:ext>
                  </a:extLst>
                </a:gridCol>
                <a:gridCol w="755650">
                  <a:extLst>
                    <a:ext uri="{9D8B030D-6E8A-4147-A177-3AD203B41FA5}">
                      <a16:colId xmlns:a16="http://schemas.microsoft.com/office/drawing/2014/main" val="56153739"/>
                    </a:ext>
                  </a:extLst>
                </a:gridCol>
              </a:tblGrid>
              <a:tr h="370840">
                <a:tc>
                  <a:txBody>
                    <a:bodyPr/>
                    <a:lstStyle/>
                    <a:p>
                      <a:pPr algn="ctr"/>
                      <a:r>
                        <a:rPr lang="en-US" altLang="zh-CN" dirty="0">
                          <a:solidFill>
                            <a:schemeClr val="tx1"/>
                          </a:solidFill>
                          <a:latin typeface="Arial Black" panose="020B0A04020102020204" pitchFamily="34" charset="0"/>
                        </a:rPr>
                        <a:t>0</a:t>
                      </a:r>
                      <a:endParaRPr lang="zh-CN" altLang="en-US" dirty="0">
                        <a:solidFill>
                          <a:schemeClr val="tx1"/>
                        </a:solidFill>
                        <a:latin typeface="Arial Black" panose="020B0A04020102020204" pitchFamily="34" charset="0"/>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ctr"/>
                      <a:r>
                        <a:rPr lang="en-US" altLang="zh-CN" dirty="0">
                          <a:solidFill>
                            <a:schemeClr val="tx1"/>
                          </a:solidFill>
                          <a:latin typeface="Arial Black" panose="020B0A04020102020204" pitchFamily="34" charset="0"/>
                        </a:rPr>
                        <a:t>1</a:t>
                      </a:r>
                      <a:endParaRPr lang="zh-CN" altLang="en-US" dirty="0">
                        <a:solidFill>
                          <a:schemeClr val="tx1"/>
                        </a:solidFill>
                        <a:latin typeface="Arial Black" panose="020B0A04020102020204" pitchFamily="34" charset="0"/>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ctr"/>
                      <a:r>
                        <a:rPr lang="en-US" altLang="zh-CN" dirty="0">
                          <a:solidFill>
                            <a:schemeClr val="tx1"/>
                          </a:solidFill>
                          <a:latin typeface="Arial Black" panose="020B0A04020102020204" pitchFamily="34" charset="0"/>
                        </a:rPr>
                        <a:t>2</a:t>
                      </a:r>
                      <a:endParaRPr lang="zh-CN" altLang="en-US" dirty="0">
                        <a:solidFill>
                          <a:schemeClr val="tx1"/>
                        </a:solidFill>
                        <a:latin typeface="Arial Black" panose="020B0A04020102020204" pitchFamily="34" charset="0"/>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ctr"/>
                      <a:r>
                        <a:rPr lang="en-US" altLang="zh-CN" dirty="0">
                          <a:solidFill>
                            <a:schemeClr val="tx1"/>
                          </a:solidFill>
                          <a:latin typeface="Arial Black" panose="020B0A04020102020204" pitchFamily="34" charset="0"/>
                        </a:rPr>
                        <a:t>3</a:t>
                      </a:r>
                      <a:endParaRPr lang="zh-CN" altLang="en-US" dirty="0">
                        <a:solidFill>
                          <a:schemeClr val="tx1"/>
                        </a:solidFill>
                        <a:latin typeface="Arial Black" panose="020B0A04020102020204" pitchFamily="34" charset="0"/>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ctr"/>
                      <a:r>
                        <a:rPr lang="en-US" altLang="zh-CN" dirty="0">
                          <a:solidFill>
                            <a:schemeClr val="tx1"/>
                          </a:solidFill>
                          <a:latin typeface="Arial Black" panose="020B0A04020102020204" pitchFamily="34" charset="0"/>
                        </a:rPr>
                        <a:t>4</a:t>
                      </a:r>
                      <a:endParaRPr lang="zh-CN" altLang="en-US" dirty="0">
                        <a:solidFill>
                          <a:schemeClr val="tx1"/>
                        </a:solidFill>
                        <a:latin typeface="Arial Black" panose="020B0A04020102020204" pitchFamily="34" charset="0"/>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ctr"/>
                      <a:r>
                        <a:rPr lang="en-US" altLang="zh-CN" dirty="0">
                          <a:solidFill>
                            <a:schemeClr val="tx1"/>
                          </a:solidFill>
                          <a:latin typeface="Arial Black" panose="020B0A04020102020204" pitchFamily="34" charset="0"/>
                        </a:rPr>
                        <a:t>5</a:t>
                      </a:r>
                      <a:endParaRPr lang="zh-CN" altLang="en-US" dirty="0">
                        <a:solidFill>
                          <a:schemeClr val="tx1"/>
                        </a:solidFill>
                        <a:latin typeface="Arial Black" panose="020B0A04020102020204" pitchFamily="34" charset="0"/>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ctr"/>
                      <a:r>
                        <a:rPr lang="en-US" altLang="zh-CN" dirty="0">
                          <a:solidFill>
                            <a:schemeClr val="tx1"/>
                          </a:solidFill>
                          <a:latin typeface="Arial Black" panose="020B0A04020102020204" pitchFamily="34" charset="0"/>
                        </a:rPr>
                        <a:t>6</a:t>
                      </a:r>
                      <a:endParaRPr lang="zh-CN" altLang="en-US" dirty="0">
                        <a:solidFill>
                          <a:schemeClr val="tx1"/>
                        </a:solidFill>
                        <a:latin typeface="Arial Black" panose="020B0A04020102020204" pitchFamily="34" charset="0"/>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ctr"/>
                      <a:r>
                        <a:rPr lang="en-US" altLang="zh-CN" dirty="0">
                          <a:solidFill>
                            <a:schemeClr val="tx1"/>
                          </a:solidFill>
                          <a:latin typeface="Arial Black" panose="020B0A04020102020204" pitchFamily="34" charset="0"/>
                        </a:rPr>
                        <a:t>7</a:t>
                      </a:r>
                      <a:endParaRPr lang="zh-CN" altLang="en-US" dirty="0">
                        <a:solidFill>
                          <a:schemeClr val="tx1"/>
                        </a:solidFill>
                        <a:latin typeface="Arial Black" panose="020B0A04020102020204" pitchFamily="34" charset="0"/>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ctr"/>
                      <a:r>
                        <a:rPr lang="en-US" altLang="zh-CN" dirty="0">
                          <a:solidFill>
                            <a:schemeClr val="tx1"/>
                          </a:solidFill>
                          <a:latin typeface="Arial Black" panose="020B0A04020102020204" pitchFamily="34" charset="0"/>
                        </a:rPr>
                        <a:t>0</a:t>
                      </a:r>
                      <a:endParaRPr lang="zh-CN" altLang="en-US" dirty="0">
                        <a:solidFill>
                          <a:schemeClr val="tx1"/>
                        </a:solidFill>
                        <a:latin typeface="Arial Black" panose="020B0A04020102020204" pitchFamily="34" charset="0"/>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ctr"/>
                      <a:r>
                        <a:rPr lang="en-US" altLang="zh-CN" dirty="0">
                          <a:solidFill>
                            <a:schemeClr val="tx1"/>
                          </a:solidFill>
                          <a:latin typeface="Arial Black" panose="020B0A04020102020204" pitchFamily="34" charset="0"/>
                        </a:rPr>
                        <a:t>1</a:t>
                      </a:r>
                      <a:endParaRPr lang="zh-CN" altLang="en-US" dirty="0">
                        <a:solidFill>
                          <a:schemeClr val="tx1"/>
                        </a:solidFill>
                        <a:latin typeface="Arial Black" panose="020B0A04020102020204" pitchFamily="34" charset="0"/>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ctr"/>
                      <a:r>
                        <a:rPr lang="en-US" altLang="zh-CN" dirty="0">
                          <a:solidFill>
                            <a:schemeClr val="tx1"/>
                          </a:solidFill>
                          <a:latin typeface="Arial Black" panose="020B0A04020102020204" pitchFamily="34" charset="0"/>
                        </a:rPr>
                        <a:t>2</a:t>
                      </a:r>
                      <a:endParaRPr lang="zh-CN" altLang="en-US" dirty="0">
                        <a:solidFill>
                          <a:schemeClr val="tx1"/>
                        </a:solidFill>
                        <a:latin typeface="Arial Black" panose="020B0A04020102020204" pitchFamily="34" charset="0"/>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ctr"/>
                      <a:r>
                        <a:rPr lang="en-US" altLang="zh-CN" dirty="0">
                          <a:solidFill>
                            <a:schemeClr val="tx1"/>
                          </a:solidFill>
                          <a:latin typeface="Arial Black" panose="020B0A04020102020204" pitchFamily="34" charset="0"/>
                        </a:rPr>
                        <a:t>…</a:t>
                      </a:r>
                      <a:endParaRPr lang="zh-CN" altLang="en-US" dirty="0">
                        <a:solidFill>
                          <a:schemeClr val="tx1"/>
                        </a:solidFill>
                        <a:latin typeface="Arial Black" panose="020B0A04020102020204" pitchFamily="34" charset="0"/>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extLst>
                  <a:ext uri="{0D108BD9-81ED-4DB2-BD59-A6C34878D82A}">
                    <a16:rowId xmlns:a16="http://schemas.microsoft.com/office/drawing/2014/main" val="316235763"/>
                  </a:ext>
                </a:extLst>
              </a:tr>
            </a:tbl>
          </a:graphicData>
        </a:graphic>
      </p:graphicFrame>
      <p:graphicFrame>
        <p:nvGraphicFramePr>
          <p:cNvPr id="68" name="表格 21">
            <a:extLst>
              <a:ext uri="{FF2B5EF4-FFF2-40B4-BE49-F238E27FC236}">
                <a16:creationId xmlns:a16="http://schemas.microsoft.com/office/drawing/2014/main" id="{D9B4273D-C94E-42E6-A39B-908C6FA1D8AF}"/>
              </a:ext>
            </a:extLst>
          </p:cNvPr>
          <p:cNvGraphicFramePr>
            <a:graphicFrameLocks noGrp="1"/>
          </p:cNvGraphicFramePr>
          <p:nvPr/>
        </p:nvGraphicFramePr>
        <p:xfrm>
          <a:off x="2302929" y="1827576"/>
          <a:ext cx="9067800" cy="370840"/>
        </p:xfrm>
        <a:graphic>
          <a:graphicData uri="http://schemas.openxmlformats.org/drawingml/2006/table">
            <a:tbl>
              <a:tblPr firstRow="1" bandRow="1">
                <a:tableStyleId>{5C22544A-7EE6-4342-B048-85BDC9FD1C3A}</a:tableStyleId>
              </a:tblPr>
              <a:tblGrid>
                <a:gridCol w="755650">
                  <a:extLst>
                    <a:ext uri="{9D8B030D-6E8A-4147-A177-3AD203B41FA5}">
                      <a16:colId xmlns:a16="http://schemas.microsoft.com/office/drawing/2014/main" val="877486509"/>
                    </a:ext>
                  </a:extLst>
                </a:gridCol>
                <a:gridCol w="755650">
                  <a:extLst>
                    <a:ext uri="{9D8B030D-6E8A-4147-A177-3AD203B41FA5}">
                      <a16:colId xmlns:a16="http://schemas.microsoft.com/office/drawing/2014/main" val="3548605817"/>
                    </a:ext>
                  </a:extLst>
                </a:gridCol>
                <a:gridCol w="755650">
                  <a:extLst>
                    <a:ext uri="{9D8B030D-6E8A-4147-A177-3AD203B41FA5}">
                      <a16:colId xmlns:a16="http://schemas.microsoft.com/office/drawing/2014/main" val="2881812895"/>
                    </a:ext>
                  </a:extLst>
                </a:gridCol>
                <a:gridCol w="755650">
                  <a:extLst>
                    <a:ext uri="{9D8B030D-6E8A-4147-A177-3AD203B41FA5}">
                      <a16:colId xmlns:a16="http://schemas.microsoft.com/office/drawing/2014/main" val="3682284582"/>
                    </a:ext>
                  </a:extLst>
                </a:gridCol>
                <a:gridCol w="755650">
                  <a:extLst>
                    <a:ext uri="{9D8B030D-6E8A-4147-A177-3AD203B41FA5}">
                      <a16:colId xmlns:a16="http://schemas.microsoft.com/office/drawing/2014/main" val="500127722"/>
                    </a:ext>
                  </a:extLst>
                </a:gridCol>
                <a:gridCol w="755650">
                  <a:extLst>
                    <a:ext uri="{9D8B030D-6E8A-4147-A177-3AD203B41FA5}">
                      <a16:colId xmlns:a16="http://schemas.microsoft.com/office/drawing/2014/main" val="2946259618"/>
                    </a:ext>
                  </a:extLst>
                </a:gridCol>
                <a:gridCol w="755650">
                  <a:extLst>
                    <a:ext uri="{9D8B030D-6E8A-4147-A177-3AD203B41FA5}">
                      <a16:colId xmlns:a16="http://schemas.microsoft.com/office/drawing/2014/main" val="171501986"/>
                    </a:ext>
                  </a:extLst>
                </a:gridCol>
                <a:gridCol w="755650">
                  <a:extLst>
                    <a:ext uri="{9D8B030D-6E8A-4147-A177-3AD203B41FA5}">
                      <a16:colId xmlns:a16="http://schemas.microsoft.com/office/drawing/2014/main" val="1667185265"/>
                    </a:ext>
                  </a:extLst>
                </a:gridCol>
                <a:gridCol w="755650">
                  <a:extLst>
                    <a:ext uri="{9D8B030D-6E8A-4147-A177-3AD203B41FA5}">
                      <a16:colId xmlns:a16="http://schemas.microsoft.com/office/drawing/2014/main" val="4258211808"/>
                    </a:ext>
                  </a:extLst>
                </a:gridCol>
                <a:gridCol w="755650">
                  <a:extLst>
                    <a:ext uri="{9D8B030D-6E8A-4147-A177-3AD203B41FA5}">
                      <a16:colId xmlns:a16="http://schemas.microsoft.com/office/drawing/2014/main" val="1794200575"/>
                    </a:ext>
                  </a:extLst>
                </a:gridCol>
                <a:gridCol w="755650">
                  <a:extLst>
                    <a:ext uri="{9D8B030D-6E8A-4147-A177-3AD203B41FA5}">
                      <a16:colId xmlns:a16="http://schemas.microsoft.com/office/drawing/2014/main" val="4230716487"/>
                    </a:ext>
                  </a:extLst>
                </a:gridCol>
                <a:gridCol w="755650">
                  <a:extLst>
                    <a:ext uri="{9D8B030D-6E8A-4147-A177-3AD203B41FA5}">
                      <a16:colId xmlns:a16="http://schemas.microsoft.com/office/drawing/2014/main" val="56153739"/>
                    </a:ext>
                  </a:extLst>
                </a:gridCol>
              </a:tblGrid>
              <a:tr h="370840">
                <a:tc>
                  <a:txBody>
                    <a:bodyPr/>
                    <a:lstStyle/>
                    <a:p>
                      <a:pPr algn="ctr"/>
                      <a:r>
                        <a:rPr lang="en-US" altLang="zh-CN" dirty="0">
                          <a:solidFill>
                            <a:schemeClr val="tx1"/>
                          </a:solidFill>
                          <a:latin typeface="Arial Black" panose="020B0A04020102020204" pitchFamily="34" charset="0"/>
                        </a:rPr>
                        <a:t>0</a:t>
                      </a:r>
                      <a:endParaRPr lang="zh-CN" altLang="en-US" dirty="0">
                        <a:solidFill>
                          <a:schemeClr val="tx1"/>
                        </a:solidFill>
                        <a:latin typeface="Arial Black" panose="020B0A04020102020204" pitchFamily="34" charset="0"/>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ctr"/>
                      <a:r>
                        <a:rPr lang="en-US" altLang="zh-CN" dirty="0">
                          <a:solidFill>
                            <a:schemeClr val="tx1"/>
                          </a:solidFill>
                          <a:latin typeface="Arial Black" panose="020B0A04020102020204" pitchFamily="34" charset="0"/>
                        </a:rPr>
                        <a:t>1</a:t>
                      </a:r>
                      <a:endParaRPr lang="zh-CN" altLang="en-US" dirty="0">
                        <a:solidFill>
                          <a:schemeClr val="tx1"/>
                        </a:solidFill>
                        <a:latin typeface="Arial Black" panose="020B0A04020102020204" pitchFamily="34" charset="0"/>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ctr"/>
                      <a:r>
                        <a:rPr lang="en-US" altLang="zh-CN" dirty="0">
                          <a:solidFill>
                            <a:schemeClr val="tx1"/>
                          </a:solidFill>
                          <a:latin typeface="Arial Black" panose="020B0A04020102020204" pitchFamily="34" charset="0"/>
                        </a:rPr>
                        <a:t>2</a:t>
                      </a:r>
                      <a:endParaRPr lang="zh-CN" altLang="en-US" dirty="0">
                        <a:solidFill>
                          <a:schemeClr val="tx1"/>
                        </a:solidFill>
                        <a:latin typeface="Arial Black" panose="020B0A04020102020204" pitchFamily="34" charset="0"/>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ctr"/>
                      <a:r>
                        <a:rPr lang="en-US" altLang="zh-CN" dirty="0">
                          <a:solidFill>
                            <a:schemeClr val="tx1"/>
                          </a:solidFill>
                          <a:latin typeface="Arial Black" panose="020B0A04020102020204" pitchFamily="34" charset="0"/>
                        </a:rPr>
                        <a:t>3</a:t>
                      </a:r>
                      <a:endParaRPr lang="zh-CN" altLang="en-US" dirty="0">
                        <a:solidFill>
                          <a:schemeClr val="tx1"/>
                        </a:solidFill>
                        <a:latin typeface="Arial Black" panose="020B0A04020102020204" pitchFamily="34" charset="0"/>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ctr"/>
                      <a:r>
                        <a:rPr lang="en-US" altLang="zh-CN" dirty="0">
                          <a:solidFill>
                            <a:schemeClr val="tx1"/>
                          </a:solidFill>
                          <a:latin typeface="Arial Black" panose="020B0A04020102020204" pitchFamily="34" charset="0"/>
                        </a:rPr>
                        <a:t>4</a:t>
                      </a:r>
                      <a:endParaRPr lang="zh-CN" altLang="en-US" dirty="0">
                        <a:solidFill>
                          <a:schemeClr val="tx1"/>
                        </a:solidFill>
                        <a:latin typeface="Arial Black" panose="020B0A04020102020204" pitchFamily="34" charset="0"/>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ctr"/>
                      <a:r>
                        <a:rPr lang="en-US" altLang="zh-CN" dirty="0">
                          <a:solidFill>
                            <a:schemeClr val="tx1"/>
                          </a:solidFill>
                          <a:latin typeface="Arial Black" panose="020B0A04020102020204" pitchFamily="34" charset="0"/>
                        </a:rPr>
                        <a:t>5</a:t>
                      </a:r>
                      <a:endParaRPr lang="zh-CN" altLang="en-US" dirty="0">
                        <a:solidFill>
                          <a:schemeClr val="tx1"/>
                        </a:solidFill>
                        <a:latin typeface="Arial Black" panose="020B0A04020102020204" pitchFamily="34" charset="0"/>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ctr"/>
                      <a:r>
                        <a:rPr lang="en-US" altLang="zh-CN" dirty="0">
                          <a:solidFill>
                            <a:schemeClr val="tx1"/>
                          </a:solidFill>
                          <a:latin typeface="Arial Black" panose="020B0A04020102020204" pitchFamily="34" charset="0"/>
                        </a:rPr>
                        <a:t>6</a:t>
                      </a:r>
                      <a:endParaRPr lang="zh-CN" altLang="en-US" dirty="0">
                        <a:solidFill>
                          <a:schemeClr val="tx1"/>
                        </a:solidFill>
                        <a:latin typeface="Arial Black" panose="020B0A04020102020204" pitchFamily="34" charset="0"/>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ctr"/>
                      <a:r>
                        <a:rPr lang="en-US" altLang="zh-CN" dirty="0">
                          <a:solidFill>
                            <a:schemeClr val="tx1"/>
                          </a:solidFill>
                          <a:latin typeface="Arial Black" panose="020B0A04020102020204" pitchFamily="34" charset="0"/>
                        </a:rPr>
                        <a:t>7</a:t>
                      </a:r>
                      <a:endParaRPr lang="zh-CN" altLang="en-US" dirty="0">
                        <a:solidFill>
                          <a:schemeClr val="tx1"/>
                        </a:solidFill>
                        <a:latin typeface="Arial Black" panose="020B0A04020102020204" pitchFamily="34" charset="0"/>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ctr"/>
                      <a:r>
                        <a:rPr lang="en-US" altLang="zh-CN" dirty="0">
                          <a:solidFill>
                            <a:schemeClr val="tx1"/>
                          </a:solidFill>
                          <a:latin typeface="Arial Black" panose="020B0A04020102020204" pitchFamily="34" charset="0"/>
                        </a:rPr>
                        <a:t>0</a:t>
                      </a:r>
                      <a:endParaRPr lang="zh-CN" altLang="en-US" dirty="0">
                        <a:solidFill>
                          <a:schemeClr val="tx1"/>
                        </a:solidFill>
                        <a:latin typeface="Arial Black" panose="020B0A04020102020204" pitchFamily="34" charset="0"/>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ctr"/>
                      <a:r>
                        <a:rPr lang="en-US" altLang="zh-CN" dirty="0">
                          <a:solidFill>
                            <a:schemeClr val="tx1"/>
                          </a:solidFill>
                          <a:latin typeface="Arial Black" panose="020B0A04020102020204" pitchFamily="34" charset="0"/>
                        </a:rPr>
                        <a:t>1</a:t>
                      </a:r>
                      <a:endParaRPr lang="zh-CN" altLang="en-US" dirty="0">
                        <a:solidFill>
                          <a:schemeClr val="tx1"/>
                        </a:solidFill>
                        <a:latin typeface="Arial Black" panose="020B0A04020102020204" pitchFamily="34" charset="0"/>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ctr"/>
                      <a:r>
                        <a:rPr lang="en-US" altLang="zh-CN" dirty="0">
                          <a:solidFill>
                            <a:schemeClr val="tx1"/>
                          </a:solidFill>
                          <a:latin typeface="Arial Black" panose="020B0A04020102020204" pitchFamily="34" charset="0"/>
                        </a:rPr>
                        <a:t>2</a:t>
                      </a:r>
                      <a:endParaRPr lang="zh-CN" altLang="en-US" dirty="0">
                        <a:solidFill>
                          <a:schemeClr val="tx1"/>
                        </a:solidFill>
                        <a:latin typeface="Arial Black" panose="020B0A04020102020204" pitchFamily="34" charset="0"/>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ctr"/>
                      <a:r>
                        <a:rPr lang="en-US" altLang="zh-CN" dirty="0">
                          <a:solidFill>
                            <a:schemeClr val="tx1"/>
                          </a:solidFill>
                          <a:latin typeface="Arial Black" panose="020B0A04020102020204" pitchFamily="34" charset="0"/>
                        </a:rPr>
                        <a:t>…</a:t>
                      </a:r>
                      <a:endParaRPr lang="zh-CN" altLang="en-US" dirty="0">
                        <a:solidFill>
                          <a:schemeClr val="tx1"/>
                        </a:solidFill>
                        <a:latin typeface="Arial Black" panose="020B0A04020102020204" pitchFamily="34" charset="0"/>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extLst>
                  <a:ext uri="{0D108BD9-81ED-4DB2-BD59-A6C34878D82A}">
                    <a16:rowId xmlns:a16="http://schemas.microsoft.com/office/drawing/2014/main" val="316235763"/>
                  </a:ext>
                </a:extLst>
              </a:tr>
            </a:tbl>
          </a:graphicData>
        </a:graphic>
      </p:graphicFrame>
      <p:sp>
        <p:nvSpPr>
          <p:cNvPr id="13" name="矩形 12">
            <a:extLst>
              <a:ext uri="{FF2B5EF4-FFF2-40B4-BE49-F238E27FC236}">
                <a16:creationId xmlns:a16="http://schemas.microsoft.com/office/drawing/2014/main" id="{14642CA0-C4C4-44A5-BD3D-9FB5C2470514}"/>
              </a:ext>
            </a:extLst>
          </p:cNvPr>
          <p:cNvSpPr/>
          <p:nvPr/>
        </p:nvSpPr>
        <p:spPr>
          <a:xfrm>
            <a:off x="2300222" y="5537182"/>
            <a:ext cx="3780000" cy="390966"/>
          </a:xfrm>
          <a:prstGeom prst="rect">
            <a:avLst/>
          </a:prstGeom>
          <a:solidFill>
            <a:schemeClr val="accent3">
              <a:alpha val="74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30" name="矩形 29">
            <a:extLst>
              <a:ext uri="{FF2B5EF4-FFF2-40B4-BE49-F238E27FC236}">
                <a16:creationId xmlns:a16="http://schemas.microsoft.com/office/drawing/2014/main" id="{D1F1FAB1-144B-409B-87EA-0CC44441BA84}"/>
              </a:ext>
            </a:extLst>
          </p:cNvPr>
          <p:cNvSpPr/>
          <p:nvPr/>
        </p:nvSpPr>
        <p:spPr>
          <a:xfrm>
            <a:off x="3024307" y="2892707"/>
            <a:ext cx="256976" cy="256976"/>
          </a:xfrm>
          <a:prstGeom prst="rect">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31" name="íşlïḍè">
            <a:extLst>
              <a:ext uri="{FF2B5EF4-FFF2-40B4-BE49-F238E27FC236}">
                <a16:creationId xmlns:a16="http://schemas.microsoft.com/office/drawing/2014/main" id="{58CDDEB0-455B-47EC-82A0-3ACACCFDFF9B}"/>
              </a:ext>
            </a:extLst>
          </p:cNvPr>
          <p:cNvSpPr txBox="1"/>
          <p:nvPr/>
        </p:nvSpPr>
        <p:spPr>
          <a:xfrm>
            <a:off x="3341535" y="2838386"/>
            <a:ext cx="2026453" cy="369332"/>
          </a:xfrm>
          <a:prstGeom prst="rect">
            <a:avLst/>
          </a:prstGeom>
          <a:noFill/>
        </p:spPr>
        <p:txBody>
          <a:bodyPr wrap="square" lIns="91440" tIns="45720" rIns="91440" bIns="45720" anchor="ctr">
            <a:noAutofit/>
          </a:bodyPr>
          <a:lstStyle/>
          <a:p>
            <a:r>
              <a:rPr lang="zh-CN" altLang="en-US" b="1" dirty="0"/>
              <a:t>累积确认的优点</a:t>
            </a:r>
            <a:endParaRPr lang="en-US" altLang="zh-CN" b="1" dirty="0"/>
          </a:p>
        </p:txBody>
      </p:sp>
      <p:sp>
        <p:nvSpPr>
          <p:cNvPr id="32" name="矩形 31">
            <a:extLst>
              <a:ext uri="{FF2B5EF4-FFF2-40B4-BE49-F238E27FC236}">
                <a16:creationId xmlns:a16="http://schemas.microsoft.com/office/drawing/2014/main" id="{D1A5EA08-8784-4242-9B27-8CC5F92011FD}"/>
              </a:ext>
            </a:extLst>
          </p:cNvPr>
          <p:cNvSpPr/>
          <p:nvPr/>
        </p:nvSpPr>
        <p:spPr>
          <a:xfrm>
            <a:off x="3439844" y="3316710"/>
            <a:ext cx="256976" cy="256976"/>
          </a:xfrm>
          <a:prstGeom prst="rect">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33" name="íşlïḍè">
            <a:extLst>
              <a:ext uri="{FF2B5EF4-FFF2-40B4-BE49-F238E27FC236}">
                <a16:creationId xmlns:a16="http://schemas.microsoft.com/office/drawing/2014/main" id="{736EA9E8-176B-4D3C-A0EA-B2DD80DB2FFD}"/>
              </a:ext>
            </a:extLst>
          </p:cNvPr>
          <p:cNvSpPr txBox="1"/>
          <p:nvPr/>
        </p:nvSpPr>
        <p:spPr>
          <a:xfrm>
            <a:off x="3757072" y="3262389"/>
            <a:ext cx="3768637" cy="355672"/>
          </a:xfrm>
          <a:prstGeom prst="rect">
            <a:avLst/>
          </a:prstGeom>
          <a:noFill/>
        </p:spPr>
        <p:txBody>
          <a:bodyPr wrap="square" lIns="91440" tIns="45720" rIns="91440" bIns="45720" anchor="ctr">
            <a:noAutofit/>
          </a:bodyPr>
          <a:lstStyle/>
          <a:p>
            <a:r>
              <a:rPr lang="zh-CN" altLang="en-US" b="1" dirty="0"/>
              <a:t>减少向网络中注入确认分组的数量。</a:t>
            </a:r>
            <a:endParaRPr lang="en-US" altLang="zh-CN" b="1" dirty="0"/>
          </a:p>
        </p:txBody>
      </p:sp>
      <p:sp>
        <p:nvSpPr>
          <p:cNvPr id="36" name="矩形 35">
            <a:extLst>
              <a:ext uri="{FF2B5EF4-FFF2-40B4-BE49-F238E27FC236}">
                <a16:creationId xmlns:a16="http://schemas.microsoft.com/office/drawing/2014/main" id="{F8B281F5-0039-43CF-9A08-A2EBCF543D23}"/>
              </a:ext>
            </a:extLst>
          </p:cNvPr>
          <p:cNvSpPr/>
          <p:nvPr/>
        </p:nvSpPr>
        <p:spPr>
          <a:xfrm>
            <a:off x="3439844" y="3727053"/>
            <a:ext cx="256976" cy="256976"/>
          </a:xfrm>
          <a:prstGeom prst="rect">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37" name="íşlïḍè">
            <a:extLst>
              <a:ext uri="{FF2B5EF4-FFF2-40B4-BE49-F238E27FC236}">
                <a16:creationId xmlns:a16="http://schemas.microsoft.com/office/drawing/2014/main" id="{EBF75F0A-1FDB-4C82-9F30-DFD856322651}"/>
              </a:ext>
            </a:extLst>
          </p:cNvPr>
          <p:cNvSpPr txBox="1"/>
          <p:nvPr/>
        </p:nvSpPr>
        <p:spPr>
          <a:xfrm>
            <a:off x="3757073" y="3672732"/>
            <a:ext cx="4926438" cy="355672"/>
          </a:xfrm>
          <a:prstGeom prst="rect">
            <a:avLst/>
          </a:prstGeom>
          <a:noFill/>
        </p:spPr>
        <p:txBody>
          <a:bodyPr wrap="square" lIns="91440" tIns="45720" rIns="91440" bIns="45720" anchor="ctr">
            <a:noAutofit/>
          </a:bodyPr>
          <a:lstStyle/>
          <a:p>
            <a:r>
              <a:rPr lang="zh-CN" altLang="en-US" b="1" dirty="0"/>
              <a:t>即使确认分组丢失，也可能不必重传数据分组。</a:t>
            </a:r>
            <a:endParaRPr lang="en-US" altLang="zh-CN" b="1" dirty="0"/>
          </a:p>
        </p:txBody>
      </p:sp>
      <p:sp>
        <p:nvSpPr>
          <p:cNvPr id="46" name="矩形 45">
            <a:extLst>
              <a:ext uri="{FF2B5EF4-FFF2-40B4-BE49-F238E27FC236}">
                <a16:creationId xmlns:a16="http://schemas.microsoft.com/office/drawing/2014/main" id="{888A8F5F-3A17-4A39-9664-DCF1707252AE}"/>
              </a:ext>
            </a:extLst>
          </p:cNvPr>
          <p:cNvSpPr/>
          <p:nvPr/>
        </p:nvSpPr>
        <p:spPr>
          <a:xfrm>
            <a:off x="2314175" y="1841506"/>
            <a:ext cx="3780000" cy="343250"/>
          </a:xfrm>
          <a:prstGeom prst="rect">
            <a:avLst/>
          </a:prstGeom>
          <a:solidFill>
            <a:schemeClr val="accent4">
              <a:alpha val="74000"/>
            </a:schemeClr>
          </a:solidFill>
          <a:ln>
            <a:solidFill>
              <a:schemeClr val="accent4"/>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41" name="矩形 40">
            <a:extLst>
              <a:ext uri="{FF2B5EF4-FFF2-40B4-BE49-F238E27FC236}">
                <a16:creationId xmlns:a16="http://schemas.microsoft.com/office/drawing/2014/main" id="{4382938B-16AD-4865-963B-6576C39BA822}"/>
              </a:ext>
            </a:extLst>
          </p:cNvPr>
          <p:cNvSpPr/>
          <p:nvPr/>
        </p:nvSpPr>
        <p:spPr>
          <a:xfrm>
            <a:off x="3024307" y="4137396"/>
            <a:ext cx="256976" cy="256976"/>
          </a:xfrm>
          <a:prstGeom prst="rect">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47" name="íşlïḍè">
            <a:extLst>
              <a:ext uri="{FF2B5EF4-FFF2-40B4-BE49-F238E27FC236}">
                <a16:creationId xmlns:a16="http://schemas.microsoft.com/office/drawing/2014/main" id="{38C44355-232E-4E3D-97AB-4332682DE778}"/>
              </a:ext>
            </a:extLst>
          </p:cNvPr>
          <p:cNvSpPr txBox="1"/>
          <p:nvPr/>
        </p:nvSpPr>
        <p:spPr>
          <a:xfrm>
            <a:off x="3341535" y="4083075"/>
            <a:ext cx="2026453" cy="369332"/>
          </a:xfrm>
          <a:prstGeom prst="rect">
            <a:avLst/>
          </a:prstGeom>
          <a:noFill/>
        </p:spPr>
        <p:txBody>
          <a:bodyPr wrap="square" lIns="91440" tIns="45720" rIns="91440" bIns="45720" anchor="ctr">
            <a:noAutofit/>
          </a:bodyPr>
          <a:lstStyle/>
          <a:p>
            <a:r>
              <a:rPr lang="zh-CN" altLang="en-US" b="1" dirty="0"/>
              <a:t>累积确认的缺点</a:t>
            </a:r>
            <a:endParaRPr lang="en-US" altLang="zh-CN" b="1" dirty="0"/>
          </a:p>
        </p:txBody>
      </p:sp>
      <p:sp>
        <p:nvSpPr>
          <p:cNvPr id="48" name="矩形 47">
            <a:extLst>
              <a:ext uri="{FF2B5EF4-FFF2-40B4-BE49-F238E27FC236}">
                <a16:creationId xmlns:a16="http://schemas.microsoft.com/office/drawing/2014/main" id="{2A13AA57-C6A7-47BC-8BAF-2D2FB7FE277B}"/>
              </a:ext>
            </a:extLst>
          </p:cNvPr>
          <p:cNvSpPr/>
          <p:nvPr/>
        </p:nvSpPr>
        <p:spPr>
          <a:xfrm>
            <a:off x="3439844" y="4561398"/>
            <a:ext cx="256976" cy="256976"/>
          </a:xfrm>
          <a:prstGeom prst="rect">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49" name="íşlïḍè">
            <a:extLst>
              <a:ext uri="{FF2B5EF4-FFF2-40B4-BE49-F238E27FC236}">
                <a16:creationId xmlns:a16="http://schemas.microsoft.com/office/drawing/2014/main" id="{3AE84907-0160-4D93-A229-A0CB555C812D}"/>
              </a:ext>
            </a:extLst>
          </p:cNvPr>
          <p:cNvSpPr txBox="1"/>
          <p:nvPr/>
        </p:nvSpPr>
        <p:spPr>
          <a:xfrm>
            <a:off x="3757072" y="4507077"/>
            <a:ext cx="7788049" cy="355672"/>
          </a:xfrm>
          <a:prstGeom prst="rect">
            <a:avLst/>
          </a:prstGeom>
          <a:noFill/>
        </p:spPr>
        <p:txBody>
          <a:bodyPr wrap="square" lIns="91440" tIns="45720" rIns="91440" bIns="45720" anchor="ctr">
            <a:noAutofit/>
          </a:bodyPr>
          <a:lstStyle/>
          <a:p>
            <a:r>
              <a:rPr lang="zh-CN" altLang="en-US" b="1" dirty="0"/>
              <a:t>不能向发送方及时准确地反映出接收方已正确接收的所有数据分组的数量。</a:t>
            </a:r>
            <a:endParaRPr lang="en-US" altLang="zh-CN" b="1" dirty="0"/>
          </a:p>
        </p:txBody>
      </p:sp>
      <p:sp>
        <p:nvSpPr>
          <p:cNvPr id="38" name="平行四边形 37">
            <a:extLst>
              <a:ext uri="{FF2B5EF4-FFF2-40B4-BE49-F238E27FC236}">
                <a16:creationId xmlns:a16="http://schemas.microsoft.com/office/drawing/2014/main" id="{B72DC856-8937-5106-37E3-01FCB8016527}"/>
              </a:ext>
            </a:extLst>
          </p:cNvPr>
          <p:cNvSpPr/>
          <p:nvPr/>
        </p:nvSpPr>
        <p:spPr>
          <a:xfrm>
            <a:off x="304799" y="749300"/>
            <a:ext cx="695119" cy="387090"/>
          </a:xfrm>
          <a:prstGeom prst="parallelogram">
            <a:avLst/>
          </a:prstGeom>
          <a:solidFill>
            <a:schemeClr val="accent3">
              <a:lumMod val="75000"/>
            </a:schemeClr>
          </a:solidFill>
          <a:ln>
            <a:solidFill>
              <a:schemeClr val="accent3">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CN" sz="2200" dirty="0">
                <a:latin typeface="Impact" panose="020B0806030902050204" pitchFamily="34" charset="0"/>
              </a:rPr>
              <a:t>04</a:t>
            </a:r>
            <a:endParaRPr lang="zh-CN" altLang="en-US" sz="2200" dirty="0">
              <a:latin typeface="Impact" panose="020B0806030902050204" pitchFamily="34" charset="0"/>
            </a:endParaRPr>
          </a:p>
        </p:txBody>
      </p:sp>
    </p:spTree>
    <p:custDataLst>
      <p:tags r:id="rId1"/>
    </p:custDataLst>
    <p:extLst>
      <p:ext uri="{BB962C8B-B14F-4D97-AF65-F5344CB8AC3E}">
        <p14:creationId xmlns:p14="http://schemas.microsoft.com/office/powerpoint/2010/main" val="3214470804"/>
      </p:ext>
    </p:extLst>
  </p:cSld>
  <p:clrMapOvr>
    <a:masterClrMapping/>
  </p:clrMapOvr>
  <mc:AlternateContent xmlns:mc="http://schemas.openxmlformats.org/markup-compatibility/2006" xmlns:p14="http://schemas.microsoft.com/office/powerpoint/2010/main">
    <mc:Choice Requires="p14">
      <p:transition p14:dur="10"/>
    </mc:Choice>
    <mc:Fallback xmlns="">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49" presetClass="entr" presetSubtype="0" decel="100000" fill="hold" grpId="0" nodeType="withEffect">
                                  <p:stCondLst>
                                    <p:cond delay="0"/>
                                  </p:stCondLst>
                                  <p:childTnLst>
                                    <p:set>
                                      <p:cBhvr>
                                        <p:cTn id="6" dur="1" fill="hold">
                                          <p:stCondLst>
                                            <p:cond delay="0"/>
                                          </p:stCondLst>
                                        </p:cTn>
                                        <p:tgtEl>
                                          <p:spTgt spid="30"/>
                                        </p:tgtEl>
                                        <p:attrNameLst>
                                          <p:attrName>style.visibility</p:attrName>
                                        </p:attrNameLst>
                                      </p:cBhvr>
                                      <p:to>
                                        <p:strVal val="visible"/>
                                      </p:to>
                                    </p:set>
                                    <p:anim calcmode="lin" valueType="num">
                                      <p:cBhvr>
                                        <p:cTn id="7" dur="500" fill="hold"/>
                                        <p:tgtEl>
                                          <p:spTgt spid="30"/>
                                        </p:tgtEl>
                                        <p:attrNameLst>
                                          <p:attrName>ppt_w</p:attrName>
                                        </p:attrNameLst>
                                      </p:cBhvr>
                                      <p:tavLst>
                                        <p:tav tm="0">
                                          <p:val>
                                            <p:fltVal val="0"/>
                                          </p:val>
                                        </p:tav>
                                        <p:tav tm="100000">
                                          <p:val>
                                            <p:strVal val="#ppt_w"/>
                                          </p:val>
                                        </p:tav>
                                      </p:tavLst>
                                    </p:anim>
                                    <p:anim calcmode="lin" valueType="num">
                                      <p:cBhvr>
                                        <p:cTn id="8" dur="500" fill="hold"/>
                                        <p:tgtEl>
                                          <p:spTgt spid="30"/>
                                        </p:tgtEl>
                                        <p:attrNameLst>
                                          <p:attrName>ppt_h</p:attrName>
                                        </p:attrNameLst>
                                      </p:cBhvr>
                                      <p:tavLst>
                                        <p:tav tm="0">
                                          <p:val>
                                            <p:fltVal val="0"/>
                                          </p:val>
                                        </p:tav>
                                        <p:tav tm="100000">
                                          <p:val>
                                            <p:strVal val="#ppt_h"/>
                                          </p:val>
                                        </p:tav>
                                      </p:tavLst>
                                    </p:anim>
                                    <p:anim calcmode="lin" valueType="num">
                                      <p:cBhvr>
                                        <p:cTn id="9" dur="500" fill="hold"/>
                                        <p:tgtEl>
                                          <p:spTgt spid="30"/>
                                        </p:tgtEl>
                                        <p:attrNameLst>
                                          <p:attrName>style.rotation</p:attrName>
                                        </p:attrNameLst>
                                      </p:cBhvr>
                                      <p:tavLst>
                                        <p:tav tm="0">
                                          <p:val>
                                            <p:fltVal val="360"/>
                                          </p:val>
                                        </p:tav>
                                        <p:tav tm="100000">
                                          <p:val>
                                            <p:fltVal val="0"/>
                                          </p:val>
                                        </p:tav>
                                      </p:tavLst>
                                    </p:anim>
                                    <p:animEffect transition="in" filter="fade">
                                      <p:cBhvr>
                                        <p:cTn id="10" dur="500"/>
                                        <p:tgtEl>
                                          <p:spTgt spid="30"/>
                                        </p:tgtEl>
                                      </p:cBhvr>
                                    </p:animEffect>
                                  </p:childTnLst>
                                </p:cTn>
                              </p:par>
                            </p:childTnLst>
                          </p:cTn>
                        </p:par>
                        <p:par>
                          <p:cTn id="11" fill="hold">
                            <p:stCondLst>
                              <p:cond delay="500"/>
                            </p:stCondLst>
                            <p:childTnLst>
                              <p:par>
                                <p:cTn id="12" presetID="1" presetClass="entr" presetSubtype="0" fill="hold" grpId="0" nodeType="afterEffect">
                                  <p:stCondLst>
                                    <p:cond delay="0"/>
                                  </p:stCondLst>
                                  <p:iterate type="lt">
                                    <p:tmAbs val="100"/>
                                  </p:iterate>
                                  <p:childTnLst>
                                    <p:set>
                                      <p:cBhvr>
                                        <p:cTn id="13" dur="1" fill="hold">
                                          <p:stCondLst>
                                            <p:cond delay="0"/>
                                          </p:stCondLst>
                                        </p:cTn>
                                        <p:tgtEl>
                                          <p:spTgt spid="31"/>
                                        </p:tgtEl>
                                        <p:attrNameLst>
                                          <p:attrName>style.visibility</p:attrName>
                                        </p:attrNameLst>
                                      </p:cBhvr>
                                      <p:to>
                                        <p:strVal val="visible"/>
                                      </p:to>
                                    </p:set>
                                  </p:childTnLst>
                                </p:cTn>
                              </p:par>
                            </p:childTnLst>
                          </p:cTn>
                        </p:par>
                      </p:childTnLst>
                    </p:cTn>
                  </p:par>
                  <p:par>
                    <p:cTn id="14" fill="hold">
                      <p:stCondLst>
                        <p:cond delay="indefinite"/>
                      </p:stCondLst>
                      <p:childTnLst>
                        <p:par>
                          <p:cTn id="15" fill="hold">
                            <p:stCondLst>
                              <p:cond delay="0"/>
                            </p:stCondLst>
                            <p:childTnLst>
                              <p:par>
                                <p:cTn id="16" presetID="49" presetClass="entr" presetSubtype="0" decel="100000" fill="hold" grpId="0" nodeType="clickEffect">
                                  <p:stCondLst>
                                    <p:cond delay="0"/>
                                  </p:stCondLst>
                                  <p:childTnLst>
                                    <p:set>
                                      <p:cBhvr>
                                        <p:cTn id="17" dur="1" fill="hold">
                                          <p:stCondLst>
                                            <p:cond delay="0"/>
                                          </p:stCondLst>
                                        </p:cTn>
                                        <p:tgtEl>
                                          <p:spTgt spid="32"/>
                                        </p:tgtEl>
                                        <p:attrNameLst>
                                          <p:attrName>style.visibility</p:attrName>
                                        </p:attrNameLst>
                                      </p:cBhvr>
                                      <p:to>
                                        <p:strVal val="visible"/>
                                      </p:to>
                                    </p:set>
                                    <p:anim calcmode="lin" valueType="num">
                                      <p:cBhvr>
                                        <p:cTn id="18" dur="500" fill="hold"/>
                                        <p:tgtEl>
                                          <p:spTgt spid="32"/>
                                        </p:tgtEl>
                                        <p:attrNameLst>
                                          <p:attrName>ppt_w</p:attrName>
                                        </p:attrNameLst>
                                      </p:cBhvr>
                                      <p:tavLst>
                                        <p:tav tm="0">
                                          <p:val>
                                            <p:fltVal val="0"/>
                                          </p:val>
                                        </p:tav>
                                        <p:tav tm="100000">
                                          <p:val>
                                            <p:strVal val="#ppt_w"/>
                                          </p:val>
                                        </p:tav>
                                      </p:tavLst>
                                    </p:anim>
                                    <p:anim calcmode="lin" valueType="num">
                                      <p:cBhvr>
                                        <p:cTn id="19" dur="500" fill="hold"/>
                                        <p:tgtEl>
                                          <p:spTgt spid="32"/>
                                        </p:tgtEl>
                                        <p:attrNameLst>
                                          <p:attrName>ppt_h</p:attrName>
                                        </p:attrNameLst>
                                      </p:cBhvr>
                                      <p:tavLst>
                                        <p:tav tm="0">
                                          <p:val>
                                            <p:fltVal val="0"/>
                                          </p:val>
                                        </p:tav>
                                        <p:tav tm="100000">
                                          <p:val>
                                            <p:strVal val="#ppt_h"/>
                                          </p:val>
                                        </p:tav>
                                      </p:tavLst>
                                    </p:anim>
                                    <p:anim calcmode="lin" valueType="num">
                                      <p:cBhvr>
                                        <p:cTn id="20" dur="500" fill="hold"/>
                                        <p:tgtEl>
                                          <p:spTgt spid="32"/>
                                        </p:tgtEl>
                                        <p:attrNameLst>
                                          <p:attrName>style.rotation</p:attrName>
                                        </p:attrNameLst>
                                      </p:cBhvr>
                                      <p:tavLst>
                                        <p:tav tm="0">
                                          <p:val>
                                            <p:fltVal val="360"/>
                                          </p:val>
                                        </p:tav>
                                        <p:tav tm="100000">
                                          <p:val>
                                            <p:fltVal val="0"/>
                                          </p:val>
                                        </p:tav>
                                      </p:tavLst>
                                    </p:anim>
                                    <p:animEffect transition="in" filter="fade">
                                      <p:cBhvr>
                                        <p:cTn id="21" dur="500"/>
                                        <p:tgtEl>
                                          <p:spTgt spid="32"/>
                                        </p:tgtEl>
                                      </p:cBhvr>
                                    </p:animEffect>
                                  </p:childTnLst>
                                </p:cTn>
                              </p:par>
                            </p:childTnLst>
                          </p:cTn>
                        </p:par>
                        <p:par>
                          <p:cTn id="22" fill="hold">
                            <p:stCondLst>
                              <p:cond delay="500"/>
                            </p:stCondLst>
                            <p:childTnLst>
                              <p:par>
                                <p:cTn id="23" presetID="1" presetClass="entr" presetSubtype="0" fill="hold" grpId="0" nodeType="afterEffect">
                                  <p:stCondLst>
                                    <p:cond delay="0"/>
                                  </p:stCondLst>
                                  <p:iterate type="lt">
                                    <p:tmAbs val="100"/>
                                  </p:iterate>
                                  <p:childTnLst>
                                    <p:set>
                                      <p:cBhvr>
                                        <p:cTn id="24" dur="1" fill="hold">
                                          <p:stCondLst>
                                            <p:cond delay="0"/>
                                          </p:stCondLst>
                                        </p:cTn>
                                        <p:tgtEl>
                                          <p:spTgt spid="33"/>
                                        </p:tgtEl>
                                        <p:attrNameLst>
                                          <p:attrName>style.visibility</p:attrName>
                                        </p:attrNameLst>
                                      </p:cBhvr>
                                      <p:to>
                                        <p:strVal val="visible"/>
                                      </p:to>
                                    </p:set>
                                  </p:childTnLst>
                                </p:cTn>
                              </p:par>
                            </p:childTnLst>
                          </p:cTn>
                        </p:par>
                      </p:childTnLst>
                    </p:cTn>
                  </p:par>
                  <p:par>
                    <p:cTn id="25" fill="hold">
                      <p:stCondLst>
                        <p:cond delay="indefinite"/>
                      </p:stCondLst>
                      <p:childTnLst>
                        <p:par>
                          <p:cTn id="26" fill="hold">
                            <p:stCondLst>
                              <p:cond delay="0"/>
                            </p:stCondLst>
                            <p:childTnLst>
                              <p:par>
                                <p:cTn id="27" presetID="49" presetClass="entr" presetSubtype="0" decel="100000" fill="hold" grpId="0" nodeType="clickEffect">
                                  <p:stCondLst>
                                    <p:cond delay="0"/>
                                  </p:stCondLst>
                                  <p:childTnLst>
                                    <p:set>
                                      <p:cBhvr>
                                        <p:cTn id="28" dur="1" fill="hold">
                                          <p:stCondLst>
                                            <p:cond delay="0"/>
                                          </p:stCondLst>
                                        </p:cTn>
                                        <p:tgtEl>
                                          <p:spTgt spid="36"/>
                                        </p:tgtEl>
                                        <p:attrNameLst>
                                          <p:attrName>style.visibility</p:attrName>
                                        </p:attrNameLst>
                                      </p:cBhvr>
                                      <p:to>
                                        <p:strVal val="visible"/>
                                      </p:to>
                                    </p:set>
                                    <p:anim calcmode="lin" valueType="num">
                                      <p:cBhvr>
                                        <p:cTn id="29" dur="500" fill="hold"/>
                                        <p:tgtEl>
                                          <p:spTgt spid="36"/>
                                        </p:tgtEl>
                                        <p:attrNameLst>
                                          <p:attrName>ppt_w</p:attrName>
                                        </p:attrNameLst>
                                      </p:cBhvr>
                                      <p:tavLst>
                                        <p:tav tm="0">
                                          <p:val>
                                            <p:fltVal val="0"/>
                                          </p:val>
                                        </p:tav>
                                        <p:tav tm="100000">
                                          <p:val>
                                            <p:strVal val="#ppt_w"/>
                                          </p:val>
                                        </p:tav>
                                      </p:tavLst>
                                    </p:anim>
                                    <p:anim calcmode="lin" valueType="num">
                                      <p:cBhvr>
                                        <p:cTn id="30" dur="500" fill="hold"/>
                                        <p:tgtEl>
                                          <p:spTgt spid="36"/>
                                        </p:tgtEl>
                                        <p:attrNameLst>
                                          <p:attrName>ppt_h</p:attrName>
                                        </p:attrNameLst>
                                      </p:cBhvr>
                                      <p:tavLst>
                                        <p:tav tm="0">
                                          <p:val>
                                            <p:fltVal val="0"/>
                                          </p:val>
                                        </p:tav>
                                        <p:tav tm="100000">
                                          <p:val>
                                            <p:strVal val="#ppt_h"/>
                                          </p:val>
                                        </p:tav>
                                      </p:tavLst>
                                    </p:anim>
                                    <p:anim calcmode="lin" valueType="num">
                                      <p:cBhvr>
                                        <p:cTn id="31" dur="500" fill="hold"/>
                                        <p:tgtEl>
                                          <p:spTgt spid="36"/>
                                        </p:tgtEl>
                                        <p:attrNameLst>
                                          <p:attrName>style.rotation</p:attrName>
                                        </p:attrNameLst>
                                      </p:cBhvr>
                                      <p:tavLst>
                                        <p:tav tm="0">
                                          <p:val>
                                            <p:fltVal val="360"/>
                                          </p:val>
                                        </p:tav>
                                        <p:tav tm="100000">
                                          <p:val>
                                            <p:fltVal val="0"/>
                                          </p:val>
                                        </p:tav>
                                      </p:tavLst>
                                    </p:anim>
                                    <p:animEffect transition="in" filter="fade">
                                      <p:cBhvr>
                                        <p:cTn id="32" dur="500"/>
                                        <p:tgtEl>
                                          <p:spTgt spid="36"/>
                                        </p:tgtEl>
                                      </p:cBhvr>
                                    </p:animEffect>
                                  </p:childTnLst>
                                </p:cTn>
                              </p:par>
                            </p:childTnLst>
                          </p:cTn>
                        </p:par>
                        <p:par>
                          <p:cTn id="33" fill="hold">
                            <p:stCondLst>
                              <p:cond delay="500"/>
                            </p:stCondLst>
                            <p:childTnLst>
                              <p:par>
                                <p:cTn id="34" presetID="1" presetClass="entr" presetSubtype="0" fill="hold" grpId="0" nodeType="afterEffect">
                                  <p:stCondLst>
                                    <p:cond delay="0"/>
                                  </p:stCondLst>
                                  <p:iterate type="lt">
                                    <p:tmAbs val="100"/>
                                  </p:iterate>
                                  <p:childTnLst>
                                    <p:set>
                                      <p:cBhvr>
                                        <p:cTn id="35" dur="1" fill="hold">
                                          <p:stCondLst>
                                            <p:cond delay="0"/>
                                          </p:stCondLst>
                                        </p:cTn>
                                        <p:tgtEl>
                                          <p:spTgt spid="37"/>
                                        </p:tgtEl>
                                        <p:attrNameLst>
                                          <p:attrName>style.visibility</p:attrName>
                                        </p:attrNameLst>
                                      </p:cBhvr>
                                      <p:to>
                                        <p:strVal val="visible"/>
                                      </p:to>
                                    </p:set>
                                  </p:childTnLst>
                                </p:cTn>
                              </p:par>
                            </p:childTnLst>
                          </p:cTn>
                        </p:par>
                      </p:childTnLst>
                    </p:cTn>
                  </p:par>
                  <p:par>
                    <p:cTn id="36" fill="hold">
                      <p:stCondLst>
                        <p:cond delay="indefinite"/>
                      </p:stCondLst>
                      <p:childTnLst>
                        <p:par>
                          <p:cTn id="37" fill="hold">
                            <p:stCondLst>
                              <p:cond delay="0"/>
                            </p:stCondLst>
                            <p:childTnLst>
                              <p:par>
                                <p:cTn id="38" presetID="49" presetClass="entr" presetSubtype="0" decel="100000" fill="hold" grpId="0" nodeType="clickEffect">
                                  <p:stCondLst>
                                    <p:cond delay="0"/>
                                  </p:stCondLst>
                                  <p:childTnLst>
                                    <p:set>
                                      <p:cBhvr>
                                        <p:cTn id="39" dur="1" fill="hold">
                                          <p:stCondLst>
                                            <p:cond delay="0"/>
                                          </p:stCondLst>
                                        </p:cTn>
                                        <p:tgtEl>
                                          <p:spTgt spid="41"/>
                                        </p:tgtEl>
                                        <p:attrNameLst>
                                          <p:attrName>style.visibility</p:attrName>
                                        </p:attrNameLst>
                                      </p:cBhvr>
                                      <p:to>
                                        <p:strVal val="visible"/>
                                      </p:to>
                                    </p:set>
                                    <p:anim calcmode="lin" valueType="num">
                                      <p:cBhvr>
                                        <p:cTn id="40" dur="500" fill="hold"/>
                                        <p:tgtEl>
                                          <p:spTgt spid="41"/>
                                        </p:tgtEl>
                                        <p:attrNameLst>
                                          <p:attrName>ppt_w</p:attrName>
                                        </p:attrNameLst>
                                      </p:cBhvr>
                                      <p:tavLst>
                                        <p:tav tm="0">
                                          <p:val>
                                            <p:fltVal val="0"/>
                                          </p:val>
                                        </p:tav>
                                        <p:tav tm="100000">
                                          <p:val>
                                            <p:strVal val="#ppt_w"/>
                                          </p:val>
                                        </p:tav>
                                      </p:tavLst>
                                    </p:anim>
                                    <p:anim calcmode="lin" valueType="num">
                                      <p:cBhvr>
                                        <p:cTn id="41" dur="500" fill="hold"/>
                                        <p:tgtEl>
                                          <p:spTgt spid="41"/>
                                        </p:tgtEl>
                                        <p:attrNameLst>
                                          <p:attrName>ppt_h</p:attrName>
                                        </p:attrNameLst>
                                      </p:cBhvr>
                                      <p:tavLst>
                                        <p:tav tm="0">
                                          <p:val>
                                            <p:fltVal val="0"/>
                                          </p:val>
                                        </p:tav>
                                        <p:tav tm="100000">
                                          <p:val>
                                            <p:strVal val="#ppt_h"/>
                                          </p:val>
                                        </p:tav>
                                      </p:tavLst>
                                    </p:anim>
                                    <p:anim calcmode="lin" valueType="num">
                                      <p:cBhvr>
                                        <p:cTn id="42" dur="500" fill="hold"/>
                                        <p:tgtEl>
                                          <p:spTgt spid="41"/>
                                        </p:tgtEl>
                                        <p:attrNameLst>
                                          <p:attrName>style.rotation</p:attrName>
                                        </p:attrNameLst>
                                      </p:cBhvr>
                                      <p:tavLst>
                                        <p:tav tm="0">
                                          <p:val>
                                            <p:fltVal val="360"/>
                                          </p:val>
                                        </p:tav>
                                        <p:tav tm="100000">
                                          <p:val>
                                            <p:fltVal val="0"/>
                                          </p:val>
                                        </p:tav>
                                      </p:tavLst>
                                    </p:anim>
                                    <p:animEffect transition="in" filter="fade">
                                      <p:cBhvr>
                                        <p:cTn id="43" dur="500"/>
                                        <p:tgtEl>
                                          <p:spTgt spid="41"/>
                                        </p:tgtEl>
                                      </p:cBhvr>
                                    </p:animEffect>
                                  </p:childTnLst>
                                </p:cTn>
                              </p:par>
                            </p:childTnLst>
                          </p:cTn>
                        </p:par>
                        <p:par>
                          <p:cTn id="44" fill="hold">
                            <p:stCondLst>
                              <p:cond delay="500"/>
                            </p:stCondLst>
                            <p:childTnLst>
                              <p:par>
                                <p:cTn id="45" presetID="1" presetClass="entr" presetSubtype="0" fill="hold" grpId="0" nodeType="afterEffect">
                                  <p:stCondLst>
                                    <p:cond delay="0"/>
                                  </p:stCondLst>
                                  <p:iterate type="lt">
                                    <p:tmAbs val="100"/>
                                  </p:iterate>
                                  <p:childTnLst>
                                    <p:set>
                                      <p:cBhvr>
                                        <p:cTn id="46" dur="1" fill="hold">
                                          <p:stCondLst>
                                            <p:cond delay="0"/>
                                          </p:stCondLst>
                                        </p:cTn>
                                        <p:tgtEl>
                                          <p:spTgt spid="47"/>
                                        </p:tgtEl>
                                        <p:attrNameLst>
                                          <p:attrName>style.visibility</p:attrName>
                                        </p:attrNameLst>
                                      </p:cBhvr>
                                      <p:to>
                                        <p:strVal val="visible"/>
                                      </p:to>
                                    </p:set>
                                  </p:childTnLst>
                                </p:cTn>
                              </p:par>
                            </p:childTnLst>
                          </p:cTn>
                        </p:par>
                      </p:childTnLst>
                    </p:cTn>
                  </p:par>
                  <p:par>
                    <p:cTn id="47" fill="hold">
                      <p:stCondLst>
                        <p:cond delay="indefinite"/>
                      </p:stCondLst>
                      <p:childTnLst>
                        <p:par>
                          <p:cTn id="48" fill="hold">
                            <p:stCondLst>
                              <p:cond delay="0"/>
                            </p:stCondLst>
                            <p:childTnLst>
                              <p:par>
                                <p:cTn id="49" presetID="49" presetClass="entr" presetSubtype="0" decel="100000" fill="hold" grpId="0" nodeType="clickEffect">
                                  <p:stCondLst>
                                    <p:cond delay="0"/>
                                  </p:stCondLst>
                                  <p:childTnLst>
                                    <p:set>
                                      <p:cBhvr>
                                        <p:cTn id="50" dur="1" fill="hold">
                                          <p:stCondLst>
                                            <p:cond delay="0"/>
                                          </p:stCondLst>
                                        </p:cTn>
                                        <p:tgtEl>
                                          <p:spTgt spid="48"/>
                                        </p:tgtEl>
                                        <p:attrNameLst>
                                          <p:attrName>style.visibility</p:attrName>
                                        </p:attrNameLst>
                                      </p:cBhvr>
                                      <p:to>
                                        <p:strVal val="visible"/>
                                      </p:to>
                                    </p:set>
                                    <p:anim calcmode="lin" valueType="num">
                                      <p:cBhvr>
                                        <p:cTn id="51" dur="500" fill="hold"/>
                                        <p:tgtEl>
                                          <p:spTgt spid="48"/>
                                        </p:tgtEl>
                                        <p:attrNameLst>
                                          <p:attrName>ppt_w</p:attrName>
                                        </p:attrNameLst>
                                      </p:cBhvr>
                                      <p:tavLst>
                                        <p:tav tm="0">
                                          <p:val>
                                            <p:fltVal val="0"/>
                                          </p:val>
                                        </p:tav>
                                        <p:tav tm="100000">
                                          <p:val>
                                            <p:strVal val="#ppt_w"/>
                                          </p:val>
                                        </p:tav>
                                      </p:tavLst>
                                    </p:anim>
                                    <p:anim calcmode="lin" valueType="num">
                                      <p:cBhvr>
                                        <p:cTn id="52" dur="500" fill="hold"/>
                                        <p:tgtEl>
                                          <p:spTgt spid="48"/>
                                        </p:tgtEl>
                                        <p:attrNameLst>
                                          <p:attrName>ppt_h</p:attrName>
                                        </p:attrNameLst>
                                      </p:cBhvr>
                                      <p:tavLst>
                                        <p:tav tm="0">
                                          <p:val>
                                            <p:fltVal val="0"/>
                                          </p:val>
                                        </p:tav>
                                        <p:tav tm="100000">
                                          <p:val>
                                            <p:strVal val="#ppt_h"/>
                                          </p:val>
                                        </p:tav>
                                      </p:tavLst>
                                    </p:anim>
                                    <p:anim calcmode="lin" valueType="num">
                                      <p:cBhvr>
                                        <p:cTn id="53" dur="500" fill="hold"/>
                                        <p:tgtEl>
                                          <p:spTgt spid="48"/>
                                        </p:tgtEl>
                                        <p:attrNameLst>
                                          <p:attrName>style.rotation</p:attrName>
                                        </p:attrNameLst>
                                      </p:cBhvr>
                                      <p:tavLst>
                                        <p:tav tm="0">
                                          <p:val>
                                            <p:fltVal val="360"/>
                                          </p:val>
                                        </p:tav>
                                        <p:tav tm="100000">
                                          <p:val>
                                            <p:fltVal val="0"/>
                                          </p:val>
                                        </p:tav>
                                      </p:tavLst>
                                    </p:anim>
                                    <p:animEffect transition="in" filter="fade">
                                      <p:cBhvr>
                                        <p:cTn id="54" dur="500"/>
                                        <p:tgtEl>
                                          <p:spTgt spid="48"/>
                                        </p:tgtEl>
                                      </p:cBhvr>
                                    </p:animEffect>
                                  </p:childTnLst>
                                </p:cTn>
                              </p:par>
                            </p:childTnLst>
                          </p:cTn>
                        </p:par>
                        <p:par>
                          <p:cTn id="55" fill="hold">
                            <p:stCondLst>
                              <p:cond delay="500"/>
                            </p:stCondLst>
                            <p:childTnLst>
                              <p:par>
                                <p:cTn id="56" presetID="1" presetClass="entr" presetSubtype="0" fill="hold" grpId="0" nodeType="afterEffect">
                                  <p:stCondLst>
                                    <p:cond delay="0"/>
                                  </p:stCondLst>
                                  <p:iterate type="lt">
                                    <p:tmAbs val="100"/>
                                  </p:iterate>
                                  <p:childTnLst>
                                    <p:set>
                                      <p:cBhvr>
                                        <p:cTn id="57" dur="1" fill="hold">
                                          <p:stCondLst>
                                            <p:cond delay="0"/>
                                          </p:stCondLst>
                                        </p:cTn>
                                        <p:tgtEl>
                                          <p:spTgt spid="49"/>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0" grpId="0" animBg="1"/>
      <p:bldP spid="31" grpId="0"/>
      <p:bldP spid="32" grpId="0" animBg="1"/>
      <p:bldP spid="33" grpId="0"/>
      <p:bldP spid="36" grpId="0" animBg="1"/>
      <p:bldP spid="37" grpId="0"/>
      <p:bldP spid="41" grpId="0" animBg="1"/>
      <p:bldP spid="47" grpId="0"/>
      <p:bldP spid="48" grpId="0" animBg="1"/>
      <p:bldP spid="49" grpId="0"/>
    </p:bldLst>
  </p:timing>
</p:sld>
</file>

<file path=ppt/slides/slide17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6" name="组合 5">
            <a:extLst>
              <a:ext uri="{FF2B5EF4-FFF2-40B4-BE49-F238E27FC236}">
                <a16:creationId xmlns:a16="http://schemas.microsoft.com/office/drawing/2014/main" id="{35D57BA3-C33A-4413-B558-3B4EE4F3080F}"/>
              </a:ext>
            </a:extLst>
          </p:cNvPr>
          <p:cNvGrpSpPr/>
          <p:nvPr/>
        </p:nvGrpSpPr>
        <p:grpSpPr>
          <a:xfrm>
            <a:off x="2146413" y="1363110"/>
            <a:ext cx="1067217" cy="917885"/>
            <a:chOff x="2146413" y="1363110"/>
            <a:chExt cx="1067217" cy="917885"/>
          </a:xfrm>
        </p:grpSpPr>
        <p:sp>
          <p:nvSpPr>
            <p:cNvPr id="34" name="矩形 33">
              <a:extLst>
                <a:ext uri="{FF2B5EF4-FFF2-40B4-BE49-F238E27FC236}">
                  <a16:creationId xmlns:a16="http://schemas.microsoft.com/office/drawing/2014/main" id="{C0C70259-4145-42A4-A97E-2108291E4ADC}"/>
                </a:ext>
              </a:extLst>
            </p:cNvPr>
            <p:cNvSpPr/>
            <p:nvPr/>
          </p:nvSpPr>
          <p:spPr>
            <a:xfrm>
              <a:off x="2300222" y="1739531"/>
              <a:ext cx="759600" cy="541464"/>
            </a:xfrm>
            <a:prstGeom prst="rect">
              <a:avLst/>
            </a:prstGeom>
            <a:solidFill>
              <a:schemeClr val="accent4"/>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mc:AlternateContent xmlns:mc="http://schemas.openxmlformats.org/markup-compatibility/2006" xmlns:a14="http://schemas.microsoft.com/office/drawing/2010/main">
          <mc:Choice Requires="a14">
            <p:sp>
              <p:nvSpPr>
                <p:cNvPr id="35" name="文本框 34">
                  <a:extLst>
                    <a:ext uri="{FF2B5EF4-FFF2-40B4-BE49-F238E27FC236}">
                      <a16:creationId xmlns:a16="http://schemas.microsoft.com/office/drawing/2014/main" id="{EE98B7EB-F32B-4A4F-9072-DF021D7DCAD9}"/>
                    </a:ext>
                  </a:extLst>
                </p:cNvPr>
                <p:cNvSpPr txBox="1"/>
                <p:nvPr/>
              </p:nvSpPr>
              <p:spPr>
                <a:xfrm>
                  <a:off x="2146413" y="1363110"/>
                  <a:ext cx="1067217" cy="369332"/>
                </a:xfrm>
                <a:prstGeom prst="rect">
                  <a:avLst/>
                </a:prstGeom>
                <a:noFill/>
              </p:spPr>
              <p:txBody>
                <a:bodyPr wrap="square">
                  <a:spAutoFit/>
                </a:bodyPr>
                <a:lstStyle/>
                <a:p>
                  <a:pPr/>
                  <a14:m>
                    <m:oMathPara xmlns:m="http://schemas.openxmlformats.org/officeDocument/2006/math">
                      <m:oMathParaPr>
                        <m:jc m:val="centerGroup"/>
                      </m:oMathParaPr>
                      <m:oMath xmlns:m="http://schemas.openxmlformats.org/officeDocument/2006/math">
                        <m:sSub>
                          <m:sSubPr>
                            <m:ctrlPr>
                              <a:rPr lang="en-US" altLang="zh-CN" b="1" i="1" smtClean="0">
                                <a:solidFill>
                                  <a:schemeClr val="accent4"/>
                                </a:solidFill>
                                <a:latin typeface="Cambria Math" panose="02040503050406030204" pitchFamily="18" charset="0"/>
                              </a:rPr>
                            </m:ctrlPr>
                          </m:sSubPr>
                          <m:e>
                            <m:r>
                              <a:rPr lang="en-US" altLang="zh-CN" b="1" i="1" smtClean="0">
                                <a:solidFill>
                                  <a:schemeClr val="accent4"/>
                                </a:solidFill>
                                <a:latin typeface="Cambria Math" panose="02040503050406030204" pitchFamily="18" charset="0"/>
                              </a:rPr>
                              <m:t>𝑾</m:t>
                            </m:r>
                          </m:e>
                          <m:sub>
                            <m:r>
                              <a:rPr lang="en-US" altLang="zh-CN" b="1" i="1" smtClean="0">
                                <a:solidFill>
                                  <a:schemeClr val="accent4"/>
                                </a:solidFill>
                                <a:latin typeface="Cambria Math" panose="02040503050406030204" pitchFamily="18" charset="0"/>
                              </a:rPr>
                              <m:t>𝑹</m:t>
                            </m:r>
                          </m:sub>
                        </m:sSub>
                        <m:r>
                          <a:rPr lang="en-US" altLang="zh-CN" b="1" i="1" smtClean="0">
                            <a:solidFill>
                              <a:schemeClr val="accent4"/>
                            </a:solidFill>
                            <a:latin typeface="Cambria Math" panose="02040503050406030204" pitchFamily="18" charset="0"/>
                          </a:rPr>
                          <m:t>=</m:t>
                        </m:r>
                        <m:r>
                          <a:rPr lang="en-US" altLang="zh-CN" b="1" i="1" smtClean="0">
                            <a:solidFill>
                              <a:schemeClr val="accent4"/>
                            </a:solidFill>
                            <a:latin typeface="Cambria Math" panose="02040503050406030204" pitchFamily="18" charset="0"/>
                          </a:rPr>
                          <m:t>𝟏</m:t>
                        </m:r>
                      </m:oMath>
                    </m:oMathPara>
                  </a14:m>
                  <a:endParaRPr lang="zh-CN" altLang="en-US" dirty="0">
                    <a:solidFill>
                      <a:schemeClr val="accent3"/>
                    </a:solidFill>
                  </a:endParaRPr>
                </a:p>
              </p:txBody>
            </p:sp>
          </mc:Choice>
          <mc:Fallback xmlns="">
            <p:sp>
              <p:nvSpPr>
                <p:cNvPr id="35" name="文本框 34">
                  <a:extLst>
                    <a:ext uri="{FF2B5EF4-FFF2-40B4-BE49-F238E27FC236}">
                      <a16:creationId xmlns:a16="http://schemas.microsoft.com/office/drawing/2014/main" id="{EE98B7EB-F32B-4A4F-9072-DF021D7DCAD9}"/>
                    </a:ext>
                  </a:extLst>
                </p:cNvPr>
                <p:cNvSpPr txBox="1">
                  <a:spLocks noRot="1" noChangeAspect="1" noMove="1" noResize="1" noEditPoints="1" noAdjustHandles="1" noChangeArrowheads="1" noChangeShapeType="1" noTextEdit="1"/>
                </p:cNvSpPr>
                <p:nvPr/>
              </p:nvSpPr>
              <p:spPr>
                <a:xfrm>
                  <a:off x="2146413" y="1363110"/>
                  <a:ext cx="1067217" cy="369332"/>
                </a:xfrm>
                <a:prstGeom prst="rect">
                  <a:avLst/>
                </a:prstGeom>
                <a:blipFill>
                  <a:blip r:embed="rId3"/>
                  <a:stretch>
                    <a:fillRect b="-3333"/>
                  </a:stretch>
                </a:blipFill>
              </p:spPr>
              <p:txBody>
                <a:bodyPr/>
                <a:lstStyle/>
                <a:p>
                  <a:r>
                    <a:rPr lang="zh-CN" altLang="en-US">
                      <a:noFill/>
                    </a:rPr>
                    <a:t> </a:t>
                  </a:r>
                </a:p>
              </p:txBody>
            </p:sp>
          </mc:Fallback>
        </mc:AlternateContent>
      </p:grpSp>
      <p:grpSp>
        <p:nvGrpSpPr>
          <p:cNvPr id="11" name="组合 10">
            <a:extLst>
              <a:ext uri="{FF2B5EF4-FFF2-40B4-BE49-F238E27FC236}">
                <a16:creationId xmlns:a16="http://schemas.microsoft.com/office/drawing/2014/main" id="{DF90C5CA-FFC7-4157-9F4D-82F7622D10DD}"/>
              </a:ext>
            </a:extLst>
          </p:cNvPr>
          <p:cNvGrpSpPr/>
          <p:nvPr/>
        </p:nvGrpSpPr>
        <p:grpSpPr>
          <a:xfrm>
            <a:off x="2302928" y="5107042"/>
            <a:ext cx="6045083" cy="902040"/>
            <a:chOff x="2302928" y="5107042"/>
            <a:chExt cx="6045083" cy="902040"/>
          </a:xfrm>
        </p:grpSpPr>
        <p:sp>
          <p:nvSpPr>
            <p:cNvPr id="5" name="矩形 4">
              <a:extLst>
                <a:ext uri="{FF2B5EF4-FFF2-40B4-BE49-F238E27FC236}">
                  <a16:creationId xmlns:a16="http://schemas.microsoft.com/office/drawing/2014/main" id="{ABCDD6AB-497D-42FD-B822-48DB3891082B}"/>
                </a:ext>
              </a:extLst>
            </p:cNvPr>
            <p:cNvSpPr/>
            <p:nvPr/>
          </p:nvSpPr>
          <p:spPr>
            <a:xfrm>
              <a:off x="2302928" y="5467618"/>
              <a:ext cx="6045083" cy="541464"/>
            </a:xfrm>
            <a:prstGeom prst="rect">
              <a:avLst/>
            </a:prstGeom>
            <a:solidFill>
              <a:schemeClr val="accent3"/>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mc:AlternateContent xmlns:mc="http://schemas.openxmlformats.org/markup-compatibility/2006" xmlns:a14="http://schemas.microsoft.com/office/drawing/2010/main">
          <mc:Choice Requires="a14">
            <p:sp>
              <p:nvSpPr>
                <p:cNvPr id="23" name="文本框 22">
                  <a:extLst>
                    <a:ext uri="{FF2B5EF4-FFF2-40B4-BE49-F238E27FC236}">
                      <a16:creationId xmlns:a16="http://schemas.microsoft.com/office/drawing/2014/main" id="{ABC03EEA-26BD-4845-8ACC-3FB7B6DA9132}"/>
                    </a:ext>
                  </a:extLst>
                </p:cNvPr>
                <p:cNvSpPr txBox="1"/>
                <p:nvPr/>
              </p:nvSpPr>
              <p:spPr>
                <a:xfrm>
                  <a:off x="4909220" y="5107042"/>
                  <a:ext cx="1067217" cy="369332"/>
                </a:xfrm>
                <a:prstGeom prst="rect">
                  <a:avLst/>
                </a:prstGeom>
                <a:noFill/>
              </p:spPr>
              <p:txBody>
                <a:bodyPr wrap="square">
                  <a:spAutoFit/>
                </a:bodyPr>
                <a:lstStyle/>
                <a:p>
                  <a:pPr/>
                  <a14:m>
                    <m:oMathPara xmlns:m="http://schemas.openxmlformats.org/officeDocument/2006/math">
                      <m:oMathParaPr>
                        <m:jc m:val="centerGroup"/>
                      </m:oMathParaPr>
                      <m:oMath xmlns:m="http://schemas.openxmlformats.org/officeDocument/2006/math">
                        <m:sSub>
                          <m:sSubPr>
                            <m:ctrlPr>
                              <a:rPr lang="en-US" altLang="zh-CN" b="1" i="1" smtClean="0">
                                <a:solidFill>
                                  <a:schemeClr val="accent3"/>
                                </a:solidFill>
                                <a:latin typeface="Cambria Math" panose="02040503050406030204" pitchFamily="18" charset="0"/>
                              </a:rPr>
                            </m:ctrlPr>
                          </m:sSubPr>
                          <m:e>
                            <m:r>
                              <a:rPr lang="en-US" altLang="zh-CN" b="1" i="1" smtClean="0">
                                <a:solidFill>
                                  <a:schemeClr val="accent3"/>
                                </a:solidFill>
                                <a:latin typeface="Cambria Math" panose="02040503050406030204" pitchFamily="18" charset="0"/>
                              </a:rPr>
                              <m:t>𝑾</m:t>
                            </m:r>
                          </m:e>
                          <m:sub>
                            <m:r>
                              <a:rPr lang="en-US" altLang="zh-CN" b="1" i="1" smtClean="0">
                                <a:solidFill>
                                  <a:schemeClr val="accent3"/>
                                </a:solidFill>
                                <a:latin typeface="Cambria Math" panose="02040503050406030204" pitchFamily="18" charset="0"/>
                              </a:rPr>
                              <m:t>𝑻</m:t>
                            </m:r>
                          </m:sub>
                        </m:sSub>
                        <m:r>
                          <a:rPr lang="en-US" altLang="zh-CN" b="1" i="1" smtClean="0">
                            <a:solidFill>
                              <a:schemeClr val="accent3"/>
                            </a:solidFill>
                            <a:latin typeface="Cambria Math" panose="02040503050406030204" pitchFamily="18" charset="0"/>
                          </a:rPr>
                          <m:t>=</m:t>
                        </m:r>
                        <m:r>
                          <a:rPr lang="en-US" altLang="zh-CN" b="1" i="1" smtClean="0">
                            <a:solidFill>
                              <a:schemeClr val="accent3"/>
                            </a:solidFill>
                            <a:latin typeface="Cambria Math" panose="02040503050406030204" pitchFamily="18" charset="0"/>
                          </a:rPr>
                          <m:t>𝟖</m:t>
                        </m:r>
                      </m:oMath>
                    </m:oMathPara>
                  </a14:m>
                  <a:endParaRPr lang="zh-CN" altLang="en-US" dirty="0">
                    <a:solidFill>
                      <a:schemeClr val="accent3"/>
                    </a:solidFill>
                  </a:endParaRPr>
                </a:p>
              </p:txBody>
            </p:sp>
          </mc:Choice>
          <mc:Fallback xmlns="">
            <p:sp>
              <p:nvSpPr>
                <p:cNvPr id="23" name="文本框 22">
                  <a:extLst>
                    <a:ext uri="{FF2B5EF4-FFF2-40B4-BE49-F238E27FC236}">
                      <a16:creationId xmlns:a16="http://schemas.microsoft.com/office/drawing/2014/main" id="{ABC03EEA-26BD-4845-8ACC-3FB7B6DA9132}"/>
                    </a:ext>
                  </a:extLst>
                </p:cNvPr>
                <p:cNvSpPr txBox="1">
                  <a:spLocks noRot="1" noChangeAspect="1" noMove="1" noResize="1" noEditPoints="1" noAdjustHandles="1" noChangeArrowheads="1" noChangeShapeType="1" noTextEdit="1"/>
                </p:cNvSpPr>
                <p:nvPr/>
              </p:nvSpPr>
              <p:spPr>
                <a:xfrm>
                  <a:off x="4909220" y="5107042"/>
                  <a:ext cx="1067217" cy="369332"/>
                </a:xfrm>
                <a:prstGeom prst="rect">
                  <a:avLst/>
                </a:prstGeom>
                <a:blipFill>
                  <a:blip r:embed="rId4"/>
                  <a:stretch>
                    <a:fillRect b="-3333"/>
                  </a:stretch>
                </a:blipFill>
              </p:spPr>
              <p:txBody>
                <a:bodyPr/>
                <a:lstStyle/>
                <a:p>
                  <a:r>
                    <a:rPr lang="zh-CN" altLang="en-US">
                      <a:noFill/>
                    </a:rPr>
                    <a:t> </a:t>
                  </a:r>
                </a:p>
              </p:txBody>
            </p:sp>
          </mc:Fallback>
        </mc:AlternateContent>
      </p:grpSp>
      <p:grpSp>
        <p:nvGrpSpPr>
          <p:cNvPr id="4" name="组合 3">
            <a:extLst>
              <a:ext uri="{FF2B5EF4-FFF2-40B4-BE49-F238E27FC236}">
                <a16:creationId xmlns:a16="http://schemas.microsoft.com/office/drawing/2014/main" id="{9A1EA9F2-FCB6-48C3-935F-7AE7E3AD14AC}"/>
              </a:ext>
            </a:extLst>
          </p:cNvPr>
          <p:cNvGrpSpPr/>
          <p:nvPr/>
        </p:nvGrpSpPr>
        <p:grpSpPr>
          <a:xfrm>
            <a:off x="304800" y="749300"/>
            <a:ext cx="6192344" cy="400110"/>
            <a:chOff x="424117" y="898245"/>
            <a:chExt cx="6192344" cy="400110"/>
          </a:xfrm>
        </p:grpSpPr>
        <p:sp>
          <p:nvSpPr>
            <p:cNvPr id="2" name="平行四边形 1">
              <a:extLst>
                <a:ext uri="{FF2B5EF4-FFF2-40B4-BE49-F238E27FC236}">
                  <a16:creationId xmlns:a16="http://schemas.microsoft.com/office/drawing/2014/main" id="{1F5BAA3F-9845-4F89-A2DD-8222D3E4EDAC}"/>
                </a:ext>
              </a:extLst>
            </p:cNvPr>
            <p:cNvSpPr/>
            <p:nvPr/>
          </p:nvSpPr>
          <p:spPr>
            <a:xfrm>
              <a:off x="424117" y="898245"/>
              <a:ext cx="628306" cy="387090"/>
            </a:xfrm>
            <a:prstGeom prst="parallelogram">
              <a:avLst/>
            </a:prstGeom>
            <a:solidFill>
              <a:schemeClr val="accent3">
                <a:lumMod val="75000"/>
              </a:schemeClr>
            </a:solidFill>
            <a:ln>
              <a:solidFill>
                <a:schemeClr val="accent3">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CN" sz="2200" dirty="0">
                  <a:latin typeface="Impact" panose="020B0806030902050204" pitchFamily="34" charset="0"/>
                </a:rPr>
                <a:t>01</a:t>
              </a:r>
              <a:endParaRPr lang="zh-CN" altLang="en-US" sz="2200" dirty="0">
                <a:latin typeface="Impact" panose="020B0806030902050204" pitchFamily="34" charset="0"/>
              </a:endParaRPr>
            </a:p>
          </p:txBody>
        </p:sp>
        <p:sp>
          <p:nvSpPr>
            <p:cNvPr id="3" name="文本框 2">
              <a:extLst>
                <a:ext uri="{FF2B5EF4-FFF2-40B4-BE49-F238E27FC236}">
                  <a16:creationId xmlns:a16="http://schemas.microsoft.com/office/drawing/2014/main" id="{4D6BD736-A4D3-4F26-AFED-36E11F50F70B}"/>
                </a:ext>
              </a:extLst>
            </p:cNvPr>
            <p:cNvSpPr txBox="1"/>
            <p:nvPr/>
          </p:nvSpPr>
          <p:spPr>
            <a:xfrm>
              <a:off x="1052423" y="898245"/>
              <a:ext cx="5564038" cy="400110"/>
            </a:xfrm>
            <a:prstGeom prst="rect">
              <a:avLst/>
            </a:prstGeom>
            <a:noFill/>
          </p:spPr>
          <p:txBody>
            <a:bodyPr wrap="square" rtlCol="0">
              <a:spAutoFit/>
            </a:bodyPr>
            <a:lstStyle/>
            <a:p>
              <a:r>
                <a:rPr lang="zh-CN" altLang="en-US" sz="2000" b="1" dirty="0"/>
                <a:t>回退</a:t>
              </a:r>
              <a:r>
                <a:rPr lang="en-US" altLang="zh-CN" sz="2000" b="1" dirty="0"/>
                <a:t>N</a:t>
              </a:r>
              <a:r>
                <a:rPr lang="zh-CN" altLang="en-US" sz="2000" b="1" dirty="0"/>
                <a:t>帧协议</a:t>
              </a:r>
            </a:p>
          </p:txBody>
        </p:sp>
      </p:grpSp>
      <p:grpSp>
        <p:nvGrpSpPr>
          <p:cNvPr id="20" name="组合 19">
            <a:extLst>
              <a:ext uri="{FF2B5EF4-FFF2-40B4-BE49-F238E27FC236}">
                <a16:creationId xmlns:a16="http://schemas.microsoft.com/office/drawing/2014/main" id="{87756F0E-46C2-4571-B23D-C8472E9FD1FB}"/>
              </a:ext>
            </a:extLst>
          </p:cNvPr>
          <p:cNvGrpSpPr/>
          <p:nvPr/>
        </p:nvGrpSpPr>
        <p:grpSpPr>
          <a:xfrm>
            <a:off x="475097" y="1263518"/>
            <a:ext cx="1355161" cy="5114896"/>
            <a:chOff x="475097" y="1263518"/>
            <a:chExt cx="1355161" cy="5114896"/>
          </a:xfrm>
        </p:grpSpPr>
        <p:cxnSp>
          <p:nvCxnSpPr>
            <p:cNvPr id="17" name="直接连接符 16">
              <a:extLst>
                <a:ext uri="{FF2B5EF4-FFF2-40B4-BE49-F238E27FC236}">
                  <a16:creationId xmlns:a16="http://schemas.microsoft.com/office/drawing/2014/main" id="{5A41A17A-7B81-47D8-BDBB-76B8F1AA71D6}"/>
                </a:ext>
              </a:extLst>
            </p:cNvPr>
            <p:cNvCxnSpPr>
              <a:cxnSpLocks/>
            </p:cNvCxnSpPr>
            <p:nvPr/>
          </p:nvCxnSpPr>
          <p:spPr>
            <a:xfrm flipV="1">
              <a:off x="1208367" y="2012996"/>
              <a:ext cx="0" cy="3813858"/>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nvGrpSpPr>
            <p:cNvPr id="9" name="组合 8">
              <a:extLst>
                <a:ext uri="{FF2B5EF4-FFF2-40B4-BE49-F238E27FC236}">
                  <a16:creationId xmlns:a16="http://schemas.microsoft.com/office/drawing/2014/main" id="{A2B5FA1F-35FA-42E7-8D74-E7431B6AAA3C}"/>
                </a:ext>
              </a:extLst>
            </p:cNvPr>
            <p:cNvGrpSpPr/>
            <p:nvPr/>
          </p:nvGrpSpPr>
          <p:grpSpPr>
            <a:xfrm>
              <a:off x="700096" y="5368000"/>
              <a:ext cx="905164" cy="1010414"/>
              <a:chOff x="700096" y="5368000"/>
              <a:chExt cx="905164" cy="1010414"/>
            </a:xfrm>
          </p:grpSpPr>
          <p:pic>
            <p:nvPicPr>
              <p:cNvPr id="214" name="图形 213">
                <a:extLst>
                  <a:ext uri="{FF2B5EF4-FFF2-40B4-BE49-F238E27FC236}">
                    <a16:creationId xmlns:a16="http://schemas.microsoft.com/office/drawing/2014/main" id="{D949CB40-4FF6-4E8C-991B-66D24C6ADF05}"/>
                  </a:ext>
                </a:extLst>
              </p:cNvPr>
              <p:cNvPicPr>
                <a:picLocks noChangeAspect="1"/>
              </p:cNvPicPr>
              <p:nvPr/>
            </p:nvPicPr>
            <p:blipFill>
              <a:blip r:embed="rId5">
                <a:extLst>
                  <a:ext uri="{28A0092B-C50C-407E-A947-70E740481C1C}">
                    <a14:useLocalDpi xmlns:a14="http://schemas.microsoft.com/office/drawing/2010/main" val="0"/>
                  </a:ext>
                  <a:ext uri="{96DAC541-7B7A-43D3-8B79-37D633B846F1}">
                    <asvg:svgBlip xmlns:asvg="http://schemas.microsoft.com/office/drawing/2016/SVG/main" r:embed="rId6"/>
                  </a:ext>
                </a:extLst>
              </a:blip>
              <a:stretch>
                <a:fillRect/>
              </a:stretch>
            </p:blipFill>
            <p:spPr>
              <a:xfrm>
                <a:off x="821271" y="5368000"/>
                <a:ext cx="662814" cy="641082"/>
              </a:xfrm>
              <a:prstGeom prst="rect">
                <a:avLst/>
              </a:prstGeom>
            </p:spPr>
          </p:pic>
          <p:sp>
            <p:nvSpPr>
              <p:cNvPr id="218" name="文本框 217">
                <a:extLst>
                  <a:ext uri="{FF2B5EF4-FFF2-40B4-BE49-F238E27FC236}">
                    <a16:creationId xmlns:a16="http://schemas.microsoft.com/office/drawing/2014/main" id="{584D12FE-712D-432B-A48B-3084189F6B6C}"/>
                  </a:ext>
                </a:extLst>
              </p:cNvPr>
              <p:cNvSpPr txBox="1"/>
              <p:nvPr/>
            </p:nvSpPr>
            <p:spPr>
              <a:xfrm>
                <a:off x="700096" y="6009082"/>
                <a:ext cx="905164" cy="369332"/>
              </a:xfrm>
              <a:prstGeom prst="rect">
                <a:avLst/>
              </a:prstGeom>
              <a:noFill/>
            </p:spPr>
            <p:txBody>
              <a:bodyPr wrap="square" rtlCol="0">
                <a:spAutoFit/>
              </a:bodyPr>
              <a:lstStyle/>
              <a:p>
                <a:r>
                  <a:rPr lang="zh-CN" altLang="en-US" b="1" dirty="0">
                    <a:latin typeface="+mn-ea"/>
                  </a:rPr>
                  <a:t>发送方</a:t>
                </a:r>
              </a:p>
            </p:txBody>
          </p:sp>
        </p:grpSp>
        <p:grpSp>
          <p:nvGrpSpPr>
            <p:cNvPr id="8" name="组合 7">
              <a:extLst>
                <a:ext uri="{FF2B5EF4-FFF2-40B4-BE49-F238E27FC236}">
                  <a16:creationId xmlns:a16="http://schemas.microsoft.com/office/drawing/2014/main" id="{0ACAF080-95D4-4F76-A817-06EA84E449C9}"/>
                </a:ext>
              </a:extLst>
            </p:cNvPr>
            <p:cNvGrpSpPr/>
            <p:nvPr/>
          </p:nvGrpSpPr>
          <p:grpSpPr>
            <a:xfrm>
              <a:off x="878301" y="1263518"/>
              <a:ext cx="905164" cy="1027908"/>
              <a:chOff x="878301" y="1390382"/>
              <a:chExt cx="905164" cy="1027908"/>
            </a:xfrm>
          </p:grpSpPr>
          <p:pic>
            <p:nvPicPr>
              <p:cNvPr id="210" name="图形 209">
                <a:extLst>
                  <a:ext uri="{FF2B5EF4-FFF2-40B4-BE49-F238E27FC236}">
                    <a16:creationId xmlns:a16="http://schemas.microsoft.com/office/drawing/2014/main" id="{61E01467-74F7-469C-BAD5-DFFB1234E440}"/>
                  </a:ext>
                </a:extLst>
              </p:cNvPr>
              <p:cNvPicPr>
                <a:picLocks noChangeAspect="1"/>
              </p:cNvPicPr>
              <p:nvPr/>
            </p:nvPicPr>
            <p:blipFill>
              <a:blip r:embed="rId7">
                <a:extLst>
                  <a:ext uri="{28A0092B-C50C-407E-A947-70E740481C1C}">
                    <a14:useLocalDpi xmlns:a14="http://schemas.microsoft.com/office/drawing/2010/main" val="0"/>
                  </a:ext>
                  <a:ext uri="{96DAC541-7B7A-43D3-8B79-37D633B846F1}">
                    <asvg:svgBlip xmlns:asvg="http://schemas.microsoft.com/office/drawing/2016/SVG/main" r:embed="rId8"/>
                  </a:ext>
                </a:extLst>
              </a:blip>
              <a:stretch>
                <a:fillRect/>
              </a:stretch>
            </p:blipFill>
            <p:spPr>
              <a:xfrm>
                <a:off x="984826" y="1759714"/>
                <a:ext cx="501772" cy="658576"/>
              </a:xfrm>
              <a:prstGeom prst="rect">
                <a:avLst/>
              </a:prstGeom>
            </p:spPr>
          </p:pic>
          <p:sp>
            <p:nvSpPr>
              <p:cNvPr id="219" name="文本框 218">
                <a:extLst>
                  <a:ext uri="{FF2B5EF4-FFF2-40B4-BE49-F238E27FC236}">
                    <a16:creationId xmlns:a16="http://schemas.microsoft.com/office/drawing/2014/main" id="{B105E330-42F6-4FA8-914C-123FFA0756D5}"/>
                  </a:ext>
                </a:extLst>
              </p:cNvPr>
              <p:cNvSpPr txBox="1"/>
              <p:nvPr/>
            </p:nvSpPr>
            <p:spPr>
              <a:xfrm>
                <a:off x="878301" y="1390382"/>
                <a:ext cx="905164" cy="369332"/>
              </a:xfrm>
              <a:prstGeom prst="rect">
                <a:avLst/>
              </a:prstGeom>
              <a:noFill/>
            </p:spPr>
            <p:txBody>
              <a:bodyPr wrap="square" rtlCol="0">
                <a:spAutoFit/>
              </a:bodyPr>
              <a:lstStyle/>
              <a:p>
                <a:r>
                  <a:rPr lang="zh-CN" altLang="en-US" b="1" dirty="0">
                    <a:latin typeface="+mn-ea"/>
                  </a:rPr>
                  <a:t>接收方</a:t>
                </a:r>
              </a:p>
            </p:txBody>
          </p:sp>
        </p:grpSp>
        <p:sp>
          <p:nvSpPr>
            <p:cNvPr id="57" name="云形 56">
              <a:extLst>
                <a:ext uri="{FF2B5EF4-FFF2-40B4-BE49-F238E27FC236}">
                  <a16:creationId xmlns:a16="http://schemas.microsoft.com/office/drawing/2014/main" id="{8D58A5DA-48AF-4D62-A0E1-92B6F8CBE1F4}"/>
                </a:ext>
              </a:extLst>
            </p:cNvPr>
            <p:cNvSpPr/>
            <p:nvPr/>
          </p:nvSpPr>
          <p:spPr>
            <a:xfrm>
              <a:off x="475097" y="3429014"/>
              <a:ext cx="1355161" cy="801398"/>
            </a:xfrm>
            <a:prstGeom prst="cloud">
              <a:avLst/>
            </a:prstGeom>
            <a:solidFill>
              <a:schemeClr val="bg1">
                <a:lumMod val="85000"/>
              </a:schemeClr>
            </a:solidFill>
            <a:ln>
              <a:solidFill>
                <a:schemeClr val="bg1">
                  <a:lumMod val="85000"/>
                </a:schemeClr>
              </a:solidFill>
            </a:ln>
          </p:spPr>
          <p:style>
            <a:lnRef idx="2">
              <a:schemeClr val="accent3">
                <a:shade val="50000"/>
              </a:schemeClr>
            </a:lnRef>
            <a:fillRef idx="1">
              <a:schemeClr val="accent3"/>
            </a:fillRef>
            <a:effectRef idx="0">
              <a:schemeClr val="accent3"/>
            </a:effectRef>
            <a:fontRef idx="minor">
              <a:schemeClr val="lt1"/>
            </a:fontRef>
          </p:style>
          <p:txBody>
            <a:bodyPr rtlCol="0" anchor="ctr"/>
            <a:lstStyle/>
            <a:p>
              <a:pPr algn="ctr"/>
              <a:r>
                <a:rPr lang="zh-CN" altLang="en-US" b="1" dirty="0">
                  <a:solidFill>
                    <a:schemeClr val="tx1"/>
                  </a:solidFill>
                  <a:latin typeface="+mn-ea"/>
                </a:rPr>
                <a:t>因特网</a:t>
              </a:r>
            </a:p>
          </p:txBody>
        </p:sp>
      </p:grpSp>
      <p:graphicFrame>
        <p:nvGraphicFramePr>
          <p:cNvPr id="21" name="表格 21">
            <a:extLst>
              <a:ext uri="{FF2B5EF4-FFF2-40B4-BE49-F238E27FC236}">
                <a16:creationId xmlns:a16="http://schemas.microsoft.com/office/drawing/2014/main" id="{CE497585-4F97-4F44-9ABE-D7BBA16B40E0}"/>
              </a:ext>
            </a:extLst>
          </p:cNvPr>
          <p:cNvGraphicFramePr>
            <a:graphicFrameLocks noGrp="1"/>
          </p:cNvGraphicFramePr>
          <p:nvPr/>
        </p:nvGraphicFramePr>
        <p:xfrm>
          <a:off x="2302929" y="5557308"/>
          <a:ext cx="9067800" cy="370840"/>
        </p:xfrm>
        <a:graphic>
          <a:graphicData uri="http://schemas.openxmlformats.org/drawingml/2006/table">
            <a:tbl>
              <a:tblPr firstRow="1" bandRow="1">
                <a:tableStyleId>{5C22544A-7EE6-4342-B048-85BDC9FD1C3A}</a:tableStyleId>
              </a:tblPr>
              <a:tblGrid>
                <a:gridCol w="755650">
                  <a:extLst>
                    <a:ext uri="{9D8B030D-6E8A-4147-A177-3AD203B41FA5}">
                      <a16:colId xmlns:a16="http://schemas.microsoft.com/office/drawing/2014/main" val="877486509"/>
                    </a:ext>
                  </a:extLst>
                </a:gridCol>
                <a:gridCol w="755650">
                  <a:extLst>
                    <a:ext uri="{9D8B030D-6E8A-4147-A177-3AD203B41FA5}">
                      <a16:colId xmlns:a16="http://schemas.microsoft.com/office/drawing/2014/main" val="3548605817"/>
                    </a:ext>
                  </a:extLst>
                </a:gridCol>
                <a:gridCol w="755650">
                  <a:extLst>
                    <a:ext uri="{9D8B030D-6E8A-4147-A177-3AD203B41FA5}">
                      <a16:colId xmlns:a16="http://schemas.microsoft.com/office/drawing/2014/main" val="2881812895"/>
                    </a:ext>
                  </a:extLst>
                </a:gridCol>
                <a:gridCol w="755650">
                  <a:extLst>
                    <a:ext uri="{9D8B030D-6E8A-4147-A177-3AD203B41FA5}">
                      <a16:colId xmlns:a16="http://schemas.microsoft.com/office/drawing/2014/main" val="3682284582"/>
                    </a:ext>
                  </a:extLst>
                </a:gridCol>
                <a:gridCol w="755650">
                  <a:extLst>
                    <a:ext uri="{9D8B030D-6E8A-4147-A177-3AD203B41FA5}">
                      <a16:colId xmlns:a16="http://schemas.microsoft.com/office/drawing/2014/main" val="500127722"/>
                    </a:ext>
                  </a:extLst>
                </a:gridCol>
                <a:gridCol w="755650">
                  <a:extLst>
                    <a:ext uri="{9D8B030D-6E8A-4147-A177-3AD203B41FA5}">
                      <a16:colId xmlns:a16="http://schemas.microsoft.com/office/drawing/2014/main" val="2946259618"/>
                    </a:ext>
                  </a:extLst>
                </a:gridCol>
                <a:gridCol w="755650">
                  <a:extLst>
                    <a:ext uri="{9D8B030D-6E8A-4147-A177-3AD203B41FA5}">
                      <a16:colId xmlns:a16="http://schemas.microsoft.com/office/drawing/2014/main" val="171501986"/>
                    </a:ext>
                  </a:extLst>
                </a:gridCol>
                <a:gridCol w="755650">
                  <a:extLst>
                    <a:ext uri="{9D8B030D-6E8A-4147-A177-3AD203B41FA5}">
                      <a16:colId xmlns:a16="http://schemas.microsoft.com/office/drawing/2014/main" val="1667185265"/>
                    </a:ext>
                  </a:extLst>
                </a:gridCol>
                <a:gridCol w="755650">
                  <a:extLst>
                    <a:ext uri="{9D8B030D-6E8A-4147-A177-3AD203B41FA5}">
                      <a16:colId xmlns:a16="http://schemas.microsoft.com/office/drawing/2014/main" val="4258211808"/>
                    </a:ext>
                  </a:extLst>
                </a:gridCol>
                <a:gridCol w="755650">
                  <a:extLst>
                    <a:ext uri="{9D8B030D-6E8A-4147-A177-3AD203B41FA5}">
                      <a16:colId xmlns:a16="http://schemas.microsoft.com/office/drawing/2014/main" val="1794200575"/>
                    </a:ext>
                  </a:extLst>
                </a:gridCol>
                <a:gridCol w="755650">
                  <a:extLst>
                    <a:ext uri="{9D8B030D-6E8A-4147-A177-3AD203B41FA5}">
                      <a16:colId xmlns:a16="http://schemas.microsoft.com/office/drawing/2014/main" val="4230716487"/>
                    </a:ext>
                  </a:extLst>
                </a:gridCol>
                <a:gridCol w="755650">
                  <a:extLst>
                    <a:ext uri="{9D8B030D-6E8A-4147-A177-3AD203B41FA5}">
                      <a16:colId xmlns:a16="http://schemas.microsoft.com/office/drawing/2014/main" val="56153739"/>
                    </a:ext>
                  </a:extLst>
                </a:gridCol>
              </a:tblGrid>
              <a:tr h="370840">
                <a:tc>
                  <a:txBody>
                    <a:bodyPr/>
                    <a:lstStyle/>
                    <a:p>
                      <a:pPr algn="ctr"/>
                      <a:r>
                        <a:rPr lang="en-US" altLang="zh-CN" dirty="0">
                          <a:solidFill>
                            <a:schemeClr val="tx1"/>
                          </a:solidFill>
                          <a:latin typeface="Arial Black" panose="020B0A04020102020204" pitchFamily="34" charset="0"/>
                        </a:rPr>
                        <a:t>0</a:t>
                      </a:r>
                      <a:endParaRPr lang="zh-CN" altLang="en-US" dirty="0">
                        <a:solidFill>
                          <a:schemeClr val="tx1"/>
                        </a:solidFill>
                        <a:latin typeface="Arial Black" panose="020B0A04020102020204" pitchFamily="34" charset="0"/>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ctr"/>
                      <a:r>
                        <a:rPr lang="en-US" altLang="zh-CN" dirty="0">
                          <a:solidFill>
                            <a:schemeClr val="tx1"/>
                          </a:solidFill>
                          <a:latin typeface="Arial Black" panose="020B0A04020102020204" pitchFamily="34" charset="0"/>
                        </a:rPr>
                        <a:t>1</a:t>
                      </a:r>
                      <a:endParaRPr lang="zh-CN" altLang="en-US" dirty="0">
                        <a:solidFill>
                          <a:schemeClr val="tx1"/>
                        </a:solidFill>
                        <a:latin typeface="Arial Black" panose="020B0A04020102020204" pitchFamily="34" charset="0"/>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ctr"/>
                      <a:r>
                        <a:rPr lang="en-US" altLang="zh-CN" dirty="0">
                          <a:solidFill>
                            <a:schemeClr val="tx1"/>
                          </a:solidFill>
                          <a:latin typeface="Arial Black" panose="020B0A04020102020204" pitchFamily="34" charset="0"/>
                        </a:rPr>
                        <a:t>2</a:t>
                      </a:r>
                      <a:endParaRPr lang="zh-CN" altLang="en-US" dirty="0">
                        <a:solidFill>
                          <a:schemeClr val="tx1"/>
                        </a:solidFill>
                        <a:latin typeface="Arial Black" panose="020B0A04020102020204" pitchFamily="34" charset="0"/>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ctr"/>
                      <a:r>
                        <a:rPr lang="en-US" altLang="zh-CN" dirty="0">
                          <a:solidFill>
                            <a:schemeClr val="tx1"/>
                          </a:solidFill>
                          <a:latin typeface="Arial Black" panose="020B0A04020102020204" pitchFamily="34" charset="0"/>
                        </a:rPr>
                        <a:t>3</a:t>
                      </a:r>
                      <a:endParaRPr lang="zh-CN" altLang="en-US" dirty="0">
                        <a:solidFill>
                          <a:schemeClr val="tx1"/>
                        </a:solidFill>
                        <a:latin typeface="Arial Black" panose="020B0A04020102020204" pitchFamily="34" charset="0"/>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ctr"/>
                      <a:r>
                        <a:rPr lang="en-US" altLang="zh-CN" dirty="0">
                          <a:solidFill>
                            <a:schemeClr val="tx1"/>
                          </a:solidFill>
                          <a:latin typeface="Arial Black" panose="020B0A04020102020204" pitchFamily="34" charset="0"/>
                        </a:rPr>
                        <a:t>4</a:t>
                      </a:r>
                      <a:endParaRPr lang="zh-CN" altLang="en-US" dirty="0">
                        <a:solidFill>
                          <a:schemeClr val="tx1"/>
                        </a:solidFill>
                        <a:latin typeface="Arial Black" panose="020B0A04020102020204" pitchFamily="34" charset="0"/>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ctr"/>
                      <a:r>
                        <a:rPr lang="en-US" altLang="zh-CN" dirty="0">
                          <a:solidFill>
                            <a:schemeClr val="tx1"/>
                          </a:solidFill>
                          <a:latin typeface="Arial Black" panose="020B0A04020102020204" pitchFamily="34" charset="0"/>
                        </a:rPr>
                        <a:t>5</a:t>
                      </a:r>
                      <a:endParaRPr lang="zh-CN" altLang="en-US" dirty="0">
                        <a:solidFill>
                          <a:schemeClr val="tx1"/>
                        </a:solidFill>
                        <a:latin typeface="Arial Black" panose="020B0A04020102020204" pitchFamily="34" charset="0"/>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ctr"/>
                      <a:r>
                        <a:rPr lang="en-US" altLang="zh-CN" dirty="0">
                          <a:solidFill>
                            <a:schemeClr val="tx1"/>
                          </a:solidFill>
                          <a:latin typeface="Arial Black" panose="020B0A04020102020204" pitchFamily="34" charset="0"/>
                        </a:rPr>
                        <a:t>6</a:t>
                      </a:r>
                      <a:endParaRPr lang="zh-CN" altLang="en-US" dirty="0">
                        <a:solidFill>
                          <a:schemeClr val="tx1"/>
                        </a:solidFill>
                        <a:latin typeface="Arial Black" panose="020B0A04020102020204" pitchFamily="34" charset="0"/>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ctr"/>
                      <a:r>
                        <a:rPr lang="en-US" altLang="zh-CN" dirty="0">
                          <a:solidFill>
                            <a:schemeClr val="tx1"/>
                          </a:solidFill>
                          <a:latin typeface="Arial Black" panose="020B0A04020102020204" pitchFamily="34" charset="0"/>
                        </a:rPr>
                        <a:t>7</a:t>
                      </a:r>
                      <a:endParaRPr lang="zh-CN" altLang="en-US" dirty="0">
                        <a:solidFill>
                          <a:schemeClr val="tx1"/>
                        </a:solidFill>
                        <a:latin typeface="Arial Black" panose="020B0A04020102020204" pitchFamily="34" charset="0"/>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ctr"/>
                      <a:r>
                        <a:rPr lang="en-US" altLang="zh-CN" dirty="0">
                          <a:solidFill>
                            <a:schemeClr val="tx1"/>
                          </a:solidFill>
                          <a:latin typeface="Arial Black" panose="020B0A04020102020204" pitchFamily="34" charset="0"/>
                        </a:rPr>
                        <a:t>0</a:t>
                      </a:r>
                      <a:endParaRPr lang="zh-CN" altLang="en-US" dirty="0">
                        <a:solidFill>
                          <a:schemeClr val="tx1"/>
                        </a:solidFill>
                        <a:latin typeface="Arial Black" panose="020B0A04020102020204" pitchFamily="34" charset="0"/>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ctr"/>
                      <a:r>
                        <a:rPr lang="en-US" altLang="zh-CN" dirty="0">
                          <a:solidFill>
                            <a:schemeClr val="tx1"/>
                          </a:solidFill>
                          <a:latin typeface="Arial Black" panose="020B0A04020102020204" pitchFamily="34" charset="0"/>
                        </a:rPr>
                        <a:t>1</a:t>
                      </a:r>
                      <a:endParaRPr lang="zh-CN" altLang="en-US" dirty="0">
                        <a:solidFill>
                          <a:schemeClr val="tx1"/>
                        </a:solidFill>
                        <a:latin typeface="Arial Black" panose="020B0A04020102020204" pitchFamily="34" charset="0"/>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ctr"/>
                      <a:r>
                        <a:rPr lang="en-US" altLang="zh-CN" dirty="0">
                          <a:solidFill>
                            <a:schemeClr val="tx1"/>
                          </a:solidFill>
                          <a:latin typeface="Arial Black" panose="020B0A04020102020204" pitchFamily="34" charset="0"/>
                        </a:rPr>
                        <a:t>2</a:t>
                      </a:r>
                      <a:endParaRPr lang="zh-CN" altLang="en-US" dirty="0">
                        <a:solidFill>
                          <a:schemeClr val="tx1"/>
                        </a:solidFill>
                        <a:latin typeface="Arial Black" panose="020B0A04020102020204" pitchFamily="34" charset="0"/>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ctr"/>
                      <a:r>
                        <a:rPr lang="en-US" altLang="zh-CN" dirty="0">
                          <a:solidFill>
                            <a:schemeClr val="tx1"/>
                          </a:solidFill>
                          <a:latin typeface="Arial Black" panose="020B0A04020102020204" pitchFamily="34" charset="0"/>
                        </a:rPr>
                        <a:t>…</a:t>
                      </a:r>
                      <a:endParaRPr lang="zh-CN" altLang="en-US" dirty="0">
                        <a:solidFill>
                          <a:schemeClr val="tx1"/>
                        </a:solidFill>
                        <a:latin typeface="Arial Black" panose="020B0A04020102020204" pitchFamily="34" charset="0"/>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extLst>
                  <a:ext uri="{0D108BD9-81ED-4DB2-BD59-A6C34878D82A}">
                    <a16:rowId xmlns:a16="http://schemas.microsoft.com/office/drawing/2014/main" val="316235763"/>
                  </a:ext>
                </a:extLst>
              </a:tr>
            </a:tbl>
          </a:graphicData>
        </a:graphic>
      </p:graphicFrame>
      <p:graphicFrame>
        <p:nvGraphicFramePr>
          <p:cNvPr id="68" name="表格 21">
            <a:extLst>
              <a:ext uri="{FF2B5EF4-FFF2-40B4-BE49-F238E27FC236}">
                <a16:creationId xmlns:a16="http://schemas.microsoft.com/office/drawing/2014/main" id="{D9B4273D-C94E-42E6-A39B-908C6FA1D8AF}"/>
              </a:ext>
            </a:extLst>
          </p:cNvPr>
          <p:cNvGraphicFramePr>
            <a:graphicFrameLocks noGrp="1"/>
          </p:cNvGraphicFramePr>
          <p:nvPr/>
        </p:nvGraphicFramePr>
        <p:xfrm>
          <a:off x="2302929" y="1827576"/>
          <a:ext cx="9067800" cy="370840"/>
        </p:xfrm>
        <a:graphic>
          <a:graphicData uri="http://schemas.openxmlformats.org/drawingml/2006/table">
            <a:tbl>
              <a:tblPr firstRow="1" bandRow="1">
                <a:tableStyleId>{5C22544A-7EE6-4342-B048-85BDC9FD1C3A}</a:tableStyleId>
              </a:tblPr>
              <a:tblGrid>
                <a:gridCol w="755650">
                  <a:extLst>
                    <a:ext uri="{9D8B030D-6E8A-4147-A177-3AD203B41FA5}">
                      <a16:colId xmlns:a16="http://schemas.microsoft.com/office/drawing/2014/main" val="877486509"/>
                    </a:ext>
                  </a:extLst>
                </a:gridCol>
                <a:gridCol w="755650">
                  <a:extLst>
                    <a:ext uri="{9D8B030D-6E8A-4147-A177-3AD203B41FA5}">
                      <a16:colId xmlns:a16="http://schemas.microsoft.com/office/drawing/2014/main" val="3548605817"/>
                    </a:ext>
                  </a:extLst>
                </a:gridCol>
                <a:gridCol w="755650">
                  <a:extLst>
                    <a:ext uri="{9D8B030D-6E8A-4147-A177-3AD203B41FA5}">
                      <a16:colId xmlns:a16="http://schemas.microsoft.com/office/drawing/2014/main" val="2881812895"/>
                    </a:ext>
                  </a:extLst>
                </a:gridCol>
                <a:gridCol w="755650">
                  <a:extLst>
                    <a:ext uri="{9D8B030D-6E8A-4147-A177-3AD203B41FA5}">
                      <a16:colId xmlns:a16="http://schemas.microsoft.com/office/drawing/2014/main" val="3682284582"/>
                    </a:ext>
                  </a:extLst>
                </a:gridCol>
                <a:gridCol w="755650">
                  <a:extLst>
                    <a:ext uri="{9D8B030D-6E8A-4147-A177-3AD203B41FA5}">
                      <a16:colId xmlns:a16="http://schemas.microsoft.com/office/drawing/2014/main" val="500127722"/>
                    </a:ext>
                  </a:extLst>
                </a:gridCol>
                <a:gridCol w="755650">
                  <a:extLst>
                    <a:ext uri="{9D8B030D-6E8A-4147-A177-3AD203B41FA5}">
                      <a16:colId xmlns:a16="http://schemas.microsoft.com/office/drawing/2014/main" val="2946259618"/>
                    </a:ext>
                  </a:extLst>
                </a:gridCol>
                <a:gridCol w="755650">
                  <a:extLst>
                    <a:ext uri="{9D8B030D-6E8A-4147-A177-3AD203B41FA5}">
                      <a16:colId xmlns:a16="http://schemas.microsoft.com/office/drawing/2014/main" val="171501986"/>
                    </a:ext>
                  </a:extLst>
                </a:gridCol>
                <a:gridCol w="755650">
                  <a:extLst>
                    <a:ext uri="{9D8B030D-6E8A-4147-A177-3AD203B41FA5}">
                      <a16:colId xmlns:a16="http://schemas.microsoft.com/office/drawing/2014/main" val="1667185265"/>
                    </a:ext>
                  </a:extLst>
                </a:gridCol>
                <a:gridCol w="755650">
                  <a:extLst>
                    <a:ext uri="{9D8B030D-6E8A-4147-A177-3AD203B41FA5}">
                      <a16:colId xmlns:a16="http://schemas.microsoft.com/office/drawing/2014/main" val="4258211808"/>
                    </a:ext>
                  </a:extLst>
                </a:gridCol>
                <a:gridCol w="755650">
                  <a:extLst>
                    <a:ext uri="{9D8B030D-6E8A-4147-A177-3AD203B41FA5}">
                      <a16:colId xmlns:a16="http://schemas.microsoft.com/office/drawing/2014/main" val="1794200575"/>
                    </a:ext>
                  </a:extLst>
                </a:gridCol>
                <a:gridCol w="755650">
                  <a:extLst>
                    <a:ext uri="{9D8B030D-6E8A-4147-A177-3AD203B41FA5}">
                      <a16:colId xmlns:a16="http://schemas.microsoft.com/office/drawing/2014/main" val="4230716487"/>
                    </a:ext>
                  </a:extLst>
                </a:gridCol>
                <a:gridCol w="755650">
                  <a:extLst>
                    <a:ext uri="{9D8B030D-6E8A-4147-A177-3AD203B41FA5}">
                      <a16:colId xmlns:a16="http://schemas.microsoft.com/office/drawing/2014/main" val="56153739"/>
                    </a:ext>
                  </a:extLst>
                </a:gridCol>
              </a:tblGrid>
              <a:tr h="370840">
                <a:tc>
                  <a:txBody>
                    <a:bodyPr/>
                    <a:lstStyle/>
                    <a:p>
                      <a:pPr algn="ctr"/>
                      <a:r>
                        <a:rPr lang="en-US" altLang="zh-CN" dirty="0">
                          <a:solidFill>
                            <a:schemeClr val="tx1"/>
                          </a:solidFill>
                          <a:latin typeface="Arial Black" panose="020B0A04020102020204" pitchFamily="34" charset="0"/>
                        </a:rPr>
                        <a:t>0</a:t>
                      </a:r>
                      <a:endParaRPr lang="zh-CN" altLang="en-US" dirty="0">
                        <a:solidFill>
                          <a:schemeClr val="tx1"/>
                        </a:solidFill>
                        <a:latin typeface="Arial Black" panose="020B0A04020102020204" pitchFamily="34" charset="0"/>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ctr"/>
                      <a:r>
                        <a:rPr lang="en-US" altLang="zh-CN" dirty="0">
                          <a:solidFill>
                            <a:schemeClr val="tx1"/>
                          </a:solidFill>
                          <a:latin typeface="Arial Black" panose="020B0A04020102020204" pitchFamily="34" charset="0"/>
                        </a:rPr>
                        <a:t>1</a:t>
                      </a:r>
                      <a:endParaRPr lang="zh-CN" altLang="en-US" dirty="0">
                        <a:solidFill>
                          <a:schemeClr val="tx1"/>
                        </a:solidFill>
                        <a:latin typeface="Arial Black" panose="020B0A04020102020204" pitchFamily="34" charset="0"/>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ctr"/>
                      <a:r>
                        <a:rPr lang="en-US" altLang="zh-CN" dirty="0">
                          <a:solidFill>
                            <a:schemeClr val="tx1"/>
                          </a:solidFill>
                          <a:latin typeface="Arial Black" panose="020B0A04020102020204" pitchFamily="34" charset="0"/>
                        </a:rPr>
                        <a:t>2</a:t>
                      </a:r>
                      <a:endParaRPr lang="zh-CN" altLang="en-US" dirty="0">
                        <a:solidFill>
                          <a:schemeClr val="tx1"/>
                        </a:solidFill>
                        <a:latin typeface="Arial Black" panose="020B0A04020102020204" pitchFamily="34" charset="0"/>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ctr"/>
                      <a:r>
                        <a:rPr lang="en-US" altLang="zh-CN" dirty="0">
                          <a:solidFill>
                            <a:schemeClr val="tx1"/>
                          </a:solidFill>
                          <a:latin typeface="Arial Black" panose="020B0A04020102020204" pitchFamily="34" charset="0"/>
                        </a:rPr>
                        <a:t>3</a:t>
                      </a:r>
                      <a:endParaRPr lang="zh-CN" altLang="en-US" dirty="0">
                        <a:solidFill>
                          <a:schemeClr val="tx1"/>
                        </a:solidFill>
                        <a:latin typeface="Arial Black" panose="020B0A04020102020204" pitchFamily="34" charset="0"/>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ctr"/>
                      <a:r>
                        <a:rPr lang="en-US" altLang="zh-CN" dirty="0">
                          <a:solidFill>
                            <a:schemeClr val="tx1"/>
                          </a:solidFill>
                          <a:latin typeface="Arial Black" panose="020B0A04020102020204" pitchFamily="34" charset="0"/>
                        </a:rPr>
                        <a:t>4</a:t>
                      </a:r>
                      <a:endParaRPr lang="zh-CN" altLang="en-US" dirty="0">
                        <a:solidFill>
                          <a:schemeClr val="tx1"/>
                        </a:solidFill>
                        <a:latin typeface="Arial Black" panose="020B0A04020102020204" pitchFamily="34" charset="0"/>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ctr"/>
                      <a:r>
                        <a:rPr lang="en-US" altLang="zh-CN" dirty="0">
                          <a:solidFill>
                            <a:schemeClr val="tx1"/>
                          </a:solidFill>
                          <a:latin typeface="Arial Black" panose="020B0A04020102020204" pitchFamily="34" charset="0"/>
                        </a:rPr>
                        <a:t>5</a:t>
                      </a:r>
                      <a:endParaRPr lang="zh-CN" altLang="en-US" dirty="0">
                        <a:solidFill>
                          <a:schemeClr val="tx1"/>
                        </a:solidFill>
                        <a:latin typeface="Arial Black" panose="020B0A04020102020204" pitchFamily="34" charset="0"/>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ctr"/>
                      <a:r>
                        <a:rPr lang="en-US" altLang="zh-CN" dirty="0">
                          <a:solidFill>
                            <a:schemeClr val="tx1"/>
                          </a:solidFill>
                          <a:latin typeface="Arial Black" panose="020B0A04020102020204" pitchFamily="34" charset="0"/>
                        </a:rPr>
                        <a:t>6</a:t>
                      </a:r>
                      <a:endParaRPr lang="zh-CN" altLang="en-US" dirty="0">
                        <a:solidFill>
                          <a:schemeClr val="tx1"/>
                        </a:solidFill>
                        <a:latin typeface="Arial Black" panose="020B0A04020102020204" pitchFamily="34" charset="0"/>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ctr"/>
                      <a:r>
                        <a:rPr lang="en-US" altLang="zh-CN" dirty="0">
                          <a:solidFill>
                            <a:schemeClr val="tx1"/>
                          </a:solidFill>
                          <a:latin typeface="Arial Black" panose="020B0A04020102020204" pitchFamily="34" charset="0"/>
                        </a:rPr>
                        <a:t>7</a:t>
                      </a:r>
                      <a:endParaRPr lang="zh-CN" altLang="en-US" dirty="0">
                        <a:solidFill>
                          <a:schemeClr val="tx1"/>
                        </a:solidFill>
                        <a:latin typeface="Arial Black" panose="020B0A04020102020204" pitchFamily="34" charset="0"/>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ctr"/>
                      <a:r>
                        <a:rPr lang="en-US" altLang="zh-CN" dirty="0">
                          <a:solidFill>
                            <a:schemeClr val="tx1"/>
                          </a:solidFill>
                          <a:latin typeface="Arial Black" panose="020B0A04020102020204" pitchFamily="34" charset="0"/>
                        </a:rPr>
                        <a:t>0</a:t>
                      </a:r>
                      <a:endParaRPr lang="zh-CN" altLang="en-US" dirty="0">
                        <a:solidFill>
                          <a:schemeClr val="tx1"/>
                        </a:solidFill>
                        <a:latin typeface="Arial Black" panose="020B0A04020102020204" pitchFamily="34" charset="0"/>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ctr"/>
                      <a:r>
                        <a:rPr lang="en-US" altLang="zh-CN" dirty="0">
                          <a:solidFill>
                            <a:schemeClr val="tx1"/>
                          </a:solidFill>
                          <a:latin typeface="Arial Black" panose="020B0A04020102020204" pitchFamily="34" charset="0"/>
                        </a:rPr>
                        <a:t>1</a:t>
                      </a:r>
                      <a:endParaRPr lang="zh-CN" altLang="en-US" dirty="0">
                        <a:solidFill>
                          <a:schemeClr val="tx1"/>
                        </a:solidFill>
                        <a:latin typeface="Arial Black" panose="020B0A04020102020204" pitchFamily="34" charset="0"/>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ctr"/>
                      <a:r>
                        <a:rPr lang="en-US" altLang="zh-CN" dirty="0">
                          <a:solidFill>
                            <a:schemeClr val="tx1"/>
                          </a:solidFill>
                          <a:latin typeface="Arial Black" panose="020B0A04020102020204" pitchFamily="34" charset="0"/>
                        </a:rPr>
                        <a:t>2</a:t>
                      </a:r>
                      <a:endParaRPr lang="zh-CN" altLang="en-US" dirty="0">
                        <a:solidFill>
                          <a:schemeClr val="tx1"/>
                        </a:solidFill>
                        <a:latin typeface="Arial Black" panose="020B0A04020102020204" pitchFamily="34" charset="0"/>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ctr"/>
                      <a:r>
                        <a:rPr lang="en-US" altLang="zh-CN" dirty="0">
                          <a:solidFill>
                            <a:schemeClr val="tx1"/>
                          </a:solidFill>
                          <a:latin typeface="Arial Black" panose="020B0A04020102020204" pitchFamily="34" charset="0"/>
                        </a:rPr>
                        <a:t>…</a:t>
                      </a:r>
                      <a:endParaRPr lang="zh-CN" altLang="en-US" dirty="0">
                        <a:solidFill>
                          <a:schemeClr val="tx1"/>
                        </a:solidFill>
                        <a:latin typeface="Arial Black" panose="020B0A04020102020204" pitchFamily="34" charset="0"/>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extLst>
                  <a:ext uri="{0D108BD9-81ED-4DB2-BD59-A6C34878D82A}">
                    <a16:rowId xmlns:a16="http://schemas.microsoft.com/office/drawing/2014/main" val="316235763"/>
                  </a:ext>
                </a:extLst>
              </a:tr>
            </a:tbl>
          </a:graphicData>
        </a:graphic>
      </p:graphicFrame>
      <p:sp>
        <p:nvSpPr>
          <p:cNvPr id="40" name="矩形 39">
            <a:extLst>
              <a:ext uri="{FF2B5EF4-FFF2-40B4-BE49-F238E27FC236}">
                <a16:creationId xmlns:a16="http://schemas.microsoft.com/office/drawing/2014/main" id="{490B862A-EE0E-44CB-AB79-5E73939A9E3A}"/>
              </a:ext>
            </a:extLst>
          </p:cNvPr>
          <p:cNvSpPr/>
          <p:nvPr/>
        </p:nvSpPr>
        <p:spPr>
          <a:xfrm>
            <a:off x="2823280" y="3098919"/>
            <a:ext cx="8160351" cy="1461086"/>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nSpc>
                <a:spcPct val="150000"/>
              </a:lnSpc>
            </a:pPr>
            <a:endParaRPr lang="zh-CN" altLang="en-US" b="1" dirty="0">
              <a:solidFill>
                <a:schemeClr val="bg1"/>
              </a:solidFill>
            </a:endParaRPr>
          </a:p>
        </p:txBody>
      </p:sp>
      <mc:AlternateContent xmlns:mc="http://schemas.openxmlformats.org/markup-compatibility/2006" xmlns:a14="http://schemas.microsoft.com/office/drawing/2010/main">
        <mc:Choice Requires="a14">
          <p:sp>
            <p:nvSpPr>
              <p:cNvPr id="41" name="文本框 40">
                <a:extLst>
                  <a:ext uri="{FF2B5EF4-FFF2-40B4-BE49-F238E27FC236}">
                    <a16:creationId xmlns:a16="http://schemas.microsoft.com/office/drawing/2014/main" id="{8A0BE979-24F8-4C81-A02C-EE26A9915EBA}"/>
                  </a:ext>
                </a:extLst>
              </p:cNvPr>
              <p:cNvSpPr txBox="1"/>
              <p:nvPr/>
            </p:nvSpPr>
            <p:spPr>
              <a:xfrm>
                <a:off x="2898126" y="3099976"/>
                <a:ext cx="7952252" cy="458139"/>
              </a:xfrm>
              <a:prstGeom prst="rect">
                <a:avLst/>
              </a:prstGeom>
              <a:noFill/>
            </p:spPr>
            <p:txBody>
              <a:bodyPr wrap="square">
                <a:spAutoFit/>
              </a:bodyPr>
              <a:lstStyle/>
              <a:p>
                <a:pPr>
                  <a:lnSpc>
                    <a:spcPct val="150000"/>
                  </a:lnSpc>
                </a:pPr>
                <a:r>
                  <a:rPr lang="zh-CN" altLang="en-US" b="1" dirty="0">
                    <a:solidFill>
                      <a:schemeClr val="bg1"/>
                    </a:solidFill>
                  </a:rPr>
                  <a:t>采用</a:t>
                </a:r>
                <a14:m>
                  <m:oMath xmlns:m="http://schemas.openxmlformats.org/officeDocument/2006/math">
                    <m:r>
                      <a:rPr lang="en-US" altLang="zh-CN" b="1" i="1" dirty="0" smtClean="0">
                        <a:solidFill>
                          <a:schemeClr val="bg1"/>
                        </a:solidFill>
                        <a:latin typeface="Cambria Math" panose="02040503050406030204" pitchFamily="18" charset="0"/>
                      </a:rPr>
                      <m:t>𝒏</m:t>
                    </m:r>
                  </m:oMath>
                </a14:m>
                <a:r>
                  <a:rPr lang="zh-CN" altLang="en-US" b="1" dirty="0">
                    <a:solidFill>
                      <a:schemeClr val="bg1"/>
                    </a:solidFill>
                  </a:rPr>
                  <a:t>个比特给分组编序号，则发送窗口</a:t>
                </a:r>
                <a14:m>
                  <m:oMath xmlns:m="http://schemas.openxmlformats.org/officeDocument/2006/math">
                    <m:sSub>
                      <m:sSubPr>
                        <m:ctrlPr>
                          <a:rPr lang="en-US" altLang="zh-CN" b="1" i="1">
                            <a:solidFill>
                              <a:schemeClr val="bg1"/>
                            </a:solidFill>
                            <a:latin typeface="Cambria Math" panose="02040503050406030204" pitchFamily="18" charset="0"/>
                            <a:ea typeface="Cambria Math" panose="02040503050406030204" pitchFamily="18" charset="0"/>
                          </a:rPr>
                        </m:ctrlPr>
                      </m:sSubPr>
                      <m:e>
                        <m:r>
                          <a:rPr lang="en-US" altLang="zh-CN" b="1" i="1">
                            <a:solidFill>
                              <a:schemeClr val="bg1"/>
                            </a:solidFill>
                            <a:latin typeface="Cambria Math" panose="02040503050406030204" pitchFamily="18" charset="0"/>
                            <a:ea typeface="Cambria Math" panose="02040503050406030204" pitchFamily="18" charset="0"/>
                          </a:rPr>
                          <m:t>𝑾</m:t>
                        </m:r>
                      </m:e>
                      <m:sub>
                        <m:r>
                          <a:rPr lang="en-US" altLang="zh-CN" b="1" i="1">
                            <a:solidFill>
                              <a:schemeClr val="bg1"/>
                            </a:solidFill>
                            <a:latin typeface="Cambria Math" panose="02040503050406030204" pitchFamily="18" charset="0"/>
                            <a:ea typeface="Cambria Math" panose="02040503050406030204" pitchFamily="18" charset="0"/>
                          </a:rPr>
                          <m:t>𝑻</m:t>
                        </m:r>
                      </m:sub>
                    </m:sSub>
                  </m:oMath>
                </a14:m>
                <a:r>
                  <a:rPr lang="zh-CN" altLang="en-US" b="1" dirty="0">
                    <a:solidFill>
                      <a:schemeClr val="bg1"/>
                    </a:solidFill>
                  </a:rPr>
                  <a:t>的取值范围是</a:t>
                </a:r>
                <a14:m>
                  <m:oMath xmlns:m="http://schemas.openxmlformats.org/officeDocument/2006/math">
                    <m:r>
                      <a:rPr lang="en-US" altLang="zh-CN" b="1" i="1" smtClean="0">
                        <a:solidFill>
                          <a:schemeClr val="bg1"/>
                        </a:solidFill>
                        <a:latin typeface="Cambria Math" panose="02040503050406030204" pitchFamily="18" charset="0"/>
                      </a:rPr>
                      <m:t>𝟏</m:t>
                    </m:r>
                    <m:r>
                      <a:rPr lang="en-US" altLang="zh-CN" b="1" i="1" smtClean="0">
                        <a:solidFill>
                          <a:schemeClr val="bg1"/>
                        </a:solidFill>
                        <a:latin typeface="Cambria Math" panose="02040503050406030204" pitchFamily="18" charset="0"/>
                        <a:ea typeface="Cambria Math" panose="02040503050406030204" pitchFamily="18" charset="0"/>
                      </a:rPr>
                      <m:t>&lt;</m:t>
                    </m:r>
                    <m:sSub>
                      <m:sSubPr>
                        <m:ctrlPr>
                          <a:rPr lang="en-US" altLang="zh-CN" b="1" i="1" smtClean="0">
                            <a:solidFill>
                              <a:schemeClr val="bg1"/>
                            </a:solidFill>
                            <a:latin typeface="Cambria Math" panose="02040503050406030204" pitchFamily="18" charset="0"/>
                            <a:ea typeface="Cambria Math" panose="02040503050406030204" pitchFamily="18" charset="0"/>
                          </a:rPr>
                        </m:ctrlPr>
                      </m:sSubPr>
                      <m:e>
                        <m:r>
                          <a:rPr lang="en-US" altLang="zh-CN" b="1" i="1" smtClean="0">
                            <a:solidFill>
                              <a:schemeClr val="bg1"/>
                            </a:solidFill>
                            <a:latin typeface="Cambria Math" panose="02040503050406030204" pitchFamily="18" charset="0"/>
                            <a:ea typeface="Cambria Math" panose="02040503050406030204" pitchFamily="18" charset="0"/>
                          </a:rPr>
                          <m:t>𝑾</m:t>
                        </m:r>
                      </m:e>
                      <m:sub>
                        <m:r>
                          <a:rPr lang="en-US" altLang="zh-CN" b="1" i="1" smtClean="0">
                            <a:solidFill>
                              <a:schemeClr val="bg1"/>
                            </a:solidFill>
                            <a:latin typeface="Cambria Math" panose="02040503050406030204" pitchFamily="18" charset="0"/>
                            <a:ea typeface="Cambria Math" panose="02040503050406030204" pitchFamily="18" charset="0"/>
                          </a:rPr>
                          <m:t>𝑻</m:t>
                        </m:r>
                      </m:sub>
                    </m:sSub>
                    <m:r>
                      <a:rPr lang="en-US" altLang="zh-CN" b="1" i="1">
                        <a:solidFill>
                          <a:schemeClr val="bg1"/>
                        </a:solidFill>
                        <a:latin typeface="Cambria Math" panose="02040503050406030204" pitchFamily="18" charset="0"/>
                        <a:ea typeface="Cambria Math" panose="02040503050406030204" pitchFamily="18" charset="0"/>
                      </a:rPr>
                      <m:t>≤</m:t>
                    </m:r>
                    <m:sSup>
                      <m:sSupPr>
                        <m:ctrlPr>
                          <a:rPr lang="en-US" altLang="zh-CN" b="1" i="1" smtClean="0">
                            <a:solidFill>
                              <a:schemeClr val="bg1"/>
                            </a:solidFill>
                            <a:latin typeface="Cambria Math" panose="02040503050406030204" pitchFamily="18" charset="0"/>
                            <a:ea typeface="Cambria Math" panose="02040503050406030204" pitchFamily="18" charset="0"/>
                          </a:rPr>
                        </m:ctrlPr>
                      </m:sSupPr>
                      <m:e>
                        <m:r>
                          <a:rPr lang="en-US" altLang="zh-CN" b="1" i="1" smtClean="0">
                            <a:solidFill>
                              <a:schemeClr val="bg1"/>
                            </a:solidFill>
                            <a:latin typeface="Cambria Math" panose="02040503050406030204" pitchFamily="18" charset="0"/>
                            <a:ea typeface="Cambria Math" panose="02040503050406030204" pitchFamily="18" charset="0"/>
                          </a:rPr>
                          <m:t>(</m:t>
                        </m:r>
                        <m:r>
                          <a:rPr lang="en-US" altLang="zh-CN" b="1" i="1" smtClean="0">
                            <a:solidFill>
                              <a:schemeClr val="bg1"/>
                            </a:solidFill>
                            <a:latin typeface="Cambria Math" panose="02040503050406030204" pitchFamily="18" charset="0"/>
                            <a:ea typeface="Cambria Math" panose="02040503050406030204" pitchFamily="18" charset="0"/>
                          </a:rPr>
                          <m:t>𝟐</m:t>
                        </m:r>
                      </m:e>
                      <m:sup>
                        <m:r>
                          <a:rPr lang="en-US" altLang="zh-CN" b="1" i="1" smtClean="0">
                            <a:solidFill>
                              <a:schemeClr val="bg1"/>
                            </a:solidFill>
                            <a:latin typeface="Cambria Math" panose="02040503050406030204" pitchFamily="18" charset="0"/>
                            <a:ea typeface="Cambria Math" panose="02040503050406030204" pitchFamily="18" charset="0"/>
                          </a:rPr>
                          <m:t>𝒏</m:t>
                        </m:r>
                      </m:sup>
                    </m:sSup>
                    <m:r>
                      <a:rPr lang="en-US" altLang="zh-CN" b="1" i="1" smtClean="0">
                        <a:solidFill>
                          <a:schemeClr val="bg1"/>
                        </a:solidFill>
                        <a:latin typeface="Cambria Math" panose="02040503050406030204" pitchFamily="18" charset="0"/>
                        <a:ea typeface="Cambria Math" panose="02040503050406030204" pitchFamily="18" charset="0"/>
                      </a:rPr>
                      <m:t>−</m:t>
                    </m:r>
                    <m:r>
                      <a:rPr lang="en-US" altLang="zh-CN" b="1" i="1" smtClean="0">
                        <a:solidFill>
                          <a:schemeClr val="bg1"/>
                        </a:solidFill>
                        <a:latin typeface="Cambria Math" panose="02040503050406030204" pitchFamily="18" charset="0"/>
                        <a:ea typeface="Cambria Math" panose="02040503050406030204" pitchFamily="18" charset="0"/>
                      </a:rPr>
                      <m:t>𝟏</m:t>
                    </m:r>
                    <m:r>
                      <a:rPr lang="en-US" altLang="zh-CN" b="1" i="1" smtClean="0">
                        <a:solidFill>
                          <a:schemeClr val="bg1"/>
                        </a:solidFill>
                        <a:latin typeface="Cambria Math" panose="02040503050406030204" pitchFamily="18" charset="0"/>
                        <a:ea typeface="Cambria Math" panose="02040503050406030204" pitchFamily="18" charset="0"/>
                      </a:rPr>
                      <m:t>)</m:t>
                    </m:r>
                  </m:oMath>
                </a14:m>
                <a:r>
                  <a:rPr lang="zh-CN" altLang="en-US" b="1" dirty="0">
                    <a:solidFill>
                      <a:schemeClr val="bg1"/>
                    </a:solidFill>
                  </a:rPr>
                  <a:t>。</a:t>
                </a:r>
                <a:endParaRPr lang="en-US" altLang="zh-CN" b="1" dirty="0">
                  <a:solidFill>
                    <a:schemeClr val="bg1"/>
                  </a:solidFill>
                </a:endParaRPr>
              </a:p>
            </p:txBody>
          </p:sp>
        </mc:Choice>
        <mc:Fallback xmlns="">
          <p:sp>
            <p:nvSpPr>
              <p:cNvPr id="41" name="文本框 40">
                <a:extLst>
                  <a:ext uri="{FF2B5EF4-FFF2-40B4-BE49-F238E27FC236}">
                    <a16:creationId xmlns:a16="http://schemas.microsoft.com/office/drawing/2014/main" id="{8A0BE979-24F8-4C81-A02C-EE26A9915EBA}"/>
                  </a:ext>
                </a:extLst>
              </p:cNvPr>
              <p:cNvSpPr txBox="1">
                <a:spLocks noRot="1" noChangeAspect="1" noMove="1" noResize="1" noEditPoints="1" noAdjustHandles="1" noChangeArrowheads="1" noChangeShapeType="1" noTextEdit="1"/>
              </p:cNvSpPr>
              <p:nvPr/>
            </p:nvSpPr>
            <p:spPr>
              <a:xfrm>
                <a:off x="2898126" y="3099976"/>
                <a:ext cx="7952252" cy="458139"/>
              </a:xfrm>
              <a:prstGeom prst="rect">
                <a:avLst/>
              </a:prstGeom>
              <a:blipFill>
                <a:blip r:embed="rId9"/>
                <a:stretch>
                  <a:fillRect l="-613" r="-3448" b="-21333"/>
                </a:stretch>
              </a:blipFill>
            </p:spPr>
            <p:txBody>
              <a:bodyPr/>
              <a:lstStyle/>
              <a:p>
                <a:r>
                  <a:rPr lang="zh-CN" altLang="en-US">
                    <a:noFill/>
                  </a:rPr>
                  <a:t> </a:t>
                </a:r>
              </a:p>
            </p:txBody>
          </p:sp>
        </mc:Fallback>
      </mc:AlternateContent>
      <mc:AlternateContent xmlns:mc="http://schemas.openxmlformats.org/markup-compatibility/2006" xmlns:a14="http://schemas.microsoft.com/office/drawing/2010/main">
        <mc:Choice Requires="a14">
          <p:sp>
            <p:nvSpPr>
              <p:cNvPr id="42" name="文本框 41">
                <a:extLst>
                  <a:ext uri="{FF2B5EF4-FFF2-40B4-BE49-F238E27FC236}">
                    <a16:creationId xmlns:a16="http://schemas.microsoft.com/office/drawing/2014/main" id="{8543E782-DE7D-41A8-92AB-298EBE9087CA}"/>
                  </a:ext>
                </a:extLst>
              </p:cNvPr>
              <p:cNvSpPr txBox="1"/>
              <p:nvPr/>
            </p:nvSpPr>
            <p:spPr>
              <a:xfrm>
                <a:off x="2898125" y="3535600"/>
                <a:ext cx="7252373" cy="458139"/>
              </a:xfrm>
              <a:prstGeom prst="rect">
                <a:avLst/>
              </a:prstGeom>
              <a:noFill/>
            </p:spPr>
            <p:txBody>
              <a:bodyPr wrap="square">
                <a:spAutoFit/>
              </a:bodyPr>
              <a:lstStyle/>
              <a:p>
                <a:pPr>
                  <a:lnSpc>
                    <a:spcPct val="150000"/>
                  </a:lnSpc>
                </a:pPr>
                <a:r>
                  <a:rPr lang="zh-CN" altLang="en-US" b="1" dirty="0">
                    <a:solidFill>
                      <a:schemeClr val="bg1"/>
                    </a:solidFill>
                  </a:rPr>
                  <a:t>本例假设采用</a:t>
                </a:r>
                <a14:m>
                  <m:oMath xmlns:m="http://schemas.openxmlformats.org/officeDocument/2006/math">
                    <m:r>
                      <a:rPr lang="en-US" altLang="zh-CN" b="1" i="1" dirty="0">
                        <a:solidFill>
                          <a:schemeClr val="bg1"/>
                        </a:solidFill>
                        <a:latin typeface="Cambria Math" panose="02040503050406030204" pitchFamily="18" charset="0"/>
                      </a:rPr>
                      <m:t>𝟑</m:t>
                    </m:r>
                  </m:oMath>
                </a14:m>
                <a:r>
                  <a:rPr lang="zh-CN" altLang="en-US" b="1" dirty="0">
                    <a:solidFill>
                      <a:schemeClr val="bg1"/>
                    </a:solidFill>
                  </a:rPr>
                  <a:t>个比特给分组编序号，则</a:t>
                </a:r>
                <a14:m>
                  <m:oMath xmlns:m="http://schemas.openxmlformats.org/officeDocument/2006/math">
                    <m:sSub>
                      <m:sSubPr>
                        <m:ctrlPr>
                          <a:rPr lang="en-US" altLang="zh-CN" b="1" i="1">
                            <a:solidFill>
                              <a:schemeClr val="bg1"/>
                            </a:solidFill>
                            <a:latin typeface="Cambria Math" panose="02040503050406030204" pitchFamily="18" charset="0"/>
                            <a:ea typeface="Cambria Math" panose="02040503050406030204" pitchFamily="18" charset="0"/>
                          </a:rPr>
                        </m:ctrlPr>
                      </m:sSubPr>
                      <m:e>
                        <m:r>
                          <a:rPr lang="en-US" altLang="zh-CN" b="1" i="1">
                            <a:solidFill>
                              <a:schemeClr val="bg1"/>
                            </a:solidFill>
                            <a:latin typeface="Cambria Math" panose="02040503050406030204" pitchFamily="18" charset="0"/>
                            <a:ea typeface="Cambria Math" panose="02040503050406030204" pitchFamily="18" charset="0"/>
                          </a:rPr>
                          <m:t>𝑾</m:t>
                        </m:r>
                      </m:e>
                      <m:sub>
                        <m:r>
                          <a:rPr lang="en-US" altLang="zh-CN" b="1" i="1">
                            <a:solidFill>
                              <a:schemeClr val="bg1"/>
                            </a:solidFill>
                            <a:latin typeface="Cambria Math" panose="02040503050406030204" pitchFamily="18" charset="0"/>
                            <a:ea typeface="Cambria Math" panose="02040503050406030204" pitchFamily="18" charset="0"/>
                          </a:rPr>
                          <m:t>𝑻</m:t>
                        </m:r>
                      </m:sub>
                    </m:sSub>
                  </m:oMath>
                </a14:m>
                <a:r>
                  <a:rPr lang="zh-CN" altLang="en-US" b="1" dirty="0">
                    <a:solidFill>
                      <a:schemeClr val="bg1"/>
                    </a:solidFill>
                  </a:rPr>
                  <a:t>的取值范围是</a:t>
                </a:r>
                <a14:m>
                  <m:oMath xmlns:m="http://schemas.openxmlformats.org/officeDocument/2006/math">
                    <m:r>
                      <a:rPr lang="en-US" altLang="zh-CN" b="1" i="1" smtClean="0">
                        <a:solidFill>
                          <a:schemeClr val="bg1"/>
                        </a:solidFill>
                        <a:latin typeface="Cambria Math" panose="02040503050406030204" pitchFamily="18" charset="0"/>
                      </a:rPr>
                      <m:t>𝟐</m:t>
                    </m:r>
                    <m:r>
                      <a:rPr lang="en-US" altLang="zh-CN" b="1" i="1">
                        <a:solidFill>
                          <a:schemeClr val="bg1"/>
                        </a:solidFill>
                        <a:latin typeface="Cambria Math" panose="02040503050406030204" pitchFamily="18" charset="0"/>
                        <a:ea typeface="Cambria Math" panose="02040503050406030204" pitchFamily="18" charset="0"/>
                      </a:rPr>
                      <m:t>~</m:t>
                    </m:r>
                    <m:r>
                      <a:rPr lang="en-US" altLang="zh-CN" b="1" i="1">
                        <a:solidFill>
                          <a:schemeClr val="bg1"/>
                        </a:solidFill>
                        <a:latin typeface="Cambria Math" panose="02040503050406030204" pitchFamily="18" charset="0"/>
                        <a:ea typeface="Cambria Math" panose="02040503050406030204" pitchFamily="18" charset="0"/>
                      </a:rPr>
                      <m:t>𝟕</m:t>
                    </m:r>
                  </m:oMath>
                </a14:m>
                <a:r>
                  <a:rPr lang="zh-CN" altLang="en-US" b="1" dirty="0">
                    <a:solidFill>
                      <a:schemeClr val="bg1"/>
                    </a:solidFill>
                  </a:rPr>
                  <a:t>。</a:t>
                </a:r>
                <a:endParaRPr lang="en-US" altLang="zh-CN" b="1" dirty="0">
                  <a:solidFill>
                    <a:schemeClr val="bg1"/>
                  </a:solidFill>
                </a:endParaRPr>
              </a:p>
            </p:txBody>
          </p:sp>
        </mc:Choice>
        <mc:Fallback xmlns="">
          <p:sp>
            <p:nvSpPr>
              <p:cNvPr id="42" name="文本框 41">
                <a:extLst>
                  <a:ext uri="{FF2B5EF4-FFF2-40B4-BE49-F238E27FC236}">
                    <a16:creationId xmlns:a16="http://schemas.microsoft.com/office/drawing/2014/main" id="{8543E782-DE7D-41A8-92AB-298EBE9087CA}"/>
                  </a:ext>
                </a:extLst>
              </p:cNvPr>
              <p:cNvSpPr txBox="1">
                <a:spLocks noRot="1" noChangeAspect="1" noMove="1" noResize="1" noEditPoints="1" noAdjustHandles="1" noChangeArrowheads="1" noChangeShapeType="1" noTextEdit="1"/>
              </p:cNvSpPr>
              <p:nvPr/>
            </p:nvSpPr>
            <p:spPr>
              <a:xfrm>
                <a:off x="2898125" y="3535600"/>
                <a:ext cx="7252373" cy="458139"/>
              </a:xfrm>
              <a:prstGeom prst="rect">
                <a:avLst/>
              </a:prstGeom>
              <a:blipFill>
                <a:blip r:embed="rId10"/>
                <a:stretch>
                  <a:fillRect l="-672" b="-21333"/>
                </a:stretch>
              </a:blipFill>
            </p:spPr>
            <p:txBody>
              <a:bodyPr/>
              <a:lstStyle/>
              <a:p>
                <a:r>
                  <a:rPr lang="zh-CN" altLang="en-US">
                    <a:noFill/>
                  </a:rPr>
                  <a:t> </a:t>
                </a:r>
              </a:p>
            </p:txBody>
          </p:sp>
        </mc:Fallback>
      </mc:AlternateContent>
      <mc:AlternateContent xmlns:mc="http://schemas.openxmlformats.org/markup-compatibility/2006" xmlns:a14="http://schemas.microsoft.com/office/drawing/2010/main">
        <mc:Choice Requires="a14">
          <p:sp>
            <p:nvSpPr>
              <p:cNvPr id="43" name="文本框 42">
                <a:extLst>
                  <a:ext uri="{FF2B5EF4-FFF2-40B4-BE49-F238E27FC236}">
                    <a16:creationId xmlns:a16="http://schemas.microsoft.com/office/drawing/2014/main" id="{BDAF02D2-F739-4C5A-821F-79A1EF47F514}"/>
                  </a:ext>
                </a:extLst>
              </p:cNvPr>
              <p:cNvSpPr txBox="1"/>
              <p:nvPr/>
            </p:nvSpPr>
            <p:spPr>
              <a:xfrm>
                <a:off x="2898125" y="3971223"/>
                <a:ext cx="6587953" cy="458139"/>
              </a:xfrm>
              <a:prstGeom prst="rect">
                <a:avLst/>
              </a:prstGeom>
              <a:noFill/>
            </p:spPr>
            <p:txBody>
              <a:bodyPr wrap="square">
                <a:spAutoFit/>
              </a:bodyPr>
              <a:lstStyle/>
              <a:p>
                <a:pPr>
                  <a:lnSpc>
                    <a:spcPct val="150000"/>
                  </a:lnSpc>
                </a:pPr>
                <a:r>
                  <a:rPr lang="zh-CN" altLang="en-US" b="1" dirty="0">
                    <a:solidFill>
                      <a:schemeClr val="bg1"/>
                    </a:solidFill>
                  </a:rPr>
                  <a:t>若</a:t>
                </a:r>
                <a14:m>
                  <m:oMath xmlns:m="http://schemas.openxmlformats.org/officeDocument/2006/math">
                    <m:sSub>
                      <m:sSubPr>
                        <m:ctrlPr>
                          <a:rPr lang="en-US" altLang="zh-CN" b="1" i="1" smtClean="0">
                            <a:solidFill>
                              <a:schemeClr val="bg1"/>
                            </a:solidFill>
                            <a:latin typeface="Cambria Math" panose="02040503050406030204" pitchFamily="18" charset="0"/>
                            <a:ea typeface="Cambria Math" panose="02040503050406030204" pitchFamily="18" charset="0"/>
                          </a:rPr>
                        </m:ctrlPr>
                      </m:sSubPr>
                      <m:e>
                        <m:r>
                          <a:rPr lang="en-US" altLang="zh-CN" b="1" i="1" smtClean="0">
                            <a:solidFill>
                              <a:schemeClr val="bg1"/>
                            </a:solidFill>
                            <a:latin typeface="Cambria Math" panose="02040503050406030204" pitchFamily="18" charset="0"/>
                            <a:ea typeface="Cambria Math" panose="02040503050406030204" pitchFamily="18" charset="0"/>
                          </a:rPr>
                          <m:t>𝑾</m:t>
                        </m:r>
                      </m:e>
                      <m:sub>
                        <m:r>
                          <a:rPr lang="en-US" altLang="zh-CN" b="1" i="1" smtClean="0">
                            <a:solidFill>
                              <a:schemeClr val="bg1"/>
                            </a:solidFill>
                            <a:latin typeface="Cambria Math" panose="02040503050406030204" pitchFamily="18" charset="0"/>
                            <a:ea typeface="Cambria Math" panose="02040503050406030204" pitchFamily="18" charset="0"/>
                          </a:rPr>
                          <m:t>𝑻</m:t>
                        </m:r>
                      </m:sub>
                    </m:sSub>
                  </m:oMath>
                </a14:m>
                <a:r>
                  <a:rPr lang="zh-CN" altLang="en-US" b="1" dirty="0">
                    <a:solidFill>
                      <a:schemeClr val="bg1"/>
                    </a:solidFill>
                  </a:rPr>
                  <a:t>超过取值范围，例如 </a:t>
                </a:r>
                <a14:m>
                  <m:oMath xmlns:m="http://schemas.openxmlformats.org/officeDocument/2006/math">
                    <m:sSub>
                      <m:sSubPr>
                        <m:ctrlPr>
                          <a:rPr lang="en-US" altLang="zh-CN" b="1" i="1">
                            <a:solidFill>
                              <a:schemeClr val="bg1"/>
                            </a:solidFill>
                            <a:latin typeface="Cambria Math" panose="02040503050406030204" pitchFamily="18" charset="0"/>
                            <a:ea typeface="Cambria Math" panose="02040503050406030204" pitchFamily="18" charset="0"/>
                          </a:rPr>
                        </m:ctrlPr>
                      </m:sSubPr>
                      <m:e>
                        <m:r>
                          <a:rPr lang="en-US" altLang="zh-CN" b="1" i="1">
                            <a:solidFill>
                              <a:schemeClr val="bg1"/>
                            </a:solidFill>
                            <a:latin typeface="Cambria Math" panose="02040503050406030204" pitchFamily="18" charset="0"/>
                            <a:ea typeface="Cambria Math" panose="02040503050406030204" pitchFamily="18" charset="0"/>
                          </a:rPr>
                          <m:t>𝑾</m:t>
                        </m:r>
                      </m:e>
                      <m:sub>
                        <m:r>
                          <a:rPr lang="en-US" altLang="zh-CN" b="1" i="1">
                            <a:solidFill>
                              <a:schemeClr val="bg1"/>
                            </a:solidFill>
                            <a:latin typeface="Cambria Math" panose="02040503050406030204" pitchFamily="18" charset="0"/>
                            <a:ea typeface="Cambria Math" panose="02040503050406030204" pitchFamily="18" charset="0"/>
                          </a:rPr>
                          <m:t>𝑻</m:t>
                        </m:r>
                      </m:sub>
                    </m:sSub>
                    <m:r>
                      <a:rPr lang="en-US" altLang="zh-CN" b="1" i="1" smtClean="0">
                        <a:solidFill>
                          <a:schemeClr val="bg1"/>
                        </a:solidFill>
                        <a:latin typeface="Cambria Math" panose="02040503050406030204" pitchFamily="18" charset="0"/>
                        <a:ea typeface="Cambria Math" panose="02040503050406030204" pitchFamily="18" charset="0"/>
                      </a:rPr>
                      <m:t>= </m:t>
                    </m:r>
                  </m:oMath>
                </a14:m>
                <a:r>
                  <a:rPr lang="en-US" altLang="zh-CN" b="1" dirty="0">
                    <a:solidFill>
                      <a:schemeClr val="bg1"/>
                    </a:solidFill>
                  </a:rPr>
                  <a:t>8</a:t>
                </a:r>
                <a:r>
                  <a:rPr lang="zh-CN" altLang="en-US" b="1" dirty="0">
                    <a:solidFill>
                      <a:schemeClr val="bg1"/>
                    </a:solidFill>
                  </a:rPr>
                  <a:t>，会出现什么情况？</a:t>
                </a:r>
              </a:p>
            </p:txBody>
          </p:sp>
        </mc:Choice>
        <mc:Fallback xmlns="">
          <p:sp>
            <p:nvSpPr>
              <p:cNvPr id="43" name="文本框 42">
                <a:extLst>
                  <a:ext uri="{FF2B5EF4-FFF2-40B4-BE49-F238E27FC236}">
                    <a16:creationId xmlns:a16="http://schemas.microsoft.com/office/drawing/2014/main" id="{BDAF02D2-F739-4C5A-821F-79A1EF47F514}"/>
                  </a:ext>
                </a:extLst>
              </p:cNvPr>
              <p:cNvSpPr txBox="1">
                <a:spLocks noRot="1" noChangeAspect="1" noMove="1" noResize="1" noEditPoints="1" noAdjustHandles="1" noChangeArrowheads="1" noChangeShapeType="1" noTextEdit="1"/>
              </p:cNvSpPr>
              <p:nvPr/>
            </p:nvSpPr>
            <p:spPr>
              <a:xfrm>
                <a:off x="2898125" y="3971223"/>
                <a:ext cx="6587953" cy="458139"/>
              </a:xfrm>
              <a:prstGeom prst="rect">
                <a:avLst/>
              </a:prstGeom>
              <a:blipFill>
                <a:blip r:embed="rId11"/>
                <a:stretch>
                  <a:fillRect l="-740" b="-19737"/>
                </a:stretch>
              </a:blipFill>
            </p:spPr>
            <p:txBody>
              <a:bodyPr/>
              <a:lstStyle/>
              <a:p>
                <a:r>
                  <a:rPr lang="zh-CN" altLang="en-US">
                    <a:noFill/>
                  </a:rPr>
                  <a:t> </a:t>
                </a:r>
              </a:p>
            </p:txBody>
          </p:sp>
        </mc:Fallback>
      </mc:AlternateContent>
      <p:sp>
        <p:nvSpPr>
          <p:cNvPr id="26" name="平行四边形 25">
            <a:extLst>
              <a:ext uri="{FF2B5EF4-FFF2-40B4-BE49-F238E27FC236}">
                <a16:creationId xmlns:a16="http://schemas.microsoft.com/office/drawing/2014/main" id="{F5258709-3BAF-612F-493A-1088F74FC58C}"/>
              </a:ext>
            </a:extLst>
          </p:cNvPr>
          <p:cNvSpPr/>
          <p:nvPr/>
        </p:nvSpPr>
        <p:spPr>
          <a:xfrm>
            <a:off x="304799" y="749300"/>
            <a:ext cx="695119" cy="387090"/>
          </a:xfrm>
          <a:prstGeom prst="parallelogram">
            <a:avLst/>
          </a:prstGeom>
          <a:solidFill>
            <a:schemeClr val="accent3">
              <a:lumMod val="75000"/>
            </a:schemeClr>
          </a:solidFill>
          <a:ln>
            <a:solidFill>
              <a:schemeClr val="accent3">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CN" sz="2200" dirty="0">
                <a:latin typeface="Impact" panose="020B0806030902050204" pitchFamily="34" charset="0"/>
              </a:rPr>
              <a:t>04</a:t>
            </a:r>
            <a:endParaRPr lang="zh-CN" altLang="en-US" sz="2200" dirty="0">
              <a:latin typeface="Impact" panose="020B0806030902050204" pitchFamily="34" charset="0"/>
            </a:endParaRPr>
          </a:p>
        </p:txBody>
      </p:sp>
    </p:spTree>
    <p:custDataLst>
      <p:tags r:id="rId1"/>
    </p:custDataLst>
    <p:extLst>
      <p:ext uri="{BB962C8B-B14F-4D97-AF65-F5344CB8AC3E}">
        <p14:creationId xmlns:p14="http://schemas.microsoft.com/office/powerpoint/2010/main" val="3801681825"/>
      </p:ext>
    </p:extLst>
  </p:cSld>
  <p:clrMapOvr>
    <a:masterClrMapping/>
  </p:clrMapOvr>
  <mc:AlternateContent xmlns:mc="http://schemas.openxmlformats.org/markup-compatibility/2006" xmlns:p14="http://schemas.microsoft.com/office/powerpoint/2010/main">
    <mc:Choice Requires="p14">
      <p:transition p14:dur="10"/>
    </mc:Choice>
    <mc:Fallback xmlns="">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30" presetClass="entr" presetSubtype="0" fill="hold" grpId="0" nodeType="withEffect">
                                  <p:stCondLst>
                                    <p:cond delay="0"/>
                                  </p:stCondLst>
                                  <p:childTnLst>
                                    <p:set>
                                      <p:cBhvr>
                                        <p:cTn id="6" dur="1" fill="hold">
                                          <p:stCondLst>
                                            <p:cond delay="0"/>
                                          </p:stCondLst>
                                        </p:cTn>
                                        <p:tgtEl>
                                          <p:spTgt spid="40"/>
                                        </p:tgtEl>
                                        <p:attrNameLst>
                                          <p:attrName>style.visibility</p:attrName>
                                        </p:attrNameLst>
                                      </p:cBhvr>
                                      <p:to>
                                        <p:strVal val="visible"/>
                                      </p:to>
                                    </p:set>
                                    <p:animEffect transition="in" filter="fade">
                                      <p:cBhvr>
                                        <p:cTn id="7" dur="800" decel="100000"/>
                                        <p:tgtEl>
                                          <p:spTgt spid="40"/>
                                        </p:tgtEl>
                                      </p:cBhvr>
                                    </p:animEffect>
                                    <p:anim calcmode="lin" valueType="num">
                                      <p:cBhvr>
                                        <p:cTn id="8" dur="800" decel="100000" fill="hold"/>
                                        <p:tgtEl>
                                          <p:spTgt spid="40"/>
                                        </p:tgtEl>
                                        <p:attrNameLst>
                                          <p:attrName>style.rotation</p:attrName>
                                        </p:attrNameLst>
                                      </p:cBhvr>
                                      <p:tavLst>
                                        <p:tav tm="0">
                                          <p:val>
                                            <p:fltVal val="-90"/>
                                          </p:val>
                                        </p:tav>
                                        <p:tav tm="100000">
                                          <p:val>
                                            <p:fltVal val="0"/>
                                          </p:val>
                                        </p:tav>
                                      </p:tavLst>
                                    </p:anim>
                                    <p:anim calcmode="lin" valueType="num">
                                      <p:cBhvr>
                                        <p:cTn id="9" dur="800" decel="100000" fill="hold"/>
                                        <p:tgtEl>
                                          <p:spTgt spid="40"/>
                                        </p:tgtEl>
                                        <p:attrNameLst>
                                          <p:attrName>ppt_x</p:attrName>
                                        </p:attrNameLst>
                                      </p:cBhvr>
                                      <p:tavLst>
                                        <p:tav tm="0">
                                          <p:val>
                                            <p:strVal val="#ppt_x+0.4"/>
                                          </p:val>
                                        </p:tav>
                                        <p:tav tm="100000">
                                          <p:val>
                                            <p:strVal val="#ppt_x-0.05"/>
                                          </p:val>
                                        </p:tav>
                                      </p:tavLst>
                                    </p:anim>
                                    <p:anim calcmode="lin" valueType="num">
                                      <p:cBhvr>
                                        <p:cTn id="10" dur="800" decel="100000" fill="hold"/>
                                        <p:tgtEl>
                                          <p:spTgt spid="40"/>
                                        </p:tgtEl>
                                        <p:attrNameLst>
                                          <p:attrName>ppt_y</p:attrName>
                                        </p:attrNameLst>
                                      </p:cBhvr>
                                      <p:tavLst>
                                        <p:tav tm="0">
                                          <p:val>
                                            <p:strVal val="#ppt_y-0.4"/>
                                          </p:val>
                                        </p:tav>
                                        <p:tav tm="100000">
                                          <p:val>
                                            <p:strVal val="#ppt_y+0.1"/>
                                          </p:val>
                                        </p:tav>
                                      </p:tavLst>
                                    </p:anim>
                                    <p:anim calcmode="lin" valueType="num">
                                      <p:cBhvr>
                                        <p:cTn id="11" dur="200" accel="100000" fill="hold">
                                          <p:stCondLst>
                                            <p:cond delay="800"/>
                                          </p:stCondLst>
                                        </p:cTn>
                                        <p:tgtEl>
                                          <p:spTgt spid="40"/>
                                        </p:tgtEl>
                                        <p:attrNameLst>
                                          <p:attrName>ppt_x</p:attrName>
                                        </p:attrNameLst>
                                      </p:cBhvr>
                                      <p:tavLst>
                                        <p:tav tm="0">
                                          <p:val>
                                            <p:strVal val="#ppt_x-0.05"/>
                                          </p:val>
                                        </p:tav>
                                        <p:tav tm="100000">
                                          <p:val>
                                            <p:strVal val="#ppt_x"/>
                                          </p:val>
                                        </p:tav>
                                      </p:tavLst>
                                    </p:anim>
                                    <p:anim calcmode="lin" valueType="num">
                                      <p:cBhvr>
                                        <p:cTn id="12" dur="200" accel="100000" fill="hold">
                                          <p:stCondLst>
                                            <p:cond delay="800"/>
                                          </p:stCondLst>
                                        </p:cTn>
                                        <p:tgtEl>
                                          <p:spTgt spid="40"/>
                                        </p:tgtEl>
                                        <p:attrNameLst>
                                          <p:attrName>ppt_y</p:attrName>
                                        </p:attrNameLst>
                                      </p:cBhvr>
                                      <p:tavLst>
                                        <p:tav tm="0">
                                          <p:val>
                                            <p:strVal val="#ppt_y+0.1"/>
                                          </p:val>
                                        </p:tav>
                                        <p:tav tm="100000">
                                          <p:val>
                                            <p:strVal val="#ppt_y"/>
                                          </p:val>
                                        </p:tav>
                                      </p:tavLst>
                                    </p:anim>
                                  </p:childTnLst>
                                </p:cTn>
                              </p:par>
                            </p:childTnLst>
                          </p:cTn>
                        </p:par>
                        <p:par>
                          <p:cTn id="13" fill="hold">
                            <p:stCondLst>
                              <p:cond delay="1000"/>
                            </p:stCondLst>
                            <p:childTnLst>
                              <p:par>
                                <p:cTn id="14" presetID="1" presetClass="entr" presetSubtype="0" fill="hold" grpId="0" nodeType="afterEffect">
                                  <p:stCondLst>
                                    <p:cond delay="0"/>
                                  </p:stCondLst>
                                  <p:iterate type="lt">
                                    <p:tmAbs val="100"/>
                                  </p:iterate>
                                  <p:childTnLst>
                                    <p:set>
                                      <p:cBhvr>
                                        <p:cTn id="15" dur="1" fill="hold">
                                          <p:stCondLst>
                                            <p:cond delay="0"/>
                                          </p:stCondLst>
                                        </p:cTn>
                                        <p:tgtEl>
                                          <p:spTgt spid="41"/>
                                        </p:tgtEl>
                                        <p:attrNameLst>
                                          <p:attrName>style.visibility</p:attrName>
                                        </p:attrNameLst>
                                      </p:cBhvr>
                                      <p:to>
                                        <p:strVal val="visible"/>
                                      </p:to>
                                    </p:set>
                                  </p:childTnLst>
                                </p:cTn>
                              </p:par>
                            </p:childTnLst>
                          </p:cTn>
                        </p:par>
                      </p:childTnLst>
                    </p:cTn>
                  </p:par>
                  <p:par>
                    <p:cTn id="16" fill="hold">
                      <p:stCondLst>
                        <p:cond delay="indefinite"/>
                      </p:stCondLst>
                      <p:childTnLst>
                        <p:par>
                          <p:cTn id="17" fill="hold">
                            <p:stCondLst>
                              <p:cond delay="0"/>
                            </p:stCondLst>
                            <p:childTnLst>
                              <p:par>
                                <p:cTn id="18" presetID="1" presetClass="entr" presetSubtype="0" fill="hold" grpId="0" nodeType="clickEffect">
                                  <p:stCondLst>
                                    <p:cond delay="0"/>
                                  </p:stCondLst>
                                  <p:iterate type="lt">
                                    <p:tmAbs val="100"/>
                                  </p:iterate>
                                  <p:childTnLst>
                                    <p:set>
                                      <p:cBhvr>
                                        <p:cTn id="19" dur="1" fill="hold">
                                          <p:stCondLst>
                                            <p:cond delay="0"/>
                                          </p:stCondLst>
                                        </p:cTn>
                                        <p:tgtEl>
                                          <p:spTgt spid="42"/>
                                        </p:tgtEl>
                                        <p:attrNameLst>
                                          <p:attrName>style.visibility</p:attrName>
                                        </p:attrNameLst>
                                      </p:cBhvr>
                                      <p:to>
                                        <p:strVal val="visible"/>
                                      </p:to>
                                    </p:set>
                                  </p:childTnLst>
                                </p:cTn>
                              </p:par>
                            </p:childTnLst>
                          </p:cTn>
                        </p:par>
                      </p:childTnLst>
                    </p:cTn>
                  </p:par>
                  <p:par>
                    <p:cTn id="20" fill="hold">
                      <p:stCondLst>
                        <p:cond delay="indefinite"/>
                      </p:stCondLst>
                      <p:childTnLst>
                        <p:par>
                          <p:cTn id="21" fill="hold">
                            <p:stCondLst>
                              <p:cond delay="0"/>
                            </p:stCondLst>
                            <p:childTnLst>
                              <p:par>
                                <p:cTn id="22" presetID="1" presetClass="entr" presetSubtype="0" fill="hold" grpId="0" nodeType="clickEffect">
                                  <p:stCondLst>
                                    <p:cond delay="0"/>
                                  </p:stCondLst>
                                  <p:iterate type="lt">
                                    <p:tmAbs val="100"/>
                                  </p:iterate>
                                  <p:childTnLst>
                                    <p:set>
                                      <p:cBhvr>
                                        <p:cTn id="23" dur="1" fill="hold">
                                          <p:stCondLst>
                                            <p:cond delay="0"/>
                                          </p:stCondLst>
                                        </p:cTn>
                                        <p:tgtEl>
                                          <p:spTgt spid="43"/>
                                        </p:tgtEl>
                                        <p:attrNameLst>
                                          <p:attrName>style.visibility</p:attrName>
                                        </p:attrNameLst>
                                      </p:cBhvr>
                                      <p:to>
                                        <p:strVal val="visible"/>
                                      </p:to>
                                    </p:set>
                                  </p:childTnLst>
                                </p:cTn>
                              </p:par>
                            </p:childTnLst>
                          </p:cTn>
                        </p:par>
                      </p:childTnLst>
                    </p:cTn>
                  </p:par>
                  <p:par>
                    <p:cTn id="24" fill="hold">
                      <p:stCondLst>
                        <p:cond delay="indefinite"/>
                      </p:stCondLst>
                      <p:childTnLst>
                        <p:par>
                          <p:cTn id="25" fill="hold">
                            <p:stCondLst>
                              <p:cond delay="0"/>
                            </p:stCondLst>
                            <p:childTnLst>
                              <p:par>
                                <p:cTn id="26" presetID="47" presetClass="entr" presetSubtype="0" fill="hold" nodeType="clickEffect">
                                  <p:stCondLst>
                                    <p:cond delay="0"/>
                                  </p:stCondLst>
                                  <p:childTnLst>
                                    <p:set>
                                      <p:cBhvr>
                                        <p:cTn id="27" dur="1" fill="hold">
                                          <p:stCondLst>
                                            <p:cond delay="0"/>
                                          </p:stCondLst>
                                        </p:cTn>
                                        <p:tgtEl>
                                          <p:spTgt spid="11"/>
                                        </p:tgtEl>
                                        <p:attrNameLst>
                                          <p:attrName>style.visibility</p:attrName>
                                        </p:attrNameLst>
                                      </p:cBhvr>
                                      <p:to>
                                        <p:strVal val="visible"/>
                                      </p:to>
                                    </p:set>
                                    <p:animEffect transition="in" filter="fade">
                                      <p:cBhvr>
                                        <p:cTn id="28" dur="1000"/>
                                        <p:tgtEl>
                                          <p:spTgt spid="11"/>
                                        </p:tgtEl>
                                      </p:cBhvr>
                                    </p:animEffect>
                                    <p:anim calcmode="lin" valueType="num">
                                      <p:cBhvr>
                                        <p:cTn id="29" dur="1000" fill="hold"/>
                                        <p:tgtEl>
                                          <p:spTgt spid="11"/>
                                        </p:tgtEl>
                                        <p:attrNameLst>
                                          <p:attrName>ppt_x</p:attrName>
                                        </p:attrNameLst>
                                      </p:cBhvr>
                                      <p:tavLst>
                                        <p:tav tm="0">
                                          <p:val>
                                            <p:strVal val="#ppt_x"/>
                                          </p:val>
                                        </p:tav>
                                        <p:tav tm="100000">
                                          <p:val>
                                            <p:strVal val="#ppt_x"/>
                                          </p:val>
                                        </p:tav>
                                      </p:tavLst>
                                    </p:anim>
                                    <p:anim calcmode="lin" valueType="num">
                                      <p:cBhvr>
                                        <p:cTn id="30" dur="1000" fill="hold"/>
                                        <p:tgtEl>
                                          <p:spTgt spid="11"/>
                                        </p:tgtEl>
                                        <p:attrNameLst>
                                          <p:attrName>ppt_y</p:attrName>
                                        </p:attrNameLst>
                                      </p:cBhvr>
                                      <p:tavLst>
                                        <p:tav tm="0">
                                          <p:val>
                                            <p:strVal val="#ppt_y-.1"/>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0" grpId="0" animBg="1"/>
      <p:bldP spid="41" grpId="0"/>
      <p:bldP spid="42" grpId="0"/>
      <p:bldP spid="43" grpId="0"/>
    </p:bldLst>
  </p:timing>
</p:sld>
</file>

<file path=ppt/slides/slide17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6" name="组合 5">
            <a:extLst>
              <a:ext uri="{FF2B5EF4-FFF2-40B4-BE49-F238E27FC236}">
                <a16:creationId xmlns:a16="http://schemas.microsoft.com/office/drawing/2014/main" id="{35D57BA3-C33A-4413-B558-3B4EE4F3080F}"/>
              </a:ext>
            </a:extLst>
          </p:cNvPr>
          <p:cNvGrpSpPr/>
          <p:nvPr/>
        </p:nvGrpSpPr>
        <p:grpSpPr>
          <a:xfrm>
            <a:off x="2146413" y="1363110"/>
            <a:ext cx="1067217" cy="917885"/>
            <a:chOff x="2146413" y="1363110"/>
            <a:chExt cx="1067217" cy="917885"/>
          </a:xfrm>
        </p:grpSpPr>
        <p:sp>
          <p:nvSpPr>
            <p:cNvPr id="34" name="矩形 33">
              <a:extLst>
                <a:ext uri="{FF2B5EF4-FFF2-40B4-BE49-F238E27FC236}">
                  <a16:creationId xmlns:a16="http://schemas.microsoft.com/office/drawing/2014/main" id="{C0C70259-4145-42A4-A97E-2108291E4ADC}"/>
                </a:ext>
              </a:extLst>
            </p:cNvPr>
            <p:cNvSpPr/>
            <p:nvPr/>
          </p:nvSpPr>
          <p:spPr>
            <a:xfrm>
              <a:off x="2300222" y="1739531"/>
              <a:ext cx="759600" cy="541464"/>
            </a:xfrm>
            <a:prstGeom prst="rect">
              <a:avLst/>
            </a:prstGeom>
            <a:solidFill>
              <a:schemeClr val="accent4"/>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mc:AlternateContent xmlns:mc="http://schemas.openxmlformats.org/markup-compatibility/2006" xmlns:a14="http://schemas.microsoft.com/office/drawing/2010/main">
          <mc:Choice Requires="a14">
            <p:sp>
              <p:nvSpPr>
                <p:cNvPr id="35" name="文本框 34">
                  <a:extLst>
                    <a:ext uri="{FF2B5EF4-FFF2-40B4-BE49-F238E27FC236}">
                      <a16:creationId xmlns:a16="http://schemas.microsoft.com/office/drawing/2014/main" id="{EE98B7EB-F32B-4A4F-9072-DF021D7DCAD9}"/>
                    </a:ext>
                  </a:extLst>
                </p:cNvPr>
                <p:cNvSpPr txBox="1"/>
                <p:nvPr/>
              </p:nvSpPr>
              <p:spPr>
                <a:xfrm>
                  <a:off x="2146413" y="1363110"/>
                  <a:ext cx="1067217" cy="369332"/>
                </a:xfrm>
                <a:prstGeom prst="rect">
                  <a:avLst/>
                </a:prstGeom>
                <a:noFill/>
              </p:spPr>
              <p:txBody>
                <a:bodyPr wrap="square">
                  <a:spAutoFit/>
                </a:bodyPr>
                <a:lstStyle/>
                <a:p>
                  <a:pPr/>
                  <a14:m>
                    <m:oMathPara xmlns:m="http://schemas.openxmlformats.org/officeDocument/2006/math">
                      <m:oMathParaPr>
                        <m:jc m:val="centerGroup"/>
                      </m:oMathParaPr>
                      <m:oMath xmlns:m="http://schemas.openxmlformats.org/officeDocument/2006/math">
                        <m:sSub>
                          <m:sSubPr>
                            <m:ctrlPr>
                              <a:rPr lang="en-US" altLang="zh-CN" b="1" i="1" smtClean="0">
                                <a:solidFill>
                                  <a:schemeClr val="accent4"/>
                                </a:solidFill>
                                <a:latin typeface="Cambria Math" panose="02040503050406030204" pitchFamily="18" charset="0"/>
                              </a:rPr>
                            </m:ctrlPr>
                          </m:sSubPr>
                          <m:e>
                            <m:r>
                              <a:rPr lang="en-US" altLang="zh-CN" b="1" i="1" smtClean="0">
                                <a:solidFill>
                                  <a:schemeClr val="accent4"/>
                                </a:solidFill>
                                <a:latin typeface="Cambria Math" panose="02040503050406030204" pitchFamily="18" charset="0"/>
                              </a:rPr>
                              <m:t>𝑾</m:t>
                            </m:r>
                          </m:e>
                          <m:sub>
                            <m:r>
                              <a:rPr lang="en-US" altLang="zh-CN" b="1" i="1" smtClean="0">
                                <a:solidFill>
                                  <a:schemeClr val="accent4"/>
                                </a:solidFill>
                                <a:latin typeface="Cambria Math" panose="02040503050406030204" pitchFamily="18" charset="0"/>
                              </a:rPr>
                              <m:t>𝑹</m:t>
                            </m:r>
                          </m:sub>
                        </m:sSub>
                        <m:r>
                          <a:rPr lang="en-US" altLang="zh-CN" b="1" i="1" smtClean="0">
                            <a:solidFill>
                              <a:schemeClr val="accent4"/>
                            </a:solidFill>
                            <a:latin typeface="Cambria Math" panose="02040503050406030204" pitchFamily="18" charset="0"/>
                          </a:rPr>
                          <m:t>=</m:t>
                        </m:r>
                        <m:r>
                          <a:rPr lang="en-US" altLang="zh-CN" b="1" i="1" smtClean="0">
                            <a:solidFill>
                              <a:schemeClr val="accent4"/>
                            </a:solidFill>
                            <a:latin typeface="Cambria Math" panose="02040503050406030204" pitchFamily="18" charset="0"/>
                          </a:rPr>
                          <m:t>𝟏</m:t>
                        </m:r>
                      </m:oMath>
                    </m:oMathPara>
                  </a14:m>
                  <a:endParaRPr lang="zh-CN" altLang="en-US" dirty="0">
                    <a:solidFill>
                      <a:schemeClr val="accent3"/>
                    </a:solidFill>
                  </a:endParaRPr>
                </a:p>
              </p:txBody>
            </p:sp>
          </mc:Choice>
          <mc:Fallback xmlns="">
            <p:sp>
              <p:nvSpPr>
                <p:cNvPr id="35" name="文本框 34">
                  <a:extLst>
                    <a:ext uri="{FF2B5EF4-FFF2-40B4-BE49-F238E27FC236}">
                      <a16:creationId xmlns:a16="http://schemas.microsoft.com/office/drawing/2014/main" id="{EE98B7EB-F32B-4A4F-9072-DF021D7DCAD9}"/>
                    </a:ext>
                  </a:extLst>
                </p:cNvPr>
                <p:cNvSpPr txBox="1">
                  <a:spLocks noRot="1" noChangeAspect="1" noMove="1" noResize="1" noEditPoints="1" noAdjustHandles="1" noChangeArrowheads="1" noChangeShapeType="1" noTextEdit="1"/>
                </p:cNvSpPr>
                <p:nvPr/>
              </p:nvSpPr>
              <p:spPr>
                <a:xfrm>
                  <a:off x="2146413" y="1363110"/>
                  <a:ext cx="1067217" cy="369332"/>
                </a:xfrm>
                <a:prstGeom prst="rect">
                  <a:avLst/>
                </a:prstGeom>
                <a:blipFill>
                  <a:blip r:embed="rId3"/>
                  <a:stretch>
                    <a:fillRect b="-3333"/>
                  </a:stretch>
                </a:blipFill>
              </p:spPr>
              <p:txBody>
                <a:bodyPr/>
                <a:lstStyle/>
                <a:p>
                  <a:r>
                    <a:rPr lang="zh-CN" altLang="en-US">
                      <a:noFill/>
                    </a:rPr>
                    <a:t> </a:t>
                  </a:r>
                </a:p>
              </p:txBody>
            </p:sp>
          </mc:Fallback>
        </mc:AlternateContent>
      </p:grpSp>
      <p:grpSp>
        <p:nvGrpSpPr>
          <p:cNvPr id="11" name="组合 10">
            <a:extLst>
              <a:ext uri="{FF2B5EF4-FFF2-40B4-BE49-F238E27FC236}">
                <a16:creationId xmlns:a16="http://schemas.microsoft.com/office/drawing/2014/main" id="{DF90C5CA-FFC7-4157-9F4D-82F7622D10DD}"/>
              </a:ext>
            </a:extLst>
          </p:cNvPr>
          <p:cNvGrpSpPr/>
          <p:nvPr/>
        </p:nvGrpSpPr>
        <p:grpSpPr>
          <a:xfrm>
            <a:off x="2302928" y="5107042"/>
            <a:ext cx="6045083" cy="902040"/>
            <a:chOff x="2302928" y="5107042"/>
            <a:chExt cx="6045083" cy="902040"/>
          </a:xfrm>
        </p:grpSpPr>
        <p:sp>
          <p:nvSpPr>
            <p:cNvPr id="5" name="矩形 4">
              <a:extLst>
                <a:ext uri="{FF2B5EF4-FFF2-40B4-BE49-F238E27FC236}">
                  <a16:creationId xmlns:a16="http://schemas.microsoft.com/office/drawing/2014/main" id="{ABCDD6AB-497D-42FD-B822-48DB3891082B}"/>
                </a:ext>
              </a:extLst>
            </p:cNvPr>
            <p:cNvSpPr/>
            <p:nvPr/>
          </p:nvSpPr>
          <p:spPr>
            <a:xfrm>
              <a:off x="2302928" y="5467618"/>
              <a:ext cx="6045083" cy="541464"/>
            </a:xfrm>
            <a:prstGeom prst="rect">
              <a:avLst/>
            </a:prstGeom>
            <a:solidFill>
              <a:schemeClr val="accent3"/>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mc:AlternateContent xmlns:mc="http://schemas.openxmlformats.org/markup-compatibility/2006" xmlns:a14="http://schemas.microsoft.com/office/drawing/2010/main">
          <mc:Choice Requires="a14">
            <p:sp>
              <p:nvSpPr>
                <p:cNvPr id="23" name="文本框 22">
                  <a:extLst>
                    <a:ext uri="{FF2B5EF4-FFF2-40B4-BE49-F238E27FC236}">
                      <a16:creationId xmlns:a16="http://schemas.microsoft.com/office/drawing/2014/main" id="{ABC03EEA-26BD-4845-8ACC-3FB7B6DA9132}"/>
                    </a:ext>
                  </a:extLst>
                </p:cNvPr>
                <p:cNvSpPr txBox="1"/>
                <p:nvPr/>
              </p:nvSpPr>
              <p:spPr>
                <a:xfrm>
                  <a:off x="4909220" y="5107042"/>
                  <a:ext cx="1067217" cy="369332"/>
                </a:xfrm>
                <a:prstGeom prst="rect">
                  <a:avLst/>
                </a:prstGeom>
                <a:noFill/>
              </p:spPr>
              <p:txBody>
                <a:bodyPr wrap="square">
                  <a:spAutoFit/>
                </a:bodyPr>
                <a:lstStyle/>
                <a:p>
                  <a:pPr/>
                  <a14:m>
                    <m:oMathPara xmlns:m="http://schemas.openxmlformats.org/officeDocument/2006/math">
                      <m:oMathParaPr>
                        <m:jc m:val="centerGroup"/>
                      </m:oMathParaPr>
                      <m:oMath xmlns:m="http://schemas.openxmlformats.org/officeDocument/2006/math">
                        <m:sSub>
                          <m:sSubPr>
                            <m:ctrlPr>
                              <a:rPr lang="en-US" altLang="zh-CN" b="1" i="1" smtClean="0">
                                <a:solidFill>
                                  <a:schemeClr val="accent3"/>
                                </a:solidFill>
                                <a:latin typeface="Cambria Math" panose="02040503050406030204" pitchFamily="18" charset="0"/>
                              </a:rPr>
                            </m:ctrlPr>
                          </m:sSubPr>
                          <m:e>
                            <m:r>
                              <a:rPr lang="en-US" altLang="zh-CN" b="1" i="1" smtClean="0">
                                <a:solidFill>
                                  <a:schemeClr val="accent3"/>
                                </a:solidFill>
                                <a:latin typeface="Cambria Math" panose="02040503050406030204" pitchFamily="18" charset="0"/>
                              </a:rPr>
                              <m:t>𝑾</m:t>
                            </m:r>
                          </m:e>
                          <m:sub>
                            <m:r>
                              <a:rPr lang="en-US" altLang="zh-CN" b="1" i="1" smtClean="0">
                                <a:solidFill>
                                  <a:schemeClr val="accent3"/>
                                </a:solidFill>
                                <a:latin typeface="Cambria Math" panose="02040503050406030204" pitchFamily="18" charset="0"/>
                              </a:rPr>
                              <m:t>𝑻</m:t>
                            </m:r>
                          </m:sub>
                        </m:sSub>
                        <m:r>
                          <a:rPr lang="en-US" altLang="zh-CN" b="1" i="1" smtClean="0">
                            <a:solidFill>
                              <a:schemeClr val="accent3"/>
                            </a:solidFill>
                            <a:latin typeface="Cambria Math" panose="02040503050406030204" pitchFamily="18" charset="0"/>
                          </a:rPr>
                          <m:t>=</m:t>
                        </m:r>
                        <m:r>
                          <a:rPr lang="en-US" altLang="zh-CN" b="1" i="1" smtClean="0">
                            <a:solidFill>
                              <a:schemeClr val="accent3"/>
                            </a:solidFill>
                            <a:latin typeface="Cambria Math" panose="02040503050406030204" pitchFamily="18" charset="0"/>
                          </a:rPr>
                          <m:t>𝟖</m:t>
                        </m:r>
                      </m:oMath>
                    </m:oMathPara>
                  </a14:m>
                  <a:endParaRPr lang="zh-CN" altLang="en-US" dirty="0">
                    <a:solidFill>
                      <a:schemeClr val="accent3"/>
                    </a:solidFill>
                  </a:endParaRPr>
                </a:p>
              </p:txBody>
            </p:sp>
          </mc:Choice>
          <mc:Fallback xmlns="">
            <p:sp>
              <p:nvSpPr>
                <p:cNvPr id="23" name="文本框 22">
                  <a:extLst>
                    <a:ext uri="{FF2B5EF4-FFF2-40B4-BE49-F238E27FC236}">
                      <a16:creationId xmlns:a16="http://schemas.microsoft.com/office/drawing/2014/main" id="{ABC03EEA-26BD-4845-8ACC-3FB7B6DA9132}"/>
                    </a:ext>
                  </a:extLst>
                </p:cNvPr>
                <p:cNvSpPr txBox="1">
                  <a:spLocks noRot="1" noChangeAspect="1" noMove="1" noResize="1" noEditPoints="1" noAdjustHandles="1" noChangeArrowheads="1" noChangeShapeType="1" noTextEdit="1"/>
                </p:cNvSpPr>
                <p:nvPr/>
              </p:nvSpPr>
              <p:spPr>
                <a:xfrm>
                  <a:off x="4909220" y="5107042"/>
                  <a:ext cx="1067217" cy="369332"/>
                </a:xfrm>
                <a:prstGeom prst="rect">
                  <a:avLst/>
                </a:prstGeom>
                <a:blipFill>
                  <a:blip r:embed="rId4"/>
                  <a:stretch>
                    <a:fillRect b="-3333"/>
                  </a:stretch>
                </a:blipFill>
              </p:spPr>
              <p:txBody>
                <a:bodyPr/>
                <a:lstStyle/>
                <a:p>
                  <a:r>
                    <a:rPr lang="zh-CN" altLang="en-US">
                      <a:noFill/>
                    </a:rPr>
                    <a:t> </a:t>
                  </a:r>
                </a:p>
              </p:txBody>
            </p:sp>
          </mc:Fallback>
        </mc:AlternateContent>
      </p:grpSp>
      <p:grpSp>
        <p:nvGrpSpPr>
          <p:cNvPr id="4" name="组合 3">
            <a:extLst>
              <a:ext uri="{FF2B5EF4-FFF2-40B4-BE49-F238E27FC236}">
                <a16:creationId xmlns:a16="http://schemas.microsoft.com/office/drawing/2014/main" id="{9A1EA9F2-FCB6-48C3-935F-7AE7E3AD14AC}"/>
              </a:ext>
            </a:extLst>
          </p:cNvPr>
          <p:cNvGrpSpPr/>
          <p:nvPr/>
        </p:nvGrpSpPr>
        <p:grpSpPr>
          <a:xfrm>
            <a:off x="304800" y="749300"/>
            <a:ext cx="6192344" cy="400110"/>
            <a:chOff x="424117" y="898245"/>
            <a:chExt cx="6192344" cy="400110"/>
          </a:xfrm>
        </p:grpSpPr>
        <p:sp>
          <p:nvSpPr>
            <p:cNvPr id="2" name="平行四边形 1">
              <a:extLst>
                <a:ext uri="{FF2B5EF4-FFF2-40B4-BE49-F238E27FC236}">
                  <a16:creationId xmlns:a16="http://schemas.microsoft.com/office/drawing/2014/main" id="{1F5BAA3F-9845-4F89-A2DD-8222D3E4EDAC}"/>
                </a:ext>
              </a:extLst>
            </p:cNvPr>
            <p:cNvSpPr/>
            <p:nvPr/>
          </p:nvSpPr>
          <p:spPr>
            <a:xfrm>
              <a:off x="424117" y="898245"/>
              <a:ext cx="628306" cy="387090"/>
            </a:xfrm>
            <a:prstGeom prst="parallelogram">
              <a:avLst/>
            </a:prstGeom>
            <a:solidFill>
              <a:schemeClr val="accent3">
                <a:lumMod val="75000"/>
              </a:schemeClr>
            </a:solidFill>
            <a:ln>
              <a:solidFill>
                <a:schemeClr val="accent3">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CN" sz="2200" dirty="0">
                  <a:latin typeface="Impact" panose="020B0806030902050204" pitchFamily="34" charset="0"/>
                </a:rPr>
                <a:t>01</a:t>
              </a:r>
              <a:endParaRPr lang="zh-CN" altLang="en-US" sz="2200" dirty="0">
                <a:latin typeface="Impact" panose="020B0806030902050204" pitchFamily="34" charset="0"/>
              </a:endParaRPr>
            </a:p>
          </p:txBody>
        </p:sp>
        <p:sp>
          <p:nvSpPr>
            <p:cNvPr id="3" name="文本框 2">
              <a:extLst>
                <a:ext uri="{FF2B5EF4-FFF2-40B4-BE49-F238E27FC236}">
                  <a16:creationId xmlns:a16="http://schemas.microsoft.com/office/drawing/2014/main" id="{4D6BD736-A4D3-4F26-AFED-36E11F50F70B}"/>
                </a:ext>
              </a:extLst>
            </p:cNvPr>
            <p:cNvSpPr txBox="1"/>
            <p:nvPr/>
          </p:nvSpPr>
          <p:spPr>
            <a:xfrm>
              <a:off x="1052423" y="898245"/>
              <a:ext cx="5564038" cy="400110"/>
            </a:xfrm>
            <a:prstGeom prst="rect">
              <a:avLst/>
            </a:prstGeom>
            <a:noFill/>
          </p:spPr>
          <p:txBody>
            <a:bodyPr wrap="square" rtlCol="0">
              <a:spAutoFit/>
            </a:bodyPr>
            <a:lstStyle/>
            <a:p>
              <a:r>
                <a:rPr lang="zh-CN" altLang="en-US" sz="2000" b="1" dirty="0"/>
                <a:t>回退</a:t>
              </a:r>
              <a:r>
                <a:rPr lang="en-US" altLang="zh-CN" sz="2000" b="1" dirty="0"/>
                <a:t>N</a:t>
              </a:r>
              <a:r>
                <a:rPr lang="zh-CN" altLang="en-US" sz="2000" b="1" dirty="0"/>
                <a:t>帧协议</a:t>
              </a:r>
            </a:p>
          </p:txBody>
        </p:sp>
      </p:grpSp>
      <p:grpSp>
        <p:nvGrpSpPr>
          <p:cNvPr id="20" name="组合 19">
            <a:extLst>
              <a:ext uri="{FF2B5EF4-FFF2-40B4-BE49-F238E27FC236}">
                <a16:creationId xmlns:a16="http://schemas.microsoft.com/office/drawing/2014/main" id="{87756F0E-46C2-4571-B23D-C8472E9FD1FB}"/>
              </a:ext>
            </a:extLst>
          </p:cNvPr>
          <p:cNvGrpSpPr/>
          <p:nvPr/>
        </p:nvGrpSpPr>
        <p:grpSpPr>
          <a:xfrm>
            <a:off x="475097" y="1263518"/>
            <a:ext cx="1355161" cy="5114896"/>
            <a:chOff x="475097" y="1263518"/>
            <a:chExt cx="1355161" cy="5114896"/>
          </a:xfrm>
        </p:grpSpPr>
        <p:cxnSp>
          <p:nvCxnSpPr>
            <p:cNvPr id="17" name="直接连接符 16">
              <a:extLst>
                <a:ext uri="{FF2B5EF4-FFF2-40B4-BE49-F238E27FC236}">
                  <a16:creationId xmlns:a16="http://schemas.microsoft.com/office/drawing/2014/main" id="{5A41A17A-7B81-47D8-BDBB-76B8F1AA71D6}"/>
                </a:ext>
              </a:extLst>
            </p:cNvPr>
            <p:cNvCxnSpPr>
              <a:cxnSpLocks/>
            </p:cNvCxnSpPr>
            <p:nvPr/>
          </p:nvCxnSpPr>
          <p:spPr>
            <a:xfrm flipV="1">
              <a:off x="1208367" y="2012996"/>
              <a:ext cx="0" cy="3813858"/>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nvGrpSpPr>
            <p:cNvPr id="9" name="组合 8">
              <a:extLst>
                <a:ext uri="{FF2B5EF4-FFF2-40B4-BE49-F238E27FC236}">
                  <a16:creationId xmlns:a16="http://schemas.microsoft.com/office/drawing/2014/main" id="{A2B5FA1F-35FA-42E7-8D74-E7431B6AAA3C}"/>
                </a:ext>
              </a:extLst>
            </p:cNvPr>
            <p:cNvGrpSpPr/>
            <p:nvPr/>
          </p:nvGrpSpPr>
          <p:grpSpPr>
            <a:xfrm>
              <a:off x="700096" y="5368000"/>
              <a:ext cx="905164" cy="1010414"/>
              <a:chOff x="700096" y="5368000"/>
              <a:chExt cx="905164" cy="1010414"/>
            </a:xfrm>
          </p:grpSpPr>
          <p:pic>
            <p:nvPicPr>
              <p:cNvPr id="214" name="图形 213">
                <a:extLst>
                  <a:ext uri="{FF2B5EF4-FFF2-40B4-BE49-F238E27FC236}">
                    <a16:creationId xmlns:a16="http://schemas.microsoft.com/office/drawing/2014/main" id="{D949CB40-4FF6-4E8C-991B-66D24C6ADF05}"/>
                  </a:ext>
                </a:extLst>
              </p:cNvPr>
              <p:cNvPicPr>
                <a:picLocks noChangeAspect="1"/>
              </p:cNvPicPr>
              <p:nvPr/>
            </p:nvPicPr>
            <p:blipFill>
              <a:blip r:embed="rId5">
                <a:extLst>
                  <a:ext uri="{28A0092B-C50C-407E-A947-70E740481C1C}">
                    <a14:useLocalDpi xmlns:a14="http://schemas.microsoft.com/office/drawing/2010/main" val="0"/>
                  </a:ext>
                  <a:ext uri="{96DAC541-7B7A-43D3-8B79-37D633B846F1}">
                    <asvg:svgBlip xmlns:asvg="http://schemas.microsoft.com/office/drawing/2016/SVG/main" r:embed="rId6"/>
                  </a:ext>
                </a:extLst>
              </a:blip>
              <a:stretch>
                <a:fillRect/>
              </a:stretch>
            </p:blipFill>
            <p:spPr>
              <a:xfrm>
                <a:off x="821271" y="5368000"/>
                <a:ext cx="662814" cy="641082"/>
              </a:xfrm>
              <a:prstGeom prst="rect">
                <a:avLst/>
              </a:prstGeom>
            </p:spPr>
          </p:pic>
          <p:sp>
            <p:nvSpPr>
              <p:cNvPr id="218" name="文本框 217">
                <a:extLst>
                  <a:ext uri="{FF2B5EF4-FFF2-40B4-BE49-F238E27FC236}">
                    <a16:creationId xmlns:a16="http://schemas.microsoft.com/office/drawing/2014/main" id="{584D12FE-712D-432B-A48B-3084189F6B6C}"/>
                  </a:ext>
                </a:extLst>
              </p:cNvPr>
              <p:cNvSpPr txBox="1"/>
              <p:nvPr/>
            </p:nvSpPr>
            <p:spPr>
              <a:xfrm>
                <a:off x="700096" y="6009082"/>
                <a:ext cx="905164" cy="369332"/>
              </a:xfrm>
              <a:prstGeom prst="rect">
                <a:avLst/>
              </a:prstGeom>
              <a:noFill/>
            </p:spPr>
            <p:txBody>
              <a:bodyPr wrap="square" rtlCol="0">
                <a:spAutoFit/>
              </a:bodyPr>
              <a:lstStyle/>
              <a:p>
                <a:r>
                  <a:rPr lang="zh-CN" altLang="en-US" b="1" dirty="0">
                    <a:latin typeface="+mn-ea"/>
                  </a:rPr>
                  <a:t>发送方</a:t>
                </a:r>
              </a:p>
            </p:txBody>
          </p:sp>
        </p:grpSp>
        <p:grpSp>
          <p:nvGrpSpPr>
            <p:cNvPr id="8" name="组合 7">
              <a:extLst>
                <a:ext uri="{FF2B5EF4-FFF2-40B4-BE49-F238E27FC236}">
                  <a16:creationId xmlns:a16="http://schemas.microsoft.com/office/drawing/2014/main" id="{0ACAF080-95D4-4F76-A817-06EA84E449C9}"/>
                </a:ext>
              </a:extLst>
            </p:cNvPr>
            <p:cNvGrpSpPr/>
            <p:nvPr/>
          </p:nvGrpSpPr>
          <p:grpSpPr>
            <a:xfrm>
              <a:off x="878301" y="1263518"/>
              <a:ext cx="905164" cy="1027908"/>
              <a:chOff x="878301" y="1390382"/>
              <a:chExt cx="905164" cy="1027908"/>
            </a:xfrm>
          </p:grpSpPr>
          <p:pic>
            <p:nvPicPr>
              <p:cNvPr id="210" name="图形 209">
                <a:extLst>
                  <a:ext uri="{FF2B5EF4-FFF2-40B4-BE49-F238E27FC236}">
                    <a16:creationId xmlns:a16="http://schemas.microsoft.com/office/drawing/2014/main" id="{61E01467-74F7-469C-BAD5-DFFB1234E440}"/>
                  </a:ext>
                </a:extLst>
              </p:cNvPr>
              <p:cNvPicPr>
                <a:picLocks noChangeAspect="1"/>
              </p:cNvPicPr>
              <p:nvPr/>
            </p:nvPicPr>
            <p:blipFill>
              <a:blip r:embed="rId7">
                <a:extLst>
                  <a:ext uri="{28A0092B-C50C-407E-A947-70E740481C1C}">
                    <a14:useLocalDpi xmlns:a14="http://schemas.microsoft.com/office/drawing/2010/main" val="0"/>
                  </a:ext>
                  <a:ext uri="{96DAC541-7B7A-43D3-8B79-37D633B846F1}">
                    <asvg:svgBlip xmlns:asvg="http://schemas.microsoft.com/office/drawing/2016/SVG/main" r:embed="rId8"/>
                  </a:ext>
                </a:extLst>
              </a:blip>
              <a:stretch>
                <a:fillRect/>
              </a:stretch>
            </p:blipFill>
            <p:spPr>
              <a:xfrm>
                <a:off x="984826" y="1759714"/>
                <a:ext cx="501772" cy="658576"/>
              </a:xfrm>
              <a:prstGeom prst="rect">
                <a:avLst/>
              </a:prstGeom>
            </p:spPr>
          </p:pic>
          <p:sp>
            <p:nvSpPr>
              <p:cNvPr id="219" name="文本框 218">
                <a:extLst>
                  <a:ext uri="{FF2B5EF4-FFF2-40B4-BE49-F238E27FC236}">
                    <a16:creationId xmlns:a16="http://schemas.microsoft.com/office/drawing/2014/main" id="{B105E330-42F6-4FA8-914C-123FFA0756D5}"/>
                  </a:ext>
                </a:extLst>
              </p:cNvPr>
              <p:cNvSpPr txBox="1"/>
              <p:nvPr/>
            </p:nvSpPr>
            <p:spPr>
              <a:xfrm>
                <a:off x="878301" y="1390382"/>
                <a:ext cx="905164" cy="369332"/>
              </a:xfrm>
              <a:prstGeom prst="rect">
                <a:avLst/>
              </a:prstGeom>
              <a:noFill/>
            </p:spPr>
            <p:txBody>
              <a:bodyPr wrap="square" rtlCol="0">
                <a:spAutoFit/>
              </a:bodyPr>
              <a:lstStyle/>
              <a:p>
                <a:r>
                  <a:rPr lang="zh-CN" altLang="en-US" b="1" dirty="0">
                    <a:latin typeface="+mn-ea"/>
                  </a:rPr>
                  <a:t>接收方</a:t>
                </a:r>
              </a:p>
            </p:txBody>
          </p:sp>
        </p:grpSp>
        <p:sp>
          <p:nvSpPr>
            <p:cNvPr id="57" name="云形 56">
              <a:extLst>
                <a:ext uri="{FF2B5EF4-FFF2-40B4-BE49-F238E27FC236}">
                  <a16:creationId xmlns:a16="http://schemas.microsoft.com/office/drawing/2014/main" id="{8D58A5DA-48AF-4D62-A0E1-92B6F8CBE1F4}"/>
                </a:ext>
              </a:extLst>
            </p:cNvPr>
            <p:cNvSpPr/>
            <p:nvPr/>
          </p:nvSpPr>
          <p:spPr>
            <a:xfrm>
              <a:off x="475097" y="3429014"/>
              <a:ext cx="1355161" cy="801398"/>
            </a:xfrm>
            <a:prstGeom prst="cloud">
              <a:avLst/>
            </a:prstGeom>
            <a:solidFill>
              <a:schemeClr val="bg1">
                <a:lumMod val="85000"/>
              </a:schemeClr>
            </a:solidFill>
            <a:ln>
              <a:solidFill>
                <a:schemeClr val="bg1">
                  <a:lumMod val="85000"/>
                </a:schemeClr>
              </a:solidFill>
            </a:ln>
          </p:spPr>
          <p:style>
            <a:lnRef idx="2">
              <a:schemeClr val="accent3">
                <a:shade val="50000"/>
              </a:schemeClr>
            </a:lnRef>
            <a:fillRef idx="1">
              <a:schemeClr val="accent3"/>
            </a:fillRef>
            <a:effectRef idx="0">
              <a:schemeClr val="accent3"/>
            </a:effectRef>
            <a:fontRef idx="minor">
              <a:schemeClr val="lt1"/>
            </a:fontRef>
          </p:style>
          <p:txBody>
            <a:bodyPr rtlCol="0" anchor="ctr"/>
            <a:lstStyle/>
            <a:p>
              <a:pPr algn="ctr"/>
              <a:r>
                <a:rPr lang="zh-CN" altLang="en-US" b="1" dirty="0">
                  <a:solidFill>
                    <a:schemeClr val="tx1"/>
                  </a:solidFill>
                  <a:latin typeface="+mn-ea"/>
                </a:rPr>
                <a:t>因特网</a:t>
              </a:r>
            </a:p>
          </p:txBody>
        </p:sp>
      </p:grpSp>
      <p:graphicFrame>
        <p:nvGraphicFramePr>
          <p:cNvPr id="21" name="表格 21">
            <a:extLst>
              <a:ext uri="{FF2B5EF4-FFF2-40B4-BE49-F238E27FC236}">
                <a16:creationId xmlns:a16="http://schemas.microsoft.com/office/drawing/2014/main" id="{CE497585-4F97-4F44-9ABE-D7BBA16B40E0}"/>
              </a:ext>
            </a:extLst>
          </p:cNvPr>
          <p:cNvGraphicFramePr>
            <a:graphicFrameLocks noGrp="1"/>
          </p:cNvGraphicFramePr>
          <p:nvPr/>
        </p:nvGraphicFramePr>
        <p:xfrm>
          <a:off x="2302929" y="5557308"/>
          <a:ext cx="9067800" cy="370840"/>
        </p:xfrm>
        <a:graphic>
          <a:graphicData uri="http://schemas.openxmlformats.org/drawingml/2006/table">
            <a:tbl>
              <a:tblPr firstRow="1" bandRow="1">
                <a:tableStyleId>{5C22544A-7EE6-4342-B048-85BDC9FD1C3A}</a:tableStyleId>
              </a:tblPr>
              <a:tblGrid>
                <a:gridCol w="755650">
                  <a:extLst>
                    <a:ext uri="{9D8B030D-6E8A-4147-A177-3AD203B41FA5}">
                      <a16:colId xmlns:a16="http://schemas.microsoft.com/office/drawing/2014/main" val="877486509"/>
                    </a:ext>
                  </a:extLst>
                </a:gridCol>
                <a:gridCol w="755650">
                  <a:extLst>
                    <a:ext uri="{9D8B030D-6E8A-4147-A177-3AD203B41FA5}">
                      <a16:colId xmlns:a16="http://schemas.microsoft.com/office/drawing/2014/main" val="3548605817"/>
                    </a:ext>
                  </a:extLst>
                </a:gridCol>
                <a:gridCol w="755650">
                  <a:extLst>
                    <a:ext uri="{9D8B030D-6E8A-4147-A177-3AD203B41FA5}">
                      <a16:colId xmlns:a16="http://schemas.microsoft.com/office/drawing/2014/main" val="2881812895"/>
                    </a:ext>
                  </a:extLst>
                </a:gridCol>
                <a:gridCol w="755650">
                  <a:extLst>
                    <a:ext uri="{9D8B030D-6E8A-4147-A177-3AD203B41FA5}">
                      <a16:colId xmlns:a16="http://schemas.microsoft.com/office/drawing/2014/main" val="3682284582"/>
                    </a:ext>
                  </a:extLst>
                </a:gridCol>
                <a:gridCol w="755650">
                  <a:extLst>
                    <a:ext uri="{9D8B030D-6E8A-4147-A177-3AD203B41FA5}">
                      <a16:colId xmlns:a16="http://schemas.microsoft.com/office/drawing/2014/main" val="500127722"/>
                    </a:ext>
                  </a:extLst>
                </a:gridCol>
                <a:gridCol w="755650">
                  <a:extLst>
                    <a:ext uri="{9D8B030D-6E8A-4147-A177-3AD203B41FA5}">
                      <a16:colId xmlns:a16="http://schemas.microsoft.com/office/drawing/2014/main" val="2946259618"/>
                    </a:ext>
                  </a:extLst>
                </a:gridCol>
                <a:gridCol w="755650">
                  <a:extLst>
                    <a:ext uri="{9D8B030D-6E8A-4147-A177-3AD203B41FA5}">
                      <a16:colId xmlns:a16="http://schemas.microsoft.com/office/drawing/2014/main" val="171501986"/>
                    </a:ext>
                  </a:extLst>
                </a:gridCol>
                <a:gridCol w="755650">
                  <a:extLst>
                    <a:ext uri="{9D8B030D-6E8A-4147-A177-3AD203B41FA5}">
                      <a16:colId xmlns:a16="http://schemas.microsoft.com/office/drawing/2014/main" val="1667185265"/>
                    </a:ext>
                  </a:extLst>
                </a:gridCol>
                <a:gridCol w="755650">
                  <a:extLst>
                    <a:ext uri="{9D8B030D-6E8A-4147-A177-3AD203B41FA5}">
                      <a16:colId xmlns:a16="http://schemas.microsoft.com/office/drawing/2014/main" val="4258211808"/>
                    </a:ext>
                  </a:extLst>
                </a:gridCol>
                <a:gridCol w="755650">
                  <a:extLst>
                    <a:ext uri="{9D8B030D-6E8A-4147-A177-3AD203B41FA5}">
                      <a16:colId xmlns:a16="http://schemas.microsoft.com/office/drawing/2014/main" val="1794200575"/>
                    </a:ext>
                  </a:extLst>
                </a:gridCol>
                <a:gridCol w="755650">
                  <a:extLst>
                    <a:ext uri="{9D8B030D-6E8A-4147-A177-3AD203B41FA5}">
                      <a16:colId xmlns:a16="http://schemas.microsoft.com/office/drawing/2014/main" val="4230716487"/>
                    </a:ext>
                  </a:extLst>
                </a:gridCol>
                <a:gridCol w="755650">
                  <a:extLst>
                    <a:ext uri="{9D8B030D-6E8A-4147-A177-3AD203B41FA5}">
                      <a16:colId xmlns:a16="http://schemas.microsoft.com/office/drawing/2014/main" val="56153739"/>
                    </a:ext>
                  </a:extLst>
                </a:gridCol>
              </a:tblGrid>
              <a:tr h="370840">
                <a:tc>
                  <a:txBody>
                    <a:bodyPr/>
                    <a:lstStyle/>
                    <a:p>
                      <a:pPr algn="ctr"/>
                      <a:r>
                        <a:rPr lang="en-US" altLang="zh-CN" dirty="0">
                          <a:solidFill>
                            <a:schemeClr val="tx1"/>
                          </a:solidFill>
                          <a:latin typeface="Arial Black" panose="020B0A04020102020204" pitchFamily="34" charset="0"/>
                        </a:rPr>
                        <a:t>0</a:t>
                      </a:r>
                      <a:endParaRPr lang="zh-CN" altLang="en-US" dirty="0">
                        <a:solidFill>
                          <a:schemeClr val="tx1"/>
                        </a:solidFill>
                        <a:latin typeface="Arial Black" panose="020B0A04020102020204" pitchFamily="34" charset="0"/>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ctr"/>
                      <a:r>
                        <a:rPr lang="en-US" altLang="zh-CN" dirty="0">
                          <a:solidFill>
                            <a:schemeClr val="tx1"/>
                          </a:solidFill>
                          <a:latin typeface="Arial Black" panose="020B0A04020102020204" pitchFamily="34" charset="0"/>
                        </a:rPr>
                        <a:t>1</a:t>
                      </a:r>
                      <a:endParaRPr lang="zh-CN" altLang="en-US" dirty="0">
                        <a:solidFill>
                          <a:schemeClr val="tx1"/>
                        </a:solidFill>
                        <a:latin typeface="Arial Black" panose="020B0A04020102020204" pitchFamily="34" charset="0"/>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ctr"/>
                      <a:r>
                        <a:rPr lang="en-US" altLang="zh-CN" dirty="0">
                          <a:solidFill>
                            <a:schemeClr val="tx1"/>
                          </a:solidFill>
                          <a:latin typeface="Arial Black" panose="020B0A04020102020204" pitchFamily="34" charset="0"/>
                        </a:rPr>
                        <a:t>2</a:t>
                      </a:r>
                      <a:endParaRPr lang="zh-CN" altLang="en-US" dirty="0">
                        <a:solidFill>
                          <a:schemeClr val="tx1"/>
                        </a:solidFill>
                        <a:latin typeface="Arial Black" panose="020B0A04020102020204" pitchFamily="34" charset="0"/>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ctr"/>
                      <a:r>
                        <a:rPr lang="en-US" altLang="zh-CN" dirty="0">
                          <a:solidFill>
                            <a:schemeClr val="tx1"/>
                          </a:solidFill>
                          <a:latin typeface="Arial Black" panose="020B0A04020102020204" pitchFamily="34" charset="0"/>
                        </a:rPr>
                        <a:t>3</a:t>
                      </a:r>
                      <a:endParaRPr lang="zh-CN" altLang="en-US" dirty="0">
                        <a:solidFill>
                          <a:schemeClr val="tx1"/>
                        </a:solidFill>
                        <a:latin typeface="Arial Black" panose="020B0A04020102020204" pitchFamily="34" charset="0"/>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ctr"/>
                      <a:r>
                        <a:rPr lang="en-US" altLang="zh-CN" dirty="0">
                          <a:solidFill>
                            <a:schemeClr val="tx1"/>
                          </a:solidFill>
                          <a:latin typeface="Arial Black" panose="020B0A04020102020204" pitchFamily="34" charset="0"/>
                        </a:rPr>
                        <a:t>4</a:t>
                      </a:r>
                      <a:endParaRPr lang="zh-CN" altLang="en-US" dirty="0">
                        <a:solidFill>
                          <a:schemeClr val="tx1"/>
                        </a:solidFill>
                        <a:latin typeface="Arial Black" panose="020B0A04020102020204" pitchFamily="34" charset="0"/>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ctr"/>
                      <a:r>
                        <a:rPr lang="en-US" altLang="zh-CN" dirty="0">
                          <a:solidFill>
                            <a:schemeClr val="tx1"/>
                          </a:solidFill>
                          <a:latin typeface="Arial Black" panose="020B0A04020102020204" pitchFamily="34" charset="0"/>
                        </a:rPr>
                        <a:t>5</a:t>
                      </a:r>
                      <a:endParaRPr lang="zh-CN" altLang="en-US" dirty="0">
                        <a:solidFill>
                          <a:schemeClr val="tx1"/>
                        </a:solidFill>
                        <a:latin typeface="Arial Black" panose="020B0A04020102020204" pitchFamily="34" charset="0"/>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ctr"/>
                      <a:r>
                        <a:rPr lang="en-US" altLang="zh-CN" dirty="0">
                          <a:solidFill>
                            <a:schemeClr val="tx1"/>
                          </a:solidFill>
                          <a:latin typeface="Arial Black" panose="020B0A04020102020204" pitchFamily="34" charset="0"/>
                        </a:rPr>
                        <a:t>6</a:t>
                      </a:r>
                      <a:endParaRPr lang="zh-CN" altLang="en-US" dirty="0">
                        <a:solidFill>
                          <a:schemeClr val="tx1"/>
                        </a:solidFill>
                        <a:latin typeface="Arial Black" panose="020B0A04020102020204" pitchFamily="34" charset="0"/>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ctr"/>
                      <a:r>
                        <a:rPr lang="en-US" altLang="zh-CN" dirty="0">
                          <a:solidFill>
                            <a:schemeClr val="tx1"/>
                          </a:solidFill>
                          <a:latin typeface="Arial Black" panose="020B0A04020102020204" pitchFamily="34" charset="0"/>
                        </a:rPr>
                        <a:t>7</a:t>
                      </a:r>
                      <a:endParaRPr lang="zh-CN" altLang="en-US" dirty="0">
                        <a:solidFill>
                          <a:schemeClr val="tx1"/>
                        </a:solidFill>
                        <a:latin typeface="Arial Black" panose="020B0A04020102020204" pitchFamily="34" charset="0"/>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ctr"/>
                      <a:r>
                        <a:rPr lang="en-US" altLang="zh-CN" dirty="0">
                          <a:solidFill>
                            <a:schemeClr val="tx1"/>
                          </a:solidFill>
                          <a:latin typeface="Arial Black" panose="020B0A04020102020204" pitchFamily="34" charset="0"/>
                        </a:rPr>
                        <a:t>0</a:t>
                      </a:r>
                      <a:endParaRPr lang="zh-CN" altLang="en-US" dirty="0">
                        <a:solidFill>
                          <a:schemeClr val="tx1"/>
                        </a:solidFill>
                        <a:latin typeface="Arial Black" panose="020B0A04020102020204" pitchFamily="34" charset="0"/>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ctr"/>
                      <a:r>
                        <a:rPr lang="en-US" altLang="zh-CN" dirty="0">
                          <a:solidFill>
                            <a:schemeClr val="tx1"/>
                          </a:solidFill>
                          <a:latin typeface="Arial Black" panose="020B0A04020102020204" pitchFamily="34" charset="0"/>
                        </a:rPr>
                        <a:t>1</a:t>
                      </a:r>
                      <a:endParaRPr lang="zh-CN" altLang="en-US" dirty="0">
                        <a:solidFill>
                          <a:schemeClr val="tx1"/>
                        </a:solidFill>
                        <a:latin typeface="Arial Black" panose="020B0A04020102020204" pitchFamily="34" charset="0"/>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ctr"/>
                      <a:r>
                        <a:rPr lang="en-US" altLang="zh-CN" dirty="0">
                          <a:solidFill>
                            <a:schemeClr val="tx1"/>
                          </a:solidFill>
                          <a:latin typeface="Arial Black" panose="020B0A04020102020204" pitchFamily="34" charset="0"/>
                        </a:rPr>
                        <a:t>2</a:t>
                      </a:r>
                      <a:endParaRPr lang="zh-CN" altLang="en-US" dirty="0">
                        <a:solidFill>
                          <a:schemeClr val="tx1"/>
                        </a:solidFill>
                        <a:latin typeface="Arial Black" panose="020B0A04020102020204" pitchFamily="34" charset="0"/>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ctr"/>
                      <a:r>
                        <a:rPr lang="en-US" altLang="zh-CN" dirty="0">
                          <a:solidFill>
                            <a:schemeClr val="tx1"/>
                          </a:solidFill>
                          <a:latin typeface="Arial Black" panose="020B0A04020102020204" pitchFamily="34" charset="0"/>
                        </a:rPr>
                        <a:t>…</a:t>
                      </a:r>
                      <a:endParaRPr lang="zh-CN" altLang="en-US" dirty="0">
                        <a:solidFill>
                          <a:schemeClr val="tx1"/>
                        </a:solidFill>
                        <a:latin typeface="Arial Black" panose="020B0A04020102020204" pitchFamily="34" charset="0"/>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extLst>
                  <a:ext uri="{0D108BD9-81ED-4DB2-BD59-A6C34878D82A}">
                    <a16:rowId xmlns:a16="http://schemas.microsoft.com/office/drawing/2014/main" val="316235763"/>
                  </a:ext>
                </a:extLst>
              </a:tr>
            </a:tbl>
          </a:graphicData>
        </a:graphic>
      </p:graphicFrame>
      <p:graphicFrame>
        <p:nvGraphicFramePr>
          <p:cNvPr id="68" name="表格 21">
            <a:extLst>
              <a:ext uri="{FF2B5EF4-FFF2-40B4-BE49-F238E27FC236}">
                <a16:creationId xmlns:a16="http://schemas.microsoft.com/office/drawing/2014/main" id="{D9B4273D-C94E-42E6-A39B-908C6FA1D8AF}"/>
              </a:ext>
            </a:extLst>
          </p:cNvPr>
          <p:cNvGraphicFramePr>
            <a:graphicFrameLocks noGrp="1"/>
          </p:cNvGraphicFramePr>
          <p:nvPr/>
        </p:nvGraphicFramePr>
        <p:xfrm>
          <a:off x="2302929" y="1827576"/>
          <a:ext cx="9067800" cy="370840"/>
        </p:xfrm>
        <a:graphic>
          <a:graphicData uri="http://schemas.openxmlformats.org/drawingml/2006/table">
            <a:tbl>
              <a:tblPr firstRow="1" bandRow="1">
                <a:tableStyleId>{5C22544A-7EE6-4342-B048-85BDC9FD1C3A}</a:tableStyleId>
              </a:tblPr>
              <a:tblGrid>
                <a:gridCol w="755650">
                  <a:extLst>
                    <a:ext uri="{9D8B030D-6E8A-4147-A177-3AD203B41FA5}">
                      <a16:colId xmlns:a16="http://schemas.microsoft.com/office/drawing/2014/main" val="877486509"/>
                    </a:ext>
                  </a:extLst>
                </a:gridCol>
                <a:gridCol w="755650">
                  <a:extLst>
                    <a:ext uri="{9D8B030D-6E8A-4147-A177-3AD203B41FA5}">
                      <a16:colId xmlns:a16="http://schemas.microsoft.com/office/drawing/2014/main" val="3548605817"/>
                    </a:ext>
                  </a:extLst>
                </a:gridCol>
                <a:gridCol w="755650">
                  <a:extLst>
                    <a:ext uri="{9D8B030D-6E8A-4147-A177-3AD203B41FA5}">
                      <a16:colId xmlns:a16="http://schemas.microsoft.com/office/drawing/2014/main" val="2881812895"/>
                    </a:ext>
                  </a:extLst>
                </a:gridCol>
                <a:gridCol w="755650">
                  <a:extLst>
                    <a:ext uri="{9D8B030D-6E8A-4147-A177-3AD203B41FA5}">
                      <a16:colId xmlns:a16="http://schemas.microsoft.com/office/drawing/2014/main" val="3682284582"/>
                    </a:ext>
                  </a:extLst>
                </a:gridCol>
                <a:gridCol w="755650">
                  <a:extLst>
                    <a:ext uri="{9D8B030D-6E8A-4147-A177-3AD203B41FA5}">
                      <a16:colId xmlns:a16="http://schemas.microsoft.com/office/drawing/2014/main" val="500127722"/>
                    </a:ext>
                  </a:extLst>
                </a:gridCol>
                <a:gridCol w="755650">
                  <a:extLst>
                    <a:ext uri="{9D8B030D-6E8A-4147-A177-3AD203B41FA5}">
                      <a16:colId xmlns:a16="http://schemas.microsoft.com/office/drawing/2014/main" val="2946259618"/>
                    </a:ext>
                  </a:extLst>
                </a:gridCol>
                <a:gridCol w="755650">
                  <a:extLst>
                    <a:ext uri="{9D8B030D-6E8A-4147-A177-3AD203B41FA5}">
                      <a16:colId xmlns:a16="http://schemas.microsoft.com/office/drawing/2014/main" val="171501986"/>
                    </a:ext>
                  </a:extLst>
                </a:gridCol>
                <a:gridCol w="755650">
                  <a:extLst>
                    <a:ext uri="{9D8B030D-6E8A-4147-A177-3AD203B41FA5}">
                      <a16:colId xmlns:a16="http://schemas.microsoft.com/office/drawing/2014/main" val="1667185265"/>
                    </a:ext>
                  </a:extLst>
                </a:gridCol>
                <a:gridCol w="755650">
                  <a:extLst>
                    <a:ext uri="{9D8B030D-6E8A-4147-A177-3AD203B41FA5}">
                      <a16:colId xmlns:a16="http://schemas.microsoft.com/office/drawing/2014/main" val="4258211808"/>
                    </a:ext>
                  </a:extLst>
                </a:gridCol>
                <a:gridCol w="755650">
                  <a:extLst>
                    <a:ext uri="{9D8B030D-6E8A-4147-A177-3AD203B41FA5}">
                      <a16:colId xmlns:a16="http://schemas.microsoft.com/office/drawing/2014/main" val="1794200575"/>
                    </a:ext>
                  </a:extLst>
                </a:gridCol>
                <a:gridCol w="755650">
                  <a:extLst>
                    <a:ext uri="{9D8B030D-6E8A-4147-A177-3AD203B41FA5}">
                      <a16:colId xmlns:a16="http://schemas.microsoft.com/office/drawing/2014/main" val="4230716487"/>
                    </a:ext>
                  </a:extLst>
                </a:gridCol>
                <a:gridCol w="755650">
                  <a:extLst>
                    <a:ext uri="{9D8B030D-6E8A-4147-A177-3AD203B41FA5}">
                      <a16:colId xmlns:a16="http://schemas.microsoft.com/office/drawing/2014/main" val="56153739"/>
                    </a:ext>
                  </a:extLst>
                </a:gridCol>
              </a:tblGrid>
              <a:tr h="370840">
                <a:tc>
                  <a:txBody>
                    <a:bodyPr/>
                    <a:lstStyle/>
                    <a:p>
                      <a:pPr algn="ctr"/>
                      <a:r>
                        <a:rPr lang="en-US" altLang="zh-CN" dirty="0">
                          <a:solidFill>
                            <a:schemeClr val="tx1"/>
                          </a:solidFill>
                          <a:latin typeface="Arial Black" panose="020B0A04020102020204" pitchFamily="34" charset="0"/>
                        </a:rPr>
                        <a:t>0</a:t>
                      </a:r>
                      <a:endParaRPr lang="zh-CN" altLang="en-US" dirty="0">
                        <a:solidFill>
                          <a:schemeClr val="tx1"/>
                        </a:solidFill>
                        <a:latin typeface="Arial Black" panose="020B0A04020102020204" pitchFamily="34" charset="0"/>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ctr"/>
                      <a:r>
                        <a:rPr lang="en-US" altLang="zh-CN" dirty="0">
                          <a:solidFill>
                            <a:schemeClr val="tx1"/>
                          </a:solidFill>
                          <a:latin typeface="Arial Black" panose="020B0A04020102020204" pitchFamily="34" charset="0"/>
                        </a:rPr>
                        <a:t>1</a:t>
                      </a:r>
                      <a:endParaRPr lang="zh-CN" altLang="en-US" dirty="0">
                        <a:solidFill>
                          <a:schemeClr val="tx1"/>
                        </a:solidFill>
                        <a:latin typeface="Arial Black" panose="020B0A04020102020204" pitchFamily="34" charset="0"/>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ctr"/>
                      <a:r>
                        <a:rPr lang="en-US" altLang="zh-CN" dirty="0">
                          <a:solidFill>
                            <a:schemeClr val="tx1"/>
                          </a:solidFill>
                          <a:latin typeface="Arial Black" panose="020B0A04020102020204" pitchFamily="34" charset="0"/>
                        </a:rPr>
                        <a:t>2</a:t>
                      </a:r>
                      <a:endParaRPr lang="zh-CN" altLang="en-US" dirty="0">
                        <a:solidFill>
                          <a:schemeClr val="tx1"/>
                        </a:solidFill>
                        <a:latin typeface="Arial Black" panose="020B0A04020102020204" pitchFamily="34" charset="0"/>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ctr"/>
                      <a:r>
                        <a:rPr lang="en-US" altLang="zh-CN" dirty="0">
                          <a:solidFill>
                            <a:schemeClr val="tx1"/>
                          </a:solidFill>
                          <a:latin typeface="Arial Black" panose="020B0A04020102020204" pitchFamily="34" charset="0"/>
                        </a:rPr>
                        <a:t>3</a:t>
                      </a:r>
                      <a:endParaRPr lang="zh-CN" altLang="en-US" dirty="0">
                        <a:solidFill>
                          <a:schemeClr val="tx1"/>
                        </a:solidFill>
                        <a:latin typeface="Arial Black" panose="020B0A04020102020204" pitchFamily="34" charset="0"/>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ctr"/>
                      <a:r>
                        <a:rPr lang="en-US" altLang="zh-CN" dirty="0">
                          <a:solidFill>
                            <a:schemeClr val="tx1"/>
                          </a:solidFill>
                          <a:latin typeface="Arial Black" panose="020B0A04020102020204" pitchFamily="34" charset="0"/>
                        </a:rPr>
                        <a:t>4</a:t>
                      </a:r>
                      <a:endParaRPr lang="zh-CN" altLang="en-US" dirty="0">
                        <a:solidFill>
                          <a:schemeClr val="tx1"/>
                        </a:solidFill>
                        <a:latin typeface="Arial Black" panose="020B0A04020102020204" pitchFamily="34" charset="0"/>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ctr"/>
                      <a:r>
                        <a:rPr lang="en-US" altLang="zh-CN" dirty="0">
                          <a:solidFill>
                            <a:schemeClr val="tx1"/>
                          </a:solidFill>
                          <a:latin typeface="Arial Black" panose="020B0A04020102020204" pitchFamily="34" charset="0"/>
                        </a:rPr>
                        <a:t>5</a:t>
                      </a:r>
                      <a:endParaRPr lang="zh-CN" altLang="en-US" dirty="0">
                        <a:solidFill>
                          <a:schemeClr val="tx1"/>
                        </a:solidFill>
                        <a:latin typeface="Arial Black" panose="020B0A04020102020204" pitchFamily="34" charset="0"/>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ctr"/>
                      <a:r>
                        <a:rPr lang="en-US" altLang="zh-CN" dirty="0">
                          <a:solidFill>
                            <a:schemeClr val="tx1"/>
                          </a:solidFill>
                          <a:latin typeface="Arial Black" panose="020B0A04020102020204" pitchFamily="34" charset="0"/>
                        </a:rPr>
                        <a:t>6</a:t>
                      </a:r>
                      <a:endParaRPr lang="zh-CN" altLang="en-US" dirty="0">
                        <a:solidFill>
                          <a:schemeClr val="tx1"/>
                        </a:solidFill>
                        <a:latin typeface="Arial Black" panose="020B0A04020102020204" pitchFamily="34" charset="0"/>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ctr"/>
                      <a:r>
                        <a:rPr lang="en-US" altLang="zh-CN" dirty="0">
                          <a:solidFill>
                            <a:schemeClr val="tx1"/>
                          </a:solidFill>
                          <a:latin typeface="Arial Black" panose="020B0A04020102020204" pitchFamily="34" charset="0"/>
                        </a:rPr>
                        <a:t>7</a:t>
                      </a:r>
                      <a:endParaRPr lang="zh-CN" altLang="en-US" dirty="0">
                        <a:solidFill>
                          <a:schemeClr val="tx1"/>
                        </a:solidFill>
                        <a:latin typeface="Arial Black" panose="020B0A04020102020204" pitchFamily="34" charset="0"/>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ctr"/>
                      <a:r>
                        <a:rPr lang="en-US" altLang="zh-CN" dirty="0">
                          <a:solidFill>
                            <a:schemeClr val="tx1"/>
                          </a:solidFill>
                          <a:latin typeface="Arial Black" panose="020B0A04020102020204" pitchFamily="34" charset="0"/>
                        </a:rPr>
                        <a:t>0</a:t>
                      </a:r>
                      <a:endParaRPr lang="zh-CN" altLang="en-US" dirty="0">
                        <a:solidFill>
                          <a:schemeClr val="tx1"/>
                        </a:solidFill>
                        <a:latin typeface="Arial Black" panose="020B0A04020102020204" pitchFamily="34" charset="0"/>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ctr"/>
                      <a:r>
                        <a:rPr lang="en-US" altLang="zh-CN" dirty="0">
                          <a:solidFill>
                            <a:schemeClr val="tx1"/>
                          </a:solidFill>
                          <a:latin typeface="Arial Black" panose="020B0A04020102020204" pitchFamily="34" charset="0"/>
                        </a:rPr>
                        <a:t>1</a:t>
                      </a:r>
                      <a:endParaRPr lang="zh-CN" altLang="en-US" dirty="0">
                        <a:solidFill>
                          <a:schemeClr val="tx1"/>
                        </a:solidFill>
                        <a:latin typeface="Arial Black" panose="020B0A04020102020204" pitchFamily="34" charset="0"/>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ctr"/>
                      <a:r>
                        <a:rPr lang="en-US" altLang="zh-CN" dirty="0">
                          <a:solidFill>
                            <a:schemeClr val="tx1"/>
                          </a:solidFill>
                          <a:latin typeface="Arial Black" panose="020B0A04020102020204" pitchFamily="34" charset="0"/>
                        </a:rPr>
                        <a:t>2</a:t>
                      </a:r>
                      <a:endParaRPr lang="zh-CN" altLang="en-US" dirty="0">
                        <a:solidFill>
                          <a:schemeClr val="tx1"/>
                        </a:solidFill>
                        <a:latin typeface="Arial Black" panose="020B0A04020102020204" pitchFamily="34" charset="0"/>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ctr"/>
                      <a:r>
                        <a:rPr lang="en-US" altLang="zh-CN" dirty="0">
                          <a:solidFill>
                            <a:schemeClr val="tx1"/>
                          </a:solidFill>
                          <a:latin typeface="Arial Black" panose="020B0A04020102020204" pitchFamily="34" charset="0"/>
                        </a:rPr>
                        <a:t>…</a:t>
                      </a:r>
                      <a:endParaRPr lang="zh-CN" altLang="en-US" dirty="0">
                        <a:solidFill>
                          <a:schemeClr val="tx1"/>
                        </a:solidFill>
                        <a:latin typeface="Arial Black" panose="020B0A04020102020204" pitchFamily="34" charset="0"/>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extLst>
                  <a:ext uri="{0D108BD9-81ED-4DB2-BD59-A6C34878D82A}">
                    <a16:rowId xmlns:a16="http://schemas.microsoft.com/office/drawing/2014/main" val="316235763"/>
                  </a:ext>
                </a:extLst>
              </a:tr>
            </a:tbl>
          </a:graphicData>
        </a:graphic>
      </p:graphicFrame>
      <p:sp>
        <p:nvSpPr>
          <p:cNvPr id="40" name="矩形 39">
            <a:extLst>
              <a:ext uri="{FF2B5EF4-FFF2-40B4-BE49-F238E27FC236}">
                <a16:creationId xmlns:a16="http://schemas.microsoft.com/office/drawing/2014/main" id="{490B862A-EE0E-44CB-AB79-5E73939A9E3A}"/>
              </a:ext>
            </a:extLst>
          </p:cNvPr>
          <p:cNvSpPr/>
          <p:nvPr/>
        </p:nvSpPr>
        <p:spPr>
          <a:xfrm>
            <a:off x="2823280" y="3098919"/>
            <a:ext cx="8160351" cy="1461086"/>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nSpc>
                <a:spcPct val="150000"/>
              </a:lnSpc>
            </a:pPr>
            <a:endParaRPr lang="zh-CN" altLang="en-US" b="1" dirty="0">
              <a:solidFill>
                <a:schemeClr val="bg1"/>
              </a:solidFill>
            </a:endParaRPr>
          </a:p>
        </p:txBody>
      </p:sp>
      <mc:AlternateContent xmlns:mc="http://schemas.openxmlformats.org/markup-compatibility/2006" xmlns:a14="http://schemas.microsoft.com/office/drawing/2010/main">
        <mc:Choice Requires="a14">
          <p:sp>
            <p:nvSpPr>
              <p:cNvPr id="41" name="文本框 40">
                <a:extLst>
                  <a:ext uri="{FF2B5EF4-FFF2-40B4-BE49-F238E27FC236}">
                    <a16:creationId xmlns:a16="http://schemas.microsoft.com/office/drawing/2014/main" id="{8A0BE979-24F8-4C81-A02C-EE26A9915EBA}"/>
                  </a:ext>
                </a:extLst>
              </p:cNvPr>
              <p:cNvSpPr txBox="1"/>
              <p:nvPr/>
            </p:nvSpPr>
            <p:spPr>
              <a:xfrm>
                <a:off x="2898126" y="3099976"/>
                <a:ext cx="7952252" cy="458139"/>
              </a:xfrm>
              <a:prstGeom prst="rect">
                <a:avLst/>
              </a:prstGeom>
              <a:noFill/>
            </p:spPr>
            <p:txBody>
              <a:bodyPr wrap="square">
                <a:spAutoFit/>
              </a:bodyPr>
              <a:lstStyle/>
              <a:p>
                <a:pPr>
                  <a:lnSpc>
                    <a:spcPct val="150000"/>
                  </a:lnSpc>
                </a:pPr>
                <a:r>
                  <a:rPr lang="zh-CN" altLang="en-US" b="1" dirty="0">
                    <a:solidFill>
                      <a:schemeClr val="bg1"/>
                    </a:solidFill>
                  </a:rPr>
                  <a:t>采用</a:t>
                </a:r>
                <a14:m>
                  <m:oMath xmlns:m="http://schemas.openxmlformats.org/officeDocument/2006/math">
                    <m:r>
                      <a:rPr lang="en-US" altLang="zh-CN" b="1" i="1" dirty="0" smtClean="0">
                        <a:solidFill>
                          <a:schemeClr val="bg1"/>
                        </a:solidFill>
                        <a:latin typeface="Cambria Math" panose="02040503050406030204" pitchFamily="18" charset="0"/>
                      </a:rPr>
                      <m:t>𝒏</m:t>
                    </m:r>
                  </m:oMath>
                </a14:m>
                <a:r>
                  <a:rPr lang="zh-CN" altLang="en-US" b="1" dirty="0">
                    <a:solidFill>
                      <a:schemeClr val="bg1"/>
                    </a:solidFill>
                  </a:rPr>
                  <a:t>个比特给分组编序号，则发送窗口</a:t>
                </a:r>
                <a14:m>
                  <m:oMath xmlns:m="http://schemas.openxmlformats.org/officeDocument/2006/math">
                    <m:sSub>
                      <m:sSubPr>
                        <m:ctrlPr>
                          <a:rPr lang="en-US" altLang="zh-CN" b="1" i="1">
                            <a:solidFill>
                              <a:schemeClr val="bg1"/>
                            </a:solidFill>
                            <a:latin typeface="Cambria Math" panose="02040503050406030204" pitchFamily="18" charset="0"/>
                            <a:ea typeface="Cambria Math" panose="02040503050406030204" pitchFamily="18" charset="0"/>
                          </a:rPr>
                        </m:ctrlPr>
                      </m:sSubPr>
                      <m:e>
                        <m:r>
                          <a:rPr lang="en-US" altLang="zh-CN" b="1" i="1">
                            <a:solidFill>
                              <a:schemeClr val="bg1"/>
                            </a:solidFill>
                            <a:latin typeface="Cambria Math" panose="02040503050406030204" pitchFamily="18" charset="0"/>
                            <a:ea typeface="Cambria Math" panose="02040503050406030204" pitchFamily="18" charset="0"/>
                          </a:rPr>
                          <m:t>𝑾</m:t>
                        </m:r>
                      </m:e>
                      <m:sub>
                        <m:r>
                          <a:rPr lang="en-US" altLang="zh-CN" b="1" i="1">
                            <a:solidFill>
                              <a:schemeClr val="bg1"/>
                            </a:solidFill>
                            <a:latin typeface="Cambria Math" panose="02040503050406030204" pitchFamily="18" charset="0"/>
                            <a:ea typeface="Cambria Math" panose="02040503050406030204" pitchFamily="18" charset="0"/>
                          </a:rPr>
                          <m:t>𝑻</m:t>
                        </m:r>
                      </m:sub>
                    </m:sSub>
                  </m:oMath>
                </a14:m>
                <a:r>
                  <a:rPr lang="zh-CN" altLang="en-US" b="1" dirty="0">
                    <a:solidFill>
                      <a:schemeClr val="bg1"/>
                    </a:solidFill>
                  </a:rPr>
                  <a:t>的取值范围是</a:t>
                </a:r>
                <a14:m>
                  <m:oMath xmlns:m="http://schemas.openxmlformats.org/officeDocument/2006/math">
                    <m:r>
                      <a:rPr lang="en-US" altLang="zh-CN" b="1" i="1" smtClean="0">
                        <a:solidFill>
                          <a:schemeClr val="bg1"/>
                        </a:solidFill>
                        <a:latin typeface="Cambria Math" panose="02040503050406030204" pitchFamily="18" charset="0"/>
                      </a:rPr>
                      <m:t>𝟏</m:t>
                    </m:r>
                    <m:r>
                      <a:rPr lang="en-US" altLang="zh-CN" b="1" i="1" smtClean="0">
                        <a:solidFill>
                          <a:schemeClr val="bg1"/>
                        </a:solidFill>
                        <a:latin typeface="Cambria Math" panose="02040503050406030204" pitchFamily="18" charset="0"/>
                        <a:ea typeface="Cambria Math" panose="02040503050406030204" pitchFamily="18" charset="0"/>
                      </a:rPr>
                      <m:t>&lt;</m:t>
                    </m:r>
                    <m:sSub>
                      <m:sSubPr>
                        <m:ctrlPr>
                          <a:rPr lang="en-US" altLang="zh-CN" b="1" i="1" smtClean="0">
                            <a:solidFill>
                              <a:schemeClr val="bg1"/>
                            </a:solidFill>
                            <a:latin typeface="Cambria Math" panose="02040503050406030204" pitchFamily="18" charset="0"/>
                            <a:ea typeface="Cambria Math" panose="02040503050406030204" pitchFamily="18" charset="0"/>
                          </a:rPr>
                        </m:ctrlPr>
                      </m:sSubPr>
                      <m:e>
                        <m:r>
                          <a:rPr lang="en-US" altLang="zh-CN" b="1" i="1" smtClean="0">
                            <a:solidFill>
                              <a:schemeClr val="bg1"/>
                            </a:solidFill>
                            <a:latin typeface="Cambria Math" panose="02040503050406030204" pitchFamily="18" charset="0"/>
                            <a:ea typeface="Cambria Math" panose="02040503050406030204" pitchFamily="18" charset="0"/>
                          </a:rPr>
                          <m:t>𝑾</m:t>
                        </m:r>
                      </m:e>
                      <m:sub>
                        <m:r>
                          <a:rPr lang="en-US" altLang="zh-CN" b="1" i="1" smtClean="0">
                            <a:solidFill>
                              <a:schemeClr val="bg1"/>
                            </a:solidFill>
                            <a:latin typeface="Cambria Math" panose="02040503050406030204" pitchFamily="18" charset="0"/>
                            <a:ea typeface="Cambria Math" panose="02040503050406030204" pitchFamily="18" charset="0"/>
                          </a:rPr>
                          <m:t>𝑻</m:t>
                        </m:r>
                      </m:sub>
                    </m:sSub>
                    <m:r>
                      <a:rPr lang="en-US" altLang="zh-CN" b="1" i="1">
                        <a:solidFill>
                          <a:schemeClr val="bg1"/>
                        </a:solidFill>
                        <a:latin typeface="Cambria Math" panose="02040503050406030204" pitchFamily="18" charset="0"/>
                        <a:ea typeface="Cambria Math" panose="02040503050406030204" pitchFamily="18" charset="0"/>
                      </a:rPr>
                      <m:t>≤</m:t>
                    </m:r>
                    <m:sSup>
                      <m:sSupPr>
                        <m:ctrlPr>
                          <a:rPr lang="en-US" altLang="zh-CN" b="1" i="1" smtClean="0">
                            <a:solidFill>
                              <a:schemeClr val="bg1"/>
                            </a:solidFill>
                            <a:latin typeface="Cambria Math" panose="02040503050406030204" pitchFamily="18" charset="0"/>
                            <a:ea typeface="Cambria Math" panose="02040503050406030204" pitchFamily="18" charset="0"/>
                          </a:rPr>
                        </m:ctrlPr>
                      </m:sSupPr>
                      <m:e>
                        <m:r>
                          <a:rPr lang="en-US" altLang="zh-CN" b="1" i="1" smtClean="0">
                            <a:solidFill>
                              <a:schemeClr val="bg1"/>
                            </a:solidFill>
                            <a:latin typeface="Cambria Math" panose="02040503050406030204" pitchFamily="18" charset="0"/>
                            <a:ea typeface="Cambria Math" panose="02040503050406030204" pitchFamily="18" charset="0"/>
                          </a:rPr>
                          <m:t>(</m:t>
                        </m:r>
                        <m:r>
                          <a:rPr lang="en-US" altLang="zh-CN" b="1" i="1" smtClean="0">
                            <a:solidFill>
                              <a:schemeClr val="bg1"/>
                            </a:solidFill>
                            <a:latin typeface="Cambria Math" panose="02040503050406030204" pitchFamily="18" charset="0"/>
                            <a:ea typeface="Cambria Math" panose="02040503050406030204" pitchFamily="18" charset="0"/>
                          </a:rPr>
                          <m:t>𝟐</m:t>
                        </m:r>
                      </m:e>
                      <m:sup>
                        <m:r>
                          <a:rPr lang="en-US" altLang="zh-CN" b="1" i="1" smtClean="0">
                            <a:solidFill>
                              <a:schemeClr val="bg1"/>
                            </a:solidFill>
                            <a:latin typeface="Cambria Math" panose="02040503050406030204" pitchFamily="18" charset="0"/>
                            <a:ea typeface="Cambria Math" panose="02040503050406030204" pitchFamily="18" charset="0"/>
                          </a:rPr>
                          <m:t>𝒏</m:t>
                        </m:r>
                      </m:sup>
                    </m:sSup>
                    <m:r>
                      <a:rPr lang="en-US" altLang="zh-CN" b="1" i="1" smtClean="0">
                        <a:solidFill>
                          <a:schemeClr val="bg1"/>
                        </a:solidFill>
                        <a:latin typeface="Cambria Math" panose="02040503050406030204" pitchFamily="18" charset="0"/>
                        <a:ea typeface="Cambria Math" panose="02040503050406030204" pitchFamily="18" charset="0"/>
                      </a:rPr>
                      <m:t>−</m:t>
                    </m:r>
                    <m:r>
                      <a:rPr lang="en-US" altLang="zh-CN" b="1" i="1" smtClean="0">
                        <a:solidFill>
                          <a:schemeClr val="bg1"/>
                        </a:solidFill>
                        <a:latin typeface="Cambria Math" panose="02040503050406030204" pitchFamily="18" charset="0"/>
                        <a:ea typeface="Cambria Math" panose="02040503050406030204" pitchFamily="18" charset="0"/>
                      </a:rPr>
                      <m:t>𝟏</m:t>
                    </m:r>
                    <m:r>
                      <a:rPr lang="en-US" altLang="zh-CN" b="1" i="1" smtClean="0">
                        <a:solidFill>
                          <a:schemeClr val="bg1"/>
                        </a:solidFill>
                        <a:latin typeface="Cambria Math" panose="02040503050406030204" pitchFamily="18" charset="0"/>
                        <a:ea typeface="Cambria Math" panose="02040503050406030204" pitchFamily="18" charset="0"/>
                      </a:rPr>
                      <m:t>)</m:t>
                    </m:r>
                  </m:oMath>
                </a14:m>
                <a:r>
                  <a:rPr lang="zh-CN" altLang="en-US" b="1" dirty="0">
                    <a:solidFill>
                      <a:schemeClr val="bg1"/>
                    </a:solidFill>
                  </a:rPr>
                  <a:t>。</a:t>
                </a:r>
                <a:endParaRPr lang="en-US" altLang="zh-CN" b="1" dirty="0">
                  <a:solidFill>
                    <a:schemeClr val="bg1"/>
                  </a:solidFill>
                </a:endParaRPr>
              </a:p>
            </p:txBody>
          </p:sp>
        </mc:Choice>
        <mc:Fallback xmlns="">
          <p:sp>
            <p:nvSpPr>
              <p:cNvPr id="41" name="文本框 40">
                <a:extLst>
                  <a:ext uri="{FF2B5EF4-FFF2-40B4-BE49-F238E27FC236}">
                    <a16:creationId xmlns:a16="http://schemas.microsoft.com/office/drawing/2014/main" id="{8A0BE979-24F8-4C81-A02C-EE26A9915EBA}"/>
                  </a:ext>
                </a:extLst>
              </p:cNvPr>
              <p:cNvSpPr txBox="1">
                <a:spLocks noRot="1" noChangeAspect="1" noMove="1" noResize="1" noEditPoints="1" noAdjustHandles="1" noChangeArrowheads="1" noChangeShapeType="1" noTextEdit="1"/>
              </p:cNvSpPr>
              <p:nvPr/>
            </p:nvSpPr>
            <p:spPr>
              <a:xfrm>
                <a:off x="2898126" y="3099976"/>
                <a:ext cx="7952252" cy="458139"/>
              </a:xfrm>
              <a:prstGeom prst="rect">
                <a:avLst/>
              </a:prstGeom>
              <a:blipFill>
                <a:blip r:embed="rId9"/>
                <a:stretch>
                  <a:fillRect l="-613" r="-3448" b="-21333"/>
                </a:stretch>
              </a:blipFill>
            </p:spPr>
            <p:txBody>
              <a:bodyPr/>
              <a:lstStyle/>
              <a:p>
                <a:r>
                  <a:rPr lang="zh-CN" altLang="en-US">
                    <a:noFill/>
                  </a:rPr>
                  <a:t> </a:t>
                </a:r>
              </a:p>
            </p:txBody>
          </p:sp>
        </mc:Fallback>
      </mc:AlternateContent>
      <mc:AlternateContent xmlns:mc="http://schemas.openxmlformats.org/markup-compatibility/2006" xmlns:a14="http://schemas.microsoft.com/office/drawing/2010/main">
        <mc:Choice Requires="a14">
          <p:sp>
            <p:nvSpPr>
              <p:cNvPr id="42" name="文本框 41">
                <a:extLst>
                  <a:ext uri="{FF2B5EF4-FFF2-40B4-BE49-F238E27FC236}">
                    <a16:creationId xmlns:a16="http://schemas.microsoft.com/office/drawing/2014/main" id="{8543E782-DE7D-41A8-92AB-298EBE9087CA}"/>
                  </a:ext>
                </a:extLst>
              </p:cNvPr>
              <p:cNvSpPr txBox="1"/>
              <p:nvPr/>
            </p:nvSpPr>
            <p:spPr>
              <a:xfrm>
                <a:off x="2898125" y="3535600"/>
                <a:ext cx="7252373" cy="458139"/>
              </a:xfrm>
              <a:prstGeom prst="rect">
                <a:avLst/>
              </a:prstGeom>
              <a:noFill/>
            </p:spPr>
            <p:txBody>
              <a:bodyPr wrap="square">
                <a:spAutoFit/>
              </a:bodyPr>
              <a:lstStyle/>
              <a:p>
                <a:pPr>
                  <a:lnSpc>
                    <a:spcPct val="150000"/>
                  </a:lnSpc>
                </a:pPr>
                <a:r>
                  <a:rPr lang="zh-CN" altLang="en-US" b="1" dirty="0">
                    <a:solidFill>
                      <a:schemeClr val="bg1"/>
                    </a:solidFill>
                  </a:rPr>
                  <a:t>本例假设采用</a:t>
                </a:r>
                <a14:m>
                  <m:oMath xmlns:m="http://schemas.openxmlformats.org/officeDocument/2006/math">
                    <m:r>
                      <a:rPr lang="en-US" altLang="zh-CN" b="1" i="1" dirty="0">
                        <a:solidFill>
                          <a:schemeClr val="bg1"/>
                        </a:solidFill>
                        <a:latin typeface="Cambria Math" panose="02040503050406030204" pitchFamily="18" charset="0"/>
                      </a:rPr>
                      <m:t>𝟑</m:t>
                    </m:r>
                  </m:oMath>
                </a14:m>
                <a:r>
                  <a:rPr lang="zh-CN" altLang="en-US" b="1" dirty="0">
                    <a:solidFill>
                      <a:schemeClr val="bg1"/>
                    </a:solidFill>
                  </a:rPr>
                  <a:t>个比特给分组编序号，则</a:t>
                </a:r>
                <a14:m>
                  <m:oMath xmlns:m="http://schemas.openxmlformats.org/officeDocument/2006/math">
                    <m:sSub>
                      <m:sSubPr>
                        <m:ctrlPr>
                          <a:rPr lang="en-US" altLang="zh-CN" b="1" i="1">
                            <a:solidFill>
                              <a:schemeClr val="bg1"/>
                            </a:solidFill>
                            <a:latin typeface="Cambria Math" panose="02040503050406030204" pitchFamily="18" charset="0"/>
                            <a:ea typeface="Cambria Math" panose="02040503050406030204" pitchFamily="18" charset="0"/>
                          </a:rPr>
                        </m:ctrlPr>
                      </m:sSubPr>
                      <m:e>
                        <m:r>
                          <a:rPr lang="en-US" altLang="zh-CN" b="1" i="1">
                            <a:solidFill>
                              <a:schemeClr val="bg1"/>
                            </a:solidFill>
                            <a:latin typeface="Cambria Math" panose="02040503050406030204" pitchFamily="18" charset="0"/>
                            <a:ea typeface="Cambria Math" panose="02040503050406030204" pitchFamily="18" charset="0"/>
                          </a:rPr>
                          <m:t>𝑾</m:t>
                        </m:r>
                      </m:e>
                      <m:sub>
                        <m:r>
                          <a:rPr lang="en-US" altLang="zh-CN" b="1" i="1">
                            <a:solidFill>
                              <a:schemeClr val="bg1"/>
                            </a:solidFill>
                            <a:latin typeface="Cambria Math" panose="02040503050406030204" pitchFamily="18" charset="0"/>
                            <a:ea typeface="Cambria Math" panose="02040503050406030204" pitchFamily="18" charset="0"/>
                          </a:rPr>
                          <m:t>𝑻</m:t>
                        </m:r>
                      </m:sub>
                    </m:sSub>
                  </m:oMath>
                </a14:m>
                <a:r>
                  <a:rPr lang="zh-CN" altLang="en-US" b="1" dirty="0">
                    <a:solidFill>
                      <a:schemeClr val="bg1"/>
                    </a:solidFill>
                  </a:rPr>
                  <a:t>的取值范围是</a:t>
                </a:r>
                <a14:m>
                  <m:oMath xmlns:m="http://schemas.openxmlformats.org/officeDocument/2006/math">
                    <m:r>
                      <a:rPr lang="en-US" altLang="zh-CN" b="1" i="1" smtClean="0">
                        <a:solidFill>
                          <a:schemeClr val="bg1"/>
                        </a:solidFill>
                        <a:latin typeface="Cambria Math" panose="02040503050406030204" pitchFamily="18" charset="0"/>
                      </a:rPr>
                      <m:t>𝟐</m:t>
                    </m:r>
                    <m:r>
                      <a:rPr lang="en-US" altLang="zh-CN" b="1" i="1">
                        <a:solidFill>
                          <a:schemeClr val="bg1"/>
                        </a:solidFill>
                        <a:latin typeface="Cambria Math" panose="02040503050406030204" pitchFamily="18" charset="0"/>
                        <a:ea typeface="Cambria Math" panose="02040503050406030204" pitchFamily="18" charset="0"/>
                      </a:rPr>
                      <m:t>~</m:t>
                    </m:r>
                    <m:r>
                      <a:rPr lang="en-US" altLang="zh-CN" b="1" i="1">
                        <a:solidFill>
                          <a:schemeClr val="bg1"/>
                        </a:solidFill>
                        <a:latin typeface="Cambria Math" panose="02040503050406030204" pitchFamily="18" charset="0"/>
                        <a:ea typeface="Cambria Math" panose="02040503050406030204" pitchFamily="18" charset="0"/>
                      </a:rPr>
                      <m:t>𝟕</m:t>
                    </m:r>
                  </m:oMath>
                </a14:m>
                <a:r>
                  <a:rPr lang="zh-CN" altLang="en-US" b="1" dirty="0">
                    <a:solidFill>
                      <a:schemeClr val="bg1"/>
                    </a:solidFill>
                  </a:rPr>
                  <a:t>。</a:t>
                </a:r>
                <a:endParaRPr lang="en-US" altLang="zh-CN" b="1" dirty="0">
                  <a:solidFill>
                    <a:schemeClr val="bg1"/>
                  </a:solidFill>
                </a:endParaRPr>
              </a:p>
            </p:txBody>
          </p:sp>
        </mc:Choice>
        <mc:Fallback xmlns="">
          <p:sp>
            <p:nvSpPr>
              <p:cNvPr id="42" name="文本框 41">
                <a:extLst>
                  <a:ext uri="{FF2B5EF4-FFF2-40B4-BE49-F238E27FC236}">
                    <a16:creationId xmlns:a16="http://schemas.microsoft.com/office/drawing/2014/main" id="{8543E782-DE7D-41A8-92AB-298EBE9087CA}"/>
                  </a:ext>
                </a:extLst>
              </p:cNvPr>
              <p:cNvSpPr txBox="1">
                <a:spLocks noRot="1" noChangeAspect="1" noMove="1" noResize="1" noEditPoints="1" noAdjustHandles="1" noChangeArrowheads="1" noChangeShapeType="1" noTextEdit="1"/>
              </p:cNvSpPr>
              <p:nvPr/>
            </p:nvSpPr>
            <p:spPr>
              <a:xfrm>
                <a:off x="2898125" y="3535600"/>
                <a:ext cx="7252373" cy="458139"/>
              </a:xfrm>
              <a:prstGeom prst="rect">
                <a:avLst/>
              </a:prstGeom>
              <a:blipFill>
                <a:blip r:embed="rId10"/>
                <a:stretch>
                  <a:fillRect l="-672" b="-21333"/>
                </a:stretch>
              </a:blipFill>
            </p:spPr>
            <p:txBody>
              <a:bodyPr/>
              <a:lstStyle/>
              <a:p>
                <a:r>
                  <a:rPr lang="zh-CN" altLang="en-US">
                    <a:noFill/>
                  </a:rPr>
                  <a:t> </a:t>
                </a:r>
              </a:p>
            </p:txBody>
          </p:sp>
        </mc:Fallback>
      </mc:AlternateContent>
      <mc:AlternateContent xmlns:mc="http://schemas.openxmlformats.org/markup-compatibility/2006" xmlns:a14="http://schemas.microsoft.com/office/drawing/2010/main">
        <mc:Choice Requires="a14">
          <p:sp>
            <p:nvSpPr>
              <p:cNvPr id="43" name="文本框 42">
                <a:extLst>
                  <a:ext uri="{FF2B5EF4-FFF2-40B4-BE49-F238E27FC236}">
                    <a16:creationId xmlns:a16="http://schemas.microsoft.com/office/drawing/2014/main" id="{BDAF02D2-F739-4C5A-821F-79A1EF47F514}"/>
                  </a:ext>
                </a:extLst>
              </p:cNvPr>
              <p:cNvSpPr txBox="1"/>
              <p:nvPr/>
            </p:nvSpPr>
            <p:spPr>
              <a:xfrm>
                <a:off x="2898125" y="3971223"/>
                <a:ext cx="6587953" cy="458139"/>
              </a:xfrm>
              <a:prstGeom prst="rect">
                <a:avLst/>
              </a:prstGeom>
              <a:noFill/>
            </p:spPr>
            <p:txBody>
              <a:bodyPr wrap="square">
                <a:spAutoFit/>
              </a:bodyPr>
              <a:lstStyle/>
              <a:p>
                <a:pPr>
                  <a:lnSpc>
                    <a:spcPct val="150000"/>
                  </a:lnSpc>
                </a:pPr>
                <a:r>
                  <a:rPr lang="zh-CN" altLang="en-US" b="1" dirty="0">
                    <a:solidFill>
                      <a:schemeClr val="bg1"/>
                    </a:solidFill>
                  </a:rPr>
                  <a:t>若</a:t>
                </a:r>
                <a14:m>
                  <m:oMath xmlns:m="http://schemas.openxmlformats.org/officeDocument/2006/math">
                    <m:sSub>
                      <m:sSubPr>
                        <m:ctrlPr>
                          <a:rPr lang="en-US" altLang="zh-CN" b="1" i="1" smtClean="0">
                            <a:solidFill>
                              <a:schemeClr val="bg1"/>
                            </a:solidFill>
                            <a:latin typeface="Cambria Math" panose="02040503050406030204" pitchFamily="18" charset="0"/>
                            <a:ea typeface="Cambria Math" panose="02040503050406030204" pitchFamily="18" charset="0"/>
                          </a:rPr>
                        </m:ctrlPr>
                      </m:sSubPr>
                      <m:e>
                        <m:r>
                          <a:rPr lang="en-US" altLang="zh-CN" b="1" i="1" smtClean="0">
                            <a:solidFill>
                              <a:schemeClr val="bg1"/>
                            </a:solidFill>
                            <a:latin typeface="Cambria Math" panose="02040503050406030204" pitchFamily="18" charset="0"/>
                            <a:ea typeface="Cambria Math" panose="02040503050406030204" pitchFamily="18" charset="0"/>
                          </a:rPr>
                          <m:t>𝑾</m:t>
                        </m:r>
                      </m:e>
                      <m:sub>
                        <m:r>
                          <a:rPr lang="en-US" altLang="zh-CN" b="1" i="1" smtClean="0">
                            <a:solidFill>
                              <a:schemeClr val="bg1"/>
                            </a:solidFill>
                            <a:latin typeface="Cambria Math" panose="02040503050406030204" pitchFamily="18" charset="0"/>
                            <a:ea typeface="Cambria Math" panose="02040503050406030204" pitchFamily="18" charset="0"/>
                          </a:rPr>
                          <m:t>𝑻</m:t>
                        </m:r>
                      </m:sub>
                    </m:sSub>
                  </m:oMath>
                </a14:m>
                <a:r>
                  <a:rPr lang="zh-CN" altLang="en-US" b="1" dirty="0">
                    <a:solidFill>
                      <a:schemeClr val="bg1"/>
                    </a:solidFill>
                  </a:rPr>
                  <a:t>超过取值范围，例如 </a:t>
                </a:r>
                <a14:m>
                  <m:oMath xmlns:m="http://schemas.openxmlformats.org/officeDocument/2006/math">
                    <m:sSub>
                      <m:sSubPr>
                        <m:ctrlPr>
                          <a:rPr lang="en-US" altLang="zh-CN" b="1" i="1">
                            <a:solidFill>
                              <a:schemeClr val="bg1"/>
                            </a:solidFill>
                            <a:latin typeface="Cambria Math" panose="02040503050406030204" pitchFamily="18" charset="0"/>
                            <a:ea typeface="Cambria Math" panose="02040503050406030204" pitchFamily="18" charset="0"/>
                          </a:rPr>
                        </m:ctrlPr>
                      </m:sSubPr>
                      <m:e>
                        <m:r>
                          <a:rPr lang="en-US" altLang="zh-CN" b="1" i="1">
                            <a:solidFill>
                              <a:schemeClr val="bg1"/>
                            </a:solidFill>
                            <a:latin typeface="Cambria Math" panose="02040503050406030204" pitchFamily="18" charset="0"/>
                            <a:ea typeface="Cambria Math" panose="02040503050406030204" pitchFamily="18" charset="0"/>
                          </a:rPr>
                          <m:t>𝑾</m:t>
                        </m:r>
                      </m:e>
                      <m:sub>
                        <m:r>
                          <a:rPr lang="en-US" altLang="zh-CN" b="1" i="1">
                            <a:solidFill>
                              <a:schemeClr val="bg1"/>
                            </a:solidFill>
                            <a:latin typeface="Cambria Math" panose="02040503050406030204" pitchFamily="18" charset="0"/>
                            <a:ea typeface="Cambria Math" panose="02040503050406030204" pitchFamily="18" charset="0"/>
                          </a:rPr>
                          <m:t>𝑻</m:t>
                        </m:r>
                      </m:sub>
                    </m:sSub>
                    <m:r>
                      <a:rPr lang="en-US" altLang="zh-CN" b="1" i="1" smtClean="0">
                        <a:solidFill>
                          <a:schemeClr val="bg1"/>
                        </a:solidFill>
                        <a:latin typeface="Cambria Math" panose="02040503050406030204" pitchFamily="18" charset="0"/>
                        <a:ea typeface="Cambria Math" panose="02040503050406030204" pitchFamily="18" charset="0"/>
                      </a:rPr>
                      <m:t>= </m:t>
                    </m:r>
                  </m:oMath>
                </a14:m>
                <a:r>
                  <a:rPr lang="en-US" altLang="zh-CN" b="1" dirty="0">
                    <a:solidFill>
                      <a:schemeClr val="bg1"/>
                    </a:solidFill>
                  </a:rPr>
                  <a:t>8</a:t>
                </a:r>
                <a:r>
                  <a:rPr lang="zh-CN" altLang="en-US" b="1" dirty="0">
                    <a:solidFill>
                      <a:schemeClr val="bg1"/>
                    </a:solidFill>
                  </a:rPr>
                  <a:t>，会出现什么情况？</a:t>
                </a:r>
              </a:p>
            </p:txBody>
          </p:sp>
        </mc:Choice>
        <mc:Fallback xmlns="">
          <p:sp>
            <p:nvSpPr>
              <p:cNvPr id="43" name="文本框 42">
                <a:extLst>
                  <a:ext uri="{FF2B5EF4-FFF2-40B4-BE49-F238E27FC236}">
                    <a16:creationId xmlns:a16="http://schemas.microsoft.com/office/drawing/2014/main" id="{BDAF02D2-F739-4C5A-821F-79A1EF47F514}"/>
                  </a:ext>
                </a:extLst>
              </p:cNvPr>
              <p:cNvSpPr txBox="1">
                <a:spLocks noRot="1" noChangeAspect="1" noMove="1" noResize="1" noEditPoints="1" noAdjustHandles="1" noChangeArrowheads="1" noChangeShapeType="1" noTextEdit="1"/>
              </p:cNvSpPr>
              <p:nvPr/>
            </p:nvSpPr>
            <p:spPr>
              <a:xfrm>
                <a:off x="2898125" y="3971223"/>
                <a:ext cx="6587953" cy="458139"/>
              </a:xfrm>
              <a:prstGeom prst="rect">
                <a:avLst/>
              </a:prstGeom>
              <a:blipFill>
                <a:blip r:embed="rId11"/>
                <a:stretch>
                  <a:fillRect l="-740" b="-19737"/>
                </a:stretch>
              </a:blipFill>
            </p:spPr>
            <p:txBody>
              <a:bodyPr/>
              <a:lstStyle/>
              <a:p>
                <a:r>
                  <a:rPr lang="zh-CN" altLang="en-US">
                    <a:noFill/>
                  </a:rPr>
                  <a:t> </a:t>
                </a:r>
              </a:p>
            </p:txBody>
          </p:sp>
        </mc:Fallback>
      </mc:AlternateContent>
      <p:sp>
        <p:nvSpPr>
          <p:cNvPr id="26" name="矩形 25">
            <a:extLst>
              <a:ext uri="{FF2B5EF4-FFF2-40B4-BE49-F238E27FC236}">
                <a16:creationId xmlns:a16="http://schemas.microsoft.com/office/drawing/2014/main" id="{D07B0F17-A55E-4740-B9E9-CA5494882DBD}"/>
              </a:ext>
            </a:extLst>
          </p:cNvPr>
          <p:cNvSpPr/>
          <p:nvPr/>
        </p:nvSpPr>
        <p:spPr>
          <a:xfrm>
            <a:off x="2300222" y="5537182"/>
            <a:ext cx="6045082" cy="390966"/>
          </a:xfrm>
          <a:prstGeom prst="rect">
            <a:avLst/>
          </a:prstGeom>
          <a:solidFill>
            <a:schemeClr val="accent3">
              <a:alpha val="74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grpSp>
        <p:nvGrpSpPr>
          <p:cNvPr id="7" name="组合 6">
            <a:extLst>
              <a:ext uri="{FF2B5EF4-FFF2-40B4-BE49-F238E27FC236}">
                <a16:creationId xmlns:a16="http://schemas.microsoft.com/office/drawing/2014/main" id="{B796B33F-71B7-4B90-A1EB-56B63CE2E01A}"/>
              </a:ext>
            </a:extLst>
          </p:cNvPr>
          <p:cNvGrpSpPr/>
          <p:nvPr/>
        </p:nvGrpSpPr>
        <p:grpSpPr>
          <a:xfrm>
            <a:off x="1264121" y="3299811"/>
            <a:ext cx="708432" cy="2116745"/>
            <a:chOff x="1264121" y="3234029"/>
            <a:chExt cx="708432" cy="2116745"/>
          </a:xfrm>
        </p:grpSpPr>
        <p:sp>
          <p:nvSpPr>
            <p:cNvPr id="28" name="矩形 27">
              <a:extLst>
                <a:ext uri="{FF2B5EF4-FFF2-40B4-BE49-F238E27FC236}">
                  <a16:creationId xmlns:a16="http://schemas.microsoft.com/office/drawing/2014/main" id="{1315E81F-5386-4865-8664-A18A1E704D19}"/>
                </a:ext>
              </a:extLst>
            </p:cNvPr>
            <p:cNvSpPr/>
            <p:nvPr/>
          </p:nvSpPr>
          <p:spPr>
            <a:xfrm>
              <a:off x="1264121" y="4038429"/>
              <a:ext cx="708432" cy="270283"/>
            </a:xfrm>
            <a:prstGeom prst="rect">
              <a:avLst/>
            </a:prstGeom>
            <a:solidFill>
              <a:schemeClr val="accent3"/>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46800" rIns="46800" rtlCol="0" anchor="ctr"/>
            <a:lstStyle/>
            <a:p>
              <a:pPr algn="ctr"/>
              <a:r>
                <a:rPr lang="en-US" altLang="zh-CN" b="1" dirty="0"/>
                <a:t>DATA3</a:t>
              </a:r>
              <a:endParaRPr lang="zh-CN" altLang="en-US" b="1" dirty="0"/>
            </a:p>
          </p:txBody>
        </p:sp>
        <p:sp>
          <p:nvSpPr>
            <p:cNvPr id="29" name="矩形 28">
              <a:extLst>
                <a:ext uri="{FF2B5EF4-FFF2-40B4-BE49-F238E27FC236}">
                  <a16:creationId xmlns:a16="http://schemas.microsoft.com/office/drawing/2014/main" id="{80664579-C17D-4909-ACF7-F60B40819B6D}"/>
                </a:ext>
              </a:extLst>
            </p:cNvPr>
            <p:cNvSpPr/>
            <p:nvPr/>
          </p:nvSpPr>
          <p:spPr>
            <a:xfrm>
              <a:off x="1264121" y="3766556"/>
              <a:ext cx="708432" cy="270283"/>
            </a:xfrm>
            <a:prstGeom prst="rect">
              <a:avLst/>
            </a:prstGeom>
            <a:solidFill>
              <a:schemeClr val="accent3"/>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46800" rIns="46800" rtlCol="0" anchor="ctr"/>
            <a:lstStyle/>
            <a:p>
              <a:pPr algn="ctr"/>
              <a:r>
                <a:rPr lang="en-US" altLang="zh-CN" b="1" dirty="0"/>
                <a:t>DATA2</a:t>
              </a:r>
              <a:endParaRPr lang="zh-CN" altLang="en-US" b="1" dirty="0"/>
            </a:p>
          </p:txBody>
        </p:sp>
        <p:sp>
          <p:nvSpPr>
            <p:cNvPr id="30" name="矩形 29">
              <a:extLst>
                <a:ext uri="{FF2B5EF4-FFF2-40B4-BE49-F238E27FC236}">
                  <a16:creationId xmlns:a16="http://schemas.microsoft.com/office/drawing/2014/main" id="{31C25CA7-52D5-4D93-AB03-38200892B1AA}"/>
                </a:ext>
              </a:extLst>
            </p:cNvPr>
            <p:cNvSpPr/>
            <p:nvPr/>
          </p:nvSpPr>
          <p:spPr>
            <a:xfrm>
              <a:off x="1264121" y="3496273"/>
              <a:ext cx="708432" cy="270283"/>
            </a:xfrm>
            <a:prstGeom prst="rect">
              <a:avLst/>
            </a:prstGeom>
            <a:solidFill>
              <a:schemeClr val="accent3"/>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46800" rIns="46800" rtlCol="0" anchor="ctr"/>
            <a:lstStyle/>
            <a:p>
              <a:pPr algn="ctr"/>
              <a:r>
                <a:rPr lang="en-US" altLang="zh-CN" b="1" dirty="0"/>
                <a:t>DATA1</a:t>
              </a:r>
              <a:endParaRPr lang="zh-CN" altLang="en-US" b="1" dirty="0"/>
            </a:p>
          </p:txBody>
        </p:sp>
        <p:sp>
          <p:nvSpPr>
            <p:cNvPr id="31" name="矩形 30">
              <a:extLst>
                <a:ext uri="{FF2B5EF4-FFF2-40B4-BE49-F238E27FC236}">
                  <a16:creationId xmlns:a16="http://schemas.microsoft.com/office/drawing/2014/main" id="{433DFC56-89D2-4C22-B3FE-B178384BB3D2}"/>
                </a:ext>
              </a:extLst>
            </p:cNvPr>
            <p:cNvSpPr/>
            <p:nvPr/>
          </p:nvSpPr>
          <p:spPr>
            <a:xfrm>
              <a:off x="1264121" y="3234029"/>
              <a:ext cx="708432" cy="270283"/>
            </a:xfrm>
            <a:prstGeom prst="rect">
              <a:avLst/>
            </a:prstGeom>
            <a:solidFill>
              <a:schemeClr val="accent3"/>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46800" rIns="46800" rtlCol="0" anchor="ctr"/>
            <a:lstStyle/>
            <a:p>
              <a:pPr algn="ctr"/>
              <a:r>
                <a:rPr lang="en-US" altLang="zh-CN" b="1" dirty="0"/>
                <a:t>DATA0</a:t>
              </a:r>
              <a:endParaRPr lang="zh-CN" altLang="en-US" b="1" dirty="0"/>
            </a:p>
          </p:txBody>
        </p:sp>
        <p:sp>
          <p:nvSpPr>
            <p:cNvPr id="32" name="矩形 31">
              <a:extLst>
                <a:ext uri="{FF2B5EF4-FFF2-40B4-BE49-F238E27FC236}">
                  <a16:creationId xmlns:a16="http://schemas.microsoft.com/office/drawing/2014/main" id="{438D14E2-EB1C-49C5-984C-B863E8781531}"/>
                </a:ext>
              </a:extLst>
            </p:cNvPr>
            <p:cNvSpPr/>
            <p:nvPr/>
          </p:nvSpPr>
          <p:spPr>
            <a:xfrm>
              <a:off x="1264121" y="4289722"/>
              <a:ext cx="708432" cy="270283"/>
            </a:xfrm>
            <a:prstGeom prst="rect">
              <a:avLst/>
            </a:prstGeom>
            <a:solidFill>
              <a:schemeClr val="accent3"/>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46800" rIns="46800" rtlCol="0" anchor="ctr"/>
            <a:lstStyle/>
            <a:p>
              <a:pPr algn="ctr"/>
              <a:r>
                <a:rPr lang="en-US" altLang="zh-CN" b="1" dirty="0"/>
                <a:t>DATA4</a:t>
              </a:r>
              <a:endParaRPr lang="zh-CN" altLang="en-US" b="1" dirty="0"/>
            </a:p>
          </p:txBody>
        </p:sp>
        <p:sp>
          <p:nvSpPr>
            <p:cNvPr id="33" name="矩形 32">
              <a:extLst>
                <a:ext uri="{FF2B5EF4-FFF2-40B4-BE49-F238E27FC236}">
                  <a16:creationId xmlns:a16="http://schemas.microsoft.com/office/drawing/2014/main" id="{61101A15-FF3D-4148-9DAD-86BC0EFF69FC}"/>
                </a:ext>
              </a:extLst>
            </p:cNvPr>
            <p:cNvSpPr/>
            <p:nvPr/>
          </p:nvSpPr>
          <p:spPr>
            <a:xfrm>
              <a:off x="1264121" y="4829198"/>
              <a:ext cx="708432" cy="270283"/>
            </a:xfrm>
            <a:prstGeom prst="rect">
              <a:avLst/>
            </a:prstGeom>
            <a:solidFill>
              <a:schemeClr val="accent3"/>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46800" rIns="46800" rtlCol="0" anchor="ctr"/>
            <a:lstStyle/>
            <a:p>
              <a:pPr algn="ctr"/>
              <a:r>
                <a:rPr lang="en-US" altLang="zh-CN" b="1" dirty="0"/>
                <a:t>DATA6</a:t>
              </a:r>
              <a:endParaRPr lang="zh-CN" altLang="en-US" b="1" dirty="0"/>
            </a:p>
          </p:txBody>
        </p:sp>
        <p:sp>
          <p:nvSpPr>
            <p:cNvPr id="36" name="矩形 35">
              <a:extLst>
                <a:ext uri="{FF2B5EF4-FFF2-40B4-BE49-F238E27FC236}">
                  <a16:creationId xmlns:a16="http://schemas.microsoft.com/office/drawing/2014/main" id="{2F1BAF33-5F9F-44AA-B5DE-C7C19FCE68AA}"/>
                </a:ext>
              </a:extLst>
            </p:cNvPr>
            <p:cNvSpPr/>
            <p:nvPr/>
          </p:nvSpPr>
          <p:spPr>
            <a:xfrm>
              <a:off x="1264121" y="4557325"/>
              <a:ext cx="708432" cy="270283"/>
            </a:xfrm>
            <a:prstGeom prst="rect">
              <a:avLst/>
            </a:prstGeom>
            <a:solidFill>
              <a:schemeClr val="accent3"/>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46800" rIns="46800" rtlCol="0" anchor="ctr"/>
            <a:lstStyle/>
            <a:p>
              <a:pPr algn="ctr"/>
              <a:r>
                <a:rPr lang="en-US" altLang="zh-CN" b="1" dirty="0"/>
                <a:t>DATA5</a:t>
              </a:r>
              <a:endParaRPr lang="zh-CN" altLang="en-US" b="1" dirty="0"/>
            </a:p>
          </p:txBody>
        </p:sp>
        <p:sp>
          <p:nvSpPr>
            <p:cNvPr id="37" name="矩形 36">
              <a:extLst>
                <a:ext uri="{FF2B5EF4-FFF2-40B4-BE49-F238E27FC236}">
                  <a16:creationId xmlns:a16="http://schemas.microsoft.com/office/drawing/2014/main" id="{1CF721FA-890B-441A-BC0D-8DAE1E51173D}"/>
                </a:ext>
              </a:extLst>
            </p:cNvPr>
            <p:cNvSpPr/>
            <p:nvPr/>
          </p:nvSpPr>
          <p:spPr>
            <a:xfrm>
              <a:off x="1264121" y="5080491"/>
              <a:ext cx="708432" cy="270283"/>
            </a:xfrm>
            <a:prstGeom prst="rect">
              <a:avLst/>
            </a:prstGeom>
            <a:solidFill>
              <a:schemeClr val="accent3"/>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46800" rIns="46800" rtlCol="0" anchor="ctr"/>
            <a:lstStyle/>
            <a:p>
              <a:pPr algn="ctr"/>
              <a:r>
                <a:rPr lang="en-US" altLang="zh-CN" b="1" dirty="0"/>
                <a:t>DATA7</a:t>
              </a:r>
              <a:endParaRPr lang="zh-CN" altLang="en-US" b="1" dirty="0"/>
            </a:p>
          </p:txBody>
        </p:sp>
      </p:grpSp>
      <p:sp>
        <p:nvSpPr>
          <p:cNvPr id="38" name="平行四边形 37">
            <a:extLst>
              <a:ext uri="{FF2B5EF4-FFF2-40B4-BE49-F238E27FC236}">
                <a16:creationId xmlns:a16="http://schemas.microsoft.com/office/drawing/2014/main" id="{14C0658C-684E-03EA-4B1E-706DE398782D}"/>
              </a:ext>
            </a:extLst>
          </p:cNvPr>
          <p:cNvSpPr/>
          <p:nvPr/>
        </p:nvSpPr>
        <p:spPr>
          <a:xfrm>
            <a:off x="304799" y="749300"/>
            <a:ext cx="695119" cy="387090"/>
          </a:xfrm>
          <a:prstGeom prst="parallelogram">
            <a:avLst/>
          </a:prstGeom>
          <a:solidFill>
            <a:schemeClr val="accent3">
              <a:lumMod val="75000"/>
            </a:schemeClr>
          </a:solidFill>
          <a:ln>
            <a:solidFill>
              <a:schemeClr val="accent3">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CN" sz="2200" dirty="0">
                <a:latin typeface="Impact" panose="020B0806030902050204" pitchFamily="34" charset="0"/>
              </a:rPr>
              <a:t>04</a:t>
            </a:r>
            <a:endParaRPr lang="zh-CN" altLang="en-US" sz="2200" dirty="0">
              <a:latin typeface="Impact" panose="020B0806030902050204" pitchFamily="34" charset="0"/>
            </a:endParaRPr>
          </a:p>
        </p:txBody>
      </p:sp>
    </p:spTree>
    <p:custDataLst>
      <p:tags r:id="rId1"/>
    </p:custDataLst>
    <p:extLst>
      <p:ext uri="{BB962C8B-B14F-4D97-AF65-F5344CB8AC3E}">
        <p14:creationId xmlns:p14="http://schemas.microsoft.com/office/powerpoint/2010/main" val="3159141794"/>
      </p:ext>
    </p:extLst>
  </p:cSld>
  <p:clrMapOvr>
    <a:masterClrMapping/>
  </p:clrMapOvr>
  <mc:AlternateContent xmlns:mc="http://schemas.openxmlformats.org/markup-compatibility/2006" xmlns:p14="http://schemas.microsoft.com/office/powerpoint/2010/main">
    <mc:Choice Requires="p14">
      <p:transition p14:dur="10"/>
    </mc:Choice>
    <mc:Fallback xmlns="">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2" presetClass="entr" presetSubtype="8" fill="hold" grpId="0" nodeType="withEffect">
                                  <p:stCondLst>
                                    <p:cond delay="0"/>
                                  </p:stCondLst>
                                  <p:childTnLst>
                                    <p:set>
                                      <p:cBhvr>
                                        <p:cTn id="6" dur="1" fill="hold">
                                          <p:stCondLst>
                                            <p:cond delay="0"/>
                                          </p:stCondLst>
                                        </p:cTn>
                                        <p:tgtEl>
                                          <p:spTgt spid="26"/>
                                        </p:tgtEl>
                                        <p:attrNameLst>
                                          <p:attrName>style.visibility</p:attrName>
                                        </p:attrNameLst>
                                      </p:cBhvr>
                                      <p:to>
                                        <p:strVal val="visible"/>
                                      </p:to>
                                    </p:set>
                                    <p:animEffect transition="in" filter="wipe(left)">
                                      <p:cBhvr>
                                        <p:cTn id="7" dur="2000"/>
                                        <p:tgtEl>
                                          <p:spTgt spid="26"/>
                                        </p:tgtEl>
                                      </p:cBhvr>
                                    </p:animEffect>
                                  </p:childTnLst>
                                </p:cTn>
                              </p:par>
                              <p:par>
                                <p:cTn id="8" presetID="12" presetClass="entr" presetSubtype="4" fill="hold" nodeType="withEffect">
                                  <p:stCondLst>
                                    <p:cond delay="0"/>
                                  </p:stCondLst>
                                  <p:childTnLst>
                                    <p:set>
                                      <p:cBhvr>
                                        <p:cTn id="9" dur="1" fill="hold">
                                          <p:stCondLst>
                                            <p:cond delay="0"/>
                                          </p:stCondLst>
                                        </p:cTn>
                                        <p:tgtEl>
                                          <p:spTgt spid="7"/>
                                        </p:tgtEl>
                                        <p:attrNameLst>
                                          <p:attrName>style.visibility</p:attrName>
                                        </p:attrNameLst>
                                      </p:cBhvr>
                                      <p:to>
                                        <p:strVal val="visible"/>
                                      </p:to>
                                    </p:set>
                                    <p:anim calcmode="lin" valueType="num">
                                      <p:cBhvr additive="base">
                                        <p:cTn id="10" dur="2000"/>
                                        <p:tgtEl>
                                          <p:spTgt spid="7"/>
                                        </p:tgtEl>
                                        <p:attrNameLst>
                                          <p:attrName>ppt_y</p:attrName>
                                        </p:attrNameLst>
                                      </p:cBhvr>
                                      <p:tavLst>
                                        <p:tav tm="0">
                                          <p:val>
                                            <p:strVal val="#ppt_y+#ppt_h*1.125000"/>
                                          </p:val>
                                        </p:tav>
                                        <p:tav tm="100000">
                                          <p:val>
                                            <p:strVal val="#ppt_y"/>
                                          </p:val>
                                        </p:tav>
                                      </p:tavLst>
                                    </p:anim>
                                    <p:animEffect transition="in" filter="wipe(up)">
                                      <p:cBhvr>
                                        <p:cTn id="11" dur="2000"/>
                                        <p:tgtEl>
                                          <p:spTgt spid="7"/>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6" grpId="0" animBg="1"/>
    </p:bldLst>
  </p:timing>
</p:sld>
</file>

<file path=ppt/slides/slide17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6" name="组合 5">
            <a:extLst>
              <a:ext uri="{FF2B5EF4-FFF2-40B4-BE49-F238E27FC236}">
                <a16:creationId xmlns:a16="http://schemas.microsoft.com/office/drawing/2014/main" id="{35D57BA3-C33A-4413-B558-3B4EE4F3080F}"/>
              </a:ext>
            </a:extLst>
          </p:cNvPr>
          <p:cNvGrpSpPr/>
          <p:nvPr/>
        </p:nvGrpSpPr>
        <p:grpSpPr>
          <a:xfrm>
            <a:off x="2146413" y="1363110"/>
            <a:ext cx="1067217" cy="917885"/>
            <a:chOff x="2146413" y="1363110"/>
            <a:chExt cx="1067217" cy="917885"/>
          </a:xfrm>
        </p:grpSpPr>
        <p:sp>
          <p:nvSpPr>
            <p:cNvPr id="34" name="矩形 33">
              <a:extLst>
                <a:ext uri="{FF2B5EF4-FFF2-40B4-BE49-F238E27FC236}">
                  <a16:creationId xmlns:a16="http://schemas.microsoft.com/office/drawing/2014/main" id="{C0C70259-4145-42A4-A97E-2108291E4ADC}"/>
                </a:ext>
              </a:extLst>
            </p:cNvPr>
            <p:cNvSpPr/>
            <p:nvPr/>
          </p:nvSpPr>
          <p:spPr>
            <a:xfrm>
              <a:off x="2300222" y="1739531"/>
              <a:ext cx="759600" cy="541464"/>
            </a:xfrm>
            <a:prstGeom prst="rect">
              <a:avLst/>
            </a:prstGeom>
            <a:solidFill>
              <a:schemeClr val="accent4"/>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mc:AlternateContent xmlns:mc="http://schemas.openxmlformats.org/markup-compatibility/2006" xmlns:a14="http://schemas.microsoft.com/office/drawing/2010/main">
          <mc:Choice Requires="a14">
            <p:sp>
              <p:nvSpPr>
                <p:cNvPr id="35" name="文本框 34">
                  <a:extLst>
                    <a:ext uri="{FF2B5EF4-FFF2-40B4-BE49-F238E27FC236}">
                      <a16:creationId xmlns:a16="http://schemas.microsoft.com/office/drawing/2014/main" id="{EE98B7EB-F32B-4A4F-9072-DF021D7DCAD9}"/>
                    </a:ext>
                  </a:extLst>
                </p:cNvPr>
                <p:cNvSpPr txBox="1"/>
                <p:nvPr/>
              </p:nvSpPr>
              <p:spPr>
                <a:xfrm>
                  <a:off x="2146413" y="1363110"/>
                  <a:ext cx="1067217" cy="369332"/>
                </a:xfrm>
                <a:prstGeom prst="rect">
                  <a:avLst/>
                </a:prstGeom>
                <a:noFill/>
              </p:spPr>
              <p:txBody>
                <a:bodyPr wrap="square">
                  <a:spAutoFit/>
                </a:bodyPr>
                <a:lstStyle/>
                <a:p>
                  <a:pPr/>
                  <a14:m>
                    <m:oMathPara xmlns:m="http://schemas.openxmlformats.org/officeDocument/2006/math">
                      <m:oMathParaPr>
                        <m:jc m:val="centerGroup"/>
                      </m:oMathParaPr>
                      <m:oMath xmlns:m="http://schemas.openxmlformats.org/officeDocument/2006/math">
                        <m:sSub>
                          <m:sSubPr>
                            <m:ctrlPr>
                              <a:rPr lang="en-US" altLang="zh-CN" b="1" i="1" smtClean="0">
                                <a:solidFill>
                                  <a:schemeClr val="accent4"/>
                                </a:solidFill>
                                <a:latin typeface="Cambria Math" panose="02040503050406030204" pitchFamily="18" charset="0"/>
                              </a:rPr>
                            </m:ctrlPr>
                          </m:sSubPr>
                          <m:e>
                            <m:r>
                              <a:rPr lang="en-US" altLang="zh-CN" b="1" i="1" smtClean="0">
                                <a:solidFill>
                                  <a:schemeClr val="accent4"/>
                                </a:solidFill>
                                <a:latin typeface="Cambria Math" panose="02040503050406030204" pitchFamily="18" charset="0"/>
                              </a:rPr>
                              <m:t>𝑾</m:t>
                            </m:r>
                          </m:e>
                          <m:sub>
                            <m:r>
                              <a:rPr lang="en-US" altLang="zh-CN" b="1" i="1" smtClean="0">
                                <a:solidFill>
                                  <a:schemeClr val="accent4"/>
                                </a:solidFill>
                                <a:latin typeface="Cambria Math" panose="02040503050406030204" pitchFamily="18" charset="0"/>
                              </a:rPr>
                              <m:t>𝑹</m:t>
                            </m:r>
                          </m:sub>
                        </m:sSub>
                        <m:r>
                          <a:rPr lang="en-US" altLang="zh-CN" b="1" i="1" smtClean="0">
                            <a:solidFill>
                              <a:schemeClr val="accent4"/>
                            </a:solidFill>
                            <a:latin typeface="Cambria Math" panose="02040503050406030204" pitchFamily="18" charset="0"/>
                          </a:rPr>
                          <m:t>=</m:t>
                        </m:r>
                        <m:r>
                          <a:rPr lang="en-US" altLang="zh-CN" b="1" i="1" smtClean="0">
                            <a:solidFill>
                              <a:schemeClr val="accent4"/>
                            </a:solidFill>
                            <a:latin typeface="Cambria Math" panose="02040503050406030204" pitchFamily="18" charset="0"/>
                          </a:rPr>
                          <m:t>𝟏</m:t>
                        </m:r>
                      </m:oMath>
                    </m:oMathPara>
                  </a14:m>
                  <a:endParaRPr lang="zh-CN" altLang="en-US" dirty="0">
                    <a:solidFill>
                      <a:schemeClr val="accent3"/>
                    </a:solidFill>
                  </a:endParaRPr>
                </a:p>
              </p:txBody>
            </p:sp>
          </mc:Choice>
          <mc:Fallback xmlns="">
            <p:sp>
              <p:nvSpPr>
                <p:cNvPr id="35" name="文本框 34">
                  <a:extLst>
                    <a:ext uri="{FF2B5EF4-FFF2-40B4-BE49-F238E27FC236}">
                      <a16:creationId xmlns:a16="http://schemas.microsoft.com/office/drawing/2014/main" id="{EE98B7EB-F32B-4A4F-9072-DF021D7DCAD9}"/>
                    </a:ext>
                  </a:extLst>
                </p:cNvPr>
                <p:cNvSpPr txBox="1">
                  <a:spLocks noRot="1" noChangeAspect="1" noMove="1" noResize="1" noEditPoints="1" noAdjustHandles="1" noChangeArrowheads="1" noChangeShapeType="1" noTextEdit="1"/>
                </p:cNvSpPr>
                <p:nvPr/>
              </p:nvSpPr>
              <p:spPr>
                <a:xfrm>
                  <a:off x="2146413" y="1363110"/>
                  <a:ext cx="1067217" cy="369332"/>
                </a:xfrm>
                <a:prstGeom prst="rect">
                  <a:avLst/>
                </a:prstGeom>
                <a:blipFill>
                  <a:blip r:embed="rId3"/>
                  <a:stretch>
                    <a:fillRect b="-3333"/>
                  </a:stretch>
                </a:blipFill>
              </p:spPr>
              <p:txBody>
                <a:bodyPr/>
                <a:lstStyle/>
                <a:p>
                  <a:r>
                    <a:rPr lang="zh-CN" altLang="en-US">
                      <a:noFill/>
                    </a:rPr>
                    <a:t> </a:t>
                  </a:r>
                </a:p>
              </p:txBody>
            </p:sp>
          </mc:Fallback>
        </mc:AlternateContent>
      </p:grpSp>
      <p:grpSp>
        <p:nvGrpSpPr>
          <p:cNvPr id="11" name="组合 10">
            <a:extLst>
              <a:ext uri="{FF2B5EF4-FFF2-40B4-BE49-F238E27FC236}">
                <a16:creationId xmlns:a16="http://schemas.microsoft.com/office/drawing/2014/main" id="{DF90C5CA-FFC7-4157-9F4D-82F7622D10DD}"/>
              </a:ext>
            </a:extLst>
          </p:cNvPr>
          <p:cNvGrpSpPr/>
          <p:nvPr/>
        </p:nvGrpSpPr>
        <p:grpSpPr>
          <a:xfrm>
            <a:off x="2302928" y="5107042"/>
            <a:ext cx="6045083" cy="902040"/>
            <a:chOff x="2302928" y="5107042"/>
            <a:chExt cx="6045083" cy="902040"/>
          </a:xfrm>
        </p:grpSpPr>
        <p:sp>
          <p:nvSpPr>
            <p:cNvPr id="5" name="矩形 4">
              <a:extLst>
                <a:ext uri="{FF2B5EF4-FFF2-40B4-BE49-F238E27FC236}">
                  <a16:creationId xmlns:a16="http://schemas.microsoft.com/office/drawing/2014/main" id="{ABCDD6AB-497D-42FD-B822-48DB3891082B}"/>
                </a:ext>
              </a:extLst>
            </p:cNvPr>
            <p:cNvSpPr/>
            <p:nvPr/>
          </p:nvSpPr>
          <p:spPr>
            <a:xfrm>
              <a:off x="2302928" y="5467618"/>
              <a:ext cx="6045083" cy="541464"/>
            </a:xfrm>
            <a:prstGeom prst="rect">
              <a:avLst/>
            </a:prstGeom>
            <a:solidFill>
              <a:schemeClr val="accent3"/>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mc:AlternateContent xmlns:mc="http://schemas.openxmlformats.org/markup-compatibility/2006" xmlns:a14="http://schemas.microsoft.com/office/drawing/2010/main">
          <mc:Choice Requires="a14">
            <p:sp>
              <p:nvSpPr>
                <p:cNvPr id="23" name="文本框 22">
                  <a:extLst>
                    <a:ext uri="{FF2B5EF4-FFF2-40B4-BE49-F238E27FC236}">
                      <a16:creationId xmlns:a16="http://schemas.microsoft.com/office/drawing/2014/main" id="{ABC03EEA-26BD-4845-8ACC-3FB7B6DA9132}"/>
                    </a:ext>
                  </a:extLst>
                </p:cNvPr>
                <p:cNvSpPr txBox="1"/>
                <p:nvPr/>
              </p:nvSpPr>
              <p:spPr>
                <a:xfrm>
                  <a:off x="4909220" y="5107042"/>
                  <a:ext cx="1067217" cy="369332"/>
                </a:xfrm>
                <a:prstGeom prst="rect">
                  <a:avLst/>
                </a:prstGeom>
                <a:noFill/>
              </p:spPr>
              <p:txBody>
                <a:bodyPr wrap="square">
                  <a:spAutoFit/>
                </a:bodyPr>
                <a:lstStyle/>
                <a:p>
                  <a:pPr/>
                  <a14:m>
                    <m:oMathPara xmlns:m="http://schemas.openxmlformats.org/officeDocument/2006/math">
                      <m:oMathParaPr>
                        <m:jc m:val="centerGroup"/>
                      </m:oMathParaPr>
                      <m:oMath xmlns:m="http://schemas.openxmlformats.org/officeDocument/2006/math">
                        <m:sSub>
                          <m:sSubPr>
                            <m:ctrlPr>
                              <a:rPr lang="en-US" altLang="zh-CN" b="1" i="1" smtClean="0">
                                <a:solidFill>
                                  <a:schemeClr val="accent3"/>
                                </a:solidFill>
                                <a:latin typeface="Cambria Math" panose="02040503050406030204" pitchFamily="18" charset="0"/>
                              </a:rPr>
                            </m:ctrlPr>
                          </m:sSubPr>
                          <m:e>
                            <m:r>
                              <a:rPr lang="en-US" altLang="zh-CN" b="1" i="1" smtClean="0">
                                <a:solidFill>
                                  <a:schemeClr val="accent3"/>
                                </a:solidFill>
                                <a:latin typeface="Cambria Math" panose="02040503050406030204" pitchFamily="18" charset="0"/>
                              </a:rPr>
                              <m:t>𝑾</m:t>
                            </m:r>
                          </m:e>
                          <m:sub>
                            <m:r>
                              <a:rPr lang="en-US" altLang="zh-CN" b="1" i="1" smtClean="0">
                                <a:solidFill>
                                  <a:schemeClr val="accent3"/>
                                </a:solidFill>
                                <a:latin typeface="Cambria Math" panose="02040503050406030204" pitchFamily="18" charset="0"/>
                              </a:rPr>
                              <m:t>𝑻</m:t>
                            </m:r>
                          </m:sub>
                        </m:sSub>
                        <m:r>
                          <a:rPr lang="en-US" altLang="zh-CN" b="1" i="1" smtClean="0">
                            <a:solidFill>
                              <a:schemeClr val="accent3"/>
                            </a:solidFill>
                            <a:latin typeface="Cambria Math" panose="02040503050406030204" pitchFamily="18" charset="0"/>
                          </a:rPr>
                          <m:t>=</m:t>
                        </m:r>
                        <m:r>
                          <a:rPr lang="en-US" altLang="zh-CN" b="1" i="1" smtClean="0">
                            <a:solidFill>
                              <a:schemeClr val="accent3"/>
                            </a:solidFill>
                            <a:latin typeface="Cambria Math" panose="02040503050406030204" pitchFamily="18" charset="0"/>
                          </a:rPr>
                          <m:t>𝟖</m:t>
                        </m:r>
                      </m:oMath>
                    </m:oMathPara>
                  </a14:m>
                  <a:endParaRPr lang="zh-CN" altLang="en-US" dirty="0">
                    <a:solidFill>
                      <a:schemeClr val="accent3"/>
                    </a:solidFill>
                  </a:endParaRPr>
                </a:p>
              </p:txBody>
            </p:sp>
          </mc:Choice>
          <mc:Fallback xmlns="">
            <p:sp>
              <p:nvSpPr>
                <p:cNvPr id="23" name="文本框 22">
                  <a:extLst>
                    <a:ext uri="{FF2B5EF4-FFF2-40B4-BE49-F238E27FC236}">
                      <a16:creationId xmlns:a16="http://schemas.microsoft.com/office/drawing/2014/main" id="{ABC03EEA-26BD-4845-8ACC-3FB7B6DA9132}"/>
                    </a:ext>
                  </a:extLst>
                </p:cNvPr>
                <p:cNvSpPr txBox="1">
                  <a:spLocks noRot="1" noChangeAspect="1" noMove="1" noResize="1" noEditPoints="1" noAdjustHandles="1" noChangeArrowheads="1" noChangeShapeType="1" noTextEdit="1"/>
                </p:cNvSpPr>
                <p:nvPr/>
              </p:nvSpPr>
              <p:spPr>
                <a:xfrm>
                  <a:off x="4909220" y="5107042"/>
                  <a:ext cx="1067217" cy="369332"/>
                </a:xfrm>
                <a:prstGeom prst="rect">
                  <a:avLst/>
                </a:prstGeom>
                <a:blipFill>
                  <a:blip r:embed="rId4"/>
                  <a:stretch>
                    <a:fillRect b="-3333"/>
                  </a:stretch>
                </a:blipFill>
              </p:spPr>
              <p:txBody>
                <a:bodyPr/>
                <a:lstStyle/>
                <a:p>
                  <a:r>
                    <a:rPr lang="zh-CN" altLang="en-US">
                      <a:noFill/>
                    </a:rPr>
                    <a:t> </a:t>
                  </a:r>
                </a:p>
              </p:txBody>
            </p:sp>
          </mc:Fallback>
        </mc:AlternateContent>
      </p:grpSp>
      <p:grpSp>
        <p:nvGrpSpPr>
          <p:cNvPr id="4" name="组合 3">
            <a:extLst>
              <a:ext uri="{FF2B5EF4-FFF2-40B4-BE49-F238E27FC236}">
                <a16:creationId xmlns:a16="http://schemas.microsoft.com/office/drawing/2014/main" id="{9A1EA9F2-FCB6-48C3-935F-7AE7E3AD14AC}"/>
              </a:ext>
            </a:extLst>
          </p:cNvPr>
          <p:cNvGrpSpPr/>
          <p:nvPr/>
        </p:nvGrpSpPr>
        <p:grpSpPr>
          <a:xfrm>
            <a:off x="304800" y="749300"/>
            <a:ext cx="6192344" cy="400110"/>
            <a:chOff x="424117" y="898245"/>
            <a:chExt cx="6192344" cy="400110"/>
          </a:xfrm>
        </p:grpSpPr>
        <p:sp>
          <p:nvSpPr>
            <p:cNvPr id="2" name="平行四边形 1">
              <a:extLst>
                <a:ext uri="{FF2B5EF4-FFF2-40B4-BE49-F238E27FC236}">
                  <a16:creationId xmlns:a16="http://schemas.microsoft.com/office/drawing/2014/main" id="{1F5BAA3F-9845-4F89-A2DD-8222D3E4EDAC}"/>
                </a:ext>
              </a:extLst>
            </p:cNvPr>
            <p:cNvSpPr/>
            <p:nvPr/>
          </p:nvSpPr>
          <p:spPr>
            <a:xfrm>
              <a:off x="424117" y="898245"/>
              <a:ext cx="628306" cy="387090"/>
            </a:xfrm>
            <a:prstGeom prst="parallelogram">
              <a:avLst/>
            </a:prstGeom>
            <a:solidFill>
              <a:schemeClr val="accent3">
                <a:lumMod val="75000"/>
              </a:schemeClr>
            </a:solidFill>
            <a:ln>
              <a:solidFill>
                <a:schemeClr val="accent3">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CN" sz="2200" dirty="0">
                  <a:latin typeface="Impact" panose="020B0806030902050204" pitchFamily="34" charset="0"/>
                </a:rPr>
                <a:t>01</a:t>
              </a:r>
              <a:endParaRPr lang="zh-CN" altLang="en-US" sz="2200" dirty="0">
                <a:latin typeface="Impact" panose="020B0806030902050204" pitchFamily="34" charset="0"/>
              </a:endParaRPr>
            </a:p>
          </p:txBody>
        </p:sp>
        <p:sp>
          <p:nvSpPr>
            <p:cNvPr id="3" name="文本框 2">
              <a:extLst>
                <a:ext uri="{FF2B5EF4-FFF2-40B4-BE49-F238E27FC236}">
                  <a16:creationId xmlns:a16="http://schemas.microsoft.com/office/drawing/2014/main" id="{4D6BD736-A4D3-4F26-AFED-36E11F50F70B}"/>
                </a:ext>
              </a:extLst>
            </p:cNvPr>
            <p:cNvSpPr txBox="1"/>
            <p:nvPr/>
          </p:nvSpPr>
          <p:spPr>
            <a:xfrm>
              <a:off x="1052423" y="898245"/>
              <a:ext cx="5564038" cy="400110"/>
            </a:xfrm>
            <a:prstGeom prst="rect">
              <a:avLst/>
            </a:prstGeom>
            <a:noFill/>
          </p:spPr>
          <p:txBody>
            <a:bodyPr wrap="square" rtlCol="0">
              <a:spAutoFit/>
            </a:bodyPr>
            <a:lstStyle/>
            <a:p>
              <a:r>
                <a:rPr lang="zh-CN" altLang="en-US" sz="2000" b="1" dirty="0"/>
                <a:t>回退</a:t>
              </a:r>
              <a:r>
                <a:rPr lang="en-US" altLang="zh-CN" sz="2000" b="1" dirty="0"/>
                <a:t>N</a:t>
              </a:r>
              <a:r>
                <a:rPr lang="zh-CN" altLang="en-US" sz="2000" b="1" dirty="0"/>
                <a:t>帧协议</a:t>
              </a:r>
            </a:p>
          </p:txBody>
        </p:sp>
      </p:grpSp>
      <p:grpSp>
        <p:nvGrpSpPr>
          <p:cNvPr id="20" name="组合 19">
            <a:extLst>
              <a:ext uri="{FF2B5EF4-FFF2-40B4-BE49-F238E27FC236}">
                <a16:creationId xmlns:a16="http://schemas.microsoft.com/office/drawing/2014/main" id="{87756F0E-46C2-4571-B23D-C8472E9FD1FB}"/>
              </a:ext>
            </a:extLst>
          </p:cNvPr>
          <p:cNvGrpSpPr/>
          <p:nvPr/>
        </p:nvGrpSpPr>
        <p:grpSpPr>
          <a:xfrm>
            <a:off x="475097" y="1263518"/>
            <a:ext cx="1355161" cy="5114896"/>
            <a:chOff x="475097" y="1263518"/>
            <a:chExt cx="1355161" cy="5114896"/>
          </a:xfrm>
        </p:grpSpPr>
        <p:cxnSp>
          <p:nvCxnSpPr>
            <p:cNvPr id="17" name="直接连接符 16">
              <a:extLst>
                <a:ext uri="{FF2B5EF4-FFF2-40B4-BE49-F238E27FC236}">
                  <a16:creationId xmlns:a16="http://schemas.microsoft.com/office/drawing/2014/main" id="{5A41A17A-7B81-47D8-BDBB-76B8F1AA71D6}"/>
                </a:ext>
              </a:extLst>
            </p:cNvPr>
            <p:cNvCxnSpPr>
              <a:cxnSpLocks/>
            </p:cNvCxnSpPr>
            <p:nvPr/>
          </p:nvCxnSpPr>
          <p:spPr>
            <a:xfrm flipV="1">
              <a:off x="1208367" y="2012996"/>
              <a:ext cx="0" cy="3813858"/>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nvGrpSpPr>
            <p:cNvPr id="9" name="组合 8">
              <a:extLst>
                <a:ext uri="{FF2B5EF4-FFF2-40B4-BE49-F238E27FC236}">
                  <a16:creationId xmlns:a16="http://schemas.microsoft.com/office/drawing/2014/main" id="{A2B5FA1F-35FA-42E7-8D74-E7431B6AAA3C}"/>
                </a:ext>
              </a:extLst>
            </p:cNvPr>
            <p:cNvGrpSpPr/>
            <p:nvPr/>
          </p:nvGrpSpPr>
          <p:grpSpPr>
            <a:xfrm>
              <a:off x="700096" y="5368000"/>
              <a:ext cx="905164" cy="1010414"/>
              <a:chOff x="700096" y="5368000"/>
              <a:chExt cx="905164" cy="1010414"/>
            </a:xfrm>
          </p:grpSpPr>
          <p:pic>
            <p:nvPicPr>
              <p:cNvPr id="214" name="图形 213">
                <a:extLst>
                  <a:ext uri="{FF2B5EF4-FFF2-40B4-BE49-F238E27FC236}">
                    <a16:creationId xmlns:a16="http://schemas.microsoft.com/office/drawing/2014/main" id="{D949CB40-4FF6-4E8C-991B-66D24C6ADF05}"/>
                  </a:ext>
                </a:extLst>
              </p:cNvPr>
              <p:cNvPicPr>
                <a:picLocks noChangeAspect="1"/>
              </p:cNvPicPr>
              <p:nvPr/>
            </p:nvPicPr>
            <p:blipFill>
              <a:blip r:embed="rId5">
                <a:extLst>
                  <a:ext uri="{28A0092B-C50C-407E-A947-70E740481C1C}">
                    <a14:useLocalDpi xmlns:a14="http://schemas.microsoft.com/office/drawing/2010/main" val="0"/>
                  </a:ext>
                  <a:ext uri="{96DAC541-7B7A-43D3-8B79-37D633B846F1}">
                    <asvg:svgBlip xmlns:asvg="http://schemas.microsoft.com/office/drawing/2016/SVG/main" r:embed="rId6"/>
                  </a:ext>
                </a:extLst>
              </a:blip>
              <a:stretch>
                <a:fillRect/>
              </a:stretch>
            </p:blipFill>
            <p:spPr>
              <a:xfrm>
                <a:off x="821271" y="5368000"/>
                <a:ext cx="662814" cy="641082"/>
              </a:xfrm>
              <a:prstGeom prst="rect">
                <a:avLst/>
              </a:prstGeom>
            </p:spPr>
          </p:pic>
          <p:sp>
            <p:nvSpPr>
              <p:cNvPr id="218" name="文本框 217">
                <a:extLst>
                  <a:ext uri="{FF2B5EF4-FFF2-40B4-BE49-F238E27FC236}">
                    <a16:creationId xmlns:a16="http://schemas.microsoft.com/office/drawing/2014/main" id="{584D12FE-712D-432B-A48B-3084189F6B6C}"/>
                  </a:ext>
                </a:extLst>
              </p:cNvPr>
              <p:cNvSpPr txBox="1"/>
              <p:nvPr/>
            </p:nvSpPr>
            <p:spPr>
              <a:xfrm>
                <a:off x="700096" y="6009082"/>
                <a:ext cx="905164" cy="369332"/>
              </a:xfrm>
              <a:prstGeom prst="rect">
                <a:avLst/>
              </a:prstGeom>
              <a:noFill/>
            </p:spPr>
            <p:txBody>
              <a:bodyPr wrap="square" rtlCol="0">
                <a:spAutoFit/>
              </a:bodyPr>
              <a:lstStyle/>
              <a:p>
                <a:r>
                  <a:rPr lang="zh-CN" altLang="en-US" b="1" dirty="0">
                    <a:latin typeface="+mn-ea"/>
                  </a:rPr>
                  <a:t>发送方</a:t>
                </a:r>
              </a:p>
            </p:txBody>
          </p:sp>
        </p:grpSp>
        <p:grpSp>
          <p:nvGrpSpPr>
            <p:cNvPr id="8" name="组合 7">
              <a:extLst>
                <a:ext uri="{FF2B5EF4-FFF2-40B4-BE49-F238E27FC236}">
                  <a16:creationId xmlns:a16="http://schemas.microsoft.com/office/drawing/2014/main" id="{0ACAF080-95D4-4F76-A817-06EA84E449C9}"/>
                </a:ext>
              </a:extLst>
            </p:cNvPr>
            <p:cNvGrpSpPr/>
            <p:nvPr/>
          </p:nvGrpSpPr>
          <p:grpSpPr>
            <a:xfrm>
              <a:off x="878301" y="1263518"/>
              <a:ext cx="905164" cy="1027908"/>
              <a:chOff x="878301" y="1390382"/>
              <a:chExt cx="905164" cy="1027908"/>
            </a:xfrm>
          </p:grpSpPr>
          <p:pic>
            <p:nvPicPr>
              <p:cNvPr id="210" name="图形 209">
                <a:extLst>
                  <a:ext uri="{FF2B5EF4-FFF2-40B4-BE49-F238E27FC236}">
                    <a16:creationId xmlns:a16="http://schemas.microsoft.com/office/drawing/2014/main" id="{61E01467-74F7-469C-BAD5-DFFB1234E440}"/>
                  </a:ext>
                </a:extLst>
              </p:cNvPr>
              <p:cNvPicPr>
                <a:picLocks noChangeAspect="1"/>
              </p:cNvPicPr>
              <p:nvPr/>
            </p:nvPicPr>
            <p:blipFill>
              <a:blip r:embed="rId7">
                <a:extLst>
                  <a:ext uri="{28A0092B-C50C-407E-A947-70E740481C1C}">
                    <a14:useLocalDpi xmlns:a14="http://schemas.microsoft.com/office/drawing/2010/main" val="0"/>
                  </a:ext>
                  <a:ext uri="{96DAC541-7B7A-43D3-8B79-37D633B846F1}">
                    <asvg:svgBlip xmlns:asvg="http://schemas.microsoft.com/office/drawing/2016/SVG/main" r:embed="rId8"/>
                  </a:ext>
                </a:extLst>
              </a:blip>
              <a:stretch>
                <a:fillRect/>
              </a:stretch>
            </p:blipFill>
            <p:spPr>
              <a:xfrm>
                <a:off x="984826" y="1759714"/>
                <a:ext cx="501772" cy="658576"/>
              </a:xfrm>
              <a:prstGeom prst="rect">
                <a:avLst/>
              </a:prstGeom>
            </p:spPr>
          </p:pic>
          <p:sp>
            <p:nvSpPr>
              <p:cNvPr id="219" name="文本框 218">
                <a:extLst>
                  <a:ext uri="{FF2B5EF4-FFF2-40B4-BE49-F238E27FC236}">
                    <a16:creationId xmlns:a16="http://schemas.microsoft.com/office/drawing/2014/main" id="{B105E330-42F6-4FA8-914C-123FFA0756D5}"/>
                  </a:ext>
                </a:extLst>
              </p:cNvPr>
              <p:cNvSpPr txBox="1"/>
              <p:nvPr/>
            </p:nvSpPr>
            <p:spPr>
              <a:xfrm>
                <a:off x="878301" y="1390382"/>
                <a:ext cx="905164" cy="369332"/>
              </a:xfrm>
              <a:prstGeom prst="rect">
                <a:avLst/>
              </a:prstGeom>
              <a:noFill/>
            </p:spPr>
            <p:txBody>
              <a:bodyPr wrap="square" rtlCol="0">
                <a:spAutoFit/>
              </a:bodyPr>
              <a:lstStyle/>
              <a:p>
                <a:r>
                  <a:rPr lang="zh-CN" altLang="en-US" b="1" dirty="0">
                    <a:latin typeface="+mn-ea"/>
                  </a:rPr>
                  <a:t>接收方</a:t>
                </a:r>
              </a:p>
            </p:txBody>
          </p:sp>
        </p:grpSp>
        <p:sp>
          <p:nvSpPr>
            <p:cNvPr id="57" name="云形 56">
              <a:extLst>
                <a:ext uri="{FF2B5EF4-FFF2-40B4-BE49-F238E27FC236}">
                  <a16:creationId xmlns:a16="http://schemas.microsoft.com/office/drawing/2014/main" id="{8D58A5DA-48AF-4D62-A0E1-92B6F8CBE1F4}"/>
                </a:ext>
              </a:extLst>
            </p:cNvPr>
            <p:cNvSpPr/>
            <p:nvPr/>
          </p:nvSpPr>
          <p:spPr>
            <a:xfrm>
              <a:off x="475097" y="3429014"/>
              <a:ext cx="1355161" cy="801398"/>
            </a:xfrm>
            <a:prstGeom prst="cloud">
              <a:avLst/>
            </a:prstGeom>
            <a:solidFill>
              <a:schemeClr val="bg1">
                <a:lumMod val="85000"/>
              </a:schemeClr>
            </a:solidFill>
            <a:ln>
              <a:solidFill>
                <a:schemeClr val="bg1">
                  <a:lumMod val="85000"/>
                </a:schemeClr>
              </a:solidFill>
            </a:ln>
          </p:spPr>
          <p:style>
            <a:lnRef idx="2">
              <a:schemeClr val="accent3">
                <a:shade val="50000"/>
              </a:schemeClr>
            </a:lnRef>
            <a:fillRef idx="1">
              <a:schemeClr val="accent3"/>
            </a:fillRef>
            <a:effectRef idx="0">
              <a:schemeClr val="accent3"/>
            </a:effectRef>
            <a:fontRef idx="minor">
              <a:schemeClr val="lt1"/>
            </a:fontRef>
          </p:style>
          <p:txBody>
            <a:bodyPr rtlCol="0" anchor="ctr"/>
            <a:lstStyle/>
            <a:p>
              <a:pPr algn="ctr"/>
              <a:r>
                <a:rPr lang="zh-CN" altLang="en-US" b="1" dirty="0">
                  <a:solidFill>
                    <a:schemeClr val="tx1"/>
                  </a:solidFill>
                  <a:latin typeface="+mn-ea"/>
                </a:rPr>
                <a:t>因特网</a:t>
              </a:r>
            </a:p>
          </p:txBody>
        </p:sp>
      </p:grpSp>
      <p:graphicFrame>
        <p:nvGraphicFramePr>
          <p:cNvPr id="21" name="表格 21">
            <a:extLst>
              <a:ext uri="{FF2B5EF4-FFF2-40B4-BE49-F238E27FC236}">
                <a16:creationId xmlns:a16="http://schemas.microsoft.com/office/drawing/2014/main" id="{CE497585-4F97-4F44-9ABE-D7BBA16B40E0}"/>
              </a:ext>
            </a:extLst>
          </p:cNvPr>
          <p:cNvGraphicFramePr>
            <a:graphicFrameLocks noGrp="1"/>
          </p:cNvGraphicFramePr>
          <p:nvPr/>
        </p:nvGraphicFramePr>
        <p:xfrm>
          <a:off x="2302929" y="5557308"/>
          <a:ext cx="9067800" cy="370840"/>
        </p:xfrm>
        <a:graphic>
          <a:graphicData uri="http://schemas.openxmlformats.org/drawingml/2006/table">
            <a:tbl>
              <a:tblPr firstRow="1" bandRow="1">
                <a:tableStyleId>{5C22544A-7EE6-4342-B048-85BDC9FD1C3A}</a:tableStyleId>
              </a:tblPr>
              <a:tblGrid>
                <a:gridCol w="755650">
                  <a:extLst>
                    <a:ext uri="{9D8B030D-6E8A-4147-A177-3AD203B41FA5}">
                      <a16:colId xmlns:a16="http://schemas.microsoft.com/office/drawing/2014/main" val="877486509"/>
                    </a:ext>
                  </a:extLst>
                </a:gridCol>
                <a:gridCol w="755650">
                  <a:extLst>
                    <a:ext uri="{9D8B030D-6E8A-4147-A177-3AD203B41FA5}">
                      <a16:colId xmlns:a16="http://schemas.microsoft.com/office/drawing/2014/main" val="3548605817"/>
                    </a:ext>
                  </a:extLst>
                </a:gridCol>
                <a:gridCol w="755650">
                  <a:extLst>
                    <a:ext uri="{9D8B030D-6E8A-4147-A177-3AD203B41FA5}">
                      <a16:colId xmlns:a16="http://schemas.microsoft.com/office/drawing/2014/main" val="2881812895"/>
                    </a:ext>
                  </a:extLst>
                </a:gridCol>
                <a:gridCol w="755650">
                  <a:extLst>
                    <a:ext uri="{9D8B030D-6E8A-4147-A177-3AD203B41FA5}">
                      <a16:colId xmlns:a16="http://schemas.microsoft.com/office/drawing/2014/main" val="3682284582"/>
                    </a:ext>
                  </a:extLst>
                </a:gridCol>
                <a:gridCol w="755650">
                  <a:extLst>
                    <a:ext uri="{9D8B030D-6E8A-4147-A177-3AD203B41FA5}">
                      <a16:colId xmlns:a16="http://schemas.microsoft.com/office/drawing/2014/main" val="500127722"/>
                    </a:ext>
                  </a:extLst>
                </a:gridCol>
                <a:gridCol w="755650">
                  <a:extLst>
                    <a:ext uri="{9D8B030D-6E8A-4147-A177-3AD203B41FA5}">
                      <a16:colId xmlns:a16="http://schemas.microsoft.com/office/drawing/2014/main" val="2946259618"/>
                    </a:ext>
                  </a:extLst>
                </a:gridCol>
                <a:gridCol w="755650">
                  <a:extLst>
                    <a:ext uri="{9D8B030D-6E8A-4147-A177-3AD203B41FA5}">
                      <a16:colId xmlns:a16="http://schemas.microsoft.com/office/drawing/2014/main" val="171501986"/>
                    </a:ext>
                  </a:extLst>
                </a:gridCol>
                <a:gridCol w="755650">
                  <a:extLst>
                    <a:ext uri="{9D8B030D-6E8A-4147-A177-3AD203B41FA5}">
                      <a16:colId xmlns:a16="http://schemas.microsoft.com/office/drawing/2014/main" val="1667185265"/>
                    </a:ext>
                  </a:extLst>
                </a:gridCol>
                <a:gridCol w="755650">
                  <a:extLst>
                    <a:ext uri="{9D8B030D-6E8A-4147-A177-3AD203B41FA5}">
                      <a16:colId xmlns:a16="http://schemas.microsoft.com/office/drawing/2014/main" val="4258211808"/>
                    </a:ext>
                  </a:extLst>
                </a:gridCol>
                <a:gridCol w="755650">
                  <a:extLst>
                    <a:ext uri="{9D8B030D-6E8A-4147-A177-3AD203B41FA5}">
                      <a16:colId xmlns:a16="http://schemas.microsoft.com/office/drawing/2014/main" val="1794200575"/>
                    </a:ext>
                  </a:extLst>
                </a:gridCol>
                <a:gridCol w="755650">
                  <a:extLst>
                    <a:ext uri="{9D8B030D-6E8A-4147-A177-3AD203B41FA5}">
                      <a16:colId xmlns:a16="http://schemas.microsoft.com/office/drawing/2014/main" val="4230716487"/>
                    </a:ext>
                  </a:extLst>
                </a:gridCol>
                <a:gridCol w="755650">
                  <a:extLst>
                    <a:ext uri="{9D8B030D-6E8A-4147-A177-3AD203B41FA5}">
                      <a16:colId xmlns:a16="http://schemas.microsoft.com/office/drawing/2014/main" val="56153739"/>
                    </a:ext>
                  </a:extLst>
                </a:gridCol>
              </a:tblGrid>
              <a:tr h="370840">
                <a:tc>
                  <a:txBody>
                    <a:bodyPr/>
                    <a:lstStyle/>
                    <a:p>
                      <a:pPr algn="ctr"/>
                      <a:r>
                        <a:rPr lang="en-US" altLang="zh-CN" dirty="0">
                          <a:solidFill>
                            <a:schemeClr val="tx1"/>
                          </a:solidFill>
                          <a:latin typeface="Arial Black" panose="020B0A04020102020204" pitchFamily="34" charset="0"/>
                        </a:rPr>
                        <a:t>0</a:t>
                      </a:r>
                      <a:endParaRPr lang="zh-CN" altLang="en-US" dirty="0">
                        <a:solidFill>
                          <a:schemeClr val="tx1"/>
                        </a:solidFill>
                        <a:latin typeface="Arial Black" panose="020B0A04020102020204" pitchFamily="34" charset="0"/>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ctr"/>
                      <a:r>
                        <a:rPr lang="en-US" altLang="zh-CN" dirty="0">
                          <a:solidFill>
                            <a:schemeClr val="tx1"/>
                          </a:solidFill>
                          <a:latin typeface="Arial Black" panose="020B0A04020102020204" pitchFamily="34" charset="0"/>
                        </a:rPr>
                        <a:t>1</a:t>
                      </a:r>
                      <a:endParaRPr lang="zh-CN" altLang="en-US" dirty="0">
                        <a:solidFill>
                          <a:schemeClr val="tx1"/>
                        </a:solidFill>
                        <a:latin typeface="Arial Black" panose="020B0A04020102020204" pitchFamily="34" charset="0"/>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ctr"/>
                      <a:r>
                        <a:rPr lang="en-US" altLang="zh-CN" dirty="0">
                          <a:solidFill>
                            <a:schemeClr val="tx1"/>
                          </a:solidFill>
                          <a:latin typeface="Arial Black" panose="020B0A04020102020204" pitchFamily="34" charset="0"/>
                        </a:rPr>
                        <a:t>2</a:t>
                      </a:r>
                      <a:endParaRPr lang="zh-CN" altLang="en-US" dirty="0">
                        <a:solidFill>
                          <a:schemeClr val="tx1"/>
                        </a:solidFill>
                        <a:latin typeface="Arial Black" panose="020B0A04020102020204" pitchFamily="34" charset="0"/>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ctr"/>
                      <a:r>
                        <a:rPr lang="en-US" altLang="zh-CN" dirty="0">
                          <a:solidFill>
                            <a:schemeClr val="tx1"/>
                          </a:solidFill>
                          <a:latin typeface="Arial Black" panose="020B0A04020102020204" pitchFamily="34" charset="0"/>
                        </a:rPr>
                        <a:t>3</a:t>
                      </a:r>
                      <a:endParaRPr lang="zh-CN" altLang="en-US" dirty="0">
                        <a:solidFill>
                          <a:schemeClr val="tx1"/>
                        </a:solidFill>
                        <a:latin typeface="Arial Black" panose="020B0A04020102020204" pitchFamily="34" charset="0"/>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ctr"/>
                      <a:r>
                        <a:rPr lang="en-US" altLang="zh-CN" dirty="0">
                          <a:solidFill>
                            <a:schemeClr val="tx1"/>
                          </a:solidFill>
                          <a:latin typeface="Arial Black" panose="020B0A04020102020204" pitchFamily="34" charset="0"/>
                        </a:rPr>
                        <a:t>4</a:t>
                      </a:r>
                      <a:endParaRPr lang="zh-CN" altLang="en-US" dirty="0">
                        <a:solidFill>
                          <a:schemeClr val="tx1"/>
                        </a:solidFill>
                        <a:latin typeface="Arial Black" panose="020B0A04020102020204" pitchFamily="34" charset="0"/>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ctr"/>
                      <a:r>
                        <a:rPr lang="en-US" altLang="zh-CN" dirty="0">
                          <a:solidFill>
                            <a:schemeClr val="tx1"/>
                          </a:solidFill>
                          <a:latin typeface="Arial Black" panose="020B0A04020102020204" pitchFamily="34" charset="0"/>
                        </a:rPr>
                        <a:t>5</a:t>
                      </a:r>
                      <a:endParaRPr lang="zh-CN" altLang="en-US" dirty="0">
                        <a:solidFill>
                          <a:schemeClr val="tx1"/>
                        </a:solidFill>
                        <a:latin typeface="Arial Black" panose="020B0A04020102020204" pitchFamily="34" charset="0"/>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ctr"/>
                      <a:r>
                        <a:rPr lang="en-US" altLang="zh-CN" dirty="0">
                          <a:solidFill>
                            <a:schemeClr val="tx1"/>
                          </a:solidFill>
                          <a:latin typeface="Arial Black" panose="020B0A04020102020204" pitchFamily="34" charset="0"/>
                        </a:rPr>
                        <a:t>6</a:t>
                      </a:r>
                      <a:endParaRPr lang="zh-CN" altLang="en-US" dirty="0">
                        <a:solidFill>
                          <a:schemeClr val="tx1"/>
                        </a:solidFill>
                        <a:latin typeface="Arial Black" panose="020B0A04020102020204" pitchFamily="34" charset="0"/>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ctr"/>
                      <a:r>
                        <a:rPr lang="en-US" altLang="zh-CN" dirty="0">
                          <a:solidFill>
                            <a:schemeClr val="tx1"/>
                          </a:solidFill>
                          <a:latin typeface="Arial Black" panose="020B0A04020102020204" pitchFamily="34" charset="0"/>
                        </a:rPr>
                        <a:t>7</a:t>
                      </a:r>
                      <a:endParaRPr lang="zh-CN" altLang="en-US" dirty="0">
                        <a:solidFill>
                          <a:schemeClr val="tx1"/>
                        </a:solidFill>
                        <a:latin typeface="Arial Black" panose="020B0A04020102020204" pitchFamily="34" charset="0"/>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ctr"/>
                      <a:r>
                        <a:rPr lang="en-US" altLang="zh-CN" dirty="0">
                          <a:solidFill>
                            <a:schemeClr val="tx1"/>
                          </a:solidFill>
                          <a:latin typeface="Arial Black" panose="020B0A04020102020204" pitchFamily="34" charset="0"/>
                        </a:rPr>
                        <a:t>0</a:t>
                      </a:r>
                      <a:endParaRPr lang="zh-CN" altLang="en-US" dirty="0">
                        <a:solidFill>
                          <a:schemeClr val="tx1"/>
                        </a:solidFill>
                        <a:latin typeface="Arial Black" panose="020B0A04020102020204" pitchFamily="34" charset="0"/>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ctr"/>
                      <a:r>
                        <a:rPr lang="en-US" altLang="zh-CN" dirty="0">
                          <a:solidFill>
                            <a:schemeClr val="tx1"/>
                          </a:solidFill>
                          <a:latin typeface="Arial Black" panose="020B0A04020102020204" pitchFamily="34" charset="0"/>
                        </a:rPr>
                        <a:t>1</a:t>
                      </a:r>
                      <a:endParaRPr lang="zh-CN" altLang="en-US" dirty="0">
                        <a:solidFill>
                          <a:schemeClr val="tx1"/>
                        </a:solidFill>
                        <a:latin typeface="Arial Black" panose="020B0A04020102020204" pitchFamily="34" charset="0"/>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ctr"/>
                      <a:r>
                        <a:rPr lang="en-US" altLang="zh-CN" dirty="0">
                          <a:solidFill>
                            <a:schemeClr val="tx1"/>
                          </a:solidFill>
                          <a:latin typeface="Arial Black" panose="020B0A04020102020204" pitchFamily="34" charset="0"/>
                        </a:rPr>
                        <a:t>2</a:t>
                      </a:r>
                      <a:endParaRPr lang="zh-CN" altLang="en-US" dirty="0">
                        <a:solidFill>
                          <a:schemeClr val="tx1"/>
                        </a:solidFill>
                        <a:latin typeface="Arial Black" panose="020B0A04020102020204" pitchFamily="34" charset="0"/>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ctr"/>
                      <a:r>
                        <a:rPr lang="en-US" altLang="zh-CN" dirty="0">
                          <a:solidFill>
                            <a:schemeClr val="tx1"/>
                          </a:solidFill>
                          <a:latin typeface="Arial Black" panose="020B0A04020102020204" pitchFamily="34" charset="0"/>
                        </a:rPr>
                        <a:t>…</a:t>
                      </a:r>
                      <a:endParaRPr lang="zh-CN" altLang="en-US" dirty="0">
                        <a:solidFill>
                          <a:schemeClr val="tx1"/>
                        </a:solidFill>
                        <a:latin typeface="Arial Black" panose="020B0A04020102020204" pitchFamily="34" charset="0"/>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extLst>
                  <a:ext uri="{0D108BD9-81ED-4DB2-BD59-A6C34878D82A}">
                    <a16:rowId xmlns:a16="http://schemas.microsoft.com/office/drawing/2014/main" val="316235763"/>
                  </a:ext>
                </a:extLst>
              </a:tr>
            </a:tbl>
          </a:graphicData>
        </a:graphic>
      </p:graphicFrame>
      <p:graphicFrame>
        <p:nvGraphicFramePr>
          <p:cNvPr id="68" name="表格 21">
            <a:extLst>
              <a:ext uri="{FF2B5EF4-FFF2-40B4-BE49-F238E27FC236}">
                <a16:creationId xmlns:a16="http://schemas.microsoft.com/office/drawing/2014/main" id="{D9B4273D-C94E-42E6-A39B-908C6FA1D8AF}"/>
              </a:ext>
            </a:extLst>
          </p:cNvPr>
          <p:cNvGraphicFramePr>
            <a:graphicFrameLocks noGrp="1"/>
          </p:cNvGraphicFramePr>
          <p:nvPr/>
        </p:nvGraphicFramePr>
        <p:xfrm>
          <a:off x="2302929" y="1827576"/>
          <a:ext cx="9067800" cy="370840"/>
        </p:xfrm>
        <a:graphic>
          <a:graphicData uri="http://schemas.openxmlformats.org/drawingml/2006/table">
            <a:tbl>
              <a:tblPr firstRow="1" bandRow="1">
                <a:tableStyleId>{5C22544A-7EE6-4342-B048-85BDC9FD1C3A}</a:tableStyleId>
              </a:tblPr>
              <a:tblGrid>
                <a:gridCol w="755650">
                  <a:extLst>
                    <a:ext uri="{9D8B030D-6E8A-4147-A177-3AD203B41FA5}">
                      <a16:colId xmlns:a16="http://schemas.microsoft.com/office/drawing/2014/main" val="877486509"/>
                    </a:ext>
                  </a:extLst>
                </a:gridCol>
                <a:gridCol w="755650">
                  <a:extLst>
                    <a:ext uri="{9D8B030D-6E8A-4147-A177-3AD203B41FA5}">
                      <a16:colId xmlns:a16="http://schemas.microsoft.com/office/drawing/2014/main" val="3548605817"/>
                    </a:ext>
                  </a:extLst>
                </a:gridCol>
                <a:gridCol w="755650">
                  <a:extLst>
                    <a:ext uri="{9D8B030D-6E8A-4147-A177-3AD203B41FA5}">
                      <a16:colId xmlns:a16="http://schemas.microsoft.com/office/drawing/2014/main" val="2881812895"/>
                    </a:ext>
                  </a:extLst>
                </a:gridCol>
                <a:gridCol w="755650">
                  <a:extLst>
                    <a:ext uri="{9D8B030D-6E8A-4147-A177-3AD203B41FA5}">
                      <a16:colId xmlns:a16="http://schemas.microsoft.com/office/drawing/2014/main" val="3682284582"/>
                    </a:ext>
                  </a:extLst>
                </a:gridCol>
                <a:gridCol w="755650">
                  <a:extLst>
                    <a:ext uri="{9D8B030D-6E8A-4147-A177-3AD203B41FA5}">
                      <a16:colId xmlns:a16="http://schemas.microsoft.com/office/drawing/2014/main" val="500127722"/>
                    </a:ext>
                  </a:extLst>
                </a:gridCol>
                <a:gridCol w="755650">
                  <a:extLst>
                    <a:ext uri="{9D8B030D-6E8A-4147-A177-3AD203B41FA5}">
                      <a16:colId xmlns:a16="http://schemas.microsoft.com/office/drawing/2014/main" val="2946259618"/>
                    </a:ext>
                  </a:extLst>
                </a:gridCol>
                <a:gridCol w="755650">
                  <a:extLst>
                    <a:ext uri="{9D8B030D-6E8A-4147-A177-3AD203B41FA5}">
                      <a16:colId xmlns:a16="http://schemas.microsoft.com/office/drawing/2014/main" val="171501986"/>
                    </a:ext>
                  </a:extLst>
                </a:gridCol>
                <a:gridCol w="755650">
                  <a:extLst>
                    <a:ext uri="{9D8B030D-6E8A-4147-A177-3AD203B41FA5}">
                      <a16:colId xmlns:a16="http://schemas.microsoft.com/office/drawing/2014/main" val="1667185265"/>
                    </a:ext>
                  </a:extLst>
                </a:gridCol>
                <a:gridCol w="755650">
                  <a:extLst>
                    <a:ext uri="{9D8B030D-6E8A-4147-A177-3AD203B41FA5}">
                      <a16:colId xmlns:a16="http://schemas.microsoft.com/office/drawing/2014/main" val="4258211808"/>
                    </a:ext>
                  </a:extLst>
                </a:gridCol>
                <a:gridCol w="755650">
                  <a:extLst>
                    <a:ext uri="{9D8B030D-6E8A-4147-A177-3AD203B41FA5}">
                      <a16:colId xmlns:a16="http://schemas.microsoft.com/office/drawing/2014/main" val="1794200575"/>
                    </a:ext>
                  </a:extLst>
                </a:gridCol>
                <a:gridCol w="755650">
                  <a:extLst>
                    <a:ext uri="{9D8B030D-6E8A-4147-A177-3AD203B41FA5}">
                      <a16:colId xmlns:a16="http://schemas.microsoft.com/office/drawing/2014/main" val="4230716487"/>
                    </a:ext>
                  </a:extLst>
                </a:gridCol>
                <a:gridCol w="755650">
                  <a:extLst>
                    <a:ext uri="{9D8B030D-6E8A-4147-A177-3AD203B41FA5}">
                      <a16:colId xmlns:a16="http://schemas.microsoft.com/office/drawing/2014/main" val="56153739"/>
                    </a:ext>
                  </a:extLst>
                </a:gridCol>
              </a:tblGrid>
              <a:tr h="370840">
                <a:tc>
                  <a:txBody>
                    <a:bodyPr/>
                    <a:lstStyle/>
                    <a:p>
                      <a:pPr algn="ctr"/>
                      <a:r>
                        <a:rPr lang="en-US" altLang="zh-CN" dirty="0">
                          <a:solidFill>
                            <a:schemeClr val="tx1"/>
                          </a:solidFill>
                          <a:latin typeface="Arial Black" panose="020B0A04020102020204" pitchFamily="34" charset="0"/>
                        </a:rPr>
                        <a:t>0</a:t>
                      </a:r>
                      <a:endParaRPr lang="zh-CN" altLang="en-US" dirty="0">
                        <a:solidFill>
                          <a:schemeClr val="tx1"/>
                        </a:solidFill>
                        <a:latin typeface="Arial Black" panose="020B0A04020102020204" pitchFamily="34" charset="0"/>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ctr"/>
                      <a:r>
                        <a:rPr lang="en-US" altLang="zh-CN" dirty="0">
                          <a:solidFill>
                            <a:schemeClr val="tx1"/>
                          </a:solidFill>
                          <a:latin typeface="Arial Black" panose="020B0A04020102020204" pitchFamily="34" charset="0"/>
                        </a:rPr>
                        <a:t>1</a:t>
                      </a:r>
                      <a:endParaRPr lang="zh-CN" altLang="en-US" dirty="0">
                        <a:solidFill>
                          <a:schemeClr val="tx1"/>
                        </a:solidFill>
                        <a:latin typeface="Arial Black" panose="020B0A04020102020204" pitchFamily="34" charset="0"/>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ctr"/>
                      <a:r>
                        <a:rPr lang="en-US" altLang="zh-CN" dirty="0">
                          <a:solidFill>
                            <a:schemeClr val="tx1"/>
                          </a:solidFill>
                          <a:latin typeface="Arial Black" panose="020B0A04020102020204" pitchFamily="34" charset="0"/>
                        </a:rPr>
                        <a:t>2</a:t>
                      </a:r>
                      <a:endParaRPr lang="zh-CN" altLang="en-US" dirty="0">
                        <a:solidFill>
                          <a:schemeClr val="tx1"/>
                        </a:solidFill>
                        <a:latin typeface="Arial Black" panose="020B0A04020102020204" pitchFamily="34" charset="0"/>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ctr"/>
                      <a:r>
                        <a:rPr lang="en-US" altLang="zh-CN" dirty="0">
                          <a:solidFill>
                            <a:schemeClr val="tx1"/>
                          </a:solidFill>
                          <a:latin typeface="Arial Black" panose="020B0A04020102020204" pitchFamily="34" charset="0"/>
                        </a:rPr>
                        <a:t>3</a:t>
                      </a:r>
                      <a:endParaRPr lang="zh-CN" altLang="en-US" dirty="0">
                        <a:solidFill>
                          <a:schemeClr val="tx1"/>
                        </a:solidFill>
                        <a:latin typeface="Arial Black" panose="020B0A04020102020204" pitchFamily="34" charset="0"/>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ctr"/>
                      <a:r>
                        <a:rPr lang="en-US" altLang="zh-CN" dirty="0">
                          <a:solidFill>
                            <a:schemeClr val="tx1"/>
                          </a:solidFill>
                          <a:latin typeface="Arial Black" panose="020B0A04020102020204" pitchFamily="34" charset="0"/>
                        </a:rPr>
                        <a:t>4</a:t>
                      </a:r>
                      <a:endParaRPr lang="zh-CN" altLang="en-US" dirty="0">
                        <a:solidFill>
                          <a:schemeClr val="tx1"/>
                        </a:solidFill>
                        <a:latin typeface="Arial Black" panose="020B0A04020102020204" pitchFamily="34" charset="0"/>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ctr"/>
                      <a:r>
                        <a:rPr lang="en-US" altLang="zh-CN" dirty="0">
                          <a:solidFill>
                            <a:schemeClr val="tx1"/>
                          </a:solidFill>
                          <a:latin typeface="Arial Black" panose="020B0A04020102020204" pitchFamily="34" charset="0"/>
                        </a:rPr>
                        <a:t>5</a:t>
                      </a:r>
                      <a:endParaRPr lang="zh-CN" altLang="en-US" dirty="0">
                        <a:solidFill>
                          <a:schemeClr val="tx1"/>
                        </a:solidFill>
                        <a:latin typeface="Arial Black" panose="020B0A04020102020204" pitchFamily="34" charset="0"/>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ctr"/>
                      <a:r>
                        <a:rPr lang="en-US" altLang="zh-CN" dirty="0">
                          <a:solidFill>
                            <a:schemeClr val="tx1"/>
                          </a:solidFill>
                          <a:latin typeface="Arial Black" panose="020B0A04020102020204" pitchFamily="34" charset="0"/>
                        </a:rPr>
                        <a:t>6</a:t>
                      </a:r>
                      <a:endParaRPr lang="zh-CN" altLang="en-US" dirty="0">
                        <a:solidFill>
                          <a:schemeClr val="tx1"/>
                        </a:solidFill>
                        <a:latin typeface="Arial Black" panose="020B0A04020102020204" pitchFamily="34" charset="0"/>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ctr"/>
                      <a:r>
                        <a:rPr lang="en-US" altLang="zh-CN" dirty="0">
                          <a:solidFill>
                            <a:schemeClr val="tx1"/>
                          </a:solidFill>
                          <a:latin typeface="Arial Black" panose="020B0A04020102020204" pitchFamily="34" charset="0"/>
                        </a:rPr>
                        <a:t>7</a:t>
                      </a:r>
                      <a:endParaRPr lang="zh-CN" altLang="en-US" dirty="0">
                        <a:solidFill>
                          <a:schemeClr val="tx1"/>
                        </a:solidFill>
                        <a:latin typeface="Arial Black" panose="020B0A04020102020204" pitchFamily="34" charset="0"/>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ctr"/>
                      <a:r>
                        <a:rPr lang="en-US" altLang="zh-CN" dirty="0">
                          <a:solidFill>
                            <a:schemeClr val="tx1"/>
                          </a:solidFill>
                          <a:latin typeface="Arial Black" panose="020B0A04020102020204" pitchFamily="34" charset="0"/>
                        </a:rPr>
                        <a:t>0</a:t>
                      </a:r>
                      <a:endParaRPr lang="zh-CN" altLang="en-US" dirty="0">
                        <a:solidFill>
                          <a:schemeClr val="tx1"/>
                        </a:solidFill>
                        <a:latin typeface="Arial Black" panose="020B0A04020102020204" pitchFamily="34" charset="0"/>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ctr"/>
                      <a:r>
                        <a:rPr lang="en-US" altLang="zh-CN" dirty="0">
                          <a:solidFill>
                            <a:schemeClr val="tx1"/>
                          </a:solidFill>
                          <a:latin typeface="Arial Black" panose="020B0A04020102020204" pitchFamily="34" charset="0"/>
                        </a:rPr>
                        <a:t>1</a:t>
                      </a:r>
                      <a:endParaRPr lang="zh-CN" altLang="en-US" dirty="0">
                        <a:solidFill>
                          <a:schemeClr val="tx1"/>
                        </a:solidFill>
                        <a:latin typeface="Arial Black" panose="020B0A04020102020204" pitchFamily="34" charset="0"/>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ctr"/>
                      <a:r>
                        <a:rPr lang="en-US" altLang="zh-CN" dirty="0">
                          <a:solidFill>
                            <a:schemeClr val="tx1"/>
                          </a:solidFill>
                          <a:latin typeface="Arial Black" panose="020B0A04020102020204" pitchFamily="34" charset="0"/>
                        </a:rPr>
                        <a:t>2</a:t>
                      </a:r>
                      <a:endParaRPr lang="zh-CN" altLang="en-US" dirty="0">
                        <a:solidFill>
                          <a:schemeClr val="tx1"/>
                        </a:solidFill>
                        <a:latin typeface="Arial Black" panose="020B0A04020102020204" pitchFamily="34" charset="0"/>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ctr"/>
                      <a:r>
                        <a:rPr lang="en-US" altLang="zh-CN" dirty="0">
                          <a:solidFill>
                            <a:schemeClr val="tx1"/>
                          </a:solidFill>
                          <a:latin typeface="Arial Black" panose="020B0A04020102020204" pitchFamily="34" charset="0"/>
                        </a:rPr>
                        <a:t>…</a:t>
                      </a:r>
                      <a:endParaRPr lang="zh-CN" altLang="en-US" dirty="0">
                        <a:solidFill>
                          <a:schemeClr val="tx1"/>
                        </a:solidFill>
                        <a:latin typeface="Arial Black" panose="020B0A04020102020204" pitchFamily="34" charset="0"/>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extLst>
                  <a:ext uri="{0D108BD9-81ED-4DB2-BD59-A6C34878D82A}">
                    <a16:rowId xmlns:a16="http://schemas.microsoft.com/office/drawing/2014/main" val="316235763"/>
                  </a:ext>
                </a:extLst>
              </a:tr>
            </a:tbl>
          </a:graphicData>
        </a:graphic>
      </p:graphicFrame>
      <p:sp>
        <p:nvSpPr>
          <p:cNvPr id="40" name="矩形 39">
            <a:extLst>
              <a:ext uri="{FF2B5EF4-FFF2-40B4-BE49-F238E27FC236}">
                <a16:creationId xmlns:a16="http://schemas.microsoft.com/office/drawing/2014/main" id="{490B862A-EE0E-44CB-AB79-5E73939A9E3A}"/>
              </a:ext>
            </a:extLst>
          </p:cNvPr>
          <p:cNvSpPr/>
          <p:nvPr/>
        </p:nvSpPr>
        <p:spPr>
          <a:xfrm>
            <a:off x="2823280" y="3098919"/>
            <a:ext cx="8160351" cy="1461086"/>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nSpc>
                <a:spcPct val="150000"/>
              </a:lnSpc>
            </a:pPr>
            <a:endParaRPr lang="zh-CN" altLang="en-US" b="1" dirty="0">
              <a:solidFill>
                <a:schemeClr val="bg1"/>
              </a:solidFill>
            </a:endParaRPr>
          </a:p>
        </p:txBody>
      </p:sp>
      <mc:AlternateContent xmlns:mc="http://schemas.openxmlformats.org/markup-compatibility/2006" xmlns:a14="http://schemas.microsoft.com/office/drawing/2010/main">
        <mc:Choice Requires="a14">
          <p:sp>
            <p:nvSpPr>
              <p:cNvPr id="41" name="文本框 40">
                <a:extLst>
                  <a:ext uri="{FF2B5EF4-FFF2-40B4-BE49-F238E27FC236}">
                    <a16:creationId xmlns:a16="http://schemas.microsoft.com/office/drawing/2014/main" id="{8A0BE979-24F8-4C81-A02C-EE26A9915EBA}"/>
                  </a:ext>
                </a:extLst>
              </p:cNvPr>
              <p:cNvSpPr txBox="1"/>
              <p:nvPr/>
            </p:nvSpPr>
            <p:spPr>
              <a:xfrm>
                <a:off x="2898126" y="3099976"/>
                <a:ext cx="7952252" cy="458139"/>
              </a:xfrm>
              <a:prstGeom prst="rect">
                <a:avLst/>
              </a:prstGeom>
              <a:noFill/>
            </p:spPr>
            <p:txBody>
              <a:bodyPr wrap="square">
                <a:spAutoFit/>
              </a:bodyPr>
              <a:lstStyle/>
              <a:p>
                <a:pPr>
                  <a:lnSpc>
                    <a:spcPct val="150000"/>
                  </a:lnSpc>
                </a:pPr>
                <a:r>
                  <a:rPr lang="zh-CN" altLang="en-US" b="1" dirty="0">
                    <a:solidFill>
                      <a:schemeClr val="bg1"/>
                    </a:solidFill>
                  </a:rPr>
                  <a:t>采用</a:t>
                </a:r>
                <a14:m>
                  <m:oMath xmlns:m="http://schemas.openxmlformats.org/officeDocument/2006/math">
                    <m:r>
                      <a:rPr lang="en-US" altLang="zh-CN" b="1" i="1" dirty="0" smtClean="0">
                        <a:solidFill>
                          <a:schemeClr val="bg1"/>
                        </a:solidFill>
                        <a:latin typeface="Cambria Math" panose="02040503050406030204" pitchFamily="18" charset="0"/>
                      </a:rPr>
                      <m:t>𝒏</m:t>
                    </m:r>
                  </m:oMath>
                </a14:m>
                <a:r>
                  <a:rPr lang="zh-CN" altLang="en-US" b="1" dirty="0">
                    <a:solidFill>
                      <a:schemeClr val="bg1"/>
                    </a:solidFill>
                  </a:rPr>
                  <a:t>个比特给分组编序号，则发送窗口</a:t>
                </a:r>
                <a14:m>
                  <m:oMath xmlns:m="http://schemas.openxmlformats.org/officeDocument/2006/math">
                    <m:sSub>
                      <m:sSubPr>
                        <m:ctrlPr>
                          <a:rPr lang="en-US" altLang="zh-CN" b="1" i="1">
                            <a:solidFill>
                              <a:schemeClr val="bg1"/>
                            </a:solidFill>
                            <a:latin typeface="Cambria Math" panose="02040503050406030204" pitchFamily="18" charset="0"/>
                            <a:ea typeface="Cambria Math" panose="02040503050406030204" pitchFamily="18" charset="0"/>
                          </a:rPr>
                        </m:ctrlPr>
                      </m:sSubPr>
                      <m:e>
                        <m:r>
                          <a:rPr lang="en-US" altLang="zh-CN" b="1" i="1">
                            <a:solidFill>
                              <a:schemeClr val="bg1"/>
                            </a:solidFill>
                            <a:latin typeface="Cambria Math" panose="02040503050406030204" pitchFamily="18" charset="0"/>
                            <a:ea typeface="Cambria Math" panose="02040503050406030204" pitchFamily="18" charset="0"/>
                          </a:rPr>
                          <m:t>𝑾</m:t>
                        </m:r>
                      </m:e>
                      <m:sub>
                        <m:r>
                          <a:rPr lang="en-US" altLang="zh-CN" b="1" i="1">
                            <a:solidFill>
                              <a:schemeClr val="bg1"/>
                            </a:solidFill>
                            <a:latin typeface="Cambria Math" panose="02040503050406030204" pitchFamily="18" charset="0"/>
                            <a:ea typeface="Cambria Math" panose="02040503050406030204" pitchFamily="18" charset="0"/>
                          </a:rPr>
                          <m:t>𝑻</m:t>
                        </m:r>
                      </m:sub>
                    </m:sSub>
                  </m:oMath>
                </a14:m>
                <a:r>
                  <a:rPr lang="zh-CN" altLang="en-US" b="1" dirty="0">
                    <a:solidFill>
                      <a:schemeClr val="bg1"/>
                    </a:solidFill>
                  </a:rPr>
                  <a:t>的取值范围是</a:t>
                </a:r>
                <a14:m>
                  <m:oMath xmlns:m="http://schemas.openxmlformats.org/officeDocument/2006/math">
                    <m:r>
                      <a:rPr lang="en-US" altLang="zh-CN" b="1" i="1" smtClean="0">
                        <a:solidFill>
                          <a:schemeClr val="bg1"/>
                        </a:solidFill>
                        <a:latin typeface="Cambria Math" panose="02040503050406030204" pitchFamily="18" charset="0"/>
                      </a:rPr>
                      <m:t>𝟏</m:t>
                    </m:r>
                    <m:r>
                      <a:rPr lang="en-US" altLang="zh-CN" b="1" i="1" smtClean="0">
                        <a:solidFill>
                          <a:schemeClr val="bg1"/>
                        </a:solidFill>
                        <a:latin typeface="Cambria Math" panose="02040503050406030204" pitchFamily="18" charset="0"/>
                        <a:ea typeface="Cambria Math" panose="02040503050406030204" pitchFamily="18" charset="0"/>
                      </a:rPr>
                      <m:t>&lt;</m:t>
                    </m:r>
                    <m:sSub>
                      <m:sSubPr>
                        <m:ctrlPr>
                          <a:rPr lang="en-US" altLang="zh-CN" b="1" i="1" smtClean="0">
                            <a:solidFill>
                              <a:schemeClr val="bg1"/>
                            </a:solidFill>
                            <a:latin typeface="Cambria Math" panose="02040503050406030204" pitchFamily="18" charset="0"/>
                            <a:ea typeface="Cambria Math" panose="02040503050406030204" pitchFamily="18" charset="0"/>
                          </a:rPr>
                        </m:ctrlPr>
                      </m:sSubPr>
                      <m:e>
                        <m:r>
                          <a:rPr lang="en-US" altLang="zh-CN" b="1" i="1" smtClean="0">
                            <a:solidFill>
                              <a:schemeClr val="bg1"/>
                            </a:solidFill>
                            <a:latin typeface="Cambria Math" panose="02040503050406030204" pitchFamily="18" charset="0"/>
                            <a:ea typeface="Cambria Math" panose="02040503050406030204" pitchFamily="18" charset="0"/>
                          </a:rPr>
                          <m:t>𝑾</m:t>
                        </m:r>
                      </m:e>
                      <m:sub>
                        <m:r>
                          <a:rPr lang="en-US" altLang="zh-CN" b="1" i="1" smtClean="0">
                            <a:solidFill>
                              <a:schemeClr val="bg1"/>
                            </a:solidFill>
                            <a:latin typeface="Cambria Math" panose="02040503050406030204" pitchFamily="18" charset="0"/>
                            <a:ea typeface="Cambria Math" panose="02040503050406030204" pitchFamily="18" charset="0"/>
                          </a:rPr>
                          <m:t>𝑻</m:t>
                        </m:r>
                      </m:sub>
                    </m:sSub>
                    <m:r>
                      <a:rPr lang="en-US" altLang="zh-CN" b="1" i="1">
                        <a:solidFill>
                          <a:schemeClr val="bg1"/>
                        </a:solidFill>
                        <a:latin typeface="Cambria Math" panose="02040503050406030204" pitchFamily="18" charset="0"/>
                        <a:ea typeface="Cambria Math" panose="02040503050406030204" pitchFamily="18" charset="0"/>
                      </a:rPr>
                      <m:t>≤</m:t>
                    </m:r>
                    <m:sSup>
                      <m:sSupPr>
                        <m:ctrlPr>
                          <a:rPr lang="en-US" altLang="zh-CN" b="1" i="1" smtClean="0">
                            <a:solidFill>
                              <a:schemeClr val="bg1"/>
                            </a:solidFill>
                            <a:latin typeface="Cambria Math" panose="02040503050406030204" pitchFamily="18" charset="0"/>
                            <a:ea typeface="Cambria Math" panose="02040503050406030204" pitchFamily="18" charset="0"/>
                          </a:rPr>
                        </m:ctrlPr>
                      </m:sSupPr>
                      <m:e>
                        <m:r>
                          <a:rPr lang="en-US" altLang="zh-CN" b="1" i="1" smtClean="0">
                            <a:solidFill>
                              <a:schemeClr val="bg1"/>
                            </a:solidFill>
                            <a:latin typeface="Cambria Math" panose="02040503050406030204" pitchFamily="18" charset="0"/>
                            <a:ea typeface="Cambria Math" panose="02040503050406030204" pitchFamily="18" charset="0"/>
                          </a:rPr>
                          <m:t>(</m:t>
                        </m:r>
                        <m:r>
                          <a:rPr lang="en-US" altLang="zh-CN" b="1" i="1" smtClean="0">
                            <a:solidFill>
                              <a:schemeClr val="bg1"/>
                            </a:solidFill>
                            <a:latin typeface="Cambria Math" panose="02040503050406030204" pitchFamily="18" charset="0"/>
                            <a:ea typeface="Cambria Math" panose="02040503050406030204" pitchFamily="18" charset="0"/>
                          </a:rPr>
                          <m:t>𝟐</m:t>
                        </m:r>
                      </m:e>
                      <m:sup>
                        <m:r>
                          <a:rPr lang="en-US" altLang="zh-CN" b="1" i="1" smtClean="0">
                            <a:solidFill>
                              <a:schemeClr val="bg1"/>
                            </a:solidFill>
                            <a:latin typeface="Cambria Math" panose="02040503050406030204" pitchFamily="18" charset="0"/>
                            <a:ea typeface="Cambria Math" panose="02040503050406030204" pitchFamily="18" charset="0"/>
                          </a:rPr>
                          <m:t>𝒏</m:t>
                        </m:r>
                      </m:sup>
                    </m:sSup>
                    <m:r>
                      <a:rPr lang="en-US" altLang="zh-CN" b="1" i="1" smtClean="0">
                        <a:solidFill>
                          <a:schemeClr val="bg1"/>
                        </a:solidFill>
                        <a:latin typeface="Cambria Math" panose="02040503050406030204" pitchFamily="18" charset="0"/>
                        <a:ea typeface="Cambria Math" panose="02040503050406030204" pitchFamily="18" charset="0"/>
                      </a:rPr>
                      <m:t>−</m:t>
                    </m:r>
                    <m:r>
                      <a:rPr lang="en-US" altLang="zh-CN" b="1" i="1" smtClean="0">
                        <a:solidFill>
                          <a:schemeClr val="bg1"/>
                        </a:solidFill>
                        <a:latin typeface="Cambria Math" panose="02040503050406030204" pitchFamily="18" charset="0"/>
                        <a:ea typeface="Cambria Math" panose="02040503050406030204" pitchFamily="18" charset="0"/>
                      </a:rPr>
                      <m:t>𝟏</m:t>
                    </m:r>
                    <m:r>
                      <a:rPr lang="en-US" altLang="zh-CN" b="1" i="1" smtClean="0">
                        <a:solidFill>
                          <a:schemeClr val="bg1"/>
                        </a:solidFill>
                        <a:latin typeface="Cambria Math" panose="02040503050406030204" pitchFamily="18" charset="0"/>
                        <a:ea typeface="Cambria Math" panose="02040503050406030204" pitchFamily="18" charset="0"/>
                      </a:rPr>
                      <m:t>)</m:t>
                    </m:r>
                  </m:oMath>
                </a14:m>
                <a:r>
                  <a:rPr lang="zh-CN" altLang="en-US" b="1" dirty="0">
                    <a:solidFill>
                      <a:schemeClr val="bg1"/>
                    </a:solidFill>
                  </a:rPr>
                  <a:t>。</a:t>
                </a:r>
                <a:endParaRPr lang="en-US" altLang="zh-CN" b="1" dirty="0">
                  <a:solidFill>
                    <a:schemeClr val="bg1"/>
                  </a:solidFill>
                </a:endParaRPr>
              </a:p>
            </p:txBody>
          </p:sp>
        </mc:Choice>
        <mc:Fallback xmlns="">
          <p:sp>
            <p:nvSpPr>
              <p:cNvPr id="41" name="文本框 40">
                <a:extLst>
                  <a:ext uri="{FF2B5EF4-FFF2-40B4-BE49-F238E27FC236}">
                    <a16:creationId xmlns:a16="http://schemas.microsoft.com/office/drawing/2014/main" id="{8A0BE979-24F8-4C81-A02C-EE26A9915EBA}"/>
                  </a:ext>
                </a:extLst>
              </p:cNvPr>
              <p:cNvSpPr txBox="1">
                <a:spLocks noRot="1" noChangeAspect="1" noMove="1" noResize="1" noEditPoints="1" noAdjustHandles="1" noChangeArrowheads="1" noChangeShapeType="1" noTextEdit="1"/>
              </p:cNvSpPr>
              <p:nvPr/>
            </p:nvSpPr>
            <p:spPr>
              <a:xfrm>
                <a:off x="2898126" y="3099976"/>
                <a:ext cx="7952252" cy="458139"/>
              </a:xfrm>
              <a:prstGeom prst="rect">
                <a:avLst/>
              </a:prstGeom>
              <a:blipFill>
                <a:blip r:embed="rId9"/>
                <a:stretch>
                  <a:fillRect l="-613" r="-3448" b="-21333"/>
                </a:stretch>
              </a:blipFill>
            </p:spPr>
            <p:txBody>
              <a:bodyPr/>
              <a:lstStyle/>
              <a:p>
                <a:r>
                  <a:rPr lang="zh-CN" altLang="en-US">
                    <a:noFill/>
                  </a:rPr>
                  <a:t> </a:t>
                </a:r>
              </a:p>
            </p:txBody>
          </p:sp>
        </mc:Fallback>
      </mc:AlternateContent>
      <mc:AlternateContent xmlns:mc="http://schemas.openxmlformats.org/markup-compatibility/2006" xmlns:a14="http://schemas.microsoft.com/office/drawing/2010/main">
        <mc:Choice Requires="a14">
          <p:sp>
            <p:nvSpPr>
              <p:cNvPr id="42" name="文本框 41">
                <a:extLst>
                  <a:ext uri="{FF2B5EF4-FFF2-40B4-BE49-F238E27FC236}">
                    <a16:creationId xmlns:a16="http://schemas.microsoft.com/office/drawing/2014/main" id="{8543E782-DE7D-41A8-92AB-298EBE9087CA}"/>
                  </a:ext>
                </a:extLst>
              </p:cNvPr>
              <p:cNvSpPr txBox="1"/>
              <p:nvPr/>
            </p:nvSpPr>
            <p:spPr>
              <a:xfrm>
                <a:off x="2898125" y="3535600"/>
                <a:ext cx="7252373" cy="458139"/>
              </a:xfrm>
              <a:prstGeom prst="rect">
                <a:avLst/>
              </a:prstGeom>
              <a:noFill/>
            </p:spPr>
            <p:txBody>
              <a:bodyPr wrap="square">
                <a:spAutoFit/>
              </a:bodyPr>
              <a:lstStyle/>
              <a:p>
                <a:pPr>
                  <a:lnSpc>
                    <a:spcPct val="150000"/>
                  </a:lnSpc>
                </a:pPr>
                <a:r>
                  <a:rPr lang="zh-CN" altLang="en-US" b="1" dirty="0">
                    <a:solidFill>
                      <a:schemeClr val="bg1"/>
                    </a:solidFill>
                  </a:rPr>
                  <a:t>本例假设采用</a:t>
                </a:r>
                <a14:m>
                  <m:oMath xmlns:m="http://schemas.openxmlformats.org/officeDocument/2006/math">
                    <m:r>
                      <a:rPr lang="en-US" altLang="zh-CN" b="1" i="1" dirty="0">
                        <a:solidFill>
                          <a:schemeClr val="bg1"/>
                        </a:solidFill>
                        <a:latin typeface="Cambria Math" panose="02040503050406030204" pitchFamily="18" charset="0"/>
                      </a:rPr>
                      <m:t>𝟑</m:t>
                    </m:r>
                  </m:oMath>
                </a14:m>
                <a:r>
                  <a:rPr lang="zh-CN" altLang="en-US" b="1" dirty="0">
                    <a:solidFill>
                      <a:schemeClr val="bg1"/>
                    </a:solidFill>
                  </a:rPr>
                  <a:t>个比特给分组编序号，则</a:t>
                </a:r>
                <a14:m>
                  <m:oMath xmlns:m="http://schemas.openxmlformats.org/officeDocument/2006/math">
                    <m:sSub>
                      <m:sSubPr>
                        <m:ctrlPr>
                          <a:rPr lang="en-US" altLang="zh-CN" b="1" i="1">
                            <a:solidFill>
                              <a:schemeClr val="bg1"/>
                            </a:solidFill>
                            <a:latin typeface="Cambria Math" panose="02040503050406030204" pitchFamily="18" charset="0"/>
                            <a:ea typeface="Cambria Math" panose="02040503050406030204" pitchFamily="18" charset="0"/>
                          </a:rPr>
                        </m:ctrlPr>
                      </m:sSubPr>
                      <m:e>
                        <m:r>
                          <a:rPr lang="en-US" altLang="zh-CN" b="1" i="1">
                            <a:solidFill>
                              <a:schemeClr val="bg1"/>
                            </a:solidFill>
                            <a:latin typeface="Cambria Math" panose="02040503050406030204" pitchFamily="18" charset="0"/>
                            <a:ea typeface="Cambria Math" panose="02040503050406030204" pitchFamily="18" charset="0"/>
                          </a:rPr>
                          <m:t>𝑾</m:t>
                        </m:r>
                      </m:e>
                      <m:sub>
                        <m:r>
                          <a:rPr lang="en-US" altLang="zh-CN" b="1" i="1">
                            <a:solidFill>
                              <a:schemeClr val="bg1"/>
                            </a:solidFill>
                            <a:latin typeface="Cambria Math" panose="02040503050406030204" pitchFamily="18" charset="0"/>
                            <a:ea typeface="Cambria Math" panose="02040503050406030204" pitchFamily="18" charset="0"/>
                          </a:rPr>
                          <m:t>𝑻</m:t>
                        </m:r>
                      </m:sub>
                    </m:sSub>
                  </m:oMath>
                </a14:m>
                <a:r>
                  <a:rPr lang="zh-CN" altLang="en-US" b="1" dirty="0">
                    <a:solidFill>
                      <a:schemeClr val="bg1"/>
                    </a:solidFill>
                  </a:rPr>
                  <a:t>的取值范围是</a:t>
                </a:r>
                <a14:m>
                  <m:oMath xmlns:m="http://schemas.openxmlformats.org/officeDocument/2006/math">
                    <m:r>
                      <a:rPr lang="en-US" altLang="zh-CN" b="1" i="1" smtClean="0">
                        <a:solidFill>
                          <a:schemeClr val="bg1"/>
                        </a:solidFill>
                        <a:latin typeface="Cambria Math" panose="02040503050406030204" pitchFamily="18" charset="0"/>
                      </a:rPr>
                      <m:t>𝟐</m:t>
                    </m:r>
                    <m:r>
                      <a:rPr lang="en-US" altLang="zh-CN" b="1" i="1">
                        <a:solidFill>
                          <a:schemeClr val="bg1"/>
                        </a:solidFill>
                        <a:latin typeface="Cambria Math" panose="02040503050406030204" pitchFamily="18" charset="0"/>
                        <a:ea typeface="Cambria Math" panose="02040503050406030204" pitchFamily="18" charset="0"/>
                      </a:rPr>
                      <m:t>~</m:t>
                    </m:r>
                    <m:r>
                      <a:rPr lang="en-US" altLang="zh-CN" b="1" i="1">
                        <a:solidFill>
                          <a:schemeClr val="bg1"/>
                        </a:solidFill>
                        <a:latin typeface="Cambria Math" panose="02040503050406030204" pitchFamily="18" charset="0"/>
                        <a:ea typeface="Cambria Math" panose="02040503050406030204" pitchFamily="18" charset="0"/>
                      </a:rPr>
                      <m:t>𝟕</m:t>
                    </m:r>
                  </m:oMath>
                </a14:m>
                <a:r>
                  <a:rPr lang="zh-CN" altLang="en-US" b="1" dirty="0">
                    <a:solidFill>
                      <a:schemeClr val="bg1"/>
                    </a:solidFill>
                  </a:rPr>
                  <a:t>。</a:t>
                </a:r>
                <a:endParaRPr lang="en-US" altLang="zh-CN" b="1" dirty="0">
                  <a:solidFill>
                    <a:schemeClr val="bg1"/>
                  </a:solidFill>
                </a:endParaRPr>
              </a:p>
            </p:txBody>
          </p:sp>
        </mc:Choice>
        <mc:Fallback xmlns="">
          <p:sp>
            <p:nvSpPr>
              <p:cNvPr id="42" name="文本框 41">
                <a:extLst>
                  <a:ext uri="{FF2B5EF4-FFF2-40B4-BE49-F238E27FC236}">
                    <a16:creationId xmlns:a16="http://schemas.microsoft.com/office/drawing/2014/main" id="{8543E782-DE7D-41A8-92AB-298EBE9087CA}"/>
                  </a:ext>
                </a:extLst>
              </p:cNvPr>
              <p:cNvSpPr txBox="1">
                <a:spLocks noRot="1" noChangeAspect="1" noMove="1" noResize="1" noEditPoints="1" noAdjustHandles="1" noChangeArrowheads="1" noChangeShapeType="1" noTextEdit="1"/>
              </p:cNvSpPr>
              <p:nvPr/>
            </p:nvSpPr>
            <p:spPr>
              <a:xfrm>
                <a:off x="2898125" y="3535600"/>
                <a:ext cx="7252373" cy="458139"/>
              </a:xfrm>
              <a:prstGeom prst="rect">
                <a:avLst/>
              </a:prstGeom>
              <a:blipFill>
                <a:blip r:embed="rId10"/>
                <a:stretch>
                  <a:fillRect l="-672" b="-21333"/>
                </a:stretch>
              </a:blipFill>
            </p:spPr>
            <p:txBody>
              <a:bodyPr/>
              <a:lstStyle/>
              <a:p>
                <a:r>
                  <a:rPr lang="zh-CN" altLang="en-US">
                    <a:noFill/>
                  </a:rPr>
                  <a:t> </a:t>
                </a:r>
              </a:p>
            </p:txBody>
          </p:sp>
        </mc:Fallback>
      </mc:AlternateContent>
      <mc:AlternateContent xmlns:mc="http://schemas.openxmlformats.org/markup-compatibility/2006" xmlns:a14="http://schemas.microsoft.com/office/drawing/2010/main">
        <mc:Choice Requires="a14">
          <p:sp>
            <p:nvSpPr>
              <p:cNvPr id="43" name="文本框 42">
                <a:extLst>
                  <a:ext uri="{FF2B5EF4-FFF2-40B4-BE49-F238E27FC236}">
                    <a16:creationId xmlns:a16="http://schemas.microsoft.com/office/drawing/2014/main" id="{BDAF02D2-F739-4C5A-821F-79A1EF47F514}"/>
                  </a:ext>
                </a:extLst>
              </p:cNvPr>
              <p:cNvSpPr txBox="1"/>
              <p:nvPr/>
            </p:nvSpPr>
            <p:spPr>
              <a:xfrm>
                <a:off x="2898125" y="3971223"/>
                <a:ext cx="6587953" cy="458139"/>
              </a:xfrm>
              <a:prstGeom prst="rect">
                <a:avLst/>
              </a:prstGeom>
              <a:noFill/>
            </p:spPr>
            <p:txBody>
              <a:bodyPr wrap="square">
                <a:spAutoFit/>
              </a:bodyPr>
              <a:lstStyle/>
              <a:p>
                <a:pPr>
                  <a:lnSpc>
                    <a:spcPct val="150000"/>
                  </a:lnSpc>
                </a:pPr>
                <a:r>
                  <a:rPr lang="zh-CN" altLang="en-US" b="1" dirty="0">
                    <a:solidFill>
                      <a:schemeClr val="bg1"/>
                    </a:solidFill>
                  </a:rPr>
                  <a:t>若</a:t>
                </a:r>
                <a14:m>
                  <m:oMath xmlns:m="http://schemas.openxmlformats.org/officeDocument/2006/math">
                    <m:sSub>
                      <m:sSubPr>
                        <m:ctrlPr>
                          <a:rPr lang="en-US" altLang="zh-CN" b="1" i="1" smtClean="0">
                            <a:solidFill>
                              <a:schemeClr val="bg1"/>
                            </a:solidFill>
                            <a:latin typeface="Cambria Math" panose="02040503050406030204" pitchFamily="18" charset="0"/>
                            <a:ea typeface="Cambria Math" panose="02040503050406030204" pitchFamily="18" charset="0"/>
                          </a:rPr>
                        </m:ctrlPr>
                      </m:sSubPr>
                      <m:e>
                        <m:r>
                          <a:rPr lang="en-US" altLang="zh-CN" b="1" i="1" smtClean="0">
                            <a:solidFill>
                              <a:schemeClr val="bg1"/>
                            </a:solidFill>
                            <a:latin typeface="Cambria Math" panose="02040503050406030204" pitchFamily="18" charset="0"/>
                            <a:ea typeface="Cambria Math" panose="02040503050406030204" pitchFamily="18" charset="0"/>
                          </a:rPr>
                          <m:t>𝑾</m:t>
                        </m:r>
                      </m:e>
                      <m:sub>
                        <m:r>
                          <a:rPr lang="en-US" altLang="zh-CN" b="1" i="1" smtClean="0">
                            <a:solidFill>
                              <a:schemeClr val="bg1"/>
                            </a:solidFill>
                            <a:latin typeface="Cambria Math" panose="02040503050406030204" pitchFamily="18" charset="0"/>
                            <a:ea typeface="Cambria Math" panose="02040503050406030204" pitchFamily="18" charset="0"/>
                          </a:rPr>
                          <m:t>𝑻</m:t>
                        </m:r>
                      </m:sub>
                    </m:sSub>
                  </m:oMath>
                </a14:m>
                <a:r>
                  <a:rPr lang="zh-CN" altLang="en-US" b="1" dirty="0">
                    <a:solidFill>
                      <a:schemeClr val="bg1"/>
                    </a:solidFill>
                  </a:rPr>
                  <a:t>超过取值范围，例如 </a:t>
                </a:r>
                <a14:m>
                  <m:oMath xmlns:m="http://schemas.openxmlformats.org/officeDocument/2006/math">
                    <m:sSub>
                      <m:sSubPr>
                        <m:ctrlPr>
                          <a:rPr lang="en-US" altLang="zh-CN" b="1" i="1">
                            <a:solidFill>
                              <a:schemeClr val="bg1"/>
                            </a:solidFill>
                            <a:latin typeface="Cambria Math" panose="02040503050406030204" pitchFamily="18" charset="0"/>
                            <a:ea typeface="Cambria Math" panose="02040503050406030204" pitchFamily="18" charset="0"/>
                          </a:rPr>
                        </m:ctrlPr>
                      </m:sSubPr>
                      <m:e>
                        <m:r>
                          <a:rPr lang="en-US" altLang="zh-CN" b="1" i="1">
                            <a:solidFill>
                              <a:schemeClr val="bg1"/>
                            </a:solidFill>
                            <a:latin typeface="Cambria Math" panose="02040503050406030204" pitchFamily="18" charset="0"/>
                            <a:ea typeface="Cambria Math" panose="02040503050406030204" pitchFamily="18" charset="0"/>
                          </a:rPr>
                          <m:t>𝑾</m:t>
                        </m:r>
                      </m:e>
                      <m:sub>
                        <m:r>
                          <a:rPr lang="en-US" altLang="zh-CN" b="1" i="1">
                            <a:solidFill>
                              <a:schemeClr val="bg1"/>
                            </a:solidFill>
                            <a:latin typeface="Cambria Math" panose="02040503050406030204" pitchFamily="18" charset="0"/>
                            <a:ea typeface="Cambria Math" panose="02040503050406030204" pitchFamily="18" charset="0"/>
                          </a:rPr>
                          <m:t>𝑻</m:t>
                        </m:r>
                      </m:sub>
                    </m:sSub>
                    <m:r>
                      <a:rPr lang="en-US" altLang="zh-CN" b="1" i="1" smtClean="0">
                        <a:solidFill>
                          <a:schemeClr val="bg1"/>
                        </a:solidFill>
                        <a:latin typeface="Cambria Math" panose="02040503050406030204" pitchFamily="18" charset="0"/>
                        <a:ea typeface="Cambria Math" panose="02040503050406030204" pitchFamily="18" charset="0"/>
                      </a:rPr>
                      <m:t>= </m:t>
                    </m:r>
                  </m:oMath>
                </a14:m>
                <a:r>
                  <a:rPr lang="en-US" altLang="zh-CN" b="1" dirty="0">
                    <a:solidFill>
                      <a:schemeClr val="bg1"/>
                    </a:solidFill>
                  </a:rPr>
                  <a:t>8</a:t>
                </a:r>
                <a:r>
                  <a:rPr lang="zh-CN" altLang="en-US" b="1" dirty="0">
                    <a:solidFill>
                      <a:schemeClr val="bg1"/>
                    </a:solidFill>
                  </a:rPr>
                  <a:t>，会出现什么情况？</a:t>
                </a:r>
              </a:p>
            </p:txBody>
          </p:sp>
        </mc:Choice>
        <mc:Fallback xmlns="">
          <p:sp>
            <p:nvSpPr>
              <p:cNvPr id="43" name="文本框 42">
                <a:extLst>
                  <a:ext uri="{FF2B5EF4-FFF2-40B4-BE49-F238E27FC236}">
                    <a16:creationId xmlns:a16="http://schemas.microsoft.com/office/drawing/2014/main" id="{BDAF02D2-F739-4C5A-821F-79A1EF47F514}"/>
                  </a:ext>
                </a:extLst>
              </p:cNvPr>
              <p:cNvSpPr txBox="1">
                <a:spLocks noRot="1" noChangeAspect="1" noMove="1" noResize="1" noEditPoints="1" noAdjustHandles="1" noChangeArrowheads="1" noChangeShapeType="1" noTextEdit="1"/>
              </p:cNvSpPr>
              <p:nvPr/>
            </p:nvSpPr>
            <p:spPr>
              <a:xfrm>
                <a:off x="2898125" y="3971223"/>
                <a:ext cx="6587953" cy="458139"/>
              </a:xfrm>
              <a:prstGeom prst="rect">
                <a:avLst/>
              </a:prstGeom>
              <a:blipFill>
                <a:blip r:embed="rId11"/>
                <a:stretch>
                  <a:fillRect l="-740" b="-19737"/>
                </a:stretch>
              </a:blipFill>
            </p:spPr>
            <p:txBody>
              <a:bodyPr/>
              <a:lstStyle/>
              <a:p>
                <a:r>
                  <a:rPr lang="zh-CN" altLang="en-US">
                    <a:noFill/>
                  </a:rPr>
                  <a:t> </a:t>
                </a:r>
              </a:p>
            </p:txBody>
          </p:sp>
        </mc:Fallback>
      </mc:AlternateContent>
      <p:sp>
        <p:nvSpPr>
          <p:cNvPr id="26" name="矩形 25">
            <a:extLst>
              <a:ext uri="{FF2B5EF4-FFF2-40B4-BE49-F238E27FC236}">
                <a16:creationId xmlns:a16="http://schemas.microsoft.com/office/drawing/2014/main" id="{D07B0F17-A55E-4740-B9E9-CA5494882DBD}"/>
              </a:ext>
            </a:extLst>
          </p:cNvPr>
          <p:cNvSpPr/>
          <p:nvPr/>
        </p:nvSpPr>
        <p:spPr>
          <a:xfrm>
            <a:off x="2300222" y="5537182"/>
            <a:ext cx="6045082" cy="390966"/>
          </a:xfrm>
          <a:prstGeom prst="rect">
            <a:avLst/>
          </a:prstGeom>
          <a:solidFill>
            <a:schemeClr val="accent3">
              <a:alpha val="74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grpSp>
        <p:nvGrpSpPr>
          <p:cNvPr id="7" name="组合 6">
            <a:extLst>
              <a:ext uri="{FF2B5EF4-FFF2-40B4-BE49-F238E27FC236}">
                <a16:creationId xmlns:a16="http://schemas.microsoft.com/office/drawing/2014/main" id="{B796B33F-71B7-4B90-A1EB-56B63CE2E01A}"/>
              </a:ext>
            </a:extLst>
          </p:cNvPr>
          <p:cNvGrpSpPr/>
          <p:nvPr/>
        </p:nvGrpSpPr>
        <p:grpSpPr>
          <a:xfrm>
            <a:off x="1264121" y="2332782"/>
            <a:ext cx="708432" cy="2116745"/>
            <a:chOff x="1264121" y="3234029"/>
            <a:chExt cx="708432" cy="2116745"/>
          </a:xfrm>
        </p:grpSpPr>
        <p:sp>
          <p:nvSpPr>
            <p:cNvPr id="28" name="矩形 27">
              <a:extLst>
                <a:ext uri="{FF2B5EF4-FFF2-40B4-BE49-F238E27FC236}">
                  <a16:creationId xmlns:a16="http://schemas.microsoft.com/office/drawing/2014/main" id="{1315E81F-5386-4865-8664-A18A1E704D19}"/>
                </a:ext>
              </a:extLst>
            </p:cNvPr>
            <p:cNvSpPr/>
            <p:nvPr/>
          </p:nvSpPr>
          <p:spPr>
            <a:xfrm>
              <a:off x="1264121" y="4038429"/>
              <a:ext cx="708432" cy="270283"/>
            </a:xfrm>
            <a:prstGeom prst="rect">
              <a:avLst/>
            </a:prstGeom>
            <a:solidFill>
              <a:schemeClr val="accent3"/>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46800" rIns="46800" rtlCol="0" anchor="ctr"/>
            <a:lstStyle/>
            <a:p>
              <a:pPr algn="ctr"/>
              <a:r>
                <a:rPr lang="en-US" altLang="zh-CN" b="1" dirty="0"/>
                <a:t>DATA3</a:t>
              </a:r>
              <a:endParaRPr lang="zh-CN" altLang="en-US" b="1" dirty="0"/>
            </a:p>
          </p:txBody>
        </p:sp>
        <p:sp>
          <p:nvSpPr>
            <p:cNvPr id="29" name="矩形 28">
              <a:extLst>
                <a:ext uri="{FF2B5EF4-FFF2-40B4-BE49-F238E27FC236}">
                  <a16:creationId xmlns:a16="http://schemas.microsoft.com/office/drawing/2014/main" id="{80664579-C17D-4909-ACF7-F60B40819B6D}"/>
                </a:ext>
              </a:extLst>
            </p:cNvPr>
            <p:cNvSpPr/>
            <p:nvPr/>
          </p:nvSpPr>
          <p:spPr>
            <a:xfrm>
              <a:off x="1264121" y="3766556"/>
              <a:ext cx="708432" cy="270283"/>
            </a:xfrm>
            <a:prstGeom prst="rect">
              <a:avLst/>
            </a:prstGeom>
            <a:solidFill>
              <a:schemeClr val="accent3"/>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46800" rIns="46800" rtlCol="0" anchor="ctr"/>
            <a:lstStyle/>
            <a:p>
              <a:pPr algn="ctr"/>
              <a:r>
                <a:rPr lang="en-US" altLang="zh-CN" b="1" dirty="0"/>
                <a:t>DATA2</a:t>
              </a:r>
              <a:endParaRPr lang="zh-CN" altLang="en-US" b="1" dirty="0"/>
            </a:p>
          </p:txBody>
        </p:sp>
        <p:sp>
          <p:nvSpPr>
            <p:cNvPr id="30" name="矩形 29">
              <a:extLst>
                <a:ext uri="{FF2B5EF4-FFF2-40B4-BE49-F238E27FC236}">
                  <a16:creationId xmlns:a16="http://schemas.microsoft.com/office/drawing/2014/main" id="{31C25CA7-52D5-4D93-AB03-38200892B1AA}"/>
                </a:ext>
              </a:extLst>
            </p:cNvPr>
            <p:cNvSpPr/>
            <p:nvPr/>
          </p:nvSpPr>
          <p:spPr>
            <a:xfrm>
              <a:off x="1264121" y="3496273"/>
              <a:ext cx="708432" cy="270283"/>
            </a:xfrm>
            <a:prstGeom prst="rect">
              <a:avLst/>
            </a:prstGeom>
            <a:solidFill>
              <a:schemeClr val="accent3"/>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46800" rIns="46800" rtlCol="0" anchor="ctr"/>
            <a:lstStyle/>
            <a:p>
              <a:pPr algn="ctr"/>
              <a:r>
                <a:rPr lang="en-US" altLang="zh-CN" b="1" dirty="0"/>
                <a:t>DATA1</a:t>
              </a:r>
              <a:endParaRPr lang="zh-CN" altLang="en-US" b="1" dirty="0"/>
            </a:p>
          </p:txBody>
        </p:sp>
        <p:sp>
          <p:nvSpPr>
            <p:cNvPr id="31" name="矩形 30">
              <a:extLst>
                <a:ext uri="{FF2B5EF4-FFF2-40B4-BE49-F238E27FC236}">
                  <a16:creationId xmlns:a16="http://schemas.microsoft.com/office/drawing/2014/main" id="{433DFC56-89D2-4C22-B3FE-B178384BB3D2}"/>
                </a:ext>
              </a:extLst>
            </p:cNvPr>
            <p:cNvSpPr/>
            <p:nvPr/>
          </p:nvSpPr>
          <p:spPr>
            <a:xfrm>
              <a:off x="1264121" y="3234029"/>
              <a:ext cx="708432" cy="270283"/>
            </a:xfrm>
            <a:prstGeom prst="rect">
              <a:avLst/>
            </a:prstGeom>
            <a:solidFill>
              <a:schemeClr val="accent3"/>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46800" rIns="46800" rtlCol="0" anchor="ctr"/>
            <a:lstStyle/>
            <a:p>
              <a:pPr algn="ctr"/>
              <a:r>
                <a:rPr lang="en-US" altLang="zh-CN" b="1" dirty="0"/>
                <a:t>DATA0</a:t>
              </a:r>
              <a:endParaRPr lang="zh-CN" altLang="en-US" b="1" dirty="0"/>
            </a:p>
          </p:txBody>
        </p:sp>
        <p:sp>
          <p:nvSpPr>
            <p:cNvPr id="32" name="矩形 31">
              <a:extLst>
                <a:ext uri="{FF2B5EF4-FFF2-40B4-BE49-F238E27FC236}">
                  <a16:creationId xmlns:a16="http://schemas.microsoft.com/office/drawing/2014/main" id="{438D14E2-EB1C-49C5-984C-B863E8781531}"/>
                </a:ext>
              </a:extLst>
            </p:cNvPr>
            <p:cNvSpPr/>
            <p:nvPr/>
          </p:nvSpPr>
          <p:spPr>
            <a:xfrm>
              <a:off x="1264121" y="4289722"/>
              <a:ext cx="708432" cy="270283"/>
            </a:xfrm>
            <a:prstGeom prst="rect">
              <a:avLst/>
            </a:prstGeom>
            <a:solidFill>
              <a:schemeClr val="accent3"/>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46800" rIns="46800" rtlCol="0" anchor="ctr"/>
            <a:lstStyle/>
            <a:p>
              <a:pPr algn="ctr"/>
              <a:r>
                <a:rPr lang="en-US" altLang="zh-CN" b="1" dirty="0"/>
                <a:t>DATA4</a:t>
              </a:r>
              <a:endParaRPr lang="zh-CN" altLang="en-US" b="1" dirty="0"/>
            </a:p>
          </p:txBody>
        </p:sp>
        <p:sp>
          <p:nvSpPr>
            <p:cNvPr id="33" name="矩形 32">
              <a:extLst>
                <a:ext uri="{FF2B5EF4-FFF2-40B4-BE49-F238E27FC236}">
                  <a16:creationId xmlns:a16="http://schemas.microsoft.com/office/drawing/2014/main" id="{61101A15-FF3D-4148-9DAD-86BC0EFF69FC}"/>
                </a:ext>
              </a:extLst>
            </p:cNvPr>
            <p:cNvSpPr/>
            <p:nvPr/>
          </p:nvSpPr>
          <p:spPr>
            <a:xfrm>
              <a:off x="1264121" y="4829198"/>
              <a:ext cx="708432" cy="270283"/>
            </a:xfrm>
            <a:prstGeom prst="rect">
              <a:avLst/>
            </a:prstGeom>
            <a:solidFill>
              <a:schemeClr val="accent3"/>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46800" rIns="46800" rtlCol="0" anchor="ctr"/>
            <a:lstStyle/>
            <a:p>
              <a:pPr algn="ctr"/>
              <a:r>
                <a:rPr lang="en-US" altLang="zh-CN" b="1" dirty="0"/>
                <a:t>DATA6</a:t>
              </a:r>
              <a:endParaRPr lang="zh-CN" altLang="en-US" b="1" dirty="0"/>
            </a:p>
          </p:txBody>
        </p:sp>
        <p:sp>
          <p:nvSpPr>
            <p:cNvPr id="36" name="矩形 35">
              <a:extLst>
                <a:ext uri="{FF2B5EF4-FFF2-40B4-BE49-F238E27FC236}">
                  <a16:creationId xmlns:a16="http://schemas.microsoft.com/office/drawing/2014/main" id="{2F1BAF33-5F9F-44AA-B5DE-C7C19FCE68AA}"/>
                </a:ext>
              </a:extLst>
            </p:cNvPr>
            <p:cNvSpPr/>
            <p:nvPr/>
          </p:nvSpPr>
          <p:spPr>
            <a:xfrm>
              <a:off x="1264121" y="4557325"/>
              <a:ext cx="708432" cy="270283"/>
            </a:xfrm>
            <a:prstGeom prst="rect">
              <a:avLst/>
            </a:prstGeom>
            <a:solidFill>
              <a:schemeClr val="accent3"/>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46800" rIns="46800" rtlCol="0" anchor="ctr"/>
            <a:lstStyle/>
            <a:p>
              <a:pPr algn="ctr"/>
              <a:r>
                <a:rPr lang="en-US" altLang="zh-CN" b="1" dirty="0"/>
                <a:t>DATA5</a:t>
              </a:r>
              <a:endParaRPr lang="zh-CN" altLang="en-US" b="1" dirty="0"/>
            </a:p>
          </p:txBody>
        </p:sp>
        <p:sp>
          <p:nvSpPr>
            <p:cNvPr id="37" name="矩形 36">
              <a:extLst>
                <a:ext uri="{FF2B5EF4-FFF2-40B4-BE49-F238E27FC236}">
                  <a16:creationId xmlns:a16="http://schemas.microsoft.com/office/drawing/2014/main" id="{1CF721FA-890B-441A-BC0D-8DAE1E51173D}"/>
                </a:ext>
              </a:extLst>
            </p:cNvPr>
            <p:cNvSpPr/>
            <p:nvPr/>
          </p:nvSpPr>
          <p:spPr>
            <a:xfrm>
              <a:off x="1264121" y="5080491"/>
              <a:ext cx="708432" cy="270283"/>
            </a:xfrm>
            <a:prstGeom prst="rect">
              <a:avLst/>
            </a:prstGeom>
            <a:solidFill>
              <a:schemeClr val="accent3"/>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46800" rIns="46800" rtlCol="0" anchor="ctr"/>
            <a:lstStyle/>
            <a:p>
              <a:pPr algn="ctr"/>
              <a:r>
                <a:rPr lang="en-US" altLang="zh-CN" b="1" dirty="0"/>
                <a:t>DATA7</a:t>
              </a:r>
              <a:endParaRPr lang="zh-CN" altLang="en-US" b="1" dirty="0"/>
            </a:p>
          </p:txBody>
        </p:sp>
      </p:grpSp>
      <p:sp>
        <p:nvSpPr>
          <p:cNvPr id="38" name="平行四边形 37">
            <a:extLst>
              <a:ext uri="{FF2B5EF4-FFF2-40B4-BE49-F238E27FC236}">
                <a16:creationId xmlns:a16="http://schemas.microsoft.com/office/drawing/2014/main" id="{63CC3285-4831-1453-5234-E8F59CDEFF86}"/>
              </a:ext>
            </a:extLst>
          </p:cNvPr>
          <p:cNvSpPr/>
          <p:nvPr/>
        </p:nvSpPr>
        <p:spPr>
          <a:xfrm>
            <a:off x="304799" y="749300"/>
            <a:ext cx="695119" cy="387090"/>
          </a:xfrm>
          <a:prstGeom prst="parallelogram">
            <a:avLst/>
          </a:prstGeom>
          <a:solidFill>
            <a:schemeClr val="accent3">
              <a:lumMod val="75000"/>
            </a:schemeClr>
          </a:solidFill>
          <a:ln>
            <a:solidFill>
              <a:schemeClr val="accent3">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CN" sz="2200" dirty="0">
                <a:latin typeface="Impact" panose="020B0806030902050204" pitchFamily="34" charset="0"/>
              </a:rPr>
              <a:t>04</a:t>
            </a:r>
            <a:endParaRPr lang="zh-CN" altLang="en-US" sz="2200" dirty="0">
              <a:latin typeface="Impact" panose="020B0806030902050204" pitchFamily="34" charset="0"/>
            </a:endParaRPr>
          </a:p>
        </p:txBody>
      </p:sp>
    </p:spTree>
    <p:custDataLst>
      <p:tags r:id="rId1"/>
    </p:custDataLst>
    <p:extLst>
      <p:ext uri="{BB962C8B-B14F-4D97-AF65-F5344CB8AC3E}">
        <p14:creationId xmlns:p14="http://schemas.microsoft.com/office/powerpoint/2010/main" val="991290193"/>
      </p:ext>
    </p:extLst>
  </p:cSld>
  <p:clrMapOvr>
    <a:masterClrMapping/>
  </p:clrMapOvr>
  <mc:AlternateContent xmlns:mc="http://schemas.openxmlformats.org/markup-compatibility/2006" xmlns:p159="http://schemas.microsoft.com/office/powerpoint/2015/09/main">
    <mc:Choice Requires="p159">
      <p:transition xmlns:p14="http://schemas.microsoft.com/office/powerpoint/2010/main" spd="slow" p14:dur="2000">
        <p159:morph option="byObject"/>
      </p:transition>
    </mc:Choice>
    <mc:Fallback xmlns="">
      <p:transition spd="slow">
        <p:fade/>
      </p:transition>
    </mc:Fallback>
  </mc:AlternateContent>
</p:sld>
</file>

<file path=ppt/slides/slide17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39" name="组合 38">
            <a:extLst>
              <a:ext uri="{FF2B5EF4-FFF2-40B4-BE49-F238E27FC236}">
                <a16:creationId xmlns:a16="http://schemas.microsoft.com/office/drawing/2014/main" id="{89BF7AE9-7A49-4DA4-9F49-D744CBB4820A}"/>
              </a:ext>
            </a:extLst>
          </p:cNvPr>
          <p:cNvGrpSpPr/>
          <p:nvPr/>
        </p:nvGrpSpPr>
        <p:grpSpPr>
          <a:xfrm>
            <a:off x="8193075" y="1363110"/>
            <a:ext cx="1067217" cy="917885"/>
            <a:chOff x="2146413" y="1363110"/>
            <a:chExt cx="1067217" cy="917885"/>
          </a:xfrm>
        </p:grpSpPr>
        <p:sp>
          <p:nvSpPr>
            <p:cNvPr id="44" name="矩形 43">
              <a:extLst>
                <a:ext uri="{FF2B5EF4-FFF2-40B4-BE49-F238E27FC236}">
                  <a16:creationId xmlns:a16="http://schemas.microsoft.com/office/drawing/2014/main" id="{C1815E30-86DC-494D-9CA3-D28ABD9666CB}"/>
                </a:ext>
              </a:extLst>
            </p:cNvPr>
            <p:cNvSpPr/>
            <p:nvPr/>
          </p:nvSpPr>
          <p:spPr>
            <a:xfrm>
              <a:off x="2300222" y="1739531"/>
              <a:ext cx="759600" cy="541464"/>
            </a:xfrm>
            <a:prstGeom prst="rect">
              <a:avLst/>
            </a:prstGeom>
            <a:solidFill>
              <a:schemeClr val="accent4"/>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mc:AlternateContent xmlns:mc="http://schemas.openxmlformats.org/markup-compatibility/2006" xmlns:a14="http://schemas.microsoft.com/office/drawing/2010/main">
          <mc:Choice Requires="a14">
            <p:sp>
              <p:nvSpPr>
                <p:cNvPr id="45" name="文本框 44">
                  <a:extLst>
                    <a:ext uri="{FF2B5EF4-FFF2-40B4-BE49-F238E27FC236}">
                      <a16:creationId xmlns:a16="http://schemas.microsoft.com/office/drawing/2014/main" id="{71E3C168-3773-4F1D-9947-B4E8F620FC6A}"/>
                    </a:ext>
                  </a:extLst>
                </p:cNvPr>
                <p:cNvSpPr txBox="1"/>
                <p:nvPr/>
              </p:nvSpPr>
              <p:spPr>
                <a:xfrm>
                  <a:off x="2146413" y="1363110"/>
                  <a:ext cx="1067217" cy="369332"/>
                </a:xfrm>
                <a:prstGeom prst="rect">
                  <a:avLst/>
                </a:prstGeom>
                <a:noFill/>
              </p:spPr>
              <p:txBody>
                <a:bodyPr wrap="square">
                  <a:spAutoFit/>
                </a:bodyPr>
                <a:lstStyle/>
                <a:p>
                  <a:pPr/>
                  <a14:m>
                    <m:oMathPara xmlns:m="http://schemas.openxmlformats.org/officeDocument/2006/math">
                      <m:oMathParaPr>
                        <m:jc m:val="centerGroup"/>
                      </m:oMathParaPr>
                      <m:oMath xmlns:m="http://schemas.openxmlformats.org/officeDocument/2006/math">
                        <m:sSub>
                          <m:sSubPr>
                            <m:ctrlPr>
                              <a:rPr lang="en-US" altLang="zh-CN" b="1" i="1" smtClean="0">
                                <a:solidFill>
                                  <a:schemeClr val="accent4"/>
                                </a:solidFill>
                                <a:latin typeface="Cambria Math" panose="02040503050406030204" pitchFamily="18" charset="0"/>
                              </a:rPr>
                            </m:ctrlPr>
                          </m:sSubPr>
                          <m:e>
                            <m:r>
                              <a:rPr lang="en-US" altLang="zh-CN" b="1" i="1" smtClean="0">
                                <a:solidFill>
                                  <a:schemeClr val="accent4"/>
                                </a:solidFill>
                                <a:latin typeface="Cambria Math" panose="02040503050406030204" pitchFamily="18" charset="0"/>
                              </a:rPr>
                              <m:t>𝑾</m:t>
                            </m:r>
                          </m:e>
                          <m:sub>
                            <m:r>
                              <a:rPr lang="en-US" altLang="zh-CN" b="1" i="1" smtClean="0">
                                <a:solidFill>
                                  <a:schemeClr val="accent4"/>
                                </a:solidFill>
                                <a:latin typeface="Cambria Math" panose="02040503050406030204" pitchFamily="18" charset="0"/>
                              </a:rPr>
                              <m:t>𝑹</m:t>
                            </m:r>
                          </m:sub>
                        </m:sSub>
                        <m:r>
                          <a:rPr lang="en-US" altLang="zh-CN" b="1" i="1" smtClean="0">
                            <a:solidFill>
                              <a:schemeClr val="accent4"/>
                            </a:solidFill>
                            <a:latin typeface="Cambria Math" panose="02040503050406030204" pitchFamily="18" charset="0"/>
                          </a:rPr>
                          <m:t>=</m:t>
                        </m:r>
                        <m:r>
                          <a:rPr lang="en-US" altLang="zh-CN" b="1" i="1" smtClean="0">
                            <a:solidFill>
                              <a:schemeClr val="accent4"/>
                            </a:solidFill>
                            <a:latin typeface="Cambria Math" panose="02040503050406030204" pitchFamily="18" charset="0"/>
                          </a:rPr>
                          <m:t>𝟏</m:t>
                        </m:r>
                      </m:oMath>
                    </m:oMathPara>
                  </a14:m>
                  <a:endParaRPr lang="zh-CN" altLang="en-US" dirty="0">
                    <a:solidFill>
                      <a:schemeClr val="accent3"/>
                    </a:solidFill>
                  </a:endParaRPr>
                </a:p>
              </p:txBody>
            </p:sp>
          </mc:Choice>
          <mc:Fallback xmlns="">
            <p:sp>
              <p:nvSpPr>
                <p:cNvPr id="35" name="文本框 34">
                  <a:extLst>
                    <a:ext uri="{FF2B5EF4-FFF2-40B4-BE49-F238E27FC236}">
                      <a16:creationId xmlns:a16="http://schemas.microsoft.com/office/drawing/2014/main" id="{EE98B7EB-F32B-4A4F-9072-DF021D7DCAD9}"/>
                    </a:ext>
                  </a:extLst>
                </p:cNvPr>
                <p:cNvSpPr txBox="1">
                  <a:spLocks noRot="1" noChangeAspect="1" noMove="1" noResize="1" noEditPoints="1" noAdjustHandles="1" noChangeArrowheads="1" noChangeShapeType="1" noTextEdit="1"/>
                </p:cNvSpPr>
                <p:nvPr/>
              </p:nvSpPr>
              <p:spPr>
                <a:xfrm>
                  <a:off x="2146413" y="1363110"/>
                  <a:ext cx="1067217" cy="369332"/>
                </a:xfrm>
                <a:prstGeom prst="rect">
                  <a:avLst/>
                </a:prstGeom>
                <a:blipFill>
                  <a:blip r:embed="rId3"/>
                  <a:stretch>
                    <a:fillRect b="-3333"/>
                  </a:stretch>
                </a:blipFill>
              </p:spPr>
              <p:txBody>
                <a:bodyPr/>
                <a:lstStyle/>
                <a:p>
                  <a:r>
                    <a:rPr lang="zh-CN" altLang="en-US">
                      <a:noFill/>
                    </a:rPr>
                    <a:t> </a:t>
                  </a:r>
                </a:p>
              </p:txBody>
            </p:sp>
          </mc:Fallback>
        </mc:AlternateContent>
      </p:grpSp>
      <p:grpSp>
        <p:nvGrpSpPr>
          <p:cNvPr id="6" name="组合 5">
            <a:extLst>
              <a:ext uri="{FF2B5EF4-FFF2-40B4-BE49-F238E27FC236}">
                <a16:creationId xmlns:a16="http://schemas.microsoft.com/office/drawing/2014/main" id="{35D57BA3-C33A-4413-B558-3B4EE4F3080F}"/>
              </a:ext>
            </a:extLst>
          </p:cNvPr>
          <p:cNvGrpSpPr/>
          <p:nvPr/>
        </p:nvGrpSpPr>
        <p:grpSpPr>
          <a:xfrm>
            <a:off x="2146413" y="1363110"/>
            <a:ext cx="1067217" cy="917885"/>
            <a:chOff x="2146413" y="1363110"/>
            <a:chExt cx="1067217" cy="917885"/>
          </a:xfrm>
        </p:grpSpPr>
        <p:sp>
          <p:nvSpPr>
            <p:cNvPr id="34" name="矩形 33">
              <a:extLst>
                <a:ext uri="{FF2B5EF4-FFF2-40B4-BE49-F238E27FC236}">
                  <a16:creationId xmlns:a16="http://schemas.microsoft.com/office/drawing/2014/main" id="{C0C70259-4145-42A4-A97E-2108291E4ADC}"/>
                </a:ext>
              </a:extLst>
            </p:cNvPr>
            <p:cNvSpPr/>
            <p:nvPr/>
          </p:nvSpPr>
          <p:spPr>
            <a:xfrm>
              <a:off x="2300222" y="1739531"/>
              <a:ext cx="759600" cy="541464"/>
            </a:xfrm>
            <a:prstGeom prst="rect">
              <a:avLst/>
            </a:prstGeom>
            <a:solidFill>
              <a:schemeClr val="accent4"/>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mc:AlternateContent xmlns:mc="http://schemas.openxmlformats.org/markup-compatibility/2006" xmlns:a14="http://schemas.microsoft.com/office/drawing/2010/main">
          <mc:Choice Requires="a14">
            <p:sp>
              <p:nvSpPr>
                <p:cNvPr id="35" name="文本框 34">
                  <a:extLst>
                    <a:ext uri="{FF2B5EF4-FFF2-40B4-BE49-F238E27FC236}">
                      <a16:creationId xmlns:a16="http://schemas.microsoft.com/office/drawing/2014/main" id="{EE98B7EB-F32B-4A4F-9072-DF021D7DCAD9}"/>
                    </a:ext>
                  </a:extLst>
                </p:cNvPr>
                <p:cNvSpPr txBox="1"/>
                <p:nvPr/>
              </p:nvSpPr>
              <p:spPr>
                <a:xfrm>
                  <a:off x="2146413" y="1363110"/>
                  <a:ext cx="1067217" cy="369332"/>
                </a:xfrm>
                <a:prstGeom prst="rect">
                  <a:avLst/>
                </a:prstGeom>
                <a:noFill/>
              </p:spPr>
              <p:txBody>
                <a:bodyPr wrap="square">
                  <a:spAutoFit/>
                </a:bodyPr>
                <a:lstStyle/>
                <a:p>
                  <a:pPr/>
                  <a14:m>
                    <m:oMathPara xmlns:m="http://schemas.openxmlformats.org/officeDocument/2006/math">
                      <m:oMathParaPr>
                        <m:jc m:val="centerGroup"/>
                      </m:oMathParaPr>
                      <m:oMath xmlns:m="http://schemas.openxmlformats.org/officeDocument/2006/math">
                        <m:sSub>
                          <m:sSubPr>
                            <m:ctrlPr>
                              <a:rPr lang="en-US" altLang="zh-CN" b="1" i="1" smtClean="0">
                                <a:solidFill>
                                  <a:schemeClr val="accent4"/>
                                </a:solidFill>
                                <a:latin typeface="Cambria Math" panose="02040503050406030204" pitchFamily="18" charset="0"/>
                              </a:rPr>
                            </m:ctrlPr>
                          </m:sSubPr>
                          <m:e>
                            <m:r>
                              <a:rPr lang="en-US" altLang="zh-CN" b="1" i="1" smtClean="0">
                                <a:solidFill>
                                  <a:schemeClr val="accent4"/>
                                </a:solidFill>
                                <a:latin typeface="Cambria Math" panose="02040503050406030204" pitchFamily="18" charset="0"/>
                              </a:rPr>
                              <m:t>𝑾</m:t>
                            </m:r>
                          </m:e>
                          <m:sub>
                            <m:r>
                              <a:rPr lang="en-US" altLang="zh-CN" b="1" i="1" smtClean="0">
                                <a:solidFill>
                                  <a:schemeClr val="accent4"/>
                                </a:solidFill>
                                <a:latin typeface="Cambria Math" panose="02040503050406030204" pitchFamily="18" charset="0"/>
                              </a:rPr>
                              <m:t>𝑹</m:t>
                            </m:r>
                          </m:sub>
                        </m:sSub>
                        <m:r>
                          <a:rPr lang="en-US" altLang="zh-CN" b="1" i="1" smtClean="0">
                            <a:solidFill>
                              <a:schemeClr val="accent4"/>
                            </a:solidFill>
                            <a:latin typeface="Cambria Math" panose="02040503050406030204" pitchFamily="18" charset="0"/>
                          </a:rPr>
                          <m:t>=</m:t>
                        </m:r>
                        <m:r>
                          <a:rPr lang="en-US" altLang="zh-CN" b="1" i="1" smtClean="0">
                            <a:solidFill>
                              <a:schemeClr val="accent4"/>
                            </a:solidFill>
                            <a:latin typeface="Cambria Math" panose="02040503050406030204" pitchFamily="18" charset="0"/>
                          </a:rPr>
                          <m:t>𝟏</m:t>
                        </m:r>
                      </m:oMath>
                    </m:oMathPara>
                  </a14:m>
                  <a:endParaRPr lang="zh-CN" altLang="en-US" dirty="0">
                    <a:solidFill>
                      <a:schemeClr val="accent3"/>
                    </a:solidFill>
                  </a:endParaRPr>
                </a:p>
              </p:txBody>
            </p:sp>
          </mc:Choice>
          <mc:Fallback xmlns="">
            <p:sp>
              <p:nvSpPr>
                <p:cNvPr id="35" name="文本框 34">
                  <a:extLst>
                    <a:ext uri="{FF2B5EF4-FFF2-40B4-BE49-F238E27FC236}">
                      <a16:creationId xmlns:a16="http://schemas.microsoft.com/office/drawing/2014/main" id="{EE98B7EB-F32B-4A4F-9072-DF021D7DCAD9}"/>
                    </a:ext>
                  </a:extLst>
                </p:cNvPr>
                <p:cNvSpPr txBox="1">
                  <a:spLocks noRot="1" noChangeAspect="1" noMove="1" noResize="1" noEditPoints="1" noAdjustHandles="1" noChangeArrowheads="1" noChangeShapeType="1" noTextEdit="1"/>
                </p:cNvSpPr>
                <p:nvPr/>
              </p:nvSpPr>
              <p:spPr>
                <a:xfrm>
                  <a:off x="2146413" y="1363110"/>
                  <a:ext cx="1067217" cy="369332"/>
                </a:xfrm>
                <a:prstGeom prst="rect">
                  <a:avLst/>
                </a:prstGeom>
                <a:blipFill>
                  <a:blip r:embed="rId3"/>
                  <a:stretch>
                    <a:fillRect b="-3333"/>
                  </a:stretch>
                </a:blipFill>
              </p:spPr>
              <p:txBody>
                <a:bodyPr/>
                <a:lstStyle/>
                <a:p>
                  <a:r>
                    <a:rPr lang="zh-CN" altLang="en-US">
                      <a:noFill/>
                    </a:rPr>
                    <a:t> </a:t>
                  </a:r>
                </a:p>
              </p:txBody>
            </p:sp>
          </mc:Fallback>
        </mc:AlternateContent>
      </p:grpSp>
      <p:grpSp>
        <p:nvGrpSpPr>
          <p:cNvPr id="11" name="组合 10">
            <a:extLst>
              <a:ext uri="{FF2B5EF4-FFF2-40B4-BE49-F238E27FC236}">
                <a16:creationId xmlns:a16="http://schemas.microsoft.com/office/drawing/2014/main" id="{DF90C5CA-FFC7-4157-9F4D-82F7622D10DD}"/>
              </a:ext>
            </a:extLst>
          </p:cNvPr>
          <p:cNvGrpSpPr/>
          <p:nvPr/>
        </p:nvGrpSpPr>
        <p:grpSpPr>
          <a:xfrm>
            <a:off x="2302928" y="5107042"/>
            <a:ext cx="6045083" cy="902040"/>
            <a:chOff x="2302928" y="5107042"/>
            <a:chExt cx="6045083" cy="902040"/>
          </a:xfrm>
        </p:grpSpPr>
        <p:sp>
          <p:nvSpPr>
            <p:cNvPr id="5" name="矩形 4">
              <a:extLst>
                <a:ext uri="{FF2B5EF4-FFF2-40B4-BE49-F238E27FC236}">
                  <a16:creationId xmlns:a16="http://schemas.microsoft.com/office/drawing/2014/main" id="{ABCDD6AB-497D-42FD-B822-48DB3891082B}"/>
                </a:ext>
              </a:extLst>
            </p:cNvPr>
            <p:cNvSpPr/>
            <p:nvPr/>
          </p:nvSpPr>
          <p:spPr>
            <a:xfrm>
              <a:off x="2302928" y="5467618"/>
              <a:ext cx="6045083" cy="541464"/>
            </a:xfrm>
            <a:prstGeom prst="rect">
              <a:avLst/>
            </a:prstGeom>
            <a:solidFill>
              <a:schemeClr val="accent3"/>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mc:AlternateContent xmlns:mc="http://schemas.openxmlformats.org/markup-compatibility/2006" xmlns:a14="http://schemas.microsoft.com/office/drawing/2010/main">
          <mc:Choice Requires="a14">
            <p:sp>
              <p:nvSpPr>
                <p:cNvPr id="23" name="文本框 22">
                  <a:extLst>
                    <a:ext uri="{FF2B5EF4-FFF2-40B4-BE49-F238E27FC236}">
                      <a16:creationId xmlns:a16="http://schemas.microsoft.com/office/drawing/2014/main" id="{ABC03EEA-26BD-4845-8ACC-3FB7B6DA9132}"/>
                    </a:ext>
                  </a:extLst>
                </p:cNvPr>
                <p:cNvSpPr txBox="1"/>
                <p:nvPr/>
              </p:nvSpPr>
              <p:spPr>
                <a:xfrm>
                  <a:off x="4909220" y="5107042"/>
                  <a:ext cx="1067217" cy="369332"/>
                </a:xfrm>
                <a:prstGeom prst="rect">
                  <a:avLst/>
                </a:prstGeom>
                <a:noFill/>
              </p:spPr>
              <p:txBody>
                <a:bodyPr wrap="square">
                  <a:spAutoFit/>
                </a:bodyPr>
                <a:lstStyle/>
                <a:p>
                  <a:pPr/>
                  <a14:m>
                    <m:oMathPara xmlns:m="http://schemas.openxmlformats.org/officeDocument/2006/math">
                      <m:oMathParaPr>
                        <m:jc m:val="centerGroup"/>
                      </m:oMathParaPr>
                      <m:oMath xmlns:m="http://schemas.openxmlformats.org/officeDocument/2006/math">
                        <m:sSub>
                          <m:sSubPr>
                            <m:ctrlPr>
                              <a:rPr lang="en-US" altLang="zh-CN" b="1" i="1" smtClean="0">
                                <a:solidFill>
                                  <a:schemeClr val="accent3"/>
                                </a:solidFill>
                                <a:latin typeface="Cambria Math" panose="02040503050406030204" pitchFamily="18" charset="0"/>
                              </a:rPr>
                            </m:ctrlPr>
                          </m:sSubPr>
                          <m:e>
                            <m:r>
                              <a:rPr lang="en-US" altLang="zh-CN" b="1" i="1" smtClean="0">
                                <a:solidFill>
                                  <a:schemeClr val="accent3"/>
                                </a:solidFill>
                                <a:latin typeface="Cambria Math" panose="02040503050406030204" pitchFamily="18" charset="0"/>
                              </a:rPr>
                              <m:t>𝑾</m:t>
                            </m:r>
                          </m:e>
                          <m:sub>
                            <m:r>
                              <a:rPr lang="en-US" altLang="zh-CN" b="1" i="1" smtClean="0">
                                <a:solidFill>
                                  <a:schemeClr val="accent3"/>
                                </a:solidFill>
                                <a:latin typeface="Cambria Math" panose="02040503050406030204" pitchFamily="18" charset="0"/>
                              </a:rPr>
                              <m:t>𝑻</m:t>
                            </m:r>
                          </m:sub>
                        </m:sSub>
                        <m:r>
                          <a:rPr lang="en-US" altLang="zh-CN" b="1" i="1" smtClean="0">
                            <a:solidFill>
                              <a:schemeClr val="accent3"/>
                            </a:solidFill>
                            <a:latin typeface="Cambria Math" panose="02040503050406030204" pitchFamily="18" charset="0"/>
                          </a:rPr>
                          <m:t>=</m:t>
                        </m:r>
                        <m:r>
                          <a:rPr lang="en-US" altLang="zh-CN" b="1" i="1" smtClean="0">
                            <a:solidFill>
                              <a:schemeClr val="accent3"/>
                            </a:solidFill>
                            <a:latin typeface="Cambria Math" panose="02040503050406030204" pitchFamily="18" charset="0"/>
                          </a:rPr>
                          <m:t>𝟖</m:t>
                        </m:r>
                      </m:oMath>
                    </m:oMathPara>
                  </a14:m>
                  <a:endParaRPr lang="zh-CN" altLang="en-US" dirty="0">
                    <a:solidFill>
                      <a:schemeClr val="accent3"/>
                    </a:solidFill>
                  </a:endParaRPr>
                </a:p>
              </p:txBody>
            </p:sp>
          </mc:Choice>
          <mc:Fallback xmlns="">
            <p:sp>
              <p:nvSpPr>
                <p:cNvPr id="23" name="文本框 22">
                  <a:extLst>
                    <a:ext uri="{FF2B5EF4-FFF2-40B4-BE49-F238E27FC236}">
                      <a16:creationId xmlns:a16="http://schemas.microsoft.com/office/drawing/2014/main" id="{ABC03EEA-26BD-4845-8ACC-3FB7B6DA9132}"/>
                    </a:ext>
                  </a:extLst>
                </p:cNvPr>
                <p:cNvSpPr txBox="1">
                  <a:spLocks noRot="1" noChangeAspect="1" noMove="1" noResize="1" noEditPoints="1" noAdjustHandles="1" noChangeArrowheads="1" noChangeShapeType="1" noTextEdit="1"/>
                </p:cNvSpPr>
                <p:nvPr/>
              </p:nvSpPr>
              <p:spPr>
                <a:xfrm>
                  <a:off x="4909220" y="5107042"/>
                  <a:ext cx="1067217" cy="369332"/>
                </a:xfrm>
                <a:prstGeom prst="rect">
                  <a:avLst/>
                </a:prstGeom>
                <a:blipFill>
                  <a:blip r:embed="rId4"/>
                  <a:stretch>
                    <a:fillRect b="-3333"/>
                  </a:stretch>
                </a:blipFill>
              </p:spPr>
              <p:txBody>
                <a:bodyPr/>
                <a:lstStyle/>
                <a:p>
                  <a:r>
                    <a:rPr lang="zh-CN" altLang="en-US">
                      <a:noFill/>
                    </a:rPr>
                    <a:t> </a:t>
                  </a:r>
                </a:p>
              </p:txBody>
            </p:sp>
          </mc:Fallback>
        </mc:AlternateContent>
      </p:grpSp>
      <p:grpSp>
        <p:nvGrpSpPr>
          <p:cNvPr id="4" name="组合 3">
            <a:extLst>
              <a:ext uri="{FF2B5EF4-FFF2-40B4-BE49-F238E27FC236}">
                <a16:creationId xmlns:a16="http://schemas.microsoft.com/office/drawing/2014/main" id="{9A1EA9F2-FCB6-48C3-935F-7AE7E3AD14AC}"/>
              </a:ext>
            </a:extLst>
          </p:cNvPr>
          <p:cNvGrpSpPr/>
          <p:nvPr/>
        </p:nvGrpSpPr>
        <p:grpSpPr>
          <a:xfrm>
            <a:off x="304800" y="749300"/>
            <a:ext cx="6192344" cy="400110"/>
            <a:chOff x="424117" y="898245"/>
            <a:chExt cx="6192344" cy="400110"/>
          </a:xfrm>
        </p:grpSpPr>
        <p:sp>
          <p:nvSpPr>
            <p:cNvPr id="2" name="平行四边形 1">
              <a:extLst>
                <a:ext uri="{FF2B5EF4-FFF2-40B4-BE49-F238E27FC236}">
                  <a16:creationId xmlns:a16="http://schemas.microsoft.com/office/drawing/2014/main" id="{1F5BAA3F-9845-4F89-A2DD-8222D3E4EDAC}"/>
                </a:ext>
              </a:extLst>
            </p:cNvPr>
            <p:cNvSpPr/>
            <p:nvPr/>
          </p:nvSpPr>
          <p:spPr>
            <a:xfrm>
              <a:off x="424117" y="898245"/>
              <a:ext cx="628306" cy="387090"/>
            </a:xfrm>
            <a:prstGeom prst="parallelogram">
              <a:avLst/>
            </a:prstGeom>
            <a:solidFill>
              <a:schemeClr val="accent3">
                <a:lumMod val="75000"/>
              </a:schemeClr>
            </a:solidFill>
            <a:ln>
              <a:solidFill>
                <a:schemeClr val="accent3">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CN" sz="2200" dirty="0">
                  <a:latin typeface="Impact" panose="020B0806030902050204" pitchFamily="34" charset="0"/>
                </a:rPr>
                <a:t>01</a:t>
              </a:r>
              <a:endParaRPr lang="zh-CN" altLang="en-US" sz="2200" dirty="0">
                <a:latin typeface="Impact" panose="020B0806030902050204" pitchFamily="34" charset="0"/>
              </a:endParaRPr>
            </a:p>
          </p:txBody>
        </p:sp>
        <p:sp>
          <p:nvSpPr>
            <p:cNvPr id="3" name="文本框 2">
              <a:extLst>
                <a:ext uri="{FF2B5EF4-FFF2-40B4-BE49-F238E27FC236}">
                  <a16:creationId xmlns:a16="http://schemas.microsoft.com/office/drawing/2014/main" id="{4D6BD736-A4D3-4F26-AFED-36E11F50F70B}"/>
                </a:ext>
              </a:extLst>
            </p:cNvPr>
            <p:cNvSpPr txBox="1"/>
            <p:nvPr/>
          </p:nvSpPr>
          <p:spPr>
            <a:xfrm>
              <a:off x="1052423" y="898245"/>
              <a:ext cx="5564038" cy="400110"/>
            </a:xfrm>
            <a:prstGeom prst="rect">
              <a:avLst/>
            </a:prstGeom>
            <a:noFill/>
          </p:spPr>
          <p:txBody>
            <a:bodyPr wrap="square" rtlCol="0">
              <a:spAutoFit/>
            </a:bodyPr>
            <a:lstStyle/>
            <a:p>
              <a:r>
                <a:rPr lang="zh-CN" altLang="en-US" sz="2000" b="1" dirty="0"/>
                <a:t>回退</a:t>
              </a:r>
              <a:r>
                <a:rPr lang="en-US" altLang="zh-CN" sz="2000" b="1" dirty="0"/>
                <a:t>N</a:t>
              </a:r>
              <a:r>
                <a:rPr lang="zh-CN" altLang="en-US" sz="2000" b="1" dirty="0"/>
                <a:t>帧协议</a:t>
              </a:r>
            </a:p>
          </p:txBody>
        </p:sp>
      </p:grpSp>
      <p:grpSp>
        <p:nvGrpSpPr>
          <p:cNvPr id="20" name="组合 19">
            <a:extLst>
              <a:ext uri="{FF2B5EF4-FFF2-40B4-BE49-F238E27FC236}">
                <a16:creationId xmlns:a16="http://schemas.microsoft.com/office/drawing/2014/main" id="{87756F0E-46C2-4571-B23D-C8472E9FD1FB}"/>
              </a:ext>
            </a:extLst>
          </p:cNvPr>
          <p:cNvGrpSpPr/>
          <p:nvPr/>
        </p:nvGrpSpPr>
        <p:grpSpPr>
          <a:xfrm>
            <a:off x="475097" y="1263518"/>
            <a:ext cx="1355161" cy="5114896"/>
            <a:chOff x="475097" y="1263518"/>
            <a:chExt cx="1355161" cy="5114896"/>
          </a:xfrm>
        </p:grpSpPr>
        <p:cxnSp>
          <p:nvCxnSpPr>
            <p:cNvPr id="17" name="直接连接符 16">
              <a:extLst>
                <a:ext uri="{FF2B5EF4-FFF2-40B4-BE49-F238E27FC236}">
                  <a16:creationId xmlns:a16="http://schemas.microsoft.com/office/drawing/2014/main" id="{5A41A17A-7B81-47D8-BDBB-76B8F1AA71D6}"/>
                </a:ext>
              </a:extLst>
            </p:cNvPr>
            <p:cNvCxnSpPr>
              <a:cxnSpLocks/>
            </p:cNvCxnSpPr>
            <p:nvPr/>
          </p:nvCxnSpPr>
          <p:spPr>
            <a:xfrm flipV="1">
              <a:off x="1208367" y="2012996"/>
              <a:ext cx="0" cy="3813858"/>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nvGrpSpPr>
            <p:cNvPr id="9" name="组合 8">
              <a:extLst>
                <a:ext uri="{FF2B5EF4-FFF2-40B4-BE49-F238E27FC236}">
                  <a16:creationId xmlns:a16="http://schemas.microsoft.com/office/drawing/2014/main" id="{A2B5FA1F-35FA-42E7-8D74-E7431B6AAA3C}"/>
                </a:ext>
              </a:extLst>
            </p:cNvPr>
            <p:cNvGrpSpPr/>
            <p:nvPr/>
          </p:nvGrpSpPr>
          <p:grpSpPr>
            <a:xfrm>
              <a:off x="700096" y="5368000"/>
              <a:ext cx="905164" cy="1010414"/>
              <a:chOff x="700096" y="5368000"/>
              <a:chExt cx="905164" cy="1010414"/>
            </a:xfrm>
          </p:grpSpPr>
          <p:pic>
            <p:nvPicPr>
              <p:cNvPr id="214" name="图形 213">
                <a:extLst>
                  <a:ext uri="{FF2B5EF4-FFF2-40B4-BE49-F238E27FC236}">
                    <a16:creationId xmlns:a16="http://schemas.microsoft.com/office/drawing/2014/main" id="{D949CB40-4FF6-4E8C-991B-66D24C6ADF05}"/>
                  </a:ext>
                </a:extLst>
              </p:cNvPr>
              <p:cNvPicPr>
                <a:picLocks noChangeAspect="1"/>
              </p:cNvPicPr>
              <p:nvPr/>
            </p:nvPicPr>
            <p:blipFill>
              <a:blip r:embed="rId5">
                <a:extLst>
                  <a:ext uri="{28A0092B-C50C-407E-A947-70E740481C1C}">
                    <a14:useLocalDpi xmlns:a14="http://schemas.microsoft.com/office/drawing/2010/main" val="0"/>
                  </a:ext>
                  <a:ext uri="{96DAC541-7B7A-43D3-8B79-37D633B846F1}">
                    <asvg:svgBlip xmlns:asvg="http://schemas.microsoft.com/office/drawing/2016/SVG/main" r:embed="rId6"/>
                  </a:ext>
                </a:extLst>
              </a:blip>
              <a:stretch>
                <a:fillRect/>
              </a:stretch>
            </p:blipFill>
            <p:spPr>
              <a:xfrm>
                <a:off x="821271" y="5368000"/>
                <a:ext cx="662814" cy="641082"/>
              </a:xfrm>
              <a:prstGeom prst="rect">
                <a:avLst/>
              </a:prstGeom>
            </p:spPr>
          </p:pic>
          <p:sp>
            <p:nvSpPr>
              <p:cNvPr id="218" name="文本框 217">
                <a:extLst>
                  <a:ext uri="{FF2B5EF4-FFF2-40B4-BE49-F238E27FC236}">
                    <a16:creationId xmlns:a16="http://schemas.microsoft.com/office/drawing/2014/main" id="{584D12FE-712D-432B-A48B-3084189F6B6C}"/>
                  </a:ext>
                </a:extLst>
              </p:cNvPr>
              <p:cNvSpPr txBox="1"/>
              <p:nvPr/>
            </p:nvSpPr>
            <p:spPr>
              <a:xfrm>
                <a:off x="700096" y="6009082"/>
                <a:ext cx="905164" cy="369332"/>
              </a:xfrm>
              <a:prstGeom prst="rect">
                <a:avLst/>
              </a:prstGeom>
              <a:noFill/>
            </p:spPr>
            <p:txBody>
              <a:bodyPr wrap="square" rtlCol="0">
                <a:spAutoFit/>
              </a:bodyPr>
              <a:lstStyle/>
              <a:p>
                <a:r>
                  <a:rPr lang="zh-CN" altLang="en-US" b="1" dirty="0">
                    <a:latin typeface="+mn-ea"/>
                  </a:rPr>
                  <a:t>发送方</a:t>
                </a:r>
              </a:p>
            </p:txBody>
          </p:sp>
        </p:grpSp>
        <p:grpSp>
          <p:nvGrpSpPr>
            <p:cNvPr id="8" name="组合 7">
              <a:extLst>
                <a:ext uri="{FF2B5EF4-FFF2-40B4-BE49-F238E27FC236}">
                  <a16:creationId xmlns:a16="http://schemas.microsoft.com/office/drawing/2014/main" id="{0ACAF080-95D4-4F76-A817-06EA84E449C9}"/>
                </a:ext>
              </a:extLst>
            </p:cNvPr>
            <p:cNvGrpSpPr/>
            <p:nvPr/>
          </p:nvGrpSpPr>
          <p:grpSpPr>
            <a:xfrm>
              <a:off x="878301" y="1263518"/>
              <a:ext cx="905164" cy="1027908"/>
              <a:chOff x="878301" y="1390382"/>
              <a:chExt cx="905164" cy="1027908"/>
            </a:xfrm>
          </p:grpSpPr>
          <p:pic>
            <p:nvPicPr>
              <p:cNvPr id="210" name="图形 209">
                <a:extLst>
                  <a:ext uri="{FF2B5EF4-FFF2-40B4-BE49-F238E27FC236}">
                    <a16:creationId xmlns:a16="http://schemas.microsoft.com/office/drawing/2014/main" id="{61E01467-74F7-469C-BAD5-DFFB1234E440}"/>
                  </a:ext>
                </a:extLst>
              </p:cNvPr>
              <p:cNvPicPr>
                <a:picLocks noChangeAspect="1"/>
              </p:cNvPicPr>
              <p:nvPr/>
            </p:nvPicPr>
            <p:blipFill>
              <a:blip r:embed="rId7">
                <a:extLst>
                  <a:ext uri="{28A0092B-C50C-407E-A947-70E740481C1C}">
                    <a14:useLocalDpi xmlns:a14="http://schemas.microsoft.com/office/drawing/2010/main" val="0"/>
                  </a:ext>
                  <a:ext uri="{96DAC541-7B7A-43D3-8B79-37D633B846F1}">
                    <asvg:svgBlip xmlns:asvg="http://schemas.microsoft.com/office/drawing/2016/SVG/main" r:embed="rId8"/>
                  </a:ext>
                </a:extLst>
              </a:blip>
              <a:stretch>
                <a:fillRect/>
              </a:stretch>
            </p:blipFill>
            <p:spPr>
              <a:xfrm>
                <a:off x="984826" y="1759714"/>
                <a:ext cx="501772" cy="658576"/>
              </a:xfrm>
              <a:prstGeom prst="rect">
                <a:avLst/>
              </a:prstGeom>
            </p:spPr>
          </p:pic>
          <p:sp>
            <p:nvSpPr>
              <p:cNvPr id="219" name="文本框 218">
                <a:extLst>
                  <a:ext uri="{FF2B5EF4-FFF2-40B4-BE49-F238E27FC236}">
                    <a16:creationId xmlns:a16="http://schemas.microsoft.com/office/drawing/2014/main" id="{B105E330-42F6-4FA8-914C-123FFA0756D5}"/>
                  </a:ext>
                </a:extLst>
              </p:cNvPr>
              <p:cNvSpPr txBox="1"/>
              <p:nvPr/>
            </p:nvSpPr>
            <p:spPr>
              <a:xfrm>
                <a:off x="878301" y="1390382"/>
                <a:ext cx="905164" cy="369332"/>
              </a:xfrm>
              <a:prstGeom prst="rect">
                <a:avLst/>
              </a:prstGeom>
              <a:noFill/>
            </p:spPr>
            <p:txBody>
              <a:bodyPr wrap="square" rtlCol="0">
                <a:spAutoFit/>
              </a:bodyPr>
              <a:lstStyle/>
              <a:p>
                <a:r>
                  <a:rPr lang="zh-CN" altLang="en-US" b="1" dirty="0">
                    <a:latin typeface="+mn-ea"/>
                  </a:rPr>
                  <a:t>接收方</a:t>
                </a:r>
              </a:p>
            </p:txBody>
          </p:sp>
        </p:grpSp>
        <p:sp>
          <p:nvSpPr>
            <p:cNvPr id="57" name="云形 56">
              <a:extLst>
                <a:ext uri="{FF2B5EF4-FFF2-40B4-BE49-F238E27FC236}">
                  <a16:creationId xmlns:a16="http://schemas.microsoft.com/office/drawing/2014/main" id="{8D58A5DA-48AF-4D62-A0E1-92B6F8CBE1F4}"/>
                </a:ext>
              </a:extLst>
            </p:cNvPr>
            <p:cNvSpPr/>
            <p:nvPr/>
          </p:nvSpPr>
          <p:spPr>
            <a:xfrm>
              <a:off x="475097" y="3429014"/>
              <a:ext cx="1355161" cy="801398"/>
            </a:xfrm>
            <a:prstGeom prst="cloud">
              <a:avLst/>
            </a:prstGeom>
            <a:solidFill>
              <a:schemeClr val="bg1">
                <a:lumMod val="85000"/>
              </a:schemeClr>
            </a:solidFill>
            <a:ln>
              <a:solidFill>
                <a:schemeClr val="bg1">
                  <a:lumMod val="85000"/>
                </a:schemeClr>
              </a:solidFill>
            </a:ln>
          </p:spPr>
          <p:style>
            <a:lnRef idx="2">
              <a:schemeClr val="accent3">
                <a:shade val="50000"/>
              </a:schemeClr>
            </a:lnRef>
            <a:fillRef idx="1">
              <a:schemeClr val="accent3"/>
            </a:fillRef>
            <a:effectRef idx="0">
              <a:schemeClr val="accent3"/>
            </a:effectRef>
            <a:fontRef idx="minor">
              <a:schemeClr val="lt1"/>
            </a:fontRef>
          </p:style>
          <p:txBody>
            <a:bodyPr rtlCol="0" anchor="ctr"/>
            <a:lstStyle/>
            <a:p>
              <a:pPr algn="ctr"/>
              <a:r>
                <a:rPr lang="zh-CN" altLang="en-US" b="1" dirty="0">
                  <a:solidFill>
                    <a:schemeClr val="tx1"/>
                  </a:solidFill>
                  <a:latin typeface="+mn-ea"/>
                </a:rPr>
                <a:t>因特网</a:t>
              </a:r>
            </a:p>
          </p:txBody>
        </p:sp>
      </p:grpSp>
      <p:graphicFrame>
        <p:nvGraphicFramePr>
          <p:cNvPr id="21" name="表格 21">
            <a:extLst>
              <a:ext uri="{FF2B5EF4-FFF2-40B4-BE49-F238E27FC236}">
                <a16:creationId xmlns:a16="http://schemas.microsoft.com/office/drawing/2014/main" id="{CE497585-4F97-4F44-9ABE-D7BBA16B40E0}"/>
              </a:ext>
            </a:extLst>
          </p:cNvPr>
          <p:cNvGraphicFramePr>
            <a:graphicFrameLocks noGrp="1"/>
          </p:cNvGraphicFramePr>
          <p:nvPr/>
        </p:nvGraphicFramePr>
        <p:xfrm>
          <a:off x="2302929" y="5557308"/>
          <a:ext cx="9067800" cy="370840"/>
        </p:xfrm>
        <a:graphic>
          <a:graphicData uri="http://schemas.openxmlformats.org/drawingml/2006/table">
            <a:tbl>
              <a:tblPr firstRow="1" bandRow="1">
                <a:tableStyleId>{5C22544A-7EE6-4342-B048-85BDC9FD1C3A}</a:tableStyleId>
              </a:tblPr>
              <a:tblGrid>
                <a:gridCol w="755650">
                  <a:extLst>
                    <a:ext uri="{9D8B030D-6E8A-4147-A177-3AD203B41FA5}">
                      <a16:colId xmlns:a16="http://schemas.microsoft.com/office/drawing/2014/main" val="877486509"/>
                    </a:ext>
                  </a:extLst>
                </a:gridCol>
                <a:gridCol w="755650">
                  <a:extLst>
                    <a:ext uri="{9D8B030D-6E8A-4147-A177-3AD203B41FA5}">
                      <a16:colId xmlns:a16="http://schemas.microsoft.com/office/drawing/2014/main" val="3548605817"/>
                    </a:ext>
                  </a:extLst>
                </a:gridCol>
                <a:gridCol w="755650">
                  <a:extLst>
                    <a:ext uri="{9D8B030D-6E8A-4147-A177-3AD203B41FA5}">
                      <a16:colId xmlns:a16="http://schemas.microsoft.com/office/drawing/2014/main" val="2881812895"/>
                    </a:ext>
                  </a:extLst>
                </a:gridCol>
                <a:gridCol w="755650">
                  <a:extLst>
                    <a:ext uri="{9D8B030D-6E8A-4147-A177-3AD203B41FA5}">
                      <a16:colId xmlns:a16="http://schemas.microsoft.com/office/drawing/2014/main" val="3682284582"/>
                    </a:ext>
                  </a:extLst>
                </a:gridCol>
                <a:gridCol w="755650">
                  <a:extLst>
                    <a:ext uri="{9D8B030D-6E8A-4147-A177-3AD203B41FA5}">
                      <a16:colId xmlns:a16="http://schemas.microsoft.com/office/drawing/2014/main" val="500127722"/>
                    </a:ext>
                  </a:extLst>
                </a:gridCol>
                <a:gridCol w="755650">
                  <a:extLst>
                    <a:ext uri="{9D8B030D-6E8A-4147-A177-3AD203B41FA5}">
                      <a16:colId xmlns:a16="http://schemas.microsoft.com/office/drawing/2014/main" val="2946259618"/>
                    </a:ext>
                  </a:extLst>
                </a:gridCol>
                <a:gridCol w="755650">
                  <a:extLst>
                    <a:ext uri="{9D8B030D-6E8A-4147-A177-3AD203B41FA5}">
                      <a16:colId xmlns:a16="http://schemas.microsoft.com/office/drawing/2014/main" val="171501986"/>
                    </a:ext>
                  </a:extLst>
                </a:gridCol>
                <a:gridCol w="755650">
                  <a:extLst>
                    <a:ext uri="{9D8B030D-6E8A-4147-A177-3AD203B41FA5}">
                      <a16:colId xmlns:a16="http://schemas.microsoft.com/office/drawing/2014/main" val="1667185265"/>
                    </a:ext>
                  </a:extLst>
                </a:gridCol>
                <a:gridCol w="755650">
                  <a:extLst>
                    <a:ext uri="{9D8B030D-6E8A-4147-A177-3AD203B41FA5}">
                      <a16:colId xmlns:a16="http://schemas.microsoft.com/office/drawing/2014/main" val="4258211808"/>
                    </a:ext>
                  </a:extLst>
                </a:gridCol>
                <a:gridCol w="755650">
                  <a:extLst>
                    <a:ext uri="{9D8B030D-6E8A-4147-A177-3AD203B41FA5}">
                      <a16:colId xmlns:a16="http://schemas.microsoft.com/office/drawing/2014/main" val="1794200575"/>
                    </a:ext>
                  </a:extLst>
                </a:gridCol>
                <a:gridCol w="755650">
                  <a:extLst>
                    <a:ext uri="{9D8B030D-6E8A-4147-A177-3AD203B41FA5}">
                      <a16:colId xmlns:a16="http://schemas.microsoft.com/office/drawing/2014/main" val="4230716487"/>
                    </a:ext>
                  </a:extLst>
                </a:gridCol>
                <a:gridCol w="755650">
                  <a:extLst>
                    <a:ext uri="{9D8B030D-6E8A-4147-A177-3AD203B41FA5}">
                      <a16:colId xmlns:a16="http://schemas.microsoft.com/office/drawing/2014/main" val="56153739"/>
                    </a:ext>
                  </a:extLst>
                </a:gridCol>
              </a:tblGrid>
              <a:tr h="370840">
                <a:tc>
                  <a:txBody>
                    <a:bodyPr/>
                    <a:lstStyle/>
                    <a:p>
                      <a:pPr algn="ctr"/>
                      <a:r>
                        <a:rPr lang="en-US" altLang="zh-CN" dirty="0">
                          <a:solidFill>
                            <a:schemeClr val="tx1"/>
                          </a:solidFill>
                          <a:latin typeface="Arial Black" panose="020B0A04020102020204" pitchFamily="34" charset="0"/>
                        </a:rPr>
                        <a:t>0</a:t>
                      </a:r>
                      <a:endParaRPr lang="zh-CN" altLang="en-US" dirty="0">
                        <a:solidFill>
                          <a:schemeClr val="tx1"/>
                        </a:solidFill>
                        <a:latin typeface="Arial Black" panose="020B0A04020102020204" pitchFamily="34" charset="0"/>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ctr"/>
                      <a:r>
                        <a:rPr lang="en-US" altLang="zh-CN" dirty="0">
                          <a:solidFill>
                            <a:schemeClr val="tx1"/>
                          </a:solidFill>
                          <a:latin typeface="Arial Black" panose="020B0A04020102020204" pitchFamily="34" charset="0"/>
                        </a:rPr>
                        <a:t>1</a:t>
                      </a:r>
                      <a:endParaRPr lang="zh-CN" altLang="en-US" dirty="0">
                        <a:solidFill>
                          <a:schemeClr val="tx1"/>
                        </a:solidFill>
                        <a:latin typeface="Arial Black" panose="020B0A04020102020204" pitchFamily="34" charset="0"/>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ctr"/>
                      <a:r>
                        <a:rPr lang="en-US" altLang="zh-CN" dirty="0">
                          <a:solidFill>
                            <a:schemeClr val="tx1"/>
                          </a:solidFill>
                          <a:latin typeface="Arial Black" panose="020B0A04020102020204" pitchFamily="34" charset="0"/>
                        </a:rPr>
                        <a:t>2</a:t>
                      </a:r>
                      <a:endParaRPr lang="zh-CN" altLang="en-US" dirty="0">
                        <a:solidFill>
                          <a:schemeClr val="tx1"/>
                        </a:solidFill>
                        <a:latin typeface="Arial Black" panose="020B0A04020102020204" pitchFamily="34" charset="0"/>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ctr"/>
                      <a:r>
                        <a:rPr lang="en-US" altLang="zh-CN" dirty="0">
                          <a:solidFill>
                            <a:schemeClr val="tx1"/>
                          </a:solidFill>
                          <a:latin typeface="Arial Black" panose="020B0A04020102020204" pitchFamily="34" charset="0"/>
                        </a:rPr>
                        <a:t>3</a:t>
                      </a:r>
                      <a:endParaRPr lang="zh-CN" altLang="en-US" dirty="0">
                        <a:solidFill>
                          <a:schemeClr val="tx1"/>
                        </a:solidFill>
                        <a:latin typeface="Arial Black" panose="020B0A04020102020204" pitchFamily="34" charset="0"/>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ctr"/>
                      <a:r>
                        <a:rPr lang="en-US" altLang="zh-CN" dirty="0">
                          <a:solidFill>
                            <a:schemeClr val="tx1"/>
                          </a:solidFill>
                          <a:latin typeface="Arial Black" panose="020B0A04020102020204" pitchFamily="34" charset="0"/>
                        </a:rPr>
                        <a:t>4</a:t>
                      </a:r>
                      <a:endParaRPr lang="zh-CN" altLang="en-US" dirty="0">
                        <a:solidFill>
                          <a:schemeClr val="tx1"/>
                        </a:solidFill>
                        <a:latin typeface="Arial Black" panose="020B0A04020102020204" pitchFamily="34" charset="0"/>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ctr"/>
                      <a:r>
                        <a:rPr lang="en-US" altLang="zh-CN" dirty="0">
                          <a:solidFill>
                            <a:schemeClr val="tx1"/>
                          </a:solidFill>
                          <a:latin typeface="Arial Black" panose="020B0A04020102020204" pitchFamily="34" charset="0"/>
                        </a:rPr>
                        <a:t>5</a:t>
                      </a:r>
                      <a:endParaRPr lang="zh-CN" altLang="en-US" dirty="0">
                        <a:solidFill>
                          <a:schemeClr val="tx1"/>
                        </a:solidFill>
                        <a:latin typeface="Arial Black" panose="020B0A04020102020204" pitchFamily="34" charset="0"/>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ctr"/>
                      <a:r>
                        <a:rPr lang="en-US" altLang="zh-CN" dirty="0">
                          <a:solidFill>
                            <a:schemeClr val="tx1"/>
                          </a:solidFill>
                          <a:latin typeface="Arial Black" panose="020B0A04020102020204" pitchFamily="34" charset="0"/>
                        </a:rPr>
                        <a:t>6</a:t>
                      </a:r>
                      <a:endParaRPr lang="zh-CN" altLang="en-US" dirty="0">
                        <a:solidFill>
                          <a:schemeClr val="tx1"/>
                        </a:solidFill>
                        <a:latin typeface="Arial Black" panose="020B0A04020102020204" pitchFamily="34" charset="0"/>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ctr"/>
                      <a:r>
                        <a:rPr lang="en-US" altLang="zh-CN" dirty="0">
                          <a:solidFill>
                            <a:schemeClr val="tx1"/>
                          </a:solidFill>
                          <a:latin typeface="Arial Black" panose="020B0A04020102020204" pitchFamily="34" charset="0"/>
                        </a:rPr>
                        <a:t>7</a:t>
                      </a:r>
                      <a:endParaRPr lang="zh-CN" altLang="en-US" dirty="0">
                        <a:solidFill>
                          <a:schemeClr val="tx1"/>
                        </a:solidFill>
                        <a:latin typeface="Arial Black" panose="020B0A04020102020204" pitchFamily="34" charset="0"/>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ctr"/>
                      <a:r>
                        <a:rPr lang="en-US" altLang="zh-CN" dirty="0">
                          <a:solidFill>
                            <a:schemeClr val="tx1"/>
                          </a:solidFill>
                          <a:latin typeface="Arial Black" panose="020B0A04020102020204" pitchFamily="34" charset="0"/>
                        </a:rPr>
                        <a:t>0</a:t>
                      </a:r>
                      <a:endParaRPr lang="zh-CN" altLang="en-US" dirty="0">
                        <a:solidFill>
                          <a:schemeClr val="tx1"/>
                        </a:solidFill>
                        <a:latin typeface="Arial Black" panose="020B0A04020102020204" pitchFamily="34" charset="0"/>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ctr"/>
                      <a:r>
                        <a:rPr lang="en-US" altLang="zh-CN" dirty="0">
                          <a:solidFill>
                            <a:schemeClr val="tx1"/>
                          </a:solidFill>
                          <a:latin typeface="Arial Black" panose="020B0A04020102020204" pitchFamily="34" charset="0"/>
                        </a:rPr>
                        <a:t>1</a:t>
                      </a:r>
                      <a:endParaRPr lang="zh-CN" altLang="en-US" dirty="0">
                        <a:solidFill>
                          <a:schemeClr val="tx1"/>
                        </a:solidFill>
                        <a:latin typeface="Arial Black" panose="020B0A04020102020204" pitchFamily="34" charset="0"/>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ctr"/>
                      <a:r>
                        <a:rPr lang="en-US" altLang="zh-CN" dirty="0">
                          <a:solidFill>
                            <a:schemeClr val="tx1"/>
                          </a:solidFill>
                          <a:latin typeface="Arial Black" panose="020B0A04020102020204" pitchFamily="34" charset="0"/>
                        </a:rPr>
                        <a:t>2</a:t>
                      </a:r>
                      <a:endParaRPr lang="zh-CN" altLang="en-US" dirty="0">
                        <a:solidFill>
                          <a:schemeClr val="tx1"/>
                        </a:solidFill>
                        <a:latin typeface="Arial Black" panose="020B0A04020102020204" pitchFamily="34" charset="0"/>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ctr"/>
                      <a:r>
                        <a:rPr lang="en-US" altLang="zh-CN" dirty="0">
                          <a:solidFill>
                            <a:schemeClr val="tx1"/>
                          </a:solidFill>
                          <a:latin typeface="Arial Black" panose="020B0A04020102020204" pitchFamily="34" charset="0"/>
                        </a:rPr>
                        <a:t>…</a:t>
                      </a:r>
                      <a:endParaRPr lang="zh-CN" altLang="en-US" dirty="0">
                        <a:solidFill>
                          <a:schemeClr val="tx1"/>
                        </a:solidFill>
                        <a:latin typeface="Arial Black" panose="020B0A04020102020204" pitchFamily="34" charset="0"/>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extLst>
                  <a:ext uri="{0D108BD9-81ED-4DB2-BD59-A6C34878D82A}">
                    <a16:rowId xmlns:a16="http://schemas.microsoft.com/office/drawing/2014/main" val="316235763"/>
                  </a:ext>
                </a:extLst>
              </a:tr>
            </a:tbl>
          </a:graphicData>
        </a:graphic>
      </p:graphicFrame>
      <p:graphicFrame>
        <p:nvGraphicFramePr>
          <p:cNvPr id="68" name="表格 21">
            <a:extLst>
              <a:ext uri="{FF2B5EF4-FFF2-40B4-BE49-F238E27FC236}">
                <a16:creationId xmlns:a16="http://schemas.microsoft.com/office/drawing/2014/main" id="{D9B4273D-C94E-42E6-A39B-908C6FA1D8AF}"/>
              </a:ext>
            </a:extLst>
          </p:cNvPr>
          <p:cNvGraphicFramePr>
            <a:graphicFrameLocks noGrp="1"/>
          </p:cNvGraphicFramePr>
          <p:nvPr/>
        </p:nvGraphicFramePr>
        <p:xfrm>
          <a:off x="2302929" y="1827576"/>
          <a:ext cx="9067800" cy="370840"/>
        </p:xfrm>
        <a:graphic>
          <a:graphicData uri="http://schemas.openxmlformats.org/drawingml/2006/table">
            <a:tbl>
              <a:tblPr firstRow="1" bandRow="1">
                <a:tableStyleId>{5C22544A-7EE6-4342-B048-85BDC9FD1C3A}</a:tableStyleId>
              </a:tblPr>
              <a:tblGrid>
                <a:gridCol w="755650">
                  <a:extLst>
                    <a:ext uri="{9D8B030D-6E8A-4147-A177-3AD203B41FA5}">
                      <a16:colId xmlns:a16="http://schemas.microsoft.com/office/drawing/2014/main" val="877486509"/>
                    </a:ext>
                  </a:extLst>
                </a:gridCol>
                <a:gridCol w="755650">
                  <a:extLst>
                    <a:ext uri="{9D8B030D-6E8A-4147-A177-3AD203B41FA5}">
                      <a16:colId xmlns:a16="http://schemas.microsoft.com/office/drawing/2014/main" val="3548605817"/>
                    </a:ext>
                  </a:extLst>
                </a:gridCol>
                <a:gridCol w="755650">
                  <a:extLst>
                    <a:ext uri="{9D8B030D-6E8A-4147-A177-3AD203B41FA5}">
                      <a16:colId xmlns:a16="http://schemas.microsoft.com/office/drawing/2014/main" val="2881812895"/>
                    </a:ext>
                  </a:extLst>
                </a:gridCol>
                <a:gridCol w="755650">
                  <a:extLst>
                    <a:ext uri="{9D8B030D-6E8A-4147-A177-3AD203B41FA5}">
                      <a16:colId xmlns:a16="http://schemas.microsoft.com/office/drawing/2014/main" val="3682284582"/>
                    </a:ext>
                  </a:extLst>
                </a:gridCol>
                <a:gridCol w="755650">
                  <a:extLst>
                    <a:ext uri="{9D8B030D-6E8A-4147-A177-3AD203B41FA5}">
                      <a16:colId xmlns:a16="http://schemas.microsoft.com/office/drawing/2014/main" val="500127722"/>
                    </a:ext>
                  </a:extLst>
                </a:gridCol>
                <a:gridCol w="755650">
                  <a:extLst>
                    <a:ext uri="{9D8B030D-6E8A-4147-A177-3AD203B41FA5}">
                      <a16:colId xmlns:a16="http://schemas.microsoft.com/office/drawing/2014/main" val="2946259618"/>
                    </a:ext>
                  </a:extLst>
                </a:gridCol>
                <a:gridCol w="755650">
                  <a:extLst>
                    <a:ext uri="{9D8B030D-6E8A-4147-A177-3AD203B41FA5}">
                      <a16:colId xmlns:a16="http://schemas.microsoft.com/office/drawing/2014/main" val="171501986"/>
                    </a:ext>
                  </a:extLst>
                </a:gridCol>
                <a:gridCol w="755650">
                  <a:extLst>
                    <a:ext uri="{9D8B030D-6E8A-4147-A177-3AD203B41FA5}">
                      <a16:colId xmlns:a16="http://schemas.microsoft.com/office/drawing/2014/main" val="1667185265"/>
                    </a:ext>
                  </a:extLst>
                </a:gridCol>
                <a:gridCol w="755650">
                  <a:extLst>
                    <a:ext uri="{9D8B030D-6E8A-4147-A177-3AD203B41FA5}">
                      <a16:colId xmlns:a16="http://schemas.microsoft.com/office/drawing/2014/main" val="4258211808"/>
                    </a:ext>
                  </a:extLst>
                </a:gridCol>
                <a:gridCol w="755650">
                  <a:extLst>
                    <a:ext uri="{9D8B030D-6E8A-4147-A177-3AD203B41FA5}">
                      <a16:colId xmlns:a16="http://schemas.microsoft.com/office/drawing/2014/main" val="1794200575"/>
                    </a:ext>
                  </a:extLst>
                </a:gridCol>
                <a:gridCol w="755650">
                  <a:extLst>
                    <a:ext uri="{9D8B030D-6E8A-4147-A177-3AD203B41FA5}">
                      <a16:colId xmlns:a16="http://schemas.microsoft.com/office/drawing/2014/main" val="4230716487"/>
                    </a:ext>
                  </a:extLst>
                </a:gridCol>
                <a:gridCol w="755650">
                  <a:extLst>
                    <a:ext uri="{9D8B030D-6E8A-4147-A177-3AD203B41FA5}">
                      <a16:colId xmlns:a16="http://schemas.microsoft.com/office/drawing/2014/main" val="56153739"/>
                    </a:ext>
                  </a:extLst>
                </a:gridCol>
              </a:tblGrid>
              <a:tr h="370840">
                <a:tc>
                  <a:txBody>
                    <a:bodyPr/>
                    <a:lstStyle/>
                    <a:p>
                      <a:pPr algn="ctr"/>
                      <a:r>
                        <a:rPr lang="en-US" altLang="zh-CN" dirty="0">
                          <a:solidFill>
                            <a:schemeClr val="tx1"/>
                          </a:solidFill>
                          <a:latin typeface="Arial Black" panose="020B0A04020102020204" pitchFamily="34" charset="0"/>
                        </a:rPr>
                        <a:t>0</a:t>
                      </a:r>
                      <a:endParaRPr lang="zh-CN" altLang="en-US" dirty="0">
                        <a:solidFill>
                          <a:schemeClr val="tx1"/>
                        </a:solidFill>
                        <a:latin typeface="Arial Black" panose="020B0A04020102020204" pitchFamily="34" charset="0"/>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ctr"/>
                      <a:r>
                        <a:rPr lang="en-US" altLang="zh-CN" dirty="0">
                          <a:solidFill>
                            <a:schemeClr val="tx1"/>
                          </a:solidFill>
                          <a:latin typeface="Arial Black" panose="020B0A04020102020204" pitchFamily="34" charset="0"/>
                        </a:rPr>
                        <a:t>1</a:t>
                      </a:r>
                      <a:endParaRPr lang="zh-CN" altLang="en-US" dirty="0">
                        <a:solidFill>
                          <a:schemeClr val="tx1"/>
                        </a:solidFill>
                        <a:latin typeface="Arial Black" panose="020B0A04020102020204" pitchFamily="34" charset="0"/>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ctr"/>
                      <a:r>
                        <a:rPr lang="en-US" altLang="zh-CN" dirty="0">
                          <a:solidFill>
                            <a:schemeClr val="tx1"/>
                          </a:solidFill>
                          <a:latin typeface="Arial Black" panose="020B0A04020102020204" pitchFamily="34" charset="0"/>
                        </a:rPr>
                        <a:t>2</a:t>
                      </a:r>
                      <a:endParaRPr lang="zh-CN" altLang="en-US" dirty="0">
                        <a:solidFill>
                          <a:schemeClr val="tx1"/>
                        </a:solidFill>
                        <a:latin typeface="Arial Black" panose="020B0A04020102020204" pitchFamily="34" charset="0"/>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ctr"/>
                      <a:r>
                        <a:rPr lang="en-US" altLang="zh-CN" dirty="0">
                          <a:solidFill>
                            <a:schemeClr val="tx1"/>
                          </a:solidFill>
                          <a:latin typeface="Arial Black" panose="020B0A04020102020204" pitchFamily="34" charset="0"/>
                        </a:rPr>
                        <a:t>3</a:t>
                      </a:r>
                      <a:endParaRPr lang="zh-CN" altLang="en-US" dirty="0">
                        <a:solidFill>
                          <a:schemeClr val="tx1"/>
                        </a:solidFill>
                        <a:latin typeface="Arial Black" panose="020B0A04020102020204" pitchFamily="34" charset="0"/>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ctr"/>
                      <a:r>
                        <a:rPr lang="en-US" altLang="zh-CN" dirty="0">
                          <a:solidFill>
                            <a:schemeClr val="tx1"/>
                          </a:solidFill>
                          <a:latin typeface="Arial Black" panose="020B0A04020102020204" pitchFamily="34" charset="0"/>
                        </a:rPr>
                        <a:t>4</a:t>
                      </a:r>
                      <a:endParaRPr lang="zh-CN" altLang="en-US" dirty="0">
                        <a:solidFill>
                          <a:schemeClr val="tx1"/>
                        </a:solidFill>
                        <a:latin typeface="Arial Black" panose="020B0A04020102020204" pitchFamily="34" charset="0"/>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ctr"/>
                      <a:r>
                        <a:rPr lang="en-US" altLang="zh-CN" dirty="0">
                          <a:solidFill>
                            <a:schemeClr val="tx1"/>
                          </a:solidFill>
                          <a:latin typeface="Arial Black" panose="020B0A04020102020204" pitchFamily="34" charset="0"/>
                        </a:rPr>
                        <a:t>5</a:t>
                      </a:r>
                      <a:endParaRPr lang="zh-CN" altLang="en-US" dirty="0">
                        <a:solidFill>
                          <a:schemeClr val="tx1"/>
                        </a:solidFill>
                        <a:latin typeface="Arial Black" panose="020B0A04020102020204" pitchFamily="34" charset="0"/>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ctr"/>
                      <a:r>
                        <a:rPr lang="en-US" altLang="zh-CN" dirty="0">
                          <a:solidFill>
                            <a:schemeClr val="tx1"/>
                          </a:solidFill>
                          <a:latin typeface="Arial Black" panose="020B0A04020102020204" pitchFamily="34" charset="0"/>
                        </a:rPr>
                        <a:t>6</a:t>
                      </a:r>
                      <a:endParaRPr lang="zh-CN" altLang="en-US" dirty="0">
                        <a:solidFill>
                          <a:schemeClr val="tx1"/>
                        </a:solidFill>
                        <a:latin typeface="Arial Black" panose="020B0A04020102020204" pitchFamily="34" charset="0"/>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ctr"/>
                      <a:r>
                        <a:rPr lang="en-US" altLang="zh-CN" dirty="0">
                          <a:solidFill>
                            <a:schemeClr val="tx1"/>
                          </a:solidFill>
                          <a:latin typeface="Arial Black" panose="020B0A04020102020204" pitchFamily="34" charset="0"/>
                        </a:rPr>
                        <a:t>7</a:t>
                      </a:r>
                      <a:endParaRPr lang="zh-CN" altLang="en-US" dirty="0">
                        <a:solidFill>
                          <a:schemeClr val="tx1"/>
                        </a:solidFill>
                        <a:latin typeface="Arial Black" panose="020B0A04020102020204" pitchFamily="34" charset="0"/>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ctr"/>
                      <a:r>
                        <a:rPr lang="en-US" altLang="zh-CN" dirty="0">
                          <a:solidFill>
                            <a:schemeClr val="tx1"/>
                          </a:solidFill>
                          <a:latin typeface="Arial Black" panose="020B0A04020102020204" pitchFamily="34" charset="0"/>
                        </a:rPr>
                        <a:t>0</a:t>
                      </a:r>
                      <a:endParaRPr lang="zh-CN" altLang="en-US" dirty="0">
                        <a:solidFill>
                          <a:schemeClr val="tx1"/>
                        </a:solidFill>
                        <a:latin typeface="Arial Black" panose="020B0A04020102020204" pitchFamily="34" charset="0"/>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ctr"/>
                      <a:r>
                        <a:rPr lang="en-US" altLang="zh-CN" dirty="0">
                          <a:solidFill>
                            <a:schemeClr val="tx1"/>
                          </a:solidFill>
                          <a:latin typeface="Arial Black" panose="020B0A04020102020204" pitchFamily="34" charset="0"/>
                        </a:rPr>
                        <a:t>1</a:t>
                      </a:r>
                      <a:endParaRPr lang="zh-CN" altLang="en-US" dirty="0">
                        <a:solidFill>
                          <a:schemeClr val="tx1"/>
                        </a:solidFill>
                        <a:latin typeface="Arial Black" panose="020B0A04020102020204" pitchFamily="34" charset="0"/>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ctr"/>
                      <a:r>
                        <a:rPr lang="en-US" altLang="zh-CN" dirty="0">
                          <a:solidFill>
                            <a:schemeClr val="tx1"/>
                          </a:solidFill>
                          <a:latin typeface="Arial Black" panose="020B0A04020102020204" pitchFamily="34" charset="0"/>
                        </a:rPr>
                        <a:t>2</a:t>
                      </a:r>
                      <a:endParaRPr lang="zh-CN" altLang="en-US" dirty="0">
                        <a:solidFill>
                          <a:schemeClr val="tx1"/>
                        </a:solidFill>
                        <a:latin typeface="Arial Black" panose="020B0A04020102020204" pitchFamily="34" charset="0"/>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ctr"/>
                      <a:r>
                        <a:rPr lang="en-US" altLang="zh-CN" dirty="0">
                          <a:solidFill>
                            <a:schemeClr val="tx1"/>
                          </a:solidFill>
                          <a:latin typeface="Arial Black" panose="020B0A04020102020204" pitchFamily="34" charset="0"/>
                        </a:rPr>
                        <a:t>…</a:t>
                      </a:r>
                      <a:endParaRPr lang="zh-CN" altLang="en-US" dirty="0">
                        <a:solidFill>
                          <a:schemeClr val="tx1"/>
                        </a:solidFill>
                        <a:latin typeface="Arial Black" panose="020B0A04020102020204" pitchFamily="34" charset="0"/>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extLst>
                  <a:ext uri="{0D108BD9-81ED-4DB2-BD59-A6C34878D82A}">
                    <a16:rowId xmlns:a16="http://schemas.microsoft.com/office/drawing/2014/main" val="316235763"/>
                  </a:ext>
                </a:extLst>
              </a:tr>
            </a:tbl>
          </a:graphicData>
        </a:graphic>
      </p:graphicFrame>
      <p:sp>
        <p:nvSpPr>
          <p:cNvPr id="40" name="矩形 39">
            <a:extLst>
              <a:ext uri="{FF2B5EF4-FFF2-40B4-BE49-F238E27FC236}">
                <a16:creationId xmlns:a16="http://schemas.microsoft.com/office/drawing/2014/main" id="{490B862A-EE0E-44CB-AB79-5E73939A9E3A}"/>
              </a:ext>
            </a:extLst>
          </p:cNvPr>
          <p:cNvSpPr/>
          <p:nvPr/>
        </p:nvSpPr>
        <p:spPr>
          <a:xfrm>
            <a:off x="2823280" y="3098919"/>
            <a:ext cx="8160351" cy="1461086"/>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nSpc>
                <a:spcPct val="150000"/>
              </a:lnSpc>
            </a:pPr>
            <a:endParaRPr lang="zh-CN" altLang="en-US" b="1" dirty="0">
              <a:solidFill>
                <a:schemeClr val="bg1"/>
              </a:solidFill>
            </a:endParaRPr>
          </a:p>
        </p:txBody>
      </p:sp>
      <mc:AlternateContent xmlns:mc="http://schemas.openxmlformats.org/markup-compatibility/2006" xmlns:a14="http://schemas.microsoft.com/office/drawing/2010/main">
        <mc:Choice Requires="a14">
          <p:sp>
            <p:nvSpPr>
              <p:cNvPr id="41" name="文本框 40">
                <a:extLst>
                  <a:ext uri="{FF2B5EF4-FFF2-40B4-BE49-F238E27FC236}">
                    <a16:creationId xmlns:a16="http://schemas.microsoft.com/office/drawing/2014/main" id="{8A0BE979-24F8-4C81-A02C-EE26A9915EBA}"/>
                  </a:ext>
                </a:extLst>
              </p:cNvPr>
              <p:cNvSpPr txBox="1"/>
              <p:nvPr/>
            </p:nvSpPr>
            <p:spPr>
              <a:xfrm>
                <a:off x="2898126" y="3099976"/>
                <a:ext cx="7952252" cy="458139"/>
              </a:xfrm>
              <a:prstGeom prst="rect">
                <a:avLst/>
              </a:prstGeom>
              <a:noFill/>
            </p:spPr>
            <p:txBody>
              <a:bodyPr wrap="square">
                <a:spAutoFit/>
              </a:bodyPr>
              <a:lstStyle/>
              <a:p>
                <a:pPr>
                  <a:lnSpc>
                    <a:spcPct val="150000"/>
                  </a:lnSpc>
                </a:pPr>
                <a:r>
                  <a:rPr lang="zh-CN" altLang="en-US" b="1" dirty="0">
                    <a:solidFill>
                      <a:schemeClr val="bg1"/>
                    </a:solidFill>
                  </a:rPr>
                  <a:t>采用</a:t>
                </a:r>
                <a14:m>
                  <m:oMath xmlns:m="http://schemas.openxmlformats.org/officeDocument/2006/math">
                    <m:r>
                      <a:rPr lang="en-US" altLang="zh-CN" b="1" i="1" dirty="0" smtClean="0">
                        <a:solidFill>
                          <a:schemeClr val="bg1"/>
                        </a:solidFill>
                        <a:latin typeface="Cambria Math" panose="02040503050406030204" pitchFamily="18" charset="0"/>
                      </a:rPr>
                      <m:t>𝒏</m:t>
                    </m:r>
                  </m:oMath>
                </a14:m>
                <a:r>
                  <a:rPr lang="zh-CN" altLang="en-US" b="1" dirty="0">
                    <a:solidFill>
                      <a:schemeClr val="bg1"/>
                    </a:solidFill>
                  </a:rPr>
                  <a:t>个比特给分组编序号，则发送窗口</a:t>
                </a:r>
                <a14:m>
                  <m:oMath xmlns:m="http://schemas.openxmlformats.org/officeDocument/2006/math">
                    <m:sSub>
                      <m:sSubPr>
                        <m:ctrlPr>
                          <a:rPr lang="en-US" altLang="zh-CN" b="1" i="1">
                            <a:solidFill>
                              <a:schemeClr val="bg1"/>
                            </a:solidFill>
                            <a:latin typeface="Cambria Math" panose="02040503050406030204" pitchFamily="18" charset="0"/>
                            <a:ea typeface="Cambria Math" panose="02040503050406030204" pitchFamily="18" charset="0"/>
                          </a:rPr>
                        </m:ctrlPr>
                      </m:sSubPr>
                      <m:e>
                        <m:r>
                          <a:rPr lang="en-US" altLang="zh-CN" b="1" i="1">
                            <a:solidFill>
                              <a:schemeClr val="bg1"/>
                            </a:solidFill>
                            <a:latin typeface="Cambria Math" panose="02040503050406030204" pitchFamily="18" charset="0"/>
                            <a:ea typeface="Cambria Math" panose="02040503050406030204" pitchFamily="18" charset="0"/>
                          </a:rPr>
                          <m:t>𝑾</m:t>
                        </m:r>
                      </m:e>
                      <m:sub>
                        <m:r>
                          <a:rPr lang="en-US" altLang="zh-CN" b="1" i="1">
                            <a:solidFill>
                              <a:schemeClr val="bg1"/>
                            </a:solidFill>
                            <a:latin typeface="Cambria Math" panose="02040503050406030204" pitchFamily="18" charset="0"/>
                            <a:ea typeface="Cambria Math" panose="02040503050406030204" pitchFamily="18" charset="0"/>
                          </a:rPr>
                          <m:t>𝑻</m:t>
                        </m:r>
                      </m:sub>
                    </m:sSub>
                  </m:oMath>
                </a14:m>
                <a:r>
                  <a:rPr lang="zh-CN" altLang="en-US" b="1" dirty="0">
                    <a:solidFill>
                      <a:schemeClr val="bg1"/>
                    </a:solidFill>
                  </a:rPr>
                  <a:t>的取值范围是</a:t>
                </a:r>
                <a14:m>
                  <m:oMath xmlns:m="http://schemas.openxmlformats.org/officeDocument/2006/math">
                    <m:r>
                      <a:rPr lang="en-US" altLang="zh-CN" b="1" i="1" smtClean="0">
                        <a:solidFill>
                          <a:schemeClr val="bg1"/>
                        </a:solidFill>
                        <a:latin typeface="Cambria Math" panose="02040503050406030204" pitchFamily="18" charset="0"/>
                      </a:rPr>
                      <m:t>𝟏</m:t>
                    </m:r>
                    <m:r>
                      <a:rPr lang="en-US" altLang="zh-CN" b="1" i="1" smtClean="0">
                        <a:solidFill>
                          <a:schemeClr val="bg1"/>
                        </a:solidFill>
                        <a:latin typeface="Cambria Math" panose="02040503050406030204" pitchFamily="18" charset="0"/>
                        <a:ea typeface="Cambria Math" panose="02040503050406030204" pitchFamily="18" charset="0"/>
                      </a:rPr>
                      <m:t>&lt;</m:t>
                    </m:r>
                    <m:sSub>
                      <m:sSubPr>
                        <m:ctrlPr>
                          <a:rPr lang="en-US" altLang="zh-CN" b="1" i="1" smtClean="0">
                            <a:solidFill>
                              <a:schemeClr val="bg1"/>
                            </a:solidFill>
                            <a:latin typeface="Cambria Math" panose="02040503050406030204" pitchFamily="18" charset="0"/>
                            <a:ea typeface="Cambria Math" panose="02040503050406030204" pitchFamily="18" charset="0"/>
                          </a:rPr>
                        </m:ctrlPr>
                      </m:sSubPr>
                      <m:e>
                        <m:r>
                          <a:rPr lang="en-US" altLang="zh-CN" b="1" i="1" smtClean="0">
                            <a:solidFill>
                              <a:schemeClr val="bg1"/>
                            </a:solidFill>
                            <a:latin typeface="Cambria Math" panose="02040503050406030204" pitchFamily="18" charset="0"/>
                            <a:ea typeface="Cambria Math" panose="02040503050406030204" pitchFamily="18" charset="0"/>
                          </a:rPr>
                          <m:t>𝑾</m:t>
                        </m:r>
                      </m:e>
                      <m:sub>
                        <m:r>
                          <a:rPr lang="en-US" altLang="zh-CN" b="1" i="1" smtClean="0">
                            <a:solidFill>
                              <a:schemeClr val="bg1"/>
                            </a:solidFill>
                            <a:latin typeface="Cambria Math" panose="02040503050406030204" pitchFamily="18" charset="0"/>
                            <a:ea typeface="Cambria Math" panose="02040503050406030204" pitchFamily="18" charset="0"/>
                          </a:rPr>
                          <m:t>𝑻</m:t>
                        </m:r>
                      </m:sub>
                    </m:sSub>
                    <m:r>
                      <a:rPr lang="en-US" altLang="zh-CN" b="1" i="1">
                        <a:solidFill>
                          <a:schemeClr val="bg1"/>
                        </a:solidFill>
                        <a:latin typeface="Cambria Math" panose="02040503050406030204" pitchFamily="18" charset="0"/>
                        <a:ea typeface="Cambria Math" panose="02040503050406030204" pitchFamily="18" charset="0"/>
                      </a:rPr>
                      <m:t>≤</m:t>
                    </m:r>
                    <m:sSup>
                      <m:sSupPr>
                        <m:ctrlPr>
                          <a:rPr lang="en-US" altLang="zh-CN" b="1" i="1" smtClean="0">
                            <a:solidFill>
                              <a:schemeClr val="bg1"/>
                            </a:solidFill>
                            <a:latin typeface="Cambria Math" panose="02040503050406030204" pitchFamily="18" charset="0"/>
                            <a:ea typeface="Cambria Math" panose="02040503050406030204" pitchFamily="18" charset="0"/>
                          </a:rPr>
                        </m:ctrlPr>
                      </m:sSupPr>
                      <m:e>
                        <m:r>
                          <a:rPr lang="en-US" altLang="zh-CN" b="1" i="1" smtClean="0">
                            <a:solidFill>
                              <a:schemeClr val="bg1"/>
                            </a:solidFill>
                            <a:latin typeface="Cambria Math" panose="02040503050406030204" pitchFamily="18" charset="0"/>
                            <a:ea typeface="Cambria Math" panose="02040503050406030204" pitchFamily="18" charset="0"/>
                          </a:rPr>
                          <m:t>(</m:t>
                        </m:r>
                        <m:r>
                          <a:rPr lang="en-US" altLang="zh-CN" b="1" i="1" smtClean="0">
                            <a:solidFill>
                              <a:schemeClr val="bg1"/>
                            </a:solidFill>
                            <a:latin typeface="Cambria Math" panose="02040503050406030204" pitchFamily="18" charset="0"/>
                            <a:ea typeface="Cambria Math" panose="02040503050406030204" pitchFamily="18" charset="0"/>
                          </a:rPr>
                          <m:t>𝟐</m:t>
                        </m:r>
                      </m:e>
                      <m:sup>
                        <m:r>
                          <a:rPr lang="en-US" altLang="zh-CN" b="1" i="1" smtClean="0">
                            <a:solidFill>
                              <a:schemeClr val="bg1"/>
                            </a:solidFill>
                            <a:latin typeface="Cambria Math" panose="02040503050406030204" pitchFamily="18" charset="0"/>
                            <a:ea typeface="Cambria Math" panose="02040503050406030204" pitchFamily="18" charset="0"/>
                          </a:rPr>
                          <m:t>𝒏</m:t>
                        </m:r>
                      </m:sup>
                    </m:sSup>
                    <m:r>
                      <a:rPr lang="en-US" altLang="zh-CN" b="1" i="1" smtClean="0">
                        <a:solidFill>
                          <a:schemeClr val="bg1"/>
                        </a:solidFill>
                        <a:latin typeface="Cambria Math" panose="02040503050406030204" pitchFamily="18" charset="0"/>
                        <a:ea typeface="Cambria Math" panose="02040503050406030204" pitchFamily="18" charset="0"/>
                      </a:rPr>
                      <m:t>−</m:t>
                    </m:r>
                    <m:r>
                      <a:rPr lang="en-US" altLang="zh-CN" b="1" i="1" smtClean="0">
                        <a:solidFill>
                          <a:schemeClr val="bg1"/>
                        </a:solidFill>
                        <a:latin typeface="Cambria Math" panose="02040503050406030204" pitchFamily="18" charset="0"/>
                        <a:ea typeface="Cambria Math" panose="02040503050406030204" pitchFamily="18" charset="0"/>
                      </a:rPr>
                      <m:t>𝟏</m:t>
                    </m:r>
                    <m:r>
                      <a:rPr lang="en-US" altLang="zh-CN" b="1" i="1" smtClean="0">
                        <a:solidFill>
                          <a:schemeClr val="bg1"/>
                        </a:solidFill>
                        <a:latin typeface="Cambria Math" panose="02040503050406030204" pitchFamily="18" charset="0"/>
                        <a:ea typeface="Cambria Math" panose="02040503050406030204" pitchFamily="18" charset="0"/>
                      </a:rPr>
                      <m:t>)</m:t>
                    </m:r>
                  </m:oMath>
                </a14:m>
                <a:r>
                  <a:rPr lang="zh-CN" altLang="en-US" b="1" dirty="0">
                    <a:solidFill>
                      <a:schemeClr val="bg1"/>
                    </a:solidFill>
                  </a:rPr>
                  <a:t>。</a:t>
                </a:r>
                <a:endParaRPr lang="en-US" altLang="zh-CN" b="1" dirty="0">
                  <a:solidFill>
                    <a:schemeClr val="bg1"/>
                  </a:solidFill>
                </a:endParaRPr>
              </a:p>
            </p:txBody>
          </p:sp>
        </mc:Choice>
        <mc:Fallback xmlns="">
          <p:sp>
            <p:nvSpPr>
              <p:cNvPr id="41" name="文本框 40">
                <a:extLst>
                  <a:ext uri="{FF2B5EF4-FFF2-40B4-BE49-F238E27FC236}">
                    <a16:creationId xmlns:a16="http://schemas.microsoft.com/office/drawing/2014/main" id="{8A0BE979-24F8-4C81-A02C-EE26A9915EBA}"/>
                  </a:ext>
                </a:extLst>
              </p:cNvPr>
              <p:cNvSpPr txBox="1">
                <a:spLocks noRot="1" noChangeAspect="1" noMove="1" noResize="1" noEditPoints="1" noAdjustHandles="1" noChangeArrowheads="1" noChangeShapeType="1" noTextEdit="1"/>
              </p:cNvSpPr>
              <p:nvPr/>
            </p:nvSpPr>
            <p:spPr>
              <a:xfrm>
                <a:off x="2898126" y="3099976"/>
                <a:ext cx="7952252" cy="458139"/>
              </a:xfrm>
              <a:prstGeom prst="rect">
                <a:avLst/>
              </a:prstGeom>
              <a:blipFill>
                <a:blip r:embed="rId9"/>
                <a:stretch>
                  <a:fillRect l="-613" r="-3448" b="-21333"/>
                </a:stretch>
              </a:blipFill>
            </p:spPr>
            <p:txBody>
              <a:bodyPr/>
              <a:lstStyle/>
              <a:p>
                <a:r>
                  <a:rPr lang="zh-CN" altLang="en-US">
                    <a:noFill/>
                  </a:rPr>
                  <a:t> </a:t>
                </a:r>
              </a:p>
            </p:txBody>
          </p:sp>
        </mc:Fallback>
      </mc:AlternateContent>
      <mc:AlternateContent xmlns:mc="http://schemas.openxmlformats.org/markup-compatibility/2006" xmlns:a14="http://schemas.microsoft.com/office/drawing/2010/main">
        <mc:Choice Requires="a14">
          <p:sp>
            <p:nvSpPr>
              <p:cNvPr id="42" name="文本框 41">
                <a:extLst>
                  <a:ext uri="{FF2B5EF4-FFF2-40B4-BE49-F238E27FC236}">
                    <a16:creationId xmlns:a16="http://schemas.microsoft.com/office/drawing/2014/main" id="{8543E782-DE7D-41A8-92AB-298EBE9087CA}"/>
                  </a:ext>
                </a:extLst>
              </p:cNvPr>
              <p:cNvSpPr txBox="1"/>
              <p:nvPr/>
            </p:nvSpPr>
            <p:spPr>
              <a:xfrm>
                <a:off x="2898125" y="3535600"/>
                <a:ext cx="7252373" cy="458139"/>
              </a:xfrm>
              <a:prstGeom prst="rect">
                <a:avLst/>
              </a:prstGeom>
              <a:noFill/>
            </p:spPr>
            <p:txBody>
              <a:bodyPr wrap="square">
                <a:spAutoFit/>
              </a:bodyPr>
              <a:lstStyle/>
              <a:p>
                <a:pPr>
                  <a:lnSpc>
                    <a:spcPct val="150000"/>
                  </a:lnSpc>
                </a:pPr>
                <a:r>
                  <a:rPr lang="zh-CN" altLang="en-US" b="1" dirty="0">
                    <a:solidFill>
                      <a:schemeClr val="bg1"/>
                    </a:solidFill>
                  </a:rPr>
                  <a:t>本例假设采用</a:t>
                </a:r>
                <a14:m>
                  <m:oMath xmlns:m="http://schemas.openxmlformats.org/officeDocument/2006/math">
                    <m:r>
                      <a:rPr lang="en-US" altLang="zh-CN" b="1" i="1" dirty="0">
                        <a:solidFill>
                          <a:schemeClr val="bg1"/>
                        </a:solidFill>
                        <a:latin typeface="Cambria Math" panose="02040503050406030204" pitchFamily="18" charset="0"/>
                      </a:rPr>
                      <m:t>𝟑</m:t>
                    </m:r>
                  </m:oMath>
                </a14:m>
                <a:r>
                  <a:rPr lang="zh-CN" altLang="en-US" b="1" dirty="0">
                    <a:solidFill>
                      <a:schemeClr val="bg1"/>
                    </a:solidFill>
                  </a:rPr>
                  <a:t>个比特给分组编序号，则</a:t>
                </a:r>
                <a14:m>
                  <m:oMath xmlns:m="http://schemas.openxmlformats.org/officeDocument/2006/math">
                    <m:sSub>
                      <m:sSubPr>
                        <m:ctrlPr>
                          <a:rPr lang="en-US" altLang="zh-CN" b="1" i="1">
                            <a:solidFill>
                              <a:schemeClr val="bg1"/>
                            </a:solidFill>
                            <a:latin typeface="Cambria Math" panose="02040503050406030204" pitchFamily="18" charset="0"/>
                            <a:ea typeface="Cambria Math" panose="02040503050406030204" pitchFamily="18" charset="0"/>
                          </a:rPr>
                        </m:ctrlPr>
                      </m:sSubPr>
                      <m:e>
                        <m:r>
                          <a:rPr lang="en-US" altLang="zh-CN" b="1" i="1">
                            <a:solidFill>
                              <a:schemeClr val="bg1"/>
                            </a:solidFill>
                            <a:latin typeface="Cambria Math" panose="02040503050406030204" pitchFamily="18" charset="0"/>
                            <a:ea typeface="Cambria Math" panose="02040503050406030204" pitchFamily="18" charset="0"/>
                          </a:rPr>
                          <m:t>𝑾</m:t>
                        </m:r>
                      </m:e>
                      <m:sub>
                        <m:r>
                          <a:rPr lang="en-US" altLang="zh-CN" b="1" i="1">
                            <a:solidFill>
                              <a:schemeClr val="bg1"/>
                            </a:solidFill>
                            <a:latin typeface="Cambria Math" panose="02040503050406030204" pitchFamily="18" charset="0"/>
                            <a:ea typeface="Cambria Math" panose="02040503050406030204" pitchFamily="18" charset="0"/>
                          </a:rPr>
                          <m:t>𝑻</m:t>
                        </m:r>
                      </m:sub>
                    </m:sSub>
                  </m:oMath>
                </a14:m>
                <a:r>
                  <a:rPr lang="zh-CN" altLang="en-US" b="1" dirty="0">
                    <a:solidFill>
                      <a:schemeClr val="bg1"/>
                    </a:solidFill>
                  </a:rPr>
                  <a:t>的取值范围是</a:t>
                </a:r>
                <a14:m>
                  <m:oMath xmlns:m="http://schemas.openxmlformats.org/officeDocument/2006/math">
                    <m:r>
                      <a:rPr lang="en-US" altLang="zh-CN" b="1" i="1" smtClean="0">
                        <a:solidFill>
                          <a:schemeClr val="bg1"/>
                        </a:solidFill>
                        <a:latin typeface="Cambria Math" panose="02040503050406030204" pitchFamily="18" charset="0"/>
                      </a:rPr>
                      <m:t>𝟐</m:t>
                    </m:r>
                    <m:r>
                      <a:rPr lang="en-US" altLang="zh-CN" b="1" i="1">
                        <a:solidFill>
                          <a:schemeClr val="bg1"/>
                        </a:solidFill>
                        <a:latin typeface="Cambria Math" panose="02040503050406030204" pitchFamily="18" charset="0"/>
                        <a:ea typeface="Cambria Math" panose="02040503050406030204" pitchFamily="18" charset="0"/>
                      </a:rPr>
                      <m:t>~</m:t>
                    </m:r>
                    <m:r>
                      <a:rPr lang="en-US" altLang="zh-CN" b="1" i="1">
                        <a:solidFill>
                          <a:schemeClr val="bg1"/>
                        </a:solidFill>
                        <a:latin typeface="Cambria Math" panose="02040503050406030204" pitchFamily="18" charset="0"/>
                        <a:ea typeface="Cambria Math" panose="02040503050406030204" pitchFamily="18" charset="0"/>
                      </a:rPr>
                      <m:t>𝟕</m:t>
                    </m:r>
                  </m:oMath>
                </a14:m>
                <a:r>
                  <a:rPr lang="zh-CN" altLang="en-US" b="1" dirty="0">
                    <a:solidFill>
                      <a:schemeClr val="bg1"/>
                    </a:solidFill>
                  </a:rPr>
                  <a:t>。</a:t>
                </a:r>
                <a:endParaRPr lang="en-US" altLang="zh-CN" b="1" dirty="0">
                  <a:solidFill>
                    <a:schemeClr val="bg1"/>
                  </a:solidFill>
                </a:endParaRPr>
              </a:p>
            </p:txBody>
          </p:sp>
        </mc:Choice>
        <mc:Fallback xmlns="">
          <p:sp>
            <p:nvSpPr>
              <p:cNvPr id="42" name="文本框 41">
                <a:extLst>
                  <a:ext uri="{FF2B5EF4-FFF2-40B4-BE49-F238E27FC236}">
                    <a16:creationId xmlns:a16="http://schemas.microsoft.com/office/drawing/2014/main" id="{8543E782-DE7D-41A8-92AB-298EBE9087CA}"/>
                  </a:ext>
                </a:extLst>
              </p:cNvPr>
              <p:cNvSpPr txBox="1">
                <a:spLocks noRot="1" noChangeAspect="1" noMove="1" noResize="1" noEditPoints="1" noAdjustHandles="1" noChangeArrowheads="1" noChangeShapeType="1" noTextEdit="1"/>
              </p:cNvSpPr>
              <p:nvPr/>
            </p:nvSpPr>
            <p:spPr>
              <a:xfrm>
                <a:off x="2898125" y="3535600"/>
                <a:ext cx="7252373" cy="458139"/>
              </a:xfrm>
              <a:prstGeom prst="rect">
                <a:avLst/>
              </a:prstGeom>
              <a:blipFill>
                <a:blip r:embed="rId10"/>
                <a:stretch>
                  <a:fillRect l="-672" b="-21333"/>
                </a:stretch>
              </a:blipFill>
            </p:spPr>
            <p:txBody>
              <a:bodyPr/>
              <a:lstStyle/>
              <a:p>
                <a:r>
                  <a:rPr lang="zh-CN" altLang="en-US">
                    <a:noFill/>
                  </a:rPr>
                  <a:t> </a:t>
                </a:r>
              </a:p>
            </p:txBody>
          </p:sp>
        </mc:Fallback>
      </mc:AlternateContent>
      <mc:AlternateContent xmlns:mc="http://schemas.openxmlformats.org/markup-compatibility/2006" xmlns:a14="http://schemas.microsoft.com/office/drawing/2010/main">
        <mc:Choice Requires="a14">
          <p:sp>
            <p:nvSpPr>
              <p:cNvPr id="43" name="文本框 42">
                <a:extLst>
                  <a:ext uri="{FF2B5EF4-FFF2-40B4-BE49-F238E27FC236}">
                    <a16:creationId xmlns:a16="http://schemas.microsoft.com/office/drawing/2014/main" id="{BDAF02D2-F739-4C5A-821F-79A1EF47F514}"/>
                  </a:ext>
                </a:extLst>
              </p:cNvPr>
              <p:cNvSpPr txBox="1"/>
              <p:nvPr/>
            </p:nvSpPr>
            <p:spPr>
              <a:xfrm>
                <a:off x="2898125" y="3971223"/>
                <a:ext cx="6587953" cy="458139"/>
              </a:xfrm>
              <a:prstGeom prst="rect">
                <a:avLst/>
              </a:prstGeom>
              <a:noFill/>
            </p:spPr>
            <p:txBody>
              <a:bodyPr wrap="square">
                <a:spAutoFit/>
              </a:bodyPr>
              <a:lstStyle/>
              <a:p>
                <a:pPr>
                  <a:lnSpc>
                    <a:spcPct val="150000"/>
                  </a:lnSpc>
                </a:pPr>
                <a:r>
                  <a:rPr lang="zh-CN" altLang="en-US" b="1" dirty="0">
                    <a:solidFill>
                      <a:schemeClr val="bg1"/>
                    </a:solidFill>
                  </a:rPr>
                  <a:t>若</a:t>
                </a:r>
                <a14:m>
                  <m:oMath xmlns:m="http://schemas.openxmlformats.org/officeDocument/2006/math">
                    <m:sSub>
                      <m:sSubPr>
                        <m:ctrlPr>
                          <a:rPr lang="en-US" altLang="zh-CN" b="1" i="1" smtClean="0">
                            <a:solidFill>
                              <a:schemeClr val="bg1"/>
                            </a:solidFill>
                            <a:latin typeface="Cambria Math" panose="02040503050406030204" pitchFamily="18" charset="0"/>
                            <a:ea typeface="Cambria Math" panose="02040503050406030204" pitchFamily="18" charset="0"/>
                          </a:rPr>
                        </m:ctrlPr>
                      </m:sSubPr>
                      <m:e>
                        <m:r>
                          <a:rPr lang="en-US" altLang="zh-CN" b="1" i="1" smtClean="0">
                            <a:solidFill>
                              <a:schemeClr val="bg1"/>
                            </a:solidFill>
                            <a:latin typeface="Cambria Math" panose="02040503050406030204" pitchFamily="18" charset="0"/>
                            <a:ea typeface="Cambria Math" panose="02040503050406030204" pitchFamily="18" charset="0"/>
                          </a:rPr>
                          <m:t>𝑾</m:t>
                        </m:r>
                      </m:e>
                      <m:sub>
                        <m:r>
                          <a:rPr lang="en-US" altLang="zh-CN" b="1" i="1" smtClean="0">
                            <a:solidFill>
                              <a:schemeClr val="bg1"/>
                            </a:solidFill>
                            <a:latin typeface="Cambria Math" panose="02040503050406030204" pitchFamily="18" charset="0"/>
                            <a:ea typeface="Cambria Math" panose="02040503050406030204" pitchFamily="18" charset="0"/>
                          </a:rPr>
                          <m:t>𝑻</m:t>
                        </m:r>
                      </m:sub>
                    </m:sSub>
                  </m:oMath>
                </a14:m>
                <a:r>
                  <a:rPr lang="zh-CN" altLang="en-US" b="1" dirty="0">
                    <a:solidFill>
                      <a:schemeClr val="bg1"/>
                    </a:solidFill>
                  </a:rPr>
                  <a:t>超过取值范围，例如 </a:t>
                </a:r>
                <a14:m>
                  <m:oMath xmlns:m="http://schemas.openxmlformats.org/officeDocument/2006/math">
                    <m:sSub>
                      <m:sSubPr>
                        <m:ctrlPr>
                          <a:rPr lang="en-US" altLang="zh-CN" b="1" i="1">
                            <a:solidFill>
                              <a:schemeClr val="bg1"/>
                            </a:solidFill>
                            <a:latin typeface="Cambria Math" panose="02040503050406030204" pitchFamily="18" charset="0"/>
                            <a:ea typeface="Cambria Math" panose="02040503050406030204" pitchFamily="18" charset="0"/>
                          </a:rPr>
                        </m:ctrlPr>
                      </m:sSubPr>
                      <m:e>
                        <m:r>
                          <a:rPr lang="en-US" altLang="zh-CN" b="1" i="1">
                            <a:solidFill>
                              <a:schemeClr val="bg1"/>
                            </a:solidFill>
                            <a:latin typeface="Cambria Math" panose="02040503050406030204" pitchFamily="18" charset="0"/>
                            <a:ea typeface="Cambria Math" panose="02040503050406030204" pitchFamily="18" charset="0"/>
                          </a:rPr>
                          <m:t>𝑾</m:t>
                        </m:r>
                      </m:e>
                      <m:sub>
                        <m:r>
                          <a:rPr lang="en-US" altLang="zh-CN" b="1" i="1">
                            <a:solidFill>
                              <a:schemeClr val="bg1"/>
                            </a:solidFill>
                            <a:latin typeface="Cambria Math" panose="02040503050406030204" pitchFamily="18" charset="0"/>
                            <a:ea typeface="Cambria Math" panose="02040503050406030204" pitchFamily="18" charset="0"/>
                          </a:rPr>
                          <m:t>𝑻</m:t>
                        </m:r>
                      </m:sub>
                    </m:sSub>
                    <m:r>
                      <a:rPr lang="en-US" altLang="zh-CN" b="1" i="1" smtClean="0">
                        <a:solidFill>
                          <a:schemeClr val="bg1"/>
                        </a:solidFill>
                        <a:latin typeface="Cambria Math" panose="02040503050406030204" pitchFamily="18" charset="0"/>
                        <a:ea typeface="Cambria Math" panose="02040503050406030204" pitchFamily="18" charset="0"/>
                      </a:rPr>
                      <m:t>= </m:t>
                    </m:r>
                  </m:oMath>
                </a14:m>
                <a:r>
                  <a:rPr lang="en-US" altLang="zh-CN" b="1" dirty="0">
                    <a:solidFill>
                      <a:schemeClr val="bg1"/>
                    </a:solidFill>
                  </a:rPr>
                  <a:t>8</a:t>
                </a:r>
                <a:r>
                  <a:rPr lang="zh-CN" altLang="en-US" b="1" dirty="0">
                    <a:solidFill>
                      <a:schemeClr val="bg1"/>
                    </a:solidFill>
                  </a:rPr>
                  <a:t>，会出现什么情况？</a:t>
                </a:r>
              </a:p>
            </p:txBody>
          </p:sp>
        </mc:Choice>
        <mc:Fallback xmlns="">
          <p:sp>
            <p:nvSpPr>
              <p:cNvPr id="43" name="文本框 42">
                <a:extLst>
                  <a:ext uri="{FF2B5EF4-FFF2-40B4-BE49-F238E27FC236}">
                    <a16:creationId xmlns:a16="http://schemas.microsoft.com/office/drawing/2014/main" id="{BDAF02D2-F739-4C5A-821F-79A1EF47F514}"/>
                  </a:ext>
                </a:extLst>
              </p:cNvPr>
              <p:cNvSpPr txBox="1">
                <a:spLocks noRot="1" noChangeAspect="1" noMove="1" noResize="1" noEditPoints="1" noAdjustHandles="1" noChangeArrowheads="1" noChangeShapeType="1" noTextEdit="1"/>
              </p:cNvSpPr>
              <p:nvPr/>
            </p:nvSpPr>
            <p:spPr>
              <a:xfrm>
                <a:off x="2898125" y="3971223"/>
                <a:ext cx="6587953" cy="458139"/>
              </a:xfrm>
              <a:prstGeom prst="rect">
                <a:avLst/>
              </a:prstGeom>
              <a:blipFill>
                <a:blip r:embed="rId11"/>
                <a:stretch>
                  <a:fillRect l="-740" b="-19737"/>
                </a:stretch>
              </a:blipFill>
            </p:spPr>
            <p:txBody>
              <a:bodyPr/>
              <a:lstStyle/>
              <a:p>
                <a:r>
                  <a:rPr lang="zh-CN" altLang="en-US">
                    <a:noFill/>
                  </a:rPr>
                  <a:t> </a:t>
                </a:r>
              </a:p>
            </p:txBody>
          </p:sp>
        </mc:Fallback>
      </mc:AlternateContent>
      <p:sp>
        <p:nvSpPr>
          <p:cNvPr id="26" name="矩形 25">
            <a:extLst>
              <a:ext uri="{FF2B5EF4-FFF2-40B4-BE49-F238E27FC236}">
                <a16:creationId xmlns:a16="http://schemas.microsoft.com/office/drawing/2014/main" id="{D07B0F17-A55E-4740-B9E9-CA5494882DBD}"/>
              </a:ext>
            </a:extLst>
          </p:cNvPr>
          <p:cNvSpPr/>
          <p:nvPr/>
        </p:nvSpPr>
        <p:spPr>
          <a:xfrm>
            <a:off x="2300222" y="5537182"/>
            <a:ext cx="6045082" cy="390966"/>
          </a:xfrm>
          <a:prstGeom prst="rect">
            <a:avLst/>
          </a:prstGeom>
          <a:solidFill>
            <a:schemeClr val="accent3">
              <a:alpha val="74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grpSp>
        <p:nvGrpSpPr>
          <p:cNvPr id="7" name="组合 6">
            <a:extLst>
              <a:ext uri="{FF2B5EF4-FFF2-40B4-BE49-F238E27FC236}">
                <a16:creationId xmlns:a16="http://schemas.microsoft.com/office/drawing/2014/main" id="{B796B33F-71B7-4B90-A1EB-56B63CE2E01A}"/>
              </a:ext>
            </a:extLst>
          </p:cNvPr>
          <p:cNvGrpSpPr/>
          <p:nvPr/>
        </p:nvGrpSpPr>
        <p:grpSpPr>
          <a:xfrm>
            <a:off x="1264121" y="2332782"/>
            <a:ext cx="708432" cy="2116745"/>
            <a:chOff x="1264121" y="3234029"/>
            <a:chExt cx="708432" cy="2116745"/>
          </a:xfrm>
        </p:grpSpPr>
        <p:sp>
          <p:nvSpPr>
            <p:cNvPr id="28" name="矩形 27">
              <a:extLst>
                <a:ext uri="{FF2B5EF4-FFF2-40B4-BE49-F238E27FC236}">
                  <a16:creationId xmlns:a16="http://schemas.microsoft.com/office/drawing/2014/main" id="{1315E81F-5386-4865-8664-A18A1E704D19}"/>
                </a:ext>
              </a:extLst>
            </p:cNvPr>
            <p:cNvSpPr/>
            <p:nvPr/>
          </p:nvSpPr>
          <p:spPr>
            <a:xfrm>
              <a:off x="1264121" y="4038429"/>
              <a:ext cx="708432" cy="270283"/>
            </a:xfrm>
            <a:prstGeom prst="rect">
              <a:avLst/>
            </a:prstGeom>
            <a:solidFill>
              <a:schemeClr val="accent3"/>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46800" rIns="46800" rtlCol="0" anchor="ctr"/>
            <a:lstStyle/>
            <a:p>
              <a:pPr algn="ctr"/>
              <a:r>
                <a:rPr lang="en-US" altLang="zh-CN" b="1" dirty="0"/>
                <a:t>DATA3</a:t>
              </a:r>
              <a:endParaRPr lang="zh-CN" altLang="en-US" b="1" dirty="0"/>
            </a:p>
          </p:txBody>
        </p:sp>
        <p:sp>
          <p:nvSpPr>
            <p:cNvPr id="29" name="矩形 28">
              <a:extLst>
                <a:ext uri="{FF2B5EF4-FFF2-40B4-BE49-F238E27FC236}">
                  <a16:creationId xmlns:a16="http://schemas.microsoft.com/office/drawing/2014/main" id="{80664579-C17D-4909-ACF7-F60B40819B6D}"/>
                </a:ext>
              </a:extLst>
            </p:cNvPr>
            <p:cNvSpPr/>
            <p:nvPr/>
          </p:nvSpPr>
          <p:spPr>
            <a:xfrm>
              <a:off x="1264121" y="3766556"/>
              <a:ext cx="708432" cy="270283"/>
            </a:xfrm>
            <a:prstGeom prst="rect">
              <a:avLst/>
            </a:prstGeom>
            <a:solidFill>
              <a:schemeClr val="accent3"/>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46800" rIns="46800" rtlCol="0" anchor="ctr"/>
            <a:lstStyle/>
            <a:p>
              <a:pPr algn="ctr"/>
              <a:r>
                <a:rPr lang="en-US" altLang="zh-CN" b="1" dirty="0"/>
                <a:t>DATA2</a:t>
              </a:r>
              <a:endParaRPr lang="zh-CN" altLang="en-US" b="1" dirty="0"/>
            </a:p>
          </p:txBody>
        </p:sp>
        <p:sp>
          <p:nvSpPr>
            <p:cNvPr id="30" name="矩形 29">
              <a:extLst>
                <a:ext uri="{FF2B5EF4-FFF2-40B4-BE49-F238E27FC236}">
                  <a16:creationId xmlns:a16="http://schemas.microsoft.com/office/drawing/2014/main" id="{31C25CA7-52D5-4D93-AB03-38200892B1AA}"/>
                </a:ext>
              </a:extLst>
            </p:cNvPr>
            <p:cNvSpPr/>
            <p:nvPr/>
          </p:nvSpPr>
          <p:spPr>
            <a:xfrm>
              <a:off x="1264121" y="3496273"/>
              <a:ext cx="708432" cy="270283"/>
            </a:xfrm>
            <a:prstGeom prst="rect">
              <a:avLst/>
            </a:prstGeom>
            <a:solidFill>
              <a:schemeClr val="accent3"/>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46800" rIns="46800" rtlCol="0" anchor="ctr"/>
            <a:lstStyle/>
            <a:p>
              <a:pPr algn="ctr"/>
              <a:r>
                <a:rPr lang="en-US" altLang="zh-CN" b="1" dirty="0"/>
                <a:t>DATA1</a:t>
              </a:r>
              <a:endParaRPr lang="zh-CN" altLang="en-US" b="1" dirty="0"/>
            </a:p>
          </p:txBody>
        </p:sp>
        <p:sp>
          <p:nvSpPr>
            <p:cNvPr id="31" name="矩形 30">
              <a:extLst>
                <a:ext uri="{FF2B5EF4-FFF2-40B4-BE49-F238E27FC236}">
                  <a16:creationId xmlns:a16="http://schemas.microsoft.com/office/drawing/2014/main" id="{433DFC56-89D2-4C22-B3FE-B178384BB3D2}"/>
                </a:ext>
              </a:extLst>
            </p:cNvPr>
            <p:cNvSpPr/>
            <p:nvPr/>
          </p:nvSpPr>
          <p:spPr>
            <a:xfrm>
              <a:off x="1264121" y="3234029"/>
              <a:ext cx="708432" cy="270283"/>
            </a:xfrm>
            <a:prstGeom prst="rect">
              <a:avLst/>
            </a:prstGeom>
            <a:solidFill>
              <a:schemeClr val="accent3"/>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46800" rIns="46800" rtlCol="0" anchor="ctr"/>
            <a:lstStyle/>
            <a:p>
              <a:pPr algn="ctr"/>
              <a:r>
                <a:rPr lang="en-US" altLang="zh-CN" b="1" dirty="0"/>
                <a:t>DATA0</a:t>
              </a:r>
              <a:endParaRPr lang="zh-CN" altLang="en-US" b="1" dirty="0"/>
            </a:p>
          </p:txBody>
        </p:sp>
        <p:sp>
          <p:nvSpPr>
            <p:cNvPr id="32" name="矩形 31">
              <a:extLst>
                <a:ext uri="{FF2B5EF4-FFF2-40B4-BE49-F238E27FC236}">
                  <a16:creationId xmlns:a16="http://schemas.microsoft.com/office/drawing/2014/main" id="{438D14E2-EB1C-49C5-984C-B863E8781531}"/>
                </a:ext>
              </a:extLst>
            </p:cNvPr>
            <p:cNvSpPr/>
            <p:nvPr/>
          </p:nvSpPr>
          <p:spPr>
            <a:xfrm>
              <a:off x="1264121" y="4289722"/>
              <a:ext cx="708432" cy="270283"/>
            </a:xfrm>
            <a:prstGeom prst="rect">
              <a:avLst/>
            </a:prstGeom>
            <a:solidFill>
              <a:schemeClr val="accent3"/>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46800" rIns="46800" rtlCol="0" anchor="ctr"/>
            <a:lstStyle/>
            <a:p>
              <a:pPr algn="ctr"/>
              <a:r>
                <a:rPr lang="en-US" altLang="zh-CN" b="1" dirty="0"/>
                <a:t>DATA4</a:t>
              </a:r>
              <a:endParaRPr lang="zh-CN" altLang="en-US" b="1" dirty="0"/>
            </a:p>
          </p:txBody>
        </p:sp>
        <p:sp>
          <p:nvSpPr>
            <p:cNvPr id="33" name="矩形 32">
              <a:extLst>
                <a:ext uri="{FF2B5EF4-FFF2-40B4-BE49-F238E27FC236}">
                  <a16:creationId xmlns:a16="http://schemas.microsoft.com/office/drawing/2014/main" id="{61101A15-FF3D-4148-9DAD-86BC0EFF69FC}"/>
                </a:ext>
              </a:extLst>
            </p:cNvPr>
            <p:cNvSpPr/>
            <p:nvPr/>
          </p:nvSpPr>
          <p:spPr>
            <a:xfrm>
              <a:off x="1264121" y="4829198"/>
              <a:ext cx="708432" cy="270283"/>
            </a:xfrm>
            <a:prstGeom prst="rect">
              <a:avLst/>
            </a:prstGeom>
            <a:solidFill>
              <a:schemeClr val="accent3"/>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46800" rIns="46800" rtlCol="0" anchor="ctr"/>
            <a:lstStyle/>
            <a:p>
              <a:pPr algn="ctr"/>
              <a:r>
                <a:rPr lang="en-US" altLang="zh-CN" b="1" dirty="0"/>
                <a:t>DATA6</a:t>
              </a:r>
              <a:endParaRPr lang="zh-CN" altLang="en-US" b="1" dirty="0"/>
            </a:p>
          </p:txBody>
        </p:sp>
        <p:sp>
          <p:nvSpPr>
            <p:cNvPr id="36" name="矩形 35">
              <a:extLst>
                <a:ext uri="{FF2B5EF4-FFF2-40B4-BE49-F238E27FC236}">
                  <a16:creationId xmlns:a16="http://schemas.microsoft.com/office/drawing/2014/main" id="{2F1BAF33-5F9F-44AA-B5DE-C7C19FCE68AA}"/>
                </a:ext>
              </a:extLst>
            </p:cNvPr>
            <p:cNvSpPr/>
            <p:nvPr/>
          </p:nvSpPr>
          <p:spPr>
            <a:xfrm>
              <a:off x="1264121" y="4557325"/>
              <a:ext cx="708432" cy="270283"/>
            </a:xfrm>
            <a:prstGeom prst="rect">
              <a:avLst/>
            </a:prstGeom>
            <a:solidFill>
              <a:schemeClr val="accent3"/>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46800" rIns="46800" rtlCol="0" anchor="ctr"/>
            <a:lstStyle/>
            <a:p>
              <a:pPr algn="ctr"/>
              <a:r>
                <a:rPr lang="en-US" altLang="zh-CN" b="1" dirty="0"/>
                <a:t>DATA5</a:t>
              </a:r>
              <a:endParaRPr lang="zh-CN" altLang="en-US" b="1" dirty="0"/>
            </a:p>
          </p:txBody>
        </p:sp>
        <p:sp>
          <p:nvSpPr>
            <p:cNvPr id="37" name="矩形 36">
              <a:extLst>
                <a:ext uri="{FF2B5EF4-FFF2-40B4-BE49-F238E27FC236}">
                  <a16:creationId xmlns:a16="http://schemas.microsoft.com/office/drawing/2014/main" id="{1CF721FA-890B-441A-BC0D-8DAE1E51173D}"/>
                </a:ext>
              </a:extLst>
            </p:cNvPr>
            <p:cNvSpPr/>
            <p:nvPr/>
          </p:nvSpPr>
          <p:spPr>
            <a:xfrm>
              <a:off x="1264121" y="5080491"/>
              <a:ext cx="708432" cy="270283"/>
            </a:xfrm>
            <a:prstGeom prst="rect">
              <a:avLst/>
            </a:prstGeom>
            <a:solidFill>
              <a:schemeClr val="accent3"/>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46800" rIns="46800" rtlCol="0" anchor="ctr"/>
            <a:lstStyle/>
            <a:p>
              <a:pPr algn="ctr"/>
              <a:r>
                <a:rPr lang="en-US" altLang="zh-CN" b="1" dirty="0"/>
                <a:t>DATA7</a:t>
              </a:r>
              <a:endParaRPr lang="zh-CN" altLang="en-US" b="1" dirty="0"/>
            </a:p>
          </p:txBody>
        </p:sp>
      </p:grpSp>
      <p:sp>
        <p:nvSpPr>
          <p:cNvPr id="38" name="矩形 37">
            <a:extLst>
              <a:ext uri="{FF2B5EF4-FFF2-40B4-BE49-F238E27FC236}">
                <a16:creationId xmlns:a16="http://schemas.microsoft.com/office/drawing/2014/main" id="{9AB3CA41-3262-4E79-856E-D87858927C2A}"/>
              </a:ext>
            </a:extLst>
          </p:cNvPr>
          <p:cNvSpPr/>
          <p:nvPr/>
        </p:nvSpPr>
        <p:spPr>
          <a:xfrm>
            <a:off x="2300222" y="1830064"/>
            <a:ext cx="6045082" cy="375441"/>
          </a:xfrm>
          <a:prstGeom prst="rect">
            <a:avLst/>
          </a:prstGeom>
          <a:solidFill>
            <a:schemeClr val="accent4">
              <a:alpha val="74000"/>
            </a:schemeClr>
          </a:solidFill>
          <a:ln>
            <a:solidFill>
              <a:schemeClr val="accent4"/>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46" name="矩形 45">
            <a:extLst>
              <a:ext uri="{FF2B5EF4-FFF2-40B4-BE49-F238E27FC236}">
                <a16:creationId xmlns:a16="http://schemas.microsoft.com/office/drawing/2014/main" id="{74CE284B-8500-4A1A-9275-E42AED225DBB}"/>
              </a:ext>
            </a:extLst>
          </p:cNvPr>
          <p:cNvSpPr/>
          <p:nvPr/>
        </p:nvSpPr>
        <p:spPr>
          <a:xfrm>
            <a:off x="444182" y="2334155"/>
            <a:ext cx="708432" cy="270283"/>
          </a:xfrm>
          <a:prstGeom prst="rect">
            <a:avLst/>
          </a:prstGeom>
          <a:solidFill>
            <a:schemeClr val="accent4"/>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46800" rIns="46800" rtlCol="0" anchor="ctr"/>
          <a:lstStyle/>
          <a:p>
            <a:pPr algn="ctr"/>
            <a:r>
              <a:rPr lang="en-US" altLang="zh-CN" b="1" dirty="0"/>
              <a:t>ACK7</a:t>
            </a:r>
            <a:endParaRPr lang="zh-CN" altLang="en-US" b="1" dirty="0"/>
          </a:p>
        </p:txBody>
      </p:sp>
      <p:sp>
        <p:nvSpPr>
          <p:cNvPr id="47" name="平行四边形 46">
            <a:extLst>
              <a:ext uri="{FF2B5EF4-FFF2-40B4-BE49-F238E27FC236}">
                <a16:creationId xmlns:a16="http://schemas.microsoft.com/office/drawing/2014/main" id="{36418B0F-CF71-E692-5B2F-8BB4A25D9B53}"/>
              </a:ext>
            </a:extLst>
          </p:cNvPr>
          <p:cNvSpPr/>
          <p:nvPr/>
        </p:nvSpPr>
        <p:spPr>
          <a:xfrm>
            <a:off x="304799" y="749300"/>
            <a:ext cx="695119" cy="387090"/>
          </a:xfrm>
          <a:prstGeom prst="parallelogram">
            <a:avLst/>
          </a:prstGeom>
          <a:solidFill>
            <a:schemeClr val="accent3">
              <a:lumMod val="75000"/>
            </a:schemeClr>
          </a:solidFill>
          <a:ln>
            <a:solidFill>
              <a:schemeClr val="accent3">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CN" sz="2200" dirty="0">
                <a:latin typeface="Impact" panose="020B0806030902050204" pitchFamily="34" charset="0"/>
              </a:rPr>
              <a:t>04</a:t>
            </a:r>
            <a:endParaRPr lang="zh-CN" altLang="en-US" sz="2200" dirty="0">
              <a:latin typeface="Impact" panose="020B0806030902050204" pitchFamily="34" charset="0"/>
            </a:endParaRPr>
          </a:p>
        </p:txBody>
      </p:sp>
    </p:spTree>
    <p:custDataLst>
      <p:tags r:id="rId1"/>
    </p:custDataLst>
    <p:extLst>
      <p:ext uri="{BB962C8B-B14F-4D97-AF65-F5344CB8AC3E}">
        <p14:creationId xmlns:p14="http://schemas.microsoft.com/office/powerpoint/2010/main" val="3942515883"/>
      </p:ext>
    </p:extLst>
  </p:cSld>
  <p:clrMapOvr>
    <a:masterClrMapping/>
  </p:clrMapOvr>
  <mc:AlternateContent xmlns:mc="http://schemas.openxmlformats.org/markup-compatibility/2006" xmlns:p14="http://schemas.microsoft.com/office/powerpoint/2010/main">
    <mc:Choice Requires="p14">
      <p:transition p14:dur="10"/>
    </mc:Choice>
    <mc:Fallback xmlns="">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2" presetClass="exit" presetSubtype="1" fill="hold" nodeType="withEffect">
                                  <p:stCondLst>
                                    <p:cond delay="0"/>
                                  </p:stCondLst>
                                  <p:childTnLst>
                                    <p:anim calcmode="lin" valueType="num">
                                      <p:cBhvr additive="base">
                                        <p:cTn id="6" dur="2000"/>
                                        <p:tgtEl>
                                          <p:spTgt spid="7"/>
                                        </p:tgtEl>
                                        <p:attrNameLst>
                                          <p:attrName>ppt_y</p:attrName>
                                        </p:attrNameLst>
                                      </p:cBhvr>
                                      <p:tavLst>
                                        <p:tav tm="0">
                                          <p:val>
                                            <p:strVal val="#ppt_y"/>
                                          </p:val>
                                        </p:tav>
                                        <p:tav tm="100000">
                                          <p:val>
                                            <p:strVal val="#ppt_y-#ppt_h*1.125000"/>
                                          </p:val>
                                        </p:tav>
                                      </p:tavLst>
                                    </p:anim>
                                    <p:animEffect transition="out" filter="wipe(up)">
                                      <p:cBhvr>
                                        <p:cTn id="7" dur="2000"/>
                                        <p:tgtEl>
                                          <p:spTgt spid="7"/>
                                        </p:tgtEl>
                                      </p:cBhvr>
                                    </p:animEffect>
                                    <p:set>
                                      <p:cBhvr>
                                        <p:cTn id="8" dur="1" fill="hold">
                                          <p:stCondLst>
                                            <p:cond delay="1999"/>
                                          </p:stCondLst>
                                        </p:cTn>
                                        <p:tgtEl>
                                          <p:spTgt spid="7"/>
                                        </p:tgtEl>
                                        <p:attrNameLst>
                                          <p:attrName>style.visibility</p:attrName>
                                        </p:attrNameLst>
                                      </p:cBhvr>
                                      <p:to>
                                        <p:strVal val="hidden"/>
                                      </p:to>
                                    </p:set>
                                  </p:childTnLst>
                                </p:cTn>
                              </p:par>
                              <p:par>
                                <p:cTn id="9" presetID="22" presetClass="entr" presetSubtype="8" fill="hold" grpId="0" nodeType="withEffect">
                                  <p:stCondLst>
                                    <p:cond delay="0"/>
                                  </p:stCondLst>
                                  <p:childTnLst>
                                    <p:set>
                                      <p:cBhvr>
                                        <p:cTn id="10" dur="1" fill="hold">
                                          <p:stCondLst>
                                            <p:cond delay="0"/>
                                          </p:stCondLst>
                                        </p:cTn>
                                        <p:tgtEl>
                                          <p:spTgt spid="38"/>
                                        </p:tgtEl>
                                        <p:attrNameLst>
                                          <p:attrName>style.visibility</p:attrName>
                                        </p:attrNameLst>
                                      </p:cBhvr>
                                      <p:to>
                                        <p:strVal val="visible"/>
                                      </p:to>
                                    </p:set>
                                    <p:animEffect transition="in" filter="wipe(left)">
                                      <p:cBhvr>
                                        <p:cTn id="11" dur="2000"/>
                                        <p:tgtEl>
                                          <p:spTgt spid="38"/>
                                        </p:tgtEl>
                                      </p:cBhvr>
                                    </p:animEffect>
                                  </p:childTnLst>
                                </p:cTn>
                              </p:par>
                              <p:par>
                                <p:cTn id="12" presetID="10" presetClass="exit" presetSubtype="0" decel="50000" fill="hold" nodeType="withEffect">
                                  <p:stCondLst>
                                    <p:cond delay="0"/>
                                  </p:stCondLst>
                                  <p:childTnLst>
                                    <p:animEffect transition="out" filter="fade">
                                      <p:cBhvr>
                                        <p:cTn id="13" dur="2000"/>
                                        <p:tgtEl>
                                          <p:spTgt spid="6"/>
                                        </p:tgtEl>
                                      </p:cBhvr>
                                    </p:animEffect>
                                    <p:set>
                                      <p:cBhvr>
                                        <p:cTn id="14" dur="1" fill="hold">
                                          <p:stCondLst>
                                            <p:cond delay="1999"/>
                                          </p:stCondLst>
                                        </p:cTn>
                                        <p:tgtEl>
                                          <p:spTgt spid="6"/>
                                        </p:tgtEl>
                                        <p:attrNameLst>
                                          <p:attrName>style.visibility</p:attrName>
                                        </p:attrNameLst>
                                      </p:cBhvr>
                                      <p:to>
                                        <p:strVal val="hidden"/>
                                      </p:to>
                                    </p:set>
                                  </p:childTnLst>
                                </p:cTn>
                              </p:par>
                              <p:par>
                                <p:cTn id="15" presetID="10" presetClass="entr" presetSubtype="0" decel="50000" fill="hold" nodeType="withEffect">
                                  <p:stCondLst>
                                    <p:cond delay="0"/>
                                  </p:stCondLst>
                                  <p:childTnLst>
                                    <p:set>
                                      <p:cBhvr>
                                        <p:cTn id="16" dur="1" fill="hold">
                                          <p:stCondLst>
                                            <p:cond delay="0"/>
                                          </p:stCondLst>
                                        </p:cTn>
                                        <p:tgtEl>
                                          <p:spTgt spid="39"/>
                                        </p:tgtEl>
                                        <p:attrNameLst>
                                          <p:attrName>style.visibility</p:attrName>
                                        </p:attrNameLst>
                                      </p:cBhvr>
                                      <p:to>
                                        <p:strVal val="visible"/>
                                      </p:to>
                                    </p:set>
                                    <p:animEffect transition="in" filter="fade">
                                      <p:cBhvr>
                                        <p:cTn id="17" dur="2000"/>
                                        <p:tgtEl>
                                          <p:spTgt spid="39"/>
                                        </p:tgtEl>
                                      </p:cBhvr>
                                    </p:animEffect>
                                  </p:childTnLst>
                                </p:cTn>
                              </p:par>
                              <p:par>
                                <p:cTn id="18" presetID="63" presetClass="path" presetSubtype="0" decel="50000" fill="hold" nodeType="withEffect">
                                  <p:stCondLst>
                                    <p:cond delay="0"/>
                                  </p:stCondLst>
                                  <p:childTnLst>
                                    <p:animMotion origin="layout" path="M 0 0 L 0.495953 0 E" pathEditMode="relative" ptsTypes="">
                                      <p:cBhvr>
                                        <p:cTn id="19" dur="2000" fill="hold"/>
                                        <p:tgtEl>
                                          <p:spTgt spid="6"/>
                                        </p:tgtEl>
                                        <p:attrNameLst>
                                          <p:attrName>ppt_x</p:attrName>
                                          <p:attrName>ppt_y</p:attrName>
                                        </p:attrNameLst>
                                      </p:cBhvr>
                                    </p:animMotion>
                                  </p:childTnLst>
                                </p:cTn>
                              </p:par>
                              <p:par>
                                <p:cTn id="20" presetID="63" presetClass="path" presetSubtype="0" decel="50000" fill="hold" nodeType="withEffect">
                                  <p:stCondLst>
                                    <p:cond delay="0"/>
                                  </p:stCondLst>
                                  <p:childTnLst>
                                    <p:animMotion origin="layout" path="M -0.495953 0 L 0 0 E" pathEditMode="relative" ptsTypes="">
                                      <p:cBhvr>
                                        <p:cTn id="21" dur="2000" fill="hold"/>
                                        <p:tgtEl>
                                          <p:spTgt spid="39"/>
                                        </p:tgtEl>
                                        <p:attrNameLst>
                                          <p:attrName>ppt_x</p:attrName>
                                          <p:attrName>ppt_y</p:attrName>
                                        </p:attrNameLst>
                                      </p:cBhvr>
                                    </p:animMotion>
                                  </p:childTnLst>
                                </p:cTn>
                              </p:par>
                              <p:par>
                                <p:cTn id="22" presetID="6" presetClass="emph" presetSubtype="0" decel="50000" fill="hold" nodeType="withEffect">
                                  <p:stCondLst>
                                    <p:cond delay="0"/>
                                  </p:stCondLst>
                                  <p:childTnLst>
                                    <p:animScale>
                                      <p:cBhvr>
                                        <p:cTn id="23" dur="2000" fill="hold"/>
                                        <p:tgtEl>
                                          <p:spTgt spid="6"/>
                                        </p:tgtEl>
                                      </p:cBhvr>
                                      <p:by x="150000" y="150000"/>
                                      <p:from x="100000" y="100000"/>
                                      <p:to x="100000" y="100000"/>
                                    </p:animScale>
                                  </p:childTnLst>
                                </p:cTn>
                              </p:par>
                              <p:par>
                                <p:cTn id="24" presetID="6" presetClass="emph" presetSubtype="0" decel="50000" fill="hold" nodeType="withEffect">
                                  <p:stCondLst>
                                    <p:cond delay="0"/>
                                  </p:stCondLst>
                                  <p:childTnLst>
                                    <p:animScale>
                                      <p:cBhvr>
                                        <p:cTn id="25" dur="2000" fill="hold"/>
                                        <p:tgtEl>
                                          <p:spTgt spid="39"/>
                                        </p:tgtEl>
                                      </p:cBhvr>
                                      <p:by x="150000" y="150000"/>
                                      <p:from x="100000" y="100000"/>
                                      <p:to x="100000" y="100000"/>
                                    </p:animScale>
                                  </p:childTnLst>
                                </p:cTn>
                              </p:par>
                            </p:childTnLst>
                          </p:cTn>
                        </p:par>
                        <p:par>
                          <p:cTn id="26" fill="hold">
                            <p:stCondLst>
                              <p:cond delay="2000"/>
                            </p:stCondLst>
                            <p:childTnLst>
                              <p:par>
                                <p:cTn id="27" presetID="12" presetClass="entr" presetSubtype="1" fill="hold" grpId="0" nodeType="afterEffect">
                                  <p:stCondLst>
                                    <p:cond delay="0"/>
                                  </p:stCondLst>
                                  <p:childTnLst>
                                    <p:set>
                                      <p:cBhvr>
                                        <p:cTn id="28" dur="1" fill="hold">
                                          <p:stCondLst>
                                            <p:cond delay="0"/>
                                          </p:stCondLst>
                                        </p:cTn>
                                        <p:tgtEl>
                                          <p:spTgt spid="46"/>
                                        </p:tgtEl>
                                        <p:attrNameLst>
                                          <p:attrName>style.visibility</p:attrName>
                                        </p:attrNameLst>
                                      </p:cBhvr>
                                      <p:to>
                                        <p:strVal val="visible"/>
                                      </p:to>
                                    </p:set>
                                    <p:anim calcmode="lin" valueType="num">
                                      <p:cBhvr additive="base">
                                        <p:cTn id="29" dur="500"/>
                                        <p:tgtEl>
                                          <p:spTgt spid="46"/>
                                        </p:tgtEl>
                                        <p:attrNameLst>
                                          <p:attrName>ppt_y</p:attrName>
                                        </p:attrNameLst>
                                      </p:cBhvr>
                                      <p:tavLst>
                                        <p:tav tm="0">
                                          <p:val>
                                            <p:strVal val="#ppt_y-#ppt_h*1.125000"/>
                                          </p:val>
                                        </p:tav>
                                        <p:tav tm="100000">
                                          <p:val>
                                            <p:strVal val="#ppt_y"/>
                                          </p:val>
                                        </p:tav>
                                      </p:tavLst>
                                    </p:anim>
                                    <p:animEffect transition="in" filter="wipe(down)">
                                      <p:cBhvr>
                                        <p:cTn id="30" dur="500"/>
                                        <p:tgtEl>
                                          <p:spTgt spid="46"/>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8" grpId="0" animBg="1"/>
      <p:bldP spid="46" grpId="0" animBg="1"/>
    </p:bldLst>
  </p:timing>
</p:sld>
</file>

<file path=ppt/slides/slide17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39" name="组合 38">
            <a:extLst>
              <a:ext uri="{FF2B5EF4-FFF2-40B4-BE49-F238E27FC236}">
                <a16:creationId xmlns:a16="http://schemas.microsoft.com/office/drawing/2014/main" id="{89BF7AE9-7A49-4DA4-9F49-D744CBB4820A}"/>
              </a:ext>
            </a:extLst>
          </p:cNvPr>
          <p:cNvGrpSpPr/>
          <p:nvPr/>
        </p:nvGrpSpPr>
        <p:grpSpPr>
          <a:xfrm>
            <a:off x="8193075" y="1363110"/>
            <a:ext cx="1067217" cy="917885"/>
            <a:chOff x="2146413" y="1363110"/>
            <a:chExt cx="1067217" cy="917885"/>
          </a:xfrm>
        </p:grpSpPr>
        <p:sp>
          <p:nvSpPr>
            <p:cNvPr id="44" name="矩形 43">
              <a:extLst>
                <a:ext uri="{FF2B5EF4-FFF2-40B4-BE49-F238E27FC236}">
                  <a16:creationId xmlns:a16="http://schemas.microsoft.com/office/drawing/2014/main" id="{C1815E30-86DC-494D-9CA3-D28ABD9666CB}"/>
                </a:ext>
              </a:extLst>
            </p:cNvPr>
            <p:cNvSpPr/>
            <p:nvPr/>
          </p:nvSpPr>
          <p:spPr>
            <a:xfrm>
              <a:off x="2300222" y="1739531"/>
              <a:ext cx="759600" cy="541464"/>
            </a:xfrm>
            <a:prstGeom prst="rect">
              <a:avLst/>
            </a:prstGeom>
            <a:solidFill>
              <a:schemeClr val="accent4"/>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mc:AlternateContent xmlns:mc="http://schemas.openxmlformats.org/markup-compatibility/2006" xmlns:a14="http://schemas.microsoft.com/office/drawing/2010/main">
          <mc:Choice Requires="a14">
            <p:sp>
              <p:nvSpPr>
                <p:cNvPr id="45" name="文本框 44">
                  <a:extLst>
                    <a:ext uri="{FF2B5EF4-FFF2-40B4-BE49-F238E27FC236}">
                      <a16:creationId xmlns:a16="http://schemas.microsoft.com/office/drawing/2014/main" id="{71E3C168-3773-4F1D-9947-B4E8F620FC6A}"/>
                    </a:ext>
                  </a:extLst>
                </p:cNvPr>
                <p:cNvSpPr txBox="1"/>
                <p:nvPr/>
              </p:nvSpPr>
              <p:spPr>
                <a:xfrm>
                  <a:off x="2146413" y="1363110"/>
                  <a:ext cx="1067217" cy="369332"/>
                </a:xfrm>
                <a:prstGeom prst="rect">
                  <a:avLst/>
                </a:prstGeom>
                <a:noFill/>
              </p:spPr>
              <p:txBody>
                <a:bodyPr wrap="square">
                  <a:spAutoFit/>
                </a:bodyPr>
                <a:lstStyle/>
                <a:p>
                  <a:pPr/>
                  <a14:m>
                    <m:oMathPara xmlns:m="http://schemas.openxmlformats.org/officeDocument/2006/math">
                      <m:oMathParaPr>
                        <m:jc m:val="centerGroup"/>
                      </m:oMathParaPr>
                      <m:oMath xmlns:m="http://schemas.openxmlformats.org/officeDocument/2006/math">
                        <m:sSub>
                          <m:sSubPr>
                            <m:ctrlPr>
                              <a:rPr lang="en-US" altLang="zh-CN" b="1" i="1" smtClean="0">
                                <a:solidFill>
                                  <a:schemeClr val="accent4"/>
                                </a:solidFill>
                                <a:latin typeface="Cambria Math" panose="02040503050406030204" pitchFamily="18" charset="0"/>
                              </a:rPr>
                            </m:ctrlPr>
                          </m:sSubPr>
                          <m:e>
                            <m:r>
                              <a:rPr lang="en-US" altLang="zh-CN" b="1" i="1" smtClean="0">
                                <a:solidFill>
                                  <a:schemeClr val="accent4"/>
                                </a:solidFill>
                                <a:latin typeface="Cambria Math" panose="02040503050406030204" pitchFamily="18" charset="0"/>
                              </a:rPr>
                              <m:t>𝑾</m:t>
                            </m:r>
                          </m:e>
                          <m:sub>
                            <m:r>
                              <a:rPr lang="en-US" altLang="zh-CN" b="1" i="1" smtClean="0">
                                <a:solidFill>
                                  <a:schemeClr val="accent4"/>
                                </a:solidFill>
                                <a:latin typeface="Cambria Math" panose="02040503050406030204" pitchFamily="18" charset="0"/>
                              </a:rPr>
                              <m:t>𝑹</m:t>
                            </m:r>
                          </m:sub>
                        </m:sSub>
                        <m:r>
                          <a:rPr lang="en-US" altLang="zh-CN" b="1" i="1" smtClean="0">
                            <a:solidFill>
                              <a:schemeClr val="accent4"/>
                            </a:solidFill>
                            <a:latin typeface="Cambria Math" panose="02040503050406030204" pitchFamily="18" charset="0"/>
                          </a:rPr>
                          <m:t>=</m:t>
                        </m:r>
                        <m:r>
                          <a:rPr lang="en-US" altLang="zh-CN" b="1" i="1" smtClean="0">
                            <a:solidFill>
                              <a:schemeClr val="accent4"/>
                            </a:solidFill>
                            <a:latin typeface="Cambria Math" panose="02040503050406030204" pitchFamily="18" charset="0"/>
                          </a:rPr>
                          <m:t>𝟏</m:t>
                        </m:r>
                      </m:oMath>
                    </m:oMathPara>
                  </a14:m>
                  <a:endParaRPr lang="zh-CN" altLang="en-US" dirty="0">
                    <a:solidFill>
                      <a:schemeClr val="accent3"/>
                    </a:solidFill>
                  </a:endParaRPr>
                </a:p>
              </p:txBody>
            </p:sp>
          </mc:Choice>
          <mc:Fallback xmlns="">
            <p:sp>
              <p:nvSpPr>
                <p:cNvPr id="35" name="文本框 34">
                  <a:extLst>
                    <a:ext uri="{FF2B5EF4-FFF2-40B4-BE49-F238E27FC236}">
                      <a16:creationId xmlns:a16="http://schemas.microsoft.com/office/drawing/2014/main" id="{EE98B7EB-F32B-4A4F-9072-DF021D7DCAD9}"/>
                    </a:ext>
                  </a:extLst>
                </p:cNvPr>
                <p:cNvSpPr txBox="1">
                  <a:spLocks noRot="1" noChangeAspect="1" noMove="1" noResize="1" noEditPoints="1" noAdjustHandles="1" noChangeArrowheads="1" noChangeShapeType="1" noTextEdit="1"/>
                </p:cNvSpPr>
                <p:nvPr/>
              </p:nvSpPr>
              <p:spPr>
                <a:xfrm>
                  <a:off x="2146413" y="1363110"/>
                  <a:ext cx="1067217" cy="369332"/>
                </a:xfrm>
                <a:prstGeom prst="rect">
                  <a:avLst/>
                </a:prstGeom>
                <a:blipFill>
                  <a:blip r:embed="rId3"/>
                  <a:stretch>
                    <a:fillRect b="-3333"/>
                  </a:stretch>
                </a:blipFill>
              </p:spPr>
              <p:txBody>
                <a:bodyPr/>
                <a:lstStyle/>
                <a:p>
                  <a:r>
                    <a:rPr lang="zh-CN" altLang="en-US">
                      <a:noFill/>
                    </a:rPr>
                    <a:t> </a:t>
                  </a:r>
                </a:p>
              </p:txBody>
            </p:sp>
          </mc:Fallback>
        </mc:AlternateContent>
      </p:grpSp>
      <p:grpSp>
        <p:nvGrpSpPr>
          <p:cNvPr id="11" name="组合 10">
            <a:extLst>
              <a:ext uri="{FF2B5EF4-FFF2-40B4-BE49-F238E27FC236}">
                <a16:creationId xmlns:a16="http://schemas.microsoft.com/office/drawing/2014/main" id="{DF90C5CA-FFC7-4157-9F4D-82F7622D10DD}"/>
              </a:ext>
            </a:extLst>
          </p:cNvPr>
          <p:cNvGrpSpPr/>
          <p:nvPr/>
        </p:nvGrpSpPr>
        <p:grpSpPr>
          <a:xfrm>
            <a:off x="2302928" y="5107042"/>
            <a:ext cx="6045083" cy="902040"/>
            <a:chOff x="2302928" y="5107042"/>
            <a:chExt cx="6045083" cy="902040"/>
          </a:xfrm>
        </p:grpSpPr>
        <p:sp>
          <p:nvSpPr>
            <p:cNvPr id="5" name="矩形 4">
              <a:extLst>
                <a:ext uri="{FF2B5EF4-FFF2-40B4-BE49-F238E27FC236}">
                  <a16:creationId xmlns:a16="http://schemas.microsoft.com/office/drawing/2014/main" id="{ABCDD6AB-497D-42FD-B822-48DB3891082B}"/>
                </a:ext>
              </a:extLst>
            </p:cNvPr>
            <p:cNvSpPr/>
            <p:nvPr/>
          </p:nvSpPr>
          <p:spPr>
            <a:xfrm>
              <a:off x="2302928" y="5467618"/>
              <a:ext cx="6045083" cy="541464"/>
            </a:xfrm>
            <a:prstGeom prst="rect">
              <a:avLst/>
            </a:prstGeom>
            <a:solidFill>
              <a:schemeClr val="accent3"/>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mc:AlternateContent xmlns:mc="http://schemas.openxmlformats.org/markup-compatibility/2006" xmlns:a14="http://schemas.microsoft.com/office/drawing/2010/main">
          <mc:Choice Requires="a14">
            <p:sp>
              <p:nvSpPr>
                <p:cNvPr id="23" name="文本框 22">
                  <a:extLst>
                    <a:ext uri="{FF2B5EF4-FFF2-40B4-BE49-F238E27FC236}">
                      <a16:creationId xmlns:a16="http://schemas.microsoft.com/office/drawing/2014/main" id="{ABC03EEA-26BD-4845-8ACC-3FB7B6DA9132}"/>
                    </a:ext>
                  </a:extLst>
                </p:cNvPr>
                <p:cNvSpPr txBox="1"/>
                <p:nvPr/>
              </p:nvSpPr>
              <p:spPr>
                <a:xfrm>
                  <a:off x="4909220" y="5107042"/>
                  <a:ext cx="1067217" cy="369332"/>
                </a:xfrm>
                <a:prstGeom prst="rect">
                  <a:avLst/>
                </a:prstGeom>
                <a:noFill/>
              </p:spPr>
              <p:txBody>
                <a:bodyPr wrap="square">
                  <a:spAutoFit/>
                </a:bodyPr>
                <a:lstStyle/>
                <a:p>
                  <a:pPr/>
                  <a14:m>
                    <m:oMathPara xmlns:m="http://schemas.openxmlformats.org/officeDocument/2006/math">
                      <m:oMathParaPr>
                        <m:jc m:val="centerGroup"/>
                      </m:oMathParaPr>
                      <m:oMath xmlns:m="http://schemas.openxmlformats.org/officeDocument/2006/math">
                        <m:sSub>
                          <m:sSubPr>
                            <m:ctrlPr>
                              <a:rPr lang="en-US" altLang="zh-CN" b="1" i="1" smtClean="0">
                                <a:solidFill>
                                  <a:schemeClr val="accent3"/>
                                </a:solidFill>
                                <a:latin typeface="Cambria Math" panose="02040503050406030204" pitchFamily="18" charset="0"/>
                              </a:rPr>
                            </m:ctrlPr>
                          </m:sSubPr>
                          <m:e>
                            <m:r>
                              <a:rPr lang="en-US" altLang="zh-CN" b="1" i="1" smtClean="0">
                                <a:solidFill>
                                  <a:schemeClr val="accent3"/>
                                </a:solidFill>
                                <a:latin typeface="Cambria Math" panose="02040503050406030204" pitchFamily="18" charset="0"/>
                              </a:rPr>
                              <m:t>𝑾</m:t>
                            </m:r>
                          </m:e>
                          <m:sub>
                            <m:r>
                              <a:rPr lang="en-US" altLang="zh-CN" b="1" i="1" smtClean="0">
                                <a:solidFill>
                                  <a:schemeClr val="accent3"/>
                                </a:solidFill>
                                <a:latin typeface="Cambria Math" panose="02040503050406030204" pitchFamily="18" charset="0"/>
                              </a:rPr>
                              <m:t>𝑻</m:t>
                            </m:r>
                          </m:sub>
                        </m:sSub>
                        <m:r>
                          <a:rPr lang="en-US" altLang="zh-CN" b="1" i="1" smtClean="0">
                            <a:solidFill>
                              <a:schemeClr val="accent3"/>
                            </a:solidFill>
                            <a:latin typeface="Cambria Math" panose="02040503050406030204" pitchFamily="18" charset="0"/>
                          </a:rPr>
                          <m:t>=</m:t>
                        </m:r>
                        <m:r>
                          <a:rPr lang="en-US" altLang="zh-CN" b="1" i="1" smtClean="0">
                            <a:solidFill>
                              <a:schemeClr val="accent3"/>
                            </a:solidFill>
                            <a:latin typeface="Cambria Math" panose="02040503050406030204" pitchFamily="18" charset="0"/>
                          </a:rPr>
                          <m:t>𝟖</m:t>
                        </m:r>
                      </m:oMath>
                    </m:oMathPara>
                  </a14:m>
                  <a:endParaRPr lang="zh-CN" altLang="en-US" dirty="0">
                    <a:solidFill>
                      <a:schemeClr val="accent3"/>
                    </a:solidFill>
                  </a:endParaRPr>
                </a:p>
              </p:txBody>
            </p:sp>
          </mc:Choice>
          <mc:Fallback xmlns="">
            <p:sp>
              <p:nvSpPr>
                <p:cNvPr id="23" name="文本框 22">
                  <a:extLst>
                    <a:ext uri="{FF2B5EF4-FFF2-40B4-BE49-F238E27FC236}">
                      <a16:creationId xmlns:a16="http://schemas.microsoft.com/office/drawing/2014/main" id="{ABC03EEA-26BD-4845-8ACC-3FB7B6DA9132}"/>
                    </a:ext>
                  </a:extLst>
                </p:cNvPr>
                <p:cNvSpPr txBox="1">
                  <a:spLocks noRot="1" noChangeAspect="1" noMove="1" noResize="1" noEditPoints="1" noAdjustHandles="1" noChangeArrowheads="1" noChangeShapeType="1" noTextEdit="1"/>
                </p:cNvSpPr>
                <p:nvPr/>
              </p:nvSpPr>
              <p:spPr>
                <a:xfrm>
                  <a:off x="4909220" y="5107042"/>
                  <a:ext cx="1067217" cy="369332"/>
                </a:xfrm>
                <a:prstGeom prst="rect">
                  <a:avLst/>
                </a:prstGeom>
                <a:blipFill>
                  <a:blip r:embed="rId4"/>
                  <a:stretch>
                    <a:fillRect b="-3333"/>
                  </a:stretch>
                </a:blipFill>
              </p:spPr>
              <p:txBody>
                <a:bodyPr/>
                <a:lstStyle/>
                <a:p>
                  <a:r>
                    <a:rPr lang="zh-CN" altLang="en-US">
                      <a:noFill/>
                    </a:rPr>
                    <a:t> </a:t>
                  </a:r>
                </a:p>
              </p:txBody>
            </p:sp>
          </mc:Fallback>
        </mc:AlternateContent>
      </p:grpSp>
      <p:grpSp>
        <p:nvGrpSpPr>
          <p:cNvPr id="4" name="组合 3">
            <a:extLst>
              <a:ext uri="{FF2B5EF4-FFF2-40B4-BE49-F238E27FC236}">
                <a16:creationId xmlns:a16="http://schemas.microsoft.com/office/drawing/2014/main" id="{9A1EA9F2-FCB6-48C3-935F-7AE7E3AD14AC}"/>
              </a:ext>
            </a:extLst>
          </p:cNvPr>
          <p:cNvGrpSpPr/>
          <p:nvPr/>
        </p:nvGrpSpPr>
        <p:grpSpPr>
          <a:xfrm>
            <a:off x="304800" y="749300"/>
            <a:ext cx="6192344" cy="400110"/>
            <a:chOff x="424117" y="898245"/>
            <a:chExt cx="6192344" cy="400110"/>
          </a:xfrm>
        </p:grpSpPr>
        <p:sp>
          <p:nvSpPr>
            <p:cNvPr id="2" name="平行四边形 1">
              <a:extLst>
                <a:ext uri="{FF2B5EF4-FFF2-40B4-BE49-F238E27FC236}">
                  <a16:creationId xmlns:a16="http://schemas.microsoft.com/office/drawing/2014/main" id="{1F5BAA3F-9845-4F89-A2DD-8222D3E4EDAC}"/>
                </a:ext>
              </a:extLst>
            </p:cNvPr>
            <p:cNvSpPr/>
            <p:nvPr/>
          </p:nvSpPr>
          <p:spPr>
            <a:xfrm>
              <a:off x="424117" y="898245"/>
              <a:ext cx="628306" cy="387090"/>
            </a:xfrm>
            <a:prstGeom prst="parallelogram">
              <a:avLst/>
            </a:prstGeom>
            <a:solidFill>
              <a:schemeClr val="accent3">
                <a:lumMod val="75000"/>
              </a:schemeClr>
            </a:solidFill>
            <a:ln>
              <a:solidFill>
                <a:schemeClr val="accent3">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CN" sz="2200" dirty="0">
                  <a:latin typeface="Impact" panose="020B0806030902050204" pitchFamily="34" charset="0"/>
                </a:rPr>
                <a:t>01</a:t>
              </a:r>
              <a:endParaRPr lang="zh-CN" altLang="en-US" sz="2200" dirty="0">
                <a:latin typeface="Impact" panose="020B0806030902050204" pitchFamily="34" charset="0"/>
              </a:endParaRPr>
            </a:p>
          </p:txBody>
        </p:sp>
        <p:sp>
          <p:nvSpPr>
            <p:cNvPr id="3" name="文本框 2">
              <a:extLst>
                <a:ext uri="{FF2B5EF4-FFF2-40B4-BE49-F238E27FC236}">
                  <a16:creationId xmlns:a16="http://schemas.microsoft.com/office/drawing/2014/main" id="{4D6BD736-A4D3-4F26-AFED-36E11F50F70B}"/>
                </a:ext>
              </a:extLst>
            </p:cNvPr>
            <p:cNvSpPr txBox="1"/>
            <p:nvPr/>
          </p:nvSpPr>
          <p:spPr>
            <a:xfrm>
              <a:off x="1052423" y="898245"/>
              <a:ext cx="5564038" cy="400110"/>
            </a:xfrm>
            <a:prstGeom prst="rect">
              <a:avLst/>
            </a:prstGeom>
            <a:noFill/>
          </p:spPr>
          <p:txBody>
            <a:bodyPr wrap="square" rtlCol="0">
              <a:spAutoFit/>
            </a:bodyPr>
            <a:lstStyle/>
            <a:p>
              <a:r>
                <a:rPr lang="zh-CN" altLang="en-US" sz="2000" b="1" dirty="0"/>
                <a:t>回退</a:t>
              </a:r>
              <a:r>
                <a:rPr lang="en-US" altLang="zh-CN" sz="2000" b="1" dirty="0"/>
                <a:t>N</a:t>
              </a:r>
              <a:r>
                <a:rPr lang="zh-CN" altLang="en-US" sz="2000" b="1" dirty="0"/>
                <a:t>帧协议</a:t>
              </a:r>
            </a:p>
          </p:txBody>
        </p:sp>
      </p:grpSp>
      <p:grpSp>
        <p:nvGrpSpPr>
          <p:cNvPr id="20" name="组合 19">
            <a:extLst>
              <a:ext uri="{FF2B5EF4-FFF2-40B4-BE49-F238E27FC236}">
                <a16:creationId xmlns:a16="http://schemas.microsoft.com/office/drawing/2014/main" id="{87756F0E-46C2-4571-B23D-C8472E9FD1FB}"/>
              </a:ext>
            </a:extLst>
          </p:cNvPr>
          <p:cNvGrpSpPr/>
          <p:nvPr/>
        </p:nvGrpSpPr>
        <p:grpSpPr>
          <a:xfrm>
            <a:off x="475097" y="1263518"/>
            <a:ext cx="1355161" cy="5114896"/>
            <a:chOff x="475097" y="1263518"/>
            <a:chExt cx="1355161" cy="5114896"/>
          </a:xfrm>
        </p:grpSpPr>
        <p:cxnSp>
          <p:nvCxnSpPr>
            <p:cNvPr id="17" name="直接连接符 16">
              <a:extLst>
                <a:ext uri="{FF2B5EF4-FFF2-40B4-BE49-F238E27FC236}">
                  <a16:creationId xmlns:a16="http://schemas.microsoft.com/office/drawing/2014/main" id="{5A41A17A-7B81-47D8-BDBB-76B8F1AA71D6}"/>
                </a:ext>
              </a:extLst>
            </p:cNvPr>
            <p:cNvCxnSpPr>
              <a:cxnSpLocks/>
            </p:cNvCxnSpPr>
            <p:nvPr/>
          </p:nvCxnSpPr>
          <p:spPr>
            <a:xfrm flipV="1">
              <a:off x="1208367" y="2012996"/>
              <a:ext cx="0" cy="3813858"/>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nvGrpSpPr>
            <p:cNvPr id="9" name="组合 8">
              <a:extLst>
                <a:ext uri="{FF2B5EF4-FFF2-40B4-BE49-F238E27FC236}">
                  <a16:creationId xmlns:a16="http://schemas.microsoft.com/office/drawing/2014/main" id="{A2B5FA1F-35FA-42E7-8D74-E7431B6AAA3C}"/>
                </a:ext>
              </a:extLst>
            </p:cNvPr>
            <p:cNvGrpSpPr/>
            <p:nvPr/>
          </p:nvGrpSpPr>
          <p:grpSpPr>
            <a:xfrm>
              <a:off x="700096" y="5368000"/>
              <a:ext cx="905164" cy="1010414"/>
              <a:chOff x="700096" y="5368000"/>
              <a:chExt cx="905164" cy="1010414"/>
            </a:xfrm>
          </p:grpSpPr>
          <p:pic>
            <p:nvPicPr>
              <p:cNvPr id="214" name="图形 213">
                <a:extLst>
                  <a:ext uri="{FF2B5EF4-FFF2-40B4-BE49-F238E27FC236}">
                    <a16:creationId xmlns:a16="http://schemas.microsoft.com/office/drawing/2014/main" id="{D949CB40-4FF6-4E8C-991B-66D24C6ADF05}"/>
                  </a:ext>
                </a:extLst>
              </p:cNvPr>
              <p:cNvPicPr>
                <a:picLocks noChangeAspect="1"/>
              </p:cNvPicPr>
              <p:nvPr/>
            </p:nvPicPr>
            <p:blipFill>
              <a:blip r:embed="rId5">
                <a:extLst>
                  <a:ext uri="{28A0092B-C50C-407E-A947-70E740481C1C}">
                    <a14:useLocalDpi xmlns:a14="http://schemas.microsoft.com/office/drawing/2010/main" val="0"/>
                  </a:ext>
                  <a:ext uri="{96DAC541-7B7A-43D3-8B79-37D633B846F1}">
                    <asvg:svgBlip xmlns:asvg="http://schemas.microsoft.com/office/drawing/2016/SVG/main" r:embed="rId6"/>
                  </a:ext>
                </a:extLst>
              </a:blip>
              <a:stretch>
                <a:fillRect/>
              </a:stretch>
            </p:blipFill>
            <p:spPr>
              <a:xfrm>
                <a:off x="821271" y="5368000"/>
                <a:ext cx="662814" cy="641082"/>
              </a:xfrm>
              <a:prstGeom prst="rect">
                <a:avLst/>
              </a:prstGeom>
            </p:spPr>
          </p:pic>
          <p:sp>
            <p:nvSpPr>
              <p:cNvPr id="218" name="文本框 217">
                <a:extLst>
                  <a:ext uri="{FF2B5EF4-FFF2-40B4-BE49-F238E27FC236}">
                    <a16:creationId xmlns:a16="http://schemas.microsoft.com/office/drawing/2014/main" id="{584D12FE-712D-432B-A48B-3084189F6B6C}"/>
                  </a:ext>
                </a:extLst>
              </p:cNvPr>
              <p:cNvSpPr txBox="1"/>
              <p:nvPr/>
            </p:nvSpPr>
            <p:spPr>
              <a:xfrm>
                <a:off x="700096" y="6009082"/>
                <a:ext cx="905164" cy="369332"/>
              </a:xfrm>
              <a:prstGeom prst="rect">
                <a:avLst/>
              </a:prstGeom>
              <a:noFill/>
            </p:spPr>
            <p:txBody>
              <a:bodyPr wrap="square" rtlCol="0">
                <a:spAutoFit/>
              </a:bodyPr>
              <a:lstStyle/>
              <a:p>
                <a:r>
                  <a:rPr lang="zh-CN" altLang="en-US" b="1" dirty="0">
                    <a:latin typeface="+mn-ea"/>
                  </a:rPr>
                  <a:t>发送方</a:t>
                </a:r>
              </a:p>
            </p:txBody>
          </p:sp>
        </p:grpSp>
        <p:grpSp>
          <p:nvGrpSpPr>
            <p:cNvPr id="8" name="组合 7">
              <a:extLst>
                <a:ext uri="{FF2B5EF4-FFF2-40B4-BE49-F238E27FC236}">
                  <a16:creationId xmlns:a16="http://schemas.microsoft.com/office/drawing/2014/main" id="{0ACAF080-95D4-4F76-A817-06EA84E449C9}"/>
                </a:ext>
              </a:extLst>
            </p:cNvPr>
            <p:cNvGrpSpPr/>
            <p:nvPr/>
          </p:nvGrpSpPr>
          <p:grpSpPr>
            <a:xfrm>
              <a:off x="878301" y="1263518"/>
              <a:ext cx="905164" cy="1027908"/>
              <a:chOff x="878301" y="1390382"/>
              <a:chExt cx="905164" cy="1027908"/>
            </a:xfrm>
          </p:grpSpPr>
          <p:pic>
            <p:nvPicPr>
              <p:cNvPr id="210" name="图形 209">
                <a:extLst>
                  <a:ext uri="{FF2B5EF4-FFF2-40B4-BE49-F238E27FC236}">
                    <a16:creationId xmlns:a16="http://schemas.microsoft.com/office/drawing/2014/main" id="{61E01467-74F7-469C-BAD5-DFFB1234E440}"/>
                  </a:ext>
                </a:extLst>
              </p:cNvPr>
              <p:cNvPicPr>
                <a:picLocks noChangeAspect="1"/>
              </p:cNvPicPr>
              <p:nvPr/>
            </p:nvPicPr>
            <p:blipFill>
              <a:blip r:embed="rId7">
                <a:extLst>
                  <a:ext uri="{28A0092B-C50C-407E-A947-70E740481C1C}">
                    <a14:useLocalDpi xmlns:a14="http://schemas.microsoft.com/office/drawing/2010/main" val="0"/>
                  </a:ext>
                  <a:ext uri="{96DAC541-7B7A-43D3-8B79-37D633B846F1}">
                    <asvg:svgBlip xmlns:asvg="http://schemas.microsoft.com/office/drawing/2016/SVG/main" r:embed="rId8"/>
                  </a:ext>
                </a:extLst>
              </a:blip>
              <a:stretch>
                <a:fillRect/>
              </a:stretch>
            </p:blipFill>
            <p:spPr>
              <a:xfrm>
                <a:off x="984826" y="1759714"/>
                <a:ext cx="501772" cy="658576"/>
              </a:xfrm>
              <a:prstGeom prst="rect">
                <a:avLst/>
              </a:prstGeom>
            </p:spPr>
          </p:pic>
          <p:sp>
            <p:nvSpPr>
              <p:cNvPr id="219" name="文本框 218">
                <a:extLst>
                  <a:ext uri="{FF2B5EF4-FFF2-40B4-BE49-F238E27FC236}">
                    <a16:creationId xmlns:a16="http://schemas.microsoft.com/office/drawing/2014/main" id="{B105E330-42F6-4FA8-914C-123FFA0756D5}"/>
                  </a:ext>
                </a:extLst>
              </p:cNvPr>
              <p:cNvSpPr txBox="1"/>
              <p:nvPr/>
            </p:nvSpPr>
            <p:spPr>
              <a:xfrm>
                <a:off x="878301" y="1390382"/>
                <a:ext cx="905164" cy="369332"/>
              </a:xfrm>
              <a:prstGeom prst="rect">
                <a:avLst/>
              </a:prstGeom>
              <a:noFill/>
            </p:spPr>
            <p:txBody>
              <a:bodyPr wrap="square" rtlCol="0">
                <a:spAutoFit/>
              </a:bodyPr>
              <a:lstStyle/>
              <a:p>
                <a:r>
                  <a:rPr lang="zh-CN" altLang="en-US" b="1" dirty="0">
                    <a:latin typeface="+mn-ea"/>
                  </a:rPr>
                  <a:t>接收方</a:t>
                </a:r>
              </a:p>
            </p:txBody>
          </p:sp>
        </p:grpSp>
        <p:sp>
          <p:nvSpPr>
            <p:cNvPr id="57" name="云形 56">
              <a:extLst>
                <a:ext uri="{FF2B5EF4-FFF2-40B4-BE49-F238E27FC236}">
                  <a16:creationId xmlns:a16="http://schemas.microsoft.com/office/drawing/2014/main" id="{8D58A5DA-48AF-4D62-A0E1-92B6F8CBE1F4}"/>
                </a:ext>
              </a:extLst>
            </p:cNvPr>
            <p:cNvSpPr/>
            <p:nvPr/>
          </p:nvSpPr>
          <p:spPr>
            <a:xfrm>
              <a:off x="475097" y="3429014"/>
              <a:ext cx="1355161" cy="801398"/>
            </a:xfrm>
            <a:prstGeom prst="cloud">
              <a:avLst/>
            </a:prstGeom>
            <a:solidFill>
              <a:schemeClr val="bg1">
                <a:lumMod val="85000"/>
              </a:schemeClr>
            </a:solidFill>
            <a:ln>
              <a:solidFill>
                <a:schemeClr val="bg1">
                  <a:lumMod val="85000"/>
                </a:schemeClr>
              </a:solidFill>
            </a:ln>
          </p:spPr>
          <p:style>
            <a:lnRef idx="2">
              <a:schemeClr val="accent3">
                <a:shade val="50000"/>
              </a:schemeClr>
            </a:lnRef>
            <a:fillRef idx="1">
              <a:schemeClr val="accent3"/>
            </a:fillRef>
            <a:effectRef idx="0">
              <a:schemeClr val="accent3"/>
            </a:effectRef>
            <a:fontRef idx="minor">
              <a:schemeClr val="lt1"/>
            </a:fontRef>
          </p:style>
          <p:txBody>
            <a:bodyPr rtlCol="0" anchor="ctr"/>
            <a:lstStyle/>
            <a:p>
              <a:pPr algn="ctr"/>
              <a:r>
                <a:rPr lang="zh-CN" altLang="en-US" b="1" dirty="0">
                  <a:solidFill>
                    <a:schemeClr val="tx1"/>
                  </a:solidFill>
                  <a:latin typeface="+mn-ea"/>
                </a:rPr>
                <a:t>因特网</a:t>
              </a:r>
            </a:p>
          </p:txBody>
        </p:sp>
      </p:grpSp>
      <p:graphicFrame>
        <p:nvGraphicFramePr>
          <p:cNvPr id="21" name="表格 21">
            <a:extLst>
              <a:ext uri="{FF2B5EF4-FFF2-40B4-BE49-F238E27FC236}">
                <a16:creationId xmlns:a16="http://schemas.microsoft.com/office/drawing/2014/main" id="{CE497585-4F97-4F44-9ABE-D7BBA16B40E0}"/>
              </a:ext>
            </a:extLst>
          </p:cNvPr>
          <p:cNvGraphicFramePr>
            <a:graphicFrameLocks noGrp="1"/>
          </p:cNvGraphicFramePr>
          <p:nvPr/>
        </p:nvGraphicFramePr>
        <p:xfrm>
          <a:off x="2302929" y="5557308"/>
          <a:ext cx="9067800" cy="370840"/>
        </p:xfrm>
        <a:graphic>
          <a:graphicData uri="http://schemas.openxmlformats.org/drawingml/2006/table">
            <a:tbl>
              <a:tblPr firstRow="1" bandRow="1">
                <a:tableStyleId>{5C22544A-7EE6-4342-B048-85BDC9FD1C3A}</a:tableStyleId>
              </a:tblPr>
              <a:tblGrid>
                <a:gridCol w="755650">
                  <a:extLst>
                    <a:ext uri="{9D8B030D-6E8A-4147-A177-3AD203B41FA5}">
                      <a16:colId xmlns:a16="http://schemas.microsoft.com/office/drawing/2014/main" val="877486509"/>
                    </a:ext>
                  </a:extLst>
                </a:gridCol>
                <a:gridCol w="755650">
                  <a:extLst>
                    <a:ext uri="{9D8B030D-6E8A-4147-A177-3AD203B41FA5}">
                      <a16:colId xmlns:a16="http://schemas.microsoft.com/office/drawing/2014/main" val="3548605817"/>
                    </a:ext>
                  </a:extLst>
                </a:gridCol>
                <a:gridCol w="755650">
                  <a:extLst>
                    <a:ext uri="{9D8B030D-6E8A-4147-A177-3AD203B41FA5}">
                      <a16:colId xmlns:a16="http://schemas.microsoft.com/office/drawing/2014/main" val="2881812895"/>
                    </a:ext>
                  </a:extLst>
                </a:gridCol>
                <a:gridCol w="755650">
                  <a:extLst>
                    <a:ext uri="{9D8B030D-6E8A-4147-A177-3AD203B41FA5}">
                      <a16:colId xmlns:a16="http://schemas.microsoft.com/office/drawing/2014/main" val="3682284582"/>
                    </a:ext>
                  </a:extLst>
                </a:gridCol>
                <a:gridCol w="755650">
                  <a:extLst>
                    <a:ext uri="{9D8B030D-6E8A-4147-A177-3AD203B41FA5}">
                      <a16:colId xmlns:a16="http://schemas.microsoft.com/office/drawing/2014/main" val="500127722"/>
                    </a:ext>
                  </a:extLst>
                </a:gridCol>
                <a:gridCol w="755650">
                  <a:extLst>
                    <a:ext uri="{9D8B030D-6E8A-4147-A177-3AD203B41FA5}">
                      <a16:colId xmlns:a16="http://schemas.microsoft.com/office/drawing/2014/main" val="2946259618"/>
                    </a:ext>
                  </a:extLst>
                </a:gridCol>
                <a:gridCol w="755650">
                  <a:extLst>
                    <a:ext uri="{9D8B030D-6E8A-4147-A177-3AD203B41FA5}">
                      <a16:colId xmlns:a16="http://schemas.microsoft.com/office/drawing/2014/main" val="171501986"/>
                    </a:ext>
                  </a:extLst>
                </a:gridCol>
                <a:gridCol w="755650">
                  <a:extLst>
                    <a:ext uri="{9D8B030D-6E8A-4147-A177-3AD203B41FA5}">
                      <a16:colId xmlns:a16="http://schemas.microsoft.com/office/drawing/2014/main" val="1667185265"/>
                    </a:ext>
                  </a:extLst>
                </a:gridCol>
                <a:gridCol w="755650">
                  <a:extLst>
                    <a:ext uri="{9D8B030D-6E8A-4147-A177-3AD203B41FA5}">
                      <a16:colId xmlns:a16="http://schemas.microsoft.com/office/drawing/2014/main" val="4258211808"/>
                    </a:ext>
                  </a:extLst>
                </a:gridCol>
                <a:gridCol w="755650">
                  <a:extLst>
                    <a:ext uri="{9D8B030D-6E8A-4147-A177-3AD203B41FA5}">
                      <a16:colId xmlns:a16="http://schemas.microsoft.com/office/drawing/2014/main" val="1794200575"/>
                    </a:ext>
                  </a:extLst>
                </a:gridCol>
                <a:gridCol w="755650">
                  <a:extLst>
                    <a:ext uri="{9D8B030D-6E8A-4147-A177-3AD203B41FA5}">
                      <a16:colId xmlns:a16="http://schemas.microsoft.com/office/drawing/2014/main" val="4230716487"/>
                    </a:ext>
                  </a:extLst>
                </a:gridCol>
                <a:gridCol w="755650">
                  <a:extLst>
                    <a:ext uri="{9D8B030D-6E8A-4147-A177-3AD203B41FA5}">
                      <a16:colId xmlns:a16="http://schemas.microsoft.com/office/drawing/2014/main" val="56153739"/>
                    </a:ext>
                  </a:extLst>
                </a:gridCol>
              </a:tblGrid>
              <a:tr h="370840">
                <a:tc>
                  <a:txBody>
                    <a:bodyPr/>
                    <a:lstStyle/>
                    <a:p>
                      <a:pPr algn="ctr"/>
                      <a:r>
                        <a:rPr lang="en-US" altLang="zh-CN" dirty="0">
                          <a:solidFill>
                            <a:schemeClr val="tx1"/>
                          </a:solidFill>
                          <a:latin typeface="Arial Black" panose="020B0A04020102020204" pitchFamily="34" charset="0"/>
                        </a:rPr>
                        <a:t>0</a:t>
                      </a:r>
                      <a:endParaRPr lang="zh-CN" altLang="en-US" dirty="0">
                        <a:solidFill>
                          <a:schemeClr val="tx1"/>
                        </a:solidFill>
                        <a:latin typeface="Arial Black" panose="020B0A04020102020204" pitchFamily="34" charset="0"/>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ctr"/>
                      <a:r>
                        <a:rPr lang="en-US" altLang="zh-CN" dirty="0">
                          <a:solidFill>
                            <a:schemeClr val="tx1"/>
                          </a:solidFill>
                          <a:latin typeface="Arial Black" panose="020B0A04020102020204" pitchFamily="34" charset="0"/>
                        </a:rPr>
                        <a:t>1</a:t>
                      </a:r>
                      <a:endParaRPr lang="zh-CN" altLang="en-US" dirty="0">
                        <a:solidFill>
                          <a:schemeClr val="tx1"/>
                        </a:solidFill>
                        <a:latin typeface="Arial Black" panose="020B0A04020102020204" pitchFamily="34" charset="0"/>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ctr"/>
                      <a:r>
                        <a:rPr lang="en-US" altLang="zh-CN" dirty="0">
                          <a:solidFill>
                            <a:schemeClr val="tx1"/>
                          </a:solidFill>
                          <a:latin typeface="Arial Black" panose="020B0A04020102020204" pitchFamily="34" charset="0"/>
                        </a:rPr>
                        <a:t>2</a:t>
                      </a:r>
                      <a:endParaRPr lang="zh-CN" altLang="en-US" dirty="0">
                        <a:solidFill>
                          <a:schemeClr val="tx1"/>
                        </a:solidFill>
                        <a:latin typeface="Arial Black" panose="020B0A04020102020204" pitchFamily="34" charset="0"/>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ctr"/>
                      <a:r>
                        <a:rPr lang="en-US" altLang="zh-CN" dirty="0">
                          <a:solidFill>
                            <a:schemeClr val="tx1"/>
                          </a:solidFill>
                          <a:latin typeface="Arial Black" panose="020B0A04020102020204" pitchFamily="34" charset="0"/>
                        </a:rPr>
                        <a:t>3</a:t>
                      </a:r>
                      <a:endParaRPr lang="zh-CN" altLang="en-US" dirty="0">
                        <a:solidFill>
                          <a:schemeClr val="tx1"/>
                        </a:solidFill>
                        <a:latin typeface="Arial Black" panose="020B0A04020102020204" pitchFamily="34" charset="0"/>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ctr"/>
                      <a:r>
                        <a:rPr lang="en-US" altLang="zh-CN" dirty="0">
                          <a:solidFill>
                            <a:schemeClr val="tx1"/>
                          </a:solidFill>
                          <a:latin typeface="Arial Black" panose="020B0A04020102020204" pitchFamily="34" charset="0"/>
                        </a:rPr>
                        <a:t>4</a:t>
                      </a:r>
                      <a:endParaRPr lang="zh-CN" altLang="en-US" dirty="0">
                        <a:solidFill>
                          <a:schemeClr val="tx1"/>
                        </a:solidFill>
                        <a:latin typeface="Arial Black" panose="020B0A04020102020204" pitchFamily="34" charset="0"/>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ctr"/>
                      <a:r>
                        <a:rPr lang="en-US" altLang="zh-CN" dirty="0">
                          <a:solidFill>
                            <a:schemeClr val="tx1"/>
                          </a:solidFill>
                          <a:latin typeface="Arial Black" panose="020B0A04020102020204" pitchFamily="34" charset="0"/>
                        </a:rPr>
                        <a:t>5</a:t>
                      </a:r>
                      <a:endParaRPr lang="zh-CN" altLang="en-US" dirty="0">
                        <a:solidFill>
                          <a:schemeClr val="tx1"/>
                        </a:solidFill>
                        <a:latin typeface="Arial Black" panose="020B0A04020102020204" pitchFamily="34" charset="0"/>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ctr"/>
                      <a:r>
                        <a:rPr lang="en-US" altLang="zh-CN" dirty="0">
                          <a:solidFill>
                            <a:schemeClr val="tx1"/>
                          </a:solidFill>
                          <a:latin typeface="Arial Black" panose="020B0A04020102020204" pitchFamily="34" charset="0"/>
                        </a:rPr>
                        <a:t>6</a:t>
                      </a:r>
                      <a:endParaRPr lang="zh-CN" altLang="en-US" dirty="0">
                        <a:solidFill>
                          <a:schemeClr val="tx1"/>
                        </a:solidFill>
                        <a:latin typeface="Arial Black" panose="020B0A04020102020204" pitchFamily="34" charset="0"/>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ctr"/>
                      <a:r>
                        <a:rPr lang="en-US" altLang="zh-CN" dirty="0">
                          <a:solidFill>
                            <a:schemeClr val="tx1"/>
                          </a:solidFill>
                          <a:latin typeface="Arial Black" panose="020B0A04020102020204" pitchFamily="34" charset="0"/>
                        </a:rPr>
                        <a:t>7</a:t>
                      </a:r>
                      <a:endParaRPr lang="zh-CN" altLang="en-US" dirty="0">
                        <a:solidFill>
                          <a:schemeClr val="tx1"/>
                        </a:solidFill>
                        <a:latin typeface="Arial Black" panose="020B0A04020102020204" pitchFamily="34" charset="0"/>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ctr"/>
                      <a:r>
                        <a:rPr lang="en-US" altLang="zh-CN" dirty="0">
                          <a:solidFill>
                            <a:schemeClr val="tx1"/>
                          </a:solidFill>
                          <a:latin typeface="Arial Black" panose="020B0A04020102020204" pitchFamily="34" charset="0"/>
                        </a:rPr>
                        <a:t>0</a:t>
                      </a:r>
                      <a:endParaRPr lang="zh-CN" altLang="en-US" dirty="0">
                        <a:solidFill>
                          <a:schemeClr val="tx1"/>
                        </a:solidFill>
                        <a:latin typeface="Arial Black" panose="020B0A04020102020204" pitchFamily="34" charset="0"/>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ctr"/>
                      <a:r>
                        <a:rPr lang="en-US" altLang="zh-CN" dirty="0">
                          <a:solidFill>
                            <a:schemeClr val="tx1"/>
                          </a:solidFill>
                          <a:latin typeface="Arial Black" panose="020B0A04020102020204" pitchFamily="34" charset="0"/>
                        </a:rPr>
                        <a:t>1</a:t>
                      </a:r>
                      <a:endParaRPr lang="zh-CN" altLang="en-US" dirty="0">
                        <a:solidFill>
                          <a:schemeClr val="tx1"/>
                        </a:solidFill>
                        <a:latin typeface="Arial Black" panose="020B0A04020102020204" pitchFamily="34" charset="0"/>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ctr"/>
                      <a:r>
                        <a:rPr lang="en-US" altLang="zh-CN" dirty="0">
                          <a:solidFill>
                            <a:schemeClr val="tx1"/>
                          </a:solidFill>
                          <a:latin typeface="Arial Black" panose="020B0A04020102020204" pitchFamily="34" charset="0"/>
                        </a:rPr>
                        <a:t>2</a:t>
                      </a:r>
                      <a:endParaRPr lang="zh-CN" altLang="en-US" dirty="0">
                        <a:solidFill>
                          <a:schemeClr val="tx1"/>
                        </a:solidFill>
                        <a:latin typeface="Arial Black" panose="020B0A04020102020204" pitchFamily="34" charset="0"/>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ctr"/>
                      <a:r>
                        <a:rPr lang="en-US" altLang="zh-CN" dirty="0">
                          <a:solidFill>
                            <a:schemeClr val="tx1"/>
                          </a:solidFill>
                          <a:latin typeface="Arial Black" panose="020B0A04020102020204" pitchFamily="34" charset="0"/>
                        </a:rPr>
                        <a:t>…</a:t>
                      </a:r>
                      <a:endParaRPr lang="zh-CN" altLang="en-US" dirty="0">
                        <a:solidFill>
                          <a:schemeClr val="tx1"/>
                        </a:solidFill>
                        <a:latin typeface="Arial Black" panose="020B0A04020102020204" pitchFamily="34" charset="0"/>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extLst>
                  <a:ext uri="{0D108BD9-81ED-4DB2-BD59-A6C34878D82A}">
                    <a16:rowId xmlns:a16="http://schemas.microsoft.com/office/drawing/2014/main" val="316235763"/>
                  </a:ext>
                </a:extLst>
              </a:tr>
            </a:tbl>
          </a:graphicData>
        </a:graphic>
      </p:graphicFrame>
      <p:graphicFrame>
        <p:nvGraphicFramePr>
          <p:cNvPr id="68" name="表格 21">
            <a:extLst>
              <a:ext uri="{FF2B5EF4-FFF2-40B4-BE49-F238E27FC236}">
                <a16:creationId xmlns:a16="http://schemas.microsoft.com/office/drawing/2014/main" id="{D9B4273D-C94E-42E6-A39B-908C6FA1D8AF}"/>
              </a:ext>
            </a:extLst>
          </p:cNvPr>
          <p:cNvGraphicFramePr>
            <a:graphicFrameLocks noGrp="1"/>
          </p:cNvGraphicFramePr>
          <p:nvPr/>
        </p:nvGraphicFramePr>
        <p:xfrm>
          <a:off x="2302929" y="1827576"/>
          <a:ext cx="9067800" cy="370840"/>
        </p:xfrm>
        <a:graphic>
          <a:graphicData uri="http://schemas.openxmlformats.org/drawingml/2006/table">
            <a:tbl>
              <a:tblPr firstRow="1" bandRow="1">
                <a:tableStyleId>{5C22544A-7EE6-4342-B048-85BDC9FD1C3A}</a:tableStyleId>
              </a:tblPr>
              <a:tblGrid>
                <a:gridCol w="755650">
                  <a:extLst>
                    <a:ext uri="{9D8B030D-6E8A-4147-A177-3AD203B41FA5}">
                      <a16:colId xmlns:a16="http://schemas.microsoft.com/office/drawing/2014/main" val="877486509"/>
                    </a:ext>
                  </a:extLst>
                </a:gridCol>
                <a:gridCol w="755650">
                  <a:extLst>
                    <a:ext uri="{9D8B030D-6E8A-4147-A177-3AD203B41FA5}">
                      <a16:colId xmlns:a16="http://schemas.microsoft.com/office/drawing/2014/main" val="3548605817"/>
                    </a:ext>
                  </a:extLst>
                </a:gridCol>
                <a:gridCol w="755650">
                  <a:extLst>
                    <a:ext uri="{9D8B030D-6E8A-4147-A177-3AD203B41FA5}">
                      <a16:colId xmlns:a16="http://schemas.microsoft.com/office/drawing/2014/main" val="2881812895"/>
                    </a:ext>
                  </a:extLst>
                </a:gridCol>
                <a:gridCol w="755650">
                  <a:extLst>
                    <a:ext uri="{9D8B030D-6E8A-4147-A177-3AD203B41FA5}">
                      <a16:colId xmlns:a16="http://schemas.microsoft.com/office/drawing/2014/main" val="3682284582"/>
                    </a:ext>
                  </a:extLst>
                </a:gridCol>
                <a:gridCol w="755650">
                  <a:extLst>
                    <a:ext uri="{9D8B030D-6E8A-4147-A177-3AD203B41FA5}">
                      <a16:colId xmlns:a16="http://schemas.microsoft.com/office/drawing/2014/main" val="500127722"/>
                    </a:ext>
                  </a:extLst>
                </a:gridCol>
                <a:gridCol w="755650">
                  <a:extLst>
                    <a:ext uri="{9D8B030D-6E8A-4147-A177-3AD203B41FA5}">
                      <a16:colId xmlns:a16="http://schemas.microsoft.com/office/drawing/2014/main" val="2946259618"/>
                    </a:ext>
                  </a:extLst>
                </a:gridCol>
                <a:gridCol w="755650">
                  <a:extLst>
                    <a:ext uri="{9D8B030D-6E8A-4147-A177-3AD203B41FA5}">
                      <a16:colId xmlns:a16="http://schemas.microsoft.com/office/drawing/2014/main" val="171501986"/>
                    </a:ext>
                  </a:extLst>
                </a:gridCol>
                <a:gridCol w="755650">
                  <a:extLst>
                    <a:ext uri="{9D8B030D-6E8A-4147-A177-3AD203B41FA5}">
                      <a16:colId xmlns:a16="http://schemas.microsoft.com/office/drawing/2014/main" val="1667185265"/>
                    </a:ext>
                  </a:extLst>
                </a:gridCol>
                <a:gridCol w="755650">
                  <a:extLst>
                    <a:ext uri="{9D8B030D-6E8A-4147-A177-3AD203B41FA5}">
                      <a16:colId xmlns:a16="http://schemas.microsoft.com/office/drawing/2014/main" val="4258211808"/>
                    </a:ext>
                  </a:extLst>
                </a:gridCol>
                <a:gridCol w="755650">
                  <a:extLst>
                    <a:ext uri="{9D8B030D-6E8A-4147-A177-3AD203B41FA5}">
                      <a16:colId xmlns:a16="http://schemas.microsoft.com/office/drawing/2014/main" val="1794200575"/>
                    </a:ext>
                  </a:extLst>
                </a:gridCol>
                <a:gridCol w="755650">
                  <a:extLst>
                    <a:ext uri="{9D8B030D-6E8A-4147-A177-3AD203B41FA5}">
                      <a16:colId xmlns:a16="http://schemas.microsoft.com/office/drawing/2014/main" val="4230716487"/>
                    </a:ext>
                  </a:extLst>
                </a:gridCol>
                <a:gridCol w="755650">
                  <a:extLst>
                    <a:ext uri="{9D8B030D-6E8A-4147-A177-3AD203B41FA5}">
                      <a16:colId xmlns:a16="http://schemas.microsoft.com/office/drawing/2014/main" val="56153739"/>
                    </a:ext>
                  </a:extLst>
                </a:gridCol>
              </a:tblGrid>
              <a:tr h="370840">
                <a:tc>
                  <a:txBody>
                    <a:bodyPr/>
                    <a:lstStyle/>
                    <a:p>
                      <a:pPr algn="ctr"/>
                      <a:r>
                        <a:rPr lang="en-US" altLang="zh-CN" dirty="0">
                          <a:solidFill>
                            <a:schemeClr val="tx1"/>
                          </a:solidFill>
                          <a:latin typeface="Arial Black" panose="020B0A04020102020204" pitchFamily="34" charset="0"/>
                        </a:rPr>
                        <a:t>0</a:t>
                      </a:r>
                      <a:endParaRPr lang="zh-CN" altLang="en-US" dirty="0">
                        <a:solidFill>
                          <a:schemeClr val="tx1"/>
                        </a:solidFill>
                        <a:latin typeface="Arial Black" panose="020B0A04020102020204" pitchFamily="34" charset="0"/>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ctr"/>
                      <a:r>
                        <a:rPr lang="en-US" altLang="zh-CN" dirty="0">
                          <a:solidFill>
                            <a:schemeClr val="tx1"/>
                          </a:solidFill>
                          <a:latin typeface="Arial Black" panose="020B0A04020102020204" pitchFamily="34" charset="0"/>
                        </a:rPr>
                        <a:t>1</a:t>
                      </a:r>
                      <a:endParaRPr lang="zh-CN" altLang="en-US" dirty="0">
                        <a:solidFill>
                          <a:schemeClr val="tx1"/>
                        </a:solidFill>
                        <a:latin typeface="Arial Black" panose="020B0A04020102020204" pitchFamily="34" charset="0"/>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ctr"/>
                      <a:r>
                        <a:rPr lang="en-US" altLang="zh-CN" dirty="0">
                          <a:solidFill>
                            <a:schemeClr val="tx1"/>
                          </a:solidFill>
                          <a:latin typeface="Arial Black" panose="020B0A04020102020204" pitchFamily="34" charset="0"/>
                        </a:rPr>
                        <a:t>2</a:t>
                      </a:r>
                      <a:endParaRPr lang="zh-CN" altLang="en-US" dirty="0">
                        <a:solidFill>
                          <a:schemeClr val="tx1"/>
                        </a:solidFill>
                        <a:latin typeface="Arial Black" panose="020B0A04020102020204" pitchFamily="34" charset="0"/>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ctr"/>
                      <a:r>
                        <a:rPr lang="en-US" altLang="zh-CN" dirty="0">
                          <a:solidFill>
                            <a:schemeClr val="tx1"/>
                          </a:solidFill>
                          <a:latin typeface="Arial Black" panose="020B0A04020102020204" pitchFamily="34" charset="0"/>
                        </a:rPr>
                        <a:t>3</a:t>
                      </a:r>
                      <a:endParaRPr lang="zh-CN" altLang="en-US" dirty="0">
                        <a:solidFill>
                          <a:schemeClr val="tx1"/>
                        </a:solidFill>
                        <a:latin typeface="Arial Black" panose="020B0A04020102020204" pitchFamily="34" charset="0"/>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ctr"/>
                      <a:r>
                        <a:rPr lang="en-US" altLang="zh-CN" dirty="0">
                          <a:solidFill>
                            <a:schemeClr val="tx1"/>
                          </a:solidFill>
                          <a:latin typeface="Arial Black" panose="020B0A04020102020204" pitchFamily="34" charset="0"/>
                        </a:rPr>
                        <a:t>4</a:t>
                      </a:r>
                      <a:endParaRPr lang="zh-CN" altLang="en-US" dirty="0">
                        <a:solidFill>
                          <a:schemeClr val="tx1"/>
                        </a:solidFill>
                        <a:latin typeface="Arial Black" panose="020B0A04020102020204" pitchFamily="34" charset="0"/>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ctr"/>
                      <a:r>
                        <a:rPr lang="en-US" altLang="zh-CN" dirty="0">
                          <a:solidFill>
                            <a:schemeClr val="tx1"/>
                          </a:solidFill>
                          <a:latin typeface="Arial Black" panose="020B0A04020102020204" pitchFamily="34" charset="0"/>
                        </a:rPr>
                        <a:t>5</a:t>
                      </a:r>
                      <a:endParaRPr lang="zh-CN" altLang="en-US" dirty="0">
                        <a:solidFill>
                          <a:schemeClr val="tx1"/>
                        </a:solidFill>
                        <a:latin typeface="Arial Black" panose="020B0A04020102020204" pitchFamily="34" charset="0"/>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ctr"/>
                      <a:r>
                        <a:rPr lang="en-US" altLang="zh-CN" dirty="0">
                          <a:solidFill>
                            <a:schemeClr val="tx1"/>
                          </a:solidFill>
                          <a:latin typeface="Arial Black" panose="020B0A04020102020204" pitchFamily="34" charset="0"/>
                        </a:rPr>
                        <a:t>6</a:t>
                      </a:r>
                      <a:endParaRPr lang="zh-CN" altLang="en-US" dirty="0">
                        <a:solidFill>
                          <a:schemeClr val="tx1"/>
                        </a:solidFill>
                        <a:latin typeface="Arial Black" panose="020B0A04020102020204" pitchFamily="34" charset="0"/>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ctr"/>
                      <a:r>
                        <a:rPr lang="en-US" altLang="zh-CN" dirty="0">
                          <a:solidFill>
                            <a:schemeClr val="tx1"/>
                          </a:solidFill>
                          <a:latin typeface="Arial Black" panose="020B0A04020102020204" pitchFamily="34" charset="0"/>
                        </a:rPr>
                        <a:t>7</a:t>
                      </a:r>
                      <a:endParaRPr lang="zh-CN" altLang="en-US" dirty="0">
                        <a:solidFill>
                          <a:schemeClr val="tx1"/>
                        </a:solidFill>
                        <a:latin typeface="Arial Black" panose="020B0A04020102020204" pitchFamily="34" charset="0"/>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ctr"/>
                      <a:r>
                        <a:rPr lang="en-US" altLang="zh-CN" dirty="0">
                          <a:solidFill>
                            <a:schemeClr val="tx1"/>
                          </a:solidFill>
                          <a:latin typeface="Arial Black" panose="020B0A04020102020204" pitchFamily="34" charset="0"/>
                        </a:rPr>
                        <a:t>0</a:t>
                      </a:r>
                      <a:endParaRPr lang="zh-CN" altLang="en-US" dirty="0">
                        <a:solidFill>
                          <a:schemeClr val="tx1"/>
                        </a:solidFill>
                        <a:latin typeface="Arial Black" panose="020B0A04020102020204" pitchFamily="34" charset="0"/>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ctr"/>
                      <a:r>
                        <a:rPr lang="en-US" altLang="zh-CN" dirty="0">
                          <a:solidFill>
                            <a:schemeClr val="tx1"/>
                          </a:solidFill>
                          <a:latin typeface="Arial Black" panose="020B0A04020102020204" pitchFamily="34" charset="0"/>
                        </a:rPr>
                        <a:t>1</a:t>
                      </a:r>
                      <a:endParaRPr lang="zh-CN" altLang="en-US" dirty="0">
                        <a:solidFill>
                          <a:schemeClr val="tx1"/>
                        </a:solidFill>
                        <a:latin typeface="Arial Black" panose="020B0A04020102020204" pitchFamily="34" charset="0"/>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ctr"/>
                      <a:r>
                        <a:rPr lang="en-US" altLang="zh-CN" dirty="0">
                          <a:solidFill>
                            <a:schemeClr val="tx1"/>
                          </a:solidFill>
                          <a:latin typeface="Arial Black" panose="020B0A04020102020204" pitchFamily="34" charset="0"/>
                        </a:rPr>
                        <a:t>2</a:t>
                      </a:r>
                      <a:endParaRPr lang="zh-CN" altLang="en-US" dirty="0">
                        <a:solidFill>
                          <a:schemeClr val="tx1"/>
                        </a:solidFill>
                        <a:latin typeface="Arial Black" panose="020B0A04020102020204" pitchFamily="34" charset="0"/>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ctr"/>
                      <a:r>
                        <a:rPr lang="en-US" altLang="zh-CN" dirty="0">
                          <a:solidFill>
                            <a:schemeClr val="tx1"/>
                          </a:solidFill>
                          <a:latin typeface="Arial Black" panose="020B0A04020102020204" pitchFamily="34" charset="0"/>
                        </a:rPr>
                        <a:t>…</a:t>
                      </a:r>
                      <a:endParaRPr lang="zh-CN" altLang="en-US" dirty="0">
                        <a:solidFill>
                          <a:schemeClr val="tx1"/>
                        </a:solidFill>
                        <a:latin typeface="Arial Black" panose="020B0A04020102020204" pitchFamily="34" charset="0"/>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extLst>
                  <a:ext uri="{0D108BD9-81ED-4DB2-BD59-A6C34878D82A}">
                    <a16:rowId xmlns:a16="http://schemas.microsoft.com/office/drawing/2014/main" val="316235763"/>
                  </a:ext>
                </a:extLst>
              </a:tr>
            </a:tbl>
          </a:graphicData>
        </a:graphic>
      </p:graphicFrame>
      <p:sp>
        <p:nvSpPr>
          <p:cNvPr id="40" name="矩形 39">
            <a:extLst>
              <a:ext uri="{FF2B5EF4-FFF2-40B4-BE49-F238E27FC236}">
                <a16:creationId xmlns:a16="http://schemas.microsoft.com/office/drawing/2014/main" id="{490B862A-EE0E-44CB-AB79-5E73939A9E3A}"/>
              </a:ext>
            </a:extLst>
          </p:cNvPr>
          <p:cNvSpPr/>
          <p:nvPr/>
        </p:nvSpPr>
        <p:spPr>
          <a:xfrm>
            <a:off x="2823280" y="3098919"/>
            <a:ext cx="8160351" cy="1461086"/>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nSpc>
                <a:spcPct val="150000"/>
              </a:lnSpc>
            </a:pPr>
            <a:endParaRPr lang="zh-CN" altLang="en-US" b="1" dirty="0">
              <a:solidFill>
                <a:schemeClr val="bg1"/>
              </a:solidFill>
            </a:endParaRPr>
          </a:p>
        </p:txBody>
      </p:sp>
      <mc:AlternateContent xmlns:mc="http://schemas.openxmlformats.org/markup-compatibility/2006" xmlns:a14="http://schemas.microsoft.com/office/drawing/2010/main">
        <mc:Choice Requires="a14">
          <p:sp>
            <p:nvSpPr>
              <p:cNvPr id="41" name="文本框 40">
                <a:extLst>
                  <a:ext uri="{FF2B5EF4-FFF2-40B4-BE49-F238E27FC236}">
                    <a16:creationId xmlns:a16="http://schemas.microsoft.com/office/drawing/2014/main" id="{8A0BE979-24F8-4C81-A02C-EE26A9915EBA}"/>
                  </a:ext>
                </a:extLst>
              </p:cNvPr>
              <p:cNvSpPr txBox="1"/>
              <p:nvPr/>
            </p:nvSpPr>
            <p:spPr>
              <a:xfrm>
                <a:off x="2898126" y="3099976"/>
                <a:ext cx="7952252" cy="458139"/>
              </a:xfrm>
              <a:prstGeom prst="rect">
                <a:avLst/>
              </a:prstGeom>
              <a:noFill/>
            </p:spPr>
            <p:txBody>
              <a:bodyPr wrap="square">
                <a:spAutoFit/>
              </a:bodyPr>
              <a:lstStyle/>
              <a:p>
                <a:pPr>
                  <a:lnSpc>
                    <a:spcPct val="150000"/>
                  </a:lnSpc>
                </a:pPr>
                <a:r>
                  <a:rPr lang="zh-CN" altLang="en-US" b="1" dirty="0">
                    <a:solidFill>
                      <a:schemeClr val="bg1"/>
                    </a:solidFill>
                  </a:rPr>
                  <a:t>采用</a:t>
                </a:r>
                <a14:m>
                  <m:oMath xmlns:m="http://schemas.openxmlformats.org/officeDocument/2006/math">
                    <m:r>
                      <a:rPr lang="en-US" altLang="zh-CN" b="1" i="1" dirty="0" smtClean="0">
                        <a:solidFill>
                          <a:schemeClr val="bg1"/>
                        </a:solidFill>
                        <a:latin typeface="Cambria Math" panose="02040503050406030204" pitchFamily="18" charset="0"/>
                      </a:rPr>
                      <m:t>𝒏</m:t>
                    </m:r>
                  </m:oMath>
                </a14:m>
                <a:r>
                  <a:rPr lang="zh-CN" altLang="en-US" b="1" dirty="0">
                    <a:solidFill>
                      <a:schemeClr val="bg1"/>
                    </a:solidFill>
                  </a:rPr>
                  <a:t>个比特给分组编序号，则发送窗口</a:t>
                </a:r>
                <a14:m>
                  <m:oMath xmlns:m="http://schemas.openxmlformats.org/officeDocument/2006/math">
                    <m:sSub>
                      <m:sSubPr>
                        <m:ctrlPr>
                          <a:rPr lang="en-US" altLang="zh-CN" b="1" i="1">
                            <a:solidFill>
                              <a:schemeClr val="bg1"/>
                            </a:solidFill>
                            <a:latin typeface="Cambria Math" panose="02040503050406030204" pitchFamily="18" charset="0"/>
                            <a:ea typeface="Cambria Math" panose="02040503050406030204" pitchFamily="18" charset="0"/>
                          </a:rPr>
                        </m:ctrlPr>
                      </m:sSubPr>
                      <m:e>
                        <m:r>
                          <a:rPr lang="en-US" altLang="zh-CN" b="1" i="1">
                            <a:solidFill>
                              <a:schemeClr val="bg1"/>
                            </a:solidFill>
                            <a:latin typeface="Cambria Math" panose="02040503050406030204" pitchFamily="18" charset="0"/>
                            <a:ea typeface="Cambria Math" panose="02040503050406030204" pitchFamily="18" charset="0"/>
                          </a:rPr>
                          <m:t>𝑾</m:t>
                        </m:r>
                      </m:e>
                      <m:sub>
                        <m:r>
                          <a:rPr lang="en-US" altLang="zh-CN" b="1" i="1">
                            <a:solidFill>
                              <a:schemeClr val="bg1"/>
                            </a:solidFill>
                            <a:latin typeface="Cambria Math" panose="02040503050406030204" pitchFamily="18" charset="0"/>
                            <a:ea typeface="Cambria Math" panose="02040503050406030204" pitchFamily="18" charset="0"/>
                          </a:rPr>
                          <m:t>𝑻</m:t>
                        </m:r>
                      </m:sub>
                    </m:sSub>
                  </m:oMath>
                </a14:m>
                <a:r>
                  <a:rPr lang="zh-CN" altLang="en-US" b="1" dirty="0">
                    <a:solidFill>
                      <a:schemeClr val="bg1"/>
                    </a:solidFill>
                  </a:rPr>
                  <a:t>的取值范围是</a:t>
                </a:r>
                <a14:m>
                  <m:oMath xmlns:m="http://schemas.openxmlformats.org/officeDocument/2006/math">
                    <m:r>
                      <a:rPr lang="en-US" altLang="zh-CN" b="1" i="1" smtClean="0">
                        <a:solidFill>
                          <a:schemeClr val="bg1"/>
                        </a:solidFill>
                        <a:latin typeface="Cambria Math" panose="02040503050406030204" pitchFamily="18" charset="0"/>
                      </a:rPr>
                      <m:t>𝟏</m:t>
                    </m:r>
                    <m:r>
                      <a:rPr lang="en-US" altLang="zh-CN" b="1" i="1" smtClean="0">
                        <a:solidFill>
                          <a:schemeClr val="bg1"/>
                        </a:solidFill>
                        <a:latin typeface="Cambria Math" panose="02040503050406030204" pitchFamily="18" charset="0"/>
                        <a:ea typeface="Cambria Math" panose="02040503050406030204" pitchFamily="18" charset="0"/>
                      </a:rPr>
                      <m:t>&lt;</m:t>
                    </m:r>
                    <m:sSub>
                      <m:sSubPr>
                        <m:ctrlPr>
                          <a:rPr lang="en-US" altLang="zh-CN" b="1" i="1" smtClean="0">
                            <a:solidFill>
                              <a:schemeClr val="bg1"/>
                            </a:solidFill>
                            <a:latin typeface="Cambria Math" panose="02040503050406030204" pitchFamily="18" charset="0"/>
                            <a:ea typeface="Cambria Math" panose="02040503050406030204" pitchFamily="18" charset="0"/>
                          </a:rPr>
                        </m:ctrlPr>
                      </m:sSubPr>
                      <m:e>
                        <m:r>
                          <a:rPr lang="en-US" altLang="zh-CN" b="1" i="1" smtClean="0">
                            <a:solidFill>
                              <a:schemeClr val="bg1"/>
                            </a:solidFill>
                            <a:latin typeface="Cambria Math" panose="02040503050406030204" pitchFamily="18" charset="0"/>
                            <a:ea typeface="Cambria Math" panose="02040503050406030204" pitchFamily="18" charset="0"/>
                          </a:rPr>
                          <m:t>𝑾</m:t>
                        </m:r>
                      </m:e>
                      <m:sub>
                        <m:r>
                          <a:rPr lang="en-US" altLang="zh-CN" b="1" i="1" smtClean="0">
                            <a:solidFill>
                              <a:schemeClr val="bg1"/>
                            </a:solidFill>
                            <a:latin typeface="Cambria Math" panose="02040503050406030204" pitchFamily="18" charset="0"/>
                            <a:ea typeface="Cambria Math" panose="02040503050406030204" pitchFamily="18" charset="0"/>
                          </a:rPr>
                          <m:t>𝑻</m:t>
                        </m:r>
                      </m:sub>
                    </m:sSub>
                    <m:r>
                      <a:rPr lang="en-US" altLang="zh-CN" b="1" i="1">
                        <a:solidFill>
                          <a:schemeClr val="bg1"/>
                        </a:solidFill>
                        <a:latin typeface="Cambria Math" panose="02040503050406030204" pitchFamily="18" charset="0"/>
                        <a:ea typeface="Cambria Math" panose="02040503050406030204" pitchFamily="18" charset="0"/>
                      </a:rPr>
                      <m:t>≤</m:t>
                    </m:r>
                    <m:sSup>
                      <m:sSupPr>
                        <m:ctrlPr>
                          <a:rPr lang="en-US" altLang="zh-CN" b="1" i="1" smtClean="0">
                            <a:solidFill>
                              <a:schemeClr val="bg1"/>
                            </a:solidFill>
                            <a:latin typeface="Cambria Math" panose="02040503050406030204" pitchFamily="18" charset="0"/>
                            <a:ea typeface="Cambria Math" panose="02040503050406030204" pitchFamily="18" charset="0"/>
                          </a:rPr>
                        </m:ctrlPr>
                      </m:sSupPr>
                      <m:e>
                        <m:r>
                          <a:rPr lang="en-US" altLang="zh-CN" b="1" i="1" smtClean="0">
                            <a:solidFill>
                              <a:schemeClr val="bg1"/>
                            </a:solidFill>
                            <a:latin typeface="Cambria Math" panose="02040503050406030204" pitchFamily="18" charset="0"/>
                            <a:ea typeface="Cambria Math" panose="02040503050406030204" pitchFamily="18" charset="0"/>
                          </a:rPr>
                          <m:t>(</m:t>
                        </m:r>
                        <m:r>
                          <a:rPr lang="en-US" altLang="zh-CN" b="1" i="1" smtClean="0">
                            <a:solidFill>
                              <a:schemeClr val="bg1"/>
                            </a:solidFill>
                            <a:latin typeface="Cambria Math" panose="02040503050406030204" pitchFamily="18" charset="0"/>
                            <a:ea typeface="Cambria Math" panose="02040503050406030204" pitchFamily="18" charset="0"/>
                          </a:rPr>
                          <m:t>𝟐</m:t>
                        </m:r>
                      </m:e>
                      <m:sup>
                        <m:r>
                          <a:rPr lang="en-US" altLang="zh-CN" b="1" i="1" smtClean="0">
                            <a:solidFill>
                              <a:schemeClr val="bg1"/>
                            </a:solidFill>
                            <a:latin typeface="Cambria Math" panose="02040503050406030204" pitchFamily="18" charset="0"/>
                            <a:ea typeface="Cambria Math" panose="02040503050406030204" pitchFamily="18" charset="0"/>
                          </a:rPr>
                          <m:t>𝒏</m:t>
                        </m:r>
                      </m:sup>
                    </m:sSup>
                    <m:r>
                      <a:rPr lang="en-US" altLang="zh-CN" b="1" i="1" smtClean="0">
                        <a:solidFill>
                          <a:schemeClr val="bg1"/>
                        </a:solidFill>
                        <a:latin typeface="Cambria Math" panose="02040503050406030204" pitchFamily="18" charset="0"/>
                        <a:ea typeface="Cambria Math" panose="02040503050406030204" pitchFamily="18" charset="0"/>
                      </a:rPr>
                      <m:t>−</m:t>
                    </m:r>
                    <m:r>
                      <a:rPr lang="en-US" altLang="zh-CN" b="1" i="1" smtClean="0">
                        <a:solidFill>
                          <a:schemeClr val="bg1"/>
                        </a:solidFill>
                        <a:latin typeface="Cambria Math" panose="02040503050406030204" pitchFamily="18" charset="0"/>
                        <a:ea typeface="Cambria Math" panose="02040503050406030204" pitchFamily="18" charset="0"/>
                      </a:rPr>
                      <m:t>𝟏</m:t>
                    </m:r>
                    <m:r>
                      <a:rPr lang="en-US" altLang="zh-CN" b="1" i="1" smtClean="0">
                        <a:solidFill>
                          <a:schemeClr val="bg1"/>
                        </a:solidFill>
                        <a:latin typeface="Cambria Math" panose="02040503050406030204" pitchFamily="18" charset="0"/>
                        <a:ea typeface="Cambria Math" panose="02040503050406030204" pitchFamily="18" charset="0"/>
                      </a:rPr>
                      <m:t>)</m:t>
                    </m:r>
                  </m:oMath>
                </a14:m>
                <a:r>
                  <a:rPr lang="zh-CN" altLang="en-US" b="1" dirty="0">
                    <a:solidFill>
                      <a:schemeClr val="bg1"/>
                    </a:solidFill>
                  </a:rPr>
                  <a:t>。</a:t>
                </a:r>
                <a:endParaRPr lang="en-US" altLang="zh-CN" b="1" dirty="0">
                  <a:solidFill>
                    <a:schemeClr val="bg1"/>
                  </a:solidFill>
                </a:endParaRPr>
              </a:p>
            </p:txBody>
          </p:sp>
        </mc:Choice>
        <mc:Fallback xmlns="">
          <p:sp>
            <p:nvSpPr>
              <p:cNvPr id="41" name="文本框 40">
                <a:extLst>
                  <a:ext uri="{FF2B5EF4-FFF2-40B4-BE49-F238E27FC236}">
                    <a16:creationId xmlns:a16="http://schemas.microsoft.com/office/drawing/2014/main" id="{8A0BE979-24F8-4C81-A02C-EE26A9915EBA}"/>
                  </a:ext>
                </a:extLst>
              </p:cNvPr>
              <p:cNvSpPr txBox="1">
                <a:spLocks noRot="1" noChangeAspect="1" noMove="1" noResize="1" noEditPoints="1" noAdjustHandles="1" noChangeArrowheads="1" noChangeShapeType="1" noTextEdit="1"/>
              </p:cNvSpPr>
              <p:nvPr/>
            </p:nvSpPr>
            <p:spPr>
              <a:xfrm>
                <a:off x="2898126" y="3099976"/>
                <a:ext cx="7952252" cy="458139"/>
              </a:xfrm>
              <a:prstGeom prst="rect">
                <a:avLst/>
              </a:prstGeom>
              <a:blipFill>
                <a:blip r:embed="rId9"/>
                <a:stretch>
                  <a:fillRect l="-613" r="-3448" b="-21333"/>
                </a:stretch>
              </a:blipFill>
            </p:spPr>
            <p:txBody>
              <a:bodyPr/>
              <a:lstStyle/>
              <a:p>
                <a:r>
                  <a:rPr lang="zh-CN" altLang="en-US">
                    <a:noFill/>
                  </a:rPr>
                  <a:t> </a:t>
                </a:r>
              </a:p>
            </p:txBody>
          </p:sp>
        </mc:Fallback>
      </mc:AlternateContent>
      <mc:AlternateContent xmlns:mc="http://schemas.openxmlformats.org/markup-compatibility/2006" xmlns:a14="http://schemas.microsoft.com/office/drawing/2010/main">
        <mc:Choice Requires="a14">
          <p:sp>
            <p:nvSpPr>
              <p:cNvPr id="42" name="文本框 41">
                <a:extLst>
                  <a:ext uri="{FF2B5EF4-FFF2-40B4-BE49-F238E27FC236}">
                    <a16:creationId xmlns:a16="http://schemas.microsoft.com/office/drawing/2014/main" id="{8543E782-DE7D-41A8-92AB-298EBE9087CA}"/>
                  </a:ext>
                </a:extLst>
              </p:cNvPr>
              <p:cNvSpPr txBox="1"/>
              <p:nvPr/>
            </p:nvSpPr>
            <p:spPr>
              <a:xfrm>
                <a:off x="2898125" y="3535600"/>
                <a:ext cx="7252373" cy="458139"/>
              </a:xfrm>
              <a:prstGeom prst="rect">
                <a:avLst/>
              </a:prstGeom>
              <a:noFill/>
            </p:spPr>
            <p:txBody>
              <a:bodyPr wrap="square">
                <a:spAutoFit/>
              </a:bodyPr>
              <a:lstStyle/>
              <a:p>
                <a:pPr>
                  <a:lnSpc>
                    <a:spcPct val="150000"/>
                  </a:lnSpc>
                </a:pPr>
                <a:r>
                  <a:rPr lang="zh-CN" altLang="en-US" b="1" dirty="0">
                    <a:solidFill>
                      <a:schemeClr val="bg1"/>
                    </a:solidFill>
                  </a:rPr>
                  <a:t>本例假设采用</a:t>
                </a:r>
                <a14:m>
                  <m:oMath xmlns:m="http://schemas.openxmlformats.org/officeDocument/2006/math">
                    <m:r>
                      <a:rPr lang="en-US" altLang="zh-CN" b="1" i="1" dirty="0">
                        <a:solidFill>
                          <a:schemeClr val="bg1"/>
                        </a:solidFill>
                        <a:latin typeface="Cambria Math" panose="02040503050406030204" pitchFamily="18" charset="0"/>
                      </a:rPr>
                      <m:t>𝟑</m:t>
                    </m:r>
                  </m:oMath>
                </a14:m>
                <a:r>
                  <a:rPr lang="zh-CN" altLang="en-US" b="1" dirty="0">
                    <a:solidFill>
                      <a:schemeClr val="bg1"/>
                    </a:solidFill>
                  </a:rPr>
                  <a:t>个比特给分组编序号，则</a:t>
                </a:r>
                <a14:m>
                  <m:oMath xmlns:m="http://schemas.openxmlformats.org/officeDocument/2006/math">
                    <m:sSub>
                      <m:sSubPr>
                        <m:ctrlPr>
                          <a:rPr lang="en-US" altLang="zh-CN" b="1" i="1">
                            <a:solidFill>
                              <a:schemeClr val="bg1"/>
                            </a:solidFill>
                            <a:latin typeface="Cambria Math" panose="02040503050406030204" pitchFamily="18" charset="0"/>
                            <a:ea typeface="Cambria Math" panose="02040503050406030204" pitchFamily="18" charset="0"/>
                          </a:rPr>
                        </m:ctrlPr>
                      </m:sSubPr>
                      <m:e>
                        <m:r>
                          <a:rPr lang="en-US" altLang="zh-CN" b="1" i="1">
                            <a:solidFill>
                              <a:schemeClr val="bg1"/>
                            </a:solidFill>
                            <a:latin typeface="Cambria Math" panose="02040503050406030204" pitchFamily="18" charset="0"/>
                            <a:ea typeface="Cambria Math" panose="02040503050406030204" pitchFamily="18" charset="0"/>
                          </a:rPr>
                          <m:t>𝑾</m:t>
                        </m:r>
                      </m:e>
                      <m:sub>
                        <m:r>
                          <a:rPr lang="en-US" altLang="zh-CN" b="1" i="1">
                            <a:solidFill>
                              <a:schemeClr val="bg1"/>
                            </a:solidFill>
                            <a:latin typeface="Cambria Math" panose="02040503050406030204" pitchFamily="18" charset="0"/>
                            <a:ea typeface="Cambria Math" panose="02040503050406030204" pitchFamily="18" charset="0"/>
                          </a:rPr>
                          <m:t>𝑻</m:t>
                        </m:r>
                      </m:sub>
                    </m:sSub>
                  </m:oMath>
                </a14:m>
                <a:r>
                  <a:rPr lang="zh-CN" altLang="en-US" b="1" dirty="0">
                    <a:solidFill>
                      <a:schemeClr val="bg1"/>
                    </a:solidFill>
                  </a:rPr>
                  <a:t>的取值范围是</a:t>
                </a:r>
                <a14:m>
                  <m:oMath xmlns:m="http://schemas.openxmlformats.org/officeDocument/2006/math">
                    <m:r>
                      <a:rPr lang="en-US" altLang="zh-CN" b="1" i="1" smtClean="0">
                        <a:solidFill>
                          <a:schemeClr val="bg1"/>
                        </a:solidFill>
                        <a:latin typeface="Cambria Math" panose="02040503050406030204" pitchFamily="18" charset="0"/>
                      </a:rPr>
                      <m:t>𝟐</m:t>
                    </m:r>
                    <m:r>
                      <a:rPr lang="en-US" altLang="zh-CN" b="1" i="1">
                        <a:solidFill>
                          <a:schemeClr val="bg1"/>
                        </a:solidFill>
                        <a:latin typeface="Cambria Math" panose="02040503050406030204" pitchFamily="18" charset="0"/>
                        <a:ea typeface="Cambria Math" panose="02040503050406030204" pitchFamily="18" charset="0"/>
                      </a:rPr>
                      <m:t>~</m:t>
                    </m:r>
                    <m:r>
                      <a:rPr lang="en-US" altLang="zh-CN" b="1" i="1">
                        <a:solidFill>
                          <a:schemeClr val="bg1"/>
                        </a:solidFill>
                        <a:latin typeface="Cambria Math" panose="02040503050406030204" pitchFamily="18" charset="0"/>
                        <a:ea typeface="Cambria Math" panose="02040503050406030204" pitchFamily="18" charset="0"/>
                      </a:rPr>
                      <m:t>𝟕</m:t>
                    </m:r>
                  </m:oMath>
                </a14:m>
                <a:r>
                  <a:rPr lang="zh-CN" altLang="en-US" b="1" dirty="0">
                    <a:solidFill>
                      <a:schemeClr val="bg1"/>
                    </a:solidFill>
                  </a:rPr>
                  <a:t>。</a:t>
                </a:r>
                <a:endParaRPr lang="en-US" altLang="zh-CN" b="1" dirty="0">
                  <a:solidFill>
                    <a:schemeClr val="bg1"/>
                  </a:solidFill>
                </a:endParaRPr>
              </a:p>
            </p:txBody>
          </p:sp>
        </mc:Choice>
        <mc:Fallback xmlns="">
          <p:sp>
            <p:nvSpPr>
              <p:cNvPr id="42" name="文本框 41">
                <a:extLst>
                  <a:ext uri="{FF2B5EF4-FFF2-40B4-BE49-F238E27FC236}">
                    <a16:creationId xmlns:a16="http://schemas.microsoft.com/office/drawing/2014/main" id="{8543E782-DE7D-41A8-92AB-298EBE9087CA}"/>
                  </a:ext>
                </a:extLst>
              </p:cNvPr>
              <p:cNvSpPr txBox="1">
                <a:spLocks noRot="1" noChangeAspect="1" noMove="1" noResize="1" noEditPoints="1" noAdjustHandles="1" noChangeArrowheads="1" noChangeShapeType="1" noTextEdit="1"/>
              </p:cNvSpPr>
              <p:nvPr/>
            </p:nvSpPr>
            <p:spPr>
              <a:xfrm>
                <a:off x="2898125" y="3535600"/>
                <a:ext cx="7252373" cy="458139"/>
              </a:xfrm>
              <a:prstGeom prst="rect">
                <a:avLst/>
              </a:prstGeom>
              <a:blipFill>
                <a:blip r:embed="rId10"/>
                <a:stretch>
                  <a:fillRect l="-672" b="-21333"/>
                </a:stretch>
              </a:blipFill>
            </p:spPr>
            <p:txBody>
              <a:bodyPr/>
              <a:lstStyle/>
              <a:p>
                <a:r>
                  <a:rPr lang="zh-CN" altLang="en-US">
                    <a:noFill/>
                  </a:rPr>
                  <a:t> </a:t>
                </a:r>
              </a:p>
            </p:txBody>
          </p:sp>
        </mc:Fallback>
      </mc:AlternateContent>
      <mc:AlternateContent xmlns:mc="http://schemas.openxmlformats.org/markup-compatibility/2006" xmlns:a14="http://schemas.microsoft.com/office/drawing/2010/main">
        <mc:Choice Requires="a14">
          <p:sp>
            <p:nvSpPr>
              <p:cNvPr id="43" name="文本框 42">
                <a:extLst>
                  <a:ext uri="{FF2B5EF4-FFF2-40B4-BE49-F238E27FC236}">
                    <a16:creationId xmlns:a16="http://schemas.microsoft.com/office/drawing/2014/main" id="{BDAF02D2-F739-4C5A-821F-79A1EF47F514}"/>
                  </a:ext>
                </a:extLst>
              </p:cNvPr>
              <p:cNvSpPr txBox="1"/>
              <p:nvPr/>
            </p:nvSpPr>
            <p:spPr>
              <a:xfrm>
                <a:off x="2898125" y="3971223"/>
                <a:ext cx="6587953" cy="458139"/>
              </a:xfrm>
              <a:prstGeom prst="rect">
                <a:avLst/>
              </a:prstGeom>
              <a:noFill/>
            </p:spPr>
            <p:txBody>
              <a:bodyPr wrap="square">
                <a:spAutoFit/>
              </a:bodyPr>
              <a:lstStyle/>
              <a:p>
                <a:pPr>
                  <a:lnSpc>
                    <a:spcPct val="150000"/>
                  </a:lnSpc>
                </a:pPr>
                <a:r>
                  <a:rPr lang="zh-CN" altLang="en-US" b="1" dirty="0">
                    <a:solidFill>
                      <a:schemeClr val="bg1"/>
                    </a:solidFill>
                  </a:rPr>
                  <a:t>若</a:t>
                </a:r>
                <a14:m>
                  <m:oMath xmlns:m="http://schemas.openxmlformats.org/officeDocument/2006/math">
                    <m:sSub>
                      <m:sSubPr>
                        <m:ctrlPr>
                          <a:rPr lang="en-US" altLang="zh-CN" b="1" i="1" smtClean="0">
                            <a:solidFill>
                              <a:schemeClr val="bg1"/>
                            </a:solidFill>
                            <a:latin typeface="Cambria Math" panose="02040503050406030204" pitchFamily="18" charset="0"/>
                            <a:ea typeface="Cambria Math" panose="02040503050406030204" pitchFamily="18" charset="0"/>
                          </a:rPr>
                        </m:ctrlPr>
                      </m:sSubPr>
                      <m:e>
                        <m:r>
                          <a:rPr lang="en-US" altLang="zh-CN" b="1" i="1" smtClean="0">
                            <a:solidFill>
                              <a:schemeClr val="bg1"/>
                            </a:solidFill>
                            <a:latin typeface="Cambria Math" panose="02040503050406030204" pitchFamily="18" charset="0"/>
                            <a:ea typeface="Cambria Math" panose="02040503050406030204" pitchFamily="18" charset="0"/>
                          </a:rPr>
                          <m:t>𝑾</m:t>
                        </m:r>
                      </m:e>
                      <m:sub>
                        <m:r>
                          <a:rPr lang="en-US" altLang="zh-CN" b="1" i="1" smtClean="0">
                            <a:solidFill>
                              <a:schemeClr val="bg1"/>
                            </a:solidFill>
                            <a:latin typeface="Cambria Math" panose="02040503050406030204" pitchFamily="18" charset="0"/>
                            <a:ea typeface="Cambria Math" panose="02040503050406030204" pitchFamily="18" charset="0"/>
                          </a:rPr>
                          <m:t>𝑻</m:t>
                        </m:r>
                      </m:sub>
                    </m:sSub>
                  </m:oMath>
                </a14:m>
                <a:r>
                  <a:rPr lang="zh-CN" altLang="en-US" b="1" dirty="0">
                    <a:solidFill>
                      <a:schemeClr val="bg1"/>
                    </a:solidFill>
                  </a:rPr>
                  <a:t>超过取值范围，例如 </a:t>
                </a:r>
                <a14:m>
                  <m:oMath xmlns:m="http://schemas.openxmlformats.org/officeDocument/2006/math">
                    <m:sSub>
                      <m:sSubPr>
                        <m:ctrlPr>
                          <a:rPr lang="en-US" altLang="zh-CN" b="1" i="1">
                            <a:solidFill>
                              <a:schemeClr val="bg1"/>
                            </a:solidFill>
                            <a:latin typeface="Cambria Math" panose="02040503050406030204" pitchFamily="18" charset="0"/>
                            <a:ea typeface="Cambria Math" panose="02040503050406030204" pitchFamily="18" charset="0"/>
                          </a:rPr>
                        </m:ctrlPr>
                      </m:sSubPr>
                      <m:e>
                        <m:r>
                          <a:rPr lang="en-US" altLang="zh-CN" b="1" i="1">
                            <a:solidFill>
                              <a:schemeClr val="bg1"/>
                            </a:solidFill>
                            <a:latin typeface="Cambria Math" panose="02040503050406030204" pitchFamily="18" charset="0"/>
                            <a:ea typeface="Cambria Math" panose="02040503050406030204" pitchFamily="18" charset="0"/>
                          </a:rPr>
                          <m:t>𝑾</m:t>
                        </m:r>
                      </m:e>
                      <m:sub>
                        <m:r>
                          <a:rPr lang="en-US" altLang="zh-CN" b="1" i="1">
                            <a:solidFill>
                              <a:schemeClr val="bg1"/>
                            </a:solidFill>
                            <a:latin typeface="Cambria Math" panose="02040503050406030204" pitchFamily="18" charset="0"/>
                            <a:ea typeface="Cambria Math" panose="02040503050406030204" pitchFamily="18" charset="0"/>
                          </a:rPr>
                          <m:t>𝑻</m:t>
                        </m:r>
                      </m:sub>
                    </m:sSub>
                    <m:r>
                      <a:rPr lang="en-US" altLang="zh-CN" b="1" i="1" smtClean="0">
                        <a:solidFill>
                          <a:schemeClr val="bg1"/>
                        </a:solidFill>
                        <a:latin typeface="Cambria Math" panose="02040503050406030204" pitchFamily="18" charset="0"/>
                        <a:ea typeface="Cambria Math" panose="02040503050406030204" pitchFamily="18" charset="0"/>
                      </a:rPr>
                      <m:t>= </m:t>
                    </m:r>
                  </m:oMath>
                </a14:m>
                <a:r>
                  <a:rPr lang="en-US" altLang="zh-CN" b="1" dirty="0">
                    <a:solidFill>
                      <a:schemeClr val="bg1"/>
                    </a:solidFill>
                  </a:rPr>
                  <a:t>8</a:t>
                </a:r>
                <a:r>
                  <a:rPr lang="zh-CN" altLang="en-US" b="1" dirty="0">
                    <a:solidFill>
                      <a:schemeClr val="bg1"/>
                    </a:solidFill>
                  </a:rPr>
                  <a:t>，会出现什么情况？</a:t>
                </a:r>
              </a:p>
            </p:txBody>
          </p:sp>
        </mc:Choice>
        <mc:Fallback xmlns="">
          <p:sp>
            <p:nvSpPr>
              <p:cNvPr id="43" name="文本框 42">
                <a:extLst>
                  <a:ext uri="{FF2B5EF4-FFF2-40B4-BE49-F238E27FC236}">
                    <a16:creationId xmlns:a16="http://schemas.microsoft.com/office/drawing/2014/main" id="{BDAF02D2-F739-4C5A-821F-79A1EF47F514}"/>
                  </a:ext>
                </a:extLst>
              </p:cNvPr>
              <p:cNvSpPr txBox="1">
                <a:spLocks noRot="1" noChangeAspect="1" noMove="1" noResize="1" noEditPoints="1" noAdjustHandles="1" noChangeArrowheads="1" noChangeShapeType="1" noTextEdit="1"/>
              </p:cNvSpPr>
              <p:nvPr/>
            </p:nvSpPr>
            <p:spPr>
              <a:xfrm>
                <a:off x="2898125" y="3971223"/>
                <a:ext cx="6587953" cy="458139"/>
              </a:xfrm>
              <a:prstGeom prst="rect">
                <a:avLst/>
              </a:prstGeom>
              <a:blipFill>
                <a:blip r:embed="rId11"/>
                <a:stretch>
                  <a:fillRect l="-740" b="-19737"/>
                </a:stretch>
              </a:blipFill>
            </p:spPr>
            <p:txBody>
              <a:bodyPr/>
              <a:lstStyle/>
              <a:p>
                <a:r>
                  <a:rPr lang="zh-CN" altLang="en-US">
                    <a:noFill/>
                  </a:rPr>
                  <a:t> </a:t>
                </a:r>
              </a:p>
            </p:txBody>
          </p:sp>
        </mc:Fallback>
      </mc:AlternateContent>
      <p:sp>
        <p:nvSpPr>
          <p:cNvPr id="26" name="矩形 25">
            <a:extLst>
              <a:ext uri="{FF2B5EF4-FFF2-40B4-BE49-F238E27FC236}">
                <a16:creationId xmlns:a16="http://schemas.microsoft.com/office/drawing/2014/main" id="{D07B0F17-A55E-4740-B9E9-CA5494882DBD}"/>
              </a:ext>
            </a:extLst>
          </p:cNvPr>
          <p:cNvSpPr/>
          <p:nvPr/>
        </p:nvSpPr>
        <p:spPr>
          <a:xfrm>
            <a:off x="2300222" y="5537182"/>
            <a:ext cx="6045082" cy="390966"/>
          </a:xfrm>
          <a:prstGeom prst="rect">
            <a:avLst/>
          </a:prstGeom>
          <a:solidFill>
            <a:schemeClr val="accent3">
              <a:alpha val="74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38" name="矩形 37">
            <a:extLst>
              <a:ext uri="{FF2B5EF4-FFF2-40B4-BE49-F238E27FC236}">
                <a16:creationId xmlns:a16="http://schemas.microsoft.com/office/drawing/2014/main" id="{9AB3CA41-3262-4E79-856E-D87858927C2A}"/>
              </a:ext>
            </a:extLst>
          </p:cNvPr>
          <p:cNvSpPr/>
          <p:nvPr/>
        </p:nvSpPr>
        <p:spPr>
          <a:xfrm>
            <a:off x="2300222" y="1830064"/>
            <a:ext cx="6045082" cy="375441"/>
          </a:xfrm>
          <a:prstGeom prst="rect">
            <a:avLst/>
          </a:prstGeom>
          <a:solidFill>
            <a:schemeClr val="accent4">
              <a:alpha val="74000"/>
            </a:schemeClr>
          </a:solidFill>
          <a:ln>
            <a:solidFill>
              <a:schemeClr val="accent4"/>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46" name="矩形 45">
            <a:extLst>
              <a:ext uri="{FF2B5EF4-FFF2-40B4-BE49-F238E27FC236}">
                <a16:creationId xmlns:a16="http://schemas.microsoft.com/office/drawing/2014/main" id="{74CE284B-8500-4A1A-9275-E42AED225DBB}"/>
              </a:ext>
            </a:extLst>
          </p:cNvPr>
          <p:cNvSpPr/>
          <p:nvPr/>
        </p:nvSpPr>
        <p:spPr>
          <a:xfrm>
            <a:off x="444182" y="3965600"/>
            <a:ext cx="708432" cy="270283"/>
          </a:xfrm>
          <a:prstGeom prst="rect">
            <a:avLst/>
          </a:prstGeom>
          <a:solidFill>
            <a:schemeClr val="accent4"/>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46800" rIns="46800" rtlCol="0" anchor="ctr"/>
          <a:lstStyle/>
          <a:p>
            <a:pPr algn="ctr"/>
            <a:r>
              <a:rPr lang="en-US" altLang="zh-CN" b="1" dirty="0"/>
              <a:t>ACK7</a:t>
            </a:r>
            <a:endParaRPr lang="zh-CN" altLang="en-US" b="1" dirty="0"/>
          </a:p>
        </p:txBody>
      </p:sp>
      <p:sp>
        <p:nvSpPr>
          <p:cNvPr id="29" name="平行四边形 28">
            <a:extLst>
              <a:ext uri="{FF2B5EF4-FFF2-40B4-BE49-F238E27FC236}">
                <a16:creationId xmlns:a16="http://schemas.microsoft.com/office/drawing/2014/main" id="{118B56FD-D3C7-9C44-B5FC-19EEAB00085B}"/>
              </a:ext>
            </a:extLst>
          </p:cNvPr>
          <p:cNvSpPr/>
          <p:nvPr/>
        </p:nvSpPr>
        <p:spPr>
          <a:xfrm>
            <a:off x="304799" y="749300"/>
            <a:ext cx="695119" cy="387090"/>
          </a:xfrm>
          <a:prstGeom prst="parallelogram">
            <a:avLst/>
          </a:prstGeom>
          <a:solidFill>
            <a:schemeClr val="accent3">
              <a:lumMod val="75000"/>
            </a:schemeClr>
          </a:solidFill>
          <a:ln>
            <a:solidFill>
              <a:schemeClr val="accent3">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CN" sz="2200" dirty="0">
                <a:latin typeface="Impact" panose="020B0806030902050204" pitchFamily="34" charset="0"/>
              </a:rPr>
              <a:t>04</a:t>
            </a:r>
            <a:endParaRPr lang="zh-CN" altLang="en-US" sz="2200" dirty="0">
              <a:latin typeface="Impact" panose="020B0806030902050204" pitchFamily="34" charset="0"/>
            </a:endParaRPr>
          </a:p>
        </p:txBody>
      </p:sp>
    </p:spTree>
    <p:custDataLst>
      <p:tags r:id="rId1"/>
    </p:custDataLst>
    <p:extLst>
      <p:ext uri="{BB962C8B-B14F-4D97-AF65-F5344CB8AC3E}">
        <p14:creationId xmlns:p14="http://schemas.microsoft.com/office/powerpoint/2010/main" val="2601443169"/>
      </p:ext>
    </p:extLst>
  </p:cSld>
  <p:clrMapOvr>
    <a:masterClrMapping/>
  </p:clrMapOvr>
  <mc:AlternateContent xmlns:mc="http://schemas.openxmlformats.org/markup-compatibility/2006" xmlns:p159="http://schemas.microsoft.com/office/powerpoint/2015/09/main">
    <mc:Choice Requires="p159">
      <p:transition xmlns:p14="http://schemas.microsoft.com/office/powerpoint/2010/main" spd="slow" p14:dur="2000">
        <p159:morph option="byObject"/>
      </p:transition>
    </mc:Choice>
    <mc:Fallback xmlns="">
      <p:transition spd="slow">
        <p:fade/>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49" presetClass="exit" presetSubtype="0" accel="100000" fill="hold" grpId="0" nodeType="withEffect">
                                  <p:stCondLst>
                                    <p:cond delay="0"/>
                                  </p:stCondLst>
                                  <p:childTnLst>
                                    <p:anim calcmode="lin" valueType="num">
                                      <p:cBhvr>
                                        <p:cTn id="6" dur="500"/>
                                        <p:tgtEl>
                                          <p:spTgt spid="46"/>
                                        </p:tgtEl>
                                        <p:attrNameLst>
                                          <p:attrName>ppt_w</p:attrName>
                                        </p:attrNameLst>
                                      </p:cBhvr>
                                      <p:tavLst>
                                        <p:tav tm="0">
                                          <p:val>
                                            <p:strVal val="ppt_w"/>
                                          </p:val>
                                        </p:tav>
                                        <p:tav tm="100000">
                                          <p:val>
                                            <p:fltVal val="0"/>
                                          </p:val>
                                        </p:tav>
                                      </p:tavLst>
                                    </p:anim>
                                    <p:anim calcmode="lin" valueType="num">
                                      <p:cBhvr>
                                        <p:cTn id="7" dur="500"/>
                                        <p:tgtEl>
                                          <p:spTgt spid="46"/>
                                        </p:tgtEl>
                                        <p:attrNameLst>
                                          <p:attrName>ppt_h</p:attrName>
                                        </p:attrNameLst>
                                      </p:cBhvr>
                                      <p:tavLst>
                                        <p:tav tm="0">
                                          <p:val>
                                            <p:strVal val="ppt_h"/>
                                          </p:val>
                                        </p:tav>
                                        <p:tav tm="100000">
                                          <p:val>
                                            <p:fltVal val="0"/>
                                          </p:val>
                                        </p:tav>
                                      </p:tavLst>
                                    </p:anim>
                                    <p:anim calcmode="lin" valueType="num">
                                      <p:cBhvr>
                                        <p:cTn id="8" dur="500"/>
                                        <p:tgtEl>
                                          <p:spTgt spid="46"/>
                                        </p:tgtEl>
                                        <p:attrNameLst>
                                          <p:attrName>style.rotation</p:attrName>
                                        </p:attrNameLst>
                                      </p:cBhvr>
                                      <p:tavLst>
                                        <p:tav tm="0">
                                          <p:val>
                                            <p:fltVal val="0"/>
                                          </p:val>
                                        </p:tav>
                                        <p:tav tm="100000">
                                          <p:val>
                                            <p:fltVal val="360"/>
                                          </p:val>
                                        </p:tav>
                                      </p:tavLst>
                                    </p:anim>
                                    <p:animEffect transition="out" filter="fade">
                                      <p:cBhvr>
                                        <p:cTn id="9" dur="500"/>
                                        <p:tgtEl>
                                          <p:spTgt spid="46"/>
                                        </p:tgtEl>
                                      </p:cBhvr>
                                    </p:animEffect>
                                    <p:set>
                                      <p:cBhvr>
                                        <p:cTn id="10" dur="1" fill="hold">
                                          <p:stCondLst>
                                            <p:cond delay="499"/>
                                          </p:stCondLst>
                                        </p:cTn>
                                        <p:tgtEl>
                                          <p:spTgt spid="46"/>
                                        </p:tgtEl>
                                        <p:attrNameLst>
                                          <p:attrName>style.visibility</p:attrName>
                                        </p:attrNameLst>
                                      </p:cBhvr>
                                      <p:to>
                                        <p:strVal val="hidden"/>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6" grpId="0" animBg="1"/>
    </p:bldLst>
  </p:timing>
</p:sld>
</file>

<file path=ppt/slides/slide17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39" name="组合 38">
            <a:extLst>
              <a:ext uri="{FF2B5EF4-FFF2-40B4-BE49-F238E27FC236}">
                <a16:creationId xmlns:a16="http://schemas.microsoft.com/office/drawing/2014/main" id="{89BF7AE9-7A49-4DA4-9F49-D744CBB4820A}"/>
              </a:ext>
            </a:extLst>
          </p:cNvPr>
          <p:cNvGrpSpPr/>
          <p:nvPr/>
        </p:nvGrpSpPr>
        <p:grpSpPr>
          <a:xfrm>
            <a:off x="8193075" y="1363110"/>
            <a:ext cx="1067217" cy="917885"/>
            <a:chOff x="2146413" y="1363110"/>
            <a:chExt cx="1067217" cy="917885"/>
          </a:xfrm>
        </p:grpSpPr>
        <p:sp>
          <p:nvSpPr>
            <p:cNvPr id="44" name="矩形 43">
              <a:extLst>
                <a:ext uri="{FF2B5EF4-FFF2-40B4-BE49-F238E27FC236}">
                  <a16:creationId xmlns:a16="http://schemas.microsoft.com/office/drawing/2014/main" id="{C1815E30-86DC-494D-9CA3-D28ABD9666CB}"/>
                </a:ext>
              </a:extLst>
            </p:cNvPr>
            <p:cNvSpPr/>
            <p:nvPr/>
          </p:nvSpPr>
          <p:spPr>
            <a:xfrm>
              <a:off x="2300222" y="1739531"/>
              <a:ext cx="759600" cy="541464"/>
            </a:xfrm>
            <a:prstGeom prst="rect">
              <a:avLst/>
            </a:prstGeom>
            <a:solidFill>
              <a:schemeClr val="accent4"/>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mc:AlternateContent xmlns:mc="http://schemas.openxmlformats.org/markup-compatibility/2006" xmlns:a14="http://schemas.microsoft.com/office/drawing/2010/main">
          <mc:Choice Requires="a14">
            <p:sp>
              <p:nvSpPr>
                <p:cNvPr id="45" name="文本框 44">
                  <a:extLst>
                    <a:ext uri="{FF2B5EF4-FFF2-40B4-BE49-F238E27FC236}">
                      <a16:creationId xmlns:a16="http://schemas.microsoft.com/office/drawing/2014/main" id="{71E3C168-3773-4F1D-9947-B4E8F620FC6A}"/>
                    </a:ext>
                  </a:extLst>
                </p:cNvPr>
                <p:cNvSpPr txBox="1"/>
                <p:nvPr/>
              </p:nvSpPr>
              <p:spPr>
                <a:xfrm>
                  <a:off x="2146413" y="1363110"/>
                  <a:ext cx="1067217" cy="369332"/>
                </a:xfrm>
                <a:prstGeom prst="rect">
                  <a:avLst/>
                </a:prstGeom>
                <a:noFill/>
              </p:spPr>
              <p:txBody>
                <a:bodyPr wrap="square">
                  <a:spAutoFit/>
                </a:bodyPr>
                <a:lstStyle/>
                <a:p>
                  <a:pPr/>
                  <a14:m>
                    <m:oMathPara xmlns:m="http://schemas.openxmlformats.org/officeDocument/2006/math">
                      <m:oMathParaPr>
                        <m:jc m:val="centerGroup"/>
                      </m:oMathParaPr>
                      <m:oMath xmlns:m="http://schemas.openxmlformats.org/officeDocument/2006/math">
                        <m:sSub>
                          <m:sSubPr>
                            <m:ctrlPr>
                              <a:rPr lang="en-US" altLang="zh-CN" b="1" i="1" smtClean="0">
                                <a:solidFill>
                                  <a:schemeClr val="accent4"/>
                                </a:solidFill>
                                <a:latin typeface="Cambria Math" panose="02040503050406030204" pitchFamily="18" charset="0"/>
                              </a:rPr>
                            </m:ctrlPr>
                          </m:sSubPr>
                          <m:e>
                            <m:r>
                              <a:rPr lang="en-US" altLang="zh-CN" b="1" i="1" smtClean="0">
                                <a:solidFill>
                                  <a:schemeClr val="accent4"/>
                                </a:solidFill>
                                <a:latin typeface="Cambria Math" panose="02040503050406030204" pitchFamily="18" charset="0"/>
                              </a:rPr>
                              <m:t>𝑾</m:t>
                            </m:r>
                          </m:e>
                          <m:sub>
                            <m:r>
                              <a:rPr lang="en-US" altLang="zh-CN" b="1" i="1" smtClean="0">
                                <a:solidFill>
                                  <a:schemeClr val="accent4"/>
                                </a:solidFill>
                                <a:latin typeface="Cambria Math" panose="02040503050406030204" pitchFamily="18" charset="0"/>
                              </a:rPr>
                              <m:t>𝑹</m:t>
                            </m:r>
                          </m:sub>
                        </m:sSub>
                        <m:r>
                          <a:rPr lang="en-US" altLang="zh-CN" b="1" i="1" smtClean="0">
                            <a:solidFill>
                              <a:schemeClr val="accent4"/>
                            </a:solidFill>
                            <a:latin typeface="Cambria Math" panose="02040503050406030204" pitchFamily="18" charset="0"/>
                          </a:rPr>
                          <m:t>=</m:t>
                        </m:r>
                        <m:r>
                          <a:rPr lang="en-US" altLang="zh-CN" b="1" i="1" smtClean="0">
                            <a:solidFill>
                              <a:schemeClr val="accent4"/>
                            </a:solidFill>
                            <a:latin typeface="Cambria Math" panose="02040503050406030204" pitchFamily="18" charset="0"/>
                          </a:rPr>
                          <m:t>𝟏</m:t>
                        </m:r>
                      </m:oMath>
                    </m:oMathPara>
                  </a14:m>
                  <a:endParaRPr lang="zh-CN" altLang="en-US" dirty="0">
                    <a:solidFill>
                      <a:schemeClr val="accent3"/>
                    </a:solidFill>
                  </a:endParaRPr>
                </a:p>
              </p:txBody>
            </p:sp>
          </mc:Choice>
          <mc:Fallback xmlns="">
            <p:sp>
              <p:nvSpPr>
                <p:cNvPr id="35" name="文本框 34">
                  <a:extLst>
                    <a:ext uri="{FF2B5EF4-FFF2-40B4-BE49-F238E27FC236}">
                      <a16:creationId xmlns:a16="http://schemas.microsoft.com/office/drawing/2014/main" id="{EE98B7EB-F32B-4A4F-9072-DF021D7DCAD9}"/>
                    </a:ext>
                  </a:extLst>
                </p:cNvPr>
                <p:cNvSpPr txBox="1">
                  <a:spLocks noRot="1" noChangeAspect="1" noMove="1" noResize="1" noEditPoints="1" noAdjustHandles="1" noChangeArrowheads="1" noChangeShapeType="1" noTextEdit="1"/>
                </p:cNvSpPr>
                <p:nvPr/>
              </p:nvSpPr>
              <p:spPr>
                <a:xfrm>
                  <a:off x="2146413" y="1363110"/>
                  <a:ext cx="1067217" cy="369332"/>
                </a:xfrm>
                <a:prstGeom prst="rect">
                  <a:avLst/>
                </a:prstGeom>
                <a:blipFill>
                  <a:blip r:embed="rId3"/>
                  <a:stretch>
                    <a:fillRect b="-3333"/>
                  </a:stretch>
                </a:blipFill>
              </p:spPr>
              <p:txBody>
                <a:bodyPr/>
                <a:lstStyle/>
                <a:p>
                  <a:r>
                    <a:rPr lang="zh-CN" altLang="en-US">
                      <a:noFill/>
                    </a:rPr>
                    <a:t> </a:t>
                  </a:r>
                </a:p>
              </p:txBody>
            </p:sp>
          </mc:Fallback>
        </mc:AlternateContent>
      </p:grpSp>
      <p:grpSp>
        <p:nvGrpSpPr>
          <p:cNvPr id="11" name="组合 10">
            <a:extLst>
              <a:ext uri="{FF2B5EF4-FFF2-40B4-BE49-F238E27FC236}">
                <a16:creationId xmlns:a16="http://schemas.microsoft.com/office/drawing/2014/main" id="{DF90C5CA-FFC7-4157-9F4D-82F7622D10DD}"/>
              </a:ext>
            </a:extLst>
          </p:cNvPr>
          <p:cNvGrpSpPr/>
          <p:nvPr/>
        </p:nvGrpSpPr>
        <p:grpSpPr>
          <a:xfrm>
            <a:off x="2302928" y="5107042"/>
            <a:ext cx="6045083" cy="902040"/>
            <a:chOff x="2302928" y="5107042"/>
            <a:chExt cx="6045083" cy="902040"/>
          </a:xfrm>
        </p:grpSpPr>
        <p:sp>
          <p:nvSpPr>
            <p:cNvPr id="5" name="矩形 4">
              <a:extLst>
                <a:ext uri="{FF2B5EF4-FFF2-40B4-BE49-F238E27FC236}">
                  <a16:creationId xmlns:a16="http://schemas.microsoft.com/office/drawing/2014/main" id="{ABCDD6AB-497D-42FD-B822-48DB3891082B}"/>
                </a:ext>
              </a:extLst>
            </p:cNvPr>
            <p:cNvSpPr/>
            <p:nvPr/>
          </p:nvSpPr>
          <p:spPr>
            <a:xfrm>
              <a:off x="2302928" y="5467618"/>
              <a:ext cx="6045083" cy="541464"/>
            </a:xfrm>
            <a:prstGeom prst="rect">
              <a:avLst/>
            </a:prstGeom>
            <a:solidFill>
              <a:schemeClr val="accent3"/>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mc:AlternateContent xmlns:mc="http://schemas.openxmlformats.org/markup-compatibility/2006" xmlns:a14="http://schemas.microsoft.com/office/drawing/2010/main">
          <mc:Choice Requires="a14">
            <p:sp>
              <p:nvSpPr>
                <p:cNvPr id="23" name="文本框 22">
                  <a:extLst>
                    <a:ext uri="{FF2B5EF4-FFF2-40B4-BE49-F238E27FC236}">
                      <a16:creationId xmlns:a16="http://schemas.microsoft.com/office/drawing/2014/main" id="{ABC03EEA-26BD-4845-8ACC-3FB7B6DA9132}"/>
                    </a:ext>
                  </a:extLst>
                </p:cNvPr>
                <p:cNvSpPr txBox="1"/>
                <p:nvPr/>
              </p:nvSpPr>
              <p:spPr>
                <a:xfrm>
                  <a:off x="4909220" y="5107042"/>
                  <a:ext cx="1067217" cy="369332"/>
                </a:xfrm>
                <a:prstGeom prst="rect">
                  <a:avLst/>
                </a:prstGeom>
                <a:noFill/>
              </p:spPr>
              <p:txBody>
                <a:bodyPr wrap="square">
                  <a:spAutoFit/>
                </a:bodyPr>
                <a:lstStyle/>
                <a:p>
                  <a:pPr/>
                  <a14:m>
                    <m:oMathPara xmlns:m="http://schemas.openxmlformats.org/officeDocument/2006/math">
                      <m:oMathParaPr>
                        <m:jc m:val="centerGroup"/>
                      </m:oMathParaPr>
                      <m:oMath xmlns:m="http://schemas.openxmlformats.org/officeDocument/2006/math">
                        <m:sSub>
                          <m:sSubPr>
                            <m:ctrlPr>
                              <a:rPr lang="en-US" altLang="zh-CN" b="1" i="1" smtClean="0">
                                <a:solidFill>
                                  <a:schemeClr val="accent3"/>
                                </a:solidFill>
                                <a:latin typeface="Cambria Math" panose="02040503050406030204" pitchFamily="18" charset="0"/>
                              </a:rPr>
                            </m:ctrlPr>
                          </m:sSubPr>
                          <m:e>
                            <m:r>
                              <a:rPr lang="en-US" altLang="zh-CN" b="1" i="1" smtClean="0">
                                <a:solidFill>
                                  <a:schemeClr val="accent3"/>
                                </a:solidFill>
                                <a:latin typeface="Cambria Math" panose="02040503050406030204" pitchFamily="18" charset="0"/>
                              </a:rPr>
                              <m:t>𝑾</m:t>
                            </m:r>
                          </m:e>
                          <m:sub>
                            <m:r>
                              <a:rPr lang="en-US" altLang="zh-CN" b="1" i="1" smtClean="0">
                                <a:solidFill>
                                  <a:schemeClr val="accent3"/>
                                </a:solidFill>
                                <a:latin typeface="Cambria Math" panose="02040503050406030204" pitchFamily="18" charset="0"/>
                              </a:rPr>
                              <m:t>𝑻</m:t>
                            </m:r>
                          </m:sub>
                        </m:sSub>
                        <m:r>
                          <a:rPr lang="en-US" altLang="zh-CN" b="1" i="1" smtClean="0">
                            <a:solidFill>
                              <a:schemeClr val="accent3"/>
                            </a:solidFill>
                            <a:latin typeface="Cambria Math" panose="02040503050406030204" pitchFamily="18" charset="0"/>
                          </a:rPr>
                          <m:t>=</m:t>
                        </m:r>
                        <m:r>
                          <a:rPr lang="en-US" altLang="zh-CN" b="1" i="1" smtClean="0">
                            <a:solidFill>
                              <a:schemeClr val="accent3"/>
                            </a:solidFill>
                            <a:latin typeface="Cambria Math" panose="02040503050406030204" pitchFamily="18" charset="0"/>
                          </a:rPr>
                          <m:t>𝟖</m:t>
                        </m:r>
                      </m:oMath>
                    </m:oMathPara>
                  </a14:m>
                  <a:endParaRPr lang="zh-CN" altLang="en-US" dirty="0">
                    <a:solidFill>
                      <a:schemeClr val="accent3"/>
                    </a:solidFill>
                  </a:endParaRPr>
                </a:p>
              </p:txBody>
            </p:sp>
          </mc:Choice>
          <mc:Fallback xmlns="">
            <p:sp>
              <p:nvSpPr>
                <p:cNvPr id="23" name="文本框 22">
                  <a:extLst>
                    <a:ext uri="{FF2B5EF4-FFF2-40B4-BE49-F238E27FC236}">
                      <a16:creationId xmlns:a16="http://schemas.microsoft.com/office/drawing/2014/main" id="{ABC03EEA-26BD-4845-8ACC-3FB7B6DA9132}"/>
                    </a:ext>
                  </a:extLst>
                </p:cNvPr>
                <p:cNvSpPr txBox="1">
                  <a:spLocks noRot="1" noChangeAspect="1" noMove="1" noResize="1" noEditPoints="1" noAdjustHandles="1" noChangeArrowheads="1" noChangeShapeType="1" noTextEdit="1"/>
                </p:cNvSpPr>
                <p:nvPr/>
              </p:nvSpPr>
              <p:spPr>
                <a:xfrm>
                  <a:off x="4909220" y="5107042"/>
                  <a:ext cx="1067217" cy="369332"/>
                </a:xfrm>
                <a:prstGeom prst="rect">
                  <a:avLst/>
                </a:prstGeom>
                <a:blipFill>
                  <a:blip r:embed="rId4"/>
                  <a:stretch>
                    <a:fillRect b="-3333"/>
                  </a:stretch>
                </a:blipFill>
              </p:spPr>
              <p:txBody>
                <a:bodyPr/>
                <a:lstStyle/>
                <a:p>
                  <a:r>
                    <a:rPr lang="zh-CN" altLang="en-US">
                      <a:noFill/>
                    </a:rPr>
                    <a:t> </a:t>
                  </a:r>
                </a:p>
              </p:txBody>
            </p:sp>
          </mc:Fallback>
        </mc:AlternateContent>
      </p:grpSp>
      <p:grpSp>
        <p:nvGrpSpPr>
          <p:cNvPr id="4" name="组合 3">
            <a:extLst>
              <a:ext uri="{FF2B5EF4-FFF2-40B4-BE49-F238E27FC236}">
                <a16:creationId xmlns:a16="http://schemas.microsoft.com/office/drawing/2014/main" id="{9A1EA9F2-FCB6-48C3-935F-7AE7E3AD14AC}"/>
              </a:ext>
            </a:extLst>
          </p:cNvPr>
          <p:cNvGrpSpPr/>
          <p:nvPr/>
        </p:nvGrpSpPr>
        <p:grpSpPr>
          <a:xfrm>
            <a:off x="304800" y="749300"/>
            <a:ext cx="6192344" cy="400110"/>
            <a:chOff x="424117" y="898245"/>
            <a:chExt cx="6192344" cy="400110"/>
          </a:xfrm>
        </p:grpSpPr>
        <p:sp>
          <p:nvSpPr>
            <p:cNvPr id="2" name="平行四边形 1">
              <a:extLst>
                <a:ext uri="{FF2B5EF4-FFF2-40B4-BE49-F238E27FC236}">
                  <a16:creationId xmlns:a16="http://schemas.microsoft.com/office/drawing/2014/main" id="{1F5BAA3F-9845-4F89-A2DD-8222D3E4EDAC}"/>
                </a:ext>
              </a:extLst>
            </p:cNvPr>
            <p:cNvSpPr/>
            <p:nvPr/>
          </p:nvSpPr>
          <p:spPr>
            <a:xfrm>
              <a:off x="424117" y="898245"/>
              <a:ext cx="628306" cy="387090"/>
            </a:xfrm>
            <a:prstGeom prst="parallelogram">
              <a:avLst/>
            </a:prstGeom>
            <a:solidFill>
              <a:schemeClr val="accent3">
                <a:lumMod val="75000"/>
              </a:schemeClr>
            </a:solidFill>
            <a:ln>
              <a:solidFill>
                <a:schemeClr val="accent3">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CN" sz="2200" dirty="0">
                  <a:latin typeface="Impact" panose="020B0806030902050204" pitchFamily="34" charset="0"/>
                </a:rPr>
                <a:t>01</a:t>
              </a:r>
              <a:endParaRPr lang="zh-CN" altLang="en-US" sz="2200" dirty="0">
                <a:latin typeface="Impact" panose="020B0806030902050204" pitchFamily="34" charset="0"/>
              </a:endParaRPr>
            </a:p>
          </p:txBody>
        </p:sp>
        <p:sp>
          <p:nvSpPr>
            <p:cNvPr id="3" name="文本框 2">
              <a:extLst>
                <a:ext uri="{FF2B5EF4-FFF2-40B4-BE49-F238E27FC236}">
                  <a16:creationId xmlns:a16="http://schemas.microsoft.com/office/drawing/2014/main" id="{4D6BD736-A4D3-4F26-AFED-36E11F50F70B}"/>
                </a:ext>
              </a:extLst>
            </p:cNvPr>
            <p:cNvSpPr txBox="1"/>
            <p:nvPr/>
          </p:nvSpPr>
          <p:spPr>
            <a:xfrm>
              <a:off x="1052423" y="898245"/>
              <a:ext cx="5564038" cy="400110"/>
            </a:xfrm>
            <a:prstGeom prst="rect">
              <a:avLst/>
            </a:prstGeom>
            <a:noFill/>
          </p:spPr>
          <p:txBody>
            <a:bodyPr wrap="square" rtlCol="0">
              <a:spAutoFit/>
            </a:bodyPr>
            <a:lstStyle/>
            <a:p>
              <a:r>
                <a:rPr lang="zh-CN" altLang="en-US" sz="2000" b="1" dirty="0"/>
                <a:t>回退</a:t>
              </a:r>
              <a:r>
                <a:rPr lang="en-US" altLang="zh-CN" sz="2000" b="1" dirty="0"/>
                <a:t>N</a:t>
              </a:r>
              <a:r>
                <a:rPr lang="zh-CN" altLang="en-US" sz="2000" b="1" dirty="0"/>
                <a:t>帧协议</a:t>
              </a:r>
            </a:p>
          </p:txBody>
        </p:sp>
      </p:grpSp>
      <p:grpSp>
        <p:nvGrpSpPr>
          <p:cNvPr id="20" name="组合 19">
            <a:extLst>
              <a:ext uri="{FF2B5EF4-FFF2-40B4-BE49-F238E27FC236}">
                <a16:creationId xmlns:a16="http://schemas.microsoft.com/office/drawing/2014/main" id="{87756F0E-46C2-4571-B23D-C8472E9FD1FB}"/>
              </a:ext>
            </a:extLst>
          </p:cNvPr>
          <p:cNvGrpSpPr/>
          <p:nvPr/>
        </p:nvGrpSpPr>
        <p:grpSpPr>
          <a:xfrm>
            <a:off x="475097" y="1263518"/>
            <a:ext cx="1355161" cy="5114896"/>
            <a:chOff x="475097" y="1263518"/>
            <a:chExt cx="1355161" cy="5114896"/>
          </a:xfrm>
        </p:grpSpPr>
        <p:cxnSp>
          <p:nvCxnSpPr>
            <p:cNvPr id="17" name="直接连接符 16">
              <a:extLst>
                <a:ext uri="{FF2B5EF4-FFF2-40B4-BE49-F238E27FC236}">
                  <a16:creationId xmlns:a16="http://schemas.microsoft.com/office/drawing/2014/main" id="{5A41A17A-7B81-47D8-BDBB-76B8F1AA71D6}"/>
                </a:ext>
              </a:extLst>
            </p:cNvPr>
            <p:cNvCxnSpPr>
              <a:cxnSpLocks/>
            </p:cNvCxnSpPr>
            <p:nvPr/>
          </p:nvCxnSpPr>
          <p:spPr>
            <a:xfrm flipV="1">
              <a:off x="1208367" y="2012996"/>
              <a:ext cx="0" cy="3813858"/>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nvGrpSpPr>
            <p:cNvPr id="9" name="组合 8">
              <a:extLst>
                <a:ext uri="{FF2B5EF4-FFF2-40B4-BE49-F238E27FC236}">
                  <a16:creationId xmlns:a16="http://schemas.microsoft.com/office/drawing/2014/main" id="{A2B5FA1F-35FA-42E7-8D74-E7431B6AAA3C}"/>
                </a:ext>
              </a:extLst>
            </p:cNvPr>
            <p:cNvGrpSpPr/>
            <p:nvPr/>
          </p:nvGrpSpPr>
          <p:grpSpPr>
            <a:xfrm>
              <a:off x="700096" y="5368000"/>
              <a:ext cx="905164" cy="1010414"/>
              <a:chOff x="700096" y="5368000"/>
              <a:chExt cx="905164" cy="1010414"/>
            </a:xfrm>
          </p:grpSpPr>
          <p:pic>
            <p:nvPicPr>
              <p:cNvPr id="214" name="图形 213">
                <a:extLst>
                  <a:ext uri="{FF2B5EF4-FFF2-40B4-BE49-F238E27FC236}">
                    <a16:creationId xmlns:a16="http://schemas.microsoft.com/office/drawing/2014/main" id="{D949CB40-4FF6-4E8C-991B-66D24C6ADF05}"/>
                  </a:ext>
                </a:extLst>
              </p:cNvPr>
              <p:cNvPicPr>
                <a:picLocks noChangeAspect="1"/>
              </p:cNvPicPr>
              <p:nvPr/>
            </p:nvPicPr>
            <p:blipFill>
              <a:blip r:embed="rId5">
                <a:extLst>
                  <a:ext uri="{28A0092B-C50C-407E-A947-70E740481C1C}">
                    <a14:useLocalDpi xmlns:a14="http://schemas.microsoft.com/office/drawing/2010/main" val="0"/>
                  </a:ext>
                  <a:ext uri="{96DAC541-7B7A-43D3-8B79-37D633B846F1}">
                    <asvg:svgBlip xmlns:asvg="http://schemas.microsoft.com/office/drawing/2016/SVG/main" r:embed="rId6"/>
                  </a:ext>
                </a:extLst>
              </a:blip>
              <a:stretch>
                <a:fillRect/>
              </a:stretch>
            </p:blipFill>
            <p:spPr>
              <a:xfrm>
                <a:off x="821271" y="5368000"/>
                <a:ext cx="662814" cy="641082"/>
              </a:xfrm>
              <a:prstGeom prst="rect">
                <a:avLst/>
              </a:prstGeom>
            </p:spPr>
          </p:pic>
          <p:sp>
            <p:nvSpPr>
              <p:cNvPr id="218" name="文本框 217">
                <a:extLst>
                  <a:ext uri="{FF2B5EF4-FFF2-40B4-BE49-F238E27FC236}">
                    <a16:creationId xmlns:a16="http://schemas.microsoft.com/office/drawing/2014/main" id="{584D12FE-712D-432B-A48B-3084189F6B6C}"/>
                  </a:ext>
                </a:extLst>
              </p:cNvPr>
              <p:cNvSpPr txBox="1"/>
              <p:nvPr/>
            </p:nvSpPr>
            <p:spPr>
              <a:xfrm>
                <a:off x="700096" y="6009082"/>
                <a:ext cx="905164" cy="369332"/>
              </a:xfrm>
              <a:prstGeom prst="rect">
                <a:avLst/>
              </a:prstGeom>
              <a:noFill/>
            </p:spPr>
            <p:txBody>
              <a:bodyPr wrap="square" rtlCol="0">
                <a:spAutoFit/>
              </a:bodyPr>
              <a:lstStyle/>
              <a:p>
                <a:r>
                  <a:rPr lang="zh-CN" altLang="en-US" b="1" dirty="0">
                    <a:latin typeface="+mn-ea"/>
                  </a:rPr>
                  <a:t>发送方</a:t>
                </a:r>
              </a:p>
            </p:txBody>
          </p:sp>
        </p:grpSp>
        <p:grpSp>
          <p:nvGrpSpPr>
            <p:cNvPr id="8" name="组合 7">
              <a:extLst>
                <a:ext uri="{FF2B5EF4-FFF2-40B4-BE49-F238E27FC236}">
                  <a16:creationId xmlns:a16="http://schemas.microsoft.com/office/drawing/2014/main" id="{0ACAF080-95D4-4F76-A817-06EA84E449C9}"/>
                </a:ext>
              </a:extLst>
            </p:cNvPr>
            <p:cNvGrpSpPr/>
            <p:nvPr/>
          </p:nvGrpSpPr>
          <p:grpSpPr>
            <a:xfrm>
              <a:off x="878301" y="1263518"/>
              <a:ext cx="905164" cy="1027908"/>
              <a:chOff x="878301" y="1390382"/>
              <a:chExt cx="905164" cy="1027908"/>
            </a:xfrm>
          </p:grpSpPr>
          <p:pic>
            <p:nvPicPr>
              <p:cNvPr id="210" name="图形 209">
                <a:extLst>
                  <a:ext uri="{FF2B5EF4-FFF2-40B4-BE49-F238E27FC236}">
                    <a16:creationId xmlns:a16="http://schemas.microsoft.com/office/drawing/2014/main" id="{61E01467-74F7-469C-BAD5-DFFB1234E440}"/>
                  </a:ext>
                </a:extLst>
              </p:cNvPr>
              <p:cNvPicPr>
                <a:picLocks noChangeAspect="1"/>
              </p:cNvPicPr>
              <p:nvPr/>
            </p:nvPicPr>
            <p:blipFill>
              <a:blip r:embed="rId7">
                <a:extLst>
                  <a:ext uri="{28A0092B-C50C-407E-A947-70E740481C1C}">
                    <a14:useLocalDpi xmlns:a14="http://schemas.microsoft.com/office/drawing/2010/main" val="0"/>
                  </a:ext>
                  <a:ext uri="{96DAC541-7B7A-43D3-8B79-37D633B846F1}">
                    <asvg:svgBlip xmlns:asvg="http://schemas.microsoft.com/office/drawing/2016/SVG/main" r:embed="rId8"/>
                  </a:ext>
                </a:extLst>
              </a:blip>
              <a:stretch>
                <a:fillRect/>
              </a:stretch>
            </p:blipFill>
            <p:spPr>
              <a:xfrm>
                <a:off x="984826" y="1759714"/>
                <a:ext cx="501772" cy="658576"/>
              </a:xfrm>
              <a:prstGeom prst="rect">
                <a:avLst/>
              </a:prstGeom>
            </p:spPr>
          </p:pic>
          <p:sp>
            <p:nvSpPr>
              <p:cNvPr id="219" name="文本框 218">
                <a:extLst>
                  <a:ext uri="{FF2B5EF4-FFF2-40B4-BE49-F238E27FC236}">
                    <a16:creationId xmlns:a16="http://schemas.microsoft.com/office/drawing/2014/main" id="{B105E330-42F6-4FA8-914C-123FFA0756D5}"/>
                  </a:ext>
                </a:extLst>
              </p:cNvPr>
              <p:cNvSpPr txBox="1"/>
              <p:nvPr/>
            </p:nvSpPr>
            <p:spPr>
              <a:xfrm>
                <a:off x="878301" y="1390382"/>
                <a:ext cx="905164" cy="369332"/>
              </a:xfrm>
              <a:prstGeom prst="rect">
                <a:avLst/>
              </a:prstGeom>
              <a:noFill/>
            </p:spPr>
            <p:txBody>
              <a:bodyPr wrap="square" rtlCol="0">
                <a:spAutoFit/>
              </a:bodyPr>
              <a:lstStyle/>
              <a:p>
                <a:r>
                  <a:rPr lang="zh-CN" altLang="en-US" b="1" dirty="0">
                    <a:latin typeface="+mn-ea"/>
                  </a:rPr>
                  <a:t>接收方</a:t>
                </a:r>
              </a:p>
            </p:txBody>
          </p:sp>
        </p:grpSp>
        <p:sp>
          <p:nvSpPr>
            <p:cNvPr id="57" name="云形 56">
              <a:extLst>
                <a:ext uri="{FF2B5EF4-FFF2-40B4-BE49-F238E27FC236}">
                  <a16:creationId xmlns:a16="http://schemas.microsoft.com/office/drawing/2014/main" id="{8D58A5DA-48AF-4D62-A0E1-92B6F8CBE1F4}"/>
                </a:ext>
              </a:extLst>
            </p:cNvPr>
            <p:cNvSpPr/>
            <p:nvPr/>
          </p:nvSpPr>
          <p:spPr>
            <a:xfrm>
              <a:off x="475097" y="3429014"/>
              <a:ext cx="1355161" cy="801398"/>
            </a:xfrm>
            <a:prstGeom prst="cloud">
              <a:avLst/>
            </a:prstGeom>
            <a:solidFill>
              <a:schemeClr val="bg1">
                <a:lumMod val="85000"/>
              </a:schemeClr>
            </a:solidFill>
            <a:ln>
              <a:solidFill>
                <a:schemeClr val="bg1">
                  <a:lumMod val="85000"/>
                </a:schemeClr>
              </a:solidFill>
            </a:ln>
          </p:spPr>
          <p:style>
            <a:lnRef idx="2">
              <a:schemeClr val="accent3">
                <a:shade val="50000"/>
              </a:schemeClr>
            </a:lnRef>
            <a:fillRef idx="1">
              <a:schemeClr val="accent3"/>
            </a:fillRef>
            <a:effectRef idx="0">
              <a:schemeClr val="accent3"/>
            </a:effectRef>
            <a:fontRef idx="minor">
              <a:schemeClr val="lt1"/>
            </a:fontRef>
          </p:style>
          <p:txBody>
            <a:bodyPr rtlCol="0" anchor="ctr"/>
            <a:lstStyle/>
            <a:p>
              <a:pPr algn="ctr"/>
              <a:r>
                <a:rPr lang="zh-CN" altLang="en-US" b="1" dirty="0">
                  <a:solidFill>
                    <a:schemeClr val="tx1"/>
                  </a:solidFill>
                  <a:latin typeface="+mn-ea"/>
                </a:rPr>
                <a:t>因特网</a:t>
              </a:r>
            </a:p>
          </p:txBody>
        </p:sp>
      </p:grpSp>
      <p:graphicFrame>
        <p:nvGraphicFramePr>
          <p:cNvPr id="21" name="表格 21">
            <a:extLst>
              <a:ext uri="{FF2B5EF4-FFF2-40B4-BE49-F238E27FC236}">
                <a16:creationId xmlns:a16="http://schemas.microsoft.com/office/drawing/2014/main" id="{CE497585-4F97-4F44-9ABE-D7BBA16B40E0}"/>
              </a:ext>
            </a:extLst>
          </p:cNvPr>
          <p:cNvGraphicFramePr>
            <a:graphicFrameLocks noGrp="1"/>
          </p:cNvGraphicFramePr>
          <p:nvPr/>
        </p:nvGraphicFramePr>
        <p:xfrm>
          <a:off x="2302929" y="5557308"/>
          <a:ext cx="9067800" cy="370840"/>
        </p:xfrm>
        <a:graphic>
          <a:graphicData uri="http://schemas.openxmlformats.org/drawingml/2006/table">
            <a:tbl>
              <a:tblPr firstRow="1" bandRow="1">
                <a:tableStyleId>{5C22544A-7EE6-4342-B048-85BDC9FD1C3A}</a:tableStyleId>
              </a:tblPr>
              <a:tblGrid>
                <a:gridCol w="755650">
                  <a:extLst>
                    <a:ext uri="{9D8B030D-6E8A-4147-A177-3AD203B41FA5}">
                      <a16:colId xmlns:a16="http://schemas.microsoft.com/office/drawing/2014/main" val="877486509"/>
                    </a:ext>
                  </a:extLst>
                </a:gridCol>
                <a:gridCol w="755650">
                  <a:extLst>
                    <a:ext uri="{9D8B030D-6E8A-4147-A177-3AD203B41FA5}">
                      <a16:colId xmlns:a16="http://schemas.microsoft.com/office/drawing/2014/main" val="3548605817"/>
                    </a:ext>
                  </a:extLst>
                </a:gridCol>
                <a:gridCol w="755650">
                  <a:extLst>
                    <a:ext uri="{9D8B030D-6E8A-4147-A177-3AD203B41FA5}">
                      <a16:colId xmlns:a16="http://schemas.microsoft.com/office/drawing/2014/main" val="2881812895"/>
                    </a:ext>
                  </a:extLst>
                </a:gridCol>
                <a:gridCol w="755650">
                  <a:extLst>
                    <a:ext uri="{9D8B030D-6E8A-4147-A177-3AD203B41FA5}">
                      <a16:colId xmlns:a16="http://schemas.microsoft.com/office/drawing/2014/main" val="3682284582"/>
                    </a:ext>
                  </a:extLst>
                </a:gridCol>
                <a:gridCol w="755650">
                  <a:extLst>
                    <a:ext uri="{9D8B030D-6E8A-4147-A177-3AD203B41FA5}">
                      <a16:colId xmlns:a16="http://schemas.microsoft.com/office/drawing/2014/main" val="500127722"/>
                    </a:ext>
                  </a:extLst>
                </a:gridCol>
                <a:gridCol w="755650">
                  <a:extLst>
                    <a:ext uri="{9D8B030D-6E8A-4147-A177-3AD203B41FA5}">
                      <a16:colId xmlns:a16="http://schemas.microsoft.com/office/drawing/2014/main" val="2946259618"/>
                    </a:ext>
                  </a:extLst>
                </a:gridCol>
                <a:gridCol w="755650">
                  <a:extLst>
                    <a:ext uri="{9D8B030D-6E8A-4147-A177-3AD203B41FA5}">
                      <a16:colId xmlns:a16="http://schemas.microsoft.com/office/drawing/2014/main" val="171501986"/>
                    </a:ext>
                  </a:extLst>
                </a:gridCol>
                <a:gridCol w="755650">
                  <a:extLst>
                    <a:ext uri="{9D8B030D-6E8A-4147-A177-3AD203B41FA5}">
                      <a16:colId xmlns:a16="http://schemas.microsoft.com/office/drawing/2014/main" val="1667185265"/>
                    </a:ext>
                  </a:extLst>
                </a:gridCol>
                <a:gridCol w="755650">
                  <a:extLst>
                    <a:ext uri="{9D8B030D-6E8A-4147-A177-3AD203B41FA5}">
                      <a16:colId xmlns:a16="http://schemas.microsoft.com/office/drawing/2014/main" val="4258211808"/>
                    </a:ext>
                  </a:extLst>
                </a:gridCol>
                <a:gridCol w="755650">
                  <a:extLst>
                    <a:ext uri="{9D8B030D-6E8A-4147-A177-3AD203B41FA5}">
                      <a16:colId xmlns:a16="http://schemas.microsoft.com/office/drawing/2014/main" val="1794200575"/>
                    </a:ext>
                  </a:extLst>
                </a:gridCol>
                <a:gridCol w="755650">
                  <a:extLst>
                    <a:ext uri="{9D8B030D-6E8A-4147-A177-3AD203B41FA5}">
                      <a16:colId xmlns:a16="http://schemas.microsoft.com/office/drawing/2014/main" val="4230716487"/>
                    </a:ext>
                  </a:extLst>
                </a:gridCol>
                <a:gridCol w="755650">
                  <a:extLst>
                    <a:ext uri="{9D8B030D-6E8A-4147-A177-3AD203B41FA5}">
                      <a16:colId xmlns:a16="http://schemas.microsoft.com/office/drawing/2014/main" val="56153739"/>
                    </a:ext>
                  </a:extLst>
                </a:gridCol>
              </a:tblGrid>
              <a:tr h="370840">
                <a:tc>
                  <a:txBody>
                    <a:bodyPr/>
                    <a:lstStyle/>
                    <a:p>
                      <a:pPr algn="ctr"/>
                      <a:r>
                        <a:rPr lang="en-US" altLang="zh-CN" dirty="0">
                          <a:solidFill>
                            <a:schemeClr val="tx1"/>
                          </a:solidFill>
                          <a:latin typeface="Arial Black" panose="020B0A04020102020204" pitchFamily="34" charset="0"/>
                        </a:rPr>
                        <a:t>0</a:t>
                      </a:r>
                      <a:endParaRPr lang="zh-CN" altLang="en-US" dirty="0">
                        <a:solidFill>
                          <a:schemeClr val="tx1"/>
                        </a:solidFill>
                        <a:latin typeface="Arial Black" panose="020B0A04020102020204" pitchFamily="34" charset="0"/>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ctr"/>
                      <a:r>
                        <a:rPr lang="en-US" altLang="zh-CN" dirty="0">
                          <a:solidFill>
                            <a:schemeClr val="tx1"/>
                          </a:solidFill>
                          <a:latin typeface="Arial Black" panose="020B0A04020102020204" pitchFamily="34" charset="0"/>
                        </a:rPr>
                        <a:t>1</a:t>
                      </a:r>
                      <a:endParaRPr lang="zh-CN" altLang="en-US" dirty="0">
                        <a:solidFill>
                          <a:schemeClr val="tx1"/>
                        </a:solidFill>
                        <a:latin typeface="Arial Black" panose="020B0A04020102020204" pitchFamily="34" charset="0"/>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ctr"/>
                      <a:r>
                        <a:rPr lang="en-US" altLang="zh-CN" dirty="0">
                          <a:solidFill>
                            <a:schemeClr val="tx1"/>
                          </a:solidFill>
                          <a:latin typeface="Arial Black" panose="020B0A04020102020204" pitchFamily="34" charset="0"/>
                        </a:rPr>
                        <a:t>2</a:t>
                      </a:r>
                      <a:endParaRPr lang="zh-CN" altLang="en-US" dirty="0">
                        <a:solidFill>
                          <a:schemeClr val="tx1"/>
                        </a:solidFill>
                        <a:latin typeface="Arial Black" panose="020B0A04020102020204" pitchFamily="34" charset="0"/>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ctr"/>
                      <a:r>
                        <a:rPr lang="en-US" altLang="zh-CN" dirty="0">
                          <a:solidFill>
                            <a:schemeClr val="tx1"/>
                          </a:solidFill>
                          <a:latin typeface="Arial Black" panose="020B0A04020102020204" pitchFamily="34" charset="0"/>
                        </a:rPr>
                        <a:t>3</a:t>
                      </a:r>
                      <a:endParaRPr lang="zh-CN" altLang="en-US" dirty="0">
                        <a:solidFill>
                          <a:schemeClr val="tx1"/>
                        </a:solidFill>
                        <a:latin typeface="Arial Black" panose="020B0A04020102020204" pitchFamily="34" charset="0"/>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ctr"/>
                      <a:r>
                        <a:rPr lang="en-US" altLang="zh-CN" dirty="0">
                          <a:solidFill>
                            <a:schemeClr val="tx1"/>
                          </a:solidFill>
                          <a:latin typeface="Arial Black" panose="020B0A04020102020204" pitchFamily="34" charset="0"/>
                        </a:rPr>
                        <a:t>4</a:t>
                      </a:r>
                      <a:endParaRPr lang="zh-CN" altLang="en-US" dirty="0">
                        <a:solidFill>
                          <a:schemeClr val="tx1"/>
                        </a:solidFill>
                        <a:latin typeface="Arial Black" panose="020B0A04020102020204" pitchFamily="34" charset="0"/>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ctr"/>
                      <a:r>
                        <a:rPr lang="en-US" altLang="zh-CN" dirty="0">
                          <a:solidFill>
                            <a:schemeClr val="tx1"/>
                          </a:solidFill>
                          <a:latin typeface="Arial Black" panose="020B0A04020102020204" pitchFamily="34" charset="0"/>
                        </a:rPr>
                        <a:t>5</a:t>
                      </a:r>
                      <a:endParaRPr lang="zh-CN" altLang="en-US" dirty="0">
                        <a:solidFill>
                          <a:schemeClr val="tx1"/>
                        </a:solidFill>
                        <a:latin typeface="Arial Black" panose="020B0A04020102020204" pitchFamily="34" charset="0"/>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ctr"/>
                      <a:r>
                        <a:rPr lang="en-US" altLang="zh-CN" dirty="0">
                          <a:solidFill>
                            <a:schemeClr val="tx1"/>
                          </a:solidFill>
                          <a:latin typeface="Arial Black" panose="020B0A04020102020204" pitchFamily="34" charset="0"/>
                        </a:rPr>
                        <a:t>6</a:t>
                      </a:r>
                      <a:endParaRPr lang="zh-CN" altLang="en-US" dirty="0">
                        <a:solidFill>
                          <a:schemeClr val="tx1"/>
                        </a:solidFill>
                        <a:latin typeface="Arial Black" panose="020B0A04020102020204" pitchFamily="34" charset="0"/>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ctr"/>
                      <a:r>
                        <a:rPr lang="en-US" altLang="zh-CN" dirty="0">
                          <a:solidFill>
                            <a:schemeClr val="tx1"/>
                          </a:solidFill>
                          <a:latin typeface="Arial Black" panose="020B0A04020102020204" pitchFamily="34" charset="0"/>
                        </a:rPr>
                        <a:t>7</a:t>
                      </a:r>
                      <a:endParaRPr lang="zh-CN" altLang="en-US" dirty="0">
                        <a:solidFill>
                          <a:schemeClr val="tx1"/>
                        </a:solidFill>
                        <a:latin typeface="Arial Black" panose="020B0A04020102020204" pitchFamily="34" charset="0"/>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ctr"/>
                      <a:r>
                        <a:rPr lang="en-US" altLang="zh-CN" dirty="0">
                          <a:solidFill>
                            <a:schemeClr val="tx1"/>
                          </a:solidFill>
                          <a:latin typeface="Arial Black" panose="020B0A04020102020204" pitchFamily="34" charset="0"/>
                        </a:rPr>
                        <a:t>0</a:t>
                      </a:r>
                      <a:endParaRPr lang="zh-CN" altLang="en-US" dirty="0">
                        <a:solidFill>
                          <a:schemeClr val="tx1"/>
                        </a:solidFill>
                        <a:latin typeface="Arial Black" panose="020B0A04020102020204" pitchFamily="34" charset="0"/>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ctr"/>
                      <a:r>
                        <a:rPr lang="en-US" altLang="zh-CN" dirty="0">
                          <a:solidFill>
                            <a:schemeClr val="tx1"/>
                          </a:solidFill>
                          <a:latin typeface="Arial Black" panose="020B0A04020102020204" pitchFamily="34" charset="0"/>
                        </a:rPr>
                        <a:t>1</a:t>
                      </a:r>
                      <a:endParaRPr lang="zh-CN" altLang="en-US" dirty="0">
                        <a:solidFill>
                          <a:schemeClr val="tx1"/>
                        </a:solidFill>
                        <a:latin typeface="Arial Black" panose="020B0A04020102020204" pitchFamily="34" charset="0"/>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ctr"/>
                      <a:r>
                        <a:rPr lang="en-US" altLang="zh-CN" dirty="0">
                          <a:solidFill>
                            <a:schemeClr val="tx1"/>
                          </a:solidFill>
                          <a:latin typeface="Arial Black" panose="020B0A04020102020204" pitchFamily="34" charset="0"/>
                        </a:rPr>
                        <a:t>2</a:t>
                      </a:r>
                      <a:endParaRPr lang="zh-CN" altLang="en-US" dirty="0">
                        <a:solidFill>
                          <a:schemeClr val="tx1"/>
                        </a:solidFill>
                        <a:latin typeface="Arial Black" panose="020B0A04020102020204" pitchFamily="34" charset="0"/>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ctr"/>
                      <a:r>
                        <a:rPr lang="en-US" altLang="zh-CN" dirty="0">
                          <a:solidFill>
                            <a:schemeClr val="tx1"/>
                          </a:solidFill>
                          <a:latin typeface="Arial Black" panose="020B0A04020102020204" pitchFamily="34" charset="0"/>
                        </a:rPr>
                        <a:t>…</a:t>
                      </a:r>
                      <a:endParaRPr lang="zh-CN" altLang="en-US" dirty="0">
                        <a:solidFill>
                          <a:schemeClr val="tx1"/>
                        </a:solidFill>
                        <a:latin typeface="Arial Black" panose="020B0A04020102020204" pitchFamily="34" charset="0"/>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extLst>
                  <a:ext uri="{0D108BD9-81ED-4DB2-BD59-A6C34878D82A}">
                    <a16:rowId xmlns:a16="http://schemas.microsoft.com/office/drawing/2014/main" val="316235763"/>
                  </a:ext>
                </a:extLst>
              </a:tr>
            </a:tbl>
          </a:graphicData>
        </a:graphic>
      </p:graphicFrame>
      <p:graphicFrame>
        <p:nvGraphicFramePr>
          <p:cNvPr id="68" name="表格 21">
            <a:extLst>
              <a:ext uri="{FF2B5EF4-FFF2-40B4-BE49-F238E27FC236}">
                <a16:creationId xmlns:a16="http://schemas.microsoft.com/office/drawing/2014/main" id="{D9B4273D-C94E-42E6-A39B-908C6FA1D8AF}"/>
              </a:ext>
            </a:extLst>
          </p:cNvPr>
          <p:cNvGraphicFramePr>
            <a:graphicFrameLocks noGrp="1"/>
          </p:cNvGraphicFramePr>
          <p:nvPr/>
        </p:nvGraphicFramePr>
        <p:xfrm>
          <a:off x="2302929" y="1827576"/>
          <a:ext cx="9067800" cy="370840"/>
        </p:xfrm>
        <a:graphic>
          <a:graphicData uri="http://schemas.openxmlformats.org/drawingml/2006/table">
            <a:tbl>
              <a:tblPr firstRow="1" bandRow="1">
                <a:tableStyleId>{5C22544A-7EE6-4342-B048-85BDC9FD1C3A}</a:tableStyleId>
              </a:tblPr>
              <a:tblGrid>
                <a:gridCol w="755650">
                  <a:extLst>
                    <a:ext uri="{9D8B030D-6E8A-4147-A177-3AD203B41FA5}">
                      <a16:colId xmlns:a16="http://schemas.microsoft.com/office/drawing/2014/main" val="877486509"/>
                    </a:ext>
                  </a:extLst>
                </a:gridCol>
                <a:gridCol w="755650">
                  <a:extLst>
                    <a:ext uri="{9D8B030D-6E8A-4147-A177-3AD203B41FA5}">
                      <a16:colId xmlns:a16="http://schemas.microsoft.com/office/drawing/2014/main" val="3548605817"/>
                    </a:ext>
                  </a:extLst>
                </a:gridCol>
                <a:gridCol w="755650">
                  <a:extLst>
                    <a:ext uri="{9D8B030D-6E8A-4147-A177-3AD203B41FA5}">
                      <a16:colId xmlns:a16="http://schemas.microsoft.com/office/drawing/2014/main" val="2881812895"/>
                    </a:ext>
                  </a:extLst>
                </a:gridCol>
                <a:gridCol w="755650">
                  <a:extLst>
                    <a:ext uri="{9D8B030D-6E8A-4147-A177-3AD203B41FA5}">
                      <a16:colId xmlns:a16="http://schemas.microsoft.com/office/drawing/2014/main" val="3682284582"/>
                    </a:ext>
                  </a:extLst>
                </a:gridCol>
                <a:gridCol w="755650">
                  <a:extLst>
                    <a:ext uri="{9D8B030D-6E8A-4147-A177-3AD203B41FA5}">
                      <a16:colId xmlns:a16="http://schemas.microsoft.com/office/drawing/2014/main" val="500127722"/>
                    </a:ext>
                  </a:extLst>
                </a:gridCol>
                <a:gridCol w="755650">
                  <a:extLst>
                    <a:ext uri="{9D8B030D-6E8A-4147-A177-3AD203B41FA5}">
                      <a16:colId xmlns:a16="http://schemas.microsoft.com/office/drawing/2014/main" val="2946259618"/>
                    </a:ext>
                  </a:extLst>
                </a:gridCol>
                <a:gridCol w="755650">
                  <a:extLst>
                    <a:ext uri="{9D8B030D-6E8A-4147-A177-3AD203B41FA5}">
                      <a16:colId xmlns:a16="http://schemas.microsoft.com/office/drawing/2014/main" val="171501986"/>
                    </a:ext>
                  </a:extLst>
                </a:gridCol>
                <a:gridCol w="755650">
                  <a:extLst>
                    <a:ext uri="{9D8B030D-6E8A-4147-A177-3AD203B41FA5}">
                      <a16:colId xmlns:a16="http://schemas.microsoft.com/office/drawing/2014/main" val="1667185265"/>
                    </a:ext>
                  </a:extLst>
                </a:gridCol>
                <a:gridCol w="755650">
                  <a:extLst>
                    <a:ext uri="{9D8B030D-6E8A-4147-A177-3AD203B41FA5}">
                      <a16:colId xmlns:a16="http://schemas.microsoft.com/office/drawing/2014/main" val="4258211808"/>
                    </a:ext>
                  </a:extLst>
                </a:gridCol>
                <a:gridCol w="755650">
                  <a:extLst>
                    <a:ext uri="{9D8B030D-6E8A-4147-A177-3AD203B41FA5}">
                      <a16:colId xmlns:a16="http://schemas.microsoft.com/office/drawing/2014/main" val="1794200575"/>
                    </a:ext>
                  </a:extLst>
                </a:gridCol>
                <a:gridCol w="755650">
                  <a:extLst>
                    <a:ext uri="{9D8B030D-6E8A-4147-A177-3AD203B41FA5}">
                      <a16:colId xmlns:a16="http://schemas.microsoft.com/office/drawing/2014/main" val="4230716487"/>
                    </a:ext>
                  </a:extLst>
                </a:gridCol>
                <a:gridCol w="755650">
                  <a:extLst>
                    <a:ext uri="{9D8B030D-6E8A-4147-A177-3AD203B41FA5}">
                      <a16:colId xmlns:a16="http://schemas.microsoft.com/office/drawing/2014/main" val="56153739"/>
                    </a:ext>
                  </a:extLst>
                </a:gridCol>
              </a:tblGrid>
              <a:tr h="370840">
                <a:tc>
                  <a:txBody>
                    <a:bodyPr/>
                    <a:lstStyle/>
                    <a:p>
                      <a:pPr algn="ctr"/>
                      <a:r>
                        <a:rPr lang="en-US" altLang="zh-CN" dirty="0">
                          <a:solidFill>
                            <a:schemeClr val="tx1"/>
                          </a:solidFill>
                          <a:latin typeface="Arial Black" panose="020B0A04020102020204" pitchFamily="34" charset="0"/>
                        </a:rPr>
                        <a:t>0</a:t>
                      </a:r>
                      <a:endParaRPr lang="zh-CN" altLang="en-US" dirty="0">
                        <a:solidFill>
                          <a:schemeClr val="tx1"/>
                        </a:solidFill>
                        <a:latin typeface="Arial Black" panose="020B0A04020102020204" pitchFamily="34" charset="0"/>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ctr"/>
                      <a:r>
                        <a:rPr lang="en-US" altLang="zh-CN" dirty="0">
                          <a:solidFill>
                            <a:schemeClr val="tx1"/>
                          </a:solidFill>
                          <a:latin typeface="Arial Black" panose="020B0A04020102020204" pitchFamily="34" charset="0"/>
                        </a:rPr>
                        <a:t>1</a:t>
                      </a:r>
                      <a:endParaRPr lang="zh-CN" altLang="en-US" dirty="0">
                        <a:solidFill>
                          <a:schemeClr val="tx1"/>
                        </a:solidFill>
                        <a:latin typeface="Arial Black" panose="020B0A04020102020204" pitchFamily="34" charset="0"/>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ctr"/>
                      <a:r>
                        <a:rPr lang="en-US" altLang="zh-CN" dirty="0">
                          <a:solidFill>
                            <a:schemeClr val="tx1"/>
                          </a:solidFill>
                          <a:latin typeface="Arial Black" panose="020B0A04020102020204" pitchFamily="34" charset="0"/>
                        </a:rPr>
                        <a:t>2</a:t>
                      </a:r>
                      <a:endParaRPr lang="zh-CN" altLang="en-US" dirty="0">
                        <a:solidFill>
                          <a:schemeClr val="tx1"/>
                        </a:solidFill>
                        <a:latin typeface="Arial Black" panose="020B0A04020102020204" pitchFamily="34" charset="0"/>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ctr"/>
                      <a:r>
                        <a:rPr lang="en-US" altLang="zh-CN" dirty="0">
                          <a:solidFill>
                            <a:schemeClr val="tx1"/>
                          </a:solidFill>
                          <a:latin typeface="Arial Black" panose="020B0A04020102020204" pitchFamily="34" charset="0"/>
                        </a:rPr>
                        <a:t>3</a:t>
                      </a:r>
                      <a:endParaRPr lang="zh-CN" altLang="en-US" dirty="0">
                        <a:solidFill>
                          <a:schemeClr val="tx1"/>
                        </a:solidFill>
                        <a:latin typeface="Arial Black" panose="020B0A04020102020204" pitchFamily="34" charset="0"/>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ctr"/>
                      <a:r>
                        <a:rPr lang="en-US" altLang="zh-CN" dirty="0">
                          <a:solidFill>
                            <a:schemeClr val="tx1"/>
                          </a:solidFill>
                          <a:latin typeface="Arial Black" panose="020B0A04020102020204" pitchFamily="34" charset="0"/>
                        </a:rPr>
                        <a:t>4</a:t>
                      </a:r>
                      <a:endParaRPr lang="zh-CN" altLang="en-US" dirty="0">
                        <a:solidFill>
                          <a:schemeClr val="tx1"/>
                        </a:solidFill>
                        <a:latin typeface="Arial Black" panose="020B0A04020102020204" pitchFamily="34" charset="0"/>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ctr"/>
                      <a:r>
                        <a:rPr lang="en-US" altLang="zh-CN" dirty="0">
                          <a:solidFill>
                            <a:schemeClr val="tx1"/>
                          </a:solidFill>
                          <a:latin typeface="Arial Black" panose="020B0A04020102020204" pitchFamily="34" charset="0"/>
                        </a:rPr>
                        <a:t>5</a:t>
                      </a:r>
                      <a:endParaRPr lang="zh-CN" altLang="en-US" dirty="0">
                        <a:solidFill>
                          <a:schemeClr val="tx1"/>
                        </a:solidFill>
                        <a:latin typeface="Arial Black" panose="020B0A04020102020204" pitchFamily="34" charset="0"/>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ctr"/>
                      <a:r>
                        <a:rPr lang="en-US" altLang="zh-CN" dirty="0">
                          <a:solidFill>
                            <a:schemeClr val="tx1"/>
                          </a:solidFill>
                          <a:latin typeface="Arial Black" panose="020B0A04020102020204" pitchFamily="34" charset="0"/>
                        </a:rPr>
                        <a:t>6</a:t>
                      </a:r>
                      <a:endParaRPr lang="zh-CN" altLang="en-US" dirty="0">
                        <a:solidFill>
                          <a:schemeClr val="tx1"/>
                        </a:solidFill>
                        <a:latin typeface="Arial Black" panose="020B0A04020102020204" pitchFamily="34" charset="0"/>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ctr"/>
                      <a:r>
                        <a:rPr lang="en-US" altLang="zh-CN" dirty="0">
                          <a:solidFill>
                            <a:schemeClr val="tx1"/>
                          </a:solidFill>
                          <a:latin typeface="Arial Black" panose="020B0A04020102020204" pitchFamily="34" charset="0"/>
                        </a:rPr>
                        <a:t>7</a:t>
                      </a:r>
                      <a:endParaRPr lang="zh-CN" altLang="en-US" dirty="0">
                        <a:solidFill>
                          <a:schemeClr val="tx1"/>
                        </a:solidFill>
                        <a:latin typeface="Arial Black" panose="020B0A04020102020204" pitchFamily="34" charset="0"/>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ctr"/>
                      <a:r>
                        <a:rPr lang="en-US" altLang="zh-CN" dirty="0">
                          <a:solidFill>
                            <a:schemeClr val="tx1"/>
                          </a:solidFill>
                          <a:latin typeface="Arial Black" panose="020B0A04020102020204" pitchFamily="34" charset="0"/>
                        </a:rPr>
                        <a:t>0</a:t>
                      </a:r>
                      <a:endParaRPr lang="zh-CN" altLang="en-US" dirty="0">
                        <a:solidFill>
                          <a:schemeClr val="tx1"/>
                        </a:solidFill>
                        <a:latin typeface="Arial Black" panose="020B0A04020102020204" pitchFamily="34" charset="0"/>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ctr"/>
                      <a:r>
                        <a:rPr lang="en-US" altLang="zh-CN" dirty="0">
                          <a:solidFill>
                            <a:schemeClr val="tx1"/>
                          </a:solidFill>
                          <a:latin typeface="Arial Black" panose="020B0A04020102020204" pitchFamily="34" charset="0"/>
                        </a:rPr>
                        <a:t>1</a:t>
                      </a:r>
                      <a:endParaRPr lang="zh-CN" altLang="en-US" dirty="0">
                        <a:solidFill>
                          <a:schemeClr val="tx1"/>
                        </a:solidFill>
                        <a:latin typeface="Arial Black" panose="020B0A04020102020204" pitchFamily="34" charset="0"/>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ctr"/>
                      <a:r>
                        <a:rPr lang="en-US" altLang="zh-CN" dirty="0">
                          <a:solidFill>
                            <a:schemeClr val="tx1"/>
                          </a:solidFill>
                          <a:latin typeface="Arial Black" panose="020B0A04020102020204" pitchFamily="34" charset="0"/>
                        </a:rPr>
                        <a:t>2</a:t>
                      </a:r>
                      <a:endParaRPr lang="zh-CN" altLang="en-US" dirty="0">
                        <a:solidFill>
                          <a:schemeClr val="tx1"/>
                        </a:solidFill>
                        <a:latin typeface="Arial Black" panose="020B0A04020102020204" pitchFamily="34" charset="0"/>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ctr"/>
                      <a:r>
                        <a:rPr lang="en-US" altLang="zh-CN" dirty="0">
                          <a:solidFill>
                            <a:schemeClr val="tx1"/>
                          </a:solidFill>
                          <a:latin typeface="Arial Black" panose="020B0A04020102020204" pitchFamily="34" charset="0"/>
                        </a:rPr>
                        <a:t>…</a:t>
                      </a:r>
                      <a:endParaRPr lang="zh-CN" altLang="en-US" dirty="0">
                        <a:solidFill>
                          <a:schemeClr val="tx1"/>
                        </a:solidFill>
                        <a:latin typeface="Arial Black" panose="020B0A04020102020204" pitchFamily="34" charset="0"/>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extLst>
                  <a:ext uri="{0D108BD9-81ED-4DB2-BD59-A6C34878D82A}">
                    <a16:rowId xmlns:a16="http://schemas.microsoft.com/office/drawing/2014/main" val="316235763"/>
                  </a:ext>
                </a:extLst>
              </a:tr>
            </a:tbl>
          </a:graphicData>
        </a:graphic>
      </p:graphicFrame>
      <p:sp>
        <p:nvSpPr>
          <p:cNvPr id="40" name="矩形 39">
            <a:extLst>
              <a:ext uri="{FF2B5EF4-FFF2-40B4-BE49-F238E27FC236}">
                <a16:creationId xmlns:a16="http://schemas.microsoft.com/office/drawing/2014/main" id="{490B862A-EE0E-44CB-AB79-5E73939A9E3A}"/>
              </a:ext>
            </a:extLst>
          </p:cNvPr>
          <p:cNvSpPr/>
          <p:nvPr/>
        </p:nvSpPr>
        <p:spPr>
          <a:xfrm>
            <a:off x="2823280" y="3098919"/>
            <a:ext cx="8160351" cy="1461086"/>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nSpc>
                <a:spcPct val="150000"/>
              </a:lnSpc>
            </a:pPr>
            <a:endParaRPr lang="zh-CN" altLang="en-US" b="1" dirty="0">
              <a:solidFill>
                <a:schemeClr val="bg1"/>
              </a:solidFill>
            </a:endParaRPr>
          </a:p>
        </p:txBody>
      </p:sp>
      <mc:AlternateContent xmlns:mc="http://schemas.openxmlformats.org/markup-compatibility/2006" xmlns:a14="http://schemas.microsoft.com/office/drawing/2010/main">
        <mc:Choice Requires="a14">
          <p:sp>
            <p:nvSpPr>
              <p:cNvPr id="41" name="文本框 40">
                <a:extLst>
                  <a:ext uri="{FF2B5EF4-FFF2-40B4-BE49-F238E27FC236}">
                    <a16:creationId xmlns:a16="http://schemas.microsoft.com/office/drawing/2014/main" id="{8A0BE979-24F8-4C81-A02C-EE26A9915EBA}"/>
                  </a:ext>
                </a:extLst>
              </p:cNvPr>
              <p:cNvSpPr txBox="1"/>
              <p:nvPr/>
            </p:nvSpPr>
            <p:spPr>
              <a:xfrm>
                <a:off x="2898126" y="3099976"/>
                <a:ext cx="7952252" cy="458139"/>
              </a:xfrm>
              <a:prstGeom prst="rect">
                <a:avLst/>
              </a:prstGeom>
              <a:noFill/>
            </p:spPr>
            <p:txBody>
              <a:bodyPr wrap="square">
                <a:spAutoFit/>
              </a:bodyPr>
              <a:lstStyle/>
              <a:p>
                <a:pPr>
                  <a:lnSpc>
                    <a:spcPct val="150000"/>
                  </a:lnSpc>
                </a:pPr>
                <a:r>
                  <a:rPr lang="zh-CN" altLang="en-US" b="1" dirty="0">
                    <a:solidFill>
                      <a:schemeClr val="bg1"/>
                    </a:solidFill>
                  </a:rPr>
                  <a:t>采用</a:t>
                </a:r>
                <a14:m>
                  <m:oMath xmlns:m="http://schemas.openxmlformats.org/officeDocument/2006/math">
                    <m:r>
                      <a:rPr lang="en-US" altLang="zh-CN" b="1" i="1" dirty="0" smtClean="0">
                        <a:solidFill>
                          <a:schemeClr val="bg1"/>
                        </a:solidFill>
                        <a:latin typeface="Cambria Math" panose="02040503050406030204" pitchFamily="18" charset="0"/>
                      </a:rPr>
                      <m:t>𝒏</m:t>
                    </m:r>
                  </m:oMath>
                </a14:m>
                <a:r>
                  <a:rPr lang="zh-CN" altLang="en-US" b="1" dirty="0">
                    <a:solidFill>
                      <a:schemeClr val="bg1"/>
                    </a:solidFill>
                  </a:rPr>
                  <a:t>个比特给分组编序号，则发送窗口</a:t>
                </a:r>
                <a14:m>
                  <m:oMath xmlns:m="http://schemas.openxmlformats.org/officeDocument/2006/math">
                    <m:sSub>
                      <m:sSubPr>
                        <m:ctrlPr>
                          <a:rPr lang="en-US" altLang="zh-CN" b="1" i="1">
                            <a:solidFill>
                              <a:schemeClr val="bg1"/>
                            </a:solidFill>
                            <a:latin typeface="Cambria Math" panose="02040503050406030204" pitchFamily="18" charset="0"/>
                            <a:ea typeface="Cambria Math" panose="02040503050406030204" pitchFamily="18" charset="0"/>
                          </a:rPr>
                        </m:ctrlPr>
                      </m:sSubPr>
                      <m:e>
                        <m:r>
                          <a:rPr lang="en-US" altLang="zh-CN" b="1" i="1">
                            <a:solidFill>
                              <a:schemeClr val="bg1"/>
                            </a:solidFill>
                            <a:latin typeface="Cambria Math" panose="02040503050406030204" pitchFamily="18" charset="0"/>
                            <a:ea typeface="Cambria Math" panose="02040503050406030204" pitchFamily="18" charset="0"/>
                          </a:rPr>
                          <m:t>𝑾</m:t>
                        </m:r>
                      </m:e>
                      <m:sub>
                        <m:r>
                          <a:rPr lang="en-US" altLang="zh-CN" b="1" i="1">
                            <a:solidFill>
                              <a:schemeClr val="bg1"/>
                            </a:solidFill>
                            <a:latin typeface="Cambria Math" panose="02040503050406030204" pitchFamily="18" charset="0"/>
                            <a:ea typeface="Cambria Math" panose="02040503050406030204" pitchFamily="18" charset="0"/>
                          </a:rPr>
                          <m:t>𝑻</m:t>
                        </m:r>
                      </m:sub>
                    </m:sSub>
                  </m:oMath>
                </a14:m>
                <a:r>
                  <a:rPr lang="zh-CN" altLang="en-US" b="1" dirty="0">
                    <a:solidFill>
                      <a:schemeClr val="bg1"/>
                    </a:solidFill>
                  </a:rPr>
                  <a:t>的取值范围是</a:t>
                </a:r>
                <a14:m>
                  <m:oMath xmlns:m="http://schemas.openxmlformats.org/officeDocument/2006/math">
                    <m:r>
                      <a:rPr lang="en-US" altLang="zh-CN" b="1" i="1" smtClean="0">
                        <a:solidFill>
                          <a:schemeClr val="bg1"/>
                        </a:solidFill>
                        <a:latin typeface="Cambria Math" panose="02040503050406030204" pitchFamily="18" charset="0"/>
                      </a:rPr>
                      <m:t>𝟏</m:t>
                    </m:r>
                    <m:r>
                      <a:rPr lang="en-US" altLang="zh-CN" b="1" i="1" smtClean="0">
                        <a:solidFill>
                          <a:schemeClr val="bg1"/>
                        </a:solidFill>
                        <a:latin typeface="Cambria Math" panose="02040503050406030204" pitchFamily="18" charset="0"/>
                        <a:ea typeface="Cambria Math" panose="02040503050406030204" pitchFamily="18" charset="0"/>
                      </a:rPr>
                      <m:t>&lt;</m:t>
                    </m:r>
                    <m:sSub>
                      <m:sSubPr>
                        <m:ctrlPr>
                          <a:rPr lang="en-US" altLang="zh-CN" b="1" i="1" smtClean="0">
                            <a:solidFill>
                              <a:schemeClr val="bg1"/>
                            </a:solidFill>
                            <a:latin typeface="Cambria Math" panose="02040503050406030204" pitchFamily="18" charset="0"/>
                            <a:ea typeface="Cambria Math" panose="02040503050406030204" pitchFamily="18" charset="0"/>
                          </a:rPr>
                        </m:ctrlPr>
                      </m:sSubPr>
                      <m:e>
                        <m:r>
                          <a:rPr lang="en-US" altLang="zh-CN" b="1" i="1" smtClean="0">
                            <a:solidFill>
                              <a:schemeClr val="bg1"/>
                            </a:solidFill>
                            <a:latin typeface="Cambria Math" panose="02040503050406030204" pitchFamily="18" charset="0"/>
                            <a:ea typeface="Cambria Math" panose="02040503050406030204" pitchFamily="18" charset="0"/>
                          </a:rPr>
                          <m:t>𝑾</m:t>
                        </m:r>
                      </m:e>
                      <m:sub>
                        <m:r>
                          <a:rPr lang="en-US" altLang="zh-CN" b="1" i="1" smtClean="0">
                            <a:solidFill>
                              <a:schemeClr val="bg1"/>
                            </a:solidFill>
                            <a:latin typeface="Cambria Math" panose="02040503050406030204" pitchFamily="18" charset="0"/>
                            <a:ea typeface="Cambria Math" panose="02040503050406030204" pitchFamily="18" charset="0"/>
                          </a:rPr>
                          <m:t>𝑻</m:t>
                        </m:r>
                      </m:sub>
                    </m:sSub>
                    <m:r>
                      <a:rPr lang="en-US" altLang="zh-CN" b="1" i="1">
                        <a:solidFill>
                          <a:schemeClr val="bg1"/>
                        </a:solidFill>
                        <a:latin typeface="Cambria Math" panose="02040503050406030204" pitchFamily="18" charset="0"/>
                        <a:ea typeface="Cambria Math" panose="02040503050406030204" pitchFamily="18" charset="0"/>
                      </a:rPr>
                      <m:t>≤</m:t>
                    </m:r>
                    <m:sSup>
                      <m:sSupPr>
                        <m:ctrlPr>
                          <a:rPr lang="en-US" altLang="zh-CN" b="1" i="1" smtClean="0">
                            <a:solidFill>
                              <a:schemeClr val="bg1"/>
                            </a:solidFill>
                            <a:latin typeface="Cambria Math" panose="02040503050406030204" pitchFamily="18" charset="0"/>
                            <a:ea typeface="Cambria Math" panose="02040503050406030204" pitchFamily="18" charset="0"/>
                          </a:rPr>
                        </m:ctrlPr>
                      </m:sSupPr>
                      <m:e>
                        <m:r>
                          <a:rPr lang="en-US" altLang="zh-CN" b="1" i="1" smtClean="0">
                            <a:solidFill>
                              <a:schemeClr val="bg1"/>
                            </a:solidFill>
                            <a:latin typeface="Cambria Math" panose="02040503050406030204" pitchFamily="18" charset="0"/>
                            <a:ea typeface="Cambria Math" panose="02040503050406030204" pitchFamily="18" charset="0"/>
                          </a:rPr>
                          <m:t>(</m:t>
                        </m:r>
                        <m:r>
                          <a:rPr lang="en-US" altLang="zh-CN" b="1" i="1" smtClean="0">
                            <a:solidFill>
                              <a:schemeClr val="bg1"/>
                            </a:solidFill>
                            <a:latin typeface="Cambria Math" panose="02040503050406030204" pitchFamily="18" charset="0"/>
                            <a:ea typeface="Cambria Math" panose="02040503050406030204" pitchFamily="18" charset="0"/>
                          </a:rPr>
                          <m:t>𝟐</m:t>
                        </m:r>
                      </m:e>
                      <m:sup>
                        <m:r>
                          <a:rPr lang="en-US" altLang="zh-CN" b="1" i="1" smtClean="0">
                            <a:solidFill>
                              <a:schemeClr val="bg1"/>
                            </a:solidFill>
                            <a:latin typeface="Cambria Math" panose="02040503050406030204" pitchFamily="18" charset="0"/>
                            <a:ea typeface="Cambria Math" panose="02040503050406030204" pitchFamily="18" charset="0"/>
                          </a:rPr>
                          <m:t>𝒏</m:t>
                        </m:r>
                      </m:sup>
                    </m:sSup>
                    <m:r>
                      <a:rPr lang="en-US" altLang="zh-CN" b="1" i="1" smtClean="0">
                        <a:solidFill>
                          <a:schemeClr val="bg1"/>
                        </a:solidFill>
                        <a:latin typeface="Cambria Math" panose="02040503050406030204" pitchFamily="18" charset="0"/>
                        <a:ea typeface="Cambria Math" panose="02040503050406030204" pitchFamily="18" charset="0"/>
                      </a:rPr>
                      <m:t>−</m:t>
                    </m:r>
                    <m:r>
                      <a:rPr lang="en-US" altLang="zh-CN" b="1" i="1" smtClean="0">
                        <a:solidFill>
                          <a:schemeClr val="bg1"/>
                        </a:solidFill>
                        <a:latin typeface="Cambria Math" panose="02040503050406030204" pitchFamily="18" charset="0"/>
                        <a:ea typeface="Cambria Math" panose="02040503050406030204" pitchFamily="18" charset="0"/>
                      </a:rPr>
                      <m:t>𝟏</m:t>
                    </m:r>
                    <m:r>
                      <a:rPr lang="en-US" altLang="zh-CN" b="1" i="1" smtClean="0">
                        <a:solidFill>
                          <a:schemeClr val="bg1"/>
                        </a:solidFill>
                        <a:latin typeface="Cambria Math" panose="02040503050406030204" pitchFamily="18" charset="0"/>
                        <a:ea typeface="Cambria Math" panose="02040503050406030204" pitchFamily="18" charset="0"/>
                      </a:rPr>
                      <m:t>)</m:t>
                    </m:r>
                  </m:oMath>
                </a14:m>
                <a:r>
                  <a:rPr lang="zh-CN" altLang="en-US" b="1" dirty="0">
                    <a:solidFill>
                      <a:schemeClr val="bg1"/>
                    </a:solidFill>
                  </a:rPr>
                  <a:t>。</a:t>
                </a:r>
                <a:endParaRPr lang="en-US" altLang="zh-CN" b="1" dirty="0">
                  <a:solidFill>
                    <a:schemeClr val="bg1"/>
                  </a:solidFill>
                </a:endParaRPr>
              </a:p>
            </p:txBody>
          </p:sp>
        </mc:Choice>
        <mc:Fallback xmlns="">
          <p:sp>
            <p:nvSpPr>
              <p:cNvPr id="41" name="文本框 40">
                <a:extLst>
                  <a:ext uri="{FF2B5EF4-FFF2-40B4-BE49-F238E27FC236}">
                    <a16:creationId xmlns:a16="http://schemas.microsoft.com/office/drawing/2014/main" id="{8A0BE979-24F8-4C81-A02C-EE26A9915EBA}"/>
                  </a:ext>
                </a:extLst>
              </p:cNvPr>
              <p:cNvSpPr txBox="1">
                <a:spLocks noRot="1" noChangeAspect="1" noMove="1" noResize="1" noEditPoints="1" noAdjustHandles="1" noChangeArrowheads="1" noChangeShapeType="1" noTextEdit="1"/>
              </p:cNvSpPr>
              <p:nvPr/>
            </p:nvSpPr>
            <p:spPr>
              <a:xfrm>
                <a:off x="2898126" y="3099976"/>
                <a:ext cx="7952252" cy="458139"/>
              </a:xfrm>
              <a:prstGeom prst="rect">
                <a:avLst/>
              </a:prstGeom>
              <a:blipFill>
                <a:blip r:embed="rId9"/>
                <a:stretch>
                  <a:fillRect l="-613" r="-3448" b="-21333"/>
                </a:stretch>
              </a:blipFill>
            </p:spPr>
            <p:txBody>
              <a:bodyPr/>
              <a:lstStyle/>
              <a:p>
                <a:r>
                  <a:rPr lang="zh-CN" altLang="en-US">
                    <a:noFill/>
                  </a:rPr>
                  <a:t> </a:t>
                </a:r>
              </a:p>
            </p:txBody>
          </p:sp>
        </mc:Fallback>
      </mc:AlternateContent>
      <mc:AlternateContent xmlns:mc="http://schemas.openxmlformats.org/markup-compatibility/2006" xmlns:a14="http://schemas.microsoft.com/office/drawing/2010/main">
        <mc:Choice Requires="a14">
          <p:sp>
            <p:nvSpPr>
              <p:cNvPr id="42" name="文本框 41">
                <a:extLst>
                  <a:ext uri="{FF2B5EF4-FFF2-40B4-BE49-F238E27FC236}">
                    <a16:creationId xmlns:a16="http://schemas.microsoft.com/office/drawing/2014/main" id="{8543E782-DE7D-41A8-92AB-298EBE9087CA}"/>
                  </a:ext>
                </a:extLst>
              </p:cNvPr>
              <p:cNvSpPr txBox="1"/>
              <p:nvPr/>
            </p:nvSpPr>
            <p:spPr>
              <a:xfrm>
                <a:off x="2898125" y="3535600"/>
                <a:ext cx="7252373" cy="458139"/>
              </a:xfrm>
              <a:prstGeom prst="rect">
                <a:avLst/>
              </a:prstGeom>
              <a:noFill/>
            </p:spPr>
            <p:txBody>
              <a:bodyPr wrap="square">
                <a:spAutoFit/>
              </a:bodyPr>
              <a:lstStyle/>
              <a:p>
                <a:pPr>
                  <a:lnSpc>
                    <a:spcPct val="150000"/>
                  </a:lnSpc>
                </a:pPr>
                <a:r>
                  <a:rPr lang="zh-CN" altLang="en-US" b="1" dirty="0">
                    <a:solidFill>
                      <a:schemeClr val="bg1"/>
                    </a:solidFill>
                  </a:rPr>
                  <a:t>本例假设采用</a:t>
                </a:r>
                <a14:m>
                  <m:oMath xmlns:m="http://schemas.openxmlformats.org/officeDocument/2006/math">
                    <m:r>
                      <a:rPr lang="en-US" altLang="zh-CN" b="1" i="1" dirty="0">
                        <a:solidFill>
                          <a:schemeClr val="bg1"/>
                        </a:solidFill>
                        <a:latin typeface="Cambria Math" panose="02040503050406030204" pitchFamily="18" charset="0"/>
                      </a:rPr>
                      <m:t>𝟑</m:t>
                    </m:r>
                  </m:oMath>
                </a14:m>
                <a:r>
                  <a:rPr lang="zh-CN" altLang="en-US" b="1" dirty="0">
                    <a:solidFill>
                      <a:schemeClr val="bg1"/>
                    </a:solidFill>
                  </a:rPr>
                  <a:t>个比特给分组编序号，则</a:t>
                </a:r>
                <a14:m>
                  <m:oMath xmlns:m="http://schemas.openxmlformats.org/officeDocument/2006/math">
                    <m:sSub>
                      <m:sSubPr>
                        <m:ctrlPr>
                          <a:rPr lang="en-US" altLang="zh-CN" b="1" i="1">
                            <a:solidFill>
                              <a:schemeClr val="bg1"/>
                            </a:solidFill>
                            <a:latin typeface="Cambria Math" panose="02040503050406030204" pitchFamily="18" charset="0"/>
                            <a:ea typeface="Cambria Math" panose="02040503050406030204" pitchFamily="18" charset="0"/>
                          </a:rPr>
                        </m:ctrlPr>
                      </m:sSubPr>
                      <m:e>
                        <m:r>
                          <a:rPr lang="en-US" altLang="zh-CN" b="1" i="1">
                            <a:solidFill>
                              <a:schemeClr val="bg1"/>
                            </a:solidFill>
                            <a:latin typeface="Cambria Math" panose="02040503050406030204" pitchFamily="18" charset="0"/>
                            <a:ea typeface="Cambria Math" panose="02040503050406030204" pitchFamily="18" charset="0"/>
                          </a:rPr>
                          <m:t>𝑾</m:t>
                        </m:r>
                      </m:e>
                      <m:sub>
                        <m:r>
                          <a:rPr lang="en-US" altLang="zh-CN" b="1" i="1">
                            <a:solidFill>
                              <a:schemeClr val="bg1"/>
                            </a:solidFill>
                            <a:latin typeface="Cambria Math" panose="02040503050406030204" pitchFamily="18" charset="0"/>
                            <a:ea typeface="Cambria Math" panose="02040503050406030204" pitchFamily="18" charset="0"/>
                          </a:rPr>
                          <m:t>𝑻</m:t>
                        </m:r>
                      </m:sub>
                    </m:sSub>
                  </m:oMath>
                </a14:m>
                <a:r>
                  <a:rPr lang="zh-CN" altLang="en-US" b="1" dirty="0">
                    <a:solidFill>
                      <a:schemeClr val="bg1"/>
                    </a:solidFill>
                  </a:rPr>
                  <a:t>的取值范围是</a:t>
                </a:r>
                <a14:m>
                  <m:oMath xmlns:m="http://schemas.openxmlformats.org/officeDocument/2006/math">
                    <m:r>
                      <a:rPr lang="en-US" altLang="zh-CN" b="1" i="1" smtClean="0">
                        <a:solidFill>
                          <a:schemeClr val="bg1"/>
                        </a:solidFill>
                        <a:latin typeface="Cambria Math" panose="02040503050406030204" pitchFamily="18" charset="0"/>
                      </a:rPr>
                      <m:t>𝟐</m:t>
                    </m:r>
                    <m:r>
                      <a:rPr lang="en-US" altLang="zh-CN" b="1" i="1">
                        <a:solidFill>
                          <a:schemeClr val="bg1"/>
                        </a:solidFill>
                        <a:latin typeface="Cambria Math" panose="02040503050406030204" pitchFamily="18" charset="0"/>
                        <a:ea typeface="Cambria Math" panose="02040503050406030204" pitchFamily="18" charset="0"/>
                      </a:rPr>
                      <m:t>~</m:t>
                    </m:r>
                    <m:r>
                      <a:rPr lang="en-US" altLang="zh-CN" b="1" i="1">
                        <a:solidFill>
                          <a:schemeClr val="bg1"/>
                        </a:solidFill>
                        <a:latin typeface="Cambria Math" panose="02040503050406030204" pitchFamily="18" charset="0"/>
                        <a:ea typeface="Cambria Math" panose="02040503050406030204" pitchFamily="18" charset="0"/>
                      </a:rPr>
                      <m:t>𝟕</m:t>
                    </m:r>
                  </m:oMath>
                </a14:m>
                <a:r>
                  <a:rPr lang="zh-CN" altLang="en-US" b="1" dirty="0">
                    <a:solidFill>
                      <a:schemeClr val="bg1"/>
                    </a:solidFill>
                  </a:rPr>
                  <a:t>。</a:t>
                </a:r>
                <a:endParaRPr lang="en-US" altLang="zh-CN" b="1" dirty="0">
                  <a:solidFill>
                    <a:schemeClr val="bg1"/>
                  </a:solidFill>
                </a:endParaRPr>
              </a:p>
            </p:txBody>
          </p:sp>
        </mc:Choice>
        <mc:Fallback xmlns="">
          <p:sp>
            <p:nvSpPr>
              <p:cNvPr id="42" name="文本框 41">
                <a:extLst>
                  <a:ext uri="{FF2B5EF4-FFF2-40B4-BE49-F238E27FC236}">
                    <a16:creationId xmlns:a16="http://schemas.microsoft.com/office/drawing/2014/main" id="{8543E782-DE7D-41A8-92AB-298EBE9087CA}"/>
                  </a:ext>
                </a:extLst>
              </p:cNvPr>
              <p:cNvSpPr txBox="1">
                <a:spLocks noRot="1" noChangeAspect="1" noMove="1" noResize="1" noEditPoints="1" noAdjustHandles="1" noChangeArrowheads="1" noChangeShapeType="1" noTextEdit="1"/>
              </p:cNvSpPr>
              <p:nvPr/>
            </p:nvSpPr>
            <p:spPr>
              <a:xfrm>
                <a:off x="2898125" y="3535600"/>
                <a:ext cx="7252373" cy="458139"/>
              </a:xfrm>
              <a:prstGeom prst="rect">
                <a:avLst/>
              </a:prstGeom>
              <a:blipFill>
                <a:blip r:embed="rId10"/>
                <a:stretch>
                  <a:fillRect l="-672" b="-21333"/>
                </a:stretch>
              </a:blipFill>
            </p:spPr>
            <p:txBody>
              <a:bodyPr/>
              <a:lstStyle/>
              <a:p>
                <a:r>
                  <a:rPr lang="zh-CN" altLang="en-US">
                    <a:noFill/>
                  </a:rPr>
                  <a:t> </a:t>
                </a:r>
              </a:p>
            </p:txBody>
          </p:sp>
        </mc:Fallback>
      </mc:AlternateContent>
      <mc:AlternateContent xmlns:mc="http://schemas.openxmlformats.org/markup-compatibility/2006" xmlns:a14="http://schemas.microsoft.com/office/drawing/2010/main">
        <mc:Choice Requires="a14">
          <p:sp>
            <p:nvSpPr>
              <p:cNvPr id="43" name="文本框 42">
                <a:extLst>
                  <a:ext uri="{FF2B5EF4-FFF2-40B4-BE49-F238E27FC236}">
                    <a16:creationId xmlns:a16="http://schemas.microsoft.com/office/drawing/2014/main" id="{BDAF02D2-F739-4C5A-821F-79A1EF47F514}"/>
                  </a:ext>
                </a:extLst>
              </p:cNvPr>
              <p:cNvSpPr txBox="1"/>
              <p:nvPr/>
            </p:nvSpPr>
            <p:spPr>
              <a:xfrm>
                <a:off x="2898125" y="3971223"/>
                <a:ext cx="6587953" cy="458139"/>
              </a:xfrm>
              <a:prstGeom prst="rect">
                <a:avLst/>
              </a:prstGeom>
              <a:noFill/>
            </p:spPr>
            <p:txBody>
              <a:bodyPr wrap="square">
                <a:spAutoFit/>
              </a:bodyPr>
              <a:lstStyle/>
              <a:p>
                <a:pPr>
                  <a:lnSpc>
                    <a:spcPct val="150000"/>
                  </a:lnSpc>
                </a:pPr>
                <a:r>
                  <a:rPr lang="zh-CN" altLang="en-US" b="1" dirty="0">
                    <a:solidFill>
                      <a:schemeClr val="bg1"/>
                    </a:solidFill>
                  </a:rPr>
                  <a:t>若</a:t>
                </a:r>
                <a14:m>
                  <m:oMath xmlns:m="http://schemas.openxmlformats.org/officeDocument/2006/math">
                    <m:sSub>
                      <m:sSubPr>
                        <m:ctrlPr>
                          <a:rPr lang="en-US" altLang="zh-CN" b="1" i="1" smtClean="0">
                            <a:solidFill>
                              <a:schemeClr val="bg1"/>
                            </a:solidFill>
                            <a:latin typeface="Cambria Math" panose="02040503050406030204" pitchFamily="18" charset="0"/>
                            <a:ea typeface="Cambria Math" panose="02040503050406030204" pitchFamily="18" charset="0"/>
                          </a:rPr>
                        </m:ctrlPr>
                      </m:sSubPr>
                      <m:e>
                        <m:r>
                          <a:rPr lang="en-US" altLang="zh-CN" b="1" i="1" smtClean="0">
                            <a:solidFill>
                              <a:schemeClr val="bg1"/>
                            </a:solidFill>
                            <a:latin typeface="Cambria Math" panose="02040503050406030204" pitchFamily="18" charset="0"/>
                            <a:ea typeface="Cambria Math" panose="02040503050406030204" pitchFamily="18" charset="0"/>
                          </a:rPr>
                          <m:t>𝑾</m:t>
                        </m:r>
                      </m:e>
                      <m:sub>
                        <m:r>
                          <a:rPr lang="en-US" altLang="zh-CN" b="1" i="1" smtClean="0">
                            <a:solidFill>
                              <a:schemeClr val="bg1"/>
                            </a:solidFill>
                            <a:latin typeface="Cambria Math" panose="02040503050406030204" pitchFamily="18" charset="0"/>
                            <a:ea typeface="Cambria Math" panose="02040503050406030204" pitchFamily="18" charset="0"/>
                          </a:rPr>
                          <m:t>𝑻</m:t>
                        </m:r>
                      </m:sub>
                    </m:sSub>
                  </m:oMath>
                </a14:m>
                <a:r>
                  <a:rPr lang="zh-CN" altLang="en-US" b="1" dirty="0">
                    <a:solidFill>
                      <a:schemeClr val="bg1"/>
                    </a:solidFill>
                  </a:rPr>
                  <a:t>超过取值范围，例如 </a:t>
                </a:r>
                <a14:m>
                  <m:oMath xmlns:m="http://schemas.openxmlformats.org/officeDocument/2006/math">
                    <m:sSub>
                      <m:sSubPr>
                        <m:ctrlPr>
                          <a:rPr lang="en-US" altLang="zh-CN" b="1" i="1">
                            <a:solidFill>
                              <a:schemeClr val="bg1"/>
                            </a:solidFill>
                            <a:latin typeface="Cambria Math" panose="02040503050406030204" pitchFamily="18" charset="0"/>
                            <a:ea typeface="Cambria Math" panose="02040503050406030204" pitchFamily="18" charset="0"/>
                          </a:rPr>
                        </m:ctrlPr>
                      </m:sSubPr>
                      <m:e>
                        <m:r>
                          <a:rPr lang="en-US" altLang="zh-CN" b="1" i="1">
                            <a:solidFill>
                              <a:schemeClr val="bg1"/>
                            </a:solidFill>
                            <a:latin typeface="Cambria Math" panose="02040503050406030204" pitchFamily="18" charset="0"/>
                            <a:ea typeface="Cambria Math" panose="02040503050406030204" pitchFamily="18" charset="0"/>
                          </a:rPr>
                          <m:t>𝑾</m:t>
                        </m:r>
                      </m:e>
                      <m:sub>
                        <m:r>
                          <a:rPr lang="en-US" altLang="zh-CN" b="1" i="1">
                            <a:solidFill>
                              <a:schemeClr val="bg1"/>
                            </a:solidFill>
                            <a:latin typeface="Cambria Math" panose="02040503050406030204" pitchFamily="18" charset="0"/>
                            <a:ea typeface="Cambria Math" panose="02040503050406030204" pitchFamily="18" charset="0"/>
                          </a:rPr>
                          <m:t>𝑻</m:t>
                        </m:r>
                      </m:sub>
                    </m:sSub>
                    <m:r>
                      <a:rPr lang="en-US" altLang="zh-CN" b="1" i="1" smtClean="0">
                        <a:solidFill>
                          <a:schemeClr val="bg1"/>
                        </a:solidFill>
                        <a:latin typeface="Cambria Math" panose="02040503050406030204" pitchFamily="18" charset="0"/>
                        <a:ea typeface="Cambria Math" panose="02040503050406030204" pitchFamily="18" charset="0"/>
                      </a:rPr>
                      <m:t>= </m:t>
                    </m:r>
                  </m:oMath>
                </a14:m>
                <a:r>
                  <a:rPr lang="en-US" altLang="zh-CN" b="1" dirty="0">
                    <a:solidFill>
                      <a:schemeClr val="bg1"/>
                    </a:solidFill>
                  </a:rPr>
                  <a:t>8</a:t>
                </a:r>
                <a:r>
                  <a:rPr lang="zh-CN" altLang="en-US" b="1" dirty="0">
                    <a:solidFill>
                      <a:schemeClr val="bg1"/>
                    </a:solidFill>
                  </a:rPr>
                  <a:t>，会出现什么情况？</a:t>
                </a:r>
              </a:p>
            </p:txBody>
          </p:sp>
        </mc:Choice>
        <mc:Fallback xmlns="">
          <p:sp>
            <p:nvSpPr>
              <p:cNvPr id="43" name="文本框 42">
                <a:extLst>
                  <a:ext uri="{FF2B5EF4-FFF2-40B4-BE49-F238E27FC236}">
                    <a16:creationId xmlns:a16="http://schemas.microsoft.com/office/drawing/2014/main" id="{BDAF02D2-F739-4C5A-821F-79A1EF47F514}"/>
                  </a:ext>
                </a:extLst>
              </p:cNvPr>
              <p:cNvSpPr txBox="1">
                <a:spLocks noRot="1" noChangeAspect="1" noMove="1" noResize="1" noEditPoints="1" noAdjustHandles="1" noChangeArrowheads="1" noChangeShapeType="1" noTextEdit="1"/>
              </p:cNvSpPr>
              <p:nvPr/>
            </p:nvSpPr>
            <p:spPr>
              <a:xfrm>
                <a:off x="2898125" y="3971223"/>
                <a:ext cx="6587953" cy="458139"/>
              </a:xfrm>
              <a:prstGeom prst="rect">
                <a:avLst/>
              </a:prstGeom>
              <a:blipFill>
                <a:blip r:embed="rId11"/>
                <a:stretch>
                  <a:fillRect l="-740" b="-19737"/>
                </a:stretch>
              </a:blipFill>
            </p:spPr>
            <p:txBody>
              <a:bodyPr/>
              <a:lstStyle/>
              <a:p>
                <a:r>
                  <a:rPr lang="zh-CN" altLang="en-US">
                    <a:noFill/>
                  </a:rPr>
                  <a:t> </a:t>
                </a:r>
              </a:p>
            </p:txBody>
          </p:sp>
        </mc:Fallback>
      </mc:AlternateContent>
      <p:sp>
        <p:nvSpPr>
          <p:cNvPr id="26" name="矩形 25">
            <a:extLst>
              <a:ext uri="{FF2B5EF4-FFF2-40B4-BE49-F238E27FC236}">
                <a16:creationId xmlns:a16="http://schemas.microsoft.com/office/drawing/2014/main" id="{D07B0F17-A55E-4740-B9E9-CA5494882DBD}"/>
              </a:ext>
            </a:extLst>
          </p:cNvPr>
          <p:cNvSpPr/>
          <p:nvPr/>
        </p:nvSpPr>
        <p:spPr>
          <a:xfrm>
            <a:off x="2300222" y="5537182"/>
            <a:ext cx="6045082" cy="390966"/>
          </a:xfrm>
          <a:prstGeom prst="rect">
            <a:avLst/>
          </a:prstGeom>
          <a:solidFill>
            <a:schemeClr val="accent3">
              <a:alpha val="74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38" name="矩形 37">
            <a:extLst>
              <a:ext uri="{FF2B5EF4-FFF2-40B4-BE49-F238E27FC236}">
                <a16:creationId xmlns:a16="http://schemas.microsoft.com/office/drawing/2014/main" id="{9AB3CA41-3262-4E79-856E-D87858927C2A}"/>
              </a:ext>
            </a:extLst>
          </p:cNvPr>
          <p:cNvSpPr/>
          <p:nvPr/>
        </p:nvSpPr>
        <p:spPr>
          <a:xfrm>
            <a:off x="2300222" y="1830064"/>
            <a:ext cx="6045082" cy="375441"/>
          </a:xfrm>
          <a:prstGeom prst="rect">
            <a:avLst/>
          </a:prstGeom>
          <a:solidFill>
            <a:schemeClr val="accent4">
              <a:alpha val="74000"/>
            </a:schemeClr>
          </a:solidFill>
          <a:ln>
            <a:solidFill>
              <a:schemeClr val="accent4"/>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grpSp>
        <p:nvGrpSpPr>
          <p:cNvPr id="7" name="组合 6">
            <a:extLst>
              <a:ext uri="{FF2B5EF4-FFF2-40B4-BE49-F238E27FC236}">
                <a16:creationId xmlns:a16="http://schemas.microsoft.com/office/drawing/2014/main" id="{92A575A2-7F0F-4B6A-A2B9-CBAC11B9CF96}"/>
              </a:ext>
            </a:extLst>
          </p:cNvPr>
          <p:cNvGrpSpPr/>
          <p:nvPr/>
        </p:nvGrpSpPr>
        <p:grpSpPr>
          <a:xfrm>
            <a:off x="2315216" y="4629569"/>
            <a:ext cx="743578" cy="1000707"/>
            <a:chOff x="1490127" y="4367293"/>
            <a:chExt cx="743578" cy="1000707"/>
          </a:xfrm>
        </p:grpSpPr>
        <p:sp>
          <p:nvSpPr>
            <p:cNvPr id="30" name="chronometer_117482">
              <a:extLst>
                <a:ext uri="{FF2B5EF4-FFF2-40B4-BE49-F238E27FC236}">
                  <a16:creationId xmlns:a16="http://schemas.microsoft.com/office/drawing/2014/main" id="{CCC7D01C-14A6-4AEF-A0C0-9C7CCE3FA331}"/>
                </a:ext>
              </a:extLst>
            </p:cNvPr>
            <p:cNvSpPr/>
            <p:nvPr/>
          </p:nvSpPr>
          <p:spPr>
            <a:xfrm>
              <a:off x="1709609" y="4685855"/>
              <a:ext cx="304613" cy="369332"/>
            </a:xfrm>
            <a:custGeom>
              <a:avLst/>
              <a:gdLst>
                <a:gd name="T0" fmla="*/ 0 w 3733"/>
                <a:gd name="T1" fmla="*/ 2667 h 4533"/>
                <a:gd name="T2" fmla="*/ 1867 w 3733"/>
                <a:gd name="T3" fmla="*/ 4533 h 4533"/>
                <a:gd name="T4" fmla="*/ 3733 w 3733"/>
                <a:gd name="T5" fmla="*/ 2667 h 4533"/>
                <a:gd name="T6" fmla="*/ 3161 w 3733"/>
                <a:gd name="T7" fmla="*/ 1323 h 4533"/>
                <a:gd name="T8" fmla="*/ 3408 w 3733"/>
                <a:gd name="T9" fmla="*/ 1075 h 4533"/>
                <a:gd name="T10" fmla="*/ 3408 w 3733"/>
                <a:gd name="T11" fmla="*/ 792 h 4533"/>
                <a:gd name="T12" fmla="*/ 3125 w 3733"/>
                <a:gd name="T13" fmla="*/ 792 h 4533"/>
                <a:gd name="T14" fmla="*/ 2842 w 3733"/>
                <a:gd name="T15" fmla="*/ 1076 h 4533"/>
                <a:gd name="T16" fmla="*/ 2067 w 3733"/>
                <a:gd name="T17" fmla="*/ 811 h 4533"/>
                <a:gd name="T18" fmla="*/ 2067 w 3733"/>
                <a:gd name="T19" fmla="*/ 400 h 4533"/>
                <a:gd name="T20" fmla="*/ 2667 w 3733"/>
                <a:gd name="T21" fmla="*/ 400 h 4533"/>
                <a:gd name="T22" fmla="*/ 2867 w 3733"/>
                <a:gd name="T23" fmla="*/ 200 h 4533"/>
                <a:gd name="T24" fmla="*/ 2667 w 3733"/>
                <a:gd name="T25" fmla="*/ 0 h 4533"/>
                <a:gd name="T26" fmla="*/ 1067 w 3733"/>
                <a:gd name="T27" fmla="*/ 0 h 4533"/>
                <a:gd name="T28" fmla="*/ 867 w 3733"/>
                <a:gd name="T29" fmla="*/ 200 h 4533"/>
                <a:gd name="T30" fmla="*/ 1067 w 3733"/>
                <a:gd name="T31" fmla="*/ 400 h 4533"/>
                <a:gd name="T32" fmla="*/ 1667 w 3733"/>
                <a:gd name="T33" fmla="*/ 400 h 4533"/>
                <a:gd name="T34" fmla="*/ 1667 w 3733"/>
                <a:gd name="T35" fmla="*/ 811 h 4533"/>
                <a:gd name="T36" fmla="*/ 891 w 3733"/>
                <a:gd name="T37" fmla="*/ 1076 h 4533"/>
                <a:gd name="T38" fmla="*/ 608 w 3733"/>
                <a:gd name="T39" fmla="*/ 792 h 4533"/>
                <a:gd name="T40" fmla="*/ 325 w 3733"/>
                <a:gd name="T41" fmla="*/ 792 h 4533"/>
                <a:gd name="T42" fmla="*/ 325 w 3733"/>
                <a:gd name="T43" fmla="*/ 1075 h 4533"/>
                <a:gd name="T44" fmla="*/ 573 w 3733"/>
                <a:gd name="T45" fmla="*/ 1323 h 4533"/>
                <a:gd name="T46" fmla="*/ 0 w 3733"/>
                <a:gd name="T47" fmla="*/ 2667 h 4533"/>
                <a:gd name="T48" fmla="*/ 1667 w 3733"/>
                <a:gd name="T49" fmla="*/ 1801 h 4533"/>
                <a:gd name="T50" fmla="*/ 1867 w 3733"/>
                <a:gd name="T51" fmla="*/ 1601 h 4533"/>
                <a:gd name="T52" fmla="*/ 2067 w 3733"/>
                <a:gd name="T53" fmla="*/ 1801 h 4533"/>
                <a:gd name="T54" fmla="*/ 2067 w 3733"/>
                <a:gd name="T55" fmla="*/ 2468 h 4533"/>
                <a:gd name="T56" fmla="*/ 2733 w 3733"/>
                <a:gd name="T57" fmla="*/ 2468 h 4533"/>
                <a:gd name="T58" fmla="*/ 2933 w 3733"/>
                <a:gd name="T59" fmla="*/ 2668 h 4533"/>
                <a:gd name="T60" fmla="*/ 2733 w 3733"/>
                <a:gd name="T61" fmla="*/ 2868 h 4533"/>
                <a:gd name="T62" fmla="*/ 1867 w 3733"/>
                <a:gd name="T63" fmla="*/ 2868 h 4533"/>
                <a:gd name="T64" fmla="*/ 1667 w 3733"/>
                <a:gd name="T65" fmla="*/ 2668 h 4533"/>
                <a:gd name="T66" fmla="*/ 1667 w 3733"/>
                <a:gd name="T67" fmla="*/ 1801 h 45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3733" h="4533">
                  <a:moveTo>
                    <a:pt x="0" y="2667"/>
                  </a:moveTo>
                  <a:cubicBezTo>
                    <a:pt x="0" y="3696"/>
                    <a:pt x="837" y="4533"/>
                    <a:pt x="1867" y="4533"/>
                  </a:cubicBezTo>
                  <a:cubicBezTo>
                    <a:pt x="2896" y="4533"/>
                    <a:pt x="3733" y="3696"/>
                    <a:pt x="3733" y="2667"/>
                  </a:cubicBezTo>
                  <a:cubicBezTo>
                    <a:pt x="3733" y="2139"/>
                    <a:pt x="3513" y="1662"/>
                    <a:pt x="3161" y="1323"/>
                  </a:cubicBezTo>
                  <a:lnTo>
                    <a:pt x="3408" y="1075"/>
                  </a:lnTo>
                  <a:cubicBezTo>
                    <a:pt x="3486" y="997"/>
                    <a:pt x="3486" y="870"/>
                    <a:pt x="3408" y="792"/>
                  </a:cubicBezTo>
                  <a:cubicBezTo>
                    <a:pt x="3330" y="714"/>
                    <a:pt x="3203" y="714"/>
                    <a:pt x="3125" y="792"/>
                  </a:cubicBezTo>
                  <a:lnTo>
                    <a:pt x="2842" y="1076"/>
                  </a:lnTo>
                  <a:cubicBezTo>
                    <a:pt x="2612" y="934"/>
                    <a:pt x="2348" y="841"/>
                    <a:pt x="2067" y="811"/>
                  </a:cubicBezTo>
                  <a:lnTo>
                    <a:pt x="2067" y="400"/>
                  </a:lnTo>
                  <a:lnTo>
                    <a:pt x="2667" y="400"/>
                  </a:lnTo>
                  <a:cubicBezTo>
                    <a:pt x="2777" y="400"/>
                    <a:pt x="2867" y="310"/>
                    <a:pt x="2867" y="200"/>
                  </a:cubicBezTo>
                  <a:cubicBezTo>
                    <a:pt x="2867" y="90"/>
                    <a:pt x="2777" y="0"/>
                    <a:pt x="2667" y="0"/>
                  </a:cubicBezTo>
                  <a:lnTo>
                    <a:pt x="1067" y="0"/>
                  </a:lnTo>
                  <a:cubicBezTo>
                    <a:pt x="956" y="0"/>
                    <a:pt x="867" y="90"/>
                    <a:pt x="867" y="200"/>
                  </a:cubicBezTo>
                  <a:cubicBezTo>
                    <a:pt x="867" y="310"/>
                    <a:pt x="956" y="400"/>
                    <a:pt x="1067" y="400"/>
                  </a:cubicBezTo>
                  <a:lnTo>
                    <a:pt x="1667" y="400"/>
                  </a:lnTo>
                  <a:lnTo>
                    <a:pt x="1667" y="811"/>
                  </a:lnTo>
                  <a:cubicBezTo>
                    <a:pt x="1385" y="841"/>
                    <a:pt x="1122" y="934"/>
                    <a:pt x="891" y="1076"/>
                  </a:cubicBezTo>
                  <a:lnTo>
                    <a:pt x="608" y="792"/>
                  </a:lnTo>
                  <a:cubicBezTo>
                    <a:pt x="530" y="714"/>
                    <a:pt x="403" y="714"/>
                    <a:pt x="325" y="792"/>
                  </a:cubicBezTo>
                  <a:cubicBezTo>
                    <a:pt x="247" y="870"/>
                    <a:pt x="247" y="997"/>
                    <a:pt x="325" y="1075"/>
                  </a:cubicBezTo>
                  <a:lnTo>
                    <a:pt x="573" y="1323"/>
                  </a:lnTo>
                  <a:cubicBezTo>
                    <a:pt x="220" y="1662"/>
                    <a:pt x="0" y="2139"/>
                    <a:pt x="0" y="2667"/>
                  </a:cubicBezTo>
                  <a:close/>
                  <a:moveTo>
                    <a:pt x="1667" y="1801"/>
                  </a:moveTo>
                  <a:cubicBezTo>
                    <a:pt x="1667" y="1691"/>
                    <a:pt x="1756" y="1601"/>
                    <a:pt x="1867" y="1601"/>
                  </a:cubicBezTo>
                  <a:cubicBezTo>
                    <a:pt x="1977" y="1601"/>
                    <a:pt x="2067" y="1691"/>
                    <a:pt x="2067" y="1801"/>
                  </a:cubicBezTo>
                  <a:lnTo>
                    <a:pt x="2067" y="2468"/>
                  </a:lnTo>
                  <a:lnTo>
                    <a:pt x="2733" y="2468"/>
                  </a:lnTo>
                  <a:cubicBezTo>
                    <a:pt x="2844" y="2468"/>
                    <a:pt x="2933" y="2557"/>
                    <a:pt x="2933" y="2668"/>
                  </a:cubicBezTo>
                  <a:cubicBezTo>
                    <a:pt x="2933" y="2778"/>
                    <a:pt x="2844" y="2868"/>
                    <a:pt x="2733" y="2868"/>
                  </a:cubicBezTo>
                  <a:lnTo>
                    <a:pt x="1867" y="2868"/>
                  </a:lnTo>
                  <a:cubicBezTo>
                    <a:pt x="1756" y="2868"/>
                    <a:pt x="1667" y="2778"/>
                    <a:pt x="1667" y="2668"/>
                  </a:cubicBezTo>
                  <a:lnTo>
                    <a:pt x="1667" y="1801"/>
                  </a:lnTo>
                  <a:close/>
                </a:path>
              </a:pathLst>
            </a:custGeom>
            <a:solidFill>
              <a:schemeClr val="accent1"/>
            </a:solidFill>
            <a:ln>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zh-CN"/>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a:p>
          </p:txBody>
        </p:sp>
        <p:sp>
          <p:nvSpPr>
            <p:cNvPr id="31" name="íşlïḍè">
              <a:extLst>
                <a:ext uri="{FF2B5EF4-FFF2-40B4-BE49-F238E27FC236}">
                  <a16:creationId xmlns:a16="http://schemas.microsoft.com/office/drawing/2014/main" id="{70AC8ECD-E267-4A60-AC00-1DBB7F95871A}"/>
                </a:ext>
              </a:extLst>
            </p:cNvPr>
            <p:cNvSpPr txBox="1"/>
            <p:nvPr/>
          </p:nvSpPr>
          <p:spPr>
            <a:xfrm>
              <a:off x="1490127" y="4367293"/>
              <a:ext cx="743578" cy="318562"/>
            </a:xfrm>
            <a:prstGeom prst="rect">
              <a:avLst/>
            </a:prstGeom>
            <a:noFill/>
          </p:spPr>
          <p:txBody>
            <a:bodyPr wrap="square" lIns="91440" tIns="45720" rIns="91440" bIns="45720" anchor="ctr">
              <a:noAutofit/>
            </a:bodyPr>
            <a:lstStyle/>
            <a:p>
              <a:pPr algn="ctr"/>
              <a:r>
                <a:rPr lang="zh-CN" altLang="en-US" b="1" dirty="0">
                  <a:solidFill>
                    <a:schemeClr val="accent1">
                      <a:lumMod val="75000"/>
                    </a:schemeClr>
                  </a:solidFill>
                </a:rPr>
                <a:t>超时</a:t>
              </a:r>
              <a:endParaRPr lang="en-US" altLang="zh-CN" b="1" dirty="0">
                <a:solidFill>
                  <a:schemeClr val="accent1">
                    <a:lumMod val="75000"/>
                  </a:schemeClr>
                </a:solidFill>
              </a:endParaRPr>
            </a:p>
          </p:txBody>
        </p:sp>
        <p:cxnSp>
          <p:nvCxnSpPr>
            <p:cNvPr id="32" name="直接箭头连接符 31">
              <a:extLst>
                <a:ext uri="{FF2B5EF4-FFF2-40B4-BE49-F238E27FC236}">
                  <a16:creationId xmlns:a16="http://schemas.microsoft.com/office/drawing/2014/main" id="{5DFDE672-81AA-4128-85A4-E7FB74E8B69C}"/>
                </a:ext>
              </a:extLst>
            </p:cNvPr>
            <p:cNvCxnSpPr>
              <a:cxnSpLocks/>
            </p:cNvCxnSpPr>
            <p:nvPr/>
          </p:nvCxnSpPr>
          <p:spPr>
            <a:xfrm>
              <a:off x="1861916" y="5115066"/>
              <a:ext cx="0" cy="252934"/>
            </a:xfrm>
            <a:prstGeom prst="straightConnector1">
              <a:avLst/>
            </a:prstGeom>
            <a:ln w="25400">
              <a:tailEnd type="triangle" w="med" len="lg"/>
            </a:ln>
          </p:spPr>
          <p:style>
            <a:lnRef idx="1">
              <a:schemeClr val="accent1"/>
            </a:lnRef>
            <a:fillRef idx="0">
              <a:schemeClr val="accent1"/>
            </a:fillRef>
            <a:effectRef idx="0">
              <a:schemeClr val="accent1"/>
            </a:effectRef>
            <a:fontRef idx="minor">
              <a:schemeClr val="tx1"/>
            </a:fontRef>
          </p:style>
        </p:cxnSp>
      </p:grpSp>
      <p:sp>
        <p:nvSpPr>
          <p:cNvPr id="36" name="矩形 35">
            <a:extLst>
              <a:ext uri="{FF2B5EF4-FFF2-40B4-BE49-F238E27FC236}">
                <a16:creationId xmlns:a16="http://schemas.microsoft.com/office/drawing/2014/main" id="{2B26B4D6-B365-4F02-89C9-ADD47D9F4D77}"/>
              </a:ext>
            </a:extLst>
          </p:cNvPr>
          <p:cNvSpPr/>
          <p:nvPr/>
        </p:nvSpPr>
        <p:spPr>
          <a:xfrm>
            <a:off x="2297515" y="5557308"/>
            <a:ext cx="6045082" cy="390966"/>
          </a:xfrm>
          <a:prstGeom prst="rect">
            <a:avLst/>
          </a:prstGeom>
          <a:solidFill>
            <a:schemeClr val="accent1">
              <a:lumMod val="75000"/>
              <a:alpha val="44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grpSp>
        <p:nvGrpSpPr>
          <p:cNvPr id="37" name="组合 36">
            <a:extLst>
              <a:ext uri="{FF2B5EF4-FFF2-40B4-BE49-F238E27FC236}">
                <a16:creationId xmlns:a16="http://schemas.microsoft.com/office/drawing/2014/main" id="{C10DC583-D992-4637-A4FB-5AD0DC3CD59C}"/>
              </a:ext>
            </a:extLst>
          </p:cNvPr>
          <p:cNvGrpSpPr/>
          <p:nvPr/>
        </p:nvGrpSpPr>
        <p:grpSpPr>
          <a:xfrm>
            <a:off x="1264121" y="3299811"/>
            <a:ext cx="708432" cy="2116745"/>
            <a:chOff x="1264121" y="3234029"/>
            <a:chExt cx="708432" cy="2116745"/>
          </a:xfrm>
        </p:grpSpPr>
        <p:sp>
          <p:nvSpPr>
            <p:cNvPr id="47" name="矩形 46">
              <a:extLst>
                <a:ext uri="{FF2B5EF4-FFF2-40B4-BE49-F238E27FC236}">
                  <a16:creationId xmlns:a16="http://schemas.microsoft.com/office/drawing/2014/main" id="{1277ABFD-1EA1-4C54-A11B-99CA46AF0941}"/>
                </a:ext>
              </a:extLst>
            </p:cNvPr>
            <p:cNvSpPr/>
            <p:nvPr/>
          </p:nvSpPr>
          <p:spPr>
            <a:xfrm>
              <a:off x="1264121" y="4038429"/>
              <a:ext cx="708432" cy="270283"/>
            </a:xfrm>
            <a:prstGeom prst="rect">
              <a:avLst/>
            </a:prstGeom>
            <a:solidFill>
              <a:schemeClr val="accent3"/>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46800" rIns="46800" rtlCol="0" anchor="ctr"/>
            <a:lstStyle/>
            <a:p>
              <a:pPr algn="ctr"/>
              <a:r>
                <a:rPr lang="en-US" altLang="zh-CN" b="1" dirty="0"/>
                <a:t>DATA3</a:t>
              </a:r>
              <a:endParaRPr lang="zh-CN" altLang="en-US" b="1" dirty="0"/>
            </a:p>
          </p:txBody>
        </p:sp>
        <p:sp>
          <p:nvSpPr>
            <p:cNvPr id="48" name="矩形 47">
              <a:extLst>
                <a:ext uri="{FF2B5EF4-FFF2-40B4-BE49-F238E27FC236}">
                  <a16:creationId xmlns:a16="http://schemas.microsoft.com/office/drawing/2014/main" id="{CAB3A4BB-BA91-4D0B-BE64-409A794D5E63}"/>
                </a:ext>
              </a:extLst>
            </p:cNvPr>
            <p:cNvSpPr/>
            <p:nvPr/>
          </p:nvSpPr>
          <p:spPr>
            <a:xfrm>
              <a:off x="1264121" y="3766556"/>
              <a:ext cx="708432" cy="270283"/>
            </a:xfrm>
            <a:prstGeom prst="rect">
              <a:avLst/>
            </a:prstGeom>
            <a:solidFill>
              <a:schemeClr val="accent3"/>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46800" rIns="46800" rtlCol="0" anchor="ctr"/>
            <a:lstStyle/>
            <a:p>
              <a:pPr algn="ctr"/>
              <a:r>
                <a:rPr lang="en-US" altLang="zh-CN" b="1" dirty="0"/>
                <a:t>DATA2</a:t>
              </a:r>
              <a:endParaRPr lang="zh-CN" altLang="en-US" b="1" dirty="0"/>
            </a:p>
          </p:txBody>
        </p:sp>
        <p:sp>
          <p:nvSpPr>
            <p:cNvPr id="49" name="矩形 48">
              <a:extLst>
                <a:ext uri="{FF2B5EF4-FFF2-40B4-BE49-F238E27FC236}">
                  <a16:creationId xmlns:a16="http://schemas.microsoft.com/office/drawing/2014/main" id="{14A6A18C-84F0-4A00-8A1E-ACCF698E18A4}"/>
                </a:ext>
              </a:extLst>
            </p:cNvPr>
            <p:cNvSpPr/>
            <p:nvPr/>
          </p:nvSpPr>
          <p:spPr>
            <a:xfrm>
              <a:off x="1264121" y="3496273"/>
              <a:ext cx="708432" cy="270283"/>
            </a:xfrm>
            <a:prstGeom prst="rect">
              <a:avLst/>
            </a:prstGeom>
            <a:solidFill>
              <a:schemeClr val="accent3"/>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46800" rIns="46800" rtlCol="0" anchor="ctr"/>
            <a:lstStyle/>
            <a:p>
              <a:pPr algn="ctr"/>
              <a:r>
                <a:rPr lang="en-US" altLang="zh-CN" b="1" dirty="0"/>
                <a:t>DATA1</a:t>
              </a:r>
              <a:endParaRPr lang="zh-CN" altLang="en-US" b="1" dirty="0"/>
            </a:p>
          </p:txBody>
        </p:sp>
        <p:sp>
          <p:nvSpPr>
            <p:cNvPr id="50" name="矩形 49">
              <a:extLst>
                <a:ext uri="{FF2B5EF4-FFF2-40B4-BE49-F238E27FC236}">
                  <a16:creationId xmlns:a16="http://schemas.microsoft.com/office/drawing/2014/main" id="{6E6AF5DD-7EC9-406D-92D9-7E00869C0E45}"/>
                </a:ext>
              </a:extLst>
            </p:cNvPr>
            <p:cNvSpPr/>
            <p:nvPr/>
          </p:nvSpPr>
          <p:spPr>
            <a:xfrm>
              <a:off x="1264121" y="3234029"/>
              <a:ext cx="708432" cy="270283"/>
            </a:xfrm>
            <a:prstGeom prst="rect">
              <a:avLst/>
            </a:prstGeom>
            <a:solidFill>
              <a:schemeClr val="accent3"/>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46800" rIns="46800" rtlCol="0" anchor="ctr"/>
            <a:lstStyle/>
            <a:p>
              <a:pPr algn="ctr"/>
              <a:r>
                <a:rPr lang="en-US" altLang="zh-CN" b="1" dirty="0"/>
                <a:t>DATA0</a:t>
              </a:r>
              <a:endParaRPr lang="zh-CN" altLang="en-US" b="1" dirty="0"/>
            </a:p>
          </p:txBody>
        </p:sp>
        <p:sp>
          <p:nvSpPr>
            <p:cNvPr id="51" name="矩形 50">
              <a:extLst>
                <a:ext uri="{FF2B5EF4-FFF2-40B4-BE49-F238E27FC236}">
                  <a16:creationId xmlns:a16="http://schemas.microsoft.com/office/drawing/2014/main" id="{F4EB1E57-BC01-42FE-9439-D06F20007588}"/>
                </a:ext>
              </a:extLst>
            </p:cNvPr>
            <p:cNvSpPr/>
            <p:nvPr/>
          </p:nvSpPr>
          <p:spPr>
            <a:xfrm>
              <a:off x="1264121" y="4289722"/>
              <a:ext cx="708432" cy="270283"/>
            </a:xfrm>
            <a:prstGeom prst="rect">
              <a:avLst/>
            </a:prstGeom>
            <a:solidFill>
              <a:schemeClr val="accent3"/>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46800" rIns="46800" rtlCol="0" anchor="ctr"/>
            <a:lstStyle/>
            <a:p>
              <a:pPr algn="ctr"/>
              <a:r>
                <a:rPr lang="en-US" altLang="zh-CN" b="1" dirty="0"/>
                <a:t>DATA4</a:t>
              </a:r>
              <a:endParaRPr lang="zh-CN" altLang="en-US" b="1" dirty="0"/>
            </a:p>
          </p:txBody>
        </p:sp>
        <p:sp>
          <p:nvSpPr>
            <p:cNvPr id="52" name="矩形 51">
              <a:extLst>
                <a:ext uri="{FF2B5EF4-FFF2-40B4-BE49-F238E27FC236}">
                  <a16:creationId xmlns:a16="http://schemas.microsoft.com/office/drawing/2014/main" id="{AE929CE0-C60F-4FA3-A36B-03A225FA3362}"/>
                </a:ext>
              </a:extLst>
            </p:cNvPr>
            <p:cNvSpPr/>
            <p:nvPr/>
          </p:nvSpPr>
          <p:spPr>
            <a:xfrm>
              <a:off x="1264121" y="4829198"/>
              <a:ext cx="708432" cy="270283"/>
            </a:xfrm>
            <a:prstGeom prst="rect">
              <a:avLst/>
            </a:prstGeom>
            <a:solidFill>
              <a:schemeClr val="accent3"/>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46800" rIns="46800" rtlCol="0" anchor="ctr"/>
            <a:lstStyle/>
            <a:p>
              <a:pPr algn="ctr"/>
              <a:r>
                <a:rPr lang="en-US" altLang="zh-CN" b="1" dirty="0"/>
                <a:t>DATA6</a:t>
              </a:r>
              <a:endParaRPr lang="zh-CN" altLang="en-US" b="1" dirty="0"/>
            </a:p>
          </p:txBody>
        </p:sp>
        <p:sp>
          <p:nvSpPr>
            <p:cNvPr id="53" name="矩形 52">
              <a:extLst>
                <a:ext uri="{FF2B5EF4-FFF2-40B4-BE49-F238E27FC236}">
                  <a16:creationId xmlns:a16="http://schemas.microsoft.com/office/drawing/2014/main" id="{E0DB1C24-D3C6-4517-8D8D-EFF493F6800E}"/>
                </a:ext>
              </a:extLst>
            </p:cNvPr>
            <p:cNvSpPr/>
            <p:nvPr/>
          </p:nvSpPr>
          <p:spPr>
            <a:xfrm>
              <a:off x="1264121" y="4557325"/>
              <a:ext cx="708432" cy="270283"/>
            </a:xfrm>
            <a:prstGeom prst="rect">
              <a:avLst/>
            </a:prstGeom>
            <a:solidFill>
              <a:schemeClr val="accent3"/>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46800" rIns="46800" rtlCol="0" anchor="ctr"/>
            <a:lstStyle/>
            <a:p>
              <a:pPr algn="ctr"/>
              <a:r>
                <a:rPr lang="en-US" altLang="zh-CN" b="1" dirty="0"/>
                <a:t>DATA5</a:t>
              </a:r>
              <a:endParaRPr lang="zh-CN" altLang="en-US" b="1" dirty="0"/>
            </a:p>
          </p:txBody>
        </p:sp>
        <p:sp>
          <p:nvSpPr>
            <p:cNvPr id="54" name="矩形 53">
              <a:extLst>
                <a:ext uri="{FF2B5EF4-FFF2-40B4-BE49-F238E27FC236}">
                  <a16:creationId xmlns:a16="http://schemas.microsoft.com/office/drawing/2014/main" id="{7B1090BF-A311-4245-AD5A-CB2503D11EB0}"/>
                </a:ext>
              </a:extLst>
            </p:cNvPr>
            <p:cNvSpPr/>
            <p:nvPr/>
          </p:nvSpPr>
          <p:spPr>
            <a:xfrm>
              <a:off x="1264121" y="5080491"/>
              <a:ext cx="708432" cy="270283"/>
            </a:xfrm>
            <a:prstGeom prst="rect">
              <a:avLst/>
            </a:prstGeom>
            <a:solidFill>
              <a:schemeClr val="accent3"/>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46800" rIns="46800" rtlCol="0" anchor="ctr"/>
            <a:lstStyle/>
            <a:p>
              <a:pPr algn="ctr"/>
              <a:r>
                <a:rPr lang="en-US" altLang="zh-CN" b="1" dirty="0"/>
                <a:t>DATA7</a:t>
              </a:r>
              <a:endParaRPr lang="zh-CN" altLang="en-US" b="1" dirty="0"/>
            </a:p>
          </p:txBody>
        </p:sp>
      </p:grpSp>
      <p:sp>
        <p:nvSpPr>
          <p:cNvPr id="46" name="平行四边形 45">
            <a:extLst>
              <a:ext uri="{FF2B5EF4-FFF2-40B4-BE49-F238E27FC236}">
                <a16:creationId xmlns:a16="http://schemas.microsoft.com/office/drawing/2014/main" id="{362DAEB7-6BF6-C640-0ACC-393068F834B7}"/>
              </a:ext>
            </a:extLst>
          </p:cNvPr>
          <p:cNvSpPr/>
          <p:nvPr/>
        </p:nvSpPr>
        <p:spPr>
          <a:xfrm>
            <a:off x="304799" y="749300"/>
            <a:ext cx="695119" cy="387090"/>
          </a:xfrm>
          <a:prstGeom prst="parallelogram">
            <a:avLst/>
          </a:prstGeom>
          <a:solidFill>
            <a:schemeClr val="accent3">
              <a:lumMod val="75000"/>
            </a:schemeClr>
          </a:solidFill>
          <a:ln>
            <a:solidFill>
              <a:schemeClr val="accent3">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CN" sz="2200" dirty="0">
                <a:latin typeface="Impact" panose="020B0806030902050204" pitchFamily="34" charset="0"/>
              </a:rPr>
              <a:t>04</a:t>
            </a:r>
            <a:endParaRPr lang="zh-CN" altLang="en-US" sz="2200" dirty="0">
              <a:latin typeface="Impact" panose="020B0806030902050204" pitchFamily="34" charset="0"/>
            </a:endParaRPr>
          </a:p>
        </p:txBody>
      </p:sp>
    </p:spTree>
    <p:custDataLst>
      <p:tags r:id="rId1"/>
    </p:custDataLst>
    <p:extLst>
      <p:ext uri="{BB962C8B-B14F-4D97-AF65-F5344CB8AC3E}">
        <p14:creationId xmlns:p14="http://schemas.microsoft.com/office/powerpoint/2010/main" val="2921737917"/>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2" presetClass="entr" presetSubtype="4" fill="hold" nodeType="withEffect">
                                  <p:stCondLst>
                                    <p:cond delay="0"/>
                                  </p:stCondLst>
                                  <p:childTnLst>
                                    <p:set>
                                      <p:cBhvr>
                                        <p:cTn id="6" dur="1" fill="hold">
                                          <p:stCondLst>
                                            <p:cond delay="0"/>
                                          </p:stCondLst>
                                        </p:cTn>
                                        <p:tgtEl>
                                          <p:spTgt spid="7"/>
                                        </p:tgtEl>
                                        <p:attrNameLst>
                                          <p:attrName>style.visibility</p:attrName>
                                        </p:attrNameLst>
                                      </p:cBhvr>
                                      <p:to>
                                        <p:strVal val="visible"/>
                                      </p:to>
                                    </p:set>
                                    <p:anim calcmode="lin" valueType="num">
                                      <p:cBhvr additive="base">
                                        <p:cTn id="7" dur="500"/>
                                        <p:tgtEl>
                                          <p:spTgt spid="7"/>
                                        </p:tgtEl>
                                        <p:attrNameLst>
                                          <p:attrName>ppt_y</p:attrName>
                                        </p:attrNameLst>
                                      </p:cBhvr>
                                      <p:tavLst>
                                        <p:tav tm="0">
                                          <p:val>
                                            <p:strVal val="#ppt_y+#ppt_h*1.125000"/>
                                          </p:val>
                                        </p:tav>
                                        <p:tav tm="100000">
                                          <p:val>
                                            <p:strVal val="#ppt_y"/>
                                          </p:val>
                                        </p:tav>
                                      </p:tavLst>
                                    </p:anim>
                                    <p:animEffect transition="in" filter="wipe(up)">
                                      <p:cBhvr>
                                        <p:cTn id="8" dur="500"/>
                                        <p:tgtEl>
                                          <p:spTgt spid="7"/>
                                        </p:tgtEl>
                                      </p:cBhvr>
                                    </p:animEffect>
                                  </p:childTnLst>
                                </p:cTn>
                              </p:par>
                            </p:childTnLst>
                          </p:cTn>
                        </p:par>
                      </p:childTnLst>
                    </p:cTn>
                  </p:par>
                  <p:par>
                    <p:cTn id="9" fill="hold">
                      <p:stCondLst>
                        <p:cond delay="indefinite"/>
                      </p:stCondLst>
                      <p:childTnLst>
                        <p:par>
                          <p:cTn id="10" fill="hold">
                            <p:stCondLst>
                              <p:cond delay="0"/>
                            </p:stCondLst>
                            <p:childTnLst>
                              <p:par>
                                <p:cTn id="11" presetID="12" presetClass="entr" presetSubtype="4" fill="hold" nodeType="clickEffect">
                                  <p:stCondLst>
                                    <p:cond delay="0"/>
                                  </p:stCondLst>
                                  <p:childTnLst>
                                    <p:set>
                                      <p:cBhvr>
                                        <p:cTn id="12" dur="1" fill="hold">
                                          <p:stCondLst>
                                            <p:cond delay="0"/>
                                          </p:stCondLst>
                                        </p:cTn>
                                        <p:tgtEl>
                                          <p:spTgt spid="37"/>
                                        </p:tgtEl>
                                        <p:attrNameLst>
                                          <p:attrName>style.visibility</p:attrName>
                                        </p:attrNameLst>
                                      </p:cBhvr>
                                      <p:to>
                                        <p:strVal val="visible"/>
                                      </p:to>
                                    </p:set>
                                    <p:anim calcmode="lin" valueType="num">
                                      <p:cBhvr additive="base">
                                        <p:cTn id="13" dur="2000"/>
                                        <p:tgtEl>
                                          <p:spTgt spid="37"/>
                                        </p:tgtEl>
                                        <p:attrNameLst>
                                          <p:attrName>ppt_y</p:attrName>
                                        </p:attrNameLst>
                                      </p:cBhvr>
                                      <p:tavLst>
                                        <p:tav tm="0">
                                          <p:val>
                                            <p:strVal val="#ppt_y+#ppt_h*1.125000"/>
                                          </p:val>
                                        </p:tav>
                                        <p:tav tm="100000">
                                          <p:val>
                                            <p:strVal val="#ppt_y"/>
                                          </p:val>
                                        </p:tav>
                                      </p:tavLst>
                                    </p:anim>
                                    <p:animEffect transition="in" filter="wipe(up)">
                                      <p:cBhvr>
                                        <p:cTn id="14" dur="2000"/>
                                        <p:tgtEl>
                                          <p:spTgt spid="37"/>
                                        </p:tgtEl>
                                      </p:cBhvr>
                                    </p:animEffect>
                                  </p:childTnLst>
                                </p:cTn>
                              </p:par>
                              <p:par>
                                <p:cTn id="15" presetID="22" presetClass="entr" presetSubtype="8" fill="hold" grpId="0" nodeType="withEffect">
                                  <p:stCondLst>
                                    <p:cond delay="0"/>
                                  </p:stCondLst>
                                  <p:childTnLst>
                                    <p:set>
                                      <p:cBhvr>
                                        <p:cTn id="16" dur="1" fill="hold">
                                          <p:stCondLst>
                                            <p:cond delay="0"/>
                                          </p:stCondLst>
                                        </p:cTn>
                                        <p:tgtEl>
                                          <p:spTgt spid="36"/>
                                        </p:tgtEl>
                                        <p:attrNameLst>
                                          <p:attrName>style.visibility</p:attrName>
                                        </p:attrNameLst>
                                      </p:cBhvr>
                                      <p:to>
                                        <p:strVal val="visible"/>
                                      </p:to>
                                    </p:set>
                                    <p:animEffect transition="in" filter="wipe(left)">
                                      <p:cBhvr>
                                        <p:cTn id="17" dur="2000"/>
                                        <p:tgtEl>
                                          <p:spTgt spid="36"/>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6" grpId="0" animBg="1"/>
    </p:bldLst>
  </p:timing>
</p:sld>
</file>

<file path=ppt/slides/slide17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39" name="组合 38">
            <a:extLst>
              <a:ext uri="{FF2B5EF4-FFF2-40B4-BE49-F238E27FC236}">
                <a16:creationId xmlns:a16="http://schemas.microsoft.com/office/drawing/2014/main" id="{89BF7AE9-7A49-4DA4-9F49-D744CBB4820A}"/>
              </a:ext>
            </a:extLst>
          </p:cNvPr>
          <p:cNvGrpSpPr/>
          <p:nvPr/>
        </p:nvGrpSpPr>
        <p:grpSpPr>
          <a:xfrm>
            <a:off x="8193075" y="1363110"/>
            <a:ext cx="1067217" cy="917885"/>
            <a:chOff x="2146413" y="1363110"/>
            <a:chExt cx="1067217" cy="917885"/>
          </a:xfrm>
        </p:grpSpPr>
        <p:sp>
          <p:nvSpPr>
            <p:cNvPr id="44" name="矩形 43">
              <a:extLst>
                <a:ext uri="{FF2B5EF4-FFF2-40B4-BE49-F238E27FC236}">
                  <a16:creationId xmlns:a16="http://schemas.microsoft.com/office/drawing/2014/main" id="{C1815E30-86DC-494D-9CA3-D28ABD9666CB}"/>
                </a:ext>
              </a:extLst>
            </p:cNvPr>
            <p:cNvSpPr/>
            <p:nvPr/>
          </p:nvSpPr>
          <p:spPr>
            <a:xfrm>
              <a:off x="2300222" y="1739531"/>
              <a:ext cx="759600" cy="541464"/>
            </a:xfrm>
            <a:prstGeom prst="rect">
              <a:avLst/>
            </a:prstGeom>
            <a:solidFill>
              <a:schemeClr val="accent4"/>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mc:AlternateContent xmlns:mc="http://schemas.openxmlformats.org/markup-compatibility/2006" xmlns:a14="http://schemas.microsoft.com/office/drawing/2010/main">
          <mc:Choice Requires="a14">
            <p:sp>
              <p:nvSpPr>
                <p:cNvPr id="45" name="文本框 44">
                  <a:extLst>
                    <a:ext uri="{FF2B5EF4-FFF2-40B4-BE49-F238E27FC236}">
                      <a16:creationId xmlns:a16="http://schemas.microsoft.com/office/drawing/2014/main" id="{71E3C168-3773-4F1D-9947-B4E8F620FC6A}"/>
                    </a:ext>
                  </a:extLst>
                </p:cNvPr>
                <p:cNvSpPr txBox="1"/>
                <p:nvPr/>
              </p:nvSpPr>
              <p:spPr>
                <a:xfrm>
                  <a:off x="2146413" y="1363110"/>
                  <a:ext cx="1067217" cy="369332"/>
                </a:xfrm>
                <a:prstGeom prst="rect">
                  <a:avLst/>
                </a:prstGeom>
                <a:noFill/>
              </p:spPr>
              <p:txBody>
                <a:bodyPr wrap="square">
                  <a:spAutoFit/>
                </a:bodyPr>
                <a:lstStyle/>
                <a:p>
                  <a:pPr/>
                  <a14:m>
                    <m:oMathPara xmlns:m="http://schemas.openxmlformats.org/officeDocument/2006/math">
                      <m:oMathParaPr>
                        <m:jc m:val="centerGroup"/>
                      </m:oMathParaPr>
                      <m:oMath xmlns:m="http://schemas.openxmlformats.org/officeDocument/2006/math">
                        <m:sSub>
                          <m:sSubPr>
                            <m:ctrlPr>
                              <a:rPr lang="en-US" altLang="zh-CN" b="1" i="1" smtClean="0">
                                <a:solidFill>
                                  <a:schemeClr val="accent4"/>
                                </a:solidFill>
                                <a:latin typeface="Cambria Math" panose="02040503050406030204" pitchFamily="18" charset="0"/>
                              </a:rPr>
                            </m:ctrlPr>
                          </m:sSubPr>
                          <m:e>
                            <m:r>
                              <a:rPr lang="en-US" altLang="zh-CN" b="1" i="1" smtClean="0">
                                <a:solidFill>
                                  <a:schemeClr val="accent4"/>
                                </a:solidFill>
                                <a:latin typeface="Cambria Math" panose="02040503050406030204" pitchFamily="18" charset="0"/>
                              </a:rPr>
                              <m:t>𝑾</m:t>
                            </m:r>
                          </m:e>
                          <m:sub>
                            <m:r>
                              <a:rPr lang="en-US" altLang="zh-CN" b="1" i="1" smtClean="0">
                                <a:solidFill>
                                  <a:schemeClr val="accent4"/>
                                </a:solidFill>
                                <a:latin typeface="Cambria Math" panose="02040503050406030204" pitchFamily="18" charset="0"/>
                              </a:rPr>
                              <m:t>𝑹</m:t>
                            </m:r>
                          </m:sub>
                        </m:sSub>
                        <m:r>
                          <a:rPr lang="en-US" altLang="zh-CN" b="1" i="1" smtClean="0">
                            <a:solidFill>
                              <a:schemeClr val="accent4"/>
                            </a:solidFill>
                            <a:latin typeface="Cambria Math" panose="02040503050406030204" pitchFamily="18" charset="0"/>
                          </a:rPr>
                          <m:t>=</m:t>
                        </m:r>
                        <m:r>
                          <a:rPr lang="en-US" altLang="zh-CN" b="1" i="1" smtClean="0">
                            <a:solidFill>
                              <a:schemeClr val="accent4"/>
                            </a:solidFill>
                            <a:latin typeface="Cambria Math" panose="02040503050406030204" pitchFamily="18" charset="0"/>
                          </a:rPr>
                          <m:t>𝟏</m:t>
                        </m:r>
                      </m:oMath>
                    </m:oMathPara>
                  </a14:m>
                  <a:endParaRPr lang="zh-CN" altLang="en-US" dirty="0">
                    <a:solidFill>
                      <a:schemeClr val="accent3"/>
                    </a:solidFill>
                  </a:endParaRPr>
                </a:p>
              </p:txBody>
            </p:sp>
          </mc:Choice>
          <mc:Fallback xmlns="">
            <p:sp>
              <p:nvSpPr>
                <p:cNvPr id="35" name="文本框 34">
                  <a:extLst>
                    <a:ext uri="{FF2B5EF4-FFF2-40B4-BE49-F238E27FC236}">
                      <a16:creationId xmlns:a16="http://schemas.microsoft.com/office/drawing/2014/main" id="{EE98B7EB-F32B-4A4F-9072-DF021D7DCAD9}"/>
                    </a:ext>
                  </a:extLst>
                </p:cNvPr>
                <p:cNvSpPr txBox="1">
                  <a:spLocks noRot="1" noChangeAspect="1" noMove="1" noResize="1" noEditPoints="1" noAdjustHandles="1" noChangeArrowheads="1" noChangeShapeType="1" noTextEdit="1"/>
                </p:cNvSpPr>
                <p:nvPr/>
              </p:nvSpPr>
              <p:spPr>
                <a:xfrm>
                  <a:off x="2146413" y="1363110"/>
                  <a:ext cx="1067217" cy="369332"/>
                </a:xfrm>
                <a:prstGeom prst="rect">
                  <a:avLst/>
                </a:prstGeom>
                <a:blipFill>
                  <a:blip r:embed="rId3"/>
                  <a:stretch>
                    <a:fillRect b="-3333"/>
                  </a:stretch>
                </a:blipFill>
              </p:spPr>
              <p:txBody>
                <a:bodyPr/>
                <a:lstStyle/>
                <a:p>
                  <a:r>
                    <a:rPr lang="zh-CN" altLang="en-US">
                      <a:noFill/>
                    </a:rPr>
                    <a:t> </a:t>
                  </a:r>
                </a:p>
              </p:txBody>
            </p:sp>
          </mc:Fallback>
        </mc:AlternateContent>
      </p:grpSp>
      <p:grpSp>
        <p:nvGrpSpPr>
          <p:cNvPr id="11" name="组合 10">
            <a:extLst>
              <a:ext uri="{FF2B5EF4-FFF2-40B4-BE49-F238E27FC236}">
                <a16:creationId xmlns:a16="http://schemas.microsoft.com/office/drawing/2014/main" id="{DF90C5CA-FFC7-4157-9F4D-82F7622D10DD}"/>
              </a:ext>
            </a:extLst>
          </p:cNvPr>
          <p:cNvGrpSpPr/>
          <p:nvPr/>
        </p:nvGrpSpPr>
        <p:grpSpPr>
          <a:xfrm>
            <a:off x="2302928" y="5107042"/>
            <a:ext cx="6045083" cy="902040"/>
            <a:chOff x="2302928" y="5107042"/>
            <a:chExt cx="6045083" cy="902040"/>
          </a:xfrm>
        </p:grpSpPr>
        <p:sp>
          <p:nvSpPr>
            <p:cNvPr id="5" name="矩形 4">
              <a:extLst>
                <a:ext uri="{FF2B5EF4-FFF2-40B4-BE49-F238E27FC236}">
                  <a16:creationId xmlns:a16="http://schemas.microsoft.com/office/drawing/2014/main" id="{ABCDD6AB-497D-42FD-B822-48DB3891082B}"/>
                </a:ext>
              </a:extLst>
            </p:cNvPr>
            <p:cNvSpPr/>
            <p:nvPr/>
          </p:nvSpPr>
          <p:spPr>
            <a:xfrm>
              <a:off x="2302928" y="5467618"/>
              <a:ext cx="6045083" cy="541464"/>
            </a:xfrm>
            <a:prstGeom prst="rect">
              <a:avLst/>
            </a:prstGeom>
            <a:solidFill>
              <a:schemeClr val="accent3"/>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mc:AlternateContent xmlns:mc="http://schemas.openxmlformats.org/markup-compatibility/2006" xmlns:a14="http://schemas.microsoft.com/office/drawing/2010/main">
          <mc:Choice Requires="a14">
            <p:sp>
              <p:nvSpPr>
                <p:cNvPr id="23" name="文本框 22">
                  <a:extLst>
                    <a:ext uri="{FF2B5EF4-FFF2-40B4-BE49-F238E27FC236}">
                      <a16:creationId xmlns:a16="http://schemas.microsoft.com/office/drawing/2014/main" id="{ABC03EEA-26BD-4845-8ACC-3FB7B6DA9132}"/>
                    </a:ext>
                  </a:extLst>
                </p:cNvPr>
                <p:cNvSpPr txBox="1"/>
                <p:nvPr/>
              </p:nvSpPr>
              <p:spPr>
                <a:xfrm>
                  <a:off x="4909220" y="5107042"/>
                  <a:ext cx="1067217" cy="369332"/>
                </a:xfrm>
                <a:prstGeom prst="rect">
                  <a:avLst/>
                </a:prstGeom>
                <a:noFill/>
              </p:spPr>
              <p:txBody>
                <a:bodyPr wrap="square">
                  <a:spAutoFit/>
                </a:bodyPr>
                <a:lstStyle/>
                <a:p>
                  <a:pPr/>
                  <a14:m>
                    <m:oMathPara xmlns:m="http://schemas.openxmlformats.org/officeDocument/2006/math">
                      <m:oMathParaPr>
                        <m:jc m:val="centerGroup"/>
                      </m:oMathParaPr>
                      <m:oMath xmlns:m="http://schemas.openxmlformats.org/officeDocument/2006/math">
                        <m:sSub>
                          <m:sSubPr>
                            <m:ctrlPr>
                              <a:rPr lang="en-US" altLang="zh-CN" b="1" i="1" smtClean="0">
                                <a:solidFill>
                                  <a:schemeClr val="accent3"/>
                                </a:solidFill>
                                <a:latin typeface="Cambria Math" panose="02040503050406030204" pitchFamily="18" charset="0"/>
                              </a:rPr>
                            </m:ctrlPr>
                          </m:sSubPr>
                          <m:e>
                            <m:r>
                              <a:rPr lang="en-US" altLang="zh-CN" b="1" i="1" smtClean="0">
                                <a:solidFill>
                                  <a:schemeClr val="accent3"/>
                                </a:solidFill>
                                <a:latin typeface="Cambria Math" panose="02040503050406030204" pitchFamily="18" charset="0"/>
                              </a:rPr>
                              <m:t>𝑾</m:t>
                            </m:r>
                          </m:e>
                          <m:sub>
                            <m:r>
                              <a:rPr lang="en-US" altLang="zh-CN" b="1" i="1" smtClean="0">
                                <a:solidFill>
                                  <a:schemeClr val="accent3"/>
                                </a:solidFill>
                                <a:latin typeface="Cambria Math" panose="02040503050406030204" pitchFamily="18" charset="0"/>
                              </a:rPr>
                              <m:t>𝑻</m:t>
                            </m:r>
                          </m:sub>
                        </m:sSub>
                        <m:r>
                          <a:rPr lang="en-US" altLang="zh-CN" b="1" i="1" smtClean="0">
                            <a:solidFill>
                              <a:schemeClr val="accent3"/>
                            </a:solidFill>
                            <a:latin typeface="Cambria Math" panose="02040503050406030204" pitchFamily="18" charset="0"/>
                          </a:rPr>
                          <m:t>=</m:t>
                        </m:r>
                        <m:r>
                          <a:rPr lang="en-US" altLang="zh-CN" b="1" i="1" smtClean="0">
                            <a:solidFill>
                              <a:schemeClr val="accent3"/>
                            </a:solidFill>
                            <a:latin typeface="Cambria Math" panose="02040503050406030204" pitchFamily="18" charset="0"/>
                          </a:rPr>
                          <m:t>𝟖</m:t>
                        </m:r>
                      </m:oMath>
                    </m:oMathPara>
                  </a14:m>
                  <a:endParaRPr lang="zh-CN" altLang="en-US" dirty="0">
                    <a:solidFill>
                      <a:schemeClr val="accent3"/>
                    </a:solidFill>
                  </a:endParaRPr>
                </a:p>
              </p:txBody>
            </p:sp>
          </mc:Choice>
          <mc:Fallback xmlns="">
            <p:sp>
              <p:nvSpPr>
                <p:cNvPr id="23" name="文本框 22">
                  <a:extLst>
                    <a:ext uri="{FF2B5EF4-FFF2-40B4-BE49-F238E27FC236}">
                      <a16:creationId xmlns:a16="http://schemas.microsoft.com/office/drawing/2014/main" id="{ABC03EEA-26BD-4845-8ACC-3FB7B6DA9132}"/>
                    </a:ext>
                  </a:extLst>
                </p:cNvPr>
                <p:cNvSpPr txBox="1">
                  <a:spLocks noRot="1" noChangeAspect="1" noMove="1" noResize="1" noEditPoints="1" noAdjustHandles="1" noChangeArrowheads="1" noChangeShapeType="1" noTextEdit="1"/>
                </p:cNvSpPr>
                <p:nvPr/>
              </p:nvSpPr>
              <p:spPr>
                <a:xfrm>
                  <a:off x="4909220" y="5107042"/>
                  <a:ext cx="1067217" cy="369332"/>
                </a:xfrm>
                <a:prstGeom prst="rect">
                  <a:avLst/>
                </a:prstGeom>
                <a:blipFill>
                  <a:blip r:embed="rId4"/>
                  <a:stretch>
                    <a:fillRect b="-3333"/>
                  </a:stretch>
                </a:blipFill>
              </p:spPr>
              <p:txBody>
                <a:bodyPr/>
                <a:lstStyle/>
                <a:p>
                  <a:r>
                    <a:rPr lang="zh-CN" altLang="en-US">
                      <a:noFill/>
                    </a:rPr>
                    <a:t> </a:t>
                  </a:r>
                </a:p>
              </p:txBody>
            </p:sp>
          </mc:Fallback>
        </mc:AlternateContent>
      </p:grpSp>
      <p:grpSp>
        <p:nvGrpSpPr>
          <p:cNvPr id="4" name="组合 3">
            <a:extLst>
              <a:ext uri="{FF2B5EF4-FFF2-40B4-BE49-F238E27FC236}">
                <a16:creationId xmlns:a16="http://schemas.microsoft.com/office/drawing/2014/main" id="{9A1EA9F2-FCB6-48C3-935F-7AE7E3AD14AC}"/>
              </a:ext>
            </a:extLst>
          </p:cNvPr>
          <p:cNvGrpSpPr/>
          <p:nvPr/>
        </p:nvGrpSpPr>
        <p:grpSpPr>
          <a:xfrm>
            <a:off x="304800" y="749300"/>
            <a:ext cx="6192344" cy="400110"/>
            <a:chOff x="424117" y="898245"/>
            <a:chExt cx="6192344" cy="400110"/>
          </a:xfrm>
        </p:grpSpPr>
        <p:sp>
          <p:nvSpPr>
            <p:cNvPr id="2" name="平行四边形 1">
              <a:extLst>
                <a:ext uri="{FF2B5EF4-FFF2-40B4-BE49-F238E27FC236}">
                  <a16:creationId xmlns:a16="http://schemas.microsoft.com/office/drawing/2014/main" id="{1F5BAA3F-9845-4F89-A2DD-8222D3E4EDAC}"/>
                </a:ext>
              </a:extLst>
            </p:cNvPr>
            <p:cNvSpPr/>
            <p:nvPr/>
          </p:nvSpPr>
          <p:spPr>
            <a:xfrm>
              <a:off x="424117" y="898245"/>
              <a:ext cx="628306" cy="387090"/>
            </a:xfrm>
            <a:prstGeom prst="parallelogram">
              <a:avLst/>
            </a:prstGeom>
            <a:solidFill>
              <a:schemeClr val="accent3">
                <a:lumMod val="75000"/>
              </a:schemeClr>
            </a:solidFill>
            <a:ln>
              <a:solidFill>
                <a:schemeClr val="accent3">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CN" sz="2200" dirty="0">
                  <a:latin typeface="Impact" panose="020B0806030902050204" pitchFamily="34" charset="0"/>
                </a:rPr>
                <a:t>01</a:t>
              </a:r>
              <a:endParaRPr lang="zh-CN" altLang="en-US" sz="2200" dirty="0">
                <a:latin typeface="Impact" panose="020B0806030902050204" pitchFamily="34" charset="0"/>
              </a:endParaRPr>
            </a:p>
          </p:txBody>
        </p:sp>
        <p:sp>
          <p:nvSpPr>
            <p:cNvPr id="3" name="文本框 2">
              <a:extLst>
                <a:ext uri="{FF2B5EF4-FFF2-40B4-BE49-F238E27FC236}">
                  <a16:creationId xmlns:a16="http://schemas.microsoft.com/office/drawing/2014/main" id="{4D6BD736-A4D3-4F26-AFED-36E11F50F70B}"/>
                </a:ext>
              </a:extLst>
            </p:cNvPr>
            <p:cNvSpPr txBox="1"/>
            <p:nvPr/>
          </p:nvSpPr>
          <p:spPr>
            <a:xfrm>
              <a:off x="1052423" y="898245"/>
              <a:ext cx="5564038" cy="400110"/>
            </a:xfrm>
            <a:prstGeom prst="rect">
              <a:avLst/>
            </a:prstGeom>
            <a:noFill/>
          </p:spPr>
          <p:txBody>
            <a:bodyPr wrap="square" rtlCol="0">
              <a:spAutoFit/>
            </a:bodyPr>
            <a:lstStyle/>
            <a:p>
              <a:r>
                <a:rPr lang="zh-CN" altLang="en-US" sz="2000" b="1" dirty="0"/>
                <a:t>回退</a:t>
              </a:r>
              <a:r>
                <a:rPr lang="en-US" altLang="zh-CN" sz="2000" b="1" dirty="0"/>
                <a:t>N</a:t>
              </a:r>
              <a:r>
                <a:rPr lang="zh-CN" altLang="en-US" sz="2000" b="1" dirty="0"/>
                <a:t>帧协议</a:t>
              </a:r>
            </a:p>
          </p:txBody>
        </p:sp>
      </p:grpSp>
      <p:grpSp>
        <p:nvGrpSpPr>
          <p:cNvPr id="20" name="组合 19">
            <a:extLst>
              <a:ext uri="{FF2B5EF4-FFF2-40B4-BE49-F238E27FC236}">
                <a16:creationId xmlns:a16="http://schemas.microsoft.com/office/drawing/2014/main" id="{87756F0E-46C2-4571-B23D-C8472E9FD1FB}"/>
              </a:ext>
            </a:extLst>
          </p:cNvPr>
          <p:cNvGrpSpPr/>
          <p:nvPr/>
        </p:nvGrpSpPr>
        <p:grpSpPr>
          <a:xfrm>
            <a:off x="475097" y="1263518"/>
            <a:ext cx="1355161" cy="5114896"/>
            <a:chOff x="475097" y="1263518"/>
            <a:chExt cx="1355161" cy="5114896"/>
          </a:xfrm>
        </p:grpSpPr>
        <p:cxnSp>
          <p:nvCxnSpPr>
            <p:cNvPr id="17" name="直接连接符 16">
              <a:extLst>
                <a:ext uri="{FF2B5EF4-FFF2-40B4-BE49-F238E27FC236}">
                  <a16:creationId xmlns:a16="http://schemas.microsoft.com/office/drawing/2014/main" id="{5A41A17A-7B81-47D8-BDBB-76B8F1AA71D6}"/>
                </a:ext>
              </a:extLst>
            </p:cNvPr>
            <p:cNvCxnSpPr>
              <a:cxnSpLocks/>
            </p:cNvCxnSpPr>
            <p:nvPr/>
          </p:nvCxnSpPr>
          <p:spPr>
            <a:xfrm flipV="1">
              <a:off x="1208367" y="2012996"/>
              <a:ext cx="0" cy="3813858"/>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nvGrpSpPr>
            <p:cNvPr id="9" name="组合 8">
              <a:extLst>
                <a:ext uri="{FF2B5EF4-FFF2-40B4-BE49-F238E27FC236}">
                  <a16:creationId xmlns:a16="http://schemas.microsoft.com/office/drawing/2014/main" id="{A2B5FA1F-35FA-42E7-8D74-E7431B6AAA3C}"/>
                </a:ext>
              </a:extLst>
            </p:cNvPr>
            <p:cNvGrpSpPr/>
            <p:nvPr/>
          </p:nvGrpSpPr>
          <p:grpSpPr>
            <a:xfrm>
              <a:off x="700096" y="5368000"/>
              <a:ext cx="905164" cy="1010414"/>
              <a:chOff x="700096" y="5368000"/>
              <a:chExt cx="905164" cy="1010414"/>
            </a:xfrm>
          </p:grpSpPr>
          <p:pic>
            <p:nvPicPr>
              <p:cNvPr id="214" name="图形 213">
                <a:extLst>
                  <a:ext uri="{FF2B5EF4-FFF2-40B4-BE49-F238E27FC236}">
                    <a16:creationId xmlns:a16="http://schemas.microsoft.com/office/drawing/2014/main" id="{D949CB40-4FF6-4E8C-991B-66D24C6ADF05}"/>
                  </a:ext>
                </a:extLst>
              </p:cNvPr>
              <p:cNvPicPr>
                <a:picLocks noChangeAspect="1"/>
              </p:cNvPicPr>
              <p:nvPr/>
            </p:nvPicPr>
            <p:blipFill>
              <a:blip r:embed="rId5">
                <a:extLst>
                  <a:ext uri="{28A0092B-C50C-407E-A947-70E740481C1C}">
                    <a14:useLocalDpi xmlns:a14="http://schemas.microsoft.com/office/drawing/2010/main" val="0"/>
                  </a:ext>
                  <a:ext uri="{96DAC541-7B7A-43D3-8B79-37D633B846F1}">
                    <asvg:svgBlip xmlns:asvg="http://schemas.microsoft.com/office/drawing/2016/SVG/main" r:embed="rId6"/>
                  </a:ext>
                </a:extLst>
              </a:blip>
              <a:stretch>
                <a:fillRect/>
              </a:stretch>
            </p:blipFill>
            <p:spPr>
              <a:xfrm>
                <a:off x="821271" y="5368000"/>
                <a:ext cx="662814" cy="641082"/>
              </a:xfrm>
              <a:prstGeom prst="rect">
                <a:avLst/>
              </a:prstGeom>
            </p:spPr>
          </p:pic>
          <p:sp>
            <p:nvSpPr>
              <p:cNvPr id="218" name="文本框 217">
                <a:extLst>
                  <a:ext uri="{FF2B5EF4-FFF2-40B4-BE49-F238E27FC236}">
                    <a16:creationId xmlns:a16="http://schemas.microsoft.com/office/drawing/2014/main" id="{584D12FE-712D-432B-A48B-3084189F6B6C}"/>
                  </a:ext>
                </a:extLst>
              </p:cNvPr>
              <p:cNvSpPr txBox="1"/>
              <p:nvPr/>
            </p:nvSpPr>
            <p:spPr>
              <a:xfrm>
                <a:off x="700096" y="6009082"/>
                <a:ext cx="905164" cy="369332"/>
              </a:xfrm>
              <a:prstGeom prst="rect">
                <a:avLst/>
              </a:prstGeom>
              <a:noFill/>
            </p:spPr>
            <p:txBody>
              <a:bodyPr wrap="square" rtlCol="0">
                <a:spAutoFit/>
              </a:bodyPr>
              <a:lstStyle/>
              <a:p>
                <a:r>
                  <a:rPr lang="zh-CN" altLang="en-US" b="1" dirty="0">
                    <a:latin typeface="+mn-ea"/>
                  </a:rPr>
                  <a:t>发送方</a:t>
                </a:r>
              </a:p>
            </p:txBody>
          </p:sp>
        </p:grpSp>
        <p:grpSp>
          <p:nvGrpSpPr>
            <p:cNvPr id="8" name="组合 7">
              <a:extLst>
                <a:ext uri="{FF2B5EF4-FFF2-40B4-BE49-F238E27FC236}">
                  <a16:creationId xmlns:a16="http://schemas.microsoft.com/office/drawing/2014/main" id="{0ACAF080-95D4-4F76-A817-06EA84E449C9}"/>
                </a:ext>
              </a:extLst>
            </p:cNvPr>
            <p:cNvGrpSpPr/>
            <p:nvPr/>
          </p:nvGrpSpPr>
          <p:grpSpPr>
            <a:xfrm>
              <a:off x="878301" y="1263518"/>
              <a:ext cx="905164" cy="1027908"/>
              <a:chOff x="878301" y="1390382"/>
              <a:chExt cx="905164" cy="1027908"/>
            </a:xfrm>
          </p:grpSpPr>
          <p:pic>
            <p:nvPicPr>
              <p:cNvPr id="210" name="图形 209">
                <a:extLst>
                  <a:ext uri="{FF2B5EF4-FFF2-40B4-BE49-F238E27FC236}">
                    <a16:creationId xmlns:a16="http://schemas.microsoft.com/office/drawing/2014/main" id="{61E01467-74F7-469C-BAD5-DFFB1234E440}"/>
                  </a:ext>
                </a:extLst>
              </p:cNvPr>
              <p:cNvPicPr>
                <a:picLocks noChangeAspect="1"/>
              </p:cNvPicPr>
              <p:nvPr/>
            </p:nvPicPr>
            <p:blipFill>
              <a:blip r:embed="rId7">
                <a:extLst>
                  <a:ext uri="{28A0092B-C50C-407E-A947-70E740481C1C}">
                    <a14:useLocalDpi xmlns:a14="http://schemas.microsoft.com/office/drawing/2010/main" val="0"/>
                  </a:ext>
                  <a:ext uri="{96DAC541-7B7A-43D3-8B79-37D633B846F1}">
                    <asvg:svgBlip xmlns:asvg="http://schemas.microsoft.com/office/drawing/2016/SVG/main" r:embed="rId8"/>
                  </a:ext>
                </a:extLst>
              </a:blip>
              <a:stretch>
                <a:fillRect/>
              </a:stretch>
            </p:blipFill>
            <p:spPr>
              <a:xfrm>
                <a:off x="984826" y="1759714"/>
                <a:ext cx="501772" cy="658576"/>
              </a:xfrm>
              <a:prstGeom prst="rect">
                <a:avLst/>
              </a:prstGeom>
            </p:spPr>
          </p:pic>
          <p:sp>
            <p:nvSpPr>
              <p:cNvPr id="219" name="文本框 218">
                <a:extLst>
                  <a:ext uri="{FF2B5EF4-FFF2-40B4-BE49-F238E27FC236}">
                    <a16:creationId xmlns:a16="http://schemas.microsoft.com/office/drawing/2014/main" id="{B105E330-42F6-4FA8-914C-123FFA0756D5}"/>
                  </a:ext>
                </a:extLst>
              </p:cNvPr>
              <p:cNvSpPr txBox="1"/>
              <p:nvPr/>
            </p:nvSpPr>
            <p:spPr>
              <a:xfrm>
                <a:off x="878301" y="1390382"/>
                <a:ext cx="905164" cy="369332"/>
              </a:xfrm>
              <a:prstGeom prst="rect">
                <a:avLst/>
              </a:prstGeom>
              <a:noFill/>
            </p:spPr>
            <p:txBody>
              <a:bodyPr wrap="square" rtlCol="0">
                <a:spAutoFit/>
              </a:bodyPr>
              <a:lstStyle/>
              <a:p>
                <a:r>
                  <a:rPr lang="zh-CN" altLang="en-US" b="1" dirty="0">
                    <a:latin typeface="+mn-ea"/>
                  </a:rPr>
                  <a:t>接收方</a:t>
                </a:r>
              </a:p>
            </p:txBody>
          </p:sp>
        </p:grpSp>
        <p:sp>
          <p:nvSpPr>
            <p:cNvPr id="57" name="云形 56">
              <a:extLst>
                <a:ext uri="{FF2B5EF4-FFF2-40B4-BE49-F238E27FC236}">
                  <a16:creationId xmlns:a16="http://schemas.microsoft.com/office/drawing/2014/main" id="{8D58A5DA-48AF-4D62-A0E1-92B6F8CBE1F4}"/>
                </a:ext>
              </a:extLst>
            </p:cNvPr>
            <p:cNvSpPr/>
            <p:nvPr/>
          </p:nvSpPr>
          <p:spPr>
            <a:xfrm>
              <a:off x="475097" y="3429014"/>
              <a:ext cx="1355161" cy="801398"/>
            </a:xfrm>
            <a:prstGeom prst="cloud">
              <a:avLst/>
            </a:prstGeom>
            <a:solidFill>
              <a:schemeClr val="bg1">
                <a:lumMod val="85000"/>
              </a:schemeClr>
            </a:solidFill>
            <a:ln>
              <a:solidFill>
                <a:schemeClr val="bg1">
                  <a:lumMod val="85000"/>
                </a:schemeClr>
              </a:solidFill>
            </a:ln>
          </p:spPr>
          <p:style>
            <a:lnRef idx="2">
              <a:schemeClr val="accent3">
                <a:shade val="50000"/>
              </a:schemeClr>
            </a:lnRef>
            <a:fillRef idx="1">
              <a:schemeClr val="accent3"/>
            </a:fillRef>
            <a:effectRef idx="0">
              <a:schemeClr val="accent3"/>
            </a:effectRef>
            <a:fontRef idx="minor">
              <a:schemeClr val="lt1"/>
            </a:fontRef>
          </p:style>
          <p:txBody>
            <a:bodyPr rtlCol="0" anchor="ctr"/>
            <a:lstStyle/>
            <a:p>
              <a:pPr algn="ctr"/>
              <a:r>
                <a:rPr lang="zh-CN" altLang="en-US" b="1" dirty="0">
                  <a:solidFill>
                    <a:schemeClr val="tx1"/>
                  </a:solidFill>
                  <a:latin typeface="+mn-ea"/>
                </a:rPr>
                <a:t>因特网</a:t>
              </a:r>
            </a:p>
          </p:txBody>
        </p:sp>
      </p:grpSp>
      <p:graphicFrame>
        <p:nvGraphicFramePr>
          <p:cNvPr id="21" name="表格 21">
            <a:extLst>
              <a:ext uri="{FF2B5EF4-FFF2-40B4-BE49-F238E27FC236}">
                <a16:creationId xmlns:a16="http://schemas.microsoft.com/office/drawing/2014/main" id="{CE497585-4F97-4F44-9ABE-D7BBA16B40E0}"/>
              </a:ext>
            </a:extLst>
          </p:cNvPr>
          <p:cNvGraphicFramePr>
            <a:graphicFrameLocks noGrp="1"/>
          </p:cNvGraphicFramePr>
          <p:nvPr/>
        </p:nvGraphicFramePr>
        <p:xfrm>
          <a:off x="2302929" y="5557308"/>
          <a:ext cx="9067800" cy="370840"/>
        </p:xfrm>
        <a:graphic>
          <a:graphicData uri="http://schemas.openxmlformats.org/drawingml/2006/table">
            <a:tbl>
              <a:tblPr firstRow="1" bandRow="1">
                <a:tableStyleId>{5C22544A-7EE6-4342-B048-85BDC9FD1C3A}</a:tableStyleId>
              </a:tblPr>
              <a:tblGrid>
                <a:gridCol w="755650">
                  <a:extLst>
                    <a:ext uri="{9D8B030D-6E8A-4147-A177-3AD203B41FA5}">
                      <a16:colId xmlns:a16="http://schemas.microsoft.com/office/drawing/2014/main" val="877486509"/>
                    </a:ext>
                  </a:extLst>
                </a:gridCol>
                <a:gridCol w="755650">
                  <a:extLst>
                    <a:ext uri="{9D8B030D-6E8A-4147-A177-3AD203B41FA5}">
                      <a16:colId xmlns:a16="http://schemas.microsoft.com/office/drawing/2014/main" val="3548605817"/>
                    </a:ext>
                  </a:extLst>
                </a:gridCol>
                <a:gridCol w="755650">
                  <a:extLst>
                    <a:ext uri="{9D8B030D-6E8A-4147-A177-3AD203B41FA5}">
                      <a16:colId xmlns:a16="http://schemas.microsoft.com/office/drawing/2014/main" val="2881812895"/>
                    </a:ext>
                  </a:extLst>
                </a:gridCol>
                <a:gridCol w="755650">
                  <a:extLst>
                    <a:ext uri="{9D8B030D-6E8A-4147-A177-3AD203B41FA5}">
                      <a16:colId xmlns:a16="http://schemas.microsoft.com/office/drawing/2014/main" val="3682284582"/>
                    </a:ext>
                  </a:extLst>
                </a:gridCol>
                <a:gridCol w="755650">
                  <a:extLst>
                    <a:ext uri="{9D8B030D-6E8A-4147-A177-3AD203B41FA5}">
                      <a16:colId xmlns:a16="http://schemas.microsoft.com/office/drawing/2014/main" val="500127722"/>
                    </a:ext>
                  </a:extLst>
                </a:gridCol>
                <a:gridCol w="755650">
                  <a:extLst>
                    <a:ext uri="{9D8B030D-6E8A-4147-A177-3AD203B41FA5}">
                      <a16:colId xmlns:a16="http://schemas.microsoft.com/office/drawing/2014/main" val="2946259618"/>
                    </a:ext>
                  </a:extLst>
                </a:gridCol>
                <a:gridCol w="755650">
                  <a:extLst>
                    <a:ext uri="{9D8B030D-6E8A-4147-A177-3AD203B41FA5}">
                      <a16:colId xmlns:a16="http://schemas.microsoft.com/office/drawing/2014/main" val="171501986"/>
                    </a:ext>
                  </a:extLst>
                </a:gridCol>
                <a:gridCol w="755650">
                  <a:extLst>
                    <a:ext uri="{9D8B030D-6E8A-4147-A177-3AD203B41FA5}">
                      <a16:colId xmlns:a16="http://schemas.microsoft.com/office/drawing/2014/main" val="1667185265"/>
                    </a:ext>
                  </a:extLst>
                </a:gridCol>
                <a:gridCol w="755650">
                  <a:extLst>
                    <a:ext uri="{9D8B030D-6E8A-4147-A177-3AD203B41FA5}">
                      <a16:colId xmlns:a16="http://schemas.microsoft.com/office/drawing/2014/main" val="4258211808"/>
                    </a:ext>
                  </a:extLst>
                </a:gridCol>
                <a:gridCol w="755650">
                  <a:extLst>
                    <a:ext uri="{9D8B030D-6E8A-4147-A177-3AD203B41FA5}">
                      <a16:colId xmlns:a16="http://schemas.microsoft.com/office/drawing/2014/main" val="1794200575"/>
                    </a:ext>
                  </a:extLst>
                </a:gridCol>
                <a:gridCol w="755650">
                  <a:extLst>
                    <a:ext uri="{9D8B030D-6E8A-4147-A177-3AD203B41FA5}">
                      <a16:colId xmlns:a16="http://schemas.microsoft.com/office/drawing/2014/main" val="4230716487"/>
                    </a:ext>
                  </a:extLst>
                </a:gridCol>
                <a:gridCol w="755650">
                  <a:extLst>
                    <a:ext uri="{9D8B030D-6E8A-4147-A177-3AD203B41FA5}">
                      <a16:colId xmlns:a16="http://schemas.microsoft.com/office/drawing/2014/main" val="56153739"/>
                    </a:ext>
                  </a:extLst>
                </a:gridCol>
              </a:tblGrid>
              <a:tr h="370840">
                <a:tc>
                  <a:txBody>
                    <a:bodyPr/>
                    <a:lstStyle/>
                    <a:p>
                      <a:pPr algn="ctr"/>
                      <a:r>
                        <a:rPr lang="en-US" altLang="zh-CN" dirty="0">
                          <a:solidFill>
                            <a:schemeClr val="tx1"/>
                          </a:solidFill>
                          <a:latin typeface="Arial Black" panose="020B0A04020102020204" pitchFamily="34" charset="0"/>
                        </a:rPr>
                        <a:t>0</a:t>
                      </a:r>
                      <a:endParaRPr lang="zh-CN" altLang="en-US" dirty="0">
                        <a:solidFill>
                          <a:schemeClr val="tx1"/>
                        </a:solidFill>
                        <a:latin typeface="Arial Black" panose="020B0A04020102020204" pitchFamily="34" charset="0"/>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ctr"/>
                      <a:r>
                        <a:rPr lang="en-US" altLang="zh-CN" dirty="0">
                          <a:solidFill>
                            <a:schemeClr val="tx1"/>
                          </a:solidFill>
                          <a:latin typeface="Arial Black" panose="020B0A04020102020204" pitchFamily="34" charset="0"/>
                        </a:rPr>
                        <a:t>1</a:t>
                      </a:r>
                      <a:endParaRPr lang="zh-CN" altLang="en-US" dirty="0">
                        <a:solidFill>
                          <a:schemeClr val="tx1"/>
                        </a:solidFill>
                        <a:latin typeface="Arial Black" panose="020B0A04020102020204" pitchFamily="34" charset="0"/>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ctr"/>
                      <a:r>
                        <a:rPr lang="en-US" altLang="zh-CN" dirty="0">
                          <a:solidFill>
                            <a:schemeClr val="tx1"/>
                          </a:solidFill>
                          <a:latin typeface="Arial Black" panose="020B0A04020102020204" pitchFamily="34" charset="0"/>
                        </a:rPr>
                        <a:t>2</a:t>
                      </a:r>
                      <a:endParaRPr lang="zh-CN" altLang="en-US" dirty="0">
                        <a:solidFill>
                          <a:schemeClr val="tx1"/>
                        </a:solidFill>
                        <a:latin typeface="Arial Black" panose="020B0A04020102020204" pitchFamily="34" charset="0"/>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ctr"/>
                      <a:r>
                        <a:rPr lang="en-US" altLang="zh-CN" dirty="0">
                          <a:solidFill>
                            <a:schemeClr val="tx1"/>
                          </a:solidFill>
                          <a:latin typeface="Arial Black" panose="020B0A04020102020204" pitchFamily="34" charset="0"/>
                        </a:rPr>
                        <a:t>3</a:t>
                      </a:r>
                      <a:endParaRPr lang="zh-CN" altLang="en-US" dirty="0">
                        <a:solidFill>
                          <a:schemeClr val="tx1"/>
                        </a:solidFill>
                        <a:latin typeface="Arial Black" panose="020B0A04020102020204" pitchFamily="34" charset="0"/>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ctr"/>
                      <a:r>
                        <a:rPr lang="en-US" altLang="zh-CN" dirty="0">
                          <a:solidFill>
                            <a:schemeClr val="tx1"/>
                          </a:solidFill>
                          <a:latin typeface="Arial Black" panose="020B0A04020102020204" pitchFamily="34" charset="0"/>
                        </a:rPr>
                        <a:t>4</a:t>
                      </a:r>
                      <a:endParaRPr lang="zh-CN" altLang="en-US" dirty="0">
                        <a:solidFill>
                          <a:schemeClr val="tx1"/>
                        </a:solidFill>
                        <a:latin typeface="Arial Black" panose="020B0A04020102020204" pitchFamily="34" charset="0"/>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ctr"/>
                      <a:r>
                        <a:rPr lang="en-US" altLang="zh-CN" dirty="0">
                          <a:solidFill>
                            <a:schemeClr val="tx1"/>
                          </a:solidFill>
                          <a:latin typeface="Arial Black" panose="020B0A04020102020204" pitchFamily="34" charset="0"/>
                        </a:rPr>
                        <a:t>5</a:t>
                      </a:r>
                      <a:endParaRPr lang="zh-CN" altLang="en-US" dirty="0">
                        <a:solidFill>
                          <a:schemeClr val="tx1"/>
                        </a:solidFill>
                        <a:latin typeface="Arial Black" panose="020B0A04020102020204" pitchFamily="34" charset="0"/>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ctr"/>
                      <a:r>
                        <a:rPr lang="en-US" altLang="zh-CN" dirty="0">
                          <a:solidFill>
                            <a:schemeClr val="tx1"/>
                          </a:solidFill>
                          <a:latin typeface="Arial Black" panose="020B0A04020102020204" pitchFamily="34" charset="0"/>
                        </a:rPr>
                        <a:t>6</a:t>
                      </a:r>
                      <a:endParaRPr lang="zh-CN" altLang="en-US" dirty="0">
                        <a:solidFill>
                          <a:schemeClr val="tx1"/>
                        </a:solidFill>
                        <a:latin typeface="Arial Black" panose="020B0A04020102020204" pitchFamily="34" charset="0"/>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ctr"/>
                      <a:r>
                        <a:rPr lang="en-US" altLang="zh-CN" dirty="0">
                          <a:solidFill>
                            <a:schemeClr val="tx1"/>
                          </a:solidFill>
                          <a:latin typeface="Arial Black" panose="020B0A04020102020204" pitchFamily="34" charset="0"/>
                        </a:rPr>
                        <a:t>7</a:t>
                      </a:r>
                      <a:endParaRPr lang="zh-CN" altLang="en-US" dirty="0">
                        <a:solidFill>
                          <a:schemeClr val="tx1"/>
                        </a:solidFill>
                        <a:latin typeface="Arial Black" panose="020B0A04020102020204" pitchFamily="34" charset="0"/>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ctr"/>
                      <a:r>
                        <a:rPr lang="en-US" altLang="zh-CN" dirty="0">
                          <a:solidFill>
                            <a:schemeClr val="tx1"/>
                          </a:solidFill>
                          <a:latin typeface="Arial Black" panose="020B0A04020102020204" pitchFamily="34" charset="0"/>
                        </a:rPr>
                        <a:t>0</a:t>
                      </a:r>
                      <a:endParaRPr lang="zh-CN" altLang="en-US" dirty="0">
                        <a:solidFill>
                          <a:schemeClr val="tx1"/>
                        </a:solidFill>
                        <a:latin typeface="Arial Black" panose="020B0A04020102020204" pitchFamily="34" charset="0"/>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ctr"/>
                      <a:r>
                        <a:rPr lang="en-US" altLang="zh-CN" dirty="0">
                          <a:solidFill>
                            <a:schemeClr val="tx1"/>
                          </a:solidFill>
                          <a:latin typeface="Arial Black" panose="020B0A04020102020204" pitchFamily="34" charset="0"/>
                        </a:rPr>
                        <a:t>1</a:t>
                      </a:r>
                      <a:endParaRPr lang="zh-CN" altLang="en-US" dirty="0">
                        <a:solidFill>
                          <a:schemeClr val="tx1"/>
                        </a:solidFill>
                        <a:latin typeface="Arial Black" panose="020B0A04020102020204" pitchFamily="34" charset="0"/>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ctr"/>
                      <a:r>
                        <a:rPr lang="en-US" altLang="zh-CN" dirty="0">
                          <a:solidFill>
                            <a:schemeClr val="tx1"/>
                          </a:solidFill>
                          <a:latin typeface="Arial Black" panose="020B0A04020102020204" pitchFamily="34" charset="0"/>
                        </a:rPr>
                        <a:t>2</a:t>
                      </a:r>
                      <a:endParaRPr lang="zh-CN" altLang="en-US" dirty="0">
                        <a:solidFill>
                          <a:schemeClr val="tx1"/>
                        </a:solidFill>
                        <a:latin typeface="Arial Black" panose="020B0A04020102020204" pitchFamily="34" charset="0"/>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ctr"/>
                      <a:r>
                        <a:rPr lang="en-US" altLang="zh-CN" dirty="0">
                          <a:solidFill>
                            <a:schemeClr val="tx1"/>
                          </a:solidFill>
                          <a:latin typeface="Arial Black" panose="020B0A04020102020204" pitchFamily="34" charset="0"/>
                        </a:rPr>
                        <a:t>…</a:t>
                      </a:r>
                      <a:endParaRPr lang="zh-CN" altLang="en-US" dirty="0">
                        <a:solidFill>
                          <a:schemeClr val="tx1"/>
                        </a:solidFill>
                        <a:latin typeface="Arial Black" panose="020B0A04020102020204" pitchFamily="34" charset="0"/>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extLst>
                  <a:ext uri="{0D108BD9-81ED-4DB2-BD59-A6C34878D82A}">
                    <a16:rowId xmlns:a16="http://schemas.microsoft.com/office/drawing/2014/main" val="316235763"/>
                  </a:ext>
                </a:extLst>
              </a:tr>
            </a:tbl>
          </a:graphicData>
        </a:graphic>
      </p:graphicFrame>
      <p:graphicFrame>
        <p:nvGraphicFramePr>
          <p:cNvPr id="68" name="表格 21">
            <a:extLst>
              <a:ext uri="{FF2B5EF4-FFF2-40B4-BE49-F238E27FC236}">
                <a16:creationId xmlns:a16="http://schemas.microsoft.com/office/drawing/2014/main" id="{D9B4273D-C94E-42E6-A39B-908C6FA1D8AF}"/>
              </a:ext>
            </a:extLst>
          </p:cNvPr>
          <p:cNvGraphicFramePr>
            <a:graphicFrameLocks noGrp="1"/>
          </p:cNvGraphicFramePr>
          <p:nvPr/>
        </p:nvGraphicFramePr>
        <p:xfrm>
          <a:off x="2302929" y="1827576"/>
          <a:ext cx="9067800" cy="370840"/>
        </p:xfrm>
        <a:graphic>
          <a:graphicData uri="http://schemas.openxmlformats.org/drawingml/2006/table">
            <a:tbl>
              <a:tblPr firstRow="1" bandRow="1">
                <a:tableStyleId>{5C22544A-7EE6-4342-B048-85BDC9FD1C3A}</a:tableStyleId>
              </a:tblPr>
              <a:tblGrid>
                <a:gridCol w="755650">
                  <a:extLst>
                    <a:ext uri="{9D8B030D-6E8A-4147-A177-3AD203B41FA5}">
                      <a16:colId xmlns:a16="http://schemas.microsoft.com/office/drawing/2014/main" val="877486509"/>
                    </a:ext>
                  </a:extLst>
                </a:gridCol>
                <a:gridCol w="755650">
                  <a:extLst>
                    <a:ext uri="{9D8B030D-6E8A-4147-A177-3AD203B41FA5}">
                      <a16:colId xmlns:a16="http://schemas.microsoft.com/office/drawing/2014/main" val="3548605817"/>
                    </a:ext>
                  </a:extLst>
                </a:gridCol>
                <a:gridCol w="755650">
                  <a:extLst>
                    <a:ext uri="{9D8B030D-6E8A-4147-A177-3AD203B41FA5}">
                      <a16:colId xmlns:a16="http://schemas.microsoft.com/office/drawing/2014/main" val="2881812895"/>
                    </a:ext>
                  </a:extLst>
                </a:gridCol>
                <a:gridCol w="755650">
                  <a:extLst>
                    <a:ext uri="{9D8B030D-6E8A-4147-A177-3AD203B41FA5}">
                      <a16:colId xmlns:a16="http://schemas.microsoft.com/office/drawing/2014/main" val="3682284582"/>
                    </a:ext>
                  </a:extLst>
                </a:gridCol>
                <a:gridCol w="755650">
                  <a:extLst>
                    <a:ext uri="{9D8B030D-6E8A-4147-A177-3AD203B41FA5}">
                      <a16:colId xmlns:a16="http://schemas.microsoft.com/office/drawing/2014/main" val="500127722"/>
                    </a:ext>
                  </a:extLst>
                </a:gridCol>
                <a:gridCol w="755650">
                  <a:extLst>
                    <a:ext uri="{9D8B030D-6E8A-4147-A177-3AD203B41FA5}">
                      <a16:colId xmlns:a16="http://schemas.microsoft.com/office/drawing/2014/main" val="2946259618"/>
                    </a:ext>
                  </a:extLst>
                </a:gridCol>
                <a:gridCol w="755650">
                  <a:extLst>
                    <a:ext uri="{9D8B030D-6E8A-4147-A177-3AD203B41FA5}">
                      <a16:colId xmlns:a16="http://schemas.microsoft.com/office/drawing/2014/main" val="171501986"/>
                    </a:ext>
                  </a:extLst>
                </a:gridCol>
                <a:gridCol w="755650">
                  <a:extLst>
                    <a:ext uri="{9D8B030D-6E8A-4147-A177-3AD203B41FA5}">
                      <a16:colId xmlns:a16="http://schemas.microsoft.com/office/drawing/2014/main" val="1667185265"/>
                    </a:ext>
                  </a:extLst>
                </a:gridCol>
                <a:gridCol w="755650">
                  <a:extLst>
                    <a:ext uri="{9D8B030D-6E8A-4147-A177-3AD203B41FA5}">
                      <a16:colId xmlns:a16="http://schemas.microsoft.com/office/drawing/2014/main" val="4258211808"/>
                    </a:ext>
                  </a:extLst>
                </a:gridCol>
                <a:gridCol w="755650">
                  <a:extLst>
                    <a:ext uri="{9D8B030D-6E8A-4147-A177-3AD203B41FA5}">
                      <a16:colId xmlns:a16="http://schemas.microsoft.com/office/drawing/2014/main" val="1794200575"/>
                    </a:ext>
                  </a:extLst>
                </a:gridCol>
                <a:gridCol w="755650">
                  <a:extLst>
                    <a:ext uri="{9D8B030D-6E8A-4147-A177-3AD203B41FA5}">
                      <a16:colId xmlns:a16="http://schemas.microsoft.com/office/drawing/2014/main" val="4230716487"/>
                    </a:ext>
                  </a:extLst>
                </a:gridCol>
                <a:gridCol w="755650">
                  <a:extLst>
                    <a:ext uri="{9D8B030D-6E8A-4147-A177-3AD203B41FA5}">
                      <a16:colId xmlns:a16="http://schemas.microsoft.com/office/drawing/2014/main" val="56153739"/>
                    </a:ext>
                  </a:extLst>
                </a:gridCol>
              </a:tblGrid>
              <a:tr h="370840">
                <a:tc>
                  <a:txBody>
                    <a:bodyPr/>
                    <a:lstStyle/>
                    <a:p>
                      <a:pPr algn="ctr"/>
                      <a:r>
                        <a:rPr lang="en-US" altLang="zh-CN" dirty="0">
                          <a:solidFill>
                            <a:schemeClr val="tx1"/>
                          </a:solidFill>
                          <a:latin typeface="Arial Black" panose="020B0A04020102020204" pitchFamily="34" charset="0"/>
                        </a:rPr>
                        <a:t>0</a:t>
                      </a:r>
                      <a:endParaRPr lang="zh-CN" altLang="en-US" dirty="0">
                        <a:solidFill>
                          <a:schemeClr val="tx1"/>
                        </a:solidFill>
                        <a:latin typeface="Arial Black" panose="020B0A04020102020204" pitchFamily="34" charset="0"/>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ctr"/>
                      <a:r>
                        <a:rPr lang="en-US" altLang="zh-CN" dirty="0">
                          <a:solidFill>
                            <a:schemeClr val="tx1"/>
                          </a:solidFill>
                          <a:latin typeface="Arial Black" panose="020B0A04020102020204" pitchFamily="34" charset="0"/>
                        </a:rPr>
                        <a:t>1</a:t>
                      </a:r>
                      <a:endParaRPr lang="zh-CN" altLang="en-US" dirty="0">
                        <a:solidFill>
                          <a:schemeClr val="tx1"/>
                        </a:solidFill>
                        <a:latin typeface="Arial Black" panose="020B0A04020102020204" pitchFamily="34" charset="0"/>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ctr"/>
                      <a:r>
                        <a:rPr lang="en-US" altLang="zh-CN" dirty="0">
                          <a:solidFill>
                            <a:schemeClr val="tx1"/>
                          </a:solidFill>
                          <a:latin typeface="Arial Black" panose="020B0A04020102020204" pitchFamily="34" charset="0"/>
                        </a:rPr>
                        <a:t>2</a:t>
                      </a:r>
                      <a:endParaRPr lang="zh-CN" altLang="en-US" dirty="0">
                        <a:solidFill>
                          <a:schemeClr val="tx1"/>
                        </a:solidFill>
                        <a:latin typeface="Arial Black" panose="020B0A04020102020204" pitchFamily="34" charset="0"/>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ctr"/>
                      <a:r>
                        <a:rPr lang="en-US" altLang="zh-CN" dirty="0">
                          <a:solidFill>
                            <a:schemeClr val="tx1"/>
                          </a:solidFill>
                          <a:latin typeface="Arial Black" panose="020B0A04020102020204" pitchFamily="34" charset="0"/>
                        </a:rPr>
                        <a:t>3</a:t>
                      </a:r>
                      <a:endParaRPr lang="zh-CN" altLang="en-US" dirty="0">
                        <a:solidFill>
                          <a:schemeClr val="tx1"/>
                        </a:solidFill>
                        <a:latin typeface="Arial Black" panose="020B0A04020102020204" pitchFamily="34" charset="0"/>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ctr"/>
                      <a:r>
                        <a:rPr lang="en-US" altLang="zh-CN" dirty="0">
                          <a:solidFill>
                            <a:schemeClr val="tx1"/>
                          </a:solidFill>
                          <a:latin typeface="Arial Black" panose="020B0A04020102020204" pitchFamily="34" charset="0"/>
                        </a:rPr>
                        <a:t>4</a:t>
                      </a:r>
                      <a:endParaRPr lang="zh-CN" altLang="en-US" dirty="0">
                        <a:solidFill>
                          <a:schemeClr val="tx1"/>
                        </a:solidFill>
                        <a:latin typeface="Arial Black" panose="020B0A04020102020204" pitchFamily="34" charset="0"/>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ctr"/>
                      <a:r>
                        <a:rPr lang="en-US" altLang="zh-CN" dirty="0">
                          <a:solidFill>
                            <a:schemeClr val="tx1"/>
                          </a:solidFill>
                          <a:latin typeface="Arial Black" panose="020B0A04020102020204" pitchFamily="34" charset="0"/>
                        </a:rPr>
                        <a:t>5</a:t>
                      </a:r>
                      <a:endParaRPr lang="zh-CN" altLang="en-US" dirty="0">
                        <a:solidFill>
                          <a:schemeClr val="tx1"/>
                        </a:solidFill>
                        <a:latin typeface="Arial Black" panose="020B0A04020102020204" pitchFamily="34" charset="0"/>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ctr"/>
                      <a:r>
                        <a:rPr lang="en-US" altLang="zh-CN" dirty="0">
                          <a:solidFill>
                            <a:schemeClr val="tx1"/>
                          </a:solidFill>
                          <a:latin typeface="Arial Black" panose="020B0A04020102020204" pitchFamily="34" charset="0"/>
                        </a:rPr>
                        <a:t>6</a:t>
                      </a:r>
                      <a:endParaRPr lang="zh-CN" altLang="en-US" dirty="0">
                        <a:solidFill>
                          <a:schemeClr val="tx1"/>
                        </a:solidFill>
                        <a:latin typeface="Arial Black" panose="020B0A04020102020204" pitchFamily="34" charset="0"/>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ctr"/>
                      <a:r>
                        <a:rPr lang="en-US" altLang="zh-CN" dirty="0">
                          <a:solidFill>
                            <a:schemeClr val="tx1"/>
                          </a:solidFill>
                          <a:latin typeface="Arial Black" panose="020B0A04020102020204" pitchFamily="34" charset="0"/>
                        </a:rPr>
                        <a:t>7</a:t>
                      </a:r>
                      <a:endParaRPr lang="zh-CN" altLang="en-US" dirty="0">
                        <a:solidFill>
                          <a:schemeClr val="tx1"/>
                        </a:solidFill>
                        <a:latin typeface="Arial Black" panose="020B0A04020102020204" pitchFamily="34" charset="0"/>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ctr"/>
                      <a:r>
                        <a:rPr lang="en-US" altLang="zh-CN" dirty="0">
                          <a:solidFill>
                            <a:schemeClr val="tx1"/>
                          </a:solidFill>
                          <a:latin typeface="Arial Black" panose="020B0A04020102020204" pitchFamily="34" charset="0"/>
                        </a:rPr>
                        <a:t>0</a:t>
                      </a:r>
                      <a:endParaRPr lang="zh-CN" altLang="en-US" dirty="0">
                        <a:solidFill>
                          <a:schemeClr val="tx1"/>
                        </a:solidFill>
                        <a:latin typeface="Arial Black" panose="020B0A04020102020204" pitchFamily="34" charset="0"/>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ctr"/>
                      <a:r>
                        <a:rPr lang="en-US" altLang="zh-CN" dirty="0">
                          <a:solidFill>
                            <a:schemeClr val="tx1"/>
                          </a:solidFill>
                          <a:latin typeface="Arial Black" panose="020B0A04020102020204" pitchFamily="34" charset="0"/>
                        </a:rPr>
                        <a:t>1</a:t>
                      </a:r>
                      <a:endParaRPr lang="zh-CN" altLang="en-US" dirty="0">
                        <a:solidFill>
                          <a:schemeClr val="tx1"/>
                        </a:solidFill>
                        <a:latin typeface="Arial Black" panose="020B0A04020102020204" pitchFamily="34" charset="0"/>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ctr"/>
                      <a:r>
                        <a:rPr lang="en-US" altLang="zh-CN" dirty="0">
                          <a:solidFill>
                            <a:schemeClr val="tx1"/>
                          </a:solidFill>
                          <a:latin typeface="Arial Black" panose="020B0A04020102020204" pitchFamily="34" charset="0"/>
                        </a:rPr>
                        <a:t>2</a:t>
                      </a:r>
                      <a:endParaRPr lang="zh-CN" altLang="en-US" dirty="0">
                        <a:solidFill>
                          <a:schemeClr val="tx1"/>
                        </a:solidFill>
                        <a:latin typeface="Arial Black" panose="020B0A04020102020204" pitchFamily="34" charset="0"/>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ctr"/>
                      <a:r>
                        <a:rPr lang="en-US" altLang="zh-CN" dirty="0">
                          <a:solidFill>
                            <a:schemeClr val="tx1"/>
                          </a:solidFill>
                          <a:latin typeface="Arial Black" panose="020B0A04020102020204" pitchFamily="34" charset="0"/>
                        </a:rPr>
                        <a:t>…</a:t>
                      </a:r>
                      <a:endParaRPr lang="zh-CN" altLang="en-US" dirty="0">
                        <a:solidFill>
                          <a:schemeClr val="tx1"/>
                        </a:solidFill>
                        <a:latin typeface="Arial Black" panose="020B0A04020102020204" pitchFamily="34" charset="0"/>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extLst>
                  <a:ext uri="{0D108BD9-81ED-4DB2-BD59-A6C34878D82A}">
                    <a16:rowId xmlns:a16="http://schemas.microsoft.com/office/drawing/2014/main" val="316235763"/>
                  </a:ext>
                </a:extLst>
              </a:tr>
            </a:tbl>
          </a:graphicData>
        </a:graphic>
      </p:graphicFrame>
      <p:sp>
        <p:nvSpPr>
          <p:cNvPr id="40" name="矩形 39">
            <a:extLst>
              <a:ext uri="{FF2B5EF4-FFF2-40B4-BE49-F238E27FC236}">
                <a16:creationId xmlns:a16="http://schemas.microsoft.com/office/drawing/2014/main" id="{490B862A-EE0E-44CB-AB79-5E73939A9E3A}"/>
              </a:ext>
            </a:extLst>
          </p:cNvPr>
          <p:cNvSpPr/>
          <p:nvPr/>
        </p:nvSpPr>
        <p:spPr>
          <a:xfrm>
            <a:off x="2823280" y="3098919"/>
            <a:ext cx="8160351" cy="1461086"/>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nSpc>
                <a:spcPct val="150000"/>
              </a:lnSpc>
            </a:pPr>
            <a:endParaRPr lang="zh-CN" altLang="en-US" b="1" dirty="0">
              <a:solidFill>
                <a:schemeClr val="bg1"/>
              </a:solidFill>
            </a:endParaRPr>
          </a:p>
        </p:txBody>
      </p:sp>
      <mc:AlternateContent xmlns:mc="http://schemas.openxmlformats.org/markup-compatibility/2006" xmlns:a14="http://schemas.microsoft.com/office/drawing/2010/main">
        <mc:Choice Requires="a14">
          <p:sp>
            <p:nvSpPr>
              <p:cNvPr id="41" name="文本框 40">
                <a:extLst>
                  <a:ext uri="{FF2B5EF4-FFF2-40B4-BE49-F238E27FC236}">
                    <a16:creationId xmlns:a16="http://schemas.microsoft.com/office/drawing/2014/main" id="{8A0BE979-24F8-4C81-A02C-EE26A9915EBA}"/>
                  </a:ext>
                </a:extLst>
              </p:cNvPr>
              <p:cNvSpPr txBox="1"/>
              <p:nvPr/>
            </p:nvSpPr>
            <p:spPr>
              <a:xfrm>
                <a:off x="2898126" y="3099976"/>
                <a:ext cx="7952252" cy="458139"/>
              </a:xfrm>
              <a:prstGeom prst="rect">
                <a:avLst/>
              </a:prstGeom>
              <a:noFill/>
            </p:spPr>
            <p:txBody>
              <a:bodyPr wrap="square">
                <a:spAutoFit/>
              </a:bodyPr>
              <a:lstStyle/>
              <a:p>
                <a:pPr>
                  <a:lnSpc>
                    <a:spcPct val="150000"/>
                  </a:lnSpc>
                </a:pPr>
                <a:r>
                  <a:rPr lang="zh-CN" altLang="en-US" b="1" dirty="0">
                    <a:solidFill>
                      <a:schemeClr val="bg1"/>
                    </a:solidFill>
                  </a:rPr>
                  <a:t>采用</a:t>
                </a:r>
                <a14:m>
                  <m:oMath xmlns:m="http://schemas.openxmlformats.org/officeDocument/2006/math">
                    <m:r>
                      <a:rPr lang="en-US" altLang="zh-CN" b="1" i="1" dirty="0" smtClean="0">
                        <a:solidFill>
                          <a:schemeClr val="bg1"/>
                        </a:solidFill>
                        <a:latin typeface="Cambria Math" panose="02040503050406030204" pitchFamily="18" charset="0"/>
                      </a:rPr>
                      <m:t>𝒏</m:t>
                    </m:r>
                  </m:oMath>
                </a14:m>
                <a:r>
                  <a:rPr lang="zh-CN" altLang="en-US" b="1" dirty="0">
                    <a:solidFill>
                      <a:schemeClr val="bg1"/>
                    </a:solidFill>
                  </a:rPr>
                  <a:t>个比特给分组编序号，则发送窗口</a:t>
                </a:r>
                <a14:m>
                  <m:oMath xmlns:m="http://schemas.openxmlformats.org/officeDocument/2006/math">
                    <m:sSub>
                      <m:sSubPr>
                        <m:ctrlPr>
                          <a:rPr lang="en-US" altLang="zh-CN" b="1" i="1">
                            <a:solidFill>
                              <a:schemeClr val="bg1"/>
                            </a:solidFill>
                            <a:latin typeface="Cambria Math" panose="02040503050406030204" pitchFamily="18" charset="0"/>
                            <a:ea typeface="Cambria Math" panose="02040503050406030204" pitchFamily="18" charset="0"/>
                          </a:rPr>
                        </m:ctrlPr>
                      </m:sSubPr>
                      <m:e>
                        <m:r>
                          <a:rPr lang="en-US" altLang="zh-CN" b="1" i="1">
                            <a:solidFill>
                              <a:schemeClr val="bg1"/>
                            </a:solidFill>
                            <a:latin typeface="Cambria Math" panose="02040503050406030204" pitchFamily="18" charset="0"/>
                            <a:ea typeface="Cambria Math" panose="02040503050406030204" pitchFamily="18" charset="0"/>
                          </a:rPr>
                          <m:t>𝑾</m:t>
                        </m:r>
                      </m:e>
                      <m:sub>
                        <m:r>
                          <a:rPr lang="en-US" altLang="zh-CN" b="1" i="1">
                            <a:solidFill>
                              <a:schemeClr val="bg1"/>
                            </a:solidFill>
                            <a:latin typeface="Cambria Math" panose="02040503050406030204" pitchFamily="18" charset="0"/>
                            <a:ea typeface="Cambria Math" panose="02040503050406030204" pitchFamily="18" charset="0"/>
                          </a:rPr>
                          <m:t>𝑻</m:t>
                        </m:r>
                      </m:sub>
                    </m:sSub>
                  </m:oMath>
                </a14:m>
                <a:r>
                  <a:rPr lang="zh-CN" altLang="en-US" b="1" dirty="0">
                    <a:solidFill>
                      <a:schemeClr val="bg1"/>
                    </a:solidFill>
                  </a:rPr>
                  <a:t>的取值范围是</a:t>
                </a:r>
                <a14:m>
                  <m:oMath xmlns:m="http://schemas.openxmlformats.org/officeDocument/2006/math">
                    <m:r>
                      <a:rPr lang="en-US" altLang="zh-CN" b="1" i="1" smtClean="0">
                        <a:solidFill>
                          <a:schemeClr val="bg1"/>
                        </a:solidFill>
                        <a:latin typeface="Cambria Math" panose="02040503050406030204" pitchFamily="18" charset="0"/>
                      </a:rPr>
                      <m:t>𝟏</m:t>
                    </m:r>
                    <m:r>
                      <a:rPr lang="en-US" altLang="zh-CN" b="1" i="1" smtClean="0">
                        <a:solidFill>
                          <a:schemeClr val="bg1"/>
                        </a:solidFill>
                        <a:latin typeface="Cambria Math" panose="02040503050406030204" pitchFamily="18" charset="0"/>
                        <a:ea typeface="Cambria Math" panose="02040503050406030204" pitchFamily="18" charset="0"/>
                      </a:rPr>
                      <m:t>&lt;</m:t>
                    </m:r>
                    <m:sSub>
                      <m:sSubPr>
                        <m:ctrlPr>
                          <a:rPr lang="en-US" altLang="zh-CN" b="1" i="1" smtClean="0">
                            <a:solidFill>
                              <a:schemeClr val="bg1"/>
                            </a:solidFill>
                            <a:latin typeface="Cambria Math" panose="02040503050406030204" pitchFamily="18" charset="0"/>
                            <a:ea typeface="Cambria Math" panose="02040503050406030204" pitchFamily="18" charset="0"/>
                          </a:rPr>
                        </m:ctrlPr>
                      </m:sSubPr>
                      <m:e>
                        <m:r>
                          <a:rPr lang="en-US" altLang="zh-CN" b="1" i="1" smtClean="0">
                            <a:solidFill>
                              <a:schemeClr val="bg1"/>
                            </a:solidFill>
                            <a:latin typeface="Cambria Math" panose="02040503050406030204" pitchFamily="18" charset="0"/>
                            <a:ea typeface="Cambria Math" panose="02040503050406030204" pitchFamily="18" charset="0"/>
                          </a:rPr>
                          <m:t>𝑾</m:t>
                        </m:r>
                      </m:e>
                      <m:sub>
                        <m:r>
                          <a:rPr lang="en-US" altLang="zh-CN" b="1" i="1" smtClean="0">
                            <a:solidFill>
                              <a:schemeClr val="bg1"/>
                            </a:solidFill>
                            <a:latin typeface="Cambria Math" panose="02040503050406030204" pitchFamily="18" charset="0"/>
                            <a:ea typeface="Cambria Math" panose="02040503050406030204" pitchFamily="18" charset="0"/>
                          </a:rPr>
                          <m:t>𝑻</m:t>
                        </m:r>
                      </m:sub>
                    </m:sSub>
                    <m:r>
                      <a:rPr lang="en-US" altLang="zh-CN" b="1" i="1">
                        <a:solidFill>
                          <a:schemeClr val="bg1"/>
                        </a:solidFill>
                        <a:latin typeface="Cambria Math" panose="02040503050406030204" pitchFamily="18" charset="0"/>
                        <a:ea typeface="Cambria Math" panose="02040503050406030204" pitchFamily="18" charset="0"/>
                      </a:rPr>
                      <m:t>≤</m:t>
                    </m:r>
                    <m:sSup>
                      <m:sSupPr>
                        <m:ctrlPr>
                          <a:rPr lang="en-US" altLang="zh-CN" b="1" i="1" smtClean="0">
                            <a:solidFill>
                              <a:schemeClr val="bg1"/>
                            </a:solidFill>
                            <a:latin typeface="Cambria Math" panose="02040503050406030204" pitchFamily="18" charset="0"/>
                            <a:ea typeface="Cambria Math" panose="02040503050406030204" pitchFamily="18" charset="0"/>
                          </a:rPr>
                        </m:ctrlPr>
                      </m:sSupPr>
                      <m:e>
                        <m:r>
                          <a:rPr lang="en-US" altLang="zh-CN" b="1" i="1" smtClean="0">
                            <a:solidFill>
                              <a:schemeClr val="bg1"/>
                            </a:solidFill>
                            <a:latin typeface="Cambria Math" panose="02040503050406030204" pitchFamily="18" charset="0"/>
                            <a:ea typeface="Cambria Math" panose="02040503050406030204" pitchFamily="18" charset="0"/>
                          </a:rPr>
                          <m:t>(</m:t>
                        </m:r>
                        <m:r>
                          <a:rPr lang="en-US" altLang="zh-CN" b="1" i="1" smtClean="0">
                            <a:solidFill>
                              <a:schemeClr val="bg1"/>
                            </a:solidFill>
                            <a:latin typeface="Cambria Math" panose="02040503050406030204" pitchFamily="18" charset="0"/>
                            <a:ea typeface="Cambria Math" panose="02040503050406030204" pitchFamily="18" charset="0"/>
                          </a:rPr>
                          <m:t>𝟐</m:t>
                        </m:r>
                      </m:e>
                      <m:sup>
                        <m:r>
                          <a:rPr lang="en-US" altLang="zh-CN" b="1" i="1" smtClean="0">
                            <a:solidFill>
                              <a:schemeClr val="bg1"/>
                            </a:solidFill>
                            <a:latin typeface="Cambria Math" panose="02040503050406030204" pitchFamily="18" charset="0"/>
                            <a:ea typeface="Cambria Math" panose="02040503050406030204" pitchFamily="18" charset="0"/>
                          </a:rPr>
                          <m:t>𝒏</m:t>
                        </m:r>
                      </m:sup>
                    </m:sSup>
                    <m:r>
                      <a:rPr lang="en-US" altLang="zh-CN" b="1" i="1" smtClean="0">
                        <a:solidFill>
                          <a:schemeClr val="bg1"/>
                        </a:solidFill>
                        <a:latin typeface="Cambria Math" panose="02040503050406030204" pitchFamily="18" charset="0"/>
                        <a:ea typeface="Cambria Math" panose="02040503050406030204" pitchFamily="18" charset="0"/>
                      </a:rPr>
                      <m:t>−</m:t>
                    </m:r>
                    <m:r>
                      <a:rPr lang="en-US" altLang="zh-CN" b="1" i="1" smtClean="0">
                        <a:solidFill>
                          <a:schemeClr val="bg1"/>
                        </a:solidFill>
                        <a:latin typeface="Cambria Math" panose="02040503050406030204" pitchFamily="18" charset="0"/>
                        <a:ea typeface="Cambria Math" panose="02040503050406030204" pitchFamily="18" charset="0"/>
                      </a:rPr>
                      <m:t>𝟏</m:t>
                    </m:r>
                    <m:r>
                      <a:rPr lang="en-US" altLang="zh-CN" b="1" i="1" smtClean="0">
                        <a:solidFill>
                          <a:schemeClr val="bg1"/>
                        </a:solidFill>
                        <a:latin typeface="Cambria Math" panose="02040503050406030204" pitchFamily="18" charset="0"/>
                        <a:ea typeface="Cambria Math" panose="02040503050406030204" pitchFamily="18" charset="0"/>
                      </a:rPr>
                      <m:t>)</m:t>
                    </m:r>
                  </m:oMath>
                </a14:m>
                <a:r>
                  <a:rPr lang="zh-CN" altLang="en-US" b="1" dirty="0">
                    <a:solidFill>
                      <a:schemeClr val="bg1"/>
                    </a:solidFill>
                  </a:rPr>
                  <a:t>。</a:t>
                </a:r>
                <a:endParaRPr lang="en-US" altLang="zh-CN" b="1" dirty="0">
                  <a:solidFill>
                    <a:schemeClr val="bg1"/>
                  </a:solidFill>
                </a:endParaRPr>
              </a:p>
            </p:txBody>
          </p:sp>
        </mc:Choice>
        <mc:Fallback xmlns="">
          <p:sp>
            <p:nvSpPr>
              <p:cNvPr id="41" name="文本框 40">
                <a:extLst>
                  <a:ext uri="{FF2B5EF4-FFF2-40B4-BE49-F238E27FC236}">
                    <a16:creationId xmlns:a16="http://schemas.microsoft.com/office/drawing/2014/main" id="{8A0BE979-24F8-4C81-A02C-EE26A9915EBA}"/>
                  </a:ext>
                </a:extLst>
              </p:cNvPr>
              <p:cNvSpPr txBox="1">
                <a:spLocks noRot="1" noChangeAspect="1" noMove="1" noResize="1" noEditPoints="1" noAdjustHandles="1" noChangeArrowheads="1" noChangeShapeType="1" noTextEdit="1"/>
              </p:cNvSpPr>
              <p:nvPr/>
            </p:nvSpPr>
            <p:spPr>
              <a:xfrm>
                <a:off x="2898126" y="3099976"/>
                <a:ext cx="7952252" cy="458139"/>
              </a:xfrm>
              <a:prstGeom prst="rect">
                <a:avLst/>
              </a:prstGeom>
              <a:blipFill>
                <a:blip r:embed="rId9"/>
                <a:stretch>
                  <a:fillRect l="-613" r="-3448" b="-21333"/>
                </a:stretch>
              </a:blipFill>
            </p:spPr>
            <p:txBody>
              <a:bodyPr/>
              <a:lstStyle/>
              <a:p>
                <a:r>
                  <a:rPr lang="zh-CN" altLang="en-US">
                    <a:noFill/>
                  </a:rPr>
                  <a:t> </a:t>
                </a:r>
              </a:p>
            </p:txBody>
          </p:sp>
        </mc:Fallback>
      </mc:AlternateContent>
      <mc:AlternateContent xmlns:mc="http://schemas.openxmlformats.org/markup-compatibility/2006" xmlns:a14="http://schemas.microsoft.com/office/drawing/2010/main">
        <mc:Choice Requires="a14">
          <p:sp>
            <p:nvSpPr>
              <p:cNvPr id="42" name="文本框 41">
                <a:extLst>
                  <a:ext uri="{FF2B5EF4-FFF2-40B4-BE49-F238E27FC236}">
                    <a16:creationId xmlns:a16="http://schemas.microsoft.com/office/drawing/2014/main" id="{8543E782-DE7D-41A8-92AB-298EBE9087CA}"/>
                  </a:ext>
                </a:extLst>
              </p:cNvPr>
              <p:cNvSpPr txBox="1"/>
              <p:nvPr/>
            </p:nvSpPr>
            <p:spPr>
              <a:xfrm>
                <a:off x="2898125" y="3535600"/>
                <a:ext cx="7252373" cy="458139"/>
              </a:xfrm>
              <a:prstGeom prst="rect">
                <a:avLst/>
              </a:prstGeom>
              <a:noFill/>
            </p:spPr>
            <p:txBody>
              <a:bodyPr wrap="square">
                <a:spAutoFit/>
              </a:bodyPr>
              <a:lstStyle/>
              <a:p>
                <a:pPr>
                  <a:lnSpc>
                    <a:spcPct val="150000"/>
                  </a:lnSpc>
                </a:pPr>
                <a:r>
                  <a:rPr lang="zh-CN" altLang="en-US" b="1" dirty="0">
                    <a:solidFill>
                      <a:schemeClr val="bg1"/>
                    </a:solidFill>
                  </a:rPr>
                  <a:t>本例假设采用</a:t>
                </a:r>
                <a14:m>
                  <m:oMath xmlns:m="http://schemas.openxmlformats.org/officeDocument/2006/math">
                    <m:r>
                      <a:rPr lang="en-US" altLang="zh-CN" b="1" i="1" dirty="0">
                        <a:solidFill>
                          <a:schemeClr val="bg1"/>
                        </a:solidFill>
                        <a:latin typeface="Cambria Math" panose="02040503050406030204" pitchFamily="18" charset="0"/>
                      </a:rPr>
                      <m:t>𝟑</m:t>
                    </m:r>
                  </m:oMath>
                </a14:m>
                <a:r>
                  <a:rPr lang="zh-CN" altLang="en-US" b="1" dirty="0">
                    <a:solidFill>
                      <a:schemeClr val="bg1"/>
                    </a:solidFill>
                  </a:rPr>
                  <a:t>个比特给分组编序号，则</a:t>
                </a:r>
                <a14:m>
                  <m:oMath xmlns:m="http://schemas.openxmlformats.org/officeDocument/2006/math">
                    <m:sSub>
                      <m:sSubPr>
                        <m:ctrlPr>
                          <a:rPr lang="en-US" altLang="zh-CN" b="1" i="1">
                            <a:solidFill>
                              <a:schemeClr val="bg1"/>
                            </a:solidFill>
                            <a:latin typeface="Cambria Math" panose="02040503050406030204" pitchFamily="18" charset="0"/>
                            <a:ea typeface="Cambria Math" panose="02040503050406030204" pitchFamily="18" charset="0"/>
                          </a:rPr>
                        </m:ctrlPr>
                      </m:sSubPr>
                      <m:e>
                        <m:r>
                          <a:rPr lang="en-US" altLang="zh-CN" b="1" i="1">
                            <a:solidFill>
                              <a:schemeClr val="bg1"/>
                            </a:solidFill>
                            <a:latin typeface="Cambria Math" panose="02040503050406030204" pitchFamily="18" charset="0"/>
                            <a:ea typeface="Cambria Math" panose="02040503050406030204" pitchFamily="18" charset="0"/>
                          </a:rPr>
                          <m:t>𝑾</m:t>
                        </m:r>
                      </m:e>
                      <m:sub>
                        <m:r>
                          <a:rPr lang="en-US" altLang="zh-CN" b="1" i="1">
                            <a:solidFill>
                              <a:schemeClr val="bg1"/>
                            </a:solidFill>
                            <a:latin typeface="Cambria Math" panose="02040503050406030204" pitchFamily="18" charset="0"/>
                            <a:ea typeface="Cambria Math" panose="02040503050406030204" pitchFamily="18" charset="0"/>
                          </a:rPr>
                          <m:t>𝑻</m:t>
                        </m:r>
                      </m:sub>
                    </m:sSub>
                  </m:oMath>
                </a14:m>
                <a:r>
                  <a:rPr lang="zh-CN" altLang="en-US" b="1" dirty="0">
                    <a:solidFill>
                      <a:schemeClr val="bg1"/>
                    </a:solidFill>
                  </a:rPr>
                  <a:t>的取值范围是</a:t>
                </a:r>
                <a14:m>
                  <m:oMath xmlns:m="http://schemas.openxmlformats.org/officeDocument/2006/math">
                    <m:r>
                      <a:rPr lang="en-US" altLang="zh-CN" b="1" i="1" smtClean="0">
                        <a:solidFill>
                          <a:schemeClr val="bg1"/>
                        </a:solidFill>
                        <a:latin typeface="Cambria Math" panose="02040503050406030204" pitchFamily="18" charset="0"/>
                      </a:rPr>
                      <m:t>𝟐</m:t>
                    </m:r>
                    <m:r>
                      <a:rPr lang="en-US" altLang="zh-CN" b="1" i="1">
                        <a:solidFill>
                          <a:schemeClr val="bg1"/>
                        </a:solidFill>
                        <a:latin typeface="Cambria Math" panose="02040503050406030204" pitchFamily="18" charset="0"/>
                        <a:ea typeface="Cambria Math" panose="02040503050406030204" pitchFamily="18" charset="0"/>
                      </a:rPr>
                      <m:t>~</m:t>
                    </m:r>
                    <m:r>
                      <a:rPr lang="en-US" altLang="zh-CN" b="1" i="1">
                        <a:solidFill>
                          <a:schemeClr val="bg1"/>
                        </a:solidFill>
                        <a:latin typeface="Cambria Math" panose="02040503050406030204" pitchFamily="18" charset="0"/>
                        <a:ea typeface="Cambria Math" panose="02040503050406030204" pitchFamily="18" charset="0"/>
                      </a:rPr>
                      <m:t>𝟕</m:t>
                    </m:r>
                  </m:oMath>
                </a14:m>
                <a:r>
                  <a:rPr lang="zh-CN" altLang="en-US" b="1" dirty="0">
                    <a:solidFill>
                      <a:schemeClr val="bg1"/>
                    </a:solidFill>
                  </a:rPr>
                  <a:t>。</a:t>
                </a:r>
                <a:endParaRPr lang="en-US" altLang="zh-CN" b="1" dirty="0">
                  <a:solidFill>
                    <a:schemeClr val="bg1"/>
                  </a:solidFill>
                </a:endParaRPr>
              </a:p>
            </p:txBody>
          </p:sp>
        </mc:Choice>
        <mc:Fallback xmlns="">
          <p:sp>
            <p:nvSpPr>
              <p:cNvPr id="42" name="文本框 41">
                <a:extLst>
                  <a:ext uri="{FF2B5EF4-FFF2-40B4-BE49-F238E27FC236}">
                    <a16:creationId xmlns:a16="http://schemas.microsoft.com/office/drawing/2014/main" id="{8543E782-DE7D-41A8-92AB-298EBE9087CA}"/>
                  </a:ext>
                </a:extLst>
              </p:cNvPr>
              <p:cNvSpPr txBox="1">
                <a:spLocks noRot="1" noChangeAspect="1" noMove="1" noResize="1" noEditPoints="1" noAdjustHandles="1" noChangeArrowheads="1" noChangeShapeType="1" noTextEdit="1"/>
              </p:cNvSpPr>
              <p:nvPr/>
            </p:nvSpPr>
            <p:spPr>
              <a:xfrm>
                <a:off x="2898125" y="3535600"/>
                <a:ext cx="7252373" cy="458139"/>
              </a:xfrm>
              <a:prstGeom prst="rect">
                <a:avLst/>
              </a:prstGeom>
              <a:blipFill>
                <a:blip r:embed="rId10"/>
                <a:stretch>
                  <a:fillRect l="-672" b="-21333"/>
                </a:stretch>
              </a:blipFill>
            </p:spPr>
            <p:txBody>
              <a:bodyPr/>
              <a:lstStyle/>
              <a:p>
                <a:r>
                  <a:rPr lang="zh-CN" altLang="en-US">
                    <a:noFill/>
                  </a:rPr>
                  <a:t> </a:t>
                </a:r>
              </a:p>
            </p:txBody>
          </p:sp>
        </mc:Fallback>
      </mc:AlternateContent>
      <mc:AlternateContent xmlns:mc="http://schemas.openxmlformats.org/markup-compatibility/2006" xmlns:a14="http://schemas.microsoft.com/office/drawing/2010/main">
        <mc:Choice Requires="a14">
          <p:sp>
            <p:nvSpPr>
              <p:cNvPr id="43" name="文本框 42">
                <a:extLst>
                  <a:ext uri="{FF2B5EF4-FFF2-40B4-BE49-F238E27FC236}">
                    <a16:creationId xmlns:a16="http://schemas.microsoft.com/office/drawing/2014/main" id="{BDAF02D2-F739-4C5A-821F-79A1EF47F514}"/>
                  </a:ext>
                </a:extLst>
              </p:cNvPr>
              <p:cNvSpPr txBox="1"/>
              <p:nvPr/>
            </p:nvSpPr>
            <p:spPr>
              <a:xfrm>
                <a:off x="2898125" y="3971223"/>
                <a:ext cx="6587953" cy="458139"/>
              </a:xfrm>
              <a:prstGeom prst="rect">
                <a:avLst/>
              </a:prstGeom>
              <a:noFill/>
            </p:spPr>
            <p:txBody>
              <a:bodyPr wrap="square">
                <a:spAutoFit/>
              </a:bodyPr>
              <a:lstStyle/>
              <a:p>
                <a:pPr>
                  <a:lnSpc>
                    <a:spcPct val="150000"/>
                  </a:lnSpc>
                </a:pPr>
                <a:r>
                  <a:rPr lang="zh-CN" altLang="en-US" b="1" dirty="0">
                    <a:solidFill>
                      <a:schemeClr val="bg1"/>
                    </a:solidFill>
                  </a:rPr>
                  <a:t>若</a:t>
                </a:r>
                <a14:m>
                  <m:oMath xmlns:m="http://schemas.openxmlformats.org/officeDocument/2006/math">
                    <m:sSub>
                      <m:sSubPr>
                        <m:ctrlPr>
                          <a:rPr lang="en-US" altLang="zh-CN" b="1" i="1" smtClean="0">
                            <a:solidFill>
                              <a:schemeClr val="bg1"/>
                            </a:solidFill>
                            <a:latin typeface="Cambria Math" panose="02040503050406030204" pitchFamily="18" charset="0"/>
                            <a:ea typeface="Cambria Math" panose="02040503050406030204" pitchFamily="18" charset="0"/>
                          </a:rPr>
                        </m:ctrlPr>
                      </m:sSubPr>
                      <m:e>
                        <m:r>
                          <a:rPr lang="en-US" altLang="zh-CN" b="1" i="1" smtClean="0">
                            <a:solidFill>
                              <a:schemeClr val="bg1"/>
                            </a:solidFill>
                            <a:latin typeface="Cambria Math" panose="02040503050406030204" pitchFamily="18" charset="0"/>
                            <a:ea typeface="Cambria Math" panose="02040503050406030204" pitchFamily="18" charset="0"/>
                          </a:rPr>
                          <m:t>𝑾</m:t>
                        </m:r>
                      </m:e>
                      <m:sub>
                        <m:r>
                          <a:rPr lang="en-US" altLang="zh-CN" b="1" i="1" smtClean="0">
                            <a:solidFill>
                              <a:schemeClr val="bg1"/>
                            </a:solidFill>
                            <a:latin typeface="Cambria Math" panose="02040503050406030204" pitchFamily="18" charset="0"/>
                            <a:ea typeface="Cambria Math" panose="02040503050406030204" pitchFamily="18" charset="0"/>
                          </a:rPr>
                          <m:t>𝑻</m:t>
                        </m:r>
                      </m:sub>
                    </m:sSub>
                  </m:oMath>
                </a14:m>
                <a:r>
                  <a:rPr lang="zh-CN" altLang="en-US" b="1" dirty="0">
                    <a:solidFill>
                      <a:schemeClr val="bg1"/>
                    </a:solidFill>
                  </a:rPr>
                  <a:t>超过取值范围，例如 </a:t>
                </a:r>
                <a14:m>
                  <m:oMath xmlns:m="http://schemas.openxmlformats.org/officeDocument/2006/math">
                    <m:sSub>
                      <m:sSubPr>
                        <m:ctrlPr>
                          <a:rPr lang="en-US" altLang="zh-CN" b="1" i="1">
                            <a:solidFill>
                              <a:schemeClr val="bg1"/>
                            </a:solidFill>
                            <a:latin typeface="Cambria Math" panose="02040503050406030204" pitchFamily="18" charset="0"/>
                            <a:ea typeface="Cambria Math" panose="02040503050406030204" pitchFamily="18" charset="0"/>
                          </a:rPr>
                        </m:ctrlPr>
                      </m:sSubPr>
                      <m:e>
                        <m:r>
                          <a:rPr lang="en-US" altLang="zh-CN" b="1" i="1">
                            <a:solidFill>
                              <a:schemeClr val="bg1"/>
                            </a:solidFill>
                            <a:latin typeface="Cambria Math" panose="02040503050406030204" pitchFamily="18" charset="0"/>
                            <a:ea typeface="Cambria Math" panose="02040503050406030204" pitchFamily="18" charset="0"/>
                          </a:rPr>
                          <m:t>𝑾</m:t>
                        </m:r>
                      </m:e>
                      <m:sub>
                        <m:r>
                          <a:rPr lang="en-US" altLang="zh-CN" b="1" i="1">
                            <a:solidFill>
                              <a:schemeClr val="bg1"/>
                            </a:solidFill>
                            <a:latin typeface="Cambria Math" panose="02040503050406030204" pitchFamily="18" charset="0"/>
                            <a:ea typeface="Cambria Math" panose="02040503050406030204" pitchFamily="18" charset="0"/>
                          </a:rPr>
                          <m:t>𝑻</m:t>
                        </m:r>
                      </m:sub>
                    </m:sSub>
                    <m:r>
                      <a:rPr lang="en-US" altLang="zh-CN" b="1" i="1" smtClean="0">
                        <a:solidFill>
                          <a:schemeClr val="bg1"/>
                        </a:solidFill>
                        <a:latin typeface="Cambria Math" panose="02040503050406030204" pitchFamily="18" charset="0"/>
                        <a:ea typeface="Cambria Math" panose="02040503050406030204" pitchFamily="18" charset="0"/>
                      </a:rPr>
                      <m:t>= </m:t>
                    </m:r>
                  </m:oMath>
                </a14:m>
                <a:r>
                  <a:rPr lang="en-US" altLang="zh-CN" b="1" dirty="0">
                    <a:solidFill>
                      <a:schemeClr val="bg1"/>
                    </a:solidFill>
                  </a:rPr>
                  <a:t>8</a:t>
                </a:r>
                <a:r>
                  <a:rPr lang="zh-CN" altLang="en-US" b="1" dirty="0">
                    <a:solidFill>
                      <a:schemeClr val="bg1"/>
                    </a:solidFill>
                  </a:rPr>
                  <a:t>，会出现什么情况？</a:t>
                </a:r>
              </a:p>
            </p:txBody>
          </p:sp>
        </mc:Choice>
        <mc:Fallback xmlns="">
          <p:sp>
            <p:nvSpPr>
              <p:cNvPr id="43" name="文本框 42">
                <a:extLst>
                  <a:ext uri="{FF2B5EF4-FFF2-40B4-BE49-F238E27FC236}">
                    <a16:creationId xmlns:a16="http://schemas.microsoft.com/office/drawing/2014/main" id="{BDAF02D2-F739-4C5A-821F-79A1EF47F514}"/>
                  </a:ext>
                </a:extLst>
              </p:cNvPr>
              <p:cNvSpPr txBox="1">
                <a:spLocks noRot="1" noChangeAspect="1" noMove="1" noResize="1" noEditPoints="1" noAdjustHandles="1" noChangeArrowheads="1" noChangeShapeType="1" noTextEdit="1"/>
              </p:cNvSpPr>
              <p:nvPr/>
            </p:nvSpPr>
            <p:spPr>
              <a:xfrm>
                <a:off x="2898125" y="3971223"/>
                <a:ext cx="6587953" cy="458139"/>
              </a:xfrm>
              <a:prstGeom prst="rect">
                <a:avLst/>
              </a:prstGeom>
              <a:blipFill>
                <a:blip r:embed="rId11"/>
                <a:stretch>
                  <a:fillRect l="-740" b="-19737"/>
                </a:stretch>
              </a:blipFill>
            </p:spPr>
            <p:txBody>
              <a:bodyPr/>
              <a:lstStyle/>
              <a:p>
                <a:r>
                  <a:rPr lang="zh-CN" altLang="en-US">
                    <a:noFill/>
                  </a:rPr>
                  <a:t> </a:t>
                </a:r>
              </a:p>
            </p:txBody>
          </p:sp>
        </mc:Fallback>
      </mc:AlternateContent>
      <p:sp>
        <p:nvSpPr>
          <p:cNvPr id="26" name="矩形 25">
            <a:extLst>
              <a:ext uri="{FF2B5EF4-FFF2-40B4-BE49-F238E27FC236}">
                <a16:creationId xmlns:a16="http://schemas.microsoft.com/office/drawing/2014/main" id="{D07B0F17-A55E-4740-B9E9-CA5494882DBD}"/>
              </a:ext>
            </a:extLst>
          </p:cNvPr>
          <p:cNvSpPr/>
          <p:nvPr/>
        </p:nvSpPr>
        <p:spPr>
          <a:xfrm>
            <a:off x="2300222" y="5537182"/>
            <a:ext cx="6045082" cy="390966"/>
          </a:xfrm>
          <a:prstGeom prst="rect">
            <a:avLst/>
          </a:prstGeom>
          <a:solidFill>
            <a:schemeClr val="accent3">
              <a:alpha val="74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38" name="矩形 37">
            <a:extLst>
              <a:ext uri="{FF2B5EF4-FFF2-40B4-BE49-F238E27FC236}">
                <a16:creationId xmlns:a16="http://schemas.microsoft.com/office/drawing/2014/main" id="{9AB3CA41-3262-4E79-856E-D87858927C2A}"/>
              </a:ext>
            </a:extLst>
          </p:cNvPr>
          <p:cNvSpPr/>
          <p:nvPr/>
        </p:nvSpPr>
        <p:spPr>
          <a:xfrm>
            <a:off x="2300222" y="1830064"/>
            <a:ext cx="6045082" cy="375441"/>
          </a:xfrm>
          <a:prstGeom prst="rect">
            <a:avLst/>
          </a:prstGeom>
          <a:solidFill>
            <a:schemeClr val="accent4">
              <a:alpha val="74000"/>
            </a:schemeClr>
          </a:solidFill>
          <a:ln>
            <a:solidFill>
              <a:schemeClr val="accent4"/>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grpSp>
        <p:nvGrpSpPr>
          <p:cNvPr id="7" name="组合 6">
            <a:extLst>
              <a:ext uri="{FF2B5EF4-FFF2-40B4-BE49-F238E27FC236}">
                <a16:creationId xmlns:a16="http://schemas.microsoft.com/office/drawing/2014/main" id="{92A575A2-7F0F-4B6A-A2B9-CBAC11B9CF96}"/>
              </a:ext>
            </a:extLst>
          </p:cNvPr>
          <p:cNvGrpSpPr/>
          <p:nvPr/>
        </p:nvGrpSpPr>
        <p:grpSpPr>
          <a:xfrm>
            <a:off x="2315216" y="4629569"/>
            <a:ext cx="743578" cy="1000707"/>
            <a:chOff x="1490127" y="4367293"/>
            <a:chExt cx="743578" cy="1000707"/>
          </a:xfrm>
        </p:grpSpPr>
        <p:sp>
          <p:nvSpPr>
            <p:cNvPr id="30" name="chronometer_117482">
              <a:extLst>
                <a:ext uri="{FF2B5EF4-FFF2-40B4-BE49-F238E27FC236}">
                  <a16:creationId xmlns:a16="http://schemas.microsoft.com/office/drawing/2014/main" id="{CCC7D01C-14A6-4AEF-A0C0-9C7CCE3FA331}"/>
                </a:ext>
              </a:extLst>
            </p:cNvPr>
            <p:cNvSpPr/>
            <p:nvPr/>
          </p:nvSpPr>
          <p:spPr>
            <a:xfrm>
              <a:off x="1709609" y="4685855"/>
              <a:ext cx="304613" cy="369332"/>
            </a:xfrm>
            <a:custGeom>
              <a:avLst/>
              <a:gdLst>
                <a:gd name="T0" fmla="*/ 0 w 3733"/>
                <a:gd name="T1" fmla="*/ 2667 h 4533"/>
                <a:gd name="T2" fmla="*/ 1867 w 3733"/>
                <a:gd name="T3" fmla="*/ 4533 h 4533"/>
                <a:gd name="T4" fmla="*/ 3733 w 3733"/>
                <a:gd name="T5" fmla="*/ 2667 h 4533"/>
                <a:gd name="T6" fmla="*/ 3161 w 3733"/>
                <a:gd name="T7" fmla="*/ 1323 h 4533"/>
                <a:gd name="T8" fmla="*/ 3408 w 3733"/>
                <a:gd name="T9" fmla="*/ 1075 h 4533"/>
                <a:gd name="T10" fmla="*/ 3408 w 3733"/>
                <a:gd name="T11" fmla="*/ 792 h 4533"/>
                <a:gd name="T12" fmla="*/ 3125 w 3733"/>
                <a:gd name="T13" fmla="*/ 792 h 4533"/>
                <a:gd name="T14" fmla="*/ 2842 w 3733"/>
                <a:gd name="T15" fmla="*/ 1076 h 4533"/>
                <a:gd name="T16" fmla="*/ 2067 w 3733"/>
                <a:gd name="T17" fmla="*/ 811 h 4533"/>
                <a:gd name="T18" fmla="*/ 2067 w 3733"/>
                <a:gd name="T19" fmla="*/ 400 h 4533"/>
                <a:gd name="T20" fmla="*/ 2667 w 3733"/>
                <a:gd name="T21" fmla="*/ 400 h 4533"/>
                <a:gd name="T22" fmla="*/ 2867 w 3733"/>
                <a:gd name="T23" fmla="*/ 200 h 4533"/>
                <a:gd name="T24" fmla="*/ 2667 w 3733"/>
                <a:gd name="T25" fmla="*/ 0 h 4533"/>
                <a:gd name="T26" fmla="*/ 1067 w 3733"/>
                <a:gd name="T27" fmla="*/ 0 h 4533"/>
                <a:gd name="T28" fmla="*/ 867 w 3733"/>
                <a:gd name="T29" fmla="*/ 200 h 4533"/>
                <a:gd name="T30" fmla="*/ 1067 w 3733"/>
                <a:gd name="T31" fmla="*/ 400 h 4533"/>
                <a:gd name="T32" fmla="*/ 1667 w 3733"/>
                <a:gd name="T33" fmla="*/ 400 h 4533"/>
                <a:gd name="T34" fmla="*/ 1667 w 3733"/>
                <a:gd name="T35" fmla="*/ 811 h 4533"/>
                <a:gd name="T36" fmla="*/ 891 w 3733"/>
                <a:gd name="T37" fmla="*/ 1076 h 4533"/>
                <a:gd name="T38" fmla="*/ 608 w 3733"/>
                <a:gd name="T39" fmla="*/ 792 h 4533"/>
                <a:gd name="T40" fmla="*/ 325 w 3733"/>
                <a:gd name="T41" fmla="*/ 792 h 4533"/>
                <a:gd name="T42" fmla="*/ 325 w 3733"/>
                <a:gd name="T43" fmla="*/ 1075 h 4533"/>
                <a:gd name="T44" fmla="*/ 573 w 3733"/>
                <a:gd name="T45" fmla="*/ 1323 h 4533"/>
                <a:gd name="T46" fmla="*/ 0 w 3733"/>
                <a:gd name="T47" fmla="*/ 2667 h 4533"/>
                <a:gd name="T48" fmla="*/ 1667 w 3733"/>
                <a:gd name="T49" fmla="*/ 1801 h 4533"/>
                <a:gd name="T50" fmla="*/ 1867 w 3733"/>
                <a:gd name="T51" fmla="*/ 1601 h 4533"/>
                <a:gd name="T52" fmla="*/ 2067 w 3733"/>
                <a:gd name="T53" fmla="*/ 1801 h 4533"/>
                <a:gd name="T54" fmla="*/ 2067 w 3733"/>
                <a:gd name="T55" fmla="*/ 2468 h 4533"/>
                <a:gd name="T56" fmla="*/ 2733 w 3733"/>
                <a:gd name="T57" fmla="*/ 2468 h 4533"/>
                <a:gd name="T58" fmla="*/ 2933 w 3733"/>
                <a:gd name="T59" fmla="*/ 2668 h 4533"/>
                <a:gd name="T60" fmla="*/ 2733 w 3733"/>
                <a:gd name="T61" fmla="*/ 2868 h 4533"/>
                <a:gd name="T62" fmla="*/ 1867 w 3733"/>
                <a:gd name="T63" fmla="*/ 2868 h 4533"/>
                <a:gd name="T64" fmla="*/ 1667 w 3733"/>
                <a:gd name="T65" fmla="*/ 2668 h 4533"/>
                <a:gd name="T66" fmla="*/ 1667 w 3733"/>
                <a:gd name="T67" fmla="*/ 1801 h 45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3733" h="4533">
                  <a:moveTo>
                    <a:pt x="0" y="2667"/>
                  </a:moveTo>
                  <a:cubicBezTo>
                    <a:pt x="0" y="3696"/>
                    <a:pt x="837" y="4533"/>
                    <a:pt x="1867" y="4533"/>
                  </a:cubicBezTo>
                  <a:cubicBezTo>
                    <a:pt x="2896" y="4533"/>
                    <a:pt x="3733" y="3696"/>
                    <a:pt x="3733" y="2667"/>
                  </a:cubicBezTo>
                  <a:cubicBezTo>
                    <a:pt x="3733" y="2139"/>
                    <a:pt x="3513" y="1662"/>
                    <a:pt x="3161" y="1323"/>
                  </a:cubicBezTo>
                  <a:lnTo>
                    <a:pt x="3408" y="1075"/>
                  </a:lnTo>
                  <a:cubicBezTo>
                    <a:pt x="3486" y="997"/>
                    <a:pt x="3486" y="870"/>
                    <a:pt x="3408" y="792"/>
                  </a:cubicBezTo>
                  <a:cubicBezTo>
                    <a:pt x="3330" y="714"/>
                    <a:pt x="3203" y="714"/>
                    <a:pt x="3125" y="792"/>
                  </a:cubicBezTo>
                  <a:lnTo>
                    <a:pt x="2842" y="1076"/>
                  </a:lnTo>
                  <a:cubicBezTo>
                    <a:pt x="2612" y="934"/>
                    <a:pt x="2348" y="841"/>
                    <a:pt x="2067" y="811"/>
                  </a:cubicBezTo>
                  <a:lnTo>
                    <a:pt x="2067" y="400"/>
                  </a:lnTo>
                  <a:lnTo>
                    <a:pt x="2667" y="400"/>
                  </a:lnTo>
                  <a:cubicBezTo>
                    <a:pt x="2777" y="400"/>
                    <a:pt x="2867" y="310"/>
                    <a:pt x="2867" y="200"/>
                  </a:cubicBezTo>
                  <a:cubicBezTo>
                    <a:pt x="2867" y="90"/>
                    <a:pt x="2777" y="0"/>
                    <a:pt x="2667" y="0"/>
                  </a:cubicBezTo>
                  <a:lnTo>
                    <a:pt x="1067" y="0"/>
                  </a:lnTo>
                  <a:cubicBezTo>
                    <a:pt x="956" y="0"/>
                    <a:pt x="867" y="90"/>
                    <a:pt x="867" y="200"/>
                  </a:cubicBezTo>
                  <a:cubicBezTo>
                    <a:pt x="867" y="310"/>
                    <a:pt x="956" y="400"/>
                    <a:pt x="1067" y="400"/>
                  </a:cubicBezTo>
                  <a:lnTo>
                    <a:pt x="1667" y="400"/>
                  </a:lnTo>
                  <a:lnTo>
                    <a:pt x="1667" y="811"/>
                  </a:lnTo>
                  <a:cubicBezTo>
                    <a:pt x="1385" y="841"/>
                    <a:pt x="1122" y="934"/>
                    <a:pt x="891" y="1076"/>
                  </a:cubicBezTo>
                  <a:lnTo>
                    <a:pt x="608" y="792"/>
                  </a:lnTo>
                  <a:cubicBezTo>
                    <a:pt x="530" y="714"/>
                    <a:pt x="403" y="714"/>
                    <a:pt x="325" y="792"/>
                  </a:cubicBezTo>
                  <a:cubicBezTo>
                    <a:pt x="247" y="870"/>
                    <a:pt x="247" y="997"/>
                    <a:pt x="325" y="1075"/>
                  </a:cubicBezTo>
                  <a:lnTo>
                    <a:pt x="573" y="1323"/>
                  </a:lnTo>
                  <a:cubicBezTo>
                    <a:pt x="220" y="1662"/>
                    <a:pt x="0" y="2139"/>
                    <a:pt x="0" y="2667"/>
                  </a:cubicBezTo>
                  <a:close/>
                  <a:moveTo>
                    <a:pt x="1667" y="1801"/>
                  </a:moveTo>
                  <a:cubicBezTo>
                    <a:pt x="1667" y="1691"/>
                    <a:pt x="1756" y="1601"/>
                    <a:pt x="1867" y="1601"/>
                  </a:cubicBezTo>
                  <a:cubicBezTo>
                    <a:pt x="1977" y="1601"/>
                    <a:pt x="2067" y="1691"/>
                    <a:pt x="2067" y="1801"/>
                  </a:cubicBezTo>
                  <a:lnTo>
                    <a:pt x="2067" y="2468"/>
                  </a:lnTo>
                  <a:lnTo>
                    <a:pt x="2733" y="2468"/>
                  </a:lnTo>
                  <a:cubicBezTo>
                    <a:pt x="2844" y="2468"/>
                    <a:pt x="2933" y="2557"/>
                    <a:pt x="2933" y="2668"/>
                  </a:cubicBezTo>
                  <a:cubicBezTo>
                    <a:pt x="2933" y="2778"/>
                    <a:pt x="2844" y="2868"/>
                    <a:pt x="2733" y="2868"/>
                  </a:cubicBezTo>
                  <a:lnTo>
                    <a:pt x="1867" y="2868"/>
                  </a:lnTo>
                  <a:cubicBezTo>
                    <a:pt x="1756" y="2868"/>
                    <a:pt x="1667" y="2778"/>
                    <a:pt x="1667" y="2668"/>
                  </a:cubicBezTo>
                  <a:lnTo>
                    <a:pt x="1667" y="1801"/>
                  </a:lnTo>
                  <a:close/>
                </a:path>
              </a:pathLst>
            </a:custGeom>
            <a:solidFill>
              <a:schemeClr val="accent1"/>
            </a:solidFill>
            <a:ln>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zh-CN"/>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a:p>
          </p:txBody>
        </p:sp>
        <p:sp>
          <p:nvSpPr>
            <p:cNvPr id="31" name="íşlïḍè">
              <a:extLst>
                <a:ext uri="{FF2B5EF4-FFF2-40B4-BE49-F238E27FC236}">
                  <a16:creationId xmlns:a16="http://schemas.microsoft.com/office/drawing/2014/main" id="{70AC8ECD-E267-4A60-AC00-1DBB7F95871A}"/>
                </a:ext>
              </a:extLst>
            </p:cNvPr>
            <p:cNvSpPr txBox="1"/>
            <p:nvPr/>
          </p:nvSpPr>
          <p:spPr>
            <a:xfrm>
              <a:off x="1490127" y="4367293"/>
              <a:ext cx="743578" cy="318562"/>
            </a:xfrm>
            <a:prstGeom prst="rect">
              <a:avLst/>
            </a:prstGeom>
            <a:noFill/>
          </p:spPr>
          <p:txBody>
            <a:bodyPr wrap="square" lIns="91440" tIns="45720" rIns="91440" bIns="45720" anchor="ctr">
              <a:noAutofit/>
            </a:bodyPr>
            <a:lstStyle/>
            <a:p>
              <a:pPr algn="ctr"/>
              <a:r>
                <a:rPr lang="zh-CN" altLang="en-US" b="1" dirty="0">
                  <a:solidFill>
                    <a:schemeClr val="accent1">
                      <a:lumMod val="75000"/>
                    </a:schemeClr>
                  </a:solidFill>
                </a:rPr>
                <a:t>超时</a:t>
              </a:r>
              <a:endParaRPr lang="en-US" altLang="zh-CN" b="1" dirty="0">
                <a:solidFill>
                  <a:schemeClr val="accent1">
                    <a:lumMod val="75000"/>
                  </a:schemeClr>
                </a:solidFill>
              </a:endParaRPr>
            </a:p>
          </p:txBody>
        </p:sp>
        <p:cxnSp>
          <p:nvCxnSpPr>
            <p:cNvPr id="32" name="直接箭头连接符 31">
              <a:extLst>
                <a:ext uri="{FF2B5EF4-FFF2-40B4-BE49-F238E27FC236}">
                  <a16:creationId xmlns:a16="http://schemas.microsoft.com/office/drawing/2014/main" id="{5DFDE672-81AA-4128-85A4-E7FB74E8B69C}"/>
                </a:ext>
              </a:extLst>
            </p:cNvPr>
            <p:cNvCxnSpPr>
              <a:cxnSpLocks/>
            </p:cNvCxnSpPr>
            <p:nvPr/>
          </p:nvCxnSpPr>
          <p:spPr>
            <a:xfrm>
              <a:off x="1861916" y="5115066"/>
              <a:ext cx="0" cy="252934"/>
            </a:xfrm>
            <a:prstGeom prst="straightConnector1">
              <a:avLst/>
            </a:prstGeom>
            <a:ln w="25400">
              <a:tailEnd type="triangle" w="med" len="lg"/>
            </a:ln>
          </p:spPr>
          <p:style>
            <a:lnRef idx="1">
              <a:schemeClr val="accent1"/>
            </a:lnRef>
            <a:fillRef idx="0">
              <a:schemeClr val="accent1"/>
            </a:fillRef>
            <a:effectRef idx="0">
              <a:schemeClr val="accent1"/>
            </a:effectRef>
            <a:fontRef idx="minor">
              <a:schemeClr val="tx1"/>
            </a:fontRef>
          </p:style>
        </p:cxnSp>
      </p:grpSp>
      <p:sp>
        <p:nvSpPr>
          <p:cNvPr id="36" name="矩形 35">
            <a:extLst>
              <a:ext uri="{FF2B5EF4-FFF2-40B4-BE49-F238E27FC236}">
                <a16:creationId xmlns:a16="http://schemas.microsoft.com/office/drawing/2014/main" id="{2B26B4D6-B365-4F02-89C9-ADD47D9F4D77}"/>
              </a:ext>
            </a:extLst>
          </p:cNvPr>
          <p:cNvSpPr/>
          <p:nvPr/>
        </p:nvSpPr>
        <p:spPr>
          <a:xfrm>
            <a:off x="2297515" y="5557308"/>
            <a:ext cx="6045082" cy="390966"/>
          </a:xfrm>
          <a:prstGeom prst="rect">
            <a:avLst/>
          </a:prstGeom>
          <a:solidFill>
            <a:schemeClr val="accent1">
              <a:lumMod val="75000"/>
              <a:alpha val="44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grpSp>
        <p:nvGrpSpPr>
          <p:cNvPr id="37" name="组合 36">
            <a:extLst>
              <a:ext uri="{FF2B5EF4-FFF2-40B4-BE49-F238E27FC236}">
                <a16:creationId xmlns:a16="http://schemas.microsoft.com/office/drawing/2014/main" id="{C10DC583-D992-4637-A4FB-5AD0DC3CD59C}"/>
              </a:ext>
            </a:extLst>
          </p:cNvPr>
          <p:cNvGrpSpPr/>
          <p:nvPr/>
        </p:nvGrpSpPr>
        <p:grpSpPr>
          <a:xfrm>
            <a:off x="1264121" y="2339362"/>
            <a:ext cx="708432" cy="2116745"/>
            <a:chOff x="1264121" y="3234029"/>
            <a:chExt cx="708432" cy="2116745"/>
          </a:xfrm>
        </p:grpSpPr>
        <p:sp>
          <p:nvSpPr>
            <p:cNvPr id="47" name="矩形 46">
              <a:extLst>
                <a:ext uri="{FF2B5EF4-FFF2-40B4-BE49-F238E27FC236}">
                  <a16:creationId xmlns:a16="http://schemas.microsoft.com/office/drawing/2014/main" id="{1277ABFD-1EA1-4C54-A11B-99CA46AF0941}"/>
                </a:ext>
              </a:extLst>
            </p:cNvPr>
            <p:cNvSpPr/>
            <p:nvPr/>
          </p:nvSpPr>
          <p:spPr>
            <a:xfrm>
              <a:off x="1264121" y="4038429"/>
              <a:ext cx="708432" cy="270283"/>
            </a:xfrm>
            <a:prstGeom prst="rect">
              <a:avLst/>
            </a:prstGeom>
            <a:solidFill>
              <a:schemeClr val="accent3"/>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46800" rIns="46800" rtlCol="0" anchor="ctr"/>
            <a:lstStyle/>
            <a:p>
              <a:pPr algn="ctr"/>
              <a:r>
                <a:rPr lang="en-US" altLang="zh-CN" b="1" dirty="0"/>
                <a:t>DATA3</a:t>
              </a:r>
              <a:endParaRPr lang="zh-CN" altLang="en-US" b="1" dirty="0"/>
            </a:p>
          </p:txBody>
        </p:sp>
        <p:sp>
          <p:nvSpPr>
            <p:cNvPr id="48" name="矩形 47">
              <a:extLst>
                <a:ext uri="{FF2B5EF4-FFF2-40B4-BE49-F238E27FC236}">
                  <a16:creationId xmlns:a16="http://schemas.microsoft.com/office/drawing/2014/main" id="{CAB3A4BB-BA91-4D0B-BE64-409A794D5E63}"/>
                </a:ext>
              </a:extLst>
            </p:cNvPr>
            <p:cNvSpPr/>
            <p:nvPr/>
          </p:nvSpPr>
          <p:spPr>
            <a:xfrm>
              <a:off x="1264121" y="3766556"/>
              <a:ext cx="708432" cy="270283"/>
            </a:xfrm>
            <a:prstGeom prst="rect">
              <a:avLst/>
            </a:prstGeom>
            <a:solidFill>
              <a:schemeClr val="accent3"/>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46800" rIns="46800" rtlCol="0" anchor="ctr"/>
            <a:lstStyle/>
            <a:p>
              <a:pPr algn="ctr"/>
              <a:r>
                <a:rPr lang="en-US" altLang="zh-CN" b="1" dirty="0"/>
                <a:t>DATA2</a:t>
              </a:r>
              <a:endParaRPr lang="zh-CN" altLang="en-US" b="1" dirty="0"/>
            </a:p>
          </p:txBody>
        </p:sp>
        <p:sp>
          <p:nvSpPr>
            <p:cNvPr id="49" name="矩形 48">
              <a:extLst>
                <a:ext uri="{FF2B5EF4-FFF2-40B4-BE49-F238E27FC236}">
                  <a16:creationId xmlns:a16="http://schemas.microsoft.com/office/drawing/2014/main" id="{14A6A18C-84F0-4A00-8A1E-ACCF698E18A4}"/>
                </a:ext>
              </a:extLst>
            </p:cNvPr>
            <p:cNvSpPr/>
            <p:nvPr/>
          </p:nvSpPr>
          <p:spPr>
            <a:xfrm>
              <a:off x="1264121" y="3496273"/>
              <a:ext cx="708432" cy="270283"/>
            </a:xfrm>
            <a:prstGeom prst="rect">
              <a:avLst/>
            </a:prstGeom>
            <a:solidFill>
              <a:schemeClr val="accent3"/>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46800" rIns="46800" rtlCol="0" anchor="ctr"/>
            <a:lstStyle/>
            <a:p>
              <a:pPr algn="ctr"/>
              <a:r>
                <a:rPr lang="en-US" altLang="zh-CN" b="1" dirty="0"/>
                <a:t>DATA1</a:t>
              </a:r>
              <a:endParaRPr lang="zh-CN" altLang="en-US" b="1" dirty="0"/>
            </a:p>
          </p:txBody>
        </p:sp>
        <p:sp>
          <p:nvSpPr>
            <p:cNvPr id="50" name="矩形 49">
              <a:extLst>
                <a:ext uri="{FF2B5EF4-FFF2-40B4-BE49-F238E27FC236}">
                  <a16:creationId xmlns:a16="http://schemas.microsoft.com/office/drawing/2014/main" id="{6E6AF5DD-7EC9-406D-92D9-7E00869C0E45}"/>
                </a:ext>
              </a:extLst>
            </p:cNvPr>
            <p:cNvSpPr/>
            <p:nvPr/>
          </p:nvSpPr>
          <p:spPr>
            <a:xfrm>
              <a:off x="1264121" y="3234029"/>
              <a:ext cx="708432" cy="270283"/>
            </a:xfrm>
            <a:prstGeom prst="rect">
              <a:avLst/>
            </a:prstGeom>
            <a:solidFill>
              <a:schemeClr val="accent3"/>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46800" rIns="46800" rtlCol="0" anchor="ctr"/>
            <a:lstStyle/>
            <a:p>
              <a:pPr algn="ctr"/>
              <a:r>
                <a:rPr lang="en-US" altLang="zh-CN" b="1" dirty="0"/>
                <a:t>DATA0</a:t>
              </a:r>
              <a:endParaRPr lang="zh-CN" altLang="en-US" b="1" dirty="0"/>
            </a:p>
          </p:txBody>
        </p:sp>
        <p:sp>
          <p:nvSpPr>
            <p:cNvPr id="51" name="矩形 50">
              <a:extLst>
                <a:ext uri="{FF2B5EF4-FFF2-40B4-BE49-F238E27FC236}">
                  <a16:creationId xmlns:a16="http://schemas.microsoft.com/office/drawing/2014/main" id="{F4EB1E57-BC01-42FE-9439-D06F20007588}"/>
                </a:ext>
              </a:extLst>
            </p:cNvPr>
            <p:cNvSpPr/>
            <p:nvPr/>
          </p:nvSpPr>
          <p:spPr>
            <a:xfrm>
              <a:off x="1264121" y="4289722"/>
              <a:ext cx="708432" cy="270283"/>
            </a:xfrm>
            <a:prstGeom prst="rect">
              <a:avLst/>
            </a:prstGeom>
            <a:solidFill>
              <a:schemeClr val="accent3"/>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46800" rIns="46800" rtlCol="0" anchor="ctr"/>
            <a:lstStyle/>
            <a:p>
              <a:pPr algn="ctr"/>
              <a:r>
                <a:rPr lang="en-US" altLang="zh-CN" b="1" dirty="0"/>
                <a:t>DATA4</a:t>
              </a:r>
              <a:endParaRPr lang="zh-CN" altLang="en-US" b="1" dirty="0"/>
            </a:p>
          </p:txBody>
        </p:sp>
        <p:sp>
          <p:nvSpPr>
            <p:cNvPr id="52" name="矩形 51">
              <a:extLst>
                <a:ext uri="{FF2B5EF4-FFF2-40B4-BE49-F238E27FC236}">
                  <a16:creationId xmlns:a16="http://schemas.microsoft.com/office/drawing/2014/main" id="{AE929CE0-C60F-4FA3-A36B-03A225FA3362}"/>
                </a:ext>
              </a:extLst>
            </p:cNvPr>
            <p:cNvSpPr/>
            <p:nvPr/>
          </p:nvSpPr>
          <p:spPr>
            <a:xfrm>
              <a:off x="1264121" y="4829198"/>
              <a:ext cx="708432" cy="270283"/>
            </a:xfrm>
            <a:prstGeom prst="rect">
              <a:avLst/>
            </a:prstGeom>
            <a:solidFill>
              <a:schemeClr val="accent3"/>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46800" rIns="46800" rtlCol="0" anchor="ctr"/>
            <a:lstStyle/>
            <a:p>
              <a:pPr algn="ctr"/>
              <a:r>
                <a:rPr lang="en-US" altLang="zh-CN" b="1" dirty="0"/>
                <a:t>DATA6</a:t>
              </a:r>
              <a:endParaRPr lang="zh-CN" altLang="en-US" b="1" dirty="0"/>
            </a:p>
          </p:txBody>
        </p:sp>
        <p:sp>
          <p:nvSpPr>
            <p:cNvPr id="53" name="矩形 52">
              <a:extLst>
                <a:ext uri="{FF2B5EF4-FFF2-40B4-BE49-F238E27FC236}">
                  <a16:creationId xmlns:a16="http://schemas.microsoft.com/office/drawing/2014/main" id="{E0DB1C24-D3C6-4517-8D8D-EFF493F6800E}"/>
                </a:ext>
              </a:extLst>
            </p:cNvPr>
            <p:cNvSpPr/>
            <p:nvPr/>
          </p:nvSpPr>
          <p:spPr>
            <a:xfrm>
              <a:off x="1264121" y="4557325"/>
              <a:ext cx="708432" cy="270283"/>
            </a:xfrm>
            <a:prstGeom prst="rect">
              <a:avLst/>
            </a:prstGeom>
            <a:solidFill>
              <a:schemeClr val="accent3"/>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46800" rIns="46800" rtlCol="0" anchor="ctr"/>
            <a:lstStyle/>
            <a:p>
              <a:pPr algn="ctr"/>
              <a:r>
                <a:rPr lang="en-US" altLang="zh-CN" b="1" dirty="0"/>
                <a:t>DATA5</a:t>
              </a:r>
              <a:endParaRPr lang="zh-CN" altLang="en-US" b="1" dirty="0"/>
            </a:p>
          </p:txBody>
        </p:sp>
        <p:sp>
          <p:nvSpPr>
            <p:cNvPr id="54" name="矩形 53">
              <a:extLst>
                <a:ext uri="{FF2B5EF4-FFF2-40B4-BE49-F238E27FC236}">
                  <a16:creationId xmlns:a16="http://schemas.microsoft.com/office/drawing/2014/main" id="{7B1090BF-A311-4245-AD5A-CB2503D11EB0}"/>
                </a:ext>
              </a:extLst>
            </p:cNvPr>
            <p:cNvSpPr/>
            <p:nvPr/>
          </p:nvSpPr>
          <p:spPr>
            <a:xfrm>
              <a:off x="1264121" y="5080491"/>
              <a:ext cx="708432" cy="270283"/>
            </a:xfrm>
            <a:prstGeom prst="rect">
              <a:avLst/>
            </a:prstGeom>
            <a:solidFill>
              <a:schemeClr val="accent3"/>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46800" rIns="46800" rtlCol="0" anchor="ctr"/>
            <a:lstStyle/>
            <a:p>
              <a:pPr algn="ctr"/>
              <a:r>
                <a:rPr lang="en-US" altLang="zh-CN" b="1" dirty="0"/>
                <a:t>DATA7</a:t>
              </a:r>
              <a:endParaRPr lang="zh-CN" altLang="en-US" b="1" dirty="0"/>
            </a:p>
          </p:txBody>
        </p:sp>
      </p:grpSp>
      <p:grpSp>
        <p:nvGrpSpPr>
          <p:cNvPr id="15" name="组合 14">
            <a:extLst>
              <a:ext uri="{FF2B5EF4-FFF2-40B4-BE49-F238E27FC236}">
                <a16:creationId xmlns:a16="http://schemas.microsoft.com/office/drawing/2014/main" id="{6168FA1F-7FFC-4076-973E-368A422227F9}"/>
              </a:ext>
            </a:extLst>
          </p:cNvPr>
          <p:cNvGrpSpPr/>
          <p:nvPr/>
        </p:nvGrpSpPr>
        <p:grpSpPr>
          <a:xfrm>
            <a:off x="1790042" y="2122367"/>
            <a:ext cx="6936641" cy="723952"/>
            <a:chOff x="1790042" y="2122367"/>
            <a:chExt cx="6936641" cy="723952"/>
          </a:xfrm>
        </p:grpSpPr>
        <p:sp>
          <p:nvSpPr>
            <p:cNvPr id="55" name="矩形 54">
              <a:extLst>
                <a:ext uri="{FF2B5EF4-FFF2-40B4-BE49-F238E27FC236}">
                  <a16:creationId xmlns:a16="http://schemas.microsoft.com/office/drawing/2014/main" id="{52B63F1F-AB6D-4E2B-885D-DDC179144E61}"/>
                </a:ext>
              </a:extLst>
            </p:cNvPr>
            <p:cNvSpPr/>
            <p:nvPr/>
          </p:nvSpPr>
          <p:spPr>
            <a:xfrm>
              <a:off x="1790042" y="2280995"/>
              <a:ext cx="270521" cy="365199"/>
            </a:xfrm>
            <a:prstGeom prst="rect">
              <a:avLst/>
            </a:prstGeom>
            <a:noFill/>
            <a:ln w="25400">
              <a:solidFill>
                <a:schemeClr val="accent1">
                  <a:lumMod val="75000"/>
                </a:schemeClr>
              </a:solid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cxnSp>
          <p:nvCxnSpPr>
            <p:cNvPr id="56" name="连接符: 肘形 55">
              <a:extLst>
                <a:ext uri="{FF2B5EF4-FFF2-40B4-BE49-F238E27FC236}">
                  <a16:creationId xmlns:a16="http://schemas.microsoft.com/office/drawing/2014/main" id="{5A2D72E6-3108-4309-B30D-320002EF0CB4}"/>
                </a:ext>
              </a:extLst>
            </p:cNvPr>
            <p:cNvCxnSpPr>
              <a:cxnSpLocks/>
              <a:stCxn id="55" idx="3"/>
            </p:cNvCxnSpPr>
            <p:nvPr/>
          </p:nvCxnSpPr>
          <p:spPr>
            <a:xfrm flipV="1">
              <a:off x="2060563" y="2122367"/>
              <a:ext cx="6666120" cy="341228"/>
            </a:xfrm>
            <a:prstGeom prst="bentConnector2">
              <a:avLst/>
            </a:prstGeom>
            <a:ln w="25400">
              <a:solidFill>
                <a:schemeClr val="accent1">
                  <a:lumMod val="75000"/>
                </a:schemeClr>
              </a:solidFill>
              <a:prstDash val="dash"/>
              <a:tailEnd type="triangle" w="med" len="lg"/>
            </a:ln>
          </p:spPr>
          <p:style>
            <a:lnRef idx="1">
              <a:schemeClr val="accent1"/>
            </a:lnRef>
            <a:fillRef idx="0">
              <a:schemeClr val="accent1"/>
            </a:fillRef>
            <a:effectRef idx="0">
              <a:schemeClr val="accent1"/>
            </a:effectRef>
            <a:fontRef idx="minor">
              <a:schemeClr val="tx1"/>
            </a:fontRef>
          </p:style>
        </p:cxnSp>
        <p:sp>
          <p:nvSpPr>
            <p:cNvPr id="58" name="文本框 57">
              <a:extLst>
                <a:ext uri="{FF2B5EF4-FFF2-40B4-BE49-F238E27FC236}">
                  <a16:creationId xmlns:a16="http://schemas.microsoft.com/office/drawing/2014/main" id="{E33D5F7C-D0B5-4966-A96B-E181703BAE80}"/>
                </a:ext>
              </a:extLst>
            </p:cNvPr>
            <p:cNvSpPr txBox="1"/>
            <p:nvPr/>
          </p:nvSpPr>
          <p:spPr>
            <a:xfrm>
              <a:off x="4413576" y="2476987"/>
              <a:ext cx="3364848" cy="369332"/>
            </a:xfrm>
            <a:prstGeom prst="rect">
              <a:avLst/>
            </a:prstGeom>
            <a:noFill/>
          </p:spPr>
          <p:txBody>
            <a:bodyPr wrap="square" rtlCol="0">
              <a:spAutoFit/>
            </a:bodyPr>
            <a:lstStyle/>
            <a:p>
              <a:r>
                <a:rPr lang="zh-CN" altLang="en-US" b="1" dirty="0">
                  <a:solidFill>
                    <a:schemeClr val="accent1">
                      <a:lumMod val="75000"/>
                    </a:schemeClr>
                  </a:solidFill>
                </a:rPr>
                <a:t>序号落入接收窗口，可以接收。</a:t>
              </a:r>
            </a:p>
          </p:txBody>
        </p:sp>
      </p:grpSp>
      <p:sp>
        <p:nvSpPr>
          <p:cNvPr id="46" name="平行四边形 45">
            <a:extLst>
              <a:ext uri="{FF2B5EF4-FFF2-40B4-BE49-F238E27FC236}">
                <a16:creationId xmlns:a16="http://schemas.microsoft.com/office/drawing/2014/main" id="{45982DF2-953A-FA69-CCD8-DA61FCB1A1A1}"/>
              </a:ext>
            </a:extLst>
          </p:cNvPr>
          <p:cNvSpPr/>
          <p:nvPr/>
        </p:nvSpPr>
        <p:spPr>
          <a:xfrm>
            <a:off x="304799" y="749300"/>
            <a:ext cx="695119" cy="387090"/>
          </a:xfrm>
          <a:prstGeom prst="parallelogram">
            <a:avLst/>
          </a:prstGeom>
          <a:solidFill>
            <a:schemeClr val="accent3">
              <a:lumMod val="75000"/>
            </a:schemeClr>
          </a:solidFill>
          <a:ln>
            <a:solidFill>
              <a:schemeClr val="accent3">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CN" sz="2200" dirty="0">
                <a:latin typeface="Impact" panose="020B0806030902050204" pitchFamily="34" charset="0"/>
              </a:rPr>
              <a:t>04</a:t>
            </a:r>
            <a:endParaRPr lang="zh-CN" altLang="en-US" sz="2200" dirty="0">
              <a:latin typeface="Impact" panose="020B0806030902050204" pitchFamily="34" charset="0"/>
            </a:endParaRPr>
          </a:p>
        </p:txBody>
      </p:sp>
    </p:spTree>
    <p:custDataLst>
      <p:tags r:id="rId1"/>
    </p:custDataLst>
    <p:extLst>
      <p:ext uri="{BB962C8B-B14F-4D97-AF65-F5344CB8AC3E}">
        <p14:creationId xmlns:p14="http://schemas.microsoft.com/office/powerpoint/2010/main" val="2832026364"/>
      </p:ext>
    </p:extLst>
  </p:cSld>
  <p:clrMapOvr>
    <a:masterClrMapping/>
  </p:clrMapOvr>
  <mc:AlternateContent xmlns:mc="http://schemas.openxmlformats.org/markup-compatibility/2006" xmlns:p159="http://schemas.microsoft.com/office/powerpoint/2015/09/main">
    <mc:Choice Requires="p159">
      <p:transition xmlns:p14="http://schemas.microsoft.com/office/powerpoint/2010/main" spd="slow" p14:dur="2000">
        <p159:morph option="byObject"/>
      </p:transition>
    </mc:Choice>
    <mc:Fallback xmlns="">
      <p:transition spd="slow">
        <p:fade/>
      </p:transition>
    </mc:Fallback>
  </mc:AlternateContent>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2" presetClass="entr" presetSubtype="8" fill="hold" nodeType="clickEffect">
                                  <p:stCondLst>
                                    <p:cond delay="0"/>
                                  </p:stCondLst>
                                  <p:childTnLst>
                                    <p:set>
                                      <p:cBhvr>
                                        <p:cTn id="6" dur="1" fill="hold">
                                          <p:stCondLst>
                                            <p:cond delay="0"/>
                                          </p:stCondLst>
                                        </p:cTn>
                                        <p:tgtEl>
                                          <p:spTgt spid="15"/>
                                        </p:tgtEl>
                                        <p:attrNameLst>
                                          <p:attrName>style.visibility</p:attrName>
                                        </p:attrNameLst>
                                      </p:cBhvr>
                                      <p:to>
                                        <p:strVal val="visible"/>
                                      </p:to>
                                    </p:set>
                                    <p:animEffect transition="in" filter="wipe(left)">
                                      <p:cBhvr>
                                        <p:cTn id="7" dur="1000"/>
                                        <p:tgtEl>
                                          <p:spTgt spid="15"/>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18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39" name="组合 38">
            <a:extLst>
              <a:ext uri="{FF2B5EF4-FFF2-40B4-BE49-F238E27FC236}">
                <a16:creationId xmlns:a16="http://schemas.microsoft.com/office/drawing/2014/main" id="{89BF7AE9-7A49-4DA4-9F49-D744CBB4820A}"/>
              </a:ext>
            </a:extLst>
          </p:cNvPr>
          <p:cNvGrpSpPr/>
          <p:nvPr/>
        </p:nvGrpSpPr>
        <p:grpSpPr>
          <a:xfrm>
            <a:off x="8193075" y="1363110"/>
            <a:ext cx="1067217" cy="917885"/>
            <a:chOff x="2146413" y="1363110"/>
            <a:chExt cx="1067217" cy="917885"/>
          </a:xfrm>
        </p:grpSpPr>
        <p:sp>
          <p:nvSpPr>
            <p:cNvPr id="44" name="矩形 43">
              <a:extLst>
                <a:ext uri="{FF2B5EF4-FFF2-40B4-BE49-F238E27FC236}">
                  <a16:creationId xmlns:a16="http://schemas.microsoft.com/office/drawing/2014/main" id="{C1815E30-86DC-494D-9CA3-D28ABD9666CB}"/>
                </a:ext>
              </a:extLst>
            </p:cNvPr>
            <p:cNvSpPr/>
            <p:nvPr/>
          </p:nvSpPr>
          <p:spPr>
            <a:xfrm>
              <a:off x="2300222" y="1739531"/>
              <a:ext cx="759600" cy="541464"/>
            </a:xfrm>
            <a:prstGeom prst="rect">
              <a:avLst/>
            </a:prstGeom>
            <a:solidFill>
              <a:schemeClr val="accent4"/>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mc:AlternateContent xmlns:mc="http://schemas.openxmlformats.org/markup-compatibility/2006" xmlns:a14="http://schemas.microsoft.com/office/drawing/2010/main">
          <mc:Choice Requires="a14">
            <p:sp>
              <p:nvSpPr>
                <p:cNvPr id="45" name="文本框 44">
                  <a:extLst>
                    <a:ext uri="{FF2B5EF4-FFF2-40B4-BE49-F238E27FC236}">
                      <a16:creationId xmlns:a16="http://schemas.microsoft.com/office/drawing/2014/main" id="{71E3C168-3773-4F1D-9947-B4E8F620FC6A}"/>
                    </a:ext>
                  </a:extLst>
                </p:cNvPr>
                <p:cNvSpPr txBox="1"/>
                <p:nvPr/>
              </p:nvSpPr>
              <p:spPr>
                <a:xfrm>
                  <a:off x="2146413" y="1363110"/>
                  <a:ext cx="1067217" cy="369332"/>
                </a:xfrm>
                <a:prstGeom prst="rect">
                  <a:avLst/>
                </a:prstGeom>
                <a:noFill/>
              </p:spPr>
              <p:txBody>
                <a:bodyPr wrap="square">
                  <a:spAutoFit/>
                </a:bodyPr>
                <a:lstStyle/>
                <a:p>
                  <a:pPr/>
                  <a14:m>
                    <m:oMathPara xmlns:m="http://schemas.openxmlformats.org/officeDocument/2006/math">
                      <m:oMathParaPr>
                        <m:jc m:val="centerGroup"/>
                      </m:oMathParaPr>
                      <m:oMath xmlns:m="http://schemas.openxmlformats.org/officeDocument/2006/math">
                        <m:sSub>
                          <m:sSubPr>
                            <m:ctrlPr>
                              <a:rPr lang="en-US" altLang="zh-CN" b="1" i="1" smtClean="0">
                                <a:solidFill>
                                  <a:schemeClr val="accent4"/>
                                </a:solidFill>
                                <a:latin typeface="Cambria Math" panose="02040503050406030204" pitchFamily="18" charset="0"/>
                              </a:rPr>
                            </m:ctrlPr>
                          </m:sSubPr>
                          <m:e>
                            <m:r>
                              <a:rPr lang="en-US" altLang="zh-CN" b="1" i="1" smtClean="0">
                                <a:solidFill>
                                  <a:schemeClr val="accent4"/>
                                </a:solidFill>
                                <a:latin typeface="Cambria Math" panose="02040503050406030204" pitchFamily="18" charset="0"/>
                              </a:rPr>
                              <m:t>𝑾</m:t>
                            </m:r>
                          </m:e>
                          <m:sub>
                            <m:r>
                              <a:rPr lang="en-US" altLang="zh-CN" b="1" i="1" smtClean="0">
                                <a:solidFill>
                                  <a:schemeClr val="accent4"/>
                                </a:solidFill>
                                <a:latin typeface="Cambria Math" panose="02040503050406030204" pitchFamily="18" charset="0"/>
                              </a:rPr>
                              <m:t>𝑹</m:t>
                            </m:r>
                          </m:sub>
                        </m:sSub>
                        <m:r>
                          <a:rPr lang="en-US" altLang="zh-CN" b="1" i="1" smtClean="0">
                            <a:solidFill>
                              <a:schemeClr val="accent4"/>
                            </a:solidFill>
                            <a:latin typeface="Cambria Math" panose="02040503050406030204" pitchFamily="18" charset="0"/>
                          </a:rPr>
                          <m:t>=</m:t>
                        </m:r>
                        <m:r>
                          <a:rPr lang="en-US" altLang="zh-CN" b="1" i="1" smtClean="0">
                            <a:solidFill>
                              <a:schemeClr val="accent4"/>
                            </a:solidFill>
                            <a:latin typeface="Cambria Math" panose="02040503050406030204" pitchFamily="18" charset="0"/>
                          </a:rPr>
                          <m:t>𝟏</m:t>
                        </m:r>
                      </m:oMath>
                    </m:oMathPara>
                  </a14:m>
                  <a:endParaRPr lang="zh-CN" altLang="en-US" dirty="0">
                    <a:solidFill>
                      <a:schemeClr val="accent3"/>
                    </a:solidFill>
                  </a:endParaRPr>
                </a:p>
              </p:txBody>
            </p:sp>
          </mc:Choice>
          <mc:Fallback xmlns="">
            <p:sp>
              <p:nvSpPr>
                <p:cNvPr id="35" name="文本框 34">
                  <a:extLst>
                    <a:ext uri="{FF2B5EF4-FFF2-40B4-BE49-F238E27FC236}">
                      <a16:creationId xmlns:a16="http://schemas.microsoft.com/office/drawing/2014/main" id="{EE98B7EB-F32B-4A4F-9072-DF021D7DCAD9}"/>
                    </a:ext>
                  </a:extLst>
                </p:cNvPr>
                <p:cNvSpPr txBox="1">
                  <a:spLocks noRot="1" noChangeAspect="1" noMove="1" noResize="1" noEditPoints="1" noAdjustHandles="1" noChangeArrowheads="1" noChangeShapeType="1" noTextEdit="1"/>
                </p:cNvSpPr>
                <p:nvPr/>
              </p:nvSpPr>
              <p:spPr>
                <a:xfrm>
                  <a:off x="2146413" y="1363110"/>
                  <a:ext cx="1067217" cy="369332"/>
                </a:xfrm>
                <a:prstGeom prst="rect">
                  <a:avLst/>
                </a:prstGeom>
                <a:blipFill>
                  <a:blip r:embed="rId3"/>
                  <a:stretch>
                    <a:fillRect b="-3333"/>
                  </a:stretch>
                </a:blipFill>
              </p:spPr>
              <p:txBody>
                <a:bodyPr/>
                <a:lstStyle/>
                <a:p>
                  <a:r>
                    <a:rPr lang="zh-CN" altLang="en-US">
                      <a:noFill/>
                    </a:rPr>
                    <a:t> </a:t>
                  </a:r>
                </a:p>
              </p:txBody>
            </p:sp>
          </mc:Fallback>
        </mc:AlternateContent>
      </p:grpSp>
      <p:grpSp>
        <p:nvGrpSpPr>
          <p:cNvPr id="11" name="组合 10">
            <a:extLst>
              <a:ext uri="{FF2B5EF4-FFF2-40B4-BE49-F238E27FC236}">
                <a16:creationId xmlns:a16="http://schemas.microsoft.com/office/drawing/2014/main" id="{DF90C5CA-FFC7-4157-9F4D-82F7622D10DD}"/>
              </a:ext>
            </a:extLst>
          </p:cNvPr>
          <p:cNvGrpSpPr/>
          <p:nvPr/>
        </p:nvGrpSpPr>
        <p:grpSpPr>
          <a:xfrm>
            <a:off x="2302928" y="5107042"/>
            <a:ext cx="6045083" cy="902040"/>
            <a:chOff x="2302928" y="5107042"/>
            <a:chExt cx="6045083" cy="902040"/>
          </a:xfrm>
        </p:grpSpPr>
        <p:sp>
          <p:nvSpPr>
            <p:cNvPr id="5" name="矩形 4">
              <a:extLst>
                <a:ext uri="{FF2B5EF4-FFF2-40B4-BE49-F238E27FC236}">
                  <a16:creationId xmlns:a16="http://schemas.microsoft.com/office/drawing/2014/main" id="{ABCDD6AB-497D-42FD-B822-48DB3891082B}"/>
                </a:ext>
              </a:extLst>
            </p:cNvPr>
            <p:cNvSpPr/>
            <p:nvPr/>
          </p:nvSpPr>
          <p:spPr>
            <a:xfrm>
              <a:off x="2302928" y="5467618"/>
              <a:ext cx="6045083" cy="541464"/>
            </a:xfrm>
            <a:prstGeom prst="rect">
              <a:avLst/>
            </a:prstGeom>
            <a:solidFill>
              <a:schemeClr val="accent3"/>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mc:AlternateContent xmlns:mc="http://schemas.openxmlformats.org/markup-compatibility/2006" xmlns:a14="http://schemas.microsoft.com/office/drawing/2010/main">
          <mc:Choice Requires="a14">
            <p:sp>
              <p:nvSpPr>
                <p:cNvPr id="23" name="文本框 22">
                  <a:extLst>
                    <a:ext uri="{FF2B5EF4-FFF2-40B4-BE49-F238E27FC236}">
                      <a16:creationId xmlns:a16="http://schemas.microsoft.com/office/drawing/2014/main" id="{ABC03EEA-26BD-4845-8ACC-3FB7B6DA9132}"/>
                    </a:ext>
                  </a:extLst>
                </p:cNvPr>
                <p:cNvSpPr txBox="1"/>
                <p:nvPr/>
              </p:nvSpPr>
              <p:spPr>
                <a:xfrm>
                  <a:off x="4909220" y="5107042"/>
                  <a:ext cx="1067217" cy="369332"/>
                </a:xfrm>
                <a:prstGeom prst="rect">
                  <a:avLst/>
                </a:prstGeom>
                <a:noFill/>
              </p:spPr>
              <p:txBody>
                <a:bodyPr wrap="square">
                  <a:spAutoFit/>
                </a:bodyPr>
                <a:lstStyle/>
                <a:p>
                  <a:pPr/>
                  <a14:m>
                    <m:oMathPara xmlns:m="http://schemas.openxmlformats.org/officeDocument/2006/math">
                      <m:oMathParaPr>
                        <m:jc m:val="centerGroup"/>
                      </m:oMathParaPr>
                      <m:oMath xmlns:m="http://schemas.openxmlformats.org/officeDocument/2006/math">
                        <m:sSub>
                          <m:sSubPr>
                            <m:ctrlPr>
                              <a:rPr lang="en-US" altLang="zh-CN" b="1" i="1" smtClean="0">
                                <a:solidFill>
                                  <a:schemeClr val="accent3"/>
                                </a:solidFill>
                                <a:latin typeface="Cambria Math" panose="02040503050406030204" pitchFamily="18" charset="0"/>
                              </a:rPr>
                            </m:ctrlPr>
                          </m:sSubPr>
                          <m:e>
                            <m:r>
                              <a:rPr lang="en-US" altLang="zh-CN" b="1" i="1" smtClean="0">
                                <a:solidFill>
                                  <a:schemeClr val="accent3"/>
                                </a:solidFill>
                                <a:latin typeface="Cambria Math" panose="02040503050406030204" pitchFamily="18" charset="0"/>
                              </a:rPr>
                              <m:t>𝑾</m:t>
                            </m:r>
                          </m:e>
                          <m:sub>
                            <m:r>
                              <a:rPr lang="en-US" altLang="zh-CN" b="1" i="1" smtClean="0">
                                <a:solidFill>
                                  <a:schemeClr val="accent3"/>
                                </a:solidFill>
                                <a:latin typeface="Cambria Math" panose="02040503050406030204" pitchFamily="18" charset="0"/>
                              </a:rPr>
                              <m:t>𝑻</m:t>
                            </m:r>
                          </m:sub>
                        </m:sSub>
                        <m:r>
                          <a:rPr lang="en-US" altLang="zh-CN" b="1" i="1" smtClean="0">
                            <a:solidFill>
                              <a:schemeClr val="accent3"/>
                            </a:solidFill>
                            <a:latin typeface="Cambria Math" panose="02040503050406030204" pitchFamily="18" charset="0"/>
                          </a:rPr>
                          <m:t>=</m:t>
                        </m:r>
                        <m:r>
                          <a:rPr lang="en-US" altLang="zh-CN" b="1" i="1" smtClean="0">
                            <a:solidFill>
                              <a:schemeClr val="accent3"/>
                            </a:solidFill>
                            <a:latin typeface="Cambria Math" panose="02040503050406030204" pitchFamily="18" charset="0"/>
                          </a:rPr>
                          <m:t>𝟖</m:t>
                        </m:r>
                      </m:oMath>
                    </m:oMathPara>
                  </a14:m>
                  <a:endParaRPr lang="zh-CN" altLang="en-US" dirty="0">
                    <a:solidFill>
                      <a:schemeClr val="accent3"/>
                    </a:solidFill>
                  </a:endParaRPr>
                </a:p>
              </p:txBody>
            </p:sp>
          </mc:Choice>
          <mc:Fallback xmlns="">
            <p:sp>
              <p:nvSpPr>
                <p:cNvPr id="23" name="文本框 22">
                  <a:extLst>
                    <a:ext uri="{FF2B5EF4-FFF2-40B4-BE49-F238E27FC236}">
                      <a16:creationId xmlns:a16="http://schemas.microsoft.com/office/drawing/2014/main" id="{ABC03EEA-26BD-4845-8ACC-3FB7B6DA9132}"/>
                    </a:ext>
                  </a:extLst>
                </p:cNvPr>
                <p:cNvSpPr txBox="1">
                  <a:spLocks noRot="1" noChangeAspect="1" noMove="1" noResize="1" noEditPoints="1" noAdjustHandles="1" noChangeArrowheads="1" noChangeShapeType="1" noTextEdit="1"/>
                </p:cNvSpPr>
                <p:nvPr/>
              </p:nvSpPr>
              <p:spPr>
                <a:xfrm>
                  <a:off x="4909220" y="5107042"/>
                  <a:ext cx="1067217" cy="369332"/>
                </a:xfrm>
                <a:prstGeom prst="rect">
                  <a:avLst/>
                </a:prstGeom>
                <a:blipFill>
                  <a:blip r:embed="rId4"/>
                  <a:stretch>
                    <a:fillRect b="-3333"/>
                  </a:stretch>
                </a:blipFill>
              </p:spPr>
              <p:txBody>
                <a:bodyPr/>
                <a:lstStyle/>
                <a:p>
                  <a:r>
                    <a:rPr lang="zh-CN" altLang="en-US">
                      <a:noFill/>
                    </a:rPr>
                    <a:t> </a:t>
                  </a:r>
                </a:p>
              </p:txBody>
            </p:sp>
          </mc:Fallback>
        </mc:AlternateContent>
      </p:grpSp>
      <p:grpSp>
        <p:nvGrpSpPr>
          <p:cNvPr id="4" name="组合 3">
            <a:extLst>
              <a:ext uri="{FF2B5EF4-FFF2-40B4-BE49-F238E27FC236}">
                <a16:creationId xmlns:a16="http://schemas.microsoft.com/office/drawing/2014/main" id="{9A1EA9F2-FCB6-48C3-935F-7AE7E3AD14AC}"/>
              </a:ext>
            </a:extLst>
          </p:cNvPr>
          <p:cNvGrpSpPr/>
          <p:nvPr/>
        </p:nvGrpSpPr>
        <p:grpSpPr>
          <a:xfrm>
            <a:off x="304800" y="749300"/>
            <a:ext cx="6192344" cy="400110"/>
            <a:chOff x="424117" y="898245"/>
            <a:chExt cx="6192344" cy="400110"/>
          </a:xfrm>
        </p:grpSpPr>
        <p:sp>
          <p:nvSpPr>
            <p:cNvPr id="2" name="平行四边形 1">
              <a:extLst>
                <a:ext uri="{FF2B5EF4-FFF2-40B4-BE49-F238E27FC236}">
                  <a16:creationId xmlns:a16="http://schemas.microsoft.com/office/drawing/2014/main" id="{1F5BAA3F-9845-4F89-A2DD-8222D3E4EDAC}"/>
                </a:ext>
              </a:extLst>
            </p:cNvPr>
            <p:cNvSpPr/>
            <p:nvPr/>
          </p:nvSpPr>
          <p:spPr>
            <a:xfrm>
              <a:off x="424117" y="898245"/>
              <a:ext cx="628306" cy="387090"/>
            </a:xfrm>
            <a:prstGeom prst="parallelogram">
              <a:avLst/>
            </a:prstGeom>
            <a:solidFill>
              <a:schemeClr val="accent3">
                <a:lumMod val="75000"/>
              </a:schemeClr>
            </a:solidFill>
            <a:ln>
              <a:solidFill>
                <a:schemeClr val="accent3">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CN" sz="2200" dirty="0">
                  <a:latin typeface="Impact" panose="020B0806030902050204" pitchFamily="34" charset="0"/>
                </a:rPr>
                <a:t>01</a:t>
              </a:r>
              <a:endParaRPr lang="zh-CN" altLang="en-US" sz="2200" dirty="0">
                <a:latin typeface="Impact" panose="020B0806030902050204" pitchFamily="34" charset="0"/>
              </a:endParaRPr>
            </a:p>
          </p:txBody>
        </p:sp>
        <p:sp>
          <p:nvSpPr>
            <p:cNvPr id="3" name="文本框 2">
              <a:extLst>
                <a:ext uri="{FF2B5EF4-FFF2-40B4-BE49-F238E27FC236}">
                  <a16:creationId xmlns:a16="http://schemas.microsoft.com/office/drawing/2014/main" id="{4D6BD736-A4D3-4F26-AFED-36E11F50F70B}"/>
                </a:ext>
              </a:extLst>
            </p:cNvPr>
            <p:cNvSpPr txBox="1"/>
            <p:nvPr/>
          </p:nvSpPr>
          <p:spPr>
            <a:xfrm>
              <a:off x="1052423" y="898245"/>
              <a:ext cx="5564038" cy="400110"/>
            </a:xfrm>
            <a:prstGeom prst="rect">
              <a:avLst/>
            </a:prstGeom>
            <a:noFill/>
          </p:spPr>
          <p:txBody>
            <a:bodyPr wrap="square" rtlCol="0">
              <a:spAutoFit/>
            </a:bodyPr>
            <a:lstStyle/>
            <a:p>
              <a:r>
                <a:rPr lang="zh-CN" altLang="en-US" sz="2000" b="1" dirty="0"/>
                <a:t>回退</a:t>
              </a:r>
              <a:r>
                <a:rPr lang="en-US" altLang="zh-CN" sz="2000" b="1" dirty="0"/>
                <a:t>N</a:t>
              </a:r>
              <a:r>
                <a:rPr lang="zh-CN" altLang="en-US" sz="2000" b="1" dirty="0"/>
                <a:t>帧协议</a:t>
              </a:r>
            </a:p>
          </p:txBody>
        </p:sp>
      </p:grpSp>
      <p:grpSp>
        <p:nvGrpSpPr>
          <p:cNvPr id="20" name="组合 19">
            <a:extLst>
              <a:ext uri="{FF2B5EF4-FFF2-40B4-BE49-F238E27FC236}">
                <a16:creationId xmlns:a16="http://schemas.microsoft.com/office/drawing/2014/main" id="{87756F0E-46C2-4571-B23D-C8472E9FD1FB}"/>
              </a:ext>
            </a:extLst>
          </p:cNvPr>
          <p:cNvGrpSpPr/>
          <p:nvPr/>
        </p:nvGrpSpPr>
        <p:grpSpPr>
          <a:xfrm>
            <a:off x="475097" y="1263518"/>
            <a:ext cx="1355161" cy="5114896"/>
            <a:chOff x="475097" y="1263518"/>
            <a:chExt cx="1355161" cy="5114896"/>
          </a:xfrm>
        </p:grpSpPr>
        <p:cxnSp>
          <p:nvCxnSpPr>
            <p:cNvPr id="17" name="直接连接符 16">
              <a:extLst>
                <a:ext uri="{FF2B5EF4-FFF2-40B4-BE49-F238E27FC236}">
                  <a16:creationId xmlns:a16="http://schemas.microsoft.com/office/drawing/2014/main" id="{5A41A17A-7B81-47D8-BDBB-76B8F1AA71D6}"/>
                </a:ext>
              </a:extLst>
            </p:cNvPr>
            <p:cNvCxnSpPr>
              <a:cxnSpLocks/>
            </p:cNvCxnSpPr>
            <p:nvPr/>
          </p:nvCxnSpPr>
          <p:spPr>
            <a:xfrm flipV="1">
              <a:off x="1208367" y="2012996"/>
              <a:ext cx="0" cy="3813858"/>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nvGrpSpPr>
            <p:cNvPr id="9" name="组合 8">
              <a:extLst>
                <a:ext uri="{FF2B5EF4-FFF2-40B4-BE49-F238E27FC236}">
                  <a16:creationId xmlns:a16="http://schemas.microsoft.com/office/drawing/2014/main" id="{A2B5FA1F-35FA-42E7-8D74-E7431B6AAA3C}"/>
                </a:ext>
              </a:extLst>
            </p:cNvPr>
            <p:cNvGrpSpPr/>
            <p:nvPr/>
          </p:nvGrpSpPr>
          <p:grpSpPr>
            <a:xfrm>
              <a:off x="700096" y="5368000"/>
              <a:ext cx="905164" cy="1010414"/>
              <a:chOff x="700096" y="5368000"/>
              <a:chExt cx="905164" cy="1010414"/>
            </a:xfrm>
          </p:grpSpPr>
          <p:pic>
            <p:nvPicPr>
              <p:cNvPr id="214" name="图形 213">
                <a:extLst>
                  <a:ext uri="{FF2B5EF4-FFF2-40B4-BE49-F238E27FC236}">
                    <a16:creationId xmlns:a16="http://schemas.microsoft.com/office/drawing/2014/main" id="{D949CB40-4FF6-4E8C-991B-66D24C6ADF05}"/>
                  </a:ext>
                </a:extLst>
              </p:cNvPr>
              <p:cNvPicPr>
                <a:picLocks noChangeAspect="1"/>
              </p:cNvPicPr>
              <p:nvPr/>
            </p:nvPicPr>
            <p:blipFill>
              <a:blip r:embed="rId5">
                <a:extLst>
                  <a:ext uri="{28A0092B-C50C-407E-A947-70E740481C1C}">
                    <a14:useLocalDpi xmlns:a14="http://schemas.microsoft.com/office/drawing/2010/main" val="0"/>
                  </a:ext>
                  <a:ext uri="{96DAC541-7B7A-43D3-8B79-37D633B846F1}">
                    <asvg:svgBlip xmlns:asvg="http://schemas.microsoft.com/office/drawing/2016/SVG/main" r:embed="rId6"/>
                  </a:ext>
                </a:extLst>
              </a:blip>
              <a:stretch>
                <a:fillRect/>
              </a:stretch>
            </p:blipFill>
            <p:spPr>
              <a:xfrm>
                <a:off x="821271" y="5368000"/>
                <a:ext cx="662814" cy="641082"/>
              </a:xfrm>
              <a:prstGeom prst="rect">
                <a:avLst/>
              </a:prstGeom>
            </p:spPr>
          </p:pic>
          <p:sp>
            <p:nvSpPr>
              <p:cNvPr id="218" name="文本框 217">
                <a:extLst>
                  <a:ext uri="{FF2B5EF4-FFF2-40B4-BE49-F238E27FC236}">
                    <a16:creationId xmlns:a16="http://schemas.microsoft.com/office/drawing/2014/main" id="{584D12FE-712D-432B-A48B-3084189F6B6C}"/>
                  </a:ext>
                </a:extLst>
              </p:cNvPr>
              <p:cNvSpPr txBox="1"/>
              <p:nvPr/>
            </p:nvSpPr>
            <p:spPr>
              <a:xfrm>
                <a:off x="700096" y="6009082"/>
                <a:ext cx="905164" cy="369332"/>
              </a:xfrm>
              <a:prstGeom prst="rect">
                <a:avLst/>
              </a:prstGeom>
              <a:noFill/>
            </p:spPr>
            <p:txBody>
              <a:bodyPr wrap="square" rtlCol="0">
                <a:spAutoFit/>
              </a:bodyPr>
              <a:lstStyle/>
              <a:p>
                <a:r>
                  <a:rPr lang="zh-CN" altLang="en-US" b="1" dirty="0">
                    <a:latin typeface="+mn-ea"/>
                  </a:rPr>
                  <a:t>发送方</a:t>
                </a:r>
              </a:p>
            </p:txBody>
          </p:sp>
        </p:grpSp>
        <p:grpSp>
          <p:nvGrpSpPr>
            <p:cNvPr id="8" name="组合 7">
              <a:extLst>
                <a:ext uri="{FF2B5EF4-FFF2-40B4-BE49-F238E27FC236}">
                  <a16:creationId xmlns:a16="http://schemas.microsoft.com/office/drawing/2014/main" id="{0ACAF080-95D4-4F76-A817-06EA84E449C9}"/>
                </a:ext>
              </a:extLst>
            </p:cNvPr>
            <p:cNvGrpSpPr/>
            <p:nvPr/>
          </p:nvGrpSpPr>
          <p:grpSpPr>
            <a:xfrm>
              <a:off x="878301" y="1263518"/>
              <a:ext cx="905164" cy="1027908"/>
              <a:chOff x="878301" y="1390382"/>
              <a:chExt cx="905164" cy="1027908"/>
            </a:xfrm>
          </p:grpSpPr>
          <p:pic>
            <p:nvPicPr>
              <p:cNvPr id="210" name="图形 209">
                <a:extLst>
                  <a:ext uri="{FF2B5EF4-FFF2-40B4-BE49-F238E27FC236}">
                    <a16:creationId xmlns:a16="http://schemas.microsoft.com/office/drawing/2014/main" id="{61E01467-74F7-469C-BAD5-DFFB1234E440}"/>
                  </a:ext>
                </a:extLst>
              </p:cNvPr>
              <p:cNvPicPr>
                <a:picLocks noChangeAspect="1"/>
              </p:cNvPicPr>
              <p:nvPr/>
            </p:nvPicPr>
            <p:blipFill>
              <a:blip r:embed="rId7">
                <a:extLst>
                  <a:ext uri="{28A0092B-C50C-407E-A947-70E740481C1C}">
                    <a14:useLocalDpi xmlns:a14="http://schemas.microsoft.com/office/drawing/2010/main" val="0"/>
                  </a:ext>
                  <a:ext uri="{96DAC541-7B7A-43D3-8B79-37D633B846F1}">
                    <asvg:svgBlip xmlns:asvg="http://schemas.microsoft.com/office/drawing/2016/SVG/main" r:embed="rId8"/>
                  </a:ext>
                </a:extLst>
              </a:blip>
              <a:stretch>
                <a:fillRect/>
              </a:stretch>
            </p:blipFill>
            <p:spPr>
              <a:xfrm>
                <a:off x="984826" y="1759714"/>
                <a:ext cx="501772" cy="658576"/>
              </a:xfrm>
              <a:prstGeom prst="rect">
                <a:avLst/>
              </a:prstGeom>
            </p:spPr>
          </p:pic>
          <p:sp>
            <p:nvSpPr>
              <p:cNvPr id="219" name="文本框 218">
                <a:extLst>
                  <a:ext uri="{FF2B5EF4-FFF2-40B4-BE49-F238E27FC236}">
                    <a16:creationId xmlns:a16="http://schemas.microsoft.com/office/drawing/2014/main" id="{B105E330-42F6-4FA8-914C-123FFA0756D5}"/>
                  </a:ext>
                </a:extLst>
              </p:cNvPr>
              <p:cNvSpPr txBox="1"/>
              <p:nvPr/>
            </p:nvSpPr>
            <p:spPr>
              <a:xfrm>
                <a:off x="878301" y="1390382"/>
                <a:ext cx="905164" cy="369332"/>
              </a:xfrm>
              <a:prstGeom prst="rect">
                <a:avLst/>
              </a:prstGeom>
              <a:noFill/>
            </p:spPr>
            <p:txBody>
              <a:bodyPr wrap="square" rtlCol="0">
                <a:spAutoFit/>
              </a:bodyPr>
              <a:lstStyle/>
              <a:p>
                <a:r>
                  <a:rPr lang="zh-CN" altLang="en-US" b="1" dirty="0">
                    <a:latin typeface="+mn-ea"/>
                  </a:rPr>
                  <a:t>接收方</a:t>
                </a:r>
              </a:p>
            </p:txBody>
          </p:sp>
        </p:grpSp>
        <p:sp>
          <p:nvSpPr>
            <p:cNvPr id="57" name="云形 56">
              <a:extLst>
                <a:ext uri="{FF2B5EF4-FFF2-40B4-BE49-F238E27FC236}">
                  <a16:creationId xmlns:a16="http://schemas.microsoft.com/office/drawing/2014/main" id="{8D58A5DA-48AF-4D62-A0E1-92B6F8CBE1F4}"/>
                </a:ext>
              </a:extLst>
            </p:cNvPr>
            <p:cNvSpPr/>
            <p:nvPr/>
          </p:nvSpPr>
          <p:spPr>
            <a:xfrm>
              <a:off x="475097" y="3429014"/>
              <a:ext cx="1355161" cy="801398"/>
            </a:xfrm>
            <a:prstGeom prst="cloud">
              <a:avLst/>
            </a:prstGeom>
            <a:solidFill>
              <a:schemeClr val="bg1">
                <a:lumMod val="85000"/>
              </a:schemeClr>
            </a:solidFill>
            <a:ln>
              <a:solidFill>
                <a:schemeClr val="bg1">
                  <a:lumMod val="85000"/>
                </a:schemeClr>
              </a:solidFill>
            </a:ln>
          </p:spPr>
          <p:style>
            <a:lnRef idx="2">
              <a:schemeClr val="accent3">
                <a:shade val="50000"/>
              </a:schemeClr>
            </a:lnRef>
            <a:fillRef idx="1">
              <a:schemeClr val="accent3"/>
            </a:fillRef>
            <a:effectRef idx="0">
              <a:schemeClr val="accent3"/>
            </a:effectRef>
            <a:fontRef idx="minor">
              <a:schemeClr val="lt1"/>
            </a:fontRef>
          </p:style>
          <p:txBody>
            <a:bodyPr rtlCol="0" anchor="ctr"/>
            <a:lstStyle/>
            <a:p>
              <a:pPr algn="ctr"/>
              <a:r>
                <a:rPr lang="zh-CN" altLang="en-US" b="1" dirty="0">
                  <a:solidFill>
                    <a:schemeClr val="tx1"/>
                  </a:solidFill>
                  <a:latin typeface="+mn-ea"/>
                </a:rPr>
                <a:t>因特网</a:t>
              </a:r>
            </a:p>
          </p:txBody>
        </p:sp>
      </p:grpSp>
      <p:graphicFrame>
        <p:nvGraphicFramePr>
          <p:cNvPr id="21" name="表格 21">
            <a:extLst>
              <a:ext uri="{FF2B5EF4-FFF2-40B4-BE49-F238E27FC236}">
                <a16:creationId xmlns:a16="http://schemas.microsoft.com/office/drawing/2014/main" id="{CE497585-4F97-4F44-9ABE-D7BBA16B40E0}"/>
              </a:ext>
            </a:extLst>
          </p:cNvPr>
          <p:cNvGraphicFramePr>
            <a:graphicFrameLocks noGrp="1"/>
          </p:cNvGraphicFramePr>
          <p:nvPr/>
        </p:nvGraphicFramePr>
        <p:xfrm>
          <a:off x="2302929" y="5557308"/>
          <a:ext cx="9067800" cy="370840"/>
        </p:xfrm>
        <a:graphic>
          <a:graphicData uri="http://schemas.openxmlformats.org/drawingml/2006/table">
            <a:tbl>
              <a:tblPr firstRow="1" bandRow="1">
                <a:tableStyleId>{5C22544A-7EE6-4342-B048-85BDC9FD1C3A}</a:tableStyleId>
              </a:tblPr>
              <a:tblGrid>
                <a:gridCol w="755650">
                  <a:extLst>
                    <a:ext uri="{9D8B030D-6E8A-4147-A177-3AD203B41FA5}">
                      <a16:colId xmlns:a16="http://schemas.microsoft.com/office/drawing/2014/main" val="877486509"/>
                    </a:ext>
                  </a:extLst>
                </a:gridCol>
                <a:gridCol w="755650">
                  <a:extLst>
                    <a:ext uri="{9D8B030D-6E8A-4147-A177-3AD203B41FA5}">
                      <a16:colId xmlns:a16="http://schemas.microsoft.com/office/drawing/2014/main" val="3548605817"/>
                    </a:ext>
                  </a:extLst>
                </a:gridCol>
                <a:gridCol w="755650">
                  <a:extLst>
                    <a:ext uri="{9D8B030D-6E8A-4147-A177-3AD203B41FA5}">
                      <a16:colId xmlns:a16="http://schemas.microsoft.com/office/drawing/2014/main" val="2881812895"/>
                    </a:ext>
                  </a:extLst>
                </a:gridCol>
                <a:gridCol w="755650">
                  <a:extLst>
                    <a:ext uri="{9D8B030D-6E8A-4147-A177-3AD203B41FA5}">
                      <a16:colId xmlns:a16="http://schemas.microsoft.com/office/drawing/2014/main" val="3682284582"/>
                    </a:ext>
                  </a:extLst>
                </a:gridCol>
                <a:gridCol w="755650">
                  <a:extLst>
                    <a:ext uri="{9D8B030D-6E8A-4147-A177-3AD203B41FA5}">
                      <a16:colId xmlns:a16="http://schemas.microsoft.com/office/drawing/2014/main" val="500127722"/>
                    </a:ext>
                  </a:extLst>
                </a:gridCol>
                <a:gridCol w="755650">
                  <a:extLst>
                    <a:ext uri="{9D8B030D-6E8A-4147-A177-3AD203B41FA5}">
                      <a16:colId xmlns:a16="http://schemas.microsoft.com/office/drawing/2014/main" val="2946259618"/>
                    </a:ext>
                  </a:extLst>
                </a:gridCol>
                <a:gridCol w="755650">
                  <a:extLst>
                    <a:ext uri="{9D8B030D-6E8A-4147-A177-3AD203B41FA5}">
                      <a16:colId xmlns:a16="http://schemas.microsoft.com/office/drawing/2014/main" val="171501986"/>
                    </a:ext>
                  </a:extLst>
                </a:gridCol>
                <a:gridCol w="755650">
                  <a:extLst>
                    <a:ext uri="{9D8B030D-6E8A-4147-A177-3AD203B41FA5}">
                      <a16:colId xmlns:a16="http://schemas.microsoft.com/office/drawing/2014/main" val="1667185265"/>
                    </a:ext>
                  </a:extLst>
                </a:gridCol>
                <a:gridCol w="755650">
                  <a:extLst>
                    <a:ext uri="{9D8B030D-6E8A-4147-A177-3AD203B41FA5}">
                      <a16:colId xmlns:a16="http://schemas.microsoft.com/office/drawing/2014/main" val="4258211808"/>
                    </a:ext>
                  </a:extLst>
                </a:gridCol>
                <a:gridCol w="755650">
                  <a:extLst>
                    <a:ext uri="{9D8B030D-6E8A-4147-A177-3AD203B41FA5}">
                      <a16:colId xmlns:a16="http://schemas.microsoft.com/office/drawing/2014/main" val="1794200575"/>
                    </a:ext>
                  </a:extLst>
                </a:gridCol>
                <a:gridCol w="755650">
                  <a:extLst>
                    <a:ext uri="{9D8B030D-6E8A-4147-A177-3AD203B41FA5}">
                      <a16:colId xmlns:a16="http://schemas.microsoft.com/office/drawing/2014/main" val="4230716487"/>
                    </a:ext>
                  </a:extLst>
                </a:gridCol>
                <a:gridCol w="755650">
                  <a:extLst>
                    <a:ext uri="{9D8B030D-6E8A-4147-A177-3AD203B41FA5}">
                      <a16:colId xmlns:a16="http://schemas.microsoft.com/office/drawing/2014/main" val="56153739"/>
                    </a:ext>
                  </a:extLst>
                </a:gridCol>
              </a:tblGrid>
              <a:tr h="370840">
                <a:tc>
                  <a:txBody>
                    <a:bodyPr/>
                    <a:lstStyle/>
                    <a:p>
                      <a:pPr algn="ctr"/>
                      <a:r>
                        <a:rPr lang="en-US" altLang="zh-CN" dirty="0">
                          <a:solidFill>
                            <a:schemeClr val="tx1"/>
                          </a:solidFill>
                          <a:latin typeface="Arial Black" panose="020B0A04020102020204" pitchFamily="34" charset="0"/>
                        </a:rPr>
                        <a:t>0</a:t>
                      </a:r>
                      <a:endParaRPr lang="zh-CN" altLang="en-US" dirty="0">
                        <a:solidFill>
                          <a:schemeClr val="tx1"/>
                        </a:solidFill>
                        <a:latin typeface="Arial Black" panose="020B0A04020102020204" pitchFamily="34" charset="0"/>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ctr"/>
                      <a:r>
                        <a:rPr lang="en-US" altLang="zh-CN" dirty="0">
                          <a:solidFill>
                            <a:schemeClr val="tx1"/>
                          </a:solidFill>
                          <a:latin typeface="Arial Black" panose="020B0A04020102020204" pitchFamily="34" charset="0"/>
                        </a:rPr>
                        <a:t>1</a:t>
                      </a:r>
                      <a:endParaRPr lang="zh-CN" altLang="en-US" dirty="0">
                        <a:solidFill>
                          <a:schemeClr val="tx1"/>
                        </a:solidFill>
                        <a:latin typeface="Arial Black" panose="020B0A04020102020204" pitchFamily="34" charset="0"/>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ctr"/>
                      <a:r>
                        <a:rPr lang="en-US" altLang="zh-CN" dirty="0">
                          <a:solidFill>
                            <a:schemeClr val="tx1"/>
                          </a:solidFill>
                          <a:latin typeface="Arial Black" panose="020B0A04020102020204" pitchFamily="34" charset="0"/>
                        </a:rPr>
                        <a:t>2</a:t>
                      </a:r>
                      <a:endParaRPr lang="zh-CN" altLang="en-US" dirty="0">
                        <a:solidFill>
                          <a:schemeClr val="tx1"/>
                        </a:solidFill>
                        <a:latin typeface="Arial Black" panose="020B0A04020102020204" pitchFamily="34" charset="0"/>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ctr"/>
                      <a:r>
                        <a:rPr lang="en-US" altLang="zh-CN" dirty="0">
                          <a:solidFill>
                            <a:schemeClr val="tx1"/>
                          </a:solidFill>
                          <a:latin typeface="Arial Black" panose="020B0A04020102020204" pitchFamily="34" charset="0"/>
                        </a:rPr>
                        <a:t>3</a:t>
                      </a:r>
                      <a:endParaRPr lang="zh-CN" altLang="en-US" dirty="0">
                        <a:solidFill>
                          <a:schemeClr val="tx1"/>
                        </a:solidFill>
                        <a:latin typeface="Arial Black" panose="020B0A04020102020204" pitchFamily="34" charset="0"/>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ctr"/>
                      <a:r>
                        <a:rPr lang="en-US" altLang="zh-CN" dirty="0">
                          <a:solidFill>
                            <a:schemeClr val="tx1"/>
                          </a:solidFill>
                          <a:latin typeface="Arial Black" panose="020B0A04020102020204" pitchFamily="34" charset="0"/>
                        </a:rPr>
                        <a:t>4</a:t>
                      </a:r>
                      <a:endParaRPr lang="zh-CN" altLang="en-US" dirty="0">
                        <a:solidFill>
                          <a:schemeClr val="tx1"/>
                        </a:solidFill>
                        <a:latin typeface="Arial Black" panose="020B0A04020102020204" pitchFamily="34" charset="0"/>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ctr"/>
                      <a:r>
                        <a:rPr lang="en-US" altLang="zh-CN" dirty="0">
                          <a:solidFill>
                            <a:schemeClr val="tx1"/>
                          </a:solidFill>
                          <a:latin typeface="Arial Black" panose="020B0A04020102020204" pitchFamily="34" charset="0"/>
                        </a:rPr>
                        <a:t>5</a:t>
                      </a:r>
                      <a:endParaRPr lang="zh-CN" altLang="en-US" dirty="0">
                        <a:solidFill>
                          <a:schemeClr val="tx1"/>
                        </a:solidFill>
                        <a:latin typeface="Arial Black" panose="020B0A04020102020204" pitchFamily="34" charset="0"/>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ctr"/>
                      <a:r>
                        <a:rPr lang="en-US" altLang="zh-CN" dirty="0">
                          <a:solidFill>
                            <a:schemeClr val="tx1"/>
                          </a:solidFill>
                          <a:latin typeface="Arial Black" panose="020B0A04020102020204" pitchFamily="34" charset="0"/>
                        </a:rPr>
                        <a:t>6</a:t>
                      </a:r>
                      <a:endParaRPr lang="zh-CN" altLang="en-US" dirty="0">
                        <a:solidFill>
                          <a:schemeClr val="tx1"/>
                        </a:solidFill>
                        <a:latin typeface="Arial Black" panose="020B0A04020102020204" pitchFamily="34" charset="0"/>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ctr"/>
                      <a:r>
                        <a:rPr lang="en-US" altLang="zh-CN" dirty="0">
                          <a:solidFill>
                            <a:schemeClr val="tx1"/>
                          </a:solidFill>
                          <a:latin typeface="Arial Black" panose="020B0A04020102020204" pitchFamily="34" charset="0"/>
                        </a:rPr>
                        <a:t>7</a:t>
                      </a:r>
                      <a:endParaRPr lang="zh-CN" altLang="en-US" dirty="0">
                        <a:solidFill>
                          <a:schemeClr val="tx1"/>
                        </a:solidFill>
                        <a:latin typeface="Arial Black" panose="020B0A04020102020204" pitchFamily="34" charset="0"/>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ctr"/>
                      <a:r>
                        <a:rPr lang="en-US" altLang="zh-CN" dirty="0">
                          <a:solidFill>
                            <a:schemeClr val="tx1"/>
                          </a:solidFill>
                          <a:latin typeface="Arial Black" panose="020B0A04020102020204" pitchFamily="34" charset="0"/>
                        </a:rPr>
                        <a:t>0</a:t>
                      </a:r>
                      <a:endParaRPr lang="zh-CN" altLang="en-US" dirty="0">
                        <a:solidFill>
                          <a:schemeClr val="tx1"/>
                        </a:solidFill>
                        <a:latin typeface="Arial Black" panose="020B0A04020102020204" pitchFamily="34" charset="0"/>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ctr"/>
                      <a:r>
                        <a:rPr lang="en-US" altLang="zh-CN" dirty="0">
                          <a:solidFill>
                            <a:schemeClr val="tx1"/>
                          </a:solidFill>
                          <a:latin typeface="Arial Black" panose="020B0A04020102020204" pitchFamily="34" charset="0"/>
                        </a:rPr>
                        <a:t>1</a:t>
                      </a:r>
                      <a:endParaRPr lang="zh-CN" altLang="en-US" dirty="0">
                        <a:solidFill>
                          <a:schemeClr val="tx1"/>
                        </a:solidFill>
                        <a:latin typeface="Arial Black" panose="020B0A04020102020204" pitchFamily="34" charset="0"/>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ctr"/>
                      <a:r>
                        <a:rPr lang="en-US" altLang="zh-CN" dirty="0">
                          <a:solidFill>
                            <a:schemeClr val="tx1"/>
                          </a:solidFill>
                          <a:latin typeface="Arial Black" panose="020B0A04020102020204" pitchFamily="34" charset="0"/>
                        </a:rPr>
                        <a:t>2</a:t>
                      </a:r>
                      <a:endParaRPr lang="zh-CN" altLang="en-US" dirty="0">
                        <a:solidFill>
                          <a:schemeClr val="tx1"/>
                        </a:solidFill>
                        <a:latin typeface="Arial Black" panose="020B0A04020102020204" pitchFamily="34" charset="0"/>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ctr"/>
                      <a:r>
                        <a:rPr lang="en-US" altLang="zh-CN" dirty="0">
                          <a:solidFill>
                            <a:schemeClr val="tx1"/>
                          </a:solidFill>
                          <a:latin typeface="Arial Black" panose="020B0A04020102020204" pitchFamily="34" charset="0"/>
                        </a:rPr>
                        <a:t>…</a:t>
                      </a:r>
                      <a:endParaRPr lang="zh-CN" altLang="en-US" dirty="0">
                        <a:solidFill>
                          <a:schemeClr val="tx1"/>
                        </a:solidFill>
                        <a:latin typeface="Arial Black" panose="020B0A04020102020204" pitchFamily="34" charset="0"/>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extLst>
                  <a:ext uri="{0D108BD9-81ED-4DB2-BD59-A6C34878D82A}">
                    <a16:rowId xmlns:a16="http://schemas.microsoft.com/office/drawing/2014/main" val="316235763"/>
                  </a:ext>
                </a:extLst>
              </a:tr>
            </a:tbl>
          </a:graphicData>
        </a:graphic>
      </p:graphicFrame>
      <p:graphicFrame>
        <p:nvGraphicFramePr>
          <p:cNvPr id="68" name="表格 21">
            <a:extLst>
              <a:ext uri="{FF2B5EF4-FFF2-40B4-BE49-F238E27FC236}">
                <a16:creationId xmlns:a16="http://schemas.microsoft.com/office/drawing/2014/main" id="{D9B4273D-C94E-42E6-A39B-908C6FA1D8AF}"/>
              </a:ext>
            </a:extLst>
          </p:cNvPr>
          <p:cNvGraphicFramePr>
            <a:graphicFrameLocks noGrp="1"/>
          </p:cNvGraphicFramePr>
          <p:nvPr/>
        </p:nvGraphicFramePr>
        <p:xfrm>
          <a:off x="2302929" y="1827576"/>
          <a:ext cx="9067800" cy="370840"/>
        </p:xfrm>
        <a:graphic>
          <a:graphicData uri="http://schemas.openxmlformats.org/drawingml/2006/table">
            <a:tbl>
              <a:tblPr firstRow="1" bandRow="1">
                <a:tableStyleId>{5C22544A-7EE6-4342-B048-85BDC9FD1C3A}</a:tableStyleId>
              </a:tblPr>
              <a:tblGrid>
                <a:gridCol w="755650">
                  <a:extLst>
                    <a:ext uri="{9D8B030D-6E8A-4147-A177-3AD203B41FA5}">
                      <a16:colId xmlns:a16="http://schemas.microsoft.com/office/drawing/2014/main" val="877486509"/>
                    </a:ext>
                  </a:extLst>
                </a:gridCol>
                <a:gridCol w="755650">
                  <a:extLst>
                    <a:ext uri="{9D8B030D-6E8A-4147-A177-3AD203B41FA5}">
                      <a16:colId xmlns:a16="http://schemas.microsoft.com/office/drawing/2014/main" val="3548605817"/>
                    </a:ext>
                  </a:extLst>
                </a:gridCol>
                <a:gridCol w="755650">
                  <a:extLst>
                    <a:ext uri="{9D8B030D-6E8A-4147-A177-3AD203B41FA5}">
                      <a16:colId xmlns:a16="http://schemas.microsoft.com/office/drawing/2014/main" val="2881812895"/>
                    </a:ext>
                  </a:extLst>
                </a:gridCol>
                <a:gridCol w="755650">
                  <a:extLst>
                    <a:ext uri="{9D8B030D-6E8A-4147-A177-3AD203B41FA5}">
                      <a16:colId xmlns:a16="http://schemas.microsoft.com/office/drawing/2014/main" val="3682284582"/>
                    </a:ext>
                  </a:extLst>
                </a:gridCol>
                <a:gridCol w="755650">
                  <a:extLst>
                    <a:ext uri="{9D8B030D-6E8A-4147-A177-3AD203B41FA5}">
                      <a16:colId xmlns:a16="http://schemas.microsoft.com/office/drawing/2014/main" val="500127722"/>
                    </a:ext>
                  </a:extLst>
                </a:gridCol>
                <a:gridCol w="755650">
                  <a:extLst>
                    <a:ext uri="{9D8B030D-6E8A-4147-A177-3AD203B41FA5}">
                      <a16:colId xmlns:a16="http://schemas.microsoft.com/office/drawing/2014/main" val="2946259618"/>
                    </a:ext>
                  </a:extLst>
                </a:gridCol>
                <a:gridCol w="755650">
                  <a:extLst>
                    <a:ext uri="{9D8B030D-6E8A-4147-A177-3AD203B41FA5}">
                      <a16:colId xmlns:a16="http://schemas.microsoft.com/office/drawing/2014/main" val="171501986"/>
                    </a:ext>
                  </a:extLst>
                </a:gridCol>
                <a:gridCol w="755650">
                  <a:extLst>
                    <a:ext uri="{9D8B030D-6E8A-4147-A177-3AD203B41FA5}">
                      <a16:colId xmlns:a16="http://schemas.microsoft.com/office/drawing/2014/main" val="1667185265"/>
                    </a:ext>
                  </a:extLst>
                </a:gridCol>
                <a:gridCol w="755650">
                  <a:extLst>
                    <a:ext uri="{9D8B030D-6E8A-4147-A177-3AD203B41FA5}">
                      <a16:colId xmlns:a16="http://schemas.microsoft.com/office/drawing/2014/main" val="4258211808"/>
                    </a:ext>
                  </a:extLst>
                </a:gridCol>
                <a:gridCol w="755650">
                  <a:extLst>
                    <a:ext uri="{9D8B030D-6E8A-4147-A177-3AD203B41FA5}">
                      <a16:colId xmlns:a16="http://schemas.microsoft.com/office/drawing/2014/main" val="1794200575"/>
                    </a:ext>
                  </a:extLst>
                </a:gridCol>
                <a:gridCol w="755650">
                  <a:extLst>
                    <a:ext uri="{9D8B030D-6E8A-4147-A177-3AD203B41FA5}">
                      <a16:colId xmlns:a16="http://schemas.microsoft.com/office/drawing/2014/main" val="4230716487"/>
                    </a:ext>
                  </a:extLst>
                </a:gridCol>
                <a:gridCol w="755650">
                  <a:extLst>
                    <a:ext uri="{9D8B030D-6E8A-4147-A177-3AD203B41FA5}">
                      <a16:colId xmlns:a16="http://schemas.microsoft.com/office/drawing/2014/main" val="56153739"/>
                    </a:ext>
                  </a:extLst>
                </a:gridCol>
              </a:tblGrid>
              <a:tr h="370840">
                <a:tc>
                  <a:txBody>
                    <a:bodyPr/>
                    <a:lstStyle/>
                    <a:p>
                      <a:pPr algn="ctr"/>
                      <a:r>
                        <a:rPr lang="en-US" altLang="zh-CN" dirty="0">
                          <a:solidFill>
                            <a:schemeClr val="tx1"/>
                          </a:solidFill>
                          <a:latin typeface="Arial Black" panose="020B0A04020102020204" pitchFamily="34" charset="0"/>
                        </a:rPr>
                        <a:t>0</a:t>
                      </a:r>
                      <a:endParaRPr lang="zh-CN" altLang="en-US" dirty="0">
                        <a:solidFill>
                          <a:schemeClr val="tx1"/>
                        </a:solidFill>
                        <a:latin typeface="Arial Black" panose="020B0A04020102020204" pitchFamily="34" charset="0"/>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ctr"/>
                      <a:r>
                        <a:rPr lang="en-US" altLang="zh-CN" dirty="0">
                          <a:solidFill>
                            <a:schemeClr val="tx1"/>
                          </a:solidFill>
                          <a:latin typeface="Arial Black" panose="020B0A04020102020204" pitchFamily="34" charset="0"/>
                        </a:rPr>
                        <a:t>1</a:t>
                      </a:r>
                      <a:endParaRPr lang="zh-CN" altLang="en-US" dirty="0">
                        <a:solidFill>
                          <a:schemeClr val="tx1"/>
                        </a:solidFill>
                        <a:latin typeface="Arial Black" panose="020B0A04020102020204" pitchFamily="34" charset="0"/>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ctr"/>
                      <a:r>
                        <a:rPr lang="en-US" altLang="zh-CN" dirty="0">
                          <a:solidFill>
                            <a:schemeClr val="tx1"/>
                          </a:solidFill>
                          <a:latin typeface="Arial Black" panose="020B0A04020102020204" pitchFamily="34" charset="0"/>
                        </a:rPr>
                        <a:t>2</a:t>
                      </a:r>
                      <a:endParaRPr lang="zh-CN" altLang="en-US" dirty="0">
                        <a:solidFill>
                          <a:schemeClr val="tx1"/>
                        </a:solidFill>
                        <a:latin typeface="Arial Black" panose="020B0A04020102020204" pitchFamily="34" charset="0"/>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ctr"/>
                      <a:r>
                        <a:rPr lang="en-US" altLang="zh-CN" dirty="0">
                          <a:solidFill>
                            <a:schemeClr val="tx1"/>
                          </a:solidFill>
                          <a:latin typeface="Arial Black" panose="020B0A04020102020204" pitchFamily="34" charset="0"/>
                        </a:rPr>
                        <a:t>3</a:t>
                      </a:r>
                      <a:endParaRPr lang="zh-CN" altLang="en-US" dirty="0">
                        <a:solidFill>
                          <a:schemeClr val="tx1"/>
                        </a:solidFill>
                        <a:latin typeface="Arial Black" panose="020B0A04020102020204" pitchFamily="34" charset="0"/>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ctr"/>
                      <a:r>
                        <a:rPr lang="en-US" altLang="zh-CN" dirty="0">
                          <a:solidFill>
                            <a:schemeClr val="tx1"/>
                          </a:solidFill>
                          <a:latin typeface="Arial Black" panose="020B0A04020102020204" pitchFamily="34" charset="0"/>
                        </a:rPr>
                        <a:t>4</a:t>
                      </a:r>
                      <a:endParaRPr lang="zh-CN" altLang="en-US" dirty="0">
                        <a:solidFill>
                          <a:schemeClr val="tx1"/>
                        </a:solidFill>
                        <a:latin typeface="Arial Black" panose="020B0A04020102020204" pitchFamily="34" charset="0"/>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ctr"/>
                      <a:r>
                        <a:rPr lang="en-US" altLang="zh-CN" dirty="0">
                          <a:solidFill>
                            <a:schemeClr val="tx1"/>
                          </a:solidFill>
                          <a:latin typeface="Arial Black" panose="020B0A04020102020204" pitchFamily="34" charset="0"/>
                        </a:rPr>
                        <a:t>5</a:t>
                      </a:r>
                      <a:endParaRPr lang="zh-CN" altLang="en-US" dirty="0">
                        <a:solidFill>
                          <a:schemeClr val="tx1"/>
                        </a:solidFill>
                        <a:latin typeface="Arial Black" panose="020B0A04020102020204" pitchFamily="34" charset="0"/>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ctr"/>
                      <a:r>
                        <a:rPr lang="en-US" altLang="zh-CN" dirty="0">
                          <a:solidFill>
                            <a:schemeClr val="tx1"/>
                          </a:solidFill>
                          <a:latin typeface="Arial Black" panose="020B0A04020102020204" pitchFamily="34" charset="0"/>
                        </a:rPr>
                        <a:t>6</a:t>
                      </a:r>
                      <a:endParaRPr lang="zh-CN" altLang="en-US" dirty="0">
                        <a:solidFill>
                          <a:schemeClr val="tx1"/>
                        </a:solidFill>
                        <a:latin typeface="Arial Black" panose="020B0A04020102020204" pitchFamily="34" charset="0"/>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ctr"/>
                      <a:r>
                        <a:rPr lang="en-US" altLang="zh-CN" dirty="0">
                          <a:solidFill>
                            <a:schemeClr val="tx1"/>
                          </a:solidFill>
                          <a:latin typeface="Arial Black" panose="020B0A04020102020204" pitchFamily="34" charset="0"/>
                        </a:rPr>
                        <a:t>7</a:t>
                      </a:r>
                      <a:endParaRPr lang="zh-CN" altLang="en-US" dirty="0">
                        <a:solidFill>
                          <a:schemeClr val="tx1"/>
                        </a:solidFill>
                        <a:latin typeface="Arial Black" panose="020B0A04020102020204" pitchFamily="34" charset="0"/>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ctr"/>
                      <a:r>
                        <a:rPr lang="en-US" altLang="zh-CN" dirty="0">
                          <a:solidFill>
                            <a:schemeClr val="tx1"/>
                          </a:solidFill>
                          <a:latin typeface="Arial Black" panose="020B0A04020102020204" pitchFamily="34" charset="0"/>
                        </a:rPr>
                        <a:t>0</a:t>
                      </a:r>
                      <a:endParaRPr lang="zh-CN" altLang="en-US" dirty="0">
                        <a:solidFill>
                          <a:schemeClr val="tx1"/>
                        </a:solidFill>
                        <a:latin typeface="Arial Black" panose="020B0A04020102020204" pitchFamily="34" charset="0"/>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ctr"/>
                      <a:r>
                        <a:rPr lang="en-US" altLang="zh-CN" dirty="0">
                          <a:solidFill>
                            <a:schemeClr val="tx1"/>
                          </a:solidFill>
                          <a:latin typeface="Arial Black" panose="020B0A04020102020204" pitchFamily="34" charset="0"/>
                        </a:rPr>
                        <a:t>1</a:t>
                      </a:r>
                      <a:endParaRPr lang="zh-CN" altLang="en-US" dirty="0">
                        <a:solidFill>
                          <a:schemeClr val="tx1"/>
                        </a:solidFill>
                        <a:latin typeface="Arial Black" panose="020B0A04020102020204" pitchFamily="34" charset="0"/>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ctr"/>
                      <a:r>
                        <a:rPr lang="en-US" altLang="zh-CN" dirty="0">
                          <a:solidFill>
                            <a:schemeClr val="tx1"/>
                          </a:solidFill>
                          <a:latin typeface="Arial Black" panose="020B0A04020102020204" pitchFamily="34" charset="0"/>
                        </a:rPr>
                        <a:t>2</a:t>
                      </a:r>
                      <a:endParaRPr lang="zh-CN" altLang="en-US" dirty="0">
                        <a:solidFill>
                          <a:schemeClr val="tx1"/>
                        </a:solidFill>
                        <a:latin typeface="Arial Black" panose="020B0A04020102020204" pitchFamily="34" charset="0"/>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ctr"/>
                      <a:r>
                        <a:rPr lang="en-US" altLang="zh-CN" dirty="0">
                          <a:solidFill>
                            <a:schemeClr val="tx1"/>
                          </a:solidFill>
                          <a:latin typeface="Arial Black" panose="020B0A04020102020204" pitchFamily="34" charset="0"/>
                        </a:rPr>
                        <a:t>…</a:t>
                      </a:r>
                      <a:endParaRPr lang="zh-CN" altLang="en-US" dirty="0">
                        <a:solidFill>
                          <a:schemeClr val="tx1"/>
                        </a:solidFill>
                        <a:latin typeface="Arial Black" panose="020B0A04020102020204" pitchFamily="34" charset="0"/>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extLst>
                  <a:ext uri="{0D108BD9-81ED-4DB2-BD59-A6C34878D82A}">
                    <a16:rowId xmlns:a16="http://schemas.microsoft.com/office/drawing/2014/main" val="316235763"/>
                  </a:ext>
                </a:extLst>
              </a:tr>
            </a:tbl>
          </a:graphicData>
        </a:graphic>
      </p:graphicFrame>
      <p:sp>
        <p:nvSpPr>
          <p:cNvPr id="40" name="矩形 39">
            <a:extLst>
              <a:ext uri="{FF2B5EF4-FFF2-40B4-BE49-F238E27FC236}">
                <a16:creationId xmlns:a16="http://schemas.microsoft.com/office/drawing/2014/main" id="{490B862A-EE0E-44CB-AB79-5E73939A9E3A}"/>
              </a:ext>
            </a:extLst>
          </p:cNvPr>
          <p:cNvSpPr/>
          <p:nvPr/>
        </p:nvSpPr>
        <p:spPr>
          <a:xfrm>
            <a:off x="2823280" y="3098919"/>
            <a:ext cx="8160351" cy="1461086"/>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nSpc>
                <a:spcPct val="150000"/>
              </a:lnSpc>
            </a:pPr>
            <a:endParaRPr lang="zh-CN" altLang="en-US" b="1" dirty="0">
              <a:solidFill>
                <a:schemeClr val="bg1"/>
              </a:solidFill>
            </a:endParaRPr>
          </a:p>
        </p:txBody>
      </p:sp>
      <mc:AlternateContent xmlns:mc="http://schemas.openxmlformats.org/markup-compatibility/2006" xmlns:a14="http://schemas.microsoft.com/office/drawing/2010/main">
        <mc:Choice Requires="a14">
          <p:sp>
            <p:nvSpPr>
              <p:cNvPr id="41" name="文本框 40">
                <a:extLst>
                  <a:ext uri="{FF2B5EF4-FFF2-40B4-BE49-F238E27FC236}">
                    <a16:creationId xmlns:a16="http://schemas.microsoft.com/office/drawing/2014/main" id="{8A0BE979-24F8-4C81-A02C-EE26A9915EBA}"/>
                  </a:ext>
                </a:extLst>
              </p:cNvPr>
              <p:cNvSpPr txBox="1"/>
              <p:nvPr/>
            </p:nvSpPr>
            <p:spPr>
              <a:xfrm>
                <a:off x="2898126" y="3099976"/>
                <a:ext cx="7952252" cy="458139"/>
              </a:xfrm>
              <a:prstGeom prst="rect">
                <a:avLst/>
              </a:prstGeom>
              <a:noFill/>
            </p:spPr>
            <p:txBody>
              <a:bodyPr wrap="square">
                <a:spAutoFit/>
              </a:bodyPr>
              <a:lstStyle/>
              <a:p>
                <a:pPr>
                  <a:lnSpc>
                    <a:spcPct val="150000"/>
                  </a:lnSpc>
                </a:pPr>
                <a:r>
                  <a:rPr lang="zh-CN" altLang="en-US" b="1" dirty="0">
                    <a:solidFill>
                      <a:schemeClr val="bg1"/>
                    </a:solidFill>
                  </a:rPr>
                  <a:t>采用</a:t>
                </a:r>
                <a14:m>
                  <m:oMath xmlns:m="http://schemas.openxmlformats.org/officeDocument/2006/math">
                    <m:r>
                      <a:rPr lang="en-US" altLang="zh-CN" b="1" i="1" dirty="0" smtClean="0">
                        <a:solidFill>
                          <a:schemeClr val="bg1"/>
                        </a:solidFill>
                        <a:latin typeface="Cambria Math" panose="02040503050406030204" pitchFamily="18" charset="0"/>
                      </a:rPr>
                      <m:t>𝒏</m:t>
                    </m:r>
                  </m:oMath>
                </a14:m>
                <a:r>
                  <a:rPr lang="zh-CN" altLang="en-US" b="1" dirty="0">
                    <a:solidFill>
                      <a:schemeClr val="bg1"/>
                    </a:solidFill>
                  </a:rPr>
                  <a:t>个比特给分组编序号，则发送窗口</a:t>
                </a:r>
                <a14:m>
                  <m:oMath xmlns:m="http://schemas.openxmlformats.org/officeDocument/2006/math">
                    <m:sSub>
                      <m:sSubPr>
                        <m:ctrlPr>
                          <a:rPr lang="en-US" altLang="zh-CN" b="1" i="1">
                            <a:solidFill>
                              <a:schemeClr val="bg1"/>
                            </a:solidFill>
                            <a:latin typeface="Cambria Math" panose="02040503050406030204" pitchFamily="18" charset="0"/>
                            <a:ea typeface="Cambria Math" panose="02040503050406030204" pitchFamily="18" charset="0"/>
                          </a:rPr>
                        </m:ctrlPr>
                      </m:sSubPr>
                      <m:e>
                        <m:r>
                          <a:rPr lang="en-US" altLang="zh-CN" b="1" i="1">
                            <a:solidFill>
                              <a:schemeClr val="bg1"/>
                            </a:solidFill>
                            <a:latin typeface="Cambria Math" panose="02040503050406030204" pitchFamily="18" charset="0"/>
                            <a:ea typeface="Cambria Math" panose="02040503050406030204" pitchFamily="18" charset="0"/>
                          </a:rPr>
                          <m:t>𝑾</m:t>
                        </m:r>
                      </m:e>
                      <m:sub>
                        <m:r>
                          <a:rPr lang="en-US" altLang="zh-CN" b="1" i="1">
                            <a:solidFill>
                              <a:schemeClr val="bg1"/>
                            </a:solidFill>
                            <a:latin typeface="Cambria Math" panose="02040503050406030204" pitchFamily="18" charset="0"/>
                            <a:ea typeface="Cambria Math" panose="02040503050406030204" pitchFamily="18" charset="0"/>
                          </a:rPr>
                          <m:t>𝑻</m:t>
                        </m:r>
                      </m:sub>
                    </m:sSub>
                  </m:oMath>
                </a14:m>
                <a:r>
                  <a:rPr lang="zh-CN" altLang="en-US" b="1" dirty="0">
                    <a:solidFill>
                      <a:schemeClr val="bg1"/>
                    </a:solidFill>
                  </a:rPr>
                  <a:t>的取值范围是</a:t>
                </a:r>
                <a14:m>
                  <m:oMath xmlns:m="http://schemas.openxmlformats.org/officeDocument/2006/math">
                    <m:r>
                      <a:rPr lang="en-US" altLang="zh-CN" b="1" i="1" smtClean="0">
                        <a:solidFill>
                          <a:schemeClr val="bg1"/>
                        </a:solidFill>
                        <a:latin typeface="Cambria Math" panose="02040503050406030204" pitchFamily="18" charset="0"/>
                      </a:rPr>
                      <m:t>𝟏</m:t>
                    </m:r>
                    <m:r>
                      <a:rPr lang="en-US" altLang="zh-CN" b="1" i="1" smtClean="0">
                        <a:solidFill>
                          <a:schemeClr val="bg1"/>
                        </a:solidFill>
                        <a:latin typeface="Cambria Math" panose="02040503050406030204" pitchFamily="18" charset="0"/>
                        <a:ea typeface="Cambria Math" panose="02040503050406030204" pitchFamily="18" charset="0"/>
                      </a:rPr>
                      <m:t>&lt;</m:t>
                    </m:r>
                    <m:sSub>
                      <m:sSubPr>
                        <m:ctrlPr>
                          <a:rPr lang="en-US" altLang="zh-CN" b="1" i="1" smtClean="0">
                            <a:solidFill>
                              <a:schemeClr val="bg1"/>
                            </a:solidFill>
                            <a:latin typeface="Cambria Math" panose="02040503050406030204" pitchFamily="18" charset="0"/>
                            <a:ea typeface="Cambria Math" panose="02040503050406030204" pitchFamily="18" charset="0"/>
                          </a:rPr>
                        </m:ctrlPr>
                      </m:sSubPr>
                      <m:e>
                        <m:r>
                          <a:rPr lang="en-US" altLang="zh-CN" b="1" i="1" smtClean="0">
                            <a:solidFill>
                              <a:schemeClr val="bg1"/>
                            </a:solidFill>
                            <a:latin typeface="Cambria Math" panose="02040503050406030204" pitchFamily="18" charset="0"/>
                            <a:ea typeface="Cambria Math" panose="02040503050406030204" pitchFamily="18" charset="0"/>
                          </a:rPr>
                          <m:t>𝑾</m:t>
                        </m:r>
                      </m:e>
                      <m:sub>
                        <m:r>
                          <a:rPr lang="en-US" altLang="zh-CN" b="1" i="1" smtClean="0">
                            <a:solidFill>
                              <a:schemeClr val="bg1"/>
                            </a:solidFill>
                            <a:latin typeface="Cambria Math" panose="02040503050406030204" pitchFamily="18" charset="0"/>
                            <a:ea typeface="Cambria Math" panose="02040503050406030204" pitchFamily="18" charset="0"/>
                          </a:rPr>
                          <m:t>𝑻</m:t>
                        </m:r>
                      </m:sub>
                    </m:sSub>
                    <m:r>
                      <a:rPr lang="en-US" altLang="zh-CN" b="1" i="1">
                        <a:solidFill>
                          <a:schemeClr val="bg1"/>
                        </a:solidFill>
                        <a:latin typeface="Cambria Math" panose="02040503050406030204" pitchFamily="18" charset="0"/>
                        <a:ea typeface="Cambria Math" panose="02040503050406030204" pitchFamily="18" charset="0"/>
                      </a:rPr>
                      <m:t>≤</m:t>
                    </m:r>
                    <m:sSup>
                      <m:sSupPr>
                        <m:ctrlPr>
                          <a:rPr lang="en-US" altLang="zh-CN" b="1" i="1" smtClean="0">
                            <a:solidFill>
                              <a:schemeClr val="bg1"/>
                            </a:solidFill>
                            <a:latin typeface="Cambria Math" panose="02040503050406030204" pitchFamily="18" charset="0"/>
                            <a:ea typeface="Cambria Math" panose="02040503050406030204" pitchFamily="18" charset="0"/>
                          </a:rPr>
                        </m:ctrlPr>
                      </m:sSupPr>
                      <m:e>
                        <m:r>
                          <a:rPr lang="en-US" altLang="zh-CN" b="1" i="1" smtClean="0">
                            <a:solidFill>
                              <a:schemeClr val="bg1"/>
                            </a:solidFill>
                            <a:latin typeface="Cambria Math" panose="02040503050406030204" pitchFamily="18" charset="0"/>
                            <a:ea typeface="Cambria Math" panose="02040503050406030204" pitchFamily="18" charset="0"/>
                          </a:rPr>
                          <m:t>(</m:t>
                        </m:r>
                        <m:r>
                          <a:rPr lang="en-US" altLang="zh-CN" b="1" i="1" smtClean="0">
                            <a:solidFill>
                              <a:schemeClr val="bg1"/>
                            </a:solidFill>
                            <a:latin typeface="Cambria Math" panose="02040503050406030204" pitchFamily="18" charset="0"/>
                            <a:ea typeface="Cambria Math" panose="02040503050406030204" pitchFamily="18" charset="0"/>
                          </a:rPr>
                          <m:t>𝟐</m:t>
                        </m:r>
                      </m:e>
                      <m:sup>
                        <m:r>
                          <a:rPr lang="en-US" altLang="zh-CN" b="1" i="1" smtClean="0">
                            <a:solidFill>
                              <a:schemeClr val="bg1"/>
                            </a:solidFill>
                            <a:latin typeface="Cambria Math" panose="02040503050406030204" pitchFamily="18" charset="0"/>
                            <a:ea typeface="Cambria Math" panose="02040503050406030204" pitchFamily="18" charset="0"/>
                          </a:rPr>
                          <m:t>𝒏</m:t>
                        </m:r>
                      </m:sup>
                    </m:sSup>
                    <m:r>
                      <a:rPr lang="en-US" altLang="zh-CN" b="1" i="1" smtClean="0">
                        <a:solidFill>
                          <a:schemeClr val="bg1"/>
                        </a:solidFill>
                        <a:latin typeface="Cambria Math" panose="02040503050406030204" pitchFamily="18" charset="0"/>
                        <a:ea typeface="Cambria Math" panose="02040503050406030204" pitchFamily="18" charset="0"/>
                      </a:rPr>
                      <m:t>−</m:t>
                    </m:r>
                    <m:r>
                      <a:rPr lang="en-US" altLang="zh-CN" b="1" i="1" smtClean="0">
                        <a:solidFill>
                          <a:schemeClr val="bg1"/>
                        </a:solidFill>
                        <a:latin typeface="Cambria Math" panose="02040503050406030204" pitchFamily="18" charset="0"/>
                        <a:ea typeface="Cambria Math" panose="02040503050406030204" pitchFamily="18" charset="0"/>
                      </a:rPr>
                      <m:t>𝟏</m:t>
                    </m:r>
                    <m:r>
                      <a:rPr lang="en-US" altLang="zh-CN" b="1" i="1" smtClean="0">
                        <a:solidFill>
                          <a:schemeClr val="bg1"/>
                        </a:solidFill>
                        <a:latin typeface="Cambria Math" panose="02040503050406030204" pitchFamily="18" charset="0"/>
                        <a:ea typeface="Cambria Math" panose="02040503050406030204" pitchFamily="18" charset="0"/>
                      </a:rPr>
                      <m:t>)</m:t>
                    </m:r>
                  </m:oMath>
                </a14:m>
                <a:r>
                  <a:rPr lang="zh-CN" altLang="en-US" b="1" dirty="0">
                    <a:solidFill>
                      <a:schemeClr val="bg1"/>
                    </a:solidFill>
                  </a:rPr>
                  <a:t>。</a:t>
                </a:r>
                <a:endParaRPr lang="en-US" altLang="zh-CN" b="1" dirty="0">
                  <a:solidFill>
                    <a:schemeClr val="bg1"/>
                  </a:solidFill>
                </a:endParaRPr>
              </a:p>
            </p:txBody>
          </p:sp>
        </mc:Choice>
        <mc:Fallback xmlns="">
          <p:sp>
            <p:nvSpPr>
              <p:cNvPr id="41" name="文本框 40">
                <a:extLst>
                  <a:ext uri="{FF2B5EF4-FFF2-40B4-BE49-F238E27FC236}">
                    <a16:creationId xmlns:a16="http://schemas.microsoft.com/office/drawing/2014/main" id="{8A0BE979-24F8-4C81-A02C-EE26A9915EBA}"/>
                  </a:ext>
                </a:extLst>
              </p:cNvPr>
              <p:cNvSpPr txBox="1">
                <a:spLocks noRot="1" noChangeAspect="1" noMove="1" noResize="1" noEditPoints="1" noAdjustHandles="1" noChangeArrowheads="1" noChangeShapeType="1" noTextEdit="1"/>
              </p:cNvSpPr>
              <p:nvPr/>
            </p:nvSpPr>
            <p:spPr>
              <a:xfrm>
                <a:off x="2898126" y="3099976"/>
                <a:ext cx="7952252" cy="458139"/>
              </a:xfrm>
              <a:prstGeom prst="rect">
                <a:avLst/>
              </a:prstGeom>
              <a:blipFill>
                <a:blip r:embed="rId9"/>
                <a:stretch>
                  <a:fillRect l="-613" r="-3448" b="-21333"/>
                </a:stretch>
              </a:blipFill>
            </p:spPr>
            <p:txBody>
              <a:bodyPr/>
              <a:lstStyle/>
              <a:p>
                <a:r>
                  <a:rPr lang="zh-CN" altLang="en-US">
                    <a:noFill/>
                  </a:rPr>
                  <a:t> </a:t>
                </a:r>
              </a:p>
            </p:txBody>
          </p:sp>
        </mc:Fallback>
      </mc:AlternateContent>
      <mc:AlternateContent xmlns:mc="http://schemas.openxmlformats.org/markup-compatibility/2006" xmlns:a14="http://schemas.microsoft.com/office/drawing/2010/main">
        <mc:Choice Requires="a14">
          <p:sp>
            <p:nvSpPr>
              <p:cNvPr id="42" name="文本框 41">
                <a:extLst>
                  <a:ext uri="{FF2B5EF4-FFF2-40B4-BE49-F238E27FC236}">
                    <a16:creationId xmlns:a16="http://schemas.microsoft.com/office/drawing/2014/main" id="{8543E782-DE7D-41A8-92AB-298EBE9087CA}"/>
                  </a:ext>
                </a:extLst>
              </p:cNvPr>
              <p:cNvSpPr txBox="1"/>
              <p:nvPr/>
            </p:nvSpPr>
            <p:spPr>
              <a:xfrm>
                <a:off x="2898125" y="3535600"/>
                <a:ext cx="7252373" cy="458139"/>
              </a:xfrm>
              <a:prstGeom prst="rect">
                <a:avLst/>
              </a:prstGeom>
              <a:noFill/>
            </p:spPr>
            <p:txBody>
              <a:bodyPr wrap="square">
                <a:spAutoFit/>
              </a:bodyPr>
              <a:lstStyle/>
              <a:p>
                <a:pPr>
                  <a:lnSpc>
                    <a:spcPct val="150000"/>
                  </a:lnSpc>
                </a:pPr>
                <a:r>
                  <a:rPr lang="zh-CN" altLang="en-US" b="1" dirty="0">
                    <a:solidFill>
                      <a:schemeClr val="bg1"/>
                    </a:solidFill>
                  </a:rPr>
                  <a:t>本例假设采用</a:t>
                </a:r>
                <a14:m>
                  <m:oMath xmlns:m="http://schemas.openxmlformats.org/officeDocument/2006/math">
                    <m:r>
                      <a:rPr lang="en-US" altLang="zh-CN" b="1" i="1" dirty="0">
                        <a:solidFill>
                          <a:schemeClr val="bg1"/>
                        </a:solidFill>
                        <a:latin typeface="Cambria Math" panose="02040503050406030204" pitchFamily="18" charset="0"/>
                      </a:rPr>
                      <m:t>𝟑</m:t>
                    </m:r>
                  </m:oMath>
                </a14:m>
                <a:r>
                  <a:rPr lang="zh-CN" altLang="en-US" b="1" dirty="0">
                    <a:solidFill>
                      <a:schemeClr val="bg1"/>
                    </a:solidFill>
                  </a:rPr>
                  <a:t>个比特给分组编序号，则</a:t>
                </a:r>
                <a14:m>
                  <m:oMath xmlns:m="http://schemas.openxmlformats.org/officeDocument/2006/math">
                    <m:sSub>
                      <m:sSubPr>
                        <m:ctrlPr>
                          <a:rPr lang="en-US" altLang="zh-CN" b="1" i="1">
                            <a:solidFill>
                              <a:schemeClr val="bg1"/>
                            </a:solidFill>
                            <a:latin typeface="Cambria Math" panose="02040503050406030204" pitchFamily="18" charset="0"/>
                            <a:ea typeface="Cambria Math" panose="02040503050406030204" pitchFamily="18" charset="0"/>
                          </a:rPr>
                        </m:ctrlPr>
                      </m:sSubPr>
                      <m:e>
                        <m:r>
                          <a:rPr lang="en-US" altLang="zh-CN" b="1" i="1">
                            <a:solidFill>
                              <a:schemeClr val="bg1"/>
                            </a:solidFill>
                            <a:latin typeface="Cambria Math" panose="02040503050406030204" pitchFamily="18" charset="0"/>
                            <a:ea typeface="Cambria Math" panose="02040503050406030204" pitchFamily="18" charset="0"/>
                          </a:rPr>
                          <m:t>𝑾</m:t>
                        </m:r>
                      </m:e>
                      <m:sub>
                        <m:r>
                          <a:rPr lang="en-US" altLang="zh-CN" b="1" i="1">
                            <a:solidFill>
                              <a:schemeClr val="bg1"/>
                            </a:solidFill>
                            <a:latin typeface="Cambria Math" panose="02040503050406030204" pitchFamily="18" charset="0"/>
                            <a:ea typeface="Cambria Math" panose="02040503050406030204" pitchFamily="18" charset="0"/>
                          </a:rPr>
                          <m:t>𝑻</m:t>
                        </m:r>
                      </m:sub>
                    </m:sSub>
                  </m:oMath>
                </a14:m>
                <a:r>
                  <a:rPr lang="zh-CN" altLang="en-US" b="1" dirty="0">
                    <a:solidFill>
                      <a:schemeClr val="bg1"/>
                    </a:solidFill>
                  </a:rPr>
                  <a:t>的取值范围是</a:t>
                </a:r>
                <a14:m>
                  <m:oMath xmlns:m="http://schemas.openxmlformats.org/officeDocument/2006/math">
                    <m:r>
                      <a:rPr lang="en-US" altLang="zh-CN" b="1" i="1" smtClean="0">
                        <a:solidFill>
                          <a:schemeClr val="bg1"/>
                        </a:solidFill>
                        <a:latin typeface="Cambria Math" panose="02040503050406030204" pitchFamily="18" charset="0"/>
                      </a:rPr>
                      <m:t>𝟐</m:t>
                    </m:r>
                    <m:r>
                      <a:rPr lang="en-US" altLang="zh-CN" b="1" i="1">
                        <a:solidFill>
                          <a:schemeClr val="bg1"/>
                        </a:solidFill>
                        <a:latin typeface="Cambria Math" panose="02040503050406030204" pitchFamily="18" charset="0"/>
                        <a:ea typeface="Cambria Math" panose="02040503050406030204" pitchFamily="18" charset="0"/>
                      </a:rPr>
                      <m:t>~</m:t>
                    </m:r>
                    <m:r>
                      <a:rPr lang="en-US" altLang="zh-CN" b="1" i="1">
                        <a:solidFill>
                          <a:schemeClr val="bg1"/>
                        </a:solidFill>
                        <a:latin typeface="Cambria Math" panose="02040503050406030204" pitchFamily="18" charset="0"/>
                        <a:ea typeface="Cambria Math" panose="02040503050406030204" pitchFamily="18" charset="0"/>
                      </a:rPr>
                      <m:t>𝟕</m:t>
                    </m:r>
                  </m:oMath>
                </a14:m>
                <a:r>
                  <a:rPr lang="zh-CN" altLang="en-US" b="1" dirty="0">
                    <a:solidFill>
                      <a:schemeClr val="bg1"/>
                    </a:solidFill>
                  </a:rPr>
                  <a:t>。</a:t>
                </a:r>
                <a:endParaRPr lang="en-US" altLang="zh-CN" b="1" dirty="0">
                  <a:solidFill>
                    <a:schemeClr val="bg1"/>
                  </a:solidFill>
                </a:endParaRPr>
              </a:p>
            </p:txBody>
          </p:sp>
        </mc:Choice>
        <mc:Fallback xmlns="">
          <p:sp>
            <p:nvSpPr>
              <p:cNvPr id="42" name="文本框 41">
                <a:extLst>
                  <a:ext uri="{FF2B5EF4-FFF2-40B4-BE49-F238E27FC236}">
                    <a16:creationId xmlns:a16="http://schemas.microsoft.com/office/drawing/2014/main" id="{8543E782-DE7D-41A8-92AB-298EBE9087CA}"/>
                  </a:ext>
                </a:extLst>
              </p:cNvPr>
              <p:cNvSpPr txBox="1">
                <a:spLocks noRot="1" noChangeAspect="1" noMove="1" noResize="1" noEditPoints="1" noAdjustHandles="1" noChangeArrowheads="1" noChangeShapeType="1" noTextEdit="1"/>
              </p:cNvSpPr>
              <p:nvPr/>
            </p:nvSpPr>
            <p:spPr>
              <a:xfrm>
                <a:off x="2898125" y="3535600"/>
                <a:ext cx="7252373" cy="458139"/>
              </a:xfrm>
              <a:prstGeom prst="rect">
                <a:avLst/>
              </a:prstGeom>
              <a:blipFill>
                <a:blip r:embed="rId10"/>
                <a:stretch>
                  <a:fillRect l="-672" b="-21333"/>
                </a:stretch>
              </a:blipFill>
            </p:spPr>
            <p:txBody>
              <a:bodyPr/>
              <a:lstStyle/>
              <a:p>
                <a:r>
                  <a:rPr lang="zh-CN" altLang="en-US">
                    <a:noFill/>
                  </a:rPr>
                  <a:t> </a:t>
                </a:r>
              </a:p>
            </p:txBody>
          </p:sp>
        </mc:Fallback>
      </mc:AlternateContent>
      <mc:AlternateContent xmlns:mc="http://schemas.openxmlformats.org/markup-compatibility/2006" xmlns:a14="http://schemas.microsoft.com/office/drawing/2010/main">
        <mc:Choice Requires="a14">
          <p:sp>
            <p:nvSpPr>
              <p:cNvPr id="43" name="文本框 42">
                <a:extLst>
                  <a:ext uri="{FF2B5EF4-FFF2-40B4-BE49-F238E27FC236}">
                    <a16:creationId xmlns:a16="http://schemas.microsoft.com/office/drawing/2014/main" id="{BDAF02D2-F739-4C5A-821F-79A1EF47F514}"/>
                  </a:ext>
                </a:extLst>
              </p:cNvPr>
              <p:cNvSpPr txBox="1"/>
              <p:nvPr/>
            </p:nvSpPr>
            <p:spPr>
              <a:xfrm>
                <a:off x="2898125" y="3971223"/>
                <a:ext cx="6587953" cy="458139"/>
              </a:xfrm>
              <a:prstGeom prst="rect">
                <a:avLst/>
              </a:prstGeom>
              <a:noFill/>
            </p:spPr>
            <p:txBody>
              <a:bodyPr wrap="square">
                <a:spAutoFit/>
              </a:bodyPr>
              <a:lstStyle/>
              <a:p>
                <a:pPr>
                  <a:lnSpc>
                    <a:spcPct val="150000"/>
                  </a:lnSpc>
                </a:pPr>
                <a:r>
                  <a:rPr lang="zh-CN" altLang="en-US" b="1" dirty="0">
                    <a:solidFill>
                      <a:schemeClr val="bg1"/>
                    </a:solidFill>
                  </a:rPr>
                  <a:t>若</a:t>
                </a:r>
                <a14:m>
                  <m:oMath xmlns:m="http://schemas.openxmlformats.org/officeDocument/2006/math">
                    <m:sSub>
                      <m:sSubPr>
                        <m:ctrlPr>
                          <a:rPr lang="en-US" altLang="zh-CN" b="1" i="1" smtClean="0">
                            <a:solidFill>
                              <a:schemeClr val="bg1"/>
                            </a:solidFill>
                            <a:latin typeface="Cambria Math" panose="02040503050406030204" pitchFamily="18" charset="0"/>
                            <a:ea typeface="Cambria Math" panose="02040503050406030204" pitchFamily="18" charset="0"/>
                          </a:rPr>
                        </m:ctrlPr>
                      </m:sSubPr>
                      <m:e>
                        <m:r>
                          <a:rPr lang="en-US" altLang="zh-CN" b="1" i="1" smtClean="0">
                            <a:solidFill>
                              <a:schemeClr val="bg1"/>
                            </a:solidFill>
                            <a:latin typeface="Cambria Math" panose="02040503050406030204" pitchFamily="18" charset="0"/>
                            <a:ea typeface="Cambria Math" panose="02040503050406030204" pitchFamily="18" charset="0"/>
                          </a:rPr>
                          <m:t>𝑾</m:t>
                        </m:r>
                      </m:e>
                      <m:sub>
                        <m:r>
                          <a:rPr lang="en-US" altLang="zh-CN" b="1" i="1" smtClean="0">
                            <a:solidFill>
                              <a:schemeClr val="bg1"/>
                            </a:solidFill>
                            <a:latin typeface="Cambria Math" panose="02040503050406030204" pitchFamily="18" charset="0"/>
                            <a:ea typeface="Cambria Math" panose="02040503050406030204" pitchFamily="18" charset="0"/>
                          </a:rPr>
                          <m:t>𝑻</m:t>
                        </m:r>
                      </m:sub>
                    </m:sSub>
                  </m:oMath>
                </a14:m>
                <a:r>
                  <a:rPr lang="zh-CN" altLang="en-US" b="1" dirty="0">
                    <a:solidFill>
                      <a:schemeClr val="bg1"/>
                    </a:solidFill>
                  </a:rPr>
                  <a:t>超过取值范围，例如 </a:t>
                </a:r>
                <a14:m>
                  <m:oMath xmlns:m="http://schemas.openxmlformats.org/officeDocument/2006/math">
                    <m:sSub>
                      <m:sSubPr>
                        <m:ctrlPr>
                          <a:rPr lang="en-US" altLang="zh-CN" b="1" i="1">
                            <a:solidFill>
                              <a:schemeClr val="bg1"/>
                            </a:solidFill>
                            <a:latin typeface="Cambria Math" panose="02040503050406030204" pitchFamily="18" charset="0"/>
                            <a:ea typeface="Cambria Math" panose="02040503050406030204" pitchFamily="18" charset="0"/>
                          </a:rPr>
                        </m:ctrlPr>
                      </m:sSubPr>
                      <m:e>
                        <m:r>
                          <a:rPr lang="en-US" altLang="zh-CN" b="1" i="1">
                            <a:solidFill>
                              <a:schemeClr val="bg1"/>
                            </a:solidFill>
                            <a:latin typeface="Cambria Math" panose="02040503050406030204" pitchFamily="18" charset="0"/>
                            <a:ea typeface="Cambria Math" panose="02040503050406030204" pitchFamily="18" charset="0"/>
                          </a:rPr>
                          <m:t>𝑾</m:t>
                        </m:r>
                      </m:e>
                      <m:sub>
                        <m:r>
                          <a:rPr lang="en-US" altLang="zh-CN" b="1" i="1">
                            <a:solidFill>
                              <a:schemeClr val="bg1"/>
                            </a:solidFill>
                            <a:latin typeface="Cambria Math" panose="02040503050406030204" pitchFamily="18" charset="0"/>
                            <a:ea typeface="Cambria Math" panose="02040503050406030204" pitchFamily="18" charset="0"/>
                          </a:rPr>
                          <m:t>𝑻</m:t>
                        </m:r>
                      </m:sub>
                    </m:sSub>
                    <m:r>
                      <a:rPr lang="en-US" altLang="zh-CN" b="1" i="1" smtClean="0">
                        <a:solidFill>
                          <a:schemeClr val="bg1"/>
                        </a:solidFill>
                        <a:latin typeface="Cambria Math" panose="02040503050406030204" pitchFamily="18" charset="0"/>
                        <a:ea typeface="Cambria Math" panose="02040503050406030204" pitchFamily="18" charset="0"/>
                      </a:rPr>
                      <m:t>= </m:t>
                    </m:r>
                  </m:oMath>
                </a14:m>
                <a:r>
                  <a:rPr lang="en-US" altLang="zh-CN" b="1" dirty="0">
                    <a:solidFill>
                      <a:schemeClr val="bg1"/>
                    </a:solidFill>
                  </a:rPr>
                  <a:t>8</a:t>
                </a:r>
                <a:r>
                  <a:rPr lang="zh-CN" altLang="en-US" b="1" dirty="0">
                    <a:solidFill>
                      <a:schemeClr val="bg1"/>
                    </a:solidFill>
                  </a:rPr>
                  <a:t>，会出现什么情况？</a:t>
                </a:r>
              </a:p>
            </p:txBody>
          </p:sp>
        </mc:Choice>
        <mc:Fallback xmlns="">
          <p:sp>
            <p:nvSpPr>
              <p:cNvPr id="43" name="文本框 42">
                <a:extLst>
                  <a:ext uri="{FF2B5EF4-FFF2-40B4-BE49-F238E27FC236}">
                    <a16:creationId xmlns:a16="http://schemas.microsoft.com/office/drawing/2014/main" id="{BDAF02D2-F739-4C5A-821F-79A1EF47F514}"/>
                  </a:ext>
                </a:extLst>
              </p:cNvPr>
              <p:cNvSpPr txBox="1">
                <a:spLocks noRot="1" noChangeAspect="1" noMove="1" noResize="1" noEditPoints="1" noAdjustHandles="1" noChangeArrowheads="1" noChangeShapeType="1" noTextEdit="1"/>
              </p:cNvSpPr>
              <p:nvPr/>
            </p:nvSpPr>
            <p:spPr>
              <a:xfrm>
                <a:off x="2898125" y="3971223"/>
                <a:ext cx="6587953" cy="458139"/>
              </a:xfrm>
              <a:prstGeom prst="rect">
                <a:avLst/>
              </a:prstGeom>
              <a:blipFill>
                <a:blip r:embed="rId11"/>
                <a:stretch>
                  <a:fillRect l="-740" b="-19737"/>
                </a:stretch>
              </a:blipFill>
            </p:spPr>
            <p:txBody>
              <a:bodyPr/>
              <a:lstStyle/>
              <a:p>
                <a:r>
                  <a:rPr lang="zh-CN" altLang="en-US">
                    <a:noFill/>
                  </a:rPr>
                  <a:t> </a:t>
                </a:r>
              </a:p>
            </p:txBody>
          </p:sp>
        </mc:Fallback>
      </mc:AlternateContent>
      <p:sp>
        <p:nvSpPr>
          <p:cNvPr id="26" name="矩形 25">
            <a:extLst>
              <a:ext uri="{FF2B5EF4-FFF2-40B4-BE49-F238E27FC236}">
                <a16:creationId xmlns:a16="http://schemas.microsoft.com/office/drawing/2014/main" id="{D07B0F17-A55E-4740-B9E9-CA5494882DBD}"/>
              </a:ext>
            </a:extLst>
          </p:cNvPr>
          <p:cNvSpPr/>
          <p:nvPr/>
        </p:nvSpPr>
        <p:spPr>
          <a:xfrm>
            <a:off x="2300222" y="5537182"/>
            <a:ext cx="6045082" cy="390966"/>
          </a:xfrm>
          <a:prstGeom prst="rect">
            <a:avLst/>
          </a:prstGeom>
          <a:solidFill>
            <a:schemeClr val="accent3">
              <a:alpha val="74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38" name="矩形 37">
            <a:extLst>
              <a:ext uri="{FF2B5EF4-FFF2-40B4-BE49-F238E27FC236}">
                <a16:creationId xmlns:a16="http://schemas.microsoft.com/office/drawing/2014/main" id="{9AB3CA41-3262-4E79-856E-D87858927C2A}"/>
              </a:ext>
            </a:extLst>
          </p:cNvPr>
          <p:cNvSpPr/>
          <p:nvPr/>
        </p:nvSpPr>
        <p:spPr>
          <a:xfrm>
            <a:off x="2300222" y="1830064"/>
            <a:ext cx="6045082" cy="375441"/>
          </a:xfrm>
          <a:prstGeom prst="rect">
            <a:avLst/>
          </a:prstGeom>
          <a:solidFill>
            <a:schemeClr val="accent4">
              <a:alpha val="74000"/>
            </a:schemeClr>
          </a:solidFill>
          <a:ln>
            <a:solidFill>
              <a:schemeClr val="accent4"/>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grpSp>
        <p:nvGrpSpPr>
          <p:cNvPr id="7" name="组合 6">
            <a:extLst>
              <a:ext uri="{FF2B5EF4-FFF2-40B4-BE49-F238E27FC236}">
                <a16:creationId xmlns:a16="http://schemas.microsoft.com/office/drawing/2014/main" id="{92A575A2-7F0F-4B6A-A2B9-CBAC11B9CF96}"/>
              </a:ext>
            </a:extLst>
          </p:cNvPr>
          <p:cNvGrpSpPr/>
          <p:nvPr/>
        </p:nvGrpSpPr>
        <p:grpSpPr>
          <a:xfrm>
            <a:off x="2315216" y="4629569"/>
            <a:ext cx="743578" cy="1000707"/>
            <a:chOff x="1490127" y="4367293"/>
            <a:chExt cx="743578" cy="1000707"/>
          </a:xfrm>
        </p:grpSpPr>
        <p:sp>
          <p:nvSpPr>
            <p:cNvPr id="30" name="chronometer_117482">
              <a:extLst>
                <a:ext uri="{FF2B5EF4-FFF2-40B4-BE49-F238E27FC236}">
                  <a16:creationId xmlns:a16="http://schemas.microsoft.com/office/drawing/2014/main" id="{CCC7D01C-14A6-4AEF-A0C0-9C7CCE3FA331}"/>
                </a:ext>
              </a:extLst>
            </p:cNvPr>
            <p:cNvSpPr/>
            <p:nvPr/>
          </p:nvSpPr>
          <p:spPr>
            <a:xfrm>
              <a:off x="1709609" y="4685855"/>
              <a:ext cx="304613" cy="369332"/>
            </a:xfrm>
            <a:custGeom>
              <a:avLst/>
              <a:gdLst>
                <a:gd name="T0" fmla="*/ 0 w 3733"/>
                <a:gd name="T1" fmla="*/ 2667 h 4533"/>
                <a:gd name="T2" fmla="*/ 1867 w 3733"/>
                <a:gd name="T3" fmla="*/ 4533 h 4533"/>
                <a:gd name="T4" fmla="*/ 3733 w 3733"/>
                <a:gd name="T5" fmla="*/ 2667 h 4533"/>
                <a:gd name="T6" fmla="*/ 3161 w 3733"/>
                <a:gd name="T7" fmla="*/ 1323 h 4533"/>
                <a:gd name="T8" fmla="*/ 3408 w 3733"/>
                <a:gd name="T9" fmla="*/ 1075 h 4533"/>
                <a:gd name="T10" fmla="*/ 3408 w 3733"/>
                <a:gd name="T11" fmla="*/ 792 h 4533"/>
                <a:gd name="T12" fmla="*/ 3125 w 3733"/>
                <a:gd name="T13" fmla="*/ 792 h 4533"/>
                <a:gd name="T14" fmla="*/ 2842 w 3733"/>
                <a:gd name="T15" fmla="*/ 1076 h 4533"/>
                <a:gd name="T16" fmla="*/ 2067 w 3733"/>
                <a:gd name="T17" fmla="*/ 811 h 4533"/>
                <a:gd name="T18" fmla="*/ 2067 w 3733"/>
                <a:gd name="T19" fmla="*/ 400 h 4533"/>
                <a:gd name="T20" fmla="*/ 2667 w 3733"/>
                <a:gd name="T21" fmla="*/ 400 h 4533"/>
                <a:gd name="T22" fmla="*/ 2867 w 3733"/>
                <a:gd name="T23" fmla="*/ 200 h 4533"/>
                <a:gd name="T24" fmla="*/ 2667 w 3733"/>
                <a:gd name="T25" fmla="*/ 0 h 4533"/>
                <a:gd name="T26" fmla="*/ 1067 w 3733"/>
                <a:gd name="T27" fmla="*/ 0 h 4533"/>
                <a:gd name="T28" fmla="*/ 867 w 3733"/>
                <a:gd name="T29" fmla="*/ 200 h 4533"/>
                <a:gd name="T30" fmla="*/ 1067 w 3733"/>
                <a:gd name="T31" fmla="*/ 400 h 4533"/>
                <a:gd name="T32" fmla="*/ 1667 w 3733"/>
                <a:gd name="T33" fmla="*/ 400 h 4533"/>
                <a:gd name="T34" fmla="*/ 1667 w 3733"/>
                <a:gd name="T35" fmla="*/ 811 h 4533"/>
                <a:gd name="T36" fmla="*/ 891 w 3733"/>
                <a:gd name="T37" fmla="*/ 1076 h 4533"/>
                <a:gd name="T38" fmla="*/ 608 w 3733"/>
                <a:gd name="T39" fmla="*/ 792 h 4533"/>
                <a:gd name="T40" fmla="*/ 325 w 3733"/>
                <a:gd name="T41" fmla="*/ 792 h 4533"/>
                <a:gd name="T42" fmla="*/ 325 w 3733"/>
                <a:gd name="T43" fmla="*/ 1075 h 4533"/>
                <a:gd name="T44" fmla="*/ 573 w 3733"/>
                <a:gd name="T45" fmla="*/ 1323 h 4533"/>
                <a:gd name="T46" fmla="*/ 0 w 3733"/>
                <a:gd name="T47" fmla="*/ 2667 h 4533"/>
                <a:gd name="T48" fmla="*/ 1667 w 3733"/>
                <a:gd name="T49" fmla="*/ 1801 h 4533"/>
                <a:gd name="T50" fmla="*/ 1867 w 3733"/>
                <a:gd name="T51" fmla="*/ 1601 h 4533"/>
                <a:gd name="T52" fmla="*/ 2067 w 3733"/>
                <a:gd name="T53" fmla="*/ 1801 h 4533"/>
                <a:gd name="T54" fmla="*/ 2067 w 3733"/>
                <a:gd name="T55" fmla="*/ 2468 h 4533"/>
                <a:gd name="T56" fmla="*/ 2733 w 3733"/>
                <a:gd name="T57" fmla="*/ 2468 h 4533"/>
                <a:gd name="T58" fmla="*/ 2933 w 3733"/>
                <a:gd name="T59" fmla="*/ 2668 h 4533"/>
                <a:gd name="T60" fmla="*/ 2733 w 3733"/>
                <a:gd name="T61" fmla="*/ 2868 h 4533"/>
                <a:gd name="T62" fmla="*/ 1867 w 3733"/>
                <a:gd name="T63" fmla="*/ 2868 h 4533"/>
                <a:gd name="T64" fmla="*/ 1667 w 3733"/>
                <a:gd name="T65" fmla="*/ 2668 h 4533"/>
                <a:gd name="T66" fmla="*/ 1667 w 3733"/>
                <a:gd name="T67" fmla="*/ 1801 h 45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3733" h="4533">
                  <a:moveTo>
                    <a:pt x="0" y="2667"/>
                  </a:moveTo>
                  <a:cubicBezTo>
                    <a:pt x="0" y="3696"/>
                    <a:pt x="837" y="4533"/>
                    <a:pt x="1867" y="4533"/>
                  </a:cubicBezTo>
                  <a:cubicBezTo>
                    <a:pt x="2896" y="4533"/>
                    <a:pt x="3733" y="3696"/>
                    <a:pt x="3733" y="2667"/>
                  </a:cubicBezTo>
                  <a:cubicBezTo>
                    <a:pt x="3733" y="2139"/>
                    <a:pt x="3513" y="1662"/>
                    <a:pt x="3161" y="1323"/>
                  </a:cubicBezTo>
                  <a:lnTo>
                    <a:pt x="3408" y="1075"/>
                  </a:lnTo>
                  <a:cubicBezTo>
                    <a:pt x="3486" y="997"/>
                    <a:pt x="3486" y="870"/>
                    <a:pt x="3408" y="792"/>
                  </a:cubicBezTo>
                  <a:cubicBezTo>
                    <a:pt x="3330" y="714"/>
                    <a:pt x="3203" y="714"/>
                    <a:pt x="3125" y="792"/>
                  </a:cubicBezTo>
                  <a:lnTo>
                    <a:pt x="2842" y="1076"/>
                  </a:lnTo>
                  <a:cubicBezTo>
                    <a:pt x="2612" y="934"/>
                    <a:pt x="2348" y="841"/>
                    <a:pt x="2067" y="811"/>
                  </a:cubicBezTo>
                  <a:lnTo>
                    <a:pt x="2067" y="400"/>
                  </a:lnTo>
                  <a:lnTo>
                    <a:pt x="2667" y="400"/>
                  </a:lnTo>
                  <a:cubicBezTo>
                    <a:pt x="2777" y="400"/>
                    <a:pt x="2867" y="310"/>
                    <a:pt x="2867" y="200"/>
                  </a:cubicBezTo>
                  <a:cubicBezTo>
                    <a:pt x="2867" y="90"/>
                    <a:pt x="2777" y="0"/>
                    <a:pt x="2667" y="0"/>
                  </a:cubicBezTo>
                  <a:lnTo>
                    <a:pt x="1067" y="0"/>
                  </a:lnTo>
                  <a:cubicBezTo>
                    <a:pt x="956" y="0"/>
                    <a:pt x="867" y="90"/>
                    <a:pt x="867" y="200"/>
                  </a:cubicBezTo>
                  <a:cubicBezTo>
                    <a:pt x="867" y="310"/>
                    <a:pt x="956" y="400"/>
                    <a:pt x="1067" y="400"/>
                  </a:cubicBezTo>
                  <a:lnTo>
                    <a:pt x="1667" y="400"/>
                  </a:lnTo>
                  <a:lnTo>
                    <a:pt x="1667" y="811"/>
                  </a:lnTo>
                  <a:cubicBezTo>
                    <a:pt x="1385" y="841"/>
                    <a:pt x="1122" y="934"/>
                    <a:pt x="891" y="1076"/>
                  </a:cubicBezTo>
                  <a:lnTo>
                    <a:pt x="608" y="792"/>
                  </a:lnTo>
                  <a:cubicBezTo>
                    <a:pt x="530" y="714"/>
                    <a:pt x="403" y="714"/>
                    <a:pt x="325" y="792"/>
                  </a:cubicBezTo>
                  <a:cubicBezTo>
                    <a:pt x="247" y="870"/>
                    <a:pt x="247" y="997"/>
                    <a:pt x="325" y="1075"/>
                  </a:cubicBezTo>
                  <a:lnTo>
                    <a:pt x="573" y="1323"/>
                  </a:lnTo>
                  <a:cubicBezTo>
                    <a:pt x="220" y="1662"/>
                    <a:pt x="0" y="2139"/>
                    <a:pt x="0" y="2667"/>
                  </a:cubicBezTo>
                  <a:close/>
                  <a:moveTo>
                    <a:pt x="1667" y="1801"/>
                  </a:moveTo>
                  <a:cubicBezTo>
                    <a:pt x="1667" y="1691"/>
                    <a:pt x="1756" y="1601"/>
                    <a:pt x="1867" y="1601"/>
                  </a:cubicBezTo>
                  <a:cubicBezTo>
                    <a:pt x="1977" y="1601"/>
                    <a:pt x="2067" y="1691"/>
                    <a:pt x="2067" y="1801"/>
                  </a:cubicBezTo>
                  <a:lnTo>
                    <a:pt x="2067" y="2468"/>
                  </a:lnTo>
                  <a:lnTo>
                    <a:pt x="2733" y="2468"/>
                  </a:lnTo>
                  <a:cubicBezTo>
                    <a:pt x="2844" y="2468"/>
                    <a:pt x="2933" y="2557"/>
                    <a:pt x="2933" y="2668"/>
                  </a:cubicBezTo>
                  <a:cubicBezTo>
                    <a:pt x="2933" y="2778"/>
                    <a:pt x="2844" y="2868"/>
                    <a:pt x="2733" y="2868"/>
                  </a:cubicBezTo>
                  <a:lnTo>
                    <a:pt x="1867" y="2868"/>
                  </a:lnTo>
                  <a:cubicBezTo>
                    <a:pt x="1756" y="2868"/>
                    <a:pt x="1667" y="2778"/>
                    <a:pt x="1667" y="2668"/>
                  </a:cubicBezTo>
                  <a:lnTo>
                    <a:pt x="1667" y="1801"/>
                  </a:lnTo>
                  <a:close/>
                </a:path>
              </a:pathLst>
            </a:custGeom>
            <a:solidFill>
              <a:schemeClr val="accent1"/>
            </a:solidFill>
            <a:ln>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zh-CN"/>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a:p>
          </p:txBody>
        </p:sp>
        <p:sp>
          <p:nvSpPr>
            <p:cNvPr id="31" name="íşlïḍè">
              <a:extLst>
                <a:ext uri="{FF2B5EF4-FFF2-40B4-BE49-F238E27FC236}">
                  <a16:creationId xmlns:a16="http://schemas.microsoft.com/office/drawing/2014/main" id="{70AC8ECD-E267-4A60-AC00-1DBB7F95871A}"/>
                </a:ext>
              </a:extLst>
            </p:cNvPr>
            <p:cNvSpPr txBox="1"/>
            <p:nvPr/>
          </p:nvSpPr>
          <p:spPr>
            <a:xfrm>
              <a:off x="1490127" y="4367293"/>
              <a:ext cx="743578" cy="318562"/>
            </a:xfrm>
            <a:prstGeom prst="rect">
              <a:avLst/>
            </a:prstGeom>
            <a:noFill/>
          </p:spPr>
          <p:txBody>
            <a:bodyPr wrap="square" lIns="91440" tIns="45720" rIns="91440" bIns="45720" anchor="ctr">
              <a:noAutofit/>
            </a:bodyPr>
            <a:lstStyle/>
            <a:p>
              <a:pPr algn="ctr"/>
              <a:r>
                <a:rPr lang="zh-CN" altLang="en-US" b="1" dirty="0">
                  <a:solidFill>
                    <a:schemeClr val="accent1">
                      <a:lumMod val="75000"/>
                    </a:schemeClr>
                  </a:solidFill>
                </a:rPr>
                <a:t>超时</a:t>
              </a:r>
              <a:endParaRPr lang="en-US" altLang="zh-CN" b="1" dirty="0">
                <a:solidFill>
                  <a:schemeClr val="accent1">
                    <a:lumMod val="75000"/>
                  </a:schemeClr>
                </a:solidFill>
              </a:endParaRPr>
            </a:p>
          </p:txBody>
        </p:sp>
        <p:cxnSp>
          <p:nvCxnSpPr>
            <p:cNvPr id="32" name="直接箭头连接符 31">
              <a:extLst>
                <a:ext uri="{FF2B5EF4-FFF2-40B4-BE49-F238E27FC236}">
                  <a16:creationId xmlns:a16="http://schemas.microsoft.com/office/drawing/2014/main" id="{5DFDE672-81AA-4128-85A4-E7FB74E8B69C}"/>
                </a:ext>
              </a:extLst>
            </p:cNvPr>
            <p:cNvCxnSpPr>
              <a:cxnSpLocks/>
            </p:cNvCxnSpPr>
            <p:nvPr/>
          </p:nvCxnSpPr>
          <p:spPr>
            <a:xfrm>
              <a:off x="1861916" y="5115066"/>
              <a:ext cx="0" cy="252934"/>
            </a:xfrm>
            <a:prstGeom prst="straightConnector1">
              <a:avLst/>
            </a:prstGeom>
            <a:ln w="25400">
              <a:tailEnd type="triangle" w="med" len="lg"/>
            </a:ln>
          </p:spPr>
          <p:style>
            <a:lnRef idx="1">
              <a:schemeClr val="accent1"/>
            </a:lnRef>
            <a:fillRef idx="0">
              <a:schemeClr val="accent1"/>
            </a:fillRef>
            <a:effectRef idx="0">
              <a:schemeClr val="accent1"/>
            </a:effectRef>
            <a:fontRef idx="minor">
              <a:schemeClr val="tx1"/>
            </a:fontRef>
          </p:style>
        </p:cxnSp>
      </p:grpSp>
      <p:sp>
        <p:nvSpPr>
          <p:cNvPr id="36" name="矩形 35">
            <a:extLst>
              <a:ext uri="{FF2B5EF4-FFF2-40B4-BE49-F238E27FC236}">
                <a16:creationId xmlns:a16="http://schemas.microsoft.com/office/drawing/2014/main" id="{2B26B4D6-B365-4F02-89C9-ADD47D9F4D77}"/>
              </a:ext>
            </a:extLst>
          </p:cNvPr>
          <p:cNvSpPr/>
          <p:nvPr/>
        </p:nvSpPr>
        <p:spPr>
          <a:xfrm>
            <a:off x="2297515" y="5557308"/>
            <a:ext cx="6045082" cy="390966"/>
          </a:xfrm>
          <a:prstGeom prst="rect">
            <a:avLst/>
          </a:prstGeom>
          <a:solidFill>
            <a:schemeClr val="accent1">
              <a:lumMod val="75000"/>
              <a:alpha val="44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grpSp>
        <p:nvGrpSpPr>
          <p:cNvPr id="37" name="组合 36">
            <a:extLst>
              <a:ext uri="{FF2B5EF4-FFF2-40B4-BE49-F238E27FC236}">
                <a16:creationId xmlns:a16="http://schemas.microsoft.com/office/drawing/2014/main" id="{C10DC583-D992-4637-A4FB-5AD0DC3CD59C}"/>
              </a:ext>
            </a:extLst>
          </p:cNvPr>
          <p:cNvGrpSpPr/>
          <p:nvPr/>
        </p:nvGrpSpPr>
        <p:grpSpPr>
          <a:xfrm>
            <a:off x="1264121" y="2339362"/>
            <a:ext cx="708432" cy="2116745"/>
            <a:chOff x="1264121" y="3234029"/>
            <a:chExt cx="708432" cy="2116745"/>
          </a:xfrm>
        </p:grpSpPr>
        <p:sp>
          <p:nvSpPr>
            <p:cNvPr id="47" name="矩形 46">
              <a:extLst>
                <a:ext uri="{FF2B5EF4-FFF2-40B4-BE49-F238E27FC236}">
                  <a16:creationId xmlns:a16="http://schemas.microsoft.com/office/drawing/2014/main" id="{1277ABFD-1EA1-4C54-A11B-99CA46AF0941}"/>
                </a:ext>
              </a:extLst>
            </p:cNvPr>
            <p:cNvSpPr/>
            <p:nvPr/>
          </p:nvSpPr>
          <p:spPr>
            <a:xfrm>
              <a:off x="1264121" y="4038429"/>
              <a:ext cx="708432" cy="270283"/>
            </a:xfrm>
            <a:prstGeom prst="rect">
              <a:avLst/>
            </a:prstGeom>
            <a:solidFill>
              <a:schemeClr val="accent3"/>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46800" rIns="46800" rtlCol="0" anchor="ctr"/>
            <a:lstStyle/>
            <a:p>
              <a:pPr algn="ctr"/>
              <a:r>
                <a:rPr lang="en-US" altLang="zh-CN" b="1" dirty="0"/>
                <a:t>DATA3</a:t>
              </a:r>
              <a:endParaRPr lang="zh-CN" altLang="en-US" b="1" dirty="0"/>
            </a:p>
          </p:txBody>
        </p:sp>
        <p:sp>
          <p:nvSpPr>
            <p:cNvPr id="48" name="矩形 47">
              <a:extLst>
                <a:ext uri="{FF2B5EF4-FFF2-40B4-BE49-F238E27FC236}">
                  <a16:creationId xmlns:a16="http://schemas.microsoft.com/office/drawing/2014/main" id="{CAB3A4BB-BA91-4D0B-BE64-409A794D5E63}"/>
                </a:ext>
              </a:extLst>
            </p:cNvPr>
            <p:cNvSpPr/>
            <p:nvPr/>
          </p:nvSpPr>
          <p:spPr>
            <a:xfrm>
              <a:off x="1264121" y="3766556"/>
              <a:ext cx="708432" cy="270283"/>
            </a:xfrm>
            <a:prstGeom prst="rect">
              <a:avLst/>
            </a:prstGeom>
            <a:solidFill>
              <a:schemeClr val="accent3"/>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46800" rIns="46800" rtlCol="0" anchor="ctr"/>
            <a:lstStyle/>
            <a:p>
              <a:pPr algn="ctr"/>
              <a:r>
                <a:rPr lang="en-US" altLang="zh-CN" b="1" dirty="0"/>
                <a:t>DATA2</a:t>
              </a:r>
              <a:endParaRPr lang="zh-CN" altLang="en-US" b="1" dirty="0"/>
            </a:p>
          </p:txBody>
        </p:sp>
        <p:sp>
          <p:nvSpPr>
            <p:cNvPr id="49" name="矩形 48">
              <a:extLst>
                <a:ext uri="{FF2B5EF4-FFF2-40B4-BE49-F238E27FC236}">
                  <a16:creationId xmlns:a16="http://schemas.microsoft.com/office/drawing/2014/main" id="{14A6A18C-84F0-4A00-8A1E-ACCF698E18A4}"/>
                </a:ext>
              </a:extLst>
            </p:cNvPr>
            <p:cNvSpPr/>
            <p:nvPr/>
          </p:nvSpPr>
          <p:spPr>
            <a:xfrm>
              <a:off x="1264121" y="3496273"/>
              <a:ext cx="708432" cy="270283"/>
            </a:xfrm>
            <a:prstGeom prst="rect">
              <a:avLst/>
            </a:prstGeom>
            <a:solidFill>
              <a:schemeClr val="accent3"/>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46800" rIns="46800" rtlCol="0" anchor="ctr"/>
            <a:lstStyle/>
            <a:p>
              <a:pPr algn="ctr"/>
              <a:r>
                <a:rPr lang="en-US" altLang="zh-CN" b="1" dirty="0"/>
                <a:t>DATA1</a:t>
              </a:r>
              <a:endParaRPr lang="zh-CN" altLang="en-US" b="1" dirty="0"/>
            </a:p>
          </p:txBody>
        </p:sp>
        <p:sp>
          <p:nvSpPr>
            <p:cNvPr id="50" name="矩形 49">
              <a:extLst>
                <a:ext uri="{FF2B5EF4-FFF2-40B4-BE49-F238E27FC236}">
                  <a16:creationId xmlns:a16="http://schemas.microsoft.com/office/drawing/2014/main" id="{6E6AF5DD-7EC9-406D-92D9-7E00869C0E45}"/>
                </a:ext>
              </a:extLst>
            </p:cNvPr>
            <p:cNvSpPr/>
            <p:nvPr/>
          </p:nvSpPr>
          <p:spPr>
            <a:xfrm>
              <a:off x="1264121" y="3234029"/>
              <a:ext cx="708432" cy="270283"/>
            </a:xfrm>
            <a:prstGeom prst="rect">
              <a:avLst/>
            </a:prstGeom>
            <a:solidFill>
              <a:schemeClr val="accent3"/>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46800" rIns="46800" rtlCol="0" anchor="ctr"/>
            <a:lstStyle/>
            <a:p>
              <a:pPr algn="ctr"/>
              <a:r>
                <a:rPr lang="en-US" altLang="zh-CN" b="1" dirty="0"/>
                <a:t>DATA0</a:t>
              </a:r>
              <a:endParaRPr lang="zh-CN" altLang="en-US" b="1" dirty="0"/>
            </a:p>
          </p:txBody>
        </p:sp>
        <p:sp>
          <p:nvSpPr>
            <p:cNvPr id="51" name="矩形 50">
              <a:extLst>
                <a:ext uri="{FF2B5EF4-FFF2-40B4-BE49-F238E27FC236}">
                  <a16:creationId xmlns:a16="http://schemas.microsoft.com/office/drawing/2014/main" id="{F4EB1E57-BC01-42FE-9439-D06F20007588}"/>
                </a:ext>
              </a:extLst>
            </p:cNvPr>
            <p:cNvSpPr/>
            <p:nvPr/>
          </p:nvSpPr>
          <p:spPr>
            <a:xfrm>
              <a:off x="1264121" y="4289722"/>
              <a:ext cx="708432" cy="270283"/>
            </a:xfrm>
            <a:prstGeom prst="rect">
              <a:avLst/>
            </a:prstGeom>
            <a:solidFill>
              <a:schemeClr val="accent3"/>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46800" rIns="46800" rtlCol="0" anchor="ctr"/>
            <a:lstStyle/>
            <a:p>
              <a:pPr algn="ctr"/>
              <a:r>
                <a:rPr lang="en-US" altLang="zh-CN" b="1" dirty="0"/>
                <a:t>DATA4</a:t>
              </a:r>
              <a:endParaRPr lang="zh-CN" altLang="en-US" b="1" dirty="0"/>
            </a:p>
          </p:txBody>
        </p:sp>
        <p:sp>
          <p:nvSpPr>
            <p:cNvPr id="52" name="矩形 51">
              <a:extLst>
                <a:ext uri="{FF2B5EF4-FFF2-40B4-BE49-F238E27FC236}">
                  <a16:creationId xmlns:a16="http://schemas.microsoft.com/office/drawing/2014/main" id="{AE929CE0-C60F-4FA3-A36B-03A225FA3362}"/>
                </a:ext>
              </a:extLst>
            </p:cNvPr>
            <p:cNvSpPr/>
            <p:nvPr/>
          </p:nvSpPr>
          <p:spPr>
            <a:xfrm>
              <a:off x="1264121" y="4829198"/>
              <a:ext cx="708432" cy="270283"/>
            </a:xfrm>
            <a:prstGeom prst="rect">
              <a:avLst/>
            </a:prstGeom>
            <a:solidFill>
              <a:schemeClr val="accent3"/>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46800" rIns="46800" rtlCol="0" anchor="ctr"/>
            <a:lstStyle/>
            <a:p>
              <a:pPr algn="ctr"/>
              <a:r>
                <a:rPr lang="en-US" altLang="zh-CN" b="1" dirty="0"/>
                <a:t>DATA6</a:t>
              </a:r>
              <a:endParaRPr lang="zh-CN" altLang="en-US" b="1" dirty="0"/>
            </a:p>
          </p:txBody>
        </p:sp>
        <p:sp>
          <p:nvSpPr>
            <p:cNvPr id="53" name="矩形 52">
              <a:extLst>
                <a:ext uri="{FF2B5EF4-FFF2-40B4-BE49-F238E27FC236}">
                  <a16:creationId xmlns:a16="http://schemas.microsoft.com/office/drawing/2014/main" id="{E0DB1C24-D3C6-4517-8D8D-EFF493F6800E}"/>
                </a:ext>
              </a:extLst>
            </p:cNvPr>
            <p:cNvSpPr/>
            <p:nvPr/>
          </p:nvSpPr>
          <p:spPr>
            <a:xfrm>
              <a:off x="1264121" y="4557325"/>
              <a:ext cx="708432" cy="270283"/>
            </a:xfrm>
            <a:prstGeom prst="rect">
              <a:avLst/>
            </a:prstGeom>
            <a:solidFill>
              <a:schemeClr val="accent3"/>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46800" rIns="46800" rtlCol="0" anchor="ctr"/>
            <a:lstStyle/>
            <a:p>
              <a:pPr algn="ctr"/>
              <a:r>
                <a:rPr lang="en-US" altLang="zh-CN" b="1" dirty="0"/>
                <a:t>DATA5</a:t>
              </a:r>
              <a:endParaRPr lang="zh-CN" altLang="en-US" b="1" dirty="0"/>
            </a:p>
          </p:txBody>
        </p:sp>
        <p:sp>
          <p:nvSpPr>
            <p:cNvPr id="54" name="矩形 53">
              <a:extLst>
                <a:ext uri="{FF2B5EF4-FFF2-40B4-BE49-F238E27FC236}">
                  <a16:creationId xmlns:a16="http://schemas.microsoft.com/office/drawing/2014/main" id="{7B1090BF-A311-4245-AD5A-CB2503D11EB0}"/>
                </a:ext>
              </a:extLst>
            </p:cNvPr>
            <p:cNvSpPr/>
            <p:nvPr/>
          </p:nvSpPr>
          <p:spPr>
            <a:xfrm>
              <a:off x="1264121" y="5080491"/>
              <a:ext cx="708432" cy="270283"/>
            </a:xfrm>
            <a:prstGeom prst="rect">
              <a:avLst/>
            </a:prstGeom>
            <a:solidFill>
              <a:schemeClr val="accent3"/>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46800" rIns="46800" rtlCol="0" anchor="ctr"/>
            <a:lstStyle/>
            <a:p>
              <a:pPr algn="ctr"/>
              <a:r>
                <a:rPr lang="en-US" altLang="zh-CN" b="1" dirty="0"/>
                <a:t>DATA7</a:t>
              </a:r>
              <a:endParaRPr lang="zh-CN" altLang="en-US" b="1" dirty="0"/>
            </a:p>
          </p:txBody>
        </p:sp>
      </p:grpSp>
      <p:sp>
        <p:nvSpPr>
          <p:cNvPr id="59" name="矩形 58">
            <a:extLst>
              <a:ext uri="{FF2B5EF4-FFF2-40B4-BE49-F238E27FC236}">
                <a16:creationId xmlns:a16="http://schemas.microsoft.com/office/drawing/2014/main" id="{687D26EB-75F9-4460-A509-44DB60BC2F8C}"/>
              </a:ext>
            </a:extLst>
          </p:cNvPr>
          <p:cNvSpPr/>
          <p:nvPr/>
        </p:nvSpPr>
        <p:spPr>
          <a:xfrm>
            <a:off x="2233029" y="1720826"/>
            <a:ext cx="6109567" cy="570600"/>
          </a:xfrm>
          <a:prstGeom prst="rect">
            <a:avLst/>
          </a:prstGeom>
          <a:noFill/>
          <a:ln w="25400">
            <a:solidFill>
              <a:schemeClr val="accent1">
                <a:lumMod val="75000"/>
              </a:schemeClr>
            </a:solid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grpSp>
        <p:nvGrpSpPr>
          <p:cNvPr id="27" name="组合 26">
            <a:extLst>
              <a:ext uri="{FF2B5EF4-FFF2-40B4-BE49-F238E27FC236}">
                <a16:creationId xmlns:a16="http://schemas.microsoft.com/office/drawing/2014/main" id="{E297733D-CFF3-467F-B239-AF648D5BD408}"/>
              </a:ext>
            </a:extLst>
          </p:cNvPr>
          <p:cNvGrpSpPr/>
          <p:nvPr/>
        </p:nvGrpSpPr>
        <p:grpSpPr>
          <a:xfrm>
            <a:off x="1152616" y="2280995"/>
            <a:ext cx="4489410" cy="2225221"/>
            <a:chOff x="1152616" y="2280995"/>
            <a:chExt cx="4489410" cy="2225221"/>
          </a:xfrm>
        </p:grpSpPr>
        <p:sp>
          <p:nvSpPr>
            <p:cNvPr id="55" name="矩形 54">
              <a:extLst>
                <a:ext uri="{FF2B5EF4-FFF2-40B4-BE49-F238E27FC236}">
                  <a16:creationId xmlns:a16="http://schemas.microsoft.com/office/drawing/2014/main" id="{52B63F1F-AB6D-4E2B-885D-DDC179144E61}"/>
                </a:ext>
              </a:extLst>
            </p:cNvPr>
            <p:cNvSpPr/>
            <p:nvPr/>
          </p:nvSpPr>
          <p:spPr>
            <a:xfrm>
              <a:off x="1152616" y="2280995"/>
              <a:ext cx="907948" cy="2225221"/>
            </a:xfrm>
            <a:prstGeom prst="rect">
              <a:avLst/>
            </a:prstGeom>
            <a:noFill/>
            <a:ln w="25400">
              <a:solidFill>
                <a:schemeClr val="accent1">
                  <a:lumMod val="75000"/>
                </a:schemeClr>
              </a:solid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grpSp>
          <p:nvGrpSpPr>
            <p:cNvPr id="25" name="组合 24">
              <a:extLst>
                <a:ext uri="{FF2B5EF4-FFF2-40B4-BE49-F238E27FC236}">
                  <a16:creationId xmlns:a16="http://schemas.microsoft.com/office/drawing/2014/main" id="{2F50EF5E-08BE-41FB-BE60-6EAE15924080}"/>
                </a:ext>
              </a:extLst>
            </p:cNvPr>
            <p:cNvGrpSpPr/>
            <p:nvPr/>
          </p:nvGrpSpPr>
          <p:grpSpPr>
            <a:xfrm>
              <a:off x="2060564" y="2282224"/>
              <a:ext cx="3581462" cy="578305"/>
              <a:chOff x="2060564" y="2282224"/>
              <a:chExt cx="3581462" cy="578305"/>
            </a:xfrm>
          </p:grpSpPr>
          <p:cxnSp>
            <p:nvCxnSpPr>
              <p:cNvPr id="24" name="连接符: 肘形 23">
                <a:extLst>
                  <a:ext uri="{FF2B5EF4-FFF2-40B4-BE49-F238E27FC236}">
                    <a16:creationId xmlns:a16="http://schemas.microsoft.com/office/drawing/2014/main" id="{1D2DF7C2-B4C1-4D65-8A4D-3F8D09F98C8C}"/>
                  </a:ext>
                </a:extLst>
              </p:cNvPr>
              <p:cNvCxnSpPr>
                <a:cxnSpLocks/>
              </p:cNvCxnSpPr>
              <p:nvPr/>
            </p:nvCxnSpPr>
            <p:spPr>
              <a:xfrm flipV="1">
                <a:off x="2060564" y="2282224"/>
                <a:ext cx="3581462" cy="383576"/>
              </a:xfrm>
              <a:prstGeom prst="bentConnector2">
                <a:avLst/>
              </a:prstGeom>
              <a:ln w="25400">
                <a:solidFill>
                  <a:schemeClr val="accent1">
                    <a:lumMod val="75000"/>
                  </a:schemeClr>
                </a:solidFill>
                <a:prstDash val="dash"/>
                <a:tailEnd type="triangle"/>
              </a:ln>
            </p:spPr>
            <p:style>
              <a:lnRef idx="1">
                <a:schemeClr val="accent1"/>
              </a:lnRef>
              <a:fillRef idx="0">
                <a:schemeClr val="accent1"/>
              </a:fillRef>
              <a:effectRef idx="0">
                <a:schemeClr val="accent1"/>
              </a:effectRef>
              <a:fontRef idx="minor">
                <a:schemeClr val="tx1"/>
              </a:fontRef>
            </p:style>
          </p:cxnSp>
          <p:sp>
            <p:nvSpPr>
              <p:cNvPr id="58" name="文本框 57">
                <a:extLst>
                  <a:ext uri="{FF2B5EF4-FFF2-40B4-BE49-F238E27FC236}">
                    <a16:creationId xmlns:a16="http://schemas.microsoft.com/office/drawing/2014/main" id="{E33D5F7C-D0B5-4966-A96B-E181703BAE80}"/>
                  </a:ext>
                </a:extLst>
              </p:cNvPr>
              <p:cNvSpPr txBox="1"/>
              <p:nvPr/>
            </p:nvSpPr>
            <p:spPr>
              <a:xfrm>
                <a:off x="2999303" y="2491197"/>
                <a:ext cx="1909917" cy="369332"/>
              </a:xfrm>
              <a:prstGeom prst="rect">
                <a:avLst/>
              </a:prstGeom>
              <a:solidFill>
                <a:schemeClr val="bg1"/>
              </a:solidFill>
            </p:spPr>
            <p:txBody>
              <a:bodyPr wrap="square" rtlCol="0">
                <a:spAutoFit/>
              </a:bodyPr>
              <a:lstStyle/>
              <a:p>
                <a:r>
                  <a:rPr lang="zh-CN" altLang="en-US" b="1" dirty="0">
                    <a:solidFill>
                      <a:schemeClr val="accent1">
                        <a:lumMod val="75000"/>
                      </a:schemeClr>
                    </a:solidFill>
                  </a:rPr>
                  <a:t>之前已正确接收</a:t>
                </a:r>
              </a:p>
            </p:txBody>
          </p:sp>
        </p:grpSp>
      </p:grpSp>
      <p:sp>
        <p:nvSpPr>
          <p:cNvPr id="56" name="平行四边形 55">
            <a:extLst>
              <a:ext uri="{FF2B5EF4-FFF2-40B4-BE49-F238E27FC236}">
                <a16:creationId xmlns:a16="http://schemas.microsoft.com/office/drawing/2014/main" id="{8B69FFD9-0A61-7EFC-DC66-69DB4D4309C9}"/>
              </a:ext>
            </a:extLst>
          </p:cNvPr>
          <p:cNvSpPr/>
          <p:nvPr/>
        </p:nvSpPr>
        <p:spPr>
          <a:xfrm>
            <a:off x="304799" y="749300"/>
            <a:ext cx="695119" cy="387090"/>
          </a:xfrm>
          <a:prstGeom prst="parallelogram">
            <a:avLst/>
          </a:prstGeom>
          <a:solidFill>
            <a:schemeClr val="accent3">
              <a:lumMod val="75000"/>
            </a:schemeClr>
          </a:solidFill>
          <a:ln>
            <a:solidFill>
              <a:schemeClr val="accent3">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CN" sz="2200" dirty="0">
                <a:latin typeface="Impact" panose="020B0806030902050204" pitchFamily="34" charset="0"/>
              </a:rPr>
              <a:t>04</a:t>
            </a:r>
            <a:endParaRPr lang="zh-CN" altLang="en-US" sz="2200" dirty="0">
              <a:latin typeface="Impact" panose="020B0806030902050204" pitchFamily="34" charset="0"/>
            </a:endParaRPr>
          </a:p>
        </p:txBody>
      </p:sp>
    </p:spTree>
    <p:custDataLst>
      <p:tags r:id="rId1"/>
    </p:custDataLst>
    <p:extLst>
      <p:ext uri="{BB962C8B-B14F-4D97-AF65-F5344CB8AC3E}">
        <p14:creationId xmlns:p14="http://schemas.microsoft.com/office/powerpoint/2010/main" val="2851906933"/>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2" presetClass="entr" presetSubtype="8" fill="hold" nodeType="withEffect">
                                  <p:stCondLst>
                                    <p:cond delay="0"/>
                                  </p:stCondLst>
                                  <p:childTnLst>
                                    <p:set>
                                      <p:cBhvr>
                                        <p:cTn id="6" dur="1" fill="hold">
                                          <p:stCondLst>
                                            <p:cond delay="0"/>
                                          </p:stCondLst>
                                        </p:cTn>
                                        <p:tgtEl>
                                          <p:spTgt spid="27"/>
                                        </p:tgtEl>
                                        <p:attrNameLst>
                                          <p:attrName>style.visibility</p:attrName>
                                        </p:attrNameLst>
                                      </p:cBhvr>
                                      <p:to>
                                        <p:strVal val="visible"/>
                                      </p:to>
                                    </p:set>
                                    <p:animEffect transition="in" filter="wipe(left)">
                                      <p:cBhvr>
                                        <p:cTn id="7" dur="1000"/>
                                        <p:tgtEl>
                                          <p:spTgt spid="27"/>
                                        </p:tgtEl>
                                      </p:cBhvr>
                                    </p:animEffect>
                                  </p:childTnLst>
                                </p:cTn>
                              </p:par>
                            </p:childTnLst>
                          </p:cTn>
                        </p:par>
                        <p:par>
                          <p:cTn id="8" fill="hold">
                            <p:stCondLst>
                              <p:cond delay="1000"/>
                            </p:stCondLst>
                            <p:childTnLst>
                              <p:par>
                                <p:cTn id="9" presetID="22" presetClass="entr" presetSubtype="4" fill="hold" grpId="0" nodeType="afterEffect">
                                  <p:stCondLst>
                                    <p:cond delay="0"/>
                                  </p:stCondLst>
                                  <p:childTnLst>
                                    <p:set>
                                      <p:cBhvr>
                                        <p:cTn id="10" dur="1" fill="hold">
                                          <p:stCondLst>
                                            <p:cond delay="0"/>
                                          </p:stCondLst>
                                        </p:cTn>
                                        <p:tgtEl>
                                          <p:spTgt spid="59"/>
                                        </p:tgtEl>
                                        <p:attrNameLst>
                                          <p:attrName>style.visibility</p:attrName>
                                        </p:attrNameLst>
                                      </p:cBhvr>
                                      <p:to>
                                        <p:strVal val="visible"/>
                                      </p:to>
                                    </p:set>
                                    <p:animEffect transition="in" filter="wipe(down)">
                                      <p:cBhvr>
                                        <p:cTn id="11" dur="500"/>
                                        <p:tgtEl>
                                          <p:spTgt spid="59"/>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9" grpId="0" animBg="1"/>
    </p:bldLst>
  </p:timing>
</p:sld>
</file>

<file path=ppt/slides/slide18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39" name="组合 38">
            <a:extLst>
              <a:ext uri="{FF2B5EF4-FFF2-40B4-BE49-F238E27FC236}">
                <a16:creationId xmlns:a16="http://schemas.microsoft.com/office/drawing/2014/main" id="{89BF7AE9-7A49-4DA4-9F49-D744CBB4820A}"/>
              </a:ext>
            </a:extLst>
          </p:cNvPr>
          <p:cNvGrpSpPr/>
          <p:nvPr/>
        </p:nvGrpSpPr>
        <p:grpSpPr>
          <a:xfrm>
            <a:off x="8193075" y="1363110"/>
            <a:ext cx="1067217" cy="917885"/>
            <a:chOff x="2146413" y="1363110"/>
            <a:chExt cx="1067217" cy="917885"/>
          </a:xfrm>
        </p:grpSpPr>
        <p:sp>
          <p:nvSpPr>
            <p:cNvPr id="44" name="矩形 43">
              <a:extLst>
                <a:ext uri="{FF2B5EF4-FFF2-40B4-BE49-F238E27FC236}">
                  <a16:creationId xmlns:a16="http://schemas.microsoft.com/office/drawing/2014/main" id="{C1815E30-86DC-494D-9CA3-D28ABD9666CB}"/>
                </a:ext>
              </a:extLst>
            </p:cNvPr>
            <p:cNvSpPr/>
            <p:nvPr/>
          </p:nvSpPr>
          <p:spPr>
            <a:xfrm>
              <a:off x="2300222" y="1739531"/>
              <a:ext cx="759600" cy="541464"/>
            </a:xfrm>
            <a:prstGeom prst="rect">
              <a:avLst/>
            </a:prstGeom>
            <a:solidFill>
              <a:schemeClr val="accent4"/>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mc:AlternateContent xmlns:mc="http://schemas.openxmlformats.org/markup-compatibility/2006" xmlns:a14="http://schemas.microsoft.com/office/drawing/2010/main">
          <mc:Choice Requires="a14">
            <p:sp>
              <p:nvSpPr>
                <p:cNvPr id="45" name="文本框 44">
                  <a:extLst>
                    <a:ext uri="{FF2B5EF4-FFF2-40B4-BE49-F238E27FC236}">
                      <a16:creationId xmlns:a16="http://schemas.microsoft.com/office/drawing/2014/main" id="{71E3C168-3773-4F1D-9947-B4E8F620FC6A}"/>
                    </a:ext>
                  </a:extLst>
                </p:cNvPr>
                <p:cNvSpPr txBox="1"/>
                <p:nvPr/>
              </p:nvSpPr>
              <p:spPr>
                <a:xfrm>
                  <a:off x="2146413" y="1363110"/>
                  <a:ext cx="1067217" cy="369332"/>
                </a:xfrm>
                <a:prstGeom prst="rect">
                  <a:avLst/>
                </a:prstGeom>
                <a:noFill/>
              </p:spPr>
              <p:txBody>
                <a:bodyPr wrap="square">
                  <a:spAutoFit/>
                </a:bodyPr>
                <a:lstStyle/>
                <a:p>
                  <a:pPr/>
                  <a14:m>
                    <m:oMathPara xmlns:m="http://schemas.openxmlformats.org/officeDocument/2006/math">
                      <m:oMathParaPr>
                        <m:jc m:val="centerGroup"/>
                      </m:oMathParaPr>
                      <m:oMath xmlns:m="http://schemas.openxmlformats.org/officeDocument/2006/math">
                        <m:sSub>
                          <m:sSubPr>
                            <m:ctrlPr>
                              <a:rPr lang="en-US" altLang="zh-CN" b="1" i="1" smtClean="0">
                                <a:solidFill>
                                  <a:schemeClr val="accent4"/>
                                </a:solidFill>
                                <a:latin typeface="Cambria Math" panose="02040503050406030204" pitchFamily="18" charset="0"/>
                              </a:rPr>
                            </m:ctrlPr>
                          </m:sSubPr>
                          <m:e>
                            <m:r>
                              <a:rPr lang="en-US" altLang="zh-CN" b="1" i="1" smtClean="0">
                                <a:solidFill>
                                  <a:schemeClr val="accent4"/>
                                </a:solidFill>
                                <a:latin typeface="Cambria Math" panose="02040503050406030204" pitchFamily="18" charset="0"/>
                              </a:rPr>
                              <m:t>𝑾</m:t>
                            </m:r>
                          </m:e>
                          <m:sub>
                            <m:r>
                              <a:rPr lang="en-US" altLang="zh-CN" b="1" i="1" smtClean="0">
                                <a:solidFill>
                                  <a:schemeClr val="accent4"/>
                                </a:solidFill>
                                <a:latin typeface="Cambria Math" panose="02040503050406030204" pitchFamily="18" charset="0"/>
                              </a:rPr>
                              <m:t>𝑹</m:t>
                            </m:r>
                          </m:sub>
                        </m:sSub>
                        <m:r>
                          <a:rPr lang="en-US" altLang="zh-CN" b="1" i="1" smtClean="0">
                            <a:solidFill>
                              <a:schemeClr val="accent4"/>
                            </a:solidFill>
                            <a:latin typeface="Cambria Math" panose="02040503050406030204" pitchFamily="18" charset="0"/>
                          </a:rPr>
                          <m:t>=</m:t>
                        </m:r>
                        <m:r>
                          <a:rPr lang="en-US" altLang="zh-CN" b="1" i="1" smtClean="0">
                            <a:solidFill>
                              <a:schemeClr val="accent4"/>
                            </a:solidFill>
                            <a:latin typeface="Cambria Math" panose="02040503050406030204" pitchFamily="18" charset="0"/>
                          </a:rPr>
                          <m:t>𝟏</m:t>
                        </m:r>
                      </m:oMath>
                    </m:oMathPara>
                  </a14:m>
                  <a:endParaRPr lang="zh-CN" altLang="en-US" dirty="0">
                    <a:solidFill>
                      <a:schemeClr val="accent3"/>
                    </a:solidFill>
                  </a:endParaRPr>
                </a:p>
              </p:txBody>
            </p:sp>
          </mc:Choice>
          <mc:Fallback xmlns="">
            <p:sp>
              <p:nvSpPr>
                <p:cNvPr id="35" name="文本框 34">
                  <a:extLst>
                    <a:ext uri="{FF2B5EF4-FFF2-40B4-BE49-F238E27FC236}">
                      <a16:creationId xmlns:a16="http://schemas.microsoft.com/office/drawing/2014/main" id="{EE98B7EB-F32B-4A4F-9072-DF021D7DCAD9}"/>
                    </a:ext>
                  </a:extLst>
                </p:cNvPr>
                <p:cNvSpPr txBox="1">
                  <a:spLocks noRot="1" noChangeAspect="1" noMove="1" noResize="1" noEditPoints="1" noAdjustHandles="1" noChangeArrowheads="1" noChangeShapeType="1" noTextEdit="1"/>
                </p:cNvSpPr>
                <p:nvPr/>
              </p:nvSpPr>
              <p:spPr>
                <a:xfrm>
                  <a:off x="2146413" y="1363110"/>
                  <a:ext cx="1067217" cy="369332"/>
                </a:xfrm>
                <a:prstGeom prst="rect">
                  <a:avLst/>
                </a:prstGeom>
                <a:blipFill>
                  <a:blip r:embed="rId3"/>
                  <a:stretch>
                    <a:fillRect b="-3333"/>
                  </a:stretch>
                </a:blipFill>
              </p:spPr>
              <p:txBody>
                <a:bodyPr/>
                <a:lstStyle/>
                <a:p>
                  <a:r>
                    <a:rPr lang="zh-CN" altLang="en-US">
                      <a:noFill/>
                    </a:rPr>
                    <a:t> </a:t>
                  </a:r>
                </a:p>
              </p:txBody>
            </p:sp>
          </mc:Fallback>
        </mc:AlternateContent>
      </p:grpSp>
      <p:grpSp>
        <p:nvGrpSpPr>
          <p:cNvPr id="11" name="组合 10">
            <a:extLst>
              <a:ext uri="{FF2B5EF4-FFF2-40B4-BE49-F238E27FC236}">
                <a16:creationId xmlns:a16="http://schemas.microsoft.com/office/drawing/2014/main" id="{DF90C5CA-FFC7-4157-9F4D-82F7622D10DD}"/>
              </a:ext>
            </a:extLst>
          </p:cNvPr>
          <p:cNvGrpSpPr/>
          <p:nvPr/>
        </p:nvGrpSpPr>
        <p:grpSpPr>
          <a:xfrm>
            <a:off x="2302928" y="5107042"/>
            <a:ext cx="6045083" cy="902040"/>
            <a:chOff x="2302928" y="5107042"/>
            <a:chExt cx="6045083" cy="902040"/>
          </a:xfrm>
        </p:grpSpPr>
        <p:sp>
          <p:nvSpPr>
            <p:cNvPr id="5" name="矩形 4">
              <a:extLst>
                <a:ext uri="{FF2B5EF4-FFF2-40B4-BE49-F238E27FC236}">
                  <a16:creationId xmlns:a16="http://schemas.microsoft.com/office/drawing/2014/main" id="{ABCDD6AB-497D-42FD-B822-48DB3891082B}"/>
                </a:ext>
              </a:extLst>
            </p:cNvPr>
            <p:cNvSpPr/>
            <p:nvPr/>
          </p:nvSpPr>
          <p:spPr>
            <a:xfrm>
              <a:off x="2302928" y="5467618"/>
              <a:ext cx="6045083" cy="541464"/>
            </a:xfrm>
            <a:prstGeom prst="rect">
              <a:avLst/>
            </a:prstGeom>
            <a:solidFill>
              <a:schemeClr val="accent3"/>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mc:AlternateContent xmlns:mc="http://schemas.openxmlformats.org/markup-compatibility/2006" xmlns:a14="http://schemas.microsoft.com/office/drawing/2010/main">
          <mc:Choice Requires="a14">
            <p:sp>
              <p:nvSpPr>
                <p:cNvPr id="23" name="文本框 22">
                  <a:extLst>
                    <a:ext uri="{FF2B5EF4-FFF2-40B4-BE49-F238E27FC236}">
                      <a16:creationId xmlns:a16="http://schemas.microsoft.com/office/drawing/2014/main" id="{ABC03EEA-26BD-4845-8ACC-3FB7B6DA9132}"/>
                    </a:ext>
                  </a:extLst>
                </p:cNvPr>
                <p:cNvSpPr txBox="1"/>
                <p:nvPr/>
              </p:nvSpPr>
              <p:spPr>
                <a:xfrm>
                  <a:off x="4909220" y="5107042"/>
                  <a:ext cx="1067217" cy="369332"/>
                </a:xfrm>
                <a:prstGeom prst="rect">
                  <a:avLst/>
                </a:prstGeom>
                <a:noFill/>
              </p:spPr>
              <p:txBody>
                <a:bodyPr wrap="square">
                  <a:spAutoFit/>
                </a:bodyPr>
                <a:lstStyle/>
                <a:p>
                  <a:pPr/>
                  <a14:m>
                    <m:oMathPara xmlns:m="http://schemas.openxmlformats.org/officeDocument/2006/math">
                      <m:oMathParaPr>
                        <m:jc m:val="centerGroup"/>
                      </m:oMathParaPr>
                      <m:oMath xmlns:m="http://schemas.openxmlformats.org/officeDocument/2006/math">
                        <m:sSub>
                          <m:sSubPr>
                            <m:ctrlPr>
                              <a:rPr lang="en-US" altLang="zh-CN" b="1" i="1" smtClean="0">
                                <a:solidFill>
                                  <a:schemeClr val="accent3"/>
                                </a:solidFill>
                                <a:latin typeface="Cambria Math" panose="02040503050406030204" pitchFamily="18" charset="0"/>
                              </a:rPr>
                            </m:ctrlPr>
                          </m:sSubPr>
                          <m:e>
                            <m:r>
                              <a:rPr lang="en-US" altLang="zh-CN" b="1" i="1" smtClean="0">
                                <a:solidFill>
                                  <a:schemeClr val="accent3"/>
                                </a:solidFill>
                                <a:latin typeface="Cambria Math" panose="02040503050406030204" pitchFamily="18" charset="0"/>
                              </a:rPr>
                              <m:t>𝑾</m:t>
                            </m:r>
                          </m:e>
                          <m:sub>
                            <m:r>
                              <a:rPr lang="en-US" altLang="zh-CN" b="1" i="1" smtClean="0">
                                <a:solidFill>
                                  <a:schemeClr val="accent3"/>
                                </a:solidFill>
                                <a:latin typeface="Cambria Math" panose="02040503050406030204" pitchFamily="18" charset="0"/>
                              </a:rPr>
                              <m:t>𝑻</m:t>
                            </m:r>
                          </m:sub>
                        </m:sSub>
                        <m:r>
                          <a:rPr lang="en-US" altLang="zh-CN" b="1" i="1" smtClean="0">
                            <a:solidFill>
                              <a:schemeClr val="accent3"/>
                            </a:solidFill>
                            <a:latin typeface="Cambria Math" panose="02040503050406030204" pitchFamily="18" charset="0"/>
                          </a:rPr>
                          <m:t>=</m:t>
                        </m:r>
                        <m:r>
                          <a:rPr lang="en-US" altLang="zh-CN" b="1" i="1" smtClean="0">
                            <a:solidFill>
                              <a:schemeClr val="accent3"/>
                            </a:solidFill>
                            <a:latin typeface="Cambria Math" panose="02040503050406030204" pitchFamily="18" charset="0"/>
                          </a:rPr>
                          <m:t>𝟖</m:t>
                        </m:r>
                      </m:oMath>
                    </m:oMathPara>
                  </a14:m>
                  <a:endParaRPr lang="zh-CN" altLang="en-US" dirty="0">
                    <a:solidFill>
                      <a:schemeClr val="accent3"/>
                    </a:solidFill>
                  </a:endParaRPr>
                </a:p>
              </p:txBody>
            </p:sp>
          </mc:Choice>
          <mc:Fallback xmlns="">
            <p:sp>
              <p:nvSpPr>
                <p:cNvPr id="23" name="文本框 22">
                  <a:extLst>
                    <a:ext uri="{FF2B5EF4-FFF2-40B4-BE49-F238E27FC236}">
                      <a16:creationId xmlns:a16="http://schemas.microsoft.com/office/drawing/2014/main" id="{ABC03EEA-26BD-4845-8ACC-3FB7B6DA9132}"/>
                    </a:ext>
                  </a:extLst>
                </p:cNvPr>
                <p:cNvSpPr txBox="1">
                  <a:spLocks noRot="1" noChangeAspect="1" noMove="1" noResize="1" noEditPoints="1" noAdjustHandles="1" noChangeArrowheads="1" noChangeShapeType="1" noTextEdit="1"/>
                </p:cNvSpPr>
                <p:nvPr/>
              </p:nvSpPr>
              <p:spPr>
                <a:xfrm>
                  <a:off x="4909220" y="5107042"/>
                  <a:ext cx="1067217" cy="369332"/>
                </a:xfrm>
                <a:prstGeom prst="rect">
                  <a:avLst/>
                </a:prstGeom>
                <a:blipFill>
                  <a:blip r:embed="rId4"/>
                  <a:stretch>
                    <a:fillRect b="-3333"/>
                  </a:stretch>
                </a:blipFill>
              </p:spPr>
              <p:txBody>
                <a:bodyPr/>
                <a:lstStyle/>
                <a:p>
                  <a:r>
                    <a:rPr lang="zh-CN" altLang="en-US">
                      <a:noFill/>
                    </a:rPr>
                    <a:t> </a:t>
                  </a:r>
                </a:p>
              </p:txBody>
            </p:sp>
          </mc:Fallback>
        </mc:AlternateContent>
      </p:grpSp>
      <p:grpSp>
        <p:nvGrpSpPr>
          <p:cNvPr id="4" name="组合 3">
            <a:extLst>
              <a:ext uri="{FF2B5EF4-FFF2-40B4-BE49-F238E27FC236}">
                <a16:creationId xmlns:a16="http://schemas.microsoft.com/office/drawing/2014/main" id="{9A1EA9F2-FCB6-48C3-935F-7AE7E3AD14AC}"/>
              </a:ext>
            </a:extLst>
          </p:cNvPr>
          <p:cNvGrpSpPr/>
          <p:nvPr/>
        </p:nvGrpSpPr>
        <p:grpSpPr>
          <a:xfrm>
            <a:off x="304800" y="749300"/>
            <a:ext cx="6192344" cy="400110"/>
            <a:chOff x="424117" y="898245"/>
            <a:chExt cx="6192344" cy="400110"/>
          </a:xfrm>
        </p:grpSpPr>
        <p:sp>
          <p:nvSpPr>
            <p:cNvPr id="2" name="平行四边形 1">
              <a:extLst>
                <a:ext uri="{FF2B5EF4-FFF2-40B4-BE49-F238E27FC236}">
                  <a16:creationId xmlns:a16="http://schemas.microsoft.com/office/drawing/2014/main" id="{1F5BAA3F-9845-4F89-A2DD-8222D3E4EDAC}"/>
                </a:ext>
              </a:extLst>
            </p:cNvPr>
            <p:cNvSpPr/>
            <p:nvPr/>
          </p:nvSpPr>
          <p:spPr>
            <a:xfrm>
              <a:off x="424117" y="898245"/>
              <a:ext cx="628306" cy="387090"/>
            </a:xfrm>
            <a:prstGeom prst="parallelogram">
              <a:avLst/>
            </a:prstGeom>
            <a:solidFill>
              <a:schemeClr val="accent3">
                <a:lumMod val="75000"/>
              </a:schemeClr>
            </a:solidFill>
            <a:ln>
              <a:solidFill>
                <a:schemeClr val="accent3">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CN" sz="2200" dirty="0">
                  <a:latin typeface="Impact" panose="020B0806030902050204" pitchFamily="34" charset="0"/>
                </a:rPr>
                <a:t>01</a:t>
              </a:r>
              <a:endParaRPr lang="zh-CN" altLang="en-US" sz="2200" dirty="0">
                <a:latin typeface="Impact" panose="020B0806030902050204" pitchFamily="34" charset="0"/>
              </a:endParaRPr>
            </a:p>
          </p:txBody>
        </p:sp>
        <p:sp>
          <p:nvSpPr>
            <p:cNvPr id="3" name="文本框 2">
              <a:extLst>
                <a:ext uri="{FF2B5EF4-FFF2-40B4-BE49-F238E27FC236}">
                  <a16:creationId xmlns:a16="http://schemas.microsoft.com/office/drawing/2014/main" id="{4D6BD736-A4D3-4F26-AFED-36E11F50F70B}"/>
                </a:ext>
              </a:extLst>
            </p:cNvPr>
            <p:cNvSpPr txBox="1"/>
            <p:nvPr/>
          </p:nvSpPr>
          <p:spPr>
            <a:xfrm>
              <a:off x="1052423" y="898245"/>
              <a:ext cx="5564038" cy="400110"/>
            </a:xfrm>
            <a:prstGeom prst="rect">
              <a:avLst/>
            </a:prstGeom>
            <a:noFill/>
          </p:spPr>
          <p:txBody>
            <a:bodyPr wrap="square" rtlCol="0">
              <a:spAutoFit/>
            </a:bodyPr>
            <a:lstStyle/>
            <a:p>
              <a:r>
                <a:rPr lang="zh-CN" altLang="en-US" sz="2000" b="1" dirty="0"/>
                <a:t>回退</a:t>
              </a:r>
              <a:r>
                <a:rPr lang="en-US" altLang="zh-CN" sz="2000" b="1" dirty="0"/>
                <a:t>N</a:t>
              </a:r>
              <a:r>
                <a:rPr lang="zh-CN" altLang="en-US" sz="2000" b="1" dirty="0"/>
                <a:t>帧协议</a:t>
              </a:r>
            </a:p>
          </p:txBody>
        </p:sp>
      </p:grpSp>
      <p:grpSp>
        <p:nvGrpSpPr>
          <p:cNvPr id="20" name="组合 19">
            <a:extLst>
              <a:ext uri="{FF2B5EF4-FFF2-40B4-BE49-F238E27FC236}">
                <a16:creationId xmlns:a16="http://schemas.microsoft.com/office/drawing/2014/main" id="{87756F0E-46C2-4571-B23D-C8472E9FD1FB}"/>
              </a:ext>
            </a:extLst>
          </p:cNvPr>
          <p:cNvGrpSpPr/>
          <p:nvPr/>
        </p:nvGrpSpPr>
        <p:grpSpPr>
          <a:xfrm>
            <a:off x="475097" y="1263518"/>
            <a:ext cx="1355161" cy="5114896"/>
            <a:chOff x="475097" y="1263518"/>
            <a:chExt cx="1355161" cy="5114896"/>
          </a:xfrm>
        </p:grpSpPr>
        <p:cxnSp>
          <p:nvCxnSpPr>
            <p:cNvPr id="17" name="直接连接符 16">
              <a:extLst>
                <a:ext uri="{FF2B5EF4-FFF2-40B4-BE49-F238E27FC236}">
                  <a16:creationId xmlns:a16="http://schemas.microsoft.com/office/drawing/2014/main" id="{5A41A17A-7B81-47D8-BDBB-76B8F1AA71D6}"/>
                </a:ext>
              </a:extLst>
            </p:cNvPr>
            <p:cNvCxnSpPr>
              <a:cxnSpLocks/>
            </p:cNvCxnSpPr>
            <p:nvPr/>
          </p:nvCxnSpPr>
          <p:spPr>
            <a:xfrm flipV="1">
              <a:off x="1208367" y="2012996"/>
              <a:ext cx="0" cy="3813858"/>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nvGrpSpPr>
            <p:cNvPr id="9" name="组合 8">
              <a:extLst>
                <a:ext uri="{FF2B5EF4-FFF2-40B4-BE49-F238E27FC236}">
                  <a16:creationId xmlns:a16="http://schemas.microsoft.com/office/drawing/2014/main" id="{A2B5FA1F-35FA-42E7-8D74-E7431B6AAA3C}"/>
                </a:ext>
              </a:extLst>
            </p:cNvPr>
            <p:cNvGrpSpPr/>
            <p:nvPr/>
          </p:nvGrpSpPr>
          <p:grpSpPr>
            <a:xfrm>
              <a:off x="700096" y="5368000"/>
              <a:ext cx="905164" cy="1010414"/>
              <a:chOff x="700096" y="5368000"/>
              <a:chExt cx="905164" cy="1010414"/>
            </a:xfrm>
          </p:grpSpPr>
          <p:pic>
            <p:nvPicPr>
              <p:cNvPr id="214" name="图形 213">
                <a:extLst>
                  <a:ext uri="{FF2B5EF4-FFF2-40B4-BE49-F238E27FC236}">
                    <a16:creationId xmlns:a16="http://schemas.microsoft.com/office/drawing/2014/main" id="{D949CB40-4FF6-4E8C-991B-66D24C6ADF05}"/>
                  </a:ext>
                </a:extLst>
              </p:cNvPr>
              <p:cNvPicPr>
                <a:picLocks noChangeAspect="1"/>
              </p:cNvPicPr>
              <p:nvPr/>
            </p:nvPicPr>
            <p:blipFill>
              <a:blip r:embed="rId5">
                <a:extLst>
                  <a:ext uri="{28A0092B-C50C-407E-A947-70E740481C1C}">
                    <a14:useLocalDpi xmlns:a14="http://schemas.microsoft.com/office/drawing/2010/main" val="0"/>
                  </a:ext>
                  <a:ext uri="{96DAC541-7B7A-43D3-8B79-37D633B846F1}">
                    <asvg:svgBlip xmlns:asvg="http://schemas.microsoft.com/office/drawing/2016/SVG/main" r:embed="rId6"/>
                  </a:ext>
                </a:extLst>
              </a:blip>
              <a:stretch>
                <a:fillRect/>
              </a:stretch>
            </p:blipFill>
            <p:spPr>
              <a:xfrm>
                <a:off x="821271" y="5368000"/>
                <a:ext cx="662814" cy="641082"/>
              </a:xfrm>
              <a:prstGeom prst="rect">
                <a:avLst/>
              </a:prstGeom>
            </p:spPr>
          </p:pic>
          <p:sp>
            <p:nvSpPr>
              <p:cNvPr id="218" name="文本框 217">
                <a:extLst>
                  <a:ext uri="{FF2B5EF4-FFF2-40B4-BE49-F238E27FC236}">
                    <a16:creationId xmlns:a16="http://schemas.microsoft.com/office/drawing/2014/main" id="{584D12FE-712D-432B-A48B-3084189F6B6C}"/>
                  </a:ext>
                </a:extLst>
              </p:cNvPr>
              <p:cNvSpPr txBox="1"/>
              <p:nvPr/>
            </p:nvSpPr>
            <p:spPr>
              <a:xfrm>
                <a:off x="700096" y="6009082"/>
                <a:ext cx="905164" cy="369332"/>
              </a:xfrm>
              <a:prstGeom prst="rect">
                <a:avLst/>
              </a:prstGeom>
              <a:noFill/>
            </p:spPr>
            <p:txBody>
              <a:bodyPr wrap="square" rtlCol="0">
                <a:spAutoFit/>
              </a:bodyPr>
              <a:lstStyle/>
              <a:p>
                <a:r>
                  <a:rPr lang="zh-CN" altLang="en-US" b="1" dirty="0">
                    <a:latin typeface="+mn-ea"/>
                  </a:rPr>
                  <a:t>发送方</a:t>
                </a:r>
              </a:p>
            </p:txBody>
          </p:sp>
        </p:grpSp>
        <p:grpSp>
          <p:nvGrpSpPr>
            <p:cNvPr id="8" name="组合 7">
              <a:extLst>
                <a:ext uri="{FF2B5EF4-FFF2-40B4-BE49-F238E27FC236}">
                  <a16:creationId xmlns:a16="http://schemas.microsoft.com/office/drawing/2014/main" id="{0ACAF080-95D4-4F76-A817-06EA84E449C9}"/>
                </a:ext>
              </a:extLst>
            </p:cNvPr>
            <p:cNvGrpSpPr/>
            <p:nvPr/>
          </p:nvGrpSpPr>
          <p:grpSpPr>
            <a:xfrm>
              <a:off x="878301" y="1263518"/>
              <a:ext cx="905164" cy="1027908"/>
              <a:chOff x="878301" y="1390382"/>
              <a:chExt cx="905164" cy="1027908"/>
            </a:xfrm>
          </p:grpSpPr>
          <p:pic>
            <p:nvPicPr>
              <p:cNvPr id="210" name="图形 209">
                <a:extLst>
                  <a:ext uri="{FF2B5EF4-FFF2-40B4-BE49-F238E27FC236}">
                    <a16:creationId xmlns:a16="http://schemas.microsoft.com/office/drawing/2014/main" id="{61E01467-74F7-469C-BAD5-DFFB1234E440}"/>
                  </a:ext>
                </a:extLst>
              </p:cNvPr>
              <p:cNvPicPr>
                <a:picLocks noChangeAspect="1"/>
              </p:cNvPicPr>
              <p:nvPr/>
            </p:nvPicPr>
            <p:blipFill>
              <a:blip r:embed="rId7">
                <a:extLst>
                  <a:ext uri="{28A0092B-C50C-407E-A947-70E740481C1C}">
                    <a14:useLocalDpi xmlns:a14="http://schemas.microsoft.com/office/drawing/2010/main" val="0"/>
                  </a:ext>
                  <a:ext uri="{96DAC541-7B7A-43D3-8B79-37D633B846F1}">
                    <asvg:svgBlip xmlns:asvg="http://schemas.microsoft.com/office/drawing/2016/SVG/main" r:embed="rId8"/>
                  </a:ext>
                </a:extLst>
              </a:blip>
              <a:stretch>
                <a:fillRect/>
              </a:stretch>
            </p:blipFill>
            <p:spPr>
              <a:xfrm>
                <a:off x="984826" y="1759714"/>
                <a:ext cx="501772" cy="658576"/>
              </a:xfrm>
              <a:prstGeom prst="rect">
                <a:avLst/>
              </a:prstGeom>
            </p:spPr>
          </p:pic>
          <p:sp>
            <p:nvSpPr>
              <p:cNvPr id="219" name="文本框 218">
                <a:extLst>
                  <a:ext uri="{FF2B5EF4-FFF2-40B4-BE49-F238E27FC236}">
                    <a16:creationId xmlns:a16="http://schemas.microsoft.com/office/drawing/2014/main" id="{B105E330-42F6-4FA8-914C-123FFA0756D5}"/>
                  </a:ext>
                </a:extLst>
              </p:cNvPr>
              <p:cNvSpPr txBox="1"/>
              <p:nvPr/>
            </p:nvSpPr>
            <p:spPr>
              <a:xfrm>
                <a:off x="878301" y="1390382"/>
                <a:ext cx="905164" cy="369332"/>
              </a:xfrm>
              <a:prstGeom prst="rect">
                <a:avLst/>
              </a:prstGeom>
              <a:noFill/>
            </p:spPr>
            <p:txBody>
              <a:bodyPr wrap="square" rtlCol="0">
                <a:spAutoFit/>
              </a:bodyPr>
              <a:lstStyle/>
              <a:p>
                <a:r>
                  <a:rPr lang="zh-CN" altLang="en-US" b="1" dirty="0">
                    <a:latin typeface="+mn-ea"/>
                  </a:rPr>
                  <a:t>接收方</a:t>
                </a:r>
              </a:p>
            </p:txBody>
          </p:sp>
        </p:grpSp>
        <p:sp>
          <p:nvSpPr>
            <p:cNvPr id="57" name="云形 56">
              <a:extLst>
                <a:ext uri="{FF2B5EF4-FFF2-40B4-BE49-F238E27FC236}">
                  <a16:creationId xmlns:a16="http://schemas.microsoft.com/office/drawing/2014/main" id="{8D58A5DA-48AF-4D62-A0E1-92B6F8CBE1F4}"/>
                </a:ext>
              </a:extLst>
            </p:cNvPr>
            <p:cNvSpPr/>
            <p:nvPr/>
          </p:nvSpPr>
          <p:spPr>
            <a:xfrm>
              <a:off x="475097" y="3429014"/>
              <a:ext cx="1355161" cy="801398"/>
            </a:xfrm>
            <a:prstGeom prst="cloud">
              <a:avLst/>
            </a:prstGeom>
            <a:solidFill>
              <a:schemeClr val="bg1">
                <a:lumMod val="85000"/>
              </a:schemeClr>
            </a:solidFill>
            <a:ln>
              <a:solidFill>
                <a:schemeClr val="bg1">
                  <a:lumMod val="85000"/>
                </a:schemeClr>
              </a:solidFill>
            </a:ln>
          </p:spPr>
          <p:style>
            <a:lnRef idx="2">
              <a:schemeClr val="accent3">
                <a:shade val="50000"/>
              </a:schemeClr>
            </a:lnRef>
            <a:fillRef idx="1">
              <a:schemeClr val="accent3"/>
            </a:fillRef>
            <a:effectRef idx="0">
              <a:schemeClr val="accent3"/>
            </a:effectRef>
            <a:fontRef idx="minor">
              <a:schemeClr val="lt1"/>
            </a:fontRef>
          </p:style>
          <p:txBody>
            <a:bodyPr rtlCol="0" anchor="ctr"/>
            <a:lstStyle/>
            <a:p>
              <a:pPr algn="ctr"/>
              <a:r>
                <a:rPr lang="zh-CN" altLang="en-US" b="1" dirty="0">
                  <a:solidFill>
                    <a:schemeClr val="tx1"/>
                  </a:solidFill>
                  <a:latin typeface="+mn-ea"/>
                </a:rPr>
                <a:t>因特网</a:t>
              </a:r>
            </a:p>
          </p:txBody>
        </p:sp>
      </p:grpSp>
      <p:graphicFrame>
        <p:nvGraphicFramePr>
          <p:cNvPr id="21" name="表格 21">
            <a:extLst>
              <a:ext uri="{FF2B5EF4-FFF2-40B4-BE49-F238E27FC236}">
                <a16:creationId xmlns:a16="http://schemas.microsoft.com/office/drawing/2014/main" id="{CE497585-4F97-4F44-9ABE-D7BBA16B40E0}"/>
              </a:ext>
            </a:extLst>
          </p:cNvPr>
          <p:cNvGraphicFramePr>
            <a:graphicFrameLocks noGrp="1"/>
          </p:cNvGraphicFramePr>
          <p:nvPr/>
        </p:nvGraphicFramePr>
        <p:xfrm>
          <a:off x="2302929" y="5557308"/>
          <a:ext cx="9067800" cy="370840"/>
        </p:xfrm>
        <a:graphic>
          <a:graphicData uri="http://schemas.openxmlformats.org/drawingml/2006/table">
            <a:tbl>
              <a:tblPr firstRow="1" bandRow="1">
                <a:tableStyleId>{5C22544A-7EE6-4342-B048-85BDC9FD1C3A}</a:tableStyleId>
              </a:tblPr>
              <a:tblGrid>
                <a:gridCol w="755650">
                  <a:extLst>
                    <a:ext uri="{9D8B030D-6E8A-4147-A177-3AD203B41FA5}">
                      <a16:colId xmlns:a16="http://schemas.microsoft.com/office/drawing/2014/main" val="877486509"/>
                    </a:ext>
                  </a:extLst>
                </a:gridCol>
                <a:gridCol w="755650">
                  <a:extLst>
                    <a:ext uri="{9D8B030D-6E8A-4147-A177-3AD203B41FA5}">
                      <a16:colId xmlns:a16="http://schemas.microsoft.com/office/drawing/2014/main" val="3548605817"/>
                    </a:ext>
                  </a:extLst>
                </a:gridCol>
                <a:gridCol w="755650">
                  <a:extLst>
                    <a:ext uri="{9D8B030D-6E8A-4147-A177-3AD203B41FA5}">
                      <a16:colId xmlns:a16="http://schemas.microsoft.com/office/drawing/2014/main" val="2881812895"/>
                    </a:ext>
                  </a:extLst>
                </a:gridCol>
                <a:gridCol w="755650">
                  <a:extLst>
                    <a:ext uri="{9D8B030D-6E8A-4147-A177-3AD203B41FA5}">
                      <a16:colId xmlns:a16="http://schemas.microsoft.com/office/drawing/2014/main" val="3682284582"/>
                    </a:ext>
                  </a:extLst>
                </a:gridCol>
                <a:gridCol w="755650">
                  <a:extLst>
                    <a:ext uri="{9D8B030D-6E8A-4147-A177-3AD203B41FA5}">
                      <a16:colId xmlns:a16="http://schemas.microsoft.com/office/drawing/2014/main" val="500127722"/>
                    </a:ext>
                  </a:extLst>
                </a:gridCol>
                <a:gridCol w="755650">
                  <a:extLst>
                    <a:ext uri="{9D8B030D-6E8A-4147-A177-3AD203B41FA5}">
                      <a16:colId xmlns:a16="http://schemas.microsoft.com/office/drawing/2014/main" val="2946259618"/>
                    </a:ext>
                  </a:extLst>
                </a:gridCol>
                <a:gridCol w="755650">
                  <a:extLst>
                    <a:ext uri="{9D8B030D-6E8A-4147-A177-3AD203B41FA5}">
                      <a16:colId xmlns:a16="http://schemas.microsoft.com/office/drawing/2014/main" val="171501986"/>
                    </a:ext>
                  </a:extLst>
                </a:gridCol>
                <a:gridCol w="755650">
                  <a:extLst>
                    <a:ext uri="{9D8B030D-6E8A-4147-A177-3AD203B41FA5}">
                      <a16:colId xmlns:a16="http://schemas.microsoft.com/office/drawing/2014/main" val="1667185265"/>
                    </a:ext>
                  </a:extLst>
                </a:gridCol>
                <a:gridCol w="755650">
                  <a:extLst>
                    <a:ext uri="{9D8B030D-6E8A-4147-A177-3AD203B41FA5}">
                      <a16:colId xmlns:a16="http://schemas.microsoft.com/office/drawing/2014/main" val="4258211808"/>
                    </a:ext>
                  </a:extLst>
                </a:gridCol>
                <a:gridCol w="755650">
                  <a:extLst>
                    <a:ext uri="{9D8B030D-6E8A-4147-A177-3AD203B41FA5}">
                      <a16:colId xmlns:a16="http://schemas.microsoft.com/office/drawing/2014/main" val="1794200575"/>
                    </a:ext>
                  </a:extLst>
                </a:gridCol>
                <a:gridCol w="755650">
                  <a:extLst>
                    <a:ext uri="{9D8B030D-6E8A-4147-A177-3AD203B41FA5}">
                      <a16:colId xmlns:a16="http://schemas.microsoft.com/office/drawing/2014/main" val="4230716487"/>
                    </a:ext>
                  </a:extLst>
                </a:gridCol>
                <a:gridCol w="755650">
                  <a:extLst>
                    <a:ext uri="{9D8B030D-6E8A-4147-A177-3AD203B41FA5}">
                      <a16:colId xmlns:a16="http://schemas.microsoft.com/office/drawing/2014/main" val="56153739"/>
                    </a:ext>
                  </a:extLst>
                </a:gridCol>
              </a:tblGrid>
              <a:tr h="370840">
                <a:tc>
                  <a:txBody>
                    <a:bodyPr/>
                    <a:lstStyle/>
                    <a:p>
                      <a:pPr algn="ctr"/>
                      <a:r>
                        <a:rPr lang="en-US" altLang="zh-CN" dirty="0">
                          <a:solidFill>
                            <a:schemeClr val="tx1"/>
                          </a:solidFill>
                          <a:latin typeface="Arial Black" panose="020B0A04020102020204" pitchFamily="34" charset="0"/>
                        </a:rPr>
                        <a:t>0</a:t>
                      </a:r>
                      <a:endParaRPr lang="zh-CN" altLang="en-US" dirty="0">
                        <a:solidFill>
                          <a:schemeClr val="tx1"/>
                        </a:solidFill>
                        <a:latin typeface="Arial Black" panose="020B0A04020102020204" pitchFamily="34" charset="0"/>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ctr"/>
                      <a:r>
                        <a:rPr lang="en-US" altLang="zh-CN" dirty="0">
                          <a:solidFill>
                            <a:schemeClr val="tx1"/>
                          </a:solidFill>
                          <a:latin typeface="Arial Black" panose="020B0A04020102020204" pitchFamily="34" charset="0"/>
                        </a:rPr>
                        <a:t>1</a:t>
                      </a:r>
                      <a:endParaRPr lang="zh-CN" altLang="en-US" dirty="0">
                        <a:solidFill>
                          <a:schemeClr val="tx1"/>
                        </a:solidFill>
                        <a:latin typeface="Arial Black" panose="020B0A04020102020204" pitchFamily="34" charset="0"/>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ctr"/>
                      <a:r>
                        <a:rPr lang="en-US" altLang="zh-CN" dirty="0">
                          <a:solidFill>
                            <a:schemeClr val="tx1"/>
                          </a:solidFill>
                          <a:latin typeface="Arial Black" panose="020B0A04020102020204" pitchFamily="34" charset="0"/>
                        </a:rPr>
                        <a:t>2</a:t>
                      </a:r>
                      <a:endParaRPr lang="zh-CN" altLang="en-US" dirty="0">
                        <a:solidFill>
                          <a:schemeClr val="tx1"/>
                        </a:solidFill>
                        <a:latin typeface="Arial Black" panose="020B0A04020102020204" pitchFamily="34" charset="0"/>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ctr"/>
                      <a:r>
                        <a:rPr lang="en-US" altLang="zh-CN" dirty="0">
                          <a:solidFill>
                            <a:schemeClr val="tx1"/>
                          </a:solidFill>
                          <a:latin typeface="Arial Black" panose="020B0A04020102020204" pitchFamily="34" charset="0"/>
                        </a:rPr>
                        <a:t>3</a:t>
                      </a:r>
                      <a:endParaRPr lang="zh-CN" altLang="en-US" dirty="0">
                        <a:solidFill>
                          <a:schemeClr val="tx1"/>
                        </a:solidFill>
                        <a:latin typeface="Arial Black" panose="020B0A04020102020204" pitchFamily="34" charset="0"/>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ctr"/>
                      <a:r>
                        <a:rPr lang="en-US" altLang="zh-CN" dirty="0">
                          <a:solidFill>
                            <a:schemeClr val="tx1"/>
                          </a:solidFill>
                          <a:latin typeface="Arial Black" panose="020B0A04020102020204" pitchFamily="34" charset="0"/>
                        </a:rPr>
                        <a:t>4</a:t>
                      </a:r>
                      <a:endParaRPr lang="zh-CN" altLang="en-US" dirty="0">
                        <a:solidFill>
                          <a:schemeClr val="tx1"/>
                        </a:solidFill>
                        <a:latin typeface="Arial Black" panose="020B0A04020102020204" pitchFamily="34" charset="0"/>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ctr"/>
                      <a:r>
                        <a:rPr lang="en-US" altLang="zh-CN" dirty="0">
                          <a:solidFill>
                            <a:schemeClr val="tx1"/>
                          </a:solidFill>
                          <a:latin typeface="Arial Black" panose="020B0A04020102020204" pitchFamily="34" charset="0"/>
                        </a:rPr>
                        <a:t>5</a:t>
                      </a:r>
                      <a:endParaRPr lang="zh-CN" altLang="en-US" dirty="0">
                        <a:solidFill>
                          <a:schemeClr val="tx1"/>
                        </a:solidFill>
                        <a:latin typeface="Arial Black" panose="020B0A04020102020204" pitchFamily="34" charset="0"/>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ctr"/>
                      <a:r>
                        <a:rPr lang="en-US" altLang="zh-CN" dirty="0">
                          <a:solidFill>
                            <a:schemeClr val="tx1"/>
                          </a:solidFill>
                          <a:latin typeface="Arial Black" panose="020B0A04020102020204" pitchFamily="34" charset="0"/>
                        </a:rPr>
                        <a:t>6</a:t>
                      </a:r>
                      <a:endParaRPr lang="zh-CN" altLang="en-US" dirty="0">
                        <a:solidFill>
                          <a:schemeClr val="tx1"/>
                        </a:solidFill>
                        <a:latin typeface="Arial Black" panose="020B0A04020102020204" pitchFamily="34" charset="0"/>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ctr"/>
                      <a:r>
                        <a:rPr lang="en-US" altLang="zh-CN" dirty="0">
                          <a:solidFill>
                            <a:schemeClr val="tx1"/>
                          </a:solidFill>
                          <a:latin typeface="Arial Black" panose="020B0A04020102020204" pitchFamily="34" charset="0"/>
                        </a:rPr>
                        <a:t>7</a:t>
                      </a:r>
                      <a:endParaRPr lang="zh-CN" altLang="en-US" dirty="0">
                        <a:solidFill>
                          <a:schemeClr val="tx1"/>
                        </a:solidFill>
                        <a:latin typeface="Arial Black" panose="020B0A04020102020204" pitchFamily="34" charset="0"/>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ctr"/>
                      <a:r>
                        <a:rPr lang="en-US" altLang="zh-CN" dirty="0">
                          <a:solidFill>
                            <a:schemeClr val="tx1"/>
                          </a:solidFill>
                          <a:latin typeface="Arial Black" panose="020B0A04020102020204" pitchFamily="34" charset="0"/>
                        </a:rPr>
                        <a:t>0</a:t>
                      </a:r>
                      <a:endParaRPr lang="zh-CN" altLang="en-US" dirty="0">
                        <a:solidFill>
                          <a:schemeClr val="tx1"/>
                        </a:solidFill>
                        <a:latin typeface="Arial Black" panose="020B0A04020102020204" pitchFamily="34" charset="0"/>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ctr"/>
                      <a:r>
                        <a:rPr lang="en-US" altLang="zh-CN" dirty="0">
                          <a:solidFill>
                            <a:schemeClr val="tx1"/>
                          </a:solidFill>
                          <a:latin typeface="Arial Black" panose="020B0A04020102020204" pitchFamily="34" charset="0"/>
                        </a:rPr>
                        <a:t>1</a:t>
                      </a:r>
                      <a:endParaRPr lang="zh-CN" altLang="en-US" dirty="0">
                        <a:solidFill>
                          <a:schemeClr val="tx1"/>
                        </a:solidFill>
                        <a:latin typeface="Arial Black" panose="020B0A04020102020204" pitchFamily="34" charset="0"/>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ctr"/>
                      <a:r>
                        <a:rPr lang="en-US" altLang="zh-CN" dirty="0">
                          <a:solidFill>
                            <a:schemeClr val="tx1"/>
                          </a:solidFill>
                          <a:latin typeface="Arial Black" panose="020B0A04020102020204" pitchFamily="34" charset="0"/>
                        </a:rPr>
                        <a:t>2</a:t>
                      </a:r>
                      <a:endParaRPr lang="zh-CN" altLang="en-US" dirty="0">
                        <a:solidFill>
                          <a:schemeClr val="tx1"/>
                        </a:solidFill>
                        <a:latin typeface="Arial Black" panose="020B0A04020102020204" pitchFamily="34" charset="0"/>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ctr"/>
                      <a:r>
                        <a:rPr lang="en-US" altLang="zh-CN" dirty="0">
                          <a:solidFill>
                            <a:schemeClr val="tx1"/>
                          </a:solidFill>
                          <a:latin typeface="Arial Black" panose="020B0A04020102020204" pitchFamily="34" charset="0"/>
                        </a:rPr>
                        <a:t>…</a:t>
                      </a:r>
                      <a:endParaRPr lang="zh-CN" altLang="en-US" dirty="0">
                        <a:solidFill>
                          <a:schemeClr val="tx1"/>
                        </a:solidFill>
                        <a:latin typeface="Arial Black" panose="020B0A04020102020204" pitchFamily="34" charset="0"/>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extLst>
                  <a:ext uri="{0D108BD9-81ED-4DB2-BD59-A6C34878D82A}">
                    <a16:rowId xmlns:a16="http://schemas.microsoft.com/office/drawing/2014/main" val="316235763"/>
                  </a:ext>
                </a:extLst>
              </a:tr>
            </a:tbl>
          </a:graphicData>
        </a:graphic>
      </p:graphicFrame>
      <p:graphicFrame>
        <p:nvGraphicFramePr>
          <p:cNvPr id="68" name="表格 21">
            <a:extLst>
              <a:ext uri="{FF2B5EF4-FFF2-40B4-BE49-F238E27FC236}">
                <a16:creationId xmlns:a16="http://schemas.microsoft.com/office/drawing/2014/main" id="{D9B4273D-C94E-42E6-A39B-908C6FA1D8AF}"/>
              </a:ext>
            </a:extLst>
          </p:cNvPr>
          <p:cNvGraphicFramePr>
            <a:graphicFrameLocks noGrp="1"/>
          </p:cNvGraphicFramePr>
          <p:nvPr/>
        </p:nvGraphicFramePr>
        <p:xfrm>
          <a:off x="2302929" y="1827576"/>
          <a:ext cx="9067800" cy="370840"/>
        </p:xfrm>
        <a:graphic>
          <a:graphicData uri="http://schemas.openxmlformats.org/drawingml/2006/table">
            <a:tbl>
              <a:tblPr firstRow="1" bandRow="1">
                <a:tableStyleId>{5C22544A-7EE6-4342-B048-85BDC9FD1C3A}</a:tableStyleId>
              </a:tblPr>
              <a:tblGrid>
                <a:gridCol w="755650">
                  <a:extLst>
                    <a:ext uri="{9D8B030D-6E8A-4147-A177-3AD203B41FA5}">
                      <a16:colId xmlns:a16="http://schemas.microsoft.com/office/drawing/2014/main" val="877486509"/>
                    </a:ext>
                  </a:extLst>
                </a:gridCol>
                <a:gridCol w="755650">
                  <a:extLst>
                    <a:ext uri="{9D8B030D-6E8A-4147-A177-3AD203B41FA5}">
                      <a16:colId xmlns:a16="http://schemas.microsoft.com/office/drawing/2014/main" val="3548605817"/>
                    </a:ext>
                  </a:extLst>
                </a:gridCol>
                <a:gridCol w="755650">
                  <a:extLst>
                    <a:ext uri="{9D8B030D-6E8A-4147-A177-3AD203B41FA5}">
                      <a16:colId xmlns:a16="http://schemas.microsoft.com/office/drawing/2014/main" val="2881812895"/>
                    </a:ext>
                  </a:extLst>
                </a:gridCol>
                <a:gridCol w="755650">
                  <a:extLst>
                    <a:ext uri="{9D8B030D-6E8A-4147-A177-3AD203B41FA5}">
                      <a16:colId xmlns:a16="http://schemas.microsoft.com/office/drawing/2014/main" val="3682284582"/>
                    </a:ext>
                  </a:extLst>
                </a:gridCol>
                <a:gridCol w="755650">
                  <a:extLst>
                    <a:ext uri="{9D8B030D-6E8A-4147-A177-3AD203B41FA5}">
                      <a16:colId xmlns:a16="http://schemas.microsoft.com/office/drawing/2014/main" val="500127722"/>
                    </a:ext>
                  </a:extLst>
                </a:gridCol>
                <a:gridCol w="755650">
                  <a:extLst>
                    <a:ext uri="{9D8B030D-6E8A-4147-A177-3AD203B41FA5}">
                      <a16:colId xmlns:a16="http://schemas.microsoft.com/office/drawing/2014/main" val="2946259618"/>
                    </a:ext>
                  </a:extLst>
                </a:gridCol>
                <a:gridCol w="755650">
                  <a:extLst>
                    <a:ext uri="{9D8B030D-6E8A-4147-A177-3AD203B41FA5}">
                      <a16:colId xmlns:a16="http://schemas.microsoft.com/office/drawing/2014/main" val="171501986"/>
                    </a:ext>
                  </a:extLst>
                </a:gridCol>
                <a:gridCol w="755650">
                  <a:extLst>
                    <a:ext uri="{9D8B030D-6E8A-4147-A177-3AD203B41FA5}">
                      <a16:colId xmlns:a16="http://schemas.microsoft.com/office/drawing/2014/main" val="1667185265"/>
                    </a:ext>
                  </a:extLst>
                </a:gridCol>
                <a:gridCol w="755650">
                  <a:extLst>
                    <a:ext uri="{9D8B030D-6E8A-4147-A177-3AD203B41FA5}">
                      <a16:colId xmlns:a16="http://schemas.microsoft.com/office/drawing/2014/main" val="4258211808"/>
                    </a:ext>
                  </a:extLst>
                </a:gridCol>
                <a:gridCol w="755650">
                  <a:extLst>
                    <a:ext uri="{9D8B030D-6E8A-4147-A177-3AD203B41FA5}">
                      <a16:colId xmlns:a16="http://schemas.microsoft.com/office/drawing/2014/main" val="1794200575"/>
                    </a:ext>
                  </a:extLst>
                </a:gridCol>
                <a:gridCol w="755650">
                  <a:extLst>
                    <a:ext uri="{9D8B030D-6E8A-4147-A177-3AD203B41FA5}">
                      <a16:colId xmlns:a16="http://schemas.microsoft.com/office/drawing/2014/main" val="4230716487"/>
                    </a:ext>
                  </a:extLst>
                </a:gridCol>
                <a:gridCol w="755650">
                  <a:extLst>
                    <a:ext uri="{9D8B030D-6E8A-4147-A177-3AD203B41FA5}">
                      <a16:colId xmlns:a16="http://schemas.microsoft.com/office/drawing/2014/main" val="56153739"/>
                    </a:ext>
                  </a:extLst>
                </a:gridCol>
              </a:tblGrid>
              <a:tr h="370840">
                <a:tc>
                  <a:txBody>
                    <a:bodyPr/>
                    <a:lstStyle/>
                    <a:p>
                      <a:pPr algn="ctr"/>
                      <a:r>
                        <a:rPr lang="en-US" altLang="zh-CN" dirty="0">
                          <a:solidFill>
                            <a:schemeClr val="tx1"/>
                          </a:solidFill>
                          <a:latin typeface="Arial Black" panose="020B0A04020102020204" pitchFamily="34" charset="0"/>
                        </a:rPr>
                        <a:t>0</a:t>
                      </a:r>
                      <a:endParaRPr lang="zh-CN" altLang="en-US" dirty="0">
                        <a:solidFill>
                          <a:schemeClr val="tx1"/>
                        </a:solidFill>
                        <a:latin typeface="Arial Black" panose="020B0A04020102020204" pitchFamily="34" charset="0"/>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ctr"/>
                      <a:r>
                        <a:rPr lang="en-US" altLang="zh-CN" dirty="0">
                          <a:solidFill>
                            <a:schemeClr val="tx1"/>
                          </a:solidFill>
                          <a:latin typeface="Arial Black" panose="020B0A04020102020204" pitchFamily="34" charset="0"/>
                        </a:rPr>
                        <a:t>1</a:t>
                      </a:r>
                      <a:endParaRPr lang="zh-CN" altLang="en-US" dirty="0">
                        <a:solidFill>
                          <a:schemeClr val="tx1"/>
                        </a:solidFill>
                        <a:latin typeface="Arial Black" panose="020B0A04020102020204" pitchFamily="34" charset="0"/>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ctr"/>
                      <a:r>
                        <a:rPr lang="en-US" altLang="zh-CN" dirty="0">
                          <a:solidFill>
                            <a:schemeClr val="tx1"/>
                          </a:solidFill>
                          <a:latin typeface="Arial Black" panose="020B0A04020102020204" pitchFamily="34" charset="0"/>
                        </a:rPr>
                        <a:t>2</a:t>
                      </a:r>
                      <a:endParaRPr lang="zh-CN" altLang="en-US" dirty="0">
                        <a:solidFill>
                          <a:schemeClr val="tx1"/>
                        </a:solidFill>
                        <a:latin typeface="Arial Black" panose="020B0A04020102020204" pitchFamily="34" charset="0"/>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ctr"/>
                      <a:r>
                        <a:rPr lang="en-US" altLang="zh-CN" dirty="0">
                          <a:solidFill>
                            <a:schemeClr val="tx1"/>
                          </a:solidFill>
                          <a:latin typeface="Arial Black" panose="020B0A04020102020204" pitchFamily="34" charset="0"/>
                        </a:rPr>
                        <a:t>3</a:t>
                      </a:r>
                      <a:endParaRPr lang="zh-CN" altLang="en-US" dirty="0">
                        <a:solidFill>
                          <a:schemeClr val="tx1"/>
                        </a:solidFill>
                        <a:latin typeface="Arial Black" panose="020B0A04020102020204" pitchFamily="34" charset="0"/>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ctr"/>
                      <a:r>
                        <a:rPr lang="en-US" altLang="zh-CN" dirty="0">
                          <a:solidFill>
                            <a:schemeClr val="tx1"/>
                          </a:solidFill>
                          <a:latin typeface="Arial Black" panose="020B0A04020102020204" pitchFamily="34" charset="0"/>
                        </a:rPr>
                        <a:t>4</a:t>
                      </a:r>
                      <a:endParaRPr lang="zh-CN" altLang="en-US" dirty="0">
                        <a:solidFill>
                          <a:schemeClr val="tx1"/>
                        </a:solidFill>
                        <a:latin typeface="Arial Black" panose="020B0A04020102020204" pitchFamily="34" charset="0"/>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ctr"/>
                      <a:r>
                        <a:rPr lang="en-US" altLang="zh-CN" dirty="0">
                          <a:solidFill>
                            <a:schemeClr val="tx1"/>
                          </a:solidFill>
                          <a:latin typeface="Arial Black" panose="020B0A04020102020204" pitchFamily="34" charset="0"/>
                        </a:rPr>
                        <a:t>5</a:t>
                      </a:r>
                      <a:endParaRPr lang="zh-CN" altLang="en-US" dirty="0">
                        <a:solidFill>
                          <a:schemeClr val="tx1"/>
                        </a:solidFill>
                        <a:latin typeface="Arial Black" panose="020B0A04020102020204" pitchFamily="34" charset="0"/>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ctr"/>
                      <a:r>
                        <a:rPr lang="en-US" altLang="zh-CN" dirty="0">
                          <a:solidFill>
                            <a:schemeClr val="tx1"/>
                          </a:solidFill>
                          <a:latin typeface="Arial Black" panose="020B0A04020102020204" pitchFamily="34" charset="0"/>
                        </a:rPr>
                        <a:t>6</a:t>
                      </a:r>
                      <a:endParaRPr lang="zh-CN" altLang="en-US" dirty="0">
                        <a:solidFill>
                          <a:schemeClr val="tx1"/>
                        </a:solidFill>
                        <a:latin typeface="Arial Black" panose="020B0A04020102020204" pitchFamily="34" charset="0"/>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ctr"/>
                      <a:r>
                        <a:rPr lang="en-US" altLang="zh-CN" dirty="0">
                          <a:solidFill>
                            <a:schemeClr val="tx1"/>
                          </a:solidFill>
                          <a:latin typeface="Arial Black" panose="020B0A04020102020204" pitchFamily="34" charset="0"/>
                        </a:rPr>
                        <a:t>7</a:t>
                      </a:r>
                      <a:endParaRPr lang="zh-CN" altLang="en-US" dirty="0">
                        <a:solidFill>
                          <a:schemeClr val="tx1"/>
                        </a:solidFill>
                        <a:latin typeface="Arial Black" panose="020B0A04020102020204" pitchFamily="34" charset="0"/>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ctr"/>
                      <a:r>
                        <a:rPr lang="en-US" altLang="zh-CN" dirty="0">
                          <a:solidFill>
                            <a:schemeClr val="tx1"/>
                          </a:solidFill>
                          <a:latin typeface="Arial Black" panose="020B0A04020102020204" pitchFamily="34" charset="0"/>
                        </a:rPr>
                        <a:t>0</a:t>
                      </a:r>
                      <a:endParaRPr lang="zh-CN" altLang="en-US" dirty="0">
                        <a:solidFill>
                          <a:schemeClr val="tx1"/>
                        </a:solidFill>
                        <a:latin typeface="Arial Black" panose="020B0A04020102020204" pitchFamily="34" charset="0"/>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ctr"/>
                      <a:r>
                        <a:rPr lang="en-US" altLang="zh-CN" dirty="0">
                          <a:solidFill>
                            <a:schemeClr val="tx1"/>
                          </a:solidFill>
                          <a:latin typeface="Arial Black" panose="020B0A04020102020204" pitchFamily="34" charset="0"/>
                        </a:rPr>
                        <a:t>1</a:t>
                      </a:r>
                      <a:endParaRPr lang="zh-CN" altLang="en-US" dirty="0">
                        <a:solidFill>
                          <a:schemeClr val="tx1"/>
                        </a:solidFill>
                        <a:latin typeface="Arial Black" panose="020B0A04020102020204" pitchFamily="34" charset="0"/>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ctr"/>
                      <a:r>
                        <a:rPr lang="en-US" altLang="zh-CN" dirty="0">
                          <a:solidFill>
                            <a:schemeClr val="tx1"/>
                          </a:solidFill>
                          <a:latin typeface="Arial Black" panose="020B0A04020102020204" pitchFamily="34" charset="0"/>
                        </a:rPr>
                        <a:t>2</a:t>
                      </a:r>
                      <a:endParaRPr lang="zh-CN" altLang="en-US" dirty="0">
                        <a:solidFill>
                          <a:schemeClr val="tx1"/>
                        </a:solidFill>
                        <a:latin typeface="Arial Black" panose="020B0A04020102020204" pitchFamily="34" charset="0"/>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ctr"/>
                      <a:r>
                        <a:rPr lang="en-US" altLang="zh-CN" dirty="0">
                          <a:solidFill>
                            <a:schemeClr val="tx1"/>
                          </a:solidFill>
                          <a:latin typeface="Arial Black" panose="020B0A04020102020204" pitchFamily="34" charset="0"/>
                        </a:rPr>
                        <a:t>…</a:t>
                      </a:r>
                      <a:endParaRPr lang="zh-CN" altLang="en-US" dirty="0">
                        <a:solidFill>
                          <a:schemeClr val="tx1"/>
                        </a:solidFill>
                        <a:latin typeface="Arial Black" panose="020B0A04020102020204" pitchFamily="34" charset="0"/>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extLst>
                  <a:ext uri="{0D108BD9-81ED-4DB2-BD59-A6C34878D82A}">
                    <a16:rowId xmlns:a16="http://schemas.microsoft.com/office/drawing/2014/main" val="316235763"/>
                  </a:ext>
                </a:extLst>
              </a:tr>
            </a:tbl>
          </a:graphicData>
        </a:graphic>
      </p:graphicFrame>
      <p:sp>
        <p:nvSpPr>
          <p:cNvPr id="40" name="矩形 39">
            <a:extLst>
              <a:ext uri="{FF2B5EF4-FFF2-40B4-BE49-F238E27FC236}">
                <a16:creationId xmlns:a16="http://schemas.microsoft.com/office/drawing/2014/main" id="{490B862A-EE0E-44CB-AB79-5E73939A9E3A}"/>
              </a:ext>
            </a:extLst>
          </p:cNvPr>
          <p:cNvSpPr/>
          <p:nvPr/>
        </p:nvSpPr>
        <p:spPr>
          <a:xfrm>
            <a:off x="2823280" y="3098919"/>
            <a:ext cx="8160351" cy="1461086"/>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nSpc>
                <a:spcPct val="150000"/>
              </a:lnSpc>
            </a:pPr>
            <a:endParaRPr lang="zh-CN" altLang="en-US" b="1" dirty="0">
              <a:solidFill>
                <a:schemeClr val="bg1"/>
              </a:solidFill>
            </a:endParaRPr>
          </a:p>
        </p:txBody>
      </p:sp>
      <mc:AlternateContent xmlns:mc="http://schemas.openxmlformats.org/markup-compatibility/2006" xmlns:a14="http://schemas.microsoft.com/office/drawing/2010/main">
        <mc:Choice Requires="a14">
          <p:sp>
            <p:nvSpPr>
              <p:cNvPr id="41" name="文本框 40">
                <a:extLst>
                  <a:ext uri="{FF2B5EF4-FFF2-40B4-BE49-F238E27FC236}">
                    <a16:creationId xmlns:a16="http://schemas.microsoft.com/office/drawing/2014/main" id="{8A0BE979-24F8-4C81-A02C-EE26A9915EBA}"/>
                  </a:ext>
                </a:extLst>
              </p:cNvPr>
              <p:cNvSpPr txBox="1"/>
              <p:nvPr/>
            </p:nvSpPr>
            <p:spPr>
              <a:xfrm>
                <a:off x="2898126" y="3099976"/>
                <a:ext cx="7952252" cy="458139"/>
              </a:xfrm>
              <a:prstGeom prst="rect">
                <a:avLst/>
              </a:prstGeom>
              <a:noFill/>
            </p:spPr>
            <p:txBody>
              <a:bodyPr wrap="square">
                <a:spAutoFit/>
              </a:bodyPr>
              <a:lstStyle/>
              <a:p>
                <a:pPr>
                  <a:lnSpc>
                    <a:spcPct val="150000"/>
                  </a:lnSpc>
                </a:pPr>
                <a:r>
                  <a:rPr lang="zh-CN" altLang="en-US" b="1" dirty="0">
                    <a:solidFill>
                      <a:schemeClr val="bg1"/>
                    </a:solidFill>
                  </a:rPr>
                  <a:t>采用</a:t>
                </a:r>
                <a14:m>
                  <m:oMath xmlns:m="http://schemas.openxmlformats.org/officeDocument/2006/math">
                    <m:r>
                      <a:rPr lang="en-US" altLang="zh-CN" b="1" i="1" dirty="0" smtClean="0">
                        <a:solidFill>
                          <a:schemeClr val="bg1"/>
                        </a:solidFill>
                        <a:latin typeface="Cambria Math" panose="02040503050406030204" pitchFamily="18" charset="0"/>
                      </a:rPr>
                      <m:t>𝒏</m:t>
                    </m:r>
                  </m:oMath>
                </a14:m>
                <a:r>
                  <a:rPr lang="zh-CN" altLang="en-US" b="1" dirty="0">
                    <a:solidFill>
                      <a:schemeClr val="bg1"/>
                    </a:solidFill>
                  </a:rPr>
                  <a:t>个比特给分组编序号，则发送窗口</a:t>
                </a:r>
                <a14:m>
                  <m:oMath xmlns:m="http://schemas.openxmlformats.org/officeDocument/2006/math">
                    <m:sSub>
                      <m:sSubPr>
                        <m:ctrlPr>
                          <a:rPr lang="en-US" altLang="zh-CN" b="1" i="1">
                            <a:solidFill>
                              <a:schemeClr val="bg1"/>
                            </a:solidFill>
                            <a:latin typeface="Cambria Math" panose="02040503050406030204" pitchFamily="18" charset="0"/>
                            <a:ea typeface="Cambria Math" panose="02040503050406030204" pitchFamily="18" charset="0"/>
                          </a:rPr>
                        </m:ctrlPr>
                      </m:sSubPr>
                      <m:e>
                        <m:r>
                          <a:rPr lang="en-US" altLang="zh-CN" b="1" i="1">
                            <a:solidFill>
                              <a:schemeClr val="bg1"/>
                            </a:solidFill>
                            <a:latin typeface="Cambria Math" panose="02040503050406030204" pitchFamily="18" charset="0"/>
                            <a:ea typeface="Cambria Math" panose="02040503050406030204" pitchFamily="18" charset="0"/>
                          </a:rPr>
                          <m:t>𝑾</m:t>
                        </m:r>
                      </m:e>
                      <m:sub>
                        <m:r>
                          <a:rPr lang="en-US" altLang="zh-CN" b="1" i="1">
                            <a:solidFill>
                              <a:schemeClr val="bg1"/>
                            </a:solidFill>
                            <a:latin typeface="Cambria Math" panose="02040503050406030204" pitchFamily="18" charset="0"/>
                            <a:ea typeface="Cambria Math" panose="02040503050406030204" pitchFamily="18" charset="0"/>
                          </a:rPr>
                          <m:t>𝑻</m:t>
                        </m:r>
                      </m:sub>
                    </m:sSub>
                  </m:oMath>
                </a14:m>
                <a:r>
                  <a:rPr lang="zh-CN" altLang="en-US" b="1" dirty="0">
                    <a:solidFill>
                      <a:schemeClr val="bg1"/>
                    </a:solidFill>
                  </a:rPr>
                  <a:t>的取值范围是</a:t>
                </a:r>
                <a14:m>
                  <m:oMath xmlns:m="http://schemas.openxmlformats.org/officeDocument/2006/math">
                    <m:r>
                      <a:rPr lang="en-US" altLang="zh-CN" b="1" i="1" smtClean="0">
                        <a:solidFill>
                          <a:schemeClr val="bg1"/>
                        </a:solidFill>
                        <a:latin typeface="Cambria Math" panose="02040503050406030204" pitchFamily="18" charset="0"/>
                      </a:rPr>
                      <m:t>𝟏</m:t>
                    </m:r>
                    <m:r>
                      <a:rPr lang="en-US" altLang="zh-CN" b="1" i="1" smtClean="0">
                        <a:solidFill>
                          <a:schemeClr val="bg1"/>
                        </a:solidFill>
                        <a:latin typeface="Cambria Math" panose="02040503050406030204" pitchFamily="18" charset="0"/>
                        <a:ea typeface="Cambria Math" panose="02040503050406030204" pitchFamily="18" charset="0"/>
                      </a:rPr>
                      <m:t>&lt;</m:t>
                    </m:r>
                    <m:sSub>
                      <m:sSubPr>
                        <m:ctrlPr>
                          <a:rPr lang="en-US" altLang="zh-CN" b="1" i="1" smtClean="0">
                            <a:solidFill>
                              <a:schemeClr val="bg1"/>
                            </a:solidFill>
                            <a:latin typeface="Cambria Math" panose="02040503050406030204" pitchFamily="18" charset="0"/>
                            <a:ea typeface="Cambria Math" panose="02040503050406030204" pitchFamily="18" charset="0"/>
                          </a:rPr>
                        </m:ctrlPr>
                      </m:sSubPr>
                      <m:e>
                        <m:r>
                          <a:rPr lang="en-US" altLang="zh-CN" b="1" i="1" smtClean="0">
                            <a:solidFill>
                              <a:schemeClr val="bg1"/>
                            </a:solidFill>
                            <a:latin typeface="Cambria Math" panose="02040503050406030204" pitchFamily="18" charset="0"/>
                            <a:ea typeface="Cambria Math" panose="02040503050406030204" pitchFamily="18" charset="0"/>
                          </a:rPr>
                          <m:t>𝑾</m:t>
                        </m:r>
                      </m:e>
                      <m:sub>
                        <m:r>
                          <a:rPr lang="en-US" altLang="zh-CN" b="1" i="1" smtClean="0">
                            <a:solidFill>
                              <a:schemeClr val="bg1"/>
                            </a:solidFill>
                            <a:latin typeface="Cambria Math" panose="02040503050406030204" pitchFamily="18" charset="0"/>
                            <a:ea typeface="Cambria Math" panose="02040503050406030204" pitchFamily="18" charset="0"/>
                          </a:rPr>
                          <m:t>𝑻</m:t>
                        </m:r>
                      </m:sub>
                    </m:sSub>
                    <m:r>
                      <a:rPr lang="en-US" altLang="zh-CN" b="1" i="1">
                        <a:solidFill>
                          <a:schemeClr val="bg1"/>
                        </a:solidFill>
                        <a:latin typeface="Cambria Math" panose="02040503050406030204" pitchFamily="18" charset="0"/>
                        <a:ea typeface="Cambria Math" panose="02040503050406030204" pitchFamily="18" charset="0"/>
                      </a:rPr>
                      <m:t>≤</m:t>
                    </m:r>
                    <m:sSup>
                      <m:sSupPr>
                        <m:ctrlPr>
                          <a:rPr lang="en-US" altLang="zh-CN" b="1" i="1" smtClean="0">
                            <a:solidFill>
                              <a:schemeClr val="bg1"/>
                            </a:solidFill>
                            <a:latin typeface="Cambria Math" panose="02040503050406030204" pitchFamily="18" charset="0"/>
                            <a:ea typeface="Cambria Math" panose="02040503050406030204" pitchFamily="18" charset="0"/>
                          </a:rPr>
                        </m:ctrlPr>
                      </m:sSupPr>
                      <m:e>
                        <m:r>
                          <a:rPr lang="en-US" altLang="zh-CN" b="1" i="1" smtClean="0">
                            <a:solidFill>
                              <a:schemeClr val="bg1"/>
                            </a:solidFill>
                            <a:latin typeface="Cambria Math" panose="02040503050406030204" pitchFamily="18" charset="0"/>
                            <a:ea typeface="Cambria Math" panose="02040503050406030204" pitchFamily="18" charset="0"/>
                          </a:rPr>
                          <m:t>(</m:t>
                        </m:r>
                        <m:r>
                          <a:rPr lang="en-US" altLang="zh-CN" b="1" i="1" smtClean="0">
                            <a:solidFill>
                              <a:schemeClr val="bg1"/>
                            </a:solidFill>
                            <a:latin typeface="Cambria Math" panose="02040503050406030204" pitchFamily="18" charset="0"/>
                            <a:ea typeface="Cambria Math" panose="02040503050406030204" pitchFamily="18" charset="0"/>
                          </a:rPr>
                          <m:t>𝟐</m:t>
                        </m:r>
                      </m:e>
                      <m:sup>
                        <m:r>
                          <a:rPr lang="en-US" altLang="zh-CN" b="1" i="1" smtClean="0">
                            <a:solidFill>
                              <a:schemeClr val="bg1"/>
                            </a:solidFill>
                            <a:latin typeface="Cambria Math" panose="02040503050406030204" pitchFamily="18" charset="0"/>
                            <a:ea typeface="Cambria Math" panose="02040503050406030204" pitchFamily="18" charset="0"/>
                          </a:rPr>
                          <m:t>𝒏</m:t>
                        </m:r>
                      </m:sup>
                    </m:sSup>
                    <m:r>
                      <a:rPr lang="en-US" altLang="zh-CN" b="1" i="1" smtClean="0">
                        <a:solidFill>
                          <a:schemeClr val="bg1"/>
                        </a:solidFill>
                        <a:latin typeface="Cambria Math" panose="02040503050406030204" pitchFamily="18" charset="0"/>
                        <a:ea typeface="Cambria Math" panose="02040503050406030204" pitchFamily="18" charset="0"/>
                      </a:rPr>
                      <m:t>−</m:t>
                    </m:r>
                    <m:r>
                      <a:rPr lang="en-US" altLang="zh-CN" b="1" i="1" smtClean="0">
                        <a:solidFill>
                          <a:schemeClr val="bg1"/>
                        </a:solidFill>
                        <a:latin typeface="Cambria Math" panose="02040503050406030204" pitchFamily="18" charset="0"/>
                        <a:ea typeface="Cambria Math" panose="02040503050406030204" pitchFamily="18" charset="0"/>
                      </a:rPr>
                      <m:t>𝟏</m:t>
                    </m:r>
                    <m:r>
                      <a:rPr lang="en-US" altLang="zh-CN" b="1" i="1" smtClean="0">
                        <a:solidFill>
                          <a:schemeClr val="bg1"/>
                        </a:solidFill>
                        <a:latin typeface="Cambria Math" panose="02040503050406030204" pitchFamily="18" charset="0"/>
                        <a:ea typeface="Cambria Math" panose="02040503050406030204" pitchFamily="18" charset="0"/>
                      </a:rPr>
                      <m:t>)</m:t>
                    </m:r>
                  </m:oMath>
                </a14:m>
                <a:r>
                  <a:rPr lang="zh-CN" altLang="en-US" b="1" dirty="0">
                    <a:solidFill>
                      <a:schemeClr val="bg1"/>
                    </a:solidFill>
                  </a:rPr>
                  <a:t>。</a:t>
                </a:r>
                <a:endParaRPr lang="en-US" altLang="zh-CN" b="1" dirty="0">
                  <a:solidFill>
                    <a:schemeClr val="bg1"/>
                  </a:solidFill>
                </a:endParaRPr>
              </a:p>
            </p:txBody>
          </p:sp>
        </mc:Choice>
        <mc:Fallback xmlns="">
          <p:sp>
            <p:nvSpPr>
              <p:cNvPr id="41" name="文本框 40">
                <a:extLst>
                  <a:ext uri="{FF2B5EF4-FFF2-40B4-BE49-F238E27FC236}">
                    <a16:creationId xmlns:a16="http://schemas.microsoft.com/office/drawing/2014/main" id="{8A0BE979-24F8-4C81-A02C-EE26A9915EBA}"/>
                  </a:ext>
                </a:extLst>
              </p:cNvPr>
              <p:cNvSpPr txBox="1">
                <a:spLocks noRot="1" noChangeAspect="1" noMove="1" noResize="1" noEditPoints="1" noAdjustHandles="1" noChangeArrowheads="1" noChangeShapeType="1" noTextEdit="1"/>
              </p:cNvSpPr>
              <p:nvPr/>
            </p:nvSpPr>
            <p:spPr>
              <a:xfrm>
                <a:off x="2898126" y="3099976"/>
                <a:ext cx="7952252" cy="458139"/>
              </a:xfrm>
              <a:prstGeom prst="rect">
                <a:avLst/>
              </a:prstGeom>
              <a:blipFill>
                <a:blip r:embed="rId9"/>
                <a:stretch>
                  <a:fillRect l="-613" r="-3448" b="-21333"/>
                </a:stretch>
              </a:blipFill>
            </p:spPr>
            <p:txBody>
              <a:bodyPr/>
              <a:lstStyle/>
              <a:p>
                <a:r>
                  <a:rPr lang="zh-CN" altLang="en-US">
                    <a:noFill/>
                  </a:rPr>
                  <a:t> </a:t>
                </a:r>
              </a:p>
            </p:txBody>
          </p:sp>
        </mc:Fallback>
      </mc:AlternateContent>
      <mc:AlternateContent xmlns:mc="http://schemas.openxmlformats.org/markup-compatibility/2006" xmlns:a14="http://schemas.microsoft.com/office/drawing/2010/main">
        <mc:Choice Requires="a14">
          <p:sp>
            <p:nvSpPr>
              <p:cNvPr id="42" name="文本框 41">
                <a:extLst>
                  <a:ext uri="{FF2B5EF4-FFF2-40B4-BE49-F238E27FC236}">
                    <a16:creationId xmlns:a16="http://schemas.microsoft.com/office/drawing/2014/main" id="{8543E782-DE7D-41A8-92AB-298EBE9087CA}"/>
                  </a:ext>
                </a:extLst>
              </p:cNvPr>
              <p:cNvSpPr txBox="1"/>
              <p:nvPr/>
            </p:nvSpPr>
            <p:spPr>
              <a:xfrm>
                <a:off x="2898125" y="3535600"/>
                <a:ext cx="7252373" cy="458139"/>
              </a:xfrm>
              <a:prstGeom prst="rect">
                <a:avLst/>
              </a:prstGeom>
              <a:noFill/>
            </p:spPr>
            <p:txBody>
              <a:bodyPr wrap="square">
                <a:spAutoFit/>
              </a:bodyPr>
              <a:lstStyle/>
              <a:p>
                <a:pPr>
                  <a:lnSpc>
                    <a:spcPct val="150000"/>
                  </a:lnSpc>
                </a:pPr>
                <a:r>
                  <a:rPr lang="zh-CN" altLang="en-US" b="1" dirty="0">
                    <a:solidFill>
                      <a:schemeClr val="bg1"/>
                    </a:solidFill>
                  </a:rPr>
                  <a:t>本例假设采用</a:t>
                </a:r>
                <a14:m>
                  <m:oMath xmlns:m="http://schemas.openxmlformats.org/officeDocument/2006/math">
                    <m:r>
                      <a:rPr lang="en-US" altLang="zh-CN" b="1" i="1" dirty="0">
                        <a:solidFill>
                          <a:schemeClr val="bg1"/>
                        </a:solidFill>
                        <a:latin typeface="Cambria Math" panose="02040503050406030204" pitchFamily="18" charset="0"/>
                      </a:rPr>
                      <m:t>𝟑</m:t>
                    </m:r>
                  </m:oMath>
                </a14:m>
                <a:r>
                  <a:rPr lang="zh-CN" altLang="en-US" b="1" dirty="0">
                    <a:solidFill>
                      <a:schemeClr val="bg1"/>
                    </a:solidFill>
                  </a:rPr>
                  <a:t>个比特给分组编序号，则</a:t>
                </a:r>
                <a14:m>
                  <m:oMath xmlns:m="http://schemas.openxmlformats.org/officeDocument/2006/math">
                    <m:sSub>
                      <m:sSubPr>
                        <m:ctrlPr>
                          <a:rPr lang="en-US" altLang="zh-CN" b="1" i="1">
                            <a:solidFill>
                              <a:schemeClr val="bg1"/>
                            </a:solidFill>
                            <a:latin typeface="Cambria Math" panose="02040503050406030204" pitchFamily="18" charset="0"/>
                            <a:ea typeface="Cambria Math" panose="02040503050406030204" pitchFamily="18" charset="0"/>
                          </a:rPr>
                        </m:ctrlPr>
                      </m:sSubPr>
                      <m:e>
                        <m:r>
                          <a:rPr lang="en-US" altLang="zh-CN" b="1" i="1">
                            <a:solidFill>
                              <a:schemeClr val="bg1"/>
                            </a:solidFill>
                            <a:latin typeface="Cambria Math" panose="02040503050406030204" pitchFamily="18" charset="0"/>
                            <a:ea typeface="Cambria Math" panose="02040503050406030204" pitchFamily="18" charset="0"/>
                          </a:rPr>
                          <m:t>𝑾</m:t>
                        </m:r>
                      </m:e>
                      <m:sub>
                        <m:r>
                          <a:rPr lang="en-US" altLang="zh-CN" b="1" i="1">
                            <a:solidFill>
                              <a:schemeClr val="bg1"/>
                            </a:solidFill>
                            <a:latin typeface="Cambria Math" panose="02040503050406030204" pitchFamily="18" charset="0"/>
                            <a:ea typeface="Cambria Math" panose="02040503050406030204" pitchFamily="18" charset="0"/>
                          </a:rPr>
                          <m:t>𝑻</m:t>
                        </m:r>
                      </m:sub>
                    </m:sSub>
                  </m:oMath>
                </a14:m>
                <a:r>
                  <a:rPr lang="zh-CN" altLang="en-US" b="1" dirty="0">
                    <a:solidFill>
                      <a:schemeClr val="bg1"/>
                    </a:solidFill>
                  </a:rPr>
                  <a:t>的取值范围是</a:t>
                </a:r>
                <a14:m>
                  <m:oMath xmlns:m="http://schemas.openxmlformats.org/officeDocument/2006/math">
                    <m:r>
                      <a:rPr lang="en-US" altLang="zh-CN" b="1" i="1" smtClean="0">
                        <a:solidFill>
                          <a:schemeClr val="bg1"/>
                        </a:solidFill>
                        <a:latin typeface="Cambria Math" panose="02040503050406030204" pitchFamily="18" charset="0"/>
                      </a:rPr>
                      <m:t>𝟐</m:t>
                    </m:r>
                    <m:r>
                      <a:rPr lang="en-US" altLang="zh-CN" b="1" i="1">
                        <a:solidFill>
                          <a:schemeClr val="bg1"/>
                        </a:solidFill>
                        <a:latin typeface="Cambria Math" panose="02040503050406030204" pitchFamily="18" charset="0"/>
                        <a:ea typeface="Cambria Math" panose="02040503050406030204" pitchFamily="18" charset="0"/>
                      </a:rPr>
                      <m:t>~</m:t>
                    </m:r>
                    <m:r>
                      <a:rPr lang="en-US" altLang="zh-CN" b="1" i="1">
                        <a:solidFill>
                          <a:schemeClr val="bg1"/>
                        </a:solidFill>
                        <a:latin typeface="Cambria Math" panose="02040503050406030204" pitchFamily="18" charset="0"/>
                        <a:ea typeface="Cambria Math" panose="02040503050406030204" pitchFamily="18" charset="0"/>
                      </a:rPr>
                      <m:t>𝟕</m:t>
                    </m:r>
                  </m:oMath>
                </a14:m>
                <a:r>
                  <a:rPr lang="zh-CN" altLang="en-US" b="1" dirty="0">
                    <a:solidFill>
                      <a:schemeClr val="bg1"/>
                    </a:solidFill>
                  </a:rPr>
                  <a:t>。</a:t>
                </a:r>
                <a:endParaRPr lang="en-US" altLang="zh-CN" b="1" dirty="0">
                  <a:solidFill>
                    <a:schemeClr val="bg1"/>
                  </a:solidFill>
                </a:endParaRPr>
              </a:p>
            </p:txBody>
          </p:sp>
        </mc:Choice>
        <mc:Fallback xmlns="">
          <p:sp>
            <p:nvSpPr>
              <p:cNvPr id="42" name="文本框 41">
                <a:extLst>
                  <a:ext uri="{FF2B5EF4-FFF2-40B4-BE49-F238E27FC236}">
                    <a16:creationId xmlns:a16="http://schemas.microsoft.com/office/drawing/2014/main" id="{8543E782-DE7D-41A8-92AB-298EBE9087CA}"/>
                  </a:ext>
                </a:extLst>
              </p:cNvPr>
              <p:cNvSpPr txBox="1">
                <a:spLocks noRot="1" noChangeAspect="1" noMove="1" noResize="1" noEditPoints="1" noAdjustHandles="1" noChangeArrowheads="1" noChangeShapeType="1" noTextEdit="1"/>
              </p:cNvSpPr>
              <p:nvPr/>
            </p:nvSpPr>
            <p:spPr>
              <a:xfrm>
                <a:off x="2898125" y="3535600"/>
                <a:ext cx="7252373" cy="458139"/>
              </a:xfrm>
              <a:prstGeom prst="rect">
                <a:avLst/>
              </a:prstGeom>
              <a:blipFill>
                <a:blip r:embed="rId10"/>
                <a:stretch>
                  <a:fillRect l="-672" b="-21333"/>
                </a:stretch>
              </a:blipFill>
            </p:spPr>
            <p:txBody>
              <a:bodyPr/>
              <a:lstStyle/>
              <a:p>
                <a:r>
                  <a:rPr lang="zh-CN" altLang="en-US">
                    <a:noFill/>
                  </a:rPr>
                  <a:t> </a:t>
                </a:r>
              </a:p>
            </p:txBody>
          </p:sp>
        </mc:Fallback>
      </mc:AlternateContent>
      <mc:AlternateContent xmlns:mc="http://schemas.openxmlformats.org/markup-compatibility/2006" xmlns:a14="http://schemas.microsoft.com/office/drawing/2010/main">
        <mc:Choice Requires="a14">
          <p:sp>
            <p:nvSpPr>
              <p:cNvPr id="43" name="文本框 42">
                <a:extLst>
                  <a:ext uri="{FF2B5EF4-FFF2-40B4-BE49-F238E27FC236}">
                    <a16:creationId xmlns:a16="http://schemas.microsoft.com/office/drawing/2014/main" id="{BDAF02D2-F739-4C5A-821F-79A1EF47F514}"/>
                  </a:ext>
                </a:extLst>
              </p:cNvPr>
              <p:cNvSpPr txBox="1"/>
              <p:nvPr/>
            </p:nvSpPr>
            <p:spPr>
              <a:xfrm>
                <a:off x="2898125" y="3971223"/>
                <a:ext cx="6587953" cy="458139"/>
              </a:xfrm>
              <a:prstGeom prst="rect">
                <a:avLst/>
              </a:prstGeom>
              <a:noFill/>
            </p:spPr>
            <p:txBody>
              <a:bodyPr wrap="square">
                <a:spAutoFit/>
              </a:bodyPr>
              <a:lstStyle/>
              <a:p>
                <a:pPr>
                  <a:lnSpc>
                    <a:spcPct val="150000"/>
                  </a:lnSpc>
                </a:pPr>
                <a:r>
                  <a:rPr lang="zh-CN" altLang="en-US" b="1" dirty="0">
                    <a:solidFill>
                      <a:schemeClr val="bg1"/>
                    </a:solidFill>
                  </a:rPr>
                  <a:t>若</a:t>
                </a:r>
                <a14:m>
                  <m:oMath xmlns:m="http://schemas.openxmlformats.org/officeDocument/2006/math">
                    <m:sSub>
                      <m:sSubPr>
                        <m:ctrlPr>
                          <a:rPr lang="en-US" altLang="zh-CN" b="1" i="1" smtClean="0">
                            <a:solidFill>
                              <a:schemeClr val="bg1"/>
                            </a:solidFill>
                            <a:latin typeface="Cambria Math" panose="02040503050406030204" pitchFamily="18" charset="0"/>
                            <a:ea typeface="Cambria Math" panose="02040503050406030204" pitchFamily="18" charset="0"/>
                          </a:rPr>
                        </m:ctrlPr>
                      </m:sSubPr>
                      <m:e>
                        <m:r>
                          <a:rPr lang="en-US" altLang="zh-CN" b="1" i="1" smtClean="0">
                            <a:solidFill>
                              <a:schemeClr val="bg1"/>
                            </a:solidFill>
                            <a:latin typeface="Cambria Math" panose="02040503050406030204" pitchFamily="18" charset="0"/>
                            <a:ea typeface="Cambria Math" panose="02040503050406030204" pitchFamily="18" charset="0"/>
                          </a:rPr>
                          <m:t>𝑾</m:t>
                        </m:r>
                      </m:e>
                      <m:sub>
                        <m:r>
                          <a:rPr lang="en-US" altLang="zh-CN" b="1" i="1" smtClean="0">
                            <a:solidFill>
                              <a:schemeClr val="bg1"/>
                            </a:solidFill>
                            <a:latin typeface="Cambria Math" panose="02040503050406030204" pitchFamily="18" charset="0"/>
                            <a:ea typeface="Cambria Math" panose="02040503050406030204" pitchFamily="18" charset="0"/>
                          </a:rPr>
                          <m:t>𝑻</m:t>
                        </m:r>
                      </m:sub>
                    </m:sSub>
                  </m:oMath>
                </a14:m>
                <a:r>
                  <a:rPr lang="zh-CN" altLang="en-US" b="1" dirty="0">
                    <a:solidFill>
                      <a:schemeClr val="bg1"/>
                    </a:solidFill>
                  </a:rPr>
                  <a:t>超过取值范围，例如 </a:t>
                </a:r>
                <a14:m>
                  <m:oMath xmlns:m="http://schemas.openxmlformats.org/officeDocument/2006/math">
                    <m:sSub>
                      <m:sSubPr>
                        <m:ctrlPr>
                          <a:rPr lang="en-US" altLang="zh-CN" b="1" i="1">
                            <a:solidFill>
                              <a:schemeClr val="bg1"/>
                            </a:solidFill>
                            <a:latin typeface="Cambria Math" panose="02040503050406030204" pitchFamily="18" charset="0"/>
                            <a:ea typeface="Cambria Math" panose="02040503050406030204" pitchFamily="18" charset="0"/>
                          </a:rPr>
                        </m:ctrlPr>
                      </m:sSubPr>
                      <m:e>
                        <m:r>
                          <a:rPr lang="en-US" altLang="zh-CN" b="1" i="1">
                            <a:solidFill>
                              <a:schemeClr val="bg1"/>
                            </a:solidFill>
                            <a:latin typeface="Cambria Math" panose="02040503050406030204" pitchFamily="18" charset="0"/>
                            <a:ea typeface="Cambria Math" panose="02040503050406030204" pitchFamily="18" charset="0"/>
                          </a:rPr>
                          <m:t>𝑾</m:t>
                        </m:r>
                      </m:e>
                      <m:sub>
                        <m:r>
                          <a:rPr lang="en-US" altLang="zh-CN" b="1" i="1">
                            <a:solidFill>
                              <a:schemeClr val="bg1"/>
                            </a:solidFill>
                            <a:latin typeface="Cambria Math" panose="02040503050406030204" pitchFamily="18" charset="0"/>
                            <a:ea typeface="Cambria Math" panose="02040503050406030204" pitchFamily="18" charset="0"/>
                          </a:rPr>
                          <m:t>𝑻</m:t>
                        </m:r>
                      </m:sub>
                    </m:sSub>
                    <m:r>
                      <a:rPr lang="en-US" altLang="zh-CN" b="1" i="1" smtClean="0">
                        <a:solidFill>
                          <a:schemeClr val="bg1"/>
                        </a:solidFill>
                        <a:latin typeface="Cambria Math" panose="02040503050406030204" pitchFamily="18" charset="0"/>
                        <a:ea typeface="Cambria Math" panose="02040503050406030204" pitchFamily="18" charset="0"/>
                      </a:rPr>
                      <m:t>= </m:t>
                    </m:r>
                  </m:oMath>
                </a14:m>
                <a:r>
                  <a:rPr lang="en-US" altLang="zh-CN" b="1" dirty="0">
                    <a:solidFill>
                      <a:schemeClr val="bg1"/>
                    </a:solidFill>
                  </a:rPr>
                  <a:t>8</a:t>
                </a:r>
                <a:r>
                  <a:rPr lang="zh-CN" altLang="en-US" b="1" dirty="0">
                    <a:solidFill>
                      <a:schemeClr val="bg1"/>
                    </a:solidFill>
                  </a:rPr>
                  <a:t>，会出现什么情况？</a:t>
                </a:r>
              </a:p>
            </p:txBody>
          </p:sp>
        </mc:Choice>
        <mc:Fallback xmlns="">
          <p:sp>
            <p:nvSpPr>
              <p:cNvPr id="43" name="文本框 42">
                <a:extLst>
                  <a:ext uri="{FF2B5EF4-FFF2-40B4-BE49-F238E27FC236}">
                    <a16:creationId xmlns:a16="http://schemas.microsoft.com/office/drawing/2014/main" id="{BDAF02D2-F739-4C5A-821F-79A1EF47F514}"/>
                  </a:ext>
                </a:extLst>
              </p:cNvPr>
              <p:cNvSpPr txBox="1">
                <a:spLocks noRot="1" noChangeAspect="1" noMove="1" noResize="1" noEditPoints="1" noAdjustHandles="1" noChangeArrowheads="1" noChangeShapeType="1" noTextEdit="1"/>
              </p:cNvSpPr>
              <p:nvPr/>
            </p:nvSpPr>
            <p:spPr>
              <a:xfrm>
                <a:off x="2898125" y="3971223"/>
                <a:ext cx="6587953" cy="458139"/>
              </a:xfrm>
              <a:prstGeom prst="rect">
                <a:avLst/>
              </a:prstGeom>
              <a:blipFill>
                <a:blip r:embed="rId11"/>
                <a:stretch>
                  <a:fillRect l="-740" b="-19737"/>
                </a:stretch>
              </a:blipFill>
            </p:spPr>
            <p:txBody>
              <a:bodyPr/>
              <a:lstStyle/>
              <a:p>
                <a:r>
                  <a:rPr lang="zh-CN" altLang="en-US">
                    <a:noFill/>
                  </a:rPr>
                  <a:t> </a:t>
                </a:r>
              </a:p>
            </p:txBody>
          </p:sp>
        </mc:Fallback>
      </mc:AlternateContent>
      <p:sp>
        <p:nvSpPr>
          <p:cNvPr id="26" name="矩形 25">
            <a:extLst>
              <a:ext uri="{FF2B5EF4-FFF2-40B4-BE49-F238E27FC236}">
                <a16:creationId xmlns:a16="http://schemas.microsoft.com/office/drawing/2014/main" id="{D07B0F17-A55E-4740-B9E9-CA5494882DBD}"/>
              </a:ext>
            </a:extLst>
          </p:cNvPr>
          <p:cNvSpPr/>
          <p:nvPr/>
        </p:nvSpPr>
        <p:spPr>
          <a:xfrm>
            <a:off x="2300222" y="5537182"/>
            <a:ext cx="6045082" cy="390966"/>
          </a:xfrm>
          <a:prstGeom prst="rect">
            <a:avLst/>
          </a:prstGeom>
          <a:solidFill>
            <a:schemeClr val="accent3">
              <a:alpha val="74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38" name="矩形 37">
            <a:extLst>
              <a:ext uri="{FF2B5EF4-FFF2-40B4-BE49-F238E27FC236}">
                <a16:creationId xmlns:a16="http://schemas.microsoft.com/office/drawing/2014/main" id="{9AB3CA41-3262-4E79-856E-D87858927C2A}"/>
              </a:ext>
            </a:extLst>
          </p:cNvPr>
          <p:cNvSpPr/>
          <p:nvPr/>
        </p:nvSpPr>
        <p:spPr>
          <a:xfrm>
            <a:off x="2300222" y="1830064"/>
            <a:ext cx="6045082" cy="375441"/>
          </a:xfrm>
          <a:prstGeom prst="rect">
            <a:avLst/>
          </a:prstGeom>
          <a:solidFill>
            <a:schemeClr val="accent4">
              <a:alpha val="74000"/>
            </a:schemeClr>
          </a:solidFill>
          <a:ln>
            <a:solidFill>
              <a:schemeClr val="accent4"/>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grpSp>
        <p:nvGrpSpPr>
          <p:cNvPr id="7" name="组合 6">
            <a:extLst>
              <a:ext uri="{FF2B5EF4-FFF2-40B4-BE49-F238E27FC236}">
                <a16:creationId xmlns:a16="http://schemas.microsoft.com/office/drawing/2014/main" id="{92A575A2-7F0F-4B6A-A2B9-CBAC11B9CF96}"/>
              </a:ext>
            </a:extLst>
          </p:cNvPr>
          <p:cNvGrpSpPr/>
          <p:nvPr/>
        </p:nvGrpSpPr>
        <p:grpSpPr>
          <a:xfrm>
            <a:off x="2315216" y="4629569"/>
            <a:ext cx="743578" cy="1000707"/>
            <a:chOff x="1490127" y="4367293"/>
            <a:chExt cx="743578" cy="1000707"/>
          </a:xfrm>
        </p:grpSpPr>
        <p:sp>
          <p:nvSpPr>
            <p:cNvPr id="30" name="chronometer_117482">
              <a:extLst>
                <a:ext uri="{FF2B5EF4-FFF2-40B4-BE49-F238E27FC236}">
                  <a16:creationId xmlns:a16="http://schemas.microsoft.com/office/drawing/2014/main" id="{CCC7D01C-14A6-4AEF-A0C0-9C7CCE3FA331}"/>
                </a:ext>
              </a:extLst>
            </p:cNvPr>
            <p:cNvSpPr/>
            <p:nvPr/>
          </p:nvSpPr>
          <p:spPr>
            <a:xfrm>
              <a:off x="1709609" y="4685855"/>
              <a:ext cx="304613" cy="369332"/>
            </a:xfrm>
            <a:custGeom>
              <a:avLst/>
              <a:gdLst>
                <a:gd name="T0" fmla="*/ 0 w 3733"/>
                <a:gd name="T1" fmla="*/ 2667 h 4533"/>
                <a:gd name="T2" fmla="*/ 1867 w 3733"/>
                <a:gd name="T3" fmla="*/ 4533 h 4533"/>
                <a:gd name="T4" fmla="*/ 3733 w 3733"/>
                <a:gd name="T5" fmla="*/ 2667 h 4533"/>
                <a:gd name="T6" fmla="*/ 3161 w 3733"/>
                <a:gd name="T7" fmla="*/ 1323 h 4533"/>
                <a:gd name="T8" fmla="*/ 3408 w 3733"/>
                <a:gd name="T9" fmla="*/ 1075 h 4533"/>
                <a:gd name="T10" fmla="*/ 3408 w 3733"/>
                <a:gd name="T11" fmla="*/ 792 h 4533"/>
                <a:gd name="T12" fmla="*/ 3125 w 3733"/>
                <a:gd name="T13" fmla="*/ 792 h 4533"/>
                <a:gd name="T14" fmla="*/ 2842 w 3733"/>
                <a:gd name="T15" fmla="*/ 1076 h 4533"/>
                <a:gd name="T16" fmla="*/ 2067 w 3733"/>
                <a:gd name="T17" fmla="*/ 811 h 4533"/>
                <a:gd name="T18" fmla="*/ 2067 w 3733"/>
                <a:gd name="T19" fmla="*/ 400 h 4533"/>
                <a:gd name="T20" fmla="*/ 2667 w 3733"/>
                <a:gd name="T21" fmla="*/ 400 h 4533"/>
                <a:gd name="T22" fmla="*/ 2867 w 3733"/>
                <a:gd name="T23" fmla="*/ 200 h 4533"/>
                <a:gd name="T24" fmla="*/ 2667 w 3733"/>
                <a:gd name="T25" fmla="*/ 0 h 4533"/>
                <a:gd name="T26" fmla="*/ 1067 w 3733"/>
                <a:gd name="T27" fmla="*/ 0 h 4533"/>
                <a:gd name="T28" fmla="*/ 867 w 3733"/>
                <a:gd name="T29" fmla="*/ 200 h 4533"/>
                <a:gd name="T30" fmla="*/ 1067 w 3733"/>
                <a:gd name="T31" fmla="*/ 400 h 4533"/>
                <a:gd name="T32" fmla="*/ 1667 w 3733"/>
                <a:gd name="T33" fmla="*/ 400 h 4533"/>
                <a:gd name="T34" fmla="*/ 1667 w 3733"/>
                <a:gd name="T35" fmla="*/ 811 h 4533"/>
                <a:gd name="T36" fmla="*/ 891 w 3733"/>
                <a:gd name="T37" fmla="*/ 1076 h 4533"/>
                <a:gd name="T38" fmla="*/ 608 w 3733"/>
                <a:gd name="T39" fmla="*/ 792 h 4533"/>
                <a:gd name="T40" fmla="*/ 325 w 3733"/>
                <a:gd name="T41" fmla="*/ 792 h 4533"/>
                <a:gd name="T42" fmla="*/ 325 w 3733"/>
                <a:gd name="T43" fmla="*/ 1075 h 4533"/>
                <a:gd name="T44" fmla="*/ 573 w 3733"/>
                <a:gd name="T45" fmla="*/ 1323 h 4533"/>
                <a:gd name="T46" fmla="*/ 0 w 3733"/>
                <a:gd name="T47" fmla="*/ 2667 h 4533"/>
                <a:gd name="T48" fmla="*/ 1667 w 3733"/>
                <a:gd name="T49" fmla="*/ 1801 h 4533"/>
                <a:gd name="T50" fmla="*/ 1867 w 3733"/>
                <a:gd name="T51" fmla="*/ 1601 h 4533"/>
                <a:gd name="T52" fmla="*/ 2067 w 3733"/>
                <a:gd name="T53" fmla="*/ 1801 h 4533"/>
                <a:gd name="T54" fmla="*/ 2067 w 3733"/>
                <a:gd name="T55" fmla="*/ 2468 h 4533"/>
                <a:gd name="T56" fmla="*/ 2733 w 3733"/>
                <a:gd name="T57" fmla="*/ 2468 h 4533"/>
                <a:gd name="T58" fmla="*/ 2933 w 3733"/>
                <a:gd name="T59" fmla="*/ 2668 h 4533"/>
                <a:gd name="T60" fmla="*/ 2733 w 3733"/>
                <a:gd name="T61" fmla="*/ 2868 h 4533"/>
                <a:gd name="T62" fmla="*/ 1867 w 3733"/>
                <a:gd name="T63" fmla="*/ 2868 h 4533"/>
                <a:gd name="T64" fmla="*/ 1667 w 3733"/>
                <a:gd name="T65" fmla="*/ 2668 h 4533"/>
                <a:gd name="T66" fmla="*/ 1667 w 3733"/>
                <a:gd name="T67" fmla="*/ 1801 h 45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3733" h="4533">
                  <a:moveTo>
                    <a:pt x="0" y="2667"/>
                  </a:moveTo>
                  <a:cubicBezTo>
                    <a:pt x="0" y="3696"/>
                    <a:pt x="837" y="4533"/>
                    <a:pt x="1867" y="4533"/>
                  </a:cubicBezTo>
                  <a:cubicBezTo>
                    <a:pt x="2896" y="4533"/>
                    <a:pt x="3733" y="3696"/>
                    <a:pt x="3733" y="2667"/>
                  </a:cubicBezTo>
                  <a:cubicBezTo>
                    <a:pt x="3733" y="2139"/>
                    <a:pt x="3513" y="1662"/>
                    <a:pt x="3161" y="1323"/>
                  </a:cubicBezTo>
                  <a:lnTo>
                    <a:pt x="3408" y="1075"/>
                  </a:lnTo>
                  <a:cubicBezTo>
                    <a:pt x="3486" y="997"/>
                    <a:pt x="3486" y="870"/>
                    <a:pt x="3408" y="792"/>
                  </a:cubicBezTo>
                  <a:cubicBezTo>
                    <a:pt x="3330" y="714"/>
                    <a:pt x="3203" y="714"/>
                    <a:pt x="3125" y="792"/>
                  </a:cubicBezTo>
                  <a:lnTo>
                    <a:pt x="2842" y="1076"/>
                  </a:lnTo>
                  <a:cubicBezTo>
                    <a:pt x="2612" y="934"/>
                    <a:pt x="2348" y="841"/>
                    <a:pt x="2067" y="811"/>
                  </a:cubicBezTo>
                  <a:lnTo>
                    <a:pt x="2067" y="400"/>
                  </a:lnTo>
                  <a:lnTo>
                    <a:pt x="2667" y="400"/>
                  </a:lnTo>
                  <a:cubicBezTo>
                    <a:pt x="2777" y="400"/>
                    <a:pt x="2867" y="310"/>
                    <a:pt x="2867" y="200"/>
                  </a:cubicBezTo>
                  <a:cubicBezTo>
                    <a:pt x="2867" y="90"/>
                    <a:pt x="2777" y="0"/>
                    <a:pt x="2667" y="0"/>
                  </a:cubicBezTo>
                  <a:lnTo>
                    <a:pt x="1067" y="0"/>
                  </a:lnTo>
                  <a:cubicBezTo>
                    <a:pt x="956" y="0"/>
                    <a:pt x="867" y="90"/>
                    <a:pt x="867" y="200"/>
                  </a:cubicBezTo>
                  <a:cubicBezTo>
                    <a:pt x="867" y="310"/>
                    <a:pt x="956" y="400"/>
                    <a:pt x="1067" y="400"/>
                  </a:cubicBezTo>
                  <a:lnTo>
                    <a:pt x="1667" y="400"/>
                  </a:lnTo>
                  <a:lnTo>
                    <a:pt x="1667" y="811"/>
                  </a:lnTo>
                  <a:cubicBezTo>
                    <a:pt x="1385" y="841"/>
                    <a:pt x="1122" y="934"/>
                    <a:pt x="891" y="1076"/>
                  </a:cubicBezTo>
                  <a:lnTo>
                    <a:pt x="608" y="792"/>
                  </a:lnTo>
                  <a:cubicBezTo>
                    <a:pt x="530" y="714"/>
                    <a:pt x="403" y="714"/>
                    <a:pt x="325" y="792"/>
                  </a:cubicBezTo>
                  <a:cubicBezTo>
                    <a:pt x="247" y="870"/>
                    <a:pt x="247" y="997"/>
                    <a:pt x="325" y="1075"/>
                  </a:cubicBezTo>
                  <a:lnTo>
                    <a:pt x="573" y="1323"/>
                  </a:lnTo>
                  <a:cubicBezTo>
                    <a:pt x="220" y="1662"/>
                    <a:pt x="0" y="2139"/>
                    <a:pt x="0" y="2667"/>
                  </a:cubicBezTo>
                  <a:close/>
                  <a:moveTo>
                    <a:pt x="1667" y="1801"/>
                  </a:moveTo>
                  <a:cubicBezTo>
                    <a:pt x="1667" y="1691"/>
                    <a:pt x="1756" y="1601"/>
                    <a:pt x="1867" y="1601"/>
                  </a:cubicBezTo>
                  <a:cubicBezTo>
                    <a:pt x="1977" y="1601"/>
                    <a:pt x="2067" y="1691"/>
                    <a:pt x="2067" y="1801"/>
                  </a:cubicBezTo>
                  <a:lnTo>
                    <a:pt x="2067" y="2468"/>
                  </a:lnTo>
                  <a:lnTo>
                    <a:pt x="2733" y="2468"/>
                  </a:lnTo>
                  <a:cubicBezTo>
                    <a:pt x="2844" y="2468"/>
                    <a:pt x="2933" y="2557"/>
                    <a:pt x="2933" y="2668"/>
                  </a:cubicBezTo>
                  <a:cubicBezTo>
                    <a:pt x="2933" y="2778"/>
                    <a:pt x="2844" y="2868"/>
                    <a:pt x="2733" y="2868"/>
                  </a:cubicBezTo>
                  <a:lnTo>
                    <a:pt x="1867" y="2868"/>
                  </a:lnTo>
                  <a:cubicBezTo>
                    <a:pt x="1756" y="2868"/>
                    <a:pt x="1667" y="2778"/>
                    <a:pt x="1667" y="2668"/>
                  </a:cubicBezTo>
                  <a:lnTo>
                    <a:pt x="1667" y="1801"/>
                  </a:lnTo>
                  <a:close/>
                </a:path>
              </a:pathLst>
            </a:custGeom>
            <a:solidFill>
              <a:schemeClr val="accent1"/>
            </a:solidFill>
            <a:ln>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zh-CN"/>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a:p>
          </p:txBody>
        </p:sp>
        <p:sp>
          <p:nvSpPr>
            <p:cNvPr id="31" name="íşlïḍè">
              <a:extLst>
                <a:ext uri="{FF2B5EF4-FFF2-40B4-BE49-F238E27FC236}">
                  <a16:creationId xmlns:a16="http://schemas.microsoft.com/office/drawing/2014/main" id="{70AC8ECD-E267-4A60-AC00-1DBB7F95871A}"/>
                </a:ext>
              </a:extLst>
            </p:cNvPr>
            <p:cNvSpPr txBox="1"/>
            <p:nvPr/>
          </p:nvSpPr>
          <p:spPr>
            <a:xfrm>
              <a:off x="1490127" y="4367293"/>
              <a:ext cx="743578" cy="318562"/>
            </a:xfrm>
            <a:prstGeom prst="rect">
              <a:avLst/>
            </a:prstGeom>
            <a:noFill/>
          </p:spPr>
          <p:txBody>
            <a:bodyPr wrap="square" lIns="91440" tIns="45720" rIns="91440" bIns="45720" anchor="ctr">
              <a:noAutofit/>
            </a:bodyPr>
            <a:lstStyle/>
            <a:p>
              <a:pPr algn="ctr"/>
              <a:r>
                <a:rPr lang="zh-CN" altLang="en-US" b="1" dirty="0">
                  <a:solidFill>
                    <a:schemeClr val="accent1">
                      <a:lumMod val="75000"/>
                    </a:schemeClr>
                  </a:solidFill>
                </a:rPr>
                <a:t>超时</a:t>
              </a:r>
              <a:endParaRPr lang="en-US" altLang="zh-CN" b="1" dirty="0">
                <a:solidFill>
                  <a:schemeClr val="accent1">
                    <a:lumMod val="75000"/>
                  </a:schemeClr>
                </a:solidFill>
              </a:endParaRPr>
            </a:p>
          </p:txBody>
        </p:sp>
        <p:cxnSp>
          <p:nvCxnSpPr>
            <p:cNvPr id="32" name="直接箭头连接符 31">
              <a:extLst>
                <a:ext uri="{FF2B5EF4-FFF2-40B4-BE49-F238E27FC236}">
                  <a16:creationId xmlns:a16="http://schemas.microsoft.com/office/drawing/2014/main" id="{5DFDE672-81AA-4128-85A4-E7FB74E8B69C}"/>
                </a:ext>
              </a:extLst>
            </p:cNvPr>
            <p:cNvCxnSpPr>
              <a:cxnSpLocks/>
            </p:cNvCxnSpPr>
            <p:nvPr/>
          </p:nvCxnSpPr>
          <p:spPr>
            <a:xfrm>
              <a:off x="1861916" y="5115066"/>
              <a:ext cx="0" cy="252934"/>
            </a:xfrm>
            <a:prstGeom prst="straightConnector1">
              <a:avLst/>
            </a:prstGeom>
            <a:ln w="25400">
              <a:tailEnd type="triangle" w="med" len="lg"/>
            </a:ln>
          </p:spPr>
          <p:style>
            <a:lnRef idx="1">
              <a:schemeClr val="accent1"/>
            </a:lnRef>
            <a:fillRef idx="0">
              <a:schemeClr val="accent1"/>
            </a:fillRef>
            <a:effectRef idx="0">
              <a:schemeClr val="accent1"/>
            </a:effectRef>
            <a:fontRef idx="minor">
              <a:schemeClr val="tx1"/>
            </a:fontRef>
          </p:style>
        </p:cxnSp>
      </p:grpSp>
      <p:sp>
        <p:nvSpPr>
          <p:cNvPr id="36" name="矩形 35">
            <a:extLst>
              <a:ext uri="{FF2B5EF4-FFF2-40B4-BE49-F238E27FC236}">
                <a16:creationId xmlns:a16="http://schemas.microsoft.com/office/drawing/2014/main" id="{2B26B4D6-B365-4F02-89C9-ADD47D9F4D77}"/>
              </a:ext>
            </a:extLst>
          </p:cNvPr>
          <p:cNvSpPr/>
          <p:nvPr/>
        </p:nvSpPr>
        <p:spPr>
          <a:xfrm>
            <a:off x="2297515" y="5557308"/>
            <a:ext cx="6045082" cy="390966"/>
          </a:xfrm>
          <a:prstGeom prst="rect">
            <a:avLst/>
          </a:prstGeom>
          <a:solidFill>
            <a:schemeClr val="accent1">
              <a:lumMod val="75000"/>
              <a:alpha val="44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grpSp>
        <p:nvGrpSpPr>
          <p:cNvPr id="37" name="组合 36">
            <a:extLst>
              <a:ext uri="{FF2B5EF4-FFF2-40B4-BE49-F238E27FC236}">
                <a16:creationId xmlns:a16="http://schemas.microsoft.com/office/drawing/2014/main" id="{C10DC583-D992-4637-A4FB-5AD0DC3CD59C}"/>
              </a:ext>
            </a:extLst>
          </p:cNvPr>
          <p:cNvGrpSpPr/>
          <p:nvPr/>
        </p:nvGrpSpPr>
        <p:grpSpPr>
          <a:xfrm>
            <a:off x="1264121" y="2339362"/>
            <a:ext cx="708432" cy="2116745"/>
            <a:chOff x="1264121" y="3234029"/>
            <a:chExt cx="708432" cy="2116745"/>
          </a:xfrm>
        </p:grpSpPr>
        <p:sp>
          <p:nvSpPr>
            <p:cNvPr id="47" name="矩形 46">
              <a:extLst>
                <a:ext uri="{FF2B5EF4-FFF2-40B4-BE49-F238E27FC236}">
                  <a16:creationId xmlns:a16="http://schemas.microsoft.com/office/drawing/2014/main" id="{1277ABFD-1EA1-4C54-A11B-99CA46AF0941}"/>
                </a:ext>
              </a:extLst>
            </p:cNvPr>
            <p:cNvSpPr/>
            <p:nvPr/>
          </p:nvSpPr>
          <p:spPr>
            <a:xfrm>
              <a:off x="1264121" y="4038429"/>
              <a:ext cx="708432" cy="270283"/>
            </a:xfrm>
            <a:prstGeom prst="rect">
              <a:avLst/>
            </a:prstGeom>
            <a:solidFill>
              <a:schemeClr val="accent3"/>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46800" rIns="46800" rtlCol="0" anchor="ctr"/>
            <a:lstStyle/>
            <a:p>
              <a:pPr algn="ctr"/>
              <a:r>
                <a:rPr lang="en-US" altLang="zh-CN" b="1" dirty="0"/>
                <a:t>DATA3</a:t>
              </a:r>
              <a:endParaRPr lang="zh-CN" altLang="en-US" b="1" dirty="0"/>
            </a:p>
          </p:txBody>
        </p:sp>
        <p:sp>
          <p:nvSpPr>
            <p:cNvPr id="48" name="矩形 47">
              <a:extLst>
                <a:ext uri="{FF2B5EF4-FFF2-40B4-BE49-F238E27FC236}">
                  <a16:creationId xmlns:a16="http://schemas.microsoft.com/office/drawing/2014/main" id="{CAB3A4BB-BA91-4D0B-BE64-409A794D5E63}"/>
                </a:ext>
              </a:extLst>
            </p:cNvPr>
            <p:cNvSpPr/>
            <p:nvPr/>
          </p:nvSpPr>
          <p:spPr>
            <a:xfrm>
              <a:off x="1264121" y="3766556"/>
              <a:ext cx="708432" cy="270283"/>
            </a:xfrm>
            <a:prstGeom prst="rect">
              <a:avLst/>
            </a:prstGeom>
            <a:solidFill>
              <a:schemeClr val="accent3"/>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46800" rIns="46800" rtlCol="0" anchor="ctr"/>
            <a:lstStyle/>
            <a:p>
              <a:pPr algn="ctr"/>
              <a:r>
                <a:rPr lang="en-US" altLang="zh-CN" b="1" dirty="0"/>
                <a:t>DATA2</a:t>
              </a:r>
              <a:endParaRPr lang="zh-CN" altLang="en-US" b="1" dirty="0"/>
            </a:p>
          </p:txBody>
        </p:sp>
        <p:sp>
          <p:nvSpPr>
            <p:cNvPr id="49" name="矩形 48">
              <a:extLst>
                <a:ext uri="{FF2B5EF4-FFF2-40B4-BE49-F238E27FC236}">
                  <a16:creationId xmlns:a16="http://schemas.microsoft.com/office/drawing/2014/main" id="{14A6A18C-84F0-4A00-8A1E-ACCF698E18A4}"/>
                </a:ext>
              </a:extLst>
            </p:cNvPr>
            <p:cNvSpPr/>
            <p:nvPr/>
          </p:nvSpPr>
          <p:spPr>
            <a:xfrm>
              <a:off x="1264121" y="3496273"/>
              <a:ext cx="708432" cy="270283"/>
            </a:xfrm>
            <a:prstGeom prst="rect">
              <a:avLst/>
            </a:prstGeom>
            <a:solidFill>
              <a:schemeClr val="accent3"/>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46800" rIns="46800" rtlCol="0" anchor="ctr"/>
            <a:lstStyle/>
            <a:p>
              <a:pPr algn="ctr"/>
              <a:r>
                <a:rPr lang="en-US" altLang="zh-CN" b="1" dirty="0"/>
                <a:t>DATA1</a:t>
              </a:r>
              <a:endParaRPr lang="zh-CN" altLang="en-US" b="1" dirty="0"/>
            </a:p>
          </p:txBody>
        </p:sp>
        <p:sp>
          <p:nvSpPr>
            <p:cNvPr id="50" name="矩形 49">
              <a:extLst>
                <a:ext uri="{FF2B5EF4-FFF2-40B4-BE49-F238E27FC236}">
                  <a16:creationId xmlns:a16="http://schemas.microsoft.com/office/drawing/2014/main" id="{6E6AF5DD-7EC9-406D-92D9-7E00869C0E45}"/>
                </a:ext>
              </a:extLst>
            </p:cNvPr>
            <p:cNvSpPr/>
            <p:nvPr/>
          </p:nvSpPr>
          <p:spPr>
            <a:xfrm>
              <a:off x="1264121" y="3234029"/>
              <a:ext cx="708432" cy="270283"/>
            </a:xfrm>
            <a:prstGeom prst="rect">
              <a:avLst/>
            </a:prstGeom>
            <a:solidFill>
              <a:schemeClr val="accent3"/>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46800" rIns="46800" rtlCol="0" anchor="ctr"/>
            <a:lstStyle/>
            <a:p>
              <a:pPr algn="ctr"/>
              <a:r>
                <a:rPr lang="en-US" altLang="zh-CN" b="1" dirty="0"/>
                <a:t>DATA0</a:t>
              </a:r>
              <a:endParaRPr lang="zh-CN" altLang="en-US" b="1" dirty="0"/>
            </a:p>
          </p:txBody>
        </p:sp>
        <p:sp>
          <p:nvSpPr>
            <p:cNvPr id="51" name="矩形 50">
              <a:extLst>
                <a:ext uri="{FF2B5EF4-FFF2-40B4-BE49-F238E27FC236}">
                  <a16:creationId xmlns:a16="http://schemas.microsoft.com/office/drawing/2014/main" id="{F4EB1E57-BC01-42FE-9439-D06F20007588}"/>
                </a:ext>
              </a:extLst>
            </p:cNvPr>
            <p:cNvSpPr/>
            <p:nvPr/>
          </p:nvSpPr>
          <p:spPr>
            <a:xfrm>
              <a:off x="1264121" y="4289722"/>
              <a:ext cx="708432" cy="270283"/>
            </a:xfrm>
            <a:prstGeom prst="rect">
              <a:avLst/>
            </a:prstGeom>
            <a:solidFill>
              <a:schemeClr val="accent3"/>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46800" rIns="46800" rtlCol="0" anchor="ctr"/>
            <a:lstStyle/>
            <a:p>
              <a:pPr algn="ctr"/>
              <a:r>
                <a:rPr lang="en-US" altLang="zh-CN" b="1" dirty="0"/>
                <a:t>DATA4</a:t>
              </a:r>
              <a:endParaRPr lang="zh-CN" altLang="en-US" b="1" dirty="0"/>
            </a:p>
          </p:txBody>
        </p:sp>
        <p:sp>
          <p:nvSpPr>
            <p:cNvPr id="52" name="矩形 51">
              <a:extLst>
                <a:ext uri="{FF2B5EF4-FFF2-40B4-BE49-F238E27FC236}">
                  <a16:creationId xmlns:a16="http://schemas.microsoft.com/office/drawing/2014/main" id="{AE929CE0-C60F-4FA3-A36B-03A225FA3362}"/>
                </a:ext>
              </a:extLst>
            </p:cNvPr>
            <p:cNvSpPr/>
            <p:nvPr/>
          </p:nvSpPr>
          <p:spPr>
            <a:xfrm>
              <a:off x="1264121" y="4829198"/>
              <a:ext cx="708432" cy="270283"/>
            </a:xfrm>
            <a:prstGeom prst="rect">
              <a:avLst/>
            </a:prstGeom>
            <a:solidFill>
              <a:schemeClr val="accent3"/>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46800" rIns="46800" rtlCol="0" anchor="ctr"/>
            <a:lstStyle/>
            <a:p>
              <a:pPr algn="ctr"/>
              <a:r>
                <a:rPr lang="en-US" altLang="zh-CN" b="1" dirty="0"/>
                <a:t>DATA6</a:t>
              </a:r>
              <a:endParaRPr lang="zh-CN" altLang="en-US" b="1" dirty="0"/>
            </a:p>
          </p:txBody>
        </p:sp>
        <p:sp>
          <p:nvSpPr>
            <p:cNvPr id="53" name="矩形 52">
              <a:extLst>
                <a:ext uri="{FF2B5EF4-FFF2-40B4-BE49-F238E27FC236}">
                  <a16:creationId xmlns:a16="http://schemas.microsoft.com/office/drawing/2014/main" id="{E0DB1C24-D3C6-4517-8D8D-EFF493F6800E}"/>
                </a:ext>
              </a:extLst>
            </p:cNvPr>
            <p:cNvSpPr/>
            <p:nvPr/>
          </p:nvSpPr>
          <p:spPr>
            <a:xfrm>
              <a:off x="1264121" y="4557325"/>
              <a:ext cx="708432" cy="270283"/>
            </a:xfrm>
            <a:prstGeom prst="rect">
              <a:avLst/>
            </a:prstGeom>
            <a:solidFill>
              <a:schemeClr val="accent3"/>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46800" rIns="46800" rtlCol="0" anchor="ctr"/>
            <a:lstStyle/>
            <a:p>
              <a:pPr algn="ctr"/>
              <a:r>
                <a:rPr lang="en-US" altLang="zh-CN" b="1" dirty="0"/>
                <a:t>DATA5</a:t>
              </a:r>
              <a:endParaRPr lang="zh-CN" altLang="en-US" b="1" dirty="0"/>
            </a:p>
          </p:txBody>
        </p:sp>
        <p:sp>
          <p:nvSpPr>
            <p:cNvPr id="54" name="矩形 53">
              <a:extLst>
                <a:ext uri="{FF2B5EF4-FFF2-40B4-BE49-F238E27FC236}">
                  <a16:creationId xmlns:a16="http://schemas.microsoft.com/office/drawing/2014/main" id="{7B1090BF-A311-4245-AD5A-CB2503D11EB0}"/>
                </a:ext>
              </a:extLst>
            </p:cNvPr>
            <p:cNvSpPr/>
            <p:nvPr/>
          </p:nvSpPr>
          <p:spPr>
            <a:xfrm>
              <a:off x="1264121" y="5080491"/>
              <a:ext cx="708432" cy="270283"/>
            </a:xfrm>
            <a:prstGeom prst="rect">
              <a:avLst/>
            </a:prstGeom>
            <a:solidFill>
              <a:schemeClr val="accent3"/>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46800" rIns="46800" rtlCol="0" anchor="ctr"/>
            <a:lstStyle/>
            <a:p>
              <a:pPr algn="ctr"/>
              <a:r>
                <a:rPr lang="en-US" altLang="zh-CN" b="1" dirty="0"/>
                <a:t>DATA7</a:t>
              </a:r>
              <a:endParaRPr lang="zh-CN" altLang="en-US" b="1" dirty="0"/>
            </a:p>
          </p:txBody>
        </p:sp>
      </p:grpSp>
      <p:sp>
        <p:nvSpPr>
          <p:cNvPr id="59" name="矩形 58">
            <a:extLst>
              <a:ext uri="{FF2B5EF4-FFF2-40B4-BE49-F238E27FC236}">
                <a16:creationId xmlns:a16="http://schemas.microsoft.com/office/drawing/2014/main" id="{687D26EB-75F9-4460-A509-44DB60BC2F8C}"/>
              </a:ext>
            </a:extLst>
          </p:cNvPr>
          <p:cNvSpPr/>
          <p:nvPr/>
        </p:nvSpPr>
        <p:spPr>
          <a:xfrm>
            <a:off x="2233029" y="1720826"/>
            <a:ext cx="6109567" cy="570600"/>
          </a:xfrm>
          <a:prstGeom prst="rect">
            <a:avLst/>
          </a:prstGeom>
          <a:noFill/>
          <a:ln w="25400">
            <a:solidFill>
              <a:schemeClr val="accent1">
                <a:lumMod val="75000"/>
              </a:schemeClr>
            </a:solid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55" name="矩形 54">
            <a:extLst>
              <a:ext uri="{FF2B5EF4-FFF2-40B4-BE49-F238E27FC236}">
                <a16:creationId xmlns:a16="http://schemas.microsoft.com/office/drawing/2014/main" id="{52B63F1F-AB6D-4E2B-885D-DDC179144E61}"/>
              </a:ext>
            </a:extLst>
          </p:cNvPr>
          <p:cNvSpPr/>
          <p:nvPr/>
        </p:nvSpPr>
        <p:spPr>
          <a:xfrm>
            <a:off x="1152616" y="2280995"/>
            <a:ext cx="907948" cy="2225221"/>
          </a:xfrm>
          <a:prstGeom prst="rect">
            <a:avLst/>
          </a:prstGeom>
          <a:noFill/>
          <a:ln w="25400">
            <a:solidFill>
              <a:schemeClr val="accent1">
                <a:lumMod val="75000"/>
              </a:schemeClr>
            </a:solid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cxnSp>
        <p:nvCxnSpPr>
          <p:cNvPr id="24" name="连接符: 肘形 23">
            <a:extLst>
              <a:ext uri="{FF2B5EF4-FFF2-40B4-BE49-F238E27FC236}">
                <a16:creationId xmlns:a16="http://schemas.microsoft.com/office/drawing/2014/main" id="{1D2DF7C2-B4C1-4D65-8A4D-3F8D09F98C8C}"/>
              </a:ext>
            </a:extLst>
          </p:cNvPr>
          <p:cNvCxnSpPr>
            <a:cxnSpLocks/>
          </p:cNvCxnSpPr>
          <p:nvPr/>
        </p:nvCxnSpPr>
        <p:spPr>
          <a:xfrm flipV="1">
            <a:off x="2060564" y="2282224"/>
            <a:ext cx="3581462" cy="383576"/>
          </a:xfrm>
          <a:prstGeom prst="bentConnector2">
            <a:avLst/>
          </a:prstGeom>
          <a:ln w="25400">
            <a:solidFill>
              <a:schemeClr val="accent1">
                <a:lumMod val="75000"/>
              </a:schemeClr>
            </a:solidFill>
            <a:prstDash val="dash"/>
            <a:tailEnd type="triangle"/>
          </a:ln>
        </p:spPr>
        <p:style>
          <a:lnRef idx="1">
            <a:schemeClr val="accent1"/>
          </a:lnRef>
          <a:fillRef idx="0">
            <a:schemeClr val="accent1"/>
          </a:fillRef>
          <a:effectRef idx="0">
            <a:schemeClr val="accent1"/>
          </a:effectRef>
          <a:fontRef idx="minor">
            <a:schemeClr val="tx1"/>
          </a:fontRef>
        </p:style>
      </p:cxnSp>
      <p:sp>
        <p:nvSpPr>
          <p:cNvPr id="58" name="文本框 57">
            <a:extLst>
              <a:ext uri="{FF2B5EF4-FFF2-40B4-BE49-F238E27FC236}">
                <a16:creationId xmlns:a16="http://schemas.microsoft.com/office/drawing/2014/main" id="{E33D5F7C-D0B5-4966-A96B-E181703BAE80}"/>
              </a:ext>
            </a:extLst>
          </p:cNvPr>
          <p:cNvSpPr txBox="1"/>
          <p:nvPr/>
        </p:nvSpPr>
        <p:spPr>
          <a:xfrm>
            <a:off x="2550087" y="2301510"/>
            <a:ext cx="2769969" cy="369332"/>
          </a:xfrm>
          <a:prstGeom prst="rect">
            <a:avLst/>
          </a:prstGeom>
          <a:noFill/>
        </p:spPr>
        <p:txBody>
          <a:bodyPr wrap="square" rtlCol="0">
            <a:spAutoFit/>
          </a:bodyPr>
          <a:lstStyle/>
          <a:p>
            <a:pPr algn="ctr"/>
            <a:r>
              <a:rPr lang="zh-CN" altLang="en-US" b="1" dirty="0">
                <a:solidFill>
                  <a:schemeClr val="accent1">
                    <a:lumMod val="75000"/>
                  </a:schemeClr>
                </a:solidFill>
              </a:rPr>
              <a:t>无法分辨新旧数据分组</a:t>
            </a:r>
          </a:p>
        </p:txBody>
      </p:sp>
      <p:sp>
        <p:nvSpPr>
          <p:cNvPr id="46" name="平行四边形 45">
            <a:extLst>
              <a:ext uri="{FF2B5EF4-FFF2-40B4-BE49-F238E27FC236}">
                <a16:creationId xmlns:a16="http://schemas.microsoft.com/office/drawing/2014/main" id="{6447F929-AC2E-0740-C36F-F5AA5BD6C483}"/>
              </a:ext>
            </a:extLst>
          </p:cNvPr>
          <p:cNvSpPr/>
          <p:nvPr/>
        </p:nvSpPr>
        <p:spPr>
          <a:xfrm>
            <a:off x="304799" y="749300"/>
            <a:ext cx="695119" cy="387090"/>
          </a:xfrm>
          <a:prstGeom prst="parallelogram">
            <a:avLst/>
          </a:prstGeom>
          <a:solidFill>
            <a:schemeClr val="accent3">
              <a:lumMod val="75000"/>
            </a:schemeClr>
          </a:solidFill>
          <a:ln>
            <a:solidFill>
              <a:schemeClr val="accent3">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CN" sz="2200" dirty="0">
                <a:latin typeface="Impact" panose="020B0806030902050204" pitchFamily="34" charset="0"/>
              </a:rPr>
              <a:t>04</a:t>
            </a:r>
            <a:endParaRPr lang="zh-CN" altLang="en-US" sz="2200" dirty="0">
              <a:latin typeface="Impact" panose="020B0806030902050204" pitchFamily="34" charset="0"/>
            </a:endParaRPr>
          </a:p>
        </p:txBody>
      </p:sp>
    </p:spTree>
    <p:custDataLst>
      <p:tags r:id="rId1"/>
    </p:custDataLst>
    <p:extLst>
      <p:ext uri="{BB962C8B-B14F-4D97-AF65-F5344CB8AC3E}">
        <p14:creationId xmlns:p14="http://schemas.microsoft.com/office/powerpoint/2010/main" val="55188145"/>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 presetClass="entr" presetSubtype="0" fill="hold" grpId="0" nodeType="withEffect">
                                  <p:stCondLst>
                                    <p:cond delay="0"/>
                                  </p:stCondLst>
                                  <p:iterate type="lt">
                                    <p:tmAbs val="100"/>
                                  </p:iterate>
                                  <p:childTnLst>
                                    <p:set>
                                      <p:cBhvr>
                                        <p:cTn id="6" dur="1" fill="hold">
                                          <p:stCondLst>
                                            <p:cond delay="0"/>
                                          </p:stCondLst>
                                        </p:cTn>
                                        <p:tgtEl>
                                          <p:spTgt spid="58"/>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8" grpId="0"/>
    </p:bldLst>
  </p:timing>
</p:sld>
</file>

<file path=ppt/slides/slide18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4" name="矩形 13">
            <a:extLst>
              <a:ext uri="{FF2B5EF4-FFF2-40B4-BE49-F238E27FC236}">
                <a16:creationId xmlns:a16="http://schemas.microsoft.com/office/drawing/2014/main" id="{66E72919-D044-4753-88A7-C5EFA791A022}"/>
              </a:ext>
            </a:extLst>
          </p:cNvPr>
          <p:cNvSpPr/>
          <p:nvPr/>
        </p:nvSpPr>
        <p:spPr>
          <a:xfrm>
            <a:off x="7147770" y="1180812"/>
            <a:ext cx="2483909" cy="291253"/>
          </a:xfrm>
          <a:prstGeom prst="rect">
            <a:avLst/>
          </a:prstGeom>
          <a:solidFill>
            <a:schemeClr val="accent3"/>
          </a:solidFill>
          <a:ln>
            <a:solidFill>
              <a:schemeClr val="accent3"/>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grpSp>
        <p:nvGrpSpPr>
          <p:cNvPr id="15" name="组合 14">
            <a:extLst>
              <a:ext uri="{FF2B5EF4-FFF2-40B4-BE49-F238E27FC236}">
                <a16:creationId xmlns:a16="http://schemas.microsoft.com/office/drawing/2014/main" id="{5E975CB8-1F15-44C8-B910-4880FEFA578B}"/>
              </a:ext>
            </a:extLst>
          </p:cNvPr>
          <p:cNvGrpSpPr/>
          <p:nvPr/>
        </p:nvGrpSpPr>
        <p:grpSpPr>
          <a:xfrm>
            <a:off x="1404666" y="3244334"/>
            <a:ext cx="4183200" cy="955020"/>
            <a:chOff x="1404666" y="3244334"/>
            <a:chExt cx="4183200" cy="955020"/>
          </a:xfrm>
        </p:grpSpPr>
        <p:sp>
          <p:nvSpPr>
            <p:cNvPr id="67" name="矩形 66">
              <a:extLst>
                <a:ext uri="{FF2B5EF4-FFF2-40B4-BE49-F238E27FC236}">
                  <a16:creationId xmlns:a16="http://schemas.microsoft.com/office/drawing/2014/main" id="{6F362CBA-E136-4F38-920C-2FF074E63836}"/>
                </a:ext>
              </a:extLst>
            </p:cNvPr>
            <p:cNvSpPr/>
            <p:nvPr/>
          </p:nvSpPr>
          <p:spPr>
            <a:xfrm>
              <a:off x="1404666" y="3657890"/>
              <a:ext cx="4183200" cy="541464"/>
            </a:xfrm>
            <a:prstGeom prst="rect">
              <a:avLst/>
            </a:prstGeom>
            <a:solidFill>
              <a:schemeClr val="accent3"/>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mc:AlternateContent xmlns:mc="http://schemas.openxmlformats.org/markup-compatibility/2006" xmlns:a14="http://schemas.microsoft.com/office/drawing/2010/main">
          <mc:Choice Requires="a14">
            <p:sp>
              <p:nvSpPr>
                <p:cNvPr id="69" name="文本框 68">
                  <a:extLst>
                    <a:ext uri="{FF2B5EF4-FFF2-40B4-BE49-F238E27FC236}">
                      <a16:creationId xmlns:a16="http://schemas.microsoft.com/office/drawing/2014/main" id="{52F92A08-F96C-4100-8CC5-C774DF689513}"/>
                    </a:ext>
                  </a:extLst>
                </p:cNvPr>
                <p:cNvSpPr txBox="1"/>
                <p:nvPr/>
              </p:nvSpPr>
              <p:spPr>
                <a:xfrm>
                  <a:off x="2973446" y="3244334"/>
                  <a:ext cx="1067217" cy="369332"/>
                </a:xfrm>
                <a:prstGeom prst="rect">
                  <a:avLst/>
                </a:prstGeom>
                <a:noFill/>
              </p:spPr>
              <p:txBody>
                <a:bodyPr wrap="square">
                  <a:spAutoFit/>
                </a:bodyPr>
                <a:lstStyle/>
                <a:p>
                  <a:pPr/>
                  <a14:m>
                    <m:oMathPara xmlns:m="http://schemas.openxmlformats.org/officeDocument/2006/math">
                      <m:oMathParaPr>
                        <m:jc m:val="centerGroup"/>
                      </m:oMathParaPr>
                      <m:oMath xmlns:m="http://schemas.openxmlformats.org/officeDocument/2006/math">
                        <m:sSub>
                          <m:sSubPr>
                            <m:ctrlPr>
                              <a:rPr lang="en-US" altLang="zh-CN" b="1" i="1" smtClean="0">
                                <a:solidFill>
                                  <a:schemeClr val="accent3"/>
                                </a:solidFill>
                                <a:latin typeface="Cambria Math" panose="02040503050406030204" pitchFamily="18" charset="0"/>
                              </a:rPr>
                            </m:ctrlPr>
                          </m:sSubPr>
                          <m:e>
                            <m:r>
                              <a:rPr lang="en-US" altLang="zh-CN" b="1" i="1" smtClean="0">
                                <a:solidFill>
                                  <a:schemeClr val="accent3"/>
                                </a:solidFill>
                                <a:latin typeface="Cambria Math" panose="02040503050406030204" pitchFamily="18" charset="0"/>
                              </a:rPr>
                              <m:t>𝑾</m:t>
                            </m:r>
                          </m:e>
                          <m:sub>
                            <m:r>
                              <a:rPr lang="en-US" altLang="zh-CN" b="1" i="1" smtClean="0">
                                <a:solidFill>
                                  <a:schemeClr val="accent3"/>
                                </a:solidFill>
                                <a:latin typeface="Cambria Math" panose="02040503050406030204" pitchFamily="18" charset="0"/>
                              </a:rPr>
                              <m:t>𝑻</m:t>
                            </m:r>
                          </m:sub>
                        </m:sSub>
                        <m:r>
                          <a:rPr lang="en-US" altLang="zh-CN" b="1" i="1" smtClean="0">
                            <a:solidFill>
                              <a:schemeClr val="accent3"/>
                            </a:solidFill>
                            <a:latin typeface="Cambria Math" panose="02040503050406030204" pitchFamily="18" charset="0"/>
                          </a:rPr>
                          <m:t>=</m:t>
                        </m:r>
                        <m:r>
                          <a:rPr lang="en-US" altLang="zh-CN" b="1" i="1" smtClean="0">
                            <a:solidFill>
                              <a:schemeClr val="accent3"/>
                            </a:solidFill>
                            <a:latin typeface="Cambria Math" panose="02040503050406030204" pitchFamily="18" charset="0"/>
                          </a:rPr>
                          <m:t>𝟖</m:t>
                        </m:r>
                      </m:oMath>
                    </m:oMathPara>
                  </a14:m>
                  <a:endParaRPr lang="zh-CN" altLang="en-US" dirty="0">
                    <a:solidFill>
                      <a:schemeClr val="accent3"/>
                    </a:solidFill>
                  </a:endParaRPr>
                </a:p>
              </p:txBody>
            </p:sp>
          </mc:Choice>
          <mc:Fallback xmlns="">
            <p:sp>
              <p:nvSpPr>
                <p:cNvPr id="69" name="文本框 68">
                  <a:extLst>
                    <a:ext uri="{FF2B5EF4-FFF2-40B4-BE49-F238E27FC236}">
                      <a16:creationId xmlns:a16="http://schemas.microsoft.com/office/drawing/2014/main" id="{52F92A08-F96C-4100-8CC5-C774DF689513}"/>
                    </a:ext>
                  </a:extLst>
                </p:cNvPr>
                <p:cNvSpPr txBox="1">
                  <a:spLocks noRot="1" noChangeAspect="1" noMove="1" noResize="1" noEditPoints="1" noAdjustHandles="1" noChangeArrowheads="1" noChangeShapeType="1" noTextEdit="1"/>
                </p:cNvSpPr>
                <p:nvPr/>
              </p:nvSpPr>
              <p:spPr>
                <a:xfrm>
                  <a:off x="2973446" y="3244334"/>
                  <a:ext cx="1067217" cy="369332"/>
                </a:xfrm>
                <a:prstGeom prst="rect">
                  <a:avLst/>
                </a:prstGeom>
                <a:blipFill>
                  <a:blip r:embed="rId3"/>
                  <a:stretch>
                    <a:fillRect b="-3279"/>
                  </a:stretch>
                </a:blipFill>
              </p:spPr>
              <p:txBody>
                <a:bodyPr/>
                <a:lstStyle/>
                <a:p>
                  <a:r>
                    <a:rPr lang="zh-CN" altLang="en-US">
                      <a:noFill/>
                    </a:rPr>
                    <a:t> </a:t>
                  </a:r>
                </a:p>
              </p:txBody>
            </p:sp>
          </mc:Fallback>
        </mc:AlternateContent>
      </p:grpSp>
      <p:grpSp>
        <p:nvGrpSpPr>
          <p:cNvPr id="4" name="组合 3">
            <a:extLst>
              <a:ext uri="{FF2B5EF4-FFF2-40B4-BE49-F238E27FC236}">
                <a16:creationId xmlns:a16="http://schemas.microsoft.com/office/drawing/2014/main" id="{9A1EA9F2-FCB6-48C3-935F-7AE7E3AD14AC}"/>
              </a:ext>
            </a:extLst>
          </p:cNvPr>
          <p:cNvGrpSpPr/>
          <p:nvPr/>
        </p:nvGrpSpPr>
        <p:grpSpPr>
          <a:xfrm>
            <a:off x="304800" y="749300"/>
            <a:ext cx="6192344" cy="400110"/>
            <a:chOff x="424117" y="898245"/>
            <a:chExt cx="6192344" cy="400110"/>
          </a:xfrm>
        </p:grpSpPr>
        <p:sp>
          <p:nvSpPr>
            <p:cNvPr id="2" name="平行四边形 1">
              <a:extLst>
                <a:ext uri="{FF2B5EF4-FFF2-40B4-BE49-F238E27FC236}">
                  <a16:creationId xmlns:a16="http://schemas.microsoft.com/office/drawing/2014/main" id="{1F5BAA3F-9845-4F89-A2DD-8222D3E4EDAC}"/>
                </a:ext>
              </a:extLst>
            </p:cNvPr>
            <p:cNvSpPr/>
            <p:nvPr/>
          </p:nvSpPr>
          <p:spPr>
            <a:xfrm>
              <a:off x="424117" y="898245"/>
              <a:ext cx="628306" cy="387090"/>
            </a:xfrm>
            <a:prstGeom prst="parallelogram">
              <a:avLst/>
            </a:prstGeom>
            <a:solidFill>
              <a:schemeClr val="accent3">
                <a:lumMod val="75000"/>
              </a:schemeClr>
            </a:solidFill>
            <a:ln>
              <a:solidFill>
                <a:schemeClr val="accent3">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CN" sz="2200" dirty="0">
                  <a:latin typeface="Impact" panose="020B0806030902050204" pitchFamily="34" charset="0"/>
                </a:rPr>
                <a:t>01</a:t>
              </a:r>
              <a:endParaRPr lang="zh-CN" altLang="en-US" sz="2200" dirty="0">
                <a:latin typeface="Impact" panose="020B0806030902050204" pitchFamily="34" charset="0"/>
              </a:endParaRPr>
            </a:p>
          </p:txBody>
        </p:sp>
        <p:sp>
          <p:nvSpPr>
            <p:cNvPr id="3" name="文本框 2">
              <a:extLst>
                <a:ext uri="{FF2B5EF4-FFF2-40B4-BE49-F238E27FC236}">
                  <a16:creationId xmlns:a16="http://schemas.microsoft.com/office/drawing/2014/main" id="{4D6BD736-A4D3-4F26-AFED-36E11F50F70B}"/>
                </a:ext>
              </a:extLst>
            </p:cNvPr>
            <p:cNvSpPr txBox="1"/>
            <p:nvPr/>
          </p:nvSpPr>
          <p:spPr>
            <a:xfrm>
              <a:off x="1052423" y="898245"/>
              <a:ext cx="5564038" cy="400110"/>
            </a:xfrm>
            <a:prstGeom prst="rect">
              <a:avLst/>
            </a:prstGeom>
            <a:noFill/>
          </p:spPr>
          <p:txBody>
            <a:bodyPr wrap="square" rtlCol="0">
              <a:spAutoFit/>
            </a:bodyPr>
            <a:lstStyle/>
            <a:p>
              <a:r>
                <a:rPr lang="zh-CN" altLang="en-US" sz="2000" b="1" dirty="0"/>
                <a:t>回退</a:t>
              </a:r>
              <a:r>
                <a:rPr lang="en-US" altLang="zh-CN" sz="2000" b="1" dirty="0"/>
                <a:t>N</a:t>
              </a:r>
              <a:r>
                <a:rPr lang="zh-CN" altLang="en-US" sz="2000" b="1" dirty="0"/>
                <a:t>帧协议</a:t>
              </a:r>
            </a:p>
          </p:txBody>
        </p:sp>
      </p:grpSp>
      <p:grpSp>
        <p:nvGrpSpPr>
          <p:cNvPr id="10" name="组合 9">
            <a:extLst>
              <a:ext uri="{FF2B5EF4-FFF2-40B4-BE49-F238E27FC236}">
                <a16:creationId xmlns:a16="http://schemas.microsoft.com/office/drawing/2014/main" id="{1DF7F928-D8CE-4D25-B941-E8A4BD2F8951}"/>
              </a:ext>
            </a:extLst>
          </p:cNvPr>
          <p:cNvGrpSpPr/>
          <p:nvPr/>
        </p:nvGrpSpPr>
        <p:grpSpPr>
          <a:xfrm>
            <a:off x="776253" y="1149141"/>
            <a:ext cx="11110947" cy="1230838"/>
            <a:chOff x="776253" y="1149141"/>
            <a:chExt cx="11110947" cy="1230838"/>
          </a:xfrm>
        </p:grpSpPr>
        <p:sp>
          <p:nvSpPr>
            <p:cNvPr id="6" name="文本框 5">
              <a:extLst>
                <a:ext uri="{FF2B5EF4-FFF2-40B4-BE49-F238E27FC236}">
                  <a16:creationId xmlns:a16="http://schemas.microsoft.com/office/drawing/2014/main" id="{0E44FCD9-F99B-4E8E-A951-0096F7B40D37}"/>
                </a:ext>
              </a:extLst>
            </p:cNvPr>
            <p:cNvSpPr txBox="1"/>
            <p:nvPr/>
          </p:nvSpPr>
          <p:spPr>
            <a:xfrm>
              <a:off x="776253" y="1149141"/>
              <a:ext cx="11110947" cy="646331"/>
            </a:xfrm>
            <a:prstGeom prst="rect">
              <a:avLst/>
            </a:prstGeom>
            <a:noFill/>
          </p:spPr>
          <p:txBody>
            <a:bodyPr wrap="square" rtlCol="0">
              <a:spAutoFit/>
            </a:bodyPr>
            <a:lstStyle/>
            <a:p>
              <a:r>
                <a:rPr lang="en-US" altLang="zh-CN" b="1" dirty="0">
                  <a:latin typeface="Arial Narrow" panose="020B0606020202030204" pitchFamily="34" charset="0"/>
                </a:rPr>
                <a:t>【2009</a:t>
              </a:r>
              <a:r>
                <a:rPr lang="zh-CN" altLang="en-US" b="1" dirty="0">
                  <a:latin typeface="Arial Narrow" panose="020B0606020202030204" pitchFamily="34" charset="0"/>
                </a:rPr>
                <a:t>年 题</a:t>
              </a:r>
              <a:r>
                <a:rPr lang="en-US" altLang="zh-CN" b="1" dirty="0">
                  <a:latin typeface="Arial Narrow" panose="020B0606020202030204" pitchFamily="34" charset="0"/>
                </a:rPr>
                <a:t>35】</a:t>
              </a:r>
              <a:r>
                <a:rPr lang="zh-CN" altLang="en-US" b="1" dirty="0">
                  <a:latin typeface="Arial Narrow" panose="020B0606020202030204" pitchFamily="34" charset="0"/>
                </a:rPr>
                <a:t>数据链路层使用后退</a:t>
              </a:r>
              <a:r>
                <a:rPr lang="en-US" altLang="zh-CN" b="1" dirty="0">
                  <a:latin typeface="Arial Narrow" panose="020B0606020202030204" pitchFamily="34" charset="0"/>
                </a:rPr>
                <a:t>N</a:t>
              </a:r>
              <a:r>
                <a:rPr lang="zh-CN" altLang="en-US" b="1" dirty="0">
                  <a:latin typeface="Arial Narrow" panose="020B0606020202030204" pitchFamily="34" charset="0"/>
                </a:rPr>
                <a:t>帧（</a:t>
              </a:r>
              <a:r>
                <a:rPr lang="en-US" altLang="zh-CN" b="1" dirty="0">
                  <a:latin typeface="Arial Narrow" panose="020B0606020202030204" pitchFamily="34" charset="0"/>
                </a:rPr>
                <a:t>GBN</a:t>
              </a:r>
              <a:r>
                <a:rPr lang="zh-CN" altLang="en-US" b="1" dirty="0">
                  <a:latin typeface="Arial Narrow" panose="020B0606020202030204" pitchFamily="34" charset="0"/>
                </a:rPr>
                <a:t>）协议，发送方已经发送了编号</a:t>
              </a:r>
              <a:r>
                <a:rPr lang="en-US" altLang="zh-CN" b="1" dirty="0">
                  <a:latin typeface="Arial Narrow" panose="020B0606020202030204" pitchFamily="34" charset="0"/>
                </a:rPr>
                <a:t>0~7</a:t>
              </a:r>
              <a:r>
                <a:rPr lang="zh-CN" altLang="en-US" b="1" dirty="0">
                  <a:latin typeface="Arial Narrow" panose="020B0606020202030204" pitchFamily="34" charset="0"/>
                </a:rPr>
                <a:t>的帧。当计时器超时时，</a:t>
              </a:r>
              <a:endParaRPr lang="en-US" altLang="zh-CN" b="1" dirty="0">
                <a:latin typeface="Arial Narrow" panose="020B0606020202030204" pitchFamily="34" charset="0"/>
              </a:endParaRPr>
            </a:p>
            <a:p>
              <a:r>
                <a:rPr lang="zh-CN" altLang="en-US" b="1" dirty="0">
                  <a:latin typeface="Arial Narrow" panose="020B0606020202030204" pitchFamily="34" charset="0"/>
                </a:rPr>
                <a:t>                              若发送方只收到了</a:t>
              </a:r>
              <a:r>
                <a:rPr lang="en-US" altLang="zh-CN" b="1" dirty="0">
                  <a:latin typeface="Arial Narrow" panose="020B0606020202030204" pitchFamily="34" charset="0"/>
                </a:rPr>
                <a:t>0</a:t>
              </a:r>
              <a:r>
                <a:rPr lang="zh-CN" altLang="en-US" b="1" dirty="0">
                  <a:latin typeface="Arial Narrow" panose="020B0606020202030204" pitchFamily="34" charset="0"/>
                </a:rPr>
                <a:t>、</a:t>
              </a:r>
              <a:r>
                <a:rPr lang="en-US" altLang="zh-CN" b="1" dirty="0">
                  <a:latin typeface="Arial Narrow" panose="020B0606020202030204" pitchFamily="34" charset="0"/>
                </a:rPr>
                <a:t>2</a:t>
              </a:r>
              <a:r>
                <a:rPr lang="zh-CN" altLang="en-US" b="1" dirty="0">
                  <a:latin typeface="Arial Narrow" panose="020B0606020202030204" pitchFamily="34" charset="0"/>
                </a:rPr>
                <a:t>、</a:t>
              </a:r>
              <a:r>
                <a:rPr lang="en-US" altLang="zh-CN" b="1" dirty="0">
                  <a:latin typeface="Arial Narrow" panose="020B0606020202030204" pitchFamily="34" charset="0"/>
                </a:rPr>
                <a:t>3</a:t>
              </a:r>
              <a:r>
                <a:rPr lang="zh-CN" altLang="en-US" b="1" dirty="0">
                  <a:latin typeface="Arial Narrow" panose="020B0606020202030204" pitchFamily="34" charset="0"/>
                </a:rPr>
                <a:t>号帧的确认，则发送方需要重发的帧数是（      ）。</a:t>
              </a:r>
            </a:p>
          </p:txBody>
        </p:sp>
        <p:sp>
          <p:nvSpPr>
            <p:cNvPr id="56" name="文本框 55">
              <a:extLst>
                <a:ext uri="{FF2B5EF4-FFF2-40B4-BE49-F238E27FC236}">
                  <a16:creationId xmlns:a16="http://schemas.microsoft.com/office/drawing/2014/main" id="{BBE35731-FF30-47AE-BF68-D2DB837317D9}"/>
                </a:ext>
              </a:extLst>
            </p:cNvPr>
            <p:cNvSpPr txBox="1"/>
            <p:nvPr/>
          </p:nvSpPr>
          <p:spPr>
            <a:xfrm>
              <a:off x="2382484" y="2010647"/>
              <a:ext cx="590962" cy="369332"/>
            </a:xfrm>
            <a:prstGeom prst="rect">
              <a:avLst/>
            </a:prstGeom>
            <a:noFill/>
          </p:spPr>
          <p:txBody>
            <a:bodyPr wrap="square" rtlCol="0">
              <a:spAutoFit/>
            </a:bodyPr>
            <a:lstStyle/>
            <a:p>
              <a:r>
                <a:rPr lang="en-US" altLang="zh-CN" b="1" dirty="0">
                  <a:latin typeface="Arial Narrow" panose="020B0606020202030204" pitchFamily="34" charset="0"/>
                </a:rPr>
                <a:t>A. 2</a:t>
              </a:r>
              <a:endParaRPr lang="zh-CN" altLang="en-US" b="1" dirty="0">
                <a:latin typeface="Arial Narrow" panose="020B0606020202030204" pitchFamily="34" charset="0"/>
              </a:endParaRPr>
            </a:p>
          </p:txBody>
        </p:sp>
        <p:sp>
          <p:nvSpPr>
            <p:cNvPr id="60" name="文本框 59">
              <a:extLst>
                <a:ext uri="{FF2B5EF4-FFF2-40B4-BE49-F238E27FC236}">
                  <a16:creationId xmlns:a16="http://schemas.microsoft.com/office/drawing/2014/main" id="{78825FA1-607A-4759-AEAD-FC2B64C56D84}"/>
                </a:ext>
              </a:extLst>
            </p:cNvPr>
            <p:cNvSpPr txBox="1"/>
            <p:nvPr/>
          </p:nvSpPr>
          <p:spPr>
            <a:xfrm>
              <a:off x="4024359" y="2010647"/>
              <a:ext cx="590962" cy="369332"/>
            </a:xfrm>
            <a:prstGeom prst="rect">
              <a:avLst/>
            </a:prstGeom>
            <a:noFill/>
          </p:spPr>
          <p:txBody>
            <a:bodyPr wrap="square" rtlCol="0">
              <a:spAutoFit/>
            </a:bodyPr>
            <a:lstStyle/>
            <a:p>
              <a:r>
                <a:rPr lang="en-US" altLang="zh-CN" b="1" dirty="0">
                  <a:latin typeface="Arial Narrow" panose="020B0606020202030204" pitchFamily="34" charset="0"/>
                </a:rPr>
                <a:t>B. 3</a:t>
              </a:r>
              <a:endParaRPr lang="zh-CN" altLang="en-US" b="1" dirty="0">
                <a:latin typeface="Arial Narrow" panose="020B0606020202030204" pitchFamily="34" charset="0"/>
              </a:endParaRPr>
            </a:p>
          </p:txBody>
        </p:sp>
        <p:sp>
          <p:nvSpPr>
            <p:cNvPr id="61" name="文本框 60">
              <a:extLst>
                <a:ext uri="{FF2B5EF4-FFF2-40B4-BE49-F238E27FC236}">
                  <a16:creationId xmlns:a16="http://schemas.microsoft.com/office/drawing/2014/main" id="{AE3277B1-DBEB-44F9-A42D-29A6B767A075}"/>
                </a:ext>
              </a:extLst>
            </p:cNvPr>
            <p:cNvSpPr txBox="1"/>
            <p:nvPr/>
          </p:nvSpPr>
          <p:spPr>
            <a:xfrm>
              <a:off x="5666234" y="2010647"/>
              <a:ext cx="590962" cy="369332"/>
            </a:xfrm>
            <a:prstGeom prst="rect">
              <a:avLst/>
            </a:prstGeom>
            <a:noFill/>
          </p:spPr>
          <p:txBody>
            <a:bodyPr wrap="square" rtlCol="0">
              <a:spAutoFit/>
            </a:bodyPr>
            <a:lstStyle/>
            <a:p>
              <a:r>
                <a:rPr lang="en-US" altLang="zh-CN" b="1" dirty="0">
                  <a:latin typeface="Arial Narrow" panose="020B0606020202030204" pitchFamily="34" charset="0"/>
                </a:rPr>
                <a:t>C. 4</a:t>
              </a:r>
              <a:endParaRPr lang="zh-CN" altLang="en-US" b="1" dirty="0">
                <a:latin typeface="Arial Narrow" panose="020B0606020202030204" pitchFamily="34" charset="0"/>
              </a:endParaRPr>
            </a:p>
          </p:txBody>
        </p:sp>
        <p:sp>
          <p:nvSpPr>
            <p:cNvPr id="62" name="文本框 61">
              <a:extLst>
                <a:ext uri="{FF2B5EF4-FFF2-40B4-BE49-F238E27FC236}">
                  <a16:creationId xmlns:a16="http://schemas.microsoft.com/office/drawing/2014/main" id="{399ADF5E-0FBC-407D-906E-862EDF099EBE}"/>
                </a:ext>
              </a:extLst>
            </p:cNvPr>
            <p:cNvSpPr txBox="1"/>
            <p:nvPr/>
          </p:nvSpPr>
          <p:spPr>
            <a:xfrm>
              <a:off x="7308110" y="2010647"/>
              <a:ext cx="590962" cy="369332"/>
            </a:xfrm>
            <a:prstGeom prst="rect">
              <a:avLst/>
            </a:prstGeom>
            <a:noFill/>
          </p:spPr>
          <p:txBody>
            <a:bodyPr wrap="square" rtlCol="0">
              <a:spAutoFit/>
            </a:bodyPr>
            <a:lstStyle/>
            <a:p>
              <a:r>
                <a:rPr lang="en-US" altLang="zh-CN" b="1" dirty="0">
                  <a:latin typeface="Arial Narrow" panose="020B0606020202030204" pitchFamily="34" charset="0"/>
                </a:rPr>
                <a:t>D. 5</a:t>
              </a:r>
              <a:endParaRPr lang="zh-CN" altLang="en-US" b="1" dirty="0">
                <a:latin typeface="Arial Narrow" panose="020B0606020202030204" pitchFamily="34" charset="0"/>
              </a:endParaRPr>
            </a:p>
          </p:txBody>
        </p:sp>
      </p:grpSp>
      <p:sp>
        <p:nvSpPr>
          <p:cNvPr id="63" name="文本框 62">
            <a:extLst>
              <a:ext uri="{FF2B5EF4-FFF2-40B4-BE49-F238E27FC236}">
                <a16:creationId xmlns:a16="http://schemas.microsoft.com/office/drawing/2014/main" id="{1AE61273-7553-4AE5-B8C6-6C2E7FBC5B8B}"/>
              </a:ext>
            </a:extLst>
          </p:cNvPr>
          <p:cNvSpPr txBox="1"/>
          <p:nvPr/>
        </p:nvSpPr>
        <p:spPr>
          <a:xfrm>
            <a:off x="9244870" y="1360106"/>
            <a:ext cx="590962" cy="523220"/>
          </a:xfrm>
          <a:prstGeom prst="rect">
            <a:avLst/>
          </a:prstGeom>
          <a:noFill/>
        </p:spPr>
        <p:txBody>
          <a:bodyPr wrap="square" rtlCol="0">
            <a:spAutoFit/>
          </a:bodyPr>
          <a:lstStyle/>
          <a:p>
            <a:pPr algn="ctr"/>
            <a:r>
              <a:rPr lang="en-US" altLang="zh-CN" sz="2800" b="1" dirty="0">
                <a:solidFill>
                  <a:schemeClr val="accent1">
                    <a:lumMod val="75000"/>
                  </a:schemeClr>
                </a:solidFill>
                <a:latin typeface="Arial Black" panose="020B0A04020102020204" pitchFamily="34" charset="0"/>
              </a:rPr>
              <a:t>C</a:t>
            </a:r>
            <a:endParaRPr lang="zh-CN" altLang="en-US" sz="2800" b="1" dirty="0">
              <a:solidFill>
                <a:schemeClr val="accent1">
                  <a:lumMod val="75000"/>
                </a:schemeClr>
              </a:solidFill>
              <a:latin typeface="Arial Black" panose="020B0A04020102020204" pitchFamily="34" charset="0"/>
            </a:endParaRPr>
          </a:p>
        </p:txBody>
      </p:sp>
      <p:sp>
        <p:nvSpPr>
          <p:cNvPr id="64" name="文本框 63">
            <a:extLst>
              <a:ext uri="{FF2B5EF4-FFF2-40B4-BE49-F238E27FC236}">
                <a16:creationId xmlns:a16="http://schemas.microsoft.com/office/drawing/2014/main" id="{2E99F5F0-367E-490C-8AD2-82A09944014F}"/>
              </a:ext>
            </a:extLst>
          </p:cNvPr>
          <p:cNvSpPr txBox="1"/>
          <p:nvPr/>
        </p:nvSpPr>
        <p:spPr>
          <a:xfrm>
            <a:off x="933106" y="2834046"/>
            <a:ext cx="797018" cy="369332"/>
          </a:xfrm>
          <a:prstGeom prst="rect">
            <a:avLst/>
          </a:prstGeom>
          <a:noFill/>
        </p:spPr>
        <p:txBody>
          <a:bodyPr wrap="square" rtlCol="0">
            <a:spAutoFit/>
          </a:bodyPr>
          <a:lstStyle/>
          <a:p>
            <a:r>
              <a:rPr lang="zh-CN" altLang="en-US" b="1" dirty="0">
                <a:latin typeface="Arial Narrow" panose="020B0606020202030204" pitchFamily="34" charset="0"/>
              </a:rPr>
              <a:t>解析</a:t>
            </a:r>
          </a:p>
        </p:txBody>
      </p:sp>
      <p:graphicFrame>
        <p:nvGraphicFramePr>
          <p:cNvPr id="12" name="表格 12">
            <a:extLst>
              <a:ext uri="{FF2B5EF4-FFF2-40B4-BE49-F238E27FC236}">
                <a16:creationId xmlns:a16="http://schemas.microsoft.com/office/drawing/2014/main" id="{F0558C36-FE4E-41BA-BA39-7F770BFC6C94}"/>
              </a:ext>
            </a:extLst>
          </p:cNvPr>
          <p:cNvGraphicFramePr>
            <a:graphicFrameLocks noGrp="1"/>
          </p:cNvGraphicFramePr>
          <p:nvPr/>
        </p:nvGraphicFramePr>
        <p:xfrm>
          <a:off x="1411246" y="3752317"/>
          <a:ext cx="9395820" cy="370840"/>
        </p:xfrm>
        <a:graphic>
          <a:graphicData uri="http://schemas.openxmlformats.org/drawingml/2006/table">
            <a:tbl>
              <a:tblPr firstRow="1" bandRow="1">
                <a:tableStyleId>{5C22544A-7EE6-4342-B048-85BDC9FD1C3A}</a:tableStyleId>
              </a:tblPr>
              <a:tblGrid>
                <a:gridCol w="521990">
                  <a:extLst>
                    <a:ext uri="{9D8B030D-6E8A-4147-A177-3AD203B41FA5}">
                      <a16:colId xmlns:a16="http://schemas.microsoft.com/office/drawing/2014/main" val="4106655359"/>
                    </a:ext>
                  </a:extLst>
                </a:gridCol>
                <a:gridCol w="521990">
                  <a:extLst>
                    <a:ext uri="{9D8B030D-6E8A-4147-A177-3AD203B41FA5}">
                      <a16:colId xmlns:a16="http://schemas.microsoft.com/office/drawing/2014/main" val="3977258027"/>
                    </a:ext>
                  </a:extLst>
                </a:gridCol>
                <a:gridCol w="521990">
                  <a:extLst>
                    <a:ext uri="{9D8B030D-6E8A-4147-A177-3AD203B41FA5}">
                      <a16:colId xmlns:a16="http://schemas.microsoft.com/office/drawing/2014/main" val="1195959456"/>
                    </a:ext>
                  </a:extLst>
                </a:gridCol>
                <a:gridCol w="521990">
                  <a:extLst>
                    <a:ext uri="{9D8B030D-6E8A-4147-A177-3AD203B41FA5}">
                      <a16:colId xmlns:a16="http://schemas.microsoft.com/office/drawing/2014/main" val="2164911556"/>
                    </a:ext>
                  </a:extLst>
                </a:gridCol>
                <a:gridCol w="521990">
                  <a:extLst>
                    <a:ext uri="{9D8B030D-6E8A-4147-A177-3AD203B41FA5}">
                      <a16:colId xmlns:a16="http://schemas.microsoft.com/office/drawing/2014/main" val="3201601367"/>
                    </a:ext>
                  </a:extLst>
                </a:gridCol>
                <a:gridCol w="521990">
                  <a:extLst>
                    <a:ext uri="{9D8B030D-6E8A-4147-A177-3AD203B41FA5}">
                      <a16:colId xmlns:a16="http://schemas.microsoft.com/office/drawing/2014/main" val="3931524795"/>
                    </a:ext>
                  </a:extLst>
                </a:gridCol>
                <a:gridCol w="521990">
                  <a:extLst>
                    <a:ext uri="{9D8B030D-6E8A-4147-A177-3AD203B41FA5}">
                      <a16:colId xmlns:a16="http://schemas.microsoft.com/office/drawing/2014/main" val="2224849259"/>
                    </a:ext>
                  </a:extLst>
                </a:gridCol>
                <a:gridCol w="521990">
                  <a:extLst>
                    <a:ext uri="{9D8B030D-6E8A-4147-A177-3AD203B41FA5}">
                      <a16:colId xmlns:a16="http://schemas.microsoft.com/office/drawing/2014/main" val="2680703336"/>
                    </a:ext>
                  </a:extLst>
                </a:gridCol>
                <a:gridCol w="521990">
                  <a:extLst>
                    <a:ext uri="{9D8B030D-6E8A-4147-A177-3AD203B41FA5}">
                      <a16:colId xmlns:a16="http://schemas.microsoft.com/office/drawing/2014/main" val="1425757859"/>
                    </a:ext>
                  </a:extLst>
                </a:gridCol>
                <a:gridCol w="521990">
                  <a:extLst>
                    <a:ext uri="{9D8B030D-6E8A-4147-A177-3AD203B41FA5}">
                      <a16:colId xmlns:a16="http://schemas.microsoft.com/office/drawing/2014/main" val="3062641218"/>
                    </a:ext>
                  </a:extLst>
                </a:gridCol>
                <a:gridCol w="521990">
                  <a:extLst>
                    <a:ext uri="{9D8B030D-6E8A-4147-A177-3AD203B41FA5}">
                      <a16:colId xmlns:a16="http://schemas.microsoft.com/office/drawing/2014/main" val="1999060212"/>
                    </a:ext>
                  </a:extLst>
                </a:gridCol>
                <a:gridCol w="521990">
                  <a:extLst>
                    <a:ext uri="{9D8B030D-6E8A-4147-A177-3AD203B41FA5}">
                      <a16:colId xmlns:a16="http://schemas.microsoft.com/office/drawing/2014/main" val="1031751853"/>
                    </a:ext>
                  </a:extLst>
                </a:gridCol>
                <a:gridCol w="521990">
                  <a:extLst>
                    <a:ext uri="{9D8B030D-6E8A-4147-A177-3AD203B41FA5}">
                      <a16:colId xmlns:a16="http://schemas.microsoft.com/office/drawing/2014/main" val="3585021492"/>
                    </a:ext>
                  </a:extLst>
                </a:gridCol>
                <a:gridCol w="521990">
                  <a:extLst>
                    <a:ext uri="{9D8B030D-6E8A-4147-A177-3AD203B41FA5}">
                      <a16:colId xmlns:a16="http://schemas.microsoft.com/office/drawing/2014/main" val="4204214179"/>
                    </a:ext>
                  </a:extLst>
                </a:gridCol>
                <a:gridCol w="521990">
                  <a:extLst>
                    <a:ext uri="{9D8B030D-6E8A-4147-A177-3AD203B41FA5}">
                      <a16:colId xmlns:a16="http://schemas.microsoft.com/office/drawing/2014/main" val="841583387"/>
                    </a:ext>
                  </a:extLst>
                </a:gridCol>
                <a:gridCol w="521990">
                  <a:extLst>
                    <a:ext uri="{9D8B030D-6E8A-4147-A177-3AD203B41FA5}">
                      <a16:colId xmlns:a16="http://schemas.microsoft.com/office/drawing/2014/main" val="111594741"/>
                    </a:ext>
                  </a:extLst>
                </a:gridCol>
                <a:gridCol w="521990">
                  <a:extLst>
                    <a:ext uri="{9D8B030D-6E8A-4147-A177-3AD203B41FA5}">
                      <a16:colId xmlns:a16="http://schemas.microsoft.com/office/drawing/2014/main" val="1305785342"/>
                    </a:ext>
                  </a:extLst>
                </a:gridCol>
                <a:gridCol w="521990">
                  <a:extLst>
                    <a:ext uri="{9D8B030D-6E8A-4147-A177-3AD203B41FA5}">
                      <a16:colId xmlns:a16="http://schemas.microsoft.com/office/drawing/2014/main" val="1243411119"/>
                    </a:ext>
                  </a:extLst>
                </a:gridCol>
              </a:tblGrid>
              <a:tr h="370840">
                <a:tc>
                  <a:txBody>
                    <a:bodyPr/>
                    <a:lstStyle/>
                    <a:p>
                      <a:pPr algn="ctr"/>
                      <a:r>
                        <a:rPr lang="en-US" altLang="zh-CN" dirty="0">
                          <a:solidFill>
                            <a:schemeClr val="tx1"/>
                          </a:solidFill>
                          <a:latin typeface="Arial Black" panose="020B0A04020102020204" pitchFamily="34" charset="0"/>
                        </a:rPr>
                        <a:t>0</a:t>
                      </a:r>
                      <a:endParaRPr lang="zh-CN" altLang="en-US" dirty="0">
                        <a:solidFill>
                          <a:schemeClr val="tx1"/>
                        </a:solidFill>
                        <a:latin typeface="Arial Black" panose="020B0A04020102020204" pitchFamily="34" charset="0"/>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ctr"/>
                      <a:r>
                        <a:rPr lang="en-US" altLang="zh-CN" dirty="0">
                          <a:solidFill>
                            <a:schemeClr val="tx1"/>
                          </a:solidFill>
                          <a:latin typeface="Arial Black" panose="020B0A04020102020204" pitchFamily="34" charset="0"/>
                        </a:rPr>
                        <a:t>1</a:t>
                      </a:r>
                      <a:endParaRPr lang="zh-CN" altLang="en-US" dirty="0">
                        <a:solidFill>
                          <a:schemeClr val="tx1"/>
                        </a:solidFill>
                        <a:latin typeface="Arial Black" panose="020B0A04020102020204" pitchFamily="34" charset="0"/>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ctr"/>
                      <a:r>
                        <a:rPr lang="en-US" altLang="zh-CN" dirty="0">
                          <a:solidFill>
                            <a:schemeClr val="tx1"/>
                          </a:solidFill>
                          <a:latin typeface="Arial Black" panose="020B0A04020102020204" pitchFamily="34" charset="0"/>
                        </a:rPr>
                        <a:t>2</a:t>
                      </a:r>
                      <a:endParaRPr lang="zh-CN" altLang="en-US" dirty="0">
                        <a:solidFill>
                          <a:schemeClr val="tx1"/>
                        </a:solidFill>
                        <a:latin typeface="Arial Black" panose="020B0A04020102020204" pitchFamily="34" charset="0"/>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ctr"/>
                      <a:r>
                        <a:rPr lang="en-US" altLang="zh-CN" dirty="0">
                          <a:solidFill>
                            <a:schemeClr val="tx1"/>
                          </a:solidFill>
                          <a:latin typeface="Arial Black" panose="020B0A04020102020204" pitchFamily="34" charset="0"/>
                        </a:rPr>
                        <a:t>3</a:t>
                      </a:r>
                      <a:endParaRPr lang="zh-CN" altLang="en-US" dirty="0">
                        <a:solidFill>
                          <a:schemeClr val="tx1"/>
                        </a:solidFill>
                        <a:latin typeface="Arial Black" panose="020B0A04020102020204" pitchFamily="34" charset="0"/>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ctr"/>
                      <a:r>
                        <a:rPr lang="en-US" altLang="zh-CN" dirty="0">
                          <a:solidFill>
                            <a:schemeClr val="tx1"/>
                          </a:solidFill>
                          <a:latin typeface="Arial Black" panose="020B0A04020102020204" pitchFamily="34" charset="0"/>
                        </a:rPr>
                        <a:t>4</a:t>
                      </a:r>
                      <a:endParaRPr lang="zh-CN" altLang="en-US" dirty="0">
                        <a:solidFill>
                          <a:schemeClr val="tx1"/>
                        </a:solidFill>
                        <a:latin typeface="Arial Black" panose="020B0A04020102020204" pitchFamily="34" charset="0"/>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ctr"/>
                      <a:r>
                        <a:rPr lang="en-US" altLang="zh-CN" dirty="0">
                          <a:solidFill>
                            <a:schemeClr val="tx1"/>
                          </a:solidFill>
                          <a:latin typeface="Arial Black" panose="020B0A04020102020204" pitchFamily="34" charset="0"/>
                        </a:rPr>
                        <a:t>5</a:t>
                      </a:r>
                      <a:endParaRPr lang="zh-CN" altLang="en-US" dirty="0">
                        <a:solidFill>
                          <a:schemeClr val="tx1"/>
                        </a:solidFill>
                        <a:latin typeface="Arial Black" panose="020B0A04020102020204" pitchFamily="34" charset="0"/>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ctr"/>
                      <a:r>
                        <a:rPr lang="en-US" altLang="zh-CN" dirty="0">
                          <a:solidFill>
                            <a:schemeClr val="tx1"/>
                          </a:solidFill>
                          <a:latin typeface="Arial Black" panose="020B0A04020102020204" pitchFamily="34" charset="0"/>
                        </a:rPr>
                        <a:t>6</a:t>
                      </a:r>
                      <a:endParaRPr lang="zh-CN" altLang="en-US" dirty="0">
                        <a:solidFill>
                          <a:schemeClr val="tx1"/>
                        </a:solidFill>
                        <a:latin typeface="Arial Black" panose="020B0A04020102020204" pitchFamily="34" charset="0"/>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ctr"/>
                      <a:r>
                        <a:rPr lang="en-US" altLang="zh-CN" dirty="0">
                          <a:solidFill>
                            <a:schemeClr val="tx1"/>
                          </a:solidFill>
                          <a:latin typeface="Arial Black" panose="020B0A04020102020204" pitchFamily="34" charset="0"/>
                        </a:rPr>
                        <a:t>7</a:t>
                      </a:r>
                      <a:endParaRPr lang="zh-CN" altLang="en-US" dirty="0">
                        <a:solidFill>
                          <a:schemeClr val="tx1"/>
                        </a:solidFill>
                        <a:latin typeface="Arial Black" panose="020B0A04020102020204" pitchFamily="34" charset="0"/>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ctr"/>
                      <a:r>
                        <a:rPr lang="en-US" altLang="zh-CN" dirty="0">
                          <a:solidFill>
                            <a:schemeClr val="tx1"/>
                          </a:solidFill>
                          <a:latin typeface="Arial Black" panose="020B0A04020102020204" pitchFamily="34" charset="0"/>
                        </a:rPr>
                        <a:t>8</a:t>
                      </a:r>
                      <a:endParaRPr lang="zh-CN" altLang="en-US" dirty="0">
                        <a:solidFill>
                          <a:schemeClr val="tx1"/>
                        </a:solidFill>
                        <a:latin typeface="Arial Black" panose="020B0A04020102020204" pitchFamily="34" charset="0"/>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ctr"/>
                      <a:r>
                        <a:rPr lang="en-US" altLang="zh-CN" dirty="0">
                          <a:solidFill>
                            <a:schemeClr val="tx1"/>
                          </a:solidFill>
                          <a:latin typeface="Arial Black" panose="020B0A04020102020204" pitchFamily="34" charset="0"/>
                        </a:rPr>
                        <a:t>9</a:t>
                      </a:r>
                      <a:endParaRPr lang="zh-CN" altLang="en-US" dirty="0">
                        <a:solidFill>
                          <a:schemeClr val="tx1"/>
                        </a:solidFill>
                        <a:latin typeface="Arial Black" panose="020B0A04020102020204" pitchFamily="34" charset="0"/>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ctr"/>
                      <a:r>
                        <a:rPr lang="en-US" altLang="zh-CN" dirty="0">
                          <a:solidFill>
                            <a:schemeClr val="tx1"/>
                          </a:solidFill>
                          <a:latin typeface="Arial Black" panose="020B0A04020102020204" pitchFamily="34" charset="0"/>
                        </a:rPr>
                        <a:t>10</a:t>
                      </a:r>
                      <a:endParaRPr lang="zh-CN" altLang="en-US" dirty="0">
                        <a:solidFill>
                          <a:schemeClr val="tx1"/>
                        </a:solidFill>
                        <a:latin typeface="Arial Black" panose="020B0A04020102020204" pitchFamily="34" charset="0"/>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ctr"/>
                      <a:r>
                        <a:rPr lang="en-US" altLang="zh-CN" dirty="0">
                          <a:solidFill>
                            <a:schemeClr val="tx1"/>
                          </a:solidFill>
                          <a:latin typeface="Arial Black" panose="020B0A04020102020204" pitchFamily="34" charset="0"/>
                        </a:rPr>
                        <a:t>11</a:t>
                      </a:r>
                      <a:endParaRPr lang="zh-CN" altLang="en-US" dirty="0">
                        <a:solidFill>
                          <a:schemeClr val="tx1"/>
                        </a:solidFill>
                        <a:latin typeface="Arial Black" panose="020B0A04020102020204" pitchFamily="34" charset="0"/>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ctr"/>
                      <a:r>
                        <a:rPr lang="en-US" altLang="zh-CN" dirty="0">
                          <a:solidFill>
                            <a:schemeClr val="tx1"/>
                          </a:solidFill>
                          <a:latin typeface="Arial Black" panose="020B0A04020102020204" pitchFamily="34" charset="0"/>
                        </a:rPr>
                        <a:t>12</a:t>
                      </a:r>
                      <a:endParaRPr lang="zh-CN" altLang="en-US" dirty="0">
                        <a:solidFill>
                          <a:schemeClr val="tx1"/>
                        </a:solidFill>
                        <a:latin typeface="Arial Black" panose="020B0A04020102020204" pitchFamily="34" charset="0"/>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ctr"/>
                      <a:r>
                        <a:rPr lang="en-US" altLang="zh-CN" dirty="0">
                          <a:solidFill>
                            <a:schemeClr val="tx1"/>
                          </a:solidFill>
                          <a:latin typeface="Arial Black" panose="020B0A04020102020204" pitchFamily="34" charset="0"/>
                        </a:rPr>
                        <a:t>13</a:t>
                      </a:r>
                      <a:endParaRPr lang="zh-CN" altLang="en-US" dirty="0">
                        <a:solidFill>
                          <a:schemeClr val="tx1"/>
                        </a:solidFill>
                        <a:latin typeface="Arial Black" panose="020B0A04020102020204" pitchFamily="34" charset="0"/>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ctr"/>
                      <a:r>
                        <a:rPr lang="en-US" altLang="zh-CN" dirty="0">
                          <a:solidFill>
                            <a:schemeClr val="tx1"/>
                          </a:solidFill>
                          <a:latin typeface="Arial Black" panose="020B0A04020102020204" pitchFamily="34" charset="0"/>
                        </a:rPr>
                        <a:t>14</a:t>
                      </a:r>
                      <a:endParaRPr lang="zh-CN" altLang="en-US" dirty="0">
                        <a:solidFill>
                          <a:schemeClr val="tx1"/>
                        </a:solidFill>
                        <a:latin typeface="Arial Black" panose="020B0A04020102020204" pitchFamily="34" charset="0"/>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ctr"/>
                      <a:r>
                        <a:rPr lang="en-US" altLang="zh-CN" dirty="0">
                          <a:solidFill>
                            <a:schemeClr val="tx1"/>
                          </a:solidFill>
                          <a:latin typeface="Arial Black" panose="020B0A04020102020204" pitchFamily="34" charset="0"/>
                        </a:rPr>
                        <a:t>15</a:t>
                      </a:r>
                      <a:endParaRPr lang="zh-CN" altLang="en-US" dirty="0">
                        <a:solidFill>
                          <a:schemeClr val="tx1"/>
                        </a:solidFill>
                        <a:latin typeface="Arial Black" panose="020B0A04020102020204" pitchFamily="34" charset="0"/>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ctr"/>
                      <a:r>
                        <a:rPr lang="en-US" altLang="zh-CN" dirty="0">
                          <a:solidFill>
                            <a:schemeClr val="tx1"/>
                          </a:solidFill>
                          <a:latin typeface="Arial Black" panose="020B0A04020102020204" pitchFamily="34" charset="0"/>
                        </a:rPr>
                        <a:t>0</a:t>
                      </a:r>
                      <a:endParaRPr lang="zh-CN" altLang="en-US" dirty="0">
                        <a:solidFill>
                          <a:schemeClr val="tx1"/>
                        </a:solidFill>
                        <a:latin typeface="Arial Black" panose="020B0A04020102020204" pitchFamily="34" charset="0"/>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ctr"/>
                      <a:r>
                        <a:rPr lang="en-US" altLang="zh-CN" dirty="0">
                          <a:solidFill>
                            <a:schemeClr val="tx1"/>
                          </a:solidFill>
                          <a:latin typeface="Arial Black" panose="020B0A04020102020204" pitchFamily="34" charset="0"/>
                        </a:rPr>
                        <a:t>…</a:t>
                      </a:r>
                      <a:endParaRPr lang="zh-CN" altLang="en-US" dirty="0">
                        <a:solidFill>
                          <a:schemeClr val="tx1"/>
                        </a:solidFill>
                        <a:latin typeface="Arial Black" panose="020B0A04020102020204" pitchFamily="34" charset="0"/>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extLst>
                  <a:ext uri="{0D108BD9-81ED-4DB2-BD59-A6C34878D82A}">
                    <a16:rowId xmlns:a16="http://schemas.microsoft.com/office/drawing/2014/main" val="2967980494"/>
                  </a:ext>
                </a:extLst>
              </a:tr>
            </a:tbl>
          </a:graphicData>
        </a:graphic>
      </p:graphicFrame>
      <p:sp>
        <p:nvSpPr>
          <p:cNvPr id="70" name="矩形 69">
            <a:extLst>
              <a:ext uri="{FF2B5EF4-FFF2-40B4-BE49-F238E27FC236}">
                <a16:creationId xmlns:a16="http://schemas.microsoft.com/office/drawing/2014/main" id="{164E65B5-9BC0-4F9F-AB3E-90C84C89C30D}"/>
              </a:ext>
            </a:extLst>
          </p:cNvPr>
          <p:cNvSpPr/>
          <p:nvPr/>
        </p:nvSpPr>
        <p:spPr>
          <a:xfrm>
            <a:off x="1411246" y="3752317"/>
            <a:ext cx="4176620" cy="369332"/>
          </a:xfrm>
          <a:prstGeom prst="rect">
            <a:avLst/>
          </a:prstGeom>
          <a:solidFill>
            <a:schemeClr val="accent3">
              <a:alpha val="74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19" name="平行四边形 18">
            <a:extLst>
              <a:ext uri="{FF2B5EF4-FFF2-40B4-BE49-F238E27FC236}">
                <a16:creationId xmlns:a16="http://schemas.microsoft.com/office/drawing/2014/main" id="{367B67EA-8A72-FB21-FA41-D4587493D178}"/>
              </a:ext>
            </a:extLst>
          </p:cNvPr>
          <p:cNvSpPr/>
          <p:nvPr/>
        </p:nvSpPr>
        <p:spPr>
          <a:xfrm>
            <a:off x="304799" y="749300"/>
            <a:ext cx="695119" cy="387090"/>
          </a:xfrm>
          <a:prstGeom prst="parallelogram">
            <a:avLst/>
          </a:prstGeom>
          <a:solidFill>
            <a:schemeClr val="accent3">
              <a:lumMod val="75000"/>
            </a:schemeClr>
          </a:solidFill>
          <a:ln>
            <a:solidFill>
              <a:schemeClr val="accent3">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CN" sz="2200" dirty="0">
                <a:latin typeface="Impact" panose="020B0806030902050204" pitchFamily="34" charset="0"/>
              </a:rPr>
              <a:t>04</a:t>
            </a:r>
            <a:endParaRPr lang="zh-CN" altLang="en-US" sz="2200" dirty="0">
              <a:latin typeface="Impact" panose="020B0806030902050204" pitchFamily="34" charset="0"/>
            </a:endParaRPr>
          </a:p>
        </p:txBody>
      </p:sp>
    </p:spTree>
    <p:custDataLst>
      <p:tags r:id="rId1"/>
    </p:custDataLst>
    <p:extLst>
      <p:ext uri="{BB962C8B-B14F-4D97-AF65-F5344CB8AC3E}">
        <p14:creationId xmlns:p14="http://schemas.microsoft.com/office/powerpoint/2010/main" val="2250509464"/>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30" presetClass="entr" presetSubtype="0" fill="hold" nodeType="withEffect">
                                  <p:stCondLst>
                                    <p:cond delay="0"/>
                                  </p:stCondLst>
                                  <p:childTnLst>
                                    <p:set>
                                      <p:cBhvr>
                                        <p:cTn id="6" dur="1" fill="hold">
                                          <p:stCondLst>
                                            <p:cond delay="0"/>
                                          </p:stCondLst>
                                        </p:cTn>
                                        <p:tgtEl>
                                          <p:spTgt spid="10"/>
                                        </p:tgtEl>
                                        <p:attrNameLst>
                                          <p:attrName>style.visibility</p:attrName>
                                        </p:attrNameLst>
                                      </p:cBhvr>
                                      <p:to>
                                        <p:strVal val="visible"/>
                                      </p:to>
                                    </p:set>
                                    <p:animEffect transition="in" filter="fade">
                                      <p:cBhvr>
                                        <p:cTn id="7" dur="800" decel="100000"/>
                                        <p:tgtEl>
                                          <p:spTgt spid="10"/>
                                        </p:tgtEl>
                                      </p:cBhvr>
                                    </p:animEffect>
                                    <p:anim calcmode="lin" valueType="num">
                                      <p:cBhvr>
                                        <p:cTn id="8" dur="800" decel="100000" fill="hold"/>
                                        <p:tgtEl>
                                          <p:spTgt spid="10"/>
                                        </p:tgtEl>
                                        <p:attrNameLst>
                                          <p:attrName>style.rotation</p:attrName>
                                        </p:attrNameLst>
                                      </p:cBhvr>
                                      <p:tavLst>
                                        <p:tav tm="0">
                                          <p:val>
                                            <p:fltVal val="-90"/>
                                          </p:val>
                                        </p:tav>
                                        <p:tav tm="100000">
                                          <p:val>
                                            <p:fltVal val="0"/>
                                          </p:val>
                                        </p:tav>
                                      </p:tavLst>
                                    </p:anim>
                                    <p:anim calcmode="lin" valueType="num">
                                      <p:cBhvr>
                                        <p:cTn id="9" dur="800" decel="100000" fill="hold"/>
                                        <p:tgtEl>
                                          <p:spTgt spid="10"/>
                                        </p:tgtEl>
                                        <p:attrNameLst>
                                          <p:attrName>ppt_x</p:attrName>
                                        </p:attrNameLst>
                                      </p:cBhvr>
                                      <p:tavLst>
                                        <p:tav tm="0">
                                          <p:val>
                                            <p:strVal val="#ppt_x+0.4"/>
                                          </p:val>
                                        </p:tav>
                                        <p:tav tm="100000">
                                          <p:val>
                                            <p:strVal val="#ppt_x-0.05"/>
                                          </p:val>
                                        </p:tav>
                                      </p:tavLst>
                                    </p:anim>
                                    <p:anim calcmode="lin" valueType="num">
                                      <p:cBhvr>
                                        <p:cTn id="10" dur="800" decel="100000" fill="hold"/>
                                        <p:tgtEl>
                                          <p:spTgt spid="10"/>
                                        </p:tgtEl>
                                        <p:attrNameLst>
                                          <p:attrName>ppt_y</p:attrName>
                                        </p:attrNameLst>
                                      </p:cBhvr>
                                      <p:tavLst>
                                        <p:tav tm="0">
                                          <p:val>
                                            <p:strVal val="#ppt_y-0.4"/>
                                          </p:val>
                                        </p:tav>
                                        <p:tav tm="100000">
                                          <p:val>
                                            <p:strVal val="#ppt_y+0.1"/>
                                          </p:val>
                                        </p:tav>
                                      </p:tavLst>
                                    </p:anim>
                                    <p:anim calcmode="lin" valueType="num">
                                      <p:cBhvr>
                                        <p:cTn id="11" dur="200" accel="100000" fill="hold">
                                          <p:stCondLst>
                                            <p:cond delay="800"/>
                                          </p:stCondLst>
                                        </p:cTn>
                                        <p:tgtEl>
                                          <p:spTgt spid="10"/>
                                        </p:tgtEl>
                                        <p:attrNameLst>
                                          <p:attrName>ppt_x</p:attrName>
                                        </p:attrNameLst>
                                      </p:cBhvr>
                                      <p:tavLst>
                                        <p:tav tm="0">
                                          <p:val>
                                            <p:strVal val="#ppt_x-0.05"/>
                                          </p:val>
                                        </p:tav>
                                        <p:tav tm="100000">
                                          <p:val>
                                            <p:strVal val="#ppt_x"/>
                                          </p:val>
                                        </p:tav>
                                      </p:tavLst>
                                    </p:anim>
                                    <p:anim calcmode="lin" valueType="num">
                                      <p:cBhvr>
                                        <p:cTn id="12" dur="200" accel="100000" fill="hold">
                                          <p:stCondLst>
                                            <p:cond delay="800"/>
                                          </p:stCondLst>
                                        </p:cTn>
                                        <p:tgtEl>
                                          <p:spTgt spid="10"/>
                                        </p:tgtEl>
                                        <p:attrNameLst>
                                          <p:attrName>ppt_y</p:attrName>
                                        </p:attrNameLst>
                                      </p:cBhvr>
                                      <p:tavLst>
                                        <p:tav tm="0">
                                          <p:val>
                                            <p:strVal val="#ppt_y+0.1"/>
                                          </p:val>
                                        </p:tav>
                                        <p:tav tm="100000">
                                          <p:val>
                                            <p:strVal val="#ppt_y"/>
                                          </p:val>
                                        </p:tav>
                                      </p:tavLst>
                                    </p:anim>
                                  </p:childTnLst>
                                </p:cTn>
                              </p:par>
                            </p:childTnLst>
                          </p:cTn>
                        </p:par>
                      </p:childTnLst>
                    </p:cTn>
                  </p:par>
                  <p:par>
                    <p:cTn id="13" fill="hold">
                      <p:stCondLst>
                        <p:cond delay="indefinite"/>
                      </p:stCondLst>
                      <p:childTnLst>
                        <p:par>
                          <p:cTn id="14" fill="hold">
                            <p:stCondLst>
                              <p:cond delay="0"/>
                            </p:stCondLst>
                            <p:childTnLst>
                              <p:par>
                                <p:cTn id="15" presetID="30" presetClass="entr" presetSubtype="0" fill="hold" grpId="0" nodeType="clickEffect">
                                  <p:stCondLst>
                                    <p:cond delay="0"/>
                                  </p:stCondLst>
                                  <p:childTnLst>
                                    <p:set>
                                      <p:cBhvr>
                                        <p:cTn id="16" dur="1" fill="hold">
                                          <p:stCondLst>
                                            <p:cond delay="0"/>
                                          </p:stCondLst>
                                        </p:cTn>
                                        <p:tgtEl>
                                          <p:spTgt spid="63"/>
                                        </p:tgtEl>
                                        <p:attrNameLst>
                                          <p:attrName>style.visibility</p:attrName>
                                        </p:attrNameLst>
                                      </p:cBhvr>
                                      <p:to>
                                        <p:strVal val="visible"/>
                                      </p:to>
                                    </p:set>
                                    <p:animEffect transition="in" filter="fade">
                                      <p:cBhvr>
                                        <p:cTn id="17" dur="800" decel="100000"/>
                                        <p:tgtEl>
                                          <p:spTgt spid="63"/>
                                        </p:tgtEl>
                                      </p:cBhvr>
                                    </p:animEffect>
                                    <p:anim calcmode="lin" valueType="num">
                                      <p:cBhvr>
                                        <p:cTn id="18" dur="800" decel="100000" fill="hold"/>
                                        <p:tgtEl>
                                          <p:spTgt spid="63"/>
                                        </p:tgtEl>
                                        <p:attrNameLst>
                                          <p:attrName>style.rotation</p:attrName>
                                        </p:attrNameLst>
                                      </p:cBhvr>
                                      <p:tavLst>
                                        <p:tav tm="0">
                                          <p:val>
                                            <p:fltVal val="-90"/>
                                          </p:val>
                                        </p:tav>
                                        <p:tav tm="100000">
                                          <p:val>
                                            <p:fltVal val="0"/>
                                          </p:val>
                                        </p:tav>
                                      </p:tavLst>
                                    </p:anim>
                                    <p:anim calcmode="lin" valueType="num">
                                      <p:cBhvr>
                                        <p:cTn id="19" dur="800" decel="100000" fill="hold"/>
                                        <p:tgtEl>
                                          <p:spTgt spid="63"/>
                                        </p:tgtEl>
                                        <p:attrNameLst>
                                          <p:attrName>ppt_x</p:attrName>
                                        </p:attrNameLst>
                                      </p:cBhvr>
                                      <p:tavLst>
                                        <p:tav tm="0">
                                          <p:val>
                                            <p:strVal val="#ppt_x+0.4"/>
                                          </p:val>
                                        </p:tav>
                                        <p:tav tm="100000">
                                          <p:val>
                                            <p:strVal val="#ppt_x-0.05"/>
                                          </p:val>
                                        </p:tav>
                                      </p:tavLst>
                                    </p:anim>
                                    <p:anim calcmode="lin" valueType="num">
                                      <p:cBhvr>
                                        <p:cTn id="20" dur="800" decel="100000" fill="hold"/>
                                        <p:tgtEl>
                                          <p:spTgt spid="63"/>
                                        </p:tgtEl>
                                        <p:attrNameLst>
                                          <p:attrName>ppt_y</p:attrName>
                                        </p:attrNameLst>
                                      </p:cBhvr>
                                      <p:tavLst>
                                        <p:tav tm="0">
                                          <p:val>
                                            <p:strVal val="#ppt_y-0.4"/>
                                          </p:val>
                                        </p:tav>
                                        <p:tav tm="100000">
                                          <p:val>
                                            <p:strVal val="#ppt_y+0.1"/>
                                          </p:val>
                                        </p:tav>
                                      </p:tavLst>
                                    </p:anim>
                                    <p:anim calcmode="lin" valueType="num">
                                      <p:cBhvr>
                                        <p:cTn id="21" dur="200" accel="100000" fill="hold">
                                          <p:stCondLst>
                                            <p:cond delay="800"/>
                                          </p:stCondLst>
                                        </p:cTn>
                                        <p:tgtEl>
                                          <p:spTgt spid="63"/>
                                        </p:tgtEl>
                                        <p:attrNameLst>
                                          <p:attrName>ppt_x</p:attrName>
                                        </p:attrNameLst>
                                      </p:cBhvr>
                                      <p:tavLst>
                                        <p:tav tm="0">
                                          <p:val>
                                            <p:strVal val="#ppt_x-0.05"/>
                                          </p:val>
                                        </p:tav>
                                        <p:tav tm="100000">
                                          <p:val>
                                            <p:strVal val="#ppt_x"/>
                                          </p:val>
                                        </p:tav>
                                      </p:tavLst>
                                    </p:anim>
                                    <p:anim calcmode="lin" valueType="num">
                                      <p:cBhvr>
                                        <p:cTn id="22" dur="200" accel="100000" fill="hold">
                                          <p:stCondLst>
                                            <p:cond delay="800"/>
                                          </p:stCondLst>
                                        </p:cTn>
                                        <p:tgtEl>
                                          <p:spTgt spid="63"/>
                                        </p:tgtEl>
                                        <p:attrNameLst>
                                          <p:attrName>ppt_y</p:attrName>
                                        </p:attrNameLst>
                                      </p:cBhvr>
                                      <p:tavLst>
                                        <p:tav tm="0">
                                          <p:val>
                                            <p:strVal val="#ppt_y+0.1"/>
                                          </p:val>
                                        </p:tav>
                                        <p:tav tm="100000">
                                          <p:val>
                                            <p:strVal val="#ppt_y"/>
                                          </p:val>
                                        </p:tav>
                                      </p:tavLst>
                                    </p:anim>
                                  </p:childTnLst>
                                </p:cTn>
                              </p:par>
                            </p:childTnLst>
                          </p:cTn>
                        </p:par>
                      </p:childTnLst>
                    </p:cTn>
                  </p:par>
                  <p:par>
                    <p:cTn id="23" fill="hold">
                      <p:stCondLst>
                        <p:cond delay="indefinite"/>
                      </p:stCondLst>
                      <p:childTnLst>
                        <p:par>
                          <p:cTn id="24" fill="hold">
                            <p:stCondLst>
                              <p:cond delay="0"/>
                            </p:stCondLst>
                            <p:childTnLst>
                              <p:par>
                                <p:cTn id="25" presetID="53" presetClass="entr" presetSubtype="16" fill="hold" grpId="0" nodeType="clickEffect">
                                  <p:stCondLst>
                                    <p:cond delay="0"/>
                                  </p:stCondLst>
                                  <p:childTnLst>
                                    <p:set>
                                      <p:cBhvr>
                                        <p:cTn id="26" dur="1" fill="hold">
                                          <p:stCondLst>
                                            <p:cond delay="0"/>
                                          </p:stCondLst>
                                        </p:cTn>
                                        <p:tgtEl>
                                          <p:spTgt spid="64"/>
                                        </p:tgtEl>
                                        <p:attrNameLst>
                                          <p:attrName>style.visibility</p:attrName>
                                        </p:attrNameLst>
                                      </p:cBhvr>
                                      <p:to>
                                        <p:strVal val="visible"/>
                                      </p:to>
                                    </p:set>
                                    <p:anim calcmode="lin" valueType="num">
                                      <p:cBhvr>
                                        <p:cTn id="27" dur="500" fill="hold"/>
                                        <p:tgtEl>
                                          <p:spTgt spid="64"/>
                                        </p:tgtEl>
                                        <p:attrNameLst>
                                          <p:attrName>ppt_w</p:attrName>
                                        </p:attrNameLst>
                                      </p:cBhvr>
                                      <p:tavLst>
                                        <p:tav tm="0">
                                          <p:val>
                                            <p:fltVal val="0"/>
                                          </p:val>
                                        </p:tav>
                                        <p:tav tm="100000">
                                          <p:val>
                                            <p:strVal val="#ppt_w"/>
                                          </p:val>
                                        </p:tav>
                                      </p:tavLst>
                                    </p:anim>
                                    <p:anim calcmode="lin" valueType="num">
                                      <p:cBhvr>
                                        <p:cTn id="28" dur="500" fill="hold"/>
                                        <p:tgtEl>
                                          <p:spTgt spid="64"/>
                                        </p:tgtEl>
                                        <p:attrNameLst>
                                          <p:attrName>ppt_h</p:attrName>
                                        </p:attrNameLst>
                                      </p:cBhvr>
                                      <p:tavLst>
                                        <p:tav tm="0">
                                          <p:val>
                                            <p:fltVal val="0"/>
                                          </p:val>
                                        </p:tav>
                                        <p:tav tm="100000">
                                          <p:val>
                                            <p:strVal val="#ppt_h"/>
                                          </p:val>
                                        </p:tav>
                                      </p:tavLst>
                                    </p:anim>
                                    <p:animEffect transition="in" filter="fade">
                                      <p:cBhvr>
                                        <p:cTn id="29" dur="500"/>
                                        <p:tgtEl>
                                          <p:spTgt spid="64"/>
                                        </p:tgtEl>
                                      </p:cBhvr>
                                    </p:animEffect>
                                  </p:childTnLst>
                                </p:cTn>
                              </p:par>
                            </p:childTnLst>
                          </p:cTn>
                        </p:par>
                      </p:childTnLst>
                    </p:cTn>
                  </p:par>
                  <p:par>
                    <p:cTn id="30" fill="hold">
                      <p:stCondLst>
                        <p:cond delay="indefinite"/>
                      </p:stCondLst>
                      <p:childTnLst>
                        <p:par>
                          <p:cTn id="31" fill="hold">
                            <p:stCondLst>
                              <p:cond delay="0"/>
                            </p:stCondLst>
                            <p:childTnLst>
                              <p:par>
                                <p:cTn id="32" presetID="22" presetClass="entr" presetSubtype="8" fill="hold" nodeType="clickEffect">
                                  <p:stCondLst>
                                    <p:cond delay="0"/>
                                  </p:stCondLst>
                                  <p:childTnLst>
                                    <p:set>
                                      <p:cBhvr>
                                        <p:cTn id="33" dur="1" fill="hold">
                                          <p:stCondLst>
                                            <p:cond delay="0"/>
                                          </p:stCondLst>
                                        </p:cTn>
                                        <p:tgtEl>
                                          <p:spTgt spid="12"/>
                                        </p:tgtEl>
                                        <p:attrNameLst>
                                          <p:attrName>style.visibility</p:attrName>
                                        </p:attrNameLst>
                                      </p:cBhvr>
                                      <p:to>
                                        <p:strVal val="visible"/>
                                      </p:to>
                                    </p:set>
                                    <p:animEffect transition="in" filter="wipe(left)">
                                      <p:cBhvr>
                                        <p:cTn id="34" dur="1000"/>
                                        <p:tgtEl>
                                          <p:spTgt spid="12"/>
                                        </p:tgtEl>
                                      </p:cBhvr>
                                    </p:animEffect>
                                  </p:childTnLst>
                                </p:cTn>
                              </p:par>
                            </p:childTnLst>
                          </p:cTn>
                        </p:par>
                      </p:childTnLst>
                    </p:cTn>
                  </p:par>
                  <p:par>
                    <p:cTn id="35" fill="hold">
                      <p:stCondLst>
                        <p:cond delay="indefinite"/>
                      </p:stCondLst>
                      <p:childTnLst>
                        <p:par>
                          <p:cTn id="36" fill="hold">
                            <p:stCondLst>
                              <p:cond delay="0"/>
                            </p:stCondLst>
                            <p:childTnLst>
                              <p:par>
                                <p:cTn id="37" presetID="22" presetClass="entr" presetSubtype="8" fill="hold" grpId="0" nodeType="clickEffect">
                                  <p:stCondLst>
                                    <p:cond delay="0"/>
                                  </p:stCondLst>
                                  <p:childTnLst>
                                    <p:set>
                                      <p:cBhvr>
                                        <p:cTn id="38" dur="1" fill="hold">
                                          <p:stCondLst>
                                            <p:cond delay="0"/>
                                          </p:stCondLst>
                                        </p:cTn>
                                        <p:tgtEl>
                                          <p:spTgt spid="14"/>
                                        </p:tgtEl>
                                        <p:attrNameLst>
                                          <p:attrName>style.visibility</p:attrName>
                                        </p:attrNameLst>
                                      </p:cBhvr>
                                      <p:to>
                                        <p:strVal val="visible"/>
                                      </p:to>
                                    </p:set>
                                    <p:animEffect transition="in" filter="wipe(left)">
                                      <p:cBhvr>
                                        <p:cTn id="39" dur="1000"/>
                                        <p:tgtEl>
                                          <p:spTgt spid="14"/>
                                        </p:tgtEl>
                                      </p:cBhvr>
                                    </p:animEffect>
                                  </p:childTnLst>
                                </p:cTn>
                              </p:par>
                            </p:childTnLst>
                          </p:cTn>
                        </p:par>
                      </p:childTnLst>
                    </p:cTn>
                  </p:par>
                  <p:par>
                    <p:cTn id="40" fill="hold">
                      <p:stCondLst>
                        <p:cond delay="indefinite"/>
                      </p:stCondLst>
                      <p:childTnLst>
                        <p:par>
                          <p:cTn id="41" fill="hold">
                            <p:stCondLst>
                              <p:cond delay="0"/>
                            </p:stCondLst>
                            <p:childTnLst>
                              <p:par>
                                <p:cTn id="42" presetID="47" presetClass="entr" presetSubtype="0" fill="hold" nodeType="clickEffect">
                                  <p:stCondLst>
                                    <p:cond delay="0"/>
                                  </p:stCondLst>
                                  <p:childTnLst>
                                    <p:set>
                                      <p:cBhvr>
                                        <p:cTn id="43" dur="1" fill="hold">
                                          <p:stCondLst>
                                            <p:cond delay="0"/>
                                          </p:stCondLst>
                                        </p:cTn>
                                        <p:tgtEl>
                                          <p:spTgt spid="15"/>
                                        </p:tgtEl>
                                        <p:attrNameLst>
                                          <p:attrName>style.visibility</p:attrName>
                                        </p:attrNameLst>
                                      </p:cBhvr>
                                      <p:to>
                                        <p:strVal val="visible"/>
                                      </p:to>
                                    </p:set>
                                    <p:animEffect transition="in" filter="fade">
                                      <p:cBhvr>
                                        <p:cTn id="44" dur="1000"/>
                                        <p:tgtEl>
                                          <p:spTgt spid="15"/>
                                        </p:tgtEl>
                                      </p:cBhvr>
                                    </p:animEffect>
                                    <p:anim calcmode="lin" valueType="num">
                                      <p:cBhvr>
                                        <p:cTn id="45" dur="1000" fill="hold"/>
                                        <p:tgtEl>
                                          <p:spTgt spid="15"/>
                                        </p:tgtEl>
                                        <p:attrNameLst>
                                          <p:attrName>ppt_x</p:attrName>
                                        </p:attrNameLst>
                                      </p:cBhvr>
                                      <p:tavLst>
                                        <p:tav tm="0">
                                          <p:val>
                                            <p:strVal val="#ppt_x"/>
                                          </p:val>
                                        </p:tav>
                                        <p:tav tm="100000">
                                          <p:val>
                                            <p:strVal val="#ppt_x"/>
                                          </p:val>
                                        </p:tav>
                                      </p:tavLst>
                                    </p:anim>
                                    <p:anim calcmode="lin" valueType="num">
                                      <p:cBhvr>
                                        <p:cTn id="46" dur="1000" fill="hold"/>
                                        <p:tgtEl>
                                          <p:spTgt spid="15"/>
                                        </p:tgtEl>
                                        <p:attrNameLst>
                                          <p:attrName>ppt_y</p:attrName>
                                        </p:attrNameLst>
                                      </p:cBhvr>
                                      <p:tavLst>
                                        <p:tav tm="0">
                                          <p:val>
                                            <p:strVal val="#ppt_y-.1"/>
                                          </p:val>
                                        </p:tav>
                                        <p:tav tm="100000">
                                          <p:val>
                                            <p:strVal val="#ppt_y"/>
                                          </p:val>
                                        </p:tav>
                                      </p:tavLst>
                                    </p:anim>
                                  </p:childTnLst>
                                </p:cTn>
                              </p:par>
                            </p:childTnLst>
                          </p:cTn>
                        </p:par>
                      </p:childTnLst>
                    </p:cTn>
                  </p:par>
                  <p:par>
                    <p:cTn id="47" fill="hold">
                      <p:stCondLst>
                        <p:cond delay="indefinite"/>
                      </p:stCondLst>
                      <p:childTnLst>
                        <p:par>
                          <p:cTn id="48" fill="hold">
                            <p:stCondLst>
                              <p:cond delay="0"/>
                            </p:stCondLst>
                            <p:childTnLst>
                              <p:par>
                                <p:cTn id="49" presetID="22" presetClass="entr" presetSubtype="8" fill="hold" grpId="0" nodeType="clickEffect">
                                  <p:stCondLst>
                                    <p:cond delay="0"/>
                                  </p:stCondLst>
                                  <p:childTnLst>
                                    <p:set>
                                      <p:cBhvr>
                                        <p:cTn id="50" dur="1" fill="hold">
                                          <p:stCondLst>
                                            <p:cond delay="0"/>
                                          </p:stCondLst>
                                        </p:cTn>
                                        <p:tgtEl>
                                          <p:spTgt spid="70"/>
                                        </p:tgtEl>
                                        <p:attrNameLst>
                                          <p:attrName>style.visibility</p:attrName>
                                        </p:attrNameLst>
                                      </p:cBhvr>
                                      <p:to>
                                        <p:strVal val="visible"/>
                                      </p:to>
                                    </p:set>
                                    <p:animEffect transition="in" filter="wipe(left)">
                                      <p:cBhvr>
                                        <p:cTn id="51" dur="1000"/>
                                        <p:tgtEl>
                                          <p:spTgt spid="70"/>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4" grpId="0" animBg="1"/>
      <p:bldP spid="63" grpId="0"/>
      <p:bldP spid="64" grpId="0"/>
      <p:bldP spid="70" grpId="0" animBg="1"/>
    </p:bldLst>
  </p:timing>
</p:sld>
</file>

<file path=ppt/slides/slide18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28" name="组合 27">
            <a:extLst>
              <a:ext uri="{FF2B5EF4-FFF2-40B4-BE49-F238E27FC236}">
                <a16:creationId xmlns:a16="http://schemas.microsoft.com/office/drawing/2014/main" id="{443BBE3E-9FAA-4635-87CE-42673AC086B0}"/>
              </a:ext>
            </a:extLst>
          </p:cNvPr>
          <p:cNvGrpSpPr/>
          <p:nvPr/>
        </p:nvGrpSpPr>
        <p:grpSpPr>
          <a:xfrm>
            <a:off x="1926889" y="3244334"/>
            <a:ext cx="4183200" cy="955020"/>
            <a:chOff x="1404666" y="3244334"/>
            <a:chExt cx="4183200" cy="955020"/>
          </a:xfrm>
        </p:grpSpPr>
        <p:sp>
          <p:nvSpPr>
            <p:cNvPr id="29" name="矩形 28">
              <a:extLst>
                <a:ext uri="{FF2B5EF4-FFF2-40B4-BE49-F238E27FC236}">
                  <a16:creationId xmlns:a16="http://schemas.microsoft.com/office/drawing/2014/main" id="{314B0ACE-3E9D-4C6D-ADDB-4B6D967B8B03}"/>
                </a:ext>
              </a:extLst>
            </p:cNvPr>
            <p:cNvSpPr/>
            <p:nvPr/>
          </p:nvSpPr>
          <p:spPr>
            <a:xfrm>
              <a:off x="1404666" y="3657890"/>
              <a:ext cx="4183200" cy="541464"/>
            </a:xfrm>
            <a:prstGeom prst="rect">
              <a:avLst/>
            </a:prstGeom>
            <a:solidFill>
              <a:schemeClr val="accent3"/>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mc:AlternateContent xmlns:mc="http://schemas.openxmlformats.org/markup-compatibility/2006" xmlns:a14="http://schemas.microsoft.com/office/drawing/2010/main">
          <mc:Choice Requires="a14">
            <p:sp>
              <p:nvSpPr>
                <p:cNvPr id="30" name="文本框 29">
                  <a:extLst>
                    <a:ext uri="{FF2B5EF4-FFF2-40B4-BE49-F238E27FC236}">
                      <a16:creationId xmlns:a16="http://schemas.microsoft.com/office/drawing/2014/main" id="{BA9F2A3D-3F35-4056-B791-8B2C887FA22E}"/>
                    </a:ext>
                  </a:extLst>
                </p:cNvPr>
                <p:cNvSpPr txBox="1"/>
                <p:nvPr/>
              </p:nvSpPr>
              <p:spPr>
                <a:xfrm>
                  <a:off x="2973446" y="3244334"/>
                  <a:ext cx="1067217" cy="369332"/>
                </a:xfrm>
                <a:prstGeom prst="rect">
                  <a:avLst/>
                </a:prstGeom>
                <a:noFill/>
              </p:spPr>
              <p:txBody>
                <a:bodyPr wrap="square">
                  <a:spAutoFit/>
                </a:bodyPr>
                <a:lstStyle/>
                <a:p>
                  <a:pPr/>
                  <a14:m>
                    <m:oMathPara xmlns:m="http://schemas.openxmlformats.org/officeDocument/2006/math">
                      <m:oMathParaPr>
                        <m:jc m:val="centerGroup"/>
                      </m:oMathParaPr>
                      <m:oMath xmlns:m="http://schemas.openxmlformats.org/officeDocument/2006/math">
                        <m:sSub>
                          <m:sSubPr>
                            <m:ctrlPr>
                              <a:rPr lang="en-US" altLang="zh-CN" b="1" i="1" smtClean="0">
                                <a:solidFill>
                                  <a:schemeClr val="accent3"/>
                                </a:solidFill>
                                <a:latin typeface="Cambria Math" panose="02040503050406030204" pitchFamily="18" charset="0"/>
                              </a:rPr>
                            </m:ctrlPr>
                          </m:sSubPr>
                          <m:e>
                            <m:r>
                              <a:rPr lang="en-US" altLang="zh-CN" b="1" i="1" smtClean="0">
                                <a:solidFill>
                                  <a:schemeClr val="accent3"/>
                                </a:solidFill>
                                <a:latin typeface="Cambria Math" panose="02040503050406030204" pitchFamily="18" charset="0"/>
                              </a:rPr>
                              <m:t>𝑾</m:t>
                            </m:r>
                          </m:e>
                          <m:sub>
                            <m:r>
                              <a:rPr lang="en-US" altLang="zh-CN" b="1" i="1" smtClean="0">
                                <a:solidFill>
                                  <a:schemeClr val="accent3"/>
                                </a:solidFill>
                                <a:latin typeface="Cambria Math" panose="02040503050406030204" pitchFamily="18" charset="0"/>
                              </a:rPr>
                              <m:t>𝑻</m:t>
                            </m:r>
                          </m:sub>
                        </m:sSub>
                        <m:r>
                          <a:rPr lang="en-US" altLang="zh-CN" b="1" i="1" smtClean="0">
                            <a:solidFill>
                              <a:schemeClr val="accent3"/>
                            </a:solidFill>
                            <a:latin typeface="Cambria Math" panose="02040503050406030204" pitchFamily="18" charset="0"/>
                          </a:rPr>
                          <m:t>=</m:t>
                        </m:r>
                        <m:r>
                          <a:rPr lang="en-US" altLang="zh-CN" b="1" i="1" smtClean="0">
                            <a:solidFill>
                              <a:schemeClr val="accent3"/>
                            </a:solidFill>
                            <a:latin typeface="Cambria Math" panose="02040503050406030204" pitchFamily="18" charset="0"/>
                          </a:rPr>
                          <m:t>𝟖</m:t>
                        </m:r>
                      </m:oMath>
                    </m:oMathPara>
                  </a14:m>
                  <a:endParaRPr lang="zh-CN" altLang="en-US" dirty="0">
                    <a:solidFill>
                      <a:schemeClr val="accent3"/>
                    </a:solidFill>
                  </a:endParaRPr>
                </a:p>
              </p:txBody>
            </p:sp>
          </mc:Choice>
          <mc:Fallback xmlns="">
            <p:sp>
              <p:nvSpPr>
                <p:cNvPr id="30" name="文本框 29">
                  <a:extLst>
                    <a:ext uri="{FF2B5EF4-FFF2-40B4-BE49-F238E27FC236}">
                      <a16:creationId xmlns:a16="http://schemas.microsoft.com/office/drawing/2014/main" id="{BA9F2A3D-3F35-4056-B791-8B2C887FA22E}"/>
                    </a:ext>
                  </a:extLst>
                </p:cNvPr>
                <p:cNvSpPr txBox="1">
                  <a:spLocks noRot="1" noChangeAspect="1" noMove="1" noResize="1" noEditPoints="1" noAdjustHandles="1" noChangeArrowheads="1" noChangeShapeType="1" noTextEdit="1"/>
                </p:cNvSpPr>
                <p:nvPr/>
              </p:nvSpPr>
              <p:spPr>
                <a:xfrm>
                  <a:off x="2973446" y="3244334"/>
                  <a:ext cx="1067217" cy="369332"/>
                </a:xfrm>
                <a:prstGeom prst="rect">
                  <a:avLst/>
                </a:prstGeom>
                <a:blipFill>
                  <a:blip r:embed="rId3"/>
                  <a:stretch>
                    <a:fillRect b="-3279"/>
                  </a:stretch>
                </a:blipFill>
              </p:spPr>
              <p:txBody>
                <a:bodyPr/>
                <a:lstStyle/>
                <a:p>
                  <a:r>
                    <a:rPr lang="zh-CN" altLang="en-US">
                      <a:noFill/>
                    </a:rPr>
                    <a:t> </a:t>
                  </a:r>
                </a:p>
              </p:txBody>
            </p:sp>
          </mc:Fallback>
        </mc:AlternateContent>
      </p:grpSp>
      <p:sp>
        <p:nvSpPr>
          <p:cNvPr id="19" name="矩形 18">
            <a:extLst>
              <a:ext uri="{FF2B5EF4-FFF2-40B4-BE49-F238E27FC236}">
                <a16:creationId xmlns:a16="http://schemas.microsoft.com/office/drawing/2014/main" id="{3984BDEE-67F1-4CB0-B8E5-57955B131BAB}"/>
              </a:ext>
            </a:extLst>
          </p:cNvPr>
          <p:cNvSpPr/>
          <p:nvPr/>
        </p:nvSpPr>
        <p:spPr>
          <a:xfrm>
            <a:off x="2664809" y="1466180"/>
            <a:ext cx="3525482" cy="291253"/>
          </a:xfrm>
          <a:prstGeom prst="rect">
            <a:avLst/>
          </a:prstGeom>
          <a:solidFill>
            <a:schemeClr val="accent4"/>
          </a:solidFill>
          <a:ln>
            <a:solidFill>
              <a:schemeClr val="accent4"/>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14" name="矩形 13">
            <a:extLst>
              <a:ext uri="{FF2B5EF4-FFF2-40B4-BE49-F238E27FC236}">
                <a16:creationId xmlns:a16="http://schemas.microsoft.com/office/drawing/2014/main" id="{66E72919-D044-4753-88A7-C5EFA791A022}"/>
              </a:ext>
            </a:extLst>
          </p:cNvPr>
          <p:cNvSpPr/>
          <p:nvPr/>
        </p:nvSpPr>
        <p:spPr>
          <a:xfrm>
            <a:off x="7147770" y="1180812"/>
            <a:ext cx="2483909" cy="291253"/>
          </a:xfrm>
          <a:prstGeom prst="rect">
            <a:avLst/>
          </a:prstGeom>
          <a:solidFill>
            <a:schemeClr val="accent3"/>
          </a:solidFill>
          <a:ln>
            <a:solidFill>
              <a:schemeClr val="accent3"/>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grpSp>
        <p:nvGrpSpPr>
          <p:cNvPr id="15" name="组合 14">
            <a:extLst>
              <a:ext uri="{FF2B5EF4-FFF2-40B4-BE49-F238E27FC236}">
                <a16:creationId xmlns:a16="http://schemas.microsoft.com/office/drawing/2014/main" id="{5E975CB8-1F15-44C8-B910-4880FEFA578B}"/>
              </a:ext>
            </a:extLst>
          </p:cNvPr>
          <p:cNvGrpSpPr/>
          <p:nvPr/>
        </p:nvGrpSpPr>
        <p:grpSpPr>
          <a:xfrm>
            <a:off x="1404666" y="3244334"/>
            <a:ext cx="4183200" cy="955020"/>
            <a:chOff x="1404666" y="3244334"/>
            <a:chExt cx="4183200" cy="955020"/>
          </a:xfrm>
        </p:grpSpPr>
        <p:sp>
          <p:nvSpPr>
            <p:cNvPr id="67" name="矩形 66">
              <a:extLst>
                <a:ext uri="{FF2B5EF4-FFF2-40B4-BE49-F238E27FC236}">
                  <a16:creationId xmlns:a16="http://schemas.microsoft.com/office/drawing/2014/main" id="{6F362CBA-E136-4F38-920C-2FF074E63836}"/>
                </a:ext>
              </a:extLst>
            </p:cNvPr>
            <p:cNvSpPr/>
            <p:nvPr/>
          </p:nvSpPr>
          <p:spPr>
            <a:xfrm>
              <a:off x="1404666" y="3657890"/>
              <a:ext cx="4183200" cy="541464"/>
            </a:xfrm>
            <a:prstGeom prst="rect">
              <a:avLst/>
            </a:prstGeom>
            <a:solidFill>
              <a:schemeClr val="accent3"/>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mc:AlternateContent xmlns:mc="http://schemas.openxmlformats.org/markup-compatibility/2006" xmlns:a14="http://schemas.microsoft.com/office/drawing/2010/main">
          <mc:Choice Requires="a14">
            <p:sp>
              <p:nvSpPr>
                <p:cNvPr id="69" name="文本框 68">
                  <a:extLst>
                    <a:ext uri="{FF2B5EF4-FFF2-40B4-BE49-F238E27FC236}">
                      <a16:creationId xmlns:a16="http://schemas.microsoft.com/office/drawing/2014/main" id="{52F92A08-F96C-4100-8CC5-C774DF689513}"/>
                    </a:ext>
                  </a:extLst>
                </p:cNvPr>
                <p:cNvSpPr txBox="1"/>
                <p:nvPr/>
              </p:nvSpPr>
              <p:spPr>
                <a:xfrm>
                  <a:off x="2973446" y="3244334"/>
                  <a:ext cx="1067217" cy="369332"/>
                </a:xfrm>
                <a:prstGeom prst="rect">
                  <a:avLst/>
                </a:prstGeom>
                <a:noFill/>
              </p:spPr>
              <p:txBody>
                <a:bodyPr wrap="square">
                  <a:spAutoFit/>
                </a:bodyPr>
                <a:lstStyle/>
                <a:p>
                  <a:pPr/>
                  <a14:m>
                    <m:oMathPara xmlns:m="http://schemas.openxmlformats.org/officeDocument/2006/math">
                      <m:oMathParaPr>
                        <m:jc m:val="centerGroup"/>
                      </m:oMathParaPr>
                      <m:oMath xmlns:m="http://schemas.openxmlformats.org/officeDocument/2006/math">
                        <m:sSub>
                          <m:sSubPr>
                            <m:ctrlPr>
                              <a:rPr lang="en-US" altLang="zh-CN" b="1" i="1" smtClean="0">
                                <a:solidFill>
                                  <a:schemeClr val="accent3"/>
                                </a:solidFill>
                                <a:latin typeface="Cambria Math" panose="02040503050406030204" pitchFamily="18" charset="0"/>
                              </a:rPr>
                            </m:ctrlPr>
                          </m:sSubPr>
                          <m:e>
                            <m:r>
                              <a:rPr lang="en-US" altLang="zh-CN" b="1" i="1" smtClean="0">
                                <a:solidFill>
                                  <a:schemeClr val="accent3"/>
                                </a:solidFill>
                                <a:latin typeface="Cambria Math" panose="02040503050406030204" pitchFamily="18" charset="0"/>
                              </a:rPr>
                              <m:t>𝑾</m:t>
                            </m:r>
                          </m:e>
                          <m:sub>
                            <m:r>
                              <a:rPr lang="en-US" altLang="zh-CN" b="1" i="1" smtClean="0">
                                <a:solidFill>
                                  <a:schemeClr val="accent3"/>
                                </a:solidFill>
                                <a:latin typeface="Cambria Math" panose="02040503050406030204" pitchFamily="18" charset="0"/>
                              </a:rPr>
                              <m:t>𝑻</m:t>
                            </m:r>
                          </m:sub>
                        </m:sSub>
                        <m:r>
                          <a:rPr lang="en-US" altLang="zh-CN" b="1" i="1" smtClean="0">
                            <a:solidFill>
                              <a:schemeClr val="accent3"/>
                            </a:solidFill>
                            <a:latin typeface="Cambria Math" panose="02040503050406030204" pitchFamily="18" charset="0"/>
                          </a:rPr>
                          <m:t>=</m:t>
                        </m:r>
                        <m:r>
                          <a:rPr lang="en-US" altLang="zh-CN" b="1" i="1" smtClean="0">
                            <a:solidFill>
                              <a:schemeClr val="accent3"/>
                            </a:solidFill>
                            <a:latin typeface="Cambria Math" panose="02040503050406030204" pitchFamily="18" charset="0"/>
                          </a:rPr>
                          <m:t>𝟖</m:t>
                        </m:r>
                      </m:oMath>
                    </m:oMathPara>
                  </a14:m>
                  <a:endParaRPr lang="zh-CN" altLang="en-US" dirty="0">
                    <a:solidFill>
                      <a:schemeClr val="accent3"/>
                    </a:solidFill>
                  </a:endParaRPr>
                </a:p>
              </p:txBody>
            </p:sp>
          </mc:Choice>
          <mc:Fallback xmlns="">
            <p:sp>
              <p:nvSpPr>
                <p:cNvPr id="69" name="文本框 68">
                  <a:extLst>
                    <a:ext uri="{FF2B5EF4-FFF2-40B4-BE49-F238E27FC236}">
                      <a16:creationId xmlns:a16="http://schemas.microsoft.com/office/drawing/2014/main" id="{52F92A08-F96C-4100-8CC5-C774DF689513}"/>
                    </a:ext>
                  </a:extLst>
                </p:cNvPr>
                <p:cNvSpPr txBox="1">
                  <a:spLocks noRot="1" noChangeAspect="1" noMove="1" noResize="1" noEditPoints="1" noAdjustHandles="1" noChangeArrowheads="1" noChangeShapeType="1" noTextEdit="1"/>
                </p:cNvSpPr>
                <p:nvPr/>
              </p:nvSpPr>
              <p:spPr>
                <a:xfrm>
                  <a:off x="2973446" y="3244334"/>
                  <a:ext cx="1067217" cy="369332"/>
                </a:xfrm>
                <a:prstGeom prst="rect">
                  <a:avLst/>
                </a:prstGeom>
                <a:blipFill>
                  <a:blip r:embed="rId4"/>
                  <a:stretch>
                    <a:fillRect b="-3279"/>
                  </a:stretch>
                </a:blipFill>
              </p:spPr>
              <p:txBody>
                <a:bodyPr/>
                <a:lstStyle/>
                <a:p>
                  <a:r>
                    <a:rPr lang="zh-CN" altLang="en-US">
                      <a:noFill/>
                    </a:rPr>
                    <a:t> </a:t>
                  </a:r>
                </a:p>
              </p:txBody>
            </p:sp>
          </mc:Fallback>
        </mc:AlternateContent>
      </p:grpSp>
      <p:grpSp>
        <p:nvGrpSpPr>
          <p:cNvPr id="4" name="组合 3">
            <a:extLst>
              <a:ext uri="{FF2B5EF4-FFF2-40B4-BE49-F238E27FC236}">
                <a16:creationId xmlns:a16="http://schemas.microsoft.com/office/drawing/2014/main" id="{9A1EA9F2-FCB6-48C3-935F-7AE7E3AD14AC}"/>
              </a:ext>
            </a:extLst>
          </p:cNvPr>
          <p:cNvGrpSpPr/>
          <p:nvPr/>
        </p:nvGrpSpPr>
        <p:grpSpPr>
          <a:xfrm>
            <a:off x="304800" y="749300"/>
            <a:ext cx="6192344" cy="400110"/>
            <a:chOff x="424117" y="898245"/>
            <a:chExt cx="6192344" cy="400110"/>
          </a:xfrm>
        </p:grpSpPr>
        <p:sp>
          <p:nvSpPr>
            <p:cNvPr id="2" name="平行四边形 1">
              <a:extLst>
                <a:ext uri="{FF2B5EF4-FFF2-40B4-BE49-F238E27FC236}">
                  <a16:creationId xmlns:a16="http://schemas.microsoft.com/office/drawing/2014/main" id="{1F5BAA3F-9845-4F89-A2DD-8222D3E4EDAC}"/>
                </a:ext>
              </a:extLst>
            </p:cNvPr>
            <p:cNvSpPr/>
            <p:nvPr/>
          </p:nvSpPr>
          <p:spPr>
            <a:xfrm>
              <a:off x="424117" y="898245"/>
              <a:ext cx="628306" cy="387090"/>
            </a:xfrm>
            <a:prstGeom prst="parallelogram">
              <a:avLst/>
            </a:prstGeom>
            <a:solidFill>
              <a:schemeClr val="accent3">
                <a:lumMod val="75000"/>
              </a:schemeClr>
            </a:solidFill>
            <a:ln>
              <a:solidFill>
                <a:schemeClr val="accent3">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CN" sz="2200" dirty="0">
                  <a:latin typeface="Impact" panose="020B0806030902050204" pitchFamily="34" charset="0"/>
                </a:rPr>
                <a:t>01</a:t>
              </a:r>
              <a:endParaRPr lang="zh-CN" altLang="en-US" sz="2200" dirty="0">
                <a:latin typeface="Impact" panose="020B0806030902050204" pitchFamily="34" charset="0"/>
              </a:endParaRPr>
            </a:p>
          </p:txBody>
        </p:sp>
        <p:sp>
          <p:nvSpPr>
            <p:cNvPr id="3" name="文本框 2">
              <a:extLst>
                <a:ext uri="{FF2B5EF4-FFF2-40B4-BE49-F238E27FC236}">
                  <a16:creationId xmlns:a16="http://schemas.microsoft.com/office/drawing/2014/main" id="{4D6BD736-A4D3-4F26-AFED-36E11F50F70B}"/>
                </a:ext>
              </a:extLst>
            </p:cNvPr>
            <p:cNvSpPr txBox="1"/>
            <p:nvPr/>
          </p:nvSpPr>
          <p:spPr>
            <a:xfrm>
              <a:off x="1052423" y="898245"/>
              <a:ext cx="5564038" cy="400110"/>
            </a:xfrm>
            <a:prstGeom prst="rect">
              <a:avLst/>
            </a:prstGeom>
            <a:noFill/>
          </p:spPr>
          <p:txBody>
            <a:bodyPr wrap="square" rtlCol="0">
              <a:spAutoFit/>
            </a:bodyPr>
            <a:lstStyle/>
            <a:p>
              <a:r>
                <a:rPr lang="zh-CN" altLang="en-US" sz="2000" b="1" dirty="0"/>
                <a:t>回退</a:t>
              </a:r>
              <a:r>
                <a:rPr lang="en-US" altLang="zh-CN" sz="2000" b="1" dirty="0"/>
                <a:t>N</a:t>
              </a:r>
              <a:r>
                <a:rPr lang="zh-CN" altLang="en-US" sz="2000" b="1" dirty="0"/>
                <a:t>帧协议</a:t>
              </a:r>
            </a:p>
          </p:txBody>
        </p:sp>
      </p:grpSp>
      <p:grpSp>
        <p:nvGrpSpPr>
          <p:cNvPr id="10" name="组合 9">
            <a:extLst>
              <a:ext uri="{FF2B5EF4-FFF2-40B4-BE49-F238E27FC236}">
                <a16:creationId xmlns:a16="http://schemas.microsoft.com/office/drawing/2014/main" id="{1DF7F928-D8CE-4D25-B941-E8A4BD2F8951}"/>
              </a:ext>
            </a:extLst>
          </p:cNvPr>
          <p:cNvGrpSpPr/>
          <p:nvPr/>
        </p:nvGrpSpPr>
        <p:grpSpPr>
          <a:xfrm>
            <a:off x="776253" y="1149141"/>
            <a:ext cx="11110947" cy="1230838"/>
            <a:chOff x="776253" y="1149141"/>
            <a:chExt cx="11110947" cy="1230838"/>
          </a:xfrm>
        </p:grpSpPr>
        <p:sp>
          <p:nvSpPr>
            <p:cNvPr id="6" name="文本框 5">
              <a:extLst>
                <a:ext uri="{FF2B5EF4-FFF2-40B4-BE49-F238E27FC236}">
                  <a16:creationId xmlns:a16="http://schemas.microsoft.com/office/drawing/2014/main" id="{0E44FCD9-F99B-4E8E-A951-0096F7B40D37}"/>
                </a:ext>
              </a:extLst>
            </p:cNvPr>
            <p:cNvSpPr txBox="1"/>
            <p:nvPr/>
          </p:nvSpPr>
          <p:spPr>
            <a:xfrm>
              <a:off x="776253" y="1149141"/>
              <a:ext cx="11110947" cy="646331"/>
            </a:xfrm>
            <a:prstGeom prst="rect">
              <a:avLst/>
            </a:prstGeom>
            <a:noFill/>
          </p:spPr>
          <p:txBody>
            <a:bodyPr wrap="square" rtlCol="0">
              <a:spAutoFit/>
            </a:bodyPr>
            <a:lstStyle/>
            <a:p>
              <a:r>
                <a:rPr lang="en-US" altLang="zh-CN" b="1" dirty="0">
                  <a:latin typeface="Arial Narrow" panose="020B0606020202030204" pitchFamily="34" charset="0"/>
                </a:rPr>
                <a:t>【2009</a:t>
              </a:r>
              <a:r>
                <a:rPr lang="zh-CN" altLang="en-US" b="1" dirty="0">
                  <a:latin typeface="Arial Narrow" panose="020B0606020202030204" pitchFamily="34" charset="0"/>
                </a:rPr>
                <a:t>年 题</a:t>
              </a:r>
              <a:r>
                <a:rPr lang="en-US" altLang="zh-CN" b="1" dirty="0">
                  <a:latin typeface="Arial Narrow" panose="020B0606020202030204" pitchFamily="34" charset="0"/>
                </a:rPr>
                <a:t>35】</a:t>
              </a:r>
              <a:r>
                <a:rPr lang="zh-CN" altLang="en-US" b="1" dirty="0">
                  <a:latin typeface="Arial Narrow" panose="020B0606020202030204" pitchFamily="34" charset="0"/>
                </a:rPr>
                <a:t>数据链路层使用后退</a:t>
              </a:r>
              <a:r>
                <a:rPr lang="en-US" altLang="zh-CN" b="1" dirty="0">
                  <a:latin typeface="Arial Narrow" panose="020B0606020202030204" pitchFamily="34" charset="0"/>
                </a:rPr>
                <a:t>N</a:t>
              </a:r>
              <a:r>
                <a:rPr lang="zh-CN" altLang="en-US" b="1" dirty="0">
                  <a:latin typeface="Arial Narrow" panose="020B0606020202030204" pitchFamily="34" charset="0"/>
                </a:rPr>
                <a:t>帧（</a:t>
              </a:r>
              <a:r>
                <a:rPr lang="en-US" altLang="zh-CN" b="1" dirty="0">
                  <a:latin typeface="Arial Narrow" panose="020B0606020202030204" pitchFamily="34" charset="0"/>
                </a:rPr>
                <a:t>GBN</a:t>
              </a:r>
              <a:r>
                <a:rPr lang="zh-CN" altLang="en-US" b="1" dirty="0">
                  <a:latin typeface="Arial Narrow" panose="020B0606020202030204" pitchFamily="34" charset="0"/>
                </a:rPr>
                <a:t>）协议，发送方已经发送了编号</a:t>
              </a:r>
              <a:r>
                <a:rPr lang="en-US" altLang="zh-CN" b="1" dirty="0">
                  <a:latin typeface="Arial Narrow" panose="020B0606020202030204" pitchFamily="34" charset="0"/>
                </a:rPr>
                <a:t>0~7</a:t>
              </a:r>
              <a:r>
                <a:rPr lang="zh-CN" altLang="en-US" b="1" dirty="0">
                  <a:latin typeface="Arial Narrow" panose="020B0606020202030204" pitchFamily="34" charset="0"/>
                </a:rPr>
                <a:t>的帧。当计时器超时时，</a:t>
              </a:r>
              <a:endParaRPr lang="en-US" altLang="zh-CN" b="1" dirty="0">
                <a:latin typeface="Arial Narrow" panose="020B0606020202030204" pitchFamily="34" charset="0"/>
              </a:endParaRPr>
            </a:p>
            <a:p>
              <a:r>
                <a:rPr lang="zh-CN" altLang="en-US" b="1" dirty="0">
                  <a:latin typeface="Arial Narrow" panose="020B0606020202030204" pitchFamily="34" charset="0"/>
                </a:rPr>
                <a:t>                              若发送方只收到了</a:t>
              </a:r>
              <a:r>
                <a:rPr lang="en-US" altLang="zh-CN" b="1" dirty="0">
                  <a:latin typeface="Arial Narrow" panose="020B0606020202030204" pitchFamily="34" charset="0"/>
                </a:rPr>
                <a:t>0</a:t>
              </a:r>
              <a:r>
                <a:rPr lang="zh-CN" altLang="en-US" b="1" dirty="0">
                  <a:latin typeface="Arial Narrow" panose="020B0606020202030204" pitchFamily="34" charset="0"/>
                </a:rPr>
                <a:t>、</a:t>
              </a:r>
              <a:r>
                <a:rPr lang="en-US" altLang="zh-CN" b="1" dirty="0">
                  <a:latin typeface="Arial Narrow" panose="020B0606020202030204" pitchFamily="34" charset="0"/>
                </a:rPr>
                <a:t>2</a:t>
              </a:r>
              <a:r>
                <a:rPr lang="zh-CN" altLang="en-US" b="1" dirty="0">
                  <a:latin typeface="Arial Narrow" panose="020B0606020202030204" pitchFamily="34" charset="0"/>
                </a:rPr>
                <a:t>、</a:t>
              </a:r>
              <a:r>
                <a:rPr lang="en-US" altLang="zh-CN" b="1" dirty="0">
                  <a:latin typeface="Arial Narrow" panose="020B0606020202030204" pitchFamily="34" charset="0"/>
                </a:rPr>
                <a:t>3</a:t>
              </a:r>
              <a:r>
                <a:rPr lang="zh-CN" altLang="en-US" b="1" dirty="0">
                  <a:latin typeface="Arial Narrow" panose="020B0606020202030204" pitchFamily="34" charset="0"/>
                </a:rPr>
                <a:t>号帧的确认，则发送方需要重发的帧数是（      ）。</a:t>
              </a:r>
            </a:p>
          </p:txBody>
        </p:sp>
        <p:sp>
          <p:nvSpPr>
            <p:cNvPr id="56" name="文本框 55">
              <a:extLst>
                <a:ext uri="{FF2B5EF4-FFF2-40B4-BE49-F238E27FC236}">
                  <a16:creationId xmlns:a16="http://schemas.microsoft.com/office/drawing/2014/main" id="{BBE35731-FF30-47AE-BF68-D2DB837317D9}"/>
                </a:ext>
              </a:extLst>
            </p:cNvPr>
            <p:cNvSpPr txBox="1"/>
            <p:nvPr/>
          </p:nvSpPr>
          <p:spPr>
            <a:xfrm>
              <a:off x="2382484" y="2010647"/>
              <a:ext cx="590962" cy="369332"/>
            </a:xfrm>
            <a:prstGeom prst="rect">
              <a:avLst/>
            </a:prstGeom>
            <a:noFill/>
          </p:spPr>
          <p:txBody>
            <a:bodyPr wrap="square" rtlCol="0">
              <a:spAutoFit/>
            </a:bodyPr>
            <a:lstStyle/>
            <a:p>
              <a:r>
                <a:rPr lang="en-US" altLang="zh-CN" b="1" dirty="0">
                  <a:latin typeface="Arial Narrow" panose="020B0606020202030204" pitchFamily="34" charset="0"/>
                </a:rPr>
                <a:t>A. 2</a:t>
              </a:r>
              <a:endParaRPr lang="zh-CN" altLang="en-US" b="1" dirty="0">
                <a:latin typeface="Arial Narrow" panose="020B0606020202030204" pitchFamily="34" charset="0"/>
              </a:endParaRPr>
            </a:p>
          </p:txBody>
        </p:sp>
        <p:sp>
          <p:nvSpPr>
            <p:cNvPr id="60" name="文本框 59">
              <a:extLst>
                <a:ext uri="{FF2B5EF4-FFF2-40B4-BE49-F238E27FC236}">
                  <a16:creationId xmlns:a16="http://schemas.microsoft.com/office/drawing/2014/main" id="{78825FA1-607A-4759-AEAD-FC2B64C56D84}"/>
                </a:ext>
              </a:extLst>
            </p:cNvPr>
            <p:cNvSpPr txBox="1"/>
            <p:nvPr/>
          </p:nvSpPr>
          <p:spPr>
            <a:xfrm>
              <a:off x="4024359" y="2010647"/>
              <a:ext cx="590962" cy="369332"/>
            </a:xfrm>
            <a:prstGeom prst="rect">
              <a:avLst/>
            </a:prstGeom>
            <a:noFill/>
          </p:spPr>
          <p:txBody>
            <a:bodyPr wrap="square" rtlCol="0">
              <a:spAutoFit/>
            </a:bodyPr>
            <a:lstStyle/>
            <a:p>
              <a:r>
                <a:rPr lang="en-US" altLang="zh-CN" b="1" dirty="0">
                  <a:latin typeface="Arial Narrow" panose="020B0606020202030204" pitchFamily="34" charset="0"/>
                </a:rPr>
                <a:t>B. 3</a:t>
              </a:r>
              <a:endParaRPr lang="zh-CN" altLang="en-US" b="1" dirty="0">
                <a:latin typeface="Arial Narrow" panose="020B0606020202030204" pitchFamily="34" charset="0"/>
              </a:endParaRPr>
            </a:p>
          </p:txBody>
        </p:sp>
        <p:sp>
          <p:nvSpPr>
            <p:cNvPr id="61" name="文本框 60">
              <a:extLst>
                <a:ext uri="{FF2B5EF4-FFF2-40B4-BE49-F238E27FC236}">
                  <a16:creationId xmlns:a16="http://schemas.microsoft.com/office/drawing/2014/main" id="{AE3277B1-DBEB-44F9-A42D-29A6B767A075}"/>
                </a:ext>
              </a:extLst>
            </p:cNvPr>
            <p:cNvSpPr txBox="1"/>
            <p:nvPr/>
          </p:nvSpPr>
          <p:spPr>
            <a:xfrm>
              <a:off x="5666234" y="2010647"/>
              <a:ext cx="590962" cy="369332"/>
            </a:xfrm>
            <a:prstGeom prst="rect">
              <a:avLst/>
            </a:prstGeom>
            <a:noFill/>
          </p:spPr>
          <p:txBody>
            <a:bodyPr wrap="square" rtlCol="0">
              <a:spAutoFit/>
            </a:bodyPr>
            <a:lstStyle/>
            <a:p>
              <a:r>
                <a:rPr lang="en-US" altLang="zh-CN" b="1" dirty="0">
                  <a:latin typeface="Arial Narrow" panose="020B0606020202030204" pitchFamily="34" charset="0"/>
                </a:rPr>
                <a:t>C. 4</a:t>
              </a:r>
              <a:endParaRPr lang="zh-CN" altLang="en-US" b="1" dirty="0">
                <a:latin typeface="Arial Narrow" panose="020B0606020202030204" pitchFamily="34" charset="0"/>
              </a:endParaRPr>
            </a:p>
          </p:txBody>
        </p:sp>
        <p:sp>
          <p:nvSpPr>
            <p:cNvPr id="62" name="文本框 61">
              <a:extLst>
                <a:ext uri="{FF2B5EF4-FFF2-40B4-BE49-F238E27FC236}">
                  <a16:creationId xmlns:a16="http://schemas.microsoft.com/office/drawing/2014/main" id="{399ADF5E-0FBC-407D-906E-862EDF099EBE}"/>
                </a:ext>
              </a:extLst>
            </p:cNvPr>
            <p:cNvSpPr txBox="1"/>
            <p:nvPr/>
          </p:nvSpPr>
          <p:spPr>
            <a:xfrm>
              <a:off x="7308110" y="2010647"/>
              <a:ext cx="590962" cy="369332"/>
            </a:xfrm>
            <a:prstGeom prst="rect">
              <a:avLst/>
            </a:prstGeom>
            <a:noFill/>
          </p:spPr>
          <p:txBody>
            <a:bodyPr wrap="square" rtlCol="0">
              <a:spAutoFit/>
            </a:bodyPr>
            <a:lstStyle/>
            <a:p>
              <a:r>
                <a:rPr lang="en-US" altLang="zh-CN" b="1" dirty="0">
                  <a:latin typeface="Arial Narrow" panose="020B0606020202030204" pitchFamily="34" charset="0"/>
                </a:rPr>
                <a:t>D. 5</a:t>
              </a:r>
              <a:endParaRPr lang="zh-CN" altLang="en-US" b="1" dirty="0">
                <a:latin typeface="Arial Narrow" panose="020B0606020202030204" pitchFamily="34" charset="0"/>
              </a:endParaRPr>
            </a:p>
          </p:txBody>
        </p:sp>
      </p:grpSp>
      <p:sp>
        <p:nvSpPr>
          <p:cNvPr id="63" name="文本框 62">
            <a:extLst>
              <a:ext uri="{FF2B5EF4-FFF2-40B4-BE49-F238E27FC236}">
                <a16:creationId xmlns:a16="http://schemas.microsoft.com/office/drawing/2014/main" id="{1AE61273-7553-4AE5-B8C6-6C2E7FBC5B8B}"/>
              </a:ext>
            </a:extLst>
          </p:cNvPr>
          <p:cNvSpPr txBox="1"/>
          <p:nvPr/>
        </p:nvSpPr>
        <p:spPr>
          <a:xfrm>
            <a:off x="9244870" y="1360106"/>
            <a:ext cx="590962" cy="523220"/>
          </a:xfrm>
          <a:prstGeom prst="rect">
            <a:avLst/>
          </a:prstGeom>
          <a:noFill/>
        </p:spPr>
        <p:txBody>
          <a:bodyPr wrap="square" rtlCol="0">
            <a:spAutoFit/>
          </a:bodyPr>
          <a:lstStyle/>
          <a:p>
            <a:pPr algn="ctr"/>
            <a:r>
              <a:rPr lang="en-US" altLang="zh-CN" sz="2800" b="1" dirty="0">
                <a:solidFill>
                  <a:schemeClr val="accent1">
                    <a:lumMod val="75000"/>
                  </a:schemeClr>
                </a:solidFill>
                <a:latin typeface="Arial Black" panose="020B0A04020102020204" pitchFamily="34" charset="0"/>
              </a:rPr>
              <a:t>C</a:t>
            </a:r>
            <a:endParaRPr lang="zh-CN" altLang="en-US" sz="2800" b="1" dirty="0">
              <a:solidFill>
                <a:schemeClr val="accent1">
                  <a:lumMod val="75000"/>
                </a:schemeClr>
              </a:solidFill>
              <a:latin typeface="Arial Black" panose="020B0A04020102020204" pitchFamily="34" charset="0"/>
            </a:endParaRPr>
          </a:p>
        </p:txBody>
      </p:sp>
      <p:sp>
        <p:nvSpPr>
          <p:cNvPr id="64" name="文本框 63">
            <a:extLst>
              <a:ext uri="{FF2B5EF4-FFF2-40B4-BE49-F238E27FC236}">
                <a16:creationId xmlns:a16="http://schemas.microsoft.com/office/drawing/2014/main" id="{2E99F5F0-367E-490C-8AD2-82A09944014F}"/>
              </a:ext>
            </a:extLst>
          </p:cNvPr>
          <p:cNvSpPr txBox="1"/>
          <p:nvPr/>
        </p:nvSpPr>
        <p:spPr>
          <a:xfrm>
            <a:off x="933106" y="2834046"/>
            <a:ext cx="797018" cy="369332"/>
          </a:xfrm>
          <a:prstGeom prst="rect">
            <a:avLst/>
          </a:prstGeom>
          <a:noFill/>
        </p:spPr>
        <p:txBody>
          <a:bodyPr wrap="square" rtlCol="0">
            <a:spAutoFit/>
          </a:bodyPr>
          <a:lstStyle/>
          <a:p>
            <a:r>
              <a:rPr lang="zh-CN" altLang="en-US" b="1" dirty="0">
                <a:latin typeface="Arial Narrow" panose="020B0606020202030204" pitchFamily="34" charset="0"/>
              </a:rPr>
              <a:t>解析</a:t>
            </a:r>
          </a:p>
        </p:txBody>
      </p:sp>
      <p:graphicFrame>
        <p:nvGraphicFramePr>
          <p:cNvPr id="12" name="表格 12">
            <a:extLst>
              <a:ext uri="{FF2B5EF4-FFF2-40B4-BE49-F238E27FC236}">
                <a16:creationId xmlns:a16="http://schemas.microsoft.com/office/drawing/2014/main" id="{F0558C36-FE4E-41BA-BA39-7F770BFC6C94}"/>
              </a:ext>
            </a:extLst>
          </p:cNvPr>
          <p:cNvGraphicFramePr>
            <a:graphicFrameLocks noGrp="1"/>
          </p:cNvGraphicFramePr>
          <p:nvPr/>
        </p:nvGraphicFramePr>
        <p:xfrm>
          <a:off x="1411246" y="3752317"/>
          <a:ext cx="9395820" cy="370840"/>
        </p:xfrm>
        <a:graphic>
          <a:graphicData uri="http://schemas.openxmlformats.org/drawingml/2006/table">
            <a:tbl>
              <a:tblPr firstRow="1" bandRow="1">
                <a:tableStyleId>{5C22544A-7EE6-4342-B048-85BDC9FD1C3A}</a:tableStyleId>
              </a:tblPr>
              <a:tblGrid>
                <a:gridCol w="521990">
                  <a:extLst>
                    <a:ext uri="{9D8B030D-6E8A-4147-A177-3AD203B41FA5}">
                      <a16:colId xmlns:a16="http://schemas.microsoft.com/office/drawing/2014/main" val="4106655359"/>
                    </a:ext>
                  </a:extLst>
                </a:gridCol>
                <a:gridCol w="521990">
                  <a:extLst>
                    <a:ext uri="{9D8B030D-6E8A-4147-A177-3AD203B41FA5}">
                      <a16:colId xmlns:a16="http://schemas.microsoft.com/office/drawing/2014/main" val="3977258027"/>
                    </a:ext>
                  </a:extLst>
                </a:gridCol>
                <a:gridCol w="521990">
                  <a:extLst>
                    <a:ext uri="{9D8B030D-6E8A-4147-A177-3AD203B41FA5}">
                      <a16:colId xmlns:a16="http://schemas.microsoft.com/office/drawing/2014/main" val="1195959456"/>
                    </a:ext>
                  </a:extLst>
                </a:gridCol>
                <a:gridCol w="521990">
                  <a:extLst>
                    <a:ext uri="{9D8B030D-6E8A-4147-A177-3AD203B41FA5}">
                      <a16:colId xmlns:a16="http://schemas.microsoft.com/office/drawing/2014/main" val="2164911556"/>
                    </a:ext>
                  </a:extLst>
                </a:gridCol>
                <a:gridCol w="521990">
                  <a:extLst>
                    <a:ext uri="{9D8B030D-6E8A-4147-A177-3AD203B41FA5}">
                      <a16:colId xmlns:a16="http://schemas.microsoft.com/office/drawing/2014/main" val="3201601367"/>
                    </a:ext>
                  </a:extLst>
                </a:gridCol>
                <a:gridCol w="521990">
                  <a:extLst>
                    <a:ext uri="{9D8B030D-6E8A-4147-A177-3AD203B41FA5}">
                      <a16:colId xmlns:a16="http://schemas.microsoft.com/office/drawing/2014/main" val="3931524795"/>
                    </a:ext>
                  </a:extLst>
                </a:gridCol>
                <a:gridCol w="521990">
                  <a:extLst>
                    <a:ext uri="{9D8B030D-6E8A-4147-A177-3AD203B41FA5}">
                      <a16:colId xmlns:a16="http://schemas.microsoft.com/office/drawing/2014/main" val="2224849259"/>
                    </a:ext>
                  </a:extLst>
                </a:gridCol>
                <a:gridCol w="521990">
                  <a:extLst>
                    <a:ext uri="{9D8B030D-6E8A-4147-A177-3AD203B41FA5}">
                      <a16:colId xmlns:a16="http://schemas.microsoft.com/office/drawing/2014/main" val="2680703336"/>
                    </a:ext>
                  </a:extLst>
                </a:gridCol>
                <a:gridCol w="521990">
                  <a:extLst>
                    <a:ext uri="{9D8B030D-6E8A-4147-A177-3AD203B41FA5}">
                      <a16:colId xmlns:a16="http://schemas.microsoft.com/office/drawing/2014/main" val="1425757859"/>
                    </a:ext>
                  </a:extLst>
                </a:gridCol>
                <a:gridCol w="521990">
                  <a:extLst>
                    <a:ext uri="{9D8B030D-6E8A-4147-A177-3AD203B41FA5}">
                      <a16:colId xmlns:a16="http://schemas.microsoft.com/office/drawing/2014/main" val="3062641218"/>
                    </a:ext>
                  </a:extLst>
                </a:gridCol>
                <a:gridCol w="521990">
                  <a:extLst>
                    <a:ext uri="{9D8B030D-6E8A-4147-A177-3AD203B41FA5}">
                      <a16:colId xmlns:a16="http://schemas.microsoft.com/office/drawing/2014/main" val="1999060212"/>
                    </a:ext>
                  </a:extLst>
                </a:gridCol>
                <a:gridCol w="521990">
                  <a:extLst>
                    <a:ext uri="{9D8B030D-6E8A-4147-A177-3AD203B41FA5}">
                      <a16:colId xmlns:a16="http://schemas.microsoft.com/office/drawing/2014/main" val="1031751853"/>
                    </a:ext>
                  </a:extLst>
                </a:gridCol>
                <a:gridCol w="521990">
                  <a:extLst>
                    <a:ext uri="{9D8B030D-6E8A-4147-A177-3AD203B41FA5}">
                      <a16:colId xmlns:a16="http://schemas.microsoft.com/office/drawing/2014/main" val="3585021492"/>
                    </a:ext>
                  </a:extLst>
                </a:gridCol>
                <a:gridCol w="521990">
                  <a:extLst>
                    <a:ext uri="{9D8B030D-6E8A-4147-A177-3AD203B41FA5}">
                      <a16:colId xmlns:a16="http://schemas.microsoft.com/office/drawing/2014/main" val="4204214179"/>
                    </a:ext>
                  </a:extLst>
                </a:gridCol>
                <a:gridCol w="521990">
                  <a:extLst>
                    <a:ext uri="{9D8B030D-6E8A-4147-A177-3AD203B41FA5}">
                      <a16:colId xmlns:a16="http://schemas.microsoft.com/office/drawing/2014/main" val="841583387"/>
                    </a:ext>
                  </a:extLst>
                </a:gridCol>
                <a:gridCol w="521990">
                  <a:extLst>
                    <a:ext uri="{9D8B030D-6E8A-4147-A177-3AD203B41FA5}">
                      <a16:colId xmlns:a16="http://schemas.microsoft.com/office/drawing/2014/main" val="111594741"/>
                    </a:ext>
                  </a:extLst>
                </a:gridCol>
                <a:gridCol w="521990">
                  <a:extLst>
                    <a:ext uri="{9D8B030D-6E8A-4147-A177-3AD203B41FA5}">
                      <a16:colId xmlns:a16="http://schemas.microsoft.com/office/drawing/2014/main" val="1305785342"/>
                    </a:ext>
                  </a:extLst>
                </a:gridCol>
                <a:gridCol w="521990">
                  <a:extLst>
                    <a:ext uri="{9D8B030D-6E8A-4147-A177-3AD203B41FA5}">
                      <a16:colId xmlns:a16="http://schemas.microsoft.com/office/drawing/2014/main" val="1243411119"/>
                    </a:ext>
                  </a:extLst>
                </a:gridCol>
              </a:tblGrid>
              <a:tr h="370840">
                <a:tc>
                  <a:txBody>
                    <a:bodyPr/>
                    <a:lstStyle/>
                    <a:p>
                      <a:pPr algn="ctr"/>
                      <a:r>
                        <a:rPr lang="en-US" altLang="zh-CN" dirty="0">
                          <a:solidFill>
                            <a:schemeClr val="tx1"/>
                          </a:solidFill>
                          <a:latin typeface="Arial Black" panose="020B0A04020102020204" pitchFamily="34" charset="0"/>
                        </a:rPr>
                        <a:t>0</a:t>
                      </a:r>
                      <a:endParaRPr lang="zh-CN" altLang="en-US" dirty="0">
                        <a:solidFill>
                          <a:schemeClr val="tx1"/>
                        </a:solidFill>
                        <a:latin typeface="Arial Black" panose="020B0A04020102020204" pitchFamily="34" charset="0"/>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ctr"/>
                      <a:r>
                        <a:rPr lang="en-US" altLang="zh-CN" dirty="0">
                          <a:solidFill>
                            <a:schemeClr val="tx1"/>
                          </a:solidFill>
                          <a:latin typeface="Arial Black" panose="020B0A04020102020204" pitchFamily="34" charset="0"/>
                        </a:rPr>
                        <a:t>1</a:t>
                      </a:r>
                      <a:endParaRPr lang="zh-CN" altLang="en-US" dirty="0">
                        <a:solidFill>
                          <a:schemeClr val="tx1"/>
                        </a:solidFill>
                        <a:latin typeface="Arial Black" panose="020B0A04020102020204" pitchFamily="34" charset="0"/>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ctr"/>
                      <a:r>
                        <a:rPr lang="en-US" altLang="zh-CN" dirty="0">
                          <a:solidFill>
                            <a:schemeClr val="tx1"/>
                          </a:solidFill>
                          <a:latin typeface="Arial Black" panose="020B0A04020102020204" pitchFamily="34" charset="0"/>
                        </a:rPr>
                        <a:t>2</a:t>
                      </a:r>
                      <a:endParaRPr lang="zh-CN" altLang="en-US" dirty="0">
                        <a:solidFill>
                          <a:schemeClr val="tx1"/>
                        </a:solidFill>
                        <a:latin typeface="Arial Black" panose="020B0A04020102020204" pitchFamily="34" charset="0"/>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ctr"/>
                      <a:r>
                        <a:rPr lang="en-US" altLang="zh-CN" dirty="0">
                          <a:solidFill>
                            <a:schemeClr val="tx1"/>
                          </a:solidFill>
                          <a:latin typeface="Arial Black" panose="020B0A04020102020204" pitchFamily="34" charset="0"/>
                        </a:rPr>
                        <a:t>3</a:t>
                      </a:r>
                      <a:endParaRPr lang="zh-CN" altLang="en-US" dirty="0">
                        <a:solidFill>
                          <a:schemeClr val="tx1"/>
                        </a:solidFill>
                        <a:latin typeface="Arial Black" panose="020B0A04020102020204" pitchFamily="34" charset="0"/>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ctr"/>
                      <a:r>
                        <a:rPr lang="en-US" altLang="zh-CN" dirty="0">
                          <a:solidFill>
                            <a:schemeClr val="tx1"/>
                          </a:solidFill>
                          <a:latin typeface="Arial Black" panose="020B0A04020102020204" pitchFamily="34" charset="0"/>
                        </a:rPr>
                        <a:t>4</a:t>
                      </a:r>
                      <a:endParaRPr lang="zh-CN" altLang="en-US" dirty="0">
                        <a:solidFill>
                          <a:schemeClr val="tx1"/>
                        </a:solidFill>
                        <a:latin typeface="Arial Black" panose="020B0A04020102020204" pitchFamily="34" charset="0"/>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ctr"/>
                      <a:r>
                        <a:rPr lang="en-US" altLang="zh-CN" dirty="0">
                          <a:solidFill>
                            <a:schemeClr val="tx1"/>
                          </a:solidFill>
                          <a:latin typeface="Arial Black" panose="020B0A04020102020204" pitchFamily="34" charset="0"/>
                        </a:rPr>
                        <a:t>5</a:t>
                      </a:r>
                      <a:endParaRPr lang="zh-CN" altLang="en-US" dirty="0">
                        <a:solidFill>
                          <a:schemeClr val="tx1"/>
                        </a:solidFill>
                        <a:latin typeface="Arial Black" panose="020B0A04020102020204" pitchFamily="34" charset="0"/>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ctr"/>
                      <a:r>
                        <a:rPr lang="en-US" altLang="zh-CN" dirty="0">
                          <a:solidFill>
                            <a:schemeClr val="tx1"/>
                          </a:solidFill>
                          <a:latin typeface="Arial Black" panose="020B0A04020102020204" pitchFamily="34" charset="0"/>
                        </a:rPr>
                        <a:t>6</a:t>
                      </a:r>
                      <a:endParaRPr lang="zh-CN" altLang="en-US" dirty="0">
                        <a:solidFill>
                          <a:schemeClr val="tx1"/>
                        </a:solidFill>
                        <a:latin typeface="Arial Black" panose="020B0A04020102020204" pitchFamily="34" charset="0"/>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ctr"/>
                      <a:r>
                        <a:rPr lang="en-US" altLang="zh-CN" dirty="0">
                          <a:solidFill>
                            <a:schemeClr val="tx1"/>
                          </a:solidFill>
                          <a:latin typeface="Arial Black" panose="020B0A04020102020204" pitchFamily="34" charset="0"/>
                        </a:rPr>
                        <a:t>7</a:t>
                      </a:r>
                      <a:endParaRPr lang="zh-CN" altLang="en-US" dirty="0">
                        <a:solidFill>
                          <a:schemeClr val="tx1"/>
                        </a:solidFill>
                        <a:latin typeface="Arial Black" panose="020B0A04020102020204" pitchFamily="34" charset="0"/>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ctr"/>
                      <a:r>
                        <a:rPr lang="en-US" altLang="zh-CN" dirty="0">
                          <a:solidFill>
                            <a:schemeClr val="tx1"/>
                          </a:solidFill>
                          <a:latin typeface="Arial Black" panose="020B0A04020102020204" pitchFamily="34" charset="0"/>
                        </a:rPr>
                        <a:t>8</a:t>
                      </a:r>
                      <a:endParaRPr lang="zh-CN" altLang="en-US" dirty="0">
                        <a:solidFill>
                          <a:schemeClr val="tx1"/>
                        </a:solidFill>
                        <a:latin typeface="Arial Black" panose="020B0A04020102020204" pitchFamily="34" charset="0"/>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ctr"/>
                      <a:r>
                        <a:rPr lang="en-US" altLang="zh-CN" dirty="0">
                          <a:solidFill>
                            <a:schemeClr val="tx1"/>
                          </a:solidFill>
                          <a:latin typeface="Arial Black" panose="020B0A04020102020204" pitchFamily="34" charset="0"/>
                        </a:rPr>
                        <a:t>9</a:t>
                      </a:r>
                      <a:endParaRPr lang="zh-CN" altLang="en-US" dirty="0">
                        <a:solidFill>
                          <a:schemeClr val="tx1"/>
                        </a:solidFill>
                        <a:latin typeface="Arial Black" panose="020B0A04020102020204" pitchFamily="34" charset="0"/>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ctr"/>
                      <a:r>
                        <a:rPr lang="en-US" altLang="zh-CN" dirty="0">
                          <a:solidFill>
                            <a:schemeClr val="tx1"/>
                          </a:solidFill>
                          <a:latin typeface="Arial Black" panose="020B0A04020102020204" pitchFamily="34" charset="0"/>
                        </a:rPr>
                        <a:t>10</a:t>
                      </a:r>
                      <a:endParaRPr lang="zh-CN" altLang="en-US" dirty="0">
                        <a:solidFill>
                          <a:schemeClr val="tx1"/>
                        </a:solidFill>
                        <a:latin typeface="Arial Black" panose="020B0A04020102020204" pitchFamily="34" charset="0"/>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ctr"/>
                      <a:r>
                        <a:rPr lang="en-US" altLang="zh-CN" dirty="0">
                          <a:solidFill>
                            <a:schemeClr val="tx1"/>
                          </a:solidFill>
                          <a:latin typeface="Arial Black" panose="020B0A04020102020204" pitchFamily="34" charset="0"/>
                        </a:rPr>
                        <a:t>11</a:t>
                      </a:r>
                      <a:endParaRPr lang="zh-CN" altLang="en-US" dirty="0">
                        <a:solidFill>
                          <a:schemeClr val="tx1"/>
                        </a:solidFill>
                        <a:latin typeface="Arial Black" panose="020B0A04020102020204" pitchFamily="34" charset="0"/>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ctr"/>
                      <a:r>
                        <a:rPr lang="en-US" altLang="zh-CN" dirty="0">
                          <a:solidFill>
                            <a:schemeClr val="tx1"/>
                          </a:solidFill>
                          <a:latin typeface="Arial Black" panose="020B0A04020102020204" pitchFamily="34" charset="0"/>
                        </a:rPr>
                        <a:t>12</a:t>
                      </a:r>
                      <a:endParaRPr lang="zh-CN" altLang="en-US" dirty="0">
                        <a:solidFill>
                          <a:schemeClr val="tx1"/>
                        </a:solidFill>
                        <a:latin typeface="Arial Black" panose="020B0A04020102020204" pitchFamily="34" charset="0"/>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ctr"/>
                      <a:r>
                        <a:rPr lang="en-US" altLang="zh-CN" dirty="0">
                          <a:solidFill>
                            <a:schemeClr val="tx1"/>
                          </a:solidFill>
                          <a:latin typeface="Arial Black" panose="020B0A04020102020204" pitchFamily="34" charset="0"/>
                        </a:rPr>
                        <a:t>13</a:t>
                      </a:r>
                      <a:endParaRPr lang="zh-CN" altLang="en-US" dirty="0">
                        <a:solidFill>
                          <a:schemeClr val="tx1"/>
                        </a:solidFill>
                        <a:latin typeface="Arial Black" panose="020B0A04020102020204" pitchFamily="34" charset="0"/>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ctr"/>
                      <a:r>
                        <a:rPr lang="en-US" altLang="zh-CN" dirty="0">
                          <a:solidFill>
                            <a:schemeClr val="tx1"/>
                          </a:solidFill>
                          <a:latin typeface="Arial Black" panose="020B0A04020102020204" pitchFamily="34" charset="0"/>
                        </a:rPr>
                        <a:t>14</a:t>
                      </a:r>
                      <a:endParaRPr lang="zh-CN" altLang="en-US" dirty="0">
                        <a:solidFill>
                          <a:schemeClr val="tx1"/>
                        </a:solidFill>
                        <a:latin typeface="Arial Black" panose="020B0A04020102020204" pitchFamily="34" charset="0"/>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ctr"/>
                      <a:r>
                        <a:rPr lang="en-US" altLang="zh-CN" dirty="0">
                          <a:solidFill>
                            <a:schemeClr val="tx1"/>
                          </a:solidFill>
                          <a:latin typeface="Arial Black" panose="020B0A04020102020204" pitchFamily="34" charset="0"/>
                        </a:rPr>
                        <a:t>15</a:t>
                      </a:r>
                      <a:endParaRPr lang="zh-CN" altLang="en-US" dirty="0">
                        <a:solidFill>
                          <a:schemeClr val="tx1"/>
                        </a:solidFill>
                        <a:latin typeface="Arial Black" panose="020B0A04020102020204" pitchFamily="34" charset="0"/>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ctr"/>
                      <a:r>
                        <a:rPr lang="en-US" altLang="zh-CN" dirty="0">
                          <a:solidFill>
                            <a:schemeClr val="tx1"/>
                          </a:solidFill>
                          <a:latin typeface="Arial Black" panose="020B0A04020102020204" pitchFamily="34" charset="0"/>
                        </a:rPr>
                        <a:t>0</a:t>
                      </a:r>
                      <a:endParaRPr lang="zh-CN" altLang="en-US" dirty="0">
                        <a:solidFill>
                          <a:schemeClr val="tx1"/>
                        </a:solidFill>
                        <a:latin typeface="Arial Black" panose="020B0A04020102020204" pitchFamily="34" charset="0"/>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ctr"/>
                      <a:r>
                        <a:rPr lang="en-US" altLang="zh-CN" dirty="0">
                          <a:solidFill>
                            <a:schemeClr val="tx1"/>
                          </a:solidFill>
                          <a:latin typeface="Arial Black" panose="020B0A04020102020204" pitchFamily="34" charset="0"/>
                        </a:rPr>
                        <a:t>…</a:t>
                      </a:r>
                      <a:endParaRPr lang="zh-CN" altLang="en-US" dirty="0">
                        <a:solidFill>
                          <a:schemeClr val="tx1"/>
                        </a:solidFill>
                        <a:latin typeface="Arial Black" panose="020B0A04020102020204" pitchFamily="34" charset="0"/>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extLst>
                  <a:ext uri="{0D108BD9-81ED-4DB2-BD59-A6C34878D82A}">
                    <a16:rowId xmlns:a16="http://schemas.microsoft.com/office/drawing/2014/main" val="2967980494"/>
                  </a:ext>
                </a:extLst>
              </a:tr>
            </a:tbl>
          </a:graphicData>
        </a:graphic>
      </p:graphicFrame>
      <p:sp>
        <p:nvSpPr>
          <p:cNvPr id="70" name="矩形 69">
            <a:extLst>
              <a:ext uri="{FF2B5EF4-FFF2-40B4-BE49-F238E27FC236}">
                <a16:creationId xmlns:a16="http://schemas.microsoft.com/office/drawing/2014/main" id="{164E65B5-9BC0-4F9F-AB3E-90C84C89C30D}"/>
              </a:ext>
            </a:extLst>
          </p:cNvPr>
          <p:cNvSpPr/>
          <p:nvPr/>
        </p:nvSpPr>
        <p:spPr>
          <a:xfrm>
            <a:off x="1411246" y="3752317"/>
            <a:ext cx="4176620" cy="369332"/>
          </a:xfrm>
          <a:prstGeom prst="rect">
            <a:avLst/>
          </a:prstGeom>
          <a:solidFill>
            <a:schemeClr val="accent3">
              <a:alpha val="74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grpSp>
        <p:nvGrpSpPr>
          <p:cNvPr id="16" name="组合 15">
            <a:extLst>
              <a:ext uri="{FF2B5EF4-FFF2-40B4-BE49-F238E27FC236}">
                <a16:creationId xmlns:a16="http://schemas.microsoft.com/office/drawing/2014/main" id="{D5095C30-2503-4482-AD73-B55627363D0C}"/>
              </a:ext>
            </a:extLst>
          </p:cNvPr>
          <p:cNvGrpSpPr/>
          <p:nvPr/>
        </p:nvGrpSpPr>
        <p:grpSpPr>
          <a:xfrm>
            <a:off x="1317154" y="4039425"/>
            <a:ext cx="703823" cy="811196"/>
            <a:chOff x="1317154" y="4039425"/>
            <a:chExt cx="703823" cy="811196"/>
          </a:xfrm>
        </p:grpSpPr>
        <p:sp>
          <p:nvSpPr>
            <p:cNvPr id="20" name="文本框 19">
              <a:extLst>
                <a:ext uri="{FF2B5EF4-FFF2-40B4-BE49-F238E27FC236}">
                  <a16:creationId xmlns:a16="http://schemas.microsoft.com/office/drawing/2014/main" id="{924DB27E-54C6-40DB-919F-7BBC6DEE3D42}"/>
                </a:ext>
              </a:extLst>
            </p:cNvPr>
            <p:cNvSpPr txBox="1"/>
            <p:nvPr/>
          </p:nvSpPr>
          <p:spPr>
            <a:xfrm>
              <a:off x="1317154" y="4481289"/>
              <a:ext cx="703823" cy="369332"/>
            </a:xfrm>
            <a:prstGeom prst="rect">
              <a:avLst/>
            </a:prstGeom>
            <a:noFill/>
          </p:spPr>
          <p:txBody>
            <a:bodyPr wrap="square" rtlCol="0">
              <a:spAutoFit/>
            </a:bodyPr>
            <a:lstStyle/>
            <a:p>
              <a:pPr algn="ctr"/>
              <a:r>
                <a:rPr lang="en-US" altLang="zh-CN" b="1" dirty="0">
                  <a:solidFill>
                    <a:schemeClr val="accent4"/>
                  </a:solidFill>
                  <a:latin typeface="Arial Narrow" panose="020B0606020202030204" pitchFamily="34" charset="0"/>
                </a:rPr>
                <a:t>ACK0</a:t>
              </a:r>
              <a:endParaRPr lang="zh-CN" altLang="en-US" b="1" dirty="0">
                <a:solidFill>
                  <a:schemeClr val="accent4"/>
                </a:solidFill>
                <a:latin typeface="Arial Narrow" panose="020B0606020202030204" pitchFamily="34" charset="0"/>
              </a:endParaRPr>
            </a:p>
          </p:txBody>
        </p:sp>
        <p:cxnSp>
          <p:nvCxnSpPr>
            <p:cNvPr id="13" name="直接箭头连接符 12">
              <a:extLst>
                <a:ext uri="{FF2B5EF4-FFF2-40B4-BE49-F238E27FC236}">
                  <a16:creationId xmlns:a16="http://schemas.microsoft.com/office/drawing/2014/main" id="{03270037-5BD3-4D07-8078-6E0BCEB674AB}"/>
                </a:ext>
              </a:extLst>
            </p:cNvPr>
            <p:cNvCxnSpPr/>
            <p:nvPr/>
          </p:nvCxnSpPr>
          <p:spPr>
            <a:xfrm flipV="1">
              <a:off x="1669066" y="4039425"/>
              <a:ext cx="0" cy="490292"/>
            </a:xfrm>
            <a:prstGeom prst="straightConnector1">
              <a:avLst/>
            </a:prstGeom>
            <a:ln w="25400">
              <a:solidFill>
                <a:schemeClr val="tx1"/>
              </a:solidFill>
              <a:tailEnd type="triangle" w="med" len="lg"/>
            </a:ln>
          </p:spPr>
          <p:style>
            <a:lnRef idx="1">
              <a:schemeClr val="accent1"/>
            </a:lnRef>
            <a:fillRef idx="0">
              <a:schemeClr val="accent1"/>
            </a:fillRef>
            <a:effectRef idx="0">
              <a:schemeClr val="accent1"/>
            </a:effectRef>
            <a:fontRef idx="minor">
              <a:schemeClr val="tx1"/>
            </a:fontRef>
          </p:style>
        </p:cxnSp>
      </p:grpSp>
      <p:sp>
        <p:nvSpPr>
          <p:cNvPr id="26" name="平行四边形 25">
            <a:extLst>
              <a:ext uri="{FF2B5EF4-FFF2-40B4-BE49-F238E27FC236}">
                <a16:creationId xmlns:a16="http://schemas.microsoft.com/office/drawing/2014/main" id="{0C1991B1-2D05-394D-CB3A-B38D3BD86734}"/>
              </a:ext>
            </a:extLst>
          </p:cNvPr>
          <p:cNvSpPr/>
          <p:nvPr/>
        </p:nvSpPr>
        <p:spPr>
          <a:xfrm>
            <a:off x="304799" y="749300"/>
            <a:ext cx="695119" cy="387090"/>
          </a:xfrm>
          <a:prstGeom prst="parallelogram">
            <a:avLst/>
          </a:prstGeom>
          <a:solidFill>
            <a:schemeClr val="accent3">
              <a:lumMod val="75000"/>
            </a:schemeClr>
          </a:solidFill>
          <a:ln>
            <a:solidFill>
              <a:schemeClr val="accent3">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CN" sz="2200" dirty="0">
                <a:latin typeface="Impact" panose="020B0806030902050204" pitchFamily="34" charset="0"/>
              </a:rPr>
              <a:t>04</a:t>
            </a:r>
            <a:endParaRPr lang="zh-CN" altLang="en-US" sz="2200" dirty="0">
              <a:latin typeface="Impact" panose="020B0806030902050204" pitchFamily="34" charset="0"/>
            </a:endParaRPr>
          </a:p>
        </p:txBody>
      </p:sp>
    </p:spTree>
    <p:custDataLst>
      <p:tags r:id="rId1"/>
    </p:custDataLst>
    <p:extLst>
      <p:ext uri="{BB962C8B-B14F-4D97-AF65-F5344CB8AC3E}">
        <p14:creationId xmlns:p14="http://schemas.microsoft.com/office/powerpoint/2010/main" val="1084085109"/>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2" presetClass="entr" presetSubtype="8" fill="hold" grpId="0" nodeType="withEffect">
                                  <p:stCondLst>
                                    <p:cond delay="0"/>
                                  </p:stCondLst>
                                  <p:childTnLst>
                                    <p:set>
                                      <p:cBhvr>
                                        <p:cTn id="6" dur="1" fill="hold">
                                          <p:stCondLst>
                                            <p:cond delay="0"/>
                                          </p:stCondLst>
                                        </p:cTn>
                                        <p:tgtEl>
                                          <p:spTgt spid="19"/>
                                        </p:tgtEl>
                                        <p:attrNameLst>
                                          <p:attrName>style.visibility</p:attrName>
                                        </p:attrNameLst>
                                      </p:cBhvr>
                                      <p:to>
                                        <p:strVal val="visible"/>
                                      </p:to>
                                    </p:set>
                                    <p:animEffect transition="in" filter="wipe(left)">
                                      <p:cBhvr>
                                        <p:cTn id="7" dur="1000"/>
                                        <p:tgtEl>
                                          <p:spTgt spid="19"/>
                                        </p:tgtEl>
                                      </p:cBhvr>
                                    </p:animEffect>
                                  </p:childTnLst>
                                </p:cTn>
                              </p:par>
                            </p:childTnLst>
                          </p:cTn>
                        </p:par>
                      </p:childTnLst>
                    </p:cTn>
                  </p:par>
                  <p:par>
                    <p:cTn id="8" fill="hold">
                      <p:stCondLst>
                        <p:cond delay="indefinite"/>
                      </p:stCondLst>
                      <p:childTnLst>
                        <p:par>
                          <p:cTn id="9" fill="hold">
                            <p:stCondLst>
                              <p:cond delay="0"/>
                            </p:stCondLst>
                            <p:childTnLst>
                              <p:par>
                                <p:cTn id="10" presetID="12" presetClass="entr" presetSubtype="4" fill="hold" nodeType="clickEffect">
                                  <p:stCondLst>
                                    <p:cond delay="0"/>
                                  </p:stCondLst>
                                  <p:childTnLst>
                                    <p:set>
                                      <p:cBhvr>
                                        <p:cTn id="11" dur="1" fill="hold">
                                          <p:stCondLst>
                                            <p:cond delay="0"/>
                                          </p:stCondLst>
                                        </p:cTn>
                                        <p:tgtEl>
                                          <p:spTgt spid="16"/>
                                        </p:tgtEl>
                                        <p:attrNameLst>
                                          <p:attrName>style.visibility</p:attrName>
                                        </p:attrNameLst>
                                      </p:cBhvr>
                                      <p:to>
                                        <p:strVal val="visible"/>
                                      </p:to>
                                    </p:set>
                                    <p:anim calcmode="lin" valueType="num">
                                      <p:cBhvr additive="base">
                                        <p:cTn id="12" dur="500"/>
                                        <p:tgtEl>
                                          <p:spTgt spid="16"/>
                                        </p:tgtEl>
                                        <p:attrNameLst>
                                          <p:attrName>ppt_y</p:attrName>
                                        </p:attrNameLst>
                                      </p:cBhvr>
                                      <p:tavLst>
                                        <p:tav tm="0">
                                          <p:val>
                                            <p:strVal val="#ppt_y+#ppt_h*1.125000"/>
                                          </p:val>
                                        </p:tav>
                                        <p:tav tm="100000">
                                          <p:val>
                                            <p:strVal val="#ppt_y"/>
                                          </p:val>
                                        </p:tav>
                                      </p:tavLst>
                                    </p:anim>
                                    <p:animEffect transition="in" filter="wipe(up)">
                                      <p:cBhvr>
                                        <p:cTn id="13" dur="500"/>
                                        <p:tgtEl>
                                          <p:spTgt spid="16"/>
                                        </p:tgtEl>
                                      </p:cBhvr>
                                    </p:animEffect>
                                  </p:childTnLst>
                                </p:cTn>
                              </p:par>
                            </p:childTnLst>
                          </p:cTn>
                        </p:par>
                      </p:childTnLst>
                    </p:cTn>
                  </p:par>
                  <p:par>
                    <p:cTn id="14" fill="hold">
                      <p:stCondLst>
                        <p:cond delay="indefinite"/>
                      </p:stCondLst>
                      <p:childTnLst>
                        <p:par>
                          <p:cTn id="15" fill="hold">
                            <p:stCondLst>
                              <p:cond delay="0"/>
                            </p:stCondLst>
                            <p:childTnLst>
                              <p:par>
                                <p:cTn id="16" presetID="10" presetClass="exit" presetSubtype="0" decel="50000" fill="hold" nodeType="clickEffect">
                                  <p:stCondLst>
                                    <p:cond delay="0"/>
                                  </p:stCondLst>
                                  <p:childTnLst>
                                    <p:animEffect transition="out" filter="fade">
                                      <p:cBhvr>
                                        <p:cTn id="17" dur="1000"/>
                                        <p:tgtEl>
                                          <p:spTgt spid="15"/>
                                        </p:tgtEl>
                                      </p:cBhvr>
                                    </p:animEffect>
                                    <p:set>
                                      <p:cBhvr>
                                        <p:cTn id="18" dur="1" fill="hold">
                                          <p:stCondLst>
                                            <p:cond delay="999"/>
                                          </p:stCondLst>
                                        </p:cTn>
                                        <p:tgtEl>
                                          <p:spTgt spid="15"/>
                                        </p:tgtEl>
                                        <p:attrNameLst>
                                          <p:attrName>style.visibility</p:attrName>
                                        </p:attrNameLst>
                                      </p:cBhvr>
                                      <p:to>
                                        <p:strVal val="hidden"/>
                                      </p:to>
                                    </p:set>
                                  </p:childTnLst>
                                </p:cTn>
                              </p:par>
                              <p:par>
                                <p:cTn id="19" presetID="10" presetClass="entr" presetSubtype="0" decel="50000" fill="hold" nodeType="withEffect">
                                  <p:stCondLst>
                                    <p:cond delay="0"/>
                                  </p:stCondLst>
                                  <p:childTnLst>
                                    <p:set>
                                      <p:cBhvr>
                                        <p:cTn id="20" dur="1" fill="hold">
                                          <p:stCondLst>
                                            <p:cond delay="0"/>
                                          </p:stCondLst>
                                        </p:cTn>
                                        <p:tgtEl>
                                          <p:spTgt spid="28"/>
                                        </p:tgtEl>
                                        <p:attrNameLst>
                                          <p:attrName>style.visibility</p:attrName>
                                        </p:attrNameLst>
                                      </p:cBhvr>
                                      <p:to>
                                        <p:strVal val="visible"/>
                                      </p:to>
                                    </p:set>
                                    <p:animEffect transition="in" filter="fade">
                                      <p:cBhvr>
                                        <p:cTn id="21" dur="1000"/>
                                        <p:tgtEl>
                                          <p:spTgt spid="28"/>
                                        </p:tgtEl>
                                      </p:cBhvr>
                                    </p:animEffect>
                                  </p:childTnLst>
                                </p:cTn>
                              </p:par>
                              <p:par>
                                <p:cTn id="22" presetID="63" presetClass="path" presetSubtype="0" decel="50000" fill="hold" nodeType="withEffect">
                                  <p:stCondLst>
                                    <p:cond delay="0"/>
                                  </p:stCondLst>
                                  <p:childTnLst>
                                    <p:animMotion origin="layout" path="M 0 0 L 0.042833 0 E" pathEditMode="relative" ptsTypes="">
                                      <p:cBhvr>
                                        <p:cTn id="23" dur="1000" fill="hold"/>
                                        <p:tgtEl>
                                          <p:spTgt spid="15"/>
                                        </p:tgtEl>
                                        <p:attrNameLst>
                                          <p:attrName>ppt_x</p:attrName>
                                          <p:attrName>ppt_y</p:attrName>
                                        </p:attrNameLst>
                                      </p:cBhvr>
                                    </p:animMotion>
                                  </p:childTnLst>
                                </p:cTn>
                              </p:par>
                              <p:par>
                                <p:cTn id="24" presetID="63" presetClass="path" presetSubtype="0" decel="50000" fill="hold" nodeType="withEffect">
                                  <p:stCondLst>
                                    <p:cond delay="0"/>
                                  </p:stCondLst>
                                  <p:childTnLst>
                                    <p:animMotion origin="layout" path="M -0.042833 0 L 0 0 E" pathEditMode="relative" ptsTypes="">
                                      <p:cBhvr>
                                        <p:cTn id="25" dur="1000" fill="hold"/>
                                        <p:tgtEl>
                                          <p:spTgt spid="28"/>
                                        </p:tgtEl>
                                        <p:attrNameLst>
                                          <p:attrName>ppt_x</p:attrName>
                                          <p:attrName>ppt_y</p:attrName>
                                        </p:attrNameLst>
                                      </p:cBhvr>
                                    </p:animMotion>
                                  </p:childTnLst>
                                </p:cTn>
                              </p:par>
                              <p:par>
                                <p:cTn id="26" presetID="6" presetClass="emph" presetSubtype="0" decel="50000" fill="hold" nodeType="withEffect">
                                  <p:stCondLst>
                                    <p:cond delay="0"/>
                                  </p:stCondLst>
                                  <p:childTnLst>
                                    <p:animScale>
                                      <p:cBhvr>
                                        <p:cTn id="27" dur="1000" fill="hold"/>
                                        <p:tgtEl>
                                          <p:spTgt spid="15"/>
                                        </p:tgtEl>
                                      </p:cBhvr>
                                      <p:by x="150000" y="150000"/>
                                      <p:from x="100000" y="100000"/>
                                      <p:to x="100000" y="100000"/>
                                    </p:animScale>
                                  </p:childTnLst>
                                </p:cTn>
                              </p:par>
                              <p:par>
                                <p:cTn id="28" presetID="6" presetClass="emph" presetSubtype="0" decel="50000" fill="hold" nodeType="withEffect">
                                  <p:stCondLst>
                                    <p:cond delay="0"/>
                                  </p:stCondLst>
                                  <p:childTnLst>
                                    <p:animScale>
                                      <p:cBhvr>
                                        <p:cTn id="29" dur="1000" fill="hold"/>
                                        <p:tgtEl>
                                          <p:spTgt spid="28"/>
                                        </p:tgtEl>
                                      </p:cBhvr>
                                      <p:by x="150000" y="150000"/>
                                      <p:from x="100000" y="100000"/>
                                      <p:to x="100000" y="100000"/>
                                    </p:animScale>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9" grpId="0" animBg="1"/>
    </p:bldLst>
  </p:timing>
</p:sld>
</file>

<file path=ppt/slides/slide18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32" name="组合 31">
            <a:extLst>
              <a:ext uri="{FF2B5EF4-FFF2-40B4-BE49-F238E27FC236}">
                <a16:creationId xmlns:a16="http://schemas.microsoft.com/office/drawing/2014/main" id="{45A8972E-A0EB-4B79-8141-69A211AED33E}"/>
              </a:ext>
            </a:extLst>
          </p:cNvPr>
          <p:cNvGrpSpPr/>
          <p:nvPr/>
        </p:nvGrpSpPr>
        <p:grpSpPr>
          <a:xfrm>
            <a:off x="2973446" y="3244334"/>
            <a:ext cx="4183200" cy="955020"/>
            <a:chOff x="1404666" y="3244334"/>
            <a:chExt cx="4183200" cy="955020"/>
          </a:xfrm>
        </p:grpSpPr>
        <p:sp>
          <p:nvSpPr>
            <p:cNvPr id="33" name="矩形 32">
              <a:extLst>
                <a:ext uri="{FF2B5EF4-FFF2-40B4-BE49-F238E27FC236}">
                  <a16:creationId xmlns:a16="http://schemas.microsoft.com/office/drawing/2014/main" id="{7137D705-1DE1-44AA-9C8A-DD0C3AF35A9C}"/>
                </a:ext>
              </a:extLst>
            </p:cNvPr>
            <p:cNvSpPr/>
            <p:nvPr/>
          </p:nvSpPr>
          <p:spPr>
            <a:xfrm>
              <a:off x="1404666" y="3657890"/>
              <a:ext cx="4183200" cy="541464"/>
            </a:xfrm>
            <a:prstGeom prst="rect">
              <a:avLst/>
            </a:prstGeom>
            <a:solidFill>
              <a:schemeClr val="accent3"/>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mc:AlternateContent xmlns:mc="http://schemas.openxmlformats.org/markup-compatibility/2006" xmlns:a14="http://schemas.microsoft.com/office/drawing/2010/main">
          <mc:Choice Requires="a14">
            <p:sp>
              <p:nvSpPr>
                <p:cNvPr id="34" name="文本框 33">
                  <a:extLst>
                    <a:ext uri="{FF2B5EF4-FFF2-40B4-BE49-F238E27FC236}">
                      <a16:creationId xmlns:a16="http://schemas.microsoft.com/office/drawing/2014/main" id="{06CAC37B-0044-4DA4-8395-B8B1A980ADAD}"/>
                    </a:ext>
                  </a:extLst>
                </p:cNvPr>
                <p:cNvSpPr txBox="1"/>
                <p:nvPr/>
              </p:nvSpPr>
              <p:spPr>
                <a:xfrm>
                  <a:off x="2973446" y="3244334"/>
                  <a:ext cx="1067217" cy="369332"/>
                </a:xfrm>
                <a:prstGeom prst="rect">
                  <a:avLst/>
                </a:prstGeom>
                <a:noFill/>
              </p:spPr>
              <p:txBody>
                <a:bodyPr wrap="square">
                  <a:spAutoFit/>
                </a:bodyPr>
                <a:lstStyle/>
                <a:p>
                  <a:pPr/>
                  <a14:m>
                    <m:oMathPara xmlns:m="http://schemas.openxmlformats.org/officeDocument/2006/math">
                      <m:oMathParaPr>
                        <m:jc m:val="centerGroup"/>
                      </m:oMathParaPr>
                      <m:oMath xmlns:m="http://schemas.openxmlformats.org/officeDocument/2006/math">
                        <m:sSub>
                          <m:sSubPr>
                            <m:ctrlPr>
                              <a:rPr lang="en-US" altLang="zh-CN" b="1" i="1" smtClean="0">
                                <a:solidFill>
                                  <a:schemeClr val="accent3"/>
                                </a:solidFill>
                                <a:latin typeface="Cambria Math" panose="02040503050406030204" pitchFamily="18" charset="0"/>
                              </a:rPr>
                            </m:ctrlPr>
                          </m:sSubPr>
                          <m:e>
                            <m:r>
                              <a:rPr lang="en-US" altLang="zh-CN" b="1" i="1" smtClean="0">
                                <a:solidFill>
                                  <a:schemeClr val="accent3"/>
                                </a:solidFill>
                                <a:latin typeface="Cambria Math" panose="02040503050406030204" pitchFamily="18" charset="0"/>
                              </a:rPr>
                              <m:t>𝑾</m:t>
                            </m:r>
                          </m:e>
                          <m:sub>
                            <m:r>
                              <a:rPr lang="en-US" altLang="zh-CN" b="1" i="1" smtClean="0">
                                <a:solidFill>
                                  <a:schemeClr val="accent3"/>
                                </a:solidFill>
                                <a:latin typeface="Cambria Math" panose="02040503050406030204" pitchFamily="18" charset="0"/>
                              </a:rPr>
                              <m:t>𝑻</m:t>
                            </m:r>
                          </m:sub>
                        </m:sSub>
                        <m:r>
                          <a:rPr lang="en-US" altLang="zh-CN" b="1" i="1" smtClean="0">
                            <a:solidFill>
                              <a:schemeClr val="accent3"/>
                            </a:solidFill>
                            <a:latin typeface="Cambria Math" panose="02040503050406030204" pitchFamily="18" charset="0"/>
                          </a:rPr>
                          <m:t>=</m:t>
                        </m:r>
                        <m:r>
                          <a:rPr lang="en-US" altLang="zh-CN" b="1" i="1" smtClean="0">
                            <a:solidFill>
                              <a:schemeClr val="accent3"/>
                            </a:solidFill>
                            <a:latin typeface="Cambria Math" panose="02040503050406030204" pitchFamily="18" charset="0"/>
                          </a:rPr>
                          <m:t>𝟖</m:t>
                        </m:r>
                      </m:oMath>
                    </m:oMathPara>
                  </a14:m>
                  <a:endParaRPr lang="zh-CN" altLang="en-US" dirty="0">
                    <a:solidFill>
                      <a:schemeClr val="accent3"/>
                    </a:solidFill>
                  </a:endParaRPr>
                </a:p>
              </p:txBody>
            </p:sp>
          </mc:Choice>
          <mc:Fallback xmlns="">
            <p:sp>
              <p:nvSpPr>
                <p:cNvPr id="34" name="文本框 33">
                  <a:extLst>
                    <a:ext uri="{FF2B5EF4-FFF2-40B4-BE49-F238E27FC236}">
                      <a16:creationId xmlns:a16="http://schemas.microsoft.com/office/drawing/2014/main" id="{06CAC37B-0044-4DA4-8395-B8B1A980ADAD}"/>
                    </a:ext>
                  </a:extLst>
                </p:cNvPr>
                <p:cNvSpPr txBox="1">
                  <a:spLocks noRot="1" noChangeAspect="1" noMove="1" noResize="1" noEditPoints="1" noAdjustHandles="1" noChangeArrowheads="1" noChangeShapeType="1" noTextEdit="1"/>
                </p:cNvSpPr>
                <p:nvPr/>
              </p:nvSpPr>
              <p:spPr>
                <a:xfrm>
                  <a:off x="2973446" y="3244334"/>
                  <a:ext cx="1067217" cy="369332"/>
                </a:xfrm>
                <a:prstGeom prst="rect">
                  <a:avLst/>
                </a:prstGeom>
                <a:blipFill>
                  <a:blip r:embed="rId3"/>
                  <a:stretch>
                    <a:fillRect b="-3279"/>
                  </a:stretch>
                </a:blipFill>
              </p:spPr>
              <p:txBody>
                <a:bodyPr/>
                <a:lstStyle/>
                <a:p>
                  <a:r>
                    <a:rPr lang="zh-CN" altLang="en-US">
                      <a:noFill/>
                    </a:rPr>
                    <a:t> </a:t>
                  </a:r>
                </a:p>
              </p:txBody>
            </p:sp>
          </mc:Fallback>
        </mc:AlternateContent>
      </p:grpSp>
      <p:grpSp>
        <p:nvGrpSpPr>
          <p:cNvPr id="28" name="组合 27">
            <a:extLst>
              <a:ext uri="{FF2B5EF4-FFF2-40B4-BE49-F238E27FC236}">
                <a16:creationId xmlns:a16="http://schemas.microsoft.com/office/drawing/2014/main" id="{443BBE3E-9FAA-4635-87CE-42673AC086B0}"/>
              </a:ext>
            </a:extLst>
          </p:cNvPr>
          <p:cNvGrpSpPr/>
          <p:nvPr/>
        </p:nvGrpSpPr>
        <p:grpSpPr>
          <a:xfrm>
            <a:off x="1926889" y="3244334"/>
            <a:ext cx="4183200" cy="955020"/>
            <a:chOff x="1404666" y="3244334"/>
            <a:chExt cx="4183200" cy="955020"/>
          </a:xfrm>
        </p:grpSpPr>
        <p:sp>
          <p:nvSpPr>
            <p:cNvPr id="29" name="矩形 28">
              <a:extLst>
                <a:ext uri="{FF2B5EF4-FFF2-40B4-BE49-F238E27FC236}">
                  <a16:creationId xmlns:a16="http://schemas.microsoft.com/office/drawing/2014/main" id="{314B0ACE-3E9D-4C6D-ADDB-4B6D967B8B03}"/>
                </a:ext>
              </a:extLst>
            </p:cNvPr>
            <p:cNvSpPr/>
            <p:nvPr/>
          </p:nvSpPr>
          <p:spPr>
            <a:xfrm>
              <a:off x="1404666" y="3657890"/>
              <a:ext cx="4183200" cy="541464"/>
            </a:xfrm>
            <a:prstGeom prst="rect">
              <a:avLst/>
            </a:prstGeom>
            <a:solidFill>
              <a:schemeClr val="accent3"/>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mc:AlternateContent xmlns:mc="http://schemas.openxmlformats.org/markup-compatibility/2006" xmlns:a14="http://schemas.microsoft.com/office/drawing/2010/main">
          <mc:Choice Requires="a14">
            <p:sp>
              <p:nvSpPr>
                <p:cNvPr id="30" name="文本框 29">
                  <a:extLst>
                    <a:ext uri="{FF2B5EF4-FFF2-40B4-BE49-F238E27FC236}">
                      <a16:creationId xmlns:a16="http://schemas.microsoft.com/office/drawing/2014/main" id="{BA9F2A3D-3F35-4056-B791-8B2C887FA22E}"/>
                    </a:ext>
                  </a:extLst>
                </p:cNvPr>
                <p:cNvSpPr txBox="1"/>
                <p:nvPr/>
              </p:nvSpPr>
              <p:spPr>
                <a:xfrm>
                  <a:off x="2973446" y="3244334"/>
                  <a:ext cx="1067217" cy="369332"/>
                </a:xfrm>
                <a:prstGeom prst="rect">
                  <a:avLst/>
                </a:prstGeom>
                <a:noFill/>
              </p:spPr>
              <p:txBody>
                <a:bodyPr wrap="square">
                  <a:spAutoFit/>
                </a:bodyPr>
                <a:lstStyle/>
                <a:p>
                  <a:pPr/>
                  <a14:m>
                    <m:oMathPara xmlns:m="http://schemas.openxmlformats.org/officeDocument/2006/math">
                      <m:oMathParaPr>
                        <m:jc m:val="centerGroup"/>
                      </m:oMathParaPr>
                      <m:oMath xmlns:m="http://schemas.openxmlformats.org/officeDocument/2006/math">
                        <m:sSub>
                          <m:sSubPr>
                            <m:ctrlPr>
                              <a:rPr lang="en-US" altLang="zh-CN" b="1" i="1" smtClean="0">
                                <a:solidFill>
                                  <a:schemeClr val="accent3"/>
                                </a:solidFill>
                                <a:latin typeface="Cambria Math" panose="02040503050406030204" pitchFamily="18" charset="0"/>
                              </a:rPr>
                            </m:ctrlPr>
                          </m:sSubPr>
                          <m:e>
                            <m:r>
                              <a:rPr lang="en-US" altLang="zh-CN" b="1" i="1" smtClean="0">
                                <a:solidFill>
                                  <a:schemeClr val="accent3"/>
                                </a:solidFill>
                                <a:latin typeface="Cambria Math" panose="02040503050406030204" pitchFamily="18" charset="0"/>
                              </a:rPr>
                              <m:t>𝑾</m:t>
                            </m:r>
                          </m:e>
                          <m:sub>
                            <m:r>
                              <a:rPr lang="en-US" altLang="zh-CN" b="1" i="1" smtClean="0">
                                <a:solidFill>
                                  <a:schemeClr val="accent3"/>
                                </a:solidFill>
                                <a:latin typeface="Cambria Math" panose="02040503050406030204" pitchFamily="18" charset="0"/>
                              </a:rPr>
                              <m:t>𝑻</m:t>
                            </m:r>
                          </m:sub>
                        </m:sSub>
                        <m:r>
                          <a:rPr lang="en-US" altLang="zh-CN" b="1" i="1" smtClean="0">
                            <a:solidFill>
                              <a:schemeClr val="accent3"/>
                            </a:solidFill>
                            <a:latin typeface="Cambria Math" panose="02040503050406030204" pitchFamily="18" charset="0"/>
                          </a:rPr>
                          <m:t>=</m:t>
                        </m:r>
                        <m:r>
                          <a:rPr lang="en-US" altLang="zh-CN" b="1" i="1" smtClean="0">
                            <a:solidFill>
                              <a:schemeClr val="accent3"/>
                            </a:solidFill>
                            <a:latin typeface="Cambria Math" panose="02040503050406030204" pitchFamily="18" charset="0"/>
                          </a:rPr>
                          <m:t>𝟖</m:t>
                        </m:r>
                      </m:oMath>
                    </m:oMathPara>
                  </a14:m>
                  <a:endParaRPr lang="zh-CN" altLang="en-US" dirty="0">
                    <a:solidFill>
                      <a:schemeClr val="accent3"/>
                    </a:solidFill>
                  </a:endParaRPr>
                </a:p>
              </p:txBody>
            </p:sp>
          </mc:Choice>
          <mc:Fallback xmlns="">
            <p:sp>
              <p:nvSpPr>
                <p:cNvPr id="30" name="文本框 29">
                  <a:extLst>
                    <a:ext uri="{FF2B5EF4-FFF2-40B4-BE49-F238E27FC236}">
                      <a16:creationId xmlns:a16="http://schemas.microsoft.com/office/drawing/2014/main" id="{BA9F2A3D-3F35-4056-B791-8B2C887FA22E}"/>
                    </a:ext>
                  </a:extLst>
                </p:cNvPr>
                <p:cNvSpPr txBox="1">
                  <a:spLocks noRot="1" noChangeAspect="1" noMove="1" noResize="1" noEditPoints="1" noAdjustHandles="1" noChangeArrowheads="1" noChangeShapeType="1" noTextEdit="1"/>
                </p:cNvSpPr>
                <p:nvPr/>
              </p:nvSpPr>
              <p:spPr>
                <a:xfrm>
                  <a:off x="2973446" y="3244334"/>
                  <a:ext cx="1067217" cy="369332"/>
                </a:xfrm>
                <a:prstGeom prst="rect">
                  <a:avLst/>
                </a:prstGeom>
                <a:blipFill>
                  <a:blip r:embed="rId4"/>
                  <a:stretch>
                    <a:fillRect b="-3279"/>
                  </a:stretch>
                </a:blipFill>
              </p:spPr>
              <p:txBody>
                <a:bodyPr/>
                <a:lstStyle/>
                <a:p>
                  <a:r>
                    <a:rPr lang="zh-CN" altLang="en-US">
                      <a:noFill/>
                    </a:rPr>
                    <a:t> </a:t>
                  </a:r>
                </a:p>
              </p:txBody>
            </p:sp>
          </mc:Fallback>
        </mc:AlternateContent>
      </p:grpSp>
      <p:sp>
        <p:nvSpPr>
          <p:cNvPr id="19" name="矩形 18">
            <a:extLst>
              <a:ext uri="{FF2B5EF4-FFF2-40B4-BE49-F238E27FC236}">
                <a16:creationId xmlns:a16="http://schemas.microsoft.com/office/drawing/2014/main" id="{3984BDEE-67F1-4CB0-B8E5-57955B131BAB}"/>
              </a:ext>
            </a:extLst>
          </p:cNvPr>
          <p:cNvSpPr/>
          <p:nvPr/>
        </p:nvSpPr>
        <p:spPr>
          <a:xfrm>
            <a:off x="2664809" y="1466180"/>
            <a:ext cx="3525482" cy="291253"/>
          </a:xfrm>
          <a:prstGeom prst="rect">
            <a:avLst/>
          </a:prstGeom>
          <a:solidFill>
            <a:schemeClr val="accent4"/>
          </a:solidFill>
          <a:ln>
            <a:solidFill>
              <a:schemeClr val="accent4"/>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14" name="矩形 13">
            <a:extLst>
              <a:ext uri="{FF2B5EF4-FFF2-40B4-BE49-F238E27FC236}">
                <a16:creationId xmlns:a16="http://schemas.microsoft.com/office/drawing/2014/main" id="{66E72919-D044-4753-88A7-C5EFA791A022}"/>
              </a:ext>
            </a:extLst>
          </p:cNvPr>
          <p:cNvSpPr/>
          <p:nvPr/>
        </p:nvSpPr>
        <p:spPr>
          <a:xfrm>
            <a:off x="7147770" y="1180812"/>
            <a:ext cx="2483909" cy="291253"/>
          </a:xfrm>
          <a:prstGeom prst="rect">
            <a:avLst/>
          </a:prstGeom>
          <a:solidFill>
            <a:schemeClr val="accent3"/>
          </a:solidFill>
          <a:ln>
            <a:solidFill>
              <a:schemeClr val="accent3"/>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grpSp>
        <p:nvGrpSpPr>
          <p:cNvPr id="4" name="组合 3">
            <a:extLst>
              <a:ext uri="{FF2B5EF4-FFF2-40B4-BE49-F238E27FC236}">
                <a16:creationId xmlns:a16="http://schemas.microsoft.com/office/drawing/2014/main" id="{9A1EA9F2-FCB6-48C3-935F-7AE7E3AD14AC}"/>
              </a:ext>
            </a:extLst>
          </p:cNvPr>
          <p:cNvGrpSpPr/>
          <p:nvPr/>
        </p:nvGrpSpPr>
        <p:grpSpPr>
          <a:xfrm>
            <a:off x="304800" y="749300"/>
            <a:ext cx="6192344" cy="400110"/>
            <a:chOff x="424117" y="898245"/>
            <a:chExt cx="6192344" cy="400110"/>
          </a:xfrm>
        </p:grpSpPr>
        <p:sp>
          <p:nvSpPr>
            <p:cNvPr id="2" name="平行四边形 1">
              <a:extLst>
                <a:ext uri="{FF2B5EF4-FFF2-40B4-BE49-F238E27FC236}">
                  <a16:creationId xmlns:a16="http://schemas.microsoft.com/office/drawing/2014/main" id="{1F5BAA3F-9845-4F89-A2DD-8222D3E4EDAC}"/>
                </a:ext>
              </a:extLst>
            </p:cNvPr>
            <p:cNvSpPr/>
            <p:nvPr/>
          </p:nvSpPr>
          <p:spPr>
            <a:xfrm>
              <a:off x="424117" y="898245"/>
              <a:ext cx="628306" cy="387090"/>
            </a:xfrm>
            <a:prstGeom prst="parallelogram">
              <a:avLst/>
            </a:prstGeom>
            <a:solidFill>
              <a:schemeClr val="accent3">
                <a:lumMod val="75000"/>
              </a:schemeClr>
            </a:solidFill>
            <a:ln>
              <a:solidFill>
                <a:schemeClr val="accent3">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CN" sz="2200" dirty="0">
                  <a:latin typeface="Impact" panose="020B0806030902050204" pitchFamily="34" charset="0"/>
                </a:rPr>
                <a:t>01</a:t>
              </a:r>
              <a:endParaRPr lang="zh-CN" altLang="en-US" sz="2200" dirty="0">
                <a:latin typeface="Impact" panose="020B0806030902050204" pitchFamily="34" charset="0"/>
              </a:endParaRPr>
            </a:p>
          </p:txBody>
        </p:sp>
        <p:sp>
          <p:nvSpPr>
            <p:cNvPr id="3" name="文本框 2">
              <a:extLst>
                <a:ext uri="{FF2B5EF4-FFF2-40B4-BE49-F238E27FC236}">
                  <a16:creationId xmlns:a16="http://schemas.microsoft.com/office/drawing/2014/main" id="{4D6BD736-A4D3-4F26-AFED-36E11F50F70B}"/>
                </a:ext>
              </a:extLst>
            </p:cNvPr>
            <p:cNvSpPr txBox="1"/>
            <p:nvPr/>
          </p:nvSpPr>
          <p:spPr>
            <a:xfrm>
              <a:off x="1052423" y="898245"/>
              <a:ext cx="5564038" cy="400110"/>
            </a:xfrm>
            <a:prstGeom prst="rect">
              <a:avLst/>
            </a:prstGeom>
            <a:noFill/>
          </p:spPr>
          <p:txBody>
            <a:bodyPr wrap="square" rtlCol="0">
              <a:spAutoFit/>
            </a:bodyPr>
            <a:lstStyle/>
            <a:p>
              <a:r>
                <a:rPr lang="zh-CN" altLang="en-US" sz="2000" b="1" dirty="0"/>
                <a:t>回退</a:t>
              </a:r>
              <a:r>
                <a:rPr lang="en-US" altLang="zh-CN" sz="2000" b="1" dirty="0"/>
                <a:t>N</a:t>
              </a:r>
              <a:r>
                <a:rPr lang="zh-CN" altLang="en-US" sz="2000" b="1" dirty="0"/>
                <a:t>帧协议</a:t>
              </a:r>
            </a:p>
          </p:txBody>
        </p:sp>
      </p:grpSp>
      <p:grpSp>
        <p:nvGrpSpPr>
          <p:cNvPr id="10" name="组合 9">
            <a:extLst>
              <a:ext uri="{FF2B5EF4-FFF2-40B4-BE49-F238E27FC236}">
                <a16:creationId xmlns:a16="http://schemas.microsoft.com/office/drawing/2014/main" id="{1DF7F928-D8CE-4D25-B941-E8A4BD2F8951}"/>
              </a:ext>
            </a:extLst>
          </p:cNvPr>
          <p:cNvGrpSpPr/>
          <p:nvPr/>
        </p:nvGrpSpPr>
        <p:grpSpPr>
          <a:xfrm>
            <a:off x="776253" y="1149141"/>
            <a:ext cx="11110947" cy="1230838"/>
            <a:chOff x="776253" y="1149141"/>
            <a:chExt cx="11110947" cy="1230838"/>
          </a:xfrm>
        </p:grpSpPr>
        <p:sp>
          <p:nvSpPr>
            <p:cNvPr id="6" name="文本框 5">
              <a:extLst>
                <a:ext uri="{FF2B5EF4-FFF2-40B4-BE49-F238E27FC236}">
                  <a16:creationId xmlns:a16="http://schemas.microsoft.com/office/drawing/2014/main" id="{0E44FCD9-F99B-4E8E-A951-0096F7B40D37}"/>
                </a:ext>
              </a:extLst>
            </p:cNvPr>
            <p:cNvSpPr txBox="1"/>
            <p:nvPr/>
          </p:nvSpPr>
          <p:spPr>
            <a:xfrm>
              <a:off x="776253" y="1149141"/>
              <a:ext cx="11110947" cy="646331"/>
            </a:xfrm>
            <a:prstGeom prst="rect">
              <a:avLst/>
            </a:prstGeom>
            <a:noFill/>
          </p:spPr>
          <p:txBody>
            <a:bodyPr wrap="square" rtlCol="0">
              <a:spAutoFit/>
            </a:bodyPr>
            <a:lstStyle/>
            <a:p>
              <a:r>
                <a:rPr lang="en-US" altLang="zh-CN" b="1" dirty="0">
                  <a:latin typeface="Arial Narrow" panose="020B0606020202030204" pitchFamily="34" charset="0"/>
                </a:rPr>
                <a:t>【2009</a:t>
              </a:r>
              <a:r>
                <a:rPr lang="zh-CN" altLang="en-US" b="1" dirty="0">
                  <a:latin typeface="Arial Narrow" panose="020B0606020202030204" pitchFamily="34" charset="0"/>
                </a:rPr>
                <a:t>年 题</a:t>
              </a:r>
              <a:r>
                <a:rPr lang="en-US" altLang="zh-CN" b="1" dirty="0">
                  <a:latin typeface="Arial Narrow" panose="020B0606020202030204" pitchFamily="34" charset="0"/>
                </a:rPr>
                <a:t>35】</a:t>
              </a:r>
              <a:r>
                <a:rPr lang="zh-CN" altLang="en-US" b="1" dirty="0">
                  <a:latin typeface="Arial Narrow" panose="020B0606020202030204" pitchFamily="34" charset="0"/>
                </a:rPr>
                <a:t>数据链路层使用后退</a:t>
              </a:r>
              <a:r>
                <a:rPr lang="en-US" altLang="zh-CN" b="1" dirty="0">
                  <a:latin typeface="Arial Narrow" panose="020B0606020202030204" pitchFamily="34" charset="0"/>
                </a:rPr>
                <a:t>N</a:t>
              </a:r>
              <a:r>
                <a:rPr lang="zh-CN" altLang="en-US" b="1" dirty="0">
                  <a:latin typeface="Arial Narrow" panose="020B0606020202030204" pitchFamily="34" charset="0"/>
                </a:rPr>
                <a:t>帧（</a:t>
              </a:r>
              <a:r>
                <a:rPr lang="en-US" altLang="zh-CN" b="1" dirty="0">
                  <a:latin typeface="Arial Narrow" panose="020B0606020202030204" pitchFamily="34" charset="0"/>
                </a:rPr>
                <a:t>GBN</a:t>
              </a:r>
              <a:r>
                <a:rPr lang="zh-CN" altLang="en-US" b="1" dirty="0">
                  <a:latin typeface="Arial Narrow" panose="020B0606020202030204" pitchFamily="34" charset="0"/>
                </a:rPr>
                <a:t>）协议，发送方已经发送了编号</a:t>
              </a:r>
              <a:r>
                <a:rPr lang="en-US" altLang="zh-CN" b="1" dirty="0">
                  <a:latin typeface="Arial Narrow" panose="020B0606020202030204" pitchFamily="34" charset="0"/>
                </a:rPr>
                <a:t>0~7</a:t>
              </a:r>
              <a:r>
                <a:rPr lang="zh-CN" altLang="en-US" b="1" dirty="0">
                  <a:latin typeface="Arial Narrow" panose="020B0606020202030204" pitchFamily="34" charset="0"/>
                </a:rPr>
                <a:t>的帧。当计时器超时时，</a:t>
              </a:r>
              <a:endParaRPr lang="en-US" altLang="zh-CN" b="1" dirty="0">
                <a:latin typeface="Arial Narrow" panose="020B0606020202030204" pitchFamily="34" charset="0"/>
              </a:endParaRPr>
            </a:p>
            <a:p>
              <a:r>
                <a:rPr lang="zh-CN" altLang="en-US" b="1" dirty="0">
                  <a:latin typeface="Arial Narrow" panose="020B0606020202030204" pitchFamily="34" charset="0"/>
                </a:rPr>
                <a:t>                              若发送方只收到了</a:t>
              </a:r>
              <a:r>
                <a:rPr lang="en-US" altLang="zh-CN" b="1" dirty="0">
                  <a:latin typeface="Arial Narrow" panose="020B0606020202030204" pitchFamily="34" charset="0"/>
                </a:rPr>
                <a:t>0</a:t>
              </a:r>
              <a:r>
                <a:rPr lang="zh-CN" altLang="en-US" b="1" dirty="0">
                  <a:latin typeface="Arial Narrow" panose="020B0606020202030204" pitchFamily="34" charset="0"/>
                </a:rPr>
                <a:t>、</a:t>
              </a:r>
              <a:r>
                <a:rPr lang="en-US" altLang="zh-CN" b="1" dirty="0">
                  <a:latin typeface="Arial Narrow" panose="020B0606020202030204" pitchFamily="34" charset="0"/>
                </a:rPr>
                <a:t>2</a:t>
              </a:r>
              <a:r>
                <a:rPr lang="zh-CN" altLang="en-US" b="1" dirty="0">
                  <a:latin typeface="Arial Narrow" panose="020B0606020202030204" pitchFamily="34" charset="0"/>
                </a:rPr>
                <a:t>、</a:t>
              </a:r>
              <a:r>
                <a:rPr lang="en-US" altLang="zh-CN" b="1" dirty="0">
                  <a:latin typeface="Arial Narrow" panose="020B0606020202030204" pitchFamily="34" charset="0"/>
                </a:rPr>
                <a:t>3</a:t>
              </a:r>
              <a:r>
                <a:rPr lang="zh-CN" altLang="en-US" b="1" dirty="0">
                  <a:latin typeface="Arial Narrow" panose="020B0606020202030204" pitchFamily="34" charset="0"/>
                </a:rPr>
                <a:t>号帧的确认，则发送方需要重发的帧数是（      ）。</a:t>
              </a:r>
            </a:p>
          </p:txBody>
        </p:sp>
        <p:sp>
          <p:nvSpPr>
            <p:cNvPr id="56" name="文本框 55">
              <a:extLst>
                <a:ext uri="{FF2B5EF4-FFF2-40B4-BE49-F238E27FC236}">
                  <a16:creationId xmlns:a16="http://schemas.microsoft.com/office/drawing/2014/main" id="{BBE35731-FF30-47AE-BF68-D2DB837317D9}"/>
                </a:ext>
              </a:extLst>
            </p:cNvPr>
            <p:cNvSpPr txBox="1"/>
            <p:nvPr/>
          </p:nvSpPr>
          <p:spPr>
            <a:xfrm>
              <a:off x="2382484" y="2010647"/>
              <a:ext cx="590962" cy="369332"/>
            </a:xfrm>
            <a:prstGeom prst="rect">
              <a:avLst/>
            </a:prstGeom>
            <a:noFill/>
          </p:spPr>
          <p:txBody>
            <a:bodyPr wrap="square" rtlCol="0">
              <a:spAutoFit/>
            </a:bodyPr>
            <a:lstStyle/>
            <a:p>
              <a:r>
                <a:rPr lang="en-US" altLang="zh-CN" b="1" dirty="0">
                  <a:latin typeface="Arial Narrow" panose="020B0606020202030204" pitchFamily="34" charset="0"/>
                </a:rPr>
                <a:t>A. 2</a:t>
              </a:r>
              <a:endParaRPr lang="zh-CN" altLang="en-US" b="1" dirty="0">
                <a:latin typeface="Arial Narrow" panose="020B0606020202030204" pitchFamily="34" charset="0"/>
              </a:endParaRPr>
            </a:p>
          </p:txBody>
        </p:sp>
        <p:sp>
          <p:nvSpPr>
            <p:cNvPr id="60" name="文本框 59">
              <a:extLst>
                <a:ext uri="{FF2B5EF4-FFF2-40B4-BE49-F238E27FC236}">
                  <a16:creationId xmlns:a16="http://schemas.microsoft.com/office/drawing/2014/main" id="{78825FA1-607A-4759-AEAD-FC2B64C56D84}"/>
                </a:ext>
              </a:extLst>
            </p:cNvPr>
            <p:cNvSpPr txBox="1"/>
            <p:nvPr/>
          </p:nvSpPr>
          <p:spPr>
            <a:xfrm>
              <a:off x="4024359" y="2010647"/>
              <a:ext cx="590962" cy="369332"/>
            </a:xfrm>
            <a:prstGeom prst="rect">
              <a:avLst/>
            </a:prstGeom>
            <a:noFill/>
          </p:spPr>
          <p:txBody>
            <a:bodyPr wrap="square" rtlCol="0">
              <a:spAutoFit/>
            </a:bodyPr>
            <a:lstStyle/>
            <a:p>
              <a:r>
                <a:rPr lang="en-US" altLang="zh-CN" b="1" dirty="0">
                  <a:latin typeface="Arial Narrow" panose="020B0606020202030204" pitchFamily="34" charset="0"/>
                </a:rPr>
                <a:t>B. 3</a:t>
              </a:r>
              <a:endParaRPr lang="zh-CN" altLang="en-US" b="1" dirty="0">
                <a:latin typeface="Arial Narrow" panose="020B0606020202030204" pitchFamily="34" charset="0"/>
              </a:endParaRPr>
            </a:p>
          </p:txBody>
        </p:sp>
        <p:sp>
          <p:nvSpPr>
            <p:cNvPr id="61" name="文本框 60">
              <a:extLst>
                <a:ext uri="{FF2B5EF4-FFF2-40B4-BE49-F238E27FC236}">
                  <a16:creationId xmlns:a16="http://schemas.microsoft.com/office/drawing/2014/main" id="{AE3277B1-DBEB-44F9-A42D-29A6B767A075}"/>
                </a:ext>
              </a:extLst>
            </p:cNvPr>
            <p:cNvSpPr txBox="1"/>
            <p:nvPr/>
          </p:nvSpPr>
          <p:spPr>
            <a:xfrm>
              <a:off x="5666234" y="2010647"/>
              <a:ext cx="590962" cy="369332"/>
            </a:xfrm>
            <a:prstGeom prst="rect">
              <a:avLst/>
            </a:prstGeom>
            <a:noFill/>
          </p:spPr>
          <p:txBody>
            <a:bodyPr wrap="square" rtlCol="0">
              <a:spAutoFit/>
            </a:bodyPr>
            <a:lstStyle/>
            <a:p>
              <a:r>
                <a:rPr lang="en-US" altLang="zh-CN" b="1" dirty="0">
                  <a:latin typeface="Arial Narrow" panose="020B0606020202030204" pitchFamily="34" charset="0"/>
                </a:rPr>
                <a:t>C. 4</a:t>
              </a:r>
              <a:endParaRPr lang="zh-CN" altLang="en-US" b="1" dirty="0">
                <a:latin typeface="Arial Narrow" panose="020B0606020202030204" pitchFamily="34" charset="0"/>
              </a:endParaRPr>
            </a:p>
          </p:txBody>
        </p:sp>
        <p:sp>
          <p:nvSpPr>
            <p:cNvPr id="62" name="文本框 61">
              <a:extLst>
                <a:ext uri="{FF2B5EF4-FFF2-40B4-BE49-F238E27FC236}">
                  <a16:creationId xmlns:a16="http://schemas.microsoft.com/office/drawing/2014/main" id="{399ADF5E-0FBC-407D-906E-862EDF099EBE}"/>
                </a:ext>
              </a:extLst>
            </p:cNvPr>
            <p:cNvSpPr txBox="1"/>
            <p:nvPr/>
          </p:nvSpPr>
          <p:spPr>
            <a:xfrm>
              <a:off x="7308110" y="2010647"/>
              <a:ext cx="590962" cy="369332"/>
            </a:xfrm>
            <a:prstGeom prst="rect">
              <a:avLst/>
            </a:prstGeom>
            <a:noFill/>
          </p:spPr>
          <p:txBody>
            <a:bodyPr wrap="square" rtlCol="0">
              <a:spAutoFit/>
            </a:bodyPr>
            <a:lstStyle/>
            <a:p>
              <a:r>
                <a:rPr lang="en-US" altLang="zh-CN" b="1" dirty="0">
                  <a:latin typeface="Arial Narrow" panose="020B0606020202030204" pitchFamily="34" charset="0"/>
                </a:rPr>
                <a:t>D. 5</a:t>
              </a:r>
              <a:endParaRPr lang="zh-CN" altLang="en-US" b="1" dirty="0">
                <a:latin typeface="Arial Narrow" panose="020B0606020202030204" pitchFamily="34" charset="0"/>
              </a:endParaRPr>
            </a:p>
          </p:txBody>
        </p:sp>
      </p:grpSp>
      <p:sp>
        <p:nvSpPr>
          <p:cNvPr id="63" name="文本框 62">
            <a:extLst>
              <a:ext uri="{FF2B5EF4-FFF2-40B4-BE49-F238E27FC236}">
                <a16:creationId xmlns:a16="http://schemas.microsoft.com/office/drawing/2014/main" id="{1AE61273-7553-4AE5-B8C6-6C2E7FBC5B8B}"/>
              </a:ext>
            </a:extLst>
          </p:cNvPr>
          <p:cNvSpPr txBox="1"/>
          <p:nvPr/>
        </p:nvSpPr>
        <p:spPr>
          <a:xfrm>
            <a:off x="9244870" y="1360106"/>
            <a:ext cx="590962" cy="523220"/>
          </a:xfrm>
          <a:prstGeom prst="rect">
            <a:avLst/>
          </a:prstGeom>
          <a:noFill/>
        </p:spPr>
        <p:txBody>
          <a:bodyPr wrap="square" rtlCol="0">
            <a:spAutoFit/>
          </a:bodyPr>
          <a:lstStyle/>
          <a:p>
            <a:pPr algn="ctr"/>
            <a:r>
              <a:rPr lang="en-US" altLang="zh-CN" sz="2800" b="1" dirty="0">
                <a:solidFill>
                  <a:schemeClr val="accent1">
                    <a:lumMod val="75000"/>
                  </a:schemeClr>
                </a:solidFill>
                <a:latin typeface="Arial Black" panose="020B0A04020102020204" pitchFamily="34" charset="0"/>
              </a:rPr>
              <a:t>C</a:t>
            </a:r>
            <a:endParaRPr lang="zh-CN" altLang="en-US" sz="2800" b="1" dirty="0">
              <a:solidFill>
                <a:schemeClr val="accent1">
                  <a:lumMod val="75000"/>
                </a:schemeClr>
              </a:solidFill>
              <a:latin typeface="Arial Black" panose="020B0A04020102020204" pitchFamily="34" charset="0"/>
            </a:endParaRPr>
          </a:p>
        </p:txBody>
      </p:sp>
      <p:sp>
        <p:nvSpPr>
          <p:cNvPr id="64" name="文本框 63">
            <a:extLst>
              <a:ext uri="{FF2B5EF4-FFF2-40B4-BE49-F238E27FC236}">
                <a16:creationId xmlns:a16="http://schemas.microsoft.com/office/drawing/2014/main" id="{2E99F5F0-367E-490C-8AD2-82A09944014F}"/>
              </a:ext>
            </a:extLst>
          </p:cNvPr>
          <p:cNvSpPr txBox="1"/>
          <p:nvPr/>
        </p:nvSpPr>
        <p:spPr>
          <a:xfrm>
            <a:off x="933106" y="2834046"/>
            <a:ext cx="797018" cy="369332"/>
          </a:xfrm>
          <a:prstGeom prst="rect">
            <a:avLst/>
          </a:prstGeom>
          <a:noFill/>
        </p:spPr>
        <p:txBody>
          <a:bodyPr wrap="square" rtlCol="0">
            <a:spAutoFit/>
          </a:bodyPr>
          <a:lstStyle/>
          <a:p>
            <a:r>
              <a:rPr lang="zh-CN" altLang="en-US" b="1" dirty="0">
                <a:latin typeface="Arial Narrow" panose="020B0606020202030204" pitchFamily="34" charset="0"/>
              </a:rPr>
              <a:t>解析</a:t>
            </a:r>
          </a:p>
        </p:txBody>
      </p:sp>
      <p:graphicFrame>
        <p:nvGraphicFramePr>
          <p:cNvPr id="12" name="表格 12">
            <a:extLst>
              <a:ext uri="{FF2B5EF4-FFF2-40B4-BE49-F238E27FC236}">
                <a16:creationId xmlns:a16="http://schemas.microsoft.com/office/drawing/2014/main" id="{F0558C36-FE4E-41BA-BA39-7F770BFC6C94}"/>
              </a:ext>
            </a:extLst>
          </p:cNvPr>
          <p:cNvGraphicFramePr>
            <a:graphicFrameLocks noGrp="1"/>
          </p:cNvGraphicFramePr>
          <p:nvPr/>
        </p:nvGraphicFramePr>
        <p:xfrm>
          <a:off x="1411246" y="3752317"/>
          <a:ext cx="9395820" cy="370840"/>
        </p:xfrm>
        <a:graphic>
          <a:graphicData uri="http://schemas.openxmlformats.org/drawingml/2006/table">
            <a:tbl>
              <a:tblPr firstRow="1" bandRow="1">
                <a:tableStyleId>{5C22544A-7EE6-4342-B048-85BDC9FD1C3A}</a:tableStyleId>
              </a:tblPr>
              <a:tblGrid>
                <a:gridCol w="521990">
                  <a:extLst>
                    <a:ext uri="{9D8B030D-6E8A-4147-A177-3AD203B41FA5}">
                      <a16:colId xmlns:a16="http://schemas.microsoft.com/office/drawing/2014/main" val="4106655359"/>
                    </a:ext>
                  </a:extLst>
                </a:gridCol>
                <a:gridCol w="521990">
                  <a:extLst>
                    <a:ext uri="{9D8B030D-6E8A-4147-A177-3AD203B41FA5}">
                      <a16:colId xmlns:a16="http://schemas.microsoft.com/office/drawing/2014/main" val="3977258027"/>
                    </a:ext>
                  </a:extLst>
                </a:gridCol>
                <a:gridCol w="521990">
                  <a:extLst>
                    <a:ext uri="{9D8B030D-6E8A-4147-A177-3AD203B41FA5}">
                      <a16:colId xmlns:a16="http://schemas.microsoft.com/office/drawing/2014/main" val="1195959456"/>
                    </a:ext>
                  </a:extLst>
                </a:gridCol>
                <a:gridCol w="521990">
                  <a:extLst>
                    <a:ext uri="{9D8B030D-6E8A-4147-A177-3AD203B41FA5}">
                      <a16:colId xmlns:a16="http://schemas.microsoft.com/office/drawing/2014/main" val="2164911556"/>
                    </a:ext>
                  </a:extLst>
                </a:gridCol>
                <a:gridCol w="521990">
                  <a:extLst>
                    <a:ext uri="{9D8B030D-6E8A-4147-A177-3AD203B41FA5}">
                      <a16:colId xmlns:a16="http://schemas.microsoft.com/office/drawing/2014/main" val="3201601367"/>
                    </a:ext>
                  </a:extLst>
                </a:gridCol>
                <a:gridCol w="521990">
                  <a:extLst>
                    <a:ext uri="{9D8B030D-6E8A-4147-A177-3AD203B41FA5}">
                      <a16:colId xmlns:a16="http://schemas.microsoft.com/office/drawing/2014/main" val="3931524795"/>
                    </a:ext>
                  </a:extLst>
                </a:gridCol>
                <a:gridCol w="521990">
                  <a:extLst>
                    <a:ext uri="{9D8B030D-6E8A-4147-A177-3AD203B41FA5}">
                      <a16:colId xmlns:a16="http://schemas.microsoft.com/office/drawing/2014/main" val="2224849259"/>
                    </a:ext>
                  </a:extLst>
                </a:gridCol>
                <a:gridCol w="521990">
                  <a:extLst>
                    <a:ext uri="{9D8B030D-6E8A-4147-A177-3AD203B41FA5}">
                      <a16:colId xmlns:a16="http://schemas.microsoft.com/office/drawing/2014/main" val="2680703336"/>
                    </a:ext>
                  </a:extLst>
                </a:gridCol>
                <a:gridCol w="521990">
                  <a:extLst>
                    <a:ext uri="{9D8B030D-6E8A-4147-A177-3AD203B41FA5}">
                      <a16:colId xmlns:a16="http://schemas.microsoft.com/office/drawing/2014/main" val="1425757859"/>
                    </a:ext>
                  </a:extLst>
                </a:gridCol>
                <a:gridCol w="521990">
                  <a:extLst>
                    <a:ext uri="{9D8B030D-6E8A-4147-A177-3AD203B41FA5}">
                      <a16:colId xmlns:a16="http://schemas.microsoft.com/office/drawing/2014/main" val="3062641218"/>
                    </a:ext>
                  </a:extLst>
                </a:gridCol>
                <a:gridCol w="521990">
                  <a:extLst>
                    <a:ext uri="{9D8B030D-6E8A-4147-A177-3AD203B41FA5}">
                      <a16:colId xmlns:a16="http://schemas.microsoft.com/office/drawing/2014/main" val="1999060212"/>
                    </a:ext>
                  </a:extLst>
                </a:gridCol>
                <a:gridCol w="521990">
                  <a:extLst>
                    <a:ext uri="{9D8B030D-6E8A-4147-A177-3AD203B41FA5}">
                      <a16:colId xmlns:a16="http://schemas.microsoft.com/office/drawing/2014/main" val="1031751853"/>
                    </a:ext>
                  </a:extLst>
                </a:gridCol>
                <a:gridCol w="521990">
                  <a:extLst>
                    <a:ext uri="{9D8B030D-6E8A-4147-A177-3AD203B41FA5}">
                      <a16:colId xmlns:a16="http://schemas.microsoft.com/office/drawing/2014/main" val="3585021492"/>
                    </a:ext>
                  </a:extLst>
                </a:gridCol>
                <a:gridCol w="521990">
                  <a:extLst>
                    <a:ext uri="{9D8B030D-6E8A-4147-A177-3AD203B41FA5}">
                      <a16:colId xmlns:a16="http://schemas.microsoft.com/office/drawing/2014/main" val="4204214179"/>
                    </a:ext>
                  </a:extLst>
                </a:gridCol>
                <a:gridCol w="521990">
                  <a:extLst>
                    <a:ext uri="{9D8B030D-6E8A-4147-A177-3AD203B41FA5}">
                      <a16:colId xmlns:a16="http://schemas.microsoft.com/office/drawing/2014/main" val="841583387"/>
                    </a:ext>
                  </a:extLst>
                </a:gridCol>
                <a:gridCol w="521990">
                  <a:extLst>
                    <a:ext uri="{9D8B030D-6E8A-4147-A177-3AD203B41FA5}">
                      <a16:colId xmlns:a16="http://schemas.microsoft.com/office/drawing/2014/main" val="111594741"/>
                    </a:ext>
                  </a:extLst>
                </a:gridCol>
                <a:gridCol w="521990">
                  <a:extLst>
                    <a:ext uri="{9D8B030D-6E8A-4147-A177-3AD203B41FA5}">
                      <a16:colId xmlns:a16="http://schemas.microsoft.com/office/drawing/2014/main" val="1305785342"/>
                    </a:ext>
                  </a:extLst>
                </a:gridCol>
                <a:gridCol w="521990">
                  <a:extLst>
                    <a:ext uri="{9D8B030D-6E8A-4147-A177-3AD203B41FA5}">
                      <a16:colId xmlns:a16="http://schemas.microsoft.com/office/drawing/2014/main" val="1243411119"/>
                    </a:ext>
                  </a:extLst>
                </a:gridCol>
              </a:tblGrid>
              <a:tr h="370840">
                <a:tc>
                  <a:txBody>
                    <a:bodyPr/>
                    <a:lstStyle/>
                    <a:p>
                      <a:pPr algn="ctr"/>
                      <a:r>
                        <a:rPr lang="en-US" altLang="zh-CN" dirty="0">
                          <a:solidFill>
                            <a:schemeClr val="tx1"/>
                          </a:solidFill>
                          <a:latin typeface="Arial Black" panose="020B0A04020102020204" pitchFamily="34" charset="0"/>
                        </a:rPr>
                        <a:t>0</a:t>
                      </a:r>
                      <a:endParaRPr lang="zh-CN" altLang="en-US" dirty="0">
                        <a:solidFill>
                          <a:schemeClr val="tx1"/>
                        </a:solidFill>
                        <a:latin typeface="Arial Black" panose="020B0A04020102020204" pitchFamily="34" charset="0"/>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ctr"/>
                      <a:r>
                        <a:rPr lang="en-US" altLang="zh-CN" dirty="0">
                          <a:solidFill>
                            <a:schemeClr val="tx1"/>
                          </a:solidFill>
                          <a:latin typeface="Arial Black" panose="020B0A04020102020204" pitchFamily="34" charset="0"/>
                        </a:rPr>
                        <a:t>1</a:t>
                      </a:r>
                      <a:endParaRPr lang="zh-CN" altLang="en-US" dirty="0">
                        <a:solidFill>
                          <a:schemeClr val="tx1"/>
                        </a:solidFill>
                        <a:latin typeface="Arial Black" panose="020B0A04020102020204" pitchFamily="34" charset="0"/>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ctr"/>
                      <a:r>
                        <a:rPr lang="en-US" altLang="zh-CN" dirty="0">
                          <a:solidFill>
                            <a:schemeClr val="tx1"/>
                          </a:solidFill>
                          <a:latin typeface="Arial Black" panose="020B0A04020102020204" pitchFamily="34" charset="0"/>
                        </a:rPr>
                        <a:t>2</a:t>
                      </a:r>
                      <a:endParaRPr lang="zh-CN" altLang="en-US" dirty="0">
                        <a:solidFill>
                          <a:schemeClr val="tx1"/>
                        </a:solidFill>
                        <a:latin typeface="Arial Black" panose="020B0A04020102020204" pitchFamily="34" charset="0"/>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ctr"/>
                      <a:r>
                        <a:rPr lang="en-US" altLang="zh-CN" dirty="0">
                          <a:solidFill>
                            <a:schemeClr val="tx1"/>
                          </a:solidFill>
                          <a:latin typeface="Arial Black" panose="020B0A04020102020204" pitchFamily="34" charset="0"/>
                        </a:rPr>
                        <a:t>3</a:t>
                      </a:r>
                      <a:endParaRPr lang="zh-CN" altLang="en-US" dirty="0">
                        <a:solidFill>
                          <a:schemeClr val="tx1"/>
                        </a:solidFill>
                        <a:latin typeface="Arial Black" panose="020B0A04020102020204" pitchFamily="34" charset="0"/>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ctr"/>
                      <a:r>
                        <a:rPr lang="en-US" altLang="zh-CN" dirty="0">
                          <a:solidFill>
                            <a:schemeClr val="tx1"/>
                          </a:solidFill>
                          <a:latin typeface="Arial Black" panose="020B0A04020102020204" pitchFamily="34" charset="0"/>
                        </a:rPr>
                        <a:t>4</a:t>
                      </a:r>
                      <a:endParaRPr lang="zh-CN" altLang="en-US" dirty="0">
                        <a:solidFill>
                          <a:schemeClr val="tx1"/>
                        </a:solidFill>
                        <a:latin typeface="Arial Black" panose="020B0A04020102020204" pitchFamily="34" charset="0"/>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ctr"/>
                      <a:r>
                        <a:rPr lang="en-US" altLang="zh-CN" dirty="0">
                          <a:solidFill>
                            <a:schemeClr val="tx1"/>
                          </a:solidFill>
                          <a:latin typeface="Arial Black" panose="020B0A04020102020204" pitchFamily="34" charset="0"/>
                        </a:rPr>
                        <a:t>5</a:t>
                      </a:r>
                      <a:endParaRPr lang="zh-CN" altLang="en-US" dirty="0">
                        <a:solidFill>
                          <a:schemeClr val="tx1"/>
                        </a:solidFill>
                        <a:latin typeface="Arial Black" panose="020B0A04020102020204" pitchFamily="34" charset="0"/>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ctr"/>
                      <a:r>
                        <a:rPr lang="en-US" altLang="zh-CN" dirty="0">
                          <a:solidFill>
                            <a:schemeClr val="tx1"/>
                          </a:solidFill>
                          <a:latin typeface="Arial Black" panose="020B0A04020102020204" pitchFamily="34" charset="0"/>
                        </a:rPr>
                        <a:t>6</a:t>
                      </a:r>
                      <a:endParaRPr lang="zh-CN" altLang="en-US" dirty="0">
                        <a:solidFill>
                          <a:schemeClr val="tx1"/>
                        </a:solidFill>
                        <a:latin typeface="Arial Black" panose="020B0A04020102020204" pitchFamily="34" charset="0"/>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ctr"/>
                      <a:r>
                        <a:rPr lang="en-US" altLang="zh-CN" dirty="0">
                          <a:solidFill>
                            <a:schemeClr val="tx1"/>
                          </a:solidFill>
                          <a:latin typeface="Arial Black" panose="020B0A04020102020204" pitchFamily="34" charset="0"/>
                        </a:rPr>
                        <a:t>7</a:t>
                      </a:r>
                      <a:endParaRPr lang="zh-CN" altLang="en-US" dirty="0">
                        <a:solidFill>
                          <a:schemeClr val="tx1"/>
                        </a:solidFill>
                        <a:latin typeface="Arial Black" panose="020B0A04020102020204" pitchFamily="34" charset="0"/>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ctr"/>
                      <a:r>
                        <a:rPr lang="en-US" altLang="zh-CN" dirty="0">
                          <a:solidFill>
                            <a:schemeClr val="tx1"/>
                          </a:solidFill>
                          <a:latin typeface="Arial Black" panose="020B0A04020102020204" pitchFamily="34" charset="0"/>
                        </a:rPr>
                        <a:t>8</a:t>
                      </a:r>
                      <a:endParaRPr lang="zh-CN" altLang="en-US" dirty="0">
                        <a:solidFill>
                          <a:schemeClr val="tx1"/>
                        </a:solidFill>
                        <a:latin typeface="Arial Black" panose="020B0A04020102020204" pitchFamily="34" charset="0"/>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ctr"/>
                      <a:r>
                        <a:rPr lang="en-US" altLang="zh-CN" dirty="0">
                          <a:solidFill>
                            <a:schemeClr val="tx1"/>
                          </a:solidFill>
                          <a:latin typeface="Arial Black" panose="020B0A04020102020204" pitchFamily="34" charset="0"/>
                        </a:rPr>
                        <a:t>9</a:t>
                      </a:r>
                      <a:endParaRPr lang="zh-CN" altLang="en-US" dirty="0">
                        <a:solidFill>
                          <a:schemeClr val="tx1"/>
                        </a:solidFill>
                        <a:latin typeface="Arial Black" panose="020B0A04020102020204" pitchFamily="34" charset="0"/>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ctr"/>
                      <a:r>
                        <a:rPr lang="en-US" altLang="zh-CN" dirty="0">
                          <a:solidFill>
                            <a:schemeClr val="tx1"/>
                          </a:solidFill>
                          <a:latin typeface="Arial Black" panose="020B0A04020102020204" pitchFamily="34" charset="0"/>
                        </a:rPr>
                        <a:t>10</a:t>
                      </a:r>
                      <a:endParaRPr lang="zh-CN" altLang="en-US" dirty="0">
                        <a:solidFill>
                          <a:schemeClr val="tx1"/>
                        </a:solidFill>
                        <a:latin typeface="Arial Black" panose="020B0A04020102020204" pitchFamily="34" charset="0"/>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ctr"/>
                      <a:r>
                        <a:rPr lang="en-US" altLang="zh-CN" dirty="0">
                          <a:solidFill>
                            <a:schemeClr val="tx1"/>
                          </a:solidFill>
                          <a:latin typeface="Arial Black" panose="020B0A04020102020204" pitchFamily="34" charset="0"/>
                        </a:rPr>
                        <a:t>11</a:t>
                      </a:r>
                      <a:endParaRPr lang="zh-CN" altLang="en-US" dirty="0">
                        <a:solidFill>
                          <a:schemeClr val="tx1"/>
                        </a:solidFill>
                        <a:latin typeface="Arial Black" panose="020B0A04020102020204" pitchFamily="34" charset="0"/>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ctr"/>
                      <a:r>
                        <a:rPr lang="en-US" altLang="zh-CN" dirty="0">
                          <a:solidFill>
                            <a:schemeClr val="tx1"/>
                          </a:solidFill>
                          <a:latin typeface="Arial Black" panose="020B0A04020102020204" pitchFamily="34" charset="0"/>
                        </a:rPr>
                        <a:t>12</a:t>
                      </a:r>
                      <a:endParaRPr lang="zh-CN" altLang="en-US" dirty="0">
                        <a:solidFill>
                          <a:schemeClr val="tx1"/>
                        </a:solidFill>
                        <a:latin typeface="Arial Black" panose="020B0A04020102020204" pitchFamily="34" charset="0"/>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ctr"/>
                      <a:r>
                        <a:rPr lang="en-US" altLang="zh-CN" dirty="0">
                          <a:solidFill>
                            <a:schemeClr val="tx1"/>
                          </a:solidFill>
                          <a:latin typeface="Arial Black" panose="020B0A04020102020204" pitchFamily="34" charset="0"/>
                        </a:rPr>
                        <a:t>13</a:t>
                      </a:r>
                      <a:endParaRPr lang="zh-CN" altLang="en-US" dirty="0">
                        <a:solidFill>
                          <a:schemeClr val="tx1"/>
                        </a:solidFill>
                        <a:latin typeface="Arial Black" panose="020B0A04020102020204" pitchFamily="34" charset="0"/>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ctr"/>
                      <a:r>
                        <a:rPr lang="en-US" altLang="zh-CN" dirty="0">
                          <a:solidFill>
                            <a:schemeClr val="tx1"/>
                          </a:solidFill>
                          <a:latin typeface="Arial Black" panose="020B0A04020102020204" pitchFamily="34" charset="0"/>
                        </a:rPr>
                        <a:t>14</a:t>
                      </a:r>
                      <a:endParaRPr lang="zh-CN" altLang="en-US" dirty="0">
                        <a:solidFill>
                          <a:schemeClr val="tx1"/>
                        </a:solidFill>
                        <a:latin typeface="Arial Black" panose="020B0A04020102020204" pitchFamily="34" charset="0"/>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ctr"/>
                      <a:r>
                        <a:rPr lang="en-US" altLang="zh-CN" dirty="0">
                          <a:solidFill>
                            <a:schemeClr val="tx1"/>
                          </a:solidFill>
                          <a:latin typeface="Arial Black" panose="020B0A04020102020204" pitchFamily="34" charset="0"/>
                        </a:rPr>
                        <a:t>15</a:t>
                      </a:r>
                      <a:endParaRPr lang="zh-CN" altLang="en-US" dirty="0">
                        <a:solidFill>
                          <a:schemeClr val="tx1"/>
                        </a:solidFill>
                        <a:latin typeface="Arial Black" panose="020B0A04020102020204" pitchFamily="34" charset="0"/>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ctr"/>
                      <a:r>
                        <a:rPr lang="en-US" altLang="zh-CN" dirty="0">
                          <a:solidFill>
                            <a:schemeClr val="tx1"/>
                          </a:solidFill>
                          <a:latin typeface="Arial Black" panose="020B0A04020102020204" pitchFamily="34" charset="0"/>
                        </a:rPr>
                        <a:t>0</a:t>
                      </a:r>
                      <a:endParaRPr lang="zh-CN" altLang="en-US" dirty="0">
                        <a:solidFill>
                          <a:schemeClr val="tx1"/>
                        </a:solidFill>
                        <a:latin typeface="Arial Black" panose="020B0A04020102020204" pitchFamily="34" charset="0"/>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ctr"/>
                      <a:r>
                        <a:rPr lang="en-US" altLang="zh-CN" dirty="0">
                          <a:solidFill>
                            <a:schemeClr val="tx1"/>
                          </a:solidFill>
                          <a:latin typeface="Arial Black" panose="020B0A04020102020204" pitchFamily="34" charset="0"/>
                        </a:rPr>
                        <a:t>…</a:t>
                      </a:r>
                      <a:endParaRPr lang="zh-CN" altLang="en-US" dirty="0">
                        <a:solidFill>
                          <a:schemeClr val="tx1"/>
                        </a:solidFill>
                        <a:latin typeface="Arial Black" panose="020B0A04020102020204" pitchFamily="34" charset="0"/>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extLst>
                  <a:ext uri="{0D108BD9-81ED-4DB2-BD59-A6C34878D82A}">
                    <a16:rowId xmlns:a16="http://schemas.microsoft.com/office/drawing/2014/main" val="2967980494"/>
                  </a:ext>
                </a:extLst>
              </a:tr>
            </a:tbl>
          </a:graphicData>
        </a:graphic>
      </p:graphicFrame>
      <p:sp>
        <p:nvSpPr>
          <p:cNvPr id="70" name="矩形 69">
            <a:extLst>
              <a:ext uri="{FF2B5EF4-FFF2-40B4-BE49-F238E27FC236}">
                <a16:creationId xmlns:a16="http://schemas.microsoft.com/office/drawing/2014/main" id="{164E65B5-9BC0-4F9F-AB3E-90C84C89C30D}"/>
              </a:ext>
            </a:extLst>
          </p:cNvPr>
          <p:cNvSpPr/>
          <p:nvPr/>
        </p:nvSpPr>
        <p:spPr>
          <a:xfrm>
            <a:off x="1411246" y="3752317"/>
            <a:ext cx="4176620" cy="369332"/>
          </a:xfrm>
          <a:prstGeom prst="rect">
            <a:avLst/>
          </a:prstGeom>
          <a:solidFill>
            <a:schemeClr val="accent3">
              <a:alpha val="74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grpSp>
        <p:nvGrpSpPr>
          <p:cNvPr id="16" name="组合 15">
            <a:extLst>
              <a:ext uri="{FF2B5EF4-FFF2-40B4-BE49-F238E27FC236}">
                <a16:creationId xmlns:a16="http://schemas.microsoft.com/office/drawing/2014/main" id="{D5095C30-2503-4482-AD73-B55627363D0C}"/>
              </a:ext>
            </a:extLst>
          </p:cNvPr>
          <p:cNvGrpSpPr/>
          <p:nvPr/>
        </p:nvGrpSpPr>
        <p:grpSpPr>
          <a:xfrm>
            <a:off x="1317154" y="4039425"/>
            <a:ext cx="703823" cy="811196"/>
            <a:chOff x="1317154" y="4039425"/>
            <a:chExt cx="703823" cy="811196"/>
          </a:xfrm>
        </p:grpSpPr>
        <p:sp>
          <p:nvSpPr>
            <p:cNvPr id="20" name="文本框 19">
              <a:extLst>
                <a:ext uri="{FF2B5EF4-FFF2-40B4-BE49-F238E27FC236}">
                  <a16:creationId xmlns:a16="http://schemas.microsoft.com/office/drawing/2014/main" id="{924DB27E-54C6-40DB-919F-7BBC6DEE3D42}"/>
                </a:ext>
              </a:extLst>
            </p:cNvPr>
            <p:cNvSpPr txBox="1"/>
            <p:nvPr/>
          </p:nvSpPr>
          <p:spPr>
            <a:xfrm>
              <a:off x="1317154" y="4481289"/>
              <a:ext cx="703823" cy="369332"/>
            </a:xfrm>
            <a:prstGeom prst="rect">
              <a:avLst/>
            </a:prstGeom>
            <a:noFill/>
          </p:spPr>
          <p:txBody>
            <a:bodyPr wrap="square" rtlCol="0">
              <a:spAutoFit/>
            </a:bodyPr>
            <a:lstStyle/>
            <a:p>
              <a:pPr algn="ctr"/>
              <a:r>
                <a:rPr lang="en-US" altLang="zh-CN" b="1" dirty="0">
                  <a:solidFill>
                    <a:schemeClr val="accent4"/>
                  </a:solidFill>
                  <a:latin typeface="Arial Narrow" panose="020B0606020202030204" pitchFamily="34" charset="0"/>
                </a:rPr>
                <a:t>ACK0</a:t>
              </a:r>
              <a:endParaRPr lang="zh-CN" altLang="en-US" b="1" dirty="0">
                <a:solidFill>
                  <a:schemeClr val="accent4"/>
                </a:solidFill>
                <a:latin typeface="Arial Narrow" panose="020B0606020202030204" pitchFamily="34" charset="0"/>
              </a:endParaRPr>
            </a:p>
          </p:txBody>
        </p:sp>
        <p:cxnSp>
          <p:nvCxnSpPr>
            <p:cNvPr id="13" name="直接箭头连接符 12">
              <a:extLst>
                <a:ext uri="{FF2B5EF4-FFF2-40B4-BE49-F238E27FC236}">
                  <a16:creationId xmlns:a16="http://schemas.microsoft.com/office/drawing/2014/main" id="{03270037-5BD3-4D07-8078-6E0BCEB674AB}"/>
                </a:ext>
              </a:extLst>
            </p:cNvPr>
            <p:cNvCxnSpPr/>
            <p:nvPr/>
          </p:nvCxnSpPr>
          <p:spPr>
            <a:xfrm flipV="1">
              <a:off x="1669066" y="4039425"/>
              <a:ext cx="0" cy="490292"/>
            </a:xfrm>
            <a:prstGeom prst="straightConnector1">
              <a:avLst/>
            </a:prstGeom>
            <a:ln w="25400">
              <a:solidFill>
                <a:schemeClr val="tx1"/>
              </a:solidFill>
              <a:tailEnd type="triangle" w="med" len="lg"/>
            </a:ln>
          </p:spPr>
          <p:style>
            <a:lnRef idx="1">
              <a:schemeClr val="accent1"/>
            </a:lnRef>
            <a:fillRef idx="0">
              <a:schemeClr val="accent1"/>
            </a:fillRef>
            <a:effectRef idx="0">
              <a:schemeClr val="accent1"/>
            </a:effectRef>
            <a:fontRef idx="minor">
              <a:schemeClr val="tx1"/>
            </a:fontRef>
          </p:style>
        </p:cxnSp>
      </p:grpSp>
      <p:grpSp>
        <p:nvGrpSpPr>
          <p:cNvPr id="26" name="组合 25">
            <a:extLst>
              <a:ext uri="{FF2B5EF4-FFF2-40B4-BE49-F238E27FC236}">
                <a16:creationId xmlns:a16="http://schemas.microsoft.com/office/drawing/2014/main" id="{4C12DC06-F731-453B-933F-0299A50D30E4}"/>
              </a:ext>
            </a:extLst>
          </p:cNvPr>
          <p:cNvGrpSpPr/>
          <p:nvPr/>
        </p:nvGrpSpPr>
        <p:grpSpPr>
          <a:xfrm>
            <a:off x="2326053" y="4039425"/>
            <a:ext cx="703823" cy="811196"/>
            <a:chOff x="1317154" y="4039425"/>
            <a:chExt cx="703823" cy="811196"/>
          </a:xfrm>
        </p:grpSpPr>
        <p:sp>
          <p:nvSpPr>
            <p:cNvPr id="27" name="文本框 26">
              <a:extLst>
                <a:ext uri="{FF2B5EF4-FFF2-40B4-BE49-F238E27FC236}">
                  <a16:creationId xmlns:a16="http://schemas.microsoft.com/office/drawing/2014/main" id="{9158FC8F-682C-4496-BAB7-663DB9B38CBF}"/>
                </a:ext>
              </a:extLst>
            </p:cNvPr>
            <p:cNvSpPr txBox="1"/>
            <p:nvPr/>
          </p:nvSpPr>
          <p:spPr>
            <a:xfrm>
              <a:off x="1317154" y="4481289"/>
              <a:ext cx="703823" cy="369332"/>
            </a:xfrm>
            <a:prstGeom prst="rect">
              <a:avLst/>
            </a:prstGeom>
            <a:noFill/>
          </p:spPr>
          <p:txBody>
            <a:bodyPr wrap="square" rtlCol="0">
              <a:spAutoFit/>
            </a:bodyPr>
            <a:lstStyle/>
            <a:p>
              <a:pPr algn="ctr"/>
              <a:r>
                <a:rPr lang="en-US" altLang="zh-CN" b="1" dirty="0">
                  <a:solidFill>
                    <a:schemeClr val="accent4"/>
                  </a:solidFill>
                  <a:latin typeface="Arial Narrow" panose="020B0606020202030204" pitchFamily="34" charset="0"/>
                </a:rPr>
                <a:t>ACK2</a:t>
              </a:r>
              <a:endParaRPr lang="zh-CN" altLang="en-US" b="1" dirty="0">
                <a:solidFill>
                  <a:schemeClr val="accent4"/>
                </a:solidFill>
                <a:latin typeface="Arial Narrow" panose="020B0606020202030204" pitchFamily="34" charset="0"/>
              </a:endParaRPr>
            </a:p>
          </p:txBody>
        </p:sp>
        <p:cxnSp>
          <p:nvCxnSpPr>
            <p:cNvPr id="31" name="直接箭头连接符 30">
              <a:extLst>
                <a:ext uri="{FF2B5EF4-FFF2-40B4-BE49-F238E27FC236}">
                  <a16:creationId xmlns:a16="http://schemas.microsoft.com/office/drawing/2014/main" id="{76DA05B8-F707-42D8-99E6-6B863306B23E}"/>
                </a:ext>
              </a:extLst>
            </p:cNvPr>
            <p:cNvCxnSpPr/>
            <p:nvPr/>
          </p:nvCxnSpPr>
          <p:spPr>
            <a:xfrm flipV="1">
              <a:off x="1669066" y="4039425"/>
              <a:ext cx="0" cy="490292"/>
            </a:xfrm>
            <a:prstGeom prst="straightConnector1">
              <a:avLst/>
            </a:prstGeom>
            <a:ln w="25400">
              <a:solidFill>
                <a:schemeClr val="tx1"/>
              </a:solidFill>
              <a:tailEnd type="triangle" w="med" len="lg"/>
            </a:ln>
          </p:spPr>
          <p:style>
            <a:lnRef idx="1">
              <a:schemeClr val="accent1"/>
            </a:lnRef>
            <a:fillRef idx="0">
              <a:schemeClr val="accent1"/>
            </a:fillRef>
            <a:effectRef idx="0">
              <a:schemeClr val="accent1"/>
            </a:effectRef>
            <a:fontRef idx="minor">
              <a:schemeClr val="tx1"/>
            </a:fontRef>
          </p:style>
        </p:cxnSp>
      </p:grpSp>
      <p:sp>
        <p:nvSpPr>
          <p:cNvPr id="35" name="平行四边形 34">
            <a:extLst>
              <a:ext uri="{FF2B5EF4-FFF2-40B4-BE49-F238E27FC236}">
                <a16:creationId xmlns:a16="http://schemas.microsoft.com/office/drawing/2014/main" id="{2E1537C2-3CFA-5EDA-FD77-E7319F94D516}"/>
              </a:ext>
            </a:extLst>
          </p:cNvPr>
          <p:cNvSpPr/>
          <p:nvPr/>
        </p:nvSpPr>
        <p:spPr>
          <a:xfrm>
            <a:off x="304799" y="749300"/>
            <a:ext cx="695119" cy="387090"/>
          </a:xfrm>
          <a:prstGeom prst="parallelogram">
            <a:avLst/>
          </a:prstGeom>
          <a:solidFill>
            <a:schemeClr val="accent3">
              <a:lumMod val="75000"/>
            </a:schemeClr>
          </a:solidFill>
          <a:ln>
            <a:solidFill>
              <a:schemeClr val="accent3">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CN" sz="2200" dirty="0">
                <a:latin typeface="Impact" panose="020B0806030902050204" pitchFamily="34" charset="0"/>
              </a:rPr>
              <a:t>04</a:t>
            </a:r>
            <a:endParaRPr lang="zh-CN" altLang="en-US" sz="2200" dirty="0">
              <a:latin typeface="Impact" panose="020B0806030902050204" pitchFamily="34" charset="0"/>
            </a:endParaRPr>
          </a:p>
        </p:txBody>
      </p:sp>
    </p:spTree>
    <p:custDataLst>
      <p:tags r:id="rId1"/>
    </p:custDataLst>
    <p:extLst>
      <p:ext uri="{BB962C8B-B14F-4D97-AF65-F5344CB8AC3E}">
        <p14:creationId xmlns:p14="http://schemas.microsoft.com/office/powerpoint/2010/main" val="1202296385"/>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2" presetClass="entr" presetSubtype="4" fill="hold" nodeType="withEffect">
                                  <p:stCondLst>
                                    <p:cond delay="0"/>
                                  </p:stCondLst>
                                  <p:childTnLst>
                                    <p:set>
                                      <p:cBhvr>
                                        <p:cTn id="6" dur="1" fill="hold">
                                          <p:stCondLst>
                                            <p:cond delay="0"/>
                                          </p:stCondLst>
                                        </p:cTn>
                                        <p:tgtEl>
                                          <p:spTgt spid="26"/>
                                        </p:tgtEl>
                                        <p:attrNameLst>
                                          <p:attrName>style.visibility</p:attrName>
                                        </p:attrNameLst>
                                      </p:cBhvr>
                                      <p:to>
                                        <p:strVal val="visible"/>
                                      </p:to>
                                    </p:set>
                                    <p:anim calcmode="lin" valueType="num">
                                      <p:cBhvr additive="base">
                                        <p:cTn id="7" dur="500"/>
                                        <p:tgtEl>
                                          <p:spTgt spid="26"/>
                                        </p:tgtEl>
                                        <p:attrNameLst>
                                          <p:attrName>ppt_y</p:attrName>
                                        </p:attrNameLst>
                                      </p:cBhvr>
                                      <p:tavLst>
                                        <p:tav tm="0">
                                          <p:val>
                                            <p:strVal val="#ppt_y+#ppt_h*1.125000"/>
                                          </p:val>
                                        </p:tav>
                                        <p:tav tm="100000">
                                          <p:val>
                                            <p:strVal val="#ppt_y"/>
                                          </p:val>
                                        </p:tav>
                                      </p:tavLst>
                                    </p:anim>
                                    <p:animEffect transition="in" filter="wipe(up)">
                                      <p:cBhvr>
                                        <p:cTn id="8" dur="500"/>
                                        <p:tgtEl>
                                          <p:spTgt spid="26"/>
                                        </p:tgtEl>
                                      </p:cBhvr>
                                    </p:animEffect>
                                  </p:childTnLst>
                                </p:cTn>
                              </p:par>
                            </p:childTnLst>
                          </p:cTn>
                        </p:par>
                      </p:childTnLst>
                    </p:cTn>
                  </p:par>
                  <p:par>
                    <p:cTn id="9" fill="hold">
                      <p:stCondLst>
                        <p:cond delay="indefinite"/>
                      </p:stCondLst>
                      <p:childTnLst>
                        <p:par>
                          <p:cTn id="10" fill="hold">
                            <p:stCondLst>
                              <p:cond delay="0"/>
                            </p:stCondLst>
                            <p:childTnLst>
                              <p:par>
                                <p:cTn id="11" presetID="10" presetClass="exit" presetSubtype="0" decel="50000" fill="hold" nodeType="clickEffect">
                                  <p:stCondLst>
                                    <p:cond delay="0"/>
                                  </p:stCondLst>
                                  <p:childTnLst>
                                    <p:animEffect transition="out" filter="fade">
                                      <p:cBhvr>
                                        <p:cTn id="12" dur="1000"/>
                                        <p:tgtEl>
                                          <p:spTgt spid="28"/>
                                        </p:tgtEl>
                                      </p:cBhvr>
                                    </p:animEffect>
                                    <p:set>
                                      <p:cBhvr>
                                        <p:cTn id="13" dur="1" fill="hold">
                                          <p:stCondLst>
                                            <p:cond delay="999"/>
                                          </p:stCondLst>
                                        </p:cTn>
                                        <p:tgtEl>
                                          <p:spTgt spid="28"/>
                                        </p:tgtEl>
                                        <p:attrNameLst>
                                          <p:attrName>style.visibility</p:attrName>
                                        </p:attrNameLst>
                                      </p:cBhvr>
                                      <p:to>
                                        <p:strVal val="hidden"/>
                                      </p:to>
                                    </p:set>
                                  </p:childTnLst>
                                </p:cTn>
                              </p:par>
                              <p:par>
                                <p:cTn id="14" presetID="10" presetClass="entr" presetSubtype="0" decel="50000" fill="hold" nodeType="withEffect">
                                  <p:stCondLst>
                                    <p:cond delay="0"/>
                                  </p:stCondLst>
                                  <p:childTnLst>
                                    <p:set>
                                      <p:cBhvr>
                                        <p:cTn id="15" dur="1" fill="hold">
                                          <p:stCondLst>
                                            <p:cond delay="0"/>
                                          </p:stCondLst>
                                        </p:cTn>
                                        <p:tgtEl>
                                          <p:spTgt spid="32"/>
                                        </p:tgtEl>
                                        <p:attrNameLst>
                                          <p:attrName>style.visibility</p:attrName>
                                        </p:attrNameLst>
                                      </p:cBhvr>
                                      <p:to>
                                        <p:strVal val="visible"/>
                                      </p:to>
                                    </p:set>
                                    <p:animEffect transition="in" filter="fade">
                                      <p:cBhvr>
                                        <p:cTn id="16" dur="1000"/>
                                        <p:tgtEl>
                                          <p:spTgt spid="32"/>
                                        </p:tgtEl>
                                      </p:cBhvr>
                                    </p:animEffect>
                                  </p:childTnLst>
                                </p:cTn>
                              </p:par>
                              <p:par>
                                <p:cTn id="17" presetID="63" presetClass="path" presetSubtype="0" decel="50000" fill="hold" nodeType="withEffect">
                                  <p:stCondLst>
                                    <p:cond delay="0"/>
                                  </p:stCondLst>
                                  <p:childTnLst>
                                    <p:animMotion origin="layout" path="M 0 0 L 0.08584 0 E" pathEditMode="relative" ptsTypes="">
                                      <p:cBhvr>
                                        <p:cTn id="18" dur="1000" fill="hold"/>
                                        <p:tgtEl>
                                          <p:spTgt spid="28"/>
                                        </p:tgtEl>
                                        <p:attrNameLst>
                                          <p:attrName>ppt_x</p:attrName>
                                          <p:attrName>ppt_y</p:attrName>
                                        </p:attrNameLst>
                                      </p:cBhvr>
                                    </p:animMotion>
                                  </p:childTnLst>
                                </p:cTn>
                              </p:par>
                              <p:par>
                                <p:cTn id="19" presetID="63" presetClass="path" presetSubtype="0" decel="50000" fill="hold" nodeType="withEffect">
                                  <p:stCondLst>
                                    <p:cond delay="0"/>
                                  </p:stCondLst>
                                  <p:childTnLst>
                                    <p:animMotion origin="layout" path="M -0.08584 0 L 0 0 E" pathEditMode="relative" ptsTypes="">
                                      <p:cBhvr>
                                        <p:cTn id="20" dur="1000" fill="hold"/>
                                        <p:tgtEl>
                                          <p:spTgt spid="32"/>
                                        </p:tgtEl>
                                        <p:attrNameLst>
                                          <p:attrName>ppt_x</p:attrName>
                                          <p:attrName>ppt_y</p:attrName>
                                        </p:attrNameLst>
                                      </p:cBhvr>
                                    </p:animMotion>
                                  </p:childTnLst>
                                </p:cTn>
                              </p:par>
                              <p:par>
                                <p:cTn id="21" presetID="6" presetClass="emph" presetSubtype="0" decel="50000" fill="hold" nodeType="withEffect">
                                  <p:stCondLst>
                                    <p:cond delay="0"/>
                                  </p:stCondLst>
                                  <p:childTnLst>
                                    <p:animScale>
                                      <p:cBhvr>
                                        <p:cTn id="22" dur="1000" fill="hold"/>
                                        <p:tgtEl>
                                          <p:spTgt spid="28"/>
                                        </p:tgtEl>
                                      </p:cBhvr>
                                      <p:by x="150000" y="150000"/>
                                      <p:from x="100000" y="100000"/>
                                      <p:to x="100000" y="100000"/>
                                    </p:animScale>
                                  </p:childTnLst>
                                </p:cTn>
                              </p:par>
                              <p:par>
                                <p:cTn id="23" presetID="6" presetClass="emph" presetSubtype="0" decel="50000" fill="hold" nodeType="withEffect">
                                  <p:stCondLst>
                                    <p:cond delay="0"/>
                                  </p:stCondLst>
                                  <p:childTnLst>
                                    <p:animScale>
                                      <p:cBhvr>
                                        <p:cTn id="24" dur="1000" fill="hold"/>
                                        <p:tgtEl>
                                          <p:spTgt spid="32"/>
                                        </p:tgtEl>
                                      </p:cBhvr>
                                      <p:by x="150000" y="150000"/>
                                      <p:from x="100000" y="100000"/>
                                      <p:to x="100000" y="100000"/>
                                    </p:animScale>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18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38" name="组合 37">
            <a:extLst>
              <a:ext uri="{FF2B5EF4-FFF2-40B4-BE49-F238E27FC236}">
                <a16:creationId xmlns:a16="http://schemas.microsoft.com/office/drawing/2014/main" id="{BCEE155D-B33B-4343-8547-479481F3CFE8}"/>
              </a:ext>
            </a:extLst>
          </p:cNvPr>
          <p:cNvGrpSpPr/>
          <p:nvPr/>
        </p:nvGrpSpPr>
        <p:grpSpPr>
          <a:xfrm>
            <a:off x="3492978" y="3240079"/>
            <a:ext cx="4183200" cy="955020"/>
            <a:chOff x="1404666" y="3244334"/>
            <a:chExt cx="4183200" cy="955020"/>
          </a:xfrm>
        </p:grpSpPr>
        <p:sp>
          <p:nvSpPr>
            <p:cNvPr id="39" name="矩形 38">
              <a:extLst>
                <a:ext uri="{FF2B5EF4-FFF2-40B4-BE49-F238E27FC236}">
                  <a16:creationId xmlns:a16="http://schemas.microsoft.com/office/drawing/2014/main" id="{AA1BC74E-0BB7-4FAE-8429-06A923926A31}"/>
                </a:ext>
              </a:extLst>
            </p:cNvPr>
            <p:cNvSpPr/>
            <p:nvPr/>
          </p:nvSpPr>
          <p:spPr>
            <a:xfrm>
              <a:off x="1404666" y="3657890"/>
              <a:ext cx="4183200" cy="541464"/>
            </a:xfrm>
            <a:prstGeom prst="rect">
              <a:avLst/>
            </a:prstGeom>
            <a:solidFill>
              <a:schemeClr val="accent3"/>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mc:AlternateContent xmlns:mc="http://schemas.openxmlformats.org/markup-compatibility/2006" xmlns:a14="http://schemas.microsoft.com/office/drawing/2010/main">
          <mc:Choice Requires="a14">
            <p:sp>
              <p:nvSpPr>
                <p:cNvPr id="40" name="文本框 39">
                  <a:extLst>
                    <a:ext uri="{FF2B5EF4-FFF2-40B4-BE49-F238E27FC236}">
                      <a16:creationId xmlns:a16="http://schemas.microsoft.com/office/drawing/2014/main" id="{7ACC0AD7-BA68-4980-800B-21F39F6F475B}"/>
                    </a:ext>
                  </a:extLst>
                </p:cNvPr>
                <p:cNvSpPr txBox="1"/>
                <p:nvPr/>
              </p:nvSpPr>
              <p:spPr>
                <a:xfrm>
                  <a:off x="2973446" y="3244334"/>
                  <a:ext cx="1067217" cy="369332"/>
                </a:xfrm>
                <a:prstGeom prst="rect">
                  <a:avLst/>
                </a:prstGeom>
                <a:noFill/>
              </p:spPr>
              <p:txBody>
                <a:bodyPr wrap="square">
                  <a:spAutoFit/>
                </a:bodyPr>
                <a:lstStyle/>
                <a:p>
                  <a:pPr/>
                  <a14:m>
                    <m:oMathPara xmlns:m="http://schemas.openxmlformats.org/officeDocument/2006/math">
                      <m:oMathParaPr>
                        <m:jc m:val="centerGroup"/>
                      </m:oMathParaPr>
                      <m:oMath xmlns:m="http://schemas.openxmlformats.org/officeDocument/2006/math">
                        <m:sSub>
                          <m:sSubPr>
                            <m:ctrlPr>
                              <a:rPr lang="en-US" altLang="zh-CN" b="1" i="1" smtClean="0">
                                <a:solidFill>
                                  <a:schemeClr val="accent3"/>
                                </a:solidFill>
                                <a:latin typeface="Cambria Math" panose="02040503050406030204" pitchFamily="18" charset="0"/>
                              </a:rPr>
                            </m:ctrlPr>
                          </m:sSubPr>
                          <m:e>
                            <m:r>
                              <a:rPr lang="en-US" altLang="zh-CN" b="1" i="1" smtClean="0">
                                <a:solidFill>
                                  <a:schemeClr val="accent3"/>
                                </a:solidFill>
                                <a:latin typeface="Cambria Math" panose="02040503050406030204" pitchFamily="18" charset="0"/>
                              </a:rPr>
                              <m:t>𝑾</m:t>
                            </m:r>
                          </m:e>
                          <m:sub>
                            <m:r>
                              <a:rPr lang="en-US" altLang="zh-CN" b="1" i="1" smtClean="0">
                                <a:solidFill>
                                  <a:schemeClr val="accent3"/>
                                </a:solidFill>
                                <a:latin typeface="Cambria Math" panose="02040503050406030204" pitchFamily="18" charset="0"/>
                              </a:rPr>
                              <m:t>𝑻</m:t>
                            </m:r>
                          </m:sub>
                        </m:sSub>
                        <m:r>
                          <a:rPr lang="en-US" altLang="zh-CN" b="1" i="1" smtClean="0">
                            <a:solidFill>
                              <a:schemeClr val="accent3"/>
                            </a:solidFill>
                            <a:latin typeface="Cambria Math" panose="02040503050406030204" pitchFamily="18" charset="0"/>
                          </a:rPr>
                          <m:t>=</m:t>
                        </m:r>
                        <m:r>
                          <a:rPr lang="en-US" altLang="zh-CN" b="1" i="1" smtClean="0">
                            <a:solidFill>
                              <a:schemeClr val="accent3"/>
                            </a:solidFill>
                            <a:latin typeface="Cambria Math" panose="02040503050406030204" pitchFamily="18" charset="0"/>
                          </a:rPr>
                          <m:t>𝟖</m:t>
                        </m:r>
                      </m:oMath>
                    </m:oMathPara>
                  </a14:m>
                  <a:endParaRPr lang="zh-CN" altLang="en-US" dirty="0">
                    <a:solidFill>
                      <a:schemeClr val="accent3"/>
                    </a:solidFill>
                  </a:endParaRPr>
                </a:p>
              </p:txBody>
            </p:sp>
          </mc:Choice>
          <mc:Fallback xmlns="">
            <p:sp>
              <p:nvSpPr>
                <p:cNvPr id="40" name="文本框 39">
                  <a:extLst>
                    <a:ext uri="{FF2B5EF4-FFF2-40B4-BE49-F238E27FC236}">
                      <a16:creationId xmlns:a16="http://schemas.microsoft.com/office/drawing/2014/main" id="{7ACC0AD7-BA68-4980-800B-21F39F6F475B}"/>
                    </a:ext>
                  </a:extLst>
                </p:cNvPr>
                <p:cNvSpPr txBox="1">
                  <a:spLocks noRot="1" noChangeAspect="1" noMove="1" noResize="1" noEditPoints="1" noAdjustHandles="1" noChangeArrowheads="1" noChangeShapeType="1" noTextEdit="1"/>
                </p:cNvSpPr>
                <p:nvPr/>
              </p:nvSpPr>
              <p:spPr>
                <a:xfrm>
                  <a:off x="2973446" y="3244334"/>
                  <a:ext cx="1067217" cy="369332"/>
                </a:xfrm>
                <a:prstGeom prst="rect">
                  <a:avLst/>
                </a:prstGeom>
                <a:blipFill>
                  <a:blip r:embed="rId3"/>
                  <a:stretch>
                    <a:fillRect b="-3333"/>
                  </a:stretch>
                </a:blipFill>
              </p:spPr>
              <p:txBody>
                <a:bodyPr/>
                <a:lstStyle/>
                <a:p>
                  <a:r>
                    <a:rPr lang="zh-CN" altLang="en-US">
                      <a:noFill/>
                    </a:rPr>
                    <a:t> </a:t>
                  </a:r>
                </a:p>
              </p:txBody>
            </p:sp>
          </mc:Fallback>
        </mc:AlternateContent>
      </p:grpSp>
      <p:grpSp>
        <p:nvGrpSpPr>
          <p:cNvPr id="32" name="组合 31">
            <a:extLst>
              <a:ext uri="{FF2B5EF4-FFF2-40B4-BE49-F238E27FC236}">
                <a16:creationId xmlns:a16="http://schemas.microsoft.com/office/drawing/2014/main" id="{45A8972E-A0EB-4B79-8141-69A211AED33E}"/>
              </a:ext>
            </a:extLst>
          </p:cNvPr>
          <p:cNvGrpSpPr/>
          <p:nvPr/>
        </p:nvGrpSpPr>
        <p:grpSpPr>
          <a:xfrm>
            <a:off x="2973446" y="3244334"/>
            <a:ext cx="4183200" cy="955020"/>
            <a:chOff x="1404666" y="3244334"/>
            <a:chExt cx="4183200" cy="955020"/>
          </a:xfrm>
        </p:grpSpPr>
        <p:sp>
          <p:nvSpPr>
            <p:cNvPr id="33" name="矩形 32">
              <a:extLst>
                <a:ext uri="{FF2B5EF4-FFF2-40B4-BE49-F238E27FC236}">
                  <a16:creationId xmlns:a16="http://schemas.microsoft.com/office/drawing/2014/main" id="{7137D705-1DE1-44AA-9C8A-DD0C3AF35A9C}"/>
                </a:ext>
              </a:extLst>
            </p:cNvPr>
            <p:cNvSpPr/>
            <p:nvPr/>
          </p:nvSpPr>
          <p:spPr>
            <a:xfrm>
              <a:off x="1404666" y="3657890"/>
              <a:ext cx="4183200" cy="541464"/>
            </a:xfrm>
            <a:prstGeom prst="rect">
              <a:avLst/>
            </a:prstGeom>
            <a:solidFill>
              <a:schemeClr val="accent3"/>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mc:AlternateContent xmlns:mc="http://schemas.openxmlformats.org/markup-compatibility/2006" xmlns:a14="http://schemas.microsoft.com/office/drawing/2010/main">
          <mc:Choice Requires="a14">
            <p:sp>
              <p:nvSpPr>
                <p:cNvPr id="34" name="文本框 33">
                  <a:extLst>
                    <a:ext uri="{FF2B5EF4-FFF2-40B4-BE49-F238E27FC236}">
                      <a16:creationId xmlns:a16="http://schemas.microsoft.com/office/drawing/2014/main" id="{06CAC37B-0044-4DA4-8395-B8B1A980ADAD}"/>
                    </a:ext>
                  </a:extLst>
                </p:cNvPr>
                <p:cNvSpPr txBox="1"/>
                <p:nvPr/>
              </p:nvSpPr>
              <p:spPr>
                <a:xfrm>
                  <a:off x="2973446" y="3244334"/>
                  <a:ext cx="1067217" cy="369332"/>
                </a:xfrm>
                <a:prstGeom prst="rect">
                  <a:avLst/>
                </a:prstGeom>
                <a:noFill/>
              </p:spPr>
              <p:txBody>
                <a:bodyPr wrap="square">
                  <a:spAutoFit/>
                </a:bodyPr>
                <a:lstStyle/>
                <a:p>
                  <a:pPr/>
                  <a14:m>
                    <m:oMathPara xmlns:m="http://schemas.openxmlformats.org/officeDocument/2006/math">
                      <m:oMathParaPr>
                        <m:jc m:val="centerGroup"/>
                      </m:oMathParaPr>
                      <m:oMath xmlns:m="http://schemas.openxmlformats.org/officeDocument/2006/math">
                        <m:sSub>
                          <m:sSubPr>
                            <m:ctrlPr>
                              <a:rPr lang="en-US" altLang="zh-CN" b="1" i="1" smtClean="0">
                                <a:solidFill>
                                  <a:schemeClr val="accent3"/>
                                </a:solidFill>
                                <a:latin typeface="Cambria Math" panose="02040503050406030204" pitchFamily="18" charset="0"/>
                              </a:rPr>
                            </m:ctrlPr>
                          </m:sSubPr>
                          <m:e>
                            <m:r>
                              <a:rPr lang="en-US" altLang="zh-CN" b="1" i="1" smtClean="0">
                                <a:solidFill>
                                  <a:schemeClr val="accent3"/>
                                </a:solidFill>
                                <a:latin typeface="Cambria Math" panose="02040503050406030204" pitchFamily="18" charset="0"/>
                              </a:rPr>
                              <m:t>𝑾</m:t>
                            </m:r>
                          </m:e>
                          <m:sub>
                            <m:r>
                              <a:rPr lang="en-US" altLang="zh-CN" b="1" i="1" smtClean="0">
                                <a:solidFill>
                                  <a:schemeClr val="accent3"/>
                                </a:solidFill>
                                <a:latin typeface="Cambria Math" panose="02040503050406030204" pitchFamily="18" charset="0"/>
                              </a:rPr>
                              <m:t>𝑻</m:t>
                            </m:r>
                          </m:sub>
                        </m:sSub>
                        <m:r>
                          <a:rPr lang="en-US" altLang="zh-CN" b="1" i="1" smtClean="0">
                            <a:solidFill>
                              <a:schemeClr val="accent3"/>
                            </a:solidFill>
                            <a:latin typeface="Cambria Math" panose="02040503050406030204" pitchFamily="18" charset="0"/>
                          </a:rPr>
                          <m:t>=</m:t>
                        </m:r>
                        <m:r>
                          <a:rPr lang="en-US" altLang="zh-CN" b="1" i="1" smtClean="0">
                            <a:solidFill>
                              <a:schemeClr val="accent3"/>
                            </a:solidFill>
                            <a:latin typeface="Cambria Math" panose="02040503050406030204" pitchFamily="18" charset="0"/>
                          </a:rPr>
                          <m:t>𝟖</m:t>
                        </m:r>
                      </m:oMath>
                    </m:oMathPara>
                  </a14:m>
                  <a:endParaRPr lang="zh-CN" altLang="en-US" dirty="0">
                    <a:solidFill>
                      <a:schemeClr val="accent3"/>
                    </a:solidFill>
                  </a:endParaRPr>
                </a:p>
              </p:txBody>
            </p:sp>
          </mc:Choice>
          <mc:Fallback xmlns="">
            <p:sp>
              <p:nvSpPr>
                <p:cNvPr id="34" name="文本框 33">
                  <a:extLst>
                    <a:ext uri="{FF2B5EF4-FFF2-40B4-BE49-F238E27FC236}">
                      <a16:creationId xmlns:a16="http://schemas.microsoft.com/office/drawing/2014/main" id="{06CAC37B-0044-4DA4-8395-B8B1A980ADAD}"/>
                    </a:ext>
                  </a:extLst>
                </p:cNvPr>
                <p:cNvSpPr txBox="1">
                  <a:spLocks noRot="1" noChangeAspect="1" noMove="1" noResize="1" noEditPoints="1" noAdjustHandles="1" noChangeArrowheads="1" noChangeShapeType="1" noTextEdit="1"/>
                </p:cNvSpPr>
                <p:nvPr/>
              </p:nvSpPr>
              <p:spPr>
                <a:xfrm>
                  <a:off x="2973446" y="3244334"/>
                  <a:ext cx="1067217" cy="369332"/>
                </a:xfrm>
                <a:prstGeom prst="rect">
                  <a:avLst/>
                </a:prstGeom>
                <a:blipFill>
                  <a:blip r:embed="rId4"/>
                  <a:stretch>
                    <a:fillRect b="-3279"/>
                  </a:stretch>
                </a:blipFill>
              </p:spPr>
              <p:txBody>
                <a:bodyPr/>
                <a:lstStyle/>
                <a:p>
                  <a:r>
                    <a:rPr lang="zh-CN" altLang="en-US">
                      <a:noFill/>
                    </a:rPr>
                    <a:t> </a:t>
                  </a:r>
                </a:p>
              </p:txBody>
            </p:sp>
          </mc:Fallback>
        </mc:AlternateContent>
      </p:grpSp>
      <p:sp>
        <p:nvSpPr>
          <p:cNvPr id="19" name="矩形 18">
            <a:extLst>
              <a:ext uri="{FF2B5EF4-FFF2-40B4-BE49-F238E27FC236}">
                <a16:creationId xmlns:a16="http://schemas.microsoft.com/office/drawing/2014/main" id="{3984BDEE-67F1-4CB0-B8E5-57955B131BAB}"/>
              </a:ext>
            </a:extLst>
          </p:cNvPr>
          <p:cNvSpPr/>
          <p:nvPr/>
        </p:nvSpPr>
        <p:spPr>
          <a:xfrm>
            <a:off x="2664809" y="1466180"/>
            <a:ext cx="3525482" cy="291253"/>
          </a:xfrm>
          <a:prstGeom prst="rect">
            <a:avLst/>
          </a:prstGeom>
          <a:solidFill>
            <a:schemeClr val="accent4"/>
          </a:solidFill>
          <a:ln>
            <a:solidFill>
              <a:schemeClr val="accent4"/>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14" name="矩形 13">
            <a:extLst>
              <a:ext uri="{FF2B5EF4-FFF2-40B4-BE49-F238E27FC236}">
                <a16:creationId xmlns:a16="http://schemas.microsoft.com/office/drawing/2014/main" id="{66E72919-D044-4753-88A7-C5EFA791A022}"/>
              </a:ext>
            </a:extLst>
          </p:cNvPr>
          <p:cNvSpPr/>
          <p:nvPr/>
        </p:nvSpPr>
        <p:spPr>
          <a:xfrm>
            <a:off x="7147770" y="1180812"/>
            <a:ext cx="2483909" cy="291253"/>
          </a:xfrm>
          <a:prstGeom prst="rect">
            <a:avLst/>
          </a:prstGeom>
          <a:solidFill>
            <a:schemeClr val="accent3"/>
          </a:solidFill>
          <a:ln>
            <a:solidFill>
              <a:schemeClr val="accent3"/>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grpSp>
        <p:nvGrpSpPr>
          <p:cNvPr id="4" name="组合 3">
            <a:extLst>
              <a:ext uri="{FF2B5EF4-FFF2-40B4-BE49-F238E27FC236}">
                <a16:creationId xmlns:a16="http://schemas.microsoft.com/office/drawing/2014/main" id="{9A1EA9F2-FCB6-48C3-935F-7AE7E3AD14AC}"/>
              </a:ext>
            </a:extLst>
          </p:cNvPr>
          <p:cNvGrpSpPr/>
          <p:nvPr/>
        </p:nvGrpSpPr>
        <p:grpSpPr>
          <a:xfrm>
            <a:off x="304800" y="749300"/>
            <a:ext cx="6192344" cy="400110"/>
            <a:chOff x="424117" y="898245"/>
            <a:chExt cx="6192344" cy="400110"/>
          </a:xfrm>
        </p:grpSpPr>
        <p:sp>
          <p:nvSpPr>
            <p:cNvPr id="2" name="平行四边形 1">
              <a:extLst>
                <a:ext uri="{FF2B5EF4-FFF2-40B4-BE49-F238E27FC236}">
                  <a16:creationId xmlns:a16="http://schemas.microsoft.com/office/drawing/2014/main" id="{1F5BAA3F-9845-4F89-A2DD-8222D3E4EDAC}"/>
                </a:ext>
              </a:extLst>
            </p:cNvPr>
            <p:cNvSpPr/>
            <p:nvPr/>
          </p:nvSpPr>
          <p:spPr>
            <a:xfrm>
              <a:off x="424117" y="898245"/>
              <a:ext cx="628306" cy="387090"/>
            </a:xfrm>
            <a:prstGeom prst="parallelogram">
              <a:avLst/>
            </a:prstGeom>
            <a:solidFill>
              <a:schemeClr val="accent3">
                <a:lumMod val="75000"/>
              </a:schemeClr>
            </a:solidFill>
            <a:ln>
              <a:solidFill>
                <a:schemeClr val="accent3">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CN" sz="2200" dirty="0">
                  <a:latin typeface="Impact" panose="020B0806030902050204" pitchFamily="34" charset="0"/>
                </a:rPr>
                <a:t>01</a:t>
              </a:r>
              <a:endParaRPr lang="zh-CN" altLang="en-US" sz="2200" dirty="0">
                <a:latin typeface="Impact" panose="020B0806030902050204" pitchFamily="34" charset="0"/>
              </a:endParaRPr>
            </a:p>
          </p:txBody>
        </p:sp>
        <p:sp>
          <p:nvSpPr>
            <p:cNvPr id="3" name="文本框 2">
              <a:extLst>
                <a:ext uri="{FF2B5EF4-FFF2-40B4-BE49-F238E27FC236}">
                  <a16:creationId xmlns:a16="http://schemas.microsoft.com/office/drawing/2014/main" id="{4D6BD736-A4D3-4F26-AFED-36E11F50F70B}"/>
                </a:ext>
              </a:extLst>
            </p:cNvPr>
            <p:cNvSpPr txBox="1"/>
            <p:nvPr/>
          </p:nvSpPr>
          <p:spPr>
            <a:xfrm>
              <a:off x="1052423" y="898245"/>
              <a:ext cx="5564038" cy="400110"/>
            </a:xfrm>
            <a:prstGeom prst="rect">
              <a:avLst/>
            </a:prstGeom>
            <a:noFill/>
          </p:spPr>
          <p:txBody>
            <a:bodyPr wrap="square" rtlCol="0">
              <a:spAutoFit/>
            </a:bodyPr>
            <a:lstStyle/>
            <a:p>
              <a:r>
                <a:rPr lang="zh-CN" altLang="en-US" sz="2000" b="1" dirty="0"/>
                <a:t>回退</a:t>
              </a:r>
              <a:r>
                <a:rPr lang="en-US" altLang="zh-CN" sz="2000" b="1" dirty="0"/>
                <a:t>N</a:t>
              </a:r>
              <a:r>
                <a:rPr lang="zh-CN" altLang="en-US" sz="2000" b="1" dirty="0"/>
                <a:t>帧协议</a:t>
              </a:r>
            </a:p>
          </p:txBody>
        </p:sp>
      </p:grpSp>
      <p:grpSp>
        <p:nvGrpSpPr>
          <p:cNvPr id="10" name="组合 9">
            <a:extLst>
              <a:ext uri="{FF2B5EF4-FFF2-40B4-BE49-F238E27FC236}">
                <a16:creationId xmlns:a16="http://schemas.microsoft.com/office/drawing/2014/main" id="{1DF7F928-D8CE-4D25-B941-E8A4BD2F8951}"/>
              </a:ext>
            </a:extLst>
          </p:cNvPr>
          <p:cNvGrpSpPr/>
          <p:nvPr/>
        </p:nvGrpSpPr>
        <p:grpSpPr>
          <a:xfrm>
            <a:off x="776253" y="1149141"/>
            <a:ext cx="11110947" cy="1230838"/>
            <a:chOff x="776253" y="1149141"/>
            <a:chExt cx="11110947" cy="1230838"/>
          </a:xfrm>
        </p:grpSpPr>
        <p:sp>
          <p:nvSpPr>
            <p:cNvPr id="6" name="文本框 5">
              <a:extLst>
                <a:ext uri="{FF2B5EF4-FFF2-40B4-BE49-F238E27FC236}">
                  <a16:creationId xmlns:a16="http://schemas.microsoft.com/office/drawing/2014/main" id="{0E44FCD9-F99B-4E8E-A951-0096F7B40D37}"/>
                </a:ext>
              </a:extLst>
            </p:cNvPr>
            <p:cNvSpPr txBox="1"/>
            <p:nvPr/>
          </p:nvSpPr>
          <p:spPr>
            <a:xfrm>
              <a:off x="776253" y="1149141"/>
              <a:ext cx="11110947" cy="646331"/>
            </a:xfrm>
            <a:prstGeom prst="rect">
              <a:avLst/>
            </a:prstGeom>
            <a:noFill/>
          </p:spPr>
          <p:txBody>
            <a:bodyPr wrap="square" rtlCol="0">
              <a:spAutoFit/>
            </a:bodyPr>
            <a:lstStyle/>
            <a:p>
              <a:r>
                <a:rPr lang="en-US" altLang="zh-CN" b="1" dirty="0">
                  <a:latin typeface="Arial Narrow" panose="020B0606020202030204" pitchFamily="34" charset="0"/>
                </a:rPr>
                <a:t>【2009</a:t>
              </a:r>
              <a:r>
                <a:rPr lang="zh-CN" altLang="en-US" b="1" dirty="0">
                  <a:latin typeface="Arial Narrow" panose="020B0606020202030204" pitchFamily="34" charset="0"/>
                </a:rPr>
                <a:t>年 题</a:t>
              </a:r>
              <a:r>
                <a:rPr lang="en-US" altLang="zh-CN" b="1" dirty="0">
                  <a:latin typeface="Arial Narrow" panose="020B0606020202030204" pitchFamily="34" charset="0"/>
                </a:rPr>
                <a:t>35】</a:t>
              </a:r>
              <a:r>
                <a:rPr lang="zh-CN" altLang="en-US" b="1" dirty="0">
                  <a:latin typeface="Arial Narrow" panose="020B0606020202030204" pitchFamily="34" charset="0"/>
                </a:rPr>
                <a:t>数据链路层使用后退</a:t>
              </a:r>
              <a:r>
                <a:rPr lang="en-US" altLang="zh-CN" b="1" dirty="0">
                  <a:latin typeface="Arial Narrow" panose="020B0606020202030204" pitchFamily="34" charset="0"/>
                </a:rPr>
                <a:t>N</a:t>
              </a:r>
              <a:r>
                <a:rPr lang="zh-CN" altLang="en-US" b="1" dirty="0">
                  <a:latin typeface="Arial Narrow" panose="020B0606020202030204" pitchFamily="34" charset="0"/>
                </a:rPr>
                <a:t>帧（</a:t>
              </a:r>
              <a:r>
                <a:rPr lang="en-US" altLang="zh-CN" b="1" dirty="0">
                  <a:latin typeface="Arial Narrow" panose="020B0606020202030204" pitchFamily="34" charset="0"/>
                </a:rPr>
                <a:t>GBN</a:t>
              </a:r>
              <a:r>
                <a:rPr lang="zh-CN" altLang="en-US" b="1" dirty="0">
                  <a:latin typeface="Arial Narrow" panose="020B0606020202030204" pitchFamily="34" charset="0"/>
                </a:rPr>
                <a:t>）协议，发送方已经发送了编号</a:t>
              </a:r>
              <a:r>
                <a:rPr lang="en-US" altLang="zh-CN" b="1" dirty="0">
                  <a:latin typeface="Arial Narrow" panose="020B0606020202030204" pitchFamily="34" charset="0"/>
                </a:rPr>
                <a:t>0~7</a:t>
              </a:r>
              <a:r>
                <a:rPr lang="zh-CN" altLang="en-US" b="1" dirty="0">
                  <a:latin typeface="Arial Narrow" panose="020B0606020202030204" pitchFamily="34" charset="0"/>
                </a:rPr>
                <a:t>的帧。当计时器超时时，</a:t>
              </a:r>
              <a:endParaRPr lang="en-US" altLang="zh-CN" b="1" dirty="0">
                <a:latin typeface="Arial Narrow" panose="020B0606020202030204" pitchFamily="34" charset="0"/>
              </a:endParaRPr>
            </a:p>
            <a:p>
              <a:r>
                <a:rPr lang="zh-CN" altLang="en-US" b="1" dirty="0">
                  <a:latin typeface="Arial Narrow" panose="020B0606020202030204" pitchFamily="34" charset="0"/>
                </a:rPr>
                <a:t>                              若发送方只收到了</a:t>
              </a:r>
              <a:r>
                <a:rPr lang="en-US" altLang="zh-CN" b="1" dirty="0">
                  <a:latin typeface="Arial Narrow" panose="020B0606020202030204" pitchFamily="34" charset="0"/>
                </a:rPr>
                <a:t>0</a:t>
              </a:r>
              <a:r>
                <a:rPr lang="zh-CN" altLang="en-US" b="1" dirty="0">
                  <a:latin typeface="Arial Narrow" panose="020B0606020202030204" pitchFamily="34" charset="0"/>
                </a:rPr>
                <a:t>、</a:t>
              </a:r>
              <a:r>
                <a:rPr lang="en-US" altLang="zh-CN" b="1" dirty="0">
                  <a:latin typeface="Arial Narrow" panose="020B0606020202030204" pitchFamily="34" charset="0"/>
                </a:rPr>
                <a:t>2</a:t>
              </a:r>
              <a:r>
                <a:rPr lang="zh-CN" altLang="en-US" b="1" dirty="0">
                  <a:latin typeface="Arial Narrow" panose="020B0606020202030204" pitchFamily="34" charset="0"/>
                </a:rPr>
                <a:t>、</a:t>
              </a:r>
              <a:r>
                <a:rPr lang="en-US" altLang="zh-CN" b="1" dirty="0">
                  <a:latin typeface="Arial Narrow" panose="020B0606020202030204" pitchFamily="34" charset="0"/>
                </a:rPr>
                <a:t>3</a:t>
              </a:r>
              <a:r>
                <a:rPr lang="zh-CN" altLang="en-US" b="1" dirty="0">
                  <a:latin typeface="Arial Narrow" panose="020B0606020202030204" pitchFamily="34" charset="0"/>
                </a:rPr>
                <a:t>号帧的确认，则发送方需要重发的帧数是（      ）。</a:t>
              </a:r>
            </a:p>
          </p:txBody>
        </p:sp>
        <p:sp>
          <p:nvSpPr>
            <p:cNvPr id="56" name="文本框 55">
              <a:extLst>
                <a:ext uri="{FF2B5EF4-FFF2-40B4-BE49-F238E27FC236}">
                  <a16:creationId xmlns:a16="http://schemas.microsoft.com/office/drawing/2014/main" id="{BBE35731-FF30-47AE-BF68-D2DB837317D9}"/>
                </a:ext>
              </a:extLst>
            </p:cNvPr>
            <p:cNvSpPr txBox="1"/>
            <p:nvPr/>
          </p:nvSpPr>
          <p:spPr>
            <a:xfrm>
              <a:off x="2382484" y="2010647"/>
              <a:ext cx="590962" cy="369332"/>
            </a:xfrm>
            <a:prstGeom prst="rect">
              <a:avLst/>
            </a:prstGeom>
            <a:noFill/>
          </p:spPr>
          <p:txBody>
            <a:bodyPr wrap="square" rtlCol="0">
              <a:spAutoFit/>
            </a:bodyPr>
            <a:lstStyle/>
            <a:p>
              <a:r>
                <a:rPr lang="en-US" altLang="zh-CN" b="1" dirty="0">
                  <a:latin typeface="Arial Narrow" panose="020B0606020202030204" pitchFamily="34" charset="0"/>
                </a:rPr>
                <a:t>A. 2</a:t>
              </a:r>
              <a:endParaRPr lang="zh-CN" altLang="en-US" b="1" dirty="0">
                <a:latin typeface="Arial Narrow" panose="020B0606020202030204" pitchFamily="34" charset="0"/>
              </a:endParaRPr>
            </a:p>
          </p:txBody>
        </p:sp>
        <p:sp>
          <p:nvSpPr>
            <p:cNvPr id="60" name="文本框 59">
              <a:extLst>
                <a:ext uri="{FF2B5EF4-FFF2-40B4-BE49-F238E27FC236}">
                  <a16:creationId xmlns:a16="http://schemas.microsoft.com/office/drawing/2014/main" id="{78825FA1-607A-4759-AEAD-FC2B64C56D84}"/>
                </a:ext>
              </a:extLst>
            </p:cNvPr>
            <p:cNvSpPr txBox="1"/>
            <p:nvPr/>
          </p:nvSpPr>
          <p:spPr>
            <a:xfrm>
              <a:off x="4024359" y="2010647"/>
              <a:ext cx="590962" cy="369332"/>
            </a:xfrm>
            <a:prstGeom prst="rect">
              <a:avLst/>
            </a:prstGeom>
            <a:noFill/>
          </p:spPr>
          <p:txBody>
            <a:bodyPr wrap="square" rtlCol="0">
              <a:spAutoFit/>
            </a:bodyPr>
            <a:lstStyle/>
            <a:p>
              <a:r>
                <a:rPr lang="en-US" altLang="zh-CN" b="1" dirty="0">
                  <a:latin typeface="Arial Narrow" panose="020B0606020202030204" pitchFamily="34" charset="0"/>
                </a:rPr>
                <a:t>B. 3</a:t>
              </a:r>
              <a:endParaRPr lang="zh-CN" altLang="en-US" b="1" dirty="0">
                <a:latin typeface="Arial Narrow" panose="020B0606020202030204" pitchFamily="34" charset="0"/>
              </a:endParaRPr>
            </a:p>
          </p:txBody>
        </p:sp>
        <p:sp>
          <p:nvSpPr>
            <p:cNvPr id="61" name="文本框 60">
              <a:extLst>
                <a:ext uri="{FF2B5EF4-FFF2-40B4-BE49-F238E27FC236}">
                  <a16:creationId xmlns:a16="http://schemas.microsoft.com/office/drawing/2014/main" id="{AE3277B1-DBEB-44F9-A42D-29A6B767A075}"/>
                </a:ext>
              </a:extLst>
            </p:cNvPr>
            <p:cNvSpPr txBox="1"/>
            <p:nvPr/>
          </p:nvSpPr>
          <p:spPr>
            <a:xfrm>
              <a:off x="5666234" y="2010647"/>
              <a:ext cx="590962" cy="369332"/>
            </a:xfrm>
            <a:prstGeom prst="rect">
              <a:avLst/>
            </a:prstGeom>
            <a:noFill/>
          </p:spPr>
          <p:txBody>
            <a:bodyPr wrap="square" rtlCol="0">
              <a:spAutoFit/>
            </a:bodyPr>
            <a:lstStyle/>
            <a:p>
              <a:r>
                <a:rPr lang="en-US" altLang="zh-CN" b="1" dirty="0">
                  <a:latin typeface="Arial Narrow" panose="020B0606020202030204" pitchFamily="34" charset="0"/>
                </a:rPr>
                <a:t>C. 4</a:t>
              </a:r>
              <a:endParaRPr lang="zh-CN" altLang="en-US" b="1" dirty="0">
                <a:latin typeface="Arial Narrow" panose="020B0606020202030204" pitchFamily="34" charset="0"/>
              </a:endParaRPr>
            </a:p>
          </p:txBody>
        </p:sp>
        <p:sp>
          <p:nvSpPr>
            <p:cNvPr id="62" name="文本框 61">
              <a:extLst>
                <a:ext uri="{FF2B5EF4-FFF2-40B4-BE49-F238E27FC236}">
                  <a16:creationId xmlns:a16="http://schemas.microsoft.com/office/drawing/2014/main" id="{399ADF5E-0FBC-407D-906E-862EDF099EBE}"/>
                </a:ext>
              </a:extLst>
            </p:cNvPr>
            <p:cNvSpPr txBox="1"/>
            <p:nvPr/>
          </p:nvSpPr>
          <p:spPr>
            <a:xfrm>
              <a:off x="7308110" y="2010647"/>
              <a:ext cx="590962" cy="369332"/>
            </a:xfrm>
            <a:prstGeom prst="rect">
              <a:avLst/>
            </a:prstGeom>
            <a:noFill/>
          </p:spPr>
          <p:txBody>
            <a:bodyPr wrap="square" rtlCol="0">
              <a:spAutoFit/>
            </a:bodyPr>
            <a:lstStyle/>
            <a:p>
              <a:r>
                <a:rPr lang="en-US" altLang="zh-CN" b="1" dirty="0">
                  <a:latin typeface="Arial Narrow" panose="020B0606020202030204" pitchFamily="34" charset="0"/>
                </a:rPr>
                <a:t>D. 5</a:t>
              </a:r>
              <a:endParaRPr lang="zh-CN" altLang="en-US" b="1" dirty="0">
                <a:latin typeface="Arial Narrow" panose="020B0606020202030204" pitchFamily="34" charset="0"/>
              </a:endParaRPr>
            </a:p>
          </p:txBody>
        </p:sp>
      </p:grpSp>
      <p:sp>
        <p:nvSpPr>
          <p:cNvPr id="63" name="文本框 62">
            <a:extLst>
              <a:ext uri="{FF2B5EF4-FFF2-40B4-BE49-F238E27FC236}">
                <a16:creationId xmlns:a16="http://schemas.microsoft.com/office/drawing/2014/main" id="{1AE61273-7553-4AE5-B8C6-6C2E7FBC5B8B}"/>
              </a:ext>
            </a:extLst>
          </p:cNvPr>
          <p:cNvSpPr txBox="1"/>
          <p:nvPr/>
        </p:nvSpPr>
        <p:spPr>
          <a:xfrm>
            <a:off x="9244870" y="1360106"/>
            <a:ext cx="590962" cy="523220"/>
          </a:xfrm>
          <a:prstGeom prst="rect">
            <a:avLst/>
          </a:prstGeom>
          <a:noFill/>
        </p:spPr>
        <p:txBody>
          <a:bodyPr wrap="square" rtlCol="0">
            <a:spAutoFit/>
          </a:bodyPr>
          <a:lstStyle/>
          <a:p>
            <a:pPr algn="ctr"/>
            <a:r>
              <a:rPr lang="en-US" altLang="zh-CN" sz="2800" b="1" dirty="0">
                <a:solidFill>
                  <a:schemeClr val="accent1">
                    <a:lumMod val="75000"/>
                  </a:schemeClr>
                </a:solidFill>
                <a:latin typeface="Arial Black" panose="020B0A04020102020204" pitchFamily="34" charset="0"/>
              </a:rPr>
              <a:t>C</a:t>
            </a:r>
            <a:endParaRPr lang="zh-CN" altLang="en-US" sz="2800" b="1" dirty="0">
              <a:solidFill>
                <a:schemeClr val="accent1">
                  <a:lumMod val="75000"/>
                </a:schemeClr>
              </a:solidFill>
              <a:latin typeface="Arial Black" panose="020B0A04020102020204" pitchFamily="34" charset="0"/>
            </a:endParaRPr>
          </a:p>
        </p:txBody>
      </p:sp>
      <p:sp>
        <p:nvSpPr>
          <p:cNvPr id="64" name="文本框 63">
            <a:extLst>
              <a:ext uri="{FF2B5EF4-FFF2-40B4-BE49-F238E27FC236}">
                <a16:creationId xmlns:a16="http://schemas.microsoft.com/office/drawing/2014/main" id="{2E99F5F0-367E-490C-8AD2-82A09944014F}"/>
              </a:ext>
            </a:extLst>
          </p:cNvPr>
          <p:cNvSpPr txBox="1"/>
          <p:nvPr/>
        </p:nvSpPr>
        <p:spPr>
          <a:xfrm>
            <a:off x="933106" y="2834046"/>
            <a:ext cx="797018" cy="369332"/>
          </a:xfrm>
          <a:prstGeom prst="rect">
            <a:avLst/>
          </a:prstGeom>
          <a:noFill/>
        </p:spPr>
        <p:txBody>
          <a:bodyPr wrap="square" rtlCol="0">
            <a:spAutoFit/>
          </a:bodyPr>
          <a:lstStyle/>
          <a:p>
            <a:r>
              <a:rPr lang="zh-CN" altLang="en-US" b="1" dirty="0">
                <a:latin typeface="Arial Narrow" panose="020B0606020202030204" pitchFamily="34" charset="0"/>
              </a:rPr>
              <a:t>解析</a:t>
            </a:r>
          </a:p>
        </p:txBody>
      </p:sp>
      <p:graphicFrame>
        <p:nvGraphicFramePr>
          <p:cNvPr id="12" name="表格 12">
            <a:extLst>
              <a:ext uri="{FF2B5EF4-FFF2-40B4-BE49-F238E27FC236}">
                <a16:creationId xmlns:a16="http://schemas.microsoft.com/office/drawing/2014/main" id="{F0558C36-FE4E-41BA-BA39-7F770BFC6C94}"/>
              </a:ext>
            </a:extLst>
          </p:cNvPr>
          <p:cNvGraphicFramePr>
            <a:graphicFrameLocks noGrp="1"/>
          </p:cNvGraphicFramePr>
          <p:nvPr/>
        </p:nvGraphicFramePr>
        <p:xfrm>
          <a:off x="1411246" y="3752317"/>
          <a:ext cx="9395820" cy="370840"/>
        </p:xfrm>
        <a:graphic>
          <a:graphicData uri="http://schemas.openxmlformats.org/drawingml/2006/table">
            <a:tbl>
              <a:tblPr firstRow="1" bandRow="1">
                <a:tableStyleId>{5C22544A-7EE6-4342-B048-85BDC9FD1C3A}</a:tableStyleId>
              </a:tblPr>
              <a:tblGrid>
                <a:gridCol w="521990">
                  <a:extLst>
                    <a:ext uri="{9D8B030D-6E8A-4147-A177-3AD203B41FA5}">
                      <a16:colId xmlns:a16="http://schemas.microsoft.com/office/drawing/2014/main" val="4106655359"/>
                    </a:ext>
                  </a:extLst>
                </a:gridCol>
                <a:gridCol w="521990">
                  <a:extLst>
                    <a:ext uri="{9D8B030D-6E8A-4147-A177-3AD203B41FA5}">
                      <a16:colId xmlns:a16="http://schemas.microsoft.com/office/drawing/2014/main" val="3977258027"/>
                    </a:ext>
                  </a:extLst>
                </a:gridCol>
                <a:gridCol w="521990">
                  <a:extLst>
                    <a:ext uri="{9D8B030D-6E8A-4147-A177-3AD203B41FA5}">
                      <a16:colId xmlns:a16="http://schemas.microsoft.com/office/drawing/2014/main" val="1195959456"/>
                    </a:ext>
                  </a:extLst>
                </a:gridCol>
                <a:gridCol w="521990">
                  <a:extLst>
                    <a:ext uri="{9D8B030D-6E8A-4147-A177-3AD203B41FA5}">
                      <a16:colId xmlns:a16="http://schemas.microsoft.com/office/drawing/2014/main" val="2164911556"/>
                    </a:ext>
                  </a:extLst>
                </a:gridCol>
                <a:gridCol w="521990">
                  <a:extLst>
                    <a:ext uri="{9D8B030D-6E8A-4147-A177-3AD203B41FA5}">
                      <a16:colId xmlns:a16="http://schemas.microsoft.com/office/drawing/2014/main" val="3201601367"/>
                    </a:ext>
                  </a:extLst>
                </a:gridCol>
                <a:gridCol w="521990">
                  <a:extLst>
                    <a:ext uri="{9D8B030D-6E8A-4147-A177-3AD203B41FA5}">
                      <a16:colId xmlns:a16="http://schemas.microsoft.com/office/drawing/2014/main" val="3931524795"/>
                    </a:ext>
                  </a:extLst>
                </a:gridCol>
                <a:gridCol w="521990">
                  <a:extLst>
                    <a:ext uri="{9D8B030D-6E8A-4147-A177-3AD203B41FA5}">
                      <a16:colId xmlns:a16="http://schemas.microsoft.com/office/drawing/2014/main" val="2224849259"/>
                    </a:ext>
                  </a:extLst>
                </a:gridCol>
                <a:gridCol w="521990">
                  <a:extLst>
                    <a:ext uri="{9D8B030D-6E8A-4147-A177-3AD203B41FA5}">
                      <a16:colId xmlns:a16="http://schemas.microsoft.com/office/drawing/2014/main" val="2680703336"/>
                    </a:ext>
                  </a:extLst>
                </a:gridCol>
                <a:gridCol w="521990">
                  <a:extLst>
                    <a:ext uri="{9D8B030D-6E8A-4147-A177-3AD203B41FA5}">
                      <a16:colId xmlns:a16="http://schemas.microsoft.com/office/drawing/2014/main" val="1425757859"/>
                    </a:ext>
                  </a:extLst>
                </a:gridCol>
                <a:gridCol w="521990">
                  <a:extLst>
                    <a:ext uri="{9D8B030D-6E8A-4147-A177-3AD203B41FA5}">
                      <a16:colId xmlns:a16="http://schemas.microsoft.com/office/drawing/2014/main" val="3062641218"/>
                    </a:ext>
                  </a:extLst>
                </a:gridCol>
                <a:gridCol w="521990">
                  <a:extLst>
                    <a:ext uri="{9D8B030D-6E8A-4147-A177-3AD203B41FA5}">
                      <a16:colId xmlns:a16="http://schemas.microsoft.com/office/drawing/2014/main" val="1999060212"/>
                    </a:ext>
                  </a:extLst>
                </a:gridCol>
                <a:gridCol w="521990">
                  <a:extLst>
                    <a:ext uri="{9D8B030D-6E8A-4147-A177-3AD203B41FA5}">
                      <a16:colId xmlns:a16="http://schemas.microsoft.com/office/drawing/2014/main" val="1031751853"/>
                    </a:ext>
                  </a:extLst>
                </a:gridCol>
                <a:gridCol w="521990">
                  <a:extLst>
                    <a:ext uri="{9D8B030D-6E8A-4147-A177-3AD203B41FA5}">
                      <a16:colId xmlns:a16="http://schemas.microsoft.com/office/drawing/2014/main" val="3585021492"/>
                    </a:ext>
                  </a:extLst>
                </a:gridCol>
                <a:gridCol w="521990">
                  <a:extLst>
                    <a:ext uri="{9D8B030D-6E8A-4147-A177-3AD203B41FA5}">
                      <a16:colId xmlns:a16="http://schemas.microsoft.com/office/drawing/2014/main" val="4204214179"/>
                    </a:ext>
                  </a:extLst>
                </a:gridCol>
                <a:gridCol w="521990">
                  <a:extLst>
                    <a:ext uri="{9D8B030D-6E8A-4147-A177-3AD203B41FA5}">
                      <a16:colId xmlns:a16="http://schemas.microsoft.com/office/drawing/2014/main" val="841583387"/>
                    </a:ext>
                  </a:extLst>
                </a:gridCol>
                <a:gridCol w="521990">
                  <a:extLst>
                    <a:ext uri="{9D8B030D-6E8A-4147-A177-3AD203B41FA5}">
                      <a16:colId xmlns:a16="http://schemas.microsoft.com/office/drawing/2014/main" val="111594741"/>
                    </a:ext>
                  </a:extLst>
                </a:gridCol>
                <a:gridCol w="521990">
                  <a:extLst>
                    <a:ext uri="{9D8B030D-6E8A-4147-A177-3AD203B41FA5}">
                      <a16:colId xmlns:a16="http://schemas.microsoft.com/office/drawing/2014/main" val="1305785342"/>
                    </a:ext>
                  </a:extLst>
                </a:gridCol>
                <a:gridCol w="521990">
                  <a:extLst>
                    <a:ext uri="{9D8B030D-6E8A-4147-A177-3AD203B41FA5}">
                      <a16:colId xmlns:a16="http://schemas.microsoft.com/office/drawing/2014/main" val="1243411119"/>
                    </a:ext>
                  </a:extLst>
                </a:gridCol>
              </a:tblGrid>
              <a:tr h="370840">
                <a:tc>
                  <a:txBody>
                    <a:bodyPr/>
                    <a:lstStyle/>
                    <a:p>
                      <a:pPr algn="ctr"/>
                      <a:r>
                        <a:rPr lang="en-US" altLang="zh-CN" dirty="0">
                          <a:solidFill>
                            <a:schemeClr val="tx1"/>
                          </a:solidFill>
                          <a:latin typeface="Arial Black" panose="020B0A04020102020204" pitchFamily="34" charset="0"/>
                        </a:rPr>
                        <a:t>0</a:t>
                      </a:r>
                      <a:endParaRPr lang="zh-CN" altLang="en-US" dirty="0">
                        <a:solidFill>
                          <a:schemeClr val="tx1"/>
                        </a:solidFill>
                        <a:latin typeface="Arial Black" panose="020B0A04020102020204" pitchFamily="34" charset="0"/>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ctr"/>
                      <a:r>
                        <a:rPr lang="en-US" altLang="zh-CN" dirty="0">
                          <a:solidFill>
                            <a:schemeClr val="tx1"/>
                          </a:solidFill>
                          <a:latin typeface="Arial Black" panose="020B0A04020102020204" pitchFamily="34" charset="0"/>
                        </a:rPr>
                        <a:t>1</a:t>
                      </a:r>
                      <a:endParaRPr lang="zh-CN" altLang="en-US" dirty="0">
                        <a:solidFill>
                          <a:schemeClr val="tx1"/>
                        </a:solidFill>
                        <a:latin typeface="Arial Black" panose="020B0A04020102020204" pitchFamily="34" charset="0"/>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ctr"/>
                      <a:r>
                        <a:rPr lang="en-US" altLang="zh-CN" dirty="0">
                          <a:solidFill>
                            <a:schemeClr val="tx1"/>
                          </a:solidFill>
                          <a:latin typeface="Arial Black" panose="020B0A04020102020204" pitchFamily="34" charset="0"/>
                        </a:rPr>
                        <a:t>2</a:t>
                      </a:r>
                      <a:endParaRPr lang="zh-CN" altLang="en-US" dirty="0">
                        <a:solidFill>
                          <a:schemeClr val="tx1"/>
                        </a:solidFill>
                        <a:latin typeface="Arial Black" panose="020B0A04020102020204" pitchFamily="34" charset="0"/>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ctr"/>
                      <a:r>
                        <a:rPr lang="en-US" altLang="zh-CN" dirty="0">
                          <a:solidFill>
                            <a:schemeClr val="tx1"/>
                          </a:solidFill>
                          <a:latin typeface="Arial Black" panose="020B0A04020102020204" pitchFamily="34" charset="0"/>
                        </a:rPr>
                        <a:t>3</a:t>
                      </a:r>
                      <a:endParaRPr lang="zh-CN" altLang="en-US" dirty="0">
                        <a:solidFill>
                          <a:schemeClr val="tx1"/>
                        </a:solidFill>
                        <a:latin typeface="Arial Black" panose="020B0A04020102020204" pitchFamily="34" charset="0"/>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ctr"/>
                      <a:r>
                        <a:rPr lang="en-US" altLang="zh-CN" dirty="0">
                          <a:solidFill>
                            <a:schemeClr val="tx1"/>
                          </a:solidFill>
                          <a:latin typeface="Arial Black" panose="020B0A04020102020204" pitchFamily="34" charset="0"/>
                        </a:rPr>
                        <a:t>4</a:t>
                      </a:r>
                      <a:endParaRPr lang="zh-CN" altLang="en-US" dirty="0">
                        <a:solidFill>
                          <a:schemeClr val="tx1"/>
                        </a:solidFill>
                        <a:latin typeface="Arial Black" panose="020B0A04020102020204" pitchFamily="34" charset="0"/>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ctr"/>
                      <a:r>
                        <a:rPr lang="en-US" altLang="zh-CN" dirty="0">
                          <a:solidFill>
                            <a:schemeClr val="tx1"/>
                          </a:solidFill>
                          <a:latin typeface="Arial Black" panose="020B0A04020102020204" pitchFamily="34" charset="0"/>
                        </a:rPr>
                        <a:t>5</a:t>
                      </a:r>
                      <a:endParaRPr lang="zh-CN" altLang="en-US" dirty="0">
                        <a:solidFill>
                          <a:schemeClr val="tx1"/>
                        </a:solidFill>
                        <a:latin typeface="Arial Black" panose="020B0A04020102020204" pitchFamily="34" charset="0"/>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ctr"/>
                      <a:r>
                        <a:rPr lang="en-US" altLang="zh-CN" dirty="0">
                          <a:solidFill>
                            <a:schemeClr val="tx1"/>
                          </a:solidFill>
                          <a:latin typeface="Arial Black" panose="020B0A04020102020204" pitchFamily="34" charset="0"/>
                        </a:rPr>
                        <a:t>6</a:t>
                      </a:r>
                      <a:endParaRPr lang="zh-CN" altLang="en-US" dirty="0">
                        <a:solidFill>
                          <a:schemeClr val="tx1"/>
                        </a:solidFill>
                        <a:latin typeface="Arial Black" panose="020B0A04020102020204" pitchFamily="34" charset="0"/>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ctr"/>
                      <a:r>
                        <a:rPr lang="en-US" altLang="zh-CN" dirty="0">
                          <a:solidFill>
                            <a:schemeClr val="tx1"/>
                          </a:solidFill>
                          <a:latin typeface="Arial Black" panose="020B0A04020102020204" pitchFamily="34" charset="0"/>
                        </a:rPr>
                        <a:t>7</a:t>
                      </a:r>
                      <a:endParaRPr lang="zh-CN" altLang="en-US" dirty="0">
                        <a:solidFill>
                          <a:schemeClr val="tx1"/>
                        </a:solidFill>
                        <a:latin typeface="Arial Black" panose="020B0A04020102020204" pitchFamily="34" charset="0"/>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ctr"/>
                      <a:r>
                        <a:rPr lang="en-US" altLang="zh-CN" dirty="0">
                          <a:solidFill>
                            <a:schemeClr val="tx1"/>
                          </a:solidFill>
                          <a:latin typeface="Arial Black" panose="020B0A04020102020204" pitchFamily="34" charset="0"/>
                        </a:rPr>
                        <a:t>8</a:t>
                      </a:r>
                      <a:endParaRPr lang="zh-CN" altLang="en-US" dirty="0">
                        <a:solidFill>
                          <a:schemeClr val="tx1"/>
                        </a:solidFill>
                        <a:latin typeface="Arial Black" panose="020B0A04020102020204" pitchFamily="34" charset="0"/>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ctr"/>
                      <a:r>
                        <a:rPr lang="en-US" altLang="zh-CN" dirty="0">
                          <a:solidFill>
                            <a:schemeClr val="tx1"/>
                          </a:solidFill>
                          <a:latin typeface="Arial Black" panose="020B0A04020102020204" pitchFamily="34" charset="0"/>
                        </a:rPr>
                        <a:t>9</a:t>
                      </a:r>
                      <a:endParaRPr lang="zh-CN" altLang="en-US" dirty="0">
                        <a:solidFill>
                          <a:schemeClr val="tx1"/>
                        </a:solidFill>
                        <a:latin typeface="Arial Black" panose="020B0A04020102020204" pitchFamily="34" charset="0"/>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ctr"/>
                      <a:r>
                        <a:rPr lang="en-US" altLang="zh-CN" dirty="0">
                          <a:solidFill>
                            <a:schemeClr val="tx1"/>
                          </a:solidFill>
                          <a:latin typeface="Arial Black" panose="020B0A04020102020204" pitchFamily="34" charset="0"/>
                        </a:rPr>
                        <a:t>10</a:t>
                      </a:r>
                      <a:endParaRPr lang="zh-CN" altLang="en-US" dirty="0">
                        <a:solidFill>
                          <a:schemeClr val="tx1"/>
                        </a:solidFill>
                        <a:latin typeface="Arial Black" panose="020B0A04020102020204" pitchFamily="34" charset="0"/>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ctr"/>
                      <a:r>
                        <a:rPr lang="en-US" altLang="zh-CN" dirty="0">
                          <a:solidFill>
                            <a:schemeClr val="tx1"/>
                          </a:solidFill>
                          <a:latin typeface="Arial Black" panose="020B0A04020102020204" pitchFamily="34" charset="0"/>
                        </a:rPr>
                        <a:t>11</a:t>
                      </a:r>
                      <a:endParaRPr lang="zh-CN" altLang="en-US" dirty="0">
                        <a:solidFill>
                          <a:schemeClr val="tx1"/>
                        </a:solidFill>
                        <a:latin typeface="Arial Black" panose="020B0A04020102020204" pitchFamily="34" charset="0"/>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ctr"/>
                      <a:r>
                        <a:rPr lang="en-US" altLang="zh-CN" dirty="0">
                          <a:solidFill>
                            <a:schemeClr val="tx1"/>
                          </a:solidFill>
                          <a:latin typeface="Arial Black" panose="020B0A04020102020204" pitchFamily="34" charset="0"/>
                        </a:rPr>
                        <a:t>12</a:t>
                      </a:r>
                      <a:endParaRPr lang="zh-CN" altLang="en-US" dirty="0">
                        <a:solidFill>
                          <a:schemeClr val="tx1"/>
                        </a:solidFill>
                        <a:latin typeface="Arial Black" panose="020B0A04020102020204" pitchFamily="34" charset="0"/>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ctr"/>
                      <a:r>
                        <a:rPr lang="en-US" altLang="zh-CN" dirty="0">
                          <a:solidFill>
                            <a:schemeClr val="tx1"/>
                          </a:solidFill>
                          <a:latin typeface="Arial Black" panose="020B0A04020102020204" pitchFamily="34" charset="0"/>
                        </a:rPr>
                        <a:t>13</a:t>
                      </a:r>
                      <a:endParaRPr lang="zh-CN" altLang="en-US" dirty="0">
                        <a:solidFill>
                          <a:schemeClr val="tx1"/>
                        </a:solidFill>
                        <a:latin typeface="Arial Black" panose="020B0A04020102020204" pitchFamily="34" charset="0"/>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ctr"/>
                      <a:r>
                        <a:rPr lang="en-US" altLang="zh-CN" dirty="0">
                          <a:solidFill>
                            <a:schemeClr val="tx1"/>
                          </a:solidFill>
                          <a:latin typeface="Arial Black" panose="020B0A04020102020204" pitchFamily="34" charset="0"/>
                        </a:rPr>
                        <a:t>14</a:t>
                      </a:r>
                      <a:endParaRPr lang="zh-CN" altLang="en-US" dirty="0">
                        <a:solidFill>
                          <a:schemeClr val="tx1"/>
                        </a:solidFill>
                        <a:latin typeface="Arial Black" panose="020B0A04020102020204" pitchFamily="34" charset="0"/>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ctr"/>
                      <a:r>
                        <a:rPr lang="en-US" altLang="zh-CN" dirty="0">
                          <a:solidFill>
                            <a:schemeClr val="tx1"/>
                          </a:solidFill>
                          <a:latin typeface="Arial Black" panose="020B0A04020102020204" pitchFamily="34" charset="0"/>
                        </a:rPr>
                        <a:t>15</a:t>
                      </a:r>
                      <a:endParaRPr lang="zh-CN" altLang="en-US" dirty="0">
                        <a:solidFill>
                          <a:schemeClr val="tx1"/>
                        </a:solidFill>
                        <a:latin typeface="Arial Black" panose="020B0A04020102020204" pitchFamily="34" charset="0"/>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ctr"/>
                      <a:r>
                        <a:rPr lang="en-US" altLang="zh-CN" dirty="0">
                          <a:solidFill>
                            <a:schemeClr val="tx1"/>
                          </a:solidFill>
                          <a:latin typeface="Arial Black" panose="020B0A04020102020204" pitchFamily="34" charset="0"/>
                        </a:rPr>
                        <a:t>0</a:t>
                      </a:r>
                      <a:endParaRPr lang="zh-CN" altLang="en-US" dirty="0">
                        <a:solidFill>
                          <a:schemeClr val="tx1"/>
                        </a:solidFill>
                        <a:latin typeface="Arial Black" panose="020B0A04020102020204" pitchFamily="34" charset="0"/>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ctr"/>
                      <a:r>
                        <a:rPr lang="en-US" altLang="zh-CN" dirty="0">
                          <a:solidFill>
                            <a:schemeClr val="tx1"/>
                          </a:solidFill>
                          <a:latin typeface="Arial Black" panose="020B0A04020102020204" pitchFamily="34" charset="0"/>
                        </a:rPr>
                        <a:t>…</a:t>
                      </a:r>
                      <a:endParaRPr lang="zh-CN" altLang="en-US" dirty="0">
                        <a:solidFill>
                          <a:schemeClr val="tx1"/>
                        </a:solidFill>
                        <a:latin typeface="Arial Black" panose="020B0A04020102020204" pitchFamily="34" charset="0"/>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extLst>
                  <a:ext uri="{0D108BD9-81ED-4DB2-BD59-A6C34878D82A}">
                    <a16:rowId xmlns:a16="http://schemas.microsoft.com/office/drawing/2014/main" val="2967980494"/>
                  </a:ext>
                </a:extLst>
              </a:tr>
            </a:tbl>
          </a:graphicData>
        </a:graphic>
      </p:graphicFrame>
      <p:sp>
        <p:nvSpPr>
          <p:cNvPr id="70" name="矩形 69">
            <a:extLst>
              <a:ext uri="{FF2B5EF4-FFF2-40B4-BE49-F238E27FC236}">
                <a16:creationId xmlns:a16="http://schemas.microsoft.com/office/drawing/2014/main" id="{164E65B5-9BC0-4F9F-AB3E-90C84C89C30D}"/>
              </a:ext>
            </a:extLst>
          </p:cNvPr>
          <p:cNvSpPr/>
          <p:nvPr/>
        </p:nvSpPr>
        <p:spPr>
          <a:xfrm>
            <a:off x="1411246" y="3752317"/>
            <a:ext cx="4176620" cy="369332"/>
          </a:xfrm>
          <a:prstGeom prst="rect">
            <a:avLst/>
          </a:prstGeom>
          <a:solidFill>
            <a:schemeClr val="accent3">
              <a:alpha val="74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grpSp>
        <p:nvGrpSpPr>
          <p:cNvPr id="16" name="组合 15">
            <a:extLst>
              <a:ext uri="{FF2B5EF4-FFF2-40B4-BE49-F238E27FC236}">
                <a16:creationId xmlns:a16="http://schemas.microsoft.com/office/drawing/2014/main" id="{D5095C30-2503-4482-AD73-B55627363D0C}"/>
              </a:ext>
            </a:extLst>
          </p:cNvPr>
          <p:cNvGrpSpPr/>
          <p:nvPr/>
        </p:nvGrpSpPr>
        <p:grpSpPr>
          <a:xfrm>
            <a:off x="1317154" y="4039425"/>
            <a:ext cx="703823" cy="811196"/>
            <a:chOff x="1317154" y="4039425"/>
            <a:chExt cx="703823" cy="811196"/>
          </a:xfrm>
        </p:grpSpPr>
        <p:sp>
          <p:nvSpPr>
            <p:cNvPr id="20" name="文本框 19">
              <a:extLst>
                <a:ext uri="{FF2B5EF4-FFF2-40B4-BE49-F238E27FC236}">
                  <a16:creationId xmlns:a16="http://schemas.microsoft.com/office/drawing/2014/main" id="{924DB27E-54C6-40DB-919F-7BBC6DEE3D42}"/>
                </a:ext>
              </a:extLst>
            </p:cNvPr>
            <p:cNvSpPr txBox="1"/>
            <p:nvPr/>
          </p:nvSpPr>
          <p:spPr>
            <a:xfrm>
              <a:off x="1317154" y="4481289"/>
              <a:ext cx="703823" cy="369332"/>
            </a:xfrm>
            <a:prstGeom prst="rect">
              <a:avLst/>
            </a:prstGeom>
            <a:noFill/>
          </p:spPr>
          <p:txBody>
            <a:bodyPr wrap="square" rtlCol="0">
              <a:spAutoFit/>
            </a:bodyPr>
            <a:lstStyle/>
            <a:p>
              <a:pPr algn="ctr"/>
              <a:r>
                <a:rPr lang="en-US" altLang="zh-CN" b="1" dirty="0">
                  <a:solidFill>
                    <a:schemeClr val="accent4"/>
                  </a:solidFill>
                  <a:latin typeface="Arial Narrow" panose="020B0606020202030204" pitchFamily="34" charset="0"/>
                </a:rPr>
                <a:t>ACK0</a:t>
              </a:r>
              <a:endParaRPr lang="zh-CN" altLang="en-US" b="1" dirty="0">
                <a:solidFill>
                  <a:schemeClr val="accent4"/>
                </a:solidFill>
                <a:latin typeface="Arial Narrow" panose="020B0606020202030204" pitchFamily="34" charset="0"/>
              </a:endParaRPr>
            </a:p>
          </p:txBody>
        </p:sp>
        <p:cxnSp>
          <p:nvCxnSpPr>
            <p:cNvPr id="13" name="直接箭头连接符 12">
              <a:extLst>
                <a:ext uri="{FF2B5EF4-FFF2-40B4-BE49-F238E27FC236}">
                  <a16:creationId xmlns:a16="http://schemas.microsoft.com/office/drawing/2014/main" id="{03270037-5BD3-4D07-8078-6E0BCEB674AB}"/>
                </a:ext>
              </a:extLst>
            </p:cNvPr>
            <p:cNvCxnSpPr/>
            <p:nvPr/>
          </p:nvCxnSpPr>
          <p:spPr>
            <a:xfrm flipV="1">
              <a:off x="1669066" y="4039425"/>
              <a:ext cx="0" cy="490292"/>
            </a:xfrm>
            <a:prstGeom prst="straightConnector1">
              <a:avLst/>
            </a:prstGeom>
            <a:ln w="25400">
              <a:solidFill>
                <a:schemeClr val="tx1"/>
              </a:solidFill>
              <a:tailEnd type="triangle" w="med" len="lg"/>
            </a:ln>
          </p:spPr>
          <p:style>
            <a:lnRef idx="1">
              <a:schemeClr val="accent1"/>
            </a:lnRef>
            <a:fillRef idx="0">
              <a:schemeClr val="accent1"/>
            </a:fillRef>
            <a:effectRef idx="0">
              <a:schemeClr val="accent1"/>
            </a:effectRef>
            <a:fontRef idx="minor">
              <a:schemeClr val="tx1"/>
            </a:fontRef>
          </p:style>
        </p:cxnSp>
      </p:grpSp>
      <p:grpSp>
        <p:nvGrpSpPr>
          <p:cNvPr id="26" name="组合 25">
            <a:extLst>
              <a:ext uri="{FF2B5EF4-FFF2-40B4-BE49-F238E27FC236}">
                <a16:creationId xmlns:a16="http://schemas.microsoft.com/office/drawing/2014/main" id="{4C12DC06-F731-453B-933F-0299A50D30E4}"/>
              </a:ext>
            </a:extLst>
          </p:cNvPr>
          <p:cNvGrpSpPr/>
          <p:nvPr/>
        </p:nvGrpSpPr>
        <p:grpSpPr>
          <a:xfrm>
            <a:off x="2326053" y="4039425"/>
            <a:ext cx="703823" cy="811196"/>
            <a:chOff x="1317154" y="4039425"/>
            <a:chExt cx="703823" cy="811196"/>
          </a:xfrm>
        </p:grpSpPr>
        <p:sp>
          <p:nvSpPr>
            <p:cNvPr id="27" name="文本框 26">
              <a:extLst>
                <a:ext uri="{FF2B5EF4-FFF2-40B4-BE49-F238E27FC236}">
                  <a16:creationId xmlns:a16="http://schemas.microsoft.com/office/drawing/2014/main" id="{9158FC8F-682C-4496-BAB7-663DB9B38CBF}"/>
                </a:ext>
              </a:extLst>
            </p:cNvPr>
            <p:cNvSpPr txBox="1"/>
            <p:nvPr/>
          </p:nvSpPr>
          <p:spPr>
            <a:xfrm>
              <a:off x="1317154" y="4481289"/>
              <a:ext cx="703823" cy="369332"/>
            </a:xfrm>
            <a:prstGeom prst="rect">
              <a:avLst/>
            </a:prstGeom>
            <a:noFill/>
          </p:spPr>
          <p:txBody>
            <a:bodyPr wrap="square" rtlCol="0">
              <a:spAutoFit/>
            </a:bodyPr>
            <a:lstStyle/>
            <a:p>
              <a:pPr algn="ctr"/>
              <a:r>
                <a:rPr lang="en-US" altLang="zh-CN" b="1" dirty="0">
                  <a:solidFill>
                    <a:schemeClr val="accent4"/>
                  </a:solidFill>
                  <a:latin typeface="Arial Narrow" panose="020B0606020202030204" pitchFamily="34" charset="0"/>
                </a:rPr>
                <a:t>ACK2</a:t>
              </a:r>
              <a:endParaRPr lang="zh-CN" altLang="en-US" b="1" dirty="0">
                <a:solidFill>
                  <a:schemeClr val="accent4"/>
                </a:solidFill>
                <a:latin typeface="Arial Narrow" panose="020B0606020202030204" pitchFamily="34" charset="0"/>
              </a:endParaRPr>
            </a:p>
          </p:txBody>
        </p:sp>
        <p:cxnSp>
          <p:nvCxnSpPr>
            <p:cNvPr id="31" name="直接箭头连接符 30">
              <a:extLst>
                <a:ext uri="{FF2B5EF4-FFF2-40B4-BE49-F238E27FC236}">
                  <a16:creationId xmlns:a16="http://schemas.microsoft.com/office/drawing/2014/main" id="{76DA05B8-F707-42D8-99E6-6B863306B23E}"/>
                </a:ext>
              </a:extLst>
            </p:cNvPr>
            <p:cNvCxnSpPr/>
            <p:nvPr/>
          </p:nvCxnSpPr>
          <p:spPr>
            <a:xfrm flipV="1">
              <a:off x="1669066" y="4039425"/>
              <a:ext cx="0" cy="490292"/>
            </a:xfrm>
            <a:prstGeom prst="straightConnector1">
              <a:avLst/>
            </a:prstGeom>
            <a:ln w="25400">
              <a:solidFill>
                <a:schemeClr val="tx1"/>
              </a:solidFill>
              <a:tailEnd type="triangle" w="med" len="lg"/>
            </a:ln>
          </p:spPr>
          <p:style>
            <a:lnRef idx="1">
              <a:schemeClr val="accent1"/>
            </a:lnRef>
            <a:fillRef idx="0">
              <a:schemeClr val="accent1"/>
            </a:fillRef>
            <a:effectRef idx="0">
              <a:schemeClr val="accent1"/>
            </a:effectRef>
            <a:fontRef idx="minor">
              <a:schemeClr val="tx1"/>
            </a:fontRef>
          </p:style>
        </p:cxnSp>
      </p:grpSp>
      <p:grpSp>
        <p:nvGrpSpPr>
          <p:cNvPr id="35" name="组合 34">
            <a:extLst>
              <a:ext uri="{FF2B5EF4-FFF2-40B4-BE49-F238E27FC236}">
                <a16:creationId xmlns:a16="http://schemas.microsoft.com/office/drawing/2014/main" id="{41CB2D5E-377B-4608-B85A-840655E109E2}"/>
              </a:ext>
            </a:extLst>
          </p:cNvPr>
          <p:cNvGrpSpPr/>
          <p:nvPr/>
        </p:nvGrpSpPr>
        <p:grpSpPr>
          <a:xfrm>
            <a:off x="2899089" y="4039425"/>
            <a:ext cx="703823" cy="811196"/>
            <a:chOff x="1317154" y="4039425"/>
            <a:chExt cx="703823" cy="811196"/>
          </a:xfrm>
        </p:grpSpPr>
        <p:sp>
          <p:nvSpPr>
            <p:cNvPr id="36" name="文本框 35">
              <a:extLst>
                <a:ext uri="{FF2B5EF4-FFF2-40B4-BE49-F238E27FC236}">
                  <a16:creationId xmlns:a16="http://schemas.microsoft.com/office/drawing/2014/main" id="{B5E96A39-46D4-4EE9-83FB-553C739E5FA5}"/>
                </a:ext>
              </a:extLst>
            </p:cNvPr>
            <p:cNvSpPr txBox="1"/>
            <p:nvPr/>
          </p:nvSpPr>
          <p:spPr>
            <a:xfrm>
              <a:off x="1317154" y="4481289"/>
              <a:ext cx="703823" cy="369332"/>
            </a:xfrm>
            <a:prstGeom prst="rect">
              <a:avLst/>
            </a:prstGeom>
            <a:noFill/>
          </p:spPr>
          <p:txBody>
            <a:bodyPr wrap="square" rtlCol="0">
              <a:spAutoFit/>
            </a:bodyPr>
            <a:lstStyle/>
            <a:p>
              <a:pPr algn="ctr"/>
              <a:r>
                <a:rPr lang="en-US" altLang="zh-CN" b="1" dirty="0">
                  <a:solidFill>
                    <a:schemeClr val="accent4"/>
                  </a:solidFill>
                  <a:latin typeface="Arial Narrow" panose="020B0606020202030204" pitchFamily="34" charset="0"/>
                </a:rPr>
                <a:t>ACK3</a:t>
              </a:r>
              <a:endParaRPr lang="zh-CN" altLang="en-US" b="1" dirty="0">
                <a:solidFill>
                  <a:schemeClr val="accent4"/>
                </a:solidFill>
                <a:latin typeface="Arial Narrow" panose="020B0606020202030204" pitchFamily="34" charset="0"/>
              </a:endParaRPr>
            </a:p>
          </p:txBody>
        </p:sp>
        <p:cxnSp>
          <p:nvCxnSpPr>
            <p:cNvPr id="37" name="直接箭头连接符 36">
              <a:extLst>
                <a:ext uri="{FF2B5EF4-FFF2-40B4-BE49-F238E27FC236}">
                  <a16:creationId xmlns:a16="http://schemas.microsoft.com/office/drawing/2014/main" id="{3B8B5E8A-16A7-4360-8588-4B84ED48B93D}"/>
                </a:ext>
              </a:extLst>
            </p:cNvPr>
            <p:cNvCxnSpPr/>
            <p:nvPr/>
          </p:nvCxnSpPr>
          <p:spPr>
            <a:xfrm flipV="1">
              <a:off x="1669066" y="4039425"/>
              <a:ext cx="0" cy="490292"/>
            </a:xfrm>
            <a:prstGeom prst="straightConnector1">
              <a:avLst/>
            </a:prstGeom>
            <a:ln w="25400">
              <a:solidFill>
                <a:schemeClr val="tx1"/>
              </a:solidFill>
              <a:tailEnd type="triangle" w="med" len="lg"/>
            </a:ln>
          </p:spPr>
          <p:style>
            <a:lnRef idx="1">
              <a:schemeClr val="accent1"/>
            </a:lnRef>
            <a:fillRef idx="0">
              <a:schemeClr val="accent1"/>
            </a:fillRef>
            <a:effectRef idx="0">
              <a:schemeClr val="accent1"/>
            </a:effectRef>
            <a:fontRef idx="minor">
              <a:schemeClr val="tx1"/>
            </a:fontRef>
          </p:style>
        </p:cxnSp>
      </p:grpSp>
      <p:sp>
        <p:nvSpPr>
          <p:cNvPr id="41" name="平行四边形 40">
            <a:extLst>
              <a:ext uri="{FF2B5EF4-FFF2-40B4-BE49-F238E27FC236}">
                <a16:creationId xmlns:a16="http://schemas.microsoft.com/office/drawing/2014/main" id="{16EDA7EC-6BC2-9EDB-348C-B349F2DAFA22}"/>
              </a:ext>
            </a:extLst>
          </p:cNvPr>
          <p:cNvSpPr/>
          <p:nvPr/>
        </p:nvSpPr>
        <p:spPr>
          <a:xfrm>
            <a:off x="304799" y="749300"/>
            <a:ext cx="695119" cy="387090"/>
          </a:xfrm>
          <a:prstGeom prst="parallelogram">
            <a:avLst/>
          </a:prstGeom>
          <a:solidFill>
            <a:schemeClr val="accent3">
              <a:lumMod val="75000"/>
            </a:schemeClr>
          </a:solidFill>
          <a:ln>
            <a:solidFill>
              <a:schemeClr val="accent3">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CN" sz="2200" dirty="0">
                <a:latin typeface="Impact" panose="020B0806030902050204" pitchFamily="34" charset="0"/>
              </a:rPr>
              <a:t>04</a:t>
            </a:r>
            <a:endParaRPr lang="zh-CN" altLang="en-US" sz="2200" dirty="0">
              <a:latin typeface="Impact" panose="020B0806030902050204" pitchFamily="34" charset="0"/>
            </a:endParaRPr>
          </a:p>
        </p:txBody>
      </p:sp>
    </p:spTree>
    <p:custDataLst>
      <p:tags r:id="rId1"/>
    </p:custDataLst>
    <p:extLst>
      <p:ext uri="{BB962C8B-B14F-4D97-AF65-F5344CB8AC3E}">
        <p14:creationId xmlns:p14="http://schemas.microsoft.com/office/powerpoint/2010/main" val="3171149544"/>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2" presetClass="entr" presetSubtype="4" fill="hold" nodeType="withEffect">
                                  <p:stCondLst>
                                    <p:cond delay="0"/>
                                  </p:stCondLst>
                                  <p:childTnLst>
                                    <p:set>
                                      <p:cBhvr>
                                        <p:cTn id="6" dur="1" fill="hold">
                                          <p:stCondLst>
                                            <p:cond delay="0"/>
                                          </p:stCondLst>
                                        </p:cTn>
                                        <p:tgtEl>
                                          <p:spTgt spid="35"/>
                                        </p:tgtEl>
                                        <p:attrNameLst>
                                          <p:attrName>style.visibility</p:attrName>
                                        </p:attrNameLst>
                                      </p:cBhvr>
                                      <p:to>
                                        <p:strVal val="visible"/>
                                      </p:to>
                                    </p:set>
                                    <p:anim calcmode="lin" valueType="num">
                                      <p:cBhvr additive="base">
                                        <p:cTn id="7" dur="500"/>
                                        <p:tgtEl>
                                          <p:spTgt spid="35"/>
                                        </p:tgtEl>
                                        <p:attrNameLst>
                                          <p:attrName>ppt_y</p:attrName>
                                        </p:attrNameLst>
                                      </p:cBhvr>
                                      <p:tavLst>
                                        <p:tav tm="0">
                                          <p:val>
                                            <p:strVal val="#ppt_y+#ppt_h*1.125000"/>
                                          </p:val>
                                        </p:tav>
                                        <p:tav tm="100000">
                                          <p:val>
                                            <p:strVal val="#ppt_y"/>
                                          </p:val>
                                        </p:tav>
                                      </p:tavLst>
                                    </p:anim>
                                    <p:animEffect transition="in" filter="wipe(up)">
                                      <p:cBhvr>
                                        <p:cTn id="8" dur="500"/>
                                        <p:tgtEl>
                                          <p:spTgt spid="35"/>
                                        </p:tgtEl>
                                      </p:cBhvr>
                                    </p:animEffect>
                                  </p:childTnLst>
                                </p:cTn>
                              </p:par>
                            </p:childTnLst>
                          </p:cTn>
                        </p:par>
                      </p:childTnLst>
                    </p:cTn>
                  </p:par>
                  <p:par>
                    <p:cTn id="9" fill="hold">
                      <p:stCondLst>
                        <p:cond delay="indefinite"/>
                      </p:stCondLst>
                      <p:childTnLst>
                        <p:par>
                          <p:cTn id="10" fill="hold">
                            <p:stCondLst>
                              <p:cond delay="0"/>
                            </p:stCondLst>
                            <p:childTnLst>
                              <p:par>
                                <p:cTn id="11" presetID="10" presetClass="exit" presetSubtype="0" decel="50000" fill="hold" nodeType="clickEffect">
                                  <p:stCondLst>
                                    <p:cond delay="0"/>
                                  </p:stCondLst>
                                  <p:childTnLst>
                                    <p:animEffect transition="out" filter="fade">
                                      <p:cBhvr>
                                        <p:cTn id="12" dur="700"/>
                                        <p:tgtEl>
                                          <p:spTgt spid="32"/>
                                        </p:tgtEl>
                                      </p:cBhvr>
                                    </p:animEffect>
                                    <p:set>
                                      <p:cBhvr>
                                        <p:cTn id="13" dur="1" fill="hold">
                                          <p:stCondLst>
                                            <p:cond delay="699"/>
                                          </p:stCondLst>
                                        </p:cTn>
                                        <p:tgtEl>
                                          <p:spTgt spid="32"/>
                                        </p:tgtEl>
                                        <p:attrNameLst>
                                          <p:attrName>style.visibility</p:attrName>
                                        </p:attrNameLst>
                                      </p:cBhvr>
                                      <p:to>
                                        <p:strVal val="hidden"/>
                                      </p:to>
                                    </p:set>
                                  </p:childTnLst>
                                </p:cTn>
                              </p:par>
                              <p:par>
                                <p:cTn id="14" presetID="10" presetClass="entr" presetSubtype="0" decel="50000" fill="hold" nodeType="withEffect">
                                  <p:stCondLst>
                                    <p:cond delay="0"/>
                                  </p:stCondLst>
                                  <p:childTnLst>
                                    <p:set>
                                      <p:cBhvr>
                                        <p:cTn id="15" dur="1" fill="hold">
                                          <p:stCondLst>
                                            <p:cond delay="0"/>
                                          </p:stCondLst>
                                        </p:cTn>
                                        <p:tgtEl>
                                          <p:spTgt spid="38"/>
                                        </p:tgtEl>
                                        <p:attrNameLst>
                                          <p:attrName>style.visibility</p:attrName>
                                        </p:attrNameLst>
                                      </p:cBhvr>
                                      <p:to>
                                        <p:strVal val="visible"/>
                                      </p:to>
                                    </p:set>
                                    <p:animEffect transition="in" filter="fade">
                                      <p:cBhvr>
                                        <p:cTn id="16" dur="1000"/>
                                        <p:tgtEl>
                                          <p:spTgt spid="38"/>
                                        </p:tgtEl>
                                      </p:cBhvr>
                                    </p:animEffect>
                                  </p:childTnLst>
                                </p:cTn>
                              </p:par>
                              <p:par>
                                <p:cTn id="17" presetID="63" presetClass="path" presetSubtype="0" decel="50000" fill="hold" nodeType="withEffect">
                                  <p:stCondLst>
                                    <p:cond delay="0"/>
                                  </p:stCondLst>
                                  <p:childTnLst>
                                    <p:animMotion origin="layout" path="M 0 0 L 0.042613 -0.00062 E" pathEditMode="relative" ptsTypes="">
                                      <p:cBhvr>
                                        <p:cTn id="18" dur="1000" fill="hold"/>
                                        <p:tgtEl>
                                          <p:spTgt spid="32"/>
                                        </p:tgtEl>
                                        <p:attrNameLst>
                                          <p:attrName>ppt_x</p:attrName>
                                          <p:attrName>ppt_y</p:attrName>
                                        </p:attrNameLst>
                                      </p:cBhvr>
                                    </p:animMotion>
                                  </p:childTnLst>
                                </p:cTn>
                              </p:par>
                              <p:par>
                                <p:cTn id="19" presetID="63" presetClass="path" presetSubtype="0" decel="50000" fill="hold" nodeType="withEffect">
                                  <p:stCondLst>
                                    <p:cond delay="0"/>
                                  </p:stCondLst>
                                  <p:childTnLst>
                                    <p:animMotion origin="layout" path="M -0.042613 0.00062 L 0 0 E" pathEditMode="relative" ptsTypes="">
                                      <p:cBhvr>
                                        <p:cTn id="20" dur="1000" fill="hold"/>
                                        <p:tgtEl>
                                          <p:spTgt spid="38"/>
                                        </p:tgtEl>
                                        <p:attrNameLst>
                                          <p:attrName>ppt_x</p:attrName>
                                          <p:attrName>ppt_y</p:attrName>
                                        </p:attrNameLst>
                                      </p:cBhvr>
                                    </p:animMotion>
                                  </p:childTnLst>
                                </p:cTn>
                              </p:par>
                              <p:par>
                                <p:cTn id="21" presetID="6" presetClass="emph" presetSubtype="0" decel="50000" fill="hold" nodeType="withEffect">
                                  <p:stCondLst>
                                    <p:cond delay="0"/>
                                  </p:stCondLst>
                                  <p:childTnLst>
                                    <p:animScale>
                                      <p:cBhvr>
                                        <p:cTn id="22" dur="1000" fill="hold"/>
                                        <p:tgtEl>
                                          <p:spTgt spid="32"/>
                                        </p:tgtEl>
                                      </p:cBhvr>
                                      <p:by x="150000" y="150000"/>
                                      <p:from x="100000" y="100000"/>
                                      <p:to x="100000" y="100000"/>
                                    </p:animScale>
                                  </p:childTnLst>
                                </p:cTn>
                              </p:par>
                              <p:par>
                                <p:cTn id="23" presetID="6" presetClass="emph" presetSubtype="0" decel="50000" fill="hold" nodeType="withEffect">
                                  <p:stCondLst>
                                    <p:cond delay="0"/>
                                  </p:stCondLst>
                                  <p:childTnLst>
                                    <p:animScale>
                                      <p:cBhvr>
                                        <p:cTn id="24" dur="1000" fill="hold"/>
                                        <p:tgtEl>
                                          <p:spTgt spid="38"/>
                                        </p:tgtEl>
                                      </p:cBhvr>
                                      <p:by x="150000" y="150000"/>
                                      <p:from x="100000" y="100000"/>
                                      <p:to x="100000" y="100000"/>
                                    </p:animScale>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18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38" name="组合 37">
            <a:extLst>
              <a:ext uri="{FF2B5EF4-FFF2-40B4-BE49-F238E27FC236}">
                <a16:creationId xmlns:a16="http://schemas.microsoft.com/office/drawing/2014/main" id="{BCEE155D-B33B-4343-8547-479481F3CFE8}"/>
              </a:ext>
            </a:extLst>
          </p:cNvPr>
          <p:cNvGrpSpPr/>
          <p:nvPr/>
        </p:nvGrpSpPr>
        <p:grpSpPr>
          <a:xfrm>
            <a:off x="3492978" y="3240079"/>
            <a:ext cx="4183200" cy="955020"/>
            <a:chOff x="1404666" y="3244334"/>
            <a:chExt cx="4183200" cy="955020"/>
          </a:xfrm>
        </p:grpSpPr>
        <p:sp>
          <p:nvSpPr>
            <p:cNvPr id="39" name="矩形 38">
              <a:extLst>
                <a:ext uri="{FF2B5EF4-FFF2-40B4-BE49-F238E27FC236}">
                  <a16:creationId xmlns:a16="http://schemas.microsoft.com/office/drawing/2014/main" id="{AA1BC74E-0BB7-4FAE-8429-06A923926A31}"/>
                </a:ext>
              </a:extLst>
            </p:cNvPr>
            <p:cNvSpPr/>
            <p:nvPr/>
          </p:nvSpPr>
          <p:spPr>
            <a:xfrm>
              <a:off x="1404666" y="3657890"/>
              <a:ext cx="4183200" cy="541464"/>
            </a:xfrm>
            <a:prstGeom prst="rect">
              <a:avLst/>
            </a:prstGeom>
            <a:solidFill>
              <a:schemeClr val="accent3"/>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mc:AlternateContent xmlns:mc="http://schemas.openxmlformats.org/markup-compatibility/2006" xmlns:a14="http://schemas.microsoft.com/office/drawing/2010/main">
          <mc:Choice Requires="a14">
            <p:sp>
              <p:nvSpPr>
                <p:cNvPr id="40" name="文本框 39">
                  <a:extLst>
                    <a:ext uri="{FF2B5EF4-FFF2-40B4-BE49-F238E27FC236}">
                      <a16:creationId xmlns:a16="http://schemas.microsoft.com/office/drawing/2014/main" id="{7ACC0AD7-BA68-4980-800B-21F39F6F475B}"/>
                    </a:ext>
                  </a:extLst>
                </p:cNvPr>
                <p:cNvSpPr txBox="1"/>
                <p:nvPr/>
              </p:nvSpPr>
              <p:spPr>
                <a:xfrm>
                  <a:off x="2973446" y="3244334"/>
                  <a:ext cx="1067217" cy="369332"/>
                </a:xfrm>
                <a:prstGeom prst="rect">
                  <a:avLst/>
                </a:prstGeom>
                <a:noFill/>
              </p:spPr>
              <p:txBody>
                <a:bodyPr wrap="square">
                  <a:spAutoFit/>
                </a:bodyPr>
                <a:lstStyle/>
                <a:p>
                  <a:pPr/>
                  <a14:m>
                    <m:oMathPara xmlns:m="http://schemas.openxmlformats.org/officeDocument/2006/math">
                      <m:oMathParaPr>
                        <m:jc m:val="centerGroup"/>
                      </m:oMathParaPr>
                      <m:oMath xmlns:m="http://schemas.openxmlformats.org/officeDocument/2006/math">
                        <m:sSub>
                          <m:sSubPr>
                            <m:ctrlPr>
                              <a:rPr lang="en-US" altLang="zh-CN" b="1" i="1" smtClean="0">
                                <a:solidFill>
                                  <a:schemeClr val="accent3"/>
                                </a:solidFill>
                                <a:latin typeface="Cambria Math" panose="02040503050406030204" pitchFamily="18" charset="0"/>
                              </a:rPr>
                            </m:ctrlPr>
                          </m:sSubPr>
                          <m:e>
                            <m:r>
                              <a:rPr lang="en-US" altLang="zh-CN" b="1" i="1" smtClean="0">
                                <a:solidFill>
                                  <a:schemeClr val="accent3"/>
                                </a:solidFill>
                                <a:latin typeface="Cambria Math" panose="02040503050406030204" pitchFamily="18" charset="0"/>
                              </a:rPr>
                              <m:t>𝑾</m:t>
                            </m:r>
                          </m:e>
                          <m:sub>
                            <m:r>
                              <a:rPr lang="en-US" altLang="zh-CN" b="1" i="1" smtClean="0">
                                <a:solidFill>
                                  <a:schemeClr val="accent3"/>
                                </a:solidFill>
                                <a:latin typeface="Cambria Math" panose="02040503050406030204" pitchFamily="18" charset="0"/>
                              </a:rPr>
                              <m:t>𝑻</m:t>
                            </m:r>
                          </m:sub>
                        </m:sSub>
                        <m:r>
                          <a:rPr lang="en-US" altLang="zh-CN" b="1" i="1" smtClean="0">
                            <a:solidFill>
                              <a:schemeClr val="accent3"/>
                            </a:solidFill>
                            <a:latin typeface="Cambria Math" panose="02040503050406030204" pitchFamily="18" charset="0"/>
                          </a:rPr>
                          <m:t>=</m:t>
                        </m:r>
                        <m:r>
                          <a:rPr lang="en-US" altLang="zh-CN" b="1" i="1" smtClean="0">
                            <a:solidFill>
                              <a:schemeClr val="accent3"/>
                            </a:solidFill>
                            <a:latin typeface="Cambria Math" panose="02040503050406030204" pitchFamily="18" charset="0"/>
                          </a:rPr>
                          <m:t>𝟖</m:t>
                        </m:r>
                      </m:oMath>
                    </m:oMathPara>
                  </a14:m>
                  <a:endParaRPr lang="zh-CN" altLang="en-US" dirty="0">
                    <a:solidFill>
                      <a:schemeClr val="accent3"/>
                    </a:solidFill>
                  </a:endParaRPr>
                </a:p>
              </p:txBody>
            </p:sp>
          </mc:Choice>
          <mc:Fallback xmlns="">
            <p:sp>
              <p:nvSpPr>
                <p:cNvPr id="40" name="文本框 39">
                  <a:extLst>
                    <a:ext uri="{FF2B5EF4-FFF2-40B4-BE49-F238E27FC236}">
                      <a16:creationId xmlns:a16="http://schemas.microsoft.com/office/drawing/2014/main" id="{7ACC0AD7-BA68-4980-800B-21F39F6F475B}"/>
                    </a:ext>
                  </a:extLst>
                </p:cNvPr>
                <p:cNvSpPr txBox="1">
                  <a:spLocks noRot="1" noChangeAspect="1" noMove="1" noResize="1" noEditPoints="1" noAdjustHandles="1" noChangeArrowheads="1" noChangeShapeType="1" noTextEdit="1"/>
                </p:cNvSpPr>
                <p:nvPr/>
              </p:nvSpPr>
              <p:spPr>
                <a:xfrm>
                  <a:off x="2973446" y="3244334"/>
                  <a:ext cx="1067217" cy="369332"/>
                </a:xfrm>
                <a:prstGeom prst="rect">
                  <a:avLst/>
                </a:prstGeom>
                <a:blipFill>
                  <a:blip r:embed="rId3"/>
                  <a:stretch>
                    <a:fillRect b="-3333"/>
                  </a:stretch>
                </a:blipFill>
              </p:spPr>
              <p:txBody>
                <a:bodyPr/>
                <a:lstStyle/>
                <a:p>
                  <a:r>
                    <a:rPr lang="zh-CN" altLang="en-US">
                      <a:noFill/>
                    </a:rPr>
                    <a:t> </a:t>
                  </a:r>
                </a:p>
              </p:txBody>
            </p:sp>
          </mc:Fallback>
        </mc:AlternateContent>
      </p:grpSp>
      <p:sp>
        <p:nvSpPr>
          <p:cNvPr id="19" name="矩形 18">
            <a:extLst>
              <a:ext uri="{FF2B5EF4-FFF2-40B4-BE49-F238E27FC236}">
                <a16:creationId xmlns:a16="http://schemas.microsoft.com/office/drawing/2014/main" id="{3984BDEE-67F1-4CB0-B8E5-57955B131BAB}"/>
              </a:ext>
            </a:extLst>
          </p:cNvPr>
          <p:cNvSpPr/>
          <p:nvPr/>
        </p:nvSpPr>
        <p:spPr>
          <a:xfrm>
            <a:off x="2664809" y="1466180"/>
            <a:ext cx="3525482" cy="291253"/>
          </a:xfrm>
          <a:prstGeom prst="rect">
            <a:avLst/>
          </a:prstGeom>
          <a:solidFill>
            <a:schemeClr val="accent4"/>
          </a:solidFill>
          <a:ln>
            <a:solidFill>
              <a:schemeClr val="accent4"/>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14" name="矩形 13">
            <a:extLst>
              <a:ext uri="{FF2B5EF4-FFF2-40B4-BE49-F238E27FC236}">
                <a16:creationId xmlns:a16="http://schemas.microsoft.com/office/drawing/2014/main" id="{66E72919-D044-4753-88A7-C5EFA791A022}"/>
              </a:ext>
            </a:extLst>
          </p:cNvPr>
          <p:cNvSpPr/>
          <p:nvPr/>
        </p:nvSpPr>
        <p:spPr>
          <a:xfrm>
            <a:off x="7147770" y="1180812"/>
            <a:ext cx="2483909" cy="291253"/>
          </a:xfrm>
          <a:prstGeom prst="rect">
            <a:avLst/>
          </a:prstGeom>
          <a:solidFill>
            <a:schemeClr val="accent3"/>
          </a:solidFill>
          <a:ln>
            <a:solidFill>
              <a:schemeClr val="accent3"/>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grpSp>
        <p:nvGrpSpPr>
          <p:cNvPr id="4" name="组合 3">
            <a:extLst>
              <a:ext uri="{FF2B5EF4-FFF2-40B4-BE49-F238E27FC236}">
                <a16:creationId xmlns:a16="http://schemas.microsoft.com/office/drawing/2014/main" id="{9A1EA9F2-FCB6-48C3-935F-7AE7E3AD14AC}"/>
              </a:ext>
            </a:extLst>
          </p:cNvPr>
          <p:cNvGrpSpPr/>
          <p:nvPr/>
        </p:nvGrpSpPr>
        <p:grpSpPr>
          <a:xfrm>
            <a:off x="304800" y="749300"/>
            <a:ext cx="6192344" cy="400110"/>
            <a:chOff x="424117" y="898245"/>
            <a:chExt cx="6192344" cy="400110"/>
          </a:xfrm>
        </p:grpSpPr>
        <p:sp>
          <p:nvSpPr>
            <p:cNvPr id="2" name="平行四边形 1">
              <a:extLst>
                <a:ext uri="{FF2B5EF4-FFF2-40B4-BE49-F238E27FC236}">
                  <a16:creationId xmlns:a16="http://schemas.microsoft.com/office/drawing/2014/main" id="{1F5BAA3F-9845-4F89-A2DD-8222D3E4EDAC}"/>
                </a:ext>
              </a:extLst>
            </p:cNvPr>
            <p:cNvSpPr/>
            <p:nvPr/>
          </p:nvSpPr>
          <p:spPr>
            <a:xfrm>
              <a:off x="424117" y="898245"/>
              <a:ext cx="628306" cy="387090"/>
            </a:xfrm>
            <a:prstGeom prst="parallelogram">
              <a:avLst/>
            </a:prstGeom>
            <a:solidFill>
              <a:schemeClr val="accent3">
                <a:lumMod val="75000"/>
              </a:schemeClr>
            </a:solidFill>
            <a:ln>
              <a:solidFill>
                <a:schemeClr val="accent3">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CN" sz="2200" dirty="0">
                  <a:latin typeface="Impact" panose="020B0806030902050204" pitchFamily="34" charset="0"/>
                </a:rPr>
                <a:t>01</a:t>
              </a:r>
              <a:endParaRPr lang="zh-CN" altLang="en-US" sz="2200" dirty="0">
                <a:latin typeface="Impact" panose="020B0806030902050204" pitchFamily="34" charset="0"/>
              </a:endParaRPr>
            </a:p>
          </p:txBody>
        </p:sp>
        <p:sp>
          <p:nvSpPr>
            <p:cNvPr id="3" name="文本框 2">
              <a:extLst>
                <a:ext uri="{FF2B5EF4-FFF2-40B4-BE49-F238E27FC236}">
                  <a16:creationId xmlns:a16="http://schemas.microsoft.com/office/drawing/2014/main" id="{4D6BD736-A4D3-4F26-AFED-36E11F50F70B}"/>
                </a:ext>
              </a:extLst>
            </p:cNvPr>
            <p:cNvSpPr txBox="1"/>
            <p:nvPr/>
          </p:nvSpPr>
          <p:spPr>
            <a:xfrm>
              <a:off x="1052423" y="898245"/>
              <a:ext cx="5564038" cy="400110"/>
            </a:xfrm>
            <a:prstGeom prst="rect">
              <a:avLst/>
            </a:prstGeom>
            <a:noFill/>
          </p:spPr>
          <p:txBody>
            <a:bodyPr wrap="square" rtlCol="0">
              <a:spAutoFit/>
            </a:bodyPr>
            <a:lstStyle/>
            <a:p>
              <a:r>
                <a:rPr lang="zh-CN" altLang="en-US" sz="2000" b="1" dirty="0"/>
                <a:t>回退</a:t>
              </a:r>
              <a:r>
                <a:rPr lang="en-US" altLang="zh-CN" sz="2000" b="1" dirty="0"/>
                <a:t>N</a:t>
              </a:r>
              <a:r>
                <a:rPr lang="zh-CN" altLang="en-US" sz="2000" b="1" dirty="0"/>
                <a:t>帧协议</a:t>
              </a:r>
            </a:p>
          </p:txBody>
        </p:sp>
      </p:grpSp>
      <p:grpSp>
        <p:nvGrpSpPr>
          <p:cNvPr id="10" name="组合 9">
            <a:extLst>
              <a:ext uri="{FF2B5EF4-FFF2-40B4-BE49-F238E27FC236}">
                <a16:creationId xmlns:a16="http://schemas.microsoft.com/office/drawing/2014/main" id="{1DF7F928-D8CE-4D25-B941-E8A4BD2F8951}"/>
              </a:ext>
            </a:extLst>
          </p:cNvPr>
          <p:cNvGrpSpPr/>
          <p:nvPr/>
        </p:nvGrpSpPr>
        <p:grpSpPr>
          <a:xfrm>
            <a:off x="776253" y="1149141"/>
            <a:ext cx="11110947" cy="1230838"/>
            <a:chOff x="776253" y="1149141"/>
            <a:chExt cx="11110947" cy="1230838"/>
          </a:xfrm>
        </p:grpSpPr>
        <p:sp>
          <p:nvSpPr>
            <p:cNvPr id="6" name="文本框 5">
              <a:extLst>
                <a:ext uri="{FF2B5EF4-FFF2-40B4-BE49-F238E27FC236}">
                  <a16:creationId xmlns:a16="http://schemas.microsoft.com/office/drawing/2014/main" id="{0E44FCD9-F99B-4E8E-A951-0096F7B40D37}"/>
                </a:ext>
              </a:extLst>
            </p:cNvPr>
            <p:cNvSpPr txBox="1"/>
            <p:nvPr/>
          </p:nvSpPr>
          <p:spPr>
            <a:xfrm>
              <a:off x="776253" y="1149141"/>
              <a:ext cx="11110947" cy="646331"/>
            </a:xfrm>
            <a:prstGeom prst="rect">
              <a:avLst/>
            </a:prstGeom>
            <a:noFill/>
          </p:spPr>
          <p:txBody>
            <a:bodyPr wrap="square" rtlCol="0">
              <a:spAutoFit/>
            </a:bodyPr>
            <a:lstStyle/>
            <a:p>
              <a:r>
                <a:rPr lang="en-US" altLang="zh-CN" b="1" dirty="0">
                  <a:latin typeface="Arial Narrow" panose="020B0606020202030204" pitchFamily="34" charset="0"/>
                </a:rPr>
                <a:t>【2009</a:t>
              </a:r>
              <a:r>
                <a:rPr lang="zh-CN" altLang="en-US" b="1" dirty="0">
                  <a:latin typeface="Arial Narrow" panose="020B0606020202030204" pitchFamily="34" charset="0"/>
                </a:rPr>
                <a:t>年 题</a:t>
              </a:r>
              <a:r>
                <a:rPr lang="en-US" altLang="zh-CN" b="1" dirty="0">
                  <a:latin typeface="Arial Narrow" panose="020B0606020202030204" pitchFamily="34" charset="0"/>
                </a:rPr>
                <a:t>35】</a:t>
              </a:r>
              <a:r>
                <a:rPr lang="zh-CN" altLang="en-US" b="1" dirty="0">
                  <a:latin typeface="Arial Narrow" panose="020B0606020202030204" pitchFamily="34" charset="0"/>
                </a:rPr>
                <a:t>数据链路层使用后退</a:t>
              </a:r>
              <a:r>
                <a:rPr lang="en-US" altLang="zh-CN" b="1" dirty="0">
                  <a:latin typeface="Arial Narrow" panose="020B0606020202030204" pitchFamily="34" charset="0"/>
                </a:rPr>
                <a:t>N</a:t>
              </a:r>
              <a:r>
                <a:rPr lang="zh-CN" altLang="en-US" b="1" dirty="0">
                  <a:latin typeface="Arial Narrow" panose="020B0606020202030204" pitchFamily="34" charset="0"/>
                </a:rPr>
                <a:t>帧（</a:t>
              </a:r>
              <a:r>
                <a:rPr lang="en-US" altLang="zh-CN" b="1" dirty="0">
                  <a:latin typeface="Arial Narrow" panose="020B0606020202030204" pitchFamily="34" charset="0"/>
                </a:rPr>
                <a:t>GBN</a:t>
              </a:r>
              <a:r>
                <a:rPr lang="zh-CN" altLang="en-US" b="1" dirty="0">
                  <a:latin typeface="Arial Narrow" panose="020B0606020202030204" pitchFamily="34" charset="0"/>
                </a:rPr>
                <a:t>）协议，发送方已经发送了编号</a:t>
              </a:r>
              <a:r>
                <a:rPr lang="en-US" altLang="zh-CN" b="1" dirty="0">
                  <a:latin typeface="Arial Narrow" panose="020B0606020202030204" pitchFamily="34" charset="0"/>
                </a:rPr>
                <a:t>0~7</a:t>
              </a:r>
              <a:r>
                <a:rPr lang="zh-CN" altLang="en-US" b="1" dirty="0">
                  <a:latin typeface="Arial Narrow" panose="020B0606020202030204" pitchFamily="34" charset="0"/>
                </a:rPr>
                <a:t>的帧。当计时器超时时，</a:t>
              </a:r>
              <a:endParaRPr lang="en-US" altLang="zh-CN" b="1" dirty="0">
                <a:latin typeface="Arial Narrow" panose="020B0606020202030204" pitchFamily="34" charset="0"/>
              </a:endParaRPr>
            </a:p>
            <a:p>
              <a:r>
                <a:rPr lang="zh-CN" altLang="en-US" b="1" dirty="0">
                  <a:latin typeface="Arial Narrow" panose="020B0606020202030204" pitchFamily="34" charset="0"/>
                </a:rPr>
                <a:t>                              若发送方只收到了</a:t>
              </a:r>
              <a:r>
                <a:rPr lang="en-US" altLang="zh-CN" b="1" dirty="0">
                  <a:latin typeface="Arial Narrow" panose="020B0606020202030204" pitchFamily="34" charset="0"/>
                </a:rPr>
                <a:t>0</a:t>
              </a:r>
              <a:r>
                <a:rPr lang="zh-CN" altLang="en-US" b="1" dirty="0">
                  <a:latin typeface="Arial Narrow" panose="020B0606020202030204" pitchFamily="34" charset="0"/>
                </a:rPr>
                <a:t>、</a:t>
              </a:r>
              <a:r>
                <a:rPr lang="en-US" altLang="zh-CN" b="1" dirty="0">
                  <a:latin typeface="Arial Narrow" panose="020B0606020202030204" pitchFamily="34" charset="0"/>
                </a:rPr>
                <a:t>2</a:t>
              </a:r>
              <a:r>
                <a:rPr lang="zh-CN" altLang="en-US" b="1" dirty="0">
                  <a:latin typeface="Arial Narrow" panose="020B0606020202030204" pitchFamily="34" charset="0"/>
                </a:rPr>
                <a:t>、</a:t>
              </a:r>
              <a:r>
                <a:rPr lang="en-US" altLang="zh-CN" b="1" dirty="0">
                  <a:latin typeface="Arial Narrow" panose="020B0606020202030204" pitchFamily="34" charset="0"/>
                </a:rPr>
                <a:t>3</a:t>
              </a:r>
              <a:r>
                <a:rPr lang="zh-CN" altLang="en-US" b="1" dirty="0">
                  <a:latin typeface="Arial Narrow" panose="020B0606020202030204" pitchFamily="34" charset="0"/>
                </a:rPr>
                <a:t>号帧的确认，则发送方需要重发的帧数是（      ）。</a:t>
              </a:r>
            </a:p>
          </p:txBody>
        </p:sp>
        <p:sp>
          <p:nvSpPr>
            <p:cNvPr id="56" name="文本框 55">
              <a:extLst>
                <a:ext uri="{FF2B5EF4-FFF2-40B4-BE49-F238E27FC236}">
                  <a16:creationId xmlns:a16="http://schemas.microsoft.com/office/drawing/2014/main" id="{BBE35731-FF30-47AE-BF68-D2DB837317D9}"/>
                </a:ext>
              </a:extLst>
            </p:cNvPr>
            <p:cNvSpPr txBox="1"/>
            <p:nvPr/>
          </p:nvSpPr>
          <p:spPr>
            <a:xfrm>
              <a:off x="2382484" y="2010647"/>
              <a:ext cx="590962" cy="369332"/>
            </a:xfrm>
            <a:prstGeom prst="rect">
              <a:avLst/>
            </a:prstGeom>
            <a:noFill/>
          </p:spPr>
          <p:txBody>
            <a:bodyPr wrap="square" rtlCol="0">
              <a:spAutoFit/>
            </a:bodyPr>
            <a:lstStyle/>
            <a:p>
              <a:r>
                <a:rPr lang="en-US" altLang="zh-CN" b="1" dirty="0">
                  <a:latin typeface="Arial Narrow" panose="020B0606020202030204" pitchFamily="34" charset="0"/>
                </a:rPr>
                <a:t>A. 2</a:t>
              </a:r>
              <a:endParaRPr lang="zh-CN" altLang="en-US" b="1" dirty="0">
                <a:latin typeface="Arial Narrow" panose="020B0606020202030204" pitchFamily="34" charset="0"/>
              </a:endParaRPr>
            </a:p>
          </p:txBody>
        </p:sp>
        <p:sp>
          <p:nvSpPr>
            <p:cNvPr id="60" name="文本框 59">
              <a:extLst>
                <a:ext uri="{FF2B5EF4-FFF2-40B4-BE49-F238E27FC236}">
                  <a16:creationId xmlns:a16="http://schemas.microsoft.com/office/drawing/2014/main" id="{78825FA1-607A-4759-AEAD-FC2B64C56D84}"/>
                </a:ext>
              </a:extLst>
            </p:cNvPr>
            <p:cNvSpPr txBox="1"/>
            <p:nvPr/>
          </p:nvSpPr>
          <p:spPr>
            <a:xfrm>
              <a:off x="4024359" y="2010647"/>
              <a:ext cx="590962" cy="369332"/>
            </a:xfrm>
            <a:prstGeom prst="rect">
              <a:avLst/>
            </a:prstGeom>
            <a:noFill/>
          </p:spPr>
          <p:txBody>
            <a:bodyPr wrap="square" rtlCol="0">
              <a:spAutoFit/>
            </a:bodyPr>
            <a:lstStyle/>
            <a:p>
              <a:r>
                <a:rPr lang="en-US" altLang="zh-CN" b="1" dirty="0">
                  <a:latin typeface="Arial Narrow" panose="020B0606020202030204" pitchFamily="34" charset="0"/>
                </a:rPr>
                <a:t>B. 3</a:t>
              </a:r>
              <a:endParaRPr lang="zh-CN" altLang="en-US" b="1" dirty="0">
                <a:latin typeface="Arial Narrow" panose="020B0606020202030204" pitchFamily="34" charset="0"/>
              </a:endParaRPr>
            </a:p>
          </p:txBody>
        </p:sp>
        <p:sp>
          <p:nvSpPr>
            <p:cNvPr id="61" name="文本框 60">
              <a:extLst>
                <a:ext uri="{FF2B5EF4-FFF2-40B4-BE49-F238E27FC236}">
                  <a16:creationId xmlns:a16="http://schemas.microsoft.com/office/drawing/2014/main" id="{AE3277B1-DBEB-44F9-A42D-29A6B767A075}"/>
                </a:ext>
              </a:extLst>
            </p:cNvPr>
            <p:cNvSpPr txBox="1"/>
            <p:nvPr/>
          </p:nvSpPr>
          <p:spPr>
            <a:xfrm>
              <a:off x="5666234" y="2010647"/>
              <a:ext cx="590962" cy="369332"/>
            </a:xfrm>
            <a:prstGeom prst="rect">
              <a:avLst/>
            </a:prstGeom>
            <a:noFill/>
          </p:spPr>
          <p:txBody>
            <a:bodyPr wrap="square" rtlCol="0">
              <a:spAutoFit/>
            </a:bodyPr>
            <a:lstStyle/>
            <a:p>
              <a:r>
                <a:rPr lang="en-US" altLang="zh-CN" b="1" dirty="0">
                  <a:latin typeface="Arial Narrow" panose="020B0606020202030204" pitchFamily="34" charset="0"/>
                </a:rPr>
                <a:t>C. 4</a:t>
              </a:r>
              <a:endParaRPr lang="zh-CN" altLang="en-US" b="1" dirty="0">
                <a:latin typeface="Arial Narrow" panose="020B0606020202030204" pitchFamily="34" charset="0"/>
              </a:endParaRPr>
            </a:p>
          </p:txBody>
        </p:sp>
        <p:sp>
          <p:nvSpPr>
            <p:cNvPr id="62" name="文本框 61">
              <a:extLst>
                <a:ext uri="{FF2B5EF4-FFF2-40B4-BE49-F238E27FC236}">
                  <a16:creationId xmlns:a16="http://schemas.microsoft.com/office/drawing/2014/main" id="{399ADF5E-0FBC-407D-906E-862EDF099EBE}"/>
                </a:ext>
              </a:extLst>
            </p:cNvPr>
            <p:cNvSpPr txBox="1"/>
            <p:nvPr/>
          </p:nvSpPr>
          <p:spPr>
            <a:xfrm>
              <a:off x="7308110" y="2010647"/>
              <a:ext cx="590962" cy="369332"/>
            </a:xfrm>
            <a:prstGeom prst="rect">
              <a:avLst/>
            </a:prstGeom>
            <a:noFill/>
          </p:spPr>
          <p:txBody>
            <a:bodyPr wrap="square" rtlCol="0">
              <a:spAutoFit/>
            </a:bodyPr>
            <a:lstStyle/>
            <a:p>
              <a:r>
                <a:rPr lang="en-US" altLang="zh-CN" b="1" dirty="0">
                  <a:latin typeface="Arial Narrow" panose="020B0606020202030204" pitchFamily="34" charset="0"/>
                </a:rPr>
                <a:t>D. 5</a:t>
              </a:r>
              <a:endParaRPr lang="zh-CN" altLang="en-US" b="1" dirty="0">
                <a:latin typeface="Arial Narrow" panose="020B0606020202030204" pitchFamily="34" charset="0"/>
              </a:endParaRPr>
            </a:p>
          </p:txBody>
        </p:sp>
      </p:grpSp>
      <p:sp>
        <p:nvSpPr>
          <p:cNvPr id="63" name="文本框 62">
            <a:extLst>
              <a:ext uri="{FF2B5EF4-FFF2-40B4-BE49-F238E27FC236}">
                <a16:creationId xmlns:a16="http://schemas.microsoft.com/office/drawing/2014/main" id="{1AE61273-7553-4AE5-B8C6-6C2E7FBC5B8B}"/>
              </a:ext>
            </a:extLst>
          </p:cNvPr>
          <p:cNvSpPr txBox="1"/>
          <p:nvPr/>
        </p:nvSpPr>
        <p:spPr>
          <a:xfrm>
            <a:off x="9244870" y="1360106"/>
            <a:ext cx="590962" cy="523220"/>
          </a:xfrm>
          <a:prstGeom prst="rect">
            <a:avLst/>
          </a:prstGeom>
          <a:noFill/>
        </p:spPr>
        <p:txBody>
          <a:bodyPr wrap="square" rtlCol="0">
            <a:spAutoFit/>
          </a:bodyPr>
          <a:lstStyle/>
          <a:p>
            <a:pPr algn="ctr"/>
            <a:r>
              <a:rPr lang="en-US" altLang="zh-CN" sz="2800" b="1" dirty="0">
                <a:solidFill>
                  <a:schemeClr val="accent1">
                    <a:lumMod val="75000"/>
                  </a:schemeClr>
                </a:solidFill>
                <a:latin typeface="Arial Black" panose="020B0A04020102020204" pitchFamily="34" charset="0"/>
              </a:rPr>
              <a:t>C</a:t>
            </a:r>
            <a:endParaRPr lang="zh-CN" altLang="en-US" sz="2800" b="1" dirty="0">
              <a:solidFill>
                <a:schemeClr val="accent1">
                  <a:lumMod val="75000"/>
                </a:schemeClr>
              </a:solidFill>
              <a:latin typeface="Arial Black" panose="020B0A04020102020204" pitchFamily="34" charset="0"/>
            </a:endParaRPr>
          </a:p>
        </p:txBody>
      </p:sp>
      <p:sp>
        <p:nvSpPr>
          <p:cNvPr id="64" name="文本框 63">
            <a:extLst>
              <a:ext uri="{FF2B5EF4-FFF2-40B4-BE49-F238E27FC236}">
                <a16:creationId xmlns:a16="http://schemas.microsoft.com/office/drawing/2014/main" id="{2E99F5F0-367E-490C-8AD2-82A09944014F}"/>
              </a:ext>
            </a:extLst>
          </p:cNvPr>
          <p:cNvSpPr txBox="1"/>
          <p:nvPr/>
        </p:nvSpPr>
        <p:spPr>
          <a:xfrm>
            <a:off x="933106" y="2834046"/>
            <a:ext cx="797018" cy="369332"/>
          </a:xfrm>
          <a:prstGeom prst="rect">
            <a:avLst/>
          </a:prstGeom>
          <a:noFill/>
        </p:spPr>
        <p:txBody>
          <a:bodyPr wrap="square" rtlCol="0">
            <a:spAutoFit/>
          </a:bodyPr>
          <a:lstStyle/>
          <a:p>
            <a:r>
              <a:rPr lang="zh-CN" altLang="en-US" b="1" dirty="0">
                <a:latin typeface="Arial Narrow" panose="020B0606020202030204" pitchFamily="34" charset="0"/>
              </a:rPr>
              <a:t>解析</a:t>
            </a:r>
          </a:p>
        </p:txBody>
      </p:sp>
      <p:graphicFrame>
        <p:nvGraphicFramePr>
          <p:cNvPr id="12" name="表格 12">
            <a:extLst>
              <a:ext uri="{FF2B5EF4-FFF2-40B4-BE49-F238E27FC236}">
                <a16:creationId xmlns:a16="http://schemas.microsoft.com/office/drawing/2014/main" id="{F0558C36-FE4E-41BA-BA39-7F770BFC6C94}"/>
              </a:ext>
            </a:extLst>
          </p:cNvPr>
          <p:cNvGraphicFramePr>
            <a:graphicFrameLocks noGrp="1"/>
          </p:cNvGraphicFramePr>
          <p:nvPr/>
        </p:nvGraphicFramePr>
        <p:xfrm>
          <a:off x="1411246" y="3752317"/>
          <a:ext cx="9395820" cy="370840"/>
        </p:xfrm>
        <a:graphic>
          <a:graphicData uri="http://schemas.openxmlformats.org/drawingml/2006/table">
            <a:tbl>
              <a:tblPr firstRow="1" bandRow="1">
                <a:tableStyleId>{5C22544A-7EE6-4342-B048-85BDC9FD1C3A}</a:tableStyleId>
              </a:tblPr>
              <a:tblGrid>
                <a:gridCol w="521990">
                  <a:extLst>
                    <a:ext uri="{9D8B030D-6E8A-4147-A177-3AD203B41FA5}">
                      <a16:colId xmlns:a16="http://schemas.microsoft.com/office/drawing/2014/main" val="4106655359"/>
                    </a:ext>
                  </a:extLst>
                </a:gridCol>
                <a:gridCol w="521990">
                  <a:extLst>
                    <a:ext uri="{9D8B030D-6E8A-4147-A177-3AD203B41FA5}">
                      <a16:colId xmlns:a16="http://schemas.microsoft.com/office/drawing/2014/main" val="3977258027"/>
                    </a:ext>
                  </a:extLst>
                </a:gridCol>
                <a:gridCol w="521990">
                  <a:extLst>
                    <a:ext uri="{9D8B030D-6E8A-4147-A177-3AD203B41FA5}">
                      <a16:colId xmlns:a16="http://schemas.microsoft.com/office/drawing/2014/main" val="1195959456"/>
                    </a:ext>
                  </a:extLst>
                </a:gridCol>
                <a:gridCol w="521990">
                  <a:extLst>
                    <a:ext uri="{9D8B030D-6E8A-4147-A177-3AD203B41FA5}">
                      <a16:colId xmlns:a16="http://schemas.microsoft.com/office/drawing/2014/main" val="2164911556"/>
                    </a:ext>
                  </a:extLst>
                </a:gridCol>
                <a:gridCol w="521990">
                  <a:extLst>
                    <a:ext uri="{9D8B030D-6E8A-4147-A177-3AD203B41FA5}">
                      <a16:colId xmlns:a16="http://schemas.microsoft.com/office/drawing/2014/main" val="3201601367"/>
                    </a:ext>
                  </a:extLst>
                </a:gridCol>
                <a:gridCol w="521990">
                  <a:extLst>
                    <a:ext uri="{9D8B030D-6E8A-4147-A177-3AD203B41FA5}">
                      <a16:colId xmlns:a16="http://schemas.microsoft.com/office/drawing/2014/main" val="3931524795"/>
                    </a:ext>
                  </a:extLst>
                </a:gridCol>
                <a:gridCol w="521990">
                  <a:extLst>
                    <a:ext uri="{9D8B030D-6E8A-4147-A177-3AD203B41FA5}">
                      <a16:colId xmlns:a16="http://schemas.microsoft.com/office/drawing/2014/main" val="2224849259"/>
                    </a:ext>
                  </a:extLst>
                </a:gridCol>
                <a:gridCol w="521990">
                  <a:extLst>
                    <a:ext uri="{9D8B030D-6E8A-4147-A177-3AD203B41FA5}">
                      <a16:colId xmlns:a16="http://schemas.microsoft.com/office/drawing/2014/main" val="2680703336"/>
                    </a:ext>
                  </a:extLst>
                </a:gridCol>
                <a:gridCol w="521990">
                  <a:extLst>
                    <a:ext uri="{9D8B030D-6E8A-4147-A177-3AD203B41FA5}">
                      <a16:colId xmlns:a16="http://schemas.microsoft.com/office/drawing/2014/main" val="1425757859"/>
                    </a:ext>
                  </a:extLst>
                </a:gridCol>
                <a:gridCol w="521990">
                  <a:extLst>
                    <a:ext uri="{9D8B030D-6E8A-4147-A177-3AD203B41FA5}">
                      <a16:colId xmlns:a16="http://schemas.microsoft.com/office/drawing/2014/main" val="3062641218"/>
                    </a:ext>
                  </a:extLst>
                </a:gridCol>
                <a:gridCol w="521990">
                  <a:extLst>
                    <a:ext uri="{9D8B030D-6E8A-4147-A177-3AD203B41FA5}">
                      <a16:colId xmlns:a16="http://schemas.microsoft.com/office/drawing/2014/main" val="1999060212"/>
                    </a:ext>
                  </a:extLst>
                </a:gridCol>
                <a:gridCol w="521990">
                  <a:extLst>
                    <a:ext uri="{9D8B030D-6E8A-4147-A177-3AD203B41FA5}">
                      <a16:colId xmlns:a16="http://schemas.microsoft.com/office/drawing/2014/main" val="1031751853"/>
                    </a:ext>
                  </a:extLst>
                </a:gridCol>
                <a:gridCol w="521990">
                  <a:extLst>
                    <a:ext uri="{9D8B030D-6E8A-4147-A177-3AD203B41FA5}">
                      <a16:colId xmlns:a16="http://schemas.microsoft.com/office/drawing/2014/main" val="3585021492"/>
                    </a:ext>
                  </a:extLst>
                </a:gridCol>
                <a:gridCol w="521990">
                  <a:extLst>
                    <a:ext uri="{9D8B030D-6E8A-4147-A177-3AD203B41FA5}">
                      <a16:colId xmlns:a16="http://schemas.microsoft.com/office/drawing/2014/main" val="4204214179"/>
                    </a:ext>
                  </a:extLst>
                </a:gridCol>
                <a:gridCol w="521990">
                  <a:extLst>
                    <a:ext uri="{9D8B030D-6E8A-4147-A177-3AD203B41FA5}">
                      <a16:colId xmlns:a16="http://schemas.microsoft.com/office/drawing/2014/main" val="841583387"/>
                    </a:ext>
                  </a:extLst>
                </a:gridCol>
                <a:gridCol w="521990">
                  <a:extLst>
                    <a:ext uri="{9D8B030D-6E8A-4147-A177-3AD203B41FA5}">
                      <a16:colId xmlns:a16="http://schemas.microsoft.com/office/drawing/2014/main" val="111594741"/>
                    </a:ext>
                  </a:extLst>
                </a:gridCol>
                <a:gridCol w="521990">
                  <a:extLst>
                    <a:ext uri="{9D8B030D-6E8A-4147-A177-3AD203B41FA5}">
                      <a16:colId xmlns:a16="http://schemas.microsoft.com/office/drawing/2014/main" val="1305785342"/>
                    </a:ext>
                  </a:extLst>
                </a:gridCol>
                <a:gridCol w="521990">
                  <a:extLst>
                    <a:ext uri="{9D8B030D-6E8A-4147-A177-3AD203B41FA5}">
                      <a16:colId xmlns:a16="http://schemas.microsoft.com/office/drawing/2014/main" val="1243411119"/>
                    </a:ext>
                  </a:extLst>
                </a:gridCol>
              </a:tblGrid>
              <a:tr h="370840">
                <a:tc>
                  <a:txBody>
                    <a:bodyPr/>
                    <a:lstStyle/>
                    <a:p>
                      <a:pPr algn="ctr"/>
                      <a:r>
                        <a:rPr lang="en-US" altLang="zh-CN" dirty="0">
                          <a:solidFill>
                            <a:schemeClr val="tx1"/>
                          </a:solidFill>
                          <a:latin typeface="Arial Black" panose="020B0A04020102020204" pitchFamily="34" charset="0"/>
                        </a:rPr>
                        <a:t>0</a:t>
                      </a:r>
                      <a:endParaRPr lang="zh-CN" altLang="en-US" dirty="0">
                        <a:solidFill>
                          <a:schemeClr val="tx1"/>
                        </a:solidFill>
                        <a:latin typeface="Arial Black" panose="020B0A04020102020204" pitchFamily="34" charset="0"/>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ctr"/>
                      <a:r>
                        <a:rPr lang="en-US" altLang="zh-CN" dirty="0">
                          <a:solidFill>
                            <a:schemeClr val="tx1"/>
                          </a:solidFill>
                          <a:latin typeface="Arial Black" panose="020B0A04020102020204" pitchFamily="34" charset="0"/>
                        </a:rPr>
                        <a:t>1</a:t>
                      </a:r>
                      <a:endParaRPr lang="zh-CN" altLang="en-US" dirty="0">
                        <a:solidFill>
                          <a:schemeClr val="tx1"/>
                        </a:solidFill>
                        <a:latin typeface="Arial Black" panose="020B0A04020102020204" pitchFamily="34" charset="0"/>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ctr"/>
                      <a:r>
                        <a:rPr lang="en-US" altLang="zh-CN" dirty="0">
                          <a:solidFill>
                            <a:schemeClr val="tx1"/>
                          </a:solidFill>
                          <a:latin typeface="Arial Black" panose="020B0A04020102020204" pitchFamily="34" charset="0"/>
                        </a:rPr>
                        <a:t>2</a:t>
                      </a:r>
                      <a:endParaRPr lang="zh-CN" altLang="en-US" dirty="0">
                        <a:solidFill>
                          <a:schemeClr val="tx1"/>
                        </a:solidFill>
                        <a:latin typeface="Arial Black" panose="020B0A04020102020204" pitchFamily="34" charset="0"/>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ctr"/>
                      <a:r>
                        <a:rPr lang="en-US" altLang="zh-CN" dirty="0">
                          <a:solidFill>
                            <a:schemeClr val="tx1"/>
                          </a:solidFill>
                          <a:latin typeface="Arial Black" panose="020B0A04020102020204" pitchFamily="34" charset="0"/>
                        </a:rPr>
                        <a:t>3</a:t>
                      </a:r>
                      <a:endParaRPr lang="zh-CN" altLang="en-US" dirty="0">
                        <a:solidFill>
                          <a:schemeClr val="tx1"/>
                        </a:solidFill>
                        <a:latin typeface="Arial Black" panose="020B0A04020102020204" pitchFamily="34" charset="0"/>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ctr"/>
                      <a:r>
                        <a:rPr lang="en-US" altLang="zh-CN" dirty="0">
                          <a:solidFill>
                            <a:schemeClr val="tx1"/>
                          </a:solidFill>
                          <a:latin typeface="Arial Black" panose="020B0A04020102020204" pitchFamily="34" charset="0"/>
                        </a:rPr>
                        <a:t>4</a:t>
                      </a:r>
                      <a:endParaRPr lang="zh-CN" altLang="en-US" dirty="0">
                        <a:solidFill>
                          <a:schemeClr val="tx1"/>
                        </a:solidFill>
                        <a:latin typeface="Arial Black" panose="020B0A04020102020204" pitchFamily="34" charset="0"/>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ctr"/>
                      <a:r>
                        <a:rPr lang="en-US" altLang="zh-CN" dirty="0">
                          <a:solidFill>
                            <a:schemeClr val="tx1"/>
                          </a:solidFill>
                          <a:latin typeface="Arial Black" panose="020B0A04020102020204" pitchFamily="34" charset="0"/>
                        </a:rPr>
                        <a:t>5</a:t>
                      </a:r>
                      <a:endParaRPr lang="zh-CN" altLang="en-US" dirty="0">
                        <a:solidFill>
                          <a:schemeClr val="tx1"/>
                        </a:solidFill>
                        <a:latin typeface="Arial Black" panose="020B0A04020102020204" pitchFamily="34" charset="0"/>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ctr"/>
                      <a:r>
                        <a:rPr lang="en-US" altLang="zh-CN" dirty="0">
                          <a:solidFill>
                            <a:schemeClr val="tx1"/>
                          </a:solidFill>
                          <a:latin typeface="Arial Black" panose="020B0A04020102020204" pitchFamily="34" charset="0"/>
                        </a:rPr>
                        <a:t>6</a:t>
                      </a:r>
                      <a:endParaRPr lang="zh-CN" altLang="en-US" dirty="0">
                        <a:solidFill>
                          <a:schemeClr val="tx1"/>
                        </a:solidFill>
                        <a:latin typeface="Arial Black" panose="020B0A04020102020204" pitchFamily="34" charset="0"/>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ctr"/>
                      <a:r>
                        <a:rPr lang="en-US" altLang="zh-CN" dirty="0">
                          <a:solidFill>
                            <a:schemeClr val="tx1"/>
                          </a:solidFill>
                          <a:latin typeface="Arial Black" panose="020B0A04020102020204" pitchFamily="34" charset="0"/>
                        </a:rPr>
                        <a:t>7</a:t>
                      </a:r>
                      <a:endParaRPr lang="zh-CN" altLang="en-US" dirty="0">
                        <a:solidFill>
                          <a:schemeClr val="tx1"/>
                        </a:solidFill>
                        <a:latin typeface="Arial Black" panose="020B0A04020102020204" pitchFamily="34" charset="0"/>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ctr"/>
                      <a:r>
                        <a:rPr lang="en-US" altLang="zh-CN" dirty="0">
                          <a:solidFill>
                            <a:schemeClr val="tx1"/>
                          </a:solidFill>
                          <a:latin typeface="Arial Black" panose="020B0A04020102020204" pitchFamily="34" charset="0"/>
                        </a:rPr>
                        <a:t>8</a:t>
                      </a:r>
                      <a:endParaRPr lang="zh-CN" altLang="en-US" dirty="0">
                        <a:solidFill>
                          <a:schemeClr val="tx1"/>
                        </a:solidFill>
                        <a:latin typeface="Arial Black" panose="020B0A04020102020204" pitchFamily="34" charset="0"/>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ctr"/>
                      <a:r>
                        <a:rPr lang="en-US" altLang="zh-CN" dirty="0">
                          <a:solidFill>
                            <a:schemeClr val="tx1"/>
                          </a:solidFill>
                          <a:latin typeface="Arial Black" panose="020B0A04020102020204" pitchFamily="34" charset="0"/>
                        </a:rPr>
                        <a:t>9</a:t>
                      </a:r>
                      <a:endParaRPr lang="zh-CN" altLang="en-US" dirty="0">
                        <a:solidFill>
                          <a:schemeClr val="tx1"/>
                        </a:solidFill>
                        <a:latin typeface="Arial Black" panose="020B0A04020102020204" pitchFamily="34" charset="0"/>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ctr"/>
                      <a:r>
                        <a:rPr lang="en-US" altLang="zh-CN" dirty="0">
                          <a:solidFill>
                            <a:schemeClr val="tx1"/>
                          </a:solidFill>
                          <a:latin typeface="Arial Black" panose="020B0A04020102020204" pitchFamily="34" charset="0"/>
                        </a:rPr>
                        <a:t>10</a:t>
                      </a:r>
                      <a:endParaRPr lang="zh-CN" altLang="en-US" dirty="0">
                        <a:solidFill>
                          <a:schemeClr val="tx1"/>
                        </a:solidFill>
                        <a:latin typeface="Arial Black" panose="020B0A04020102020204" pitchFamily="34" charset="0"/>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ctr"/>
                      <a:r>
                        <a:rPr lang="en-US" altLang="zh-CN" dirty="0">
                          <a:solidFill>
                            <a:schemeClr val="tx1"/>
                          </a:solidFill>
                          <a:latin typeface="Arial Black" panose="020B0A04020102020204" pitchFamily="34" charset="0"/>
                        </a:rPr>
                        <a:t>11</a:t>
                      </a:r>
                      <a:endParaRPr lang="zh-CN" altLang="en-US" dirty="0">
                        <a:solidFill>
                          <a:schemeClr val="tx1"/>
                        </a:solidFill>
                        <a:latin typeface="Arial Black" panose="020B0A04020102020204" pitchFamily="34" charset="0"/>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ctr"/>
                      <a:r>
                        <a:rPr lang="en-US" altLang="zh-CN" dirty="0">
                          <a:solidFill>
                            <a:schemeClr val="tx1"/>
                          </a:solidFill>
                          <a:latin typeface="Arial Black" panose="020B0A04020102020204" pitchFamily="34" charset="0"/>
                        </a:rPr>
                        <a:t>12</a:t>
                      </a:r>
                      <a:endParaRPr lang="zh-CN" altLang="en-US" dirty="0">
                        <a:solidFill>
                          <a:schemeClr val="tx1"/>
                        </a:solidFill>
                        <a:latin typeface="Arial Black" panose="020B0A04020102020204" pitchFamily="34" charset="0"/>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ctr"/>
                      <a:r>
                        <a:rPr lang="en-US" altLang="zh-CN" dirty="0">
                          <a:solidFill>
                            <a:schemeClr val="tx1"/>
                          </a:solidFill>
                          <a:latin typeface="Arial Black" panose="020B0A04020102020204" pitchFamily="34" charset="0"/>
                        </a:rPr>
                        <a:t>13</a:t>
                      </a:r>
                      <a:endParaRPr lang="zh-CN" altLang="en-US" dirty="0">
                        <a:solidFill>
                          <a:schemeClr val="tx1"/>
                        </a:solidFill>
                        <a:latin typeface="Arial Black" panose="020B0A04020102020204" pitchFamily="34" charset="0"/>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ctr"/>
                      <a:r>
                        <a:rPr lang="en-US" altLang="zh-CN" dirty="0">
                          <a:solidFill>
                            <a:schemeClr val="tx1"/>
                          </a:solidFill>
                          <a:latin typeface="Arial Black" panose="020B0A04020102020204" pitchFamily="34" charset="0"/>
                        </a:rPr>
                        <a:t>14</a:t>
                      </a:r>
                      <a:endParaRPr lang="zh-CN" altLang="en-US" dirty="0">
                        <a:solidFill>
                          <a:schemeClr val="tx1"/>
                        </a:solidFill>
                        <a:latin typeface="Arial Black" panose="020B0A04020102020204" pitchFamily="34" charset="0"/>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ctr"/>
                      <a:r>
                        <a:rPr lang="en-US" altLang="zh-CN" dirty="0">
                          <a:solidFill>
                            <a:schemeClr val="tx1"/>
                          </a:solidFill>
                          <a:latin typeface="Arial Black" panose="020B0A04020102020204" pitchFamily="34" charset="0"/>
                        </a:rPr>
                        <a:t>15</a:t>
                      </a:r>
                      <a:endParaRPr lang="zh-CN" altLang="en-US" dirty="0">
                        <a:solidFill>
                          <a:schemeClr val="tx1"/>
                        </a:solidFill>
                        <a:latin typeface="Arial Black" panose="020B0A04020102020204" pitchFamily="34" charset="0"/>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ctr"/>
                      <a:r>
                        <a:rPr lang="en-US" altLang="zh-CN" dirty="0">
                          <a:solidFill>
                            <a:schemeClr val="tx1"/>
                          </a:solidFill>
                          <a:latin typeface="Arial Black" panose="020B0A04020102020204" pitchFamily="34" charset="0"/>
                        </a:rPr>
                        <a:t>0</a:t>
                      </a:r>
                      <a:endParaRPr lang="zh-CN" altLang="en-US" dirty="0">
                        <a:solidFill>
                          <a:schemeClr val="tx1"/>
                        </a:solidFill>
                        <a:latin typeface="Arial Black" panose="020B0A04020102020204" pitchFamily="34" charset="0"/>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ctr"/>
                      <a:r>
                        <a:rPr lang="en-US" altLang="zh-CN" dirty="0">
                          <a:solidFill>
                            <a:schemeClr val="tx1"/>
                          </a:solidFill>
                          <a:latin typeface="Arial Black" panose="020B0A04020102020204" pitchFamily="34" charset="0"/>
                        </a:rPr>
                        <a:t>…</a:t>
                      </a:r>
                      <a:endParaRPr lang="zh-CN" altLang="en-US" dirty="0">
                        <a:solidFill>
                          <a:schemeClr val="tx1"/>
                        </a:solidFill>
                        <a:latin typeface="Arial Black" panose="020B0A04020102020204" pitchFamily="34" charset="0"/>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extLst>
                  <a:ext uri="{0D108BD9-81ED-4DB2-BD59-A6C34878D82A}">
                    <a16:rowId xmlns:a16="http://schemas.microsoft.com/office/drawing/2014/main" val="2967980494"/>
                  </a:ext>
                </a:extLst>
              </a:tr>
            </a:tbl>
          </a:graphicData>
        </a:graphic>
      </p:graphicFrame>
      <p:sp>
        <p:nvSpPr>
          <p:cNvPr id="70" name="矩形 69">
            <a:extLst>
              <a:ext uri="{FF2B5EF4-FFF2-40B4-BE49-F238E27FC236}">
                <a16:creationId xmlns:a16="http://schemas.microsoft.com/office/drawing/2014/main" id="{164E65B5-9BC0-4F9F-AB3E-90C84C89C30D}"/>
              </a:ext>
            </a:extLst>
          </p:cNvPr>
          <p:cNvSpPr/>
          <p:nvPr/>
        </p:nvSpPr>
        <p:spPr>
          <a:xfrm>
            <a:off x="1411246" y="3752317"/>
            <a:ext cx="4176620" cy="369332"/>
          </a:xfrm>
          <a:prstGeom prst="rect">
            <a:avLst/>
          </a:prstGeom>
          <a:solidFill>
            <a:schemeClr val="accent3">
              <a:alpha val="74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grpSp>
        <p:nvGrpSpPr>
          <p:cNvPr id="16" name="组合 15">
            <a:extLst>
              <a:ext uri="{FF2B5EF4-FFF2-40B4-BE49-F238E27FC236}">
                <a16:creationId xmlns:a16="http://schemas.microsoft.com/office/drawing/2014/main" id="{D5095C30-2503-4482-AD73-B55627363D0C}"/>
              </a:ext>
            </a:extLst>
          </p:cNvPr>
          <p:cNvGrpSpPr/>
          <p:nvPr/>
        </p:nvGrpSpPr>
        <p:grpSpPr>
          <a:xfrm>
            <a:off x="1317154" y="4039425"/>
            <a:ext cx="703823" cy="811196"/>
            <a:chOff x="1317154" y="4039425"/>
            <a:chExt cx="703823" cy="811196"/>
          </a:xfrm>
        </p:grpSpPr>
        <p:sp>
          <p:nvSpPr>
            <p:cNvPr id="20" name="文本框 19">
              <a:extLst>
                <a:ext uri="{FF2B5EF4-FFF2-40B4-BE49-F238E27FC236}">
                  <a16:creationId xmlns:a16="http://schemas.microsoft.com/office/drawing/2014/main" id="{924DB27E-54C6-40DB-919F-7BBC6DEE3D42}"/>
                </a:ext>
              </a:extLst>
            </p:cNvPr>
            <p:cNvSpPr txBox="1"/>
            <p:nvPr/>
          </p:nvSpPr>
          <p:spPr>
            <a:xfrm>
              <a:off x="1317154" y="4481289"/>
              <a:ext cx="703823" cy="369332"/>
            </a:xfrm>
            <a:prstGeom prst="rect">
              <a:avLst/>
            </a:prstGeom>
            <a:noFill/>
          </p:spPr>
          <p:txBody>
            <a:bodyPr wrap="square" rtlCol="0">
              <a:spAutoFit/>
            </a:bodyPr>
            <a:lstStyle/>
            <a:p>
              <a:pPr algn="ctr"/>
              <a:r>
                <a:rPr lang="en-US" altLang="zh-CN" b="1" dirty="0">
                  <a:solidFill>
                    <a:schemeClr val="accent4"/>
                  </a:solidFill>
                  <a:latin typeface="Arial Narrow" panose="020B0606020202030204" pitchFamily="34" charset="0"/>
                </a:rPr>
                <a:t>ACK0</a:t>
              </a:r>
              <a:endParaRPr lang="zh-CN" altLang="en-US" b="1" dirty="0">
                <a:solidFill>
                  <a:schemeClr val="accent4"/>
                </a:solidFill>
                <a:latin typeface="Arial Narrow" panose="020B0606020202030204" pitchFamily="34" charset="0"/>
              </a:endParaRPr>
            </a:p>
          </p:txBody>
        </p:sp>
        <p:cxnSp>
          <p:nvCxnSpPr>
            <p:cNvPr id="13" name="直接箭头连接符 12">
              <a:extLst>
                <a:ext uri="{FF2B5EF4-FFF2-40B4-BE49-F238E27FC236}">
                  <a16:creationId xmlns:a16="http://schemas.microsoft.com/office/drawing/2014/main" id="{03270037-5BD3-4D07-8078-6E0BCEB674AB}"/>
                </a:ext>
              </a:extLst>
            </p:cNvPr>
            <p:cNvCxnSpPr/>
            <p:nvPr/>
          </p:nvCxnSpPr>
          <p:spPr>
            <a:xfrm flipV="1">
              <a:off x="1669066" y="4039425"/>
              <a:ext cx="0" cy="490292"/>
            </a:xfrm>
            <a:prstGeom prst="straightConnector1">
              <a:avLst/>
            </a:prstGeom>
            <a:ln w="25400">
              <a:solidFill>
                <a:schemeClr val="tx1"/>
              </a:solidFill>
              <a:tailEnd type="triangle" w="med" len="lg"/>
            </a:ln>
          </p:spPr>
          <p:style>
            <a:lnRef idx="1">
              <a:schemeClr val="accent1"/>
            </a:lnRef>
            <a:fillRef idx="0">
              <a:schemeClr val="accent1"/>
            </a:fillRef>
            <a:effectRef idx="0">
              <a:schemeClr val="accent1"/>
            </a:effectRef>
            <a:fontRef idx="minor">
              <a:schemeClr val="tx1"/>
            </a:fontRef>
          </p:style>
        </p:cxnSp>
      </p:grpSp>
      <p:grpSp>
        <p:nvGrpSpPr>
          <p:cNvPr id="26" name="组合 25">
            <a:extLst>
              <a:ext uri="{FF2B5EF4-FFF2-40B4-BE49-F238E27FC236}">
                <a16:creationId xmlns:a16="http://schemas.microsoft.com/office/drawing/2014/main" id="{4C12DC06-F731-453B-933F-0299A50D30E4}"/>
              </a:ext>
            </a:extLst>
          </p:cNvPr>
          <p:cNvGrpSpPr/>
          <p:nvPr/>
        </p:nvGrpSpPr>
        <p:grpSpPr>
          <a:xfrm>
            <a:off x="2326053" y="4039425"/>
            <a:ext cx="703823" cy="811196"/>
            <a:chOff x="1317154" y="4039425"/>
            <a:chExt cx="703823" cy="811196"/>
          </a:xfrm>
        </p:grpSpPr>
        <p:sp>
          <p:nvSpPr>
            <p:cNvPr id="27" name="文本框 26">
              <a:extLst>
                <a:ext uri="{FF2B5EF4-FFF2-40B4-BE49-F238E27FC236}">
                  <a16:creationId xmlns:a16="http://schemas.microsoft.com/office/drawing/2014/main" id="{9158FC8F-682C-4496-BAB7-663DB9B38CBF}"/>
                </a:ext>
              </a:extLst>
            </p:cNvPr>
            <p:cNvSpPr txBox="1"/>
            <p:nvPr/>
          </p:nvSpPr>
          <p:spPr>
            <a:xfrm>
              <a:off x="1317154" y="4481289"/>
              <a:ext cx="703823" cy="369332"/>
            </a:xfrm>
            <a:prstGeom prst="rect">
              <a:avLst/>
            </a:prstGeom>
            <a:noFill/>
          </p:spPr>
          <p:txBody>
            <a:bodyPr wrap="square" rtlCol="0">
              <a:spAutoFit/>
            </a:bodyPr>
            <a:lstStyle/>
            <a:p>
              <a:pPr algn="ctr"/>
              <a:r>
                <a:rPr lang="en-US" altLang="zh-CN" b="1" dirty="0">
                  <a:solidFill>
                    <a:schemeClr val="accent4"/>
                  </a:solidFill>
                  <a:latin typeface="Arial Narrow" panose="020B0606020202030204" pitchFamily="34" charset="0"/>
                </a:rPr>
                <a:t>ACK2</a:t>
              </a:r>
              <a:endParaRPr lang="zh-CN" altLang="en-US" b="1" dirty="0">
                <a:solidFill>
                  <a:schemeClr val="accent4"/>
                </a:solidFill>
                <a:latin typeface="Arial Narrow" panose="020B0606020202030204" pitchFamily="34" charset="0"/>
              </a:endParaRPr>
            </a:p>
          </p:txBody>
        </p:sp>
        <p:cxnSp>
          <p:nvCxnSpPr>
            <p:cNvPr id="31" name="直接箭头连接符 30">
              <a:extLst>
                <a:ext uri="{FF2B5EF4-FFF2-40B4-BE49-F238E27FC236}">
                  <a16:creationId xmlns:a16="http://schemas.microsoft.com/office/drawing/2014/main" id="{76DA05B8-F707-42D8-99E6-6B863306B23E}"/>
                </a:ext>
              </a:extLst>
            </p:cNvPr>
            <p:cNvCxnSpPr/>
            <p:nvPr/>
          </p:nvCxnSpPr>
          <p:spPr>
            <a:xfrm flipV="1">
              <a:off x="1669066" y="4039425"/>
              <a:ext cx="0" cy="490292"/>
            </a:xfrm>
            <a:prstGeom prst="straightConnector1">
              <a:avLst/>
            </a:prstGeom>
            <a:ln w="25400">
              <a:solidFill>
                <a:schemeClr val="tx1"/>
              </a:solidFill>
              <a:tailEnd type="triangle" w="med" len="lg"/>
            </a:ln>
          </p:spPr>
          <p:style>
            <a:lnRef idx="1">
              <a:schemeClr val="accent1"/>
            </a:lnRef>
            <a:fillRef idx="0">
              <a:schemeClr val="accent1"/>
            </a:fillRef>
            <a:effectRef idx="0">
              <a:schemeClr val="accent1"/>
            </a:effectRef>
            <a:fontRef idx="minor">
              <a:schemeClr val="tx1"/>
            </a:fontRef>
          </p:style>
        </p:cxnSp>
      </p:grpSp>
      <p:grpSp>
        <p:nvGrpSpPr>
          <p:cNvPr id="35" name="组合 34">
            <a:extLst>
              <a:ext uri="{FF2B5EF4-FFF2-40B4-BE49-F238E27FC236}">
                <a16:creationId xmlns:a16="http://schemas.microsoft.com/office/drawing/2014/main" id="{41CB2D5E-377B-4608-B85A-840655E109E2}"/>
              </a:ext>
            </a:extLst>
          </p:cNvPr>
          <p:cNvGrpSpPr/>
          <p:nvPr/>
        </p:nvGrpSpPr>
        <p:grpSpPr>
          <a:xfrm>
            <a:off x="2899089" y="4039425"/>
            <a:ext cx="703823" cy="811196"/>
            <a:chOff x="1317154" y="4039425"/>
            <a:chExt cx="703823" cy="811196"/>
          </a:xfrm>
        </p:grpSpPr>
        <p:sp>
          <p:nvSpPr>
            <p:cNvPr id="36" name="文本框 35">
              <a:extLst>
                <a:ext uri="{FF2B5EF4-FFF2-40B4-BE49-F238E27FC236}">
                  <a16:creationId xmlns:a16="http://schemas.microsoft.com/office/drawing/2014/main" id="{B5E96A39-46D4-4EE9-83FB-553C739E5FA5}"/>
                </a:ext>
              </a:extLst>
            </p:cNvPr>
            <p:cNvSpPr txBox="1"/>
            <p:nvPr/>
          </p:nvSpPr>
          <p:spPr>
            <a:xfrm>
              <a:off x="1317154" y="4481289"/>
              <a:ext cx="703823" cy="369332"/>
            </a:xfrm>
            <a:prstGeom prst="rect">
              <a:avLst/>
            </a:prstGeom>
            <a:noFill/>
          </p:spPr>
          <p:txBody>
            <a:bodyPr wrap="square" rtlCol="0">
              <a:spAutoFit/>
            </a:bodyPr>
            <a:lstStyle/>
            <a:p>
              <a:pPr algn="ctr"/>
              <a:r>
                <a:rPr lang="en-US" altLang="zh-CN" b="1" dirty="0">
                  <a:solidFill>
                    <a:schemeClr val="accent4"/>
                  </a:solidFill>
                  <a:latin typeface="Arial Narrow" panose="020B0606020202030204" pitchFamily="34" charset="0"/>
                </a:rPr>
                <a:t>ACK3</a:t>
              </a:r>
              <a:endParaRPr lang="zh-CN" altLang="en-US" b="1" dirty="0">
                <a:solidFill>
                  <a:schemeClr val="accent4"/>
                </a:solidFill>
                <a:latin typeface="Arial Narrow" panose="020B0606020202030204" pitchFamily="34" charset="0"/>
              </a:endParaRPr>
            </a:p>
          </p:txBody>
        </p:sp>
        <p:cxnSp>
          <p:nvCxnSpPr>
            <p:cNvPr id="37" name="直接箭头连接符 36">
              <a:extLst>
                <a:ext uri="{FF2B5EF4-FFF2-40B4-BE49-F238E27FC236}">
                  <a16:creationId xmlns:a16="http://schemas.microsoft.com/office/drawing/2014/main" id="{3B8B5E8A-16A7-4360-8588-4B84ED48B93D}"/>
                </a:ext>
              </a:extLst>
            </p:cNvPr>
            <p:cNvCxnSpPr/>
            <p:nvPr/>
          </p:nvCxnSpPr>
          <p:spPr>
            <a:xfrm flipV="1">
              <a:off x="1669066" y="4039425"/>
              <a:ext cx="0" cy="490292"/>
            </a:xfrm>
            <a:prstGeom prst="straightConnector1">
              <a:avLst/>
            </a:prstGeom>
            <a:ln w="25400">
              <a:solidFill>
                <a:schemeClr val="tx1"/>
              </a:solidFill>
              <a:tailEnd type="triangle" w="med" len="lg"/>
            </a:ln>
          </p:spPr>
          <p:style>
            <a:lnRef idx="1">
              <a:schemeClr val="accent1"/>
            </a:lnRef>
            <a:fillRef idx="0">
              <a:schemeClr val="accent1"/>
            </a:fillRef>
            <a:effectRef idx="0">
              <a:schemeClr val="accent1"/>
            </a:effectRef>
            <a:fontRef idx="minor">
              <a:schemeClr val="tx1"/>
            </a:fontRef>
          </p:style>
        </p:cxnSp>
      </p:grpSp>
      <p:grpSp>
        <p:nvGrpSpPr>
          <p:cNvPr id="5" name="组合 4">
            <a:extLst>
              <a:ext uri="{FF2B5EF4-FFF2-40B4-BE49-F238E27FC236}">
                <a16:creationId xmlns:a16="http://schemas.microsoft.com/office/drawing/2014/main" id="{DB51F319-BFB6-4BE7-9129-C2540AD298E9}"/>
              </a:ext>
            </a:extLst>
          </p:cNvPr>
          <p:cNvGrpSpPr/>
          <p:nvPr/>
        </p:nvGrpSpPr>
        <p:grpSpPr>
          <a:xfrm>
            <a:off x="3379010" y="4039425"/>
            <a:ext cx="743578" cy="1230445"/>
            <a:chOff x="4523039" y="4744412"/>
            <a:chExt cx="743578" cy="1230445"/>
          </a:xfrm>
        </p:grpSpPr>
        <p:sp>
          <p:nvSpPr>
            <p:cNvPr id="42" name="chronometer_117482">
              <a:extLst>
                <a:ext uri="{FF2B5EF4-FFF2-40B4-BE49-F238E27FC236}">
                  <a16:creationId xmlns:a16="http://schemas.microsoft.com/office/drawing/2014/main" id="{F2A742E2-1EFF-4601-BBDF-27F170D83EF9}"/>
                </a:ext>
              </a:extLst>
            </p:cNvPr>
            <p:cNvSpPr/>
            <p:nvPr/>
          </p:nvSpPr>
          <p:spPr>
            <a:xfrm>
              <a:off x="4742522" y="5286963"/>
              <a:ext cx="304613" cy="369332"/>
            </a:xfrm>
            <a:custGeom>
              <a:avLst/>
              <a:gdLst>
                <a:gd name="T0" fmla="*/ 0 w 3733"/>
                <a:gd name="T1" fmla="*/ 2667 h 4533"/>
                <a:gd name="T2" fmla="*/ 1867 w 3733"/>
                <a:gd name="T3" fmla="*/ 4533 h 4533"/>
                <a:gd name="T4" fmla="*/ 3733 w 3733"/>
                <a:gd name="T5" fmla="*/ 2667 h 4533"/>
                <a:gd name="T6" fmla="*/ 3161 w 3733"/>
                <a:gd name="T7" fmla="*/ 1323 h 4533"/>
                <a:gd name="T8" fmla="*/ 3408 w 3733"/>
                <a:gd name="T9" fmla="*/ 1075 h 4533"/>
                <a:gd name="T10" fmla="*/ 3408 w 3733"/>
                <a:gd name="T11" fmla="*/ 792 h 4533"/>
                <a:gd name="T12" fmla="*/ 3125 w 3733"/>
                <a:gd name="T13" fmla="*/ 792 h 4533"/>
                <a:gd name="T14" fmla="*/ 2842 w 3733"/>
                <a:gd name="T15" fmla="*/ 1076 h 4533"/>
                <a:gd name="T16" fmla="*/ 2067 w 3733"/>
                <a:gd name="T17" fmla="*/ 811 h 4533"/>
                <a:gd name="T18" fmla="*/ 2067 w 3733"/>
                <a:gd name="T19" fmla="*/ 400 h 4533"/>
                <a:gd name="T20" fmla="*/ 2667 w 3733"/>
                <a:gd name="T21" fmla="*/ 400 h 4533"/>
                <a:gd name="T22" fmla="*/ 2867 w 3733"/>
                <a:gd name="T23" fmla="*/ 200 h 4533"/>
                <a:gd name="T24" fmla="*/ 2667 w 3733"/>
                <a:gd name="T25" fmla="*/ 0 h 4533"/>
                <a:gd name="T26" fmla="*/ 1067 w 3733"/>
                <a:gd name="T27" fmla="*/ 0 h 4533"/>
                <a:gd name="T28" fmla="*/ 867 w 3733"/>
                <a:gd name="T29" fmla="*/ 200 h 4533"/>
                <a:gd name="T30" fmla="*/ 1067 w 3733"/>
                <a:gd name="T31" fmla="*/ 400 h 4533"/>
                <a:gd name="T32" fmla="*/ 1667 w 3733"/>
                <a:gd name="T33" fmla="*/ 400 h 4533"/>
                <a:gd name="T34" fmla="*/ 1667 w 3733"/>
                <a:gd name="T35" fmla="*/ 811 h 4533"/>
                <a:gd name="T36" fmla="*/ 891 w 3733"/>
                <a:gd name="T37" fmla="*/ 1076 h 4533"/>
                <a:gd name="T38" fmla="*/ 608 w 3733"/>
                <a:gd name="T39" fmla="*/ 792 h 4533"/>
                <a:gd name="T40" fmla="*/ 325 w 3733"/>
                <a:gd name="T41" fmla="*/ 792 h 4533"/>
                <a:gd name="T42" fmla="*/ 325 w 3733"/>
                <a:gd name="T43" fmla="*/ 1075 h 4533"/>
                <a:gd name="T44" fmla="*/ 573 w 3733"/>
                <a:gd name="T45" fmla="*/ 1323 h 4533"/>
                <a:gd name="T46" fmla="*/ 0 w 3733"/>
                <a:gd name="T47" fmla="*/ 2667 h 4533"/>
                <a:gd name="T48" fmla="*/ 1667 w 3733"/>
                <a:gd name="T49" fmla="*/ 1801 h 4533"/>
                <a:gd name="T50" fmla="*/ 1867 w 3733"/>
                <a:gd name="T51" fmla="*/ 1601 h 4533"/>
                <a:gd name="T52" fmla="*/ 2067 w 3733"/>
                <a:gd name="T53" fmla="*/ 1801 h 4533"/>
                <a:gd name="T54" fmla="*/ 2067 w 3733"/>
                <a:gd name="T55" fmla="*/ 2468 h 4533"/>
                <a:gd name="T56" fmla="*/ 2733 w 3733"/>
                <a:gd name="T57" fmla="*/ 2468 h 4533"/>
                <a:gd name="T58" fmla="*/ 2933 w 3733"/>
                <a:gd name="T59" fmla="*/ 2668 h 4533"/>
                <a:gd name="T60" fmla="*/ 2733 w 3733"/>
                <a:gd name="T61" fmla="*/ 2868 h 4533"/>
                <a:gd name="T62" fmla="*/ 1867 w 3733"/>
                <a:gd name="T63" fmla="*/ 2868 h 4533"/>
                <a:gd name="T64" fmla="*/ 1667 w 3733"/>
                <a:gd name="T65" fmla="*/ 2668 h 4533"/>
                <a:gd name="T66" fmla="*/ 1667 w 3733"/>
                <a:gd name="T67" fmla="*/ 1801 h 45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3733" h="4533">
                  <a:moveTo>
                    <a:pt x="0" y="2667"/>
                  </a:moveTo>
                  <a:cubicBezTo>
                    <a:pt x="0" y="3696"/>
                    <a:pt x="837" y="4533"/>
                    <a:pt x="1867" y="4533"/>
                  </a:cubicBezTo>
                  <a:cubicBezTo>
                    <a:pt x="2896" y="4533"/>
                    <a:pt x="3733" y="3696"/>
                    <a:pt x="3733" y="2667"/>
                  </a:cubicBezTo>
                  <a:cubicBezTo>
                    <a:pt x="3733" y="2139"/>
                    <a:pt x="3513" y="1662"/>
                    <a:pt x="3161" y="1323"/>
                  </a:cubicBezTo>
                  <a:lnTo>
                    <a:pt x="3408" y="1075"/>
                  </a:lnTo>
                  <a:cubicBezTo>
                    <a:pt x="3486" y="997"/>
                    <a:pt x="3486" y="870"/>
                    <a:pt x="3408" y="792"/>
                  </a:cubicBezTo>
                  <a:cubicBezTo>
                    <a:pt x="3330" y="714"/>
                    <a:pt x="3203" y="714"/>
                    <a:pt x="3125" y="792"/>
                  </a:cubicBezTo>
                  <a:lnTo>
                    <a:pt x="2842" y="1076"/>
                  </a:lnTo>
                  <a:cubicBezTo>
                    <a:pt x="2612" y="934"/>
                    <a:pt x="2348" y="841"/>
                    <a:pt x="2067" y="811"/>
                  </a:cubicBezTo>
                  <a:lnTo>
                    <a:pt x="2067" y="400"/>
                  </a:lnTo>
                  <a:lnTo>
                    <a:pt x="2667" y="400"/>
                  </a:lnTo>
                  <a:cubicBezTo>
                    <a:pt x="2777" y="400"/>
                    <a:pt x="2867" y="310"/>
                    <a:pt x="2867" y="200"/>
                  </a:cubicBezTo>
                  <a:cubicBezTo>
                    <a:pt x="2867" y="90"/>
                    <a:pt x="2777" y="0"/>
                    <a:pt x="2667" y="0"/>
                  </a:cubicBezTo>
                  <a:lnTo>
                    <a:pt x="1067" y="0"/>
                  </a:lnTo>
                  <a:cubicBezTo>
                    <a:pt x="956" y="0"/>
                    <a:pt x="867" y="90"/>
                    <a:pt x="867" y="200"/>
                  </a:cubicBezTo>
                  <a:cubicBezTo>
                    <a:pt x="867" y="310"/>
                    <a:pt x="956" y="400"/>
                    <a:pt x="1067" y="400"/>
                  </a:cubicBezTo>
                  <a:lnTo>
                    <a:pt x="1667" y="400"/>
                  </a:lnTo>
                  <a:lnTo>
                    <a:pt x="1667" y="811"/>
                  </a:lnTo>
                  <a:cubicBezTo>
                    <a:pt x="1385" y="841"/>
                    <a:pt x="1122" y="934"/>
                    <a:pt x="891" y="1076"/>
                  </a:cubicBezTo>
                  <a:lnTo>
                    <a:pt x="608" y="792"/>
                  </a:lnTo>
                  <a:cubicBezTo>
                    <a:pt x="530" y="714"/>
                    <a:pt x="403" y="714"/>
                    <a:pt x="325" y="792"/>
                  </a:cubicBezTo>
                  <a:cubicBezTo>
                    <a:pt x="247" y="870"/>
                    <a:pt x="247" y="997"/>
                    <a:pt x="325" y="1075"/>
                  </a:cubicBezTo>
                  <a:lnTo>
                    <a:pt x="573" y="1323"/>
                  </a:lnTo>
                  <a:cubicBezTo>
                    <a:pt x="220" y="1662"/>
                    <a:pt x="0" y="2139"/>
                    <a:pt x="0" y="2667"/>
                  </a:cubicBezTo>
                  <a:close/>
                  <a:moveTo>
                    <a:pt x="1667" y="1801"/>
                  </a:moveTo>
                  <a:cubicBezTo>
                    <a:pt x="1667" y="1691"/>
                    <a:pt x="1756" y="1601"/>
                    <a:pt x="1867" y="1601"/>
                  </a:cubicBezTo>
                  <a:cubicBezTo>
                    <a:pt x="1977" y="1601"/>
                    <a:pt x="2067" y="1691"/>
                    <a:pt x="2067" y="1801"/>
                  </a:cubicBezTo>
                  <a:lnTo>
                    <a:pt x="2067" y="2468"/>
                  </a:lnTo>
                  <a:lnTo>
                    <a:pt x="2733" y="2468"/>
                  </a:lnTo>
                  <a:cubicBezTo>
                    <a:pt x="2844" y="2468"/>
                    <a:pt x="2933" y="2557"/>
                    <a:pt x="2933" y="2668"/>
                  </a:cubicBezTo>
                  <a:cubicBezTo>
                    <a:pt x="2933" y="2778"/>
                    <a:pt x="2844" y="2868"/>
                    <a:pt x="2733" y="2868"/>
                  </a:cubicBezTo>
                  <a:lnTo>
                    <a:pt x="1867" y="2868"/>
                  </a:lnTo>
                  <a:cubicBezTo>
                    <a:pt x="1756" y="2868"/>
                    <a:pt x="1667" y="2778"/>
                    <a:pt x="1667" y="2668"/>
                  </a:cubicBezTo>
                  <a:lnTo>
                    <a:pt x="1667" y="1801"/>
                  </a:lnTo>
                  <a:close/>
                </a:path>
              </a:pathLst>
            </a:custGeom>
            <a:solidFill>
              <a:schemeClr val="accent1"/>
            </a:solidFill>
            <a:ln>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zh-CN"/>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a:p>
          </p:txBody>
        </p:sp>
        <p:sp>
          <p:nvSpPr>
            <p:cNvPr id="43" name="íşlïḍè">
              <a:extLst>
                <a:ext uri="{FF2B5EF4-FFF2-40B4-BE49-F238E27FC236}">
                  <a16:creationId xmlns:a16="http://schemas.microsoft.com/office/drawing/2014/main" id="{DD2566CD-7A3D-41FE-B9C4-24D425B17E7C}"/>
                </a:ext>
              </a:extLst>
            </p:cNvPr>
            <p:cNvSpPr txBox="1"/>
            <p:nvPr/>
          </p:nvSpPr>
          <p:spPr>
            <a:xfrm>
              <a:off x="4523039" y="5656295"/>
              <a:ext cx="743578" cy="318562"/>
            </a:xfrm>
            <a:prstGeom prst="rect">
              <a:avLst/>
            </a:prstGeom>
            <a:noFill/>
          </p:spPr>
          <p:txBody>
            <a:bodyPr wrap="square" lIns="91440" tIns="45720" rIns="91440" bIns="45720" anchor="ctr">
              <a:noAutofit/>
            </a:bodyPr>
            <a:lstStyle/>
            <a:p>
              <a:pPr algn="ctr"/>
              <a:r>
                <a:rPr lang="zh-CN" altLang="en-US" b="1" dirty="0">
                  <a:solidFill>
                    <a:schemeClr val="accent1">
                      <a:lumMod val="75000"/>
                    </a:schemeClr>
                  </a:solidFill>
                </a:rPr>
                <a:t>超时</a:t>
              </a:r>
              <a:endParaRPr lang="en-US" altLang="zh-CN" b="1" dirty="0">
                <a:solidFill>
                  <a:schemeClr val="accent1">
                    <a:lumMod val="75000"/>
                  </a:schemeClr>
                </a:solidFill>
              </a:endParaRPr>
            </a:p>
          </p:txBody>
        </p:sp>
        <p:cxnSp>
          <p:nvCxnSpPr>
            <p:cNvPr id="45" name="直接箭头连接符 44">
              <a:extLst>
                <a:ext uri="{FF2B5EF4-FFF2-40B4-BE49-F238E27FC236}">
                  <a16:creationId xmlns:a16="http://schemas.microsoft.com/office/drawing/2014/main" id="{4D2EE9D3-6F19-4DDF-97C4-667C2830CD62}"/>
                </a:ext>
              </a:extLst>
            </p:cNvPr>
            <p:cNvCxnSpPr/>
            <p:nvPr/>
          </p:nvCxnSpPr>
          <p:spPr>
            <a:xfrm flipV="1">
              <a:off x="4896702" y="4744412"/>
              <a:ext cx="0" cy="490292"/>
            </a:xfrm>
            <a:prstGeom prst="straightConnector1">
              <a:avLst/>
            </a:prstGeom>
            <a:ln w="25400">
              <a:solidFill>
                <a:schemeClr val="tx1"/>
              </a:solidFill>
              <a:tailEnd type="triangle" w="med" len="lg"/>
            </a:ln>
          </p:spPr>
          <p:style>
            <a:lnRef idx="1">
              <a:schemeClr val="accent1"/>
            </a:lnRef>
            <a:fillRef idx="0">
              <a:schemeClr val="accent1"/>
            </a:fillRef>
            <a:effectRef idx="0">
              <a:schemeClr val="accent1"/>
            </a:effectRef>
            <a:fontRef idx="minor">
              <a:schemeClr val="tx1"/>
            </a:fontRef>
          </p:style>
        </p:cxnSp>
      </p:grpSp>
      <p:sp>
        <p:nvSpPr>
          <p:cNvPr id="47" name="矩形 46">
            <a:extLst>
              <a:ext uri="{FF2B5EF4-FFF2-40B4-BE49-F238E27FC236}">
                <a16:creationId xmlns:a16="http://schemas.microsoft.com/office/drawing/2014/main" id="{98B4D088-45BC-4639-8278-6CD6B9A34A32}"/>
              </a:ext>
            </a:extLst>
          </p:cNvPr>
          <p:cNvSpPr/>
          <p:nvPr/>
        </p:nvSpPr>
        <p:spPr>
          <a:xfrm>
            <a:off x="3499558" y="3742625"/>
            <a:ext cx="2088308" cy="379024"/>
          </a:xfrm>
          <a:prstGeom prst="rect">
            <a:avLst/>
          </a:prstGeom>
          <a:solidFill>
            <a:schemeClr val="accent1">
              <a:lumMod val="75000"/>
              <a:alpha val="34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34" name="平行四边形 33">
            <a:extLst>
              <a:ext uri="{FF2B5EF4-FFF2-40B4-BE49-F238E27FC236}">
                <a16:creationId xmlns:a16="http://schemas.microsoft.com/office/drawing/2014/main" id="{3C651F10-1626-E358-2D10-760E6A330636}"/>
              </a:ext>
            </a:extLst>
          </p:cNvPr>
          <p:cNvSpPr/>
          <p:nvPr/>
        </p:nvSpPr>
        <p:spPr>
          <a:xfrm>
            <a:off x="304799" y="749300"/>
            <a:ext cx="695119" cy="387090"/>
          </a:xfrm>
          <a:prstGeom prst="parallelogram">
            <a:avLst/>
          </a:prstGeom>
          <a:solidFill>
            <a:schemeClr val="accent3">
              <a:lumMod val="75000"/>
            </a:schemeClr>
          </a:solidFill>
          <a:ln>
            <a:solidFill>
              <a:schemeClr val="accent3">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CN" sz="2200" dirty="0">
                <a:latin typeface="Impact" panose="020B0806030902050204" pitchFamily="34" charset="0"/>
              </a:rPr>
              <a:t>04</a:t>
            </a:r>
            <a:endParaRPr lang="zh-CN" altLang="en-US" sz="2200" dirty="0">
              <a:latin typeface="Impact" panose="020B0806030902050204" pitchFamily="34" charset="0"/>
            </a:endParaRPr>
          </a:p>
        </p:txBody>
      </p:sp>
    </p:spTree>
    <p:custDataLst>
      <p:tags r:id="rId1"/>
    </p:custDataLst>
    <p:extLst>
      <p:ext uri="{BB962C8B-B14F-4D97-AF65-F5344CB8AC3E}">
        <p14:creationId xmlns:p14="http://schemas.microsoft.com/office/powerpoint/2010/main" val="1223916854"/>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2" presetClass="entr" presetSubtype="4" fill="hold" nodeType="withEffect">
                                  <p:stCondLst>
                                    <p:cond delay="0"/>
                                  </p:stCondLst>
                                  <p:childTnLst>
                                    <p:set>
                                      <p:cBhvr>
                                        <p:cTn id="6" dur="1" fill="hold">
                                          <p:stCondLst>
                                            <p:cond delay="0"/>
                                          </p:stCondLst>
                                        </p:cTn>
                                        <p:tgtEl>
                                          <p:spTgt spid="5"/>
                                        </p:tgtEl>
                                        <p:attrNameLst>
                                          <p:attrName>style.visibility</p:attrName>
                                        </p:attrNameLst>
                                      </p:cBhvr>
                                      <p:to>
                                        <p:strVal val="visible"/>
                                      </p:to>
                                    </p:set>
                                    <p:anim calcmode="lin" valueType="num">
                                      <p:cBhvr additive="base">
                                        <p:cTn id="7" dur="500"/>
                                        <p:tgtEl>
                                          <p:spTgt spid="5"/>
                                        </p:tgtEl>
                                        <p:attrNameLst>
                                          <p:attrName>ppt_y</p:attrName>
                                        </p:attrNameLst>
                                      </p:cBhvr>
                                      <p:tavLst>
                                        <p:tav tm="0">
                                          <p:val>
                                            <p:strVal val="#ppt_y+#ppt_h*1.125000"/>
                                          </p:val>
                                        </p:tav>
                                        <p:tav tm="100000">
                                          <p:val>
                                            <p:strVal val="#ppt_y"/>
                                          </p:val>
                                        </p:tav>
                                      </p:tavLst>
                                    </p:anim>
                                    <p:animEffect transition="in" filter="wipe(up)">
                                      <p:cBhvr>
                                        <p:cTn id="8" dur="500"/>
                                        <p:tgtEl>
                                          <p:spTgt spid="5"/>
                                        </p:tgtEl>
                                      </p:cBhvr>
                                    </p:animEffect>
                                  </p:childTnLst>
                                </p:cTn>
                              </p:par>
                            </p:childTnLst>
                          </p:cTn>
                        </p:par>
                      </p:childTnLst>
                    </p:cTn>
                  </p:par>
                  <p:par>
                    <p:cTn id="9" fill="hold">
                      <p:stCondLst>
                        <p:cond delay="indefinite"/>
                      </p:stCondLst>
                      <p:childTnLst>
                        <p:par>
                          <p:cTn id="10" fill="hold">
                            <p:stCondLst>
                              <p:cond delay="0"/>
                            </p:stCondLst>
                            <p:childTnLst>
                              <p:par>
                                <p:cTn id="11" presetID="22" presetClass="entr" presetSubtype="8" fill="hold" grpId="0" nodeType="clickEffect">
                                  <p:stCondLst>
                                    <p:cond delay="0"/>
                                  </p:stCondLst>
                                  <p:childTnLst>
                                    <p:set>
                                      <p:cBhvr>
                                        <p:cTn id="12" dur="1" fill="hold">
                                          <p:stCondLst>
                                            <p:cond delay="0"/>
                                          </p:stCondLst>
                                        </p:cTn>
                                        <p:tgtEl>
                                          <p:spTgt spid="47"/>
                                        </p:tgtEl>
                                        <p:attrNameLst>
                                          <p:attrName>style.visibility</p:attrName>
                                        </p:attrNameLst>
                                      </p:cBhvr>
                                      <p:to>
                                        <p:strVal val="visible"/>
                                      </p:to>
                                    </p:set>
                                    <p:animEffect transition="in" filter="wipe(left)">
                                      <p:cBhvr>
                                        <p:cTn id="13" dur="1000"/>
                                        <p:tgtEl>
                                          <p:spTgt spid="47"/>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7" grpId="0" animBg="1"/>
    </p:bldLst>
  </p:timing>
</p:sld>
</file>

<file path=ppt/slides/slide18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4" name="组合 3">
            <a:extLst>
              <a:ext uri="{FF2B5EF4-FFF2-40B4-BE49-F238E27FC236}">
                <a16:creationId xmlns:a16="http://schemas.microsoft.com/office/drawing/2014/main" id="{9A1EA9F2-FCB6-48C3-935F-7AE7E3AD14AC}"/>
              </a:ext>
            </a:extLst>
          </p:cNvPr>
          <p:cNvGrpSpPr/>
          <p:nvPr/>
        </p:nvGrpSpPr>
        <p:grpSpPr>
          <a:xfrm>
            <a:off x="304800" y="749300"/>
            <a:ext cx="6192344" cy="400110"/>
            <a:chOff x="424117" y="898245"/>
            <a:chExt cx="6192344" cy="400110"/>
          </a:xfrm>
        </p:grpSpPr>
        <p:sp>
          <p:nvSpPr>
            <p:cNvPr id="2" name="平行四边形 1">
              <a:extLst>
                <a:ext uri="{FF2B5EF4-FFF2-40B4-BE49-F238E27FC236}">
                  <a16:creationId xmlns:a16="http://schemas.microsoft.com/office/drawing/2014/main" id="{1F5BAA3F-9845-4F89-A2DD-8222D3E4EDAC}"/>
                </a:ext>
              </a:extLst>
            </p:cNvPr>
            <p:cNvSpPr/>
            <p:nvPr/>
          </p:nvSpPr>
          <p:spPr>
            <a:xfrm>
              <a:off x="424117" y="898245"/>
              <a:ext cx="628306" cy="387090"/>
            </a:xfrm>
            <a:prstGeom prst="parallelogram">
              <a:avLst/>
            </a:prstGeom>
            <a:solidFill>
              <a:schemeClr val="accent3">
                <a:lumMod val="75000"/>
              </a:schemeClr>
            </a:solidFill>
            <a:ln>
              <a:solidFill>
                <a:schemeClr val="accent3">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CN" sz="2200" dirty="0">
                  <a:latin typeface="Impact" panose="020B0806030902050204" pitchFamily="34" charset="0"/>
                </a:rPr>
                <a:t>01</a:t>
              </a:r>
              <a:endParaRPr lang="zh-CN" altLang="en-US" sz="2200" dirty="0">
                <a:latin typeface="Impact" panose="020B0806030902050204" pitchFamily="34" charset="0"/>
              </a:endParaRPr>
            </a:p>
          </p:txBody>
        </p:sp>
        <p:sp>
          <p:nvSpPr>
            <p:cNvPr id="3" name="文本框 2">
              <a:extLst>
                <a:ext uri="{FF2B5EF4-FFF2-40B4-BE49-F238E27FC236}">
                  <a16:creationId xmlns:a16="http://schemas.microsoft.com/office/drawing/2014/main" id="{4D6BD736-A4D3-4F26-AFED-36E11F50F70B}"/>
                </a:ext>
              </a:extLst>
            </p:cNvPr>
            <p:cNvSpPr txBox="1"/>
            <p:nvPr/>
          </p:nvSpPr>
          <p:spPr>
            <a:xfrm>
              <a:off x="1052423" y="898245"/>
              <a:ext cx="5564038" cy="400110"/>
            </a:xfrm>
            <a:prstGeom prst="rect">
              <a:avLst/>
            </a:prstGeom>
            <a:noFill/>
          </p:spPr>
          <p:txBody>
            <a:bodyPr wrap="square" rtlCol="0">
              <a:spAutoFit/>
            </a:bodyPr>
            <a:lstStyle/>
            <a:p>
              <a:r>
                <a:rPr lang="zh-CN" altLang="en-US" sz="2000" b="1" dirty="0"/>
                <a:t>回退</a:t>
              </a:r>
              <a:r>
                <a:rPr lang="en-US" altLang="zh-CN" sz="2000" b="1" dirty="0"/>
                <a:t>N</a:t>
              </a:r>
              <a:r>
                <a:rPr lang="zh-CN" altLang="en-US" sz="2000" b="1" dirty="0"/>
                <a:t>帧协议</a:t>
              </a:r>
            </a:p>
          </p:txBody>
        </p:sp>
      </p:grpSp>
      <p:grpSp>
        <p:nvGrpSpPr>
          <p:cNvPr id="7" name="组合 6">
            <a:extLst>
              <a:ext uri="{FF2B5EF4-FFF2-40B4-BE49-F238E27FC236}">
                <a16:creationId xmlns:a16="http://schemas.microsoft.com/office/drawing/2014/main" id="{9B450704-31C2-46D3-8583-B9859A3BE9DA}"/>
              </a:ext>
            </a:extLst>
          </p:cNvPr>
          <p:cNvGrpSpPr/>
          <p:nvPr/>
        </p:nvGrpSpPr>
        <p:grpSpPr>
          <a:xfrm>
            <a:off x="776253" y="1149141"/>
            <a:ext cx="11110947" cy="1566335"/>
            <a:chOff x="776253" y="1149141"/>
            <a:chExt cx="11110947" cy="1566335"/>
          </a:xfrm>
        </p:grpSpPr>
        <p:sp>
          <p:nvSpPr>
            <p:cNvPr id="6" name="文本框 5">
              <a:extLst>
                <a:ext uri="{FF2B5EF4-FFF2-40B4-BE49-F238E27FC236}">
                  <a16:creationId xmlns:a16="http://schemas.microsoft.com/office/drawing/2014/main" id="{0E44FCD9-F99B-4E8E-A951-0096F7B40D37}"/>
                </a:ext>
              </a:extLst>
            </p:cNvPr>
            <p:cNvSpPr txBox="1"/>
            <p:nvPr/>
          </p:nvSpPr>
          <p:spPr>
            <a:xfrm>
              <a:off x="776253" y="1149141"/>
              <a:ext cx="11110947" cy="1200329"/>
            </a:xfrm>
            <a:prstGeom prst="rect">
              <a:avLst/>
            </a:prstGeom>
            <a:noFill/>
          </p:spPr>
          <p:txBody>
            <a:bodyPr wrap="square" rtlCol="0">
              <a:spAutoFit/>
            </a:bodyPr>
            <a:lstStyle/>
            <a:p>
              <a:r>
                <a:rPr lang="en-US" altLang="zh-CN" b="1" dirty="0">
                  <a:latin typeface="Arial Narrow" panose="020B0606020202030204" pitchFamily="34" charset="0"/>
                </a:rPr>
                <a:t>【2014</a:t>
              </a:r>
              <a:r>
                <a:rPr lang="zh-CN" altLang="en-US" b="1" dirty="0">
                  <a:latin typeface="Arial Narrow" panose="020B0606020202030204" pitchFamily="34" charset="0"/>
                </a:rPr>
                <a:t>年 题</a:t>
              </a:r>
              <a:r>
                <a:rPr lang="en-US" altLang="zh-CN" b="1" dirty="0">
                  <a:latin typeface="Arial Narrow" panose="020B0606020202030204" pitchFamily="34" charset="0"/>
                </a:rPr>
                <a:t>36】</a:t>
              </a:r>
              <a:r>
                <a:rPr lang="zh-CN" altLang="en-US" b="1" dirty="0">
                  <a:latin typeface="Arial Narrow" panose="020B0606020202030204" pitchFamily="34" charset="0"/>
                </a:rPr>
                <a:t>主机甲与主机乙之间使用后退</a:t>
              </a:r>
              <a:r>
                <a:rPr lang="en-US" altLang="zh-CN" b="1" dirty="0">
                  <a:latin typeface="Arial Narrow" panose="020B0606020202030204" pitchFamily="34" charset="0"/>
                </a:rPr>
                <a:t>N</a:t>
              </a:r>
              <a:r>
                <a:rPr lang="zh-CN" altLang="en-US" b="1" dirty="0">
                  <a:latin typeface="Arial Narrow" panose="020B0606020202030204" pitchFamily="34" charset="0"/>
                </a:rPr>
                <a:t>帧（</a:t>
              </a:r>
              <a:r>
                <a:rPr lang="en-US" altLang="zh-CN" b="1" dirty="0">
                  <a:latin typeface="Arial Narrow" panose="020B0606020202030204" pitchFamily="34" charset="0"/>
                </a:rPr>
                <a:t>GBN</a:t>
              </a:r>
              <a:r>
                <a:rPr lang="zh-CN" altLang="en-US" b="1" dirty="0">
                  <a:latin typeface="Arial Narrow" panose="020B0606020202030204" pitchFamily="34" charset="0"/>
                </a:rPr>
                <a:t>）协议传输数据，甲的发送窗口尺寸为</a:t>
              </a:r>
              <a:r>
                <a:rPr lang="en-US" altLang="zh-CN" b="1" dirty="0">
                  <a:latin typeface="Arial Narrow" panose="020B0606020202030204" pitchFamily="34" charset="0"/>
                </a:rPr>
                <a:t>1000</a:t>
              </a:r>
              <a:r>
                <a:rPr lang="zh-CN" altLang="en-US" b="1" dirty="0">
                  <a:latin typeface="Arial Narrow" panose="020B0606020202030204" pitchFamily="34" charset="0"/>
                </a:rPr>
                <a:t>，</a:t>
              </a:r>
              <a:endParaRPr lang="en-US" altLang="zh-CN" b="1" dirty="0">
                <a:latin typeface="Arial Narrow" panose="020B0606020202030204" pitchFamily="34" charset="0"/>
              </a:endParaRPr>
            </a:p>
            <a:p>
              <a:r>
                <a:rPr lang="en-US" altLang="zh-CN" b="1" dirty="0">
                  <a:latin typeface="Arial Narrow" panose="020B0606020202030204" pitchFamily="34" charset="0"/>
                </a:rPr>
                <a:t>                              </a:t>
              </a:r>
              <a:r>
                <a:rPr lang="zh-CN" altLang="en-US" b="1" dirty="0">
                  <a:latin typeface="Arial Narrow" panose="020B0606020202030204" pitchFamily="34" charset="0"/>
                </a:rPr>
                <a:t>数据帧长为</a:t>
              </a:r>
              <a:r>
                <a:rPr lang="en-US" altLang="zh-CN" b="1" dirty="0">
                  <a:latin typeface="Arial Narrow" panose="020B0606020202030204" pitchFamily="34" charset="0"/>
                </a:rPr>
                <a:t>1000</a:t>
              </a:r>
              <a:r>
                <a:rPr lang="zh-CN" altLang="en-US" b="1" dirty="0">
                  <a:latin typeface="Arial Narrow" panose="020B0606020202030204" pitchFamily="34" charset="0"/>
                </a:rPr>
                <a:t>字节，信道带宽为</a:t>
              </a:r>
              <a:r>
                <a:rPr lang="en-US" altLang="zh-CN" b="1" dirty="0">
                  <a:latin typeface="Arial Narrow" panose="020B0606020202030204" pitchFamily="34" charset="0"/>
                </a:rPr>
                <a:t>100Mbps</a:t>
              </a:r>
              <a:r>
                <a:rPr lang="zh-CN" altLang="en-US" b="1" dirty="0">
                  <a:latin typeface="Arial Narrow" panose="020B0606020202030204" pitchFamily="34" charset="0"/>
                </a:rPr>
                <a:t>，乙每收到一个数据帧就立即利用一个</a:t>
              </a:r>
              <a:endParaRPr lang="en-US" altLang="zh-CN" b="1" dirty="0">
                <a:latin typeface="Arial Narrow" panose="020B0606020202030204" pitchFamily="34" charset="0"/>
              </a:endParaRPr>
            </a:p>
            <a:p>
              <a:r>
                <a:rPr lang="en-US" altLang="zh-CN" b="1" dirty="0">
                  <a:latin typeface="Arial Narrow" panose="020B0606020202030204" pitchFamily="34" charset="0"/>
                </a:rPr>
                <a:t>                              </a:t>
              </a:r>
              <a:r>
                <a:rPr lang="zh-CN" altLang="en-US" b="1" dirty="0">
                  <a:latin typeface="Arial Narrow" panose="020B0606020202030204" pitchFamily="34" charset="0"/>
                </a:rPr>
                <a:t>短帧（忽略其传输延迟）进行确认，若甲乙之间的单向传播延迟是</a:t>
              </a:r>
              <a:r>
                <a:rPr lang="en-US" altLang="zh-CN" b="1" dirty="0">
                  <a:latin typeface="Arial Narrow" panose="020B0606020202030204" pitchFamily="34" charset="0"/>
                </a:rPr>
                <a:t>50ms</a:t>
              </a:r>
              <a:r>
                <a:rPr lang="zh-CN" altLang="en-US" b="1" dirty="0">
                  <a:latin typeface="Arial Narrow" panose="020B0606020202030204" pitchFamily="34" charset="0"/>
                </a:rPr>
                <a:t>，则甲可以</a:t>
              </a:r>
              <a:endParaRPr lang="en-US" altLang="zh-CN" b="1" dirty="0">
                <a:latin typeface="Arial Narrow" panose="020B0606020202030204" pitchFamily="34" charset="0"/>
              </a:endParaRPr>
            </a:p>
            <a:p>
              <a:r>
                <a:rPr lang="en-US" altLang="zh-CN" b="1" dirty="0">
                  <a:latin typeface="Arial Narrow" panose="020B0606020202030204" pitchFamily="34" charset="0"/>
                </a:rPr>
                <a:t>                              </a:t>
              </a:r>
              <a:r>
                <a:rPr lang="zh-CN" altLang="en-US" b="1" dirty="0">
                  <a:latin typeface="Arial Narrow" panose="020B0606020202030204" pitchFamily="34" charset="0"/>
                </a:rPr>
                <a:t>达到的最大平均数据传输速率约为（      ）。</a:t>
              </a:r>
            </a:p>
          </p:txBody>
        </p:sp>
        <p:sp>
          <p:nvSpPr>
            <p:cNvPr id="56" name="文本框 55">
              <a:extLst>
                <a:ext uri="{FF2B5EF4-FFF2-40B4-BE49-F238E27FC236}">
                  <a16:creationId xmlns:a16="http://schemas.microsoft.com/office/drawing/2014/main" id="{BBE35731-FF30-47AE-BF68-D2DB837317D9}"/>
                </a:ext>
              </a:extLst>
            </p:cNvPr>
            <p:cNvSpPr txBox="1"/>
            <p:nvPr/>
          </p:nvSpPr>
          <p:spPr>
            <a:xfrm>
              <a:off x="2382484" y="2346144"/>
              <a:ext cx="1230676" cy="369332"/>
            </a:xfrm>
            <a:prstGeom prst="rect">
              <a:avLst/>
            </a:prstGeom>
            <a:noFill/>
          </p:spPr>
          <p:txBody>
            <a:bodyPr wrap="square" rtlCol="0">
              <a:spAutoFit/>
            </a:bodyPr>
            <a:lstStyle/>
            <a:p>
              <a:r>
                <a:rPr lang="en-US" altLang="zh-CN" b="1" dirty="0">
                  <a:latin typeface="Arial Narrow" panose="020B0606020202030204" pitchFamily="34" charset="0"/>
                </a:rPr>
                <a:t>A. 10Mbps</a:t>
              </a:r>
              <a:endParaRPr lang="zh-CN" altLang="en-US" b="1" dirty="0">
                <a:latin typeface="Arial Narrow" panose="020B0606020202030204" pitchFamily="34" charset="0"/>
              </a:endParaRPr>
            </a:p>
          </p:txBody>
        </p:sp>
        <p:sp>
          <p:nvSpPr>
            <p:cNvPr id="60" name="文本框 59">
              <a:extLst>
                <a:ext uri="{FF2B5EF4-FFF2-40B4-BE49-F238E27FC236}">
                  <a16:creationId xmlns:a16="http://schemas.microsoft.com/office/drawing/2014/main" id="{78825FA1-607A-4759-AEAD-FC2B64C56D84}"/>
                </a:ext>
              </a:extLst>
            </p:cNvPr>
            <p:cNvSpPr txBox="1"/>
            <p:nvPr/>
          </p:nvSpPr>
          <p:spPr>
            <a:xfrm>
              <a:off x="4437881" y="2346144"/>
              <a:ext cx="1231797" cy="369332"/>
            </a:xfrm>
            <a:prstGeom prst="rect">
              <a:avLst/>
            </a:prstGeom>
            <a:noFill/>
          </p:spPr>
          <p:txBody>
            <a:bodyPr wrap="square" rtlCol="0">
              <a:spAutoFit/>
            </a:bodyPr>
            <a:lstStyle/>
            <a:p>
              <a:r>
                <a:rPr lang="en-US" altLang="zh-CN" b="1" dirty="0">
                  <a:latin typeface="Arial Narrow" panose="020B0606020202030204" pitchFamily="34" charset="0"/>
                </a:rPr>
                <a:t>B. 20Mbps</a:t>
              </a:r>
              <a:endParaRPr lang="zh-CN" altLang="en-US" b="1" dirty="0">
                <a:latin typeface="Arial Narrow" panose="020B0606020202030204" pitchFamily="34" charset="0"/>
              </a:endParaRPr>
            </a:p>
          </p:txBody>
        </p:sp>
        <p:sp>
          <p:nvSpPr>
            <p:cNvPr id="61" name="文本框 60">
              <a:extLst>
                <a:ext uri="{FF2B5EF4-FFF2-40B4-BE49-F238E27FC236}">
                  <a16:creationId xmlns:a16="http://schemas.microsoft.com/office/drawing/2014/main" id="{AE3277B1-DBEB-44F9-A42D-29A6B767A075}"/>
                </a:ext>
              </a:extLst>
            </p:cNvPr>
            <p:cNvSpPr txBox="1"/>
            <p:nvPr/>
          </p:nvSpPr>
          <p:spPr>
            <a:xfrm>
              <a:off x="6494399" y="2346144"/>
              <a:ext cx="1154465" cy="369332"/>
            </a:xfrm>
            <a:prstGeom prst="rect">
              <a:avLst/>
            </a:prstGeom>
            <a:noFill/>
          </p:spPr>
          <p:txBody>
            <a:bodyPr wrap="square" rtlCol="0">
              <a:spAutoFit/>
            </a:bodyPr>
            <a:lstStyle/>
            <a:p>
              <a:r>
                <a:rPr lang="en-US" altLang="zh-CN" b="1" dirty="0">
                  <a:latin typeface="Arial Narrow" panose="020B0606020202030204" pitchFamily="34" charset="0"/>
                </a:rPr>
                <a:t>C. 80Mbps</a:t>
              </a:r>
              <a:endParaRPr lang="zh-CN" altLang="en-US" b="1" dirty="0">
                <a:latin typeface="Arial Narrow" panose="020B0606020202030204" pitchFamily="34" charset="0"/>
              </a:endParaRPr>
            </a:p>
          </p:txBody>
        </p:sp>
        <p:sp>
          <p:nvSpPr>
            <p:cNvPr id="62" name="文本框 61">
              <a:extLst>
                <a:ext uri="{FF2B5EF4-FFF2-40B4-BE49-F238E27FC236}">
                  <a16:creationId xmlns:a16="http://schemas.microsoft.com/office/drawing/2014/main" id="{399ADF5E-0FBC-407D-906E-862EDF099EBE}"/>
                </a:ext>
              </a:extLst>
            </p:cNvPr>
            <p:cNvSpPr txBox="1"/>
            <p:nvPr/>
          </p:nvSpPr>
          <p:spPr>
            <a:xfrm>
              <a:off x="8473586" y="2346144"/>
              <a:ext cx="1335930" cy="369332"/>
            </a:xfrm>
            <a:prstGeom prst="rect">
              <a:avLst/>
            </a:prstGeom>
            <a:noFill/>
          </p:spPr>
          <p:txBody>
            <a:bodyPr wrap="square" rtlCol="0">
              <a:spAutoFit/>
            </a:bodyPr>
            <a:lstStyle/>
            <a:p>
              <a:r>
                <a:rPr lang="en-US" altLang="zh-CN" b="1" dirty="0">
                  <a:latin typeface="Arial Narrow" panose="020B0606020202030204" pitchFamily="34" charset="0"/>
                </a:rPr>
                <a:t>D. 100Mbps</a:t>
              </a:r>
              <a:endParaRPr lang="zh-CN" altLang="en-US" b="1" dirty="0">
                <a:latin typeface="Arial Narrow" panose="020B0606020202030204" pitchFamily="34" charset="0"/>
              </a:endParaRPr>
            </a:p>
          </p:txBody>
        </p:sp>
      </p:grpSp>
      <p:sp>
        <p:nvSpPr>
          <p:cNvPr id="63" name="文本框 62">
            <a:extLst>
              <a:ext uri="{FF2B5EF4-FFF2-40B4-BE49-F238E27FC236}">
                <a16:creationId xmlns:a16="http://schemas.microsoft.com/office/drawing/2014/main" id="{1AE61273-7553-4AE5-B8C6-6C2E7FBC5B8B}"/>
              </a:ext>
            </a:extLst>
          </p:cNvPr>
          <p:cNvSpPr txBox="1"/>
          <p:nvPr/>
        </p:nvSpPr>
        <p:spPr>
          <a:xfrm>
            <a:off x="5962241" y="1919272"/>
            <a:ext cx="590962" cy="523220"/>
          </a:xfrm>
          <a:prstGeom prst="rect">
            <a:avLst/>
          </a:prstGeom>
          <a:noFill/>
        </p:spPr>
        <p:txBody>
          <a:bodyPr wrap="square" rtlCol="0">
            <a:spAutoFit/>
          </a:bodyPr>
          <a:lstStyle/>
          <a:p>
            <a:pPr algn="ctr"/>
            <a:r>
              <a:rPr lang="en-US" altLang="zh-CN" sz="2800" b="1" dirty="0">
                <a:solidFill>
                  <a:schemeClr val="accent1">
                    <a:lumMod val="75000"/>
                  </a:schemeClr>
                </a:solidFill>
                <a:latin typeface="Arial Black" panose="020B0A04020102020204" pitchFamily="34" charset="0"/>
              </a:rPr>
              <a:t>C</a:t>
            </a:r>
            <a:endParaRPr lang="zh-CN" altLang="en-US" sz="2800" b="1" dirty="0">
              <a:solidFill>
                <a:schemeClr val="accent1">
                  <a:lumMod val="75000"/>
                </a:schemeClr>
              </a:solidFill>
              <a:latin typeface="Arial Black" panose="020B0A04020102020204" pitchFamily="34" charset="0"/>
            </a:endParaRPr>
          </a:p>
        </p:txBody>
      </p:sp>
      <p:sp>
        <p:nvSpPr>
          <p:cNvPr id="64" name="文本框 63">
            <a:extLst>
              <a:ext uri="{FF2B5EF4-FFF2-40B4-BE49-F238E27FC236}">
                <a16:creationId xmlns:a16="http://schemas.microsoft.com/office/drawing/2014/main" id="{2E99F5F0-367E-490C-8AD2-82A09944014F}"/>
              </a:ext>
            </a:extLst>
          </p:cNvPr>
          <p:cNvSpPr txBox="1"/>
          <p:nvPr/>
        </p:nvSpPr>
        <p:spPr>
          <a:xfrm>
            <a:off x="933106" y="2688851"/>
            <a:ext cx="797018" cy="369332"/>
          </a:xfrm>
          <a:prstGeom prst="rect">
            <a:avLst/>
          </a:prstGeom>
          <a:noFill/>
        </p:spPr>
        <p:txBody>
          <a:bodyPr wrap="square" rtlCol="0">
            <a:spAutoFit/>
          </a:bodyPr>
          <a:lstStyle/>
          <a:p>
            <a:r>
              <a:rPr lang="zh-CN" altLang="en-US" b="1" dirty="0">
                <a:latin typeface="Arial Narrow" panose="020B0606020202030204" pitchFamily="34" charset="0"/>
              </a:rPr>
              <a:t>解析</a:t>
            </a:r>
          </a:p>
        </p:txBody>
      </p:sp>
      <p:sp>
        <p:nvSpPr>
          <p:cNvPr id="13" name="平行四边形 12">
            <a:extLst>
              <a:ext uri="{FF2B5EF4-FFF2-40B4-BE49-F238E27FC236}">
                <a16:creationId xmlns:a16="http://schemas.microsoft.com/office/drawing/2014/main" id="{4CC22340-A006-A114-9B6D-1B2D280314BA}"/>
              </a:ext>
            </a:extLst>
          </p:cNvPr>
          <p:cNvSpPr/>
          <p:nvPr/>
        </p:nvSpPr>
        <p:spPr>
          <a:xfrm>
            <a:off x="304799" y="749300"/>
            <a:ext cx="695119" cy="387090"/>
          </a:xfrm>
          <a:prstGeom prst="parallelogram">
            <a:avLst/>
          </a:prstGeom>
          <a:solidFill>
            <a:schemeClr val="accent3">
              <a:lumMod val="75000"/>
            </a:schemeClr>
          </a:solidFill>
          <a:ln>
            <a:solidFill>
              <a:schemeClr val="accent3">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CN" sz="2200" dirty="0">
                <a:latin typeface="Impact" panose="020B0806030902050204" pitchFamily="34" charset="0"/>
              </a:rPr>
              <a:t>04</a:t>
            </a:r>
            <a:endParaRPr lang="zh-CN" altLang="en-US" sz="2200" dirty="0">
              <a:latin typeface="Impact" panose="020B0806030902050204" pitchFamily="34" charset="0"/>
            </a:endParaRPr>
          </a:p>
        </p:txBody>
      </p:sp>
    </p:spTree>
    <p:custDataLst>
      <p:tags r:id="rId1"/>
    </p:custDataLst>
    <p:extLst>
      <p:ext uri="{BB962C8B-B14F-4D97-AF65-F5344CB8AC3E}">
        <p14:creationId xmlns:p14="http://schemas.microsoft.com/office/powerpoint/2010/main" val="2235319608"/>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30" presetClass="entr" presetSubtype="0" fill="hold" nodeType="withEffect">
                                  <p:stCondLst>
                                    <p:cond delay="0"/>
                                  </p:stCondLst>
                                  <p:childTnLst>
                                    <p:set>
                                      <p:cBhvr>
                                        <p:cTn id="6" dur="1" fill="hold">
                                          <p:stCondLst>
                                            <p:cond delay="0"/>
                                          </p:stCondLst>
                                        </p:cTn>
                                        <p:tgtEl>
                                          <p:spTgt spid="7"/>
                                        </p:tgtEl>
                                        <p:attrNameLst>
                                          <p:attrName>style.visibility</p:attrName>
                                        </p:attrNameLst>
                                      </p:cBhvr>
                                      <p:to>
                                        <p:strVal val="visible"/>
                                      </p:to>
                                    </p:set>
                                    <p:animEffect transition="in" filter="fade">
                                      <p:cBhvr>
                                        <p:cTn id="7" dur="800" decel="100000"/>
                                        <p:tgtEl>
                                          <p:spTgt spid="7"/>
                                        </p:tgtEl>
                                      </p:cBhvr>
                                    </p:animEffect>
                                    <p:anim calcmode="lin" valueType="num">
                                      <p:cBhvr>
                                        <p:cTn id="8" dur="800" decel="100000" fill="hold"/>
                                        <p:tgtEl>
                                          <p:spTgt spid="7"/>
                                        </p:tgtEl>
                                        <p:attrNameLst>
                                          <p:attrName>style.rotation</p:attrName>
                                        </p:attrNameLst>
                                      </p:cBhvr>
                                      <p:tavLst>
                                        <p:tav tm="0">
                                          <p:val>
                                            <p:fltVal val="-90"/>
                                          </p:val>
                                        </p:tav>
                                        <p:tav tm="100000">
                                          <p:val>
                                            <p:fltVal val="0"/>
                                          </p:val>
                                        </p:tav>
                                      </p:tavLst>
                                    </p:anim>
                                    <p:anim calcmode="lin" valueType="num">
                                      <p:cBhvr>
                                        <p:cTn id="9" dur="800" decel="100000" fill="hold"/>
                                        <p:tgtEl>
                                          <p:spTgt spid="7"/>
                                        </p:tgtEl>
                                        <p:attrNameLst>
                                          <p:attrName>ppt_x</p:attrName>
                                        </p:attrNameLst>
                                      </p:cBhvr>
                                      <p:tavLst>
                                        <p:tav tm="0">
                                          <p:val>
                                            <p:strVal val="#ppt_x+0.4"/>
                                          </p:val>
                                        </p:tav>
                                        <p:tav tm="100000">
                                          <p:val>
                                            <p:strVal val="#ppt_x-0.05"/>
                                          </p:val>
                                        </p:tav>
                                      </p:tavLst>
                                    </p:anim>
                                    <p:anim calcmode="lin" valueType="num">
                                      <p:cBhvr>
                                        <p:cTn id="10" dur="800" decel="100000" fill="hold"/>
                                        <p:tgtEl>
                                          <p:spTgt spid="7"/>
                                        </p:tgtEl>
                                        <p:attrNameLst>
                                          <p:attrName>ppt_y</p:attrName>
                                        </p:attrNameLst>
                                      </p:cBhvr>
                                      <p:tavLst>
                                        <p:tav tm="0">
                                          <p:val>
                                            <p:strVal val="#ppt_y-0.4"/>
                                          </p:val>
                                        </p:tav>
                                        <p:tav tm="100000">
                                          <p:val>
                                            <p:strVal val="#ppt_y+0.1"/>
                                          </p:val>
                                        </p:tav>
                                      </p:tavLst>
                                    </p:anim>
                                    <p:anim calcmode="lin" valueType="num">
                                      <p:cBhvr>
                                        <p:cTn id="11" dur="200" accel="100000" fill="hold">
                                          <p:stCondLst>
                                            <p:cond delay="800"/>
                                          </p:stCondLst>
                                        </p:cTn>
                                        <p:tgtEl>
                                          <p:spTgt spid="7"/>
                                        </p:tgtEl>
                                        <p:attrNameLst>
                                          <p:attrName>ppt_x</p:attrName>
                                        </p:attrNameLst>
                                      </p:cBhvr>
                                      <p:tavLst>
                                        <p:tav tm="0">
                                          <p:val>
                                            <p:strVal val="#ppt_x-0.05"/>
                                          </p:val>
                                        </p:tav>
                                        <p:tav tm="100000">
                                          <p:val>
                                            <p:strVal val="#ppt_x"/>
                                          </p:val>
                                        </p:tav>
                                      </p:tavLst>
                                    </p:anim>
                                    <p:anim calcmode="lin" valueType="num">
                                      <p:cBhvr>
                                        <p:cTn id="12" dur="200" accel="100000" fill="hold">
                                          <p:stCondLst>
                                            <p:cond delay="800"/>
                                          </p:stCondLst>
                                        </p:cTn>
                                        <p:tgtEl>
                                          <p:spTgt spid="7"/>
                                        </p:tgtEl>
                                        <p:attrNameLst>
                                          <p:attrName>ppt_y</p:attrName>
                                        </p:attrNameLst>
                                      </p:cBhvr>
                                      <p:tavLst>
                                        <p:tav tm="0">
                                          <p:val>
                                            <p:strVal val="#ppt_y+0.1"/>
                                          </p:val>
                                        </p:tav>
                                        <p:tav tm="100000">
                                          <p:val>
                                            <p:strVal val="#ppt_y"/>
                                          </p:val>
                                        </p:tav>
                                      </p:tavLst>
                                    </p:anim>
                                  </p:childTnLst>
                                </p:cTn>
                              </p:par>
                            </p:childTnLst>
                          </p:cTn>
                        </p:par>
                      </p:childTnLst>
                    </p:cTn>
                  </p:par>
                  <p:par>
                    <p:cTn id="13" fill="hold">
                      <p:stCondLst>
                        <p:cond delay="indefinite"/>
                      </p:stCondLst>
                      <p:childTnLst>
                        <p:par>
                          <p:cTn id="14" fill="hold">
                            <p:stCondLst>
                              <p:cond delay="0"/>
                            </p:stCondLst>
                            <p:childTnLst>
                              <p:par>
                                <p:cTn id="15" presetID="30" presetClass="entr" presetSubtype="0" fill="hold" grpId="0" nodeType="clickEffect">
                                  <p:stCondLst>
                                    <p:cond delay="0"/>
                                  </p:stCondLst>
                                  <p:childTnLst>
                                    <p:set>
                                      <p:cBhvr>
                                        <p:cTn id="16" dur="1" fill="hold">
                                          <p:stCondLst>
                                            <p:cond delay="0"/>
                                          </p:stCondLst>
                                        </p:cTn>
                                        <p:tgtEl>
                                          <p:spTgt spid="63"/>
                                        </p:tgtEl>
                                        <p:attrNameLst>
                                          <p:attrName>style.visibility</p:attrName>
                                        </p:attrNameLst>
                                      </p:cBhvr>
                                      <p:to>
                                        <p:strVal val="visible"/>
                                      </p:to>
                                    </p:set>
                                    <p:animEffect transition="in" filter="fade">
                                      <p:cBhvr>
                                        <p:cTn id="17" dur="800" decel="100000"/>
                                        <p:tgtEl>
                                          <p:spTgt spid="63"/>
                                        </p:tgtEl>
                                      </p:cBhvr>
                                    </p:animEffect>
                                    <p:anim calcmode="lin" valueType="num">
                                      <p:cBhvr>
                                        <p:cTn id="18" dur="800" decel="100000" fill="hold"/>
                                        <p:tgtEl>
                                          <p:spTgt spid="63"/>
                                        </p:tgtEl>
                                        <p:attrNameLst>
                                          <p:attrName>style.rotation</p:attrName>
                                        </p:attrNameLst>
                                      </p:cBhvr>
                                      <p:tavLst>
                                        <p:tav tm="0">
                                          <p:val>
                                            <p:fltVal val="-90"/>
                                          </p:val>
                                        </p:tav>
                                        <p:tav tm="100000">
                                          <p:val>
                                            <p:fltVal val="0"/>
                                          </p:val>
                                        </p:tav>
                                      </p:tavLst>
                                    </p:anim>
                                    <p:anim calcmode="lin" valueType="num">
                                      <p:cBhvr>
                                        <p:cTn id="19" dur="800" decel="100000" fill="hold"/>
                                        <p:tgtEl>
                                          <p:spTgt spid="63"/>
                                        </p:tgtEl>
                                        <p:attrNameLst>
                                          <p:attrName>ppt_x</p:attrName>
                                        </p:attrNameLst>
                                      </p:cBhvr>
                                      <p:tavLst>
                                        <p:tav tm="0">
                                          <p:val>
                                            <p:strVal val="#ppt_x+0.4"/>
                                          </p:val>
                                        </p:tav>
                                        <p:tav tm="100000">
                                          <p:val>
                                            <p:strVal val="#ppt_x-0.05"/>
                                          </p:val>
                                        </p:tav>
                                      </p:tavLst>
                                    </p:anim>
                                    <p:anim calcmode="lin" valueType="num">
                                      <p:cBhvr>
                                        <p:cTn id="20" dur="800" decel="100000" fill="hold"/>
                                        <p:tgtEl>
                                          <p:spTgt spid="63"/>
                                        </p:tgtEl>
                                        <p:attrNameLst>
                                          <p:attrName>ppt_y</p:attrName>
                                        </p:attrNameLst>
                                      </p:cBhvr>
                                      <p:tavLst>
                                        <p:tav tm="0">
                                          <p:val>
                                            <p:strVal val="#ppt_y-0.4"/>
                                          </p:val>
                                        </p:tav>
                                        <p:tav tm="100000">
                                          <p:val>
                                            <p:strVal val="#ppt_y+0.1"/>
                                          </p:val>
                                        </p:tav>
                                      </p:tavLst>
                                    </p:anim>
                                    <p:anim calcmode="lin" valueType="num">
                                      <p:cBhvr>
                                        <p:cTn id="21" dur="200" accel="100000" fill="hold">
                                          <p:stCondLst>
                                            <p:cond delay="800"/>
                                          </p:stCondLst>
                                        </p:cTn>
                                        <p:tgtEl>
                                          <p:spTgt spid="63"/>
                                        </p:tgtEl>
                                        <p:attrNameLst>
                                          <p:attrName>ppt_x</p:attrName>
                                        </p:attrNameLst>
                                      </p:cBhvr>
                                      <p:tavLst>
                                        <p:tav tm="0">
                                          <p:val>
                                            <p:strVal val="#ppt_x-0.05"/>
                                          </p:val>
                                        </p:tav>
                                        <p:tav tm="100000">
                                          <p:val>
                                            <p:strVal val="#ppt_x"/>
                                          </p:val>
                                        </p:tav>
                                      </p:tavLst>
                                    </p:anim>
                                    <p:anim calcmode="lin" valueType="num">
                                      <p:cBhvr>
                                        <p:cTn id="22" dur="200" accel="100000" fill="hold">
                                          <p:stCondLst>
                                            <p:cond delay="800"/>
                                          </p:stCondLst>
                                        </p:cTn>
                                        <p:tgtEl>
                                          <p:spTgt spid="63"/>
                                        </p:tgtEl>
                                        <p:attrNameLst>
                                          <p:attrName>ppt_y</p:attrName>
                                        </p:attrNameLst>
                                      </p:cBhvr>
                                      <p:tavLst>
                                        <p:tav tm="0">
                                          <p:val>
                                            <p:strVal val="#ppt_y+0.1"/>
                                          </p:val>
                                        </p:tav>
                                        <p:tav tm="100000">
                                          <p:val>
                                            <p:strVal val="#ppt_y"/>
                                          </p:val>
                                        </p:tav>
                                      </p:tavLst>
                                    </p:anim>
                                  </p:childTnLst>
                                </p:cTn>
                              </p:par>
                            </p:childTnLst>
                          </p:cTn>
                        </p:par>
                      </p:childTnLst>
                    </p:cTn>
                  </p:par>
                  <p:par>
                    <p:cTn id="23" fill="hold">
                      <p:stCondLst>
                        <p:cond delay="indefinite"/>
                      </p:stCondLst>
                      <p:childTnLst>
                        <p:par>
                          <p:cTn id="24" fill="hold">
                            <p:stCondLst>
                              <p:cond delay="0"/>
                            </p:stCondLst>
                            <p:childTnLst>
                              <p:par>
                                <p:cTn id="25" presetID="53" presetClass="entr" presetSubtype="16" fill="hold" grpId="0" nodeType="clickEffect">
                                  <p:stCondLst>
                                    <p:cond delay="0"/>
                                  </p:stCondLst>
                                  <p:childTnLst>
                                    <p:set>
                                      <p:cBhvr>
                                        <p:cTn id="26" dur="1" fill="hold">
                                          <p:stCondLst>
                                            <p:cond delay="0"/>
                                          </p:stCondLst>
                                        </p:cTn>
                                        <p:tgtEl>
                                          <p:spTgt spid="64"/>
                                        </p:tgtEl>
                                        <p:attrNameLst>
                                          <p:attrName>style.visibility</p:attrName>
                                        </p:attrNameLst>
                                      </p:cBhvr>
                                      <p:to>
                                        <p:strVal val="visible"/>
                                      </p:to>
                                    </p:set>
                                    <p:anim calcmode="lin" valueType="num">
                                      <p:cBhvr>
                                        <p:cTn id="27" dur="500" fill="hold"/>
                                        <p:tgtEl>
                                          <p:spTgt spid="64"/>
                                        </p:tgtEl>
                                        <p:attrNameLst>
                                          <p:attrName>ppt_w</p:attrName>
                                        </p:attrNameLst>
                                      </p:cBhvr>
                                      <p:tavLst>
                                        <p:tav tm="0">
                                          <p:val>
                                            <p:fltVal val="0"/>
                                          </p:val>
                                        </p:tav>
                                        <p:tav tm="100000">
                                          <p:val>
                                            <p:strVal val="#ppt_w"/>
                                          </p:val>
                                        </p:tav>
                                      </p:tavLst>
                                    </p:anim>
                                    <p:anim calcmode="lin" valueType="num">
                                      <p:cBhvr>
                                        <p:cTn id="28" dur="500" fill="hold"/>
                                        <p:tgtEl>
                                          <p:spTgt spid="64"/>
                                        </p:tgtEl>
                                        <p:attrNameLst>
                                          <p:attrName>ppt_h</p:attrName>
                                        </p:attrNameLst>
                                      </p:cBhvr>
                                      <p:tavLst>
                                        <p:tav tm="0">
                                          <p:val>
                                            <p:fltVal val="0"/>
                                          </p:val>
                                        </p:tav>
                                        <p:tav tm="100000">
                                          <p:val>
                                            <p:strVal val="#ppt_h"/>
                                          </p:val>
                                        </p:tav>
                                      </p:tavLst>
                                    </p:anim>
                                    <p:animEffect transition="in" filter="fade">
                                      <p:cBhvr>
                                        <p:cTn id="29" dur="500"/>
                                        <p:tgtEl>
                                          <p:spTgt spid="64"/>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63" grpId="0"/>
      <p:bldP spid="64" grpId="0"/>
    </p:bldLst>
  </p:timing>
</p:sld>
</file>

<file path=ppt/slides/slide18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4" name="组合 3">
            <a:extLst>
              <a:ext uri="{FF2B5EF4-FFF2-40B4-BE49-F238E27FC236}">
                <a16:creationId xmlns:a16="http://schemas.microsoft.com/office/drawing/2014/main" id="{9A1EA9F2-FCB6-48C3-935F-7AE7E3AD14AC}"/>
              </a:ext>
            </a:extLst>
          </p:cNvPr>
          <p:cNvGrpSpPr/>
          <p:nvPr/>
        </p:nvGrpSpPr>
        <p:grpSpPr>
          <a:xfrm>
            <a:off x="304800" y="749300"/>
            <a:ext cx="6192344" cy="400110"/>
            <a:chOff x="424117" y="898245"/>
            <a:chExt cx="6192344" cy="400110"/>
          </a:xfrm>
        </p:grpSpPr>
        <p:sp>
          <p:nvSpPr>
            <p:cNvPr id="2" name="平行四边形 1">
              <a:extLst>
                <a:ext uri="{FF2B5EF4-FFF2-40B4-BE49-F238E27FC236}">
                  <a16:creationId xmlns:a16="http://schemas.microsoft.com/office/drawing/2014/main" id="{1F5BAA3F-9845-4F89-A2DD-8222D3E4EDAC}"/>
                </a:ext>
              </a:extLst>
            </p:cNvPr>
            <p:cNvSpPr/>
            <p:nvPr/>
          </p:nvSpPr>
          <p:spPr>
            <a:xfrm>
              <a:off x="424117" y="898245"/>
              <a:ext cx="628306" cy="387090"/>
            </a:xfrm>
            <a:prstGeom prst="parallelogram">
              <a:avLst/>
            </a:prstGeom>
            <a:solidFill>
              <a:schemeClr val="accent3">
                <a:lumMod val="75000"/>
              </a:schemeClr>
            </a:solidFill>
            <a:ln>
              <a:solidFill>
                <a:schemeClr val="accent3">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CN" sz="2200" dirty="0">
                  <a:latin typeface="Impact" panose="020B0806030902050204" pitchFamily="34" charset="0"/>
                </a:rPr>
                <a:t>01</a:t>
              </a:r>
              <a:endParaRPr lang="zh-CN" altLang="en-US" sz="2200" dirty="0">
                <a:latin typeface="Impact" panose="020B0806030902050204" pitchFamily="34" charset="0"/>
              </a:endParaRPr>
            </a:p>
          </p:txBody>
        </p:sp>
        <p:sp>
          <p:nvSpPr>
            <p:cNvPr id="3" name="文本框 2">
              <a:extLst>
                <a:ext uri="{FF2B5EF4-FFF2-40B4-BE49-F238E27FC236}">
                  <a16:creationId xmlns:a16="http://schemas.microsoft.com/office/drawing/2014/main" id="{4D6BD736-A4D3-4F26-AFED-36E11F50F70B}"/>
                </a:ext>
              </a:extLst>
            </p:cNvPr>
            <p:cNvSpPr txBox="1"/>
            <p:nvPr/>
          </p:nvSpPr>
          <p:spPr>
            <a:xfrm>
              <a:off x="1052423" y="898245"/>
              <a:ext cx="5564038" cy="400110"/>
            </a:xfrm>
            <a:prstGeom prst="rect">
              <a:avLst/>
            </a:prstGeom>
            <a:noFill/>
          </p:spPr>
          <p:txBody>
            <a:bodyPr wrap="square" rtlCol="0">
              <a:spAutoFit/>
            </a:bodyPr>
            <a:lstStyle/>
            <a:p>
              <a:r>
                <a:rPr lang="zh-CN" altLang="en-US" sz="2000" b="1" dirty="0"/>
                <a:t>回退</a:t>
              </a:r>
              <a:r>
                <a:rPr lang="en-US" altLang="zh-CN" sz="2000" b="1" dirty="0"/>
                <a:t>N</a:t>
              </a:r>
              <a:r>
                <a:rPr lang="zh-CN" altLang="en-US" sz="2000" b="1" dirty="0"/>
                <a:t>帧协议</a:t>
              </a:r>
            </a:p>
          </p:txBody>
        </p:sp>
      </p:grpSp>
      <p:grpSp>
        <p:nvGrpSpPr>
          <p:cNvPr id="7" name="组合 6">
            <a:extLst>
              <a:ext uri="{FF2B5EF4-FFF2-40B4-BE49-F238E27FC236}">
                <a16:creationId xmlns:a16="http://schemas.microsoft.com/office/drawing/2014/main" id="{9B450704-31C2-46D3-8583-B9859A3BE9DA}"/>
              </a:ext>
            </a:extLst>
          </p:cNvPr>
          <p:cNvGrpSpPr/>
          <p:nvPr/>
        </p:nvGrpSpPr>
        <p:grpSpPr>
          <a:xfrm>
            <a:off x="776253" y="1149141"/>
            <a:ext cx="11110947" cy="1566335"/>
            <a:chOff x="776253" y="1149141"/>
            <a:chExt cx="11110947" cy="1566335"/>
          </a:xfrm>
        </p:grpSpPr>
        <p:sp>
          <p:nvSpPr>
            <p:cNvPr id="6" name="文本框 5">
              <a:extLst>
                <a:ext uri="{FF2B5EF4-FFF2-40B4-BE49-F238E27FC236}">
                  <a16:creationId xmlns:a16="http://schemas.microsoft.com/office/drawing/2014/main" id="{0E44FCD9-F99B-4E8E-A951-0096F7B40D37}"/>
                </a:ext>
              </a:extLst>
            </p:cNvPr>
            <p:cNvSpPr txBox="1"/>
            <p:nvPr/>
          </p:nvSpPr>
          <p:spPr>
            <a:xfrm>
              <a:off x="776253" y="1149141"/>
              <a:ext cx="11110947" cy="1200329"/>
            </a:xfrm>
            <a:prstGeom prst="rect">
              <a:avLst/>
            </a:prstGeom>
            <a:noFill/>
          </p:spPr>
          <p:txBody>
            <a:bodyPr wrap="square" rtlCol="0">
              <a:spAutoFit/>
            </a:bodyPr>
            <a:lstStyle/>
            <a:p>
              <a:r>
                <a:rPr lang="en-US" altLang="zh-CN" b="1" dirty="0">
                  <a:latin typeface="Arial Narrow" panose="020B0606020202030204" pitchFamily="34" charset="0"/>
                </a:rPr>
                <a:t>【2014</a:t>
              </a:r>
              <a:r>
                <a:rPr lang="zh-CN" altLang="en-US" b="1" dirty="0">
                  <a:latin typeface="Arial Narrow" panose="020B0606020202030204" pitchFamily="34" charset="0"/>
                </a:rPr>
                <a:t>年 题</a:t>
              </a:r>
              <a:r>
                <a:rPr lang="en-US" altLang="zh-CN" b="1" dirty="0">
                  <a:latin typeface="Arial Narrow" panose="020B0606020202030204" pitchFamily="34" charset="0"/>
                </a:rPr>
                <a:t>36】</a:t>
              </a:r>
              <a:r>
                <a:rPr lang="zh-CN" altLang="en-US" b="1" dirty="0">
                  <a:latin typeface="Arial Narrow" panose="020B0606020202030204" pitchFamily="34" charset="0"/>
                </a:rPr>
                <a:t>主机甲与主机乙之间使用后退</a:t>
              </a:r>
              <a:r>
                <a:rPr lang="en-US" altLang="zh-CN" b="1" dirty="0">
                  <a:latin typeface="Arial Narrow" panose="020B0606020202030204" pitchFamily="34" charset="0"/>
                </a:rPr>
                <a:t>N</a:t>
              </a:r>
              <a:r>
                <a:rPr lang="zh-CN" altLang="en-US" b="1" dirty="0">
                  <a:latin typeface="Arial Narrow" panose="020B0606020202030204" pitchFamily="34" charset="0"/>
                </a:rPr>
                <a:t>帧（</a:t>
              </a:r>
              <a:r>
                <a:rPr lang="en-US" altLang="zh-CN" b="1" dirty="0">
                  <a:latin typeface="Arial Narrow" panose="020B0606020202030204" pitchFamily="34" charset="0"/>
                </a:rPr>
                <a:t>GBN</a:t>
              </a:r>
              <a:r>
                <a:rPr lang="zh-CN" altLang="en-US" b="1" dirty="0">
                  <a:latin typeface="Arial Narrow" panose="020B0606020202030204" pitchFamily="34" charset="0"/>
                </a:rPr>
                <a:t>）协议传输数据，甲的发送窗口尺寸为</a:t>
              </a:r>
              <a:r>
                <a:rPr lang="en-US" altLang="zh-CN" b="1" dirty="0">
                  <a:latin typeface="Arial Narrow" panose="020B0606020202030204" pitchFamily="34" charset="0"/>
                </a:rPr>
                <a:t>1000</a:t>
              </a:r>
              <a:r>
                <a:rPr lang="zh-CN" altLang="en-US" b="1" dirty="0">
                  <a:latin typeface="Arial Narrow" panose="020B0606020202030204" pitchFamily="34" charset="0"/>
                </a:rPr>
                <a:t>，</a:t>
              </a:r>
              <a:endParaRPr lang="en-US" altLang="zh-CN" b="1" dirty="0">
                <a:latin typeface="Arial Narrow" panose="020B0606020202030204" pitchFamily="34" charset="0"/>
              </a:endParaRPr>
            </a:p>
            <a:p>
              <a:r>
                <a:rPr lang="en-US" altLang="zh-CN" b="1" dirty="0">
                  <a:latin typeface="Arial Narrow" panose="020B0606020202030204" pitchFamily="34" charset="0"/>
                </a:rPr>
                <a:t>                              </a:t>
              </a:r>
              <a:r>
                <a:rPr lang="zh-CN" altLang="en-US" b="1" dirty="0">
                  <a:latin typeface="Arial Narrow" panose="020B0606020202030204" pitchFamily="34" charset="0"/>
                </a:rPr>
                <a:t>数据帧长为</a:t>
              </a:r>
              <a:r>
                <a:rPr lang="en-US" altLang="zh-CN" b="1" dirty="0">
                  <a:latin typeface="Arial Narrow" panose="020B0606020202030204" pitchFamily="34" charset="0"/>
                </a:rPr>
                <a:t>1000</a:t>
              </a:r>
              <a:r>
                <a:rPr lang="zh-CN" altLang="en-US" b="1" dirty="0">
                  <a:latin typeface="Arial Narrow" panose="020B0606020202030204" pitchFamily="34" charset="0"/>
                </a:rPr>
                <a:t>字节，信道带宽为</a:t>
              </a:r>
              <a:r>
                <a:rPr lang="en-US" altLang="zh-CN" b="1" dirty="0">
                  <a:latin typeface="Arial Narrow" panose="020B0606020202030204" pitchFamily="34" charset="0"/>
                </a:rPr>
                <a:t>100Mbps</a:t>
              </a:r>
              <a:r>
                <a:rPr lang="zh-CN" altLang="en-US" b="1" dirty="0">
                  <a:latin typeface="Arial Narrow" panose="020B0606020202030204" pitchFamily="34" charset="0"/>
                </a:rPr>
                <a:t>，乙每收到一个数据帧就立即利用一个</a:t>
              </a:r>
              <a:endParaRPr lang="en-US" altLang="zh-CN" b="1" dirty="0">
                <a:latin typeface="Arial Narrow" panose="020B0606020202030204" pitchFamily="34" charset="0"/>
              </a:endParaRPr>
            </a:p>
            <a:p>
              <a:r>
                <a:rPr lang="en-US" altLang="zh-CN" b="1" dirty="0">
                  <a:latin typeface="Arial Narrow" panose="020B0606020202030204" pitchFamily="34" charset="0"/>
                </a:rPr>
                <a:t>                              </a:t>
              </a:r>
              <a:r>
                <a:rPr lang="zh-CN" altLang="en-US" b="1" dirty="0">
                  <a:latin typeface="Arial Narrow" panose="020B0606020202030204" pitchFamily="34" charset="0"/>
                </a:rPr>
                <a:t>短帧（忽略其传输延迟）进行确认，若甲乙之间的单向传播延迟是</a:t>
              </a:r>
              <a:r>
                <a:rPr lang="en-US" altLang="zh-CN" b="1" dirty="0">
                  <a:latin typeface="Arial Narrow" panose="020B0606020202030204" pitchFamily="34" charset="0"/>
                </a:rPr>
                <a:t>50ms</a:t>
              </a:r>
              <a:r>
                <a:rPr lang="zh-CN" altLang="en-US" b="1" dirty="0">
                  <a:latin typeface="Arial Narrow" panose="020B0606020202030204" pitchFamily="34" charset="0"/>
                </a:rPr>
                <a:t>，则甲可以</a:t>
              </a:r>
              <a:endParaRPr lang="en-US" altLang="zh-CN" b="1" dirty="0">
                <a:latin typeface="Arial Narrow" panose="020B0606020202030204" pitchFamily="34" charset="0"/>
              </a:endParaRPr>
            </a:p>
            <a:p>
              <a:r>
                <a:rPr lang="en-US" altLang="zh-CN" b="1" dirty="0">
                  <a:latin typeface="Arial Narrow" panose="020B0606020202030204" pitchFamily="34" charset="0"/>
                </a:rPr>
                <a:t>                              </a:t>
              </a:r>
              <a:r>
                <a:rPr lang="zh-CN" altLang="en-US" b="1" dirty="0">
                  <a:latin typeface="Arial Narrow" panose="020B0606020202030204" pitchFamily="34" charset="0"/>
                </a:rPr>
                <a:t>达到的最大平均数据传输速率约为（      ）。</a:t>
              </a:r>
            </a:p>
          </p:txBody>
        </p:sp>
        <p:sp>
          <p:nvSpPr>
            <p:cNvPr id="56" name="文本框 55">
              <a:extLst>
                <a:ext uri="{FF2B5EF4-FFF2-40B4-BE49-F238E27FC236}">
                  <a16:creationId xmlns:a16="http://schemas.microsoft.com/office/drawing/2014/main" id="{BBE35731-FF30-47AE-BF68-D2DB837317D9}"/>
                </a:ext>
              </a:extLst>
            </p:cNvPr>
            <p:cNvSpPr txBox="1"/>
            <p:nvPr/>
          </p:nvSpPr>
          <p:spPr>
            <a:xfrm>
              <a:off x="2382484" y="2346144"/>
              <a:ext cx="1230676" cy="369332"/>
            </a:xfrm>
            <a:prstGeom prst="rect">
              <a:avLst/>
            </a:prstGeom>
            <a:noFill/>
          </p:spPr>
          <p:txBody>
            <a:bodyPr wrap="square" rtlCol="0">
              <a:spAutoFit/>
            </a:bodyPr>
            <a:lstStyle/>
            <a:p>
              <a:r>
                <a:rPr lang="en-US" altLang="zh-CN" b="1" dirty="0">
                  <a:latin typeface="Arial Narrow" panose="020B0606020202030204" pitchFamily="34" charset="0"/>
                </a:rPr>
                <a:t>A. 10Mbps</a:t>
              </a:r>
              <a:endParaRPr lang="zh-CN" altLang="en-US" b="1" dirty="0">
                <a:latin typeface="Arial Narrow" panose="020B0606020202030204" pitchFamily="34" charset="0"/>
              </a:endParaRPr>
            </a:p>
          </p:txBody>
        </p:sp>
        <p:sp>
          <p:nvSpPr>
            <p:cNvPr id="60" name="文本框 59">
              <a:extLst>
                <a:ext uri="{FF2B5EF4-FFF2-40B4-BE49-F238E27FC236}">
                  <a16:creationId xmlns:a16="http://schemas.microsoft.com/office/drawing/2014/main" id="{78825FA1-607A-4759-AEAD-FC2B64C56D84}"/>
                </a:ext>
              </a:extLst>
            </p:cNvPr>
            <p:cNvSpPr txBox="1"/>
            <p:nvPr/>
          </p:nvSpPr>
          <p:spPr>
            <a:xfrm>
              <a:off x="4437881" y="2346144"/>
              <a:ext cx="1231797" cy="369332"/>
            </a:xfrm>
            <a:prstGeom prst="rect">
              <a:avLst/>
            </a:prstGeom>
            <a:noFill/>
          </p:spPr>
          <p:txBody>
            <a:bodyPr wrap="square" rtlCol="0">
              <a:spAutoFit/>
            </a:bodyPr>
            <a:lstStyle/>
            <a:p>
              <a:r>
                <a:rPr lang="en-US" altLang="zh-CN" b="1" dirty="0">
                  <a:latin typeface="Arial Narrow" panose="020B0606020202030204" pitchFamily="34" charset="0"/>
                </a:rPr>
                <a:t>B. 20Mbps</a:t>
              </a:r>
              <a:endParaRPr lang="zh-CN" altLang="en-US" b="1" dirty="0">
                <a:latin typeface="Arial Narrow" panose="020B0606020202030204" pitchFamily="34" charset="0"/>
              </a:endParaRPr>
            </a:p>
          </p:txBody>
        </p:sp>
        <p:sp>
          <p:nvSpPr>
            <p:cNvPr id="61" name="文本框 60">
              <a:extLst>
                <a:ext uri="{FF2B5EF4-FFF2-40B4-BE49-F238E27FC236}">
                  <a16:creationId xmlns:a16="http://schemas.microsoft.com/office/drawing/2014/main" id="{AE3277B1-DBEB-44F9-A42D-29A6B767A075}"/>
                </a:ext>
              </a:extLst>
            </p:cNvPr>
            <p:cNvSpPr txBox="1"/>
            <p:nvPr/>
          </p:nvSpPr>
          <p:spPr>
            <a:xfrm>
              <a:off x="6494399" y="2346144"/>
              <a:ext cx="1154465" cy="369332"/>
            </a:xfrm>
            <a:prstGeom prst="rect">
              <a:avLst/>
            </a:prstGeom>
            <a:noFill/>
          </p:spPr>
          <p:txBody>
            <a:bodyPr wrap="square" rtlCol="0">
              <a:spAutoFit/>
            </a:bodyPr>
            <a:lstStyle/>
            <a:p>
              <a:r>
                <a:rPr lang="en-US" altLang="zh-CN" b="1" dirty="0">
                  <a:latin typeface="Arial Narrow" panose="020B0606020202030204" pitchFamily="34" charset="0"/>
                </a:rPr>
                <a:t>C. 80Mbps</a:t>
              </a:r>
              <a:endParaRPr lang="zh-CN" altLang="en-US" b="1" dirty="0">
                <a:latin typeface="Arial Narrow" panose="020B0606020202030204" pitchFamily="34" charset="0"/>
              </a:endParaRPr>
            </a:p>
          </p:txBody>
        </p:sp>
        <p:sp>
          <p:nvSpPr>
            <p:cNvPr id="62" name="文本框 61">
              <a:extLst>
                <a:ext uri="{FF2B5EF4-FFF2-40B4-BE49-F238E27FC236}">
                  <a16:creationId xmlns:a16="http://schemas.microsoft.com/office/drawing/2014/main" id="{399ADF5E-0FBC-407D-906E-862EDF099EBE}"/>
                </a:ext>
              </a:extLst>
            </p:cNvPr>
            <p:cNvSpPr txBox="1"/>
            <p:nvPr/>
          </p:nvSpPr>
          <p:spPr>
            <a:xfrm>
              <a:off x="8473586" y="2346144"/>
              <a:ext cx="1335930" cy="369332"/>
            </a:xfrm>
            <a:prstGeom prst="rect">
              <a:avLst/>
            </a:prstGeom>
            <a:noFill/>
          </p:spPr>
          <p:txBody>
            <a:bodyPr wrap="square" rtlCol="0">
              <a:spAutoFit/>
            </a:bodyPr>
            <a:lstStyle/>
            <a:p>
              <a:r>
                <a:rPr lang="en-US" altLang="zh-CN" b="1" dirty="0">
                  <a:latin typeface="Arial Narrow" panose="020B0606020202030204" pitchFamily="34" charset="0"/>
                </a:rPr>
                <a:t>D. 100Mbps</a:t>
              </a:r>
              <a:endParaRPr lang="zh-CN" altLang="en-US" b="1" dirty="0">
                <a:latin typeface="Arial Narrow" panose="020B0606020202030204" pitchFamily="34" charset="0"/>
              </a:endParaRPr>
            </a:p>
          </p:txBody>
        </p:sp>
      </p:grpSp>
      <p:sp>
        <p:nvSpPr>
          <p:cNvPr id="63" name="文本框 62">
            <a:extLst>
              <a:ext uri="{FF2B5EF4-FFF2-40B4-BE49-F238E27FC236}">
                <a16:creationId xmlns:a16="http://schemas.microsoft.com/office/drawing/2014/main" id="{1AE61273-7553-4AE5-B8C6-6C2E7FBC5B8B}"/>
              </a:ext>
            </a:extLst>
          </p:cNvPr>
          <p:cNvSpPr txBox="1"/>
          <p:nvPr/>
        </p:nvSpPr>
        <p:spPr>
          <a:xfrm>
            <a:off x="5962241" y="1919272"/>
            <a:ext cx="590962" cy="523220"/>
          </a:xfrm>
          <a:prstGeom prst="rect">
            <a:avLst/>
          </a:prstGeom>
          <a:noFill/>
        </p:spPr>
        <p:txBody>
          <a:bodyPr wrap="square" rtlCol="0">
            <a:spAutoFit/>
          </a:bodyPr>
          <a:lstStyle/>
          <a:p>
            <a:pPr algn="ctr"/>
            <a:r>
              <a:rPr lang="en-US" altLang="zh-CN" sz="2800" b="1" dirty="0">
                <a:solidFill>
                  <a:schemeClr val="accent1">
                    <a:lumMod val="75000"/>
                  </a:schemeClr>
                </a:solidFill>
                <a:latin typeface="Arial Black" panose="020B0A04020102020204" pitchFamily="34" charset="0"/>
              </a:rPr>
              <a:t>C</a:t>
            </a:r>
            <a:endParaRPr lang="zh-CN" altLang="en-US" sz="2800" b="1" dirty="0">
              <a:solidFill>
                <a:schemeClr val="accent1">
                  <a:lumMod val="75000"/>
                </a:schemeClr>
              </a:solidFill>
              <a:latin typeface="Arial Black" panose="020B0A04020102020204" pitchFamily="34" charset="0"/>
            </a:endParaRPr>
          </a:p>
        </p:txBody>
      </p:sp>
      <p:sp>
        <p:nvSpPr>
          <p:cNvPr id="64" name="文本框 63">
            <a:extLst>
              <a:ext uri="{FF2B5EF4-FFF2-40B4-BE49-F238E27FC236}">
                <a16:creationId xmlns:a16="http://schemas.microsoft.com/office/drawing/2014/main" id="{2E99F5F0-367E-490C-8AD2-82A09944014F}"/>
              </a:ext>
            </a:extLst>
          </p:cNvPr>
          <p:cNvSpPr txBox="1"/>
          <p:nvPr/>
        </p:nvSpPr>
        <p:spPr>
          <a:xfrm>
            <a:off x="933106" y="2688851"/>
            <a:ext cx="797018" cy="369332"/>
          </a:xfrm>
          <a:prstGeom prst="rect">
            <a:avLst/>
          </a:prstGeom>
          <a:noFill/>
        </p:spPr>
        <p:txBody>
          <a:bodyPr wrap="square" rtlCol="0">
            <a:spAutoFit/>
          </a:bodyPr>
          <a:lstStyle/>
          <a:p>
            <a:r>
              <a:rPr lang="zh-CN" altLang="en-US" b="1" dirty="0">
                <a:latin typeface="Arial Narrow" panose="020B0606020202030204" pitchFamily="34" charset="0"/>
              </a:rPr>
              <a:t>解析</a:t>
            </a:r>
          </a:p>
        </p:txBody>
      </p:sp>
      <p:grpSp>
        <p:nvGrpSpPr>
          <p:cNvPr id="15" name="组合 14">
            <a:extLst>
              <a:ext uri="{FF2B5EF4-FFF2-40B4-BE49-F238E27FC236}">
                <a16:creationId xmlns:a16="http://schemas.microsoft.com/office/drawing/2014/main" id="{CF0762D9-A2F4-4555-AA17-61028C94C4BE}"/>
              </a:ext>
            </a:extLst>
          </p:cNvPr>
          <p:cNvGrpSpPr/>
          <p:nvPr/>
        </p:nvGrpSpPr>
        <p:grpSpPr>
          <a:xfrm>
            <a:off x="1611881" y="2806399"/>
            <a:ext cx="10092106" cy="2086969"/>
            <a:chOff x="1611881" y="2806399"/>
            <a:chExt cx="10092106" cy="2086969"/>
          </a:xfrm>
        </p:grpSpPr>
        <p:sp>
          <p:nvSpPr>
            <p:cNvPr id="5" name="矩形 4">
              <a:extLst>
                <a:ext uri="{FF2B5EF4-FFF2-40B4-BE49-F238E27FC236}">
                  <a16:creationId xmlns:a16="http://schemas.microsoft.com/office/drawing/2014/main" id="{51670364-DBF9-4A94-9C7E-FD1F2E935865}"/>
                </a:ext>
              </a:extLst>
            </p:cNvPr>
            <p:cNvSpPr/>
            <p:nvPr/>
          </p:nvSpPr>
          <p:spPr>
            <a:xfrm>
              <a:off x="1730123" y="4386830"/>
              <a:ext cx="894665" cy="506538"/>
            </a:xfrm>
            <a:prstGeom prst="rect">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zh-CN" altLang="en-US" b="1" dirty="0">
                  <a:solidFill>
                    <a:schemeClr val="tx1"/>
                  </a:solidFill>
                </a:rPr>
                <a:t>主机甲</a:t>
              </a:r>
            </a:p>
          </p:txBody>
        </p:sp>
        <p:sp>
          <p:nvSpPr>
            <p:cNvPr id="14" name="矩形 13">
              <a:extLst>
                <a:ext uri="{FF2B5EF4-FFF2-40B4-BE49-F238E27FC236}">
                  <a16:creationId xmlns:a16="http://schemas.microsoft.com/office/drawing/2014/main" id="{D8413A9D-F0A1-439B-B578-093B3C42C866}"/>
                </a:ext>
              </a:extLst>
            </p:cNvPr>
            <p:cNvSpPr/>
            <p:nvPr/>
          </p:nvSpPr>
          <p:spPr>
            <a:xfrm>
              <a:off x="1730123" y="2922462"/>
              <a:ext cx="894665" cy="506538"/>
            </a:xfrm>
            <a:prstGeom prst="rect">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zh-CN" altLang="en-US" b="1" dirty="0">
                  <a:solidFill>
                    <a:schemeClr val="tx1"/>
                  </a:solidFill>
                </a:rPr>
                <a:t>主机乙</a:t>
              </a:r>
            </a:p>
          </p:txBody>
        </p:sp>
        <p:cxnSp>
          <p:nvCxnSpPr>
            <p:cNvPr id="9" name="直接箭头连接符 8">
              <a:extLst>
                <a:ext uri="{FF2B5EF4-FFF2-40B4-BE49-F238E27FC236}">
                  <a16:creationId xmlns:a16="http://schemas.microsoft.com/office/drawing/2014/main" id="{175462E6-C2E7-4A1B-BBDD-36551CBF4C75}"/>
                </a:ext>
              </a:extLst>
            </p:cNvPr>
            <p:cNvCxnSpPr>
              <a:stCxn id="14" idx="3"/>
            </p:cNvCxnSpPr>
            <p:nvPr/>
          </p:nvCxnSpPr>
          <p:spPr>
            <a:xfrm>
              <a:off x="2624788" y="3175731"/>
              <a:ext cx="9078216" cy="0"/>
            </a:xfrm>
            <a:prstGeom prst="straightConnector1">
              <a:avLst/>
            </a:prstGeom>
            <a:ln w="12700">
              <a:solidFill>
                <a:schemeClr val="tx1"/>
              </a:solidFill>
              <a:tailEnd type="triangle"/>
            </a:ln>
          </p:spPr>
          <p:style>
            <a:lnRef idx="1">
              <a:schemeClr val="accent1"/>
            </a:lnRef>
            <a:fillRef idx="0">
              <a:schemeClr val="accent1"/>
            </a:fillRef>
            <a:effectRef idx="0">
              <a:schemeClr val="accent1"/>
            </a:effectRef>
            <a:fontRef idx="minor">
              <a:schemeClr val="tx1"/>
            </a:fontRef>
          </p:style>
        </p:cxnSp>
        <p:cxnSp>
          <p:nvCxnSpPr>
            <p:cNvPr id="11" name="直接箭头连接符 10">
              <a:extLst>
                <a:ext uri="{FF2B5EF4-FFF2-40B4-BE49-F238E27FC236}">
                  <a16:creationId xmlns:a16="http://schemas.microsoft.com/office/drawing/2014/main" id="{587FA5E0-FFF7-4B5B-88A5-2AC4FE5448C6}"/>
                </a:ext>
              </a:extLst>
            </p:cNvPr>
            <p:cNvCxnSpPr>
              <a:stCxn id="5" idx="3"/>
            </p:cNvCxnSpPr>
            <p:nvPr/>
          </p:nvCxnSpPr>
          <p:spPr>
            <a:xfrm>
              <a:off x="2624787" y="4640099"/>
              <a:ext cx="9079200" cy="0"/>
            </a:xfrm>
            <a:prstGeom prst="straightConnector1">
              <a:avLst/>
            </a:prstGeom>
            <a:ln w="12700">
              <a:solidFill>
                <a:schemeClr val="tx1"/>
              </a:solidFill>
              <a:tailEnd type="triangle"/>
            </a:ln>
          </p:spPr>
          <p:style>
            <a:lnRef idx="1">
              <a:schemeClr val="accent1"/>
            </a:lnRef>
            <a:fillRef idx="0">
              <a:schemeClr val="accent1"/>
            </a:fillRef>
            <a:effectRef idx="0">
              <a:schemeClr val="accent1"/>
            </a:effectRef>
            <a:fontRef idx="minor">
              <a:schemeClr val="tx1"/>
            </a:fontRef>
          </p:style>
        </p:cxnSp>
        <p:sp>
          <p:nvSpPr>
            <p:cNvPr id="12" name="文本框 11">
              <a:extLst>
                <a:ext uri="{FF2B5EF4-FFF2-40B4-BE49-F238E27FC236}">
                  <a16:creationId xmlns:a16="http://schemas.microsoft.com/office/drawing/2014/main" id="{028CBCF2-17B4-4024-A080-2F82F262F839}"/>
                </a:ext>
              </a:extLst>
            </p:cNvPr>
            <p:cNvSpPr txBox="1"/>
            <p:nvPr/>
          </p:nvSpPr>
          <p:spPr>
            <a:xfrm>
              <a:off x="11465937" y="2806399"/>
              <a:ext cx="237067" cy="369332"/>
            </a:xfrm>
            <a:prstGeom prst="rect">
              <a:avLst/>
            </a:prstGeom>
            <a:noFill/>
          </p:spPr>
          <p:txBody>
            <a:bodyPr wrap="square" rtlCol="0">
              <a:spAutoFit/>
            </a:bodyPr>
            <a:lstStyle/>
            <a:p>
              <a:r>
                <a:rPr lang="en-US" altLang="zh-CN" b="1" dirty="0"/>
                <a:t>t</a:t>
              </a:r>
              <a:endParaRPr lang="zh-CN" altLang="en-US" b="1" dirty="0"/>
            </a:p>
          </p:txBody>
        </p:sp>
        <p:sp>
          <p:nvSpPr>
            <p:cNvPr id="21" name="文本框 20">
              <a:extLst>
                <a:ext uri="{FF2B5EF4-FFF2-40B4-BE49-F238E27FC236}">
                  <a16:creationId xmlns:a16="http://schemas.microsoft.com/office/drawing/2014/main" id="{808ADD2E-4994-4F8D-914B-1BF9985D43B9}"/>
                </a:ext>
              </a:extLst>
            </p:cNvPr>
            <p:cNvSpPr txBox="1"/>
            <p:nvPr/>
          </p:nvSpPr>
          <p:spPr>
            <a:xfrm>
              <a:off x="11465937" y="4270766"/>
              <a:ext cx="237067" cy="369332"/>
            </a:xfrm>
            <a:prstGeom prst="rect">
              <a:avLst/>
            </a:prstGeom>
            <a:noFill/>
          </p:spPr>
          <p:txBody>
            <a:bodyPr wrap="square" rtlCol="0">
              <a:spAutoFit/>
            </a:bodyPr>
            <a:lstStyle/>
            <a:p>
              <a:r>
                <a:rPr lang="en-US" altLang="zh-CN" b="1" dirty="0"/>
                <a:t>t</a:t>
              </a:r>
              <a:endParaRPr lang="zh-CN" altLang="en-US" b="1" dirty="0"/>
            </a:p>
          </p:txBody>
        </p:sp>
        <p:sp>
          <p:nvSpPr>
            <p:cNvPr id="13" name="文本框 12">
              <a:extLst>
                <a:ext uri="{FF2B5EF4-FFF2-40B4-BE49-F238E27FC236}">
                  <a16:creationId xmlns:a16="http://schemas.microsoft.com/office/drawing/2014/main" id="{29DCD4C0-B40F-4F23-ADEF-11977810C7D9}"/>
                </a:ext>
              </a:extLst>
            </p:cNvPr>
            <p:cNvSpPr txBox="1"/>
            <p:nvPr/>
          </p:nvSpPr>
          <p:spPr>
            <a:xfrm>
              <a:off x="1611881" y="3631175"/>
              <a:ext cx="1131147" cy="646331"/>
            </a:xfrm>
            <a:prstGeom prst="rect">
              <a:avLst/>
            </a:prstGeom>
            <a:noFill/>
          </p:spPr>
          <p:txBody>
            <a:bodyPr wrap="square" rtlCol="0">
              <a:spAutoFit/>
            </a:bodyPr>
            <a:lstStyle/>
            <a:p>
              <a:pPr algn="ctr"/>
              <a:r>
                <a:rPr lang="zh-CN" altLang="en-US" b="1" dirty="0"/>
                <a:t>后退</a:t>
              </a:r>
              <a:r>
                <a:rPr lang="en-US" altLang="zh-CN" b="1" dirty="0"/>
                <a:t>N</a:t>
              </a:r>
              <a:r>
                <a:rPr lang="zh-CN" altLang="en-US" b="1" dirty="0"/>
                <a:t>帧</a:t>
              </a:r>
              <a:endParaRPr lang="en-US" altLang="zh-CN" b="1" dirty="0"/>
            </a:p>
            <a:p>
              <a:pPr algn="ctr"/>
              <a:r>
                <a:rPr lang="zh-CN" altLang="en-US" b="1" dirty="0"/>
                <a:t>协议</a:t>
              </a:r>
            </a:p>
          </p:txBody>
        </p:sp>
      </p:grpSp>
      <p:grpSp>
        <p:nvGrpSpPr>
          <p:cNvPr id="24" name="组合 23">
            <a:extLst>
              <a:ext uri="{FF2B5EF4-FFF2-40B4-BE49-F238E27FC236}">
                <a16:creationId xmlns:a16="http://schemas.microsoft.com/office/drawing/2014/main" id="{7752B5B6-934F-4A42-AB59-AECAEEE5DDB5}"/>
              </a:ext>
            </a:extLst>
          </p:cNvPr>
          <p:cNvGrpSpPr/>
          <p:nvPr/>
        </p:nvGrpSpPr>
        <p:grpSpPr>
          <a:xfrm>
            <a:off x="2707755" y="3175732"/>
            <a:ext cx="2446751" cy="1464366"/>
            <a:chOff x="2707755" y="3175732"/>
            <a:chExt cx="2446751" cy="1464366"/>
          </a:xfrm>
        </p:grpSpPr>
        <p:sp>
          <p:nvSpPr>
            <p:cNvPr id="16" name="平行四边形 15">
              <a:extLst>
                <a:ext uri="{FF2B5EF4-FFF2-40B4-BE49-F238E27FC236}">
                  <a16:creationId xmlns:a16="http://schemas.microsoft.com/office/drawing/2014/main" id="{17451B6E-AD26-400D-91E6-37C75B654107}"/>
                </a:ext>
              </a:extLst>
            </p:cNvPr>
            <p:cNvSpPr/>
            <p:nvPr/>
          </p:nvSpPr>
          <p:spPr>
            <a:xfrm>
              <a:off x="2707755" y="3175732"/>
              <a:ext cx="2446751" cy="1464366"/>
            </a:xfrm>
            <a:prstGeom prst="parallelogram">
              <a:avLst>
                <a:gd name="adj" fmla="val 107209"/>
              </a:avLst>
            </a:prstGeom>
            <a:solidFill>
              <a:schemeClr val="accent3"/>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b="1" dirty="0"/>
            </a:p>
          </p:txBody>
        </p:sp>
        <p:sp>
          <p:nvSpPr>
            <p:cNvPr id="29" name="文本框 28">
              <a:extLst>
                <a:ext uri="{FF2B5EF4-FFF2-40B4-BE49-F238E27FC236}">
                  <a16:creationId xmlns:a16="http://schemas.microsoft.com/office/drawing/2014/main" id="{EBE3AA8D-0994-455A-B817-173CB871230A}"/>
                </a:ext>
              </a:extLst>
            </p:cNvPr>
            <p:cNvSpPr txBox="1"/>
            <p:nvPr/>
          </p:nvSpPr>
          <p:spPr>
            <a:xfrm rot="19037316">
              <a:off x="3132106" y="3638189"/>
              <a:ext cx="1503377" cy="646331"/>
            </a:xfrm>
            <a:prstGeom prst="rect">
              <a:avLst/>
            </a:prstGeom>
            <a:noFill/>
          </p:spPr>
          <p:txBody>
            <a:bodyPr wrap="square" rtlCol="0">
              <a:spAutoFit/>
            </a:bodyPr>
            <a:lstStyle/>
            <a:p>
              <a:pPr algn="ctr"/>
              <a:r>
                <a:rPr lang="en-US" altLang="zh-CN" b="1" dirty="0">
                  <a:solidFill>
                    <a:schemeClr val="bg1"/>
                  </a:solidFill>
                  <a:latin typeface="Arial Narrow" panose="020B0606020202030204" pitchFamily="34" charset="0"/>
                </a:rPr>
                <a:t>1</a:t>
              </a:r>
              <a:r>
                <a:rPr lang="zh-CN" altLang="en-US" b="1" dirty="0">
                  <a:solidFill>
                    <a:schemeClr val="bg1"/>
                  </a:solidFill>
                  <a:latin typeface="Arial Narrow" panose="020B0606020202030204" pitchFamily="34" charset="0"/>
                </a:rPr>
                <a:t>号数据帧</a:t>
              </a:r>
              <a:endParaRPr lang="en-US" altLang="zh-CN" b="1" dirty="0">
                <a:solidFill>
                  <a:schemeClr val="bg1"/>
                </a:solidFill>
                <a:latin typeface="Arial Narrow" panose="020B0606020202030204" pitchFamily="34" charset="0"/>
              </a:endParaRPr>
            </a:p>
            <a:p>
              <a:pPr algn="ctr"/>
              <a:r>
                <a:rPr lang="en-US" altLang="zh-CN" b="1" dirty="0">
                  <a:solidFill>
                    <a:schemeClr val="bg1"/>
                  </a:solidFill>
                  <a:latin typeface="Arial Narrow" panose="020B0606020202030204" pitchFamily="34" charset="0"/>
                </a:rPr>
                <a:t>1000</a:t>
              </a:r>
              <a:r>
                <a:rPr lang="zh-CN" altLang="en-US" b="1" dirty="0">
                  <a:solidFill>
                    <a:schemeClr val="bg1"/>
                  </a:solidFill>
                  <a:latin typeface="Arial Narrow" panose="020B0606020202030204" pitchFamily="34" charset="0"/>
                </a:rPr>
                <a:t>字节</a:t>
              </a:r>
            </a:p>
          </p:txBody>
        </p:sp>
      </p:grpSp>
      <p:grpSp>
        <p:nvGrpSpPr>
          <p:cNvPr id="33" name="组合 32">
            <a:extLst>
              <a:ext uri="{FF2B5EF4-FFF2-40B4-BE49-F238E27FC236}">
                <a16:creationId xmlns:a16="http://schemas.microsoft.com/office/drawing/2014/main" id="{8220FF25-C396-4643-906E-1EDFB495E64C}"/>
              </a:ext>
            </a:extLst>
          </p:cNvPr>
          <p:cNvGrpSpPr/>
          <p:nvPr/>
        </p:nvGrpSpPr>
        <p:grpSpPr>
          <a:xfrm>
            <a:off x="3588874" y="3170328"/>
            <a:ext cx="2446751" cy="1464366"/>
            <a:chOff x="2707755" y="3175732"/>
            <a:chExt cx="2446751" cy="1464366"/>
          </a:xfrm>
        </p:grpSpPr>
        <p:sp>
          <p:nvSpPr>
            <p:cNvPr id="34" name="平行四边形 33">
              <a:extLst>
                <a:ext uri="{FF2B5EF4-FFF2-40B4-BE49-F238E27FC236}">
                  <a16:creationId xmlns:a16="http://schemas.microsoft.com/office/drawing/2014/main" id="{CB5C9818-38D6-40DC-B2E9-B8B6C32E3DFB}"/>
                </a:ext>
              </a:extLst>
            </p:cNvPr>
            <p:cNvSpPr/>
            <p:nvPr/>
          </p:nvSpPr>
          <p:spPr>
            <a:xfrm>
              <a:off x="2707755" y="3175732"/>
              <a:ext cx="2446751" cy="1464366"/>
            </a:xfrm>
            <a:prstGeom prst="parallelogram">
              <a:avLst>
                <a:gd name="adj" fmla="val 107209"/>
              </a:avLst>
            </a:prstGeom>
            <a:solidFill>
              <a:schemeClr val="accent3"/>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b="1" dirty="0"/>
            </a:p>
          </p:txBody>
        </p:sp>
        <p:sp>
          <p:nvSpPr>
            <p:cNvPr id="35" name="文本框 34">
              <a:extLst>
                <a:ext uri="{FF2B5EF4-FFF2-40B4-BE49-F238E27FC236}">
                  <a16:creationId xmlns:a16="http://schemas.microsoft.com/office/drawing/2014/main" id="{8E1B67E3-5E16-4923-8CD3-426DBED9949D}"/>
                </a:ext>
              </a:extLst>
            </p:cNvPr>
            <p:cNvSpPr txBox="1"/>
            <p:nvPr/>
          </p:nvSpPr>
          <p:spPr>
            <a:xfrm rot="19037316">
              <a:off x="3132106" y="3638189"/>
              <a:ext cx="1503377" cy="646331"/>
            </a:xfrm>
            <a:prstGeom prst="rect">
              <a:avLst/>
            </a:prstGeom>
            <a:noFill/>
          </p:spPr>
          <p:txBody>
            <a:bodyPr wrap="square" rtlCol="0">
              <a:spAutoFit/>
            </a:bodyPr>
            <a:lstStyle/>
            <a:p>
              <a:pPr algn="ctr"/>
              <a:r>
                <a:rPr lang="en-US" altLang="zh-CN" b="1" dirty="0">
                  <a:solidFill>
                    <a:schemeClr val="bg1"/>
                  </a:solidFill>
                  <a:latin typeface="Arial Narrow" panose="020B0606020202030204" pitchFamily="34" charset="0"/>
                </a:rPr>
                <a:t>2</a:t>
              </a:r>
              <a:r>
                <a:rPr lang="zh-CN" altLang="en-US" b="1" dirty="0">
                  <a:solidFill>
                    <a:schemeClr val="bg1"/>
                  </a:solidFill>
                  <a:latin typeface="Arial Narrow" panose="020B0606020202030204" pitchFamily="34" charset="0"/>
                </a:rPr>
                <a:t>号数据帧</a:t>
              </a:r>
              <a:endParaRPr lang="en-US" altLang="zh-CN" b="1" dirty="0">
                <a:solidFill>
                  <a:schemeClr val="bg1"/>
                </a:solidFill>
                <a:latin typeface="Arial Narrow" panose="020B0606020202030204" pitchFamily="34" charset="0"/>
              </a:endParaRPr>
            </a:p>
            <a:p>
              <a:pPr algn="ctr"/>
              <a:r>
                <a:rPr lang="en-US" altLang="zh-CN" b="1" dirty="0">
                  <a:solidFill>
                    <a:schemeClr val="bg1"/>
                  </a:solidFill>
                  <a:latin typeface="Arial Narrow" panose="020B0606020202030204" pitchFamily="34" charset="0"/>
                </a:rPr>
                <a:t>1000</a:t>
              </a:r>
              <a:r>
                <a:rPr lang="zh-CN" altLang="en-US" b="1" dirty="0">
                  <a:solidFill>
                    <a:schemeClr val="bg1"/>
                  </a:solidFill>
                  <a:latin typeface="Arial Narrow" panose="020B0606020202030204" pitchFamily="34" charset="0"/>
                </a:rPr>
                <a:t>字节</a:t>
              </a:r>
            </a:p>
          </p:txBody>
        </p:sp>
      </p:grpSp>
      <p:grpSp>
        <p:nvGrpSpPr>
          <p:cNvPr id="36" name="组合 35">
            <a:extLst>
              <a:ext uri="{FF2B5EF4-FFF2-40B4-BE49-F238E27FC236}">
                <a16:creationId xmlns:a16="http://schemas.microsoft.com/office/drawing/2014/main" id="{69249FEB-9FD8-4633-870A-5A06D056B2F7}"/>
              </a:ext>
            </a:extLst>
          </p:cNvPr>
          <p:cNvGrpSpPr/>
          <p:nvPr/>
        </p:nvGrpSpPr>
        <p:grpSpPr>
          <a:xfrm>
            <a:off x="5444241" y="3174559"/>
            <a:ext cx="2446751" cy="1464366"/>
            <a:chOff x="2707755" y="3175732"/>
            <a:chExt cx="2446751" cy="1464366"/>
          </a:xfrm>
        </p:grpSpPr>
        <p:sp>
          <p:nvSpPr>
            <p:cNvPr id="37" name="平行四边形 36">
              <a:extLst>
                <a:ext uri="{FF2B5EF4-FFF2-40B4-BE49-F238E27FC236}">
                  <a16:creationId xmlns:a16="http://schemas.microsoft.com/office/drawing/2014/main" id="{B32FA66C-8C83-4EC5-84B8-ADCFD1E316F9}"/>
                </a:ext>
              </a:extLst>
            </p:cNvPr>
            <p:cNvSpPr/>
            <p:nvPr/>
          </p:nvSpPr>
          <p:spPr>
            <a:xfrm>
              <a:off x="2707755" y="3175732"/>
              <a:ext cx="2446751" cy="1464366"/>
            </a:xfrm>
            <a:prstGeom prst="parallelogram">
              <a:avLst>
                <a:gd name="adj" fmla="val 107209"/>
              </a:avLst>
            </a:prstGeom>
            <a:solidFill>
              <a:schemeClr val="accent3"/>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b="1" dirty="0"/>
            </a:p>
          </p:txBody>
        </p:sp>
        <p:sp>
          <p:nvSpPr>
            <p:cNvPr id="38" name="文本框 37">
              <a:extLst>
                <a:ext uri="{FF2B5EF4-FFF2-40B4-BE49-F238E27FC236}">
                  <a16:creationId xmlns:a16="http://schemas.microsoft.com/office/drawing/2014/main" id="{102E248B-6364-4491-85A4-B8EC29470C0A}"/>
                </a:ext>
              </a:extLst>
            </p:cNvPr>
            <p:cNvSpPr txBox="1"/>
            <p:nvPr/>
          </p:nvSpPr>
          <p:spPr>
            <a:xfrm rot="19037316">
              <a:off x="3108433" y="3577645"/>
              <a:ext cx="1681894" cy="646331"/>
            </a:xfrm>
            <a:prstGeom prst="rect">
              <a:avLst/>
            </a:prstGeom>
            <a:noFill/>
          </p:spPr>
          <p:txBody>
            <a:bodyPr wrap="square" rtlCol="0">
              <a:spAutoFit/>
            </a:bodyPr>
            <a:lstStyle/>
            <a:p>
              <a:pPr algn="ctr"/>
              <a:r>
                <a:rPr lang="en-US" altLang="zh-CN" b="1" dirty="0">
                  <a:solidFill>
                    <a:schemeClr val="bg1"/>
                  </a:solidFill>
                  <a:latin typeface="Arial Narrow" panose="020B0606020202030204" pitchFamily="34" charset="0"/>
                </a:rPr>
                <a:t>1000</a:t>
              </a:r>
              <a:r>
                <a:rPr lang="zh-CN" altLang="en-US" b="1" dirty="0">
                  <a:solidFill>
                    <a:schemeClr val="bg1"/>
                  </a:solidFill>
                  <a:latin typeface="Arial Narrow" panose="020B0606020202030204" pitchFamily="34" charset="0"/>
                </a:rPr>
                <a:t>号数据帧</a:t>
              </a:r>
              <a:endParaRPr lang="en-US" altLang="zh-CN" b="1" dirty="0">
                <a:solidFill>
                  <a:schemeClr val="bg1"/>
                </a:solidFill>
                <a:latin typeface="Arial Narrow" panose="020B0606020202030204" pitchFamily="34" charset="0"/>
              </a:endParaRPr>
            </a:p>
            <a:p>
              <a:pPr algn="ctr"/>
              <a:r>
                <a:rPr lang="en-US" altLang="zh-CN" b="1" dirty="0">
                  <a:solidFill>
                    <a:schemeClr val="bg1"/>
                  </a:solidFill>
                  <a:latin typeface="Arial Narrow" panose="020B0606020202030204" pitchFamily="34" charset="0"/>
                </a:rPr>
                <a:t>1000</a:t>
              </a:r>
              <a:r>
                <a:rPr lang="zh-CN" altLang="en-US" b="1" dirty="0">
                  <a:solidFill>
                    <a:schemeClr val="bg1"/>
                  </a:solidFill>
                  <a:latin typeface="Arial Narrow" panose="020B0606020202030204" pitchFamily="34" charset="0"/>
                </a:rPr>
                <a:t>字节</a:t>
              </a:r>
            </a:p>
          </p:txBody>
        </p:sp>
      </p:grpSp>
      <p:cxnSp>
        <p:nvCxnSpPr>
          <p:cNvPr id="19" name="直接箭头连接符 18">
            <a:extLst>
              <a:ext uri="{FF2B5EF4-FFF2-40B4-BE49-F238E27FC236}">
                <a16:creationId xmlns:a16="http://schemas.microsoft.com/office/drawing/2014/main" id="{EDB91665-6C12-47B8-9703-BB6A88BA5446}"/>
              </a:ext>
            </a:extLst>
          </p:cNvPr>
          <p:cNvCxnSpPr>
            <a:cxnSpLocks/>
          </p:cNvCxnSpPr>
          <p:nvPr/>
        </p:nvCxnSpPr>
        <p:spPr>
          <a:xfrm>
            <a:off x="5162301" y="3175731"/>
            <a:ext cx="1638126" cy="1464367"/>
          </a:xfrm>
          <a:prstGeom prst="straightConnector1">
            <a:avLst/>
          </a:prstGeom>
          <a:ln w="25400">
            <a:solidFill>
              <a:schemeClr val="accent4"/>
            </a:solidFill>
            <a:tailEnd type="triangle" w="med" len="lg"/>
          </a:ln>
        </p:spPr>
        <p:style>
          <a:lnRef idx="1">
            <a:schemeClr val="accent1"/>
          </a:lnRef>
          <a:fillRef idx="0">
            <a:schemeClr val="accent1"/>
          </a:fillRef>
          <a:effectRef idx="0">
            <a:schemeClr val="accent1"/>
          </a:effectRef>
          <a:fontRef idx="minor">
            <a:schemeClr val="tx1"/>
          </a:fontRef>
        </p:style>
      </p:cxnSp>
      <p:cxnSp>
        <p:nvCxnSpPr>
          <p:cNvPr id="39" name="直接箭头连接符 38">
            <a:extLst>
              <a:ext uri="{FF2B5EF4-FFF2-40B4-BE49-F238E27FC236}">
                <a16:creationId xmlns:a16="http://schemas.microsoft.com/office/drawing/2014/main" id="{90310CAF-9806-489C-829D-6307C8BD6A83}"/>
              </a:ext>
            </a:extLst>
          </p:cNvPr>
          <p:cNvCxnSpPr>
            <a:cxnSpLocks/>
          </p:cNvCxnSpPr>
          <p:nvPr/>
        </p:nvCxnSpPr>
        <p:spPr>
          <a:xfrm>
            <a:off x="6016284" y="3185840"/>
            <a:ext cx="1638126" cy="1464367"/>
          </a:xfrm>
          <a:prstGeom prst="straightConnector1">
            <a:avLst/>
          </a:prstGeom>
          <a:ln w="25400">
            <a:solidFill>
              <a:schemeClr val="accent4"/>
            </a:solidFill>
            <a:tailEnd type="triangle" w="med" len="lg"/>
          </a:ln>
        </p:spPr>
        <p:style>
          <a:lnRef idx="1">
            <a:schemeClr val="accent1"/>
          </a:lnRef>
          <a:fillRef idx="0">
            <a:schemeClr val="accent1"/>
          </a:fillRef>
          <a:effectRef idx="0">
            <a:schemeClr val="accent1"/>
          </a:effectRef>
          <a:fontRef idx="minor">
            <a:schemeClr val="tx1"/>
          </a:fontRef>
        </p:style>
      </p:cxnSp>
      <p:cxnSp>
        <p:nvCxnSpPr>
          <p:cNvPr id="40" name="直接箭头连接符 39">
            <a:extLst>
              <a:ext uri="{FF2B5EF4-FFF2-40B4-BE49-F238E27FC236}">
                <a16:creationId xmlns:a16="http://schemas.microsoft.com/office/drawing/2014/main" id="{9ED32783-EC0D-465F-8E4A-925BEFB0428E}"/>
              </a:ext>
            </a:extLst>
          </p:cNvPr>
          <p:cNvCxnSpPr>
            <a:cxnSpLocks/>
          </p:cNvCxnSpPr>
          <p:nvPr/>
        </p:nvCxnSpPr>
        <p:spPr>
          <a:xfrm>
            <a:off x="7879287" y="3182757"/>
            <a:ext cx="1638126" cy="1464367"/>
          </a:xfrm>
          <a:prstGeom prst="straightConnector1">
            <a:avLst/>
          </a:prstGeom>
          <a:ln w="25400">
            <a:solidFill>
              <a:schemeClr val="accent4"/>
            </a:solidFill>
            <a:tailEnd type="triangle" w="med" len="lg"/>
          </a:ln>
        </p:spPr>
        <p:style>
          <a:lnRef idx="1">
            <a:schemeClr val="accent1"/>
          </a:lnRef>
          <a:fillRef idx="0">
            <a:schemeClr val="accent1"/>
          </a:fillRef>
          <a:effectRef idx="0">
            <a:schemeClr val="accent1"/>
          </a:effectRef>
          <a:fontRef idx="minor">
            <a:schemeClr val="tx1"/>
          </a:fontRef>
        </p:style>
      </p:cxnSp>
      <p:sp>
        <p:nvSpPr>
          <p:cNvPr id="41" name="文本框 40">
            <a:extLst>
              <a:ext uri="{FF2B5EF4-FFF2-40B4-BE49-F238E27FC236}">
                <a16:creationId xmlns:a16="http://schemas.microsoft.com/office/drawing/2014/main" id="{F641756F-2767-4E27-B49A-9B8826746458}"/>
              </a:ext>
            </a:extLst>
          </p:cNvPr>
          <p:cNvSpPr txBox="1"/>
          <p:nvPr/>
        </p:nvSpPr>
        <p:spPr>
          <a:xfrm>
            <a:off x="5196556" y="3656623"/>
            <a:ext cx="797018" cy="523220"/>
          </a:xfrm>
          <a:prstGeom prst="rect">
            <a:avLst/>
          </a:prstGeom>
          <a:noFill/>
        </p:spPr>
        <p:txBody>
          <a:bodyPr wrap="square" rtlCol="0">
            <a:spAutoFit/>
          </a:bodyPr>
          <a:lstStyle/>
          <a:p>
            <a:pPr algn="ctr"/>
            <a:r>
              <a:rPr lang="en-US" altLang="zh-CN" sz="2800" b="1" dirty="0">
                <a:solidFill>
                  <a:schemeClr val="accent3"/>
                </a:solidFill>
                <a:latin typeface="+mn-ea"/>
              </a:rPr>
              <a:t>…</a:t>
            </a:r>
            <a:endParaRPr lang="zh-CN" altLang="en-US" sz="2800" b="1" dirty="0">
              <a:solidFill>
                <a:schemeClr val="accent3"/>
              </a:solidFill>
              <a:latin typeface="+mn-ea"/>
            </a:endParaRPr>
          </a:p>
        </p:txBody>
      </p:sp>
      <p:sp>
        <p:nvSpPr>
          <p:cNvPr id="42" name="文本框 41">
            <a:extLst>
              <a:ext uri="{FF2B5EF4-FFF2-40B4-BE49-F238E27FC236}">
                <a16:creationId xmlns:a16="http://schemas.microsoft.com/office/drawing/2014/main" id="{C77FEA1F-243C-4636-A68A-1FE154A09A4E}"/>
              </a:ext>
            </a:extLst>
          </p:cNvPr>
          <p:cNvSpPr txBox="1"/>
          <p:nvPr/>
        </p:nvSpPr>
        <p:spPr>
          <a:xfrm>
            <a:off x="7551344" y="3656623"/>
            <a:ext cx="797018" cy="523220"/>
          </a:xfrm>
          <a:prstGeom prst="rect">
            <a:avLst/>
          </a:prstGeom>
          <a:noFill/>
        </p:spPr>
        <p:txBody>
          <a:bodyPr wrap="square" rtlCol="0">
            <a:spAutoFit/>
          </a:bodyPr>
          <a:lstStyle/>
          <a:p>
            <a:pPr algn="ctr"/>
            <a:r>
              <a:rPr lang="en-US" altLang="zh-CN" sz="2800" b="1" dirty="0">
                <a:solidFill>
                  <a:schemeClr val="accent4"/>
                </a:solidFill>
                <a:latin typeface="+mn-ea"/>
              </a:rPr>
              <a:t>…</a:t>
            </a:r>
            <a:endParaRPr lang="zh-CN" altLang="en-US" sz="2800" b="1" dirty="0">
              <a:solidFill>
                <a:schemeClr val="accent4"/>
              </a:solidFill>
              <a:latin typeface="+mn-ea"/>
            </a:endParaRPr>
          </a:p>
        </p:txBody>
      </p:sp>
      <p:sp>
        <p:nvSpPr>
          <p:cNvPr id="43" name="平行四边形 42">
            <a:extLst>
              <a:ext uri="{FF2B5EF4-FFF2-40B4-BE49-F238E27FC236}">
                <a16:creationId xmlns:a16="http://schemas.microsoft.com/office/drawing/2014/main" id="{BEBD36C6-E9EA-E2EE-7FAC-7378CEC8949C}"/>
              </a:ext>
            </a:extLst>
          </p:cNvPr>
          <p:cNvSpPr/>
          <p:nvPr/>
        </p:nvSpPr>
        <p:spPr>
          <a:xfrm>
            <a:off x="304799" y="749300"/>
            <a:ext cx="695119" cy="387090"/>
          </a:xfrm>
          <a:prstGeom prst="parallelogram">
            <a:avLst/>
          </a:prstGeom>
          <a:solidFill>
            <a:schemeClr val="accent3">
              <a:lumMod val="75000"/>
            </a:schemeClr>
          </a:solidFill>
          <a:ln>
            <a:solidFill>
              <a:schemeClr val="accent3">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CN" sz="2200" dirty="0">
                <a:latin typeface="Impact" panose="020B0806030902050204" pitchFamily="34" charset="0"/>
              </a:rPr>
              <a:t>04</a:t>
            </a:r>
            <a:endParaRPr lang="zh-CN" altLang="en-US" sz="2200" dirty="0">
              <a:latin typeface="Impact" panose="020B0806030902050204" pitchFamily="34" charset="0"/>
            </a:endParaRPr>
          </a:p>
        </p:txBody>
      </p:sp>
    </p:spTree>
    <p:custDataLst>
      <p:tags r:id="rId1"/>
    </p:custDataLst>
    <p:extLst>
      <p:ext uri="{BB962C8B-B14F-4D97-AF65-F5344CB8AC3E}">
        <p14:creationId xmlns:p14="http://schemas.microsoft.com/office/powerpoint/2010/main" val="2762907638"/>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2" presetClass="entr" presetSubtype="8" fill="hold" nodeType="withEffect">
                                  <p:stCondLst>
                                    <p:cond delay="0"/>
                                  </p:stCondLst>
                                  <p:childTnLst>
                                    <p:set>
                                      <p:cBhvr>
                                        <p:cTn id="6" dur="1" fill="hold">
                                          <p:stCondLst>
                                            <p:cond delay="0"/>
                                          </p:stCondLst>
                                        </p:cTn>
                                        <p:tgtEl>
                                          <p:spTgt spid="15"/>
                                        </p:tgtEl>
                                        <p:attrNameLst>
                                          <p:attrName>style.visibility</p:attrName>
                                        </p:attrNameLst>
                                      </p:cBhvr>
                                      <p:to>
                                        <p:strVal val="visible"/>
                                      </p:to>
                                    </p:set>
                                    <p:animEffect transition="in" filter="wipe(left)">
                                      <p:cBhvr>
                                        <p:cTn id="7" dur="1000"/>
                                        <p:tgtEl>
                                          <p:spTgt spid="15"/>
                                        </p:tgtEl>
                                      </p:cBhvr>
                                    </p:animEffect>
                                  </p:childTnLst>
                                </p:cTn>
                              </p:par>
                            </p:childTnLst>
                          </p:cTn>
                        </p:par>
                      </p:childTnLst>
                    </p:cTn>
                  </p:par>
                  <p:par>
                    <p:cTn id="8" fill="hold">
                      <p:stCondLst>
                        <p:cond delay="indefinite"/>
                      </p:stCondLst>
                      <p:childTnLst>
                        <p:par>
                          <p:cTn id="9" fill="hold">
                            <p:stCondLst>
                              <p:cond delay="0"/>
                            </p:stCondLst>
                            <p:childTnLst>
                              <p:par>
                                <p:cTn id="10" presetID="22" presetClass="entr" presetSubtype="8" fill="hold" nodeType="clickEffect">
                                  <p:stCondLst>
                                    <p:cond delay="0"/>
                                  </p:stCondLst>
                                  <p:childTnLst>
                                    <p:set>
                                      <p:cBhvr>
                                        <p:cTn id="11" dur="1" fill="hold">
                                          <p:stCondLst>
                                            <p:cond delay="0"/>
                                          </p:stCondLst>
                                        </p:cTn>
                                        <p:tgtEl>
                                          <p:spTgt spid="24"/>
                                        </p:tgtEl>
                                        <p:attrNameLst>
                                          <p:attrName>style.visibility</p:attrName>
                                        </p:attrNameLst>
                                      </p:cBhvr>
                                      <p:to>
                                        <p:strVal val="visible"/>
                                      </p:to>
                                    </p:set>
                                    <p:animEffect transition="in" filter="wipe(left)">
                                      <p:cBhvr>
                                        <p:cTn id="12" dur="1000"/>
                                        <p:tgtEl>
                                          <p:spTgt spid="24"/>
                                        </p:tgtEl>
                                      </p:cBhvr>
                                    </p:animEffect>
                                  </p:childTnLst>
                                </p:cTn>
                              </p:par>
                            </p:childTnLst>
                          </p:cTn>
                        </p:par>
                      </p:childTnLst>
                    </p:cTn>
                  </p:par>
                  <p:par>
                    <p:cTn id="13" fill="hold">
                      <p:stCondLst>
                        <p:cond delay="indefinite"/>
                      </p:stCondLst>
                      <p:childTnLst>
                        <p:par>
                          <p:cTn id="14" fill="hold">
                            <p:stCondLst>
                              <p:cond delay="0"/>
                            </p:stCondLst>
                            <p:childTnLst>
                              <p:par>
                                <p:cTn id="15" presetID="22" presetClass="entr" presetSubtype="8" fill="hold" nodeType="clickEffect">
                                  <p:stCondLst>
                                    <p:cond delay="0"/>
                                  </p:stCondLst>
                                  <p:childTnLst>
                                    <p:set>
                                      <p:cBhvr>
                                        <p:cTn id="16" dur="1" fill="hold">
                                          <p:stCondLst>
                                            <p:cond delay="0"/>
                                          </p:stCondLst>
                                        </p:cTn>
                                        <p:tgtEl>
                                          <p:spTgt spid="19"/>
                                        </p:tgtEl>
                                        <p:attrNameLst>
                                          <p:attrName>style.visibility</p:attrName>
                                        </p:attrNameLst>
                                      </p:cBhvr>
                                      <p:to>
                                        <p:strVal val="visible"/>
                                      </p:to>
                                    </p:set>
                                    <p:animEffect transition="in" filter="wipe(left)">
                                      <p:cBhvr>
                                        <p:cTn id="17" dur="1000"/>
                                        <p:tgtEl>
                                          <p:spTgt spid="19"/>
                                        </p:tgtEl>
                                      </p:cBhvr>
                                    </p:animEffect>
                                  </p:childTnLst>
                                </p:cTn>
                              </p:par>
                            </p:childTnLst>
                          </p:cTn>
                        </p:par>
                      </p:childTnLst>
                    </p:cTn>
                  </p:par>
                  <p:par>
                    <p:cTn id="18" fill="hold">
                      <p:stCondLst>
                        <p:cond delay="indefinite"/>
                      </p:stCondLst>
                      <p:childTnLst>
                        <p:par>
                          <p:cTn id="19" fill="hold">
                            <p:stCondLst>
                              <p:cond delay="0"/>
                            </p:stCondLst>
                            <p:childTnLst>
                              <p:par>
                                <p:cTn id="20" presetID="22" presetClass="entr" presetSubtype="8" fill="hold" nodeType="clickEffect">
                                  <p:stCondLst>
                                    <p:cond delay="0"/>
                                  </p:stCondLst>
                                  <p:childTnLst>
                                    <p:set>
                                      <p:cBhvr>
                                        <p:cTn id="21" dur="1" fill="hold">
                                          <p:stCondLst>
                                            <p:cond delay="0"/>
                                          </p:stCondLst>
                                        </p:cTn>
                                        <p:tgtEl>
                                          <p:spTgt spid="33"/>
                                        </p:tgtEl>
                                        <p:attrNameLst>
                                          <p:attrName>style.visibility</p:attrName>
                                        </p:attrNameLst>
                                      </p:cBhvr>
                                      <p:to>
                                        <p:strVal val="visible"/>
                                      </p:to>
                                    </p:set>
                                    <p:animEffect transition="in" filter="wipe(left)">
                                      <p:cBhvr>
                                        <p:cTn id="22" dur="500"/>
                                        <p:tgtEl>
                                          <p:spTgt spid="33"/>
                                        </p:tgtEl>
                                      </p:cBhvr>
                                    </p:animEffect>
                                  </p:childTnLst>
                                </p:cTn>
                              </p:par>
                            </p:childTnLst>
                          </p:cTn>
                        </p:par>
                        <p:par>
                          <p:cTn id="23" fill="hold">
                            <p:stCondLst>
                              <p:cond delay="500"/>
                            </p:stCondLst>
                            <p:childTnLst>
                              <p:par>
                                <p:cTn id="24" presetID="22" presetClass="entr" presetSubtype="8" fill="hold" grpId="0" nodeType="afterEffect">
                                  <p:stCondLst>
                                    <p:cond delay="0"/>
                                  </p:stCondLst>
                                  <p:childTnLst>
                                    <p:set>
                                      <p:cBhvr>
                                        <p:cTn id="25" dur="1" fill="hold">
                                          <p:stCondLst>
                                            <p:cond delay="0"/>
                                          </p:stCondLst>
                                        </p:cTn>
                                        <p:tgtEl>
                                          <p:spTgt spid="41"/>
                                        </p:tgtEl>
                                        <p:attrNameLst>
                                          <p:attrName>style.visibility</p:attrName>
                                        </p:attrNameLst>
                                      </p:cBhvr>
                                      <p:to>
                                        <p:strVal val="visible"/>
                                      </p:to>
                                    </p:set>
                                    <p:animEffect transition="in" filter="wipe(left)">
                                      <p:cBhvr>
                                        <p:cTn id="26" dur="500"/>
                                        <p:tgtEl>
                                          <p:spTgt spid="41"/>
                                        </p:tgtEl>
                                      </p:cBhvr>
                                    </p:animEffect>
                                  </p:childTnLst>
                                </p:cTn>
                              </p:par>
                            </p:childTnLst>
                          </p:cTn>
                        </p:par>
                        <p:par>
                          <p:cTn id="27" fill="hold">
                            <p:stCondLst>
                              <p:cond delay="1000"/>
                            </p:stCondLst>
                            <p:childTnLst>
                              <p:par>
                                <p:cTn id="28" presetID="22" presetClass="entr" presetSubtype="8" fill="hold" nodeType="afterEffect">
                                  <p:stCondLst>
                                    <p:cond delay="0"/>
                                  </p:stCondLst>
                                  <p:childTnLst>
                                    <p:set>
                                      <p:cBhvr>
                                        <p:cTn id="29" dur="1" fill="hold">
                                          <p:stCondLst>
                                            <p:cond delay="0"/>
                                          </p:stCondLst>
                                        </p:cTn>
                                        <p:tgtEl>
                                          <p:spTgt spid="36"/>
                                        </p:tgtEl>
                                        <p:attrNameLst>
                                          <p:attrName>style.visibility</p:attrName>
                                        </p:attrNameLst>
                                      </p:cBhvr>
                                      <p:to>
                                        <p:strVal val="visible"/>
                                      </p:to>
                                    </p:set>
                                    <p:animEffect transition="in" filter="wipe(left)">
                                      <p:cBhvr>
                                        <p:cTn id="30" dur="500"/>
                                        <p:tgtEl>
                                          <p:spTgt spid="36"/>
                                        </p:tgtEl>
                                      </p:cBhvr>
                                    </p:animEffect>
                                  </p:childTnLst>
                                </p:cTn>
                              </p:par>
                            </p:childTnLst>
                          </p:cTn>
                        </p:par>
                      </p:childTnLst>
                    </p:cTn>
                  </p:par>
                  <p:par>
                    <p:cTn id="31" fill="hold">
                      <p:stCondLst>
                        <p:cond delay="indefinite"/>
                      </p:stCondLst>
                      <p:childTnLst>
                        <p:par>
                          <p:cTn id="32" fill="hold">
                            <p:stCondLst>
                              <p:cond delay="0"/>
                            </p:stCondLst>
                            <p:childTnLst>
                              <p:par>
                                <p:cTn id="33" presetID="22" presetClass="entr" presetSubtype="8" fill="hold" nodeType="clickEffect">
                                  <p:stCondLst>
                                    <p:cond delay="0"/>
                                  </p:stCondLst>
                                  <p:childTnLst>
                                    <p:set>
                                      <p:cBhvr>
                                        <p:cTn id="34" dur="1" fill="hold">
                                          <p:stCondLst>
                                            <p:cond delay="0"/>
                                          </p:stCondLst>
                                        </p:cTn>
                                        <p:tgtEl>
                                          <p:spTgt spid="39"/>
                                        </p:tgtEl>
                                        <p:attrNameLst>
                                          <p:attrName>style.visibility</p:attrName>
                                        </p:attrNameLst>
                                      </p:cBhvr>
                                      <p:to>
                                        <p:strVal val="visible"/>
                                      </p:to>
                                    </p:set>
                                    <p:animEffect transition="in" filter="wipe(left)">
                                      <p:cBhvr>
                                        <p:cTn id="35" dur="500"/>
                                        <p:tgtEl>
                                          <p:spTgt spid="39"/>
                                        </p:tgtEl>
                                      </p:cBhvr>
                                    </p:animEffect>
                                  </p:childTnLst>
                                </p:cTn>
                              </p:par>
                            </p:childTnLst>
                          </p:cTn>
                        </p:par>
                        <p:par>
                          <p:cTn id="36" fill="hold">
                            <p:stCondLst>
                              <p:cond delay="500"/>
                            </p:stCondLst>
                            <p:childTnLst>
                              <p:par>
                                <p:cTn id="37" presetID="22" presetClass="entr" presetSubtype="8" fill="hold" grpId="0" nodeType="afterEffect">
                                  <p:stCondLst>
                                    <p:cond delay="0"/>
                                  </p:stCondLst>
                                  <p:childTnLst>
                                    <p:set>
                                      <p:cBhvr>
                                        <p:cTn id="38" dur="1" fill="hold">
                                          <p:stCondLst>
                                            <p:cond delay="0"/>
                                          </p:stCondLst>
                                        </p:cTn>
                                        <p:tgtEl>
                                          <p:spTgt spid="42"/>
                                        </p:tgtEl>
                                        <p:attrNameLst>
                                          <p:attrName>style.visibility</p:attrName>
                                        </p:attrNameLst>
                                      </p:cBhvr>
                                      <p:to>
                                        <p:strVal val="visible"/>
                                      </p:to>
                                    </p:set>
                                    <p:animEffect transition="in" filter="wipe(left)">
                                      <p:cBhvr>
                                        <p:cTn id="39" dur="500"/>
                                        <p:tgtEl>
                                          <p:spTgt spid="42"/>
                                        </p:tgtEl>
                                      </p:cBhvr>
                                    </p:animEffect>
                                  </p:childTnLst>
                                </p:cTn>
                              </p:par>
                            </p:childTnLst>
                          </p:cTn>
                        </p:par>
                        <p:par>
                          <p:cTn id="40" fill="hold">
                            <p:stCondLst>
                              <p:cond delay="1000"/>
                            </p:stCondLst>
                            <p:childTnLst>
                              <p:par>
                                <p:cTn id="41" presetID="22" presetClass="entr" presetSubtype="8" fill="hold" nodeType="afterEffect">
                                  <p:stCondLst>
                                    <p:cond delay="0"/>
                                  </p:stCondLst>
                                  <p:childTnLst>
                                    <p:set>
                                      <p:cBhvr>
                                        <p:cTn id="42" dur="1" fill="hold">
                                          <p:stCondLst>
                                            <p:cond delay="0"/>
                                          </p:stCondLst>
                                        </p:cTn>
                                        <p:tgtEl>
                                          <p:spTgt spid="40"/>
                                        </p:tgtEl>
                                        <p:attrNameLst>
                                          <p:attrName>style.visibility</p:attrName>
                                        </p:attrNameLst>
                                      </p:cBhvr>
                                      <p:to>
                                        <p:strVal val="visible"/>
                                      </p:to>
                                    </p:set>
                                    <p:animEffect transition="in" filter="wipe(left)">
                                      <p:cBhvr>
                                        <p:cTn id="43" dur="500"/>
                                        <p:tgtEl>
                                          <p:spTgt spid="40"/>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1" grpId="0"/>
      <p:bldP spid="42" grpId="0"/>
    </p:bldLst>
  </p:timing>
</p:sld>
</file>

<file path=ppt/slides/slide18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4" name="组合 3">
            <a:extLst>
              <a:ext uri="{FF2B5EF4-FFF2-40B4-BE49-F238E27FC236}">
                <a16:creationId xmlns:a16="http://schemas.microsoft.com/office/drawing/2014/main" id="{9A1EA9F2-FCB6-48C3-935F-7AE7E3AD14AC}"/>
              </a:ext>
            </a:extLst>
          </p:cNvPr>
          <p:cNvGrpSpPr/>
          <p:nvPr/>
        </p:nvGrpSpPr>
        <p:grpSpPr>
          <a:xfrm>
            <a:off x="304800" y="749300"/>
            <a:ext cx="6192344" cy="400110"/>
            <a:chOff x="424117" y="898245"/>
            <a:chExt cx="6192344" cy="400110"/>
          </a:xfrm>
        </p:grpSpPr>
        <p:sp>
          <p:nvSpPr>
            <p:cNvPr id="2" name="平行四边形 1">
              <a:extLst>
                <a:ext uri="{FF2B5EF4-FFF2-40B4-BE49-F238E27FC236}">
                  <a16:creationId xmlns:a16="http://schemas.microsoft.com/office/drawing/2014/main" id="{1F5BAA3F-9845-4F89-A2DD-8222D3E4EDAC}"/>
                </a:ext>
              </a:extLst>
            </p:cNvPr>
            <p:cNvSpPr/>
            <p:nvPr/>
          </p:nvSpPr>
          <p:spPr>
            <a:xfrm>
              <a:off x="424117" y="898245"/>
              <a:ext cx="628306" cy="387090"/>
            </a:xfrm>
            <a:prstGeom prst="parallelogram">
              <a:avLst/>
            </a:prstGeom>
            <a:solidFill>
              <a:schemeClr val="accent3">
                <a:lumMod val="75000"/>
              </a:schemeClr>
            </a:solidFill>
            <a:ln>
              <a:solidFill>
                <a:schemeClr val="accent3">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CN" sz="2200" dirty="0">
                  <a:latin typeface="Impact" panose="020B0806030902050204" pitchFamily="34" charset="0"/>
                </a:rPr>
                <a:t>01</a:t>
              </a:r>
              <a:endParaRPr lang="zh-CN" altLang="en-US" sz="2200" dirty="0">
                <a:latin typeface="Impact" panose="020B0806030902050204" pitchFamily="34" charset="0"/>
              </a:endParaRPr>
            </a:p>
          </p:txBody>
        </p:sp>
        <p:sp>
          <p:nvSpPr>
            <p:cNvPr id="3" name="文本框 2">
              <a:extLst>
                <a:ext uri="{FF2B5EF4-FFF2-40B4-BE49-F238E27FC236}">
                  <a16:creationId xmlns:a16="http://schemas.microsoft.com/office/drawing/2014/main" id="{4D6BD736-A4D3-4F26-AFED-36E11F50F70B}"/>
                </a:ext>
              </a:extLst>
            </p:cNvPr>
            <p:cNvSpPr txBox="1"/>
            <p:nvPr/>
          </p:nvSpPr>
          <p:spPr>
            <a:xfrm>
              <a:off x="1052423" y="898245"/>
              <a:ext cx="5564038" cy="400110"/>
            </a:xfrm>
            <a:prstGeom prst="rect">
              <a:avLst/>
            </a:prstGeom>
            <a:noFill/>
          </p:spPr>
          <p:txBody>
            <a:bodyPr wrap="square" rtlCol="0">
              <a:spAutoFit/>
            </a:bodyPr>
            <a:lstStyle/>
            <a:p>
              <a:r>
                <a:rPr lang="zh-CN" altLang="en-US" sz="2000" b="1" dirty="0"/>
                <a:t>回退</a:t>
              </a:r>
              <a:r>
                <a:rPr lang="en-US" altLang="zh-CN" sz="2000" b="1" dirty="0"/>
                <a:t>N</a:t>
              </a:r>
              <a:r>
                <a:rPr lang="zh-CN" altLang="en-US" sz="2000" b="1" dirty="0"/>
                <a:t>帧协议</a:t>
              </a:r>
            </a:p>
          </p:txBody>
        </p:sp>
      </p:grpSp>
      <p:grpSp>
        <p:nvGrpSpPr>
          <p:cNvPr id="7" name="组合 6">
            <a:extLst>
              <a:ext uri="{FF2B5EF4-FFF2-40B4-BE49-F238E27FC236}">
                <a16:creationId xmlns:a16="http://schemas.microsoft.com/office/drawing/2014/main" id="{9B450704-31C2-46D3-8583-B9859A3BE9DA}"/>
              </a:ext>
            </a:extLst>
          </p:cNvPr>
          <p:cNvGrpSpPr/>
          <p:nvPr/>
        </p:nvGrpSpPr>
        <p:grpSpPr>
          <a:xfrm>
            <a:off x="776253" y="1149141"/>
            <a:ext cx="11110947" cy="1566335"/>
            <a:chOff x="776253" y="1149141"/>
            <a:chExt cx="11110947" cy="1566335"/>
          </a:xfrm>
        </p:grpSpPr>
        <p:sp>
          <p:nvSpPr>
            <p:cNvPr id="6" name="文本框 5">
              <a:extLst>
                <a:ext uri="{FF2B5EF4-FFF2-40B4-BE49-F238E27FC236}">
                  <a16:creationId xmlns:a16="http://schemas.microsoft.com/office/drawing/2014/main" id="{0E44FCD9-F99B-4E8E-A951-0096F7B40D37}"/>
                </a:ext>
              </a:extLst>
            </p:cNvPr>
            <p:cNvSpPr txBox="1"/>
            <p:nvPr/>
          </p:nvSpPr>
          <p:spPr>
            <a:xfrm>
              <a:off x="776253" y="1149141"/>
              <a:ext cx="11110947" cy="1200329"/>
            </a:xfrm>
            <a:prstGeom prst="rect">
              <a:avLst/>
            </a:prstGeom>
            <a:noFill/>
          </p:spPr>
          <p:txBody>
            <a:bodyPr wrap="square" rtlCol="0">
              <a:spAutoFit/>
            </a:bodyPr>
            <a:lstStyle/>
            <a:p>
              <a:r>
                <a:rPr lang="en-US" altLang="zh-CN" b="1" dirty="0">
                  <a:latin typeface="Arial Narrow" panose="020B0606020202030204" pitchFamily="34" charset="0"/>
                </a:rPr>
                <a:t>【2014</a:t>
              </a:r>
              <a:r>
                <a:rPr lang="zh-CN" altLang="en-US" b="1" dirty="0">
                  <a:latin typeface="Arial Narrow" panose="020B0606020202030204" pitchFamily="34" charset="0"/>
                </a:rPr>
                <a:t>年 题</a:t>
              </a:r>
              <a:r>
                <a:rPr lang="en-US" altLang="zh-CN" b="1" dirty="0">
                  <a:latin typeface="Arial Narrow" panose="020B0606020202030204" pitchFamily="34" charset="0"/>
                </a:rPr>
                <a:t>36】</a:t>
              </a:r>
              <a:r>
                <a:rPr lang="zh-CN" altLang="en-US" b="1" dirty="0">
                  <a:latin typeface="Arial Narrow" panose="020B0606020202030204" pitchFamily="34" charset="0"/>
                </a:rPr>
                <a:t>主机甲与主机乙之间使用后退</a:t>
              </a:r>
              <a:r>
                <a:rPr lang="en-US" altLang="zh-CN" b="1" dirty="0">
                  <a:latin typeface="Arial Narrow" panose="020B0606020202030204" pitchFamily="34" charset="0"/>
                </a:rPr>
                <a:t>N</a:t>
              </a:r>
              <a:r>
                <a:rPr lang="zh-CN" altLang="en-US" b="1" dirty="0">
                  <a:latin typeface="Arial Narrow" panose="020B0606020202030204" pitchFamily="34" charset="0"/>
                </a:rPr>
                <a:t>帧（</a:t>
              </a:r>
              <a:r>
                <a:rPr lang="en-US" altLang="zh-CN" b="1" dirty="0">
                  <a:latin typeface="Arial Narrow" panose="020B0606020202030204" pitchFamily="34" charset="0"/>
                </a:rPr>
                <a:t>GBN</a:t>
              </a:r>
              <a:r>
                <a:rPr lang="zh-CN" altLang="en-US" b="1" dirty="0">
                  <a:latin typeface="Arial Narrow" panose="020B0606020202030204" pitchFamily="34" charset="0"/>
                </a:rPr>
                <a:t>）协议传输数据，甲的发送窗口尺寸为</a:t>
              </a:r>
              <a:r>
                <a:rPr lang="en-US" altLang="zh-CN" b="1" dirty="0">
                  <a:latin typeface="Arial Narrow" panose="020B0606020202030204" pitchFamily="34" charset="0"/>
                </a:rPr>
                <a:t>1000</a:t>
              </a:r>
              <a:r>
                <a:rPr lang="zh-CN" altLang="en-US" b="1" dirty="0">
                  <a:latin typeface="Arial Narrow" panose="020B0606020202030204" pitchFamily="34" charset="0"/>
                </a:rPr>
                <a:t>，</a:t>
              </a:r>
              <a:endParaRPr lang="en-US" altLang="zh-CN" b="1" dirty="0">
                <a:latin typeface="Arial Narrow" panose="020B0606020202030204" pitchFamily="34" charset="0"/>
              </a:endParaRPr>
            </a:p>
            <a:p>
              <a:r>
                <a:rPr lang="en-US" altLang="zh-CN" b="1" dirty="0">
                  <a:latin typeface="Arial Narrow" panose="020B0606020202030204" pitchFamily="34" charset="0"/>
                </a:rPr>
                <a:t>                              </a:t>
              </a:r>
              <a:r>
                <a:rPr lang="zh-CN" altLang="en-US" b="1" dirty="0">
                  <a:latin typeface="Arial Narrow" panose="020B0606020202030204" pitchFamily="34" charset="0"/>
                </a:rPr>
                <a:t>数据帧长为</a:t>
              </a:r>
              <a:r>
                <a:rPr lang="en-US" altLang="zh-CN" b="1" dirty="0">
                  <a:latin typeface="Arial Narrow" panose="020B0606020202030204" pitchFamily="34" charset="0"/>
                </a:rPr>
                <a:t>1000</a:t>
              </a:r>
              <a:r>
                <a:rPr lang="zh-CN" altLang="en-US" b="1" dirty="0">
                  <a:latin typeface="Arial Narrow" panose="020B0606020202030204" pitchFamily="34" charset="0"/>
                </a:rPr>
                <a:t>字节，信道带宽为</a:t>
              </a:r>
              <a:r>
                <a:rPr lang="en-US" altLang="zh-CN" b="1" dirty="0">
                  <a:latin typeface="Arial Narrow" panose="020B0606020202030204" pitchFamily="34" charset="0"/>
                </a:rPr>
                <a:t>100Mbps</a:t>
              </a:r>
              <a:r>
                <a:rPr lang="zh-CN" altLang="en-US" b="1" dirty="0">
                  <a:latin typeface="Arial Narrow" panose="020B0606020202030204" pitchFamily="34" charset="0"/>
                </a:rPr>
                <a:t>，乙每收到一个数据帧就立即利用一个</a:t>
              </a:r>
              <a:endParaRPr lang="en-US" altLang="zh-CN" b="1" dirty="0">
                <a:latin typeface="Arial Narrow" panose="020B0606020202030204" pitchFamily="34" charset="0"/>
              </a:endParaRPr>
            </a:p>
            <a:p>
              <a:r>
                <a:rPr lang="en-US" altLang="zh-CN" b="1" dirty="0">
                  <a:latin typeface="Arial Narrow" panose="020B0606020202030204" pitchFamily="34" charset="0"/>
                </a:rPr>
                <a:t>                              </a:t>
              </a:r>
              <a:r>
                <a:rPr lang="zh-CN" altLang="en-US" b="1" dirty="0">
                  <a:latin typeface="Arial Narrow" panose="020B0606020202030204" pitchFamily="34" charset="0"/>
                </a:rPr>
                <a:t>短帧（忽略其传输延迟）进行确认，若甲乙之间的单向传播延迟是</a:t>
              </a:r>
              <a:r>
                <a:rPr lang="en-US" altLang="zh-CN" b="1" dirty="0">
                  <a:latin typeface="Arial Narrow" panose="020B0606020202030204" pitchFamily="34" charset="0"/>
                </a:rPr>
                <a:t>50ms</a:t>
              </a:r>
              <a:r>
                <a:rPr lang="zh-CN" altLang="en-US" b="1" dirty="0">
                  <a:latin typeface="Arial Narrow" panose="020B0606020202030204" pitchFamily="34" charset="0"/>
                </a:rPr>
                <a:t>，则甲可以</a:t>
              </a:r>
              <a:endParaRPr lang="en-US" altLang="zh-CN" b="1" dirty="0">
                <a:latin typeface="Arial Narrow" panose="020B0606020202030204" pitchFamily="34" charset="0"/>
              </a:endParaRPr>
            </a:p>
            <a:p>
              <a:r>
                <a:rPr lang="en-US" altLang="zh-CN" b="1" dirty="0">
                  <a:latin typeface="Arial Narrow" panose="020B0606020202030204" pitchFamily="34" charset="0"/>
                </a:rPr>
                <a:t>                              </a:t>
              </a:r>
              <a:r>
                <a:rPr lang="zh-CN" altLang="en-US" b="1" dirty="0">
                  <a:latin typeface="Arial Narrow" panose="020B0606020202030204" pitchFamily="34" charset="0"/>
                </a:rPr>
                <a:t>达到的最大平均数据传输速率约为（      ）。</a:t>
              </a:r>
            </a:p>
          </p:txBody>
        </p:sp>
        <p:sp>
          <p:nvSpPr>
            <p:cNvPr id="56" name="文本框 55">
              <a:extLst>
                <a:ext uri="{FF2B5EF4-FFF2-40B4-BE49-F238E27FC236}">
                  <a16:creationId xmlns:a16="http://schemas.microsoft.com/office/drawing/2014/main" id="{BBE35731-FF30-47AE-BF68-D2DB837317D9}"/>
                </a:ext>
              </a:extLst>
            </p:cNvPr>
            <p:cNvSpPr txBox="1"/>
            <p:nvPr/>
          </p:nvSpPr>
          <p:spPr>
            <a:xfrm>
              <a:off x="2382484" y="2346144"/>
              <a:ext cx="1230676" cy="369332"/>
            </a:xfrm>
            <a:prstGeom prst="rect">
              <a:avLst/>
            </a:prstGeom>
            <a:noFill/>
          </p:spPr>
          <p:txBody>
            <a:bodyPr wrap="square" rtlCol="0">
              <a:spAutoFit/>
            </a:bodyPr>
            <a:lstStyle/>
            <a:p>
              <a:r>
                <a:rPr lang="en-US" altLang="zh-CN" b="1" dirty="0">
                  <a:latin typeface="Arial Narrow" panose="020B0606020202030204" pitchFamily="34" charset="0"/>
                </a:rPr>
                <a:t>A. 10Mbps</a:t>
              </a:r>
              <a:endParaRPr lang="zh-CN" altLang="en-US" b="1" dirty="0">
                <a:latin typeface="Arial Narrow" panose="020B0606020202030204" pitchFamily="34" charset="0"/>
              </a:endParaRPr>
            </a:p>
          </p:txBody>
        </p:sp>
        <p:sp>
          <p:nvSpPr>
            <p:cNvPr id="60" name="文本框 59">
              <a:extLst>
                <a:ext uri="{FF2B5EF4-FFF2-40B4-BE49-F238E27FC236}">
                  <a16:creationId xmlns:a16="http://schemas.microsoft.com/office/drawing/2014/main" id="{78825FA1-607A-4759-AEAD-FC2B64C56D84}"/>
                </a:ext>
              </a:extLst>
            </p:cNvPr>
            <p:cNvSpPr txBox="1"/>
            <p:nvPr/>
          </p:nvSpPr>
          <p:spPr>
            <a:xfrm>
              <a:off x="4437881" y="2346144"/>
              <a:ext cx="1231797" cy="369332"/>
            </a:xfrm>
            <a:prstGeom prst="rect">
              <a:avLst/>
            </a:prstGeom>
            <a:noFill/>
          </p:spPr>
          <p:txBody>
            <a:bodyPr wrap="square" rtlCol="0">
              <a:spAutoFit/>
            </a:bodyPr>
            <a:lstStyle/>
            <a:p>
              <a:r>
                <a:rPr lang="en-US" altLang="zh-CN" b="1" dirty="0">
                  <a:latin typeface="Arial Narrow" panose="020B0606020202030204" pitchFamily="34" charset="0"/>
                </a:rPr>
                <a:t>B. 20Mbps</a:t>
              </a:r>
              <a:endParaRPr lang="zh-CN" altLang="en-US" b="1" dirty="0">
                <a:latin typeface="Arial Narrow" panose="020B0606020202030204" pitchFamily="34" charset="0"/>
              </a:endParaRPr>
            </a:p>
          </p:txBody>
        </p:sp>
        <p:sp>
          <p:nvSpPr>
            <p:cNvPr id="61" name="文本框 60">
              <a:extLst>
                <a:ext uri="{FF2B5EF4-FFF2-40B4-BE49-F238E27FC236}">
                  <a16:creationId xmlns:a16="http://schemas.microsoft.com/office/drawing/2014/main" id="{AE3277B1-DBEB-44F9-A42D-29A6B767A075}"/>
                </a:ext>
              </a:extLst>
            </p:cNvPr>
            <p:cNvSpPr txBox="1"/>
            <p:nvPr/>
          </p:nvSpPr>
          <p:spPr>
            <a:xfrm>
              <a:off x="6494399" y="2346144"/>
              <a:ext cx="1154465" cy="369332"/>
            </a:xfrm>
            <a:prstGeom prst="rect">
              <a:avLst/>
            </a:prstGeom>
            <a:noFill/>
          </p:spPr>
          <p:txBody>
            <a:bodyPr wrap="square" rtlCol="0">
              <a:spAutoFit/>
            </a:bodyPr>
            <a:lstStyle/>
            <a:p>
              <a:r>
                <a:rPr lang="en-US" altLang="zh-CN" b="1" dirty="0">
                  <a:latin typeface="Arial Narrow" panose="020B0606020202030204" pitchFamily="34" charset="0"/>
                </a:rPr>
                <a:t>C. 80Mbps</a:t>
              </a:r>
              <a:endParaRPr lang="zh-CN" altLang="en-US" b="1" dirty="0">
                <a:latin typeface="Arial Narrow" panose="020B0606020202030204" pitchFamily="34" charset="0"/>
              </a:endParaRPr>
            </a:p>
          </p:txBody>
        </p:sp>
        <p:sp>
          <p:nvSpPr>
            <p:cNvPr id="62" name="文本框 61">
              <a:extLst>
                <a:ext uri="{FF2B5EF4-FFF2-40B4-BE49-F238E27FC236}">
                  <a16:creationId xmlns:a16="http://schemas.microsoft.com/office/drawing/2014/main" id="{399ADF5E-0FBC-407D-906E-862EDF099EBE}"/>
                </a:ext>
              </a:extLst>
            </p:cNvPr>
            <p:cNvSpPr txBox="1"/>
            <p:nvPr/>
          </p:nvSpPr>
          <p:spPr>
            <a:xfrm>
              <a:off x="8473586" y="2346144"/>
              <a:ext cx="1335930" cy="369332"/>
            </a:xfrm>
            <a:prstGeom prst="rect">
              <a:avLst/>
            </a:prstGeom>
            <a:noFill/>
          </p:spPr>
          <p:txBody>
            <a:bodyPr wrap="square" rtlCol="0">
              <a:spAutoFit/>
            </a:bodyPr>
            <a:lstStyle/>
            <a:p>
              <a:r>
                <a:rPr lang="en-US" altLang="zh-CN" b="1" dirty="0">
                  <a:latin typeface="Arial Narrow" panose="020B0606020202030204" pitchFamily="34" charset="0"/>
                </a:rPr>
                <a:t>D. 100Mbps</a:t>
              </a:r>
              <a:endParaRPr lang="zh-CN" altLang="en-US" b="1" dirty="0">
                <a:latin typeface="Arial Narrow" panose="020B0606020202030204" pitchFamily="34" charset="0"/>
              </a:endParaRPr>
            </a:p>
          </p:txBody>
        </p:sp>
      </p:grpSp>
      <p:sp>
        <p:nvSpPr>
          <p:cNvPr id="63" name="文本框 62">
            <a:extLst>
              <a:ext uri="{FF2B5EF4-FFF2-40B4-BE49-F238E27FC236}">
                <a16:creationId xmlns:a16="http://schemas.microsoft.com/office/drawing/2014/main" id="{1AE61273-7553-4AE5-B8C6-6C2E7FBC5B8B}"/>
              </a:ext>
            </a:extLst>
          </p:cNvPr>
          <p:cNvSpPr txBox="1"/>
          <p:nvPr/>
        </p:nvSpPr>
        <p:spPr>
          <a:xfrm>
            <a:off x="5962241" y="1919272"/>
            <a:ext cx="590962" cy="523220"/>
          </a:xfrm>
          <a:prstGeom prst="rect">
            <a:avLst/>
          </a:prstGeom>
          <a:noFill/>
        </p:spPr>
        <p:txBody>
          <a:bodyPr wrap="square" rtlCol="0">
            <a:spAutoFit/>
          </a:bodyPr>
          <a:lstStyle/>
          <a:p>
            <a:pPr algn="ctr"/>
            <a:r>
              <a:rPr lang="en-US" altLang="zh-CN" sz="2800" b="1" dirty="0">
                <a:solidFill>
                  <a:schemeClr val="accent1">
                    <a:lumMod val="75000"/>
                  </a:schemeClr>
                </a:solidFill>
                <a:latin typeface="Arial Black" panose="020B0A04020102020204" pitchFamily="34" charset="0"/>
              </a:rPr>
              <a:t>C</a:t>
            </a:r>
            <a:endParaRPr lang="zh-CN" altLang="en-US" sz="2800" b="1" dirty="0">
              <a:solidFill>
                <a:schemeClr val="accent1">
                  <a:lumMod val="75000"/>
                </a:schemeClr>
              </a:solidFill>
              <a:latin typeface="Arial Black" panose="020B0A04020102020204" pitchFamily="34" charset="0"/>
            </a:endParaRPr>
          </a:p>
        </p:txBody>
      </p:sp>
      <p:sp>
        <p:nvSpPr>
          <p:cNvPr id="64" name="文本框 63">
            <a:extLst>
              <a:ext uri="{FF2B5EF4-FFF2-40B4-BE49-F238E27FC236}">
                <a16:creationId xmlns:a16="http://schemas.microsoft.com/office/drawing/2014/main" id="{2E99F5F0-367E-490C-8AD2-82A09944014F}"/>
              </a:ext>
            </a:extLst>
          </p:cNvPr>
          <p:cNvSpPr txBox="1"/>
          <p:nvPr/>
        </p:nvSpPr>
        <p:spPr>
          <a:xfrm>
            <a:off x="933106" y="2688851"/>
            <a:ext cx="797018" cy="369332"/>
          </a:xfrm>
          <a:prstGeom prst="rect">
            <a:avLst/>
          </a:prstGeom>
          <a:noFill/>
        </p:spPr>
        <p:txBody>
          <a:bodyPr wrap="square" rtlCol="0">
            <a:spAutoFit/>
          </a:bodyPr>
          <a:lstStyle/>
          <a:p>
            <a:r>
              <a:rPr lang="zh-CN" altLang="en-US" b="1" dirty="0">
                <a:latin typeface="Arial Narrow" panose="020B0606020202030204" pitchFamily="34" charset="0"/>
              </a:rPr>
              <a:t>解析</a:t>
            </a:r>
          </a:p>
        </p:txBody>
      </p:sp>
      <p:grpSp>
        <p:nvGrpSpPr>
          <p:cNvPr id="15" name="组合 14">
            <a:extLst>
              <a:ext uri="{FF2B5EF4-FFF2-40B4-BE49-F238E27FC236}">
                <a16:creationId xmlns:a16="http://schemas.microsoft.com/office/drawing/2014/main" id="{CF0762D9-A2F4-4555-AA17-61028C94C4BE}"/>
              </a:ext>
            </a:extLst>
          </p:cNvPr>
          <p:cNvGrpSpPr/>
          <p:nvPr/>
        </p:nvGrpSpPr>
        <p:grpSpPr>
          <a:xfrm>
            <a:off x="1611881" y="2806399"/>
            <a:ext cx="10092106" cy="2086969"/>
            <a:chOff x="1611881" y="2806399"/>
            <a:chExt cx="10092106" cy="2086969"/>
          </a:xfrm>
        </p:grpSpPr>
        <p:sp>
          <p:nvSpPr>
            <p:cNvPr id="5" name="矩形 4">
              <a:extLst>
                <a:ext uri="{FF2B5EF4-FFF2-40B4-BE49-F238E27FC236}">
                  <a16:creationId xmlns:a16="http://schemas.microsoft.com/office/drawing/2014/main" id="{51670364-DBF9-4A94-9C7E-FD1F2E935865}"/>
                </a:ext>
              </a:extLst>
            </p:cNvPr>
            <p:cNvSpPr/>
            <p:nvPr/>
          </p:nvSpPr>
          <p:spPr>
            <a:xfrm>
              <a:off x="1730123" y="4386830"/>
              <a:ext cx="894665" cy="506538"/>
            </a:xfrm>
            <a:prstGeom prst="rect">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zh-CN" altLang="en-US" b="1" dirty="0">
                  <a:solidFill>
                    <a:schemeClr val="tx1"/>
                  </a:solidFill>
                </a:rPr>
                <a:t>主机甲</a:t>
              </a:r>
            </a:p>
          </p:txBody>
        </p:sp>
        <p:sp>
          <p:nvSpPr>
            <p:cNvPr id="14" name="矩形 13">
              <a:extLst>
                <a:ext uri="{FF2B5EF4-FFF2-40B4-BE49-F238E27FC236}">
                  <a16:creationId xmlns:a16="http://schemas.microsoft.com/office/drawing/2014/main" id="{D8413A9D-F0A1-439B-B578-093B3C42C866}"/>
                </a:ext>
              </a:extLst>
            </p:cNvPr>
            <p:cNvSpPr/>
            <p:nvPr/>
          </p:nvSpPr>
          <p:spPr>
            <a:xfrm>
              <a:off x="1730123" y="2922462"/>
              <a:ext cx="894665" cy="506538"/>
            </a:xfrm>
            <a:prstGeom prst="rect">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zh-CN" altLang="en-US" b="1" dirty="0">
                  <a:solidFill>
                    <a:schemeClr val="tx1"/>
                  </a:solidFill>
                </a:rPr>
                <a:t>主机乙</a:t>
              </a:r>
            </a:p>
          </p:txBody>
        </p:sp>
        <p:cxnSp>
          <p:nvCxnSpPr>
            <p:cNvPr id="9" name="直接箭头连接符 8">
              <a:extLst>
                <a:ext uri="{FF2B5EF4-FFF2-40B4-BE49-F238E27FC236}">
                  <a16:creationId xmlns:a16="http://schemas.microsoft.com/office/drawing/2014/main" id="{175462E6-C2E7-4A1B-BBDD-36551CBF4C75}"/>
                </a:ext>
              </a:extLst>
            </p:cNvPr>
            <p:cNvCxnSpPr>
              <a:stCxn id="14" idx="3"/>
            </p:cNvCxnSpPr>
            <p:nvPr/>
          </p:nvCxnSpPr>
          <p:spPr>
            <a:xfrm>
              <a:off x="2624788" y="3175731"/>
              <a:ext cx="9078216" cy="0"/>
            </a:xfrm>
            <a:prstGeom prst="straightConnector1">
              <a:avLst/>
            </a:prstGeom>
            <a:ln w="12700">
              <a:solidFill>
                <a:schemeClr val="tx1"/>
              </a:solidFill>
              <a:tailEnd type="triangle"/>
            </a:ln>
          </p:spPr>
          <p:style>
            <a:lnRef idx="1">
              <a:schemeClr val="accent1"/>
            </a:lnRef>
            <a:fillRef idx="0">
              <a:schemeClr val="accent1"/>
            </a:fillRef>
            <a:effectRef idx="0">
              <a:schemeClr val="accent1"/>
            </a:effectRef>
            <a:fontRef idx="minor">
              <a:schemeClr val="tx1"/>
            </a:fontRef>
          </p:style>
        </p:cxnSp>
        <p:cxnSp>
          <p:nvCxnSpPr>
            <p:cNvPr id="11" name="直接箭头连接符 10">
              <a:extLst>
                <a:ext uri="{FF2B5EF4-FFF2-40B4-BE49-F238E27FC236}">
                  <a16:creationId xmlns:a16="http://schemas.microsoft.com/office/drawing/2014/main" id="{587FA5E0-FFF7-4B5B-88A5-2AC4FE5448C6}"/>
                </a:ext>
              </a:extLst>
            </p:cNvPr>
            <p:cNvCxnSpPr>
              <a:stCxn id="5" idx="3"/>
            </p:cNvCxnSpPr>
            <p:nvPr/>
          </p:nvCxnSpPr>
          <p:spPr>
            <a:xfrm>
              <a:off x="2624787" y="4640099"/>
              <a:ext cx="9079200" cy="0"/>
            </a:xfrm>
            <a:prstGeom prst="straightConnector1">
              <a:avLst/>
            </a:prstGeom>
            <a:ln w="12700">
              <a:solidFill>
                <a:schemeClr val="tx1"/>
              </a:solidFill>
              <a:tailEnd type="triangle"/>
            </a:ln>
          </p:spPr>
          <p:style>
            <a:lnRef idx="1">
              <a:schemeClr val="accent1"/>
            </a:lnRef>
            <a:fillRef idx="0">
              <a:schemeClr val="accent1"/>
            </a:fillRef>
            <a:effectRef idx="0">
              <a:schemeClr val="accent1"/>
            </a:effectRef>
            <a:fontRef idx="minor">
              <a:schemeClr val="tx1"/>
            </a:fontRef>
          </p:style>
        </p:cxnSp>
        <p:sp>
          <p:nvSpPr>
            <p:cNvPr id="12" name="文本框 11">
              <a:extLst>
                <a:ext uri="{FF2B5EF4-FFF2-40B4-BE49-F238E27FC236}">
                  <a16:creationId xmlns:a16="http://schemas.microsoft.com/office/drawing/2014/main" id="{028CBCF2-17B4-4024-A080-2F82F262F839}"/>
                </a:ext>
              </a:extLst>
            </p:cNvPr>
            <p:cNvSpPr txBox="1"/>
            <p:nvPr/>
          </p:nvSpPr>
          <p:spPr>
            <a:xfrm>
              <a:off x="11465937" y="2806399"/>
              <a:ext cx="237067" cy="369332"/>
            </a:xfrm>
            <a:prstGeom prst="rect">
              <a:avLst/>
            </a:prstGeom>
            <a:noFill/>
          </p:spPr>
          <p:txBody>
            <a:bodyPr wrap="square" rtlCol="0">
              <a:spAutoFit/>
            </a:bodyPr>
            <a:lstStyle/>
            <a:p>
              <a:r>
                <a:rPr lang="en-US" altLang="zh-CN" b="1" dirty="0"/>
                <a:t>t</a:t>
              </a:r>
              <a:endParaRPr lang="zh-CN" altLang="en-US" b="1" dirty="0"/>
            </a:p>
          </p:txBody>
        </p:sp>
        <p:sp>
          <p:nvSpPr>
            <p:cNvPr id="21" name="文本框 20">
              <a:extLst>
                <a:ext uri="{FF2B5EF4-FFF2-40B4-BE49-F238E27FC236}">
                  <a16:creationId xmlns:a16="http://schemas.microsoft.com/office/drawing/2014/main" id="{808ADD2E-4994-4F8D-914B-1BF9985D43B9}"/>
                </a:ext>
              </a:extLst>
            </p:cNvPr>
            <p:cNvSpPr txBox="1"/>
            <p:nvPr/>
          </p:nvSpPr>
          <p:spPr>
            <a:xfrm>
              <a:off x="11465937" y="4270766"/>
              <a:ext cx="237067" cy="369332"/>
            </a:xfrm>
            <a:prstGeom prst="rect">
              <a:avLst/>
            </a:prstGeom>
            <a:noFill/>
          </p:spPr>
          <p:txBody>
            <a:bodyPr wrap="square" rtlCol="0">
              <a:spAutoFit/>
            </a:bodyPr>
            <a:lstStyle/>
            <a:p>
              <a:r>
                <a:rPr lang="en-US" altLang="zh-CN" b="1" dirty="0"/>
                <a:t>t</a:t>
              </a:r>
              <a:endParaRPr lang="zh-CN" altLang="en-US" b="1" dirty="0"/>
            </a:p>
          </p:txBody>
        </p:sp>
        <p:sp>
          <p:nvSpPr>
            <p:cNvPr id="13" name="文本框 12">
              <a:extLst>
                <a:ext uri="{FF2B5EF4-FFF2-40B4-BE49-F238E27FC236}">
                  <a16:creationId xmlns:a16="http://schemas.microsoft.com/office/drawing/2014/main" id="{29DCD4C0-B40F-4F23-ADEF-11977810C7D9}"/>
                </a:ext>
              </a:extLst>
            </p:cNvPr>
            <p:cNvSpPr txBox="1"/>
            <p:nvPr/>
          </p:nvSpPr>
          <p:spPr>
            <a:xfrm>
              <a:off x="1611881" y="3631175"/>
              <a:ext cx="1131147" cy="646331"/>
            </a:xfrm>
            <a:prstGeom prst="rect">
              <a:avLst/>
            </a:prstGeom>
            <a:noFill/>
          </p:spPr>
          <p:txBody>
            <a:bodyPr wrap="square" rtlCol="0">
              <a:spAutoFit/>
            </a:bodyPr>
            <a:lstStyle/>
            <a:p>
              <a:pPr algn="ctr"/>
              <a:r>
                <a:rPr lang="zh-CN" altLang="en-US" b="1" dirty="0"/>
                <a:t>后退</a:t>
              </a:r>
              <a:r>
                <a:rPr lang="en-US" altLang="zh-CN" b="1" dirty="0"/>
                <a:t>N</a:t>
              </a:r>
              <a:r>
                <a:rPr lang="zh-CN" altLang="en-US" b="1" dirty="0"/>
                <a:t>帧</a:t>
              </a:r>
              <a:endParaRPr lang="en-US" altLang="zh-CN" b="1" dirty="0"/>
            </a:p>
            <a:p>
              <a:pPr algn="ctr"/>
              <a:r>
                <a:rPr lang="zh-CN" altLang="en-US" b="1" dirty="0"/>
                <a:t>协议</a:t>
              </a:r>
            </a:p>
          </p:txBody>
        </p:sp>
      </p:grpSp>
      <p:grpSp>
        <p:nvGrpSpPr>
          <p:cNvPr id="24" name="组合 23">
            <a:extLst>
              <a:ext uri="{FF2B5EF4-FFF2-40B4-BE49-F238E27FC236}">
                <a16:creationId xmlns:a16="http://schemas.microsoft.com/office/drawing/2014/main" id="{7752B5B6-934F-4A42-AB59-AECAEEE5DDB5}"/>
              </a:ext>
            </a:extLst>
          </p:cNvPr>
          <p:cNvGrpSpPr/>
          <p:nvPr/>
        </p:nvGrpSpPr>
        <p:grpSpPr>
          <a:xfrm>
            <a:off x="2707755" y="3175732"/>
            <a:ext cx="2446751" cy="1464366"/>
            <a:chOff x="2707755" y="3175732"/>
            <a:chExt cx="2446751" cy="1464366"/>
          </a:xfrm>
        </p:grpSpPr>
        <p:sp>
          <p:nvSpPr>
            <p:cNvPr id="16" name="平行四边形 15">
              <a:extLst>
                <a:ext uri="{FF2B5EF4-FFF2-40B4-BE49-F238E27FC236}">
                  <a16:creationId xmlns:a16="http://schemas.microsoft.com/office/drawing/2014/main" id="{17451B6E-AD26-400D-91E6-37C75B654107}"/>
                </a:ext>
              </a:extLst>
            </p:cNvPr>
            <p:cNvSpPr/>
            <p:nvPr/>
          </p:nvSpPr>
          <p:spPr>
            <a:xfrm>
              <a:off x="2707755" y="3175732"/>
              <a:ext cx="2446751" cy="1464366"/>
            </a:xfrm>
            <a:prstGeom prst="parallelogram">
              <a:avLst>
                <a:gd name="adj" fmla="val 107209"/>
              </a:avLst>
            </a:prstGeom>
            <a:solidFill>
              <a:schemeClr val="accent3"/>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b="1" dirty="0"/>
            </a:p>
          </p:txBody>
        </p:sp>
        <p:sp>
          <p:nvSpPr>
            <p:cNvPr id="29" name="文本框 28">
              <a:extLst>
                <a:ext uri="{FF2B5EF4-FFF2-40B4-BE49-F238E27FC236}">
                  <a16:creationId xmlns:a16="http://schemas.microsoft.com/office/drawing/2014/main" id="{EBE3AA8D-0994-455A-B817-173CB871230A}"/>
                </a:ext>
              </a:extLst>
            </p:cNvPr>
            <p:cNvSpPr txBox="1"/>
            <p:nvPr/>
          </p:nvSpPr>
          <p:spPr>
            <a:xfrm rot="19037316">
              <a:off x="3132106" y="3638189"/>
              <a:ext cx="1503377" cy="646331"/>
            </a:xfrm>
            <a:prstGeom prst="rect">
              <a:avLst/>
            </a:prstGeom>
            <a:noFill/>
          </p:spPr>
          <p:txBody>
            <a:bodyPr wrap="square" rtlCol="0">
              <a:spAutoFit/>
            </a:bodyPr>
            <a:lstStyle/>
            <a:p>
              <a:pPr algn="ctr"/>
              <a:r>
                <a:rPr lang="en-US" altLang="zh-CN" b="1" dirty="0">
                  <a:solidFill>
                    <a:schemeClr val="bg1"/>
                  </a:solidFill>
                  <a:latin typeface="Arial Narrow" panose="020B0606020202030204" pitchFamily="34" charset="0"/>
                </a:rPr>
                <a:t>1</a:t>
              </a:r>
              <a:r>
                <a:rPr lang="zh-CN" altLang="en-US" b="1" dirty="0">
                  <a:solidFill>
                    <a:schemeClr val="bg1"/>
                  </a:solidFill>
                  <a:latin typeface="Arial Narrow" panose="020B0606020202030204" pitchFamily="34" charset="0"/>
                </a:rPr>
                <a:t>号数据帧</a:t>
              </a:r>
              <a:endParaRPr lang="en-US" altLang="zh-CN" b="1" dirty="0">
                <a:solidFill>
                  <a:schemeClr val="bg1"/>
                </a:solidFill>
                <a:latin typeface="Arial Narrow" panose="020B0606020202030204" pitchFamily="34" charset="0"/>
              </a:endParaRPr>
            </a:p>
            <a:p>
              <a:pPr algn="ctr"/>
              <a:r>
                <a:rPr lang="en-US" altLang="zh-CN" b="1" dirty="0">
                  <a:solidFill>
                    <a:schemeClr val="bg1"/>
                  </a:solidFill>
                  <a:latin typeface="Arial Narrow" panose="020B0606020202030204" pitchFamily="34" charset="0"/>
                </a:rPr>
                <a:t>1000</a:t>
              </a:r>
              <a:r>
                <a:rPr lang="zh-CN" altLang="en-US" b="1" dirty="0">
                  <a:solidFill>
                    <a:schemeClr val="bg1"/>
                  </a:solidFill>
                  <a:latin typeface="Arial Narrow" panose="020B0606020202030204" pitchFamily="34" charset="0"/>
                </a:rPr>
                <a:t>字节</a:t>
              </a:r>
            </a:p>
          </p:txBody>
        </p:sp>
      </p:grpSp>
      <p:grpSp>
        <p:nvGrpSpPr>
          <p:cNvPr id="33" name="组合 32">
            <a:extLst>
              <a:ext uri="{FF2B5EF4-FFF2-40B4-BE49-F238E27FC236}">
                <a16:creationId xmlns:a16="http://schemas.microsoft.com/office/drawing/2014/main" id="{8220FF25-C396-4643-906E-1EDFB495E64C}"/>
              </a:ext>
            </a:extLst>
          </p:cNvPr>
          <p:cNvGrpSpPr/>
          <p:nvPr/>
        </p:nvGrpSpPr>
        <p:grpSpPr>
          <a:xfrm>
            <a:off x="3588874" y="3170328"/>
            <a:ext cx="2446751" cy="1464366"/>
            <a:chOff x="2707755" y="3175732"/>
            <a:chExt cx="2446751" cy="1464366"/>
          </a:xfrm>
        </p:grpSpPr>
        <p:sp>
          <p:nvSpPr>
            <p:cNvPr id="34" name="平行四边形 33">
              <a:extLst>
                <a:ext uri="{FF2B5EF4-FFF2-40B4-BE49-F238E27FC236}">
                  <a16:creationId xmlns:a16="http://schemas.microsoft.com/office/drawing/2014/main" id="{CB5C9818-38D6-40DC-B2E9-B8B6C32E3DFB}"/>
                </a:ext>
              </a:extLst>
            </p:cNvPr>
            <p:cNvSpPr/>
            <p:nvPr/>
          </p:nvSpPr>
          <p:spPr>
            <a:xfrm>
              <a:off x="2707755" y="3175732"/>
              <a:ext cx="2446751" cy="1464366"/>
            </a:xfrm>
            <a:prstGeom prst="parallelogram">
              <a:avLst>
                <a:gd name="adj" fmla="val 107209"/>
              </a:avLst>
            </a:prstGeom>
            <a:solidFill>
              <a:schemeClr val="accent3"/>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b="1" dirty="0"/>
            </a:p>
          </p:txBody>
        </p:sp>
        <p:sp>
          <p:nvSpPr>
            <p:cNvPr id="35" name="文本框 34">
              <a:extLst>
                <a:ext uri="{FF2B5EF4-FFF2-40B4-BE49-F238E27FC236}">
                  <a16:creationId xmlns:a16="http://schemas.microsoft.com/office/drawing/2014/main" id="{8E1B67E3-5E16-4923-8CD3-426DBED9949D}"/>
                </a:ext>
              </a:extLst>
            </p:cNvPr>
            <p:cNvSpPr txBox="1"/>
            <p:nvPr/>
          </p:nvSpPr>
          <p:spPr>
            <a:xfrm rot="19037316">
              <a:off x="3132106" y="3638189"/>
              <a:ext cx="1503377" cy="646331"/>
            </a:xfrm>
            <a:prstGeom prst="rect">
              <a:avLst/>
            </a:prstGeom>
            <a:noFill/>
          </p:spPr>
          <p:txBody>
            <a:bodyPr wrap="square" rtlCol="0">
              <a:spAutoFit/>
            </a:bodyPr>
            <a:lstStyle/>
            <a:p>
              <a:pPr algn="ctr"/>
              <a:r>
                <a:rPr lang="en-US" altLang="zh-CN" b="1" dirty="0">
                  <a:solidFill>
                    <a:schemeClr val="bg1"/>
                  </a:solidFill>
                  <a:latin typeface="Arial Narrow" panose="020B0606020202030204" pitchFamily="34" charset="0"/>
                </a:rPr>
                <a:t>2</a:t>
              </a:r>
              <a:r>
                <a:rPr lang="zh-CN" altLang="en-US" b="1" dirty="0">
                  <a:solidFill>
                    <a:schemeClr val="bg1"/>
                  </a:solidFill>
                  <a:latin typeface="Arial Narrow" panose="020B0606020202030204" pitchFamily="34" charset="0"/>
                </a:rPr>
                <a:t>号数据帧</a:t>
              </a:r>
              <a:endParaRPr lang="en-US" altLang="zh-CN" b="1" dirty="0">
                <a:solidFill>
                  <a:schemeClr val="bg1"/>
                </a:solidFill>
                <a:latin typeface="Arial Narrow" panose="020B0606020202030204" pitchFamily="34" charset="0"/>
              </a:endParaRPr>
            </a:p>
            <a:p>
              <a:pPr algn="ctr"/>
              <a:r>
                <a:rPr lang="en-US" altLang="zh-CN" b="1" dirty="0">
                  <a:solidFill>
                    <a:schemeClr val="bg1"/>
                  </a:solidFill>
                  <a:latin typeface="Arial Narrow" panose="020B0606020202030204" pitchFamily="34" charset="0"/>
                </a:rPr>
                <a:t>1000</a:t>
              </a:r>
              <a:r>
                <a:rPr lang="zh-CN" altLang="en-US" b="1" dirty="0">
                  <a:solidFill>
                    <a:schemeClr val="bg1"/>
                  </a:solidFill>
                  <a:latin typeface="Arial Narrow" panose="020B0606020202030204" pitchFamily="34" charset="0"/>
                </a:rPr>
                <a:t>字节</a:t>
              </a:r>
            </a:p>
          </p:txBody>
        </p:sp>
      </p:grpSp>
      <p:grpSp>
        <p:nvGrpSpPr>
          <p:cNvPr id="36" name="组合 35">
            <a:extLst>
              <a:ext uri="{FF2B5EF4-FFF2-40B4-BE49-F238E27FC236}">
                <a16:creationId xmlns:a16="http://schemas.microsoft.com/office/drawing/2014/main" id="{69249FEB-9FD8-4633-870A-5A06D056B2F7}"/>
              </a:ext>
            </a:extLst>
          </p:cNvPr>
          <p:cNvGrpSpPr/>
          <p:nvPr/>
        </p:nvGrpSpPr>
        <p:grpSpPr>
          <a:xfrm>
            <a:off x="5444241" y="3174559"/>
            <a:ext cx="2446751" cy="1464366"/>
            <a:chOff x="2707755" y="3175732"/>
            <a:chExt cx="2446751" cy="1464366"/>
          </a:xfrm>
        </p:grpSpPr>
        <p:sp>
          <p:nvSpPr>
            <p:cNvPr id="37" name="平行四边形 36">
              <a:extLst>
                <a:ext uri="{FF2B5EF4-FFF2-40B4-BE49-F238E27FC236}">
                  <a16:creationId xmlns:a16="http://schemas.microsoft.com/office/drawing/2014/main" id="{B32FA66C-8C83-4EC5-84B8-ADCFD1E316F9}"/>
                </a:ext>
              </a:extLst>
            </p:cNvPr>
            <p:cNvSpPr/>
            <p:nvPr/>
          </p:nvSpPr>
          <p:spPr>
            <a:xfrm>
              <a:off x="2707755" y="3175732"/>
              <a:ext cx="2446751" cy="1464366"/>
            </a:xfrm>
            <a:prstGeom prst="parallelogram">
              <a:avLst>
                <a:gd name="adj" fmla="val 107209"/>
              </a:avLst>
            </a:prstGeom>
            <a:solidFill>
              <a:schemeClr val="accent3"/>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b="1" dirty="0"/>
            </a:p>
          </p:txBody>
        </p:sp>
        <p:sp>
          <p:nvSpPr>
            <p:cNvPr id="38" name="文本框 37">
              <a:extLst>
                <a:ext uri="{FF2B5EF4-FFF2-40B4-BE49-F238E27FC236}">
                  <a16:creationId xmlns:a16="http://schemas.microsoft.com/office/drawing/2014/main" id="{102E248B-6364-4491-85A4-B8EC29470C0A}"/>
                </a:ext>
              </a:extLst>
            </p:cNvPr>
            <p:cNvSpPr txBox="1"/>
            <p:nvPr/>
          </p:nvSpPr>
          <p:spPr>
            <a:xfrm rot="19037316">
              <a:off x="3108433" y="3577645"/>
              <a:ext cx="1681894" cy="646331"/>
            </a:xfrm>
            <a:prstGeom prst="rect">
              <a:avLst/>
            </a:prstGeom>
            <a:noFill/>
          </p:spPr>
          <p:txBody>
            <a:bodyPr wrap="square" rtlCol="0">
              <a:spAutoFit/>
            </a:bodyPr>
            <a:lstStyle/>
            <a:p>
              <a:pPr algn="ctr"/>
              <a:r>
                <a:rPr lang="en-US" altLang="zh-CN" b="1" dirty="0">
                  <a:solidFill>
                    <a:schemeClr val="bg1"/>
                  </a:solidFill>
                  <a:latin typeface="Arial Narrow" panose="020B0606020202030204" pitchFamily="34" charset="0"/>
                </a:rPr>
                <a:t>1000</a:t>
              </a:r>
              <a:r>
                <a:rPr lang="zh-CN" altLang="en-US" b="1" dirty="0">
                  <a:solidFill>
                    <a:schemeClr val="bg1"/>
                  </a:solidFill>
                  <a:latin typeface="Arial Narrow" panose="020B0606020202030204" pitchFamily="34" charset="0"/>
                </a:rPr>
                <a:t>号数据帧</a:t>
              </a:r>
              <a:endParaRPr lang="en-US" altLang="zh-CN" b="1" dirty="0">
                <a:solidFill>
                  <a:schemeClr val="bg1"/>
                </a:solidFill>
                <a:latin typeface="Arial Narrow" panose="020B0606020202030204" pitchFamily="34" charset="0"/>
              </a:endParaRPr>
            </a:p>
            <a:p>
              <a:pPr algn="ctr"/>
              <a:r>
                <a:rPr lang="en-US" altLang="zh-CN" b="1" dirty="0">
                  <a:solidFill>
                    <a:schemeClr val="bg1"/>
                  </a:solidFill>
                  <a:latin typeface="Arial Narrow" panose="020B0606020202030204" pitchFamily="34" charset="0"/>
                </a:rPr>
                <a:t>1000</a:t>
              </a:r>
              <a:r>
                <a:rPr lang="zh-CN" altLang="en-US" b="1" dirty="0">
                  <a:solidFill>
                    <a:schemeClr val="bg1"/>
                  </a:solidFill>
                  <a:latin typeface="Arial Narrow" panose="020B0606020202030204" pitchFamily="34" charset="0"/>
                </a:rPr>
                <a:t>字节</a:t>
              </a:r>
            </a:p>
          </p:txBody>
        </p:sp>
      </p:grpSp>
      <p:cxnSp>
        <p:nvCxnSpPr>
          <p:cNvPr id="19" name="直接箭头连接符 18">
            <a:extLst>
              <a:ext uri="{FF2B5EF4-FFF2-40B4-BE49-F238E27FC236}">
                <a16:creationId xmlns:a16="http://schemas.microsoft.com/office/drawing/2014/main" id="{EDB91665-6C12-47B8-9703-BB6A88BA5446}"/>
              </a:ext>
            </a:extLst>
          </p:cNvPr>
          <p:cNvCxnSpPr>
            <a:cxnSpLocks/>
          </p:cNvCxnSpPr>
          <p:nvPr/>
        </p:nvCxnSpPr>
        <p:spPr>
          <a:xfrm>
            <a:off x="5162301" y="3175731"/>
            <a:ext cx="1638126" cy="1464367"/>
          </a:xfrm>
          <a:prstGeom prst="straightConnector1">
            <a:avLst/>
          </a:prstGeom>
          <a:ln w="25400">
            <a:solidFill>
              <a:schemeClr val="accent4"/>
            </a:solidFill>
            <a:tailEnd type="triangle" w="med" len="lg"/>
          </a:ln>
        </p:spPr>
        <p:style>
          <a:lnRef idx="1">
            <a:schemeClr val="accent1"/>
          </a:lnRef>
          <a:fillRef idx="0">
            <a:schemeClr val="accent1"/>
          </a:fillRef>
          <a:effectRef idx="0">
            <a:schemeClr val="accent1"/>
          </a:effectRef>
          <a:fontRef idx="minor">
            <a:schemeClr val="tx1"/>
          </a:fontRef>
        </p:style>
      </p:cxnSp>
      <p:cxnSp>
        <p:nvCxnSpPr>
          <p:cNvPr id="39" name="直接箭头连接符 38">
            <a:extLst>
              <a:ext uri="{FF2B5EF4-FFF2-40B4-BE49-F238E27FC236}">
                <a16:creationId xmlns:a16="http://schemas.microsoft.com/office/drawing/2014/main" id="{90310CAF-9806-489C-829D-6307C8BD6A83}"/>
              </a:ext>
            </a:extLst>
          </p:cNvPr>
          <p:cNvCxnSpPr>
            <a:cxnSpLocks/>
          </p:cNvCxnSpPr>
          <p:nvPr/>
        </p:nvCxnSpPr>
        <p:spPr>
          <a:xfrm>
            <a:off x="6016284" y="3185840"/>
            <a:ext cx="1638126" cy="1464367"/>
          </a:xfrm>
          <a:prstGeom prst="straightConnector1">
            <a:avLst/>
          </a:prstGeom>
          <a:ln w="25400">
            <a:solidFill>
              <a:schemeClr val="accent4"/>
            </a:solidFill>
            <a:tailEnd type="triangle" w="med" len="lg"/>
          </a:ln>
        </p:spPr>
        <p:style>
          <a:lnRef idx="1">
            <a:schemeClr val="accent1"/>
          </a:lnRef>
          <a:fillRef idx="0">
            <a:schemeClr val="accent1"/>
          </a:fillRef>
          <a:effectRef idx="0">
            <a:schemeClr val="accent1"/>
          </a:effectRef>
          <a:fontRef idx="minor">
            <a:schemeClr val="tx1"/>
          </a:fontRef>
        </p:style>
      </p:cxnSp>
      <p:cxnSp>
        <p:nvCxnSpPr>
          <p:cNvPr id="40" name="直接箭头连接符 39">
            <a:extLst>
              <a:ext uri="{FF2B5EF4-FFF2-40B4-BE49-F238E27FC236}">
                <a16:creationId xmlns:a16="http://schemas.microsoft.com/office/drawing/2014/main" id="{9ED32783-EC0D-465F-8E4A-925BEFB0428E}"/>
              </a:ext>
            </a:extLst>
          </p:cNvPr>
          <p:cNvCxnSpPr>
            <a:cxnSpLocks/>
          </p:cNvCxnSpPr>
          <p:nvPr/>
        </p:nvCxnSpPr>
        <p:spPr>
          <a:xfrm>
            <a:off x="7879287" y="3182757"/>
            <a:ext cx="1638126" cy="1464367"/>
          </a:xfrm>
          <a:prstGeom prst="straightConnector1">
            <a:avLst/>
          </a:prstGeom>
          <a:ln w="25400">
            <a:solidFill>
              <a:schemeClr val="accent4"/>
            </a:solidFill>
            <a:tailEnd type="triangle" w="med" len="lg"/>
          </a:ln>
        </p:spPr>
        <p:style>
          <a:lnRef idx="1">
            <a:schemeClr val="accent1"/>
          </a:lnRef>
          <a:fillRef idx="0">
            <a:schemeClr val="accent1"/>
          </a:fillRef>
          <a:effectRef idx="0">
            <a:schemeClr val="accent1"/>
          </a:effectRef>
          <a:fontRef idx="minor">
            <a:schemeClr val="tx1"/>
          </a:fontRef>
        </p:style>
      </p:cxnSp>
      <p:sp>
        <p:nvSpPr>
          <p:cNvPr id="41" name="文本框 40">
            <a:extLst>
              <a:ext uri="{FF2B5EF4-FFF2-40B4-BE49-F238E27FC236}">
                <a16:creationId xmlns:a16="http://schemas.microsoft.com/office/drawing/2014/main" id="{F641756F-2767-4E27-B49A-9B8826746458}"/>
              </a:ext>
            </a:extLst>
          </p:cNvPr>
          <p:cNvSpPr txBox="1"/>
          <p:nvPr/>
        </p:nvSpPr>
        <p:spPr>
          <a:xfrm>
            <a:off x="5196556" y="3656623"/>
            <a:ext cx="797018" cy="523220"/>
          </a:xfrm>
          <a:prstGeom prst="rect">
            <a:avLst/>
          </a:prstGeom>
          <a:noFill/>
        </p:spPr>
        <p:txBody>
          <a:bodyPr wrap="square" rtlCol="0">
            <a:spAutoFit/>
          </a:bodyPr>
          <a:lstStyle/>
          <a:p>
            <a:pPr algn="ctr"/>
            <a:r>
              <a:rPr lang="en-US" altLang="zh-CN" sz="2800" b="1" dirty="0">
                <a:solidFill>
                  <a:schemeClr val="accent3"/>
                </a:solidFill>
                <a:latin typeface="+mn-ea"/>
              </a:rPr>
              <a:t>…</a:t>
            </a:r>
            <a:endParaRPr lang="zh-CN" altLang="en-US" sz="2800" b="1" dirty="0">
              <a:solidFill>
                <a:schemeClr val="accent3"/>
              </a:solidFill>
              <a:latin typeface="+mn-ea"/>
            </a:endParaRPr>
          </a:p>
        </p:txBody>
      </p:sp>
      <p:sp>
        <p:nvSpPr>
          <p:cNvPr id="42" name="文本框 41">
            <a:extLst>
              <a:ext uri="{FF2B5EF4-FFF2-40B4-BE49-F238E27FC236}">
                <a16:creationId xmlns:a16="http://schemas.microsoft.com/office/drawing/2014/main" id="{C77FEA1F-243C-4636-A68A-1FE154A09A4E}"/>
              </a:ext>
            </a:extLst>
          </p:cNvPr>
          <p:cNvSpPr txBox="1"/>
          <p:nvPr/>
        </p:nvSpPr>
        <p:spPr>
          <a:xfrm>
            <a:off x="7551344" y="3656623"/>
            <a:ext cx="797018" cy="523220"/>
          </a:xfrm>
          <a:prstGeom prst="rect">
            <a:avLst/>
          </a:prstGeom>
          <a:noFill/>
        </p:spPr>
        <p:txBody>
          <a:bodyPr wrap="square" rtlCol="0">
            <a:spAutoFit/>
          </a:bodyPr>
          <a:lstStyle/>
          <a:p>
            <a:pPr algn="ctr"/>
            <a:r>
              <a:rPr lang="en-US" altLang="zh-CN" sz="2800" b="1" dirty="0">
                <a:solidFill>
                  <a:schemeClr val="accent4"/>
                </a:solidFill>
                <a:latin typeface="+mn-ea"/>
              </a:rPr>
              <a:t>…</a:t>
            </a:r>
            <a:endParaRPr lang="zh-CN" altLang="en-US" sz="2800" b="1" dirty="0">
              <a:solidFill>
                <a:schemeClr val="accent4"/>
              </a:solidFill>
              <a:latin typeface="+mn-ea"/>
            </a:endParaRPr>
          </a:p>
        </p:txBody>
      </p:sp>
      <p:grpSp>
        <p:nvGrpSpPr>
          <p:cNvPr id="20" name="组合 19">
            <a:extLst>
              <a:ext uri="{FF2B5EF4-FFF2-40B4-BE49-F238E27FC236}">
                <a16:creationId xmlns:a16="http://schemas.microsoft.com/office/drawing/2014/main" id="{CFB156D2-AED0-402C-9AB6-ECCD8186C825}"/>
              </a:ext>
            </a:extLst>
          </p:cNvPr>
          <p:cNvGrpSpPr/>
          <p:nvPr/>
        </p:nvGrpSpPr>
        <p:grpSpPr>
          <a:xfrm>
            <a:off x="2448760" y="4634694"/>
            <a:ext cx="1399107" cy="860280"/>
            <a:chOff x="2448760" y="4634694"/>
            <a:chExt cx="1399107" cy="860280"/>
          </a:xfrm>
        </p:grpSpPr>
        <p:cxnSp>
          <p:nvCxnSpPr>
            <p:cNvPr id="10" name="直接连接符 9">
              <a:extLst>
                <a:ext uri="{FF2B5EF4-FFF2-40B4-BE49-F238E27FC236}">
                  <a16:creationId xmlns:a16="http://schemas.microsoft.com/office/drawing/2014/main" id="{2D4656C5-D1B8-4E0B-B6E5-8E956C87A520}"/>
                </a:ext>
              </a:extLst>
            </p:cNvPr>
            <p:cNvCxnSpPr/>
            <p:nvPr/>
          </p:nvCxnSpPr>
          <p:spPr>
            <a:xfrm>
              <a:off x="2707755" y="4634694"/>
              <a:ext cx="0" cy="342078"/>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3" name="直接连接符 42">
              <a:extLst>
                <a:ext uri="{FF2B5EF4-FFF2-40B4-BE49-F238E27FC236}">
                  <a16:creationId xmlns:a16="http://schemas.microsoft.com/office/drawing/2014/main" id="{08DD3F9B-ABDF-4AC1-B319-9CC405959C34}"/>
                </a:ext>
              </a:extLst>
            </p:cNvPr>
            <p:cNvCxnSpPr/>
            <p:nvPr/>
          </p:nvCxnSpPr>
          <p:spPr>
            <a:xfrm>
              <a:off x="3588874" y="4634694"/>
              <a:ext cx="0" cy="342078"/>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8" name="直接箭头连接符 17">
              <a:extLst>
                <a:ext uri="{FF2B5EF4-FFF2-40B4-BE49-F238E27FC236}">
                  <a16:creationId xmlns:a16="http://schemas.microsoft.com/office/drawing/2014/main" id="{13C309D9-0C5C-417D-901C-8944C82284AB}"/>
                </a:ext>
              </a:extLst>
            </p:cNvPr>
            <p:cNvCxnSpPr/>
            <p:nvPr/>
          </p:nvCxnSpPr>
          <p:spPr>
            <a:xfrm>
              <a:off x="2707755" y="4835137"/>
              <a:ext cx="881119" cy="0"/>
            </a:xfrm>
            <a:prstGeom prst="straightConnector1">
              <a:avLst/>
            </a:prstGeom>
            <a:ln w="12700">
              <a:solidFill>
                <a:schemeClr val="tx1"/>
              </a:solidFill>
              <a:headEnd type="triangle"/>
              <a:tailEnd type="triangle"/>
            </a:ln>
          </p:spPr>
          <p:style>
            <a:lnRef idx="1">
              <a:schemeClr val="accent1"/>
            </a:lnRef>
            <a:fillRef idx="0">
              <a:schemeClr val="accent1"/>
            </a:fillRef>
            <a:effectRef idx="0">
              <a:schemeClr val="accent1"/>
            </a:effectRef>
            <a:fontRef idx="minor">
              <a:schemeClr val="tx1"/>
            </a:fontRef>
          </p:style>
        </p:cxnSp>
        <p:sp>
          <p:nvSpPr>
            <p:cNvPr id="44" name="文本框 43">
              <a:extLst>
                <a:ext uri="{FF2B5EF4-FFF2-40B4-BE49-F238E27FC236}">
                  <a16:creationId xmlns:a16="http://schemas.microsoft.com/office/drawing/2014/main" id="{2688830A-7C55-4E24-8216-F426FA472DC5}"/>
                </a:ext>
              </a:extLst>
            </p:cNvPr>
            <p:cNvSpPr txBox="1"/>
            <p:nvPr/>
          </p:nvSpPr>
          <p:spPr>
            <a:xfrm>
              <a:off x="2448760" y="4848643"/>
              <a:ext cx="1399107" cy="646331"/>
            </a:xfrm>
            <a:prstGeom prst="rect">
              <a:avLst/>
            </a:prstGeom>
            <a:noFill/>
          </p:spPr>
          <p:txBody>
            <a:bodyPr wrap="square" rtlCol="0">
              <a:spAutoFit/>
            </a:bodyPr>
            <a:lstStyle/>
            <a:p>
              <a:pPr algn="ctr"/>
              <a:r>
                <a:rPr lang="zh-CN" altLang="en-US" b="1" dirty="0">
                  <a:latin typeface="Arial Narrow" panose="020B0606020202030204" pitchFamily="34" charset="0"/>
                </a:rPr>
                <a:t>数据帧</a:t>
              </a:r>
              <a:endParaRPr lang="en-US" altLang="zh-CN" b="1" dirty="0">
                <a:latin typeface="Arial Narrow" panose="020B0606020202030204" pitchFamily="34" charset="0"/>
              </a:endParaRPr>
            </a:p>
            <a:p>
              <a:pPr algn="ctr"/>
              <a:r>
                <a:rPr lang="zh-CN" altLang="en-US" b="1" dirty="0">
                  <a:latin typeface="Arial Narrow" panose="020B0606020202030204" pitchFamily="34" charset="0"/>
                </a:rPr>
                <a:t>发送时延</a:t>
              </a:r>
            </a:p>
          </p:txBody>
        </p:sp>
      </p:grpSp>
      <p:grpSp>
        <p:nvGrpSpPr>
          <p:cNvPr id="27" name="组合 26">
            <a:extLst>
              <a:ext uri="{FF2B5EF4-FFF2-40B4-BE49-F238E27FC236}">
                <a16:creationId xmlns:a16="http://schemas.microsoft.com/office/drawing/2014/main" id="{4AD32FB4-B55C-4C68-9EA7-4CD0F973C9D0}"/>
              </a:ext>
            </a:extLst>
          </p:cNvPr>
          <p:cNvGrpSpPr/>
          <p:nvPr/>
        </p:nvGrpSpPr>
        <p:grpSpPr>
          <a:xfrm>
            <a:off x="3397964" y="4634694"/>
            <a:ext cx="1946796" cy="852008"/>
            <a:chOff x="3397964" y="4634694"/>
            <a:chExt cx="1946796" cy="852008"/>
          </a:xfrm>
        </p:grpSpPr>
        <p:grpSp>
          <p:nvGrpSpPr>
            <p:cNvPr id="26" name="组合 25">
              <a:extLst>
                <a:ext uri="{FF2B5EF4-FFF2-40B4-BE49-F238E27FC236}">
                  <a16:creationId xmlns:a16="http://schemas.microsoft.com/office/drawing/2014/main" id="{50956862-4FD2-4469-89D4-93CEC9B137B8}"/>
                </a:ext>
              </a:extLst>
            </p:cNvPr>
            <p:cNvGrpSpPr/>
            <p:nvPr/>
          </p:nvGrpSpPr>
          <p:grpSpPr>
            <a:xfrm>
              <a:off x="3588874" y="4634694"/>
              <a:ext cx="1564977" cy="354508"/>
              <a:chOff x="3588874" y="4634694"/>
              <a:chExt cx="1564977" cy="354508"/>
            </a:xfrm>
          </p:grpSpPr>
          <p:cxnSp>
            <p:nvCxnSpPr>
              <p:cNvPr id="45" name="直接连接符 44">
                <a:extLst>
                  <a:ext uri="{FF2B5EF4-FFF2-40B4-BE49-F238E27FC236}">
                    <a16:creationId xmlns:a16="http://schemas.microsoft.com/office/drawing/2014/main" id="{97E3D14E-6C00-4791-B93E-2ACA8EB58960}"/>
                  </a:ext>
                </a:extLst>
              </p:cNvPr>
              <p:cNvCxnSpPr>
                <a:cxnSpLocks/>
              </p:cNvCxnSpPr>
              <p:nvPr/>
            </p:nvCxnSpPr>
            <p:spPr>
              <a:xfrm>
                <a:off x="3592841" y="4634694"/>
                <a:ext cx="0" cy="342078"/>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8" name="直接连接符 47">
                <a:extLst>
                  <a:ext uri="{FF2B5EF4-FFF2-40B4-BE49-F238E27FC236}">
                    <a16:creationId xmlns:a16="http://schemas.microsoft.com/office/drawing/2014/main" id="{6A89D093-A2B2-464E-83D2-69F99158BD75}"/>
                  </a:ext>
                </a:extLst>
              </p:cNvPr>
              <p:cNvCxnSpPr/>
              <p:nvPr/>
            </p:nvCxnSpPr>
            <p:spPr>
              <a:xfrm>
                <a:off x="5153851" y="4647124"/>
                <a:ext cx="0" cy="342078"/>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9" name="直接箭头连接符 48">
                <a:extLst>
                  <a:ext uri="{FF2B5EF4-FFF2-40B4-BE49-F238E27FC236}">
                    <a16:creationId xmlns:a16="http://schemas.microsoft.com/office/drawing/2014/main" id="{A2951B67-4FD3-4402-8375-012EC60AB6E8}"/>
                  </a:ext>
                </a:extLst>
              </p:cNvPr>
              <p:cNvCxnSpPr>
                <a:cxnSpLocks/>
              </p:cNvCxnSpPr>
              <p:nvPr/>
            </p:nvCxnSpPr>
            <p:spPr>
              <a:xfrm>
                <a:off x="3588874" y="4835137"/>
                <a:ext cx="1564977" cy="0"/>
              </a:xfrm>
              <a:prstGeom prst="straightConnector1">
                <a:avLst/>
              </a:prstGeom>
              <a:ln w="12700">
                <a:solidFill>
                  <a:schemeClr val="tx1"/>
                </a:solidFill>
                <a:headEnd type="triangle"/>
                <a:tailEnd type="triangle"/>
              </a:ln>
            </p:spPr>
            <p:style>
              <a:lnRef idx="1">
                <a:schemeClr val="accent1"/>
              </a:lnRef>
              <a:fillRef idx="0">
                <a:schemeClr val="accent1"/>
              </a:fillRef>
              <a:effectRef idx="0">
                <a:schemeClr val="accent1"/>
              </a:effectRef>
              <a:fontRef idx="minor">
                <a:schemeClr val="tx1"/>
              </a:fontRef>
            </p:style>
          </p:cxnSp>
        </p:grpSp>
        <p:sp>
          <p:nvSpPr>
            <p:cNvPr id="50" name="文本框 49">
              <a:extLst>
                <a:ext uri="{FF2B5EF4-FFF2-40B4-BE49-F238E27FC236}">
                  <a16:creationId xmlns:a16="http://schemas.microsoft.com/office/drawing/2014/main" id="{B300958A-33BB-4BBC-B36F-253A81E1040C}"/>
                </a:ext>
              </a:extLst>
            </p:cNvPr>
            <p:cNvSpPr txBox="1"/>
            <p:nvPr/>
          </p:nvSpPr>
          <p:spPr>
            <a:xfrm>
              <a:off x="3397964" y="4840371"/>
              <a:ext cx="1946796" cy="646331"/>
            </a:xfrm>
            <a:prstGeom prst="rect">
              <a:avLst/>
            </a:prstGeom>
            <a:noFill/>
          </p:spPr>
          <p:txBody>
            <a:bodyPr wrap="square" rtlCol="0">
              <a:spAutoFit/>
            </a:bodyPr>
            <a:lstStyle/>
            <a:p>
              <a:pPr algn="ctr"/>
              <a:r>
                <a:rPr lang="zh-CN" altLang="en-US" b="1" dirty="0">
                  <a:latin typeface="Arial Narrow" panose="020B0606020202030204" pitchFamily="34" charset="0"/>
                </a:rPr>
                <a:t>信号的</a:t>
              </a:r>
              <a:endParaRPr lang="en-US" altLang="zh-CN" b="1" dirty="0">
                <a:latin typeface="Arial Narrow" panose="020B0606020202030204" pitchFamily="34" charset="0"/>
              </a:endParaRPr>
            </a:p>
            <a:p>
              <a:pPr algn="ctr"/>
              <a:r>
                <a:rPr lang="zh-CN" altLang="en-US" b="1" dirty="0">
                  <a:latin typeface="Arial Narrow" panose="020B0606020202030204" pitchFamily="34" charset="0"/>
                </a:rPr>
                <a:t>单向传播时延</a:t>
              </a:r>
            </a:p>
          </p:txBody>
        </p:sp>
      </p:grpSp>
      <p:cxnSp>
        <p:nvCxnSpPr>
          <p:cNvPr id="23" name="直接连接符 22">
            <a:extLst>
              <a:ext uri="{FF2B5EF4-FFF2-40B4-BE49-F238E27FC236}">
                <a16:creationId xmlns:a16="http://schemas.microsoft.com/office/drawing/2014/main" id="{32BFEEF4-AEF8-4906-A5D5-68DC3325A6ED}"/>
              </a:ext>
            </a:extLst>
          </p:cNvPr>
          <p:cNvCxnSpPr/>
          <p:nvPr/>
        </p:nvCxnSpPr>
        <p:spPr>
          <a:xfrm>
            <a:off x="5154506" y="3170328"/>
            <a:ext cx="0" cy="1464366"/>
          </a:xfrm>
          <a:prstGeom prst="line">
            <a:avLst/>
          </a:prstGeom>
          <a:ln w="12700">
            <a:solidFill>
              <a:schemeClr val="tx1"/>
            </a:solidFill>
            <a:prstDash val="dash"/>
          </a:ln>
        </p:spPr>
        <p:style>
          <a:lnRef idx="1">
            <a:schemeClr val="accent1"/>
          </a:lnRef>
          <a:fillRef idx="0">
            <a:schemeClr val="accent1"/>
          </a:fillRef>
          <a:effectRef idx="0">
            <a:schemeClr val="accent1"/>
          </a:effectRef>
          <a:fontRef idx="minor">
            <a:schemeClr val="tx1"/>
          </a:fontRef>
        </p:style>
      </p:cxnSp>
      <p:grpSp>
        <p:nvGrpSpPr>
          <p:cNvPr id="53" name="组合 52">
            <a:extLst>
              <a:ext uri="{FF2B5EF4-FFF2-40B4-BE49-F238E27FC236}">
                <a16:creationId xmlns:a16="http://schemas.microsoft.com/office/drawing/2014/main" id="{8E0DD58C-668A-4A1D-9621-D27B5F1D8256}"/>
              </a:ext>
            </a:extLst>
          </p:cNvPr>
          <p:cNvGrpSpPr/>
          <p:nvPr/>
        </p:nvGrpSpPr>
        <p:grpSpPr>
          <a:xfrm>
            <a:off x="4961751" y="4634694"/>
            <a:ext cx="1946796" cy="852008"/>
            <a:chOff x="3397964" y="4634694"/>
            <a:chExt cx="1946796" cy="852008"/>
          </a:xfrm>
        </p:grpSpPr>
        <p:grpSp>
          <p:nvGrpSpPr>
            <p:cNvPr id="54" name="组合 53">
              <a:extLst>
                <a:ext uri="{FF2B5EF4-FFF2-40B4-BE49-F238E27FC236}">
                  <a16:creationId xmlns:a16="http://schemas.microsoft.com/office/drawing/2014/main" id="{A7A1BBC2-2381-431E-9A9B-176679BB8169}"/>
                </a:ext>
              </a:extLst>
            </p:cNvPr>
            <p:cNvGrpSpPr/>
            <p:nvPr/>
          </p:nvGrpSpPr>
          <p:grpSpPr>
            <a:xfrm>
              <a:off x="3588874" y="4634694"/>
              <a:ext cx="1625936" cy="354508"/>
              <a:chOff x="3588874" y="4634694"/>
              <a:chExt cx="1625936" cy="354508"/>
            </a:xfrm>
          </p:grpSpPr>
          <p:cxnSp>
            <p:nvCxnSpPr>
              <p:cNvPr id="57" name="直接连接符 56">
                <a:extLst>
                  <a:ext uri="{FF2B5EF4-FFF2-40B4-BE49-F238E27FC236}">
                    <a16:creationId xmlns:a16="http://schemas.microsoft.com/office/drawing/2014/main" id="{C98D9D4A-7961-4B61-BD6B-DB55759B3913}"/>
                  </a:ext>
                </a:extLst>
              </p:cNvPr>
              <p:cNvCxnSpPr>
                <a:cxnSpLocks/>
              </p:cNvCxnSpPr>
              <p:nvPr/>
            </p:nvCxnSpPr>
            <p:spPr>
              <a:xfrm>
                <a:off x="3592841" y="4634694"/>
                <a:ext cx="0" cy="342078"/>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8" name="直接连接符 57">
                <a:extLst>
                  <a:ext uri="{FF2B5EF4-FFF2-40B4-BE49-F238E27FC236}">
                    <a16:creationId xmlns:a16="http://schemas.microsoft.com/office/drawing/2014/main" id="{FAA1F06D-AA74-446C-9765-E807A478C45F}"/>
                  </a:ext>
                </a:extLst>
              </p:cNvPr>
              <p:cNvCxnSpPr/>
              <p:nvPr/>
            </p:nvCxnSpPr>
            <p:spPr>
              <a:xfrm>
                <a:off x="5214810" y="4647124"/>
                <a:ext cx="0" cy="342078"/>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9" name="直接箭头连接符 58">
                <a:extLst>
                  <a:ext uri="{FF2B5EF4-FFF2-40B4-BE49-F238E27FC236}">
                    <a16:creationId xmlns:a16="http://schemas.microsoft.com/office/drawing/2014/main" id="{802E7F47-C846-435C-9D8A-190DE1A7363B}"/>
                  </a:ext>
                </a:extLst>
              </p:cNvPr>
              <p:cNvCxnSpPr>
                <a:cxnSpLocks/>
              </p:cNvCxnSpPr>
              <p:nvPr/>
            </p:nvCxnSpPr>
            <p:spPr>
              <a:xfrm>
                <a:off x="3588874" y="4835137"/>
                <a:ext cx="1625936" cy="0"/>
              </a:xfrm>
              <a:prstGeom prst="straightConnector1">
                <a:avLst/>
              </a:prstGeom>
              <a:ln w="12700">
                <a:solidFill>
                  <a:schemeClr val="tx1"/>
                </a:solidFill>
                <a:headEnd type="triangle"/>
                <a:tailEnd type="triangle"/>
              </a:ln>
            </p:spPr>
            <p:style>
              <a:lnRef idx="1">
                <a:schemeClr val="accent1"/>
              </a:lnRef>
              <a:fillRef idx="0">
                <a:schemeClr val="accent1"/>
              </a:fillRef>
              <a:effectRef idx="0">
                <a:schemeClr val="accent1"/>
              </a:effectRef>
              <a:fontRef idx="minor">
                <a:schemeClr val="tx1"/>
              </a:fontRef>
            </p:style>
          </p:cxnSp>
        </p:grpSp>
        <p:sp>
          <p:nvSpPr>
            <p:cNvPr id="55" name="文本框 54">
              <a:extLst>
                <a:ext uri="{FF2B5EF4-FFF2-40B4-BE49-F238E27FC236}">
                  <a16:creationId xmlns:a16="http://schemas.microsoft.com/office/drawing/2014/main" id="{38E50F68-2287-4C16-813A-F268F17A8C8F}"/>
                </a:ext>
              </a:extLst>
            </p:cNvPr>
            <p:cNvSpPr txBox="1"/>
            <p:nvPr/>
          </p:nvSpPr>
          <p:spPr>
            <a:xfrm>
              <a:off x="3397964" y="4840371"/>
              <a:ext cx="1946796" cy="646331"/>
            </a:xfrm>
            <a:prstGeom prst="rect">
              <a:avLst/>
            </a:prstGeom>
            <a:noFill/>
          </p:spPr>
          <p:txBody>
            <a:bodyPr wrap="square" rtlCol="0">
              <a:spAutoFit/>
            </a:bodyPr>
            <a:lstStyle/>
            <a:p>
              <a:pPr algn="ctr"/>
              <a:r>
                <a:rPr lang="zh-CN" altLang="en-US" b="1" dirty="0">
                  <a:latin typeface="Arial Narrow" panose="020B0606020202030204" pitchFamily="34" charset="0"/>
                </a:rPr>
                <a:t>信号的</a:t>
              </a:r>
              <a:endParaRPr lang="en-US" altLang="zh-CN" b="1" dirty="0">
                <a:latin typeface="Arial Narrow" panose="020B0606020202030204" pitchFamily="34" charset="0"/>
              </a:endParaRPr>
            </a:p>
            <a:p>
              <a:pPr algn="ctr"/>
              <a:r>
                <a:rPr lang="zh-CN" altLang="en-US" b="1" dirty="0">
                  <a:latin typeface="Arial Narrow" panose="020B0606020202030204" pitchFamily="34" charset="0"/>
                </a:rPr>
                <a:t>单向传播时延</a:t>
              </a:r>
            </a:p>
          </p:txBody>
        </p:sp>
      </p:grpSp>
      <p:sp>
        <p:nvSpPr>
          <p:cNvPr id="65" name="平行四边形 64">
            <a:extLst>
              <a:ext uri="{FF2B5EF4-FFF2-40B4-BE49-F238E27FC236}">
                <a16:creationId xmlns:a16="http://schemas.microsoft.com/office/drawing/2014/main" id="{C231DFEC-0B28-7D6F-FC3D-06EA338862D0}"/>
              </a:ext>
            </a:extLst>
          </p:cNvPr>
          <p:cNvSpPr/>
          <p:nvPr/>
        </p:nvSpPr>
        <p:spPr>
          <a:xfrm>
            <a:off x="304799" y="749300"/>
            <a:ext cx="695119" cy="387090"/>
          </a:xfrm>
          <a:prstGeom prst="parallelogram">
            <a:avLst/>
          </a:prstGeom>
          <a:solidFill>
            <a:schemeClr val="accent3">
              <a:lumMod val="75000"/>
            </a:schemeClr>
          </a:solidFill>
          <a:ln>
            <a:solidFill>
              <a:schemeClr val="accent3">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CN" sz="2200" dirty="0">
                <a:latin typeface="Impact" panose="020B0806030902050204" pitchFamily="34" charset="0"/>
              </a:rPr>
              <a:t>04</a:t>
            </a:r>
            <a:endParaRPr lang="zh-CN" altLang="en-US" sz="2200" dirty="0">
              <a:latin typeface="Impact" panose="020B0806030902050204" pitchFamily="34" charset="0"/>
            </a:endParaRPr>
          </a:p>
        </p:txBody>
      </p:sp>
    </p:spTree>
    <p:custDataLst>
      <p:tags r:id="rId1"/>
    </p:custDataLst>
    <p:extLst>
      <p:ext uri="{BB962C8B-B14F-4D97-AF65-F5344CB8AC3E}">
        <p14:creationId xmlns:p14="http://schemas.microsoft.com/office/powerpoint/2010/main" val="2306352080"/>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2" presetClass="entr" presetSubtype="4" fill="hold" nodeType="withEffect">
                                  <p:stCondLst>
                                    <p:cond delay="0"/>
                                  </p:stCondLst>
                                  <p:childTnLst>
                                    <p:set>
                                      <p:cBhvr>
                                        <p:cTn id="6" dur="1" fill="hold">
                                          <p:stCondLst>
                                            <p:cond delay="0"/>
                                          </p:stCondLst>
                                        </p:cTn>
                                        <p:tgtEl>
                                          <p:spTgt spid="20"/>
                                        </p:tgtEl>
                                        <p:attrNameLst>
                                          <p:attrName>style.visibility</p:attrName>
                                        </p:attrNameLst>
                                      </p:cBhvr>
                                      <p:to>
                                        <p:strVal val="visible"/>
                                      </p:to>
                                    </p:set>
                                    <p:anim calcmode="lin" valueType="num">
                                      <p:cBhvr additive="base">
                                        <p:cTn id="7" dur="500"/>
                                        <p:tgtEl>
                                          <p:spTgt spid="20"/>
                                        </p:tgtEl>
                                        <p:attrNameLst>
                                          <p:attrName>ppt_y</p:attrName>
                                        </p:attrNameLst>
                                      </p:cBhvr>
                                      <p:tavLst>
                                        <p:tav tm="0">
                                          <p:val>
                                            <p:strVal val="#ppt_y+#ppt_h*1.125000"/>
                                          </p:val>
                                        </p:tav>
                                        <p:tav tm="100000">
                                          <p:val>
                                            <p:strVal val="#ppt_y"/>
                                          </p:val>
                                        </p:tav>
                                      </p:tavLst>
                                    </p:anim>
                                    <p:animEffect transition="in" filter="wipe(up)">
                                      <p:cBhvr>
                                        <p:cTn id="8" dur="500"/>
                                        <p:tgtEl>
                                          <p:spTgt spid="20"/>
                                        </p:tgtEl>
                                      </p:cBhvr>
                                    </p:animEffect>
                                  </p:childTnLst>
                                </p:cTn>
                              </p:par>
                            </p:childTnLst>
                          </p:cTn>
                        </p:par>
                      </p:childTnLst>
                    </p:cTn>
                  </p:par>
                  <p:par>
                    <p:cTn id="9" fill="hold">
                      <p:stCondLst>
                        <p:cond delay="indefinite"/>
                      </p:stCondLst>
                      <p:childTnLst>
                        <p:par>
                          <p:cTn id="10" fill="hold">
                            <p:stCondLst>
                              <p:cond delay="0"/>
                            </p:stCondLst>
                            <p:childTnLst>
                              <p:par>
                                <p:cTn id="11" presetID="22" presetClass="entr" presetSubtype="1" fill="hold" nodeType="clickEffect">
                                  <p:stCondLst>
                                    <p:cond delay="0"/>
                                  </p:stCondLst>
                                  <p:childTnLst>
                                    <p:set>
                                      <p:cBhvr>
                                        <p:cTn id="12" dur="1" fill="hold">
                                          <p:stCondLst>
                                            <p:cond delay="0"/>
                                          </p:stCondLst>
                                        </p:cTn>
                                        <p:tgtEl>
                                          <p:spTgt spid="23"/>
                                        </p:tgtEl>
                                        <p:attrNameLst>
                                          <p:attrName>style.visibility</p:attrName>
                                        </p:attrNameLst>
                                      </p:cBhvr>
                                      <p:to>
                                        <p:strVal val="visible"/>
                                      </p:to>
                                    </p:set>
                                    <p:animEffect transition="in" filter="wipe(up)">
                                      <p:cBhvr>
                                        <p:cTn id="13" dur="500"/>
                                        <p:tgtEl>
                                          <p:spTgt spid="23"/>
                                        </p:tgtEl>
                                      </p:cBhvr>
                                    </p:animEffect>
                                  </p:childTnLst>
                                </p:cTn>
                              </p:par>
                              <p:par>
                                <p:cTn id="14" presetID="12" presetClass="entr" presetSubtype="4" fill="hold" nodeType="withEffect">
                                  <p:stCondLst>
                                    <p:cond delay="0"/>
                                  </p:stCondLst>
                                  <p:childTnLst>
                                    <p:set>
                                      <p:cBhvr>
                                        <p:cTn id="15" dur="1" fill="hold">
                                          <p:stCondLst>
                                            <p:cond delay="0"/>
                                          </p:stCondLst>
                                        </p:cTn>
                                        <p:tgtEl>
                                          <p:spTgt spid="27"/>
                                        </p:tgtEl>
                                        <p:attrNameLst>
                                          <p:attrName>style.visibility</p:attrName>
                                        </p:attrNameLst>
                                      </p:cBhvr>
                                      <p:to>
                                        <p:strVal val="visible"/>
                                      </p:to>
                                    </p:set>
                                    <p:anim calcmode="lin" valueType="num">
                                      <p:cBhvr additive="base">
                                        <p:cTn id="16" dur="500"/>
                                        <p:tgtEl>
                                          <p:spTgt spid="27"/>
                                        </p:tgtEl>
                                        <p:attrNameLst>
                                          <p:attrName>ppt_y</p:attrName>
                                        </p:attrNameLst>
                                      </p:cBhvr>
                                      <p:tavLst>
                                        <p:tav tm="0">
                                          <p:val>
                                            <p:strVal val="#ppt_y+#ppt_h*1.125000"/>
                                          </p:val>
                                        </p:tav>
                                        <p:tav tm="100000">
                                          <p:val>
                                            <p:strVal val="#ppt_y"/>
                                          </p:val>
                                        </p:tav>
                                      </p:tavLst>
                                    </p:anim>
                                    <p:animEffect transition="in" filter="wipe(up)">
                                      <p:cBhvr>
                                        <p:cTn id="17" dur="500"/>
                                        <p:tgtEl>
                                          <p:spTgt spid="27"/>
                                        </p:tgtEl>
                                      </p:cBhvr>
                                    </p:animEffect>
                                  </p:childTnLst>
                                </p:cTn>
                              </p:par>
                            </p:childTnLst>
                          </p:cTn>
                        </p:par>
                      </p:childTnLst>
                    </p:cTn>
                  </p:par>
                  <p:par>
                    <p:cTn id="18" fill="hold">
                      <p:stCondLst>
                        <p:cond delay="indefinite"/>
                      </p:stCondLst>
                      <p:childTnLst>
                        <p:par>
                          <p:cTn id="19" fill="hold">
                            <p:stCondLst>
                              <p:cond delay="0"/>
                            </p:stCondLst>
                            <p:childTnLst>
                              <p:par>
                                <p:cTn id="20" presetID="12" presetClass="entr" presetSubtype="4" fill="hold" nodeType="clickEffect">
                                  <p:stCondLst>
                                    <p:cond delay="0"/>
                                  </p:stCondLst>
                                  <p:childTnLst>
                                    <p:set>
                                      <p:cBhvr>
                                        <p:cTn id="21" dur="1" fill="hold">
                                          <p:stCondLst>
                                            <p:cond delay="0"/>
                                          </p:stCondLst>
                                        </p:cTn>
                                        <p:tgtEl>
                                          <p:spTgt spid="53"/>
                                        </p:tgtEl>
                                        <p:attrNameLst>
                                          <p:attrName>style.visibility</p:attrName>
                                        </p:attrNameLst>
                                      </p:cBhvr>
                                      <p:to>
                                        <p:strVal val="visible"/>
                                      </p:to>
                                    </p:set>
                                    <p:anim calcmode="lin" valueType="num">
                                      <p:cBhvr additive="base">
                                        <p:cTn id="22" dur="500"/>
                                        <p:tgtEl>
                                          <p:spTgt spid="53"/>
                                        </p:tgtEl>
                                        <p:attrNameLst>
                                          <p:attrName>ppt_y</p:attrName>
                                        </p:attrNameLst>
                                      </p:cBhvr>
                                      <p:tavLst>
                                        <p:tav tm="0">
                                          <p:val>
                                            <p:strVal val="#ppt_y+#ppt_h*1.125000"/>
                                          </p:val>
                                        </p:tav>
                                        <p:tav tm="100000">
                                          <p:val>
                                            <p:strVal val="#ppt_y"/>
                                          </p:val>
                                        </p:tav>
                                      </p:tavLst>
                                    </p:anim>
                                    <p:animEffect transition="in" filter="wipe(up)">
                                      <p:cBhvr>
                                        <p:cTn id="23" dur="500"/>
                                        <p:tgtEl>
                                          <p:spTgt spid="53"/>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19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4" name="组合 3">
            <a:extLst>
              <a:ext uri="{FF2B5EF4-FFF2-40B4-BE49-F238E27FC236}">
                <a16:creationId xmlns:a16="http://schemas.microsoft.com/office/drawing/2014/main" id="{9A1EA9F2-FCB6-48C3-935F-7AE7E3AD14AC}"/>
              </a:ext>
            </a:extLst>
          </p:cNvPr>
          <p:cNvGrpSpPr/>
          <p:nvPr/>
        </p:nvGrpSpPr>
        <p:grpSpPr>
          <a:xfrm>
            <a:off x="304800" y="749300"/>
            <a:ext cx="6192344" cy="400110"/>
            <a:chOff x="424117" y="898245"/>
            <a:chExt cx="6192344" cy="400110"/>
          </a:xfrm>
        </p:grpSpPr>
        <p:sp>
          <p:nvSpPr>
            <p:cNvPr id="2" name="平行四边形 1">
              <a:extLst>
                <a:ext uri="{FF2B5EF4-FFF2-40B4-BE49-F238E27FC236}">
                  <a16:creationId xmlns:a16="http://schemas.microsoft.com/office/drawing/2014/main" id="{1F5BAA3F-9845-4F89-A2DD-8222D3E4EDAC}"/>
                </a:ext>
              </a:extLst>
            </p:cNvPr>
            <p:cNvSpPr/>
            <p:nvPr/>
          </p:nvSpPr>
          <p:spPr>
            <a:xfrm>
              <a:off x="424117" y="898245"/>
              <a:ext cx="628306" cy="387090"/>
            </a:xfrm>
            <a:prstGeom prst="parallelogram">
              <a:avLst/>
            </a:prstGeom>
            <a:solidFill>
              <a:schemeClr val="accent3">
                <a:lumMod val="75000"/>
              </a:schemeClr>
            </a:solidFill>
            <a:ln>
              <a:solidFill>
                <a:schemeClr val="accent3">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CN" sz="2200" dirty="0">
                  <a:latin typeface="Impact" panose="020B0806030902050204" pitchFamily="34" charset="0"/>
                </a:rPr>
                <a:t>01</a:t>
              </a:r>
              <a:endParaRPr lang="zh-CN" altLang="en-US" sz="2200" dirty="0">
                <a:latin typeface="Impact" panose="020B0806030902050204" pitchFamily="34" charset="0"/>
              </a:endParaRPr>
            </a:p>
          </p:txBody>
        </p:sp>
        <p:sp>
          <p:nvSpPr>
            <p:cNvPr id="3" name="文本框 2">
              <a:extLst>
                <a:ext uri="{FF2B5EF4-FFF2-40B4-BE49-F238E27FC236}">
                  <a16:creationId xmlns:a16="http://schemas.microsoft.com/office/drawing/2014/main" id="{4D6BD736-A4D3-4F26-AFED-36E11F50F70B}"/>
                </a:ext>
              </a:extLst>
            </p:cNvPr>
            <p:cNvSpPr txBox="1"/>
            <p:nvPr/>
          </p:nvSpPr>
          <p:spPr>
            <a:xfrm>
              <a:off x="1052423" y="898245"/>
              <a:ext cx="5564038" cy="400110"/>
            </a:xfrm>
            <a:prstGeom prst="rect">
              <a:avLst/>
            </a:prstGeom>
            <a:noFill/>
          </p:spPr>
          <p:txBody>
            <a:bodyPr wrap="square" rtlCol="0">
              <a:spAutoFit/>
            </a:bodyPr>
            <a:lstStyle/>
            <a:p>
              <a:r>
                <a:rPr lang="zh-CN" altLang="en-US" sz="2000" b="1" dirty="0"/>
                <a:t>回退</a:t>
              </a:r>
              <a:r>
                <a:rPr lang="en-US" altLang="zh-CN" sz="2000" b="1" dirty="0"/>
                <a:t>N</a:t>
              </a:r>
              <a:r>
                <a:rPr lang="zh-CN" altLang="en-US" sz="2000" b="1" dirty="0"/>
                <a:t>帧协议</a:t>
              </a:r>
            </a:p>
          </p:txBody>
        </p:sp>
      </p:grpSp>
      <p:grpSp>
        <p:nvGrpSpPr>
          <p:cNvPr id="7" name="组合 6">
            <a:extLst>
              <a:ext uri="{FF2B5EF4-FFF2-40B4-BE49-F238E27FC236}">
                <a16:creationId xmlns:a16="http://schemas.microsoft.com/office/drawing/2014/main" id="{9B450704-31C2-46D3-8583-B9859A3BE9DA}"/>
              </a:ext>
            </a:extLst>
          </p:cNvPr>
          <p:cNvGrpSpPr/>
          <p:nvPr/>
        </p:nvGrpSpPr>
        <p:grpSpPr>
          <a:xfrm>
            <a:off x="776253" y="1149141"/>
            <a:ext cx="11110947" cy="1566335"/>
            <a:chOff x="776253" y="1149141"/>
            <a:chExt cx="11110947" cy="1566335"/>
          </a:xfrm>
        </p:grpSpPr>
        <p:sp>
          <p:nvSpPr>
            <p:cNvPr id="6" name="文本框 5">
              <a:extLst>
                <a:ext uri="{FF2B5EF4-FFF2-40B4-BE49-F238E27FC236}">
                  <a16:creationId xmlns:a16="http://schemas.microsoft.com/office/drawing/2014/main" id="{0E44FCD9-F99B-4E8E-A951-0096F7B40D37}"/>
                </a:ext>
              </a:extLst>
            </p:cNvPr>
            <p:cNvSpPr txBox="1"/>
            <p:nvPr/>
          </p:nvSpPr>
          <p:spPr>
            <a:xfrm>
              <a:off x="776253" y="1149141"/>
              <a:ext cx="11110947" cy="1200329"/>
            </a:xfrm>
            <a:prstGeom prst="rect">
              <a:avLst/>
            </a:prstGeom>
            <a:noFill/>
          </p:spPr>
          <p:txBody>
            <a:bodyPr wrap="square" rtlCol="0">
              <a:spAutoFit/>
            </a:bodyPr>
            <a:lstStyle/>
            <a:p>
              <a:r>
                <a:rPr lang="en-US" altLang="zh-CN" b="1" dirty="0">
                  <a:latin typeface="Arial Narrow" panose="020B0606020202030204" pitchFamily="34" charset="0"/>
                </a:rPr>
                <a:t>【2014</a:t>
              </a:r>
              <a:r>
                <a:rPr lang="zh-CN" altLang="en-US" b="1" dirty="0">
                  <a:latin typeface="Arial Narrow" panose="020B0606020202030204" pitchFamily="34" charset="0"/>
                </a:rPr>
                <a:t>年 题</a:t>
              </a:r>
              <a:r>
                <a:rPr lang="en-US" altLang="zh-CN" b="1" dirty="0">
                  <a:latin typeface="Arial Narrow" panose="020B0606020202030204" pitchFamily="34" charset="0"/>
                </a:rPr>
                <a:t>36】</a:t>
              </a:r>
              <a:r>
                <a:rPr lang="zh-CN" altLang="en-US" b="1" dirty="0">
                  <a:latin typeface="Arial Narrow" panose="020B0606020202030204" pitchFamily="34" charset="0"/>
                </a:rPr>
                <a:t>主机甲与主机乙之间使用后退</a:t>
              </a:r>
              <a:r>
                <a:rPr lang="en-US" altLang="zh-CN" b="1" dirty="0">
                  <a:latin typeface="Arial Narrow" panose="020B0606020202030204" pitchFamily="34" charset="0"/>
                </a:rPr>
                <a:t>N</a:t>
              </a:r>
              <a:r>
                <a:rPr lang="zh-CN" altLang="en-US" b="1" dirty="0">
                  <a:latin typeface="Arial Narrow" panose="020B0606020202030204" pitchFamily="34" charset="0"/>
                </a:rPr>
                <a:t>帧（</a:t>
              </a:r>
              <a:r>
                <a:rPr lang="en-US" altLang="zh-CN" b="1" dirty="0">
                  <a:latin typeface="Arial Narrow" panose="020B0606020202030204" pitchFamily="34" charset="0"/>
                </a:rPr>
                <a:t>GBN</a:t>
              </a:r>
              <a:r>
                <a:rPr lang="zh-CN" altLang="en-US" b="1" dirty="0">
                  <a:latin typeface="Arial Narrow" panose="020B0606020202030204" pitchFamily="34" charset="0"/>
                </a:rPr>
                <a:t>）协议传输数据，甲的发送窗口尺寸为</a:t>
              </a:r>
              <a:r>
                <a:rPr lang="en-US" altLang="zh-CN" b="1" dirty="0">
                  <a:latin typeface="Arial Narrow" panose="020B0606020202030204" pitchFamily="34" charset="0"/>
                </a:rPr>
                <a:t>1000</a:t>
              </a:r>
              <a:r>
                <a:rPr lang="zh-CN" altLang="en-US" b="1" dirty="0">
                  <a:latin typeface="Arial Narrow" panose="020B0606020202030204" pitchFamily="34" charset="0"/>
                </a:rPr>
                <a:t>，</a:t>
              </a:r>
              <a:endParaRPr lang="en-US" altLang="zh-CN" b="1" dirty="0">
                <a:latin typeface="Arial Narrow" panose="020B0606020202030204" pitchFamily="34" charset="0"/>
              </a:endParaRPr>
            </a:p>
            <a:p>
              <a:r>
                <a:rPr lang="en-US" altLang="zh-CN" b="1" dirty="0">
                  <a:latin typeface="Arial Narrow" panose="020B0606020202030204" pitchFamily="34" charset="0"/>
                </a:rPr>
                <a:t>                              </a:t>
              </a:r>
              <a:r>
                <a:rPr lang="zh-CN" altLang="en-US" b="1" dirty="0">
                  <a:latin typeface="Arial Narrow" panose="020B0606020202030204" pitchFamily="34" charset="0"/>
                </a:rPr>
                <a:t>数据帧长为</a:t>
              </a:r>
              <a:r>
                <a:rPr lang="en-US" altLang="zh-CN" b="1" dirty="0">
                  <a:latin typeface="Arial Narrow" panose="020B0606020202030204" pitchFamily="34" charset="0"/>
                </a:rPr>
                <a:t>1000</a:t>
              </a:r>
              <a:r>
                <a:rPr lang="zh-CN" altLang="en-US" b="1" dirty="0">
                  <a:latin typeface="Arial Narrow" panose="020B0606020202030204" pitchFamily="34" charset="0"/>
                </a:rPr>
                <a:t>字节，信道带宽为</a:t>
              </a:r>
              <a:r>
                <a:rPr lang="en-US" altLang="zh-CN" b="1" dirty="0">
                  <a:latin typeface="Arial Narrow" panose="020B0606020202030204" pitchFamily="34" charset="0"/>
                </a:rPr>
                <a:t>100Mbps</a:t>
              </a:r>
              <a:r>
                <a:rPr lang="zh-CN" altLang="en-US" b="1" dirty="0">
                  <a:latin typeface="Arial Narrow" panose="020B0606020202030204" pitchFamily="34" charset="0"/>
                </a:rPr>
                <a:t>，乙每收到一个数据帧就立即利用一个</a:t>
              </a:r>
              <a:endParaRPr lang="en-US" altLang="zh-CN" b="1" dirty="0">
                <a:latin typeface="Arial Narrow" panose="020B0606020202030204" pitchFamily="34" charset="0"/>
              </a:endParaRPr>
            </a:p>
            <a:p>
              <a:r>
                <a:rPr lang="en-US" altLang="zh-CN" b="1" dirty="0">
                  <a:latin typeface="Arial Narrow" panose="020B0606020202030204" pitchFamily="34" charset="0"/>
                </a:rPr>
                <a:t>                              </a:t>
              </a:r>
              <a:r>
                <a:rPr lang="zh-CN" altLang="en-US" b="1" dirty="0">
                  <a:latin typeface="Arial Narrow" panose="020B0606020202030204" pitchFamily="34" charset="0"/>
                </a:rPr>
                <a:t>短帧（忽略其传输延迟）进行确认，若甲乙之间的单向传播延迟是</a:t>
              </a:r>
              <a:r>
                <a:rPr lang="en-US" altLang="zh-CN" b="1" dirty="0">
                  <a:latin typeface="Arial Narrow" panose="020B0606020202030204" pitchFamily="34" charset="0"/>
                </a:rPr>
                <a:t>50ms</a:t>
              </a:r>
              <a:r>
                <a:rPr lang="zh-CN" altLang="en-US" b="1" dirty="0">
                  <a:latin typeface="Arial Narrow" panose="020B0606020202030204" pitchFamily="34" charset="0"/>
                </a:rPr>
                <a:t>，则甲可以</a:t>
              </a:r>
              <a:endParaRPr lang="en-US" altLang="zh-CN" b="1" dirty="0">
                <a:latin typeface="Arial Narrow" panose="020B0606020202030204" pitchFamily="34" charset="0"/>
              </a:endParaRPr>
            </a:p>
            <a:p>
              <a:r>
                <a:rPr lang="en-US" altLang="zh-CN" b="1" dirty="0">
                  <a:latin typeface="Arial Narrow" panose="020B0606020202030204" pitchFamily="34" charset="0"/>
                </a:rPr>
                <a:t>                              </a:t>
              </a:r>
              <a:r>
                <a:rPr lang="zh-CN" altLang="en-US" b="1" dirty="0">
                  <a:latin typeface="Arial Narrow" panose="020B0606020202030204" pitchFamily="34" charset="0"/>
                </a:rPr>
                <a:t>达到的最大平均数据传输速率约为（      ）。</a:t>
              </a:r>
            </a:p>
          </p:txBody>
        </p:sp>
        <p:sp>
          <p:nvSpPr>
            <p:cNvPr id="56" name="文本框 55">
              <a:extLst>
                <a:ext uri="{FF2B5EF4-FFF2-40B4-BE49-F238E27FC236}">
                  <a16:creationId xmlns:a16="http://schemas.microsoft.com/office/drawing/2014/main" id="{BBE35731-FF30-47AE-BF68-D2DB837317D9}"/>
                </a:ext>
              </a:extLst>
            </p:cNvPr>
            <p:cNvSpPr txBox="1"/>
            <p:nvPr/>
          </p:nvSpPr>
          <p:spPr>
            <a:xfrm>
              <a:off x="2382484" y="2346144"/>
              <a:ext cx="1230676" cy="369332"/>
            </a:xfrm>
            <a:prstGeom prst="rect">
              <a:avLst/>
            </a:prstGeom>
            <a:noFill/>
          </p:spPr>
          <p:txBody>
            <a:bodyPr wrap="square" rtlCol="0">
              <a:spAutoFit/>
            </a:bodyPr>
            <a:lstStyle/>
            <a:p>
              <a:r>
                <a:rPr lang="en-US" altLang="zh-CN" b="1" dirty="0">
                  <a:latin typeface="Arial Narrow" panose="020B0606020202030204" pitchFamily="34" charset="0"/>
                </a:rPr>
                <a:t>A. 10Mbps</a:t>
              </a:r>
              <a:endParaRPr lang="zh-CN" altLang="en-US" b="1" dirty="0">
                <a:latin typeface="Arial Narrow" panose="020B0606020202030204" pitchFamily="34" charset="0"/>
              </a:endParaRPr>
            </a:p>
          </p:txBody>
        </p:sp>
        <p:sp>
          <p:nvSpPr>
            <p:cNvPr id="60" name="文本框 59">
              <a:extLst>
                <a:ext uri="{FF2B5EF4-FFF2-40B4-BE49-F238E27FC236}">
                  <a16:creationId xmlns:a16="http://schemas.microsoft.com/office/drawing/2014/main" id="{78825FA1-607A-4759-AEAD-FC2B64C56D84}"/>
                </a:ext>
              </a:extLst>
            </p:cNvPr>
            <p:cNvSpPr txBox="1"/>
            <p:nvPr/>
          </p:nvSpPr>
          <p:spPr>
            <a:xfrm>
              <a:off x="4437881" y="2346144"/>
              <a:ext cx="1231797" cy="369332"/>
            </a:xfrm>
            <a:prstGeom prst="rect">
              <a:avLst/>
            </a:prstGeom>
            <a:noFill/>
          </p:spPr>
          <p:txBody>
            <a:bodyPr wrap="square" rtlCol="0">
              <a:spAutoFit/>
            </a:bodyPr>
            <a:lstStyle/>
            <a:p>
              <a:r>
                <a:rPr lang="en-US" altLang="zh-CN" b="1" dirty="0">
                  <a:latin typeface="Arial Narrow" panose="020B0606020202030204" pitchFamily="34" charset="0"/>
                </a:rPr>
                <a:t>B. 20Mbps</a:t>
              </a:r>
              <a:endParaRPr lang="zh-CN" altLang="en-US" b="1" dirty="0">
                <a:latin typeface="Arial Narrow" panose="020B0606020202030204" pitchFamily="34" charset="0"/>
              </a:endParaRPr>
            </a:p>
          </p:txBody>
        </p:sp>
        <p:sp>
          <p:nvSpPr>
            <p:cNvPr id="61" name="文本框 60">
              <a:extLst>
                <a:ext uri="{FF2B5EF4-FFF2-40B4-BE49-F238E27FC236}">
                  <a16:creationId xmlns:a16="http://schemas.microsoft.com/office/drawing/2014/main" id="{AE3277B1-DBEB-44F9-A42D-29A6B767A075}"/>
                </a:ext>
              </a:extLst>
            </p:cNvPr>
            <p:cNvSpPr txBox="1"/>
            <p:nvPr/>
          </p:nvSpPr>
          <p:spPr>
            <a:xfrm>
              <a:off x="6494399" y="2346144"/>
              <a:ext cx="1154465" cy="369332"/>
            </a:xfrm>
            <a:prstGeom prst="rect">
              <a:avLst/>
            </a:prstGeom>
            <a:noFill/>
          </p:spPr>
          <p:txBody>
            <a:bodyPr wrap="square" rtlCol="0">
              <a:spAutoFit/>
            </a:bodyPr>
            <a:lstStyle/>
            <a:p>
              <a:r>
                <a:rPr lang="en-US" altLang="zh-CN" b="1" dirty="0">
                  <a:latin typeface="Arial Narrow" panose="020B0606020202030204" pitchFamily="34" charset="0"/>
                </a:rPr>
                <a:t>C. 80Mbps</a:t>
              </a:r>
              <a:endParaRPr lang="zh-CN" altLang="en-US" b="1" dirty="0">
                <a:latin typeface="Arial Narrow" panose="020B0606020202030204" pitchFamily="34" charset="0"/>
              </a:endParaRPr>
            </a:p>
          </p:txBody>
        </p:sp>
        <p:sp>
          <p:nvSpPr>
            <p:cNvPr id="62" name="文本框 61">
              <a:extLst>
                <a:ext uri="{FF2B5EF4-FFF2-40B4-BE49-F238E27FC236}">
                  <a16:creationId xmlns:a16="http://schemas.microsoft.com/office/drawing/2014/main" id="{399ADF5E-0FBC-407D-906E-862EDF099EBE}"/>
                </a:ext>
              </a:extLst>
            </p:cNvPr>
            <p:cNvSpPr txBox="1"/>
            <p:nvPr/>
          </p:nvSpPr>
          <p:spPr>
            <a:xfrm>
              <a:off x="8473586" y="2346144"/>
              <a:ext cx="1335930" cy="369332"/>
            </a:xfrm>
            <a:prstGeom prst="rect">
              <a:avLst/>
            </a:prstGeom>
            <a:noFill/>
          </p:spPr>
          <p:txBody>
            <a:bodyPr wrap="square" rtlCol="0">
              <a:spAutoFit/>
            </a:bodyPr>
            <a:lstStyle/>
            <a:p>
              <a:r>
                <a:rPr lang="en-US" altLang="zh-CN" b="1" dirty="0">
                  <a:latin typeface="Arial Narrow" panose="020B0606020202030204" pitchFamily="34" charset="0"/>
                </a:rPr>
                <a:t>D. 100Mbps</a:t>
              </a:r>
              <a:endParaRPr lang="zh-CN" altLang="en-US" b="1" dirty="0">
                <a:latin typeface="Arial Narrow" panose="020B0606020202030204" pitchFamily="34" charset="0"/>
              </a:endParaRPr>
            </a:p>
          </p:txBody>
        </p:sp>
      </p:grpSp>
      <p:sp>
        <p:nvSpPr>
          <p:cNvPr id="63" name="文本框 62">
            <a:extLst>
              <a:ext uri="{FF2B5EF4-FFF2-40B4-BE49-F238E27FC236}">
                <a16:creationId xmlns:a16="http://schemas.microsoft.com/office/drawing/2014/main" id="{1AE61273-7553-4AE5-B8C6-6C2E7FBC5B8B}"/>
              </a:ext>
            </a:extLst>
          </p:cNvPr>
          <p:cNvSpPr txBox="1"/>
          <p:nvPr/>
        </p:nvSpPr>
        <p:spPr>
          <a:xfrm>
            <a:off x="5962241" y="1919272"/>
            <a:ext cx="590962" cy="523220"/>
          </a:xfrm>
          <a:prstGeom prst="rect">
            <a:avLst/>
          </a:prstGeom>
          <a:noFill/>
        </p:spPr>
        <p:txBody>
          <a:bodyPr wrap="square" rtlCol="0">
            <a:spAutoFit/>
          </a:bodyPr>
          <a:lstStyle/>
          <a:p>
            <a:pPr algn="ctr"/>
            <a:r>
              <a:rPr lang="en-US" altLang="zh-CN" sz="2800" b="1" dirty="0">
                <a:solidFill>
                  <a:schemeClr val="accent1">
                    <a:lumMod val="75000"/>
                  </a:schemeClr>
                </a:solidFill>
                <a:latin typeface="Arial Black" panose="020B0A04020102020204" pitchFamily="34" charset="0"/>
              </a:rPr>
              <a:t>C</a:t>
            </a:r>
            <a:endParaRPr lang="zh-CN" altLang="en-US" sz="2800" b="1" dirty="0">
              <a:solidFill>
                <a:schemeClr val="accent1">
                  <a:lumMod val="75000"/>
                </a:schemeClr>
              </a:solidFill>
              <a:latin typeface="Arial Black" panose="020B0A04020102020204" pitchFamily="34" charset="0"/>
            </a:endParaRPr>
          </a:p>
        </p:txBody>
      </p:sp>
      <p:sp>
        <p:nvSpPr>
          <p:cNvPr id="64" name="文本框 63">
            <a:extLst>
              <a:ext uri="{FF2B5EF4-FFF2-40B4-BE49-F238E27FC236}">
                <a16:creationId xmlns:a16="http://schemas.microsoft.com/office/drawing/2014/main" id="{2E99F5F0-367E-490C-8AD2-82A09944014F}"/>
              </a:ext>
            </a:extLst>
          </p:cNvPr>
          <p:cNvSpPr txBox="1"/>
          <p:nvPr/>
        </p:nvSpPr>
        <p:spPr>
          <a:xfrm>
            <a:off x="933106" y="2688851"/>
            <a:ext cx="797018" cy="369332"/>
          </a:xfrm>
          <a:prstGeom prst="rect">
            <a:avLst/>
          </a:prstGeom>
          <a:noFill/>
        </p:spPr>
        <p:txBody>
          <a:bodyPr wrap="square" rtlCol="0">
            <a:spAutoFit/>
          </a:bodyPr>
          <a:lstStyle/>
          <a:p>
            <a:r>
              <a:rPr lang="zh-CN" altLang="en-US" b="1" dirty="0">
                <a:latin typeface="Arial Narrow" panose="020B0606020202030204" pitchFamily="34" charset="0"/>
              </a:rPr>
              <a:t>解析</a:t>
            </a:r>
          </a:p>
        </p:txBody>
      </p:sp>
      <p:grpSp>
        <p:nvGrpSpPr>
          <p:cNvPr id="15" name="组合 14">
            <a:extLst>
              <a:ext uri="{FF2B5EF4-FFF2-40B4-BE49-F238E27FC236}">
                <a16:creationId xmlns:a16="http://schemas.microsoft.com/office/drawing/2014/main" id="{CF0762D9-A2F4-4555-AA17-61028C94C4BE}"/>
              </a:ext>
            </a:extLst>
          </p:cNvPr>
          <p:cNvGrpSpPr/>
          <p:nvPr/>
        </p:nvGrpSpPr>
        <p:grpSpPr>
          <a:xfrm>
            <a:off x="1611881" y="2806399"/>
            <a:ext cx="10092106" cy="2086969"/>
            <a:chOff x="1611881" y="2806399"/>
            <a:chExt cx="10092106" cy="2086969"/>
          </a:xfrm>
        </p:grpSpPr>
        <p:sp>
          <p:nvSpPr>
            <p:cNvPr id="5" name="矩形 4">
              <a:extLst>
                <a:ext uri="{FF2B5EF4-FFF2-40B4-BE49-F238E27FC236}">
                  <a16:creationId xmlns:a16="http://schemas.microsoft.com/office/drawing/2014/main" id="{51670364-DBF9-4A94-9C7E-FD1F2E935865}"/>
                </a:ext>
              </a:extLst>
            </p:cNvPr>
            <p:cNvSpPr/>
            <p:nvPr/>
          </p:nvSpPr>
          <p:spPr>
            <a:xfrm>
              <a:off x="1730123" y="4386830"/>
              <a:ext cx="894665" cy="506538"/>
            </a:xfrm>
            <a:prstGeom prst="rect">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zh-CN" altLang="en-US" b="1" dirty="0">
                  <a:solidFill>
                    <a:schemeClr val="tx1"/>
                  </a:solidFill>
                </a:rPr>
                <a:t>主机甲</a:t>
              </a:r>
            </a:p>
          </p:txBody>
        </p:sp>
        <p:sp>
          <p:nvSpPr>
            <p:cNvPr id="14" name="矩形 13">
              <a:extLst>
                <a:ext uri="{FF2B5EF4-FFF2-40B4-BE49-F238E27FC236}">
                  <a16:creationId xmlns:a16="http://schemas.microsoft.com/office/drawing/2014/main" id="{D8413A9D-F0A1-439B-B578-093B3C42C866}"/>
                </a:ext>
              </a:extLst>
            </p:cNvPr>
            <p:cNvSpPr/>
            <p:nvPr/>
          </p:nvSpPr>
          <p:spPr>
            <a:xfrm>
              <a:off x="1730123" y="2922462"/>
              <a:ext cx="894665" cy="506538"/>
            </a:xfrm>
            <a:prstGeom prst="rect">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zh-CN" altLang="en-US" b="1" dirty="0">
                  <a:solidFill>
                    <a:schemeClr val="tx1"/>
                  </a:solidFill>
                </a:rPr>
                <a:t>主机乙</a:t>
              </a:r>
            </a:p>
          </p:txBody>
        </p:sp>
        <p:cxnSp>
          <p:nvCxnSpPr>
            <p:cNvPr id="9" name="直接箭头连接符 8">
              <a:extLst>
                <a:ext uri="{FF2B5EF4-FFF2-40B4-BE49-F238E27FC236}">
                  <a16:creationId xmlns:a16="http://schemas.microsoft.com/office/drawing/2014/main" id="{175462E6-C2E7-4A1B-BBDD-36551CBF4C75}"/>
                </a:ext>
              </a:extLst>
            </p:cNvPr>
            <p:cNvCxnSpPr>
              <a:stCxn id="14" idx="3"/>
            </p:cNvCxnSpPr>
            <p:nvPr/>
          </p:nvCxnSpPr>
          <p:spPr>
            <a:xfrm>
              <a:off x="2624788" y="3175731"/>
              <a:ext cx="9078216" cy="0"/>
            </a:xfrm>
            <a:prstGeom prst="straightConnector1">
              <a:avLst/>
            </a:prstGeom>
            <a:ln w="12700">
              <a:solidFill>
                <a:schemeClr val="tx1"/>
              </a:solidFill>
              <a:tailEnd type="triangle"/>
            </a:ln>
          </p:spPr>
          <p:style>
            <a:lnRef idx="1">
              <a:schemeClr val="accent1"/>
            </a:lnRef>
            <a:fillRef idx="0">
              <a:schemeClr val="accent1"/>
            </a:fillRef>
            <a:effectRef idx="0">
              <a:schemeClr val="accent1"/>
            </a:effectRef>
            <a:fontRef idx="minor">
              <a:schemeClr val="tx1"/>
            </a:fontRef>
          </p:style>
        </p:cxnSp>
        <p:cxnSp>
          <p:nvCxnSpPr>
            <p:cNvPr id="11" name="直接箭头连接符 10">
              <a:extLst>
                <a:ext uri="{FF2B5EF4-FFF2-40B4-BE49-F238E27FC236}">
                  <a16:creationId xmlns:a16="http://schemas.microsoft.com/office/drawing/2014/main" id="{587FA5E0-FFF7-4B5B-88A5-2AC4FE5448C6}"/>
                </a:ext>
              </a:extLst>
            </p:cNvPr>
            <p:cNvCxnSpPr>
              <a:stCxn id="5" idx="3"/>
            </p:cNvCxnSpPr>
            <p:nvPr/>
          </p:nvCxnSpPr>
          <p:spPr>
            <a:xfrm>
              <a:off x="2624787" y="4640099"/>
              <a:ext cx="9079200" cy="0"/>
            </a:xfrm>
            <a:prstGeom prst="straightConnector1">
              <a:avLst/>
            </a:prstGeom>
            <a:ln w="12700">
              <a:solidFill>
                <a:schemeClr val="tx1"/>
              </a:solidFill>
              <a:tailEnd type="triangle"/>
            </a:ln>
          </p:spPr>
          <p:style>
            <a:lnRef idx="1">
              <a:schemeClr val="accent1"/>
            </a:lnRef>
            <a:fillRef idx="0">
              <a:schemeClr val="accent1"/>
            </a:fillRef>
            <a:effectRef idx="0">
              <a:schemeClr val="accent1"/>
            </a:effectRef>
            <a:fontRef idx="minor">
              <a:schemeClr val="tx1"/>
            </a:fontRef>
          </p:style>
        </p:cxnSp>
        <p:sp>
          <p:nvSpPr>
            <p:cNvPr id="12" name="文本框 11">
              <a:extLst>
                <a:ext uri="{FF2B5EF4-FFF2-40B4-BE49-F238E27FC236}">
                  <a16:creationId xmlns:a16="http://schemas.microsoft.com/office/drawing/2014/main" id="{028CBCF2-17B4-4024-A080-2F82F262F839}"/>
                </a:ext>
              </a:extLst>
            </p:cNvPr>
            <p:cNvSpPr txBox="1"/>
            <p:nvPr/>
          </p:nvSpPr>
          <p:spPr>
            <a:xfrm>
              <a:off x="11465937" y="2806399"/>
              <a:ext cx="237067" cy="369332"/>
            </a:xfrm>
            <a:prstGeom prst="rect">
              <a:avLst/>
            </a:prstGeom>
            <a:noFill/>
          </p:spPr>
          <p:txBody>
            <a:bodyPr wrap="square" rtlCol="0">
              <a:spAutoFit/>
            </a:bodyPr>
            <a:lstStyle/>
            <a:p>
              <a:r>
                <a:rPr lang="en-US" altLang="zh-CN" b="1" dirty="0"/>
                <a:t>t</a:t>
              </a:r>
              <a:endParaRPr lang="zh-CN" altLang="en-US" b="1" dirty="0"/>
            </a:p>
          </p:txBody>
        </p:sp>
        <p:sp>
          <p:nvSpPr>
            <p:cNvPr id="21" name="文本框 20">
              <a:extLst>
                <a:ext uri="{FF2B5EF4-FFF2-40B4-BE49-F238E27FC236}">
                  <a16:creationId xmlns:a16="http://schemas.microsoft.com/office/drawing/2014/main" id="{808ADD2E-4994-4F8D-914B-1BF9985D43B9}"/>
                </a:ext>
              </a:extLst>
            </p:cNvPr>
            <p:cNvSpPr txBox="1"/>
            <p:nvPr/>
          </p:nvSpPr>
          <p:spPr>
            <a:xfrm>
              <a:off x="11465937" y="4270766"/>
              <a:ext cx="237067" cy="369332"/>
            </a:xfrm>
            <a:prstGeom prst="rect">
              <a:avLst/>
            </a:prstGeom>
            <a:noFill/>
          </p:spPr>
          <p:txBody>
            <a:bodyPr wrap="square" rtlCol="0">
              <a:spAutoFit/>
            </a:bodyPr>
            <a:lstStyle/>
            <a:p>
              <a:r>
                <a:rPr lang="en-US" altLang="zh-CN" b="1" dirty="0"/>
                <a:t>t</a:t>
              </a:r>
              <a:endParaRPr lang="zh-CN" altLang="en-US" b="1" dirty="0"/>
            </a:p>
          </p:txBody>
        </p:sp>
        <p:sp>
          <p:nvSpPr>
            <p:cNvPr id="13" name="文本框 12">
              <a:extLst>
                <a:ext uri="{FF2B5EF4-FFF2-40B4-BE49-F238E27FC236}">
                  <a16:creationId xmlns:a16="http://schemas.microsoft.com/office/drawing/2014/main" id="{29DCD4C0-B40F-4F23-ADEF-11977810C7D9}"/>
                </a:ext>
              </a:extLst>
            </p:cNvPr>
            <p:cNvSpPr txBox="1"/>
            <p:nvPr/>
          </p:nvSpPr>
          <p:spPr>
            <a:xfrm>
              <a:off x="1611881" y="3631175"/>
              <a:ext cx="1131147" cy="646331"/>
            </a:xfrm>
            <a:prstGeom prst="rect">
              <a:avLst/>
            </a:prstGeom>
            <a:noFill/>
          </p:spPr>
          <p:txBody>
            <a:bodyPr wrap="square" rtlCol="0">
              <a:spAutoFit/>
            </a:bodyPr>
            <a:lstStyle/>
            <a:p>
              <a:pPr algn="ctr"/>
              <a:r>
                <a:rPr lang="zh-CN" altLang="en-US" b="1" dirty="0"/>
                <a:t>后退</a:t>
              </a:r>
              <a:r>
                <a:rPr lang="en-US" altLang="zh-CN" b="1" dirty="0"/>
                <a:t>N</a:t>
              </a:r>
              <a:r>
                <a:rPr lang="zh-CN" altLang="en-US" b="1" dirty="0"/>
                <a:t>帧</a:t>
              </a:r>
              <a:endParaRPr lang="en-US" altLang="zh-CN" b="1" dirty="0"/>
            </a:p>
            <a:p>
              <a:pPr algn="ctr"/>
              <a:r>
                <a:rPr lang="zh-CN" altLang="en-US" b="1" dirty="0"/>
                <a:t>协议</a:t>
              </a:r>
            </a:p>
          </p:txBody>
        </p:sp>
      </p:grpSp>
      <p:grpSp>
        <p:nvGrpSpPr>
          <p:cNvPr id="24" name="组合 23">
            <a:extLst>
              <a:ext uri="{FF2B5EF4-FFF2-40B4-BE49-F238E27FC236}">
                <a16:creationId xmlns:a16="http://schemas.microsoft.com/office/drawing/2014/main" id="{7752B5B6-934F-4A42-AB59-AECAEEE5DDB5}"/>
              </a:ext>
            </a:extLst>
          </p:cNvPr>
          <p:cNvGrpSpPr/>
          <p:nvPr/>
        </p:nvGrpSpPr>
        <p:grpSpPr>
          <a:xfrm>
            <a:off x="2707755" y="3175732"/>
            <a:ext cx="2446751" cy="1464366"/>
            <a:chOff x="2707755" y="3175732"/>
            <a:chExt cx="2446751" cy="1464366"/>
          </a:xfrm>
        </p:grpSpPr>
        <p:sp>
          <p:nvSpPr>
            <p:cNvPr id="16" name="平行四边形 15">
              <a:extLst>
                <a:ext uri="{FF2B5EF4-FFF2-40B4-BE49-F238E27FC236}">
                  <a16:creationId xmlns:a16="http://schemas.microsoft.com/office/drawing/2014/main" id="{17451B6E-AD26-400D-91E6-37C75B654107}"/>
                </a:ext>
              </a:extLst>
            </p:cNvPr>
            <p:cNvSpPr/>
            <p:nvPr/>
          </p:nvSpPr>
          <p:spPr>
            <a:xfrm>
              <a:off x="2707755" y="3175732"/>
              <a:ext cx="2446751" cy="1464366"/>
            </a:xfrm>
            <a:prstGeom prst="parallelogram">
              <a:avLst>
                <a:gd name="adj" fmla="val 107209"/>
              </a:avLst>
            </a:prstGeom>
            <a:solidFill>
              <a:schemeClr val="accent3"/>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b="1" dirty="0"/>
            </a:p>
          </p:txBody>
        </p:sp>
        <p:sp>
          <p:nvSpPr>
            <p:cNvPr id="29" name="文本框 28">
              <a:extLst>
                <a:ext uri="{FF2B5EF4-FFF2-40B4-BE49-F238E27FC236}">
                  <a16:creationId xmlns:a16="http://schemas.microsoft.com/office/drawing/2014/main" id="{EBE3AA8D-0994-455A-B817-173CB871230A}"/>
                </a:ext>
              </a:extLst>
            </p:cNvPr>
            <p:cNvSpPr txBox="1"/>
            <p:nvPr/>
          </p:nvSpPr>
          <p:spPr>
            <a:xfrm rot="19037316">
              <a:off x="3132106" y="3638189"/>
              <a:ext cx="1503377" cy="646331"/>
            </a:xfrm>
            <a:prstGeom prst="rect">
              <a:avLst/>
            </a:prstGeom>
            <a:noFill/>
          </p:spPr>
          <p:txBody>
            <a:bodyPr wrap="square" rtlCol="0">
              <a:spAutoFit/>
            </a:bodyPr>
            <a:lstStyle/>
            <a:p>
              <a:pPr algn="ctr"/>
              <a:r>
                <a:rPr lang="en-US" altLang="zh-CN" b="1" dirty="0">
                  <a:solidFill>
                    <a:schemeClr val="bg1"/>
                  </a:solidFill>
                  <a:latin typeface="Arial Narrow" panose="020B0606020202030204" pitchFamily="34" charset="0"/>
                </a:rPr>
                <a:t>1</a:t>
              </a:r>
              <a:r>
                <a:rPr lang="zh-CN" altLang="en-US" b="1" dirty="0">
                  <a:solidFill>
                    <a:schemeClr val="bg1"/>
                  </a:solidFill>
                  <a:latin typeface="Arial Narrow" panose="020B0606020202030204" pitchFamily="34" charset="0"/>
                </a:rPr>
                <a:t>号数据帧</a:t>
              </a:r>
              <a:endParaRPr lang="en-US" altLang="zh-CN" b="1" dirty="0">
                <a:solidFill>
                  <a:schemeClr val="bg1"/>
                </a:solidFill>
                <a:latin typeface="Arial Narrow" panose="020B0606020202030204" pitchFamily="34" charset="0"/>
              </a:endParaRPr>
            </a:p>
            <a:p>
              <a:pPr algn="ctr"/>
              <a:r>
                <a:rPr lang="en-US" altLang="zh-CN" b="1" dirty="0">
                  <a:solidFill>
                    <a:schemeClr val="bg1"/>
                  </a:solidFill>
                  <a:latin typeface="Arial Narrow" panose="020B0606020202030204" pitchFamily="34" charset="0"/>
                </a:rPr>
                <a:t>1000</a:t>
              </a:r>
              <a:r>
                <a:rPr lang="zh-CN" altLang="en-US" b="1" dirty="0">
                  <a:solidFill>
                    <a:schemeClr val="bg1"/>
                  </a:solidFill>
                  <a:latin typeface="Arial Narrow" panose="020B0606020202030204" pitchFamily="34" charset="0"/>
                </a:rPr>
                <a:t>字节</a:t>
              </a:r>
            </a:p>
          </p:txBody>
        </p:sp>
      </p:grpSp>
      <p:grpSp>
        <p:nvGrpSpPr>
          <p:cNvPr id="33" name="组合 32">
            <a:extLst>
              <a:ext uri="{FF2B5EF4-FFF2-40B4-BE49-F238E27FC236}">
                <a16:creationId xmlns:a16="http://schemas.microsoft.com/office/drawing/2014/main" id="{8220FF25-C396-4643-906E-1EDFB495E64C}"/>
              </a:ext>
            </a:extLst>
          </p:cNvPr>
          <p:cNvGrpSpPr/>
          <p:nvPr/>
        </p:nvGrpSpPr>
        <p:grpSpPr>
          <a:xfrm>
            <a:off x="3588874" y="3170328"/>
            <a:ext cx="2446751" cy="1464366"/>
            <a:chOff x="2707755" y="3175732"/>
            <a:chExt cx="2446751" cy="1464366"/>
          </a:xfrm>
        </p:grpSpPr>
        <p:sp>
          <p:nvSpPr>
            <p:cNvPr id="34" name="平行四边形 33">
              <a:extLst>
                <a:ext uri="{FF2B5EF4-FFF2-40B4-BE49-F238E27FC236}">
                  <a16:creationId xmlns:a16="http://schemas.microsoft.com/office/drawing/2014/main" id="{CB5C9818-38D6-40DC-B2E9-B8B6C32E3DFB}"/>
                </a:ext>
              </a:extLst>
            </p:cNvPr>
            <p:cNvSpPr/>
            <p:nvPr/>
          </p:nvSpPr>
          <p:spPr>
            <a:xfrm>
              <a:off x="2707755" y="3175732"/>
              <a:ext cx="2446751" cy="1464366"/>
            </a:xfrm>
            <a:prstGeom prst="parallelogram">
              <a:avLst>
                <a:gd name="adj" fmla="val 107209"/>
              </a:avLst>
            </a:prstGeom>
            <a:solidFill>
              <a:schemeClr val="accent3"/>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b="1" dirty="0"/>
            </a:p>
          </p:txBody>
        </p:sp>
        <p:sp>
          <p:nvSpPr>
            <p:cNvPr id="35" name="文本框 34">
              <a:extLst>
                <a:ext uri="{FF2B5EF4-FFF2-40B4-BE49-F238E27FC236}">
                  <a16:creationId xmlns:a16="http://schemas.microsoft.com/office/drawing/2014/main" id="{8E1B67E3-5E16-4923-8CD3-426DBED9949D}"/>
                </a:ext>
              </a:extLst>
            </p:cNvPr>
            <p:cNvSpPr txBox="1"/>
            <p:nvPr/>
          </p:nvSpPr>
          <p:spPr>
            <a:xfrm rot="19037316">
              <a:off x="3132106" y="3638189"/>
              <a:ext cx="1503377" cy="646331"/>
            </a:xfrm>
            <a:prstGeom prst="rect">
              <a:avLst/>
            </a:prstGeom>
            <a:noFill/>
          </p:spPr>
          <p:txBody>
            <a:bodyPr wrap="square" rtlCol="0">
              <a:spAutoFit/>
            </a:bodyPr>
            <a:lstStyle/>
            <a:p>
              <a:pPr algn="ctr"/>
              <a:r>
                <a:rPr lang="en-US" altLang="zh-CN" b="1" dirty="0">
                  <a:solidFill>
                    <a:schemeClr val="bg1"/>
                  </a:solidFill>
                  <a:latin typeface="Arial Narrow" panose="020B0606020202030204" pitchFamily="34" charset="0"/>
                </a:rPr>
                <a:t>2</a:t>
              </a:r>
              <a:r>
                <a:rPr lang="zh-CN" altLang="en-US" b="1" dirty="0">
                  <a:solidFill>
                    <a:schemeClr val="bg1"/>
                  </a:solidFill>
                  <a:latin typeface="Arial Narrow" panose="020B0606020202030204" pitchFamily="34" charset="0"/>
                </a:rPr>
                <a:t>号数据帧</a:t>
              </a:r>
              <a:endParaRPr lang="en-US" altLang="zh-CN" b="1" dirty="0">
                <a:solidFill>
                  <a:schemeClr val="bg1"/>
                </a:solidFill>
                <a:latin typeface="Arial Narrow" panose="020B0606020202030204" pitchFamily="34" charset="0"/>
              </a:endParaRPr>
            </a:p>
            <a:p>
              <a:pPr algn="ctr"/>
              <a:r>
                <a:rPr lang="en-US" altLang="zh-CN" b="1" dirty="0">
                  <a:solidFill>
                    <a:schemeClr val="bg1"/>
                  </a:solidFill>
                  <a:latin typeface="Arial Narrow" panose="020B0606020202030204" pitchFamily="34" charset="0"/>
                </a:rPr>
                <a:t>1000</a:t>
              </a:r>
              <a:r>
                <a:rPr lang="zh-CN" altLang="en-US" b="1" dirty="0">
                  <a:solidFill>
                    <a:schemeClr val="bg1"/>
                  </a:solidFill>
                  <a:latin typeface="Arial Narrow" panose="020B0606020202030204" pitchFamily="34" charset="0"/>
                </a:rPr>
                <a:t>字节</a:t>
              </a:r>
            </a:p>
          </p:txBody>
        </p:sp>
      </p:grpSp>
      <p:grpSp>
        <p:nvGrpSpPr>
          <p:cNvPr id="36" name="组合 35">
            <a:extLst>
              <a:ext uri="{FF2B5EF4-FFF2-40B4-BE49-F238E27FC236}">
                <a16:creationId xmlns:a16="http://schemas.microsoft.com/office/drawing/2014/main" id="{69249FEB-9FD8-4633-870A-5A06D056B2F7}"/>
              </a:ext>
            </a:extLst>
          </p:cNvPr>
          <p:cNvGrpSpPr/>
          <p:nvPr/>
        </p:nvGrpSpPr>
        <p:grpSpPr>
          <a:xfrm>
            <a:off x="5444241" y="3174559"/>
            <a:ext cx="2446751" cy="1464366"/>
            <a:chOff x="2707755" y="3175732"/>
            <a:chExt cx="2446751" cy="1464366"/>
          </a:xfrm>
        </p:grpSpPr>
        <p:sp>
          <p:nvSpPr>
            <p:cNvPr id="37" name="平行四边形 36">
              <a:extLst>
                <a:ext uri="{FF2B5EF4-FFF2-40B4-BE49-F238E27FC236}">
                  <a16:creationId xmlns:a16="http://schemas.microsoft.com/office/drawing/2014/main" id="{B32FA66C-8C83-4EC5-84B8-ADCFD1E316F9}"/>
                </a:ext>
              </a:extLst>
            </p:cNvPr>
            <p:cNvSpPr/>
            <p:nvPr/>
          </p:nvSpPr>
          <p:spPr>
            <a:xfrm>
              <a:off x="2707755" y="3175732"/>
              <a:ext cx="2446751" cy="1464366"/>
            </a:xfrm>
            <a:prstGeom prst="parallelogram">
              <a:avLst>
                <a:gd name="adj" fmla="val 107209"/>
              </a:avLst>
            </a:prstGeom>
            <a:solidFill>
              <a:schemeClr val="accent3"/>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b="1" dirty="0"/>
            </a:p>
          </p:txBody>
        </p:sp>
        <p:sp>
          <p:nvSpPr>
            <p:cNvPr id="38" name="文本框 37">
              <a:extLst>
                <a:ext uri="{FF2B5EF4-FFF2-40B4-BE49-F238E27FC236}">
                  <a16:creationId xmlns:a16="http://schemas.microsoft.com/office/drawing/2014/main" id="{102E248B-6364-4491-85A4-B8EC29470C0A}"/>
                </a:ext>
              </a:extLst>
            </p:cNvPr>
            <p:cNvSpPr txBox="1"/>
            <p:nvPr/>
          </p:nvSpPr>
          <p:spPr>
            <a:xfrm rot="19037316">
              <a:off x="3108433" y="3577645"/>
              <a:ext cx="1681894" cy="646331"/>
            </a:xfrm>
            <a:prstGeom prst="rect">
              <a:avLst/>
            </a:prstGeom>
            <a:noFill/>
          </p:spPr>
          <p:txBody>
            <a:bodyPr wrap="square" rtlCol="0">
              <a:spAutoFit/>
            </a:bodyPr>
            <a:lstStyle/>
            <a:p>
              <a:pPr algn="ctr"/>
              <a:r>
                <a:rPr lang="en-US" altLang="zh-CN" b="1" dirty="0">
                  <a:solidFill>
                    <a:schemeClr val="bg1"/>
                  </a:solidFill>
                  <a:latin typeface="Arial Narrow" panose="020B0606020202030204" pitchFamily="34" charset="0"/>
                </a:rPr>
                <a:t>1000</a:t>
              </a:r>
              <a:r>
                <a:rPr lang="zh-CN" altLang="en-US" b="1" dirty="0">
                  <a:solidFill>
                    <a:schemeClr val="bg1"/>
                  </a:solidFill>
                  <a:latin typeface="Arial Narrow" panose="020B0606020202030204" pitchFamily="34" charset="0"/>
                </a:rPr>
                <a:t>号数据帧</a:t>
              </a:r>
              <a:endParaRPr lang="en-US" altLang="zh-CN" b="1" dirty="0">
                <a:solidFill>
                  <a:schemeClr val="bg1"/>
                </a:solidFill>
                <a:latin typeface="Arial Narrow" panose="020B0606020202030204" pitchFamily="34" charset="0"/>
              </a:endParaRPr>
            </a:p>
            <a:p>
              <a:pPr algn="ctr"/>
              <a:r>
                <a:rPr lang="en-US" altLang="zh-CN" b="1" dirty="0">
                  <a:solidFill>
                    <a:schemeClr val="bg1"/>
                  </a:solidFill>
                  <a:latin typeface="Arial Narrow" panose="020B0606020202030204" pitchFamily="34" charset="0"/>
                </a:rPr>
                <a:t>1000</a:t>
              </a:r>
              <a:r>
                <a:rPr lang="zh-CN" altLang="en-US" b="1" dirty="0">
                  <a:solidFill>
                    <a:schemeClr val="bg1"/>
                  </a:solidFill>
                  <a:latin typeface="Arial Narrow" panose="020B0606020202030204" pitchFamily="34" charset="0"/>
                </a:rPr>
                <a:t>字节</a:t>
              </a:r>
            </a:p>
          </p:txBody>
        </p:sp>
      </p:grpSp>
      <p:cxnSp>
        <p:nvCxnSpPr>
          <p:cNvPr id="19" name="直接箭头连接符 18">
            <a:extLst>
              <a:ext uri="{FF2B5EF4-FFF2-40B4-BE49-F238E27FC236}">
                <a16:creationId xmlns:a16="http://schemas.microsoft.com/office/drawing/2014/main" id="{EDB91665-6C12-47B8-9703-BB6A88BA5446}"/>
              </a:ext>
            </a:extLst>
          </p:cNvPr>
          <p:cNvCxnSpPr>
            <a:cxnSpLocks/>
          </p:cNvCxnSpPr>
          <p:nvPr/>
        </p:nvCxnSpPr>
        <p:spPr>
          <a:xfrm>
            <a:off x="5162301" y="3175731"/>
            <a:ext cx="1638126" cy="1464367"/>
          </a:xfrm>
          <a:prstGeom prst="straightConnector1">
            <a:avLst/>
          </a:prstGeom>
          <a:ln w="25400">
            <a:solidFill>
              <a:schemeClr val="accent4"/>
            </a:solidFill>
            <a:tailEnd type="triangle" w="med" len="lg"/>
          </a:ln>
        </p:spPr>
        <p:style>
          <a:lnRef idx="1">
            <a:schemeClr val="accent1"/>
          </a:lnRef>
          <a:fillRef idx="0">
            <a:schemeClr val="accent1"/>
          </a:fillRef>
          <a:effectRef idx="0">
            <a:schemeClr val="accent1"/>
          </a:effectRef>
          <a:fontRef idx="minor">
            <a:schemeClr val="tx1"/>
          </a:fontRef>
        </p:style>
      </p:cxnSp>
      <p:cxnSp>
        <p:nvCxnSpPr>
          <p:cNvPr id="39" name="直接箭头连接符 38">
            <a:extLst>
              <a:ext uri="{FF2B5EF4-FFF2-40B4-BE49-F238E27FC236}">
                <a16:creationId xmlns:a16="http://schemas.microsoft.com/office/drawing/2014/main" id="{90310CAF-9806-489C-829D-6307C8BD6A83}"/>
              </a:ext>
            </a:extLst>
          </p:cNvPr>
          <p:cNvCxnSpPr>
            <a:cxnSpLocks/>
          </p:cNvCxnSpPr>
          <p:nvPr/>
        </p:nvCxnSpPr>
        <p:spPr>
          <a:xfrm>
            <a:off x="6016284" y="3185840"/>
            <a:ext cx="1638126" cy="1464367"/>
          </a:xfrm>
          <a:prstGeom prst="straightConnector1">
            <a:avLst/>
          </a:prstGeom>
          <a:ln w="25400">
            <a:solidFill>
              <a:schemeClr val="accent4"/>
            </a:solidFill>
            <a:tailEnd type="triangle" w="med" len="lg"/>
          </a:ln>
        </p:spPr>
        <p:style>
          <a:lnRef idx="1">
            <a:schemeClr val="accent1"/>
          </a:lnRef>
          <a:fillRef idx="0">
            <a:schemeClr val="accent1"/>
          </a:fillRef>
          <a:effectRef idx="0">
            <a:schemeClr val="accent1"/>
          </a:effectRef>
          <a:fontRef idx="minor">
            <a:schemeClr val="tx1"/>
          </a:fontRef>
        </p:style>
      </p:cxnSp>
      <p:cxnSp>
        <p:nvCxnSpPr>
          <p:cNvPr id="40" name="直接箭头连接符 39">
            <a:extLst>
              <a:ext uri="{FF2B5EF4-FFF2-40B4-BE49-F238E27FC236}">
                <a16:creationId xmlns:a16="http://schemas.microsoft.com/office/drawing/2014/main" id="{9ED32783-EC0D-465F-8E4A-925BEFB0428E}"/>
              </a:ext>
            </a:extLst>
          </p:cNvPr>
          <p:cNvCxnSpPr>
            <a:cxnSpLocks/>
          </p:cNvCxnSpPr>
          <p:nvPr/>
        </p:nvCxnSpPr>
        <p:spPr>
          <a:xfrm>
            <a:off x="7879287" y="3182757"/>
            <a:ext cx="1638126" cy="1464367"/>
          </a:xfrm>
          <a:prstGeom prst="straightConnector1">
            <a:avLst/>
          </a:prstGeom>
          <a:ln w="25400">
            <a:solidFill>
              <a:schemeClr val="accent4"/>
            </a:solidFill>
            <a:tailEnd type="triangle" w="med" len="lg"/>
          </a:ln>
        </p:spPr>
        <p:style>
          <a:lnRef idx="1">
            <a:schemeClr val="accent1"/>
          </a:lnRef>
          <a:fillRef idx="0">
            <a:schemeClr val="accent1"/>
          </a:fillRef>
          <a:effectRef idx="0">
            <a:schemeClr val="accent1"/>
          </a:effectRef>
          <a:fontRef idx="minor">
            <a:schemeClr val="tx1"/>
          </a:fontRef>
        </p:style>
      </p:cxnSp>
      <p:sp>
        <p:nvSpPr>
          <p:cNvPr id="41" name="文本框 40">
            <a:extLst>
              <a:ext uri="{FF2B5EF4-FFF2-40B4-BE49-F238E27FC236}">
                <a16:creationId xmlns:a16="http://schemas.microsoft.com/office/drawing/2014/main" id="{F641756F-2767-4E27-B49A-9B8826746458}"/>
              </a:ext>
            </a:extLst>
          </p:cNvPr>
          <p:cNvSpPr txBox="1"/>
          <p:nvPr/>
        </p:nvSpPr>
        <p:spPr>
          <a:xfrm>
            <a:off x="5196556" y="3656623"/>
            <a:ext cx="797018" cy="523220"/>
          </a:xfrm>
          <a:prstGeom prst="rect">
            <a:avLst/>
          </a:prstGeom>
          <a:noFill/>
        </p:spPr>
        <p:txBody>
          <a:bodyPr wrap="square" rtlCol="0">
            <a:spAutoFit/>
          </a:bodyPr>
          <a:lstStyle/>
          <a:p>
            <a:pPr algn="ctr"/>
            <a:r>
              <a:rPr lang="en-US" altLang="zh-CN" sz="2800" b="1" dirty="0">
                <a:solidFill>
                  <a:schemeClr val="accent3"/>
                </a:solidFill>
                <a:latin typeface="+mn-ea"/>
              </a:rPr>
              <a:t>…</a:t>
            </a:r>
            <a:endParaRPr lang="zh-CN" altLang="en-US" sz="2800" b="1" dirty="0">
              <a:solidFill>
                <a:schemeClr val="accent3"/>
              </a:solidFill>
              <a:latin typeface="+mn-ea"/>
            </a:endParaRPr>
          </a:p>
        </p:txBody>
      </p:sp>
      <p:sp>
        <p:nvSpPr>
          <p:cNvPr id="42" name="文本框 41">
            <a:extLst>
              <a:ext uri="{FF2B5EF4-FFF2-40B4-BE49-F238E27FC236}">
                <a16:creationId xmlns:a16="http://schemas.microsoft.com/office/drawing/2014/main" id="{C77FEA1F-243C-4636-A68A-1FE154A09A4E}"/>
              </a:ext>
            </a:extLst>
          </p:cNvPr>
          <p:cNvSpPr txBox="1"/>
          <p:nvPr/>
        </p:nvSpPr>
        <p:spPr>
          <a:xfrm>
            <a:off x="7551344" y="3656623"/>
            <a:ext cx="797018" cy="523220"/>
          </a:xfrm>
          <a:prstGeom prst="rect">
            <a:avLst/>
          </a:prstGeom>
          <a:noFill/>
        </p:spPr>
        <p:txBody>
          <a:bodyPr wrap="square" rtlCol="0">
            <a:spAutoFit/>
          </a:bodyPr>
          <a:lstStyle/>
          <a:p>
            <a:pPr algn="ctr"/>
            <a:r>
              <a:rPr lang="en-US" altLang="zh-CN" sz="2800" b="1" dirty="0">
                <a:solidFill>
                  <a:schemeClr val="accent4"/>
                </a:solidFill>
                <a:latin typeface="+mn-ea"/>
              </a:rPr>
              <a:t>…</a:t>
            </a:r>
            <a:endParaRPr lang="zh-CN" altLang="en-US" sz="2800" b="1" dirty="0">
              <a:solidFill>
                <a:schemeClr val="accent4"/>
              </a:solidFill>
              <a:latin typeface="+mn-ea"/>
            </a:endParaRPr>
          </a:p>
        </p:txBody>
      </p:sp>
      <p:grpSp>
        <p:nvGrpSpPr>
          <p:cNvPr id="20" name="组合 19">
            <a:extLst>
              <a:ext uri="{FF2B5EF4-FFF2-40B4-BE49-F238E27FC236}">
                <a16:creationId xmlns:a16="http://schemas.microsoft.com/office/drawing/2014/main" id="{CFB156D2-AED0-402C-9AB6-ECCD8186C825}"/>
              </a:ext>
            </a:extLst>
          </p:cNvPr>
          <p:cNvGrpSpPr/>
          <p:nvPr/>
        </p:nvGrpSpPr>
        <p:grpSpPr>
          <a:xfrm>
            <a:off x="2448760" y="4634694"/>
            <a:ext cx="1399107" cy="860280"/>
            <a:chOff x="2448760" y="4634694"/>
            <a:chExt cx="1399107" cy="860280"/>
          </a:xfrm>
        </p:grpSpPr>
        <p:cxnSp>
          <p:nvCxnSpPr>
            <p:cNvPr id="10" name="直接连接符 9">
              <a:extLst>
                <a:ext uri="{FF2B5EF4-FFF2-40B4-BE49-F238E27FC236}">
                  <a16:creationId xmlns:a16="http://schemas.microsoft.com/office/drawing/2014/main" id="{2D4656C5-D1B8-4E0B-B6E5-8E956C87A520}"/>
                </a:ext>
              </a:extLst>
            </p:cNvPr>
            <p:cNvCxnSpPr/>
            <p:nvPr/>
          </p:nvCxnSpPr>
          <p:spPr>
            <a:xfrm>
              <a:off x="2707755" y="4634694"/>
              <a:ext cx="0" cy="342078"/>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3" name="直接连接符 42">
              <a:extLst>
                <a:ext uri="{FF2B5EF4-FFF2-40B4-BE49-F238E27FC236}">
                  <a16:creationId xmlns:a16="http://schemas.microsoft.com/office/drawing/2014/main" id="{08DD3F9B-ABDF-4AC1-B319-9CC405959C34}"/>
                </a:ext>
              </a:extLst>
            </p:cNvPr>
            <p:cNvCxnSpPr/>
            <p:nvPr/>
          </p:nvCxnSpPr>
          <p:spPr>
            <a:xfrm>
              <a:off x="3588874" y="4634694"/>
              <a:ext cx="0" cy="342078"/>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8" name="直接箭头连接符 17">
              <a:extLst>
                <a:ext uri="{FF2B5EF4-FFF2-40B4-BE49-F238E27FC236}">
                  <a16:creationId xmlns:a16="http://schemas.microsoft.com/office/drawing/2014/main" id="{13C309D9-0C5C-417D-901C-8944C82284AB}"/>
                </a:ext>
              </a:extLst>
            </p:cNvPr>
            <p:cNvCxnSpPr/>
            <p:nvPr/>
          </p:nvCxnSpPr>
          <p:spPr>
            <a:xfrm>
              <a:off x="2707755" y="4835137"/>
              <a:ext cx="881119" cy="0"/>
            </a:xfrm>
            <a:prstGeom prst="straightConnector1">
              <a:avLst/>
            </a:prstGeom>
            <a:ln w="12700">
              <a:solidFill>
                <a:schemeClr val="tx1"/>
              </a:solidFill>
              <a:headEnd type="triangle"/>
              <a:tailEnd type="triangle"/>
            </a:ln>
          </p:spPr>
          <p:style>
            <a:lnRef idx="1">
              <a:schemeClr val="accent1"/>
            </a:lnRef>
            <a:fillRef idx="0">
              <a:schemeClr val="accent1"/>
            </a:fillRef>
            <a:effectRef idx="0">
              <a:schemeClr val="accent1"/>
            </a:effectRef>
            <a:fontRef idx="minor">
              <a:schemeClr val="tx1"/>
            </a:fontRef>
          </p:style>
        </p:cxnSp>
        <p:sp>
          <p:nvSpPr>
            <p:cNvPr id="44" name="文本框 43">
              <a:extLst>
                <a:ext uri="{FF2B5EF4-FFF2-40B4-BE49-F238E27FC236}">
                  <a16:creationId xmlns:a16="http://schemas.microsoft.com/office/drawing/2014/main" id="{2688830A-7C55-4E24-8216-F426FA472DC5}"/>
                </a:ext>
              </a:extLst>
            </p:cNvPr>
            <p:cNvSpPr txBox="1"/>
            <p:nvPr/>
          </p:nvSpPr>
          <p:spPr>
            <a:xfrm>
              <a:off x="2448760" y="4848643"/>
              <a:ext cx="1399107" cy="646331"/>
            </a:xfrm>
            <a:prstGeom prst="rect">
              <a:avLst/>
            </a:prstGeom>
            <a:noFill/>
          </p:spPr>
          <p:txBody>
            <a:bodyPr wrap="square" rtlCol="0">
              <a:spAutoFit/>
            </a:bodyPr>
            <a:lstStyle/>
            <a:p>
              <a:pPr algn="ctr"/>
              <a:r>
                <a:rPr lang="zh-CN" altLang="en-US" b="1" dirty="0">
                  <a:latin typeface="Arial Narrow" panose="020B0606020202030204" pitchFamily="34" charset="0"/>
                </a:rPr>
                <a:t>数据帧</a:t>
              </a:r>
              <a:endParaRPr lang="en-US" altLang="zh-CN" b="1" dirty="0">
                <a:latin typeface="Arial Narrow" panose="020B0606020202030204" pitchFamily="34" charset="0"/>
              </a:endParaRPr>
            </a:p>
            <a:p>
              <a:pPr algn="ctr"/>
              <a:r>
                <a:rPr lang="zh-CN" altLang="en-US" b="1" dirty="0">
                  <a:latin typeface="Arial Narrow" panose="020B0606020202030204" pitchFamily="34" charset="0"/>
                </a:rPr>
                <a:t>发送时延</a:t>
              </a:r>
            </a:p>
          </p:txBody>
        </p:sp>
      </p:grpSp>
      <p:grpSp>
        <p:nvGrpSpPr>
          <p:cNvPr id="27" name="组合 26">
            <a:extLst>
              <a:ext uri="{FF2B5EF4-FFF2-40B4-BE49-F238E27FC236}">
                <a16:creationId xmlns:a16="http://schemas.microsoft.com/office/drawing/2014/main" id="{4AD32FB4-B55C-4C68-9EA7-4CD0F973C9D0}"/>
              </a:ext>
            </a:extLst>
          </p:cNvPr>
          <p:cNvGrpSpPr/>
          <p:nvPr/>
        </p:nvGrpSpPr>
        <p:grpSpPr>
          <a:xfrm>
            <a:off x="3397964" y="4634694"/>
            <a:ext cx="1946796" cy="852008"/>
            <a:chOff x="3397964" y="4634694"/>
            <a:chExt cx="1946796" cy="852008"/>
          </a:xfrm>
        </p:grpSpPr>
        <p:grpSp>
          <p:nvGrpSpPr>
            <p:cNvPr id="26" name="组合 25">
              <a:extLst>
                <a:ext uri="{FF2B5EF4-FFF2-40B4-BE49-F238E27FC236}">
                  <a16:creationId xmlns:a16="http://schemas.microsoft.com/office/drawing/2014/main" id="{50956862-4FD2-4469-89D4-93CEC9B137B8}"/>
                </a:ext>
              </a:extLst>
            </p:cNvPr>
            <p:cNvGrpSpPr/>
            <p:nvPr/>
          </p:nvGrpSpPr>
          <p:grpSpPr>
            <a:xfrm>
              <a:off x="3588874" y="4634694"/>
              <a:ext cx="1564977" cy="354508"/>
              <a:chOff x="3588874" y="4634694"/>
              <a:chExt cx="1564977" cy="354508"/>
            </a:xfrm>
          </p:grpSpPr>
          <p:cxnSp>
            <p:nvCxnSpPr>
              <p:cNvPr id="45" name="直接连接符 44">
                <a:extLst>
                  <a:ext uri="{FF2B5EF4-FFF2-40B4-BE49-F238E27FC236}">
                    <a16:creationId xmlns:a16="http://schemas.microsoft.com/office/drawing/2014/main" id="{97E3D14E-6C00-4791-B93E-2ACA8EB58960}"/>
                  </a:ext>
                </a:extLst>
              </p:cNvPr>
              <p:cNvCxnSpPr>
                <a:cxnSpLocks/>
              </p:cNvCxnSpPr>
              <p:nvPr/>
            </p:nvCxnSpPr>
            <p:spPr>
              <a:xfrm>
                <a:off x="3592841" y="4634694"/>
                <a:ext cx="0" cy="342078"/>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8" name="直接连接符 47">
                <a:extLst>
                  <a:ext uri="{FF2B5EF4-FFF2-40B4-BE49-F238E27FC236}">
                    <a16:creationId xmlns:a16="http://schemas.microsoft.com/office/drawing/2014/main" id="{6A89D093-A2B2-464E-83D2-69F99158BD75}"/>
                  </a:ext>
                </a:extLst>
              </p:cNvPr>
              <p:cNvCxnSpPr/>
              <p:nvPr/>
            </p:nvCxnSpPr>
            <p:spPr>
              <a:xfrm>
                <a:off x="5153851" y="4647124"/>
                <a:ext cx="0" cy="342078"/>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9" name="直接箭头连接符 48">
                <a:extLst>
                  <a:ext uri="{FF2B5EF4-FFF2-40B4-BE49-F238E27FC236}">
                    <a16:creationId xmlns:a16="http://schemas.microsoft.com/office/drawing/2014/main" id="{A2951B67-4FD3-4402-8375-012EC60AB6E8}"/>
                  </a:ext>
                </a:extLst>
              </p:cNvPr>
              <p:cNvCxnSpPr>
                <a:cxnSpLocks/>
              </p:cNvCxnSpPr>
              <p:nvPr/>
            </p:nvCxnSpPr>
            <p:spPr>
              <a:xfrm>
                <a:off x="3588874" y="4835137"/>
                <a:ext cx="1564977" cy="0"/>
              </a:xfrm>
              <a:prstGeom prst="straightConnector1">
                <a:avLst/>
              </a:prstGeom>
              <a:ln w="12700">
                <a:solidFill>
                  <a:schemeClr val="tx1"/>
                </a:solidFill>
                <a:headEnd type="triangle"/>
                <a:tailEnd type="triangle"/>
              </a:ln>
            </p:spPr>
            <p:style>
              <a:lnRef idx="1">
                <a:schemeClr val="accent1"/>
              </a:lnRef>
              <a:fillRef idx="0">
                <a:schemeClr val="accent1"/>
              </a:fillRef>
              <a:effectRef idx="0">
                <a:schemeClr val="accent1"/>
              </a:effectRef>
              <a:fontRef idx="minor">
                <a:schemeClr val="tx1"/>
              </a:fontRef>
            </p:style>
          </p:cxnSp>
        </p:grpSp>
        <p:sp>
          <p:nvSpPr>
            <p:cNvPr id="50" name="文本框 49">
              <a:extLst>
                <a:ext uri="{FF2B5EF4-FFF2-40B4-BE49-F238E27FC236}">
                  <a16:creationId xmlns:a16="http://schemas.microsoft.com/office/drawing/2014/main" id="{B300958A-33BB-4BBC-B36F-253A81E1040C}"/>
                </a:ext>
              </a:extLst>
            </p:cNvPr>
            <p:cNvSpPr txBox="1"/>
            <p:nvPr/>
          </p:nvSpPr>
          <p:spPr>
            <a:xfrm>
              <a:off x="3397964" y="4840371"/>
              <a:ext cx="1946796" cy="646331"/>
            </a:xfrm>
            <a:prstGeom prst="rect">
              <a:avLst/>
            </a:prstGeom>
            <a:noFill/>
          </p:spPr>
          <p:txBody>
            <a:bodyPr wrap="square" rtlCol="0">
              <a:spAutoFit/>
            </a:bodyPr>
            <a:lstStyle/>
            <a:p>
              <a:pPr algn="ctr"/>
              <a:r>
                <a:rPr lang="zh-CN" altLang="en-US" b="1" dirty="0">
                  <a:latin typeface="Arial Narrow" panose="020B0606020202030204" pitchFamily="34" charset="0"/>
                </a:rPr>
                <a:t>信号的</a:t>
              </a:r>
              <a:endParaRPr lang="en-US" altLang="zh-CN" b="1" dirty="0">
                <a:latin typeface="Arial Narrow" panose="020B0606020202030204" pitchFamily="34" charset="0"/>
              </a:endParaRPr>
            </a:p>
            <a:p>
              <a:pPr algn="ctr"/>
              <a:r>
                <a:rPr lang="zh-CN" altLang="en-US" b="1" dirty="0">
                  <a:latin typeface="Arial Narrow" panose="020B0606020202030204" pitchFamily="34" charset="0"/>
                </a:rPr>
                <a:t>单向传播时延</a:t>
              </a:r>
            </a:p>
          </p:txBody>
        </p:sp>
      </p:grpSp>
      <p:cxnSp>
        <p:nvCxnSpPr>
          <p:cNvPr id="23" name="直接连接符 22">
            <a:extLst>
              <a:ext uri="{FF2B5EF4-FFF2-40B4-BE49-F238E27FC236}">
                <a16:creationId xmlns:a16="http://schemas.microsoft.com/office/drawing/2014/main" id="{32BFEEF4-AEF8-4906-A5D5-68DC3325A6ED}"/>
              </a:ext>
            </a:extLst>
          </p:cNvPr>
          <p:cNvCxnSpPr/>
          <p:nvPr/>
        </p:nvCxnSpPr>
        <p:spPr>
          <a:xfrm>
            <a:off x="5154506" y="3170328"/>
            <a:ext cx="0" cy="1464366"/>
          </a:xfrm>
          <a:prstGeom prst="line">
            <a:avLst/>
          </a:prstGeom>
          <a:ln w="12700">
            <a:solidFill>
              <a:schemeClr val="tx1"/>
            </a:solidFill>
            <a:prstDash val="dash"/>
          </a:ln>
        </p:spPr>
        <p:style>
          <a:lnRef idx="1">
            <a:schemeClr val="accent1"/>
          </a:lnRef>
          <a:fillRef idx="0">
            <a:schemeClr val="accent1"/>
          </a:fillRef>
          <a:effectRef idx="0">
            <a:schemeClr val="accent1"/>
          </a:effectRef>
          <a:fontRef idx="minor">
            <a:schemeClr val="tx1"/>
          </a:fontRef>
        </p:style>
      </p:cxnSp>
      <p:grpSp>
        <p:nvGrpSpPr>
          <p:cNvPr id="53" name="组合 52">
            <a:extLst>
              <a:ext uri="{FF2B5EF4-FFF2-40B4-BE49-F238E27FC236}">
                <a16:creationId xmlns:a16="http://schemas.microsoft.com/office/drawing/2014/main" id="{8E0DD58C-668A-4A1D-9621-D27B5F1D8256}"/>
              </a:ext>
            </a:extLst>
          </p:cNvPr>
          <p:cNvGrpSpPr/>
          <p:nvPr/>
        </p:nvGrpSpPr>
        <p:grpSpPr>
          <a:xfrm>
            <a:off x="4961751" y="4634694"/>
            <a:ext cx="1946796" cy="852008"/>
            <a:chOff x="3397964" y="4634694"/>
            <a:chExt cx="1946796" cy="852008"/>
          </a:xfrm>
        </p:grpSpPr>
        <p:grpSp>
          <p:nvGrpSpPr>
            <p:cNvPr id="54" name="组合 53">
              <a:extLst>
                <a:ext uri="{FF2B5EF4-FFF2-40B4-BE49-F238E27FC236}">
                  <a16:creationId xmlns:a16="http://schemas.microsoft.com/office/drawing/2014/main" id="{A7A1BBC2-2381-431E-9A9B-176679BB8169}"/>
                </a:ext>
              </a:extLst>
            </p:cNvPr>
            <p:cNvGrpSpPr/>
            <p:nvPr/>
          </p:nvGrpSpPr>
          <p:grpSpPr>
            <a:xfrm>
              <a:off x="3588874" y="4634694"/>
              <a:ext cx="1625936" cy="354508"/>
              <a:chOff x="3588874" y="4634694"/>
              <a:chExt cx="1625936" cy="354508"/>
            </a:xfrm>
          </p:grpSpPr>
          <p:cxnSp>
            <p:nvCxnSpPr>
              <p:cNvPr id="57" name="直接连接符 56">
                <a:extLst>
                  <a:ext uri="{FF2B5EF4-FFF2-40B4-BE49-F238E27FC236}">
                    <a16:creationId xmlns:a16="http://schemas.microsoft.com/office/drawing/2014/main" id="{C98D9D4A-7961-4B61-BD6B-DB55759B3913}"/>
                  </a:ext>
                </a:extLst>
              </p:cNvPr>
              <p:cNvCxnSpPr>
                <a:cxnSpLocks/>
              </p:cNvCxnSpPr>
              <p:nvPr/>
            </p:nvCxnSpPr>
            <p:spPr>
              <a:xfrm>
                <a:off x="3592841" y="4634694"/>
                <a:ext cx="0" cy="342078"/>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8" name="直接连接符 57">
                <a:extLst>
                  <a:ext uri="{FF2B5EF4-FFF2-40B4-BE49-F238E27FC236}">
                    <a16:creationId xmlns:a16="http://schemas.microsoft.com/office/drawing/2014/main" id="{FAA1F06D-AA74-446C-9765-E807A478C45F}"/>
                  </a:ext>
                </a:extLst>
              </p:cNvPr>
              <p:cNvCxnSpPr/>
              <p:nvPr/>
            </p:nvCxnSpPr>
            <p:spPr>
              <a:xfrm>
                <a:off x="5214810" y="4647124"/>
                <a:ext cx="0" cy="342078"/>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9" name="直接箭头连接符 58">
                <a:extLst>
                  <a:ext uri="{FF2B5EF4-FFF2-40B4-BE49-F238E27FC236}">
                    <a16:creationId xmlns:a16="http://schemas.microsoft.com/office/drawing/2014/main" id="{802E7F47-C846-435C-9D8A-190DE1A7363B}"/>
                  </a:ext>
                </a:extLst>
              </p:cNvPr>
              <p:cNvCxnSpPr>
                <a:cxnSpLocks/>
              </p:cNvCxnSpPr>
              <p:nvPr/>
            </p:nvCxnSpPr>
            <p:spPr>
              <a:xfrm>
                <a:off x="3588874" y="4835137"/>
                <a:ext cx="1625936" cy="0"/>
              </a:xfrm>
              <a:prstGeom prst="straightConnector1">
                <a:avLst/>
              </a:prstGeom>
              <a:ln w="12700">
                <a:solidFill>
                  <a:schemeClr val="tx1"/>
                </a:solidFill>
                <a:headEnd type="triangle"/>
                <a:tailEnd type="triangle"/>
              </a:ln>
            </p:spPr>
            <p:style>
              <a:lnRef idx="1">
                <a:schemeClr val="accent1"/>
              </a:lnRef>
              <a:fillRef idx="0">
                <a:schemeClr val="accent1"/>
              </a:fillRef>
              <a:effectRef idx="0">
                <a:schemeClr val="accent1"/>
              </a:effectRef>
              <a:fontRef idx="minor">
                <a:schemeClr val="tx1"/>
              </a:fontRef>
            </p:style>
          </p:cxnSp>
        </p:grpSp>
        <p:sp>
          <p:nvSpPr>
            <p:cNvPr id="55" name="文本框 54">
              <a:extLst>
                <a:ext uri="{FF2B5EF4-FFF2-40B4-BE49-F238E27FC236}">
                  <a16:creationId xmlns:a16="http://schemas.microsoft.com/office/drawing/2014/main" id="{38E50F68-2287-4C16-813A-F268F17A8C8F}"/>
                </a:ext>
              </a:extLst>
            </p:cNvPr>
            <p:cNvSpPr txBox="1"/>
            <p:nvPr/>
          </p:nvSpPr>
          <p:spPr>
            <a:xfrm>
              <a:off x="3397964" y="4840371"/>
              <a:ext cx="1946796" cy="646331"/>
            </a:xfrm>
            <a:prstGeom prst="rect">
              <a:avLst/>
            </a:prstGeom>
            <a:noFill/>
          </p:spPr>
          <p:txBody>
            <a:bodyPr wrap="square" rtlCol="0">
              <a:spAutoFit/>
            </a:bodyPr>
            <a:lstStyle/>
            <a:p>
              <a:pPr algn="ctr"/>
              <a:r>
                <a:rPr lang="zh-CN" altLang="en-US" b="1" dirty="0">
                  <a:latin typeface="Arial Narrow" panose="020B0606020202030204" pitchFamily="34" charset="0"/>
                </a:rPr>
                <a:t>信号的</a:t>
              </a:r>
              <a:endParaRPr lang="en-US" altLang="zh-CN" b="1" dirty="0">
                <a:latin typeface="Arial Narrow" panose="020B0606020202030204" pitchFamily="34" charset="0"/>
              </a:endParaRPr>
            </a:p>
            <a:p>
              <a:pPr algn="ctr"/>
              <a:r>
                <a:rPr lang="zh-CN" altLang="en-US" b="1" dirty="0">
                  <a:latin typeface="Arial Narrow" panose="020B0606020202030204" pitchFamily="34" charset="0"/>
                </a:rPr>
                <a:t>单向传播时延</a:t>
              </a:r>
            </a:p>
          </p:txBody>
        </p:sp>
      </p:grpSp>
      <p:sp>
        <p:nvSpPr>
          <p:cNvPr id="65" name="文本框 64">
            <a:extLst>
              <a:ext uri="{FF2B5EF4-FFF2-40B4-BE49-F238E27FC236}">
                <a16:creationId xmlns:a16="http://schemas.microsoft.com/office/drawing/2014/main" id="{2E9376C2-5491-4369-BC29-42F206DDA121}"/>
              </a:ext>
            </a:extLst>
          </p:cNvPr>
          <p:cNvSpPr txBox="1"/>
          <p:nvPr/>
        </p:nvSpPr>
        <p:spPr>
          <a:xfrm>
            <a:off x="313574" y="5460773"/>
            <a:ext cx="4036372" cy="369332"/>
          </a:xfrm>
          <a:prstGeom prst="rect">
            <a:avLst/>
          </a:prstGeom>
          <a:noFill/>
        </p:spPr>
        <p:txBody>
          <a:bodyPr wrap="square">
            <a:spAutoFit/>
          </a:bodyPr>
          <a:lstStyle/>
          <a:p>
            <a:r>
              <a:rPr lang="zh-CN" altLang="en-US" b="1" dirty="0">
                <a:latin typeface="Arial Narrow" panose="020B0606020202030204" pitchFamily="34" charset="0"/>
              </a:rPr>
              <a:t>甲可以达到的最大平均数据传输速率 ≈ </a:t>
            </a:r>
            <a:endParaRPr lang="zh-CN" altLang="en-US" dirty="0"/>
          </a:p>
        </p:txBody>
      </p:sp>
      <p:sp>
        <p:nvSpPr>
          <p:cNvPr id="66" name="文本框 65">
            <a:extLst>
              <a:ext uri="{FF2B5EF4-FFF2-40B4-BE49-F238E27FC236}">
                <a16:creationId xmlns:a16="http://schemas.microsoft.com/office/drawing/2014/main" id="{5CDFA6F9-8F09-4612-80AF-4C584219833E}"/>
              </a:ext>
            </a:extLst>
          </p:cNvPr>
          <p:cNvSpPr txBox="1"/>
          <p:nvPr/>
        </p:nvSpPr>
        <p:spPr>
          <a:xfrm>
            <a:off x="4264630" y="5456833"/>
            <a:ext cx="2067096" cy="369332"/>
          </a:xfrm>
          <a:prstGeom prst="rect">
            <a:avLst/>
          </a:prstGeom>
          <a:noFill/>
        </p:spPr>
        <p:txBody>
          <a:bodyPr wrap="square">
            <a:spAutoFit/>
          </a:bodyPr>
          <a:lstStyle/>
          <a:p>
            <a:r>
              <a:rPr lang="zh-CN" altLang="en-US" b="1" dirty="0">
                <a:solidFill>
                  <a:schemeClr val="accent3"/>
                </a:solidFill>
                <a:latin typeface="Arial Narrow" panose="020B0606020202030204" pitchFamily="34" charset="0"/>
              </a:rPr>
              <a:t>可发送的数据量</a:t>
            </a:r>
            <a:endParaRPr lang="zh-CN" altLang="en-US" dirty="0">
              <a:solidFill>
                <a:schemeClr val="accent3"/>
              </a:solidFill>
            </a:endParaRPr>
          </a:p>
        </p:txBody>
      </p:sp>
      <p:sp>
        <p:nvSpPr>
          <p:cNvPr id="67" name="文本框 66">
            <a:extLst>
              <a:ext uri="{FF2B5EF4-FFF2-40B4-BE49-F238E27FC236}">
                <a16:creationId xmlns:a16="http://schemas.microsoft.com/office/drawing/2014/main" id="{9C6C1BEF-E56B-4DB3-96C0-C6B14A95BB8D}"/>
              </a:ext>
            </a:extLst>
          </p:cNvPr>
          <p:cNvSpPr txBox="1"/>
          <p:nvPr/>
        </p:nvSpPr>
        <p:spPr>
          <a:xfrm>
            <a:off x="6193221" y="5452893"/>
            <a:ext cx="5134211" cy="369332"/>
          </a:xfrm>
          <a:prstGeom prst="rect">
            <a:avLst/>
          </a:prstGeom>
          <a:noFill/>
        </p:spPr>
        <p:txBody>
          <a:bodyPr wrap="square">
            <a:spAutoFit/>
          </a:bodyPr>
          <a:lstStyle/>
          <a:p>
            <a:r>
              <a:rPr lang="zh-CN" altLang="en-US" b="1" dirty="0">
                <a:latin typeface="Arial Narrow" panose="020B0606020202030204" pitchFamily="34" charset="0"/>
              </a:rPr>
              <a:t>（</a:t>
            </a:r>
            <a:r>
              <a:rPr lang="zh-CN" altLang="en-US" b="1" dirty="0">
                <a:solidFill>
                  <a:schemeClr val="accent4"/>
                </a:solidFill>
                <a:latin typeface="Arial Narrow" panose="020B0606020202030204" pitchFamily="34" charset="0"/>
              </a:rPr>
              <a:t>数据帧的发送时延 </a:t>
            </a:r>
            <a:r>
              <a:rPr lang="en-US" altLang="zh-CN" b="1" dirty="0">
                <a:latin typeface="Arial Narrow" panose="020B0606020202030204" pitchFamily="34" charset="0"/>
              </a:rPr>
              <a:t>+ </a:t>
            </a:r>
            <a:r>
              <a:rPr lang="zh-CN" altLang="en-US" b="1" dirty="0">
                <a:solidFill>
                  <a:schemeClr val="accent2"/>
                </a:solidFill>
                <a:latin typeface="Arial Narrow" panose="020B0606020202030204" pitchFamily="34" charset="0"/>
              </a:rPr>
              <a:t>信号的单向传播时延</a:t>
            </a:r>
            <a:r>
              <a:rPr lang="en-US" altLang="zh-CN" b="1" dirty="0">
                <a:solidFill>
                  <a:schemeClr val="accent2"/>
                </a:solidFill>
                <a:latin typeface="Arial Narrow" panose="020B0606020202030204" pitchFamily="34" charset="0"/>
              </a:rPr>
              <a:t>× 2</a:t>
            </a:r>
            <a:r>
              <a:rPr lang="zh-CN" altLang="en-US" b="1" dirty="0">
                <a:latin typeface="Arial Narrow" panose="020B0606020202030204" pitchFamily="34" charset="0"/>
              </a:rPr>
              <a:t>）</a:t>
            </a:r>
            <a:endParaRPr lang="zh-CN" altLang="en-US" dirty="0"/>
          </a:p>
        </p:txBody>
      </p:sp>
      <p:sp>
        <p:nvSpPr>
          <p:cNvPr id="68" name="文本框 67">
            <a:extLst>
              <a:ext uri="{FF2B5EF4-FFF2-40B4-BE49-F238E27FC236}">
                <a16:creationId xmlns:a16="http://schemas.microsoft.com/office/drawing/2014/main" id="{AB2EA6B5-DBDE-4DDD-B030-64AE339BA874}"/>
              </a:ext>
            </a:extLst>
          </p:cNvPr>
          <p:cNvSpPr txBox="1"/>
          <p:nvPr/>
        </p:nvSpPr>
        <p:spPr>
          <a:xfrm>
            <a:off x="6064766" y="5460773"/>
            <a:ext cx="256910" cy="369332"/>
          </a:xfrm>
          <a:prstGeom prst="rect">
            <a:avLst/>
          </a:prstGeom>
          <a:noFill/>
        </p:spPr>
        <p:txBody>
          <a:bodyPr wrap="square">
            <a:spAutoFit/>
          </a:bodyPr>
          <a:lstStyle/>
          <a:p>
            <a:pPr algn="ctr"/>
            <a:r>
              <a:rPr lang="en-US" altLang="zh-CN" b="1">
                <a:latin typeface="Arial Narrow" panose="020B0606020202030204" pitchFamily="34" charset="0"/>
              </a:rPr>
              <a:t>÷</a:t>
            </a:r>
            <a:endParaRPr lang="zh-CN" altLang="en-US" dirty="0"/>
          </a:p>
        </p:txBody>
      </p:sp>
      <p:grpSp>
        <p:nvGrpSpPr>
          <p:cNvPr id="22" name="组合 21">
            <a:extLst>
              <a:ext uri="{FF2B5EF4-FFF2-40B4-BE49-F238E27FC236}">
                <a16:creationId xmlns:a16="http://schemas.microsoft.com/office/drawing/2014/main" id="{33C26671-3F7F-4F74-9662-7F3EA01699D0}"/>
              </a:ext>
            </a:extLst>
          </p:cNvPr>
          <p:cNvGrpSpPr/>
          <p:nvPr/>
        </p:nvGrpSpPr>
        <p:grpSpPr>
          <a:xfrm>
            <a:off x="4080849" y="5808005"/>
            <a:ext cx="7315725" cy="305661"/>
            <a:chOff x="4080849" y="5808005"/>
            <a:chExt cx="7315725" cy="305661"/>
          </a:xfrm>
        </p:grpSpPr>
        <mc:AlternateContent xmlns:mc="http://schemas.openxmlformats.org/markup-compatibility/2006" xmlns:a14="http://schemas.microsoft.com/office/drawing/2010/main">
          <mc:Choice Requires="a14">
            <p:sp>
              <p:nvSpPr>
                <p:cNvPr id="17" name="文本框 16">
                  <a:extLst>
                    <a:ext uri="{FF2B5EF4-FFF2-40B4-BE49-F238E27FC236}">
                      <a16:creationId xmlns:a16="http://schemas.microsoft.com/office/drawing/2014/main" id="{7A146BFC-6203-440B-8854-CF7921D9445A}"/>
                    </a:ext>
                  </a:extLst>
                </p:cNvPr>
                <p:cNvSpPr txBox="1"/>
                <p:nvPr/>
              </p:nvSpPr>
              <p:spPr>
                <a:xfrm>
                  <a:off x="4080849" y="5836667"/>
                  <a:ext cx="2265043" cy="276999"/>
                </a:xfrm>
                <a:prstGeom prst="rect">
                  <a:avLst/>
                </a:prstGeom>
                <a:noFill/>
              </p:spPr>
              <p:txBody>
                <a:bodyPr wrap="none" lIns="0" tIns="0" rIns="0" bIns="0" rtlCol="0">
                  <a:spAutoFit/>
                </a:bodyPr>
                <a:lstStyle/>
                <a:p>
                  <a14:m>
                    <m:oMath xmlns:m="http://schemas.openxmlformats.org/officeDocument/2006/math">
                      <m:r>
                        <a:rPr lang="zh-CN" altLang="en-US" i="1" smtClean="0">
                          <a:solidFill>
                            <a:schemeClr val="accent3"/>
                          </a:solidFill>
                          <a:latin typeface="Cambria Math" panose="02040503050406030204" pitchFamily="18" charset="0"/>
                        </a:rPr>
                        <m:t>≈</m:t>
                      </m:r>
                      <m:r>
                        <a:rPr lang="en-US" altLang="zh-CN" b="0" i="1" smtClean="0">
                          <a:solidFill>
                            <a:schemeClr val="tx1"/>
                          </a:solidFill>
                          <a:latin typeface="Cambria Math" panose="02040503050406030204" pitchFamily="18" charset="0"/>
                        </a:rPr>
                        <m:t>(</m:t>
                      </m:r>
                      <m:r>
                        <a:rPr lang="en-US" altLang="zh-CN" b="0" i="1" smtClean="0">
                          <a:solidFill>
                            <a:schemeClr val="accent3"/>
                          </a:solidFill>
                          <a:latin typeface="Cambria Math" panose="02040503050406030204" pitchFamily="18" charset="0"/>
                        </a:rPr>
                        <m:t>(1000</m:t>
                      </m:r>
                      <m:r>
                        <a:rPr lang="en-US" altLang="zh-CN" b="0" i="1" smtClean="0">
                          <a:solidFill>
                            <a:schemeClr val="accent3"/>
                          </a:solidFill>
                          <a:latin typeface="Cambria Math" panose="02040503050406030204" pitchFamily="18" charset="0"/>
                          <a:ea typeface="Cambria Math" panose="02040503050406030204" pitchFamily="18" charset="0"/>
                        </a:rPr>
                        <m:t>×8</m:t>
                      </m:r>
                      <m:r>
                        <a:rPr lang="en-US" altLang="zh-CN" b="0" i="1" smtClean="0">
                          <a:solidFill>
                            <a:schemeClr val="accent3"/>
                          </a:solidFill>
                          <a:latin typeface="Cambria Math" panose="02040503050406030204" pitchFamily="18" charset="0"/>
                        </a:rPr>
                        <m:t>)</m:t>
                      </m:r>
                      <m:r>
                        <a:rPr lang="en-US" altLang="zh-CN" b="0" i="1" smtClean="0">
                          <a:solidFill>
                            <a:schemeClr val="accent3"/>
                          </a:solidFill>
                          <a:latin typeface="Cambria Math" panose="02040503050406030204" pitchFamily="18" charset="0"/>
                          <a:ea typeface="Cambria Math" panose="02040503050406030204" pitchFamily="18" charset="0"/>
                        </a:rPr>
                        <m:t>×1000</m:t>
                      </m:r>
                    </m:oMath>
                  </a14:m>
                  <a:r>
                    <a:rPr lang="en-US" altLang="zh-CN" dirty="0"/>
                    <a:t>)</a:t>
                  </a:r>
                  <a:endParaRPr lang="zh-CN" altLang="en-US" dirty="0"/>
                </a:p>
              </p:txBody>
            </p:sp>
          </mc:Choice>
          <mc:Fallback xmlns="">
            <p:sp>
              <p:nvSpPr>
                <p:cNvPr id="17" name="文本框 16">
                  <a:extLst>
                    <a:ext uri="{FF2B5EF4-FFF2-40B4-BE49-F238E27FC236}">
                      <a16:creationId xmlns:a16="http://schemas.microsoft.com/office/drawing/2014/main" id="{7A146BFC-6203-440B-8854-CF7921D9445A}"/>
                    </a:ext>
                  </a:extLst>
                </p:cNvPr>
                <p:cNvSpPr txBox="1">
                  <a:spLocks noRot="1" noChangeAspect="1" noMove="1" noResize="1" noEditPoints="1" noAdjustHandles="1" noChangeArrowheads="1" noChangeShapeType="1" noTextEdit="1"/>
                </p:cNvSpPr>
                <p:nvPr/>
              </p:nvSpPr>
              <p:spPr>
                <a:xfrm>
                  <a:off x="4080849" y="5836667"/>
                  <a:ext cx="2265043" cy="276999"/>
                </a:xfrm>
                <a:prstGeom prst="rect">
                  <a:avLst/>
                </a:prstGeom>
                <a:blipFill>
                  <a:blip r:embed="rId3"/>
                  <a:stretch>
                    <a:fillRect l="-2419" t="-26087" r="-5645" b="-52174"/>
                  </a:stretch>
                </a:blipFill>
              </p:spPr>
              <p:txBody>
                <a:bodyPr/>
                <a:lstStyle/>
                <a:p>
                  <a:r>
                    <a:rPr lang="zh-CN" altLang="en-US">
                      <a:noFill/>
                    </a:rPr>
                    <a:t> </a:t>
                  </a:r>
                </a:p>
              </p:txBody>
            </p:sp>
          </mc:Fallback>
        </mc:AlternateContent>
        <mc:AlternateContent xmlns:mc="http://schemas.openxmlformats.org/markup-compatibility/2006" xmlns:a14="http://schemas.microsoft.com/office/drawing/2010/main">
          <mc:Choice Requires="a14">
            <p:sp>
              <p:nvSpPr>
                <p:cNvPr id="69" name="文本框 68">
                  <a:extLst>
                    <a:ext uri="{FF2B5EF4-FFF2-40B4-BE49-F238E27FC236}">
                      <a16:creationId xmlns:a16="http://schemas.microsoft.com/office/drawing/2014/main" id="{97B93EF8-F107-475F-BF0A-097F7EBFB206}"/>
                    </a:ext>
                  </a:extLst>
                </p:cNvPr>
                <p:cNvSpPr txBox="1"/>
                <p:nvPr/>
              </p:nvSpPr>
              <p:spPr>
                <a:xfrm>
                  <a:off x="6383245" y="5822336"/>
                  <a:ext cx="226023" cy="276999"/>
                </a:xfrm>
                <a:prstGeom prst="rect">
                  <a:avLst/>
                </a:prstGeom>
                <a:noFill/>
              </p:spPr>
              <p:txBody>
                <a:bodyPr wrap="none" lIns="0" tIns="0" rIns="0" bIns="0" rtlCol="0">
                  <a:spAutoFit/>
                </a:bodyPr>
                <a:lstStyle/>
                <a:p>
                  <a:pPr/>
                  <a14:m>
                    <m:oMathPara xmlns:m="http://schemas.openxmlformats.org/officeDocument/2006/math">
                      <m:oMathParaPr>
                        <m:jc m:val="centerGroup"/>
                      </m:oMathParaPr>
                      <m:oMath xmlns:m="http://schemas.openxmlformats.org/officeDocument/2006/math">
                        <m:r>
                          <a:rPr lang="en-US" altLang="zh-CN" i="1" smtClean="0">
                            <a:latin typeface="Cambria Math" panose="02040503050406030204" pitchFamily="18" charset="0"/>
                            <a:ea typeface="Cambria Math" panose="02040503050406030204" pitchFamily="18" charset="0"/>
                          </a:rPr>
                          <m:t>÷</m:t>
                        </m:r>
                      </m:oMath>
                    </m:oMathPara>
                  </a14:m>
                  <a:endParaRPr lang="zh-CN" altLang="en-US" dirty="0"/>
                </a:p>
              </p:txBody>
            </p:sp>
          </mc:Choice>
          <mc:Fallback xmlns="">
            <p:sp>
              <p:nvSpPr>
                <p:cNvPr id="69" name="文本框 68">
                  <a:extLst>
                    <a:ext uri="{FF2B5EF4-FFF2-40B4-BE49-F238E27FC236}">
                      <a16:creationId xmlns:a16="http://schemas.microsoft.com/office/drawing/2014/main" id="{97B93EF8-F107-475F-BF0A-097F7EBFB206}"/>
                    </a:ext>
                  </a:extLst>
                </p:cNvPr>
                <p:cNvSpPr txBox="1">
                  <a:spLocks noRot="1" noChangeAspect="1" noMove="1" noResize="1" noEditPoints="1" noAdjustHandles="1" noChangeArrowheads="1" noChangeShapeType="1" noTextEdit="1"/>
                </p:cNvSpPr>
                <p:nvPr/>
              </p:nvSpPr>
              <p:spPr>
                <a:xfrm>
                  <a:off x="6383245" y="5822336"/>
                  <a:ext cx="226023" cy="276999"/>
                </a:xfrm>
                <a:prstGeom prst="rect">
                  <a:avLst/>
                </a:prstGeom>
                <a:blipFill>
                  <a:blip r:embed="rId4"/>
                  <a:stretch>
                    <a:fillRect l="-16216" r="-13514" b="-2174"/>
                  </a:stretch>
                </a:blipFill>
              </p:spPr>
              <p:txBody>
                <a:bodyPr/>
                <a:lstStyle/>
                <a:p>
                  <a:r>
                    <a:rPr lang="zh-CN" altLang="en-US">
                      <a:noFill/>
                    </a:rPr>
                    <a:t> </a:t>
                  </a:r>
                </a:p>
              </p:txBody>
            </p:sp>
          </mc:Fallback>
        </mc:AlternateContent>
        <mc:AlternateContent xmlns:mc="http://schemas.openxmlformats.org/markup-compatibility/2006" xmlns:a14="http://schemas.microsoft.com/office/drawing/2010/main">
          <mc:Choice Requires="a14">
            <p:sp>
              <p:nvSpPr>
                <p:cNvPr id="70" name="文本框 69">
                  <a:extLst>
                    <a:ext uri="{FF2B5EF4-FFF2-40B4-BE49-F238E27FC236}">
                      <a16:creationId xmlns:a16="http://schemas.microsoft.com/office/drawing/2014/main" id="{EE6F37AF-003D-4CCE-ABCF-43D2A0528377}"/>
                    </a:ext>
                  </a:extLst>
                </p:cNvPr>
                <p:cNvSpPr txBox="1"/>
                <p:nvPr/>
              </p:nvSpPr>
              <p:spPr>
                <a:xfrm>
                  <a:off x="6642131" y="5808005"/>
                  <a:ext cx="4754443" cy="276999"/>
                </a:xfrm>
                <a:prstGeom prst="rect">
                  <a:avLst/>
                </a:prstGeom>
                <a:noFill/>
              </p:spPr>
              <p:txBody>
                <a:bodyPr wrap="none" lIns="0" tIns="0" rIns="0" bIns="0" rtlCol="0">
                  <a:spAutoFit/>
                </a:bodyPr>
                <a:lstStyle/>
                <a:p>
                  <a:pPr/>
                  <a14:m>
                    <m:oMathPara xmlns:m="http://schemas.openxmlformats.org/officeDocument/2006/math">
                      <m:oMathParaPr>
                        <m:jc m:val="centerGroup"/>
                      </m:oMathParaPr>
                      <m:oMath xmlns:m="http://schemas.openxmlformats.org/officeDocument/2006/math">
                        <m:r>
                          <a:rPr lang="en-US" altLang="zh-CN" b="0" i="1" smtClean="0">
                            <a:latin typeface="Cambria Math" panose="02040503050406030204" pitchFamily="18" charset="0"/>
                          </a:rPr>
                          <m:t>(</m:t>
                        </m:r>
                        <m:d>
                          <m:dPr>
                            <m:ctrlPr>
                              <a:rPr lang="en-US" altLang="zh-CN" b="0" i="1" smtClean="0">
                                <a:solidFill>
                                  <a:schemeClr val="accent4"/>
                                </a:solidFill>
                                <a:latin typeface="Cambria Math" panose="02040503050406030204" pitchFamily="18" charset="0"/>
                              </a:rPr>
                            </m:ctrlPr>
                          </m:dPr>
                          <m:e>
                            <m:r>
                              <a:rPr lang="en-US" altLang="zh-CN" b="0" i="1" smtClean="0">
                                <a:solidFill>
                                  <a:schemeClr val="accent4"/>
                                </a:solidFill>
                                <a:latin typeface="Cambria Math" panose="02040503050406030204" pitchFamily="18" charset="0"/>
                              </a:rPr>
                              <m:t>1000</m:t>
                            </m:r>
                            <m:r>
                              <a:rPr lang="en-US" altLang="zh-CN" b="0" i="1" smtClean="0">
                                <a:solidFill>
                                  <a:schemeClr val="accent4"/>
                                </a:solidFill>
                                <a:latin typeface="Cambria Math" panose="02040503050406030204" pitchFamily="18" charset="0"/>
                                <a:ea typeface="Cambria Math" panose="02040503050406030204" pitchFamily="18" charset="0"/>
                              </a:rPr>
                              <m:t>×8</m:t>
                            </m:r>
                          </m:e>
                        </m:d>
                        <m:r>
                          <a:rPr lang="en-US" altLang="zh-CN" i="1">
                            <a:solidFill>
                              <a:schemeClr val="accent4"/>
                            </a:solidFill>
                            <a:latin typeface="Cambria Math" panose="02040503050406030204" pitchFamily="18" charset="0"/>
                            <a:ea typeface="Cambria Math" panose="02040503050406030204" pitchFamily="18" charset="0"/>
                          </a:rPr>
                          <m:t>÷</m:t>
                        </m:r>
                        <m:d>
                          <m:dPr>
                            <m:ctrlPr>
                              <a:rPr lang="en-US" altLang="zh-CN" b="0" i="1" smtClean="0">
                                <a:solidFill>
                                  <a:schemeClr val="accent4"/>
                                </a:solidFill>
                                <a:latin typeface="Cambria Math" panose="02040503050406030204" pitchFamily="18" charset="0"/>
                                <a:ea typeface="Cambria Math" panose="02040503050406030204" pitchFamily="18" charset="0"/>
                              </a:rPr>
                            </m:ctrlPr>
                          </m:dPr>
                          <m:e>
                            <m:r>
                              <a:rPr lang="en-US" altLang="zh-CN" b="0" i="1" smtClean="0">
                                <a:solidFill>
                                  <a:schemeClr val="accent4"/>
                                </a:solidFill>
                                <a:latin typeface="Cambria Math" panose="02040503050406030204" pitchFamily="18" charset="0"/>
                                <a:ea typeface="Cambria Math" panose="02040503050406030204" pitchFamily="18" charset="0"/>
                              </a:rPr>
                              <m:t>100×</m:t>
                            </m:r>
                            <m:sSup>
                              <m:sSupPr>
                                <m:ctrlPr>
                                  <a:rPr lang="en-US" altLang="zh-CN" b="0" i="1" smtClean="0">
                                    <a:solidFill>
                                      <a:schemeClr val="accent4"/>
                                    </a:solidFill>
                                    <a:latin typeface="Cambria Math" panose="02040503050406030204" pitchFamily="18" charset="0"/>
                                    <a:ea typeface="Cambria Math" panose="02040503050406030204" pitchFamily="18" charset="0"/>
                                  </a:rPr>
                                </m:ctrlPr>
                              </m:sSupPr>
                              <m:e>
                                <m:r>
                                  <a:rPr lang="en-US" altLang="zh-CN" b="0" i="1" smtClean="0">
                                    <a:solidFill>
                                      <a:schemeClr val="accent4"/>
                                    </a:solidFill>
                                    <a:latin typeface="Cambria Math" panose="02040503050406030204" pitchFamily="18" charset="0"/>
                                    <a:ea typeface="Cambria Math" panose="02040503050406030204" pitchFamily="18" charset="0"/>
                                  </a:rPr>
                                  <m:t>10</m:t>
                                </m:r>
                              </m:e>
                              <m:sup>
                                <m:r>
                                  <a:rPr lang="en-US" altLang="zh-CN" b="0" i="1" smtClean="0">
                                    <a:solidFill>
                                      <a:schemeClr val="accent4"/>
                                    </a:solidFill>
                                    <a:latin typeface="Cambria Math" panose="02040503050406030204" pitchFamily="18" charset="0"/>
                                    <a:ea typeface="Cambria Math" panose="02040503050406030204" pitchFamily="18" charset="0"/>
                                  </a:rPr>
                                  <m:t>6</m:t>
                                </m:r>
                              </m:sup>
                            </m:sSup>
                          </m:e>
                        </m:d>
                        <m:r>
                          <a:rPr lang="en-US" altLang="zh-CN" b="0" i="1" smtClean="0">
                            <a:latin typeface="Cambria Math" panose="02040503050406030204" pitchFamily="18" charset="0"/>
                            <a:ea typeface="Cambria Math" panose="02040503050406030204" pitchFamily="18" charset="0"/>
                          </a:rPr>
                          <m:t> </m:t>
                        </m:r>
                        <m:r>
                          <a:rPr lang="en-US" altLang="zh-CN" b="0" i="1" smtClean="0">
                            <a:solidFill>
                              <a:schemeClr val="tx1"/>
                            </a:solidFill>
                            <a:latin typeface="Cambria Math" panose="02040503050406030204" pitchFamily="18" charset="0"/>
                            <a:ea typeface="Cambria Math" panose="02040503050406030204" pitchFamily="18" charset="0"/>
                          </a:rPr>
                          <m:t>+</m:t>
                        </m:r>
                        <m:r>
                          <a:rPr lang="en-US" altLang="zh-CN" b="0" i="1" smtClean="0">
                            <a:solidFill>
                              <a:schemeClr val="accent2"/>
                            </a:solidFill>
                            <a:latin typeface="Cambria Math" panose="02040503050406030204" pitchFamily="18" charset="0"/>
                            <a:ea typeface="Cambria Math" panose="02040503050406030204" pitchFamily="18" charset="0"/>
                          </a:rPr>
                          <m:t>(50×</m:t>
                        </m:r>
                        <m:sSup>
                          <m:sSupPr>
                            <m:ctrlPr>
                              <a:rPr lang="en-US" altLang="zh-CN" b="0" i="1" smtClean="0">
                                <a:solidFill>
                                  <a:schemeClr val="accent2"/>
                                </a:solidFill>
                                <a:latin typeface="Cambria Math" panose="02040503050406030204" pitchFamily="18" charset="0"/>
                                <a:ea typeface="Cambria Math" panose="02040503050406030204" pitchFamily="18" charset="0"/>
                              </a:rPr>
                            </m:ctrlPr>
                          </m:sSupPr>
                          <m:e>
                            <m:r>
                              <a:rPr lang="en-US" altLang="zh-CN" b="0" i="1" smtClean="0">
                                <a:solidFill>
                                  <a:schemeClr val="accent2"/>
                                </a:solidFill>
                                <a:latin typeface="Cambria Math" panose="02040503050406030204" pitchFamily="18" charset="0"/>
                                <a:ea typeface="Cambria Math" panose="02040503050406030204" pitchFamily="18" charset="0"/>
                              </a:rPr>
                              <m:t>10</m:t>
                            </m:r>
                          </m:e>
                          <m:sup>
                            <m:r>
                              <a:rPr lang="en-US" altLang="zh-CN" b="0" i="1" smtClean="0">
                                <a:solidFill>
                                  <a:schemeClr val="accent2"/>
                                </a:solidFill>
                                <a:latin typeface="Cambria Math" panose="02040503050406030204" pitchFamily="18" charset="0"/>
                                <a:ea typeface="Cambria Math" panose="02040503050406030204" pitchFamily="18" charset="0"/>
                              </a:rPr>
                              <m:t>−3</m:t>
                            </m:r>
                          </m:sup>
                        </m:sSup>
                        <m:r>
                          <a:rPr lang="en-US" altLang="zh-CN" b="0" i="1" smtClean="0">
                            <a:solidFill>
                              <a:schemeClr val="accent2"/>
                            </a:solidFill>
                            <a:latin typeface="Cambria Math" panose="02040503050406030204" pitchFamily="18" charset="0"/>
                            <a:ea typeface="Cambria Math" panose="02040503050406030204" pitchFamily="18" charset="0"/>
                          </a:rPr>
                          <m:t>)×2</m:t>
                        </m:r>
                        <m:r>
                          <a:rPr lang="en-US" altLang="zh-CN" b="0" i="1" smtClean="0">
                            <a:latin typeface="Cambria Math" panose="02040503050406030204" pitchFamily="18" charset="0"/>
                            <a:ea typeface="Cambria Math" panose="02040503050406030204" pitchFamily="18" charset="0"/>
                          </a:rPr>
                          <m:t>)</m:t>
                        </m:r>
                      </m:oMath>
                    </m:oMathPara>
                  </a14:m>
                  <a:endParaRPr lang="zh-CN" altLang="en-US" dirty="0"/>
                </a:p>
              </p:txBody>
            </p:sp>
          </mc:Choice>
          <mc:Fallback xmlns="">
            <p:sp>
              <p:nvSpPr>
                <p:cNvPr id="70" name="文本框 69">
                  <a:extLst>
                    <a:ext uri="{FF2B5EF4-FFF2-40B4-BE49-F238E27FC236}">
                      <a16:creationId xmlns:a16="http://schemas.microsoft.com/office/drawing/2014/main" id="{EE6F37AF-003D-4CCE-ABCF-43D2A0528377}"/>
                    </a:ext>
                  </a:extLst>
                </p:cNvPr>
                <p:cNvSpPr txBox="1">
                  <a:spLocks noRot="1" noChangeAspect="1" noMove="1" noResize="1" noEditPoints="1" noAdjustHandles="1" noChangeArrowheads="1" noChangeShapeType="1" noTextEdit="1"/>
                </p:cNvSpPr>
                <p:nvPr/>
              </p:nvSpPr>
              <p:spPr>
                <a:xfrm>
                  <a:off x="6642131" y="5808005"/>
                  <a:ext cx="4754443" cy="276999"/>
                </a:xfrm>
                <a:prstGeom prst="rect">
                  <a:avLst/>
                </a:prstGeom>
                <a:blipFill>
                  <a:blip r:embed="rId5"/>
                  <a:stretch>
                    <a:fillRect l="-1282" r="-1282" b="-40000"/>
                  </a:stretch>
                </a:blipFill>
              </p:spPr>
              <p:txBody>
                <a:bodyPr/>
                <a:lstStyle/>
                <a:p>
                  <a:r>
                    <a:rPr lang="zh-CN" altLang="en-US">
                      <a:noFill/>
                    </a:rPr>
                    <a:t> </a:t>
                  </a:r>
                </a:p>
              </p:txBody>
            </p:sp>
          </mc:Fallback>
        </mc:AlternateContent>
      </p:grpSp>
      <mc:AlternateContent xmlns:mc="http://schemas.openxmlformats.org/markup-compatibility/2006" xmlns:a14="http://schemas.microsoft.com/office/drawing/2010/main">
        <mc:Choice Requires="a14">
          <p:sp>
            <p:nvSpPr>
              <p:cNvPr id="71" name="文本框 70">
                <a:extLst>
                  <a:ext uri="{FF2B5EF4-FFF2-40B4-BE49-F238E27FC236}">
                    <a16:creationId xmlns:a16="http://schemas.microsoft.com/office/drawing/2014/main" id="{DFC6ADA6-978B-4AB9-B0AC-5E367A23A75B}"/>
                  </a:ext>
                </a:extLst>
              </p:cNvPr>
              <p:cNvSpPr txBox="1"/>
              <p:nvPr/>
            </p:nvSpPr>
            <p:spPr>
              <a:xfrm>
                <a:off x="4077869" y="6153971"/>
                <a:ext cx="1106008" cy="276999"/>
              </a:xfrm>
              <a:prstGeom prst="rect">
                <a:avLst/>
              </a:prstGeom>
              <a:noFill/>
            </p:spPr>
            <p:txBody>
              <a:bodyPr wrap="none" lIns="0" tIns="0" rIns="0" bIns="0" rtlCol="0">
                <a:spAutoFit/>
              </a:bodyPr>
              <a:lstStyle/>
              <a:p>
                <a:pPr/>
                <a14:m>
                  <m:oMathPara xmlns:m="http://schemas.openxmlformats.org/officeDocument/2006/math">
                    <m:oMathParaPr>
                      <m:jc m:val="centerGroup"/>
                    </m:oMathParaPr>
                    <m:oMath xmlns:m="http://schemas.openxmlformats.org/officeDocument/2006/math">
                      <m:r>
                        <a:rPr lang="en-US" altLang="zh-CN" i="1" smtClean="0">
                          <a:latin typeface="Cambria Math" panose="02040503050406030204" pitchFamily="18" charset="0"/>
                          <a:ea typeface="Cambria Math" panose="02040503050406030204" pitchFamily="18" charset="0"/>
                        </a:rPr>
                        <m:t>≈</m:t>
                      </m:r>
                      <m:r>
                        <a:rPr lang="en-US" altLang="zh-CN" i="1" smtClean="0">
                          <a:latin typeface="Cambria Math" panose="02040503050406030204" pitchFamily="18" charset="0"/>
                        </a:rPr>
                        <m:t>8</m:t>
                      </m:r>
                      <m:r>
                        <a:rPr lang="en-US" altLang="zh-CN" b="0" i="1" smtClean="0">
                          <a:latin typeface="Cambria Math" panose="02040503050406030204" pitchFamily="18" charset="0"/>
                        </a:rPr>
                        <m:t>0</m:t>
                      </m:r>
                      <m:r>
                        <a:rPr lang="en-US" altLang="zh-CN" b="0" i="1" smtClean="0">
                          <a:latin typeface="Cambria Math" panose="02040503050406030204" pitchFamily="18" charset="0"/>
                        </a:rPr>
                        <m:t>𝑀𝑏𝑝𝑠</m:t>
                      </m:r>
                    </m:oMath>
                  </m:oMathPara>
                </a14:m>
                <a:endParaRPr lang="zh-CN" altLang="en-US" dirty="0"/>
              </a:p>
            </p:txBody>
          </p:sp>
        </mc:Choice>
        <mc:Fallback xmlns="">
          <p:sp>
            <p:nvSpPr>
              <p:cNvPr id="71" name="文本框 70">
                <a:extLst>
                  <a:ext uri="{FF2B5EF4-FFF2-40B4-BE49-F238E27FC236}">
                    <a16:creationId xmlns:a16="http://schemas.microsoft.com/office/drawing/2014/main" id="{DFC6ADA6-978B-4AB9-B0AC-5E367A23A75B}"/>
                  </a:ext>
                </a:extLst>
              </p:cNvPr>
              <p:cNvSpPr txBox="1">
                <a:spLocks noRot="1" noChangeAspect="1" noMove="1" noResize="1" noEditPoints="1" noAdjustHandles="1" noChangeArrowheads="1" noChangeShapeType="1" noTextEdit="1"/>
              </p:cNvSpPr>
              <p:nvPr/>
            </p:nvSpPr>
            <p:spPr>
              <a:xfrm>
                <a:off x="4077869" y="6153971"/>
                <a:ext cx="1106008" cy="276999"/>
              </a:xfrm>
              <a:prstGeom prst="rect">
                <a:avLst/>
              </a:prstGeom>
              <a:blipFill>
                <a:blip r:embed="rId6"/>
                <a:stretch>
                  <a:fillRect l="-2210" r="-7182" b="-40000"/>
                </a:stretch>
              </a:blipFill>
            </p:spPr>
            <p:txBody>
              <a:bodyPr/>
              <a:lstStyle/>
              <a:p>
                <a:r>
                  <a:rPr lang="zh-CN" altLang="en-US">
                    <a:noFill/>
                  </a:rPr>
                  <a:t> </a:t>
                </a:r>
              </a:p>
            </p:txBody>
          </p:sp>
        </mc:Fallback>
      </mc:AlternateContent>
      <p:sp>
        <p:nvSpPr>
          <p:cNvPr id="72" name="平行四边形 71">
            <a:extLst>
              <a:ext uri="{FF2B5EF4-FFF2-40B4-BE49-F238E27FC236}">
                <a16:creationId xmlns:a16="http://schemas.microsoft.com/office/drawing/2014/main" id="{98897E28-52A9-39FA-F976-88AD92DCF30E}"/>
              </a:ext>
            </a:extLst>
          </p:cNvPr>
          <p:cNvSpPr/>
          <p:nvPr/>
        </p:nvSpPr>
        <p:spPr>
          <a:xfrm>
            <a:off x="304799" y="749300"/>
            <a:ext cx="695119" cy="387090"/>
          </a:xfrm>
          <a:prstGeom prst="parallelogram">
            <a:avLst/>
          </a:prstGeom>
          <a:solidFill>
            <a:schemeClr val="accent3">
              <a:lumMod val="75000"/>
            </a:schemeClr>
          </a:solidFill>
          <a:ln>
            <a:solidFill>
              <a:schemeClr val="accent3">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CN" sz="2200" dirty="0">
                <a:latin typeface="Impact" panose="020B0806030902050204" pitchFamily="34" charset="0"/>
              </a:rPr>
              <a:t>04</a:t>
            </a:r>
            <a:endParaRPr lang="zh-CN" altLang="en-US" sz="2200" dirty="0">
              <a:latin typeface="Impact" panose="020B0806030902050204" pitchFamily="34" charset="0"/>
            </a:endParaRPr>
          </a:p>
        </p:txBody>
      </p:sp>
    </p:spTree>
    <p:custDataLst>
      <p:tags r:id="rId1"/>
    </p:custDataLst>
    <p:extLst>
      <p:ext uri="{BB962C8B-B14F-4D97-AF65-F5344CB8AC3E}">
        <p14:creationId xmlns:p14="http://schemas.microsoft.com/office/powerpoint/2010/main" val="957850848"/>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53" presetClass="entr" presetSubtype="16" fill="hold" grpId="0" nodeType="withEffect">
                                  <p:stCondLst>
                                    <p:cond delay="0"/>
                                  </p:stCondLst>
                                  <p:childTnLst>
                                    <p:set>
                                      <p:cBhvr>
                                        <p:cTn id="6" dur="1" fill="hold">
                                          <p:stCondLst>
                                            <p:cond delay="0"/>
                                          </p:stCondLst>
                                        </p:cTn>
                                        <p:tgtEl>
                                          <p:spTgt spid="65"/>
                                        </p:tgtEl>
                                        <p:attrNameLst>
                                          <p:attrName>style.visibility</p:attrName>
                                        </p:attrNameLst>
                                      </p:cBhvr>
                                      <p:to>
                                        <p:strVal val="visible"/>
                                      </p:to>
                                    </p:set>
                                    <p:anim calcmode="lin" valueType="num">
                                      <p:cBhvr>
                                        <p:cTn id="7" dur="500" fill="hold"/>
                                        <p:tgtEl>
                                          <p:spTgt spid="65"/>
                                        </p:tgtEl>
                                        <p:attrNameLst>
                                          <p:attrName>ppt_w</p:attrName>
                                        </p:attrNameLst>
                                      </p:cBhvr>
                                      <p:tavLst>
                                        <p:tav tm="0">
                                          <p:val>
                                            <p:fltVal val="0"/>
                                          </p:val>
                                        </p:tav>
                                        <p:tav tm="100000">
                                          <p:val>
                                            <p:strVal val="#ppt_w"/>
                                          </p:val>
                                        </p:tav>
                                      </p:tavLst>
                                    </p:anim>
                                    <p:anim calcmode="lin" valueType="num">
                                      <p:cBhvr>
                                        <p:cTn id="8" dur="500" fill="hold"/>
                                        <p:tgtEl>
                                          <p:spTgt spid="65"/>
                                        </p:tgtEl>
                                        <p:attrNameLst>
                                          <p:attrName>ppt_h</p:attrName>
                                        </p:attrNameLst>
                                      </p:cBhvr>
                                      <p:tavLst>
                                        <p:tav tm="0">
                                          <p:val>
                                            <p:fltVal val="0"/>
                                          </p:val>
                                        </p:tav>
                                        <p:tav tm="100000">
                                          <p:val>
                                            <p:strVal val="#ppt_h"/>
                                          </p:val>
                                        </p:tav>
                                      </p:tavLst>
                                    </p:anim>
                                    <p:animEffect transition="in" filter="fade">
                                      <p:cBhvr>
                                        <p:cTn id="9" dur="500"/>
                                        <p:tgtEl>
                                          <p:spTgt spid="65"/>
                                        </p:tgtEl>
                                      </p:cBhvr>
                                    </p:animEffect>
                                  </p:childTnLst>
                                </p:cTn>
                              </p:par>
                            </p:childTnLst>
                          </p:cTn>
                        </p:par>
                      </p:childTnLst>
                    </p:cTn>
                  </p:par>
                  <p:par>
                    <p:cTn id="10" fill="hold">
                      <p:stCondLst>
                        <p:cond delay="indefinite"/>
                      </p:stCondLst>
                      <p:childTnLst>
                        <p:par>
                          <p:cTn id="11" fill="hold">
                            <p:stCondLst>
                              <p:cond delay="0"/>
                            </p:stCondLst>
                            <p:childTnLst>
                              <p:par>
                                <p:cTn id="12" presetID="53" presetClass="entr" presetSubtype="16" fill="hold" grpId="0" nodeType="clickEffect">
                                  <p:stCondLst>
                                    <p:cond delay="0"/>
                                  </p:stCondLst>
                                  <p:childTnLst>
                                    <p:set>
                                      <p:cBhvr>
                                        <p:cTn id="13" dur="1" fill="hold">
                                          <p:stCondLst>
                                            <p:cond delay="0"/>
                                          </p:stCondLst>
                                        </p:cTn>
                                        <p:tgtEl>
                                          <p:spTgt spid="66"/>
                                        </p:tgtEl>
                                        <p:attrNameLst>
                                          <p:attrName>style.visibility</p:attrName>
                                        </p:attrNameLst>
                                      </p:cBhvr>
                                      <p:to>
                                        <p:strVal val="visible"/>
                                      </p:to>
                                    </p:set>
                                    <p:anim calcmode="lin" valueType="num">
                                      <p:cBhvr>
                                        <p:cTn id="14" dur="500" fill="hold"/>
                                        <p:tgtEl>
                                          <p:spTgt spid="66"/>
                                        </p:tgtEl>
                                        <p:attrNameLst>
                                          <p:attrName>ppt_w</p:attrName>
                                        </p:attrNameLst>
                                      </p:cBhvr>
                                      <p:tavLst>
                                        <p:tav tm="0">
                                          <p:val>
                                            <p:fltVal val="0"/>
                                          </p:val>
                                        </p:tav>
                                        <p:tav tm="100000">
                                          <p:val>
                                            <p:strVal val="#ppt_w"/>
                                          </p:val>
                                        </p:tav>
                                      </p:tavLst>
                                    </p:anim>
                                    <p:anim calcmode="lin" valueType="num">
                                      <p:cBhvr>
                                        <p:cTn id="15" dur="500" fill="hold"/>
                                        <p:tgtEl>
                                          <p:spTgt spid="66"/>
                                        </p:tgtEl>
                                        <p:attrNameLst>
                                          <p:attrName>ppt_h</p:attrName>
                                        </p:attrNameLst>
                                      </p:cBhvr>
                                      <p:tavLst>
                                        <p:tav tm="0">
                                          <p:val>
                                            <p:fltVal val="0"/>
                                          </p:val>
                                        </p:tav>
                                        <p:tav tm="100000">
                                          <p:val>
                                            <p:strVal val="#ppt_h"/>
                                          </p:val>
                                        </p:tav>
                                      </p:tavLst>
                                    </p:anim>
                                    <p:animEffect transition="in" filter="fade">
                                      <p:cBhvr>
                                        <p:cTn id="16" dur="500"/>
                                        <p:tgtEl>
                                          <p:spTgt spid="66"/>
                                        </p:tgtEl>
                                      </p:cBhvr>
                                    </p:animEffect>
                                  </p:childTnLst>
                                </p:cTn>
                              </p:par>
                            </p:childTnLst>
                          </p:cTn>
                        </p:par>
                      </p:childTnLst>
                    </p:cTn>
                  </p:par>
                  <p:par>
                    <p:cTn id="17" fill="hold">
                      <p:stCondLst>
                        <p:cond delay="indefinite"/>
                      </p:stCondLst>
                      <p:childTnLst>
                        <p:par>
                          <p:cTn id="18" fill="hold">
                            <p:stCondLst>
                              <p:cond delay="0"/>
                            </p:stCondLst>
                            <p:childTnLst>
                              <p:par>
                                <p:cTn id="19" presetID="53" presetClass="entr" presetSubtype="16" fill="hold" grpId="0" nodeType="clickEffect">
                                  <p:stCondLst>
                                    <p:cond delay="0"/>
                                  </p:stCondLst>
                                  <p:childTnLst>
                                    <p:set>
                                      <p:cBhvr>
                                        <p:cTn id="20" dur="1" fill="hold">
                                          <p:stCondLst>
                                            <p:cond delay="0"/>
                                          </p:stCondLst>
                                        </p:cTn>
                                        <p:tgtEl>
                                          <p:spTgt spid="68"/>
                                        </p:tgtEl>
                                        <p:attrNameLst>
                                          <p:attrName>style.visibility</p:attrName>
                                        </p:attrNameLst>
                                      </p:cBhvr>
                                      <p:to>
                                        <p:strVal val="visible"/>
                                      </p:to>
                                    </p:set>
                                    <p:anim calcmode="lin" valueType="num">
                                      <p:cBhvr>
                                        <p:cTn id="21" dur="500" fill="hold"/>
                                        <p:tgtEl>
                                          <p:spTgt spid="68"/>
                                        </p:tgtEl>
                                        <p:attrNameLst>
                                          <p:attrName>ppt_w</p:attrName>
                                        </p:attrNameLst>
                                      </p:cBhvr>
                                      <p:tavLst>
                                        <p:tav tm="0">
                                          <p:val>
                                            <p:fltVal val="0"/>
                                          </p:val>
                                        </p:tav>
                                        <p:tav tm="100000">
                                          <p:val>
                                            <p:strVal val="#ppt_w"/>
                                          </p:val>
                                        </p:tav>
                                      </p:tavLst>
                                    </p:anim>
                                    <p:anim calcmode="lin" valueType="num">
                                      <p:cBhvr>
                                        <p:cTn id="22" dur="500" fill="hold"/>
                                        <p:tgtEl>
                                          <p:spTgt spid="68"/>
                                        </p:tgtEl>
                                        <p:attrNameLst>
                                          <p:attrName>ppt_h</p:attrName>
                                        </p:attrNameLst>
                                      </p:cBhvr>
                                      <p:tavLst>
                                        <p:tav tm="0">
                                          <p:val>
                                            <p:fltVal val="0"/>
                                          </p:val>
                                        </p:tav>
                                        <p:tav tm="100000">
                                          <p:val>
                                            <p:strVal val="#ppt_h"/>
                                          </p:val>
                                        </p:tav>
                                      </p:tavLst>
                                    </p:anim>
                                    <p:animEffect transition="in" filter="fade">
                                      <p:cBhvr>
                                        <p:cTn id="23" dur="500"/>
                                        <p:tgtEl>
                                          <p:spTgt spid="68"/>
                                        </p:tgtEl>
                                      </p:cBhvr>
                                    </p:animEffect>
                                  </p:childTnLst>
                                </p:cTn>
                              </p:par>
                            </p:childTnLst>
                          </p:cTn>
                        </p:par>
                      </p:childTnLst>
                    </p:cTn>
                  </p:par>
                  <p:par>
                    <p:cTn id="24" fill="hold">
                      <p:stCondLst>
                        <p:cond delay="indefinite"/>
                      </p:stCondLst>
                      <p:childTnLst>
                        <p:par>
                          <p:cTn id="25" fill="hold">
                            <p:stCondLst>
                              <p:cond delay="0"/>
                            </p:stCondLst>
                            <p:childTnLst>
                              <p:par>
                                <p:cTn id="26" presetID="53" presetClass="entr" presetSubtype="16" fill="hold" grpId="0" nodeType="clickEffect">
                                  <p:stCondLst>
                                    <p:cond delay="0"/>
                                  </p:stCondLst>
                                  <p:childTnLst>
                                    <p:set>
                                      <p:cBhvr>
                                        <p:cTn id="27" dur="1" fill="hold">
                                          <p:stCondLst>
                                            <p:cond delay="0"/>
                                          </p:stCondLst>
                                        </p:cTn>
                                        <p:tgtEl>
                                          <p:spTgt spid="67"/>
                                        </p:tgtEl>
                                        <p:attrNameLst>
                                          <p:attrName>style.visibility</p:attrName>
                                        </p:attrNameLst>
                                      </p:cBhvr>
                                      <p:to>
                                        <p:strVal val="visible"/>
                                      </p:to>
                                    </p:set>
                                    <p:anim calcmode="lin" valueType="num">
                                      <p:cBhvr>
                                        <p:cTn id="28" dur="500" fill="hold"/>
                                        <p:tgtEl>
                                          <p:spTgt spid="67"/>
                                        </p:tgtEl>
                                        <p:attrNameLst>
                                          <p:attrName>ppt_w</p:attrName>
                                        </p:attrNameLst>
                                      </p:cBhvr>
                                      <p:tavLst>
                                        <p:tav tm="0">
                                          <p:val>
                                            <p:fltVal val="0"/>
                                          </p:val>
                                        </p:tav>
                                        <p:tav tm="100000">
                                          <p:val>
                                            <p:strVal val="#ppt_w"/>
                                          </p:val>
                                        </p:tav>
                                      </p:tavLst>
                                    </p:anim>
                                    <p:anim calcmode="lin" valueType="num">
                                      <p:cBhvr>
                                        <p:cTn id="29" dur="500" fill="hold"/>
                                        <p:tgtEl>
                                          <p:spTgt spid="67"/>
                                        </p:tgtEl>
                                        <p:attrNameLst>
                                          <p:attrName>ppt_h</p:attrName>
                                        </p:attrNameLst>
                                      </p:cBhvr>
                                      <p:tavLst>
                                        <p:tav tm="0">
                                          <p:val>
                                            <p:fltVal val="0"/>
                                          </p:val>
                                        </p:tav>
                                        <p:tav tm="100000">
                                          <p:val>
                                            <p:strVal val="#ppt_h"/>
                                          </p:val>
                                        </p:tav>
                                      </p:tavLst>
                                    </p:anim>
                                    <p:animEffect transition="in" filter="fade">
                                      <p:cBhvr>
                                        <p:cTn id="30" dur="500"/>
                                        <p:tgtEl>
                                          <p:spTgt spid="67"/>
                                        </p:tgtEl>
                                      </p:cBhvr>
                                    </p:animEffect>
                                  </p:childTnLst>
                                </p:cTn>
                              </p:par>
                            </p:childTnLst>
                          </p:cTn>
                        </p:par>
                      </p:childTnLst>
                    </p:cTn>
                  </p:par>
                  <p:par>
                    <p:cTn id="31" fill="hold">
                      <p:stCondLst>
                        <p:cond delay="indefinite"/>
                      </p:stCondLst>
                      <p:childTnLst>
                        <p:par>
                          <p:cTn id="32" fill="hold">
                            <p:stCondLst>
                              <p:cond delay="0"/>
                            </p:stCondLst>
                            <p:childTnLst>
                              <p:par>
                                <p:cTn id="33" presetID="22" presetClass="entr" presetSubtype="8" fill="hold" nodeType="clickEffect">
                                  <p:stCondLst>
                                    <p:cond delay="0"/>
                                  </p:stCondLst>
                                  <p:childTnLst>
                                    <p:set>
                                      <p:cBhvr>
                                        <p:cTn id="34" dur="1" fill="hold">
                                          <p:stCondLst>
                                            <p:cond delay="0"/>
                                          </p:stCondLst>
                                        </p:cTn>
                                        <p:tgtEl>
                                          <p:spTgt spid="22"/>
                                        </p:tgtEl>
                                        <p:attrNameLst>
                                          <p:attrName>style.visibility</p:attrName>
                                        </p:attrNameLst>
                                      </p:cBhvr>
                                      <p:to>
                                        <p:strVal val="visible"/>
                                      </p:to>
                                    </p:set>
                                    <p:animEffect transition="in" filter="wipe(left)">
                                      <p:cBhvr>
                                        <p:cTn id="35" dur="1000"/>
                                        <p:tgtEl>
                                          <p:spTgt spid="22"/>
                                        </p:tgtEl>
                                      </p:cBhvr>
                                    </p:animEffect>
                                  </p:childTnLst>
                                </p:cTn>
                              </p:par>
                            </p:childTnLst>
                          </p:cTn>
                        </p:par>
                      </p:childTnLst>
                    </p:cTn>
                  </p:par>
                  <p:par>
                    <p:cTn id="36" fill="hold">
                      <p:stCondLst>
                        <p:cond delay="indefinite"/>
                      </p:stCondLst>
                      <p:childTnLst>
                        <p:par>
                          <p:cTn id="37" fill="hold">
                            <p:stCondLst>
                              <p:cond delay="0"/>
                            </p:stCondLst>
                            <p:childTnLst>
                              <p:par>
                                <p:cTn id="38" presetID="22" presetClass="entr" presetSubtype="8" fill="hold" grpId="0" nodeType="clickEffect">
                                  <p:stCondLst>
                                    <p:cond delay="0"/>
                                  </p:stCondLst>
                                  <p:childTnLst>
                                    <p:set>
                                      <p:cBhvr>
                                        <p:cTn id="39" dur="1" fill="hold">
                                          <p:stCondLst>
                                            <p:cond delay="0"/>
                                          </p:stCondLst>
                                        </p:cTn>
                                        <p:tgtEl>
                                          <p:spTgt spid="71"/>
                                        </p:tgtEl>
                                        <p:attrNameLst>
                                          <p:attrName>style.visibility</p:attrName>
                                        </p:attrNameLst>
                                      </p:cBhvr>
                                      <p:to>
                                        <p:strVal val="visible"/>
                                      </p:to>
                                    </p:set>
                                    <p:animEffect transition="in" filter="wipe(left)">
                                      <p:cBhvr>
                                        <p:cTn id="40" dur="500"/>
                                        <p:tgtEl>
                                          <p:spTgt spid="71"/>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65" grpId="0"/>
      <p:bldP spid="66" grpId="0"/>
      <p:bldP spid="67" grpId="0"/>
      <p:bldP spid="68" grpId="0"/>
      <p:bldP spid="71" grpId="0"/>
    </p:bldLst>
  </p:timing>
</p:sld>
</file>

<file path=ppt/slides/slide19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4" name="组合 3">
            <a:extLst>
              <a:ext uri="{FF2B5EF4-FFF2-40B4-BE49-F238E27FC236}">
                <a16:creationId xmlns:a16="http://schemas.microsoft.com/office/drawing/2014/main" id="{9A1EA9F2-FCB6-48C3-935F-7AE7E3AD14AC}"/>
              </a:ext>
            </a:extLst>
          </p:cNvPr>
          <p:cNvGrpSpPr/>
          <p:nvPr/>
        </p:nvGrpSpPr>
        <p:grpSpPr>
          <a:xfrm>
            <a:off x="304800" y="749300"/>
            <a:ext cx="6192344" cy="400110"/>
            <a:chOff x="424117" y="898245"/>
            <a:chExt cx="6192344" cy="400110"/>
          </a:xfrm>
        </p:grpSpPr>
        <p:sp>
          <p:nvSpPr>
            <p:cNvPr id="2" name="平行四边形 1">
              <a:extLst>
                <a:ext uri="{FF2B5EF4-FFF2-40B4-BE49-F238E27FC236}">
                  <a16:creationId xmlns:a16="http://schemas.microsoft.com/office/drawing/2014/main" id="{1F5BAA3F-9845-4F89-A2DD-8222D3E4EDAC}"/>
                </a:ext>
              </a:extLst>
            </p:cNvPr>
            <p:cNvSpPr/>
            <p:nvPr/>
          </p:nvSpPr>
          <p:spPr>
            <a:xfrm>
              <a:off x="424117" y="898245"/>
              <a:ext cx="628306" cy="387090"/>
            </a:xfrm>
            <a:prstGeom prst="parallelogram">
              <a:avLst/>
            </a:prstGeom>
            <a:solidFill>
              <a:schemeClr val="accent3">
                <a:lumMod val="75000"/>
              </a:schemeClr>
            </a:solidFill>
            <a:ln>
              <a:solidFill>
                <a:schemeClr val="accent3">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CN" sz="2200" dirty="0">
                  <a:latin typeface="Impact" panose="020B0806030902050204" pitchFamily="34" charset="0"/>
                </a:rPr>
                <a:t>01</a:t>
              </a:r>
              <a:endParaRPr lang="zh-CN" altLang="en-US" sz="2200" dirty="0">
                <a:latin typeface="Impact" panose="020B0806030902050204" pitchFamily="34" charset="0"/>
              </a:endParaRPr>
            </a:p>
          </p:txBody>
        </p:sp>
        <p:sp>
          <p:nvSpPr>
            <p:cNvPr id="3" name="文本框 2">
              <a:extLst>
                <a:ext uri="{FF2B5EF4-FFF2-40B4-BE49-F238E27FC236}">
                  <a16:creationId xmlns:a16="http://schemas.microsoft.com/office/drawing/2014/main" id="{4D6BD736-A4D3-4F26-AFED-36E11F50F70B}"/>
                </a:ext>
              </a:extLst>
            </p:cNvPr>
            <p:cNvSpPr txBox="1"/>
            <p:nvPr/>
          </p:nvSpPr>
          <p:spPr>
            <a:xfrm>
              <a:off x="1052423" y="898245"/>
              <a:ext cx="5564038" cy="400110"/>
            </a:xfrm>
            <a:prstGeom prst="rect">
              <a:avLst/>
            </a:prstGeom>
            <a:noFill/>
          </p:spPr>
          <p:txBody>
            <a:bodyPr wrap="square" rtlCol="0">
              <a:spAutoFit/>
            </a:bodyPr>
            <a:lstStyle/>
            <a:p>
              <a:r>
                <a:rPr lang="zh-CN" altLang="en-US" sz="2000" b="1" dirty="0"/>
                <a:t>回退</a:t>
              </a:r>
              <a:r>
                <a:rPr lang="en-US" altLang="zh-CN" sz="2000" b="1" dirty="0"/>
                <a:t>N</a:t>
              </a:r>
              <a:r>
                <a:rPr lang="zh-CN" altLang="en-US" sz="2000" b="1" dirty="0"/>
                <a:t>帧协议</a:t>
              </a:r>
            </a:p>
          </p:txBody>
        </p:sp>
      </p:grpSp>
      <p:grpSp>
        <p:nvGrpSpPr>
          <p:cNvPr id="137" name="组合 136">
            <a:extLst>
              <a:ext uri="{FF2B5EF4-FFF2-40B4-BE49-F238E27FC236}">
                <a16:creationId xmlns:a16="http://schemas.microsoft.com/office/drawing/2014/main" id="{0D1AF8F4-1453-4367-9551-354F7547607C}"/>
              </a:ext>
            </a:extLst>
          </p:cNvPr>
          <p:cNvGrpSpPr/>
          <p:nvPr/>
        </p:nvGrpSpPr>
        <p:grpSpPr>
          <a:xfrm>
            <a:off x="317996" y="1190695"/>
            <a:ext cx="11581645" cy="5160715"/>
            <a:chOff x="317996" y="1190695"/>
            <a:chExt cx="11581645" cy="5160715"/>
          </a:xfrm>
        </p:grpSpPr>
        <p:sp>
          <p:nvSpPr>
            <p:cNvPr id="8" name="矩形 7">
              <a:extLst>
                <a:ext uri="{FF2B5EF4-FFF2-40B4-BE49-F238E27FC236}">
                  <a16:creationId xmlns:a16="http://schemas.microsoft.com/office/drawing/2014/main" id="{2A19307F-541C-4E1F-9B2F-D2EE09565123}"/>
                </a:ext>
              </a:extLst>
            </p:cNvPr>
            <p:cNvSpPr/>
            <p:nvPr/>
          </p:nvSpPr>
          <p:spPr>
            <a:xfrm>
              <a:off x="317998" y="1190695"/>
              <a:ext cx="5631125" cy="422857"/>
            </a:xfrm>
            <a:prstGeom prst="rect">
              <a:avLst/>
            </a:prstGeom>
            <a:solidFill>
              <a:schemeClr val="accent3"/>
            </a:solidFill>
            <a:ln>
              <a:solidFill>
                <a:schemeClr val="accent3">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zh-CN" altLang="en-US" b="1" dirty="0"/>
                <a:t>发送方</a:t>
              </a:r>
            </a:p>
          </p:txBody>
        </p:sp>
        <p:sp>
          <p:nvSpPr>
            <p:cNvPr id="72" name="矩形 71">
              <a:extLst>
                <a:ext uri="{FF2B5EF4-FFF2-40B4-BE49-F238E27FC236}">
                  <a16:creationId xmlns:a16="http://schemas.microsoft.com/office/drawing/2014/main" id="{93BA4924-4611-4DDB-A02D-B924137F0C4D}"/>
                </a:ext>
              </a:extLst>
            </p:cNvPr>
            <p:cNvSpPr/>
            <p:nvPr/>
          </p:nvSpPr>
          <p:spPr>
            <a:xfrm>
              <a:off x="317997" y="1613551"/>
              <a:ext cx="5631125" cy="3853116"/>
            </a:xfrm>
            <a:prstGeom prst="rect">
              <a:avLst/>
            </a:prstGeom>
            <a:noFill/>
            <a:ln>
              <a:solidFill>
                <a:schemeClr val="accent3">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b="1" dirty="0"/>
            </a:p>
          </p:txBody>
        </p:sp>
        <p:grpSp>
          <p:nvGrpSpPr>
            <p:cNvPr id="28" name="组合 27">
              <a:extLst>
                <a:ext uri="{FF2B5EF4-FFF2-40B4-BE49-F238E27FC236}">
                  <a16:creationId xmlns:a16="http://schemas.microsoft.com/office/drawing/2014/main" id="{161EFF57-9A53-45A1-BA87-1622573682B1}"/>
                </a:ext>
              </a:extLst>
            </p:cNvPr>
            <p:cNvGrpSpPr/>
            <p:nvPr/>
          </p:nvGrpSpPr>
          <p:grpSpPr>
            <a:xfrm>
              <a:off x="403534" y="1719546"/>
              <a:ext cx="5397218" cy="568423"/>
              <a:chOff x="490465" y="1976103"/>
              <a:chExt cx="5397218" cy="568423"/>
            </a:xfrm>
          </p:grpSpPr>
          <p:sp>
            <p:nvSpPr>
              <p:cNvPr id="78" name="矩形 77">
                <a:extLst>
                  <a:ext uri="{FF2B5EF4-FFF2-40B4-BE49-F238E27FC236}">
                    <a16:creationId xmlns:a16="http://schemas.microsoft.com/office/drawing/2014/main" id="{250A7881-CDB0-483B-A509-725302E5DE03}"/>
                  </a:ext>
                </a:extLst>
              </p:cNvPr>
              <p:cNvSpPr/>
              <p:nvPr/>
            </p:nvSpPr>
            <p:spPr>
              <a:xfrm>
                <a:off x="490465" y="2034544"/>
                <a:ext cx="190252" cy="190252"/>
              </a:xfrm>
              <a:prstGeom prst="rect">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mc:AlternateContent xmlns:mc="http://schemas.openxmlformats.org/markup-compatibility/2006" xmlns:a14="http://schemas.microsoft.com/office/drawing/2010/main">
            <mc:Choice Requires="a14">
              <p:sp>
                <p:nvSpPr>
                  <p:cNvPr id="79" name="íşlïḍè">
                    <a:extLst>
                      <a:ext uri="{FF2B5EF4-FFF2-40B4-BE49-F238E27FC236}">
                        <a16:creationId xmlns:a16="http://schemas.microsoft.com/office/drawing/2014/main" id="{D9D49AC1-2551-420B-B57B-94DF0FEF32FC}"/>
                      </a:ext>
                    </a:extLst>
                  </p:cNvPr>
                  <p:cNvSpPr txBox="1"/>
                  <p:nvPr/>
                </p:nvSpPr>
                <p:spPr>
                  <a:xfrm>
                    <a:off x="710467" y="1976103"/>
                    <a:ext cx="5177216" cy="568423"/>
                  </a:xfrm>
                  <a:prstGeom prst="rect">
                    <a:avLst/>
                  </a:prstGeom>
                  <a:noFill/>
                </p:spPr>
                <p:txBody>
                  <a:bodyPr wrap="square" lIns="91440" tIns="45720" rIns="91440" bIns="45720" anchor="ctr">
                    <a:noAutofit/>
                  </a:bodyPr>
                  <a:lstStyle/>
                  <a:p>
                    <a:r>
                      <a:rPr lang="zh-CN" altLang="en-US" sz="1600" b="1" dirty="0">
                        <a:solidFill>
                          <a:schemeClr val="tx1"/>
                        </a:solidFill>
                      </a:rPr>
                      <a:t>发送窗口</a:t>
                    </a:r>
                    <a14:m>
                      <m:oMath xmlns:m="http://schemas.openxmlformats.org/officeDocument/2006/math">
                        <m:sSub>
                          <m:sSubPr>
                            <m:ctrlPr>
                              <a:rPr lang="en-US" altLang="zh-CN" sz="1600" b="1" i="1" smtClean="0">
                                <a:solidFill>
                                  <a:schemeClr val="tx1"/>
                                </a:solidFill>
                                <a:latin typeface="Cambria Math" panose="02040503050406030204" pitchFamily="18" charset="0"/>
                                <a:ea typeface="Cambria Math" panose="02040503050406030204" pitchFamily="18" charset="0"/>
                              </a:rPr>
                            </m:ctrlPr>
                          </m:sSubPr>
                          <m:e>
                            <m:r>
                              <a:rPr lang="en-US" altLang="zh-CN" sz="1600" b="1" i="1">
                                <a:solidFill>
                                  <a:schemeClr val="tx1"/>
                                </a:solidFill>
                                <a:latin typeface="Cambria Math" panose="02040503050406030204" pitchFamily="18" charset="0"/>
                                <a:ea typeface="Cambria Math" panose="02040503050406030204" pitchFamily="18" charset="0"/>
                              </a:rPr>
                              <m:t>𝑾</m:t>
                            </m:r>
                          </m:e>
                          <m:sub>
                            <m:r>
                              <a:rPr lang="en-US" altLang="zh-CN" sz="1600" b="1" i="1">
                                <a:solidFill>
                                  <a:schemeClr val="tx1"/>
                                </a:solidFill>
                                <a:latin typeface="Cambria Math" panose="02040503050406030204" pitchFamily="18" charset="0"/>
                                <a:ea typeface="Cambria Math" panose="02040503050406030204" pitchFamily="18" charset="0"/>
                              </a:rPr>
                              <m:t>𝑻</m:t>
                            </m:r>
                          </m:sub>
                        </m:sSub>
                        <m:r>
                          <a:rPr lang="en-US" altLang="zh-CN" sz="1600" b="1" i="1">
                            <a:solidFill>
                              <a:schemeClr val="tx1"/>
                            </a:solidFill>
                            <a:latin typeface="Cambria Math" panose="02040503050406030204" pitchFamily="18" charset="0"/>
                            <a:ea typeface="Cambria Math" panose="02040503050406030204" pitchFamily="18" charset="0"/>
                          </a:rPr>
                          <m:t> </m:t>
                        </m:r>
                      </m:oMath>
                    </a14:m>
                    <a:r>
                      <a:rPr lang="zh-CN" altLang="en-US" sz="1600" b="1" dirty="0">
                        <a:solidFill>
                          <a:schemeClr val="tx1"/>
                        </a:solidFill>
                      </a:rPr>
                      <a:t>的取值范围是</a:t>
                    </a:r>
                    <a14:m>
                      <m:oMath xmlns:m="http://schemas.openxmlformats.org/officeDocument/2006/math">
                        <m:r>
                          <a:rPr lang="en-US" altLang="zh-CN" sz="1600" b="1" i="1" smtClean="0">
                            <a:solidFill>
                              <a:schemeClr val="accent1">
                                <a:lumMod val="75000"/>
                              </a:schemeClr>
                            </a:solidFill>
                            <a:latin typeface="Cambria Math" panose="02040503050406030204" pitchFamily="18" charset="0"/>
                          </a:rPr>
                          <m:t>𝟏</m:t>
                        </m:r>
                        <m:r>
                          <a:rPr lang="en-US" altLang="zh-CN" sz="1600" b="1" i="1">
                            <a:solidFill>
                              <a:schemeClr val="accent1">
                                <a:lumMod val="75000"/>
                              </a:schemeClr>
                            </a:solidFill>
                            <a:latin typeface="Cambria Math" panose="02040503050406030204" pitchFamily="18" charset="0"/>
                            <a:ea typeface="Cambria Math" panose="02040503050406030204" pitchFamily="18" charset="0"/>
                          </a:rPr>
                          <m:t>&lt;</m:t>
                        </m:r>
                        <m:sSub>
                          <m:sSubPr>
                            <m:ctrlPr>
                              <a:rPr lang="en-US" altLang="zh-CN" sz="1600" b="1" i="1">
                                <a:solidFill>
                                  <a:schemeClr val="accent1">
                                    <a:lumMod val="75000"/>
                                  </a:schemeClr>
                                </a:solidFill>
                                <a:latin typeface="Cambria Math" panose="02040503050406030204" pitchFamily="18" charset="0"/>
                                <a:ea typeface="Cambria Math" panose="02040503050406030204" pitchFamily="18" charset="0"/>
                              </a:rPr>
                            </m:ctrlPr>
                          </m:sSubPr>
                          <m:e>
                            <m:r>
                              <a:rPr lang="en-US" altLang="zh-CN" sz="1600" b="1" i="1">
                                <a:solidFill>
                                  <a:schemeClr val="accent1">
                                    <a:lumMod val="75000"/>
                                  </a:schemeClr>
                                </a:solidFill>
                                <a:latin typeface="Cambria Math" panose="02040503050406030204" pitchFamily="18" charset="0"/>
                                <a:ea typeface="Cambria Math" panose="02040503050406030204" pitchFamily="18" charset="0"/>
                              </a:rPr>
                              <m:t>𝑾</m:t>
                            </m:r>
                          </m:e>
                          <m:sub>
                            <m:r>
                              <a:rPr lang="en-US" altLang="zh-CN" sz="1600" b="1" i="1">
                                <a:solidFill>
                                  <a:schemeClr val="accent1">
                                    <a:lumMod val="75000"/>
                                  </a:schemeClr>
                                </a:solidFill>
                                <a:latin typeface="Cambria Math" panose="02040503050406030204" pitchFamily="18" charset="0"/>
                                <a:ea typeface="Cambria Math" panose="02040503050406030204" pitchFamily="18" charset="0"/>
                              </a:rPr>
                              <m:t>𝑻</m:t>
                            </m:r>
                          </m:sub>
                        </m:sSub>
                        <m:r>
                          <a:rPr lang="en-US" altLang="zh-CN" sz="1600" b="1" i="1">
                            <a:solidFill>
                              <a:schemeClr val="accent1">
                                <a:lumMod val="75000"/>
                              </a:schemeClr>
                            </a:solidFill>
                            <a:latin typeface="Cambria Math" panose="02040503050406030204" pitchFamily="18" charset="0"/>
                            <a:ea typeface="Cambria Math" panose="02040503050406030204" pitchFamily="18" charset="0"/>
                          </a:rPr>
                          <m:t>≤</m:t>
                        </m:r>
                        <m:sSup>
                          <m:sSupPr>
                            <m:ctrlPr>
                              <a:rPr lang="en-US" altLang="zh-CN" sz="1600" b="1" i="1">
                                <a:solidFill>
                                  <a:schemeClr val="accent1">
                                    <a:lumMod val="75000"/>
                                  </a:schemeClr>
                                </a:solidFill>
                                <a:latin typeface="Cambria Math" panose="02040503050406030204" pitchFamily="18" charset="0"/>
                                <a:ea typeface="Cambria Math" panose="02040503050406030204" pitchFamily="18" charset="0"/>
                              </a:rPr>
                            </m:ctrlPr>
                          </m:sSupPr>
                          <m:e>
                            <m:r>
                              <a:rPr lang="en-US" altLang="zh-CN" sz="1600" b="1" i="1">
                                <a:solidFill>
                                  <a:schemeClr val="accent1">
                                    <a:lumMod val="75000"/>
                                  </a:schemeClr>
                                </a:solidFill>
                                <a:latin typeface="Cambria Math" panose="02040503050406030204" pitchFamily="18" charset="0"/>
                                <a:ea typeface="Cambria Math" panose="02040503050406030204" pitchFamily="18" charset="0"/>
                              </a:rPr>
                              <m:t>(</m:t>
                            </m:r>
                            <m:r>
                              <a:rPr lang="en-US" altLang="zh-CN" sz="1600" b="1" i="1">
                                <a:solidFill>
                                  <a:schemeClr val="accent1">
                                    <a:lumMod val="75000"/>
                                  </a:schemeClr>
                                </a:solidFill>
                                <a:latin typeface="Cambria Math" panose="02040503050406030204" pitchFamily="18" charset="0"/>
                                <a:ea typeface="Cambria Math" panose="02040503050406030204" pitchFamily="18" charset="0"/>
                              </a:rPr>
                              <m:t>𝟐</m:t>
                            </m:r>
                          </m:e>
                          <m:sup>
                            <m:r>
                              <a:rPr lang="en-US" altLang="zh-CN" sz="1600" b="1" i="1">
                                <a:solidFill>
                                  <a:schemeClr val="accent1">
                                    <a:lumMod val="75000"/>
                                  </a:schemeClr>
                                </a:solidFill>
                                <a:latin typeface="Cambria Math" panose="02040503050406030204" pitchFamily="18" charset="0"/>
                                <a:ea typeface="Cambria Math" panose="02040503050406030204" pitchFamily="18" charset="0"/>
                              </a:rPr>
                              <m:t>𝒏</m:t>
                            </m:r>
                          </m:sup>
                        </m:sSup>
                        <m:r>
                          <a:rPr lang="en-US" altLang="zh-CN" sz="1600" b="1" i="1">
                            <a:solidFill>
                              <a:schemeClr val="accent1">
                                <a:lumMod val="75000"/>
                              </a:schemeClr>
                            </a:solidFill>
                            <a:latin typeface="Cambria Math" panose="02040503050406030204" pitchFamily="18" charset="0"/>
                            <a:ea typeface="Cambria Math" panose="02040503050406030204" pitchFamily="18" charset="0"/>
                          </a:rPr>
                          <m:t>−</m:t>
                        </m:r>
                        <m:r>
                          <a:rPr lang="en-US" altLang="zh-CN" sz="1600" b="1" i="1">
                            <a:solidFill>
                              <a:schemeClr val="accent1">
                                <a:lumMod val="75000"/>
                              </a:schemeClr>
                            </a:solidFill>
                            <a:latin typeface="Cambria Math" panose="02040503050406030204" pitchFamily="18" charset="0"/>
                            <a:ea typeface="Cambria Math" panose="02040503050406030204" pitchFamily="18" charset="0"/>
                          </a:rPr>
                          <m:t>𝟏</m:t>
                        </m:r>
                        <m:r>
                          <a:rPr lang="en-US" altLang="zh-CN" sz="1600" b="1" i="1">
                            <a:solidFill>
                              <a:schemeClr val="accent1">
                                <a:lumMod val="75000"/>
                              </a:schemeClr>
                            </a:solidFill>
                            <a:latin typeface="Cambria Math" panose="02040503050406030204" pitchFamily="18" charset="0"/>
                            <a:ea typeface="Cambria Math" panose="02040503050406030204" pitchFamily="18" charset="0"/>
                          </a:rPr>
                          <m:t>)</m:t>
                        </m:r>
                      </m:oMath>
                    </a14:m>
                    <a:r>
                      <a:rPr lang="zh-CN" altLang="en-US" sz="1600" b="1" dirty="0">
                        <a:solidFill>
                          <a:schemeClr val="tx1"/>
                        </a:solidFill>
                      </a:rPr>
                      <a:t>，</a:t>
                    </a:r>
                    <a:endParaRPr lang="en-US" altLang="zh-CN" sz="1600" b="1" dirty="0">
                      <a:solidFill>
                        <a:schemeClr val="tx1"/>
                      </a:solidFill>
                    </a:endParaRPr>
                  </a:p>
                  <a:p>
                    <a:r>
                      <a:rPr lang="zh-CN" altLang="en-US" sz="1600" b="1" dirty="0">
                        <a:solidFill>
                          <a:schemeClr val="tx1"/>
                        </a:solidFill>
                      </a:rPr>
                      <a:t>其中，</a:t>
                    </a:r>
                    <a14:m>
                      <m:oMath xmlns:m="http://schemas.openxmlformats.org/officeDocument/2006/math">
                        <m:r>
                          <a:rPr lang="en-US" altLang="zh-CN" sz="1600" b="1" i="1" dirty="0" smtClean="0">
                            <a:latin typeface="Cambria Math" panose="02040503050406030204" pitchFamily="18" charset="0"/>
                          </a:rPr>
                          <m:t>𝒏</m:t>
                        </m:r>
                      </m:oMath>
                    </a14:m>
                    <a:r>
                      <a:rPr lang="zh-CN" altLang="en-US" sz="1600" b="1" dirty="0"/>
                      <a:t>是构成分组序号的比特数量。</a:t>
                    </a:r>
                    <a:endParaRPr lang="en-US" altLang="zh-CN" sz="1600" b="1" dirty="0">
                      <a:solidFill>
                        <a:schemeClr val="tx1"/>
                      </a:solidFill>
                    </a:endParaRPr>
                  </a:p>
                </p:txBody>
              </p:sp>
            </mc:Choice>
            <mc:Fallback xmlns="">
              <p:sp>
                <p:nvSpPr>
                  <p:cNvPr id="79" name="íşlïḍè">
                    <a:extLst>
                      <a:ext uri="{FF2B5EF4-FFF2-40B4-BE49-F238E27FC236}">
                        <a16:creationId xmlns:a16="http://schemas.microsoft.com/office/drawing/2014/main" id="{D9D49AC1-2551-420B-B57B-94DF0FEF32FC}"/>
                      </a:ext>
                    </a:extLst>
                  </p:cNvPr>
                  <p:cNvSpPr txBox="1">
                    <a:spLocks noRot="1" noChangeAspect="1" noMove="1" noResize="1" noEditPoints="1" noAdjustHandles="1" noChangeArrowheads="1" noChangeShapeType="1" noTextEdit="1"/>
                  </p:cNvSpPr>
                  <p:nvPr/>
                </p:nvSpPr>
                <p:spPr>
                  <a:xfrm>
                    <a:off x="710467" y="1976103"/>
                    <a:ext cx="5177216" cy="568423"/>
                  </a:xfrm>
                  <a:prstGeom prst="rect">
                    <a:avLst/>
                  </a:prstGeom>
                  <a:blipFill>
                    <a:blip r:embed="rId3"/>
                    <a:stretch>
                      <a:fillRect l="-588" t="-4301" b="-15054"/>
                    </a:stretch>
                  </a:blipFill>
                </p:spPr>
                <p:txBody>
                  <a:bodyPr/>
                  <a:lstStyle/>
                  <a:p>
                    <a:r>
                      <a:rPr lang="zh-CN" altLang="en-US">
                        <a:noFill/>
                      </a:rPr>
                      <a:t> </a:t>
                    </a:r>
                  </a:p>
                </p:txBody>
              </p:sp>
            </mc:Fallback>
          </mc:AlternateContent>
        </p:grpSp>
        <p:grpSp>
          <p:nvGrpSpPr>
            <p:cNvPr id="134" name="组合 133">
              <a:extLst>
                <a:ext uri="{FF2B5EF4-FFF2-40B4-BE49-F238E27FC236}">
                  <a16:creationId xmlns:a16="http://schemas.microsoft.com/office/drawing/2014/main" id="{12553993-E27D-460A-9178-95ABAC73B3D4}"/>
                </a:ext>
              </a:extLst>
            </p:cNvPr>
            <p:cNvGrpSpPr/>
            <p:nvPr/>
          </p:nvGrpSpPr>
          <p:grpSpPr>
            <a:xfrm>
              <a:off x="6687334" y="3314102"/>
              <a:ext cx="5212306" cy="788123"/>
              <a:chOff x="6601816" y="3799101"/>
              <a:chExt cx="5212306" cy="788123"/>
            </a:xfrm>
          </p:grpSpPr>
          <p:sp>
            <p:nvSpPr>
              <p:cNvPr id="82" name="矩形 81">
                <a:extLst>
                  <a:ext uri="{FF2B5EF4-FFF2-40B4-BE49-F238E27FC236}">
                    <a16:creationId xmlns:a16="http://schemas.microsoft.com/office/drawing/2014/main" id="{896C0E70-5514-49D1-B69A-5294755FACDC}"/>
                  </a:ext>
                </a:extLst>
              </p:cNvPr>
              <p:cNvSpPr/>
              <p:nvPr/>
            </p:nvSpPr>
            <p:spPr>
              <a:xfrm>
                <a:off x="6601816" y="3857543"/>
                <a:ext cx="190252" cy="190252"/>
              </a:xfrm>
              <a:prstGeom prst="rect">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84" name="íşlïḍè">
                <a:extLst>
                  <a:ext uri="{FF2B5EF4-FFF2-40B4-BE49-F238E27FC236}">
                    <a16:creationId xmlns:a16="http://schemas.microsoft.com/office/drawing/2014/main" id="{FC9CC006-6091-4EBF-B379-AF3E9A6999FE}"/>
                  </a:ext>
                </a:extLst>
              </p:cNvPr>
              <p:cNvSpPr txBox="1"/>
              <p:nvPr/>
            </p:nvSpPr>
            <p:spPr>
              <a:xfrm>
                <a:off x="6821818" y="3799101"/>
                <a:ext cx="4992304" cy="788123"/>
              </a:xfrm>
              <a:prstGeom prst="rect">
                <a:avLst/>
              </a:prstGeom>
              <a:noFill/>
            </p:spPr>
            <p:txBody>
              <a:bodyPr wrap="square" lIns="91440" tIns="45720" rIns="91440" bIns="45720" anchor="ctr">
                <a:noAutofit/>
              </a:bodyPr>
              <a:lstStyle/>
              <a:p>
                <a:r>
                  <a:rPr lang="zh-CN" altLang="en-US" sz="1600" b="1" dirty="0"/>
                  <a:t>可以在连续收到多个按序到达且无误码的数据分组后（数量由具体实现决定），才针对最后一个数据分组发送确认分组，这称为</a:t>
                </a:r>
                <a:r>
                  <a:rPr lang="zh-CN" altLang="en-US" sz="1600" b="1" dirty="0">
                    <a:solidFill>
                      <a:schemeClr val="accent1">
                        <a:lumMod val="75000"/>
                      </a:schemeClr>
                    </a:solidFill>
                  </a:rPr>
                  <a:t>累积确认</a:t>
                </a:r>
                <a:r>
                  <a:rPr lang="zh-CN" altLang="en-US" sz="1600" b="1" dirty="0"/>
                  <a:t>。</a:t>
                </a:r>
                <a:endParaRPr lang="en-US" altLang="zh-CN" sz="1600" b="1" dirty="0">
                  <a:solidFill>
                    <a:schemeClr val="tx1"/>
                  </a:solidFill>
                </a:endParaRPr>
              </a:p>
            </p:txBody>
          </p:sp>
        </p:grpSp>
        <p:grpSp>
          <p:nvGrpSpPr>
            <p:cNvPr id="31" name="组合 30">
              <a:extLst>
                <a:ext uri="{FF2B5EF4-FFF2-40B4-BE49-F238E27FC236}">
                  <a16:creationId xmlns:a16="http://schemas.microsoft.com/office/drawing/2014/main" id="{BECBB2D2-F317-4F15-BDE2-40151C313B33}"/>
                </a:ext>
              </a:extLst>
            </p:cNvPr>
            <p:cNvGrpSpPr/>
            <p:nvPr/>
          </p:nvGrpSpPr>
          <p:grpSpPr>
            <a:xfrm>
              <a:off x="670318" y="2607116"/>
              <a:ext cx="5048562" cy="288680"/>
              <a:chOff x="747024" y="2937034"/>
              <a:chExt cx="5048562" cy="288680"/>
            </a:xfrm>
          </p:grpSpPr>
          <p:sp>
            <p:nvSpPr>
              <p:cNvPr id="86" name="矩形 85">
                <a:extLst>
                  <a:ext uri="{FF2B5EF4-FFF2-40B4-BE49-F238E27FC236}">
                    <a16:creationId xmlns:a16="http://schemas.microsoft.com/office/drawing/2014/main" id="{8C0D0E0A-5E27-42B6-9900-0E39CB9AB3AE}"/>
                  </a:ext>
                </a:extLst>
              </p:cNvPr>
              <p:cNvSpPr/>
              <p:nvPr/>
            </p:nvSpPr>
            <p:spPr>
              <a:xfrm>
                <a:off x="747024" y="2995475"/>
                <a:ext cx="190252" cy="190252"/>
              </a:xfrm>
              <a:prstGeom prst="rect">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mc:AlternateContent xmlns:mc="http://schemas.openxmlformats.org/markup-compatibility/2006" xmlns:a14="http://schemas.microsoft.com/office/drawing/2010/main">
            <mc:Choice Requires="a14">
              <p:sp>
                <p:nvSpPr>
                  <p:cNvPr id="87" name="íşlïḍè">
                    <a:extLst>
                      <a:ext uri="{FF2B5EF4-FFF2-40B4-BE49-F238E27FC236}">
                        <a16:creationId xmlns:a16="http://schemas.microsoft.com/office/drawing/2014/main" id="{143DF1BF-684F-4290-BBB1-02FE9831547C}"/>
                      </a:ext>
                    </a:extLst>
                  </p:cNvPr>
                  <p:cNvSpPr txBox="1"/>
                  <p:nvPr/>
                </p:nvSpPr>
                <p:spPr>
                  <a:xfrm>
                    <a:off x="967027" y="2937034"/>
                    <a:ext cx="1972429" cy="288680"/>
                  </a:xfrm>
                  <a:prstGeom prst="rect">
                    <a:avLst/>
                  </a:prstGeom>
                  <a:noFill/>
                </p:spPr>
                <p:txBody>
                  <a:bodyPr wrap="square" lIns="91440" tIns="45720" rIns="91440" bIns="45720" anchor="ctr">
                    <a:noAutofit/>
                  </a:bodyPr>
                  <a:lstStyle/>
                  <a:p>
                    <a:r>
                      <a:rPr lang="zh-CN" altLang="en-US" sz="1600" b="1" dirty="0">
                        <a:solidFill>
                          <a:schemeClr val="tx1"/>
                        </a:solidFill>
                      </a:rPr>
                      <a:t>如果</a:t>
                    </a:r>
                    <a14:m>
                      <m:oMath xmlns:m="http://schemas.openxmlformats.org/officeDocument/2006/math">
                        <m:sSub>
                          <m:sSubPr>
                            <m:ctrlPr>
                              <a:rPr lang="en-US" altLang="zh-CN" sz="1600" b="1" i="1" smtClean="0">
                                <a:solidFill>
                                  <a:schemeClr val="tx1"/>
                                </a:solidFill>
                                <a:latin typeface="Cambria Math" panose="02040503050406030204" pitchFamily="18" charset="0"/>
                                <a:ea typeface="Cambria Math" panose="02040503050406030204" pitchFamily="18" charset="0"/>
                              </a:rPr>
                            </m:ctrlPr>
                          </m:sSubPr>
                          <m:e>
                            <m:r>
                              <a:rPr lang="en-US" altLang="zh-CN" sz="1600" b="1" i="1">
                                <a:solidFill>
                                  <a:schemeClr val="tx1"/>
                                </a:solidFill>
                                <a:latin typeface="Cambria Math" panose="02040503050406030204" pitchFamily="18" charset="0"/>
                                <a:ea typeface="Cambria Math" panose="02040503050406030204" pitchFamily="18" charset="0"/>
                              </a:rPr>
                              <m:t>𝑾</m:t>
                            </m:r>
                          </m:e>
                          <m:sub>
                            <m:r>
                              <a:rPr lang="en-US" altLang="zh-CN" sz="1600" b="1" i="1">
                                <a:solidFill>
                                  <a:schemeClr val="tx1"/>
                                </a:solidFill>
                                <a:latin typeface="Cambria Math" panose="02040503050406030204" pitchFamily="18" charset="0"/>
                                <a:ea typeface="Cambria Math" panose="02040503050406030204" pitchFamily="18" charset="0"/>
                              </a:rPr>
                              <m:t>𝑻</m:t>
                            </m:r>
                          </m:sub>
                        </m:sSub>
                        <m:r>
                          <a:rPr lang="en-US" altLang="zh-CN" sz="1600" b="1" i="1" smtClean="0">
                            <a:solidFill>
                              <a:schemeClr val="tx1"/>
                            </a:solidFill>
                            <a:latin typeface="Cambria Math" panose="02040503050406030204" pitchFamily="18" charset="0"/>
                            <a:ea typeface="Cambria Math" panose="02040503050406030204" pitchFamily="18" charset="0"/>
                          </a:rPr>
                          <m:t>&gt;(</m:t>
                        </m:r>
                        <m:sSup>
                          <m:sSupPr>
                            <m:ctrlPr>
                              <a:rPr lang="en-US" altLang="zh-CN" sz="1600" b="1" i="1" smtClean="0">
                                <a:solidFill>
                                  <a:schemeClr val="tx1"/>
                                </a:solidFill>
                                <a:latin typeface="Cambria Math" panose="02040503050406030204" pitchFamily="18" charset="0"/>
                                <a:ea typeface="Cambria Math" panose="02040503050406030204" pitchFamily="18" charset="0"/>
                              </a:rPr>
                            </m:ctrlPr>
                          </m:sSupPr>
                          <m:e>
                            <m:r>
                              <a:rPr lang="en-US" altLang="zh-CN" sz="1600" b="1" i="1" smtClean="0">
                                <a:solidFill>
                                  <a:schemeClr val="tx1"/>
                                </a:solidFill>
                                <a:latin typeface="Cambria Math" panose="02040503050406030204" pitchFamily="18" charset="0"/>
                                <a:ea typeface="Cambria Math" panose="02040503050406030204" pitchFamily="18" charset="0"/>
                              </a:rPr>
                              <m:t>𝟐</m:t>
                            </m:r>
                          </m:e>
                          <m:sup>
                            <m:r>
                              <a:rPr lang="en-US" altLang="zh-CN" sz="1600" b="1" i="1" smtClean="0">
                                <a:solidFill>
                                  <a:schemeClr val="tx1"/>
                                </a:solidFill>
                                <a:latin typeface="Cambria Math" panose="02040503050406030204" pitchFamily="18" charset="0"/>
                                <a:ea typeface="Cambria Math" panose="02040503050406030204" pitchFamily="18" charset="0"/>
                              </a:rPr>
                              <m:t>𝒏</m:t>
                            </m:r>
                          </m:sup>
                        </m:sSup>
                        <m:r>
                          <a:rPr lang="en-US" altLang="zh-CN" sz="1600" b="1" i="1" smtClean="0">
                            <a:solidFill>
                              <a:schemeClr val="tx1"/>
                            </a:solidFill>
                            <a:latin typeface="Cambria Math" panose="02040503050406030204" pitchFamily="18" charset="0"/>
                            <a:ea typeface="Cambria Math" panose="02040503050406030204" pitchFamily="18" charset="0"/>
                          </a:rPr>
                          <m:t>−</m:t>
                        </m:r>
                        <m:r>
                          <a:rPr lang="en-US" altLang="zh-CN" sz="1600" b="1" i="1" smtClean="0">
                            <a:solidFill>
                              <a:schemeClr val="tx1"/>
                            </a:solidFill>
                            <a:latin typeface="Cambria Math" panose="02040503050406030204" pitchFamily="18" charset="0"/>
                            <a:ea typeface="Cambria Math" panose="02040503050406030204" pitchFamily="18" charset="0"/>
                          </a:rPr>
                          <m:t>𝟏</m:t>
                        </m:r>
                        <m:r>
                          <a:rPr lang="en-US" altLang="zh-CN" sz="1600" b="1" i="1" smtClean="0">
                            <a:solidFill>
                              <a:schemeClr val="tx1"/>
                            </a:solidFill>
                            <a:latin typeface="Cambria Math" panose="02040503050406030204" pitchFamily="18" charset="0"/>
                            <a:ea typeface="Cambria Math" panose="02040503050406030204" pitchFamily="18" charset="0"/>
                          </a:rPr>
                          <m:t>)</m:t>
                        </m:r>
                      </m:oMath>
                    </a14:m>
                    <a:endParaRPr lang="en-US" altLang="zh-CN" sz="1600" b="1" dirty="0">
                      <a:solidFill>
                        <a:schemeClr val="tx1"/>
                      </a:solidFill>
                    </a:endParaRPr>
                  </a:p>
                </p:txBody>
              </p:sp>
            </mc:Choice>
            <mc:Fallback xmlns="">
              <p:sp>
                <p:nvSpPr>
                  <p:cNvPr id="87" name="íşlïḍè">
                    <a:extLst>
                      <a:ext uri="{FF2B5EF4-FFF2-40B4-BE49-F238E27FC236}">
                        <a16:creationId xmlns:a16="http://schemas.microsoft.com/office/drawing/2014/main" id="{143DF1BF-684F-4290-BBB1-02FE9831547C}"/>
                      </a:ext>
                    </a:extLst>
                  </p:cNvPr>
                  <p:cNvSpPr txBox="1">
                    <a:spLocks noRot="1" noChangeAspect="1" noMove="1" noResize="1" noEditPoints="1" noAdjustHandles="1" noChangeArrowheads="1" noChangeShapeType="1" noTextEdit="1"/>
                  </p:cNvSpPr>
                  <p:nvPr/>
                </p:nvSpPr>
                <p:spPr>
                  <a:xfrm>
                    <a:off x="967027" y="2937034"/>
                    <a:ext cx="1972429" cy="288680"/>
                  </a:xfrm>
                  <a:prstGeom prst="rect">
                    <a:avLst/>
                  </a:prstGeom>
                  <a:blipFill>
                    <a:blip r:embed="rId4"/>
                    <a:stretch>
                      <a:fillRect l="-1543" t="-14894" b="-36170"/>
                    </a:stretch>
                  </a:blipFill>
                </p:spPr>
                <p:txBody>
                  <a:bodyPr/>
                  <a:lstStyle/>
                  <a:p>
                    <a:r>
                      <a:rPr lang="zh-CN" altLang="en-US">
                        <a:noFill/>
                      </a:rPr>
                      <a:t> </a:t>
                    </a:r>
                  </a:p>
                </p:txBody>
              </p:sp>
            </mc:Fallback>
          </mc:AlternateContent>
          <p:sp>
            <p:nvSpPr>
              <p:cNvPr id="88" name="íşlïḍè">
                <a:extLst>
                  <a:ext uri="{FF2B5EF4-FFF2-40B4-BE49-F238E27FC236}">
                    <a16:creationId xmlns:a16="http://schemas.microsoft.com/office/drawing/2014/main" id="{920140C8-97D9-4A18-9688-07E6CA586B3F}"/>
                  </a:ext>
                </a:extLst>
              </p:cNvPr>
              <p:cNvSpPr txBox="1"/>
              <p:nvPr/>
            </p:nvSpPr>
            <p:spPr>
              <a:xfrm>
                <a:off x="2939457" y="2937034"/>
                <a:ext cx="2856129" cy="288680"/>
              </a:xfrm>
              <a:prstGeom prst="rect">
                <a:avLst/>
              </a:prstGeom>
              <a:noFill/>
            </p:spPr>
            <p:txBody>
              <a:bodyPr wrap="square" lIns="91440" tIns="45720" rIns="91440" bIns="45720" anchor="ctr">
                <a:noAutofit/>
              </a:bodyPr>
              <a:lstStyle/>
              <a:p>
                <a:r>
                  <a:rPr lang="zh-CN" altLang="en-US" sz="1600" b="1" dirty="0">
                    <a:solidFill>
                      <a:schemeClr val="tx1"/>
                    </a:solidFill>
                  </a:rPr>
                  <a:t>接收方</a:t>
                </a:r>
                <a:r>
                  <a:rPr lang="zh-CN" altLang="en-US" sz="1600" b="1" dirty="0">
                    <a:solidFill>
                      <a:schemeClr val="accent1">
                        <a:lumMod val="75000"/>
                      </a:schemeClr>
                    </a:solidFill>
                  </a:rPr>
                  <a:t>无法分辨新旧数据分组</a:t>
                </a:r>
                <a:endParaRPr lang="en-US" altLang="zh-CN" sz="1600" b="1" dirty="0">
                  <a:solidFill>
                    <a:schemeClr val="accent1">
                      <a:lumMod val="75000"/>
                    </a:schemeClr>
                  </a:solidFill>
                </a:endParaRPr>
              </a:p>
            </p:txBody>
          </p:sp>
        </p:grpSp>
        <p:grpSp>
          <p:nvGrpSpPr>
            <p:cNvPr id="32" name="组合 31">
              <a:extLst>
                <a:ext uri="{FF2B5EF4-FFF2-40B4-BE49-F238E27FC236}">
                  <a16:creationId xmlns:a16="http://schemas.microsoft.com/office/drawing/2014/main" id="{435E6B92-234B-4AEB-9472-906B6491090D}"/>
                </a:ext>
              </a:extLst>
            </p:cNvPr>
            <p:cNvGrpSpPr/>
            <p:nvPr/>
          </p:nvGrpSpPr>
          <p:grpSpPr>
            <a:xfrm>
              <a:off x="403534" y="2908123"/>
              <a:ext cx="5492963" cy="532025"/>
              <a:chOff x="480240" y="3254013"/>
              <a:chExt cx="5492963" cy="532025"/>
            </a:xfrm>
          </p:grpSpPr>
          <p:sp>
            <p:nvSpPr>
              <p:cNvPr id="89" name="矩形 88">
                <a:extLst>
                  <a:ext uri="{FF2B5EF4-FFF2-40B4-BE49-F238E27FC236}">
                    <a16:creationId xmlns:a16="http://schemas.microsoft.com/office/drawing/2014/main" id="{C81B203B-03FD-4A0F-B2EB-D6C71916FC7E}"/>
                  </a:ext>
                </a:extLst>
              </p:cNvPr>
              <p:cNvSpPr/>
              <p:nvPr/>
            </p:nvSpPr>
            <p:spPr>
              <a:xfrm>
                <a:off x="480240" y="3312454"/>
                <a:ext cx="190252" cy="190252"/>
              </a:xfrm>
              <a:prstGeom prst="rect">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90" name="íşlïḍè">
                <a:extLst>
                  <a:ext uri="{FF2B5EF4-FFF2-40B4-BE49-F238E27FC236}">
                    <a16:creationId xmlns:a16="http://schemas.microsoft.com/office/drawing/2014/main" id="{FF7DDD10-4984-4DF8-9FE9-78F218087FB1}"/>
                  </a:ext>
                </a:extLst>
              </p:cNvPr>
              <p:cNvSpPr txBox="1"/>
              <p:nvPr/>
            </p:nvSpPr>
            <p:spPr>
              <a:xfrm>
                <a:off x="700242" y="3254013"/>
                <a:ext cx="5272961" cy="532025"/>
              </a:xfrm>
              <a:prstGeom prst="rect">
                <a:avLst/>
              </a:prstGeom>
              <a:noFill/>
            </p:spPr>
            <p:txBody>
              <a:bodyPr wrap="square" lIns="91440" tIns="45720" rIns="91440" bIns="45720" anchor="ctr">
                <a:noAutofit/>
              </a:bodyPr>
              <a:lstStyle/>
              <a:p>
                <a:r>
                  <a:rPr lang="zh-CN" altLang="en-US" sz="1600" b="1" dirty="0"/>
                  <a:t>可在未收到接收方确认分组的情况下，将序号落入发送窗口内的多个数据分组全部发送出去。</a:t>
                </a:r>
                <a:endParaRPr lang="en-US" altLang="zh-CN" sz="1600" b="1" dirty="0">
                  <a:solidFill>
                    <a:schemeClr val="tx1"/>
                  </a:solidFill>
                </a:endParaRPr>
              </a:p>
            </p:txBody>
          </p:sp>
        </p:grpSp>
        <p:grpSp>
          <p:nvGrpSpPr>
            <p:cNvPr id="46" name="组合 45">
              <a:extLst>
                <a:ext uri="{FF2B5EF4-FFF2-40B4-BE49-F238E27FC236}">
                  <a16:creationId xmlns:a16="http://schemas.microsoft.com/office/drawing/2014/main" id="{188BD849-B0EC-4647-B9B8-613309CD6C59}"/>
                </a:ext>
              </a:extLst>
            </p:cNvPr>
            <p:cNvGrpSpPr/>
            <p:nvPr/>
          </p:nvGrpSpPr>
          <p:grpSpPr>
            <a:xfrm>
              <a:off x="403534" y="3452475"/>
              <a:ext cx="5492963" cy="561954"/>
              <a:chOff x="480240" y="3975836"/>
              <a:chExt cx="5492963" cy="561954"/>
            </a:xfrm>
          </p:grpSpPr>
          <p:sp>
            <p:nvSpPr>
              <p:cNvPr id="91" name="矩形 90">
                <a:extLst>
                  <a:ext uri="{FF2B5EF4-FFF2-40B4-BE49-F238E27FC236}">
                    <a16:creationId xmlns:a16="http://schemas.microsoft.com/office/drawing/2014/main" id="{D5AB7A4D-7BFE-4B42-89D5-CC6679388E0A}"/>
                  </a:ext>
                </a:extLst>
              </p:cNvPr>
              <p:cNvSpPr/>
              <p:nvPr/>
            </p:nvSpPr>
            <p:spPr>
              <a:xfrm>
                <a:off x="480240" y="4034276"/>
                <a:ext cx="190252" cy="190252"/>
              </a:xfrm>
              <a:prstGeom prst="rect">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92" name="íşlïḍè">
                <a:extLst>
                  <a:ext uri="{FF2B5EF4-FFF2-40B4-BE49-F238E27FC236}">
                    <a16:creationId xmlns:a16="http://schemas.microsoft.com/office/drawing/2014/main" id="{B5F2C633-6A5C-43BE-BFAA-2BC14B3B7542}"/>
                  </a:ext>
                </a:extLst>
              </p:cNvPr>
              <p:cNvSpPr txBox="1"/>
              <p:nvPr/>
            </p:nvSpPr>
            <p:spPr>
              <a:xfrm>
                <a:off x="700242" y="3975836"/>
                <a:ext cx="5272961" cy="561954"/>
              </a:xfrm>
              <a:prstGeom prst="rect">
                <a:avLst/>
              </a:prstGeom>
              <a:noFill/>
            </p:spPr>
            <p:txBody>
              <a:bodyPr wrap="square" lIns="91440" tIns="45720" rIns="91440" bIns="45720" anchor="ctr">
                <a:noAutofit/>
              </a:bodyPr>
              <a:lstStyle/>
              <a:p>
                <a:r>
                  <a:rPr lang="zh-CN" altLang="en-US" sz="1600" b="1" dirty="0"/>
                  <a:t>只有收到对已发送数据分组的确认分组时，发送窗口才能向前滑动到相应位置。</a:t>
                </a:r>
                <a:endParaRPr lang="en-US" altLang="zh-CN" sz="1600" b="1" dirty="0">
                  <a:solidFill>
                    <a:schemeClr val="tx1"/>
                  </a:solidFill>
                </a:endParaRPr>
              </a:p>
            </p:txBody>
          </p:sp>
        </p:grpSp>
        <p:grpSp>
          <p:nvGrpSpPr>
            <p:cNvPr id="47" name="组合 46">
              <a:extLst>
                <a:ext uri="{FF2B5EF4-FFF2-40B4-BE49-F238E27FC236}">
                  <a16:creationId xmlns:a16="http://schemas.microsoft.com/office/drawing/2014/main" id="{3FFB03DA-3804-4593-B6D2-BF37DB4608A3}"/>
                </a:ext>
              </a:extLst>
            </p:cNvPr>
            <p:cNvGrpSpPr/>
            <p:nvPr/>
          </p:nvGrpSpPr>
          <p:grpSpPr>
            <a:xfrm>
              <a:off x="403534" y="4026756"/>
              <a:ext cx="5492963" cy="561954"/>
              <a:chOff x="480240" y="4639116"/>
              <a:chExt cx="5492963" cy="561954"/>
            </a:xfrm>
          </p:grpSpPr>
          <p:sp>
            <p:nvSpPr>
              <p:cNvPr id="93" name="矩形 92">
                <a:extLst>
                  <a:ext uri="{FF2B5EF4-FFF2-40B4-BE49-F238E27FC236}">
                    <a16:creationId xmlns:a16="http://schemas.microsoft.com/office/drawing/2014/main" id="{D33A5568-90FE-4D99-9167-C4D5C51BECD5}"/>
                  </a:ext>
                </a:extLst>
              </p:cNvPr>
              <p:cNvSpPr/>
              <p:nvPr/>
            </p:nvSpPr>
            <p:spPr>
              <a:xfrm>
                <a:off x="480240" y="4697557"/>
                <a:ext cx="190252" cy="190252"/>
              </a:xfrm>
              <a:prstGeom prst="rect">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94" name="íşlïḍè">
                <a:extLst>
                  <a:ext uri="{FF2B5EF4-FFF2-40B4-BE49-F238E27FC236}">
                    <a16:creationId xmlns:a16="http://schemas.microsoft.com/office/drawing/2014/main" id="{D9BB234D-334C-4C8E-9A1C-8D17CE637F86}"/>
                  </a:ext>
                </a:extLst>
              </p:cNvPr>
              <p:cNvSpPr txBox="1"/>
              <p:nvPr/>
            </p:nvSpPr>
            <p:spPr>
              <a:xfrm>
                <a:off x="700242" y="4639116"/>
                <a:ext cx="5272961" cy="561954"/>
              </a:xfrm>
              <a:prstGeom prst="rect">
                <a:avLst/>
              </a:prstGeom>
              <a:noFill/>
            </p:spPr>
            <p:txBody>
              <a:bodyPr wrap="square" lIns="91440" tIns="45720" rIns="91440" bIns="45720" anchor="ctr">
                <a:noAutofit/>
              </a:bodyPr>
              <a:lstStyle/>
              <a:p>
                <a:r>
                  <a:rPr lang="zh-CN" altLang="en-US" sz="1600" b="1" dirty="0"/>
                  <a:t>收到多个重复确认时，可在重传计时器超时前尽早开始重传，由具体实现决定。</a:t>
                </a:r>
                <a:endParaRPr lang="en-US" altLang="zh-CN" sz="1600" b="1" dirty="0">
                  <a:solidFill>
                    <a:schemeClr val="tx1"/>
                  </a:solidFill>
                </a:endParaRPr>
              </a:p>
            </p:txBody>
          </p:sp>
        </p:grpSp>
        <p:grpSp>
          <p:nvGrpSpPr>
            <p:cNvPr id="51" name="组合 50">
              <a:extLst>
                <a:ext uri="{FF2B5EF4-FFF2-40B4-BE49-F238E27FC236}">
                  <a16:creationId xmlns:a16="http://schemas.microsoft.com/office/drawing/2014/main" id="{9CB02F97-C643-4812-89A0-DF3CAB7327C4}"/>
                </a:ext>
              </a:extLst>
            </p:cNvPr>
            <p:cNvGrpSpPr/>
            <p:nvPr/>
          </p:nvGrpSpPr>
          <p:grpSpPr>
            <a:xfrm>
              <a:off x="403916" y="4601037"/>
              <a:ext cx="5492965" cy="788123"/>
              <a:chOff x="490465" y="5303491"/>
              <a:chExt cx="5492965" cy="788123"/>
            </a:xfrm>
          </p:grpSpPr>
          <p:sp>
            <p:nvSpPr>
              <p:cNvPr id="95" name="矩形 94">
                <a:extLst>
                  <a:ext uri="{FF2B5EF4-FFF2-40B4-BE49-F238E27FC236}">
                    <a16:creationId xmlns:a16="http://schemas.microsoft.com/office/drawing/2014/main" id="{550621BA-F054-4E0A-A9CD-3C444AEADF28}"/>
                  </a:ext>
                </a:extLst>
              </p:cNvPr>
              <p:cNvSpPr/>
              <p:nvPr/>
            </p:nvSpPr>
            <p:spPr>
              <a:xfrm>
                <a:off x="490465" y="5361932"/>
                <a:ext cx="190252" cy="190252"/>
              </a:xfrm>
              <a:prstGeom prst="rect">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96" name="íşlïḍè">
                <a:extLst>
                  <a:ext uri="{FF2B5EF4-FFF2-40B4-BE49-F238E27FC236}">
                    <a16:creationId xmlns:a16="http://schemas.microsoft.com/office/drawing/2014/main" id="{98037DFD-C3F1-47B1-8189-2B1E5138393B}"/>
                  </a:ext>
                </a:extLst>
              </p:cNvPr>
              <p:cNvSpPr txBox="1"/>
              <p:nvPr/>
            </p:nvSpPr>
            <p:spPr>
              <a:xfrm>
                <a:off x="710468" y="5303491"/>
                <a:ext cx="5272962" cy="788123"/>
              </a:xfrm>
              <a:prstGeom prst="rect">
                <a:avLst/>
              </a:prstGeom>
              <a:noFill/>
            </p:spPr>
            <p:txBody>
              <a:bodyPr wrap="square" lIns="91440" tIns="45720" rIns="91440" bIns="45720" anchor="ctr">
                <a:noAutofit/>
              </a:bodyPr>
              <a:lstStyle/>
              <a:p>
                <a:r>
                  <a:rPr lang="zh-CN" altLang="en-US" sz="1600" b="1" dirty="0"/>
                  <a:t>发送窗口内某个已发送的数据分组产生超时重传时，发送窗口内该数据分组的后续已发送的数据分组也必须全部重传，这就是回退</a:t>
                </a:r>
                <a:r>
                  <a:rPr lang="en-US" altLang="zh-CN" sz="1600" b="1" dirty="0"/>
                  <a:t>N</a:t>
                </a:r>
                <a:r>
                  <a:rPr lang="zh-CN" altLang="en-US" sz="1600" b="1" dirty="0"/>
                  <a:t>帧（</a:t>
                </a:r>
                <a:r>
                  <a:rPr lang="en-US" altLang="zh-CN" sz="1600" b="1" dirty="0">
                    <a:solidFill>
                      <a:schemeClr val="accent1">
                        <a:lumMod val="75000"/>
                      </a:schemeClr>
                    </a:solidFill>
                  </a:rPr>
                  <a:t>G</a:t>
                </a:r>
                <a:r>
                  <a:rPr lang="en-US" altLang="zh-CN" sz="1600" b="1" dirty="0"/>
                  <a:t>o-</a:t>
                </a:r>
                <a:r>
                  <a:rPr lang="en-US" altLang="zh-CN" sz="1600" b="1" dirty="0">
                    <a:solidFill>
                      <a:schemeClr val="accent1">
                        <a:lumMod val="75000"/>
                      </a:schemeClr>
                    </a:solidFill>
                  </a:rPr>
                  <a:t>b</a:t>
                </a:r>
                <a:r>
                  <a:rPr lang="en-US" altLang="zh-CN" sz="1600" b="1" dirty="0"/>
                  <a:t>ack-</a:t>
                </a:r>
                <a:r>
                  <a:rPr lang="en-US" altLang="zh-CN" sz="1600" b="1" dirty="0">
                    <a:solidFill>
                      <a:schemeClr val="accent1">
                        <a:lumMod val="75000"/>
                      </a:schemeClr>
                    </a:solidFill>
                  </a:rPr>
                  <a:t>N</a:t>
                </a:r>
                <a:r>
                  <a:rPr lang="zh-CN" altLang="en-US" sz="1600" b="1" dirty="0"/>
                  <a:t>，</a:t>
                </a:r>
                <a:r>
                  <a:rPr lang="en-US" altLang="zh-CN" sz="1600" b="1" dirty="0">
                    <a:solidFill>
                      <a:schemeClr val="accent1">
                        <a:lumMod val="75000"/>
                      </a:schemeClr>
                    </a:solidFill>
                  </a:rPr>
                  <a:t>GBN</a:t>
                </a:r>
                <a:r>
                  <a:rPr lang="zh-CN" altLang="en-US" sz="1600" b="1" dirty="0"/>
                  <a:t>）协议名称的由来。</a:t>
                </a:r>
                <a:endParaRPr lang="en-US" altLang="zh-CN" sz="1600" b="1" dirty="0">
                  <a:solidFill>
                    <a:schemeClr val="tx1"/>
                  </a:solidFill>
                </a:endParaRPr>
              </a:p>
            </p:txBody>
          </p:sp>
        </p:grpSp>
        <p:sp>
          <p:nvSpPr>
            <p:cNvPr id="98" name="矩形 97">
              <a:extLst>
                <a:ext uri="{FF2B5EF4-FFF2-40B4-BE49-F238E27FC236}">
                  <a16:creationId xmlns:a16="http://schemas.microsoft.com/office/drawing/2014/main" id="{3F572F43-61A5-4EC2-9997-884A47AD233E}"/>
                </a:ext>
              </a:extLst>
            </p:cNvPr>
            <p:cNvSpPr/>
            <p:nvPr/>
          </p:nvSpPr>
          <p:spPr>
            <a:xfrm>
              <a:off x="6268516" y="1192532"/>
              <a:ext cx="5631125" cy="422857"/>
            </a:xfrm>
            <a:prstGeom prst="rect">
              <a:avLst/>
            </a:prstGeom>
            <a:solidFill>
              <a:schemeClr val="accent4"/>
            </a:solidFill>
            <a:ln>
              <a:solidFill>
                <a:schemeClr val="accent4">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zh-CN" altLang="en-US" b="1" dirty="0"/>
                <a:t>接收方</a:t>
              </a:r>
            </a:p>
          </p:txBody>
        </p:sp>
        <p:sp>
          <p:nvSpPr>
            <p:cNvPr id="99" name="矩形 98">
              <a:extLst>
                <a:ext uri="{FF2B5EF4-FFF2-40B4-BE49-F238E27FC236}">
                  <a16:creationId xmlns:a16="http://schemas.microsoft.com/office/drawing/2014/main" id="{41F640C7-40F8-4D09-AA75-03DF723F6464}"/>
                </a:ext>
              </a:extLst>
            </p:cNvPr>
            <p:cNvSpPr/>
            <p:nvPr/>
          </p:nvSpPr>
          <p:spPr>
            <a:xfrm>
              <a:off x="6268515" y="1615388"/>
              <a:ext cx="5631125" cy="3851279"/>
            </a:xfrm>
            <a:prstGeom prst="rect">
              <a:avLst/>
            </a:prstGeom>
            <a:noFill/>
            <a:ln>
              <a:solidFill>
                <a:schemeClr val="accent4">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b="1" dirty="0"/>
            </a:p>
          </p:txBody>
        </p:sp>
        <p:grpSp>
          <p:nvGrpSpPr>
            <p:cNvPr id="132" name="组合 131">
              <a:extLst>
                <a:ext uri="{FF2B5EF4-FFF2-40B4-BE49-F238E27FC236}">
                  <a16:creationId xmlns:a16="http://schemas.microsoft.com/office/drawing/2014/main" id="{E389B381-DB7E-45AA-8A13-1608935BB03C}"/>
                </a:ext>
              </a:extLst>
            </p:cNvPr>
            <p:cNvGrpSpPr/>
            <p:nvPr/>
          </p:nvGrpSpPr>
          <p:grpSpPr>
            <a:xfrm>
              <a:off x="6354052" y="1721383"/>
              <a:ext cx="5397218" cy="288681"/>
              <a:chOff x="6268534" y="1977940"/>
              <a:chExt cx="5397218" cy="288681"/>
            </a:xfrm>
          </p:grpSpPr>
          <p:sp>
            <p:nvSpPr>
              <p:cNvPr id="101" name="矩形 100">
                <a:extLst>
                  <a:ext uri="{FF2B5EF4-FFF2-40B4-BE49-F238E27FC236}">
                    <a16:creationId xmlns:a16="http://schemas.microsoft.com/office/drawing/2014/main" id="{B544AD32-C1F3-4E10-9C76-7EA9DFB87B30}"/>
                  </a:ext>
                </a:extLst>
              </p:cNvPr>
              <p:cNvSpPr/>
              <p:nvPr/>
            </p:nvSpPr>
            <p:spPr>
              <a:xfrm>
                <a:off x="6268534" y="2036381"/>
                <a:ext cx="190252" cy="190252"/>
              </a:xfrm>
              <a:prstGeom prst="rect">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mc:AlternateContent xmlns:mc="http://schemas.openxmlformats.org/markup-compatibility/2006" xmlns:a14="http://schemas.microsoft.com/office/drawing/2010/main">
            <mc:Choice Requires="a14">
              <p:sp>
                <p:nvSpPr>
                  <p:cNvPr id="102" name="íşlïḍè">
                    <a:extLst>
                      <a:ext uri="{FF2B5EF4-FFF2-40B4-BE49-F238E27FC236}">
                        <a16:creationId xmlns:a16="http://schemas.microsoft.com/office/drawing/2014/main" id="{5AF09080-FFEC-4C6B-BACD-C9646B544FCD}"/>
                      </a:ext>
                    </a:extLst>
                  </p:cNvPr>
                  <p:cNvSpPr txBox="1"/>
                  <p:nvPr/>
                </p:nvSpPr>
                <p:spPr>
                  <a:xfrm>
                    <a:off x="6488536" y="1977940"/>
                    <a:ext cx="5177216" cy="288681"/>
                  </a:xfrm>
                  <a:prstGeom prst="rect">
                    <a:avLst/>
                  </a:prstGeom>
                  <a:noFill/>
                </p:spPr>
                <p:txBody>
                  <a:bodyPr wrap="square" lIns="91440" tIns="45720" rIns="91440" bIns="45720" anchor="ctr">
                    <a:noAutofit/>
                  </a:bodyPr>
                  <a:lstStyle/>
                  <a:p>
                    <a:r>
                      <a:rPr lang="zh-CN" altLang="en-US" sz="1600" b="1" dirty="0">
                        <a:solidFill>
                          <a:schemeClr val="tx1"/>
                        </a:solidFill>
                      </a:rPr>
                      <a:t>接收窗口</a:t>
                    </a:r>
                    <a14:m>
                      <m:oMath xmlns:m="http://schemas.openxmlformats.org/officeDocument/2006/math">
                        <m:sSub>
                          <m:sSubPr>
                            <m:ctrlPr>
                              <a:rPr lang="en-US" altLang="zh-CN" sz="1600" b="1" i="1" smtClean="0">
                                <a:solidFill>
                                  <a:schemeClr val="accent1">
                                    <a:lumMod val="75000"/>
                                  </a:schemeClr>
                                </a:solidFill>
                                <a:latin typeface="Cambria Math" panose="02040503050406030204" pitchFamily="18" charset="0"/>
                                <a:ea typeface="Cambria Math" panose="02040503050406030204" pitchFamily="18" charset="0"/>
                              </a:rPr>
                            </m:ctrlPr>
                          </m:sSubPr>
                          <m:e>
                            <m:r>
                              <a:rPr lang="en-US" altLang="zh-CN" sz="1600" b="1" i="1">
                                <a:solidFill>
                                  <a:schemeClr val="accent1">
                                    <a:lumMod val="75000"/>
                                  </a:schemeClr>
                                </a:solidFill>
                                <a:latin typeface="Cambria Math" panose="02040503050406030204" pitchFamily="18" charset="0"/>
                                <a:ea typeface="Cambria Math" panose="02040503050406030204" pitchFamily="18" charset="0"/>
                              </a:rPr>
                              <m:t>𝑾</m:t>
                            </m:r>
                          </m:e>
                          <m:sub>
                            <m:r>
                              <a:rPr lang="en-US" altLang="zh-CN" sz="1600" b="1" i="1" smtClean="0">
                                <a:solidFill>
                                  <a:schemeClr val="accent1">
                                    <a:lumMod val="75000"/>
                                  </a:schemeClr>
                                </a:solidFill>
                                <a:latin typeface="Cambria Math" panose="02040503050406030204" pitchFamily="18" charset="0"/>
                                <a:ea typeface="Cambria Math" panose="02040503050406030204" pitchFamily="18" charset="0"/>
                              </a:rPr>
                              <m:t>𝑹</m:t>
                            </m:r>
                          </m:sub>
                        </m:sSub>
                        <m:r>
                          <a:rPr lang="en-US" altLang="zh-CN" sz="1600" b="1" i="1" smtClean="0">
                            <a:solidFill>
                              <a:schemeClr val="accent1">
                                <a:lumMod val="75000"/>
                              </a:schemeClr>
                            </a:solidFill>
                            <a:latin typeface="Cambria Math" panose="02040503050406030204" pitchFamily="18" charset="0"/>
                            <a:ea typeface="Cambria Math" panose="02040503050406030204" pitchFamily="18" charset="0"/>
                          </a:rPr>
                          <m:t>=</m:t>
                        </m:r>
                        <m:r>
                          <a:rPr lang="en-US" altLang="zh-CN" sz="1600" b="1" i="1" smtClean="0">
                            <a:solidFill>
                              <a:schemeClr val="accent1">
                                <a:lumMod val="75000"/>
                              </a:schemeClr>
                            </a:solidFill>
                            <a:latin typeface="Cambria Math" panose="02040503050406030204" pitchFamily="18" charset="0"/>
                            <a:ea typeface="Cambria Math" panose="02040503050406030204" pitchFamily="18" charset="0"/>
                          </a:rPr>
                          <m:t>𝟏</m:t>
                        </m:r>
                        <m:r>
                          <a:rPr lang="en-US" altLang="zh-CN" sz="1600" b="1" i="1">
                            <a:solidFill>
                              <a:schemeClr val="accent1">
                                <a:lumMod val="75000"/>
                              </a:schemeClr>
                            </a:solidFill>
                            <a:latin typeface="Cambria Math" panose="02040503050406030204" pitchFamily="18" charset="0"/>
                            <a:ea typeface="Cambria Math" panose="02040503050406030204" pitchFamily="18" charset="0"/>
                          </a:rPr>
                          <m:t> </m:t>
                        </m:r>
                      </m:oMath>
                    </a14:m>
                    <a:r>
                      <a:rPr lang="zh-CN" altLang="en-US" sz="1600" b="1" dirty="0">
                        <a:solidFill>
                          <a:schemeClr val="tx1"/>
                        </a:solidFill>
                      </a:rPr>
                      <a:t>的</a:t>
                    </a:r>
                    <a:r>
                      <a:rPr lang="zh-CN" altLang="en-US" sz="1600" b="1" dirty="0"/>
                      <a:t>，</a:t>
                    </a:r>
                    <a:r>
                      <a:rPr lang="zh-CN" altLang="en-US" sz="1600" b="1" dirty="0">
                        <a:solidFill>
                          <a:schemeClr val="tx1"/>
                        </a:solidFill>
                      </a:rPr>
                      <a:t>因此只能按序接收数据分组</a:t>
                    </a:r>
                    <a:r>
                      <a:rPr lang="zh-CN" altLang="en-US" sz="1600" b="1" dirty="0"/>
                      <a:t>。</a:t>
                    </a:r>
                    <a:endParaRPr lang="en-US" altLang="zh-CN" sz="1600" b="1" dirty="0">
                      <a:solidFill>
                        <a:schemeClr val="tx1"/>
                      </a:solidFill>
                    </a:endParaRPr>
                  </a:p>
                </p:txBody>
              </p:sp>
            </mc:Choice>
            <mc:Fallback xmlns="">
              <p:sp>
                <p:nvSpPr>
                  <p:cNvPr id="102" name="íşlïḍè">
                    <a:extLst>
                      <a:ext uri="{FF2B5EF4-FFF2-40B4-BE49-F238E27FC236}">
                        <a16:creationId xmlns:a16="http://schemas.microsoft.com/office/drawing/2014/main" id="{5AF09080-FFEC-4C6B-BACD-C9646B544FCD}"/>
                      </a:ext>
                    </a:extLst>
                  </p:cNvPr>
                  <p:cNvSpPr txBox="1">
                    <a:spLocks noRot="1" noChangeAspect="1" noMove="1" noResize="1" noEditPoints="1" noAdjustHandles="1" noChangeArrowheads="1" noChangeShapeType="1" noTextEdit="1"/>
                  </p:cNvSpPr>
                  <p:nvPr/>
                </p:nvSpPr>
                <p:spPr>
                  <a:xfrm>
                    <a:off x="6488536" y="1977940"/>
                    <a:ext cx="5177216" cy="288681"/>
                  </a:xfrm>
                  <a:prstGeom prst="rect">
                    <a:avLst/>
                  </a:prstGeom>
                  <a:blipFill>
                    <a:blip r:embed="rId5"/>
                    <a:stretch>
                      <a:fillRect l="-588" t="-12500" b="-35417"/>
                    </a:stretch>
                  </a:blipFill>
                </p:spPr>
                <p:txBody>
                  <a:bodyPr/>
                  <a:lstStyle/>
                  <a:p>
                    <a:r>
                      <a:rPr lang="zh-CN" altLang="en-US">
                        <a:noFill/>
                      </a:rPr>
                      <a:t> </a:t>
                    </a:r>
                  </a:p>
                </p:txBody>
              </p:sp>
            </mc:Fallback>
          </mc:AlternateContent>
        </p:grpSp>
        <p:grpSp>
          <p:nvGrpSpPr>
            <p:cNvPr id="52" name="组合 51">
              <a:extLst>
                <a:ext uri="{FF2B5EF4-FFF2-40B4-BE49-F238E27FC236}">
                  <a16:creationId xmlns:a16="http://schemas.microsoft.com/office/drawing/2014/main" id="{B49B11F3-F862-4C17-9C64-A0C1A8FEF4B1}"/>
                </a:ext>
              </a:extLst>
            </p:cNvPr>
            <p:cNvGrpSpPr/>
            <p:nvPr/>
          </p:nvGrpSpPr>
          <p:grpSpPr>
            <a:xfrm>
              <a:off x="6354052" y="1985792"/>
              <a:ext cx="5492963" cy="814900"/>
              <a:chOff x="6268534" y="2631169"/>
              <a:chExt cx="5492963" cy="814900"/>
            </a:xfrm>
          </p:grpSpPr>
          <p:sp>
            <p:nvSpPr>
              <p:cNvPr id="112" name="矩形 111">
                <a:extLst>
                  <a:ext uri="{FF2B5EF4-FFF2-40B4-BE49-F238E27FC236}">
                    <a16:creationId xmlns:a16="http://schemas.microsoft.com/office/drawing/2014/main" id="{E6EC7113-FF90-4770-A5DA-014D7F243E6F}"/>
                  </a:ext>
                </a:extLst>
              </p:cNvPr>
              <p:cNvSpPr/>
              <p:nvPr/>
            </p:nvSpPr>
            <p:spPr>
              <a:xfrm>
                <a:off x="6268534" y="2689610"/>
                <a:ext cx="190252" cy="190252"/>
              </a:xfrm>
              <a:prstGeom prst="rect">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113" name="íşlïḍè">
                <a:extLst>
                  <a:ext uri="{FF2B5EF4-FFF2-40B4-BE49-F238E27FC236}">
                    <a16:creationId xmlns:a16="http://schemas.microsoft.com/office/drawing/2014/main" id="{38FD7AEB-2332-4263-B21E-7CA0CC84BA75}"/>
                  </a:ext>
                </a:extLst>
              </p:cNvPr>
              <p:cNvSpPr txBox="1"/>
              <p:nvPr/>
            </p:nvSpPr>
            <p:spPr>
              <a:xfrm>
                <a:off x="6488536" y="2631169"/>
                <a:ext cx="5272961" cy="814900"/>
              </a:xfrm>
              <a:prstGeom prst="rect">
                <a:avLst/>
              </a:prstGeom>
              <a:noFill/>
            </p:spPr>
            <p:txBody>
              <a:bodyPr wrap="square" lIns="91440" tIns="45720" rIns="91440" bIns="45720" anchor="ctr">
                <a:noAutofit/>
              </a:bodyPr>
              <a:lstStyle/>
              <a:p>
                <a:r>
                  <a:rPr lang="zh-CN" altLang="en-US" sz="1600" b="1" dirty="0"/>
                  <a:t>只接收序号落入接收窗口内且无误码的数据分组，并且将接收窗口向前滑动一个位置，与此同时给发送方发送相应的确认分组。</a:t>
                </a:r>
                <a:endParaRPr lang="en-US" altLang="zh-CN" sz="1600" b="1" dirty="0">
                  <a:solidFill>
                    <a:schemeClr val="tx1"/>
                  </a:solidFill>
                </a:endParaRPr>
              </a:p>
            </p:txBody>
          </p:sp>
        </p:grpSp>
        <p:grpSp>
          <p:nvGrpSpPr>
            <p:cNvPr id="120" name="组合 119">
              <a:extLst>
                <a:ext uri="{FF2B5EF4-FFF2-40B4-BE49-F238E27FC236}">
                  <a16:creationId xmlns:a16="http://schemas.microsoft.com/office/drawing/2014/main" id="{7D2E958C-F77A-411A-B60A-106B6A151B21}"/>
                </a:ext>
              </a:extLst>
            </p:cNvPr>
            <p:cNvGrpSpPr/>
            <p:nvPr/>
          </p:nvGrpSpPr>
          <p:grpSpPr>
            <a:xfrm>
              <a:off x="6354052" y="4601037"/>
              <a:ext cx="5492965" cy="788123"/>
              <a:chOff x="490465" y="5303491"/>
              <a:chExt cx="5492965" cy="788123"/>
            </a:xfrm>
          </p:grpSpPr>
          <p:sp>
            <p:nvSpPr>
              <p:cNvPr id="121" name="矩形 120">
                <a:extLst>
                  <a:ext uri="{FF2B5EF4-FFF2-40B4-BE49-F238E27FC236}">
                    <a16:creationId xmlns:a16="http://schemas.microsoft.com/office/drawing/2014/main" id="{02A63DBC-CAF1-401A-990A-B51DF5961CAA}"/>
                  </a:ext>
                </a:extLst>
              </p:cNvPr>
              <p:cNvSpPr/>
              <p:nvPr/>
            </p:nvSpPr>
            <p:spPr>
              <a:xfrm>
                <a:off x="490465" y="5361932"/>
                <a:ext cx="190252" cy="190252"/>
              </a:xfrm>
              <a:prstGeom prst="rect">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122" name="íşlïḍè">
                <a:extLst>
                  <a:ext uri="{FF2B5EF4-FFF2-40B4-BE49-F238E27FC236}">
                    <a16:creationId xmlns:a16="http://schemas.microsoft.com/office/drawing/2014/main" id="{BEF19EA7-8C2A-4602-BAF2-CD89A54558F1}"/>
                  </a:ext>
                </a:extLst>
              </p:cNvPr>
              <p:cNvSpPr txBox="1"/>
              <p:nvPr/>
            </p:nvSpPr>
            <p:spPr>
              <a:xfrm>
                <a:off x="710468" y="5303491"/>
                <a:ext cx="5272962" cy="788123"/>
              </a:xfrm>
              <a:prstGeom prst="rect">
                <a:avLst/>
              </a:prstGeom>
              <a:noFill/>
            </p:spPr>
            <p:txBody>
              <a:bodyPr wrap="square" lIns="91440" tIns="45720" rIns="91440" bIns="45720" anchor="ctr">
                <a:noAutofit/>
              </a:bodyPr>
              <a:lstStyle/>
              <a:p>
                <a:r>
                  <a:rPr lang="zh-CN" altLang="en-US" sz="1600" b="1" dirty="0"/>
                  <a:t>接收方收到未按序到达的数据分组后，除丢弃外，还可对之前最后一个按序到达的数据分组进行重复确认，以便发送方尽快重传。</a:t>
                </a:r>
                <a:endParaRPr lang="en-US" altLang="zh-CN" sz="1600" b="1" dirty="0">
                  <a:solidFill>
                    <a:schemeClr val="tx1"/>
                  </a:solidFill>
                </a:endParaRPr>
              </a:p>
            </p:txBody>
          </p:sp>
        </p:grpSp>
        <p:grpSp>
          <p:nvGrpSpPr>
            <p:cNvPr id="133" name="组合 132">
              <a:extLst>
                <a:ext uri="{FF2B5EF4-FFF2-40B4-BE49-F238E27FC236}">
                  <a16:creationId xmlns:a16="http://schemas.microsoft.com/office/drawing/2014/main" id="{3A5CF443-4736-44C2-BC8D-244D243F37D1}"/>
                </a:ext>
              </a:extLst>
            </p:cNvPr>
            <p:cNvGrpSpPr/>
            <p:nvPr/>
          </p:nvGrpSpPr>
          <p:grpSpPr>
            <a:xfrm>
              <a:off x="6354052" y="2776420"/>
              <a:ext cx="5492963" cy="561954"/>
              <a:chOff x="6268534" y="3176355"/>
              <a:chExt cx="5492963" cy="561954"/>
            </a:xfrm>
          </p:grpSpPr>
          <p:sp>
            <p:nvSpPr>
              <p:cNvPr id="124" name="矩形 123">
                <a:extLst>
                  <a:ext uri="{FF2B5EF4-FFF2-40B4-BE49-F238E27FC236}">
                    <a16:creationId xmlns:a16="http://schemas.microsoft.com/office/drawing/2014/main" id="{D9FE9FCF-3476-477B-846B-5CA4B199E576}"/>
                  </a:ext>
                </a:extLst>
              </p:cNvPr>
              <p:cNvSpPr/>
              <p:nvPr/>
            </p:nvSpPr>
            <p:spPr>
              <a:xfrm>
                <a:off x="6268534" y="3234796"/>
                <a:ext cx="190252" cy="190252"/>
              </a:xfrm>
              <a:prstGeom prst="rect">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125" name="íşlïḍè">
                <a:extLst>
                  <a:ext uri="{FF2B5EF4-FFF2-40B4-BE49-F238E27FC236}">
                    <a16:creationId xmlns:a16="http://schemas.microsoft.com/office/drawing/2014/main" id="{75AEEC74-A461-4A3C-9E87-785ED635D3C9}"/>
                  </a:ext>
                </a:extLst>
              </p:cNvPr>
              <p:cNvSpPr txBox="1"/>
              <p:nvPr/>
            </p:nvSpPr>
            <p:spPr>
              <a:xfrm>
                <a:off x="6488536" y="3176355"/>
                <a:ext cx="5272961" cy="561954"/>
              </a:xfrm>
              <a:prstGeom prst="rect">
                <a:avLst/>
              </a:prstGeom>
              <a:noFill/>
            </p:spPr>
            <p:txBody>
              <a:bodyPr wrap="square" lIns="91440" tIns="45720" rIns="91440" bIns="45720" anchor="ctr">
                <a:noAutofit/>
              </a:bodyPr>
              <a:lstStyle/>
              <a:p>
                <a:r>
                  <a:rPr lang="zh-CN" altLang="en-US" sz="1600" b="1" dirty="0">
                    <a:solidFill>
                      <a:schemeClr val="tx1"/>
                    </a:solidFill>
                  </a:rPr>
                  <a:t>为了减少开销，接收方不必每收到一个按序到达且无误码的数据分组就给发送方发送一个相应的确认分组。</a:t>
                </a:r>
                <a:endParaRPr lang="en-US" altLang="zh-CN" sz="1600" b="1" dirty="0">
                  <a:solidFill>
                    <a:schemeClr val="tx1"/>
                  </a:solidFill>
                </a:endParaRPr>
              </a:p>
            </p:txBody>
          </p:sp>
        </p:grpSp>
        <p:grpSp>
          <p:nvGrpSpPr>
            <p:cNvPr id="126" name="组合 125">
              <a:extLst>
                <a:ext uri="{FF2B5EF4-FFF2-40B4-BE49-F238E27FC236}">
                  <a16:creationId xmlns:a16="http://schemas.microsoft.com/office/drawing/2014/main" id="{3A1752B5-F089-4082-80C4-B1563FDCB29D}"/>
                </a:ext>
              </a:extLst>
            </p:cNvPr>
            <p:cNvGrpSpPr/>
            <p:nvPr/>
          </p:nvGrpSpPr>
          <p:grpSpPr>
            <a:xfrm>
              <a:off x="670318" y="2300296"/>
              <a:ext cx="4559567" cy="294493"/>
              <a:chOff x="747024" y="2659354"/>
              <a:chExt cx="4559567" cy="294493"/>
            </a:xfrm>
          </p:grpSpPr>
          <p:sp>
            <p:nvSpPr>
              <p:cNvPr id="127" name="矩形 126">
                <a:extLst>
                  <a:ext uri="{FF2B5EF4-FFF2-40B4-BE49-F238E27FC236}">
                    <a16:creationId xmlns:a16="http://schemas.microsoft.com/office/drawing/2014/main" id="{C1429C33-80A0-47DD-987D-39B3DB68E674}"/>
                  </a:ext>
                </a:extLst>
              </p:cNvPr>
              <p:cNvSpPr/>
              <p:nvPr/>
            </p:nvSpPr>
            <p:spPr>
              <a:xfrm>
                <a:off x="747024" y="2717795"/>
                <a:ext cx="190252" cy="190252"/>
              </a:xfrm>
              <a:prstGeom prst="rect">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mc:AlternateContent xmlns:mc="http://schemas.openxmlformats.org/markup-compatibility/2006" xmlns:a14="http://schemas.microsoft.com/office/drawing/2010/main">
            <mc:Choice Requires="a14">
              <p:sp>
                <p:nvSpPr>
                  <p:cNvPr id="128" name="íşlïḍè">
                    <a:extLst>
                      <a:ext uri="{FF2B5EF4-FFF2-40B4-BE49-F238E27FC236}">
                        <a16:creationId xmlns:a16="http://schemas.microsoft.com/office/drawing/2014/main" id="{4D1BE114-45B7-477D-B963-C47AB97B983B}"/>
                      </a:ext>
                    </a:extLst>
                  </p:cNvPr>
                  <p:cNvSpPr txBox="1"/>
                  <p:nvPr/>
                </p:nvSpPr>
                <p:spPr>
                  <a:xfrm>
                    <a:off x="967027" y="2659354"/>
                    <a:ext cx="1713674" cy="288680"/>
                  </a:xfrm>
                  <a:prstGeom prst="rect">
                    <a:avLst/>
                  </a:prstGeom>
                  <a:noFill/>
                </p:spPr>
                <p:txBody>
                  <a:bodyPr wrap="square" lIns="91440" tIns="45720" rIns="91440" bIns="45720" anchor="ctr">
                    <a:noAutofit/>
                  </a:bodyPr>
                  <a:lstStyle/>
                  <a:p>
                    <a:r>
                      <a:rPr lang="zh-CN" altLang="en-US" sz="1600" b="1" dirty="0">
                        <a:solidFill>
                          <a:schemeClr val="tx1"/>
                        </a:solidFill>
                      </a:rPr>
                      <a:t>如果</a:t>
                    </a:r>
                    <a14:m>
                      <m:oMath xmlns:m="http://schemas.openxmlformats.org/officeDocument/2006/math">
                        <m:sSub>
                          <m:sSubPr>
                            <m:ctrlPr>
                              <a:rPr lang="en-US" altLang="zh-CN" sz="1600" b="1" i="1" smtClean="0">
                                <a:solidFill>
                                  <a:schemeClr val="tx1"/>
                                </a:solidFill>
                                <a:latin typeface="Cambria Math" panose="02040503050406030204" pitchFamily="18" charset="0"/>
                                <a:ea typeface="Cambria Math" panose="02040503050406030204" pitchFamily="18" charset="0"/>
                              </a:rPr>
                            </m:ctrlPr>
                          </m:sSubPr>
                          <m:e>
                            <m:r>
                              <a:rPr lang="en-US" altLang="zh-CN" sz="1600" b="1" i="1">
                                <a:solidFill>
                                  <a:schemeClr val="tx1"/>
                                </a:solidFill>
                                <a:latin typeface="Cambria Math" panose="02040503050406030204" pitchFamily="18" charset="0"/>
                                <a:ea typeface="Cambria Math" panose="02040503050406030204" pitchFamily="18" charset="0"/>
                              </a:rPr>
                              <m:t>𝑾</m:t>
                            </m:r>
                          </m:e>
                          <m:sub>
                            <m:r>
                              <a:rPr lang="en-US" altLang="zh-CN" sz="1600" b="1" i="1">
                                <a:solidFill>
                                  <a:schemeClr val="tx1"/>
                                </a:solidFill>
                                <a:latin typeface="Cambria Math" panose="02040503050406030204" pitchFamily="18" charset="0"/>
                                <a:ea typeface="Cambria Math" panose="02040503050406030204" pitchFamily="18" charset="0"/>
                              </a:rPr>
                              <m:t>𝑻</m:t>
                            </m:r>
                          </m:sub>
                        </m:sSub>
                        <m:r>
                          <a:rPr lang="en-US" altLang="zh-CN" sz="1600" b="1" i="1">
                            <a:latin typeface="Cambria Math" panose="02040503050406030204" pitchFamily="18" charset="0"/>
                            <a:ea typeface="Cambria Math" panose="02040503050406030204" pitchFamily="18" charset="0"/>
                          </a:rPr>
                          <m:t>=</m:t>
                        </m:r>
                        <m:r>
                          <a:rPr lang="en-US" altLang="zh-CN" sz="1600" b="1" i="1" smtClean="0">
                            <a:latin typeface="Cambria Math" panose="02040503050406030204" pitchFamily="18" charset="0"/>
                            <a:ea typeface="Cambria Math" panose="02040503050406030204" pitchFamily="18" charset="0"/>
                          </a:rPr>
                          <m:t>𝟏</m:t>
                        </m:r>
                      </m:oMath>
                    </a14:m>
                    <a:endParaRPr lang="en-US" altLang="zh-CN" sz="1600" b="1" dirty="0">
                      <a:solidFill>
                        <a:schemeClr val="tx1"/>
                      </a:solidFill>
                    </a:endParaRPr>
                  </a:p>
                </p:txBody>
              </p:sp>
            </mc:Choice>
            <mc:Fallback xmlns="">
              <p:sp>
                <p:nvSpPr>
                  <p:cNvPr id="128" name="íşlïḍè">
                    <a:extLst>
                      <a:ext uri="{FF2B5EF4-FFF2-40B4-BE49-F238E27FC236}">
                        <a16:creationId xmlns:a16="http://schemas.microsoft.com/office/drawing/2014/main" id="{4D1BE114-45B7-477D-B963-C47AB97B983B}"/>
                      </a:ext>
                    </a:extLst>
                  </p:cNvPr>
                  <p:cNvSpPr txBox="1">
                    <a:spLocks noRot="1" noChangeAspect="1" noMove="1" noResize="1" noEditPoints="1" noAdjustHandles="1" noChangeArrowheads="1" noChangeShapeType="1" noTextEdit="1"/>
                  </p:cNvSpPr>
                  <p:nvPr/>
                </p:nvSpPr>
                <p:spPr>
                  <a:xfrm>
                    <a:off x="967027" y="2659354"/>
                    <a:ext cx="1713674" cy="288680"/>
                  </a:xfrm>
                  <a:prstGeom prst="rect">
                    <a:avLst/>
                  </a:prstGeom>
                  <a:blipFill>
                    <a:blip r:embed="rId6"/>
                    <a:stretch>
                      <a:fillRect l="-1779" t="-12500" b="-35417"/>
                    </a:stretch>
                  </a:blipFill>
                </p:spPr>
                <p:txBody>
                  <a:bodyPr/>
                  <a:lstStyle/>
                  <a:p>
                    <a:r>
                      <a:rPr lang="zh-CN" altLang="en-US">
                        <a:noFill/>
                      </a:rPr>
                      <a:t> </a:t>
                    </a:r>
                  </a:p>
                </p:txBody>
              </p:sp>
            </mc:Fallback>
          </mc:AlternateContent>
          <p:sp>
            <p:nvSpPr>
              <p:cNvPr id="129" name="íşlïḍè">
                <a:extLst>
                  <a:ext uri="{FF2B5EF4-FFF2-40B4-BE49-F238E27FC236}">
                    <a16:creationId xmlns:a16="http://schemas.microsoft.com/office/drawing/2014/main" id="{85690EA6-60AE-4175-B196-4F4D7E4A8B06}"/>
                  </a:ext>
                </a:extLst>
              </p:cNvPr>
              <p:cNvSpPr txBox="1"/>
              <p:nvPr/>
            </p:nvSpPr>
            <p:spPr>
              <a:xfrm>
                <a:off x="2939457" y="2665167"/>
                <a:ext cx="2367134" cy="288680"/>
              </a:xfrm>
              <a:prstGeom prst="rect">
                <a:avLst/>
              </a:prstGeom>
              <a:noFill/>
            </p:spPr>
            <p:txBody>
              <a:bodyPr wrap="square" lIns="91440" tIns="45720" rIns="91440" bIns="45720" anchor="ctr">
                <a:noAutofit/>
              </a:bodyPr>
              <a:lstStyle/>
              <a:p>
                <a:r>
                  <a:rPr lang="zh-CN" altLang="en-US" sz="1600" b="1" dirty="0">
                    <a:solidFill>
                      <a:schemeClr val="tx1"/>
                    </a:solidFill>
                  </a:rPr>
                  <a:t>变成了停止</a:t>
                </a:r>
                <a:r>
                  <a:rPr lang="en-US" altLang="zh-CN" sz="1600" b="1" dirty="0">
                    <a:solidFill>
                      <a:schemeClr val="tx1"/>
                    </a:solidFill>
                  </a:rPr>
                  <a:t>-</a:t>
                </a:r>
                <a:r>
                  <a:rPr lang="zh-CN" altLang="en-US" sz="1600" b="1" dirty="0">
                    <a:solidFill>
                      <a:schemeClr val="tx1"/>
                    </a:solidFill>
                  </a:rPr>
                  <a:t>等待协议</a:t>
                </a:r>
                <a:endParaRPr lang="en-US" altLang="zh-CN" sz="1600" b="1" dirty="0">
                  <a:solidFill>
                    <a:schemeClr val="tx1"/>
                  </a:solidFill>
                </a:endParaRPr>
              </a:p>
            </p:txBody>
          </p:sp>
        </p:grpSp>
        <p:grpSp>
          <p:nvGrpSpPr>
            <p:cNvPr id="135" name="组合 134">
              <a:extLst>
                <a:ext uri="{FF2B5EF4-FFF2-40B4-BE49-F238E27FC236}">
                  <a16:creationId xmlns:a16="http://schemas.microsoft.com/office/drawing/2014/main" id="{01F30EEB-8E10-4A80-8719-A61E506A3003}"/>
                </a:ext>
              </a:extLst>
            </p:cNvPr>
            <p:cNvGrpSpPr/>
            <p:nvPr/>
          </p:nvGrpSpPr>
          <p:grpSpPr>
            <a:xfrm>
              <a:off x="6687334" y="4077953"/>
              <a:ext cx="5195481" cy="547356"/>
              <a:chOff x="6601816" y="4577232"/>
              <a:chExt cx="5195481" cy="547356"/>
            </a:xfrm>
          </p:grpSpPr>
          <p:sp>
            <p:nvSpPr>
              <p:cNvPr id="130" name="矩形 129">
                <a:extLst>
                  <a:ext uri="{FF2B5EF4-FFF2-40B4-BE49-F238E27FC236}">
                    <a16:creationId xmlns:a16="http://schemas.microsoft.com/office/drawing/2014/main" id="{55F38A4E-EBE7-4F94-8FFF-F6C3DD4B2E45}"/>
                  </a:ext>
                </a:extLst>
              </p:cNvPr>
              <p:cNvSpPr/>
              <p:nvPr/>
            </p:nvSpPr>
            <p:spPr>
              <a:xfrm>
                <a:off x="6601816" y="4635673"/>
                <a:ext cx="190252" cy="190252"/>
              </a:xfrm>
              <a:prstGeom prst="rect">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131" name="íşlïḍè">
                <a:extLst>
                  <a:ext uri="{FF2B5EF4-FFF2-40B4-BE49-F238E27FC236}">
                    <a16:creationId xmlns:a16="http://schemas.microsoft.com/office/drawing/2014/main" id="{C9B5226E-B32C-49C1-9C5E-D776F81AA871}"/>
                  </a:ext>
                </a:extLst>
              </p:cNvPr>
              <p:cNvSpPr txBox="1"/>
              <p:nvPr/>
            </p:nvSpPr>
            <p:spPr>
              <a:xfrm>
                <a:off x="6821818" y="4577232"/>
                <a:ext cx="4975479" cy="547356"/>
              </a:xfrm>
              <a:prstGeom prst="rect">
                <a:avLst/>
              </a:prstGeom>
              <a:noFill/>
            </p:spPr>
            <p:txBody>
              <a:bodyPr wrap="square" lIns="91440" tIns="45720" rIns="91440" bIns="45720" anchor="ctr">
                <a:noAutofit/>
              </a:bodyPr>
              <a:lstStyle/>
              <a:p>
                <a:r>
                  <a:rPr lang="zh-CN" altLang="en-US" sz="1600" b="1" dirty="0">
                    <a:solidFill>
                      <a:schemeClr val="tx1"/>
                    </a:solidFill>
                  </a:rPr>
                  <a:t>或者可以在自己有数据分组要发送时才对之前按序接收且无误码的数据分组进行捎带确认。</a:t>
                </a:r>
                <a:endParaRPr lang="en-US" altLang="zh-CN" sz="1600" b="1" dirty="0">
                  <a:solidFill>
                    <a:schemeClr val="tx1"/>
                  </a:solidFill>
                </a:endParaRPr>
              </a:p>
            </p:txBody>
          </p:sp>
        </p:grpSp>
        <p:sp>
          <p:nvSpPr>
            <p:cNvPr id="136" name="矩形 135">
              <a:extLst>
                <a:ext uri="{FF2B5EF4-FFF2-40B4-BE49-F238E27FC236}">
                  <a16:creationId xmlns:a16="http://schemas.microsoft.com/office/drawing/2014/main" id="{43E7D476-61B2-4CD7-9BC8-9C8959FD0062}"/>
                </a:ext>
              </a:extLst>
            </p:cNvPr>
            <p:cNvSpPr/>
            <p:nvPr/>
          </p:nvSpPr>
          <p:spPr>
            <a:xfrm>
              <a:off x="317996" y="5528870"/>
              <a:ext cx="11581644" cy="822540"/>
            </a:xfrm>
            <a:prstGeom prst="rect">
              <a:avLst/>
            </a:prstGeom>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nSpc>
                  <a:spcPts val="2100"/>
                </a:lnSpc>
              </a:pPr>
              <a:r>
                <a:rPr lang="zh-CN" altLang="en-US" sz="1600" b="1" dirty="0"/>
                <a:t>回退</a:t>
              </a:r>
              <a:r>
                <a:rPr lang="en-US" altLang="zh-CN" sz="1600" b="1" dirty="0"/>
                <a:t>N</a:t>
              </a:r>
              <a:r>
                <a:rPr lang="zh-CN" altLang="en-US" sz="1600" b="1" dirty="0"/>
                <a:t>帧协议在</a:t>
              </a:r>
              <a:r>
                <a:rPr lang="zh-CN" altLang="en-US" sz="1600" b="1" dirty="0">
                  <a:solidFill>
                    <a:schemeClr val="tx1"/>
                  </a:solidFill>
                  <a:highlight>
                    <a:srgbClr val="F4B919"/>
                  </a:highlight>
                </a:rPr>
                <a:t>流水线传输</a:t>
              </a:r>
              <a:r>
                <a:rPr lang="zh-CN" altLang="en-US" sz="1600" b="1" dirty="0"/>
                <a:t>的基础上，利用发送窗口来限制发送方连续发送数据分组的数量，是一种</a:t>
              </a:r>
              <a:r>
                <a:rPr lang="zh-CN" altLang="en-US" sz="1600" b="1" dirty="0">
                  <a:solidFill>
                    <a:schemeClr val="tx1"/>
                  </a:solidFill>
                  <a:highlight>
                    <a:srgbClr val="F4B919"/>
                  </a:highlight>
                </a:rPr>
                <a:t>连续</a:t>
              </a:r>
              <a:r>
                <a:rPr lang="en-US" altLang="zh-CN" sz="1600" b="1" dirty="0">
                  <a:solidFill>
                    <a:schemeClr val="tx1"/>
                  </a:solidFill>
                  <a:highlight>
                    <a:srgbClr val="F4B919"/>
                  </a:highlight>
                </a:rPr>
                <a:t>ARQ</a:t>
              </a:r>
              <a:r>
                <a:rPr lang="zh-CN" altLang="en-US" sz="1600" b="1" dirty="0">
                  <a:solidFill>
                    <a:schemeClr val="tx1"/>
                  </a:solidFill>
                  <a:highlight>
                    <a:srgbClr val="F4B919"/>
                  </a:highlight>
                </a:rPr>
                <a:t>协议</a:t>
              </a:r>
              <a:r>
                <a:rPr lang="zh-CN" altLang="en-US" sz="1600" b="1" dirty="0"/>
                <a:t>。</a:t>
              </a:r>
              <a:endParaRPr lang="en-US" altLang="zh-CN" sz="1600" b="1" dirty="0"/>
            </a:p>
            <a:p>
              <a:pPr>
                <a:lnSpc>
                  <a:spcPts val="2100"/>
                </a:lnSpc>
              </a:pPr>
              <a:r>
                <a:rPr lang="zh-CN" altLang="en-US" sz="1600" b="1" dirty="0"/>
                <a:t>在回退</a:t>
              </a:r>
              <a:r>
                <a:rPr lang="en-US" altLang="zh-CN" sz="1600" b="1" dirty="0"/>
                <a:t>N</a:t>
              </a:r>
              <a:r>
                <a:rPr lang="zh-CN" altLang="en-US" sz="1600" b="1" dirty="0"/>
                <a:t>帧协议的工作过程中，发送窗口和接收窗口不断向前滑动，因此这类协议又称为</a:t>
              </a:r>
              <a:r>
                <a:rPr lang="zh-CN" altLang="en-US" sz="1600" b="1" dirty="0">
                  <a:solidFill>
                    <a:schemeClr val="tx1"/>
                  </a:solidFill>
                  <a:highlight>
                    <a:srgbClr val="F4B919"/>
                  </a:highlight>
                </a:rPr>
                <a:t>滑动窗口协议</a:t>
              </a:r>
              <a:r>
                <a:rPr lang="zh-CN" altLang="en-US" sz="1600" b="1" dirty="0"/>
                <a:t>。</a:t>
              </a:r>
              <a:endParaRPr lang="en-US" altLang="zh-CN" sz="1600" b="1" dirty="0"/>
            </a:p>
            <a:p>
              <a:pPr>
                <a:lnSpc>
                  <a:spcPts val="2100"/>
                </a:lnSpc>
              </a:pPr>
              <a:r>
                <a:rPr lang="zh-CN" altLang="en-US" sz="1600" b="1" dirty="0">
                  <a:solidFill>
                    <a:schemeClr val="tx1"/>
                  </a:solidFill>
                  <a:highlight>
                    <a:srgbClr val="F4B919"/>
                  </a:highlight>
                </a:rPr>
                <a:t>在信道质量较差（容易出现误码）的情况下，回退</a:t>
              </a:r>
              <a:r>
                <a:rPr lang="en-US" altLang="zh-CN" sz="1600" b="1" dirty="0">
                  <a:solidFill>
                    <a:schemeClr val="tx1"/>
                  </a:solidFill>
                  <a:highlight>
                    <a:srgbClr val="F4B919"/>
                  </a:highlight>
                </a:rPr>
                <a:t>N</a:t>
              </a:r>
              <a:r>
                <a:rPr lang="zh-CN" altLang="en-US" sz="1600" b="1" dirty="0">
                  <a:solidFill>
                    <a:schemeClr val="tx1"/>
                  </a:solidFill>
                  <a:highlight>
                    <a:srgbClr val="F4B919"/>
                  </a:highlight>
                </a:rPr>
                <a:t>帧协议的信道利用率并不比停止</a:t>
              </a:r>
              <a:r>
                <a:rPr lang="en-US" altLang="zh-CN" sz="1600" b="1" dirty="0">
                  <a:solidFill>
                    <a:schemeClr val="tx1"/>
                  </a:solidFill>
                  <a:highlight>
                    <a:srgbClr val="F4B919"/>
                  </a:highlight>
                </a:rPr>
                <a:t>-</a:t>
              </a:r>
              <a:r>
                <a:rPr lang="zh-CN" altLang="en-US" sz="1600" b="1" dirty="0">
                  <a:solidFill>
                    <a:schemeClr val="tx1"/>
                  </a:solidFill>
                  <a:highlight>
                    <a:srgbClr val="F4B919"/>
                  </a:highlight>
                </a:rPr>
                <a:t>等待协议的信道利用率高。</a:t>
              </a:r>
            </a:p>
          </p:txBody>
        </p:sp>
      </p:grpSp>
      <p:sp>
        <p:nvSpPr>
          <p:cNvPr id="53" name="平行四边形 52">
            <a:extLst>
              <a:ext uri="{FF2B5EF4-FFF2-40B4-BE49-F238E27FC236}">
                <a16:creationId xmlns:a16="http://schemas.microsoft.com/office/drawing/2014/main" id="{90A78164-21C4-2D49-EB61-863E168D3AEE}"/>
              </a:ext>
            </a:extLst>
          </p:cNvPr>
          <p:cNvSpPr/>
          <p:nvPr/>
        </p:nvSpPr>
        <p:spPr>
          <a:xfrm>
            <a:off x="304799" y="749300"/>
            <a:ext cx="695119" cy="387090"/>
          </a:xfrm>
          <a:prstGeom prst="parallelogram">
            <a:avLst/>
          </a:prstGeom>
          <a:solidFill>
            <a:schemeClr val="accent3">
              <a:lumMod val="75000"/>
            </a:schemeClr>
          </a:solidFill>
          <a:ln>
            <a:solidFill>
              <a:schemeClr val="accent3">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CN" sz="2200" dirty="0">
                <a:latin typeface="Impact" panose="020B0806030902050204" pitchFamily="34" charset="0"/>
              </a:rPr>
              <a:t>04</a:t>
            </a:r>
            <a:endParaRPr lang="zh-CN" altLang="en-US" sz="2200" dirty="0">
              <a:latin typeface="Impact" panose="020B0806030902050204" pitchFamily="34" charset="0"/>
            </a:endParaRPr>
          </a:p>
        </p:txBody>
      </p:sp>
    </p:spTree>
    <p:custDataLst>
      <p:tags r:id="rId1"/>
    </p:custDataLst>
    <p:extLst>
      <p:ext uri="{BB962C8B-B14F-4D97-AF65-F5344CB8AC3E}">
        <p14:creationId xmlns:p14="http://schemas.microsoft.com/office/powerpoint/2010/main" val="1755007544"/>
      </p:ext>
    </p:extLst>
  </p:cSld>
  <p:clrMapOvr>
    <a:masterClrMapping/>
  </p:clrMapOvr>
  <mc:AlternateContent xmlns:mc="http://schemas.openxmlformats.org/markup-compatibility/2006" xmlns:p14="http://schemas.microsoft.com/office/powerpoint/2010/main">
    <mc:Choice Requires="p14">
      <p:transition p14:dur="10"/>
    </mc:Choice>
    <mc:Fallback xmlns="">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30" presetClass="entr" presetSubtype="0" fill="hold" nodeType="withEffect">
                                  <p:stCondLst>
                                    <p:cond delay="0"/>
                                  </p:stCondLst>
                                  <p:childTnLst>
                                    <p:set>
                                      <p:cBhvr>
                                        <p:cTn id="6" dur="1" fill="hold">
                                          <p:stCondLst>
                                            <p:cond delay="0"/>
                                          </p:stCondLst>
                                        </p:cTn>
                                        <p:tgtEl>
                                          <p:spTgt spid="137"/>
                                        </p:tgtEl>
                                        <p:attrNameLst>
                                          <p:attrName>style.visibility</p:attrName>
                                        </p:attrNameLst>
                                      </p:cBhvr>
                                      <p:to>
                                        <p:strVal val="visible"/>
                                      </p:to>
                                    </p:set>
                                    <p:animEffect transition="in" filter="fade">
                                      <p:cBhvr>
                                        <p:cTn id="7" dur="800" decel="100000"/>
                                        <p:tgtEl>
                                          <p:spTgt spid="137"/>
                                        </p:tgtEl>
                                      </p:cBhvr>
                                    </p:animEffect>
                                    <p:anim calcmode="lin" valueType="num">
                                      <p:cBhvr>
                                        <p:cTn id="8" dur="800" decel="100000" fill="hold"/>
                                        <p:tgtEl>
                                          <p:spTgt spid="137"/>
                                        </p:tgtEl>
                                        <p:attrNameLst>
                                          <p:attrName>style.rotation</p:attrName>
                                        </p:attrNameLst>
                                      </p:cBhvr>
                                      <p:tavLst>
                                        <p:tav tm="0">
                                          <p:val>
                                            <p:fltVal val="-90"/>
                                          </p:val>
                                        </p:tav>
                                        <p:tav tm="100000">
                                          <p:val>
                                            <p:fltVal val="0"/>
                                          </p:val>
                                        </p:tav>
                                      </p:tavLst>
                                    </p:anim>
                                    <p:anim calcmode="lin" valueType="num">
                                      <p:cBhvr>
                                        <p:cTn id="9" dur="800" decel="100000" fill="hold"/>
                                        <p:tgtEl>
                                          <p:spTgt spid="137"/>
                                        </p:tgtEl>
                                        <p:attrNameLst>
                                          <p:attrName>ppt_x</p:attrName>
                                        </p:attrNameLst>
                                      </p:cBhvr>
                                      <p:tavLst>
                                        <p:tav tm="0">
                                          <p:val>
                                            <p:strVal val="#ppt_x+0.4"/>
                                          </p:val>
                                        </p:tav>
                                        <p:tav tm="100000">
                                          <p:val>
                                            <p:strVal val="#ppt_x-0.05"/>
                                          </p:val>
                                        </p:tav>
                                      </p:tavLst>
                                    </p:anim>
                                    <p:anim calcmode="lin" valueType="num">
                                      <p:cBhvr>
                                        <p:cTn id="10" dur="800" decel="100000" fill="hold"/>
                                        <p:tgtEl>
                                          <p:spTgt spid="137"/>
                                        </p:tgtEl>
                                        <p:attrNameLst>
                                          <p:attrName>ppt_y</p:attrName>
                                        </p:attrNameLst>
                                      </p:cBhvr>
                                      <p:tavLst>
                                        <p:tav tm="0">
                                          <p:val>
                                            <p:strVal val="#ppt_y-0.4"/>
                                          </p:val>
                                        </p:tav>
                                        <p:tav tm="100000">
                                          <p:val>
                                            <p:strVal val="#ppt_y+0.1"/>
                                          </p:val>
                                        </p:tav>
                                      </p:tavLst>
                                    </p:anim>
                                    <p:anim calcmode="lin" valueType="num">
                                      <p:cBhvr>
                                        <p:cTn id="11" dur="200" accel="100000" fill="hold">
                                          <p:stCondLst>
                                            <p:cond delay="800"/>
                                          </p:stCondLst>
                                        </p:cTn>
                                        <p:tgtEl>
                                          <p:spTgt spid="137"/>
                                        </p:tgtEl>
                                        <p:attrNameLst>
                                          <p:attrName>ppt_x</p:attrName>
                                        </p:attrNameLst>
                                      </p:cBhvr>
                                      <p:tavLst>
                                        <p:tav tm="0">
                                          <p:val>
                                            <p:strVal val="#ppt_x-0.05"/>
                                          </p:val>
                                        </p:tav>
                                        <p:tav tm="100000">
                                          <p:val>
                                            <p:strVal val="#ppt_x"/>
                                          </p:val>
                                        </p:tav>
                                      </p:tavLst>
                                    </p:anim>
                                    <p:anim calcmode="lin" valueType="num">
                                      <p:cBhvr>
                                        <p:cTn id="12" dur="200" accel="100000" fill="hold">
                                          <p:stCondLst>
                                            <p:cond delay="800"/>
                                          </p:stCondLst>
                                        </p:cTn>
                                        <p:tgtEl>
                                          <p:spTgt spid="137"/>
                                        </p:tgtEl>
                                        <p:attrNameLst>
                                          <p:attrName>ppt_y</p:attrName>
                                        </p:attrNameLst>
                                      </p:cBhvr>
                                      <p:tavLst>
                                        <p:tav tm="0">
                                          <p:val>
                                            <p:strVal val="#ppt_y+0.1"/>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19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4" name="组合 3">
            <a:extLst>
              <a:ext uri="{FF2B5EF4-FFF2-40B4-BE49-F238E27FC236}">
                <a16:creationId xmlns:a16="http://schemas.microsoft.com/office/drawing/2014/main" id="{9A1EA9F2-FCB6-48C3-935F-7AE7E3AD14AC}"/>
              </a:ext>
            </a:extLst>
          </p:cNvPr>
          <p:cNvGrpSpPr/>
          <p:nvPr/>
        </p:nvGrpSpPr>
        <p:grpSpPr>
          <a:xfrm>
            <a:off x="304800" y="749300"/>
            <a:ext cx="6192344" cy="400110"/>
            <a:chOff x="424117" y="898245"/>
            <a:chExt cx="6192344" cy="400110"/>
          </a:xfrm>
        </p:grpSpPr>
        <p:sp>
          <p:nvSpPr>
            <p:cNvPr id="2" name="平行四边形 1">
              <a:extLst>
                <a:ext uri="{FF2B5EF4-FFF2-40B4-BE49-F238E27FC236}">
                  <a16:creationId xmlns:a16="http://schemas.microsoft.com/office/drawing/2014/main" id="{1F5BAA3F-9845-4F89-A2DD-8222D3E4EDAC}"/>
                </a:ext>
              </a:extLst>
            </p:cNvPr>
            <p:cNvSpPr/>
            <p:nvPr/>
          </p:nvSpPr>
          <p:spPr>
            <a:xfrm>
              <a:off x="424117" y="898245"/>
              <a:ext cx="675384" cy="387090"/>
            </a:xfrm>
            <a:prstGeom prst="parallelogram">
              <a:avLst/>
            </a:prstGeom>
            <a:solidFill>
              <a:schemeClr val="accent3">
                <a:lumMod val="75000"/>
              </a:schemeClr>
            </a:solidFill>
            <a:ln>
              <a:solidFill>
                <a:schemeClr val="accent3">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CN" sz="2200" dirty="0">
                  <a:latin typeface="Impact" panose="020B0806030902050204" pitchFamily="34" charset="0"/>
                </a:rPr>
                <a:t>05</a:t>
              </a:r>
              <a:endParaRPr lang="zh-CN" altLang="en-US" sz="2200" dirty="0">
                <a:latin typeface="Impact" panose="020B0806030902050204" pitchFamily="34" charset="0"/>
              </a:endParaRPr>
            </a:p>
          </p:txBody>
        </p:sp>
        <p:sp>
          <p:nvSpPr>
            <p:cNvPr id="3" name="文本框 2">
              <a:extLst>
                <a:ext uri="{FF2B5EF4-FFF2-40B4-BE49-F238E27FC236}">
                  <a16:creationId xmlns:a16="http://schemas.microsoft.com/office/drawing/2014/main" id="{4D6BD736-A4D3-4F26-AFED-36E11F50F70B}"/>
                </a:ext>
              </a:extLst>
            </p:cNvPr>
            <p:cNvSpPr txBox="1"/>
            <p:nvPr/>
          </p:nvSpPr>
          <p:spPr>
            <a:xfrm>
              <a:off x="1052423" y="898245"/>
              <a:ext cx="5564038" cy="400110"/>
            </a:xfrm>
            <a:prstGeom prst="rect">
              <a:avLst/>
            </a:prstGeom>
            <a:noFill/>
          </p:spPr>
          <p:txBody>
            <a:bodyPr wrap="square" rtlCol="0">
              <a:spAutoFit/>
            </a:bodyPr>
            <a:lstStyle/>
            <a:p>
              <a:r>
                <a:rPr lang="zh-CN" altLang="en-US" sz="2000" b="1" dirty="0"/>
                <a:t>选择重传协议</a:t>
              </a:r>
            </a:p>
          </p:txBody>
        </p:sp>
      </p:grpSp>
      <p:sp>
        <p:nvSpPr>
          <p:cNvPr id="5" name="文本框 4">
            <a:extLst>
              <a:ext uri="{FF2B5EF4-FFF2-40B4-BE49-F238E27FC236}">
                <a16:creationId xmlns:a16="http://schemas.microsoft.com/office/drawing/2014/main" id="{19C75E89-F22A-43E3-92AD-45C16B56645A}"/>
              </a:ext>
            </a:extLst>
          </p:cNvPr>
          <p:cNvSpPr txBox="1"/>
          <p:nvPr/>
        </p:nvSpPr>
        <p:spPr>
          <a:xfrm>
            <a:off x="2148949" y="1269634"/>
            <a:ext cx="7907257" cy="400110"/>
          </a:xfrm>
          <a:prstGeom prst="rect">
            <a:avLst/>
          </a:prstGeom>
          <a:noFill/>
        </p:spPr>
        <p:txBody>
          <a:bodyPr wrap="square" rtlCol="0">
            <a:spAutoFit/>
          </a:bodyPr>
          <a:lstStyle/>
          <a:p>
            <a:pPr algn="ctr"/>
            <a:r>
              <a:rPr lang="zh-CN" altLang="en-US" sz="2000" b="1" dirty="0">
                <a:latin typeface="Arial Narrow" panose="020B0606020202030204" pitchFamily="34" charset="0"/>
              </a:rPr>
              <a:t>从</a:t>
            </a:r>
            <a:r>
              <a:rPr lang="zh-CN" altLang="en-US" sz="2000" b="1" dirty="0">
                <a:solidFill>
                  <a:schemeClr val="accent1">
                    <a:lumMod val="75000"/>
                  </a:schemeClr>
                </a:solidFill>
                <a:latin typeface="Arial Narrow" panose="020B0606020202030204" pitchFamily="34" charset="0"/>
              </a:rPr>
              <a:t>滑动窗口</a:t>
            </a:r>
            <a:r>
              <a:rPr lang="zh-CN" altLang="en-US" sz="2000" b="1" dirty="0">
                <a:latin typeface="Arial Narrow" panose="020B0606020202030204" pitchFamily="34" charset="0"/>
              </a:rPr>
              <a:t>的角度对比停止</a:t>
            </a:r>
            <a:r>
              <a:rPr lang="en-US" altLang="zh-CN" sz="2000" b="1" dirty="0">
                <a:latin typeface="Arial Narrow" panose="020B0606020202030204" pitchFamily="34" charset="0"/>
              </a:rPr>
              <a:t>-</a:t>
            </a:r>
            <a:r>
              <a:rPr lang="zh-CN" altLang="en-US" sz="2000" b="1" dirty="0">
                <a:latin typeface="Arial Narrow" panose="020B0606020202030204" pitchFamily="34" charset="0"/>
              </a:rPr>
              <a:t>等待协议、回退</a:t>
            </a:r>
            <a:r>
              <a:rPr lang="en-US" altLang="zh-CN" sz="2000" b="1" dirty="0">
                <a:latin typeface="Arial Narrow" panose="020B0606020202030204" pitchFamily="34" charset="0"/>
              </a:rPr>
              <a:t>N</a:t>
            </a:r>
            <a:r>
              <a:rPr lang="zh-CN" altLang="en-US" sz="2000" b="1" dirty="0">
                <a:latin typeface="Arial Narrow" panose="020B0606020202030204" pitchFamily="34" charset="0"/>
              </a:rPr>
              <a:t>帧协议和选择重传协议</a:t>
            </a:r>
          </a:p>
        </p:txBody>
      </p:sp>
      <p:grpSp>
        <p:nvGrpSpPr>
          <p:cNvPr id="10" name="组合 9">
            <a:extLst>
              <a:ext uri="{FF2B5EF4-FFF2-40B4-BE49-F238E27FC236}">
                <a16:creationId xmlns:a16="http://schemas.microsoft.com/office/drawing/2014/main" id="{C586B193-37A6-49ED-AD16-AFCBD9368099}"/>
              </a:ext>
            </a:extLst>
          </p:cNvPr>
          <p:cNvGrpSpPr/>
          <p:nvPr/>
        </p:nvGrpSpPr>
        <p:grpSpPr>
          <a:xfrm>
            <a:off x="304800" y="1869449"/>
            <a:ext cx="11582400" cy="4228746"/>
            <a:chOff x="304800" y="1869449"/>
            <a:chExt cx="11582400" cy="4228746"/>
          </a:xfrm>
        </p:grpSpPr>
        <p:sp>
          <p:nvSpPr>
            <p:cNvPr id="6" name="矩形 5">
              <a:extLst>
                <a:ext uri="{FF2B5EF4-FFF2-40B4-BE49-F238E27FC236}">
                  <a16:creationId xmlns:a16="http://schemas.microsoft.com/office/drawing/2014/main" id="{907C70DD-B12B-4768-A1E4-980F0544F599}"/>
                </a:ext>
              </a:extLst>
            </p:cNvPr>
            <p:cNvSpPr/>
            <p:nvPr/>
          </p:nvSpPr>
          <p:spPr>
            <a:xfrm>
              <a:off x="304800" y="1869449"/>
              <a:ext cx="3729963" cy="400110"/>
            </a:xfrm>
            <a:prstGeom prst="rect">
              <a:avLst/>
            </a:prstGeom>
          </p:spPr>
          <p:style>
            <a:lnRef idx="2">
              <a:schemeClr val="accent4">
                <a:shade val="50000"/>
              </a:schemeClr>
            </a:lnRef>
            <a:fillRef idx="1">
              <a:schemeClr val="accent4"/>
            </a:fillRef>
            <a:effectRef idx="0">
              <a:schemeClr val="accent4"/>
            </a:effectRef>
            <a:fontRef idx="minor">
              <a:schemeClr val="lt1"/>
            </a:fontRef>
          </p:style>
          <p:txBody>
            <a:bodyPr rtlCol="0" anchor="ctr"/>
            <a:lstStyle/>
            <a:p>
              <a:pPr algn="ctr"/>
              <a:r>
                <a:rPr lang="zh-CN" altLang="en-US" b="1" dirty="0"/>
                <a:t>停止</a:t>
              </a:r>
              <a:r>
                <a:rPr lang="en-US" altLang="zh-CN" b="1" dirty="0"/>
                <a:t>-</a:t>
              </a:r>
              <a:r>
                <a:rPr lang="zh-CN" altLang="en-US" b="1" dirty="0"/>
                <a:t>等待协议</a:t>
              </a:r>
            </a:p>
          </p:txBody>
        </p:sp>
        <p:sp>
          <p:nvSpPr>
            <p:cNvPr id="42" name="矩形 41">
              <a:extLst>
                <a:ext uri="{FF2B5EF4-FFF2-40B4-BE49-F238E27FC236}">
                  <a16:creationId xmlns:a16="http://schemas.microsoft.com/office/drawing/2014/main" id="{B25D031E-2737-466E-8054-BD6F70060833}"/>
                </a:ext>
              </a:extLst>
            </p:cNvPr>
            <p:cNvSpPr/>
            <p:nvPr/>
          </p:nvSpPr>
          <p:spPr>
            <a:xfrm>
              <a:off x="4231018" y="1869449"/>
              <a:ext cx="3729963" cy="400110"/>
            </a:xfrm>
            <a:prstGeom prst="rect">
              <a:avLst/>
            </a:prstGeom>
          </p:spPr>
          <p:style>
            <a:lnRef idx="2">
              <a:schemeClr val="accent3">
                <a:shade val="50000"/>
              </a:schemeClr>
            </a:lnRef>
            <a:fillRef idx="1">
              <a:schemeClr val="accent3"/>
            </a:fillRef>
            <a:effectRef idx="0">
              <a:schemeClr val="accent3"/>
            </a:effectRef>
            <a:fontRef idx="minor">
              <a:schemeClr val="lt1"/>
            </a:fontRef>
          </p:style>
          <p:txBody>
            <a:bodyPr rtlCol="0" anchor="ctr"/>
            <a:lstStyle/>
            <a:p>
              <a:pPr algn="ctr"/>
              <a:r>
                <a:rPr lang="zh-CN" altLang="en-US" b="1" dirty="0"/>
                <a:t>回退</a:t>
              </a:r>
              <a:r>
                <a:rPr lang="en-US" altLang="zh-CN" b="1" dirty="0"/>
                <a:t>N</a:t>
              </a:r>
              <a:r>
                <a:rPr lang="zh-CN" altLang="en-US" b="1" dirty="0"/>
                <a:t>帧协议</a:t>
              </a:r>
            </a:p>
          </p:txBody>
        </p:sp>
        <p:sp>
          <p:nvSpPr>
            <p:cNvPr id="43" name="矩形 42">
              <a:extLst>
                <a:ext uri="{FF2B5EF4-FFF2-40B4-BE49-F238E27FC236}">
                  <a16:creationId xmlns:a16="http://schemas.microsoft.com/office/drawing/2014/main" id="{B44B7297-41EC-4842-843E-96EFA244095A}"/>
                </a:ext>
              </a:extLst>
            </p:cNvPr>
            <p:cNvSpPr/>
            <p:nvPr/>
          </p:nvSpPr>
          <p:spPr>
            <a:xfrm>
              <a:off x="8157237" y="1869449"/>
              <a:ext cx="3729963" cy="400110"/>
            </a:xfrm>
            <a:prstGeom prst="rect">
              <a:avLst/>
            </a:prstGeom>
          </p:spPr>
          <p:style>
            <a:lnRef idx="2">
              <a:schemeClr val="accent2">
                <a:shade val="50000"/>
              </a:schemeClr>
            </a:lnRef>
            <a:fillRef idx="1">
              <a:schemeClr val="accent2"/>
            </a:fillRef>
            <a:effectRef idx="0">
              <a:schemeClr val="accent2"/>
            </a:effectRef>
            <a:fontRef idx="minor">
              <a:schemeClr val="lt1"/>
            </a:fontRef>
          </p:style>
          <p:txBody>
            <a:bodyPr rtlCol="0" anchor="ctr"/>
            <a:lstStyle/>
            <a:p>
              <a:pPr algn="ctr"/>
              <a:r>
                <a:rPr lang="zh-CN" altLang="en-US" b="1" dirty="0"/>
                <a:t>选择重传协议</a:t>
              </a:r>
            </a:p>
          </p:txBody>
        </p:sp>
        <p:sp>
          <p:nvSpPr>
            <p:cNvPr id="44" name="矩形 43">
              <a:extLst>
                <a:ext uri="{FF2B5EF4-FFF2-40B4-BE49-F238E27FC236}">
                  <a16:creationId xmlns:a16="http://schemas.microsoft.com/office/drawing/2014/main" id="{BEF1E443-FE8E-49C2-BCD9-A0608E66E6FD}"/>
                </a:ext>
              </a:extLst>
            </p:cNvPr>
            <p:cNvSpPr/>
            <p:nvPr/>
          </p:nvSpPr>
          <p:spPr>
            <a:xfrm>
              <a:off x="304800" y="2269558"/>
              <a:ext cx="3729963" cy="3828637"/>
            </a:xfrm>
            <a:prstGeom prst="rect">
              <a:avLst/>
            </a:prstGeom>
            <a:noFill/>
          </p:spPr>
          <p:style>
            <a:lnRef idx="2">
              <a:schemeClr val="accent4">
                <a:shade val="50000"/>
              </a:schemeClr>
            </a:lnRef>
            <a:fillRef idx="1">
              <a:schemeClr val="accent4"/>
            </a:fillRef>
            <a:effectRef idx="0">
              <a:schemeClr val="accent4"/>
            </a:effectRef>
            <a:fontRef idx="minor">
              <a:schemeClr val="lt1"/>
            </a:fontRef>
          </p:style>
          <p:txBody>
            <a:bodyPr rtlCol="0" anchor="ctr"/>
            <a:lstStyle/>
            <a:p>
              <a:pPr algn="ctr"/>
              <a:endParaRPr lang="zh-CN" altLang="en-US" b="1" dirty="0"/>
            </a:p>
          </p:txBody>
        </p:sp>
        <p:sp>
          <p:nvSpPr>
            <p:cNvPr id="45" name="矩形 44">
              <a:extLst>
                <a:ext uri="{FF2B5EF4-FFF2-40B4-BE49-F238E27FC236}">
                  <a16:creationId xmlns:a16="http://schemas.microsoft.com/office/drawing/2014/main" id="{810F9270-F4E1-4194-9E05-C497CEAA3C91}"/>
                </a:ext>
              </a:extLst>
            </p:cNvPr>
            <p:cNvSpPr/>
            <p:nvPr/>
          </p:nvSpPr>
          <p:spPr>
            <a:xfrm>
              <a:off x="4231018" y="2269558"/>
              <a:ext cx="3729963" cy="3828636"/>
            </a:xfrm>
            <a:prstGeom prst="rect">
              <a:avLst/>
            </a:prstGeom>
            <a:noFill/>
          </p:spPr>
          <p:style>
            <a:lnRef idx="2">
              <a:schemeClr val="accent3">
                <a:shade val="50000"/>
              </a:schemeClr>
            </a:lnRef>
            <a:fillRef idx="1">
              <a:schemeClr val="accent3"/>
            </a:fillRef>
            <a:effectRef idx="0">
              <a:schemeClr val="accent3"/>
            </a:effectRef>
            <a:fontRef idx="minor">
              <a:schemeClr val="lt1"/>
            </a:fontRef>
          </p:style>
          <p:txBody>
            <a:bodyPr rtlCol="0" anchor="ctr"/>
            <a:lstStyle/>
            <a:p>
              <a:pPr algn="ctr"/>
              <a:endParaRPr lang="zh-CN" altLang="en-US" b="1" dirty="0"/>
            </a:p>
          </p:txBody>
        </p:sp>
        <p:sp>
          <p:nvSpPr>
            <p:cNvPr id="47" name="矩形 46">
              <a:extLst>
                <a:ext uri="{FF2B5EF4-FFF2-40B4-BE49-F238E27FC236}">
                  <a16:creationId xmlns:a16="http://schemas.microsoft.com/office/drawing/2014/main" id="{CA385F68-74FB-470C-80D5-0C980C3BDA2D}"/>
                </a:ext>
              </a:extLst>
            </p:cNvPr>
            <p:cNvSpPr/>
            <p:nvPr/>
          </p:nvSpPr>
          <p:spPr>
            <a:xfrm>
              <a:off x="8157236" y="2269557"/>
              <a:ext cx="3729963" cy="3828635"/>
            </a:xfrm>
            <a:prstGeom prst="rect">
              <a:avLst/>
            </a:prstGeom>
            <a:noFill/>
          </p:spPr>
          <p:style>
            <a:lnRef idx="2">
              <a:schemeClr val="accent2">
                <a:shade val="50000"/>
              </a:schemeClr>
            </a:lnRef>
            <a:fillRef idx="1">
              <a:schemeClr val="accent2"/>
            </a:fillRef>
            <a:effectRef idx="0">
              <a:schemeClr val="accent2"/>
            </a:effectRef>
            <a:fontRef idx="minor">
              <a:schemeClr val="lt1"/>
            </a:fontRef>
          </p:style>
          <p:txBody>
            <a:bodyPr rtlCol="0" anchor="ctr"/>
            <a:lstStyle/>
            <a:p>
              <a:pPr algn="ctr"/>
              <a:endParaRPr lang="zh-CN" altLang="en-US" b="1" dirty="0"/>
            </a:p>
          </p:txBody>
        </p:sp>
      </p:grpSp>
    </p:spTree>
    <p:custDataLst>
      <p:tags r:id="rId1"/>
    </p:custDataLst>
    <p:extLst>
      <p:ext uri="{BB962C8B-B14F-4D97-AF65-F5344CB8AC3E}">
        <p14:creationId xmlns:p14="http://schemas.microsoft.com/office/powerpoint/2010/main" val="1052018152"/>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2" presetClass="entr" presetSubtype="1" fill="hold" nodeType="withEffect">
                                  <p:stCondLst>
                                    <p:cond delay="0"/>
                                  </p:stCondLst>
                                  <p:childTnLst>
                                    <p:set>
                                      <p:cBhvr>
                                        <p:cTn id="6" dur="1" fill="hold">
                                          <p:stCondLst>
                                            <p:cond delay="0"/>
                                          </p:stCondLst>
                                        </p:cTn>
                                        <p:tgtEl>
                                          <p:spTgt spid="4"/>
                                        </p:tgtEl>
                                        <p:attrNameLst>
                                          <p:attrName>style.visibility</p:attrName>
                                        </p:attrNameLst>
                                      </p:cBhvr>
                                      <p:to>
                                        <p:strVal val="visible"/>
                                      </p:to>
                                    </p:set>
                                    <p:anim calcmode="lin" valueType="num">
                                      <p:cBhvr additive="base">
                                        <p:cTn id="7" dur="1000"/>
                                        <p:tgtEl>
                                          <p:spTgt spid="4"/>
                                        </p:tgtEl>
                                        <p:attrNameLst>
                                          <p:attrName>ppt_y</p:attrName>
                                        </p:attrNameLst>
                                      </p:cBhvr>
                                      <p:tavLst>
                                        <p:tav tm="0">
                                          <p:val>
                                            <p:strVal val="#ppt_y-#ppt_h*1.125000"/>
                                          </p:val>
                                        </p:tav>
                                        <p:tav tm="100000">
                                          <p:val>
                                            <p:strVal val="#ppt_y"/>
                                          </p:val>
                                        </p:tav>
                                      </p:tavLst>
                                    </p:anim>
                                    <p:animEffect transition="in" filter="wipe(down)">
                                      <p:cBhvr>
                                        <p:cTn id="8" dur="1000"/>
                                        <p:tgtEl>
                                          <p:spTgt spid="4"/>
                                        </p:tgtEl>
                                      </p:cBhvr>
                                    </p:animEffect>
                                  </p:childTnLst>
                                </p:cTn>
                              </p:par>
                              <p:par>
                                <p:cTn id="9" presetID="30" presetClass="entr" presetSubtype="0" fill="hold" grpId="0" nodeType="withEffect">
                                  <p:stCondLst>
                                    <p:cond delay="0"/>
                                  </p:stCondLst>
                                  <p:childTnLst>
                                    <p:set>
                                      <p:cBhvr>
                                        <p:cTn id="10" dur="1" fill="hold">
                                          <p:stCondLst>
                                            <p:cond delay="0"/>
                                          </p:stCondLst>
                                        </p:cTn>
                                        <p:tgtEl>
                                          <p:spTgt spid="5"/>
                                        </p:tgtEl>
                                        <p:attrNameLst>
                                          <p:attrName>style.visibility</p:attrName>
                                        </p:attrNameLst>
                                      </p:cBhvr>
                                      <p:to>
                                        <p:strVal val="visible"/>
                                      </p:to>
                                    </p:set>
                                    <p:animEffect transition="in" filter="fade">
                                      <p:cBhvr>
                                        <p:cTn id="11" dur="800" decel="100000"/>
                                        <p:tgtEl>
                                          <p:spTgt spid="5"/>
                                        </p:tgtEl>
                                      </p:cBhvr>
                                    </p:animEffect>
                                    <p:anim calcmode="lin" valueType="num">
                                      <p:cBhvr>
                                        <p:cTn id="12" dur="800" decel="100000" fill="hold"/>
                                        <p:tgtEl>
                                          <p:spTgt spid="5"/>
                                        </p:tgtEl>
                                        <p:attrNameLst>
                                          <p:attrName>style.rotation</p:attrName>
                                        </p:attrNameLst>
                                      </p:cBhvr>
                                      <p:tavLst>
                                        <p:tav tm="0">
                                          <p:val>
                                            <p:fltVal val="-90"/>
                                          </p:val>
                                        </p:tav>
                                        <p:tav tm="100000">
                                          <p:val>
                                            <p:fltVal val="0"/>
                                          </p:val>
                                        </p:tav>
                                      </p:tavLst>
                                    </p:anim>
                                    <p:anim calcmode="lin" valueType="num">
                                      <p:cBhvr>
                                        <p:cTn id="13" dur="800" decel="100000" fill="hold"/>
                                        <p:tgtEl>
                                          <p:spTgt spid="5"/>
                                        </p:tgtEl>
                                        <p:attrNameLst>
                                          <p:attrName>ppt_x</p:attrName>
                                        </p:attrNameLst>
                                      </p:cBhvr>
                                      <p:tavLst>
                                        <p:tav tm="0">
                                          <p:val>
                                            <p:strVal val="#ppt_x+0.4"/>
                                          </p:val>
                                        </p:tav>
                                        <p:tav tm="100000">
                                          <p:val>
                                            <p:strVal val="#ppt_x-0.05"/>
                                          </p:val>
                                        </p:tav>
                                      </p:tavLst>
                                    </p:anim>
                                    <p:anim calcmode="lin" valueType="num">
                                      <p:cBhvr>
                                        <p:cTn id="14" dur="800" decel="100000" fill="hold"/>
                                        <p:tgtEl>
                                          <p:spTgt spid="5"/>
                                        </p:tgtEl>
                                        <p:attrNameLst>
                                          <p:attrName>ppt_y</p:attrName>
                                        </p:attrNameLst>
                                      </p:cBhvr>
                                      <p:tavLst>
                                        <p:tav tm="0">
                                          <p:val>
                                            <p:strVal val="#ppt_y-0.4"/>
                                          </p:val>
                                        </p:tav>
                                        <p:tav tm="100000">
                                          <p:val>
                                            <p:strVal val="#ppt_y+0.1"/>
                                          </p:val>
                                        </p:tav>
                                      </p:tavLst>
                                    </p:anim>
                                    <p:anim calcmode="lin" valueType="num">
                                      <p:cBhvr>
                                        <p:cTn id="15" dur="200" accel="100000" fill="hold">
                                          <p:stCondLst>
                                            <p:cond delay="800"/>
                                          </p:stCondLst>
                                        </p:cTn>
                                        <p:tgtEl>
                                          <p:spTgt spid="5"/>
                                        </p:tgtEl>
                                        <p:attrNameLst>
                                          <p:attrName>ppt_x</p:attrName>
                                        </p:attrNameLst>
                                      </p:cBhvr>
                                      <p:tavLst>
                                        <p:tav tm="0">
                                          <p:val>
                                            <p:strVal val="#ppt_x-0.05"/>
                                          </p:val>
                                        </p:tav>
                                        <p:tav tm="100000">
                                          <p:val>
                                            <p:strVal val="#ppt_x"/>
                                          </p:val>
                                        </p:tav>
                                      </p:tavLst>
                                    </p:anim>
                                    <p:anim calcmode="lin" valueType="num">
                                      <p:cBhvr>
                                        <p:cTn id="16" dur="200" accel="100000" fill="hold">
                                          <p:stCondLst>
                                            <p:cond delay="800"/>
                                          </p:stCondLst>
                                        </p:cTn>
                                        <p:tgtEl>
                                          <p:spTgt spid="5"/>
                                        </p:tgtEl>
                                        <p:attrNameLst>
                                          <p:attrName>ppt_y</p:attrName>
                                        </p:attrNameLst>
                                      </p:cBhvr>
                                      <p:tavLst>
                                        <p:tav tm="0">
                                          <p:val>
                                            <p:strVal val="#ppt_y+0.1"/>
                                          </p:val>
                                        </p:tav>
                                        <p:tav tm="100000">
                                          <p:val>
                                            <p:strVal val="#ppt_y"/>
                                          </p:val>
                                        </p:tav>
                                      </p:tavLst>
                                    </p:anim>
                                  </p:childTnLst>
                                </p:cTn>
                              </p:par>
                            </p:childTnLst>
                          </p:cTn>
                        </p:par>
                        <p:par>
                          <p:cTn id="17" fill="hold">
                            <p:stCondLst>
                              <p:cond delay="1000"/>
                            </p:stCondLst>
                            <p:childTnLst>
                              <p:par>
                                <p:cTn id="18" presetID="22" presetClass="entr" presetSubtype="1" fill="hold" nodeType="afterEffect">
                                  <p:stCondLst>
                                    <p:cond delay="0"/>
                                  </p:stCondLst>
                                  <p:childTnLst>
                                    <p:set>
                                      <p:cBhvr>
                                        <p:cTn id="19" dur="1" fill="hold">
                                          <p:stCondLst>
                                            <p:cond delay="0"/>
                                          </p:stCondLst>
                                        </p:cTn>
                                        <p:tgtEl>
                                          <p:spTgt spid="10"/>
                                        </p:tgtEl>
                                        <p:attrNameLst>
                                          <p:attrName>style.visibility</p:attrName>
                                        </p:attrNameLst>
                                      </p:cBhvr>
                                      <p:to>
                                        <p:strVal val="visible"/>
                                      </p:to>
                                    </p:set>
                                    <p:animEffect transition="in" filter="wipe(up)">
                                      <p:cBhvr>
                                        <p:cTn id="20" dur="1000"/>
                                        <p:tgtEl>
                                          <p:spTgt spid="10"/>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 grpId="0"/>
    </p:bldLst>
  </p:timing>
</p:sld>
</file>

<file path=ppt/slides/slide19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4" name="组合 3">
            <a:extLst>
              <a:ext uri="{FF2B5EF4-FFF2-40B4-BE49-F238E27FC236}">
                <a16:creationId xmlns:a16="http://schemas.microsoft.com/office/drawing/2014/main" id="{9A1EA9F2-FCB6-48C3-935F-7AE7E3AD14AC}"/>
              </a:ext>
            </a:extLst>
          </p:cNvPr>
          <p:cNvGrpSpPr/>
          <p:nvPr/>
        </p:nvGrpSpPr>
        <p:grpSpPr>
          <a:xfrm>
            <a:off x="304800" y="749300"/>
            <a:ext cx="6192344" cy="400110"/>
            <a:chOff x="424117" y="898245"/>
            <a:chExt cx="6192344" cy="400110"/>
          </a:xfrm>
        </p:grpSpPr>
        <p:sp>
          <p:nvSpPr>
            <p:cNvPr id="2" name="平行四边形 1">
              <a:extLst>
                <a:ext uri="{FF2B5EF4-FFF2-40B4-BE49-F238E27FC236}">
                  <a16:creationId xmlns:a16="http://schemas.microsoft.com/office/drawing/2014/main" id="{1F5BAA3F-9845-4F89-A2DD-8222D3E4EDAC}"/>
                </a:ext>
              </a:extLst>
            </p:cNvPr>
            <p:cNvSpPr/>
            <p:nvPr/>
          </p:nvSpPr>
          <p:spPr>
            <a:xfrm>
              <a:off x="424117" y="898245"/>
              <a:ext cx="628306" cy="387090"/>
            </a:xfrm>
            <a:prstGeom prst="parallelogram">
              <a:avLst/>
            </a:prstGeom>
            <a:solidFill>
              <a:schemeClr val="accent3">
                <a:lumMod val="75000"/>
              </a:schemeClr>
            </a:solidFill>
            <a:ln>
              <a:solidFill>
                <a:schemeClr val="accent3">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CN" sz="2200" dirty="0">
                  <a:latin typeface="Impact" panose="020B0806030902050204" pitchFamily="34" charset="0"/>
                </a:rPr>
                <a:t>01</a:t>
              </a:r>
              <a:endParaRPr lang="zh-CN" altLang="en-US" sz="2200" dirty="0">
                <a:latin typeface="Impact" panose="020B0806030902050204" pitchFamily="34" charset="0"/>
              </a:endParaRPr>
            </a:p>
          </p:txBody>
        </p:sp>
        <p:sp>
          <p:nvSpPr>
            <p:cNvPr id="3" name="文本框 2">
              <a:extLst>
                <a:ext uri="{FF2B5EF4-FFF2-40B4-BE49-F238E27FC236}">
                  <a16:creationId xmlns:a16="http://schemas.microsoft.com/office/drawing/2014/main" id="{4D6BD736-A4D3-4F26-AFED-36E11F50F70B}"/>
                </a:ext>
              </a:extLst>
            </p:cNvPr>
            <p:cNvSpPr txBox="1"/>
            <p:nvPr/>
          </p:nvSpPr>
          <p:spPr>
            <a:xfrm>
              <a:off x="1052423" y="898245"/>
              <a:ext cx="5564038" cy="400110"/>
            </a:xfrm>
            <a:prstGeom prst="rect">
              <a:avLst/>
            </a:prstGeom>
            <a:noFill/>
          </p:spPr>
          <p:txBody>
            <a:bodyPr wrap="square" rtlCol="0">
              <a:spAutoFit/>
            </a:bodyPr>
            <a:lstStyle/>
            <a:p>
              <a:r>
                <a:rPr lang="zh-CN" altLang="en-US" sz="2000" b="1" dirty="0"/>
                <a:t>选择重传协议</a:t>
              </a:r>
            </a:p>
          </p:txBody>
        </p:sp>
      </p:grpSp>
      <p:sp>
        <p:nvSpPr>
          <p:cNvPr id="5" name="文本框 4">
            <a:extLst>
              <a:ext uri="{FF2B5EF4-FFF2-40B4-BE49-F238E27FC236}">
                <a16:creationId xmlns:a16="http://schemas.microsoft.com/office/drawing/2014/main" id="{19C75E89-F22A-43E3-92AD-45C16B56645A}"/>
              </a:ext>
            </a:extLst>
          </p:cNvPr>
          <p:cNvSpPr txBox="1"/>
          <p:nvPr/>
        </p:nvSpPr>
        <p:spPr>
          <a:xfrm>
            <a:off x="2148949" y="1269634"/>
            <a:ext cx="7907257" cy="400110"/>
          </a:xfrm>
          <a:prstGeom prst="rect">
            <a:avLst/>
          </a:prstGeom>
          <a:noFill/>
        </p:spPr>
        <p:txBody>
          <a:bodyPr wrap="square" rtlCol="0">
            <a:spAutoFit/>
          </a:bodyPr>
          <a:lstStyle/>
          <a:p>
            <a:pPr algn="ctr"/>
            <a:r>
              <a:rPr lang="zh-CN" altLang="en-US" sz="2000" b="1" dirty="0">
                <a:latin typeface="Arial Narrow" panose="020B0606020202030204" pitchFamily="34" charset="0"/>
              </a:rPr>
              <a:t>从</a:t>
            </a:r>
            <a:r>
              <a:rPr lang="zh-CN" altLang="en-US" sz="2000" b="1" dirty="0">
                <a:solidFill>
                  <a:schemeClr val="accent1">
                    <a:lumMod val="75000"/>
                  </a:schemeClr>
                </a:solidFill>
                <a:latin typeface="Arial Narrow" panose="020B0606020202030204" pitchFamily="34" charset="0"/>
              </a:rPr>
              <a:t>滑动窗口</a:t>
            </a:r>
            <a:r>
              <a:rPr lang="zh-CN" altLang="en-US" sz="2000" b="1" dirty="0">
                <a:latin typeface="Arial Narrow" panose="020B0606020202030204" pitchFamily="34" charset="0"/>
              </a:rPr>
              <a:t>的角度对比停止</a:t>
            </a:r>
            <a:r>
              <a:rPr lang="en-US" altLang="zh-CN" sz="2000" b="1" dirty="0">
                <a:latin typeface="Arial Narrow" panose="020B0606020202030204" pitchFamily="34" charset="0"/>
              </a:rPr>
              <a:t>-</a:t>
            </a:r>
            <a:r>
              <a:rPr lang="zh-CN" altLang="en-US" sz="2000" b="1" dirty="0">
                <a:latin typeface="Arial Narrow" panose="020B0606020202030204" pitchFamily="34" charset="0"/>
              </a:rPr>
              <a:t>等待协议、回退</a:t>
            </a:r>
            <a:r>
              <a:rPr lang="en-US" altLang="zh-CN" sz="2000" b="1" dirty="0">
                <a:latin typeface="Arial Narrow" panose="020B0606020202030204" pitchFamily="34" charset="0"/>
              </a:rPr>
              <a:t>N</a:t>
            </a:r>
            <a:r>
              <a:rPr lang="zh-CN" altLang="en-US" sz="2000" b="1" dirty="0">
                <a:latin typeface="Arial Narrow" panose="020B0606020202030204" pitchFamily="34" charset="0"/>
              </a:rPr>
              <a:t>帧协议和选择重传协议</a:t>
            </a:r>
          </a:p>
        </p:txBody>
      </p:sp>
      <p:grpSp>
        <p:nvGrpSpPr>
          <p:cNvPr id="10" name="组合 9">
            <a:extLst>
              <a:ext uri="{FF2B5EF4-FFF2-40B4-BE49-F238E27FC236}">
                <a16:creationId xmlns:a16="http://schemas.microsoft.com/office/drawing/2014/main" id="{C586B193-37A6-49ED-AD16-AFCBD9368099}"/>
              </a:ext>
            </a:extLst>
          </p:cNvPr>
          <p:cNvGrpSpPr/>
          <p:nvPr/>
        </p:nvGrpSpPr>
        <p:grpSpPr>
          <a:xfrm>
            <a:off x="304800" y="1869449"/>
            <a:ext cx="11582400" cy="4228746"/>
            <a:chOff x="304800" y="1869449"/>
            <a:chExt cx="11582400" cy="4228746"/>
          </a:xfrm>
        </p:grpSpPr>
        <p:sp>
          <p:nvSpPr>
            <p:cNvPr id="6" name="矩形 5">
              <a:extLst>
                <a:ext uri="{FF2B5EF4-FFF2-40B4-BE49-F238E27FC236}">
                  <a16:creationId xmlns:a16="http://schemas.microsoft.com/office/drawing/2014/main" id="{907C70DD-B12B-4768-A1E4-980F0544F599}"/>
                </a:ext>
              </a:extLst>
            </p:cNvPr>
            <p:cNvSpPr/>
            <p:nvPr/>
          </p:nvSpPr>
          <p:spPr>
            <a:xfrm>
              <a:off x="304800" y="1869449"/>
              <a:ext cx="3729963" cy="400110"/>
            </a:xfrm>
            <a:prstGeom prst="rect">
              <a:avLst/>
            </a:prstGeom>
          </p:spPr>
          <p:style>
            <a:lnRef idx="2">
              <a:schemeClr val="accent4">
                <a:shade val="50000"/>
              </a:schemeClr>
            </a:lnRef>
            <a:fillRef idx="1">
              <a:schemeClr val="accent4"/>
            </a:fillRef>
            <a:effectRef idx="0">
              <a:schemeClr val="accent4"/>
            </a:effectRef>
            <a:fontRef idx="minor">
              <a:schemeClr val="lt1"/>
            </a:fontRef>
          </p:style>
          <p:txBody>
            <a:bodyPr rtlCol="0" anchor="ctr"/>
            <a:lstStyle/>
            <a:p>
              <a:pPr algn="ctr"/>
              <a:r>
                <a:rPr lang="zh-CN" altLang="en-US" b="1" dirty="0"/>
                <a:t>停止</a:t>
              </a:r>
              <a:r>
                <a:rPr lang="en-US" altLang="zh-CN" b="1" dirty="0"/>
                <a:t>-</a:t>
              </a:r>
              <a:r>
                <a:rPr lang="zh-CN" altLang="en-US" b="1" dirty="0"/>
                <a:t>等待协议</a:t>
              </a:r>
            </a:p>
          </p:txBody>
        </p:sp>
        <p:sp>
          <p:nvSpPr>
            <p:cNvPr id="42" name="矩形 41">
              <a:extLst>
                <a:ext uri="{FF2B5EF4-FFF2-40B4-BE49-F238E27FC236}">
                  <a16:creationId xmlns:a16="http://schemas.microsoft.com/office/drawing/2014/main" id="{B25D031E-2737-466E-8054-BD6F70060833}"/>
                </a:ext>
              </a:extLst>
            </p:cNvPr>
            <p:cNvSpPr/>
            <p:nvPr/>
          </p:nvSpPr>
          <p:spPr>
            <a:xfrm>
              <a:off x="4231018" y="1869449"/>
              <a:ext cx="3729963" cy="400110"/>
            </a:xfrm>
            <a:prstGeom prst="rect">
              <a:avLst/>
            </a:prstGeom>
          </p:spPr>
          <p:style>
            <a:lnRef idx="2">
              <a:schemeClr val="accent3">
                <a:shade val="50000"/>
              </a:schemeClr>
            </a:lnRef>
            <a:fillRef idx="1">
              <a:schemeClr val="accent3"/>
            </a:fillRef>
            <a:effectRef idx="0">
              <a:schemeClr val="accent3"/>
            </a:effectRef>
            <a:fontRef idx="minor">
              <a:schemeClr val="lt1"/>
            </a:fontRef>
          </p:style>
          <p:txBody>
            <a:bodyPr rtlCol="0" anchor="ctr"/>
            <a:lstStyle/>
            <a:p>
              <a:pPr algn="ctr"/>
              <a:r>
                <a:rPr lang="zh-CN" altLang="en-US" b="1" dirty="0"/>
                <a:t>回退</a:t>
              </a:r>
              <a:r>
                <a:rPr lang="en-US" altLang="zh-CN" b="1" dirty="0"/>
                <a:t>N</a:t>
              </a:r>
              <a:r>
                <a:rPr lang="zh-CN" altLang="en-US" b="1" dirty="0"/>
                <a:t>帧协议</a:t>
              </a:r>
            </a:p>
          </p:txBody>
        </p:sp>
        <p:sp>
          <p:nvSpPr>
            <p:cNvPr id="43" name="矩形 42">
              <a:extLst>
                <a:ext uri="{FF2B5EF4-FFF2-40B4-BE49-F238E27FC236}">
                  <a16:creationId xmlns:a16="http://schemas.microsoft.com/office/drawing/2014/main" id="{B44B7297-41EC-4842-843E-96EFA244095A}"/>
                </a:ext>
              </a:extLst>
            </p:cNvPr>
            <p:cNvSpPr/>
            <p:nvPr/>
          </p:nvSpPr>
          <p:spPr>
            <a:xfrm>
              <a:off x="8157237" y="1869449"/>
              <a:ext cx="3729963" cy="400110"/>
            </a:xfrm>
            <a:prstGeom prst="rect">
              <a:avLst/>
            </a:prstGeom>
          </p:spPr>
          <p:style>
            <a:lnRef idx="2">
              <a:schemeClr val="accent2">
                <a:shade val="50000"/>
              </a:schemeClr>
            </a:lnRef>
            <a:fillRef idx="1">
              <a:schemeClr val="accent2"/>
            </a:fillRef>
            <a:effectRef idx="0">
              <a:schemeClr val="accent2"/>
            </a:effectRef>
            <a:fontRef idx="minor">
              <a:schemeClr val="lt1"/>
            </a:fontRef>
          </p:style>
          <p:txBody>
            <a:bodyPr rtlCol="0" anchor="ctr"/>
            <a:lstStyle/>
            <a:p>
              <a:pPr algn="ctr"/>
              <a:r>
                <a:rPr lang="zh-CN" altLang="en-US" b="1" dirty="0"/>
                <a:t>选择重传协议</a:t>
              </a:r>
            </a:p>
          </p:txBody>
        </p:sp>
        <p:sp>
          <p:nvSpPr>
            <p:cNvPr id="44" name="矩形 43">
              <a:extLst>
                <a:ext uri="{FF2B5EF4-FFF2-40B4-BE49-F238E27FC236}">
                  <a16:creationId xmlns:a16="http://schemas.microsoft.com/office/drawing/2014/main" id="{BEF1E443-FE8E-49C2-BCD9-A0608E66E6FD}"/>
                </a:ext>
              </a:extLst>
            </p:cNvPr>
            <p:cNvSpPr/>
            <p:nvPr/>
          </p:nvSpPr>
          <p:spPr>
            <a:xfrm>
              <a:off x="304800" y="2269558"/>
              <a:ext cx="3729963" cy="3828637"/>
            </a:xfrm>
            <a:prstGeom prst="rect">
              <a:avLst/>
            </a:prstGeom>
            <a:noFill/>
          </p:spPr>
          <p:style>
            <a:lnRef idx="2">
              <a:schemeClr val="accent4">
                <a:shade val="50000"/>
              </a:schemeClr>
            </a:lnRef>
            <a:fillRef idx="1">
              <a:schemeClr val="accent4"/>
            </a:fillRef>
            <a:effectRef idx="0">
              <a:schemeClr val="accent4"/>
            </a:effectRef>
            <a:fontRef idx="minor">
              <a:schemeClr val="lt1"/>
            </a:fontRef>
          </p:style>
          <p:txBody>
            <a:bodyPr rtlCol="0" anchor="ctr"/>
            <a:lstStyle/>
            <a:p>
              <a:pPr algn="ctr"/>
              <a:endParaRPr lang="zh-CN" altLang="en-US" b="1" dirty="0"/>
            </a:p>
          </p:txBody>
        </p:sp>
        <p:sp>
          <p:nvSpPr>
            <p:cNvPr id="45" name="矩形 44">
              <a:extLst>
                <a:ext uri="{FF2B5EF4-FFF2-40B4-BE49-F238E27FC236}">
                  <a16:creationId xmlns:a16="http://schemas.microsoft.com/office/drawing/2014/main" id="{810F9270-F4E1-4194-9E05-C497CEAA3C91}"/>
                </a:ext>
              </a:extLst>
            </p:cNvPr>
            <p:cNvSpPr/>
            <p:nvPr/>
          </p:nvSpPr>
          <p:spPr>
            <a:xfrm>
              <a:off x="4231018" y="2269558"/>
              <a:ext cx="3729963" cy="3828636"/>
            </a:xfrm>
            <a:prstGeom prst="rect">
              <a:avLst/>
            </a:prstGeom>
            <a:noFill/>
          </p:spPr>
          <p:style>
            <a:lnRef idx="2">
              <a:schemeClr val="accent3">
                <a:shade val="50000"/>
              </a:schemeClr>
            </a:lnRef>
            <a:fillRef idx="1">
              <a:schemeClr val="accent3"/>
            </a:fillRef>
            <a:effectRef idx="0">
              <a:schemeClr val="accent3"/>
            </a:effectRef>
            <a:fontRef idx="minor">
              <a:schemeClr val="lt1"/>
            </a:fontRef>
          </p:style>
          <p:txBody>
            <a:bodyPr rtlCol="0" anchor="ctr"/>
            <a:lstStyle/>
            <a:p>
              <a:pPr algn="ctr"/>
              <a:endParaRPr lang="zh-CN" altLang="en-US" b="1" dirty="0"/>
            </a:p>
          </p:txBody>
        </p:sp>
        <p:sp>
          <p:nvSpPr>
            <p:cNvPr id="47" name="矩形 46">
              <a:extLst>
                <a:ext uri="{FF2B5EF4-FFF2-40B4-BE49-F238E27FC236}">
                  <a16:creationId xmlns:a16="http://schemas.microsoft.com/office/drawing/2014/main" id="{CA385F68-74FB-470C-80D5-0C980C3BDA2D}"/>
                </a:ext>
              </a:extLst>
            </p:cNvPr>
            <p:cNvSpPr/>
            <p:nvPr/>
          </p:nvSpPr>
          <p:spPr>
            <a:xfrm>
              <a:off x="8157236" y="2269557"/>
              <a:ext cx="3729963" cy="3828635"/>
            </a:xfrm>
            <a:prstGeom prst="rect">
              <a:avLst/>
            </a:prstGeom>
            <a:noFill/>
          </p:spPr>
          <p:style>
            <a:lnRef idx="2">
              <a:schemeClr val="accent2">
                <a:shade val="50000"/>
              </a:schemeClr>
            </a:lnRef>
            <a:fillRef idx="1">
              <a:schemeClr val="accent2"/>
            </a:fillRef>
            <a:effectRef idx="0">
              <a:schemeClr val="accent2"/>
            </a:effectRef>
            <a:fontRef idx="minor">
              <a:schemeClr val="lt1"/>
            </a:fontRef>
          </p:style>
          <p:txBody>
            <a:bodyPr rtlCol="0" anchor="ctr"/>
            <a:lstStyle/>
            <a:p>
              <a:pPr algn="ctr"/>
              <a:endParaRPr lang="zh-CN" altLang="en-US" b="1" dirty="0"/>
            </a:p>
          </p:txBody>
        </p:sp>
      </p:grpSp>
      <p:sp>
        <p:nvSpPr>
          <p:cNvPr id="18" name="íşlïḍè">
            <a:extLst>
              <a:ext uri="{FF2B5EF4-FFF2-40B4-BE49-F238E27FC236}">
                <a16:creationId xmlns:a16="http://schemas.microsoft.com/office/drawing/2014/main" id="{4248F9BB-2A1E-46C8-BB47-6677DDC8895E}"/>
              </a:ext>
            </a:extLst>
          </p:cNvPr>
          <p:cNvSpPr txBox="1"/>
          <p:nvPr/>
        </p:nvSpPr>
        <p:spPr>
          <a:xfrm>
            <a:off x="380810" y="2469264"/>
            <a:ext cx="2698142" cy="267358"/>
          </a:xfrm>
          <a:prstGeom prst="rect">
            <a:avLst/>
          </a:prstGeom>
          <a:noFill/>
        </p:spPr>
        <p:txBody>
          <a:bodyPr wrap="square" lIns="91440" tIns="45720" rIns="91440" bIns="45720" anchor="ctr">
            <a:noAutofit/>
          </a:bodyPr>
          <a:lstStyle/>
          <a:p>
            <a:r>
              <a:rPr lang="zh-CN" altLang="en-US" b="1" dirty="0"/>
              <a:t>仅用</a:t>
            </a:r>
            <a:r>
              <a:rPr lang="en-US" altLang="zh-CN" b="1" dirty="0"/>
              <a:t>1</a:t>
            </a:r>
            <a:r>
              <a:rPr lang="zh-CN" altLang="en-US" b="1" dirty="0"/>
              <a:t>个比特给分组编号</a:t>
            </a:r>
            <a:endParaRPr lang="en-US" altLang="zh-CN" b="1" dirty="0"/>
          </a:p>
        </p:txBody>
      </p:sp>
      <mc:AlternateContent xmlns:mc="http://schemas.openxmlformats.org/markup-compatibility/2006" xmlns:a14="http://schemas.microsoft.com/office/drawing/2010/main">
        <mc:Choice Requires="a14">
          <p:sp>
            <p:nvSpPr>
              <p:cNvPr id="20" name="íşlïḍè">
                <a:extLst>
                  <a:ext uri="{FF2B5EF4-FFF2-40B4-BE49-F238E27FC236}">
                    <a16:creationId xmlns:a16="http://schemas.microsoft.com/office/drawing/2014/main" id="{8BD20E8E-0B0F-4C70-A7C8-80A6741BA4AB}"/>
                  </a:ext>
                </a:extLst>
              </p:cNvPr>
              <p:cNvSpPr txBox="1"/>
              <p:nvPr/>
            </p:nvSpPr>
            <p:spPr>
              <a:xfrm>
                <a:off x="380810" y="3241764"/>
                <a:ext cx="1104592" cy="267358"/>
              </a:xfrm>
              <a:prstGeom prst="rect">
                <a:avLst/>
              </a:prstGeom>
              <a:noFill/>
            </p:spPr>
            <p:txBody>
              <a:bodyPr wrap="square" lIns="91440" tIns="45720" rIns="91440" bIns="45720" anchor="ctr">
                <a:noAutofit/>
              </a:bodyPr>
              <a:lstStyle/>
              <a:p>
                <a:pPr/>
                <a14:m>
                  <m:oMathPara xmlns:m="http://schemas.openxmlformats.org/officeDocument/2006/math">
                    <m:oMathParaPr>
                      <m:jc m:val="left"/>
                    </m:oMathParaPr>
                    <m:oMath xmlns:m="http://schemas.openxmlformats.org/officeDocument/2006/math">
                      <m:sSub>
                        <m:sSubPr>
                          <m:ctrlPr>
                            <a:rPr lang="en-US" altLang="zh-CN" b="1" i="1" smtClean="0">
                              <a:latin typeface="Cambria Math" panose="02040503050406030204" pitchFamily="18" charset="0"/>
                            </a:rPr>
                          </m:ctrlPr>
                        </m:sSubPr>
                        <m:e>
                          <m:r>
                            <a:rPr lang="en-US" altLang="zh-CN" b="1" i="1" smtClean="0">
                              <a:latin typeface="Cambria Math" panose="02040503050406030204" pitchFamily="18" charset="0"/>
                            </a:rPr>
                            <m:t>𝑾</m:t>
                          </m:r>
                        </m:e>
                        <m:sub>
                          <m:r>
                            <a:rPr lang="en-US" altLang="zh-CN" b="1" i="1" smtClean="0">
                              <a:latin typeface="Cambria Math" panose="02040503050406030204" pitchFamily="18" charset="0"/>
                            </a:rPr>
                            <m:t>𝑻</m:t>
                          </m:r>
                        </m:sub>
                      </m:sSub>
                      <m:r>
                        <a:rPr lang="en-US" altLang="zh-CN" b="1" i="1" smtClean="0">
                          <a:latin typeface="Cambria Math" panose="02040503050406030204" pitchFamily="18" charset="0"/>
                        </a:rPr>
                        <m:t>=</m:t>
                      </m:r>
                      <m:r>
                        <a:rPr lang="en-US" altLang="zh-CN" b="1" i="1" smtClean="0">
                          <a:latin typeface="Cambria Math" panose="02040503050406030204" pitchFamily="18" charset="0"/>
                        </a:rPr>
                        <m:t>𝟏</m:t>
                      </m:r>
                    </m:oMath>
                  </m:oMathPara>
                </a14:m>
                <a:endParaRPr lang="en-US" altLang="zh-CN" b="1" dirty="0"/>
              </a:p>
            </p:txBody>
          </p:sp>
        </mc:Choice>
        <mc:Fallback xmlns="">
          <p:sp>
            <p:nvSpPr>
              <p:cNvPr id="20" name="íşlïḍè">
                <a:extLst>
                  <a:ext uri="{FF2B5EF4-FFF2-40B4-BE49-F238E27FC236}">
                    <a16:creationId xmlns:a16="http://schemas.microsoft.com/office/drawing/2014/main" id="{8BD20E8E-0B0F-4C70-A7C8-80A6741BA4AB}"/>
                  </a:ext>
                </a:extLst>
              </p:cNvPr>
              <p:cNvSpPr txBox="1">
                <a:spLocks noRot="1" noChangeAspect="1" noMove="1" noResize="1" noEditPoints="1" noAdjustHandles="1" noChangeArrowheads="1" noChangeShapeType="1" noTextEdit="1"/>
              </p:cNvSpPr>
              <p:nvPr/>
            </p:nvSpPr>
            <p:spPr>
              <a:xfrm>
                <a:off x="380810" y="3241764"/>
                <a:ext cx="1104592" cy="267358"/>
              </a:xfrm>
              <a:prstGeom prst="rect">
                <a:avLst/>
              </a:prstGeom>
              <a:blipFill>
                <a:blip r:embed="rId3"/>
                <a:stretch>
                  <a:fillRect b="-22727"/>
                </a:stretch>
              </a:blipFill>
            </p:spPr>
            <p:txBody>
              <a:bodyPr/>
              <a:lstStyle/>
              <a:p>
                <a:r>
                  <a:rPr lang="zh-CN" altLang="en-US">
                    <a:noFill/>
                  </a:rPr>
                  <a:t> </a:t>
                </a:r>
              </a:p>
            </p:txBody>
          </p:sp>
        </mc:Fallback>
      </mc:AlternateContent>
      <mc:AlternateContent xmlns:mc="http://schemas.openxmlformats.org/markup-compatibility/2006" xmlns:a14="http://schemas.microsoft.com/office/drawing/2010/main">
        <mc:Choice Requires="a14">
          <p:sp>
            <p:nvSpPr>
              <p:cNvPr id="22" name="íşlïḍè">
                <a:extLst>
                  <a:ext uri="{FF2B5EF4-FFF2-40B4-BE49-F238E27FC236}">
                    <a16:creationId xmlns:a16="http://schemas.microsoft.com/office/drawing/2014/main" id="{E4DC91B7-5E73-4D08-B8AC-57A9570CC9FE}"/>
                  </a:ext>
                </a:extLst>
              </p:cNvPr>
              <p:cNvSpPr txBox="1"/>
              <p:nvPr/>
            </p:nvSpPr>
            <p:spPr>
              <a:xfrm>
                <a:off x="380810" y="4014264"/>
                <a:ext cx="1104592" cy="267358"/>
              </a:xfrm>
              <a:prstGeom prst="rect">
                <a:avLst/>
              </a:prstGeom>
              <a:noFill/>
            </p:spPr>
            <p:txBody>
              <a:bodyPr wrap="square" lIns="91440" tIns="45720" rIns="91440" bIns="45720" anchor="ctr">
                <a:noAutofit/>
              </a:bodyPr>
              <a:lstStyle/>
              <a:p>
                <a:pPr/>
                <a14:m>
                  <m:oMathPara xmlns:m="http://schemas.openxmlformats.org/officeDocument/2006/math">
                    <m:oMathParaPr>
                      <m:jc m:val="left"/>
                    </m:oMathParaPr>
                    <m:oMath xmlns:m="http://schemas.openxmlformats.org/officeDocument/2006/math">
                      <m:sSub>
                        <m:sSubPr>
                          <m:ctrlPr>
                            <a:rPr lang="en-US" altLang="zh-CN" b="1" i="1" smtClean="0">
                              <a:latin typeface="Cambria Math" panose="02040503050406030204" pitchFamily="18" charset="0"/>
                            </a:rPr>
                          </m:ctrlPr>
                        </m:sSubPr>
                        <m:e>
                          <m:r>
                            <a:rPr lang="en-US" altLang="zh-CN" b="1" i="1" smtClean="0">
                              <a:latin typeface="Cambria Math" panose="02040503050406030204" pitchFamily="18" charset="0"/>
                            </a:rPr>
                            <m:t>𝑾</m:t>
                          </m:r>
                        </m:e>
                        <m:sub>
                          <m:r>
                            <a:rPr lang="en-US" altLang="zh-CN" b="1" i="1" smtClean="0">
                              <a:latin typeface="Cambria Math" panose="02040503050406030204" pitchFamily="18" charset="0"/>
                            </a:rPr>
                            <m:t>𝑹</m:t>
                          </m:r>
                        </m:sub>
                      </m:sSub>
                      <m:r>
                        <a:rPr lang="en-US" altLang="zh-CN" b="1" i="1" smtClean="0">
                          <a:latin typeface="Cambria Math" panose="02040503050406030204" pitchFamily="18" charset="0"/>
                        </a:rPr>
                        <m:t>=</m:t>
                      </m:r>
                      <m:r>
                        <a:rPr lang="en-US" altLang="zh-CN" b="1" i="1" smtClean="0">
                          <a:latin typeface="Cambria Math" panose="02040503050406030204" pitchFamily="18" charset="0"/>
                        </a:rPr>
                        <m:t>𝟏</m:t>
                      </m:r>
                    </m:oMath>
                  </m:oMathPara>
                </a14:m>
                <a:endParaRPr lang="en-US" altLang="zh-CN" b="1" dirty="0"/>
              </a:p>
            </p:txBody>
          </p:sp>
        </mc:Choice>
        <mc:Fallback xmlns="">
          <p:sp>
            <p:nvSpPr>
              <p:cNvPr id="22" name="íşlïḍè">
                <a:extLst>
                  <a:ext uri="{FF2B5EF4-FFF2-40B4-BE49-F238E27FC236}">
                    <a16:creationId xmlns:a16="http://schemas.microsoft.com/office/drawing/2014/main" id="{E4DC91B7-5E73-4D08-B8AC-57A9570CC9FE}"/>
                  </a:ext>
                </a:extLst>
              </p:cNvPr>
              <p:cNvSpPr txBox="1">
                <a:spLocks noRot="1" noChangeAspect="1" noMove="1" noResize="1" noEditPoints="1" noAdjustHandles="1" noChangeArrowheads="1" noChangeShapeType="1" noTextEdit="1"/>
              </p:cNvSpPr>
              <p:nvPr/>
            </p:nvSpPr>
            <p:spPr>
              <a:xfrm>
                <a:off x="380810" y="4014264"/>
                <a:ext cx="1104592" cy="267358"/>
              </a:xfrm>
              <a:prstGeom prst="rect">
                <a:avLst/>
              </a:prstGeom>
              <a:blipFill>
                <a:blip r:embed="rId4"/>
                <a:stretch>
                  <a:fillRect b="-25581"/>
                </a:stretch>
              </a:blipFill>
            </p:spPr>
            <p:txBody>
              <a:bodyPr/>
              <a:lstStyle/>
              <a:p>
                <a:r>
                  <a:rPr lang="zh-CN" altLang="en-US">
                    <a:noFill/>
                  </a:rPr>
                  <a:t> </a:t>
                </a:r>
              </a:p>
            </p:txBody>
          </p:sp>
        </mc:Fallback>
      </mc:AlternateContent>
      <p:sp>
        <p:nvSpPr>
          <p:cNvPr id="17" name="平行四边形 16">
            <a:extLst>
              <a:ext uri="{FF2B5EF4-FFF2-40B4-BE49-F238E27FC236}">
                <a16:creationId xmlns:a16="http://schemas.microsoft.com/office/drawing/2014/main" id="{7A963DD5-67EF-9F1E-7B6A-6388C19654E6}"/>
              </a:ext>
            </a:extLst>
          </p:cNvPr>
          <p:cNvSpPr/>
          <p:nvPr/>
        </p:nvSpPr>
        <p:spPr>
          <a:xfrm>
            <a:off x="304800" y="749300"/>
            <a:ext cx="675384" cy="387090"/>
          </a:xfrm>
          <a:prstGeom prst="parallelogram">
            <a:avLst/>
          </a:prstGeom>
          <a:solidFill>
            <a:schemeClr val="accent3">
              <a:lumMod val="75000"/>
            </a:schemeClr>
          </a:solidFill>
          <a:ln>
            <a:solidFill>
              <a:schemeClr val="accent3">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CN" sz="2200" dirty="0">
                <a:latin typeface="Impact" panose="020B0806030902050204" pitchFamily="34" charset="0"/>
              </a:rPr>
              <a:t>05</a:t>
            </a:r>
            <a:endParaRPr lang="zh-CN" altLang="en-US" sz="2200" dirty="0">
              <a:latin typeface="Impact" panose="020B0806030902050204" pitchFamily="34" charset="0"/>
            </a:endParaRPr>
          </a:p>
        </p:txBody>
      </p:sp>
    </p:spTree>
    <p:custDataLst>
      <p:tags r:id="rId1"/>
    </p:custDataLst>
    <p:extLst>
      <p:ext uri="{BB962C8B-B14F-4D97-AF65-F5344CB8AC3E}">
        <p14:creationId xmlns:p14="http://schemas.microsoft.com/office/powerpoint/2010/main" val="40923446"/>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 presetClass="entr" presetSubtype="0" fill="hold" grpId="0" nodeType="withEffect">
                                  <p:stCondLst>
                                    <p:cond delay="0"/>
                                  </p:stCondLst>
                                  <p:iterate type="lt">
                                    <p:tmAbs val="100"/>
                                  </p:iterate>
                                  <p:childTnLst>
                                    <p:set>
                                      <p:cBhvr>
                                        <p:cTn id="6" dur="1" fill="hold">
                                          <p:stCondLst>
                                            <p:cond delay="0"/>
                                          </p:stCondLst>
                                        </p:cTn>
                                        <p:tgtEl>
                                          <p:spTgt spid="18"/>
                                        </p:tgtEl>
                                        <p:attrNameLst>
                                          <p:attrName>style.visibility</p:attrName>
                                        </p:attrNameLst>
                                      </p:cBhvr>
                                      <p:to>
                                        <p:strVal val="visible"/>
                                      </p:to>
                                    </p:set>
                                  </p:childTnLst>
                                </p:cTn>
                              </p:par>
                            </p:childTnLst>
                          </p:cTn>
                        </p:par>
                      </p:childTnLst>
                    </p:cTn>
                  </p:par>
                  <p:par>
                    <p:cTn id="7" fill="hold">
                      <p:stCondLst>
                        <p:cond delay="indefinite"/>
                      </p:stCondLst>
                      <p:childTnLst>
                        <p:par>
                          <p:cTn id="8" fill="hold">
                            <p:stCondLst>
                              <p:cond delay="0"/>
                            </p:stCondLst>
                            <p:childTnLst>
                              <p:par>
                                <p:cTn id="9" presetID="53" presetClass="entr" presetSubtype="16" fill="hold" grpId="0" nodeType="clickEffect">
                                  <p:stCondLst>
                                    <p:cond delay="0"/>
                                  </p:stCondLst>
                                  <p:childTnLst>
                                    <p:set>
                                      <p:cBhvr>
                                        <p:cTn id="10" dur="1" fill="hold">
                                          <p:stCondLst>
                                            <p:cond delay="0"/>
                                          </p:stCondLst>
                                        </p:cTn>
                                        <p:tgtEl>
                                          <p:spTgt spid="20"/>
                                        </p:tgtEl>
                                        <p:attrNameLst>
                                          <p:attrName>style.visibility</p:attrName>
                                        </p:attrNameLst>
                                      </p:cBhvr>
                                      <p:to>
                                        <p:strVal val="visible"/>
                                      </p:to>
                                    </p:set>
                                    <p:anim calcmode="lin" valueType="num">
                                      <p:cBhvr>
                                        <p:cTn id="11" dur="500" fill="hold"/>
                                        <p:tgtEl>
                                          <p:spTgt spid="20"/>
                                        </p:tgtEl>
                                        <p:attrNameLst>
                                          <p:attrName>ppt_w</p:attrName>
                                        </p:attrNameLst>
                                      </p:cBhvr>
                                      <p:tavLst>
                                        <p:tav tm="0">
                                          <p:val>
                                            <p:fltVal val="0"/>
                                          </p:val>
                                        </p:tav>
                                        <p:tav tm="100000">
                                          <p:val>
                                            <p:strVal val="#ppt_w"/>
                                          </p:val>
                                        </p:tav>
                                      </p:tavLst>
                                    </p:anim>
                                    <p:anim calcmode="lin" valueType="num">
                                      <p:cBhvr>
                                        <p:cTn id="12" dur="500" fill="hold"/>
                                        <p:tgtEl>
                                          <p:spTgt spid="20"/>
                                        </p:tgtEl>
                                        <p:attrNameLst>
                                          <p:attrName>ppt_h</p:attrName>
                                        </p:attrNameLst>
                                      </p:cBhvr>
                                      <p:tavLst>
                                        <p:tav tm="0">
                                          <p:val>
                                            <p:fltVal val="0"/>
                                          </p:val>
                                        </p:tav>
                                        <p:tav tm="100000">
                                          <p:val>
                                            <p:strVal val="#ppt_h"/>
                                          </p:val>
                                        </p:tav>
                                      </p:tavLst>
                                    </p:anim>
                                    <p:animEffect transition="in" filter="fade">
                                      <p:cBhvr>
                                        <p:cTn id="13" dur="500"/>
                                        <p:tgtEl>
                                          <p:spTgt spid="20"/>
                                        </p:tgtEl>
                                      </p:cBhvr>
                                    </p:animEffect>
                                  </p:childTnLst>
                                </p:cTn>
                              </p:par>
                            </p:childTnLst>
                          </p:cTn>
                        </p:par>
                      </p:childTnLst>
                    </p:cTn>
                  </p:par>
                  <p:par>
                    <p:cTn id="14" fill="hold">
                      <p:stCondLst>
                        <p:cond delay="indefinite"/>
                      </p:stCondLst>
                      <p:childTnLst>
                        <p:par>
                          <p:cTn id="15" fill="hold">
                            <p:stCondLst>
                              <p:cond delay="0"/>
                            </p:stCondLst>
                            <p:childTnLst>
                              <p:par>
                                <p:cTn id="16" presetID="53" presetClass="entr" presetSubtype="16" fill="hold" grpId="0" nodeType="clickEffect">
                                  <p:stCondLst>
                                    <p:cond delay="0"/>
                                  </p:stCondLst>
                                  <p:childTnLst>
                                    <p:set>
                                      <p:cBhvr>
                                        <p:cTn id="17" dur="1" fill="hold">
                                          <p:stCondLst>
                                            <p:cond delay="0"/>
                                          </p:stCondLst>
                                        </p:cTn>
                                        <p:tgtEl>
                                          <p:spTgt spid="22"/>
                                        </p:tgtEl>
                                        <p:attrNameLst>
                                          <p:attrName>style.visibility</p:attrName>
                                        </p:attrNameLst>
                                      </p:cBhvr>
                                      <p:to>
                                        <p:strVal val="visible"/>
                                      </p:to>
                                    </p:set>
                                    <p:anim calcmode="lin" valueType="num">
                                      <p:cBhvr>
                                        <p:cTn id="18" dur="500" fill="hold"/>
                                        <p:tgtEl>
                                          <p:spTgt spid="22"/>
                                        </p:tgtEl>
                                        <p:attrNameLst>
                                          <p:attrName>ppt_w</p:attrName>
                                        </p:attrNameLst>
                                      </p:cBhvr>
                                      <p:tavLst>
                                        <p:tav tm="0">
                                          <p:val>
                                            <p:fltVal val="0"/>
                                          </p:val>
                                        </p:tav>
                                        <p:tav tm="100000">
                                          <p:val>
                                            <p:strVal val="#ppt_w"/>
                                          </p:val>
                                        </p:tav>
                                      </p:tavLst>
                                    </p:anim>
                                    <p:anim calcmode="lin" valueType="num">
                                      <p:cBhvr>
                                        <p:cTn id="19" dur="500" fill="hold"/>
                                        <p:tgtEl>
                                          <p:spTgt spid="22"/>
                                        </p:tgtEl>
                                        <p:attrNameLst>
                                          <p:attrName>ppt_h</p:attrName>
                                        </p:attrNameLst>
                                      </p:cBhvr>
                                      <p:tavLst>
                                        <p:tav tm="0">
                                          <p:val>
                                            <p:fltVal val="0"/>
                                          </p:val>
                                        </p:tav>
                                        <p:tav tm="100000">
                                          <p:val>
                                            <p:strVal val="#ppt_h"/>
                                          </p:val>
                                        </p:tav>
                                      </p:tavLst>
                                    </p:anim>
                                    <p:animEffect transition="in" filter="fade">
                                      <p:cBhvr>
                                        <p:cTn id="20" dur="500"/>
                                        <p:tgtEl>
                                          <p:spTgt spid="22"/>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8" grpId="0"/>
      <p:bldP spid="20" grpId="0"/>
      <p:bldP spid="22" grpId="0"/>
    </p:bldLst>
  </p:timing>
</p:sld>
</file>

<file path=ppt/slides/slide19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4" name="组合 3">
            <a:extLst>
              <a:ext uri="{FF2B5EF4-FFF2-40B4-BE49-F238E27FC236}">
                <a16:creationId xmlns:a16="http://schemas.microsoft.com/office/drawing/2014/main" id="{9A1EA9F2-FCB6-48C3-935F-7AE7E3AD14AC}"/>
              </a:ext>
            </a:extLst>
          </p:cNvPr>
          <p:cNvGrpSpPr/>
          <p:nvPr/>
        </p:nvGrpSpPr>
        <p:grpSpPr>
          <a:xfrm>
            <a:off x="304800" y="749300"/>
            <a:ext cx="6192344" cy="400110"/>
            <a:chOff x="424117" y="898245"/>
            <a:chExt cx="6192344" cy="400110"/>
          </a:xfrm>
        </p:grpSpPr>
        <p:sp>
          <p:nvSpPr>
            <p:cNvPr id="2" name="平行四边形 1">
              <a:extLst>
                <a:ext uri="{FF2B5EF4-FFF2-40B4-BE49-F238E27FC236}">
                  <a16:creationId xmlns:a16="http://schemas.microsoft.com/office/drawing/2014/main" id="{1F5BAA3F-9845-4F89-A2DD-8222D3E4EDAC}"/>
                </a:ext>
              </a:extLst>
            </p:cNvPr>
            <p:cNvSpPr/>
            <p:nvPr/>
          </p:nvSpPr>
          <p:spPr>
            <a:xfrm>
              <a:off x="424117" y="898245"/>
              <a:ext cx="628306" cy="387090"/>
            </a:xfrm>
            <a:prstGeom prst="parallelogram">
              <a:avLst/>
            </a:prstGeom>
            <a:solidFill>
              <a:schemeClr val="accent3">
                <a:lumMod val="75000"/>
              </a:schemeClr>
            </a:solidFill>
            <a:ln>
              <a:solidFill>
                <a:schemeClr val="accent3">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CN" sz="2200" dirty="0">
                  <a:latin typeface="Impact" panose="020B0806030902050204" pitchFamily="34" charset="0"/>
                </a:rPr>
                <a:t>01</a:t>
              </a:r>
              <a:endParaRPr lang="zh-CN" altLang="en-US" sz="2200" dirty="0">
                <a:latin typeface="Impact" panose="020B0806030902050204" pitchFamily="34" charset="0"/>
              </a:endParaRPr>
            </a:p>
          </p:txBody>
        </p:sp>
        <p:sp>
          <p:nvSpPr>
            <p:cNvPr id="3" name="文本框 2">
              <a:extLst>
                <a:ext uri="{FF2B5EF4-FFF2-40B4-BE49-F238E27FC236}">
                  <a16:creationId xmlns:a16="http://schemas.microsoft.com/office/drawing/2014/main" id="{4D6BD736-A4D3-4F26-AFED-36E11F50F70B}"/>
                </a:ext>
              </a:extLst>
            </p:cNvPr>
            <p:cNvSpPr txBox="1"/>
            <p:nvPr/>
          </p:nvSpPr>
          <p:spPr>
            <a:xfrm>
              <a:off x="1052423" y="898245"/>
              <a:ext cx="5564038" cy="400110"/>
            </a:xfrm>
            <a:prstGeom prst="rect">
              <a:avLst/>
            </a:prstGeom>
            <a:noFill/>
          </p:spPr>
          <p:txBody>
            <a:bodyPr wrap="square" rtlCol="0">
              <a:spAutoFit/>
            </a:bodyPr>
            <a:lstStyle/>
            <a:p>
              <a:r>
                <a:rPr lang="zh-CN" altLang="en-US" sz="2000" b="1" dirty="0"/>
                <a:t>选择重传协议</a:t>
              </a:r>
            </a:p>
          </p:txBody>
        </p:sp>
      </p:grpSp>
      <p:sp>
        <p:nvSpPr>
          <p:cNvPr id="5" name="文本框 4">
            <a:extLst>
              <a:ext uri="{FF2B5EF4-FFF2-40B4-BE49-F238E27FC236}">
                <a16:creationId xmlns:a16="http://schemas.microsoft.com/office/drawing/2014/main" id="{19C75E89-F22A-43E3-92AD-45C16B56645A}"/>
              </a:ext>
            </a:extLst>
          </p:cNvPr>
          <p:cNvSpPr txBox="1"/>
          <p:nvPr/>
        </p:nvSpPr>
        <p:spPr>
          <a:xfrm>
            <a:off x="2148949" y="1269634"/>
            <a:ext cx="7907257" cy="400110"/>
          </a:xfrm>
          <a:prstGeom prst="rect">
            <a:avLst/>
          </a:prstGeom>
          <a:noFill/>
        </p:spPr>
        <p:txBody>
          <a:bodyPr wrap="square" rtlCol="0">
            <a:spAutoFit/>
          </a:bodyPr>
          <a:lstStyle/>
          <a:p>
            <a:pPr algn="ctr"/>
            <a:r>
              <a:rPr lang="zh-CN" altLang="en-US" sz="2000" b="1" dirty="0">
                <a:latin typeface="Arial Narrow" panose="020B0606020202030204" pitchFamily="34" charset="0"/>
              </a:rPr>
              <a:t>从</a:t>
            </a:r>
            <a:r>
              <a:rPr lang="zh-CN" altLang="en-US" sz="2000" b="1" dirty="0">
                <a:solidFill>
                  <a:schemeClr val="accent1">
                    <a:lumMod val="75000"/>
                  </a:schemeClr>
                </a:solidFill>
                <a:latin typeface="Arial Narrow" panose="020B0606020202030204" pitchFamily="34" charset="0"/>
              </a:rPr>
              <a:t>滑动窗口</a:t>
            </a:r>
            <a:r>
              <a:rPr lang="zh-CN" altLang="en-US" sz="2000" b="1" dirty="0">
                <a:latin typeface="Arial Narrow" panose="020B0606020202030204" pitchFamily="34" charset="0"/>
              </a:rPr>
              <a:t>的角度对比停止</a:t>
            </a:r>
            <a:r>
              <a:rPr lang="en-US" altLang="zh-CN" sz="2000" b="1" dirty="0">
                <a:latin typeface="Arial Narrow" panose="020B0606020202030204" pitchFamily="34" charset="0"/>
              </a:rPr>
              <a:t>-</a:t>
            </a:r>
            <a:r>
              <a:rPr lang="zh-CN" altLang="en-US" sz="2000" b="1" dirty="0">
                <a:latin typeface="Arial Narrow" panose="020B0606020202030204" pitchFamily="34" charset="0"/>
              </a:rPr>
              <a:t>等待协议、回退</a:t>
            </a:r>
            <a:r>
              <a:rPr lang="en-US" altLang="zh-CN" sz="2000" b="1" dirty="0">
                <a:latin typeface="Arial Narrow" panose="020B0606020202030204" pitchFamily="34" charset="0"/>
              </a:rPr>
              <a:t>N</a:t>
            </a:r>
            <a:r>
              <a:rPr lang="zh-CN" altLang="en-US" sz="2000" b="1" dirty="0">
                <a:latin typeface="Arial Narrow" panose="020B0606020202030204" pitchFamily="34" charset="0"/>
              </a:rPr>
              <a:t>帧协议和选择重传协议</a:t>
            </a:r>
          </a:p>
        </p:txBody>
      </p:sp>
      <p:grpSp>
        <p:nvGrpSpPr>
          <p:cNvPr id="10" name="组合 9">
            <a:extLst>
              <a:ext uri="{FF2B5EF4-FFF2-40B4-BE49-F238E27FC236}">
                <a16:creationId xmlns:a16="http://schemas.microsoft.com/office/drawing/2014/main" id="{C586B193-37A6-49ED-AD16-AFCBD9368099}"/>
              </a:ext>
            </a:extLst>
          </p:cNvPr>
          <p:cNvGrpSpPr/>
          <p:nvPr/>
        </p:nvGrpSpPr>
        <p:grpSpPr>
          <a:xfrm>
            <a:off x="304800" y="1869449"/>
            <a:ext cx="11582400" cy="4228746"/>
            <a:chOff x="304800" y="1869449"/>
            <a:chExt cx="11582400" cy="4228746"/>
          </a:xfrm>
        </p:grpSpPr>
        <p:sp>
          <p:nvSpPr>
            <p:cNvPr id="6" name="矩形 5">
              <a:extLst>
                <a:ext uri="{FF2B5EF4-FFF2-40B4-BE49-F238E27FC236}">
                  <a16:creationId xmlns:a16="http://schemas.microsoft.com/office/drawing/2014/main" id="{907C70DD-B12B-4768-A1E4-980F0544F599}"/>
                </a:ext>
              </a:extLst>
            </p:cNvPr>
            <p:cNvSpPr/>
            <p:nvPr/>
          </p:nvSpPr>
          <p:spPr>
            <a:xfrm>
              <a:off x="304800" y="1869449"/>
              <a:ext cx="3729963" cy="400110"/>
            </a:xfrm>
            <a:prstGeom prst="rect">
              <a:avLst/>
            </a:prstGeom>
          </p:spPr>
          <p:style>
            <a:lnRef idx="2">
              <a:schemeClr val="accent4">
                <a:shade val="50000"/>
              </a:schemeClr>
            </a:lnRef>
            <a:fillRef idx="1">
              <a:schemeClr val="accent4"/>
            </a:fillRef>
            <a:effectRef idx="0">
              <a:schemeClr val="accent4"/>
            </a:effectRef>
            <a:fontRef idx="minor">
              <a:schemeClr val="lt1"/>
            </a:fontRef>
          </p:style>
          <p:txBody>
            <a:bodyPr rtlCol="0" anchor="ctr"/>
            <a:lstStyle/>
            <a:p>
              <a:pPr algn="ctr"/>
              <a:r>
                <a:rPr lang="zh-CN" altLang="en-US" b="1" dirty="0"/>
                <a:t>停止</a:t>
              </a:r>
              <a:r>
                <a:rPr lang="en-US" altLang="zh-CN" b="1" dirty="0"/>
                <a:t>-</a:t>
              </a:r>
              <a:r>
                <a:rPr lang="zh-CN" altLang="en-US" b="1" dirty="0"/>
                <a:t>等待协议</a:t>
              </a:r>
            </a:p>
          </p:txBody>
        </p:sp>
        <p:sp>
          <p:nvSpPr>
            <p:cNvPr id="42" name="矩形 41">
              <a:extLst>
                <a:ext uri="{FF2B5EF4-FFF2-40B4-BE49-F238E27FC236}">
                  <a16:creationId xmlns:a16="http://schemas.microsoft.com/office/drawing/2014/main" id="{B25D031E-2737-466E-8054-BD6F70060833}"/>
                </a:ext>
              </a:extLst>
            </p:cNvPr>
            <p:cNvSpPr/>
            <p:nvPr/>
          </p:nvSpPr>
          <p:spPr>
            <a:xfrm>
              <a:off x="4231018" y="1869449"/>
              <a:ext cx="3729963" cy="400110"/>
            </a:xfrm>
            <a:prstGeom prst="rect">
              <a:avLst/>
            </a:prstGeom>
          </p:spPr>
          <p:style>
            <a:lnRef idx="2">
              <a:schemeClr val="accent3">
                <a:shade val="50000"/>
              </a:schemeClr>
            </a:lnRef>
            <a:fillRef idx="1">
              <a:schemeClr val="accent3"/>
            </a:fillRef>
            <a:effectRef idx="0">
              <a:schemeClr val="accent3"/>
            </a:effectRef>
            <a:fontRef idx="minor">
              <a:schemeClr val="lt1"/>
            </a:fontRef>
          </p:style>
          <p:txBody>
            <a:bodyPr rtlCol="0" anchor="ctr"/>
            <a:lstStyle/>
            <a:p>
              <a:pPr algn="ctr"/>
              <a:r>
                <a:rPr lang="zh-CN" altLang="en-US" b="1" dirty="0"/>
                <a:t>回退</a:t>
              </a:r>
              <a:r>
                <a:rPr lang="en-US" altLang="zh-CN" b="1" dirty="0"/>
                <a:t>N</a:t>
              </a:r>
              <a:r>
                <a:rPr lang="zh-CN" altLang="en-US" b="1" dirty="0"/>
                <a:t>帧协议</a:t>
              </a:r>
            </a:p>
          </p:txBody>
        </p:sp>
        <p:sp>
          <p:nvSpPr>
            <p:cNvPr id="43" name="矩形 42">
              <a:extLst>
                <a:ext uri="{FF2B5EF4-FFF2-40B4-BE49-F238E27FC236}">
                  <a16:creationId xmlns:a16="http://schemas.microsoft.com/office/drawing/2014/main" id="{B44B7297-41EC-4842-843E-96EFA244095A}"/>
                </a:ext>
              </a:extLst>
            </p:cNvPr>
            <p:cNvSpPr/>
            <p:nvPr/>
          </p:nvSpPr>
          <p:spPr>
            <a:xfrm>
              <a:off x="8157237" y="1869449"/>
              <a:ext cx="3729963" cy="400110"/>
            </a:xfrm>
            <a:prstGeom prst="rect">
              <a:avLst/>
            </a:prstGeom>
          </p:spPr>
          <p:style>
            <a:lnRef idx="2">
              <a:schemeClr val="accent2">
                <a:shade val="50000"/>
              </a:schemeClr>
            </a:lnRef>
            <a:fillRef idx="1">
              <a:schemeClr val="accent2"/>
            </a:fillRef>
            <a:effectRef idx="0">
              <a:schemeClr val="accent2"/>
            </a:effectRef>
            <a:fontRef idx="minor">
              <a:schemeClr val="lt1"/>
            </a:fontRef>
          </p:style>
          <p:txBody>
            <a:bodyPr rtlCol="0" anchor="ctr"/>
            <a:lstStyle/>
            <a:p>
              <a:pPr algn="ctr"/>
              <a:r>
                <a:rPr lang="zh-CN" altLang="en-US" b="1" dirty="0"/>
                <a:t>选择重传协议</a:t>
              </a:r>
            </a:p>
          </p:txBody>
        </p:sp>
        <p:sp>
          <p:nvSpPr>
            <p:cNvPr id="44" name="矩形 43">
              <a:extLst>
                <a:ext uri="{FF2B5EF4-FFF2-40B4-BE49-F238E27FC236}">
                  <a16:creationId xmlns:a16="http://schemas.microsoft.com/office/drawing/2014/main" id="{BEF1E443-FE8E-49C2-BCD9-A0608E66E6FD}"/>
                </a:ext>
              </a:extLst>
            </p:cNvPr>
            <p:cNvSpPr/>
            <p:nvPr/>
          </p:nvSpPr>
          <p:spPr>
            <a:xfrm>
              <a:off x="304800" y="2269558"/>
              <a:ext cx="3729963" cy="3828637"/>
            </a:xfrm>
            <a:prstGeom prst="rect">
              <a:avLst/>
            </a:prstGeom>
            <a:noFill/>
          </p:spPr>
          <p:style>
            <a:lnRef idx="2">
              <a:schemeClr val="accent4">
                <a:shade val="50000"/>
              </a:schemeClr>
            </a:lnRef>
            <a:fillRef idx="1">
              <a:schemeClr val="accent4"/>
            </a:fillRef>
            <a:effectRef idx="0">
              <a:schemeClr val="accent4"/>
            </a:effectRef>
            <a:fontRef idx="minor">
              <a:schemeClr val="lt1"/>
            </a:fontRef>
          </p:style>
          <p:txBody>
            <a:bodyPr rtlCol="0" anchor="ctr"/>
            <a:lstStyle/>
            <a:p>
              <a:pPr algn="ctr"/>
              <a:endParaRPr lang="zh-CN" altLang="en-US" b="1" dirty="0"/>
            </a:p>
          </p:txBody>
        </p:sp>
        <p:sp>
          <p:nvSpPr>
            <p:cNvPr id="45" name="矩形 44">
              <a:extLst>
                <a:ext uri="{FF2B5EF4-FFF2-40B4-BE49-F238E27FC236}">
                  <a16:creationId xmlns:a16="http://schemas.microsoft.com/office/drawing/2014/main" id="{810F9270-F4E1-4194-9E05-C497CEAA3C91}"/>
                </a:ext>
              </a:extLst>
            </p:cNvPr>
            <p:cNvSpPr/>
            <p:nvPr/>
          </p:nvSpPr>
          <p:spPr>
            <a:xfrm>
              <a:off x="4231018" y="2269558"/>
              <a:ext cx="3729963" cy="3828636"/>
            </a:xfrm>
            <a:prstGeom prst="rect">
              <a:avLst/>
            </a:prstGeom>
            <a:noFill/>
          </p:spPr>
          <p:style>
            <a:lnRef idx="2">
              <a:schemeClr val="accent3">
                <a:shade val="50000"/>
              </a:schemeClr>
            </a:lnRef>
            <a:fillRef idx="1">
              <a:schemeClr val="accent3"/>
            </a:fillRef>
            <a:effectRef idx="0">
              <a:schemeClr val="accent3"/>
            </a:effectRef>
            <a:fontRef idx="minor">
              <a:schemeClr val="lt1"/>
            </a:fontRef>
          </p:style>
          <p:txBody>
            <a:bodyPr rtlCol="0" anchor="ctr"/>
            <a:lstStyle/>
            <a:p>
              <a:pPr algn="ctr"/>
              <a:endParaRPr lang="zh-CN" altLang="en-US" b="1" dirty="0"/>
            </a:p>
          </p:txBody>
        </p:sp>
        <p:sp>
          <p:nvSpPr>
            <p:cNvPr id="47" name="矩形 46">
              <a:extLst>
                <a:ext uri="{FF2B5EF4-FFF2-40B4-BE49-F238E27FC236}">
                  <a16:creationId xmlns:a16="http://schemas.microsoft.com/office/drawing/2014/main" id="{CA385F68-74FB-470C-80D5-0C980C3BDA2D}"/>
                </a:ext>
              </a:extLst>
            </p:cNvPr>
            <p:cNvSpPr/>
            <p:nvPr/>
          </p:nvSpPr>
          <p:spPr>
            <a:xfrm>
              <a:off x="8157236" y="2269557"/>
              <a:ext cx="3729963" cy="3828635"/>
            </a:xfrm>
            <a:prstGeom prst="rect">
              <a:avLst/>
            </a:prstGeom>
            <a:noFill/>
          </p:spPr>
          <p:style>
            <a:lnRef idx="2">
              <a:schemeClr val="accent2">
                <a:shade val="50000"/>
              </a:schemeClr>
            </a:lnRef>
            <a:fillRef idx="1">
              <a:schemeClr val="accent2"/>
            </a:fillRef>
            <a:effectRef idx="0">
              <a:schemeClr val="accent2"/>
            </a:effectRef>
            <a:fontRef idx="minor">
              <a:schemeClr val="lt1"/>
            </a:fontRef>
          </p:style>
          <p:txBody>
            <a:bodyPr rtlCol="0" anchor="ctr"/>
            <a:lstStyle/>
            <a:p>
              <a:pPr algn="ctr"/>
              <a:endParaRPr lang="zh-CN" altLang="en-US" b="1" dirty="0"/>
            </a:p>
          </p:txBody>
        </p:sp>
      </p:grpSp>
      <p:sp>
        <p:nvSpPr>
          <p:cNvPr id="18" name="íşlïḍè">
            <a:extLst>
              <a:ext uri="{FF2B5EF4-FFF2-40B4-BE49-F238E27FC236}">
                <a16:creationId xmlns:a16="http://schemas.microsoft.com/office/drawing/2014/main" id="{4248F9BB-2A1E-46C8-BB47-6677DDC8895E}"/>
              </a:ext>
            </a:extLst>
          </p:cNvPr>
          <p:cNvSpPr txBox="1"/>
          <p:nvPr/>
        </p:nvSpPr>
        <p:spPr>
          <a:xfrm>
            <a:off x="380810" y="2469264"/>
            <a:ext cx="2698142" cy="267358"/>
          </a:xfrm>
          <a:prstGeom prst="rect">
            <a:avLst/>
          </a:prstGeom>
          <a:noFill/>
        </p:spPr>
        <p:txBody>
          <a:bodyPr wrap="square" lIns="91440" tIns="45720" rIns="91440" bIns="45720" anchor="ctr">
            <a:noAutofit/>
          </a:bodyPr>
          <a:lstStyle/>
          <a:p>
            <a:r>
              <a:rPr lang="zh-CN" altLang="en-US" b="1" dirty="0"/>
              <a:t>仅用</a:t>
            </a:r>
            <a:r>
              <a:rPr lang="en-US" altLang="zh-CN" b="1" dirty="0"/>
              <a:t>1</a:t>
            </a:r>
            <a:r>
              <a:rPr lang="zh-CN" altLang="en-US" b="1" dirty="0"/>
              <a:t>个比特给分组编号</a:t>
            </a:r>
            <a:endParaRPr lang="en-US" altLang="zh-CN" b="1" dirty="0"/>
          </a:p>
        </p:txBody>
      </p:sp>
      <mc:AlternateContent xmlns:mc="http://schemas.openxmlformats.org/markup-compatibility/2006" xmlns:a14="http://schemas.microsoft.com/office/drawing/2010/main">
        <mc:Choice Requires="a14">
          <p:sp>
            <p:nvSpPr>
              <p:cNvPr id="20" name="íşlïḍè">
                <a:extLst>
                  <a:ext uri="{FF2B5EF4-FFF2-40B4-BE49-F238E27FC236}">
                    <a16:creationId xmlns:a16="http://schemas.microsoft.com/office/drawing/2014/main" id="{8BD20E8E-0B0F-4C70-A7C8-80A6741BA4AB}"/>
                  </a:ext>
                </a:extLst>
              </p:cNvPr>
              <p:cNvSpPr txBox="1"/>
              <p:nvPr/>
            </p:nvSpPr>
            <p:spPr>
              <a:xfrm>
                <a:off x="380810" y="3241764"/>
                <a:ext cx="1104592" cy="267358"/>
              </a:xfrm>
              <a:prstGeom prst="rect">
                <a:avLst/>
              </a:prstGeom>
              <a:noFill/>
            </p:spPr>
            <p:txBody>
              <a:bodyPr wrap="square" lIns="91440" tIns="45720" rIns="91440" bIns="45720" anchor="ctr">
                <a:noAutofit/>
              </a:bodyPr>
              <a:lstStyle/>
              <a:p>
                <a:pPr/>
                <a14:m>
                  <m:oMathPara xmlns:m="http://schemas.openxmlformats.org/officeDocument/2006/math">
                    <m:oMathParaPr>
                      <m:jc m:val="left"/>
                    </m:oMathParaPr>
                    <m:oMath xmlns:m="http://schemas.openxmlformats.org/officeDocument/2006/math">
                      <m:sSub>
                        <m:sSubPr>
                          <m:ctrlPr>
                            <a:rPr lang="en-US" altLang="zh-CN" b="1" i="1" smtClean="0">
                              <a:latin typeface="Cambria Math" panose="02040503050406030204" pitchFamily="18" charset="0"/>
                            </a:rPr>
                          </m:ctrlPr>
                        </m:sSubPr>
                        <m:e>
                          <m:r>
                            <a:rPr lang="en-US" altLang="zh-CN" b="1" i="1" smtClean="0">
                              <a:latin typeface="Cambria Math" panose="02040503050406030204" pitchFamily="18" charset="0"/>
                            </a:rPr>
                            <m:t>𝑾</m:t>
                          </m:r>
                        </m:e>
                        <m:sub>
                          <m:r>
                            <a:rPr lang="en-US" altLang="zh-CN" b="1" i="1" smtClean="0">
                              <a:latin typeface="Cambria Math" panose="02040503050406030204" pitchFamily="18" charset="0"/>
                            </a:rPr>
                            <m:t>𝑻</m:t>
                          </m:r>
                        </m:sub>
                      </m:sSub>
                      <m:r>
                        <a:rPr lang="en-US" altLang="zh-CN" b="1" i="1" smtClean="0">
                          <a:latin typeface="Cambria Math" panose="02040503050406030204" pitchFamily="18" charset="0"/>
                        </a:rPr>
                        <m:t>=</m:t>
                      </m:r>
                      <m:r>
                        <a:rPr lang="en-US" altLang="zh-CN" b="1" i="1" smtClean="0">
                          <a:latin typeface="Cambria Math" panose="02040503050406030204" pitchFamily="18" charset="0"/>
                        </a:rPr>
                        <m:t>𝟏</m:t>
                      </m:r>
                    </m:oMath>
                  </m:oMathPara>
                </a14:m>
                <a:endParaRPr lang="en-US" altLang="zh-CN" b="1" dirty="0"/>
              </a:p>
            </p:txBody>
          </p:sp>
        </mc:Choice>
        <mc:Fallback xmlns="">
          <p:sp>
            <p:nvSpPr>
              <p:cNvPr id="20" name="íşlïḍè">
                <a:extLst>
                  <a:ext uri="{FF2B5EF4-FFF2-40B4-BE49-F238E27FC236}">
                    <a16:creationId xmlns:a16="http://schemas.microsoft.com/office/drawing/2014/main" id="{8BD20E8E-0B0F-4C70-A7C8-80A6741BA4AB}"/>
                  </a:ext>
                </a:extLst>
              </p:cNvPr>
              <p:cNvSpPr txBox="1">
                <a:spLocks noRot="1" noChangeAspect="1" noMove="1" noResize="1" noEditPoints="1" noAdjustHandles="1" noChangeArrowheads="1" noChangeShapeType="1" noTextEdit="1"/>
              </p:cNvSpPr>
              <p:nvPr/>
            </p:nvSpPr>
            <p:spPr>
              <a:xfrm>
                <a:off x="380810" y="3241764"/>
                <a:ext cx="1104592" cy="267358"/>
              </a:xfrm>
              <a:prstGeom prst="rect">
                <a:avLst/>
              </a:prstGeom>
              <a:blipFill>
                <a:blip r:embed="rId3"/>
                <a:stretch>
                  <a:fillRect b="-22727"/>
                </a:stretch>
              </a:blipFill>
            </p:spPr>
            <p:txBody>
              <a:bodyPr/>
              <a:lstStyle/>
              <a:p>
                <a:r>
                  <a:rPr lang="zh-CN" altLang="en-US">
                    <a:noFill/>
                  </a:rPr>
                  <a:t> </a:t>
                </a:r>
              </a:p>
            </p:txBody>
          </p:sp>
        </mc:Fallback>
      </mc:AlternateContent>
      <mc:AlternateContent xmlns:mc="http://schemas.openxmlformats.org/markup-compatibility/2006" xmlns:a14="http://schemas.microsoft.com/office/drawing/2010/main">
        <mc:Choice Requires="a14">
          <p:sp>
            <p:nvSpPr>
              <p:cNvPr id="22" name="íşlïḍè">
                <a:extLst>
                  <a:ext uri="{FF2B5EF4-FFF2-40B4-BE49-F238E27FC236}">
                    <a16:creationId xmlns:a16="http://schemas.microsoft.com/office/drawing/2014/main" id="{E4DC91B7-5E73-4D08-B8AC-57A9570CC9FE}"/>
                  </a:ext>
                </a:extLst>
              </p:cNvPr>
              <p:cNvSpPr txBox="1"/>
              <p:nvPr/>
            </p:nvSpPr>
            <p:spPr>
              <a:xfrm>
                <a:off x="380810" y="4014264"/>
                <a:ext cx="1104592" cy="267358"/>
              </a:xfrm>
              <a:prstGeom prst="rect">
                <a:avLst/>
              </a:prstGeom>
              <a:noFill/>
            </p:spPr>
            <p:txBody>
              <a:bodyPr wrap="square" lIns="91440" tIns="45720" rIns="91440" bIns="45720" anchor="ctr">
                <a:noAutofit/>
              </a:bodyPr>
              <a:lstStyle/>
              <a:p>
                <a:pPr/>
                <a14:m>
                  <m:oMathPara xmlns:m="http://schemas.openxmlformats.org/officeDocument/2006/math">
                    <m:oMathParaPr>
                      <m:jc m:val="left"/>
                    </m:oMathParaPr>
                    <m:oMath xmlns:m="http://schemas.openxmlformats.org/officeDocument/2006/math">
                      <m:sSub>
                        <m:sSubPr>
                          <m:ctrlPr>
                            <a:rPr lang="en-US" altLang="zh-CN" b="1" i="1" smtClean="0">
                              <a:latin typeface="Cambria Math" panose="02040503050406030204" pitchFamily="18" charset="0"/>
                            </a:rPr>
                          </m:ctrlPr>
                        </m:sSubPr>
                        <m:e>
                          <m:r>
                            <a:rPr lang="en-US" altLang="zh-CN" b="1" i="1" smtClean="0">
                              <a:latin typeface="Cambria Math" panose="02040503050406030204" pitchFamily="18" charset="0"/>
                            </a:rPr>
                            <m:t>𝑾</m:t>
                          </m:r>
                        </m:e>
                        <m:sub>
                          <m:r>
                            <a:rPr lang="en-US" altLang="zh-CN" b="1" i="1" smtClean="0">
                              <a:latin typeface="Cambria Math" panose="02040503050406030204" pitchFamily="18" charset="0"/>
                            </a:rPr>
                            <m:t>𝑹</m:t>
                          </m:r>
                        </m:sub>
                      </m:sSub>
                      <m:r>
                        <a:rPr lang="en-US" altLang="zh-CN" b="1" i="1" smtClean="0">
                          <a:latin typeface="Cambria Math" panose="02040503050406030204" pitchFamily="18" charset="0"/>
                        </a:rPr>
                        <m:t>=</m:t>
                      </m:r>
                      <m:r>
                        <a:rPr lang="en-US" altLang="zh-CN" b="1" i="1" smtClean="0">
                          <a:latin typeface="Cambria Math" panose="02040503050406030204" pitchFamily="18" charset="0"/>
                        </a:rPr>
                        <m:t>𝟏</m:t>
                      </m:r>
                    </m:oMath>
                  </m:oMathPara>
                </a14:m>
                <a:endParaRPr lang="en-US" altLang="zh-CN" b="1" dirty="0"/>
              </a:p>
            </p:txBody>
          </p:sp>
        </mc:Choice>
        <mc:Fallback xmlns="">
          <p:sp>
            <p:nvSpPr>
              <p:cNvPr id="22" name="íşlïḍè">
                <a:extLst>
                  <a:ext uri="{FF2B5EF4-FFF2-40B4-BE49-F238E27FC236}">
                    <a16:creationId xmlns:a16="http://schemas.microsoft.com/office/drawing/2014/main" id="{E4DC91B7-5E73-4D08-B8AC-57A9570CC9FE}"/>
                  </a:ext>
                </a:extLst>
              </p:cNvPr>
              <p:cNvSpPr txBox="1">
                <a:spLocks noRot="1" noChangeAspect="1" noMove="1" noResize="1" noEditPoints="1" noAdjustHandles="1" noChangeArrowheads="1" noChangeShapeType="1" noTextEdit="1"/>
              </p:cNvSpPr>
              <p:nvPr/>
            </p:nvSpPr>
            <p:spPr>
              <a:xfrm>
                <a:off x="380810" y="4014264"/>
                <a:ext cx="1104592" cy="267358"/>
              </a:xfrm>
              <a:prstGeom prst="rect">
                <a:avLst/>
              </a:prstGeom>
              <a:blipFill>
                <a:blip r:embed="rId4"/>
                <a:stretch>
                  <a:fillRect b="-25581"/>
                </a:stretch>
              </a:blipFill>
            </p:spPr>
            <p:txBody>
              <a:bodyPr/>
              <a:lstStyle/>
              <a:p>
                <a:r>
                  <a:rPr lang="zh-CN" altLang="en-US">
                    <a:noFill/>
                  </a:rPr>
                  <a:t> </a:t>
                </a:r>
              </a:p>
            </p:txBody>
          </p:sp>
        </mc:Fallback>
      </mc:AlternateContent>
      <mc:AlternateContent xmlns:mc="http://schemas.openxmlformats.org/markup-compatibility/2006" xmlns:a14="http://schemas.microsoft.com/office/drawing/2010/main">
        <mc:Choice Requires="a14">
          <p:sp>
            <p:nvSpPr>
              <p:cNvPr id="28" name="íşlïḍè">
                <a:extLst>
                  <a:ext uri="{FF2B5EF4-FFF2-40B4-BE49-F238E27FC236}">
                    <a16:creationId xmlns:a16="http://schemas.microsoft.com/office/drawing/2014/main" id="{E4F635A9-A19D-415E-8F0D-C586135C7BD9}"/>
                  </a:ext>
                </a:extLst>
              </p:cNvPr>
              <p:cNvSpPr txBox="1"/>
              <p:nvPr/>
            </p:nvSpPr>
            <p:spPr>
              <a:xfrm>
                <a:off x="4318552" y="2467431"/>
                <a:ext cx="3128217" cy="267358"/>
              </a:xfrm>
              <a:prstGeom prst="rect">
                <a:avLst/>
              </a:prstGeom>
              <a:noFill/>
            </p:spPr>
            <p:txBody>
              <a:bodyPr wrap="square" lIns="91440" tIns="45720" rIns="91440" bIns="45720" anchor="ctr">
                <a:noAutofit/>
              </a:bodyPr>
              <a:lstStyle/>
              <a:p>
                <a:r>
                  <a:rPr lang="zh-CN" altLang="en-US" b="1" dirty="0"/>
                  <a:t>用</a:t>
                </a:r>
                <a14:m>
                  <m:oMath xmlns:m="http://schemas.openxmlformats.org/officeDocument/2006/math">
                    <m:r>
                      <a:rPr lang="en-US" altLang="zh-CN" b="1" i="1" dirty="0" smtClean="0">
                        <a:latin typeface="Cambria Math" panose="02040503050406030204" pitchFamily="18" charset="0"/>
                      </a:rPr>
                      <m:t>𝒏</m:t>
                    </m:r>
                    <m:r>
                      <a:rPr lang="en-US" altLang="zh-CN" b="1" i="1" dirty="0" smtClean="0">
                        <a:latin typeface="Cambria Math" panose="02040503050406030204" pitchFamily="18" charset="0"/>
                      </a:rPr>
                      <m:t>(</m:t>
                    </m:r>
                    <m:r>
                      <a:rPr lang="en-US" altLang="zh-CN" b="1" i="1" dirty="0" smtClean="0">
                        <a:latin typeface="Cambria Math" panose="02040503050406030204" pitchFamily="18" charset="0"/>
                      </a:rPr>
                      <m:t>𝒏</m:t>
                    </m:r>
                    <m:r>
                      <a:rPr lang="zh-CN" altLang="en-US" b="1" i="1" dirty="0" smtClean="0">
                        <a:latin typeface="Cambria Math" panose="02040503050406030204" pitchFamily="18" charset="0"/>
                      </a:rPr>
                      <m:t>＞</m:t>
                    </m:r>
                    <m:r>
                      <a:rPr lang="en-US" altLang="zh-CN" b="1" i="1" dirty="0" smtClean="0">
                        <a:latin typeface="Cambria Math" panose="02040503050406030204" pitchFamily="18" charset="0"/>
                      </a:rPr>
                      <m:t>𝟏</m:t>
                    </m:r>
                    <m:r>
                      <a:rPr lang="en-US" altLang="zh-CN" b="1" i="1" dirty="0" smtClean="0">
                        <a:latin typeface="Cambria Math" panose="02040503050406030204" pitchFamily="18" charset="0"/>
                      </a:rPr>
                      <m:t>)</m:t>
                    </m:r>
                  </m:oMath>
                </a14:m>
                <a:r>
                  <a:rPr lang="zh-CN" altLang="en-US" b="1" dirty="0"/>
                  <a:t>个比特给分组编号</a:t>
                </a:r>
                <a:endParaRPr lang="en-US" altLang="zh-CN" b="1" dirty="0"/>
              </a:p>
            </p:txBody>
          </p:sp>
        </mc:Choice>
        <mc:Fallback xmlns="">
          <p:sp>
            <p:nvSpPr>
              <p:cNvPr id="28" name="íşlïḍè">
                <a:extLst>
                  <a:ext uri="{FF2B5EF4-FFF2-40B4-BE49-F238E27FC236}">
                    <a16:creationId xmlns:a16="http://schemas.microsoft.com/office/drawing/2014/main" id="{E4F635A9-A19D-415E-8F0D-C586135C7BD9}"/>
                  </a:ext>
                </a:extLst>
              </p:cNvPr>
              <p:cNvSpPr txBox="1">
                <a:spLocks noRot="1" noChangeAspect="1" noMove="1" noResize="1" noEditPoints="1" noAdjustHandles="1" noChangeArrowheads="1" noChangeShapeType="1" noTextEdit="1"/>
              </p:cNvSpPr>
              <p:nvPr/>
            </p:nvSpPr>
            <p:spPr>
              <a:xfrm>
                <a:off x="4318552" y="2467431"/>
                <a:ext cx="3128217" cy="267358"/>
              </a:xfrm>
              <a:prstGeom prst="rect">
                <a:avLst/>
              </a:prstGeom>
              <a:blipFill>
                <a:blip r:embed="rId5"/>
                <a:stretch>
                  <a:fillRect l="-1556" t="-31818" r="-973" b="-54545"/>
                </a:stretch>
              </a:blipFill>
            </p:spPr>
            <p:txBody>
              <a:bodyPr/>
              <a:lstStyle/>
              <a:p>
                <a:r>
                  <a:rPr lang="zh-CN" altLang="en-US">
                    <a:noFill/>
                  </a:rPr>
                  <a:t> </a:t>
                </a:r>
              </a:p>
            </p:txBody>
          </p:sp>
        </mc:Fallback>
      </mc:AlternateContent>
      <mc:AlternateContent xmlns:mc="http://schemas.openxmlformats.org/markup-compatibility/2006" xmlns:a14="http://schemas.microsoft.com/office/drawing/2010/main">
        <mc:Choice Requires="a14">
          <p:sp>
            <p:nvSpPr>
              <p:cNvPr id="31" name="íşlïḍè">
                <a:extLst>
                  <a:ext uri="{FF2B5EF4-FFF2-40B4-BE49-F238E27FC236}">
                    <a16:creationId xmlns:a16="http://schemas.microsoft.com/office/drawing/2014/main" id="{7C8D2DC4-60A0-4854-B160-9A8C30BCF937}"/>
                  </a:ext>
                </a:extLst>
              </p:cNvPr>
              <p:cNvSpPr txBox="1"/>
              <p:nvPr/>
            </p:nvSpPr>
            <p:spPr>
              <a:xfrm>
                <a:off x="4318552" y="3241764"/>
                <a:ext cx="2075670" cy="267358"/>
              </a:xfrm>
              <a:prstGeom prst="rect">
                <a:avLst/>
              </a:prstGeom>
              <a:noFill/>
            </p:spPr>
            <p:txBody>
              <a:bodyPr wrap="square" lIns="91440" tIns="45720" rIns="91440" bIns="45720" anchor="ctr">
                <a:noAutofit/>
              </a:bodyPr>
              <a:lstStyle/>
              <a:p>
                <a:pPr/>
                <a14:m>
                  <m:oMathPara xmlns:m="http://schemas.openxmlformats.org/officeDocument/2006/math">
                    <m:oMathParaPr>
                      <m:jc m:val="left"/>
                    </m:oMathParaPr>
                    <m:oMath xmlns:m="http://schemas.openxmlformats.org/officeDocument/2006/math">
                      <m:sSub>
                        <m:sSubPr>
                          <m:ctrlPr>
                            <a:rPr lang="en-US" altLang="zh-CN" b="1" i="1" smtClean="0">
                              <a:latin typeface="Cambria Math" panose="02040503050406030204" pitchFamily="18" charset="0"/>
                            </a:rPr>
                          </m:ctrlPr>
                        </m:sSubPr>
                        <m:e>
                          <m:r>
                            <a:rPr lang="en-US" altLang="zh-CN" b="1" i="1" smtClean="0">
                              <a:latin typeface="Cambria Math" panose="02040503050406030204" pitchFamily="18" charset="0"/>
                            </a:rPr>
                            <m:t>𝟏</m:t>
                          </m:r>
                          <m:r>
                            <a:rPr lang="en-US" altLang="zh-CN" b="1" i="1" smtClean="0">
                              <a:latin typeface="Cambria Math" panose="02040503050406030204" pitchFamily="18" charset="0"/>
                              <a:ea typeface="Cambria Math" panose="02040503050406030204" pitchFamily="18" charset="0"/>
                            </a:rPr>
                            <m:t>&lt;</m:t>
                          </m:r>
                          <m:r>
                            <a:rPr lang="en-US" altLang="zh-CN" b="1" i="1" smtClean="0">
                              <a:latin typeface="Cambria Math" panose="02040503050406030204" pitchFamily="18" charset="0"/>
                            </a:rPr>
                            <m:t>𝑾</m:t>
                          </m:r>
                        </m:e>
                        <m:sub>
                          <m:r>
                            <a:rPr lang="en-US" altLang="zh-CN" b="1" i="1" smtClean="0">
                              <a:latin typeface="Cambria Math" panose="02040503050406030204" pitchFamily="18" charset="0"/>
                            </a:rPr>
                            <m:t>𝑻</m:t>
                          </m:r>
                        </m:sub>
                      </m:sSub>
                      <m:r>
                        <a:rPr lang="en-US" altLang="zh-CN" b="1" i="1">
                          <a:latin typeface="Cambria Math" panose="02040503050406030204" pitchFamily="18" charset="0"/>
                          <a:ea typeface="Cambria Math" panose="02040503050406030204" pitchFamily="18" charset="0"/>
                        </a:rPr>
                        <m:t>≤</m:t>
                      </m:r>
                      <m:sSup>
                        <m:sSupPr>
                          <m:ctrlPr>
                            <a:rPr lang="en-US" altLang="zh-CN" b="1" i="1" smtClean="0">
                              <a:latin typeface="Cambria Math" panose="02040503050406030204" pitchFamily="18" charset="0"/>
                              <a:ea typeface="Cambria Math" panose="02040503050406030204" pitchFamily="18" charset="0"/>
                            </a:rPr>
                          </m:ctrlPr>
                        </m:sSupPr>
                        <m:e>
                          <m:r>
                            <a:rPr lang="en-US" altLang="zh-CN" b="1" i="1" smtClean="0">
                              <a:latin typeface="Cambria Math" panose="02040503050406030204" pitchFamily="18" charset="0"/>
                              <a:ea typeface="Cambria Math" panose="02040503050406030204" pitchFamily="18" charset="0"/>
                            </a:rPr>
                            <m:t>(</m:t>
                          </m:r>
                          <m:r>
                            <a:rPr lang="en-US" altLang="zh-CN" b="1" i="1" smtClean="0">
                              <a:latin typeface="Cambria Math" panose="02040503050406030204" pitchFamily="18" charset="0"/>
                              <a:ea typeface="Cambria Math" panose="02040503050406030204" pitchFamily="18" charset="0"/>
                            </a:rPr>
                            <m:t>𝟐</m:t>
                          </m:r>
                        </m:e>
                        <m:sup>
                          <m:r>
                            <a:rPr lang="en-US" altLang="zh-CN" b="1" i="1" smtClean="0">
                              <a:latin typeface="Cambria Math" panose="02040503050406030204" pitchFamily="18" charset="0"/>
                              <a:ea typeface="Cambria Math" panose="02040503050406030204" pitchFamily="18" charset="0"/>
                            </a:rPr>
                            <m:t>𝒏</m:t>
                          </m:r>
                        </m:sup>
                      </m:sSup>
                      <m:r>
                        <a:rPr lang="en-US" altLang="zh-CN" b="1" i="1" smtClean="0">
                          <a:latin typeface="Cambria Math" panose="02040503050406030204" pitchFamily="18" charset="0"/>
                          <a:ea typeface="Cambria Math" panose="02040503050406030204" pitchFamily="18" charset="0"/>
                        </a:rPr>
                        <m:t>−</m:t>
                      </m:r>
                      <m:r>
                        <a:rPr lang="en-US" altLang="zh-CN" b="1" i="1" smtClean="0">
                          <a:latin typeface="Cambria Math" panose="02040503050406030204" pitchFamily="18" charset="0"/>
                          <a:ea typeface="Cambria Math" panose="02040503050406030204" pitchFamily="18" charset="0"/>
                        </a:rPr>
                        <m:t>𝟏</m:t>
                      </m:r>
                      <m:r>
                        <a:rPr lang="en-US" altLang="zh-CN" b="1" i="1" smtClean="0">
                          <a:latin typeface="Cambria Math" panose="02040503050406030204" pitchFamily="18" charset="0"/>
                          <a:ea typeface="Cambria Math" panose="02040503050406030204" pitchFamily="18" charset="0"/>
                        </a:rPr>
                        <m:t>)</m:t>
                      </m:r>
                    </m:oMath>
                  </m:oMathPara>
                </a14:m>
                <a:endParaRPr lang="en-US" altLang="zh-CN" b="1" dirty="0"/>
              </a:p>
            </p:txBody>
          </p:sp>
        </mc:Choice>
        <mc:Fallback xmlns="">
          <p:sp>
            <p:nvSpPr>
              <p:cNvPr id="31" name="íşlïḍè">
                <a:extLst>
                  <a:ext uri="{FF2B5EF4-FFF2-40B4-BE49-F238E27FC236}">
                    <a16:creationId xmlns:a16="http://schemas.microsoft.com/office/drawing/2014/main" id="{7C8D2DC4-60A0-4854-B160-9A8C30BCF937}"/>
                  </a:ext>
                </a:extLst>
              </p:cNvPr>
              <p:cNvSpPr txBox="1">
                <a:spLocks noRot="1" noChangeAspect="1" noMove="1" noResize="1" noEditPoints="1" noAdjustHandles="1" noChangeArrowheads="1" noChangeShapeType="1" noTextEdit="1"/>
              </p:cNvSpPr>
              <p:nvPr/>
            </p:nvSpPr>
            <p:spPr>
              <a:xfrm>
                <a:off x="4318552" y="3241764"/>
                <a:ext cx="2075670" cy="267358"/>
              </a:xfrm>
              <a:prstGeom prst="rect">
                <a:avLst/>
              </a:prstGeom>
              <a:blipFill>
                <a:blip r:embed="rId6"/>
                <a:stretch>
                  <a:fillRect b="-40909"/>
                </a:stretch>
              </a:blipFill>
            </p:spPr>
            <p:txBody>
              <a:bodyPr/>
              <a:lstStyle/>
              <a:p>
                <a:r>
                  <a:rPr lang="zh-CN" altLang="en-US">
                    <a:noFill/>
                  </a:rPr>
                  <a:t> </a:t>
                </a:r>
              </a:p>
            </p:txBody>
          </p:sp>
        </mc:Fallback>
      </mc:AlternateContent>
      <mc:AlternateContent xmlns:mc="http://schemas.openxmlformats.org/markup-compatibility/2006" xmlns:a14="http://schemas.microsoft.com/office/drawing/2010/main">
        <mc:Choice Requires="a14">
          <p:sp>
            <p:nvSpPr>
              <p:cNvPr id="34" name="íşlïḍè">
                <a:extLst>
                  <a:ext uri="{FF2B5EF4-FFF2-40B4-BE49-F238E27FC236}">
                    <a16:creationId xmlns:a16="http://schemas.microsoft.com/office/drawing/2014/main" id="{B4137163-3A3C-40BA-AB2E-3C2091D7549C}"/>
                  </a:ext>
                </a:extLst>
              </p:cNvPr>
              <p:cNvSpPr txBox="1"/>
              <p:nvPr/>
            </p:nvSpPr>
            <p:spPr>
              <a:xfrm>
                <a:off x="4318552" y="3895508"/>
                <a:ext cx="1104592" cy="386114"/>
              </a:xfrm>
              <a:prstGeom prst="rect">
                <a:avLst/>
              </a:prstGeom>
              <a:noFill/>
            </p:spPr>
            <p:txBody>
              <a:bodyPr wrap="square" lIns="91440" tIns="45720" rIns="91440" bIns="45720" anchor="ctr">
                <a:noAutofit/>
              </a:bodyPr>
              <a:lstStyle/>
              <a:p>
                <a:pPr/>
                <a14:m>
                  <m:oMathPara xmlns:m="http://schemas.openxmlformats.org/officeDocument/2006/math">
                    <m:oMathParaPr>
                      <m:jc m:val="left"/>
                    </m:oMathParaPr>
                    <m:oMath xmlns:m="http://schemas.openxmlformats.org/officeDocument/2006/math">
                      <m:sSub>
                        <m:sSubPr>
                          <m:ctrlPr>
                            <a:rPr lang="en-US" altLang="zh-CN" b="1" i="1" smtClean="0">
                              <a:latin typeface="Cambria Math" panose="02040503050406030204" pitchFamily="18" charset="0"/>
                            </a:rPr>
                          </m:ctrlPr>
                        </m:sSubPr>
                        <m:e>
                          <m:r>
                            <a:rPr lang="en-US" altLang="zh-CN" b="1" i="1" smtClean="0">
                              <a:latin typeface="Cambria Math" panose="02040503050406030204" pitchFamily="18" charset="0"/>
                            </a:rPr>
                            <m:t>𝑾</m:t>
                          </m:r>
                        </m:e>
                        <m:sub>
                          <m:r>
                            <a:rPr lang="en-US" altLang="zh-CN" b="1" i="1" smtClean="0">
                              <a:latin typeface="Cambria Math" panose="02040503050406030204" pitchFamily="18" charset="0"/>
                            </a:rPr>
                            <m:t>𝑹</m:t>
                          </m:r>
                        </m:sub>
                      </m:sSub>
                      <m:r>
                        <a:rPr lang="en-US" altLang="zh-CN" b="1" i="1" smtClean="0">
                          <a:latin typeface="Cambria Math" panose="02040503050406030204" pitchFamily="18" charset="0"/>
                        </a:rPr>
                        <m:t>=</m:t>
                      </m:r>
                      <m:r>
                        <a:rPr lang="en-US" altLang="zh-CN" b="1" i="1" smtClean="0">
                          <a:latin typeface="Cambria Math" panose="02040503050406030204" pitchFamily="18" charset="0"/>
                        </a:rPr>
                        <m:t>𝟏</m:t>
                      </m:r>
                    </m:oMath>
                  </m:oMathPara>
                </a14:m>
                <a:endParaRPr lang="en-US" altLang="zh-CN" b="1" dirty="0"/>
              </a:p>
            </p:txBody>
          </p:sp>
        </mc:Choice>
        <mc:Fallback xmlns="">
          <p:sp>
            <p:nvSpPr>
              <p:cNvPr id="34" name="íşlïḍè">
                <a:extLst>
                  <a:ext uri="{FF2B5EF4-FFF2-40B4-BE49-F238E27FC236}">
                    <a16:creationId xmlns:a16="http://schemas.microsoft.com/office/drawing/2014/main" id="{B4137163-3A3C-40BA-AB2E-3C2091D7549C}"/>
                  </a:ext>
                </a:extLst>
              </p:cNvPr>
              <p:cNvSpPr txBox="1">
                <a:spLocks noRot="1" noChangeAspect="1" noMove="1" noResize="1" noEditPoints="1" noAdjustHandles="1" noChangeArrowheads="1" noChangeShapeType="1" noTextEdit="1"/>
              </p:cNvSpPr>
              <p:nvPr/>
            </p:nvSpPr>
            <p:spPr>
              <a:xfrm>
                <a:off x="4318552" y="3895508"/>
                <a:ext cx="1104592" cy="386114"/>
              </a:xfrm>
              <a:prstGeom prst="rect">
                <a:avLst/>
              </a:prstGeom>
              <a:blipFill>
                <a:blip r:embed="rId7"/>
                <a:stretch>
                  <a:fillRect b="-1587"/>
                </a:stretch>
              </a:blipFill>
            </p:spPr>
            <p:txBody>
              <a:bodyPr/>
              <a:lstStyle/>
              <a:p>
                <a:r>
                  <a:rPr lang="zh-CN" altLang="en-US">
                    <a:noFill/>
                  </a:rPr>
                  <a:t> </a:t>
                </a:r>
              </a:p>
            </p:txBody>
          </p:sp>
        </mc:Fallback>
      </mc:AlternateContent>
      <mc:AlternateContent xmlns:mc="http://schemas.openxmlformats.org/markup-compatibility/2006" xmlns:a14="http://schemas.microsoft.com/office/drawing/2010/main">
        <mc:Choice Requires="a14">
          <p:sp>
            <p:nvSpPr>
              <p:cNvPr id="14" name="矩形 13">
                <a:extLst>
                  <a:ext uri="{FF2B5EF4-FFF2-40B4-BE49-F238E27FC236}">
                    <a16:creationId xmlns:a16="http://schemas.microsoft.com/office/drawing/2014/main" id="{8FA31634-9B0C-4195-9CD2-3F6893AE4380}"/>
                  </a:ext>
                </a:extLst>
              </p:cNvPr>
              <p:cNvSpPr/>
              <p:nvPr/>
            </p:nvSpPr>
            <p:spPr>
              <a:xfrm>
                <a:off x="6300571" y="2999380"/>
                <a:ext cx="1492325" cy="783213"/>
              </a:xfrm>
              <a:prstGeom prst="rect">
                <a:avLst/>
              </a:prstGeom>
              <a:solidFill>
                <a:schemeClr val="tx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14:m>
                  <m:oMath xmlns:m="http://schemas.openxmlformats.org/officeDocument/2006/math">
                    <m:sSub>
                      <m:sSubPr>
                        <m:ctrlPr>
                          <a:rPr lang="en-US" altLang="zh-CN" sz="1600" b="1" i="1" smtClean="0">
                            <a:solidFill>
                              <a:schemeClr val="bg1"/>
                            </a:solidFill>
                            <a:latin typeface="Cambria Math" panose="02040503050406030204" pitchFamily="18" charset="0"/>
                          </a:rPr>
                        </m:ctrlPr>
                      </m:sSubPr>
                      <m:e>
                        <m:r>
                          <a:rPr lang="en-US" altLang="zh-CN" sz="1600" b="1" i="1" smtClean="0">
                            <a:solidFill>
                              <a:schemeClr val="bg1"/>
                            </a:solidFill>
                            <a:latin typeface="Cambria Math" panose="02040503050406030204" pitchFamily="18" charset="0"/>
                          </a:rPr>
                          <m:t>𝑾</m:t>
                        </m:r>
                      </m:e>
                      <m:sub>
                        <m:r>
                          <a:rPr lang="en-US" altLang="zh-CN" sz="1600" b="1" i="1" smtClean="0">
                            <a:solidFill>
                              <a:schemeClr val="bg1"/>
                            </a:solidFill>
                            <a:latin typeface="Cambria Math" panose="02040503050406030204" pitchFamily="18" charset="0"/>
                          </a:rPr>
                          <m:t>𝑻</m:t>
                        </m:r>
                      </m:sub>
                    </m:sSub>
                  </m:oMath>
                </a14:m>
                <a:r>
                  <a:rPr lang="zh-CN" altLang="en-US" sz="1600" b="1" dirty="0">
                    <a:solidFill>
                      <a:schemeClr val="bg1"/>
                    </a:solidFill>
                  </a:rPr>
                  <a:t>超过上限</a:t>
                </a:r>
                <a:endParaRPr lang="en-US" altLang="zh-CN" sz="1600" b="1" dirty="0">
                  <a:solidFill>
                    <a:schemeClr val="bg1"/>
                  </a:solidFill>
                </a:endParaRPr>
              </a:p>
              <a:p>
                <a:pPr algn="ctr"/>
                <a:r>
                  <a:rPr lang="zh-CN" altLang="en-US" sz="1600" b="1" dirty="0">
                    <a:solidFill>
                      <a:schemeClr val="bg1"/>
                    </a:solidFill>
                  </a:rPr>
                  <a:t>无法分辨</a:t>
                </a:r>
                <a:endParaRPr lang="en-US" altLang="zh-CN" sz="1600" b="1" dirty="0">
                  <a:solidFill>
                    <a:schemeClr val="bg1"/>
                  </a:solidFill>
                </a:endParaRPr>
              </a:p>
              <a:p>
                <a:pPr algn="ctr"/>
                <a:r>
                  <a:rPr lang="zh-CN" altLang="en-US" sz="1600" b="1" dirty="0">
                    <a:solidFill>
                      <a:schemeClr val="bg1"/>
                    </a:solidFill>
                  </a:rPr>
                  <a:t>新旧数据分组</a:t>
                </a:r>
                <a:endParaRPr lang="zh-CN" altLang="en-US" sz="1600" dirty="0"/>
              </a:p>
            </p:txBody>
          </p:sp>
        </mc:Choice>
        <mc:Fallback xmlns="">
          <p:sp>
            <p:nvSpPr>
              <p:cNvPr id="14" name="矩形 13">
                <a:extLst>
                  <a:ext uri="{FF2B5EF4-FFF2-40B4-BE49-F238E27FC236}">
                    <a16:creationId xmlns:a16="http://schemas.microsoft.com/office/drawing/2014/main" id="{8FA31634-9B0C-4195-9CD2-3F6893AE4380}"/>
                  </a:ext>
                </a:extLst>
              </p:cNvPr>
              <p:cNvSpPr>
                <a:spLocks noRot="1" noChangeAspect="1" noMove="1" noResize="1" noEditPoints="1" noAdjustHandles="1" noChangeArrowheads="1" noChangeShapeType="1" noTextEdit="1"/>
              </p:cNvSpPr>
              <p:nvPr/>
            </p:nvSpPr>
            <p:spPr>
              <a:xfrm>
                <a:off x="6300571" y="2999380"/>
                <a:ext cx="1492325" cy="783213"/>
              </a:xfrm>
              <a:prstGeom prst="rect">
                <a:avLst/>
              </a:prstGeom>
              <a:blipFill>
                <a:blip r:embed="rId8"/>
                <a:stretch>
                  <a:fillRect t="-4651" b="-12403"/>
                </a:stretch>
              </a:blipFill>
              <a:ln>
                <a:noFill/>
              </a:ln>
            </p:spPr>
            <p:txBody>
              <a:bodyPr/>
              <a:lstStyle/>
              <a:p>
                <a:r>
                  <a:rPr lang="zh-CN" altLang="en-US">
                    <a:noFill/>
                  </a:rPr>
                  <a:t> </a:t>
                </a:r>
              </a:p>
            </p:txBody>
          </p:sp>
        </mc:Fallback>
      </mc:AlternateContent>
      <p:sp>
        <p:nvSpPr>
          <p:cNvPr id="23" name="平行四边形 22">
            <a:extLst>
              <a:ext uri="{FF2B5EF4-FFF2-40B4-BE49-F238E27FC236}">
                <a16:creationId xmlns:a16="http://schemas.microsoft.com/office/drawing/2014/main" id="{F63A4EFF-55AE-88A4-7C6A-E0753BA5F864}"/>
              </a:ext>
            </a:extLst>
          </p:cNvPr>
          <p:cNvSpPr/>
          <p:nvPr/>
        </p:nvSpPr>
        <p:spPr>
          <a:xfrm>
            <a:off x="304800" y="749300"/>
            <a:ext cx="675384" cy="387090"/>
          </a:xfrm>
          <a:prstGeom prst="parallelogram">
            <a:avLst/>
          </a:prstGeom>
          <a:solidFill>
            <a:schemeClr val="accent3">
              <a:lumMod val="75000"/>
            </a:schemeClr>
          </a:solidFill>
          <a:ln>
            <a:solidFill>
              <a:schemeClr val="accent3">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CN" sz="2200" dirty="0">
                <a:latin typeface="Impact" panose="020B0806030902050204" pitchFamily="34" charset="0"/>
              </a:rPr>
              <a:t>05</a:t>
            </a:r>
            <a:endParaRPr lang="zh-CN" altLang="en-US" sz="2200" dirty="0">
              <a:latin typeface="Impact" panose="020B0806030902050204" pitchFamily="34" charset="0"/>
            </a:endParaRPr>
          </a:p>
        </p:txBody>
      </p:sp>
    </p:spTree>
    <p:custDataLst>
      <p:tags r:id="rId1"/>
    </p:custDataLst>
    <p:extLst>
      <p:ext uri="{BB962C8B-B14F-4D97-AF65-F5344CB8AC3E}">
        <p14:creationId xmlns:p14="http://schemas.microsoft.com/office/powerpoint/2010/main" val="1587394315"/>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 presetClass="entr" presetSubtype="0" fill="hold" grpId="0" nodeType="withEffect">
                                  <p:stCondLst>
                                    <p:cond delay="0"/>
                                  </p:stCondLst>
                                  <p:iterate type="lt">
                                    <p:tmAbs val="100"/>
                                  </p:iterate>
                                  <p:childTnLst>
                                    <p:set>
                                      <p:cBhvr>
                                        <p:cTn id="6" dur="1" fill="hold">
                                          <p:stCondLst>
                                            <p:cond delay="0"/>
                                          </p:stCondLst>
                                        </p:cTn>
                                        <p:tgtEl>
                                          <p:spTgt spid="28"/>
                                        </p:tgtEl>
                                        <p:attrNameLst>
                                          <p:attrName>style.visibility</p:attrName>
                                        </p:attrNameLst>
                                      </p:cBhvr>
                                      <p:to>
                                        <p:strVal val="visible"/>
                                      </p:to>
                                    </p:set>
                                  </p:childTnLst>
                                </p:cTn>
                              </p:par>
                            </p:childTnLst>
                          </p:cTn>
                        </p:par>
                      </p:childTnLst>
                    </p:cTn>
                  </p:par>
                  <p:par>
                    <p:cTn id="7" fill="hold">
                      <p:stCondLst>
                        <p:cond delay="indefinite"/>
                      </p:stCondLst>
                      <p:childTnLst>
                        <p:par>
                          <p:cTn id="8" fill="hold">
                            <p:stCondLst>
                              <p:cond delay="0"/>
                            </p:stCondLst>
                            <p:childTnLst>
                              <p:par>
                                <p:cTn id="9" presetID="53" presetClass="entr" presetSubtype="16" fill="hold" grpId="0" nodeType="clickEffect">
                                  <p:stCondLst>
                                    <p:cond delay="0"/>
                                  </p:stCondLst>
                                  <p:childTnLst>
                                    <p:set>
                                      <p:cBhvr>
                                        <p:cTn id="10" dur="1" fill="hold">
                                          <p:stCondLst>
                                            <p:cond delay="0"/>
                                          </p:stCondLst>
                                        </p:cTn>
                                        <p:tgtEl>
                                          <p:spTgt spid="31"/>
                                        </p:tgtEl>
                                        <p:attrNameLst>
                                          <p:attrName>style.visibility</p:attrName>
                                        </p:attrNameLst>
                                      </p:cBhvr>
                                      <p:to>
                                        <p:strVal val="visible"/>
                                      </p:to>
                                    </p:set>
                                    <p:anim calcmode="lin" valueType="num">
                                      <p:cBhvr>
                                        <p:cTn id="11" dur="500" fill="hold"/>
                                        <p:tgtEl>
                                          <p:spTgt spid="31"/>
                                        </p:tgtEl>
                                        <p:attrNameLst>
                                          <p:attrName>ppt_w</p:attrName>
                                        </p:attrNameLst>
                                      </p:cBhvr>
                                      <p:tavLst>
                                        <p:tav tm="0">
                                          <p:val>
                                            <p:fltVal val="0"/>
                                          </p:val>
                                        </p:tav>
                                        <p:tav tm="100000">
                                          <p:val>
                                            <p:strVal val="#ppt_w"/>
                                          </p:val>
                                        </p:tav>
                                      </p:tavLst>
                                    </p:anim>
                                    <p:anim calcmode="lin" valueType="num">
                                      <p:cBhvr>
                                        <p:cTn id="12" dur="500" fill="hold"/>
                                        <p:tgtEl>
                                          <p:spTgt spid="31"/>
                                        </p:tgtEl>
                                        <p:attrNameLst>
                                          <p:attrName>ppt_h</p:attrName>
                                        </p:attrNameLst>
                                      </p:cBhvr>
                                      <p:tavLst>
                                        <p:tav tm="0">
                                          <p:val>
                                            <p:fltVal val="0"/>
                                          </p:val>
                                        </p:tav>
                                        <p:tav tm="100000">
                                          <p:val>
                                            <p:strVal val="#ppt_h"/>
                                          </p:val>
                                        </p:tav>
                                      </p:tavLst>
                                    </p:anim>
                                    <p:animEffect transition="in" filter="fade">
                                      <p:cBhvr>
                                        <p:cTn id="13" dur="500"/>
                                        <p:tgtEl>
                                          <p:spTgt spid="31"/>
                                        </p:tgtEl>
                                      </p:cBhvr>
                                    </p:animEffect>
                                  </p:childTnLst>
                                </p:cTn>
                              </p:par>
                            </p:childTnLst>
                          </p:cTn>
                        </p:par>
                      </p:childTnLst>
                    </p:cTn>
                  </p:par>
                  <p:par>
                    <p:cTn id="14" fill="hold">
                      <p:stCondLst>
                        <p:cond delay="indefinite"/>
                      </p:stCondLst>
                      <p:childTnLst>
                        <p:par>
                          <p:cTn id="15" fill="hold">
                            <p:stCondLst>
                              <p:cond delay="0"/>
                            </p:stCondLst>
                            <p:childTnLst>
                              <p:par>
                                <p:cTn id="16" presetID="12" presetClass="entr" presetSubtype="8" fill="hold" grpId="0" nodeType="clickEffect">
                                  <p:stCondLst>
                                    <p:cond delay="0"/>
                                  </p:stCondLst>
                                  <p:childTnLst>
                                    <p:set>
                                      <p:cBhvr>
                                        <p:cTn id="17" dur="1" fill="hold">
                                          <p:stCondLst>
                                            <p:cond delay="0"/>
                                          </p:stCondLst>
                                        </p:cTn>
                                        <p:tgtEl>
                                          <p:spTgt spid="14"/>
                                        </p:tgtEl>
                                        <p:attrNameLst>
                                          <p:attrName>style.visibility</p:attrName>
                                        </p:attrNameLst>
                                      </p:cBhvr>
                                      <p:to>
                                        <p:strVal val="visible"/>
                                      </p:to>
                                    </p:set>
                                    <p:anim calcmode="lin" valueType="num">
                                      <p:cBhvr additive="base">
                                        <p:cTn id="18" dur="500"/>
                                        <p:tgtEl>
                                          <p:spTgt spid="14"/>
                                        </p:tgtEl>
                                        <p:attrNameLst>
                                          <p:attrName>ppt_x</p:attrName>
                                        </p:attrNameLst>
                                      </p:cBhvr>
                                      <p:tavLst>
                                        <p:tav tm="0">
                                          <p:val>
                                            <p:strVal val="#ppt_x-#ppt_w*1.125000"/>
                                          </p:val>
                                        </p:tav>
                                        <p:tav tm="100000">
                                          <p:val>
                                            <p:strVal val="#ppt_x"/>
                                          </p:val>
                                        </p:tav>
                                      </p:tavLst>
                                    </p:anim>
                                    <p:animEffect transition="in" filter="wipe(right)">
                                      <p:cBhvr>
                                        <p:cTn id="19" dur="500"/>
                                        <p:tgtEl>
                                          <p:spTgt spid="14"/>
                                        </p:tgtEl>
                                      </p:cBhvr>
                                    </p:animEffect>
                                  </p:childTnLst>
                                </p:cTn>
                              </p:par>
                            </p:childTnLst>
                          </p:cTn>
                        </p:par>
                      </p:childTnLst>
                    </p:cTn>
                  </p:par>
                  <p:par>
                    <p:cTn id="20" fill="hold">
                      <p:stCondLst>
                        <p:cond delay="indefinite"/>
                      </p:stCondLst>
                      <p:childTnLst>
                        <p:par>
                          <p:cTn id="21" fill="hold">
                            <p:stCondLst>
                              <p:cond delay="0"/>
                            </p:stCondLst>
                            <p:childTnLst>
                              <p:par>
                                <p:cTn id="22" presetID="53" presetClass="entr" presetSubtype="16" fill="hold" grpId="0" nodeType="clickEffect">
                                  <p:stCondLst>
                                    <p:cond delay="0"/>
                                  </p:stCondLst>
                                  <p:childTnLst>
                                    <p:set>
                                      <p:cBhvr>
                                        <p:cTn id="23" dur="1" fill="hold">
                                          <p:stCondLst>
                                            <p:cond delay="0"/>
                                          </p:stCondLst>
                                        </p:cTn>
                                        <p:tgtEl>
                                          <p:spTgt spid="34"/>
                                        </p:tgtEl>
                                        <p:attrNameLst>
                                          <p:attrName>style.visibility</p:attrName>
                                        </p:attrNameLst>
                                      </p:cBhvr>
                                      <p:to>
                                        <p:strVal val="visible"/>
                                      </p:to>
                                    </p:set>
                                    <p:anim calcmode="lin" valueType="num">
                                      <p:cBhvr>
                                        <p:cTn id="24" dur="500" fill="hold"/>
                                        <p:tgtEl>
                                          <p:spTgt spid="34"/>
                                        </p:tgtEl>
                                        <p:attrNameLst>
                                          <p:attrName>ppt_w</p:attrName>
                                        </p:attrNameLst>
                                      </p:cBhvr>
                                      <p:tavLst>
                                        <p:tav tm="0">
                                          <p:val>
                                            <p:fltVal val="0"/>
                                          </p:val>
                                        </p:tav>
                                        <p:tav tm="100000">
                                          <p:val>
                                            <p:strVal val="#ppt_w"/>
                                          </p:val>
                                        </p:tav>
                                      </p:tavLst>
                                    </p:anim>
                                    <p:anim calcmode="lin" valueType="num">
                                      <p:cBhvr>
                                        <p:cTn id="25" dur="500" fill="hold"/>
                                        <p:tgtEl>
                                          <p:spTgt spid="34"/>
                                        </p:tgtEl>
                                        <p:attrNameLst>
                                          <p:attrName>ppt_h</p:attrName>
                                        </p:attrNameLst>
                                      </p:cBhvr>
                                      <p:tavLst>
                                        <p:tav tm="0">
                                          <p:val>
                                            <p:fltVal val="0"/>
                                          </p:val>
                                        </p:tav>
                                        <p:tav tm="100000">
                                          <p:val>
                                            <p:strVal val="#ppt_h"/>
                                          </p:val>
                                        </p:tav>
                                      </p:tavLst>
                                    </p:anim>
                                    <p:animEffect transition="in" filter="fade">
                                      <p:cBhvr>
                                        <p:cTn id="26" dur="500"/>
                                        <p:tgtEl>
                                          <p:spTgt spid="34"/>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8" grpId="0"/>
      <p:bldP spid="31" grpId="0"/>
      <p:bldP spid="34" grpId="0"/>
      <p:bldP spid="14" grpId="0" animBg="1"/>
    </p:bldLst>
  </p:timing>
</p:sld>
</file>

<file path=ppt/slides/slide19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4" name="组合 3">
            <a:extLst>
              <a:ext uri="{FF2B5EF4-FFF2-40B4-BE49-F238E27FC236}">
                <a16:creationId xmlns:a16="http://schemas.microsoft.com/office/drawing/2014/main" id="{9A1EA9F2-FCB6-48C3-935F-7AE7E3AD14AC}"/>
              </a:ext>
            </a:extLst>
          </p:cNvPr>
          <p:cNvGrpSpPr/>
          <p:nvPr/>
        </p:nvGrpSpPr>
        <p:grpSpPr>
          <a:xfrm>
            <a:off x="304800" y="749300"/>
            <a:ext cx="6192344" cy="400110"/>
            <a:chOff x="424117" y="898245"/>
            <a:chExt cx="6192344" cy="400110"/>
          </a:xfrm>
        </p:grpSpPr>
        <p:sp>
          <p:nvSpPr>
            <p:cNvPr id="2" name="平行四边形 1">
              <a:extLst>
                <a:ext uri="{FF2B5EF4-FFF2-40B4-BE49-F238E27FC236}">
                  <a16:creationId xmlns:a16="http://schemas.microsoft.com/office/drawing/2014/main" id="{1F5BAA3F-9845-4F89-A2DD-8222D3E4EDAC}"/>
                </a:ext>
              </a:extLst>
            </p:cNvPr>
            <p:cNvSpPr/>
            <p:nvPr/>
          </p:nvSpPr>
          <p:spPr>
            <a:xfrm>
              <a:off x="424117" y="898245"/>
              <a:ext cx="628306" cy="387090"/>
            </a:xfrm>
            <a:prstGeom prst="parallelogram">
              <a:avLst/>
            </a:prstGeom>
            <a:solidFill>
              <a:schemeClr val="accent3">
                <a:lumMod val="75000"/>
              </a:schemeClr>
            </a:solidFill>
            <a:ln>
              <a:solidFill>
                <a:schemeClr val="accent3">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CN" sz="2200" dirty="0">
                  <a:latin typeface="Impact" panose="020B0806030902050204" pitchFamily="34" charset="0"/>
                </a:rPr>
                <a:t>01</a:t>
              </a:r>
              <a:endParaRPr lang="zh-CN" altLang="en-US" sz="2200" dirty="0">
                <a:latin typeface="Impact" panose="020B0806030902050204" pitchFamily="34" charset="0"/>
              </a:endParaRPr>
            </a:p>
          </p:txBody>
        </p:sp>
        <p:sp>
          <p:nvSpPr>
            <p:cNvPr id="3" name="文本框 2">
              <a:extLst>
                <a:ext uri="{FF2B5EF4-FFF2-40B4-BE49-F238E27FC236}">
                  <a16:creationId xmlns:a16="http://schemas.microsoft.com/office/drawing/2014/main" id="{4D6BD736-A4D3-4F26-AFED-36E11F50F70B}"/>
                </a:ext>
              </a:extLst>
            </p:cNvPr>
            <p:cNvSpPr txBox="1"/>
            <p:nvPr/>
          </p:nvSpPr>
          <p:spPr>
            <a:xfrm>
              <a:off x="1052423" y="898245"/>
              <a:ext cx="5564038" cy="400110"/>
            </a:xfrm>
            <a:prstGeom prst="rect">
              <a:avLst/>
            </a:prstGeom>
            <a:noFill/>
          </p:spPr>
          <p:txBody>
            <a:bodyPr wrap="square" rtlCol="0">
              <a:spAutoFit/>
            </a:bodyPr>
            <a:lstStyle/>
            <a:p>
              <a:r>
                <a:rPr lang="zh-CN" altLang="en-US" sz="2000" b="1" dirty="0"/>
                <a:t>选择重传协议</a:t>
              </a:r>
            </a:p>
          </p:txBody>
        </p:sp>
      </p:grpSp>
      <p:sp>
        <p:nvSpPr>
          <p:cNvPr id="5" name="文本框 4">
            <a:extLst>
              <a:ext uri="{FF2B5EF4-FFF2-40B4-BE49-F238E27FC236}">
                <a16:creationId xmlns:a16="http://schemas.microsoft.com/office/drawing/2014/main" id="{19C75E89-F22A-43E3-92AD-45C16B56645A}"/>
              </a:ext>
            </a:extLst>
          </p:cNvPr>
          <p:cNvSpPr txBox="1"/>
          <p:nvPr/>
        </p:nvSpPr>
        <p:spPr>
          <a:xfrm>
            <a:off x="2148949" y="1269634"/>
            <a:ext cx="7907257" cy="400110"/>
          </a:xfrm>
          <a:prstGeom prst="rect">
            <a:avLst/>
          </a:prstGeom>
          <a:noFill/>
        </p:spPr>
        <p:txBody>
          <a:bodyPr wrap="square" rtlCol="0">
            <a:spAutoFit/>
          </a:bodyPr>
          <a:lstStyle/>
          <a:p>
            <a:pPr algn="ctr"/>
            <a:r>
              <a:rPr lang="zh-CN" altLang="en-US" sz="2000" b="1" dirty="0">
                <a:latin typeface="Arial Narrow" panose="020B0606020202030204" pitchFamily="34" charset="0"/>
              </a:rPr>
              <a:t>从</a:t>
            </a:r>
            <a:r>
              <a:rPr lang="zh-CN" altLang="en-US" sz="2000" b="1" dirty="0">
                <a:solidFill>
                  <a:schemeClr val="accent1">
                    <a:lumMod val="75000"/>
                  </a:schemeClr>
                </a:solidFill>
                <a:latin typeface="Arial Narrow" panose="020B0606020202030204" pitchFamily="34" charset="0"/>
              </a:rPr>
              <a:t>滑动窗口</a:t>
            </a:r>
            <a:r>
              <a:rPr lang="zh-CN" altLang="en-US" sz="2000" b="1" dirty="0">
                <a:latin typeface="Arial Narrow" panose="020B0606020202030204" pitchFamily="34" charset="0"/>
              </a:rPr>
              <a:t>的角度对比停止</a:t>
            </a:r>
            <a:r>
              <a:rPr lang="en-US" altLang="zh-CN" sz="2000" b="1" dirty="0">
                <a:latin typeface="Arial Narrow" panose="020B0606020202030204" pitchFamily="34" charset="0"/>
              </a:rPr>
              <a:t>-</a:t>
            </a:r>
            <a:r>
              <a:rPr lang="zh-CN" altLang="en-US" sz="2000" b="1" dirty="0">
                <a:latin typeface="Arial Narrow" panose="020B0606020202030204" pitchFamily="34" charset="0"/>
              </a:rPr>
              <a:t>等待协议、回退</a:t>
            </a:r>
            <a:r>
              <a:rPr lang="en-US" altLang="zh-CN" sz="2000" b="1" dirty="0">
                <a:latin typeface="Arial Narrow" panose="020B0606020202030204" pitchFamily="34" charset="0"/>
              </a:rPr>
              <a:t>N</a:t>
            </a:r>
            <a:r>
              <a:rPr lang="zh-CN" altLang="en-US" sz="2000" b="1" dirty="0">
                <a:latin typeface="Arial Narrow" panose="020B0606020202030204" pitchFamily="34" charset="0"/>
              </a:rPr>
              <a:t>帧协议和选择重传协议</a:t>
            </a:r>
          </a:p>
        </p:txBody>
      </p:sp>
      <p:sp>
        <p:nvSpPr>
          <p:cNvPr id="6" name="矩形 5">
            <a:extLst>
              <a:ext uri="{FF2B5EF4-FFF2-40B4-BE49-F238E27FC236}">
                <a16:creationId xmlns:a16="http://schemas.microsoft.com/office/drawing/2014/main" id="{907C70DD-B12B-4768-A1E4-980F0544F599}"/>
              </a:ext>
            </a:extLst>
          </p:cNvPr>
          <p:cNvSpPr/>
          <p:nvPr/>
        </p:nvSpPr>
        <p:spPr>
          <a:xfrm>
            <a:off x="304800" y="1869449"/>
            <a:ext cx="3729963" cy="400110"/>
          </a:xfrm>
          <a:prstGeom prst="rect">
            <a:avLst/>
          </a:prstGeom>
        </p:spPr>
        <p:style>
          <a:lnRef idx="2">
            <a:schemeClr val="accent4">
              <a:shade val="50000"/>
            </a:schemeClr>
          </a:lnRef>
          <a:fillRef idx="1">
            <a:schemeClr val="accent4"/>
          </a:fillRef>
          <a:effectRef idx="0">
            <a:schemeClr val="accent4"/>
          </a:effectRef>
          <a:fontRef idx="minor">
            <a:schemeClr val="lt1"/>
          </a:fontRef>
        </p:style>
        <p:txBody>
          <a:bodyPr rtlCol="0" anchor="ctr"/>
          <a:lstStyle/>
          <a:p>
            <a:pPr algn="ctr"/>
            <a:r>
              <a:rPr lang="zh-CN" altLang="en-US" b="1" dirty="0"/>
              <a:t>停止</a:t>
            </a:r>
            <a:r>
              <a:rPr lang="en-US" altLang="zh-CN" b="1" dirty="0"/>
              <a:t>-</a:t>
            </a:r>
            <a:r>
              <a:rPr lang="zh-CN" altLang="en-US" b="1" dirty="0"/>
              <a:t>等待协议</a:t>
            </a:r>
          </a:p>
        </p:txBody>
      </p:sp>
      <p:sp>
        <p:nvSpPr>
          <p:cNvPr id="42" name="矩形 41">
            <a:extLst>
              <a:ext uri="{FF2B5EF4-FFF2-40B4-BE49-F238E27FC236}">
                <a16:creationId xmlns:a16="http://schemas.microsoft.com/office/drawing/2014/main" id="{B25D031E-2737-466E-8054-BD6F70060833}"/>
              </a:ext>
            </a:extLst>
          </p:cNvPr>
          <p:cNvSpPr/>
          <p:nvPr/>
        </p:nvSpPr>
        <p:spPr>
          <a:xfrm>
            <a:off x="4231018" y="1869449"/>
            <a:ext cx="3729963" cy="400110"/>
          </a:xfrm>
          <a:prstGeom prst="rect">
            <a:avLst/>
          </a:prstGeom>
        </p:spPr>
        <p:style>
          <a:lnRef idx="2">
            <a:schemeClr val="accent3">
              <a:shade val="50000"/>
            </a:schemeClr>
          </a:lnRef>
          <a:fillRef idx="1">
            <a:schemeClr val="accent3"/>
          </a:fillRef>
          <a:effectRef idx="0">
            <a:schemeClr val="accent3"/>
          </a:effectRef>
          <a:fontRef idx="minor">
            <a:schemeClr val="lt1"/>
          </a:fontRef>
        </p:style>
        <p:txBody>
          <a:bodyPr rtlCol="0" anchor="ctr"/>
          <a:lstStyle/>
          <a:p>
            <a:pPr algn="ctr"/>
            <a:r>
              <a:rPr lang="zh-CN" altLang="en-US" b="1" dirty="0"/>
              <a:t>回退</a:t>
            </a:r>
            <a:r>
              <a:rPr lang="en-US" altLang="zh-CN" b="1" dirty="0"/>
              <a:t>N</a:t>
            </a:r>
            <a:r>
              <a:rPr lang="zh-CN" altLang="en-US" b="1" dirty="0"/>
              <a:t>帧协议</a:t>
            </a:r>
          </a:p>
        </p:txBody>
      </p:sp>
      <p:sp>
        <p:nvSpPr>
          <p:cNvPr id="43" name="矩形 42">
            <a:extLst>
              <a:ext uri="{FF2B5EF4-FFF2-40B4-BE49-F238E27FC236}">
                <a16:creationId xmlns:a16="http://schemas.microsoft.com/office/drawing/2014/main" id="{B44B7297-41EC-4842-843E-96EFA244095A}"/>
              </a:ext>
            </a:extLst>
          </p:cNvPr>
          <p:cNvSpPr/>
          <p:nvPr/>
        </p:nvSpPr>
        <p:spPr>
          <a:xfrm>
            <a:off x="8157237" y="1869449"/>
            <a:ext cx="3729963" cy="400110"/>
          </a:xfrm>
          <a:prstGeom prst="rect">
            <a:avLst/>
          </a:prstGeom>
        </p:spPr>
        <p:style>
          <a:lnRef idx="2">
            <a:schemeClr val="accent2">
              <a:shade val="50000"/>
            </a:schemeClr>
          </a:lnRef>
          <a:fillRef idx="1">
            <a:schemeClr val="accent2"/>
          </a:fillRef>
          <a:effectRef idx="0">
            <a:schemeClr val="accent2"/>
          </a:effectRef>
          <a:fontRef idx="minor">
            <a:schemeClr val="lt1"/>
          </a:fontRef>
        </p:style>
        <p:txBody>
          <a:bodyPr rtlCol="0" anchor="ctr"/>
          <a:lstStyle/>
          <a:p>
            <a:pPr algn="ctr"/>
            <a:r>
              <a:rPr lang="zh-CN" altLang="en-US" b="1" dirty="0"/>
              <a:t>选择重传协议</a:t>
            </a:r>
          </a:p>
        </p:txBody>
      </p:sp>
      <p:sp>
        <p:nvSpPr>
          <p:cNvPr id="44" name="矩形 43">
            <a:extLst>
              <a:ext uri="{FF2B5EF4-FFF2-40B4-BE49-F238E27FC236}">
                <a16:creationId xmlns:a16="http://schemas.microsoft.com/office/drawing/2014/main" id="{BEF1E443-FE8E-49C2-BCD9-A0608E66E6FD}"/>
              </a:ext>
            </a:extLst>
          </p:cNvPr>
          <p:cNvSpPr/>
          <p:nvPr/>
        </p:nvSpPr>
        <p:spPr>
          <a:xfrm>
            <a:off x="304800" y="2269558"/>
            <a:ext cx="3729963" cy="3828637"/>
          </a:xfrm>
          <a:prstGeom prst="rect">
            <a:avLst/>
          </a:prstGeom>
          <a:noFill/>
        </p:spPr>
        <p:style>
          <a:lnRef idx="2">
            <a:schemeClr val="accent4">
              <a:shade val="50000"/>
            </a:schemeClr>
          </a:lnRef>
          <a:fillRef idx="1">
            <a:schemeClr val="accent4"/>
          </a:fillRef>
          <a:effectRef idx="0">
            <a:schemeClr val="accent4"/>
          </a:effectRef>
          <a:fontRef idx="minor">
            <a:schemeClr val="lt1"/>
          </a:fontRef>
        </p:style>
        <p:txBody>
          <a:bodyPr rtlCol="0" anchor="ctr"/>
          <a:lstStyle/>
          <a:p>
            <a:pPr algn="ctr"/>
            <a:endParaRPr lang="zh-CN" altLang="en-US" b="1" dirty="0"/>
          </a:p>
        </p:txBody>
      </p:sp>
      <p:sp>
        <p:nvSpPr>
          <p:cNvPr id="45" name="矩形 44">
            <a:extLst>
              <a:ext uri="{FF2B5EF4-FFF2-40B4-BE49-F238E27FC236}">
                <a16:creationId xmlns:a16="http://schemas.microsoft.com/office/drawing/2014/main" id="{810F9270-F4E1-4194-9E05-C497CEAA3C91}"/>
              </a:ext>
            </a:extLst>
          </p:cNvPr>
          <p:cNvSpPr/>
          <p:nvPr/>
        </p:nvSpPr>
        <p:spPr>
          <a:xfrm>
            <a:off x="4231018" y="2269558"/>
            <a:ext cx="3729963" cy="3828636"/>
          </a:xfrm>
          <a:prstGeom prst="rect">
            <a:avLst/>
          </a:prstGeom>
          <a:noFill/>
        </p:spPr>
        <p:style>
          <a:lnRef idx="2">
            <a:schemeClr val="accent3">
              <a:shade val="50000"/>
            </a:schemeClr>
          </a:lnRef>
          <a:fillRef idx="1">
            <a:schemeClr val="accent3"/>
          </a:fillRef>
          <a:effectRef idx="0">
            <a:schemeClr val="accent3"/>
          </a:effectRef>
          <a:fontRef idx="minor">
            <a:schemeClr val="lt1"/>
          </a:fontRef>
        </p:style>
        <p:txBody>
          <a:bodyPr rtlCol="0" anchor="ctr"/>
          <a:lstStyle/>
          <a:p>
            <a:pPr algn="ctr"/>
            <a:endParaRPr lang="zh-CN" altLang="en-US" b="1" dirty="0"/>
          </a:p>
        </p:txBody>
      </p:sp>
      <p:sp>
        <p:nvSpPr>
          <p:cNvPr id="47" name="矩形 46">
            <a:extLst>
              <a:ext uri="{FF2B5EF4-FFF2-40B4-BE49-F238E27FC236}">
                <a16:creationId xmlns:a16="http://schemas.microsoft.com/office/drawing/2014/main" id="{CA385F68-74FB-470C-80D5-0C980C3BDA2D}"/>
              </a:ext>
            </a:extLst>
          </p:cNvPr>
          <p:cNvSpPr/>
          <p:nvPr/>
        </p:nvSpPr>
        <p:spPr>
          <a:xfrm>
            <a:off x="8157236" y="2269557"/>
            <a:ext cx="3729963" cy="3828635"/>
          </a:xfrm>
          <a:prstGeom prst="rect">
            <a:avLst/>
          </a:prstGeom>
          <a:noFill/>
        </p:spPr>
        <p:style>
          <a:lnRef idx="2">
            <a:schemeClr val="accent2">
              <a:shade val="50000"/>
            </a:schemeClr>
          </a:lnRef>
          <a:fillRef idx="1">
            <a:schemeClr val="accent2"/>
          </a:fillRef>
          <a:effectRef idx="0">
            <a:schemeClr val="accent2"/>
          </a:effectRef>
          <a:fontRef idx="minor">
            <a:schemeClr val="lt1"/>
          </a:fontRef>
        </p:style>
        <p:txBody>
          <a:bodyPr rtlCol="0" anchor="ctr"/>
          <a:lstStyle/>
          <a:p>
            <a:pPr algn="ctr"/>
            <a:endParaRPr lang="zh-CN" altLang="en-US" b="1" dirty="0"/>
          </a:p>
        </p:txBody>
      </p:sp>
      <p:sp>
        <p:nvSpPr>
          <p:cNvPr id="18" name="íşlïḍè">
            <a:extLst>
              <a:ext uri="{FF2B5EF4-FFF2-40B4-BE49-F238E27FC236}">
                <a16:creationId xmlns:a16="http://schemas.microsoft.com/office/drawing/2014/main" id="{4248F9BB-2A1E-46C8-BB47-6677DDC8895E}"/>
              </a:ext>
            </a:extLst>
          </p:cNvPr>
          <p:cNvSpPr txBox="1"/>
          <p:nvPr/>
        </p:nvSpPr>
        <p:spPr>
          <a:xfrm>
            <a:off x="380810" y="2469264"/>
            <a:ext cx="2698142" cy="267358"/>
          </a:xfrm>
          <a:prstGeom prst="rect">
            <a:avLst/>
          </a:prstGeom>
          <a:noFill/>
        </p:spPr>
        <p:txBody>
          <a:bodyPr wrap="square" lIns="91440" tIns="45720" rIns="91440" bIns="45720" anchor="ctr">
            <a:noAutofit/>
          </a:bodyPr>
          <a:lstStyle/>
          <a:p>
            <a:r>
              <a:rPr lang="zh-CN" altLang="en-US" b="1" dirty="0"/>
              <a:t>仅用</a:t>
            </a:r>
            <a:r>
              <a:rPr lang="en-US" altLang="zh-CN" b="1" dirty="0"/>
              <a:t>1</a:t>
            </a:r>
            <a:r>
              <a:rPr lang="zh-CN" altLang="en-US" b="1" dirty="0"/>
              <a:t>个比特给分组编号</a:t>
            </a:r>
            <a:endParaRPr lang="en-US" altLang="zh-CN" b="1" dirty="0"/>
          </a:p>
        </p:txBody>
      </p:sp>
      <mc:AlternateContent xmlns:mc="http://schemas.openxmlformats.org/markup-compatibility/2006" xmlns:a14="http://schemas.microsoft.com/office/drawing/2010/main">
        <mc:Choice Requires="a14">
          <p:sp>
            <p:nvSpPr>
              <p:cNvPr id="20" name="íşlïḍè">
                <a:extLst>
                  <a:ext uri="{FF2B5EF4-FFF2-40B4-BE49-F238E27FC236}">
                    <a16:creationId xmlns:a16="http://schemas.microsoft.com/office/drawing/2014/main" id="{8BD20E8E-0B0F-4C70-A7C8-80A6741BA4AB}"/>
                  </a:ext>
                </a:extLst>
              </p:cNvPr>
              <p:cNvSpPr txBox="1"/>
              <p:nvPr/>
            </p:nvSpPr>
            <p:spPr>
              <a:xfrm>
                <a:off x="380810" y="3241764"/>
                <a:ext cx="1104592" cy="267358"/>
              </a:xfrm>
              <a:prstGeom prst="rect">
                <a:avLst/>
              </a:prstGeom>
              <a:noFill/>
            </p:spPr>
            <p:txBody>
              <a:bodyPr wrap="square" lIns="91440" tIns="45720" rIns="91440" bIns="45720" anchor="ctr">
                <a:noAutofit/>
              </a:bodyPr>
              <a:lstStyle/>
              <a:p>
                <a:pPr/>
                <a14:m>
                  <m:oMathPara xmlns:m="http://schemas.openxmlformats.org/officeDocument/2006/math">
                    <m:oMathParaPr>
                      <m:jc m:val="left"/>
                    </m:oMathParaPr>
                    <m:oMath xmlns:m="http://schemas.openxmlformats.org/officeDocument/2006/math">
                      <m:sSub>
                        <m:sSubPr>
                          <m:ctrlPr>
                            <a:rPr lang="en-US" altLang="zh-CN" b="1" i="1" smtClean="0">
                              <a:latin typeface="Cambria Math" panose="02040503050406030204" pitchFamily="18" charset="0"/>
                            </a:rPr>
                          </m:ctrlPr>
                        </m:sSubPr>
                        <m:e>
                          <m:r>
                            <a:rPr lang="en-US" altLang="zh-CN" b="1" i="1" smtClean="0">
                              <a:latin typeface="Cambria Math" panose="02040503050406030204" pitchFamily="18" charset="0"/>
                            </a:rPr>
                            <m:t>𝑾</m:t>
                          </m:r>
                        </m:e>
                        <m:sub>
                          <m:r>
                            <a:rPr lang="en-US" altLang="zh-CN" b="1" i="1" smtClean="0">
                              <a:latin typeface="Cambria Math" panose="02040503050406030204" pitchFamily="18" charset="0"/>
                            </a:rPr>
                            <m:t>𝑻</m:t>
                          </m:r>
                        </m:sub>
                      </m:sSub>
                      <m:r>
                        <a:rPr lang="en-US" altLang="zh-CN" b="1" i="1" smtClean="0">
                          <a:latin typeface="Cambria Math" panose="02040503050406030204" pitchFamily="18" charset="0"/>
                        </a:rPr>
                        <m:t>=</m:t>
                      </m:r>
                      <m:r>
                        <a:rPr lang="en-US" altLang="zh-CN" b="1" i="1" smtClean="0">
                          <a:latin typeface="Cambria Math" panose="02040503050406030204" pitchFamily="18" charset="0"/>
                        </a:rPr>
                        <m:t>𝟏</m:t>
                      </m:r>
                    </m:oMath>
                  </m:oMathPara>
                </a14:m>
                <a:endParaRPr lang="en-US" altLang="zh-CN" b="1" dirty="0"/>
              </a:p>
            </p:txBody>
          </p:sp>
        </mc:Choice>
        <mc:Fallback xmlns="">
          <p:sp>
            <p:nvSpPr>
              <p:cNvPr id="20" name="íşlïḍè">
                <a:extLst>
                  <a:ext uri="{FF2B5EF4-FFF2-40B4-BE49-F238E27FC236}">
                    <a16:creationId xmlns:a16="http://schemas.microsoft.com/office/drawing/2014/main" id="{8BD20E8E-0B0F-4C70-A7C8-80A6741BA4AB}"/>
                  </a:ext>
                </a:extLst>
              </p:cNvPr>
              <p:cNvSpPr txBox="1">
                <a:spLocks noRot="1" noChangeAspect="1" noMove="1" noResize="1" noEditPoints="1" noAdjustHandles="1" noChangeArrowheads="1" noChangeShapeType="1" noTextEdit="1"/>
              </p:cNvSpPr>
              <p:nvPr/>
            </p:nvSpPr>
            <p:spPr>
              <a:xfrm>
                <a:off x="380810" y="3241764"/>
                <a:ext cx="1104592" cy="267358"/>
              </a:xfrm>
              <a:prstGeom prst="rect">
                <a:avLst/>
              </a:prstGeom>
              <a:blipFill>
                <a:blip r:embed="rId3"/>
                <a:stretch>
                  <a:fillRect b="-22727"/>
                </a:stretch>
              </a:blipFill>
            </p:spPr>
            <p:txBody>
              <a:bodyPr/>
              <a:lstStyle/>
              <a:p>
                <a:r>
                  <a:rPr lang="zh-CN" altLang="en-US">
                    <a:noFill/>
                  </a:rPr>
                  <a:t> </a:t>
                </a:r>
              </a:p>
            </p:txBody>
          </p:sp>
        </mc:Fallback>
      </mc:AlternateContent>
      <mc:AlternateContent xmlns:mc="http://schemas.openxmlformats.org/markup-compatibility/2006" xmlns:a14="http://schemas.microsoft.com/office/drawing/2010/main">
        <mc:Choice Requires="a14">
          <p:sp>
            <p:nvSpPr>
              <p:cNvPr id="22" name="íşlïḍè">
                <a:extLst>
                  <a:ext uri="{FF2B5EF4-FFF2-40B4-BE49-F238E27FC236}">
                    <a16:creationId xmlns:a16="http://schemas.microsoft.com/office/drawing/2014/main" id="{E4DC91B7-5E73-4D08-B8AC-57A9570CC9FE}"/>
                  </a:ext>
                </a:extLst>
              </p:cNvPr>
              <p:cNvSpPr txBox="1"/>
              <p:nvPr/>
            </p:nvSpPr>
            <p:spPr>
              <a:xfrm>
                <a:off x="380810" y="4014264"/>
                <a:ext cx="1104592" cy="267358"/>
              </a:xfrm>
              <a:prstGeom prst="rect">
                <a:avLst/>
              </a:prstGeom>
              <a:noFill/>
            </p:spPr>
            <p:txBody>
              <a:bodyPr wrap="square" lIns="91440" tIns="45720" rIns="91440" bIns="45720" anchor="ctr">
                <a:noAutofit/>
              </a:bodyPr>
              <a:lstStyle/>
              <a:p>
                <a:pPr/>
                <a14:m>
                  <m:oMathPara xmlns:m="http://schemas.openxmlformats.org/officeDocument/2006/math">
                    <m:oMathParaPr>
                      <m:jc m:val="left"/>
                    </m:oMathParaPr>
                    <m:oMath xmlns:m="http://schemas.openxmlformats.org/officeDocument/2006/math">
                      <m:sSub>
                        <m:sSubPr>
                          <m:ctrlPr>
                            <a:rPr lang="en-US" altLang="zh-CN" b="1" i="1" smtClean="0">
                              <a:latin typeface="Cambria Math" panose="02040503050406030204" pitchFamily="18" charset="0"/>
                            </a:rPr>
                          </m:ctrlPr>
                        </m:sSubPr>
                        <m:e>
                          <m:r>
                            <a:rPr lang="en-US" altLang="zh-CN" b="1" i="1" smtClean="0">
                              <a:latin typeface="Cambria Math" panose="02040503050406030204" pitchFamily="18" charset="0"/>
                            </a:rPr>
                            <m:t>𝑾</m:t>
                          </m:r>
                        </m:e>
                        <m:sub>
                          <m:r>
                            <a:rPr lang="en-US" altLang="zh-CN" b="1" i="1" smtClean="0">
                              <a:latin typeface="Cambria Math" panose="02040503050406030204" pitchFamily="18" charset="0"/>
                            </a:rPr>
                            <m:t>𝑹</m:t>
                          </m:r>
                        </m:sub>
                      </m:sSub>
                      <m:r>
                        <a:rPr lang="en-US" altLang="zh-CN" b="1" i="1" smtClean="0">
                          <a:latin typeface="Cambria Math" panose="02040503050406030204" pitchFamily="18" charset="0"/>
                        </a:rPr>
                        <m:t>=</m:t>
                      </m:r>
                      <m:r>
                        <a:rPr lang="en-US" altLang="zh-CN" b="1" i="1" smtClean="0">
                          <a:latin typeface="Cambria Math" panose="02040503050406030204" pitchFamily="18" charset="0"/>
                        </a:rPr>
                        <m:t>𝟏</m:t>
                      </m:r>
                    </m:oMath>
                  </m:oMathPara>
                </a14:m>
                <a:endParaRPr lang="en-US" altLang="zh-CN" b="1" dirty="0"/>
              </a:p>
            </p:txBody>
          </p:sp>
        </mc:Choice>
        <mc:Fallback xmlns="">
          <p:sp>
            <p:nvSpPr>
              <p:cNvPr id="22" name="íşlïḍè">
                <a:extLst>
                  <a:ext uri="{FF2B5EF4-FFF2-40B4-BE49-F238E27FC236}">
                    <a16:creationId xmlns:a16="http://schemas.microsoft.com/office/drawing/2014/main" id="{E4DC91B7-5E73-4D08-B8AC-57A9570CC9FE}"/>
                  </a:ext>
                </a:extLst>
              </p:cNvPr>
              <p:cNvSpPr txBox="1">
                <a:spLocks noRot="1" noChangeAspect="1" noMove="1" noResize="1" noEditPoints="1" noAdjustHandles="1" noChangeArrowheads="1" noChangeShapeType="1" noTextEdit="1"/>
              </p:cNvSpPr>
              <p:nvPr/>
            </p:nvSpPr>
            <p:spPr>
              <a:xfrm>
                <a:off x="380810" y="4014264"/>
                <a:ext cx="1104592" cy="267358"/>
              </a:xfrm>
              <a:prstGeom prst="rect">
                <a:avLst/>
              </a:prstGeom>
              <a:blipFill>
                <a:blip r:embed="rId4"/>
                <a:stretch>
                  <a:fillRect b="-25581"/>
                </a:stretch>
              </a:blipFill>
            </p:spPr>
            <p:txBody>
              <a:bodyPr/>
              <a:lstStyle/>
              <a:p>
                <a:r>
                  <a:rPr lang="zh-CN" altLang="en-US">
                    <a:noFill/>
                  </a:rPr>
                  <a:t> </a:t>
                </a:r>
              </a:p>
            </p:txBody>
          </p:sp>
        </mc:Fallback>
      </mc:AlternateContent>
      <mc:AlternateContent xmlns:mc="http://schemas.openxmlformats.org/markup-compatibility/2006" xmlns:a14="http://schemas.microsoft.com/office/drawing/2010/main">
        <mc:Choice Requires="a14">
          <p:sp>
            <p:nvSpPr>
              <p:cNvPr id="28" name="íşlïḍè">
                <a:extLst>
                  <a:ext uri="{FF2B5EF4-FFF2-40B4-BE49-F238E27FC236}">
                    <a16:creationId xmlns:a16="http://schemas.microsoft.com/office/drawing/2014/main" id="{E4F635A9-A19D-415E-8F0D-C586135C7BD9}"/>
                  </a:ext>
                </a:extLst>
              </p:cNvPr>
              <p:cNvSpPr txBox="1"/>
              <p:nvPr/>
            </p:nvSpPr>
            <p:spPr>
              <a:xfrm>
                <a:off x="4318552" y="2467431"/>
                <a:ext cx="3128217" cy="267358"/>
              </a:xfrm>
              <a:prstGeom prst="rect">
                <a:avLst/>
              </a:prstGeom>
              <a:noFill/>
            </p:spPr>
            <p:txBody>
              <a:bodyPr wrap="square" lIns="91440" tIns="45720" rIns="91440" bIns="45720" anchor="ctr">
                <a:noAutofit/>
              </a:bodyPr>
              <a:lstStyle/>
              <a:p>
                <a:r>
                  <a:rPr lang="zh-CN" altLang="en-US" b="1" dirty="0"/>
                  <a:t>用</a:t>
                </a:r>
                <a14:m>
                  <m:oMath xmlns:m="http://schemas.openxmlformats.org/officeDocument/2006/math">
                    <m:r>
                      <a:rPr lang="en-US" altLang="zh-CN" b="1" i="1" dirty="0" smtClean="0">
                        <a:latin typeface="Cambria Math" panose="02040503050406030204" pitchFamily="18" charset="0"/>
                      </a:rPr>
                      <m:t>𝒏</m:t>
                    </m:r>
                    <m:r>
                      <a:rPr lang="en-US" altLang="zh-CN" b="1" i="1" dirty="0" smtClean="0">
                        <a:latin typeface="Cambria Math" panose="02040503050406030204" pitchFamily="18" charset="0"/>
                      </a:rPr>
                      <m:t>(</m:t>
                    </m:r>
                    <m:r>
                      <a:rPr lang="en-US" altLang="zh-CN" b="1" i="1" dirty="0" smtClean="0">
                        <a:latin typeface="Cambria Math" panose="02040503050406030204" pitchFamily="18" charset="0"/>
                      </a:rPr>
                      <m:t>𝒏</m:t>
                    </m:r>
                    <m:r>
                      <a:rPr lang="zh-CN" altLang="en-US" b="1" i="1" dirty="0" smtClean="0">
                        <a:latin typeface="Cambria Math" panose="02040503050406030204" pitchFamily="18" charset="0"/>
                      </a:rPr>
                      <m:t>＞</m:t>
                    </m:r>
                    <m:r>
                      <a:rPr lang="en-US" altLang="zh-CN" b="1" i="1" dirty="0" smtClean="0">
                        <a:latin typeface="Cambria Math" panose="02040503050406030204" pitchFamily="18" charset="0"/>
                      </a:rPr>
                      <m:t>𝟏</m:t>
                    </m:r>
                    <m:r>
                      <a:rPr lang="en-US" altLang="zh-CN" b="1" i="1" dirty="0" smtClean="0">
                        <a:latin typeface="Cambria Math" panose="02040503050406030204" pitchFamily="18" charset="0"/>
                      </a:rPr>
                      <m:t>)</m:t>
                    </m:r>
                  </m:oMath>
                </a14:m>
                <a:r>
                  <a:rPr lang="zh-CN" altLang="en-US" b="1" dirty="0"/>
                  <a:t>个比特给分组编号</a:t>
                </a:r>
                <a:endParaRPr lang="en-US" altLang="zh-CN" b="1" dirty="0"/>
              </a:p>
            </p:txBody>
          </p:sp>
        </mc:Choice>
        <mc:Fallback xmlns="">
          <p:sp>
            <p:nvSpPr>
              <p:cNvPr id="28" name="íşlïḍè">
                <a:extLst>
                  <a:ext uri="{FF2B5EF4-FFF2-40B4-BE49-F238E27FC236}">
                    <a16:creationId xmlns:a16="http://schemas.microsoft.com/office/drawing/2014/main" id="{E4F635A9-A19D-415E-8F0D-C586135C7BD9}"/>
                  </a:ext>
                </a:extLst>
              </p:cNvPr>
              <p:cNvSpPr txBox="1">
                <a:spLocks noRot="1" noChangeAspect="1" noMove="1" noResize="1" noEditPoints="1" noAdjustHandles="1" noChangeArrowheads="1" noChangeShapeType="1" noTextEdit="1"/>
              </p:cNvSpPr>
              <p:nvPr/>
            </p:nvSpPr>
            <p:spPr>
              <a:xfrm>
                <a:off x="4318552" y="2467431"/>
                <a:ext cx="3128217" cy="267358"/>
              </a:xfrm>
              <a:prstGeom prst="rect">
                <a:avLst/>
              </a:prstGeom>
              <a:blipFill>
                <a:blip r:embed="rId5"/>
                <a:stretch>
                  <a:fillRect l="-1556" t="-31818" r="-973" b="-54545"/>
                </a:stretch>
              </a:blipFill>
            </p:spPr>
            <p:txBody>
              <a:bodyPr/>
              <a:lstStyle/>
              <a:p>
                <a:r>
                  <a:rPr lang="zh-CN" altLang="en-US">
                    <a:noFill/>
                  </a:rPr>
                  <a:t> </a:t>
                </a:r>
              </a:p>
            </p:txBody>
          </p:sp>
        </mc:Fallback>
      </mc:AlternateContent>
      <mc:AlternateContent xmlns:mc="http://schemas.openxmlformats.org/markup-compatibility/2006" xmlns:a14="http://schemas.microsoft.com/office/drawing/2010/main">
        <mc:Choice Requires="a14">
          <p:sp>
            <p:nvSpPr>
              <p:cNvPr id="31" name="íşlïḍè">
                <a:extLst>
                  <a:ext uri="{FF2B5EF4-FFF2-40B4-BE49-F238E27FC236}">
                    <a16:creationId xmlns:a16="http://schemas.microsoft.com/office/drawing/2014/main" id="{7C8D2DC4-60A0-4854-B160-9A8C30BCF937}"/>
                  </a:ext>
                </a:extLst>
              </p:cNvPr>
              <p:cNvSpPr txBox="1"/>
              <p:nvPr/>
            </p:nvSpPr>
            <p:spPr>
              <a:xfrm>
                <a:off x="4318552" y="3241764"/>
                <a:ext cx="2075670" cy="267358"/>
              </a:xfrm>
              <a:prstGeom prst="rect">
                <a:avLst/>
              </a:prstGeom>
              <a:noFill/>
            </p:spPr>
            <p:txBody>
              <a:bodyPr wrap="square" lIns="91440" tIns="45720" rIns="91440" bIns="45720" anchor="ctr">
                <a:noAutofit/>
              </a:bodyPr>
              <a:lstStyle/>
              <a:p>
                <a:pPr/>
                <a14:m>
                  <m:oMathPara xmlns:m="http://schemas.openxmlformats.org/officeDocument/2006/math">
                    <m:oMathParaPr>
                      <m:jc m:val="left"/>
                    </m:oMathParaPr>
                    <m:oMath xmlns:m="http://schemas.openxmlformats.org/officeDocument/2006/math">
                      <m:sSub>
                        <m:sSubPr>
                          <m:ctrlPr>
                            <a:rPr lang="en-US" altLang="zh-CN" b="1" i="1" smtClean="0">
                              <a:latin typeface="Cambria Math" panose="02040503050406030204" pitchFamily="18" charset="0"/>
                            </a:rPr>
                          </m:ctrlPr>
                        </m:sSubPr>
                        <m:e>
                          <m:r>
                            <a:rPr lang="en-US" altLang="zh-CN" b="1" i="1" smtClean="0">
                              <a:latin typeface="Cambria Math" panose="02040503050406030204" pitchFamily="18" charset="0"/>
                            </a:rPr>
                            <m:t>𝟏</m:t>
                          </m:r>
                          <m:r>
                            <a:rPr lang="en-US" altLang="zh-CN" b="1" i="1" smtClean="0">
                              <a:latin typeface="Cambria Math" panose="02040503050406030204" pitchFamily="18" charset="0"/>
                              <a:ea typeface="Cambria Math" panose="02040503050406030204" pitchFamily="18" charset="0"/>
                            </a:rPr>
                            <m:t>&lt;</m:t>
                          </m:r>
                          <m:r>
                            <a:rPr lang="en-US" altLang="zh-CN" b="1" i="1" smtClean="0">
                              <a:latin typeface="Cambria Math" panose="02040503050406030204" pitchFamily="18" charset="0"/>
                            </a:rPr>
                            <m:t>𝑾</m:t>
                          </m:r>
                        </m:e>
                        <m:sub>
                          <m:r>
                            <a:rPr lang="en-US" altLang="zh-CN" b="1" i="1" smtClean="0">
                              <a:latin typeface="Cambria Math" panose="02040503050406030204" pitchFamily="18" charset="0"/>
                            </a:rPr>
                            <m:t>𝑻</m:t>
                          </m:r>
                        </m:sub>
                      </m:sSub>
                      <m:r>
                        <a:rPr lang="en-US" altLang="zh-CN" b="1" i="1">
                          <a:latin typeface="Cambria Math" panose="02040503050406030204" pitchFamily="18" charset="0"/>
                          <a:ea typeface="Cambria Math" panose="02040503050406030204" pitchFamily="18" charset="0"/>
                        </a:rPr>
                        <m:t>≤</m:t>
                      </m:r>
                      <m:sSup>
                        <m:sSupPr>
                          <m:ctrlPr>
                            <a:rPr lang="en-US" altLang="zh-CN" b="1" i="1" smtClean="0">
                              <a:latin typeface="Cambria Math" panose="02040503050406030204" pitchFamily="18" charset="0"/>
                              <a:ea typeface="Cambria Math" panose="02040503050406030204" pitchFamily="18" charset="0"/>
                            </a:rPr>
                          </m:ctrlPr>
                        </m:sSupPr>
                        <m:e>
                          <m:r>
                            <a:rPr lang="en-US" altLang="zh-CN" b="1" i="1" smtClean="0">
                              <a:latin typeface="Cambria Math" panose="02040503050406030204" pitchFamily="18" charset="0"/>
                              <a:ea typeface="Cambria Math" panose="02040503050406030204" pitchFamily="18" charset="0"/>
                            </a:rPr>
                            <m:t>(</m:t>
                          </m:r>
                          <m:r>
                            <a:rPr lang="en-US" altLang="zh-CN" b="1" i="1" smtClean="0">
                              <a:latin typeface="Cambria Math" panose="02040503050406030204" pitchFamily="18" charset="0"/>
                              <a:ea typeface="Cambria Math" panose="02040503050406030204" pitchFamily="18" charset="0"/>
                            </a:rPr>
                            <m:t>𝟐</m:t>
                          </m:r>
                        </m:e>
                        <m:sup>
                          <m:r>
                            <a:rPr lang="en-US" altLang="zh-CN" b="1" i="1" smtClean="0">
                              <a:latin typeface="Cambria Math" panose="02040503050406030204" pitchFamily="18" charset="0"/>
                              <a:ea typeface="Cambria Math" panose="02040503050406030204" pitchFamily="18" charset="0"/>
                            </a:rPr>
                            <m:t>𝒏</m:t>
                          </m:r>
                        </m:sup>
                      </m:sSup>
                      <m:r>
                        <a:rPr lang="en-US" altLang="zh-CN" b="1" i="1" smtClean="0">
                          <a:latin typeface="Cambria Math" panose="02040503050406030204" pitchFamily="18" charset="0"/>
                          <a:ea typeface="Cambria Math" panose="02040503050406030204" pitchFamily="18" charset="0"/>
                        </a:rPr>
                        <m:t>−</m:t>
                      </m:r>
                      <m:r>
                        <a:rPr lang="en-US" altLang="zh-CN" b="1" i="1" smtClean="0">
                          <a:latin typeface="Cambria Math" panose="02040503050406030204" pitchFamily="18" charset="0"/>
                          <a:ea typeface="Cambria Math" panose="02040503050406030204" pitchFamily="18" charset="0"/>
                        </a:rPr>
                        <m:t>𝟏</m:t>
                      </m:r>
                      <m:r>
                        <a:rPr lang="en-US" altLang="zh-CN" b="1" i="1" smtClean="0">
                          <a:latin typeface="Cambria Math" panose="02040503050406030204" pitchFamily="18" charset="0"/>
                          <a:ea typeface="Cambria Math" panose="02040503050406030204" pitchFamily="18" charset="0"/>
                        </a:rPr>
                        <m:t>)</m:t>
                      </m:r>
                    </m:oMath>
                  </m:oMathPara>
                </a14:m>
                <a:endParaRPr lang="en-US" altLang="zh-CN" b="1" dirty="0"/>
              </a:p>
            </p:txBody>
          </p:sp>
        </mc:Choice>
        <mc:Fallback xmlns="">
          <p:sp>
            <p:nvSpPr>
              <p:cNvPr id="31" name="íşlïḍè">
                <a:extLst>
                  <a:ext uri="{FF2B5EF4-FFF2-40B4-BE49-F238E27FC236}">
                    <a16:creationId xmlns:a16="http://schemas.microsoft.com/office/drawing/2014/main" id="{7C8D2DC4-60A0-4854-B160-9A8C30BCF937}"/>
                  </a:ext>
                </a:extLst>
              </p:cNvPr>
              <p:cNvSpPr txBox="1">
                <a:spLocks noRot="1" noChangeAspect="1" noMove="1" noResize="1" noEditPoints="1" noAdjustHandles="1" noChangeArrowheads="1" noChangeShapeType="1" noTextEdit="1"/>
              </p:cNvSpPr>
              <p:nvPr/>
            </p:nvSpPr>
            <p:spPr>
              <a:xfrm>
                <a:off x="4318552" y="3241764"/>
                <a:ext cx="2075670" cy="267358"/>
              </a:xfrm>
              <a:prstGeom prst="rect">
                <a:avLst/>
              </a:prstGeom>
              <a:blipFill>
                <a:blip r:embed="rId6"/>
                <a:stretch>
                  <a:fillRect b="-40909"/>
                </a:stretch>
              </a:blipFill>
            </p:spPr>
            <p:txBody>
              <a:bodyPr/>
              <a:lstStyle/>
              <a:p>
                <a:r>
                  <a:rPr lang="zh-CN" altLang="en-US">
                    <a:noFill/>
                  </a:rPr>
                  <a:t> </a:t>
                </a:r>
              </a:p>
            </p:txBody>
          </p:sp>
        </mc:Fallback>
      </mc:AlternateContent>
      <mc:AlternateContent xmlns:mc="http://schemas.openxmlformats.org/markup-compatibility/2006" xmlns:a14="http://schemas.microsoft.com/office/drawing/2010/main">
        <mc:Choice Requires="a14">
          <p:sp>
            <p:nvSpPr>
              <p:cNvPr id="34" name="íşlïḍè">
                <a:extLst>
                  <a:ext uri="{FF2B5EF4-FFF2-40B4-BE49-F238E27FC236}">
                    <a16:creationId xmlns:a16="http://schemas.microsoft.com/office/drawing/2014/main" id="{B4137163-3A3C-40BA-AB2E-3C2091D7549C}"/>
                  </a:ext>
                </a:extLst>
              </p:cNvPr>
              <p:cNvSpPr txBox="1"/>
              <p:nvPr/>
            </p:nvSpPr>
            <p:spPr>
              <a:xfrm>
                <a:off x="4318552" y="3895508"/>
                <a:ext cx="1104592" cy="386114"/>
              </a:xfrm>
              <a:prstGeom prst="rect">
                <a:avLst/>
              </a:prstGeom>
              <a:noFill/>
            </p:spPr>
            <p:txBody>
              <a:bodyPr wrap="square" lIns="91440" tIns="45720" rIns="91440" bIns="45720" anchor="ctr">
                <a:noAutofit/>
              </a:bodyPr>
              <a:lstStyle/>
              <a:p>
                <a:pPr/>
                <a14:m>
                  <m:oMathPara xmlns:m="http://schemas.openxmlformats.org/officeDocument/2006/math">
                    <m:oMathParaPr>
                      <m:jc m:val="left"/>
                    </m:oMathParaPr>
                    <m:oMath xmlns:m="http://schemas.openxmlformats.org/officeDocument/2006/math">
                      <m:sSub>
                        <m:sSubPr>
                          <m:ctrlPr>
                            <a:rPr lang="en-US" altLang="zh-CN" b="1" i="1" smtClean="0">
                              <a:latin typeface="Cambria Math" panose="02040503050406030204" pitchFamily="18" charset="0"/>
                            </a:rPr>
                          </m:ctrlPr>
                        </m:sSubPr>
                        <m:e>
                          <m:r>
                            <a:rPr lang="en-US" altLang="zh-CN" b="1" i="1" smtClean="0">
                              <a:latin typeface="Cambria Math" panose="02040503050406030204" pitchFamily="18" charset="0"/>
                            </a:rPr>
                            <m:t>𝑾</m:t>
                          </m:r>
                        </m:e>
                        <m:sub>
                          <m:r>
                            <a:rPr lang="en-US" altLang="zh-CN" b="1" i="1" smtClean="0">
                              <a:latin typeface="Cambria Math" panose="02040503050406030204" pitchFamily="18" charset="0"/>
                            </a:rPr>
                            <m:t>𝑹</m:t>
                          </m:r>
                        </m:sub>
                      </m:sSub>
                      <m:r>
                        <a:rPr lang="en-US" altLang="zh-CN" b="1" i="1" smtClean="0">
                          <a:latin typeface="Cambria Math" panose="02040503050406030204" pitchFamily="18" charset="0"/>
                        </a:rPr>
                        <m:t>=</m:t>
                      </m:r>
                      <m:r>
                        <a:rPr lang="en-US" altLang="zh-CN" b="1" i="1" smtClean="0">
                          <a:latin typeface="Cambria Math" panose="02040503050406030204" pitchFamily="18" charset="0"/>
                        </a:rPr>
                        <m:t>𝟏</m:t>
                      </m:r>
                    </m:oMath>
                  </m:oMathPara>
                </a14:m>
                <a:endParaRPr lang="en-US" altLang="zh-CN" b="1" dirty="0"/>
              </a:p>
            </p:txBody>
          </p:sp>
        </mc:Choice>
        <mc:Fallback xmlns="">
          <p:sp>
            <p:nvSpPr>
              <p:cNvPr id="34" name="íşlïḍè">
                <a:extLst>
                  <a:ext uri="{FF2B5EF4-FFF2-40B4-BE49-F238E27FC236}">
                    <a16:creationId xmlns:a16="http://schemas.microsoft.com/office/drawing/2014/main" id="{B4137163-3A3C-40BA-AB2E-3C2091D7549C}"/>
                  </a:ext>
                </a:extLst>
              </p:cNvPr>
              <p:cNvSpPr txBox="1">
                <a:spLocks noRot="1" noChangeAspect="1" noMove="1" noResize="1" noEditPoints="1" noAdjustHandles="1" noChangeArrowheads="1" noChangeShapeType="1" noTextEdit="1"/>
              </p:cNvSpPr>
              <p:nvPr/>
            </p:nvSpPr>
            <p:spPr>
              <a:xfrm>
                <a:off x="4318552" y="3895508"/>
                <a:ext cx="1104592" cy="386114"/>
              </a:xfrm>
              <a:prstGeom prst="rect">
                <a:avLst/>
              </a:prstGeom>
              <a:blipFill>
                <a:blip r:embed="rId7"/>
                <a:stretch>
                  <a:fillRect b="-1587"/>
                </a:stretch>
              </a:blipFill>
            </p:spPr>
            <p:txBody>
              <a:bodyPr/>
              <a:lstStyle/>
              <a:p>
                <a:r>
                  <a:rPr lang="zh-CN" altLang="en-US">
                    <a:noFill/>
                  </a:rPr>
                  <a:t> </a:t>
                </a:r>
              </a:p>
            </p:txBody>
          </p:sp>
        </mc:Fallback>
      </mc:AlternateContent>
      <mc:AlternateContent xmlns:mc="http://schemas.openxmlformats.org/markup-compatibility/2006" xmlns:a14="http://schemas.microsoft.com/office/drawing/2010/main">
        <mc:Choice Requires="a14">
          <p:sp>
            <p:nvSpPr>
              <p:cNvPr id="40" name="íşlïḍè">
                <a:extLst>
                  <a:ext uri="{FF2B5EF4-FFF2-40B4-BE49-F238E27FC236}">
                    <a16:creationId xmlns:a16="http://schemas.microsoft.com/office/drawing/2014/main" id="{D0442B42-3275-4FF8-9710-963B0026C7AA}"/>
                  </a:ext>
                </a:extLst>
              </p:cNvPr>
              <p:cNvSpPr txBox="1"/>
              <p:nvPr/>
            </p:nvSpPr>
            <p:spPr>
              <a:xfrm>
                <a:off x="8233808" y="2467431"/>
                <a:ext cx="3128217" cy="267358"/>
              </a:xfrm>
              <a:prstGeom prst="rect">
                <a:avLst/>
              </a:prstGeom>
              <a:noFill/>
            </p:spPr>
            <p:txBody>
              <a:bodyPr wrap="square" lIns="91440" tIns="45720" rIns="91440" bIns="45720" anchor="ctr">
                <a:noAutofit/>
              </a:bodyPr>
              <a:lstStyle/>
              <a:p>
                <a:r>
                  <a:rPr lang="zh-CN" altLang="en-US" b="1" dirty="0"/>
                  <a:t>用</a:t>
                </a:r>
                <a14:m>
                  <m:oMath xmlns:m="http://schemas.openxmlformats.org/officeDocument/2006/math">
                    <m:r>
                      <a:rPr lang="en-US" altLang="zh-CN" b="1" i="1" dirty="0" smtClean="0">
                        <a:latin typeface="Cambria Math" panose="02040503050406030204" pitchFamily="18" charset="0"/>
                      </a:rPr>
                      <m:t>𝒏</m:t>
                    </m:r>
                    <m:r>
                      <a:rPr lang="en-US" altLang="zh-CN" b="1" i="1" dirty="0" smtClean="0">
                        <a:latin typeface="Cambria Math" panose="02040503050406030204" pitchFamily="18" charset="0"/>
                      </a:rPr>
                      <m:t>(</m:t>
                    </m:r>
                    <m:r>
                      <a:rPr lang="en-US" altLang="zh-CN" b="1" i="1" dirty="0" smtClean="0">
                        <a:latin typeface="Cambria Math" panose="02040503050406030204" pitchFamily="18" charset="0"/>
                      </a:rPr>
                      <m:t>𝒏</m:t>
                    </m:r>
                    <m:r>
                      <a:rPr lang="zh-CN" altLang="en-US" b="1" i="1" dirty="0" smtClean="0">
                        <a:latin typeface="Cambria Math" panose="02040503050406030204" pitchFamily="18" charset="0"/>
                      </a:rPr>
                      <m:t>＞</m:t>
                    </m:r>
                    <m:r>
                      <a:rPr lang="en-US" altLang="zh-CN" b="1" i="1" dirty="0" smtClean="0">
                        <a:latin typeface="Cambria Math" panose="02040503050406030204" pitchFamily="18" charset="0"/>
                      </a:rPr>
                      <m:t>𝟏</m:t>
                    </m:r>
                    <m:r>
                      <a:rPr lang="en-US" altLang="zh-CN" b="1" i="1" dirty="0" smtClean="0">
                        <a:latin typeface="Cambria Math" panose="02040503050406030204" pitchFamily="18" charset="0"/>
                      </a:rPr>
                      <m:t>)</m:t>
                    </m:r>
                  </m:oMath>
                </a14:m>
                <a:r>
                  <a:rPr lang="zh-CN" altLang="en-US" b="1" dirty="0"/>
                  <a:t>个比特给分组编号</a:t>
                </a:r>
                <a:endParaRPr lang="en-US" altLang="zh-CN" b="1" dirty="0"/>
              </a:p>
            </p:txBody>
          </p:sp>
        </mc:Choice>
        <mc:Fallback xmlns="">
          <p:sp>
            <p:nvSpPr>
              <p:cNvPr id="40" name="íşlïḍè">
                <a:extLst>
                  <a:ext uri="{FF2B5EF4-FFF2-40B4-BE49-F238E27FC236}">
                    <a16:creationId xmlns:a16="http://schemas.microsoft.com/office/drawing/2014/main" id="{D0442B42-3275-4FF8-9710-963B0026C7AA}"/>
                  </a:ext>
                </a:extLst>
              </p:cNvPr>
              <p:cNvSpPr txBox="1">
                <a:spLocks noRot="1" noChangeAspect="1" noMove="1" noResize="1" noEditPoints="1" noAdjustHandles="1" noChangeArrowheads="1" noChangeShapeType="1" noTextEdit="1"/>
              </p:cNvSpPr>
              <p:nvPr/>
            </p:nvSpPr>
            <p:spPr>
              <a:xfrm>
                <a:off x="8233808" y="2467431"/>
                <a:ext cx="3128217" cy="267358"/>
              </a:xfrm>
              <a:prstGeom prst="rect">
                <a:avLst/>
              </a:prstGeom>
              <a:blipFill>
                <a:blip r:embed="rId8"/>
                <a:stretch>
                  <a:fillRect l="-1754" t="-31818" r="-975" b="-54545"/>
                </a:stretch>
              </a:blipFill>
            </p:spPr>
            <p:txBody>
              <a:bodyPr/>
              <a:lstStyle/>
              <a:p>
                <a:r>
                  <a:rPr lang="zh-CN" altLang="en-US">
                    <a:noFill/>
                  </a:rPr>
                  <a:t> </a:t>
                </a:r>
              </a:p>
            </p:txBody>
          </p:sp>
        </mc:Fallback>
      </mc:AlternateContent>
      <mc:AlternateContent xmlns:mc="http://schemas.openxmlformats.org/markup-compatibility/2006" xmlns:a14="http://schemas.microsoft.com/office/drawing/2010/main">
        <mc:Choice Requires="a14">
          <p:sp>
            <p:nvSpPr>
              <p:cNvPr id="53" name="íşlïḍè">
                <a:extLst>
                  <a:ext uri="{FF2B5EF4-FFF2-40B4-BE49-F238E27FC236}">
                    <a16:creationId xmlns:a16="http://schemas.microsoft.com/office/drawing/2014/main" id="{D869CC98-96D6-4EA6-A48D-158607758FDF}"/>
                  </a:ext>
                </a:extLst>
              </p:cNvPr>
              <p:cNvSpPr txBox="1"/>
              <p:nvPr/>
            </p:nvSpPr>
            <p:spPr>
              <a:xfrm>
                <a:off x="8233808" y="3625282"/>
                <a:ext cx="1796726" cy="406624"/>
              </a:xfrm>
              <a:prstGeom prst="rect">
                <a:avLst/>
              </a:prstGeom>
              <a:noFill/>
            </p:spPr>
            <p:txBody>
              <a:bodyPr wrap="square" lIns="91440" tIns="45720" rIns="91440" bIns="45720" anchor="ctr">
                <a:noAutofit/>
              </a:bodyPr>
              <a:lstStyle/>
              <a:p>
                <a:pPr/>
                <a14:m>
                  <m:oMathPara xmlns:m="http://schemas.openxmlformats.org/officeDocument/2006/math">
                    <m:oMathParaPr>
                      <m:jc m:val="left"/>
                    </m:oMathParaPr>
                    <m:oMath xmlns:m="http://schemas.openxmlformats.org/officeDocument/2006/math">
                      <m:sSub>
                        <m:sSubPr>
                          <m:ctrlPr>
                            <a:rPr lang="en-US" altLang="zh-CN" b="1" i="1" smtClean="0">
                              <a:latin typeface="Cambria Math" panose="02040503050406030204" pitchFamily="18" charset="0"/>
                            </a:rPr>
                          </m:ctrlPr>
                        </m:sSubPr>
                        <m:e>
                          <m:r>
                            <a:rPr lang="en-US" altLang="zh-CN" b="1" i="1" smtClean="0">
                              <a:latin typeface="Cambria Math" panose="02040503050406030204" pitchFamily="18" charset="0"/>
                            </a:rPr>
                            <m:t>𝑾</m:t>
                          </m:r>
                        </m:e>
                        <m:sub>
                          <m:r>
                            <a:rPr lang="en-US" altLang="zh-CN" b="1" i="1" smtClean="0">
                              <a:latin typeface="Cambria Math" panose="02040503050406030204" pitchFamily="18" charset="0"/>
                            </a:rPr>
                            <m:t>𝑻</m:t>
                          </m:r>
                        </m:sub>
                      </m:sSub>
                      <m:r>
                        <a:rPr lang="en-US" altLang="zh-CN" b="1" i="1" smtClean="0">
                          <a:latin typeface="Cambria Math" panose="02040503050406030204" pitchFamily="18" charset="0"/>
                        </a:rPr>
                        <m:t>+</m:t>
                      </m:r>
                      <m:sSub>
                        <m:sSubPr>
                          <m:ctrlPr>
                            <a:rPr lang="en-US" altLang="zh-CN" b="1" i="1" smtClean="0">
                              <a:latin typeface="Cambria Math" panose="02040503050406030204" pitchFamily="18" charset="0"/>
                            </a:rPr>
                          </m:ctrlPr>
                        </m:sSubPr>
                        <m:e>
                          <m:r>
                            <a:rPr lang="en-US" altLang="zh-CN" b="1" i="1" smtClean="0">
                              <a:latin typeface="Cambria Math" panose="02040503050406030204" pitchFamily="18" charset="0"/>
                            </a:rPr>
                            <m:t>𝑾</m:t>
                          </m:r>
                        </m:e>
                        <m:sub>
                          <m:r>
                            <a:rPr lang="en-US" altLang="zh-CN" b="1" i="1" smtClean="0">
                              <a:latin typeface="Cambria Math" panose="02040503050406030204" pitchFamily="18" charset="0"/>
                            </a:rPr>
                            <m:t>𝑹</m:t>
                          </m:r>
                        </m:sub>
                      </m:sSub>
                      <m:r>
                        <a:rPr lang="en-US" altLang="zh-CN" b="1" dirty="0">
                          <a:latin typeface="Cambria Math" panose="02040503050406030204" pitchFamily="18" charset="0"/>
                          <a:ea typeface="Cambria Math" panose="02040503050406030204" pitchFamily="18" charset="0"/>
                        </a:rPr>
                        <m:t>≤</m:t>
                      </m:r>
                      <m:sSup>
                        <m:sSupPr>
                          <m:ctrlPr>
                            <a:rPr lang="en-US" altLang="zh-CN" b="1" i="1" dirty="0" smtClean="0">
                              <a:latin typeface="Cambria Math" panose="02040503050406030204" pitchFamily="18" charset="0"/>
                              <a:ea typeface="Cambria Math" panose="02040503050406030204" pitchFamily="18" charset="0"/>
                            </a:rPr>
                          </m:ctrlPr>
                        </m:sSupPr>
                        <m:e>
                          <m:r>
                            <a:rPr lang="en-US" altLang="zh-CN" b="1" i="1" dirty="0" smtClean="0">
                              <a:latin typeface="Cambria Math" panose="02040503050406030204" pitchFamily="18" charset="0"/>
                              <a:ea typeface="Cambria Math" panose="02040503050406030204" pitchFamily="18" charset="0"/>
                            </a:rPr>
                            <m:t>𝟐</m:t>
                          </m:r>
                        </m:e>
                        <m:sup>
                          <m:r>
                            <a:rPr lang="en-US" altLang="zh-CN" b="1" i="1" dirty="0" smtClean="0">
                              <a:latin typeface="Cambria Math" panose="02040503050406030204" pitchFamily="18" charset="0"/>
                              <a:ea typeface="Cambria Math" panose="02040503050406030204" pitchFamily="18" charset="0"/>
                            </a:rPr>
                            <m:t>𝒏</m:t>
                          </m:r>
                        </m:sup>
                      </m:sSup>
                    </m:oMath>
                  </m:oMathPara>
                </a14:m>
                <a:endParaRPr lang="en-US" altLang="zh-CN" b="1" dirty="0"/>
              </a:p>
            </p:txBody>
          </p:sp>
        </mc:Choice>
        <mc:Fallback xmlns="">
          <p:sp>
            <p:nvSpPr>
              <p:cNvPr id="53" name="íşlïḍè">
                <a:extLst>
                  <a:ext uri="{FF2B5EF4-FFF2-40B4-BE49-F238E27FC236}">
                    <a16:creationId xmlns:a16="http://schemas.microsoft.com/office/drawing/2014/main" id="{D869CC98-96D6-4EA6-A48D-158607758FDF}"/>
                  </a:ext>
                </a:extLst>
              </p:cNvPr>
              <p:cNvSpPr txBox="1">
                <a:spLocks noRot="1" noChangeAspect="1" noMove="1" noResize="1" noEditPoints="1" noAdjustHandles="1" noChangeArrowheads="1" noChangeShapeType="1" noTextEdit="1"/>
              </p:cNvSpPr>
              <p:nvPr/>
            </p:nvSpPr>
            <p:spPr>
              <a:xfrm>
                <a:off x="8233808" y="3625282"/>
                <a:ext cx="1796726" cy="406624"/>
              </a:xfrm>
              <a:prstGeom prst="rect">
                <a:avLst/>
              </a:prstGeom>
              <a:blipFill>
                <a:blip r:embed="rId9"/>
                <a:stretch>
                  <a:fillRect/>
                </a:stretch>
              </a:blipFill>
            </p:spPr>
            <p:txBody>
              <a:bodyPr/>
              <a:lstStyle/>
              <a:p>
                <a:r>
                  <a:rPr lang="zh-CN" altLang="en-US">
                    <a:noFill/>
                  </a:rPr>
                  <a:t> </a:t>
                </a:r>
              </a:p>
            </p:txBody>
          </p:sp>
        </mc:Fallback>
      </mc:AlternateContent>
      <mc:AlternateContent xmlns:mc="http://schemas.openxmlformats.org/markup-compatibility/2006" xmlns:a14="http://schemas.microsoft.com/office/drawing/2010/main">
        <mc:Choice Requires="a14">
          <p:sp>
            <p:nvSpPr>
              <p:cNvPr id="14" name="矩形 13">
                <a:extLst>
                  <a:ext uri="{FF2B5EF4-FFF2-40B4-BE49-F238E27FC236}">
                    <a16:creationId xmlns:a16="http://schemas.microsoft.com/office/drawing/2014/main" id="{8FA31634-9B0C-4195-9CD2-3F6893AE4380}"/>
                  </a:ext>
                </a:extLst>
              </p:cNvPr>
              <p:cNvSpPr/>
              <p:nvPr/>
            </p:nvSpPr>
            <p:spPr>
              <a:xfrm>
                <a:off x="6300571" y="2999380"/>
                <a:ext cx="1492325" cy="783213"/>
              </a:xfrm>
              <a:prstGeom prst="rect">
                <a:avLst/>
              </a:prstGeom>
              <a:solidFill>
                <a:schemeClr val="tx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14:m>
                  <m:oMath xmlns:m="http://schemas.openxmlformats.org/officeDocument/2006/math">
                    <m:sSub>
                      <m:sSubPr>
                        <m:ctrlPr>
                          <a:rPr lang="en-US" altLang="zh-CN" sz="1600" b="1" i="1" smtClean="0">
                            <a:solidFill>
                              <a:schemeClr val="bg1"/>
                            </a:solidFill>
                            <a:latin typeface="Cambria Math" panose="02040503050406030204" pitchFamily="18" charset="0"/>
                          </a:rPr>
                        </m:ctrlPr>
                      </m:sSubPr>
                      <m:e>
                        <m:r>
                          <a:rPr lang="en-US" altLang="zh-CN" sz="1600" b="1" i="1" smtClean="0">
                            <a:solidFill>
                              <a:schemeClr val="bg1"/>
                            </a:solidFill>
                            <a:latin typeface="Cambria Math" panose="02040503050406030204" pitchFamily="18" charset="0"/>
                          </a:rPr>
                          <m:t>𝑾</m:t>
                        </m:r>
                      </m:e>
                      <m:sub>
                        <m:r>
                          <a:rPr lang="en-US" altLang="zh-CN" sz="1600" b="1" i="1" smtClean="0">
                            <a:solidFill>
                              <a:schemeClr val="bg1"/>
                            </a:solidFill>
                            <a:latin typeface="Cambria Math" panose="02040503050406030204" pitchFamily="18" charset="0"/>
                          </a:rPr>
                          <m:t>𝑻</m:t>
                        </m:r>
                      </m:sub>
                    </m:sSub>
                  </m:oMath>
                </a14:m>
                <a:r>
                  <a:rPr lang="zh-CN" altLang="en-US" sz="1600" b="1" dirty="0">
                    <a:solidFill>
                      <a:schemeClr val="bg1"/>
                    </a:solidFill>
                  </a:rPr>
                  <a:t>超过上限</a:t>
                </a:r>
                <a:endParaRPr lang="en-US" altLang="zh-CN" sz="1600" b="1" dirty="0">
                  <a:solidFill>
                    <a:schemeClr val="bg1"/>
                  </a:solidFill>
                </a:endParaRPr>
              </a:p>
              <a:p>
                <a:pPr algn="ctr"/>
                <a:r>
                  <a:rPr lang="zh-CN" altLang="en-US" sz="1600" b="1" dirty="0">
                    <a:solidFill>
                      <a:schemeClr val="bg1"/>
                    </a:solidFill>
                  </a:rPr>
                  <a:t>无法分辨</a:t>
                </a:r>
                <a:endParaRPr lang="en-US" altLang="zh-CN" sz="1600" b="1" dirty="0">
                  <a:solidFill>
                    <a:schemeClr val="bg1"/>
                  </a:solidFill>
                </a:endParaRPr>
              </a:p>
              <a:p>
                <a:pPr algn="ctr"/>
                <a:r>
                  <a:rPr lang="zh-CN" altLang="en-US" sz="1600" b="1" dirty="0">
                    <a:solidFill>
                      <a:schemeClr val="bg1"/>
                    </a:solidFill>
                  </a:rPr>
                  <a:t>新旧数据分组</a:t>
                </a:r>
                <a:endParaRPr lang="zh-CN" altLang="en-US" sz="1600" dirty="0"/>
              </a:p>
            </p:txBody>
          </p:sp>
        </mc:Choice>
        <mc:Fallback xmlns="">
          <p:sp>
            <p:nvSpPr>
              <p:cNvPr id="14" name="矩形 13">
                <a:extLst>
                  <a:ext uri="{FF2B5EF4-FFF2-40B4-BE49-F238E27FC236}">
                    <a16:creationId xmlns:a16="http://schemas.microsoft.com/office/drawing/2014/main" id="{8FA31634-9B0C-4195-9CD2-3F6893AE4380}"/>
                  </a:ext>
                </a:extLst>
              </p:cNvPr>
              <p:cNvSpPr>
                <a:spLocks noRot="1" noChangeAspect="1" noMove="1" noResize="1" noEditPoints="1" noAdjustHandles="1" noChangeArrowheads="1" noChangeShapeType="1" noTextEdit="1"/>
              </p:cNvSpPr>
              <p:nvPr/>
            </p:nvSpPr>
            <p:spPr>
              <a:xfrm>
                <a:off x="6300571" y="2999380"/>
                <a:ext cx="1492325" cy="783213"/>
              </a:xfrm>
              <a:prstGeom prst="rect">
                <a:avLst/>
              </a:prstGeom>
              <a:blipFill>
                <a:blip r:embed="rId10"/>
                <a:stretch>
                  <a:fillRect t="-4651" b="-12403"/>
                </a:stretch>
              </a:blipFill>
              <a:ln>
                <a:noFill/>
              </a:ln>
            </p:spPr>
            <p:txBody>
              <a:bodyPr/>
              <a:lstStyle/>
              <a:p>
                <a:r>
                  <a:rPr lang="zh-CN" altLang="en-US">
                    <a:noFill/>
                  </a:rPr>
                  <a:t> </a:t>
                </a:r>
              </a:p>
            </p:txBody>
          </p:sp>
        </mc:Fallback>
      </mc:AlternateContent>
      <p:sp>
        <p:nvSpPr>
          <p:cNvPr id="56" name="矩形 55">
            <a:extLst>
              <a:ext uri="{FF2B5EF4-FFF2-40B4-BE49-F238E27FC236}">
                <a16:creationId xmlns:a16="http://schemas.microsoft.com/office/drawing/2014/main" id="{D24836C7-8285-4E69-B257-60684FDFA528}"/>
              </a:ext>
            </a:extLst>
          </p:cNvPr>
          <p:cNvSpPr/>
          <p:nvPr/>
        </p:nvSpPr>
        <p:spPr>
          <a:xfrm>
            <a:off x="8272275" y="4029340"/>
            <a:ext cx="3457043" cy="857256"/>
          </a:xfrm>
          <a:prstGeom prst="rect">
            <a:avLst/>
          </a:prstGeom>
          <a:solidFill>
            <a:schemeClr val="tx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r>
              <a:rPr lang="zh-CN" altLang="en-US" sz="1600" b="1" dirty="0">
                <a:solidFill>
                  <a:schemeClr val="bg1"/>
                </a:solidFill>
              </a:rPr>
              <a:t>确保接收窗口向前滑动后，落入接收窗口内的新序号与之前的旧序号没有重叠，避免无法分辨新旧数据分组。</a:t>
            </a:r>
            <a:endParaRPr lang="zh-CN" altLang="en-US" sz="1600" dirty="0"/>
          </a:p>
        </p:txBody>
      </p:sp>
      <mc:AlternateContent xmlns:mc="http://schemas.openxmlformats.org/markup-compatibility/2006" xmlns:a14="http://schemas.microsoft.com/office/drawing/2010/main">
        <mc:Choice Requires="a14">
          <p:sp>
            <p:nvSpPr>
              <p:cNvPr id="57" name="íşlïḍè">
                <a:extLst>
                  <a:ext uri="{FF2B5EF4-FFF2-40B4-BE49-F238E27FC236}">
                    <a16:creationId xmlns:a16="http://schemas.microsoft.com/office/drawing/2014/main" id="{EB2CCB92-0665-4275-9246-87EFE4DC1213}"/>
                  </a:ext>
                </a:extLst>
              </p:cNvPr>
              <p:cNvSpPr txBox="1"/>
              <p:nvPr/>
            </p:nvSpPr>
            <p:spPr>
              <a:xfrm>
                <a:off x="8233808" y="3144619"/>
                <a:ext cx="1796726" cy="406624"/>
              </a:xfrm>
              <a:prstGeom prst="rect">
                <a:avLst/>
              </a:prstGeom>
              <a:noFill/>
            </p:spPr>
            <p:txBody>
              <a:bodyPr wrap="square" lIns="91440" tIns="45720" rIns="91440" bIns="45720" anchor="ctr">
                <a:noAutofit/>
              </a:bodyPr>
              <a:lstStyle/>
              <a:p>
                <a:pPr/>
                <a14:m>
                  <m:oMathPara xmlns:m="http://schemas.openxmlformats.org/officeDocument/2006/math">
                    <m:oMathParaPr>
                      <m:jc m:val="left"/>
                    </m:oMathParaPr>
                    <m:oMath xmlns:m="http://schemas.openxmlformats.org/officeDocument/2006/math">
                      <m:sSub>
                        <m:sSubPr>
                          <m:ctrlPr>
                            <a:rPr lang="en-US" altLang="zh-CN" b="1" i="1" smtClean="0">
                              <a:latin typeface="Cambria Math" panose="02040503050406030204" pitchFamily="18" charset="0"/>
                            </a:rPr>
                          </m:ctrlPr>
                        </m:sSubPr>
                        <m:e>
                          <m:r>
                            <a:rPr lang="en-US" altLang="zh-CN" b="1" i="1" smtClean="0">
                              <a:latin typeface="Cambria Math" panose="02040503050406030204" pitchFamily="18" charset="0"/>
                            </a:rPr>
                            <m:t>𝟏</m:t>
                          </m:r>
                          <m:r>
                            <a:rPr lang="en-US" altLang="zh-CN" b="1" i="1" smtClean="0">
                              <a:latin typeface="Cambria Math" panose="02040503050406030204" pitchFamily="18" charset="0"/>
                              <a:ea typeface="Cambria Math" panose="02040503050406030204" pitchFamily="18" charset="0"/>
                            </a:rPr>
                            <m:t>&lt;</m:t>
                          </m:r>
                          <m:r>
                            <a:rPr lang="en-US" altLang="zh-CN" b="1" i="1" smtClean="0">
                              <a:latin typeface="Cambria Math" panose="02040503050406030204" pitchFamily="18" charset="0"/>
                            </a:rPr>
                            <m:t>𝑾</m:t>
                          </m:r>
                        </m:e>
                        <m:sub>
                          <m:r>
                            <a:rPr lang="en-US" altLang="zh-CN" b="1" i="1" smtClean="0">
                              <a:latin typeface="Cambria Math" panose="02040503050406030204" pitchFamily="18" charset="0"/>
                            </a:rPr>
                            <m:t>𝑹</m:t>
                          </m:r>
                        </m:sub>
                      </m:sSub>
                      <m:r>
                        <a:rPr lang="en-US" altLang="zh-CN" b="1" dirty="0">
                          <a:latin typeface="Cambria Math" panose="02040503050406030204" pitchFamily="18" charset="0"/>
                          <a:ea typeface="Cambria Math" panose="02040503050406030204" pitchFamily="18" charset="0"/>
                        </a:rPr>
                        <m:t>≤</m:t>
                      </m:r>
                      <m:sSub>
                        <m:sSubPr>
                          <m:ctrlPr>
                            <a:rPr lang="en-US" altLang="zh-CN" b="1" i="1" dirty="0" smtClean="0">
                              <a:latin typeface="Cambria Math" panose="02040503050406030204" pitchFamily="18" charset="0"/>
                              <a:ea typeface="Cambria Math" panose="02040503050406030204" pitchFamily="18" charset="0"/>
                            </a:rPr>
                          </m:ctrlPr>
                        </m:sSubPr>
                        <m:e>
                          <m:r>
                            <a:rPr lang="en-US" altLang="zh-CN" b="1" i="1" dirty="0" smtClean="0">
                              <a:latin typeface="Cambria Math" panose="02040503050406030204" pitchFamily="18" charset="0"/>
                              <a:ea typeface="Cambria Math" panose="02040503050406030204" pitchFamily="18" charset="0"/>
                            </a:rPr>
                            <m:t>𝑾</m:t>
                          </m:r>
                        </m:e>
                        <m:sub>
                          <m:r>
                            <a:rPr lang="en-US" altLang="zh-CN" b="1" i="1" dirty="0" smtClean="0">
                              <a:latin typeface="Cambria Math" panose="02040503050406030204" pitchFamily="18" charset="0"/>
                              <a:ea typeface="Cambria Math" panose="02040503050406030204" pitchFamily="18" charset="0"/>
                            </a:rPr>
                            <m:t>𝑻</m:t>
                          </m:r>
                        </m:sub>
                      </m:sSub>
                    </m:oMath>
                  </m:oMathPara>
                </a14:m>
                <a:endParaRPr lang="en-US" altLang="zh-CN" b="1" dirty="0"/>
              </a:p>
            </p:txBody>
          </p:sp>
        </mc:Choice>
        <mc:Fallback xmlns="">
          <p:sp>
            <p:nvSpPr>
              <p:cNvPr id="57" name="íşlïḍè">
                <a:extLst>
                  <a:ext uri="{FF2B5EF4-FFF2-40B4-BE49-F238E27FC236}">
                    <a16:creationId xmlns:a16="http://schemas.microsoft.com/office/drawing/2014/main" id="{EB2CCB92-0665-4275-9246-87EFE4DC1213}"/>
                  </a:ext>
                </a:extLst>
              </p:cNvPr>
              <p:cNvSpPr txBox="1">
                <a:spLocks noRot="1" noChangeAspect="1" noMove="1" noResize="1" noEditPoints="1" noAdjustHandles="1" noChangeArrowheads="1" noChangeShapeType="1" noTextEdit="1"/>
              </p:cNvSpPr>
              <p:nvPr/>
            </p:nvSpPr>
            <p:spPr>
              <a:xfrm>
                <a:off x="8233808" y="3144619"/>
                <a:ext cx="1796726" cy="406624"/>
              </a:xfrm>
              <a:prstGeom prst="rect">
                <a:avLst/>
              </a:prstGeom>
              <a:blipFill>
                <a:blip r:embed="rId11"/>
                <a:stretch>
                  <a:fillRect/>
                </a:stretch>
              </a:blipFill>
            </p:spPr>
            <p:txBody>
              <a:bodyPr/>
              <a:lstStyle/>
              <a:p>
                <a:r>
                  <a:rPr lang="zh-CN" altLang="en-US">
                    <a:noFill/>
                  </a:rPr>
                  <a:t> </a:t>
                </a:r>
              </a:p>
            </p:txBody>
          </p:sp>
        </mc:Fallback>
      </mc:AlternateContent>
      <mc:AlternateContent xmlns:mc="http://schemas.openxmlformats.org/markup-compatibility/2006" xmlns:a14="http://schemas.microsoft.com/office/drawing/2010/main">
        <mc:Choice Requires="a14">
          <p:sp>
            <p:nvSpPr>
              <p:cNvPr id="59" name="矩形 58">
                <a:extLst>
                  <a:ext uri="{FF2B5EF4-FFF2-40B4-BE49-F238E27FC236}">
                    <a16:creationId xmlns:a16="http://schemas.microsoft.com/office/drawing/2014/main" id="{EDCCE49F-EF82-4184-B343-8DE5F13C477B}"/>
                  </a:ext>
                </a:extLst>
              </p:cNvPr>
              <p:cNvSpPr/>
              <p:nvPr/>
            </p:nvSpPr>
            <p:spPr>
              <a:xfrm>
                <a:off x="8272274" y="2924339"/>
                <a:ext cx="2068997" cy="267358"/>
              </a:xfrm>
              <a:prstGeom prst="rect">
                <a:avLst/>
              </a:prstGeom>
              <a:solidFill>
                <a:schemeClr val="tx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14:m>
                  <m:oMath xmlns:m="http://schemas.openxmlformats.org/officeDocument/2006/math">
                    <m:sSub>
                      <m:sSubPr>
                        <m:ctrlPr>
                          <a:rPr lang="en-US" altLang="zh-CN" sz="1600" b="1" i="1" smtClean="0">
                            <a:latin typeface="Cambria Math" panose="02040503050406030204" pitchFamily="18" charset="0"/>
                          </a:rPr>
                        </m:ctrlPr>
                      </m:sSubPr>
                      <m:e>
                        <m:r>
                          <a:rPr lang="en-US" altLang="zh-CN" sz="1600" b="1" i="1" smtClean="0">
                            <a:latin typeface="Cambria Math" panose="02040503050406030204" pitchFamily="18" charset="0"/>
                          </a:rPr>
                          <m:t>𝑾</m:t>
                        </m:r>
                      </m:e>
                      <m:sub>
                        <m:r>
                          <a:rPr lang="en-US" altLang="zh-CN" sz="1600" b="1" i="1" smtClean="0">
                            <a:latin typeface="Cambria Math" panose="02040503050406030204" pitchFamily="18" charset="0"/>
                          </a:rPr>
                          <m:t>𝑹</m:t>
                        </m:r>
                      </m:sub>
                    </m:sSub>
                  </m:oMath>
                </a14:m>
                <a:r>
                  <a:rPr lang="zh-CN" altLang="en-US" sz="1600" b="1" dirty="0">
                    <a:solidFill>
                      <a:schemeClr val="bg1"/>
                    </a:solidFill>
                  </a:rPr>
                  <a:t>超过</a:t>
                </a:r>
                <a14:m>
                  <m:oMath xmlns:m="http://schemas.openxmlformats.org/officeDocument/2006/math">
                    <m:sSub>
                      <m:sSubPr>
                        <m:ctrlPr>
                          <a:rPr lang="en-US" altLang="zh-CN" sz="1600" b="1" i="1">
                            <a:latin typeface="Cambria Math" panose="02040503050406030204" pitchFamily="18" charset="0"/>
                          </a:rPr>
                        </m:ctrlPr>
                      </m:sSubPr>
                      <m:e>
                        <m:r>
                          <a:rPr lang="en-US" altLang="zh-CN" sz="1600" b="1" i="1">
                            <a:latin typeface="Cambria Math" panose="02040503050406030204" pitchFamily="18" charset="0"/>
                          </a:rPr>
                          <m:t>𝑾</m:t>
                        </m:r>
                      </m:e>
                      <m:sub>
                        <m:r>
                          <a:rPr lang="en-US" altLang="zh-CN" sz="1600" b="1" i="1">
                            <a:latin typeface="Cambria Math" panose="02040503050406030204" pitchFamily="18" charset="0"/>
                          </a:rPr>
                          <m:t>𝑻</m:t>
                        </m:r>
                      </m:sub>
                    </m:sSub>
                  </m:oMath>
                </a14:m>
                <a:r>
                  <a:rPr lang="zh-CN" altLang="en-US" sz="1600" b="1" dirty="0">
                    <a:solidFill>
                      <a:schemeClr val="bg1"/>
                    </a:solidFill>
                  </a:rPr>
                  <a:t>没有意义</a:t>
                </a:r>
                <a:endParaRPr lang="zh-CN" altLang="en-US" sz="1600" dirty="0"/>
              </a:p>
            </p:txBody>
          </p:sp>
        </mc:Choice>
        <mc:Fallback xmlns="">
          <p:sp>
            <p:nvSpPr>
              <p:cNvPr id="59" name="矩形 58">
                <a:extLst>
                  <a:ext uri="{FF2B5EF4-FFF2-40B4-BE49-F238E27FC236}">
                    <a16:creationId xmlns:a16="http://schemas.microsoft.com/office/drawing/2014/main" id="{EDCCE49F-EF82-4184-B343-8DE5F13C477B}"/>
                  </a:ext>
                </a:extLst>
              </p:cNvPr>
              <p:cNvSpPr>
                <a:spLocks noRot="1" noChangeAspect="1" noMove="1" noResize="1" noEditPoints="1" noAdjustHandles="1" noChangeArrowheads="1" noChangeShapeType="1" noTextEdit="1"/>
              </p:cNvSpPr>
              <p:nvPr/>
            </p:nvSpPr>
            <p:spPr>
              <a:xfrm>
                <a:off x="8272274" y="2924339"/>
                <a:ext cx="2068997" cy="267358"/>
              </a:xfrm>
              <a:prstGeom prst="rect">
                <a:avLst/>
              </a:prstGeom>
              <a:blipFill>
                <a:blip r:embed="rId12"/>
                <a:stretch>
                  <a:fillRect t="-20455" b="-40909"/>
                </a:stretch>
              </a:blipFill>
              <a:ln>
                <a:noFill/>
              </a:ln>
            </p:spPr>
            <p:txBody>
              <a:bodyPr/>
              <a:lstStyle/>
              <a:p>
                <a:r>
                  <a:rPr lang="zh-CN" altLang="en-US">
                    <a:noFill/>
                  </a:rPr>
                  <a:t> </a:t>
                </a:r>
              </a:p>
            </p:txBody>
          </p:sp>
        </mc:Fallback>
      </mc:AlternateContent>
      <p:grpSp>
        <p:nvGrpSpPr>
          <p:cNvPr id="7" name="组合 6">
            <a:extLst>
              <a:ext uri="{FF2B5EF4-FFF2-40B4-BE49-F238E27FC236}">
                <a16:creationId xmlns:a16="http://schemas.microsoft.com/office/drawing/2014/main" id="{4FB233C7-ED6B-47E2-A1B5-72DC4DE669FD}"/>
              </a:ext>
            </a:extLst>
          </p:cNvPr>
          <p:cNvGrpSpPr/>
          <p:nvPr/>
        </p:nvGrpSpPr>
        <p:grpSpPr>
          <a:xfrm>
            <a:off x="9859951" y="3308787"/>
            <a:ext cx="2107922" cy="585479"/>
            <a:chOff x="9859951" y="3308787"/>
            <a:chExt cx="2107922" cy="585479"/>
          </a:xfrm>
        </p:grpSpPr>
        <p:sp>
          <p:nvSpPr>
            <p:cNvPr id="15" name="右大括号 14">
              <a:extLst>
                <a:ext uri="{FF2B5EF4-FFF2-40B4-BE49-F238E27FC236}">
                  <a16:creationId xmlns:a16="http://schemas.microsoft.com/office/drawing/2014/main" id="{1350E15F-23CF-480F-B75D-DFF0464A5F9B}"/>
                </a:ext>
              </a:extLst>
            </p:cNvPr>
            <p:cNvSpPr/>
            <p:nvPr/>
          </p:nvSpPr>
          <p:spPr>
            <a:xfrm>
              <a:off x="9859951" y="3308787"/>
              <a:ext cx="170583" cy="585479"/>
            </a:xfrm>
            <a:prstGeom prst="rightBrace">
              <a:avLst>
                <a:gd name="adj1" fmla="val 34129"/>
                <a:gd name="adj2" fmla="val 50000"/>
              </a:avLst>
            </a:prstGeom>
            <a:ln w="12700">
              <a:solidFill>
                <a:schemeClr val="tx1"/>
              </a:solidFill>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zh-CN" altLang="en-US"/>
            </a:p>
          </p:txBody>
        </p:sp>
        <mc:AlternateContent xmlns:mc="http://schemas.openxmlformats.org/markup-compatibility/2006" xmlns:a14="http://schemas.microsoft.com/office/drawing/2010/main">
          <mc:Choice Requires="a14">
            <p:sp>
              <p:nvSpPr>
                <p:cNvPr id="60" name="íşlïḍè">
                  <a:extLst>
                    <a:ext uri="{FF2B5EF4-FFF2-40B4-BE49-F238E27FC236}">
                      <a16:creationId xmlns:a16="http://schemas.microsoft.com/office/drawing/2014/main" id="{3961FC04-3503-46AD-B818-482A090D2034}"/>
                    </a:ext>
                  </a:extLst>
                </p:cNvPr>
                <p:cNvSpPr txBox="1"/>
                <p:nvPr/>
              </p:nvSpPr>
              <p:spPr>
                <a:xfrm>
                  <a:off x="10022217" y="3374765"/>
                  <a:ext cx="1945656" cy="406624"/>
                </a:xfrm>
                <a:prstGeom prst="rect">
                  <a:avLst/>
                </a:prstGeom>
                <a:noFill/>
              </p:spPr>
              <p:txBody>
                <a:bodyPr wrap="square" lIns="91440" tIns="45720" rIns="91440" bIns="45720" anchor="ctr">
                  <a:noAutofit/>
                </a:bodyPr>
                <a:lstStyle/>
                <a:p>
                  <a:pPr/>
                  <a14:m>
                    <m:oMathPara xmlns:m="http://schemas.openxmlformats.org/officeDocument/2006/math">
                      <m:oMathParaPr>
                        <m:jc m:val="left"/>
                      </m:oMathParaPr>
                      <m:oMath xmlns:m="http://schemas.openxmlformats.org/officeDocument/2006/math">
                        <m:r>
                          <a:rPr lang="en-US" altLang="zh-CN" b="1" i="1" smtClean="0">
                            <a:latin typeface="Cambria Math" panose="02040503050406030204" pitchFamily="18" charset="0"/>
                          </a:rPr>
                          <m:t>𝟏</m:t>
                        </m:r>
                        <m:r>
                          <a:rPr lang="en-US" altLang="zh-CN" b="1" i="1" smtClean="0">
                            <a:latin typeface="Cambria Math" panose="02040503050406030204" pitchFamily="18" charset="0"/>
                            <a:ea typeface="Cambria Math" panose="02040503050406030204" pitchFamily="18" charset="0"/>
                          </a:rPr>
                          <m:t>&lt;</m:t>
                        </m:r>
                        <m:sSub>
                          <m:sSubPr>
                            <m:ctrlPr>
                              <a:rPr lang="en-US" altLang="zh-CN" b="1" i="1" smtClean="0">
                                <a:latin typeface="Cambria Math" panose="02040503050406030204" pitchFamily="18" charset="0"/>
                              </a:rPr>
                            </m:ctrlPr>
                          </m:sSubPr>
                          <m:e>
                            <m:r>
                              <a:rPr lang="en-US" altLang="zh-CN" b="1" i="1" smtClean="0">
                                <a:latin typeface="Cambria Math" panose="02040503050406030204" pitchFamily="18" charset="0"/>
                              </a:rPr>
                              <m:t>𝑾</m:t>
                            </m:r>
                          </m:e>
                          <m:sub>
                            <m:r>
                              <a:rPr lang="en-US" altLang="zh-CN" b="1" i="1" smtClean="0">
                                <a:latin typeface="Cambria Math" panose="02040503050406030204" pitchFamily="18" charset="0"/>
                              </a:rPr>
                              <m:t>𝑹</m:t>
                            </m:r>
                          </m:sub>
                        </m:sSub>
                        <m:r>
                          <a:rPr lang="en-US" altLang="zh-CN" b="1" dirty="0">
                            <a:latin typeface="Cambria Math" panose="02040503050406030204" pitchFamily="18" charset="0"/>
                            <a:ea typeface="Cambria Math" panose="02040503050406030204" pitchFamily="18" charset="0"/>
                          </a:rPr>
                          <m:t>≤</m:t>
                        </m:r>
                        <m:sSup>
                          <m:sSupPr>
                            <m:ctrlPr>
                              <a:rPr lang="en-US" altLang="zh-CN" b="1" i="1" dirty="0" smtClean="0">
                                <a:latin typeface="Cambria Math" panose="02040503050406030204" pitchFamily="18" charset="0"/>
                                <a:ea typeface="Cambria Math" panose="02040503050406030204" pitchFamily="18" charset="0"/>
                              </a:rPr>
                            </m:ctrlPr>
                          </m:sSupPr>
                          <m:e>
                            <m:r>
                              <a:rPr lang="en-US" altLang="zh-CN" b="1" i="1" dirty="0" smtClean="0">
                                <a:latin typeface="Cambria Math" panose="02040503050406030204" pitchFamily="18" charset="0"/>
                                <a:ea typeface="Cambria Math" panose="02040503050406030204" pitchFamily="18" charset="0"/>
                              </a:rPr>
                              <m:t>𝟐</m:t>
                            </m:r>
                          </m:e>
                          <m:sup>
                            <m:r>
                              <a:rPr lang="en-US" altLang="zh-CN" b="1" i="1" dirty="0" smtClean="0">
                                <a:latin typeface="Cambria Math" panose="02040503050406030204" pitchFamily="18" charset="0"/>
                                <a:ea typeface="Cambria Math" panose="02040503050406030204" pitchFamily="18" charset="0"/>
                              </a:rPr>
                              <m:t>(</m:t>
                            </m:r>
                            <m:r>
                              <a:rPr lang="en-US" altLang="zh-CN" b="1" i="1" dirty="0" smtClean="0">
                                <a:latin typeface="Cambria Math" panose="02040503050406030204" pitchFamily="18" charset="0"/>
                                <a:ea typeface="Cambria Math" panose="02040503050406030204" pitchFamily="18" charset="0"/>
                              </a:rPr>
                              <m:t>𝒏</m:t>
                            </m:r>
                            <m:r>
                              <a:rPr lang="en-US" altLang="zh-CN" b="1" i="1" dirty="0" smtClean="0">
                                <a:latin typeface="Cambria Math" panose="02040503050406030204" pitchFamily="18" charset="0"/>
                                <a:ea typeface="Cambria Math" panose="02040503050406030204" pitchFamily="18" charset="0"/>
                              </a:rPr>
                              <m:t>−</m:t>
                            </m:r>
                            <m:r>
                              <a:rPr lang="en-US" altLang="zh-CN" b="1" i="1" dirty="0" smtClean="0">
                                <a:latin typeface="Cambria Math" panose="02040503050406030204" pitchFamily="18" charset="0"/>
                                <a:ea typeface="Cambria Math" panose="02040503050406030204" pitchFamily="18" charset="0"/>
                              </a:rPr>
                              <m:t>𝟏</m:t>
                            </m:r>
                            <m:r>
                              <a:rPr lang="en-US" altLang="zh-CN" b="1" i="1" dirty="0" smtClean="0">
                                <a:latin typeface="Cambria Math" panose="02040503050406030204" pitchFamily="18" charset="0"/>
                                <a:ea typeface="Cambria Math" panose="02040503050406030204" pitchFamily="18" charset="0"/>
                              </a:rPr>
                              <m:t>)</m:t>
                            </m:r>
                          </m:sup>
                        </m:sSup>
                      </m:oMath>
                    </m:oMathPara>
                  </a14:m>
                  <a:endParaRPr lang="en-US" altLang="zh-CN" b="1" dirty="0"/>
                </a:p>
              </p:txBody>
            </p:sp>
          </mc:Choice>
          <mc:Fallback xmlns="">
            <p:sp>
              <p:nvSpPr>
                <p:cNvPr id="60" name="íşlïḍè">
                  <a:extLst>
                    <a:ext uri="{FF2B5EF4-FFF2-40B4-BE49-F238E27FC236}">
                      <a16:creationId xmlns:a16="http://schemas.microsoft.com/office/drawing/2014/main" id="{3961FC04-3503-46AD-B818-482A090D2034}"/>
                    </a:ext>
                  </a:extLst>
                </p:cNvPr>
                <p:cNvSpPr txBox="1">
                  <a:spLocks noRot="1" noChangeAspect="1" noMove="1" noResize="1" noEditPoints="1" noAdjustHandles="1" noChangeArrowheads="1" noChangeShapeType="1" noTextEdit="1"/>
                </p:cNvSpPr>
                <p:nvPr/>
              </p:nvSpPr>
              <p:spPr>
                <a:xfrm>
                  <a:off x="10022217" y="3374765"/>
                  <a:ext cx="1945656" cy="406624"/>
                </a:xfrm>
                <a:prstGeom prst="rect">
                  <a:avLst/>
                </a:prstGeom>
                <a:blipFill>
                  <a:blip r:embed="rId13"/>
                  <a:stretch>
                    <a:fillRect b="-1515"/>
                  </a:stretch>
                </a:blipFill>
              </p:spPr>
              <p:txBody>
                <a:bodyPr/>
                <a:lstStyle/>
                <a:p>
                  <a:r>
                    <a:rPr lang="zh-CN" altLang="en-US">
                      <a:noFill/>
                    </a:rPr>
                    <a:t> </a:t>
                  </a:r>
                </a:p>
              </p:txBody>
            </p:sp>
          </mc:Fallback>
        </mc:AlternateContent>
      </p:grpSp>
      <mc:AlternateContent xmlns:mc="http://schemas.openxmlformats.org/markup-compatibility/2006" xmlns:a14="http://schemas.microsoft.com/office/drawing/2010/main">
        <mc:Choice Requires="a14">
          <p:sp>
            <p:nvSpPr>
              <p:cNvPr id="62" name="矩形 61">
                <a:extLst>
                  <a:ext uri="{FF2B5EF4-FFF2-40B4-BE49-F238E27FC236}">
                    <a16:creationId xmlns:a16="http://schemas.microsoft.com/office/drawing/2014/main" id="{59FBC30C-4755-45C7-BC12-737C6518F23B}"/>
                  </a:ext>
                </a:extLst>
              </p:cNvPr>
              <p:cNvSpPr/>
              <p:nvPr/>
            </p:nvSpPr>
            <p:spPr>
              <a:xfrm>
                <a:off x="8272275" y="5047940"/>
                <a:ext cx="3457043" cy="956620"/>
              </a:xfrm>
              <a:prstGeom prst="rect">
                <a:avLst/>
              </a:prstGeom>
              <a:solidFill>
                <a:schemeClr val="accent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nSpc>
                    <a:spcPct val="150000"/>
                  </a:lnSpc>
                </a:pPr>
                <a:r>
                  <a:rPr lang="zh-CN" altLang="en-US" b="1" dirty="0"/>
                  <a:t>当</a:t>
                </a:r>
                <a14:m>
                  <m:oMath xmlns:m="http://schemas.openxmlformats.org/officeDocument/2006/math">
                    <m:sSub>
                      <m:sSubPr>
                        <m:ctrlPr>
                          <a:rPr lang="en-US" altLang="zh-CN" b="1" i="1" smtClean="0">
                            <a:latin typeface="Cambria Math" panose="02040503050406030204" pitchFamily="18" charset="0"/>
                          </a:rPr>
                        </m:ctrlPr>
                      </m:sSubPr>
                      <m:e>
                        <m:r>
                          <a:rPr lang="en-US" altLang="zh-CN" b="1" i="1" smtClean="0">
                            <a:latin typeface="Cambria Math" panose="02040503050406030204" pitchFamily="18" charset="0"/>
                          </a:rPr>
                          <m:t>𝑾</m:t>
                        </m:r>
                      </m:e>
                      <m:sub>
                        <m:r>
                          <a:rPr lang="en-US" altLang="zh-CN" b="1" i="1" smtClean="0">
                            <a:latin typeface="Cambria Math" panose="02040503050406030204" pitchFamily="18" charset="0"/>
                          </a:rPr>
                          <m:t>𝑹</m:t>
                        </m:r>
                      </m:sub>
                    </m:sSub>
                  </m:oMath>
                </a14:m>
                <a:r>
                  <a:rPr lang="zh-CN" altLang="en-US" b="1" dirty="0"/>
                  <a:t>取最大值</a:t>
                </a:r>
                <a14:m>
                  <m:oMath xmlns:m="http://schemas.openxmlformats.org/officeDocument/2006/math">
                    <m:sSup>
                      <m:sSupPr>
                        <m:ctrlPr>
                          <a:rPr lang="en-US" altLang="zh-CN" b="1" i="1" dirty="0">
                            <a:latin typeface="Cambria Math" panose="02040503050406030204" pitchFamily="18" charset="0"/>
                            <a:ea typeface="Cambria Math" panose="02040503050406030204" pitchFamily="18" charset="0"/>
                          </a:rPr>
                        </m:ctrlPr>
                      </m:sSupPr>
                      <m:e>
                        <m:r>
                          <a:rPr lang="en-US" altLang="zh-CN" b="1" i="1" dirty="0">
                            <a:latin typeface="Cambria Math" panose="02040503050406030204" pitchFamily="18" charset="0"/>
                            <a:ea typeface="Cambria Math" panose="02040503050406030204" pitchFamily="18" charset="0"/>
                          </a:rPr>
                          <m:t>𝟐</m:t>
                        </m:r>
                      </m:e>
                      <m:sup>
                        <m:r>
                          <a:rPr lang="en-US" altLang="zh-CN" b="1" i="1" dirty="0">
                            <a:latin typeface="Cambria Math" panose="02040503050406030204" pitchFamily="18" charset="0"/>
                            <a:ea typeface="Cambria Math" panose="02040503050406030204" pitchFamily="18" charset="0"/>
                          </a:rPr>
                          <m:t>(</m:t>
                        </m:r>
                        <m:r>
                          <a:rPr lang="en-US" altLang="zh-CN" b="1" i="1" dirty="0">
                            <a:latin typeface="Cambria Math" panose="02040503050406030204" pitchFamily="18" charset="0"/>
                            <a:ea typeface="Cambria Math" panose="02040503050406030204" pitchFamily="18" charset="0"/>
                          </a:rPr>
                          <m:t>𝒏</m:t>
                        </m:r>
                        <m:r>
                          <a:rPr lang="en-US" altLang="zh-CN" b="1" i="1" dirty="0">
                            <a:latin typeface="Cambria Math" panose="02040503050406030204" pitchFamily="18" charset="0"/>
                            <a:ea typeface="Cambria Math" panose="02040503050406030204" pitchFamily="18" charset="0"/>
                          </a:rPr>
                          <m:t>−</m:t>
                        </m:r>
                        <m:r>
                          <a:rPr lang="en-US" altLang="zh-CN" b="1" i="1" dirty="0">
                            <a:latin typeface="Cambria Math" panose="02040503050406030204" pitchFamily="18" charset="0"/>
                            <a:ea typeface="Cambria Math" panose="02040503050406030204" pitchFamily="18" charset="0"/>
                          </a:rPr>
                          <m:t>𝟏</m:t>
                        </m:r>
                        <m:r>
                          <a:rPr lang="en-US" altLang="zh-CN" b="1" i="1" dirty="0">
                            <a:latin typeface="Cambria Math" panose="02040503050406030204" pitchFamily="18" charset="0"/>
                            <a:ea typeface="Cambria Math" panose="02040503050406030204" pitchFamily="18" charset="0"/>
                          </a:rPr>
                          <m:t>)</m:t>
                        </m:r>
                      </m:sup>
                    </m:sSup>
                  </m:oMath>
                </a14:m>
                <a:r>
                  <a:rPr lang="zh-CN" altLang="en-US" b="1" dirty="0"/>
                  <a:t>时，</a:t>
                </a:r>
                <a:r>
                  <a:rPr lang="en-US" altLang="zh-CN" b="1" dirty="0"/>
                  <a:t> </a:t>
                </a:r>
                <a:endParaRPr lang="en-US" altLang="zh-CN" b="1" i="1" dirty="0">
                  <a:latin typeface="Cambria Math" panose="02040503050406030204" pitchFamily="18" charset="0"/>
                </a:endParaRPr>
              </a:p>
              <a:p>
                <a:pPr>
                  <a:lnSpc>
                    <a:spcPct val="150000"/>
                  </a:lnSpc>
                </a:pPr>
                <a14:m>
                  <m:oMath xmlns:m="http://schemas.openxmlformats.org/officeDocument/2006/math">
                    <m:sSub>
                      <m:sSubPr>
                        <m:ctrlPr>
                          <a:rPr lang="en-US" altLang="zh-CN" b="1" i="1">
                            <a:latin typeface="Cambria Math" panose="02040503050406030204" pitchFamily="18" charset="0"/>
                          </a:rPr>
                        </m:ctrlPr>
                      </m:sSubPr>
                      <m:e>
                        <m:r>
                          <a:rPr lang="en-US" altLang="zh-CN" b="1" i="1">
                            <a:latin typeface="Cambria Math" panose="02040503050406030204" pitchFamily="18" charset="0"/>
                          </a:rPr>
                          <m:t>𝑾</m:t>
                        </m:r>
                      </m:e>
                      <m:sub>
                        <m:r>
                          <a:rPr lang="en-US" altLang="zh-CN" b="1" i="1">
                            <a:latin typeface="Cambria Math" panose="02040503050406030204" pitchFamily="18" charset="0"/>
                          </a:rPr>
                          <m:t>𝑻</m:t>
                        </m:r>
                      </m:sub>
                    </m:sSub>
                  </m:oMath>
                </a14:m>
                <a:r>
                  <a:rPr lang="zh-CN" altLang="en-US" b="1" dirty="0"/>
                  <a:t>能取到的最大值也为</a:t>
                </a:r>
                <a14:m>
                  <m:oMath xmlns:m="http://schemas.openxmlformats.org/officeDocument/2006/math">
                    <m:sSup>
                      <m:sSupPr>
                        <m:ctrlPr>
                          <a:rPr lang="en-US" altLang="zh-CN" b="1" i="1" dirty="0">
                            <a:latin typeface="Cambria Math" panose="02040503050406030204" pitchFamily="18" charset="0"/>
                            <a:ea typeface="Cambria Math" panose="02040503050406030204" pitchFamily="18" charset="0"/>
                          </a:rPr>
                        </m:ctrlPr>
                      </m:sSupPr>
                      <m:e>
                        <m:r>
                          <a:rPr lang="en-US" altLang="zh-CN" b="1" i="1" dirty="0">
                            <a:latin typeface="Cambria Math" panose="02040503050406030204" pitchFamily="18" charset="0"/>
                            <a:ea typeface="Cambria Math" panose="02040503050406030204" pitchFamily="18" charset="0"/>
                          </a:rPr>
                          <m:t>𝟐</m:t>
                        </m:r>
                      </m:e>
                      <m:sup>
                        <m:r>
                          <a:rPr lang="en-US" altLang="zh-CN" b="1" i="1" dirty="0">
                            <a:latin typeface="Cambria Math" panose="02040503050406030204" pitchFamily="18" charset="0"/>
                            <a:ea typeface="Cambria Math" panose="02040503050406030204" pitchFamily="18" charset="0"/>
                          </a:rPr>
                          <m:t>(</m:t>
                        </m:r>
                        <m:r>
                          <a:rPr lang="en-US" altLang="zh-CN" b="1" i="1" dirty="0">
                            <a:latin typeface="Cambria Math" panose="02040503050406030204" pitchFamily="18" charset="0"/>
                            <a:ea typeface="Cambria Math" panose="02040503050406030204" pitchFamily="18" charset="0"/>
                          </a:rPr>
                          <m:t>𝒏</m:t>
                        </m:r>
                        <m:r>
                          <a:rPr lang="en-US" altLang="zh-CN" b="1" i="1" dirty="0">
                            <a:latin typeface="Cambria Math" panose="02040503050406030204" pitchFamily="18" charset="0"/>
                            <a:ea typeface="Cambria Math" panose="02040503050406030204" pitchFamily="18" charset="0"/>
                          </a:rPr>
                          <m:t>−</m:t>
                        </m:r>
                        <m:r>
                          <a:rPr lang="en-US" altLang="zh-CN" b="1" i="1" dirty="0">
                            <a:latin typeface="Cambria Math" panose="02040503050406030204" pitchFamily="18" charset="0"/>
                            <a:ea typeface="Cambria Math" panose="02040503050406030204" pitchFamily="18" charset="0"/>
                          </a:rPr>
                          <m:t>𝟏</m:t>
                        </m:r>
                        <m:r>
                          <a:rPr lang="en-US" altLang="zh-CN" b="1" i="1" dirty="0">
                            <a:latin typeface="Cambria Math" panose="02040503050406030204" pitchFamily="18" charset="0"/>
                            <a:ea typeface="Cambria Math" panose="02040503050406030204" pitchFamily="18" charset="0"/>
                          </a:rPr>
                          <m:t>)</m:t>
                        </m:r>
                      </m:sup>
                    </m:sSup>
                    <m:r>
                      <a:rPr lang="en-US" altLang="zh-CN" b="1" i="1" dirty="0">
                        <a:latin typeface="Cambria Math" panose="02040503050406030204" pitchFamily="18" charset="0"/>
                        <a:ea typeface="Cambria Math" panose="02040503050406030204" pitchFamily="18" charset="0"/>
                      </a:rPr>
                      <m:t> </m:t>
                    </m:r>
                  </m:oMath>
                </a14:m>
                <a:r>
                  <a:rPr lang="zh-CN" altLang="en-US" b="1" dirty="0"/>
                  <a:t>。</a:t>
                </a:r>
                <a:endParaRPr lang="en-US" altLang="zh-CN" b="1" dirty="0"/>
              </a:p>
            </p:txBody>
          </p:sp>
        </mc:Choice>
        <mc:Fallback xmlns="">
          <p:sp>
            <p:nvSpPr>
              <p:cNvPr id="62" name="矩形 61">
                <a:extLst>
                  <a:ext uri="{FF2B5EF4-FFF2-40B4-BE49-F238E27FC236}">
                    <a16:creationId xmlns:a16="http://schemas.microsoft.com/office/drawing/2014/main" id="{59FBC30C-4755-45C7-BC12-737C6518F23B}"/>
                  </a:ext>
                </a:extLst>
              </p:cNvPr>
              <p:cNvSpPr>
                <a:spLocks noRot="1" noChangeAspect="1" noMove="1" noResize="1" noEditPoints="1" noAdjustHandles="1" noChangeArrowheads="1" noChangeShapeType="1" noTextEdit="1"/>
              </p:cNvSpPr>
              <p:nvPr/>
            </p:nvSpPr>
            <p:spPr>
              <a:xfrm>
                <a:off x="8272275" y="5047940"/>
                <a:ext cx="3457043" cy="956620"/>
              </a:xfrm>
              <a:prstGeom prst="rect">
                <a:avLst/>
              </a:prstGeom>
              <a:blipFill>
                <a:blip r:embed="rId14"/>
                <a:stretch>
                  <a:fillRect l="-1411" r="-8113" b="-7006"/>
                </a:stretch>
              </a:blipFill>
              <a:ln>
                <a:noFill/>
              </a:ln>
            </p:spPr>
            <p:txBody>
              <a:bodyPr/>
              <a:lstStyle/>
              <a:p>
                <a:r>
                  <a:rPr lang="zh-CN" altLang="en-US">
                    <a:noFill/>
                  </a:rPr>
                  <a:t> </a:t>
                </a:r>
              </a:p>
            </p:txBody>
          </p:sp>
        </mc:Fallback>
      </mc:AlternateContent>
      <p:sp>
        <p:nvSpPr>
          <p:cNvPr id="29" name="平行四边形 28">
            <a:extLst>
              <a:ext uri="{FF2B5EF4-FFF2-40B4-BE49-F238E27FC236}">
                <a16:creationId xmlns:a16="http://schemas.microsoft.com/office/drawing/2014/main" id="{4ED5D22C-A8F7-64C4-5C3C-869D24452DED}"/>
              </a:ext>
            </a:extLst>
          </p:cNvPr>
          <p:cNvSpPr/>
          <p:nvPr/>
        </p:nvSpPr>
        <p:spPr>
          <a:xfrm>
            <a:off x="304800" y="749300"/>
            <a:ext cx="675384" cy="387090"/>
          </a:xfrm>
          <a:prstGeom prst="parallelogram">
            <a:avLst/>
          </a:prstGeom>
          <a:solidFill>
            <a:schemeClr val="accent3">
              <a:lumMod val="75000"/>
            </a:schemeClr>
          </a:solidFill>
          <a:ln>
            <a:solidFill>
              <a:schemeClr val="accent3">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CN" sz="2200" dirty="0">
                <a:latin typeface="Impact" panose="020B0806030902050204" pitchFamily="34" charset="0"/>
              </a:rPr>
              <a:t>05</a:t>
            </a:r>
            <a:endParaRPr lang="zh-CN" altLang="en-US" sz="2200" dirty="0">
              <a:latin typeface="Impact" panose="020B0806030902050204" pitchFamily="34" charset="0"/>
            </a:endParaRPr>
          </a:p>
        </p:txBody>
      </p:sp>
    </p:spTree>
    <p:custDataLst>
      <p:tags r:id="rId1"/>
    </p:custDataLst>
    <p:extLst>
      <p:ext uri="{BB962C8B-B14F-4D97-AF65-F5344CB8AC3E}">
        <p14:creationId xmlns:p14="http://schemas.microsoft.com/office/powerpoint/2010/main" val="403239170"/>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 presetClass="entr" presetSubtype="0" fill="hold" grpId="0" nodeType="withEffect">
                                  <p:stCondLst>
                                    <p:cond delay="0"/>
                                  </p:stCondLst>
                                  <p:iterate type="lt">
                                    <p:tmAbs val="100"/>
                                  </p:iterate>
                                  <p:childTnLst>
                                    <p:set>
                                      <p:cBhvr>
                                        <p:cTn id="6" dur="1" fill="hold">
                                          <p:stCondLst>
                                            <p:cond delay="0"/>
                                          </p:stCondLst>
                                        </p:cTn>
                                        <p:tgtEl>
                                          <p:spTgt spid="40"/>
                                        </p:tgtEl>
                                        <p:attrNameLst>
                                          <p:attrName>style.visibility</p:attrName>
                                        </p:attrNameLst>
                                      </p:cBhvr>
                                      <p:to>
                                        <p:strVal val="visible"/>
                                      </p:to>
                                    </p:set>
                                  </p:childTnLst>
                                </p:cTn>
                              </p:par>
                            </p:childTnLst>
                          </p:cTn>
                        </p:par>
                      </p:childTnLst>
                    </p:cTn>
                  </p:par>
                  <p:par>
                    <p:cTn id="7" fill="hold">
                      <p:stCondLst>
                        <p:cond delay="indefinite"/>
                      </p:stCondLst>
                      <p:childTnLst>
                        <p:par>
                          <p:cTn id="8" fill="hold">
                            <p:stCondLst>
                              <p:cond delay="0"/>
                            </p:stCondLst>
                            <p:childTnLst>
                              <p:par>
                                <p:cTn id="9" presetID="53" presetClass="entr" presetSubtype="16" fill="hold" grpId="0" nodeType="clickEffect">
                                  <p:stCondLst>
                                    <p:cond delay="0"/>
                                  </p:stCondLst>
                                  <p:childTnLst>
                                    <p:set>
                                      <p:cBhvr>
                                        <p:cTn id="10" dur="1" fill="hold">
                                          <p:stCondLst>
                                            <p:cond delay="0"/>
                                          </p:stCondLst>
                                        </p:cTn>
                                        <p:tgtEl>
                                          <p:spTgt spid="57"/>
                                        </p:tgtEl>
                                        <p:attrNameLst>
                                          <p:attrName>style.visibility</p:attrName>
                                        </p:attrNameLst>
                                      </p:cBhvr>
                                      <p:to>
                                        <p:strVal val="visible"/>
                                      </p:to>
                                    </p:set>
                                    <p:anim calcmode="lin" valueType="num">
                                      <p:cBhvr>
                                        <p:cTn id="11" dur="500" fill="hold"/>
                                        <p:tgtEl>
                                          <p:spTgt spid="57"/>
                                        </p:tgtEl>
                                        <p:attrNameLst>
                                          <p:attrName>ppt_w</p:attrName>
                                        </p:attrNameLst>
                                      </p:cBhvr>
                                      <p:tavLst>
                                        <p:tav tm="0">
                                          <p:val>
                                            <p:fltVal val="0"/>
                                          </p:val>
                                        </p:tav>
                                        <p:tav tm="100000">
                                          <p:val>
                                            <p:strVal val="#ppt_w"/>
                                          </p:val>
                                        </p:tav>
                                      </p:tavLst>
                                    </p:anim>
                                    <p:anim calcmode="lin" valueType="num">
                                      <p:cBhvr>
                                        <p:cTn id="12" dur="500" fill="hold"/>
                                        <p:tgtEl>
                                          <p:spTgt spid="57"/>
                                        </p:tgtEl>
                                        <p:attrNameLst>
                                          <p:attrName>ppt_h</p:attrName>
                                        </p:attrNameLst>
                                      </p:cBhvr>
                                      <p:tavLst>
                                        <p:tav tm="0">
                                          <p:val>
                                            <p:fltVal val="0"/>
                                          </p:val>
                                        </p:tav>
                                        <p:tav tm="100000">
                                          <p:val>
                                            <p:strVal val="#ppt_h"/>
                                          </p:val>
                                        </p:tav>
                                      </p:tavLst>
                                    </p:anim>
                                    <p:animEffect transition="in" filter="fade">
                                      <p:cBhvr>
                                        <p:cTn id="13" dur="500"/>
                                        <p:tgtEl>
                                          <p:spTgt spid="57"/>
                                        </p:tgtEl>
                                      </p:cBhvr>
                                    </p:animEffect>
                                  </p:childTnLst>
                                </p:cTn>
                              </p:par>
                            </p:childTnLst>
                          </p:cTn>
                        </p:par>
                      </p:childTnLst>
                    </p:cTn>
                  </p:par>
                  <p:par>
                    <p:cTn id="14" fill="hold">
                      <p:stCondLst>
                        <p:cond delay="indefinite"/>
                      </p:stCondLst>
                      <p:childTnLst>
                        <p:par>
                          <p:cTn id="15" fill="hold">
                            <p:stCondLst>
                              <p:cond delay="0"/>
                            </p:stCondLst>
                            <p:childTnLst>
                              <p:par>
                                <p:cTn id="16" presetID="12" presetClass="entr" presetSubtype="4" fill="hold" grpId="0" nodeType="clickEffect">
                                  <p:stCondLst>
                                    <p:cond delay="0"/>
                                  </p:stCondLst>
                                  <p:childTnLst>
                                    <p:set>
                                      <p:cBhvr>
                                        <p:cTn id="17" dur="1" fill="hold">
                                          <p:stCondLst>
                                            <p:cond delay="0"/>
                                          </p:stCondLst>
                                        </p:cTn>
                                        <p:tgtEl>
                                          <p:spTgt spid="59"/>
                                        </p:tgtEl>
                                        <p:attrNameLst>
                                          <p:attrName>style.visibility</p:attrName>
                                        </p:attrNameLst>
                                      </p:cBhvr>
                                      <p:to>
                                        <p:strVal val="visible"/>
                                      </p:to>
                                    </p:set>
                                    <p:anim calcmode="lin" valueType="num">
                                      <p:cBhvr additive="base">
                                        <p:cTn id="18" dur="500"/>
                                        <p:tgtEl>
                                          <p:spTgt spid="59"/>
                                        </p:tgtEl>
                                        <p:attrNameLst>
                                          <p:attrName>ppt_y</p:attrName>
                                        </p:attrNameLst>
                                      </p:cBhvr>
                                      <p:tavLst>
                                        <p:tav tm="0">
                                          <p:val>
                                            <p:strVal val="#ppt_y+#ppt_h*1.125000"/>
                                          </p:val>
                                        </p:tav>
                                        <p:tav tm="100000">
                                          <p:val>
                                            <p:strVal val="#ppt_y"/>
                                          </p:val>
                                        </p:tav>
                                      </p:tavLst>
                                    </p:anim>
                                    <p:animEffect transition="in" filter="wipe(up)">
                                      <p:cBhvr>
                                        <p:cTn id="19" dur="500"/>
                                        <p:tgtEl>
                                          <p:spTgt spid="59"/>
                                        </p:tgtEl>
                                      </p:cBhvr>
                                    </p:animEffect>
                                  </p:childTnLst>
                                </p:cTn>
                              </p:par>
                            </p:childTnLst>
                          </p:cTn>
                        </p:par>
                      </p:childTnLst>
                    </p:cTn>
                  </p:par>
                  <p:par>
                    <p:cTn id="20" fill="hold">
                      <p:stCondLst>
                        <p:cond delay="indefinite"/>
                      </p:stCondLst>
                      <p:childTnLst>
                        <p:par>
                          <p:cTn id="21" fill="hold">
                            <p:stCondLst>
                              <p:cond delay="0"/>
                            </p:stCondLst>
                            <p:childTnLst>
                              <p:par>
                                <p:cTn id="22" presetID="53" presetClass="entr" presetSubtype="16" fill="hold" grpId="0" nodeType="clickEffect">
                                  <p:stCondLst>
                                    <p:cond delay="0"/>
                                  </p:stCondLst>
                                  <p:childTnLst>
                                    <p:set>
                                      <p:cBhvr>
                                        <p:cTn id="23" dur="1" fill="hold">
                                          <p:stCondLst>
                                            <p:cond delay="0"/>
                                          </p:stCondLst>
                                        </p:cTn>
                                        <p:tgtEl>
                                          <p:spTgt spid="53"/>
                                        </p:tgtEl>
                                        <p:attrNameLst>
                                          <p:attrName>style.visibility</p:attrName>
                                        </p:attrNameLst>
                                      </p:cBhvr>
                                      <p:to>
                                        <p:strVal val="visible"/>
                                      </p:to>
                                    </p:set>
                                    <p:anim calcmode="lin" valueType="num">
                                      <p:cBhvr>
                                        <p:cTn id="24" dur="500" fill="hold"/>
                                        <p:tgtEl>
                                          <p:spTgt spid="53"/>
                                        </p:tgtEl>
                                        <p:attrNameLst>
                                          <p:attrName>ppt_w</p:attrName>
                                        </p:attrNameLst>
                                      </p:cBhvr>
                                      <p:tavLst>
                                        <p:tav tm="0">
                                          <p:val>
                                            <p:fltVal val="0"/>
                                          </p:val>
                                        </p:tav>
                                        <p:tav tm="100000">
                                          <p:val>
                                            <p:strVal val="#ppt_w"/>
                                          </p:val>
                                        </p:tav>
                                      </p:tavLst>
                                    </p:anim>
                                    <p:anim calcmode="lin" valueType="num">
                                      <p:cBhvr>
                                        <p:cTn id="25" dur="500" fill="hold"/>
                                        <p:tgtEl>
                                          <p:spTgt spid="53"/>
                                        </p:tgtEl>
                                        <p:attrNameLst>
                                          <p:attrName>ppt_h</p:attrName>
                                        </p:attrNameLst>
                                      </p:cBhvr>
                                      <p:tavLst>
                                        <p:tav tm="0">
                                          <p:val>
                                            <p:fltVal val="0"/>
                                          </p:val>
                                        </p:tav>
                                        <p:tav tm="100000">
                                          <p:val>
                                            <p:strVal val="#ppt_h"/>
                                          </p:val>
                                        </p:tav>
                                      </p:tavLst>
                                    </p:anim>
                                    <p:animEffect transition="in" filter="fade">
                                      <p:cBhvr>
                                        <p:cTn id="26" dur="500"/>
                                        <p:tgtEl>
                                          <p:spTgt spid="53"/>
                                        </p:tgtEl>
                                      </p:cBhvr>
                                    </p:animEffect>
                                  </p:childTnLst>
                                </p:cTn>
                              </p:par>
                            </p:childTnLst>
                          </p:cTn>
                        </p:par>
                      </p:childTnLst>
                    </p:cTn>
                  </p:par>
                  <p:par>
                    <p:cTn id="27" fill="hold">
                      <p:stCondLst>
                        <p:cond delay="indefinite"/>
                      </p:stCondLst>
                      <p:childTnLst>
                        <p:par>
                          <p:cTn id="28" fill="hold">
                            <p:stCondLst>
                              <p:cond delay="0"/>
                            </p:stCondLst>
                            <p:childTnLst>
                              <p:par>
                                <p:cTn id="29" presetID="12" presetClass="entr" presetSubtype="1" fill="hold" grpId="0" nodeType="clickEffect">
                                  <p:stCondLst>
                                    <p:cond delay="0"/>
                                  </p:stCondLst>
                                  <p:childTnLst>
                                    <p:set>
                                      <p:cBhvr>
                                        <p:cTn id="30" dur="1" fill="hold">
                                          <p:stCondLst>
                                            <p:cond delay="0"/>
                                          </p:stCondLst>
                                        </p:cTn>
                                        <p:tgtEl>
                                          <p:spTgt spid="56"/>
                                        </p:tgtEl>
                                        <p:attrNameLst>
                                          <p:attrName>style.visibility</p:attrName>
                                        </p:attrNameLst>
                                      </p:cBhvr>
                                      <p:to>
                                        <p:strVal val="visible"/>
                                      </p:to>
                                    </p:set>
                                    <p:anim calcmode="lin" valueType="num">
                                      <p:cBhvr additive="base">
                                        <p:cTn id="31" dur="500"/>
                                        <p:tgtEl>
                                          <p:spTgt spid="56"/>
                                        </p:tgtEl>
                                        <p:attrNameLst>
                                          <p:attrName>ppt_y</p:attrName>
                                        </p:attrNameLst>
                                      </p:cBhvr>
                                      <p:tavLst>
                                        <p:tav tm="0">
                                          <p:val>
                                            <p:strVal val="#ppt_y-#ppt_h*1.125000"/>
                                          </p:val>
                                        </p:tav>
                                        <p:tav tm="100000">
                                          <p:val>
                                            <p:strVal val="#ppt_y"/>
                                          </p:val>
                                        </p:tav>
                                      </p:tavLst>
                                    </p:anim>
                                    <p:animEffect transition="in" filter="wipe(down)">
                                      <p:cBhvr>
                                        <p:cTn id="32" dur="500"/>
                                        <p:tgtEl>
                                          <p:spTgt spid="56"/>
                                        </p:tgtEl>
                                      </p:cBhvr>
                                    </p:animEffect>
                                  </p:childTnLst>
                                </p:cTn>
                              </p:par>
                            </p:childTnLst>
                          </p:cTn>
                        </p:par>
                      </p:childTnLst>
                    </p:cTn>
                  </p:par>
                  <p:par>
                    <p:cTn id="33" fill="hold">
                      <p:stCondLst>
                        <p:cond delay="indefinite"/>
                      </p:stCondLst>
                      <p:childTnLst>
                        <p:par>
                          <p:cTn id="34" fill="hold">
                            <p:stCondLst>
                              <p:cond delay="0"/>
                            </p:stCondLst>
                            <p:childTnLst>
                              <p:par>
                                <p:cTn id="35" presetID="22" presetClass="entr" presetSubtype="8" fill="hold" nodeType="clickEffect">
                                  <p:stCondLst>
                                    <p:cond delay="0"/>
                                  </p:stCondLst>
                                  <p:childTnLst>
                                    <p:set>
                                      <p:cBhvr>
                                        <p:cTn id="36" dur="1" fill="hold">
                                          <p:stCondLst>
                                            <p:cond delay="0"/>
                                          </p:stCondLst>
                                        </p:cTn>
                                        <p:tgtEl>
                                          <p:spTgt spid="7"/>
                                        </p:tgtEl>
                                        <p:attrNameLst>
                                          <p:attrName>style.visibility</p:attrName>
                                        </p:attrNameLst>
                                      </p:cBhvr>
                                      <p:to>
                                        <p:strVal val="visible"/>
                                      </p:to>
                                    </p:set>
                                    <p:animEffect transition="in" filter="wipe(left)">
                                      <p:cBhvr>
                                        <p:cTn id="37" dur="500"/>
                                        <p:tgtEl>
                                          <p:spTgt spid="7"/>
                                        </p:tgtEl>
                                      </p:cBhvr>
                                    </p:animEffect>
                                  </p:childTnLst>
                                </p:cTn>
                              </p:par>
                            </p:childTnLst>
                          </p:cTn>
                        </p:par>
                      </p:childTnLst>
                    </p:cTn>
                  </p:par>
                  <p:par>
                    <p:cTn id="38" fill="hold">
                      <p:stCondLst>
                        <p:cond delay="indefinite"/>
                      </p:stCondLst>
                      <p:childTnLst>
                        <p:par>
                          <p:cTn id="39" fill="hold">
                            <p:stCondLst>
                              <p:cond delay="0"/>
                            </p:stCondLst>
                            <p:childTnLst>
                              <p:par>
                                <p:cTn id="40" presetID="47" presetClass="entr" presetSubtype="0" fill="hold" grpId="0" nodeType="clickEffect">
                                  <p:stCondLst>
                                    <p:cond delay="0"/>
                                  </p:stCondLst>
                                  <p:childTnLst>
                                    <p:set>
                                      <p:cBhvr>
                                        <p:cTn id="41" dur="1" fill="hold">
                                          <p:stCondLst>
                                            <p:cond delay="0"/>
                                          </p:stCondLst>
                                        </p:cTn>
                                        <p:tgtEl>
                                          <p:spTgt spid="62"/>
                                        </p:tgtEl>
                                        <p:attrNameLst>
                                          <p:attrName>style.visibility</p:attrName>
                                        </p:attrNameLst>
                                      </p:cBhvr>
                                      <p:to>
                                        <p:strVal val="visible"/>
                                      </p:to>
                                    </p:set>
                                    <p:animEffect transition="in" filter="fade">
                                      <p:cBhvr>
                                        <p:cTn id="42" dur="1000"/>
                                        <p:tgtEl>
                                          <p:spTgt spid="62"/>
                                        </p:tgtEl>
                                      </p:cBhvr>
                                    </p:animEffect>
                                    <p:anim calcmode="lin" valueType="num">
                                      <p:cBhvr>
                                        <p:cTn id="43" dur="1000" fill="hold"/>
                                        <p:tgtEl>
                                          <p:spTgt spid="62"/>
                                        </p:tgtEl>
                                        <p:attrNameLst>
                                          <p:attrName>ppt_x</p:attrName>
                                        </p:attrNameLst>
                                      </p:cBhvr>
                                      <p:tavLst>
                                        <p:tav tm="0">
                                          <p:val>
                                            <p:strVal val="#ppt_x"/>
                                          </p:val>
                                        </p:tav>
                                        <p:tav tm="100000">
                                          <p:val>
                                            <p:strVal val="#ppt_x"/>
                                          </p:val>
                                        </p:tav>
                                      </p:tavLst>
                                    </p:anim>
                                    <p:anim calcmode="lin" valueType="num">
                                      <p:cBhvr>
                                        <p:cTn id="44" dur="1000" fill="hold"/>
                                        <p:tgtEl>
                                          <p:spTgt spid="62"/>
                                        </p:tgtEl>
                                        <p:attrNameLst>
                                          <p:attrName>ppt_y</p:attrName>
                                        </p:attrNameLst>
                                      </p:cBhvr>
                                      <p:tavLst>
                                        <p:tav tm="0">
                                          <p:val>
                                            <p:strVal val="#ppt_y-.1"/>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0" grpId="0"/>
      <p:bldP spid="53" grpId="0"/>
      <p:bldP spid="56" grpId="0" animBg="1"/>
      <p:bldP spid="57" grpId="0"/>
      <p:bldP spid="59" grpId="0" animBg="1"/>
      <p:bldP spid="62" grpId="0" animBg="1"/>
    </p:bldLst>
  </p:timing>
</p:sld>
</file>

<file path=ppt/slides/slide19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0" name="对话气泡: 圆角矩形 9">
            <a:extLst>
              <a:ext uri="{FF2B5EF4-FFF2-40B4-BE49-F238E27FC236}">
                <a16:creationId xmlns:a16="http://schemas.microsoft.com/office/drawing/2014/main" id="{E0F93283-436B-49AF-8AAA-508441E82DE7}"/>
              </a:ext>
            </a:extLst>
          </p:cNvPr>
          <p:cNvSpPr/>
          <p:nvPr/>
        </p:nvSpPr>
        <p:spPr>
          <a:xfrm>
            <a:off x="5419505" y="1692431"/>
            <a:ext cx="5007286" cy="1499265"/>
          </a:xfrm>
          <a:prstGeom prst="wedgeRoundRectCallout">
            <a:avLst>
              <a:gd name="adj1" fmla="val -59538"/>
              <a:gd name="adj2" fmla="val -22404"/>
              <a:gd name="adj3" fmla="val 16667"/>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nSpc>
                <a:spcPct val="150000"/>
              </a:lnSpc>
            </a:pPr>
            <a:r>
              <a:rPr lang="zh-CN" altLang="en-US" b="1" dirty="0"/>
              <a:t>         为了使发送方仅重传出现差错的数据分组，接收方</a:t>
            </a:r>
            <a:r>
              <a:rPr lang="zh-CN" altLang="en-US" b="1" dirty="0">
                <a:solidFill>
                  <a:schemeClr val="tx1"/>
                </a:solidFill>
                <a:highlight>
                  <a:srgbClr val="F4B919"/>
                </a:highlight>
              </a:rPr>
              <a:t>不再采用累积确认</a:t>
            </a:r>
            <a:r>
              <a:rPr lang="zh-CN" altLang="en-US" b="1" dirty="0"/>
              <a:t>，而需要对每一个正确接收的数据分组进行</a:t>
            </a:r>
            <a:r>
              <a:rPr lang="zh-CN" altLang="en-US" b="1" dirty="0">
                <a:solidFill>
                  <a:schemeClr val="tx1"/>
                </a:solidFill>
                <a:highlight>
                  <a:srgbClr val="F4B919"/>
                </a:highlight>
              </a:rPr>
              <a:t>逐一确认</a:t>
            </a:r>
            <a:r>
              <a:rPr lang="zh-CN" altLang="en-US" b="1" dirty="0"/>
              <a:t>。</a:t>
            </a:r>
            <a:endParaRPr lang="zh-CN" altLang="en-US" dirty="0"/>
          </a:p>
        </p:txBody>
      </p:sp>
      <p:grpSp>
        <p:nvGrpSpPr>
          <p:cNvPr id="4" name="组合 3">
            <a:extLst>
              <a:ext uri="{FF2B5EF4-FFF2-40B4-BE49-F238E27FC236}">
                <a16:creationId xmlns:a16="http://schemas.microsoft.com/office/drawing/2014/main" id="{9A1EA9F2-FCB6-48C3-935F-7AE7E3AD14AC}"/>
              </a:ext>
            </a:extLst>
          </p:cNvPr>
          <p:cNvGrpSpPr/>
          <p:nvPr/>
        </p:nvGrpSpPr>
        <p:grpSpPr>
          <a:xfrm>
            <a:off x="304800" y="749300"/>
            <a:ext cx="6192344" cy="400110"/>
            <a:chOff x="424117" y="898245"/>
            <a:chExt cx="6192344" cy="400110"/>
          </a:xfrm>
        </p:grpSpPr>
        <p:sp>
          <p:nvSpPr>
            <p:cNvPr id="2" name="平行四边形 1">
              <a:extLst>
                <a:ext uri="{FF2B5EF4-FFF2-40B4-BE49-F238E27FC236}">
                  <a16:creationId xmlns:a16="http://schemas.microsoft.com/office/drawing/2014/main" id="{1F5BAA3F-9845-4F89-A2DD-8222D3E4EDAC}"/>
                </a:ext>
              </a:extLst>
            </p:cNvPr>
            <p:cNvSpPr/>
            <p:nvPr/>
          </p:nvSpPr>
          <p:spPr>
            <a:xfrm>
              <a:off x="424117" y="898245"/>
              <a:ext cx="628306" cy="387090"/>
            </a:xfrm>
            <a:prstGeom prst="parallelogram">
              <a:avLst/>
            </a:prstGeom>
            <a:solidFill>
              <a:schemeClr val="accent3">
                <a:lumMod val="75000"/>
              </a:schemeClr>
            </a:solidFill>
            <a:ln>
              <a:solidFill>
                <a:schemeClr val="accent3">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CN" sz="2200" dirty="0">
                  <a:latin typeface="Impact" panose="020B0806030902050204" pitchFamily="34" charset="0"/>
                </a:rPr>
                <a:t>01</a:t>
              </a:r>
              <a:endParaRPr lang="zh-CN" altLang="en-US" sz="2200" dirty="0">
                <a:latin typeface="Impact" panose="020B0806030902050204" pitchFamily="34" charset="0"/>
              </a:endParaRPr>
            </a:p>
          </p:txBody>
        </p:sp>
        <p:sp>
          <p:nvSpPr>
            <p:cNvPr id="3" name="文本框 2">
              <a:extLst>
                <a:ext uri="{FF2B5EF4-FFF2-40B4-BE49-F238E27FC236}">
                  <a16:creationId xmlns:a16="http://schemas.microsoft.com/office/drawing/2014/main" id="{4D6BD736-A4D3-4F26-AFED-36E11F50F70B}"/>
                </a:ext>
              </a:extLst>
            </p:cNvPr>
            <p:cNvSpPr txBox="1"/>
            <p:nvPr/>
          </p:nvSpPr>
          <p:spPr>
            <a:xfrm>
              <a:off x="1052423" y="898245"/>
              <a:ext cx="5564038" cy="400110"/>
            </a:xfrm>
            <a:prstGeom prst="rect">
              <a:avLst/>
            </a:prstGeom>
            <a:noFill/>
          </p:spPr>
          <p:txBody>
            <a:bodyPr wrap="square" rtlCol="0">
              <a:spAutoFit/>
            </a:bodyPr>
            <a:lstStyle/>
            <a:p>
              <a:r>
                <a:rPr lang="zh-CN" altLang="en-US" sz="2000" b="1" dirty="0"/>
                <a:t>选择重传协议</a:t>
              </a:r>
            </a:p>
          </p:txBody>
        </p:sp>
      </p:grpSp>
      <p:grpSp>
        <p:nvGrpSpPr>
          <p:cNvPr id="8" name="组合 7">
            <a:extLst>
              <a:ext uri="{FF2B5EF4-FFF2-40B4-BE49-F238E27FC236}">
                <a16:creationId xmlns:a16="http://schemas.microsoft.com/office/drawing/2014/main" id="{D747C27D-AF9D-4505-AA22-C22B5DA51050}"/>
              </a:ext>
            </a:extLst>
          </p:cNvPr>
          <p:cNvGrpSpPr/>
          <p:nvPr/>
        </p:nvGrpSpPr>
        <p:grpSpPr>
          <a:xfrm>
            <a:off x="1144659" y="1869449"/>
            <a:ext cx="3810637" cy="4228743"/>
            <a:chOff x="1144659" y="1869449"/>
            <a:chExt cx="3810637" cy="4228743"/>
          </a:xfrm>
        </p:grpSpPr>
        <p:sp>
          <p:nvSpPr>
            <p:cNvPr id="43" name="矩形 42">
              <a:extLst>
                <a:ext uri="{FF2B5EF4-FFF2-40B4-BE49-F238E27FC236}">
                  <a16:creationId xmlns:a16="http://schemas.microsoft.com/office/drawing/2014/main" id="{B44B7297-41EC-4842-843E-96EFA244095A}"/>
                </a:ext>
              </a:extLst>
            </p:cNvPr>
            <p:cNvSpPr/>
            <p:nvPr/>
          </p:nvSpPr>
          <p:spPr>
            <a:xfrm>
              <a:off x="1144660" y="1869449"/>
              <a:ext cx="3729963" cy="400110"/>
            </a:xfrm>
            <a:prstGeom prst="rect">
              <a:avLst/>
            </a:prstGeom>
          </p:spPr>
          <p:style>
            <a:lnRef idx="2">
              <a:schemeClr val="accent2">
                <a:shade val="50000"/>
              </a:schemeClr>
            </a:lnRef>
            <a:fillRef idx="1">
              <a:schemeClr val="accent2"/>
            </a:fillRef>
            <a:effectRef idx="0">
              <a:schemeClr val="accent2"/>
            </a:effectRef>
            <a:fontRef idx="minor">
              <a:schemeClr val="lt1"/>
            </a:fontRef>
          </p:style>
          <p:txBody>
            <a:bodyPr rtlCol="0" anchor="ctr"/>
            <a:lstStyle/>
            <a:p>
              <a:pPr algn="ctr"/>
              <a:r>
                <a:rPr lang="zh-CN" altLang="en-US" b="1" dirty="0"/>
                <a:t>选择重传协议</a:t>
              </a:r>
            </a:p>
          </p:txBody>
        </p:sp>
        <p:sp>
          <p:nvSpPr>
            <p:cNvPr id="47" name="矩形 46">
              <a:extLst>
                <a:ext uri="{FF2B5EF4-FFF2-40B4-BE49-F238E27FC236}">
                  <a16:creationId xmlns:a16="http://schemas.microsoft.com/office/drawing/2014/main" id="{CA385F68-74FB-470C-80D5-0C980C3BDA2D}"/>
                </a:ext>
              </a:extLst>
            </p:cNvPr>
            <p:cNvSpPr/>
            <p:nvPr/>
          </p:nvSpPr>
          <p:spPr>
            <a:xfrm>
              <a:off x="1144659" y="2269557"/>
              <a:ext cx="3729963" cy="3828635"/>
            </a:xfrm>
            <a:prstGeom prst="rect">
              <a:avLst/>
            </a:prstGeom>
            <a:noFill/>
          </p:spPr>
          <p:style>
            <a:lnRef idx="2">
              <a:schemeClr val="accent2">
                <a:shade val="50000"/>
              </a:schemeClr>
            </a:lnRef>
            <a:fillRef idx="1">
              <a:schemeClr val="accent2"/>
            </a:fillRef>
            <a:effectRef idx="0">
              <a:schemeClr val="accent2"/>
            </a:effectRef>
            <a:fontRef idx="minor">
              <a:schemeClr val="lt1"/>
            </a:fontRef>
          </p:style>
          <p:txBody>
            <a:bodyPr rtlCol="0" anchor="ctr"/>
            <a:lstStyle/>
            <a:p>
              <a:pPr algn="ctr"/>
              <a:endParaRPr lang="zh-CN" altLang="en-US" b="1" dirty="0"/>
            </a:p>
          </p:txBody>
        </p:sp>
        <mc:AlternateContent xmlns:mc="http://schemas.openxmlformats.org/markup-compatibility/2006" xmlns:a14="http://schemas.microsoft.com/office/drawing/2010/main">
          <mc:Choice Requires="a14">
            <p:sp>
              <p:nvSpPr>
                <p:cNvPr id="40" name="íşlïḍè">
                  <a:extLst>
                    <a:ext uri="{FF2B5EF4-FFF2-40B4-BE49-F238E27FC236}">
                      <a16:creationId xmlns:a16="http://schemas.microsoft.com/office/drawing/2014/main" id="{D0442B42-3275-4FF8-9710-963B0026C7AA}"/>
                    </a:ext>
                  </a:extLst>
                </p:cNvPr>
                <p:cNvSpPr txBox="1"/>
                <p:nvPr/>
              </p:nvSpPr>
              <p:spPr>
                <a:xfrm>
                  <a:off x="1221231" y="2467431"/>
                  <a:ext cx="3128217" cy="267358"/>
                </a:xfrm>
                <a:prstGeom prst="rect">
                  <a:avLst/>
                </a:prstGeom>
                <a:noFill/>
              </p:spPr>
              <p:txBody>
                <a:bodyPr wrap="square" lIns="91440" tIns="45720" rIns="91440" bIns="45720" anchor="ctr">
                  <a:noAutofit/>
                </a:bodyPr>
                <a:lstStyle/>
                <a:p>
                  <a:r>
                    <a:rPr lang="zh-CN" altLang="en-US" b="1" dirty="0"/>
                    <a:t>用</a:t>
                  </a:r>
                  <a14:m>
                    <m:oMath xmlns:m="http://schemas.openxmlformats.org/officeDocument/2006/math">
                      <m:r>
                        <a:rPr lang="en-US" altLang="zh-CN" b="1" i="1" dirty="0" smtClean="0">
                          <a:latin typeface="Cambria Math" panose="02040503050406030204" pitchFamily="18" charset="0"/>
                        </a:rPr>
                        <m:t>𝒏</m:t>
                      </m:r>
                      <m:r>
                        <a:rPr lang="en-US" altLang="zh-CN" b="1" i="1" dirty="0" smtClean="0">
                          <a:latin typeface="Cambria Math" panose="02040503050406030204" pitchFamily="18" charset="0"/>
                        </a:rPr>
                        <m:t>(</m:t>
                      </m:r>
                      <m:r>
                        <a:rPr lang="en-US" altLang="zh-CN" b="1" i="1" dirty="0" smtClean="0">
                          <a:latin typeface="Cambria Math" panose="02040503050406030204" pitchFamily="18" charset="0"/>
                        </a:rPr>
                        <m:t>𝒏</m:t>
                      </m:r>
                      <m:r>
                        <a:rPr lang="zh-CN" altLang="en-US" b="1" i="1" dirty="0" smtClean="0">
                          <a:latin typeface="Cambria Math" panose="02040503050406030204" pitchFamily="18" charset="0"/>
                        </a:rPr>
                        <m:t>＞</m:t>
                      </m:r>
                      <m:r>
                        <a:rPr lang="en-US" altLang="zh-CN" b="1" i="1" dirty="0" smtClean="0">
                          <a:latin typeface="Cambria Math" panose="02040503050406030204" pitchFamily="18" charset="0"/>
                        </a:rPr>
                        <m:t>𝟏</m:t>
                      </m:r>
                      <m:r>
                        <a:rPr lang="en-US" altLang="zh-CN" b="1" i="1" dirty="0" smtClean="0">
                          <a:latin typeface="Cambria Math" panose="02040503050406030204" pitchFamily="18" charset="0"/>
                        </a:rPr>
                        <m:t>)</m:t>
                      </m:r>
                    </m:oMath>
                  </a14:m>
                  <a:r>
                    <a:rPr lang="zh-CN" altLang="en-US" b="1" dirty="0"/>
                    <a:t>个比特给分组编号</a:t>
                  </a:r>
                  <a:endParaRPr lang="en-US" altLang="zh-CN" b="1" dirty="0"/>
                </a:p>
              </p:txBody>
            </p:sp>
          </mc:Choice>
          <mc:Fallback xmlns="">
            <p:sp>
              <p:nvSpPr>
                <p:cNvPr id="40" name="íşlïḍè">
                  <a:extLst>
                    <a:ext uri="{FF2B5EF4-FFF2-40B4-BE49-F238E27FC236}">
                      <a16:creationId xmlns:a16="http://schemas.microsoft.com/office/drawing/2014/main" id="{D0442B42-3275-4FF8-9710-963B0026C7AA}"/>
                    </a:ext>
                  </a:extLst>
                </p:cNvPr>
                <p:cNvSpPr txBox="1">
                  <a:spLocks noRot="1" noChangeAspect="1" noMove="1" noResize="1" noEditPoints="1" noAdjustHandles="1" noChangeArrowheads="1" noChangeShapeType="1" noTextEdit="1"/>
                </p:cNvSpPr>
                <p:nvPr/>
              </p:nvSpPr>
              <p:spPr>
                <a:xfrm>
                  <a:off x="1221231" y="2467431"/>
                  <a:ext cx="3128217" cy="267358"/>
                </a:xfrm>
                <a:prstGeom prst="rect">
                  <a:avLst/>
                </a:prstGeom>
                <a:blipFill>
                  <a:blip r:embed="rId3"/>
                  <a:stretch>
                    <a:fillRect l="-1559" t="-31818" r="-1170" b="-54545"/>
                  </a:stretch>
                </a:blipFill>
              </p:spPr>
              <p:txBody>
                <a:bodyPr/>
                <a:lstStyle/>
                <a:p>
                  <a:r>
                    <a:rPr lang="zh-CN" altLang="en-US">
                      <a:noFill/>
                    </a:rPr>
                    <a:t> </a:t>
                  </a:r>
                </a:p>
              </p:txBody>
            </p:sp>
          </mc:Fallback>
        </mc:AlternateContent>
        <mc:AlternateContent xmlns:mc="http://schemas.openxmlformats.org/markup-compatibility/2006" xmlns:a14="http://schemas.microsoft.com/office/drawing/2010/main">
          <mc:Choice Requires="a14">
            <p:sp>
              <p:nvSpPr>
                <p:cNvPr id="53" name="íşlïḍè">
                  <a:extLst>
                    <a:ext uri="{FF2B5EF4-FFF2-40B4-BE49-F238E27FC236}">
                      <a16:creationId xmlns:a16="http://schemas.microsoft.com/office/drawing/2014/main" id="{D869CC98-96D6-4EA6-A48D-158607758FDF}"/>
                    </a:ext>
                  </a:extLst>
                </p:cNvPr>
                <p:cNvSpPr txBox="1"/>
                <p:nvPr/>
              </p:nvSpPr>
              <p:spPr>
                <a:xfrm>
                  <a:off x="1221231" y="3625282"/>
                  <a:ext cx="1796726" cy="406624"/>
                </a:xfrm>
                <a:prstGeom prst="rect">
                  <a:avLst/>
                </a:prstGeom>
                <a:noFill/>
              </p:spPr>
              <p:txBody>
                <a:bodyPr wrap="square" lIns="91440" tIns="45720" rIns="91440" bIns="45720" anchor="ctr">
                  <a:noAutofit/>
                </a:bodyPr>
                <a:lstStyle/>
                <a:p>
                  <a:pPr/>
                  <a14:m>
                    <m:oMathPara xmlns:m="http://schemas.openxmlformats.org/officeDocument/2006/math">
                      <m:oMathParaPr>
                        <m:jc m:val="left"/>
                      </m:oMathParaPr>
                      <m:oMath xmlns:m="http://schemas.openxmlformats.org/officeDocument/2006/math">
                        <m:sSub>
                          <m:sSubPr>
                            <m:ctrlPr>
                              <a:rPr lang="en-US" altLang="zh-CN" b="1" i="1" smtClean="0">
                                <a:latin typeface="Cambria Math" panose="02040503050406030204" pitchFamily="18" charset="0"/>
                              </a:rPr>
                            </m:ctrlPr>
                          </m:sSubPr>
                          <m:e>
                            <m:r>
                              <a:rPr lang="en-US" altLang="zh-CN" b="1" i="1" smtClean="0">
                                <a:latin typeface="Cambria Math" panose="02040503050406030204" pitchFamily="18" charset="0"/>
                              </a:rPr>
                              <m:t>𝑾</m:t>
                            </m:r>
                          </m:e>
                          <m:sub>
                            <m:r>
                              <a:rPr lang="en-US" altLang="zh-CN" b="1" i="1" smtClean="0">
                                <a:latin typeface="Cambria Math" panose="02040503050406030204" pitchFamily="18" charset="0"/>
                              </a:rPr>
                              <m:t>𝑻</m:t>
                            </m:r>
                          </m:sub>
                        </m:sSub>
                        <m:r>
                          <a:rPr lang="en-US" altLang="zh-CN" b="1" i="1" smtClean="0">
                            <a:latin typeface="Cambria Math" panose="02040503050406030204" pitchFamily="18" charset="0"/>
                          </a:rPr>
                          <m:t>+</m:t>
                        </m:r>
                        <m:sSub>
                          <m:sSubPr>
                            <m:ctrlPr>
                              <a:rPr lang="en-US" altLang="zh-CN" b="1" i="1" smtClean="0">
                                <a:latin typeface="Cambria Math" panose="02040503050406030204" pitchFamily="18" charset="0"/>
                              </a:rPr>
                            </m:ctrlPr>
                          </m:sSubPr>
                          <m:e>
                            <m:r>
                              <a:rPr lang="en-US" altLang="zh-CN" b="1" i="1" smtClean="0">
                                <a:latin typeface="Cambria Math" panose="02040503050406030204" pitchFamily="18" charset="0"/>
                              </a:rPr>
                              <m:t>𝑾</m:t>
                            </m:r>
                          </m:e>
                          <m:sub>
                            <m:r>
                              <a:rPr lang="en-US" altLang="zh-CN" b="1" i="1" smtClean="0">
                                <a:latin typeface="Cambria Math" panose="02040503050406030204" pitchFamily="18" charset="0"/>
                              </a:rPr>
                              <m:t>𝑹</m:t>
                            </m:r>
                          </m:sub>
                        </m:sSub>
                        <m:r>
                          <a:rPr lang="en-US" altLang="zh-CN" b="1" dirty="0">
                            <a:latin typeface="Cambria Math" panose="02040503050406030204" pitchFamily="18" charset="0"/>
                            <a:ea typeface="Cambria Math" panose="02040503050406030204" pitchFamily="18" charset="0"/>
                          </a:rPr>
                          <m:t>≤</m:t>
                        </m:r>
                        <m:sSup>
                          <m:sSupPr>
                            <m:ctrlPr>
                              <a:rPr lang="en-US" altLang="zh-CN" b="1" i="1" dirty="0" smtClean="0">
                                <a:latin typeface="Cambria Math" panose="02040503050406030204" pitchFamily="18" charset="0"/>
                                <a:ea typeface="Cambria Math" panose="02040503050406030204" pitchFamily="18" charset="0"/>
                              </a:rPr>
                            </m:ctrlPr>
                          </m:sSupPr>
                          <m:e>
                            <m:r>
                              <a:rPr lang="en-US" altLang="zh-CN" b="1" i="1" dirty="0" smtClean="0">
                                <a:latin typeface="Cambria Math" panose="02040503050406030204" pitchFamily="18" charset="0"/>
                                <a:ea typeface="Cambria Math" panose="02040503050406030204" pitchFamily="18" charset="0"/>
                              </a:rPr>
                              <m:t>𝟐</m:t>
                            </m:r>
                          </m:e>
                          <m:sup>
                            <m:r>
                              <a:rPr lang="en-US" altLang="zh-CN" b="1" i="1" dirty="0" smtClean="0">
                                <a:latin typeface="Cambria Math" panose="02040503050406030204" pitchFamily="18" charset="0"/>
                                <a:ea typeface="Cambria Math" panose="02040503050406030204" pitchFamily="18" charset="0"/>
                              </a:rPr>
                              <m:t>𝒏</m:t>
                            </m:r>
                          </m:sup>
                        </m:sSup>
                      </m:oMath>
                    </m:oMathPara>
                  </a14:m>
                  <a:endParaRPr lang="en-US" altLang="zh-CN" b="1" dirty="0"/>
                </a:p>
              </p:txBody>
            </p:sp>
          </mc:Choice>
          <mc:Fallback xmlns="">
            <p:sp>
              <p:nvSpPr>
                <p:cNvPr id="53" name="íşlïḍè">
                  <a:extLst>
                    <a:ext uri="{FF2B5EF4-FFF2-40B4-BE49-F238E27FC236}">
                      <a16:creationId xmlns:a16="http://schemas.microsoft.com/office/drawing/2014/main" id="{D869CC98-96D6-4EA6-A48D-158607758FDF}"/>
                    </a:ext>
                  </a:extLst>
                </p:cNvPr>
                <p:cNvSpPr txBox="1">
                  <a:spLocks noRot="1" noChangeAspect="1" noMove="1" noResize="1" noEditPoints="1" noAdjustHandles="1" noChangeArrowheads="1" noChangeShapeType="1" noTextEdit="1"/>
                </p:cNvSpPr>
                <p:nvPr/>
              </p:nvSpPr>
              <p:spPr>
                <a:xfrm>
                  <a:off x="1221231" y="3625282"/>
                  <a:ext cx="1796726" cy="406624"/>
                </a:xfrm>
                <a:prstGeom prst="rect">
                  <a:avLst/>
                </a:prstGeom>
                <a:blipFill>
                  <a:blip r:embed="rId4"/>
                  <a:stretch>
                    <a:fillRect/>
                  </a:stretch>
                </a:blipFill>
              </p:spPr>
              <p:txBody>
                <a:bodyPr/>
                <a:lstStyle/>
                <a:p>
                  <a:r>
                    <a:rPr lang="zh-CN" altLang="en-US">
                      <a:noFill/>
                    </a:rPr>
                    <a:t> </a:t>
                  </a:r>
                </a:p>
              </p:txBody>
            </p:sp>
          </mc:Fallback>
        </mc:AlternateContent>
        <p:sp>
          <p:nvSpPr>
            <p:cNvPr id="56" name="矩形 55">
              <a:extLst>
                <a:ext uri="{FF2B5EF4-FFF2-40B4-BE49-F238E27FC236}">
                  <a16:creationId xmlns:a16="http://schemas.microsoft.com/office/drawing/2014/main" id="{D24836C7-8285-4E69-B257-60684FDFA528}"/>
                </a:ext>
              </a:extLst>
            </p:cNvPr>
            <p:cNvSpPr/>
            <p:nvPr/>
          </p:nvSpPr>
          <p:spPr>
            <a:xfrm>
              <a:off x="1259698" y="4029340"/>
              <a:ext cx="3457043" cy="857256"/>
            </a:xfrm>
            <a:prstGeom prst="rect">
              <a:avLst/>
            </a:prstGeom>
            <a:solidFill>
              <a:schemeClr val="tx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r>
                <a:rPr lang="zh-CN" altLang="en-US" sz="1600" b="1" dirty="0">
                  <a:solidFill>
                    <a:schemeClr val="bg1"/>
                  </a:solidFill>
                </a:rPr>
                <a:t>确保接收窗口向前滑动后，落入接收窗口内的新序号与之前的旧序号没有重叠，避免无法分辨新旧数据分组。</a:t>
              </a:r>
              <a:endParaRPr lang="zh-CN" altLang="en-US" sz="1600" dirty="0"/>
            </a:p>
          </p:txBody>
        </p:sp>
        <mc:AlternateContent xmlns:mc="http://schemas.openxmlformats.org/markup-compatibility/2006" xmlns:a14="http://schemas.microsoft.com/office/drawing/2010/main">
          <mc:Choice Requires="a14">
            <p:sp>
              <p:nvSpPr>
                <p:cNvPr id="57" name="íşlïḍè">
                  <a:extLst>
                    <a:ext uri="{FF2B5EF4-FFF2-40B4-BE49-F238E27FC236}">
                      <a16:creationId xmlns:a16="http://schemas.microsoft.com/office/drawing/2014/main" id="{EB2CCB92-0665-4275-9246-87EFE4DC1213}"/>
                    </a:ext>
                  </a:extLst>
                </p:cNvPr>
                <p:cNvSpPr txBox="1"/>
                <p:nvPr/>
              </p:nvSpPr>
              <p:spPr>
                <a:xfrm>
                  <a:off x="1221231" y="3144619"/>
                  <a:ext cx="1796726" cy="406624"/>
                </a:xfrm>
                <a:prstGeom prst="rect">
                  <a:avLst/>
                </a:prstGeom>
                <a:noFill/>
              </p:spPr>
              <p:txBody>
                <a:bodyPr wrap="square" lIns="91440" tIns="45720" rIns="91440" bIns="45720" anchor="ctr">
                  <a:noAutofit/>
                </a:bodyPr>
                <a:lstStyle/>
                <a:p>
                  <a:pPr/>
                  <a14:m>
                    <m:oMathPara xmlns:m="http://schemas.openxmlformats.org/officeDocument/2006/math">
                      <m:oMathParaPr>
                        <m:jc m:val="left"/>
                      </m:oMathParaPr>
                      <m:oMath xmlns:m="http://schemas.openxmlformats.org/officeDocument/2006/math">
                        <m:sSub>
                          <m:sSubPr>
                            <m:ctrlPr>
                              <a:rPr lang="en-US" altLang="zh-CN" b="1" i="1" smtClean="0">
                                <a:latin typeface="Cambria Math" panose="02040503050406030204" pitchFamily="18" charset="0"/>
                              </a:rPr>
                            </m:ctrlPr>
                          </m:sSubPr>
                          <m:e>
                            <m:r>
                              <a:rPr lang="en-US" altLang="zh-CN" b="1" i="1" smtClean="0">
                                <a:latin typeface="Cambria Math" panose="02040503050406030204" pitchFamily="18" charset="0"/>
                              </a:rPr>
                              <m:t>𝟏</m:t>
                            </m:r>
                            <m:r>
                              <a:rPr lang="en-US" altLang="zh-CN" b="1" i="1" smtClean="0">
                                <a:latin typeface="Cambria Math" panose="02040503050406030204" pitchFamily="18" charset="0"/>
                                <a:ea typeface="Cambria Math" panose="02040503050406030204" pitchFamily="18" charset="0"/>
                              </a:rPr>
                              <m:t>&lt;</m:t>
                            </m:r>
                            <m:r>
                              <a:rPr lang="en-US" altLang="zh-CN" b="1" i="1" smtClean="0">
                                <a:latin typeface="Cambria Math" panose="02040503050406030204" pitchFamily="18" charset="0"/>
                              </a:rPr>
                              <m:t>𝑾</m:t>
                            </m:r>
                          </m:e>
                          <m:sub>
                            <m:r>
                              <a:rPr lang="en-US" altLang="zh-CN" b="1" i="1" smtClean="0">
                                <a:latin typeface="Cambria Math" panose="02040503050406030204" pitchFamily="18" charset="0"/>
                              </a:rPr>
                              <m:t>𝑹</m:t>
                            </m:r>
                          </m:sub>
                        </m:sSub>
                        <m:r>
                          <a:rPr lang="en-US" altLang="zh-CN" b="1" dirty="0">
                            <a:latin typeface="Cambria Math" panose="02040503050406030204" pitchFamily="18" charset="0"/>
                            <a:ea typeface="Cambria Math" panose="02040503050406030204" pitchFamily="18" charset="0"/>
                          </a:rPr>
                          <m:t>≤</m:t>
                        </m:r>
                        <m:sSub>
                          <m:sSubPr>
                            <m:ctrlPr>
                              <a:rPr lang="en-US" altLang="zh-CN" b="1" i="1" dirty="0" smtClean="0">
                                <a:latin typeface="Cambria Math" panose="02040503050406030204" pitchFamily="18" charset="0"/>
                                <a:ea typeface="Cambria Math" panose="02040503050406030204" pitchFamily="18" charset="0"/>
                              </a:rPr>
                            </m:ctrlPr>
                          </m:sSubPr>
                          <m:e>
                            <m:r>
                              <a:rPr lang="en-US" altLang="zh-CN" b="1" i="1" dirty="0" smtClean="0">
                                <a:latin typeface="Cambria Math" panose="02040503050406030204" pitchFamily="18" charset="0"/>
                                <a:ea typeface="Cambria Math" panose="02040503050406030204" pitchFamily="18" charset="0"/>
                              </a:rPr>
                              <m:t>𝑾</m:t>
                            </m:r>
                          </m:e>
                          <m:sub>
                            <m:r>
                              <a:rPr lang="en-US" altLang="zh-CN" b="1" i="1" dirty="0" smtClean="0">
                                <a:latin typeface="Cambria Math" panose="02040503050406030204" pitchFamily="18" charset="0"/>
                                <a:ea typeface="Cambria Math" panose="02040503050406030204" pitchFamily="18" charset="0"/>
                              </a:rPr>
                              <m:t>𝑻</m:t>
                            </m:r>
                          </m:sub>
                        </m:sSub>
                      </m:oMath>
                    </m:oMathPara>
                  </a14:m>
                  <a:endParaRPr lang="en-US" altLang="zh-CN" b="1" dirty="0"/>
                </a:p>
              </p:txBody>
            </p:sp>
          </mc:Choice>
          <mc:Fallback xmlns="">
            <p:sp>
              <p:nvSpPr>
                <p:cNvPr id="57" name="íşlïḍè">
                  <a:extLst>
                    <a:ext uri="{FF2B5EF4-FFF2-40B4-BE49-F238E27FC236}">
                      <a16:creationId xmlns:a16="http://schemas.microsoft.com/office/drawing/2014/main" id="{EB2CCB92-0665-4275-9246-87EFE4DC1213}"/>
                    </a:ext>
                  </a:extLst>
                </p:cNvPr>
                <p:cNvSpPr txBox="1">
                  <a:spLocks noRot="1" noChangeAspect="1" noMove="1" noResize="1" noEditPoints="1" noAdjustHandles="1" noChangeArrowheads="1" noChangeShapeType="1" noTextEdit="1"/>
                </p:cNvSpPr>
                <p:nvPr/>
              </p:nvSpPr>
              <p:spPr>
                <a:xfrm>
                  <a:off x="1221231" y="3144619"/>
                  <a:ext cx="1796726" cy="406624"/>
                </a:xfrm>
                <a:prstGeom prst="rect">
                  <a:avLst/>
                </a:prstGeom>
                <a:blipFill>
                  <a:blip r:embed="rId5"/>
                  <a:stretch>
                    <a:fillRect/>
                  </a:stretch>
                </a:blipFill>
              </p:spPr>
              <p:txBody>
                <a:bodyPr/>
                <a:lstStyle/>
                <a:p>
                  <a:r>
                    <a:rPr lang="zh-CN" altLang="en-US">
                      <a:noFill/>
                    </a:rPr>
                    <a:t> </a:t>
                  </a:r>
                </a:p>
              </p:txBody>
            </p:sp>
          </mc:Fallback>
        </mc:AlternateContent>
        <mc:AlternateContent xmlns:mc="http://schemas.openxmlformats.org/markup-compatibility/2006" xmlns:a14="http://schemas.microsoft.com/office/drawing/2010/main">
          <mc:Choice Requires="a14">
            <p:sp>
              <p:nvSpPr>
                <p:cNvPr id="59" name="矩形 58">
                  <a:extLst>
                    <a:ext uri="{FF2B5EF4-FFF2-40B4-BE49-F238E27FC236}">
                      <a16:creationId xmlns:a16="http://schemas.microsoft.com/office/drawing/2014/main" id="{EDCCE49F-EF82-4184-B343-8DE5F13C477B}"/>
                    </a:ext>
                  </a:extLst>
                </p:cNvPr>
                <p:cNvSpPr/>
                <p:nvPr/>
              </p:nvSpPr>
              <p:spPr>
                <a:xfrm>
                  <a:off x="1259697" y="2924339"/>
                  <a:ext cx="2068997" cy="267358"/>
                </a:xfrm>
                <a:prstGeom prst="rect">
                  <a:avLst/>
                </a:prstGeom>
                <a:solidFill>
                  <a:schemeClr val="tx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14:m>
                    <m:oMath xmlns:m="http://schemas.openxmlformats.org/officeDocument/2006/math">
                      <m:sSub>
                        <m:sSubPr>
                          <m:ctrlPr>
                            <a:rPr lang="en-US" altLang="zh-CN" sz="1600" b="1" i="1" smtClean="0">
                              <a:latin typeface="Cambria Math" panose="02040503050406030204" pitchFamily="18" charset="0"/>
                            </a:rPr>
                          </m:ctrlPr>
                        </m:sSubPr>
                        <m:e>
                          <m:r>
                            <a:rPr lang="en-US" altLang="zh-CN" sz="1600" b="1" i="1" smtClean="0">
                              <a:latin typeface="Cambria Math" panose="02040503050406030204" pitchFamily="18" charset="0"/>
                            </a:rPr>
                            <m:t>𝑾</m:t>
                          </m:r>
                        </m:e>
                        <m:sub>
                          <m:r>
                            <a:rPr lang="en-US" altLang="zh-CN" sz="1600" b="1" i="1" smtClean="0">
                              <a:latin typeface="Cambria Math" panose="02040503050406030204" pitchFamily="18" charset="0"/>
                            </a:rPr>
                            <m:t>𝑹</m:t>
                          </m:r>
                        </m:sub>
                      </m:sSub>
                    </m:oMath>
                  </a14:m>
                  <a:r>
                    <a:rPr lang="zh-CN" altLang="en-US" sz="1600" b="1" dirty="0">
                      <a:solidFill>
                        <a:schemeClr val="bg1"/>
                      </a:solidFill>
                    </a:rPr>
                    <a:t>超过</a:t>
                  </a:r>
                  <a14:m>
                    <m:oMath xmlns:m="http://schemas.openxmlformats.org/officeDocument/2006/math">
                      <m:sSub>
                        <m:sSubPr>
                          <m:ctrlPr>
                            <a:rPr lang="en-US" altLang="zh-CN" sz="1600" b="1" i="1">
                              <a:latin typeface="Cambria Math" panose="02040503050406030204" pitchFamily="18" charset="0"/>
                            </a:rPr>
                          </m:ctrlPr>
                        </m:sSubPr>
                        <m:e>
                          <m:r>
                            <a:rPr lang="en-US" altLang="zh-CN" sz="1600" b="1" i="1">
                              <a:latin typeface="Cambria Math" panose="02040503050406030204" pitchFamily="18" charset="0"/>
                            </a:rPr>
                            <m:t>𝑾</m:t>
                          </m:r>
                        </m:e>
                        <m:sub>
                          <m:r>
                            <a:rPr lang="en-US" altLang="zh-CN" sz="1600" b="1" i="1">
                              <a:latin typeface="Cambria Math" panose="02040503050406030204" pitchFamily="18" charset="0"/>
                            </a:rPr>
                            <m:t>𝑻</m:t>
                          </m:r>
                        </m:sub>
                      </m:sSub>
                    </m:oMath>
                  </a14:m>
                  <a:r>
                    <a:rPr lang="zh-CN" altLang="en-US" sz="1600" b="1" dirty="0">
                      <a:solidFill>
                        <a:schemeClr val="bg1"/>
                      </a:solidFill>
                    </a:rPr>
                    <a:t>没有意义</a:t>
                  </a:r>
                  <a:endParaRPr lang="zh-CN" altLang="en-US" sz="1600" dirty="0"/>
                </a:p>
              </p:txBody>
            </p:sp>
          </mc:Choice>
          <mc:Fallback xmlns="">
            <p:sp>
              <p:nvSpPr>
                <p:cNvPr id="59" name="矩形 58">
                  <a:extLst>
                    <a:ext uri="{FF2B5EF4-FFF2-40B4-BE49-F238E27FC236}">
                      <a16:creationId xmlns:a16="http://schemas.microsoft.com/office/drawing/2014/main" id="{EDCCE49F-EF82-4184-B343-8DE5F13C477B}"/>
                    </a:ext>
                  </a:extLst>
                </p:cNvPr>
                <p:cNvSpPr>
                  <a:spLocks noRot="1" noChangeAspect="1" noMove="1" noResize="1" noEditPoints="1" noAdjustHandles="1" noChangeArrowheads="1" noChangeShapeType="1" noTextEdit="1"/>
                </p:cNvSpPr>
                <p:nvPr/>
              </p:nvSpPr>
              <p:spPr>
                <a:xfrm>
                  <a:off x="1259697" y="2924339"/>
                  <a:ext cx="2068997" cy="267358"/>
                </a:xfrm>
                <a:prstGeom prst="rect">
                  <a:avLst/>
                </a:prstGeom>
                <a:blipFill>
                  <a:blip r:embed="rId6"/>
                  <a:stretch>
                    <a:fillRect t="-20455" b="-40909"/>
                  </a:stretch>
                </a:blipFill>
                <a:ln>
                  <a:noFill/>
                </a:ln>
              </p:spPr>
              <p:txBody>
                <a:bodyPr/>
                <a:lstStyle/>
                <a:p>
                  <a:r>
                    <a:rPr lang="zh-CN" altLang="en-US">
                      <a:noFill/>
                    </a:rPr>
                    <a:t> </a:t>
                  </a:r>
                </a:p>
              </p:txBody>
            </p:sp>
          </mc:Fallback>
        </mc:AlternateContent>
        <p:grpSp>
          <p:nvGrpSpPr>
            <p:cNvPr id="7" name="组合 6">
              <a:extLst>
                <a:ext uri="{FF2B5EF4-FFF2-40B4-BE49-F238E27FC236}">
                  <a16:creationId xmlns:a16="http://schemas.microsoft.com/office/drawing/2014/main" id="{4FB233C7-ED6B-47E2-A1B5-72DC4DE669FD}"/>
                </a:ext>
              </a:extLst>
            </p:cNvPr>
            <p:cNvGrpSpPr/>
            <p:nvPr/>
          </p:nvGrpSpPr>
          <p:grpSpPr>
            <a:xfrm>
              <a:off x="2847374" y="3308787"/>
              <a:ext cx="2107922" cy="585479"/>
              <a:chOff x="9859951" y="3308787"/>
              <a:chExt cx="2107922" cy="585479"/>
            </a:xfrm>
          </p:grpSpPr>
          <p:sp>
            <p:nvSpPr>
              <p:cNvPr id="15" name="右大括号 14">
                <a:extLst>
                  <a:ext uri="{FF2B5EF4-FFF2-40B4-BE49-F238E27FC236}">
                    <a16:creationId xmlns:a16="http://schemas.microsoft.com/office/drawing/2014/main" id="{1350E15F-23CF-480F-B75D-DFF0464A5F9B}"/>
                  </a:ext>
                </a:extLst>
              </p:cNvPr>
              <p:cNvSpPr/>
              <p:nvPr/>
            </p:nvSpPr>
            <p:spPr>
              <a:xfrm>
                <a:off x="9859951" y="3308787"/>
                <a:ext cx="170583" cy="585479"/>
              </a:xfrm>
              <a:prstGeom prst="rightBrace">
                <a:avLst>
                  <a:gd name="adj1" fmla="val 34129"/>
                  <a:gd name="adj2" fmla="val 50000"/>
                </a:avLst>
              </a:prstGeom>
              <a:ln w="12700">
                <a:solidFill>
                  <a:schemeClr val="tx1"/>
                </a:solidFill>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zh-CN" altLang="en-US"/>
              </a:p>
            </p:txBody>
          </p:sp>
          <mc:AlternateContent xmlns:mc="http://schemas.openxmlformats.org/markup-compatibility/2006" xmlns:a14="http://schemas.microsoft.com/office/drawing/2010/main">
            <mc:Choice Requires="a14">
              <p:sp>
                <p:nvSpPr>
                  <p:cNvPr id="60" name="íşlïḍè">
                    <a:extLst>
                      <a:ext uri="{FF2B5EF4-FFF2-40B4-BE49-F238E27FC236}">
                        <a16:creationId xmlns:a16="http://schemas.microsoft.com/office/drawing/2014/main" id="{3961FC04-3503-46AD-B818-482A090D2034}"/>
                      </a:ext>
                    </a:extLst>
                  </p:cNvPr>
                  <p:cNvSpPr txBox="1"/>
                  <p:nvPr/>
                </p:nvSpPr>
                <p:spPr>
                  <a:xfrm>
                    <a:off x="10022217" y="3374765"/>
                    <a:ext cx="1945656" cy="406624"/>
                  </a:xfrm>
                  <a:prstGeom prst="rect">
                    <a:avLst/>
                  </a:prstGeom>
                  <a:noFill/>
                </p:spPr>
                <p:txBody>
                  <a:bodyPr wrap="square" lIns="91440" tIns="45720" rIns="91440" bIns="45720" anchor="ctr">
                    <a:noAutofit/>
                  </a:bodyPr>
                  <a:lstStyle/>
                  <a:p>
                    <a:pPr/>
                    <a14:m>
                      <m:oMathPara xmlns:m="http://schemas.openxmlformats.org/officeDocument/2006/math">
                        <m:oMathParaPr>
                          <m:jc m:val="left"/>
                        </m:oMathParaPr>
                        <m:oMath xmlns:m="http://schemas.openxmlformats.org/officeDocument/2006/math">
                          <m:r>
                            <a:rPr lang="en-US" altLang="zh-CN" b="1" i="1" smtClean="0">
                              <a:latin typeface="Cambria Math" panose="02040503050406030204" pitchFamily="18" charset="0"/>
                            </a:rPr>
                            <m:t>𝟏</m:t>
                          </m:r>
                          <m:r>
                            <a:rPr lang="en-US" altLang="zh-CN" b="1" i="1" smtClean="0">
                              <a:latin typeface="Cambria Math" panose="02040503050406030204" pitchFamily="18" charset="0"/>
                              <a:ea typeface="Cambria Math" panose="02040503050406030204" pitchFamily="18" charset="0"/>
                            </a:rPr>
                            <m:t>&lt;</m:t>
                          </m:r>
                          <m:sSub>
                            <m:sSubPr>
                              <m:ctrlPr>
                                <a:rPr lang="en-US" altLang="zh-CN" b="1" i="1" smtClean="0">
                                  <a:latin typeface="Cambria Math" panose="02040503050406030204" pitchFamily="18" charset="0"/>
                                </a:rPr>
                              </m:ctrlPr>
                            </m:sSubPr>
                            <m:e>
                              <m:r>
                                <a:rPr lang="en-US" altLang="zh-CN" b="1" i="1" smtClean="0">
                                  <a:latin typeface="Cambria Math" panose="02040503050406030204" pitchFamily="18" charset="0"/>
                                </a:rPr>
                                <m:t>𝑾</m:t>
                              </m:r>
                            </m:e>
                            <m:sub>
                              <m:r>
                                <a:rPr lang="en-US" altLang="zh-CN" b="1" i="1" smtClean="0">
                                  <a:latin typeface="Cambria Math" panose="02040503050406030204" pitchFamily="18" charset="0"/>
                                </a:rPr>
                                <m:t>𝑹</m:t>
                              </m:r>
                            </m:sub>
                          </m:sSub>
                          <m:r>
                            <a:rPr lang="en-US" altLang="zh-CN" b="1" dirty="0">
                              <a:latin typeface="Cambria Math" panose="02040503050406030204" pitchFamily="18" charset="0"/>
                              <a:ea typeface="Cambria Math" panose="02040503050406030204" pitchFamily="18" charset="0"/>
                            </a:rPr>
                            <m:t>≤</m:t>
                          </m:r>
                          <m:sSup>
                            <m:sSupPr>
                              <m:ctrlPr>
                                <a:rPr lang="en-US" altLang="zh-CN" b="1" i="1" dirty="0" smtClean="0">
                                  <a:latin typeface="Cambria Math" panose="02040503050406030204" pitchFamily="18" charset="0"/>
                                  <a:ea typeface="Cambria Math" panose="02040503050406030204" pitchFamily="18" charset="0"/>
                                </a:rPr>
                              </m:ctrlPr>
                            </m:sSupPr>
                            <m:e>
                              <m:r>
                                <a:rPr lang="en-US" altLang="zh-CN" b="1" i="1" dirty="0" smtClean="0">
                                  <a:latin typeface="Cambria Math" panose="02040503050406030204" pitchFamily="18" charset="0"/>
                                  <a:ea typeface="Cambria Math" panose="02040503050406030204" pitchFamily="18" charset="0"/>
                                </a:rPr>
                                <m:t>𝟐</m:t>
                              </m:r>
                            </m:e>
                            <m:sup>
                              <m:r>
                                <a:rPr lang="en-US" altLang="zh-CN" b="1" i="1" dirty="0" smtClean="0">
                                  <a:latin typeface="Cambria Math" panose="02040503050406030204" pitchFamily="18" charset="0"/>
                                  <a:ea typeface="Cambria Math" panose="02040503050406030204" pitchFamily="18" charset="0"/>
                                </a:rPr>
                                <m:t>(</m:t>
                              </m:r>
                              <m:r>
                                <a:rPr lang="en-US" altLang="zh-CN" b="1" i="1" dirty="0" smtClean="0">
                                  <a:latin typeface="Cambria Math" panose="02040503050406030204" pitchFamily="18" charset="0"/>
                                  <a:ea typeface="Cambria Math" panose="02040503050406030204" pitchFamily="18" charset="0"/>
                                </a:rPr>
                                <m:t>𝒏</m:t>
                              </m:r>
                              <m:r>
                                <a:rPr lang="en-US" altLang="zh-CN" b="1" i="1" dirty="0" smtClean="0">
                                  <a:latin typeface="Cambria Math" panose="02040503050406030204" pitchFamily="18" charset="0"/>
                                  <a:ea typeface="Cambria Math" panose="02040503050406030204" pitchFamily="18" charset="0"/>
                                </a:rPr>
                                <m:t>−</m:t>
                              </m:r>
                              <m:r>
                                <a:rPr lang="en-US" altLang="zh-CN" b="1" i="1" dirty="0" smtClean="0">
                                  <a:latin typeface="Cambria Math" panose="02040503050406030204" pitchFamily="18" charset="0"/>
                                  <a:ea typeface="Cambria Math" panose="02040503050406030204" pitchFamily="18" charset="0"/>
                                </a:rPr>
                                <m:t>𝟏</m:t>
                              </m:r>
                              <m:r>
                                <a:rPr lang="en-US" altLang="zh-CN" b="1" i="1" dirty="0" smtClean="0">
                                  <a:latin typeface="Cambria Math" panose="02040503050406030204" pitchFamily="18" charset="0"/>
                                  <a:ea typeface="Cambria Math" panose="02040503050406030204" pitchFamily="18" charset="0"/>
                                </a:rPr>
                                <m:t>)</m:t>
                              </m:r>
                            </m:sup>
                          </m:sSup>
                        </m:oMath>
                      </m:oMathPara>
                    </a14:m>
                    <a:endParaRPr lang="en-US" altLang="zh-CN" b="1" dirty="0"/>
                  </a:p>
                </p:txBody>
              </p:sp>
            </mc:Choice>
            <mc:Fallback xmlns="">
              <p:sp>
                <p:nvSpPr>
                  <p:cNvPr id="60" name="íşlïḍè">
                    <a:extLst>
                      <a:ext uri="{FF2B5EF4-FFF2-40B4-BE49-F238E27FC236}">
                        <a16:creationId xmlns:a16="http://schemas.microsoft.com/office/drawing/2014/main" id="{3961FC04-3503-46AD-B818-482A090D2034}"/>
                      </a:ext>
                    </a:extLst>
                  </p:cNvPr>
                  <p:cNvSpPr txBox="1">
                    <a:spLocks noRot="1" noChangeAspect="1" noMove="1" noResize="1" noEditPoints="1" noAdjustHandles="1" noChangeArrowheads="1" noChangeShapeType="1" noTextEdit="1"/>
                  </p:cNvSpPr>
                  <p:nvPr/>
                </p:nvSpPr>
                <p:spPr>
                  <a:xfrm>
                    <a:off x="10022217" y="3374765"/>
                    <a:ext cx="1945656" cy="406624"/>
                  </a:xfrm>
                  <a:prstGeom prst="rect">
                    <a:avLst/>
                  </a:prstGeom>
                  <a:blipFill>
                    <a:blip r:embed="rId7"/>
                    <a:stretch>
                      <a:fillRect b="-1515"/>
                    </a:stretch>
                  </a:blipFill>
                </p:spPr>
                <p:txBody>
                  <a:bodyPr/>
                  <a:lstStyle/>
                  <a:p>
                    <a:r>
                      <a:rPr lang="zh-CN" altLang="en-US">
                        <a:noFill/>
                      </a:rPr>
                      <a:t> </a:t>
                    </a:r>
                  </a:p>
                </p:txBody>
              </p:sp>
            </mc:Fallback>
          </mc:AlternateContent>
        </p:grpSp>
        <mc:AlternateContent xmlns:mc="http://schemas.openxmlformats.org/markup-compatibility/2006" xmlns:a14="http://schemas.microsoft.com/office/drawing/2010/main">
          <mc:Choice Requires="a14">
            <p:sp>
              <p:nvSpPr>
                <p:cNvPr id="62" name="矩形 61">
                  <a:extLst>
                    <a:ext uri="{FF2B5EF4-FFF2-40B4-BE49-F238E27FC236}">
                      <a16:creationId xmlns:a16="http://schemas.microsoft.com/office/drawing/2014/main" id="{59FBC30C-4755-45C7-BC12-737C6518F23B}"/>
                    </a:ext>
                  </a:extLst>
                </p:cNvPr>
                <p:cNvSpPr/>
                <p:nvPr/>
              </p:nvSpPr>
              <p:spPr>
                <a:xfrm>
                  <a:off x="1259698" y="5047940"/>
                  <a:ext cx="3457043" cy="956620"/>
                </a:xfrm>
                <a:prstGeom prst="rect">
                  <a:avLst/>
                </a:prstGeom>
                <a:solidFill>
                  <a:schemeClr val="accent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nSpc>
                      <a:spcPct val="150000"/>
                    </a:lnSpc>
                  </a:pPr>
                  <a:r>
                    <a:rPr lang="zh-CN" altLang="en-US" b="1" dirty="0"/>
                    <a:t>当</a:t>
                  </a:r>
                  <a14:m>
                    <m:oMath xmlns:m="http://schemas.openxmlformats.org/officeDocument/2006/math">
                      <m:sSub>
                        <m:sSubPr>
                          <m:ctrlPr>
                            <a:rPr lang="en-US" altLang="zh-CN" b="1" i="1" smtClean="0">
                              <a:latin typeface="Cambria Math" panose="02040503050406030204" pitchFamily="18" charset="0"/>
                            </a:rPr>
                          </m:ctrlPr>
                        </m:sSubPr>
                        <m:e>
                          <m:r>
                            <a:rPr lang="en-US" altLang="zh-CN" b="1" i="1" smtClean="0">
                              <a:latin typeface="Cambria Math" panose="02040503050406030204" pitchFamily="18" charset="0"/>
                            </a:rPr>
                            <m:t>𝑾</m:t>
                          </m:r>
                        </m:e>
                        <m:sub>
                          <m:r>
                            <a:rPr lang="en-US" altLang="zh-CN" b="1" i="1" smtClean="0">
                              <a:latin typeface="Cambria Math" panose="02040503050406030204" pitchFamily="18" charset="0"/>
                            </a:rPr>
                            <m:t>𝑹</m:t>
                          </m:r>
                        </m:sub>
                      </m:sSub>
                    </m:oMath>
                  </a14:m>
                  <a:r>
                    <a:rPr lang="zh-CN" altLang="en-US" b="1" dirty="0"/>
                    <a:t>取最大值</a:t>
                  </a:r>
                  <a14:m>
                    <m:oMath xmlns:m="http://schemas.openxmlformats.org/officeDocument/2006/math">
                      <m:sSup>
                        <m:sSupPr>
                          <m:ctrlPr>
                            <a:rPr lang="en-US" altLang="zh-CN" b="1" i="1" dirty="0">
                              <a:latin typeface="Cambria Math" panose="02040503050406030204" pitchFamily="18" charset="0"/>
                              <a:ea typeface="Cambria Math" panose="02040503050406030204" pitchFamily="18" charset="0"/>
                            </a:rPr>
                          </m:ctrlPr>
                        </m:sSupPr>
                        <m:e>
                          <m:r>
                            <a:rPr lang="en-US" altLang="zh-CN" b="1" i="1" dirty="0">
                              <a:latin typeface="Cambria Math" panose="02040503050406030204" pitchFamily="18" charset="0"/>
                              <a:ea typeface="Cambria Math" panose="02040503050406030204" pitchFamily="18" charset="0"/>
                            </a:rPr>
                            <m:t>𝟐</m:t>
                          </m:r>
                        </m:e>
                        <m:sup>
                          <m:r>
                            <a:rPr lang="en-US" altLang="zh-CN" b="1" i="1" dirty="0">
                              <a:latin typeface="Cambria Math" panose="02040503050406030204" pitchFamily="18" charset="0"/>
                              <a:ea typeface="Cambria Math" panose="02040503050406030204" pitchFamily="18" charset="0"/>
                            </a:rPr>
                            <m:t>(</m:t>
                          </m:r>
                          <m:r>
                            <a:rPr lang="en-US" altLang="zh-CN" b="1" i="1" dirty="0">
                              <a:latin typeface="Cambria Math" panose="02040503050406030204" pitchFamily="18" charset="0"/>
                              <a:ea typeface="Cambria Math" panose="02040503050406030204" pitchFamily="18" charset="0"/>
                            </a:rPr>
                            <m:t>𝒏</m:t>
                          </m:r>
                          <m:r>
                            <a:rPr lang="en-US" altLang="zh-CN" b="1" i="1" dirty="0">
                              <a:latin typeface="Cambria Math" panose="02040503050406030204" pitchFamily="18" charset="0"/>
                              <a:ea typeface="Cambria Math" panose="02040503050406030204" pitchFamily="18" charset="0"/>
                            </a:rPr>
                            <m:t>−</m:t>
                          </m:r>
                          <m:r>
                            <a:rPr lang="en-US" altLang="zh-CN" b="1" i="1" dirty="0">
                              <a:latin typeface="Cambria Math" panose="02040503050406030204" pitchFamily="18" charset="0"/>
                              <a:ea typeface="Cambria Math" panose="02040503050406030204" pitchFamily="18" charset="0"/>
                            </a:rPr>
                            <m:t>𝟏</m:t>
                          </m:r>
                          <m:r>
                            <a:rPr lang="en-US" altLang="zh-CN" b="1" i="1" dirty="0">
                              <a:latin typeface="Cambria Math" panose="02040503050406030204" pitchFamily="18" charset="0"/>
                              <a:ea typeface="Cambria Math" panose="02040503050406030204" pitchFamily="18" charset="0"/>
                            </a:rPr>
                            <m:t>)</m:t>
                          </m:r>
                        </m:sup>
                      </m:sSup>
                    </m:oMath>
                  </a14:m>
                  <a:r>
                    <a:rPr lang="zh-CN" altLang="en-US" b="1" dirty="0"/>
                    <a:t>时，</a:t>
                  </a:r>
                  <a:r>
                    <a:rPr lang="en-US" altLang="zh-CN" b="1" dirty="0"/>
                    <a:t> </a:t>
                  </a:r>
                  <a:endParaRPr lang="en-US" altLang="zh-CN" b="1" i="1" dirty="0">
                    <a:latin typeface="Cambria Math" panose="02040503050406030204" pitchFamily="18" charset="0"/>
                  </a:endParaRPr>
                </a:p>
                <a:p>
                  <a:pPr>
                    <a:lnSpc>
                      <a:spcPct val="150000"/>
                    </a:lnSpc>
                  </a:pPr>
                  <a14:m>
                    <m:oMath xmlns:m="http://schemas.openxmlformats.org/officeDocument/2006/math">
                      <m:sSub>
                        <m:sSubPr>
                          <m:ctrlPr>
                            <a:rPr lang="en-US" altLang="zh-CN" b="1" i="1">
                              <a:latin typeface="Cambria Math" panose="02040503050406030204" pitchFamily="18" charset="0"/>
                            </a:rPr>
                          </m:ctrlPr>
                        </m:sSubPr>
                        <m:e>
                          <m:r>
                            <a:rPr lang="en-US" altLang="zh-CN" b="1" i="1">
                              <a:latin typeface="Cambria Math" panose="02040503050406030204" pitchFamily="18" charset="0"/>
                            </a:rPr>
                            <m:t>𝑾</m:t>
                          </m:r>
                        </m:e>
                        <m:sub>
                          <m:r>
                            <a:rPr lang="en-US" altLang="zh-CN" b="1" i="1">
                              <a:latin typeface="Cambria Math" panose="02040503050406030204" pitchFamily="18" charset="0"/>
                            </a:rPr>
                            <m:t>𝑻</m:t>
                          </m:r>
                        </m:sub>
                      </m:sSub>
                    </m:oMath>
                  </a14:m>
                  <a:r>
                    <a:rPr lang="zh-CN" altLang="en-US" b="1" dirty="0"/>
                    <a:t>能取到的最大值也为</a:t>
                  </a:r>
                  <a14:m>
                    <m:oMath xmlns:m="http://schemas.openxmlformats.org/officeDocument/2006/math">
                      <m:sSup>
                        <m:sSupPr>
                          <m:ctrlPr>
                            <a:rPr lang="en-US" altLang="zh-CN" b="1" i="1" dirty="0">
                              <a:latin typeface="Cambria Math" panose="02040503050406030204" pitchFamily="18" charset="0"/>
                              <a:ea typeface="Cambria Math" panose="02040503050406030204" pitchFamily="18" charset="0"/>
                            </a:rPr>
                          </m:ctrlPr>
                        </m:sSupPr>
                        <m:e>
                          <m:r>
                            <a:rPr lang="en-US" altLang="zh-CN" b="1" i="1" dirty="0">
                              <a:latin typeface="Cambria Math" panose="02040503050406030204" pitchFamily="18" charset="0"/>
                              <a:ea typeface="Cambria Math" panose="02040503050406030204" pitchFamily="18" charset="0"/>
                            </a:rPr>
                            <m:t>𝟐</m:t>
                          </m:r>
                        </m:e>
                        <m:sup>
                          <m:r>
                            <a:rPr lang="en-US" altLang="zh-CN" b="1" i="1" dirty="0">
                              <a:latin typeface="Cambria Math" panose="02040503050406030204" pitchFamily="18" charset="0"/>
                              <a:ea typeface="Cambria Math" panose="02040503050406030204" pitchFamily="18" charset="0"/>
                            </a:rPr>
                            <m:t>(</m:t>
                          </m:r>
                          <m:r>
                            <a:rPr lang="en-US" altLang="zh-CN" b="1" i="1" dirty="0">
                              <a:latin typeface="Cambria Math" panose="02040503050406030204" pitchFamily="18" charset="0"/>
                              <a:ea typeface="Cambria Math" panose="02040503050406030204" pitchFamily="18" charset="0"/>
                            </a:rPr>
                            <m:t>𝒏</m:t>
                          </m:r>
                          <m:r>
                            <a:rPr lang="en-US" altLang="zh-CN" b="1" i="1" dirty="0">
                              <a:latin typeface="Cambria Math" panose="02040503050406030204" pitchFamily="18" charset="0"/>
                              <a:ea typeface="Cambria Math" panose="02040503050406030204" pitchFamily="18" charset="0"/>
                            </a:rPr>
                            <m:t>−</m:t>
                          </m:r>
                          <m:r>
                            <a:rPr lang="en-US" altLang="zh-CN" b="1" i="1" dirty="0">
                              <a:latin typeface="Cambria Math" panose="02040503050406030204" pitchFamily="18" charset="0"/>
                              <a:ea typeface="Cambria Math" panose="02040503050406030204" pitchFamily="18" charset="0"/>
                            </a:rPr>
                            <m:t>𝟏</m:t>
                          </m:r>
                          <m:r>
                            <a:rPr lang="en-US" altLang="zh-CN" b="1" i="1" dirty="0">
                              <a:latin typeface="Cambria Math" panose="02040503050406030204" pitchFamily="18" charset="0"/>
                              <a:ea typeface="Cambria Math" panose="02040503050406030204" pitchFamily="18" charset="0"/>
                            </a:rPr>
                            <m:t>)</m:t>
                          </m:r>
                        </m:sup>
                      </m:sSup>
                      <m:r>
                        <a:rPr lang="en-US" altLang="zh-CN" b="1" i="1" dirty="0">
                          <a:latin typeface="Cambria Math" panose="02040503050406030204" pitchFamily="18" charset="0"/>
                          <a:ea typeface="Cambria Math" panose="02040503050406030204" pitchFamily="18" charset="0"/>
                        </a:rPr>
                        <m:t> </m:t>
                      </m:r>
                    </m:oMath>
                  </a14:m>
                  <a:r>
                    <a:rPr lang="zh-CN" altLang="en-US" b="1" dirty="0"/>
                    <a:t>。</a:t>
                  </a:r>
                  <a:endParaRPr lang="en-US" altLang="zh-CN" b="1" dirty="0"/>
                </a:p>
              </p:txBody>
            </p:sp>
          </mc:Choice>
          <mc:Fallback xmlns="">
            <p:sp>
              <p:nvSpPr>
                <p:cNvPr id="62" name="矩形 61">
                  <a:extLst>
                    <a:ext uri="{FF2B5EF4-FFF2-40B4-BE49-F238E27FC236}">
                      <a16:creationId xmlns:a16="http://schemas.microsoft.com/office/drawing/2014/main" id="{59FBC30C-4755-45C7-BC12-737C6518F23B}"/>
                    </a:ext>
                  </a:extLst>
                </p:cNvPr>
                <p:cNvSpPr>
                  <a:spLocks noRot="1" noChangeAspect="1" noMove="1" noResize="1" noEditPoints="1" noAdjustHandles="1" noChangeArrowheads="1" noChangeShapeType="1" noTextEdit="1"/>
                </p:cNvSpPr>
                <p:nvPr/>
              </p:nvSpPr>
              <p:spPr>
                <a:xfrm>
                  <a:off x="1259698" y="5047940"/>
                  <a:ext cx="3457043" cy="956620"/>
                </a:xfrm>
                <a:prstGeom prst="rect">
                  <a:avLst/>
                </a:prstGeom>
                <a:blipFill>
                  <a:blip r:embed="rId8"/>
                  <a:stretch>
                    <a:fillRect l="-1587" r="-8113" b="-7006"/>
                  </a:stretch>
                </a:blipFill>
                <a:ln>
                  <a:noFill/>
                </a:ln>
              </p:spPr>
              <p:txBody>
                <a:bodyPr/>
                <a:lstStyle/>
                <a:p>
                  <a:r>
                    <a:rPr lang="zh-CN" altLang="en-US">
                      <a:noFill/>
                    </a:rPr>
                    <a:t> </a:t>
                  </a:r>
                </a:p>
              </p:txBody>
            </p:sp>
          </mc:Fallback>
        </mc:AlternateContent>
      </p:grpSp>
      <p:sp>
        <p:nvSpPr>
          <p:cNvPr id="18" name="平行四边形 17">
            <a:extLst>
              <a:ext uri="{FF2B5EF4-FFF2-40B4-BE49-F238E27FC236}">
                <a16:creationId xmlns:a16="http://schemas.microsoft.com/office/drawing/2014/main" id="{61431581-9D1C-B31E-238F-9286EA044A95}"/>
              </a:ext>
            </a:extLst>
          </p:cNvPr>
          <p:cNvSpPr/>
          <p:nvPr/>
        </p:nvSpPr>
        <p:spPr>
          <a:xfrm>
            <a:off x="304800" y="749300"/>
            <a:ext cx="675384" cy="387090"/>
          </a:xfrm>
          <a:prstGeom prst="parallelogram">
            <a:avLst/>
          </a:prstGeom>
          <a:solidFill>
            <a:schemeClr val="accent3">
              <a:lumMod val="75000"/>
            </a:schemeClr>
          </a:solidFill>
          <a:ln>
            <a:solidFill>
              <a:schemeClr val="accent3">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CN" sz="2200" dirty="0">
                <a:latin typeface="Impact" panose="020B0806030902050204" pitchFamily="34" charset="0"/>
              </a:rPr>
              <a:t>05</a:t>
            </a:r>
            <a:endParaRPr lang="zh-CN" altLang="en-US" sz="2200" dirty="0">
              <a:latin typeface="Impact" panose="020B0806030902050204" pitchFamily="34" charset="0"/>
            </a:endParaRPr>
          </a:p>
        </p:txBody>
      </p:sp>
    </p:spTree>
    <p:custDataLst>
      <p:tags r:id="rId1"/>
    </p:custDataLst>
    <p:extLst>
      <p:ext uri="{BB962C8B-B14F-4D97-AF65-F5344CB8AC3E}">
        <p14:creationId xmlns:p14="http://schemas.microsoft.com/office/powerpoint/2010/main" val="1485432730"/>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2" fill="hold" nodeType="withEffect">
                                  <p:stCondLst>
                                    <p:cond delay="0"/>
                                  </p:stCondLst>
                                  <p:childTnLst>
                                    <p:set>
                                      <p:cBhvr>
                                        <p:cTn id="6" dur="1" fill="hold">
                                          <p:stCondLst>
                                            <p:cond delay="0"/>
                                          </p:stCondLst>
                                        </p:cTn>
                                        <p:tgtEl>
                                          <p:spTgt spid="8"/>
                                        </p:tgtEl>
                                        <p:attrNameLst>
                                          <p:attrName>style.visibility</p:attrName>
                                        </p:attrNameLst>
                                      </p:cBhvr>
                                      <p:to>
                                        <p:strVal val="visible"/>
                                      </p:to>
                                    </p:set>
                                    <p:anim calcmode="lin" valueType="num">
                                      <p:cBhvr additive="base">
                                        <p:cTn id="7" dur="1000" fill="hold"/>
                                        <p:tgtEl>
                                          <p:spTgt spid="8"/>
                                        </p:tgtEl>
                                        <p:attrNameLst>
                                          <p:attrName>ppt_x</p:attrName>
                                        </p:attrNameLst>
                                      </p:cBhvr>
                                      <p:tavLst>
                                        <p:tav tm="0">
                                          <p:val>
                                            <p:strVal val="1+#ppt_w/2"/>
                                          </p:val>
                                        </p:tav>
                                        <p:tav tm="100000">
                                          <p:val>
                                            <p:strVal val="#ppt_x"/>
                                          </p:val>
                                        </p:tav>
                                      </p:tavLst>
                                    </p:anim>
                                    <p:anim calcmode="lin" valueType="num">
                                      <p:cBhvr additive="base">
                                        <p:cTn id="8" dur="1000" fill="hold"/>
                                        <p:tgtEl>
                                          <p:spTgt spid="8"/>
                                        </p:tgtEl>
                                        <p:attrNameLst>
                                          <p:attrName>ppt_y</p:attrName>
                                        </p:attrNameLst>
                                      </p:cBhvr>
                                      <p:tavLst>
                                        <p:tav tm="0">
                                          <p:val>
                                            <p:strVal val="#ppt_y"/>
                                          </p:val>
                                        </p:tav>
                                        <p:tav tm="100000">
                                          <p:val>
                                            <p:strVal val="#ppt_y"/>
                                          </p:val>
                                        </p:tav>
                                      </p:tavLst>
                                    </p:anim>
                                  </p:childTnLst>
                                </p:cTn>
                              </p:par>
                            </p:childTnLst>
                          </p:cTn>
                        </p:par>
                        <p:par>
                          <p:cTn id="9" fill="hold">
                            <p:stCondLst>
                              <p:cond delay="1000"/>
                            </p:stCondLst>
                            <p:childTnLst>
                              <p:par>
                                <p:cTn id="10" presetID="12" presetClass="entr" presetSubtype="8" fill="hold" grpId="0" nodeType="afterEffect">
                                  <p:stCondLst>
                                    <p:cond delay="0"/>
                                  </p:stCondLst>
                                  <p:childTnLst>
                                    <p:set>
                                      <p:cBhvr>
                                        <p:cTn id="11" dur="1" fill="hold">
                                          <p:stCondLst>
                                            <p:cond delay="0"/>
                                          </p:stCondLst>
                                        </p:cTn>
                                        <p:tgtEl>
                                          <p:spTgt spid="10"/>
                                        </p:tgtEl>
                                        <p:attrNameLst>
                                          <p:attrName>style.visibility</p:attrName>
                                        </p:attrNameLst>
                                      </p:cBhvr>
                                      <p:to>
                                        <p:strVal val="visible"/>
                                      </p:to>
                                    </p:set>
                                    <p:anim calcmode="lin" valueType="num">
                                      <p:cBhvr additive="base">
                                        <p:cTn id="12" dur="500"/>
                                        <p:tgtEl>
                                          <p:spTgt spid="10"/>
                                        </p:tgtEl>
                                        <p:attrNameLst>
                                          <p:attrName>ppt_x</p:attrName>
                                        </p:attrNameLst>
                                      </p:cBhvr>
                                      <p:tavLst>
                                        <p:tav tm="0">
                                          <p:val>
                                            <p:strVal val="#ppt_x-#ppt_w*1.125000"/>
                                          </p:val>
                                        </p:tav>
                                        <p:tav tm="100000">
                                          <p:val>
                                            <p:strVal val="#ppt_x"/>
                                          </p:val>
                                        </p:tav>
                                      </p:tavLst>
                                    </p:anim>
                                    <p:animEffect transition="in" filter="wipe(right)">
                                      <p:cBhvr>
                                        <p:cTn id="13" dur="500"/>
                                        <p:tgtEl>
                                          <p:spTgt spid="10"/>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0" grpId="0" animBg="1"/>
    </p:bldLst>
  </p:timing>
</p:sld>
</file>

<file path=ppt/slides/slide19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4" name="组合 3">
            <a:extLst>
              <a:ext uri="{FF2B5EF4-FFF2-40B4-BE49-F238E27FC236}">
                <a16:creationId xmlns:a16="http://schemas.microsoft.com/office/drawing/2014/main" id="{9A1EA9F2-FCB6-48C3-935F-7AE7E3AD14AC}"/>
              </a:ext>
            </a:extLst>
          </p:cNvPr>
          <p:cNvGrpSpPr/>
          <p:nvPr/>
        </p:nvGrpSpPr>
        <p:grpSpPr>
          <a:xfrm>
            <a:off x="304800" y="749300"/>
            <a:ext cx="6192344" cy="400110"/>
            <a:chOff x="424117" y="898245"/>
            <a:chExt cx="6192344" cy="400110"/>
          </a:xfrm>
        </p:grpSpPr>
        <p:sp>
          <p:nvSpPr>
            <p:cNvPr id="2" name="平行四边形 1">
              <a:extLst>
                <a:ext uri="{FF2B5EF4-FFF2-40B4-BE49-F238E27FC236}">
                  <a16:creationId xmlns:a16="http://schemas.microsoft.com/office/drawing/2014/main" id="{1F5BAA3F-9845-4F89-A2DD-8222D3E4EDAC}"/>
                </a:ext>
              </a:extLst>
            </p:cNvPr>
            <p:cNvSpPr/>
            <p:nvPr/>
          </p:nvSpPr>
          <p:spPr>
            <a:xfrm>
              <a:off x="424117" y="898245"/>
              <a:ext cx="628306" cy="387090"/>
            </a:xfrm>
            <a:prstGeom prst="parallelogram">
              <a:avLst/>
            </a:prstGeom>
            <a:solidFill>
              <a:schemeClr val="accent3">
                <a:lumMod val="75000"/>
              </a:schemeClr>
            </a:solidFill>
            <a:ln>
              <a:solidFill>
                <a:schemeClr val="accent3">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CN" sz="2200" dirty="0">
                  <a:latin typeface="Impact" panose="020B0806030902050204" pitchFamily="34" charset="0"/>
                </a:rPr>
                <a:t>01</a:t>
              </a:r>
              <a:endParaRPr lang="zh-CN" altLang="en-US" sz="2200" dirty="0">
                <a:latin typeface="Impact" panose="020B0806030902050204" pitchFamily="34" charset="0"/>
              </a:endParaRPr>
            </a:p>
          </p:txBody>
        </p:sp>
        <p:sp>
          <p:nvSpPr>
            <p:cNvPr id="3" name="文本框 2">
              <a:extLst>
                <a:ext uri="{FF2B5EF4-FFF2-40B4-BE49-F238E27FC236}">
                  <a16:creationId xmlns:a16="http://schemas.microsoft.com/office/drawing/2014/main" id="{4D6BD736-A4D3-4F26-AFED-36E11F50F70B}"/>
                </a:ext>
              </a:extLst>
            </p:cNvPr>
            <p:cNvSpPr txBox="1"/>
            <p:nvPr/>
          </p:nvSpPr>
          <p:spPr>
            <a:xfrm>
              <a:off x="1052423" y="898245"/>
              <a:ext cx="5564038" cy="400110"/>
            </a:xfrm>
            <a:prstGeom prst="rect">
              <a:avLst/>
            </a:prstGeom>
            <a:noFill/>
          </p:spPr>
          <p:txBody>
            <a:bodyPr wrap="square" rtlCol="0">
              <a:spAutoFit/>
            </a:bodyPr>
            <a:lstStyle/>
            <a:p>
              <a:r>
                <a:rPr lang="zh-CN" altLang="en-US" sz="2000" b="1" dirty="0"/>
                <a:t>选择重传协议</a:t>
              </a:r>
            </a:p>
          </p:txBody>
        </p:sp>
      </p:grpSp>
      <p:grpSp>
        <p:nvGrpSpPr>
          <p:cNvPr id="18" name="组合 17">
            <a:extLst>
              <a:ext uri="{FF2B5EF4-FFF2-40B4-BE49-F238E27FC236}">
                <a16:creationId xmlns:a16="http://schemas.microsoft.com/office/drawing/2014/main" id="{AF599708-FA4B-4F1A-915B-51ADB6AF8A5B}"/>
              </a:ext>
            </a:extLst>
          </p:cNvPr>
          <p:cNvGrpSpPr/>
          <p:nvPr/>
        </p:nvGrpSpPr>
        <p:grpSpPr>
          <a:xfrm>
            <a:off x="475097" y="1263518"/>
            <a:ext cx="1355161" cy="5114896"/>
            <a:chOff x="475097" y="1263518"/>
            <a:chExt cx="1355161" cy="5114896"/>
          </a:xfrm>
        </p:grpSpPr>
        <p:cxnSp>
          <p:nvCxnSpPr>
            <p:cNvPr id="19" name="直接连接符 18">
              <a:extLst>
                <a:ext uri="{FF2B5EF4-FFF2-40B4-BE49-F238E27FC236}">
                  <a16:creationId xmlns:a16="http://schemas.microsoft.com/office/drawing/2014/main" id="{8C267D38-D538-4153-B853-5B2DDE097738}"/>
                </a:ext>
              </a:extLst>
            </p:cNvPr>
            <p:cNvCxnSpPr>
              <a:cxnSpLocks/>
            </p:cNvCxnSpPr>
            <p:nvPr/>
          </p:nvCxnSpPr>
          <p:spPr>
            <a:xfrm flipV="1">
              <a:off x="1208367" y="2012996"/>
              <a:ext cx="0" cy="3813858"/>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nvGrpSpPr>
            <p:cNvPr id="20" name="组合 19">
              <a:extLst>
                <a:ext uri="{FF2B5EF4-FFF2-40B4-BE49-F238E27FC236}">
                  <a16:creationId xmlns:a16="http://schemas.microsoft.com/office/drawing/2014/main" id="{1A3F15DA-8F30-45DE-8760-8CB5AC7691B0}"/>
                </a:ext>
              </a:extLst>
            </p:cNvPr>
            <p:cNvGrpSpPr/>
            <p:nvPr/>
          </p:nvGrpSpPr>
          <p:grpSpPr>
            <a:xfrm>
              <a:off x="700096" y="5368000"/>
              <a:ext cx="905164" cy="1010414"/>
              <a:chOff x="700096" y="5368000"/>
              <a:chExt cx="905164" cy="1010414"/>
            </a:xfrm>
          </p:grpSpPr>
          <p:pic>
            <p:nvPicPr>
              <p:cNvPr id="25" name="图形 24">
                <a:extLst>
                  <a:ext uri="{FF2B5EF4-FFF2-40B4-BE49-F238E27FC236}">
                    <a16:creationId xmlns:a16="http://schemas.microsoft.com/office/drawing/2014/main" id="{5079B8D0-730B-4F27-A9EC-8AC79CEECAE0}"/>
                  </a:ext>
                </a:extLst>
              </p:cNvPr>
              <p:cNvPicPr>
                <a:picLocks noChangeAspect="1"/>
              </p:cNvPicPr>
              <p:nvPr/>
            </p:nvPicPr>
            <p:blipFill>
              <a:blip r:embed="rId3">
                <a:extLst>
                  <a:ext uri="{28A0092B-C50C-407E-A947-70E740481C1C}">
                    <a14:useLocalDpi xmlns:a14="http://schemas.microsoft.com/office/drawing/2010/main" val="0"/>
                  </a:ext>
                  <a:ext uri="{96DAC541-7B7A-43D3-8B79-37D633B846F1}">
                    <asvg:svgBlip xmlns:asvg="http://schemas.microsoft.com/office/drawing/2016/SVG/main" r:embed="rId4"/>
                  </a:ext>
                </a:extLst>
              </a:blip>
              <a:stretch>
                <a:fillRect/>
              </a:stretch>
            </p:blipFill>
            <p:spPr>
              <a:xfrm>
                <a:off x="821271" y="5368000"/>
                <a:ext cx="662814" cy="641082"/>
              </a:xfrm>
              <a:prstGeom prst="rect">
                <a:avLst/>
              </a:prstGeom>
            </p:spPr>
          </p:pic>
          <p:sp>
            <p:nvSpPr>
              <p:cNvPr id="26" name="文本框 25">
                <a:extLst>
                  <a:ext uri="{FF2B5EF4-FFF2-40B4-BE49-F238E27FC236}">
                    <a16:creationId xmlns:a16="http://schemas.microsoft.com/office/drawing/2014/main" id="{68E9BE24-5234-4436-839C-0CC65C932068}"/>
                  </a:ext>
                </a:extLst>
              </p:cNvPr>
              <p:cNvSpPr txBox="1"/>
              <p:nvPr/>
            </p:nvSpPr>
            <p:spPr>
              <a:xfrm>
                <a:off x="700096" y="6009082"/>
                <a:ext cx="905164" cy="369332"/>
              </a:xfrm>
              <a:prstGeom prst="rect">
                <a:avLst/>
              </a:prstGeom>
              <a:noFill/>
            </p:spPr>
            <p:txBody>
              <a:bodyPr wrap="square" rtlCol="0">
                <a:spAutoFit/>
              </a:bodyPr>
              <a:lstStyle/>
              <a:p>
                <a:r>
                  <a:rPr lang="zh-CN" altLang="en-US" b="1" dirty="0">
                    <a:latin typeface="+mn-ea"/>
                  </a:rPr>
                  <a:t>发送方</a:t>
                </a:r>
              </a:p>
            </p:txBody>
          </p:sp>
        </p:grpSp>
        <p:grpSp>
          <p:nvGrpSpPr>
            <p:cNvPr id="21" name="组合 20">
              <a:extLst>
                <a:ext uri="{FF2B5EF4-FFF2-40B4-BE49-F238E27FC236}">
                  <a16:creationId xmlns:a16="http://schemas.microsoft.com/office/drawing/2014/main" id="{50E1DF35-9236-4BB6-BAC4-1AE805165946}"/>
                </a:ext>
              </a:extLst>
            </p:cNvPr>
            <p:cNvGrpSpPr/>
            <p:nvPr/>
          </p:nvGrpSpPr>
          <p:grpSpPr>
            <a:xfrm>
              <a:off x="878301" y="1263518"/>
              <a:ext cx="905164" cy="1027908"/>
              <a:chOff x="878301" y="1390382"/>
              <a:chExt cx="905164" cy="1027908"/>
            </a:xfrm>
          </p:grpSpPr>
          <p:pic>
            <p:nvPicPr>
              <p:cNvPr id="23" name="图形 22">
                <a:extLst>
                  <a:ext uri="{FF2B5EF4-FFF2-40B4-BE49-F238E27FC236}">
                    <a16:creationId xmlns:a16="http://schemas.microsoft.com/office/drawing/2014/main" id="{E155E3ED-8C2A-42C4-BFBF-393051944136}"/>
                  </a:ext>
                </a:extLst>
              </p:cNvPr>
              <p:cNvPicPr>
                <a:picLocks noChangeAspect="1"/>
              </p:cNvPicPr>
              <p:nvPr/>
            </p:nvPicPr>
            <p:blipFill>
              <a:blip r:embed="rId5">
                <a:extLst>
                  <a:ext uri="{28A0092B-C50C-407E-A947-70E740481C1C}">
                    <a14:useLocalDpi xmlns:a14="http://schemas.microsoft.com/office/drawing/2010/main" val="0"/>
                  </a:ext>
                  <a:ext uri="{96DAC541-7B7A-43D3-8B79-37D633B846F1}">
                    <asvg:svgBlip xmlns:asvg="http://schemas.microsoft.com/office/drawing/2016/SVG/main" r:embed="rId6"/>
                  </a:ext>
                </a:extLst>
              </a:blip>
              <a:stretch>
                <a:fillRect/>
              </a:stretch>
            </p:blipFill>
            <p:spPr>
              <a:xfrm>
                <a:off x="984826" y="1759714"/>
                <a:ext cx="501772" cy="658576"/>
              </a:xfrm>
              <a:prstGeom prst="rect">
                <a:avLst/>
              </a:prstGeom>
            </p:spPr>
          </p:pic>
          <p:sp>
            <p:nvSpPr>
              <p:cNvPr id="24" name="文本框 23">
                <a:extLst>
                  <a:ext uri="{FF2B5EF4-FFF2-40B4-BE49-F238E27FC236}">
                    <a16:creationId xmlns:a16="http://schemas.microsoft.com/office/drawing/2014/main" id="{818AC20B-3072-437F-B302-67397F49105B}"/>
                  </a:ext>
                </a:extLst>
              </p:cNvPr>
              <p:cNvSpPr txBox="1"/>
              <p:nvPr/>
            </p:nvSpPr>
            <p:spPr>
              <a:xfrm>
                <a:off x="878301" y="1390382"/>
                <a:ext cx="905164" cy="369332"/>
              </a:xfrm>
              <a:prstGeom prst="rect">
                <a:avLst/>
              </a:prstGeom>
              <a:noFill/>
            </p:spPr>
            <p:txBody>
              <a:bodyPr wrap="square" rtlCol="0">
                <a:spAutoFit/>
              </a:bodyPr>
              <a:lstStyle/>
              <a:p>
                <a:r>
                  <a:rPr lang="zh-CN" altLang="en-US" b="1" dirty="0">
                    <a:latin typeface="+mn-ea"/>
                  </a:rPr>
                  <a:t>接收方</a:t>
                </a:r>
              </a:p>
            </p:txBody>
          </p:sp>
        </p:grpSp>
        <p:sp>
          <p:nvSpPr>
            <p:cNvPr id="22" name="云形 21">
              <a:extLst>
                <a:ext uri="{FF2B5EF4-FFF2-40B4-BE49-F238E27FC236}">
                  <a16:creationId xmlns:a16="http://schemas.microsoft.com/office/drawing/2014/main" id="{97C64CE5-C9EB-4960-87FB-62108C97374D}"/>
                </a:ext>
              </a:extLst>
            </p:cNvPr>
            <p:cNvSpPr/>
            <p:nvPr/>
          </p:nvSpPr>
          <p:spPr>
            <a:xfrm>
              <a:off x="475097" y="3429014"/>
              <a:ext cx="1355161" cy="801398"/>
            </a:xfrm>
            <a:prstGeom prst="cloud">
              <a:avLst/>
            </a:prstGeom>
            <a:solidFill>
              <a:schemeClr val="bg1">
                <a:lumMod val="85000"/>
              </a:schemeClr>
            </a:solidFill>
            <a:ln>
              <a:solidFill>
                <a:schemeClr val="bg1">
                  <a:lumMod val="85000"/>
                </a:schemeClr>
              </a:solidFill>
            </a:ln>
          </p:spPr>
          <p:style>
            <a:lnRef idx="2">
              <a:schemeClr val="accent3">
                <a:shade val="50000"/>
              </a:schemeClr>
            </a:lnRef>
            <a:fillRef idx="1">
              <a:schemeClr val="accent3"/>
            </a:fillRef>
            <a:effectRef idx="0">
              <a:schemeClr val="accent3"/>
            </a:effectRef>
            <a:fontRef idx="minor">
              <a:schemeClr val="lt1"/>
            </a:fontRef>
          </p:style>
          <p:txBody>
            <a:bodyPr rtlCol="0" anchor="ctr"/>
            <a:lstStyle/>
            <a:p>
              <a:pPr algn="ctr"/>
              <a:r>
                <a:rPr lang="zh-CN" altLang="en-US" b="1" dirty="0">
                  <a:solidFill>
                    <a:schemeClr val="tx1"/>
                  </a:solidFill>
                  <a:latin typeface="+mn-ea"/>
                </a:rPr>
                <a:t>因特网</a:t>
              </a:r>
            </a:p>
          </p:txBody>
        </p:sp>
      </p:grpSp>
      <mc:AlternateContent xmlns:mc="http://schemas.openxmlformats.org/markup-compatibility/2006" xmlns:a14="http://schemas.microsoft.com/office/drawing/2010/main">
        <mc:Choice Requires="a14">
          <p:sp>
            <p:nvSpPr>
              <p:cNvPr id="28" name="íşlïḍè">
                <a:extLst>
                  <a:ext uri="{FF2B5EF4-FFF2-40B4-BE49-F238E27FC236}">
                    <a16:creationId xmlns:a16="http://schemas.microsoft.com/office/drawing/2014/main" id="{8898676C-F981-4D74-B324-A859D1387610}"/>
                  </a:ext>
                </a:extLst>
              </p:cNvPr>
              <p:cNvSpPr txBox="1"/>
              <p:nvPr/>
            </p:nvSpPr>
            <p:spPr>
              <a:xfrm>
                <a:off x="2993250" y="3266194"/>
                <a:ext cx="6657288" cy="311297"/>
              </a:xfrm>
              <a:prstGeom prst="rect">
                <a:avLst/>
              </a:prstGeom>
              <a:noFill/>
            </p:spPr>
            <p:txBody>
              <a:bodyPr wrap="square" lIns="91440" tIns="45720" rIns="91440" bIns="45720" anchor="ctr">
                <a:noAutofit/>
              </a:bodyPr>
              <a:lstStyle/>
              <a:p>
                <a:r>
                  <a:rPr lang="zh-CN" altLang="en-US" b="1" dirty="0"/>
                  <a:t>本例假设采用</a:t>
                </a:r>
                <a14:m>
                  <m:oMath xmlns:m="http://schemas.openxmlformats.org/officeDocument/2006/math">
                    <m:r>
                      <a:rPr lang="en-US" altLang="zh-CN" b="1" i="1" dirty="0" smtClean="0">
                        <a:latin typeface="Cambria Math" panose="02040503050406030204" pitchFamily="18" charset="0"/>
                      </a:rPr>
                      <m:t>𝟑</m:t>
                    </m:r>
                  </m:oMath>
                </a14:m>
                <a:r>
                  <a:rPr lang="zh-CN" altLang="en-US" b="1" dirty="0"/>
                  <a:t>个比特给分组编序号，则序号范围是</a:t>
                </a:r>
                <a14:m>
                  <m:oMath xmlns:m="http://schemas.openxmlformats.org/officeDocument/2006/math">
                    <m:r>
                      <a:rPr lang="en-US" altLang="zh-CN" b="1" i="0" smtClean="0">
                        <a:latin typeface="Cambria Math" panose="02040503050406030204" pitchFamily="18" charset="0"/>
                        <a:ea typeface="Cambria Math" panose="02040503050406030204" pitchFamily="18" charset="0"/>
                      </a:rPr>
                      <m:t>𝟎</m:t>
                    </m:r>
                    <m:r>
                      <a:rPr lang="en-US" altLang="zh-CN" b="1" i="1" smtClean="0">
                        <a:latin typeface="Cambria Math" panose="02040503050406030204" pitchFamily="18" charset="0"/>
                        <a:ea typeface="Cambria Math" panose="02040503050406030204" pitchFamily="18" charset="0"/>
                      </a:rPr>
                      <m:t>~</m:t>
                    </m:r>
                    <m:sSup>
                      <m:sSupPr>
                        <m:ctrlPr>
                          <a:rPr lang="en-US" altLang="zh-CN" b="1" i="1" smtClean="0">
                            <a:latin typeface="Cambria Math" panose="02040503050406030204" pitchFamily="18" charset="0"/>
                            <a:ea typeface="Cambria Math" panose="02040503050406030204" pitchFamily="18" charset="0"/>
                          </a:rPr>
                        </m:ctrlPr>
                      </m:sSupPr>
                      <m:e>
                        <m:r>
                          <a:rPr lang="en-US" altLang="zh-CN" b="1" i="1" smtClean="0">
                            <a:latin typeface="Cambria Math" panose="02040503050406030204" pitchFamily="18" charset="0"/>
                            <a:ea typeface="Cambria Math" panose="02040503050406030204" pitchFamily="18" charset="0"/>
                          </a:rPr>
                          <m:t>(</m:t>
                        </m:r>
                        <m:r>
                          <a:rPr lang="en-US" altLang="zh-CN" b="1" i="1" smtClean="0">
                            <a:latin typeface="Cambria Math" panose="02040503050406030204" pitchFamily="18" charset="0"/>
                            <a:ea typeface="Cambria Math" panose="02040503050406030204" pitchFamily="18" charset="0"/>
                          </a:rPr>
                          <m:t>𝟐</m:t>
                        </m:r>
                      </m:e>
                      <m:sup>
                        <m:r>
                          <a:rPr lang="en-US" altLang="zh-CN" b="1" i="1" smtClean="0">
                            <a:latin typeface="Cambria Math" panose="02040503050406030204" pitchFamily="18" charset="0"/>
                            <a:ea typeface="Cambria Math" panose="02040503050406030204" pitchFamily="18" charset="0"/>
                          </a:rPr>
                          <m:t>𝟑</m:t>
                        </m:r>
                      </m:sup>
                    </m:sSup>
                    <m:r>
                      <a:rPr lang="en-US" altLang="zh-CN" b="1" i="1" smtClean="0">
                        <a:latin typeface="Cambria Math" panose="02040503050406030204" pitchFamily="18" charset="0"/>
                        <a:ea typeface="Cambria Math" panose="02040503050406030204" pitchFamily="18" charset="0"/>
                      </a:rPr>
                      <m:t>−</m:t>
                    </m:r>
                    <m:r>
                      <a:rPr lang="en-US" altLang="zh-CN" b="1" i="1" smtClean="0">
                        <a:latin typeface="Cambria Math" panose="02040503050406030204" pitchFamily="18" charset="0"/>
                        <a:ea typeface="Cambria Math" panose="02040503050406030204" pitchFamily="18" charset="0"/>
                      </a:rPr>
                      <m:t>𝟏</m:t>
                    </m:r>
                    <m:r>
                      <a:rPr lang="en-US" altLang="zh-CN" b="1" i="1" smtClean="0">
                        <a:latin typeface="Cambria Math" panose="02040503050406030204" pitchFamily="18" charset="0"/>
                        <a:ea typeface="Cambria Math" panose="02040503050406030204" pitchFamily="18" charset="0"/>
                      </a:rPr>
                      <m:t>)。</m:t>
                    </m:r>
                  </m:oMath>
                </a14:m>
                <a:endParaRPr lang="en-US" altLang="zh-CN" b="1" dirty="0"/>
              </a:p>
            </p:txBody>
          </p:sp>
        </mc:Choice>
        <mc:Fallback xmlns="">
          <p:sp>
            <p:nvSpPr>
              <p:cNvPr id="28" name="íşlïḍè">
                <a:extLst>
                  <a:ext uri="{FF2B5EF4-FFF2-40B4-BE49-F238E27FC236}">
                    <a16:creationId xmlns:a16="http://schemas.microsoft.com/office/drawing/2014/main" id="{8898676C-F981-4D74-B324-A859D1387610}"/>
                  </a:ext>
                </a:extLst>
              </p:cNvPr>
              <p:cNvSpPr txBox="1">
                <a:spLocks noRot="1" noChangeAspect="1" noMove="1" noResize="1" noEditPoints="1" noAdjustHandles="1" noChangeArrowheads="1" noChangeShapeType="1" noTextEdit="1"/>
              </p:cNvSpPr>
              <p:nvPr/>
            </p:nvSpPr>
            <p:spPr>
              <a:xfrm>
                <a:off x="2993250" y="3266194"/>
                <a:ext cx="6657288" cy="311297"/>
              </a:xfrm>
              <a:prstGeom prst="rect">
                <a:avLst/>
              </a:prstGeom>
              <a:blipFill>
                <a:blip r:embed="rId7"/>
                <a:stretch>
                  <a:fillRect l="-733" t="-19608" b="-41176"/>
                </a:stretch>
              </a:blipFill>
            </p:spPr>
            <p:txBody>
              <a:bodyPr/>
              <a:lstStyle/>
              <a:p>
                <a:r>
                  <a:rPr lang="zh-CN" altLang="en-US">
                    <a:noFill/>
                  </a:rPr>
                  <a:t> </a:t>
                </a:r>
              </a:p>
            </p:txBody>
          </p:sp>
        </mc:Fallback>
      </mc:AlternateContent>
      <p:graphicFrame>
        <p:nvGraphicFramePr>
          <p:cNvPr id="29" name="表格 21">
            <a:extLst>
              <a:ext uri="{FF2B5EF4-FFF2-40B4-BE49-F238E27FC236}">
                <a16:creationId xmlns:a16="http://schemas.microsoft.com/office/drawing/2014/main" id="{44D0CDFF-8B53-4BB1-835E-1192E30CC2FA}"/>
              </a:ext>
            </a:extLst>
          </p:cNvPr>
          <p:cNvGraphicFramePr>
            <a:graphicFrameLocks noGrp="1"/>
          </p:cNvGraphicFramePr>
          <p:nvPr/>
        </p:nvGraphicFramePr>
        <p:xfrm>
          <a:off x="2302929" y="5557308"/>
          <a:ext cx="9067800" cy="370840"/>
        </p:xfrm>
        <a:graphic>
          <a:graphicData uri="http://schemas.openxmlformats.org/drawingml/2006/table">
            <a:tbl>
              <a:tblPr firstRow="1" bandRow="1">
                <a:tableStyleId>{5C22544A-7EE6-4342-B048-85BDC9FD1C3A}</a:tableStyleId>
              </a:tblPr>
              <a:tblGrid>
                <a:gridCol w="755650">
                  <a:extLst>
                    <a:ext uri="{9D8B030D-6E8A-4147-A177-3AD203B41FA5}">
                      <a16:colId xmlns:a16="http://schemas.microsoft.com/office/drawing/2014/main" val="877486509"/>
                    </a:ext>
                  </a:extLst>
                </a:gridCol>
                <a:gridCol w="755650">
                  <a:extLst>
                    <a:ext uri="{9D8B030D-6E8A-4147-A177-3AD203B41FA5}">
                      <a16:colId xmlns:a16="http://schemas.microsoft.com/office/drawing/2014/main" val="3548605817"/>
                    </a:ext>
                  </a:extLst>
                </a:gridCol>
                <a:gridCol w="755650">
                  <a:extLst>
                    <a:ext uri="{9D8B030D-6E8A-4147-A177-3AD203B41FA5}">
                      <a16:colId xmlns:a16="http://schemas.microsoft.com/office/drawing/2014/main" val="2881812895"/>
                    </a:ext>
                  </a:extLst>
                </a:gridCol>
                <a:gridCol w="755650">
                  <a:extLst>
                    <a:ext uri="{9D8B030D-6E8A-4147-A177-3AD203B41FA5}">
                      <a16:colId xmlns:a16="http://schemas.microsoft.com/office/drawing/2014/main" val="3682284582"/>
                    </a:ext>
                  </a:extLst>
                </a:gridCol>
                <a:gridCol w="755650">
                  <a:extLst>
                    <a:ext uri="{9D8B030D-6E8A-4147-A177-3AD203B41FA5}">
                      <a16:colId xmlns:a16="http://schemas.microsoft.com/office/drawing/2014/main" val="500127722"/>
                    </a:ext>
                  </a:extLst>
                </a:gridCol>
                <a:gridCol w="755650">
                  <a:extLst>
                    <a:ext uri="{9D8B030D-6E8A-4147-A177-3AD203B41FA5}">
                      <a16:colId xmlns:a16="http://schemas.microsoft.com/office/drawing/2014/main" val="2946259618"/>
                    </a:ext>
                  </a:extLst>
                </a:gridCol>
                <a:gridCol w="755650">
                  <a:extLst>
                    <a:ext uri="{9D8B030D-6E8A-4147-A177-3AD203B41FA5}">
                      <a16:colId xmlns:a16="http://schemas.microsoft.com/office/drawing/2014/main" val="171501986"/>
                    </a:ext>
                  </a:extLst>
                </a:gridCol>
                <a:gridCol w="755650">
                  <a:extLst>
                    <a:ext uri="{9D8B030D-6E8A-4147-A177-3AD203B41FA5}">
                      <a16:colId xmlns:a16="http://schemas.microsoft.com/office/drawing/2014/main" val="1667185265"/>
                    </a:ext>
                  </a:extLst>
                </a:gridCol>
                <a:gridCol w="755650">
                  <a:extLst>
                    <a:ext uri="{9D8B030D-6E8A-4147-A177-3AD203B41FA5}">
                      <a16:colId xmlns:a16="http://schemas.microsoft.com/office/drawing/2014/main" val="4258211808"/>
                    </a:ext>
                  </a:extLst>
                </a:gridCol>
                <a:gridCol w="755650">
                  <a:extLst>
                    <a:ext uri="{9D8B030D-6E8A-4147-A177-3AD203B41FA5}">
                      <a16:colId xmlns:a16="http://schemas.microsoft.com/office/drawing/2014/main" val="1794200575"/>
                    </a:ext>
                  </a:extLst>
                </a:gridCol>
                <a:gridCol w="755650">
                  <a:extLst>
                    <a:ext uri="{9D8B030D-6E8A-4147-A177-3AD203B41FA5}">
                      <a16:colId xmlns:a16="http://schemas.microsoft.com/office/drawing/2014/main" val="4230716487"/>
                    </a:ext>
                  </a:extLst>
                </a:gridCol>
                <a:gridCol w="755650">
                  <a:extLst>
                    <a:ext uri="{9D8B030D-6E8A-4147-A177-3AD203B41FA5}">
                      <a16:colId xmlns:a16="http://schemas.microsoft.com/office/drawing/2014/main" val="56153739"/>
                    </a:ext>
                  </a:extLst>
                </a:gridCol>
              </a:tblGrid>
              <a:tr h="370840">
                <a:tc>
                  <a:txBody>
                    <a:bodyPr/>
                    <a:lstStyle/>
                    <a:p>
                      <a:pPr algn="ctr"/>
                      <a:r>
                        <a:rPr lang="en-US" altLang="zh-CN" dirty="0">
                          <a:solidFill>
                            <a:schemeClr val="tx1"/>
                          </a:solidFill>
                          <a:latin typeface="Arial Black" panose="020B0A04020102020204" pitchFamily="34" charset="0"/>
                        </a:rPr>
                        <a:t>0</a:t>
                      </a:r>
                      <a:endParaRPr lang="zh-CN" altLang="en-US" dirty="0">
                        <a:solidFill>
                          <a:schemeClr val="tx1"/>
                        </a:solidFill>
                        <a:latin typeface="Arial Black" panose="020B0A04020102020204" pitchFamily="34" charset="0"/>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algn="ctr"/>
                      <a:r>
                        <a:rPr lang="en-US" altLang="zh-CN" dirty="0">
                          <a:solidFill>
                            <a:schemeClr val="tx1"/>
                          </a:solidFill>
                          <a:latin typeface="Arial Black" panose="020B0A04020102020204" pitchFamily="34" charset="0"/>
                        </a:rPr>
                        <a:t>1</a:t>
                      </a:r>
                      <a:endParaRPr lang="zh-CN" altLang="en-US" dirty="0">
                        <a:solidFill>
                          <a:schemeClr val="tx1"/>
                        </a:solidFill>
                        <a:latin typeface="Arial Black" panose="020B0A04020102020204" pitchFamily="34" charset="0"/>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algn="ctr"/>
                      <a:r>
                        <a:rPr lang="en-US" altLang="zh-CN" dirty="0">
                          <a:solidFill>
                            <a:schemeClr val="tx1"/>
                          </a:solidFill>
                          <a:latin typeface="Arial Black" panose="020B0A04020102020204" pitchFamily="34" charset="0"/>
                        </a:rPr>
                        <a:t>2</a:t>
                      </a:r>
                      <a:endParaRPr lang="zh-CN" altLang="en-US" dirty="0">
                        <a:solidFill>
                          <a:schemeClr val="tx1"/>
                        </a:solidFill>
                        <a:latin typeface="Arial Black" panose="020B0A04020102020204" pitchFamily="34" charset="0"/>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algn="ctr"/>
                      <a:r>
                        <a:rPr lang="en-US" altLang="zh-CN" dirty="0">
                          <a:solidFill>
                            <a:schemeClr val="tx1"/>
                          </a:solidFill>
                          <a:latin typeface="Arial Black" panose="020B0A04020102020204" pitchFamily="34" charset="0"/>
                        </a:rPr>
                        <a:t>3</a:t>
                      </a:r>
                      <a:endParaRPr lang="zh-CN" altLang="en-US" dirty="0">
                        <a:solidFill>
                          <a:schemeClr val="tx1"/>
                        </a:solidFill>
                        <a:latin typeface="Arial Black" panose="020B0A04020102020204" pitchFamily="34" charset="0"/>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algn="ctr"/>
                      <a:r>
                        <a:rPr lang="en-US" altLang="zh-CN" dirty="0">
                          <a:solidFill>
                            <a:schemeClr val="tx1"/>
                          </a:solidFill>
                          <a:latin typeface="Arial Black" panose="020B0A04020102020204" pitchFamily="34" charset="0"/>
                        </a:rPr>
                        <a:t>4</a:t>
                      </a:r>
                      <a:endParaRPr lang="zh-CN" altLang="en-US" dirty="0">
                        <a:solidFill>
                          <a:schemeClr val="tx1"/>
                        </a:solidFill>
                        <a:latin typeface="Arial Black" panose="020B0A04020102020204" pitchFamily="34" charset="0"/>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algn="ctr"/>
                      <a:r>
                        <a:rPr lang="en-US" altLang="zh-CN" dirty="0">
                          <a:solidFill>
                            <a:schemeClr val="tx1"/>
                          </a:solidFill>
                          <a:latin typeface="Arial Black" panose="020B0A04020102020204" pitchFamily="34" charset="0"/>
                        </a:rPr>
                        <a:t>5</a:t>
                      </a:r>
                      <a:endParaRPr lang="zh-CN" altLang="en-US" dirty="0">
                        <a:solidFill>
                          <a:schemeClr val="tx1"/>
                        </a:solidFill>
                        <a:latin typeface="Arial Black" panose="020B0A04020102020204" pitchFamily="34" charset="0"/>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algn="ctr"/>
                      <a:r>
                        <a:rPr lang="en-US" altLang="zh-CN" dirty="0">
                          <a:solidFill>
                            <a:schemeClr val="tx1"/>
                          </a:solidFill>
                          <a:latin typeface="Arial Black" panose="020B0A04020102020204" pitchFamily="34" charset="0"/>
                        </a:rPr>
                        <a:t>6</a:t>
                      </a:r>
                      <a:endParaRPr lang="zh-CN" altLang="en-US" dirty="0">
                        <a:solidFill>
                          <a:schemeClr val="tx1"/>
                        </a:solidFill>
                        <a:latin typeface="Arial Black" panose="020B0A04020102020204" pitchFamily="34" charset="0"/>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algn="ctr"/>
                      <a:r>
                        <a:rPr lang="en-US" altLang="zh-CN" dirty="0">
                          <a:solidFill>
                            <a:schemeClr val="tx1"/>
                          </a:solidFill>
                          <a:latin typeface="Arial Black" panose="020B0A04020102020204" pitchFamily="34" charset="0"/>
                        </a:rPr>
                        <a:t>7</a:t>
                      </a:r>
                      <a:endParaRPr lang="zh-CN" altLang="en-US" dirty="0">
                        <a:solidFill>
                          <a:schemeClr val="tx1"/>
                        </a:solidFill>
                        <a:latin typeface="Arial Black" panose="020B0A04020102020204" pitchFamily="34" charset="0"/>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algn="ctr"/>
                      <a:r>
                        <a:rPr lang="en-US" altLang="zh-CN" dirty="0">
                          <a:solidFill>
                            <a:schemeClr val="tx1"/>
                          </a:solidFill>
                          <a:latin typeface="Arial Black" panose="020B0A04020102020204" pitchFamily="34" charset="0"/>
                        </a:rPr>
                        <a:t>0</a:t>
                      </a:r>
                      <a:endParaRPr lang="zh-CN" altLang="en-US" dirty="0">
                        <a:solidFill>
                          <a:schemeClr val="tx1"/>
                        </a:solidFill>
                        <a:latin typeface="Arial Black" panose="020B0A04020102020204" pitchFamily="34" charset="0"/>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algn="ctr"/>
                      <a:r>
                        <a:rPr lang="en-US" altLang="zh-CN" dirty="0">
                          <a:solidFill>
                            <a:schemeClr val="tx1"/>
                          </a:solidFill>
                          <a:latin typeface="Arial Black" panose="020B0A04020102020204" pitchFamily="34" charset="0"/>
                        </a:rPr>
                        <a:t>1</a:t>
                      </a:r>
                      <a:endParaRPr lang="zh-CN" altLang="en-US" dirty="0">
                        <a:solidFill>
                          <a:schemeClr val="tx1"/>
                        </a:solidFill>
                        <a:latin typeface="Arial Black" panose="020B0A04020102020204" pitchFamily="34" charset="0"/>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algn="ctr"/>
                      <a:r>
                        <a:rPr lang="en-US" altLang="zh-CN" dirty="0">
                          <a:solidFill>
                            <a:schemeClr val="tx1"/>
                          </a:solidFill>
                          <a:latin typeface="Arial Black" panose="020B0A04020102020204" pitchFamily="34" charset="0"/>
                        </a:rPr>
                        <a:t>2</a:t>
                      </a:r>
                      <a:endParaRPr lang="zh-CN" altLang="en-US" dirty="0">
                        <a:solidFill>
                          <a:schemeClr val="tx1"/>
                        </a:solidFill>
                        <a:latin typeface="Arial Black" panose="020B0A04020102020204" pitchFamily="34" charset="0"/>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algn="ctr"/>
                      <a:r>
                        <a:rPr lang="en-US" altLang="zh-CN" dirty="0">
                          <a:solidFill>
                            <a:schemeClr val="tx1"/>
                          </a:solidFill>
                          <a:latin typeface="Arial Black" panose="020B0A04020102020204" pitchFamily="34" charset="0"/>
                        </a:rPr>
                        <a:t>…</a:t>
                      </a:r>
                      <a:endParaRPr lang="zh-CN" altLang="en-US" dirty="0">
                        <a:solidFill>
                          <a:schemeClr val="tx1"/>
                        </a:solidFill>
                        <a:latin typeface="Arial Black" panose="020B0A04020102020204" pitchFamily="34" charset="0"/>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extLst>
                  <a:ext uri="{0D108BD9-81ED-4DB2-BD59-A6C34878D82A}">
                    <a16:rowId xmlns:a16="http://schemas.microsoft.com/office/drawing/2014/main" val="316235763"/>
                  </a:ext>
                </a:extLst>
              </a:tr>
            </a:tbl>
          </a:graphicData>
        </a:graphic>
      </p:graphicFrame>
      <p:graphicFrame>
        <p:nvGraphicFramePr>
          <p:cNvPr id="30" name="表格 21">
            <a:extLst>
              <a:ext uri="{FF2B5EF4-FFF2-40B4-BE49-F238E27FC236}">
                <a16:creationId xmlns:a16="http://schemas.microsoft.com/office/drawing/2014/main" id="{849D252C-900C-44C3-9C3B-0A66CC10F5E3}"/>
              </a:ext>
            </a:extLst>
          </p:cNvPr>
          <p:cNvGraphicFramePr>
            <a:graphicFrameLocks noGrp="1"/>
          </p:cNvGraphicFramePr>
          <p:nvPr/>
        </p:nvGraphicFramePr>
        <p:xfrm>
          <a:off x="2302929" y="1827576"/>
          <a:ext cx="9067800" cy="370840"/>
        </p:xfrm>
        <a:graphic>
          <a:graphicData uri="http://schemas.openxmlformats.org/drawingml/2006/table">
            <a:tbl>
              <a:tblPr firstRow="1" bandRow="1">
                <a:tableStyleId>{5C22544A-7EE6-4342-B048-85BDC9FD1C3A}</a:tableStyleId>
              </a:tblPr>
              <a:tblGrid>
                <a:gridCol w="755650">
                  <a:extLst>
                    <a:ext uri="{9D8B030D-6E8A-4147-A177-3AD203B41FA5}">
                      <a16:colId xmlns:a16="http://schemas.microsoft.com/office/drawing/2014/main" val="877486509"/>
                    </a:ext>
                  </a:extLst>
                </a:gridCol>
                <a:gridCol w="755650">
                  <a:extLst>
                    <a:ext uri="{9D8B030D-6E8A-4147-A177-3AD203B41FA5}">
                      <a16:colId xmlns:a16="http://schemas.microsoft.com/office/drawing/2014/main" val="3548605817"/>
                    </a:ext>
                  </a:extLst>
                </a:gridCol>
                <a:gridCol w="755650">
                  <a:extLst>
                    <a:ext uri="{9D8B030D-6E8A-4147-A177-3AD203B41FA5}">
                      <a16:colId xmlns:a16="http://schemas.microsoft.com/office/drawing/2014/main" val="2881812895"/>
                    </a:ext>
                  </a:extLst>
                </a:gridCol>
                <a:gridCol w="755650">
                  <a:extLst>
                    <a:ext uri="{9D8B030D-6E8A-4147-A177-3AD203B41FA5}">
                      <a16:colId xmlns:a16="http://schemas.microsoft.com/office/drawing/2014/main" val="3682284582"/>
                    </a:ext>
                  </a:extLst>
                </a:gridCol>
                <a:gridCol w="755650">
                  <a:extLst>
                    <a:ext uri="{9D8B030D-6E8A-4147-A177-3AD203B41FA5}">
                      <a16:colId xmlns:a16="http://schemas.microsoft.com/office/drawing/2014/main" val="500127722"/>
                    </a:ext>
                  </a:extLst>
                </a:gridCol>
                <a:gridCol w="755650">
                  <a:extLst>
                    <a:ext uri="{9D8B030D-6E8A-4147-A177-3AD203B41FA5}">
                      <a16:colId xmlns:a16="http://schemas.microsoft.com/office/drawing/2014/main" val="2946259618"/>
                    </a:ext>
                  </a:extLst>
                </a:gridCol>
                <a:gridCol w="755650">
                  <a:extLst>
                    <a:ext uri="{9D8B030D-6E8A-4147-A177-3AD203B41FA5}">
                      <a16:colId xmlns:a16="http://schemas.microsoft.com/office/drawing/2014/main" val="171501986"/>
                    </a:ext>
                  </a:extLst>
                </a:gridCol>
                <a:gridCol w="755650">
                  <a:extLst>
                    <a:ext uri="{9D8B030D-6E8A-4147-A177-3AD203B41FA5}">
                      <a16:colId xmlns:a16="http://schemas.microsoft.com/office/drawing/2014/main" val="1667185265"/>
                    </a:ext>
                  </a:extLst>
                </a:gridCol>
                <a:gridCol w="755650">
                  <a:extLst>
                    <a:ext uri="{9D8B030D-6E8A-4147-A177-3AD203B41FA5}">
                      <a16:colId xmlns:a16="http://schemas.microsoft.com/office/drawing/2014/main" val="4258211808"/>
                    </a:ext>
                  </a:extLst>
                </a:gridCol>
                <a:gridCol w="755650">
                  <a:extLst>
                    <a:ext uri="{9D8B030D-6E8A-4147-A177-3AD203B41FA5}">
                      <a16:colId xmlns:a16="http://schemas.microsoft.com/office/drawing/2014/main" val="1794200575"/>
                    </a:ext>
                  </a:extLst>
                </a:gridCol>
                <a:gridCol w="755650">
                  <a:extLst>
                    <a:ext uri="{9D8B030D-6E8A-4147-A177-3AD203B41FA5}">
                      <a16:colId xmlns:a16="http://schemas.microsoft.com/office/drawing/2014/main" val="4230716487"/>
                    </a:ext>
                  </a:extLst>
                </a:gridCol>
                <a:gridCol w="755650">
                  <a:extLst>
                    <a:ext uri="{9D8B030D-6E8A-4147-A177-3AD203B41FA5}">
                      <a16:colId xmlns:a16="http://schemas.microsoft.com/office/drawing/2014/main" val="56153739"/>
                    </a:ext>
                  </a:extLst>
                </a:gridCol>
              </a:tblGrid>
              <a:tr h="370840">
                <a:tc>
                  <a:txBody>
                    <a:bodyPr/>
                    <a:lstStyle/>
                    <a:p>
                      <a:pPr algn="ctr"/>
                      <a:r>
                        <a:rPr lang="en-US" altLang="zh-CN" dirty="0">
                          <a:solidFill>
                            <a:schemeClr val="tx1"/>
                          </a:solidFill>
                          <a:latin typeface="Arial Black" panose="020B0A04020102020204" pitchFamily="34" charset="0"/>
                        </a:rPr>
                        <a:t>0</a:t>
                      </a:r>
                      <a:endParaRPr lang="zh-CN" altLang="en-US" dirty="0">
                        <a:solidFill>
                          <a:schemeClr val="tx1"/>
                        </a:solidFill>
                        <a:latin typeface="Arial Black" panose="020B0A04020102020204" pitchFamily="34" charset="0"/>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algn="ctr"/>
                      <a:r>
                        <a:rPr lang="en-US" altLang="zh-CN" dirty="0">
                          <a:solidFill>
                            <a:schemeClr val="tx1"/>
                          </a:solidFill>
                          <a:latin typeface="Arial Black" panose="020B0A04020102020204" pitchFamily="34" charset="0"/>
                        </a:rPr>
                        <a:t>1</a:t>
                      </a:r>
                      <a:endParaRPr lang="zh-CN" altLang="en-US" dirty="0">
                        <a:solidFill>
                          <a:schemeClr val="tx1"/>
                        </a:solidFill>
                        <a:latin typeface="Arial Black" panose="020B0A04020102020204" pitchFamily="34" charset="0"/>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algn="ctr"/>
                      <a:r>
                        <a:rPr lang="en-US" altLang="zh-CN" dirty="0">
                          <a:solidFill>
                            <a:schemeClr val="tx1"/>
                          </a:solidFill>
                          <a:latin typeface="Arial Black" panose="020B0A04020102020204" pitchFamily="34" charset="0"/>
                        </a:rPr>
                        <a:t>2</a:t>
                      </a:r>
                      <a:endParaRPr lang="zh-CN" altLang="en-US" dirty="0">
                        <a:solidFill>
                          <a:schemeClr val="tx1"/>
                        </a:solidFill>
                        <a:latin typeface="Arial Black" panose="020B0A04020102020204" pitchFamily="34" charset="0"/>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algn="ctr"/>
                      <a:r>
                        <a:rPr lang="en-US" altLang="zh-CN" dirty="0">
                          <a:solidFill>
                            <a:schemeClr val="tx1"/>
                          </a:solidFill>
                          <a:latin typeface="Arial Black" panose="020B0A04020102020204" pitchFamily="34" charset="0"/>
                        </a:rPr>
                        <a:t>3</a:t>
                      </a:r>
                      <a:endParaRPr lang="zh-CN" altLang="en-US" dirty="0">
                        <a:solidFill>
                          <a:schemeClr val="tx1"/>
                        </a:solidFill>
                        <a:latin typeface="Arial Black" panose="020B0A04020102020204" pitchFamily="34" charset="0"/>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algn="ctr"/>
                      <a:r>
                        <a:rPr lang="en-US" altLang="zh-CN" dirty="0">
                          <a:solidFill>
                            <a:schemeClr val="tx1"/>
                          </a:solidFill>
                          <a:latin typeface="Arial Black" panose="020B0A04020102020204" pitchFamily="34" charset="0"/>
                        </a:rPr>
                        <a:t>4</a:t>
                      </a:r>
                      <a:endParaRPr lang="zh-CN" altLang="en-US" dirty="0">
                        <a:solidFill>
                          <a:schemeClr val="tx1"/>
                        </a:solidFill>
                        <a:latin typeface="Arial Black" panose="020B0A04020102020204" pitchFamily="34" charset="0"/>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algn="ctr"/>
                      <a:r>
                        <a:rPr lang="en-US" altLang="zh-CN" dirty="0">
                          <a:solidFill>
                            <a:schemeClr val="tx1"/>
                          </a:solidFill>
                          <a:latin typeface="Arial Black" panose="020B0A04020102020204" pitchFamily="34" charset="0"/>
                        </a:rPr>
                        <a:t>5</a:t>
                      </a:r>
                      <a:endParaRPr lang="zh-CN" altLang="en-US" dirty="0">
                        <a:solidFill>
                          <a:schemeClr val="tx1"/>
                        </a:solidFill>
                        <a:latin typeface="Arial Black" panose="020B0A04020102020204" pitchFamily="34" charset="0"/>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algn="ctr"/>
                      <a:r>
                        <a:rPr lang="en-US" altLang="zh-CN" dirty="0">
                          <a:solidFill>
                            <a:schemeClr val="tx1"/>
                          </a:solidFill>
                          <a:latin typeface="Arial Black" panose="020B0A04020102020204" pitchFamily="34" charset="0"/>
                        </a:rPr>
                        <a:t>6</a:t>
                      </a:r>
                      <a:endParaRPr lang="zh-CN" altLang="en-US" dirty="0">
                        <a:solidFill>
                          <a:schemeClr val="tx1"/>
                        </a:solidFill>
                        <a:latin typeface="Arial Black" panose="020B0A04020102020204" pitchFamily="34" charset="0"/>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algn="ctr"/>
                      <a:r>
                        <a:rPr lang="en-US" altLang="zh-CN" dirty="0">
                          <a:solidFill>
                            <a:schemeClr val="tx1"/>
                          </a:solidFill>
                          <a:latin typeface="Arial Black" panose="020B0A04020102020204" pitchFamily="34" charset="0"/>
                        </a:rPr>
                        <a:t>7</a:t>
                      </a:r>
                      <a:endParaRPr lang="zh-CN" altLang="en-US" dirty="0">
                        <a:solidFill>
                          <a:schemeClr val="tx1"/>
                        </a:solidFill>
                        <a:latin typeface="Arial Black" panose="020B0A04020102020204" pitchFamily="34" charset="0"/>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algn="ctr"/>
                      <a:r>
                        <a:rPr lang="en-US" altLang="zh-CN" dirty="0">
                          <a:solidFill>
                            <a:schemeClr val="tx1"/>
                          </a:solidFill>
                          <a:latin typeface="Arial Black" panose="020B0A04020102020204" pitchFamily="34" charset="0"/>
                        </a:rPr>
                        <a:t>0</a:t>
                      </a:r>
                      <a:endParaRPr lang="zh-CN" altLang="en-US" dirty="0">
                        <a:solidFill>
                          <a:schemeClr val="tx1"/>
                        </a:solidFill>
                        <a:latin typeface="Arial Black" panose="020B0A04020102020204" pitchFamily="34" charset="0"/>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algn="ctr"/>
                      <a:r>
                        <a:rPr lang="en-US" altLang="zh-CN" dirty="0">
                          <a:solidFill>
                            <a:schemeClr val="tx1"/>
                          </a:solidFill>
                          <a:latin typeface="Arial Black" panose="020B0A04020102020204" pitchFamily="34" charset="0"/>
                        </a:rPr>
                        <a:t>1</a:t>
                      </a:r>
                      <a:endParaRPr lang="zh-CN" altLang="en-US" dirty="0">
                        <a:solidFill>
                          <a:schemeClr val="tx1"/>
                        </a:solidFill>
                        <a:latin typeface="Arial Black" panose="020B0A04020102020204" pitchFamily="34" charset="0"/>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algn="ctr"/>
                      <a:r>
                        <a:rPr lang="en-US" altLang="zh-CN" dirty="0">
                          <a:solidFill>
                            <a:schemeClr val="tx1"/>
                          </a:solidFill>
                          <a:latin typeface="Arial Black" panose="020B0A04020102020204" pitchFamily="34" charset="0"/>
                        </a:rPr>
                        <a:t>2</a:t>
                      </a:r>
                      <a:endParaRPr lang="zh-CN" altLang="en-US" dirty="0">
                        <a:solidFill>
                          <a:schemeClr val="tx1"/>
                        </a:solidFill>
                        <a:latin typeface="Arial Black" panose="020B0A04020102020204" pitchFamily="34" charset="0"/>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algn="ctr"/>
                      <a:r>
                        <a:rPr lang="en-US" altLang="zh-CN" dirty="0">
                          <a:solidFill>
                            <a:schemeClr val="tx1"/>
                          </a:solidFill>
                          <a:latin typeface="Arial Black" panose="020B0A04020102020204" pitchFamily="34" charset="0"/>
                        </a:rPr>
                        <a:t>…</a:t>
                      </a:r>
                      <a:endParaRPr lang="zh-CN" altLang="en-US" dirty="0">
                        <a:solidFill>
                          <a:schemeClr val="tx1"/>
                        </a:solidFill>
                        <a:latin typeface="Arial Black" panose="020B0A04020102020204" pitchFamily="34" charset="0"/>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extLst>
                  <a:ext uri="{0D108BD9-81ED-4DB2-BD59-A6C34878D82A}">
                    <a16:rowId xmlns:a16="http://schemas.microsoft.com/office/drawing/2014/main" val="316235763"/>
                  </a:ext>
                </a:extLst>
              </a:tr>
            </a:tbl>
          </a:graphicData>
        </a:graphic>
      </p:graphicFrame>
      <mc:AlternateContent xmlns:mc="http://schemas.openxmlformats.org/markup-compatibility/2006" xmlns:a14="http://schemas.microsoft.com/office/drawing/2010/main">
        <mc:Choice Requires="a14">
          <p:sp>
            <p:nvSpPr>
              <p:cNvPr id="31" name="íşlïḍè">
                <a:extLst>
                  <a:ext uri="{FF2B5EF4-FFF2-40B4-BE49-F238E27FC236}">
                    <a16:creationId xmlns:a16="http://schemas.microsoft.com/office/drawing/2014/main" id="{534EE850-C207-4BCA-A31E-771A47DA9033}"/>
                  </a:ext>
                </a:extLst>
              </p:cNvPr>
              <p:cNvSpPr txBox="1"/>
              <p:nvPr/>
            </p:nvSpPr>
            <p:spPr>
              <a:xfrm>
                <a:off x="2993250" y="3724968"/>
                <a:ext cx="6218660" cy="311297"/>
              </a:xfrm>
              <a:prstGeom prst="rect">
                <a:avLst/>
              </a:prstGeom>
              <a:noFill/>
            </p:spPr>
            <p:txBody>
              <a:bodyPr wrap="square" lIns="91440" tIns="45720" rIns="91440" bIns="45720" anchor="ctr">
                <a:noAutofit/>
              </a:bodyPr>
              <a:lstStyle/>
              <a:p>
                <a:r>
                  <a:rPr lang="zh-CN" altLang="en-US" b="1" dirty="0">
                    <a:solidFill>
                      <a:schemeClr val="accent4"/>
                    </a:solidFill>
                  </a:rPr>
                  <a:t>接收窗口</a:t>
                </a:r>
                <a14:m>
                  <m:oMath xmlns:m="http://schemas.openxmlformats.org/officeDocument/2006/math">
                    <m:sSub>
                      <m:sSubPr>
                        <m:ctrlPr>
                          <a:rPr lang="en-US" altLang="zh-CN" b="1" i="1" smtClean="0">
                            <a:solidFill>
                              <a:schemeClr val="accent4"/>
                            </a:solidFill>
                            <a:latin typeface="Cambria Math" panose="02040503050406030204" pitchFamily="18" charset="0"/>
                          </a:rPr>
                        </m:ctrlPr>
                      </m:sSubPr>
                      <m:e>
                        <m:r>
                          <a:rPr lang="en-US" altLang="zh-CN" b="1" i="1" smtClean="0">
                            <a:solidFill>
                              <a:schemeClr val="accent4"/>
                            </a:solidFill>
                            <a:latin typeface="Cambria Math" panose="02040503050406030204" pitchFamily="18" charset="0"/>
                          </a:rPr>
                          <m:t>𝑾</m:t>
                        </m:r>
                      </m:e>
                      <m:sub>
                        <m:r>
                          <a:rPr lang="en-US" altLang="zh-CN" b="1" i="1" smtClean="0">
                            <a:solidFill>
                              <a:schemeClr val="accent4"/>
                            </a:solidFill>
                            <a:latin typeface="Cambria Math" panose="02040503050406030204" pitchFamily="18" charset="0"/>
                          </a:rPr>
                          <m:t>𝑹</m:t>
                        </m:r>
                      </m:sub>
                    </m:sSub>
                  </m:oMath>
                </a14:m>
                <a:r>
                  <a:rPr lang="zh-CN" altLang="en-US" b="1" dirty="0"/>
                  <a:t>取最大值</a:t>
                </a:r>
                <a14:m>
                  <m:oMath xmlns:m="http://schemas.openxmlformats.org/officeDocument/2006/math">
                    <m:sSup>
                      <m:sSupPr>
                        <m:ctrlPr>
                          <a:rPr lang="en-US" altLang="zh-CN" b="1" i="1" smtClean="0">
                            <a:latin typeface="Cambria Math" panose="02040503050406030204" pitchFamily="18" charset="0"/>
                          </a:rPr>
                        </m:ctrlPr>
                      </m:sSupPr>
                      <m:e>
                        <m:r>
                          <a:rPr lang="en-US" altLang="zh-CN" b="1" i="1" smtClean="0">
                            <a:latin typeface="Cambria Math" panose="02040503050406030204" pitchFamily="18" charset="0"/>
                          </a:rPr>
                          <m:t>𝟐</m:t>
                        </m:r>
                      </m:e>
                      <m:sup>
                        <m:r>
                          <a:rPr lang="en-US" altLang="zh-CN" b="1" i="1" smtClean="0">
                            <a:latin typeface="Cambria Math" panose="02040503050406030204" pitchFamily="18" charset="0"/>
                          </a:rPr>
                          <m:t>(</m:t>
                        </m:r>
                        <m:r>
                          <a:rPr lang="en-US" altLang="zh-CN" b="1" i="1" smtClean="0">
                            <a:latin typeface="Cambria Math" panose="02040503050406030204" pitchFamily="18" charset="0"/>
                          </a:rPr>
                          <m:t>𝟑</m:t>
                        </m:r>
                        <m:r>
                          <a:rPr lang="en-US" altLang="zh-CN" b="1" i="1" smtClean="0">
                            <a:latin typeface="Cambria Math" panose="02040503050406030204" pitchFamily="18" charset="0"/>
                          </a:rPr>
                          <m:t>−</m:t>
                        </m:r>
                        <m:r>
                          <a:rPr lang="en-US" altLang="zh-CN" b="1" i="1" smtClean="0">
                            <a:latin typeface="Cambria Math" panose="02040503050406030204" pitchFamily="18" charset="0"/>
                          </a:rPr>
                          <m:t>𝟏</m:t>
                        </m:r>
                        <m:r>
                          <a:rPr lang="en-US" altLang="zh-CN" b="1" i="1" smtClean="0">
                            <a:latin typeface="Cambria Math" panose="02040503050406030204" pitchFamily="18" charset="0"/>
                          </a:rPr>
                          <m:t>)</m:t>
                        </m:r>
                      </m:sup>
                    </m:sSup>
                  </m:oMath>
                </a14:m>
                <a:r>
                  <a:rPr lang="zh-CN" altLang="en-US" b="1" dirty="0"/>
                  <a:t>，即</a:t>
                </a:r>
                <a14:m>
                  <m:oMath xmlns:m="http://schemas.openxmlformats.org/officeDocument/2006/math">
                    <m:sSub>
                      <m:sSubPr>
                        <m:ctrlPr>
                          <a:rPr lang="en-US" altLang="zh-CN" b="1" i="1" smtClean="0">
                            <a:latin typeface="Cambria Math" panose="02040503050406030204" pitchFamily="18" charset="0"/>
                          </a:rPr>
                        </m:ctrlPr>
                      </m:sSubPr>
                      <m:e>
                        <m:r>
                          <a:rPr lang="en-US" altLang="zh-CN" b="1" i="1" smtClean="0">
                            <a:latin typeface="Cambria Math" panose="02040503050406030204" pitchFamily="18" charset="0"/>
                          </a:rPr>
                          <m:t>𝑾</m:t>
                        </m:r>
                      </m:e>
                      <m:sub>
                        <m:r>
                          <a:rPr lang="en-US" altLang="zh-CN" b="1" i="1" smtClean="0">
                            <a:latin typeface="Cambria Math" panose="02040503050406030204" pitchFamily="18" charset="0"/>
                          </a:rPr>
                          <m:t>𝑹</m:t>
                        </m:r>
                      </m:sub>
                    </m:sSub>
                    <m:r>
                      <a:rPr lang="en-US" altLang="zh-CN" b="1" i="1" smtClean="0">
                        <a:latin typeface="Cambria Math" panose="02040503050406030204" pitchFamily="18" charset="0"/>
                      </a:rPr>
                      <m:t>=</m:t>
                    </m:r>
                    <m:r>
                      <a:rPr lang="en-US" altLang="zh-CN" b="1" i="1" smtClean="0">
                        <a:latin typeface="Cambria Math" panose="02040503050406030204" pitchFamily="18" charset="0"/>
                      </a:rPr>
                      <m:t>𝟒</m:t>
                    </m:r>
                    <m:r>
                      <a:rPr lang="zh-CN" altLang="en-US" b="1" i="1">
                        <a:latin typeface="Cambria Math" panose="02040503050406030204" pitchFamily="18" charset="0"/>
                      </a:rPr>
                      <m:t>。</m:t>
                    </m:r>
                  </m:oMath>
                </a14:m>
                <a:endParaRPr lang="en-US" altLang="zh-CN" b="1" dirty="0"/>
              </a:p>
            </p:txBody>
          </p:sp>
        </mc:Choice>
        <mc:Fallback xmlns="">
          <p:sp>
            <p:nvSpPr>
              <p:cNvPr id="31" name="íşlïḍè">
                <a:extLst>
                  <a:ext uri="{FF2B5EF4-FFF2-40B4-BE49-F238E27FC236}">
                    <a16:creationId xmlns:a16="http://schemas.microsoft.com/office/drawing/2014/main" id="{534EE850-C207-4BCA-A31E-771A47DA9033}"/>
                  </a:ext>
                </a:extLst>
              </p:cNvPr>
              <p:cNvSpPr txBox="1">
                <a:spLocks noRot="1" noChangeAspect="1" noMove="1" noResize="1" noEditPoints="1" noAdjustHandles="1" noChangeArrowheads="1" noChangeShapeType="1" noTextEdit="1"/>
              </p:cNvSpPr>
              <p:nvPr/>
            </p:nvSpPr>
            <p:spPr>
              <a:xfrm>
                <a:off x="2993250" y="3724968"/>
                <a:ext cx="6218660" cy="311297"/>
              </a:xfrm>
              <a:prstGeom prst="rect">
                <a:avLst/>
              </a:prstGeom>
              <a:blipFill>
                <a:blip r:embed="rId8"/>
                <a:stretch>
                  <a:fillRect l="-784" t="-17647" b="-43137"/>
                </a:stretch>
              </a:blipFill>
            </p:spPr>
            <p:txBody>
              <a:bodyPr/>
              <a:lstStyle/>
              <a:p>
                <a:r>
                  <a:rPr lang="zh-CN" altLang="en-US">
                    <a:noFill/>
                  </a:rPr>
                  <a:t> </a:t>
                </a:r>
              </a:p>
            </p:txBody>
          </p:sp>
        </mc:Fallback>
      </mc:AlternateContent>
      <mc:AlternateContent xmlns:mc="http://schemas.openxmlformats.org/markup-compatibility/2006" xmlns:a14="http://schemas.microsoft.com/office/drawing/2010/main">
        <mc:Choice Requires="a14">
          <p:sp>
            <p:nvSpPr>
              <p:cNvPr id="32" name="íşlïḍè">
                <a:extLst>
                  <a:ext uri="{FF2B5EF4-FFF2-40B4-BE49-F238E27FC236}">
                    <a16:creationId xmlns:a16="http://schemas.microsoft.com/office/drawing/2014/main" id="{FBFA56FC-F0C2-4492-AE42-88A025F625E8}"/>
                  </a:ext>
                </a:extLst>
              </p:cNvPr>
              <p:cNvSpPr txBox="1"/>
              <p:nvPr/>
            </p:nvSpPr>
            <p:spPr>
              <a:xfrm>
                <a:off x="2993250" y="4183741"/>
                <a:ext cx="6218660" cy="311297"/>
              </a:xfrm>
              <a:prstGeom prst="rect">
                <a:avLst/>
              </a:prstGeom>
              <a:noFill/>
            </p:spPr>
            <p:txBody>
              <a:bodyPr wrap="square" lIns="91440" tIns="45720" rIns="91440" bIns="45720" anchor="ctr">
                <a:noAutofit/>
              </a:bodyPr>
              <a:lstStyle/>
              <a:p>
                <a:r>
                  <a:rPr lang="zh-CN" altLang="en-US" b="1" dirty="0">
                    <a:solidFill>
                      <a:schemeClr val="accent3"/>
                    </a:solidFill>
                  </a:rPr>
                  <a:t>发送窗口</a:t>
                </a:r>
                <a14:m>
                  <m:oMath xmlns:m="http://schemas.openxmlformats.org/officeDocument/2006/math">
                    <m:sSub>
                      <m:sSubPr>
                        <m:ctrlPr>
                          <a:rPr lang="en-US" altLang="zh-CN" b="1" i="1" smtClean="0">
                            <a:solidFill>
                              <a:schemeClr val="accent3"/>
                            </a:solidFill>
                            <a:latin typeface="Cambria Math" panose="02040503050406030204" pitchFamily="18" charset="0"/>
                          </a:rPr>
                        </m:ctrlPr>
                      </m:sSubPr>
                      <m:e>
                        <m:r>
                          <a:rPr lang="en-US" altLang="zh-CN" b="1" i="1" smtClean="0">
                            <a:solidFill>
                              <a:schemeClr val="accent3"/>
                            </a:solidFill>
                            <a:latin typeface="Cambria Math" panose="02040503050406030204" pitchFamily="18" charset="0"/>
                          </a:rPr>
                          <m:t>𝑾</m:t>
                        </m:r>
                      </m:e>
                      <m:sub>
                        <m:r>
                          <a:rPr lang="en-US" altLang="zh-CN" b="1" i="1" smtClean="0">
                            <a:solidFill>
                              <a:schemeClr val="accent3"/>
                            </a:solidFill>
                            <a:latin typeface="Cambria Math" panose="02040503050406030204" pitchFamily="18" charset="0"/>
                          </a:rPr>
                          <m:t>𝑻</m:t>
                        </m:r>
                      </m:sub>
                    </m:sSub>
                  </m:oMath>
                </a14:m>
                <a:r>
                  <a:rPr lang="zh-CN" altLang="en-US" b="1" dirty="0"/>
                  <a:t>能取到的最大值也为</a:t>
                </a:r>
                <a14:m>
                  <m:oMath xmlns:m="http://schemas.openxmlformats.org/officeDocument/2006/math">
                    <m:sSup>
                      <m:sSupPr>
                        <m:ctrlPr>
                          <a:rPr lang="en-US" altLang="zh-CN" b="1" i="1" smtClean="0">
                            <a:latin typeface="Cambria Math" panose="02040503050406030204" pitchFamily="18" charset="0"/>
                          </a:rPr>
                        </m:ctrlPr>
                      </m:sSupPr>
                      <m:e>
                        <m:r>
                          <a:rPr lang="en-US" altLang="zh-CN" b="1" i="1" smtClean="0">
                            <a:latin typeface="Cambria Math" panose="02040503050406030204" pitchFamily="18" charset="0"/>
                          </a:rPr>
                          <m:t>𝟐</m:t>
                        </m:r>
                      </m:e>
                      <m:sup>
                        <m:r>
                          <a:rPr lang="en-US" altLang="zh-CN" b="1" i="1" smtClean="0">
                            <a:latin typeface="Cambria Math" panose="02040503050406030204" pitchFamily="18" charset="0"/>
                          </a:rPr>
                          <m:t>(</m:t>
                        </m:r>
                        <m:r>
                          <a:rPr lang="en-US" altLang="zh-CN" b="1" i="1" smtClean="0">
                            <a:latin typeface="Cambria Math" panose="02040503050406030204" pitchFamily="18" charset="0"/>
                          </a:rPr>
                          <m:t>𝟑</m:t>
                        </m:r>
                        <m:r>
                          <a:rPr lang="en-US" altLang="zh-CN" b="1" i="1" smtClean="0">
                            <a:latin typeface="Cambria Math" panose="02040503050406030204" pitchFamily="18" charset="0"/>
                          </a:rPr>
                          <m:t>−</m:t>
                        </m:r>
                        <m:r>
                          <a:rPr lang="en-US" altLang="zh-CN" b="1" i="1" smtClean="0">
                            <a:latin typeface="Cambria Math" panose="02040503050406030204" pitchFamily="18" charset="0"/>
                          </a:rPr>
                          <m:t>𝟏</m:t>
                        </m:r>
                        <m:r>
                          <a:rPr lang="en-US" altLang="zh-CN" b="1" i="1" smtClean="0">
                            <a:latin typeface="Cambria Math" panose="02040503050406030204" pitchFamily="18" charset="0"/>
                          </a:rPr>
                          <m:t>)</m:t>
                        </m:r>
                      </m:sup>
                    </m:sSup>
                  </m:oMath>
                </a14:m>
                <a:r>
                  <a:rPr lang="zh-CN" altLang="en-US" b="1" dirty="0"/>
                  <a:t>，即</a:t>
                </a:r>
                <a14:m>
                  <m:oMath xmlns:m="http://schemas.openxmlformats.org/officeDocument/2006/math">
                    <m:sSub>
                      <m:sSubPr>
                        <m:ctrlPr>
                          <a:rPr lang="en-US" altLang="zh-CN" b="1" i="1" smtClean="0">
                            <a:latin typeface="Cambria Math" panose="02040503050406030204" pitchFamily="18" charset="0"/>
                          </a:rPr>
                        </m:ctrlPr>
                      </m:sSubPr>
                      <m:e>
                        <m:r>
                          <a:rPr lang="en-US" altLang="zh-CN" b="1" i="1" smtClean="0">
                            <a:latin typeface="Cambria Math" panose="02040503050406030204" pitchFamily="18" charset="0"/>
                          </a:rPr>
                          <m:t>𝑾</m:t>
                        </m:r>
                      </m:e>
                      <m:sub>
                        <m:r>
                          <a:rPr lang="en-US" altLang="zh-CN" b="1" i="1" smtClean="0">
                            <a:latin typeface="Cambria Math" panose="02040503050406030204" pitchFamily="18" charset="0"/>
                          </a:rPr>
                          <m:t>𝑻</m:t>
                        </m:r>
                      </m:sub>
                    </m:sSub>
                    <m:r>
                      <a:rPr lang="en-US" altLang="zh-CN" b="1" i="1" smtClean="0">
                        <a:latin typeface="Cambria Math" panose="02040503050406030204" pitchFamily="18" charset="0"/>
                      </a:rPr>
                      <m:t>=</m:t>
                    </m:r>
                    <m:r>
                      <a:rPr lang="en-US" altLang="zh-CN" b="1" i="1" smtClean="0">
                        <a:latin typeface="Cambria Math" panose="02040503050406030204" pitchFamily="18" charset="0"/>
                      </a:rPr>
                      <m:t>𝟒</m:t>
                    </m:r>
                    <m:r>
                      <a:rPr lang="zh-CN" altLang="en-US" b="1" i="1">
                        <a:latin typeface="Cambria Math" panose="02040503050406030204" pitchFamily="18" charset="0"/>
                      </a:rPr>
                      <m:t>。</m:t>
                    </m:r>
                  </m:oMath>
                </a14:m>
                <a:endParaRPr lang="en-US" altLang="zh-CN" b="1" dirty="0"/>
              </a:p>
            </p:txBody>
          </p:sp>
        </mc:Choice>
        <mc:Fallback xmlns="">
          <p:sp>
            <p:nvSpPr>
              <p:cNvPr id="32" name="íşlïḍè">
                <a:extLst>
                  <a:ext uri="{FF2B5EF4-FFF2-40B4-BE49-F238E27FC236}">
                    <a16:creationId xmlns:a16="http://schemas.microsoft.com/office/drawing/2014/main" id="{FBFA56FC-F0C2-4492-AE42-88A025F625E8}"/>
                  </a:ext>
                </a:extLst>
              </p:cNvPr>
              <p:cNvSpPr txBox="1">
                <a:spLocks noRot="1" noChangeAspect="1" noMove="1" noResize="1" noEditPoints="1" noAdjustHandles="1" noChangeArrowheads="1" noChangeShapeType="1" noTextEdit="1"/>
              </p:cNvSpPr>
              <p:nvPr/>
            </p:nvSpPr>
            <p:spPr>
              <a:xfrm>
                <a:off x="2993250" y="4183741"/>
                <a:ext cx="6218660" cy="311297"/>
              </a:xfrm>
              <a:prstGeom prst="rect">
                <a:avLst/>
              </a:prstGeom>
              <a:blipFill>
                <a:blip r:embed="rId9"/>
                <a:stretch>
                  <a:fillRect l="-784" t="-17647" b="-43137"/>
                </a:stretch>
              </a:blipFill>
            </p:spPr>
            <p:txBody>
              <a:bodyPr/>
              <a:lstStyle/>
              <a:p>
                <a:r>
                  <a:rPr lang="zh-CN" altLang="en-US">
                    <a:noFill/>
                  </a:rPr>
                  <a:t> </a:t>
                </a:r>
              </a:p>
            </p:txBody>
          </p:sp>
        </mc:Fallback>
      </mc:AlternateContent>
      <p:sp>
        <p:nvSpPr>
          <p:cNvPr id="27" name="平行四边形 26">
            <a:extLst>
              <a:ext uri="{FF2B5EF4-FFF2-40B4-BE49-F238E27FC236}">
                <a16:creationId xmlns:a16="http://schemas.microsoft.com/office/drawing/2014/main" id="{D25EB393-88F4-F653-8C7E-69C6ECADAB2F}"/>
              </a:ext>
            </a:extLst>
          </p:cNvPr>
          <p:cNvSpPr/>
          <p:nvPr/>
        </p:nvSpPr>
        <p:spPr>
          <a:xfrm>
            <a:off x="304800" y="749300"/>
            <a:ext cx="675384" cy="387090"/>
          </a:xfrm>
          <a:prstGeom prst="parallelogram">
            <a:avLst/>
          </a:prstGeom>
          <a:solidFill>
            <a:schemeClr val="accent3">
              <a:lumMod val="75000"/>
            </a:schemeClr>
          </a:solidFill>
          <a:ln>
            <a:solidFill>
              <a:schemeClr val="accent3">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CN" sz="2200" dirty="0">
                <a:latin typeface="Impact" panose="020B0806030902050204" pitchFamily="34" charset="0"/>
              </a:rPr>
              <a:t>05</a:t>
            </a:r>
            <a:endParaRPr lang="zh-CN" altLang="en-US" sz="2200" dirty="0">
              <a:latin typeface="Impact" panose="020B0806030902050204" pitchFamily="34" charset="0"/>
            </a:endParaRPr>
          </a:p>
        </p:txBody>
      </p:sp>
    </p:spTree>
    <p:custDataLst>
      <p:tags r:id="rId1"/>
    </p:custDataLst>
    <p:extLst>
      <p:ext uri="{BB962C8B-B14F-4D97-AF65-F5344CB8AC3E}">
        <p14:creationId xmlns:p14="http://schemas.microsoft.com/office/powerpoint/2010/main" val="4272501922"/>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2" fill="hold" nodeType="withEffect">
                                  <p:stCondLst>
                                    <p:cond delay="0"/>
                                  </p:stCondLst>
                                  <p:childTnLst>
                                    <p:set>
                                      <p:cBhvr>
                                        <p:cTn id="6" dur="1" fill="hold">
                                          <p:stCondLst>
                                            <p:cond delay="0"/>
                                          </p:stCondLst>
                                        </p:cTn>
                                        <p:tgtEl>
                                          <p:spTgt spid="18"/>
                                        </p:tgtEl>
                                        <p:attrNameLst>
                                          <p:attrName>style.visibility</p:attrName>
                                        </p:attrNameLst>
                                      </p:cBhvr>
                                      <p:to>
                                        <p:strVal val="visible"/>
                                      </p:to>
                                    </p:set>
                                    <p:anim calcmode="lin" valueType="num">
                                      <p:cBhvr additive="base">
                                        <p:cTn id="7" dur="500" fill="hold"/>
                                        <p:tgtEl>
                                          <p:spTgt spid="18"/>
                                        </p:tgtEl>
                                        <p:attrNameLst>
                                          <p:attrName>ppt_x</p:attrName>
                                        </p:attrNameLst>
                                      </p:cBhvr>
                                      <p:tavLst>
                                        <p:tav tm="0">
                                          <p:val>
                                            <p:strVal val="1+#ppt_w/2"/>
                                          </p:val>
                                        </p:tav>
                                        <p:tav tm="100000">
                                          <p:val>
                                            <p:strVal val="#ppt_x"/>
                                          </p:val>
                                        </p:tav>
                                      </p:tavLst>
                                    </p:anim>
                                    <p:anim calcmode="lin" valueType="num">
                                      <p:cBhvr additive="base">
                                        <p:cTn id="8" dur="500" fill="hold"/>
                                        <p:tgtEl>
                                          <p:spTgt spid="18"/>
                                        </p:tgtEl>
                                        <p:attrNameLst>
                                          <p:attrName>ppt_y</p:attrName>
                                        </p:attrNameLst>
                                      </p:cBhvr>
                                      <p:tavLst>
                                        <p:tav tm="0">
                                          <p:val>
                                            <p:strVal val="#ppt_y"/>
                                          </p:val>
                                        </p:tav>
                                        <p:tav tm="100000">
                                          <p:val>
                                            <p:strVal val="#ppt_y"/>
                                          </p:val>
                                        </p:tav>
                                      </p:tavLst>
                                    </p:anim>
                                  </p:childTnLst>
                                </p:cTn>
                              </p:par>
                            </p:childTnLst>
                          </p:cTn>
                        </p:par>
                      </p:childTnLst>
                    </p:cTn>
                  </p:par>
                  <p:par>
                    <p:cTn id="9" fill="hold">
                      <p:stCondLst>
                        <p:cond delay="indefinite"/>
                      </p:stCondLst>
                      <p:childTnLst>
                        <p:par>
                          <p:cTn id="10" fill="hold">
                            <p:stCondLst>
                              <p:cond delay="0"/>
                            </p:stCondLst>
                            <p:childTnLst>
                              <p:par>
                                <p:cTn id="11" presetID="1" presetClass="entr" presetSubtype="0" fill="hold" grpId="0" nodeType="clickEffect">
                                  <p:stCondLst>
                                    <p:cond delay="0"/>
                                  </p:stCondLst>
                                  <p:iterate type="lt">
                                    <p:tmAbs val="100"/>
                                  </p:iterate>
                                  <p:childTnLst>
                                    <p:set>
                                      <p:cBhvr>
                                        <p:cTn id="12" dur="1" fill="hold">
                                          <p:stCondLst>
                                            <p:cond delay="0"/>
                                          </p:stCondLst>
                                        </p:cTn>
                                        <p:tgtEl>
                                          <p:spTgt spid="28"/>
                                        </p:tgtEl>
                                        <p:attrNameLst>
                                          <p:attrName>style.visibility</p:attrName>
                                        </p:attrNameLst>
                                      </p:cBhvr>
                                      <p:to>
                                        <p:strVal val="visible"/>
                                      </p:to>
                                    </p:set>
                                  </p:childTnLst>
                                </p:cTn>
                              </p:par>
                            </p:childTnLst>
                          </p:cTn>
                        </p:par>
                      </p:childTnLst>
                    </p:cTn>
                  </p:par>
                  <p:par>
                    <p:cTn id="13" fill="hold">
                      <p:stCondLst>
                        <p:cond delay="indefinite"/>
                      </p:stCondLst>
                      <p:childTnLst>
                        <p:par>
                          <p:cTn id="14" fill="hold">
                            <p:stCondLst>
                              <p:cond delay="0"/>
                            </p:stCondLst>
                            <p:childTnLst>
                              <p:par>
                                <p:cTn id="15" presetID="22" presetClass="entr" presetSubtype="8" fill="hold" nodeType="clickEffect">
                                  <p:stCondLst>
                                    <p:cond delay="0"/>
                                  </p:stCondLst>
                                  <p:childTnLst>
                                    <p:set>
                                      <p:cBhvr>
                                        <p:cTn id="16" dur="1" fill="hold">
                                          <p:stCondLst>
                                            <p:cond delay="0"/>
                                          </p:stCondLst>
                                        </p:cTn>
                                        <p:tgtEl>
                                          <p:spTgt spid="29"/>
                                        </p:tgtEl>
                                        <p:attrNameLst>
                                          <p:attrName>style.visibility</p:attrName>
                                        </p:attrNameLst>
                                      </p:cBhvr>
                                      <p:to>
                                        <p:strVal val="visible"/>
                                      </p:to>
                                    </p:set>
                                    <p:animEffect transition="in" filter="wipe(left)">
                                      <p:cBhvr>
                                        <p:cTn id="17" dur="1000"/>
                                        <p:tgtEl>
                                          <p:spTgt spid="29"/>
                                        </p:tgtEl>
                                      </p:cBhvr>
                                    </p:animEffect>
                                  </p:childTnLst>
                                </p:cTn>
                              </p:par>
                              <p:par>
                                <p:cTn id="18" presetID="22" presetClass="entr" presetSubtype="8" fill="hold" nodeType="withEffect">
                                  <p:stCondLst>
                                    <p:cond delay="0"/>
                                  </p:stCondLst>
                                  <p:childTnLst>
                                    <p:set>
                                      <p:cBhvr>
                                        <p:cTn id="19" dur="1" fill="hold">
                                          <p:stCondLst>
                                            <p:cond delay="0"/>
                                          </p:stCondLst>
                                        </p:cTn>
                                        <p:tgtEl>
                                          <p:spTgt spid="30"/>
                                        </p:tgtEl>
                                        <p:attrNameLst>
                                          <p:attrName>style.visibility</p:attrName>
                                        </p:attrNameLst>
                                      </p:cBhvr>
                                      <p:to>
                                        <p:strVal val="visible"/>
                                      </p:to>
                                    </p:set>
                                    <p:animEffect transition="in" filter="wipe(left)">
                                      <p:cBhvr>
                                        <p:cTn id="20" dur="1000"/>
                                        <p:tgtEl>
                                          <p:spTgt spid="30"/>
                                        </p:tgtEl>
                                      </p:cBhvr>
                                    </p:animEffect>
                                  </p:childTnLst>
                                </p:cTn>
                              </p:par>
                            </p:childTnLst>
                          </p:cTn>
                        </p:par>
                      </p:childTnLst>
                    </p:cTn>
                  </p:par>
                  <p:par>
                    <p:cTn id="21" fill="hold">
                      <p:stCondLst>
                        <p:cond delay="indefinite"/>
                      </p:stCondLst>
                      <p:childTnLst>
                        <p:par>
                          <p:cTn id="22" fill="hold">
                            <p:stCondLst>
                              <p:cond delay="0"/>
                            </p:stCondLst>
                            <p:childTnLst>
                              <p:par>
                                <p:cTn id="23" presetID="1" presetClass="entr" presetSubtype="0" fill="hold" grpId="0" nodeType="clickEffect">
                                  <p:stCondLst>
                                    <p:cond delay="0"/>
                                  </p:stCondLst>
                                  <p:iterate type="lt">
                                    <p:tmAbs val="100"/>
                                  </p:iterate>
                                  <p:childTnLst>
                                    <p:set>
                                      <p:cBhvr>
                                        <p:cTn id="24" dur="1" fill="hold">
                                          <p:stCondLst>
                                            <p:cond delay="0"/>
                                          </p:stCondLst>
                                        </p:cTn>
                                        <p:tgtEl>
                                          <p:spTgt spid="31"/>
                                        </p:tgtEl>
                                        <p:attrNameLst>
                                          <p:attrName>style.visibility</p:attrName>
                                        </p:attrNameLst>
                                      </p:cBhvr>
                                      <p:to>
                                        <p:strVal val="visible"/>
                                      </p:to>
                                    </p:set>
                                  </p:childTnLst>
                                </p:cTn>
                              </p:par>
                            </p:childTnLst>
                          </p:cTn>
                        </p:par>
                      </p:childTnLst>
                    </p:cTn>
                  </p:par>
                  <p:par>
                    <p:cTn id="25" fill="hold">
                      <p:stCondLst>
                        <p:cond delay="indefinite"/>
                      </p:stCondLst>
                      <p:childTnLst>
                        <p:par>
                          <p:cTn id="26" fill="hold">
                            <p:stCondLst>
                              <p:cond delay="0"/>
                            </p:stCondLst>
                            <p:childTnLst>
                              <p:par>
                                <p:cTn id="27" presetID="1" presetClass="entr" presetSubtype="0" fill="hold" grpId="0" nodeType="clickEffect">
                                  <p:stCondLst>
                                    <p:cond delay="0"/>
                                  </p:stCondLst>
                                  <p:iterate type="lt">
                                    <p:tmAbs val="100"/>
                                  </p:iterate>
                                  <p:childTnLst>
                                    <p:set>
                                      <p:cBhvr>
                                        <p:cTn id="28" dur="1" fill="hold">
                                          <p:stCondLst>
                                            <p:cond delay="0"/>
                                          </p:stCondLst>
                                        </p:cTn>
                                        <p:tgtEl>
                                          <p:spTgt spid="32"/>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8" grpId="0"/>
      <p:bldP spid="31" grpId="0"/>
      <p:bldP spid="32" grpId="0"/>
    </p:bldLst>
  </p:timing>
</p:sld>
</file>

<file path=ppt/slides/slide19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45" name="组合 44">
            <a:extLst>
              <a:ext uri="{FF2B5EF4-FFF2-40B4-BE49-F238E27FC236}">
                <a16:creationId xmlns:a16="http://schemas.microsoft.com/office/drawing/2014/main" id="{F5FCA282-8954-464E-9962-8DEC0A190612}"/>
              </a:ext>
            </a:extLst>
          </p:cNvPr>
          <p:cNvGrpSpPr/>
          <p:nvPr/>
        </p:nvGrpSpPr>
        <p:grpSpPr>
          <a:xfrm>
            <a:off x="2305203" y="1368773"/>
            <a:ext cx="3025589" cy="910796"/>
            <a:chOff x="2302929" y="5098286"/>
            <a:chExt cx="3025589" cy="910796"/>
          </a:xfrm>
        </p:grpSpPr>
        <p:sp>
          <p:nvSpPr>
            <p:cNvPr id="46" name="矩形 45">
              <a:extLst>
                <a:ext uri="{FF2B5EF4-FFF2-40B4-BE49-F238E27FC236}">
                  <a16:creationId xmlns:a16="http://schemas.microsoft.com/office/drawing/2014/main" id="{471AA480-7085-4D51-B0B4-D68301BF2020}"/>
                </a:ext>
              </a:extLst>
            </p:cNvPr>
            <p:cNvSpPr/>
            <p:nvPr/>
          </p:nvSpPr>
          <p:spPr>
            <a:xfrm>
              <a:off x="2302929" y="5467618"/>
              <a:ext cx="3025589" cy="541464"/>
            </a:xfrm>
            <a:prstGeom prst="rect">
              <a:avLst/>
            </a:prstGeom>
            <a:solidFill>
              <a:schemeClr val="accent4"/>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mc:AlternateContent xmlns:mc="http://schemas.openxmlformats.org/markup-compatibility/2006" xmlns:a14="http://schemas.microsoft.com/office/drawing/2010/main">
          <mc:Choice Requires="a14">
            <p:sp>
              <p:nvSpPr>
                <p:cNvPr id="47" name="文本框 46">
                  <a:extLst>
                    <a:ext uri="{FF2B5EF4-FFF2-40B4-BE49-F238E27FC236}">
                      <a16:creationId xmlns:a16="http://schemas.microsoft.com/office/drawing/2014/main" id="{4DD506B6-2862-4CF6-A3E9-F36AEFD5D21B}"/>
                    </a:ext>
                  </a:extLst>
                </p:cNvPr>
                <p:cNvSpPr txBox="1"/>
                <p:nvPr/>
              </p:nvSpPr>
              <p:spPr>
                <a:xfrm>
                  <a:off x="3277773" y="5098286"/>
                  <a:ext cx="1067217" cy="369332"/>
                </a:xfrm>
                <a:prstGeom prst="rect">
                  <a:avLst/>
                </a:prstGeom>
                <a:noFill/>
              </p:spPr>
              <p:txBody>
                <a:bodyPr wrap="square">
                  <a:spAutoFit/>
                </a:bodyPr>
                <a:lstStyle/>
                <a:p>
                  <a:pPr/>
                  <a14:m>
                    <m:oMathPara xmlns:m="http://schemas.openxmlformats.org/officeDocument/2006/math">
                      <m:oMathParaPr>
                        <m:jc m:val="centerGroup"/>
                      </m:oMathParaPr>
                      <m:oMath xmlns:m="http://schemas.openxmlformats.org/officeDocument/2006/math">
                        <m:sSub>
                          <m:sSubPr>
                            <m:ctrlPr>
                              <a:rPr lang="en-US" altLang="zh-CN" b="1" i="1" smtClean="0">
                                <a:solidFill>
                                  <a:schemeClr val="accent4"/>
                                </a:solidFill>
                                <a:latin typeface="Cambria Math" panose="02040503050406030204" pitchFamily="18" charset="0"/>
                              </a:rPr>
                            </m:ctrlPr>
                          </m:sSubPr>
                          <m:e>
                            <m:r>
                              <a:rPr lang="en-US" altLang="zh-CN" b="1" i="1" smtClean="0">
                                <a:solidFill>
                                  <a:schemeClr val="accent4"/>
                                </a:solidFill>
                                <a:latin typeface="Cambria Math" panose="02040503050406030204" pitchFamily="18" charset="0"/>
                              </a:rPr>
                              <m:t>𝑾</m:t>
                            </m:r>
                          </m:e>
                          <m:sub>
                            <m:r>
                              <a:rPr lang="en-US" altLang="zh-CN" b="1" i="1" smtClean="0">
                                <a:solidFill>
                                  <a:schemeClr val="accent4"/>
                                </a:solidFill>
                                <a:latin typeface="Cambria Math" panose="02040503050406030204" pitchFamily="18" charset="0"/>
                              </a:rPr>
                              <m:t>𝑹</m:t>
                            </m:r>
                          </m:sub>
                        </m:sSub>
                        <m:r>
                          <a:rPr lang="en-US" altLang="zh-CN" b="1" i="1" smtClean="0">
                            <a:solidFill>
                              <a:schemeClr val="accent4"/>
                            </a:solidFill>
                            <a:latin typeface="Cambria Math" panose="02040503050406030204" pitchFamily="18" charset="0"/>
                          </a:rPr>
                          <m:t>=</m:t>
                        </m:r>
                        <m:r>
                          <a:rPr lang="en-US" altLang="zh-CN" b="1" i="1" smtClean="0">
                            <a:solidFill>
                              <a:schemeClr val="accent4"/>
                            </a:solidFill>
                            <a:latin typeface="Cambria Math" panose="02040503050406030204" pitchFamily="18" charset="0"/>
                          </a:rPr>
                          <m:t>𝟒</m:t>
                        </m:r>
                      </m:oMath>
                    </m:oMathPara>
                  </a14:m>
                  <a:endParaRPr lang="zh-CN" altLang="en-US" dirty="0">
                    <a:solidFill>
                      <a:schemeClr val="accent4"/>
                    </a:solidFill>
                  </a:endParaRPr>
                </a:p>
              </p:txBody>
            </p:sp>
          </mc:Choice>
          <mc:Fallback xmlns="">
            <p:sp>
              <p:nvSpPr>
                <p:cNvPr id="47" name="文本框 46">
                  <a:extLst>
                    <a:ext uri="{FF2B5EF4-FFF2-40B4-BE49-F238E27FC236}">
                      <a16:creationId xmlns:a16="http://schemas.microsoft.com/office/drawing/2014/main" id="{4DD506B6-2862-4CF6-A3E9-F36AEFD5D21B}"/>
                    </a:ext>
                  </a:extLst>
                </p:cNvPr>
                <p:cNvSpPr txBox="1">
                  <a:spLocks noRot="1" noChangeAspect="1" noMove="1" noResize="1" noEditPoints="1" noAdjustHandles="1" noChangeArrowheads="1" noChangeShapeType="1" noTextEdit="1"/>
                </p:cNvSpPr>
                <p:nvPr/>
              </p:nvSpPr>
              <p:spPr>
                <a:xfrm>
                  <a:off x="3277773" y="5098286"/>
                  <a:ext cx="1067217" cy="369332"/>
                </a:xfrm>
                <a:prstGeom prst="rect">
                  <a:avLst/>
                </a:prstGeom>
                <a:blipFill>
                  <a:blip r:embed="rId3"/>
                  <a:stretch>
                    <a:fillRect b="-3333"/>
                  </a:stretch>
                </a:blipFill>
              </p:spPr>
              <p:txBody>
                <a:bodyPr/>
                <a:lstStyle/>
                <a:p>
                  <a:r>
                    <a:rPr lang="zh-CN" altLang="en-US">
                      <a:noFill/>
                    </a:rPr>
                    <a:t> </a:t>
                  </a:r>
                </a:p>
              </p:txBody>
            </p:sp>
          </mc:Fallback>
        </mc:AlternateContent>
      </p:grpSp>
      <p:grpSp>
        <p:nvGrpSpPr>
          <p:cNvPr id="48" name="组合 47">
            <a:extLst>
              <a:ext uri="{FF2B5EF4-FFF2-40B4-BE49-F238E27FC236}">
                <a16:creationId xmlns:a16="http://schemas.microsoft.com/office/drawing/2014/main" id="{42A71A47-2CF4-4320-9216-3E48FD22095C}"/>
              </a:ext>
            </a:extLst>
          </p:cNvPr>
          <p:cNvGrpSpPr/>
          <p:nvPr/>
        </p:nvGrpSpPr>
        <p:grpSpPr>
          <a:xfrm>
            <a:off x="2304942" y="2279569"/>
            <a:ext cx="3023740" cy="426259"/>
            <a:chOff x="2302668" y="6009082"/>
            <a:chExt cx="3023740" cy="426259"/>
          </a:xfrm>
        </p:grpSpPr>
        <p:cxnSp>
          <p:nvCxnSpPr>
            <p:cNvPr id="49" name="直接连接符 48">
              <a:extLst>
                <a:ext uri="{FF2B5EF4-FFF2-40B4-BE49-F238E27FC236}">
                  <a16:creationId xmlns:a16="http://schemas.microsoft.com/office/drawing/2014/main" id="{49599C9C-4492-49CC-BE95-DFCA851F6D14}"/>
                </a:ext>
              </a:extLst>
            </p:cNvPr>
            <p:cNvCxnSpPr>
              <a:cxnSpLocks/>
            </p:cNvCxnSpPr>
            <p:nvPr/>
          </p:nvCxnSpPr>
          <p:spPr>
            <a:xfrm>
              <a:off x="2302668" y="6009082"/>
              <a:ext cx="0" cy="369332"/>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0" name="直接连接符 49">
              <a:extLst>
                <a:ext uri="{FF2B5EF4-FFF2-40B4-BE49-F238E27FC236}">
                  <a16:creationId xmlns:a16="http://schemas.microsoft.com/office/drawing/2014/main" id="{FACE9799-1C30-45AC-8645-E57138472E21}"/>
                </a:ext>
              </a:extLst>
            </p:cNvPr>
            <p:cNvCxnSpPr>
              <a:cxnSpLocks/>
            </p:cNvCxnSpPr>
            <p:nvPr/>
          </p:nvCxnSpPr>
          <p:spPr>
            <a:xfrm>
              <a:off x="5326408" y="6009082"/>
              <a:ext cx="0" cy="369332"/>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1" name="直接箭头连接符 50">
              <a:extLst>
                <a:ext uri="{FF2B5EF4-FFF2-40B4-BE49-F238E27FC236}">
                  <a16:creationId xmlns:a16="http://schemas.microsoft.com/office/drawing/2014/main" id="{5687460B-E762-400F-9F14-A9F215D96E0D}"/>
                </a:ext>
              </a:extLst>
            </p:cNvPr>
            <p:cNvCxnSpPr>
              <a:cxnSpLocks/>
            </p:cNvCxnSpPr>
            <p:nvPr/>
          </p:nvCxnSpPr>
          <p:spPr>
            <a:xfrm>
              <a:off x="2302668" y="6250675"/>
              <a:ext cx="3023740" cy="0"/>
            </a:xfrm>
            <a:prstGeom prst="straightConnector1">
              <a:avLst/>
            </a:prstGeom>
            <a:ln w="12700">
              <a:solidFill>
                <a:schemeClr val="tx1"/>
              </a:solidFill>
              <a:headEnd type="triangle"/>
              <a:tailEnd type="triangle"/>
            </a:ln>
          </p:spPr>
          <p:style>
            <a:lnRef idx="1">
              <a:schemeClr val="accent1"/>
            </a:lnRef>
            <a:fillRef idx="0">
              <a:schemeClr val="accent1"/>
            </a:fillRef>
            <a:effectRef idx="0">
              <a:schemeClr val="accent1"/>
            </a:effectRef>
            <a:fontRef idx="minor">
              <a:schemeClr val="tx1"/>
            </a:fontRef>
          </p:style>
        </p:cxnSp>
        <p:sp>
          <p:nvSpPr>
            <p:cNvPr id="52" name="íşlïḍè">
              <a:extLst>
                <a:ext uri="{FF2B5EF4-FFF2-40B4-BE49-F238E27FC236}">
                  <a16:creationId xmlns:a16="http://schemas.microsoft.com/office/drawing/2014/main" id="{67112A84-9508-4123-B37A-E3CCAA726D10}"/>
                </a:ext>
              </a:extLst>
            </p:cNvPr>
            <p:cNvSpPr txBox="1"/>
            <p:nvPr/>
          </p:nvSpPr>
          <p:spPr>
            <a:xfrm>
              <a:off x="2624393" y="6066009"/>
              <a:ext cx="2380291" cy="369332"/>
            </a:xfrm>
            <a:prstGeom prst="rect">
              <a:avLst/>
            </a:prstGeom>
            <a:solidFill>
              <a:schemeClr val="bg1"/>
            </a:solidFill>
          </p:spPr>
          <p:txBody>
            <a:bodyPr wrap="square" lIns="91440" tIns="45720" rIns="91440" bIns="45720" anchor="ctr">
              <a:noAutofit/>
            </a:bodyPr>
            <a:lstStyle/>
            <a:p>
              <a:pPr algn="ctr"/>
              <a:r>
                <a:rPr lang="zh-CN" altLang="en-US" b="1" dirty="0"/>
                <a:t>允许接收</a:t>
              </a:r>
              <a:r>
                <a:rPr lang="en-US" altLang="zh-CN" b="1" dirty="0"/>
                <a:t>4</a:t>
              </a:r>
              <a:r>
                <a:rPr lang="zh-CN" altLang="en-US" b="1" dirty="0"/>
                <a:t>个数据分组</a:t>
              </a:r>
              <a:endParaRPr lang="en-US" altLang="zh-CN" b="1" dirty="0"/>
            </a:p>
          </p:txBody>
        </p:sp>
      </p:grpSp>
      <p:grpSp>
        <p:nvGrpSpPr>
          <p:cNvPr id="10" name="组合 9">
            <a:extLst>
              <a:ext uri="{FF2B5EF4-FFF2-40B4-BE49-F238E27FC236}">
                <a16:creationId xmlns:a16="http://schemas.microsoft.com/office/drawing/2014/main" id="{C6F60575-81D5-4F92-A950-3673A7353924}"/>
              </a:ext>
            </a:extLst>
          </p:cNvPr>
          <p:cNvGrpSpPr/>
          <p:nvPr/>
        </p:nvGrpSpPr>
        <p:grpSpPr>
          <a:xfrm>
            <a:off x="5326573" y="2197705"/>
            <a:ext cx="6050893" cy="511682"/>
            <a:chOff x="5326573" y="2197705"/>
            <a:chExt cx="6050893" cy="511682"/>
          </a:xfrm>
        </p:grpSpPr>
        <p:cxnSp>
          <p:nvCxnSpPr>
            <p:cNvPr id="53" name="直接连接符 52">
              <a:extLst>
                <a:ext uri="{FF2B5EF4-FFF2-40B4-BE49-F238E27FC236}">
                  <a16:creationId xmlns:a16="http://schemas.microsoft.com/office/drawing/2014/main" id="{45D58A45-E0DF-4431-BE21-4E1D52B72DD0}"/>
                </a:ext>
              </a:extLst>
            </p:cNvPr>
            <p:cNvCxnSpPr>
              <a:cxnSpLocks/>
            </p:cNvCxnSpPr>
            <p:nvPr/>
          </p:nvCxnSpPr>
          <p:spPr>
            <a:xfrm>
              <a:off x="5326573" y="2278639"/>
              <a:ext cx="0" cy="369332"/>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4" name="直接连接符 53">
              <a:extLst>
                <a:ext uri="{FF2B5EF4-FFF2-40B4-BE49-F238E27FC236}">
                  <a16:creationId xmlns:a16="http://schemas.microsoft.com/office/drawing/2014/main" id="{EB3BD47A-9A5D-43CA-A4FC-F201041BD5D6}"/>
                </a:ext>
              </a:extLst>
            </p:cNvPr>
            <p:cNvCxnSpPr>
              <a:cxnSpLocks/>
            </p:cNvCxnSpPr>
            <p:nvPr/>
          </p:nvCxnSpPr>
          <p:spPr>
            <a:xfrm>
              <a:off x="11377466" y="2197705"/>
              <a:ext cx="0" cy="450266"/>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grpSp>
          <p:nvGrpSpPr>
            <p:cNvPr id="55" name="组合 54">
              <a:extLst>
                <a:ext uri="{FF2B5EF4-FFF2-40B4-BE49-F238E27FC236}">
                  <a16:creationId xmlns:a16="http://schemas.microsoft.com/office/drawing/2014/main" id="{4923C467-5728-4BDF-8C92-BA86631E672B}"/>
                </a:ext>
              </a:extLst>
            </p:cNvPr>
            <p:cNvGrpSpPr/>
            <p:nvPr/>
          </p:nvGrpSpPr>
          <p:grpSpPr>
            <a:xfrm>
              <a:off x="5339644" y="2340055"/>
              <a:ext cx="6033359" cy="369332"/>
              <a:chOff x="5337370" y="6069568"/>
              <a:chExt cx="6033359" cy="369332"/>
            </a:xfrm>
          </p:grpSpPr>
          <p:cxnSp>
            <p:nvCxnSpPr>
              <p:cNvPr id="56" name="直接箭头连接符 55">
                <a:extLst>
                  <a:ext uri="{FF2B5EF4-FFF2-40B4-BE49-F238E27FC236}">
                    <a16:creationId xmlns:a16="http://schemas.microsoft.com/office/drawing/2014/main" id="{97440241-2DF8-43B2-B3A3-D061EA66EE1C}"/>
                  </a:ext>
                </a:extLst>
              </p:cNvPr>
              <p:cNvCxnSpPr>
                <a:cxnSpLocks/>
              </p:cNvCxnSpPr>
              <p:nvPr/>
            </p:nvCxnSpPr>
            <p:spPr>
              <a:xfrm>
                <a:off x="5337370" y="6249745"/>
                <a:ext cx="6033359" cy="0"/>
              </a:xfrm>
              <a:prstGeom prst="straightConnector1">
                <a:avLst/>
              </a:prstGeom>
              <a:ln w="12700">
                <a:solidFill>
                  <a:schemeClr val="tx1"/>
                </a:solidFill>
                <a:headEnd type="triangle"/>
                <a:tailEnd type="triangle"/>
              </a:ln>
            </p:spPr>
            <p:style>
              <a:lnRef idx="1">
                <a:schemeClr val="accent1"/>
              </a:lnRef>
              <a:fillRef idx="0">
                <a:schemeClr val="accent1"/>
              </a:fillRef>
              <a:effectRef idx="0">
                <a:schemeClr val="accent1"/>
              </a:effectRef>
              <a:fontRef idx="minor">
                <a:schemeClr val="tx1"/>
              </a:fontRef>
            </p:style>
          </p:cxnSp>
          <p:sp>
            <p:nvSpPr>
              <p:cNvPr id="57" name="íşlïḍè">
                <a:extLst>
                  <a:ext uri="{FF2B5EF4-FFF2-40B4-BE49-F238E27FC236}">
                    <a16:creationId xmlns:a16="http://schemas.microsoft.com/office/drawing/2014/main" id="{D101804D-5A2A-43B7-A34B-C8A670626454}"/>
                  </a:ext>
                </a:extLst>
              </p:cNvPr>
              <p:cNvSpPr txBox="1"/>
              <p:nvPr/>
            </p:nvSpPr>
            <p:spPr>
              <a:xfrm>
                <a:off x="6992608" y="6069568"/>
                <a:ext cx="2722882" cy="369332"/>
              </a:xfrm>
              <a:prstGeom prst="rect">
                <a:avLst/>
              </a:prstGeom>
              <a:solidFill>
                <a:schemeClr val="bg1"/>
              </a:solidFill>
            </p:spPr>
            <p:txBody>
              <a:bodyPr wrap="square" lIns="91440" tIns="45720" rIns="91440" bIns="45720" anchor="ctr">
                <a:noAutofit/>
              </a:bodyPr>
              <a:lstStyle/>
              <a:p>
                <a:pPr algn="ctr"/>
                <a:r>
                  <a:rPr lang="zh-CN" altLang="en-US" b="1" dirty="0"/>
                  <a:t>不允许接收这些数据分组</a:t>
                </a:r>
                <a:endParaRPr lang="en-US" altLang="zh-CN" b="1" dirty="0"/>
              </a:p>
            </p:txBody>
          </p:sp>
        </p:grpSp>
      </p:grpSp>
      <p:grpSp>
        <p:nvGrpSpPr>
          <p:cNvPr id="5" name="组合 4">
            <a:extLst>
              <a:ext uri="{FF2B5EF4-FFF2-40B4-BE49-F238E27FC236}">
                <a16:creationId xmlns:a16="http://schemas.microsoft.com/office/drawing/2014/main" id="{20EFBF47-A85C-4FD1-BB81-590596419A3D}"/>
              </a:ext>
            </a:extLst>
          </p:cNvPr>
          <p:cNvGrpSpPr/>
          <p:nvPr/>
        </p:nvGrpSpPr>
        <p:grpSpPr>
          <a:xfrm>
            <a:off x="2302929" y="5098286"/>
            <a:ext cx="3025589" cy="910796"/>
            <a:chOff x="2302929" y="5098286"/>
            <a:chExt cx="3025589" cy="910796"/>
          </a:xfrm>
        </p:grpSpPr>
        <p:sp>
          <p:nvSpPr>
            <p:cNvPr id="33" name="矩形 32">
              <a:extLst>
                <a:ext uri="{FF2B5EF4-FFF2-40B4-BE49-F238E27FC236}">
                  <a16:creationId xmlns:a16="http://schemas.microsoft.com/office/drawing/2014/main" id="{3EA6F5A2-1C83-4BE5-9CCD-7CBA9C984323}"/>
                </a:ext>
              </a:extLst>
            </p:cNvPr>
            <p:cNvSpPr/>
            <p:nvPr/>
          </p:nvSpPr>
          <p:spPr>
            <a:xfrm>
              <a:off x="2302929" y="5467618"/>
              <a:ext cx="3025589" cy="541464"/>
            </a:xfrm>
            <a:prstGeom prst="rect">
              <a:avLst/>
            </a:prstGeom>
            <a:solidFill>
              <a:schemeClr val="accent3"/>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mc:AlternateContent xmlns:mc="http://schemas.openxmlformats.org/markup-compatibility/2006" xmlns:a14="http://schemas.microsoft.com/office/drawing/2010/main">
          <mc:Choice Requires="a14">
            <p:sp>
              <p:nvSpPr>
                <p:cNvPr id="34" name="文本框 33">
                  <a:extLst>
                    <a:ext uri="{FF2B5EF4-FFF2-40B4-BE49-F238E27FC236}">
                      <a16:creationId xmlns:a16="http://schemas.microsoft.com/office/drawing/2014/main" id="{8C755A65-DDAE-400F-BD8A-B2EB9981B67D}"/>
                    </a:ext>
                  </a:extLst>
                </p:cNvPr>
                <p:cNvSpPr txBox="1"/>
                <p:nvPr/>
              </p:nvSpPr>
              <p:spPr>
                <a:xfrm>
                  <a:off x="3277773" y="5098286"/>
                  <a:ext cx="1067217" cy="369332"/>
                </a:xfrm>
                <a:prstGeom prst="rect">
                  <a:avLst/>
                </a:prstGeom>
                <a:noFill/>
              </p:spPr>
              <p:txBody>
                <a:bodyPr wrap="square">
                  <a:spAutoFit/>
                </a:bodyPr>
                <a:lstStyle/>
                <a:p>
                  <a:pPr/>
                  <a14:m>
                    <m:oMathPara xmlns:m="http://schemas.openxmlformats.org/officeDocument/2006/math">
                      <m:oMathParaPr>
                        <m:jc m:val="centerGroup"/>
                      </m:oMathParaPr>
                      <m:oMath xmlns:m="http://schemas.openxmlformats.org/officeDocument/2006/math">
                        <m:sSub>
                          <m:sSubPr>
                            <m:ctrlPr>
                              <a:rPr lang="en-US" altLang="zh-CN" b="1" i="1" smtClean="0">
                                <a:solidFill>
                                  <a:schemeClr val="accent3"/>
                                </a:solidFill>
                                <a:latin typeface="Cambria Math" panose="02040503050406030204" pitchFamily="18" charset="0"/>
                              </a:rPr>
                            </m:ctrlPr>
                          </m:sSubPr>
                          <m:e>
                            <m:r>
                              <a:rPr lang="en-US" altLang="zh-CN" b="1" i="1" smtClean="0">
                                <a:solidFill>
                                  <a:schemeClr val="accent3"/>
                                </a:solidFill>
                                <a:latin typeface="Cambria Math" panose="02040503050406030204" pitchFamily="18" charset="0"/>
                              </a:rPr>
                              <m:t>𝑾</m:t>
                            </m:r>
                          </m:e>
                          <m:sub>
                            <m:r>
                              <a:rPr lang="en-US" altLang="zh-CN" b="1" i="1" smtClean="0">
                                <a:solidFill>
                                  <a:schemeClr val="accent3"/>
                                </a:solidFill>
                                <a:latin typeface="Cambria Math" panose="02040503050406030204" pitchFamily="18" charset="0"/>
                              </a:rPr>
                              <m:t>𝑻</m:t>
                            </m:r>
                          </m:sub>
                        </m:sSub>
                        <m:r>
                          <a:rPr lang="en-US" altLang="zh-CN" b="1" i="1" smtClean="0">
                            <a:solidFill>
                              <a:schemeClr val="accent3"/>
                            </a:solidFill>
                            <a:latin typeface="Cambria Math" panose="02040503050406030204" pitchFamily="18" charset="0"/>
                          </a:rPr>
                          <m:t>=</m:t>
                        </m:r>
                        <m:r>
                          <a:rPr lang="en-US" altLang="zh-CN" b="1" i="1" smtClean="0">
                            <a:solidFill>
                              <a:schemeClr val="accent3"/>
                            </a:solidFill>
                            <a:latin typeface="Cambria Math" panose="02040503050406030204" pitchFamily="18" charset="0"/>
                          </a:rPr>
                          <m:t>𝟒</m:t>
                        </m:r>
                      </m:oMath>
                    </m:oMathPara>
                  </a14:m>
                  <a:endParaRPr lang="zh-CN" altLang="en-US" dirty="0">
                    <a:solidFill>
                      <a:schemeClr val="accent3"/>
                    </a:solidFill>
                  </a:endParaRPr>
                </a:p>
              </p:txBody>
            </p:sp>
          </mc:Choice>
          <mc:Fallback xmlns="">
            <p:sp>
              <p:nvSpPr>
                <p:cNvPr id="34" name="文本框 33">
                  <a:extLst>
                    <a:ext uri="{FF2B5EF4-FFF2-40B4-BE49-F238E27FC236}">
                      <a16:creationId xmlns:a16="http://schemas.microsoft.com/office/drawing/2014/main" id="{8C755A65-DDAE-400F-BD8A-B2EB9981B67D}"/>
                    </a:ext>
                  </a:extLst>
                </p:cNvPr>
                <p:cNvSpPr txBox="1">
                  <a:spLocks noRot="1" noChangeAspect="1" noMove="1" noResize="1" noEditPoints="1" noAdjustHandles="1" noChangeArrowheads="1" noChangeShapeType="1" noTextEdit="1"/>
                </p:cNvSpPr>
                <p:nvPr/>
              </p:nvSpPr>
              <p:spPr>
                <a:xfrm>
                  <a:off x="3277773" y="5098286"/>
                  <a:ext cx="1067217" cy="369332"/>
                </a:xfrm>
                <a:prstGeom prst="rect">
                  <a:avLst/>
                </a:prstGeom>
                <a:blipFill>
                  <a:blip r:embed="rId4"/>
                  <a:stretch>
                    <a:fillRect b="-3279"/>
                  </a:stretch>
                </a:blipFill>
              </p:spPr>
              <p:txBody>
                <a:bodyPr/>
                <a:lstStyle/>
                <a:p>
                  <a:r>
                    <a:rPr lang="zh-CN" altLang="en-US">
                      <a:noFill/>
                    </a:rPr>
                    <a:t> </a:t>
                  </a:r>
                </a:p>
              </p:txBody>
            </p:sp>
          </mc:Fallback>
        </mc:AlternateContent>
      </p:grpSp>
      <p:grpSp>
        <p:nvGrpSpPr>
          <p:cNvPr id="4" name="组合 3">
            <a:extLst>
              <a:ext uri="{FF2B5EF4-FFF2-40B4-BE49-F238E27FC236}">
                <a16:creationId xmlns:a16="http://schemas.microsoft.com/office/drawing/2014/main" id="{9A1EA9F2-FCB6-48C3-935F-7AE7E3AD14AC}"/>
              </a:ext>
            </a:extLst>
          </p:cNvPr>
          <p:cNvGrpSpPr/>
          <p:nvPr/>
        </p:nvGrpSpPr>
        <p:grpSpPr>
          <a:xfrm>
            <a:off x="304800" y="749300"/>
            <a:ext cx="6192344" cy="400110"/>
            <a:chOff x="424117" y="898245"/>
            <a:chExt cx="6192344" cy="400110"/>
          </a:xfrm>
        </p:grpSpPr>
        <p:sp>
          <p:nvSpPr>
            <p:cNvPr id="2" name="平行四边形 1">
              <a:extLst>
                <a:ext uri="{FF2B5EF4-FFF2-40B4-BE49-F238E27FC236}">
                  <a16:creationId xmlns:a16="http://schemas.microsoft.com/office/drawing/2014/main" id="{1F5BAA3F-9845-4F89-A2DD-8222D3E4EDAC}"/>
                </a:ext>
              </a:extLst>
            </p:cNvPr>
            <p:cNvSpPr/>
            <p:nvPr/>
          </p:nvSpPr>
          <p:spPr>
            <a:xfrm>
              <a:off x="424117" y="898245"/>
              <a:ext cx="628306" cy="387090"/>
            </a:xfrm>
            <a:prstGeom prst="parallelogram">
              <a:avLst/>
            </a:prstGeom>
            <a:solidFill>
              <a:schemeClr val="accent3">
                <a:lumMod val="75000"/>
              </a:schemeClr>
            </a:solidFill>
            <a:ln>
              <a:solidFill>
                <a:schemeClr val="accent3">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CN" sz="2200" dirty="0">
                  <a:latin typeface="Impact" panose="020B0806030902050204" pitchFamily="34" charset="0"/>
                </a:rPr>
                <a:t>01</a:t>
              </a:r>
              <a:endParaRPr lang="zh-CN" altLang="en-US" sz="2200" dirty="0">
                <a:latin typeface="Impact" panose="020B0806030902050204" pitchFamily="34" charset="0"/>
              </a:endParaRPr>
            </a:p>
          </p:txBody>
        </p:sp>
        <p:sp>
          <p:nvSpPr>
            <p:cNvPr id="3" name="文本框 2">
              <a:extLst>
                <a:ext uri="{FF2B5EF4-FFF2-40B4-BE49-F238E27FC236}">
                  <a16:creationId xmlns:a16="http://schemas.microsoft.com/office/drawing/2014/main" id="{4D6BD736-A4D3-4F26-AFED-36E11F50F70B}"/>
                </a:ext>
              </a:extLst>
            </p:cNvPr>
            <p:cNvSpPr txBox="1"/>
            <p:nvPr/>
          </p:nvSpPr>
          <p:spPr>
            <a:xfrm>
              <a:off x="1052423" y="898245"/>
              <a:ext cx="5564038" cy="400110"/>
            </a:xfrm>
            <a:prstGeom prst="rect">
              <a:avLst/>
            </a:prstGeom>
            <a:noFill/>
          </p:spPr>
          <p:txBody>
            <a:bodyPr wrap="square" rtlCol="0">
              <a:spAutoFit/>
            </a:bodyPr>
            <a:lstStyle/>
            <a:p>
              <a:r>
                <a:rPr lang="zh-CN" altLang="en-US" sz="2000" b="1" dirty="0"/>
                <a:t>选择重传协议</a:t>
              </a:r>
            </a:p>
          </p:txBody>
        </p:sp>
      </p:grpSp>
      <p:grpSp>
        <p:nvGrpSpPr>
          <p:cNvPr id="18" name="组合 17">
            <a:extLst>
              <a:ext uri="{FF2B5EF4-FFF2-40B4-BE49-F238E27FC236}">
                <a16:creationId xmlns:a16="http://schemas.microsoft.com/office/drawing/2014/main" id="{AF599708-FA4B-4F1A-915B-51ADB6AF8A5B}"/>
              </a:ext>
            </a:extLst>
          </p:cNvPr>
          <p:cNvGrpSpPr/>
          <p:nvPr/>
        </p:nvGrpSpPr>
        <p:grpSpPr>
          <a:xfrm>
            <a:off x="475097" y="1263518"/>
            <a:ext cx="1355161" cy="5114896"/>
            <a:chOff x="475097" y="1263518"/>
            <a:chExt cx="1355161" cy="5114896"/>
          </a:xfrm>
        </p:grpSpPr>
        <p:cxnSp>
          <p:nvCxnSpPr>
            <p:cNvPr id="19" name="直接连接符 18">
              <a:extLst>
                <a:ext uri="{FF2B5EF4-FFF2-40B4-BE49-F238E27FC236}">
                  <a16:creationId xmlns:a16="http://schemas.microsoft.com/office/drawing/2014/main" id="{8C267D38-D538-4153-B853-5B2DDE097738}"/>
                </a:ext>
              </a:extLst>
            </p:cNvPr>
            <p:cNvCxnSpPr>
              <a:cxnSpLocks/>
            </p:cNvCxnSpPr>
            <p:nvPr/>
          </p:nvCxnSpPr>
          <p:spPr>
            <a:xfrm flipV="1">
              <a:off x="1208367" y="2012996"/>
              <a:ext cx="0" cy="3813858"/>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nvGrpSpPr>
            <p:cNvPr id="20" name="组合 19">
              <a:extLst>
                <a:ext uri="{FF2B5EF4-FFF2-40B4-BE49-F238E27FC236}">
                  <a16:creationId xmlns:a16="http://schemas.microsoft.com/office/drawing/2014/main" id="{1A3F15DA-8F30-45DE-8760-8CB5AC7691B0}"/>
                </a:ext>
              </a:extLst>
            </p:cNvPr>
            <p:cNvGrpSpPr/>
            <p:nvPr/>
          </p:nvGrpSpPr>
          <p:grpSpPr>
            <a:xfrm>
              <a:off x="700096" y="5368000"/>
              <a:ext cx="905164" cy="1010414"/>
              <a:chOff x="700096" y="5368000"/>
              <a:chExt cx="905164" cy="1010414"/>
            </a:xfrm>
          </p:grpSpPr>
          <p:pic>
            <p:nvPicPr>
              <p:cNvPr id="25" name="图形 24">
                <a:extLst>
                  <a:ext uri="{FF2B5EF4-FFF2-40B4-BE49-F238E27FC236}">
                    <a16:creationId xmlns:a16="http://schemas.microsoft.com/office/drawing/2014/main" id="{5079B8D0-730B-4F27-A9EC-8AC79CEECAE0}"/>
                  </a:ext>
                </a:extLst>
              </p:cNvPr>
              <p:cNvPicPr>
                <a:picLocks noChangeAspect="1"/>
              </p:cNvPicPr>
              <p:nvPr/>
            </p:nvPicPr>
            <p:blipFill>
              <a:blip r:embed="rId5">
                <a:extLst>
                  <a:ext uri="{28A0092B-C50C-407E-A947-70E740481C1C}">
                    <a14:useLocalDpi xmlns:a14="http://schemas.microsoft.com/office/drawing/2010/main" val="0"/>
                  </a:ext>
                  <a:ext uri="{96DAC541-7B7A-43D3-8B79-37D633B846F1}">
                    <asvg:svgBlip xmlns:asvg="http://schemas.microsoft.com/office/drawing/2016/SVG/main" r:embed="rId6"/>
                  </a:ext>
                </a:extLst>
              </a:blip>
              <a:stretch>
                <a:fillRect/>
              </a:stretch>
            </p:blipFill>
            <p:spPr>
              <a:xfrm>
                <a:off x="821271" y="5368000"/>
                <a:ext cx="662814" cy="641082"/>
              </a:xfrm>
              <a:prstGeom prst="rect">
                <a:avLst/>
              </a:prstGeom>
            </p:spPr>
          </p:pic>
          <p:sp>
            <p:nvSpPr>
              <p:cNvPr id="26" name="文本框 25">
                <a:extLst>
                  <a:ext uri="{FF2B5EF4-FFF2-40B4-BE49-F238E27FC236}">
                    <a16:creationId xmlns:a16="http://schemas.microsoft.com/office/drawing/2014/main" id="{68E9BE24-5234-4436-839C-0CC65C932068}"/>
                  </a:ext>
                </a:extLst>
              </p:cNvPr>
              <p:cNvSpPr txBox="1"/>
              <p:nvPr/>
            </p:nvSpPr>
            <p:spPr>
              <a:xfrm>
                <a:off x="700096" y="6009082"/>
                <a:ext cx="905164" cy="369332"/>
              </a:xfrm>
              <a:prstGeom prst="rect">
                <a:avLst/>
              </a:prstGeom>
              <a:noFill/>
            </p:spPr>
            <p:txBody>
              <a:bodyPr wrap="square" rtlCol="0">
                <a:spAutoFit/>
              </a:bodyPr>
              <a:lstStyle/>
              <a:p>
                <a:r>
                  <a:rPr lang="zh-CN" altLang="en-US" b="1" dirty="0">
                    <a:latin typeface="+mn-ea"/>
                  </a:rPr>
                  <a:t>发送方</a:t>
                </a:r>
              </a:p>
            </p:txBody>
          </p:sp>
        </p:grpSp>
        <p:grpSp>
          <p:nvGrpSpPr>
            <p:cNvPr id="21" name="组合 20">
              <a:extLst>
                <a:ext uri="{FF2B5EF4-FFF2-40B4-BE49-F238E27FC236}">
                  <a16:creationId xmlns:a16="http://schemas.microsoft.com/office/drawing/2014/main" id="{50E1DF35-9236-4BB6-BAC4-1AE805165946}"/>
                </a:ext>
              </a:extLst>
            </p:cNvPr>
            <p:cNvGrpSpPr/>
            <p:nvPr/>
          </p:nvGrpSpPr>
          <p:grpSpPr>
            <a:xfrm>
              <a:off x="878301" y="1263518"/>
              <a:ext cx="905164" cy="1027908"/>
              <a:chOff x="878301" y="1390382"/>
              <a:chExt cx="905164" cy="1027908"/>
            </a:xfrm>
          </p:grpSpPr>
          <p:pic>
            <p:nvPicPr>
              <p:cNvPr id="23" name="图形 22">
                <a:extLst>
                  <a:ext uri="{FF2B5EF4-FFF2-40B4-BE49-F238E27FC236}">
                    <a16:creationId xmlns:a16="http://schemas.microsoft.com/office/drawing/2014/main" id="{E155E3ED-8C2A-42C4-BFBF-393051944136}"/>
                  </a:ext>
                </a:extLst>
              </p:cNvPr>
              <p:cNvPicPr>
                <a:picLocks noChangeAspect="1"/>
              </p:cNvPicPr>
              <p:nvPr/>
            </p:nvPicPr>
            <p:blipFill>
              <a:blip r:embed="rId7">
                <a:extLst>
                  <a:ext uri="{28A0092B-C50C-407E-A947-70E740481C1C}">
                    <a14:useLocalDpi xmlns:a14="http://schemas.microsoft.com/office/drawing/2010/main" val="0"/>
                  </a:ext>
                  <a:ext uri="{96DAC541-7B7A-43D3-8B79-37D633B846F1}">
                    <asvg:svgBlip xmlns:asvg="http://schemas.microsoft.com/office/drawing/2016/SVG/main" r:embed="rId8"/>
                  </a:ext>
                </a:extLst>
              </a:blip>
              <a:stretch>
                <a:fillRect/>
              </a:stretch>
            </p:blipFill>
            <p:spPr>
              <a:xfrm>
                <a:off x="984826" y="1759714"/>
                <a:ext cx="501772" cy="658576"/>
              </a:xfrm>
              <a:prstGeom prst="rect">
                <a:avLst/>
              </a:prstGeom>
            </p:spPr>
          </p:pic>
          <p:sp>
            <p:nvSpPr>
              <p:cNvPr id="24" name="文本框 23">
                <a:extLst>
                  <a:ext uri="{FF2B5EF4-FFF2-40B4-BE49-F238E27FC236}">
                    <a16:creationId xmlns:a16="http://schemas.microsoft.com/office/drawing/2014/main" id="{818AC20B-3072-437F-B302-67397F49105B}"/>
                  </a:ext>
                </a:extLst>
              </p:cNvPr>
              <p:cNvSpPr txBox="1"/>
              <p:nvPr/>
            </p:nvSpPr>
            <p:spPr>
              <a:xfrm>
                <a:off x="878301" y="1390382"/>
                <a:ext cx="905164" cy="369332"/>
              </a:xfrm>
              <a:prstGeom prst="rect">
                <a:avLst/>
              </a:prstGeom>
              <a:noFill/>
            </p:spPr>
            <p:txBody>
              <a:bodyPr wrap="square" rtlCol="0">
                <a:spAutoFit/>
              </a:bodyPr>
              <a:lstStyle/>
              <a:p>
                <a:r>
                  <a:rPr lang="zh-CN" altLang="en-US" b="1" dirty="0">
                    <a:latin typeface="+mn-ea"/>
                  </a:rPr>
                  <a:t>接收方</a:t>
                </a:r>
              </a:p>
            </p:txBody>
          </p:sp>
        </p:grpSp>
        <p:sp>
          <p:nvSpPr>
            <p:cNvPr id="22" name="云形 21">
              <a:extLst>
                <a:ext uri="{FF2B5EF4-FFF2-40B4-BE49-F238E27FC236}">
                  <a16:creationId xmlns:a16="http://schemas.microsoft.com/office/drawing/2014/main" id="{97C64CE5-C9EB-4960-87FB-62108C97374D}"/>
                </a:ext>
              </a:extLst>
            </p:cNvPr>
            <p:cNvSpPr/>
            <p:nvPr/>
          </p:nvSpPr>
          <p:spPr>
            <a:xfrm>
              <a:off x="475097" y="3429014"/>
              <a:ext cx="1355161" cy="801398"/>
            </a:xfrm>
            <a:prstGeom prst="cloud">
              <a:avLst/>
            </a:prstGeom>
            <a:solidFill>
              <a:schemeClr val="bg1">
                <a:lumMod val="85000"/>
              </a:schemeClr>
            </a:solidFill>
            <a:ln>
              <a:solidFill>
                <a:schemeClr val="bg1">
                  <a:lumMod val="85000"/>
                </a:schemeClr>
              </a:solidFill>
            </a:ln>
          </p:spPr>
          <p:style>
            <a:lnRef idx="2">
              <a:schemeClr val="accent3">
                <a:shade val="50000"/>
              </a:schemeClr>
            </a:lnRef>
            <a:fillRef idx="1">
              <a:schemeClr val="accent3"/>
            </a:fillRef>
            <a:effectRef idx="0">
              <a:schemeClr val="accent3"/>
            </a:effectRef>
            <a:fontRef idx="minor">
              <a:schemeClr val="lt1"/>
            </a:fontRef>
          </p:style>
          <p:txBody>
            <a:bodyPr rtlCol="0" anchor="ctr"/>
            <a:lstStyle/>
            <a:p>
              <a:pPr algn="ctr"/>
              <a:r>
                <a:rPr lang="zh-CN" altLang="en-US" b="1" dirty="0">
                  <a:solidFill>
                    <a:schemeClr val="tx1"/>
                  </a:solidFill>
                  <a:latin typeface="+mn-ea"/>
                </a:rPr>
                <a:t>因特网</a:t>
              </a:r>
            </a:p>
          </p:txBody>
        </p:sp>
      </p:grpSp>
      <mc:AlternateContent xmlns:mc="http://schemas.openxmlformats.org/markup-compatibility/2006" xmlns:a14="http://schemas.microsoft.com/office/drawing/2010/main">
        <mc:Choice Requires="a14">
          <p:sp>
            <p:nvSpPr>
              <p:cNvPr id="28" name="íşlïḍè">
                <a:extLst>
                  <a:ext uri="{FF2B5EF4-FFF2-40B4-BE49-F238E27FC236}">
                    <a16:creationId xmlns:a16="http://schemas.microsoft.com/office/drawing/2014/main" id="{8898676C-F981-4D74-B324-A859D1387610}"/>
                  </a:ext>
                </a:extLst>
              </p:cNvPr>
              <p:cNvSpPr txBox="1"/>
              <p:nvPr/>
            </p:nvSpPr>
            <p:spPr>
              <a:xfrm>
                <a:off x="2993250" y="3266194"/>
                <a:ext cx="6657288" cy="311297"/>
              </a:xfrm>
              <a:prstGeom prst="rect">
                <a:avLst/>
              </a:prstGeom>
              <a:noFill/>
            </p:spPr>
            <p:txBody>
              <a:bodyPr wrap="square" lIns="91440" tIns="45720" rIns="91440" bIns="45720" anchor="ctr">
                <a:noAutofit/>
              </a:bodyPr>
              <a:lstStyle/>
              <a:p>
                <a:r>
                  <a:rPr lang="zh-CN" altLang="en-US" b="1" dirty="0"/>
                  <a:t>本例假设采用</a:t>
                </a:r>
                <a14:m>
                  <m:oMath xmlns:m="http://schemas.openxmlformats.org/officeDocument/2006/math">
                    <m:r>
                      <a:rPr lang="en-US" altLang="zh-CN" b="1" i="1" dirty="0" smtClean="0">
                        <a:latin typeface="Cambria Math" panose="02040503050406030204" pitchFamily="18" charset="0"/>
                      </a:rPr>
                      <m:t>𝟑</m:t>
                    </m:r>
                  </m:oMath>
                </a14:m>
                <a:r>
                  <a:rPr lang="zh-CN" altLang="en-US" b="1" dirty="0"/>
                  <a:t>个比特给分组编序号，则序号范围是</a:t>
                </a:r>
                <a14:m>
                  <m:oMath xmlns:m="http://schemas.openxmlformats.org/officeDocument/2006/math">
                    <m:r>
                      <a:rPr lang="en-US" altLang="zh-CN" b="1" i="0" smtClean="0">
                        <a:latin typeface="Cambria Math" panose="02040503050406030204" pitchFamily="18" charset="0"/>
                        <a:ea typeface="Cambria Math" panose="02040503050406030204" pitchFamily="18" charset="0"/>
                      </a:rPr>
                      <m:t>𝟎</m:t>
                    </m:r>
                    <m:r>
                      <a:rPr lang="en-US" altLang="zh-CN" b="1" i="1" smtClean="0">
                        <a:latin typeface="Cambria Math" panose="02040503050406030204" pitchFamily="18" charset="0"/>
                        <a:ea typeface="Cambria Math" panose="02040503050406030204" pitchFamily="18" charset="0"/>
                      </a:rPr>
                      <m:t>~</m:t>
                    </m:r>
                    <m:sSup>
                      <m:sSupPr>
                        <m:ctrlPr>
                          <a:rPr lang="en-US" altLang="zh-CN" b="1" i="1" smtClean="0">
                            <a:latin typeface="Cambria Math" panose="02040503050406030204" pitchFamily="18" charset="0"/>
                            <a:ea typeface="Cambria Math" panose="02040503050406030204" pitchFamily="18" charset="0"/>
                          </a:rPr>
                        </m:ctrlPr>
                      </m:sSupPr>
                      <m:e>
                        <m:r>
                          <a:rPr lang="en-US" altLang="zh-CN" b="1" i="1" smtClean="0">
                            <a:latin typeface="Cambria Math" panose="02040503050406030204" pitchFamily="18" charset="0"/>
                            <a:ea typeface="Cambria Math" panose="02040503050406030204" pitchFamily="18" charset="0"/>
                          </a:rPr>
                          <m:t>(</m:t>
                        </m:r>
                        <m:r>
                          <a:rPr lang="en-US" altLang="zh-CN" b="1" i="1" smtClean="0">
                            <a:latin typeface="Cambria Math" panose="02040503050406030204" pitchFamily="18" charset="0"/>
                            <a:ea typeface="Cambria Math" panose="02040503050406030204" pitchFamily="18" charset="0"/>
                          </a:rPr>
                          <m:t>𝟐</m:t>
                        </m:r>
                      </m:e>
                      <m:sup>
                        <m:r>
                          <a:rPr lang="en-US" altLang="zh-CN" b="1" i="1" smtClean="0">
                            <a:latin typeface="Cambria Math" panose="02040503050406030204" pitchFamily="18" charset="0"/>
                            <a:ea typeface="Cambria Math" panose="02040503050406030204" pitchFamily="18" charset="0"/>
                          </a:rPr>
                          <m:t>𝟑</m:t>
                        </m:r>
                      </m:sup>
                    </m:sSup>
                    <m:r>
                      <a:rPr lang="en-US" altLang="zh-CN" b="1" i="1" smtClean="0">
                        <a:latin typeface="Cambria Math" panose="02040503050406030204" pitchFamily="18" charset="0"/>
                        <a:ea typeface="Cambria Math" panose="02040503050406030204" pitchFamily="18" charset="0"/>
                      </a:rPr>
                      <m:t>−</m:t>
                    </m:r>
                    <m:r>
                      <a:rPr lang="en-US" altLang="zh-CN" b="1" i="1" smtClean="0">
                        <a:latin typeface="Cambria Math" panose="02040503050406030204" pitchFamily="18" charset="0"/>
                        <a:ea typeface="Cambria Math" panose="02040503050406030204" pitchFamily="18" charset="0"/>
                      </a:rPr>
                      <m:t>𝟏</m:t>
                    </m:r>
                    <m:r>
                      <a:rPr lang="en-US" altLang="zh-CN" b="1" i="1" smtClean="0">
                        <a:latin typeface="Cambria Math" panose="02040503050406030204" pitchFamily="18" charset="0"/>
                        <a:ea typeface="Cambria Math" panose="02040503050406030204" pitchFamily="18" charset="0"/>
                      </a:rPr>
                      <m:t>)。</m:t>
                    </m:r>
                  </m:oMath>
                </a14:m>
                <a:endParaRPr lang="en-US" altLang="zh-CN" b="1" dirty="0"/>
              </a:p>
            </p:txBody>
          </p:sp>
        </mc:Choice>
        <mc:Fallback xmlns="">
          <p:sp>
            <p:nvSpPr>
              <p:cNvPr id="28" name="íşlïḍè">
                <a:extLst>
                  <a:ext uri="{FF2B5EF4-FFF2-40B4-BE49-F238E27FC236}">
                    <a16:creationId xmlns:a16="http://schemas.microsoft.com/office/drawing/2014/main" id="{8898676C-F981-4D74-B324-A859D1387610}"/>
                  </a:ext>
                </a:extLst>
              </p:cNvPr>
              <p:cNvSpPr txBox="1">
                <a:spLocks noRot="1" noChangeAspect="1" noMove="1" noResize="1" noEditPoints="1" noAdjustHandles="1" noChangeArrowheads="1" noChangeShapeType="1" noTextEdit="1"/>
              </p:cNvSpPr>
              <p:nvPr/>
            </p:nvSpPr>
            <p:spPr>
              <a:xfrm>
                <a:off x="2993250" y="3266194"/>
                <a:ext cx="6657288" cy="311297"/>
              </a:xfrm>
              <a:prstGeom prst="rect">
                <a:avLst/>
              </a:prstGeom>
              <a:blipFill>
                <a:blip r:embed="rId9"/>
                <a:stretch>
                  <a:fillRect l="-733" t="-19608" b="-41176"/>
                </a:stretch>
              </a:blipFill>
            </p:spPr>
            <p:txBody>
              <a:bodyPr/>
              <a:lstStyle/>
              <a:p>
                <a:r>
                  <a:rPr lang="zh-CN" altLang="en-US">
                    <a:noFill/>
                  </a:rPr>
                  <a:t> </a:t>
                </a:r>
              </a:p>
            </p:txBody>
          </p:sp>
        </mc:Fallback>
      </mc:AlternateContent>
      <p:graphicFrame>
        <p:nvGraphicFramePr>
          <p:cNvPr id="29" name="表格 21">
            <a:extLst>
              <a:ext uri="{FF2B5EF4-FFF2-40B4-BE49-F238E27FC236}">
                <a16:creationId xmlns:a16="http://schemas.microsoft.com/office/drawing/2014/main" id="{44D0CDFF-8B53-4BB1-835E-1192E30CC2FA}"/>
              </a:ext>
            </a:extLst>
          </p:cNvPr>
          <p:cNvGraphicFramePr>
            <a:graphicFrameLocks noGrp="1"/>
          </p:cNvGraphicFramePr>
          <p:nvPr/>
        </p:nvGraphicFramePr>
        <p:xfrm>
          <a:off x="2302929" y="5557308"/>
          <a:ext cx="9067800" cy="370840"/>
        </p:xfrm>
        <a:graphic>
          <a:graphicData uri="http://schemas.openxmlformats.org/drawingml/2006/table">
            <a:tbl>
              <a:tblPr firstRow="1" bandRow="1">
                <a:tableStyleId>{5C22544A-7EE6-4342-B048-85BDC9FD1C3A}</a:tableStyleId>
              </a:tblPr>
              <a:tblGrid>
                <a:gridCol w="755650">
                  <a:extLst>
                    <a:ext uri="{9D8B030D-6E8A-4147-A177-3AD203B41FA5}">
                      <a16:colId xmlns:a16="http://schemas.microsoft.com/office/drawing/2014/main" val="877486509"/>
                    </a:ext>
                  </a:extLst>
                </a:gridCol>
                <a:gridCol w="755650">
                  <a:extLst>
                    <a:ext uri="{9D8B030D-6E8A-4147-A177-3AD203B41FA5}">
                      <a16:colId xmlns:a16="http://schemas.microsoft.com/office/drawing/2014/main" val="3548605817"/>
                    </a:ext>
                  </a:extLst>
                </a:gridCol>
                <a:gridCol w="755650">
                  <a:extLst>
                    <a:ext uri="{9D8B030D-6E8A-4147-A177-3AD203B41FA5}">
                      <a16:colId xmlns:a16="http://schemas.microsoft.com/office/drawing/2014/main" val="2881812895"/>
                    </a:ext>
                  </a:extLst>
                </a:gridCol>
                <a:gridCol w="755650">
                  <a:extLst>
                    <a:ext uri="{9D8B030D-6E8A-4147-A177-3AD203B41FA5}">
                      <a16:colId xmlns:a16="http://schemas.microsoft.com/office/drawing/2014/main" val="3682284582"/>
                    </a:ext>
                  </a:extLst>
                </a:gridCol>
                <a:gridCol w="755650">
                  <a:extLst>
                    <a:ext uri="{9D8B030D-6E8A-4147-A177-3AD203B41FA5}">
                      <a16:colId xmlns:a16="http://schemas.microsoft.com/office/drawing/2014/main" val="500127722"/>
                    </a:ext>
                  </a:extLst>
                </a:gridCol>
                <a:gridCol w="755650">
                  <a:extLst>
                    <a:ext uri="{9D8B030D-6E8A-4147-A177-3AD203B41FA5}">
                      <a16:colId xmlns:a16="http://schemas.microsoft.com/office/drawing/2014/main" val="2946259618"/>
                    </a:ext>
                  </a:extLst>
                </a:gridCol>
                <a:gridCol w="755650">
                  <a:extLst>
                    <a:ext uri="{9D8B030D-6E8A-4147-A177-3AD203B41FA5}">
                      <a16:colId xmlns:a16="http://schemas.microsoft.com/office/drawing/2014/main" val="171501986"/>
                    </a:ext>
                  </a:extLst>
                </a:gridCol>
                <a:gridCol w="755650">
                  <a:extLst>
                    <a:ext uri="{9D8B030D-6E8A-4147-A177-3AD203B41FA5}">
                      <a16:colId xmlns:a16="http://schemas.microsoft.com/office/drawing/2014/main" val="1667185265"/>
                    </a:ext>
                  </a:extLst>
                </a:gridCol>
                <a:gridCol w="755650">
                  <a:extLst>
                    <a:ext uri="{9D8B030D-6E8A-4147-A177-3AD203B41FA5}">
                      <a16:colId xmlns:a16="http://schemas.microsoft.com/office/drawing/2014/main" val="4258211808"/>
                    </a:ext>
                  </a:extLst>
                </a:gridCol>
                <a:gridCol w="755650">
                  <a:extLst>
                    <a:ext uri="{9D8B030D-6E8A-4147-A177-3AD203B41FA5}">
                      <a16:colId xmlns:a16="http://schemas.microsoft.com/office/drawing/2014/main" val="1794200575"/>
                    </a:ext>
                  </a:extLst>
                </a:gridCol>
                <a:gridCol w="755650">
                  <a:extLst>
                    <a:ext uri="{9D8B030D-6E8A-4147-A177-3AD203B41FA5}">
                      <a16:colId xmlns:a16="http://schemas.microsoft.com/office/drawing/2014/main" val="4230716487"/>
                    </a:ext>
                  </a:extLst>
                </a:gridCol>
                <a:gridCol w="755650">
                  <a:extLst>
                    <a:ext uri="{9D8B030D-6E8A-4147-A177-3AD203B41FA5}">
                      <a16:colId xmlns:a16="http://schemas.microsoft.com/office/drawing/2014/main" val="56153739"/>
                    </a:ext>
                  </a:extLst>
                </a:gridCol>
              </a:tblGrid>
              <a:tr h="370840">
                <a:tc>
                  <a:txBody>
                    <a:bodyPr/>
                    <a:lstStyle/>
                    <a:p>
                      <a:pPr algn="ctr"/>
                      <a:r>
                        <a:rPr lang="en-US" altLang="zh-CN" dirty="0">
                          <a:solidFill>
                            <a:schemeClr val="tx1"/>
                          </a:solidFill>
                          <a:latin typeface="Arial Black" panose="020B0A04020102020204" pitchFamily="34" charset="0"/>
                        </a:rPr>
                        <a:t>0</a:t>
                      </a:r>
                      <a:endParaRPr lang="zh-CN" altLang="en-US" dirty="0">
                        <a:solidFill>
                          <a:schemeClr val="tx1"/>
                        </a:solidFill>
                        <a:latin typeface="Arial Black" panose="020B0A04020102020204" pitchFamily="34" charset="0"/>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ctr"/>
                      <a:r>
                        <a:rPr lang="en-US" altLang="zh-CN" dirty="0">
                          <a:solidFill>
                            <a:schemeClr val="tx1"/>
                          </a:solidFill>
                          <a:latin typeface="Arial Black" panose="020B0A04020102020204" pitchFamily="34" charset="0"/>
                        </a:rPr>
                        <a:t>1</a:t>
                      </a:r>
                      <a:endParaRPr lang="zh-CN" altLang="en-US" dirty="0">
                        <a:solidFill>
                          <a:schemeClr val="tx1"/>
                        </a:solidFill>
                        <a:latin typeface="Arial Black" panose="020B0A04020102020204" pitchFamily="34" charset="0"/>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ctr"/>
                      <a:r>
                        <a:rPr lang="en-US" altLang="zh-CN" dirty="0">
                          <a:solidFill>
                            <a:schemeClr val="tx1"/>
                          </a:solidFill>
                          <a:latin typeface="Arial Black" panose="020B0A04020102020204" pitchFamily="34" charset="0"/>
                        </a:rPr>
                        <a:t>2</a:t>
                      </a:r>
                      <a:endParaRPr lang="zh-CN" altLang="en-US" dirty="0">
                        <a:solidFill>
                          <a:schemeClr val="tx1"/>
                        </a:solidFill>
                        <a:latin typeface="Arial Black" panose="020B0A04020102020204" pitchFamily="34" charset="0"/>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ctr"/>
                      <a:r>
                        <a:rPr lang="en-US" altLang="zh-CN" dirty="0">
                          <a:solidFill>
                            <a:schemeClr val="tx1"/>
                          </a:solidFill>
                          <a:latin typeface="Arial Black" panose="020B0A04020102020204" pitchFamily="34" charset="0"/>
                        </a:rPr>
                        <a:t>3</a:t>
                      </a:r>
                      <a:endParaRPr lang="zh-CN" altLang="en-US" dirty="0">
                        <a:solidFill>
                          <a:schemeClr val="tx1"/>
                        </a:solidFill>
                        <a:latin typeface="Arial Black" panose="020B0A04020102020204" pitchFamily="34" charset="0"/>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ctr"/>
                      <a:r>
                        <a:rPr lang="en-US" altLang="zh-CN" dirty="0">
                          <a:solidFill>
                            <a:schemeClr val="tx1"/>
                          </a:solidFill>
                          <a:latin typeface="Arial Black" panose="020B0A04020102020204" pitchFamily="34" charset="0"/>
                        </a:rPr>
                        <a:t>4</a:t>
                      </a:r>
                      <a:endParaRPr lang="zh-CN" altLang="en-US" dirty="0">
                        <a:solidFill>
                          <a:schemeClr val="tx1"/>
                        </a:solidFill>
                        <a:latin typeface="Arial Black" panose="020B0A04020102020204" pitchFamily="34" charset="0"/>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ctr"/>
                      <a:r>
                        <a:rPr lang="en-US" altLang="zh-CN" dirty="0">
                          <a:solidFill>
                            <a:schemeClr val="tx1"/>
                          </a:solidFill>
                          <a:latin typeface="Arial Black" panose="020B0A04020102020204" pitchFamily="34" charset="0"/>
                        </a:rPr>
                        <a:t>5</a:t>
                      </a:r>
                      <a:endParaRPr lang="zh-CN" altLang="en-US" dirty="0">
                        <a:solidFill>
                          <a:schemeClr val="tx1"/>
                        </a:solidFill>
                        <a:latin typeface="Arial Black" panose="020B0A04020102020204" pitchFamily="34" charset="0"/>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ctr"/>
                      <a:r>
                        <a:rPr lang="en-US" altLang="zh-CN" dirty="0">
                          <a:solidFill>
                            <a:schemeClr val="tx1"/>
                          </a:solidFill>
                          <a:latin typeface="Arial Black" panose="020B0A04020102020204" pitchFamily="34" charset="0"/>
                        </a:rPr>
                        <a:t>6</a:t>
                      </a:r>
                      <a:endParaRPr lang="zh-CN" altLang="en-US" dirty="0">
                        <a:solidFill>
                          <a:schemeClr val="tx1"/>
                        </a:solidFill>
                        <a:latin typeface="Arial Black" panose="020B0A04020102020204" pitchFamily="34" charset="0"/>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ctr"/>
                      <a:r>
                        <a:rPr lang="en-US" altLang="zh-CN" dirty="0">
                          <a:solidFill>
                            <a:schemeClr val="tx1"/>
                          </a:solidFill>
                          <a:latin typeface="Arial Black" panose="020B0A04020102020204" pitchFamily="34" charset="0"/>
                        </a:rPr>
                        <a:t>7</a:t>
                      </a:r>
                      <a:endParaRPr lang="zh-CN" altLang="en-US" dirty="0">
                        <a:solidFill>
                          <a:schemeClr val="tx1"/>
                        </a:solidFill>
                        <a:latin typeface="Arial Black" panose="020B0A04020102020204" pitchFamily="34" charset="0"/>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ctr"/>
                      <a:r>
                        <a:rPr lang="en-US" altLang="zh-CN" dirty="0">
                          <a:solidFill>
                            <a:schemeClr val="tx1"/>
                          </a:solidFill>
                          <a:latin typeface="Arial Black" panose="020B0A04020102020204" pitchFamily="34" charset="0"/>
                        </a:rPr>
                        <a:t>0</a:t>
                      </a:r>
                      <a:endParaRPr lang="zh-CN" altLang="en-US" dirty="0">
                        <a:solidFill>
                          <a:schemeClr val="tx1"/>
                        </a:solidFill>
                        <a:latin typeface="Arial Black" panose="020B0A04020102020204" pitchFamily="34" charset="0"/>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ctr"/>
                      <a:r>
                        <a:rPr lang="en-US" altLang="zh-CN" dirty="0">
                          <a:solidFill>
                            <a:schemeClr val="tx1"/>
                          </a:solidFill>
                          <a:latin typeface="Arial Black" panose="020B0A04020102020204" pitchFamily="34" charset="0"/>
                        </a:rPr>
                        <a:t>1</a:t>
                      </a:r>
                      <a:endParaRPr lang="zh-CN" altLang="en-US" dirty="0">
                        <a:solidFill>
                          <a:schemeClr val="tx1"/>
                        </a:solidFill>
                        <a:latin typeface="Arial Black" panose="020B0A04020102020204" pitchFamily="34" charset="0"/>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ctr"/>
                      <a:r>
                        <a:rPr lang="en-US" altLang="zh-CN" dirty="0">
                          <a:solidFill>
                            <a:schemeClr val="tx1"/>
                          </a:solidFill>
                          <a:latin typeface="Arial Black" panose="020B0A04020102020204" pitchFamily="34" charset="0"/>
                        </a:rPr>
                        <a:t>2</a:t>
                      </a:r>
                      <a:endParaRPr lang="zh-CN" altLang="en-US" dirty="0">
                        <a:solidFill>
                          <a:schemeClr val="tx1"/>
                        </a:solidFill>
                        <a:latin typeface="Arial Black" panose="020B0A04020102020204" pitchFamily="34" charset="0"/>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ctr"/>
                      <a:r>
                        <a:rPr lang="en-US" altLang="zh-CN" dirty="0">
                          <a:solidFill>
                            <a:schemeClr val="tx1"/>
                          </a:solidFill>
                          <a:latin typeface="Arial Black" panose="020B0A04020102020204" pitchFamily="34" charset="0"/>
                        </a:rPr>
                        <a:t>…</a:t>
                      </a:r>
                      <a:endParaRPr lang="zh-CN" altLang="en-US" dirty="0">
                        <a:solidFill>
                          <a:schemeClr val="tx1"/>
                        </a:solidFill>
                        <a:latin typeface="Arial Black" panose="020B0A04020102020204" pitchFamily="34" charset="0"/>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extLst>
                  <a:ext uri="{0D108BD9-81ED-4DB2-BD59-A6C34878D82A}">
                    <a16:rowId xmlns:a16="http://schemas.microsoft.com/office/drawing/2014/main" val="316235763"/>
                  </a:ext>
                </a:extLst>
              </a:tr>
            </a:tbl>
          </a:graphicData>
        </a:graphic>
      </p:graphicFrame>
      <p:graphicFrame>
        <p:nvGraphicFramePr>
          <p:cNvPr id="30" name="表格 21">
            <a:extLst>
              <a:ext uri="{FF2B5EF4-FFF2-40B4-BE49-F238E27FC236}">
                <a16:creationId xmlns:a16="http://schemas.microsoft.com/office/drawing/2014/main" id="{849D252C-900C-44C3-9C3B-0A66CC10F5E3}"/>
              </a:ext>
            </a:extLst>
          </p:cNvPr>
          <p:cNvGraphicFramePr>
            <a:graphicFrameLocks noGrp="1"/>
          </p:cNvGraphicFramePr>
          <p:nvPr/>
        </p:nvGraphicFramePr>
        <p:xfrm>
          <a:off x="2302929" y="1827576"/>
          <a:ext cx="9067800" cy="370840"/>
        </p:xfrm>
        <a:graphic>
          <a:graphicData uri="http://schemas.openxmlformats.org/drawingml/2006/table">
            <a:tbl>
              <a:tblPr firstRow="1" bandRow="1">
                <a:tableStyleId>{5C22544A-7EE6-4342-B048-85BDC9FD1C3A}</a:tableStyleId>
              </a:tblPr>
              <a:tblGrid>
                <a:gridCol w="755650">
                  <a:extLst>
                    <a:ext uri="{9D8B030D-6E8A-4147-A177-3AD203B41FA5}">
                      <a16:colId xmlns:a16="http://schemas.microsoft.com/office/drawing/2014/main" val="877486509"/>
                    </a:ext>
                  </a:extLst>
                </a:gridCol>
                <a:gridCol w="755650">
                  <a:extLst>
                    <a:ext uri="{9D8B030D-6E8A-4147-A177-3AD203B41FA5}">
                      <a16:colId xmlns:a16="http://schemas.microsoft.com/office/drawing/2014/main" val="3548605817"/>
                    </a:ext>
                  </a:extLst>
                </a:gridCol>
                <a:gridCol w="755650">
                  <a:extLst>
                    <a:ext uri="{9D8B030D-6E8A-4147-A177-3AD203B41FA5}">
                      <a16:colId xmlns:a16="http://schemas.microsoft.com/office/drawing/2014/main" val="2881812895"/>
                    </a:ext>
                  </a:extLst>
                </a:gridCol>
                <a:gridCol w="755650">
                  <a:extLst>
                    <a:ext uri="{9D8B030D-6E8A-4147-A177-3AD203B41FA5}">
                      <a16:colId xmlns:a16="http://schemas.microsoft.com/office/drawing/2014/main" val="3682284582"/>
                    </a:ext>
                  </a:extLst>
                </a:gridCol>
                <a:gridCol w="755650">
                  <a:extLst>
                    <a:ext uri="{9D8B030D-6E8A-4147-A177-3AD203B41FA5}">
                      <a16:colId xmlns:a16="http://schemas.microsoft.com/office/drawing/2014/main" val="500127722"/>
                    </a:ext>
                  </a:extLst>
                </a:gridCol>
                <a:gridCol w="755650">
                  <a:extLst>
                    <a:ext uri="{9D8B030D-6E8A-4147-A177-3AD203B41FA5}">
                      <a16:colId xmlns:a16="http://schemas.microsoft.com/office/drawing/2014/main" val="2946259618"/>
                    </a:ext>
                  </a:extLst>
                </a:gridCol>
                <a:gridCol w="755650">
                  <a:extLst>
                    <a:ext uri="{9D8B030D-6E8A-4147-A177-3AD203B41FA5}">
                      <a16:colId xmlns:a16="http://schemas.microsoft.com/office/drawing/2014/main" val="171501986"/>
                    </a:ext>
                  </a:extLst>
                </a:gridCol>
                <a:gridCol w="755650">
                  <a:extLst>
                    <a:ext uri="{9D8B030D-6E8A-4147-A177-3AD203B41FA5}">
                      <a16:colId xmlns:a16="http://schemas.microsoft.com/office/drawing/2014/main" val="1667185265"/>
                    </a:ext>
                  </a:extLst>
                </a:gridCol>
                <a:gridCol w="755650">
                  <a:extLst>
                    <a:ext uri="{9D8B030D-6E8A-4147-A177-3AD203B41FA5}">
                      <a16:colId xmlns:a16="http://schemas.microsoft.com/office/drawing/2014/main" val="4258211808"/>
                    </a:ext>
                  </a:extLst>
                </a:gridCol>
                <a:gridCol w="755650">
                  <a:extLst>
                    <a:ext uri="{9D8B030D-6E8A-4147-A177-3AD203B41FA5}">
                      <a16:colId xmlns:a16="http://schemas.microsoft.com/office/drawing/2014/main" val="1794200575"/>
                    </a:ext>
                  </a:extLst>
                </a:gridCol>
                <a:gridCol w="755650">
                  <a:extLst>
                    <a:ext uri="{9D8B030D-6E8A-4147-A177-3AD203B41FA5}">
                      <a16:colId xmlns:a16="http://schemas.microsoft.com/office/drawing/2014/main" val="4230716487"/>
                    </a:ext>
                  </a:extLst>
                </a:gridCol>
                <a:gridCol w="755650">
                  <a:extLst>
                    <a:ext uri="{9D8B030D-6E8A-4147-A177-3AD203B41FA5}">
                      <a16:colId xmlns:a16="http://schemas.microsoft.com/office/drawing/2014/main" val="56153739"/>
                    </a:ext>
                  </a:extLst>
                </a:gridCol>
              </a:tblGrid>
              <a:tr h="370840">
                <a:tc>
                  <a:txBody>
                    <a:bodyPr/>
                    <a:lstStyle/>
                    <a:p>
                      <a:pPr algn="ctr"/>
                      <a:r>
                        <a:rPr lang="en-US" altLang="zh-CN" dirty="0">
                          <a:solidFill>
                            <a:schemeClr val="tx1"/>
                          </a:solidFill>
                          <a:latin typeface="Arial Black" panose="020B0A04020102020204" pitchFamily="34" charset="0"/>
                        </a:rPr>
                        <a:t>0</a:t>
                      </a:r>
                      <a:endParaRPr lang="zh-CN" altLang="en-US" dirty="0">
                        <a:solidFill>
                          <a:schemeClr val="tx1"/>
                        </a:solidFill>
                        <a:latin typeface="Arial Black" panose="020B0A04020102020204" pitchFamily="34" charset="0"/>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ctr"/>
                      <a:r>
                        <a:rPr lang="en-US" altLang="zh-CN" dirty="0">
                          <a:solidFill>
                            <a:schemeClr val="tx1"/>
                          </a:solidFill>
                          <a:latin typeface="Arial Black" panose="020B0A04020102020204" pitchFamily="34" charset="0"/>
                        </a:rPr>
                        <a:t>1</a:t>
                      </a:r>
                      <a:endParaRPr lang="zh-CN" altLang="en-US" dirty="0">
                        <a:solidFill>
                          <a:schemeClr val="tx1"/>
                        </a:solidFill>
                        <a:latin typeface="Arial Black" panose="020B0A04020102020204" pitchFamily="34" charset="0"/>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ctr"/>
                      <a:r>
                        <a:rPr lang="en-US" altLang="zh-CN" dirty="0">
                          <a:solidFill>
                            <a:schemeClr val="tx1"/>
                          </a:solidFill>
                          <a:latin typeface="Arial Black" panose="020B0A04020102020204" pitchFamily="34" charset="0"/>
                        </a:rPr>
                        <a:t>2</a:t>
                      </a:r>
                      <a:endParaRPr lang="zh-CN" altLang="en-US" dirty="0">
                        <a:solidFill>
                          <a:schemeClr val="tx1"/>
                        </a:solidFill>
                        <a:latin typeface="Arial Black" panose="020B0A04020102020204" pitchFamily="34" charset="0"/>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ctr"/>
                      <a:r>
                        <a:rPr lang="en-US" altLang="zh-CN" dirty="0">
                          <a:solidFill>
                            <a:schemeClr val="tx1"/>
                          </a:solidFill>
                          <a:latin typeface="Arial Black" panose="020B0A04020102020204" pitchFamily="34" charset="0"/>
                        </a:rPr>
                        <a:t>3</a:t>
                      </a:r>
                      <a:endParaRPr lang="zh-CN" altLang="en-US" dirty="0">
                        <a:solidFill>
                          <a:schemeClr val="tx1"/>
                        </a:solidFill>
                        <a:latin typeface="Arial Black" panose="020B0A04020102020204" pitchFamily="34" charset="0"/>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ctr"/>
                      <a:r>
                        <a:rPr lang="en-US" altLang="zh-CN" dirty="0">
                          <a:solidFill>
                            <a:schemeClr val="tx1"/>
                          </a:solidFill>
                          <a:latin typeface="Arial Black" panose="020B0A04020102020204" pitchFamily="34" charset="0"/>
                        </a:rPr>
                        <a:t>4</a:t>
                      </a:r>
                      <a:endParaRPr lang="zh-CN" altLang="en-US" dirty="0">
                        <a:solidFill>
                          <a:schemeClr val="tx1"/>
                        </a:solidFill>
                        <a:latin typeface="Arial Black" panose="020B0A04020102020204" pitchFamily="34" charset="0"/>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ctr"/>
                      <a:r>
                        <a:rPr lang="en-US" altLang="zh-CN" dirty="0">
                          <a:solidFill>
                            <a:schemeClr val="tx1"/>
                          </a:solidFill>
                          <a:latin typeface="Arial Black" panose="020B0A04020102020204" pitchFamily="34" charset="0"/>
                        </a:rPr>
                        <a:t>5</a:t>
                      </a:r>
                      <a:endParaRPr lang="zh-CN" altLang="en-US" dirty="0">
                        <a:solidFill>
                          <a:schemeClr val="tx1"/>
                        </a:solidFill>
                        <a:latin typeface="Arial Black" panose="020B0A04020102020204" pitchFamily="34" charset="0"/>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ctr"/>
                      <a:r>
                        <a:rPr lang="en-US" altLang="zh-CN" dirty="0">
                          <a:solidFill>
                            <a:schemeClr val="tx1"/>
                          </a:solidFill>
                          <a:latin typeface="Arial Black" panose="020B0A04020102020204" pitchFamily="34" charset="0"/>
                        </a:rPr>
                        <a:t>6</a:t>
                      </a:r>
                      <a:endParaRPr lang="zh-CN" altLang="en-US" dirty="0">
                        <a:solidFill>
                          <a:schemeClr val="tx1"/>
                        </a:solidFill>
                        <a:latin typeface="Arial Black" panose="020B0A04020102020204" pitchFamily="34" charset="0"/>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ctr"/>
                      <a:r>
                        <a:rPr lang="en-US" altLang="zh-CN" dirty="0">
                          <a:solidFill>
                            <a:schemeClr val="tx1"/>
                          </a:solidFill>
                          <a:latin typeface="Arial Black" panose="020B0A04020102020204" pitchFamily="34" charset="0"/>
                        </a:rPr>
                        <a:t>7</a:t>
                      </a:r>
                      <a:endParaRPr lang="zh-CN" altLang="en-US" dirty="0">
                        <a:solidFill>
                          <a:schemeClr val="tx1"/>
                        </a:solidFill>
                        <a:latin typeface="Arial Black" panose="020B0A04020102020204" pitchFamily="34" charset="0"/>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ctr"/>
                      <a:r>
                        <a:rPr lang="en-US" altLang="zh-CN" dirty="0">
                          <a:solidFill>
                            <a:schemeClr val="tx1"/>
                          </a:solidFill>
                          <a:latin typeface="Arial Black" panose="020B0A04020102020204" pitchFamily="34" charset="0"/>
                        </a:rPr>
                        <a:t>0</a:t>
                      </a:r>
                      <a:endParaRPr lang="zh-CN" altLang="en-US" dirty="0">
                        <a:solidFill>
                          <a:schemeClr val="tx1"/>
                        </a:solidFill>
                        <a:latin typeface="Arial Black" panose="020B0A04020102020204" pitchFamily="34" charset="0"/>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ctr"/>
                      <a:r>
                        <a:rPr lang="en-US" altLang="zh-CN" dirty="0">
                          <a:solidFill>
                            <a:schemeClr val="tx1"/>
                          </a:solidFill>
                          <a:latin typeface="Arial Black" panose="020B0A04020102020204" pitchFamily="34" charset="0"/>
                        </a:rPr>
                        <a:t>1</a:t>
                      </a:r>
                      <a:endParaRPr lang="zh-CN" altLang="en-US" dirty="0">
                        <a:solidFill>
                          <a:schemeClr val="tx1"/>
                        </a:solidFill>
                        <a:latin typeface="Arial Black" panose="020B0A04020102020204" pitchFamily="34" charset="0"/>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ctr"/>
                      <a:r>
                        <a:rPr lang="en-US" altLang="zh-CN" dirty="0">
                          <a:solidFill>
                            <a:schemeClr val="tx1"/>
                          </a:solidFill>
                          <a:latin typeface="Arial Black" panose="020B0A04020102020204" pitchFamily="34" charset="0"/>
                        </a:rPr>
                        <a:t>2</a:t>
                      </a:r>
                      <a:endParaRPr lang="zh-CN" altLang="en-US" dirty="0">
                        <a:solidFill>
                          <a:schemeClr val="tx1"/>
                        </a:solidFill>
                        <a:latin typeface="Arial Black" panose="020B0A04020102020204" pitchFamily="34" charset="0"/>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ctr"/>
                      <a:r>
                        <a:rPr lang="en-US" altLang="zh-CN" dirty="0">
                          <a:solidFill>
                            <a:schemeClr val="tx1"/>
                          </a:solidFill>
                          <a:latin typeface="Arial Black" panose="020B0A04020102020204" pitchFamily="34" charset="0"/>
                        </a:rPr>
                        <a:t>…</a:t>
                      </a:r>
                      <a:endParaRPr lang="zh-CN" altLang="en-US" dirty="0">
                        <a:solidFill>
                          <a:schemeClr val="tx1"/>
                        </a:solidFill>
                        <a:latin typeface="Arial Black" panose="020B0A04020102020204" pitchFamily="34" charset="0"/>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extLst>
                  <a:ext uri="{0D108BD9-81ED-4DB2-BD59-A6C34878D82A}">
                    <a16:rowId xmlns:a16="http://schemas.microsoft.com/office/drawing/2014/main" val="316235763"/>
                  </a:ext>
                </a:extLst>
              </a:tr>
            </a:tbl>
          </a:graphicData>
        </a:graphic>
      </p:graphicFrame>
      <mc:AlternateContent xmlns:mc="http://schemas.openxmlformats.org/markup-compatibility/2006" xmlns:a14="http://schemas.microsoft.com/office/drawing/2010/main">
        <mc:Choice Requires="a14">
          <p:sp>
            <p:nvSpPr>
              <p:cNvPr id="31" name="íşlïḍè">
                <a:extLst>
                  <a:ext uri="{FF2B5EF4-FFF2-40B4-BE49-F238E27FC236}">
                    <a16:creationId xmlns:a16="http://schemas.microsoft.com/office/drawing/2014/main" id="{534EE850-C207-4BCA-A31E-771A47DA9033}"/>
                  </a:ext>
                </a:extLst>
              </p:cNvPr>
              <p:cNvSpPr txBox="1"/>
              <p:nvPr/>
            </p:nvSpPr>
            <p:spPr>
              <a:xfrm>
                <a:off x="2993250" y="3724968"/>
                <a:ext cx="6218660" cy="311297"/>
              </a:xfrm>
              <a:prstGeom prst="rect">
                <a:avLst/>
              </a:prstGeom>
              <a:noFill/>
            </p:spPr>
            <p:txBody>
              <a:bodyPr wrap="square" lIns="91440" tIns="45720" rIns="91440" bIns="45720" anchor="ctr">
                <a:noAutofit/>
              </a:bodyPr>
              <a:lstStyle/>
              <a:p>
                <a:r>
                  <a:rPr lang="zh-CN" altLang="en-US" b="1" dirty="0">
                    <a:solidFill>
                      <a:schemeClr val="accent4"/>
                    </a:solidFill>
                  </a:rPr>
                  <a:t>接收窗口</a:t>
                </a:r>
                <a14:m>
                  <m:oMath xmlns:m="http://schemas.openxmlformats.org/officeDocument/2006/math">
                    <m:sSub>
                      <m:sSubPr>
                        <m:ctrlPr>
                          <a:rPr lang="en-US" altLang="zh-CN" b="1" i="1" smtClean="0">
                            <a:solidFill>
                              <a:schemeClr val="accent4"/>
                            </a:solidFill>
                            <a:latin typeface="Cambria Math" panose="02040503050406030204" pitchFamily="18" charset="0"/>
                          </a:rPr>
                        </m:ctrlPr>
                      </m:sSubPr>
                      <m:e>
                        <m:r>
                          <a:rPr lang="en-US" altLang="zh-CN" b="1" i="1" smtClean="0">
                            <a:solidFill>
                              <a:schemeClr val="accent4"/>
                            </a:solidFill>
                            <a:latin typeface="Cambria Math" panose="02040503050406030204" pitchFamily="18" charset="0"/>
                          </a:rPr>
                          <m:t>𝑾</m:t>
                        </m:r>
                      </m:e>
                      <m:sub>
                        <m:r>
                          <a:rPr lang="en-US" altLang="zh-CN" b="1" i="1" smtClean="0">
                            <a:solidFill>
                              <a:schemeClr val="accent4"/>
                            </a:solidFill>
                            <a:latin typeface="Cambria Math" panose="02040503050406030204" pitchFamily="18" charset="0"/>
                          </a:rPr>
                          <m:t>𝑹</m:t>
                        </m:r>
                      </m:sub>
                    </m:sSub>
                  </m:oMath>
                </a14:m>
                <a:r>
                  <a:rPr lang="zh-CN" altLang="en-US" b="1" dirty="0"/>
                  <a:t>取最大值</a:t>
                </a:r>
                <a14:m>
                  <m:oMath xmlns:m="http://schemas.openxmlformats.org/officeDocument/2006/math">
                    <m:sSup>
                      <m:sSupPr>
                        <m:ctrlPr>
                          <a:rPr lang="en-US" altLang="zh-CN" b="1" i="1" smtClean="0">
                            <a:latin typeface="Cambria Math" panose="02040503050406030204" pitchFamily="18" charset="0"/>
                          </a:rPr>
                        </m:ctrlPr>
                      </m:sSupPr>
                      <m:e>
                        <m:r>
                          <a:rPr lang="en-US" altLang="zh-CN" b="1" i="1" smtClean="0">
                            <a:latin typeface="Cambria Math" panose="02040503050406030204" pitchFamily="18" charset="0"/>
                          </a:rPr>
                          <m:t>𝟐</m:t>
                        </m:r>
                      </m:e>
                      <m:sup>
                        <m:r>
                          <a:rPr lang="en-US" altLang="zh-CN" b="1" i="1" smtClean="0">
                            <a:latin typeface="Cambria Math" panose="02040503050406030204" pitchFamily="18" charset="0"/>
                          </a:rPr>
                          <m:t>(</m:t>
                        </m:r>
                        <m:r>
                          <a:rPr lang="en-US" altLang="zh-CN" b="1" i="1" smtClean="0">
                            <a:latin typeface="Cambria Math" panose="02040503050406030204" pitchFamily="18" charset="0"/>
                          </a:rPr>
                          <m:t>𝟑</m:t>
                        </m:r>
                        <m:r>
                          <a:rPr lang="en-US" altLang="zh-CN" b="1" i="1" smtClean="0">
                            <a:latin typeface="Cambria Math" panose="02040503050406030204" pitchFamily="18" charset="0"/>
                          </a:rPr>
                          <m:t>−</m:t>
                        </m:r>
                        <m:r>
                          <a:rPr lang="en-US" altLang="zh-CN" b="1" i="1" smtClean="0">
                            <a:latin typeface="Cambria Math" panose="02040503050406030204" pitchFamily="18" charset="0"/>
                          </a:rPr>
                          <m:t>𝟏</m:t>
                        </m:r>
                        <m:r>
                          <a:rPr lang="en-US" altLang="zh-CN" b="1" i="1" smtClean="0">
                            <a:latin typeface="Cambria Math" panose="02040503050406030204" pitchFamily="18" charset="0"/>
                          </a:rPr>
                          <m:t>)</m:t>
                        </m:r>
                      </m:sup>
                    </m:sSup>
                  </m:oMath>
                </a14:m>
                <a:r>
                  <a:rPr lang="zh-CN" altLang="en-US" b="1" dirty="0"/>
                  <a:t>，即</a:t>
                </a:r>
                <a14:m>
                  <m:oMath xmlns:m="http://schemas.openxmlformats.org/officeDocument/2006/math">
                    <m:sSub>
                      <m:sSubPr>
                        <m:ctrlPr>
                          <a:rPr lang="en-US" altLang="zh-CN" b="1" i="1" smtClean="0">
                            <a:latin typeface="Cambria Math" panose="02040503050406030204" pitchFamily="18" charset="0"/>
                          </a:rPr>
                        </m:ctrlPr>
                      </m:sSubPr>
                      <m:e>
                        <m:r>
                          <a:rPr lang="en-US" altLang="zh-CN" b="1" i="1" smtClean="0">
                            <a:latin typeface="Cambria Math" panose="02040503050406030204" pitchFamily="18" charset="0"/>
                          </a:rPr>
                          <m:t>𝑾</m:t>
                        </m:r>
                      </m:e>
                      <m:sub>
                        <m:r>
                          <a:rPr lang="en-US" altLang="zh-CN" b="1" i="1" smtClean="0">
                            <a:latin typeface="Cambria Math" panose="02040503050406030204" pitchFamily="18" charset="0"/>
                          </a:rPr>
                          <m:t>𝑹</m:t>
                        </m:r>
                      </m:sub>
                    </m:sSub>
                    <m:r>
                      <a:rPr lang="en-US" altLang="zh-CN" b="1" i="1" smtClean="0">
                        <a:latin typeface="Cambria Math" panose="02040503050406030204" pitchFamily="18" charset="0"/>
                      </a:rPr>
                      <m:t>=</m:t>
                    </m:r>
                    <m:r>
                      <a:rPr lang="en-US" altLang="zh-CN" b="1" i="1" smtClean="0">
                        <a:latin typeface="Cambria Math" panose="02040503050406030204" pitchFamily="18" charset="0"/>
                      </a:rPr>
                      <m:t>𝟒</m:t>
                    </m:r>
                    <m:r>
                      <a:rPr lang="zh-CN" altLang="en-US" b="1" i="1">
                        <a:latin typeface="Cambria Math" panose="02040503050406030204" pitchFamily="18" charset="0"/>
                      </a:rPr>
                      <m:t>。</m:t>
                    </m:r>
                  </m:oMath>
                </a14:m>
                <a:endParaRPr lang="en-US" altLang="zh-CN" b="1" dirty="0"/>
              </a:p>
            </p:txBody>
          </p:sp>
        </mc:Choice>
        <mc:Fallback xmlns="">
          <p:sp>
            <p:nvSpPr>
              <p:cNvPr id="31" name="íşlïḍè">
                <a:extLst>
                  <a:ext uri="{FF2B5EF4-FFF2-40B4-BE49-F238E27FC236}">
                    <a16:creationId xmlns:a16="http://schemas.microsoft.com/office/drawing/2014/main" id="{534EE850-C207-4BCA-A31E-771A47DA9033}"/>
                  </a:ext>
                </a:extLst>
              </p:cNvPr>
              <p:cNvSpPr txBox="1">
                <a:spLocks noRot="1" noChangeAspect="1" noMove="1" noResize="1" noEditPoints="1" noAdjustHandles="1" noChangeArrowheads="1" noChangeShapeType="1" noTextEdit="1"/>
              </p:cNvSpPr>
              <p:nvPr/>
            </p:nvSpPr>
            <p:spPr>
              <a:xfrm>
                <a:off x="2993250" y="3724968"/>
                <a:ext cx="6218660" cy="311297"/>
              </a:xfrm>
              <a:prstGeom prst="rect">
                <a:avLst/>
              </a:prstGeom>
              <a:blipFill>
                <a:blip r:embed="rId10"/>
                <a:stretch>
                  <a:fillRect l="-784" t="-17647" b="-43137"/>
                </a:stretch>
              </a:blipFill>
            </p:spPr>
            <p:txBody>
              <a:bodyPr/>
              <a:lstStyle/>
              <a:p>
                <a:r>
                  <a:rPr lang="zh-CN" altLang="en-US">
                    <a:noFill/>
                  </a:rPr>
                  <a:t> </a:t>
                </a:r>
              </a:p>
            </p:txBody>
          </p:sp>
        </mc:Fallback>
      </mc:AlternateContent>
      <mc:AlternateContent xmlns:mc="http://schemas.openxmlformats.org/markup-compatibility/2006" xmlns:a14="http://schemas.microsoft.com/office/drawing/2010/main">
        <mc:Choice Requires="a14">
          <p:sp>
            <p:nvSpPr>
              <p:cNvPr id="32" name="íşlïḍè">
                <a:extLst>
                  <a:ext uri="{FF2B5EF4-FFF2-40B4-BE49-F238E27FC236}">
                    <a16:creationId xmlns:a16="http://schemas.microsoft.com/office/drawing/2014/main" id="{FBFA56FC-F0C2-4492-AE42-88A025F625E8}"/>
                  </a:ext>
                </a:extLst>
              </p:cNvPr>
              <p:cNvSpPr txBox="1"/>
              <p:nvPr/>
            </p:nvSpPr>
            <p:spPr>
              <a:xfrm>
                <a:off x="2993250" y="4183741"/>
                <a:ext cx="6218660" cy="311297"/>
              </a:xfrm>
              <a:prstGeom prst="rect">
                <a:avLst/>
              </a:prstGeom>
              <a:noFill/>
            </p:spPr>
            <p:txBody>
              <a:bodyPr wrap="square" lIns="91440" tIns="45720" rIns="91440" bIns="45720" anchor="ctr">
                <a:noAutofit/>
              </a:bodyPr>
              <a:lstStyle/>
              <a:p>
                <a:r>
                  <a:rPr lang="zh-CN" altLang="en-US" b="1" dirty="0">
                    <a:solidFill>
                      <a:schemeClr val="accent3"/>
                    </a:solidFill>
                  </a:rPr>
                  <a:t>发送窗口</a:t>
                </a:r>
                <a14:m>
                  <m:oMath xmlns:m="http://schemas.openxmlformats.org/officeDocument/2006/math">
                    <m:sSub>
                      <m:sSubPr>
                        <m:ctrlPr>
                          <a:rPr lang="en-US" altLang="zh-CN" b="1" i="1" smtClean="0">
                            <a:solidFill>
                              <a:schemeClr val="accent3"/>
                            </a:solidFill>
                            <a:latin typeface="Cambria Math" panose="02040503050406030204" pitchFamily="18" charset="0"/>
                          </a:rPr>
                        </m:ctrlPr>
                      </m:sSubPr>
                      <m:e>
                        <m:r>
                          <a:rPr lang="en-US" altLang="zh-CN" b="1" i="1" smtClean="0">
                            <a:solidFill>
                              <a:schemeClr val="accent3"/>
                            </a:solidFill>
                            <a:latin typeface="Cambria Math" panose="02040503050406030204" pitchFamily="18" charset="0"/>
                          </a:rPr>
                          <m:t>𝑾</m:t>
                        </m:r>
                      </m:e>
                      <m:sub>
                        <m:r>
                          <a:rPr lang="en-US" altLang="zh-CN" b="1" i="1" smtClean="0">
                            <a:solidFill>
                              <a:schemeClr val="accent3"/>
                            </a:solidFill>
                            <a:latin typeface="Cambria Math" panose="02040503050406030204" pitchFamily="18" charset="0"/>
                          </a:rPr>
                          <m:t>𝑻</m:t>
                        </m:r>
                      </m:sub>
                    </m:sSub>
                  </m:oMath>
                </a14:m>
                <a:r>
                  <a:rPr lang="zh-CN" altLang="en-US" b="1" dirty="0"/>
                  <a:t>能取到的最大值也为</a:t>
                </a:r>
                <a14:m>
                  <m:oMath xmlns:m="http://schemas.openxmlformats.org/officeDocument/2006/math">
                    <m:sSup>
                      <m:sSupPr>
                        <m:ctrlPr>
                          <a:rPr lang="en-US" altLang="zh-CN" b="1" i="1" smtClean="0">
                            <a:latin typeface="Cambria Math" panose="02040503050406030204" pitchFamily="18" charset="0"/>
                          </a:rPr>
                        </m:ctrlPr>
                      </m:sSupPr>
                      <m:e>
                        <m:r>
                          <a:rPr lang="en-US" altLang="zh-CN" b="1" i="1" smtClean="0">
                            <a:latin typeface="Cambria Math" panose="02040503050406030204" pitchFamily="18" charset="0"/>
                          </a:rPr>
                          <m:t>𝟐</m:t>
                        </m:r>
                      </m:e>
                      <m:sup>
                        <m:r>
                          <a:rPr lang="en-US" altLang="zh-CN" b="1" i="1" smtClean="0">
                            <a:latin typeface="Cambria Math" panose="02040503050406030204" pitchFamily="18" charset="0"/>
                          </a:rPr>
                          <m:t>(</m:t>
                        </m:r>
                        <m:r>
                          <a:rPr lang="en-US" altLang="zh-CN" b="1" i="1" smtClean="0">
                            <a:latin typeface="Cambria Math" panose="02040503050406030204" pitchFamily="18" charset="0"/>
                          </a:rPr>
                          <m:t>𝟑</m:t>
                        </m:r>
                        <m:r>
                          <a:rPr lang="en-US" altLang="zh-CN" b="1" i="1" smtClean="0">
                            <a:latin typeface="Cambria Math" panose="02040503050406030204" pitchFamily="18" charset="0"/>
                          </a:rPr>
                          <m:t>−</m:t>
                        </m:r>
                        <m:r>
                          <a:rPr lang="en-US" altLang="zh-CN" b="1" i="1" smtClean="0">
                            <a:latin typeface="Cambria Math" panose="02040503050406030204" pitchFamily="18" charset="0"/>
                          </a:rPr>
                          <m:t>𝟏</m:t>
                        </m:r>
                        <m:r>
                          <a:rPr lang="en-US" altLang="zh-CN" b="1" i="1" smtClean="0">
                            <a:latin typeface="Cambria Math" panose="02040503050406030204" pitchFamily="18" charset="0"/>
                          </a:rPr>
                          <m:t>)</m:t>
                        </m:r>
                      </m:sup>
                    </m:sSup>
                  </m:oMath>
                </a14:m>
                <a:r>
                  <a:rPr lang="zh-CN" altLang="en-US" b="1" dirty="0"/>
                  <a:t>，即</a:t>
                </a:r>
                <a14:m>
                  <m:oMath xmlns:m="http://schemas.openxmlformats.org/officeDocument/2006/math">
                    <m:sSub>
                      <m:sSubPr>
                        <m:ctrlPr>
                          <a:rPr lang="en-US" altLang="zh-CN" b="1" i="1" smtClean="0">
                            <a:latin typeface="Cambria Math" panose="02040503050406030204" pitchFamily="18" charset="0"/>
                          </a:rPr>
                        </m:ctrlPr>
                      </m:sSubPr>
                      <m:e>
                        <m:r>
                          <a:rPr lang="en-US" altLang="zh-CN" b="1" i="1" smtClean="0">
                            <a:latin typeface="Cambria Math" panose="02040503050406030204" pitchFamily="18" charset="0"/>
                          </a:rPr>
                          <m:t>𝑾</m:t>
                        </m:r>
                      </m:e>
                      <m:sub>
                        <m:r>
                          <a:rPr lang="en-US" altLang="zh-CN" b="1" i="1" smtClean="0">
                            <a:latin typeface="Cambria Math" panose="02040503050406030204" pitchFamily="18" charset="0"/>
                          </a:rPr>
                          <m:t>𝑻</m:t>
                        </m:r>
                      </m:sub>
                    </m:sSub>
                    <m:r>
                      <a:rPr lang="en-US" altLang="zh-CN" b="1" i="1" smtClean="0">
                        <a:latin typeface="Cambria Math" panose="02040503050406030204" pitchFamily="18" charset="0"/>
                      </a:rPr>
                      <m:t>=</m:t>
                    </m:r>
                    <m:r>
                      <a:rPr lang="en-US" altLang="zh-CN" b="1" i="1" smtClean="0">
                        <a:latin typeface="Cambria Math" panose="02040503050406030204" pitchFamily="18" charset="0"/>
                      </a:rPr>
                      <m:t>𝟒</m:t>
                    </m:r>
                    <m:r>
                      <a:rPr lang="zh-CN" altLang="en-US" b="1" i="1">
                        <a:latin typeface="Cambria Math" panose="02040503050406030204" pitchFamily="18" charset="0"/>
                      </a:rPr>
                      <m:t>。</m:t>
                    </m:r>
                  </m:oMath>
                </a14:m>
                <a:endParaRPr lang="en-US" altLang="zh-CN" b="1" dirty="0"/>
              </a:p>
            </p:txBody>
          </p:sp>
        </mc:Choice>
        <mc:Fallback xmlns="">
          <p:sp>
            <p:nvSpPr>
              <p:cNvPr id="32" name="íşlïḍè">
                <a:extLst>
                  <a:ext uri="{FF2B5EF4-FFF2-40B4-BE49-F238E27FC236}">
                    <a16:creationId xmlns:a16="http://schemas.microsoft.com/office/drawing/2014/main" id="{FBFA56FC-F0C2-4492-AE42-88A025F625E8}"/>
                  </a:ext>
                </a:extLst>
              </p:cNvPr>
              <p:cNvSpPr txBox="1">
                <a:spLocks noRot="1" noChangeAspect="1" noMove="1" noResize="1" noEditPoints="1" noAdjustHandles="1" noChangeArrowheads="1" noChangeShapeType="1" noTextEdit="1"/>
              </p:cNvSpPr>
              <p:nvPr/>
            </p:nvSpPr>
            <p:spPr>
              <a:xfrm>
                <a:off x="2993250" y="4183741"/>
                <a:ext cx="6218660" cy="311297"/>
              </a:xfrm>
              <a:prstGeom prst="rect">
                <a:avLst/>
              </a:prstGeom>
              <a:blipFill>
                <a:blip r:embed="rId11"/>
                <a:stretch>
                  <a:fillRect l="-784" t="-17647" b="-43137"/>
                </a:stretch>
              </a:blipFill>
            </p:spPr>
            <p:txBody>
              <a:bodyPr/>
              <a:lstStyle/>
              <a:p>
                <a:r>
                  <a:rPr lang="zh-CN" altLang="en-US">
                    <a:noFill/>
                  </a:rPr>
                  <a:t> </a:t>
                </a:r>
              </a:p>
            </p:txBody>
          </p:sp>
        </mc:Fallback>
      </mc:AlternateContent>
      <p:grpSp>
        <p:nvGrpSpPr>
          <p:cNvPr id="7" name="组合 6">
            <a:extLst>
              <a:ext uri="{FF2B5EF4-FFF2-40B4-BE49-F238E27FC236}">
                <a16:creationId xmlns:a16="http://schemas.microsoft.com/office/drawing/2014/main" id="{2A92957C-4A28-40BD-AA76-B4368D2A6426}"/>
              </a:ext>
            </a:extLst>
          </p:cNvPr>
          <p:cNvGrpSpPr/>
          <p:nvPr/>
        </p:nvGrpSpPr>
        <p:grpSpPr>
          <a:xfrm>
            <a:off x="2302668" y="6009082"/>
            <a:ext cx="3023740" cy="426259"/>
            <a:chOff x="2302668" y="6009082"/>
            <a:chExt cx="3023740" cy="426259"/>
          </a:xfrm>
        </p:grpSpPr>
        <p:cxnSp>
          <p:nvCxnSpPr>
            <p:cNvPr id="36" name="直接连接符 35">
              <a:extLst>
                <a:ext uri="{FF2B5EF4-FFF2-40B4-BE49-F238E27FC236}">
                  <a16:creationId xmlns:a16="http://schemas.microsoft.com/office/drawing/2014/main" id="{33C20A1B-72EF-4DB3-AA34-DC26C1F7E877}"/>
                </a:ext>
              </a:extLst>
            </p:cNvPr>
            <p:cNvCxnSpPr>
              <a:cxnSpLocks/>
            </p:cNvCxnSpPr>
            <p:nvPr/>
          </p:nvCxnSpPr>
          <p:spPr>
            <a:xfrm>
              <a:off x="2302668" y="6009082"/>
              <a:ext cx="0" cy="369332"/>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7" name="直接连接符 36">
              <a:extLst>
                <a:ext uri="{FF2B5EF4-FFF2-40B4-BE49-F238E27FC236}">
                  <a16:creationId xmlns:a16="http://schemas.microsoft.com/office/drawing/2014/main" id="{FB5708D0-46AF-4193-BB91-C767D5E59465}"/>
                </a:ext>
              </a:extLst>
            </p:cNvPr>
            <p:cNvCxnSpPr>
              <a:cxnSpLocks/>
            </p:cNvCxnSpPr>
            <p:nvPr/>
          </p:nvCxnSpPr>
          <p:spPr>
            <a:xfrm>
              <a:off x="5326408" y="6009082"/>
              <a:ext cx="0" cy="369332"/>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8" name="直接箭头连接符 37">
              <a:extLst>
                <a:ext uri="{FF2B5EF4-FFF2-40B4-BE49-F238E27FC236}">
                  <a16:creationId xmlns:a16="http://schemas.microsoft.com/office/drawing/2014/main" id="{3807F383-ED3D-4E2F-820E-3F4EA3881874}"/>
                </a:ext>
              </a:extLst>
            </p:cNvPr>
            <p:cNvCxnSpPr>
              <a:cxnSpLocks/>
            </p:cNvCxnSpPr>
            <p:nvPr/>
          </p:nvCxnSpPr>
          <p:spPr>
            <a:xfrm>
              <a:off x="2302668" y="6250675"/>
              <a:ext cx="3023740" cy="0"/>
            </a:xfrm>
            <a:prstGeom prst="straightConnector1">
              <a:avLst/>
            </a:prstGeom>
            <a:ln w="12700">
              <a:solidFill>
                <a:schemeClr val="tx1"/>
              </a:solidFill>
              <a:headEnd type="triangle"/>
              <a:tailEnd type="triangle"/>
            </a:ln>
          </p:spPr>
          <p:style>
            <a:lnRef idx="1">
              <a:schemeClr val="accent1"/>
            </a:lnRef>
            <a:fillRef idx="0">
              <a:schemeClr val="accent1"/>
            </a:fillRef>
            <a:effectRef idx="0">
              <a:schemeClr val="accent1"/>
            </a:effectRef>
            <a:fontRef idx="minor">
              <a:schemeClr val="tx1"/>
            </a:fontRef>
          </p:style>
        </p:cxnSp>
        <p:sp>
          <p:nvSpPr>
            <p:cNvPr id="39" name="íşlïḍè">
              <a:extLst>
                <a:ext uri="{FF2B5EF4-FFF2-40B4-BE49-F238E27FC236}">
                  <a16:creationId xmlns:a16="http://schemas.microsoft.com/office/drawing/2014/main" id="{46DEA53C-E882-4525-8BF6-5145F1DCF4B5}"/>
                </a:ext>
              </a:extLst>
            </p:cNvPr>
            <p:cNvSpPr txBox="1"/>
            <p:nvPr/>
          </p:nvSpPr>
          <p:spPr>
            <a:xfrm>
              <a:off x="2624393" y="6066009"/>
              <a:ext cx="2380291" cy="369332"/>
            </a:xfrm>
            <a:prstGeom prst="rect">
              <a:avLst/>
            </a:prstGeom>
            <a:solidFill>
              <a:schemeClr val="bg1"/>
            </a:solidFill>
          </p:spPr>
          <p:txBody>
            <a:bodyPr wrap="square" lIns="91440" tIns="45720" rIns="91440" bIns="45720" anchor="ctr">
              <a:noAutofit/>
            </a:bodyPr>
            <a:lstStyle/>
            <a:p>
              <a:pPr algn="ctr"/>
              <a:r>
                <a:rPr lang="zh-CN" altLang="en-US" b="1" dirty="0"/>
                <a:t>允许发送</a:t>
              </a:r>
              <a:r>
                <a:rPr lang="en-US" altLang="zh-CN" b="1" dirty="0"/>
                <a:t>4</a:t>
              </a:r>
              <a:r>
                <a:rPr lang="zh-CN" altLang="en-US" b="1" dirty="0"/>
                <a:t>个数据分组</a:t>
              </a:r>
              <a:endParaRPr lang="en-US" altLang="zh-CN" b="1" dirty="0"/>
            </a:p>
          </p:txBody>
        </p:sp>
      </p:grpSp>
      <p:grpSp>
        <p:nvGrpSpPr>
          <p:cNvPr id="12" name="组合 11">
            <a:extLst>
              <a:ext uri="{FF2B5EF4-FFF2-40B4-BE49-F238E27FC236}">
                <a16:creationId xmlns:a16="http://schemas.microsoft.com/office/drawing/2014/main" id="{AE76802A-B56D-4932-AD7D-8B0405B6DFB0}"/>
              </a:ext>
            </a:extLst>
          </p:cNvPr>
          <p:cNvGrpSpPr/>
          <p:nvPr/>
        </p:nvGrpSpPr>
        <p:grpSpPr>
          <a:xfrm>
            <a:off x="5326573" y="5927218"/>
            <a:ext cx="6048619" cy="511682"/>
            <a:chOff x="5326573" y="5927218"/>
            <a:chExt cx="6048619" cy="511682"/>
          </a:xfrm>
        </p:grpSpPr>
        <p:cxnSp>
          <p:nvCxnSpPr>
            <p:cNvPr id="41" name="直接连接符 40">
              <a:extLst>
                <a:ext uri="{FF2B5EF4-FFF2-40B4-BE49-F238E27FC236}">
                  <a16:creationId xmlns:a16="http://schemas.microsoft.com/office/drawing/2014/main" id="{B39AA063-8D64-4212-8EF7-593B745683A9}"/>
                </a:ext>
              </a:extLst>
            </p:cNvPr>
            <p:cNvCxnSpPr>
              <a:cxnSpLocks/>
            </p:cNvCxnSpPr>
            <p:nvPr/>
          </p:nvCxnSpPr>
          <p:spPr>
            <a:xfrm>
              <a:off x="5326573" y="5996397"/>
              <a:ext cx="0" cy="369332"/>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2" name="直接连接符 41">
              <a:extLst>
                <a:ext uri="{FF2B5EF4-FFF2-40B4-BE49-F238E27FC236}">
                  <a16:creationId xmlns:a16="http://schemas.microsoft.com/office/drawing/2014/main" id="{5FA7345F-43B6-4AAA-8AAA-3286F5662284}"/>
                </a:ext>
              </a:extLst>
            </p:cNvPr>
            <p:cNvCxnSpPr>
              <a:cxnSpLocks/>
            </p:cNvCxnSpPr>
            <p:nvPr/>
          </p:nvCxnSpPr>
          <p:spPr>
            <a:xfrm>
              <a:off x="11375192" y="5927218"/>
              <a:ext cx="0" cy="450266"/>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grpSp>
          <p:nvGrpSpPr>
            <p:cNvPr id="9" name="组合 8">
              <a:extLst>
                <a:ext uri="{FF2B5EF4-FFF2-40B4-BE49-F238E27FC236}">
                  <a16:creationId xmlns:a16="http://schemas.microsoft.com/office/drawing/2014/main" id="{1E230570-6E8F-4BF9-A28F-DED4AF082CE4}"/>
                </a:ext>
              </a:extLst>
            </p:cNvPr>
            <p:cNvGrpSpPr/>
            <p:nvPr/>
          </p:nvGrpSpPr>
          <p:grpSpPr>
            <a:xfrm>
              <a:off x="5337370" y="6069568"/>
              <a:ext cx="6033359" cy="369332"/>
              <a:chOff x="5337370" y="6069568"/>
              <a:chExt cx="6033359" cy="369332"/>
            </a:xfrm>
          </p:grpSpPr>
          <p:cxnSp>
            <p:nvCxnSpPr>
              <p:cNvPr id="43" name="直接箭头连接符 42">
                <a:extLst>
                  <a:ext uri="{FF2B5EF4-FFF2-40B4-BE49-F238E27FC236}">
                    <a16:creationId xmlns:a16="http://schemas.microsoft.com/office/drawing/2014/main" id="{BA44EDDB-E903-4F89-B6A8-80F7963B041E}"/>
                  </a:ext>
                </a:extLst>
              </p:cNvPr>
              <p:cNvCxnSpPr>
                <a:cxnSpLocks/>
              </p:cNvCxnSpPr>
              <p:nvPr/>
            </p:nvCxnSpPr>
            <p:spPr>
              <a:xfrm>
                <a:off x="5337370" y="6249745"/>
                <a:ext cx="6033359" cy="0"/>
              </a:xfrm>
              <a:prstGeom prst="straightConnector1">
                <a:avLst/>
              </a:prstGeom>
              <a:ln w="12700">
                <a:solidFill>
                  <a:schemeClr val="tx1"/>
                </a:solidFill>
                <a:headEnd type="triangle"/>
                <a:tailEnd type="triangle"/>
              </a:ln>
            </p:spPr>
            <p:style>
              <a:lnRef idx="1">
                <a:schemeClr val="accent1"/>
              </a:lnRef>
              <a:fillRef idx="0">
                <a:schemeClr val="accent1"/>
              </a:fillRef>
              <a:effectRef idx="0">
                <a:schemeClr val="accent1"/>
              </a:effectRef>
              <a:fontRef idx="minor">
                <a:schemeClr val="tx1"/>
              </a:fontRef>
            </p:style>
          </p:cxnSp>
          <p:sp>
            <p:nvSpPr>
              <p:cNvPr id="44" name="íşlïḍè">
                <a:extLst>
                  <a:ext uri="{FF2B5EF4-FFF2-40B4-BE49-F238E27FC236}">
                    <a16:creationId xmlns:a16="http://schemas.microsoft.com/office/drawing/2014/main" id="{A62AE37E-1150-4050-9933-81FF6F047717}"/>
                  </a:ext>
                </a:extLst>
              </p:cNvPr>
              <p:cNvSpPr txBox="1"/>
              <p:nvPr/>
            </p:nvSpPr>
            <p:spPr>
              <a:xfrm>
                <a:off x="6992608" y="6069568"/>
                <a:ext cx="2722882" cy="369332"/>
              </a:xfrm>
              <a:prstGeom prst="rect">
                <a:avLst/>
              </a:prstGeom>
              <a:solidFill>
                <a:schemeClr val="bg1"/>
              </a:solidFill>
            </p:spPr>
            <p:txBody>
              <a:bodyPr wrap="square" lIns="91440" tIns="45720" rIns="91440" bIns="45720" anchor="ctr">
                <a:noAutofit/>
              </a:bodyPr>
              <a:lstStyle/>
              <a:p>
                <a:pPr algn="ctr"/>
                <a:r>
                  <a:rPr lang="zh-CN" altLang="en-US" b="1" dirty="0"/>
                  <a:t>不允许发送这些数据分组</a:t>
                </a:r>
                <a:endParaRPr lang="en-US" altLang="zh-CN" b="1" dirty="0"/>
              </a:p>
            </p:txBody>
          </p:sp>
        </p:grpSp>
      </p:grpSp>
      <p:sp>
        <p:nvSpPr>
          <p:cNvPr id="58" name="平行四边形 57">
            <a:extLst>
              <a:ext uri="{FF2B5EF4-FFF2-40B4-BE49-F238E27FC236}">
                <a16:creationId xmlns:a16="http://schemas.microsoft.com/office/drawing/2014/main" id="{1900EA87-1335-0A48-A696-5E60D6CCE21A}"/>
              </a:ext>
            </a:extLst>
          </p:cNvPr>
          <p:cNvSpPr/>
          <p:nvPr/>
        </p:nvSpPr>
        <p:spPr>
          <a:xfrm>
            <a:off x="304800" y="749300"/>
            <a:ext cx="675384" cy="387090"/>
          </a:xfrm>
          <a:prstGeom prst="parallelogram">
            <a:avLst/>
          </a:prstGeom>
          <a:solidFill>
            <a:schemeClr val="accent3">
              <a:lumMod val="75000"/>
            </a:schemeClr>
          </a:solidFill>
          <a:ln>
            <a:solidFill>
              <a:schemeClr val="accent3">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CN" sz="2200" dirty="0">
                <a:latin typeface="Impact" panose="020B0806030902050204" pitchFamily="34" charset="0"/>
              </a:rPr>
              <a:t>05</a:t>
            </a:r>
            <a:endParaRPr lang="zh-CN" altLang="en-US" sz="2200" dirty="0">
              <a:latin typeface="Impact" panose="020B0806030902050204" pitchFamily="34" charset="0"/>
            </a:endParaRPr>
          </a:p>
        </p:txBody>
      </p:sp>
    </p:spTree>
    <p:custDataLst>
      <p:tags r:id="rId1"/>
    </p:custDataLst>
    <p:extLst>
      <p:ext uri="{BB962C8B-B14F-4D97-AF65-F5344CB8AC3E}">
        <p14:creationId xmlns:p14="http://schemas.microsoft.com/office/powerpoint/2010/main" val="3764250502"/>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2" presetClass="entr" presetSubtype="1" fill="hold" nodeType="withEffect">
                                  <p:stCondLst>
                                    <p:cond delay="0"/>
                                  </p:stCondLst>
                                  <p:childTnLst>
                                    <p:set>
                                      <p:cBhvr>
                                        <p:cTn id="6" dur="1" fill="hold">
                                          <p:stCondLst>
                                            <p:cond delay="0"/>
                                          </p:stCondLst>
                                        </p:cTn>
                                        <p:tgtEl>
                                          <p:spTgt spid="5"/>
                                        </p:tgtEl>
                                        <p:attrNameLst>
                                          <p:attrName>style.visibility</p:attrName>
                                        </p:attrNameLst>
                                      </p:cBhvr>
                                      <p:to>
                                        <p:strVal val="visible"/>
                                      </p:to>
                                    </p:set>
                                    <p:anim calcmode="lin" valueType="num">
                                      <p:cBhvr additive="base">
                                        <p:cTn id="7" dur="500"/>
                                        <p:tgtEl>
                                          <p:spTgt spid="5"/>
                                        </p:tgtEl>
                                        <p:attrNameLst>
                                          <p:attrName>ppt_y</p:attrName>
                                        </p:attrNameLst>
                                      </p:cBhvr>
                                      <p:tavLst>
                                        <p:tav tm="0">
                                          <p:val>
                                            <p:strVal val="#ppt_y-#ppt_h*1.125000"/>
                                          </p:val>
                                        </p:tav>
                                        <p:tav tm="100000">
                                          <p:val>
                                            <p:strVal val="#ppt_y"/>
                                          </p:val>
                                        </p:tav>
                                      </p:tavLst>
                                    </p:anim>
                                    <p:animEffect transition="in" filter="wipe(down)">
                                      <p:cBhvr>
                                        <p:cTn id="8" dur="500"/>
                                        <p:tgtEl>
                                          <p:spTgt spid="5"/>
                                        </p:tgtEl>
                                      </p:cBhvr>
                                    </p:animEffect>
                                  </p:childTnLst>
                                </p:cTn>
                              </p:par>
                            </p:childTnLst>
                          </p:cTn>
                        </p:par>
                      </p:childTnLst>
                    </p:cTn>
                  </p:par>
                  <p:par>
                    <p:cTn id="9" fill="hold">
                      <p:stCondLst>
                        <p:cond delay="indefinite"/>
                      </p:stCondLst>
                      <p:childTnLst>
                        <p:par>
                          <p:cTn id="10" fill="hold">
                            <p:stCondLst>
                              <p:cond delay="0"/>
                            </p:stCondLst>
                            <p:childTnLst>
                              <p:par>
                                <p:cTn id="11" presetID="12" presetClass="entr" presetSubtype="4" fill="hold" nodeType="clickEffect">
                                  <p:stCondLst>
                                    <p:cond delay="0"/>
                                  </p:stCondLst>
                                  <p:childTnLst>
                                    <p:set>
                                      <p:cBhvr>
                                        <p:cTn id="12" dur="1" fill="hold">
                                          <p:stCondLst>
                                            <p:cond delay="0"/>
                                          </p:stCondLst>
                                        </p:cTn>
                                        <p:tgtEl>
                                          <p:spTgt spid="7"/>
                                        </p:tgtEl>
                                        <p:attrNameLst>
                                          <p:attrName>style.visibility</p:attrName>
                                        </p:attrNameLst>
                                      </p:cBhvr>
                                      <p:to>
                                        <p:strVal val="visible"/>
                                      </p:to>
                                    </p:set>
                                    <p:anim calcmode="lin" valueType="num">
                                      <p:cBhvr additive="base">
                                        <p:cTn id="13" dur="500"/>
                                        <p:tgtEl>
                                          <p:spTgt spid="7"/>
                                        </p:tgtEl>
                                        <p:attrNameLst>
                                          <p:attrName>ppt_y</p:attrName>
                                        </p:attrNameLst>
                                      </p:cBhvr>
                                      <p:tavLst>
                                        <p:tav tm="0">
                                          <p:val>
                                            <p:strVal val="#ppt_y+#ppt_h*1.125000"/>
                                          </p:val>
                                        </p:tav>
                                        <p:tav tm="100000">
                                          <p:val>
                                            <p:strVal val="#ppt_y"/>
                                          </p:val>
                                        </p:tav>
                                      </p:tavLst>
                                    </p:anim>
                                    <p:animEffect transition="in" filter="wipe(up)">
                                      <p:cBhvr>
                                        <p:cTn id="14" dur="500"/>
                                        <p:tgtEl>
                                          <p:spTgt spid="7"/>
                                        </p:tgtEl>
                                      </p:cBhvr>
                                    </p:animEffect>
                                  </p:childTnLst>
                                </p:cTn>
                              </p:par>
                            </p:childTnLst>
                          </p:cTn>
                        </p:par>
                      </p:childTnLst>
                    </p:cTn>
                  </p:par>
                  <p:par>
                    <p:cTn id="15" fill="hold">
                      <p:stCondLst>
                        <p:cond delay="indefinite"/>
                      </p:stCondLst>
                      <p:childTnLst>
                        <p:par>
                          <p:cTn id="16" fill="hold">
                            <p:stCondLst>
                              <p:cond delay="0"/>
                            </p:stCondLst>
                            <p:childTnLst>
                              <p:par>
                                <p:cTn id="17" presetID="12" presetClass="entr" presetSubtype="4" fill="hold" nodeType="clickEffect">
                                  <p:stCondLst>
                                    <p:cond delay="0"/>
                                  </p:stCondLst>
                                  <p:childTnLst>
                                    <p:set>
                                      <p:cBhvr>
                                        <p:cTn id="18" dur="1" fill="hold">
                                          <p:stCondLst>
                                            <p:cond delay="0"/>
                                          </p:stCondLst>
                                        </p:cTn>
                                        <p:tgtEl>
                                          <p:spTgt spid="12"/>
                                        </p:tgtEl>
                                        <p:attrNameLst>
                                          <p:attrName>style.visibility</p:attrName>
                                        </p:attrNameLst>
                                      </p:cBhvr>
                                      <p:to>
                                        <p:strVal val="visible"/>
                                      </p:to>
                                    </p:set>
                                    <p:anim calcmode="lin" valueType="num">
                                      <p:cBhvr additive="base">
                                        <p:cTn id="19" dur="500"/>
                                        <p:tgtEl>
                                          <p:spTgt spid="12"/>
                                        </p:tgtEl>
                                        <p:attrNameLst>
                                          <p:attrName>ppt_y</p:attrName>
                                        </p:attrNameLst>
                                      </p:cBhvr>
                                      <p:tavLst>
                                        <p:tav tm="0">
                                          <p:val>
                                            <p:strVal val="#ppt_y+#ppt_h*1.125000"/>
                                          </p:val>
                                        </p:tav>
                                        <p:tav tm="100000">
                                          <p:val>
                                            <p:strVal val="#ppt_y"/>
                                          </p:val>
                                        </p:tav>
                                      </p:tavLst>
                                    </p:anim>
                                    <p:animEffect transition="in" filter="wipe(up)">
                                      <p:cBhvr>
                                        <p:cTn id="20" dur="500"/>
                                        <p:tgtEl>
                                          <p:spTgt spid="12"/>
                                        </p:tgtEl>
                                      </p:cBhvr>
                                    </p:animEffect>
                                  </p:childTnLst>
                                </p:cTn>
                              </p:par>
                            </p:childTnLst>
                          </p:cTn>
                        </p:par>
                      </p:childTnLst>
                    </p:cTn>
                  </p:par>
                  <p:par>
                    <p:cTn id="21" fill="hold">
                      <p:stCondLst>
                        <p:cond delay="indefinite"/>
                      </p:stCondLst>
                      <p:childTnLst>
                        <p:par>
                          <p:cTn id="22" fill="hold">
                            <p:stCondLst>
                              <p:cond delay="0"/>
                            </p:stCondLst>
                            <p:childTnLst>
                              <p:par>
                                <p:cTn id="23" presetID="12" presetClass="entr" presetSubtype="4" fill="hold" nodeType="clickEffect">
                                  <p:stCondLst>
                                    <p:cond delay="0"/>
                                  </p:stCondLst>
                                  <p:childTnLst>
                                    <p:set>
                                      <p:cBhvr>
                                        <p:cTn id="24" dur="1" fill="hold">
                                          <p:stCondLst>
                                            <p:cond delay="0"/>
                                          </p:stCondLst>
                                        </p:cTn>
                                        <p:tgtEl>
                                          <p:spTgt spid="45"/>
                                        </p:tgtEl>
                                        <p:attrNameLst>
                                          <p:attrName>style.visibility</p:attrName>
                                        </p:attrNameLst>
                                      </p:cBhvr>
                                      <p:to>
                                        <p:strVal val="visible"/>
                                      </p:to>
                                    </p:set>
                                    <p:anim calcmode="lin" valueType="num">
                                      <p:cBhvr additive="base">
                                        <p:cTn id="25" dur="500"/>
                                        <p:tgtEl>
                                          <p:spTgt spid="45"/>
                                        </p:tgtEl>
                                        <p:attrNameLst>
                                          <p:attrName>ppt_y</p:attrName>
                                        </p:attrNameLst>
                                      </p:cBhvr>
                                      <p:tavLst>
                                        <p:tav tm="0">
                                          <p:val>
                                            <p:strVal val="#ppt_y+#ppt_h*1.125000"/>
                                          </p:val>
                                        </p:tav>
                                        <p:tav tm="100000">
                                          <p:val>
                                            <p:strVal val="#ppt_y"/>
                                          </p:val>
                                        </p:tav>
                                      </p:tavLst>
                                    </p:anim>
                                    <p:animEffect transition="in" filter="wipe(up)">
                                      <p:cBhvr>
                                        <p:cTn id="26" dur="500"/>
                                        <p:tgtEl>
                                          <p:spTgt spid="45"/>
                                        </p:tgtEl>
                                      </p:cBhvr>
                                    </p:animEffect>
                                  </p:childTnLst>
                                </p:cTn>
                              </p:par>
                            </p:childTnLst>
                          </p:cTn>
                        </p:par>
                      </p:childTnLst>
                    </p:cTn>
                  </p:par>
                  <p:par>
                    <p:cTn id="27" fill="hold">
                      <p:stCondLst>
                        <p:cond delay="indefinite"/>
                      </p:stCondLst>
                      <p:childTnLst>
                        <p:par>
                          <p:cTn id="28" fill="hold">
                            <p:stCondLst>
                              <p:cond delay="0"/>
                            </p:stCondLst>
                            <p:childTnLst>
                              <p:par>
                                <p:cTn id="29" presetID="12" presetClass="entr" presetSubtype="4" fill="hold" nodeType="clickEffect">
                                  <p:stCondLst>
                                    <p:cond delay="0"/>
                                  </p:stCondLst>
                                  <p:childTnLst>
                                    <p:set>
                                      <p:cBhvr>
                                        <p:cTn id="30" dur="1" fill="hold">
                                          <p:stCondLst>
                                            <p:cond delay="0"/>
                                          </p:stCondLst>
                                        </p:cTn>
                                        <p:tgtEl>
                                          <p:spTgt spid="48"/>
                                        </p:tgtEl>
                                        <p:attrNameLst>
                                          <p:attrName>style.visibility</p:attrName>
                                        </p:attrNameLst>
                                      </p:cBhvr>
                                      <p:to>
                                        <p:strVal val="visible"/>
                                      </p:to>
                                    </p:set>
                                    <p:anim calcmode="lin" valueType="num">
                                      <p:cBhvr additive="base">
                                        <p:cTn id="31" dur="500"/>
                                        <p:tgtEl>
                                          <p:spTgt spid="48"/>
                                        </p:tgtEl>
                                        <p:attrNameLst>
                                          <p:attrName>ppt_y</p:attrName>
                                        </p:attrNameLst>
                                      </p:cBhvr>
                                      <p:tavLst>
                                        <p:tav tm="0">
                                          <p:val>
                                            <p:strVal val="#ppt_y+#ppt_h*1.125000"/>
                                          </p:val>
                                        </p:tav>
                                        <p:tav tm="100000">
                                          <p:val>
                                            <p:strVal val="#ppt_y"/>
                                          </p:val>
                                        </p:tav>
                                      </p:tavLst>
                                    </p:anim>
                                    <p:animEffect transition="in" filter="wipe(up)">
                                      <p:cBhvr>
                                        <p:cTn id="32" dur="500"/>
                                        <p:tgtEl>
                                          <p:spTgt spid="48"/>
                                        </p:tgtEl>
                                      </p:cBhvr>
                                    </p:animEffect>
                                  </p:childTnLst>
                                </p:cTn>
                              </p:par>
                            </p:childTnLst>
                          </p:cTn>
                        </p:par>
                      </p:childTnLst>
                    </p:cTn>
                  </p:par>
                  <p:par>
                    <p:cTn id="33" fill="hold">
                      <p:stCondLst>
                        <p:cond delay="indefinite"/>
                      </p:stCondLst>
                      <p:childTnLst>
                        <p:par>
                          <p:cTn id="34" fill="hold">
                            <p:stCondLst>
                              <p:cond delay="0"/>
                            </p:stCondLst>
                            <p:childTnLst>
                              <p:par>
                                <p:cTn id="35" presetID="12" presetClass="entr" presetSubtype="4" fill="hold" nodeType="clickEffect">
                                  <p:stCondLst>
                                    <p:cond delay="0"/>
                                  </p:stCondLst>
                                  <p:childTnLst>
                                    <p:set>
                                      <p:cBhvr>
                                        <p:cTn id="36" dur="1" fill="hold">
                                          <p:stCondLst>
                                            <p:cond delay="0"/>
                                          </p:stCondLst>
                                        </p:cTn>
                                        <p:tgtEl>
                                          <p:spTgt spid="10"/>
                                        </p:tgtEl>
                                        <p:attrNameLst>
                                          <p:attrName>style.visibility</p:attrName>
                                        </p:attrNameLst>
                                      </p:cBhvr>
                                      <p:to>
                                        <p:strVal val="visible"/>
                                      </p:to>
                                    </p:set>
                                    <p:anim calcmode="lin" valueType="num">
                                      <p:cBhvr additive="base">
                                        <p:cTn id="37" dur="500"/>
                                        <p:tgtEl>
                                          <p:spTgt spid="10"/>
                                        </p:tgtEl>
                                        <p:attrNameLst>
                                          <p:attrName>ppt_y</p:attrName>
                                        </p:attrNameLst>
                                      </p:cBhvr>
                                      <p:tavLst>
                                        <p:tav tm="0">
                                          <p:val>
                                            <p:strVal val="#ppt_y+#ppt_h*1.125000"/>
                                          </p:val>
                                        </p:tav>
                                        <p:tav tm="100000">
                                          <p:val>
                                            <p:strVal val="#ppt_y"/>
                                          </p:val>
                                        </p:tav>
                                      </p:tavLst>
                                    </p:anim>
                                    <p:animEffect transition="in" filter="wipe(up)">
                                      <p:cBhvr>
                                        <p:cTn id="38" dur="500"/>
                                        <p:tgtEl>
                                          <p:spTgt spid="10"/>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19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45" name="组合 44">
            <a:extLst>
              <a:ext uri="{FF2B5EF4-FFF2-40B4-BE49-F238E27FC236}">
                <a16:creationId xmlns:a16="http://schemas.microsoft.com/office/drawing/2014/main" id="{F5FCA282-8954-464E-9962-8DEC0A190612}"/>
              </a:ext>
            </a:extLst>
          </p:cNvPr>
          <p:cNvGrpSpPr/>
          <p:nvPr/>
        </p:nvGrpSpPr>
        <p:grpSpPr>
          <a:xfrm>
            <a:off x="2305203" y="1368773"/>
            <a:ext cx="3025589" cy="910796"/>
            <a:chOff x="2302929" y="5098286"/>
            <a:chExt cx="3025589" cy="910796"/>
          </a:xfrm>
        </p:grpSpPr>
        <p:sp>
          <p:nvSpPr>
            <p:cNvPr id="46" name="矩形 45">
              <a:extLst>
                <a:ext uri="{FF2B5EF4-FFF2-40B4-BE49-F238E27FC236}">
                  <a16:creationId xmlns:a16="http://schemas.microsoft.com/office/drawing/2014/main" id="{471AA480-7085-4D51-B0B4-D68301BF2020}"/>
                </a:ext>
              </a:extLst>
            </p:cNvPr>
            <p:cNvSpPr/>
            <p:nvPr/>
          </p:nvSpPr>
          <p:spPr>
            <a:xfrm>
              <a:off x="2302929" y="5467618"/>
              <a:ext cx="3025589" cy="541464"/>
            </a:xfrm>
            <a:prstGeom prst="rect">
              <a:avLst/>
            </a:prstGeom>
            <a:solidFill>
              <a:schemeClr val="accent4"/>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mc:AlternateContent xmlns:mc="http://schemas.openxmlformats.org/markup-compatibility/2006" xmlns:a14="http://schemas.microsoft.com/office/drawing/2010/main">
          <mc:Choice Requires="a14">
            <p:sp>
              <p:nvSpPr>
                <p:cNvPr id="47" name="文本框 46">
                  <a:extLst>
                    <a:ext uri="{FF2B5EF4-FFF2-40B4-BE49-F238E27FC236}">
                      <a16:creationId xmlns:a16="http://schemas.microsoft.com/office/drawing/2014/main" id="{4DD506B6-2862-4CF6-A3E9-F36AEFD5D21B}"/>
                    </a:ext>
                  </a:extLst>
                </p:cNvPr>
                <p:cNvSpPr txBox="1"/>
                <p:nvPr/>
              </p:nvSpPr>
              <p:spPr>
                <a:xfrm>
                  <a:off x="3277773" y="5098286"/>
                  <a:ext cx="1067217" cy="369332"/>
                </a:xfrm>
                <a:prstGeom prst="rect">
                  <a:avLst/>
                </a:prstGeom>
                <a:noFill/>
              </p:spPr>
              <p:txBody>
                <a:bodyPr wrap="square">
                  <a:spAutoFit/>
                </a:bodyPr>
                <a:lstStyle/>
                <a:p>
                  <a:pPr/>
                  <a14:m>
                    <m:oMathPara xmlns:m="http://schemas.openxmlformats.org/officeDocument/2006/math">
                      <m:oMathParaPr>
                        <m:jc m:val="centerGroup"/>
                      </m:oMathParaPr>
                      <m:oMath xmlns:m="http://schemas.openxmlformats.org/officeDocument/2006/math">
                        <m:sSub>
                          <m:sSubPr>
                            <m:ctrlPr>
                              <a:rPr lang="en-US" altLang="zh-CN" b="1" i="1" smtClean="0">
                                <a:solidFill>
                                  <a:schemeClr val="accent4"/>
                                </a:solidFill>
                                <a:latin typeface="Cambria Math" panose="02040503050406030204" pitchFamily="18" charset="0"/>
                              </a:rPr>
                            </m:ctrlPr>
                          </m:sSubPr>
                          <m:e>
                            <m:r>
                              <a:rPr lang="en-US" altLang="zh-CN" b="1" i="1" smtClean="0">
                                <a:solidFill>
                                  <a:schemeClr val="accent4"/>
                                </a:solidFill>
                                <a:latin typeface="Cambria Math" panose="02040503050406030204" pitchFamily="18" charset="0"/>
                              </a:rPr>
                              <m:t>𝑾</m:t>
                            </m:r>
                          </m:e>
                          <m:sub>
                            <m:r>
                              <a:rPr lang="en-US" altLang="zh-CN" b="1" i="1" smtClean="0">
                                <a:solidFill>
                                  <a:schemeClr val="accent4"/>
                                </a:solidFill>
                                <a:latin typeface="Cambria Math" panose="02040503050406030204" pitchFamily="18" charset="0"/>
                              </a:rPr>
                              <m:t>𝑹</m:t>
                            </m:r>
                          </m:sub>
                        </m:sSub>
                        <m:r>
                          <a:rPr lang="en-US" altLang="zh-CN" b="1" i="1" smtClean="0">
                            <a:solidFill>
                              <a:schemeClr val="accent4"/>
                            </a:solidFill>
                            <a:latin typeface="Cambria Math" panose="02040503050406030204" pitchFamily="18" charset="0"/>
                          </a:rPr>
                          <m:t>=</m:t>
                        </m:r>
                        <m:r>
                          <a:rPr lang="en-US" altLang="zh-CN" b="1" i="1" smtClean="0">
                            <a:solidFill>
                              <a:schemeClr val="accent4"/>
                            </a:solidFill>
                            <a:latin typeface="Cambria Math" panose="02040503050406030204" pitchFamily="18" charset="0"/>
                          </a:rPr>
                          <m:t>𝟒</m:t>
                        </m:r>
                      </m:oMath>
                    </m:oMathPara>
                  </a14:m>
                  <a:endParaRPr lang="zh-CN" altLang="en-US" dirty="0">
                    <a:solidFill>
                      <a:schemeClr val="accent4"/>
                    </a:solidFill>
                  </a:endParaRPr>
                </a:p>
              </p:txBody>
            </p:sp>
          </mc:Choice>
          <mc:Fallback xmlns="">
            <p:sp>
              <p:nvSpPr>
                <p:cNvPr id="47" name="文本框 46">
                  <a:extLst>
                    <a:ext uri="{FF2B5EF4-FFF2-40B4-BE49-F238E27FC236}">
                      <a16:creationId xmlns:a16="http://schemas.microsoft.com/office/drawing/2014/main" id="{4DD506B6-2862-4CF6-A3E9-F36AEFD5D21B}"/>
                    </a:ext>
                  </a:extLst>
                </p:cNvPr>
                <p:cNvSpPr txBox="1">
                  <a:spLocks noRot="1" noChangeAspect="1" noMove="1" noResize="1" noEditPoints="1" noAdjustHandles="1" noChangeArrowheads="1" noChangeShapeType="1" noTextEdit="1"/>
                </p:cNvSpPr>
                <p:nvPr/>
              </p:nvSpPr>
              <p:spPr>
                <a:xfrm>
                  <a:off x="3277773" y="5098286"/>
                  <a:ext cx="1067217" cy="369332"/>
                </a:xfrm>
                <a:prstGeom prst="rect">
                  <a:avLst/>
                </a:prstGeom>
                <a:blipFill>
                  <a:blip r:embed="rId3"/>
                  <a:stretch>
                    <a:fillRect b="-3333"/>
                  </a:stretch>
                </a:blipFill>
              </p:spPr>
              <p:txBody>
                <a:bodyPr/>
                <a:lstStyle/>
                <a:p>
                  <a:r>
                    <a:rPr lang="zh-CN" altLang="en-US">
                      <a:noFill/>
                    </a:rPr>
                    <a:t> </a:t>
                  </a:r>
                </a:p>
              </p:txBody>
            </p:sp>
          </mc:Fallback>
        </mc:AlternateContent>
      </p:grpSp>
      <p:grpSp>
        <p:nvGrpSpPr>
          <p:cNvPr id="5" name="组合 4">
            <a:extLst>
              <a:ext uri="{FF2B5EF4-FFF2-40B4-BE49-F238E27FC236}">
                <a16:creationId xmlns:a16="http://schemas.microsoft.com/office/drawing/2014/main" id="{20EFBF47-A85C-4FD1-BB81-590596419A3D}"/>
              </a:ext>
            </a:extLst>
          </p:cNvPr>
          <p:cNvGrpSpPr/>
          <p:nvPr/>
        </p:nvGrpSpPr>
        <p:grpSpPr>
          <a:xfrm>
            <a:off x="2302929" y="5098286"/>
            <a:ext cx="3025589" cy="910796"/>
            <a:chOff x="2302929" y="5098286"/>
            <a:chExt cx="3025589" cy="910796"/>
          </a:xfrm>
        </p:grpSpPr>
        <p:sp>
          <p:nvSpPr>
            <p:cNvPr id="33" name="矩形 32">
              <a:extLst>
                <a:ext uri="{FF2B5EF4-FFF2-40B4-BE49-F238E27FC236}">
                  <a16:creationId xmlns:a16="http://schemas.microsoft.com/office/drawing/2014/main" id="{3EA6F5A2-1C83-4BE5-9CCD-7CBA9C984323}"/>
                </a:ext>
              </a:extLst>
            </p:cNvPr>
            <p:cNvSpPr/>
            <p:nvPr/>
          </p:nvSpPr>
          <p:spPr>
            <a:xfrm>
              <a:off x="2302929" y="5467618"/>
              <a:ext cx="3025589" cy="541464"/>
            </a:xfrm>
            <a:prstGeom prst="rect">
              <a:avLst/>
            </a:prstGeom>
            <a:solidFill>
              <a:schemeClr val="accent3"/>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mc:AlternateContent xmlns:mc="http://schemas.openxmlformats.org/markup-compatibility/2006" xmlns:a14="http://schemas.microsoft.com/office/drawing/2010/main">
          <mc:Choice Requires="a14">
            <p:sp>
              <p:nvSpPr>
                <p:cNvPr id="34" name="文本框 33">
                  <a:extLst>
                    <a:ext uri="{FF2B5EF4-FFF2-40B4-BE49-F238E27FC236}">
                      <a16:creationId xmlns:a16="http://schemas.microsoft.com/office/drawing/2014/main" id="{8C755A65-DDAE-400F-BD8A-B2EB9981B67D}"/>
                    </a:ext>
                  </a:extLst>
                </p:cNvPr>
                <p:cNvSpPr txBox="1"/>
                <p:nvPr/>
              </p:nvSpPr>
              <p:spPr>
                <a:xfrm>
                  <a:off x="3277773" y="5098286"/>
                  <a:ext cx="1067217" cy="369332"/>
                </a:xfrm>
                <a:prstGeom prst="rect">
                  <a:avLst/>
                </a:prstGeom>
                <a:noFill/>
              </p:spPr>
              <p:txBody>
                <a:bodyPr wrap="square">
                  <a:spAutoFit/>
                </a:bodyPr>
                <a:lstStyle/>
                <a:p>
                  <a:pPr/>
                  <a14:m>
                    <m:oMathPara xmlns:m="http://schemas.openxmlformats.org/officeDocument/2006/math">
                      <m:oMathParaPr>
                        <m:jc m:val="centerGroup"/>
                      </m:oMathParaPr>
                      <m:oMath xmlns:m="http://schemas.openxmlformats.org/officeDocument/2006/math">
                        <m:sSub>
                          <m:sSubPr>
                            <m:ctrlPr>
                              <a:rPr lang="en-US" altLang="zh-CN" b="1" i="1" smtClean="0">
                                <a:solidFill>
                                  <a:schemeClr val="accent3"/>
                                </a:solidFill>
                                <a:latin typeface="Cambria Math" panose="02040503050406030204" pitchFamily="18" charset="0"/>
                              </a:rPr>
                            </m:ctrlPr>
                          </m:sSubPr>
                          <m:e>
                            <m:r>
                              <a:rPr lang="en-US" altLang="zh-CN" b="1" i="1" smtClean="0">
                                <a:solidFill>
                                  <a:schemeClr val="accent3"/>
                                </a:solidFill>
                                <a:latin typeface="Cambria Math" panose="02040503050406030204" pitchFamily="18" charset="0"/>
                              </a:rPr>
                              <m:t>𝑾</m:t>
                            </m:r>
                          </m:e>
                          <m:sub>
                            <m:r>
                              <a:rPr lang="en-US" altLang="zh-CN" b="1" i="1" smtClean="0">
                                <a:solidFill>
                                  <a:schemeClr val="accent3"/>
                                </a:solidFill>
                                <a:latin typeface="Cambria Math" panose="02040503050406030204" pitchFamily="18" charset="0"/>
                              </a:rPr>
                              <m:t>𝑻</m:t>
                            </m:r>
                          </m:sub>
                        </m:sSub>
                        <m:r>
                          <a:rPr lang="en-US" altLang="zh-CN" b="1" i="1" smtClean="0">
                            <a:solidFill>
                              <a:schemeClr val="accent3"/>
                            </a:solidFill>
                            <a:latin typeface="Cambria Math" panose="02040503050406030204" pitchFamily="18" charset="0"/>
                          </a:rPr>
                          <m:t>=</m:t>
                        </m:r>
                        <m:r>
                          <a:rPr lang="en-US" altLang="zh-CN" b="1" i="1" smtClean="0">
                            <a:solidFill>
                              <a:schemeClr val="accent3"/>
                            </a:solidFill>
                            <a:latin typeface="Cambria Math" panose="02040503050406030204" pitchFamily="18" charset="0"/>
                          </a:rPr>
                          <m:t>𝟒</m:t>
                        </m:r>
                      </m:oMath>
                    </m:oMathPara>
                  </a14:m>
                  <a:endParaRPr lang="zh-CN" altLang="en-US" dirty="0">
                    <a:solidFill>
                      <a:schemeClr val="accent3"/>
                    </a:solidFill>
                  </a:endParaRPr>
                </a:p>
              </p:txBody>
            </p:sp>
          </mc:Choice>
          <mc:Fallback xmlns="">
            <p:sp>
              <p:nvSpPr>
                <p:cNvPr id="34" name="文本框 33">
                  <a:extLst>
                    <a:ext uri="{FF2B5EF4-FFF2-40B4-BE49-F238E27FC236}">
                      <a16:creationId xmlns:a16="http://schemas.microsoft.com/office/drawing/2014/main" id="{8C755A65-DDAE-400F-BD8A-B2EB9981B67D}"/>
                    </a:ext>
                  </a:extLst>
                </p:cNvPr>
                <p:cNvSpPr txBox="1">
                  <a:spLocks noRot="1" noChangeAspect="1" noMove="1" noResize="1" noEditPoints="1" noAdjustHandles="1" noChangeArrowheads="1" noChangeShapeType="1" noTextEdit="1"/>
                </p:cNvSpPr>
                <p:nvPr/>
              </p:nvSpPr>
              <p:spPr>
                <a:xfrm>
                  <a:off x="3277773" y="5098286"/>
                  <a:ext cx="1067217" cy="369332"/>
                </a:xfrm>
                <a:prstGeom prst="rect">
                  <a:avLst/>
                </a:prstGeom>
                <a:blipFill>
                  <a:blip r:embed="rId4"/>
                  <a:stretch>
                    <a:fillRect b="-3279"/>
                  </a:stretch>
                </a:blipFill>
              </p:spPr>
              <p:txBody>
                <a:bodyPr/>
                <a:lstStyle/>
                <a:p>
                  <a:r>
                    <a:rPr lang="zh-CN" altLang="en-US">
                      <a:noFill/>
                    </a:rPr>
                    <a:t> </a:t>
                  </a:r>
                </a:p>
              </p:txBody>
            </p:sp>
          </mc:Fallback>
        </mc:AlternateContent>
      </p:grpSp>
      <p:grpSp>
        <p:nvGrpSpPr>
          <p:cNvPr id="4" name="组合 3">
            <a:extLst>
              <a:ext uri="{FF2B5EF4-FFF2-40B4-BE49-F238E27FC236}">
                <a16:creationId xmlns:a16="http://schemas.microsoft.com/office/drawing/2014/main" id="{9A1EA9F2-FCB6-48C3-935F-7AE7E3AD14AC}"/>
              </a:ext>
            </a:extLst>
          </p:cNvPr>
          <p:cNvGrpSpPr/>
          <p:nvPr/>
        </p:nvGrpSpPr>
        <p:grpSpPr>
          <a:xfrm>
            <a:off x="304800" y="749300"/>
            <a:ext cx="6192344" cy="400110"/>
            <a:chOff x="424117" y="898245"/>
            <a:chExt cx="6192344" cy="400110"/>
          </a:xfrm>
        </p:grpSpPr>
        <p:sp>
          <p:nvSpPr>
            <p:cNvPr id="2" name="平行四边形 1">
              <a:extLst>
                <a:ext uri="{FF2B5EF4-FFF2-40B4-BE49-F238E27FC236}">
                  <a16:creationId xmlns:a16="http://schemas.microsoft.com/office/drawing/2014/main" id="{1F5BAA3F-9845-4F89-A2DD-8222D3E4EDAC}"/>
                </a:ext>
              </a:extLst>
            </p:cNvPr>
            <p:cNvSpPr/>
            <p:nvPr/>
          </p:nvSpPr>
          <p:spPr>
            <a:xfrm>
              <a:off x="424117" y="898245"/>
              <a:ext cx="628306" cy="387090"/>
            </a:xfrm>
            <a:prstGeom prst="parallelogram">
              <a:avLst/>
            </a:prstGeom>
            <a:solidFill>
              <a:schemeClr val="accent3">
                <a:lumMod val="75000"/>
              </a:schemeClr>
            </a:solidFill>
            <a:ln>
              <a:solidFill>
                <a:schemeClr val="accent3">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CN" sz="2200" dirty="0">
                  <a:latin typeface="Impact" panose="020B0806030902050204" pitchFamily="34" charset="0"/>
                </a:rPr>
                <a:t>01</a:t>
              </a:r>
              <a:endParaRPr lang="zh-CN" altLang="en-US" sz="2200" dirty="0">
                <a:latin typeface="Impact" panose="020B0806030902050204" pitchFamily="34" charset="0"/>
              </a:endParaRPr>
            </a:p>
          </p:txBody>
        </p:sp>
        <p:sp>
          <p:nvSpPr>
            <p:cNvPr id="3" name="文本框 2">
              <a:extLst>
                <a:ext uri="{FF2B5EF4-FFF2-40B4-BE49-F238E27FC236}">
                  <a16:creationId xmlns:a16="http://schemas.microsoft.com/office/drawing/2014/main" id="{4D6BD736-A4D3-4F26-AFED-36E11F50F70B}"/>
                </a:ext>
              </a:extLst>
            </p:cNvPr>
            <p:cNvSpPr txBox="1"/>
            <p:nvPr/>
          </p:nvSpPr>
          <p:spPr>
            <a:xfrm>
              <a:off x="1052423" y="898245"/>
              <a:ext cx="5564038" cy="400110"/>
            </a:xfrm>
            <a:prstGeom prst="rect">
              <a:avLst/>
            </a:prstGeom>
            <a:noFill/>
          </p:spPr>
          <p:txBody>
            <a:bodyPr wrap="square" rtlCol="0">
              <a:spAutoFit/>
            </a:bodyPr>
            <a:lstStyle/>
            <a:p>
              <a:r>
                <a:rPr lang="zh-CN" altLang="en-US" sz="2000" b="1" dirty="0"/>
                <a:t>选择重传协议</a:t>
              </a:r>
            </a:p>
          </p:txBody>
        </p:sp>
      </p:grpSp>
      <p:grpSp>
        <p:nvGrpSpPr>
          <p:cNvPr id="18" name="组合 17">
            <a:extLst>
              <a:ext uri="{FF2B5EF4-FFF2-40B4-BE49-F238E27FC236}">
                <a16:creationId xmlns:a16="http://schemas.microsoft.com/office/drawing/2014/main" id="{AF599708-FA4B-4F1A-915B-51ADB6AF8A5B}"/>
              </a:ext>
            </a:extLst>
          </p:cNvPr>
          <p:cNvGrpSpPr/>
          <p:nvPr/>
        </p:nvGrpSpPr>
        <p:grpSpPr>
          <a:xfrm>
            <a:off x="475097" y="1263518"/>
            <a:ext cx="1355161" cy="5114896"/>
            <a:chOff x="475097" y="1263518"/>
            <a:chExt cx="1355161" cy="5114896"/>
          </a:xfrm>
        </p:grpSpPr>
        <p:cxnSp>
          <p:nvCxnSpPr>
            <p:cNvPr id="19" name="直接连接符 18">
              <a:extLst>
                <a:ext uri="{FF2B5EF4-FFF2-40B4-BE49-F238E27FC236}">
                  <a16:creationId xmlns:a16="http://schemas.microsoft.com/office/drawing/2014/main" id="{8C267D38-D538-4153-B853-5B2DDE097738}"/>
                </a:ext>
              </a:extLst>
            </p:cNvPr>
            <p:cNvCxnSpPr>
              <a:cxnSpLocks/>
            </p:cNvCxnSpPr>
            <p:nvPr/>
          </p:nvCxnSpPr>
          <p:spPr>
            <a:xfrm flipV="1">
              <a:off x="1208367" y="2012996"/>
              <a:ext cx="0" cy="3813858"/>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nvGrpSpPr>
            <p:cNvPr id="20" name="组合 19">
              <a:extLst>
                <a:ext uri="{FF2B5EF4-FFF2-40B4-BE49-F238E27FC236}">
                  <a16:creationId xmlns:a16="http://schemas.microsoft.com/office/drawing/2014/main" id="{1A3F15DA-8F30-45DE-8760-8CB5AC7691B0}"/>
                </a:ext>
              </a:extLst>
            </p:cNvPr>
            <p:cNvGrpSpPr/>
            <p:nvPr/>
          </p:nvGrpSpPr>
          <p:grpSpPr>
            <a:xfrm>
              <a:off x="700096" y="5368000"/>
              <a:ext cx="905164" cy="1010414"/>
              <a:chOff x="700096" y="5368000"/>
              <a:chExt cx="905164" cy="1010414"/>
            </a:xfrm>
          </p:grpSpPr>
          <p:pic>
            <p:nvPicPr>
              <p:cNvPr id="25" name="图形 24">
                <a:extLst>
                  <a:ext uri="{FF2B5EF4-FFF2-40B4-BE49-F238E27FC236}">
                    <a16:creationId xmlns:a16="http://schemas.microsoft.com/office/drawing/2014/main" id="{5079B8D0-730B-4F27-A9EC-8AC79CEECAE0}"/>
                  </a:ext>
                </a:extLst>
              </p:cNvPr>
              <p:cNvPicPr>
                <a:picLocks noChangeAspect="1"/>
              </p:cNvPicPr>
              <p:nvPr/>
            </p:nvPicPr>
            <p:blipFill>
              <a:blip r:embed="rId5">
                <a:extLst>
                  <a:ext uri="{28A0092B-C50C-407E-A947-70E740481C1C}">
                    <a14:useLocalDpi xmlns:a14="http://schemas.microsoft.com/office/drawing/2010/main" val="0"/>
                  </a:ext>
                  <a:ext uri="{96DAC541-7B7A-43D3-8B79-37D633B846F1}">
                    <asvg:svgBlip xmlns:asvg="http://schemas.microsoft.com/office/drawing/2016/SVG/main" r:embed="rId6"/>
                  </a:ext>
                </a:extLst>
              </a:blip>
              <a:stretch>
                <a:fillRect/>
              </a:stretch>
            </p:blipFill>
            <p:spPr>
              <a:xfrm>
                <a:off x="821271" y="5368000"/>
                <a:ext cx="662814" cy="641082"/>
              </a:xfrm>
              <a:prstGeom prst="rect">
                <a:avLst/>
              </a:prstGeom>
            </p:spPr>
          </p:pic>
          <p:sp>
            <p:nvSpPr>
              <p:cNvPr id="26" name="文本框 25">
                <a:extLst>
                  <a:ext uri="{FF2B5EF4-FFF2-40B4-BE49-F238E27FC236}">
                    <a16:creationId xmlns:a16="http://schemas.microsoft.com/office/drawing/2014/main" id="{68E9BE24-5234-4436-839C-0CC65C932068}"/>
                  </a:ext>
                </a:extLst>
              </p:cNvPr>
              <p:cNvSpPr txBox="1"/>
              <p:nvPr/>
            </p:nvSpPr>
            <p:spPr>
              <a:xfrm>
                <a:off x="700096" y="6009082"/>
                <a:ext cx="905164" cy="369332"/>
              </a:xfrm>
              <a:prstGeom prst="rect">
                <a:avLst/>
              </a:prstGeom>
              <a:noFill/>
            </p:spPr>
            <p:txBody>
              <a:bodyPr wrap="square" rtlCol="0">
                <a:spAutoFit/>
              </a:bodyPr>
              <a:lstStyle/>
              <a:p>
                <a:r>
                  <a:rPr lang="zh-CN" altLang="en-US" b="1" dirty="0">
                    <a:latin typeface="+mn-ea"/>
                  </a:rPr>
                  <a:t>发送方</a:t>
                </a:r>
              </a:p>
            </p:txBody>
          </p:sp>
        </p:grpSp>
        <p:grpSp>
          <p:nvGrpSpPr>
            <p:cNvPr id="21" name="组合 20">
              <a:extLst>
                <a:ext uri="{FF2B5EF4-FFF2-40B4-BE49-F238E27FC236}">
                  <a16:creationId xmlns:a16="http://schemas.microsoft.com/office/drawing/2014/main" id="{50E1DF35-9236-4BB6-BAC4-1AE805165946}"/>
                </a:ext>
              </a:extLst>
            </p:cNvPr>
            <p:cNvGrpSpPr/>
            <p:nvPr/>
          </p:nvGrpSpPr>
          <p:grpSpPr>
            <a:xfrm>
              <a:off x="878301" y="1263518"/>
              <a:ext cx="905164" cy="1027908"/>
              <a:chOff x="878301" y="1390382"/>
              <a:chExt cx="905164" cy="1027908"/>
            </a:xfrm>
          </p:grpSpPr>
          <p:pic>
            <p:nvPicPr>
              <p:cNvPr id="23" name="图形 22">
                <a:extLst>
                  <a:ext uri="{FF2B5EF4-FFF2-40B4-BE49-F238E27FC236}">
                    <a16:creationId xmlns:a16="http://schemas.microsoft.com/office/drawing/2014/main" id="{E155E3ED-8C2A-42C4-BFBF-393051944136}"/>
                  </a:ext>
                </a:extLst>
              </p:cNvPr>
              <p:cNvPicPr>
                <a:picLocks noChangeAspect="1"/>
              </p:cNvPicPr>
              <p:nvPr/>
            </p:nvPicPr>
            <p:blipFill>
              <a:blip r:embed="rId7">
                <a:extLst>
                  <a:ext uri="{28A0092B-C50C-407E-A947-70E740481C1C}">
                    <a14:useLocalDpi xmlns:a14="http://schemas.microsoft.com/office/drawing/2010/main" val="0"/>
                  </a:ext>
                  <a:ext uri="{96DAC541-7B7A-43D3-8B79-37D633B846F1}">
                    <asvg:svgBlip xmlns:asvg="http://schemas.microsoft.com/office/drawing/2016/SVG/main" r:embed="rId8"/>
                  </a:ext>
                </a:extLst>
              </a:blip>
              <a:stretch>
                <a:fillRect/>
              </a:stretch>
            </p:blipFill>
            <p:spPr>
              <a:xfrm>
                <a:off x="984826" y="1759714"/>
                <a:ext cx="501772" cy="658576"/>
              </a:xfrm>
              <a:prstGeom prst="rect">
                <a:avLst/>
              </a:prstGeom>
            </p:spPr>
          </p:pic>
          <p:sp>
            <p:nvSpPr>
              <p:cNvPr id="24" name="文本框 23">
                <a:extLst>
                  <a:ext uri="{FF2B5EF4-FFF2-40B4-BE49-F238E27FC236}">
                    <a16:creationId xmlns:a16="http://schemas.microsoft.com/office/drawing/2014/main" id="{818AC20B-3072-437F-B302-67397F49105B}"/>
                  </a:ext>
                </a:extLst>
              </p:cNvPr>
              <p:cNvSpPr txBox="1"/>
              <p:nvPr/>
            </p:nvSpPr>
            <p:spPr>
              <a:xfrm>
                <a:off x="878301" y="1390382"/>
                <a:ext cx="905164" cy="369332"/>
              </a:xfrm>
              <a:prstGeom prst="rect">
                <a:avLst/>
              </a:prstGeom>
              <a:noFill/>
            </p:spPr>
            <p:txBody>
              <a:bodyPr wrap="square" rtlCol="0">
                <a:spAutoFit/>
              </a:bodyPr>
              <a:lstStyle/>
              <a:p>
                <a:r>
                  <a:rPr lang="zh-CN" altLang="en-US" b="1" dirty="0">
                    <a:latin typeface="+mn-ea"/>
                  </a:rPr>
                  <a:t>接收方</a:t>
                </a:r>
              </a:p>
            </p:txBody>
          </p:sp>
        </p:grpSp>
        <p:sp>
          <p:nvSpPr>
            <p:cNvPr id="22" name="云形 21">
              <a:extLst>
                <a:ext uri="{FF2B5EF4-FFF2-40B4-BE49-F238E27FC236}">
                  <a16:creationId xmlns:a16="http://schemas.microsoft.com/office/drawing/2014/main" id="{97C64CE5-C9EB-4960-87FB-62108C97374D}"/>
                </a:ext>
              </a:extLst>
            </p:cNvPr>
            <p:cNvSpPr/>
            <p:nvPr/>
          </p:nvSpPr>
          <p:spPr>
            <a:xfrm>
              <a:off x="475097" y="3429014"/>
              <a:ext cx="1355161" cy="801398"/>
            </a:xfrm>
            <a:prstGeom prst="cloud">
              <a:avLst/>
            </a:prstGeom>
            <a:solidFill>
              <a:schemeClr val="bg1">
                <a:lumMod val="85000"/>
              </a:schemeClr>
            </a:solidFill>
            <a:ln>
              <a:solidFill>
                <a:schemeClr val="bg1">
                  <a:lumMod val="85000"/>
                </a:schemeClr>
              </a:solidFill>
            </a:ln>
          </p:spPr>
          <p:style>
            <a:lnRef idx="2">
              <a:schemeClr val="accent3">
                <a:shade val="50000"/>
              </a:schemeClr>
            </a:lnRef>
            <a:fillRef idx="1">
              <a:schemeClr val="accent3"/>
            </a:fillRef>
            <a:effectRef idx="0">
              <a:schemeClr val="accent3"/>
            </a:effectRef>
            <a:fontRef idx="minor">
              <a:schemeClr val="lt1"/>
            </a:fontRef>
          </p:style>
          <p:txBody>
            <a:bodyPr rtlCol="0" anchor="ctr"/>
            <a:lstStyle/>
            <a:p>
              <a:pPr algn="ctr"/>
              <a:r>
                <a:rPr lang="zh-CN" altLang="en-US" b="1" dirty="0">
                  <a:solidFill>
                    <a:schemeClr val="tx1"/>
                  </a:solidFill>
                  <a:latin typeface="+mn-ea"/>
                </a:rPr>
                <a:t>因特网</a:t>
              </a:r>
            </a:p>
          </p:txBody>
        </p:sp>
      </p:grpSp>
      <mc:AlternateContent xmlns:mc="http://schemas.openxmlformats.org/markup-compatibility/2006" xmlns:a14="http://schemas.microsoft.com/office/drawing/2010/main">
        <mc:Choice Requires="a14">
          <p:sp>
            <p:nvSpPr>
              <p:cNvPr id="28" name="íşlïḍè">
                <a:extLst>
                  <a:ext uri="{FF2B5EF4-FFF2-40B4-BE49-F238E27FC236}">
                    <a16:creationId xmlns:a16="http://schemas.microsoft.com/office/drawing/2014/main" id="{8898676C-F981-4D74-B324-A859D1387610}"/>
                  </a:ext>
                </a:extLst>
              </p:cNvPr>
              <p:cNvSpPr txBox="1"/>
              <p:nvPr/>
            </p:nvSpPr>
            <p:spPr>
              <a:xfrm>
                <a:off x="2993250" y="3266194"/>
                <a:ext cx="6657288" cy="311297"/>
              </a:xfrm>
              <a:prstGeom prst="rect">
                <a:avLst/>
              </a:prstGeom>
              <a:noFill/>
            </p:spPr>
            <p:txBody>
              <a:bodyPr wrap="square" lIns="91440" tIns="45720" rIns="91440" bIns="45720" anchor="ctr">
                <a:noAutofit/>
              </a:bodyPr>
              <a:lstStyle/>
              <a:p>
                <a:r>
                  <a:rPr lang="zh-CN" altLang="en-US" b="1" dirty="0"/>
                  <a:t>本例假设采用</a:t>
                </a:r>
                <a14:m>
                  <m:oMath xmlns:m="http://schemas.openxmlformats.org/officeDocument/2006/math">
                    <m:r>
                      <a:rPr lang="en-US" altLang="zh-CN" b="1" i="1" dirty="0" smtClean="0">
                        <a:latin typeface="Cambria Math" panose="02040503050406030204" pitchFamily="18" charset="0"/>
                      </a:rPr>
                      <m:t>𝟑</m:t>
                    </m:r>
                  </m:oMath>
                </a14:m>
                <a:r>
                  <a:rPr lang="zh-CN" altLang="en-US" b="1" dirty="0"/>
                  <a:t>个比特给分组编序号，则序号范围是</a:t>
                </a:r>
                <a14:m>
                  <m:oMath xmlns:m="http://schemas.openxmlformats.org/officeDocument/2006/math">
                    <m:r>
                      <a:rPr lang="en-US" altLang="zh-CN" b="1" i="0" smtClean="0">
                        <a:latin typeface="Cambria Math" panose="02040503050406030204" pitchFamily="18" charset="0"/>
                        <a:ea typeface="Cambria Math" panose="02040503050406030204" pitchFamily="18" charset="0"/>
                      </a:rPr>
                      <m:t>𝟎</m:t>
                    </m:r>
                    <m:r>
                      <a:rPr lang="en-US" altLang="zh-CN" b="1" i="1" smtClean="0">
                        <a:latin typeface="Cambria Math" panose="02040503050406030204" pitchFamily="18" charset="0"/>
                        <a:ea typeface="Cambria Math" panose="02040503050406030204" pitchFamily="18" charset="0"/>
                      </a:rPr>
                      <m:t>~</m:t>
                    </m:r>
                    <m:sSup>
                      <m:sSupPr>
                        <m:ctrlPr>
                          <a:rPr lang="en-US" altLang="zh-CN" b="1" i="1" smtClean="0">
                            <a:latin typeface="Cambria Math" panose="02040503050406030204" pitchFamily="18" charset="0"/>
                            <a:ea typeface="Cambria Math" panose="02040503050406030204" pitchFamily="18" charset="0"/>
                          </a:rPr>
                        </m:ctrlPr>
                      </m:sSupPr>
                      <m:e>
                        <m:r>
                          <a:rPr lang="en-US" altLang="zh-CN" b="1" i="1" smtClean="0">
                            <a:latin typeface="Cambria Math" panose="02040503050406030204" pitchFamily="18" charset="0"/>
                            <a:ea typeface="Cambria Math" panose="02040503050406030204" pitchFamily="18" charset="0"/>
                          </a:rPr>
                          <m:t>(</m:t>
                        </m:r>
                        <m:r>
                          <a:rPr lang="en-US" altLang="zh-CN" b="1" i="1" smtClean="0">
                            <a:latin typeface="Cambria Math" panose="02040503050406030204" pitchFamily="18" charset="0"/>
                            <a:ea typeface="Cambria Math" panose="02040503050406030204" pitchFamily="18" charset="0"/>
                          </a:rPr>
                          <m:t>𝟐</m:t>
                        </m:r>
                      </m:e>
                      <m:sup>
                        <m:r>
                          <a:rPr lang="en-US" altLang="zh-CN" b="1" i="1" smtClean="0">
                            <a:latin typeface="Cambria Math" panose="02040503050406030204" pitchFamily="18" charset="0"/>
                            <a:ea typeface="Cambria Math" panose="02040503050406030204" pitchFamily="18" charset="0"/>
                          </a:rPr>
                          <m:t>𝟑</m:t>
                        </m:r>
                      </m:sup>
                    </m:sSup>
                    <m:r>
                      <a:rPr lang="en-US" altLang="zh-CN" b="1" i="1" smtClean="0">
                        <a:latin typeface="Cambria Math" panose="02040503050406030204" pitchFamily="18" charset="0"/>
                        <a:ea typeface="Cambria Math" panose="02040503050406030204" pitchFamily="18" charset="0"/>
                      </a:rPr>
                      <m:t>−</m:t>
                    </m:r>
                    <m:r>
                      <a:rPr lang="en-US" altLang="zh-CN" b="1" i="1" smtClean="0">
                        <a:latin typeface="Cambria Math" panose="02040503050406030204" pitchFamily="18" charset="0"/>
                        <a:ea typeface="Cambria Math" panose="02040503050406030204" pitchFamily="18" charset="0"/>
                      </a:rPr>
                      <m:t>𝟏</m:t>
                    </m:r>
                    <m:r>
                      <a:rPr lang="en-US" altLang="zh-CN" b="1" i="1" smtClean="0">
                        <a:latin typeface="Cambria Math" panose="02040503050406030204" pitchFamily="18" charset="0"/>
                        <a:ea typeface="Cambria Math" panose="02040503050406030204" pitchFamily="18" charset="0"/>
                      </a:rPr>
                      <m:t>)。</m:t>
                    </m:r>
                  </m:oMath>
                </a14:m>
                <a:endParaRPr lang="en-US" altLang="zh-CN" b="1" dirty="0"/>
              </a:p>
            </p:txBody>
          </p:sp>
        </mc:Choice>
        <mc:Fallback xmlns="">
          <p:sp>
            <p:nvSpPr>
              <p:cNvPr id="28" name="íşlïḍè">
                <a:extLst>
                  <a:ext uri="{FF2B5EF4-FFF2-40B4-BE49-F238E27FC236}">
                    <a16:creationId xmlns:a16="http://schemas.microsoft.com/office/drawing/2014/main" id="{8898676C-F981-4D74-B324-A859D1387610}"/>
                  </a:ext>
                </a:extLst>
              </p:cNvPr>
              <p:cNvSpPr txBox="1">
                <a:spLocks noRot="1" noChangeAspect="1" noMove="1" noResize="1" noEditPoints="1" noAdjustHandles="1" noChangeArrowheads="1" noChangeShapeType="1" noTextEdit="1"/>
              </p:cNvSpPr>
              <p:nvPr/>
            </p:nvSpPr>
            <p:spPr>
              <a:xfrm>
                <a:off x="2993250" y="3266194"/>
                <a:ext cx="6657288" cy="311297"/>
              </a:xfrm>
              <a:prstGeom prst="rect">
                <a:avLst/>
              </a:prstGeom>
              <a:blipFill>
                <a:blip r:embed="rId9"/>
                <a:stretch>
                  <a:fillRect l="-733" t="-19608" b="-41176"/>
                </a:stretch>
              </a:blipFill>
            </p:spPr>
            <p:txBody>
              <a:bodyPr/>
              <a:lstStyle/>
              <a:p>
                <a:r>
                  <a:rPr lang="zh-CN" altLang="en-US">
                    <a:noFill/>
                  </a:rPr>
                  <a:t> </a:t>
                </a:r>
              </a:p>
            </p:txBody>
          </p:sp>
        </mc:Fallback>
      </mc:AlternateContent>
      <p:graphicFrame>
        <p:nvGraphicFramePr>
          <p:cNvPr id="29" name="表格 21">
            <a:extLst>
              <a:ext uri="{FF2B5EF4-FFF2-40B4-BE49-F238E27FC236}">
                <a16:creationId xmlns:a16="http://schemas.microsoft.com/office/drawing/2014/main" id="{44D0CDFF-8B53-4BB1-835E-1192E30CC2FA}"/>
              </a:ext>
            </a:extLst>
          </p:cNvPr>
          <p:cNvGraphicFramePr>
            <a:graphicFrameLocks noGrp="1"/>
          </p:cNvGraphicFramePr>
          <p:nvPr/>
        </p:nvGraphicFramePr>
        <p:xfrm>
          <a:off x="2302929" y="5557308"/>
          <a:ext cx="9067800" cy="370840"/>
        </p:xfrm>
        <a:graphic>
          <a:graphicData uri="http://schemas.openxmlformats.org/drawingml/2006/table">
            <a:tbl>
              <a:tblPr firstRow="1" bandRow="1">
                <a:tableStyleId>{5C22544A-7EE6-4342-B048-85BDC9FD1C3A}</a:tableStyleId>
              </a:tblPr>
              <a:tblGrid>
                <a:gridCol w="755650">
                  <a:extLst>
                    <a:ext uri="{9D8B030D-6E8A-4147-A177-3AD203B41FA5}">
                      <a16:colId xmlns:a16="http://schemas.microsoft.com/office/drawing/2014/main" val="877486509"/>
                    </a:ext>
                  </a:extLst>
                </a:gridCol>
                <a:gridCol w="755650">
                  <a:extLst>
                    <a:ext uri="{9D8B030D-6E8A-4147-A177-3AD203B41FA5}">
                      <a16:colId xmlns:a16="http://schemas.microsoft.com/office/drawing/2014/main" val="3548605817"/>
                    </a:ext>
                  </a:extLst>
                </a:gridCol>
                <a:gridCol w="755650">
                  <a:extLst>
                    <a:ext uri="{9D8B030D-6E8A-4147-A177-3AD203B41FA5}">
                      <a16:colId xmlns:a16="http://schemas.microsoft.com/office/drawing/2014/main" val="2881812895"/>
                    </a:ext>
                  </a:extLst>
                </a:gridCol>
                <a:gridCol w="755650">
                  <a:extLst>
                    <a:ext uri="{9D8B030D-6E8A-4147-A177-3AD203B41FA5}">
                      <a16:colId xmlns:a16="http://schemas.microsoft.com/office/drawing/2014/main" val="3682284582"/>
                    </a:ext>
                  </a:extLst>
                </a:gridCol>
                <a:gridCol w="755650">
                  <a:extLst>
                    <a:ext uri="{9D8B030D-6E8A-4147-A177-3AD203B41FA5}">
                      <a16:colId xmlns:a16="http://schemas.microsoft.com/office/drawing/2014/main" val="500127722"/>
                    </a:ext>
                  </a:extLst>
                </a:gridCol>
                <a:gridCol w="755650">
                  <a:extLst>
                    <a:ext uri="{9D8B030D-6E8A-4147-A177-3AD203B41FA5}">
                      <a16:colId xmlns:a16="http://schemas.microsoft.com/office/drawing/2014/main" val="2946259618"/>
                    </a:ext>
                  </a:extLst>
                </a:gridCol>
                <a:gridCol w="755650">
                  <a:extLst>
                    <a:ext uri="{9D8B030D-6E8A-4147-A177-3AD203B41FA5}">
                      <a16:colId xmlns:a16="http://schemas.microsoft.com/office/drawing/2014/main" val="171501986"/>
                    </a:ext>
                  </a:extLst>
                </a:gridCol>
                <a:gridCol w="755650">
                  <a:extLst>
                    <a:ext uri="{9D8B030D-6E8A-4147-A177-3AD203B41FA5}">
                      <a16:colId xmlns:a16="http://schemas.microsoft.com/office/drawing/2014/main" val="1667185265"/>
                    </a:ext>
                  </a:extLst>
                </a:gridCol>
                <a:gridCol w="755650">
                  <a:extLst>
                    <a:ext uri="{9D8B030D-6E8A-4147-A177-3AD203B41FA5}">
                      <a16:colId xmlns:a16="http://schemas.microsoft.com/office/drawing/2014/main" val="4258211808"/>
                    </a:ext>
                  </a:extLst>
                </a:gridCol>
                <a:gridCol w="755650">
                  <a:extLst>
                    <a:ext uri="{9D8B030D-6E8A-4147-A177-3AD203B41FA5}">
                      <a16:colId xmlns:a16="http://schemas.microsoft.com/office/drawing/2014/main" val="1794200575"/>
                    </a:ext>
                  </a:extLst>
                </a:gridCol>
                <a:gridCol w="755650">
                  <a:extLst>
                    <a:ext uri="{9D8B030D-6E8A-4147-A177-3AD203B41FA5}">
                      <a16:colId xmlns:a16="http://schemas.microsoft.com/office/drawing/2014/main" val="4230716487"/>
                    </a:ext>
                  </a:extLst>
                </a:gridCol>
                <a:gridCol w="755650">
                  <a:extLst>
                    <a:ext uri="{9D8B030D-6E8A-4147-A177-3AD203B41FA5}">
                      <a16:colId xmlns:a16="http://schemas.microsoft.com/office/drawing/2014/main" val="56153739"/>
                    </a:ext>
                  </a:extLst>
                </a:gridCol>
              </a:tblGrid>
              <a:tr h="370840">
                <a:tc>
                  <a:txBody>
                    <a:bodyPr/>
                    <a:lstStyle/>
                    <a:p>
                      <a:pPr algn="ctr"/>
                      <a:r>
                        <a:rPr lang="en-US" altLang="zh-CN" dirty="0">
                          <a:solidFill>
                            <a:schemeClr val="tx1"/>
                          </a:solidFill>
                          <a:latin typeface="Arial Black" panose="020B0A04020102020204" pitchFamily="34" charset="0"/>
                        </a:rPr>
                        <a:t>0</a:t>
                      </a:r>
                      <a:endParaRPr lang="zh-CN" altLang="en-US" dirty="0">
                        <a:solidFill>
                          <a:schemeClr val="tx1"/>
                        </a:solidFill>
                        <a:latin typeface="Arial Black" panose="020B0A04020102020204" pitchFamily="34" charset="0"/>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ctr"/>
                      <a:r>
                        <a:rPr lang="en-US" altLang="zh-CN" dirty="0">
                          <a:solidFill>
                            <a:schemeClr val="tx1"/>
                          </a:solidFill>
                          <a:latin typeface="Arial Black" panose="020B0A04020102020204" pitchFamily="34" charset="0"/>
                        </a:rPr>
                        <a:t>1</a:t>
                      </a:r>
                      <a:endParaRPr lang="zh-CN" altLang="en-US" dirty="0">
                        <a:solidFill>
                          <a:schemeClr val="tx1"/>
                        </a:solidFill>
                        <a:latin typeface="Arial Black" panose="020B0A04020102020204" pitchFamily="34" charset="0"/>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ctr"/>
                      <a:r>
                        <a:rPr lang="en-US" altLang="zh-CN" dirty="0">
                          <a:solidFill>
                            <a:schemeClr val="tx1"/>
                          </a:solidFill>
                          <a:latin typeface="Arial Black" panose="020B0A04020102020204" pitchFamily="34" charset="0"/>
                        </a:rPr>
                        <a:t>2</a:t>
                      </a:r>
                      <a:endParaRPr lang="zh-CN" altLang="en-US" dirty="0">
                        <a:solidFill>
                          <a:schemeClr val="tx1"/>
                        </a:solidFill>
                        <a:latin typeface="Arial Black" panose="020B0A04020102020204" pitchFamily="34" charset="0"/>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ctr"/>
                      <a:r>
                        <a:rPr lang="en-US" altLang="zh-CN" dirty="0">
                          <a:solidFill>
                            <a:schemeClr val="tx1"/>
                          </a:solidFill>
                          <a:latin typeface="Arial Black" panose="020B0A04020102020204" pitchFamily="34" charset="0"/>
                        </a:rPr>
                        <a:t>3</a:t>
                      </a:r>
                      <a:endParaRPr lang="zh-CN" altLang="en-US" dirty="0">
                        <a:solidFill>
                          <a:schemeClr val="tx1"/>
                        </a:solidFill>
                        <a:latin typeface="Arial Black" panose="020B0A04020102020204" pitchFamily="34" charset="0"/>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ctr"/>
                      <a:r>
                        <a:rPr lang="en-US" altLang="zh-CN" dirty="0">
                          <a:solidFill>
                            <a:schemeClr val="tx1"/>
                          </a:solidFill>
                          <a:latin typeface="Arial Black" panose="020B0A04020102020204" pitchFamily="34" charset="0"/>
                        </a:rPr>
                        <a:t>4</a:t>
                      </a:r>
                      <a:endParaRPr lang="zh-CN" altLang="en-US" dirty="0">
                        <a:solidFill>
                          <a:schemeClr val="tx1"/>
                        </a:solidFill>
                        <a:latin typeface="Arial Black" panose="020B0A04020102020204" pitchFamily="34" charset="0"/>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ctr"/>
                      <a:r>
                        <a:rPr lang="en-US" altLang="zh-CN" dirty="0">
                          <a:solidFill>
                            <a:schemeClr val="tx1"/>
                          </a:solidFill>
                          <a:latin typeface="Arial Black" panose="020B0A04020102020204" pitchFamily="34" charset="0"/>
                        </a:rPr>
                        <a:t>5</a:t>
                      </a:r>
                      <a:endParaRPr lang="zh-CN" altLang="en-US" dirty="0">
                        <a:solidFill>
                          <a:schemeClr val="tx1"/>
                        </a:solidFill>
                        <a:latin typeface="Arial Black" panose="020B0A04020102020204" pitchFamily="34" charset="0"/>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ctr"/>
                      <a:r>
                        <a:rPr lang="en-US" altLang="zh-CN" dirty="0">
                          <a:solidFill>
                            <a:schemeClr val="tx1"/>
                          </a:solidFill>
                          <a:latin typeface="Arial Black" panose="020B0A04020102020204" pitchFamily="34" charset="0"/>
                        </a:rPr>
                        <a:t>6</a:t>
                      </a:r>
                      <a:endParaRPr lang="zh-CN" altLang="en-US" dirty="0">
                        <a:solidFill>
                          <a:schemeClr val="tx1"/>
                        </a:solidFill>
                        <a:latin typeface="Arial Black" panose="020B0A04020102020204" pitchFamily="34" charset="0"/>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ctr"/>
                      <a:r>
                        <a:rPr lang="en-US" altLang="zh-CN" dirty="0">
                          <a:solidFill>
                            <a:schemeClr val="tx1"/>
                          </a:solidFill>
                          <a:latin typeface="Arial Black" panose="020B0A04020102020204" pitchFamily="34" charset="0"/>
                        </a:rPr>
                        <a:t>7</a:t>
                      </a:r>
                      <a:endParaRPr lang="zh-CN" altLang="en-US" dirty="0">
                        <a:solidFill>
                          <a:schemeClr val="tx1"/>
                        </a:solidFill>
                        <a:latin typeface="Arial Black" panose="020B0A04020102020204" pitchFamily="34" charset="0"/>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ctr"/>
                      <a:r>
                        <a:rPr lang="en-US" altLang="zh-CN" dirty="0">
                          <a:solidFill>
                            <a:schemeClr val="tx1"/>
                          </a:solidFill>
                          <a:latin typeface="Arial Black" panose="020B0A04020102020204" pitchFamily="34" charset="0"/>
                        </a:rPr>
                        <a:t>0</a:t>
                      </a:r>
                      <a:endParaRPr lang="zh-CN" altLang="en-US" dirty="0">
                        <a:solidFill>
                          <a:schemeClr val="tx1"/>
                        </a:solidFill>
                        <a:latin typeface="Arial Black" panose="020B0A04020102020204" pitchFamily="34" charset="0"/>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ctr"/>
                      <a:r>
                        <a:rPr lang="en-US" altLang="zh-CN" dirty="0">
                          <a:solidFill>
                            <a:schemeClr val="tx1"/>
                          </a:solidFill>
                          <a:latin typeface="Arial Black" panose="020B0A04020102020204" pitchFamily="34" charset="0"/>
                        </a:rPr>
                        <a:t>1</a:t>
                      </a:r>
                      <a:endParaRPr lang="zh-CN" altLang="en-US" dirty="0">
                        <a:solidFill>
                          <a:schemeClr val="tx1"/>
                        </a:solidFill>
                        <a:latin typeface="Arial Black" panose="020B0A04020102020204" pitchFamily="34" charset="0"/>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ctr"/>
                      <a:r>
                        <a:rPr lang="en-US" altLang="zh-CN" dirty="0">
                          <a:solidFill>
                            <a:schemeClr val="tx1"/>
                          </a:solidFill>
                          <a:latin typeface="Arial Black" panose="020B0A04020102020204" pitchFamily="34" charset="0"/>
                        </a:rPr>
                        <a:t>2</a:t>
                      </a:r>
                      <a:endParaRPr lang="zh-CN" altLang="en-US" dirty="0">
                        <a:solidFill>
                          <a:schemeClr val="tx1"/>
                        </a:solidFill>
                        <a:latin typeface="Arial Black" panose="020B0A04020102020204" pitchFamily="34" charset="0"/>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ctr"/>
                      <a:r>
                        <a:rPr lang="en-US" altLang="zh-CN" dirty="0">
                          <a:solidFill>
                            <a:schemeClr val="tx1"/>
                          </a:solidFill>
                          <a:latin typeface="Arial Black" panose="020B0A04020102020204" pitchFamily="34" charset="0"/>
                        </a:rPr>
                        <a:t>…</a:t>
                      </a:r>
                      <a:endParaRPr lang="zh-CN" altLang="en-US" dirty="0">
                        <a:solidFill>
                          <a:schemeClr val="tx1"/>
                        </a:solidFill>
                        <a:latin typeface="Arial Black" panose="020B0A04020102020204" pitchFamily="34" charset="0"/>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extLst>
                  <a:ext uri="{0D108BD9-81ED-4DB2-BD59-A6C34878D82A}">
                    <a16:rowId xmlns:a16="http://schemas.microsoft.com/office/drawing/2014/main" val="316235763"/>
                  </a:ext>
                </a:extLst>
              </a:tr>
            </a:tbl>
          </a:graphicData>
        </a:graphic>
      </p:graphicFrame>
      <p:graphicFrame>
        <p:nvGraphicFramePr>
          <p:cNvPr id="30" name="表格 21">
            <a:extLst>
              <a:ext uri="{FF2B5EF4-FFF2-40B4-BE49-F238E27FC236}">
                <a16:creationId xmlns:a16="http://schemas.microsoft.com/office/drawing/2014/main" id="{849D252C-900C-44C3-9C3B-0A66CC10F5E3}"/>
              </a:ext>
            </a:extLst>
          </p:cNvPr>
          <p:cNvGraphicFramePr>
            <a:graphicFrameLocks noGrp="1"/>
          </p:cNvGraphicFramePr>
          <p:nvPr/>
        </p:nvGraphicFramePr>
        <p:xfrm>
          <a:off x="2302929" y="1827576"/>
          <a:ext cx="9067800" cy="370840"/>
        </p:xfrm>
        <a:graphic>
          <a:graphicData uri="http://schemas.openxmlformats.org/drawingml/2006/table">
            <a:tbl>
              <a:tblPr firstRow="1" bandRow="1">
                <a:tableStyleId>{5C22544A-7EE6-4342-B048-85BDC9FD1C3A}</a:tableStyleId>
              </a:tblPr>
              <a:tblGrid>
                <a:gridCol w="755650">
                  <a:extLst>
                    <a:ext uri="{9D8B030D-6E8A-4147-A177-3AD203B41FA5}">
                      <a16:colId xmlns:a16="http://schemas.microsoft.com/office/drawing/2014/main" val="877486509"/>
                    </a:ext>
                  </a:extLst>
                </a:gridCol>
                <a:gridCol w="755650">
                  <a:extLst>
                    <a:ext uri="{9D8B030D-6E8A-4147-A177-3AD203B41FA5}">
                      <a16:colId xmlns:a16="http://schemas.microsoft.com/office/drawing/2014/main" val="3548605817"/>
                    </a:ext>
                  </a:extLst>
                </a:gridCol>
                <a:gridCol w="755650">
                  <a:extLst>
                    <a:ext uri="{9D8B030D-6E8A-4147-A177-3AD203B41FA5}">
                      <a16:colId xmlns:a16="http://schemas.microsoft.com/office/drawing/2014/main" val="2881812895"/>
                    </a:ext>
                  </a:extLst>
                </a:gridCol>
                <a:gridCol w="755650">
                  <a:extLst>
                    <a:ext uri="{9D8B030D-6E8A-4147-A177-3AD203B41FA5}">
                      <a16:colId xmlns:a16="http://schemas.microsoft.com/office/drawing/2014/main" val="3682284582"/>
                    </a:ext>
                  </a:extLst>
                </a:gridCol>
                <a:gridCol w="755650">
                  <a:extLst>
                    <a:ext uri="{9D8B030D-6E8A-4147-A177-3AD203B41FA5}">
                      <a16:colId xmlns:a16="http://schemas.microsoft.com/office/drawing/2014/main" val="500127722"/>
                    </a:ext>
                  </a:extLst>
                </a:gridCol>
                <a:gridCol w="755650">
                  <a:extLst>
                    <a:ext uri="{9D8B030D-6E8A-4147-A177-3AD203B41FA5}">
                      <a16:colId xmlns:a16="http://schemas.microsoft.com/office/drawing/2014/main" val="2946259618"/>
                    </a:ext>
                  </a:extLst>
                </a:gridCol>
                <a:gridCol w="755650">
                  <a:extLst>
                    <a:ext uri="{9D8B030D-6E8A-4147-A177-3AD203B41FA5}">
                      <a16:colId xmlns:a16="http://schemas.microsoft.com/office/drawing/2014/main" val="171501986"/>
                    </a:ext>
                  </a:extLst>
                </a:gridCol>
                <a:gridCol w="755650">
                  <a:extLst>
                    <a:ext uri="{9D8B030D-6E8A-4147-A177-3AD203B41FA5}">
                      <a16:colId xmlns:a16="http://schemas.microsoft.com/office/drawing/2014/main" val="1667185265"/>
                    </a:ext>
                  </a:extLst>
                </a:gridCol>
                <a:gridCol w="755650">
                  <a:extLst>
                    <a:ext uri="{9D8B030D-6E8A-4147-A177-3AD203B41FA5}">
                      <a16:colId xmlns:a16="http://schemas.microsoft.com/office/drawing/2014/main" val="4258211808"/>
                    </a:ext>
                  </a:extLst>
                </a:gridCol>
                <a:gridCol w="755650">
                  <a:extLst>
                    <a:ext uri="{9D8B030D-6E8A-4147-A177-3AD203B41FA5}">
                      <a16:colId xmlns:a16="http://schemas.microsoft.com/office/drawing/2014/main" val="1794200575"/>
                    </a:ext>
                  </a:extLst>
                </a:gridCol>
                <a:gridCol w="755650">
                  <a:extLst>
                    <a:ext uri="{9D8B030D-6E8A-4147-A177-3AD203B41FA5}">
                      <a16:colId xmlns:a16="http://schemas.microsoft.com/office/drawing/2014/main" val="4230716487"/>
                    </a:ext>
                  </a:extLst>
                </a:gridCol>
                <a:gridCol w="755650">
                  <a:extLst>
                    <a:ext uri="{9D8B030D-6E8A-4147-A177-3AD203B41FA5}">
                      <a16:colId xmlns:a16="http://schemas.microsoft.com/office/drawing/2014/main" val="56153739"/>
                    </a:ext>
                  </a:extLst>
                </a:gridCol>
              </a:tblGrid>
              <a:tr h="370840">
                <a:tc>
                  <a:txBody>
                    <a:bodyPr/>
                    <a:lstStyle/>
                    <a:p>
                      <a:pPr algn="ctr"/>
                      <a:r>
                        <a:rPr lang="en-US" altLang="zh-CN" dirty="0">
                          <a:solidFill>
                            <a:schemeClr val="tx1"/>
                          </a:solidFill>
                          <a:latin typeface="Arial Black" panose="020B0A04020102020204" pitchFamily="34" charset="0"/>
                        </a:rPr>
                        <a:t>0</a:t>
                      </a:r>
                      <a:endParaRPr lang="zh-CN" altLang="en-US" dirty="0">
                        <a:solidFill>
                          <a:schemeClr val="tx1"/>
                        </a:solidFill>
                        <a:latin typeface="Arial Black" panose="020B0A04020102020204" pitchFamily="34" charset="0"/>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ctr"/>
                      <a:r>
                        <a:rPr lang="en-US" altLang="zh-CN" dirty="0">
                          <a:solidFill>
                            <a:schemeClr val="tx1"/>
                          </a:solidFill>
                          <a:latin typeface="Arial Black" panose="020B0A04020102020204" pitchFamily="34" charset="0"/>
                        </a:rPr>
                        <a:t>1</a:t>
                      </a:r>
                      <a:endParaRPr lang="zh-CN" altLang="en-US" dirty="0">
                        <a:solidFill>
                          <a:schemeClr val="tx1"/>
                        </a:solidFill>
                        <a:latin typeface="Arial Black" panose="020B0A04020102020204" pitchFamily="34" charset="0"/>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ctr"/>
                      <a:r>
                        <a:rPr lang="en-US" altLang="zh-CN" dirty="0">
                          <a:solidFill>
                            <a:schemeClr val="tx1"/>
                          </a:solidFill>
                          <a:latin typeface="Arial Black" panose="020B0A04020102020204" pitchFamily="34" charset="0"/>
                        </a:rPr>
                        <a:t>2</a:t>
                      </a:r>
                      <a:endParaRPr lang="zh-CN" altLang="en-US" dirty="0">
                        <a:solidFill>
                          <a:schemeClr val="tx1"/>
                        </a:solidFill>
                        <a:latin typeface="Arial Black" panose="020B0A04020102020204" pitchFamily="34" charset="0"/>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ctr"/>
                      <a:r>
                        <a:rPr lang="en-US" altLang="zh-CN" dirty="0">
                          <a:solidFill>
                            <a:schemeClr val="tx1"/>
                          </a:solidFill>
                          <a:latin typeface="Arial Black" panose="020B0A04020102020204" pitchFamily="34" charset="0"/>
                        </a:rPr>
                        <a:t>3</a:t>
                      </a:r>
                      <a:endParaRPr lang="zh-CN" altLang="en-US" dirty="0">
                        <a:solidFill>
                          <a:schemeClr val="tx1"/>
                        </a:solidFill>
                        <a:latin typeface="Arial Black" panose="020B0A04020102020204" pitchFamily="34" charset="0"/>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ctr"/>
                      <a:r>
                        <a:rPr lang="en-US" altLang="zh-CN" dirty="0">
                          <a:solidFill>
                            <a:schemeClr val="tx1"/>
                          </a:solidFill>
                          <a:latin typeface="Arial Black" panose="020B0A04020102020204" pitchFamily="34" charset="0"/>
                        </a:rPr>
                        <a:t>4</a:t>
                      </a:r>
                      <a:endParaRPr lang="zh-CN" altLang="en-US" dirty="0">
                        <a:solidFill>
                          <a:schemeClr val="tx1"/>
                        </a:solidFill>
                        <a:latin typeface="Arial Black" panose="020B0A04020102020204" pitchFamily="34" charset="0"/>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ctr"/>
                      <a:r>
                        <a:rPr lang="en-US" altLang="zh-CN" dirty="0">
                          <a:solidFill>
                            <a:schemeClr val="tx1"/>
                          </a:solidFill>
                          <a:latin typeface="Arial Black" panose="020B0A04020102020204" pitchFamily="34" charset="0"/>
                        </a:rPr>
                        <a:t>5</a:t>
                      </a:r>
                      <a:endParaRPr lang="zh-CN" altLang="en-US" dirty="0">
                        <a:solidFill>
                          <a:schemeClr val="tx1"/>
                        </a:solidFill>
                        <a:latin typeface="Arial Black" panose="020B0A04020102020204" pitchFamily="34" charset="0"/>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ctr"/>
                      <a:r>
                        <a:rPr lang="en-US" altLang="zh-CN" dirty="0">
                          <a:solidFill>
                            <a:schemeClr val="tx1"/>
                          </a:solidFill>
                          <a:latin typeface="Arial Black" panose="020B0A04020102020204" pitchFamily="34" charset="0"/>
                        </a:rPr>
                        <a:t>6</a:t>
                      </a:r>
                      <a:endParaRPr lang="zh-CN" altLang="en-US" dirty="0">
                        <a:solidFill>
                          <a:schemeClr val="tx1"/>
                        </a:solidFill>
                        <a:latin typeface="Arial Black" panose="020B0A04020102020204" pitchFamily="34" charset="0"/>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ctr"/>
                      <a:r>
                        <a:rPr lang="en-US" altLang="zh-CN" dirty="0">
                          <a:solidFill>
                            <a:schemeClr val="tx1"/>
                          </a:solidFill>
                          <a:latin typeface="Arial Black" panose="020B0A04020102020204" pitchFamily="34" charset="0"/>
                        </a:rPr>
                        <a:t>7</a:t>
                      </a:r>
                      <a:endParaRPr lang="zh-CN" altLang="en-US" dirty="0">
                        <a:solidFill>
                          <a:schemeClr val="tx1"/>
                        </a:solidFill>
                        <a:latin typeface="Arial Black" panose="020B0A04020102020204" pitchFamily="34" charset="0"/>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ctr"/>
                      <a:r>
                        <a:rPr lang="en-US" altLang="zh-CN" dirty="0">
                          <a:solidFill>
                            <a:schemeClr val="tx1"/>
                          </a:solidFill>
                          <a:latin typeface="Arial Black" panose="020B0A04020102020204" pitchFamily="34" charset="0"/>
                        </a:rPr>
                        <a:t>0</a:t>
                      </a:r>
                      <a:endParaRPr lang="zh-CN" altLang="en-US" dirty="0">
                        <a:solidFill>
                          <a:schemeClr val="tx1"/>
                        </a:solidFill>
                        <a:latin typeface="Arial Black" panose="020B0A04020102020204" pitchFamily="34" charset="0"/>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ctr"/>
                      <a:r>
                        <a:rPr lang="en-US" altLang="zh-CN" dirty="0">
                          <a:solidFill>
                            <a:schemeClr val="tx1"/>
                          </a:solidFill>
                          <a:latin typeface="Arial Black" panose="020B0A04020102020204" pitchFamily="34" charset="0"/>
                        </a:rPr>
                        <a:t>1</a:t>
                      </a:r>
                      <a:endParaRPr lang="zh-CN" altLang="en-US" dirty="0">
                        <a:solidFill>
                          <a:schemeClr val="tx1"/>
                        </a:solidFill>
                        <a:latin typeface="Arial Black" panose="020B0A04020102020204" pitchFamily="34" charset="0"/>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ctr"/>
                      <a:r>
                        <a:rPr lang="en-US" altLang="zh-CN" dirty="0">
                          <a:solidFill>
                            <a:schemeClr val="tx1"/>
                          </a:solidFill>
                          <a:latin typeface="Arial Black" panose="020B0A04020102020204" pitchFamily="34" charset="0"/>
                        </a:rPr>
                        <a:t>2</a:t>
                      </a:r>
                      <a:endParaRPr lang="zh-CN" altLang="en-US" dirty="0">
                        <a:solidFill>
                          <a:schemeClr val="tx1"/>
                        </a:solidFill>
                        <a:latin typeface="Arial Black" panose="020B0A04020102020204" pitchFamily="34" charset="0"/>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ctr"/>
                      <a:r>
                        <a:rPr lang="en-US" altLang="zh-CN" dirty="0">
                          <a:solidFill>
                            <a:schemeClr val="tx1"/>
                          </a:solidFill>
                          <a:latin typeface="Arial Black" panose="020B0A04020102020204" pitchFamily="34" charset="0"/>
                        </a:rPr>
                        <a:t>…</a:t>
                      </a:r>
                      <a:endParaRPr lang="zh-CN" altLang="en-US" dirty="0">
                        <a:solidFill>
                          <a:schemeClr val="tx1"/>
                        </a:solidFill>
                        <a:latin typeface="Arial Black" panose="020B0A04020102020204" pitchFamily="34" charset="0"/>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extLst>
                  <a:ext uri="{0D108BD9-81ED-4DB2-BD59-A6C34878D82A}">
                    <a16:rowId xmlns:a16="http://schemas.microsoft.com/office/drawing/2014/main" val="316235763"/>
                  </a:ext>
                </a:extLst>
              </a:tr>
            </a:tbl>
          </a:graphicData>
        </a:graphic>
      </p:graphicFrame>
      <mc:AlternateContent xmlns:mc="http://schemas.openxmlformats.org/markup-compatibility/2006" xmlns:a14="http://schemas.microsoft.com/office/drawing/2010/main">
        <mc:Choice Requires="a14">
          <p:sp>
            <p:nvSpPr>
              <p:cNvPr id="31" name="íşlïḍè">
                <a:extLst>
                  <a:ext uri="{FF2B5EF4-FFF2-40B4-BE49-F238E27FC236}">
                    <a16:creationId xmlns:a16="http://schemas.microsoft.com/office/drawing/2014/main" id="{534EE850-C207-4BCA-A31E-771A47DA9033}"/>
                  </a:ext>
                </a:extLst>
              </p:cNvPr>
              <p:cNvSpPr txBox="1"/>
              <p:nvPr/>
            </p:nvSpPr>
            <p:spPr>
              <a:xfrm>
                <a:off x="2993250" y="3724968"/>
                <a:ext cx="6218660" cy="311297"/>
              </a:xfrm>
              <a:prstGeom prst="rect">
                <a:avLst/>
              </a:prstGeom>
              <a:noFill/>
            </p:spPr>
            <p:txBody>
              <a:bodyPr wrap="square" lIns="91440" tIns="45720" rIns="91440" bIns="45720" anchor="ctr">
                <a:noAutofit/>
              </a:bodyPr>
              <a:lstStyle/>
              <a:p>
                <a:r>
                  <a:rPr lang="zh-CN" altLang="en-US" b="1" dirty="0">
                    <a:solidFill>
                      <a:schemeClr val="accent4"/>
                    </a:solidFill>
                  </a:rPr>
                  <a:t>接收窗口</a:t>
                </a:r>
                <a14:m>
                  <m:oMath xmlns:m="http://schemas.openxmlformats.org/officeDocument/2006/math">
                    <m:sSub>
                      <m:sSubPr>
                        <m:ctrlPr>
                          <a:rPr lang="en-US" altLang="zh-CN" b="1" i="1" smtClean="0">
                            <a:solidFill>
                              <a:schemeClr val="accent4"/>
                            </a:solidFill>
                            <a:latin typeface="Cambria Math" panose="02040503050406030204" pitchFamily="18" charset="0"/>
                          </a:rPr>
                        </m:ctrlPr>
                      </m:sSubPr>
                      <m:e>
                        <m:r>
                          <a:rPr lang="en-US" altLang="zh-CN" b="1" i="1" smtClean="0">
                            <a:solidFill>
                              <a:schemeClr val="accent4"/>
                            </a:solidFill>
                            <a:latin typeface="Cambria Math" panose="02040503050406030204" pitchFamily="18" charset="0"/>
                          </a:rPr>
                          <m:t>𝑾</m:t>
                        </m:r>
                      </m:e>
                      <m:sub>
                        <m:r>
                          <a:rPr lang="en-US" altLang="zh-CN" b="1" i="1" smtClean="0">
                            <a:solidFill>
                              <a:schemeClr val="accent4"/>
                            </a:solidFill>
                            <a:latin typeface="Cambria Math" panose="02040503050406030204" pitchFamily="18" charset="0"/>
                          </a:rPr>
                          <m:t>𝑹</m:t>
                        </m:r>
                      </m:sub>
                    </m:sSub>
                  </m:oMath>
                </a14:m>
                <a:r>
                  <a:rPr lang="zh-CN" altLang="en-US" b="1" dirty="0"/>
                  <a:t>取最大值</a:t>
                </a:r>
                <a14:m>
                  <m:oMath xmlns:m="http://schemas.openxmlformats.org/officeDocument/2006/math">
                    <m:sSup>
                      <m:sSupPr>
                        <m:ctrlPr>
                          <a:rPr lang="en-US" altLang="zh-CN" b="1" i="1" smtClean="0">
                            <a:latin typeface="Cambria Math" panose="02040503050406030204" pitchFamily="18" charset="0"/>
                          </a:rPr>
                        </m:ctrlPr>
                      </m:sSupPr>
                      <m:e>
                        <m:r>
                          <a:rPr lang="en-US" altLang="zh-CN" b="1" i="1" smtClean="0">
                            <a:latin typeface="Cambria Math" panose="02040503050406030204" pitchFamily="18" charset="0"/>
                          </a:rPr>
                          <m:t>𝟐</m:t>
                        </m:r>
                      </m:e>
                      <m:sup>
                        <m:r>
                          <a:rPr lang="en-US" altLang="zh-CN" b="1" i="1" smtClean="0">
                            <a:latin typeface="Cambria Math" panose="02040503050406030204" pitchFamily="18" charset="0"/>
                          </a:rPr>
                          <m:t>(</m:t>
                        </m:r>
                        <m:r>
                          <a:rPr lang="en-US" altLang="zh-CN" b="1" i="1" smtClean="0">
                            <a:latin typeface="Cambria Math" panose="02040503050406030204" pitchFamily="18" charset="0"/>
                          </a:rPr>
                          <m:t>𝟑</m:t>
                        </m:r>
                        <m:r>
                          <a:rPr lang="en-US" altLang="zh-CN" b="1" i="1" smtClean="0">
                            <a:latin typeface="Cambria Math" panose="02040503050406030204" pitchFamily="18" charset="0"/>
                          </a:rPr>
                          <m:t>−</m:t>
                        </m:r>
                        <m:r>
                          <a:rPr lang="en-US" altLang="zh-CN" b="1" i="1" smtClean="0">
                            <a:latin typeface="Cambria Math" panose="02040503050406030204" pitchFamily="18" charset="0"/>
                          </a:rPr>
                          <m:t>𝟏</m:t>
                        </m:r>
                        <m:r>
                          <a:rPr lang="en-US" altLang="zh-CN" b="1" i="1" smtClean="0">
                            <a:latin typeface="Cambria Math" panose="02040503050406030204" pitchFamily="18" charset="0"/>
                          </a:rPr>
                          <m:t>)</m:t>
                        </m:r>
                      </m:sup>
                    </m:sSup>
                  </m:oMath>
                </a14:m>
                <a:r>
                  <a:rPr lang="zh-CN" altLang="en-US" b="1" dirty="0"/>
                  <a:t>，即</a:t>
                </a:r>
                <a14:m>
                  <m:oMath xmlns:m="http://schemas.openxmlformats.org/officeDocument/2006/math">
                    <m:sSub>
                      <m:sSubPr>
                        <m:ctrlPr>
                          <a:rPr lang="en-US" altLang="zh-CN" b="1" i="1" smtClean="0">
                            <a:latin typeface="Cambria Math" panose="02040503050406030204" pitchFamily="18" charset="0"/>
                          </a:rPr>
                        </m:ctrlPr>
                      </m:sSubPr>
                      <m:e>
                        <m:r>
                          <a:rPr lang="en-US" altLang="zh-CN" b="1" i="1" smtClean="0">
                            <a:latin typeface="Cambria Math" panose="02040503050406030204" pitchFamily="18" charset="0"/>
                          </a:rPr>
                          <m:t>𝑾</m:t>
                        </m:r>
                      </m:e>
                      <m:sub>
                        <m:r>
                          <a:rPr lang="en-US" altLang="zh-CN" b="1" i="1" smtClean="0">
                            <a:latin typeface="Cambria Math" panose="02040503050406030204" pitchFamily="18" charset="0"/>
                          </a:rPr>
                          <m:t>𝑹</m:t>
                        </m:r>
                      </m:sub>
                    </m:sSub>
                    <m:r>
                      <a:rPr lang="en-US" altLang="zh-CN" b="1" i="1" smtClean="0">
                        <a:latin typeface="Cambria Math" panose="02040503050406030204" pitchFamily="18" charset="0"/>
                      </a:rPr>
                      <m:t>=</m:t>
                    </m:r>
                    <m:r>
                      <a:rPr lang="en-US" altLang="zh-CN" b="1" i="1" smtClean="0">
                        <a:latin typeface="Cambria Math" panose="02040503050406030204" pitchFamily="18" charset="0"/>
                      </a:rPr>
                      <m:t>𝟒</m:t>
                    </m:r>
                    <m:r>
                      <a:rPr lang="zh-CN" altLang="en-US" b="1" i="1">
                        <a:latin typeface="Cambria Math" panose="02040503050406030204" pitchFamily="18" charset="0"/>
                      </a:rPr>
                      <m:t>。</m:t>
                    </m:r>
                  </m:oMath>
                </a14:m>
                <a:endParaRPr lang="en-US" altLang="zh-CN" b="1" dirty="0"/>
              </a:p>
            </p:txBody>
          </p:sp>
        </mc:Choice>
        <mc:Fallback xmlns="">
          <p:sp>
            <p:nvSpPr>
              <p:cNvPr id="31" name="íşlïḍè">
                <a:extLst>
                  <a:ext uri="{FF2B5EF4-FFF2-40B4-BE49-F238E27FC236}">
                    <a16:creationId xmlns:a16="http://schemas.microsoft.com/office/drawing/2014/main" id="{534EE850-C207-4BCA-A31E-771A47DA9033}"/>
                  </a:ext>
                </a:extLst>
              </p:cNvPr>
              <p:cNvSpPr txBox="1">
                <a:spLocks noRot="1" noChangeAspect="1" noMove="1" noResize="1" noEditPoints="1" noAdjustHandles="1" noChangeArrowheads="1" noChangeShapeType="1" noTextEdit="1"/>
              </p:cNvSpPr>
              <p:nvPr/>
            </p:nvSpPr>
            <p:spPr>
              <a:xfrm>
                <a:off x="2993250" y="3724968"/>
                <a:ext cx="6218660" cy="311297"/>
              </a:xfrm>
              <a:prstGeom prst="rect">
                <a:avLst/>
              </a:prstGeom>
              <a:blipFill>
                <a:blip r:embed="rId10"/>
                <a:stretch>
                  <a:fillRect l="-784" t="-17647" b="-43137"/>
                </a:stretch>
              </a:blipFill>
            </p:spPr>
            <p:txBody>
              <a:bodyPr/>
              <a:lstStyle/>
              <a:p>
                <a:r>
                  <a:rPr lang="zh-CN" altLang="en-US">
                    <a:noFill/>
                  </a:rPr>
                  <a:t> </a:t>
                </a:r>
              </a:p>
            </p:txBody>
          </p:sp>
        </mc:Fallback>
      </mc:AlternateContent>
      <mc:AlternateContent xmlns:mc="http://schemas.openxmlformats.org/markup-compatibility/2006" xmlns:a14="http://schemas.microsoft.com/office/drawing/2010/main">
        <mc:Choice Requires="a14">
          <p:sp>
            <p:nvSpPr>
              <p:cNvPr id="32" name="íşlïḍè">
                <a:extLst>
                  <a:ext uri="{FF2B5EF4-FFF2-40B4-BE49-F238E27FC236}">
                    <a16:creationId xmlns:a16="http://schemas.microsoft.com/office/drawing/2014/main" id="{FBFA56FC-F0C2-4492-AE42-88A025F625E8}"/>
                  </a:ext>
                </a:extLst>
              </p:cNvPr>
              <p:cNvSpPr txBox="1"/>
              <p:nvPr/>
            </p:nvSpPr>
            <p:spPr>
              <a:xfrm>
                <a:off x="2993250" y="4183741"/>
                <a:ext cx="6218660" cy="311297"/>
              </a:xfrm>
              <a:prstGeom prst="rect">
                <a:avLst/>
              </a:prstGeom>
              <a:noFill/>
            </p:spPr>
            <p:txBody>
              <a:bodyPr wrap="square" lIns="91440" tIns="45720" rIns="91440" bIns="45720" anchor="ctr">
                <a:noAutofit/>
              </a:bodyPr>
              <a:lstStyle/>
              <a:p>
                <a:r>
                  <a:rPr lang="zh-CN" altLang="en-US" b="1" dirty="0">
                    <a:solidFill>
                      <a:schemeClr val="accent3"/>
                    </a:solidFill>
                  </a:rPr>
                  <a:t>发送窗口</a:t>
                </a:r>
                <a14:m>
                  <m:oMath xmlns:m="http://schemas.openxmlformats.org/officeDocument/2006/math">
                    <m:sSub>
                      <m:sSubPr>
                        <m:ctrlPr>
                          <a:rPr lang="en-US" altLang="zh-CN" b="1" i="1" smtClean="0">
                            <a:solidFill>
                              <a:schemeClr val="accent3"/>
                            </a:solidFill>
                            <a:latin typeface="Cambria Math" panose="02040503050406030204" pitchFamily="18" charset="0"/>
                          </a:rPr>
                        </m:ctrlPr>
                      </m:sSubPr>
                      <m:e>
                        <m:r>
                          <a:rPr lang="en-US" altLang="zh-CN" b="1" i="1" smtClean="0">
                            <a:solidFill>
                              <a:schemeClr val="accent3"/>
                            </a:solidFill>
                            <a:latin typeface="Cambria Math" panose="02040503050406030204" pitchFamily="18" charset="0"/>
                          </a:rPr>
                          <m:t>𝑾</m:t>
                        </m:r>
                      </m:e>
                      <m:sub>
                        <m:r>
                          <a:rPr lang="en-US" altLang="zh-CN" b="1" i="1" smtClean="0">
                            <a:solidFill>
                              <a:schemeClr val="accent3"/>
                            </a:solidFill>
                            <a:latin typeface="Cambria Math" panose="02040503050406030204" pitchFamily="18" charset="0"/>
                          </a:rPr>
                          <m:t>𝑻</m:t>
                        </m:r>
                      </m:sub>
                    </m:sSub>
                  </m:oMath>
                </a14:m>
                <a:r>
                  <a:rPr lang="zh-CN" altLang="en-US" b="1" dirty="0"/>
                  <a:t>能取到的最大值也为</a:t>
                </a:r>
                <a14:m>
                  <m:oMath xmlns:m="http://schemas.openxmlformats.org/officeDocument/2006/math">
                    <m:sSup>
                      <m:sSupPr>
                        <m:ctrlPr>
                          <a:rPr lang="en-US" altLang="zh-CN" b="1" i="1" smtClean="0">
                            <a:latin typeface="Cambria Math" panose="02040503050406030204" pitchFamily="18" charset="0"/>
                          </a:rPr>
                        </m:ctrlPr>
                      </m:sSupPr>
                      <m:e>
                        <m:r>
                          <a:rPr lang="en-US" altLang="zh-CN" b="1" i="1" smtClean="0">
                            <a:latin typeface="Cambria Math" panose="02040503050406030204" pitchFamily="18" charset="0"/>
                          </a:rPr>
                          <m:t>𝟐</m:t>
                        </m:r>
                      </m:e>
                      <m:sup>
                        <m:r>
                          <a:rPr lang="en-US" altLang="zh-CN" b="1" i="1" smtClean="0">
                            <a:latin typeface="Cambria Math" panose="02040503050406030204" pitchFamily="18" charset="0"/>
                          </a:rPr>
                          <m:t>(</m:t>
                        </m:r>
                        <m:r>
                          <a:rPr lang="en-US" altLang="zh-CN" b="1" i="1" smtClean="0">
                            <a:latin typeface="Cambria Math" panose="02040503050406030204" pitchFamily="18" charset="0"/>
                          </a:rPr>
                          <m:t>𝟑</m:t>
                        </m:r>
                        <m:r>
                          <a:rPr lang="en-US" altLang="zh-CN" b="1" i="1" smtClean="0">
                            <a:latin typeface="Cambria Math" panose="02040503050406030204" pitchFamily="18" charset="0"/>
                          </a:rPr>
                          <m:t>−</m:t>
                        </m:r>
                        <m:r>
                          <a:rPr lang="en-US" altLang="zh-CN" b="1" i="1" smtClean="0">
                            <a:latin typeface="Cambria Math" panose="02040503050406030204" pitchFamily="18" charset="0"/>
                          </a:rPr>
                          <m:t>𝟏</m:t>
                        </m:r>
                        <m:r>
                          <a:rPr lang="en-US" altLang="zh-CN" b="1" i="1" smtClean="0">
                            <a:latin typeface="Cambria Math" panose="02040503050406030204" pitchFamily="18" charset="0"/>
                          </a:rPr>
                          <m:t>)</m:t>
                        </m:r>
                      </m:sup>
                    </m:sSup>
                  </m:oMath>
                </a14:m>
                <a:r>
                  <a:rPr lang="zh-CN" altLang="en-US" b="1" dirty="0"/>
                  <a:t>，即</a:t>
                </a:r>
                <a14:m>
                  <m:oMath xmlns:m="http://schemas.openxmlformats.org/officeDocument/2006/math">
                    <m:sSub>
                      <m:sSubPr>
                        <m:ctrlPr>
                          <a:rPr lang="en-US" altLang="zh-CN" b="1" i="1" smtClean="0">
                            <a:latin typeface="Cambria Math" panose="02040503050406030204" pitchFamily="18" charset="0"/>
                          </a:rPr>
                        </m:ctrlPr>
                      </m:sSubPr>
                      <m:e>
                        <m:r>
                          <a:rPr lang="en-US" altLang="zh-CN" b="1" i="1" smtClean="0">
                            <a:latin typeface="Cambria Math" panose="02040503050406030204" pitchFamily="18" charset="0"/>
                          </a:rPr>
                          <m:t>𝑾</m:t>
                        </m:r>
                      </m:e>
                      <m:sub>
                        <m:r>
                          <a:rPr lang="en-US" altLang="zh-CN" b="1" i="1" smtClean="0">
                            <a:latin typeface="Cambria Math" panose="02040503050406030204" pitchFamily="18" charset="0"/>
                          </a:rPr>
                          <m:t>𝑻</m:t>
                        </m:r>
                      </m:sub>
                    </m:sSub>
                    <m:r>
                      <a:rPr lang="en-US" altLang="zh-CN" b="1" i="1" smtClean="0">
                        <a:latin typeface="Cambria Math" panose="02040503050406030204" pitchFamily="18" charset="0"/>
                      </a:rPr>
                      <m:t>=</m:t>
                    </m:r>
                    <m:r>
                      <a:rPr lang="en-US" altLang="zh-CN" b="1" i="1" smtClean="0">
                        <a:latin typeface="Cambria Math" panose="02040503050406030204" pitchFamily="18" charset="0"/>
                      </a:rPr>
                      <m:t>𝟒</m:t>
                    </m:r>
                    <m:r>
                      <a:rPr lang="zh-CN" altLang="en-US" b="1" i="1">
                        <a:latin typeface="Cambria Math" panose="02040503050406030204" pitchFamily="18" charset="0"/>
                      </a:rPr>
                      <m:t>。</m:t>
                    </m:r>
                  </m:oMath>
                </a14:m>
                <a:endParaRPr lang="en-US" altLang="zh-CN" b="1" dirty="0"/>
              </a:p>
            </p:txBody>
          </p:sp>
        </mc:Choice>
        <mc:Fallback xmlns="">
          <p:sp>
            <p:nvSpPr>
              <p:cNvPr id="32" name="íşlïḍè">
                <a:extLst>
                  <a:ext uri="{FF2B5EF4-FFF2-40B4-BE49-F238E27FC236}">
                    <a16:creationId xmlns:a16="http://schemas.microsoft.com/office/drawing/2014/main" id="{FBFA56FC-F0C2-4492-AE42-88A025F625E8}"/>
                  </a:ext>
                </a:extLst>
              </p:cNvPr>
              <p:cNvSpPr txBox="1">
                <a:spLocks noRot="1" noChangeAspect="1" noMove="1" noResize="1" noEditPoints="1" noAdjustHandles="1" noChangeArrowheads="1" noChangeShapeType="1" noTextEdit="1"/>
              </p:cNvSpPr>
              <p:nvPr/>
            </p:nvSpPr>
            <p:spPr>
              <a:xfrm>
                <a:off x="2993250" y="4183741"/>
                <a:ext cx="6218660" cy="311297"/>
              </a:xfrm>
              <a:prstGeom prst="rect">
                <a:avLst/>
              </a:prstGeom>
              <a:blipFill>
                <a:blip r:embed="rId11"/>
                <a:stretch>
                  <a:fillRect l="-784" t="-17647" b="-43137"/>
                </a:stretch>
              </a:blipFill>
            </p:spPr>
            <p:txBody>
              <a:bodyPr/>
              <a:lstStyle/>
              <a:p>
                <a:r>
                  <a:rPr lang="zh-CN" altLang="en-US">
                    <a:noFill/>
                  </a:rPr>
                  <a:t> </a:t>
                </a:r>
              </a:p>
            </p:txBody>
          </p:sp>
        </mc:Fallback>
      </mc:AlternateContent>
      <p:sp>
        <p:nvSpPr>
          <p:cNvPr id="58" name="矩形 57">
            <a:extLst>
              <a:ext uri="{FF2B5EF4-FFF2-40B4-BE49-F238E27FC236}">
                <a16:creationId xmlns:a16="http://schemas.microsoft.com/office/drawing/2014/main" id="{B824E139-38BD-4C94-89BD-7C907264EBAA}"/>
              </a:ext>
            </a:extLst>
          </p:cNvPr>
          <p:cNvSpPr/>
          <p:nvPr/>
        </p:nvSpPr>
        <p:spPr>
          <a:xfrm>
            <a:off x="2300222" y="5553748"/>
            <a:ext cx="3023739" cy="374399"/>
          </a:xfrm>
          <a:prstGeom prst="rect">
            <a:avLst/>
          </a:prstGeom>
          <a:solidFill>
            <a:schemeClr val="accent3">
              <a:alpha val="74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grpSp>
        <p:nvGrpSpPr>
          <p:cNvPr id="6" name="组合 5">
            <a:extLst>
              <a:ext uri="{FF2B5EF4-FFF2-40B4-BE49-F238E27FC236}">
                <a16:creationId xmlns:a16="http://schemas.microsoft.com/office/drawing/2014/main" id="{A7E7FB2C-FD06-48DD-A7BF-5749F7B08A38}"/>
              </a:ext>
            </a:extLst>
          </p:cNvPr>
          <p:cNvGrpSpPr/>
          <p:nvPr/>
        </p:nvGrpSpPr>
        <p:grpSpPr>
          <a:xfrm>
            <a:off x="1251044" y="4308083"/>
            <a:ext cx="708432" cy="1074683"/>
            <a:chOff x="1251044" y="4058101"/>
            <a:chExt cx="708432" cy="1074683"/>
          </a:xfrm>
        </p:grpSpPr>
        <p:sp>
          <p:nvSpPr>
            <p:cNvPr id="60" name="矩形 59">
              <a:extLst>
                <a:ext uri="{FF2B5EF4-FFF2-40B4-BE49-F238E27FC236}">
                  <a16:creationId xmlns:a16="http://schemas.microsoft.com/office/drawing/2014/main" id="{01733A93-1723-4643-A817-A883D0E4CFC7}"/>
                </a:ext>
              </a:extLst>
            </p:cNvPr>
            <p:cNvSpPr/>
            <p:nvPr/>
          </p:nvSpPr>
          <p:spPr>
            <a:xfrm>
              <a:off x="1251044" y="4862501"/>
              <a:ext cx="708432" cy="270283"/>
            </a:xfrm>
            <a:prstGeom prst="rect">
              <a:avLst/>
            </a:prstGeom>
            <a:solidFill>
              <a:schemeClr val="accent3"/>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46800" rIns="46800" rtlCol="0" anchor="ctr"/>
            <a:lstStyle/>
            <a:p>
              <a:pPr algn="ctr"/>
              <a:r>
                <a:rPr lang="en-US" altLang="zh-CN" b="1" dirty="0"/>
                <a:t>DATA3</a:t>
              </a:r>
              <a:endParaRPr lang="zh-CN" altLang="en-US" b="1" dirty="0"/>
            </a:p>
          </p:txBody>
        </p:sp>
        <p:sp>
          <p:nvSpPr>
            <p:cNvPr id="61" name="矩形 60">
              <a:extLst>
                <a:ext uri="{FF2B5EF4-FFF2-40B4-BE49-F238E27FC236}">
                  <a16:creationId xmlns:a16="http://schemas.microsoft.com/office/drawing/2014/main" id="{98809D80-09F8-4BB2-B0BB-DC2666EC7ACE}"/>
                </a:ext>
              </a:extLst>
            </p:cNvPr>
            <p:cNvSpPr/>
            <p:nvPr/>
          </p:nvSpPr>
          <p:spPr>
            <a:xfrm>
              <a:off x="1251044" y="4590628"/>
              <a:ext cx="708432" cy="270283"/>
            </a:xfrm>
            <a:prstGeom prst="rect">
              <a:avLst/>
            </a:prstGeom>
            <a:solidFill>
              <a:schemeClr val="accent3"/>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46800" rIns="46800" rtlCol="0" anchor="ctr"/>
            <a:lstStyle/>
            <a:p>
              <a:pPr algn="ctr"/>
              <a:r>
                <a:rPr lang="en-US" altLang="zh-CN" b="1" dirty="0"/>
                <a:t>DATA2</a:t>
              </a:r>
              <a:endParaRPr lang="zh-CN" altLang="en-US" b="1" dirty="0"/>
            </a:p>
          </p:txBody>
        </p:sp>
        <p:sp>
          <p:nvSpPr>
            <p:cNvPr id="62" name="矩形 61">
              <a:extLst>
                <a:ext uri="{FF2B5EF4-FFF2-40B4-BE49-F238E27FC236}">
                  <a16:creationId xmlns:a16="http://schemas.microsoft.com/office/drawing/2014/main" id="{581FA718-7099-49DA-AE83-B47A7E9635C4}"/>
                </a:ext>
              </a:extLst>
            </p:cNvPr>
            <p:cNvSpPr/>
            <p:nvPr/>
          </p:nvSpPr>
          <p:spPr>
            <a:xfrm>
              <a:off x="1251044" y="4320345"/>
              <a:ext cx="708432" cy="270283"/>
            </a:xfrm>
            <a:prstGeom prst="rect">
              <a:avLst/>
            </a:prstGeom>
            <a:solidFill>
              <a:schemeClr val="accent3"/>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46800" rIns="46800" rtlCol="0" anchor="ctr"/>
            <a:lstStyle/>
            <a:p>
              <a:pPr algn="ctr"/>
              <a:r>
                <a:rPr lang="en-US" altLang="zh-CN" b="1" dirty="0"/>
                <a:t>DATA1</a:t>
              </a:r>
              <a:endParaRPr lang="zh-CN" altLang="en-US" b="1" dirty="0"/>
            </a:p>
          </p:txBody>
        </p:sp>
        <p:sp>
          <p:nvSpPr>
            <p:cNvPr id="63" name="矩形 62">
              <a:extLst>
                <a:ext uri="{FF2B5EF4-FFF2-40B4-BE49-F238E27FC236}">
                  <a16:creationId xmlns:a16="http://schemas.microsoft.com/office/drawing/2014/main" id="{047AF278-D7CC-4341-B906-5F2CEDA5B9C3}"/>
                </a:ext>
              </a:extLst>
            </p:cNvPr>
            <p:cNvSpPr/>
            <p:nvPr/>
          </p:nvSpPr>
          <p:spPr>
            <a:xfrm>
              <a:off x="1251044" y="4058101"/>
              <a:ext cx="708432" cy="270283"/>
            </a:xfrm>
            <a:prstGeom prst="rect">
              <a:avLst/>
            </a:prstGeom>
            <a:solidFill>
              <a:schemeClr val="accent3"/>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46800" rIns="46800" rtlCol="0" anchor="ctr"/>
            <a:lstStyle/>
            <a:p>
              <a:pPr algn="ctr"/>
              <a:r>
                <a:rPr lang="en-US" altLang="zh-CN" b="1" dirty="0"/>
                <a:t>DATA0</a:t>
              </a:r>
              <a:endParaRPr lang="zh-CN" altLang="en-US" b="1" dirty="0"/>
            </a:p>
          </p:txBody>
        </p:sp>
      </p:grpSp>
      <p:sp>
        <p:nvSpPr>
          <p:cNvPr id="35" name="平行四边形 34">
            <a:extLst>
              <a:ext uri="{FF2B5EF4-FFF2-40B4-BE49-F238E27FC236}">
                <a16:creationId xmlns:a16="http://schemas.microsoft.com/office/drawing/2014/main" id="{8BB35AA4-67F5-EF62-B4D9-2EDFBB774706}"/>
              </a:ext>
            </a:extLst>
          </p:cNvPr>
          <p:cNvSpPr/>
          <p:nvPr/>
        </p:nvSpPr>
        <p:spPr>
          <a:xfrm>
            <a:off x="304800" y="749300"/>
            <a:ext cx="675384" cy="387090"/>
          </a:xfrm>
          <a:prstGeom prst="parallelogram">
            <a:avLst/>
          </a:prstGeom>
          <a:solidFill>
            <a:schemeClr val="accent3">
              <a:lumMod val="75000"/>
            </a:schemeClr>
          </a:solidFill>
          <a:ln>
            <a:solidFill>
              <a:schemeClr val="accent3">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CN" sz="2200" dirty="0">
                <a:latin typeface="Impact" panose="020B0806030902050204" pitchFamily="34" charset="0"/>
              </a:rPr>
              <a:t>05</a:t>
            </a:r>
            <a:endParaRPr lang="zh-CN" altLang="en-US" sz="2200" dirty="0">
              <a:latin typeface="Impact" panose="020B0806030902050204" pitchFamily="34" charset="0"/>
            </a:endParaRPr>
          </a:p>
        </p:txBody>
      </p:sp>
    </p:spTree>
    <p:custDataLst>
      <p:tags r:id="rId1"/>
    </p:custDataLst>
    <p:extLst>
      <p:ext uri="{BB962C8B-B14F-4D97-AF65-F5344CB8AC3E}">
        <p14:creationId xmlns:p14="http://schemas.microsoft.com/office/powerpoint/2010/main" val="1248574641"/>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2" presetClass="entr" presetSubtype="8" fill="hold" grpId="0" nodeType="withEffect">
                                  <p:stCondLst>
                                    <p:cond delay="0"/>
                                  </p:stCondLst>
                                  <p:childTnLst>
                                    <p:set>
                                      <p:cBhvr>
                                        <p:cTn id="6" dur="1" fill="hold">
                                          <p:stCondLst>
                                            <p:cond delay="0"/>
                                          </p:stCondLst>
                                        </p:cTn>
                                        <p:tgtEl>
                                          <p:spTgt spid="58"/>
                                        </p:tgtEl>
                                        <p:attrNameLst>
                                          <p:attrName>style.visibility</p:attrName>
                                        </p:attrNameLst>
                                      </p:cBhvr>
                                      <p:to>
                                        <p:strVal val="visible"/>
                                      </p:to>
                                    </p:set>
                                    <p:animEffect transition="in" filter="wipe(left)">
                                      <p:cBhvr>
                                        <p:cTn id="7" dur="2000"/>
                                        <p:tgtEl>
                                          <p:spTgt spid="58"/>
                                        </p:tgtEl>
                                      </p:cBhvr>
                                    </p:animEffect>
                                  </p:childTnLst>
                                </p:cTn>
                              </p:par>
                              <p:par>
                                <p:cTn id="8" presetID="12" presetClass="entr" presetSubtype="4" fill="hold" nodeType="withEffect">
                                  <p:stCondLst>
                                    <p:cond delay="0"/>
                                  </p:stCondLst>
                                  <p:childTnLst>
                                    <p:set>
                                      <p:cBhvr>
                                        <p:cTn id="9" dur="1" fill="hold">
                                          <p:stCondLst>
                                            <p:cond delay="0"/>
                                          </p:stCondLst>
                                        </p:cTn>
                                        <p:tgtEl>
                                          <p:spTgt spid="6"/>
                                        </p:tgtEl>
                                        <p:attrNameLst>
                                          <p:attrName>style.visibility</p:attrName>
                                        </p:attrNameLst>
                                      </p:cBhvr>
                                      <p:to>
                                        <p:strVal val="visible"/>
                                      </p:to>
                                    </p:set>
                                    <p:anim calcmode="lin" valueType="num">
                                      <p:cBhvr additive="base">
                                        <p:cTn id="10" dur="2000"/>
                                        <p:tgtEl>
                                          <p:spTgt spid="6"/>
                                        </p:tgtEl>
                                        <p:attrNameLst>
                                          <p:attrName>ppt_y</p:attrName>
                                        </p:attrNameLst>
                                      </p:cBhvr>
                                      <p:tavLst>
                                        <p:tav tm="0">
                                          <p:val>
                                            <p:strVal val="#ppt_y+#ppt_h*1.125000"/>
                                          </p:val>
                                        </p:tav>
                                        <p:tav tm="100000">
                                          <p:val>
                                            <p:strVal val="#ppt_y"/>
                                          </p:val>
                                        </p:tav>
                                      </p:tavLst>
                                    </p:anim>
                                    <p:animEffect transition="in" filter="wipe(up)">
                                      <p:cBhvr>
                                        <p:cTn id="11" dur="2000"/>
                                        <p:tgtEl>
                                          <p:spTgt spid="6"/>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8" grpId="0" animBg="1"/>
    </p:bldLst>
  </p:timing>
</p:sld>
</file>

<file path=ppt/slides/slide20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45" name="组合 44">
            <a:extLst>
              <a:ext uri="{FF2B5EF4-FFF2-40B4-BE49-F238E27FC236}">
                <a16:creationId xmlns:a16="http://schemas.microsoft.com/office/drawing/2014/main" id="{F5FCA282-8954-464E-9962-8DEC0A190612}"/>
              </a:ext>
            </a:extLst>
          </p:cNvPr>
          <p:cNvGrpSpPr/>
          <p:nvPr/>
        </p:nvGrpSpPr>
        <p:grpSpPr>
          <a:xfrm>
            <a:off x="2305203" y="1368773"/>
            <a:ext cx="3025589" cy="910796"/>
            <a:chOff x="2302929" y="5098286"/>
            <a:chExt cx="3025589" cy="910796"/>
          </a:xfrm>
        </p:grpSpPr>
        <p:sp>
          <p:nvSpPr>
            <p:cNvPr id="46" name="矩形 45">
              <a:extLst>
                <a:ext uri="{FF2B5EF4-FFF2-40B4-BE49-F238E27FC236}">
                  <a16:creationId xmlns:a16="http://schemas.microsoft.com/office/drawing/2014/main" id="{471AA480-7085-4D51-B0B4-D68301BF2020}"/>
                </a:ext>
              </a:extLst>
            </p:cNvPr>
            <p:cNvSpPr/>
            <p:nvPr/>
          </p:nvSpPr>
          <p:spPr>
            <a:xfrm>
              <a:off x="2302929" y="5467618"/>
              <a:ext cx="3025589" cy="541464"/>
            </a:xfrm>
            <a:prstGeom prst="rect">
              <a:avLst/>
            </a:prstGeom>
            <a:solidFill>
              <a:schemeClr val="accent4"/>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mc:AlternateContent xmlns:mc="http://schemas.openxmlformats.org/markup-compatibility/2006" xmlns:a14="http://schemas.microsoft.com/office/drawing/2010/main">
          <mc:Choice Requires="a14">
            <p:sp>
              <p:nvSpPr>
                <p:cNvPr id="47" name="文本框 46">
                  <a:extLst>
                    <a:ext uri="{FF2B5EF4-FFF2-40B4-BE49-F238E27FC236}">
                      <a16:creationId xmlns:a16="http://schemas.microsoft.com/office/drawing/2014/main" id="{4DD506B6-2862-4CF6-A3E9-F36AEFD5D21B}"/>
                    </a:ext>
                  </a:extLst>
                </p:cNvPr>
                <p:cNvSpPr txBox="1"/>
                <p:nvPr/>
              </p:nvSpPr>
              <p:spPr>
                <a:xfrm>
                  <a:off x="3277773" y="5098286"/>
                  <a:ext cx="1067217" cy="369332"/>
                </a:xfrm>
                <a:prstGeom prst="rect">
                  <a:avLst/>
                </a:prstGeom>
                <a:noFill/>
              </p:spPr>
              <p:txBody>
                <a:bodyPr wrap="square">
                  <a:spAutoFit/>
                </a:bodyPr>
                <a:lstStyle/>
                <a:p>
                  <a:pPr/>
                  <a14:m>
                    <m:oMathPara xmlns:m="http://schemas.openxmlformats.org/officeDocument/2006/math">
                      <m:oMathParaPr>
                        <m:jc m:val="centerGroup"/>
                      </m:oMathParaPr>
                      <m:oMath xmlns:m="http://schemas.openxmlformats.org/officeDocument/2006/math">
                        <m:sSub>
                          <m:sSubPr>
                            <m:ctrlPr>
                              <a:rPr lang="en-US" altLang="zh-CN" b="1" i="1" smtClean="0">
                                <a:solidFill>
                                  <a:schemeClr val="accent4"/>
                                </a:solidFill>
                                <a:latin typeface="Cambria Math" panose="02040503050406030204" pitchFamily="18" charset="0"/>
                              </a:rPr>
                            </m:ctrlPr>
                          </m:sSubPr>
                          <m:e>
                            <m:r>
                              <a:rPr lang="en-US" altLang="zh-CN" b="1" i="1" smtClean="0">
                                <a:solidFill>
                                  <a:schemeClr val="accent4"/>
                                </a:solidFill>
                                <a:latin typeface="Cambria Math" panose="02040503050406030204" pitchFamily="18" charset="0"/>
                              </a:rPr>
                              <m:t>𝑾</m:t>
                            </m:r>
                          </m:e>
                          <m:sub>
                            <m:r>
                              <a:rPr lang="en-US" altLang="zh-CN" b="1" i="1" smtClean="0">
                                <a:solidFill>
                                  <a:schemeClr val="accent4"/>
                                </a:solidFill>
                                <a:latin typeface="Cambria Math" panose="02040503050406030204" pitchFamily="18" charset="0"/>
                              </a:rPr>
                              <m:t>𝑹</m:t>
                            </m:r>
                          </m:sub>
                        </m:sSub>
                        <m:r>
                          <a:rPr lang="en-US" altLang="zh-CN" b="1" i="1" smtClean="0">
                            <a:solidFill>
                              <a:schemeClr val="accent4"/>
                            </a:solidFill>
                            <a:latin typeface="Cambria Math" panose="02040503050406030204" pitchFamily="18" charset="0"/>
                          </a:rPr>
                          <m:t>=</m:t>
                        </m:r>
                        <m:r>
                          <a:rPr lang="en-US" altLang="zh-CN" b="1" i="1" smtClean="0">
                            <a:solidFill>
                              <a:schemeClr val="accent4"/>
                            </a:solidFill>
                            <a:latin typeface="Cambria Math" panose="02040503050406030204" pitchFamily="18" charset="0"/>
                          </a:rPr>
                          <m:t>𝟒</m:t>
                        </m:r>
                      </m:oMath>
                    </m:oMathPara>
                  </a14:m>
                  <a:endParaRPr lang="zh-CN" altLang="en-US" dirty="0">
                    <a:solidFill>
                      <a:schemeClr val="accent4"/>
                    </a:solidFill>
                  </a:endParaRPr>
                </a:p>
              </p:txBody>
            </p:sp>
          </mc:Choice>
          <mc:Fallback xmlns="">
            <p:sp>
              <p:nvSpPr>
                <p:cNvPr id="47" name="文本框 46">
                  <a:extLst>
                    <a:ext uri="{FF2B5EF4-FFF2-40B4-BE49-F238E27FC236}">
                      <a16:creationId xmlns:a16="http://schemas.microsoft.com/office/drawing/2014/main" id="{4DD506B6-2862-4CF6-A3E9-F36AEFD5D21B}"/>
                    </a:ext>
                  </a:extLst>
                </p:cNvPr>
                <p:cNvSpPr txBox="1">
                  <a:spLocks noRot="1" noChangeAspect="1" noMove="1" noResize="1" noEditPoints="1" noAdjustHandles="1" noChangeArrowheads="1" noChangeShapeType="1" noTextEdit="1"/>
                </p:cNvSpPr>
                <p:nvPr/>
              </p:nvSpPr>
              <p:spPr>
                <a:xfrm>
                  <a:off x="3277773" y="5098286"/>
                  <a:ext cx="1067217" cy="369332"/>
                </a:xfrm>
                <a:prstGeom prst="rect">
                  <a:avLst/>
                </a:prstGeom>
                <a:blipFill>
                  <a:blip r:embed="rId3"/>
                  <a:stretch>
                    <a:fillRect b="-3333"/>
                  </a:stretch>
                </a:blipFill>
              </p:spPr>
              <p:txBody>
                <a:bodyPr/>
                <a:lstStyle/>
                <a:p>
                  <a:r>
                    <a:rPr lang="zh-CN" altLang="en-US">
                      <a:noFill/>
                    </a:rPr>
                    <a:t> </a:t>
                  </a:r>
                </a:p>
              </p:txBody>
            </p:sp>
          </mc:Fallback>
        </mc:AlternateContent>
      </p:grpSp>
      <p:grpSp>
        <p:nvGrpSpPr>
          <p:cNvPr id="5" name="组合 4">
            <a:extLst>
              <a:ext uri="{FF2B5EF4-FFF2-40B4-BE49-F238E27FC236}">
                <a16:creationId xmlns:a16="http://schemas.microsoft.com/office/drawing/2014/main" id="{20EFBF47-A85C-4FD1-BB81-590596419A3D}"/>
              </a:ext>
            </a:extLst>
          </p:cNvPr>
          <p:cNvGrpSpPr/>
          <p:nvPr/>
        </p:nvGrpSpPr>
        <p:grpSpPr>
          <a:xfrm>
            <a:off x="2302929" y="5098286"/>
            <a:ext cx="3025589" cy="910796"/>
            <a:chOff x="2302929" y="5098286"/>
            <a:chExt cx="3025589" cy="910796"/>
          </a:xfrm>
        </p:grpSpPr>
        <p:sp>
          <p:nvSpPr>
            <p:cNvPr id="33" name="矩形 32">
              <a:extLst>
                <a:ext uri="{FF2B5EF4-FFF2-40B4-BE49-F238E27FC236}">
                  <a16:creationId xmlns:a16="http://schemas.microsoft.com/office/drawing/2014/main" id="{3EA6F5A2-1C83-4BE5-9CCD-7CBA9C984323}"/>
                </a:ext>
              </a:extLst>
            </p:cNvPr>
            <p:cNvSpPr/>
            <p:nvPr/>
          </p:nvSpPr>
          <p:spPr>
            <a:xfrm>
              <a:off x="2302929" y="5467618"/>
              <a:ext cx="3025589" cy="541464"/>
            </a:xfrm>
            <a:prstGeom prst="rect">
              <a:avLst/>
            </a:prstGeom>
            <a:solidFill>
              <a:schemeClr val="accent3"/>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mc:AlternateContent xmlns:mc="http://schemas.openxmlformats.org/markup-compatibility/2006" xmlns:a14="http://schemas.microsoft.com/office/drawing/2010/main">
          <mc:Choice Requires="a14">
            <p:sp>
              <p:nvSpPr>
                <p:cNvPr id="34" name="文本框 33">
                  <a:extLst>
                    <a:ext uri="{FF2B5EF4-FFF2-40B4-BE49-F238E27FC236}">
                      <a16:creationId xmlns:a16="http://schemas.microsoft.com/office/drawing/2014/main" id="{8C755A65-DDAE-400F-BD8A-B2EB9981B67D}"/>
                    </a:ext>
                  </a:extLst>
                </p:cNvPr>
                <p:cNvSpPr txBox="1"/>
                <p:nvPr/>
              </p:nvSpPr>
              <p:spPr>
                <a:xfrm>
                  <a:off x="3277773" y="5098286"/>
                  <a:ext cx="1067217" cy="369332"/>
                </a:xfrm>
                <a:prstGeom prst="rect">
                  <a:avLst/>
                </a:prstGeom>
                <a:noFill/>
              </p:spPr>
              <p:txBody>
                <a:bodyPr wrap="square">
                  <a:spAutoFit/>
                </a:bodyPr>
                <a:lstStyle/>
                <a:p>
                  <a:pPr/>
                  <a14:m>
                    <m:oMathPara xmlns:m="http://schemas.openxmlformats.org/officeDocument/2006/math">
                      <m:oMathParaPr>
                        <m:jc m:val="centerGroup"/>
                      </m:oMathParaPr>
                      <m:oMath xmlns:m="http://schemas.openxmlformats.org/officeDocument/2006/math">
                        <m:sSub>
                          <m:sSubPr>
                            <m:ctrlPr>
                              <a:rPr lang="en-US" altLang="zh-CN" b="1" i="1" smtClean="0">
                                <a:solidFill>
                                  <a:schemeClr val="accent3"/>
                                </a:solidFill>
                                <a:latin typeface="Cambria Math" panose="02040503050406030204" pitchFamily="18" charset="0"/>
                              </a:rPr>
                            </m:ctrlPr>
                          </m:sSubPr>
                          <m:e>
                            <m:r>
                              <a:rPr lang="en-US" altLang="zh-CN" b="1" i="1" smtClean="0">
                                <a:solidFill>
                                  <a:schemeClr val="accent3"/>
                                </a:solidFill>
                                <a:latin typeface="Cambria Math" panose="02040503050406030204" pitchFamily="18" charset="0"/>
                              </a:rPr>
                              <m:t>𝑾</m:t>
                            </m:r>
                          </m:e>
                          <m:sub>
                            <m:r>
                              <a:rPr lang="en-US" altLang="zh-CN" b="1" i="1" smtClean="0">
                                <a:solidFill>
                                  <a:schemeClr val="accent3"/>
                                </a:solidFill>
                                <a:latin typeface="Cambria Math" panose="02040503050406030204" pitchFamily="18" charset="0"/>
                              </a:rPr>
                              <m:t>𝑻</m:t>
                            </m:r>
                          </m:sub>
                        </m:sSub>
                        <m:r>
                          <a:rPr lang="en-US" altLang="zh-CN" b="1" i="1" smtClean="0">
                            <a:solidFill>
                              <a:schemeClr val="accent3"/>
                            </a:solidFill>
                            <a:latin typeface="Cambria Math" panose="02040503050406030204" pitchFamily="18" charset="0"/>
                          </a:rPr>
                          <m:t>=</m:t>
                        </m:r>
                        <m:r>
                          <a:rPr lang="en-US" altLang="zh-CN" b="1" i="1" smtClean="0">
                            <a:solidFill>
                              <a:schemeClr val="accent3"/>
                            </a:solidFill>
                            <a:latin typeface="Cambria Math" panose="02040503050406030204" pitchFamily="18" charset="0"/>
                          </a:rPr>
                          <m:t>𝟒</m:t>
                        </m:r>
                      </m:oMath>
                    </m:oMathPara>
                  </a14:m>
                  <a:endParaRPr lang="zh-CN" altLang="en-US" dirty="0">
                    <a:solidFill>
                      <a:schemeClr val="accent3"/>
                    </a:solidFill>
                  </a:endParaRPr>
                </a:p>
              </p:txBody>
            </p:sp>
          </mc:Choice>
          <mc:Fallback xmlns="">
            <p:sp>
              <p:nvSpPr>
                <p:cNvPr id="34" name="文本框 33">
                  <a:extLst>
                    <a:ext uri="{FF2B5EF4-FFF2-40B4-BE49-F238E27FC236}">
                      <a16:creationId xmlns:a16="http://schemas.microsoft.com/office/drawing/2014/main" id="{8C755A65-DDAE-400F-BD8A-B2EB9981B67D}"/>
                    </a:ext>
                  </a:extLst>
                </p:cNvPr>
                <p:cNvSpPr txBox="1">
                  <a:spLocks noRot="1" noChangeAspect="1" noMove="1" noResize="1" noEditPoints="1" noAdjustHandles="1" noChangeArrowheads="1" noChangeShapeType="1" noTextEdit="1"/>
                </p:cNvSpPr>
                <p:nvPr/>
              </p:nvSpPr>
              <p:spPr>
                <a:xfrm>
                  <a:off x="3277773" y="5098286"/>
                  <a:ext cx="1067217" cy="369332"/>
                </a:xfrm>
                <a:prstGeom prst="rect">
                  <a:avLst/>
                </a:prstGeom>
                <a:blipFill>
                  <a:blip r:embed="rId4"/>
                  <a:stretch>
                    <a:fillRect b="-3279"/>
                  </a:stretch>
                </a:blipFill>
              </p:spPr>
              <p:txBody>
                <a:bodyPr/>
                <a:lstStyle/>
                <a:p>
                  <a:r>
                    <a:rPr lang="zh-CN" altLang="en-US">
                      <a:noFill/>
                    </a:rPr>
                    <a:t> </a:t>
                  </a:r>
                </a:p>
              </p:txBody>
            </p:sp>
          </mc:Fallback>
        </mc:AlternateContent>
      </p:grpSp>
      <p:grpSp>
        <p:nvGrpSpPr>
          <p:cNvPr id="4" name="组合 3">
            <a:extLst>
              <a:ext uri="{FF2B5EF4-FFF2-40B4-BE49-F238E27FC236}">
                <a16:creationId xmlns:a16="http://schemas.microsoft.com/office/drawing/2014/main" id="{9A1EA9F2-FCB6-48C3-935F-7AE7E3AD14AC}"/>
              </a:ext>
            </a:extLst>
          </p:cNvPr>
          <p:cNvGrpSpPr/>
          <p:nvPr/>
        </p:nvGrpSpPr>
        <p:grpSpPr>
          <a:xfrm>
            <a:off x="304800" y="749300"/>
            <a:ext cx="6192344" cy="400110"/>
            <a:chOff x="424117" y="898245"/>
            <a:chExt cx="6192344" cy="400110"/>
          </a:xfrm>
        </p:grpSpPr>
        <p:sp>
          <p:nvSpPr>
            <p:cNvPr id="2" name="平行四边形 1">
              <a:extLst>
                <a:ext uri="{FF2B5EF4-FFF2-40B4-BE49-F238E27FC236}">
                  <a16:creationId xmlns:a16="http://schemas.microsoft.com/office/drawing/2014/main" id="{1F5BAA3F-9845-4F89-A2DD-8222D3E4EDAC}"/>
                </a:ext>
              </a:extLst>
            </p:cNvPr>
            <p:cNvSpPr/>
            <p:nvPr/>
          </p:nvSpPr>
          <p:spPr>
            <a:xfrm>
              <a:off x="424117" y="898245"/>
              <a:ext cx="628306" cy="387090"/>
            </a:xfrm>
            <a:prstGeom prst="parallelogram">
              <a:avLst/>
            </a:prstGeom>
            <a:solidFill>
              <a:schemeClr val="accent3">
                <a:lumMod val="75000"/>
              </a:schemeClr>
            </a:solidFill>
            <a:ln>
              <a:solidFill>
                <a:schemeClr val="accent3">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CN" sz="2200" dirty="0">
                  <a:latin typeface="Impact" panose="020B0806030902050204" pitchFamily="34" charset="0"/>
                </a:rPr>
                <a:t>01</a:t>
              </a:r>
              <a:endParaRPr lang="zh-CN" altLang="en-US" sz="2200" dirty="0">
                <a:latin typeface="Impact" panose="020B0806030902050204" pitchFamily="34" charset="0"/>
              </a:endParaRPr>
            </a:p>
          </p:txBody>
        </p:sp>
        <p:sp>
          <p:nvSpPr>
            <p:cNvPr id="3" name="文本框 2">
              <a:extLst>
                <a:ext uri="{FF2B5EF4-FFF2-40B4-BE49-F238E27FC236}">
                  <a16:creationId xmlns:a16="http://schemas.microsoft.com/office/drawing/2014/main" id="{4D6BD736-A4D3-4F26-AFED-36E11F50F70B}"/>
                </a:ext>
              </a:extLst>
            </p:cNvPr>
            <p:cNvSpPr txBox="1"/>
            <p:nvPr/>
          </p:nvSpPr>
          <p:spPr>
            <a:xfrm>
              <a:off x="1052423" y="898245"/>
              <a:ext cx="5564038" cy="400110"/>
            </a:xfrm>
            <a:prstGeom prst="rect">
              <a:avLst/>
            </a:prstGeom>
            <a:noFill/>
          </p:spPr>
          <p:txBody>
            <a:bodyPr wrap="square" rtlCol="0">
              <a:spAutoFit/>
            </a:bodyPr>
            <a:lstStyle/>
            <a:p>
              <a:r>
                <a:rPr lang="zh-CN" altLang="en-US" sz="2000" b="1" dirty="0"/>
                <a:t>选择重传协议</a:t>
              </a:r>
            </a:p>
          </p:txBody>
        </p:sp>
      </p:grpSp>
      <p:grpSp>
        <p:nvGrpSpPr>
          <p:cNvPr id="18" name="组合 17">
            <a:extLst>
              <a:ext uri="{FF2B5EF4-FFF2-40B4-BE49-F238E27FC236}">
                <a16:creationId xmlns:a16="http://schemas.microsoft.com/office/drawing/2014/main" id="{AF599708-FA4B-4F1A-915B-51ADB6AF8A5B}"/>
              </a:ext>
            </a:extLst>
          </p:cNvPr>
          <p:cNvGrpSpPr/>
          <p:nvPr/>
        </p:nvGrpSpPr>
        <p:grpSpPr>
          <a:xfrm>
            <a:off x="475097" y="1263518"/>
            <a:ext cx="1355161" cy="5114896"/>
            <a:chOff x="475097" y="1263518"/>
            <a:chExt cx="1355161" cy="5114896"/>
          </a:xfrm>
        </p:grpSpPr>
        <p:cxnSp>
          <p:nvCxnSpPr>
            <p:cNvPr id="19" name="直接连接符 18">
              <a:extLst>
                <a:ext uri="{FF2B5EF4-FFF2-40B4-BE49-F238E27FC236}">
                  <a16:creationId xmlns:a16="http://schemas.microsoft.com/office/drawing/2014/main" id="{8C267D38-D538-4153-B853-5B2DDE097738}"/>
                </a:ext>
              </a:extLst>
            </p:cNvPr>
            <p:cNvCxnSpPr>
              <a:cxnSpLocks/>
            </p:cNvCxnSpPr>
            <p:nvPr/>
          </p:nvCxnSpPr>
          <p:spPr>
            <a:xfrm flipV="1">
              <a:off x="1208367" y="2012996"/>
              <a:ext cx="0" cy="3813858"/>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nvGrpSpPr>
            <p:cNvPr id="20" name="组合 19">
              <a:extLst>
                <a:ext uri="{FF2B5EF4-FFF2-40B4-BE49-F238E27FC236}">
                  <a16:creationId xmlns:a16="http://schemas.microsoft.com/office/drawing/2014/main" id="{1A3F15DA-8F30-45DE-8760-8CB5AC7691B0}"/>
                </a:ext>
              </a:extLst>
            </p:cNvPr>
            <p:cNvGrpSpPr/>
            <p:nvPr/>
          </p:nvGrpSpPr>
          <p:grpSpPr>
            <a:xfrm>
              <a:off x="700096" y="5368000"/>
              <a:ext cx="905164" cy="1010414"/>
              <a:chOff x="700096" y="5368000"/>
              <a:chExt cx="905164" cy="1010414"/>
            </a:xfrm>
          </p:grpSpPr>
          <p:pic>
            <p:nvPicPr>
              <p:cNvPr id="25" name="图形 24">
                <a:extLst>
                  <a:ext uri="{FF2B5EF4-FFF2-40B4-BE49-F238E27FC236}">
                    <a16:creationId xmlns:a16="http://schemas.microsoft.com/office/drawing/2014/main" id="{5079B8D0-730B-4F27-A9EC-8AC79CEECAE0}"/>
                  </a:ext>
                </a:extLst>
              </p:cNvPr>
              <p:cNvPicPr>
                <a:picLocks noChangeAspect="1"/>
              </p:cNvPicPr>
              <p:nvPr/>
            </p:nvPicPr>
            <p:blipFill>
              <a:blip r:embed="rId5">
                <a:extLst>
                  <a:ext uri="{28A0092B-C50C-407E-A947-70E740481C1C}">
                    <a14:useLocalDpi xmlns:a14="http://schemas.microsoft.com/office/drawing/2010/main" val="0"/>
                  </a:ext>
                  <a:ext uri="{96DAC541-7B7A-43D3-8B79-37D633B846F1}">
                    <asvg:svgBlip xmlns:asvg="http://schemas.microsoft.com/office/drawing/2016/SVG/main" r:embed="rId6"/>
                  </a:ext>
                </a:extLst>
              </a:blip>
              <a:stretch>
                <a:fillRect/>
              </a:stretch>
            </p:blipFill>
            <p:spPr>
              <a:xfrm>
                <a:off x="821271" y="5368000"/>
                <a:ext cx="662814" cy="641082"/>
              </a:xfrm>
              <a:prstGeom prst="rect">
                <a:avLst/>
              </a:prstGeom>
            </p:spPr>
          </p:pic>
          <p:sp>
            <p:nvSpPr>
              <p:cNvPr id="26" name="文本框 25">
                <a:extLst>
                  <a:ext uri="{FF2B5EF4-FFF2-40B4-BE49-F238E27FC236}">
                    <a16:creationId xmlns:a16="http://schemas.microsoft.com/office/drawing/2014/main" id="{68E9BE24-5234-4436-839C-0CC65C932068}"/>
                  </a:ext>
                </a:extLst>
              </p:cNvPr>
              <p:cNvSpPr txBox="1"/>
              <p:nvPr/>
            </p:nvSpPr>
            <p:spPr>
              <a:xfrm>
                <a:off x="700096" y="6009082"/>
                <a:ext cx="905164" cy="369332"/>
              </a:xfrm>
              <a:prstGeom prst="rect">
                <a:avLst/>
              </a:prstGeom>
              <a:noFill/>
            </p:spPr>
            <p:txBody>
              <a:bodyPr wrap="square" rtlCol="0">
                <a:spAutoFit/>
              </a:bodyPr>
              <a:lstStyle/>
              <a:p>
                <a:r>
                  <a:rPr lang="zh-CN" altLang="en-US" b="1" dirty="0">
                    <a:latin typeface="+mn-ea"/>
                  </a:rPr>
                  <a:t>发送方</a:t>
                </a:r>
              </a:p>
            </p:txBody>
          </p:sp>
        </p:grpSp>
        <p:grpSp>
          <p:nvGrpSpPr>
            <p:cNvPr id="21" name="组合 20">
              <a:extLst>
                <a:ext uri="{FF2B5EF4-FFF2-40B4-BE49-F238E27FC236}">
                  <a16:creationId xmlns:a16="http://schemas.microsoft.com/office/drawing/2014/main" id="{50E1DF35-9236-4BB6-BAC4-1AE805165946}"/>
                </a:ext>
              </a:extLst>
            </p:cNvPr>
            <p:cNvGrpSpPr/>
            <p:nvPr/>
          </p:nvGrpSpPr>
          <p:grpSpPr>
            <a:xfrm>
              <a:off x="878301" y="1263518"/>
              <a:ext cx="905164" cy="1027908"/>
              <a:chOff x="878301" y="1390382"/>
              <a:chExt cx="905164" cy="1027908"/>
            </a:xfrm>
          </p:grpSpPr>
          <p:pic>
            <p:nvPicPr>
              <p:cNvPr id="23" name="图形 22">
                <a:extLst>
                  <a:ext uri="{FF2B5EF4-FFF2-40B4-BE49-F238E27FC236}">
                    <a16:creationId xmlns:a16="http://schemas.microsoft.com/office/drawing/2014/main" id="{E155E3ED-8C2A-42C4-BFBF-393051944136}"/>
                  </a:ext>
                </a:extLst>
              </p:cNvPr>
              <p:cNvPicPr>
                <a:picLocks noChangeAspect="1"/>
              </p:cNvPicPr>
              <p:nvPr/>
            </p:nvPicPr>
            <p:blipFill>
              <a:blip r:embed="rId7">
                <a:extLst>
                  <a:ext uri="{28A0092B-C50C-407E-A947-70E740481C1C}">
                    <a14:useLocalDpi xmlns:a14="http://schemas.microsoft.com/office/drawing/2010/main" val="0"/>
                  </a:ext>
                  <a:ext uri="{96DAC541-7B7A-43D3-8B79-37D633B846F1}">
                    <asvg:svgBlip xmlns:asvg="http://schemas.microsoft.com/office/drawing/2016/SVG/main" r:embed="rId8"/>
                  </a:ext>
                </a:extLst>
              </a:blip>
              <a:stretch>
                <a:fillRect/>
              </a:stretch>
            </p:blipFill>
            <p:spPr>
              <a:xfrm>
                <a:off x="984826" y="1759714"/>
                <a:ext cx="501772" cy="658576"/>
              </a:xfrm>
              <a:prstGeom prst="rect">
                <a:avLst/>
              </a:prstGeom>
            </p:spPr>
          </p:pic>
          <p:sp>
            <p:nvSpPr>
              <p:cNvPr id="24" name="文本框 23">
                <a:extLst>
                  <a:ext uri="{FF2B5EF4-FFF2-40B4-BE49-F238E27FC236}">
                    <a16:creationId xmlns:a16="http://schemas.microsoft.com/office/drawing/2014/main" id="{818AC20B-3072-437F-B302-67397F49105B}"/>
                  </a:ext>
                </a:extLst>
              </p:cNvPr>
              <p:cNvSpPr txBox="1"/>
              <p:nvPr/>
            </p:nvSpPr>
            <p:spPr>
              <a:xfrm>
                <a:off x="878301" y="1390382"/>
                <a:ext cx="905164" cy="369332"/>
              </a:xfrm>
              <a:prstGeom prst="rect">
                <a:avLst/>
              </a:prstGeom>
              <a:noFill/>
            </p:spPr>
            <p:txBody>
              <a:bodyPr wrap="square" rtlCol="0">
                <a:spAutoFit/>
              </a:bodyPr>
              <a:lstStyle/>
              <a:p>
                <a:r>
                  <a:rPr lang="zh-CN" altLang="en-US" b="1" dirty="0">
                    <a:latin typeface="+mn-ea"/>
                  </a:rPr>
                  <a:t>接收方</a:t>
                </a:r>
              </a:p>
            </p:txBody>
          </p:sp>
        </p:grpSp>
        <p:sp>
          <p:nvSpPr>
            <p:cNvPr id="22" name="云形 21">
              <a:extLst>
                <a:ext uri="{FF2B5EF4-FFF2-40B4-BE49-F238E27FC236}">
                  <a16:creationId xmlns:a16="http://schemas.microsoft.com/office/drawing/2014/main" id="{97C64CE5-C9EB-4960-87FB-62108C97374D}"/>
                </a:ext>
              </a:extLst>
            </p:cNvPr>
            <p:cNvSpPr/>
            <p:nvPr/>
          </p:nvSpPr>
          <p:spPr>
            <a:xfrm>
              <a:off x="475097" y="3429014"/>
              <a:ext cx="1355161" cy="801398"/>
            </a:xfrm>
            <a:prstGeom prst="cloud">
              <a:avLst/>
            </a:prstGeom>
            <a:solidFill>
              <a:schemeClr val="bg1">
                <a:lumMod val="85000"/>
              </a:schemeClr>
            </a:solidFill>
            <a:ln>
              <a:solidFill>
                <a:schemeClr val="bg1">
                  <a:lumMod val="85000"/>
                </a:schemeClr>
              </a:solidFill>
            </a:ln>
          </p:spPr>
          <p:style>
            <a:lnRef idx="2">
              <a:schemeClr val="accent3">
                <a:shade val="50000"/>
              </a:schemeClr>
            </a:lnRef>
            <a:fillRef idx="1">
              <a:schemeClr val="accent3"/>
            </a:fillRef>
            <a:effectRef idx="0">
              <a:schemeClr val="accent3"/>
            </a:effectRef>
            <a:fontRef idx="minor">
              <a:schemeClr val="lt1"/>
            </a:fontRef>
          </p:style>
          <p:txBody>
            <a:bodyPr rtlCol="0" anchor="ctr"/>
            <a:lstStyle/>
            <a:p>
              <a:pPr algn="ctr"/>
              <a:r>
                <a:rPr lang="zh-CN" altLang="en-US" b="1" dirty="0">
                  <a:solidFill>
                    <a:schemeClr val="tx1"/>
                  </a:solidFill>
                  <a:latin typeface="+mn-ea"/>
                </a:rPr>
                <a:t>因特网</a:t>
              </a:r>
            </a:p>
          </p:txBody>
        </p:sp>
      </p:grpSp>
      <mc:AlternateContent xmlns:mc="http://schemas.openxmlformats.org/markup-compatibility/2006" xmlns:a14="http://schemas.microsoft.com/office/drawing/2010/main">
        <mc:Choice Requires="a14">
          <p:sp>
            <p:nvSpPr>
              <p:cNvPr id="28" name="íşlïḍè">
                <a:extLst>
                  <a:ext uri="{FF2B5EF4-FFF2-40B4-BE49-F238E27FC236}">
                    <a16:creationId xmlns:a16="http://schemas.microsoft.com/office/drawing/2014/main" id="{8898676C-F981-4D74-B324-A859D1387610}"/>
                  </a:ext>
                </a:extLst>
              </p:cNvPr>
              <p:cNvSpPr txBox="1"/>
              <p:nvPr/>
            </p:nvSpPr>
            <p:spPr>
              <a:xfrm>
                <a:off x="2993250" y="3266194"/>
                <a:ext cx="6657288" cy="311297"/>
              </a:xfrm>
              <a:prstGeom prst="rect">
                <a:avLst/>
              </a:prstGeom>
              <a:noFill/>
            </p:spPr>
            <p:txBody>
              <a:bodyPr wrap="square" lIns="91440" tIns="45720" rIns="91440" bIns="45720" anchor="ctr">
                <a:noAutofit/>
              </a:bodyPr>
              <a:lstStyle/>
              <a:p>
                <a:r>
                  <a:rPr lang="zh-CN" altLang="en-US" b="1" dirty="0"/>
                  <a:t>本例假设采用</a:t>
                </a:r>
                <a14:m>
                  <m:oMath xmlns:m="http://schemas.openxmlformats.org/officeDocument/2006/math">
                    <m:r>
                      <a:rPr lang="en-US" altLang="zh-CN" b="1" i="1" dirty="0" smtClean="0">
                        <a:latin typeface="Cambria Math" panose="02040503050406030204" pitchFamily="18" charset="0"/>
                      </a:rPr>
                      <m:t>𝟑</m:t>
                    </m:r>
                  </m:oMath>
                </a14:m>
                <a:r>
                  <a:rPr lang="zh-CN" altLang="en-US" b="1" dirty="0"/>
                  <a:t>个比特给分组编序号，则序号范围是</a:t>
                </a:r>
                <a14:m>
                  <m:oMath xmlns:m="http://schemas.openxmlformats.org/officeDocument/2006/math">
                    <m:r>
                      <a:rPr lang="en-US" altLang="zh-CN" b="1" i="0" smtClean="0">
                        <a:latin typeface="Cambria Math" panose="02040503050406030204" pitchFamily="18" charset="0"/>
                        <a:ea typeface="Cambria Math" panose="02040503050406030204" pitchFamily="18" charset="0"/>
                      </a:rPr>
                      <m:t>𝟎</m:t>
                    </m:r>
                    <m:r>
                      <a:rPr lang="en-US" altLang="zh-CN" b="1" i="1" smtClean="0">
                        <a:latin typeface="Cambria Math" panose="02040503050406030204" pitchFamily="18" charset="0"/>
                        <a:ea typeface="Cambria Math" panose="02040503050406030204" pitchFamily="18" charset="0"/>
                      </a:rPr>
                      <m:t>~</m:t>
                    </m:r>
                    <m:sSup>
                      <m:sSupPr>
                        <m:ctrlPr>
                          <a:rPr lang="en-US" altLang="zh-CN" b="1" i="1" smtClean="0">
                            <a:latin typeface="Cambria Math" panose="02040503050406030204" pitchFamily="18" charset="0"/>
                            <a:ea typeface="Cambria Math" panose="02040503050406030204" pitchFamily="18" charset="0"/>
                          </a:rPr>
                        </m:ctrlPr>
                      </m:sSupPr>
                      <m:e>
                        <m:r>
                          <a:rPr lang="en-US" altLang="zh-CN" b="1" i="1" smtClean="0">
                            <a:latin typeface="Cambria Math" panose="02040503050406030204" pitchFamily="18" charset="0"/>
                            <a:ea typeface="Cambria Math" panose="02040503050406030204" pitchFamily="18" charset="0"/>
                          </a:rPr>
                          <m:t>(</m:t>
                        </m:r>
                        <m:r>
                          <a:rPr lang="en-US" altLang="zh-CN" b="1" i="1" smtClean="0">
                            <a:latin typeface="Cambria Math" panose="02040503050406030204" pitchFamily="18" charset="0"/>
                            <a:ea typeface="Cambria Math" panose="02040503050406030204" pitchFamily="18" charset="0"/>
                          </a:rPr>
                          <m:t>𝟐</m:t>
                        </m:r>
                      </m:e>
                      <m:sup>
                        <m:r>
                          <a:rPr lang="en-US" altLang="zh-CN" b="1" i="1" smtClean="0">
                            <a:latin typeface="Cambria Math" panose="02040503050406030204" pitchFamily="18" charset="0"/>
                            <a:ea typeface="Cambria Math" panose="02040503050406030204" pitchFamily="18" charset="0"/>
                          </a:rPr>
                          <m:t>𝟑</m:t>
                        </m:r>
                      </m:sup>
                    </m:sSup>
                    <m:r>
                      <a:rPr lang="en-US" altLang="zh-CN" b="1" i="1" smtClean="0">
                        <a:latin typeface="Cambria Math" panose="02040503050406030204" pitchFamily="18" charset="0"/>
                        <a:ea typeface="Cambria Math" panose="02040503050406030204" pitchFamily="18" charset="0"/>
                      </a:rPr>
                      <m:t>−</m:t>
                    </m:r>
                    <m:r>
                      <a:rPr lang="en-US" altLang="zh-CN" b="1" i="1" smtClean="0">
                        <a:latin typeface="Cambria Math" panose="02040503050406030204" pitchFamily="18" charset="0"/>
                        <a:ea typeface="Cambria Math" panose="02040503050406030204" pitchFamily="18" charset="0"/>
                      </a:rPr>
                      <m:t>𝟏</m:t>
                    </m:r>
                    <m:r>
                      <a:rPr lang="en-US" altLang="zh-CN" b="1" i="1" smtClean="0">
                        <a:latin typeface="Cambria Math" panose="02040503050406030204" pitchFamily="18" charset="0"/>
                        <a:ea typeface="Cambria Math" panose="02040503050406030204" pitchFamily="18" charset="0"/>
                      </a:rPr>
                      <m:t>)。</m:t>
                    </m:r>
                  </m:oMath>
                </a14:m>
                <a:endParaRPr lang="en-US" altLang="zh-CN" b="1" dirty="0"/>
              </a:p>
            </p:txBody>
          </p:sp>
        </mc:Choice>
        <mc:Fallback xmlns="">
          <p:sp>
            <p:nvSpPr>
              <p:cNvPr id="28" name="íşlïḍè">
                <a:extLst>
                  <a:ext uri="{FF2B5EF4-FFF2-40B4-BE49-F238E27FC236}">
                    <a16:creationId xmlns:a16="http://schemas.microsoft.com/office/drawing/2014/main" id="{8898676C-F981-4D74-B324-A859D1387610}"/>
                  </a:ext>
                </a:extLst>
              </p:cNvPr>
              <p:cNvSpPr txBox="1">
                <a:spLocks noRot="1" noChangeAspect="1" noMove="1" noResize="1" noEditPoints="1" noAdjustHandles="1" noChangeArrowheads="1" noChangeShapeType="1" noTextEdit="1"/>
              </p:cNvSpPr>
              <p:nvPr/>
            </p:nvSpPr>
            <p:spPr>
              <a:xfrm>
                <a:off x="2993250" y="3266194"/>
                <a:ext cx="6657288" cy="311297"/>
              </a:xfrm>
              <a:prstGeom prst="rect">
                <a:avLst/>
              </a:prstGeom>
              <a:blipFill>
                <a:blip r:embed="rId9"/>
                <a:stretch>
                  <a:fillRect l="-733" t="-19608" b="-41176"/>
                </a:stretch>
              </a:blipFill>
            </p:spPr>
            <p:txBody>
              <a:bodyPr/>
              <a:lstStyle/>
              <a:p>
                <a:r>
                  <a:rPr lang="zh-CN" altLang="en-US">
                    <a:noFill/>
                  </a:rPr>
                  <a:t> </a:t>
                </a:r>
              </a:p>
            </p:txBody>
          </p:sp>
        </mc:Fallback>
      </mc:AlternateContent>
      <p:graphicFrame>
        <p:nvGraphicFramePr>
          <p:cNvPr id="29" name="表格 21">
            <a:extLst>
              <a:ext uri="{FF2B5EF4-FFF2-40B4-BE49-F238E27FC236}">
                <a16:creationId xmlns:a16="http://schemas.microsoft.com/office/drawing/2014/main" id="{44D0CDFF-8B53-4BB1-835E-1192E30CC2FA}"/>
              </a:ext>
            </a:extLst>
          </p:cNvPr>
          <p:cNvGraphicFramePr>
            <a:graphicFrameLocks noGrp="1"/>
          </p:cNvGraphicFramePr>
          <p:nvPr/>
        </p:nvGraphicFramePr>
        <p:xfrm>
          <a:off x="2302929" y="5557308"/>
          <a:ext cx="9067800" cy="370840"/>
        </p:xfrm>
        <a:graphic>
          <a:graphicData uri="http://schemas.openxmlformats.org/drawingml/2006/table">
            <a:tbl>
              <a:tblPr firstRow="1" bandRow="1">
                <a:tableStyleId>{5C22544A-7EE6-4342-B048-85BDC9FD1C3A}</a:tableStyleId>
              </a:tblPr>
              <a:tblGrid>
                <a:gridCol w="755650">
                  <a:extLst>
                    <a:ext uri="{9D8B030D-6E8A-4147-A177-3AD203B41FA5}">
                      <a16:colId xmlns:a16="http://schemas.microsoft.com/office/drawing/2014/main" val="877486509"/>
                    </a:ext>
                  </a:extLst>
                </a:gridCol>
                <a:gridCol w="755650">
                  <a:extLst>
                    <a:ext uri="{9D8B030D-6E8A-4147-A177-3AD203B41FA5}">
                      <a16:colId xmlns:a16="http://schemas.microsoft.com/office/drawing/2014/main" val="3548605817"/>
                    </a:ext>
                  </a:extLst>
                </a:gridCol>
                <a:gridCol w="755650">
                  <a:extLst>
                    <a:ext uri="{9D8B030D-6E8A-4147-A177-3AD203B41FA5}">
                      <a16:colId xmlns:a16="http://schemas.microsoft.com/office/drawing/2014/main" val="2881812895"/>
                    </a:ext>
                  </a:extLst>
                </a:gridCol>
                <a:gridCol w="755650">
                  <a:extLst>
                    <a:ext uri="{9D8B030D-6E8A-4147-A177-3AD203B41FA5}">
                      <a16:colId xmlns:a16="http://schemas.microsoft.com/office/drawing/2014/main" val="3682284582"/>
                    </a:ext>
                  </a:extLst>
                </a:gridCol>
                <a:gridCol w="755650">
                  <a:extLst>
                    <a:ext uri="{9D8B030D-6E8A-4147-A177-3AD203B41FA5}">
                      <a16:colId xmlns:a16="http://schemas.microsoft.com/office/drawing/2014/main" val="500127722"/>
                    </a:ext>
                  </a:extLst>
                </a:gridCol>
                <a:gridCol w="755650">
                  <a:extLst>
                    <a:ext uri="{9D8B030D-6E8A-4147-A177-3AD203B41FA5}">
                      <a16:colId xmlns:a16="http://schemas.microsoft.com/office/drawing/2014/main" val="2946259618"/>
                    </a:ext>
                  </a:extLst>
                </a:gridCol>
                <a:gridCol w="755650">
                  <a:extLst>
                    <a:ext uri="{9D8B030D-6E8A-4147-A177-3AD203B41FA5}">
                      <a16:colId xmlns:a16="http://schemas.microsoft.com/office/drawing/2014/main" val="171501986"/>
                    </a:ext>
                  </a:extLst>
                </a:gridCol>
                <a:gridCol w="755650">
                  <a:extLst>
                    <a:ext uri="{9D8B030D-6E8A-4147-A177-3AD203B41FA5}">
                      <a16:colId xmlns:a16="http://schemas.microsoft.com/office/drawing/2014/main" val="1667185265"/>
                    </a:ext>
                  </a:extLst>
                </a:gridCol>
                <a:gridCol w="755650">
                  <a:extLst>
                    <a:ext uri="{9D8B030D-6E8A-4147-A177-3AD203B41FA5}">
                      <a16:colId xmlns:a16="http://schemas.microsoft.com/office/drawing/2014/main" val="4258211808"/>
                    </a:ext>
                  </a:extLst>
                </a:gridCol>
                <a:gridCol w="755650">
                  <a:extLst>
                    <a:ext uri="{9D8B030D-6E8A-4147-A177-3AD203B41FA5}">
                      <a16:colId xmlns:a16="http://schemas.microsoft.com/office/drawing/2014/main" val="1794200575"/>
                    </a:ext>
                  </a:extLst>
                </a:gridCol>
                <a:gridCol w="755650">
                  <a:extLst>
                    <a:ext uri="{9D8B030D-6E8A-4147-A177-3AD203B41FA5}">
                      <a16:colId xmlns:a16="http://schemas.microsoft.com/office/drawing/2014/main" val="4230716487"/>
                    </a:ext>
                  </a:extLst>
                </a:gridCol>
                <a:gridCol w="755650">
                  <a:extLst>
                    <a:ext uri="{9D8B030D-6E8A-4147-A177-3AD203B41FA5}">
                      <a16:colId xmlns:a16="http://schemas.microsoft.com/office/drawing/2014/main" val="56153739"/>
                    </a:ext>
                  </a:extLst>
                </a:gridCol>
              </a:tblGrid>
              <a:tr h="370840">
                <a:tc>
                  <a:txBody>
                    <a:bodyPr/>
                    <a:lstStyle/>
                    <a:p>
                      <a:pPr algn="ctr"/>
                      <a:r>
                        <a:rPr lang="en-US" altLang="zh-CN" dirty="0">
                          <a:solidFill>
                            <a:schemeClr val="tx1"/>
                          </a:solidFill>
                          <a:latin typeface="Arial Black" panose="020B0A04020102020204" pitchFamily="34" charset="0"/>
                        </a:rPr>
                        <a:t>0</a:t>
                      </a:r>
                      <a:endParaRPr lang="zh-CN" altLang="en-US" dirty="0">
                        <a:solidFill>
                          <a:schemeClr val="tx1"/>
                        </a:solidFill>
                        <a:latin typeface="Arial Black" panose="020B0A04020102020204" pitchFamily="34" charset="0"/>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ctr"/>
                      <a:r>
                        <a:rPr lang="en-US" altLang="zh-CN" dirty="0">
                          <a:solidFill>
                            <a:schemeClr val="tx1"/>
                          </a:solidFill>
                          <a:latin typeface="Arial Black" panose="020B0A04020102020204" pitchFamily="34" charset="0"/>
                        </a:rPr>
                        <a:t>1</a:t>
                      </a:r>
                      <a:endParaRPr lang="zh-CN" altLang="en-US" dirty="0">
                        <a:solidFill>
                          <a:schemeClr val="tx1"/>
                        </a:solidFill>
                        <a:latin typeface="Arial Black" panose="020B0A04020102020204" pitchFamily="34" charset="0"/>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ctr"/>
                      <a:r>
                        <a:rPr lang="en-US" altLang="zh-CN" dirty="0">
                          <a:solidFill>
                            <a:schemeClr val="tx1"/>
                          </a:solidFill>
                          <a:latin typeface="Arial Black" panose="020B0A04020102020204" pitchFamily="34" charset="0"/>
                        </a:rPr>
                        <a:t>2</a:t>
                      </a:r>
                      <a:endParaRPr lang="zh-CN" altLang="en-US" dirty="0">
                        <a:solidFill>
                          <a:schemeClr val="tx1"/>
                        </a:solidFill>
                        <a:latin typeface="Arial Black" panose="020B0A04020102020204" pitchFamily="34" charset="0"/>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ctr"/>
                      <a:r>
                        <a:rPr lang="en-US" altLang="zh-CN" dirty="0">
                          <a:solidFill>
                            <a:schemeClr val="tx1"/>
                          </a:solidFill>
                          <a:latin typeface="Arial Black" panose="020B0A04020102020204" pitchFamily="34" charset="0"/>
                        </a:rPr>
                        <a:t>3</a:t>
                      </a:r>
                      <a:endParaRPr lang="zh-CN" altLang="en-US" dirty="0">
                        <a:solidFill>
                          <a:schemeClr val="tx1"/>
                        </a:solidFill>
                        <a:latin typeface="Arial Black" panose="020B0A04020102020204" pitchFamily="34" charset="0"/>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ctr"/>
                      <a:r>
                        <a:rPr lang="en-US" altLang="zh-CN" dirty="0">
                          <a:solidFill>
                            <a:schemeClr val="tx1"/>
                          </a:solidFill>
                          <a:latin typeface="Arial Black" panose="020B0A04020102020204" pitchFamily="34" charset="0"/>
                        </a:rPr>
                        <a:t>4</a:t>
                      </a:r>
                      <a:endParaRPr lang="zh-CN" altLang="en-US" dirty="0">
                        <a:solidFill>
                          <a:schemeClr val="tx1"/>
                        </a:solidFill>
                        <a:latin typeface="Arial Black" panose="020B0A04020102020204" pitchFamily="34" charset="0"/>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ctr"/>
                      <a:r>
                        <a:rPr lang="en-US" altLang="zh-CN" dirty="0">
                          <a:solidFill>
                            <a:schemeClr val="tx1"/>
                          </a:solidFill>
                          <a:latin typeface="Arial Black" panose="020B0A04020102020204" pitchFamily="34" charset="0"/>
                        </a:rPr>
                        <a:t>5</a:t>
                      </a:r>
                      <a:endParaRPr lang="zh-CN" altLang="en-US" dirty="0">
                        <a:solidFill>
                          <a:schemeClr val="tx1"/>
                        </a:solidFill>
                        <a:latin typeface="Arial Black" panose="020B0A04020102020204" pitchFamily="34" charset="0"/>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ctr"/>
                      <a:r>
                        <a:rPr lang="en-US" altLang="zh-CN" dirty="0">
                          <a:solidFill>
                            <a:schemeClr val="tx1"/>
                          </a:solidFill>
                          <a:latin typeface="Arial Black" panose="020B0A04020102020204" pitchFamily="34" charset="0"/>
                        </a:rPr>
                        <a:t>6</a:t>
                      </a:r>
                      <a:endParaRPr lang="zh-CN" altLang="en-US" dirty="0">
                        <a:solidFill>
                          <a:schemeClr val="tx1"/>
                        </a:solidFill>
                        <a:latin typeface="Arial Black" panose="020B0A04020102020204" pitchFamily="34" charset="0"/>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ctr"/>
                      <a:r>
                        <a:rPr lang="en-US" altLang="zh-CN" dirty="0">
                          <a:solidFill>
                            <a:schemeClr val="tx1"/>
                          </a:solidFill>
                          <a:latin typeface="Arial Black" panose="020B0A04020102020204" pitchFamily="34" charset="0"/>
                        </a:rPr>
                        <a:t>7</a:t>
                      </a:r>
                      <a:endParaRPr lang="zh-CN" altLang="en-US" dirty="0">
                        <a:solidFill>
                          <a:schemeClr val="tx1"/>
                        </a:solidFill>
                        <a:latin typeface="Arial Black" panose="020B0A04020102020204" pitchFamily="34" charset="0"/>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ctr"/>
                      <a:r>
                        <a:rPr lang="en-US" altLang="zh-CN" dirty="0">
                          <a:solidFill>
                            <a:schemeClr val="tx1"/>
                          </a:solidFill>
                          <a:latin typeface="Arial Black" panose="020B0A04020102020204" pitchFamily="34" charset="0"/>
                        </a:rPr>
                        <a:t>0</a:t>
                      </a:r>
                      <a:endParaRPr lang="zh-CN" altLang="en-US" dirty="0">
                        <a:solidFill>
                          <a:schemeClr val="tx1"/>
                        </a:solidFill>
                        <a:latin typeface="Arial Black" panose="020B0A04020102020204" pitchFamily="34" charset="0"/>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ctr"/>
                      <a:r>
                        <a:rPr lang="en-US" altLang="zh-CN" dirty="0">
                          <a:solidFill>
                            <a:schemeClr val="tx1"/>
                          </a:solidFill>
                          <a:latin typeface="Arial Black" panose="020B0A04020102020204" pitchFamily="34" charset="0"/>
                        </a:rPr>
                        <a:t>1</a:t>
                      </a:r>
                      <a:endParaRPr lang="zh-CN" altLang="en-US" dirty="0">
                        <a:solidFill>
                          <a:schemeClr val="tx1"/>
                        </a:solidFill>
                        <a:latin typeface="Arial Black" panose="020B0A04020102020204" pitchFamily="34" charset="0"/>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ctr"/>
                      <a:r>
                        <a:rPr lang="en-US" altLang="zh-CN" dirty="0">
                          <a:solidFill>
                            <a:schemeClr val="tx1"/>
                          </a:solidFill>
                          <a:latin typeface="Arial Black" panose="020B0A04020102020204" pitchFamily="34" charset="0"/>
                        </a:rPr>
                        <a:t>2</a:t>
                      </a:r>
                      <a:endParaRPr lang="zh-CN" altLang="en-US" dirty="0">
                        <a:solidFill>
                          <a:schemeClr val="tx1"/>
                        </a:solidFill>
                        <a:latin typeface="Arial Black" panose="020B0A04020102020204" pitchFamily="34" charset="0"/>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ctr"/>
                      <a:r>
                        <a:rPr lang="en-US" altLang="zh-CN" dirty="0">
                          <a:solidFill>
                            <a:schemeClr val="tx1"/>
                          </a:solidFill>
                          <a:latin typeface="Arial Black" panose="020B0A04020102020204" pitchFamily="34" charset="0"/>
                        </a:rPr>
                        <a:t>…</a:t>
                      </a:r>
                      <a:endParaRPr lang="zh-CN" altLang="en-US" dirty="0">
                        <a:solidFill>
                          <a:schemeClr val="tx1"/>
                        </a:solidFill>
                        <a:latin typeface="Arial Black" panose="020B0A04020102020204" pitchFamily="34" charset="0"/>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extLst>
                  <a:ext uri="{0D108BD9-81ED-4DB2-BD59-A6C34878D82A}">
                    <a16:rowId xmlns:a16="http://schemas.microsoft.com/office/drawing/2014/main" val="316235763"/>
                  </a:ext>
                </a:extLst>
              </a:tr>
            </a:tbl>
          </a:graphicData>
        </a:graphic>
      </p:graphicFrame>
      <p:graphicFrame>
        <p:nvGraphicFramePr>
          <p:cNvPr id="30" name="表格 21">
            <a:extLst>
              <a:ext uri="{FF2B5EF4-FFF2-40B4-BE49-F238E27FC236}">
                <a16:creationId xmlns:a16="http://schemas.microsoft.com/office/drawing/2014/main" id="{849D252C-900C-44C3-9C3B-0A66CC10F5E3}"/>
              </a:ext>
            </a:extLst>
          </p:cNvPr>
          <p:cNvGraphicFramePr>
            <a:graphicFrameLocks noGrp="1"/>
          </p:cNvGraphicFramePr>
          <p:nvPr/>
        </p:nvGraphicFramePr>
        <p:xfrm>
          <a:off x="2302929" y="1827576"/>
          <a:ext cx="9067800" cy="370840"/>
        </p:xfrm>
        <a:graphic>
          <a:graphicData uri="http://schemas.openxmlformats.org/drawingml/2006/table">
            <a:tbl>
              <a:tblPr firstRow="1" bandRow="1">
                <a:tableStyleId>{5C22544A-7EE6-4342-B048-85BDC9FD1C3A}</a:tableStyleId>
              </a:tblPr>
              <a:tblGrid>
                <a:gridCol w="755650">
                  <a:extLst>
                    <a:ext uri="{9D8B030D-6E8A-4147-A177-3AD203B41FA5}">
                      <a16:colId xmlns:a16="http://schemas.microsoft.com/office/drawing/2014/main" val="877486509"/>
                    </a:ext>
                  </a:extLst>
                </a:gridCol>
                <a:gridCol w="755650">
                  <a:extLst>
                    <a:ext uri="{9D8B030D-6E8A-4147-A177-3AD203B41FA5}">
                      <a16:colId xmlns:a16="http://schemas.microsoft.com/office/drawing/2014/main" val="3548605817"/>
                    </a:ext>
                  </a:extLst>
                </a:gridCol>
                <a:gridCol w="755650">
                  <a:extLst>
                    <a:ext uri="{9D8B030D-6E8A-4147-A177-3AD203B41FA5}">
                      <a16:colId xmlns:a16="http://schemas.microsoft.com/office/drawing/2014/main" val="2881812895"/>
                    </a:ext>
                  </a:extLst>
                </a:gridCol>
                <a:gridCol w="755650">
                  <a:extLst>
                    <a:ext uri="{9D8B030D-6E8A-4147-A177-3AD203B41FA5}">
                      <a16:colId xmlns:a16="http://schemas.microsoft.com/office/drawing/2014/main" val="3682284582"/>
                    </a:ext>
                  </a:extLst>
                </a:gridCol>
                <a:gridCol w="755650">
                  <a:extLst>
                    <a:ext uri="{9D8B030D-6E8A-4147-A177-3AD203B41FA5}">
                      <a16:colId xmlns:a16="http://schemas.microsoft.com/office/drawing/2014/main" val="500127722"/>
                    </a:ext>
                  </a:extLst>
                </a:gridCol>
                <a:gridCol w="755650">
                  <a:extLst>
                    <a:ext uri="{9D8B030D-6E8A-4147-A177-3AD203B41FA5}">
                      <a16:colId xmlns:a16="http://schemas.microsoft.com/office/drawing/2014/main" val="2946259618"/>
                    </a:ext>
                  </a:extLst>
                </a:gridCol>
                <a:gridCol w="755650">
                  <a:extLst>
                    <a:ext uri="{9D8B030D-6E8A-4147-A177-3AD203B41FA5}">
                      <a16:colId xmlns:a16="http://schemas.microsoft.com/office/drawing/2014/main" val="171501986"/>
                    </a:ext>
                  </a:extLst>
                </a:gridCol>
                <a:gridCol w="755650">
                  <a:extLst>
                    <a:ext uri="{9D8B030D-6E8A-4147-A177-3AD203B41FA5}">
                      <a16:colId xmlns:a16="http://schemas.microsoft.com/office/drawing/2014/main" val="1667185265"/>
                    </a:ext>
                  </a:extLst>
                </a:gridCol>
                <a:gridCol w="755650">
                  <a:extLst>
                    <a:ext uri="{9D8B030D-6E8A-4147-A177-3AD203B41FA5}">
                      <a16:colId xmlns:a16="http://schemas.microsoft.com/office/drawing/2014/main" val="4258211808"/>
                    </a:ext>
                  </a:extLst>
                </a:gridCol>
                <a:gridCol w="755650">
                  <a:extLst>
                    <a:ext uri="{9D8B030D-6E8A-4147-A177-3AD203B41FA5}">
                      <a16:colId xmlns:a16="http://schemas.microsoft.com/office/drawing/2014/main" val="1794200575"/>
                    </a:ext>
                  </a:extLst>
                </a:gridCol>
                <a:gridCol w="755650">
                  <a:extLst>
                    <a:ext uri="{9D8B030D-6E8A-4147-A177-3AD203B41FA5}">
                      <a16:colId xmlns:a16="http://schemas.microsoft.com/office/drawing/2014/main" val="4230716487"/>
                    </a:ext>
                  </a:extLst>
                </a:gridCol>
                <a:gridCol w="755650">
                  <a:extLst>
                    <a:ext uri="{9D8B030D-6E8A-4147-A177-3AD203B41FA5}">
                      <a16:colId xmlns:a16="http://schemas.microsoft.com/office/drawing/2014/main" val="56153739"/>
                    </a:ext>
                  </a:extLst>
                </a:gridCol>
              </a:tblGrid>
              <a:tr h="370840">
                <a:tc>
                  <a:txBody>
                    <a:bodyPr/>
                    <a:lstStyle/>
                    <a:p>
                      <a:pPr algn="ctr"/>
                      <a:r>
                        <a:rPr lang="en-US" altLang="zh-CN" dirty="0">
                          <a:solidFill>
                            <a:schemeClr val="tx1"/>
                          </a:solidFill>
                          <a:latin typeface="Arial Black" panose="020B0A04020102020204" pitchFamily="34" charset="0"/>
                        </a:rPr>
                        <a:t>0</a:t>
                      </a:r>
                      <a:endParaRPr lang="zh-CN" altLang="en-US" dirty="0">
                        <a:solidFill>
                          <a:schemeClr val="tx1"/>
                        </a:solidFill>
                        <a:latin typeface="Arial Black" panose="020B0A04020102020204" pitchFamily="34" charset="0"/>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ctr"/>
                      <a:r>
                        <a:rPr lang="en-US" altLang="zh-CN" dirty="0">
                          <a:solidFill>
                            <a:schemeClr val="tx1"/>
                          </a:solidFill>
                          <a:latin typeface="Arial Black" panose="020B0A04020102020204" pitchFamily="34" charset="0"/>
                        </a:rPr>
                        <a:t>1</a:t>
                      </a:r>
                      <a:endParaRPr lang="zh-CN" altLang="en-US" dirty="0">
                        <a:solidFill>
                          <a:schemeClr val="tx1"/>
                        </a:solidFill>
                        <a:latin typeface="Arial Black" panose="020B0A04020102020204" pitchFamily="34" charset="0"/>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ctr"/>
                      <a:r>
                        <a:rPr lang="en-US" altLang="zh-CN" dirty="0">
                          <a:solidFill>
                            <a:schemeClr val="tx1"/>
                          </a:solidFill>
                          <a:latin typeface="Arial Black" panose="020B0A04020102020204" pitchFamily="34" charset="0"/>
                        </a:rPr>
                        <a:t>2</a:t>
                      </a:r>
                      <a:endParaRPr lang="zh-CN" altLang="en-US" dirty="0">
                        <a:solidFill>
                          <a:schemeClr val="tx1"/>
                        </a:solidFill>
                        <a:latin typeface="Arial Black" panose="020B0A04020102020204" pitchFamily="34" charset="0"/>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ctr"/>
                      <a:r>
                        <a:rPr lang="en-US" altLang="zh-CN" dirty="0">
                          <a:solidFill>
                            <a:schemeClr val="tx1"/>
                          </a:solidFill>
                          <a:latin typeface="Arial Black" panose="020B0A04020102020204" pitchFamily="34" charset="0"/>
                        </a:rPr>
                        <a:t>3</a:t>
                      </a:r>
                      <a:endParaRPr lang="zh-CN" altLang="en-US" dirty="0">
                        <a:solidFill>
                          <a:schemeClr val="tx1"/>
                        </a:solidFill>
                        <a:latin typeface="Arial Black" panose="020B0A04020102020204" pitchFamily="34" charset="0"/>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ctr"/>
                      <a:r>
                        <a:rPr lang="en-US" altLang="zh-CN" dirty="0">
                          <a:solidFill>
                            <a:schemeClr val="tx1"/>
                          </a:solidFill>
                          <a:latin typeface="Arial Black" panose="020B0A04020102020204" pitchFamily="34" charset="0"/>
                        </a:rPr>
                        <a:t>4</a:t>
                      </a:r>
                      <a:endParaRPr lang="zh-CN" altLang="en-US" dirty="0">
                        <a:solidFill>
                          <a:schemeClr val="tx1"/>
                        </a:solidFill>
                        <a:latin typeface="Arial Black" panose="020B0A04020102020204" pitchFamily="34" charset="0"/>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ctr"/>
                      <a:r>
                        <a:rPr lang="en-US" altLang="zh-CN" dirty="0">
                          <a:solidFill>
                            <a:schemeClr val="tx1"/>
                          </a:solidFill>
                          <a:latin typeface="Arial Black" panose="020B0A04020102020204" pitchFamily="34" charset="0"/>
                        </a:rPr>
                        <a:t>5</a:t>
                      </a:r>
                      <a:endParaRPr lang="zh-CN" altLang="en-US" dirty="0">
                        <a:solidFill>
                          <a:schemeClr val="tx1"/>
                        </a:solidFill>
                        <a:latin typeface="Arial Black" panose="020B0A04020102020204" pitchFamily="34" charset="0"/>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ctr"/>
                      <a:r>
                        <a:rPr lang="en-US" altLang="zh-CN" dirty="0">
                          <a:solidFill>
                            <a:schemeClr val="tx1"/>
                          </a:solidFill>
                          <a:latin typeface="Arial Black" panose="020B0A04020102020204" pitchFamily="34" charset="0"/>
                        </a:rPr>
                        <a:t>6</a:t>
                      </a:r>
                      <a:endParaRPr lang="zh-CN" altLang="en-US" dirty="0">
                        <a:solidFill>
                          <a:schemeClr val="tx1"/>
                        </a:solidFill>
                        <a:latin typeface="Arial Black" panose="020B0A04020102020204" pitchFamily="34" charset="0"/>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ctr"/>
                      <a:r>
                        <a:rPr lang="en-US" altLang="zh-CN" dirty="0">
                          <a:solidFill>
                            <a:schemeClr val="tx1"/>
                          </a:solidFill>
                          <a:latin typeface="Arial Black" panose="020B0A04020102020204" pitchFamily="34" charset="0"/>
                        </a:rPr>
                        <a:t>7</a:t>
                      </a:r>
                      <a:endParaRPr lang="zh-CN" altLang="en-US" dirty="0">
                        <a:solidFill>
                          <a:schemeClr val="tx1"/>
                        </a:solidFill>
                        <a:latin typeface="Arial Black" panose="020B0A04020102020204" pitchFamily="34" charset="0"/>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ctr"/>
                      <a:r>
                        <a:rPr lang="en-US" altLang="zh-CN" dirty="0">
                          <a:solidFill>
                            <a:schemeClr val="tx1"/>
                          </a:solidFill>
                          <a:latin typeface="Arial Black" panose="020B0A04020102020204" pitchFamily="34" charset="0"/>
                        </a:rPr>
                        <a:t>0</a:t>
                      </a:r>
                      <a:endParaRPr lang="zh-CN" altLang="en-US" dirty="0">
                        <a:solidFill>
                          <a:schemeClr val="tx1"/>
                        </a:solidFill>
                        <a:latin typeface="Arial Black" panose="020B0A04020102020204" pitchFamily="34" charset="0"/>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ctr"/>
                      <a:r>
                        <a:rPr lang="en-US" altLang="zh-CN" dirty="0">
                          <a:solidFill>
                            <a:schemeClr val="tx1"/>
                          </a:solidFill>
                          <a:latin typeface="Arial Black" panose="020B0A04020102020204" pitchFamily="34" charset="0"/>
                        </a:rPr>
                        <a:t>1</a:t>
                      </a:r>
                      <a:endParaRPr lang="zh-CN" altLang="en-US" dirty="0">
                        <a:solidFill>
                          <a:schemeClr val="tx1"/>
                        </a:solidFill>
                        <a:latin typeface="Arial Black" panose="020B0A04020102020204" pitchFamily="34" charset="0"/>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ctr"/>
                      <a:r>
                        <a:rPr lang="en-US" altLang="zh-CN" dirty="0">
                          <a:solidFill>
                            <a:schemeClr val="tx1"/>
                          </a:solidFill>
                          <a:latin typeface="Arial Black" panose="020B0A04020102020204" pitchFamily="34" charset="0"/>
                        </a:rPr>
                        <a:t>2</a:t>
                      </a:r>
                      <a:endParaRPr lang="zh-CN" altLang="en-US" dirty="0">
                        <a:solidFill>
                          <a:schemeClr val="tx1"/>
                        </a:solidFill>
                        <a:latin typeface="Arial Black" panose="020B0A04020102020204" pitchFamily="34" charset="0"/>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ctr"/>
                      <a:r>
                        <a:rPr lang="en-US" altLang="zh-CN" dirty="0">
                          <a:solidFill>
                            <a:schemeClr val="tx1"/>
                          </a:solidFill>
                          <a:latin typeface="Arial Black" panose="020B0A04020102020204" pitchFamily="34" charset="0"/>
                        </a:rPr>
                        <a:t>…</a:t>
                      </a:r>
                      <a:endParaRPr lang="zh-CN" altLang="en-US" dirty="0">
                        <a:solidFill>
                          <a:schemeClr val="tx1"/>
                        </a:solidFill>
                        <a:latin typeface="Arial Black" panose="020B0A04020102020204" pitchFamily="34" charset="0"/>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extLst>
                  <a:ext uri="{0D108BD9-81ED-4DB2-BD59-A6C34878D82A}">
                    <a16:rowId xmlns:a16="http://schemas.microsoft.com/office/drawing/2014/main" val="316235763"/>
                  </a:ext>
                </a:extLst>
              </a:tr>
            </a:tbl>
          </a:graphicData>
        </a:graphic>
      </p:graphicFrame>
      <mc:AlternateContent xmlns:mc="http://schemas.openxmlformats.org/markup-compatibility/2006" xmlns:a14="http://schemas.microsoft.com/office/drawing/2010/main">
        <mc:Choice Requires="a14">
          <p:sp>
            <p:nvSpPr>
              <p:cNvPr id="31" name="íşlïḍè">
                <a:extLst>
                  <a:ext uri="{FF2B5EF4-FFF2-40B4-BE49-F238E27FC236}">
                    <a16:creationId xmlns:a16="http://schemas.microsoft.com/office/drawing/2014/main" id="{534EE850-C207-4BCA-A31E-771A47DA9033}"/>
                  </a:ext>
                </a:extLst>
              </p:cNvPr>
              <p:cNvSpPr txBox="1"/>
              <p:nvPr/>
            </p:nvSpPr>
            <p:spPr>
              <a:xfrm>
                <a:off x="2993250" y="3724968"/>
                <a:ext cx="6218660" cy="311297"/>
              </a:xfrm>
              <a:prstGeom prst="rect">
                <a:avLst/>
              </a:prstGeom>
              <a:noFill/>
            </p:spPr>
            <p:txBody>
              <a:bodyPr wrap="square" lIns="91440" tIns="45720" rIns="91440" bIns="45720" anchor="ctr">
                <a:noAutofit/>
              </a:bodyPr>
              <a:lstStyle/>
              <a:p>
                <a:r>
                  <a:rPr lang="zh-CN" altLang="en-US" b="1" dirty="0">
                    <a:solidFill>
                      <a:schemeClr val="accent4"/>
                    </a:solidFill>
                  </a:rPr>
                  <a:t>接收窗口</a:t>
                </a:r>
                <a14:m>
                  <m:oMath xmlns:m="http://schemas.openxmlformats.org/officeDocument/2006/math">
                    <m:sSub>
                      <m:sSubPr>
                        <m:ctrlPr>
                          <a:rPr lang="en-US" altLang="zh-CN" b="1" i="1" smtClean="0">
                            <a:solidFill>
                              <a:schemeClr val="accent4"/>
                            </a:solidFill>
                            <a:latin typeface="Cambria Math" panose="02040503050406030204" pitchFamily="18" charset="0"/>
                          </a:rPr>
                        </m:ctrlPr>
                      </m:sSubPr>
                      <m:e>
                        <m:r>
                          <a:rPr lang="en-US" altLang="zh-CN" b="1" i="1" smtClean="0">
                            <a:solidFill>
                              <a:schemeClr val="accent4"/>
                            </a:solidFill>
                            <a:latin typeface="Cambria Math" panose="02040503050406030204" pitchFamily="18" charset="0"/>
                          </a:rPr>
                          <m:t>𝑾</m:t>
                        </m:r>
                      </m:e>
                      <m:sub>
                        <m:r>
                          <a:rPr lang="en-US" altLang="zh-CN" b="1" i="1" smtClean="0">
                            <a:solidFill>
                              <a:schemeClr val="accent4"/>
                            </a:solidFill>
                            <a:latin typeface="Cambria Math" panose="02040503050406030204" pitchFamily="18" charset="0"/>
                          </a:rPr>
                          <m:t>𝑹</m:t>
                        </m:r>
                      </m:sub>
                    </m:sSub>
                  </m:oMath>
                </a14:m>
                <a:r>
                  <a:rPr lang="zh-CN" altLang="en-US" b="1" dirty="0"/>
                  <a:t>取最大值</a:t>
                </a:r>
                <a14:m>
                  <m:oMath xmlns:m="http://schemas.openxmlformats.org/officeDocument/2006/math">
                    <m:sSup>
                      <m:sSupPr>
                        <m:ctrlPr>
                          <a:rPr lang="en-US" altLang="zh-CN" b="1" i="1" smtClean="0">
                            <a:latin typeface="Cambria Math" panose="02040503050406030204" pitchFamily="18" charset="0"/>
                          </a:rPr>
                        </m:ctrlPr>
                      </m:sSupPr>
                      <m:e>
                        <m:r>
                          <a:rPr lang="en-US" altLang="zh-CN" b="1" i="1" smtClean="0">
                            <a:latin typeface="Cambria Math" panose="02040503050406030204" pitchFamily="18" charset="0"/>
                          </a:rPr>
                          <m:t>𝟐</m:t>
                        </m:r>
                      </m:e>
                      <m:sup>
                        <m:r>
                          <a:rPr lang="en-US" altLang="zh-CN" b="1" i="1" smtClean="0">
                            <a:latin typeface="Cambria Math" panose="02040503050406030204" pitchFamily="18" charset="0"/>
                          </a:rPr>
                          <m:t>(</m:t>
                        </m:r>
                        <m:r>
                          <a:rPr lang="en-US" altLang="zh-CN" b="1" i="1" smtClean="0">
                            <a:latin typeface="Cambria Math" panose="02040503050406030204" pitchFamily="18" charset="0"/>
                          </a:rPr>
                          <m:t>𝟑</m:t>
                        </m:r>
                        <m:r>
                          <a:rPr lang="en-US" altLang="zh-CN" b="1" i="1" smtClean="0">
                            <a:latin typeface="Cambria Math" panose="02040503050406030204" pitchFamily="18" charset="0"/>
                          </a:rPr>
                          <m:t>−</m:t>
                        </m:r>
                        <m:r>
                          <a:rPr lang="en-US" altLang="zh-CN" b="1" i="1" smtClean="0">
                            <a:latin typeface="Cambria Math" panose="02040503050406030204" pitchFamily="18" charset="0"/>
                          </a:rPr>
                          <m:t>𝟏</m:t>
                        </m:r>
                        <m:r>
                          <a:rPr lang="en-US" altLang="zh-CN" b="1" i="1" smtClean="0">
                            <a:latin typeface="Cambria Math" panose="02040503050406030204" pitchFamily="18" charset="0"/>
                          </a:rPr>
                          <m:t>)</m:t>
                        </m:r>
                      </m:sup>
                    </m:sSup>
                  </m:oMath>
                </a14:m>
                <a:r>
                  <a:rPr lang="zh-CN" altLang="en-US" b="1" dirty="0"/>
                  <a:t>，即</a:t>
                </a:r>
                <a14:m>
                  <m:oMath xmlns:m="http://schemas.openxmlformats.org/officeDocument/2006/math">
                    <m:sSub>
                      <m:sSubPr>
                        <m:ctrlPr>
                          <a:rPr lang="en-US" altLang="zh-CN" b="1" i="1" smtClean="0">
                            <a:latin typeface="Cambria Math" panose="02040503050406030204" pitchFamily="18" charset="0"/>
                          </a:rPr>
                        </m:ctrlPr>
                      </m:sSubPr>
                      <m:e>
                        <m:r>
                          <a:rPr lang="en-US" altLang="zh-CN" b="1" i="1" smtClean="0">
                            <a:latin typeface="Cambria Math" panose="02040503050406030204" pitchFamily="18" charset="0"/>
                          </a:rPr>
                          <m:t>𝑾</m:t>
                        </m:r>
                      </m:e>
                      <m:sub>
                        <m:r>
                          <a:rPr lang="en-US" altLang="zh-CN" b="1" i="1" smtClean="0">
                            <a:latin typeface="Cambria Math" panose="02040503050406030204" pitchFamily="18" charset="0"/>
                          </a:rPr>
                          <m:t>𝑹</m:t>
                        </m:r>
                      </m:sub>
                    </m:sSub>
                    <m:r>
                      <a:rPr lang="en-US" altLang="zh-CN" b="1" i="1" smtClean="0">
                        <a:latin typeface="Cambria Math" panose="02040503050406030204" pitchFamily="18" charset="0"/>
                      </a:rPr>
                      <m:t>=</m:t>
                    </m:r>
                    <m:r>
                      <a:rPr lang="en-US" altLang="zh-CN" b="1" i="1" smtClean="0">
                        <a:latin typeface="Cambria Math" panose="02040503050406030204" pitchFamily="18" charset="0"/>
                      </a:rPr>
                      <m:t>𝟒</m:t>
                    </m:r>
                    <m:r>
                      <a:rPr lang="zh-CN" altLang="en-US" b="1" i="1">
                        <a:latin typeface="Cambria Math" panose="02040503050406030204" pitchFamily="18" charset="0"/>
                      </a:rPr>
                      <m:t>。</m:t>
                    </m:r>
                  </m:oMath>
                </a14:m>
                <a:endParaRPr lang="en-US" altLang="zh-CN" b="1" dirty="0"/>
              </a:p>
            </p:txBody>
          </p:sp>
        </mc:Choice>
        <mc:Fallback xmlns="">
          <p:sp>
            <p:nvSpPr>
              <p:cNvPr id="31" name="íşlïḍè">
                <a:extLst>
                  <a:ext uri="{FF2B5EF4-FFF2-40B4-BE49-F238E27FC236}">
                    <a16:creationId xmlns:a16="http://schemas.microsoft.com/office/drawing/2014/main" id="{534EE850-C207-4BCA-A31E-771A47DA9033}"/>
                  </a:ext>
                </a:extLst>
              </p:cNvPr>
              <p:cNvSpPr txBox="1">
                <a:spLocks noRot="1" noChangeAspect="1" noMove="1" noResize="1" noEditPoints="1" noAdjustHandles="1" noChangeArrowheads="1" noChangeShapeType="1" noTextEdit="1"/>
              </p:cNvSpPr>
              <p:nvPr/>
            </p:nvSpPr>
            <p:spPr>
              <a:xfrm>
                <a:off x="2993250" y="3724968"/>
                <a:ext cx="6218660" cy="311297"/>
              </a:xfrm>
              <a:prstGeom prst="rect">
                <a:avLst/>
              </a:prstGeom>
              <a:blipFill>
                <a:blip r:embed="rId10"/>
                <a:stretch>
                  <a:fillRect l="-784" t="-17647" b="-43137"/>
                </a:stretch>
              </a:blipFill>
            </p:spPr>
            <p:txBody>
              <a:bodyPr/>
              <a:lstStyle/>
              <a:p>
                <a:r>
                  <a:rPr lang="zh-CN" altLang="en-US">
                    <a:noFill/>
                  </a:rPr>
                  <a:t> </a:t>
                </a:r>
              </a:p>
            </p:txBody>
          </p:sp>
        </mc:Fallback>
      </mc:AlternateContent>
      <mc:AlternateContent xmlns:mc="http://schemas.openxmlformats.org/markup-compatibility/2006" xmlns:a14="http://schemas.microsoft.com/office/drawing/2010/main">
        <mc:Choice Requires="a14">
          <p:sp>
            <p:nvSpPr>
              <p:cNvPr id="32" name="íşlïḍè">
                <a:extLst>
                  <a:ext uri="{FF2B5EF4-FFF2-40B4-BE49-F238E27FC236}">
                    <a16:creationId xmlns:a16="http://schemas.microsoft.com/office/drawing/2014/main" id="{FBFA56FC-F0C2-4492-AE42-88A025F625E8}"/>
                  </a:ext>
                </a:extLst>
              </p:cNvPr>
              <p:cNvSpPr txBox="1"/>
              <p:nvPr/>
            </p:nvSpPr>
            <p:spPr>
              <a:xfrm>
                <a:off x="2993250" y="4183741"/>
                <a:ext cx="6218660" cy="311297"/>
              </a:xfrm>
              <a:prstGeom prst="rect">
                <a:avLst/>
              </a:prstGeom>
              <a:noFill/>
            </p:spPr>
            <p:txBody>
              <a:bodyPr wrap="square" lIns="91440" tIns="45720" rIns="91440" bIns="45720" anchor="ctr">
                <a:noAutofit/>
              </a:bodyPr>
              <a:lstStyle/>
              <a:p>
                <a:r>
                  <a:rPr lang="zh-CN" altLang="en-US" b="1" dirty="0">
                    <a:solidFill>
                      <a:schemeClr val="accent3"/>
                    </a:solidFill>
                  </a:rPr>
                  <a:t>发送窗口</a:t>
                </a:r>
                <a14:m>
                  <m:oMath xmlns:m="http://schemas.openxmlformats.org/officeDocument/2006/math">
                    <m:sSub>
                      <m:sSubPr>
                        <m:ctrlPr>
                          <a:rPr lang="en-US" altLang="zh-CN" b="1" i="1" smtClean="0">
                            <a:solidFill>
                              <a:schemeClr val="accent3"/>
                            </a:solidFill>
                            <a:latin typeface="Cambria Math" panose="02040503050406030204" pitchFamily="18" charset="0"/>
                          </a:rPr>
                        </m:ctrlPr>
                      </m:sSubPr>
                      <m:e>
                        <m:r>
                          <a:rPr lang="en-US" altLang="zh-CN" b="1" i="1" smtClean="0">
                            <a:solidFill>
                              <a:schemeClr val="accent3"/>
                            </a:solidFill>
                            <a:latin typeface="Cambria Math" panose="02040503050406030204" pitchFamily="18" charset="0"/>
                          </a:rPr>
                          <m:t>𝑾</m:t>
                        </m:r>
                      </m:e>
                      <m:sub>
                        <m:r>
                          <a:rPr lang="en-US" altLang="zh-CN" b="1" i="1" smtClean="0">
                            <a:solidFill>
                              <a:schemeClr val="accent3"/>
                            </a:solidFill>
                            <a:latin typeface="Cambria Math" panose="02040503050406030204" pitchFamily="18" charset="0"/>
                          </a:rPr>
                          <m:t>𝑻</m:t>
                        </m:r>
                      </m:sub>
                    </m:sSub>
                  </m:oMath>
                </a14:m>
                <a:r>
                  <a:rPr lang="zh-CN" altLang="en-US" b="1" dirty="0"/>
                  <a:t>能取到的最大值也为</a:t>
                </a:r>
                <a14:m>
                  <m:oMath xmlns:m="http://schemas.openxmlformats.org/officeDocument/2006/math">
                    <m:sSup>
                      <m:sSupPr>
                        <m:ctrlPr>
                          <a:rPr lang="en-US" altLang="zh-CN" b="1" i="1" smtClean="0">
                            <a:latin typeface="Cambria Math" panose="02040503050406030204" pitchFamily="18" charset="0"/>
                          </a:rPr>
                        </m:ctrlPr>
                      </m:sSupPr>
                      <m:e>
                        <m:r>
                          <a:rPr lang="en-US" altLang="zh-CN" b="1" i="1" smtClean="0">
                            <a:latin typeface="Cambria Math" panose="02040503050406030204" pitchFamily="18" charset="0"/>
                          </a:rPr>
                          <m:t>𝟐</m:t>
                        </m:r>
                      </m:e>
                      <m:sup>
                        <m:r>
                          <a:rPr lang="en-US" altLang="zh-CN" b="1" i="1" smtClean="0">
                            <a:latin typeface="Cambria Math" panose="02040503050406030204" pitchFamily="18" charset="0"/>
                          </a:rPr>
                          <m:t>(</m:t>
                        </m:r>
                        <m:r>
                          <a:rPr lang="en-US" altLang="zh-CN" b="1" i="1" smtClean="0">
                            <a:latin typeface="Cambria Math" panose="02040503050406030204" pitchFamily="18" charset="0"/>
                          </a:rPr>
                          <m:t>𝟑</m:t>
                        </m:r>
                        <m:r>
                          <a:rPr lang="en-US" altLang="zh-CN" b="1" i="1" smtClean="0">
                            <a:latin typeface="Cambria Math" panose="02040503050406030204" pitchFamily="18" charset="0"/>
                          </a:rPr>
                          <m:t>−</m:t>
                        </m:r>
                        <m:r>
                          <a:rPr lang="en-US" altLang="zh-CN" b="1" i="1" smtClean="0">
                            <a:latin typeface="Cambria Math" panose="02040503050406030204" pitchFamily="18" charset="0"/>
                          </a:rPr>
                          <m:t>𝟏</m:t>
                        </m:r>
                        <m:r>
                          <a:rPr lang="en-US" altLang="zh-CN" b="1" i="1" smtClean="0">
                            <a:latin typeface="Cambria Math" panose="02040503050406030204" pitchFamily="18" charset="0"/>
                          </a:rPr>
                          <m:t>)</m:t>
                        </m:r>
                      </m:sup>
                    </m:sSup>
                  </m:oMath>
                </a14:m>
                <a:r>
                  <a:rPr lang="zh-CN" altLang="en-US" b="1" dirty="0"/>
                  <a:t>，即</a:t>
                </a:r>
                <a14:m>
                  <m:oMath xmlns:m="http://schemas.openxmlformats.org/officeDocument/2006/math">
                    <m:sSub>
                      <m:sSubPr>
                        <m:ctrlPr>
                          <a:rPr lang="en-US" altLang="zh-CN" b="1" i="1" smtClean="0">
                            <a:latin typeface="Cambria Math" panose="02040503050406030204" pitchFamily="18" charset="0"/>
                          </a:rPr>
                        </m:ctrlPr>
                      </m:sSubPr>
                      <m:e>
                        <m:r>
                          <a:rPr lang="en-US" altLang="zh-CN" b="1" i="1" smtClean="0">
                            <a:latin typeface="Cambria Math" panose="02040503050406030204" pitchFamily="18" charset="0"/>
                          </a:rPr>
                          <m:t>𝑾</m:t>
                        </m:r>
                      </m:e>
                      <m:sub>
                        <m:r>
                          <a:rPr lang="en-US" altLang="zh-CN" b="1" i="1" smtClean="0">
                            <a:latin typeface="Cambria Math" panose="02040503050406030204" pitchFamily="18" charset="0"/>
                          </a:rPr>
                          <m:t>𝑻</m:t>
                        </m:r>
                      </m:sub>
                    </m:sSub>
                    <m:r>
                      <a:rPr lang="en-US" altLang="zh-CN" b="1" i="1" smtClean="0">
                        <a:latin typeface="Cambria Math" panose="02040503050406030204" pitchFamily="18" charset="0"/>
                      </a:rPr>
                      <m:t>=</m:t>
                    </m:r>
                    <m:r>
                      <a:rPr lang="en-US" altLang="zh-CN" b="1" i="1" smtClean="0">
                        <a:latin typeface="Cambria Math" panose="02040503050406030204" pitchFamily="18" charset="0"/>
                      </a:rPr>
                      <m:t>𝟒</m:t>
                    </m:r>
                    <m:r>
                      <a:rPr lang="zh-CN" altLang="en-US" b="1" i="1">
                        <a:latin typeface="Cambria Math" panose="02040503050406030204" pitchFamily="18" charset="0"/>
                      </a:rPr>
                      <m:t>。</m:t>
                    </m:r>
                  </m:oMath>
                </a14:m>
                <a:endParaRPr lang="en-US" altLang="zh-CN" b="1" dirty="0"/>
              </a:p>
            </p:txBody>
          </p:sp>
        </mc:Choice>
        <mc:Fallback xmlns="">
          <p:sp>
            <p:nvSpPr>
              <p:cNvPr id="32" name="íşlïḍè">
                <a:extLst>
                  <a:ext uri="{FF2B5EF4-FFF2-40B4-BE49-F238E27FC236}">
                    <a16:creationId xmlns:a16="http://schemas.microsoft.com/office/drawing/2014/main" id="{FBFA56FC-F0C2-4492-AE42-88A025F625E8}"/>
                  </a:ext>
                </a:extLst>
              </p:cNvPr>
              <p:cNvSpPr txBox="1">
                <a:spLocks noRot="1" noChangeAspect="1" noMove="1" noResize="1" noEditPoints="1" noAdjustHandles="1" noChangeArrowheads="1" noChangeShapeType="1" noTextEdit="1"/>
              </p:cNvSpPr>
              <p:nvPr/>
            </p:nvSpPr>
            <p:spPr>
              <a:xfrm>
                <a:off x="2993250" y="4183741"/>
                <a:ext cx="6218660" cy="311297"/>
              </a:xfrm>
              <a:prstGeom prst="rect">
                <a:avLst/>
              </a:prstGeom>
              <a:blipFill>
                <a:blip r:embed="rId11"/>
                <a:stretch>
                  <a:fillRect l="-784" t="-17647" b="-43137"/>
                </a:stretch>
              </a:blipFill>
            </p:spPr>
            <p:txBody>
              <a:bodyPr/>
              <a:lstStyle/>
              <a:p>
                <a:r>
                  <a:rPr lang="zh-CN" altLang="en-US">
                    <a:noFill/>
                  </a:rPr>
                  <a:t> </a:t>
                </a:r>
              </a:p>
            </p:txBody>
          </p:sp>
        </mc:Fallback>
      </mc:AlternateContent>
      <p:sp>
        <p:nvSpPr>
          <p:cNvPr id="58" name="矩形 57">
            <a:extLst>
              <a:ext uri="{FF2B5EF4-FFF2-40B4-BE49-F238E27FC236}">
                <a16:creationId xmlns:a16="http://schemas.microsoft.com/office/drawing/2014/main" id="{B824E139-38BD-4C94-89BD-7C907264EBAA}"/>
              </a:ext>
            </a:extLst>
          </p:cNvPr>
          <p:cNvSpPr/>
          <p:nvPr/>
        </p:nvSpPr>
        <p:spPr>
          <a:xfrm>
            <a:off x="2300222" y="5553748"/>
            <a:ext cx="3023739" cy="374399"/>
          </a:xfrm>
          <a:prstGeom prst="rect">
            <a:avLst/>
          </a:prstGeom>
          <a:solidFill>
            <a:schemeClr val="accent3">
              <a:alpha val="74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grpSp>
        <p:nvGrpSpPr>
          <p:cNvPr id="6" name="组合 5">
            <a:extLst>
              <a:ext uri="{FF2B5EF4-FFF2-40B4-BE49-F238E27FC236}">
                <a16:creationId xmlns:a16="http://schemas.microsoft.com/office/drawing/2014/main" id="{A7E7FB2C-FD06-48DD-A7BF-5749F7B08A38}"/>
              </a:ext>
            </a:extLst>
          </p:cNvPr>
          <p:cNvGrpSpPr/>
          <p:nvPr/>
        </p:nvGrpSpPr>
        <p:grpSpPr>
          <a:xfrm>
            <a:off x="1251044" y="2301670"/>
            <a:ext cx="708432" cy="1074683"/>
            <a:chOff x="1251044" y="4058101"/>
            <a:chExt cx="708432" cy="1074683"/>
          </a:xfrm>
        </p:grpSpPr>
        <p:sp>
          <p:nvSpPr>
            <p:cNvPr id="60" name="矩形 59">
              <a:extLst>
                <a:ext uri="{FF2B5EF4-FFF2-40B4-BE49-F238E27FC236}">
                  <a16:creationId xmlns:a16="http://schemas.microsoft.com/office/drawing/2014/main" id="{01733A93-1723-4643-A817-A883D0E4CFC7}"/>
                </a:ext>
              </a:extLst>
            </p:cNvPr>
            <p:cNvSpPr/>
            <p:nvPr/>
          </p:nvSpPr>
          <p:spPr>
            <a:xfrm>
              <a:off x="1251044" y="4862501"/>
              <a:ext cx="708432" cy="270283"/>
            </a:xfrm>
            <a:prstGeom prst="rect">
              <a:avLst/>
            </a:prstGeom>
            <a:solidFill>
              <a:schemeClr val="accent3"/>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46800" rIns="46800" rtlCol="0" anchor="ctr"/>
            <a:lstStyle/>
            <a:p>
              <a:pPr algn="ctr"/>
              <a:r>
                <a:rPr lang="en-US" altLang="zh-CN" b="1" dirty="0"/>
                <a:t>DATA3</a:t>
              </a:r>
              <a:endParaRPr lang="zh-CN" altLang="en-US" b="1" dirty="0"/>
            </a:p>
          </p:txBody>
        </p:sp>
        <p:sp>
          <p:nvSpPr>
            <p:cNvPr id="61" name="矩形 60">
              <a:extLst>
                <a:ext uri="{FF2B5EF4-FFF2-40B4-BE49-F238E27FC236}">
                  <a16:creationId xmlns:a16="http://schemas.microsoft.com/office/drawing/2014/main" id="{98809D80-09F8-4BB2-B0BB-DC2666EC7ACE}"/>
                </a:ext>
              </a:extLst>
            </p:cNvPr>
            <p:cNvSpPr/>
            <p:nvPr/>
          </p:nvSpPr>
          <p:spPr>
            <a:xfrm>
              <a:off x="1251044" y="4590628"/>
              <a:ext cx="708432" cy="270283"/>
            </a:xfrm>
            <a:prstGeom prst="rect">
              <a:avLst/>
            </a:prstGeom>
            <a:solidFill>
              <a:schemeClr val="accent3"/>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46800" rIns="46800" rtlCol="0" anchor="ctr"/>
            <a:lstStyle/>
            <a:p>
              <a:pPr algn="ctr"/>
              <a:r>
                <a:rPr lang="en-US" altLang="zh-CN" b="1" dirty="0"/>
                <a:t>DATA2</a:t>
              </a:r>
              <a:endParaRPr lang="zh-CN" altLang="en-US" b="1" dirty="0"/>
            </a:p>
          </p:txBody>
        </p:sp>
        <p:sp>
          <p:nvSpPr>
            <p:cNvPr id="62" name="矩形 61">
              <a:extLst>
                <a:ext uri="{FF2B5EF4-FFF2-40B4-BE49-F238E27FC236}">
                  <a16:creationId xmlns:a16="http://schemas.microsoft.com/office/drawing/2014/main" id="{581FA718-7099-49DA-AE83-B47A7E9635C4}"/>
                </a:ext>
              </a:extLst>
            </p:cNvPr>
            <p:cNvSpPr/>
            <p:nvPr/>
          </p:nvSpPr>
          <p:spPr>
            <a:xfrm>
              <a:off x="1251044" y="4320345"/>
              <a:ext cx="708432" cy="270283"/>
            </a:xfrm>
            <a:prstGeom prst="rect">
              <a:avLst/>
            </a:prstGeom>
            <a:solidFill>
              <a:schemeClr val="accent3"/>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46800" rIns="46800" rtlCol="0" anchor="ctr"/>
            <a:lstStyle/>
            <a:p>
              <a:pPr algn="ctr"/>
              <a:r>
                <a:rPr lang="en-US" altLang="zh-CN" b="1" dirty="0"/>
                <a:t>DATA1</a:t>
              </a:r>
              <a:endParaRPr lang="zh-CN" altLang="en-US" b="1" dirty="0"/>
            </a:p>
          </p:txBody>
        </p:sp>
        <p:sp>
          <p:nvSpPr>
            <p:cNvPr id="63" name="矩形 62">
              <a:extLst>
                <a:ext uri="{FF2B5EF4-FFF2-40B4-BE49-F238E27FC236}">
                  <a16:creationId xmlns:a16="http://schemas.microsoft.com/office/drawing/2014/main" id="{047AF278-D7CC-4341-B906-5F2CEDA5B9C3}"/>
                </a:ext>
              </a:extLst>
            </p:cNvPr>
            <p:cNvSpPr/>
            <p:nvPr/>
          </p:nvSpPr>
          <p:spPr>
            <a:xfrm>
              <a:off x="1251044" y="4058101"/>
              <a:ext cx="708432" cy="270283"/>
            </a:xfrm>
            <a:prstGeom prst="rect">
              <a:avLst/>
            </a:prstGeom>
            <a:solidFill>
              <a:schemeClr val="accent3"/>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46800" rIns="46800" rtlCol="0" anchor="ctr"/>
            <a:lstStyle/>
            <a:p>
              <a:pPr algn="ctr"/>
              <a:r>
                <a:rPr lang="en-US" altLang="zh-CN" b="1" dirty="0"/>
                <a:t>DATA0</a:t>
              </a:r>
              <a:endParaRPr lang="zh-CN" altLang="en-US" b="1" dirty="0"/>
            </a:p>
          </p:txBody>
        </p:sp>
      </p:grpSp>
      <p:sp>
        <p:nvSpPr>
          <p:cNvPr id="35" name="平行四边形 34">
            <a:extLst>
              <a:ext uri="{FF2B5EF4-FFF2-40B4-BE49-F238E27FC236}">
                <a16:creationId xmlns:a16="http://schemas.microsoft.com/office/drawing/2014/main" id="{8E72804F-02ED-2B65-C58B-BA29DC24129F}"/>
              </a:ext>
            </a:extLst>
          </p:cNvPr>
          <p:cNvSpPr/>
          <p:nvPr/>
        </p:nvSpPr>
        <p:spPr>
          <a:xfrm>
            <a:off x="304800" y="749300"/>
            <a:ext cx="675384" cy="387090"/>
          </a:xfrm>
          <a:prstGeom prst="parallelogram">
            <a:avLst/>
          </a:prstGeom>
          <a:solidFill>
            <a:schemeClr val="accent3">
              <a:lumMod val="75000"/>
            </a:schemeClr>
          </a:solidFill>
          <a:ln>
            <a:solidFill>
              <a:schemeClr val="accent3">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CN" sz="2200" dirty="0">
                <a:latin typeface="Impact" panose="020B0806030902050204" pitchFamily="34" charset="0"/>
              </a:rPr>
              <a:t>05</a:t>
            </a:r>
            <a:endParaRPr lang="zh-CN" altLang="en-US" sz="2200" dirty="0">
              <a:latin typeface="Impact" panose="020B0806030902050204" pitchFamily="34" charset="0"/>
            </a:endParaRPr>
          </a:p>
        </p:txBody>
      </p:sp>
    </p:spTree>
    <p:custDataLst>
      <p:tags r:id="rId1"/>
    </p:custDataLst>
    <p:extLst>
      <p:ext uri="{BB962C8B-B14F-4D97-AF65-F5344CB8AC3E}">
        <p14:creationId xmlns:p14="http://schemas.microsoft.com/office/powerpoint/2010/main" val="4200248529"/>
      </p:ext>
    </p:extLst>
  </p:cSld>
  <p:clrMapOvr>
    <a:masterClrMapping/>
  </p:clrMapOvr>
  <mc:AlternateContent xmlns:mc="http://schemas.openxmlformats.org/markup-compatibility/2006" xmlns:p159="http://schemas.microsoft.com/office/powerpoint/2015/09/main">
    <mc:Choice Requires="p159">
      <p:transition xmlns:p14="http://schemas.microsoft.com/office/powerpoint/2010/main" spd="slow" p14:dur="2000">
        <p159:morph option="byObject"/>
      </p:transition>
    </mc:Choice>
    <mc:Fallback xmlns="">
      <p:transition spd="slow">
        <p:fade/>
      </p:transition>
    </mc:Fallback>
  </mc:AlternateContent>
</p:sld>
</file>

<file path=ppt/slides/slide20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45" name="组合 44">
            <a:extLst>
              <a:ext uri="{FF2B5EF4-FFF2-40B4-BE49-F238E27FC236}">
                <a16:creationId xmlns:a16="http://schemas.microsoft.com/office/drawing/2014/main" id="{F5FCA282-8954-464E-9962-8DEC0A190612}"/>
              </a:ext>
            </a:extLst>
          </p:cNvPr>
          <p:cNvGrpSpPr/>
          <p:nvPr/>
        </p:nvGrpSpPr>
        <p:grpSpPr>
          <a:xfrm>
            <a:off x="2305203" y="1368773"/>
            <a:ext cx="3025589" cy="910796"/>
            <a:chOff x="2302929" y="5098286"/>
            <a:chExt cx="3025589" cy="910796"/>
          </a:xfrm>
        </p:grpSpPr>
        <p:sp>
          <p:nvSpPr>
            <p:cNvPr id="46" name="矩形 45">
              <a:extLst>
                <a:ext uri="{FF2B5EF4-FFF2-40B4-BE49-F238E27FC236}">
                  <a16:creationId xmlns:a16="http://schemas.microsoft.com/office/drawing/2014/main" id="{471AA480-7085-4D51-B0B4-D68301BF2020}"/>
                </a:ext>
              </a:extLst>
            </p:cNvPr>
            <p:cNvSpPr/>
            <p:nvPr/>
          </p:nvSpPr>
          <p:spPr>
            <a:xfrm>
              <a:off x="2302929" y="5467618"/>
              <a:ext cx="3025589" cy="541464"/>
            </a:xfrm>
            <a:prstGeom prst="rect">
              <a:avLst/>
            </a:prstGeom>
            <a:solidFill>
              <a:schemeClr val="accent4"/>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mc:AlternateContent xmlns:mc="http://schemas.openxmlformats.org/markup-compatibility/2006" xmlns:a14="http://schemas.microsoft.com/office/drawing/2010/main">
          <mc:Choice Requires="a14">
            <p:sp>
              <p:nvSpPr>
                <p:cNvPr id="47" name="文本框 46">
                  <a:extLst>
                    <a:ext uri="{FF2B5EF4-FFF2-40B4-BE49-F238E27FC236}">
                      <a16:creationId xmlns:a16="http://schemas.microsoft.com/office/drawing/2014/main" id="{4DD506B6-2862-4CF6-A3E9-F36AEFD5D21B}"/>
                    </a:ext>
                  </a:extLst>
                </p:cNvPr>
                <p:cNvSpPr txBox="1"/>
                <p:nvPr/>
              </p:nvSpPr>
              <p:spPr>
                <a:xfrm>
                  <a:off x="3277773" y="5098286"/>
                  <a:ext cx="1067217" cy="369332"/>
                </a:xfrm>
                <a:prstGeom prst="rect">
                  <a:avLst/>
                </a:prstGeom>
                <a:noFill/>
              </p:spPr>
              <p:txBody>
                <a:bodyPr wrap="square">
                  <a:spAutoFit/>
                </a:bodyPr>
                <a:lstStyle/>
                <a:p>
                  <a:pPr/>
                  <a14:m>
                    <m:oMathPara xmlns:m="http://schemas.openxmlformats.org/officeDocument/2006/math">
                      <m:oMathParaPr>
                        <m:jc m:val="centerGroup"/>
                      </m:oMathParaPr>
                      <m:oMath xmlns:m="http://schemas.openxmlformats.org/officeDocument/2006/math">
                        <m:sSub>
                          <m:sSubPr>
                            <m:ctrlPr>
                              <a:rPr lang="en-US" altLang="zh-CN" b="1" i="1" smtClean="0">
                                <a:solidFill>
                                  <a:schemeClr val="accent4"/>
                                </a:solidFill>
                                <a:latin typeface="Cambria Math" panose="02040503050406030204" pitchFamily="18" charset="0"/>
                              </a:rPr>
                            </m:ctrlPr>
                          </m:sSubPr>
                          <m:e>
                            <m:r>
                              <a:rPr lang="en-US" altLang="zh-CN" b="1" i="1" smtClean="0">
                                <a:solidFill>
                                  <a:schemeClr val="accent4"/>
                                </a:solidFill>
                                <a:latin typeface="Cambria Math" panose="02040503050406030204" pitchFamily="18" charset="0"/>
                              </a:rPr>
                              <m:t>𝑾</m:t>
                            </m:r>
                          </m:e>
                          <m:sub>
                            <m:r>
                              <a:rPr lang="en-US" altLang="zh-CN" b="1" i="1" smtClean="0">
                                <a:solidFill>
                                  <a:schemeClr val="accent4"/>
                                </a:solidFill>
                                <a:latin typeface="Cambria Math" panose="02040503050406030204" pitchFamily="18" charset="0"/>
                              </a:rPr>
                              <m:t>𝑹</m:t>
                            </m:r>
                          </m:sub>
                        </m:sSub>
                        <m:r>
                          <a:rPr lang="en-US" altLang="zh-CN" b="1" i="1" smtClean="0">
                            <a:solidFill>
                              <a:schemeClr val="accent4"/>
                            </a:solidFill>
                            <a:latin typeface="Cambria Math" panose="02040503050406030204" pitchFamily="18" charset="0"/>
                          </a:rPr>
                          <m:t>=</m:t>
                        </m:r>
                        <m:r>
                          <a:rPr lang="en-US" altLang="zh-CN" b="1" i="1" smtClean="0">
                            <a:solidFill>
                              <a:schemeClr val="accent4"/>
                            </a:solidFill>
                            <a:latin typeface="Cambria Math" panose="02040503050406030204" pitchFamily="18" charset="0"/>
                          </a:rPr>
                          <m:t>𝟒</m:t>
                        </m:r>
                      </m:oMath>
                    </m:oMathPara>
                  </a14:m>
                  <a:endParaRPr lang="zh-CN" altLang="en-US" dirty="0">
                    <a:solidFill>
                      <a:schemeClr val="accent4"/>
                    </a:solidFill>
                  </a:endParaRPr>
                </a:p>
              </p:txBody>
            </p:sp>
          </mc:Choice>
          <mc:Fallback xmlns="">
            <p:sp>
              <p:nvSpPr>
                <p:cNvPr id="47" name="文本框 46">
                  <a:extLst>
                    <a:ext uri="{FF2B5EF4-FFF2-40B4-BE49-F238E27FC236}">
                      <a16:creationId xmlns:a16="http://schemas.microsoft.com/office/drawing/2014/main" id="{4DD506B6-2862-4CF6-A3E9-F36AEFD5D21B}"/>
                    </a:ext>
                  </a:extLst>
                </p:cNvPr>
                <p:cNvSpPr txBox="1">
                  <a:spLocks noRot="1" noChangeAspect="1" noMove="1" noResize="1" noEditPoints="1" noAdjustHandles="1" noChangeArrowheads="1" noChangeShapeType="1" noTextEdit="1"/>
                </p:cNvSpPr>
                <p:nvPr/>
              </p:nvSpPr>
              <p:spPr>
                <a:xfrm>
                  <a:off x="3277773" y="5098286"/>
                  <a:ext cx="1067217" cy="369332"/>
                </a:xfrm>
                <a:prstGeom prst="rect">
                  <a:avLst/>
                </a:prstGeom>
                <a:blipFill>
                  <a:blip r:embed="rId3"/>
                  <a:stretch>
                    <a:fillRect b="-3333"/>
                  </a:stretch>
                </a:blipFill>
              </p:spPr>
              <p:txBody>
                <a:bodyPr/>
                <a:lstStyle/>
                <a:p>
                  <a:r>
                    <a:rPr lang="zh-CN" altLang="en-US">
                      <a:noFill/>
                    </a:rPr>
                    <a:t> </a:t>
                  </a:r>
                </a:p>
              </p:txBody>
            </p:sp>
          </mc:Fallback>
        </mc:AlternateContent>
      </p:grpSp>
      <p:grpSp>
        <p:nvGrpSpPr>
          <p:cNvPr id="5" name="组合 4">
            <a:extLst>
              <a:ext uri="{FF2B5EF4-FFF2-40B4-BE49-F238E27FC236}">
                <a16:creationId xmlns:a16="http://schemas.microsoft.com/office/drawing/2014/main" id="{20EFBF47-A85C-4FD1-BB81-590596419A3D}"/>
              </a:ext>
            </a:extLst>
          </p:cNvPr>
          <p:cNvGrpSpPr/>
          <p:nvPr/>
        </p:nvGrpSpPr>
        <p:grpSpPr>
          <a:xfrm>
            <a:off x="2302929" y="5098286"/>
            <a:ext cx="3025589" cy="910796"/>
            <a:chOff x="2302929" y="5098286"/>
            <a:chExt cx="3025589" cy="910796"/>
          </a:xfrm>
        </p:grpSpPr>
        <p:sp>
          <p:nvSpPr>
            <p:cNvPr id="33" name="矩形 32">
              <a:extLst>
                <a:ext uri="{FF2B5EF4-FFF2-40B4-BE49-F238E27FC236}">
                  <a16:creationId xmlns:a16="http://schemas.microsoft.com/office/drawing/2014/main" id="{3EA6F5A2-1C83-4BE5-9CCD-7CBA9C984323}"/>
                </a:ext>
              </a:extLst>
            </p:cNvPr>
            <p:cNvSpPr/>
            <p:nvPr/>
          </p:nvSpPr>
          <p:spPr>
            <a:xfrm>
              <a:off x="2302929" y="5467618"/>
              <a:ext cx="3025589" cy="541464"/>
            </a:xfrm>
            <a:prstGeom prst="rect">
              <a:avLst/>
            </a:prstGeom>
            <a:solidFill>
              <a:schemeClr val="accent3"/>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mc:AlternateContent xmlns:mc="http://schemas.openxmlformats.org/markup-compatibility/2006" xmlns:a14="http://schemas.microsoft.com/office/drawing/2010/main">
          <mc:Choice Requires="a14">
            <p:sp>
              <p:nvSpPr>
                <p:cNvPr id="34" name="文本框 33">
                  <a:extLst>
                    <a:ext uri="{FF2B5EF4-FFF2-40B4-BE49-F238E27FC236}">
                      <a16:creationId xmlns:a16="http://schemas.microsoft.com/office/drawing/2014/main" id="{8C755A65-DDAE-400F-BD8A-B2EB9981B67D}"/>
                    </a:ext>
                  </a:extLst>
                </p:cNvPr>
                <p:cNvSpPr txBox="1"/>
                <p:nvPr/>
              </p:nvSpPr>
              <p:spPr>
                <a:xfrm>
                  <a:off x="3277773" y="5098286"/>
                  <a:ext cx="1067217" cy="369332"/>
                </a:xfrm>
                <a:prstGeom prst="rect">
                  <a:avLst/>
                </a:prstGeom>
                <a:noFill/>
              </p:spPr>
              <p:txBody>
                <a:bodyPr wrap="square">
                  <a:spAutoFit/>
                </a:bodyPr>
                <a:lstStyle/>
                <a:p>
                  <a:pPr/>
                  <a14:m>
                    <m:oMathPara xmlns:m="http://schemas.openxmlformats.org/officeDocument/2006/math">
                      <m:oMathParaPr>
                        <m:jc m:val="centerGroup"/>
                      </m:oMathParaPr>
                      <m:oMath xmlns:m="http://schemas.openxmlformats.org/officeDocument/2006/math">
                        <m:sSub>
                          <m:sSubPr>
                            <m:ctrlPr>
                              <a:rPr lang="en-US" altLang="zh-CN" b="1" i="1" smtClean="0">
                                <a:solidFill>
                                  <a:schemeClr val="accent3"/>
                                </a:solidFill>
                                <a:latin typeface="Cambria Math" panose="02040503050406030204" pitchFamily="18" charset="0"/>
                              </a:rPr>
                            </m:ctrlPr>
                          </m:sSubPr>
                          <m:e>
                            <m:r>
                              <a:rPr lang="en-US" altLang="zh-CN" b="1" i="1" smtClean="0">
                                <a:solidFill>
                                  <a:schemeClr val="accent3"/>
                                </a:solidFill>
                                <a:latin typeface="Cambria Math" panose="02040503050406030204" pitchFamily="18" charset="0"/>
                              </a:rPr>
                              <m:t>𝑾</m:t>
                            </m:r>
                          </m:e>
                          <m:sub>
                            <m:r>
                              <a:rPr lang="en-US" altLang="zh-CN" b="1" i="1" smtClean="0">
                                <a:solidFill>
                                  <a:schemeClr val="accent3"/>
                                </a:solidFill>
                                <a:latin typeface="Cambria Math" panose="02040503050406030204" pitchFamily="18" charset="0"/>
                              </a:rPr>
                              <m:t>𝑻</m:t>
                            </m:r>
                          </m:sub>
                        </m:sSub>
                        <m:r>
                          <a:rPr lang="en-US" altLang="zh-CN" b="1" i="1" smtClean="0">
                            <a:solidFill>
                              <a:schemeClr val="accent3"/>
                            </a:solidFill>
                            <a:latin typeface="Cambria Math" panose="02040503050406030204" pitchFamily="18" charset="0"/>
                          </a:rPr>
                          <m:t>=</m:t>
                        </m:r>
                        <m:r>
                          <a:rPr lang="en-US" altLang="zh-CN" b="1" i="1" smtClean="0">
                            <a:solidFill>
                              <a:schemeClr val="accent3"/>
                            </a:solidFill>
                            <a:latin typeface="Cambria Math" panose="02040503050406030204" pitchFamily="18" charset="0"/>
                          </a:rPr>
                          <m:t>𝟒</m:t>
                        </m:r>
                      </m:oMath>
                    </m:oMathPara>
                  </a14:m>
                  <a:endParaRPr lang="zh-CN" altLang="en-US" dirty="0">
                    <a:solidFill>
                      <a:schemeClr val="accent3"/>
                    </a:solidFill>
                  </a:endParaRPr>
                </a:p>
              </p:txBody>
            </p:sp>
          </mc:Choice>
          <mc:Fallback xmlns="">
            <p:sp>
              <p:nvSpPr>
                <p:cNvPr id="34" name="文本框 33">
                  <a:extLst>
                    <a:ext uri="{FF2B5EF4-FFF2-40B4-BE49-F238E27FC236}">
                      <a16:creationId xmlns:a16="http://schemas.microsoft.com/office/drawing/2014/main" id="{8C755A65-DDAE-400F-BD8A-B2EB9981B67D}"/>
                    </a:ext>
                  </a:extLst>
                </p:cNvPr>
                <p:cNvSpPr txBox="1">
                  <a:spLocks noRot="1" noChangeAspect="1" noMove="1" noResize="1" noEditPoints="1" noAdjustHandles="1" noChangeArrowheads="1" noChangeShapeType="1" noTextEdit="1"/>
                </p:cNvSpPr>
                <p:nvPr/>
              </p:nvSpPr>
              <p:spPr>
                <a:xfrm>
                  <a:off x="3277773" y="5098286"/>
                  <a:ext cx="1067217" cy="369332"/>
                </a:xfrm>
                <a:prstGeom prst="rect">
                  <a:avLst/>
                </a:prstGeom>
                <a:blipFill>
                  <a:blip r:embed="rId4"/>
                  <a:stretch>
                    <a:fillRect b="-3279"/>
                  </a:stretch>
                </a:blipFill>
              </p:spPr>
              <p:txBody>
                <a:bodyPr/>
                <a:lstStyle/>
                <a:p>
                  <a:r>
                    <a:rPr lang="zh-CN" altLang="en-US">
                      <a:noFill/>
                    </a:rPr>
                    <a:t> </a:t>
                  </a:r>
                </a:p>
              </p:txBody>
            </p:sp>
          </mc:Fallback>
        </mc:AlternateContent>
      </p:grpSp>
      <p:grpSp>
        <p:nvGrpSpPr>
          <p:cNvPr id="4" name="组合 3">
            <a:extLst>
              <a:ext uri="{FF2B5EF4-FFF2-40B4-BE49-F238E27FC236}">
                <a16:creationId xmlns:a16="http://schemas.microsoft.com/office/drawing/2014/main" id="{9A1EA9F2-FCB6-48C3-935F-7AE7E3AD14AC}"/>
              </a:ext>
            </a:extLst>
          </p:cNvPr>
          <p:cNvGrpSpPr/>
          <p:nvPr/>
        </p:nvGrpSpPr>
        <p:grpSpPr>
          <a:xfrm>
            <a:off x="304800" y="749300"/>
            <a:ext cx="6192344" cy="400110"/>
            <a:chOff x="424117" y="898245"/>
            <a:chExt cx="6192344" cy="400110"/>
          </a:xfrm>
        </p:grpSpPr>
        <p:sp>
          <p:nvSpPr>
            <p:cNvPr id="2" name="平行四边形 1">
              <a:extLst>
                <a:ext uri="{FF2B5EF4-FFF2-40B4-BE49-F238E27FC236}">
                  <a16:creationId xmlns:a16="http://schemas.microsoft.com/office/drawing/2014/main" id="{1F5BAA3F-9845-4F89-A2DD-8222D3E4EDAC}"/>
                </a:ext>
              </a:extLst>
            </p:cNvPr>
            <p:cNvSpPr/>
            <p:nvPr/>
          </p:nvSpPr>
          <p:spPr>
            <a:xfrm>
              <a:off x="424117" y="898245"/>
              <a:ext cx="628306" cy="387090"/>
            </a:xfrm>
            <a:prstGeom prst="parallelogram">
              <a:avLst/>
            </a:prstGeom>
            <a:solidFill>
              <a:schemeClr val="accent3">
                <a:lumMod val="75000"/>
              </a:schemeClr>
            </a:solidFill>
            <a:ln>
              <a:solidFill>
                <a:schemeClr val="accent3">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CN" sz="2200" dirty="0">
                  <a:latin typeface="Impact" panose="020B0806030902050204" pitchFamily="34" charset="0"/>
                </a:rPr>
                <a:t>01</a:t>
              </a:r>
              <a:endParaRPr lang="zh-CN" altLang="en-US" sz="2200" dirty="0">
                <a:latin typeface="Impact" panose="020B0806030902050204" pitchFamily="34" charset="0"/>
              </a:endParaRPr>
            </a:p>
          </p:txBody>
        </p:sp>
        <p:sp>
          <p:nvSpPr>
            <p:cNvPr id="3" name="文本框 2">
              <a:extLst>
                <a:ext uri="{FF2B5EF4-FFF2-40B4-BE49-F238E27FC236}">
                  <a16:creationId xmlns:a16="http://schemas.microsoft.com/office/drawing/2014/main" id="{4D6BD736-A4D3-4F26-AFED-36E11F50F70B}"/>
                </a:ext>
              </a:extLst>
            </p:cNvPr>
            <p:cNvSpPr txBox="1"/>
            <p:nvPr/>
          </p:nvSpPr>
          <p:spPr>
            <a:xfrm>
              <a:off x="1052423" y="898245"/>
              <a:ext cx="5564038" cy="400110"/>
            </a:xfrm>
            <a:prstGeom prst="rect">
              <a:avLst/>
            </a:prstGeom>
            <a:noFill/>
          </p:spPr>
          <p:txBody>
            <a:bodyPr wrap="square" rtlCol="0">
              <a:spAutoFit/>
            </a:bodyPr>
            <a:lstStyle/>
            <a:p>
              <a:r>
                <a:rPr lang="zh-CN" altLang="en-US" sz="2000" b="1" dirty="0"/>
                <a:t>选择重传协议</a:t>
              </a:r>
            </a:p>
          </p:txBody>
        </p:sp>
      </p:grpSp>
      <p:grpSp>
        <p:nvGrpSpPr>
          <p:cNvPr id="18" name="组合 17">
            <a:extLst>
              <a:ext uri="{FF2B5EF4-FFF2-40B4-BE49-F238E27FC236}">
                <a16:creationId xmlns:a16="http://schemas.microsoft.com/office/drawing/2014/main" id="{AF599708-FA4B-4F1A-915B-51ADB6AF8A5B}"/>
              </a:ext>
            </a:extLst>
          </p:cNvPr>
          <p:cNvGrpSpPr/>
          <p:nvPr/>
        </p:nvGrpSpPr>
        <p:grpSpPr>
          <a:xfrm>
            <a:off x="475097" y="1263518"/>
            <a:ext cx="1355161" cy="5114896"/>
            <a:chOff x="475097" y="1263518"/>
            <a:chExt cx="1355161" cy="5114896"/>
          </a:xfrm>
        </p:grpSpPr>
        <p:cxnSp>
          <p:nvCxnSpPr>
            <p:cNvPr id="19" name="直接连接符 18">
              <a:extLst>
                <a:ext uri="{FF2B5EF4-FFF2-40B4-BE49-F238E27FC236}">
                  <a16:creationId xmlns:a16="http://schemas.microsoft.com/office/drawing/2014/main" id="{8C267D38-D538-4153-B853-5B2DDE097738}"/>
                </a:ext>
              </a:extLst>
            </p:cNvPr>
            <p:cNvCxnSpPr>
              <a:cxnSpLocks/>
            </p:cNvCxnSpPr>
            <p:nvPr/>
          </p:nvCxnSpPr>
          <p:spPr>
            <a:xfrm flipV="1">
              <a:off x="1208367" y="2012996"/>
              <a:ext cx="0" cy="3813858"/>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nvGrpSpPr>
            <p:cNvPr id="20" name="组合 19">
              <a:extLst>
                <a:ext uri="{FF2B5EF4-FFF2-40B4-BE49-F238E27FC236}">
                  <a16:creationId xmlns:a16="http://schemas.microsoft.com/office/drawing/2014/main" id="{1A3F15DA-8F30-45DE-8760-8CB5AC7691B0}"/>
                </a:ext>
              </a:extLst>
            </p:cNvPr>
            <p:cNvGrpSpPr/>
            <p:nvPr/>
          </p:nvGrpSpPr>
          <p:grpSpPr>
            <a:xfrm>
              <a:off x="700096" y="5368000"/>
              <a:ext cx="905164" cy="1010414"/>
              <a:chOff x="700096" y="5368000"/>
              <a:chExt cx="905164" cy="1010414"/>
            </a:xfrm>
          </p:grpSpPr>
          <p:pic>
            <p:nvPicPr>
              <p:cNvPr id="25" name="图形 24">
                <a:extLst>
                  <a:ext uri="{FF2B5EF4-FFF2-40B4-BE49-F238E27FC236}">
                    <a16:creationId xmlns:a16="http://schemas.microsoft.com/office/drawing/2014/main" id="{5079B8D0-730B-4F27-A9EC-8AC79CEECAE0}"/>
                  </a:ext>
                </a:extLst>
              </p:cNvPr>
              <p:cNvPicPr>
                <a:picLocks noChangeAspect="1"/>
              </p:cNvPicPr>
              <p:nvPr/>
            </p:nvPicPr>
            <p:blipFill>
              <a:blip r:embed="rId5">
                <a:extLst>
                  <a:ext uri="{28A0092B-C50C-407E-A947-70E740481C1C}">
                    <a14:useLocalDpi xmlns:a14="http://schemas.microsoft.com/office/drawing/2010/main" val="0"/>
                  </a:ext>
                  <a:ext uri="{96DAC541-7B7A-43D3-8B79-37D633B846F1}">
                    <asvg:svgBlip xmlns:asvg="http://schemas.microsoft.com/office/drawing/2016/SVG/main" r:embed="rId6"/>
                  </a:ext>
                </a:extLst>
              </a:blip>
              <a:stretch>
                <a:fillRect/>
              </a:stretch>
            </p:blipFill>
            <p:spPr>
              <a:xfrm>
                <a:off x="821271" y="5368000"/>
                <a:ext cx="662814" cy="641082"/>
              </a:xfrm>
              <a:prstGeom prst="rect">
                <a:avLst/>
              </a:prstGeom>
            </p:spPr>
          </p:pic>
          <p:sp>
            <p:nvSpPr>
              <p:cNvPr id="26" name="文本框 25">
                <a:extLst>
                  <a:ext uri="{FF2B5EF4-FFF2-40B4-BE49-F238E27FC236}">
                    <a16:creationId xmlns:a16="http://schemas.microsoft.com/office/drawing/2014/main" id="{68E9BE24-5234-4436-839C-0CC65C932068}"/>
                  </a:ext>
                </a:extLst>
              </p:cNvPr>
              <p:cNvSpPr txBox="1"/>
              <p:nvPr/>
            </p:nvSpPr>
            <p:spPr>
              <a:xfrm>
                <a:off x="700096" y="6009082"/>
                <a:ext cx="905164" cy="369332"/>
              </a:xfrm>
              <a:prstGeom prst="rect">
                <a:avLst/>
              </a:prstGeom>
              <a:noFill/>
            </p:spPr>
            <p:txBody>
              <a:bodyPr wrap="square" rtlCol="0">
                <a:spAutoFit/>
              </a:bodyPr>
              <a:lstStyle/>
              <a:p>
                <a:r>
                  <a:rPr lang="zh-CN" altLang="en-US" b="1" dirty="0">
                    <a:latin typeface="+mn-ea"/>
                  </a:rPr>
                  <a:t>发送方</a:t>
                </a:r>
              </a:p>
            </p:txBody>
          </p:sp>
        </p:grpSp>
        <p:grpSp>
          <p:nvGrpSpPr>
            <p:cNvPr id="21" name="组合 20">
              <a:extLst>
                <a:ext uri="{FF2B5EF4-FFF2-40B4-BE49-F238E27FC236}">
                  <a16:creationId xmlns:a16="http://schemas.microsoft.com/office/drawing/2014/main" id="{50E1DF35-9236-4BB6-BAC4-1AE805165946}"/>
                </a:ext>
              </a:extLst>
            </p:cNvPr>
            <p:cNvGrpSpPr/>
            <p:nvPr/>
          </p:nvGrpSpPr>
          <p:grpSpPr>
            <a:xfrm>
              <a:off x="878301" y="1263518"/>
              <a:ext cx="905164" cy="1027908"/>
              <a:chOff x="878301" y="1390382"/>
              <a:chExt cx="905164" cy="1027908"/>
            </a:xfrm>
          </p:grpSpPr>
          <p:pic>
            <p:nvPicPr>
              <p:cNvPr id="23" name="图形 22">
                <a:extLst>
                  <a:ext uri="{FF2B5EF4-FFF2-40B4-BE49-F238E27FC236}">
                    <a16:creationId xmlns:a16="http://schemas.microsoft.com/office/drawing/2014/main" id="{E155E3ED-8C2A-42C4-BFBF-393051944136}"/>
                  </a:ext>
                </a:extLst>
              </p:cNvPr>
              <p:cNvPicPr>
                <a:picLocks noChangeAspect="1"/>
              </p:cNvPicPr>
              <p:nvPr/>
            </p:nvPicPr>
            <p:blipFill>
              <a:blip r:embed="rId7">
                <a:extLst>
                  <a:ext uri="{28A0092B-C50C-407E-A947-70E740481C1C}">
                    <a14:useLocalDpi xmlns:a14="http://schemas.microsoft.com/office/drawing/2010/main" val="0"/>
                  </a:ext>
                  <a:ext uri="{96DAC541-7B7A-43D3-8B79-37D633B846F1}">
                    <asvg:svgBlip xmlns:asvg="http://schemas.microsoft.com/office/drawing/2016/SVG/main" r:embed="rId8"/>
                  </a:ext>
                </a:extLst>
              </a:blip>
              <a:stretch>
                <a:fillRect/>
              </a:stretch>
            </p:blipFill>
            <p:spPr>
              <a:xfrm>
                <a:off x="984826" y="1759714"/>
                <a:ext cx="501772" cy="658576"/>
              </a:xfrm>
              <a:prstGeom prst="rect">
                <a:avLst/>
              </a:prstGeom>
            </p:spPr>
          </p:pic>
          <p:sp>
            <p:nvSpPr>
              <p:cNvPr id="24" name="文本框 23">
                <a:extLst>
                  <a:ext uri="{FF2B5EF4-FFF2-40B4-BE49-F238E27FC236}">
                    <a16:creationId xmlns:a16="http://schemas.microsoft.com/office/drawing/2014/main" id="{818AC20B-3072-437F-B302-67397F49105B}"/>
                  </a:ext>
                </a:extLst>
              </p:cNvPr>
              <p:cNvSpPr txBox="1"/>
              <p:nvPr/>
            </p:nvSpPr>
            <p:spPr>
              <a:xfrm>
                <a:off x="878301" y="1390382"/>
                <a:ext cx="905164" cy="369332"/>
              </a:xfrm>
              <a:prstGeom prst="rect">
                <a:avLst/>
              </a:prstGeom>
              <a:noFill/>
            </p:spPr>
            <p:txBody>
              <a:bodyPr wrap="square" rtlCol="0">
                <a:spAutoFit/>
              </a:bodyPr>
              <a:lstStyle/>
              <a:p>
                <a:r>
                  <a:rPr lang="zh-CN" altLang="en-US" b="1" dirty="0">
                    <a:latin typeface="+mn-ea"/>
                  </a:rPr>
                  <a:t>接收方</a:t>
                </a:r>
              </a:p>
            </p:txBody>
          </p:sp>
        </p:grpSp>
        <p:sp>
          <p:nvSpPr>
            <p:cNvPr id="22" name="云形 21">
              <a:extLst>
                <a:ext uri="{FF2B5EF4-FFF2-40B4-BE49-F238E27FC236}">
                  <a16:creationId xmlns:a16="http://schemas.microsoft.com/office/drawing/2014/main" id="{97C64CE5-C9EB-4960-87FB-62108C97374D}"/>
                </a:ext>
              </a:extLst>
            </p:cNvPr>
            <p:cNvSpPr/>
            <p:nvPr/>
          </p:nvSpPr>
          <p:spPr>
            <a:xfrm>
              <a:off x="475097" y="3429014"/>
              <a:ext cx="1355161" cy="801398"/>
            </a:xfrm>
            <a:prstGeom prst="cloud">
              <a:avLst/>
            </a:prstGeom>
            <a:solidFill>
              <a:schemeClr val="bg1">
                <a:lumMod val="85000"/>
              </a:schemeClr>
            </a:solidFill>
            <a:ln>
              <a:solidFill>
                <a:schemeClr val="bg1">
                  <a:lumMod val="85000"/>
                </a:schemeClr>
              </a:solidFill>
            </a:ln>
          </p:spPr>
          <p:style>
            <a:lnRef idx="2">
              <a:schemeClr val="accent3">
                <a:shade val="50000"/>
              </a:schemeClr>
            </a:lnRef>
            <a:fillRef idx="1">
              <a:schemeClr val="accent3"/>
            </a:fillRef>
            <a:effectRef idx="0">
              <a:schemeClr val="accent3"/>
            </a:effectRef>
            <a:fontRef idx="minor">
              <a:schemeClr val="lt1"/>
            </a:fontRef>
          </p:style>
          <p:txBody>
            <a:bodyPr rtlCol="0" anchor="ctr"/>
            <a:lstStyle/>
            <a:p>
              <a:pPr algn="ctr"/>
              <a:r>
                <a:rPr lang="zh-CN" altLang="en-US" b="1" dirty="0">
                  <a:solidFill>
                    <a:schemeClr val="tx1"/>
                  </a:solidFill>
                  <a:latin typeface="+mn-ea"/>
                </a:rPr>
                <a:t>因特网</a:t>
              </a:r>
            </a:p>
          </p:txBody>
        </p:sp>
      </p:grpSp>
      <mc:AlternateContent xmlns:mc="http://schemas.openxmlformats.org/markup-compatibility/2006" xmlns:a14="http://schemas.microsoft.com/office/drawing/2010/main">
        <mc:Choice Requires="a14">
          <p:sp>
            <p:nvSpPr>
              <p:cNvPr id="28" name="íşlïḍè">
                <a:extLst>
                  <a:ext uri="{FF2B5EF4-FFF2-40B4-BE49-F238E27FC236}">
                    <a16:creationId xmlns:a16="http://schemas.microsoft.com/office/drawing/2014/main" id="{8898676C-F981-4D74-B324-A859D1387610}"/>
                  </a:ext>
                </a:extLst>
              </p:cNvPr>
              <p:cNvSpPr txBox="1"/>
              <p:nvPr/>
            </p:nvSpPr>
            <p:spPr>
              <a:xfrm>
                <a:off x="2993250" y="3266194"/>
                <a:ext cx="6657288" cy="311297"/>
              </a:xfrm>
              <a:prstGeom prst="rect">
                <a:avLst/>
              </a:prstGeom>
              <a:noFill/>
            </p:spPr>
            <p:txBody>
              <a:bodyPr wrap="square" lIns="91440" tIns="45720" rIns="91440" bIns="45720" anchor="ctr">
                <a:noAutofit/>
              </a:bodyPr>
              <a:lstStyle/>
              <a:p>
                <a:r>
                  <a:rPr lang="zh-CN" altLang="en-US" b="1" dirty="0"/>
                  <a:t>本例假设采用</a:t>
                </a:r>
                <a14:m>
                  <m:oMath xmlns:m="http://schemas.openxmlformats.org/officeDocument/2006/math">
                    <m:r>
                      <a:rPr lang="en-US" altLang="zh-CN" b="1" i="1" dirty="0" smtClean="0">
                        <a:latin typeface="Cambria Math" panose="02040503050406030204" pitchFamily="18" charset="0"/>
                      </a:rPr>
                      <m:t>𝟑</m:t>
                    </m:r>
                  </m:oMath>
                </a14:m>
                <a:r>
                  <a:rPr lang="zh-CN" altLang="en-US" b="1" dirty="0"/>
                  <a:t>个比特给分组编序号，则序号范围是</a:t>
                </a:r>
                <a14:m>
                  <m:oMath xmlns:m="http://schemas.openxmlformats.org/officeDocument/2006/math">
                    <m:r>
                      <a:rPr lang="en-US" altLang="zh-CN" b="1" i="0" smtClean="0">
                        <a:latin typeface="Cambria Math" panose="02040503050406030204" pitchFamily="18" charset="0"/>
                        <a:ea typeface="Cambria Math" panose="02040503050406030204" pitchFamily="18" charset="0"/>
                      </a:rPr>
                      <m:t>𝟎</m:t>
                    </m:r>
                    <m:r>
                      <a:rPr lang="en-US" altLang="zh-CN" b="1" i="1" smtClean="0">
                        <a:latin typeface="Cambria Math" panose="02040503050406030204" pitchFamily="18" charset="0"/>
                        <a:ea typeface="Cambria Math" panose="02040503050406030204" pitchFamily="18" charset="0"/>
                      </a:rPr>
                      <m:t>~</m:t>
                    </m:r>
                    <m:sSup>
                      <m:sSupPr>
                        <m:ctrlPr>
                          <a:rPr lang="en-US" altLang="zh-CN" b="1" i="1" smtClean="0">
                            <a:latin typeface="Cambria Math" panose="02040503050406030204" pitchFamily="18" charset="0"/>
                            <a:ea typeface="Cambria Math" panose="02040503050406030204" pitchFamily="18" charset="0"/>
                          </a:rPr>
                        </m:ctrlPr>
                      </m:sSupPr>
                      <m:e>
                        <m:r>
                          <a:rPr lang="en-US" altLang="zh-CN" b="1" i="1" smtClean="0">
                            <a:latin typeface="Cambria Math" panose="02040503050406030204" pitchFamily="18" charset="0"/>
                            <a:ea typeface="Cambria Math" panose="02040503050406030204" pitchFamily="18" charset="0"/>
                          </a:rPr>
                          <m:t>(</m:t>
                        </m:r>
                        <m:r>
                          <a:rPr lang="en-US" altLang="zh-CN" b="1" i="1" smtClean="0">
                            <a:latin typeface="Cambria Math" panose="02040503050406030204" pitchFamily="18" charset="0"/>
                            <a:ea typeface="Cambria Math" panose="02040503050406030204" pitchFamily="18" charset="0"/>
                          </a:rPr>
                          <m:t>𝟐</m:t>
                        </m:r>
                      </m:e>
                      <m:sup>
                        <m:r>
                          <a:rPr lang="en-US" altLang="zh-CN" b="1" i="1" smtClean="0">
                            <a:latin typeface="Cambria Math" panose="02040503050406030204" pitchFamily="18" charset="0"/>
                            <a:ea typeface="Cambria Math" panose="02040503050406030204" pitchFamily="18" charset="0"/>
                          </a:rPr>
                          <m:t>𝟑</m:t>
                        </m:r>
                      </m:sup>
                    </m:sSup>
                    <m:r>
                      <a:rPr lang="en-US" altLang="zh-CN" b="1" i="1" smtClean="0">
                        <a:latin typeface="Cambria Math" panose="02040503050406030204" pitchFamily="18" charset="0"/>
                        <a:ea typeface="Cambria Math" panose="02040503050406030204" pitchFamily="18" charset="0"/>
                      </a:rPr>
                      <m:t>−</m:t>
                    </m:r>
                    <m:r>
                      <a:rPr lang="en-US" altLang="zh-CN" b="1" i="1" smtClean="0">
                        <a:latin typeface="Cambria Math" panose="02040503050406030204" pitchFamily="18" charset="0"/>
                        <a:ea typeface="Cambria Math" panose="02040503050406030204" pitchFamily="18" charset="0"/>
                      </a:rPr>
                      <m:t>𝟏</m:t>
                    </m:r>
                    <m:r>
                      <a:rPr lang="en-US" altLang="zh-CN" b="1" i="1" smtClean="0">
                        <a:latin typeface="Cambria Math" panose="02040503050406030204" pitchFamily="18" charset="0"/>
                        <a:ea typeface="Cambria Math" panose="02040503050406030204" pitchFamily="18" charset="0"/>
                      </a:rPr>
                      <m:t>)。</m:t>
                    </m:r>
                  </m:oMath>
                </a14:m>
                <a:endParaRPr lang="en-US" altLang="zh-CN" b="1" dirty="0"/>
              </a:p>
            </p:txBody>
          </p:sp>
        </mc:Choice>
        <mc:Fallback xmlns="">
          <p:sp>
            <p:nvSpPr>
              <p:cNvPr id="28" name="íşlïḍè">
                <a:extLst>
                  <a:ext uri="{FF2B5EF4-FFF2-40B4-BE49-F238E27FC236}">
                    <a16:creationId xmlns:a16="http://schemas.microsoft.com/office/drawing/2014/main" id="{8898676C-F981-4D74-B324-A859D1387610}"/>
                  </a:ext>
                </a:extLst>
              </p:cNvPr>
              <p:cNvSpPr txBox="1">
                <a:spLocks noRot="1" noChangeAspect="1" noMove="1" noResize="1" noEditPoints="1" noAdjustHandles="1" noChangeArrowheads="1" noChangeShapeType="1" noTextEdit="1"/>
              </p:cNvSpPr>
              <p:nvPr/>
            </p:nvSpPr>
            <p:spPr>
              <a:xfrm>
                <a:off x="2993250" y="3266194"/>
                <a:ext cx="6657288" cy="311297"/>
              </a:xfrm>
              <a:prstGeom prst="rect">
                <a:avLst/>
              </a:prstGeom>
              <a:blipFill>
                <a:blip r:embed="rId9"/>
                <a:stretch>
                  <a:fillRect l="-733" t="-19608" b="-41176"/>
                </a:stretch>
              </a:blipFill>
            </p:spPr>
            <p:txBody>
              <a:bodyPr/>
              <a:lstStyle/>
              <a:p>
                <a:r>
                  <a:rPr lang="zh-CN" altLang="en-US">
                    <a:noFill/>
                  </a:rPr>
                  <a:t> </a:t>
                </a:r>
              </a:p>
            </p:txBody>
          </p:sp>
        </mc:Fallback>
      </mc:AlternateContent>
      <p:graphicFrame>
        <p:nvGraphicFramePr>
          <p:cNvPr id="29" name="表格 21">
            <a:extLst>
              <a:ext uri="{FF2B5EF4-FFF2-40B4-BE49-F238E27FC236}">
                <a16:creationId xmlns:a16="http://schemas.microsoft.com/office/drawing/2014/main" id="{44D0CDFF-8B53-4BB1-835E-1192E30CC2FA}"/>
              </a:ext>
            </a:extLst>
          </p:cNvPr>
          <p:cNvGraphicFramePr>
            <a:graphicFrameLocks noGrp="1"/>
          </p:cNvGraphicFramePr>
          <p:nvPr/>
        </p:nvGraphicFramePr>
        <p:xfrm>
          <a:off x="2302929" y="5557308"/>
          <a:ext cx="9067800" cy="370840"/>
        </p:xfrm>
        <a:graphic>
          <a:graphicData uri="http://schemas.openxmlformats.org/drawingml/2006/table">
            <a:tbl>
              <a:tblPr firstRow="1" bandRow="1">
                <a:tableStyleId>{5C22544A-7EE6-4342-B048-85BDC9FD1C3A}</a:tableStyleId>
              </a:tblPr>
              <a:tblGrid>
                <a:gridCol w="755650">
                  <a:extLst>
                    <a:ext uri="{9D8B030D-6E8A-4147-A177-3AD203B41FA5}">
                      <a16:colId xmlns:a16="http://schemas.microsoft.com/office/drawing/2014/main" val="877486509"/>
                    </a:ext>
                  </a:extLst>
                </a:gridCol>
                <a:gridCol w="755650">
                  <a:extLst>
                    <a:ext uri="{9D8B030D-6E8A-4147-A177-3AD203B41FA5}">
                      <a16:colId xmlns:a16="http://schemas.microsoft.com/office/drawing/2014/main" val="3548605817"/>
                    </a:ext>
                  </a:extLst>
                </a:gridCol>
                <a:gridCol w="755650">
                  <a:extLst>
                    <a:ext uri="{9D8B030D-6E8A-4147-A177-3AD203B41FA5}">
                      <a16:colId xmlns:a16="http://schemas.microsoft.com/office/drawing/2014/main" val="2881812895"/>
                    </a:ext>
                  </a:extLst>
                </a:gridCol>
                <a:gridCol w="755650">
                  <a:extLst>
                    <a:ext uri="{9D8B030D-6E8A-4147-A177-3AD203B41FA5}">
                      <a16:colId xmlns:a16="http://schemas.microsoft.com/office/drawing/2014/main" val="3682284582"/>
                    </a:ext>
                  </a:extLst>
                </a:gridCol>
                <a:gridCol w="755650">
                  <a:extLst>
                    <a:ext uri="{9D8B030D-6E8A-4147-A177-3AD203B41FA5}">
                      <a16:colId xmlns:a16="http://schemas.microsoft.com/office/drawing/2014/main" val="500127722"/>
                    </a:ext>
                  </a:extLst>
                </a:gridCol>
                <a:gridCol w="755650">
                  <a:extLst>
                    <a:ext uri="{9D8B030D-6E8A-4147-A177-3AD203B41FA5}">
                      <a16:colId xmlns:a16="http://schemas.microsoft.com/office/drawing/2014/main" val="2946259618"/>
                    </a:ext>
                  </a:extLst>
                </a:gridCol>
                <a:gridCol w="755650">
                  <a:extLst>
                    <a:ext uri="{9D8B030D-6E8A-4147-A177-3AD203B41FA5}">
                      <a16:colId xmlns:a16="http://schemas.microsoft.com/office/drawing/2014/main" val="171501986"/>
                    </a:ext>
                  </a:extLst>
                </a:gridCol>
                <a:gridCol w="755650">
                  <a:extLst>
                    <a:ext uri="{9D8B030D-6E8A-4147-A177-3AD203B41FA5}">
                      <a16:colId xmlns:a16="http://schemas.microsoft.com/office/drawing/2014/main" val="1667185265"/>
                    </a:ext>
                  </a:extLst>
                </a:gridCol>
                <a:gridCol w="755650">
                  <a:extLst>
                    <a:ext uri="{9D8B030D-6E8A-4147-A177-3AD203B41FA5}">
                      <a16:colId xmlns:a16="http://schemas.microsoft.com/office/drawing/2014/main" val="4258211808"/>
                    </a:ext>
                  </a:extLst>
                </a:gridCol>
                <a:gridCol w="755650">
                  <a:extLst>
                    <a:ext uri="{9D8B030D-6E8A-4147-A177-3AD203B41FA5}">
                      <a16:colId xmlns:a16="http://schemas.microsoft.com/office/drawing/2014/main" val="1794200575"/>
                    </a:ext>
                  </a:extLst>
                </a:gridCol>
                <a:gridCol w="755650">
                  <a:extLst>
                    <a:ext uri="{9D8B030D-6E8A-4147-A177-3AD203B41FA5}">
                      <a16:colId xmlns:a16="http://schemas.microsoft.com/office/drawing/2014/main" val="4230716487"/>
                    </a:ext>
                  </a:extLst>
                </a:gridCol>
                <a:gridCol w="755650">
                  <a:extLst>
                    <a:ext uri="{9D8B030D-6E8A-4147-A177-3AD203B41FA5}">
                      <a16:colId xmlns:a16="http://schemas.microsoft.com/office/drawing/2014/main" val="56153739"/>
                    </a:ext>
                  </a:extLst>
                </a:gridCol>
              </a:tblGrid>
              <a:tr h="370840">
                <a:tc>
                  <a:txBody>
                    <a:bodyPr/>
                    <a:lstStyle/>
                    <a:p>
                      <a:pPr algn="ctr"/>
                      <a:r>
                        <a:rPr lang="en-US" altLang="zh-CN" dirty="0">
                          <a:solidFill>
                            <a:schemeClr val="tx1"/>
                          </a:solidFill>
                          <a:latin typeface="Arial Black" panose="020B0A04020102020204" pitchFamily="34" charset="0"/>
                        </a:rPr>
                        <a:t>0</a:t>
                      </a:r>
                      <a:endParaRPr lang="zh-CN" altLang="en-US" dirty="0">
                        <a:solidFill>
                          <a:schemeClr val="tx1"/>
                        </a:solidFill>
                        <a:latin typeface="Arial Black" panose="020B0A04020102020204" pitchFamily="34" charset="0"/>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ctr"/>
                      <a:r>
                        <a:rPr lang="en-US" altLang="zh-CN" dirty="0">
                          <a:solidFill>
                            <a:schemeClr val="tx1"/>
                          </a:solidFill>
                          <a:latin typeface="Arial Black" panose="020B0A04020102020204" pitchFamily="34" charset="0"/>
                        </a:rPr>
                        <a:t>1</a:t>
                      </a:r>
                      <a:endParaRPr lang="zh-CN" altLang="en-US" dirty="0">
                        <a:solidFill>
                          <a:schemeClr val="tx1"/>
                        </a:solidFill>
                        <a:latin typeface="Arial Black" panose="020B0A04020102020204" pitchFamily="34" charset="0"/>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ctr"/>
                      <a:r>
                        <a:rPr lang="en-US" altLang="zh-CN" dirty="0">
                          <a:solidFill>
                            <a:schemeClr val="tx1"/>
                          </a:solidFill>
                          <a:latin typeface="Arial Black" panose="020B0A04020102020204" pitchFamily="34" charset="0"/>
                        </a:rPr>
                        <a:t>2</a:t>
                      </a:r>
                      <a:endParaRPr lang="zh-CN" altLang="en-US" dirty="0">
                        <a:solidFill>
                          <a:schemeClr val="tx1"/>
                        </a:solidFill>
                        <a:latin typeface="Arial Black" panose="020B0A04020102020204" pitchFamily="34" charset="0"/>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ctr"/>
                      <a:r>
                        <a:rPr lang="en-US" altLang="zh-CN" dirty="0">
                          <a:solidFill>
                            <a:schemeClr val="tx1"/>
                          </a:solidFill>
                          <a:latin typeface="Arial Black" panose="020B0A04020102020204" pitchFamily="34" charset="0"/>
                        </a:rPr>
                        <a:t>3</a:t>
                      </a:r>
                      <a:endParaRPr lang="zh-CN" altLang="en-US" dirty="0">
                        <a:solidFill>
                          <a:schemeClr val="tx1"/>
                        </a:solidFill>
                        <a:latin typeface="Arial Black" panose="020B0A04020102020204" pitchFamily="34" charset="0"/>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ctr"/>
                      <a:r>
                        <a:rPr lang="en-US" altLang="zh-CN" dirty="0">
                          <a:solidFill>
                            <a:schemeClr val="tx1"/>
                          </a:solidFill>
                          <a:latin typeface="Arial Black" panose="020B0A04020102020204" pitchFamily="34" charset="0"/>
                        </a:rPr>
                        <a:t>4</a:t>
                      </a:r>
                      <a:endParaRPr lang="zh-CN" altLang="en-US" dirty="0">
                        <a:solidFill>
                          <a:schemeClr val="tx1"/>
                        </a:solidFill>
                        <a:latin typeface="Arial Black" panose="020B0A04020102020204" pitchFamily="34" charset="0"/>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ctr"/>
                      <a:r>
                        <a:rPr lang="en-US" altLang="zh-CN" dirty="0">
                          <a:solidFill>
                            <a:schemeClr val="tx1"/>
                          </a:solidFill>
                          <a:latin typeface="Arial Black" panose="020B0A04020102020204" pitchFamily="34" charset="0"/>
                        </a:rPr>
                        <a:t>5</a:t>
                      </a:r>
                      <a:endParaRPr lang="zh-CN" altLang="en-US" dirty="0">
                        <a:solidFill>
                          <a:schemeClr val="tx1"/>
                        </a:solidFill>
                        <a:latin typeface="Arial Black" panose="020B0A04020102020204" pitchFamily="34" charset="0"/>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ctr"/>
                      <a:r>
                        <a:rPr lang="en-US" altLang="zh-CN" dirty="0">
                          <a:solidFill>
                            <a:schemeClr val="tx1"/>
                          </a:solidFill>
                          <a:latin typeface="Arial Black" panose="020B0A04020102020204" pitchFamily="34" charset="0"/>
                        </a:rPr>
                        <a:t>6</a:t>
                      </a:r>
                      <a:endParaRPr lang="zh-CN" altLang="en-US" dirty="0">
                        <a:solidFill>
                          <a:schemeClr val="tx1"/>
                        </a:solidFill>
                        <a:latin typeface="Arial Black" panose="020B0A04020102020204" pitchFamily="34" charset="0"/>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ctr"/>
                      <a:r>
                        <a:rPr lang="en-US" altLang="zh-CN" dirty="0">
                          <a:solidFill>
                            <a:schemeClr val="tx1"/>
                          </a:solidFill>
                          <a:latin typeface="Arial Black" panose="020B0A04020102020204" pitchFamily="34" charset="0"/>
                        </a:rPr>
                        <a:t>7</a:t>
                      </a:r>
                      <a:endParaRPr lang="zh-CN" altLang="en-US" dirty="0">
                        <a:solidFill>
                          <a:schemeClr val="tx1"/>
                        </a:solidFill>
                        <a:latin typeface="Arial Black" panose="020B0A04020102020204" pitchFamily="34" charset="0"/>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ctr"/>
                      <a:r>
                        <a:rPr lang="en-US" altLang="zh-CN" dirty="0">
                          <a:solidFill>
                            <a:schemeClr val="tx1"/>
                          </a:solidFill>
                          <a:latin typeface="Arial Black" panose="020B0A04020102020204" pitchFamily="34" charset="0"/>
                        </a:rPr>
                        <a:t>0</a:t>
                      </a:r>
                      <a:endParaRPr lang="zh-CN" altLang="en-US" dirty="0">
                        <a:solidFill>
                          <a:schemeClr val="tx1"/>
                        </a:solidFill>
                        <a:latin typeface="Arial Black" panose="020B0A04020102020204" pitchFamily="34" charset="0"/>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ctr"/>
                      <a:r>
                        <a:rPr lang="en-US" altLang="zh-CN" dirty="0">
                          <a:solidFill>
                            <a:schemeClr val="tx1"/>
                          </a:solidFill>
                          <a:latin typeface="Arial Black" panose="020B0A04020102020204" pitchFamily="34" charset="0"/>
                        </a:rPr>
                        <a:t>1</a:t>
                      </a:r>
                      <a:endParaRPr lang="zh-CN" altLang="en-US" dirty="0">
                        <a:solidFill>
                          <a:schemeClr val="tx1"/>
                        </a:solidFill>
                        <a:latin typeface="Arial Black" panose="020B0A04020102020204" pitchFamily="34" charset="0"/>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ctr"/>
                      <a:r>
                        <a:rPr lang="en-US" altLang="zh-CN" dirty="0">
                          <a:solidFill>
                            <a:schemeClr val="tx1"/>
                          </a:solidFill>
                          <a:latin typeface="Arial Black" panose="020B0A04020102020204" pitchFamily="34" charset="0"/>
                        </a:rPr>
                        <a:t>2</a:t>
                      </a:r>
                      <a:endParaRPr lang="zh-CN" altLang="en-US" dirty="0">
                        <a:solidFill>
                          <a:schemeClr val="tx1"/>
                        </a:solidFill>
                        <a:latin typeface="Arial Black" panose="020B0A04020102020204" pitchFamily="34" charset="0"/>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ctr"/>
                      <a:r>
                        <a:rPr lang="en-US" altLang="zh-CN" dirty="0">
                          <a:solidFill>
                            <a:schemeClr val="tx1"/>
                          </a:solidFill>
                          <a:latin typeface="Arial Black" panose="020B0A04020102020204" pitchFamily="34" charset="0"/>
                        </a:rPr>
                        <a:t>…</a:t>
                      </a:r>
                      <a:endParaRPr lang="zh-CN" altLang="en-US" dirty="0">
                        <a:solidFill>
                          <a:schemeClr val="tx1"/>
                        </a:solidFill>
                        <a:latin typeface="Arial Black" panose="020B0A04020102020204" pitchFamily="34" charset="0"/>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extLst>
                  <a:ext uri="{0D108BD9-81ED-4DB2-BD59-A6C34878D82A}">
                    <a16:rowId xmlns:a16="http://schemas.microsoft.com/office/drawing/2014/main" val="316235763"/>
                  </a:ext>
                </a:extLst>
              </a:tr>
            </a:tbl>
          </a:graphicData>
        </a:graphic>
      </p:graphicFrame>
      <p:graphicFrame>
        <p:nvGraphicFramePr>
          <p:cNvPr id="30" name="表格 21">
            <a:extLst>
              <a:ext uri="{FF2B5EF4-FFF2-40B4-BE49-F238E27FC236}">
                <a16:creationId xmlns:a16="http://schemas.microsoft.com/office/drawing/2014/main" id="{849D252C-900C-44C3-9C3B-0A66CC10F5E3}"/>
              </a:ext>
            </a:extLst>
          </p:cNvPr>
          <p:cNvGraphicFramePr>
            <a:graphicFrameLocks noGrp="1"/>
          </p:cNvGraphicFramePr>
          <p:nvPr/>
        </p:nvGraphicFramePr>
        <p:xfrm>
          <a:off x="2302929" y="1827576"/>
          <a:ext cx="9067800" cy="370840"/>
        </p:xfrm>
        <a:graphic>
          <a:graphicData uri="http://schemas.openxmlformats.org/drawingml/2006/table">
            <a:tbl>
              <a:tblPr firstRow="1" bandRow="1">
                <a:tableStyleId>{5C22544A-7EE6-4342-B048-85BDC9FD1C3A}</a:tableStyleId>
              </a:tblPr>
              <a:tblGrid>
                <a:gridCol w="755650">
                  <a:extLst>
                    <a:ext uri="{9D8B030D-6E8A-4147-A177-3AD203B41FA5}">
                      <a16:colId xmlns:a16="http://schemas.microsoft.com/office/drawing/2014/main" val="877486509"/>
                    </a:ext>
                  </a:extLst>
                </a:gridCol>
                <a:gridCol w="755650">
                  <a:extLst>
                    <a:ext uri="{9D8B030D-6E8A-4147-A177-3AD203B41FA5}">
                      <a16:colId xmlns:a16="http://schemas.microsoft.com/office/drawing/2014/main" val="3548605817"/>
                    </a:ext>
                  </a:extLst>
                </a:gridCol>
                <a:gridCol w="755650">
                  <a:extLst>
                    <a:ext uri="{9D8B030D-6E8A-4147-A177-3AD203B41FA5}">
                      <a16:colId xmlns:a16="http://schemas.microsoft.com/office/drawing/2014/main" val="2881812895"/>
                    </a:ext>
                  </a:extLst>
                </a:gridCol>
                <a:gridCol w="755650">
                  <a:extLst>
                    <a:ext uri="{9D8B030D-6E8A-4147-A177-3AD203B41FA5}">
                      <a16:colId xmlns:a16="http://schemas.microsoft.com/office/drawing/2014/main" val="3682284582"/>
                    </a:ext>
                  </a:extLst>
                </a:gridCol>
                <a:gridCol w="755650">
                  <a:extLst>
                    <a:ext uri="{9D8B030D-6E8A-4147-A177-3AD203B41FA5}">
                      <a16:colId xmlns:a16="http://schemas.microsoft.com/office/drawing/2014/main" val="500127722"/>
                    </a:ext>
                  </a:extLst>
                </a:gridCol>
                <a:gridCol w="755650">
                  <a:extLst>
                    <a:ext uri="{9D8B030D-6E8A-4147-A177-3AD203B41FA5}">
                      <a16:colId xmlns:a16="http://schemas.microsoft.com/office/drawing/2014/main" val="2946259618"/>
                    </a:ext>
                  </a:extLst>
                </a:gridCol>
                <a:gridCol w="755650">
                  <a:extLst>
                    <a:ext uri="{9D8B030D-6E8A-4147-A177-3AD203B41FA5}">
                      <a16:colId xmlns:a16="http://schemas.microsoft.com/office/drawing/2014/main" val="171501986"/>
                    </a:ext>
                  </a:extLst>
                </a:gridCol>
                <a:gridCol w="755650">
                  <a:extLst>
                    <a:ext uri="{9D8B030D-6E8A-4147-A177-3AD203B41FA5}">
                      <a16:colId xmlns:a16="http://schemas.microsoft.com/office/drawing/2014/main" val="1667185265"/>
                    </a:ext>
                  </a:extLst>
                </a:gridCol>
                <a:gridCol w="755650">
                  <a:extLst>
                    <a:ext uri="{9D8B030D-6E8A-4147-A177-3AD203B41FA5}">
                      <a16:colId xmlns:a16="http://schemas.microsoft.com/office/drawing/2014/main" val="4258211808"/>
                    </a:ext>
                  </a:extLst>
                </a:gridCol>
                <a:gridCol w="755650">
                  <a:extLst>
                    <a:ext uri="{9D8B030D-6E8A-4147-A177-3AD203B41FA5}">
                      <a16:colId xmlns:a16="http://schemas.microsoft.com/office/drawing/2014/main" val="1794200575"/>
                    </a:ext>
                  </a:extLst>
                </a:gridCol>
                <a:gridCol w="755650">
                  <a:extLst>
                    <a:ext uri="{9D8B030D-6E8A-4147-A177-3AD203B41FA5}">
                      <a16:colId xmlns:a16="http://schemas.microsoft.com/office/drawing/2014/main" val="4230716487"/>
                    </a:ext>
                  </a:extLst>
                </a:gridCol>
                <a:gridCol w="755650">
                  <a:extLst>
                    <a:ext uri="{9D8B030D-6E8A-4147-A177-3AD203B41FA5}">
                      <a16:colId xmlns:a16="http://schemas.microsoft.com/office/drawing/2014/main" val="56153739"/>
                    </a:ext>
                  </a:extLst>
                </a:gridCol>
              </a:tblGrid>
              <a:tr h="370840">
                <a:tc>
                  <a:txBody>
                    <a:bodyPr/>
                    <a:lstStyle/>
                    <a:p>
                      <a:pPr algn="ctr"/>
                      <a:r>
                        <a:rPr lang="en-US" altLang="zh-CN" dirty="0">
                          <a:solidFill>
                            <a:schemeClr val="tx1"/>
                          </a:solidFill>
                          <a:latin typeface="Arial Black" panose="020B0A04020102020204" pitchFamily="34" charset="0"/>
                        </a:rPr>
                        <a:t>0</a:t>
                      </a:r>
                      <a:endParaRPr lang="zh-CN" altLang="en-US" dirty="0">
                        <a:solidFill>
                          <a:schemeClr val="tx1"/>
                        </a:solidFill>
                        <a:latin typeface="Arial Black" panose="020B0A04020102020204" pitchFamily="34" charset="0"/>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ctr"/>
                      <a:r>
                        <a:rPr lang="en-US" altLang="zh-CN" dirty="0">
                          <a:solidFill>
                            <a:schemeClr val="tx1"/>
                          </a:solidFill>
                          <a:latin typeface="Arial Black" panose="020B0A04020102020204" pitchFamily="34" charset="0"/>
                        </a:rPr>
                        <a:t>1</a:t>
                      </a:r>
                      <a:endParaRPr lang="zh-CN" altLang="en-US" dirty="0">
                        <a:solidFill>
                          <a:schemeClr val="tx1"/>
                        </a:solidFill>
                        <a:latin typeface="Arial Black" panose="020B0A04020102020204" pitchFamily="34" charset="0"/>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ctr"/>
                      <a:r>
                        <a:rPr lang="en-US" altLang="zh-CN" dirty="0">
                          <a:solidFill>
                            <a:schemeClr val="tx1"/>
                          </a:solidFill>
                          <a:latin typeface="Arial Black" panose="020B0A04020102020204" pitchFamily="34" charset="0"/>
                        </a:rPr>
                        <a:t>2</a:t>
                      </a:r>
                      <a:endParaRPr lang="zh-CN" altLang="en-US" dirty="0">
                        <a:solidFill>
                          <a:schemeClr val="tx1"/>
                        </a:solidFill>
                        <a:latin typeface="Arial Black" panose="020B0A04020102020204" pitchFamily="34" charset="0"/>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ctr"/>
                      <a:r>
                        <a:rPr lang="en-US" altLang="zh-CN" dirty="0">
                          <a:solidFill>
                            <a:schemeClr val="tx1"/>
                          </a:solidFill>
                          <a:latin typeface="Arial Black" panose="020B0A04020102020204" pitchFamily="34" charset="0"/>
                        </a:rPr>
                        <a:t>3</a:t>
                      </a:r>
                      <a:endParaRPr lang="zh-CN" altLang="en-US" dirty="0">
                        <a:solidFill>
                          <a:schemeClr val="tx1"/>
                        </a:solidFill>
                        <a:latin typeface="Arial Black" panose="020B0A04020102020204" pitchFamily="34" charset="0"/>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ctr"/>
                      <a:r>
                        <a:rPr lang="en-US" altLang="zh-CN" dirty="0">
                          <a:solidFill>
                            <a:schemeClr val="tx1"/>
                          </a:solidFill>
                          <a:latin typeface="Arial Black" panose="020B0A04020102020204" pitchFamily="34" charset="0"/>
                        </a:rPr>
                        <a:t>4</a:t>
                      </a:r>
                      <a:endParaRPr lang="zh-CN" altLang="en-US" dirty="0">
                        <a:solidFill>
                          <a:schemeClr val="tx1"/>
                        </a:solidFill>
                        <a:latin typeface="Arial Black" panose="020B0A04020102020204" pitchFamily="34" charset="0"/>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ctr"/>
                      <a:r>
                        <a:rPr lang="en-US" altLang="zh-CN" dirty="0">
                          <a:solidFill>
                            <a:schemeClr val="tx1"/>
                          </a:solidFill>
                          <a:latin typeface="Arial Black" panose="020B0A04020102020204" pitchFamily="34" charset="0"/>
                        </a:rPr>
                        <a:t>5</a:t>
                      </a:r>
                      <a:endParaRPr lang="zh-CN" altLang="en-US" dirty="0">
                        <a:solidFill>
                          <a:schemeClr val="tx1"/>
                        </a:solidFill>
                        <a:latin typeface="Arial Black" panose="020B0A04020102020204" pitchFamily="34" charset="0"/>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ctr"/>
                      <a:r>
                        <a:rPr lang="en-US" altLang="zh-CN" dirty="0">
                          <a:solidFill>
                            <a:schemeClr val="tx1"/>
                          </a:solidFill>
                          <a:latin typeface="Arial Black" panose="020B0A04020102020204" pitchFamily="34" charset="0"/>
                        </a:rPr>
                        <a:t>6</a:t>
                      </a:r>
                      <a:endParaRPr lang="zh-CN" altLang="en-US" dirty="0">
                        <a:solidFill>
                          <a:schemeClr val="tx1"/>
                        </a:solidFill>
                        <a:latin typeface="Arial Black" panose="020B0A04020102020204" pitchFamily="34" charset="0"/>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ctr"/>
                      <a:r>
                        <a:rPr lang="en-US" altLang="zh-CN" dirty="0">
                          <a:solidFill>
                            <a:schemeClr val="tx1"/>
                          </a:solidFill>
                          <a:latin typeface="Arial Black" panose="020B0A04020102020204" pitchFamily="34" charset="0"/>
                        </a:rPr>
                        <a:t>7</a:t>
                      </a:r>
                      <a:endParaRPr lang="zh-CN" altLang="en-US" dirty="0">
                        <a:solidFill>
                          <a:schemeClr val="tx1"/>
                        </a:solidFill>
                        <a:latin typeface="Arial Black" panose="020B0A04020102020204" pitchFamily="34" charset="0"/>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ctr"/>
                      <a:r>
                        <a:rPr lang="en-US" altLang="zh-CN" dirty="0">
                          <a:solidFill>
                            <a:schemeClr val="tx1"/>
                          </a:solidFill>
                          <a:latin typeface="Arial Black" panose="020B0A04020102020204" pitchFamily="34" charset="0"/>
                        </a:rPr>
                        <a:t>0</a:t>
                      </a:r>
                      <a:endParaRPr lang="zh-CN" altLang="en-US" dirty="0">
                        <a:solidFill>
                          <a:schemeClr val="tx1"/>
                        </a:solidFill>
                        <a:latin typeface="Arial Black" panose="020B0A04020102020204" pitchFamily="34" charset="0"/>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ctr"/>
                      <a:r>
                        <a:rPr lang="en-US" altLang="zh-CN" dirty="0">
                          <a:solidFill>
                            <a:schemeClr val="tx1"/>
                          </a:solidFill>
                          <a:latin typeface="Arial Black" panose="020B0A04020102020204" pitchFamily="34" charset="0"/>
                        </a:rPr>
                        <a:t>1</a:t>
                      </a:r>
                      <a:endParaRPr lang="zh-CN" altLang="en-US" dirty="0">
                        <a:solidFill>
                          <a:schemeClr val="tx1"/>
                        </a:solidFill>
                        <a:latin typeface="Arial Black" panose="020B0A04020102020204" pitchFamily="34" charset="0"/>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ctr"/>
                      <a:r>
                        <a:rPr lang="en-US" altLang="zh-CN" dirty="0">
                          <a:solidFill>
                            <a:schemeClr val="tx1"/>
                          </a:solidFill>
                          <a:latin typeface="Arial Black" panose="020B0A04020102020204" pitchFamily="34" charset="0"/>
                        </a:rPr>
                        <a:t>2</a:t>
                      </a:r>
                      <a:endParaRPr lang="zh-CN" altLang="en-US" dirty="0">
                        <a:solidFill>
                          <a:schemeClr val="tx1"/>
                        </a:solidFill>
                        <a:latin typeface="Arial Black" panose="020B0A04020102020204" pitchFamily="34" charset="0"/>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ctr"/>
                      <a:r>
                        <a:rPr lang="en-US" altLang="zh-CN" dirty="0">
                          <a:solidFill>
                            <a:schemeClr val="tx1"/>
                          </a:solidFill>
                          <a:latin typeface="Arial Black" panose="020B0A04020102020204" pitchFamily="34" charset="0"/>
                        </a:rPr>
                        <a:t>…</a:t>
                      </a:r>
                      <a:endParaRPr lang="zh-CN" altLang="en-US" dirty="0">
                        <a:solidFill>
                          <a:schemeClr val="tx1"/>
                        </a:solidFill>
                        <a:latin typeface="Arial Black" panose="020B0A04020102020204" pitchFamily="34" charset="0"/>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extLst>
                  <a:ext uri="{0D108BD9-81ED-4DB2-BD59-A6C34878D82A}">
                    <a16:rowId xmlns:a16="http://schemas.microsoft.com/office/drawing/2014/main" val="316235763"/>
                  </a:ext>
                </a:extLst>
              </a:tr>
            </a:tbl>
          </a:graphicData>
        </a:graphic>
      </p:graphicFrame>
      <mc:AlternateContent xmlns:mc="http://schemas.openxmlformats.org/markup-compatibility/2006" xmlns:a14="http://schemas.microsoft.com/office/drawing/2010/main">
        <mc:Choice Requires="a14">
          <p:sp>
            <p:nvSpPr>
              <p:cNvPr id="31" name="íşlïḍè">
                <a:extLst>
                  <a:ext uri="{FF2B5EF4-FFF2-40B4-BE49-F238E27FC236}">
                    <a16:creationId xmlns:a16="http://schemas.microsoft.com/office/drawing/2014/main" id="{534EE850-C207-4BCA-A31E-771A47DA9033}"/>
                  </a:ext>
                </a:extLst>
              </p:cNvPr>
              <p:cNvSpPr txBox="1"/>
              <p:nvPr/>
            </p:nvSpPr>
            <p:spPr>
              <a:xfrm>
                <a:off x="2993250" y="3724968"/>
                <a:ext cx="6218660" cy="311297"/>
              </a:xfrm>
              <a:prstGeom prst="rect">
                <a:avLst/>
              </a:prstGeom>
              <a:noFill/>
            </p:spPr>
            <p:txBody>
              <a:bodyPr wrap="square" lIns="91440" tIns="45720" rIns="91440" bIns="45720" anchor="ctr">
                <a:noAutofit/>
              </a:bodyPr>
              <a:lstStyle/>
              <a:p>
                <a:r>
                  <a:rPr lang="zh-CN" altLang="en-US" b="1" dirty="0">
                    <a:solidFill>
                      <a:schemeClr val="accent4"/>
                    </a:solidFill>
                  </a:rPr>
                  <a:t>接收窗口</a:t>
                </a:r>
                <a14:m>
                  <m:oMath xmlns:m="http://schemas.openxmlformats.org/officeDocument/2006/math">
                    <m:sSub>
                      <m:sSubPr>
                        <m:ctrlPr>
                          <a:rPr lang="en-US" altLang="zh-CN" b="1" i="1" smtClean="0">
                            <a:solidFill>
                              <a:schemeClr val="accent4"/>
                            </a:solidFill>
                            <a:latin typeface="Cambria Math" panose="02040503050406030204" pitchFamily="18" charset="0"/>
                          </a:rPr>
                        </m:ctrlPr>
                      </m:sSubPr>
                      <m:e>
                        <m:r>
                          <a:rPr lang="en-US" altLang="zh-CN" b="1" i="1" smtClean="0">
                            <a:solidFill>
                              <a:schemeClr val="accent4"/>
                            </a:solidFill>
                            <a:latin typeface="Cambria Math" panose="02040503050406030204" pitchFamily="18" charset="0"/>
                          </a:rPr>
                          <m:t>𝑾</m:t>
                        </m:r>
                      </m:e>
                      <m:sub>
                        <m:r>
                          <a:rPr lang="en-US" altLang="zh-CN" b="1" i="1" smtClean="0">
                            <a:solidFill>
                              <a:schemeClr val="accent4"/>
                            </a:solidFill>
                            <a:latin typeface="Cambria Math" panose="02040503050406030204" pitchFamily="18" charset="0"/>
                          </a:rPr>
                          <m:t>𝑹</m:t>
                        </m:r>
                      </m:sub>
                    </m:sSub>
                  </m:oMath>
                </a14:m>
                <a:r>
                  <a:rPr lang="zh-CN" altLang="en-US" b="1" dirty="0"/>
                  <a:t>取最大值</a:t>
                </a:r>
                <a14:m>
                  <m:oMath xmlns:m="http://schemas.openxmlformats.org/officeDocument/2006/math">
                    <m:sSup>
                      <m:sSupPr>
                        <m:ctrlPr>
                          <a:rPr lang="en-US" altLang="zh-CN" b="1" i="1" smtClean="0">
                            <a:latin typeface="Cambria Math" panose="02040503050406030204" pitchFamily="18" charset="0"/>
                          </a:rPr>
                        </m:ctrlPr>
                      </m:sSupPr>
                      <m:e>
                        <m:r>
                          <a:rPr lang="en-US" altLang="zh-CN" b="1" i="1" smtClean="0">
                            <a:latin typeface="Cambria Math" panose="02040503050406030204" pitchFamily="18" charset="0"/>
                          </a:rPr>
                          <m:t>𝟐</m:t>
                        </m:r>
                      </m:e>
                      <m:sup>
                        <m:r>
                          <a:rPr lang="en-US" altLang="zh-CN" b="1" i="1" smtClean="0">
                            <a:latin typeface="Cambria Math" panose="02040503050406030204" pitchFamily="18" charset="0"/>
                          </a:rPr>
                          <m:t>(</m:t>
                        </m:r>
                        <m:r>
                          <a:rPr lang="en-US" altLang="zh-CN" b="1" i="1" smtClean="0">
                            <a:latin typeface="Cambria Math" panose="02040503050406030204" pitchFamily="18" charset="0"/>
                          </a:rPr>
                          <m:t>𝟑</m:t>
                        </m:r>
                        <m:r>
                          <a:rPr lang="en-US" altLang="zh-CN" b="1" i="1" smtClean="0">
                            <a:latin typeface="Cambria Math" panose="02040503050406030204" pitchFamily="18" charset="0"/>
                          </a:rPr>
                          <m:t>−</m:t>
                        </m:r>
                        <m:r>
                          <a:rPr lang="en-US" altLang="zh-CN" b="1" i="1" smtClean="0">
                            <a:latin typeface="Cambria Math" panose="02040503050406030204" pitchFamily="18" charset="0"/>
                          </a:rPr>
                          <m:t>𝟏</m:t>
                        </m:r>
                        <m:r>
                          <a:rPr lang="en-US" altLang="zh-CN" b="1" i="1" smtClean="0">
                            <a:latin typeface="Cambria Math" panose="02040503050406030204" pitchFamily="18" charset="0"/>
                          </a:rPr>
                          <m:t>)</m:t>
                        </m:r>
                      </m:sup>
                    </m:sSup>
                  </m:oMath>
                </a14:m>
                <a:r>
                  <a:rPr lang="zh-CN" altLang="en-US" b="1" dirty="0"/>
                  <a:t>，即</a:t>
                </a:r>
                <a14:m>
                  <m:oMath xmlns:m="http://schemas.openxmlformats.org/officeDocument/2006/math">
                    <m:sSub>
                      <m:sSubPr>
                        <m:ctrlPr>
                          <a:rPr lang="en-US" altLang="zh-CN" b="1" i="1" smtClean="0">
                            <a:latin typeface="Cambria Math" panose="02040503050406030204" pitchFamily="18" charset="0"/>
                          </a:rPr>
                        </m:ctrlPr>
                      </m:sSubPr>
                      <m:e>
                        <m:r>
                          <a:rPr lang="en-US" altLang="zh-CN" b="1" i="1" smtClean="0">
                            <a:latin typeface="Cambria Math" panose="02040503050406030204" pitchFamily="18" charset="0"/>
                          </a:rPr>
                          <m:t>𝑾</m:t>
                        </m:r>
                      </m:e>
                      <m:sub>
                        <m:r>
                          <a:rPr lang="en-US" altLang="zh-CN" b="1" i="1" smtClean="0">
                            <a:latin typeface="Cambria Math" panose="02040503050406030204" pitchFamily="18" charset="0"/>
                          </a:rPr>
                          <m:t>𝑹</m:t>
                        </m:r>
                      </m:sub>
                    </m:sSub>
                    <m:r>
                      <a:rPr lang="en-US" altLang="zh-CN" b="1" i="1" smtClean="0">
                        <a:latin typeface="Cambria Math" panose="02040503050406030204" pitchFamily="18" charset="0"/>
                      </a:rPr>
                      <m:t>=</m:t>
                    </m:r>
                    <m:r>
                      <a:rPr lang="en-US" altLang="zh-CN" b="1" i="1" smtClean="0">
                        <a:latin typeface="Cambria Math" panose="02040503050406030204" pitchFamily="18" charset="0"/>
                      </a:rPr>
                      <m:t>𝟒</m:t>
                    </m:r>
                    <m:r>
                      <a:rPr lang="zh-CN" altLang="en-US" b="1" i="1">
                        <a:latin typeface="Cambria Math" panose="02040503050406030204" pitchFamily="18" charset="0"/>
                      </a:rPr>
                      <m:t>。</m:t>
                    </m:r>
                  </m:oMath>
                </a14:m>
                <a:endParaRPr lang="en-US" altLang="zh-CN" b="1" dirty="0"/>
              </a:p>
            </p:txBody>
          </p:sp>
        </mc:Choice>
        <mc:Fallback xmlns="">
          <p:sp>
            <p:nvSpPr>
              <p:cNvPr id="31" name="íşlïḍè">
                <a:extLst>
                  <a:ext uri="{FF2B5EF4-FFF2-40B4-BE49-F238E27FC236}">
                    <a16:creationId xmlns:a16="http://schemas.microsoft.com/office/drawing/2014/main" id="{534EE850-C207-4BCA-A31E-771A47DA9033}"/>
                  </a:ext>
                </a:extLst>
              </p:cNvPr>
              <p:cNvSpPr txBox="1">
                <a:spLocks noRot="1" noChangeAspect="1" noMove="1" noResize="1" noEditPoints="1" noAdjustHandles="1" noChangeArrowheads="1" noChangeShapeType="1" noTextEdit="1"/>
              </p:cNvSpPr>
              <p:nvPr/>
            </p:nvSpPr>
            <p:spPr>
              <a:xfrm>
                <a:off x="2993250" y="3724968"/>
                <a:ext cx="6218660" cy="311297"/>
              </a:xfrm>
              <a:prstGeom prst="rect">
                <a:avLst/>
              </a:prstGeom>
              <a:blipFill>
                <a:blip r:embed="rId10"/>
                <a:stretch>
                  <a:fillRect l="-784" t="-17647" b="-43137"/>
                </a:stretch>
              </a:blipFill>
            </p:spPr>
            <p:txBody>
              <a:bodyPr/>
              <a:lstStyle/>
              <a:p>
                <a:r>
                  <a:rPr lang="zh-CN" altLang="en-US">
                    <a:noFill/>
                  </a:rPr>
                  <a:t> </a:t>
                </a:r>
              </a:p>
            </p:txBody>
          </p:sp>
        </mc:Fallback>
      </mc:AlternateContent>
      <mc:AlternateContent xmlns:mc="http://schemas.openxmlformats.org/markup-compatibility/2006" xmlns:a14="http://schemas.microsoft.com/office/drawing/2010/main">
        <mc:Choice Requires="a14">
          <p:sp>
            <p:nvSpPr>
              <p:cNvPr id="32" name="íşlïḍè">
                <a:extLst>
                  <a:ext uri="{FF2B5EF4-FFF2-40B4-BE49-F238E27FC236}">
                    <a16:creationId xmlns:a16="http://schemas.microsoft.com/office/drawing/2014/main" id="{FBFA56FC-F0C2-4492-AE42-88A025F625E8}"/>
                  </a:ext>
                </a:extLst>
              </p:cNvPr>
              <p:cNvSpPr txBox="1"/>
              <p:nvPr/>
            </p:nvSpPr>
            <p:spPr>
              <a:xfrm>
                <a:off x="2993250" y="4183741"/>
                <a:ext cx="6218660" cy="311297"/>
              </a:xfrm>
              <a:prstGeom prst="rect">
                <a:avLst/>
              </a:prstGeom>
              <a:noFill/>
            </p:spPr>
            <p:txBody>
              <a:bodyPr wrap="square" lIns="91440" tIns="45720" rIns="91440" bIns="45720" anchor="ctr">
                <a:noAutofit/>
              </a:bodyPr>
              <a:lstStyle/>
              <a:p>
                <a:r>
                  <a:rPr lang="zh-CN" altLang="en-US" b="1" dirty="0">
                    <a:solidFill>
                      <a:schemeClr val="accent3"/>
                    </a:solidFill>
                  </a:rPr>
                  <a:t>发送窗口</a:t>
                </a:r>
                <a14:m>
                  <m:oMath xmlns:m="http://schemas.openxmlformats.org/officeDocument/2006/math">
                    <m:sSub>
                      <m:sSubPr>
                        <m:ctrlPr>
                          <a:rPr lang="en-US" altLang="zh-CN" b="1" i="1" smtClean="0">
                            <a:solidFill>
                              <a:schemeClr val="accent3"/>
                            </a:solidFill>
                            <a:latin typeface="Cambria Math" panose="02040503050406030204" pitchFamily="18" charset="0"/>
                          </a:rPr>
                        </m:ctrlPr>
                      </m:sSubPr>
                      <m:e>
                        <m:r>
                          <a:rPr lang="en-US" altLang="zh-CN" b="1" i="1" smtClean="0">
                            <a:solidFill>
                              <a:schemeClr val="accent3"/>
                            </a:solidFill>
                            <a:latin typeface="Cambria Math" panose="02040503050406030204" pitchFamily="18" charset="0"/>
                          </a:rPr>
                          <m:t>𝑾</m:t>
                        </m:r>
                      </m:e>
                      <m:sub>
                        <m:r>
                          <a:rPr lang="en-US" altLang="zh-CN" b="1" i="1" smtClean="0">
                            <a:solidFill>
                              <a:schemeClr val="accent3"/>
                            </a:solidFill>
                            <a:latin typeface="Cambria Math" panose="02040503050406030204" pitchFamily="18" charset="0"/>
                          </a:rPr>
                          <m:t>𝑻</m:t>
                        </m:r>
                      </m:sub>
                    </m:sSub>
                  </m:oMath>
                </a14:m>
                <a:r>
                  <a:rPr lang="zh-CN" altLang="en-US" b="1" dirty="0"/>
                  <a:t>能取到的最大值也为</a:t>
                </a:r>
                <a14:m>
                  <m:oMath xmlns:m="http://schemas.openxmlformats.org/officeDocument/2006/math">
                    <m:sSup>
                      <m:sSupPr>
                        <m:ctrlPr>
                          <a:rPr lang="en-US" altLang="zh-CN" b="1" i="1" smtClean="0">
                            <a:latin typeface="Cambria Math" panose="02040503050406030204" pitchFamily="18" charset="0"/>
                          </a:rPr>
                        </m:ctrlPr>
                      </m:sSupPr>
                      <m:e>
                        <m:r>
                          <a:rPr lang="en-US" altLang="zh-CN" b="1" i="1" smtClean="0">
                            <a:latin typeface="Cambria Math" panose="02040503050406030204" pitchFamily="18" charset="0"/>
                          </a:rPr>
                          <m:t>𝟐</m:t>
                        </m:r>
                      </m:e>
                      <m:sup>
                        <m:r>
                          <a:rPr lang="en-US" altLang="zh-CN" b="1" i="1" smtClean="0">
                            <a:latin typeface="Cambria Math" panose="02040503050406030204" pitchFamily="18" charset="0"/>
                          </a:rPr>
                          <m:t>(</m:t>
                        </m:r>
                        <m:r>
                          <a:rPr lang="en-US" altLang="zh-CN" b="1" i="1" smtClean="0">
                            <a:latin typeface="Cambria Math" panose="02040503050406030204" pitchFamily="18" charset="0"/>
                          </a:rPr>
                          <m:t>𝟑</m:t>
                        </m:r>
                        <m:r>
                          <a:rPr lang="en-US" altLang="zh-CN" b="1" i="1" smtClean="0">
                            <a:latin typeface="Cambria Math" panose="02040503050406030204" pitchFamily="18" charset="0"/>
                          </a:rPr>
                          <m:t>−</m:t>
                        </m:r>
                        <m:r>
                          <a:rPr lang="en-US" altLang="zh-CN" b="1" i="1" smtClean="0">
                            <a:latin typeface="Cambria Math" panose="02040503050406030204" pitchFamily="18" charset="0"/>
                          </a:rPr>
                          <m:t>𝟏</m:t>
                        </m:r>
                        <m:r>
                          <a:rPr lang="en-US" altLang="zh-CN" b="1" i="1" smtClean="0">
                            <a:latin typeface="Cambria Math" panose="02040503050406030204" pitchFamily="18" charset="0"/>
                          </a:rPr>
                          <m:t>)</m:t>
                        </m:r>
                      </m:sup>
                    </m:sSup>
                  </m:oMath>
                </a14:m>
                <a:r>
                  <a:rPr lang="zh-CN" altLang="en-US" b="1" dirty="0"/>
                  <a:t>，即</a:t>
                </a:r>
                <a14:m>
                  <m:oMath xmlns:m="http://schemas.openxmlformats.org/officeDocument/2006/math">
                    <m:sSub>
                      <m:sSubPr>
                        <m:ctrlPr>
                          <a:rPr lang="en-US" altLang="zh-CN" b="1" i="1" smtClean="0">
                            <a:latin typeface="Cambria Math" panose="02040503050406030204" pitchFamily="18" charset="0"/>
                          </a:rPr>
                        </m:ctrlPr>
                      </m:sSubPr>
                      <m:e>
                        <m:r>
                          <a:rPr lang="en-US" altLang="zh-CN" b="1" i="1" smtClean="0">
                            <a:latin typeface="Cambria Math" panose="02040503050406030204" pitchFamily="18" charset="0"/>
                          </a:rPr>
                          <m:t>𝑾</m:t>
                        </m:r>
                      </m:e>
                      <m:sub>
                        <m:r>
                          <a:rPr lang="en-US" altLang="zh-CN" b="1" i="1" smtClean="0">
                            <a:latin typeface="Cambria Math" panose="02040503050406030204" pitchFamily="18" charset="0"/>
                          </a:rPr>
                          <m:t>𝑻</m:t>
                        </m:r>
                      </m:sub>
                    </m:sSub>
                    <m:r>
                      <a:rPr lang="en-US" altLang="zh-CN" b="1" i="1" smtClean="0">
                        <a:latin typeface="Cambria Math" panose="02040503050406030204" pitchFamily="18" charset="0"/>
                      </a:rPr>
                      <m:t>=</m:t>
                    </m:r>
                    <m:r>
                      <a:rPr lang="en-US" altLang="zh-CN" b="1" i="1" smtClean="0">
                        <a:latin typeface="Cambria Math" panose="02040503050406030204" pitchFamily="18" charset="0"/>
                      </a:rPr>
                      <m:t>𝟒</m:t>
                    </m:r>
                    <m:r>
                      <a:rPr lang="zh-CN" altLang="en-US" b="1" i="1">
                        <a:latin typeface="Cambria Math" panose="02040503050406030204" pitchFamily="18" charset="0"/>
                      </a:rPr>
                      <m:t>。</m:t>
                    </m:r>
                  </m:oMath>
                </a14:m>
                <a:endParaRPr lang="en-US" altLang="zh-CN" b="1" dirty="0"/>
              </a:p>
            </p:txBody>
          </p:sp>
        </mc:Choice>
        <mc:Fallback xmlns="">
          <p:sp>
            <p:nvSpPr>
              <p:cNvPr id="32" name="íşlïḍè">
                <a:extLst>
                  <a:ext uri="{FF2B5EF4-FFF2-40B4-BE49-F238E27FC236}">
                    <a16:creationId xmlns:a16="http://schemas.microsoft.com/office/drawing/2014/main" id="{FBFA56FC-F0C2-4492-AE42-88A025F625E8}"/>
                  </a:ext>
                </a:extLst>
              </p:cNvPr>
              <p:cNvSpPr txBox="1">
                <a:spLocks noRot="1" noChangeAspect="1" noMove="1" noResize="1" noEditPoints="1" noAdjustHandles="1" noChangeArrowheads="1" noChangeShapeType="1" noTextEdit="1"/>
              </p:cNvSpPr>
              <p:nvPr/>
            </p:nvSpPr>
            <p:spPr>
              <a:xfrm>
                <a:off x="2993250" y="4183741"/>
                <a:ext cx="6218660" cy="311297"/>
              </a:xfrm>
              <a:prstGeom prst="rect">
                <a:avLst/>
              </a:prstGeom>
              <a:blipFill>
                <a:blip r:embed="rId11"/>
                <a:stretch>
                  <a:fillRect l="-784" t="-17647" b="-43137"/>
                </a:stretch>
              </a:blipFill>
            </p:spPr>
            <p:txBody>
              <a:bodyPr/>
              <a:lstStyle/>
              <a:p>
                <a:r>
                  <a:rPr lang="zh-CN" altLang="en-US">
                    <a:noFill/>
                  </a:rPr>
                  <a:t> </a:t>
                </a:r>
              </a:p>
            </p:txBody>
          </p:sp>
        </mc:Fallback>
      </mc:AlternateContent>
      <p:sp>
        <p:nvSpPr>
          <p:cNvPr id="58" name="矩形 57">
            <a:extLst>
              <a:ext uri="{FF2B5EF4-FFF2-40B4-BE49-F238E27FC236}">
                <a16:creationId xmlns:a16="http://schemas.microsoft.com/office/drawing/2014/main" id="{B824E139-38BD-4C94-89BD-7C907264EBAA}"/>
              </a:ext>
            </a:extLst>
          </p:cNvPr>
          <p:cNvSpPr/>
          <p:nvPr/>
        </p:nvSpPr>
        <p:spPr>
          <a:xfrm>
            <a:off x="2300222" y="5553748"/>
            <a:ext cx="3023739" cy="374399"/>
          </a:xfrm>
          <a:prstGeom prst="rect">
            <a:avLst/>
          </a:prstGeom>
          <a:solidFill>
            <a:schemeClr val="accent3">
              <a:alpha val="74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60" name="矩形 59">
            <a:extLst>
              <a:ext uri="{FF2B5EF4-FFF2-40B4-BE49-F238E27FC236}">
                <a16:creationId xmlns:a16="http://schemas.microsoft.com/office/drawing/2014/main" id="{01733A93-1723-4643-A817-A883D0E4CFC7}"/>
              </a:ext>
            </a:extLst>
          </p:cNvPr>
          <p:cNvSpPr/>
          <p:nvPr/>
        </p:nvSpPr>
        <p:spPr>
          <a:xfrm>
            <a:off x="1251044" y="3106070"/>
            <a:ext cx="708432" cy="270283"/>
          </a:xfrm>
          <a:prstGeom prst="rect">
            <a:avLst/>
          </a:prstGeom>
          <a:solidFill>
            <a:schemeClr val="accent3"/>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46800" rIns="46800" rtlCol="0" anchor="ctr"/>
          <a:lstStyle/>
          <a:p>
            <a:pPr algn="ctr"/>
            <a:r>
              <a:rPr lang="en-US" altLang="zh-CN" b="1" dirty="0"/>
              <a:t>DATA3</a:t>
            </a:r>
            <a:endParaRPr lang="zh-CN" altLang="en-US" b="1" dirty="0"/>
          </a:p>
        </p:txBody>
      </p:sp>
      <p:sp>
        <p:nvSpPr>
          <p:cNvPr id="61" name="矩形 60">
            <a:extLst>
              <a:ext uri="{FF2B5EF4-FFF2-40B4-BE49-F238E27FC236}">
                <a16:creationId xmlns:a16="http://schemas.microsoft.com/office/drawing/2014/main" id="{98809D80-09F8-4BB2-B0BB-DC2666EC7ACE}"/>
              </a:ext>
            </a:extLst>
          </p:cNvPr>
          <p:cNvSpPr/>
          <p:nvPr/>
        </p:nvSpPr>
        <p:spPr>
          <a:xfrm>
            <a:off x="1251044" y="2834197"/>
            <a:ext cx="708432" cy="270283"/>
          </a:xfrm>
          <a:prstGeom prst="rect">
            <a:avLst/>
          </a:prstGeom>
          <a:solidFill>
            <a:schemeClr val="accent3"/>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46800" rIns="46800" rtlCol="0" anchor="ctr"/>
          <a:lstStyle/>
          <a:p>
            <a:pPr algn="ctr"/>
            <a:r>
              <a:rPr lang="en-US" altLang="zh-CN" b="1" dirty="0"/>
              <a:t>DATA2</a:t>
            </a:r>
            <a:endParaRPr lang="zh-CN" altLang="en-US" b="1" dirty="0"/>
          </a:p>
        </p:txBody>
      </p:sp>
      <p:sp>
        <p:nvSpPr>
          <p:cNvPr id="62" name="矩形 61">
            <a:extLst>
              <a:ext uri="{FF2B5EF4-FFF2-40B4-BE49-F238E27FC236}">
                <a16:creationId xmlns:a16="http://schemas.microsoft.com/office/drawing/2014/main" id="{581FA718-7099-49DA-AE83-B47A7E9635C4}"/>
              </a:ext>
            </a:extLst>
          </p:cNvPr>
          <p:cNvSpPr/>
          <p:nvPr/>
        </p:nvSpPr>
        <p:spPr>
          <a:xfrm>
            <a:off x="1251044" y="2563914"/>
            <a:ext cx="708432" cy="270283"/>
          </a:xfrm>
          <a:prstGeom prst="rect">
            <a:avLst/>
          </a:prstGeom>
          <a:solidFill>
            <a:schemeClr val="accent3"/>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46800" rIns="46800" rtlCol="0" anchor="ctr"/>
          <a:lstStyle/>
          <a:p>
            <a:pPr algn="ctr"/>
            <a:r>
              <a:rPr lang="en-US" altLang="zh-CN" b="1" dirty="0"/>
              <a:t>DATA1</a:t>
            </a:r>
            <a:endParaRPr lang="zh-CN" altLang="en-US" b="1" dirty="0"/>
          </a:p>
        </p:txBody>
      </p:sp>
      <p:sp>
        <p:nvSpPr>
          <p:cNvPr id="63" name="矩形 62">
            <a:extLst>
              <a:ext uri="{FF2B5EF4-FFF2-40B4-BE49-F238E27FC236}">
                <a16:creationId xmlns:a16="http://schemas.microsoft.com/office/drawing/2014/main" id="{047AF278-D7CC-4341-B906-5F2CEDA5B9C3}"/>
              </a:ext>
            </a:extLst>
          </p:cNvPr>
          <p:cNvSpPr/>
          <p:nvPr/>
        </p:nvSpPr>
        <p:spPr>
          <a:xfrm>
            <a:off x="1251044" y="2301670"/>
            <a:ext cx="708432" cy="270283"/>
          </a:xfrm>
          <a:prstGeom prst="rect">
            <a:avLst/>
          </a:prstGeom>
          <a:pattFill prst="wave">
            <a:fgClr>
              <a:schemeClr val="accent1">
                <a:lumMod val="75000"/>
              </a:schemeClr>
            </a:fgClr>
            <a:bgClr>
              <a:schemeClr val="bg1"/>
            </a:bgClr>
          </a:patt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46800" rIns="46800" rtlCol="0" anchor="ctr"/>
          <a:lstStyle/>
          <a:p>
            <a:pPr algn="ctr"/>
            <a:r>
              <a:rPr lang="en-US" altLang="zh-CN" b="1" dirty="0">
                <a:solidFill>
                  <a:schemeClr val="accent1">
                    <a:lumMod val="75000"/>
                  </a:schemeClr>
                </a:solidFill>
              </a:rPr>
              <a:t>DATA0</a:t>
            </a:r>
            <a:endParaRPr lang="zh-CN" altLang="en-US" b="1" dirty="0">
              <a:solidFill>
                <a:schemeClr val="accent1">
                  <a:lumMod val="75000"/>
                </a:schemeClr>
              </a:solidFill>
            </a:endParaRPr>
          </a:p>
        </p:txBody>
      </p:sp>
      <p:sp>
        <p:nvSpPr>
          <p:cNvPr id="59" name="爆炸形: 8 pt  58">
            <a:extLst>
              <a:ext uri="{FF2B5EF4-FFF2-40B4-BE49-F238E27FC236}">
                <a16:creationId xmlns:a16="http://schemas.microsoft.com/office/drawing/2014/main" id="{31F35661-D472-435F-A318-3C84A7D733D1}"/>
              </a:ext>
            </a:extLst>
          </p:cNvPr>
          <p:cNvSpPr/>
          <p:nvPr/>
        </p:nvSpPr>
        <p:spPr>
          <a:xfrm rot="294765">
            <a:off x="2034421" y="2296447"/>
            <a:ext cx="1203251" cy="805217"/>
          </a:xfrm>
          <a:prstGeom prst="irregularSeal1">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zh-CN" altLang="en-US" b="1" dirty="0"/>
              <a:t>误码</a:t>
            </a:r>
          </a:p>
        </p:txBody>
      </p:sp>
      <p:sp>
        <p:nvSpPr>
          <p:cNvPr id="35" name="平行四边形 34">
            <a:extLst>
              <a:ext uri="{FF2B5EF4-FFF2-40B4-BE49-F238E27FC236}">
                <a16:creationId xmlns:a16="http://schemas.microsoft.com/office/drawing/2014/main" id="{C1BA95A0-7FBB-9C3A-2BEF-A081B8C2C00D}"/>
              </a:ext>
            </a:extLst>
          </p:cNvPr>
          <p:cNvSpPr/>
          <p:nvPr/>
        </p:nvSpPr>
        <p:spPr>
          <a:xfrm>
            <a:off x="304800" y="749300"/>
            <a:ext cx="675384" cy="387090"/>
          </a:xfrm>
          <a:prstGeom prst="parallelogram">
            <a:avLst/>
          </a:prstGeom>
          <a:solidFill>
            <a:schemeClr val="accent3">
              <a:lumMod val="75000"/>
            </a:schemeClr>
          </a:solidFill>
          <a:ln>
            <a:solidFill>
              <a:schemeClr val="accent3">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CN" sz="2200" dirty="0">
                <a:latin typeface="Impact" panose="020B0806030902050204" pitchFamily="34" charset="0"/>
              </a:rPr>
              <a:t>05</a:t>
            </a:r>
            <a:endParaRPr lang="zh-CN" altLang="en-US" sz="2200" dirty="0">
              <a:latin typeface="Impact" panose="020B0806030902050204" pitchFamily="34" charset="0"/>
            </a:endParaRPr>
          </a:p>
        </p:txBody>
      </p:sp>
    </p:spTree>
    <p:custDataLst>
      <p:tags r:id="rId1"/>
    </p:custDataLst>
    <p:extLst>
      <p:ext uri="{BB962C8B-B14F-4D97-AF65-F5344CB8AC3E}">
        <p14:creationId xmlns:p14="http://schemas.microsoft.com/office/powerpoint/2010/main" val="2820158702"/>
      </p:ext>
    </p:extLst>
  </p:cSld>
  <p:clrMapOvr>
    <a:masterClrMapping/>
  </p:clrMapOvr>
  <mc:AlternateContent xmlns:mc="http://schemas.openxmlformats.org/markup-compatibility/2006" xmlns:p14="http://schemas.microsoft.com/office/powerpoint/2010/main">
    <mc:Choice Requires="p14">
      <p:transition p14:dur="10"/>
    </mc:Choice>
    <mc:Fallback xmlns="">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32" presetClass="emph" presetSubtype="0" fill="hold" grpId="0" nodeType="withEffect">
                                  <p:stCondLst>
                                    <p:cond delay="0"/>
                                  </p:stCondLst>
                                  <p:childTnLst>
                                    <p:animRot by="120000">
                                      <p:cBhvr>
                                        <p:cTn id="6" dur="100" fill="hold">
                                          <p:stCondLst>
                                            <p:cond delay="0"/>
                                          </p:stCondLst>
                                        </p:cTn>
                                        <p:tgtEl>
                                          <p:spTgt spid="63"/>
                                        </p:tgtEl>
                                        <p:attrNameLst>
                                          <p:attrName>r</p:attrName>
                                        </p:attrNameLst>
                                      </p:cBhvr>
                                    </p:animRot>
                                    <p:animRot by="-240000">
                                      <p:cBhvr>
                                        <p:cTn id="7" dur="200" fill="hold">
                                          <p:stCondLst>
                                            <p:cond delay="200"/>
                                          </p:stCondLst>
                                        </p:cTn>
                                        <p:tgtEl>
                                          <p:spTgt spid="63"/>
                                        </p:tgtEl>
                                        <p:attrNameLst>
                                          <p:attrName>r</p:attrName>
                                        </p:attrNameLst>
                                      </p:cBhvr>
                                    </p:animRot>
                                    <p:animRot by="240000">
                                      <p:cBhvr>
                                        <p:cTn id="8" dur="200" fill="hold">
                                          <p:stCondLst>
                                            <p:cond delay="400"/>
                                          </p:stCondLst>
                                        </p:cTn>
                                        <p:tgtEl>
                                          <p:spTgt spid="63"/>
                                        </p:tgtEl>
                                        <p:attrNameLst>
                                          <p:attrName>r</p:attrName>
                                        </p:attrNameLst>
                                      </p:cBhvr>
                                    </p:animRot>
                                    <p:animRot by="-240000">
                                      <p:cBhvr>
                                        <p:cTn id="9" dur="200" fill="hold">
                                          <p:stCondLst>
                                            <p:cond delay="600"/>
                                          </p:stCondLst>
                                        </p:cTn>
                                        <p:tgtEl>
                                          <p:spTgt spid="63"/>
                                        </p:tgtEl>
                                        <p:attrNameLst>
                                          <p:attrName>r</p:attrName>
                                        </p:attrNameLst>
                                      </p:cBhvr>
                                    </p:animRot>
                                    <p:animRot by="120000">
                                      <p:cBhvr>
                                        <p:cTn id="10" dur="200" fill="hold">
                                          <p:stCondLst>
                                            <p:cond delay="800"/>
                                          </p:stCondLst>
                                        </p:cTn>
                                        <p:tgtEl>
                                          <p:spTgt spid="63"/>
                                        </p:tgtEl>
                                        <p:attrNameLst>
                                          <p:attrName>r</p:attrName>
                                        </p:attrNameLst>
                                      </p:cBhvr>
                                    </p:animRot>
                                  </p:childTnLst>
                                </p:cTn>
                              </p:par>
                              <p:par>
                                <p:cTn id="11" presetID="53" presetClass="entr" presetSubtype="16" fill="hold" grpId="0" nodeType="withEffect">
                                  <p:stCondLst>
                                    <p:cond delay="0"/>
                                  </p:stCondLst>
                                  <p:childTnLst>
                                    <p:set>
                                      <p:cBhvr>
                                        <p:cTn id="12" dur="1" fill="hold">
                                          <p:stCondLst>
                                            <p:cond delay="0"/>
                                          </p:stCondLst>
                                        </p:cTn>
                                        <p:tgtEl>
                                          <p:spTgt spid="59"/>
                                        </p:tgtEl>
                                        <p:attrNameLst>
                                          <p:attrName>style.visibility</p:attrName>
                                        </p:attrNameLst>
                                      </p:cBhvr>
                                      <p:to>
                                        <p:strVal val="visible"/>
                                      </p:to>
                                    </p:set>
                                    <p:anim calcmode="lin" valueType="num">
                                      <p:cBhvr>
                                        <p:cTn id="13" dur="500" fill="hold"/>
                                        <p:tgtEl>
                                          <p:spTgt spid="59"/>
                                        </p:tgtEl>
                                        <p:attrNameLst>
                                          <p:attrName>ppt_w</p:attrName>
                                        </p:attrNameLst>
                                      </p:cBhvr>
                                      <p:tavLst>
                                        <p:tav tm="0">
                                          <p:val>
                                            <p:fltVal val="0"/>
                                          </p:val>
                                        </p:tav>
                                        <p:tav tm="100000">
                                          <p:val>
                                            <p:strVal val="#ppt_w"/>
                                          </p:val>
                                        </p:tav>
                                      </p:tavLst>
                                    </p:anim>
                                    <p:anim calcmode="lin" valueType="num">
                                      <p:cBhvr>
                                        <p:cTn id="14" dur="500" fill="hold"/>
                                        <p:tgtEl>
                                          <p:spTgt spid="59"/>
                                        </p:tgtEl>
                                        <p:attrNameLst>
                                          <p:attrName>ppt_h</p:attrName>
                                        </p:attrNameLst>
                                      </p:cBhvr>
                                      <p:tavLst>
                                        <p:tav tm="0">
                                          <p:val>
                                            <p:fltVal val="0"/>
                                          </p:val>
                                        </p:tav>
                                        <p:tav tm="100000">
                                          <p:val>
                                            <p:strVal val="#ppt_h"/>
                                          </p:val>
                                        </p:tav>
                                      </p:tavLst>
                                    </p:anim>
                                    <p:animEffect transition="in" filter="fade">
                                      <p:cBhvr>
                                        <p:cTn id="15" dur="500"/>
                                        <p:tgtEl>
                                          <p:spTgt spid="59"/>
                                        </p:tgtEl>
                                      </p:cBhvr>
                                    </p:animEffect>
                                  </p:childTnLst>
                                </p:cTn>
                              </p:par>
                            </p:childTnLst>
                          </p:cTn>
                        </p:par>
                      </p:childTnLst>
                    </p:cTn>
                  </p:par>
                  <p:par>
                    <p:cTn id="16" fill="hold">
                      <p:stCondLst>
                        <p:cond delay="indefinite"/>
                      </p:stCondLst>
                      <p:childTnLst>
                        <p:par>
                          <p:cTn id="17" fill="hold">
                            <p:stCondLst>
                              <p:cond delay="0"/>
                            </p:stCondLst>
                            <p:childTnLst>
                              <p:par>
                                <p:cTn id="18" presetID="49" presetClass="exit" presetSubtype="0" accel="100000" fill="hold" grpId="1" nodeType="clickEffect">
                                  <p:stCondLst>
                                    <p:cond delay="0"/>
                                  </p:stCondLst>
                                  <p:childTnLst>
                                    <p:anim calcmode="lin" valueType="num">
                                      <p:cBhvr>
                                        <p:cTn id="19" dur="500"/>
                                        <p:tgtEl>
                                          <p:spTgt spid="59"/>
                                        </p:tgtEl>
                                        <p:attrNameLst>
                                          <p:attrName>ppt_w</p:attrName>
                                        </p:attrNameLst>
                                      </p:cBhvr>
                                      <p:tavLst>
                                        <p:tav tm="0">
                                          <p:val>
                                            <p:strVal val="ppt_w"/>
                                          </p:val>
                                        </p:tav>
                                        <p:tav tm="100000">
                                          <p:val>
                                            <p:fltVal val="0"/>
                                          </p:val>
                                        </p:tav>
                                      </p:tavLst>
                                    </p:anim>
                                    <p:anim calcmode="lin" valueType="num">
                                      <p:cBhvr>
                                        <p:cTn id="20" dur="500"/>
                                        <p:tgtEl>
                                          <p:spTgt spid="59"/>
                                        </p:tgtEl>
                                        <p:attrNameLst>
                                          <p:attrName>ppt_h</p:attrName>
                                        </p:attrNameLst>
                                      </p:cBhvr>
                                      <p:tavLst>
                                        <p:tav tm="0">
                                          <p:val>
                                            <p:strVal val="ppt_h"/>
                                          </p:val>
                                        </p:tav>
                                        <p:tav tm="100000">
                                          <p:val>
                                            <p:fltVal val="0"/>
                                          </p:val>
                                        </p:tav>
                                      </p:tavLst>
                                    </p:anim>
                                    <p:anim calcmode="lin" valueType="num">
                                      <p:cBhvr>
                                        <p:cTn id="21" dur="500"/>
                                        <p:tgtEl>
                                          <p:spTgt spid="59"/>
                                        </p:tgtEl>
                                        <p:attrNameLst>
                                          <p:attrName>style.rotation</p:attrName>
                                        </p:attrNameLst>
                                      </p:cBhvr>
                                      <p:tavLst>
                                        <p:tav tm="0">
                                          <p:val>
                                            <p:fltVal val="0"/>
                                          </p:val>
                                        </p:tav>
                                        <p:tav tm="100000">
                                          <p:val>
                                            <p:fltVal val="360"/>
                                          </p:val>
                                        </p:tav>
                                      </p:tavLst>
                                    </p:anim>
                                    <p:animEffect transition="out" filter="fade">
                                      <p:cBhvr>
                                        <p:cTn id="22" dur="500"/>
                                        <p:tgtEl>
                                          <p:spTgt spid="59"/>
                                        </p:tgtEl>
                                      </p:cBhvr>
                                    </p:animEffect>
                                    <p:set>
                                      <p:cBhvr>
                                        <p:cTn id="23" dur="1" fill="hold">
                                          <p:stCondLst>
                                            <p:cond delay="499"/>
                                          </p:stCondLst>
                                        </p:cTn>
                                        <p:tgtEl>
                                          <p:spTgt spid="59"/>
                                        </p:tgtEl>
                                        <p:attrNameLst>
                                          <p:attrName>style.visibility</p:attrName>
                                        </p:attrNameLst>
                                      </p:cBhvr>
                                      <p:to>
                                        <p:strVal val="hidden"/>
                                      </p:to>
                                    </p:set>
                                  </p:childTnLst>
                                </p:cTn>
                              </p:par>
                              <p:par>
                                <p:cTn id="24" presetID="2" presetClass="exit" presetSubtype="8" fill="hold" grpId="1" nodeType="withEffect">
                                  <p:stCondLst>
                                    <p:cond delay="0"/>
                                  </p:stCondLst>
                                  <p:childTnLst>
                                    <p:anim calcmode="lin" valueType="num">
                                      <p:cBhvr additive="base">
                                        <p:cTn id="25" dur="500"/>
                                        <p:tgtEl>
                                          <p:spTgt spid="63"/>
                                        </p:tgtEl>
                                        <p:attrNameLst>
                                          <p:attrName>ppt_x</p:attrName>
                                        </p:attrNameLst>
                                      </p:cBhvr>
                                      <p:tavLst>
                                        <p:tav tm="0">
                                          <p:val>
                                            <p:strVal val="ppt_x"/>
                                          </p:val>
                                        </p:tav>
                                        <p:tav tm="100000">
                                          <p:val>
                                            <p:strVal val="0-ppt_w/2"/>
                                          </p:val>
                                        </p:tav>
                                      </p:tavLst>
                                    </p:anim>
                                    <p:anim calcmode="lin" valueType="num">
                                      <p:cBhvr additive="base">
                                        <p:cTn id="26" dur="500"/>
                                        <p:tgtEl>
                                          <p:spTgt spid="63"/>
                                        </p:tgtEl>
                                        <p:attrNameLst>
                                          <p:attrName>ppt_y</p:attrName>
                                        </p:attrNameLst>
                                      </p:cBhvr>
                                      <p:tavLst>
                                        <p:tav tm="0">
                                          <p:val>
                                            <p:strVal val="ppt_y"/>
                                          </p:val>
                                        </p:tav>
                                        <p:tav tm="100000">
                                          <p:val>
                                            <p:strVal val="ppt_y"/>
                                          </p:val>
                                        </p:tav>
                                      </p:tavLst>
                                    </p:anim>
                                    <p:set>
                                      <p:cBhvr>
                                        <p:cTn id="27" dur="1" fill="hold">
                                          <p:stCondLst>
                                            <p:cond delay="499"/>
                                          </p:stCondLst>
                                        </p:cTn>
                                        <p:tgtEl>
                                          <p:spTgt spid="63"/>
                                        </p:tgtEl>
                                        <p:attrNameLst>
                                          <p:attrName>style.visibility</p:attrName>
                                        </p:attrNameLst>
                                      </p:cBhvr>
                                      <p:to>
                                        <p:strVal val="hidden"/>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63" grpId="0" animBg="1"/>
      <p:bldP spid="63" grpId="1" animBg="1"/>
      <p:bldP spid="59" grpId="0" animBg="1"/>
      <p:bldP spid="59" grpId="1" animBg="1"/>
    </p:bldLst>
  </p:timing>
</p:sld>
</file>

<file path=ppt/slides/slide20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45" name="组合 44">
            <a:extLst>
              <a:ext uri="{FF2B5EF4-FFF2-40B4-BE49-F238E27FC236}">
                <a16:creationId xmlns:a16="http://schemas.microsoft.com/office/drawing/2014/main" id="{F5FCA282-8954-464E-9962-8DEC0A190612}"/>
              </a:ext>
            </a:extLst>
          </p:cNvPr>
          <p:cNvGrpSpPr/>
          <p:nvPr/>
        </p:nvGrpSpPr>
        <p:grpSpPr>
          <a:xfrm>
            <a:off x="2305203" y="1368773"/>
            <a:ext cx="3025589" cy="910796"/>
            <a:chOff x="2302929" y="5098286"/>
            <a:chExt cx="3025589" cy="910796"/>
          </a:xfrm>
        </p:grpSpPr>
        <p:sp>
          <p:nvSpPr>
            <p:cNvPr id="46" name="矩形 45">
              <a:extLst>
                <a:ext uri="{FF2B5EF4-FFF2-40B4-BE49-F238E27FC236}">
                  <a16:creationId xmlns:a16="http://schemas.microsoft.com/office/drawing/2014/main" id="{471AA480-7085-4D51-B0B4-D68301BF2020}"/>
                </a:ext>
              </a:extLst>
            </p:cNvPr>
            <p:cNvSpPr/>
            <p:nvPr/>
          </p:nvSpPr>
          <p:spPr>
            <a:xfrm>
              <a:off x="2302929" y="5467618"/>
              <a:ext cx="3025589" cy="541464"/>
            </a:xfrm>
            <a:prstGeom prst="rect">
              <a:avLst/>
            </a:prstGeom>
            <a:solidFill>
              <a:schemeClr val="accent4"/>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mc:AlternateContent xmlns:mc="http://schemas.openxmlformats.org/markup-compatibility/2006" xmlns:a14="http://schemas.microsoft.com/office/drawing/2010/main">
          <mc:Choice Requires="a14">
            <p:sp>
              <p:nvSpPr>
                <p:cNvPr id="47" name="文本框 46">
                  <a:extLst>
                    <a:ext uri="{FF2B5EF4-FFF2-40B4-BE49-F238E27FC236}">
                      <a16:creationId xmlns:a16="http://schemas.microsoft.com/office/drawing/2014/main" id="{4DD506B6-2862-4CF6-A3E9-F36AEFD5D21B}"/>
                    </a:ext>
                  </a:extLst>
                </p:cNvPr>
                <p:cNvSpPr txBox="1"/>
                <p:nvPr/>
              </p:nvSpPr>
              <p:spPr>
                <a:xfrm>
                  <a:off x="3277773" y="5098286"/>
                  <a:ext cx="1067217" cy="369332"/>
                </a:xfrm>
                <a:prstGeom prst="rect">
                  <a:avLst/>
                </a:prstGeom>
                <a:noFill/>
              </p:spPr>
              <p:txBody>
                <a:bodyPr wrap="square">
                  <a:spAutoFit/>
                </a:bodyPr>
                <a:lstStyle/>
                <a:p>
                  <a:pPr/>
                  <a14:m>
                    <m:oMathPara xmlns:m="http://schemas.openxmlformats.org/officeDocument/2006/math">
                      <m:oMathParaPr>
                        <m:jc m:val="centerGroup"/>
                      </m:oMathParaPr>
                      <m:oMath xmlns:m="http://schemas.openxmlformats.org/officeDocument/2006/math">
                        <m:sSub>
                          <m:sSubPr>
                            <m:ctrlPr>
                              <a:rPr lang="en-US" altLang="zh-CN" b="1" i="1" smtClean="0">
                                <a:solidFill>
                                  <a:schemeClr val="accent4"/>
                                </a:solidFill>
                                <a:latin typeface="Cambria Math" panose="02040503050406030204" pitchFamily="18" charset="0"/>
                              </a:rPr>
                            </m:ctrlPr>
                          </m:sSubPr>
                          <m:e>
                            <m:r>
                              <a:rPr lang="en-US" altLang="zh-CN" b="1" i="1" smtClean="0">
                                <a:solidFill>
                                  <a:schemeClr val="accent4"/>
                                </a:solidFill>
                                <a:latin typeface="Cambria Math" panose="02040503050406030204" pitchFamily="18" charset="0"/>
                              </a:rPr>
                              <m:t>𝑾</m:t>
                            </m:r>
                          </m:e>
                          <m:sub>
                            <m:r>
                              <a:rPr lang="en-US" altLang="zh-CN" b="1" i="1" smtClean="0">
                                <a:solidFill>
                                  <a:schemeClr val="accent4"/>
                                </a:solidFill>
                                <a:latin typeface="Cambria Math" panose="02040503050406030204" pitchFamily="18" charset="0"/>
                              </a:rPr>
                              <m:t>𝑹</m:t>
                            </m:r>
                          </m:sub>
                        </m:sSub>
                        <m:r>
                          <a:rPr lang="en-US" altLang="zh-CN" b="1" i="1" smtClean="0">
                            <a:solidFill>
                              <a:schemeClr val="accent4"/>
                            </a:solidFill>
                            <a:latin typeface="Cambria Math" panose="02040503050406030204" pitchFamily="18" charset="0"/>
                          </a:rPr>
                          <m:t>=</m:t>
                        </m:r>
                        <m:r>
                          <a:rPr lang="en-US" altLang="zh-CN" b="1" i="1" smtClean="0">
                            <a:solidFill>
                              <a:schemeClr val="accent4"/>
                            </a:solidFill>
                            <a:latin typeface="Cambria Math" panose="02040503050406030204" pitchFamily="18" charset="0"/>
                          </a:rPr>
                          <m:t>𝟒</m:t>
                        </m:r>
                      </m:oMath>
                    </m:oMathPara>
                  </a14:m>
                  <a:endParaRPr lang="zh-CN" altLang="en-US" dirty="0">
                    <a:solidFill>
                      <a:schemeClr val="accent4"/>
                    </a:solidFill>
                  </a:endParaRPr>
                </a:p>
              </p:txBody>
            </p:sp>
          </mc:Choice>
          <mc:Fallback xmlns="">
            <p:sp>
              <p:nvSpPr>
                <p:cNvPr id="47" name="文本框 46">
                  <a:extLst>
                    <a:ext uri="{FF2B5EF4-FFF2-40B4-BE49-F238E27FC236}">
                      <a16:creationId xmlns:a16="http://schemas.microsoft.com/office/drawing/2014/main" id="{4DD506B6-2862-4CF6-A3E9-F36AEFD5D21B}"/>
                    </a:ext>
                  </a:extLst>
                </p:cNvPr>
                <p:cNvSpPr txBox="1">
                  <a:spLocks noRot="1" noChangeAspect="1" noMove="1" noResize="1" noEditPoints="1" noAdjustHandles="1" noChangeArrowheads="1" noChangeShapeType="1" noTextEdit="1"/>
                </p:cNvSpPr>
                <p:nvPr/>
              </p:nvSpPr>
              <p:spPr>
                <a:xfrm>
                  <a:off x="3277773" y="5098286"/>
                  <a:ext cx="1067217" cy="369332"/>
                </a:xfrm>
                <a:prstGeom prst="rect">
                  <a:avLst/>
                </a:prstGeom>
                <a:blipFill>
                  <a:blip r:embed="rId3"/>
                  <a:stretch>
                    <a:fillRect b="-3333"/>
                  </a:stretch>
                </a:blipFill>
              </p:spPr>
              <p:txBody>
                <a:bodyPr/>
                <a:lstStyle/>
                <a:p>
                  <a:r>
                    <a:rPr lang="zh-CN" altLang="en-US">
                      <a:noFill/>
                    </a:rPr>
                    <a:t> </a:t>
                  </a:r>
                </a:p>
              </p:txBody>
            </p:sp>
          </mc:Fallback>
        </mc:AlternateContent>
      </p:grpSp>
      <p:grpSp>
        <p:nvGrpSpPr>
          <p:cNvPr id="5" name="组合 4">
            <a:extLst>
              <a:ext uri="{FF2B5EF4-FFF2-40B4-BE49-F238E27FC236}">
                <a16:creationId xmlns:a16="http://schemas.microsoft.com/office/drawing/2014/main" id="{20EFBF47-A85C-4FD1-BB81-590596419A3D}"/>
              </a:ext>
            </a:extLst>
          </p:cNvPr>
          <p:cNvGrpSpPr/>
          <p:nvPr/>
        </p:nvGrpSpPr>
        <p:grpSpPr>
          <a:xfrm>
            <a:off x="2302929" y="5098286"/>
            <a:ext cx="3025589" cy="910796"/>
            <a:chOff x="2302929" y="5098286"/>
            <a:chExt cx="3025589" cy="910796"/>
          </a:xfrm>
        </p:grpSpPr>
        <p:sp>
          <p:nvSpPr>
            <p:cNvPr id="33" name="矩形 32">
              <a:extLst>
                <a:ext uri="{FF2B5EF4-FFF2-40B4-BE49-F238E27FC236}">
                  <a16:creationId xmlns:a16="http://schemas.microsoft.com/office/drawing/2014/main" id="{3EA6F5A2-1C83-4BE5-9CCD-7CBA9C984323}"/>
                </a:ext>
              </a:extLst>
            </p:cNvPr>
            <p:cNvSpPr/>
            <p:nvPr/>
          </p:nvSpPr>
          <p:spPr>
            <a:xfrm>
              <a:off x="2302929" y="5467618"/>
              <a:ext cx="3025589" cy="541464"/>
            </a:xfrm>
            <a:prstGeom prst="rect">
              <a:avLst/>
            </a:prstGeom>
            <a:solidFill>
              <a:schemeClr val="accent3"/>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mc:AlternateContent xmlns:mc="http://schemas.openxmlformats.org/markup-compatibility/2006" xmlns:a14="http://schemas.microsoft.com/office/drawing/2010/main">
          <mc:Choice Requires="a14">
            <p:sp>
              <p:nvSpPr>
                <p:cNvPr id="34" name="文本框 33">
                  <a:extLst>
                    <a:ext uri="{FF2B5EF4-FFF2-40B4-BE49-F238E27FC236}">
                      <a16:creationId xmlns:a16="http://schemas.microsoft.com/office/drawing/2014/main" id="{8C755A65-DDAE-400F-BD8A-B2EB9981B67D}"/>
                    </a:ext>
                  </a:extLst>
                </p:cNvPr>
                <p:cNvSpPr txBox="1"/>
                <p:nvPr/>
              </p:nvSpPr>
              <p:spPr>
                <a:xfrm>
                  <a:off x="3277773" y="5098286"/>
                  <a:ext cx="1067217" cy="369332"/>
                </a:xfrm>
                <a:prstGeom prst="rect">
                  <a:avLst/>
                </a:prstGeom>
                <a:noFill/>
              </p:spPr>
              <p:txBody>
                <a:bodyPr wrap="square">
                  <a:spAutoFit/>
                </a:bodyPr>
                <a:lstStyle/>
                <a:p>
                  <a:pPr/>
                  <a14:m>
                    <m:oMathPara xmlns:m="http://schemas.openxmlformats.org/officeDocument/2006/math">
                      <m:oMathParaPr>
                        <m:jc m:val="centerGroup"/>
                      </m:oMathParaPr>
                      <m:oMath xmlns:m="http://schemas.openxmlformats.org/officeDocument/2006/math">
                        <m:sSub>
                          <m:sSubPr>
                            <m:ctrlPr>
                              <a:rPr lang="en-US" altLang="zh-CN" b="1" i="1" smtClean="0">
                                <a:solidFill>
                                  <a:schemeClr val="accent3"/>
                                </a:solidFill>
                                <a:latin typeface="Cambria Math" panose="02040503050406030204" pitchFamily="18" charset="0"/>
                              </a:rPr>
                            </m:ctrlPr>
                          </m:sSubPr>
                          <m:e>
                            <m:r>
                              <a:rPr lang="en-US" altLang="zh-CN" b="1" i="1" smtClean="0">
                                <a:solidFill>
                                  <a:schemeClr val="accent3"/>
                                </a:solidFill>
                                <a:latin typeface="Cambria Math" panose="02040503050406030204" pitchFamily="18" charset="0"/>
                              </a:rPr>
                              <m:t>𝑾</m:t>
                            </m:r>
                          </m:e>
                          <m:sub>
                            <m:r>
                              <a:rPr lang="en-US" altLang="zh-CN" b="1" i="1" smtClean="0">
                                <a:solidFill>
                                  <a:schemeClr val="accent3"/>
                                </a:solidFill>
                                <a:latin typeface="Cambria Math" panose="02040503050406030204" pitchFamily="18" charset="0"/>
                              </a:rPr>
                              <m:t>𝑻</m:t>
                            </m:r>
                          </m:sub>
                        </m:sSub>
                        <m:r>
                          <a:rPr lang="en-US" altLang="zh-CN" b="1" i="1" smtClean="0">
                            <a:solidFill>
                              <a:schemeClr val="accent3"/>
                            </a:solidFill>
                            <a:latin typeface="Cambria Math" panose="02040503050406030204" pitchFamily="18" charset="0"/>
                          </a:rPr>
                          <m:t>=</m:t>
                        </m:r>
                        <m:r>
                          <a:rPr lang="en-US" altLang="zh-CN" b="1" i="1" smtClean="0">
                            <a:solidFill>
                              <a:schemeClr val="accent3"/>
                            </a:solidFill>
                            <a:latin typeface="Cambria Math" panose="02040503050406030204" pitchFamily="18" charset="0"/>
                          </a:rPr>
                          <m:t>𝟒</m:t>
                        </m:r>
                      </m:oMath>
                    </m:oMathPara>
                  </a14:m>
                  <a:endParaRPr lang="zh-CN" altLang="en-US" dirty="0">
                    <a:solidFill>
                      <a:schemeClr val="accent3"/>
                    </a:solidFill>
                  </a:endParaRPr>
                </a:p>
              </p:txBody>
            </p:sp>
          </mc:Choice>
          <mc:Fallback xmlns="">
            <p:sp>
              <p:nvSpPr>
                <p:cNvPr id="34" name="文本框 33">
                  <a:extLst>
                    <a:ext uri="{FF2B5EF4-FFF2-40B4-BE49-F238E27FC236}">
                      <a16:creationId xmlns:a16="http://schemas.microsoft.com/office/drawing/2014/main" id="{8C755A65-DDAE-400F-BD8A-B2EB9981B67D}"/>
                    </a:ext>
                  </a:extLst>
                </p:cNvPr>
                <p:cNvSpPr txBox="1">
                  <a:spLocks noRot="1" noChangeAspect="1" noMove="1" noResize="1" noEditPoints="1" noAdjustHandles="1" noChangeArrowheads="1" noChangeShapeType="1" noTextEdit="1"/>
                </p:cNvSpPr>
                <p:nvPr/>
              </p:nvSpPr>
              <p:spPr>
                <a:xfrm>
                  <a:off x="3277773" y="5098286"/>
                  <a:ext cx="1067217" cy="369332"/>
                </a:xfrm>
                <a:prstGeom prst="rect">
                  <a:avLst/>
                </a:prstGeom>
                <a:blipFill>
                  <a:blip r:embed="rId4"/>
                  <a:stretch>
                    <a:fillRect b="-3279"/>
                  </a:stretch>
                </a:blipFill>
              </p:spPr>
              <p:txBody>
                <a:bodyPr/>
                <a:lstStyle/>
                <a:p>
                  <a:r>
                    <a:rPr lang="zh-CN" altLang="en-US">
                      <a:noFill/>
                    </a:rPr>
                    <a:t> </a:t>
                  </a:r>
                </a:p>
              </p:txBody>
            </p:sp>
          </mc:Fallback>
        </mc:AlternateContent>
      </p:grpSp>
      <p:grpSp>
        <p:nvGrpSpPr>
          <p:cNvPr id="4" name="组合 3">
            <a:extLst>
              <a:ext uri="{FF2B5EF4-FFF2-40B4-BE49-F238E27FC236}">
                <a16:creationId xmlns:a16="http://schemas.microsoft.com/office/drawing/2014/main" id="{9A1EA9F2-FCB6-48C3-935F-7AE7E3AD14AC}"/>
              </a:ext>
            </a:extLst>
          </p:cNvPr>
          <p:cNvGrpSpPr/>
          <p:nvPr/>
        </p:nvGrpSpPr>
        <p:grpSpPr>
          <a:xfrm>
            <a:off x="304800" y="749300"/>
            <a:ext cx="6192344" cy="400110"/>
            <a:chOff x="424117" y="898245"/>
            <a:chExt cx="6192344" cy="400110"/>
          </a:xfrm>
        </p:grpSpPr>
        <p:sp>
          <p:nvSpPr>
            <p:cNvPr id="2" name="平行四边形 1">
              <a:extLst>
                <a:ext uri="{FF2B5EF4-FFF2-40B4-BE49-F238E27FC236}">
                  <a16:creationId xmlns:a16="http://schemas.microsoft.com/office/drawing/2014/main" id="{1F5BAA3F-9845-4F89-A2DD-8222D3E4EDAC}"/>
                </a:ext>
              </a:extLst>
            </p:cNvPr>
            <p:cNvSpPr/>
            <p:nvPr/>
          </p:nvSpPr>
          <p:spPr>
            <a:xfrm>
              <a:off x="424117" y="898245"/>
              <a:ext cx="628306" cy="387090"/>
            </a:xfrm>
            <a:prstGeom prst="parallelogram">
              <a:avLst/>
            </a:prstGeom>
            <a:solidFill>
              <a:schemeClr val="accent3">
                <a:lumMod val="75000"/>
              </a:schemeClr>
            </a:solidFill>
            <a:ln>
              <a:solidFill>
                <a:schemeClr val="accent3">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CN" sz="2200" dirty="0">
                  <a:latin typeface="Impact" panose="020B0806030902050204" pitchFamily="34" charset="0"/>
                </a:rPr>
                <a:t>01</a:t>
              </a:r>
              <a:endParaRPr lang="zh-CN" altLang="en-US" sz="2200" dirty="0">
                <a:latin typeface="Impact" panose="020B0806030902050204" pitchFamily="34" charset="0"/>
              </a:endParaRPr>
            </a:p>
          </p:txBody>
        </p:sp>
        <p:sp>
          <p:nvSpPr>
            <p:cNvPr id="3" name="文本框 2">
              <a:extLst>
                <a:ext uri="{FF2B5EF4-FFF2-40B4-BE49-F238E27FC236}">
                  <a16:creationId xmlns:a16="http://schemas.microsoft.com/office/drawing/2014/main" id="{4D6BD736-A4D3-4F26-AFED-36E11F50F70B}"/>
                </a:ext>
              </a:extLst>
            </p:cNvPr>
            <p:cNvSpPr txBox="1"/>
            <p:nvPr/>
          </p:nvSpPr>
          <p:spPr>
            <a:xfrm>
              <a:off x="1052423" y="898245"/>
              <a:ext cx="5564038" cy="400110"/>
            </a:xfrm>
            <a:prstGeom prst="rect">
              <a:avLst/>
            </a:prstGeom>
            <a:noFill/>
          </p:spPr>
          <p:txBody>
            <a:bodyPr wrap="square" rtlCol="0">
              <a:spAutoFit/>
            </a:bodyPr>
            <a:lstStyle/>
            <a:p>
              <a:r>
                <a:rPr lang="zh-CN" altLang="en-US" sz="2000" b="1" dirty="0"/>
                <a:t>选择重传协议</a:t>
              </a:r>
            </a:p>
          </p:txBody>
        </p:sp>
      </p:grpSp>
      <p:grpSp>
        <p:nvGrpSpPr>
          <p:cNvPr id="18" name="组合 17">
            <a:extLst>
              <a:ext uri="{FF2B5EF4-FFF2-40B4-BE49-F238E27FC236}">
                <a16:creationId xmlns:a16="http://schemas.microsoft.com/office/drawing/2014/main" id="{AF599708-FA4B-4F1A-915B-51ADB6AF8A5B}"/>
              </a:ext>
            </a:extLst>
          </p:cNvPr>
          <p:cNvGrpSpPr/>
          <p:nvPr/>
        </p:nvGrpSpPr>
        <p:grpSpPr>
          <a:xfrm>
            <a:off x="475097" y="1263518"/>
            <a:ext cx="1355161" cy="5114896"/>
            <a:chOff x="475097" y="1263518"/>
            <a:chExt cx="1355161" cy="5114896"/>
          </a:xfrm>
        </p:grpSpPr>
        <p:cxnSp>
          <p:nvCxnSpPr>
            <p:cNvPr id="19" name="直接连接符 18">
              <a:extLst>
                <a:ext uri="{FF2B5EF4-FFF2-40B4-BE49-F238E27FC236}">
                  <a16:creationId xmlns:a16="http://schemas.microsoft.com/office/drawing/2014/main" id="{8C267D38-D538-4153-B853-5B2DDE097738}"/>
                </a:ext>
              </a:extLst>
            </p:cNvPr>
            <p:cNvCxnSpPr>
              <a:cxnSpLocks/>
            </p:cNvCxnSpPr>
            <p:nvPr/>
          </p:nvCxnSpPr>
          <p:spPr>
            <a:xfrm flipV="1">
              <a:off x="1208367" y="2012996"/>
              <a:ext cx="0" cy="3813858"/>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nvGrpSpPr>
            <p:cNvPr id="20" name="组合 19">
              <a:extLst>
                <a:ext uri="{FF2B5EF4-FFF2-40B4-BE49-F238E27FC236}">
                  <a16:creationId xmlns:a16="http://schemas.microsoft.com/office/drawing/2014/main" id="{1A3F15DA-8F30-45DE-8760-8CB5AC7691B0}"/>
                </a:ext>
              </a:extLst>
            </p:cNvPr>
            <p:cNvGrpSpPr/>
            <p:nvPr/>
          </p:nvGrpSpPr>
          <p:grpSpPr>
            <a:xfrm>
              <a:off x="700096" y="5368000"/>
              <a:ext cx="905164" cy="1010414"/>
              <a:chOff x="700096" y="5368000"/>
              <a:chExt cx="905164" cy="1010414"/>
            </a:xfrm>
          </p:grpSpPr>
          <p:pic>
            <p:nvPicPr>
              <p:cNvPr id="25" name="图形 24">
                <a:extLst>
                  <a:ext uri="{FF2B5EF4-FFF2-40B4-BE49-F238E27FC236}">
                    <a16:creationId xmlns:a16="http://schemas.microsoft.com/office/drawing/2014/main" id="{5079B8D0-730B-4F27-A9EC-8AC79CEECAE0}"/>
                  </a:ext>
                </a:extLst>
              </p:cNvPr>
              <p:cNvPicPr>
                <a:picLocks noChangeAspect="1"/>
              </p:cNvPicPr>
              <p:nvPr/>
            </p:nvPicPr>
            <p:blipFill>
              <a:blip r:embed="rId5">
                <a:extLst>
                  <a:ext uri="{28A0092B-C50C-407E-A947-70E740481C1C}">
                    <a14:useLocalDpi xmlns:a14="http://schemas.microsoft.com/office/drawing/2010/main" val="0"/>
                  </a:ext>
                  <a:ext uri="{96DAC541-7B7A-43D3-8B79-37D633B846F1}">
                    <asvg:svgBlip xmlns:asvg="http://schemas.microsoft.com/office/drawing/2016/SVG/main" r:embed="rId6"/>
                  </a:ext>
                </a:extLst>
              </a:blip>
              <a:stretch>
                <a:fillRect/>
              </a:stretch>
            </p:blipFill>
            <p:spPr>
              <a:xfrm>
                <a:off x="821271" y="5368000"/>
                <a:ext cx="662814" cy="641082"/>
              </a:xfrm>
              <a:prstGeom prst="rect">
                <a:avLst/>
              </a:prstGeom>
            </p:spPr>
          </p:pic>
          <p:sp>
            <p:nvSpPr>
              <p:cNvPr id="26" name="文本框 25">
                <a:extLst>
                  <a:ext uri="{FF2B5EF4-FFF2-40B4-BE49-F238E27FC236}">
                    <a16:creationId xmlns:a16="http://schemas.microsoft.com/office/drawing/2014/main" id="{68E9BE24-5234-4436-839C-0CC65C932068}"/>
                  </a:ext>
                </a:extLst>
              </p:cNvPr>
              <p:cNvSpPr txBox="1"/>
              <p:nvPr/>
            </p:nvSpPr>
            <p:spPr>
              <a:xfrm>
                <a:off x="700096" y="6009082"/>
                <a:ext cx="905164" cy="369332"/>
              </a:xfrm>
              <a:prstGeom prst="rect">
                <a:avLst/>
              </a:prstGeom>
              <a:noFill/>
            </p:spPr>
            <p:txBody>
              <a:bodyPr wrap="square" rtlCol="0">
                <a:spAutoFit/>
              </a:bodyPr>
              <a:lstStyle/>
              <a:p>
                <a:r>
                  <a:rPr lang="zh-CN" altLang="en-US" b="1" dirty="0">
                    <a:latin typeface="+mn-ea"/>
                  </a:rPr>
                  <a:t>发送方</a:t>
                </a:r>
              </a:p>
            </p:txBody>
          </p:sp>
        </p:grpSp>
        <p:grpSp>
          <p:nvGrpSpPr>
            <p:cNvPr id="21" name="组合 20">
              <a:extLst>
                <a:ext uri="{FF2B5EF4-FFF2-40B4-BE49-F238E27FC236}">
                  <a16:creationId xmlns:a16="http://schemas.microsoft.com/office/drawing/2014/main" id="{50E1DF35-9236-4BB6-BAC4-1AE805165946}"/>
                </a:ext>
              </a:extLst>
            </p:cNvPr>
            <p:cNvGrpSpPr/>
            <p:nvPr/>
          </p:nvGrpSpPr>
          <p:grpSpPr>
            <a:xfrm>
              <a:off x="878301" y="1263518"/>
              <a:ext cx="905164" cy="1027908"/>
              <a:chOff x="878301" y="1390382"/>
              <a:chExt cx="905164" cy="1027908"/>
            </a:xfrm>
          </p:grpSpPr>
          <p:pic>
            <p:nvPicPr>
              <p:cNvPr id="23" name="图形 22">
                <a:extLst>
                  <a:ext uri="{FF2B5EF4-FFF2-40B4-BE49-F238E27FC236}">
                    <a16:creationId xmlns:a16="http://schemas.microsoft.com/office/drawing/2014/main" id="{E155E3ED-8C2A-42C4-BFBF-393051944136}"/>
                  </a:ext>
                </a:extLst>
              </p:cNvPr>
              <p:cNvPicPr>
                <a:picLocks noChangeAspect="1"/>
              </p:cNvPicPr>
              <p:nvPr/>
            </p:nvPicPr>
            <p:blipFill>
              <a:blip r:embed="rId7">
                <a:extLst>
                  <a:ext uri="{28A0092B-C50C-407E-A947-70E740481C1C}">
                    <a14:useLocalDpi xmlns:a14="http://schemas.microsoft.com/office/drawing/2010/main" val="0"/>
                  </a:ext>
                  <a:ext uri="{96DAC541-7B7A-43D3-8B79-37D633B846F1}">
                    <asvg:svgBlip xmlns:asvg="http://schemas.microsoft.com/office/drawing/2016/SVG/main" r:embed="rId8"/>
                  </a:ext>
                </a:extLst>
              </a:blip>
              <a:stretch>
                <a:fillRect/>
              </a:stretch>
            </p:blipFill>
            <p:spPr>
              <a:xfrm>
                <a:off x="984826" y="1759714"/>
                <a:ext cx="501772" cy="658576"/>
              </a:xfrm>
              <a:prstGeom prst="rect">
                <a:avLst/>
              </a:prstGeom>
            </p:spPr>
          </p:pic>
          <p:sp>
            <p:nvSpPr>
              <p:cNvPr id="24" name="文本框 23">
                <a:extLst>
                  <a:ext uri="{FF2B5EF4-FFF2-40B4-BE49-F238E27FC236}">
                    <a16:creationId xmlns:a16="http://schemas.microsoft.com/office/drawing/2014/main" id="{818AC20B-3072-437F-B302-67397F49105B}"/>
                  </a:ext>
                </a:extLst>
              </p:cNvPr>
              <p:cNvSpPr txBox="1"/>
              <p:nvPr/>
            </p:nvSpPr>
            <p:spPr>
              <a:xfrm>
                <a:off x="878301" y="1390382"/>
                <a:ext cx="905164" cy="369332"/>
              </a:xfrm>
              <a:prstGeom prst="rect">
                <a:avLst/>
              </a:prstGeom>
              <a:noFill/>
            </p:spPr>
            <p:txBody>
              <a:bodyPr wrap="square" rtlCol="0">
                <a:spAutoFit/>
              </a:bodyPr>
              <a:lstStyle/>
              <a:p>
                <a:r>
                  <a:rPr lang="zh-CN" altLang="en-US" b="1" dirty="0">
                    <a:latin typeface="+mn-ea"/>
                  </a:rPr>
                  <a:t>接收方</a:t>
                </a:r>
              </a:p>
            </p:txBody>
          </p:sp>
        </p:grpSp>
        <p:sp>
          <p:nvSpPr>
            <p:cNvPr id="22" name="云形 21">
              <a:extLst>
                <a:ext uri="{FF2B5EF4-FFF2-40B4-BE49-F238E27FC236}">
                  <a16:creationId xmlns:a16="http://schemas.microsoft.com/office/drawing/2014/main" id="{97C64CE5-C9EB-4960-87FB-62108C97374D}"/>
                </a:ext>
              </a:extLst>
            </p:cNvPr>
            <p:cNvSpPr/>
            <p:nvPr/>
          </p:nvSpPr>
          <p:spPr>
            <a:xfrm>
              <a:off x="475097" y="3429014"/>
              <a:ext cx="1355161" cy="801398"/>
            </a:xfrm>
            <a:prstGeom prst="cloud">
              <a:avLst/>
            </a:prstGeom>
            <a:solidFill>
              <a:schemeClr val="bg1">
                <a:lumMod val="85000"/>
              </a:schemeClr>
            </a:solidFill>
            <a:ln>
              <a:solidFill>
                <a:schemeClr val="bg1">
                  <a:lumMod val="85000"/>
                </a:schemeClr>
              </a:solidFill>
            </a:ln>
          </p:spPr>
          <p:style>
            <a:lnRef idx="2">
              <a:schemeClr val="accent3">
                <a:shade val="50000"/>
              </a:schemeClr>
            </a:lnRef>
            <a:fillRef idx="1">
              <a:schemeClr val="accent3"/>
            </a:fillRef>
            <a:effectRef idx="0">
              <a:schemeClr val="accent3"/>
            </a:effectRef>
            <a:fontRef idx="minor">
              <a:schemeClr val="lt1"/>
            </a:fontRef>
          </p:style>
          <p:txBody>
            <a:bodyPr rtlCol="0" anchor="ctr"/>
            <a:lstStyle/>
            <a:p>
              <a:pPr algn="ctr"/>
              <a:r>
                <a:rPr lang="zh-CN" altLang="en-US" b="1" dirty="0">
                  <a:solidFill>
                    <a:schemeClr val="tx1"/>
                  </a:solidFill>
                  <a:latin typeface="+mn-ea"/>
                </a:rPr>
                <a:t>因特网</a:t>
              </a:r>
            </a:p>
          </p:txBody>
        </p:sp>
      </p:grpSp>
      <mc:AlternateContent xmlns:mc="http://schemas.openxmlformats.org/markup-compatibility/2006" xmlns:a14="http://schemas.microsoft.com/office/drawing/2010/main">
        <mc:Choice Requires="a14">
          <p:sp>
            <p:nvSpPr>
              <p:cNvPr id="28" name="íşlïḍè">
                <a:extLst>
                  <a:ext uri="{FF2B5EF4-FFF2-40B4-BE49-F238E27FC236}">
                    <a16:creationId xmlns:a16="http://schemas.microsoft.com/office/drawing/2014/main" id="{8898676C-F981-4D74-B324-A859D1387610}"/>
                  </a:ext>
                </a:extLst>
              </p:cNvPr>
              <p:cNvSpPr txBox="1"/>
              <p:nvPr/>
            </p:nvSpPr>
            <p:spPr>
              <a:xfrm>
                <a:off x="2993250" y="3266194"/>
                <a:ext cx="6657288" cy="311297"/>
              </a:xfrm>
              <a:prstGeom prst="rect">
                <a:avLst/>
              </a:prstGeom>
              <a:noFill/>
            </p:spPr>
            <p:txBody>
              <a:bodyPr wrap="square" lIns="91440" tIns="45720" rIns="91440" bIns="45720" anchor="ctr">
                <a:noAutofit/>
              </a:bodyPr>
              <a:lstStyle/>
              <a:p>
                <a:r>
                  <a:rPr lang="zh-CN" altLang="en-US" b="1" dirty="0"/>
                  <a:t>本例假设采用</a:t>
                </a:r>
                <a14:m>
                  <m:oMath xmlns:m="http://schemas.openxmlformats.org/officeDocument/2006/math">
                    <m:r>
                      <a:rPr lang="en-US" altLang="zh-CN" b="1" i="1" dirty="0" smtClean="0">
                        <a:latin typeface="Cambria Math" panose="02040503050406030204" pitchFamily="18" charset="0"/>
                      </a:rPr>
                      <m:t>𝟑</m:t>
                    </m:r>
                  </m:oMath>
                </a14:m>
                <a:r>
                  <a:rPr lang="zh-CN" altLang="en-US" b="1" dirty="0"/>
                  <a:t>个比特给分组编序号，则序号范围是</a:t>
                </a:r>
                <a14:m>
                  <m:oMath xmlns:m="http://schemas.openxmlformats.org/officeDocument/2006/math">
                    <m:r>
                      <a:rPr lang="en-US" altLang="zh-CN" b="1" i="0" smtClean="0">
                        <a:latin typeface="Cambria Math" panose="02040503050406030204" pitchFamily="18" charset="0"/>
                        <a:ea typeface="Cambria Math" panose="02040503050406030204" pitchFamily="18" charset="0"/>
                      </a:rPr>
                      <m:t>𝟎</m:t>
                    </m:r>
                    <m:r>
                      <a:rPr lang="en-US" altLang="zh-CN" b="1" i="1" smtClean="0">
                        <a:latin typeface="Cambria Math" panose="02040503050406030204" pitchFamily="18" charset="0"/>
                        <a:ea typeface="Cambria Math" panose="02040503050406030204" pitchFamily="18" charset="0"/>
                      </a:rPr>
                      <m:t>~</m:t>
                    </m:r>
                    <m:sSup>
                      <m:sSupPr>
                        <m:ctrlPr>
                          <a:rPr lang="en-US" altLang="zh-CN" b="1" i="1" smtClean="0">
                            <a:latin typeface="Cambria Math" panose="02040503050406030204" pitchFamily="18" charset="0"/>
                            <a:ea typeface="Cambria Math" panose="02040503050406030204" pitchFamily="18" charset="0"/>
                          </a:rPr>
                        </m:ctrlPr>
                      </m:sSupPr>
                      <m:e>
                        <m:r>
                          <a:rPr lang="en-US" altLang="zh-CN" b="1" i="1" smtClean="0">
                            <a:latin typeface="Cambria Math" panose="02040503050406030204" pitchFamily="18" charset="0"/>
                            <a:ea typeface="Cambria Math" panose="02040503050406030204" pitchFamily="18" charset="0"/>
                          </a:rPr>
                          <m:t>(</m:t>
                        </m:r>
                        <m:r>
                          <a:rPr lang="en-US" altLang="zh-CN" b="1" i="1" smtClean="0">
                            <a:latin typeface="Cambria Math" panose="02040503050406030204" pitchFamily="18" charset="0"/>
                            <a:ea typeface="Cambria Math" panose="02040503050406030204" pitchFamily="18" charset="0"/>
                          </a:rPr>
                          <m:t>𝟐</m:t>
                        </m:r>
                      </m:e>
                      <m:sup>
                        <m:r>
                          <a:rPr lang="en-US" altLang="zh-CN" b="1" i="1" smtClean="0">
                            <a:latin typeface="Cambria Math" panose="02040503050406030204" pitchFamily="18" charset="0"/>
                            <a:ea typeface="Cambria Math" panose="02040503050406030204" pitchFamily="18" charset="0"/>
                          </a:rPr>
                          <m:t>𝟑</m:t>
                        </m:r>
                      </m:sup>
                    </m:sSup>
                    <m:r>
                      <a:rPr lang="en-US" altLang="zh-CN" b="1" i="1" smtClean="0">
                        <a:latin typeface="Cambria Math" panose="02040503050406030204" pitchFamily="18" charset="0"/>
                        <a:ea typeface="Cambria Math" panose="02040503050406030204" pitchFamily="18" charset="0"/>
                      </a:rPr>
                      <m:t>−</m:t>
                    </m:r>
                    <m:r>
                      <a:rPr lang="en-US" altLang="zh-CN" b="1" i="1" smtClean="0">
                        <a:latin typeface="Cambria Math" panose="02040503050406030204" pitchFamily="18" charset="0"/>
                        <a:ea typeface="Cambria Math" panose="02040503050406030204" pitchFamily="18" charset="0"/>
                      </a:rPr>
                      <m:t>𝟏</m:t>
                    </m:r>
                    <m:r>
                      <a:rPr lang="en-US" altLang="zh-CN" b="1" i="1" smtClean="0">
                        <a:latin typeface="Cambria Math" panose="02040503050406030204" pitchFamily="18" charset="0"/>
                        <a:ea typeface="Cambria Math" panose="02040503050406030204" pitchFamily="18" charset="0"/>
                      </a:rPr>
                      <m:t>)。</m:t>
                    </m:r>
                  </m:oMath>
                </a14:m>
                <a:endParaRPr lang="en-US" altLang="zh-CN" b="1" dirty="0"/>
              </a:p>
            </p:txBody>
          </p:sp>
        </mc:Choice>
        <mc:Fallback xmlns="">
          <p:sp>
            <p:nvSpPr>
              <p:cNvPr id="28" name="íşlïḍè">
                <a:extLst>
                  <a:ext uri="{FF2B5EF4-FFF2-40B4-BE49-F238E27FC236}">
                    <a16:creationId xmlns:a16="http://schemas.microsoft.com/office/drawing/2014/main" id="{8898676C-F981-4D74-B324-A859D1387610}"/>
                  </a:ext>
                </a:extLst>
              </p:cNvPr>
              <p:cNvSpPr txBox="1">
                <a:spLocks noRot="1" noChangeAspect="1" noMove="1" noResize="1" noEditPoints="1" noAdjustHandles="1" noChangeArrowheads="1" noChangeShapeType="1" noTextEdit="1"/>
              </p:cNvSpPr>
              <p:nvPr/>
            </p:nvSpPr>
            <p:spPr>
              <a:xfrm>
                <a:off x="2993250" y="3266194"/>
                <a:ext cx="6657288" cy="311297"/>
              </a:xfrm>
              <a:prstGeom prst="rect">
                <a:avLst/>
              </a:prstGeom>
              <a:blipFill>
                <a:blip r:embed="rId9"/>
                <a:stretch>
                  <a:fillRect l="-733" t="-19608" b="-41176"/>
                </a:stretch>
              </a:blipFill>
            </p:spPr>
            <p:txBody>
              <a:bodyPr/>
              <a:lstStyle/>
              <a:p>
                <a:r>
                  <a:rPr lang="zh-CN" altLang="en-US">
                    <a:noFill/>
                  </a:rPr>
                  <a:t> </a:t>
                </a:r>
              </a:p>
            </p:txBody>
          </p:sp>
        </mc:Fallback>
      </mc:AlternateContent>
      <p:graphicFrame>
        <p:nvGraphicFramePr>
          <p:cNvPr id="29" name="表格 21">
            <a:extLst>
              <a:ext uri="{FF2B5EF4-FFF2-40B4-BE49-F238E27FC236}">
                <a16:creationId xmlns:a16="http://schemas.microsoft.com/office/drawing/2014/main" id="{44D0CDFF-8B53-4BB1-835E-1192E30CC2FA}"/>
              </a:ext>
            </a:extLst>
          </p:cNvPr>
          <p:cNvGraphicFramePr>
            <a:graphicFrameLocks noGrp="1"/>
          </p:cNvGraphicFramePr>
          <p:nvPr/>
        </p:nvGraphicFramePr>
        <p:xfrm>
          <a:off x="2302929" y="5557308"/>
          <a:ext cx="9067800" cy="370840"/>
        </p:xfrm>
        <a:graphic>
          <a:graphicData uri="http://schemas.openxmlformats.org/drawingml/2006/table">
            <a:tbl>
              <a:tblPr firstRow="1" bandRow="1">
                <a:tableStyleId>{5C22544A-7EE6-4342-B048-85BDC9FD1C3A}</a:tableStyleId>
              </a:tblPr>
              <a:tblGrid>
                <a:gridCol w="755650">
                  <a:extLst>
                    <a:ext uri="{9D8B030D-6E8A-4147-A177-3AD203B41FA5}">
                      <a16:colId xmlns:a16="http://schemas.microsoft.com/office/drawing/2014/main" val="877486509"/>
                    </a:ext>
                  </a:extLst>
                </a:gridCol>
                <a:gridCol w="755650">
                  <a:extLst>
                    <a:ext uri="{9D8B030D-6E8A-4147-A177-3AD203B41FA5}">
                      <a16:colId xmlns:a16="http://schemas.microsoft.com/office/drawing/2014/main" val="3548605817"/>
                    </a:ext>
                  </a:extLst>
                </a:gridCol>
                <a:gridCol w="755650">
                  <a:extLst>
                    <a:ext uri="{9D8B030D-6E8A-4147-A177-3AD203B41FA5}">
                      <a16:colId xmlns:a16="http://schemas.microsoft.com/office/drawing/2014/main" val="2881812895"/>
                    </a:ext>
                  </a:extLst>
                </a:gridCol>
                <a:gridCol w="755650">
                  <a:extLst>
                    <a:ext uri="{9D8B030D-6E8A-4147-A177-3AD203B41FA5}">
                      <a16:colId xmlns:a16="http://schemas.microsoft.com/office/drawing/2014/main" val="3682284582"/>
                    </a:ext>
                  </a:extLst>
                </a:gridCol>
                <a:gridCol w="755650">
                  <a:extLst>
                    <a:ext uri="{9D8B030D-6E8A-4147-A177-3AD203B41FA5}">
                      <a16:colId xmlns:a16="http://schemas.microsoft.com/office/drawing/2014/main" val="500127722"/>
                    </a:ext>
                  </a:extLst>
                </a:gridCol>
                <a:gridCol w="755650">
                  <a:extLst>
                    <a:ext uri="{9D8B030D-6E8A-4147-A177-3AD203B41FA5}">
                      <a16:colId xmlns:a16="http://schemas.microsoft.com/office/drawing/2014/main" val="2946259618"/>
                    </a:ext>
                  </a:extLst>
                </a:gridCol>
                <a:gridCol w="755650">
                  <a:extLst>
                    <a:ext uri="{9D8B030D-6E8A-4147-A177-3AD203B41FA5}">
                      <a16:colId xmlns:a16="http://schemas.microsoft.com/office/drawing/2014/main" val="171501986"/>
                    </a:ext>
                  </a:extLst>
                </a:gridCol>
                <a:gridCol w="755650">
                  <a:extLst>
                    <a:ext uri="{9D8B030D-6E8A-4147-A177-3AD203B41FA5}">
                      <a16:colId xmlns:a16="http://schemas.microsoft.com/office/drawing/2014/main" val="1667185265"/>
                    </a:ext>
                  </a:extLst>
                </a:gridCol>
                <a:gridCol w="755650">
                  <a:extLst>
                    <a:ext uri="{9D8B030D-6E8A-4147-A177-3AD203B41FA5}">
                      <a16:colId xmlns:a16="http://schemas.microsoft.com/office/drawing/2014/main" val="4258211808"/>
                    </a:ext>
                  </a:extLst>
                </a:gridCol>
                <a:gridCol w="755650">
                  <a:extLst>
                    <a:ext uri="{9D8B030D-6E8A-4147-A177-3AD203B41FA5}">
                      <a16:colId xmlns:a16="http://schemas.microsoft.com/office/drawing/2014/main" val="1794200575"/>
                    </a:ext>
                  </a:extLst>
                </a:gridCol>
                <a:gridCol w="755650">
                  <a:extLst>
                    <a:ext uri="{9D8B030D-6E8A-4147-A177-3AD203B41FA5}">
                      <a16:colId xmlns:a16="http://schemas.microsoft.com/office/drawing/2014/main" val="4230716487"/>
                    </a:ext>
                  </a:extLst>
                </a:gridCol>
                <a:gridCol w="755650">
                  <a:extLst>
                    <a:ext uri="{9D8B030D-6E8A-4147-A177-3AD203B41FA5}">
                      <a16:colId xmlns:a16="http://schemas.microsoft.com/office/drawing/2014/main" val="56153739"/>
                    </a:ext>
                  </a:extLst>
                </a:gridCol>
              </a:tblGrid>
              <a:tr h="370840">
                <a:tc>
                  <a:txBody>
                    <a:bodyPr/>
                    <a:lstStyle/>
                    <a:p>
                      <a:pPr algn="ctr"/>
                      <a:r>
                        <a:rPr lang="en-US" altLang="zh-CN" dirty="0">
                          <a:solidFill>
                            <a:schemeClr val="tx1"/>
                          </a:solidFill>
                          <a:latin typeface="Arial Black" panose="020B0A04020102020204" pitchFamily="34" charset="0"/>
                        </a:rPr>
                        <a:t>0</a:t>
                      </a:r>
                      <a:endParaRPr lang="zh-CN" altLang="en-US" dirty="0">
                        <a:solidFill>
                          <a:schemeClr val="tx1"/>
                        </a:solidFill>
                        <a:latin typeface="Arial Black" panose="020B0A04020102020204" pitchFamily="34" charset="0"/>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ctr"/>
                      <a:r>
                        <a:rPr lang="en-US" altLang="zh-CN" dirty="0">
                          <a:solidFill>
                            <a:schemeClr val="tx1"/>
                          </a:solidFill>
                          <a:latin typeface="Arial Black" panose="020B0A04020102020204" pitchFamily="34" charset="0"/>
                        </a:rPr>
                        <a:t>1</a:t>
                      </a:r>
                      <a:endParaRPr lang="zh-CN" altLang="en-US" dirty="0">
                        <a:solidFill>
                          <a:schemeClr val="tx1"/>
                        </a:solidFill>
                        <a:latin typeface="Arial Black" panose="020B0A04020102020204" pitchFamily="34" charset="0"/>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ctr"/>
                      <a:r>
                        <a:rPr lang="en-US" altLang="zh-CN" dirty="0">
                          <a:solidFill>
                            <a:schemeClr val="tx1"/>
                          </a:solidFill>
                          <a:latin typeface="Arial Black" panose="020B0A04020102020204" pitchFamily="34" charset="0"/>
                        </a:rPr>
                        <a:t>2</a:t>
                      </a:r>
                      <a:endParaRPr lang="zh-CN" altLang="en-US" dirty="0">
                        <a:solidFill>
                          <a:schemeClr val="tx1"/>
                        </a:solidFill>
                        <a:latin typeface="Arial Black" panose="020B0A04020102020204" pitchFamily="34" charset="0"/>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ctr"/>
                      <a:r>
                        <a:rPr lang="en-US" altLang="zh-CN" dirty="0">
                          <a:solidFill>
                            <a:schemeClr val="tx1"/>
                          </a:solidFill>
                          <a:latin typeface="Arial Black" panose="020B0A04020102020204" pitchFamily="34" charset="0"/>
                        </a:rPr>
                        <a:t>3</a:t>
                      </a:r>
                      <a:endParaRPr lang="zh-CN" altLang="en-US" dirty="0">
                        <a:solidFill>
                          <a:schemeClr val="tx1"/>
                        </a:solidFill>
                        <a:latin typeface="Arial Black" panose="020B0A04020102020204" pitchFamily="34" charset="0"/>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ctr"/>
                      <a:r>
                        <a:rPr lang="en-US" altLang="zh-CN" dirty="0">
                          <a:solidFill>
                            <a:schemeClr val="tx1"/>
                          </a:solidFill>
                          <a:latin typeface="Arial Black" panose="020B0A04020102020204" pitchFamily="34" charset="0"/>
                        </a:rPr>
                        <a:t>4</a:t>
                      </a:r>
                      <a:endParaRPr lang="zh-CN" altLang="en-US" dirty="0">
                        <a:solidFill>
                          <a:schemeClr val="tx1"/>
                        </a:solidFill>
                        <a:latin typeface="Arial Black" panose="020B0A04020102020204" pitchFamily="34" charset="0"/>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ctr"/>
                      <a:r>
                        <a:rPr lang="en-US" altLang="zh-CN" dirty="0">
                          <a:solidFill>
                            <a:schemeClr val="tx1"/>
                          </a:solidFill>
                          <a:latin typeface="Arial Black" panose="020B0A04020102020204" pitchFamily="34" charset="0"/>
                        </a:rPr>
                        <a:t>5</a:t>
                      </a:r>
                      <a:endParaRPr lang="zh-CN" altLang="en-US" dirty="0">
                        <a:solidFill>
                          <a:schemeClr val="tx1"/>
                        </a:solidFill>
                        <a:latin typeface="Arial Black" panose="020B0A04020102020204" pitchFamily="34" charset="0"/>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ctr"/>
                      <a:r>
                        <a:rPr lang="en-US" altLang="zh-CN" dirty="0">
                          <a:solidFill>
                            <a:schemeClr val="tx1"/>
                          </a:solidFill>
                          <a:latin typeface="Arial Black" panose="020B0A04020102020204" pitchFamily="34" charset="0"/>
                        </a:rPr>
                        <a:t>6</a:t>
                      </a:r>
                      <a:endParaRPr lang="zh-CN" altLang="en-US" dirty="0">
                        <a:solidFill>
                          <a:schemeClr val="tx1"/>
                        </a:solidFill>
                        <a:latin typeface="Arial Black" panose="020B0A04020102020204" pitchFamily="34" charset="0"/>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ctr"/>
                      <a:r>
                        <a:rPr lang="en-US" altLang="zh-CN" dirty="0">
                          <a:solidFill>
                            <a:schemeClr val="tx1"/>
                          </a:solidFill>
                          <a:latin typeface="Arial Black" panose="020B0A04020102020204" pitchFamily="34" charset="0"/>
                        </a:rPr>
                        <a:t>7</a:t>
                      </a:r>
                      <a:endParaRPr lang="zh-CN" altLang="en-US" dirty="0">
                        <a:solidFill>
                          <a:schemeClr val="tx1"/>
                        </a:solidFill>
                        <a:latin typeface="Arial Black" panose="020B0A04020102020204" pitchFamily="34" charset="0"/>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ctr"/>
                      <a:r>
                        <a:rPr lang="en-US" altLang="zh-CN" dirty="0">
                          <a:solidFill>
                            <a:schemeClr val="tx1"/>
                          </a:solidFill>
                          <a:latin typeface="Arial Black" panose="020B0A04020102020204" pitchFamily="34" charset="0"/>
                        </a:rPr>
                        <a:t>0</a:t>
                      </a:r>
                      <a:endParaRPr lang="zh-CN" altLang="en-US" dirty="0">
                        <a:solidFill>
                          <a:schemeClr val="tx1"/>
                        </a:solidFill>
                        <a:latin typeface="Arial Black" panose="020B0A04020102020204" pitchFamily="34" charset="0"/>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ctr"/>
                      <a:r>
                        <a:rPr lang="en-US" altLang="zh-CN" dirty="0">
                          <a:solidFill>
                            <a:schemeClr val="tx1"/>
                          </a:solidFill>
                          <a:latin typeface="Arial Black" panose="020B0A04020102020204" pitchFamily="34" charset="0"/>
                        </a:rPr>
                        <a:t>1</a:t>
                      </a:r>
                      <a:endParaRPr lang="zh-CN" altLang="en-US" dirty="0">
                        <a:solidFill>
                          <a:schemeClr val="tx1"/>
                        </a:solidFill>
                        <a:latin typeface="Arial Black" panose="020B0A04020102020204" pitchFamily="34" charset="0"/>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ctr"/>
                      <a:r>
                        <a:rPr lang="en-US" altLang="zh-CN" dirty="0">
                          <a:solidFill>
                            <a:schemeClr val="tx1"/>
                          </a:solidFill>
                          <a:latin typeface="Arial Black" panose="020B0A04020102020204" pitchFamily="34" charset="0"/>
                        </a:rPr>
                        <a:t>2</a:t>
                      </a:r>
                      <a:endParaRPr lang="zh-CN" altLang="en-US" dirty="0">
                        <a:solidFill>
                          <a:schemeClr val="tx1"/>
                        </a:solidFill>
                        <a:latin typeface="Arial Black" panose="020B0A04020102020204" pitchFamily="34" charset="0"/>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ctr"/>
                      <a:r>
                        <a:rPr lang="en-US" altLang="zh-CN" dirty="0">
                          <a:solidFill>
                            <a:schemeClr val="tx1"/>
                          </a:solidFill>
                          <a:latin typeface="Arial Black" panose="020B0A04020102020204" pitchFamily="34" charset="0"/>
                        </a:rPr>
                        <a:t>…</a:t>
                      </a:r>
                      <a:endParaRPr lang="zh-CN" altLang="en-US" dirty="0">
                        <a:solidFill>
                          <a:schemeClr val="tx1"/>
                        </a:solidFill>
                        <a:latin typeface="Arial Black" panose="020B0A04020102020204" pitchFamily="34" charset="0"/>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extLst>
                  <a:ext uri="{0D108BD9-81ED-4DB2-BD59-A6C34878D82A}">
                    <a16:rowId xmlns:a16="http://schemas.microsoft.com/office/drawing/2014/main" val="316235763"/>
                  </a:ext>
                </a:extLst>
              </a:tr>
            </a:tbl>
          </a:graphicData>
        </a:graphic>
      </p:graphicFrame>
      <p:graphicFrame>
        <p:nvGraphicFramePr>
          <p:cNvPr id="30" name="表格 21">
            <a:extLst>
              <a:ext uri="{FF2B5EF4-FFF2-40B4-BE49-F238E27FC236}">
                <a16:creationId xmlns:a16="http://schemas.microsoft.com/office/drawing/2014/main" id="{849D252C-900C-44C3-9C3B-0A66CC10F5E3}"/>
              </a:ext>
            </a:extLst>
          </p:cNvPr>
          <p:cNvGraphicFramePr>
            <a:graphicFrameLocks noGrp="1"/>
          </p:cNvGraphicFramePr>
          <p:nvPr/>
        </p:nvGraphicFramePr>
        <p:xfrm>
          <a:off x="2302929" y="1827576"/>
          <a:ext cx="9067800" cy="370840"/>
        </p:xfrm>
        <a:graphic>
          <a:graphicData uri="http://schemas.openxmlformats.org/drawingml/2006/table">
            <a:tbl>
              <a:tblPr firstRow="1" bandRow="1">
                <a:tableStyleId>{5C22544A-7EE6-4342-B048-85BDC9FD1C3A}</a:tableStyleId>
              </a:tblPr>
              <a:tblGrid>
                <a:gridCol w="755650">
                  <a:extLst>
                    <a:ext uri="{9D8B030D-6E8A-4147-A177-3AD203B41FA5}">
                      <a16:colId xmlns:a16="http://schemas.microsoft.com/office/drawing/2014/main" val="877486509"/>
                    </a:ext>
                  </a:extLst>
                </a:gridCol>
                <a:gridCol w="755650">
                  <a:extLst>
                    <a:ext uri="{9D8B030D-6E8A-4147-A177-3AD203B41FA5}">
                      <a16:colId xmlns:a16="http://schemas.microsoft.com/office/drawing/2014/main" val="3548605817"/>
                    </a:ext>
                  </a:extLst>
                </a:gridCol>
                <a:gridCol w="755650">
                  <a:extLst>
                    <a:ext uri="{9D8B030D-6E8A-4147-A177-3AD203B41FA5}">
                      <a16:colId xmlns:a16="http://schemas.microsoft.com/office/drawing/2014/main" val="2881812895"/>
                    </a:ext>
                  </a:extLst>
                </a:gridCol>
                <a:gridCol w="755650">
                  <a:extLst>
                    <a:ext uri="{9D8B030D-6E8A-4147-A177-3AD203B41FA5}">
                      <a16:colId xmlns:a16="http://schemas.microsoft.com/office/drawing/2014/main" val="3682284582"/>
                    </a:ext>
                  </a:extLst>
                </a:gridCol>
                <a:gridCol w="755650">
                  <a:extLst>
                    <a:ext uri="{9D8B030D-6E8A-4147-A177-3AD203B41FA5}">
                      <a16:colId xmlns:a16="http://schemas.microsoft.com/office/drawing/2014/main" val="500127722"/>
                    </a:ext>
                  </a:extLst>
                </a:gridCol>
                <a:gridCol w="755650">
                  <a:extLst>
                    <a:ext uri="{9D8B030D-6E8A-4147-A177-3AD203B41FA5}">
                      <a16:colId xmlns:a16="http://schemas.microsoft.com/office/drawing/2014/main" val="2946259618"/>
                    </a:ext>
                  </a:extLst>
                </a:gridCol>
                <a:gridCol w="755650">
                  <a:extLst>
                    <a:ext uri="{9D8B030D-6E8A-4147-A177-3AD203B41FA5}">
                      <a16:colId xmlns:a16="http://schemas.microsoft.com/office/drawing/2014/main" val="171501986"/>
                    </a:ext>
                  </a:extLst>
                </a:gridCol>
                <a:gridCol w="755650">
                  <a:extLst>
                    <a:ext uri="{9D8B030D-6E8A-4147-A177-3AD203B41FA5}">
                      <a16:colId xmlns:a16="http://schemas.microsoft.com/office/drawing/2014/main" val="1667185265"/>
                    </a:ext>
                  </a:extLst>
                </a:gridCol>
                <a:gridCol w="755650">
                  <a:extLst>
                    <a:ext uri="{9D8B030D-6E8A-4147-A177-3AD203B41FA5}">
                      <a16:colId xmlns:a16="http://schemas.microsoft.com/office/drawing/2014/main" val="4258211808"/>
                    </a:ext>
                  </a:extLst>
                </a:gridCol>
                <a:gridCol w="755650">
                  <a:extLst>
                    <a:ext uri="{9D8B030D-6E8A-4147-A177-3AD203B41FA5}">
                      <a16:colId xmlns:a16="http://schemas.microsoft.com/office/drawing/2014/main" val="1794200575"/>
                    </a:ext>
                  </a:extLst>
                </a:gridCol>
                <a:gridCol w="755650">
                  <a:extLst>
                    <a:ext uri="{9D8B030D-6E8A-4147-A177-3AD203B41FA5}">
                      <a16:colId xmlns:a16="http://schemas.microsoft.com/office/drawing/2014/main" val="4230716487"/>
                    </a:ext>
                  </a:extLst>
                </a:gridCol>
                <a:gridCol w="755650">
                  <a:extLst>
                    <a:ext uri="{9D8B030D-6E8A-4147-A177-3AD203B41FA5}">
                      <a16:colId xmlns:a16="http://schemas.microsoft.com/office/drawing/2014/main" val="56153739"/>
                    </a:ext>
                  </a:extLst>
                </a:gridCol>
              </a:tblGrid>
              <a:tr h="370840">
                <a:tc>
                  <a:txBody>
                    <a:bodyPr/>
                    <a:lstStyle/>
                    <a:p>
                      <a:pPr algn="ctr"/>
                      <a:r>
                        <a:rPr lang="en-US" altLang="zh-CN" dirty="0">
                          <a:solidFill>
                            <a:schemeClr val="tx1"/>
                          </a:solidFill>
                          <a:latin typeface="Arial Black" panose="020B0A04020102020204" pitchFamily="34" charset="0"/>
                        </a:rPr>
                        <a:t>0</a:t>
                      </a:r>
                      <a:endParaRPr lang="zh-CN" altLang="en-US" dirty="0">
                        <a:solidFill>
                          <a:schemeClr val="tx1"/>
                        </a:solidFill>
                        <a:latin typeface="Arial Black" panose="020B0A04020102020204" pitchFamily="34" charset="0"/>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ctr"/>
                      <a:r>
                        <a:rPr lang="en-US" altLang="zh-CN" dirty="0">
                          <a:solidFill>
                            <a:schemeClr val="tx1"/>
                          </a:solidFill>
                          <a:latin typeface="Arial Black" panose="020B0A04020102020204" pitchFamily="34" charset="0"/>
                        </a:rPr>
                        <a:t>1</a:t>
                      </a:r>
                      <a:endParaRPr lang="zh-CN" altLang="en-US" dirty="0">
                        <a:solidFill>
                          <a:schemeClr val="tx1"/>
                        </a:solidFill>
                        <a:latin typeface="Arial Black" panose="020B0A04020102020204" pitchFamily="34" charset="0"/>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ctr"/>
                      <a:r>
                        <a:rPr lang="en-US" altLang="zh-CN" dirty="0">
                          <a:solidFill>
                            <a:schemeClr val="tx1"/>
                          </a:solidFill>
                          <a:latin typeface="Arial Black" panose="020B0A04020102020204" pitchFamily="34" charset="0"/>
                        </a:rPr>
                        <a:t>2</a:t>
                      </a:r>
                      <a:endParaRPr lang="zh-CN" altLang="en-US" dirty="0">
                        <a:solidFill>
                          <a:schemeClr val="tx1"/>
                        </a:solidFill>
                        <a:latin typeface="Arial Black" panose="020B0A04020102020204" pitchFamily="34" charset="0"/>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ctr"/>
                      <a:r>
                        <a:rPr lang="en-US" altLang="zh-CN" dirty="0">
                          <a:solidFill>
                            <a:schemeClr val="tx1"/>
                          </a:solidFill>
                          <a:latin typeface="Arial Black" panose="020B0A04020102020204" pitchFamily="34" charset="0"/>
                        </a:rPr>
                        <a:t>3</a:t>
                      </a:r>
                      <a:endParaRPr lang="zh-CN" altLang="en-US" dirty="0">
                        <a:solidFill>
                          <a:schemeClr val="tx1"/>
                        </a:solidFill>
                        <a:latin typeface="Arial Black" panose="020B0A04020102020204" pitchFamily="34" charset="0"/>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ctr"/>
                      <a:r>
                        <a:rPr lang="en-US" altLang="zh-CN" dirty="0">
                          <a:solidFill>
                            <a:schemeClr val="tx1"/>
                          </a:solidFill>
                          <a:latin typeface="Arial Black" panose="020B0A04020102020204" pitchFamily="34" charset="0"/>
                        </a:rPr>
                        <a:t>4</a:t>
                      </a:r>
                      <a:endParaRPr lang="zh-CN" altLang="en-US" dirty="0">
                        <a:solidFill>
                          <a:schemeClr val="tx1"/>
                        </a:solidFill>
                        <a:latin typeface="Arial Black" panose="020B0A04020102020204" pitchFamily="34" charset="0"/>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ctr"/>
                      <a:r>
                        <a:rPr lang="en-US" altLang="zh-CN" dirty="0">
                          <a:solidFill>
                            <a:schemeClr val="tx1"/>
                          </a:solidFill>
                          <a:latin typeface="Arial Black" panose="020B0A04020102020204" pitchFamily="34" charset="0"/>
                        </a:rPr>
                        <a:t>5</a:t>
                      </a:r>
                      <a:endParaRPr lang="zh-CN" altLang="en-US" dirty="0">
                        <a:solidFill>
                          <a:schemeClr val="tx1"/>
                        </a:solidFill>
                        <a:latin typeface="Arial Black" panose="020B0A04020102020204" pitchFamily="34" charset="0"/>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ctr"/>
                      <a:r>
                        <a:rPr lang="en-US" altLang="zh-CN" dirty="0">
                          <a:solidFill>
                            <a:schemeClr val="tx1"/>
                          </a:solidFill>
                          <a:latin typeface="Arial Black" panose="020B0A04020102020204" pitchFamily="34" charset="0"/>
                        </a:rPr>
                        <a:t>6</a:t>
                      </a:r>
                      <a:endParaRPr lang="zh-CN" altLang="en-US" dirty="0">
                        <a:solidFill>
                          <a:schemeClr val="tx1"/>
                        </a:solidFill>
                        <a:latin typeface="Arial Black" panose="020B0A04020102020204" pitchFamily="34" charset="0"/>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ctr"/>
                      <a:r>
                        <a:rPr lang="en-US" altLang="zh-CN" dirty="0">
                          <a:solidFill>
                            <a:schemeClr val="tx1"/>
                          </a:solidFill>
                          <a:latin typeface="Arial Black" panose="020B0A04020102020204" pitchFamily="34" charset="0"/>
                        </a:rPr>
                        <a:t>7</a:t>
                      </a:r>
                      <a:endParaRPr lang="zh-CN" altLang="en-US" dirty="0">
                        <a:solidFill>
                          <a:schemeClr val="tx1"/>
                        </a:solidFill>
                        <a:latin typeface="Arial Black" panose="020B0A04020102020204" pitchFamily="34" charset="0"/>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ctr"/>
                      <a:r>
                        <a:rPr lang="en-US" altLang="zh-CN" dirty="0">
                          <a:solidFill>
                            <a:schemeClr val="tx1"/>
                          </a:solidFill>
                          <a:latin typeface="Arial Black" panose="020B0A04020102020204" pitchFamily="34" charset="0"/>
                        </a:rPr>
                        <a:t>0</a:t>
                      </a:r>
                      <a:endParaRPr lang="zh-CN" altLang="en-US" dirty="0">
                        <a:solidFill>
                          <a:schemeClr val="tx1"/>
                        </a:solidFill>
                        <a:latin typeface="Arial Black" panose="020B0A04020102020204" pitchFamily="34" charset="0"/>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ctr"/>
                      <a:r>
                        <a:rPr lang="en-US" altLang="zh-CN" dirty="0">
                          <a:solidFill>
                            <a:schemeClr val="tx1"/>
                          </a:solidFill>
                          <a:latin typeface="Arial Black" panose="020B0A04020102020204" pitchFamily="34" charset="0"/>
                        </a:rPr>
                        <a:t>1</a:t>
                      </a:r>
                      <a:endParaRPr lang="zh-CN" altLang="en-US" dirty="0">
                        <a:solidFill>
                          <a:schemeClr val="tx1"/>
                        </a:solidFill>
                        <a:latin typeface="Arial Black" panose="020B0A04020102020204" pitchFamily="34" charset="0"/>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ctr"/>
                      <a:r>
                        <a:rPr lang="en-US" altLang="zh-CN" dirty="0">
                          <a:solidFill>
                            <a:schemeClr val="tx1"/>
                          </a:solidFill>
                          <a:latin typeface="Arial Black" panose="020B0A04020102020204" pitchFamily="34" charset="0"/>
                        </a:rPr>
                        <a:t>2</a:t>
                      </a:r>
                      <a:endParaRPr lang="zh-CN" altLang="en-US" dirty="0">
                        <a:solidFill>
                          <a:schemeClr val="tx1"/>
                        </a:solidFill>
                        <a:latin typeface="Arial Black" panose="020B0A04020102020204" pitchFamily="34" charset="0"/>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ctr"/>
                      <a:r>
                        <a:rPr lang="en-US" altLang="zh-CN" dirty="0">
                          <a:solidFill>
                            <a:schemeClr val="tx1"/>
                          </a:solidFill>
                          <a:latin typeface="Arial Black" panose="020B0A04020102020204" pitchFamily="34" charset="0"/>
                        </a:rPr>
                        <a:t>…</a:t>
                      </a:r>
                      <a:endParaRPr lang="zh-CN" altLang="en-US" dirty="0">
                        <a:solidFill>
                          <a:schemeClr val="tx1"/>
                        </a:solidFill>
                        <a:latin typeface="Arial Black" panose="020B0A04020102020204" pitchFamily="34" charset="0"/>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extLst>
                  <a:ext uri="{0D108BD9-81ED-4DB2-BD59-A6C34878D82A}">
                    <a16:rowId xmlns:a16="http://schemas.microsoft.com/office/drawing/2014/main" val="316235763"/>
                  </a:ext>
                </a:extLst>
              </a:tr>
            </a:tbl>
          </a:graphicData>
        </a:graphic>
      </p:graphicFrame>
      <mc:AlternateContent xmlns:mc="http://schemas.openxmlformats.org/markup-compatibility/2006" xmlns:a14="http://schemas.microsoft.com/office/drawing/2010/main">
        <mc:Choice Requires="a14">
          <p:sp>
            <p:nvSpPr>
              <p:cNvPr id="31" name="íşlïḍè">
                <a:extLst>
                  <a:ext uri="{FF2B5EF4-FFF2-40B4-BE49-F238E27FC236}">
                    <a16:creationId xmlns:a16="http://schemas.microsoft.com/office/drawing/2014/main" id="{534EE850-C207-4BCA-A31E-771A47DA9033}"/>
                  </a:ext>
                </a:extLst>
              </p:cNvPr>
              <p:cNvSpPr txBox="1"/>
              <p:nvPr/>
            </p:nvSpPr>
            <p:spPr>
              <a:xfrm>
                <a:off x="2993250" y="3724968"/>
                <a:ext cx="6218660" cy="311297"/>
              </a:xfrm>
              <a:prstGeom prst="rect">
                <a:avLst/>
              </a:prstGeom>
              <a:noFill/>
            </p:spPr>
            <p:txBody>
              <a:bodyPr wrap="square" lIns="91440" tIns="45720" rIns="91440" bIns="45720" anchor="ctr">
                <a:noAutofit/>
              </a:bodyPr>
              <a:lstStyle/>
              <a:p>
                <a:r>
                  <a:rPr lang="zh-CN" altLang="en-US" b="1" dirty="0">
                    <a:solidFill>
                      <a:schemeClr val="accent4"/>
                    </a:solidFill>
                  </a:rPr>
                  <a:t>接收窗口</a:t>
                </a:r>
                <a14:m>
                  <m:oMath xmlns:m="http://schemas.openxmlformats.org/officeDocument/2006/math">
                    <m:sSub>
                      <m:sSubPr>
                        <m:ctrlPr>
                          <a:rPr lang="en-US" altLang="zh-CN" b="1" i="1" smtClean="0">
                            <a:solidFill>
                              <a:schemeClr val="accent4"/>
                            </a:solidFill>
                            <a:latin typeface="Cambria Math" panose="02040503050406030204" pitchFamily="18" charset="0"/>
                          </a:rPr>
                        </m:ctrlPr>
                      </m:sSubPr>
                      <m:e>
                        <m:r>
                          <a:rPr lang="en-US" altLang="zh-CN" b="1" i="1" smtClean="0">
                            <a:solidFill>
                              <a:schemeClr val="accent4"/>
                            </a:solidFill>
                            <a:latin typeface="Cambria Math" panose="02040503050406030204" pitchFamily="18" charset="0"/>
                          </a:rPr>
                          <m:t>𝑾</m:t>
                        </m:r>
                      </m:e>
                      <m:sub>
                        <m:r>
                          <a:rPr lang="en-US" altLang="zh-CN" b="1" i="1" smtClean="0">
                            <a:solidFill>
                              <a:schemeClr val="accent4"/>
                            </a:solidFill>
                            <a:latin typeface="Cambria Math" panose="02040503050406030204" pitchFamily="18" charset="0"/>
                          </a:rPr>
                          <m:t>𝑹</m:t>
                        </m:r>
                      </m:sub>
                    </m:sSub>
                  </m:oMath>
                </a14:m>
                <a:r>
                  <a:rPr lang="zh-CN" altLang="en-US" b="1" dirty="0"/>
                  <a:t>取最大值</a:t>
                </a:r>
                <a14:m>
                  <m:oMath xmlns:m="http://schemas.openxmlformats.org/officeDocument/2006/math">
                    <m:sSup>
                      <m:sSupPr>
                        <m:ctrlPr>
                          <a:rPr lang="en-US" altLang="zh-CN" b="1" i="1" smtClean="0">
                            <a:latin typeface="Cambria Math" panose="02040503050406030204" pitchFamily="18" charset="0"/>
                          </a:rPr>
                        </m:ctrlPr>
                      </m:sSupPr>
                      <m:e>
                        <m:r>
                          <a:rPr lang="en-US" altLang="zh-CN" b="1" i="1" smtClean="0">
                            <a:latin typeface="Cambria Math" panose="02040503050406030204" pitchFamily="18" charset="0"/>
                          </a:rPr>
                          <m:t>𝟐</m:t>
                        </m:r>
                      </m:e>
                      <m:sup>
                        <m:r>
                          <a:rPr lang="en-US" altLang="zh-CN" b="1" i="1" smtClean="0">
                            <a:latin typeface="Cambria Math" panose="02040503050406030204" pitchFamily="18" charset="0"/>
                          </a:rPr>
                          <m:t>(</m:t>
                        </m:r>
                        <m:r>
                          <a:rPr lang="en-US" altLang="zh-CN" b="1" i="1" smtClean="0">
                            <a:latin typeface="Cambria Math" panose="02040503050406030204" pitchFamily="18" charset="0"/>
                          </a:rPr>
                          <m:t>𝟑</m:t>
                        </m:r>
                        <m:r>
                          <a:rPr lang="en-US" altLang="zh-CN" b="1" i="1" smtClean="0">
                            <a:latin typeface="Cambria Math" panose="02040503050406030204" pitchFamily="18" charset="0"/>
                          </a:rPr>
                          <m:t>−</m:t>
                        </m:r>
                        <m:r>
                          <a:rPr lang="en-US" altLang="zh-CN" b="1" i="1" smtClean="0">
                            <a:latin typeface="Cambria Math" panose="02040503050406030204" pitchFamily="18" charset="0"/>
                          </a:rPr>
                          <m:t>𝟏</m:t>
                        </m:r>
                        <m:r>
                          <a:rPr lang="en-US" altLang="zh-CN" b="1" i="1" smtClean="0">
                            <a:latin typeface="Cambria Math" panose="02040503050406030204" pitchFamily="18" charset="0"/>
                          </a:rPr>
                          <m:t>)</m:t>
                        </m:r>
                      </m:sup>
                    </m:sSup>
                  </m:oMath>
                </a14:m>
                <a:r>
                  <a:rPr lang="zh-CN" altLang="en-US" b="1" dirty="0"/>
                  <a:t>，即</a:t>
                </a:r>
                <a14:m>
                  <m:oMath xmlns:m="http://schemas.openxmlformats.org/officeDocument/2006/math">
                    <m:sSub>
                      <m:sSubPr>
                        <m:ctrlPr>
                          <a:rPr lang="en-US" altLang="zh-CN" b="1" i="1" smtClean="0">
                            <a:latin typeface="Cambria Math" panose="02040503050406030204" pitchFamily="18" charset="0"/>
                          </a:rPr>
                        </m:ctrlPr>
                      </m:sSubPr>
                      <m:e>
                        <m:r>
                          <a:rPr lang="en-US" altLang="zh-CN" b="1" i="1" smtClean="0">
                            <a:latin typeface="Cambria Math" panose="02040503050406030204" pitchFamily="18" charset="0"/>
                          </a:rPr>
                          <m:t>𝑾</m:t>
                        </m:r>
                      </m:e>
                      <m:sub>
                        <m:r>
                          <a:rPr lang="en-US" altLang="zh-CN" b="1" i="1" smtClean="0">
                            <a:latin typeface="Cambria Math" panose="02040503050406030204" pitchFamily="18" charset="0"/>
                          </a:rPr>
                          <m:t>𝑹</m:t>
                        </m:r>
                      </m:sub>
                    </m:sSub>
                    <m:r>
                      <a:rPr lang="en-US" altLang="zh-CN" b="1" i="1" smtClean="0">
                        <a:latin typeface="Cambria Math" panose="02040503050406030204" pitchFamily="18" charset="0"/>
                      </a:rPr>
                      <m:t>=</m:t>
                    </m:r>
                    <m:r>
                      <a:rPr lang="en-US" altLang="zh-CN" b="1" i="1" smtClean="0">
                        <a:latin typeface="Cambria Math" panose="02040503050406030204" pitchFamily="18" charset="0"/>
                      </a:rPr>
                      <m:t>𝟒</m:t>
                    </m:r>
                    <m:r>
                      <a:rPr lang="zh-CN" altLang="en-US" b="1" i="1">
                        <a:latin typeface="Cambria Math" panose="02040503050406030204" pitchFamily="18" charset="0"/>
                      </a:rPr>
                      <m:t>。</m:t>
                    </m:r>
                  </m:oMath>
                </a14:m>
                <a:endParaRPr lang="en-US" altLang="zh-CN" b="1" dirty="0"/>
              </a:p>
            </p:txBody>
          </p:sp>
        </mc:Choice>
        <mc:Fallback xmlns="">
          <p:sp>
            <p:nvSpPr>
              <p:cNvPr id="31" name="íşlïḍè">
                <a:extLst>
                  <a:ext uri="{FF2B5EF4-FFF2-40B4-BE49-F238E27FC236}">
                    <a16:creationId xmlns:a16="http://schemas.microsoft.com/office/drawing/2014/main" id="{534EE850-C207-4BCA-A31E-771A47DA9033}"/>
                  </a:ext>
                </a:extLst>
              </p:cNvPr>
              <p:cNvSpPr txBox="1">
                <a:spLocks noRot="1" noChangeAspect="1" noMove="1" noResize="1" noEditPoints="1" noAdjustHandles="1" noChangeArrowheads="1" noChangeShapeType="1" noTextEdit="1"/>
              </p:cNvSpPr>
              <p:nvPr/>
            </p:nvSpPr>
            <p:spPr>
              <a:xfrm>
                <a:off x="2993250" y="3724968"/>
                <a:ext cx="6218660" cy="311297"/>
              </a:xfrm>
              <a:prstGeom prst="rect">
                <a:avLst/>
              </a:prstGeom>
              <a:blipFill>
                <a:blip r:embed="rId10"/>
                <a:stretch>
                  <a:fillRect l="-784" t="-17647" b="-43137"/>
                </a:stretch>
              </a:blipFill>
            </p:spPr>
            <p:txBody>
              <a:bodyPr/>
              <a:lstStyle/>
              <a:p>
                <a:r>
                  <a:rPr lang="zh-CN" altLang="en-US">
                    <a:noFill/>
                  </a:rPr>
                  <a:t> </a:t>
                </a:r>
              </a:p>
            </p:txBody>
          </p:sp>
        </mc:Fallback>
      </mc:AlternateContent>
      <mc:AlternateContent xmlns:mc="http://schemas.openxmlformats.org/markup-compatibility/2006" xmlns:a14="http://schemas.microsoft.com/office/drawing/2010/main">
        <mc:Choice Requires="a14">
          <p:sp>
            <p:nvSpPr>
              <p:cNvPr id="32" name="íşlïḍè">
                <a:extLst>
                  <a:ext uri="{FF2B5EF4-FFF2-40B4-BE49-F238E27FC236}">
                    <a16:creationId xmlns:a16="http://schemas.microsoft.com/office/drawing/2014/main" id="{FBFA56FC-F0C2-4492-AE42-88A025F625E8}"/>
                  </a:ext>
                </a:extLst>
              </p:cNvPr>
              <p:cNvSpPr txBox="1"/>
              <p:nvPr/>
            </p:nvSpPr>
            <p:spPr>
              <a:xfrm>
                <a:off x="2993250" y="4183741"/>
                <a:ext cx="6218660" cy="311297"/>
              </a:xfrm>
              <a:prstGeom prst="rect">
                <a:avLst/>
              </a:prstGeom>
              <a:noFill/>
            </p:spPr>
            <p:txBody>
              <a:bodyPr wrap="square" lIns="91440" tIns="45720" rIns="91440" bIns="45720" anchor="ctr">
                <a:noAutofit/>
              </a:bodyPr>
              <a:lstStyle/>
              <a:p>
                <a:r>
                  <a:rPr lang="zh-CN" altLang="en-US" b="1" dirty="0">
                    <a:solidFill>
                      <a:schemeClr val="accent3"/>
                    </a:solidFill>
                  </a:rPr>
                  <a:t>发送窗口</a:t>
                </a:r>
                <a14:m>
                  <m:oMath xmlns:m="http://schemas.openxmlformats.org/officeDocument/2006/math">
                    <m:sSub>
                      <m:sSubPr>
                        <m:ctrlPr>
                          <a:rPr lang="en-US" altLang="zh-CN" b="1" i="1" smtClean="0">
                            <a:solidFill>
                              <a:schemeClr val="accent3"/>
                            </a:solidFill>
                            <a:latin typeface="Cambria Math" panose="02040503050406030204" pitchFamily="18" charset="0"/>
                          </a:rPr>
                        </m:ctrlPr>
                      </m:sSubPr>
                      <m:e>
                        <m:r>
                          <a:rPr lang="en-US" altLang="zh-CN" b="1" i="1" smtClean="0">
                            <a:solidFill>
                              <a:schemeClr val="accent3"/>
                            </a:solidFill>
                            <a:latin typeface="Cambria Math" panose="02040503050406030204" pitchFamily="18" charset="0"/>
                          </a:rPr>
                          <m:t>𝑾</m:t>
                        </m:r>
                      </m:e>
                      <m:sub>
                        <m:r>
                          <a:rPr lang="en-US" altLang="zh-CN" b="1" i="1" smtClean="0">
                            <a:solidFill>
                              <a:schemeClr val="accent3"/>
                            </a:solidFill>
                            <a:latin typeface="Cambria Math" panose="02040503050406030204" pitchFamily="18" charset="0"/>
                          </a:rPr>
                          <m:t>𝑻</m:t>
                        </m:r>
                      </m:sub>
                    </m:sSub>
                  </m:oMath>
                </a14:m>
                <a:r>
                  <a:rPr lang="zh-CN" altLang="en-US" b="1" dirty="0"/>
                  <a:t>能取到的最大值也为</a:t>
                </a:r>
                <a14:m>
                  <m:oMath xmlns:m="http://schemas.openxmlformats.org/officeDocument/2006/math">
                    <m:sSup>
                      <m:sSupPr>
                        <m:ctrlPr>
                          <a:rPr lang="en-US" altLang="zh-CN" b="1" i="1" smtClean="0">
                            <a:latin typeface="Cambria Math" panose="02040503050406030204" pitchFamily="18" charset="0"/>
                          </a:rPr>
                        </m:ctrlPr>
                      </m:sSupPr>
                      <m:e>
                        <m:r>
                          <a:rPr lang="en-US" altLang="zh-CN" b="1" i="1" smtClean="0">
                            <a:latin typeface="Cambria Math" panose="02040503050406030204" pitchFamily="18" charset="0"/>
                          </a:rPr>
                          <m:t>𝟐</m:t>
                        </m:r>
                      </m:e>
                      <m:sup>
                        <m:r>
                          <a:rPr lang="en-US" altLang="zh-CN" b="1" i="1" smtClean="0">
                            <a:latin typeface="Cambria Math" panose="02040503050406030204" pitchFamily="18" charset="0"/>
                          </a:rPr>
                          <m:t>(</m:t>
                        </m:r>
                        <m:r>
                          <a:rPr lang="en-US" altLang="zh-CN" b="1" i="1" smtClean="0">
                            <a:latin typeface="Cambria Math" panose="02040503050406030204" pitchFamily="18" charset="0"/>
                          </a:rPr>
                          <m:t>𝟑</m:t>
                        </m:r>
                        <m:r>
                          <a:rPr lang="en-US" altLang="zh-CN" b="1" i="1" smtClean="0">
                            <a:latin typeface="Cambria Math" panose="02040503050406030204" pitchFamily="18" charset="0"/>
                          </a:rPr>
                          <m:t>−</m:t>
                        </m:r>
                        <m:r>
                          <a:rPr lang="en-US" altLang="zh-CN" b="1" i="1" smtClean="0">
                            <a:latin typeface="Cambria Math" panose="02040503050406030204" pitchFamily="18" charset="0"/>
                          </a:rPr>
                          <m:t>𝟏</m:t>
                        </m:r>
                        <m:r>
                          <a:rPr lang="en-US" altLang="zh-CN" b="1" i="1" smtClean="0">
                            <a:latin typeface="Cambria Math" panose="02040503050406030204" pitchFamily="18" charset="0"/>
                          </a:rPr>
                          <m:t>)</m:t>
                        </m:r>
                      </m:sup>
                    </m:sSup>
                  </m:oMath>
                </a14:m>
                <a:r>
                  <a:rPr lang="zh-CN" altLang="en-US" b="1" dirty="0"/>
                  <a:t>，即</a:t>
                </a:r>
                <a14:m>
                  <m:oMath xmlns:m="http://schemas.openxmlformats.org/officeDocument/2006/math">
                    <m:sSub>
                      <m:sSubPr>
                        <m:ctrlPr>
                          <a:rPr lang="en-US" altLang="zh-CN" b="1" i="1" smtClean="0">
                            <a:latin typeface="Cambria Math" panose="02040503050406030204" pitchFamily="18" charset="0"/>
                          </a:rPr>
                        </m:ctrlPr>
                      </m:sSubPr>
                      <m:e>
                        <m:r>
                          <a:rPr lang="en-US" altLang="zh-CN" b="1" i="1" smtClean="0">
                            <a:latin typeface="Cambria Math" panose="02040503050406030204" pitchFamily="18" charset="0"/>
                          </a:rPr>
                          <m:t>𝑾</m:t>
                        </m:r>
                      </m:e>
                      <m:sub>
                        <m:r>
                          <a:rPr lang="en-US" altLang="zh-CN" b="1" i="1" smtClean="0">
                            <a:latin typeface="Cambria Math" panose="02040503050406030204" pitchFamily="18" charset="0"/>
                          </a:rPr>
                          <m:t>𝑻</m:t>
                        </m:r>
                      </m:sub>
                    </m:sSub>
                    <m:r>
                      <a:rPr lang="en-US" altLang="zh-CN" b="1" i="1" smtClean="0">
                        <a:latin typeface="Cambria Math" panose="02040503050406030204" pitchFamily="18" charset="0"/>
                      </a:rPr>
                      <m:t>=</m:t>
                    </m:r>
                    <m:r>
                      <a:rPr lang="en-US" altLang="zh-CN" b="1" i="1" smtClean="0">
                        <a:latin typeface="Cambria Math" panose="02040503050406030204" pitchFamily="18" charset="0"/>
                      </a:rPr>
                      <m:t>𝟒</m:t>
                    </m:r>
                    <m:r>
                      <a:rPr lang="zh-CN" altLang="en-US" b="1" i="1">
                        <a:latin typeface="Cambria Math" panose="02040503050406030204" pitchFamily="18" charset="0"/>
                      </a:rPr>
                      <m:t>。</m:t>
                    </m:r>
                  </m:oMath>
                </a14:m>
                <a:endParaRPr lang="en-US" altLang="zh-CN" b="1" dirty="0"/>
              </a:p>
            </p:txBody>
          </p:sp>
        </mc:Choice>
        <mc:Fallback xmlns="">
          <p:sp>
            <p:nvSpPr>
              <p:cNvPr id="32" name="íşlïḍè">
                <a:extLst>
                  <a:ext uri="{FF2B5EF4-FFF2-40B4-BE49-F238E27FC236}">
                    <a16:creationId xmlns:a16="http://schemas.microsoft.com/office/drawing/2014/main" id="{FBFA56FC-F0C2-4492-AE42-88A025F625E8}"/>
                  </a:ext>
                </a:extLst>
              </p:cNvPr>
              <p:cNvSpPr txBox="1">
                <a:spLocks noRot="1" noChangeAspect="1" noMove="1" noResize="1" noEditPoints="1" noAdjustHandles="1" noChangeArrowheads="1" noChangeShapeType="1" noTextEdit="1"/>
              </p:cNvSpPr>
              <p:nvPr/>
            </p:nvSpPr>
            <p:spPr>
              <a:xfrm>
                <a:off x="2993250" y="4183741"/>
                <a:ext cx="6218660" cy="311297"/>
              </a:xfrm>
              <a:prstGeom prst="rect">
                <a:avLst/>
              </a:prstGeom>
              <a:blipFill>
                <a:blip r:embed="rId11"/>
                <a:stretch>
                  <a:fillRect l="-784" t="-17647" b="-43137"/>
                </a:stretch>
              </a:blipFill>
            </p:spPr>
            <p:txBody>
              <a:bodyPr/>
              <a:lstStyle/>
              <a:p>
                <a:r>
                  <a:rPr lang="zh-CN" altLang="en-US">
                    <a:noFill/>
                  </a:rPr>
                  <a:t> </a:t>
                </a:r>
              </a:p>
            </p:txBody>
          </p:sp>
        </mc:Fallback>
      </mc:AlternateContent>
      <p:sp>
        <p:nvSpPr>
          <p:cNvPr id="58" name="矩形 57">
            <a:extLst>
              <a:ext uri="{FF2B5EF4-FFF2-40B4-BE49-F238E27FC236}">
                <a16:creationId xmlns:a16="http://schemas.microsoft.com/office/drawing/2014/main" id="{B824E139-38BD-4C94-89BD-7C907264EBAA}"/>
              </a:ext>
            </a:extLst>
          </p:cNvPr>
          <p:cNvSpPr/>
          <p:nvPr/>
        </p:nvSpPr>
        <p:spPr>
          <a:xfrm>
            <a:off x="2300222" y="5553748"/>
            <a:ext cx="3023739" cy="374399"/>
          </a:xfrm>
          <a:prstGeom prst="rect">
            <a:avLst/>
          </a:prstGeom>
          <a:solidFill>
            <a:schemeClr val="accent3">
              <a:alpha val="74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grpSp>
        <p:nvGrpSpPr>
          <p:cNvPr id="6" name="组合 5">
            <a:extLst>
              <a:ext uri="{FF2B5EF4-FFF2-40B4-BE49-F238E27FC236}">
                <a16:creationId xmlns:a16="http://schemas.microsoft.com/office/drawing/2014/main" id="{DAD151C2-1AC7-409B-92CE-27DA04B2F5B8}"/>
              </a:ext>
            </a:extLst>
          </p:cNvPr>
          <p:cNvGrpSpPr/>
          <p:nvPr/>
        </p:nvGrpSpPr>
        <p:grpSpPr>
          <a:xfrm>
            <a:off x="1251044" y="2563914"/>
            <a:ext cx="708432" cy="812439"/>
            <a:chOff x="1251044" y="2563914"/>
            <a:chExt cx="708432" cy="812439"/>
          </a:xfrm>
        </p:grpSpPr>
        <p:sp>
          <p:nvSpPr>
            <p:cNvPr id="60" name="矩形 59">
              <a:extLst>
                <a:ext uri="{FF2B5EF4-FFF2-40B4-BE49-F238E27FC236}">
                  <a16:creationId xmlns:a16="http://schemas.microsoft.com/office/drawing/2014/main" id="{01733A93-1723-4643-A817-A883D0E4CFC7}"/>
                </a:ext>
              </a:extLst>
            </p:cNvPr>
            <p:cNvSpPr/>
            <p:nvPr/>
          </p:nvSpPr>
          <p:spPr>
            <a:xfrm>
              <a:off x="1251044" y="3106070"/>
              <a:ext cx="708432" cy="270283"/>
            </a:xfrm>
            <a:prstGeom prst="rect">
              <a:avLst/>
            </a:prstGeom>
            <a:solidFill>
              <a:schemeClr val="accent3"/>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46800" rIns="46800" rtlCol="0" anchor="ctr"/>
            <a:lstStyle/>
            <a:p>
              <a:pPr algn="ctr"/>
              <a:r>
                <a:rPr lang="en-US" altLang="zh-CN" b="1" dirty="0"/>
                <a:t>DATA3</a:t>
              </a:r>
              <a:endParaRPr lang="zh-CN" altLang="en-US" b="1" dirty="0"/>
            </a:p>
          </p:txBody>
        </p:sp>
        <p:sp>
          <p:nvSpPr>
            <p:cNvPr id="61" name="矩形 60">
              <a:extLst>
                <a:ext uri="{FF2B5EF4-FFF2-40B4-BE49-F238E27FC236}">
                  <a16:creationId xmlns:a16="http://schemas.microsoft.com/office/drawing/2014/main" id="{98809D80-09F8-4BB2-B0BB-DC2666EC7ACE}"/>
                </a:ext>
              </a:extLst>
            </p:cNvPr>
            <p:cNvSpPr/>
            <p:nvPr/>
          </p:nvSpPr>
          <p:spPr>
            <a:xfrm>
              <a:off x="1251044" y="2834197"/>
              <a:ext cx="708432" cy="270283"/>
            </a:xfrm>
            <a:prstGeom prst="rect">
              <a:avLst/>
            </a:prstGeom>
            <a:solidFill>
              <a:schemeClr val="accent3"/>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46800" rIns="46800" rtlCol="0" anchor="ctr"/>
            <a:lstStyle/>
            <a:p>
              <a:pPr algn="ctr"/>
              <a:r>
                <a:rPr lang="en-US" altLang="zh-CN" b="1" dirty="0"/>
                <a:t>DATA2</a:t>
              </a:r>
              <a:endParaRPr lang="zh-CN" altLang="en-US" b="1" dirty="0"/>
            </a:p>
          </p:txBody>
        </p:sp>
        <p:sp>
          <p:nvSpPr>
            <p:cNvPr id="62" name="矩形 61">
              <a:extLst>
                <a:ext uri="{FF2B5EF4-FFF2-40B4-BE49-F238E27FC236}">
                  <a16:creationId xmlns:a16="http://schemas.microsoft.com/office/drawing/2014/main" id="{581FA718-7099-49DA-AE83-B47A7E9635C4}"/>
                </a:ext>
              </a:extLst>
            </p:cNvPr>
            <p:cNvSpPr/>
            <p:nvPr/>
          </p:nvSpPr>
          <p:spPr>
            <a:xfrm>
              <a:off x="1251044" y="2563914"/>
              <a:ext cx="708432" cy="270283"/>
            </a:xfrm>
            <a:prstGeom prst="rect">
              <a:avLst/>
            </a:prstGeom>
            <a:solidFill>
              <a:schemeClr val="accent3"/>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46800" rIns="46800" rtlCol="0" anchor="ctr"/>
            <a:lstStyle/>
            <a:p>
              <a:pPr algn="ctr"/>
              <a:r>
                <a:rPr lang="en-US" altLang="zh-CN" b="1" dirty="0"/>
                <a:t>DATA1</a:t>
              </a:r>
              <a:endParaRPr lang="zh-CN" altLang="en-US" b="1" dirty="0"/>
            </a:p>
          </p:txBody>
        </p:sp>
      </p:grpSp>
      <p:sp>
        <p:nvSpPr>
          <p:cNvPr id="35" name="矩形 34">
            <a:extLst>
              <a:ext uri="{FF2B5EF4-FFF2-40B4-BE49-F238E27FC236}">
                <a16:creationId xmlns:a16="http://schemas.microsoft.com/office/drawing/2014/main" id="{6C9644DF-EA3E-480D-BF5B-8F6A670B2F66}"/>
              </a:ext>
            </a:extLst>
          </p:cNvPr>
          <p:cNvSpPr/>
          <p:nvPr/>
        </p:nvSpPr>
        <p:spPr>
          <a:xfrm>
            <a:off x="3065684" y="1822386"/>
            <a:ext cx="2258278" cy="369332"/>
          </a:xfrm>
          <a:prstGeom prst="rect">
            <a:avLst/>
          </a:prstGeom>
          <a:solidFill>
            <a:schemeClr val="accent4">
              <a:alpha val="74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grpSp>
        <p:nvGrpSpPr>
          <p:cNvPr id="36" name="组合 35">
            <a:extLst>
              <a:ext uri="{FF2B5EF4-FFF2-40B4-BE49-F238E27FC236}">
                <a16:creationId xmlns:a16="http://schemas.microsoft.com/office/drawing/2014/main" id="{731F0119-F9D3-4CE4-BC9D-5D2210CB5F8B}"/>
              </a:ext>
            </a:extLst>
          </p:cNvPr>
          <p:cNvGrpSpPr/>
          <p:nvPr/>
        </p:nvGrpSpPr>
        <p:grpSpPr>
          <a:xfrm>
            <a:off x="456665" y="2319166"/>
            <a:ext cx="708432" cy="812439"/>
            <a:chOff x="1251044" y="2563914"/>
            <a:chExt cx="708432" cy="812439"/>
          </a:xfrm>
          <a:solidFill>
            <a:schemeClr val="accent4"/>
          </a:solidFill>
        </p:grpSpPr>
        <p:sp>
          <p:nvSpPr>
            <p:cNvPr id="37" name="矩形 36">
              <a:extLst>
                <a:ext uri="{FF2B5EF4-FFF2-40B4-BE49-F238E27FC236}">
                  <a16:creationId xmlns:a16="http://schemas.microsoft.com/office/drawing/2014/main" id="{265BE630-4851-490B-80A3-87856363DA2C}"/>
                </a:ext>
              </a:extLst>
            </p:cNvPr>
            <p:cNvSpPr/>
            <p:nvPr/>
          </p:nvSpPr>
          <p:spPr>
            <a:xfrm>
              <a:off x="1251044" y="3106070"/>
              <a:ext cx="708432" cy="270283"/>
            </a:xfrm>
            <a:prstGeom prst="rect">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46800" rIns="46800" rtlCol="0" anchor="ctr"/>
            <a:lstStyle/>
            <a:p>
              <a:pPr algn="ctr"/>
              <a:r>
                <a:rPr lang="en-US" altLang="zh-CN" b="1" dirty="0"/>
                <a:t>ACK1</a:t>
              </a:r>
              <a:endParaRPr lang="zh-CN" altLang="en-US" b="1" dirty="0"/>
            </a:p>
          </p:txBody>
        </p:sp>
        <p:sp>
          <p:nvSpPr>
            <p:cNvPr id="38" name="矩形 37">
              <a:extLst>
                <a:ext uri="{FF2B5EF4-FFF2-40B4-BE49-F238E27FC236}">
                  <a16:creationId xmlns:a16="http://schemas.microsoft.com/office/drawing/2014/main" id="{C43DD7A5-0E19-43D5-9B4E-AD42F52C6FF3}"/>
                </a:ext>
              </a:extLst>
            </p:cNvPr>
            <p:cNvSpPr/>
            <p:nvPr/>
          </p:nvSpPr>
          <p:spPr>
            <a:xfrm>
              <a:off x="1251044" y="2834197"/>
              <a:ext cx="708432" cy="270283"/>
            </a:xfrm>
            <a:prstGeom prst="rect">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46800" rIns="46800" rtlCol="0" anchor="ctr"/>
            <a:lstStyle/>
            <a:p>
              <a:pPr algn="ctr"/>
              <a:r>
                <a:rPr lang="en-US" altLang="zh-CN" b="1" dirty="0"/>
                <a:t>ACK2</a:t>
              </a:r>
              <a:endParaRPr lang="zh-CN" altLang="en-US" b="1" dirty="0"/>
            </a:p>
          </p:txBody>
        </p:sp>
        <p:sp>
          <p:nvSpPr>
            <p:cNvPr id="39" name="矩形 38">
              <a:extLst>
                <a:ext uri="{FF2B5EF4-FFF2-40B4-BE49-F238E27FC236}">
                  <a16:creationId xmlns:a16="http://schemas.microsoft.com/office/drawing/2014/main" id="{63FEDBE4-3B69-477A-90B3-480AB0B40DB5}"/>
                </a:ext>
              </a:extLst>
            </p:cNvPr>
            <p:cNvSpPr/>
            <p:nvPr/>
          </p:nvSpPr>
          <p:spPr>
            <a:xfrm>
              <a:off x="1251044" y="2563914"/>
              <a:ext cx="708432" cy="270283"/>
            </a:xfrm>
            <a:prstGeom prst="rect">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46800" rIns="46800" rtlCol="0" anchor="ctr"/>
            <a:lstStyle/>
            <a:p>
              <a:pPr algn="ctr"/>
              <a:r>
                <a:rPr lang="en-US" altLang="zh-CN" b="1" dirty="0"/>
                <a:t>ACK3</a:t>
              </a:r>
              <a:endParaRPr lang="zh-CN" altLang="en-US" b="1" dirty="0"/>
            </a:p>
          </p:txBody>
        </p:sp>
      </p:grpSp>
      <p:sp>
        <p:nvSpPr>
          <p:cNvPr id="40" name="平行四边形 39">
            <a:extLst>
              <a:ext uri="{FF2B5EF4-FFF2-40B4-BE49-F238E27FC236}">
                <a16:creationId xmlns:a16="http://schemas.microsoft.com/office/drawing/2014/main" id="{EB6E0697-A399-445F-064A-031FF727F95A}"/>
              </a:ext>
            </a:extLst>
          </p:cNvPr>
          <p:cNvSpPr/>
          <p:nvPr/>
        </p:nvSpPr>
        <p:spPr>
          <a:xfrm>
            <a:off x="304800" y="749300"/>
            <a:ext cx="675384" cy="387090"/>
          </a:xfrm>
          <a:prstGeom prst="parallelogram">
            <a:avLst/>
          </a:prstGeom>
          <a:solidFill>
            <a:schemeClr val="accent3">
              <a:lumMod val="75000"/>
            </a:schemeClr>
          </a:solidFill>
          <a:ln>
            <a:solidFill>
              <a:schemeClr val="accent3">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CN" sz="2200" dirty="0">
                <a:latin typeface="Impact" panose="020B0806030902050204" pitchFamily="34" charset="0"/>
              </a:rPr>
              <a:t>05</a:t>
            </a:r>
            <a:endParaRPr lang="zh-CN" altLang="en-US" sz="2200" dirty="0">
              <a:latin typeface="Impact" panose="020B0806030902050204" pitchFamily="34" charset="0"/>
            </a:endParaRPr>
          </a:p>
        </p:txBody>
      </p:sp>
    </p:spTree>
    <p:custDataLst>
      <p:tags r:id="rId1"/>
    </p:custDataLst>
    <p:extLst>
      <p:ext uri="{BB962C8B-B14F-4D97-AF65-F5344CB8AC3E}">
        <p14:creationId xmlns:p14="http://schemas.microsoft.com/office/powerpoint/2010/main" val="1189915766"/>
      </p:ext>
    </p:extLst>
  </p:cSld>
  <p:clrMapOvr>
    <a:masterClrMapping/>
  </p:clrMapOvr>
  <mc:AlternateContent xmlns:mc="http://schemas.openxmlformats.org/markup-compatibility/2006" xmlns:p14="http://schemas.microsoft.com/office/powerpoint/2010/main">
    <mc:Choice Requires="p14">
      <p:transition p14:dur="10"/>
    </mc:Choice>
    <mc:Fallback xmlns="">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2" presetClass="exit" presetSubtype="1" fill="hold" nodeType="withEffect">
                                  <p:stCondLst>
                                    <p:cond delay="0"/>
                                  </p:stCondLst>
                                  <p:childTnLst>
                                    <p:anim calcmode="lin" valueType="num">
                                      <p:cBhvr additive="base">
                                        <p:cTn id="6" dur="1000"/>
                                        <p:tgtEl>
                                          <p:spTgt spid="6"/>
                                        </p:tgtEl>
                                        <p:attrNameLst>
                                          <p:attrName>ppt_y</p:attrName>
                                        </p:attrNameLst>
                                      </p:cBhvr>
                                      <p:tavLst>
                                        <p:tav tm="0">
                                          <p:val>
                                            <p:strVal val="#ppt_y"/>
                                          </p:val>
                                        </p:tav>
                                        <p:tav tm="100000">
                                          <p:val>
                                            <p:strVal val="#ppt_y-#ppt_h*1.125000"/>
                                          </p:val>
                                        </p:tav>
                                      </p:tavLst>
                                    </p:anim>
                                    <p:animEffect transition="out" filter="wipe(up)">
                                      <p:cBhvr>
                                        <p:cTn id="7" dur="1000"/>
                                        <p:tgtEl>
                                          <p:spTgt spid="6"/>
                                        </p:tgtEl>
                                      </p:cBhvr>
                                    </p:animEffect>
                                    <p:set>
                                      <p:cBhvr>
                                        <p:cTn id="8" dur="1" fill="hold">
                                          <p:stCondLst>
                                            <p:cond delay="999"/>
                                          </p:stCondLst>
                                        </p:cTn>
                                        <p:tgtEl>
                                          <p:spTgt spid="6"/>
                                        </p:tgtEl>
                                        <p:attrNameLst>
                                          <p:attrName>style.visibility</p:attrName>
                                        </p:attrNameLst>
                                      </p:cBhvr>
                                      <p:to>
                                        <p:strVal val="hidden"/>
                                      </p:to>
                                    </p:set>
                                  </p:childTnLst>
                                </p:cTn>
                              </p:par>
                              <p:par>
                                <p:cTn id="9" presetID="22" presetClass="entr" presetSubtype="8" fill="hold" grpId="0" nodeType="withEffect">
                                  <p:stCondLst>
                                    <p:cond delay="0"/>
                                  </p:stCondLst>
                                  <p:childTnLst>
                                    <p:set>
                                      <p:cBhvr>
                                        <p:cTn id="10" dur="1" fill="hold">
                                          <p:stCondLst>
                                            <p:cond delay="0"/>
                                          </p:stCondLst>
                                        </p:cTn>
                                        <p:tgtEl>
                                          <p:spTgt spid="35"/>
                                        </p:tgtEl>
                                        <p:attrNameLst>
                                          <p:attrName>style.visibility</p:attrName>
                                        </p:attrNameLst>
                                      </p:cBhvr>
                                      <p:to>
                                        <p:strVal val="visible"/>
                                      </p:to>
                                    </p:set>
                                    <p:animEffect transition="in" filter="wipe(left)">
                                      <p:cBhvr>
                                        <p:cTn id="11" dur="1000"/>
                                        <p:tgtEl>
                                          <p:spTgt spid="35"/>
                                        </p:tgtEl>
                                      </p:cBhvr>
                                    </p:animEffect>
                                  </p:childTnLst>
                                </p:cTn>
                              </p:par>
                              <p:par>
                                <p:cTn id="12" presetID="12" presetClass="entr" presetSubtype="1" fill="hold" nodeType="withEffect">
                                  <p:stCondLst>
                                    <p:cond delay="0"/>
                                  </p:stCondLst>
                                  <p:childTnLst>
                                    <p:set>
                                      <p:cBhvr>
                                        <p:cTn id="13" dur="1" fill="hold">
                                          <p:stCondLst>
                                            <p:cond delay="0"/>
                                          </p:stCondLst>
                                        </p:cTn>
                                        <p:tgtEl>
                                          <p:spTgt spid="36"/>
                                        </p:tgtEl>
                                        <p:attrNameLst>
                                          <p:attrName>style.visibility</p:attrName>
                                        </p:attrNameLst>
                                      </p:cBhvr>
                                      <p:to>
                                        <p:strVal val="visible"/>
                                      </p:to>
                                    </p:set>
                                    <p:anim calcmode="lin" valueType="num">
                                      <p:cBhvr additive="base">
                                        <p:cTn id="14" dur="1000"/>
                                        <p:tgtEl>
                                          <p:spTgt spid="36"/>
                                        </p:tgtEl>
                                        <p:attrNameLst>
                                          <p:attrName>ppt_y</p:attrName>
                                        </p:attrNameLst>
                                      </p:cBhvr>
                                      <p:tavLst>
                                        <p:tav tm="0">
                                          <p:val>
                                            <p:strVal val="#ppt_y-#ppt_h*1.125000"/>
                                          </p:val>
                                        </p:tav>
                                        <p:tav tm="100000">
                                          <p:val>
                                            <p:strVal val="#ppt_y"/>
                                          </p:val>
                                        </p:tav>
                                      </p:tavLst>
                                    </p:anim>
                                    <p:animEffect transition="in" filter="wipe(down)">
                                      <p:cBhvr>
                                        <p:cTn id="15" dur="1000"/>
                                        <p:tgtEl>
                                          <p:spTgt spid="36"/>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5" grpId="0" animBg="1"/>
    </p:bldLst>
  </p:timing>
</p:sld>
</file>

<file path=ppt/slides/slide20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45" name="组合 44">
            <a:extLst>
              <a:ext uri="{FF2B5EF4-FFF2-40B4-BE49-F238E27FC236}">
                <a16:creationId xmlns:a16="http://schemas.microsoft.com/office/drawing/2014/main" id="{F5FCA282-8954-464E-9962-8DEC0A190612}"/>
              </a:ext>
            </a:extLst>
          </p:cNvPr>
          <p:cNvGrpSpPr/>
          <p:nvPr/>
        </p:nvGrpSpPr>
        <p:grpSpPr>
          <a:xfrm>
            <a:off x="2305203" y="1368773"/>
            <a:ext cx="3025589" cy="910796"/>
            <a:chOff x="2302929" y="5098286"/>
            <a:chExt cx="3025589" cy="910796"/>
          </a:xfrm>
        </p:grpSpPr>
        <p:sp>
          <p:nvSpPr>
            <p:cNvPr id="46" name="矩形 45">
              <a:extLst>
                <a:ext uri="{FF2B5EF4-FFF2-40B4-BE49-F238E27FC236}">
                  <a16:creationId xmlns:a16="http://schemas.microsoft.com/office/drawing/2014/main" id="{471AA480-7085-4D51-B0B4-D68301BF2020}"/>
                </a:ext>
              </a:extLst>
            </p:cNvPr>
            <p:cNvSpPr/>
            <p:nvPr/>
          </p:nvSpPr>
          <p:spPr>
            <a:xfrm>
              <a:off x="2302929" y="5467618"/>
              <a:ext cx="3025589" cy="541464"/>
            </a:xfrm>
            <a:prstGeom prst="rect">
              <a:avLst/>
            </a:prstGeom>
            <a:solidFill>
              <a:schemeClr val="accent4"/>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mc:AlternateContent xmlns:mc="http://schemas.openxmlformats.org/markup-compatibility/2006" xmlns:a14="http://schemas.microsoft.com/office/drawing/2010/main">
          <mc:Choice Requires="a14">
            <p:sp>
              <p:nvSpPr>
                <p:cNvPr id="47" name="文本框 46">
                  <a:extLst>
                    <a:ext uri="{FF2B5EF4-FFF2-40B4-BE49-F238E27FC236}">
                      <a16:creationId xmlns:a16="http://schemas.microsoft.com/office/drawing/2014/main" id="{4DD506B6-2862-4CF6-A3E9-F36AEFD5D21B}"/>
                    </a:ext>
                  </a:extLst>
                </p:cNvPr>
                <p:cNvSpPr txBox="1"/>
                <p:nvPr/>
              </p:nvSpPr>
              <p:spPr>
                <a:xfrm>
                  <a:off x="3277773" y="5098286"/>
                  <a:ext cx="1067217" cy="369332"/>
                </a:xfrm>
                <a:prstGeom prst="rect">
                  <a:avLst/>
                </a:prstGeom>
                <a:noFill/>
              </p:spPr>
              <p:txBody>
                <a:bodyPr wrap="square">
                  <a:spAutoFit/>
                </a:bodyPr>
                <a:lstStyle/>
                <a:p>
                  <a:pPr/>
                  <a14:m>
                    <m:oMathPara xmlns:m="http://schemas.openxmlformats.org/officeDocument/2006/math">
                      <m:oMathParaPr>
                        <m:jc m:val="centerGroup"/>
                      </m:oMathParaPr>
                      <m:oMath xmlns:m="http://schemas.openxmlformats.org/officeDocument/2006/math">
                        <m:sSub>
                          <m:sSubPr>
                            <m:ctrlPr>
                              <a:rPr lang="en-US" altLang="zh-CN" b="1" i="1" smtClean="0">
                                <a:solidFill>
                                  <a:schemeClr val="accent4"/>
                                </a:solidFill>
                                <a:latin typeface="Cambria Math" panose="02040503050406030204" pitchFamily="18" charset="0"/>
                              </a:rPr>
                            </m:ctrlPr>
                          </m:sSubPr>
                          <m:e>
                            <m:r>
                              <a:rPr lang="en-US" altLang="zh-CN" b="1" i="1" smtClean="0">
                                <a:solidFill>
                                  <a:schemeClr val="accent4"/>
                                </a:solidFill>
                                <a:latin typeface="Cambria Math" panose="02040503050406030204" pitchFamily="18" charset="0"/>
                              </a:rPr>
                              <m:t>𝑾</m:t>
                            </m:r>
                          </m:e>
                          <m:sub>
                            <m:r>
                              <a:rPr lang="en-US" altLang="zh-CN" b="1" i="1" smtClean="0">
                                <a:solidFill>
                                  <a:schemeClr val="accent4"/>
                                </a:solidFill>
                                <a:latin typeface="Cambria Math" panose="02040503050406030204" pitchFamily="18" charset="0"/>
                              </a:rPr>
                              <m:t>𝑹</m:t>
                            </m:r>
                          </m:sub>
                        </m:sSub>
                        <m:r>
                          <a:rPr lang="en-US" altLang="zh-CN" b="1" i="1" smtClean="0">
                            <a:solidFill>
                              <a:schemeClr val="accent4"/>
                            </a:solidFill>
                            <a:latin typeface="Cambria Math" panose="02040503050406030204" pitchFamily="18" charset="0"/>
                          </a:rPr>
                          <m:t>=</m:t>
                        </m:r>
                        <m:r>
                          <a:rPr lang="en-US" altLang="zh-CN" b="1" i="1" smtClean="0">
                            <a:solidFill>
                              <a:schemeClr val="accent4"/>
                            </a:solidFill>
                            <a:latin typeface="Cambria Math" panose="02040503050406030204" pitchFamily="18" charset="0"/>
                          </a:rPr>
                          <m:t>𝟒</m:t>
                        </m:r>
                      </m:oMath>
                    </m:oMathPara>
                  </a14:m>
                  <a:endParaRPr lang="zh-CN" altLang="en-US" dirty="0">
                    <a:solidFill>
                      <a:schemeClr val="accent4"/>
                    </a:solidFill>
                  </a:endParaRPr>
                </a:p>
              </p:txBody>
            </p:sp>
          </mc:Choice>
          <mc:Fallback xmlns="">
            <p:sp>
              <p:nvSpPr>
                <p:cNvPr id="47" name="文本框 46">
                  <a:extLst>
                    <a:ext uri="{FF2B5EF4-FFF2-40B4-BE49-F238E27FC236}">
                      <a16:creationId xmlns:a16="http://schemas.microsoft.com/office/drawing/2014/main" id="{4DD506B6-2862-4CF6-A3E9-F36AEFD5D21B}"/>
                    </a:ext>
                  </a:extLst>
                </p:cNvPr>
                <p:cNvSpPr txBox="1">
                  <a:spLocks noRot="1" noChangeAspect="1" noMove="1" noResize="1" noEditPoints="1" noAdjustHandles="1" noChangeArrowheads="1" noChangeShapeType="1" noTextEdit="1"/>
                </p:cNvSpPr>
                <p:nvPr/>
              </p:nvSpPr>
              <p:spPr>
                <a:xfrm>
                  <a:off x="3277773" y="5098286"/>
                  <a:ext cx="1067217" cy="369332"/>
                </a:xfrm>
                <a:prstGeom prst="rect">
                  <a:avLst/>
                </a:prstGeom>
                <a:blipFill>
                  <a:blip r:embed="rId3"/>
                  <a:stretch>
                    <a:fillRect b="-3333"/>
                  </a:stretch>
                </a:blipFill>
              </p:spPr>
              <p:txBody>
                <a:bodyPr/>
                <a:lstStyle/>
                <a:p>
                  <a:r>
                    <a:rPr lang="zh-CN" altLang="en-US">
                      <a:noFill/>
                    </a:rPr>
                    <a:t> </a:t>
                  </a:r>
                </a:p>
              </p:txBody>
            </p:sp>
          </mc:Fallback>
        </mc:AlternateContent>
      </p:grpSp>
      <p:grpSp>
        <p:nvGrpSpPr>
          <p:cNvPr id="5" name="组合 4">
            <a:extLst>
              <a:ext uri="{FF2B5EF4-FFF2-40B4-BE49-F238E27FC236}">
                <a16:creationId xmlns:a16="http://schemas.microsoft.com/office/drawing/2014/main" id="{20EFBF47-A85C-4FD1-BB81-590596419A3D}"/>
              </a:ext>
            </a:extLst>
          </p:cNvPr>
          <p:cNvGrpSpPr/>
          <p:nvPr/>
        </p:nvGrpSpPr>
        <p:grpSpPr>
          <a:xfrm>
            <a:off x="2302929" y="5098286"/>
            <a:ext cx="3025589" cy="910796"/>
            <a:chOff x="2302929" y="5098286"/>
            <a:chExt cx="3025589" cy="910796"/>
          </a:xfrm>
        </p:grpSpPr>
        <p:sp>
          <p:nvSpPr>
            <p:cNvPr id="33" name="矩形 32">
              <a:extLst>
                <a:ext uri="{FF2B5EF4-FFF2-40B4-BE49-F238E27FC236}">
                  <a16:creationId xmlns:a16="http://schemas.microsoft.com/office/drawing/2014/main" id="{3EA6F5A2-1C83-4BE5-9CCD-7CBA9C984323}"/>
                </a:ext>
              </a:extLst>
            </p:cNvPr>
            <p:cNvSpPr/>
            <p:nvPr/>
          </p:nvSpPr>
          <p:spPr>
            <a:xfrm>
              <a:off x="2302929" y="5467618"/>
              <a:ext cx="3025589" cy="541464"/>
            </a:xfrm>
            <a:prstGeom prst="rect">
              <a:avLst/>
            </a:prstGeom>
            <a:solidFill>
              <a:schemeClr val="accent3"/>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mc:AlternateContent xmlns:mc="http://schemas.openxmlformats.org/markup-compatibility/2006" xmlns:a14="http://schemas.microsoft.com/office/drawing/2010/main">
          <mc:Choice Requires="a14">
            <p:sp>
              <p:nvSpPr>
                <p:cNvPr id="34" name="文本框 33">
                  <a:extLst>
                    <a:ext uri="{FF2B5EF4-FFF2-40B4-BE49-F238E27FC236}">
                      <a16:creationId xmlns:a16="http://schemas.microsoft.com/office/drawing/2014/main" id="{8C755A65-DDAE-400F-BD8A-B2EB9981B67D}"/>
                    </a:ext>
                  </a:extLst>
                </p:cNvPr>
                <p:cNvSpPr txBox="1"/>
                <p:nvPr/>
              </p:nvSpPr>
              <p:spPr>
                <a:xfrm>
                  <a:off x="3277773" y="5098286"/>
                  <a:ext cx="1067217" cy="369332"/>
                </a:xfrm>
                <a:prstGeom prst="rect">
                  <a:avLst/>
                </a:prstGeom>
                <a:noFill/>
              </p:spPr>
              <p:txBody>
                <a:bodyPr wrap="square">
                  <a:spAutoFit/>
                </a:bodyPr>
                <a:lstStyle/>
                <a:p>
                  <a:pPr/>
                  <a14:m>
                    <m:oMathPara xmlns:m="http://schemas.openxmlformats.org/officeDocument/2006/math">
                      <m:oMathParaPr>
                        <m:jc m:val="centerGroup"/>
                      </m:oMathParaPr>
                      <m:oMath xmlns:m="http://schemas.openxmlformats.org/officeDocument/2006/math">
                        <m:sSub>
                          <m:sSubPr>
                            <m:ctrlPr>
                              <a:rPr lang="en-US" altLang="zh-CN" b="1" i="1" smtClean="0">
                                <a:solidFill>
                                  <a:schemeClr val="accent3"/>
                                </a:solidFill>
                                <a:latin typeface="Cambria Math" panose="02040503050406030204" pitchFamily="18" charset="0"/>
                              </a:rPr>
                            </m:ctrlPr>
                          </m:sSubPr>
                          <m:e>
                            <m:r>
                              <a:rPr lang="en-US" altLang="zh-CN" b="1" i="1" smtClean="0">
                                <a:solidFill>
                                  <a:schemeClr val="accent3"/>
                                </a:solidFill>
                                <a:latin typeface="Cambria Math" panose="02040503050406030204" pitchFamily="18" charset="0"/>
                              </a:rPr>
                              <m:t>𝑾</m:t>
                            </m:r>
                          </m:e>
                          <m:sub>
                            <m:r>
                              <a:rPr lang="en-US" altLang="zh-CN" b="1" i="1" smtClean="0">
                                <a:solidFill>
                                  <a:schemeClr val="accent3"/>
                                </a:solidFill>
                                <a:latin typeface="Cambria Math" panose="02040503050406030204" pitchFamily="18" charset="0"/>
                              </a:rPr>
                              <m:t>𝑻</m:t>
                            </m:r>
                          </m:sub>
                        </m:sSub>
                        <m:r>
                          <a:rPr lang="en-US" altLang="zh-CN" b="1" i="1" smtClean="0">
                            <a:solidFill>
                              <a:schemeClr val="accent3"/>
                            </a:solidFill>
                            <a:latin typeface="Cambria Math" panose="02040503050406030204" pitchFamily="18" charset="0"/>
                          </a:rPr>
                          <m:t>=</m:t>
                        </m:r>
                        <m:r>
                          <a:rPr lang="en-US" altLang="zh-CN" b="1" i="1" smtClean="0">
                            <a:solidFill>
                              <a:schemeClr val="accent3"/>
                            </a:solidFill>
                            <a:latin typeface="Cambria Math" panose="02040503050406030204" pitchFamily="18" charset="0"/>
                          </a:rPr>
                          <m:t>𝟒</m:t>
                        </m:r>
                      </m:oMath>
                    </m:oMathPara>
                  </a14:m>
                  <a:endParaRPr lang="zh-CN" altLang="en-US" dirty="0">
                    <a:solidFill>
                      <a:schemeClr val="accent3"/>
                    </a:solidFill>
                  </a:endParaRPr>
                </a:p>
              </p:txBody>
            </p:sp>
          </mc:Choice>
          <mc:Fallback xmlns="">
            <p:sp>
              <p:nvSpPr>
                <p:cNvPr id="34" name="文本框 33">
                  <a:extLst>
                    <a:ext uri="{FF2B5EF4-FFF2-40B4-BE49-F238E27FC236}">
                      <a16:creationId xmlns:a16="http://schemas.microsoft.com/office/drawing/2014/main" id="{8C755A65-DDAE-400F-BD8A-B2EB9981B67D}"/>
                    </a:ext>
                  </a:extLst>
                </p:cNvPr>
                <p:cNvSpPr txBox="1">
                  <a:spLocks noRot="1" noChangeAspect="1" noMove="1" noResize="1" noEditPoints="1" noAdjustHandles="1" noChangeArrowheads="1" noChangeShapeType="1" noTextEdit="1"/>
                </p:cNvSpPr>
                <p:nvPr/>
              </p:nvSpPr>
              <p:spPr>
                <a:xfrm>
                  <a:off x="3277773" y="5098286"/>
                  <a:ext cx="1067217" cy="369332"/>
                </a:xfrm>
                <a:prstGeom prst="rect">
                  <a:avLst/>
                </a:prstGeom>
                <a:blipFill>
                  <a:blip r:embed="rId4"/>
                  <a:stretch>
                    <a:fillRect b="-3279"/>
                  </a:stretch>
                </a:blipFill>
              </p:spPr>
              <p:txBody>
                <a:bodyPr/>
                <a:lstStyle/>
                <a:p>
                  <a:r>
                    <a:rPr lang="zh-CN" altLang="en-US">
                      <a:noFill/>
                    </a:rPr>
                    <a:t> </a:t>
                  </a:r>
                </a:p>
              </p:txBody>
            </p:sp>
          </mc:Fallback>
        </mc:AlternateContent>
      </p:grpSp>
      <p:grpSp>
        <p:nvGrpSpPr>
          <p:cNvPr id="4" name="组合 3">
            <a:extLst>
              <a:ext uri="{FF2B5EF4-FFF2-40B4-BE49-F238E27FC236}">
                <a16:creationId xmlns:a16="http://schemas.microsoft.com/office/drawing/2014/main" id="{9A1EA9F2-FCB6-48C3-935F-7AE7E3AD14AC}"/>
              </a:ext>
            </a:extLst>
          </p:cNvPr>
          <p:cNvGrpSpPr/>
          <p:nvPr/>
        </p:nvGrpSpPr>
        <p:grpSpPr>
          <a:xfrm>
            <a:off x="304800" y="749300"/>
            <a:ext cx="6192344" cy="400110"/>
            <a:chOff x="424117" y="898245"/>
            <a:chExt cx="6192344" cy="400110"/>
          </a:xfrm>
        </p:grpSpPr>
        <p:sp>
          <p:nvSpPr>
            <p:cNvPr id="2" name="平行四边形 1">
              <a:extLst>
                <a:ext uri="{FF2B5EF4-FFF2-40B4-BE49-F238E27FC236}">
                  <a16:creationId xmlns:a16="http://schemas.microsoft.com/office/drawing/2014/main" id="{1F5BAA3F-9845-4F89-A2DD-8222D3E4EDAC}"/>
                </a:ext>
              </a:extLst>
            </p:cNvPr>
            <p:cNvSpPr/>
            <p:nvPr/>
          </p:nvSpPr>
          <p:spPr>
            <a:xfrm>
              <a:off x="424117" y="898245"/>
              <a:ext cx="628306" cy="387090"/>
            </a:xfrm>
            <a:prstGeom prst="parallelogram">
              <a:avLst/>
            </a:prstGeom>
            <a:solidFill>
              <a:schemeClr val="accent3">
                <a:lumMod val="75000"/>
              </a:schemeClr>
            </a:solidFill>
            <a:ln>
              <a:solidFill>
                <a:schemeClr val="accent3">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CN" sz="2200" dirty="0">
                  <a:latin typeface="Impact" panose="020B0806030902050204" pitchFamily="34" charset="0"/>
                </a:rPr>
                <a:t>01</a:t>
              </a:r>
              <a:endParaRPr lang="zh-CN" altLang="en-US" sz="2200" dirty="0">
                <a:latin typeface="Impact" panose="020B0806030902050204" pitchFamily="34" charset="0"/>
              </a:endParaRPr>
            </a:p>
          </p:txBody>
        </p:sp>
        <p:sp>
          <p:nvSpPr>
            <p:cNvPr id="3" name="文本框 2">
              <a:extLst>
                <a:ext uri="{FF2B5EF4-FFF2-40B4-BE49-F238E27FC236}">
                  <a16:creationId xmlns:a16="http://schemas.microsoft.com/office/drawing/2014/main" id="{4D6BD736-A4D3-4F26-AFED-36E11F50F70B}"/>
                </a:ext>
              </a:extLst>
            </p:cNvPr>
            <p:cNvSpPr txBox="1"/>
            <p:nvPr/>
          </p:nvSpPr>
          <p:spPr>
            <a:xfrm>
              <a:off x="1052423" y="898245"/>
              <a:ext cx="5564038" cy="400110"/>
            </a:xfrm>
            <a:prstGeom prst="rect">
              <a:avLst/>
            </a:prstGeom>
            <a:noFill/>
          </p:spPr>
          <p:txBody>
            <a:bodyPr wrap="square" rtlCol="0">
              <a:spAutoFit/>
            </a:bodyPr>
            <a:lstStyle/>
            <a:p>
              <a:r>
                <a:rPr lang="zh-CN" altLang="en-US" sz="2000" b="1" dirty="0"/>
                <a:t>选择重传协议</a:t>
              </a:r>
            </a:p>
          </p:txBody>
        </p:sp>
      </p:grpSp>
      <p:grpSp>
        <p:nvGrpSpPr>
          <p:cNvPr id="18" name="组合 17">
            <a:extLst>
              <a:ext uri="{FF2B5EF4-FFF2-40B4-BE49-F238E27FC236}">
                <a16:creationId xmlns:a16="http://schemas.microsoft.com/office/drawing/2014/main" id="{AF599708-FA4B-4F1A-915B-51ADB6AF8A5B}"/>
              </a:ext>
            </a:extLst>
          </p:cNvPr>
          <p:cNvGrpSpPr/>
          <p:nvPr/>
        </p:nvGrpSpPr>
        <p:grpSpPr>
          <a:xfrm>
            <a:off x="475097" y="1263518"/>
            <a:ext cx="1355161" cy="5114896"/>
            <a:chOff x="475097" y="1263518"/>
            <a:chExt cx="1355161" cy="5114896"/>
          </a:xfrm>
        </p:grpSpPr>
        <p:cxnSp>
          <p:nvCxnSpPr>
            <p:cNvPr id="19" name="直接连接符 18">
              <a:extLst>
                <a:ext uri="{FF2B5EF4-FFF2-40B4-BE49-F238E27FC236}">
                  <a16:creationId xmlns:a16="http://schemas.microsoft.com/office/drawing/2014/main" id="{8C267D38-D538-4153-B853-5B2DDE097738}"/>
                </a:ext>
              </a:extLst>
            </p:cNvPr>
            <p:cNvCxnSpPr>
              <a:cxnSpLocks/>
            </p:cNvCxnSpPr>
            <p:nvPr/>
          </p:nvCxnSpPr>
          <p:spPr>
            <a:xfrm flipV="1">
              <a:off x="1208367" y="2012996"/>
              <a:ext cx="0" cy="3813858"/>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nvGrpSpPr>
            <p:cNvPr id="20" name="组合 19">
              <a:extLst>
                <a:ext uri="{FF2B5EF4-FFF2-40B4-BE49-F238E27FC236}">
                  <a16:creationId xmlns:a16="http://schemas.microsoft.com/office/drawing/2014/main" id="{1A3F15DA-8F30-45DE-8760-8CB5AC7691B0}"/>
                </a:ext>
              </a:extLst>
            </p:cNvPr>
            <p:cNvGrpSpPr/>
            <p:nvPr/>
          </p:nvGrpSpPr>
          <p:grpSpPr>
            <a:xfrm>
              <a:off x="700096" y="5368000"/>
              <a:ext cx="905164" cy="1010414"/>
              <a:chOff x="700096" y="5368000"/>
              <a:chExt cx="905164" cy="1010414"/>
            </a:xfrm>
          </p:grpSpPr>
          <p:pic>
            <p:nvPicPr>
              <p:cNvPr id="25" name="图形 24">
                <a:extLst>
                  <a:ext uri="{FF2B5EF4-FFF2-40B4-BE49-F238E27FC236}">
                    <a16:creationId xmlns:a16="http://schemas.microsoft.com/office/drawing/2014/main" id="{5079B8D0-730B-4F27-A9EC-8AC79CEECAE0}"/>
                  </a:ext>
                </a:extLst>
              </p:cNvPr>
              <p:cNvPicPr>
                <a:picLocks noChangeAspect="1"/>
              </p:cNvPicPr>
              <p:nvPr/>
            </p:nvPicPr>
            <p:blipFill>
              <a:blip r:embed="rId5">
                <a:extLst>
                  <a:ext uri="{28A0092B-C50C-407E-A947-70E740481C1C}">
                    <a14:useLocalDpi xmlns:a14="http://schemas.microsoft.com/office/drawing/2010/main" val="0"/>
                  </a:ext>
                  <a:ext uri="{96DAC541-7B7A-43D3-8B79-37D633B846F1}">
                    <asvg:svgBlip xmlns:asvg="http://schemas.microsoft.com/office/drawing/2016/SVG/main" r:embed="rId6"/>
                  </a:ext>
                </a:extLst>
              </a:blip>
              <a:stretch>
                <a:fillRect/>
              </a:stretch>
            </p:blipFill>
            <p:spPr>
              <a:xfrm>
                <a:off x="821271" y="5368000"/>
                <a:ext cx="662814" cy="641082"/>
              </a:xfrm>
              <a:prstGeom prst="rect">
                <a:avLst/>
              </a:prstGeom>
            </p:spPr>
          </p:pic>
          <p:sp>
            <p:nvSpPr>
              <p:cNvPr id="26" name="文本框 25">
                <a:extLst>
                  <a:ext uri="{FF2B5EF4-FFF2-40B4-BE49-F238E27FC236}">
                    <a16:creationId xmlns:a16="http://schemas.microsoft.com/office/drawing/2014/main" id="{68E9BE24-5234-4436-839C-0CC65C932068}"/>
                  </a:ext>
                </a:extLst>
              </p:cNvPr>
              <p:cNvSpPr txBox="1"/>
              <p:nvPr/>
            </p:nvSpPr>
            <p:spPr>
              <a:xfrm>
                <a:off x="700096" y="6009082"/>
                <a:ext cx="905164" cy="369332"/>
              </a:xfrm>
              <a:prstGeom prst="rect">
                <a:avLst/>
              </a:prstGeom>
              <a:noFill/>
            </p:spPr>
            <p:txBody>
              <a:bodyPr wrap="square" rtlCol="0">
                <a:spAutoFit/>
              </a:bodyPr>
              <a:lstStyle/>
              <a:p>
                <a:r>
                  <a:rPr lang="zh-CN" altLang="en-US" b="1" dirty="0">
                    <a:latin typeface="+mn-ea"/>
                  </a:rPr>
                  <a:t>发送方</a:t>
                </a:r>
              </a:p>
            </p:txBody>
          </p:sp>
        </p:grpSp>
        <p:grpSp>
          <p:nvGrpSpPr>
            <p:cNvPr id="21" name="组合 20">
              <a:extLst>
                <a:ext uri="{FF2B5EF4-FFF2-40B4-BE49-F238E27FC236}">
                  <a16:creationId xmlns:a16="http://schemas.microsoft.com/office/drawing/2014/main" id="{50E1DF35-9236-4BB6-BAC4-1AE805165946}"/>
                </a:ext>
              </a:extLst>
            </p:cNvPr>
            <p:cNvGrpSpPr/>
            <p:nvPr/>
          </p:nvGrpSpPr>
          <p:grpSpPr>
            <a:xfrm>
              <a:off x="878301" y="1263518"/>
              <a:ext cx="905164" cy="1027908"/>
              <a:chOff x="878301" y="1390382"/>
              <a:chExt cx="905164" cy="1027908"/>
            </a:xfrm>
          </p:grpSpPr>
          <p:pic>
            <p:nvPicPr>
              <p:cNvPr id="23" name="图形 22">
                <a:extLst>
                  <a:ext uri="{FF2B5EF4-FFF2-40B4-BE49-F238E27FC236}">
                    <a16:creationId xmlns:a16="http://schemas.microsoft.com/office/drawing/2014/main" id="{E155E3ED-8C2A-42C4-BFBF-393051944136}"/>
                  </a:ext>
                </a:extLst>
              </p:cNvPr>
              <p:cNvPicPr>
                <a:picLocks noChangeAspect="1"/>
              </p:cNvPicPr>
              <p:nvPr/>
            </p:nvPicPr>
            <p:blipFill>
              <a:blip r:embed="rId7">
                <a:extLst>
                  <a:ext uri="{28A0092B-C50C-407E-A947-70E740481C1C}">
                    <a14:useLocalDpi xmlns:a14="http://schemas.microsoft.com/office/drawing/2010/main" val="0"/>
                  </a:ext>
                  <a:ext uri="{96DAC541-7B7A-43D3-8B79-37D633B846F1}">
                    <asvg:svgBlip xmlns:asvg="http://schemas.microsoft.com/office/drawing/2016/SVG/main" r:embed="rId8"/>
                  </a:ext>
                </a:extLst>
              </a:blip>
              <a:stretch>
                <a:fillRect/>
              </a:stretch>
            </p:blipFill>
            <p:spPr>
              <a:xfrm>
                <a:off x="984826" y="1759714"/>
                <a:ext cx="501772" cy="658576"/>
              </a:xfrm>
              <a:prstGeom prst="rect">
                <a:avLst/>
              </a:prstGeom>
            </p:spPr>
          </p:pic>
          <p:sp>
            <p:nvSpPr>
              <p:cNvPr id="24" name="文本框 23">
                <a:extLst>
                  <a:ext uri="{FF2B5EF4-FFF2-40B4-BE49-F238E27FC236}">
                    <a16:creationId xmlns:a16="http://schemas.microsoft.com/office/drawing/2014/main" id="{818AC20B-3072-437F-B302-67397F49105B}"/>
                  </a:ext>
                </a:extLst>
              </p:cNvPr>
              <p:cNvSpPr txBox="1"/>
              <p:nvPr/>
            </p:nvSpPr>
            <p:spPr>
              <a:xfrm>
                <a:off x="878301" y="1390382"/>
                <a:ext cx="905164" cy="369332"/>
              </a:xfrm>
              <a:prstGeom prst="rect">
                <a:avLst/>
              </a:prstGeom>
              <a:noFill/>
            </p:spPr>
            <p:txBody>
              <a:bodyPr wrap="square" rtlCol="0">
                <a:spAutoFit/>
              </a:bodyPr>
              <a:lstStyle/>
              <a:p>
                <a:r>
                  <a:rPr lang="zh-CN" altLang="en-US" b="1" dirty="0">
                    <a:latin typeface="+mn-ea"/>
                  </a:rPr>
                  <a:t>接收方</a:t>
                </a:r>
              </a:p>
            </p:txBody>
          </p:sp>
        </p:grpSp>
        <p:sp>
          <p:nvSpPr>
            <p:cNvPr id="22" name="云形 21">
              <a:extLst>
                <a:ext uri="{FF2B5EF4-FFF2-40B4-BE49-F238E27FC236}">
                  <a16:creationId xmlns:a16="http://schemas.microsoft.com/office/drawing/2014/main" id="{97C64CE5-C9EB-4960-87FB-62108C97374D}"/>
                </a:ext>
              </a:extLst>
            </p:cNvPr>
            <p:cNvSpPr/>
            <p:nvPr/>
          </p:nvSpPr>
          <p:spPr>
            <a:xfrm>
              <a:off x="475097" y="3429014"/>
              <a:ext cx="1355161" cy="801398"/>
            </a:xfrm>
            <a:prstGeom prst="cloud">
              <a:avLst/>
            </a:prstGeom>
            <a:solidFill>
              <a:schemeClr val="bg1">
                <a:lumMod val="85000"/>
              </a:schemeClr>
            </a:solidFill>
            <a:ln>
              <a:solidFill>
                <a:schemeClr val="bg1">
                  <a:lumMod val="85000"/>
                </a:schemeClr>
              </a:solidFill>
            </a:ln>
          </p:spPr>
          <p:style>
            <a:lnRef idx="2">
              <a:schemeClr val="accent3">
                <a:shade val="50000"/>
              </a:schemeClr>
            </a:lnRef>
            <a:fillRef idx="1">
              <a:schemeClr val="accent3"/>
            </a:fillRef>
            <a:effectRef idx="0">
              <a:schemeClr val="accent3"/>
            </a:effectRef>
            <a:fontRef idx="minor">
              <a:schemeClr val="lt1"/>
            </a:fontRef>
          </p:style>
          <p:txBody>
            <a:bodyPr rtlCol="0" anchor="ctr"/>
            <a:lstStyle/>
            <a:p>
              <a:pPr algn="ctr"/>
              <a:r>
                <a:rPr lang="zh-CN" altLang="en-US" b="1" dirty="0">
                  <a:solidFill>
                    <a:schemeClr val="tx1"/>
                  </a:solidFill>
                  <a:latin typeface="+mn-ea"/>
                </a:rPr>
                <a:t>因特网</a:t>
              </a:r>
            </a:p>
          </p:txBody>
        </p:sp>
      </p:grpSp>
      <mc:AlternateContent xmlns:mc="http://schemas.openxmlformats.org/markup-compatibility/2006" xmlns:a14="http://schemas.microsoft.com/office/drawing/2010/main">
        <mc:Choice Requires="a14">
          <p:sp>
            <p:nvSpPr>
              <p:cNvPr id="28" name="íşlïḍè">
                <a:extLst>
                  <a:ext uri="{FF2B5EF4-FFF2-40B4-BE49-F238E27FC236}">
                    <a16:creationId xmlns:a16="http://schemas.microsoft.com/office/drawing/2014/main" id="{8898676C-F981-4D74-B324-A859D1387610}"/>
                  </a:ext>
                </a:extLst>
              </p:cNvPr>
              <p:cNvSpPr txBox="1"/>
              <p:nvPr/>
            </p:nvSpPr>
            <p:spPr>
              <a:xfrm>
                <a:off x="2993250" y="3266194"/>
                <a:ext cx="6657288" cy="311297"/>
              </a:xfrm>
              <a:prstGeom prst="rect">
                <a:avLst/>
              </a:prstGeom>
              <a:noFill/>
            </p:spPr>
            <p:txBody>
              <a:bodyPr wrap="square" lIns="91440" tIns="45720" rIns="91440" bIns="45720" anchor="ctr">
                <a:noAutofit/>
              </a:bodyPr>
              <a:lstStyle/>
              <a:p>
                <a:r>
                  <a:rPr lang="zh-CN" altLang="en-US" b="1" dirty="0"/>
                  <a:t>本例假设采用</a:t>
                </a:r>
                <a14:m>
                  <m:oMath xmlns:m="http://schemas.openxmlformats.org/officeDocument/2006/math">
                    <m:r>
                      <a:rPr lang="en-US" altLang="zh-CN" b="1" i="1" dirty="0" smtClean="0">
                        <a:latin typeface="Cambria Math" panose="02040503050406030204" pitchFamily="18" charset="0"/>
                      </a:rPr>
                      <m:t>𝟑</m:t>
                    </m:r>
                  </m:oMath>
                </a14:m>
                <a:r>
                  <a:rPr lang="zh-CN" altLang="en-US" b="1" dirty="0"/>
                  <a:t>个比特给分组编序号，则序号范围是</a:t>
                </a:r>
                <a14:m>
                  <m:oMath xmlns:m="http://schemas.openxmlformats.org/officeDocument/2006/math">
                    <m:r>
                      <a:rPr lang="en-US" altLang="zh-CN" b="1" i="0" smtClean="0">
                        <a:latin typeface="Cambria Math" panose="02040503050406030204" pitchFamily="18" charset="0"/>
                        <a:ea typeface="Cambria Math" panose="02040503050406030204" pitchFamily="18" charset="0"/>
                      </a:rPr>
                      <m:t>𝟎</m:t>
                    </m:r>
                    <m:r>
                      <a:rPr lang="en-US" altLang="zh-CN" b="1" i="1" smtClean="0">
                        <a:latin typeface="Cambria Math" panose="02040503050406030204" pitchFamily="18" charset="0"/>
                        <a:ea typeface="Cambria Math" panose="02040503050406030204" pitchFamily="18" charset="0"/>
                      </a:rPr>
                      <m:t>~</m:t>
                    </m:r>
                    <m:sSup>
                      <m:sSupPr>
                        <m:ctrlPr>
                          <a:rPr lang="en-US" altLang="zh-CN" b="1" i="1" smtClean="0">
                            <a:latin typeface="Cambria Math" panose="02040503050406030204" pitchFamily="18" charset="0"/>
                            <a:ea typeface="Cambria Math" panose="02040503050406030204" pitchFamily="18" charset="0"/>
                          </a:rPr>
                        </m:ctrlPr>
                      </m:sSupPr>
                      <m:e>
                        <m:r>
                          <a:rPr lang="en-US" altLang="zh-CN" b="1" i="1" smtClean="0">
                            <a:latin typeface="Cambria Math" panose="02040503050406030204" pitchFamily="18" charset="0"/>
                            <a:ea typeface="Cambria Math" panose="02040503050406030204" pitchFamily="18" charset="0"/>
                          </a:rPr>
                          <m:t>(</m:t>
                        </m:r>
                        <m:r>
                          <a:rPr lang="en-US" altLang="zh-CN" b="1" i="1" smtClean="0">
                            <a:latin typeface="Cambria Math" panose="02040503050406030204" pitchFamily="18" charset="0"/>
                            <a:ea typeface="Cambria Math" panose="02040503050406030204" pitchFamily="18" charset="0"/>
                          </a:rPr>
                          <m:t>𝟐</m:t>
                        </m:r>
                      </m:e>
                      <m:sup>
                        <m:r>
                          <a:rPr lang="en-US" altLang="zh-CN" b="1" i="1" smtClean="0">
                            <a:latin typeface="Cambria Math" panose="02040503050406030204" pitchFamily="18" charset="0"/>
                            <a:ea typeface="Cambria Math" panose="02040503050406030204" pitchFamily="18" charset="0"/>
                          </a:rPr>
                          <m:t>𝟑</m:t>
                        </m:r>
                      </m:sup>
                    </m:sSup>
                    <m:r>
                      <a:rPr lang="en-US" altLang="zh-CN" b="1" i="1" smtClean="0">
                        <a:latin typeface="Cambria Math" panose="02040503050406030204" pitchFamily="18" charset="0"/>
                        <a:ea typeface="Cambria Math" panose="02040503050406030204" pitchFamily="18" charset="0"/>
                      </a:rPr>
                      <m:t>−</m:t>
                    </m:r>
                    <m:r>
                      <a:rPr lang="en-US" altLang="zh-CN" b="1" i="1" smtClean="0">
                        <a:latin typeface="Cambria Math" panose="02040503050406030204" pitchFamily="18" charset="0"/>
                        <a:ea typeface="Cambria Math" panose="02040503050406030204" pitchFamily="18" charset="0"/>
                      </a:rPr>
                      <m:t>𝟏</m:t>
                    </m:r>
                    <m:r>
                      <a:rPr lang="en-US" altLang="zh-CN" b="1" i="1" smtClean="0">
                        <a:latin typeface="Cambria Math" panose="02040503050406030204" pitchFamily="18" charset="0"/>
                        <a:ea typeface="Cambria Math" panose="02040503050406030204" pitchFamily="18" charset="0"/>
                      </a:rPr>
                      <m:t>)。</m:t>
                    </m:r>
                  </m:oMath>
                </a14:m>
                <a:endParaRPr lang="en-US" altLang="zh-CN" b="1" dirty="0"/>
              </a:p>
            </p:txBody>
          </p:sp>
        </mc:Choice>
        <mc:Fallback xmlns="">
          <p:sp>
            <p:nvSpPr>
              <p:cNvPr id="28" name="íşlïḍè">
                <a:extLst>
                  <a:ext uri="{FF2B5EF4-FFF2-40B4-BE49-F238E27FC236}">
                    <a16:creationId xmlns:a16="http://schemas.microsoft.com/office/drawing/2014/main" id="{8898676C-F981-4D74-B324-A859D1387610}"/>
                  </a:ext>
                </a:extLst>
              </p:cNvPr>
              <p:cNvSpPr txBox="1">
                <a:spLocks noRot="1" noChangeAspect="1" noMove="1" noResize="1" noEditPoints="1" noAdjustHandles="1" noChangeArrowheads="1" noChangeShapeType="1" noTextEdit="1"/>
              </p:cNvSpPr>
              <p:nvPr/>
            </p:nvSpPr>
            <p:spPr>
              <a:xfrm>
                <a:off x="2993250" y="3266194"/>
                <a:ext cx="6657288" cy="311297"/>
              </a:xfrm>
              <a:prstGeom prst="rect">
                <a:avLst/>
              </a:prstGeom>
              <a:blipFill>
                <a:blip r:embed="rId9"/>
                <a:stretch>
                  <a:fillRect l="-733" t="-19608" b="-41176"/>
                </a:stretch>
              </a:blipFill>
            </p:spPr>
            <p:txBody>
              <a:bodyPr/>
              <a:lstStyle/>
              <a:p>
                <a:r>
                  <a:rPr lang="zh-CN" altLang="en-US">
                    <a:noFill/>
                  </a:rPr>
                  <a:t> </a:t>
                </a:r>
              </a:p>
            </p:txBody>
          </p:sp>
        </mc:Fallback>
      </mc:AlternateContent>
      <p:graphicFrame>
        <p:nvGraphicFramePr>
          <p:cNvPr id="29" name="表格 21">
            <a:extLst>
              <a:ext uri="{FF2B5EF4-FFF2-40B4-BE49-F238E27FC236}">
                <a16:creationId xmlns:a16="http://schemas.microsoft.com/office/drawing/2014/main" id="{44D0CDFF-8B53-4BB1-835E-1192E30CC2FA}"/>
              </a:ext>
            </a:extLst>
          </p:cNvPr>
          <p:cNvGraphicFramePr>
            <a:graphicFrameLocks noGrp="1"/>
          </p:cNvGraphicFramePr>
          <p:nvPr/>
        </p:nvGraphicFramePr>
        <p:xfrm>
          <a:off x="2302929" y="5557308"/>
          <a:ext cx="9067800" cy="370840"/>
        </p:xfrm>
        <a:graphic>
          <a:graphicData uri="http://schemas.openxmlformats.org/drawingml/2006/table">
            <a:tbl>
              <a:tblPr firstRow="1" bandRow="1">
                <a:tableStyleId>{5C22544A-7EE6-4342-B048-85BDC9FD1C3A}</a:tableStyleId>
              </a:tblPr>
              <a:tblGrid>
                <a:gridCol w="755650">
                  <a:extLst>
                    <a:ext uri="{9D8B030D-6E8A-4147-A177-3AD203B41FA5}">
                      <a16:colId xmlns:a16="http://schemas.microsoft.com/office/drawing/2014/main" val="877486509"/>
                    </a:ext>
                  </a:extLst>
                </a:gridCol>
                <a:gridCol w="755650">
                  <a:extLst>
                    <a:ext uri="{9D8B030D-6E8A-4147-A177-3AD203B41FA5}">
                      <a16:colId xmlns:a16="http://schemas.microsoft.com/office/drawing/2014/main" val="3548605817"/>
                    </a:ext>
                  </a:extLst>
                </a:gridCol>
                <a:gridCol w="755650">
                  <a:extLst>
                    <a:ext uri="{9D8B030D-6E8A-4147-A177-3AD203B41FA5}">
                      <a16:colId xmlns:a16="http://schemas.microsoft.com/office/drawing/2014/main" val="2881812895"/>
                    </a:ext>
                  </a:extLst>
                </a:gridCol>
                <a:gridCol w="755650">
                  <a:extLst>
                    <a:ext uri="{9D8B030D-6E8A-4147-A177-3AD203B41FA5}">
                      <a16:colId xmlns:a16="http://schemas.microsoft.com/office/drawing/2014/main" val="3682284582"/>
                    </a:ext>
                  </a:extLst>
                </a:gridCol>
                <a:gridCol w="755650">
                  <a:extLst>
                    <a:ext uri="{9D8B030D-6E8A-4147-A177-3AD203B41FA5}">
                      <a16:colId xmlns:a16="http://schemas.microsoft.com/office/drawing/2014/main" val="500127722"/>
                    </a:ext>
                  </a:extLst>
                </a:gridCol>
                <a:gridCol w="755650">
                  <a:extLst>
                    <a:ext uri="{9D8B030D-6E8A-4147-A177-3AD203B41FA5}">
                      <a16:colId xmlns:a16="http://schemas.microsoft.com/office/drawing/2014/main" val="2946259618"/>
                    </a:ext>
                  </a:extLst>
                </a:gridCol>
                <a:gridCol w="755650">
                  <a:extLst>
                    <a:ext uri="{9D8B030D-6E8A-4147-A177-3AD203B41FA5}">
                      <a16:colId xmlns:a16="http://schemas.microsoft.com/office/drawing/2014/main" val="171501986"/>
                    </a:ext>
                  </a:extLst>
                </a:gridCol>
                <a:gridCol w="755650">
                  <a:extLst>
                    <a:ext uri="{9D8B030D-6E8A-4147-A177-3AD203B41FA5}">
                      <a16:colId xmlns:a16="http://schemas.microsoft.com/office/drawing/2014/main" val="1667185265"/>
                    </a:ext>
                  </a:extLst>
                </a:gridCol>
                <a:gridCol w="755650">
                  <a:extLst>
                    <a:ext uri="{9D8B030D-6E8A-4147-A177-3AD203B41FA5}">
                      <a16:colId xmlns:a16="http://schemas.microsoft.com/office/drawing/2014/main" val="4258211808"/>
                    </a:ext>
                  </a:extLst>
                </a:gridCol>
                <a:gridCol w="755650">
                  <a:extLst>
                    <a:ext uri="{9D8B030D-6E8A-4147-A177-3AD203B41FA5}">
                      <a16:colId xmlns:a16="http://schemas.microsoft.com/office/drawing/2014/main" val="1794200575"/>
                    </a:ext>
                  </a:extLst>
                </a:gridCol>
                <a:gridCol w="755650">
                  <a:extLst>
                    <a:ext uri="{9D8B030D-6E8A-4147-A177-3AD203B41FA5}">
                      <a16:colId xmlns:a16="http://schemas.microsoft.com/office/drawing/2014/main" val="4230716487"/>
                    </a:ext>
                  </a:extLst>
                </a:gridCol>
                <a:gridCol w="755650">
                  <a:extLst>
                    <a:ext uri="{9D8B030D-6E8A-4147-A177-3AD203B41FA5}">
                      <a16:colId xmlns:a16="http://schemas.microsoft.com/office/drawing/2014/main" val="56153739"/>
                    </a:ext>
                  </a:extLst>
                </a:gridCol>
              </a:tblGrid>
              <a:tr h="370840">
                <a:tc>
                  <a:txBody>
                    <a:bodyPr/>
                    <a:lstStyle/>
                    <a:p>
                      <a:pPr algn="ctr"/>
                      <a:r>
                        <a:rPr lang="en-US" altLang="zh-CN" dirty="0">
                          <a:solidFill>
                            <a:schemeClr val="tx1"/>
                          </a:solidFill>
                          <a:latin typeface="Arial Black" panose="020B0A04020102020204" pitchFamily="34" charset="0"/>
                        </a:rPr>
                        <a:t>0</a:t>
                      </a:r>
                      <a:endParaRPr lang="zh-CN" altLang="en-US" dirty="0">
                        <a:solidFill>
                          <a:schemeClr val="tx1"/>
                        </a:solidFill>
                        <a:latin typeface="Arial Black" panose="020B0A04020102020204" pitchFamily="34" charset="0"/>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ctr"/>
                      <a:r>
                        <a:rPr lang="en-US" altLang="zh-CN" dirty="0">
                          <a:solidFill>
                            <a:schemeClr val="tx1"/>
                          </a:solidFill>
                          <a:latin typeface="Arial Black" panose="020B0A04020102020204" pitchFamily="34" charset="0"/>
                        </a:rPr>
                        <a:t>1</a:t>
                      </a:r>
                      <a:endParaRPr lang="zh-CN" altLang="en-US" dirty="0">
                        <a:solidFill>
                          <a:schemeClr val="tx1"/>
                        </a:solidFill>
                        <a:latin typeface="Arial Black" panose="020B0A04020102020204" pitchFamily="34" charset="0"/>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ctr"/>
                      <a:r>
                        <a:rPr lang="en-US" altLang="zh-CN" dirty="0">
                          <a:solidFill>
                            <a:schemeClr val="tx1"/>
                          </a:solidFill>
                          <a:latin typeface="Arial Black" panose="020B0A04020102020204" pitchFamily="34" charset="0"/>
                        </a:rPr>
                        <a:t>2</a:t>
                      </a:r>
                      <a:endParaRPr lang="zh-CN" altLang="en-US" dirty="0">
                        <a:solidFill>
                          <a:schemeClr val="tx1"/>
                        </a:solidFill>
                        <a:latin typeface="Arial Black" panose="020B0A04020102020204" pitchFamily="34" charset="0"/>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ctr"/>
                      <a:r>
                        <a:rPr lang="en-US" altLang="zh-CN" dirty="0">
                          <a:solidFill>
                            <a:schemeClr val="tx1"/>
                          </a:solidFill>
                          <a:latin typeface="Arial Black" panose="020B0A04020102020204" pitchFamily="34" charset="0"/>
                        </a:rPr>
                        <a:t>3</a:t>
                      </a:r>
                      <a:endParaRPr lang="zh-CN" altLang="en-US" dirty="0">
                        <a:solidFill>
                          <a:schemeClr val="tx1"/>
                        </a:solidFill>
                        <a:latin typeface="Arial Black" panose="020B0A04020102020204" pitchFamily="34" charset="0"/>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ctr"/>
                      <a:r>
                        <a:rPr lang="en-US" altLang="zh-CN" dirty="0">
                          <a:solidFill>
                            <a:schemeClr val="tx1"/>
                          </a:solidFill>
                          <a:latin typeface="Arial Black" panose="020B0A04020102020204" pitchFamily="34" charset="0"/>
                        </a:rPr>
                        <a:t>4</a:t>
                      </a:r>
                      <a:endParaRPr lang="zh-CN" altLang="en-US" dirty="0">
                        <a:solidFill>
                          <a:schemeClr val="tx1"/>
                        </a:solidFill>
                        <a:latin typeface="Arial Black" panose="020B0A04020102020204" pitchFamily="34" charset="0"/>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ctr"/>
                      <a:r>
                        <a:rPr lang="en-US" altLang="zh-CN" dirty="0">
                          <a:solidFill>
                            <a:schemeClr val="tx1"/>
                          </a:solidFill>
                          <a:latin typeface="Arial Black" panose="020B0A04020102020204" pitchFamily="34" charset="0"/>
                        </a:rPr>
                        <a:t>5</a:t>
                      </a:r>
                      <a:endParaRPr lang="zh-CN" altLang="en-US" dirty="0">
                        <a:solidFill>
                          <a:schemeClr val="tx1"/>
                        </a:solidFill>
                        <a:latin typeface="Arial Black" panose="020B0A04020102020204" pitchFamily="34" charset="0"/>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ctr"/>
                      <a:r>
                        <a:rPr lang="en-US" altLang="zh-CN" dirty="0">
                          <a:solidFill>
                            <a:schemeClr val="tx1"/>
                          </a:solidFill>
                          <a:latin typeface="Arial Black" panose="020B0A04020102020204" pitchFamily="34" charset="0"/>
                        </a:rPr>
                        <a:t>6</a:t>
                      </a:r>
                      <a:endParaRPr lang="zh-CN" altLang="en-US" dirty="0">
                        <a:solidFill>
                          <a:schemeClr val="tx1"/>
                        </a:solidFill>
                        <a:latin typeface="Arial Black" panose="020B0A04020102020204" pitchFamily="34" charset="0"/>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ctr"/>
                      <a:r>
                        <a:rPr lang="en-US" altLang="zh-CN" dirty="0">
                          <a:solidFill>
                            <a:schemeClr val="tx1"/>
                          </a:solidFill>
                          <a:latin typeface="Arial Black" panose="020B0A04020102020204" pitchFamily="34" charset="0"/>
                        </a:rPr>
                        <a:t>7</a:t>
                      </a:r>
                      <a:endParaRPr lang="zh-CN" altLang="en-US" dirty="0">
                        <a:solidFill>
                          <a:schemeClr val="tx1"/>
                        </a:solidFill>
                        <a:latin typeface="Arial Black" panose="020B0A04020102020204" pitchFamily="34" charset="0"/>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ctr"/>
                      <a:r>
                        <a:rPr lang="en-US" altLang="zh-CN" dirty="0">
                          <a:solidFill>
                            <a:schemeClr val="tx1"/>
                          </a:solidFill>
                          <a:latin typeface="Arial Black" panose="020B0A04020102020204" pitchFamily="34" charset="0"/>
                        </a:rPr>
                        <a:t>0</a:t>
                      </a:r>
                      <a:endParaRPr lang="zh-CN" altLang="en-US" dirty="0">
                        <a:solidFill>
                          <a:schemeClr val="tx1"/>
                        </a:solidFill>
                        <a:latin typeface="Arial Black" panose="020B0A04020102020204" pitchFamily="34" charset="0"/>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ctr"/>
                      <a:r>
                        <a:rPr lang="en-US" altLang="zh-CN" dirty="0">
                          <a:solidFill>
                            <a:schemeClr val="tx1"/>
                          </a:solidFill>
                          <a:latin typeface="Arial Black" panose="020B0A04020102020204" pitchFamily="34" charset="0"/>
                        </a:rPr>
                        <a:t>1</a:t>
                      </a:r>
                      <a:endParaRPr lang="zh-CN" altLang="en-US" dirty="0">
                        <a:solidFill>
                          <a:schemeClr val="tx1"/>
                        </a:solidFill>
                        <a:latin typeface="Arial Black" panose="020B0A04020102020204" pitchFamily="34" charset="0"/>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ctr"/>
                      <a:r>
                        <a:rPr lang="en-US" altLang="zh-CN" dirty="0">
                          <a:solidFill>
                            <a:schemeClr val="tx1"/>
                          </a:solidFill>
                          <a:latin typeface="Arial Black" panose="020B0A04020102020204" pitchFamily="34" charset="0"/>
                        </a:rPr>
                        <a:t>2</a:t>
                      </a:r>
                      <a:endParaRPr lang="zh-CN" altLang="en-US" dirty="0">
                        <a:solidFill>
                          <a:schemeClr val="tx1"/>
                        </a:solidFill>
                        <a:latin typeface="Arial Black" panose="020B0A04020102020204" pitchFamily="34" charset="0"/>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ctr"/>
                      <a:r>
                        <a:rPr lang="en-US" altLang="zh-CN" dirty="0">
                          <a:solidFill>
                            <a:schemeClr val="tx1"/>
                          </a:solidFill>
                          <a:latin typeface="Arial Black" panose="020B0A04020102020204" pitchFamily="34" charset="0"/>
                        </a:rPr>
                        <a:t>…</a:t>
                      </a:r>
                      <a:endParaRPr lang="zh-CN" altLang="en-US" dirty="0">
                        <a:solidFill>
                          <a:schemeClr val="tx1"/>
                        </a:solidFill>
                        <a:latin typeface="Arial Black" panose="020B0A04020102020204" pitchFamily="34" charset="0"/>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extLst>
                  <a:ext uri="{0D108BD9-81ED-4DB2-BD59-A6C34878D82A}">
                    <a16:rowId xmlns:a16="http://schemas.microsoft.com/office/drawing/2014/main" val="316235763"/>
                  </a:ext>
                </a:extLst>
              </a:tr>
            </a:tbl>
          </a:graphicData>
        </a:graphic>
      </p:graphicFrame>
      <p:graphicFrame>
        <p:nvGraphicFramePr>
          <p:cNvPr id="30" name="表格 21">
            <a:extLst>
              <a:ext uri="{FF2B5EF4-FFF2-40B4-BE49-F238E27FC236}">
                <a16:creationId xmlns:a16="http://schemas.microsoft.com/office/drawing/2014/main" id="{849D252C-900C-44C3-9C3B-0A66CC10F5E3}"/>
              </a:ext>
            </a:extLst>
          </p:cNvPr>
          <p:cNvGraphicFramePr>
            <a:graphicFrameLocks noGrp="1"/>
          </p:cNvGraphicFramePr>
          <p:nvPr/>
        </p:nvGraphicFramePr>
        <p:xfrm>
          <a:off x="2302929" y="1827576"/>
          <a:ext cx="9067800" cy="370840"/>
        </p:xfrm>
        <a:graphic>
          <a:graphicData uri="http://schemas.openxmlformats.org/drawingml/2006/table">
            <a:tbl>
              <a:tblPr firstRow="1" bandRow="1">
                <a:tableStyleId>{5C22544A-7EE6-4342-B048-85BDC9FD1C3A}</a:tableStyleId>
              </a:tblPr>
              <a:tblGrid>
                <a:gridCol w="755650">
                  <a:extLst>
                    <a:ext uri="{9D8B030D-6E8A-4147-A177-3AD203B41FA5}">
                      <a16:colId xmlns:a16="http://schemas.microsoft.com/office/drawing/2014/main" val="877486509"/>
                    </a:ext>
                  </a:extLst>
                </a:gridCol>
                <a:gridCol w="755650">
                  <a:extLst>
                    <a:ext uri="{9D8B030D-6E8A-4147-A177-3AD203B41FA5}">
                      <a16:colId xmlns:a16="http://schemas.microsoft.com/office/drawing/2014/main" val="3548605817"/>
                    </a:ext>
                  </a:extLst>
                </a:gridCol>
                <a:gridCol w="755650">
                  <a:extLst>
                    <a:ext uri="{9D8B030D-6E8A-4147-A177-3AD203B41FA5}">
                      <a16:colId xmlns:a16="http://schemas.microsoft.com/office/drawing/2014/main" val="2881812895"/>
                    </a:ext>
                  </a:extLst>
                </a:gridCol>
                <a:gridCol w="755650">
                  <a:extLst>
                    <a:ext uri="{9D8B030D-6E8A-4147-A177-3AD203B41FA5}">
                      <a16:colId xmlns:a16="http://schemas.microsoft.com/office/drawing/2014/main" val="3682284582"/>
                    </a:ext>
                  </a:extLst>
                </a:gridCol>
                <a:gridCol w="755650">
                  <a:extLst>
                    <a:ext uri="{9D8B030D-6E8A-4147-A177-3AD203B41FA5}">
                      <a16:colId xmlns:a16="http://schemas.microsoft.com/office/drawing/2014/main" val="500127722"/>
                    </a:ext>
                  </a:extLst>
                </a:gridCol>
                <a:gridCol w="755650">
                  <a:extLst>
                    <a:ext uri="{9D8B030D-6E8A-4147-A177-3AD203B41FA5}">
                      <a16:colId xmlns:a16="http://schemas.microsoft.com/office/drawing/2014/main" val="2946259618"/>
                    </a:ext>
                  </a:extLst>
                </a:gridCol>
                <a:gridCol w="755650">
                  <a:extLst>
                    <a:ext uri="{9D8B030D-6E8A-4147-A177-3AD203B41FA5}">
                      <a16:colId xmlns:a16="http://schemas.microsoft.com/office/drawing/2014/main" val="171501986"/>
                    </a:ext>
                  </a:extLst>
                </a:gridCol>
                <a:gridCol w="755650">
                  <a:extLst>
                    <a:ext uri="{9D8B030D-6E8A-4147-A177-3AD203B41FA5}">
                      <a16:colId xmlns:a16="http://schemas.microsoft.com/office/drawing/2014/main" val="1667185265"/>
                    </a:ext>
                  </a:extLst>
                </a:gridCol>
                <a:gridCol w="755650">
                  <a:extLst>
                    <a:ext uri="{9D8B030D-6E8A-4147-A177-3AD203B41FA5}">
                      <a16:colId xmlns:a16="http://schemas.microsoft.com/office/drawing/2014/main" val="4258211808"/>
                    </a:ext>
                  </a:extLst>
                </a:gridCol>
                <a:gridCol w="755650">
                  <a:extLst>
                    <a:ext uri="{9D8B030D-6E8A-4147-A177-3AD203B41FA5}">
                      <a16:colId xmlns:a16="http://schemas.microsoft.com/office/drawing/2014/main" val="1794200575"/>
                    </a:ext>
                  </a:extLst>
                </a:gridCol>
                <a:gridCol w="755650">
                  <a:extLst>
                    <a:ext uri="{9D8B030D-6E8A-4147-A177-3AD203B41FA5}">
                      <a16:colId xmlns:a16="http://schemas.microsoft.com/office/drawing/2014/main" val="4230716487"/>
                    </a:ext>
                  </a:extLst>
                </a:gridCol>
                <a:gridCol w="755650">
                  <a:extLst>
                    <a:ext uri="{9D8B030D-6E8A-4147-A177-3AD203B41FA5}">
                      <a16:colId xmlns:a16="http://schemas.microsoft.com/office/drawing/2014/main" val="56153739"/>
                    </a:ext>
                  </a:extLst>
                </a:gridCol>
              </a:tblGrid>
              <a:tr h="370840">
                <a:tc>
                  <a:txBody>
                    <a:bodyPr/>
                    <a:lstStyle/>
                    <a:p>
                      <a:pPr algn="ctr"/>
                      <a:r>
                        <a:rPr lang="en-US" altLang="zh-CN" dirty="0">
                          <a:solidFill>
                            <a:schemeClr val="tx1"/>
                          </a:solidFill>
                          <a:latin typeface="Arial Black" panose="020B0A04020102020204" pitchFamily="34" charset="0"/>
                        </a:rPr>
                        <a:t>0</a:t>
                      </a:r>
                      <a:endParaRPr lang="zh-CN" altLang="en-US" dirty="0">
                        <a:solidFill>
                          <a:schemeClr val="tx1"/>
                        </a:solidFill>
                        <a:latin typeface="Arial Black" panose="020B0A04020102020204" pitchFamily="34" charset="0"/>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ctr"/>
                      <a:r>
                        <a:rPr lang="en-US" altLang="zh-CN" dirty="0">
                          <a:solidFill>
                            <a:schemeClr val="tx1"/>
                          </a:solidFill>
                          <a:latin typeface="Arial Black" panose="020B0A04020102020204" pitchFamily="34" charset="0"/>
                        </a:rPr>
                        <a:t>1</a:t>
                      </a:r>
                      <a:endParaRPr lang="zh-CN" altLang="en-US" dirty="0">
                        <a:solidFill>
                          <a:schemeClr val="tx1"/>
                        </a:solidFill>
                        <a:latin typeface="Arial Black" panose="020B0A04020102020204" pitchFamily="34" charset="0"/>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ctr"/>
                      <a:r>
                        <a:rPr lang="en-US" altLang="zh-CN" dirty="0">
                          <a:solidFill>
                            <a:schemeClr val="tx1"/>
                          </a:solidFill>
                          <a:latin typeface="Arial Black" panose="020B0A04020102020204" pitchFamily="34" charset="0"/>
                        </a:rPr>
                        <a:t>2</a:t>
                      </a:r>
                      <a:endParaRPr lang="zh-CN" altLang="en-US" dirty="0">
                        <a:solidFill>
                          <a:schemeClr val="tx1"/>
                        </a:solidFill>
                        <a:latin typeface="Arial Black" panose="020B0A04020102020204" pitchFamily="34" charset="0"/>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ctr"/>
                      <a:r>
                        <a:rPr lang="en-US" altLang="zh-CN" dirty="0">
                          <a:solidFill>
                            <a:schemeClr val="tx1"/>
                          </a:solidFill>
                          <a:latin typeface="Arial Black" panose="020B0A04020102020204" pitchFamily="34" charset="0"/>
                        </a:rPr>
                        <a:t>3</a:t>
                      </a:r>
                      <a:endParaRPr lang="zh-CN" altLang="en-US" dirty="0">
                        <a:solidFill>
                          <a:schemeClr val="tx1"/>
                        </a:solidFill>
                        <a:latin typeface="Arial Black" panose="020B0A04020102020204" pitchFamily="34" charset="0"/>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ctr"/>
                      <a:r>
                        <a:rPr lang="en-US" altLang="zh-CN" dirty="0">
                          <a:solidFill>
                            <a:schemeClr val="tx1"/>
                          </a:solidFill>
                          <a:latin typeface="Arial Black" panose="020B0A04020102020204" pitchFamily="34" charset="0"/>
                        </a:rPr>
                        <a:t>4</a:t>
                      </a:r>
                      <a:endParaRPr lang="zh-CN" altLang="en-US" dirty="0">
                        <a:solidFill>
                          <a:schemeClr val="tx1"/>
                        </a:solidFill>
                        <a:latin typeface="Arial Black" panose="020B0A04020102020204" pitchFamily="34" charset="0"/>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ctr"/>
                      <a:r>
                        <a:rPr lang="en-US" altLang="zh-CN" dirty="0">
                          <a:solidFill>
                            <a:schemeClr val="tx1"/>
                          </a:solidFill>
                          <a:latin typeface="Arial Black" panose="020B0A04020102020204" pitchFamily="34" charset="0"/>
                        </a:rPr>
                        <a:t>5</a:t>
                      </a:r>
                      <a:endParaRPr lang="zh-CN" altLang="en-US" dirty="0">
                        <a:solidFill>
                          <a:schemeClr val="tx1"/>
                        </a:solidFill>
                        <a:latin typeface="Arial Black" panose="020B0A04020102020204" pitchFamily="34" charset="0"/>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ctr"/>
                      <a:r>
                        <a:rPr lang="en-US" altLang="zh-CN" dirty="0">
                          <a:solidFill>
                            <a:schemeClr val="tx1"/>
                          </a:solidFill>
                          <a:latin typeface="Arial Black" panose="020B0A04020102020204" pitchFamily="34" charset="0"/>
                        </a:rPr>
                        <a:t>6</a:t>
                      </a:r>
                      <a:endParaRPr lang="zh-CN" altLang="en-US" dirty="0">
                        <a:solidFill>
                          <a:schemeClr val="tx1"/>
                        </a:solidFill>
                        <a:latin typeface="Arial Black" panose="020B0A04020102020204" pitchFamily="34" charset="0"/>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ctr"/>
                      <a:r>
                        <a:rPr lang="en-US" altLang="zh-CN" dirty="0">
                          <a:solidFill>
                            <a:schemeClr val="tx1"/>
                          </a:solidFill>
                          <a:latin typeface="Arial Black" panose="020B0A04020102020204" pitchFamily="34" charset="0"/>
                        </a:rPr>
                        <a:t>7</a:t>
                      </a:r>
                      <a:endParaRPr lang="zh-CN" altLang="en-US" dirty="0">
                        <a:solidFill>
                          <a:schemeClr val="tx1"/>
                        </a:solidFill>
                        <a:latin typeface="Arial Black" panose="020B0A04020102020204" pitchFamily="34" charset="0"/>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ctr"/>
                      <a:r>
                        <a:rPr lang="en-US" altLang="zh-CN" dirty="0">
                          <a:solidFill>
                            <a:schemeClr val="tx1"/>
                          </a:solidFill>
                          <a:latin typeface="Arial Black" panose="020B0A04020102020204" pitchFamily="34" charset="0"/>
                        </a:rPr>
                        <a:t>0</a:t>
                      </a:r>
                      <a:endParaRPr lang="zh-CN" altLang="en-US" dirty="0">
                        <a:solidFill>
                          <a:schemeClr val="tx1"/>
                        </a:solidFill>
                        <a:latin typeface="Arial Black" panose="020B0A04020102020204" pitchFamily="34" charset="0"/>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ctr"/>
                      <a:r>
                        <a:rPr lang="en-US" altLang="zh-CN" dirty="0">
                          <a:solidFill>
                            <a:schemeClr val="tx1"/>
                          </a:solidFill>
                          <a:latin typeface="Arial Black" panose="020B0A04020102020204" pitchFamily="34" charset="0"/>
                        </a:rPr>
                        <a:t>1</a:t>
                      </a:r>
                      <a:endParaRPr lang="zh-CN" altLang="en-US" dirty="0">
                        <a:solidFill>
                          <a:schemeClr val="tx1"/>
                        </a:solidFill>
                        <a:latin typeface="Arial Black" panose="020B0A04020102020204" pitchFamily="34" charset="0"/>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ctr"/>
                      <a:r>
                        <a:rPr lang="en-US" altLang="zh-CN" dirty="0">
                          <a:solidFill>
                            <a:schemeClr val="tx1"/>
                          </a:solidFill>
                          <a:latin typeface="Arial Black" panose="020B0A04020102020204" pitchFamily="34" charset="0"/>
                        </a:rPr>
                        <a:t>2</a:t>
                      </a:r>
                      <a:endParaRPr lang="zh-CN" altLang="en-US" dirty="0">
                        <a:solidFill>
                          <a:schemeClr val="tx1"/>
                        </a:solidFill>
                        <a:latin typeface="Arial Black" panose="020B0A04020102020204" pitchFamily="34" charset="0"/>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ctr"/>
                      <a:r>
                        <a:rPr lang="en-US" altLang="zh-CN" dirty="0">
                          <a:solidFill>
                            <a:schemeClr val="tx1"/>
                          </a:solidFill>
                          <a:latin typeface="Arial Black" panose="020B0A04020102020204" pitchFamily="34" charset="0"/>
                        </a:rPr>
                        <a:t>…</a:t>
                      </a:r>
                      <a:endParaRPr lang="zh-CN" altLang="en-US" dirty="0">
                        <a:solidFill>
                          <a:schemeClr val="tx1"/>
                        </a:solidFill>
                        <a:latin typeface="Arial Black" panose="020B0A04020102020204" pitchFamily="34" charset="0"/>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extLst>
                  <a:ext uri="{0D108BD9-81ED-4DB2-BD59-A6C34878D82A}">
                    <a16:rowId xmlns:a16="http://schemas.microsoft.com/office/drawing/2014/main" val="316235763"/>
                  </a:ext>
                </a:extLst>
              </a:tr>
            </a:tbl>
          </a:graphicData>
        </a:graphic>
      </p:graphicFrame>
      <mc:AlternateContent xmlns:mc="http://schemas.openxmlformats.org/markup-compatibility/2006" xmlns:a14="http://schemas.microsoft.com/office/drawing/2010/main">
        <mc:Choice Requires="a14">
          <p:sp>
            <p:nvSpPr>
              <p:cNvPr id="31" name="íşlïḍè">
                <a:extLst>
                  <a:ext uri="{FF2B5EF4-FFF2-40B4-BE49-F238E27FC236}">
                    <a16:creationId xmlns:a16="http://schemas.microsoft.com/office/drawing/2014/main" id="{534EE850-C207-4BCA-A31E-771A47DA9033}"/>
                  </a:ext>
                </a:extLst>
              </p:cNvPr>
              <p:cNvSpPr txBox="1"/>
              <p:nvPr/>
            </p:nvSpPr>
            <p:spPr>
              <a:xfrm>
                <a:off x="2993250" y="3724968"/>
                <a:ext cx="6218660" cy="311297"/>
              </a:xfrm>
              <a:prstGeom prst="rect">
                <a:avLst/>
              </a:prstGeom>
              <a:noFill/>
            </p:spPr>
            <p:txBody>
              <a:bodyPr wrap="square" lIns="91440" tIns="45720" rIns="91440" bIns="45720" anchor="ctr">
                <a:noAutofit/>
              </a:bodyPr>
              <a:lstStyle/>
              <a:p>
                <a:r>
                  <a:rPr lang="zh-CN" altLang="en-US" b="1" dirty="0">
                    <a:solidFill>
                      <a:schemeClr val="accent4"/>
                    </a:solidFill>
                  </a:rPr>
                  <a:t>接收窗口</a:t>
                </a:r>
                <a14:m>
                  <m:oMath xmlns:m="http://schemas.openxmlformats.org/officeDocument/2006/math">
                    <m:sSub>
                      <m:sSubPr>
                        <m:ctrlPr>
                          <a:rPr lang="en-US" altLang="zh-CN" b="1" i="1" smtClean="0">
                            <a:solidFill>
                              <a:schemeClr val="accent4"/>
                            </a:solidFill>
                            <a:latin typeface="Cambria Math" panose="02040503050406030204" pitchFamily="18" charset="0"/>
                          </a:rPr>
                        </m:ctrlPr>
                      </m:sSubPr>
                      <m:e>
                        <m:r>
                          <a:rPr lang="en-US" altLang="zh-CN" b="1" i="1" smtClean="0">
                            <a:solidFill>
                              <a:schemeClr val="accent4"/>
                            </a:solidFill>
                            <a:latin typeface="Cambria Math" panose="02040503050406030204" pitchFamily="18" charset="0"/>
                          </a:rPr>
                          <m:t>𝑾</m:t>
                        </m:r>
                      </m:e>
                      <m:sub>
                        <m:r>
                          <a:rPr lang="en-US" altLang="zh-CN" b="1" i="1" smtClean="0">
                            <a:solidFill>
                              <a:schemeClr val="accent4"/>
                            </a:solidFill>
                            <a:latin typeface="Cambria Math" panose="02040503050406030204" pitchFamily="18" charset="0"/>
                          </a:rPr>
                          <m:t>𝑹</m:t>
                        </m:r>
                      </m:sub>
                    </m:sSub>
                  </m:oMath>
                </a14:m>
                <a:r>
                  <a:rPr lang="zh-CN" altLang="en-US" b="1" dirty="0"/>
                  <a:t>取最大值</a:t>
                </a:r>
                <a14:m>
                  <m:oMath xmlns:m="http://schemas.openxmlformats.org/officeDocument/2006/math">
                    <m:sSup>
                      <m:sSupPr>
                        <m:ctrlPr>
                          <a:rPr lang="en-US" altLang="zh-CN" b="1" i="1" smtClean="0">
                            <a:latin typeface="Cambria Math" panose="02040503050406030204" pitchFamily="18" charset="0"/>
                          </a:rPr>
                        </m:ctrlPr>
                      </m:sSupPr>
                      <m:e>
                        <m:r>
                          <a:rPr lang="en-US" altLang="zh-CN" b="1" i="1" smtClean="0">
                            <a:latin typeface="Cambria Math" panose="02040503050406030204" pitchFamily="18" charset="0"/>
                          </a:rPr>
                          <m:t>𝟐</m:t>
                        </m:r>
                      </m:e>
                      <m:sup>
                        <m:r>
                          <a:rPr lang="en-US" altLang="zh-CN" b="1" i="1" smtClean="0">
                            <a:latin typeface="Cambria Math" panose="02040503050406030204" pitchFamily="18" charset="0"/>
                          </a:rPr>
                          <m:t>(</m:t>
                        </m:r>
                        <m:r>
                          <a:rPr lang="en-US" altLang="zh-CN" b="1" i="1" smtClean="0">
                            <a:latin typeface="Cambria Math" panose="02040503050406030204" pitchFamily="18" charset="0"/>
                          </a:rPr>
                          <m:t>𝟑</m:t>
                        </m:r>
                        <m:r>
                          <a:rPr lang="en-US" altLang="zh-CN" b="1" i="1" smtClean="0">
                            <a:latin typeface="Cambria Math" panose="02040503050406030204" pitchFamily="18" charset="0"/>
                          </a:rPr>
                          <m:t>−</m:t>
                        </m:r>
                        <m:r>
                          <a:rPr lang="en-US" altLang="zh-CN" b="1" i="1" smtClean="0">
                            <a:latin typeface="Cambria Math" panose="02040503050406030204" pitchFamily="18" charset="0"/>
                          </a:rPr>
                          <m:t>𝟏</m:t>
                        </m:r>
                        <m:r>
                          <a:rPr lang="en-US" altLang="zh-CN" b="1" i="1" smtClean="0">
                            <a:latin typeface="Cambria Math" panose="02040503050406030204" pitchFamily="18" charset="0"/>
                          </a:rPr>
                          <m:t>)</m:t>
                        </m:r>
                      </m:sup>
                    </m:sSup>
                  </m:oMath>
                </a14:m>
                <a:r>
                  <a:rPr lang="zh-CN" altLang="en-US" b="1" dirty="0"/>
                  <a:t>，即</a:t>
                </a:r>
                <a14:m>
                  <m:oMath xmlns:m="http://schemas.openxmlformats.org/officeDocument/2006/math">
                    <m:sSub>
                      <m:sSubPr>
                        <m:ctrlPr>
                          <a:rPr lang="en-US" altLang="zh-CN" b="1" i="1" smtClean="0">
                            <a:latin typeface="Cambria Math" panose="02040503050406030204" pitchFamily="18" charset="0"/>
                          </a:rPr>
                        </m:ctrlPr>
                      </m:sSubPr>
                      <m:e>
                        <m:r>
                          <a:rPr lang="en-US" altLang="zh-CN" b="1" i="1" smtClean="0">
                            <a:latin typeface="Cambria Math" panose="02040503050406030204" pitchFamily="18" charset="0"/>
                          </a:rPr>
                          <m:t>𝑾</m:t>
                        </m:r>
                      </m:e>
                      <m:sub>
                        <m:r>
                          <a:rPr lang="en-US" altLang="zh-CN" b="1" i="1" smtClean="0">
                            <a:latin typeface="Cambria Math" panose="02040503050406030204" pitchFamily="18" charset="0"/>
                          </a:rPr>
                          <m:t>𝑹</m:t>
                        </m:r>
                      </m:sub>
                    </m:sSub>
                    <m:r>
                      <a:rPr lang="en-US" altLang="zh-CN" b="1" i="1" smtClean="0">
                        <a:latin typeface="Cambria Math" panose="02040503050406030204" pitchFamily="18" charset="0"/>
                      </a:rPr>
                      <m:t>=</m:t>
                    </m:r>
                    <m:r>
                      <a:rPr lang="en-US" altLang="zh-CN" b="1" i="1" smtClean="0">
                        <a:latin typeface="Cambria Math" panose="02040503050406030204" pitchFamily="18" charset="0"/>
                      </a:rPr>
                      <m:t>𝟒</m:t>
                    </m:r>
                    <m:r>
                      <a:rPr lang="zh-CN" altLang="en-US" b="1" i="1">
                        <a:latin typeface="Cambria Math" panose="02040503050406030204" pitchFamily="18" charset="0"/>
                      </a:rPr>
                      <m:t>。</m:t>
                    </m:r>
                  </m:oMath>
                </a14:m>
                <a:endParaRPr lang="en-US" altLang="zh-CN" b="1" dirty="0"/>
              </a:p>
            </p:txBody>
          </p:sp>
        </mc:Choice>
        <mc:Fallback xmlns="">
          <p:sp>
            <p:nvSpPr>
              <p:cNvPr id="31" name="íşlïḍè">
                <a:extLst>
                  <a:ext uri="{FF2B5EF4-FFF2-40B4-BE49-F238E27FC236}">
                    <a16:creationId xmlns:a16="http://schemas.microsoft.com/office/drawing/2014/main" id="{534EE850-C207-4BCA-A31E-771A47DA9033}"/>
                  </a:ext>
                </a:extLst>
              </p:cNvPr>
              <p:cNvSpPr txBox="1">
                <a:spLocks noRot="1" noChangeAspect="1" noMove="1" noResize="1" noEditPoints="1" noAdjustHandles="1" noChangeArrowheads="1" noChangeShapeType="1" noTextEdit="1"/>
              </p:cNvSpPr>
              <p:nvPr/>
            </p:nvSpPr>
            <p:spPr>
              <a:xfrm>
                <a:off x="2993250" y="3724968"/>
                <a:ext cx="6218660" cy="311297"/>
              </a:xfrm>
              <a:prstGeom prst="rect">
                <a:avLst/>
              </a:prstGeom>
              <a:blipFill>
                <a:blip r:embed="rId10"/>
                <a:stretch>
                  <a:fillRect l="-784" t="-17647" b="-43137"/>
                </a:stretch>
              </a:blipFill>
            </p:spPr>
            <p:txBody>
              <a:bodyPr/>
              <a:lstStyle/>
              <a:p>
                <a:r>
                  <a:rPr lang="zh-CN" altLang="en-US">
                    <a:noFill/>
                  </a:rPr>
                  <a:t> </a:t>
                </a:r>
              </a:p>
            </p:txBody>
          </p:sp>
        </mc:Fallback>
      </mc:AlternateContent>
      <mc:AlternateContent xmlns:mc="http://schemas.openxmlformats.org/markup-compatibility/2006" xmlns:a14="http://schemas.microsoft.com/office/drawing/2010/main">
        <mc:Choice Requires="a14">
          <p:sp>
            <p:nvSpPr>
              <p:cNvPr id="32" name="íşlïḍè">
                <a:extLst>
                  <a:ext uri="{FF2B5EF4-FFF2-40B4-BE49-F238E27FC236}">
                    <a16:creationId xmlns:a16="http://schemas.microsoft.com/office/drawing/2014/main" id="{FBFA56FC-F0C2-4492-AE42-88A025F625E8}"/>
                  </a:ext>
                </a:extLst>
              </p:cNvPr>
              <p:cNvSpPr txBox="1"/>
              <p:nvPr/>
            </p:nvSpPr>
            <p:spPr>
              <a:xfrm>
                <a:off x="2993250" y="4183741"/>
                <a:ext cx="6218660" cy="311297"/>
              </a:xfrm>
              <a:prstGeom prst="rect">
                <a:avLst/>
              </a:prstGeom>
              <a:noFill/>
            </p:spPr>
            <p:txBody>
              <a:bodyPr wrap="square" lIns="91440" tIns="45720" rIns="91440" bIns="45720" anchor="ctr">
                <a:noAutofit/>
              </a:bodyPr>
              <a:lstStyle/>
              <a:p>
                <a:r>
                  <a:rPr lang="zh-CN" altLang="en-US" b="1" dirty="0">
                    <a:solidFill>
                      <a:schemeClr val="accent3"/>
                    </a:solidFill>
                  </a:rPr>
                  <a:t>发送窗口</a:t>
                </a:r>
                <a14:m>
                  <m:oMath xmlns:m="http://schemas.openxmlformats.org/officeDocument/2006/math">
                    <m:sSub>
                      <m:sSubPr>
                        <m:ctrlPr>
                          <a:rPr lang="en-US" altLang="zh-CN" b="1" i="1" smtClean="0">
                            <a:solidFill>
                              <a:schemeClr val="accent3"/>
                            </a:solidFill>
                            <a:latin typeface="Cambria Math" panose="02040503050406030204" pitchFamily="18" charset="0"/>
                          </a:rPr>
                        </m:ctrlPr>
                      </m:sSubPr>
                      <m:e>
                        <m:r>
                          <a:rPr lang="en-US" altLang="zh-CN" b="1" i="1" smtClean="0">
                            <a:solidFill>
                              <a:schemeClr val="accent3"/>
                            </a:solidFill>
                            <a:latin typeface="Cambria Math" panose="02040503050406030204" pitchFamily="18" charset="0"/>
                          </a:rPr>
                          <m:t>𝑾</m:t>
                        </m:r>
                      </m:e>
                      <m:sub>
                        <m:r>
                          <a:rPr lang="en-US" altLang="zh-CN" b="1" i="1" smtClean="0">
                            <a:solidFill>
                              <a:schemeClr val="accent3"/>
                            </a:solidFill>
                            <a:latin typeface="Cambria Math" panose="02040503050406030204" pitchFamily="18" charset="0"/>
                          </a:rPr>
                          <m:t>𝑻</m:t>
                        </m:r>
                      </m:sub>
                    </m:sSub>
                  </m:oMath>
                </a14:m>
                <a:r>
                  <a:rPr lang="zh-CN" altLang="en-US" b="1" dirty="0"/>
                  <a:t>能取到的最大值也为</a:t>
                </a:r>
                <a14:m>
                  <m:oMath xmlns:m="http://schemas.openxmlformats.org/officeDocument/2006/math">
                    <m:sSup>
                      <m:sSupPr>
                        <m:ctrlPr>
                          <a:rPr lang="en-US" altLang="zh-CN" b="1" i="1" smtClean="0">
                            <a:latin typeface="Cambria Math" panose="02040503050406030204" pitchFamily="18" charset="0"/>
                          </a:rPr>
                        </m:ctrlPr>
                      </m:sSupPr>
                      <m:e>
                        <m:r>
                          <a:rPr lang="en-US" altLang="zh-CN" b="1" i="1" smtClean="0">
                            <a:latin typeface="Cambria Math" panose="02040503050406030204" pitchFamily="18" charset="0"/>
                          </a:rPr>
                          <m:t>𝟐</m:t>
                        </m:r>
                      </m:e>
                      <m:sup>
                        <m:r>
                          <a:rPr lang="en-US" altLang="zh-CN" b="1" i="1" smtClean="0">
                            <a:latin typeface="Cambria Math" panose="02040503050406030204" pitchFamily="18" charset="0"/>
                          </a:rPr>
                          <m:t>(</m:t>
                        </m:r>
                        <m:r>
                          <a:rPr lang="en-US" altLang="zh-CN" b="1" i="1" smtClean="0">
                            <a:latin typeface="Cambria Math" panose="02040503050406030204" pitchFamily="18" charset="0"/>
                          </a:rPr>
                          <m:t>𝟑</m:t>
                        </m:r>
                        <m:r>
                          <a:rPr lang="en-US" altLang="zh-CN" b="1" i="1" smtClean="0">
                            <a:latin typeface="Cambria Math" panose="02040503050406030204" pitchFamily="18" charset="0"/>
                          </a:rPr>
                          <m:t>−</m:t>
                        </m:r>
                        <m:r>
                          <a:rPr lang="en-US" altLang="zh-CN" b="1" i="1" smtClean="0">
                            <a:latin typeface="Cambria Math" panose="02040503050406030204" pitchFamily="18" charset="0"/>
                          </a:rPr>
                          <m:t>𝟏</m:t>
                        </m:r>
                        <m:r>
                          <a:rPr lang="en-US" altLang="zh-CN" b="1" i="1" smtClean="0">
                            <a:latin typeface="Cambria Math" panose="02040503050406030204" pitchFamily="18" charset="0"/>
                          </a:rPr>
                          <m:t>)</m:t>
                        </m:r>
                      </m:sup>
                    </m:sSup>
                  </m:oMath>
                </a14:m>
                <a:r>
                  <a:rPr lang="zh-CN" altLang="en-US" b="1" dirty="0"/>
                  <a:t>，即</a:t>
                </a:r>
                <a14:m>
                  <m:oMath xmlns:m="http://schemas.openxmlformats.org/officeDocument/2006/math">
                    <m:sSub>
                      <m:sSubPr>
                        <m:ctrlPr>
                          <a:rPr lang="en-US" altLang="zh-CN" b="1" i="1" smtClean="0">
                            <a:latin typeface="Cambria Math" panose="02040503050406030204" pitchFamily="18" charset="0"/>
                          </a:rPr>
                        </m:ctrlPr>
                      </m:sSubPr>
                      <m:e>
                        <m:r>
                          <a:rPr lang="en-US" altLang="zh-CN" b="1" i="1" smtClean="0">
                            <a:latin typeface="Cambria Math" panose="02040503050406030204" pitchFamily="18" charset="0"/>
                          </a:rPr>
                          <m:t>𝑾</m:t>
                        </m:r>
                      </m:e>
                      <m:sub>
                        <m:r>
                          <a:rPr lang="en-US" altLang="zh-CN" b="1" i="1" smtClean="0">
                            <a:latin typeface="Cambria Math" panose="02040503050406030204" pitchFamily="18" charset="0"/>
                          </a:rPr>
                          <m:t>𝑻</m:t>
                        </m:r>
                      </m:sub>
                    </m:sSub>
                    <m:r>
                      <a:rPr lang="en-US" altLang="zh-CN" b="1" i="1" smtClean="0">
                        <a:latin typeface="Cambria Math" panose="02040503050406030204" pitchFamily="18" charset="0"/>
                      </a:rPr>
                      <m:t>=</m:t>
                    </m:r>
                    <m:r>
                      <a:rPr lang="en-US" altLang="zh-CN" b="1" i="1" smtClean="0">
                        <a:latin typeface="Cambria Math" panose="02040503050406030204" pitchFamily="18" charset="0"/>
                      </a:rPr>
                      <m:t>𝟒</m:t>
                    </m:r>
                    <m:r>
                      <a:rPr lang="zh-CN" altLang="en-US" b="1" i="1">
                        <a:latin typeface="Cambria Math" panose="02040503050406030204" pitchFamily="18" charset="0"/>
                      </a:rPr>
                      <m:t>。</m:t>
                    </m:r>
                  </m:oMath>
                </a14:m>
                <a:endParaRPr lang="en-US" altLang="zh-CN" b="1" dirty="0"/>
              </a:p>
            </p:txBody>
          </p:sp>
        </mc:Choice>
        <mc:Fallback xmlns="">
          <p:sp>
            <p:nvSpPr>
              <p:cNvPr id="32" name="íşlïḍè">
                <a:extLst>
                  <a:ext uri="{FF2B5EF4-FFF2-40B4-BE49-F238E27FC236}">
                    <a16:creationId xmlns:a16="http://schemas.microsoft.com/office/drawing/2014/main" id="{FBFA56FC-F0C2-4492-AE42-88A025F625E8}"/>
                  </a:ext>
                </a:extLst>
              </p:cNvPr>
              <p:cNvSpPr txBox="1">
                <a:spLocks noRot="1" noChangeAspect="1" noMove="1" noResize="1" noEditPoints="1" noAdjustHandles="1" noChangeArrowheads="1" noChangeShapeType="1" noTextEdit="1"/>
              </p:cNvSpPr>
              <p:nvPr/>
            </p:nvSpPr>
            <p:spPr>
              <a:xfrm>
                <a:off x="2993250" y="4183741"/>
                <a:ext cx="6218660" cy="311297"/>
              </a:xfrm>
              <a:prstGeom prst="rect">
                <a:avLst/>
              </a:prstGeom>
              <a:blipFill>
                <a:blip r:embed="rId11"/>
                <a:stretch>
                  <a:fillRect l="-784" t="-17647" b="-43137"/>
                </a:stretch>
              </a:blipFill>
            </p:spPr>
            <p:txBody>
              <a:bodyPr/>
              <a:lstStyle/>
              <a:p>
                <a:r>
                  <a:rPr lang="zh-CN" altLang="en-US">
                    <a:noFill/>
                  </a:rPr>
                  <a:t> </a:t>
                </a:r>
              </a:p>
            </p:txBody>
          </p:sp>
        </mc:Fallback>
      </mc:AlternateContent>
      <p:sp>
        <p:nvSpPr>
          <p:cNvPr id="58" name="矩形 57">
            <a:extLst>
              <a:ext uri="{FF2B5EF4-FFF2-40B4-BE49-F238E27FC236}">
                <a16:creationId xmlns:a16="http://schemas.microsoft.com/office/drawing/2014/main" id="{B824E139-38BD-4C94-89BD-7C907264EBAA}"/>
              </a:ext>
            </a:extLst>
          </p:cNvPr>
          <p:cNvSpPr/>
          <p:nvPr/>
        </p:nvSpPr>
        <p:spPr>
          <a:xfrm>
            <a:off x="2300222" y="5553748"/>
            <a:ext cx="3023739" cy="374399"/>
          </a:xfrm>
          <a:prstGeom prst="rect">
            <a:avLst/>
          </a:prstGeom>
          <a:solidFill>
            <a:schemeClr val="accent3">
              <a:alpha val="74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35" name="矩形 34">
            <a:extLst>
              <a:ext uri="{FF2B5EF4-FFF2-40B4-BE49-F238E27FC236}">
                <a16:creationId xmlns:a16="http://schemas.microsoft.com/office/drawing/2014/main" id="{6C9644DF-EA3E-480D-BF5B-8F6A670B2F66}"/>
              </a:ext>
            </a:extLst>
          </p:cNvPr>
          <p:cNvSpPr/>
          <p:nvPr/>
        </p:nvSpPr>
        <p:spPr>
          <a:xfrm>
            <a:off x="3065684" y="1822386"/>
            <a:ext cx="2258278" cy="369332"/>
          </a:xfrm>
          <a:prstGeom prst="rect">
            <a:avLst/>
          </a:prstGeom>
          <a:solidFill>
            <a:schemeClr val="accent4">
              <a:alpha val="74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grpSp>
        <p:nvGrpSpPr>
          <p:cNvPr id="36" name="组合 35">
            <a:extLst>
              <a:ext uri="{FF2B5EF4-FFF2-40B4-BE49-F238E27FC236}">
                <a16:creationId xmlns:a16="http://schemas.microsoft.com/office/drawing/2014/main" id="{731F0119-F9D3-4CE4-BC9D-5D2210CB5F8B}"/>
              </a:ext>
            </a:extLst>
          </p:cNvPr>
          <p:cNvGrpSpPr/>
          <p:nvPr/>
        </p:nvGrpSpPr>
        <p:grpSpPr>
          <a:xfrm>
            <a:off x="456665" y="4549243"/>
            <a:ext cx="708432" cy="812439"/>
            <a:chOff x="1251044" y="2563914"/>
            <a:chExt cx="708432" cy="812439"/>
          </a:xfrm>
          <a:solidFill>
            <a:schemeClr val="accent4"/>
          </a:solidFill>
        </p:grpSpPr>
        <p:sp>
          <p:nvSpPr>
            <p:cNvPr id="37" name="矩形 36">
              <a:extLst>
                <a:ext uri="{FF2B5EF4-FFF2-40B4-BE49-F238E27FC236}">
                  <a16:creationId xmlns:a16="http://schemas.microsoft.com/office/drawing/2014/main" id="{265BE630-4851-490B-80A3-87856363DA2C}"/>
                </a:ext>
              </a:extLst>
            </p:cNvPr>
            <p:cNvSpPr/>
            <p:nvPr/>
          </p:nvSpPr>
          <p:spPr>
            <a:xfrm>
              <a:off x="1251044" y="3106070"/>
              <a:ext cx="708432" cy="270283"/>
            </a:xfrm>
            <a:prstGeom prst="rect">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46800" rIns="46800" rtlCol="0" anchor="ctr"/>
            <a:lstStyle/>
            <a:p>
              <a:pPr algn="ctr"/>
              <a:r>
                <a:rPr lang="en-US" altLang="zh-CN" b="1" dirty="0"/>
                <a:t>ACK1</a:t>
              </a:r>
              <a:endParaRPr lang="zh-CN" altLang="en-US" b="1" dirty="0"/>
            </a:p>
          </p:txBody>
        </p:sp>
        <p:sp>
          <p:nvSpPr>
            <p:cNvPr id="38" name="矩形 37">
              <a:extLst>
                <a:ext uri="{FF2B5EF4-FFF2-40B4-BE49-F238E27FC236}">
                  <a16:creationId xmlns:a16="http://schemas.microsoft.com/office/drawing/2014/main" id="{C43DD7A5-0E19-43D5-9B4E-AD42F52C6FF3}"/>
                </a:ext>
              </a:extLst>
            </p:cNvPr>
            <p:cNvSpPr/>
            <p:nvPr/>
          </p:nvSpPr>
          <p:spPr>
            <a:xfrm>
              <a:off x="1251044" y="2834197"/>
              <a:ext cx="708432" cy="270283"/>
            </a:xfrm>
            <a:prstGeom prst="rect">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46800" rIns="46800" rtlCol="0" anchor="ctr"/>
            <a:lstStyle/>
            <a:p>
              <a:pPr algn="ctr"/>
              <a:r>
                <a:rPr lang="en-US" altLang="zh-CN" b="1" dirty="0"/>
                <a:t>ACK2</a:t>
              </a:r>
              <a:endParaRPr lang="zh-CN" altLang="en-US" b="1" dirty="0"/>
            </a:p>
          </p:txBody>
        </p:sp>
        <p:sp>
          <p:nvSpPr>
            <p:cNvPr id="39" name="矩形 38">
              <a:extLst>
                <a:ext uri="{FF2B5EF4-FFF2-40B4-BE49-F238E27FC236}">
                  <a16:creationId xmlns:a16="http://schemas.microsoft.com/office/drawing/2014/main" id="{63FEDBE4-3B69-477A-90B3-480AB0B40DB5}"/>
                </a:ext>
              </a:extLst>
            </p:cNvPr>
            <p:cNvSpPr/>
            <p:nvPr/>
          </p:nvSpPr>
          <p:spPr>
            <a:xfrm>
              <a:off x="1251044" y="2563914"/>
              <a:ext cx="708432" cy="270283"/>
            </a:xfrm>
            <a:prstGeom prst="rect">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46800" rIns="46800" rtlCol="0" anchor="ctr"/>
            <a:lstStyle/>
            <a:p>
              <a:pPr algn="ctr"/>
              <a:r>
                <a:rPr lang="en-US" altLang="zh-CN" b="1" dirty="0"/>
                <a:t>ACK3</a:t>
              </a:r>
              <a:endParaRPr lang="zh-CN" altLang="en-US" b="1" dirty="0"/>
            </a:p>
          </p:txBody>
        </p:sp>
      </p:grpSp>
      <p:sp>
        <p:nvSpPr>
          <p:cNvPr id="40" name="平行四边形 39">
            <a:extLst>
              <a:ext uri="{FF2B5EF4-FFF2-40B4-BE49-F238E27FC236}">
                <a16:creationId xmlns:a16="http://schemas.microsoft.com/office/drawing/2014/main" id="{BAB16D72-D1E9-E797-0D98-5533BB5399C7}"/>
              </a:ext>
            </a:extLst>
          </p:cNvPr>
          <p:cNvSpPr/>
          <p:nvPr/>
        </p:nvSpPr>
        <p:spPr>
          <a:xfrm>
            <a:off x="304800" y="749300"/>
            <a:ext cx="675384" cy="387090"/>
          </a:xfrm>
          <a:prstGeom prst="parallelogram">
            <a:avLst/>
          </a:prstGeom>
          <a:solidFill>
            <a:schemeClr val="accent3">
              <a:lumMod val="75000"/>
            </a:schemeClr>
          </a:solidFill>
          <a:ln>
            <a:solidFill>
              <a:schemeClr val="accent3">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CN" sz="2200" dirty="0">
                <a:latin typeface="Impact" panose="020B0806030902050204" pitchFamily="34" charset="0"/>
              </a:rPr>
              <a:t>05</a:t>
            </a:r>
            <a:endParaRPr lang="zh-CN" altLang="en-US" sz="2200" dirty="0">
              <a:latin typeface="Impact" panose="020B0806030902050204" pitchFamily="34" charset="0"/>
            </a:endParaRPr>
          </a:p>
        </p:txBody>
      </p:sp>
    </p:spTree>
    <p:custDataLst>
      <p:tags r:id="rId1"/>
    </p:custDataLst>
    <p:extLst>
      <p:ext uri="{BB962C8B-B14F-4D97-AF65-F5344CB8AC3E}">
        <p14:creationId xmlns:p14="http://schemas.microsoft.com/office/powerpoint/2010/main" val="1108841259"/>
      </p:ext>
    </p:extLst>
  </p:cSld>
  <p:clrMapOvr>
    <a:masterClrMapping/>
  </p:clrMapOvr>
  <mc:AlternateContent xmlns:mc="http://schemas.openxmlformats.org/markup-compatibility/2006" xmlns:p159="http://schemas.microsoft.com/office/powerpoint/2015/09/main">
    <mc:Choice Requires="p159">
      <p:transition xmlns:p14="http://schemas.microsoft.com/office/powerpoint/2010/main" spd="slow" p14:dur="2000">
        <p159:morph option="byObject"/>
      </p:transition>
    </mc:Choice>
    <mc:Fallback xmlns="">
      <p:transition spd="slow">
        <p:fade/>
      </p:transition>
    </mc:Fallback>
  </mc:AlternateContent>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2" presetClass="exit" presetSubtype="4" fill="hold" nodeType="clickEffect">
                                  <p:stCondLst>
                                    <p:cond delay="0"/>
                                  </p:stCondLst>
                                  <p:childTnLst>
                                    <p:anim calcmode="lin" valueType="num">
                                      <p:cBhvr additive="base">
                                        <p:cTn id="6" dur="1000"/>
                                        <p:tgtEl>
                                          <p:spTgt spid="36"/>
                                        </p:tgtEl>
                                        <p:attrNameLst>
                                          <p:attrName>ppt_y</p:attrName>
                                        </p:attrNameLst>
                                      </p:cBhvr>
                                      <p:tavLst>
                                        <p:tav tm="0">
                                          <p:val>
                                            <p:strVal val="#ppt_y"/>
                                          </p:val>
                                        </p:tav>
                                        <p:tav tm="100000">
                                          <p:val>
                                            <p:strVal val="#ppt_y+#ppt_h*1.125000"/>
                                          </p:val>
                                        </p:tav>
                                      </p:tavLst>
                                    </p:anim>
                                    <p:animEffect transition="out" filter="wipe(down)">
                                      <p:cBhvr>
                                        <p:cTn id="7" dur="1000"/>
                                        <p:tgtEl>
                                          <p:spTgt spid="36"/>
                                        </p:tgtEl>
                                      </p:cBhvr>
                                    </p:animEffect>
                                    <p:set>
                                      <p:cBhvr>
                                        <p:cTn id="8" dur="1" fill="hold">
                                          <p:stCondLst>
                                            <p:cond delay="999"/>
                                          </p:stCondLst>
                                        </p:cTn>
                                        <p:tgtEl>
                                          <p:spTgt spid="36"/>
                                        </p:tgtEl>
                                        <p:attrNameLst>
                                          <p:attrName>style.visibility</p:attrName>
                                        </p:attrNameLst>
                                      </p:cBhvr>
                                      <p:to>
                                        <p:strVal val="hidden"/>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20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45" name="组合 44">
            <a:extLst>
              <a:ext uri="{FF2B5EF4-FFF2-40B4-BE49-F238E27FC236}">
                <a16:creationId xmlns:a16="http://schemas.microsoft.com/office/drawing/2014/main" id="{F5FCA282-8954-464E-9962-8DEC0A190612}"/>
              </a:ext>
            </a:extLst>
          </p:cNvPr>
          <p:cNvGrpSpPr/>
          <p:nvPr/>
        </p:nvGrpSpPr>
        <p:grpSpPr>
          <a:xfrm>
            <a:off x="2305203" y="1368773"/>
            <a:ext cx="3025589" cy="910796"/>
            <a:chOff x="2302929" y="5098286"/>
            <a:chExt cx="3025589" cy="910796"/>
          </a:xfrm>
        </p:grpSpPr>
        <p:sp>
          <p:nvSpPr>
            <p:cNvPr id="46" name="矩形 45">
              <a:extLst>
                <a:ext uri="{FF2B5EF4-FFF2-40B4-BE49-F238E27FC236}">
                  <a16:creationId xmlns:a16="http://schemas.microsoft.com/office/drawing/2014/main" id="{471AA480-7085-4D51-B0B4-D68301BF2020}"/>
                </a:ext>
              </a:extLst>
            </p:cNvPr>
            <p:cNvSpPr/>
            <p:nvPr/>
          </p:nvSpPr>
          <p:spPr>
            <a:xfrm>
              <a:off x="2302929" y="5467618"/>
              <a:ext cx="3025589" cy="541464"/>
            </a:xfrm>
            <a:prstGeom prst="rect">
              <a:avLst/>
            </a:prstGeom>
            <a:solidFill>
              <a:schemeClr val="accent4"/>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mc:AlternateContent xmlns:mc="http://schemas.openxmlformats.org/markup-compatibility/2006" xmlns:a14="http://schemas.microsoft.com/office/drawing/2010/main">
          <mc:Choice Requires="a14">
            <p:sp>
              <p:nvSpPr>
                <p:cNvPr id="47" name="文本框 46">
                  <a:extLst>
                    <a:ext uri="{FF2B5EF4-FFF2-40B4-BE49-F238E27FC236}">
                      <a16:creationId xmlns:a16="http://schemas.microsoft.com/office/drawing/2014/main" id="{4DD506B6-2862-4CF6-A3E9-F36AEFD5D21B}"/>
                    </a:ext>
                  </a:extLst>
                </p:cNvPr>
                <p:cNvSpPr txBox="1"/>
                <p:nvPr/>
              </p:nvSpPr>
              <p:spPr>
                <a:xfrm>
                  <a:off x="3277773" y="5098286"/>
                  <a:ext cx="1067217" cy="369332"/>
                </a:xfrm>
                <a:prstGeom prst="rect">
                  <a:avLst/>
                </a:prstGeom>
                <a:noFill/>
              </p:spPr>
              <p:txBody>
                <a:bodyPr wrap="square">
                  <a:spAutoFit/>
                </a:bodyPr>
                <a:lstStyle/>
                <a:p>
                  <a:pPr/>
                  <a14:m>
                    <m:oMathPara xmlns:m="http://schemas.openxmlformats.org/officeDocument/2006/math">
                      <m:oMathParaPr>
                        <m:jc m:val="centerGroup"/>
                      </m:oMathParaPr>
                      <m:oMath xmlns:m="http://schemas.openxmlformats.org/officeDocument/2006/math">
                        <m:sSub>
                          <m:sSubPr>
                            <m:ctrlPr>
                              <a:rPr lang="en-US" altLang="zh-CN" b="1" i="1" smtClean="0">
                                <a:solidFill>
                                  <a:schemeClr val="accent4"/>
                                </a:solidFill>
                                <a:latin typeface="Cambria Math" panose="02040503050406030204" pitchFamily="18" charset="0"/>
                              </a:rPr>
                            </m:ctrlPr>
                          </m:sSubPr>
                          <m:e>
                            <m:r>
                              <a:rPr lang="en-US" altLang="zh-CN" b="1" i="1" smtClean="0">
                                <a:solidFill>
                                  <a:schemeClr val="accent4"/>
                                </a:solidFill>
                                <a:latin typeface="Cambria Math" panose="02040503050406030204" pitchFamily="18" charset="0"/>
                              </a:rPr>
                              <m:t>𝑾</m:t>
                            </m:r>
                          </m:e>
                          <m:sub>
                            <m:r>
                              <a:rPr lang="en-US" altLang="zh-CN" b="1" i="1" smtClean="0">
                                <a:solidFill>
                                  <a:schemeClr val="accent4"/>
                                </a:solidFill>
                                <a:latin typeface="Cambria Math" panose="02040503050406030204" pitchFamily="18" charset="0"/>
                              </a:rPr>
                              <m:t>𝑹</m:t>
                            </m:r>
                          </m:sub>
                        </m:sSub>
                        <m:r>
                          <a:rPr lang="en-US" altLang="zh-CN" b="1" i="1" smtClean="0">
                            <a:solidFill>
                              <a:schemeClr val="accent4"/>
                            </a:solidFill>
                            <a:latin typeface="Cambria Math" panose="02040503050406030204" pitchFamily="18" charset="0"/>
                          </a:rPr>
                          <m:t>=</m:t>
                        </m:r>
                        <m:r>
                          <a:rPr lang="en-US" altLang="zh-CN" b="1" i="1" smtClean="0">
                            <a:solidFill>
                              <a:schemeClr val="accent4"/>
                            </a:solidFill>
                            <a:latin typeface="Cambria Math" panose="02040503050406030204" pitchFamily="18" charset="0"/>
                          </a:rPr>
                          <m:t>𝟒</m:t>
                        </m:r>
                      </m:oMath>
                    </m:oMathPara>
                  </a14:m>
                  <a:endParaRPr lang="zh-CN" altLang="en-US" dirty="0">
                    <a:solidFill>
                      <a:schemeClr val="accent4"/>
                    </a:solidFill>
                  </a:endParaRPr>
                </a:p>
              </p:txBody>
            </p:sp>
          </mc:Choice>
          <mc:Fallback xmlns="">
            <p:sp>
              <p:nvSpPr>
                <p:cNvPr id="47" name="文本框 46">
                  <a:extLst>
                    <a:ext uri="{FF2B5EF4-FFF2-40B4-BE49-F238E27FC236}">
                      <a16:creationId xmlns:a16="http://schemas.microsoft.com/office/drawing/2014/main" id="{4DD506B6-2862-4CF6-A3E9-F36AEFD5D21B}"/>
                    </a:ext>
                  </a:extLst>
                </p:cNvPr>
                <p:cNvSpPr txBox="1">
                  <a:spLocks noRot="1" noChangeAspect="1" noMove="1" noResize="1" noEditPoints="1" noAdjustHandles="1" noChangeArrowheads="1" noChangeShapeType="1" noTextEdit="1"/>
                </p:cNvSpPr>
                <p:nvPr/>
              </p:nvSpPr>
              <p:spPr>
                <a:xfrm>
                  <a:off x="3277773" y="5098286"/>
                  <a:ext cx="1067217" cy="369332"/>
                </a:xfrm>
                <a:prstGeom prst="rect">
                  <a:avLst/>
                </a:prstGeom>
                <a:blipFill>
                  <a:blip r:embed="rId3"/>
                  <a:stretch>
                    <a:fillRect b="-3333"/>
                  </a:stretch>
                </a:blipFill>
              </p:spPr>
              <p:txBody>
                <a:bodyPr/>
                <a:lstStyle/>
                <a:p>
                  <a:r>
                    <a:rPr lang="zh-CN" altLang="en-US">
                      <a:noFill/>
                    </a:rPr>
                    <a:t> </a:t>
                  </a:r>
                </a:p>
              </p:txBody>
            </p:sp>
          </mc:Fallback>
        </mc:AlternateContent>
      </p:grpSp>
      <p:grpSp>
        <p:nvGrpSpPr>
          <p:cNvPr id="5" name="组合 4">
            <a:extLst>
              <a:ext uri="{FF2B5EF4-FFF2-40B4-BE49-F238E27FC236}">
                <a16:creationId xmlns:a16="http://schemas.microsoft.com/office/drawing/2014/main" id="{20EFBF47-A85C-4FD1-BB81-590596419A3D}"/>
              </a:ext>
            </a:extLst>
          </p:cNvPr>
          <p:cNvGrpSpPr/>
          <p:nvPr/>
        </p:nvGrpSpPr>
        <p:grpSpPr>
          <a:xfrm>
            <a:off x="2302929" y="5098286"/>
            <a:ext cx="3025589" cy="910796"/>
            <a:chOff x="2302929" y="5098286"/>
            <a:chExt cx="3025589" cy="910796"/>
          </a:xfrm>
        </p:grpSpPr>
        <p:sp>
          <p:nvSpPr>
            <p:cNvPr id="33" name="矩形 32">
              <a:extLst>
                <a:ext uri="{FF2B5EF4-FFF2-40B4-BE49-F238E27FC236}">
                  <a16:creationId xmlns:a16="http://schemas.microsoft.com/office/drawing/2014/main" id="{3EA6F5A2-1C83-4BE5-9CCD-7CBA9C984323}"/>
                </a:ext>
              </a:extLst>
            </p:cNvPr>
            <p:cNvSpPr/>
            <p:nvPr/>
          </p:nvSpPr>
          <p:spPr>
            <a:xfrm>
              <a:off x="2302929" y="5467618"/>
              <a:ext cx="3025589" cy="541464"/>
            </a:xfrm>
            <a:prstGeom prst="rect">
              <a:avLst/>
            </a:prstGeom>
            <a:solidFill>
              <a:schemeClr val="accent3"/>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mc:AlternateContent xmlns:mc="http://schemas.openxmlformats.org/markup-compatibility/2006" xmlns:a14="http://schemas.microsoft.com/office/drawing/2010/main">
          <mc:Choice Requires="a14">
            <p:sp>
              <p:nvSpPr>
                <p:cNvPr id="34" name="文本框 33">
                  <a:extLst>
                    <a:ext uri="{FF2B5EF4-FFF2-40B4-BE49-F238E27FC236}">
                      <a16:creationId xmlns:a16="http://schemas.microsoft.com/office/drawing/2014/main" id="{8C755A65-DDAE-400F-BD8A-B2EB9981B67D}"/>
                    </a:ext>
                  </a:extLst>
                </p:cNvPr>
                <p:cNvSpPr txBox="1"/>
                <p:nvPr/>
              </p:nvSpPr>
              <p:spPr>
                <a:xfrm>
                  <a:off x="3277773" y="5098286"/>
                  <a:ext cx="1067217" cy="369332"/>
                </a:xfrm>
                <a:prstGeom prst="rect">
                  <a:avLst/>
                </a:prstGeom>
                <a:noFill/>
              </p:spPr>
              <p:txBody>
                <a:bodyPr wrap="square">
                  <a:spAutoFit/>
                </a:bodyPr>
                <a:lstStyle/>
                <a:p>
                  <a:pPr/>
                  <a14:m>
                    <m:oMathPara xmlns:m="http://schemas.openxmlformats.org/officeDocument/2006/math">
                      <m:oMathParaPr>
                        <m:jc m:val="centerGroup"/>
                      </m:oMathParaPr>
                      <m:oMath xmlns:m="http://schemas.openxmlformats.org/officeDocument/2006/math">
                        <m:sSub>
                          <m:sSubPr>
                            <m:ctrlPr>
                              <a:rPr lang="en-US" altLang="zh-CN" b="1" i="1" smtClean="0">
                                <a:solidFill>
                                  <a:schemeClr val="accent3"/>
                                </a:solidFill>
                                <a:latin typeface="Cambria Math" panose="02040503050406030204" pitchFamily="18" charset="0"/>
                              </a:rPr>
                            </m:ctrlPr>
                          </m:sSubPr>
                          <m:e>
                            <m:r>
                              <a:rPr lang="en-US" altLang="zh-CN" b="1" i="1" smtClean="0">
                                <a:solidFill>
                                  <a:schemeClr val="accent3"/>
                                </a:solidFill>
                                <a:latin typeface="Cambria Math" panose="02040503050406030204" pitchFamily="18" charset="0"/>
                              </a:rPr>
                              <m:t>𝑾</m:t>
                            </m:r>
                          </m:e>
                          <m:sub>
                            <m:r>
                              <a:rPr lang="en-US" altLang="zh-CN" b="1" i="1" smtClean="0">
                                <a:solidFill>
                                  <a:schemeClr val="accent3"/>
                                </a:solidFill>
                                <a:latin typeface="Cambria Math" panose="02040503050406030204" pitchFamily="18" charset="0"/>
                              </a:rPr>
                              <m:t>𝑻</m:t>
                            </m:r>
                          </m:sub>
                        </m:sSub>
                        <m:r>
                          <a:rPr lang="en-US" altLang="zh-CN" b="1" i="1" smtClean="0">
                            <a:solidFill>
                              <a:schemeClr val="accent3"/>
                            </a:solidFill>
                            <a:latin typeface="Cambria Math" panose="02040503050406030204" pitchFamily="18" charset="0"/>
                          </a:rPr>
                          <m:t>=</m:t>
                        </m:r>
                        <m:r>
                          <a:rPr lang="en-US" altLang="zh-CN" b="1" i="1" smtClean="0">
                            <a:solidFill>
                              <a:schemeClr val="accent3"/>
                            </a:solidFill>
                            <a:latin typeface="Cambria Math" panose="02040503050406030204" pitchFamily="18" charset="0"/>
                          </a:rPr>
                          <m:t>𝟒</m:t>
                        </m:r>
                      </m:oMath>
                    </m:oMathPara>
                  </a14:m>
                  <a:endParaRPr lang="zh-CN" altLang="en-US" dirty="0">
                    <a:solidFill>
                      <a:schemeClr val="accent3"/>
                    </a:solidFill>
                  </a:endParaRPr>
                </a:p>
              </p:txBody>
            </p:sp>
          </mc:Choice>
          <mc:Fallback xmlns="">
            <p:sp>
              <p:nvSpPr>
                <p:cNvPr id="34" name="文本框 33">
                  <a:extLst>
                    <a:ext uri="{FF2B5EF4-FFF2-40B4-BE49-F238E27FC236}">
                      <a16:creationId xmlns:a16="http://schemas.microsoft.com/office/drawing/2014/main" id="{8C755A65-DDAE-400F-BD8A-B2EB9981B67D}"/>
                    </a:ext>
                  </a:extLst>
                </p:cNvPr>
                <p:cNvSpPr txBox="1">
                  <a:spLocks noRot="1" noChangeAspect="1" noMove="1" noResize="1" noEditPoints="1" noAdjustHandles="1" noChangeArrowheads="1" noChangeShapeType="1" noTextEdit="1"/>
                </p:cNvSpPr>
                <p:nvPr/>
              </p:nvSpPr>
              <p:spPr>
                <a:xfrm>
                  <a:off x="3277773" y="5098286"/>
                  <a:ext cx="1067217" cy="369332"/>
                </a:xfrm>
                <a:prstGeom prst="rect">
                  <a:avLst/>
                </a:prstGeom>
                <a:blipFill>
                  <a:blip r:embed="rId4"/>
                  <a:stretch>
                    <a:fillRect b="-3279"/>
                  </a:stretch>
                </a:blipFill>
              </p:spPr>
              <p:txBody>
                <a:bodyPr/>
                <a:lstStyle/>
                <a:p>
                  <a:r>
                    <a:rPr lang="zh-CN" altLang="en-US">
                      <a:noFill/>
                    </a:rPr>
                    <a:t> </a:t>
                  </a:r>
                </a:p>
              </p:txBody>
            </p:sp>
          </mc:Fallback>
        </mc:AlternateContent>
      </p:grpSp>
      <p:grpSp>
        <p:nvGrpSpPr>
          <p:cNvPr id="4" name="组合 3">
            <a:extLst>
              <a:ext uri="{FF2B5EF4-FFF2-40B4-BE49-F238E27FC236}">
                <a16:creationId xmlns:a16="http://schemas.microsoft.com/office/drawing/2014/main" id="{9A1EA9F2-FCB6-48C3-935F-7AE7E3AD14AC}"/>
              </a:ext>
            </a:extLst>
          </p:cNvPr>
          <p:cNvGrpSpPr/>
          <p:nvPr/>
        </p:nvGrpSpPr>
        <p:grpSpPr>
          <a:xfrm>
            <a:off x="304800" y="749300"/>
            <a:ext cx="6192344" cy="400110"/>
            <a:chOff x="424117" y="898245"/>
            <a:chExt cx="6192344" cy="400110"/>
          </a:xfrm>
        </p:grpSpPr>
        <p:sp>
          <p:nvSpPr>
            <p:cNvPr id="2" name="平行四边形 1">
              <a:extLst>
                <a:ext uri="{FF2B5EF4-FFF2-40B4-BE49-F238E27FC236}">
                  <a16:creationId xmlns:a16="http://schemas.microsoft.com/office/drawing/2014/main" id="{1F5BAA3F-9845-4F89-A2DD-8222D3E4EDAC}"/>
                </a:ext>
              </a:extLst>
            </p:cNvPr>
            <p:cNvSpPr/>
            <p:nvPr/>
          </p:nvSpPr>
          <p:spPr>
            <a:xfrm>
              <a:off x="424117" y="898245"/>
              <a:ext cx="628306" cy="387090"/>
            </a:xfrm>
            <a:prstGeom prst="parallelogram">
              <a:avLst/>
            </a:prstGeom>
            <a:solidFill>
              <a:schemeClr val="accent3">
                <a:lumMod val="75000"/>
              </a:schemeClr>
            </a:solidFill>
            <a:ln>
              <a:solidFill>
                <a:schemeClr val="accent3">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CN" sz="2200" dirty="0">
                  <a:latin typeface="Impact" panose="020B0806030902050204" pitchFamily="34" charset="0"/>
                </a:rPr>
                <a:t>01</a:t>
              </a:r>
              <a:endParaRPr lang="zh-CN" altLang="en-US" sz="2200" dirty="0">
                <a:latin typeface="Impact" panose="020B0806030902050204" pitchFamily="34" charset="0"/>
              </a:endParaRPr>
            </a:p>
          </p:txBody>
        </p:sp>
        <p:sp>
          <p:nvSpPr>
            <p:cNvPr id="3" name="文本框 2">
              <a:extLst>
                <a:ext uri="{FF2B5EF4-FFF2-40B4-BE49-F238E27FC236}">
                  <a16:creationId xmlns:a16="http://schemas.microsoft.com/office/drawing/2014/main" id="{4D6BD736-A4D3-4F26-AFED-36E11F50F70B}"/>
                </a:ext>
              </a:extLst>
            </p:cNvPr>
            <p:cNvSpPr txBox="1"/>
            <p:nvPr/>
          </p:nvSpPr>
          <p:spPr>
            <a:xfrm>
              <a:off x="1052423" y="898245"/>
              <a:ext cx="5564038" cy="400110"/>
            </a:xfrm>
            <a:prstGeom prst="rect">
              <a:avLst/>
            </a:prstGeom>
            <a:noFill/>
          </p:spPr>
          <p:txBody>
            <a:bodyPr wrap="square" rtlCol="0">
              <a:spAutoFit/>
            </a:bodyPr>
            <a:lstStyle/>
            <a:p>
              <a:r>
                <a:rPr lang="zh-CN" altLang="en-US" sz="2000" b="1" dirty="0"/>
                <a:t>选择重传协议</a:t>
              </a:r>
            </a:p>
          </p:txBody>
        </p:sp>
      </p:grpSp>
      <p:grpSp>
        <p:nvGrpSpPr>
          <p:cNvPr id="18" name="组合 17">
            <a:extLst>
              <a:ext uri="{FF2B5EF4-FFF2-40B4-BE49-F238E27FC236}">
                <a16:creationId xmlns:a16="http://schemas.microsoft.com/office/drawing/2014/main" id="{AF599708-FA4B-4F1A-915B-51ADB6AF8A5B}"/>
              </a:ext>
            </a:extLst>
          </p:cNvPr>
          <p:cNvGrpSpPr/>
          <p:nvPr/>
        </p:nvGrpSpPr>
        <p:grpSpPr>
          <a:xfrm>
            <a:off x="475097" y="1263518"/>
            <a:ext cx="1355161" cy="5114896"/>
            <a:chOff x="475097" y="1263518"/>
            <a:chExt cx="1355161" cy="5114896"/>
          </a:xfrm>
        </p:grpSpPr>
        <p:cxnSp>
          <p:nvCxnSpPr>
            <p:cNvPr id="19" name="直接连接符 18">
              <a:extLst>
                <a:ext uri="{FF2B5EF4-FFF2-40B4-BE49-F238E27FC236}">
                  <a16:creationId xmlns:a16="http://schemas.microsoft.com/office/drawing/2014/main" id="{8C267D38-D538-4153-B853-5B2DDE097738}"/>
                </a:ext>
              </a:extLst>
            </p:cNvPr>
            <p:cNvCxnSpPr>
              <a:cxnSpLocks/>
            </p:cNvCxnSpPr>
            <p:nvPr/>
          </p:nvCxnSpPr>
          <p:spPr>
            <a:xfrm flipV="1">
              <a:off x="1208367" y="2012996"/>
              <a:ext cx="0" cy="3813858"/>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nvGrpSpPr>
            <p:cNvPr id="20" name="组合 19">
              <a:extLst>
                <a:ext uri="{FF2B5EF4-FFF2-40B4-BE49-F238E27FC236}">
                  <a16:creationId xmlns:a16="http://schemas.microsoft.com/office/drawing/2014/main" id="{1A3F15DA-8F30-45DE-8760-8CB5AC7691B0}"/>
                </a:ext>
              </a:extLst>
            </p:cNvPr>
            <p:cNvGrpSpPr/>
            <p:nvPr/>
          </p:nvGrpSpPr>
          <p:grpSpPr>
            <a:xfrm>
              <a:off x="700096" y="5368000"/>
              <a:ext cx="905164" cy="1010414"/>
              <a:chOff x="700096" y="5368000"/>
              <a:chExt cx="905164" cy="1010414"/>
            </a:xfrm>
          </p:grpSpPr>
          <p:pic>
            <p:nvPicPr>
              <p:cNvPr id="25" name="图形 24">
                <a:extLst>
                  <a:ext uri="{FF2B5EF4-FFF2-40B4-BE49-F238E27FC236}">
                    <a16:creationId xmlns:a16="http://schemas.microsoft.com/office/drawing/2014/main" id="{5079B8D0-730B-4F27-A9EC-8AC79CEECAE0}"/>
                  </a:ext>
                </a:extLst>
              </p:cNvPr>
              <p:cNvPicPr>
                <a:picLocks noChangeAspect="1"/>
              </p:cNvPicPr>
              <p:nvPr/>
            </p:nvPicPr>
            <p:blipFill>
              <a:blip r:embed="rId5">
                <a:extLst>
                  <a:ext uri="{28A0092B-C50C-407E-A947-70E740481C1C}">
                    <a14:useLocalDpi xmlns:a14="http://schemas.microsoft.com/office/drawing/2010/main" val="0"/>
                  </a:ext>
                  <a:ext uri="{96DAC541-7B7A-43D3-8B79-37D633B846F1}">
                    <asvg:svgBlip xmlns:asvg="http://schemas.microsoft.com/office/drawing/2016/SVG/main" r:embed="rId6"/>
                  </a:ext>
                </a:extLst>
              </a:blip>
              <a:stretch>
                <a:fillRect/>
              </a:stretch>
            </p:blipFill>
            <p:spPr>
              <a:xfrm>
                <a:off x="821271" y="5368000"/>
                <a:ext cx="662814" cy="641082"/>
              </a:xfrm>
              <a:prstGeom prst="rect">
                <a:avLst/>
              </a:prstGeom>
            </p:spPr>
          </p:pic>
          <p:sp>
            <p:nvSpPr>
              <p:cNvPr id="26" name="文本框 25">
                <a:extLst>
                  <a:ext uri="{FF2B5EF4-FFF2-40B4-BE49-F238E27FC236}">
                    <a16:creationId xmlns:a16="http://schemas.microsoft.com/office/drawing/2014/main" id="{68E9BE24-5234-4436-839C-0CC65C932068}"/>
                  </a:ext>
                </a:extLst>
              </p:cNvPr>
              <p:cNvSpPr txBox="1"/>
              <p:nvPr/>
            </p:nvSpPr>
            <p:spPr>
              <a:xfrm>
                <a:off x="700096" y="6009082"/>
                <a:ext cx="905164" cy="369332"/>
              </a:xfrm>
              <a:prstGeom prst="rect">
                <a:avLst/>
              </a:prstGeom>
              <a:noFill/>
            </p:spPr>
            <p:txBody>
              <a:bodyPr wrap="square" rtlCol="0">
                <a:spAutoFit/>
              </a:bodyPr>
              <a:lstStyle/>
              <a:p>
                <a:r>
                  <a:rPr lang="zh-CN" altLang="en-US" b="1" dirty="0">
                    <a:latin typeface="+mn-ea"/>
                  </a:rPr>
                  <a:t>发送方</a:t>
                </a:r>
              </a:p>
            </p:txBody>
          </p:sp>
        </p:grpSp>
        <p:grpSp>
          <p:nvGrpSpPr>
            <p:cNvPr id="21" name="组合 20">
              <a:extLst>
                <a:ext uri="{FF2B5EF4-FFF2-40B4-BE49-F238E27FC236}">
                  <a16:creationId xmlns:a16="http://schemas.microsoft.com/office/drawing/2014/main" id="{50E1DF35-9236-4BB6-BAC4-1AE805165946}"/>
                </a:ext>
              </a:extLst>
            </p:cNvPr>
            <p:cNvGrpSpPr/>
            <p:nvPr/>
          </p:nvGrpSpPr>
          <p:grpSpPr>
            <a:xfrm>
              <a:off x="878301" y="1263518"/>
              <a:ext cx="905164" cy="1027908"/>
              <a:chOff x="878301" y="1390382"/>
              <a:chExt cx="905164" cy="1027908"/>
            </a:xfrm>
          </p:grpSpPr>
          <p:pic>
            <p:nvPicPr>
              <p:cNvPr id="23" name="图形 22">
                <a:extLst>
                  <a:ext uri="{FF2B5EF4-FFF2-40B4-BE49-F238E27FC236}">
                    <a16:creationId xmlns:a16="http://schemas.microsoft.com/office/drawing/2014/main" id="{E155E3ED-8C2A-42C4-BFBF-393051944136}"/>
                  </a:ext>
                </a:extLst>
              </p:cNvPr>
              <p:cNvPicPr>
                <a:picLocks noChangeAspect="1"/>
              </p:cNvPicPr>
              <p:nvPr/>
            </p:nvPicPr>
            <p:blipFill>
              <a:blip r:embed="rId7">
                <a:extLst>
                  <a:ext uri="{28A0092B-C50C-407E-A947-70E740481C1C}">
                    <a14:useLocalDpi xmlns:a14="http://schemas.microsoft.com/office/drawing/2010/main" val="0"/>
                  </a:ext>
                  <a:ext uri="{96DAC541-7B7A-43D3-8B79-37D633B846F1}">
                    <asvg:svgBlip xmlns:asvg="http://schemas.microsoft.com/office/drawing/2016/SVG/main" r:embed="rId8"/>
                  </a:ext>
                </a:extLst>
              </a:blip>
              <a:stretch>
                <a:fillRect/>
              </a:stretch>
            </p:blipFill>
            <p:spPr>
              <a:xfrm>
                <a:off x="984826" y="1759714"/>
                <a:ext cx="501772" cy="658576"/>
              </a:xfrm>
              <a:prstGeom prst="rect">
                <a:avLst/>
              </a:prstGeom>
            </p:spPr>
          </p:pic>
          <p:sp>
            <p:nvSpPr>
              <p:cNvPr id="24" name="文本框 23">
                <a:extLst>
                  <a:ext uri="{FF2B5EF4-FFF2-40B4-BE49-F238E27FC236}">
                    <a16:creationId xmlns:a16="http://schemas.microsoft.com/office/drawing/2014/main" id="{818AC20B-3072-437F-B302-67397F49105B}"/>
                  </a:ext>
                </a:extLst>
              </p:cNvPr>
              <p:cNvSpPr txBox="1"/>
              <p:nvPr/>
            </p:nvSpPr>
            <p:spPr>
              <a:xfrm>
                <a:off x="878301" y="1390382"/>
                <a:ext cx="905164" cy="369332"/>
              </a:xfrm>
              <a:prstGeom prst="rect">
                <a:avLst/>
              </a:prstGeom>
              <a:noFill/>
            </p:spPr>
            <p:txBody>
              <a:bodyPr wrap="square" rtlCol="0">
                <a:spAutoFit/>
              </a:bodyPr>
              <a:lstStyle/>
              <a:p>
                <a:r>
                  <a:rPr lang="zh-CN" altLang="en-US" b="1" dirty="0">
                    <a:latin typeface="+mn-ea"/>
                  </a:rPr>
                  <a:t>接收方</a:t>
                </a:r>
              </a:p>
            </p:txBody>
          </p:sp>
        </p:grpSp>
        <p:sp>
          <p:nvSpPr>
            <p:cNvPr id="22" name="云形 21">
              <a:extLst>
                <a:ext uri="{FF2B5EF4-FFF2-40B4-BE49-F238E27FC236}">
                  <a16:creationId xmlns:a16="http://schemas.microsoft.com/office/drawing/2014/main" id="{97C64CE5-C9EB-4960-87FB-62108C97374D}"/>
                </a:ext>
              </a:extLst>
            </p:cNvPr>
            <p:cNvSpPr/>
            <p:nvPr/>
          </p:nvSpPr>
          <p:spPr>
            <a:xfrm>
              <a:off x="475097" y="3429014"/>
              <a:ext cx="1355161" cy="801398"/>
            </a:xfrm>
            <a:prstGeom prst="cloud">
              <a:avLst/>
            </a:prstGeom>
            <a:solidFill>
              <a:schemeClr val="bg1">
                <a:lumMod val="85000"/>
              </a:schemeClr>
            </a:solidFill>
            <a:ln>
              <a:solidFill>
                <a:schemeClr val="bg1">
                  <a:lumMod val="85000"/>
                </a:schemeClr>
              </a:solidFill>
            </a:ln>
          </p:spPr>
          <p:style>
            <a:lnRef idx="2">
              <a:schemeClr val="accent3">
                <a:shade val="50000"/>
              </a:schemeClr>
            </a:lnRef>
            <a:fillRef idx="1">
              <a:schemeClr val="accent3"/>
            </a:fillRef>
            <a:effectRef idx="0">
              <a:schemeClr val="accent3"/>
            </a:effectRef>
            <a:fontRef idx="minor">
              <a:schemeClr val="lt1"/>
            </a:fontRef>
          </p:style>
          <p:txBody>
            <a:bodyPr rtlCol="0" anchor="ctr"/>
            <a:lstStyle/>
            <a:p>
              <a:pPr algn="ctr"/>
              <a:r>
                <a:rPr lang="zh-CN" altLang="en-US" b="1" dirty="0">
                  <a:solidFill>
                    <a:schemeClr val="tx1"/>
                  </a:solidFill>
                  <a:latin typeface="+mn-ea"/>
                </a:rPr>
                <a:t>因特网</a:t>
              </a:r>
            </a:p>
          </p:txBody>
        </p:sp>
      </p:grpSp>
      <mc:AlternateContent xmlns:mc="http://schemas.openxmlformats.org/markup-compatibility/2006" xmlns:a14="http://schemas.microsoft.com/office/drawing/2010/main">
        <mc:Choice Requires="a14">
          <p:sp>
            <p:nvSpPr>
              <p:cNvPr id="28" name="íşlïḍè">
                <a:extLst>
                  <a:ext uri="{FF2B5EF4-FFF2-40B4-BE49-F238E27FC236}">
                    <a16:creationId xmlns:a16="http://schemas.microsoft.com/office/drawing/2014/main" id="{8898676C-F981-4D74-B324-A859D1387610}"/>
                  </a:ext>
                </a:extLst>
              </p:cNvPr>
              <p:cNvSpPr txBox="1"/>
              <p:nvPr/>
            </p:nvSpPr>
            <p:spPr>
              <a:xfrm>
                <a:off x="2993250" y="3266194"/>
                <a:ext cx="6657288" cy="311297"/>
              </a:xfrm>
              <a:prstGeom prst="rect">
                <a:avLst/>
              </a:prstGeom>
              <a:noFill/>
            </p:spPr>
            <p:txBody>
              <a:bodyPr wrap="square" lIns="91440" tIns="45720" rIns="91440" bIns="45720" anchor="ctr">
                <a:noAutofit/>
              </a:bodyPr>
              <a:lstStyle/>
              <a:p>
                <a:r>
                  <a:rPr lang="zh-CN" altLang="en-US" b="1" dirty="0"/>
                  <a:t>本例假设采用</a:t>
                </a:r>
                <a14:m>
                  <m:oMath xmlns:m="http://schemas.openxmlformats.org/officeDocument/2006/math">
                    <m:r>
                      <a:rPr lang="en-US" altLang="zh-CN" b="1" i="1" dirty="0" smtClean="0">
                        <a:latin typeface="Cambria Math" panose="02040503050406030204" pitchFamily="18" charset="0"/>
                      </a:rPr>
                      <m:t>𝟑</m:t>
                    </m:r>
                  </m:oMath>
                </a14:m>
                <a:r>
                  <a:rPr lang="zh-CN" altLang="en-US" b="1" dirty="0"/>
                  <a:t>个比特给分组编序号，则序号范围是</a:t>
                </a:r>
                <a14:m>
                  <m:oMath xmlns:m="http://schemas.openxmlformats.org/officeDocument/2006/math">
                    <m:r>
                      <a:rPr lang="en-US" altLang="zh-CN" b="1" i="0" smtClean="0">
                        <a:latin typeface="Cambria Math" panose="02040503050406030204" pitchFamily="18" charset="0"/>
                        <a:ea typeface="Cambria Math" panose="02040503050406030204" pitchFamily="18" charset="0"/>
                      </a:rPr>
                      <m:t>𝟎</m:t>
                    </m:r>
                    <m:r>
                      <a:rPr lang="en-US" altLang="zh-CN" b="1" i="1" smtClean="0">
                        <a:latin typeface="Cambria Math" panose="02040503050406030204" pitchFamily="18" charset="0"/>
                        <a:ea typeface="Cambria Math" panose="02040503050406030204" pitchFamily="18" charset="0"/>
                      </a:rPr>
                      <m:t>~</m:t>
                    </m:r>
                    <m:sSup>
                      <m:sSupPr>
                        <m:ctrlPr>
                          <a:rPr lang="en-US" altLang="zh-CN" b="1" i="1" smtClean="0">
                            <a:latin typeface="Cambria Math" panose="02040503050406030204" pitchFamily="18" charset="0"/>
                            <a:ea typeface="Cambria Math" panose="02040503050406030204" pitchFamily="18" charset="0"/>
                          </a:rPr>
                        </m:ctrlPr>
                      </m:sSupPr>
                      <m:e>
                        <m:r>
                          <a:rPr lang="en-US" altLang="zh-CN" b="1" i="1" smtClean="0">
                            <a:latin typeface="Cambria Math" panose="02040503050406030204" pitchFamily="18" charset="0"/>
                            <a:ea typeface="Cambria Math" panose="02040503050406030204" pitchFamily="18" charset="0"/>
                          </a:rPr>
                          <m:t>(</m:t>
                        </m:r>
                        <m:r>
                          <a:rPr lang="en-US" altLang="zh-CN" b="1" i="1" smtClean="0">
                            <a:latin typeface="Cambria Math" panose="02040503050406030204" pitchFamily="18" charset="0"/>
                            <a:ea typeface="Cambria Math" panose="02040503050406030204" pitchFamily="18" charset="0"/>
                          </a:rPr>
                          <m:t>𝟐</m:t>
                        </m:r>
                      </m:e>
                      <m:sup>
                        <m:r>
                          <a:rPr lang="en-US" altLang="zh-CN" b="1" i="1" smtClean="0">
                            <a:latin typeface="Cambria Math" panose="02040503050406030204" pitchFamily="18" charset="0"/>
                            <a:ea typeface="Cambria Math" panose="02040503050406030204" pitchFamily="18" charset="0"/>
                          </a:rPr>
                          <m:t>𝟑</m:t>
                        </m:r>
                      </m:sup>
                    </m:sSup>
                    <m:r>
                      <a:rPr lang="en-US" altLang="zh-CN" b="1" i="1" smtClean="0">
                        <a:latin typeface="Cambria Math" panose="02040503050406030204" pitchFamily="18" charset="0"/>
                        <a:ea typeface="Cambria Math" panose="02040503050406030204" pitchFamily="18" charset="0"/>
                      </a:rPr>
                      <m:t>−</m:t>
                    </m:r>
                    <m:r>
                      <a:rPr lang="en-US" altLang="zh-CN" b="1" i="1" smtClean="0">
                        <a:latin typeface="Cambria Math" panose="02040503050406030204" pitchFamily="18" charset="0"/>
                        <a:ea typeface="Cambria Math" panose="02040503050406030204" pitchFamily="18" charset="0"/>
                      </a:rPr>
                      <m:t>𝟏</m:t>
                    </m:r>
                    <m:r>
                      <a:rPr lang="en-US" altLang="zh-CN" b="1" i="1" smtClean="0">
                        <a:latin typeface="Cambria Math" panose="02040503050406030204" pitchFamily="18" charset="0"/>
                        <a:ea typeface="Cambria Math" panose="02040503050406030204" pitchFamily="18" charset="0"/>
                      </a:rPr>
                      <m:t>)。</m:t>
                    </m:r>
                  </m:oMath>
                </a14:m>
                <a:endParaRPr lang="en-US" altLang="zh-CN" b="1" dirty="0"/>
              </a:p>
            </p:txBody>
          </p:sp>
        </mc:Choice>
        <mc:Fallback xmlns="">
          <p:sp>
            <p:nvSpPr>
              <p:cNvPr id="28" name="íşlïḍè">
                <a:extLst>
                  <a:ext uri="{FF2B5EF4-FFF2-40B4-BE49-F238E27FC236}">
                    <a16:creationId xmlns:a16="http://schemas.microsoft.com/office/drawing/2014/main" id="{8898676C-F981-4D74-B324-A859D1387610}"/>
                  </a:ext>
                </a:extLst>
              </p:cNvPr>
              <p:cNvSpPr txBox="1">
                <a:spLocks noRot="1" noChangeAspect="1" noMove="1" noResize="1" noEditPoints="1" noAdjustHandles="1" noChangeArrowheads="1" noChangeShapeType="1" noTextEdit="1"/>
              </p:cNvSpPr>
              <p:nvPr/>
            </p:nvSpPr>
            <p:spPr>
              <a:xfrm>
                <a:off x="2993250" y="3266194"/>
                <a:ext cx="6657288" cy="311297"/>
              </a:xfrm>
              <a:prstGeom prst="rect">
                <a:avLst/>
              </a:prstGeom>
              <a:blipFill>
                <a:blip r:embed="rId9"/>
                <a:stretch>
                  <a:fillRect l="-733" t="-19608" b="-41176"/>
                </a:stretch>
              </a:blipFill>
            </p:spPr>
            <p:txBody>
              <a:bodyPr/>
              <a:lstStyle/>
              <a:p>
                <a:r>
                  <a:rPr lang="zh-CN" altLang="en-US">
                    <a:noFill/>
                  </a:rPr>
                  <a:t> </a:t>
                </a:r>
              </a:p>
            </p:txBody>
          </p:sp>
        </mc:Fallback>
      </mc:AlternateContent>
      <p:graphicFrame>
        <p:nvGraphicFramePr>
          <p:cNvPr id="29" name="表格 21">
            <a:extLst>
              <a:ext uri="{FF2B5EF4-FFF2-40B4-BE49-F238E27FC236}">
                <a16:creationId xmlns:a16="http://schemas.microsoft.com/office/drawing/2014/main" id="{44D0CDFF-8B53-4BB1-835E-1192E30CC2FA}"/>
              </a:ext>
            </a:extLst>
          </p:cNvPr>
          <p:cNvGraphicFramePr>
            <a:graphicFrameLocks noGrp="1"/>
          </p:cNvGraphicFramePr>
          <p:nvPr/>
        </p:nvGraphicFramePr>
        <p:xfrm>
          <a:off x="2302929" y="5557308"/>
          <a:ext cx="9067800" cy="370840"/>
        </p:xfrm>
        <a:graphic>
          <a:graphicData uri="http://schemas.openxmlformats.org/drawingml/2006/table">
            <a:tbl>
              <a:tblPr firstRow="1" bandRow="1">
                <a:tableStyleId>{5C22544A-7EE6-4342-B048-85BDC9FD1C3A}</a:tableStyleId>
              </a:tblPr>
              <a:tblGrid>
                <a:gridCol w="755650">
                  <a:extLst>
                    <a:ext uri="{9D8B030D-6E8A-4147-A177-3AD203B41FA5}">
                      <a16:colId xmlns:a16="http://schemas.microsoft.com/office/drawing/2014/main" val="877486509"/>
                    </a:ext>
                  </a:extLst>
                </a:gridCol>
                <a:gridCol w="755650">
                  <a:extLst>
                    <a:ext uri="{9D8B030D-6E8A-4147-A177-3AD203B41FA5}">
                      <a16:colId xmlns:a16="http://schemas.microsoft.com/office/drawing/2014/main" val="3548605817"/>
                    </a:ext>
                  </a:extLst>
                </a:gridCol>
                <a:gridCol w="755650">
                  <a:extLst>
                    <a:ext uri="{9D8B030D-6E8A-4147-A177-3AD203B41FA5}">
                      <a16:colId xmlns:a16="http://schemas.microsoft.com/office/drawing/2014/main" val="2881812895"/>
                    </a:ext>
                  </a:extLst>
                </a:gridCol>
                <a:gridCol w="755650">
                  <a:extLst>
                    <a:ext uri="{9D8B030D-6E8A-4147-A177-3AD203B41FA5}">
                      <a16:colId xmlns:a16="http://schemas.microsoft.com/office/drawing/2014/main" val="3682284582"/>
                    </a:ext>
                  </a:extLst>
                </a:gridCol>
                <a:gridCol w="755650">
                  <a:extLst>
                    <a:ext uri="{9D8B030D-6E8A-4147-A177-3AD203B41FA5}">
                      <a16:colId xmlns:a16="http://schemas.microsoft.com/office/drawing/2014/main" val="500127722"/>
                    </a:ext>
                  </a:extLst>
                </a:gridCol>
                <a:gridCol w="755650">
                  <a:extLst>
                    <a:ext uri="{9D8B030D-6E8A-4147-A177-3AD203B41FA5}">
                      <a16:colId xmlns:a16="http://schemas.microsoft.com/office/drawing/2014/main" val="2946259618"/>
                    </a:ext>
                  </a:extLst>
                </a:gridCol>
                <a:gridCol w="755650">
                  <a:extLst>
                    <a:ext uri="{9D8B030D-6E8A-4147-A177-3AD203B41FA5}">
                      <a16:colId xmlns:a16="http://schemas.microsoft.com/office/drawing/2014/main" val="171501986"/>
                    </a:ext>
                  </a:extLst>
                </a:gridCol>
                <a:gridCol w="755650">
                  <a:extLst>
                    <a:ext uri="{9D8B030D-6E8A-4147-A177-3AD203B41FA5}">
                      <a16:colId xmlns:a16="http://schemas.microsoft.com/office/drawing/2014/main" val="1667185265"/>
                    </a:ext>
                  </a:extLst>
                </a:gridCol>
                <a:gridCol w="755650">
                  <a:extLst>
                    <a:ext uri="{9D8B030D-6E8A-4147-A177-3AD203B41FA5}">
                      <a16:colId xmlns:a16="http://schemas.microsoft.com/office/drawing/2014/main" val="4258211808"/>
                    </a:ext>
                  </a:extLst>
                </a:gridCol>
                <a:gridCol w="755650">
                  <a:extLst>
                    <a:ext uri="{9D8B030D-6E8A-4147-A177-3AD203B41FA5}">
                      <a16:colId xmlns:a16="http://schemas.microsoft.com/office/drawing/2014/main" val="1794200575"/>
                    </a:ext>
                  </a:extLst>
                </a:gridCol>
                <a:gridCol w="755650">
                  <a:extLst>
                    <a:ext uri="{9D8B030D-6E8A-4147-A177-3AD203B41FA5}">
                      <a16:colId xmlns:a16="http://schemas.microsoft.com/office/drawing/2014/main" val="4230716487"/>
                    </a:ext>
                  </a:extLst>
                </a:gridCol>
                <a:gridCol w="755650">
                  <a:extLst>
                    <a:ext uri="{9D8B030D-6E8A-4147-A177-3AD203B41FA5}">
                      <a16:colId xmlns:a16="http://schemas.microsoft.com/office/drawing/2014/main" val="56153739"/>
                    </a:ext>
                  </a:extLst>
                </a:gridCol>
              </a:tblGrid>
              <a:tr h="370840">
                <a:tc>
                  <a:txBody>
                    <a:bodyPr/>
                    <a:lstStyle/>
                    <a:p>
                      <a:pPr algn="ctr"/>
                      <a:r>
                        <a:rPr lang="en-US" altLang="zh-CN" dirty="0">
                          <a:solidFill>
                            <a:schemeClr val="tx1"/>
                          </a:solidFill>
                          <a:latin typeface="Arial Black" panose="020B0A04020102020204" pitchFamily="34" charset="0"/>
                        </a:rPr>
                        <a:t>0</a:t>
                      </a:r>
                      <a:endParaRPr lang="zh-CN" altLang="en-US" dirty="0">
                        <a:solidFill>
                          <a:schemeClr val="tx1"/>
                        </a:solidFill>
                        <a:latin typeface="Arial Black" panose="020B0A04020102020204" pitchFamily="34" charset="0"/>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ctr"/>
                      <a:r>
                        <a:rPr lang="en-US" altLang="zh-CN" dirty="0">
                          <a:solidFill>
                            <a:schemeClr val="tx1"/>
                          </a:solidFill>
                          <a:latin typeface="Arial Black" panose="020B0A04020102020204" pitchFamily="34" charset="0"/>
                        </a:rPr>
                        <a:t>1</a:t>
                      </a:r>
                      <a:endParaRPr lang="zh-CN" altLang="en-US" dirty="0">
                        <a:solidFill>
                          <a:schemeClr val="tx1"/>
                        </a:solidFill>
                        <a:latin typeface="Arial Black" panose="020B0A04020102020204" pitchFamily="34" charset="0"/>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ctr"/>
                      <a:r>
                        <a:rPr lang="en-US" altLang="zh-CN" dirty="0">
                          <a:solidFill>
                            <a:schemeClr val="tx1"/>
                          </a:solidFill>
                          <a:latin typeface="Arial Black" panose="020B0A04020102020204" pitchFamily="34" charset="0"/>
                        </a:rPr>
                        <a:t>2</a:t>
                      </a:r>
                      <a:endParaRPr lang="zh-CN" altLang="en-US" dirty="0">
                        <a:solidFill>
                          <a:schemeClr val="tx1"/>
                        </a:solidFill>
                        <a:latin typeface="Arial Black" panose="020B0A04020102020204" pitchFamily="34" charset="0"/>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ctr"/>
                      <a:r>
                        <a:rPr lang="en-US" altLang="zh-CN" dirty="0">
                          <a:solidFill>
                            <a:schemeClr val="tx1"/>
                          </a:solidFill>
                          <a:latin typeface="Arial Black" panose="020B0A04020102020204" pitchFamily="34" charset="0"/>
                        </a:rPr>
                        <a:t>3</a:t>
                      </a:r>
                      <a:endParaRPr lang="zh-CN" altLang="en-US" dirty="0">
                        <a:solidFill>
                          <a:schemeClr val="tx1"/>
                        </a:solidFill>
                        <a:latin typeface="Arial Black" panose="020B0A04020102020204" pitchFamily="34" charset="0"/>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ctr"/>
                      <a:r>
                        <a:rPr lang="en-US" altLang="zh-CN" dirty="0">
                          <a:solidFill>
                            <a:schemeClr val="tx1"/>
                          </a:solidFill>
                          <a:latin typeface="Arial Black" panose="020B0A04020102020204" pitchFamily="34" charset="0"/>
                        </a:rPr>
                        <a:t>4</a:t>
                      </a:r>
                      <a:endParaRPr lang="zh-CN" altLang="en-US" dirty="0">
                        <a:solidFill>
                          <a:schemeClr val="tx1"/>
                        </a:solidFill>
                        <a:latin typeface="Arial Black" panose="020B0A04020102020204" pitchFamily="34" charset="0"/>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ctr"/>
                      <a:r>
                        <a:rPr lang="en-US" altLang="zh-CN" dirty="0">
                          <a:solidFill>
                            <a:schemeClr val="tx1"/>
                          </a:solidFill>
                          <a:latin typeface="Arial Black" panose="020B0A04020102020204" pitchFamily="34" charset="0"/>
                        </a:rPr>
                        <a:t>5</a:t>
                      </a:r>
                      <a:endParaRPr lang="zh-CN" altLang="en-US" dirty="0">
                        <a:solidFill>
                          <a:schemeClr val="tx1"/>
                        </a:solidFill>
                        <a:latin typeface="Arial Black" panose="020B0A04020102020204" pitchFamily="34" charset="0"/>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ctr"/>
                      <a:r>
                        <a:rPr lang="en-US" altLang="zh-CN" dirty="0">
                          <a:solidFill>
                            <a:schemeClr val="tx1"/>
                          </a:solidFill>
                          <a:latin typeface="Arial Black" panose="020B0A04020102020204" pitchFamily="34" charset="0"/>
                        </a:rPr>
                        <a:t>6</a:t>
                      </a:r>
                      <a:endParaRPr lang="zh-CN" altLang="en-US" dirty="0">
                        <a:solidFill>
                          <a:schemeClr val="tx1"/>
                        </a:solidFill>
                        <a:latin typeface="Arial Black" panose="020B0A04020102020204" pitchFamily="34" charset="0"/>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ctr"/>
                      <a:r>
                        <a:rPr lang="en-US" altLang="zh-CN" dirty="0">
                          <a:solidFill>
                            <a:schemeClr val="tx1"/>
                          </a:solidFill>
                          <a:latin typeface="Arial Black" panose="020B0A04020102020204" pitchFamily="34" charset="0"/>
                        </a:rPr>
                        <a:t>7</a:t>
                      </a:r>
                      <a:endParaRPr lang="zh-CN" altLang="en-US" dirty="0">
                        <a:solidFill>
                          <a:schemeClr val="tx1"/>
                        </a:solidFill>
                        <a:latin typeface="Arial Black" panose="020B0A04020102020204" pitchFamily="34" charset="0"/>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ctr"/>
                      <a:r>
                        <a:rPr lang="en-US" altLang="zh-CN" dirty="0">
                          <a:solidFill>
                            <a:schemeClr val="tx1"/>
                          </a:solidFill>
                          <a:latin typeface="Arial Black" panose="020B0A04020102020204" pitchFamily="34" charset="0"/>
                        </a:rPr>
                        <a:t>0</a:t>
                      </a:r>
                      <a:endParaRPr lang="zh-CN" altLang="en-US" dirty="0">
                        <a:solidFill>
                          <a:schemeClr val="tx1"/>
                        </a:solidFill>
                        <a:latin typeface="Arial Black" panose="020B0A04020102020204" pitchFamily="34" charset="0"/>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ctr"/>
                      <a:r>
                        <a:rPr lang="en-US" altLang="zh-CN" dirty="0">
                          <a:solidFill>
                            <a:schemeClr val="tx1"/>
                          </a:solidFill>
                          <a:latin typeface="Arial Black" panose="020B0A04020102020204" pitchFamily="34" charset="0"/>
                        </a:rPr>
                        <a:t>1</a:t>
                      </a:r>
                      <a:endParaRPr lang="zh-CN" altLang="en-US" dirty="0">
                        <a:solidFill>
                          <a:schemeClr val="tx1"/>
                        </a:solidFill>
                        <a:latin typeface="Arial Black" panose="020B0A04020102020204" pitchFamily="34" charset="0"/>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ctr"/>
                      <a:r>
                        <a:rPr lang="en-US" altLang="zh-CN" dirty="0">
                          <a:solidFill>
                            <a:schemeClr val="tx1"/>
                          </a:solidFill>
                          <a:latin typeface="Arial Black" panose="020B0A04020102020204" pitchFamily="34" charset="0"/>
                        </a:rPr>
                        <a:t>2</a:t>
                      </a:r>
                      <a:endParaRPr lang="zh-CN" altLang="en-US" dirty="0">
                        <a:solidFill>
                          <a:schemeClr val="tx1"/>
                        </a:solidFill>
                        <a:latin typeface="Arial Black" panose="020B0A04020102020204" pitchFamily="34" charset="0"/>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ctr"/>
                      <a:r>
                        <a:rPr lang="en-US" altLang="zh-CN" dirty="0">
                          <a:solidFill>
                            <a:schemeClr val="tx1"/>
                          </a:solidFill>
                          <a:latin typeface="Arial Black" panose="020B0A04020102020204" pitchFamily="34" charset="0"/>
                        </a:rPr>
                        <a:t>…</a:t>
                      </a:r>
                      <a:endParaRPr lang="zh-CN" altLang="en-US" dirty="0">
                        <a:solidFill>
                          <a:schemeClr val="tx1"/>
                        </a:solidFill>
                        <a:latin typeface="Arial Black" panose="020B0A04020102020204" pitchFamily="34" charset="0"/>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extLst>
                  <a:ext uri="{0D108BD9-81ED-4DB2-BD59-A6C34878D82A}">
                    <a16:rowId xmlns:a16="http://schemas.microsoft.com/office/drawing/2014/main" val="316235763"/>
                  </a:ext>
                </a:extLst>
              </a:tr>
            </a:tbl>
          </a:graphicData>
        </a:graphic>
      </p:graphicFrame>
      <p:graphicFrame>
        <p:nvGraphicFramePr>
          <p:cNvPr id="30" name="表格 21">
            <a:extLst>
              <a:ext uri="{FF2B5EF4-FFF2-40B4-BE49-F238E27FC236}">
                <a16:creationId xmlns:a16="http://schemas.microsoft.com/office/drawing/2014/main" id="{849D252C-900C-44C3-9C3B-0A66CC10F5E3}"/>
              </a:ext>
            </a:extLst>
          </p:cNvPr>
          <p:cNvGraphicFramePr>
            <a:graphicFrameLocks noGrp="1"/>
          </p:cNvGraphicFramePr>
          <p:nvPr/>
        </p:nvGraphicFramePr>
        <p:xfrm>
          <a:off x="2302929" y="1827576"/>
          <a:ext cx="9067800" cy="370840"/>
        </p:xfrm>
        <a:graphic>
          <a:graphicData uri="http://schemas.openxmlformats.org/drawingml/2006/table">
            <a:tbl>
              <a:tblPr firstRow="1" bandRow="1">
                <a:tableStyleId>{5C22544A-7EE6-4342-B048-85BDC9FD1C3A}</a:tableStyleId>
              </a:tblPr>
              <a:tblGrid>
                <a:gridCol w="755650">
                  <a:extLst>
                    <a:ext uri="{9D8B030D-6E8A-4147-A177-3AD203B41FA5}">
                      <a16:colId xmlns:a16="http://schemas.microsoft.com/office/drawing/2014/main" val="877486509"/>
                    </a:ext>
                  </a:extLst>
                </a:gridCol>
                <a:gridCol w="755650">
                  <a:extLst>
                    <a:ext uri="{9D8B030D-6E8A-4147-A177-3AD203B41FA5}">
                      <a16:colId xmlns:a16="http://schemas.microsoft.com/office/drawing/2014/main" val="3548605817"/>
                    </a:ext>
                  </a:extLst>
                </a:gridCol>
                <a:gridCol w="755650">
                  <a:extLst>
                    <a:ext uri="{9D8B030D-6E8A-4147-A177-3AD203B41FA5}">
                      <a16:colId xmlns:a16="http://schemas.microsoft.com/office/drawing/2014/main" val="2881812895"/>
                    </a:ext>
                  </a:extLst>
                </a:gridCol>
                <a:gridCol w="755650">
                  <a:extLst>
                    <a:ext uri="{9D8B030D-6E8A-4147-A177-3AD203B41FA5}">
                      <a16:colId xmlns:a16="http://schemas.microsoft.com/office/drawing/2014/main" val="3682284582"/>
                    </a:ext>
                  </a:extLst>
                </a:gridCol>
                <a:gridCol w="755650">
                  <a:extLst>
                    <a:ext uri="{9D8B030D-6E8A-4147-A177-3AD203B41FA5}">
                      <a16:colId xmlns:a16="http://schemas.microsoft.com/office/drawing/2014/main" val="500127722"/>
                    </a:ext>
                  </a:extLst>
                </a:gridCol>
                <a:gridCol w="755650">
                  <a:extLst>
                    <a:ext uri="{9D8B030D-6E8A-4147-A177-3AD203B41FA5}">
                      <a16:colId xmlns:a16="http://schemas.microsoft.com/office/drawing/2014/main" val="2946259618"/>
                    </a:ext>
                  </a:extLst>
                </a:gridCol>
                <a:gridCol w="755650">
                  <a:extLst>
                    <a:ext uri="{9D8B030D-6E8A-4147-A177-3AD203B41FA5}">
                      <a16:colId xmlns:a16="http://schemas.microsoft.com/office/drawing/2014/main" val="171501986"/>
                    </a:ext>
                  </a:extLst>
                </a:gridCol>
                <a:gridCol w="755650">
                  <a:extLst>
                    <a:ext uri="{9D8B030D-6E8A-4147-A177-3AD203B41FA5}">
                      <a16:colId xmlns:a16="http://schemas.microsoft.com/office/drawing/2014/main" val="1667185265"/>
                    </a:ext>
                  </a:extLst>
                </a:gridCol>
                <a:gridCol w="755650">
                  <a:extLst>
                    <a:ext uri="{9D8B030D-6E8A-4147-A177-3AD203B41FA5}">
                      <a16:colId xmlns:a16="http://schemas.microsoft.com/office/drawing/2014/main" val="4258211808"/>
                    </a:ext>
                  </a:extLst>
                </a:gridCol>
                <a:gridCol w="755650">
                  <a:extLst>
                    <a:ext uri="{9D8B030D-6E8A-4147-A177-3AD203B41FA5}">
                      <a16:colId xmlns:a16="http://schemas.microsoft.com/office/drawing/2014/main" val="1794200575"/>
                    </a:ext>
                  </a:extLst>
                </a:gridCol>
                <a:gridCol w="755650">
                  <a:extLst>
                    <a:ext uri="{9D8B030D-6E8A-4147-A177-3AD203B41FA5}">
                      <a16:colId xmlns:a16="http://schemas.microsoft.com/office/drawing/2014/main" val="4230716487"/>
                    </a:ext>
                  </a:extLst>
                </a:gridCol>
                <a:gridCol w="755650">
                  <a:extLst>
                    <a:ext uri="{9D8B030D-6E8A-4147-A177-3AD203B41FA5}">
                      <a16:colId xmlns:a16="http://schemas.microsoft.com/office/drawing/2014/main" val="56153739"/>
                    </a:ext>
                  </a:extLst>
                </a:gridCol>
              </a:tblGrid>
              <a:tr h="370840">
                <a:tc>
                  <a:txBody>
                    <a:bodyPr/>
                    <a:lstStyle/>
                    <a:p>
                      <a:pPr algn="ctr"/>
                      <a:r>
                        <a:rPr lang="en-US" altLang="zh-CN" dirty="0">
                          <a:solidFill>
                            <a:schemeClr val="tx1"/>
                          </a:solidFill>
                          <a:latin typeface="Arial Black" panose="020B0A04020102020204" pitchFamily="34" charset="0"/>
                        </a:rPr>
                        <a:t>0</a:t>
                      </a:r>
                      <a:endParaRPr lang="zh-CN" altLang="en-US" dirty="0">
                        <a:solidFill>
                          <a:schemeClr val="tx1"/>
                        </a:solidFill>
                        <a:latin typeface="Arial Black" panose="020B0A04020102020204" pitchFamily="34" charset="0"/>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ctr"/>
                      <a:r>
                        <a:rPr lang="en-US" altLang="zh-CN" dirty="0">
                          <a:solidFill>
                            <a:schemeClr val="tx1"/>
                          </a:solidFill>
                          <a:latin typeface="Arial Black" panose="020B0A04020102020204" pitchFamily="34" charset="0"/>
                        </a:rPr>
                        <a:t>1</a:t>
                      </a:r>
                      <a:endParaRPr lang="zh-CN" altLang="en-US" dirty="0">
                        <a:solidFill>
                          <a:schemeClr val="tx1"/>
                        </a:solidFill>
                        <a:latin typeface="Arial Black" panose="020B0A04020102020204" pitchFamily="34" charset="0"/>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ctr"/>
                      <a:r>
                        <a:rPr lang="en-US" altLang="zh-CN" dirty="0">
                          <a:solidFill>
                            <a:schemeClr val="tx1"/>
                          </a:solidFill>
                          <a:latin typeface="Arial Black" panose="020B0A04020102020204" pitchFamily="34" charset="0"/>
                        </a:rPr>
                        <a:t>2</a:t>
                      </a:r>
                      <a:endParaRPr lang="zh-CN" altLang="en-US" dirty="0">
                        <a:solidFill>
                          <a:schemeClr val="tx1"/>
                        </a:solidFill>
                        <a:latin typeface="Arial Black" panose="020B0A04020102020204" pitchFamily="34" charset="0"/>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ctr"/>
                      <a:r>
                        <a:rPr lang="en-US" altLang="zh-CN" dirty="0">
                          <a:solidFill>
                            <a:schemeClr val="tx1"/>
                          </a:solidFill>
                          <a:latin typeface="Arial Black" panose="020B0A04020102020204" pitchFamily="34" charset="0"/>
                        </a:rPr>
                        <a:t>3</a:t>
                      </a:r>
                      <a:endParaRPr lang="zh-CN" altLang="en-US" dirty="0">
                        <a:solidFill>
                          <a:schemeClr val="tx1"/>
                        </a:solidFill>
                        <a:latin typeface="Arial Black" panose="020B0A04020102020204" pitchFamily="34" charset="0"/>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ctr"/>
                      <a:r>
                        <a:rPr lang="en-US" altLang="zh-CN" dirty="0">
                          <a:solidFill>
                            <a:schemeClr val="tx1"/>
                          </a:solidFill>
                          <a:latin typeface="Arial Black" panose="020B0A04020102020204" pitchFamily="34" charset="0"/>
                        </a:rPr>
                        <a:t>4</a:t>
                      </a:r>
                      <a:endParaRPr lang="zh-CN" altLang="en-US" dirty="0">
                        <a:solidFill>
                          <a:schemeClr val="tx1"/>
                        </a:solidFill>
                        <a:latin typeface="Arial Black" panose="020B0A04020102020204" pitchFamily="34" charset="0"/>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ctr"/>
                      <a:r>
                        <a:rPr lang="en-US" altLang="zh-CN" dirty="0">
                          <a:solidFill>
                            <a:schemeClr val="tx1"/>
                          </a:solidFill>
                          <a:latin typeface="Arial Black" panose="020B0A04020102020204" pitchFamily="34" charset="0"/>
                        </a:rPr>
                        <a:t>5</a:t>
                      </a:r>
                      <a:endParaRPr lang="zh-CN" altLang="en-US" dirty="0">
                        <a:solidFill>
                          <a:schemeClr val="tx1"/>
                        </a:solidFill>
                        <a:latin typeface="Arial Black" panose="020B0A04020102020204" pitchFamily="34" charset="0"/>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ctr"/>
                      <a:r>
                        <a:rPr lang="en-US" altLang="zh-CN" dirty="0">
                          <a:solidFill>
                            <a:schemeClr val="tx1"/>
                          </a:solidFill>
                          <a:latin typeface="Arial Black" panose="020B0A04020102020204" pitchFamily="34" charset="0"/>
                        </a:rPr>
                        <a:t>6</a:t>
                      </a:r>
                      <a:endParaRPr lang="zh-CN" altLang="en-US" dirty="0">
                        <a:solidFill>
                          <a:schemeClr val="tx1"/>
                        </a:solidFill>
                        <a:latin typeface="Arial Black" panose="020B0A04020102020204" pitchFamily="34" charset="0"/>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ctr"/>
                      <a:r>
                        <a:rPr lang="en-US" altLang="zh-CN" dirty="0">
                          <a:solidFill>
                            <a:schemeClr val="tx1"/>
                          </a:solidFill>
                          <a:latin typeface="Arial Black" panose="020B0A04020102020204" pitchFamily="34" charset="0"/>
                        </a:rPr>
                        <a:t>7</a:t>
                      </a:r>
                      <a:endParaRPr lang="zh-CN" altLang="en-US" dirty="0">
                        <a:solidFill>
                          <a:schemeClr val="tx1"/>
                        </a:solidFill>
                        <a:latin typeface="Arial Black" panose="020B0A04020102020204" pitchFamily="34" charset="0"/>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ctr"/>
                      <a:r>
                        <a:rPr lang="en-US" altLang="zh-CN" dirty="0">
                          <a:solidFill>
                            <a:schemeClr val="tx1"/>
                          </a:solidFill>
                          <a:latin typeface="Arial Black" panose="020B0A04020102020204" pitchFamily="34" charset="0"/>
                        </a:rPr>
                        <a:t>0</a:t>
                      </a:r>
                      <a:endParaRPr lang="zh-CN" altLang="en-US" dirty="0">
                        <a:solidFill>
                          <a:schemeClr val="tx1"/>
                        </a:solidFill>
                        <a:latin typeface="Arial Black" panose="020B0A04020102020204" pitchFamily="34" charset="0"/>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ctr"/>
                      <a:r>
                        <a:rPr lang="en-US" altLang="zh-CN" dirty="0">
                          <a:solidFill>
                            <a:schemeClr val="tx1"/>
                          </a:solidFill>
                          <a:latin typeface="Arial Black" panose="020B0A04020102020204" pitchFamily="34" charset="0"/>
                        </a:rPr>
                        <a:t>1</a:t>
                      </a:r>
                      <a:endParaRPr lang="zh-CN" altLang="en-US" dirty="0">
                        <a:solidFill>
                          <a:schemeClr val="tx1"/>
                        </a:solidFill>
                        <a:latin typeface="Arial Black" panose="020B0A04020102020204" pitchFamily="34" charset="0"/>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ctr"/>
                      <a:r>
                        <a:rPr lang="en-US" altLang="zh-CN" dirty="0">
                          <a:solidFill>
                            <a:schemeClr val="tx1"/>
                          </a:solidFill>
                          <a:latin typeface="Arial Black" panose="020B0A04020102020204" pitchFamily="34" charset="0"/>
                        </a:rPr>
                        <a:t>2</a:t>
                      </a:r>
                      <a:endParaRPr lang="zh-CN" altLang="en-US" dirty="0">
                        <a:solidFill>
                          <a:schemeClr val="tx1"/>
                        </a:solidFill>
                        <a:latin typeface="Arial Black" panose="020B0A04020102020204" pitchFamily="34" charset="0"/>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ctr"/>
                      <a:r>
                        <a:rPr lang="en-US" altLang="zh-CN" dirty="0">
                          <a:solidFill>
                            <a:schemeClr val="tx1"/>
                          </a:solidFill>
                          <a:latin typeface="Arial Black" panose="020B0A04020102020204" pitchFamily="34" charset="0"/>
                        </a:rPr>
                        <a:t>…</a:t>
                      </a:r>
                      <a:endParaRPr lang="zh-CN" altLang="en-US" dirty="0">
                        <a:solidFill>
                          <a:schemeClr val="tx1"/>
                        </a:solidFill>
                        <a:latin typeface="Arial Black" panose="020B0A04020102020204" pitchFamily="34" charset="0"/>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extLst>
                  <a:ext uri="{0D108BD9-81ED-4DB2-BD59-A6C34878D82A}">
                    <a16:rowId xmlns:a16="http://schemas.microsoft.com/office/drawing/2014/main" val="316235763"/>
                  </a:ext>
                </a:extLst>
              </a:tr>
            </a:tbl>
          </a:graphicData>
        </a:graphic>
      </p:graphicFrame>
      <mc:AlternateContent xmlns:mc="http://schemas.openxmlformats.org/markup-compatibility/2006" xmlns:a14="http://schemas.microsoft.com/office/drawing/2010/main">
        <mc:Choice Requires="a14">
          <p:sp>
            <p:nvSpPr>
              <p:cNvPr id="31" name="íşlïḍè">
                <a:extLst>
                  <a:ext uri="{FF2B5EF4-FFF2-40B4-BE49-F238E27FC236}">
                    <a16:creationId xmlns:a16="http://schemas.microsoft.com/office/drawing/2014/main" id="{534EE850-C207-4BCA-A31E-771A47DA9033}"/>
                  </a:ext>
                </a:extLst>
              </p:cNvPr>
              <p:cNvSpPr txBox="1"/>
              <p:nvPr/>
            </p:nvSpPr>
            <p:spPr>
              <a:xfrm>
                <a:off x="2993250" y="3724968"/>
                <a:ext cx="6218660" cy="311297"/>
              </a:xfrm>
              <a:prstGeom prst="rect">
                <a:avLst/>
              </a:prstGeom>
              <a:noFill/>
            </p:spPr>
            <p:txBody>
              <a:bodyPr wrap="square" lIns="91440" tIns="45720" rIns="91440" bIns="45720" anchor="ctr">
                <a:noAutofit/>
              </a:bodyPr>
              <a:lstStyle/>
              <a:p>
                <a:r>
                  <a:rPr lang="zh-CN" altLang="en-US" b="1" dirty="0">
                    <a:solidFill>
                      <a:schemeClr val="accent4"/>
                    </a:solidFill>
                  </a:rPr>
                  <a:t>接收窗口</a:t>
                </a:r>
                <a14:m>
                  <m:oMath xmlns:m="http://schemas.openxmlformats.org/officeDocument/2006/math">
                    <m:sSub>
                      <m:sSubPr>
                        <m:ctrlPr>
                          <a:rPr lang="en-US" altLang="zh-CN" b="1" i="1" smtClean="0">
                            <a:solidFill>
                              <a:schemeClr val="accent4"/>
                            </a:solidFill>
                            <a:latin typeface="Cambria Math" panose="02040503050406030204" pitchFamily="18" charset="0"/>
                          </a:rPr>
                        </m:ctrlPr>
                      </m:sSubPr>
                      <m:e>
                        <m:r>
                          <a:rPr lang="en-US" altLang="zh-CN" b="1" i="1" smtClean="0">
                            <a:solidFill>
                              <a:schemeClr val="accent4"/>
                            </a:solidFill>
                            <a:latin typeface="Cambria Math" panose="02040503050406030204" pitchFamily="18" charset="0"/>
                          </a:rPr>
                          <m:t>𝑾</m:t>
                        </m:r>
                      </m:e>
                      <m:sub>
                        <m:r>
                          <a:rPr lang="en-US" altLang="zh-CN" b="1" i="1" smtClean="0">
                            <a:solidFill>
                              <a:schemeClr val="accent4"/>
                            </a:solidFill>
                            <a:latin typeface="Cambria Math" panose="02040503050406030204" pitchFamily="18" charset="0"/>
                          </a:rPr>
                          <m:t>𝑹</m:t>
                        </m:r>
                      </m:sub>
                    </m:sSub>
                  </m:oMath>
                </a14:m>
                <a:r>
                  <a:rPr lang="zh-CN" altLang="en-US" b="1" dirty="0"/>
                  <a:t>取最大值</a:t>
                </a:r>
                <a14:m>
                  <m:oMath xmlns:m="http://schemas.openxmlformats.org/officeDocument/2006/math">
                    <m:sSup>
                      <m:sSupPr>
                        <m:ctrlPr>
                          <a:rPr lang="en-US" altLang="zh-CN" b="1" i="1" smtClean="0">
                            <a:latin typeface="Cambria Math" panose="02040503050406030204" pitchFamily="18" charset="0"/>
                          </a:rPr>
                        </m:ctrlPr>
                      </m:sSupPr>
                      <m:e>
                        <m:r>
                          <a:rPr lang="en-US" altLang="zh-CN" b="1" i="1" smtClean="0">
                            <a:latin typeface="Cambria Math" panose="02040503050406030204" pitchFamily="18" charset="0"/>
                          </a:rPr>
                          <m:t>𝟐</m:t>
                        </m:r>
                      </m:e>
                      <m:sup>
                        <m:r>
                          <a:rPr lang="en-US" altLang="zh-CN" b="1" i="1" smtClean="0">
                            <a:latin typeface="Cambria Math" panose="02040503050406030204" pitchFamily="18" charset="0"/>
                          </a:rPr>
                          <m:t>(</m:t>
                        </m:r>
                        <m:r>
                          <a:rPr lang="en-US" altLang="zh-CN" b="1" i="1" smtClean="0">
                            <a:latin typeface="Cambria Math" panose="02040503050406030204" pitchFamily="18" charset="0"/>
                          </a:rPr>
                          <m:t>𝟑</m:t>
                        </m:r>
                        <m:r>
                          <a:rPr lang="en-US" altLang="zh-CN" b="1" i="1" smtClean="0">
                            <a:latin typeface="Cambria Math" panose="02040503050406030204" pitchFamily="18" charset="0"/>
                          </a:rPr>
                          <m:t>−</m:t>
                        </m:r>
                        <m:r>
                          <a:rPr lang="en-US" altLang="zh-CN" b="1" i="1" smtClean="0">
                            <a:latin typeface="Cambria Math" panose="02040503050406030204" pitchFamily="18" charset="0"/>
                          </a:rPr>
                          <m:t>𝟏</m:t>
                        </m:r>
                        <m:r>
                          <a:rPr lang="en-US" altLang="zh-CN" b="1" i="1" smtClean="0">
                            <a:latin typeface="Cambria Math" panose="02040503050406030204" pitchFamily="18" charset="0"/>
                          </a:rPr>
                          <m:t>)</m:t>
                        </m:r>
                      </m:sup>
                    </m:sSup>
                  </m:oMath>
                </a14:m>
                <a:r>
                  <a:rPr lang="zh-CN" altLang="en-US" b="1" dirty="0"/>
                  <a:t>，即</a:t>
                </a:r>
                <a14:m>
                  <m:oMath xmlns:m="http://schemas.openxmlformats.org/officeDocument/2006/math">
                    <m:sSub>
                      <m:sSubPr>
                        <m:ctrlPr>
                          <a:rPr lang="en-US" altLang="zh-CN" b="1" i="1" smtClean="0">
                            <a:latin typeface="Cambria Math" panose="02040503050406030204" pitchFamily="18" charset="0"/>
                          </a:rPr>
                        </m:ctrlPr>
                      </m:sSubPr>
                      <m:e>
                        <m:r>
                          <a:rPr lang="en-US" altLang="zh-CN" b="1" i="1" smtClean="0">
                            <a:latin typeface="Cambria Math" panose="02040503050406030204" pitchFamily="18" charset="0"/>
                          </a:rPr>
                          <m:t>𝑾</m:t>
                        </m:r>
                      </m:e>
                      <m:sub>
                        <m:r>
                          <a:rPr lang="en-US" altLang="zh-CN" b="1" i="1" smtClean="0">
                            <a:latin typeface="Cambria Math" panose="02040503050406030204" pitchFamily="18" charset="0"/>
                          </a:rPr>
                          <m:t>𝑹</m:t>
                        </m:r>
                      </m:sub>
                    </m:sSub>
                    <m:r>
                      <a:rPr lang="en-US" altLang="zh-CN" b="1" i="1" smtClean="0">
                        <a:latin typeface="Cambria Math" panose="02040503050406030204" pitchFamily="18" charset="0"/>
                      </a:rPr>
                      <m:t>=</m:t>
                    </m:r>
                    <m:r>
                      <a:rPr lang="en-US" altLang="zh-CN" b="1" i="1" smtClean="0">
                        <a:latin typeface="Cambria Math" panose="02040503050406030204" pitchFamily="18" charset="0"/>
                      </a:rPr>
                      <m:t>𝟒</m:t>
                    </m:r>
                    <m:r>
                      <a:rPr lang="zh-CN" altLang="en-US" b="1" i="1">
                        <a:latin typeface="Cambria Math" panose="02040503050406030204" pitchFamily="18" charset="0"/>
                      </a:rPr>
                      <m:t>。</m:t>
                    </m:r>
                  </m:oMath>
                </a14:m>
                <a:endParaRPr lang="en-US" altLang="zh-CN" b="1" dirty="0"/>
              </a:p>
            </p:txBody>
          </p:sp>
        </mc:Choice>
        <mc:Fallback xmlns="">
          <p:sp>
            <p:nvSpPr>
              <p:cNvPr id="31" name="íşlïḍè">
                <a:extLst>
                  <a:ext uri="{FF2B5EF4-FFF2-40B4-BE49-F238E27FC236}">
                    <a16:creationId xmlns:a16="http://schemas.microsoft.com/office/drawing/2014/main" id="{534EE850-C207-4BCA-A31E-771A47DA9033}"/>
                  </a:ext>
                </a:extLst>
              </p:cNvPr>
              <p:cNvSpPr txBox="1">
                <a:spLocks noRot="1" noChangeAspect="1" noMove="1" noResize="1" noEditPoints="1" noAdjustHandles="1" noChangeArrowheads="1" noChangeShapeType="1" noTextEdit="1"/>
              </p:cNvSpPr>
              <p:nvPr/>
            </p:nvSpPr>
            <p:spPr>
              <a:xfrm>
                <a:off x="2993250" y="3724968"/>
                <a:ext cx="6218660" cy="311297"/>
              </a:xfrm>
              <a:prstGeom prst="rect">
                <a:avLst/>
              </a:prstGeom>
              <a:blipFill>
                <a:blip r:embed="rId10"/>
                <a:stretch>
                  <a:fillRect l="-784" t="-17647" b="-43137"/>
                </a:stretch>
              </a:blipFill>
            </p:spPr>
            <p:txBody>
              <a:bodyPr/>
              <a:lstStyle/>
              <a:p>
                <a:r>
                  <a:rPr lang="zh-CN" altLang="en-US">
                    <a:noFill/>
                  </a:rPr>
                  <a:t> </a:t>
                </a:r>
              </a:p>
            </p:txBody>
          </p:sp>
        </mc:Fallback>
      </mc:AlternateContent>
      <mc:AlternateContent xmlns:mc="http://schemas.openxmlformats.org/markup-compatibility/2006" xmlns:a14="http://schemas.microsoft.com/office/drawing/2010/main">
        <mc:Choice Requires="a14">
          <p:sp>
            <p:nvSpPr>
              <p:cNvPr id="32" name="íşlïḍè">
                <a:extLst>
                  <a:ext uri="{FF2B5EF4-FFF2-40B4-BE49-F238E27FC236}">
                    <a16:creationId xmlns:a16="http://schemas.microsoft.com/office/drawing/2014/main" id="{FBFA56FC-F0C2-4492-AE42-88A025F625E8}"/>
                  </a:ext>
                </a:extLst>
              </p:cNvPr>
              <p:cNvSpPr txBox="1"/>
              <p:nvPr/>
            </p:nvSpPr>
            <p:spPr>
              <a:xfrm>
                <a:off x="2993250" y="4183741"/>
                <a:ext cx="6218660" cy="311297"/>
              </a:xfrm>
              <a:prstGeom prst="rect">
                <a:avLst/>
              </a:prstGeom>
              <a:noFill/>
            </p:spPr>
            <p:txBody>
              <a:bodyPr wrap="square" lIns="91440" tIns="45720" rIns="91440" bIns="45720" anchor="ctr">
                <a:noAutofit/>
              </a:bodyPr>
              <a:lstStyle/>
              <a:p>
                <a:r>
                  <a:rPr lang="zh-CN" altLang="en-US" b="1" dirty="0">
                    <a:solidFill>
                      <a:schemeClr val="accent3"/>
                    </a:solidFill>
                  </a:rPr>
                  <a:t>发送窗口</a:t>
                </a:r>
                <a14:m>
                  <m:oMath xmlns:m="http://schemas.openxmlformats.org/officeDocument/2006/math">
                    <m:sSub>
                      <m:sSubPr>
                        <m:ctrlPr>
                          <a:rPr lang="en-US" altLang="zh-CN" b="1" i="1" smtClean="0">
                            <a:solidFill>
                              <a:schemeClr val="accent3"/>
                            </a:solidFill>
                            <a:latin typeface="Cambria Math" panose="02040503050406030204" pitchFamily="18" charset="0"/>
                          </a:rPr>
                        </m:ctrlPr>
                      </m:sSubPr>
                      <m:e>
                        <m:r>
                          <a:rPr lang="en-US" altLang="zh-CN" b="1" i="1" smtClean="0">
                            <a:solidFill>
                              <a:schemeClr val="accent3"/>
                            </a:solidFill>
                            <a:latin typeface="Cambria Math" panose="02040503050406030204" pitchFamily="18" charset="0"/>
                          </a:rPr>
                          <m:t>𝑾</m:t>
                        </m:r>
                      </m:e>
                      <m:sub>
                        <m:r>
                          <a:rPr lang="en-US" altLang="zh-CN" b="1" i="1" smtClean="0">
                            <a:solidFill>
                              <a:schemeClr val="accent3"/>
                            </a:solidFill>
                            <a:latin typeface="Cambria Math" panose="02040503050406030204" pitchFamily="18" charset="0"/>
                          </a:rPr>
                          <m:t>𝑻</m:t>
                        </m:r>
                      </m:sub>
                    </m:sSub>
                  </m:oMath>
                </a14:m>
                <a:r>
                  <a:rPr lang="zh-CN" altLang="en-US" b="1" dirty="0"/>
                  <a:t>能取到的最大值也为</a:t>
                </a:r>
                <a14:m>
                  <m:oMath xmlns:m="http://schemas.openxmlformats.org/officeDocument/2006/math">
                    <m:sSup>
                      <m:sSupPr>
                        <m:ctrlPr>
                          <a:rPr lang="en-US" altLang="zh-CN" b="1" i="1" smtClean="0">
                            <a:latin typeface="Cambria Math" panose="02040503050406030204" pitchFamily="18" charset="0"/>
                          </a:rPr>
                        </m:ctrlPr>
                      </m:sSupPr>
                      <m:e>
                        <m:r>
                          <a:rPr lang="en-US" altLang="zh-CN" b="1" i="1" smtClean="0">
                            <a:latin typeface="Cambria Math" panose="02040503050406030204" pitchFamily="18" charset="0"/>
                          </a:rPr>
                          <m:t>𝟐</m:t>
                        </m:r>
                      </m:e>
                      <m:sup>
                        <m:r>
                          <a:rPr lang="en-US" altLang="zh-CN" b="1" i="1" smtClean="0">
                            <a:latin typeface="Cambria Math" panose="02040503050406030204" pitchFamily="18" charset="0"/>
                          </a:rPr>
                          <m:t>(</m:t>
                        </m:r>
                        <m:r>
                          <a:rPr lang="en-US" altLang="zh-CN" b="1" i="1" smtClean="0">
                            <a:latin typeface="Cambria Math" panose="02040503050406030204" pitchFamily="18" charset="0"/>
                          </a:rPr>
                          <m:t>𝟑</m:t>
                        </m:r>
                        <m:r>
                          <a:rPr lang="en-US" altLang="zh-CN" b="1" i="1" smtClean="0">
                            <a:latin typeface="Cambria Math" panose="02040503050406030204" pitchFamily="18" charset="0"/>
                          </a:rPr>
                          <m:t>−</m:t>
                        </m:r>
                        <m:r>
                          <a:rPr lang="en-US" altLang="zh-CN" b="1" i="1" smtClean="0">
                            <a:latin typeface="Cambria Math" panose="02040503050406030204" pitchFamily="18" charset="0"/>
                          </a:rPr>
                          <m:t>𝟏</m:t>
                        </m:r>
                        <m:r>
                          <a:rPr lang="en-US" altLang="zh-CN" b="1" i="1" smtClean="0">
                            <a:latin typeface="Cambria Math" panose="02040503050406030204" pitchFamily="18" charset="0"/>
                          </a:rPr>
                          <m:t>)</m:t>
                        </m:r>
                      </m:sup>
                    </m:sSup>
                  </m:oMath>
                </a14:m>
                <a:r>
                  <a:rPr lang="zh-CN" altLang="en-US" b="1" dirty="0"/>
                  <a:t>，即</a:t>
                </a:r>
                <a14:m>
                  <m:oMath xmlns:m="http://schemas.openxmlformats.org/officeDocument/2006/math">
                    <m:sSub>
                      <m:sSubPr>
                        <m:ctrlPr>
                          <a:rPr lang="en-US" altLang="zh-CN" b="1" i="1" smtClean="0">
                            <a:latin typeface="Cambria Math" panose="02040503050406030204" pitchFamily="18" charset="0"/>
                          </a:rPr>
                        </m:ctrlPr>
                      </m:sSubPr>
                      <m:e>
                        <m:r>
                          <a:rPr lang="en-US" altLang="zh-CN" b="1" i="1" smtClean="0">
                            <a:latin typeface="Cambria Math" panose="02040503050406030204" pitchFamily="18" charset="0"/>
                          </a:rPr>
                          <m:t>𝑾</m:t>
                        </m:r>
                      </m:e>
                      <m:sub>
                        <m:r>
                          <a:rPr lang="en-US" altLang="zh-CN" b="1" i="1" smtClean="0">
                            <a:latin typeface="Cambria Math" panose="02040503050406030204" pitchFamily="18" charset="0"/>
                          </a:rPr>
                          <m:t>𝑻</m:t>
                        </m:r>
                      </m:sub>
                    </m:sSub>
                    <m:r>
                      <a:rPr lang="en-US" altLang="zh-CN" b="1" i="1" smtClean="0">
                        <a:latin typeface="Cambria Math" panose="02040503050406030204" pitchFamily="18" charset="0"/>
                      </a:rPr>
                      <m:t>=</m:t>
                    </m:r>
                    <m:r>
                      <a:rPr lang="en-US" altLang="zh-CN" b="1" i="1" smtClean="0">
                        <a:latin typeface="Cambria Math" panose="02040503050406030204" pitchFamily="18" charset="0"/>
                      </a:rPr>
                      <m:t>𝟒</m:t>
                    </m:r>
                    <m:r>
                      <a:rPr lang="zh-CN" altLang="en-US" b="1" i="1">
                        <a:latin typeface="Cambria Math" panose="02040503050406030204" pitchFamily="18" charset="0"/>
                      </a:rPr>
                      <m:t>。</m:t>
                    </m:r>
                  </m:oMath>
                </a14:m>
                <a:endParaRPr lang="en-US" altLang="zh-CN" b="1" dirty="0"/>
              </a:p>
            </p:txBody>
          </p:sp>
        </mc:Choice>
        <mc:Fallback xmlns="">
          <p:sp>
            <p:nvSpPr>
              <p:cNvPr id="32" name="íşlïḍè">
                <a:extLst>
                  <a:ext uri="{FF2B5EF4-FFF2-40B4-BE49-F238E27FC236}">
                    <a16:creationId xmlns:a16="http://schemas.microsoft.com/office/drawing/2014/main" id="{FBFA56FC-F0C2-4492-AE42-88A025F625E8}"/>
                  </a:ext>
                </a:extLst>
              </p:cNvPr>
              <p:cNvSpPr txBox="1">
                <a:spLocks noRot="1" noChangeAspect="1" noMove="1" noResize="1" noEditPoints="1" noAdjustHandles="1" noChangeArrowheads="1" noChangeShapeType="1" noTextEdit="1"/>
              </p:cNvSpPr>
              <p:nvPr/>
            </p:nvSpPr>
            <p:spPr>
              <a:xfrm>
                <a:off x="2993250" y="4183741"/>
                <a:ext cx="6218660" cy="311297"/>
              </a:xfrm>
              <a:prstGeom prst="rect">
                <a:avLst/>
              </a:prstGeom>
              <a:blipFill>
                <a:blip r:embed="rId11"/>
                <a:stretch>
                  <a:fillRect l="-784" t="-17647" b="-43137"/>
                </a:stretch>
              </a:blipFill>
            </p:spPr>
            <p:txBody>
              <a:bodyPr/>
              <a:lstStyle/>
              <a:p>
                <a:r>
                  <a:rPr lang="zh-CN" altLang="en-US">
                    <a:noFill/>
                  </a:rPr>
                  <a:t> </a:t>
                </a:r>
              </a:p>
            </p:txBody>
          </p:sp>
        </mc:Fallback>
      </mc:AlternateContent>
      <p:sp>
        <p:nvSpPr>
          <p:cNvPr id="58" name="矩形 57">
            <a:extLst>
              <a:ext uri="{FF2B5EF4-FFF2-40B4-BE49-F238E27FC236}">
                <a16:creationId xmlns:a16="http://schemas.microsoft.com/office/drawing/2014/main" id="{B824E139-38BD-4C94-89BD-7C907264EBAA}"/>
              </a:ext>
            </a:extLst>
          </p:cNvPr>
          <p:cNvSpPr/>
          <p:nvPr/>
        </p:nvSpPr>
        <p:spPr>
          <a:xfrm>
            <a:off x="2300222" y="5553748"/>
            <a:ext cx="3023739" cy="374399"/>
          </a:xfrm>
          <a:prstGeom prst="rect">
            <a:avLst/>
          </a:prstGeom>
          <a:solidFill>
            <a:schemeClr val="accent3">
              <a:alpha val="74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35" name="矩形 34">
            <a:extLst>
              <a:ext uri="{FF2B5EF4-FFF2-40B4-BE49-F238E27FC236}">
                <a16:creationId xmlns:a16="http://schemas.microsoft.com/office/drawing/2014/main" id="{6C9644DF-EA3E-480D-BF5B-8F6A670B2F66}"/>
              </a:ext>
            </a:extLst>
          </p:cNvPr>
          <p:cNvSpPr/>
          <p:nvPr/>
        </p:nvSpPr>
        <p:spPr>
          <a:xfrm>
            <a:off x="3065684" y="1822386"/>
            <a:ext cx="2258278" cy="369332"/>
          </a:xfrm>
          <a:prstGeom prst="rect">
            <a:avLst/>
          </a:prstGeom>
          <a:solidFill>
            <a:schemeClr val="accent4">
              <a:alpha val="74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41" name="checked_153603">
            <a:extLst>
              <a:ext uri="{FF2B5EF4-FFF2-40B4-BE49-F238E27FC236}">
                <a16:creationId xmlns:a16="http://schemas.microsoft.com/office/drawing/2014/main" id="{C2626C1D-9AB5-42EC-8DE8-0AE5E1CE99B1}"/>
              </a:ext>
            </a:extLst>
          </p:cNvPr>
          <p:cNvSpPr/>
          <p:nvPr/>
        </p:nvSpPr>
        <p:spPr>
          <a:xfrm>
            <a:off x="3501803" y="5652776"/>
            <a:ext cx="283266" cy="237538"/>
          </a:xfrm>
          <a:custGeom>
            <a:avLst/>
            <a:gdLst>
              <a:gd name="T0" fmla="*/ 1351 w 4419"/>
              <a:gd name="T1" fmla="*/ 3653 h 3712"/>
              <a:gd name="T2" fmla="*/ 1493 w 4419"/>
              <a:gd name="T3" fmla="*/ 3712 h 3712"/>
              <a:gd name="T4" fmla="*/ 1634 w 4419"/>
              <a:gd name="T5" fmla="*/ 3653 h 3712"/>
              <a:gd name="T6" fmla="*/ 4361 w 4419"/>
              <a:gd name="T7" fmla="*/ 927 h 3712"/>
              <a:gd name="T8" fmla="*/ 4419 w 4419"/>
              <a:gd name="T9" fmla="*/ 785 h 3712"/>
              <a:gd name="T10" fmla="*/ 4361 w 4419"/>
              <a:gd name="T11" fmla="*/ 644 h 3712"/>
              <a:gd name="T12" fmla="*/ 3795 w 4419"/>
              <a:gd name="T13" fmla="*/ 78 h 3712"/>
              <a:gd name="T14" fmla="*/ 3512 w 4419"/>
              <a:gd name="T15" fmla="*/ 78 h 3712"/>
              <a:gd name="T16" fmla="*/ 1493 w 4419"/>
              <a:gd name="T17" fmla="*/ 2098 h 3712"/>
              <a:gd name="T18" fmla="*/ 927 w 4419"/>
              <a:gd name="T19" fmla="*/ 1532 h 3712"/>
              <a:gd name="T20" fmla="*/ 786 w 4419"/>
              <a:gd name="T21" fmla="*/ 1473 h 3712"/>
              <a:gd name="T22" fmla="*/ 644 w 4419"/>
              <a:gd name="T23" fmla="*/ 1532 h 3712"/>
              <a:gd name="T24" fmla="*/ 79 w 4419"/>
              <a:gd name="T25" fmla="*/ 2098 h 3712"/>
              <a:gd name="T26" fmla="*/ 79 w 4419"/>
              <a:gd name="T27" fmla="*/ 2380 h 3712"/>
              <a:gd name="T28" fmla="*/ 1351 w 4419"/>
              <a:gd name="T29" fmla="*/ 3653 h 37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4419" h="3712">
                <a:moveTo>
                  <a:pt x="1351" y="3653"/>
                </a:moveTo>
                <a:cubicBezTo>
                  <a:pt x="1389" y="3691"/>
                  <a:pt x="1440" y="3712"/>
                  <a:pt x="1493" y="3712"/>
                </a:cubicBezTo>
                <a:cubicBezTo>
                  <a:pt x="1546" y="3712"/>
                  <a:pt x="1597" y="3691"/>
                  <a:pt x="1634" y="3653"/>
                </a:cubicBezTo>
                <a:lnTo>
                  <a:pt x="4361" y="927"/>
                </a:lnTo>
                <a:cubicBezTo>
                  <a:pt x="4398" y="889"/>
                  <a:pt x="4419" y="838"/>
                  <a:pt x="4419" y="785"/>
                </a:cubicBezTo>
                <a:cubicBezTo>
                  <a:pt x="4419" y="732"/>
                  <a:pt x="4398" y="681"/>
                  <a:pt x="4361" y="644"/>
                </a:cubicBezTo>
                <a:lnTo>
                  <a:pt x="3795" y="78"/>
                </a:lnTo>
                <a:cubicBezTo>
                  <a:pt x="3717" y="0"/>
                  <a:pt x="3590" y="0"/>
                  <a:pt x="3512" y="78"/>
                </a:cubicBezTo>
                <a:lnTo>
                  <a:pt x="1493" y="2098"/>
                </a:lnTo>
                <a:lnTo>
                  <a:pt x="927" y="1532"/>
                </a:lnTo>
                <a:cubicBezTo>
                  <a:pt x="890" y="1494"/>
                  <a:pt x="839" y="1473"/>
                  <a:pt x="786" y="1473"/>
                </a:cubicBezTo>
                <a:cubicBezTo>
                  <a:pt x="733" y="1473"/>
                  <a:pt x="682" y="1494"/>
                  <a:pt x="644" y="1532"/>
                </a:cubicBezTo>
                <a:lnTo>
                  <a:pt x="79" y="2098"/>
                </a:lnTo>
                <a:cubicBezTo>
                  <a:pt x="0" y="2176"/>
                  <a:pt x="0" y="2302"/>
                  <a:pt x="79" y="2380"/>
                </a:cubicBezTo>
                <a:lnTo>
                  <a:pt x="1351" y="3653"/>
                </a:lnTo>
                <a:close/>
              </a:path>
            </a:pathLst>
          </a:cu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2" name="checked_153603">
            <a:extLst>
              <a:ext uri="{FF2B5EF4-FFF2-40B4-BE49-F238E27FC236}">
                <a16:creationId xmlns:a16="http://schemas.microsoft.com/office/drawing/2014/main" id="{B46D509C-F6F7-4C4A-A9CE-B53BED602183}"/>
              </a:ext>
            </a:extLst>
          </p:cNvPr>
          <p:cNvSpPr/>
          <p:nvPr/>
        </p:nvSpPr>
        <p:spPr>
          <a:xfrm>
            <a:off x="4271249" y="5654587"/>
            <a:ext cx="283266" cy="237538"/>
          </a:xfrm>
          <a:custGeom>
            <a:avLst/>
            <a:gdLst>
              <a:gd name="T0" fmla="*/ 1351 w 4419"/>
              <a:gd name="T1" fmla="*/ 3653 h 3712"/>
              <a:gd name="T2" fmla="*/ 1493 w 4419"/>
              <a:gd name="T3" fmla="*/ 3712 h 3712"/>
              <a:gd name="T4" fmla="*/ 1634 w 4419"/>
              <a:gd name="T5" fmla="*/ 3653 h 3712"/>
              <a:gd name="T6" fmla="*/ 4361 w 4419"/>
              <a:gd name="T7" fmla="*/ 927 h 3712"/>
              <a:gd name="T8" fmla="*/ 4419 w 4419"/>
              <a:gd name="T9" fmla="*/ 785 h 3712"/>
              <a:gd name="T10" fmla="*/ 4361 w 4419"/>
              <a:gd name="T11" fmla="*/ 644 h 3712"/>
              <a:gd name="T12" fmla="*/ 3795 w 4419"/>
              <a:gd name="T13" fmla="*/ 78 h 3712"/>
              <a:gd name="T14" fmla="*/ 3512 w 4419"/>
              <a:gd name="T15" fmla="*/ 78 h 3712"/>
              <a:gd name="T16" fmla="*/ 1493 w 4419"/>
              <a:gd name="T17" fmla="*/ 2098 h 3712"/>
              <a:gd name="T18" fmla="*/ 927 w 4419"/>
              <a:gd name="T19" fmla="*/ 1532 h 3712"/>
              <a:gd name="T20" fmla="*/ 786 w 4419"/>
              <a:gd name="T21" fmla="*/ 1473 h 3712"/>
              <a:gd name="T22" fmla="*/ 644 w 4419"/>
              <a:gd name="T23" fmla="*/ 1532 h 3712"/>
              <a:gd name="T24" fmla="*/ 79 w 4419"/>
              <a:gd name="T25" fmla="*/ 2098 h 3712"/>
              <a:gd name="T26" fmla="*/ 79 w 4419"/>
              <a:gd name="T27" fmla="*/ 2380 h 3712"/>
              <a:gd name="T28" fmla="*/ 1351 w 4419"/>
              <a:gd name="T29" fmla="*/ 3653 h 37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4419" h="3712">
                <a:moveTo>
                  <a:pt x="1351" y="3653"/>
                </a:moveTo>
                <a:cubicBezTo>
                  <a:pt x="1389" y="3691"/>
                  <a:pt x="1440" y="3712"/>
                  <a:pt x="1493" y="3712"/>
                </a:cubicBezTo>
                <a:cubicBezTo>
                  <a:pt x="1546" y="3712"/>
                  <a:pt x="1597" y="3691"/>
                  <a:pt x="1634" y="3653"/>
                </a:cubicBezTo>
                <a:lnTo>
                  <a:pt x="4361" y="927"/>
                </a:lnTo>
                <a:cubicBezTo>
                  <a:pt x="4398" y="889"/>
                  <a:pt x="4419" y="838"/>
                  <a:pt x="4419" y="785"/>
                </a:cubicBezTo>
                <a:cubicBezTo>
                  <a:pt x="4419" y="732"/>
                  <a:pt x="4398" y="681"/>
                  <a:pt x="4361" y="644"/>
                </a:cubicBezTo>
                <a:lnTo>
                  <a:pt x="3795" y="78"/>
                </a:lnTo>
                <a:cubicBezTo>
                  <a:pt x="3717" y="0"/>
                  <a:pt x="3590" y="0"/>
                  <a:pt x="3512" y="78"/>
                </a:cubicBezTo>
                <a:lnTo>
                  <a:pt x="1493" y="2098"/>
                </a:lnTo>
                <a:lnTo>
                  <a:pt x="927" y="1532"/>
                </a:lnTo>
                <a:cubicBezTo>
                  <a:pt x="890" y="1494"/>
                  <a:pt x="839" y="1473"/>
                  <a:pt x="786" y="1473"/>
                </a:cubicBezTo>
                <a:cubicBezTo>
                  <a:pt x="733" y="1473"/>
                  <a:pt x="682" y="1494"/>
                  <a:pt x="644" y="1532"/>
                </a:cubicBezTo>
                <a:lnTo>
                  <a:pt x="79" y="2098"/>
                </a:lnTo>
                <a:cubicBezTo>
                  <a:pt x="0" y="2176"/>
                  <a:pt x="0" y="2302"/>
                  <a:pt x="79" y="2380"/>
                </a:cubicBezTo>
                <a:lnTo>
                  <a:pt x="1351" y="3653"/>
                </a:lnTo>
                <a:close/>
              </a:path>
            </a:pathLst>
          </a:cu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3" name="checked_153603">
            <a:extLst>
              <a:ext uri="{FF2B5EF4-FFF2-40B4-BE49-F238E27FC236}">
                <a16:creationId xmlns:a16="http://schemas.microsoft.com/office/drawing/2014/main" id="{E02A4F12-DEC5-49BA-8BD4-C24DE66A1BC0}"/>
              </a:ext>
            </a:extLst>
          </p:cNvPr>
          <p:cNvSpPr/>
          <p:nvPr/>
        </p:nvSpPr>
        <p:spPr>
          <a:xfrm>
            <a:off x="5042974" y="5652776"/>
            <a:ext cx="283266" cy="237538"/>
          </a:xfrm>
          <a:custGeom>
            <a:avLst/>
            <a:gdLst>
              <a:gd name="T0" fmla="*/ 1351 w 4419"/>
              <a:gd name="T1" fmla="*/ 3653 h 3712"/>
              <a:gd name="T2" fmla="*/ 1493 w 4419"/>
              <a:gd name="T3" fmla="*/ 3712 h 3712"/>
              <a:gd name="T4" fmla="*/ 1634 w 4419"/>
              <a:gd name="T5" fmla="*/ 3653 h 3712"/>
              <a:gd name="T6" fmla="*/ 4361 w 4419"/>
              <a:gd name="T7" fmla="*/ 927 h 3712"/>
              <a:gd name="T8" fmla="*/ 4419 w 4419"/>
              <a:gd name="T9" fmla="*/ 785 h 3712"/>
              <a:gd name="T10" fmla="*/ 4361 w 4419"/>
              <a:gd name="T11" fmla="*/ 644 h 3712"/>
              <a:gd name="T12" fmla="*/ 3795 w 4419"/>
              <a:gd name="T13" fmla="*/ 78 h 3712"/>
              <a:gd name="T14" fmla="*/ 3512 w 4419"/>
              <a:gd name="T15" fmla="*/ 78 h 3712"/>
              <a:gd name="T16" fmla="*/ 1493 w 4419"/>
              <a:gd name="T17" fmla="*/ 2098 h 3712"/>
              <a:gd name="T18" fmla="*/ 927 w 4419"/>
              <a:gd name="T19" fmla="*/ 1532 h 3712"/>
              <a:gd name="T20" fmla="*/ 786 w 4419"/>
              <a:gd name="T21" fmla="*/ 1473 h 3712"/>
              <a:gd name="T22" fmla="*/ 644 w 4419"/>
              <a:gd name="T23" fmla="*/ 1532 h 3712"/>
              <a:gd name="T24" fmla="*/ 79 w 4419"/>
              <a:gd name="T25" fmla="*/ 2098 h 3712"/>
              <a:gd name="T26" fmla="*/ 79 w 4419"/>
              <a:gd name="T27" fmla="*/ 2380 h 3712"/>
              <a:gd name="T28" fmla="*/ 1351 w 4419"/>
              <a:gd name="T29" fmla="*/ 3653 h 37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4419" h="3712">
                <a:moveTo>
                  <a:pt x="1351" y="3653"/>
                </a:moveTo>
                <a:cubicBezTo>
                  <a:pt x="1389" y="3691"/>
                  <a:pt x="1440" y="3712"/>
                  <a:pt x="1493" y="3712"/>
                </a:cubicBezTo>
                <a:cubicBezTo>
                  <a:pt x="1546" y="3712"/>
                  <a:pt x="1597" y="3691"/>
                  <a:pt x="1634" y="3653"/>
                </a:cubicBezTo>
                <a:lnTo>
                  <a:pt x="4361" y="927"/>
                </a:lnTo>
                <a:cubicBezTo>
                  <a:pt x="4398" y="889"/>
                  <a:pt x="4419" y="838"/>
                  <a:pt x="4419" y="785"/>
                </a:cubicBezTo>
                <a:cubicBezTo>
                  <a:pt x="4419" y="732"/>
                  <a:pt x="4398" y="681"/>
                  <a:pt x="4361" y="644"/>
                </a:cubicBezTo>
                <a:lnTo>
                  <a:pt x="3795" y="78"/>
                </a:lnTo>
                <a:cubicBezTo>
                  <a:pt x="3717" y="0"/>
                  <a:pt x="3590" y="0"/>
                  <a:pt x="3512" y="78"/>
                </a:cubicBezTo>
                <a:lnTo>
                  <a:pt x="1493" y="2098"/>
                </a:lnTo>
                <a:lnTo>
                  <a:pt x="927" y="1532"/>
                </a:lnTo>
                <a:cubicBezTo>
                  <a:pt x="890" y="1494"/>
                  <a:pt x="839" y="1473"/>
                  <a:pt x="786" y="1473"/>
                </a:cubicBezTo>
                <a:cubicBezTo>
                  <a:pt x="733" y="1473"/>
                  <a:pt x="682" y="1494"/>
                  <a:pt x="644" y="1532"/>
                </a:cubicBezTo>
                <a:lnTo>
                  <a:pt x="79" y="2098"/>
                </a:lnTo>
                <a:cubicBezTo>
                  <a:pt x="0" y="2176"/>
                  <a:pt x="0" y="2302"/>
                  <a:pt x="79" y="2380"/>
                </a:cubicBezTo>
                <a:lnTo>
                  <a:pt x="1351" y="3653"/>
                </a:lnTo>
                <a:close/>
              </a:path>
            </a:pathLst>
          </a:cu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nvGrpSpPr>
          <p:cNvPr id="44" name="组合 43">
            <a:extLst>
              <a:ext uri="{FF2B5EF4-FFF2-40B4-BE49-F238E27FC236}">
                <a16:creationId xmlns:a16="http://schemas.microsoft.com/office/drawing/2014/main" id="{D3C515FA-7C7C-451C-B3C4-6EAAB429671E}"/>
              </a:ext>
            </a:extLst>
          </p:cNvPr>
          <p:cNvGrpSpPr/>
          <p:nvPr/>
        </p:nvGrpSpPr>
        <p:grpSpPr>
          <a:xfrm>
            <a:off x="2302929" y="4423589"/>
            <a:ext cx="743578" cy="1217637"/>
            <a:chOff x="3835285" y="4433827"/>
            <a:chExt cx="743578" cy="1217637"/>
          </a:xfrm>
        </p:grpSpPr>
        <p:sp>
          <p:nvSpPr>
            <p:cNvPr id="48" name="chronometer_117482">
              <a:extLst>
                <a:ext uri="{FF2B5EF4-FFF2-40B4-BE49-F238E27FC236}">
                  <a16:creationId xmlns:a16="http://schemas.microsoft.com/office/drawing/2014/main" id="{1A26CA69-C0F9-4060-9301-57C692B15076}"/>
                </a:ext>
              </a:extLst>
            </p:cNvPr>
            <p:cNvSpPr/>
            <p:nvPr/>
          </p:nvSpPr>
          <p:spPr>
            <a:xfrm>
              <a:off x="4054767" y="4752389"/>
              <a:ext cx="304613" cy="369332"/>
            </a:xfrm>
            <a:custGeom>
              <a:avLst/>
              <a:gdLst>
                <a:gd name="T0" fmla="*/ 0 w 3733"/>
                <a:gd name="T1" fmla="*/ 2667 h 4533"/>
                <a:gd name="T2" fmla="*/ 1867 w 3733"/>
                <a:gd name="T3" fmla="*/ 4533 h 4533"/>
                <a:gd name="T4" fmla="*/ 3733 w 3733"/>
                <a:gd name="T5" fmla="*/ 2667 h 4533"/>
                <a:gd name="T6" fmla="*/ 3161 w 3733"/>
                <a:gd name="T7" fmla="*/ 1323 h 4533"/>
                <a:gd name="T8" fmla="*/ 3408 w 3733"/>
                <a:gd name="T9" fmla="*/ 1075 h 4533"/>
                <a:gd name="T10" fmla="*/ 3408 w 3733"/>
                <a:gd name="T11" fmla="*/ 792 h 4533"/>
                <a:gd name="T12" fmla="*/ 3125 w 3733"/>
                <a:gd name="T13" fmla="*/ 792 h 4533"/>
                <a:gd name="T14" fmla="*/ 2842 w 3733"/>
                <a:gd name="T15" fmla="*/ 1076 h 4533"/>
                <a:gd name="T16" fmla="*/ 2067 w 3733"/>
                <a:gd name="T17" fmla="*/ 811 h 4533"/>
                <a:gd name="T18" fmla="*/ 2067 w 3733"/>
                <a:gd name="T19" fmla="*/ 400 h 4533"/>
                <a:gd name="T20" fmla="*/ 2667 w 3733"/>
                <a:gd name="T21" fmla="*/ 400 h 4533"/>
                <a:gd name="T22" fmla="*/ 2867 w 3733"/>
                <a:gd name="T23" fmla="*/ 200 h 4533"/>
                <a:gd name="T24" fmla="*/ 2667 w 3733"/>
                <a:gd name="T25" fmla="*/ 0 h 4533"/>
                <a:gd name="T26" fmla="*/ 1067 w 3733"/>
                <a:gd name="T27" fmla="*/ 0 h 4533"/>
                <a:gd name="T28" fmla="*/ 867 w 3733"/>
                <a:gd name="T29" fmla="*/ 200 h 4533"/>
                <a:gd name="T30" fmla="*/ 1067 w 3733"/>
                <a:gd name="T31" fmla="*/ 400 h 4533"/>
                <a:gd name="T32" fmla="*/ 1667 w 3733"/>
                <a:gd name="T33" fmla="*/ 400 h 4533"/>
                <a:gd name="T34" fmla="*/ 1667 w 3733"/>
                <a:gd name="T35" fmla="*/ 811 h 4533"/>
                <a:gd name="T36" fmla="*/ 891 w 3733"/>
                <a:gd name="T37" fmla="*/ 1076 h 4533"/>
                <a:gd name="T38" fmla="*/ 608 w 3733"/>
                <a:gd name="T39" fmla="*/ 792 h 4533"/>
                <a:gd name="T40" fmla="*/ 325 w 3733"/>
                <a:gd name="T41" fmla="*/ 792 h 4533"/>
                <a:gd name="T42" fmla="*/ 325 w 3733"/>
                <a:gd name="T43" fmla="*/ 1075 h 4533"/>
                <a:gd name="T44" fmla="*/ 573 w 3733"/>
                <a:gd name="T45" fmla="*/ 1323 h 4533"/>
                <a:gd name="T46" fmla="*/ 0 w 3733"/>
                <a:gd name="T47" fmla="*/ 2667 h 4533"/>
                <a:gd name="T48" fmla="*/ 1667 w 3733"/>
                <a:gd name="T49" fmla="*/ 1801 h 4533"/>
                <a:gd name="T50" fmla="*/ 1867 w 3733"/>
                <a:gd name="T51" fmla="*/ 1601 h 4533"/>
                <a:gd name="T52" fmla="*/ 2067 w 3733"/>
                <a:gd name="T53" fmla="*/ 1801 h 4533"/>
                <a:gd name="T54" fmla="*/ 2067 w 3733"/>
                <a:gd name="T55" fmla="*/ 2468 h 4533"/>
                <a:gd name="T56" fmla="*/ 2733 w 3733"/>
                <a:gd name="T57" fmla="*/ 2468 h 4533"/>
                <a:gd name="T58" fmla="*/ 2933 w 3733"/>
                <a:gd name="T59" fmla="*/ 2668 h 4533"/>
                <a:gd name="T60" fmla="*/ 2733 w 3733"/>
                <a:gd name="T61" fmla="*/ 2868 h 4533"/>
                <a:gd name="T62" fmla="*/ 1867 w 3733"/>
                <a:gd name="T63" fmla="*/ 2868 h 4533"/>
                <a:gd name="T64" fmla="*/ 1667 w 3733"/>
                <a:gd name="T65" fmla="*/ 2668 h 4533"/>
                <a:gd name="T66" fmla="*/ 1667 w 3733"/>
                <a:gd name="T67" fmla="*/ 1801 h 45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3733" h="4533">
                  <a:moveTo>
                    <a:pt x="0" y="2667"/>
                  </a:moveTo>
                  <a:cubicBezTo>
                    <a:pt x="0" y="3696"/>
                    <a:pt x="837" y="4533"/>
                    <a:pt x="1867" y="4533"/>
                  </a:cubicBezTo>
                  <a:cubicBezTo>
                    <a:pt x="2896" y="4533"/>
                    <a:pt x="3733" y="3696"/>
                    <a:pt x="3733" y="2667"/>
                  </a:cubicBezTo>
                  <a:cubicBezTo>
                    <a:pt x="3733" y="2139"/>
                    <a:pt x="3513" y="1662"/>
                    <a:pt x="3161" y="1323"/>
                  </a:cubicBezTo>
                  <a:lnTo>
                    <a:pt x="3408" y="1075"/>
                  </a:lnTo>
                  <a:cubicBezTo>
                    <a:pt x="3486" y="997"/>
                    <a:pt x="3486" y="870"/>
                    <a:pt x="3408" y="792"/>
                  </a:cubicBezTo>
                  <a:cubicBezTo>
                    <a:pt x="3330" y="714"/>
                    <a:pt x="3203" y="714"/>
                    <a:pt x="3125" y="792"/>
                  </a:cubicBezTo>
                  <a:lnTo>
                    <a:pt x="2842" y="1076"/>
                  </a:lnTo>
                  <a:cubicBezTo>
                    <a:pt x="2612" y="934"/>
                    <a:pt x="2348" y="841"/>
                    <a:pt x="2067" y="811"/>
                  </a:cubicBezTo>
                  <a:lnTo>
                    <a:pt x="2067" y="400"/>
                  </a:lnTo>
                  <a:lnTo>
                    <a:pt x="2667" y="400"/>
                  </a:lnTo>
                  <a:cubicBezTo>
                    <a:pt x="2777" y="400"/>
                    <a:pt x="2867" y="310"/>
                    <a:pt x="2867" y="200"/>
                  </a:cubicBezTo>
                  <a:cubicBezTo>
                    <a:pt x="2867" y="90"/>
                    <a:pt x="2777" y="0"/>
                    <a:pt x="2667" y="0"/>
                  </a:cubicBezTo>
                  <a:lnTo>
                    <a:pt x="1067" y="0"/>
                  </a:lnTo>
                  <a:cubicBezTo>
                    <a:pt x="956" y="0"/>
                    <a:pt x="867" y="90"/>
                    <a:pt x="867" y="200"/>
                  </a:cubicBezTo>
                  <a:cubicBezTo>
                    <a:pt x="867" y="310"/>
                    <a:pt x="956" y="400"/>
                    <a:pt x="1067" y="400"/>
                  </a:cubicBezTo>
                  <a:lnTo>
                    <a:pt x="1667" y="400"/>
                  </a:lnTo>
                  <a:lnTo>
                    <a:pt x="1667" y="811"/>
                  </a:lnTo>
                  <a:cubicBezTo>
                    <a:pt x="1385" y="841"/>
                    <a:pt x="1122" y="934"/>
                    <a:pt x="891" y="1076"/>
                  </a:cubicBezTo>
                  <a:lnTo>
                    <a:pt x="608" y="792"/>
                  </a:lnTo>
                  <a:cubicBezTo>
                    <a:pt x="530" y="714"/>
                    <a:pt x="403" y="714"/>
                    <a:pt x="325" y="792"/>
                  </a:cubicBezTo>
                  <a:cubicBezTo>
                    <a:pt x="247" y="870"/>
                    <a:pt x="247" y="997"/>
                    <a:pt x="325" y="1075"/>
                  </a:cubicBezTo>
                  <a:lnTo>
                    <a:pt x="573" y="1323"/>
                  </a:lnTo>
                  <a:cubicBezTo>
                    <a:pt x="220" y="1662"/>
                    <a:pt x="0" y="2139"/>
                    <a:pt x="0" y="2667"/>
                  </a:cubicBezTo>
                  <a:close/>
                  <a:moveTo>
                    <a:pt x="1667" y="1801"/>
                  </a:moveTo>
                  <a:cubicBezTo>
                    <a:pt x="1667" y="1691"/>
                    <a:pt x="1756" y="1601"/>
                    <a:pt x="1867" y="1601"/>
                  </a:cubicBezTo>
                  <a:cubicBezTo>
                    <a:pt x="1977" y="1601"/>
                    <a:pt x="2067" y="1691"/>
                    <a:pt x="2067" y="1801"/>
                  </a:cubicBezTo>
                  <a:lnTo>
                    <a:pt x="2067" y="2468"/>
                  </a:lnTo>
                  <a:lnTo>
                    <a:pt x="2733" y="2468"/>
                  </a:lnTo>
                  <a:cubicBezTo>
                    <a:pt x="2844" y="2468"/>
                    <a:pt x="2933" y="2557"/>
                    <a:pt x="2933" y="2668"/>
                  </a:cubicBezTo>
                  <a:cubicBezTo>
                    <a:pt x="2933" y="2778"/>
                    <a:pt x="2844" y="2868"/>
                    <a:pt x="2733" y="2868"/>
                  </a:cubicBezTo>
                  <a:lnTo>
                    <a:pt x="1867" y="2868"/>
                  </a:lnTo>
                  <a:cubicBezTo>
                    <a:pt x="1756" y="2868"/>
                    <a:pt x="1667" y="2778"/>
                    <a:pt x="1667" y="2668"/>
                  </a:cubicBezTo>
                  <a:lnTo>
                    <a:pt x="1667" y="1801"/>
                  </a:lnTo>
                  <a:close/>
                </a:path>
              </a:pathLst>
            </a:custGeom>
            <a:solidFill>
              <a:schemeClr val="accent1"/>
            </a:solidFill>
            <a:ln>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zh-CN"/>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a:p>
          </p:txBody>
        </p:sp>
        <p:sp>
          <p:nvSpPr>
            <p:cNvPr id="49" name="íşlïḍè">
              <a:extLst>
                <a:ext uri="{FF2B5EF4-FFF2-40B4-BE49-F238E27FC236}">
                  <a16:creationId xmlns:a16="http://schemas.microsoft.com/office/drawing/2014/main" id="{A06064C1-21B7-40FB-A43D-A80CBA568129}"/>
                </a:ext>
              </a:extLst>
            </p:cNvPr>
            <p:cNvSpPr txBox="1"/>
            <p:nvPr/>
          </p:nvSpPr>
          <p:spPr>
            <a:xfrm>
              <a:off x="3835285" y="4433827"/>
              <a:ext cx="743578" cy="318562"/>
            </a:xfrm>
            <a:prstGeom prst="rect">
              <a:avLst/>
            </a:prstGeom>
            <a:noFill/>
          </p:spPr>
          <p:txBody>
            <a:bodyPr wrap="square" lIns="91440" tIns="45720" rIns="91440" bIns="45720" anchor="ctr">
              <a:noAutofit/>
            </a:bodyPr>
            <a:lstStyle/>
            <a:p>
              <a:pPr algn="ctr"/>
              <a:r>
                <a:rPr lang="zh-CN" altLang="en-US" b="1" dirty="0">
                  <a:solidFill>
                    <a:schemeClr val="accent1">
                      <a:lumMod val="75000"/>
                    </a:schemeClr>
                  </a:solidFill>
                </a:rPr>
                <a:t>超时</a:t>
              </a:r>
              <a:endParaRPr lang="en-US" altLang="zh-CN" b="1" dirty="0">
                <a:solidFill>
                  <a:schemeClr val="accent1">
                    <a:lumMod val="75000"/>
                  </a:schemeClr>
                </a:solidFill>
              </a:endParaRPr>
            </a:p>
          </p:txBody>
        </p:sp>
        <p:cxnSp>
          <p:nvCxnSpPr>
            <p:cNvPr id="50" name="直接箭头连接符 49">
              <a:extLst>
                <a:ext uri="{FF2B5EF4-FFF2-40B4-BE49-F238E27FC236}">
                  <a16:creationId xmlns:a16="http://schemas.microsoft.com/office/drawing/2014/main" id="{FE06A59B-8EB1-43B3-A176-8C928A0BB36D}"/>
                </a:ext>
              </a:extLst>
            </p:cNvPr>
            <p:cNvCxnSpPr>
              <a:cxnSpLocks/>
            </p:cNvCxnSpPr>
            <p:nvPr/>
          </p:nvCxnSpPr>
          <p:spPr>
            <a:xfrm>
              <a:off x="4207074" y="5181600"/>
              <a:ext cx="0" cy="469864"/>
            </a:xfrm>
            <a:prstGeom prst="straightConnector1">
              <a:avLst/>
            </a:prstGeom>
            <a:ln w="25400">
              <a:tailEnd type="triangle" w="med" len="lg"/>
            </a:ln>
          </p:spPr>
          <p:style>
            <a:lnRef idx="1">
              <a:schemeClr val="accent1"/>
            </a:lnRef>
            <a:fillRef idx="0">
              <a:schemeClr val="accent1"/>
            </a:fillRef>
            <a:effectRef idx="0">
              <a:schemeClr val="accent1"/>
            </a:effectRef>
            <a:fontRef idx="minor">
              <a:schemeClr val="tx1"/>
            </a:fontRef>
          </p:style>
        </p:cxnSp>
      </p:grpSp>
      <p:sp>
        <p:nvSpPr>
          <p:cNvPr id="40" name="矩形 39">
            <a:extLst>
              <a:ext uri="{FF2B5EF4-FFF2-40B4-BE49-F238E27FC236}">
                <a16:creationId xmlns:a16="http://schemas.microsoft.com/office/drawing/2014/main" id="{52489D66-1A32-4EC9-BF75-34943B56B61D}"/>
              </a:ext>
            </a:extLst>
          </p:cNvPr>
          <p:cNvSpPr/>
          <p:nvPr/>
        </p:nvSpPr>
        <p:spPr>
          <a:xfrm>
            <a:off x="1251044" y="5143539"/>
            <a:ext cx="708432" cy="270283"/>
          </a:xfrm>
          <a:prstGeom prst="rect">
            <a:avLst/>
          </a:prstGeom>
          <a:solidFill>
            <a:schemeClr val="accent3"/>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46800" rIns="46800" rtlCol="0" anchor="ctr"/>
          <a:lstStyle/>
          <a:p>
            <a:pPr algn="ctr"/>
            <a:r>
              <a:rPr lang="en-US" altLang="zh-CN" b="1" dirty="0"/>
              <a:t>DATA0</a:t>
            </a:r>
            <a:endParaRPr lang="zh-CN" altLang="en-US" b="1" dirty="0"/>
          </a:p>
        </p:txBody>
      </p:sp>
      <p:sp>
        <p:nvSpPr>
          <p:cNvPr id="51" name="矩形 50">
            <a:extLst>
              <a:ext uri="{FF2B5EF4-FFF2-40B4-BE49-F238E27FC236}">
                <a16:creationId xmlns:a16="http://schemas.microsoft.com/office/drawing/2014/main" id="{2865E612-9186-4B3E-BE48-C4C5C36160E6}"/>
              </a:ext>
            </a:extLst>
          </p:cNvPr>
          <p:cNvSpPr/>
          <p:nvPr/>
        </p:nvSpPr>
        <p:spPr>
          <a:xfrm>
            <a:off x="2307054" y="5563124"/>
            <a:ext cx="739454" cy="374399"/>
          </a:xfrm>
          <a:prstGeom prst="rect">
            <a:avLst/>
          </a:prstGeom>
          <a:solidFill>
            <a:schemeClr val="accent1">
              <a:lumMod val="75000"/>
              <a:alpha val="44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36" name="平行四边形 35">
            <a:extLst>
              <a:ext uri="{FF2B5EF4-FFF2-40B4-BE49-F238E27FC236}">
                <a16:creationId xmlns:a16="http://schemas.microsoft.com/office/drawing/2014/main" id="{DFB0831A-3DDB-4A96-6A5B-F9F183285377}"/>
              </a:ext>
            </a:extLst>
          </p:cNvPr>
          <p:cNvSpPr/>
          <p:nvPr/>
        </p:nvSpPr>
        <p:spPr>
          <a:xfrm>
            <a:off x="304800" y="749300"/>
            <a:ext cx="675384" cy="387090"/>
          </a:xfrm>
          <a:prstGeom prst="parallelogram">
            <a:avLst/>
          </a:prstGeom>
          <a:solidFill>
            <a:schemeClr val="accent3">
              <a:lumMod val="75000"/>
            </a:schemeClr>
          </a:solidFill>
          <a:ln>
            <a:solidFill>
              <a:schemeClr val="accent3">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CN" sz="2200" dirty="0">
                <a:latin typeface="Impact" panose="020B0806030902050204" pitchFamily="34" charset="0"/>
              </a:rPr>
              <a:t>05</a:t>
            </a:r>
            <a:endParaRPr lang="zh-CN" altLang="en-US" sz="2200" dirty="0">
              <a:latin typeface="Impact" panose="020B0806030902050204" pitchFamily="34" charset="0"/>
            </a:endParaRPr>
          </a:p>
        </p:txBody>
      </p:sp>
    </p:spTree>
    <p:custDataLst>
      <p:tags r:id="rId1"/>
    </p:custDataLst>
    <p:extLst>
      <p:ext uri="{BB962C8B-B14F-4D97-AF65-F5344CB8AC3E}">
        <p14:creationId xmlns:p14="http://schemas.microsoft.com/office/powerpoint/2010/main" val="3177237315"/>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30" presetClass="entr" presetSubtype="0" fill="hold" grpId="0" nodeType="withEffect">
                                  <p:stCondLst>
                                    <p:cond delay="0"/>
                                  </p:stCondLst>
                                  <p:childTnLst>
                                    <p:set>
                                      <p:cBhvr>
                                        <p:cTn id="6" dur="1" fill="hold">
                                          <p:stCondLst>
                                            <p:cond delay="0"/>
                                          </p:stCondLst>
                                        </p:cTn>
                                        <p:tgtEl>
                                          <p:spTgt spid="41"/>
                                        </p:tgtEl>
                                        <p:attrNameLst>
                                          <p:attrName>style.visibility</p:attrName>
                                        </p:attrNameLst>
                                      </p:cBhvr>
                                      <p:to>
                                        <p:strVal val="visible"/>
                                      </p:to>
                                    </p:set>
                                    <p:animEffect transition="in" filter="fade">
                                      <p:cBhvr>
                                        <p:cTn id="7" dur="800" decel="100000"/>
                                        <p:tgtEl>
                                          <p:spTgt spid="41"/>
                                        </p:tgtEl>
                                      </p:cBhvr>
                                    </p:animEffect>
                                    <p:anim calcmode="lin" valueType="num">
                                      <p:cBhvr>
                                        <p:cTn id="8" dur="800" decel="100000" fill="hold"/>
                                        <p:tgtEl>
                                          <p:spTgt spid="41"/>
                                        </p:tgtEl>
                                        <p:attrNameLst>
                                          <p:attrName>style.rotation</p:attrName>
                                        </p:attrNameLst>
                                      </p:cBhvr>
                                      <p:tavLst>
                                        <p:tav tm="0">
                                          <p:val>
                                            <p:fltVal val="-90"/>
                                          </p:val>
                                        </p:tav>
                                        <p:tav tm="100000">
                                          <p:val>
                                            <p:fltVal val="0"/>
                                          </p:val>
                                        </p:tav>
                                      </p:tavLst>
                                    </p:anim>
                                    <p:anim calcmode="lin" valueType="num">
                                      <p:cBhvr>
                                        <p:cTn id="9" dur="800" decel="100000" fill="hold"/>
                                        <p:tgtEl>
                                          <p:spTgt spid="41"/>
                                        </p:tgtEl>
                                        <p:attrNameLst>
                                          <p:attrName>ppt_x</p:attrName>
                                        </p:attrNameLst>
                                      </p:cBhvr>
                                      <p:tavLst>
                                        <p:tav tm="0">
                                          <p:val>
                                            <p:strVal val="#ppt_x+0.4"/>
                                          </p:val>
                                        </p:tav>
                                        <p:tav tm="100000">
                                          <p:val>
                                            <p:strVal val="#ppt_x-0.05"/>
                                          </p:val>
                                        </p:tav>
                                      </p:tavLst>
                                    </p:anim>
                                    <p:anim calcmode="lin" valueType="num">
                                      <p:cBhvr>
                                        <p:cTn id="10" dur="800" decel="100000" fill="hold"/>
                                        <p:tgtEl>
                                          <p:spTgt spid="41"/>
                                        </p:tgtEl>
                                        <p:attrNameLst>
                                          <p:attrName>ppt_y</p:attrName>
                                        </p:attrNameLst>
                                      </p:cBhvr>
                                      <p:tavLst>
                                        <p:tav tm="0">
                                          <p:val>
                                            <p:strVal val="#ppt_y-0.4"/>
                                          </p:val>
                                        </p:tav>
                                        <p:tav tm="100000">
                                          <p:val>
                                            <p:strVal val="#ppt_y+0.1"/>
                                          </p:val>
                                        </p:tav>
                                      </p:tavLst>
                                    </p:anim>
                                    <p:anim calcmode="lin" valueType="num">
                                      <p:cBhvr>
                                        <p:cTn id="11" dur="200" accel="100000" fill="hold">
                                          <p:stCondLst>
                                            <p:cond delay="800"/>
                                          </p:stCondLst>
                                        </p:cTn>
                                        <p:tgtEl>
                                          <p:spTgt spid="41"/>
                                        </p:tgtEl>
                                        <p:attrNameLst>
                                          <p:attrName>ppt_x</p:attrName>
                                        </p:attrNameLst>
                                      </p:cBhvr>
                                      <p:tavLst>
                                        <p:tav tm="0">
                                          <p:val>
                                            <p:strVal val="#ppt_x-0.05"/>
                                          </p:val>
                                        </p:tav>
                                        <p:tav tm="100000">
                                          <p:val>
                                            <p:strVal val="#ppt_x"/>
                                          </p:val>
                                        </p:tav>
                                      </p:tavLst>
                                    </p:anim>
                                    <p:anim calcmode="lin" valueType="num">
                                      <p:cBhvr>
                                        <p:cTn id="12" dur="200" accel="100000" fill="hold">
                                          <p:stCondLst>
                                            <p:cond delay="800"/>
                                          </p:stCondLst>
                                        </p:cTn>
                                        <p:tgtEl>
                                          <p:spTgt spid="41"/>
                                        </p:tgtEl>
                                        <p:attrNameLst>
                                          <p:attrName>ppt_y</p:attrName>
                                        </p:attrNameLst>
                                      </p:cBhvr>
                                      <p:tavLst>
                                        <p:tav tm="0">
                                          <p:val>
                                            <p:strVal val="#ppt_y+0.1"/>
                                          </p:val>
                                        </p:tav>
                                        <p:tav tm="100000">
                                          <p:val>
                                            <p:strVal val="#ppt_y"/>
                                          </p:val>
                                        </p:tav>
                                      </p:tavLst>
                                    </p:anim>
                                  </p:childTnLst>
                                </p:cTn>
                              </p:par>
                              <p:par>
                                <p:cTn id="13" presetID="30" presetClass="entr" presetSubtype="0" fill="hold" grpId="0" nodeType="withEffect">
                                  <p:stCondLst>
                                    <p:cond delay="0"/>
                                  </p:stCondLst>
                                  <p:childTnLst>
                                    <p:set>
                                      <p:cBhvr>
                                        <p:cTn id="14" dur="1" fill="hold">
                                          <p:stCondLst>
                                            <p:cond delay="0"/>
                                          </p:stCondLst>
                                        </p:cTn>
                                        <p:tgtEl>
                                          <p:spTgt spid="42"/>
                                        </p:tgtEl>
                                        <p:attrNameLst>
                                          <p:attrName>style.visibility</p:attrName>
                                        </p:attrNameLst>
                                      </p:cBhvr>
                                      <p:to>
                                        <p:strVal val="visible"/>
                                      </p:to>
                                    </p:set>
                                    <p:animEffect transition="in" filter="fade">
                                      <p:cBhvr>
                                        <p:cTn id="15" dur="800" decel="100000"/>
                                        <p:tgtEl>
                                          <p:spTgt spid="42"/>
                                        </p:tgtEl>
                                      </p:cBhvr>
                                    </p:animEffect>
                                    <p:anim calcmode="lin" valueType="num">
                                      <p:cBhvr>
                                        <p:cTn id="16" dur="800" decel="100000" fill="hold"/>
                                        <p:tgtEl>
                                          <p:spTgt spid="42"/>
                                        </p:tgtEl>
                                        <p:attrNameLst>
                                          <p:attrName>style.rotation</p:attrName>
                                        </p:attrNameLst>
                                      </p:cBhvr>
                                      <p:tavLst>
                                        <p:tav tm="0">
                                          <p:val>
                                            <p:fltVal val="-90"/>
                                          </p:val>
                                        </p:tav>
                                        <p:tav tm="100000">
                                          <p:val>
                                            <p:fltVal val="0"/>
                                          </p:val>
                                        </p:tav>
                                      </p:tavLst>
                                    </p:anim>
                                    <p:anim calcmode="lin" valueType="num">
                                      <p:cBhvr>
                                        <p:cTn id="17" dur="800" decel="100000" fill="hold"/>
                                        <p:tgtEl>
                                          <p:spTgt spid="42"/>
                                        </p:tgtEl>
                                        <p:attrNameLst>
                                          <p:attrName>ppt_x</p:attrName>
                                        </p:attrNameLst>
                                      </p:cBhvr>
                                      <p:tavLst>
                                        <p:tav tm="0">
                                          <p:val>
                                            <p:strVal val="#ppt_x+0.4"/>
                                          </p:val>
                                        </p:tav>
                                        <p:tav tm="100000">
                                          <p:val>
                                            <p:strVal val="#ppt_x-0.05"/>
                                          </p:val>
                                        </p:tav>
                                      </p:tavLst>
                                    </p:anim>
                                    <p:anim calcmode="lin" valueType="num">
                                      <p:cBhvr>
                                        <p:cTn id="18" dur="800" decel="100000" fill="hold"/>
                                        <p:tgtEl>
                                          <p:spTgt spid="42"/>
                                        </p:tgtEl>
                                        <p:attrNameLst>
                                          <p:attrName>ppt_y</p:attrName>
                                        </p:attrNameLst>
                                      </p:cBhvr>
                                      <p:tavLst>
                                        <p:tav tm="0">
                                          <p:val>
                                            <p:strVal val="#ppt_y-0.4"/>
                                          </p:val>
                                        </p:tav>
                                        <p:tav tm="100000">
                                          <p:val>
                                            <p:strVal val="#ppt_y+0.1"/>
                                          </p:val>
                                        </p:tav>
                                      </p:tavLst>
                                    </p:anim>
                                    <p:anim calcmode="lin" valueType="num">
                                      <p:cBhvr>
                                        <p:cTn id="19" dur="200" accel="100000" fill="hold">
                                          <p:stCondLst>
                                            <p:cond delay="800"/>
                                          </p:stCondLst>
                                        </p:cTn>
                                        <p:tgtEl>
                                          <p:spTgt spid="42"/>
                                        </p:tgtEl>
                                        <p:attrNameLst>
                                          <p:attrName>ppt_x</p:attrName>
                                        </p:attrNameLst>
                                      </p:cBhvr>
                                      <p:tavLst>
                                        <p:tav tm="0">
                                          <p:val>
                                            <p:strVal val="#ppt_x-0.05"/>
                                          </p:val>
                                        </p:tav>
                                        <p:tav tm="100000">
                                          <p:val>
                                            <p:strVal val="#ppt_x"/>
                                          </p:val>
                                        </p:tav>
                                      </p:tavLst>
                                    </p:anim>
                                    <p:anim calcmode="lin" valueType="num">
                                      <p:cBhvr>
                                        <p:cTn id="20" dur="200" accel="100000" fill="hold">
                                          <p:stCondLst>
                                            <p:cond delay="800"/>
                                          </p:stCondLst>
                                        </p:cTn>
                                        <p:tgtEl>
                                          <p:spTgt spid="42"/>
                                        </p:tgtEl>
                                        <p:attrNameLst>
                                          <p:attrName>ppt_y</p:attrName>
                                        </p:attrNameLst>
                                      </p:cBhvr>
                                      <p:tavLst>
                                        <p:tav tm="0">
                                          <p:val>
                                            <p:strVal val="#ppt_y+0.1"/>
                                          </p:val>
                                        </p:tav>
                                        <p:tav tm="100000">
                                          <p:val>
                                            <p:strVal val="#ppt_y"/>
                                          </p:val>
                                        </p:tav>
                                      </p:tavLst>
                                    </p:anim>
                                  </p:childTnLst>
                                </p:cTn>
                              </p:par>
                              <p:par>
                                <p:cTn id="21" presetID="30" presetClass="entr" presetSubtype="0" fill="hold" grpId="0" nodeType="withEffect">
                                  <p:stCondLst>
                                    <p:cond delay="0"/>
                                  </p:stCondLst>
                                  <p:childTnLst>
                                    <p:set>
                                      <p:cBhvr>
                                        <p:cTn id="22" dur="1" fill="hold">
                                          <p:stCondLst>
                                            <p:cond delay="0"/>
                                          </p:stCondLst>
                                        </p:cTn>
                                        <p:tgtEl>
                                          <p:spTgt spid="43"/>
                                        </p:tgtEl>
                                        <p:attrNameLst>
                                          <p:attrName>style.visibility</p:attrName>
                                        </p:attrNameLst>
                                      </p:cBhvr>
                                      <p:to>
                                        <p:strVal val="visible"/>
                                      </p:to>
                                    </p:set>
                                    <p:animEffect transition="in" filter="fade">
                                      <p:cBhvr>
                                        <p:cTn id="23" dur="800" decel="100000"/>
                                        <p:tgtEl>
                                          <p:spTgt spid="43"/>
                                        </p:tgtEl>
                                      </p:cBhvr>
                                    </p:animEffect>
                                    <p:anim calcmode="lin" valueType="num">
                                      <p:cBhvr>
                                        <p:cTn id="24" dur="800" decel="100000" fill="hold"/>
                                        <p:tgtEl>
                                          <p:spTgt spid="43"/>
                                        </p:tgtEl>
                                        <p:attrNameLst>
                                          <p:attrName>style.rotation</p:attrName>
                                        </p:attrNameLst>
                                      </p:cBhvr>
                                      <p:tavLst>
                                        <p:tav tm="0">
                                          <p:val>
                                            <p:fltVal val="-90"/>
                                          </p:val>
                                        </p:tav>
                                        <p:tav tm="100000">
                                          <p:val>
                                            <p:fltVal val="0"/>
                                          </p:val>
                                        </p:tav>
                                      </p:tavLst>
                                    </p:anim>
                                    <p:anim calcmode="lin" valueType="num">
                                      <p:cBhvr>
                                        <p:cTn id="25" dur="800" decel="100000" fill="hold"/>
                                        <p:tgtEl>
                                          <p:spTgt spid="43"/>
                                        </p:tgtEl>
                                        <p:attrNameLst>
                                          <p:attrName>ppt_x</p:attrName>
                                        </p:attrNameLst>
                                      </p:cBhvr>
                                      <p:tavLst>
                                        <p:tav tm="0">
                                          <p:val>
                                            <p:strVal val="#ppt_x+0.4"/>
                                          </p:val>
                                        </p:tav>
                                        <p:tav tm="100000">
                                          <p:val>
                                            <p:strVal val="#ppt_x-0.05"/>
                                          </p:val>
                                        </p:tav>
                                      </p:tavLst>
                                    </p:anim>
                                    <p:anim calcmode="lin" valueType="num">
                                      <p:cBhvr>
                                        <p:cTn id="26" dur="800" decel="100000" fill="hold"/>
                                        <p:tgtEl>
                                          <p:spTgt spid="43"/>
                                        </p:tgtEl>
                                        <p:attrNameLst>
                                          <p:attrName>ppt_y</p:attrName>
                                        </p:attrNameLst>
                                      </p:cBhvr>
                                      <p:tavLst>
                                        <p:tav tm="0">
                                          <p:val>
                                            <p:strVal val="#ppt_y-0.4"/>
                                          </p:val>
                                        </p:tav>
                                        <p:tav tm="100000">
                                          <p:val>
                                            <p:strVal val="#ppt_y+0.1"/>
                                          </p:val>
                                        </p:tav>
                                      </p:tavLst>
                                    </p:anim>
                                    <p:anim calcmode="lin" valueType="num">
                                      <p:cBhvr>
                                        <p:cTn id="27" dur="200" accel="100000" fill="hold">
                                          <p:stCondLst>
                                            <p:cond delay="800"/>
                                          </p:stCondLst>
                                        </p:cTn>
                                        <p:tgtEl>
                                          <p:spTgt spid="43"/>
                                        </p:tgtEl>
                                        <p:attrNameLst>
                                          <p:attrName>ppt_x</p:attrName>
                                        </p:attrNameLst>
                                      </p:cBhvr>
                                      <p:tavLst>
                                        <p:tav tm="0">
                                          <p:val>
                                            <p:strVal val="#ppt_x-0.05"/>
                                          </p:val>
                                        </p:tav>
                                        <p:tav tm="100000">
                                          <p:val>
                                            <p:strVal val="#ppt_x"/>
                                          </p:val>
                                        </p:tav>
                                      </p:tavLst>
                                    </p:anim>
                                    <p:anim calcmode="lin" valueType="num">
                                      <p:cBhvr>
                                        <p:cTn id="28" dur="200" accel="100000" fill="hold">
                                          <p:stCondLst>
                                            <p:cond delay="800"/>
                                          </p:stCondLst>
                                        </p:cTn>
                                        <p:tgtEl>
                                          <p:spTgt spid="43"/>
                                        </p:tgtEl>
                                        <p:attrNameLst>
                                          <p:attrName>ppt_y</p:attrName>
                                        </p:attrNameLst>
                                      </p:cBhvr>
                                      <p:tavLst>
                                        <p:tav tm="0">
                                          <p:val>
                                            <p:strVal val="#ppt_y+0.1"/>
                                          </p:val>
                                        </p:tav>
                                        <p:tav tm="100000">
                                          <p:val>
                                            <p:strVal val="#ppt_y"/>
                                          </p:val>
                                        </p:tav>
                                      </p:tavLst>
                                    </p:anim>
                                  </p:childTnLst>
                                </p:cTn>
                              </p:par>
                            </p:childTnLst>
                          </p:cTn>
                        </p:par>
                      </p:childTnLst>
                    </p:cTn>
                  </p:par>
                  <p:par>
                    <p:cTn id="29" fill="hold">
                      <p:stCondLst>
                        <p:cond delay="indefinite"/>
                      </p:stCondLst>
                      <p:childTnLst>
                        <p:par>
                          <p:cTn id="30" fill="hold">
                            <p:stCondLst>
                              <p:cond delay="0"/>
                            </p:stCondLst>
                            <p:childTnLst>
                              <p:par>
                                <p:cTn id="31" presetID="12" presetClass="entr" presetSubtype="4" fill="hold" nodeType="clickEffect">
                                  <p:stCondLst>
                                    <p:cond delay="0"/>
                                  </p:stCondLst>
                                  <p:childTnLst>
                                    <p:set>
                                      <p:cBhvr>
                                        <p:cTn id="32" dur="1" fill="hold">
                                          <p:stCondLst>
                                            <p:cond delay="0"/>
                                          </p:stCondLst>
                                        </p:cTn>
                                        <p:tgtEl>
                                          <p:spTgt spid="44"/>
                                        </p:tgtEl>
                                        <p:attrNameLst>
                                          <p:attrName>style.visibility</p:attrName>
                                        </p:attrNameLst>
                                      </p:cBhvr>
                                      <p:to>
                                        <p:strVal val="visible"/>
                                      </p:to>
                                    </p:set>
                                    <p:anim calcmode="lin" valueType="num">
                                      <p:cBhvr additive="base">
                                        <p:cTn id="33" dur="500"/>
                                        <p:tgtEl>
                                          <p:spTgt spid="44"/>
                                        </p:tgtEl>
                                        <p:attrNameLst>
                                          <p:attrName>ppt_y</p:attrName>
                                        </p:attrNameLst>
                                      </p:cBhvr>
                                      <p:tavLst>
                                        <p:tav tm="0">
                                          <p:val>
                                            <p:strVal val="#ppt_y+#ppt_h*1.125000"/>
                                          </p:val>
                                        </p:tav>
                                        <p:tav tm="100000">
                                          <p:val>
                                            <p:strVal val="#ppt_y"/>
                                          </p:val>
                                        </p:tav>
                                      </p:tavLst>
                                    </p:anim>
                                    <p:animEffect transition="in" filter="wipe(up)">
                                      <p:cBhvr>
                                        <p:cTn id="34" dur="500"/>
                                        <p:tgtEl>
                                          <p:spTgt spid="44"/>
                                        </p:tgtEl>
                                      </p:cBhvr>
                                    </p:animEffect>
                                  </p:childTnLst>
                                </p:cTn>
                              </p:par>
                            </p:childTnLst>
                          </p:cTn>
                        </p:par>
                      </p:childTnLst>
                    </p:cTn>
                  </p:par>
                  <p:par>
                    <p:cTn id="35" fill="hold">
                      <p:stCondLst>
                        <p:cond delay="indefinite"/>
                      </p:stCondLst>
                      <p:childTnLst>
                        <p:par>
                          <p:cTn id="36" fill="hold">
                            <p:stCondLst>
                              <p:cond delay="0"/>
                            </p:stCondLst>
                            <p:childTnLst>
                              <p:par>
                                <p:cTn id="37" presetID="12" presetClass="entr" presetSubtype="4" fill="hold" grpId="0" nodeType="clickEffect">
                                  <p:stCondLst>
                                    <p:cond delay="0"/>
                                  </p:stCondLst>
                                  <p:childTnLst>
                                    <p:set>
                                      <p:cBhvr>
                                        <p:cTn id="38" dur="1" fill="hold">
                                          <p:stCondLst>
                                            <p:cond delay="0"/>
                                          </p:stCondLst>
                                        </p:cTn>
                                        <p:tgtEl>
                                          <p:spTgt spid="40"/>
                                        </p:tgtEl>
                                        <p:attrNameLst>
                                          <p:attrName>style.visibility</p:attrName>
                                        </p:attrNameLst>
                                      </p:cBhvr>
                                      <p:to>
                                        <p:strVal val="visible"/>
                                      </p:to>
                                    </p:set>
                                    <p:anim calcmode="lin" valueType="num">
                                      <p:cBhvr additive="base">
                                        <p:cTn id="39" dur="1000"/>
                                        <p:tgtEl>
                                          <p:spTgt spid="40"/>
                                        </p:tgtEl>
                                        <p:attrNameLst>
                                          <p:attrName>ppt_y</p:attrName>
                                        </p:attrNameLst>
                                      </p:cBhvr>
                                      <p:tavLst>
                                        <p:tav tm="0">
                                          <p:val>
                                            <p:strVal val="#ppt_y+#ppt_h*1.125000"/>
                                          </p:val>
                                        </p:tav>
                                        <p:tav tm="100000">
                                          <p:val>
                                            <p:strVal val="#ppt_y"/>
                                          </p:val>
                                        </p:tav>
                                      </p:tavLst>
                                    </p:anim>
                                    <p:animEffect transition="in" filter="wipe(up)">
                                      <p:cBhvr>
                                        <p:cTn id="40" dur="1000"/>
                                        <p:tgtEl>
                                          <p:spTgt spid="40"/>
                                        </p:tgtEl>
                                      </p:cBhvr>
                                    </p:animEffect>
                                  </p:childTnLst>
                                </p:cTn>
                              </p:par>
                              <p:par>
                                <p:cTn id="41" presetID="22" presetClass="entr" presetSubtype="8" fill="hold" grpId="0" nodeType="withEffect">
                                  <p:stCondLst>
                                    <p:cond delay="0"/>
                                  </p:stCondLst>
                                  <p:childTnLst>
                                    <p:set>
                                      <p:cBhvr>
                                        <p:cTn id="42" dur="1" fill="hold">
                                          <p:stCondLst>
                                            <p:cond delay="0"/>
                                          </p:stCondLst>
                                        </p:cTn>
                                        <p:tgtEl>
                                          <p:spTgt spid="51"/>
                                        </p:tgtEl>
                                        <p:attrNameLst>
                                          <p:attrName>style.visibility</p:attrName>
                                        </p:attrNameLst>
                                      </p:cBhvr>
                                      <p:to>
                                        <p:strVal val="visible"/>
                                      </p:to>
                                    </p:set>
                                    <p:animEffect transition="in" filter="wipe(left)">
                                      <p:cBhvr>
                                        <p:cTn id="43" dur="1000"/>
                                        <p:tgtEl>
                                          <p:spTgt spid="51"/>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1" grpId="0" animBg="1"/>
      <p:bldP spid="42" grpId="0" animBg="1"/>
      <p:bldP spid="43" grpId="0" animBg="1"/>
      <p:bldP spid="40" grpId="0" animBg="1"/>
      <p:bldP spid="51" grpId="0" animBg="1"/>
    </p:bldLst>
  </p:timing>
</p:sld>
</file>

<file path=ppt/slides/slide20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45" name="组合 44">
            <a:extLst>
              <a:ext uri="{FF2B5EF4-FFF2-40B4-BE49-F238E27FC236}">
                <a16:creationId xmlns:a16="http://schemas.microsoft.com/office/drawing/2014/main" id="{F5FCA282-8954-464E-9962-8DEC0A190612}"/>
              </a:ext>
            </a:extLst>
          </p:cNvPr>
          <p:cNvGrpSpPr/>
          <p:nvPr/>
        </p:nvGrpSpPr>
        <p:grpSpPr>
          <a:xfrm>
            <a:off x="2305203" y="1368773"/>
            <a:ext cx="3025589" cy="910796"/>
            <a:chOff x="2302929" y="5098286"/>
            <a:chExt cx="3025589" cy="910796"/>
          </a:xfrm>
        </p:grpSpPr>
        <p:sp>
          <p:nvSpPr>
            <p:cNvPr id="46" name="矩形 45">
              <a:extLst>
                <a:ext uri="{FF2B5EF4-FFF2-40B4-BE49-F238E27FC236}">
                  <a16:creationId xmlns:a16="http://schemas.microsoft.com/office/drawing/2014/main" id="{471AA480-7085-4D51-B0B4-D68301BF2020}"/>
                </a:ext>
              </a:extLst>
            </p:cNvPr>
            <p:cNvSpPr/>
            <p:nvPr/>
          </p:nvSpPr>
          <p:spPr>
            <a:xfrm>
              <a:off x="2302929" y="5467618"/>
              <a:ext cx="3025589" cy="541464"/>
            </a:xfrm>
            <a:prstGeom prst="rect">
              <a:avLst/>
            </a:prstGeom>
            <a:solidFill>
              <a:schemeClr val="accent4"/>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mc:AlternateContent xmlns:mc="http://schemas.openxmlformats.org/markup-compatibility/2006" xmlns:a14="http://schemas.microsoft.com/office/drawing/2010/main">
          <mc:Choice Requires="a14">
            <p:sp>
              <p:nvSpPr>
                <p:cNvPr id="47" name="文本框 46">
                  <a:extLst>
                    <a:ext uri="{FF2B5EF4-FFF2-40B4-BE49-F238E27FC236}">
                      <a16:creationId xmlns:a16="http://schemas.microsoft.com/office/drawing/2014/main" id="{4DD506B6-2862-4CF6-A3E9-F36AEFD5D21B}"/>
                    </a:ext>
                  </a:extLst>
                </p:cNvPr>
                <p:cNvSpPr txBox="1"/>
                <p:nvPr/>
              </p:nvSpPr>
              <p:spPr>
                <a:xfrm>
                  <a:off x="3277773" y="5098286"/>
                  <a:ext cx="1067217" cy="369332"/>
                </a:xfrm>
                <a:prstGeom prst="rect">
                  <a:avLst/>
                </a:prstGeom>
                <a:noFill/>
              </p:spPr>
              <p:txBody>
                <a:bodyPr wrap="square">
                  <a:spAutoFit/>
                </a:bodyPr>
                <a:lstStyle/>
                <a:p>
                  <a:pPr/>
                  <a14:m>
                    <m:oMathPara xmlns:m="http://schemas.openxmlformats.org/officeDocument/2006/math">
                      <m:oMathParaPr>
                        <m:jc m:val="centerGroup"/>
                      </m:oMathParaPr>
                      <m:oMath xmlns:m="http://schemas.openxmlformats.org/officeDocument/2006/math">
                        <m:sSub>
                          <m:sSubPr>
                            <m:ctrlPr>
                              <a:rPr lang="en-US" altLang="zh-CN" b="1" i="1" smtClean="0">
                                <a:solidFill>
                                  <a:schemeClr val="accent4"/>
                                </a:solidFill>
                                <a:latin typeface="Cambria Math" panose="02040503050406030204" pitchFamily="18" charset="0"/>
                              </a:rPr>
                            </m:ctrlPr>
                          </m:sSubPr>
                          <m:e>
                            <m:r>
                              <a:rPr lang="en-US" altLang="zh-CN" b="1" i="1" smtClean="0">
                                <a:solidFill>
                                  <a:schemeClr val="accent4"/>
                                </a:solidFill>
                                <a:latin typeface="Cambria Math" panose="02040503050406030204" pitchFamily="18" charset="0"/>
                              </a:rPr>
                              <m:t>𝑾</m:t>
                            </m:r>
                          </m:e>
                          <m:sub>
                            <m:r>
                              <a:rPr lang="en-US" altLang="zh-CN" b="1" i="1" smtClean="0">
                                <a:solidFill>
                                  <a:schemeClr val="accent4"/>
                                </a:solidFill>
                                <a:latin typeface="Cambria Math" panose="02040503050406030204" pitchFamily="18" charset="0"/>
                              </a:rPr>
                              <m:t>𝑹</m:t>
                            </m:r>
                          </m:sub>
                        </m:sSub>
                        <m:r>
                          <a:rPr lang="en-US" altLang="zh-CN" b="1" i="1" smtClean="0">
                            <a:solidFill>
                              <a:schemeClr val="accent4"/>
                            </a:solidFill>
                            <a:latin typeface="Cambria Math" panose="02040503050406030204" pitchFamily="18" charset="0"/>
                          </a:rPr>
                          <m:t>=</m:t>
                        </m:r>
                        <m:r>
                          <a:rPr lang="en-US" altLang="zh-CN" b="1" i="1" smtClean="0">
                            <a:solidFill>
                              <a:schemeClr val="accent4"/>
                            </a:solidFill>
                            <a:latin typeface="Cambria Math" panose="02040503050406030204" pitchFamily="18" charset="0"/>
                          </a:rPr>
                          <m:t>𝟒</m:t>
                        </m:r>
                      </m:oMath>
                    </m:oMathPara>
                  </a14:m>
                  <a:endParaRPr lang="zh-CN" altLang="en-US" dirty="0">
                    <a:solidFill>
                      <a:schemeClr val="accent4"/>
                    </a:solidFill>
                  </a:endParaRPr>
                </a:p>
              </p:txBody>
            </p:sp>
          </mc:Choice>
          <mc:Fallback xmlns="">
            <p:sp>
              <p:nvSpPr>
                <p:cNvPr id="47" name="文本框 46">
                  <a:extLst>
                    <a:ext uri="{FF2B5EF4-FFF2-40B4-BE49-F238E27FC236}">
                      <a16:creationId xmlns:a16="http://schemas.microsoft.com/office/drawing/2014/main" id="{4DD506B6-2862-4CF6-A3E9-F36AEFD5D21B}"/>
                    </a:ext>
                  </a:extLst>
                </p:cNvPr>
                <p:cNvSpPr txBox="1">
                  <a:spLocks noRot="1" noChangeAspect="1" noMove="1" noResize="1" noEditPoints="1" noAdjustHandles="1" noChangeArrowheads="1" noChangeShapeType="1" noTextEdit="1"/>
                </p:cNvSpPr>
                <p:nvPr/>
              </p:nvSpPr>
              <p:spPr>
                <a:xfrm>
                  <a:off x="3277773" y="5098286"/>
                  <a:ext cx="1067217" cy="369332"/>
                </a:xfrm>
                <a:prstGeom prst="rect">
                  <a:avLst/>
                </a:prstGeom>
                <a:blipFill>
                  <a:blip r:embed="rId3"/>
                  <a:stretch>
                    <a:fillRect b="-3333"/>
                  </a:stretch>
                </a:blipFill>
              </p:spPr>
              <p:txBody>
                <a:bodyPr/>
                <a:lstStyle/>
                <a:p>
                  <a:r>
                    <a:rPr lang="zh-CN" altLang="en-US">
                      <a:noFill/>
                    </a:rPr>
                    <a:t> </a:t>
                  </a:r>
                </a:p>
              </p:txBody>
            </p:sp>
          </mc:Fallback>
        </mc:AlternateContent>
      </p:grpSp>
      <p:grpSp>
        <p:nvGrpSpPr>
          <p:cNvPr id="5" name="组合 4">
            <a:extLst>
              <a:ext uri="{FF2B5EF4-FFF2-40B4-BE49-F238E27FC236}">
                <a16:creationId xmlns:a16="http://schemas.microsoft.com/office/drawing/2014/main" id="{20EFBF47-A85C-4FD1-BB81-590596419A3D}"/>
              </a:ext>
            </a:extLst>
          </p:cNvPr>
          <p:cNvGrpSpPr/>
          <p:nvPr/>
        </p:nvGrpSpPr>
        <p:grpSpPr>
          <a:xfrm>
            <a:off x="2302929" y="5098286"/>
            <a:ext cx="3025589" cy="910796"/>
            <a:chOff x="2302929" y="5098286"/>
            <a:chExt cx="3025589" cy="910796"/>
          </a:xfrm>
        </p:grpSpPr>
        <p:sp>
          <p:nvSpPr>
            <p:cNvPr id="33" name="矩形 32">
              <a:extLst>
                <a:ext uri="{FF2B5EF4-FFF2-40B4-BE49-F238E27FC236}">
                  <a16:creationId xmlns:a16="http://schemas.microsoft.com/office/drawing/2014/main" id="{3EA6F5A2-1C83-4BE5-9CCD-7CBA9C984323}"/>
                </a:ext>
              </a:extLst>
            </p:cNvPr>
            <p:cNvSpPr/>
            <p:nvPr/>
          </p:nvSpPr>
          <p:spPr>
            <a:xfrm>
              <a:off x="2302929" y="5467618"/>
              <a:ext cx="3025589" cy="541464"/>
            </a:xfrm>
            <a:prstGeom prst="rect">
              <a:avLst/>
            </a:prstGeom>
            <a:solidFill>
              <a:schemeClr val="accent3"/>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mc:AlternateContent xmlns:mc="http://schemas.openxmlformats.org/markup-compatibility/2006" xmlns:a14="http://schemas.microsoft.com/office/drawing/2010/main">
          <mc:Choice Requires="a14">
            <p:sp>
              <p:nvSpPr>
                <p:cNvPr id="34" name="文本框 33">
                  <a:extLst>
                    <a:ext uri="{FF2B5EF4-FFF2-40B4-BE49-F238E27FC236}">
                      <a16:creationId xmlns:a16="http://schemas.microsoft.com/office/drawing/2014/main" id="{8C755A65-DDAE-400F-BD8A-B2EB9981B67D}"/>
                    </a:ext>
                  </a:extLst>
                </p:cNvPr>
                <p:cNvSpPr txBox="1"/>
                <p:nvPr/>
              </p:nvSpPr>
              <p:spPr>
                <a:xfrm>
                  <a:off x="3277773" y="5098286"/>
                  <a:ext cx="1067217" cy="369332"/>
                </a:xfrm>
                <a:prstGeom prst="rect">
                  <a:avLst/>
                </a:prstGeom>
                <a:noFill/>
              </p:spPr>
              <p:txBody>
                <a:bodyPr wrap="square">
                  <a:spAutoFit/>
                </a:bodyPr>
                <a:lstStyle/>
                <a:p>
                  <a:pPr/>
                  <a14:m>
                    <m:oMathPara xmlns:m="http://schemas.openxmlformats.org/officeDocument/2006/math">
                      <m:oMathParaPr>
                        <m:jc m:val="centerGroup"/>
                      </m:oMathParaPr>
                      <m:oMath xmlns:m="http://schemas.openxmlformats.org/officeDocument/2006/math">
                        <m:sSub>
                          <m:sSubPr>
                            <m:ctrlPr>
                              <a:rPr lang="en-US" altLang="zh-CN" b="1" i="1" smtClean="0">
                                <a:solidFill>
                                  <a:schemeClr val="accent3"/>
                                </a:solidFill>
                                <a:latin typeface="Cambria Math" panose="02040503050406030204" pitchFamily="18" charset="0"/>
                              </a:rPr>
                            </m:ctrlPr>
                          </m:sSubPr>
                          <m:e>
                            <m:r>
                              <a:rPr lang="en-US" altLang="zh-CN" b="1" i="1" smtClean="0">
                                <a:solidFill>
                                  <a:schemeClr val="accent3"/>
                                </a:solidFill>
                                <a:latin typeface="Cambria Math" panose="02040503050406030204" pitchFamily="18" charset="0"/>
                              </a:rPr>
                              <m:t>𝑾</m:t>
                            </m:r>
                          </m:e>
                          <m:sub>
                            <m:r>
                              <a:rPr lang="en-US" altLang="zh-CN" b="1" i="1" smtClean="0">
                                <a:solidFill>
                                  <a:schemeClr val="accent3"/>
                                </a:solidFill>
                                <a:latin typeface="Cambria Math" panose="02040503050406030204" pitchFamily="18" charset="0"/>
                              </a:rPr>
                              <m:t>𝑻</m:t>
                            </m:r>
                          </m:sub>
                        </m:sSub>
                        <m:r>
                          <a:rPr lang="en-US" altLang="zh-CN" b="1" i="1" smtClean="0">
                            <a:solidFill>
                              <a:schemeClr val="accent3"/>
                            </a:solidFill>
                            <a:latin typeface="Cambria Math" panose="02040503050406030204" pitchFamily="18" charset="0"/>
                          </a:rPr>
                          <m:t>=</m:t>
                        </m:r>
                        <m:r>
                          <a:rPr lang="en-US" altLang="zh-CN" b="1" i="1" smtClean="0">
                            <a:solidFill>
                              <a:schemeClr val="accent3"/>
                            </a:solidFill>
                            <a:latin typeface="Cambria Math" panose="02040503050406030204" pitchFamily="18" charset="0"/>
                          </a:rPr>
                          <m:t>𝟒</m:t>
                        </m:r>
                      </m:oMath>
                    </m:oMathPara>
                  </a14:m>
                  <a:endParaRPr lang="zh-CN" altLang="en-US" dirty="0">
                    <a:solidFill>
                      <a:schemeClr val="accent3"/>
                    </a:solidFill>
                  </a:endParaRPr>
                </a:p>
              </p:txBody>
            </p:sp>
          </mc:Choice>
          <mc:Fallback xmlns="">
            <p:sp>
              <p:nvSpPr>
                <p:cNvPr id="34" name="文本框 33">
                  <a:extLst>
                    <a:ext uri="{FF2B5EF4-FFF2-40B4-BE49-F238E27FC236}">
                      <a16:creationId xmlns:a16="http://schemas.microsoft.com/office/drawing/2014/main" id="{8C755A65-DDAE-400F-BD8A-B2EB9981B67D}"/>
                    </a:ext>
                  </a:extLst>
                </p:cNvPr>
                <p:cNvSpPr txBox="1">
                  <a:spLocks noRot="1" noChangeAspect="1" noMove="1" noResize="1" noEditPoints="1" noAdjustHandles="1" noChangeArrowheads="1" noChangeShapeType="1" noTextEdit="1"/>
                </p:cNvSpPr>
                <p:nvPr/>
              </p:nvSpPr>
              <p:spPr>
                <a:xfrm>
                  <a:off x="3277773" y="5098286"/>
                  <a:ext cx="1067217" cy="369332"/>
                </a:xfrm>
                <a:prstGeom prst="rect">
                  <a:avLst/>
                </a:prstGeom>
                <a:blipFill>
                  <a:blip r:embed="rId4"/>
                  <a:stretch>
                    <a:fillRect b="-3279"/>
                  </a:stretch>
                </a:blipFill>
              </p:spPr>
              <p:txBody>
                <a:bodyPr/>
                <a:lstStyle/>
                <a:p>
                  <a:r>
                    <a:rPr lang="zh-CN" altLang="en-US">
                      <a:noFill/>
                    </a:rPr>
                    <a:t> </a:t>
                  </a:r>
                </a:p>
              </p:txBody>
            </p:sp>
          </mc:Fallback>
        </mc:AlternateContent>
      </p:grpSp>
      <p:grpSp>
        <p:nvGrpSpPr>
          <p:cNvPr id="4" name="组合 3">
            <a:extLst>
              <a:ext uri="{FF2B5EF4-FFF2-40B4-BE49-F238E27FC236}">
                <a16:creationId xmlns:a16="http://schemas.microsoft.com/office/drawing/2014/main" id="{9A1EA9F2-FCB6-48C3-935F-7AE7E3AD14AC}"/>
              </a:ext>
            </a:extLst>
          </p:cNvPr>
          <p:cNvGrpSpPr/>
          <p:nvPr/>
        </p:nvGrpSpPr>
        <p:grpSpPr>
          <a:xfrm>
            <a:off x="304800" y="749300"/>
            <a:ext cx="6192344" cy="400110"/>
            <a:chOff x="424117" y="898245"/>
            <a:chExt cx="6192344" cy="400110"/>
          </a:xfrm>
        </p:grpSpPr>
        <p:sp>
          <p:nvSpPr>
            <p:cNvPr id="2" name="平行四边形 1">
              <a:extLst>
                <a:ext uri="{FF2B5EF4-FFF2-40B4-BE49-F238E27FC236}">
                  <a16:creationId xmlns:a16="http://schemas.microsoft.com/office/drawing/2014/main" id="{1F5BAA3F-9845-4F89-A2DD-8222D3E4EDAC}"/>
                </a:ext>
              </a:extLst>
            </p:cNvPr>
            <p:cNvSpPr/>
            <p:nvPr/>
          </p:nvSpPr>
          <p:spPr>
            <a:xfrm>
              <a:off x="424117" y="898245"/>
              <a:ext cx="628306" cy="387090"/>
            </a:xfrm>
            <a:prstGeom prst="parallelogram">
              <a:avLst/>
            </a:prstGeom>
            <a:solidFill>
              <a:schemeClr val="accent3">
                <a:lumMod val="75000"/>
              </a:schemeClr>
            </a:solidFill>
            <a:ln>
              <a:solidFill>
                <a:schemeClr val="accent3">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CN" sz="2200" dirty="0">
                  <a:latin typeface="Impact" panose="020B0806030902050204" pitchFamily="34" charset="0"/>
                </a:rPr>
                <a:t>01</a:t>
              </a:r>
              <a:endParaRPr lang="zh-CN" altLang="en-US" sz="2200" dirty="0">
                <a:latin typeface="Impact" panose="020B0806030902050204" pitchFamily="34" charset="0"/>
              </a:endParaRPr>
            </a:p>
          </p:txBody>
        </p:sp>
        <p:sp>
          <p:nvSpPr>
            <p:cNvPr id="3" name="文本框 2">
              <a:extLst>
                <a:ext uri="{FF2B5EF4-FFF2-40B4-BE49-F238E27FC236}">
                  <a16:creationId xmlns:a16="http://schemas.microsoft.com/office/drawing/2014/main" id="{4D6BD736-A4D3-4F26-AFED-36E11F50F70B}"/>
                </a:ext>
              </a:extLst>
            </p:cNvPr>
            <p:cNvSpPr txBox="1"/>
            <p:nvPr/>
          </p:nvSpPr>
          <p:spPr>
            <a:xfrm>
              <a:off x="1052423" y="898245"/>
              <a:ext cx="5564038" cy="400110"/>
            </a:xfrm>
            <a:prstGeom prst="rect">
              <a:avLst/>
            </a:prstGeom>
            <a:noFill/>
          </p:spPr>
          <p:txBody>
            <a:bodyPr wrap="square" rtlCol="0">
              <a:spAutoFit/>
            </a:bodyPr>
            <a:lstStyle/>
            <a:p>
              <a:r>
                <a:rPr lang="zh-CN" altLang="en-US" sz="2000" b="1" dirty="0"/>
                <a:t>选择重传协议</a:t>
              </a:r>
            </a:p>
          </p:txBody>
        </p:sp>
      </p:grpSp>
      <p:grpSp>
        <p:nvGrpSpPr>
          <p:cNvPr id="18" name="组合 17">
            <a:extLst>
              <a:ext uri="{FF2B5EF4-FFF2-40B4-BE49-F238E27FC236}">
                <a16:creationId xmlns:a16="http://schemas.microsoft.com/office/drawing/2014/main" id="{AF599708-FA4B-4F1A-915B-51ADB6AF8A5B}"/>
              </a:ext>
            </a:extLst>
          </p:cNvPr>
          <p:cNvGrpSpPr/>
          <p:nvPr/>
        </p:nvGrpSpPr>
        <p:grpSpPr>
          <a:xfrm>
            <a:off x="475097" y="1263518"/>
            <a:ext cx="1355161" cy="5114896"/>
            <a:chOff x="475097" y="1263518"/>
            <a:chExt cx="1355161" cy="5114896"/>
          </a:xfrm>
        </p:grpSpPr>
        <p:cxnSp>
          <p:nvCxnSpPr>
            <p:cNvPr id="19" name="直接连接符 18">
              <a:extLst>
                <a:ext uri="{FF2B5EF4-FFF2-40B4-BE49-F238E27FC236}">
                  <a16:creationId xmlns:a16="http://schemas.microsoft.com/office/drawing/2014/main" id="{8C267D38-D538-4153-B853-5B2DDE097738}"/>
                </a:ext>
              </a:extLst>
            </p:cNvPr>
            <p:cNvCxnSpPr>
              <a:cxnSpLocks/>
            </p:cNvCxnSpPr>
            <p:nvPr/>
          </p:nvCxnSpPr>
          <p:spPr>
            <a:xfrm flipV="1">
              <a:off x="1208367" y="2012996"/>
              <a:ext cx="0" cy="3813858"/>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nvGrpSpPr>
            <p:cNvPr id="20" name="组合 19">
              <a:extLst>
                <a:ext uri="{FF2B5EF4-FFF2-40B4-BE49-F238E27FC236}">
                  <a16:creationId xmlns:a16="http://schemas.microsoft.com/office/drawing/2014/main" id="{1A3F15DA-8F30-45DE-8760-8CB5AC7691B0}"/>
                </a:ext>
              </a:extLst>
            </p:cNvPr>
            <p:cNvGrpSpPr/>
            <p:nvPr/>
          </p:nvGrpSpPr>
          <p:grpSpPr>
            <a:xfrm>
              <a:off x="700096" y="5368000"/>
              <a:ext cx="905164" cy="1010414"/>
              <a:chOff x="700096" y="5368000"/>
              <a:chExt cx="905164" cy="1010414"/>
            </a:xfrm>
          </p:grpSpPr>
          <p:pic>
            <p:nvPicPr>
              <p:cNvPr id="25" name="图形 24">
                <a:extLst>
                  <a:ext uri="{FF2B5EF4-FFF2-40B4-BE49-F238E27FC236}">
                    <a16:creationId xmlns:a16="http://schemas.microsoft.com/office/drawing/2014/main" id="{5079B8D0-730B-4F27-A9EC-8AC79CEECAE0}"/>
                  </a:ext>
                </a:extLst>
              </p:cNvPr>
              <p:cNvPicPr>
                <a:picLocks noChangeAspect="1"/>
              </p:cNvPicPr>
              <p:nvPr/>
            </p:nvPicPr>
            <p:blipFill>
              <a:blip r:embed="rId5">
                <a:extLst>
                  <a:ext uri="{28A0092B-C50C-407E-A947-70E740481C1C}">
                    <a14:useLocalDpi xmlns:a14="http://schemas.microsoft.com/office/drawing/2010/main" val="0"/>
                  </a:ext>
                  <a:ext uri="{96DAC541-7B7A-43D3-8B79-37D633B846F1}">
                    <asvg:svgBlip xmlns:asvg="http://schemas.microsoft.com/office/drawing/2016/SVG/main" r:embed="rId6"/>
                  </a:ext>
                </a:extLst>
              </a:blip>
              <a:stretch>
                <a:fillRect/>
              </a:stretch>
            </p:blipFill>
            <p:spPr>
              <a:xfrm>
                <a:off x="821271" y="5368000"/>
                <a:ext cx="662814" cy="641082"/>
              </a:xfrm>
              <a:prstGeom prst="rect">
                <a:avLst/>
              </a:prstGeom>
            </p:spPr>
          </p:pic>
          <p:sp>
            <p:nvSpPr>
              <p:cNvPr id="26" name="文本框 25">
                <a:extLst>
                  <a:ext uri="{FF2B5EF4-FFF2-40B4-BE49-F238E27FC236}">
                    <a16:creationId xmlns:a16="http://schemas.microsoft.com/office/drawing/2014/main" id="{68E9BE24-5234-4436-839C-0CC65C932068}"/>
                  </a:ext>
                </a:extLst>
              </p:cNvPr>
              <p:cNvSpPr txBox="1"/>
              <p:nvPr/>
            </p:nvSpPr>
            <p:spPr>
              <a:xfrm>
                <a:off x="700096" y="6009082"/>
                <a:ext cx="905164" cy="369332"/>
              </a:xfrm>
              <a:prstGeom prst="rect">
                <a:avLst/>
              </a:prstGeom>
              <a:noFill/>
            </p:spPr>
            <p:txBody>
              <a:bodyPr wrap="square" rtlCol="0">
                <a:spAutoFit/>
              </a:bodyPr>
              <a:lstStyle/>
              <a:p>
                <a:r>
                  <a:rPr lang="zh-CN" altLang="en-US" b="1" dirty="0">
                    <a:latin typeface="+mn-ea"/>
                  </a:rPr>
                  <a:t>发送方</a:t>
                </a:r>
              </a:p>
            </p:txBody>
          </p:sp>
        </p:grpSp>
        <p:grpSp>
          <p:nvGrpSpPr>
            <p:cNvPr id="21" name="组合 20">
              <a:extLst>
                <a:ext uri="{FF2B5EF4-FFF2-40B4-BE49-F238E27FC236}">
                  <a16:creationId xmlns:a16="http://schemas.microsoft.com/office/drawing/2014/main" id="{50E1DF35-9236-4BB6-BAC4-1AE805165946}"/>
                </a:ext>
              </a:extLst>
            </p:cNvPr>
            <p:cNvGrpSpPr/>
            <p:nvPr/>
          </p:nvGrpSpPr>
          <p:grpSpPr>
            <a:xfrm>
              <a:off x="878301" y="1263518"/>
              <a:ext cx="905164" cy="1027908"/>
              <a:chOff x="878301" y="1390382"/>
              <a:chExt cx="905164" cy="1027908"/>
            </a:xfrm>
          </p:grpSpPr>
          <p:pic>
            <p:nvPicPr>
              <p:cNvPr id="23" name="图形 22">
                <a:extLst>
                  <a:ext uri="{FF2B5EF4-FFF2-40B4-BE49-F238E27FC236}">
                    <a16:creationId xmlns:a16="http://schemas.microsoft.com/office/drawing/2014/main" id="{E155E3ED-8C2A-42C4-BFBF-393051944136}"/>
                  </a:ext>
                </a:extLst>
              </p:cNvPr>
              <p:cNvPicPr>
                <a:picLocks noChangeAspect="1"/>
              </p:cNvPicPr>
              <p:nvPr/>
            </p:nvPicPr>
            <p:blipFill>
              <a:blip r:embed="rId7">
                <a:extLst>
                  <a:ext uri="{28A0092B-C50C-407E-A947-70E740481C1C}">
                    <a14:useLocalDpi xmlns:a14="http://schemas.microsoft.com/office/drawing/2010/main" val="0"/>
                  </a:ext>
                  <a:ext uri="{96DAC541-7B7A-43D3-8B79-37D633B846F1}">
                    <asvg:svgBlip xmlns:asvg="http://schemas.microsoft.com/office/drawing/2016/SVG/main" r:embed="rId8"/>
                  </a:ext>
                </a:extLst>
              </a:blip>
              <a:stretch>
                <a:fillRect/>
              </a:stretch>
            </p:blipFill>
            <p:spPr>
              <a:xfrm>
                <a:off x="984826" y="1759714"/>
                <a:ext cx="501772" cy="658576"/>
              </a:xfrm>
              <a:prstGeom prst="rect">
                <a:avLst/>
              </a:prstGeom>
            </p:spPr>
          </p:pic>
          <p:sp>
            <p:nvSpPr>
              <p:cNvPr id="24" name="文本框 23">
                <a:extLst>
                  <a:ext uri="{FF2B5EF4-FFF2-40B4-BE49-F238E27FC236}">
                    <a16:creationId xmlns:a16="http://schemas.microsoft.com/office/drawing/2014/main" id="{818AC20B-3072-437F-B302-67397F49105B}"/>
                  </a:ext>
                </a:extLst>
              </p:cNvPr>
              <p:cNvSpPr txBox="1"/>
              <p:nvPr/>
            </p:nvSpPr>
            <p:spPr>
              <a:xfrm>
                <a:off x="878301" y="1390382"/>
                <a:ext cx="905164" cy="369332"/>
              </a:xfrm>
              <a:prstGeom prst="rect">
                <a:avLst/>
              </a:prstGeom>
              <a:noFill/>
            </p:spPr>
            <p:txBody>
              <a:bodyPr wrap="square" rtlCol="0">
                <a:spAutoFit/>
              </a:bodyPr>
              <a:lstStyle/>
              <a:p>
                <a:r>
                  <a:rPr lang="zh-CN" altLang="en-US" b="1" dirty="0">
                    <a:latin typeface="+mn-ea"/>
                  </a:rPr>
                  <a:t>接收方</a:t>
                </a:r>
              </a:p>
            </p:txBody>
          </p:sp>
        </p:grpSp>
        <p:sp>
          <p:nvSpPr>
            <p:cNvPr id="22" name="云形 21">
              <a:extLst>
                <a:ext uri="{FF2B5EF4-FFF2-40B4-BE49-F238E27FC236}">
                  <a16:creationId xmlns:a16="http://schemas.microsoft.com/office/drawing/2014/main" id="{97C64CE5-C9EB-4960-87FB-62108C97374D}"/>
                </a:ext>
              </a:extLst>
            </p:cNvPr>
            <p:cNvSpPr/>
            <p:nvPr/>
          </p:nvSpPr>
          <p:spPr>
            <a:xfrm>
              <a:off x="475097" y="3429014"/>
              <a:ext cx="1355161" cy="801398"/>
            </a:xfrm>
            <a:prstGeom prst="cloud">
              <a:avLst/>
            </a:prstGeom>
            <a:solidFill>
              <a:schemeClr val="bg1">
                <a:lumMod val="85000"/>
              </a:schemeClr>
            </a:solidFill>
            <a:ln>
              <a:solidFill>
                <a:schemeClr val="bg1">
                  <a:lumMod val="85000"/>
                </a:schemeClr>
              </a:solidFill>
            </a:ln>
          </p:spPr>
          <p:style>
            <a:lnRef idx="2">
              <a:schemeClr val="accent3">
                <a:shade val="50000"/>
              </a:schemeClr>
            </a:lnRef>
            <a:fillRef idx="1">
              <a:schemeClr val="accent3"/>
            </a:fillRef>
            <a:effectRef idx="0">
              <a:schemeClr val="accent3"/>
            </a:effectRef>
            <a:fontRef idx="minor">
              <a:schemeClr val="lt1"/>
            </a:fontRef>
          </p:style>
          <p:txBody>
            <a:bodyPr rtlCol="0" anchor="ctr"/>
            <a:lstStyle/>
            <a:p>
              <a:pPr algn="ctr"/>
              <a:r>
                <a:rPr lang="zh-CN" altLang="en-US" b="1" dirty="0">
                  <a:solidFill>
                    <a:schemeClr val="tx1"/>
                  </a:solidFill>
                  <a:latin typeface="+mn-ea"/>
                </a:rPr>
                <a:t>因特网</a:t>
              </a:r>
            </a:p>
          </p:txBody>
        </p:sp>
      </p:grpSp>
      <mc:AlternateContent xmlns:mc="http://schemas.openxmlformats.org/markup-compatibility/2006" xmlns:a14="http://schemas.microsoft.com/office/drawing/2010/main">
        <mc:Choice Requires="a14">
          <p:sp>
            <p:nvSpPr>
              <p:cNvPr id="28" name="íşlïḍè">
                <a:extLst>
                  <a:ext uri="{FF2B5EF4-FFF2-40B4-BE49-F238E27FC236}">
                    <a16:creationId xmlns:a16="http://schemas.microsoft.com/office/drawing/2014/main" id="{8898676C-F981-4D74-B324-A859D1387610}"/>
                  </a:ext>
                </a:extLst>
              </p:cNvPr>
              <p:cNvSpPr txBox="1"/>
              <p:nvPr/>
            </p:nvSpPr>
            <p:spPr>
              <a:xfrm>
                <a:off x="2993250" y="3266194"/>
                <a:ext cx="6657288" cy="311297"/>
              </a:xfrm>
              <a:prstGeom prst="rect">
                <a:avLst/>
              </a:prstGeom>
              <a:noFill/>
            </p:spPr>
            <p:txBody>
              <a:bodyPr wrap="square" lIns="91440" tIns="45720" rIns="91440" bIns="45720" anchor="ctr">
                <a:noAutofit/>
              </a:bodyPr>
              <a:lstStyle/>
              <a:p>
                <a:r>
                  <a:rPr lang="zh-CN" altLang="en-US" b="1" dirty="0"/>
                  <a:t>本例假设采用</a:t>
                </a:r>
                <a14:m>
                  <m:oMath xmlns:m="http://schemas.openxmlformats.org/officeDocument/2006/math">
                    <m:r>
                      <a:rPr lang="en-US" altLang="zh-CN" b="1" i="1" dirty="0" smtClean="0">
                        <a:latin typeface="Cambria Math" panose="02040503050406030204" pitchFamily="18" charset="0"/>
                      </a:rPr>
                      <m:t>𝟑</m:t>
                    </m:r>
                  </m:oMath>
                </a14:m>
                <a:r>
                  <a:rPr lang="zh-CN" altLang="en-US" b="1" dirty="0"/>
                  <a:t>个比特给分组编序号，则序号范围是</a:t>
                </a:r>
                <a14:m>
                  <m:oMath xmlns:m="http://schemas.openxmlformats.org/officeDocument/2006/math">
                    <m:r>
                      <a:rPr lang="en-US" altLang="zh-CN" b="1" i="0" smtClean="0">
                        <a:latin typeface="Cambria Math" panose="02040503050406030204" pitchFamily="18" charset="0"/>
                        <a:ea typeface="Cambria Math" panose="02040503050406030204" pitchFamily="18" charset="0"/>
                      </a:rPr>
                      <m:t>𝟎</m:t>
                    </m:r>
                    <m:r>
                      <a:rPr lang="en-US" altLang="zh-CN" b="1" i="1" smtClean="0">
                        <a:latin typeface="Cambria Math" panose="02040503050406030204" pitchFamily="18" charset="0"/>
                        <a:ea typeface="Cambria Math" panose="02040503050406030204" pitchFamily="18" charset="0"/>
                      </a:rPr>
                      <m:t>~</m:t>
                    </m:r>
                    <m:sSup>
                      <m:sSupPr>
                        <m:ctrlPr>
                          <a:rPr lang="en-US" altLang="zh-CN" b="1" i="1" smtClean="0">
                            <a:latin typeface="Cambria Math" panose="02040503050406030204" pitchFamily="18" charset="0"/>
                            <a:ea typeface="Cambria Math" panose="02040503050406030204" pitchFamily="18" charset="0"/>
                          </a:rPr>
                        </m:ctrlPr>
                      </m:sSupPr>
                      <m:e>
                        <m:r>
                          <a:rPr lang="en-US" altLang="zh-CN" b="1" i="1" smtClean="0">
                            <a:latin typeface="Cambria Math" panose="02040503050406030204" pitchFamily="18" charset="0"/>
                            <a:ea typeface="Cambria Math" panose="02040503050406030204" pitchFamily="18" charset="0"/>
                          </a:rPr>
                          <m:t>(</m:t>
                        </m:r>
                        <m:r>
                          <a:rPr lang="en-US" altLang="zh-CN" b="1" i="1" smtClean="0">
                            <a:latin typeface="Cambria Math" panose="02040503050406030204" pitchFamily="18" charset="0"/>
                            <a:ea typeface="Cambria Math" panose="02040503050406030204" pitchFamily="18" charset="0"/>
                          </a:rPr>
                          <m:t>𝟐</m:t>
                        </m:r>
                      </m:e>
                      <m:sup>
                        <m:r>
                          <a:rPr lang="en-US" altLang="zh-CN" b="1" i="1" smtClean="0">
                            <a:latin typeface="Cambria Math" panose="02040503050406030204" pitchFamily="18" charset="0"/>
                            <a:ea typeface="Cambria Math" panose="02040503050406030204" pitchFamily="18" charset="0"/>
                          </a:rPr>
                          <m:t>𝟑</m:t>
                        </m:r>
                      </m:sup>
                    </m:sSup>
                    <m:r>
                      <a:rPr lang="en-US" altLang="zh-CN" b="1" i="1" smtClean="0">
                        <a:latin typeface="Cambria Math" panose="02040503050406030204" pitchFamily="18" charset="0"/>
                        <a:ea typeface="Cambria Math" panose="02040503050406030204" pitchFamily="18" charset="0"/>
                      </a:rPr>
                      <m:t>−</m:t>
                    </m:r>
                    <m:r>
                      <a:rPr lang="en-US" altLang="zh-CN" b="1" i="1" smtClean="0">
                        <a:latin typeface="Cambria Math" panose="02040503050406030204" pitchFamily="18" charset="0"/>
                        <a:ea typeface="Cambria Math" panose="02040503050406030204" pitchFamily="18" charset="0"/>
                      </a:rPr>
                      <m:t>𝟏</m:t>
                    </m:r>
                    <m:r>
                      <a:rPr lang="en-US" altLang="zh-CN" b="1" i="1" smtClean="0">
                        <a:latin typeface="Cambria Math" panose="02040503050406030204" pitchFamily="18" charset="0"/>
                        <a:ea typeface="Cambria Math" panose="02040503050406030204" pitchFamily="18" charset="0"/>
                      </a:rPr>
                      <m:t>)。</m:t>
                    </m:r>
                  </m:oMath>
                </a14:m>
                <a:endParaRPr lang="en-US" altLang="zh-CN" b="1" dirty="0"/>
              </a:p>
            </p:txBody>
          </p:sp>
        </mc:Choice>
        <mc:Fallback xmlns="">
          <p:sp>
            <p:nvSpPr>
              <p:cNvPr id="28" name="íşlïḍè">
                <a:extLst>
                  <a:ext uri="{FF2B5EF4-FFF2-40B4-BE49-F238E27FC236}">
                    <a16:creationId xmlns:a16="http://schemas.microsoft.com/office/drawing/2014/main" id="{8898676C-F981-4D74-B324-A859D1387610}"/>
                  </a:ext>
                </a:extLst>
              </p:cNvPr>
              <p:cNvSpPr txBox="1">
                <a:spLocks noRot="1" noChangeAspect="1" noMove="1" noResize="1" noEditPoints="1" noAdjustHandles="1" noChangeArrowheads="1" noChangeShapeType="1" noTextEdit="1"/>
              </p:cNvSpPr>
              <p:nvPr/>
            </p:nvSpPr>
            <p:spPr>
              <a:xfrm>
                <a:off x="2993250" y="3266194"/>
                <a:ext cx="6657288" cy="311297"/>
              </a:xfrm>
              <a:prstGeom prst="rect">
                <a:avLst/>
              </a:prstGeom>
              <a:blipFill>
                <a:blip r:embed="rId9"/>
                <a:stretch>
                  <a:fillRect l="-733" t="-19608" b="-41176"/>
                </a:stretch>
              </a:blipFill>
            </p:spPr>
            <p:txBody>
              <a:bodyPr/>
              <a:lstStyle/>
              <a:p>
                <a:r>
                  <a:rPr lang="zh-CN" altLang="en-US">
                    <a:noFill/>
                  </a:rPr>
                  <a:t> </a:t>
                </a:r>
              </a:p>
            </p:txBody>
          </p:sp>
        </mc:Fallback>
      </mc:AlternateContent>
      <p:graphicFrame>
        <p:nvGraphicFramePr>
          <p:cNvPr id="29" name="表格 21">
            <a:extLst>
              <a:ext uri="{FF2B5EF4-FFF2-40B4-BE49-F238E27FC236}">
                <a16:creationId xmlns:a16="http://schemas.microsoft.com/office/drawing/2014/main" id="{44D0CDFF-8B53-4BB1-835E-1192E30CC2FA}"/>
              </a:ext>
            </a:extLst>
          </p:cNvPr>
          <p:cNvGraphicFramePr>
            <a:graphicFrameLocks noGrp="1"/>
          </p:cNvGraphicFramePr>
          <p:nvPr/>
        </p:nvGraphicFramePr>
        <p:xfrm>
          <a:off x="2302929" y="5557308"/>
          <a:ext cx="9067800" cy="370840"/>
        </p:xfrm>
        <a:graphic>
          <a:graphicData uri="http://schemas.openxmlformats.org/drawingml/2006/table">
            <a:tbl>
              <a:tblPr firstRow="1" bandRow="1">
                <a:tableStyleId>{5C22544A-7EE6-4342-B048-85BDC9FD1C3A}</a:tableStyleId>
              </a:tblPr>
              <a:tblGrid>
                <a:gridCol w="755650">
                  <a:extLst>
                    <a:ext uri="{9D8B030D-6E8A-4147-A177-3AD203B41FA5}">
                      <a16:colId xmlns:a16="http://schemas.microsoft.com/office/drawing/2014/main" val="877486509"/>
                    </a:ext>
                  </a:extLst>
                </a:gridCol>
                <a:gridCol w="755650">
                  <a:extLst>
                    <a:ext uri="{9D8B030D-6E8A-4147-A177-3AD203B41FA5}">
                      <a16:colId xmlns:a16="http://schemas.microsoft.com/office/drawing/2014/main" val="3548605817"/>
                    </a:ext>
                  </a:extLst>
                </a:gridCol>
                <a:gridCol w="755650">
                  <a:extLst>
                    <a:ext uri="{9D8B030D-6E8A-4147-A177-3AD203B41FA5}">
                      <a16:colId xmlns:a16="http://schemas.microsoft.com/office/drawing/2014/main" val="2881812895"/>
                    </a:ext>
                  </a:extLst>
                </a:gridCol>
                <a:gridCol w="755650">
                  <a:extLst>
                    <a:ext uri="{9D8B030D-6E8A-4147-A177-3AD203B41FA5}">
                      <a16:colId xmlns:a16="http://schemas.microsoft.com/office/drawing/2014/main" val="3682284582"/>
                    </a:ext>
                  </a:extLst>
                </a:gridCol>
                <a:gridCol w="755650">
                  <a:extLst>
                    <a:ext uri="{9D8B030D-6E8A-4147-A177-3AD203B41FA5}">
                      <a16:colId xmlns:a16="http://schemas.microsoft.com/office/drawing/2014/main" val="500127722"/>
                    </a:ext>
                  </a:extLst>
                </a:gridCol>
                <a:gridCol w="755650">
                  <a:extLst>
                    <a:ext uri="{9D8B030D-6E8A-4147-A177-3AD203B41FA5}">
                      <a16:colId xmlns:a16="http://schemas.microsoft.com/office/drawing/2014/main" val="2946259618"/>
                    </a:ext>
                  </a:extLst>
                </a:gridCol>
                <a:gridCol w="755650">
                  <a:extLst>
                    <a:ext uri="{9D8B030D-6E8A-4147-A177-3AD203B41FA5}">
                      <a16:colId xmlns:a16="http://schemas.microsoft.com/office/drawing/2014/main" val="171501986"/>
                    </a:ext>
                  </a:extLst>
                </a:gridCol>
                <a:gridCol w="755650">
                  <a:extLst>
                    <a:ext uri="{9D8B030D-6E8A-4147-A177-3AD203B41FA5}">
                      <a16:colId xmlns:a16="http://schemas.microsoft.com/office/drawing/2014/main" val="1667185265"/>
                    </a:ext>
                  </a:extLst>
                </a:gridCol>
                <a:gridCol w="755650">
                  <a:extLst>
                    <a:ext uri="{9D8B030D-6E8A-4147-A177-3AD203B41FA5}">
                      <a16:colId xmlns:a16="http://schemas.microsoft.com/office/drawing/2014/main" val="4258211808"/>
                    </a:ext>
                  </a:extLst>
                </a:gridCol>
                <a:gridCol w="755650">
                  <a:extLst>
                    <a:ext uri="{9D8B030D-6E8A-4147-A177-3AD203B41FA5}">
                      <a16:colId xmlns:a16="http://schemas.microsoft.com/office/drawing/2014/main" val="1794200575"/>
                    </a:ext>
                  </a:extLst>
                </a:gridCol>
                <a:gridCol w="755650">
                  <a:extLst>
                    <a:ext uri="{9D8B030D-6E8A-4147-A177-3AD203B41FA5}">
                      <a16:colId xmlns:a16="http://schemas.microsoft.com/office/drawing/2014/main" val="4230716487"/>
                    </a:ext>
                  </a:extLst>
                </a:gridCol>
                <a:gridCol w="755650">
                  <a:extLst>
                    <a:ext uri="{9D8B030D-6E8A-4147-A177-3AD203B41FA5}">
                      <a16:colId xmlns:a16="http://schemas.microsoft.com/office/drawing/2014/main" val="56153739"/>
                    </a:ext>
                  </a:extLst>
                </a:gridCol>
              </a:tblGrid>
              <a:tr h="370840">
                <a:tc>
                  <a:txBody>
                    <a:bodyPr/>
                    <a:lstStyle/>
                    <a:p>
                      <a:pPr algn="ctr"/>
                      <a:r>
                        <a:rPr lang="en-US" altLang="zh-CN" dirty="0">
                          <a:solidFill>
                            <a:schemeClr val="tx1"/>
                          </a:solidFill>
                          <a:latin typeface="Arial Black" panose="020B0A04020102020204" pitchFamily="34" charset="0"/>
                        </a:rPr>
                        <a:t>0</a:t>
                      </a:r>
                      <a:endParaRPr lang="zh-CN" altLang="en-US" dirty="0">
                        <a:solidFill>
                          <a:schemeClr val="tx1"/>
                        </a:solidFill>
                        <a:latin typeface="Arial Black" panose="020B0A04020102020204" pitchFamily="34" charset="0"/>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ctr"/>
                      <a:r>
                        <a:rPr lang="en-US" altLang="zh-CN" dirty="0">
                          <a:solidFill>
                            <a:schemeClr val="tx1"/>
                          </a:solidFill>
                          <a:latin typeface="Arial Black" panose="020B0A04020102020204" pitchFamily="34" charset="0"/>
                        </a:rPr>
                        <a:t>1</a:t>
                      </a:r>
                      <a:endParaRPr lang="zh-CN" altLang="en-US" dirty="0">
                        <a:solidFill>
                          <a:schemeClr val="tx1"/>
                        </a:solidFill>
                        <a:latin typeface="Arial Black" panose="020B0A04020102020204" pitchFamily="34" charset="0"/>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ctr"/>
                      <a:r>
                        <a:rPr lang="en-US" altLang="zh-CN" dirty="0">
                          <a:solidFill>
                            <a:schemeClr val="tx1"/>
                          </a:solidFill>
                          <a:latin typeface="Arial Black" panose="020B0A04020102020204" pitchFamily="34" charset="0"/>
                        </a:rPr>
                        <a:t>2</a:t>
                      </a:r>
                      <a:endParaRPr lang="zh-CN" altLang="en-US" dirty="0">
                        <a:solidFill>
                          <a:schemeClr val="tx1"/>
                        </a:solidFill>
                        <a:latin typeface="Arial Black" panose="020B0A04020102020204" pitchFamily="34" charset="0"/>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ctr"/>
                      <a:r>
                        <a:rPr lang="en-US" altLang="zh-CN" dirty="0">
                          <a:solidFill>
                            <a:schemeClr val="tx1"/>
                          </a:solidFill>
                          <a:latin typeface="Arial Black" panose="020B0A04020102020204" pitchFamily="34" charset="0"/>
                        </a:rPr>
                        <a:t>3</a:t>
                      </a:r>
                      <a:endParaRPr lang="zh-CN" altLang="en-US" dirty="0">
                        <a:solidFill>
                          <a:schemeClr val="tx1"/>
                        </a:solidFill>
                        <a:latin typeface="Arial Black" panose="020B0A04020102020204" pitchFamily="34" charset="0"/>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ctr"/>
                      <a:r>
                        <a:rPr lang="en-US" altLang="zh-CN" dirty="0">
                          <a:solidFill>
                            <a:schemeClr val="tx1"/>
                          </a:solidFill>
                          <a:latin typeface="Arial Black" panose="020B0A04020102020204" pitchFamily="34" charset="0"/>
                        </a:rPr>
                        <a:t>4</a:t>
                      </a:r>
                      <a:endParaRPr lang="zh-CN" altLang="en-US" dirty="0">
                        <a:solidFill>
                          <a:schemeClr val="tx1"/>
                        </a:solidFill>
                        <a:latin typeface="Arial Black" panose="020B0A04020102020204" pitchFamily="34" charset="0"/>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ctr"/>
                      <a:r>
                        <a:rPr lang="en-US" altLang="zh-CN" dirty="0">
                          <a:solidFill>
                            <a:schemeClr val="tx1"/>
                          </a:solidFill>
                          <a:latin typeface="Arial Black" panose="020B0A04020102020204" pitchFamily="34" charset="0"/>
                        </a:rPr>
                        <a:t>5</a:t>
                      </a:r>
                      <a:endParaRPr lang="zh-CN" altLang="en-US" dirty="0">
                        <a:solidFill>
                          <a:schemeClr val="tx1"/>
                        </a:solidFill>
                        <a:latin typeface="Arial Black" panose="020B0A04020102020204" pitchFamily="34" charset="0"/>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ctr"/>
                      <a:r>
                        <a:rPr lang="en-US" altLang="zh-CN" dirty="0">
                          <a:solidFill>
                            <a:schemeClr val="tx1"/>
                          </a:solidFill>
                          <a:latin typeface="Arial Black" panose="020B0A04020102020204" pitchFamily="34" charset="0"/>
                        </a:rPr>
                        <a:t>6</a:t>
                      </a:r>
                      <a:endParaRPr lang="zh-CN" altLang="en-US" dirty="0">
                        <a:solidFill>
                          <a:schemeClr val="tx1"/>
                        </a:solidFill>
                        <a:latin typeface="Arial Black" panose="020B0A04020102020204" pitchFamily="34" charset="0"/>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ctr"/>
                      <a:r>
                        <a:rPr lang="en-US" altLang="zh-CN" dirty="0">
                          <a:solidFill>
                            <a:schemeClr val="tx1"/>
                          </a:solidFill>
                          <a:latin typeface="Arial Black" panose="020B0A04020102020204" pitchFamily="34" charset="0"/>
                        </a:rPr>
                        <a:t>7</a:t>
                      </a:r>
                      <a:endParaRPr lang="zh-CN" altLang="en-US" dirty="0">
                        <a:solidFill>
                          <a:schemeClr val="tx1"/>
                        </a:solidFill>
                        <a:latin typeface="Arial Black" panose="020B0A04020102020204" pitchFamily="34" charset="0"/>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ctr"/>
                      <a:r>
                        <a:rPr lang="en-US" altLang="zh-CN" dirty="0">
                          <a:solidFill>
                            <a:schemeClr val="tx1"/>
                          </a:solidFill>
                          <a:latin typeface="Arial Black" panose="020B0A04020102020204" pitchFamily="34" charset="0"/>
                        </a:rPr>
                        <a:t>0</a:t>
                      </a:r>
                      <a:endParaRPr lang="zh-CN" altLang="en-US" dirty="0">
                        <a:solidFill>
                          <a:schemeClr val="tx1"/>
                        </a:solidFill>
                        <a:latin typeface="Arial Black" panose="020B0A04020102020204" pitchFamily="34" charset="0"/>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ctr"/>
                      <a:r>
                        <a:rPr lang="en-US" altLang="zh-CN" dirty="0">
                          <a:solidFill>
                            <a:schemeClr val="tx1"/>
                          </a:solidFill>
                          <a:latin typeface="Arial Black" panose="020B0A04020102020204" pitchFamily="34" charset="0"/>
                        </a:rPr>
                        <a:t>1</a:t>
                      </a:r>
                      <a:endParaRPr lang="zh-CN" altLang="en-US" dirty="0">
                        <a:solidFill>
                          <a:schemeClr val="tx1"/>
                        </a:solidFill>
                        <a:latin typeface="Arial Black" panose="020B0A04020102020204" pitchFamily="34" charset="0"/>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ctr"/>
                      <a:r>
                        <a:rPr lang="en-US" altLang="zh-CN" dirty="0">
                          <a:solidFill>
                            <a:schemeClr val="tx1"/>
                          </a:solidFill>
                          <a:latin typeface="Arial Black" panose="020B0A04020102020204" pitchFamily="34" charset="0"/>
                        </a:rPr>
                        <a:t>2</a:t>
                      </a:r>
                      <a:endParaRPr lang="zh-CN" altLang="en-US" dirty="0">
                        <a:solidFill>
                          <a:schemeClr val="tx1"/>
                        </a:solidFill>
                        <a:latin typeface="Arial Black" panose="020B0A04020102020204" pitchFamily="34" charset="0"/>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ctr"/>
                      <a:r>
                        <a:rPr lang="en-US" altLang="zh-CN" dirty="0">
                          <a:solidFill>
                            <a:schemeClr val="tx1"/>
                          </a:solidFill>
                          <a:latin typeface="Arial Black" panose="020B0A04020102020204" pitchFamily="34" charset="0"/>
                        </a:rPr>
                        <a:t>…</a:t>
                      </a:r>
                      <a:endParaRPr lang="zh-CN" altLang="en-US" dirty="0">
                        <a:solidFill>
                          <a:schemeClr val="tx1"/>
                        </a:solidFill>
                        <a:latin typeface="Arial Black" panose="020B0A04020102020204" pitchFamily="34" charset="0"/>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extLst>
                  <a:ext uri="{0D108BD9-81ED-4DB2-BD59-A6C34878D82A}">
                    <a16:rowId xmlns:a16="http://schemas.microsoft.com/office/drawing/2014/main" val="316235763"/>
                  </a:ext>
                </a:extLst>
              </a:tr>
            </a:tbl>
          </a:graphicData>
        </a:graphic>
      </p:graphicFrame>
      <p:graphicFrame>
        <p:nvGraphicFramePr>
          <p:cNvPr id="30" name="表格 21">
            <a:extLst>
              <a:ext uri="{FF2B5EF4-FFF2-40B4-BE49-F238E27FC236}">
                <a16:creationId xmlns:a16="http://schemas.microsoft.com/office/drawing/2014/main" id="{849D252C-900C-44C3-9C3B-0A66CC10F5E3}"/>
              </a:ext>
            </a:extLst>
          </p:cNvPr>
          <p:cNvGraphicFramePr>
            <a:graphicFrameLocks noGrp="1"/>
          </p:cNvGraphicFramePr>
          <p:nvPr/>
        </p:nvGraphicFramePr>
        <p:xfrm>
          <a:off x="2302929" y="1827576"/>
          <a:ext cx="9067800" cy="370840"/>
        </p:xfrm>
        <a:graphic>
          <a:graphicData uri="http://schemas.openxmlformats.org/drawingml/2006/table">
            <a:tbl>
              <a:tblPr firstRow="1" bandRow="1">
                <a:tableStyleId>{5C22544A-7EE6-4342-B048-85BDC9FD1C3A}</a:tableStyleId>
              </a:tblPr>
              <a:tblGrid>
                <a:gridCol w="755650">
                  <a:extLst>
                    <a:ext uri="{9D8B030D-6E8A-4147-A177-3AD203B41FA5}">
                      <a16:colId xmlns:a16="http://schemas.microsoft.com/office/drawing/2014/main" val="877486509"/>
                    </a:ext>
                  </a:extLst>
                </a:gridCol>
                <a:gridCol w="755650">
                  <a:extLst>
                    <a:ext uri="{9D8B030D-6E8A-4147-A177-3AD203B41FA5}">
                      <a16:colId xmlns:a16="http://schemas.microsoft.com/office/drawing/2014/main" val="3548605817"/>
                    </a:ext>
                  </a:extLst>
                </a:gridCol>
                <a:gridCol w="755650">
                  <a:extLst>
                    <a:ext uri="{9D8B030D-6E8A-4147-A177-3AD203B41FA5}">
                      <a16:colId xmlns:a16="http://schemas.microsoft.com/office/drawing/2014/main" val="2881812895"/>
                    </a:ext>
                  </a:extLst>
                </a:gridCol>
                <a:gridCol w="755650">
                  <a:extLst>
                    <a:ext uri="{9D8B030D-6E8A-4147-A177-3AD203B41FA5}">
                      <a16:colId xmlns:a16="http://schemas.microsoft.com/office/drawing/2014/main" val="3682284582"/>
                    </a:ext>
                  </a:extLst>
                </a:gridCol>
                <a:gridCol w="755650">
                  <a:extLst>
                    <a:ext uri="{9D8B030D-6E8A-4147-A177-3AD203B41FA5}">
                      <a16:colId xmlns:a16="http://schemas.microsoft.com/office/drawing/2014/main" val="500127722"/>
                    </a:ext>
                  </a:extLst>
                </a:gridCol>
                <a:gridCol w="755650">
                  <a:extLst>
                    <a:ext uri="{9D8B030D-6E8A-4147-A177-3AD203B41FA5}">
                      <a16:colId xmlns:a16="http://schemas.microsoft.com/office/drawing/2014/main" val="2946259618"/>
                    </a:ext>
                  </a:extLst>
                </a:gridCol>
                <a:gridCol w="755650">
                  <a:extLst>
                    <a:ext uri="{9D8B030D-6E8A-4147-A177-3AD203B41FA5}">
                      <a16:colId xmlns:a16="http://schemas.microsoft.com/office/drawing/2014/main" val="171501986"/>
                    </a:ext>
                  </a:extLst>
                </a:gridCol>
                <a:gridCol w="755650">
                  <a:extLst>
                    <a:ext uri="{9D8B030D-6E8A-4147-A177-3AD203B41FA5}">
                      <a16:colId xmlns:a16="http://schemas.microsoft.com/office/drawing/2014/main" val="1667185265"/>
                    </a:ext>
                  </a:extLst>
                </a:gridCol>
                <a:gridCol w="755650">
                  <a:extLst>
                    <a:ext uri="{9D8B030D-6E8A-4147-A177-3AD203B41FA5}">
                      <a16:colId xmlns:a16="http://schemas.microsoft.com/office/drawing/2014/main" val="4258211808"/>
                    </a:ext>
                  </a:extLst>
                </a:gridCol>
                <a:gridCol w="755650">
                  <a:extLst>
                    <a:ext uri="{9D8B030D-6E8A-4147-A177-3AD203B41FA5}">
                      <a16:colId xmlns:a16="http://schemas.microsoft.com/office/drawing/2014/main" val="1794200575"/>
                    </a:ext>
                  </a:extLst>
                </a:gridCol>
                <a:gridCol w="755650">
                  <a:extLst>
                    <a:ext uri="{9D8B030D-6E8A-4147-A177-3AD203B41FA5}">
                      <a16:colId xmlns:a16="http://schemas.microsoft.com/office/drawing/2014/main" val="4230716487"/>
                    </a:ext>
                  </a:extLst>
                </a:gridCol>
                <a:gridCol w="755650">
                  <a:extLst>
                    <a:ext uri="{9D8B030D-6E8A-4147-A177-3AD203B41FA5}">
                      <a16:colId xmlns:a16="http://schemas.microsoft.com/office/drawing/2014/main" val="56153739"/>
                    </a:ext>
                  </a:extLst>
                </a:gridCol>
              </a:tblGrid>
              <a:tr h="370840">
                <a:tc>
                  <a:txBody>
                    <a:bodyPr/>
                    <a:lstStyle/>
                    <a:p>
                      <a:pPr algn="ctr"/>
                      <a:r>
                        <a:rPr lang="en-US" altLang="zh-CN" dirty="0">
                          <a:solidFill>
                            <a:schemeClr val="tx1"/>
                          </a:solidFill>
                          <a:latin typeface="Arial Black" panose="020B0A04020102020204" pitchFamily="34" charset="0"/>
                        </a:rPr>
                        <a:t>0</a:t>
                      </a:r>
                      <a:endParaRPr lang="zh-CN" altLang="en-US" dirty="0">
                        <a:solidFill>
                          <a:schemeClr val="tx1"/>
                        </a:solidFill>
                        <a:latin typeface="Arial Black" panose="020B0A04020102020204" pitchFamily="34" charset="0"/>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ctr"/>
                      <a:r>
                        <a:rPr lang="en-US" altLang="zh-CN" dirty="0">
                          <a:solidFill>
                            <a:schemeClr val="tx1"/>
                          </a:solidFill>
                          <a:latin typeface="Arial Black" panose="020B0A04020102020204" pitchFamily="34" charset="0"/>
                        </a:rPr>
                        <a:t>1</a:t>
                      </a:r>
                      <a:endParaRPr lang="zh-CN" altLang="en-US" dirty="0">
                        <a:solidFill>
                          <a:schemeClr val="tx1"/>
                        </a:solidFill>
                        <a:latin typeface="Arial Black" panose="020B0A04020102020204" pitchFamily="34" charset="0"/>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ctr"/>
                      <a:r>
                        <a:rPr lang="en-US" altLang="zh-CN" dirty="0">
                          <a:solidFill>
                            <a:schemeClr val="tx1"/>
                          </a:solidFill>
                          <a:latin typeface="Arial Black" panose="020B0A04020102020204" pitchFamily="34" charset="0"/>
                        </a:rPr>
                        <a:t>2</a:t>
                      </a:r>
                      <a:endParaRPr lang="zh-CN" altLang="en-US" dirty="0">
                        <a:solidFill>
                          <a:schemeClr val="tx1"/>
                        </a:solidFill>
                        <a:latin typeface="Arial Black" panose="020B0A04020102020204" pitchFamily="34" charset="0"/>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ctr"/>
                      <a:r>
                        <a:rPr lang="en-US" altLang="zh-CN" dirty="0">
                          <a:solidFill>
                            <a:schemeClr val="tx1"/>
                          </a:solidFill>
                          <a:latin typeface="Arial Black" panose="020B0A04020102020204" pitchFamily="34" charset="0"/>
                        </a:rPr>
                        <a:t>3</a:t>
                      </a:r>
                      <a:endParaRPr lang="zh-CN" altLang="en-US" dirty="0">
                        <a:solidFill>
                          <a:schemeClr val="tx1"/>
                        </a:solidFill>
                        <a:latin typeface="Arial Black" panose="020B0A04020102020204" pitchFamily="34" charset="0"/>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ctr"/>
                      <a:r>
                        <a:rPr lang="en-US" altLang="zh-CN" dirty="0">
                          <a:solidFill>
                            <a:schemeClr val="tx1"/>
                          </a:solidFill>
                          <a:latin typeface="Arial Black" panose="020B0A04020102020204" pitchFamily="34" charset="0"/>
                        </a:rPr>
                        <a:t>4</a:t>
                      </a:r>
                      <a:endParaRPr lang="zh-CN" altLang="en-US" dirty="0">
                        <a:solidFill>
                          <a:schemeClr val="tx1"/>
                        </a:solidFill>
                        <a:latin typeface="Arial Black" panose="020B0A04020102020204" pitchFamily="34" charset="0"/>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ctr"/>
                      <a:r>
                        <a:rPr lang="en-US" altLang="zh-CN" dirty="0">
                          <a:solidFill>
                            <a:schemeClr val="tx1"/>
                          </a:solidFill>
                          <a:latin typeface="Arial Black" panose="020B0A04020102020204" pitchFamily="34" charset="0"/>
                        </a:rPr>
                        <a:t>5</a:t>
                      </a:r>
                      <a:endParaRPr lang="zh-CN" altLang="en-US" dirty="0">
                        <a:solidFill>
                          <a:schemeClr val="tx1"/>
                        </a:solidFill>
                        <a:latin typeface="Arial Black" panose="020B0A04020102020204" pitchFamily="34" charset="0"/>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ctr"/>
                      <a:r>
                        <a:rPr lang="en-US" altLang="zh-CN" dirty="0">
                          <a:solidFill>
                            <a:schemeClr val="tx1"/>
                          </a:solidFill>
                          <a:latin typeface="Arial Black" panose="020B0A04020102020204" pitchFamily="34" charset="0"/>
                        </a:rPr>
                        <a:t>6</a:t>
                      </a:r>
                      <a:endParaRPr lang="zh-CN" altLang="en-US" dirty="0">
                        <a:solidFill>
                          <a:schemeClr val="tx1"/>
                        </a:solidFill>
                        <a:latin typeface="Arial Black" panose="020B0A04020102020204" pitchFamily="34" charset="0"/>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ctr"/>
                      <a:r>
                        <a:rPr lang="en-US" altLang="zh-CN" dirty="0">
                          <a:solidFill>
                            <a:schemeClr val="tx1"/>
                          </a:solidFill>
                          <a:latin typeface="Arial Black" panose="020B0A04020102020204" pitchFamily="34" charset="0"/>
                        </a:rPr>
                        <a:t>7</a:t>
                      </a:r>
                      <a:endParaRPr lang="zh-CN" altLang="en-US" dirty="0">
                        <a:solidFill>
                          <a:schemeClr val="tx1"/>
                        </a:solidFill>
                        <a:latin typeface="Arial Black" panose="020B0A04020102020204" pitchFamily="34" charset="0"/>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ctr"/>
                      <a:r>
                        <a:rPr lang="en-US" altLang="zh-CN" dirty="0">
                          <a:solidFill>
                            <a:schemeClr val="tx1"/>
                          </a:solidFill>
                          <a:latin typeface="Arial Black" panose="020B0A04020102020204" pitchFamily="34" charset="0"/>
                        </a:rPr>
                        <a:t>0</a:t>
                      </a:r>
                      <a:endParaRPr lang="zh-CN" altLang="en-US" dirty="0">
                        <a:solidFill>
                          <a:schemeClr val="tx1"/>
                        </a:solidFill>
                        <a:latin typeface="Arial Black" panose="020B0A04020102020204" pitchFamily="34" charset="0"/>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ctr"/>
                      <a:r>
                        <a:rPr lang="en-US" altLang="zh-CN" dirty="0">
                          <a:solidFill>
                            <a:schemeClr val="tx1"/>
                          </a:solidFill>
                          <a:latin typeface="Arial Black" panose="020B0A04020102020204" pitchFamily="34" charset="0"/>
                        </a:rPr>
                        <a:t>1</a:t>
                      </a:r>
                      <a:endParaRPr lang="zh-CN" altLang="en-US" dirty="0">
                        <a:solidFill>
                          <a:schemeClr val="tx1"/>
                        </a:solidFill>
                        <a:latin typeface="Arial Black" panose="020B0A04020102020204" pitchFamily="34" charset="0"/>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ctr"/>
                      <a:r>
                        <a:rPr lang="en-US" altLang="zh-CN" dirty="0">
                          <a:solidFill>
                            <a:schemeClr val="tx1"/>
                          </a:solidFill>
                          <a:latin typeface="Arial Black" panose="020B0A04020102020204" pitchFamily="34" charset="0"/>
                        </a:rPr>
                        <a:t>2</a:t>
                      </a:r>
                      <a:endParaRPr lang="zh-CN" altLang="en-US" dirty="0">
                        <a:solidFill>
                          <a:schemeClr val="tx1"/>
                        </a:solidFill>
                        <a:latin typeface="Arial Black" panose="020B0A04020102020204" pitchFamily="34" charset="0"/>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ctr"/>
                      <a:r>
                        <a:rPr lang="en-US" altLang="zh-CN" dirty="0">
                          <a:solidFill>
                            <a:schemeClr val="tx1"/>
                          </a:solidFill>
                          <a:latin typeface="Arial Black" panose="020B0A04020102020204" pitchFamily="34" charset="0"/>
                        </a:rPr>
                        <a:t>…</a:t>
                      </a:r>
                      <a:endParaRPr lang="zh-CN" altLang="en-US" dirty="0">
                        <a:solidFill>
                          <a:schemeClr val="tx1"/>
                        </a:solidFill>
                        <a:latin typeface="Arial Black" panose="020B0A04020102020204" pitchFamily="34" charset="0"/>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extLst>
                  <a:ext uri="{0D108BD9-81ED-4DB2-BD59-A6C34878D82A}">
                    <a16:rowId xmlns:a16="http://schemas.microsoft.com/office/drawing/2014/main" val="316235763"/>
                  </a:ext>
                </a:extLst>
              </a:tr>
            </a:tbl>
          </a:graphicData>
        </a:graphic>
      </p:graphicFrame>
      <mc:AlternateContent xmlns:mc="http://schemas.openxmlformats.org/markup-compatibility/2006" xmlns:a14="http://schemas.microsoft.com/office/drawing/2010/main">
        <mc:Choice Requires="a14">
          <p:sp>
            <p:nvSpPr>
              <p:cNvPr id="31" name="íşlïḍè">
                <a:extLst>
                  <a:ext uri="{FF2B5EF4-FFF2-40B4-BE49-F238E27FC236}">
                    <a16:creationId xmlns:a16="http://schemas.microsoft.com/office/drawing/2014/main" id="{534EE850-C207-4BCA-A31E-771A47DA9033}"/>
                  </a:ext>
                </a:extLst>
              </p:cNvPr>
              <p:cNvSpPr txBox="1"/>
              <p:nvPr/>
            </p:nvSpPr>
            <p:spPr>
              <a:xfrm>
                <a:off x="2993250" y="3724968"/>
                <a:ext cx="6218660" cy="311297"/>
              </a:xfrm>
              <a:prstGeom prst="rect">
                <a:avLst/>
              </a:prstGeom>
              <a:noFill/>
            </p:spPr>
            <p:txBody>
              <a:bodyPr wrap="square" lIns="91440" tIns="45720" rIns="91440" bIns="45720" anchor="ctr">
                <a:noAutofit/>
              </a:bodyPr>
              <a:lstStyle/>
              <a:p>
                <a:r>
                  <a:rPr lang="zh-CN" altLang="en-US" b="1" dirty="0">
                    <a:solidFill>
                      <a:schemeClr val="accent4"/>
                    </a:solidFill>
                  </a:rPr>
                  <a:t>接收窗口</a:t>
                </a:r>
                <a14:m>
                  <m:oMath xmlns:m="http://schemas.openxmlformats.org/officeDocument/2006/math">
                    <m:sSub>
                      <m:sSubPr>
                        <m:ctrlPr>
                          <a:rPr lang="en-US" altLang="zh-CN" b="1" i="1" smtClean="0">
                            <a:solidFill>
                              <a:schemeClr val="accent4"/>
                            </a:solidFill>
                            <a:latin typeface="Cambria Math" panose="02040503050406030204" pitchFamily="18" charset="0"/>
                          </a:rPr>
                        </m:ctrlPr>
                      </m:sSubPr>
                      <m:e>
                        <m:r>
                          <a:rPr lang="en-US" altLang="zh-CN" b="1" i="1" smtClean="0">
                            <a:solidFill>
                              <a:schemeClr val="accent4"/>
                            </a:solidFill>
                            <a:latin typeface="Cambria Math" panose="02040503050406030204" pitchFamily="18" charset="0"/>
                          </a:rPr>
                          <m:t>𝑾</m:t>
                        </m:r>
                      </m:e>
                      <m:sub>
                        <m:r>
                          <a:rPr lang="en-US" altLang="zh-CN" b="1" i="1" smtClean="0">
                            <a:solidFill>
                              <a:schemeClr val="accent4"/>
                            </a:solidFill>
                            <a:latin typeface="Cambria Math" panose="02040503050406030204" pitchFamily="18" charset="0"/>
                          </a:rPr>
                          <m:t>𝑹</m:t>
                        </m:r>
                      </m:sub>
                    </m:sSub>
                  </m:oMath>
                </a14:m>
                <a:r>
                  <a:rPr lang="zh-CN" altLang="en-US" b="1" dirty="0"/>
                  <a:t>取最大值</a:t>
                </a:r>
                <a14:m>
                  <m:oMath xmlns:m="http://schemas.openxmlformats.org/officeDocument/2006/math">
                    <m:sSup>
                      <m:sSupPr>
                        <m:ctrlPr>
                          <a:rPr lang="en-US" altLang="zh-CN" b="1" i="1" smtClean="0">
                            <a:latin typeface="Cambria Math" panose="02040503050406030204" pitchFamily="18" charset="0"/>
                          </a:rPr>
                        </m:ctrlPr>
                      </m:sSupPr>
                      <m:e>
                        <m:r>
                          <a:rPr lang="en-US" altLang="zh-CN" b="1" i="1" smtClean="0">
                            <a:latin typeface="Cambria Math" panose="02040503050406030204" pitchFamily="18" charset="0"/>
                          </a:rPr>
                          <m:t>𝟐</m:t>
                        </m:r>
                      </m:e>
                      <m:sup>
                        <m:r>
                          <a:rPr lang="en-US" altLang="zh-CN" b="1" i="1" smtClean="0">
                            <a:latin typeface="Cambria Math" panose="02040503050406030204" pitchFamily="18" charset="0"/>
                          </a:rPr>
                          <m:t>(</m:t>
                        </m:r>
                        <m:r>
                          <a:rPr lang="en-US" altLang="zh-CN" b="1" i="1" smtClean="0">
                            <a:latin typeface="Cambria Math" panose="02040503050406030204" pitchFamily="18" charset="0"/>
                          </a:rPr>
                          <m:t>𝟑</m:t>
                        </m:r>
                        <m:r>
                          <a:rPr lang="en-US" altLang="zh-CN" b="1" i="1" smtClean="0">
                            <a:latin typeface="Cambria Math" panose="02040503050406030204" pitchFamily="18" charset="0"/>
                          </a:rPr>
                          <m:t>−</m:t>
                        </m:r>
                        <m:r>
                          <a:rPr lang="en-US" altLang="zh-CN" b="1" i="1" smtClean="0">
                            <a:latin typeface="Cambria Math" panose="02040503050406030204" pitchFamily="18" charset="0"/>
                          </a:rPr>
                          <m:t>𝟏</m:t>
                        </m:r>
                        <m:r>
                          <a:rPr lang="en-US" altLang="zh-CN" b="1" i="1" smtClean="0">
                            <a:latin typeface="Cambria Math" panose="02040503050406030204" pitchFamily="18" charset="0"/>
                          </a:rPr>
                          <m:t>)</m:t>
                        </m:r>
                      </m:sup>
                    </m:sSup>
                  </m:oMath>
                </a14:m>
                <a:r>
                  <a:rPr lang="zh-CN" altLang="en-US" b="1" dirty="0"/>
                  <a:t>，即</a:t>
                </a:r>
                <a14:m>
                  <m:oMath xmlns:m="http://schemas.openxmlformats.org/officeDocument/2006/math">
                    <m:sSub>
                      <m:sSubPr>
                        <m:ctrlPr>
                          <a:rPr lang="en-US" altLang="zh-CN" b="1" i="1" smtClean="0">
                            <a:latin typeface="Cambria Math" panose="02040503050406030204" pitchFamily="18" charset="0"/>
                          </a:rPr>
                        </m:ctrlPr>
                      </m:sSubPr>
                      <m:e>
                        <m:r>
                          <a:rPr lang="en-US" altLang="zh-CN" b="1" i="1" smtClean="0">
                            <a:latin typeface="Cambria Math" panose="02040503050406030204" pitchFamily="18" charset="0"/>
                          </a:rPr>
                          <m:t>𝑾</m:t>
                        </m:r>
                      </m:e>
                      <m:sub>
                        <m:r>
                          <a:rPr lang="en-US" altLang="zh-CN" b="1" i="1" smtClean="0">
                            <a:latin typeface="Cambria Math" panose="02040503050406030204" pitchFamily="18" charset="0"/>
                          </a:rPr>
                          <m:t>𝑹</m:t>
                        </m:r>
                      </m:sub>
                    </m:sSub>
                    <m:r>
                      <a:rPr lang="en-US" altLang="zh-CN" b="1" i="1" smtClean="0">
                        <a:latin typeface="Cambria Math" panose="02040503050406030204" pitchFamily="18" charset="0"/>
                      </a:rPr>
                      <m:t>=</m:t>
                    </m:r>
                    <m:r>
                      <a:rPr lang="en-US" altLang="zh-CN" b="1" i="1" smtClean="0">
                        <a:latin typeface="Cambria Math" panose="02040503050406030204" pitchFamily="18" charset="0"/>
                      </a:rPr>
                      <m:t>𝟒</m:t>
                    </m:r>
                    <m:r>
                      <a:rPr lang="zh-CN" altLang="en-US" b="1" i="1">
                        <a:latin typeface="Cambria Math" panose="02040503050406030204" pitchFamily="18" charset="0"/>
                      </a:rPr>
                      <m:t>。</m:t>
                    </m:r>
                  </m:oMath>
                </a14:m>
                <a:endParaRPr lang="en-US" altLang="zh-CN" b="1" dirty="0"/>
              </a:p>
            </p:txBody>
          </p:sp>
        </mc:Choice>
        <mc:Fallback xmlns="">
          <p:sp>
            <p:nvSpPr>
              <p:cNvPr id="31" name="íşlïḍè">
                <a:extLst>
                  <a:ext uri="{FF2B5EF4-FFF2-40B4-BE49-F238E27FC236}">
                    <a16:creationId xmlns:a16="http://schemas.microsoft.com/office/drawing/2014/main" id="{534EE850-C207-4BCA-A31E-771A47DA9033}"/>
                  </a:ext>
                </a:extLst>
              </p:cNvPr>
              <p:cNvSpPr txBox="1">
                <a:spLocks noRot="1" noChangeAspect="1" noMove="1" noResize="1" noEditPoints="1" noAdjustHandles="1" noChangeArrowheads="1" noChangeShapeType="1" noTextEdit="1"/>
              </p:cNvSpPr>
              <p:nvPr/>
            </p:nvSpPr>
            <p:spPr>
              <a:xfrm>
                <a:off x="2993250" y="3724968"/>
                <a:ext cx="6218660" cy="311297"/>
              </a:xfrm>
              <a:prstGeom prst="rect">
                <a:avLst/>
              </a:prstGeom>
              <a:blipFill>
                <a:blip r:embed="rId10"/>
                <a:stretch>
                  <a:fillRect l="-784" t="-17647" b="-43137"/>
                </a:stretch>
              </a:blipFill>
            </p:spPr>
            <p:txBody>
              <a:bodyPr/>
              <a:lstStyle/>
              <a:p>
                <a:r>
                  <a:rPr lang="zh-CN" altLang="en-US">
                    <a:noFill/>
                  </a:rPr>
                  <a:t> </a:t>
                </a:r>
              </a:p>
            </p:txBody>
          </p:sp>
        </mc:Fallback>
      </mc:AlternateContent>
      <mc:AlternateContent xmlns:mc="http://schemas.openxmlformats.org/markup-compatibility/2006" xmlns:a14="http://schemas.microsoft.com/office/drawing/2010/main">
        <mc:Choice Requires="a14">
          <p:sp>
            <p:nvSpPr>
              <p:cNvPr id="32" name="íşlïḍè">
                <a:extLst>
                  <a:ext uri="{FF2B5EF4-FFF2-40B4-BE49-F238E27FC236}">
                    <a16:creationId xmlns:a16="http://schemas.microsoft.com/office/drawing/2014/main" id="{FBFA56FC-F0C2-4492-AE42-88A025F625E8}"/>
                  </a:ext>
                </a:extLst>
              </p:cNvPr>
              <p:cNvSpPr txBox="1"/>
              <p:nvPr/>
            </p:nvSpPr>
            <p:spPr>
              <a:xfrm>
                <a:off x="2993250" y="4183741"/>
                <a:ext cx="6218660" cy="311297"/>
              </a:xfrm>
              <a:prstGeom prst="rect">
                <a:avLst/>
              </a:prstGeom>
              <a:noFill/>
            </p:spPr>
            <p:txBody>
              <a:bodyPr wrap="square" lIns="91440" tIns="45720" rIns="91440" bIns="45720" anchor="ctr">
                <a:noAutofit/>
              </a:bodyPr>
              <a:lstStyle/>
              <a:p>
                <a:r>
                  <a:rPr lang="zh-CN" altLang="en-US" b="1" dirty="0">
                    <a:solidFill>
                      <a:schemeClr val="accent3"/>
                    </a:solidFill>
                  </a:rPr>
                  <a:t>发送窗口</a:t>
                </a:r>
                <a14:m>
                  <m:oMath xmlns:m="http://schemas.openxmlformats.org/officeDocument/2006/math">
                    <m:sSub>
                      <m:sSubPr>
                        <m:ctrlPr>
                          <a:rPr lang="en-US" altLang="zh-CN" b="1" i="1" smtClean="0">
                            <a:solidFill>
                              <a:schemeClr val="accent3"/>
                            </a:solidFill>
                            <a:latin typeface="Cambria Math" panose="02040503050406030204" pitchFamily="18" charset="0"/>
                          </a:rPr>
                        </m:ctrlPr>
                      </m:sSubPr>
                      <m:e>
                        <m:r>
                          <a:rPr lang="en-US" altLang="zh-CN" b="1" i="1" smtClean="0">
                            <a:solidFill>
                              <a:schemeClr val="accent3"/>
                            </a:solidFill>
                            <a:latin typeface="Cambria Math" panose="02040503050406030204" pitchFamily="18" charset="0"/>
                          </a:rPr>
                          <m:t>𝑾</m:t>
                        </m:r>
                      </m:e>
                      <m:sub>
                        <m:r>
                          <a:rPr lang="en-US" altLang="zh-CN" b="1" i="1" smtClean="0">
                            <a:solidFill>
                              <a:schemeClr val="accent3"/>
                            </a:solidFill>
                            <a:latin typeface="Cambria Math" panose="02040503050406030204" pitchFamily="18" charset="0"/>
                          </a:rPr>
                          <m:t>𝑻</m:t>
                        </m:r>
                      </m:sub>
                    </m:sSub>
                  </m:oMath>
                </a14:m>
                <a:r>
                  <a:rPr lang="zh-CN" altLang="en-US" b="1" dirty="0"/>
                  <a:t>能取到的最大值也为</a:t>
                </a:r>
                <a14:m>
                  <m:oMath xmlns:m="http://schemas.openxmlformats.org/officeDocument/2006/math">
                    <m:sSup>
                      <m:sSupPr>
                        <m:ctrlPr>
                          <a:rPr lang="en-US" altLang="zh-CN" b="1" i="1" smtClean="0">
                            <a:latin typeface="Cambria Math" panose="02040503050406030204" pitchFamily="18" charset="0"/>
                          </a:rPr>
                        </m:ctrlPr>
                      </m:sSupPr>
                      <m:e>
                        <m:r>
                          <a:rPr lang="en-US" altLang="zh-CN" b="1" i="1" smtClean="0">
                            <a:latin typeface="Cambria Math" panose="02040503050406030204" pitchFamily="18" charset="0"/>
                          </a:rPr>
                          <m:t>𝟐</m:t>
                        </m:r>
                      </m:e>
                      <m:sup>
                        <m:r>
                          <a:rPr lang="en-US" altLang="zh-CN" b="1" i="1" smtClean="0">
                            <a:latin typeface="Cambria Math" panose="02040503050406030204" pitchFamily="18" charset="0"/>
                          </a:rPr>
                          <m:t>(</m:t>
                        </m:r>
                        <m:r>
                          <a:rPr lang="en-US" altLang="zh-CN" b="1" i="1" smtClean="0">
                            <a:latin typeface="Cambria Math" panose="02040503050406030204" pitchFamily="18" charset="0"/>
                          </a:rPr>
                          <m:t>𝟑</m:t>
                        </m:r>
                        <m:r>
                          <a:rPr lang="en-US" altLang="zh-CN" b="1" i="1" smtClean="0">
                            <a:latin typeface="Cambria Math" panose="02040503050406030204" pitchFamily="18" charset="0"/>
                          </a:rPr>
                          <m:t>−</m:t>
                        </m:r>
                        <m:r>
                          <a:rPr lang="en-US" altLang="zh-CN" b="1" i="1" smtClean="0">
                            <a:latin typeface="Cambria Math" panose="02040503050406030204" pitchFamily="18" charset="0"/>
                          </a:rPr>
                          <m:t>𝟏</m:t>
                        </m:r>
                        <m:r>
                          <a:rPr lang="en-US" altLang="zh-CN" b="1" i="1" smtClean="0">
                            <a:latin typeface="Cambria Math" panose="02040503050406030204" pitchFamily="18" charset="0"/>
                          </a:rPr>
                          <m:t>)</m:t>
                        </m:r>
                      </m:sup>
                    </m:sSup>
                  </m:oMath>
                </a14:m>
                <a:r>
                  <a:rPr lang="zh-CN" altLang="en-US" b="1" dirty="0"/>
                  <a:t>，即</a:t>
                </a:r>
                <a14:m>
                  <m:oMath xmlns:m="http://schemas.openxmlformats.org/officeDocument/2006/math">
                    <m:sSub>
                      <m:sSubPr>
                        <m:ctrlPr>
                          <a:rPr lang="en-US" altLang="zh-CN" b="1" i="1" smtClean="0">
                            <a:latin typeface="Cambria Math" panose="02040503050406030204" pitchFamily="18" charset="0"/>
                          </a:rPr>
                        </m:ctrlPr>
                      </m:sSubPr>
                      <m:e>
                        <m:r>
                          <a:rPr lang="en-US" altLang="zh-CN" b="1" i="1" smtClean="0">
                            <a:latin typeface="Cambria Math" panose="02040503050406030204" pitchFamily="18" charset="0"/>
                          </a:rPr>
                          <m:t>𝑾</m:t>
                        </m:r>
                      </m:e>
                      <m:sub>
                        <m:r>
                          <a:rPr lang="en-US" altLang="zh-CN" b="1" i="1" smtClean="0">
                            <a:latin typeface="Cambria Math" panose="02040503050406030204" pitchFamily="18" charset="0"/>
                          </a:rPr>
                          <m:t>𝑻</m:t>
                        </m:r>
                      </m:sub>
                    </m:sSub>
                    <m:r>
                      <a:rPr lang="en-US" altLang="zh-CN" b="1" i="1" smtClean="0">
                        <a:latin typeface="Cambria Math" panose="02040503050406030204" pitchFamily="18" charset="0"/>
                      </a:rPr>
                      <m:t>=</m:t>
                    </m:r>
                    <m:r>
                      <a:rPr lang="en-US" altLang="zh-CN" b="1" i="1" smtClean="0">
                        <a:latin typeface="Cambria Math" panose="02040503050406030204" pitchFamily="18" charset="0"/>
                      </a:rPr>
                      <m:t>𝟒</m:t>
                    </m:r>
                    <m:r>
                      <a:rPr lang="zh-CN" altLang="en-US" b="1" i="1">
                        <a:latin typeface="Cambria Math" panose="02040503050406030204" pitchFamily="18" charset="0"/>
                      </a:rPr>
                      <m:t>。</m:t>
                    </m:r>
                  </m:oMath>
                </a14:m>
                <a:endParaRPr lang="en-US" altLang="zh-CN" b="1" dirty="0"/>
              </a:p>
            </p:txBody>
          </p:sp>
        </mc:Choice>
        <mc:Fallback xmlns="">
          <p:sp>
            <p:nvSpPr>
              <p:cNvPr id="32" name="íşlïḍè">
                <a:extLst>
                  <a:ext uri="{FF2B5EF4-FFF2-40B4-BE49-F238E27FC236}">
                    <a16:creationId xmlns:a16="http://schemas.microsoft.com/office/drawing/2014/main" id="{FBFA56FC-F0C2-4492-AE42-88A025F625E8}"/>
                  </a:ext>
                </a:extLst>
              </p:cNvPr>
              <p:cNvSpPr txBox="1">
                <a:spLocks noRot="1" noChangeAspect="1" noMove="1" noResize="1" noEditPoints="1" noAdjustHandles="1" noChangeArrowheads="1" noChangeShapeType="1" noTextEdit="1"/>
              </p:cNvSpPr>
              <p:nvPr/>
            </p:nvSpPr>
            <p:spPr>
              <a:xfrm>
                <a:off x="2993250" y="4183741"/>
                <a:ext cx="6218660" cy="311297"/>
              </a:xfrm>
              <a:prstGeom prst="rect">
                <a:avLst/>
              </a:prstGeom>
              <a:blipFill>
                <a:blip r:embed="rId11"/>
                <a:stretch>
                  <a:fillRect l="-784" t="-17647" b="-43137"/>
                </a:stretch>
              </a:blipFill>
            </p:spPr>
            <p:txBody>
              <a:bodyPr/>
              <a:lstStyle/>
              <a:p>
                <a:r>
                  <a:rPr lang="zh-CN" altLang="en-US">
                    <a:noFill/>
                  </a:rPr>
                  <a:t> </a:t>
                </a:r>
              </a:p>
            </p:txBody>
          </p:sp>
        </mc:Fallback>
      </mc:AlternateContent>
      <p:sp>
        <p:nvSpPr>
          <p:cNvPr id="58" name="矩形 57">
            <a:extLst>
              <a:ext uri="{FF2B5EF4-FFF2-40B4-BE49-F238E27FC236}">
                <a16:creationId xmlns:a16="http://schemas.microsoft.com/office/drawing/2014/main" id="{B824E139-38BD-4C94-89BD-7C907264EBAA}"/>
              </a:ext>
            </a:extLst>
          </p:cNvPr>
          <p:cNvSpPr/>
          <p:nvPr/>
        </p:nvSpPr>
        <p:spPr>
          <a:xfrm>
            <a:off x="2300222" y="5553748"/>
            <a:ext cx="3023739" cy="374399"/>
          </a:xfrm>
          <a:prstGeom prst="rect">
            <a:avLst/>
          </a:prstGeom>
          <a:solidFill>
            <a:schemeClr val="accent3">
              <a:alpha val="74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35" name="矩形 34">
            <a:extLst>
              <a:ext uri="{FF2B5EF4-FFF2-40B4-BE49-F238E27FC236}">
                <a16:creationId xmlns:a16="http://schemas.microsoft.com/office/drawing/2014/main" id="{6C9644DF-EA3E-480D-BF5B-8F6A670B2F66}"/>
              </a:ext>
            </a:extLst>
          </p:cNvPr>
          <p:cNvSpPr/>
          <p:nvPr/>
        </p:nvSpPr>
        <p:spPr>
          <a:xfrm>
            <a:off x="3065684" y="1822386"/>
            <a:ext cx="2258278" cy="369332"/>
          </a:xfrm>
          <a:prstGeom prst="rect">
            <a:avLst/>
          </a:prstGeom>
          <a:solidFill>
            <a:schemeClr val="accent4">
              <a:alpha val="74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41" name="checked_153603">
            <a:extLst>
              <a:ext uri="{FF2B5EF4-FFF2-40B4-BE49-F238E27FC236}">
                <a16:creationId xmlns:a16="http://schemas.microsoft.com/office/drawing/2014/main" id="{C2626C1D-9AB5-42EC-8DE8-0AE5E1CE99B1}"/>
              </a:ext>
            </a:extLst>
          </p:cNvPr>
          <p:cNvSpPr/>
          <p:nvPr/>
        </p:nvSpPr>
        <p:spPr>
          <a:xfrm>
            <a:off x="3501803" y="5652776"/>
            <a:ext cx="283266" cy="237538"/>
          </a:xfrm>
          <a:custGeom>
            <a:avLst/>
            <a:gdLst>
              <a:gd name="T0" fmla="*/ 1351 w 4419"/>
              <a:gd name="T1" fmla="*/ 3653 h 3712"/>
              <a:gd name="T2" fmla="*/ 1493 w 4419"/>
              <a:gd name="T3" fmla="*/ 3712 h 3712"/>
              <a:gd name="T4" fmla="*/ 1634 w 4419"/>
              <a:gd name="T5" fmla="*/ 3653 h 3712"/>
              <a:gd name="T6" fmla="*/ 4361 w 4419"/>
              <a:gd name="T7" fmla="*/ 927 h 3712"/>
              <a:gd name="T8" fmla="*/ 4419 w 4419"/>
              <a:gd name="T9" fmla="*/ 785 h 3712"/>
              <a:gd name="T10" fmla="*/ 4361 w 4419"/>
              <a:gd name="T11" fmla="*/ 644 h 3712"/>
              <a:gd name="T12" fmla="*/ 3795 w 4419"/>
              <a:gd name="T13" fmla="*/ 78 h 3712"/>
              <a:gd name="T14" fmla="*/ 3512 w 4419"/>
              <a:gd name="T15" fmla="*/ 78 h 3712"/>
              <a:gd name="T16" fmla="*/ 1493 w 4419"/>
              <a:gd name="T17" fmla="*/ 2098 h 3712"/>
              <a:gd name="T18" fmla="*/ 927 w 4419"/>
              <a:gd name="T19" fmla="*/ 1532 h 3712"/>
              <a:gd name="T20" fmla="*/ 786 w 4419"/>
              <a:gd name="T21" fmla="*/ 1473 h 3712"/>
              <a:gd name="T22" fmla="*/ 644 w 4419"/>
              <a:gd name="T23" fmla="*/ 1532 h 3712"/>
              <a:gd name="T24" fmla="*/ 79 w 4419"/>
              <a:gd name="T25" fmla="*/ 2098 h 3712"/>
              <a:gd name="T26" fmla="*/ 79 w 4419"/>
              <a:gd name="T27" fmla="*/ 2380 h 3712"/>
              <a:gd name="T28" fmla="*/ 1351 w 4419"/>
              <a:gd name="T29" fmla="*/ 3653 h 37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4419" h="3712">
                <a:moveTo>
                  <a:pt x="1351" y="3653"/>
                </a:moveTo>
                <a:cubicBezTo>
                  <a:pt x="1389" y="3691"/>
                  <a:pt x="1440" y="3712"/>
                  <a:pt x="1493" y="3712"/>
                </a:cubicBezTo>
                <a:cubicBezTo>
                  <a:pt x="1546" y="3712"/>
                  <a:pt x="1597" y="3691"/>
                  <a:pt x="1634" y="3653"/>
                </a:cubicBezTo>
                <a:lnTo>
                  <a:pt x="4361" y="927"/>
                </a:lnTo>
                <a:cubicBezTo>
                  <a:pt x="4398" y="889"/>
                  <a:pt x="4419" y="838"/>
                  <a:pt x="4419" y="785"/>
                </a:cubicBezTo>
                <a:cubicBezTo>
                  <a:pt x="4419" y="732"/>
                  <a:pt x="4398" y="681"/>
                  <a:pt x="4361" y="644"/>
                </a:cubicBezTo>
                <a:lnTo>
                  <a:pt x="3795" y="78"/>
                </a:lnTo>
                <a:cubicBezTo>
                  <a:pt x="3717" y="0"/>
                  <a:pt x="3590" y="0"/>
                  <a:pt x="3512" y="78"/>
                </a:cubicBezTo>
                <a:lnTo>
                  <a:pt x="1493" y="2098"/>
                </a:lnTo>
                <a:lnTo>
                  <a:pt x="927" y="1532"/>
                </a:lnTo>
                <a:cubicBezTo>
                  <a:pt x="890" y="1494"/>
                  <a:pt x="839" y="1473"/>
                  <a:pt x="786" y="1473"/>
                </a:cubicBezTo>
                <a:cubicBezTo>
                  <a:pt x="733" y="1473"/>
                  <a:pt x="682" y="1494"/>
                  <a:pt x="644" y="1532"/>
                </a:cubicBezTo>
                <a:lnTo>
                  <a:pt x="79" y="2098"/>
                </a:lnTo>
                <a:cubicBezTo>
                  <a:pt x="0" y="2176"/>
                  <a:pt x="0" y="2302"/>
                  <a:pt x="79" y="2380"/>
                </a:cubicBezTo>
                <a:lnTo>
                  <a:pt x="1351" y="3653"/>
                </a:lnTo>
                <a:close/>
              </a:path>
            </a:pathLst>
          </a:cu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2" name="checked_153603">
            <a:extLst>
              <a:ext uri="{FF2B5EF4-FFF2-40B4-BE49-F238E27FC236}">
                <a16:creationId xmlns:a16="http://schemas.microsoft.com/office/drawing/2014/main" id="{B46D509C-F6F7-4C4A-A9CE-B53BED602183}"/>
              </a:ext>
            </a:extLst>
          </p:cNvPr>
          <p:cNvSpPr/>
          <p:nvPr/>
        </p:nvSpPr>
        <p:spPr>
          <a:xfrm>
            <a:off x="4271249" y="5654587"/>
            <a:ext cx="283266" cy="237538"/>
          </a:xfrm>
          <a:custGeom>
            <a:avLst/>
            <a:gdLst>
              <a:gd name="T0" fmla="*/ 1351 w 4419"/>
              <a:gd name="T1" fmla="*/ 3653 h 3712"/>
              <a:gd name="T2" fmla="*/ 1493 w 4419"/>
              <a:gd name="T3" fmla="*/ 3712 h 3712"/>
              <a:gd name="T4" fmla="*/ 1634 w 4419"/>
              <a:gd name="T5" fmla="*/ 3653 h 3712"/>
              <a:gd name="T6" fmla="*/ 4361 w 4419"/>
              <a:gd name="T7" fmla="*/ 927 h 3712"/>
              <a:gd name="T8" fmla="*/ 4419 w 4419"/>
              <a:gd name="T9" fmla="*/ 785 h 3712"/>
              <a:gd name="T10" fmla="*/ 4361 w 4419"/>
              <a:gd name="T11" fmla="*/ 644 h 3712"/>
              <a:gd name="T12" fmla="*/ 3795 w 4419"/>
              <a:gd name="T13" fmla="*/ 78 h 3712"/>
              <a:gd name="T14" fmla="*/ 3512 w 4419"/>
              <a:gd name="T15" fmla="*/ 78 h 3712"/>
              <a:gd name="T16" fmla="*/ 1493 w 4419"/>
              <a:gd name="T17" fmla="*/ 2098 h 3712"/>
              <a:gd name="T18" fmla="*/ 927 w 4419"/>
              <a:gd name="T19" fmla="*/ 1532 h 3712"/>
              <a:gd name="T20" fmla="*/ 786 w 4419"/>
              <a:gd name="T21" fmla="*/ 1473 h 3712"/>
              <a:gd name="T22" fmla="*/ 644 w 4419"/>
              <a:gd name="T23" fmla="*/ 1532 h 3712"/>
              <a:gd name="T24" fmla="*/ 79 w 4419"/>
              <a:gd name="T25" fmla="*/ 2098 h 3712"/>
              <a:gd name="T26" fmla="*/ 79 w 4419"/>
              <a:gd name="T27" fmla="*/ 2380 h 3712"/>
              <a:gd name="T28" fmla="*/ 1351 w 4419"/>
              <a:gd name="T29" fmla="*/ 3653 h 37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4419" h="3712">
                <a:moveTo>
                  <a:pt x="1351" y="3653"/>
                </a:moveTo>
                <a:cubicBezTo>
                  <a:pt x="1389" y="3691"/>
                  <a:pt x="1440" y="3712"/>
                  <a:pt x="1493" y="3712"/>
                </a:cubicBezTo>
                <a:cubicBezTo>
                  <a:pt x="1546" y="3712"/>
                  <a:pt x="1597" y="3691"/>
                  <a:pt x="1634" y="3653"/>
                </a:cubicBezTo>
                <a:lnTo>
                  <a:pt x="4361" y="927"/>
                </a:lnTo>
                <a:cubicBezTo>
                  <a:pt x="4398" y="889"/>
                  <a:pt x="4419" y="838"/>
                  <a:pt x="4419" y="785"/>
                </a:cubicBezTo>
                <a:cubicBezTo>
                  <a:pt x="4419" y="732"/>
                  <a:pt x="4398" y="681"/>
                  <a:pt x="4361" y="644"/>
                </a:cubicBezTo>
                <a:lnTo>
                  <a:pt x="3795" y="78"/>
                </a:lnTo>
                <a:cubicBezTo>
                  <a:pt x="3717" y="0"/>
                  <a:pt x="3590" y="0"/>
                  <a:pt x="3512" y="78"/>
                </a:cubicBezTo>
                <a:lnTo>
                  <a:pt x="1493" y="2098"/>
                </a:lnTo>
                <a:lnTo>
                  <a:pt x="927" y="1532"/>
                </a:lnTo>
                <a:cubicBezTo>
                  <a:pt x="890" y="1494"/>
                  <a:pt x="839" y="1473"/>
                  <a:pt x="786" y="1473"/>
                </a:cubicBezTo>
                <a:cubicBezTo>
                  <a:pt x="733" y="1473"/>
                  <a:pt x="682" y="1494"/>
                  <a:pt x="644" y="1532"/>
                </a:cubicBezTo>
                <a:lnTo>
                  <a:pt x="79" y="2098"/>
                </a:lnTo>
                <a:cubicBezTo>
                  <a:pt x="0" y="2176"/>
                  <a:pt x="0" y="2302"/>
                  <a:pt x="79" y="2380"/>
                </a:cubicBezTo>
                <a:lnTo>
                  <a:pt x="1351" y="3653"/>
                </a:lnTo>
                <a:close/>
              </a:path>
            </a:pathLst>
          </a:cu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3" name="checked_153603">
            <a:extLst>
              <a:ext uri="{FF2B5EF4-FFF2-40B4-BE49-F238E27FC236}">
                <a16:creationId xmlns:a16="http://schemas.microsoft.com/office/drawing/2014/main" id="{E02A4F12-DEC5-49BA-8BD4-C24DE66A1BC0}"/>
              </a:ext>
            </a:extLst>
          </p:cNvPr>
          <p:cNvSpPr/>
          <p:nvPr/>
        </p:nvSpPr>
        <p:spPr>
          <a:xfrm>
            <a:off x="5042974" y="5652776"/>
            <a:ext cx="283266" cy="237538"/>
          </a:xfrm>
          <a:custGeom>
            <a:avLst/>
            <a:gdLst>
              <a:gd name="T0" fmla="*/ 1351 w 4419"/>
              <a:gd name="T1" fmla="*/ 3653 h 3712"/>
              <a:gd name="T2" fmla="*/ 1493 w 4419"/>
              <a:gd name="T3" fmla="*/ 3712 h 3712"/>
              <a:gd name="T4" fmla="*/ 1634 w 4419"/>
              <a:gd name="T5" fmla="*/ 3653 h 3712"/>
              <a:gd name="T6" fmla="*/ 4361 w 4419"/>
              <a:gd name="T7" fmla="*/ 927 h 3712"/>
              <a:gd name="T8" fmla="*/ 4419 w 4419"/>
              <a:gd name="T9" fmla="*/ 785 h 3712"/>
              <a:gd name="T10" fmla="*/ 4361 w 4419"/>
              <a:gd name="T11" fmla="*/ 644 h 3712"/>
              <a:gd name="T12" fmla="*/ 3795 w 4419"/>
              <a:gd name="T13" fmla="*/ 78 h 3712"/>
              <a:gd name="T14" fmla="*/ 3512 w 4419"/>
              <a:gd name="T15" fmla="*/ 78 h 3712"/>
              <a:gd name="T16" fmla="*/ 1493 w 4419"/>
              <a:gd name="T17" fmla="*/ 2098 h 3712"/>
              <a:gd name="T18" fmla="*/ 927 w 4419"/>
              <a:gd name="T19" fmla="*/ 1532 h 3712"/>
              <a:gd name="T20" fmla="*/ 786 w 4419"/>
              <a:gd name="T21" fmla="*/ 1473 h 3712"/>
              <a:gd name="T22" fmla="*/ 644 w 4419"/>
              <a:gd name="T23" fmla="*/ 1532 h 3712"/>
              <a:gd name="T24" fmla="*/ 79 w 4419"/>
              <a:gd name="T25" fmla="*/ 2098 h 3712"/>
              <a:gd name="T26" fmla="*/ 79 w 4419"/>
              <a:gd name="T27" fmla="*/ 2380 h 3712"/>
              <a:gd name="T28" fmla="*/ 1351 w 4419"/>
              <a:gd name="T29" fmla="*/ 3653 h 37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4419" h="3712">
                <a:moveTo>
                  <a:pt x="1351" y="3653"/>
                </a:moveTo>
                <a:cubicBezTo>
                  <a:pt x="1389" y="3691"/>
                  <a:pt x="1440" y="3712"/>
                  <a:pt x="1493" y="3712"/>
                </a:cubicBezTo>
                <a:cubicBezTo>
                  <a:pt x="1546" y="3712"/>
                  <a:pt x="1597" y="3691"/>
                  <a:pt x="1634" y="3653"/>
                </a:cubicBezTo>
                <a:lnTo>
                  <a:pt x="4361" y="927"/>
                </a:lnTo>
                <a:cubicBezTo>
                  <a:pt x="4398" y="889"/>
                  <a:pt x="4419" y="838"/>
                  <a:pt x="4419" y="785"/>
                </a:cubicBezTo>
                <a:cubicBezTo>
                  <a:pt x="4419" y="732"/>
                  <a:pt x="4398" y="681"/>
                  <a:pt x="4361" y="644"/>
                </a:cubicBezTo>
                <a:lnTo>
                  <a:pt x="3795" y="78"/>
                </a:lnTo>
                <a:cubicBezTo>
                  <a:pt x="3717" y="0"/>
                  <a:pt x="3590" y="0"/>
                  <a:pt x="3512" y="78"/>
                </a:cubicBezTo>
                <a:lnTo>
                  <a:pt x="1493" y="2098"/>
                </a:lnTo>
                <a:lnTo>
                  <a:pt x="927" y="1532"/>
                </a:lnTo>
                <a:cubicBezTo>
                  <a:pt x="890" y="1494"/>
                  <a:pt x="839" y="1473"/>
                  <a:pt x="786" y="1473"/>
                </a:cubicBezTo>
                <a:cubicBezTo>
                  <a:pt x="733" y="1473"/>
                  <a:pt x="682" y="1494"/>
                  <a:pt x="644" y="1532"/>
                </a:cubicBezTo>
                <a:lnTo>
                  <a:pt x="79" y="2098"/>
                </a:lnTo>
                <a:cubicBezTo>
                  <a:pt x="0" y="2176"/>
                  <a:pt x="0" y="2302"/>
                  <a:pt x="79" y="2380"/>
                </a:cubicBezTo>
                <a:lnTo>
                  <a:pt x="1351" y="3653"/>
                </a:lnTo>
                <a:close/>
              </a:path>
            </a:pathLst>
          </a:cu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0" name="矩形 39">
            <a:extLst>
              <a:ext uri="{FF2B5EF4-FFF2-40B4-BE49-F238E27FC236}">
                <a16:creationId xmlns:a16="http://schemas.microsoft.com/office/drawing/2014/main" id="{52489D66-1A32-4EC9-BF75-34943B56B61D}"/>
              </a:ext>
            </a:extLst>
          </p:cNvPr>
          <p:cNvSpPr/>
          <p:nvPr/>
        </p:nvSpPr>
        <p:spPr>
          <a:xfrm>
            <a:off x="1251044" y="2314828"/>
            <a:ext cx="708432" cy="270283"/>
          </a:xfrm>
          <a:prstGeom prst="rect">
            <a:avLst/>
          </a:prstGeom>
          <a:solidFill>
            <a:schemeClr val="accent3"/>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46800" rIns="46800" rtlCol="0" anchor="ctr"/>
          <a:lstStyle/>
          <a:p>
            <a:pPr algn="ctr"/>
            <a:r>
              <a:rPr lang="en-US" altLang="zh-CN" b="1" dirty="0"/>
              <a:t>DATA0</a:t>
            </a:r>
            <a:endParaRPr lang="zh-CN" altLang="en-US" b="1" dirty="0"/>
          </a:p>
        </p:txBody>
      </p:sp>
      <p:sp>
        <p:nvSpPr>
          <p:cNvPr id="51" name="矩形 50">
            <a:extLst>
              <a:ext uri="{FF2B5EF4-FFF2-40B4-BE49-F238E27FC236}">
                <a16:creationId xmlns:a16="http://schemas.microsoft.com/office/drawing/2014/main" id="{2865E612-9186-4B3E-BE48-C4C5C36160E6}"/>
              </a:ext>
            </a:extLst>
          </p:cNvPr>
          <p:cNvSpPr/>
          <p:nvPr/>
        </p:nvSpPr>
        <p:spPr>
          <a:xfrm>
            <a:off x="2307054" y="5563124"/>
            <a:ext cx="739454" cy="374399"/>
          </a:xfrm>
          <a:prstGeom prst="rect">
            <a:avLst/>
          </a:prstGeom>
          <a:solidFill>
            <a:schemeClr val="accent1">
              <a:lumMod val="75000"/>
              <a:alpha val="44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36" name="平行四边形 35">
            <a:extLst>
              <a:ext uri="{FF2B5EF4-FFF2-40B4-BE49-F238E27FC236}">
                <a16:creationId xmlns:a16="http://schemas.microsoft.com/office/drawing/2014/main" id="{09F2EEBA-2386-742C-7E1D-BDD769A972B1}"/>
              </a:ext>
            </a:extLst>
          </p:cNvPr>
          <p:cNvSpPr/>
          <p:nvPr/>
        </p:nvSpPr>
        <p:spPr>
          <a:xfrm>
            <a:off x="304800" y="749300"/>
            <a:ext cx="675384" cy="387090"/>
          </a:xfrm>
          <a:prstGeom prst="parallelogram">
            <a:avLst/>
          </a:prstGeom>
          <a:solidFill>
            <a:schemeClr val="accent3">
              <a:lumMod val="75000"/>
            </a:schemeClr>
          </a:solidFill>
          <a:ln>
            <a:solidFill>
              <a:schemeClr val="accent3">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CN" sz="2200" dirty="0">
                <a:latin typeface="Impact" panose="020B0806030902050204" pitchFamily="34" charset="0"/>
              </a:rPr>
              <a:t>05</a:t>
            </a:r>
            <a:endParaRPr lang="zh-CN" altLang="en-US" sz="2200" dirty="0">
              <a:latin typeface="Impact" panose="020B0806030902050204" pitchFamily="34" charset="0"/>
            </a:endParaRPr>
          </a:p>
        </p:txBody>
      </p:sp>
    </p:spTree>
    <p:custDataLst>
      <p:tags r:id="rId1"/>
    </p:custDataLst>
    <p:extLst>
      <p:ext uri="{BB962C8B-B14F-4D97-AF65-F5344CB8AC3E}">
        <p14:creationId xmlns:p14="http://schemas.microsoft.com/office/powerpoint/2010/main" val="2433152956"/>
      </p:ext>
    </p:extLst>
  </p:cSld>
  <p:clrMapOvr>
    <a:masterClrMapping/>
  </p:clrMapOvr>
  <mc:AlternateContent xmlns:mc="http://schemas.openxmlformats.org/markup-compatibility/2006" xmlns:p159="http://schemas.microsoft.com/office/powerpoint/2015/09/main">
    <mc:Choice Requires="p159">
      <p:transition xmlns:p14="http://schemas.microsoft.com/office/powerpoint/2010/main" spd="slow" p14:dur="2000">
        <p159:morph option="byObject"/>
      </p:transition>
    </mc:Choice>
    <mc:Fallback xmlns="">
      <p:transition spd="slow">
        <p:fade/>
      </p:transition>
    </mc:Fallback>
  </mc:AlternateContent>
</p:sld>
</file>

<file path=ppt/slides/slide20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45" name="组合 44">
            <a:extLst>
              <a:ext uri="{FF2B5EF4-FFF2-40B4-BE49-F238E27FC236}">
                <a16:creationId xmlns:a16="http://schemas.microsoft.com/office/drawing/2014/main" id="{F5FCA282-8954-464E-9962-8DEC0A190612}"/>
              </a:ext>
            </a:extLst>
          </p:cNvPr>
          <p:cNvGrpSpPr/>
          <p:nvPr/>
        </p:nvGrpSpPr>
        <p:grpSpPr>
          <a:xfrm>
            <a:off x="2305203" y="1368773"/>
            <a:ext cx="3025589" cy="910796"/>
            <a:chOff x="2302929" y="5098286"/>
            <a:chExt cx="3025589" cy="910796"/>
          </a:xfrm>
        </p:grpSpPr>
        <p:sp>
          <p:nvSpPr>
            <p:cNvPr id="46" name="矩形 45">
              <a:extLst>
                <a:ext uri="{FF2B5EF4-FFF2-40B4-BE49-F238E27FC236}">
                  <a16:creationId xmlns:a16="http://schemas.microsoft.com/office/drawing/2014/main" id="{471AA480-7085-4D51-B0B4-D68301BF2020}"/>
                </a:ext>
              </a:extLst>
            </p:cNvPr>
            <p:cNvSpPr/>
            <p:nvPr/>
          </p:nvSpPr>
          <p:spPr>
            <a:xfrm>
              <a:off x="2302929" y="5467618"/>
              <a:ext cx="3025589" cy="541464"/>
            </a:xfrm>
            <a:prstGeom prst="rect">
              <a:avLst/>
            </a:prstGeom>
            <a:solidFill>
              <a:schemeClr val="accent4"/>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mc:AlternateContent xmlns:mc="http://schemas.openxmlformats.org/markup-compatibility/2006" xmlns:a14="http://schemas.microsoft.com/office/drawing/2010/main">
          <mc:Choice Requires="a14">
            <p:sp>
              <p:nvSpPr>
                <p:cNvPr id="47" name="文本框 46">
                  <a:extLst>
                    <a:ext uri="{FF2B5EF4-FFF2-40B4-BE49-F238E27FC236}">
                      <a16:creationId xmlns:a16="http://schemas.microsoft.com/office/drawing/2014/main" id="{4DD506B6-2862-4CF6-A3E9-F36AEFD5D21B}"/>
                    </a:ext>
                  </a:extLst>
                </p:cNvPr>
                <p:cNvSpPr txBox="1"/>
                <p:nvPr/>
              </p:nvSpPr>
              <p:spPr>
                <a:xfrm>
                  <a:off x="3277773" y="5098286"/>
                  <a:ext cx="1067217" cy="369332"/>
                </a:xfrm>
                <a:prstGeom prst="rect">
                  <a:avLst/>
                </a:prstGeom>
                <a:noFill/>
              </p:spPr>
              <p:txBody>
                <a:bodyPr wrap="square">
                  <a:spAutoFit/>
                </a:bodyPr>
                <a:lstStyle/>
                <a:p>
                  <a:pPr/>
                  <a14:m>
                    <m:oMathPara xmlns:m="http://schemas.openxmlformats.org/officeDocument/2006/math">
                      <m:oMathParaPr>
                        <m:jc m:val="centerGroup"/>
                      </m:oMathParaPr>
                      <m:oMath xmlns:m="http://schemas.openxmlformats.org/officeDocument/2006/math">
                        <m:sSub>
                          <m:sSubPr>
                            <m:ctrlPr>
                              <a:rPr lang="en-US" altLang="zh-CN" b="1" i="1" smtClean="0">
                                <a:solidFill>
                                  <a:schemeClr val="accent4"/>
                                </a:solidFill>
                                <a:latin typeface="Cambria Math" panose="02040503050406030204" pitchFamily="18" charset="0"/>
                              </a:rPr>
                            </m:ctrlPr>
                          </m:sSubPr>
                          <m:e>
                            <m:r>
                              <a:rPr lang="en-US" altLang="zh-CN" b="1" i="1" smtClean="0">
                                <a:solidFill>
                                  <a:schemeClr val="accent4"/>
                                </a:solidFill>
                                <a:latin typeface="Cambria Math" panose="02040503050406030204" pitchFamily="18" charset="0"/>
                              </a:rPr>
                              <m:t>𝑾</m:t>
                            </m:r>
                          </m:e>
                          <m:sub>
                            <m:r>
                              <a:rPr lang="en-US" altLang="zh-CN" b="1" i="1" smtClean="0">
                                <a:solidFill>
                                  <a:schemeClr val="accent4"/>
                                </a:solidFill>
                                <a:latin typeface="Cambria Math" panose="02040503050406030204" pitchFamily="18" charset="0"/>
                              </a:rPr>
                              <m:t>𝑹</m:t>
                            </m:r>
                          </m:sub>
                        </m:sSub>
                        <m:r>
                          <a:rPr lang="en-US" altLang="zh-CN" b="1" i="1" smtClean="0">
                            <a:solidFill>
                              <a:schemeClr val="accent4"/>
                            </a:solidFill>
                            <a:latin typeface="Cambria Math" panose="02040503050406030204" pitchFamily="18" charset="0"/>
                          </a:rPr>
                          <m:t>=</m:t>
                        </m:r>
                        <m:r>
                          <a:rPr lang="en-US" altLang="zh-CN" b="1" i="1" smtClean="0">
                            <a:solidFill>
                              <a:schemeClr val="accent4"/>
                            </a:solidFill>
                            <a:latin typeface="Cambria Math" panose="02040503050406030204" pitchFamily="18" charset="0"/>
                          </a:rPr>
                          <m:t>𝟒</m:t>
                        </m:r>
                      </m:oMath>
                    </m:oMathPara>
                  </a14:m>
                  <a:endParaRPr lang="zh-CN" altLang="en-US" dirty="0">
                    <a:solidFill>
                      <a:schemeClr val="accent4"/>
                    </a:solidFill>
                  </a:endParaRPr>
                </a:p>
              </p:txBody>
            </p:sp>
          </mc:Choice>
          <mc:Fallback xmlns="">
            <p:sp>
              <p:nvSpPr>
                <p:cNvPr id="47" name="文本框 46">
                  <a:extLst>
                    <a:ext uri="{FF2B5EF4-FFF2-40B4-BE49-F238E27FC236}">
                      <a16:creationId xmlns:a16="http://schemas.microsoft.com/office/drawing/2014/main" id="{4DD506B6-2862-4CF6-A3E9-F36AEFD5D21B}"/>
                    </a:ext>
                  </a:extLst>
                </p:cNvPr>
                <p:cNvSpPr txBox="1">
                  <a:spLocks noRot="1" noChangeAspect="1" noMove="1" noResize="1" noEditPoints="1" noAdjustHandles="1" noChangeArrowheads="1" noChangeShapeType="1" noTextEdit="1"/>
                </p:cNvSpPr>
                <p:nvPr/>
              </p:nvSpPr>
              <p:spPr>
                <a:xfrm>
                  <a:off x="3277773" y="5098286"/>
                  <a:ext cx="1067217" cy="369332"/>
                </a:xfrm>
                <a:prstGeom prst="rect">
                  <a:avLst/>
                </a:prstGeom>
                <a:blipFill>
                  <a:blip r:embed="rId3"/>
                  <a:stretch>
                    <a:fillRect b="-3333"/>
                  </a:stretch>
                </a:blipFill>
              </p:spPr>
              <p:txBody>
                <a:bodyPr/>
                <a:lstStyle/>
                <a:p>
                  <a:r>
                    <a:rPr lang="zh-CN" altLang="en-US">
                      <a:noFill/>
                    </a:rPr>
                    <a:t> </a:t>
                  </a:r>
                </a:p>
              </p:txBody>
            </p:sp>
          </mc:Fallback>
        </mc:AlternateContent>
      </p:grpSp>
      <p:grpSp>
        <p:nvGrpSpPr>
          <p:cNvPr id="5" name="组合 4">
            <a:extLst>
              <a:ext uri="{FF2B5EF4-FFF2-40B4-BE49-F238E27FC236}">
                <a16:creationId xmlns:a16="http://schemas.microsoft.com/office/drawing/2014/main" id="{20EFBF47-A85C-4FD1-BB81-590596419A3D}"/>
              </a:ext>
            </a:extLst>
          </p:cNvPr>
          <p:cNvGrpSpPr/>
          <p:nvPr/>
        </p:nvGrpSpPr>
        <p:grpSpPr>
          <a:xfrm>
            <a:off x="2302929" y="5098286"/>
            <a:ext cx="3025589" cy="910796"/>
            <a:chOff x="2302929" y="5098286"/>
            <a:chExt cx="3025589" cy="910796"/>
          </a:xfrm>
        </p:grpSpPr>
        <p:sp>
          <p:nvSpPr>
            <p:cNvPr id="33" name="矩形 32">
              <a:extLst>
                <a:ext uri="{FF2B5EF4-FFF2-40B4-BE49-F238E27FC236}">
                  <a16:creationId xmlns:a16="http://schemas.microsoft.com/office/drawing/2014/main" id="{3EA6F5A2-1C83-4BE5-9CCD-7CBA9C984323}"/>
                </a:ext>
              </a:extLst>
            </p:cNvPr>
            <p:cNvSpPr/>
            <p:nvPr/>
          </p:nvSpPr>
          <p:spPr>
            <a:xfrm>
              <a:off x="2302929" y="5467618"/>
              <a:ext cx="3025589" cy="541464"/>
            </a:xfrm>
            <a:prstGeom prst="rect">
              <a:avLst/>
            </a:prstGeom>
            <a:solidFill>
              <a:schemeClr val="accent3"/>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mc:AlternateContent xmlns:mc="http://schemas.openxmlformats.org/markup-compatibility/2006" xmlns:a14="http://schemas.microsoft.com/office/drawing/2010/main">
          <mc:Choice Requires="a14">
            <p:sp>
              <p:nvSpPr>
                <p:cNvPr id="34" name="文本框 33">
                  <a:extLst>
                    <a:ext uri="{FF2B5EF4-FFF2-40B4-BE49-F238E27FC236}">
                      <a16:creationId xmlns:a16="http://schemas.microsoft.com/office/drawing/2014/main" id="{8C755A65-DDAE-400F-BD8A-B2EB9981B67D}"/>
                    </a:ext>
                  </a:extLst>
                </p:cNvPr>
                <p:cNvSpPr txBox="1"/>
                <p:nvPr/>
              </p:nvSpPr>
              <p:spPr>
                <a:xfrm>
                  <a:off x="3277773" y="5098286"/>
                  <a:ext cx="1067217" cy="369332"/>
                </a:xfrm>
                <a:prstGeom prst="rect">
                  <a:avLst/>
                </a:prstGeom>
                <a:noFill/>
              </p:spPr>
              <p:txBody>
                <a:bodyPr wrap="square">
                  <a:spAutoFit/>
                </a:bodyPr>
                <a:lstStyle/>
                <a:p>
                  <a:pPr/>
                  <a14:m>
                    <m:oMathPara xmlns:m="http://schemas.openxmlformats.org/officeDocument/2006/math">
                      <m:oMathParaPr>
                        <m:jc m:val="centerGroup"/>
                      </m:oMathParaPr>
                      <m:oMath xmlns:m="http://schemas.openxmlformats.org/officeDocument/2006/math">
                        <m:sSub>
                          <m:sSubPr>
                            <m:ctrlPr>
                              <a:rPr lang="en-US" altLang="zh-CN" b="1" i="1" smtClean="0">
                                <a:solidFill>
                                  <a:schemeClr val="accent3"/>
                                </a:solidFill>
                                <a:latin typeface="Cambria Math" panose="02040503050406030204" pitchFamily="18" charset="0"/>
                              </a:rPr>
                            </m:ctrlPr>
                          </m:sSubPr>
                          <m:e>
                            <m:r>
                              <a:rPr lang="en-US" altLang="zh-CN" b="1" i="1" smtClean="0">
                                <a:solidFill>
                                  <a:schemeClr val="accent3"/>
                                </a:solidFill>
                                <a:latin typeface="Cambria Math" panose="02040503050406030204" pitchFamily="18" charset="0"/>
                              </a:rPr>
                              <m:t>𝑾</m:t>
                            </m:r>
                          </m:e>
                          <m:sub>
                            <m:r>
                              <a:rPr lang="en-US" altLang="zh-CN" b="1" i="1" smtClean="0">
                                <a:solidFill>
                                  <a:schemeClr val="accent3"/>
                                </a:solidFill>
                                <a:latin typeface="Cambria Math" panose="02040503050406030204" pitchFamily="18" charset="0"/>
                              </a:rPr>
                              <m:t>𝑻</m:t>
                            </m:r>
                          </m:sub>
                        </m:sSub>
                        <m:r>
                          <a:rPr lang="en-US" altLang="zh-CN" b="1" i="1" smtClean="0">
                            <a:solidFill>
                              <a:schemeClr val="accent3"/>
                            </a:solidFill>
                            <a:latin typeface="Cambria Math" panose="02040503050406030204" pitchFamily="18" charset="0"/>
                          </a:rPr>
                          <m:t>=</m:t>
                        </m:r>
                        <m:r>
                          <a:rPr lang="en-US" altLang="zh-CN" b="1" i="1" smtClean="0">
                            <a:solidFill>
                              <a:schemeClr val="accent3"/>
                            </a:solidFill>
                            <a:latin typeface="Cambria Math" panose="02040503050406030204" pitchFamily="18" charset="0"/>
                          </a:rPr>
                          <m:t>𝟒</m:t>
                        </m:r>
                      </m:oMath>
                    </m:oMathPara>
                  </a14:m>
                  <a:endParaRPr lang="zh-CN" altLang="en-US" dirty="0">
                    <a:solidFill>
                      <a:schemeClr val="accent3"/>
                    </a:solidFill>
                  </a:endParaRPr>
                </a:p>
              </p:txBody>
            </p:sp>
          </mc:Choice>
          <mc:Fallback xmlns="">
            <p:sp>
              <p:nvSpPr>
                <p:cNvPr id="34" name="文本框 33">
                  <a:extLst>
                    <a:ext uri="{FF2B5EF4-FFF2-40B4-BE49-F238E27FC236}">
                      <a16:creationId xmlns:a16="http://schemas.microsoft.com/office/drawing/2014/main" id="{8C755A65-DDAE-400F-BD8A-B2EB9981B67D}"/>
                    </a:ext>
                  </a:extLst>
                </p:cNvPr>
                <p:cNvSpPr txBox="1">
                  <a:spLocks noRot="1" noChangeAspect="1" noMove="1" noResize="1" noEditPoints="1" noAdjustHandles="1" noChangeArrowheads="1" noChangeShapeType="1" noTextEdit="1"/>
                </p:cNvSpPr>
                <p:nvPr/>
              </p:nvSpPr>
              <p:spPr>
                <a:xfrm>
                  <a:off x="3277773" y="5098286"/>
                  <a:ext cx="1067217" cy="369332"/>
                </a:xfrm>
                <a:prstGeom prst="rect">
                  <a:avLst/>
                </a:prstGeom>
                <a:blipFill>
                  <a:blip r:embed="rId4"/>
                  <a:stretch>
                    <a:fillRect b="-3279"/>
                  </a:stretch>
                </a:blipFill>
              </p:spPr>
              <p:txBody>
                <a:bodyPr/>
                <a:lstStyle/>
                <a:p>
                  <a:r>
                    <a:rPr lang="zh-CN" altLang="en-US">
                      <a:noFill/>
                    </a:rPr>
                    <a:t> </a:t>
                  </a:r>
                </a:p>
              </p:txBody>
            </p:sp>
          </mc:Fallback>
        </mc:AlternateContent>
      </p:grpSp>
      <p:grpSp>
        <p:nvGrpSpPr>
          <p:cNvPr id="4" name="组合 3">
            <a:extLst>
              <a:ext uri="{FF2B5EF4-FFF2-40B4-BE49-F238E27FC236}">
                <a16:creationId xmlns:a16="http://schemas.microsoft.com/office/drawing/2014/main" id="{9A1EA9F2-FCB6-48C3-935F-7AE7E3AD14AC}"/>
              </a:ext>
            </a:extLst>
          </p:cNvPr>
          <p:cNvGrpSpPr/>
          <p:nvPr/>
        </p:nvGrpSpPr>
        <p:grpSpPr>
          <a:xfrm>
            <a:off x="304800" y="749300"/>
            <a:ext cx="6192344" cy="400110"/>
            <a:chOff x="424117" y="898245"/>
            <a:chExt cx="6192344" cy="400110"/>
          </a:xfrm>
        </p:grpSpPr>
        <p:sp>
          <p:nvSpPr>
            <p:cNvPr id="2" name="平行四边形 1">
              <a:extLst>
                <a:ext uri="{FF2B5EF4-FFF2-40B4-BE49-F238E27FC236}">
                  <a16:creationId xmlns:a16="http://schemas.microsoft.com/office/drawing/2014/main" id="{1F5BAA3F-9845-4F89-A2DD-8222D3E4EDAC}"/>
                </a:ext>
              </a:extLst>
            </p:cNvPr>
            <p:cNvSpPr/>
            <p:nvPr/>
          </p:nvSpPr>
          <p:spPr>
            <a:xfrm>
              <a:off x="424117" y="898245"/>
              <a:ext cx="628306" cy="387090"/>
            </a:xfrm>
            <a:prstGeom prst="parallelogram">
              <a:avLst/>
            </a:prstGeom>
            <a:solidFill>
              <a:schemeClr val="accent3">
                <a:lumMod val="75000"/>
              </a:schemeClr>
            </a:solidFill>
            <a:ln>
              <a:solidFill>
                <a:schemeClr val="accent3">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CN" sz="2200" dirty="0">
                  <a:latin typeface="Impact" panose="020B0806030902050204" pitchFamily="34" charset="0"/>
                </a:rPr>
                <a:t>01</a:t>
              </a:r>
              <a:endParaRPr lang="zh-CN" altLang="en-US" sz="2200" dirty="0">
                <a:latin typeface="Impact" panose="020B0806030902050204" pitchFamily="34" charset="0"/>
              </a:endParaRPr>
            </a:p>
          </p:txBody>
        </p:sp>
        <p:sp>
          <p:nvSpPr>
            <p:cNvPr id="3" name="文本框 2">
              <a:extLst>
                <a:ext uri="{FF2B5EF4-FFF2-40B4-BE49-F238E27FC236}">
                  <a16:creationId xmlns:a16="http://schemas.microsoft.com/office/drawing/2014/main" id="{4D6BD736-A4D3-4F26-AFED-36E11F50F70B}"/>
                </a:ext>
              </a:extLst>
            </p:cNvPr>
            <p:cNvSpPr txBox="1"/>
            <p:nvPr/>
          </p:nvSpPr>
          <p:spPr>
            <a:xfrm>
              <a:off x="1052423" y="898245"/>
              <a:ext cx="5564038" cy="400110"/>
            </a:xfrm>
            <a:prstGeom prst="rect">
              <a:avLst/>
            </a:prstGeom>
            <a:noFill/>
          </p:spPr>
          <p:txBody>
            <a:bodyPr wrap="square" rtlCol="0">
              <a:spAutoFit/>
            </a:bodyPr>
            <a:lstStyle/>
            <a:p>
              <a:r>
                <a:rPr lang="zh-CN" altLang="en-US" sz="2000" b="1" dirty="0"/>
                <a:t>选择重传协议</a:t>
              </a:r>
            </a:p>
          </p:txBody>
        </p:sp>
      </p:grpSp>
      <p:grpSp>
        <p:nvGrpSpPr>
          <p:cNvPr id="18" name="组合 17">
            <a:extLst>
              <a:ext uri="{FF2B5EF4-FFF2-40B4-BE49-F238E27FC236}">
                <a16:creationId xmlns:a16="http://schemas.microsoft.com/office/drawing/2014/main" id="{AF599708-FA4B-4F1A-915B-51ADB6AF8A5B}"/>
              </a:ext>
            </a:extLst>
          </p:cNvPr>
          <p:cNvGrpSpPr/>
          <p:nvPr/>
        </p:nvGrpSpPr>
        <p:grpSpPr>
          <a:xfrm>
            <a:off x="475097" y="1263518"/>
            <a:ext cx="1355161" cy="5114896"/>
            <a:chOff x="475097" y="1263518"/>
            <a:chExt cx="1355161" cy="5114896"/>
          </a:xfrm>
        </p:grpSpPr>
        <p:cxnSp>
          <p:nvCxnSpPr>
            <p:cNvPr id="19" name="直接连接符 18">
              <a:extLst>
                <a:ext uri="{FF2B5EF4-FFF2-40B4-BE49-F238E27FC236}">
                  <a16:creationId xmlns:a16="http://schemas.microsoft.com/office/drawing/2014/main" id="{8C267D38-D538-4153-B853-5B2DDE097738}"/>
                </a:ext>
              </a:extLst>
            </p:cNvPr>
            <p:cNvCxnSpPr>
              <a:cxnSpLocks/>
            </p:cNvCxnSpPr>
            <p:nvPr/>
          </p:nvCxnSpPr>
          <p:spPr>
            <a:xfrm flipV="1">
              <a:off x="1208367" y="2012996"/>
              <a:ext cx="0" cy="3813858"/>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nvGrpSpPr>
            <p:cNvPr id="20" name="组合 19">
              <a:extLst>
                <a:ext uri="{FF2B5EF4-FFF2-40B4-BE49-F238E27FC236}">
                  <a16:creationId xmlns:a16="http://schemas.microsoft.com/office/drawing/2014/main" id="{1A3F15DA-8F30-45DE-8760-8CB5AC7691B0}"/>
                </a:ext>
              </a:extLst>
            </p:cNvPr>
            <p:cNvGrpSpPr/>
            <p:nvPr/>
          </p:nvGrpSpPr>
          <p:grpSpPr>
            <a:xfrm>
              <a:off x="700096" y="5368000"/>
              <a:ext cx="905164" cy="1010414"/>
              <a:chOff x="700096" y="5368000"/>
              <a:chExt cx="905164" cy="1010414"/>
            </a:xfrm>
          </p:grpSpPr>
          <p:pic>
            <p:nvPicPr>
              <p:cNvPr id="25" name="图形 24">
                <a:extLst>
                  <a:ext uri="{FF2B5EF4-FFF2-40B4-BE49-F238E27FC236}">
                    <a16:creationId xmlns:a16="http://schemas.microsoft.com/office/drawing/2014/main" id="{5079B8D0-730B-4F27-A9EC-8AC79CEECAE0}"/>
                  </a:ext>
                </a:extLst>
              </p:cNvPr>
              <p:cNvPicPr>
                <a:picLocks noChangeAspect="1"/>
              </p:cNvPicPr>
              <p:nvPr/>
            </p:nvPicPr>
            <p:blipFill>
              <a:blip r:embed="rId5">
                <a:extLst>
                  <a:ext uri="{28A0092B-C50C-407E-A947-70E740481C1C}">
                    <a14:useLocalDpi xmlns:a14="http://schemas.microsoft.com/office/drawing/2010/main" val="0"/>
                  </a:ext>
                  <a:ext uri="{96DAC541-7B7A-43D3-8B79-37D633B846F1}">
                    <asvg:svgBlip xmlns:asvg="http://schemas.microsoft.com/office/drawing/2016/SVG/main" r:embed="rId6"/>
                  </a:ext>
                </a:extLst>
              </a:blip>
              <a:stretch>
                <a:fillRect/>
              </a:stretch>
            </p:blipFill>
            <p:spPr>
              <a:xfrm>
                <a:off x="821271" y="5368000"/>
                <a:ext cx="662814" cy="641082"/>
              </a:xfrm>
              <a:prstGeom prst="rect">
                <a:avLst/>
              </a:prstGeom>
            </p:spPr>
          </p:pic>
          <p:sp>
            <p:nvSpPr>
              <p:cNvPr id="26" name="文本框 25">
                <a:extLst>
                  <a:ext uri="{FF2B5EF4-FFF2-40B4-BE49-F238E27FC236}">
                    <a16:creationId xmlns:a16="http://schemas.microsoft.com/office/drawing/2014/main" id="{68E9BE24-5234-4436-839C-0CC65C932068}"/>
                  </a:ext>
                </a:extLst>
              </p:cNvPr>
              <p:cNvSpPr txBox="1"/>
              <p:nvPr/>
            </p:nvSpPr>
            <p:spPr>
              <a:xfrm>
                <a:off x="700096" y="6009082"/>
                <a:ext cx="905164" cy="369332"/>
              </a:xfrm>
              <a:prstGeom prst="rect">
                <a:avLst/>
              </a:prstGeom>
              <a:noFill/>
            </p:spPr>
            <p:txBody>
              <a:bodyPr wrap="square" rtlCol="0">
                <a:spAutoFit/>
              </a:bodyPr>
              <a:lstStyle/>
              <a:p>
                <a:r>
                  <a:rPr lang="zh-CN" altLang="en-US" b="1" dirty="0">
                    <a:latin typeface="+mn-ea"/>
                  </a:rPr>
                  <a:t>发送方</a:t>
                </a:r>
              </a:p>
            </p:txBody>
          </p:sp>
        </p:grpSp>
        <p:grpSp>
          <p:nvGrpSpPr>
            <p:cNvPr id="21" name="组合 20">
              <a:extLst>
                <a:ext uri="{FF2B5EF4-FFF2-40B4-BE49-F238E27FC236}">
                  <a16:creationId xmlns:a16="http://schemas.microsoft.com/office/drawing/2014/main" id="{50E1DF35-9236-4BB6-BAC4-1AE805165946}"/>
                </a:ext>
              </a:extLst>
            </p:cNvPr>
            <p:cNvGrpSpPr/>
            <p:nvPr/>
          </p:nvGrpSpPr>
          <p:grpSpPr>
            <a:xfrm>
              <a:off x="878301" y="1263518"/>
              <a:ext cx="905164" cy="1027908"/>
              <a:chOff x="878301" y="1390382"/>
              <a:chExt cx="905164" cy="1027908"/>
            </a:xfrm>
          </p:grpSpPr>
          <p:pic>
            <p:nvPicPr>
              <p:cNvPr id="23" name="图形 22">
                <a:extLst>
                  <a:ext uri="{FF2B5EF4-FFF2-40B4-BE49-F238E27FC236}">
                    <a16:creationId xmlns:a16="http://schemas.microsoft.com/office/drawing/2014/main" id="{E155E3ED-8C2A-42C4-BFBF-393051944136}"/>
                  </a:ext>
                </a:extLst>
              </p:cNvPr>
              <p:cNvPicPr>
                <a:picLocks noChangeAspect="1"/>
              </p:cNvPicPr>
              <p:nvPr/>
            </p:nvPicPr>
            <p:blipFill>
              <a:blip r:embed="rId7">
                <a:extLst>
                  <a:ext uri="{28A0092B-C50C-407E-A947-70E740481C1C}">
                    <a14:useLocalDpi xmlns:a14="http://schemas.microsoft.com/office/drawing/2010/main" val="0"/>
                  </a:ext>
                  <a:ext uri="{96DAC541-7B7A-43D3-8B79-37D633B846F1}">
                    <asvg:svgBlip xmlns:asvg="http://schemas.microsoft.com/office/drawing/2016/SVG/main" r:embed="rId8"/>
                  </a:ext>
                </a:extLst>
              </a:blip>
              <a:stretch>
                <a:fillRect/>
              </a:stretch>
            </p:blipFill>
            <p:spPr>
              <a:xfrm>
                <a:off x="984826" y="1759714"/>
                <a:ext cx="501772" cy="658576"/>
              </a:xfrm>
              <a:prstGeom prst="rect">
                <a:avLst/>
              </a:prstGeom>
            </p:spPr>
          </p:pic>
          <p:sp>
            <p:nvSpPr>
              <p:cNvPr id="24" name="文本框 23">
                <a:extLst>
                  <a:ext uri="{FF2B5EF4-FFF2-40B4-BE49-F238E27FC236}">
                    <a16:creationId xmlns:a16="http://schemas.microsoft.com/office/drawing/2014/main" id="{818AC20B-3072-437F-B302-67397F49105B}"/>
                  </a:ext>
                </a:extLst>
              </p:cNvPr>
              <p:cNvSpPr txBox="1"/>
              <p:nvPr/>
            </p:nvSpPr>
            <p:spPr>
              <a:xfrm>
                <a:off x="878301" y="1390382"/>
                <a:ext cx="905164" cy="369332"/>
              </a:xfrm>
              <a:prstGeom prst="rect">
                <a:avLst/>
              </a:prstGeom>
              <a:noFill/>
            </p:spPr>
            <p:txBody>
              <a:bodyPr wrap="square" rtlCol="0">
                <a:spAutoFit/>
              </a:bodyPr>
              <a:lstStyle/>
              <a:p>
                <a:r>
                  <a:rPr lang="zh-CN" altLang="en-US" b="1" dirty="0">
                    <a:latin typeface="+mn-ea"/>
                  </a:rPr>
                  <a:t>接收方</a:t>
                </a:r>
              </a:p>
            </p:txBody>
          </p:sp>
        </p:grpSp>
        <p:sp>
          <p:nvSpPr>
            <p:cNvPr id="22" name="云形 21">
              <a:extLst>
                <a:ext uri="{FF2B5EF4-FFF2-40B4-BE49-F238E27FC236}">
                  <a16:creationId xmlns:a16="http://schemas.microsoft.com/office/drawing/2014/main" id="{97C64CE5-C9EB-4960-87FB-62108C97374D}"/>
                </a:ext>
              </a:extLst>
            </p:cNvPr>
            <p:cNvSpPr/>
            <p:nvPr/>
          </p:nvSpPr>
          <p:spPr>
            <a:xfrm>
              <a:off x="475097" y="3429014"/>
              <a:ext cx="1355161" cy="801398"/>
            </a:xfrm>
            <a:prstGeom prst="cloud">
              <a:avLst/>
            </a:prstGeom>
            <a:solidFill>
              <a:schemeClr val="bg1">
                <a:lumMod val="85000"/>
              </a:schemeClr>
            </a:solidFill>
            <a:ln>
              <a:solidFill>
                <a:schemeClr val="bg1">
                  <a:lumMod val="85000"/>
                </a:schemeClr>
              </a:solidFill>
            </a:ln>
          </p:spPr>
          <p:style>
            <a:lnRef idx="2">
              <a:schemeClr val="accent3">
                <a:shade val="50000"/>
              </a:schemeClr>
            </a:lnRef>
            <a:fillRef idx="1">
              <a:schemeClr val="accent3"/>
            </a:fillRef>
            <a:effectRef idx="0">
              <a:schemeClr val="accent3"/>
            </a:effectRef>
            <a:fontRef idx="minor">
              <a:schemeClr val="lt1"/>
            </a:fontRef>
          </p:style>
          <p:txBody>
            <a:bodyPr rtlCol="0" anchor="ctr"/>
            <a:lstStyle/>
            <a:p>
              <a:pPr algn="ctr"/>
              <a:r>
                <a:rPr lang="zh-CN" altLang="en-US" b="1" dirty="0">
                  <a:solidFill>
                    <a:schemeClr val="tx1"/>
                  </a:solidFill>
                  <a:latin typeface="+mn-ea"/>
                </a:rPr>
                <a:t>因特网</a:t>
              </a:r>
            </a:p>
          </p:txBody>
        </p:sp>
      </p:grpSp>
      <mc:AlternateContent xmlns:mc="http://schemas.openxmlformats.org/markup-compatibility/2006" xmlns:a14="http://schemas.microsoft.com/office/drawing/2010/main">
        <mc:Choice Requires="a14">
          <p:sp>
            <p:nvSpPr>
              <p:cNvPr id="28" name="íşlïḍè">
                <a:extLst>
                  <a:ext uri="{FF2B5EF4-FFF2-40B4-BE49-F238E27FC236}">
                    <a16:creationId xmlns:a16="http://schemas.microsoft.com/office/drawing/2014/main" id="{8898676C-F981-4D74-B324-A859D1387610}"/>
                  </a:ext>
                </a:extLst>
              </p:cNvPr>
              <p:cNvSpPr txBox="1"/>
              <p:nvPr/>
            </p:nvSpPr>
            <p:spPr>
              <a:xfrm>
                <a:off x="2993250" y="3266194"/>
                <a:ext cx="6657288" cy="311297"/>
              </a:xfrm>
              <a:prstGeom prst="rect">
                <a:avLst/>
              </a:prstGeom>
              <a:noFill/>
            </p:spPr>
            <p:txBody>
              <a:bodyPr wrap="square" lIns="91440" tIns="45720" rIns="91440" bIns="45720" anchor="ctr">
                <a:noAutofit/>
              </a:bodyPr>
              <a:lstStyle/>
              <a:p>
                <a:r>
                  <a:rPr lang="zh-CN" altLang="en-US" b="1" dirty="0"/>
                  <a:t>本例假设采用</a:t>
                </a:r>
                <a14:m>
                  <m:oMath xmlns:m="http://schemas.openxmlformats.org/officeDocument/2006/math">
                    <m:r>
                      <a:rPr lang="en-US" altLang="zh-CN" b="1" i="1" dirty="0" smtClean="0">
                        <a:latin typeface="Cambria Math" panose="02040503050406030204" pitchFamily="18" charset="0"/>
                      </a:rPr>
                      <m:t>𝟑</m:t>
                    </m:r>
                  </m:oMath>
                </a14:m>
                <a:r>
                  <a:rPr lang="zh-CN" altLang="en-US" b="1" dirty="0"/>
                  <a:t>个比特给分组编序号，则序号范围是</a:t>
                </a:r>
                <a14:m>
                  <m:oMath xmlns:m="http://schemas.openxmlformats.org/officeDocument/2006/math">
                    <m:r>
                      <a:rPr lang="en-US" altLang="zh-CN" b="1" i="0" smtClean="0">
                        <a:latin typeface="Cambria Math" panose="02040503050406030204" pitchFamily="18" charset="0"/>
                        <a:ea typeface="Cambria Math" panose="02040503050406030204" pitchFamily="18" charset="0"/>
                      </a:rPr>
                      <m:t>𝟎</m:t>
                    </m:r>
                    <m:r>
                      <a:rPr lang="en-US" altLang="zh-CN" b="1" i="1" smtClean="0">
                        <a:latin typeface="Cambria Math" panose="02040503050406030204" pitchFamily="18" charset="0"/>
                        <a:ea typeface="Cambria Math" panose="02040503050406030204" pitchFamily="18" charset="0"/>
                      </a:rPr>
                      <m:t>~</m:t>
                    </m:r>
                    <m:sSup>
                      <m:sSupPr>
                        <m:ctrlPr>
                          <a:rPr lang="en-US" altLang="zh-CN" b="1" i="1" smtClean="0">
                            <a:latin typeface="Cambria Math" panose="02040503050406030204" pitchFamily="18" charset="0"/>
                            <a:ea typeface="Cambria Math" panose="02040503050406030204" pitchFamily="18" charset="0"/>
                          </a:rPr>
                        </m:ctrlPr>
                      </m:sSupPr>
                      <m:e>
                        <m:r>
                          <a:rPr lang="en-US" altLang="zh-CN" b="1" i="1" smtClean="0">
                            <a:latin typeface="Cambria Math" panose="02040503050406030204" pitchFamily="18" charset="0"/>
                            <a:ea typeface="Cambria Math" panose="02040503050406030204" pitchFamily="18" charset="0"/>
                          </a:rPr>
                          <m:t>(</m:t>
                        </m:r>
                        <m:r>
                          <a:rPr lang="en-US" altLang="zh-CN" b="1" i="1" smtClean="0">
                            <a:latin typeface="Cambria Math" panose="02040503050406030204" pitchFamily="18" charset="0"/>
                            <a:ea typeface="Cambria Math" panose="02040503050406030204" pitchFamily="18" charset="0"/>
                          </a:rPr>
                          <m:t>𝟐</m:t>
                        </m:r>
                      </m:e>
                      <m:sup>
                        <m:r>
                          <a:rPr lang="en-US" altLang="zh-CN" b="1" i="1" smtClean="0">
                            <a:latin typeface="Cambria Math" panose="02040503050406030204" pitchFamily="18" charset="0"/>
                            <a:ea typeface="Cambria Math" panose="02040503050406030204" pitchFamily="18" charset="0"/>
                          </a:rPr>
                          <m:t>𝟑</m:t>
                        </m:r>
                      </m:sup>
                    </m:sSup>
                    <m:r>
                      <a:rPr lang="en-US" altLang="zh-CN" b="1" i="1" smtClean="0">
                        <a:latin typeface="Cambria Math" panose="02040503050406030204" pitchFamily="18" charset="0"/>
                        <a:ea typeface="Cambria Math" panose="02040503050406030204" pitchFamily="18" charset="0"/>
                      </a:rPr>
                      <m:t>−</m:t>
                    </m:r>
                    <m:r>
                      <a:rPr lang="en-US" altLang="zh-CN" b="1" i="1" smtClean="0">
                        <a:latin typeface="Cambria Math" panose="02040503050406030204" pitchFamily="18" charset="0"/>
                        <a:ea typeface="Cambria Math" panose="02040503050406030204" pitchFamily="18" charset="0"/>
                      </a:rPr>
                      <m:t>𝟏</m:t>
                    </m:r>
                    <m:r>
                      <a:rPr lang="en-US" altLang="zh-CN" b="1" i="1" smtClean="0">
                        <a:latin typeface="Cambria Math" panose="02040503050406030204" pitchFamily="18" charset="0"/>
                        <a:ea typeface="Cambria Math" panose="02040503050406030204" pitchFamily="18" charset="0"/>
                      </a:rPr>
                      <m:t>)。</m:t>
                    </m:r>
                  </m:oMath>
                </a14:m>
                <a:endParaRPr lang="en-US" altLang="zh-CN" b="1" dirty="0"/>
              </a:p>
            </p:txBody>
          </p:sp>
        </mc:Choice>
        <mc:Fallback xmlns="">
          <p:sp>
            <p:nvSpPr>
              <p:cNvPr id="28" name="íşlïḍè">
                <a:extLst>
                  <a:ext uri="{FF2B5EF4-FFF2-40B4-BE49-F238E27FC236}">
                    <a16:creationId xmlns:a16="http://schemas.microsoft.com/office/drawing/2014/main" id="{8898676C-F981-4D74-B324-A859D1387610}"/>
                  </a:ext>
                </a:extLst>
              </p:cNvPr>
              <p:cNvSpPr txBox="1">
                <a:spLocks noRot="1" noChangeAspect="1" noMove="1" noResize="1" noEditPoints="1" noAdjustHandles="1" noChangeArrowheads="1" noChangeShapeType="1" noTextEdit="1"/>
              </p:cNvSpPr>
              <p:nvPr/>
            </p:nvSpPr>
            <p:spPr>
              <a:xfrm>
                <a:off x="2993250" y="3266194"/>
                <a:ext cx="6657288" cy="311297"/>
              </a:xfrm>
              <a:prstGeom prst="rect">
                <a:avLst/>
              </a:prstGeom>
              <a:blipFill>
                <a:blip r:embed="rId9"/>
                <a:stretch>
                  <a:fillRect l="-733" t="-19608" b="-41176"/>
                </a:stretch>
              </a:blipFill>
            </p:spPr>
            <p:txBody>
              <a:bodyPr/>
              <a:lstStyle/>
              <a:p>
                <a:r>
                  <a:rPr lang="zh-CN" altLang="en-US">
                    <a:noFill/>
                  </a:rPr>
                  <a:t> </a:t>
                </a:r>
              </a:p>
            </p:txBody>
          </p:sp>
        </mc:Fallback>
      </mc:AlternateContent>
      <p:graphicFrame>
        <p:nvGraphicFramePr>
          <p:cNvPr id="29" name="表格 21">
            <a:extLst>
              <a:ext uri="{FF2B5EF4-FFF2-40B4-BE49-F238E27FC236}">
                <a16:creationId xmlns:a16="http://schemas.microsoft.com/office/drawing/2014/main" id="{44D0CDFF-8B53-4BB1-835E-1192E30CC2FA}"/>
              </a:ext>
            </a:extLst>
          </p:cNvPr>
          <p:cNvGraphicFramePr>
            <a:graphicFrameLocks noGrp="1"/>
          </p:cNvGraphicFramePr>
          <p:nvPr/>
        </p:nvGraphicFramePr>
        <p:xfrm>
          <a:off x="2302929" y="5557308"/>
          <a:ext cx="9067800" cy="370840"/>
        </p:xfrm>
        <a:graphic>
          <a:graphicData uri="http://schemas.openxmlformats.org/drawingml/2006/table">
            <a:tbl>
              <a:tblPr firstRow="1" bandRow="1">
                <a:tableStyleId>{5C22544A-7EE6-4342-B048-85BDC9FD1C3A}</a:tableStyleId>
              </a:tblPr>
              <a:tblGrid>
                <a:gridCol w="755650">
                  <a:extLst>
                    <a:ext uri="{9D8B030D-6E8A-4147-A177-3AD203B41FA5}">
                      <a16:colId xmlns:a16="http://schemas.microsoft.com/office/drawing/2014/main" val="877486509"/>
                    </a:ext>
                  </a:extLst>
                </a:gridCol>
                <a:gridCol w="755650">
                  <a:extLst>
                    <a:ext uri="{9D8B030D-6E8A-4147-A177-3AD203B41FA5}">
                      <a16:colId xmlns:a16="http://schemas.microsoft.com/office/drawing/2014/main" val="3548605817"/>
                    </a:ext>
                  </a:extLst>
                </a:gridCol>
                <a:gridCol w="755650">
                  <a:extLst>
                    <a:ext uri="{9D8B030D-6E8A-4147-A177-3AD203B41FA5}">
                      <a16:colId xmlns:a16="http://schemas.microsoft.com/office/drawing/2014/main" val="2881812895"/>
                    </a:ext>
                  </a:extLst>
                </a:gridCol>
                <a:gridCol w="755650">
                  <a:extLst>
                    <a:ext uri="{9D8B030D-6E8A-4147-A177-3AD203B41FA5}">
                      <a16:colId xmlns:a16="http://schemas.microsoft.com/office/drawing/2014/main" val="3682284582"/>
                    </a:ext>
                  </a:extLst>
                </a:gridCol>
                <a:gridCol w="755650">
                  <a:extLst>
                    <a:ext uri="{9D8B030D-6E8A-4147-A177-3AD203B41FA5}">
                      <a16:colId xmlns:a16="http://schemas.microsoft.com/office/drawing/2014/main" val="500127722"/>
                    </a:ext>
                  </a:extLst>
                </a:gridCol>
                <a:gridCol w="755650">
                  <a:extLst>
                    <a:ext uri="{9D8B030D-6E8A-4147-A177-3AD203B41FA5}">
                      <a16:colId xmlns:a16="http://schemas.microsoft.com/office/drawing/2014/main" val="2946259618"/>
                    </a:ext>
                  </a:extLst>
                </a:gridCol>
                <a:gridCol w="755650">
                  <a:extLst>
                    <a:ext uri="{9D8B030D-6E8A-4147-A177-3AD203B41FA5}">
                      <a16:colId xmlns:a16="http://schemas.microsoft.com/office/drawing/2014/main" val="171501986"/>
                    </a:ext>
                  </a:extLst>
                </a:gridCol>
                <a:gridCol w="755650">
                  <a:extLst>
                    <a:ext uri="{9D8B030D-6E8A-4147-A177-3AD203B41FA5}">
                      <a16:colId xmlns:a16="http://schemas.microsoft.com/office/drawing/2014/main" val="1667185265"/>
                    </a:ext>
                  </a:extLst>
                </a:gridCol>
                <a:gridCol w="755650">
                  <a:extLst>
                    <a:ext uri="{9D8B030D-6E8A-4147-A177-3AD203B41FA5}">
                      <a16:colId xmlns:a16="http://schemas.microsoft.com/office/drawing/2014/main" val="4258211808"/>
                    </a:ext>
                  </a:extLst>
                </a:gridCol>
                <a:gridCol w="755650">
                  <a:extLst>
                    <a:ext uri="{9D8B030D-6E8A-4147-A177-3AD203B41FA5}">
                      <a16:colId xmlns:a16="http://schemas.microsoft.com/office/drawing/2014/main" val="1794200575"/>
                    </a:ext>
                  </a:extLst>
                </a:gridCol>
                <a:gridCol w="755650">
                  <a:extLst>
                    <a:ext uri="{9D8B030D-6E8A-4147-A177-3AD203B41FA5}">
                      <a16:colId xmlns:a16="http://schemas.microsoft.com/office/drawing/2014/main" val="4230716487"/>
                    </a:ext>
                  </a:extLst>
                </a:gridCol>
                <a:gridCol w="755650">
                  <a:extLst>
                    <a:ext uri="{9D8B030D-6E8A-4147-A177-3AD203B41FA5}">
                      <a16:colId xmlns:a16="http://schemas.microsoft.com/office/drawing/2014/main" val="56153739"/>
                    </a:ext>
                  </a:extLst>
                </a:gridCol>
              </a:tblGrid>
              <a:tr h="370840">
                <a:tc>
                  <a:txBody>
                    <a:bodyPr/>
                    <a:lstStyle/>
                    <a:p>
                      <a:pPr algn="ctr"/>
                      <a:r>
                        <a:rPr lang="en-US" altLang="zh-CN" dirty="0">
                          <a:solidFill>
                            <a:schemeClr val="tx1"/>
                          </a:solidFill>
                          <a:latin typeface="Arial Black" panose="020B0A04020102020204" pitchFamily="34" charset="0"/>
                        </a:rPr>
                        <a:t>0</a:t>
                      </a:r>
                      <a:endParaRPr lang="zh-CN" altLang="en-US" dirty="0">
                        <a:solidFill>
                          <a:schemeClr val="tx1"/>
                        </a:solidFill>
                        <a:latin typeface="Arial Black" panose="020B0A04020102020204" pitchFamily="34" charset="0"/>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ctr"/>
                      <a:r>
                        <a:rPr lang="en-US" altLang="zh-CN" dirty="0">
                          <a:solidFill>
                            <a:schemeClr val="tx1"/>
                          </a:solidFill>
                          <a:latin typeface="Arial Black" panose="020B0A04020102020204" pitchFamily="34" charset="0"/>
                        </a:rPr>
                        <a:t>1</a:t>
                      </a:r>
                      <a:endParaRPr lang="zh-CN" altLang="en-US" dirty="0">
                        <a:solidFill>
                          <a:schemeClr val="tx1"/>
                        </a:solidFill>
                        <a:latin typeface="Arial Black" panose="020B0A04020102020204" pitchFamily="34" charset="0"/>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ctr"/>
                      <a:r>
                        <a:rPr lang="en-US" altLang="zh-CN" dirty="0">
                          <a:solidFill>
                            <a:schemeClr val="tx1"/>
                          </a:solidFill>
                          <a:latin typeface="Arial Black" panose="020B0A04020102020204" pitchFamily="34" charset="0"/>
                        </a:rPr>
                        <a:t>2</a:t>
                      </a:r>
                      <a:endParaRPr lang="zh-CN" altLang="en-US" dirty="0">
                        <a:solidFill>
                          <a:schemeClr val="tx1"/>
                        </a:solidFill>
                        <a:latin typeface="Arial Black" panose="020B0A04020102020204" pitchFamily="34" charset="0"/>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ctr"/>
                      <a:r>
                        <a:rPr lang="en-US" altLang="zh-CN" dirty="0">
                          <a:solidFill>
                            <a:schemeClr val="tx1"/>
                          </a:solidFill>
                          <a:latin typeface="Arial Black" panose="020B0A04020102020204" pitchFamily="34" charset="0"/>
                        </a:rPr>
                        <a:t>3</a:t>
                      </a:r>
                      <a:endParaRPr lang="zh-CN" altLang="en-US" dirty="0">
                        <a:solidFill>
                          <a:schemeClr val="tx1"/>
                        </a:solidFill>
                        <a:latin typeface="Arial Black" panose="020B0A04020102020204" pitchFamily="34" charset="0"/>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ctr"/>
                      <a:r>
                        <a:rPr lang="en-US" altLang="zh-CN" dirty="0">
                          <a:solidFill>
                            <a:schemeClr val="tx1"/>
                          </a:solidFill>
                          <a:latin typeface="Arial Black" panose="020B0A04020102020204" pitchFamily="34" charset="0"/>
                        </a:rPr>
                        <a:t>4</a:t>
                      </a:r>
                      <a:endParaRPr lang="zh-CN" altLang="en-US" dirty="0">
                        <a:solidFill>
                          <a:schemeClr val="tx1"/>
                        </a:solidFill>
                        <a:latin typeface="Arial Black" panose="020B0A04020102020204" pitchFamily="34" charset="0"/>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ctr"/>
                      <a:r>
                        <a:rPr lang="en-US" altLang="zh-CN" dirty="0">
                          <a:solidFill>
                            <a:schemeClr val="tx1"/>
                          </a:solidFill>
                          <a:latin typeface="Arial Black" panose="020B0A04020102020204" pitchFamily="34" charset="0"/>
                        </a:rPr>
                        <a:t>5</a:t>
                      </a:r>
                      <a:endParaRPr lang="zh-CN" altLang="en-US" dirty="0">
                        <a:solidFill>
                          <a:schemeClr val="tx1"/>
                        </a:solidFill>
                        <a:latin typeface="Arial Black" panose="020B0A04020102020204" pitchFamily="34" charset="0"/>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ctr"/>
                      <a:r>
                        <a:rPr lang="en-US" altLang="zh-CN" dirty="0">
                          <a:solidFill>
                            <a:schemeClr val="tx1"/>
                          </a:solidFill>
                          <a:latin typeface="Arial Black" panose="020B0A04020102020204" pitchFamily="34" charset="0"/>
                        </a:rPr>
                        <a:t>6</a:t>
                      </a:r>
                      <a:endParaRPr lang="zh-CN" altLang="en-US" dirty="0">
                        <a:solidFill>
                          <a:schemeClr val="tx1"/>
                        </a:solidFill>
                        <a:latin typeface="Arial Black" panose="020B0A04020102020204" pitchFamily="34" charset="0"/>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ctr"/>
                      <a:r>
                        <a:rPr lang="en-US" altLang="zh-CN" dirty="0">
                          <a:solidFill>
                            <a:schemeClr val="tx1"/>
                          </a:solidFill>
                          <a:latin typeface="Arial Black" panose="020B0A04020102020204" pitchFamily="34" charset="0"/>
                        </a:rPr>
                        <a:t>7</a:t>
                      </a:r>
                      <a:endParaRPr lang="zh-CN" altLang="en-US" dirty="0">
                        <a:solidFill>
                          <a:schemeClr val="tx1"/>
                        </a:solidFill>
                        <a:latin typeface="Arial Black" panose="020B0A04020102020204" pitchFamily="34" charset="0"/>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ctr"/>
                      <a:r>
                        <a:rPr lang="en-US" altLang="zh-CN" dirty="0">
                          <a:solidFill>
                            <a:schemeClr val="tx1"/>
                          </a:solidFill>
                          <a:latin typeface="Arial Black" panose="020B0A04020102020204" pitchFamily="34" charset="0"/>
                        </a:rPr>
                        <a:t>0</a:t>
                      </a:r>
                      <a:endParaRPr lang="zh-CN" altLang="en-US" dirty="0">
                        <a:solidFill>
                          <a:schemeClr val="tx1"/>
                        </a:solidFill>
                        <a:latin typeface="Arial Black" panose="020B0A04020102020204" pitchFamily="34" charset="0"/>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ctr"/>
                      <a:r>
                        <a:rPr lang="en-US" altLang="zh-CN" dirty="0">
                          <a:solidFill>
                            <a:schemeClr val="tx1"/>
                          </a:solidFill>
                          <a:latin typeface="Arial Black" panose="020B0A04020102020204" pitchFamily="34" charset="0"/>
                        </a:rPr>
                        <a:t>1</a:t>
                      </a:r>
                      <a:endParaRPr lang="zh-CN" altLang="en-US" dirty="0">
                        <a:solidFill>
                          <a:schemeClr val="tx1"/>
                        </a:solidFill>
                        <a:latin typeface="Arial Black" panose="020B0A04020102020204" pitchFamily="34" charset="0"/>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ctr"/>
                      <a:r>
                        <a:rPr lang="en-US" altLang="zh-CN" dirty="0">
                          <a:solidFill>
                            <a:schemeClr val="tx1"/>
                          </a:solidFill>
                          <a:latin typeface="Arial Black" panose="020B0A04020102020204" pitchFamily="34" charset="0"/>
                        </a:rPr>
                        <a:t>2</a:t>
                      </a:r>
                      <a:endParaRPr lang="zh-CN" altLang="en-US" dirty="0">
                        <a:solidFill>
                          <a:schemeClr val="tx1"/>
                        </a:solidFill>
                        <a:latin typeface="Arial Black" panose="020B0A04020102020204" pitchFamily="34" charset="0"/>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ctr"/>
                      <a:r>
                        <a:rPr lang="en-US" altLang="zh-CN" dirty="0">
                          <a:solidFill>
                            <a:schemeClr val="tx1"/>
                          </a:solidFill>
                          <a:latin typeface="Arial Black" panose="020B0A04020102020204" pitchFamily="34" charset="0"/>
                        </a:rPr>
                        <a:t>…</a:t>
                      </a:r>
                      <a:endParaRPr lang="zh-CN" altLang="en-US" dirty="0">
                        <a:solidFill>
                          <a:schemeClr val="tx1"/>
                        </a:solidFill>
                        <a:latin typeface="Arial Black" panose="020B0A04020102020204" pitchFamily="34" charset="0"/>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extLst>
                  <a:ext uri="{0D108BD9-81ED-4DB2-BD59-A6C34878D82A}">
                    <a16:rowId xmlns:a16="http://schemas.microsoft.com/office/drawing/2014/main" val="316235763"/>
                  </a:ext>
                </a:extLst>
              </a:tr>
            </a:tbl>
          </a:graphicData>
        </a:graphic>
      </p:graphicFrame>
      <p:graphicFrame>
        <p:nvGraphicFramePr>
          <p:cNvPr id="30" name="表格 21">
            <a:extLst>
              <a:ext uri="{FF2B5EF4-FFF2-40B4-BE49-F238E27FC236}">
                <a16:creationId xmlns:a16="http://schemas.microsoft.com/office/drawing/2014/main" id="{849D252C-900C-44C3-9C3B-0A66CC10F5E3}"/>
              </a:ext>
            </a:extLst>
          </p:cNvPr>
          <p:cNvGraphicFramePr>
            <a:graphicFrameLocks noGrp="1"/>
          </p:cNvGraphicFramePr>
          <p:nvPr/>
        </p:nvGraphicFramePr>
        <p:xfrm>
          <a:off x="2302929" y="1827576"/>
          <a:ext cx="9067800" cy="370840"/>
        </p:xfrm>
        <a:graphic>
          <a:graphicData uri="http://schemas.openxmlformats.org/drawingml/2006/table">
            <a:tbl>
              <a:tblPr firstRow="1" bandRow="1">
                <a:tableStyleId>{5C22544A-7EE6-4342-B048-85BDC9FD1C3A}</a:tableStyleId>
              </a:tblPr>
              <a:tblGrid>
                <a:gridCol w="755650">
                  <a:extLst>
                    <a:ext uri="{9D8B030D-6E8A-4147-A177-3AD203B41FA5}">
                      <a16:colId xmlns:a16="http://schemas.microsoft.com/office/drawing/2014/main" val="877486509"/>
                    </a:ext>
                  </a:extLst>
                </a:gridCol>
                <a:gridCol w="755650">
                  <a:extLst>
                    <a:ext uri="{9D8B030D-6E8A-4147-A177-3AD203B41FA5}">
                      <a16:colId xmlns:a16="http://schemas.microsoft.com/office/drawing/2014/main" val="3548605817"/>
                    </a:ext>
                  </a:extLst>
                </a:gridCol>
                <a:gridCol w="755650">
                  <a:extLst>
                    <a:ext uri="{9D8B030D-6E8A-4147-A177-3AD203B41FA5}">
                      <a16:colId xmlns:a16="http://schemas.microsoft.com/office/drawing/2014/main" val="2881812895"/>
                    </a:ext>
                  </a:extLst>
                </a:gridCol>
                <a:gridCol w="755650">
                  <a:extLst>
                    <a:ext uri="{9D8B030D-6E8A-4147-A177-3AD203B41FA5}">
                      <a16:colId xmlns:a16="http://schemas.microsoft.com/office/drawing/2014/main" val="3682284582"/>
                    </a:ext>
                  </a:extLst>
                </a:gridCol>
                <a:gridCol w="755650">
                  <a:extLst>
                    <a:ext uri="{9D8B030D-6E8A-4147-A177-3AD203B41FA5}">
                      <a16:colId xmlns:a16="http://schemas.microsoft.com/office/drawing/2014/main" val="500127722"/>
                    </a:ext>
                  </a:extLst>
                </a:gridCol>
                <a:gridCol w="755650">
                  <a:extLst>
                    <a:ext uri="{9D8B030D-6E8A-4147-A177-3AD203B41FA5}">
                      <a16:colId xmlns:a16="http://schemas.microsoft.com/office/drawing/2014/main" val="2946259618"/>
                    </a:ext>
                  </a:extLst>
                </a:gridCol>
                <a:gridCol w="755650">
                  <a:extLst>
                    <a:ext uri="{9D8B030D-6E8A-4147-A177-3AD203B41FA5}">
                      <a16:colId xmlns:a16="http://schemas.microsoft.com/office/drawing/2014/main" val="171501986"/>
                    </a:ext>
                  </a:extLst>
                </a:gridCol>
                <a:gridCol w="755650">
                  <a:extLst>
                    <a:ext uri="{9D8B030D-6E8A-4147-A177-3AD203B41FA5}">
                      <a16:colId xmlns:a16="http://schemas.microsoft.com/office/drawing/2014/main" val="1667185265"/>
                    </a:ext>
                  </a:extLst>
                </a:gridCol>
                <a:gridCol w="755650">
                  <a:extLst>
                    <a:ext uri="{9D8B030D-6E8A-4147-A177-3AD203B41FA5}">
                      <a16:colId xmlns:a16="http://schemas.microsoft.com/office/drawing/2014/main" val="4258211808"/>
                    </a:ext>
                  </a:extLst>
                </a:gridCol>
                <a:gridCol w="755650">
                  <a:extLst>
                    <a:ext uri="{9D8B030D-6E8A-4147-A177-3AD203B41FA5}">
                      <a16:colId xmlns:a16="http://schemas.microsoft.com/office/drawing/2014/main" val="1794200575"/>
                    </a:ext>
                  </a:extLst>
                </a:gridCol>
                <a:gridCol w="755650">
                  <a:extLst>
                    <a:ext uri="{9D8B030D-6E8A-4147-A177-3AD203B41FA5}">
                      <a16:colId xmlns:a16="http://schemas.microsoft.com/office/drawing/2014/main" val="4230716487"/>
                    </a:ext>
                  </a:extLst>
                </a:gridCol>
                <a:gridCol w="755650">
                  <a:extLst>
                    <a:ext uri="{9D8B030D-6E8A-4147-A177-3AD203B41FA5}">
                      <a16:colId xmlns:a16="http://schemas.microsoft.com/office/drawing/2014/main" val="56153739"/>
                    </a:ext>
                  </a:extLst>
                </a:gridCol>
              </a:tblGrid>
              <a:tr h="370840">
                <a:tc>
                  <a:txBody>
                    <a:bodyPr/>
                    <a:lstStyle/>
                    <a:p>
                      <a:pPr algn="ctr"/>
                      <a:r>
                        <a:rPr lang="en-US" altLang="zh-CN" dirty="0">
                          <a:solidFill>
                            <a:schemeClr val="tx1"/>
                          </a:solidFill>
                          <a:latin typeface="Arial Black" panose="020B0A04020102020204" pitchFamily="34" charset="0"/>
                        </a:rPr>
                        <a:t>0</a:t>
                      </a:r>
                      <a:endParaRPr lang="zh-CN" altLang="en-US" dirty="0">
                        <a:solidFill>
                          <a:schemeClr val="tx1"/>
                        </a:solidFill>
                        <a:latin typeface="Arial Black" panose="020B0A04020102020204" pitchFamily="34" charset="0"/>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ctr"/>
                      <a:r>
                        <a:rPr lang="en-US" altLang="zh-CN" dirty="0">
                          <a:solidFill>
                            <a:schemeClr val="tx1"/>
                          </a:solidFill>
                          <a:latin typeface="Arial Black" panose="020B0A04020102020204" pitchFamily="34" charset="0"/>
                        </a:rPr>
                        <a:t>1</a:t>
                      </a:r>
                      <a:endParaRPr lang="zh-CN" altLang="en-US" dirty="0">
                        <a:solidFill>
                          <a:schemeClr val="tx1"/>
                        </a:solidFill>
                        <a:latin typeface="Arial Black" panose="020B0A04020102020204" pitchFamily="34" charset="0"/>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ctr"/>
                      <a:r>
                        <a:rPr lang="en-US" altLang="zh-CN" dirty="0">
                          <a:solidFill>
                            <a:schemeClr val="tx1"/>
                          </a:solidFill>
                          <a:latin typeface="Arial Black" panose="020B0A04020102020204" pitchFamily="34" charset="0"/>
                        </a:rPr>
                        <a:t>2</a:t>
                      </a:r>
                      <a:endParaRPr lang="zh-CN" altLang="en-US" dirty="0">
                        <a:solidFill>
                          <a:schemeClr val="tx1"/>
                        </a:solidFill>
                        <a:latin typeface="Arial Black" panose="020B0A04020102020204" pitchFamily="34" charset="0"/>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ctr"/>
                      <a:r>
                        <a:rPr lang="en-US" altLang="zh-CN" dirty="0">
                          <a:solidFill>
                            <a:schemeClr val="tx1"/>
                          </a:solidFill>
                          <a:latin typeface="Arial Black" panose="020B0A04020102020204" pitchFamily="34" charset="0"/>
                        </a:rPr>
                        <a:t>3</a:t>
                      </a:r>
                      <a:endParaRPr lang="zh-CN" altLang="en-US" dirty="0">
                        <a:solidFill>
                          <a:schemeClr val="tx1"/>
                        </a:solidFill>
                        <a:latin typeface="Arial Black" panose="020B0A04020102020204" pitchFamily="34" charset="0"/>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ctr"/>
                      <a:r>
                        <a:rPr lang="en-US" altLang="zh-CN" dirty="0">
                          <a:solidFill>
                            <a:schemeClr val="tx1"/>
                          </a:solidFill>
                          <a:latin typeface="Arial Black" panose="020B0A04020102020204" pitchFamily="34" charset="0"/>
                        </a:rPr>
                        <a:t>4</a:t>
                      </a:r>
                      <a:endParaRPr lang="zh-CN" altLang="en-US" dirty="0">
                        <a:solidFill>
                          <a:schemeClr val="tx1"/>
                        </a:solidFill>
                        <a:latin typeface="Arial Black" panose="020B0A04020102020204" pitchFamily="34" charset="0"/>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ctr"/>
                      <a:r>
                        <a:rPr lang="en-US" altLang="zh-CN" dirty="0">
                          <a:solidFill>
                            <a:schemeClr val="tx1"/>
                          </a:solidFill>
                          <a:latin typeface="Arial Black" panose="020B0A04020102020204" pitchFamily="34" charset="0"/>
                        </a:rPr>
                        <a:t>5</a:t>
                      </a:r>
                      <a:endParaRPr lang="zh-CN" altLang="en-US" dirty="0">
                        <a:solidFill>
                          <a:schemeClr val="tx1"/>
                        </a:solidFill>
                        <a:latin typeface="Arial Black" panose="020B0A04020102020204" pitchFamily="34" charset="0"/>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ctr"/>
                      <a:r>
                        <a:rPr lang="en-US" altLang="zh-CN" dirty="0">
                          <a:solidFill>
                            <a:schemeClr val="tx1"/>
                          </a:solidFill>
                          <a:latin typeface="Arial Black" panose="020B0A04020102020204" pitchFamily="34" charset="0"/>
                        </a:rPr>
                        <a:t>6</a:t>
                      </a:r>
                      <a:endParaRPr lang="zh-CN" altLang="en-US" dirty="0">
                        <a:solidFill>
                          <a:schemeClr val="tx1"/>
                        </a:solidFill>
                        <a:latin typeface="Arial Black" panose="020B0A04020102020204" pitchFamily="34" charset="0"/>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ctr"/>
                      <a:r>
                        <a:rPr lang="en-US" altLang="zh-CN" dirty="0">
                          <a:solidFill>
                            <a:schemeClr val="tx1"/>
                          </a:solidFill>
                          <a:latin typeface="Arial Black" panose="020B0A04020102020204" pitchFamily="34" charset="0"/>
                        </a:rPr>
                        <a:t>7</a:t>
                      </a:r>
                      <a:endParaRPr lang="zh-CN" altLang="en-US" dirty="0">
                        <a:solidFill>
                          <a:schemeClr val="tx1"/>
                        </a:solidFill>
                        <a:latin typeface="Arial Black" panose="020B0A04020102020204" pitchFamily="34" charset="0"/>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ctr"/>
                      <a:r>
                        <a:rPr lang="en-US" altLang="zh-CN" dirty="0">
                          <a:solidFill>
                            <a:schemeClr val="tx1"/>
                          </a:solidFill>
                          <a:latin typeface="Arial Black" panose="020B0A04020102020204" pitchFamily="34" charset="0"/>
                        </a:rPr>
                        <a:t>0</a:t>
                      </a:r>
                      <a:endParaRPr lang="zh-CN" altLang="en-US" dirty="0">
                        <a:solidFill>
                          <a:schemeClr val="tx1"/>
                        </a:solidFill>
                        <a:latin typeface="Arial Black" panose="020B0A04020102020204" pitchFamily="34" charset="0"/>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ctr"/>
                      <a:r>
                        <a:rPr lang="en-US" altLang="zh-CN" dirty="0">
                          <a:solidFill>
                            <a:schemeClr val="tx1"/>
                          </a:solidFill>
                          <a:latin typeface="Arial Black" panose="020B0A04020102020204" pitchFamily="34" charset="0"/>
                        </a:rPr>
                        <a:t>1</a:t>
                      </a:r>
                      <a:endParaRPr lang="zh-CN" altLang="en-US" dirty="0">
                        <a:solidFill>
                          <a:schemeClr val="tx1"/>
                        </a:solidFill>
                        <a:latin typeface="Arial Black" panose="020B0A04020102020204" pitchFamily="34" charset="0"/>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ctr"/>
                      <a:r>
                        <a:rPr lang="en-US" altLang="zh-CN" dirty="0">
                          <a:solidFill>
                            <a:schemeClr val="tx1"/>
                          </a:solidFill>
                          <a:latin typeface="Arial Black" panose="020B0A04020102020204" pitchFamily="34" charset="0"/>
                        </a:rPr>
                        <a:t>2</a:t>
                      </a:r>
                      <a:endParaRPr lang="zh-CN" altLang="en-US" dirty="0">
                        <a:solidFill>
                          <a:schemeClr val="tx1"/>
                        </a:solidFill>
                        <a:latin typeface="Arial Black" panose="020B0A04020102020204" pitchFamily="34" charset="0"/>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ctr"/>
                      <a:r>
                        <a:rPr lang="en-US" altLang="zh-CN" dirty="0">
                          <a:solidFill>
                            <a:schemeClr val="tx1"/>
                          </a:solidFill>
                          <a:latin typeface="Arial Black" panose="020B0A04020102020204" pitchFamily="34" charset="0"/>
                        </a:rPr>
                        <a:t>…</a:t>
                      </a:r>
                      <a:endParaRPr lang="zh-CN" altLang="en-US" dirty="0">
                        <a:solidFill>
                          <a:schemeClr val="tx1"/>
                        </a:solidFill>
                        <a:latin typeface="Arial Black" panose="020B0A04020102020204" pitchFamily="34" charset="0"/>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extLst>
                  <a:ext uri="{0D108BD9-81ED-4DB2-BD59-A6C34878D82A}">
                    <a16:rowId xmlns:a16="http://schemas.microsoft.com/office/drawing/2014/main" val="316235763"/>
                  </a:ext>
                </a:extLst>
              </a:tr>
            </a:tbl>
          </a:graphicData>
        </a:graphic>
      </p:graphicFrame>
      <mc:AlternateContent xmlns:mc="http://schemas.openxmlformats.org/markup-compatibility/2006" xmlns:a14="http://schemas.microsoft.com/office/drawing/2010/main">
        <mc:Choice Requires="a14">
          <p:sp>
            <p:nvSpPr>
              <p:cNvPr id="31" name="íşlïḍè">
                <a:extLst>
                  <a:ext uri="{FF2B5EF4-FFF2-40B4-BE49-F238E27FC236}">
                    <a16:creationId xmlns:a16="http://schemas.microsoft.com/office/drawing/2014/main" id="{534EE850-C207-4BCA-A31E-771A47DA9033}"/>
                  </a:ext>
                </a:extLst>
              </p:cNvPr>
              <p:cNvSpPr txBox="1"/>
              <p:nvPr/>
            </p:nvSpPr>
            <p:spPr>
              <a:xfrm>
                <a:off x="2993250" y="3724968"/>
                <a:ext cx="6218660" cy="311297"/>
              </a:xfrm>
              <a:prstGeom prst="rect">
                <a:avLst/>
              </a:prstGeom>
              <a:noFill/>
            </p:spPr>
            <p:txBody>
              <a:bodyPr wrap="square" lIns="91440" tIns="45720" rIns="91440" bIns="45720" anchor="ctr">
                <a:noAutofit/>
              </a:bodyPr>
              <a:lstStyle/>
              <a:p>
                <a:r>
                  <a:rPr lang="zh-CN" altLang="en-US" b="1" dirty="0">
                    <a:solidFill>
                      <a:schemeClr val="accent4"/>
                    </a:solidFill>
                  </a:rPr>
                  <a:t>接收窗口</a:t>
                </a:r>
                <a14:m>
                  <m:oMath xmlns:m="http://schemas.openxmlformats.org/officeDocument/2006/math">
                    <m:sSub>
                      <m:sSubPr>
                        <m:ctrlPr>
                          <a:rPr lang="en-US" altLang="zh-CN" b="1" i="1" smtClean="0">
                            <a:solidFill>
                              <a:schemeClr val="accent4"/>
                            </a:solidFill>
                            <a:latin typeface="Cambria Math" panose="02040503050406030204" pitchFamily="18" charset="0"/>
                          </a:rPr>
                        </m:ctrlPr>
                      </m:sSubPr>
                      <m:e>
                        <m:r>
                          <a:rPr lang="en-US" altLang="zh-CN" b="1" i="1" smtClean="0">
                            <a:solidFill>
                              <a:schemeClr val="accent4"/>
                            </a:solidFill>
                            <a:latin typeface="Cambria Math" panose="02040503050406030204" pitchFamily="18" charset="0"/>
                          </a:rPr>
                          <m:t>𝑾</m:t>
                        </m:r>
                      </m:e>
                      <m:sub>
                        <m:r>
                          <a:rPr lang="en-US" altLang="zh-CN" b="1" i="1" smtClean="0">
                            <a:solidFill>
                              <a:schemeClr val="accent4"/>
                            </a:solidFill>
                            <a:latin typeface="Cambria Math" panose="02040503050406030204" pitchFamily="18" charset="0"/>
                          </a:rPr>
                          <m:t>𝑹</m:t>
                        </m:r>
                      </m:sub>
                    </m:sSub>
                  </m:oMath>
                </a14:m>
                <a:r>
                  <a:rPr lang="zh-CN" altLang="en-US" b="1" dirty="0"/>
                  <a:t>取最大值</a:t>
                </a:r>
                <a14:m>
                  <m:oMath xmlns:m="http://schemas.openxmlformats.org/officeDocument/2006/math">
                    <m:sSup>
                      <m:sSupPr>
                        <m:ctrlPr>
                          <a:rPr lang="en-US" altLang="zh-CN" b="1" i="1" smtClean="0">
                            <a:latin typeface="Cambria Math" panose="02040503050406030204" pitchFamily="18" charset="0"/>
                          </a:rPr>
                        </m:ctrlPr>
                      </m:sSupPr>
                      <m:e>
                        <m:r>
                          <a:rPr lang="en-US" altLang="zh-CN" b="1" i="1" smtClean="0">
                            <a:latin typeface="Cambria Math" panose="02040503050406030204" pitchFamily="18" charset="0"/>
                          </a:rPr>
                          <m:t>𝟐</m:t>
                        </m:r>
                      </m:e>
                      <m:sup>
                        <m:r>
                          <a:rPr lang="en-US" altLang="zh-CN" b="1" i="1" smtClean="0">
                            <a:latin typeface="Cambria Math" panose="02040503050406030204" pitchFamily="18" charset="0"/>
                          </a:rPr>
                          <m:t>(</m:t>
                        </m:r>
                        <m:r>
                          <a:rPr lang="en-US" altLang="zh-CN" b="1" i="1" smtClean="0">
                            <a:latin typeface="Cambria Math" panose="02040503050406030204" pitchFamily="18" charset="0"/>
                          </a:rPr>
                          <m:t>𝟑</m:t>
                        </m:r>
                        <m:r>
                          <a:rPr lang="en-US" altLang="zh-CN" b="1" i="1" smtClean="0">
                            <a:latin typeface="Cambria Math" panose="02040503050406030204" pitchFamily="18" charset="0"/>
                          </a:rPr>
                          <m:t>−</m:t>
                        </m:r>
                        <m:r>
                          <a:rPr lang="en-US" altLang="zh-CN" b="1" i="1" smtClean="0">
                            <a:latin typeface="Cambria Math" panose="02040503050406030204" pitchFamily="18" charset="0"/>
                          </a:rPr>
                          <m:t>𝟏</m:t>
                        </m:r>
                        <m:r>
                          <a:rPr lang="en-US" altLang="zh-CN" b="1" i="1" smtClean="0">
                            <a:latin typeface="Cambria Math" panose="02040503050406030204" pitchFamily="18" charset="0"/>
                          </a:rPr>
                          <m:t>)</m:t>
                        </m:r>
                      </m:sup>
                    </m:sSup>
                  </m:oMath>
                </a14:m>
                <a:r>
                  <a:rPr lang="zh-CN" altLang="en-US" b="1" dirty="0"/>
                  <a:t>，即</a:t>
                </a:r>
                <a14:m>
                  <m:oMath xmlns:m="http://schemas.openxmlformats.org/officeDocument/2006/math">
                    <m:sSub>
                      <m:sSubPr>
                        <m:ctrlPr>
                          <a:rPr lang="en-US" altLang="zh-CN" b="1" i="1" smtClean="0">
                            <a:latin typeface="Cambria Math" panose="02040503050406030204" pitchFamily="18" charset="0"/>
                          </a:rPr>
                        </m:ctrlPr>
                      </m:sSubPr>
                      <m:e>
                        <m:r>
                          <a:rPr lang="en-US" altLang="zh-CN" b="1" i="1" smtClean="0">
                            <a:latin typeface="Cambria Math" panose="02040503050406030204" pitchFamily="18" charset="0"/>
                          </a:rPr>
                          <m:t>𝑾</m:t>
                        </m:r>
                      </m:e>
                      <m:sub>
                        <m:r>
                          <a:rPr lang="en-US" altLang="zh-CN" b="1" i="1" smtClean="0">
                            <a:latin typeface="Cambria Math" panose="02040503050406030204" pitchFamily="18" charset="0"/>
                          </a:rPr>
                          <m:t>𝑹</m:t>
                        </m:r>
                      </m:sub>
                    </m:sSub>
                    <m:r>
                      <a:rPr lang="en-US" altLang="zh-CN" b="1" i="1" smtClean="0">
                        <a:latin typeface="Cambria Math" panose="02040503050406030204" pitchFamily="18" charset="0"/>
                      </a:rPr>
                      <m:t>=</m:t>
                    </m:r>
                    <m:r>
                      <a:rPr lang="en-US" altLang="zh-CN" b="1" i="1" smtClean="0">
                        <a:latin typeface="Cambria Math" panose="02040503050406030204" pitchFamily="18" charset="0"/>
                      </a:rPr>
                      <m:t>𝟒</m:t>
                    </m:r>
                    <m:r>
                      <a:rPr lang="zh-CN" altLang="en-US" b="1" i="1">
                        <a:latin typeface="Cambria Math" panose="02040503050406030204" pitchFamily="18" charset="0"/>
                      </a:rPr>
                      <m:t>。</m:t>
                    </m:r>
                  </m:oMath>
                </a14:m>
                <a:endParaRPr lang="en-US" altLang="zh-CN" b="1" dirty="0"/>
              </a:p>
            </p:txBody>
          </p:sp>
        </mc:Choice>
        <mc:Fallback xmlns="">
          <p:sp>
            <p:nvSpPr>
              <p:cNvPr id="31" name="íşlïḍè">
                <a:extLst>
                  <a:ext uri="{FF2B5EF4-FFF2-40B4-BE49-F238E27FC236}">
                    <a16:creationId xmlns:a16="http://schemas.microsoft.com/office/drawing/2014/main" id="{534EE850-C207-4BCA-A31E-771A47DA9033}"/>
                  </a:ext>
                </a:extLst>
              </p:cNvPr>
              <p:cNvSpPr txBox="1">
                <a:spLocks noRot="1" noChangeAspect="1" noMove="1" noResize="1" noEditPoints="1" noAdjustHandles="1" noChangeArrowheads="1" noChangeShapeType="1" noTextEdit="1"/>
              </p:cNvSpPr>
              <p:nvPr/>
            </p:nvSpPr>
            <p:spPr>
              <a:xfrm>
                <a:off x="2993250" y="3724968"/>
                <a:ext cx="6218660" cy="311297"/>
              </a:xfrm>
              <a:prstGeom prst="rect">
                <a:avLst/>
              </a:prstGeom>
              <a:blipFill>
                <a:blip r:embed="rId10"/>
                <a:stretch>
                  <a:fillRect l="-784" t="-17647" b="-43137"/>
                </a:stretch>
              </a:blipFill>
            </p:spPr>
            <p:txBody>
              <a:bodyPr/>
              <a:lstStyle/>
              <a:p>
                <a:r>
                  <a:rPr lang="zh-CN" altLang="en-US">
                    <a:noFill/>
                  </a:rPr>
                  <a:t> </a:t>
                </a:r>
              </a:p>
            </p:txBody>
          </p:sp>
        </mc:Fallback>
      </mc:AlternateContent>
      <mc:AlternateContent xmlns:mc="http://schemas.openxmlformats.org/markup-compatibility/2006" xmlns:a14="http://schemas.microsoft.com/office/drawing/2010/main">
        <mc:Choice Requires="a14">
          <p:sp>
            <p:nvSpPr>
              <p:cNvPr id="32" name="íşlïḍè">
                <a:extLst>
                  <a:ext uri="{FF2B5EF4-FFF2-40B4-BE49-F238E27FC236}">
                    <a16:creationId xmlns:a16="http://schemas.microsoft.com/office/drawing/2014/main" id="{FBFA56FC-F0C2-4492-AE42-88A025F625E8}"/>
                  </a:ext>
                </a:extLst>
              </p:cNvPr>
              <p:cNvSpPr txBox="1"/>
              <p:nvPr/>
            </p:nvSpPr>
            <p:spPr>
              <a:xfrm>
                <a:off x="2993250" y="4183741"/>
                <a:ext cx="6218660" cy="311297"/>
              </a:xfrm>
              <a:prstGeom prst="rect">
                <a:avLst/>
              </a:prstGeom>
              <a:noFill/>
            </p:spPr>
            <p:txBody>
              <a:bodyPr wrap="square" lIns="91440" tIns="45720" rIns="91440" bIns="45720" anchor="ctr">
                <a:noAutofit/>
              </a:bodyPr>
              <a:lstStyle/>
              <a:p>
                <a:r>
                  <a:rPr lang="zh-CN" altLang="en-US" b="1" dirty="0">
                    <a:solidFill>
                      <a:schemeClr val="accent3"/>
                    </a:solidFill>
                  </a:rPr>
                  <a:t>发送窗口</a:t>
                </a:r>
                <a14:m>
                  <m:oMath xmlns:m="http://schemas.openxmlformats.org/officeDocument/2006/math">
                    <m:sSub>
                      <m:sSubPr>
                        <m:ctrlPr>
                          <a:rPr lang="en-US" altLang="zh-CN" b="1" i="1" smtClean="0">
                            <a:solidFill>
                              <a:schemeClr val="accent3"/>
                            </a:solidFill>
                            <a:latin typeface="Cambria Math" panose="02040503050406030204" pitchFamily="18" charset="0"/>
                          </a:rPr>
                        </m:ctrlPr>
                      </m:sSubPr>
                      <m:e>
                        <m:r>
                          <a:rPr lang="en-US" altLang="zh-CN" b="1" i="1" smtClean="0">
                            <a:solidFill>
                              <a:schemeClr val="accent3"/>
                            </a:solidFill>
                            <a:latin typeface="Cambria Math" panose="02040503050406030204" pitchFamily="18" charset="0"/>
                          </a:rPr>
                          <m:t>𝑾</m:t>
                        </m:r>
                      </m:e>
                      <m:sub>
                        <m:r>
                          <a:rPr lang="en-US" altLang="zh-CN" b="1" i="1" smtClean="0">
                            <a:solidFill>
                              <a:schemeClr val="accent3"/>
                            </a:solidFill>
                            <a:latin typeface="Cambria Math" panose="02040503050406030204" pitchFamily="18" charset="0"/>
                          </a:rPr>
                          <m:t>𝑻</m:t>
                        </m:r>
                      </m:sub>
                    </m:sSub>
                  </m:oMath>
                </a14:m>
                <a:r>
                  <a:rPr lang="zh-CN" altLang="en-US" b="1" dirty="0"/>
                  <a:t>能取到的最大值也为</a:t>
                </a:r>
                <a14:m>
                  <m:oMath xmlns:m="http://schemas.openxmlformats.org/officeDocument/2006/math">
                    <m:sSup>
                      <m:sSupPr>
                        <m:ctrlPr>
                          <a:rPr lang="en-US" altLang="zh-CN" b="1" i="1" smtClean="0">
                            <a:latin typeface="Cambria Math" panose="02040503050406030204" pitchFamily="18" charset="0"/>
                          </a:rPr>
                        </m:ctrlPr>
                      </m:sSupPr>
                      <m:e>
                        <m:r>
                          <a:rPr lang="en-US" altLang="zh-CN" b="1" i="1" smtClean="0">
                            <a:latin typeface="Cambria Math" panose="02040503050406030204" pitchFamily="18" charset="0"/>
                          </a:rPr>
                          <m:t>𝟐</m:t>
                        </m:r>
                      </m:e>
                      <m:sup>
                        <m:r>
                          <a:rPr lang="en-US" altLang="zh-CN" b="1" i="1" smtClean="0">
                            <a:latin typeface="Cambria Math" panose="02040503050406030204" pitchFamily="18" charset="0"/>
                          </a:rPr>
                          <m:t>(</m:t>
                        </m:r>
                        <m:r>
                          <a:rPr lang="en-US" altLang="zh-CN" b="1" i="1" smtClean="0">
                            <a:latin typeface="Cambria Math" panose="02040503050406030204" pitchFamily="18" charset="0"/>
                          </a:rPr>
                          <m:t>𝟑</m:t>
                        </m:r>
                        <m:r>
                          <a:rPr lang="en-US" altLang="zh-CN" b="1" i="1" smtClean="0">
                            <a:latin typeface="Cambria Math" panose="02040503050406030204" pitchFamily="18" charset="0"/>
                          </a:rPr>
                          <m:t>−</m:t>
                        </m:r>
                        <m:r>
                          <a:rPr lang="en-US" altLang="zh-CN" b="1" i="1" smtClean="0">
                            <a:latin typeface="Cambria Math" panose="02040503050406030204" pitchFamily="18" charset="0"/>
                          </a:rPr>
                          <m:t>𝟏</m:t>
                        </m:r>
                        <m:r>
                          <a:rPr lang="en-US" altLang="zh-CN" b="1" i="1" smtClean="0">
                            <a:latin typeface="Cambria Math" panose="02040503050406030204" pitchFamily="18" charset="0"/>
                          </a:rPr>
                          <m:t>)</m:t>
                        </m:r>
                      </m:sup>
                    </m:sSup>
                  </m:oMath>
                </a14:m>
                <a:r>
                  <a:rPr lang="zh-CN" altLang="en-US" b="1" dirty="0"/>
                  <a:t>，即</a:t>
                </a:r>
                <a14:m>
                  <m:oMath xmlns:m="http://schemas.openxmlformats.org/officeDocument/2006/math">
                    <m:sSub>
                      <m:sSubPr>
                        <m:ctrlPr>
                          <a:rPr lang="en-US" altLang="zh-CN" b="1" i="1" smtClean="0">
                            <a:latin typeface="Cambria Math" panose="02040503050406030204" pitchFamily="18" charset="0"/>
                          </a:rPr>
                        </m:ctrlPr>
                      </m:sSubPr>
                      <m:e>
                        <m:r>
                          <a:rPr lang="en-US" altLang="zh-CN" b="1" i="1" smtClean="0">
                            <a:latin typeface="Cambria Math" panose="02040503050406030204" pitchFamily="18" charset="0"/>
                          </a:rPr>
                          <m:t>𝑾</m:t>
                        </m:r>
                      </m:e>
                      <m:sub>
                        <m:r>
                          <a:rPr lang="en-US" altLang="zh-CN" b="1" i="1" smtClean="0">
                            <a:latin typeface="Cambria Math" panose="02040503050406030204" pitchFamily="18" charset="0"/>
                          </a:rPr>
                          <m:t>𝑻</m:t>
                        </m:r>
                      </m:sub>
                    </m:sSub>
                    <m:r>
                      <a:rPr lang="en-US" altLang="zh-CN" b="1" i="1" smtClean="0">
                        <a:latin typeface="Cambria Math" panose="02040503050406030204" pitchFamily="18" charset="0"/>
                      </a:rPr>
                      <m:t>=</m:t>
                    </m:r>
                    <m:r>
                      <a:rPr lang="en-US" altLang="zh-CN" b="1" i="1" smtClean="0">
                        <a:latin typeface="Cambria Math" panose="02040503050406030204" pitchFamily="18" charset="0"/>
                      </a:rPr>
                      <m:t>𝟒</m:t>
                    </m:r>
                    <m:r>
                      <a:rPr lang="zh-CN" altLang="en-US" b="1" i="1">
                        <a:latin typeface="Cambria Math" panose="02040503050406030204" pitchFamily="18" charset="0"/>
                      </a:rPr>
                      <m:t>。</m:t>
                    </m:r>
                  </m:oMath>
                </a14:m>
                <a:endParaRPr lang="en-US" altLang="zh-CN" b="1" dirty="0"/>
              </a:p>
            </p:txBody>
          </p:sp>
        </mc:Choice>
        <mc:Fallback xmlns="">
          <p:sp>
            <p:nvSpPr>
              <p:cNvPr id="32" name="íşlïḍè">
                <a:extLst>
                  <a:ext uri="{FF2B5EF4-FFF2-40B4-BE49-F238E27FC236}">
                    <a16:creationId xmlns:a16="http://schemas.microsoft.com/office/drawing/2014/main" id="{FBFA56FC-F0C2-4492-AE42-88A025F625E8}"/>
                  </a:ext>
                </a:extLst>
              </p:cNvPr>
              <p:cNvSpPr txBox="1">
                <a:spLocks noRot="1" noChangeAspect="1" noMove="1" noResize="1" noEditPoints="1" noAdjustHandles="1" noChangeArrowheads="1" noChangeShapeType="1" noTextEdit="1"/>
              </p:cNvSpPr>
              <p:nvPr/>
            </p:nvSpPr>
            <p:spPr>
              <a:xfrm>
                <a:off x="2993250" y="4183741"/>
                <a:ext cx="6218660" cy="311297"/>
              </a:xfrm>
              <a:prstGeom prst="rect">
                <a:avLst/>
              </a:prstGeom>
              <a:blipFill>
                <a:blip r:embed="rId11"/>
                <a:stretch>
                  <a:fillRect l="-784" t="-17647" b="-43137"/>
                </a:stretch>
              </a:blipFill>
            </p:spPr>
            <p:txBody>
              <a:bodyPr/>
              <a:lstStyle/>
              <a:p>
                <a:r>
                  <a:rPr lang="zh-CN" altLang="en-US">
                    <a:noFill/>
                  </a:rPr>
                  <a:t> </a:t>
                </a:r>
              </a:p>
            </p:txBody>
          </p:sp>
        </mc:Fallback>
      </mc:AlternateContent>
      <p:sp>
        <p:nvSpPr>
          <p:cNvPr id="58" name="矩形 57">
            <a:extLst>
              <a:ext uri="{FF2B5EF4-FFF2-40B4-BE49-F238E27FC236}">
                <a16:creationId xmlns:a16="http://schemas.microsoft.com/office/drawing/2014/main" id="{B824E139-38BD-4C94-89BD-7C907264EBAA}"/>
              </a:ext>
            </a:extLst>
          </p:cNvPr>
          <p:cNvSpPr/>
          <p:nvPr/>
        </p:nvSpPr>
        <p:spPr>
          <a:xfrm>
            <a:off x="2300222" y="5553748"/>
            <a:ext cx="3023739" cy="374399"/>
          </a:xfrm>
          <a:prstGeom prst="rect">
            <a:avLst/>
          </a:prstGeom>
          <a:solidFill>
            <a:schemeClr val="accent3">
              <a:alpha val="74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35" name="矩形 34">
            <a:extLst>
              <a:ext uri="{FF2B5EF4-FFF2-40B4-BE49-F238E27FC236}">
                <a16:creationId xmlns:a16="http://schemas.microsoft.com/office/drawing/2014/main" id="{6C9644DF-EA3E-480D-BF5B-8F6A670B2F66}"/>
              </a:ext>
            </a:extLst>
          </p:cNvPr>
          <p:cNvSpPr/>
          <p:nvPr/>
        </p:nvSpPr>
        <p:spPr>
          <a:xfrm>
            <a:off x="3065684" y="1822386"/>
            <a:ext cx="2258278" cy="369332"/>
          </a:xfrm>
          <a:prstGeom prst="rect">
            <a:avLst/>
          </a:prstGeom>
          <a:solidFill>
            <a:schemeClr val="accent4">
              <a:alpha val="74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41" name="checked_153603">
            <a:extLst>
              <a:ext uri="{FF2B5EF4-FFF2-40B4-BE49-F238E27FC236}">
                <a16:creationId xmlns:a16="http://schemas.microsoft.com/office/drawing/2014/main" id="{C2626C1D-9AB5-42EC-8DE8-0AE5E1CE99B1}"/>
              </a:ext>
            </a:extLst>
          </p:cNvPr>
          <p:cNvSpPr/>
          <p:nvPr/>
        </p:nvSpPr>
        <p:spPr>
          <a:xfrm>
            <a:off x="3501803" y="5652776"/>
            <a:ext cx="283266" cy="237538"/>
          </a:xfrm>
          <a:custGeom>
            <a:avLst/>
            <a:gdLst>
              <a:gd name="T0" fmla="*/ 1351 w 4419"/>
              <a:gd name="T1" fmla="*/ 3653 h 3712"/>
              <a:gd name="T2" fmla="*/ 1493 w 4419"/>
              <a:gd name="T3" fmla="*/ 3712 h 3712"/>
              <a:gd name="T4" fmla="*/ 1634 w 4419"/>
              <a:gd name="T5" fmla="*/ 3653 h 3712"/>
              <a:gd name="T6" fmla="*/ 4361 w 4419"/>
              <a:gd name="T7" fmla="*/ 927 h 3712"/>
              <a:gd name="T8" fmla="*/ 4419 w 4419"/>
              <a:gd name="T9" fmla="*/ 785 h 3712"/>
              <a:gd name="T10" fmla="*/ 4361 w 4419"/>
              <a:gd name="T11" fmla="*/ 644 h 3712"/>
              <a:gd name="T12" fmla="*/ 3795 w 4419"/>
              <a:gd name="T13" fmla="*/ 78 h 3712"/>
              <a:gd name="T14" fmla="*/ 3512 w 4419"/>
              <a:gd name="T15" fmla="*/ 78 h 3712"/>
              <a:gd name="T16" fmla="*/ 1493 w 4419"/>
              <a:gd name="T17" fmla="*/ 2098 h 3712"/>
              <a:gd name="T18" fmla="*/ 927 w 4419"/>
              <a:gd name="T19" fmla="*/ 1532 h 3712"/>
              <a:gd name="T20" fmla="*/ 786 w 4419"/>
              <a:gd name="T21" fmla="*/ 1473 h 3712"/>
              <a:gd name="T22" fmla="*/ 644 w 4419"/>
              <a:gd name="T23" fmla="*/ 1532 h 3712"/>
              <a:gd name="T24" fmla="*/ 79 w 4419"/>
              <a:gd name="T25" fmla="*/ 2098 h 3712"/>
              <a:gd name="T26" fmla="*/ 79 w 4419"/>
              <a:gd name="T27" fmla="*/ 2380 h 3712"/>
              <a:gd name="T28" fmla="*/ 1351 w 4419"/>
              <a:gd name="T29" fmla="*/ 3653 h 37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4419" h="3712">
                <a:moveTo>
                  <a:pt x="1351" y="3653"/>
                </a:moveTo>
                <a:cubicBezTo>
                  <a:pt x="1389" y="3691"/>
                  <a:pt x="1440" y="3712"/>
                  <a:pt x="1493" y="3712"/>
                </a:cubicBezTo>
                <a:cubicBezTo>
                  <a:pt x="1546" y="3712"/>
                  <a:pt x="1597" y="3691"/>
                  <a:pt x="1634" y="3653"/>
                </a:cubicBezTo>
                <a:lnTo>
                  <a:pt x="4361" y="927"/>
                </a:lnTo>
                <a:cubicBezTo>
                  <a:pt x="4398" y="889"/>
                  <a:pt x="4419" y="838"/>
                  <a:pt x="4419" y="785"/>
                </a:cubicBezTo>
                <a:cubicBezTo>
                  <a:pt x="4419" y="732"/>
                  <a:pt x="4398" y="681"/>
                  <a:pt x="4361" y="644"/>
                </a:cubicBezTo>
                <a:lnTo>
                  <a:pt x="3795" y="78"/>
                </a:lnTo>
                <a:cubicBezTo>
                  <a:pt x="3717" y="0"/>
                  <a:pt x="3590" y="0"/>
                  <a:pt x="3512" y="78"/>
                </a:cubicBezTo>
                <a:lnTo>
                  <a:pt x="1493" y="2098"/>
                </a:lnTo>
                <a:lnTo>
                  <a:pt x="927" y="1532"/>
                </a:lnTo>
                <a:cubicBezTo>
                  <a:pt x="890" y="1494"/>
                  <a:pt x="839" y="1473"/>
                  <a:pt x="786" y="1473"/>
                </a:cubicBezTo>
                <a:cubicBezTo>
                  <a:pt x="733" y="1473"/>
                  <a:pt x="682" y="1494"/>
                  <a:pt x="644" y="1532"/>
                </a:cubicBezTo>
                <a:lnTo>
                  <a:pt x="79" y="2098"/>
                </a:lnTo>
                <a:cubicBezTo>
                  <a:pt x="0" y="2176"/>
                  <a:pt x="0" y="2302"/>
                  <a:pt x="79" y="2380"/>
                </a:cubicBezTo>
                <a:lnTo>
                  <a:pt x="1351" y="3653"/>
                </a:lnTo>
                <a:close/>
              </a:path>
            </a:pathLst>
          </a:cu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2" name="checked_153603">
            <a:extLst>
              <a:ext uri="{FF2B5EF4-FFF2-40B4-BE49-F238E27FC236}">
                <a16:creationId xmlns:a16="http://schemas.microsoft.com/office/drawing/2014/main" id="{B46D509C-F6F7-4C4A-A9CE-B53BED602183}"/>
              </a:ext>
            </a:extLst>
          </p:cNvPr>
          <p:cNvSpPr/>
          <p:nvPr/>
        </p:nvSpPr>
        <p:spPr>
          <a:xfrm>
            <a:off x="4271249" y="5654587"/>
            <a:ext cx="283266" cy="237538"/>
          </a:xfrm>
          <a:custGeom>
            <a:avLst/>
            <a:gdLst>
              <a:gd name="T0" fmla="*/ 1351 w 4419"/>
              <a:gd name="T1" fmla="*/ 3653 h 3712"/>
              <a:gd name="T2" fmla="*/ 1493 w 4419"/>
              <a:gd name="T3" fmla="*/ 3712 h 3712"/>
              <a:gd name="T4" fmla="*/ 1634 w 4419"/>
              <a:gd name="T5" fmla="*/ 3653 h 3712"/>
              <a:gd name="T6" fmla="*/ 4361 w 4419"/>
              <a:gd name="T7" fmla="*/ 927 h 3712"/>
              <a:gd name="T8" fmla="*/ 4419 w 4419"/>
              <a:gd name="T9" fmla="*/ 785 h 3712"/>
              <a:gd name="T10" fmla="*/ 4361 w 4419"/>
              <a:gd name="T11" fmla="*/ 644 h 3712"/>
              <a:gd name="T12" fmla="*/ 3795 w 4419"/>
              <a:gd name="T13" fmla="*/ 78 h 3712"/>
              <a:gd name="T14" fmla="*/ 3512 w 4419"/>
              <a:gd name="T15" fmla="*/ 78 h 3712"/>
              <a:gd name="T16" fmla="*/ 1493 w 4419"/>
              <a:gd name="T17" fmla="*/ 2098 h 3712"/>
              <a:gd name="T18" fmla="*/ 927 w 4419"/>
              <a:gd name="T19" fmla="*/ 1532 h 3712"/>
              <a:gd name="T20" fmla="*/ 786 w 4419"/>
              <a:gd name="T21" fmla="*/ 1473 h 3712"/>
              <a:gd name="T22" fmla="*/ 644 w 4419"/>
              <a:gd name="T23" fmla="*/ 1532 h 3712"/>
              <a:gd name="T24" fmla="*/ 79 w 4419"/>
              <a:gd name="T25" fmla="*/ 2098 h 3712"/>
              <a:gd name="T26" fmla="*/ 79 w 4419"/>
              <a:gd name="T27" fmla="*/ 2380 h 3712"/>
              <a:gd name="T28" fmla="*/ 1351 w 4419"/>
              <a:gd name="T29" fmla="*/ 3653 h 37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4419" h="3712">
                <a:moveTo>
                  <a:pt x="1351" y="3653"/>
                </a:moveTo>
                <a:cubicBezTo>
                  <a:pt x="1389" y="3691"/>
                  <a:pt x="1440" y="3712"/>
                  <a:pt x="1493" y="3712"/>
                </a:cubicBezTo>
                <a:cubicBezTo>
                  <a:pt x="1546" y="3712"/>
                  <a:pt x="1597" y="3691"/>
                  <a:pt x="1634" y="3653"/>
                </a:cubicBezTo>
                <a:lnTo>
                  <a:pt x="4361" y="927"/>
                </a:lnTo>
                <a:cubicBezTo>
                  <a:pt x="4398" y="889"/>
                  <a:pt x="4419" y="838"/>
                  <a:pt x="4419" y="785"/>
                </a:cubicBezTo>
                <a:cubicBezTo>
                  <a:pt x="4419" y="732"/>
                  <a:pt x="4398" y="681"/>
                  <a:pt x="4361" y="644"/>
                </a:cubicBezTo>
                <a:lnTo>
                  <a:pt x="3795" y="78"/>
                </a:lnTo>
                <a:cubicBezTo>
                  <a:pt x="3717" y="0"/>
                  <a:pt x="3590" y="0"/>
                  <a:pt x="3512" y="78"/>
                </a:cubicBezTo>
                <a:lnTo>
                  <a:pt x="1493" y="2098"/>
                </a:lnTo>
                <a:lnTo>
                  <a:pt x="927" y="1532"/>
                </a:lnTo>
                <a:cubicBezTo>
                  <a:pt x="890" y="1494"/>
                  <a:pt x="839" y="1473"/>
                  <a:pt x="786" y="1473"/>
                </a:cubicBezTo>
                <a:cubicBezTo>
                  <a:pt x="733" y="1473"/>
                  <a:pt x="682" y="1494"/>
                  <a:pt x="644" y="1532"/>
                </a:cubicBezTo>
                <a:lnTo>
                  <a:pt x="79" y="2098"/>
                </a:lnTo>
                <a:cubicBezTo>
                  <a:pt x="0" y="2176"/>
                  <a:pt x="0" y="2302"/>
                  <a:pt x="79" y="2380"/>
                </a:cubicBezTo>
                <a:lnTo>
                  <a:pt x="1351" y="3653"/>
                </a:lnTo>
                <a:close/>
              </a:path>
            </a:pathLst>
          </a:cu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3" name="checked_153603">
            <a:extLst>
              <a:ext uri="{FF2B5EF4-FFF2-40B4-BE49-F238E27FC236}">
                <a16:creationId xmlns:a16="http://schemas.microsoft.com/office/drawing/2014/main" id="{E02A4F12-DEC5-49BA-8BD4-C24DE66A1BC0}"/>
              </a:ext>
            </a:extLst>
          </p:cNvPr>
          <p:cNvSpPr/>
          <p:nvPr/>
        </p:nvSpPr>
        <p:spPr>
          <a:xfrm>
            <a:off x="5042974" y="5652776"/>
            <a:ext cx="283266" cy="237538"/>
          </a:xfrm>
          <a:custGeom>
            <a:avLst/>
            <a:gdLst>
              <a:gd name="T0" fmla="*/ 1351 w 4419"/>
              <a:gd name="T1" fmla="*/ 3653 h 3712"/>
              <a:gd name="T2" fmla="*/ 1493 w 4419"/>
              <a:gd name="T3" fmla="*/ 3712 h 3712"/>
              <a:gd name="T4" fmla="*/ 1634 w 4419"/>
              <a:gd name="T5" fmla="*/ 3653 h 3712"/>
              <a:gd name="T6" fmla="*/ 4361 w 4419"/>
              <a:gd name="T7" fmla="*/ 927 h 3712"/>
              <a:gd name="T8" fmla="*/ 4419 w 4419"/>
              <a:gd name="T9" fmla="*/ 785 h 3712"/>
              <a:gd name="T10" fmla="*/ 4361 w 4419"/>
              <a:gd name="T11" fmla="*/ 644 h 3712"/>
              <a:gd name="T12" fmla="*/ 3795 w 4419"/>
              <a:gd name="T13" fmla="*/ 78 h 3712"/>
              <a:gd name="T14" fmla="*/ 3512 w 4419"/>
              <a:gd name="T15" fmla="*/ 78 h 3712"/>
              <a:gd name="T16" fmla="*/ 1493 w 4419"/>
              <a:gd name="T17" fmla="*/ 2098 h 3712"/>
              <a:gd name="T18" fmla="*/ 927 w 4419"/>
              <a:gd name="T19" fmla="*/ 1532 h 3712"/>
              <a:gd name="T20" fmla="*/ 786 w 4419"/>
              <a:gd name="T21" fmla="*/ 1473 h 3712"/>
              <a:gd name="T22" fmla="*/ 644 w 4419"/>
              <a:gd name="T23" fmla="*/ 1532 h 3712"/>
              <a:gd name="T24" fmla="*/ 79 w 4419"/>
              <a:gd name="T25" fmla="*/ 2098 h 3712"/>
              <a:gd name="T26" fmla="*/ 79 w 4419"/>
              <a:gd name="T27" fmla="*/ 2380 h 3712"/>
              <a:gd name="T28" fmla="*/ 1351 w 4419"/>
              <a:gd name="T29" fmla="*/ 3653 h 37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4419" h="3712">
                <a:moveTo>
                  <a:pt x="1351" y="3653"/>
                </a:moveTo>
                <a:cubicBezTo>
                  <a:pt x="1389" y="3691"/>
                  <a:pt x="1440" y="3712"/>
                  <a:pt x="1493" y="3712"/>
                </a:cubicBezTo>
                <a:cubicBezTo>
                  <a:pt x="1546" y="3712"/>
                  <a:pt x="1597" y="3691"/>
                  <a:pt x="1634" y="3653"/>
                </a:cubicBezTo>
                <a:lnTo>
                  <a:pt x="4361" y="927"/>
                </a:lnTo>
                <a:cubicBezTo>
                  <a:pt x="4398" y="889"/>
                  <a:pt x="4419" y="838"/>
                  <a:pt x="4419" y="785"/>
                </a:cubicBezTo>
                <a:cubicBezTo>
                  <a:pt x="4419" y="732"/>
                  <a:pt x="4398" y="681"/>
                  <a:pt x="4361" y="644"/>
                </a:cubicBezTo>
                <a:lnTo>
                  <a:pt x="3795" y="78"/>
                </a:lnTo>
                <a:cubicBezTo>
                  <a:pt x="3717" y="0"/>
                  <a:pt x="3590" y="0"/>
                  <a:pt x="3512" y="78"/>
                </a:cubicBezTo>
                <a:lnTo>
                  <a:pt x="1493" y="2098"/>
                </a:lnTo>
                <a:lnTo>
                  <a:pt x="927" y="1532"/>
                </a:lnTo>
                <a:cubicBezTo>
                  <a:pt x="890" y="1494"/>
                  <a:pt x="839" y="1473"/>
                  <a:pt x="786" y="1473"/>
                </a:cubicBezTo>
                <a:cubicBezTo>
                  <a:pt x="733" y="1473"/>
                  <a:pt x="682" y="1494"/>
                  <a:pt x="644" y="1532"/>
                </a:cubicBezTo>
                <a:lnTo>
                  <a:pt x="79" y="2098"/>
                </a:lnTo>
                <a:cubicBezTo>
                  <a:pt x="0" y="2176"/>
                  <a:pt x="0" y="2302"/>
                  <a:pt x="79" y="2380"/>
                </a:cubicBezTo>
                <a:lnTo>
                  <a:pt x="1351" y="3653"/>
                </a:lnTo>
                <a:close/>
              </a:path>
            </a:pathLst>
          </a:cu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0" name="矩形 39">
            <a:extLst>
              <a:ext uri="{FF2B5EF4-FFF2-40B4-BE49-F238E27FC236}">
                <a16:creationId xmlns:a16="http://schemas.microsoft.com/office/drawing/2014/main" id="{52489D66-1A32-4EC9-BF75-34943B56B61D}"/>
              </a:ext>
            </a:extLst>
          </p:cNvPr>
          <p:cNvSpPr/>
          <p:nvPr/>
        </p:nvSpPr>
        <p:spPr>
          <a:xfrm>
            <a:off x="1251044" y="2314828"/>
            <a:ext cx="708432" cy="270283"/>
          </a:xfrm>
          <a:prstGeom prst="rect">
            <a:avLst/>
          </a:prstGeom>
          <a:solidFill>
            <a:schemeClr val="accent3"/>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46800" rIns="46800" rtlCol="0" anchor="ctr"/>
          <a:lstStyle/>
          <a:p>
            <a:pPr algn="ctr"/>
            <a:r>
              <a:rPr lang="en-US" altLang="zh-CN" b="1" dirty="0"/>
              <a:t>DATA0</a:t>
            </a:r>
            <a:endParaRPr lang="zh-CN" altLang="en-US" b="1" dirty="0"/>
          </a:p>
        </p:txBody>
      </p:sp>
      <p:sp>
        <p:nvSpPr>
          <p:cNvPr id="51" name="矩形 50">
            <a:extLst>
              <a:ext uri="{FF2B5EF4-FFF2-40B4-BE49-F238E27FC236}">
                <a16:creationId xmlns:a16="http://schemas.microsoft.com/office/drawing/2014/main" id="{2865E612-9186-4B3E-BE48-C4C5C36160E6}"/>
              </a:ext>
            </a:extLst>
          </p:cNvPr>
          <p:cNvSpPr/>
          <p:nvPr/>
        </p:nvSpPr>
        <p:spPr>
          <a:xfrm>
            <a:off x="2307054" y="5563124"/>
            <a:ext cx="739454" cy="374399"/>
          </a:xfrm>
          <a:prstGeom prst="rect">
            <a:avLst/>
          </a:prstGeom>
          <a:solidFill>
            <a:schemeClr val="accent1">
              <a:lumMod val="75000"/>
              <a:alpha val="44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37" name="矩形 36">
            <a:extLst>
              <a:ext uri="{FF2B5EF4-FFF2-40B4-BE49-F238E27FC236}">
                <a16:creationId xmlns:a16="http://schemas.microsoft.com/office/drawing/2014/main" id="{8435FFCF-BFB0-4459-B5EB-B736E8D6438E}"/>
              </a:ext>
            </a:extLst>
          </p:cNvPr>
          <p:cNvSpPr/>
          <p:nvPr/>
        </p:nvSpPr>
        <p:spPr>
          <a:xfrm>
            <a:off x="2302910" y="1818200"/>
            <a:ext cx="765067" cy="389284"/>
          </a:xfrm>
          <a:prstGeom prst="rect">
            <a:avLst/>
          </a:prstGeom>
          <a:solidFill>
            <a:schemeClr val="accent4">
              <a:alpha val="74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48" name="矩形 47">
            <a:extLst>
              <a:ext uri="{FF2B5EF4-FFF2-40B4-BE49-F238E27FC236}">
                <a16:creationId xmlns:a16="http://schemas.microsoft.com/office/drawing/2014/main" id="{C88034C5-F47A-4E90-A5AC-A3DFF4691703}"/>
              </a:ext>
            </a:extLst>
          </p:cNvPr>
          <p:cNvSpPr/>
          <p:nvPr/>
        </p:nvSpPr>
        <p:spPr>
          <a:xfrm>
            <a:off x="456665" y="2314828"/>
            <a:ext cx="708432" cy="270283"/>
          </a:xfrm>
          <a:prstGeom prst="rect">
            <a:avLst/>
          </a:prstGeom>
          <a:solidFill>
            <a:schemeClr val="accent4"/>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46800" rIns="46800" rtlCol="0" anchor="ctr"/>
          <a:lstStyle/>
          <a:p>
            <a:pPr algn="ctr"/>
            <a:r>
              <a:rPr lang="en-US" altLang="zh-CN" b="1" dirty="0"/>
              <a:t>ACK0</a:t>
            </a:r>
            <a:endParaRPr lang="zh-CN" altLang="en-US" b="1" dirty="0"/>
          </a:p>
        </p:txBody>
      </p:sp>
      <p:sp>
        <p:nvSpPr>
          <p:cNvPr id="36" name="平行四边形 35">
            <a:extLst>
              <a:ext uri="{FF2B5EF4-FFF2-40B4-BE49-F238E27FC236}">
                <a16:creationId xmlns:a16="http://schemas.microsoft.com/office/drawing/2014/main" id="{67CBD405-4F2D-8B4D-1068-E3F69C5A07A0}"/>
              </a:ext>
            </a:extLst>
          </p:cNvPr>
          <p:cNvSpPr/>
          <p:nvPr/>
        </p:nvSpPr>
        <p:spPr>
          <a:xfrm>
            <a:off x="304800" y="749300"/>
            <a:ext cx="675384" cy="387090"/>
          </a:xfrm>
          <a:prstGeom prst="parallelogram">
            <a:avLst/>
          </a:prstGeom>
          <a:solidFill>
            <a:schemeClr val="accent3">
              <a:lumMod val="75000"/>
            </a:schemeClr>
          </a:solidFill>
          <a:ln>
            <a:solidFill>
              <a:schemeClr val="accent3">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CN" sz="2200" dirty="0">
                <a:latin typeface="Impact" panose="020B0806030902050204" pitchFamily="34" charset="0"/>
              </a:rPr>
              <a:t>05</a:t>
            </a:r>
            <a:endParaRPr lang="zh-CN" altLang="en-US" sz="2200" dirty="0">
              <a:latin typeface="Impact" panose="020B0806030902050204" pitchFamily="34" charset="0"/>
            </a:endParaRPr>
          </a:p>
        </p:txBody>
      </p:sp>
    </p:spTree>
    <p:custDataLst>
      <p:tags r:id="rId1"/>
    </p:custDataLst>
    <p:extLst>
      <p:ext uri="{BB962C8B-B14F-4D97-AF65-F5344CB8AC3E}">
        <p14:creationId xmlns:p14="http://schemas.microsoft.com/office/powerpoint/2010/main" val="593222862"/>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2" presetClass="exit" presetSubtype="1" fill="hold" grpId="0" nodeType="withEffect">
                                  <p:stCondLst>
                                    <p:cond delay="0"/>
                                  </p:stCondLst>
                                  <p:childTnLst>
                                    <p:anim calcmode="lin" valueType="num">
                                      <p:cBhvr additive="base">
                                        <p:cTn id="6" dur="1000"/>
                                        <p:tgtEl>
                                          <p:spTgt spid="40"/>
                                        </p:tgtEl>
                                        <p:attrNameLst>
                                          <p:attrName>ppt_y</p:attrName>
                                        </p:attrNameLst>
                                      </p:cBhvr>
                                      <p:tavLst>
                                        <p:tav tm="0">
                                          <p:val>
                                            <p:strVal val="#ppt_y"/>
                                          </p:val>
                                        </p:tav>
                                        <p:tav tm="100000">
                                          <p:val>
                                            <p:strVal val="#ppt_y-#ppt_h*1.125000"/>
                                          </p:val>
                                        </p:tav>
                                      </p:tavLst>
                                    </p:anim>
                                    <p:animEffect transition="out" filter="wipe(up)">
                                      <p:cBhvr>
                                        <p:cTn id="7" dur="1000"/>
                                        <p:tgtEl>
                                          <p:spTgt spid="40"/>
                                        </p:tgtEl>
                                      </p:cBhvr>
                                    </p:animEffect>
                                    <p:set>
                                      <p:cBhvr>
                                        <p:cTn id="8" dur="1" fill="hold">
                                          <p:stCondLst>
                                            <p:cond delay="999"/>
                                          </p:stCondLst>
                                        </p:cTn>
                                        <p:tgtEl>
                                          <p:spTgt spid="40"/>
                                        </p:tgtEl>
                                        <p:attrNameLst>
                                          <p:attrName>style.visibility</p:attrName>
                                        </p:attrNameLst>
                                      </p:cBhvr>
                                      <p:to>
                                        <p:strVal val="hidden"/>
                                      </p:to>
                                    </p:set>
                                  </p:childTnLst>
                                </p:cTn>
                              </p:par>
                              <p:par>
                                <p:cTn id="9" presetID="22" presetClass="entr" presetSubtype="8" fill="hold" grpId="0" nodeType="withEffect">
                                  <p:stCondLst>
                                    <p:cond delay="0"/>
                                  </p:stCondLst>
                                  <p:childTnLst>
                                    <p:set>
                                      <p:cBhvr>
                                        <p:cTn id="10" dur="1" fill="hold">
                                          <p:stCondLst>
                                            <p:cond delay="0"/>
                                          </p:stCondLst>
                                        </p:cTn>
                                        <p:tgtEl>
                                          <p:spTgt spid="37"/>
                                        </p:tgtEl>
                                        <p:attrNameLst>
                                          <p:attrName>style.visibility</p:attrName>
                                        </p:attrNameLst>
                                      </p:cBhvr>
                                      <p:to>
                                        <p:strVal val="visible"/>
                                      </p:to>
                                    </p:set>
                                    <p:animEffect transition="in" filter="wipe(left)">
                                      <p:cBhvr>
                                        <p:cTn id="11" dur="1000"/>
                                        <p:tgtEl>
                                          <p:spTgt spid="37"/>
                                        </p:tgtEl>
                                      </p:cBhvr>
                                    </p:animEffect>
                                  </p:childTnLst>
                                </p:cTn>
                              </p:par>
                              <p:par>
                                <p:cTn id="12" presetID="12" presetClass="entr" presetSubtype="1" fill="hold" grpId="0" nodeType="withEffect">
                                  <p:stCondLst>
                                    <p:cond delay="0"/>
                                  </p:stCondLst>
                                  <p:childTnLst>
                                    <p:set>
                                      <p:cBhvr>
                                        <p:cTn id="13" dur="1" fill="hold">
                                          <p:stCondLst>
                                            <p:cond delay="0"/>
                                          </p:stCondLst>
                                        </p:cTn>
                                        <p:tgtEl>
                                          <p:spTgt spid="48"/>
                                        </p:tgtEl>
                                        <p:attrNameLst>
                                          <p:attrName>style.visibility</p:attrName>
                                        </p:attrNameLst>
                                      </p:cBhvr>
                                      <p:to>
                                        <p:strVal val="visible"/>
                                      </p:to>
                                    </p:set>
                                    <p:anim calcmode="lin" valueType="num">
                                      <p:cBhvr additive="base">
                                        <p:cTn id="14" dur="1000"/>
                                        <p:tgtEl>
                                          <p:spTgt spid="48"/>
                                        </p:tgtEl>
                                        <p:attrNameLst>
                                          <p:attrName>ppt_y</p:attrName>
                                        </p:attrNameLst>
                                      </p:cBhvr>
                                      <p:tavLst>
                                        <p:tav tm="0">
                                          <p:val>
                                            <p:strVal val="#ppt_y-#ppt_h*1.125000"/>
                                          </p:val>
                                        </p:tav>
                                        <p:tav tm="100000">
                                          <p:val>
                                            <p:strVal val="#ppt_y"/>
                                          </p:val>
                                        </p:tav>
                                      </p:tavLst>
                                    </p:anim>
                                    <p:animEffect transition="in" filter="wipe(down)">
                                      <p:cBhvr>
                                        <p:cTn id="15" dur="1000"/>
                                        <p:tgtEl>
                                          <p:spTgt spid="48"/>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0" grpId="0" animBg="1"/>
      <p:bldP spid="37" grpId="0" animBg="1"/>
      <p:bldP spid="48" grpId="0" animBg="1"/>
    </p:bldLst>
  </p:timing>
</p:sld>
</file>

<file path=ppt/slides/slide20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45" name="组合 44">
            <a:extLst>
              <a:ext uri="{FF2B5EF4-FFF2-40B4-BE49-F238E27FC236}">
                <a16:creationId xmlns:a16="http://schemas.microsoft.com/office/drawing/2014/main" id="{F5FCA282-8954-464E-9962-8DEC0A190612}"/>
              </a:ext>
            </a:extLst>
          </p:cNvPr>
          <p:cNvGrpSpPr/>
          <p:nvPr/>
        </p:nvGrpSpPr>
        <p:grpSpPr>
          <a:xfrm>
            <a:off x="5331272" y="1368773"/>
            <a:ext cx="3025589" cy="910796"/>
            <a:chOff x="2302929" y="5098286"/>
            <a:chExt cx="3025589" cy="910796"/>
          </a:xfrm>
        </p:grpSpPr>
        <p:sp>
          <p:nvSpPr>
            <p:cNvPr id="46" name="矩形 45">
              <a:extLst>
                <a:ext uri="{FF2B5EF4-FFF2-40B4-BE49-F238E27FC236}">
                  <a16:creationId xmlns:a16="http://schemas.microsoft.com/office/drawing/2014/main" id="{471AA480-7085-4D51-B0B4-D68301BF2020}"/>
                </a:ext>
              </a:extLst>
            </p:cNvPr>
            <p:cNvSpPr/>
            <p:nvPr/>
          </p:nvSpPr>
          <p:spPr>
            <a:xfrm>
              <a:off x="2302929" y="5467618"/>
              <a:ext cx="3025589" cy="541464"/>
            </a:xfrm>
            <a:prstGeom prst="rect">
              <a:avLst/>
            </a:prstGeom>
            <a:solidFill>
              <a:schemeClr val="accent4"/>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mc:AlternateContent xmlns:mc="http://schemas.openxmlformats.org/markup-compatibility/2006" xmlns:a14="http://schemas.microsoft.com/office/drawing/2010/main">
          <mc:Choice Requires="a14">
            <p:sp>
              <p:nvSpPr>
                <p:cNvPr id="47" name="文本框 46">
                  <a:extLst>
                    <a:ext uri="{FF2B5EF4-FFF2-40B4-BE49-F238E27FC236}">
                      <a16:creationId xmlns:a16="http://schemas.microsoft.com/office/drawing/2014/main" id="{4DD506B6-2862-4CF6-A3E9-F36AEFD5D21B}"/>
                    </a:ext>
                  </a:extLst>
                </p:cNvPr>
                <p:cNvSpPr txBox="1"/>
                <p:nvPr/>
              </p:nvSpPr>
              <p:spPr>
                <a:xfrm>
                  <a:off x="3277773" y="5098286"/>
                  <a:ext cx="1067217" cy="369332"/>
                </a:xfrm>
                <a:prstGeom prst="rect">
                  <a:avLst/>
                </a:prstGeom>
                <a:noFill/>
              </p:spPr>
              <p:txBody>
                <a:bodyPr wrap="square">
                  <a:spAutoFit/>
                </a:bodyPr>
                <a:lstStyle/>
                <a:p>
                  <a:pPr/>
                  <a14:m>
                    <m:oMathPara xmlns:m="http://schemas.openxmlformats.org/officeDocument/2006/math">
                      <m:oMathParaPr>
                        <m:jc m:val="centerGroup"/>
                      </m:oMathParaPr>
                      <m:oMath xmlns:m="http://schemas.openxmlformats.org/officeDocument/2006/math">
                        <m:sSub>
                          <m:sSubPr>
                            <m:ctrlPr>
                              <a:rPr lang="en-US" altLang="zh-CN" b="1" i="1" smtClean="0">
                                <a:solidFill>
                                  <a:schemeClr val="accent4"/>
                                </a:solidFill>
                                <a:latin typeface="Cambria Math" panose="02040503050406030204" pitchFamily="18" charset="0"/>
                              </a:rPr>
                            </m:ctrlPr>
                          </m:sSubPr>
                          <m:e>
                            <m:r>
                              <a:rPr lang="en-US" altLang="zh-CN" b="1" i="1" smtClean="0">
                                <a:solidFill>
                                  <a:schemeClr val="accent4"/>
                                </a:solidFill>
                                <a:latin typeface="Cambria Math" panose="02040503050406030204" pitchFamily="18" charset="0"/>
                              </a:rPr>
                              <m:t>𝑾</m:t>
                            </m:r>
                          </m:e>
                          <m:sub>
                            <m:r>
                              <a:rPr lang="en-US" altLang="zh-CN" b="1" i="1" smtClean="0">
                                <a:solidFill>
                                  <a:schemeClr val="accent4"/>
                                </a:solidFill>
                                <a:latin typeface="Cambria Math" panose="02040503050406030204" pitchFamily="18" charset="0"/>
                              </a:rPr>
                              <m:t>𝑹</m:t>
                            </m:r>
                          </m:sub>
                        </m:sSub>
                        <m:r>
                          <a:rPr lang="en-US" altLang="zh-CN" b="1" i="1" smtClean="0">
                            <a:solidFill>
                              <a:schemeClr val="accent4"/>
                            </a:solidFill>
                            <a:latin typeface="Cambria Math" panose="02040503050406030204" pitchFamily="18" charset="0"/>
                          </a:rPr>
                          <m:t>=</m:t>
                        </m:r>
                        <m:r>
                          <a:rPr lang="en-US" altLang="zh-CN" b="1" i="1" smtClean="0">
                            <a:solidFill>
                              <a:schemeClr val="accent4"/>
                            </a:solidFill>
                            <a:latin typeface="Cambria Math" panose="02040503050406030204" pitchFamily="18" charset="0"/>
                          </a:rPr>
                          <m:t>𝟒</m:t>
                        </m:r>
                      </m:oMath>
                    </m:oMathPara>
                  </a14:m>
                  <a:endParaRPr lang="zh-CN" altLang="en-US" dirty="0">
                    <a:solidFill>
                      <a:schemeClr val="accent4"/>
                    </a:solidFill>
                  </a:endParaRPr>
                </a:p>
              </p:txBody>
            </p:sp>
          </mc:Choice>
          <mc:Fallback xmlns="">
            <p:sp>
              <p:nvSpPr>
                <p:cNvPr id="47" name="文本框 46">
                  <a:extLst>
                    <a:ext uri="{FF2B5EF4-FFF2-40B4-BE49-F238E27FC236}">
                      <a16:creationId xmlns:a16="http://schemas.microsoft.com/office/drawing/2014/main" id="{4DD506B6-2862-4CF6-A3E9-F36AEFD5D21B}"/>
                    </a:ext>
                  </a:extLst>
                </p:cNvPr>
                <p:cNvSpPr txBox="1">
                  <a:spLocks noRot="1" noChangeAspect="1" noMove="1" noResize="1" noEditPoints="1" noAdjustHandles="1" noChangeArrowheads="1" noChangeShapeType="1" noTextEdit="1"/>
                </p:cNvSpPr>
                <p:nvPr/>
              </p:nvSpPr>
              <p:spPr>
                <a:xfrm>
                  <a:off x="3277773" y="5098286"/>
                  <a:ext cx="1067217" cy="369332"/>
                </a:xfrm>
                <a:prstGeom prst="rect">
                  <a:avLst/>
                </a:prstGeom>
                <a:blipFill>
                  <a:blip r:embed="rId3"/>
                  <a:stretch>
                    <a:fillRect b="-3333"/>
                  </a:stretch>
                </a:blipFill>
              </p:spPr>
              <p:txBody>
                <a:bodyPr/>
                <a:lstStyle/>
                <a:p>
                  <a:r>
                    <a:rPr lang="zh-CN" altLang="en-US">
                      <a:noFill/>
                    </a:rPr>
                    <a:t> </a:t>
                  </a:r>
                </a:p>
              </p:txBody>
            </p:sp>
          </mc:Fallback>
        </mc:AlternateContent>
      </p:grpSp>
      <p:grpSp>
        <p:nvGrpSpPr>
          <p:cNvPr id="5" name="组合 4">
            <a:extLst>
              <a:ext uri="{FF2B5EF4-FFF2-40B4-BE49-F238E27FC236}">
                <a16:creationId xmlns:a16="http://schemas.microsoft.com/office/drawing/2014/main" id="{20EFBF47-A85C-4FD1-BB81-590596419A3D}"/>
              </a:ext>
            </a:extLst>
          </p:cNvPr>
          <p:cNvGrpSpPr/>
          <p:nvPr/>
        </p:nvGrpSpPr>
        <p:grpSpPr>
          <a:xfrm>
            <a:off x="2302929" y="5098286"/>
            <a:ext cx="3025589" cy="910796"/>
            <a:chOff x="2302929" y="5098286"/>
            <a:chExt cx="3025589" cy="910796"/>
          </a:xfrm>
        </p:grpSpPr>
        <p:sp>
          <p:nvSpPr>
            <p:cNvPr id="33" name="矩形 32">
              <a:extLst>
                <a:ext uri="{FF2B5EF4-FFF2-40B4-BE49-F238E27FC236}">
                  <a16:creationId xmlns:a16="http://schemas.microsoft.com/office/drawing/2014/main" id="{3EA6F5A2-1C83-4BE5-9CCD-7CBA9C984323}"/>
                </a:ext>
              </a:extLst>
            </p:cNvPr>
            <p:cNvSpPr/>
            <p:nvPr/>
          </p:nvSpPr>
          <p:spPr>
            <a:xfrm>
              <a:off x="2302929" y="5467618"/>
              <a:ext cx="3025589" cy="541464"/>
            </a:xfrm>
            <a:prstGeom prst="rect">
              <a:avLst/>
            </a:prstGeom>
            <a:solidFill>
              <a:schemeClr val="accent3"/>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mc:AlternateContent xmlns:mc="http://schemas.openxmlformats.org/markup-compatibility/2006" xmlns:a14="http://schemas.microsoft.com/office/drawing/2010/main">
          <mc:Choice Requires="a14">
            <p:sp>
              <p:nvSpPr>
                <p:cNvPr id="34" name="文本框 33">
                  <a:extLst>
                    <a:ext uri="{FF2B5EF4-FFF2-40B4-BE49-F238E27FC236}">
                      <a16:creationId xmlns:a16="http://schemas.microsoft.com/office/drawing/2014/main" id="{8C755A65-DDAE-400F-BD8A-B2EB9981B67D}"/>
                    </a:ext>
                  </a:extLst>
                </p:cNvPr>
                <p:cNvSpPr txBox="1"/>
                <p:nvPr/>
              </p:nvSpPr>
              <p:spPr>
                <a:xfrm>
                  <a:off x="3277773" y="5098286"/>
                  <a:ext cx="1067217" cy="369332"/>
                </a:xfrm>
                <a:prstGeom prst="rect">
                  <a:avLst/>
                </a:prstGeom>
                <a:noFill/>
              </p:spPr>
              <p:txBody>
                <a:bodyPr wrap="square">
                  <a:spAutoFit/>
                </a:bodyPr>
                <a:lstStyle/>
                <a:p>
                  <a:pPr/>
                  <a14:m>
                    <m:oMathPara xmlns:m="http://schemas.openxmlformats.org/officeDocument/2006/math">
                      <m:oMathParaPr>
                        <m:jc m:val="centerGroup"/>
                      </m:oMathParaPr>
                      <m:oMath xmlns:m="http://schemas.openxmlformats.org/officeDocument/2006/math">
                        <m:sSub>
                          <m:sSubPr>
                            <m:ctrlPr>
                              <a:rPr lang="en-US" altLang="zh-CN" b="1" i="1" smtClean="0">
                                <a:solidFill>
                                  <a:schemeClr val="accent3"/>
                                </a:solidFill>
                                <a:latin typeface="Cambria Math" panose="02040503050406030204" pitchFamily="18" charset="0"/>
                              </a:rPr>
                            </m:ctrlPr>
                          </m:sSubPr>
                          <m:e>
                            <m:r>
                              <a:rPr lang="en-US" altLang="zh-CN" b="1" i="1" smtClean="0">
                                <a:solidFill>
                                  <a:schemeClr val="accent3"/>
                                </a:solidFill>
                                <a:latin typeface="Cambria Math" panose="02040503050406030204" pitchFamily="18" charset="0"/>
                              </a:rPr>
                              <m:t>𝑾</m:t>
                            </m:r>
                          </m:e>
                          <m:sub>
                            <m:r>
                              <a:rPr lang="en-US" altLang="zh-CN" b="1" i="1" smtClean="0">
                                <a:solidFill>
                                  <a:schemeClr val="accent3"/>
                                </a:solidFill>
                                <a:latin typeface="Cambria Math" panose="02040503050406030204" pitchFamily="18" charset="0"/>
                              </a:rPr>
                              <m:t>𝑻</m:t>
                            </m:r>
                          </m:sub>
                        </m:sSub>
                        <m:r>
                          <a:rPr lang="en-US" altLang="zh-CN" b="1" i="1" smtClean="0">
                            <a:solidFill>
                              <a:schemeClr val="accent3"/>
                            </a:solidFill>
                            <a:latin typeface="Cambria Math" panose="02040503050406030204" pitchFamily="18" charset="0"/>
                          </a:rPr>
                          <m:t>=</m:t>
                        </m:r>
                        <m:r>
                          <a:rPr lang="en-US" altLang="zh-CN" b="1" i="1" smtClean="0">
                            <a:solidFill>
                              <a:schemeClr val="accent3"/>
                            </a:solidFill>
                            <a:latin typeface="Cambria Math" panose="02040503050406030204" pitchFamily="18" charset="0"/>
                          </a:rPr>
                          <m:t>𝟒</m:t>
                        </m:r>
                      </m:oMath>
                    </m:oMathPara>
                  </a14:m>
                  <a:endParaRPr lang="zh-CN" altLang="en-US" dirty="0">
                    <a:solidFill>
                      <a:schemeClr val="accent3"/>
                    </a:solidFill>
                  </a:endParaRPr>
                </a:p>
              </p:txBody>
            </p:sp>
          </mc:Choice>
          <mc:Fallback xmlns="">
            <p:sp>
              <p:nvSpPr>
                <p:cNvPr id="34" name="文本框 33">
                  <a:extLst>
                    <a:ext uri="{FF2B5EF4-FFF2-40B4-BE49-F238E27FC236}">
                      <a16:creationId xmlns:a16="http://schemas.microsoft.com/office/drawing/2014/main" id="{8C755A65-DDAE-400F-BD8A-B2EB9981B67D}"/>
                    </a:ext>
                  </a:extLst>
                </p:cNvPr>
                <p:cNvSpPr txBox="1">
                  <a:spLocks noRot="1" noChangeAspect="1" noMove="1" noResize="1" noEditPoints="1" noAdjustHandles="1" noChangeArrowheads="1" noChangeShapeType="1" noTextEdit="1"/>
                </p:cNvSpPr>
                <p:nvPr/>
              </p:nvSpPr>
              <p:spPr>
                <a:xfrm>
                  <a:off x="3277773" y="5098286"/>
                  <a:ext cx="1067217" cy="369332"/>
                </a:xfrm>
                <a:prstGeom prst="rect">
                  <a:avLst/>
                </a:prstGeom>
                <a:blipFill>
                  <a:blip r:embed="rId4"/>
                  <a:stretch>
                    <a:fillRect b="-3279"/>
                  </a:stretch>
                </a:blipFill>
              </p:spPr>
              <p:txBody>
                <a:bodyPr/>
                <a:lstStyle/>
                <a:p>
                  <a:r>
                    <a:rPr lang="zh-CN" altLang="en-US">
                      <a:noFill/>
                    </a:rPr>
                    <a:t> </a:t>
                  </a:r>
                </a:p>
              </p:txBody>
            </p:sp>
          </mc:Fallback>
        </mc:AlternateContent>
      </p:grpSp>
      <p:grpSp>
        <p:nvGrpSpPr>
          <p:cNvPr id="4" name="组合 3">
            <a:extLst>
              <a:ext uri="{FF2B5EF4-FFF2-40B4-BE49-F238E27FC236}">
                <a16:creationId xmlns:a16="http://schemas.microsoft.com/office/drawing/2014/main" id="{9A1EA9F2-FCB6-48C3-935F-7AE7E3AD14AC}"/>
              </a:ext>
            </a:extLst>
          </p:cNvPr>
          <p:cNvGrpSpPr/>
          <p:nvPr/>
        </p:nvGrpSpPr>
        <p:grpSpPr>
          <a:xfrm>
            <a:off x="304800" y="749300"/>
            <a:ext cx="6192344" cy="400110"/>
            <a:chOff x="424117" y="898245"/>
            <a:chExt cx="6192344" cy="400110"/>
          </a:xfrm>
        </p:grpSpPr>
        <p:sp>
          <p:nvSpPr>
            <p:cNvPr id="2" name="平行四边形 1">
              <a:extLst>
                <a:ext uri="{FF2B5EF4-FFF2-40B4-BE49-F238E27FC236}">
                  <a16:creationId xmlns:a16="http://schemas.microsoft.com/office/drawing/2014/main" id="{1F5BAA3F-9845-4F89-A2DD-8222D3E4EDAC}"/>
                </a:ext>
              </a:extLst>
            </p:cNvPr>
            <p:cNvSpPr/>
            <p:nvPr/>
          </p:nvSpPr>
          <p:spPr>
            <a:xfrm>
              <a:off x="424117" y="898245"/>
              <a:ext cx="628306" cy="387090"/>
            </a:xfrm>
            <a:prstGeom prst="parallelogram">
              <a:avLst/>
            </a:prstGeom>
            <a:solidFill>
              <a:schemeClr val="accent3">
                <a:lumMod val="75000"/>
              </a:schemeClr>
            </a:solidFill>
            <a:ln>
              <a:solidFill>
                <a:schemeClr val="accent3">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CN" sz="2200" dirty="0">
                  <a:latin typeface="Impact" panose="020B0806030902050204" pitchFamily="34" charset="0"/>
                </a:rPr>
                <a:t>01</a:t>
              </a:r>
              <a:endParaRPr lang="zh-CN" altLang="en-US" sz="2200" dirty="0">
                <a:latin typeface="Impact" panose="020B0806030902050204" pitchFamily="34" charset="0"/>
              </a:endParaRPr>
            </a:p>
          </p:txBody>
        </p:sp>
        <p:sp>
          <p:nvSpPr>
            <p:cNvPr id="3" name="文本框 2">
              <a:extLst>
                <a:ext uri="{FF2B5EF4-FFF2-40B4-BE49-F238E27FC236}">
                  <a16:creationId xmlns:a16="http://schemas.microsoft.com/office/drawing/2014/main" id="{4D6BD736-A4D3-4F26-AFED-36E11F50F70B}"/>
                </a:ext>
              </a:extLst>
            </p:cNvPr>
            <p:cNvSpPr txBox="1"/>
            <p:nvPr/>
          </p:nvSpPr>
          <p:spPr>
            <a:xfrm>
              <a:off x="1052423" y="898245"/>
              <a:ext cx="5564038" cy="400110"/>
            </a:xfrm>
            <a:prstGeom prst="rect">
              <a:avLst/>
            </a:prstGeom>
            <a:noFill/>
          </p:spPr>
          <p:txBody>
            <a:bodyPr wrap="square" rtlCol="0">
              <a:spAutoFit/>
            </a:bodyPr>
            <a:lstStyle/>
            <a:p>
              <a:r>
                <a:rPr lang="zh-CN" altLang="en-US" sz="2000" b="1" dirty="0"/>
                <a:t>选择重传协议</a:t>
              </a:r>
            </a:p>
          </p:txBody>
        </p:sp>
      </p:grpSp>
      <p:grpSp>
        <p:nvGrpSpPr>
          <p:cNvPr id="18" name="组合 17">
            <a:extLst>
              <a:ext uri="{FF2B5EF4-FFF2-40B4-BE49-F238E27FC236}">
                <a16:creationId xmlns:a16="http://schemas.microsoft.com/office/drawing/2014/main" id="{AF599708-FA4B-4F1A-915B-51ADB6AF8A5B}"/>
              </a:ext>
            </a:extLst>
          </p:cNvPr>
          <p:cNvGrpSpPr/>
          <p:nvPr/>
        </p:nvGrpSpPr>
        <p:grpSpPr>
          <a:xfrm>
            <a:off x="475097" y="1263518"/>
            <a:ext cx="1355161" cy="5114896"/>
            <a:chOff x="475097" y="1263518"/>
            <a:chExt cx="1355161" cy="5114896"/>
          </a:xfrm>
        </p:grpSpPr>
        <p:cxnSp>
          <p:nvCxnSpPr>
            <p:cNvPr id="19" name="直接连接符 18">
              <a:extLst>
                <a:ext uri="{FF2B5EF4-FFF2-40B4-BE49-F238E27FC236}">
                  <a16:creationId xmlns:a16="http://schemas.microsoft.com/office/drawing/2014/main" id="{8C267D38-D538-4153-B853-5B2DDE097738}"/>
                </a:ext>
              </a:extLst>
            </p:cNvPr>
            <p:cNvCxnSpPr>
              <a:cxnSpLocks/>
            </p:cNvCxnSpPr>
            <p:nvPr/>
          </p:nvCxnSpPr>
          <p:spPr>
            <a:xfrm flipV="1">
              <a:off x="1208367" y="2012996"/>
              <a:ext cx="0" cy="3813858"/>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nvGrpSpPr>
            <p:cNvPr id="20" name="组合 19">
              <a:extLst>
                <a:ext uri="{FF2B5EF4-FFF2-40B4-BE49-F238E27FC236}">
                  <a16:creationId xmlns:a16="http://schemas.microsoft.com/office/drawing/2014/main" id="{1A3F15DA-8F30-45DE-8760-8CB5AC7691B0}"/>
                </a:ext>
              </a:extLst>
            </p:cNvPr>
            <p:cNvGrpSpPr/>
            <p:nvPr/>
          </p:nvGrpSpPr>
          <p:grpSpPr>
            <a:xfrm>
              <a:off x="700096" y="5368000"/>
              <a:ext cx="905164" cy="1010414"/>
              <a:chOff x="700096" y="5368000"/>
              <a:chExt cx="905164" cy="1010414"/>
            </a:xfrm>
          </p:grpSpPr>
          <p:pic>
            <p:nvPicPr>
              <p:cNvPr id="25" name="图形 24">
                <a:extLst>
                  <a:ext uri="{FF2B5EF4-FFF2-40B4-BE49-F238E27FC236}">
                    <a16:creationId xmlns:a16="http://schemas.microsoft.com/office/drawing/2014/main" id="{5079B8D0-730B-4F27-A9EC-8AC79CEECAE0}"/>
                  </a:ext>
                </a:extLst>
              </p:cNvPr>
              <p:cNvPicPr>
                <a:picLocks noChangeAspect="1"/>
              </p:cNvPicPr>
              <p:nvPr/>
            </p:nvPicPr>
            <p:blipFill>
              <a:blip r:embed="rId5">
                <a:extLst>
                  <a:ext uri="{28A0092B-C50C-407E-A947-70E740481C1C}">
                    <a14:useLocalDpi xmlns:a14="http://schemas.microsoft.com/office/drawing/2010/main" val="0"/>
                  </a:ext>
                  <a:ext uri="{96DAC541-7B7A-43D3-8B79-37D633B846F1}">
                    <asvg:svgBlip xmlns:asvg="http://schemas.microsoft.com/office/drawing/2016/SVG/main" r:embed="rId6"/>
                  </a:ext>
                </a:extLst>
              </a:blip>
              <a:stretch>
                <a:fillRect/>
              </a:stretch>
            </p:blipFill>
            <p:spPr>
              <a:xfrm>
                <a:off x="821271" y="5368000"/>
                <a:ext cx="662814" cy="641082"/>
              </a:xfrm>
              <a:prstGeom prst="rect">
                <a:avLst/>
              </a:prstGeom>
            </p:spPr>
          </p:pic>
          <p:sp>
            <p:nvSpPr>
              <p:cNvPr id="26" name="文本框 25">
                <a:extLst>
                  <a:ext uri="{FF2B5EF4-FFF2-40B4-BE49-F238E27FC236}">
                    <a16:creationId xmlns:a16="http://schemas.microsoft.com/office/drawing/2014/main" id="{68E9BE24-5234-4436-839C-0CC65C932068}"/>
                  </a:ext>
                </a:extLst>
              </p:cNvPr>
              <p:cNvSpPr txBox="1"/>
              <p:nvPr/>
            </p:nvSpPr>
            <p:spPr>
              <a:xfrm>
                <a:off x="700096" y="6009082"/>
                <a:ext cx="905164" cy="369332"/>
              </a:xfrm>
              <a:prstGeom prst="rect">
                <a:avLst/>
              </a:prstGeom>
              <a:noFill/>
            </p:spPr>
            <p:txBody>
              <a:bodyPr wrap="square" rtlCol="0">
                <a:spAutoFit/>
              </a:bodyPr>
              <a:lstStyle/>
              <a:p>
                <a:r>
                  <a:rPr lang="zh-CN" altLang="en-US" b="1" dirty="0">
                    <a:latin typeface="+mn-ea"/>
                  </a:rPr>
                  <a:t>发送方</a:t>
                </a:r>
              </a:p>
            </p:txBody>
          </p:sp>
        </p:grpSp>
        <p:grpSp>
          <p:nvGrpSpPr>
            <p:cNvPr id="21" name="组合 20">
              <a:extLst>
                <a:ext uri="{FF2B5EF4-FFF2-40B4-BE49-F238E27FC236}">
                  <a16:creationId xmlns:a16="http://schemas.microsoft.com/office/drawing/2014/main" id="{50E1DF35-9236-4BB6-BAC4-1AE805165946}"/>
                </a:ext>
              </a:extLst>
            </p:cNvPr>
            <p:cNvGrpSpPr/>
            <p:nvPr/>
          </p:nvGrpSpPr>
          <p:grpSpPr>
            <a:xfrm>
              <a:off x="878301" y="1263518"/>
              <a:ext cx="905164" cy="1027908"/>
              <a:chOff x="878301" y="1390382"/>
              <a:chExt cx="905164" cy="1027908"/>
            </a:xfrm>
          </p:grpSpPr>
          <p:pic>
            <p:nvPicPr>
              <p:cNvPr id="23" name="图形 22">
                <a:extLst>
                  <a:ext uri="{FF2B5EF4-FFF2-40B4-BE49-F238E27FC236}">
                    <a16:creationId xmlns:a16="http://schemas.microsoft.com/office/drawing/2014/main" id="{E155E3ED-8C2A-42C4-BFBF-393051944136}"/>
                  </a:ext>
                </a:extLst>
              </p:cNvPr>
              <p:cNvPicPr>
                <a:picLocks noChangeAspect="1"/>
              </p:cNvPicPr>
              <p:nvPr/>
            </p:nvPicPr>
            <p:blipFill>
              <a:blip r:embed="rId7">
                <a:extLst>
                  <a:ext uri="{28A0092B-C50C-407E-A947-70E740481C1C}">
                    <a14:useLocalDpi xmlns:a14="http://schemas.microsoft.com/office/drawing/2010/main" val="0"/>
                  </a:ext>
                  <a:ext uri="{96DAC541-7B7A-43D3-8B79-37D633B846F1}">
                    <asvg:svgBlip xmlns:asvg="http://schemas.microsoft.com/office/drawing/2016/SVG/main" r:embed="rId8"/>
                  </a:ext>
                </a:extLst>
              </a:blip>
              <a:stretch>
                <a:fillRect/>
              </a:stretch>
            </p:blipFill>
            <p:spPr>
              <a:xfrm>
                <a:off x="984826" y="1759714"/>
                <a:ext cx="501772" cy="658576"/>
              </a:xfrm>
              <a:prstGeom prst="rect">
                <a:avLst/>
              </a:prstGeom>
            </p:spPr>
          </p:pic>
          <p:sp>
            <p:nvSpPr>
              <p:cNvPr id="24" name="文本框 23">
                <a:extLst>
                  <a:ext uri="{FF2B5EF4-FFF2-40B4-BE49-F238E27FC236}">
                    <a16:creationId xmlns:a16="http://schemas.microsoft.com/office/drawing/2014/main" id="{818AC20B-3072-437F-B302-67397F49105B}"/>
                  </a:ext>
                </a:extLst>
              </p:cNvPr>
              <p:cNvSpPr txBox="1"/>
              <p:nvPr/>
            </p:nvSpPr>
            <p:spPr>
              <a:xfrm>
                <a:off x="878301" y="1390382"/>
                <a:ext cx="905164" cy="369332"/>
              </a:xfrm>
              <a:prstGeom prst="rect">
                <a:avLst/>
              </a:prstGeom>
              <a:noFill/>
            </p:spPr>
            <p:txBody>
              <a:bodyPr wrap="square" rtlCol="0">
                <a:spAutoFit/>
              </a:bodyPr>
              <a:lstStyle/>
              <a:p>
                <a:r>
                  <a:rPr lang="zh-CN" altLang="en-US" b="1" dirty="0">
                    <a:latin typeface="+mn-ea"/>
                  </a:rPr>
                  <a:t>接收方</a:t>
                </a:r>
              </a:p>
            </p:txBody>
          </p:sp>
        </p:grpSp>
        <p:sp>
          <p:nvSpPr>
            <p:cNvPr id="22" name="云形 21">
              <a:extLst>
                <a:ext uri="{FF2B5EF4-FFF2-40B4-BE49-F238E27FC236}">
                  <a16:creationId xmlns:a16="http://schemas.microsoft.com/office/drawing/2014/main" id="{97C64CE5-C9EB-4960-87FB-62108C97374D}"/>
                </a:ext>
              </a:extLst>
            </p:cNvPr>
            <p:cNvSpPr/>
            <p:nvPr/>
          </p:nvSpPr>
          <p:spPr>
            <a:xfrm>
              <a:off x="475097" y="3429014"/>
              <a:ext cx="1355161" cy="801398"/>
            </a:xfrm>
            <a:prstGeom prst="cloud">
              <a:avLst/>
            </a:prstGeom>
            <a:solidFill>
              <a:schemeClr val="bg1">
                <a:lumMod val="85000"/>
              </a:schemeClr>
            </a:solidFill>
            <a:ln>
              <a:solidFill>
                <a:schemeClr val="bg1">
                  <a:lumMod val="85000"/>
                </a:schemeClr>
              </a:solidFill>
            </a:ln>
          </p:spPr>
          <p:style>
            <a:lnRef idx="2">
              <a:schemeClr val="accent3">
                <a:shade val="50000"/>
              </a:schemeClr>
            </a:lnRef>
            <a:fillRef idx="1">
              <a:schemeClr val="accent3"/>
            </a:fillRef>
            <a:effectRef idx="0">
              <a:schemeClr val="accent3"/>
            </a:effectRef>
            <a:fontRef idx="minor">
              <a:schemeClr val="lt1"/>
            </a:fontRef>
          </p:style>
          <p:txBody>
            <a:bodyPr rtlCol="0" anchor="ctr"/>
            <a:lstStyle/>
            <a:p>
              <a:pPr algn="ctr"/>
              <a:r>
                <a:rPr lang="zh-CN" altLang="en-US" b="1" dirty="0">
                  <a:solidFill>
                    <a:schemeClr val="tx1"/>
                  </a:solidFill>
                  <a:latin typeface="+mn-ea"/>
                </a:rPr>
                <a:t>因特网</a:t>
              </a:r>
            </a:p>
          </p:txBody>
        </p:sp>
      </p:grpSp>
      <mc:AlternateContent xmlns:mc="http://schemas.openxmlformats.org/markup-compatibility/2006" xmlns:a14="http://schemas.microsoft.com/office/drawing/2010/main">
        <mc:Choice Requires="a14">
          <p:sp>
            <p:nvSpPr>
              <p:cNvPr id="28" name="íşlïḍè">
                <a:extLst>
                  <a:ext uri="{FF2B5EF4-FFF2-40B4-BE49-F238E27FC236}">
                    <a16:creationId xmlns:a16="http://schemas.microsoft.com/office/drawing/2014/main" id="{8898676C-F981-4D74-B324-A859D1387610}"/>
                  </a:ext>
                </a:extLst>
              </p:cNvPr>
              <p:cNvSpPr txBox="1"/>
              <p:nvPr/>
            </p:nvSpPr>
            <p:spPr>
              <a:xfrm>
                <a:off x="2993250" y="3266194"/>
                <a:ext cx="6657288" cy="311297"/>
              </a:xfrm>
              <a:prstGeom prst="rect">
                <a:avLst/>
              </a:prstGeom>
              <a:noFill/>
            </p:spPr>
            <p:txBody>
              <a:bodyPr wrap="square" lIns="91440" tIns="45720" rIns="91440" bIns="45720" anchor="ctr">
                <a:noAutofit/>
              </a:bodyPr>
              <a:lstStyle/>
              <a:p>
                <a:r>
                  <a:rPr lang="zh-CN" altLang="en-US" b="1" dirty="0"/>
                  <a:t>本例假设采用</a:t>
                </a:r>
                <a14:m>
                  <m:oMath xmlns:m="http://schemas.openxmlformats.org/officeDocument/2006/math">
                    <m:r>
                      <a:rPr lang="en-US" altLang="zh-CN" b="1" i="1" dirty="0" smtClean="0">
                        <a:latin typeface="Cambria Math" panose="02040503050406030204" pitchFamily="18" charset="0"/>
                      </a:rPr>
                      <m:t>𝟑</m:t>
                    </m:r>
                  </m:oMath>
                </a14:m>
                <a:r>
                  <a:rPr lang="zh-CN" altLang="en-US" b="1" dirty="0"/>
                  <a:t>个比特给分组编序号，则序号范围是</a:t>
                </a:r>
                <a14:m>
                  <m:oMath xmlns:m="http://schemas.openxmlformats.org/officeDocument/2006/math">
                    <m:r>
                      <a:rPr lang="en-US" altLang="zh-CN" b="1" i="0" smtClean="0">
                        <a:latin typeface="Cambria Math" panose="02040503050406030204" pitchFamily="18" charset="0"/>
                        <a:ea typeface="Cambria Math" panose="02040503050406030204" pitchFamily="18" charset="0"/>
                      </a:rPr>
                      <m:t>𝟎</m:t>
                    </m:r>
                    <m:r>
                      <a:rPr lang="en-US" altLang="zh-CN" b="1" i="1" smtClean="0">
                        <a:latin typeface="Cambria Math" panose="02040503050406030204" pitchFamily="18" charset="0"/>
                        <a:ea typeface="Cambria Math" panose="02040503050406030204" pitchFamily="18" charset="0"/>
                      </a:rPr>
                      <m:t>~</m:t>
                    </m:r>
                    <m:sSup>
                      <m:sSupPr>
                        <m:ctrlPr>
                          <a:rPr lang="en-US" altLang="zh-CN" b="1" i="1" smtClean="0">
                            <a:latin typeface="Cambria Math" panose="02040503050406030204" pitchFamily="18" charset="0"/>
                            <a:ea typeface="Cambria Math" panose="02040503050406030204" pitchFamily="18" charset="0"/>
                          </a:rPr>
                        </m:ctrlPr>
                      </m:sSupPr>
                      <m:e>
                        <m:r>
                          <a:rPr lang="en-US" altLang="zh-CN" b="1" i="1" smtClean="0">
                            <a:latin typeface="Cambria Math" panose="02040503050406030204" pitchFamily="18" charset="0"/>
                            <a:ea typeface="Cambria Math" panose="02040503050406030204" pitchFamily="18" charset="0"/>
                          </a:rPr>
                          <m:t>(</m:t>
                        </m:r>
                        <m:r>
                          <a:rPr lang="en-US" altLang="zh-CN" b="1" i="1" smtClean="0">
                            <a:latin typeface="Cambria Math" panose="02040503050406030204" pitchFamily="18" charset="0"/>
                            <a:ea typeface="Cambria Math" panose="02040503050406030204" pitchFamily="18" charset="0"/>
                          </a:rPr>
                          <m:t>𝟐</m:t>
                        </m:r>
                      </m:e>
                      <m:sup>
                        <m:r>
                          <a:rPr lang="en-US" altLang="zh-CN" b="1" i="1" smtClean="0">
                            <a:latin typeface="Cambria Math" panose="02040503050406030204" pitchFamily="18" charset="0"/>
                            <a:ea typeface="Cambria Math" panose="02040503050406030204" pitchFamily="18" charset="0"/>
                          </a:rPr>
                          <m:t>𝟑</m:t>
                        </m:r>
                      </m:sup>
                    </m:sSup>
                    <m:r>
                      <a:rPr lang="en-US" altLang="zh-CN" b="1" i="1" smtClean="0">
                        <a:latin typeface="Cambria Math" panose="02040503050406030204" pitchFamily="18" charset="0"/>
                        <a:ea typeface="Cambria Math" panose="02040503050406030204" pitchFamily="18" charset="0"/>
                      </a:rPr>
                      <m:t>−</m:t>
                    </m:r>
                    <m:r>
                      <a:rPr lang="en-US" altLang="zh-CN" b="1" i="1" smtClean="0">
                        <a:latin typeface="Cambria Math" panose="02040503050406030204" pitchFamily="18" charset="0"/>
                        <a:ea typeface="Cambria Math" panose="02040503050406030204" pitchFamily="18" charset="0"/>
                      </a:rPr>
                      <m:t>𝟏</m:t>
                    </m:r>
                    <m:r>
                      <a:rPr lang="en-US" altLang="zh-CN" b="1" i="1" smtClean="0">
                        <a:latin typeface="Cambria Math" panose="02040503050406030204" pitchFamily="18" charset="0"/>
                        <a:ea typeface="Cambria Math" panose="02040503050406030204" pitchFamily="18" charset="0"/>
                      </a:rPr>
                      <m:t>)。</m:t>
                    </m:r>
                  </m:oMath>
                </a14:m>
                <a:endParaRPr lang="en-US" altLang="zh-CN" b="1" dirty="0"/>
              </a:p>
            </p:txBody>
          </p:sp>
        </mc:Choice>
        <mc:Fallback xmlns="">
          <p:sp>
            <p:nvSpPr>
              <p:cNvPr id="28" name="íşlïḍè">
                <a:extLst>
                  <a:ext uri="{FF2B5EF4-FFF2-40B4-BE49-F238E27FC236}">
                    <a16:creationId xmlns:a16="http://schemas.microsoft.com/office/drawing/2014/main" id="{8898676C-F981-4D74-B324-A859D1387610}"/>
                  </a:ext>
                </a:extLst>
              </p:cNvPr>
              <p:cNvSpPr txBox="1">
                <a:spLocks noRot="1" noChangeAspect="1" noMove="1" noResize="1" noEditPoints="1" noAdjustHandles="1" noChangeArrowheads="1" noChangeShapeType="1" noTextEdit="1"/>
              </p:cNvSpPr>
              <p:nvPr/>
            </p:nvSpPr>
            <p:spPr>
              <a:xfrm>
                <a:off x="2993250" y="3266194"/>
                <a:ext cx="6657288" cy="311297"/>
              </a:xfrm>
              <a:prstGeom prst="rect">
                <a:avLst/>
              </a:prstGeom>
              <a:blipFill>
                <a:blip r:embed="rId9"/>
                <a:stretch>
                  <a:fillRect l="-733" t="-19608" b="-41176"/>
                </a:stretch>
              </a:blipFill>
            </p:spPr>
            <p:txBody>
              <a:bodyPr/>
              <a:lstStyle/>
              <a:p>
                <a:r>
                  <a:rPr lang="zh-CN" altLang="en-US">
                    <a:noFill/>
                  </a:rPr>
                  <a:t> </a:t>
                </a:r>
              </a:p>
            </p:txBody>
          </p:sp>
        </mc:Fallback>
      </mc:AlternateContent>
      <p:graphicFrame>
        <p:nvGraphicFramePr>
          <p:cNvPr id="29" name="表格 21">
            <a:extLst>
              <a:ext uri="{FF2B5EF4-FFF2-40B4-BE49-F238E27FC236}">
                <a16:creationId xmlns:a16="http://schemas.microsoft.com/office/drawing/2014/main" id="{44D0CDFF-8B53-4BB1-835E-1192E30CC2FA}"/>
              </a:ext>
            </a:extLst>
          </p:cNvPr>
          <p:cNvGraphicFramePr>
            <a:graphicFrameLocks noGrp="1"/>
          </p:cNvGraphicFramePr>
          <p:nvPr/>
        </p:nvGraphicFramePr>
        <p:xfrm>
          <a:off x="2302929" y="5557308"/>
          <a:ext cx="9067800" cy="370840"/>
        </p:xfrm>
        <a:graphic>
          <a:graphicData uri="http://schemas.openxmlformats.org/drawingml/2006/table">
            <a:tbl>
              <a:tblPr firstRow="1" bandRow="1">
                <a:tableStyleId>{5C22544A-7EE6-4342-B048-85BDC9FD1C3A}</a:tableStyleId>
              </a:tblPr>
              <a:tblGrid>
                <a:gridCol w="755650">
                  <a:extLst>
                    <a:ext uri="{9D8B030D-6E8A-4147-A177-3AD203B41FA5}">
                      <a16:colId xmlns:a16="http://schemas.microsoft.com/office/drawing/2014/main" val="877486509"/>
                    </a:ext>
                  </a:extLst>
                </a:gridCol>
                <a:gridCol w="755650">
                  <a:extLst>
                    <a:ext uri="{9D8B030D-6E8A-4147-A177-3AD203B41FA5}">
                      <a16:colId xmlns:a16="http://schemas.microsoft.com/office/drawing/2014/main" val="3548605817"/>
                    </a:ext>
                  </a:extLst>
                </a:gridCol>
                <a:gridCol w="755650">
                  <a:extLst>
                    <a:ext uri="{9D8B030D-6E8A-4147-A177-3AD203B41FA5}">
                      <a16:colId xmlns:a16="http://schemas.microsoft.com/office/drawing/2014/main" val="2881812895"/>
                    </a:ext>
                  </a:extLst>
                </a:gridCol>
                <a:gridCol w="755650">
                  <a:extLst>
                    <a:ext uri="{9D8B030D-6E8A-4147-A177-3AD203B41FA5}">
                      <a16:colId xmlns:a16="http://schemas.microsoft.com/office/drawing/2014/main" val="3682284582"/>
                    </a:ext>
                  </a:extLst>
                </a:gridCol>
                <a:gridCol w="755650">
                  <a:extLst>
                    <a:ext uri="{9D8B030D-6E8A-4147-A177-3AD203B41FA5}">
                      <a16:colId xmlns:a16="http://schemas.microsoft.com/office/drawing/2014/main" val="500127722"/>
                    </a:ext>
                  </a:extLst>
                </a:gridCol>
                <a:gridCol w="755650">
                  <a:extLst>
                    <a:ext uri="{9D8B030D-6E8A-4147-A177-3AD203B41FA5}">
                      <a16:colId xmlns:a16="http://schemas.microsoft.com/office/drawing/2014/main" val="2946259618"/>
                    </a:ext>
                  </a:extLst>
                </a:gridCol>
                <a:gridCol w="755650">
                  <a:extLst>
                    <a:ext uri="{9D8B030D-6E8A-4147-A177-3AD203B41FA5}">
                      <a16:colId xmlns:a16="http://schemas.microsoft.com/office/drawing/2014/main" val="171501986"/>
                    </a:ext>
                  </a:extLst>
                </a:gridCol>
                <a:gridCol w="755650">
                  <a:extLst>
                    <a:ext uri="{9D8B030D-6E8A-4147-A177-3AD203B41FA5}">
                      <a16:colId xmlns:a16="http://schemas.microsoft.com/office/drawing/2014/main" val="1667185265"/>
                    </a:ext>
                  </a:extLst>
                </a:gridCol>
                <a:gridCol w="755650">
                  <a:extLst>
                    <a:ext uri="{9D8B030D-6E8A-4147-A177-3AD203B41FA5}">
                      <a16:colId xmlns:a16="http://schemas.microsoft.com/office/drawing/2014/main" val="4258211808"/>
                    </a:ext>
                  </a:extLst>
                </a:gridCol>
                <a:gridCol w="755650">
                  <a:extLst>
                    <a:ext uri="{9D8B030D-6E8A-4147-A177-3AD203B41FA5}">
                      <a16:colId xmlns:a16="http://schemas.microsoft.com/office/drawing/2014/main" val="1794200575"/>
                    </a:ext>
                  </a:extLst>
                </a:gridCol>
                <a:gridCol w="755650">
                  <a:extLst>
                    <a:ext uri="{9D8B030D-6E8A-4147-A177-3AD203B41FA5}">
                      <a16:colId xmlns:a16="http://schemas.microsoft.com/office/drawing/2014/main" val="4230716487"/>
                    </a:ext>
                  </a:extLst>
                </a:gridCol>
                <a:gridCol w="755650">
                  <a:extLst>
                    <a:ext uri="{9D8B030D-6E8A-4147-A177-3AD203B41FA5}">
                      <a16:colId xmlns:a16="http://schemas.microsoft.com/office/drawing/2014/main" val="56153739"/>
                    </a:ext>
                  </a:extLst>
                </a:gridCol>
              </a:tblGrid>
              <a:tr h="370840">
                <a:tc>
                  <a:txBody>
                    <a:bodyPr/>
                    <a:lstStyle/>
                    <a:p>
                      <a:pPr algn="ctr"/>
                      <a:r>
                        <a:rPr lang="en-US" altLang="zh-CN" dirty="0">
                          <a:solidFill>
                            <a:schemeClr val="tx1"/>
                          </a:solidFill>
                          <a:latin typeface="Arial Black" panose="020B0A04020102020204" pitchFamily="34" charset="0"/>
                        </a:rPr>
                        <a:t>0</a:t>
                      </a:r>
                      <a:endParaRPr lang="zh-CN" altLang="en-US" dirty="0">
                        <a:solidFill>
                          <a:schemeClr val="tx1"/>
                        </a:solidFill>
                        <a:latin typeface="Arial Black" panose="020B0A04020102020204" pitchFamily="34" charset="0"/>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ctr"/>
                      <a:r>
                        <a:rPr lang="en-US" altLang="zh-CN" dirty="0">
                          <a:solidFill>
                            <a:schemeClr val="tx1"/>
                          </a:solidFill>
                          <a:latin typeface="Arial Black" panose="020B0A04020102020204" pitchFamily="34" charset="0"/>
                        </a:rPr>
                        <a:t>1</a:t>
                      </a:r>
                      <a:endParaRPr lang="zh-CN" altLang="en-US" dirty="0">
                        <a:solidFill>
                          <a:schemeClr val="tx1"/>
                        </a:solidFill>
                        <a:latin typeface="Arial Black" panose="020B0A04020102020204" pitchFamily="34" charset="0"/>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ctr"/>
                      <a:r>
                        <a:rPr lang="en-US" altLang="zh-CN" dirty="0">
                          <a:solidFill>
                            <a:schemeClr val="tx1"/>
                          </a:solidFill>
                          <a:latin typeface="Arial Black" panose="020B0A04020102020204" pitchFamily="34" charset="0"/>
                        </a:rPr>
                        <a:t>2</a:t>
                      </a:r>
                      <a:endParaRPr lang="zh-CN" altLang="en-US" dirty="0">
                        <a:solidFill>
                          <a:schemeClr val="tx1"/>
                        </a:solidFill>
                        <a:latin typeface="Arial Black" panose="020B0A04020102020204" pitchFamily="34" charset="0"/>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ctr"/>
                      <a:r>
                        <a:rPr lang="en-US" altLang="zh-CN" dirty="0">
                          <a:solidFill>
                            <a:schemeClr val="tx1"/>
                          </a:solidFill>
                          <a:latin typeface="Arial Black" panose="020B0A04020102020204" pitchFamily="34" charset="0"/>
                        </a:rPr>
                        <a:t>3</a:t>
                      </a:r>
                      <a:endParaRPr lang="zh-CN" altLang="en-US" dirty="0">
                        <a:solidFill>
                          <a:schemeClr val="tx1"/>
                        </a:solidFill>
                        <a:latin typeface="Arial Black" panose="020B0A04020102020204" pitchFamily="34" charset="0"/>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ctr"/>
                      <a:r>
                        <a:rPr lang="en-US" altLang="zh-CN" dirty="0">
                          <a:solidFill>
                            <a:schemeClr val="tx1"/>
                          </a:solidFill>
                          <a:latin typeface="Arial Black" panose="020B0A04020102020204" pitchFamily="34" charset="0"/>
                        </a:rPr>
                        <a:t>4</a:t>
                      </a:r>
                      <a:endParaRPr lang="zh-CN" altLang="en-US" dirty="0">
                        <a:solidFill>
                          <a:schemeClr val="tx1"/>
                        </a:solidFill>
                        <a:latin typeface="Arial Black" panose="020B0A04020102020204" pitchFamily="34" charset="0"/>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ctr"/>
                      <a:r>
                        <a:rPr lang="en-US" altLang="zh-CN" dirty="0">
                          <a:solidFill>
                            <a:schemeClr val="tx1"/>
                          </a:solidFill>
                          <a:latin typeface="Arial Black" panose="020B0A04020102020204" pitchFamily="34" charset="0"/>
                        </a:rPr>
                        <a:t>5</a:t>
                      </a:r>
                      <a:endParaRPr lang="zh-CN" altLang="en-US" dirty="0">
                        <a:solidFill>
                          <a:schemeClr val="tx1"/>
                        </a:solidFill>
                        <a:latin typeface="Arial Black" panose="020B0A04020102020204" pitchFamily="34" charset="0"/>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ctr"/>
                      <a:r>
                        <a:rPr lang="en-US" altLang="zh-CN" dirty="0">
                          <a:solidFill>
                            <a:schemeClr val="tx1"/>
                          </a:solidFill>
                          <a:latin typeface="Arial Black" panose="020B0A04020102020204" pitchFamily="34" charset="0"/>
                        </a:rPr>
                        <a:t>6</a:t>
                      </a:r>
                      <a:endParaRPr lang="zh-CN" altLang="en-US" dirty="0">
                        <a:solidFill>
                          <a:schemeClr val="tx1"/>
                        </a:solidFill>
                        <a:latin typeface="Arial Black" panose="020B0A04020102020204" pitchFamily="34" charset="0"/>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ctr"/>
                      <a:r>
                        <a:rPr lang="en-US" altLang="zh-CN" dirty="0">
                          <a:solidFill>
                            <a:schemeClr val="tx1"/>
                          </a:solidFill>
                          <a:latin typeface="Arial Black" panose="020B0A04020102020204" pitchFamily="34" charset="0"/>
                        </a:rPr>
                        <a:t>7</a:t>
                      </a:r>
                      <a:endParaRPr lang="zh-CN" altLang="en-US" dirty="0">
                        <a:solidFill>
                          <a:schemeClr val="tx1"/>
                        </a:solidFill>
                        <a:latin typeface="Arial Black" panose="020B0A04020102020204" pitchFamily="34" charset="0"/>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ctr"/>
                      <a:r>
                        <a:rPr lang="en-US" altLang="zh-CN" dirty="0">
                          <a:solidFill>
                            <a:schemeClr val="tx1"/>
                          </a:solidFill>
                          <a:latin typeface="Arial Black" panose="020B0A04020102020204" pitchFamily="34" charset="0"/>
                        </a:rPr>
                        <a:t>0</a:t>
                      </a:r>
                      <a:endParaRPr lang="zh-CN" altLang="en-US" dirty="0">
                        <a:solidFill>
                          <a:schemeClr val="tx1"/>
                        </a:solidFill>
                        <a:latin typeface="Arial Black" panose="020B0A04020102020204" pitchFamily="34" charset="0"/>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ctr"/>
                      <a:r>
                        <a:rPr lang="en-US" altLang="zh-CN" dirty="0">
                          <a:solidFill>
                            <a:schemeClr val="tx1"/>
                          </a:solidFill>
                          <a:latin typeface="Arial Black" panose="020B0A04020102020204" pitchFamily="34" charset="0"/>
                        </a:rPr>
                        <a:t>1</a:t>
                      </a:r>
                      <a:endParaRPr lang="zh-CN" altLang="en-US" dirty="0">
                        <a:solidFill>
                          <a:schemeClr val="tx1"/>
                        </a:solidFill>
                        <a:latin typeface="Arial Black" panose="020B0A04020102020204" pitchFamily="34" charset="0"/>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ctr"/>
                      <a:r>
                        <a:rPr lang="en-US" altLang="zh-CN" dirty="0">
                          <a:solidFill>
                            <a:schemeClr val="tx1"/>
                          </a:solidFill>
                          <a:latin typeface="Arial Black" panose="020B0A04020102020204" pitchFamily="34" charset="0"/>
                        </a:rPr>
                        <a:t>2</a:t>
                      </a:r>
                      <a:endParaRPr lang="zh-CN" altLang="en-US" dirty="0">
                        <a:solidFill>
                          <a:schemeClr val="tx1"/>
                        </a:solidFill>
                        <a:latin typeface="Arial Black" panose="020B0A04020102020204" pitchFamily="34" charset="0"/>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ctr"/>
                      <a:r>
                        <a:rPr lang="en-US" altLang="zh-CN" dirty="0">
                          <a:solidFill>
                            <a:schemeClr val="tx1"/>
                          </a:solidFill>
                          <a:latin typeface="Arial Black" panose="020B0A04020102020204" pitchFamily="34" charset="0"/>
                        </a:rPr>
                        <a:t>…</a:t>
                      </a:r>
                      <a:endParaRPr lang="zh-CN" altLang="en-US" dirty="0">
                        <a:solidFill>
                          <a:schemeClr val="tx1"/>
                        </a:solidFill>
                        <a:latin typeface="Arial Black" panose="020B0A04020102020204" pitchFamily="34" charset="0"/>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extLst>
                  <a:ext uri="{0D108BD9-81ED-4DB2-BD59-A6C34878D82A}">
                    <a16:rowId xmlns:a16="http://schemas.microsoft.com/office/drawing/2014/main" val="316235763"/>
                  </a:ext>
                </a:extLst>
              </a:tr>
            </a:tbl>
          </a:graphicData>
        </a:graphic>
      </p:graphicFrame>
      <p:graphicFrame>
        <p:nvGraphicFramePr>
          <p:cNvPr id="30" name="表格 21">
            <a:extLst>
              <a:ext uri="{FF2B5EF4-FFF2-40B4-BE49-F238E27FC236}">
                <a16:creationId xmlns:a16="http://schemas.microsoft.com/office/drawing/2014/main" id="{849D252C-900C-44C3-9C3B-0A66CC10F5E3}"/>
              </a:ext>
            </a:extLst>
          </p:cNvPr>
          <p:cNvGraphicFramePr>
            <a:graphicFrameLocks noGrp="1"/>
          </p:cNvGraphicFramePr>
          <p:nvPr/>
        </p:nvGraphicFramePr>
        <p:xfrm>
          <a:off x="2302929" y="1827576"/>
          <a:ext cx="9067800" cy="370840"/>
        </p:xfrm>
        <a:graphic>
          <a:graphicData uri="http://schemas.openxmlformats.org/drawingml/2006/table">
            <a:tbl>
              <a:tblPr firstRow="1" bandRow="1">
                <a:tableStyleId>{5C22544A-7EE6-4342-B048-85BDC9FD1C3A}</a:tableStyleId>
              </a:tblPr>
              <a:tblGrid>
                <a:gridCol w="755650">
                  <a:extLst>
                    <a:ext uri="{9D8B030D-6E8A-4147-A177-3AD203B41FA5}">
                      <a16:colId xmlns:a16="http://schemas.microsoft.com/office/drawing/2014/main" val="877486509"/>
                    </a:ext>
                  </a:extLst>
                </a:gridCol>
                <a:gridCol w="755650">
                  <a:extLst>
                    <a:ext uri="{9D8B030D-6E8A-4147-A177-3AD203B41FA5}">
                      <a16:colId xmlns:a16="http://schemas.microsoft.com/office/drawing/2014/main" val="3548605817"/>
                    </a:ext>
                  </a:extLst>
                </a:gridCol>
                <a:gridCol w="755650">
                  <a:extLst>
                    <a:ext uri="{9D8B030D-6E8A-4147-A177-3AD203B41FA5}">
                      <a16:colId xmlns:a16="http://schemas.microsoft.com/office/drawing/2014/main" val="2881812895"/>
                    </a:ext>
                  </a:extLst>
                </a:gridCol>
                <a:gridCol w="755650">
                  <a:extLst>
                    <a:ext uri="{9D8B030D-6E8A-4147-A177-3AD203B41FA5}">
                      <a16:colId xmlns:a16="http://schemas.microsoft.com/office/drawing/2014/main" val="3682284582"/>
                    </a:ext>
                  </a:extLst>
                </a:gridCol>
                <a:gridCol w="755650">
                  <a:extLst>
                    <a:ext uri="{9D8B030D-6E8A-4147-A177-3AD203B41FA5}">
                      <a16:colId xmlns:a16="http://schemas.microsoft.com/office/drawing/2014/main" val="500127722"/>
                    </a:ext>
                  </a:extLst>
                </a:gridCol>
                <a:gridCol w="755650">
                  <a:extLst>
                    <a:ext uri="{9D8B030D-6E8A-4147-A177-3AD203B41FA5}">
                      <a16:colId xmlns:a16="http://schemas.microsoft.com/office/drawing/2014/main" val="2946259618"/>
                    </a:ext>
                  </a:extLst>
                </a:gridCol>
                <a:gridCol w="755650">
                  <a:extLst>
                    <a:ext uri="{9D8B030D-6E8A-4147-A177-3AD203B41FA5}">
                      <a16:colId xmlns:a16="http://schemas.microsoft.com/office/drawing/2014/main" val="171501986"/>
                    </a:ext>
                  </a:extLst>
                </a:gridCol>
                <a:gridCol w="755650">
                  <a:extLst>
                    <a:ext uri="{9D8B030D-6E8A-4147-A177-3AD203B41FA5}">
                      <a16:colId xmlns:a16="http://schemas.microsoft.com/office/drawing/2014/main" val="1667185265"/>
                    </a:ext>
                  </a:extLst>
                </a:gridCol>
                <a:gridCol w="755650">
                  <a:extLst>
                    <a:ext uri="{9D8B030D-6E8A-4147-A177-3AD203B41FA5}">
                      <a16:colId xmlns:a16="http://schemas.microsoft.com/office/drawing/2014/main" val="4258211808"/>
                    </a:ext>
                  </a:extLst>
                </a:gridCol>
                <a:gridCol w="755650">
                  <a:extLst>
                    <a:ext uri="{9D8B030D-6E8A-4147-A177-3AD203B41FA5}">
                      <a16:colId xmlns:a16="http://schemas.microsoft.com/office/drawing/2014/main" val="1794200575"/>
                    </a:ext>
                  </a:extLst>
                </a:gridCol>
                <a:gridCol w="755650">
                  <a:extLst>
                    <a:ext uri="{9D8B030D-6E8A-4147-A177-3AD203B41FA5}">
                      <a16:colId xmlns:a16="http://schemas.microsoft.com/office/drawing/2014/main" val="4230716487"/>
                    </a:ext>
                  </a:extLst>
                </a:gridCol>
                <a:gridCol w="755650">
                  <a:extLst>
                    <a:ext uri="{9D8B030D-6E8A-4147-A177-3AD203B41FA5}">
                      <a16:colId xmlns:a16="http://schemas.microsoft.com/office/drawing/2014/main" val="56153739"/>
                    </a:ext>
                  </a:extLst>
                </a:gridCol>
              </a:tblGrid>
              <a:tr h="370840">
                <a:tc>
                  <a:txBody>
                    <a:bodyPr/>
                    <a:lstStyle/>
                    <a:p>
                      <a:pPr algn="ctr"/>
                      <a:r>
                        <a:rPr lang="en-US" altLang="zh-CN" dirty="0">
                          <a:solidFill>
                            <a:schemeClr val="tx1"/>
                          </a:solidFill>
                          <a:latin typeface="Arial Black" panose="020B0A04020102020204" pitchFamily="34" charset="0"/>
                        </a:rPr>
                        <a:t>0</a:t>
                      </a:r>
                      <a:endParaRPr lang="zh-CN" altLang="en-US" dirty="0">
                        <a:solidFill>
                          <a:schemeClr val="tx1"/>
                        </a:solidFill>
                        <a:latin typeface="Arial Black" panose="020B0A04020102020204" pitchFamily="34" charset="0"/>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ctr"/>
                      <a:r>
                        <a:rPr lang="en-US" altLang="zh-CN" dirty="0">
                          <a:solidFill>
                            <a:schemeClr val="tx1"/>
                          </a:solidFill>
                          <a:latin typeface="Arial Black" panose="020B0A04020102020204" pitchFamily="34" charset="0"/>
                        </a:rPr>
                        <a:t>1</a:t>
                      </a:r>
                      <a:endParaRPr lang="zh-CN" altLang="en-US" dirty="0">
                        <a:solidFill>
                          <a:schemeClr val="tx1"/>
                        </a:solidFill>
                        <a:latin typeface="Arial Black" panose="020B0A04020102020204" pitchFamily="34" charset="0"/>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ctr"/>
                      <a:r>
                        <a:rPr lang="en-US" altLang="zh-CN" dirty="0">
                          <a:solidFill>
                            <a:schemeClr val="tx1"/>
                          </a:solidFill>
                          <a:latin typeface="Arial Black" panose="020B0A04020102020204" pitchFamily="34" charset="0"/>
                        </a:rPr>
                        <a:t>2</a:t>
                      </a:r>
                      <a:endParaRPr lang="zh-CN" altLang="en-US" dirty="0">
                        <a:solidFill>
                          <a:schemeClr val="tx1"/>
                        </a:solidFill>
                        <a:latin typeface="Arial Black" panose="020B0A04020102020204" pitchFamily="34" charset="0"/>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ctr"/>
                      <a:r>
                        <a:rPr lang="en-US" altLang="zh-CN" dirty="0">
                          <a:solidFill>
                            <a:schemeClr val="tx1"/>
                          </a:solidFill>
                          <a:latin typeface="Arial Black" panose="020B0A04020102020204" pitchFamily="34" charset="0"/>
                        </a:rPr>
                        <a:t>3</a:t>
                      </a:r>
                      <a:endParaRPr lang="zh-CN" altLang="en-US" dirty="0">
                        <a:solidFill>
                          <a:schemeClr val="tx1"/>
                        </a:solidFill>
                        <a:latin typeface="Arial Black" panose="020B0A04020102020204" pitchFamily="34" charset="0"/>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ctr"/>
                      <a:r>
                        <a:rPr lang="en-US" altLang="zh-CN" dirty="0">
                          <a:solidFill>
                            <a:schemeClr val="tx1"/>
                          </a:solidFill>
                          <a:latin typeface="Arial Black" panose="020B0A04020102020204" pitchFamily="34" charset="0"/>
                        </a:rPr>
                        <a:t>4</a:t>
                      </a:r>
                      <a:endParaRPr lang="zh-CN" altLang="en-US" dirty="0">
                        <a:solidFill>
                          <a:schemeClr val="tx1"/>
                        </a:solidFill>
                        <a:latin typeface="Arial Black" panose="020B0A04020102020204" pitchFamily="34" charset="0"/>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ctr"/>
                      <a:r>
                        <a:rPr lang="en-US" altLang="zh-CN" dirty="0">
                          <a:solidFill>
                            <a:schemeClr val="tx1"/>
                          </a:solidFill>
                          <a:latin typeface="Arial Black" panose="020B0A04020102020204" pitchFamily="34" charset="0"/>
                        </a:rPr>
                        <a:t>5</a:t>
                      </a:r>
                      <a:endParaRPr lang="zh-CN" altLang="en-US" dirty="0">
                        <a:solidFill>
                          <a:schemeClr val="tx1"/>
                        </a:solidFill>
                        <a:latin typeface="Arial Black" panose="020B0A04020102020204" pitchFamily="34" charset="0"/>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ctr"/>
                      <a:r>
                        <a:rPr lang="en-US" altLang="zh-CN" dirty="0">
                          <a:solidFill>
                            <a:schemeClr val="tx1"/>
                          </a:solidFill>
                          <a:latin typeface="Arial Black" panose="020B0A04020102020204" pitchFamily="34" charset="0"/>
                        </a:rPr>
                        <a:t>6</a:t>
                      </a:r>
                      <a:endParaRPr lang="zh-CN" altLang="en-US" dirty="0">
                        <a:solidFill>
                          <a:schemeClr val="tx1"/>
                        </a:solidFill>
                        <a:latin typeface="Arial Black" panose="020B0A04020102020204" pitchFamily="34" charset="0"/>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ctr"/>
                      <a:r>
                        <a:rPr lang="en-US" altLang="zh-CN" dirty="0">
                          <a:solidFill>
                            <a:schemeClr val="tx1"/>
                          </a:solidFill>
                          <a:latin typeface="Arial Black" panose="020B0A04020102020204" pitchFamily="34" charset="0"/>
                        </a:rPr>
                        <a:t>7</a:t>
                      </a:r>
                      <a:endParaRPr lang="zh-CN" altLang="en-US" dirty="0">
                        <a:solidFill>
                          <a:schemeClr val="tx1"/>
                        </a:solidFill>
                        <a:latin typeface="Arial Black" panose="020B0A04020102020204" pitchFamily="34" charset="0"/>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ctr"/>
                      <a:r>
                        <a:rPr lang="en-US" altLang="zh-CN" dirty="0">
                          <a:solidFill>
                            <a:schemeClr val="tx1"/>
                          </a:solidFill>
                          <a:latin typeface="Arial Black" panose="020B0A04020102020204" pitchFamily="34" charset="0"/>
                        </a:rPr>
                        <a:t>0</a:t>
                      </a:r>
                      <a:endParaRPr lang="zh-CN" altLang="en-US" dirty="0">
                        <a:solidFill>
                          <a:schemeClr val="tx1"/>
                        </a:solidFill>
                        <a:latin typeface="Arial Black" panose="020B0A04020102020204" pitchFamily="34" charset="0"/>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ctr"/>
                      <a:r>
                        <a:rPr lang="en-US" altLang="zh-CN" dirty="0">
                          <a:solidFill>
                            <a:schemeClr val="tx1"/>
                          </a:solidFill>
                          <a:latin typeface="Arial Black" panose="020B0A04020102020204" pitchFamily="34" charset="0"/>
                        </a:rPr>
                        <a:t>1</a:t>
                      </a:r>
                      <a:endParaRPr lang="zh-CN" altLang="en-US" dirty="0">
                        <a:solidFill>
                          <a:schemeClr val="tx1"/>
                        </a:solidFill>
                        <a:latin typeface="Arial Black" panose="020B0A04020102020204" pitchFamily="34" charset="0"/>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ctr"/>
                      <a:r>
                        <a:rPr lang="en-US" altLang="zh-CN" dirty="0">
                          <a:solidFill>
                            <a:schemeClr val="tx1"/>
                          </a:solidFill>
                          <a:latin typeface="Arial Black" panose="020B0A04020102020204" pitchFamily="34" charset="0"/>
                        </a:rPr>
                        <a:t>2</a:t>
                      </a:r>
                      <a:endParaRPr lang="zh-CN" altLang="en-US" dirty="0">
                        <a:solidFill>
                          <a:schemeClr val="tx1"/>
                        </a:solidFill>
                        <a:latin typeface="Arial Black" panose="020B0A04020102020204" pitchFamily="34" charset="0"/>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ctr"/>
                      <a:r>
                        <a:rPr lang="en-US" altLang="zh-CN" dirty="0">
                          <a:solidFill>
                            <a:schemeClr val="tx1"/>
                          </a:solidFill>
                          <a:latin typeface="Arial Black" panose="020B0A04020102020204" pitchFamily="34" charset="0"/>
                        </a:rPr>
                        <a:t>…</a:t>
                      </a:r>
                      <a:endParaRPr lang="zh-CN" altLang="en-US" dirty="0">
                        <a:solidFill>
                          <a:schemeClr val="tx1"/>
                        </a:solidFill>
                        <a:latin typeface="Arial Black" panose="020B0A04020102020204" pitchFamily="34" charset="0"/>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extLst>
                  <a:ext uri="{0D108BD9-81ED-4DB2-BD59-A6C34878D82A}">
                    <a16:rowId xmlns:a16="http://schemas.microsoft.com/office/drawing/2014/main" val="316235763"/>
                  </a:ext>
                </a:extLst>
              </a:tr>
            </a:tbl>
          </a:graphicData>
        </a:graphic>
      </p:graphicFrame>
      <mc:AlternateContent xmlns:mc="http://schemas.openxmlformats.org/markup-compatibility/2006" xmlns:a14="http://schemas.microsoft.com/office/drawing/2010/main">
        <mc:Choice Requires="a14">
          <p:sp>
            <p:nvSpPr>
              <p:cNvPr id="31" name="íşlïḍè">
                <a:extLst>
                  <a:ext uri="{FF2B5EF4-FFF2-40B4-BE49-F238E27FC236}">
                    <a16:creationId xmlns:a16="http://schemas.microsoft.com/office/drawing/2014/main" id="{534EE850-C207-4BCA-A31E-771A47DA9033}"/>
                  </a:ext>
                </a:extLst>
              </p:cNvPr>
              <p:cNvSpPr txBox="1"/>
              <p:nvPr/>
            </p:nvSpPr>
            <p:spPr>
              <a:xfrm>
                <a:off x="2993250" y="3724968"/>
                <a:ext cx="6218660" cy="311297"/>
              </a:xfrm>
              <a:prstGeom prst="rect">
                <a:avLst/>
              </a:prstGeom>
              <a:noFill/>
            </p:spPr>
            <p:txBody>
              <a:bodyPr wrap="square" lIns="91440" tIns="45720" rIns="91440" bIns="45720" anchor="ctr">
                <a:noAutofit/>
              </a:bodyPr>
              <a:lstStyle/>
              <a:p>
                <a:r>
                  <a:rPr lang="zh-CN" altLang="en-US" b="1" dirty="0">
                    <a:solidFill>
                      <a:schemeClr val="accent4"/>
                    </a:solidFill>
                  </a:rPr>
                  <a:t>接收窗口</a:t>
                </a:r>
                <a14:m>
                  <m:oMath xmlns:m="http://schemas.openxmlformats.org/officeDocument/2006/math">
                    <m:sSub>
                      <m:sSubPr>
                        <m:ctrlPr>
                          <a:rPr lang="en-US" altLang="zh-CN" b="1" i="1" smtClean="0">
                            <a:solidFill>
                              <a:schemeClr val="accent4"/>
                            </a:solidFill>
                            <a:latin typeface="Cambria Math" panose="02040503050406030204" pitchFamily="18" charset="0"/>
                          </a:rPr>
                        </m:ctrlPr>
                      </m:sSubPr>
                      <m:e>
                        <m:r>
                          <a:rPr lang="en-US" altLang="zh-CN" b="1" i="1" smtClean="0">
                            <a:solidFill>
                              <a:schemeClr val="accent4"/>
                            </a:solidFill>
                            <a:latin typeface="Cambria Math" panose="02040503050406030204" pitchFamily="18" charset="0"/>
                          </a:rPr>
                          <m:t>𝑾</m:t>
                        </m:r>
                      </m:e>
                      <m:sub>
                        <m:r>
                          <a:rPr lang="en-US" altLang="zh-CN" b="1" i="1" smtClean="0">
                            <a:solidFill>
                              <a:schemeClr val="accent4"/>
                            </a:solidFill>
                            <a:latin typeface="Cambria Math" panose="02040503050406030204" pitchFamily="18" charset="0"/>
                          </a:rPr>
                          <m:t>𝑹</m:t>
                        </m:r>
                      </m:sub>
                    </m:sSub>
                  </m:oMath>
                </a14:m>
                <a:r>
                  <a:rPr lang="zh-CN" altLang="en-US" b="1" dirty="0"/>
                  <a:t>取最大值</a:t>
                </a:r>
                <a14:m>
                  <m:oMath xmlns:m="http://schemas.openxmlformats.org/officeDocument/2006/math">
                    <m:sSup>
                      <m:sSupPr>
                        <m:ctrlPr>
                          <a:rPr lang="en-US" altLang="zh-CN" b="1" i="1" smtClean="0">
                            <a:latin typeface="Cambria Math" panose="02040503050406030204" pitchFamily="18" charset="0"/>
                          </a:rPr>
                        </m:ctrlPr>
                      </m:sSupPr>
                      <m:e>
                        <m:r>
                          <a:rPr lang="en-US" altLang="zh-CN" b="1" i="1" smtClean="0">
                            <a:latin typeface="Cambria Math" panose="02040503050406030204" pitchFamily="18" charset="0"/>
                          </a:rPr>
                          <m:t>𝟐</m:t>
                        </m:r>
                      </m:e>
                      <m:sup>
                        <m:r>
                          <a:rPr lang="en-US" altLang="zh-CN" b="1" i="1" smtClean="0">
                            <a:latin typeface="Cambria Math" panose="02040503050406030204" pitchFamily="18" charset="0"/>
                          </a:rPr>
                          <m:t>(</m:t>
                        </m:r>
                        <m:r>
                          <a:rPr lang="en-US" altLang="zh-CN" b="1" i="1" smtClean="0">
                            <a:latin typeface="Cambria Math" panose="02040503050406030204" pitchFamily="18" charset="0"/>
                          </a:rPr>
                          <m:t>𝟑</m:t>
                        </m:r>
                        <m:r>
                          <a:rPr lang="en-US" altLang="zh-CN" b="1" i="1" smtClean="0">
                            <a:latin typeface="Cambria Math" panose="02040503050406030204" pitchFamily="18" charset="0"/>
                          </a:rPr>
                          <m:t>−</m:t>
                        </m:r>
                        <m:r>
                          <a:rPr lang="en-US" altLang="zh-CN" b="1" i="1" smtClean="0">
                            <a:latin typeface="Cambria Math" panose="02040503050406030204" pitchFamily="18" charset="0"/>
                          </a:rPr>
                          <m:t>𝟏</m:t>
                        </m:r>
                        <m:r>
                          <a:rPr lang="en-US" altLang="zh-CN" b="1" i="1" smtClean="0">
                            <a:latin typeface="Cambria Math" panose="02040503050406030204" pitchFamily="18" charset="0"/>
                          </a:rPr>
                          <m:t>)</m:t>
                        </m:r>
                      </m:sup>
                    </m:sSup>
                  </m:oMath>
                </a14:m>
                <a:r>
                  <a:rPr lang="zh-CN" altLang="en-US" b="1" dirty="0"/>
                  <a:t>，即</a:t>
                </a:r>
                <a14:m>
                  <m:oMath xmlns:m="http://schemas.openxmlformats.org/officeDocument/2006/math">
                    <m:sSub>
                      <m:sSubPr>
                        <m:ctrlPr>
                          <a:rPr lang="en-US" altLang="zh-CN" b="1" i="1" smtClean="0">
                            <a:latin typeface="Cambria Math" panose="02040503050406030204" pitchFamily="18" charset="0"/>
                          </a:rPr>
                        </m:ctrlPr>
                      </m:sSubPr>
                      <m:e>
                        <m:r>
                          <a:rPr lang="en-US" altLang="zh-CN" b="1" i="1" smtClean="0">
                            <a:latin typeface="Cambria Math" panose="02040503050406030204" pitchFamily="18" charset="0"/>
                          </a:rPr>
                          <m:t>𝑾</m:t>
                        </m:r>
                      </m:e>
                      <m:sub>
                        <m:r>
                          <a:rPr lang="en-US" altLang="zh-CN" b="1" i="1" smtClean="0">
                            <a:latin typeface="Cambria Math" panose="02040503050406030204" pitchFamily="18" charset="0"/>
                          </a:rPr>
                          <m:t>𝑹</m:t>
                        </m:r>
                      </m:sub>
                    </m:sSub>
                    <m:r>
                      <a:rPr lang="en-US" altLang="zh-CN" b="1" i="1" smtClean="0">
                        <a:latin typeface="Cambria Math" panose="02040503050406030204" pitchFamily="18" charset="0"/>
                      </a:rPr>
                      <m:t>=</m:t>
                    </m:r>
                    <m:r>
                      <a:rPr lang="en-US" altLang="zh-CN" b="1" i="1" smtClean="0">
                        <a:latin typeface="Cambria Math" panose="02040503050406030204" pitchFamily="18" charset="0"/>
                      </a:rPr>
                      <m:t>𝟒</m:t>
                    </m:r>
                    <m:r>
                      <a:rPr lang="zh-CN" altLang="en-US" b="1" i="1">
                        <a:latin typeface="Cambria Math" panose="02040503050406030204" pitchFamily="18" charset="0"/>
                      </a:rPr>
                      <m:t>。</m:t>
                    </m:r>
                  </m:oMath>
                </a14:m>
                <a:endParaRPr lang="en-US" altLang="zh-CN" b="1" dirty="0"/>
              </a:p>
            </p:txBody>
          </p:sp>
        </mc:Choice>
        <mc:Fallback xmlns="">
          <p:sp>
            <p:nvSpPr>
              <p:cNvPr id="31" name="íşlïḍè">
                <a:extLst>
                  <a:ext uri="{FF2B5EF4-FFF2-40B4-BE49-F238E27FC236}">
                    <a16:creationId xmlns:a16="http://schemas.microsoft.com/office/drawing/2014/main" id="{534EE850-C207-4BCA-A31E-771A47DA9033}"/>
                  </a:ext>
                </a:extLst>
              </p:cNvPr>
              <p:cNvSpPr txBox="1">
                <a:spLocks noRot="1" noChangeAspect="1" noMove="1" noResize="1" noEditPoints="1" noAdjustHandles="1" noChangeArrowheads="1" noChangeShapeType="1" noTextEdit="1"/>
              </p:cNvSpPr>
              <p:nvPr/>
            </p:nvSpPr>
            <p:spPr>
              <a:xfrm>
                <a:off x="2993250" y="3724968"/>
                <a:ext cx="6218660" cy="311297"/>
              </a:xfrm>
              <a:prstGeom prst="rect">
                <a:avLst/>
              </a:prstGeom>
              <a:blipFill>
                <a:blip r:embed="rId10"/>
                <a:stretch>
                  <a:fillRect l="-784" t="-17647" b="-43137"/>
                </a:stretch>
              </a:blipFill>
            </p:spPr>
            <p:txBody>
              <a:bodyPr/>
              <a:lstStyle/>
              <a:p>
                <a:r>
                  <a:rPr lang="zh-CN" altLang="en-US">
                    <a:noFill/>
                  </a:rPr>
                  <a:t> </a:t>
                </a:r>
              </a:p>
            </p:txBody>
          </p:sp>
        </mc:Fallback>
      </mc:AlternateContent>
      <mc:AlternateContent xmlns:mc="http://schemas.openxmlformats.org/markup-compatibility/2006" xmlns:a14="http://schemas.microsoft.com/office/drawing/2010/main">
        <mc:Choice Requires="a14">
          <p:sp>
            <p:nvSpPr>
              <p:cNvPr id="32" name="íşlïḍè">
                <a:extLst>
                  <a:ext uri="{FF2B5EF4-FFF2-40B4-BE49-F238E27FC236}">
                    <a16:creationId xmlns:a16="http://schemas.microsoft.com/office/drawing/2014/main" id="{FBFA56FC-F0C2-4492-AE42-88A025F625E8}"/>
                  </a:ext>
                </a:extLst>
              </p:cNvPr>
              <p:cNvSpPr txBox="1"/>
              <p:nvPr/>
            </p:nvSpPr>
            <p:spPr>
              <a:xfrm>
                <a:off x="2993250" y="4183741"/>
                <a:ext cx="6218660" cy="311297"/>
              </a:xfrm>
              <a:prstGeom prst="rect">
                <a:avLst/>
              </a:prstGeom>
              <a:noFill/>
            </p:spPr>
            <p:txBody>
              <a:bodyPr wrap="square" lIns="91440" tIns="45720" rIns="91440" bIns="45720" anchor="ctr">
                <a:noAutofit/>
              </a:bodyPr>
              <a:lstStyle/>
              <a:p>
                <a:r>
                  <a:rPr lang="zh-CN" altLang="en-US" b="1" dirty="0">
                    <a:solidFill>
                      <a:schemeClr val="accent3"/>
                    </a:solidFill>
                  </a:rPr>
                  <a:t>发送窗口</a:t>
                </a:r>
                <a14:m>
                  <m:oMath xmlns:m="http://schemas.openxmlformats.org/officeDocument/2006/math">
                    <m:sSub>
                      <m:sSubPr>
                        <m:ctrlPr>
                          <a:rPr lang="en-US" altLang="zh-CN" b="1" i="1" smtClean="0">
                            <a:solidFill>
                              <a:schemeClr val="accent3"/>
                            </a:solidFill>
                            <a:latin typeface="Cambria Math" panose="02040503050406030204" pitchFamily="18" charset="0"/>
                          </a:rPr>
                        </m:ctrlPr>
                      </m:sSubPr>
                      <m:e>
                        <m:r>
                          <a:rPr lang="en-US" altLang="zh-CN" b="1" i="1" smtClean="0">
                            <a:solidFill>
                              <a:schemeClr val="accent3"/>
                            </a:solidFill>
                            <a:latin typeface="Cambria Math" panose="02040503050406030204" pitchFamily="18" charset="0"/>
                          </a:rPr>
                          <m:t>𝑾</m:t>
                        </m:r>
                      </m:e>
                      <m:sub>
                        <m:r>
                          <a:rPr lang="en-US" altLang="zh-CN" b="1" i="1" smtClean="0">
                            <a:solidFill>
                              <a:schemeClr val="accent3"/>
                            </a:solidFill>
                            <a:latin typeface="Cambria Math" panose="02040503050406030204" pitchFamily="18" charset="0"/>
                          </a:rPr>
                          <m:t>𝑻</m:t>
                        </m:r>
                      </m:sub>
                    </m:sSub>
                  </m:oMath>
                </a14:m>
                <a:r>
                  <a:rPr lang="zh-CN" altLang="en-US" b="1" dirty="0"/>
                  <a:t>能取到的最大值也为</a:t>
                </a:r>
                <a14:m>
                  <m:oMath xmlns:m="http://schemas.openxmlformats.org/officeDocument/2006/math">
                    <m:sSup>
                      <m:sSupPr>
                        <m:ctrlPr>
                          <a:rPr lang="en-US" altLang="zh-CN" b="1" i="1" smtClean="0">
                            <a:latin typeface="Cambria Math" panose="02040503050406030204" pitchFamily="18" charset="0"/>
                          </a:rPr>
                        </m:ctrlPr>
                      </m:sSupPr>
                      <m:e>
                        <m:r>
                          <a:rPr lang="en-US" altLang="zh-CN" b="1" i="1" smtClean="0">
                            <a:latin typeface="Cambria Math" panose="02040503050406030204" pitchFamily="18" charset="0"/>
                          </a:rPr>
                          <m:t>𝟐</m:t>
                        </m:r>
                      </m:e>
                      <m:sup>
                        <m:r>
                          <a:rPr lang="en-US" altLang="zh-CN" b="1" i="1" smtClean="0">
                            <a:latin typeface="Cambria Math" panose="02040503050406030204" pitchFamily="18" charset="0"/>
                          </a:rPr>
                          <m:t>(</m:t>
                        </m:r>
                        <m:r>
                          <a:rPr lang="en-US" altLang="zh-CN" b="1" i="1" smtClean="0">
                            <a:latin typeface="Cambria Math" panose="02040503050406030204" pitchFamily="18" charset="0"/>
                          </a:rPr>
                          <m:t>𝟑</m:t>
                        </m:r>
                        <m:r>
                          <a:rPr lang="en-US" altLang="zh-CN" b="1" i="1" smtClean="0">
                            <a:latin typeface="Cambria Math" panose="02040503050406030204" pitchFamily="18" charset="0"/>
                          </a:rPr>
                          <m:t>−</m:t>
                        </m:r>
                        <m:r>
                          <a:rPr lang="en-US" altLang="zh-CN" b="1" i="1" smtClean="0">
                            <a:latin typeface="Cambria Math" panose="02040503050406030204" pitchFamily="18" charset="0"/>
                          </a:rPr>
                          <m:t>𝟏</m:t>
                        </m:r>
                        <m:r>
                          <a:rPr lang="en-US" altLang="zh-CN" b="1" i="1" smtClean="0">
                            <a:latin typeface="Cambria Math" panose="02040503050406030204" pitchFamily="18" charset="0"/>
                          </a:rPr>
                          <m:t>)</m:t>
                        </m:r>
                      </m:sup>
                    </m:sSup>
                  </m:oMath>
                </a14:m>
                <a:r>
                  <a:rPr lang="zh-CN" altLang="en-US" b="1" dirty="0"/>
                  <a:t>，即</a:t>
                </a:r>
                <a14:m>
                  <m:oMath xmlns:m="http://schemas.openxmlformats.org/officeDocument/2006/math">
                    <m:sSub>
                      <m:sSubPr>
                        <m:ctrlPr>
                          <a:rPr lang="en-US" altLang="zh-CN" b="1" i="1" smtClean="0">
                            <a:latin typeface="Cambria Math" panose="02040503050406030204" pitchFamily="18" charset="0"/>
                          </a:rPr>
                        </m:ctrlPr>
                      </m:sSubPr>
                      <m:e>
                        <m:r>
                          <a:rPr lang="en-US" altLang="zh-CN" b="1" i="1" smtClean="0">
                            <a:latin typeface="Cambria Math" panose="02040503050406030204" pitchFamily="18" charset="0"/>
                          </a:rPr>
                          <m:t>𝑾</m:t>
                        </m:r>
                      </m:e>
                      <m:sub>
                        <m:r>
                          <a:rPr lang="en-US" altLang="zh-CN" b="1" i="1" smtClean="0">
                            <a:latin typeface="Cambria Math" panose="02040503050406030204" pitchFamily="18" charset="0"/>
                          </a:rPr>
                          <m:t>𝑻</m:t>
                        </m:r>
                      </m:sub>
                    </m:sSub>
                    <m:r>
                      <a:rPr lang="en-US" altLang="zh-CN" b="1" i="1" smtClean="0">
                        <a:latin typeface="Cambria Math" panose="02040503050406030204" pitchFamily="18" charset="0"/>
                      </a:rPr>
                      <m:t>=</m:t>
                    </m:r>
                    <m:r>
                      <a:rPr lang="en-US" altLang="zh-CN" b="1" i="1" smtClean="0">
                        <a:latin typeface="Cambria Math" panose="02040503050406030204" pitchFamily="18" charset="0"/>
                      </a:rPr>
                      <m:t>𝟒</m:t>
                    </m:r>
                    <m:r>
                      <a:rPr lang="zh-CN" altLang="en-US" b="1" i="1">
                        <a:latin typeface="Cambria Math" panose="02040503050406030204" pitchFamily="18" charset="0"/>
                      </a:rPr>
                      <m:t>。</m:t>
                    </m:r>
                  </m:oMath>
                </a14:m>
                <a:endParaRPr lang="en-US" altLang="zh-CN" b="1" dirty="0"/>
              </a:p>
            </p:txBody>
          </p:sp>
        </mc:Choice>
        <mc:Fallback xmlns="">
          <p:sp>
            <p:nvSpPr>
              <p:cNvPr id="32" name="íşlïḍè">
                <a:extLst>
                  <a:ext uri="{FF2B5EF4-FFF2-40B4-BE49-F238E27FC236}">
                    <a16:creationId xmlns:a16="http://schemas.microsoft.com/office/drawing/2014/main" id="{FBFA56FC-F0C2-4492-AE42-88A025F625E8}"/>
                  </a:ext>
                </a:extLst>
              </p:cNvPr>
              <p:cNvSpPr txBox="1">
                <a:spLocks noRot="1" noChangeAspect="1" noMove="1" noResize="1" noEditPoints="1" noAdjustHandles="1" noChangeArrowheads="1" noChangeShapeType="1" noTextEdit="1"/>
              </p:cNvSpPr>
              <p:nvPr/>
            </p:nvSpPr>
            <p:spPr>
              <a:xfrm>
                <a:off x="2993250" y="4183741"/>
                <a:ext cx="6218660" cy="311297"/>
              </a:xfrm>
              <a:prstGeom prst="rect">
                <a:avLst/>
              </a:prstGeom>
              <a:blipFill>
                <a:blip r:embed="rId11"/>
                <a:stretch>
                  <a:fillRect l="-784" t="-17647" b="-43137"/>
                </a:stretch>
              </a:blipFill>
            </p:spPr>
            <p:txBody>
              <a:bodyPr/>
              <a:lstStyle/>
              <a:p>
                <a:r>
                  <a:rPr lang="zh-CN" altLang="en-US">
                    <a:noFill/>
                  </a:rPr>
                  <a:t> </a:t>
                </a:r>
              </a:p>
            </p:txBody>
          </p:sp>
        </mc:Fallback>
      </mc:AlternateContent>
      <p:sp>
        <p:nvSpPr>
          <p:cNvPr id="58" name="矩形 57">
            <a:extLst>
              <a:ext uri="{FF2B5EF4-FFF2-40B4-BE49-F238E27FC236}">
                <a16:creationId xmlns:a16="http://schemas.microsoft.com/office/drawing/2014/main" id="{B824E139-38BD-4C94-89BD-7C907264EBAA}"/>
              </a:ext>
            </a:extLst>
          </p:cNvPr>
          <p:cNvSpPr/>
          <p:nvPr/>
        </p:nvSpPr>
        <p:spPr>
          <a:xfrm>
            <a:off x="2300222" y="5553748"/>
            <a:ext cx="3023739" cy="374399"/>
          </a:xfrm>
          <a:prstGeom prst="rect">
            <a:avLst/>
          </a:prstGeom>
          <a:solidFill>
            <a:schemeClr val="accent3">
              <a:alpha val="74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35" name="矩形 34">
            <a:extLst>
              <a:ext uri="{FF2B5EF4-FFF2-40B4-BE49-F238E27FC236}">
                <a16:creationId xmlns:a16="http://schemas.microsoft.com/office/drawing/2014/main" id="{6C9644DF-EA3E-480D-BF5B-8F6A670B2F66}"/>
              </a:ext>
            </a:extLst>
          </p:cNvPr>
          <p:cNvSpPr/>
          <p:nvPr/>
        </p:nvSpPr>
        <p:spPr>
          <a:xfrm>
            <a:off x="3065684" y="1822386"/>
            <a:ext cx="2258278" cy="369332"/>
          </a:xfrm>
          <a:prstGeom prst="rect">
            <a:avLst/>
          </a:prstGeom>
          <a:solidFill>
            <a:schemeClr val="accent4">
              <a:alpha val="74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41" name="checked_153603">
            <a:extLst>
              <a:ext uri="{FF2B5EF4-FFF2-40B4-BE49-F238E27FC236}">
                <a16:creationId xmlns:a16="http://schemas.microsoft.com/office/drawing/2014/main" id="{C2626C1D-9AB5-42EC-8DE8-0AE5E1CE99B1}"/>
              </a:ext>
            </a:extLst>
          </p:cNvPr>
          <p:cNvSpPr/>
          <p:nvPr/>
        </p:nvSpPr>
        <p:spPr>
          <a:xfrm>
            <a:off x="3501803" y="5652776"/>
            <a:ext cx="283266" cy="237538"/>
          </a:xfrm>
          <a:custGeom>
            <a:avLst/>
            <a:gdLst>
              <a:gd name="T0" fmla="*/ 1351 w 4419"/>
              <a:gd name="T1" fmla="*/ 3653 h 3712"/>
              <a:gd name="T2" fmla="*/ 1493 w 4419"/>
              <a:gd name="T3" fmla="*/ 3712 h 3712"/>
              <a:gd name="T4" fmla="*/ 1634 w 4419"/>
              <a:gd name="T5" fmla="*/ 3653 h 3712"/>
              <a:gd name="T6" fmla="*/ 4361 w 4419"/>
              <a:gd name="T7" fmla="*/ 927 h 3712"/>
              <a:gd name="T8" fmla="*/ 4419 w 4419"/>
              <a:gd name="T9" fmla="*/ 785 h 3712"/>
              <a:gd name="T10" fmla="*/ 4361 w 4419"/>
              <a:gd name="T11" fmla="*/ 644 h 3712"/>
              <a:gd name="T12" fmla="*/ 3795 w 4419"/>
              <a:gd name="T13" fmla="*/ 78 h 3712"/>
              <a:gd name="T14" fmla="*/ 3512 w 4419"/>
              <a:gd name="T15" fmla="*/ 78 h 3712"/>
              <a:gd name="T16" fmla="*/ 1493 w 4419"/>
              <a:gd name="T17" fmla="*/ 2098 h 3712"/>
              <a:gd name="T18" fmla="*/ 927 w 4419"/>
              <a:gd name="T19" fmla="*/ 1532 h 3712"/>
              <a:gd name="T20" fmla="*/ 786 w 4419"/>
              <a:gd name="T21" fmla="*/ 1473 h 3712"/>
              <a:gd name="T22" fmla="*/ 644 w 4419"/>
              <a:gd name="T23" fmla="*/ 1532 h 3712"/>
              <a:gd name="T24" fmla="*/ 79 w 4419"/>
              <a:gd name="T25" fmla="*/ 2098 h 3712"/>
              <a:gd name="T26" fmla="*/ 79 w 4419"/>
              <a:gd name="T27" fmla="*/ 2380 h 3712"/>
              <a:gd name="T28" fmla="*/ 1351 w 4419"/>
              <a:gd name="T29" fmla="*/ 3653 h 37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4419" h="3712">
                <a:moveTo>
                  <a:pt x="1351" y="3653"/>
                </a:moveTo>
                <a:cubicBezTo>
                  <a:pt x="1389" y="3691"/>
                  <a:pt x="1440" y="3712"/>
                  <a:pt x="1493" y="3712"/>
                </a:cubicBezTo>
                <a:cubicBezTo>
                  <a:pt x="1546" y="3712"/>
                  <a:pt x="1597" y="3691"/>
                  <a:pt x="1634" y="3653"/>
                </a:cubicBezTo>
                <a:lnTo>
                  <a:pt x="4361" y="927"/>
                </a:lnTo>
                <a:cubicBezTo>
                  <a:pt x="4398" y="889"/>
                  <a:pt x="4419" y="838"/>
                  <a:pt x="4419" y="785"/>
                </a:cubicBezTo>
                <a:cubicBezTo>
                  <a:pt x="4419" y="732"/>
                  <a:pt x="4398" y="681"/>
                  <a:pt x="4361" y="644"/>
                </a:cubicBezTo>
                <a:lnTo>
                  <a:pt x="3795" y="78"/>
                </a:lnTo>
                <a:cubicBezTo>
                  <a:pt x="3717" y="0"/>
                  <a:pt x="3590" y="0"/>
                  <a:pt x="3512" y="78"/>
                </a:cubicBezTo>
                <a:lnTo>
                  <a:pt x="1493" y="2098"/>
                </a:lnTo>
                <a:lnTo>
                  <a:pt x="927" y="1532"/>
                </a:lnTo>
                <a:cubicBezTo>
                  <a:pt x="890" y="1494"/>
                  <a:pt x="839" y="1473"/>
                  <a:pt x="786" y="1473"/>
                </a:cubicBezTo>
                <a:cubicBezTo>
                  <a:pt x="733" y="1473"/>
                  <a:pt x="682" y="1494"/>
                  <a:pt x="644" y="1532"/>
                </a:cubicBezTo>
                <a:lnTo>
                  <a:pt x="79" y="2098"/>
                </a:lnTo>
                <a:cubicBezTo>
                  <a:pt x="0" y="2176"/>
                  <a:pt x="0" y="2302"/>
                  <a:pt x="79" y="2380"/>
                </a:cubicBezTo>
                <a:lnTo>
                  <a:pt x="1351" y="3653"/>
                </a:lnTo>
                <a:close/>
              </a:path>
            </a:pathLst>
          </a:cu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2" name="checked_153603">
            <a:extLst>
              <a:ext uri="{FF2B5EF4-FFF2-40B4-BE49-F238E27FC236}">
                <a16:creationId xmlns:a16="http://schemas.microsoft.com/office/drawing/2014/main" id="{B46D509C-F6F7-4C4A-A9CE-B53BED602183}"/>
              </a:ext>
            </a:extLst>
          </p:cNvPr>
          <p:cNvSpPr/>
          <p:nvPr/>
        </p:nvSpPr>
        <p:spPr>
          <a:xfrm>
            <a:off x="4271249" y="5654587"/>
            <a:ext cx="283266" cy="237538"/>
          </a:xfrm>
          <a:custGeom>
            <a:avLst/>
            <a:gdLst>
              <a:gd name="T0" fmla="*/ 1351 w 4419"/>
              <a:gd name="T1" fmla="*/ 3653 h 3712"/>
              <a:gd name="T2" fmla="*/ 1493 w 4419"/>
              <a:gd name="T3" fmla="*/ 3712 h 3712"/>
              <a:gd name="T4" fmla="*/ 1634 w 4419"/>
              <a:gd name="T5" fmla="*/ 3653 h 3712"/>
              <a:gd name="T6" fmla="*/ 4361 w 4419"/>
              <a:gd name="T7" fmla="*/ 927 h 3712"/>
              <a:gd name="T8" fmla="*/ 4419 w 4419"/>
              <a:gd name="T9" fmla="*/ 785 h 3712"/>
              <a:gd name="T10" fmla="*/ 4361 w 4419"/>
              <a:gd name="T11" fmla="*/ 644 h 3712"/>
              <a:gd name="T12" fmla="*/ 3795 w 4419"/>
              <a:gd name="T13" fmla="*/ 78 h 3712"/>
              <a:gd name="T14" fmla="*/ 3512 w 4419"/>
              <a:gd name="T15" fmla="*/ 78 h 3712"/>
              <a:gd name="T16" fmla="*/ 1493 w 4419"/>
              <a:gd name="T17" fmla="*/ 2098 h 3712"/>
              <a:gd name="T18" fmla="*/ 927 w 4419"/>
              <a:gd name="T19" fmla="*/ 1532 h 3712"/>
              <a:gd name="T20" fmla="*/ 786 w 4419"/>
              <a:gd name="T21" fmla="*/ 1473 h 3712"/>
              <a:gd name="T22" fmla="*/ 644 w 4419"/>
              <a:gd name="T23" fmla="*/ 1532 h 3712"/>
              <a:gd name="T24" fmla="*/ 79 w 4419"/>
              <a:gd name="T25" fmla="*/ 2098 h 3712"/>
              <a:gd name="T26" fmla="*/ 79 w 4419"/>
              <a:gd name="T27" fmla="*/ 2380 h 3712"/>
              <a:gd name="T28" fmla="*/ 1351 w 4419"/>
              <a:gd name="T29" fmla="*/ 3653 h 37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4419" h="3712">
                <a:moveTo>
                  <a:pt x="1351" y="3653"/>
                </a:moveTo>
                <a:cubicBezTo>
                  <a:pt x="1389" y="3691"/>
                  <a:pt x="1440" y="3712"/>
                  <a:pt x="1493" y="3712"/>
                </a:cubicBezTo>
                <a:cubicBezTo>
                  <a:pt x="1546" y="3712"/>
                  <a:pt x="1597" y="3691"/>
                  <a:pt x="1634" y="3653"/>
                </a:cubicBezTo>
                <a:lnTo>
                  <a:pt x="4361" y="927"/>
                </a:lnTo>
                <a:cubicBezTo>
                  <a:pt x="4398" y="889"/>
                  <a:pt x="4419" y="838"/>
                  <a:pt x="4419" y="785"/>
                </a:cubicBezTo>
                <a:cubicBezTo>
                  <a:pt x="4419" y="732"/>
                  <a:pt x="4398" y="681"/>
                  <a:pt x="4361" y="644"/>
                </a:cubicBezTo>
                <a:lnTo>
                  <a:pt x="3795" y="78"/>
                </a:lnTo>
                <a:cubicBezTo>
                  <a:pt x="3717" y="0"/>
                  <a:pt x="3590" y="0"/>
                  <a:pt x="3512" y="78"/>
                </a:cubicBezTo>
                <a:lnTo>
                  <a:pt x="1493" y="2098"/>
                </a:lnTo>
                <a:lnTo>
                  <a:pt x="927" y="1532"/>
                </a:lnTo>
                <a:cubicBezTo>
                  <a:pt x="890" y="1494"/>
                  <a:pt x="839" y="1473"/>
                  <a:pt x="786" y="1473"/>
                </a:cubicBezTo>
                <a:cubicBezTo>
                  <a:pt x="733" y="1473"/>
                  <a:pt x="682" y="1494"/>
                  <a:pt x="644" y="1532"/>
                </a:cubicBezTo>
                <a:lnTo>
                  <a:pt x="79" y="2098"/>
                </a:lnTo>
                <a:cubicBezTo>
                  <a:pt x="0" y="2176"/>
                  <a:pt x="0" y="2302"/>
                  <a:pt x="79" y="2380"/>
                </a:cubicBezTo>
                <a:lnTo>
                  <a:pt x="1351" y="3653"/>
                </a:lnTo>
                <a:close/>
              </a:path>
            </a:pathLst>
          </a:cu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3" name="checked_153603">
            <a:extLst>
              <a:ext uri="{FF2B5EF4-FFF2-40B4-BE49-F238E27FC236}">
                <a16:creationId xmlns:a16="http://schemas.microsoft.com/office/drawing/2014/main" id="{E02A4F12-DEC5-49BA-8BD4-C24DE66A1BC0}"/>
              </a:ext>
            </a:extLst>
          </p:cNvPr>
          <p:cNvSpPr/>
          <p:nvPr/>
        </p:nvSpPr>
        <p:spPr>
          <a:xfrm>
            <a:off x="5042974" y="5652776"/>
            <a:ext cx="283266" cy="237538"/>
          </a:xfrm>
          <a:custGeom>
            <a:avLst/>
            <a:gdLst>
              <a:gd name="T0" fmla="*/ 1351 w 4419"/>
              <a:gd name="T1" fmla="*/ 3653 h 3712"/>
              <a:gd name="T2" fmla="*/ 1493 w 4419"/>
              <a:gd name="T3" fmla="*/ 3712 h 3712"/>
              <a:gd name="T4" fmla="*/ 1634 w 4419"/>
              <a:gd name="T5" fmla="*/ 3653 h 3712"/>
              <a:gd name="T6" fmla="*/ 4361 w 4419"/>
              <a:gd name="T7" fmla="*/ 927 h 3712"/>
              <a:gd name="T8" fmla="*/ 4419 w 4419"/>
              <a:gd name="T9" fmla="*/ 785 h 3712"/>
              <a:gd name="T10" fmla="*/ 4361 w 4419"/>
              <a:gd name="T11" fmla="*/ 644 h 3712"/>
              <a:gd name="T12" fmla="*/ 3795 w 4419"/>
              <a:gd name="T13" fmla="*/ 78 h 3712"/>
              <a:gd name="T14" fmla="*/ 3512 w 4419"/>
              <a:gd name="T15" fmla="*/ 78 h 3712"/>
              <a:gd name="T16" fmla="*/ 1493 w 4419"/>
              <a:gd name="T17" fmla="*/ 2098 h 3712"/>
              <a:gd name="T18" fmla="*/ 927 w 4419"/>
              <a:gd name="T19" fmla="*/ 1532 h 3712"/>
              <a:gd name="T20" fmla="*/ 786 w 4419"/>
              <a:gd name="T21" fmla="*/ 1473 h 3712"/>
              <a:gd name="T22" fmla="*/ 644 w 4419"/>
              <a:gd name="T23" fmla="*/ 1532 h 3712"/>
              <a:gd name="T24" fmla="*/ 79 w 4419"/>
              <a:gd name="T25" fmla="*/ 2098 h 3712"/>
              <a:gd name="T26" fmla="*/ 79 w 4419"/>
              <a:gd name="T27" fmla="*/ 2380 h 3712"/>
              <a:gd name="T28" fmla="*/ 1351 w 4419"/>
              <a:gd name="T29" fmla="*/ 3653 h 37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4419" h="3712">
                <a:moveTo>
                  <a:pt x="1351" y="3653"/>
                </a:moveTo>
                <a:cubicBezTo>
                  <a:pt x="1389" y="3691"/>
                  <a:pt x="1440" y="3712"/>
                  <a:pt x="1493" y="3712"/>
                </a:cubicBezTo>
                <a:cubicBezTo>
                  <a:pt x="1546" y="3712"/>
                  <a:pt x="1597" y="3691"/>
                  <a:pt x="1634" y="3653"/>
                </a:cubicBezTo>
                <a:lnTo>
                  <a:pt x="4361" y="927"/>
                </a:lnTo>
                <a:cubicBezTo>
                  <a:pt x="4398" y="889"/>
                  <a:pt x="4419" y="838"/>
                  <a:pt x="4419" y="785"/>
                </a:cubicBezTo>
                <a:cubicBezTo>
                  <a:pt x="4419" y="732"/>
                  <a:pt x="4398" y="681"/>
                  <a:pt x="4361" y="644"/>
                </a:cubicBezTo>
                <a:lnTo>
                  <a:pt x="3795" y="78"/>
                </a:lnTo>
                <a:cubicBezTo>
                  <a:pt x="3717" y="0"/>
                  <a:pt x="3590" y="0"/>
                  <a:pt x="3512" y="78"/>
                </a:cubicBezTo>
                <a:lnTo>
                  <a:pt x="1493" y="2098"/>
                </a:lnTo>
                <a:lnTo>
                  <a:pt x="927" y="1532"/>
                </a:lnTo>
                <a:cubicBezTo>
                  <a:pt x="890" y="1494"/>
                  <a:pt x="839" y="1473"/>
                  <a:pt x="786" y="1473"/>
                </a:cubicBezTo>
                <a:cubicBezTo>
                  <a:pt x="733" y="1473"/>
                  <a:pt x="682" y="1494"/>
                  <a:pt x="644" y="1532"/>
                </a:cubicBezTo>
                <a:lnTo>
                  <a:pt x="79" y="2098"/>
                </a:lnTo>
                <a:cubicBezTo>
                  <a:pt x="0" y="2176"/>
                  <a:pt x="0" y="2302"/>
                  <a:pt x="79" y="2380"/>
                </a:cubicBezTo>
                <a:lnTo>
                  <a:pt x="1351" y="3653"/>
                </a:lnTo>
                <a:close/>
              </a:path>
            </a:pathLst>
          </a:cu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51" name="矩形 50">
            <a:extLst>
              <a:ext uri="{FF2B5EF4-FFF2-40B4-BE49-F238E27FC236}">
                <a16:creationId xmlns:a16="http://schemas.microsoft.com/office/drawing/2014/main" id="{2865E612-9186-4B3E-BE48-C4C5C36160E6}"/>
              </a:ext>
            </a:extLst>
          </p:cNvPr>
          <p:cNvSpPr/>
          <p:nvPr/>
        </p:nvSpPr>
        <p:spPr>
          <a:xfrm>
            <a:off x="2307054" y="5563124"/>
            <a:ext cx="739454" cy="374399"/>
          </a:xfrm>
          <a:prstGeom prst="rect">
            <a:avLst/>
          </a:prstGeom>
          <a:solidFill>
            <a:schemeClr val="accent1">
              <a:lumMod val="75000"/>
              <a:alpha val="44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37" name="矩形 36">
            <a:extLst>
              <a:ext uri="{FF2B5EF4-FFF2-40B4-BE49-F238E27FC236}">
                <a16:creationId xmlns:a16="http://schemas.microsoft.com/office/drawing/2014/main" id="{8435FFCF-BFB0-4459-B5EB-B736E8D6438E}"/>
              </a:ext>
            </a:extLst>
          </p:cNvPr>
          <p:cNvSpPr/>
          <p:nvPr/>
        </p:nvSpPr>
        <p:spPr>
          <a:xfrm>
            <a:off x="2302910" y="1818200"/>
            <a:ext cx="765067" cy="389284"/>
          </a:xfrm>
          <a:prstGeom prst="rect">
            <a:avLst/>
          </a:prstGeom>
          <a:solidFill>
            <a:schemeClr val="accent4">
              <a:alpha val="74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48" name="矩形 47">
            <a:extLst>
              <a:ext uri="{FF2B5EF4-FFF2-40B4-BE49-F238E27FC236}">
                <a16:creationId xmlns:a16="http://schemas.microsoft.com/office/drawing/2014/main" id="{C88034C5-F47A-4E90-A5AC-A3DFF4691703}"/>
              </a:ext>
            </a:extLst>
          </p:cNvPr>
          <p:cNvSpPr/>
          <p:nvPr/>
        </p:nvSpPr>
        <p:spPr>
          <a:xfrm>
            <a:off x="456665" y="2314828"/>
            <a:ext cx="708432" cy="270283"/>
          </a:xfrm>
          <a:prstGeom prst="rect">
            <a:avLst/>
          </a:prstGeom>
          <a:solidFill>
            <a:schemeClr val="accent4"/>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46800" rIns="46800" rtlCol="0" anchor="ctr"/>
          <a:lstStyle/>
          <a:p>
            <a:pPr algn="ctr"/>
            <a:r>
              <a:rPr lang="en-US" altLang="zh-CN" b="1" dirty="0"/>
              <a:t>ACK0</a:t>
            </a:r>
            <a:endParaRPr lang="zh-CN" altLang="en-US" b="1" dirty="0"/>
          </a:p>
        </p:txBody>
      </p:sp>
      <p:sp>
        <p:nvSpPr>
          <p:cNvPr id="36" name="平行四边形 35">
            <a:extLst>
              <a:ext uri="{FF2B5EF4-FFF2-40B4-BE49-F238E27FC236}">
                <a16:creationId xmlns:a16="http://schemas.microsoft.com/office/drawing/2014/main" id="{11F03D53-2B4E-FBB7-AED3-5FA812D21695}"/>
              </a:ext>
            </a:extLst>
          </p:cNvPr>
          <p:cNvSpPr/>
          <p:nvPr/>
        </p:nvSpPr>
        <p:spPr>
          <a:xfrm>
            <a:off x="304800" y="749300"/>
            <a:ext cx="675384" cy="387090"/>
          </a:xfrm>
          <a:prstGeom prst="parallelogram">
            <a:avLst/>
          </a:prstGeom>
          <a:solidFill>
            <a:schemeClr val="accent3">
              <a:lumMod val="75000"/>
            </a:schemeClr>
          </a:solidFill>
          <a:ln>
            <a:solidFill>
              <a:schemeClr val="accent3">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CN" sz="2200" dirty="0">
                <a:latin typeface="Impact" panose="020B0806030902050204" pitchFamily="34" charset="0"/>
              </a:rPr>
              <a:t>05</a:t>
            </a:r>
            <a:endParaRPr lang="zh-CN" altLang="en-US" sz="2200" dirty="0">
              <a:latin typeface="Impact" panose="020B0806030902050204" pitchFamily="34" charset="0"/>
            </a:endParaRPr>
          </a:p>
        </p:txBody>
      </p:sp>
    </p:spTree>
    <p:custDataLst>
      <p:tags r:id="rId1"/>
    </p:custDataLst>
    <p:extLst>
      <p:ext uri="{BB962C8B-B14F-4D97-AF65-F5344CB8AC3E}">
        <p14:creationId xmlns:p14="http://schemas.microsoft.com/office/powerpoint/2010/main" val="2121302812"/>
      </p:ext>
    </p:extLst>
  </p:cSld>
  <p:clrMapOvr>
    <a:masterClrMapping/>
  </p:clrMapOvr>
  <mc:AlternateContent xmlns:mc="http://schemas.openxmlformats.org/markup-compatibility/2006" xmlns:p159="http://schemas.microsoft.com/office/powerpoint/2015/09/main">
    <mc:Choice Requires="p159">
      <p:transition xmlns:p14="http://schemas.microsoft.com/office/powerpoint/2010/main" spd="slow" p14:dur="2000">
        <p159:morph option="byObject"/>
      </p:transition>
    </mc:Choice>
    <mc:Fallback xmlns="">
      <p:transition spd="slow">
        <p:fade/>
      </p:transition>
    </mc:Fallback>
  </mc:AlternateContent>
</p:sld>
</file>

<file path=ppt/slides/slide20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45" name="组合 44">
            <a:extLst>
              <a:ext uri="{FF2B5EF4-FFF2-40B4-BE49-F238E27FC236}">
                <a16:creationId xmlns:a16="http://schemas.microsoft.com/office/drawing/2014/main" id="{F5FCA282-8954-464E-9962-8DEC0A190612}"/>
              </a:ext>
            </a:extLst>
          </p:cNvPr>
          <p:cNvGrpSpPr/>
          <p:nvPr/>
        </p:nvGrpSpPr>
        <p:grpSpPr>
          <a:xfrm>
            <a:off x="5331272" y="1368773"/>
            <a:ext cx="3025589" cy="910796"/>
            <a:chOff x="2302929" y="5098286"/>
            <a:chExt cx="3025589" cy="910796"/>
          </a:xfrm>
        </p:grpSpPr>
        <p:sp>
          <p:nvSpPr>
            <p:cNvPr id="46" name="矩形 45">
              <a:extLst>
                <a:ext uri="{FF2B5EF4-FFF2-40B4-BE49-F238E27FC236}">
                  <a16:creationId xmlns:a16="http://schemas.microsoft.com/office/drawing/2014/main" id="{471AA480-7085-4D51-B0B4-D68301BF2020}"/>
                </a:ext>
              </a:extLst>
            </p:cNvPr>
            <p:cNvSpPr/>
            <p:nvPr/>
          </p:nvSpPr>
          <p:spPr>
            <a:xfrm>
              <a:off x="2302929" y="5467618"/>
              <a:ext cx="3025589" cy="541464"/>
            </a:xfrm>
            <a:prstGeom prst="rect">
              <a:avLst/>
            </a:prstGeom>
            <a:solidFill>
              <a:schemeClr val="accent4"/>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mc:AlternateContent xmlns:mc="http://schemas.openxmlformats.org/markup-compatibility/2006" xmlns:a14="http://schemas.microsoft.com/office/drawing/2010/main">
          <mc:Choice Requires="a14">
            <p:sp>
              <p:nvSpPr>
                <p:cNvPr id="47" name="文本框 46">
                  <a:extLst>
                    <a:ext uri="{FF2B5EF4-FFF2-40B4-BE49-F238E27FC236}">
                      <a16:creationId xmlns:a16="http://schemas.microsoft.com/office/drawing/2014/main" id="{4DD506B6-2862-4CF6-A3E9-F36AEFD5D21B}"/>
                    </a:ext>
                  </a:extLst>
                </p:cNvPr>
                <p:cNvSpPr txBox="1"/>
                <p:nvPr/>
              </p:nvSpPr>
              <p:spPr>
                <a:xfrm>
                  <a:off x="3277773" y="5098286"/>
                  <a:ext cx="1067217" cy="369332"/>
                </a:xfrm>
                <a:prstGeom prst="rect">
                  <a:avLst/>
                </a:prstGeom>
                <a:noFill/>
              </p:spPr>
              <p:txBody>
                <a:bodyPr wrap="square">
                  <a:spAutoFit/>
                </a:bodyPr>
                <a:lstStyle/>
                <a:p>
                  <a:pPr/>
                  <a14:m>
                    <m:oMathPara xmlns:m="http://schemas.openxmlformats.org/officeDocument/2006/math">
                      <m:oMathParaPr>
                        <m:jc m:val="centerGroup"/>
                      </m:oMathParaPr>
                      <m:oMath xmlns:m="http://schemas.openxmlformats.org/officeDocument/2006/math">
                        <m:sSub>
                          <m:sSubPr>
                            <m:ctrlPr>
                              <a:rPr lang="en-US" altLang="zh-CN" b="1" i="1" smtClean="0">
                                <a:solidFill>
                                  <a:schemeClr val="accent4"/>
                                </a:solidFill>
                                <a:latin typeface="Cambria Math" panose="02040503050406030204" pitchFamily="18" charset="0"/>
                              </a:rPr>
                            </m:ctrlPr>
                          </m:sSubPr>
                          <m:e>
                            <m:r>
                              <a:rPr lang="en-US" altLang="zh-CN" b="1" i="1" smtClean="0">
                                <a:solidFill>
                                  <a:schemeClr val="accent4"/>
                                </a:solidFill>
                                <a:latin typeface="Cambria Math" panose="02040503050406030204" pitchFamily="18" charset="0"/>
                              </a:rPr>
                              <m:t>𝑾</m:t>
                            </m:r>
                          </m:e>
                          <m:sub>
                            <m:r>
                              <a:rPr lang="en-US" altLang="zh-CN" b="1" i="1" smtClean="0">
                                <a:solidFill>
                                  <a:schemeClr val="accent4"/>
                                </a:solidFill>
                                <a:latin typeface="Cambria Math" panose="02040503050406030204" pitchFamily="18" charset="0"/>
                              </a:rPr>
                              <m:t>𝑹</m:t>
                            </m:r>
                          </m:sub>
                        </m:sSub>
                        <m:r>
                          <a:rPr lang="en-US" altLang="zh-CN" b="1" i="1" smtClean="0">
                            <a:solidFill>
                              <a:schemeClr val="accent4"/>
                            </a:solidFill>
                            <a:latin typeface="Cambria Math" panose="02040503050406030204" pitchFamily="18" charset="0"/>
                          </a:rPr>
                          <m:t>=</m:t>
                        </m:r>
                        <m:r>
                          <a:rPr lang="en-US" altLang="zh-CN" b="1" i="1" smtClean="0">
                            <a:solidFill>
                              <a:schemeClr val="accent4"/>
                            </a:solidFill>
                            <a:latin typeface="Cambria Math" panose="02040503050406030204" pitchFamily="18" charset="0"/>
                          </a:rPr>
                          <m:t>𝟒</m:t>
                        </m:r>
                      </m:oMath>
                    </m:oMathPara>
                  </a14:m>
                  <a:endParaRPr lang="zh-CN" altLang="en-US" dirty="0">
                    <a:solidFill>
                      <a:schemeClr val="accent4"/>
                    </a:solidFill>
                  </a:endParaRPr>
                </a:p>
              </p:txBody>
            </p:sp>
          </mc:Choice>
          <mc:Fallback xmlns="">
            <p:sp>
              <p:nvSpPr>
                <p:cNvPr id="47" name="文本框 46">
                  <a:extLst>
                    <a:ext uri="{FF2B5EF4-FFF2-40B4-BE49-F238E27FC236}">
                      <a16:creationId xmlns:a16="http://schemas.microsoft.com/office/drawing/2014/main" id="{4DD506B6-2862-4CF6-A3E9-F36AEFD5D21B}"/>
                    </a:ext>
                  </a:extLst>
                </p:cNvPr>
                <p:cNvSpPr txBox="1">
                  <a:spLocks noRot="1" noChangeAspect="1" noMove="1" noResize="1" noEditPoints="1" noAdjustHandles="1" noChangeArrowheads="1" noChangeShapeType="1" noTextEdit="1"/>
                </p:cNvSpPr>
                <p:nvPr/>
              </p:nvSpPr>
              <p:spPr>
                <a:xfrm>
                  <a:off x="3277773" y="5098286"/>
                  <a:ext cx="1067217" cy="369332"/>
                </a:xfrm>
                <a:prstGeom prst="rect">
                  <a:avLst/>
                </a:prstGeom>
                <a:blipFill>
                  <a:blip r:embed="rId3"/>
                  <a:stretch>
                    <a:fillRect b="-3333"/>
                  </a:stretch>
                </a:blipFill>
              </p:spPr>
              <p:txBody>
                <a:bodyPr/>
                <a:lstStyle/>
                <a:p>
                  <a:r>
                    <a:rPr lang="zh-CN" altLang="en-US">
                      <a:noFill/>
                    </a:rPr>
                    <a:t> </a:t>
                  </a:r>
                </a:p>
              </p:txBody>
            </p:sp>
          </mc:Fallback>
        </mc:AlternateContent>
      </p:grpSp>
      <p:grpSp>
        <p:nvGrpSpPr>
          <p:cNvPr id="5" name="组合 4">
            <a:extLst>
              <a:ext uri="{FF2B5EF4-FFF2-40B4-BE49-F238E27FC236}">
                <a16:creationId xmlns:a16="http://schemas.microsoft.com/office/drawing/2014/main" id="{20EFBF47-A85C-4FD1-BB81-590596419A3D}"/>
              </a:ext>
            </a:extLst>
          </p:cNvPr>
          <p:cNvGrpSpPr/>
          <p:nvPr/>
        </p:nvGrpSpPr>
        <p:grpSpPr>
          <a:xfrm>
            <a:off x="2302929" y="5098286"/>
            <a:ext cx="3025589" cy="910796"/>
            <a:chOff x="2302929" y="5098286"/>
            <a:chExt cx="3025589" cy="910796"/>
          </a:xfrm>
        </p:grpSpPr>
        <p:sp>
          <p:nvSpPr>
            <p:cNvPr id="33" name="矩形 32">
              <a:extLst>
                <a:ext uri="{FF2B5EF4-FFF2-40B4-BE49-F238E27FC236}">
                  <a16:creationId xmlns:a16="http://schemas.microsoft.com/office/drawing/2014/main" id="{3EA6F5A2-1C83-4BE5-9CCD-7CBA9C984323}"/>
                </a:ext>
              </a:extLst>
            </p:cNvPr>
            <p:cNvSpPr/>
            <p:nvPr/>
          </p:nvSpPr>
          <p:spPr>
            <a:xfrm>
              <a:off x="2302929" y="5467618"/>
              <a:ext cx="3025589" cy="541464"/>
            </a:xfrm>
            <a:prstGeom prst="rect">
              <a:avLst/>
            </a:prstGeom>
            <a:solidFill>
              <a:schemeClr val="accent3"/>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mc:AlternateContent xmlns:mc="http://schemas.openxmlformats.org/markup-compatibility/2006" xmlns:a14="http://schemas.microsoft.com/office/drawing/2010/main">
          <mc:Choice Requires="a14">
            <p:sp>
              <p:nvSpPr>
                <p:cNvPr id="34" name="文本框 33">
                  <a:extLst>
                    <a:ext uri="{FF2B5EF4-FFF2-40B4-BE49-F238E27FC236}">
                      <a16:creationId xmlns:a16="http://schemas.microsoft.com/office/drawing/2014/main" id="{8C755A65-DDAE-400F-BD8A-B2EB9981B67D}"/>
                    </a:ext>
                  </a:extLst>
                </p:cNvPr>
                <p:cNvSpPr txBox="1"/>
                <p:nvPr/>
              </p:nvSpPr>
              <p:spPr>
                <a:xfrm>
                  <a:off x="3277773" y="5098286"/>
                  <a:ext cx="1067217" cy="369332"/>
                </a:xfrm>
                <a:prstGeom prst="rect">
                  <a:avLst/>
                </a:prstGeom>
                <a:noFill/>
              </p:spPr>
              <p:txBody>
                <a:bodyPr wrap="square">
                  <a:spAutoFit/>
                </a:bodyPr>
                <a:lstStyle/>
                <a:p>
                  <a:pPr/>
                  <a14:m>
                    <m:oMathPara xmlns:m="http://schemas.openxmlformats.org/officeDocument/2006/math">
                      <m:oMathParaPr>
                        <m:jc m:val="centerGroup"/>
                      </m:oMathParaPr>
                      <m:oMath xmlns:m="http://schemas.openxmlformats.org/officeDocument/2006/math">
                        <m:sSub>
                          <m:sSubPr>
                            <m:ctrlPr>
                              <a:rPr lang="en-US" altLang="zh-CN" b="1" i="1" smtClean="0">
                                <a:solidFill>
                                  <a:schemeClr val="accent3"/>
                                </a:solidFill>
                                <a:latin typeface="Cambria Math" panose="02040503050406030204" pitchFamily="18" charset="0"/>
                              </a:rPr>
                            </m:ctrlPr>
                          </m:sSubPr>
                          <m:e>
                            <m:r>
                              <a:rPr lang="en-US" altLang="zh-CN" b="1" i="1" smtClean="0">
                                <a:solidFill>
                                  <a:schemeClr val="accent3"/>
                                </a:solidFill>
                                <a:latin typeface="Cambria Math" panose="02040503050406030204" pitchFamily="18" charset="0"/>
                              </a:rPr>
                              <m:t>𝑾</m:t>
                            </m:r>
                          </m:e>
                          <m:sub>
                            <m:r>
                              <a:rPr lang="en-US" altLang="zh-CN" b="1" i="1" smtClean="0">
                                <a:solidFill>
                                  <a:schemeClr val="accent3"/>
                                </a:solidFill>
                                <a:latin typeface="Cambria Math" panose="02040503050406030204" pitchFamily="18" charset="0"/>
                              </a:rPr>
                              <m:t>𝑻</m:t>
                            </m:r>
                          </m:sub>
                        </m:sSub>
                        <m:r>
                          <a:rPr lang="en-US" altLang="zh-CN" b="1" i="1" smtClean="0">
                            <a:solidFill>
                              <a:schemeClr val="accent3"/>
                            </a:solidFill>
                            <a:latin typeface="Cambria Math" panose="02040503050406030204" pitchFamily="18" charset="0"/>
                          </a:rPr>
                          <m:t>=</m:t>
                        </m:r>
                        <m:r>
                          <a:rPr lang="en-US" altLang="zh-CN" b="1" i="1" smtClean="0">
                            <a:solidFill>
                              <a:schemeClr val="accent3"/>
                            </a:solidFill>
                            <a:latin typeface="Cambria Math" panose="02040503050406030204" pitchFamily="18" charset="0"/>
                          </a:rPr>
                          <m:t>𝟒</m:t>
                        </m:r>
                      </m:oMath>
                    </m:oMathPara>
                  </a14:m>
                  <a:endParaRPr lang="zh-CN" altLang="en-US" dirty="0">
                    <a:solidFill>
                      <a:schemeClr val="accent3"/>
                    </a:solidFill>
                  </a:endParaRPr>
                </a:p>
              </p:txBody>
            </p:sp>
          </mc:Choice>
          <mc:Fallback xmlns="">
            <p:sp>
              <p:nvSpPr>
                <p:cNvPr id="34" name="文本框 33">
                  <a:extLst>
                    <a:ext uri="{FF2B5EF4-FFF2-40B4-BE49-F238E27FC236}">
                      <a16:creationId xmlns:a16="http://schemas.microsoft.com/office/drawing/2014/main" id="{8C755A65-DDAE-400F-BD8A-B2EB9981B67D}"/>
                    </a:ext>
                  </a:extLst>
                </p:cNvPr>
                <p:cNvSpPr txBox="1">
                  <a:spLocks noRot="1" noChangeAspect="1" noMove="1" noResize="1" noEditPoints="1" noAdjustHandles="1" noChangeArrowheads="1" noChangeShapeType="1" noTextEdit="1"/>
                </p:cNvSpPr>
                <p:nvPr/>
              </p:nvSpPr>
              <p:spPr>
                <a:xfrm>
                  <a:off x="3277773" y="5098286"/>
                  <a:ext cx="1067217" cy="369332"/>
                </a:xfrm>
                <a:prstGeom prst="rect">
                  <a:avLst/>
                </a:prstGeom>
                <a:blipFill>
                  <a:blip r:embed="rId4"/>
                  <a:stretch>
                    <a:fillRect b="-3279"/>
                  </a:stretch>
                </a:blipFill>
              </p:spPr>
              <p:txBody>
                <a:bodyPr/>
                <a:lstStyle/>
                <a:p>
                  <a:r>
                    <a:rPr lang="zh-CN" altLang="en-US">
                      <a:noFill/>
                    </a:rPr>
                    <a:t> </a:t>
                  </a:r>
                </a:p>
              </p:txBody>
            </p:sp>
          </mc:Fallback>
        </mc:AlternateContent>
      </p:grpSp>
      <p:grpSp>
        <p:nvGrpSpPr>
          <p:cNvPr id="4" name="组合 3">
            <a:extLst>
              <a:ext uri="{FF2B5EF4-FFF2-40B4-BE49-F238E27FC236}">
                <a16:creationId xmlns:a16="http://schemas.microsoft.com/office/drawing/2014/main" id="{9A1EA9F2-FCB6-48C3-935F-7AE7E3AD14AC}"/>
              </a:ext>
            </a:extLst>
          </p:cNvPr>
          <p:cNvGrpSpPr/>
          <p:nvPr/>
        </p:nvGrpSpPr>
        <p:grpSpPr>
          <a:xfrm>
            <a:off x="304800" y="749300"/>
            <a:ext cx="6192344" cy="400110"/>
            <a:chOff x="424117" y="898245"/>
            <a:chExt cx="6192344" cy="400110"/>
          </a:xfrm>
        </p:grpSpPr>
        <p:sp>
          <p:nvSpPr>
            <p:cNvPr id="2" name="平行四边形 1">
              <a:extLst>
                <a:ext uri="{FF2B5EF4-FFF2-40B4-BE49-F238E27FC236}">
                  <a16:creationId xmlns:a16="http://schemas.microsoft.com/office/drawing/2014/main" id="{1F5BAA3F-9845-4F89-A2DD-8222D3E4EDAC}"/>
                </a:ext>
              </a:extLst>
            </p:cNvPr>
            <p:cNvSpPr/>
            <p:nvPr/>
          </p:nvSpPr>
          <p:spPr>
            <a:xfrm>
              <a:off x="424117" y="898245"/>
              <a:ext cx="628306" cy="387090"/>
            </a:xfrm>
            <a:prstGeom prst="parallelogram">
              <a:avLst/>
            </a:prstGeom>
            <a:solidFill>
              <a:schemeClr val="accent3">
                <a:lumMod val="75000"/>
              </a:schemeClr>
            </a:solidFill>
            <a:ln>
              <a:solidFill>
                <a:schemeClr val="accent3">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CN" sz="2200" dirty="0">
                  <a:latin typeface="Impact" panose="020B0806030902050204" pitchFamily="34" charset="0"/>
                </a:rPr>
                <a:t>01</a:t>
              </a:r>
              <a:endParaRPr lang="zh-CN" altLang="en-US" sz="2200" dirty="0">
                <a:latin typeface="Impact" panose="020B0806030902050204" pitchFamily="34" charset="0"/>
              </a:endParaRPr>
            </a:p>
          </p:txBody>
        </p:sp>
        <p:sp>
          <p:nvSpPr>
            <p:cNvPr id="3" name="文本框 2">
              <a:extLst>
                <a:ext uri="{FF2B5EF4-FFF2-40B4-BE49-F238E27FC236}">
                  <a16:creationId xmlns:a16="http://schemas.microsoft.com/office/drawing/2014/main" id="{4D6BD736-A4D3-4F26-AFED-36E11F50F70B}"/>
                </a:ext>
              </a:extLst>
            </p:cNvPr>
            <p:cNvSpPr txBox="1"/>
            <p:nvPr/>
          </p:nvSpPr>
          <p:spPr>
            <a:xfrm>
              <a:off x="1052423" y="898245"/>
              <a:ext cx="5564038" cy="400110"/>
            </a:xfrm>
            <a:prstGeom prst="rect">
              <a:avLst/>
            </a:prstGeom>
            <a:noFill/>
          </p:spPr>
          <p:txBody>
            <a:bodyPr wrap="square" rtlCol="0">
              <a:spAutoFit/>
            </a:bodyPr>
            <a:lstStyle/>
            <a:p>
              <a:r>
                <a:rPr lang="zh-CN" altLang="en-US" sz="2000" b="1" dirty="0"/>
                <a:t>选择重传协议</a:t>
              </a:r>
            </a:p>
          </p:txBody>
        </p:sp>
      </p:grpSp>
      <p:grpSp>
        <p:nvGrpSpPr>
          <p:cNvPr id="18" name="组合 17">
            <a:extLst>
              <a:ext uri="{FF2B5EF4-FFF2-40B4-BE49-F238E27FC236}">
                <a16:creationId xmlns:a16="http://schemas.microsoft.com/office/drawing/2014/main" id="{AF599708-FA4B-4F1A-915B-51ADB6AF8A5B}"/>
              </a:ext>
            </a:extLst>
          </p:cNvPr>
          <p:cNvGrpSpPr/>
          <p:nvPr/>
        </p:nvGrpSpPr>
        <p:grpSpPr>
          <a:xfrm>
            <a:off x="475097" y="1263518"/>
            <a:ext cx="1355161" cy="5114896"/>
            <a:chOff x="475097" y="1263518"/>
            <a:chExt cx="1355161" cy="5114896"/>
          </a:xfrm>
        </p:grpSpPr>
        <p:cxnSp>
          <p:nvCxnSpPr>
            <p:cNvPr id="19" name="直接连接符 18">
              <a:extLst>
                <a:ext uri="{FF2B5EF4-FFF2-40B4-BE49-F238E27FC236}">
                  <a16:creationId xmlns:a16="http://schemas.microsoft.com/office/drawing/2014/main" id="{8C267D38-D538-4153-B853-5B2DDE097738}"/>
                </a:ext>
              </a:extLst>
            </p:cNvPr>
            <p:cNvCxnSpPr>
              <a:cxnSpLocks/>
            </p:cNvCxnSpPr>
            <p:nvPr/>
          </p:nvCxnSpPr>
          <p:spPr>
            <a:xfrm flipV="1">
              <a:off x="1208367" y="2012996"/>
              <a:ext cx="0" cy="3813858"/>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nvGrpSpPr>
            <p:cNvPr id="20" name="组合 19">
              <a:extLst>
                <a:ext uri="{FF2B5EF4-FFF2-40B4-BE49-F238E27FC236}">
                  <a16:creationId xmlns:a16="http://schemas.microsoft.com/office/drawing/2014/main" id="{1A3F15DA-8F30-45DE-8760-8CB5AC7691B0}"/>
                </a:ext>
              </a:extLst>
            </p:cNvPr>
            <p:cNvGrpSpPr/>
            <p:nvPr/>
          </p:nvGrpSpPr>
          <p:grpSpPr>
            <a:xfrm>
              <a:off x="700096" y="5368000"/>
              <a:ext cx="905164" cy="1010414"/>
              <a:chOff x="700096" y="5368000"/>
              <a:chExt cx="905164" cy="1010414"/>
            </a:xfrm>
          </p:grpSpPr>
          <p:pic>
            <p:nvPicPr>
              <p:cNvPr id="25" name="图形 24">
                <a:extLst>
                  <a:ext uri="{FF2B5EF4-FFF2-40B4-BE49-F238E27FC236}">
                    <a16:creationId xmlns:a16="http://schemas.microsoft.com/office/drawing/2014/main" id="{5079B8D0-730B-4F27-A9EC-8AC79CEECAE0}"/>
                  </a:ext>
                </a:extLst>
              </p:cNvPr>
              <p:cNvPicPr>
                <a:picLocks noChangeAspect="1"/>
              </p:cNvPicPr>
              <p:nvPr/>
            </p:nvPicPr>
            <p:blipFill>
              <a:blip r:embed="rId5">
                <a:extLst>
                  <a:ext uri="{28A0092B-C50C-407E-A947-70E740481C1C}">
                    <a14:useLocalDpi xmlns:a14="http://schemas.microsoft.com/office/drawing/2010/main" val="0"/>
                  </a:ext>
                  <a:ext uri="{96DAC541-7B7A-43D3-8B79-37D633B846F1}">
                    <asvg:svgBlip xmlns:asvg="http://schemas.microsoft.com/office/drawing/2016/SVG/main" r:embed="rId6"/>
                  </a:ext>
                </a:extLst>
              </a:blip>
              <a:stretch>
                <a:fillRect/>
              </a:stretch>
            </p:blipFill>
            <p:spPr>
              <a:xfrm>
                <a:off x="821271" y="5368000"/>
                <a:ext cx="662814" cy="641082"/>
              </a:xfrm>
              <a:prstGeom prst="rect">
                <a:avLst/>
              </a:prstGeom>
            </p:spPr>
          </p:pic>
          <p:sp>
            <p:nvSpPr>
              <p:cNvPr id="26" name="文本框 25">
                <a:extLst>
                  <a:ext uri="{FF2B5EF4-FFF2-40B4-BE49-F238E27FC236}">
                    <a16:creationId xmlns:a16="http://schemas.microsoft.com/office/drawing/2014/main" id="{68E9BE24-5234-4436-839C-0CC65C932068}"/>
                  </a:ext>
                </a:extLst>
              </p:cNvPr>
              <p:cNvSpPr txBox="1"/>
              <p:nvPr/>
            </p:nvSpPr>
            <p:spPr>
              <a:xfrm>
                <a:off x="700096" y="6009082"/>
                <a:ext cx="905164" cy="369332"/>
              </a:xfrm>
              <a:prstGeom prst="rect">
                <a:avLst/>
              </a:prstGeom>
              <a:noFill/>
            </p:spPr>
            <p:txBody>
              <a:bodyPr wrap="square" rtlCol="0">
                <a:spAutoFit/>
              </a:bodyPr>
              <a:lstStyle/>
              <a:p>
                <a:r>
                  <a:rPr lang="zh-CN" altLang="en-US" b="1" dirty="0">
                    <a:latin typeface="+mn-ea"/>
                  </a:rPr>
                  <a:t>发送方</a:t>
                </a:r>
              </a:p>
            </p:txBody>
          </p:sp>
        </p:grpSp>
        <p:grpSp>
          <p:nvGrpSpPr>
            <p:cNvPr id="21" name="组合 20">
              <a:extLst>
                <a:ext uri="{FF2B5EF4-FFF2-40B4-BE49-F238E27FC236}">
                  <a16:creationId xmlns:a16="http://schemas.microsoft.com/office/drawing/2014/main" id="{50E1DF35-9236-4BB6-BAC4-1AE805165946}"/>
                </a:ext>
              </a:extLst>
            </p:cNvPr>
            <p:cNvGrpSpPr/>
            <p:nvPr/>
          </p:nvGrpSpPr>
          <p:grpSpPr>
            <a:xfrm>
              <a:off x="878301" y="1263518"/>
              <a:ext cx="905164" cy="1027908"/>
              <a:chOff x="878301" y="1390382"/>
              <a:chExt cx="905164" cy="1027908"/>
            </a:xfrm>
          </p:grpSpPr>
          <p:pic>
            <p:nvPicPr>
              <p:cNvPr id="23" name="图形 22">
                <a:extLst>
                  <a:ext uri="{FF2B5EF4-FFF2-40B4-BE49-F238E27FC236}">
                    <a16:creationId xmlns:a16="http://schemas.microsoft.com/office/drawing/2014/main" id="{E155E3ED-8C2A-42C4-BFBF-393051944136}"/>
                  </a:ext>
                </a:extLst>
              </p:cNvPr>
              <p:cNvPicPr>
                <a:picLocks noChangeAspect="1"/>
              </p:cNvPicPr>
              <p:nvPr/>
            </p:nvPicPr>
            <p:blipFill>
              <a:blip r:embed="rId7">
                <a:extLst>
                  <a:ext uri="{28A0092B-C50C-407E-A947-70E740481C1C}">
                    <a14:useLocalDpi xmlns:a14="http://schemas.microsoft.com/office/drawing/2010/main" val="0"/>
                  </a:ext>
                  <a:ext uri="{96DAC541-7B7A-43D3-8B79-37D633B846F1}">
                    <asvg:svgBlip xmlns:asvg="http://schemas.microsoft.com/office/drawing/2016/SVG/main" r:embed="rId8"/>
                  </a:ext>
                </a:extLst>
              </a:blip>
              <a:stretch>
                <a:fillRect/>
              </a:stretch>
            </p:blipFill>
            <p:spPr>
              <a:xfrm>
                <a:off x="984826" y="1759714"/>
                <a:ext cx="501772" cy="658576"/>
              </a:xfrm>
              <a:prstGeom prst="rect">
                <a:avLst/>
              </a:prstGeom>
            </p:spPr>
          </p:pic>
          <p:sp>
            <p:nvSpPr>
              <p:cNvPr id="24" name="文本框 23">
                <a:extLst>
                  <a:ext uri="{FF2B5EF4-FFF2-40B4-BE49-F238E27FC236}">
                    <a16:creationId xmlns:a16="http://schemas.microsoft.com/office/drawing/2014/main" id="{818AC20B-3072-437F-B302-67397F49105B}"/>
                  </a:ext>
                </a:extLst>
              </p:cNvPr>
              <p:cNvSpPr txBox="1"/>
              <p:nvPr/>
            </p:nvSpPr>
            <p:spPr>
              <a:xfrm>
                <a:off x="878301" y="1390382"/>
                <a:ext cx="905164" cy="369332"/>
              </a:xfrm>
              <a:prstGeom prst="rect">
                <a:avLst/>
              </a:prstGeom>
              <a:noFill/>
            </p:spPr>
            <p:txBody>
              <a:bodyPr wrap="square" rtlCol="0">
                <a:spAutoFit/>
              </a:bodyPr>
              <a:lstStyle/>
              <a:p>
                <a:r>
                  <a:rPr lang="zh-CN" altLang="en-US" b="1" dirty="0">
                    <a:latin typeface="+mn-ea"/>
                  </a:rPr>
                  <a:t>接收方</a:t>
                </a:r>
              </a:p>
            </p:txBody>
          </p:sp>
        </p:grpSp>
        <p:sp>
          <p:nvSpPr>
            <p:cNvPr id="22" name="云形 21">
              <a:extLst>
                <a:ext uri="{FF2B5EF4-FFF2-40B4-BE49-F238E27FC236}">
                  <a16:creationId xmlns:a16="http://schemas.microsoft.com/office/drawing/2014/main" id="{97C64CE5-C9EB-4960-87FB-62108C97374D}"/>
                </a:ext>
              </a:extLst>
            </p:cNvPr>
            <p:cNvSpPr/>
            <p:nvPr/>
          </p:nvSpPr>
          <p:spPr>
            <a:xfrm>
              <a:off x="475097" y="3429014"/>
              <a:ext cx="1355161" cy="801398"/>
            </a:xfrm>
            <a:prstGeom prst="cloud">
              <a:avLst/>
            </a:prstGeom>
            <a:solidFill>
              <a:schemeClr val="bg1">
                <a:lumMod val="85000"/>
              </a:schemeClr>
            </a:solidFill>
            <a:ln>
              <a:solidFill>
                <a:schemeClr val="bg1">
                  <a:lumMod val="85000"/>
                </a:schemeClr>
              </a:solidFill>
            </a:ln>
          </p:spPr>
          <p:style>
            <a:lnRef idx="2">
              <a:schemeClr val="accent3">
                <a:shade val="50000"/>
              </a:schemeClr>
            </a:lnRef>
            <a:fillRef idx="1">
              <a:schemeClr val="accent3"/>
            </a:fillRef>
            <a:effectRef idx="0">
              <a:schemeClr val="accent3"/>
            </a:effectRef>
            <a:fontRef idx="minor">
              <a:schemeClr val="lt1"/>
            </a:fontRef>
          </p:style>
          <p:txBody>
            <a:bodyPr rtlCol="0" anchor="ctr"/>
            <a:lstStyle/>
            <a:p>
              <a:pPr algn="ctr"/>
              <a:r>
                <a:rPr lang="zh-CN" altLang="en-US" b="1" dirty="0">
                  <a:solidFill>
                    <a:schemeClr val="tx1"/>
                  </a:solidFill>
                  <a:latin typeface="+mn-ea"/>
                </a:rPr>
                <a:t>因特网</a:t>
              </a:r>
            </a:p>
          </p:txBody>
        </p:sp>
      </p:grpSp>
      <mc:AlternateContent xmlns:mc="http://schemas.openxmlformats.org/markup-compatibility/2006" xmlns:a14="http://schemas.microsoft.com/office/drawing/2010/main">
        <mc:Choice Requires="a14">
          <p:sp>
            <p:nvSpPr>
              <p:cNvPr id="28" name="íşlïḍè">
                <a:extLst>
                  <a:ext uri="{FF2B5EF4-FFF2-40B4-BE49-F238E27FC236}">
                    <a16:creationId xmlns:a16="http://schemas.microsoft.com/office/drawing/2014/main" id="{8898676C-F981-4D74-B324-A859D1387610}"/>
                  </a:ext>
                </a:extLst>
              </p:cNvPr>
              <p:cNvSpPr txBox="1"/>
              <p:nvPr/>
            </p:nvSpPr>
            <p:spPr>
              <a:xfrm>
                <a:off x="2993250" y="3266194"/>
                <a:ext cx="6657288" cy="311297"/>
              </a:xfrm>
              <a:prstGeom prst="rect">
                <a:avLst/>
              </a:prstGeom>
              <a:noFill/>
            </p:spPr>
            <p:txBody>
              <a:bodyPr wrap="square" lIns="91440" tIns="45720" rIns="91440" bIns="45720" anchor="ctr">
                <a:noAutofit/>
              </a:bodyPr>
              <a:lstStyle/>
              <a:p>
                <a:r>
                  <a:rPr lang="zh-CN" altLang="en-US" b="1" dirty="0"/>
                  <a:t>本例假设采用</a:t>
                </a:r>
                <a14:m>
                  <m:oMath xmlns:m="http://schemas.openxmlformats.org/officeDocument/2006/math">
                    <m:r>
                      <a:rPr lang="en-US" altLang="zh-CN" b="1" i="1" dirty="0" smtClean="0">
                        <a:latin typeface="Cambria Math" panose="02040503050406030204" pitchFamily="18" charset="0"/>
                      </a:rPr>
                      <m:t>𝟑</m:t>
                    </m:r>
                  </m:oMath>
                </a14:m>
                <a:r>
                  <a:rPr lang="zh-CN" altLang="en-US" b="1" dirty="0"/>
                  <a:t>个比特给分组编序号，则序号范围是</a:t>
                </a:r>
                <a14:m>
                  <m:oMath xmlns:m="http://schemas.openxmlformats.org/officeDocument/2006/math">
                    <m:r>
                      <a:rPr lang="en-US" altLang="zh-CN" b="1" i="0" smtClean="0">
                        <a:latin typeface="Cambria Math" panose="02040503050406030204" pitchFamily="18" charset="0"/>
                        <a:ea typeface="Cambria Math" panose="02040503050406030204" pitchFamily="18" charset="0"/>
                      </a:rPr>
                      <m:t>𝟎</m:t>
                    </m:r>
                    <m:r>
                      <a:rPr lang="en-US" altLang="zh-CN" b="1" i="1" smtClean="0">
                        <a:latin typeface="Cambria Math" panose="02040503050406030204" pitchFamily="18" charset="0"/>
                        <a:ea typeface="Cambria Math" panose="02040503050406030204" pitchFamily="18" charset="0"/>
                      </a:rPr>
                      <m:t>~</m:t>
                    </m:r>
                    <m:sSup>
                      <m:sSupPr>
                        <m:ctrlPr>
                          <a:rPr lang="en-US" altLang="zh-CN" b="1" i="1" smtClean="0">
                            <a:latin typeface="Cambria Math" panose="02040503050406030204" pitchFamily="18" charset="0"/>
                            <a:ea typeface="Cambria Math" panose="02040503050406030204" pitchFamily="18" charset="0"/>
                          </a:rPr>
                        </m:ctrlPr>
                      </m:sSupPr>
                      <m:e>
                        <m:r>
                          <a:rPr lang="en-US" altLang="zh-CN" b="1" i="1" smtClean="0">
                            <a:latin typeface="Cambria Math" panose="02040503050406030204" pitchFamily="18" charset="0"/>
                            <a:ea typeface="Cambria Math" panose="02040503050406030204" pitchFamily="18" charset="0"/>
                          </a:rPr>
                          <m:t>(</m:t>
                        </m:r>
                        <m:r>
                          <a:rPr lang="en-US" altLang="zh-CN" b="1" i="1" smtClean="0">
                            <a:latin typeface="Cambria Math" panose="02040503050406030204" pitchFamily="18" charset="0"/>
                            <a:ea typeface="Cambria Math" panose="02040503050406030204" pitchFamily="18" charset="0"/>
                          </a:rPr>
                          <m:t>𝟐</m:t>
                        </m:r>
                      </m:e>
                      <m:sup>
                        <m:r>
                          <a:rPr lang="en-US" altLang="zh-CN" b="1" i="1" smtClean="0">
                            <a:latin typeface="Cambria Math" panose="02040503050406030204" pitchFamily="18" charset="0"/>
                            <a:ea typeface="Cambria Math" panose="02040503050406030204" pitchFamily="18" charset="0"/>
                          </a:rPr>
                          <m:t>𝟑</m:t>
                        </m:r>
                      </m:sup>
                    </m:sSup>
                    <m:r>
                      <a:rPr lang="en-US" altLang="zh-CN" b="1" i="1" smtClean="0">
                        <a:latin typeface="Cambria Math" panose="02040503050406030204" pitchFamily="18" charset="0"/>
                        <a:ea typeface="Cambria Math" panose="02040503050406030204" pitchFamily="18" charset="0"/>
                      </a:rPr>
                      <m:t>−</m:t>
                    </m:r>
                    <m:r>
                      <a:rPr lang="en-US" altLang="zh-CN" b="1" i="1" smtClean="0">
                        <a:latin typeface="Cambria Math" panose="02040503050406030204" pitchFamily="18" charset="0"/>
                        <a:ea typeface="Cambria Math" panose="02040503050406030204" pitchFamily="18" charset="0"/>
                      </a:rPr>
                      <m:t>𝟏</m:t>
                    </m:r>
                    <m:r>
                      <a:rPr lang="en-US" altLang="zh-CN" b="1" i="1" smtClean="0">
                        <a:latin typeface="Cambria Math" panose="02040503050406030204" pitchFamily="18" charset="0"/>
                        <a:ea typeface="Cambria Math" panose="02040503050406030204" pitchFamily="18" charset="0"/>
                      </a:rPr>
                      <m:t>)。</m:t>
                    </m:r>
                  </m:oMath>
                </a14:m>
                <a:endParaRPr lang="en-US" altLang="zh-CN" b="1" dirty="0"/>
              </a:p>
            </p:txBody>
          </p:sp>
        </mc:Choice>
        <mc:Fallback xmlns="">
          <p:sp>
            <p:nvSpPr>
              <p:cNvPr id="28" name="íşlïḍè">
                <a:extLst>
                  <a:ext uri="{FF2B5EF4-FFF2-40B4-BE49-F238E27FC236}">
                    <a16:creationId xmlns:a16="http://schemas.microsoft.com/office/drawing/2014/main" id="{8898676C-F981-4D74-B324-A859D1387610}"/>
                  </a:ext>
                </a:extLst>
              </p:cNvPr>
              <p:cNvSpPr txBox="1">
                <a:spLocks noRot="1" noChangeAspect="1" noMove="1" noResize="1" noEditPoints="1" noAdjustHandles="1" noChangeArrowheads="1" noChangeShapeType="1" noTextEdit="1"/>
              </p:cNvSpPr>
              <p:nvPr/>
            </p:nvSpPr>
            <p:spPr>
              <a:xfrm>
                <a:off x="2993250" y="3266194"/>
                <a:ext cx="6657288" cy="311297"/>
              </a:xfrm>
              <a:prstGeom prst="rect">
                <a:avLst/>
              </a:prstGeom>
              <a:blipFill>
                <a:blip r:embed="rId9"/>
                <a:stretch>
                  <a:fillRect l="-733" t="-19608" b="-41176"/>
                </a:stretch>
              </a:blipFill>
            </p:spPr>
            <p:txBody>
              <a:bodyPr/>
              <a:lstStyle/>
              <a:p>
                <a:r>
                  <a:rPr lang="zh-CN" altLang="en-US">
                    <a:noFill/>
                  </a:rPr>
                  <a:t> </a:t>
                </a:r>
              </a:p>
            </p:txBody>
          </p:sp>
        </mc:Fallback>
      </mc:AlternateContent>
      <p:graphicFrame>
        <p:nvGraphicFramePr>
          <p:cNvPr id="29" name="表格 21">
            <a:extLst>
              <a:ext uri="{FF2B5EF4-FFF2-40B4-BE49-F238E27FC236}">
                <a16:creationId xmlns:a16="http://schemas.microsoft.com/office/drawing/2014/main" id="{44D0CDFF-8B53-4BB1-835E-1192E30CC2FA}"/>
              </a:ext>
            </a:extLst>
          </p:cNvPr>
          <p:cNvGraphicFramePr>
            <a:graphicFrameLocks noGrp="1"/>
          </p:cNvGraphicFramePr>
          <p:nvPr/>
        </p:nvGraphicFramePr>
        <p:xfrm>
          <a:off x="2302929" y="5557308"/>
          <a:ext cx="9067800" cy="370840"/>
        </p:xfrm>
        <a:graphic>
          <a:graphicData uri="http://schemas.openxmlformats.org/drawingml/2006/table">
            <a:tbl>
              <a:tblPr firstRow="1" bandRow="1">
                <a:tableStyleId>{5C22544A-7EE6-4342-B048-85BDC9FD1C3A}</a:tableStyleId>
              </a:tblPr>
              <a:tblGrid>
                <a:gridCol w="755650">
                  <a:extLst>
                    <a:ext uri="{9D8B030D-6E8A-4147-A177-3AD203B41FA5}">
                      <a16:colId xmlns:a16="http://schemas.microsoft.com/office/drawing/2014/main" val="877486509"/>
                    </a:ext>
                  </a:extLst>
                </a:gridCol>
                <a:gridCol w="755650">
                  <a:extLst>
                    <a:ext uri="{9D8B030D-6E8A-4147-A177-3AD203B41FA5}">
                      <a16:colId xmlns:a16="http://schemas.microsoft.com/office/drawing/2014/main" val="3548605817"/>
                    </a:ext>
                  </a:extLst>
                </a:gridCol>
                <a:gridCol w="755650">
                  <a:extLst>
                    <a:ext uri="{9D8B030D-6E8A-4147-A177-3AD203B41FA5}">
                      <a16:colId xmlns:a16="http://schemas.microsoft.com/office/drawing/2014/main" val="2881812895"/>
                    </a:ext>
                  </a:extLst>
                </a:gridCol>
                <a:gridCol w="755650">
                  <a:extLst>
                    <a:ext uri="{9D8B030D-6E8A-4147-A177-3AD203B41FA5}">
                      <a16:colId xmlns:a16="http://schemas.microsoft.com/office/drawing/2014/main" val="3682284582"/>
                    </a:ext>
                  </a:extLst>
                </a:gridCol>
                <a:gridCol w="755650">
                  <a:extLst>
                    <a:ext uri="{9D8B030D-6E8A-4147-A177-3AD203B41FA5}">
                      <a16:colId xmlns:a16="http://schemas.microsoft.com/office/drawing/2014/main" val="500127722"/>
                    </a:ext>
                  </a:extLst>
                </a:gridCol>
                <a:gridCol w="755650">
                  <a:extLst>
                    <a:ext uri="{9D8B030D-6E8A-4147-A177-3AD203B41FA5}">
                      <a16:colId xmlns:a16="http://schemas.microsoft.com/office/drawing/2014/main" val="2946259618"/>
                    </a:ext>
                  </a:extLst>
                </a:gridCol>
                <a:gridCol w="755650">
                  <a:extLst>
                    <a:ext uri="{9D8B030D-6E8A-4147-A177-3AD203B41FA5}">
                      <a16:colId xmlns:a16="http://schemas.microsoft.com/office/drawing/2014/main" val="171501986"/>
                    </a:ext>
                  </a:extLst>
                </a:gridCol>
                <a:gridCol w="755650">
                  <a:extLst>
                    <a:ext uri="{9D8B030D-6E8A-4147-A177-3AD203B41FA5}">
                      <a16:colId xmlns:a16="http://schemas.microsoft.com/office/drawing/2014/main" val="1667185265"/>
                    </a:ext>
                  </a:extLst>
                </a:gridCol>
                <a:gridCol w="755650">
                  <a:extLst>
                    <a:ext uri="{9D8B030D-6E8A-4147-A177-3AD203B41FA5}">
                      <a16:colId xmlns:a16="http://schemas.microsoft.com/office/drawing/2014/main" val="4258211808"/>
                    </a:ext>
                  </a:extLst>
                </a:gridCol>
                <a:gridCol w="755650">
                  <a:extLst>
                    <a:ext uri="{9D8B030D-6E8A-4147-A177-3AD203B41FA5}">
                      <a16:colId xmlns:a16="http://schemas.microsoft.com/office/drawing/2014/main" val="1794200575"/>
                    </a:ext>
                  </a:extLst>
                </a:gridCol>
                <a:gridCol w="755650">
                  <a:extLst>
                    <a:ext uri="{9D8B030D-6E8A-4147-A177-3AD203B41FA5}">
                      <a16:colId xmlns:a16="http://schemas.microsoft.com/office/drawing/2014/main" val="4230716487"/>
                    </a:ext>
                  </a:extLst>
                </a:gridCol>
                <a:gridCol w="755650">
                  <a:extLst>
                    <a:ext uri="{9D8B030D-6E8A-4147-A177-3AD203B41FA5}">
                      <a16:colId xmlns:a16="http://schemas.microsoft.com/office/drawing/2014/main" val="56153739"/>
                    </a:ext>
                  </a:extLst>
                </a:gridCol>
              </a:tblGrid>
              <a:tr h="370840">
                <a:tc>
                  <a:txBody>
                    <a:bodyPr/>
                    <a:lstStyle/>
                    <a:p>
                      <a:pPr algn="ctr"/>
                      <a:r>
                        <a:rPr lang="en-US" altLang="zh-CN" dirty="0">
                          <a:solidFill>
                            <a:schemeClr val="tx1"/>
                          </a:solidFill>
                          <a:latin typeface="Arial Black" panose="020B0A04020102020204" pitchFamily="34" charset="0"/>
                        </a:rPr>
                        <a:t>0</a:t>
                      </a:r>
                      <a:endParaRPr lang="zh-CN" altLang="en-US" dirty="0">
                        <a:solidFill>
                          <a:schemeClr val="tx1"/>
                        </a:solidFill>
                        <a:latin typeface="Arial Black" panose="020B0A04020102020204" pitchFamily="34" charset="0"/>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ctr"/>
                      <a:r>
                        <a:rPr lang="en-US" altLang="zh-CN" dirty="0">
                          <a:solidFill>
                            <a:schemeClr val="tx1"/>
                          </a:solidFill>
                          <a:latin typeface="Arial Black" panose="020B0A04020102020204" pitchFamily="34" charset="0"/>
                        </a:rPr>
                        <a:t>1</a:t>
                      </a:r>
                      <a:endParaRPr lang="zh-CN" altLang="en-US" dirty="0">
                        <a:solidFill>
                          <a:schemeClr val="tx1"/>
                        </a:solidFill>
                        <a:latin typeface="Arial Black" panose="020B0A04020102020204" pitchFamily="34" charset="0"/>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ctr"/>
                      <a:r>
                        <a:rPr lang="en-US" altLang="zh-CN" dirty="0">
                          <a:solidFill>
                            <a:schemeClr val="tx1"/>
                          </a:solidFill>
                          <a:latin typeface="Arial Black" panose="020B0A04020102020204" pitchFamily="34" charset="0"/>
                        </a:rPr>
                        <a:t>2</a:t>
                      </a:r>
                      <a:endParaRPr lang="zh-CN" altLang="en-US" dirty="0">
                        <a:solidFill>
                          <a:schemeClr val="tx1"/>
                        </a:solidFill>
                        <a:latin typeface="Arial Black" panose="020B0A04020102020204" pitchFamily="34" charset="0"/>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ctr"/>
                      <a:r>
                        <a:rPr lang="en-US" altLang="zh-CN" dirty="0">
                          <a:solidFill>
                            <a:schemeClr val="tx1"/>
                          </a:solidFill>
                          <a:latin typeface="Arial Black" panose="020B0A04020102020204" pitchFamily="34" charset="0"/>
                        </a:rPr>
                        <a:t>3</a:t>
                      </a:r>
                      <a:endParaRPr lang="zh-CN" altLang="en-US" dirty="0">
                        <a:solidFill>
                          <a:schemeClr val="tx1"/>
                        </a:solidFill>
                        <a:latin typeface="Arial Black" panose="020B0A04020102020204" pitchFamily="34" charset="0"/>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ctr"/>
                      <a:r>
                        <a:rPr lang="en-US" altLang="zh-CN" dirty="0">
                          <a:solidFill>
                            <a:schemeClr val="tx1"/>
                          </a:solidFill>
                          <a:latin typeface="Arial Black" panose="020B0A04020102020204" pitchFamily="34" charset="0"/>
                        </a:rPr>
                        <a:t>4</a:t>
                      </a:r>
                      <a:endParaRPr lang="zh-CN" altLang="en-US" dirty="0">
                        <a:solidFill>
                          <a:schemeClr val="tx1"/>
                        </a:solidFill>
                        <a:latin typeface="Arial Black" panose="020B0A04020102020204" pitchFamily="34" charset="0"/>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ctr"/>
                      <a:r>
                        <a:rPr lang="en-US" altLang="zh-CN" dirty="0">
                          <a:solidFill>
                            <a:schemeClr val="tx1"/>
                          </a:solidFill>
                          <a:latin typeface="Arial Black" panose="020B0A04020102020204" pitchFamily="34" charset="0"/>
                        </a:rPr>
                        <a:t>5</a:t>
                      </a:r>
                      <a:endParaRPr lang="zh-CN" altLang="en-US" dirty="0">
                        <a:solidFill>
                          <a:schemeClr val="tx1"/>
                        </a:solidFill>
                        <a:latin typeface="Arial Black" panose="020B0A04020102020204" pitchFamily="34" charset="0"/>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ctr"/>
                      <a:r>
                        <a:rPr lang="en-US" altLang="zh-CN" dirty="0">
                          <a:solidFill>
                            <a:schemeClr val="tx1"/>
                          </a:solidFill>
                          <a:latin typeface="Arial Black" panose="020B0A04020102020204" pitchFamily="34" charset="0"/>
                        </a:rPr>
                        <a:t>6</a:t>
                      </a:r>
                      <a:endParaRPr lang="zh-CN" altLang="en-US" dirty="0">
                        <a:solidFill>
                          <a:schemeClr val="tx1"/>
                        </a:solidFill>
                        <a:latin typeface="Arial Black" panose="020B0A04020102020204" pitchFamily="34" charset="0"/>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ctr"/>
                      <a:r>
                        <a:rPr lang="en-US" altLang="zh-CN" dirty="0">
                          <a:solidFill>
                            <a:schemeClr val="tx1"/>
                          </a:solidFill>
                          <a:latin typeface="Arial Black" panose="020B0A04020102020204" pitchFamily="34" charset="0"/>
                        </a:rPr>
                        <a:t>7</a:t>
                      </a:r>
                      <a:endParaRPr lang="zh-CN" altLang="en-US" dirty="0">
                        <a:solidFill>
                          <a:schemeClr val="tx1"/>
                        </a:solidFill>
                        <a:latin typeface="Arial Black" panose="020B0A04020102020204" pitchFamily="34" charset="0"/>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ctr"/>
                      <a:r>
                        <a:rPr lang="en-US" altLang="zh-CN" dirty="0">
                          <a:solidFill>
                            <a:schemeClr val="tx1"/>
                          </a:solidFill>
                          <a:latin typeface="Arial Black" panose="020B0A04020102020204" pitchFamily="34" charset="0"/>
                        </a:rPr>
                        <a:t>0</a:t>
                      </a:r>
                      <a:endParaRPr lang="zh-CN" altLang="en-US" dirty="0">
                        <a:solidFill>
                          <a:schemeClr val="tx1"/>
                        </a:solidFill>
                        <a:latin typeface="Arial Black" panose="020B0A04020102020204" pitchFamily="34" charset="0"/>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ctr"/>
                      <a:r>
                        <a:rPr lang="en-US" altLang="zh-CN" dirty="0">
                          <a:solidFill>
                            <a:schemeClr val="tx1"/>
                          </a:solidFill>
                          <a:latin typeface="Arial Black" panose="020B0A04020102020204" pitchFamily="34" charset="0"/>
                        </a:rPr>
                        <a:t>1</a:t>
                      </a:r>
                      <a:endParaRPr lang="zh-CN" altLang="en-US" dirty="0">
                        <a:solidFill>
                          <a:schemeClr val="tx1"/>
                        </a:solidFill>
                        <a:latin typeface="Arial Black" panose="020B0A04020102020204" pitchFamily="34" charset="0"/>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ctr"/>
                      <a:r>
                        <a:rPr lang="en-US" altLang="zh-CN" dirty="0">
                          <a:solidFill>
                            <a:schemeClr val="tx1"/>
                          </a:solidFill>
                          <a:latin typeface="Arial Black" panose="020B0A04020102020204" pitchFamily="34" charset="0"/>
                        </a:rPr>
                        <a:t>2</a:t>
                      </a:r>
                      <a:endParaRPr lang="zh-CN" altLang="en-US" dirty="0">
                        <a:solidFill>
                          <a:schemeClr val="tx1"/>
                        </a:solidFill>
                        <a:latin typeface="Arial Black" panose="020B0A04020102020204" pitchFamily="34" charset="0"/>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ctr"/>
                      <a:r>
                        <a:rPr lang="en-US" altLang="zh-CN" dirty="0">
                          <a:solidFill>
                            <a:schemeClr val="tx1"/>
                          </a:solidFill>
                          <a:latin typeface="Arial Black" panose="020B0A04020102020204" pitchFamily="34" charset="0"/>
                        </a:rPr>
                        <a:t>…</a:t>
                      </a:r>
                      <a:endParaRPr lang="zh-CN" altLang="en-US" dirty="0">
                        <a:solidFill>
                          <a:schemeClr val="tx1"/>
                        </a:solidFill>
                        <a:latin typeface="Arial Black" panose="020B0A04020102020204" pitchFamily="34" charset="0"/>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extLst>
                  <a:ext uri="{0D108BD9-81ED-4DB2-BD59-A6C34878D82A}">
                    <a16:rowId xmlns:a16="http://schemas.microsoft.com/office/drawing/2014/main" val="316235763"/>
                  </a:ext>
                </a:extLst>
              </a:tr>
            </a:tbl>
          </a:graphicData>
        </a:graphic>
      </p:graphicFrame>
      <p:graphicFrame>
        <p:nvGraphicFramePr>
          <p:cNvPr id="30" name="表格 21">
            <a:extLst>
              <a:ext uri="{FF2B5EF4-FFF2-40B4-BE49-F238E27FC236}">
                <a16:creationId xmlns:a16="http://schemas.microsoft.com/office/drawing/2014/main" id="{849D252C-900C-44C3-9C3B-0A66CC10F5E3}"/>
              </a:ext>
            </a:extLst>
          </p:cNvPr>
          <p:cNvGraphicFramePr>
            <a:graphicFrameLocks noGrp="1"/>
          </p:cNvGraphicFramePr>
          <p:nvPr/>
        </p:nvGraphicFramePr>
        <p:xfrm>
          <a:off x="2302929" y="1827576"/>
          <a:ext cx="9067800" cy="370840"/>
        </p:xfrm>
        <a:graphic>
          <a:graphicData uri="http://schemas.openxmlformats.org/drawingml/2006/table">
            <a:tbl>
              <a:tblPr firstRow="1" bandRow="1">
                <a:tableStyleId>{5C22544A-7EE6-4342-B048-85BDC9FD1C3A}</a:tableStyleId>
              </a:tblPr>
              <a:tblGrid>
                <a:gridCol w="755650">
                  <a:extLst>
                    <a:ext uri="{9D8B030D-6E8A-4147-A177-3AD203B41FA5}">
                      <a16:colId xmlns:a16="http://schemas.microsoft.com/office/drawing/2014/main" val="877486509"/>
                    </a:ext>
                  </a:extLst>
                </a:gridCol>
                <a:gridCol w="755650">
                  <a:extLst>
                    <a:ext uri="{9D8B030D-6E8A-4147-A177-3AD203B41FA5}">
                      <a16:colId xmlns:a16="http://schemas.microsoft.com/office/drawing/2014/main" val="3548605817"/>
                    </a:ext>
                  </a:extLst>
                </a:gridCol>
                <a:gridCol w="755650">
                  <a:extLst>
                    <a:ext uri="{9D8B030D-6E8A-4147-A177-3AD203B41FA5}">
                      <a16:colId xmlns:a16="http://schemas.microsoft.com/office/drawing/2014/main" val="2881812895"/>
                    </a:ext>
                  </a:extLst>
                </a:gridCol>
                <a:gridCol w="755650">
                  <a:extLst>
                    <a:ext uri="{9D8B030D-6E8A-4147-A177-3AD203B41FA5}">
                      <a16:colId xmlns:a16="http://schemas.microsoft.com/office/drawing/2014/main" val="3682284582"/>
                    </a:ext>
                  </a:extLst>
                </a:gridCol>
                <a:gridCol w="755650">
                  <a:extLst>
                    <a:ext uri="{9D8B030D-6E8A-4147-A177-3AD203B41FA5}">
                      <a16:colId xmlns:a16="http://schemas.microsoft.com/office/drawing/2014/main" val="500127722"/>
                    </a:ext>
                  </a:extLst>
                </a:gridCol>
                <a:gridCol w="755650">
                  <a:extLst>
                    <a:ext uri="{9D8B030D-6E8A-4147-A177-3AD203B41FA5}">
                      <a16:colId xmlns:a16="http://schemas.microsoft.com/office/drawing/2014/main" val="2946259618"/>
                    </a:ext>
                  </a:extLst>
                </a:gridCol>
                <a:gridCol w="755650">
                  <a:extLst>
                    <a:ext uri="{9D8B030D-6E8A-4147-A177-3AD203B41FA5}">
                      <a16:colId xmlns:a16="http://schemas.microsoft.com/office/drawing/2014/main" val="171501986"/>
                    </a:ext>
                  </a:extLst>
                </a:gridCol>
                <a:gridCol w="755650">
                  <a:extLst>
                    <a:ext uri="{9D8B030D-6E8A-4147-A177-3AD203B41FA5}">
                      <a16:colId xmlns:a16="http://schemas.microsoft.com/office/drawing/2014/main" val="1667185265"/>
                    </a:ext>
                  </a:extLst>
                </a:gridCol>
                <a:gridCol w="755650">
                  <a:extLst>
                    <a:ext uri="{9D8B030D-6E8A-4147-A177-3AD203B41FA5}">
                      <a16:colId xmlns:a16="http://schemas.microsoft.com/office/drawing/2014/main" val="4258211808"/>
                    </a:ext>
                  </a:extLst>
                </a:gridCol>
                <a:gridCol w="755650">
                  <a:extLst>
                    <a:ext uri="{9D8B030D-6E8A-4147-A177-3AD203B41FA5}">
                      <a16:colId xmlns:a16="http://schemas.microsoft.com/office/drawing/2014/main" val="1794200575"/>
                    </a:ext>
                  </a:extLst>
                </a:gridCol>
                <a:gridCol w="755650">
                  <a:extLst>
                    <a:ext uri="{9D8B030D-6E8A-4147-A177-3AD203B41FA5}">
                      <a16:colId xmlns:a16="http://schemas.microsoft.com/office/drawing/2014/main" val="4230716487"/>
                    </a:ext>
                  </a:extLst>
                </a:gridCol>
                <a:gridCol w="755650">
                  <a:extLst>
                    <a:ext uri="{9D8B030D-6E8A-4147-A177-3AD203B41FA5}">
                      <a16:colId xmlns:a16="http://schemas.microsoft.com/office/drawing/2014/main" val="56153739"/>
                    </a:ext>
                  </a:extLst>
                </a:gridCol>
              </a:tblGrid>
              <a:tr h="370840">
                <a:tc>
                  <a:txBody>
                    <a:bodyPr/>
                    <a:lstStyle/>
                    <a:p>
                      <a:pPr algn="ctr"/>
                      <a:r>
                        <a:rPr lang="en-US" altLang="zh-CN" dirty="0">
                          <a:solidFill>
                            <a:schemeClr val="tx1"/>
                          </a:solidFill>
                          <a:latin typeface="Arial Black" panose="020B0A04020102020204" pitchFamily="34" charset="0"/>
                        </a:rPr>
                        <a:t>0</a:t>
                      </a:r>
                      <a:endParaRPr lang="zh-CN" altLang="en-US" dirty="0">
                        <a:solidFill>
                          <a:schemeClr val="tx1"/>
                        </a:solidFill>
                        <a:latin typeface="Arial Black" panose="020B0A04020102020204" pitchFamily="34" charset="0"/>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ctr"/>
                      <a:r>
                        <a:rPr lang="en-US" altLang="zh-CN" dirty="0">
                          <a:solidFill>
                            <a:schemeClr val="tx1"/>
                          </a:solidFill>
                          <a:latin typeface="Arial Black" panose="020B0A04020102020204" pitchFamily="34" charset="0"/>
                        </a:rPr>
                        <a:t>1</a:t>
                      </a:r>
                      <a:endParaRPr lang="zh-CN" altLang="en-US" dirty="0">
                        <a:solidFill>
                          <a:schemeClr val="tx1"/>
                        </a:solidFill>
                        <a:latin typeface="Arial Black" panose="020B0A04020102020204" pitchFamily="34" charset="0"/>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ctr"/>
                      <a:r>
                        <a:rPr lang="en-US" altLang="zh-CN" dirty="0">
                          <a:solidFill>
                            <a:schemeClr val="tx1"/>
                          </a:solidFill>
                          <a:latin typeface="Arial Black" panose="020B0A04020102020204" pitchFamily="34" charset="0"/>
                        </a:rPr>
                        <a:t>2</a:t>
                      </a:r>
                      <a:endParaRPr lang="zh-CN" altLang="en-US" dirty="0">
                        <a:solidFill>
                          <a:schemeClr val="tx1"/>
                        </a:solidFill>
                        <a:latin typeface="Arial Black" panose="020B0A04020102020204" pitchFamily="34" charset="0"/>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ctr"/>
                      <a:r>
                        <a:rPr lang="en-US" altLang="zh-CN" dirty="0">
                          <a:solidFill>
                            <a:schemeClr val="tx1"/>
                          </a:solidFill>
                          <a:latin typeface="Arial Black" panose="020B0A04020102020204" pitchFamily="34" charset="0"/>
                        </a:rPr>
                        <a:t>3</a:t>
                      </a:r>
                      <a:endParaRPr lang="zh-CN" altLang="en-US" dirty="0">
                        <a:solidFill>
                          <a:schemeClr val="tx1"/>
                        </a:solidFill>
                        <a:latin typeface="Arial Black" panose="020B0A04020102020204" pitchFamily="34" charset="0"/>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ctr"/>
                      <a:r>
                        <a:rPr lang="en-US" altLang="zh-CN" dirty="0">
                          <a:solidFill>
                            <a:schemeClr val="tx1"/>
                          </a:solidFill>
                          <a:latin typeface="Arial Black" panose="020B0A04020102020204" pitchFamily="34" charset="0"/>
                        </a:rPr>
                        <a:t>4</a:t>
                      </a:r>
                      <a:endParaRPr lang="zh-CN" altLang="en-US" dirty="0">
                        <a:solidFill>
                          <a:schemeClr val="tx1"/>
                        </a:solidFill>
                        <a:latin typeface="Arial Black" panose="020B0A04020102020204" pitchFamily="34" charset="0"/>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ctr"/>
                      <a:r>
                        <a:rPr lang="en-US" altLang="zh-CN" dirty="0">
                          <a:solidFill>
                            <a:schemeClr val="tx1"/>
                          </a:solidFill>
                          <a:latin typeface="Arial Black" panose="020B0A04020102020204" pitchFamily="34" charset="0"/>
                        </a:rPr>
                        <a:t>5</a:t>
                      </a:r>
                      <a:endParaRPr lang="zh-CN" altLang="en-US" dirty="0">
                        <a:solidFill>
                          <a:schemeClr val="tx1"/>
                        </a:solidFill>
                        <a:latin typeface="Arial Black" panose="020B0A04020102020204" pitchFamily="34" charset="0"/>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ctr"/>
                      <a:r>
                        <a:rPr lang="en-US" altLang="zh-CN" dirty="0">
                          <a:solidFill>
                            <a:schemeClr val="tx1"/>
                          </a:solidFill>
                          <a:latin typeface="Arial Black" panose="020B0A04020102020204" pitchFamily="34" charset="0"/>
                        </a:rPr>
                        <a:t>6</a:t>
                      </a:r>
                      <a:endParaRPr lang="zh-CN" altLang="en-US" dirty="0">
                        <a:solidFill>
                          <a:schemeClr val="tx1"/>
                        </a:solidFill>
                        <a:latin typeface="Arial Black" panose="020B0A04020102020204" pitchFamily="34" charset="0"/>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ctr"/>
                      <a:r>
                        <a:rPr lang="en-US" altLang="zh-CN" dirty="0">
                          <a:solidFill>
                            <a:schemeClr val="tx1"/>
                          </a:solidFill>
                          <a:latin typeface="Arial Black" panose="020B0A04020102020204" pitchFamily="34" charset="0"/>
                        </a:rPr>
                        <a:t>7</a:t>
                      </a:r>
                      <a:endParaRPr lang="zh-CN" altLang="en-US" dirty="0">
                        <a:solidFill>
                          <a:schemeClr val="tx1"/>
                        </a:solidFill>
                        <a:latin typeface="Arial Black" panose="020B0A04020102020204" pitchFamily="34" charset="0"/>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ctr"/>
                      <a:r>
                        <a:rPr lang="en-US" altLang="zh-CN" dirty="0">
                          <a:solidFill>
                            <a:schemeClr val="tx1"/>
                          </a:solidFill>
                          <a:latin typeface="Arial Black" panose="020B0A04020102020204" pitchFamily="34" charset="0"/>
                        </a:rPr>
                        <a:t>0</a:t>
                      </a:r>
                      <a:endParaRPr lang="zh-CN" altLang="en-US" dirty="0">
                        <a:solidFill>
                          <a:schemeClr val="tx1"/>
                        </a:solidFill>
                        <a:latin typeface="Arial Black" panose="020B0A04020102020204" pitchFamily="34" charset="0"/>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ctr"/>
                      <a:r>
                        <a:rPr lang="en-US" altLang="zh-CN" dirty="0">
                          <a:solidFill>
                            <a:schemeClr val="tx1"/>
                          </a:solidFill>
                          <a:latin typeface="Arial Black" panose="020B0A04020102020204" pitchFamily="34" charset="0"/>
                        </a:rPr>
                        <a:t>1</a:t>
                      </a:r>
                      <a:endParaRPr lang="zh-CN" altLang="en-US" dirty="0">
                        <a:solidFill>
                          <a:schemeClr val="tx1"/>
                        </a:solidFill>
                        <a:latin typeface="Arial Black" panose="020B0A04020102020204" pitchFamily="34" charset="0"/>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ctr"/>
                      <a:r>
                        <a:rPr lang="en-US" altLang="zh-CN" dirty="0">
                          <a:solidFill>
                            <a:schemeClr val="tx1"/>
                          </a:solidFill>
                          <a:latin typeface="Arial Black" panose="020B0A04020102020204" pitchFamily="34" charset="0"/>
                        </a:rPr>
                        <a:t>2</a:t>
                      </a:r>
                      <a:endParaRPr lang="zh-CN" altLang="en-US" dirty="0">
                        <a:solidFill>
                          <a:schemeClr val="tx1"/>
                        </a:solidFill>
                        <a:latin typeface="Arial Black" panose="020B0A04020102020204" pitchFamily="34" charset="0"/>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ctr"/>
                      <a:r>
                        <a:rPr lang="en-US" altLang="zh-CN" dirty="0">
                          <a:solidFill>
                            <a:schemeClr val="tx1"/>
                          </a:solidFill>
                          <a:latin typeface="Arial Black" panose="020B0A04020102020204" pitchFamily="34" charset="0"/>
                        </a:rPr>
                        <a:t>…</a:t>
                      </a:r>
                      <a:endParaRPr lang="zh-CN" altLang="en-US" dirty="0">
                        <a:solidFill>
                          <a:schemeClr val="tx1"/>
                        </a:solidFill>
                        <a:latin typeface="Arial Black" panose="020B0A04020102020204" pitchFamily="34" charset="0"/>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extLst>
                  <a:ext uri="{0D108BD9-81ED-4DB2-BD59-A6C34878D82A}">
                    <a16:rowId xmlns:a16="http://schemas.microsoft.com/office/drawing/2014/main" val="316235763"/>
                  </a:ext>
                </a:extLst>
              </a:tr>
            </a:tbl>
          </a:graphicData>
        </a:graphic>
      </p:graphicFrame>
      <mc:AlternateContent xmlns:mc="http://schemas.openxmlformats.org/markup-compatibility/2006" xmlns:a14="http://schemas.microsoft.com/office/drawing/2010/main">
        <mc:Choice Requires="a14">
          <p:sp>
            <p:nvSpPr>
              <p:cNvPr id="31" name="íşlïḍè">
                <a:extLst>
                  <a:ext uri="{FF2B5EF4-FFF2-40B4-BE49-F238E27FC236}">
                    <a16:creationId xmlns:a16="http://schemas.microsoft.com/office/drawing/2014/main" id="{534EE850-C207-4BCA-A31E-771A47DA9033}"/>
                  </a:ext>
                </a:extLst>
              </p:cNvPr>
              <p:cNvSpPr txBox="1"/>
              <p:nvPr/>
            </p:nvSpPr>
            <p:spPr>
              <a:xfrm>
                <a:off x="2993250" y="3724968"/>
                <a:ext cx="6218660" cy="311297"/>
              </a:xfrm>
              <a:prstGeom prst="rect">
                <a:avLst/>
              </a:prstGeom>
              <a:noFill/>
            </p:spPr>
            <p:txBody>
              <a:bodyPr wrap="square" lIns="91440" tIns="45720" rIns="91440" bIns="45720" anchor="ctr">
                <a:noAutofit/>
              </a:bodyPr>
              <a:lstStyle/>
              <a:p>
                <a:r>
                  <a:rPr lang="zh-CN" altLang="en-US" b="1" dirty="0">
                    <a:solidFill>
                      <a:schemeClr val="accent4"/>
                    </a:solidFill>
                  </a:rPr>
                  <a:t>接收窗口</a:t>
                </a:r>
                <a14:m>
                  <m:oMath xmlns:m="http://schemas.openxmlformats.org/officeDocument/2006/math">
                    <m:sSub>
                      <m:sSubPr>
                        <m:ctrlPr>
                          <a:rPr lang="en-US" altLang="zh-CN" b="1" i="1" smtClean="0">
                            <a:solidFill>
                              <a:schemeClr val="accent4"/>
                            </a:solidFill>
                            <a:latin typeface="Cambria Math" panose="02040503050406030204" pitchFamily="18" charset="0"/>
                          </a:rPr>
                        </m:ctrlPr>
                      </m:sSubPr>
                      <m:e>
                        <m:r>
                          <a:rPr lang="en-US" altLang="zh-CN" b="1" i="1" smtClean="0">
                            <a:solidFill>
                              <a:schemeClr val="accent4"/>
                            </a:solidFill>
                            <a:latin typeface="Cambria Math" panose="02040503050406030204" pitchFamily="18" charset="0"/>
                          </a:rPr>
                          <m:t>𝑾</m:t>
                        </m:r>
                      </m:e>
                      <m:sub>
                        <m:r>
                          <a:rPr lang="en-US" altLang="zh-CN" b="1" i="1" smtClean="0">
                            <a:solidFill>
                              <a:schemeClr val="accent4"/>
                            </a:solidFill>
                            <a:latin typeface="Cambria Math" panose="02040503050406030204" pitchFamily="18" charset="0"/>
                          </a:rPr>
                          <m:t>𝑹</m:t>
                        </m:r>
                      </m:sub>
                    </m:sSub>
                  </m:oMath>
                </a14:m>
                <a:r>
                  <a:rPr lang="zh-CN" altLang="en-US" b="1" dirty="0"/>
                  <a:t>取最大值</a:t>
                </a:r>
                <a14:m>
                  <m:oMath xmlns:m="http://schemas.openxmlformats.org/officeDocument/2006/math">
                    <m:sSup>
                      <m:sSupPr>
                        <m:ctrlPr>
                          <a:rPr lang="en-US" altLang="zh-CN" b="1" i="1" smtClean="0">
                            <a:latin typeface="Cambria Math" panose="02040503050406030204" pitchFamily="18" charset="0"/>
                          </a:rPr>
                        </m:ctrlPr>
                      </m:sSupPr>
                      <m:e>
                        <m:r>
                          <a:rPr lang="en-US" altLang="zh-CN" b="1" i="1" smtClean="0">
                            <a:latin typeface="Cambria Math" panose="02040503050406030204" pitchFamily="18" charset="0"/>
                          </a:rPr>
                          <m:t>𝟐</m:t>
                        </m:r>
                      </m:e>
                      <m:sup>
                        <m:r>
                          <a:rPr lang="en-US" altLang="zh-CN" b="1" i="1" smtClean="0">
                            <a:latin typeface="Cambria Math" panose="02040503050406030204" pitchFamily="18" charset="0"/>
                          </a:rPr>
                          <m:t>(</m:t>
                        </m:r>
                        <m:r>
                          <a:rPr lang="en-US" altLang="zh-CN" b="1" i="1" smtClean="0">
                            <a:latin typeface="Cambria Math" panose="02040503050406030204" pitchFamily="18" charset="0"/>
                          </a:rPr>
                          <m:t>𝟑</m:t>
                        </m:r>
                        <m:r>
                          <a:rPr lang="en-US" altLang="zh-CN" b="1" i="1" smtClean="0">
                            <a:latin typeface="Cambria Math" panose="02040503050406030204" pitchFamily="18" charset="0"/>
                          </a:rPr>
                          <m:t>−</m:t>
                        </m:r>
                        <m:r>
                          <a:rPr lang="en-US" altLang="zh-CN" b="1" i="1" smtClean="0">
                            <a:latin typeface="Cambria Math" panose="02040503050406030204" pitchFamily="18" charset="0"/>
                          </a:rPr>
                          <m:t>𝟏</m:t>
                        </m:r>
                        <m:r>
                          <a:rPr lang="en-US" altLang="zh-CN" b="1" i="1" smtClean="0">
                            <a:latin typeface="Cambria Math" panose="02040503050406030204" pitchFamily="18" charset="0"/>
                          </a:rPr>
                          <m:t>)</m:t>
                        </m:r>
                      </m:sup>
                    </m:sSup>
                  </m:oMath>
                </a14:m>
                <a:r>
                  <a:rPr lang="zh-CN" altLang="en-US" b="1" dirty="0"/>
                  <a:t>，即</a:t>
                </a:r>
                <a14:m>
                  <m:oMath xmlns:m="http://schemas.openxmlformats.org/officeDocument/2006/math">
                    <m:sSub>
                      <m:sSubPr>
                        <m:ctrlPr>
                          <a:rPr lang="en-US" altLang="zh-CN" b="1" i="1" smtClean="0">
                            <a:latin typeface="Cambria Math" panose="02040503050406030204" pitchFamily="18" charset="0"/>
                          </a:rPr>
                        </m:ctrlPr>
                      </m:sSubPr>
                      <m:e>
                        <m:r>
                          <a:rPr lang="en-US" altLang="zh-CN" b="1" i="1" smtClean="0">
                            <a:latin typeface="Cambria Math" panose="02040503050406030204" pitchFamily="18" charset="0"/>
                          </a:rPr>
                          <m:t>𝑾</m:t>
                        </m:r>
                      </m:e>
                      <m:sub>
                        <m:r>
                          <a:rPr lang="en-US" altLang="zh-CN" b="1" i="1" smtClean="0">
                            <a:latin typeface="Cambria Math" panose="02040503050406030204" pitchFamily="18" charset="0"/>
                          </a:rPr>
                          <m:t>𝑹</m:t>
                        </m:r>
                      </m:sub>
                    </m:sSub>
                    <m:r>
                      <a:rPr lang="en-US" altLang="zh-CN" b="1" i="1" smtClean="0">
                        <a:latin typeface="Cambria Math" panose="02040503050406030204" pitchFamily="18" charset="0"/>
                      </a:rPr>
                      <m:t>=</m:t>
                    </m:r>
                    <m:r>
                      <a:rPr lang="en-US" altLang="zh-CN" b="1" i="1" smtClean="0">
                        <a:latin typeface="Cambria Math" panose="02040503050406030204" pitchFamily="18" charset="0"/>
                      </a:rPr>
                      <m:t>𝟒</m:t>
                    </m:r>
                    <m:r>
                      <a:rPr lang="zh-CN" altLang="en-US" b="1" i="1">
                        <a:latin typeface="Cambria Math" panose="02040503050406030204" pitchFamily="18" charset="0"/>
                      </a:rPr>
                      <m:t>。</m:t>
                    </m:r>
                  </m:oMath>
                </a14:m>
                <a:endParaRPr lang="en-US" altLang="zh-CN" b="1" dirty="0"/>
              </a:p>
            </p:txBody>
          </p:sp>
        </mc:Choice>
        <mc:Fallback xmlns="">
          <p:sp>
            <p:nvSpPr>
              <p:cNvPr id="31" name="íşlïḍè">
                <a:extLst>
                  <a:ext uri="{FF2B5EF4-FFF2-40B4-BE49-F238E27FC236}">
                    <a16:creationId xmlns:a16="http://schemas.microsoft.com/office/drawing/2014/main" id="{534EE850-C207-4BCA-A31E-771A47DA9033}"/>
                  </a:ext>
                </a:extLst>
              </p:cNvPr>
              <p:cNvSpPr txBox="1">
                <a:spLocks noRot="1" noChangeAspect="1" noMove="1" noResize="1" noEditPoints="1" noAdjustHandles="1" noChangeArrowheads="1" noChangeShapeType="1" noTextEdit="1"/>
              </p:cNvSpPr>
              <p:nvPr/>
            </p:nvSpPr>
            <p:spPr>
              <a:xfrm>
                <a:off x="2993250" y="3724968"/>
                <a:ext cx="6218660" cy="311297"/>
              </a:xfrm>
              <a:prstGeom prst="rect">
                <a:avLst/>
              </a:prstGeom>
              <a:blipFill>
                <a:blip r:embed="rId10"/>
                <a:stretch>
                  <a:fillRect l="-784" t="-17647" b="-43137"/>
                </a:stretch>
              </a:blipFill>
            </p:spPr>
            <p:txBody>
              <a:bodyPr/>
              <a:lstStyle/>
              <a:p>
                <a:r>
                  <a:rPr lang="zh-CN" altLang="en-US">
                    <a:noFill/>
                  </a:rPr>
                  <a:t> </a:t>
                </a:r>
              </a:p>
            </p:txBody>
          </p:sp>
        </mc:Fallback>
      </mc:AlternateContent>
      <mc:AlternateContent xmlns:mc="http://schemas.openxmlformats.org/markup-compatibility/2006" xmlns:a14="http://schemas.microsoft.com/office/drawing/2010/main">
        <mc:Choice Requires="a14">
          <p:sp>
            <p:nvSpPr>
              <p:cNvPr id="32" name="íşlïḍè">
                <a:extLst>
                  <a:ext uri="{FF2B5EF4-FFF2-40B4-BE49-F238E27FC236}">
                    <a16:creationId xmlns:a16="http://schemas.microsoft.com/office/drawing/2014/main" id="{FBFA56FC-F0C2-4492-AE42-88A025F625E8}"/>
                  </a:ext>
                </a:extLst>
              </p:cNvPr>
              <p:cNvSpPr txBox="1"/>
              <p:nvPr/>
            </p:nvSpPr>
            <p:spPr>
              <a:xfrm>
                <a:off x="2993250" y="4183741"/>
                <a:ext cx="6218660" cy="311297"/>
              </a:xfrm>
              <a:prstGeom prst="rect">
                <a:avLst/>
              </a:prstGeom>
              <a:noFill/>
            </p:spPr>
            <p:txBody>
              <a:bodyPr wrap="square" lIns="91440" tIns="45720" rIns="91440" bIns="45720" anchor="ctr">
                <a:noAutofit/>
              </a:bodyPr>
              <a:lstStyle/>
              <a:p>
                <a:r>
                  <a:rPr lang="zh-CN" altLang="en-US" b="1" dirty="0">
                    <a:solidFill>
                      <a:schemeClr val="accent3"/>
                    </a:solidFill>
                  </a:rPr>
                  <a:t>发送窗口</a:t>
                </a:r>
                <a14:m>
                  <m:oMath xmlns:m="http://schemas.openxmlformats.org/officeDocument/2006/math">
                    <m:sSub>
                      <m:sSubPr>
                        <m:ctrlPr>
                          <a:rPr lang="en-US" altLang="zh-CN" b="1" i="1" smtClean="0">
                            <a:solidFill>
                              <a:schemeClr val="accent3"/>
                            </a:solidFill>
                            <a:latin typeface="Cambria Math" panose="02040503050406030204" pitchFamily="18" charset="0"/>
                          </a:rPr>
                        </m:ctrlPr>
                      </m:sSubPr>
                      <m:e>
                        <m:r>
                          <a:rPr lang="en-US" altLang="zh-CN" b="1" i="1" smtClean="0">
                            <a:solidFill>
                              <a:schemeClr val="accent3"/>
                            </a:solidFill>
                            <a:latin typeface="Cambria Math" panose="02040503050406030204" pitchFamily="18" charset="0"/>
                          </a:rPr>
                          <m:t>𝑾</m:t>
                        </m:r>
                      </m:e>
                      <m:sub>
                        <m:r>
                          <a:rPr lang="en-US" altLang="zh-CN" b="1" i="1" smtClean="0">
                            <a:solidFill>
                              <a:schemeClr val="accent3"/>
                            </a:solidFill>
                            <a:latin typeface="Cambria Math" panose="02040503050406030204" pitchFamily="18" charset="0"/>
                          </a:rPr>
                          <m:t>𝑻</m:t>
                        </m:r>
                      </m:sub>
                    </m:sSub>
                  </m:oMath>
                </a14:m>
                <a:r>
                  <a:rPr lang="zh-CN" altLang="en-US" b="1" dirty="0"/>
                  <a:t>能取到的最大值也为</a:t>
                </a:r>
                <a14:m>
                  <m:oMath xmlns:m="http://schemas.openxmlformats.org/officeDocument/2006/math">
                    <m:sSup>
                      <m:sSupPr>
                        <m:ctrlPr>
                          <a:rPr lang="en-US" altLang="zh-CN" b="1" i="1" smtClean="0">
                            <a:latin typeface="Cambria Math" panose="02040503050406030204" pitchFamily="18" charset="0"/>
                          </a:rPr>
                        </m:ctrlPr>
                      </m:sSupPr>
                      <m:e>
                        <m:r>
                          <a:rPr lang="en-US" altLang="zh-CN" b="1" i="1" smtClean="0">
                            <a:latin typeface="Cambria Math" panose="02040503050406030204" pitchFamily="18" charset="0"/>
                          </a:rPr>
                          <m:t>𝟐</m:t>
                        </m:r>
                      </m:e>
                      <m:sup>
                        <m:r>
                          <a:rPr lang="en-US" altLang="zh-CN" b="1" i="1" smtClean="0">
                            <a:latin typeface="Cambria Math" panose="02040503050406030204" pitchFamily="18" charset="0"/>
                          </a:rPr>
                          <m:t>(</m:t>
                        </m:r>
                        <m:r>
                          <a:rPr lang="en-US" altLang="zh-CN" b="1" i="1" smtClean="0">
                            <a:latin typeface="Cambria Math" panose="02040503050406030204" pitchFamily="18" charset="0"/>
                          </a:rPr>
                          <m:t>𝟑</m:t>
                        </m:r>
                        <m:r>
                          <a:rPr lang="en-US" altLang="zh-CN" b="1" i="1" smtClean="0">
                            <a:latin typeface="Cambria Math" panose="02040503050406030204" pitchFamily="18" charset="0"/>
                          </a:rPr>
                          <m:t>−</m:t>
                        </m:r>
                        <m:r>
                          <a:rPr lang="en-US" altLang="zh-CN" b="1" i="1" smtClean="0">
                            <a:latin typeface="Cambria Math" panose="02040503050406030204" pitchFamily="18" charset="0"/>
                          </a:rPr>
                          <m:t>𝟏</m:t>
                        </m:r>
                        <m:r>
                          <a:rPr lang="en-US" altLang="zh-CN" b="1" i="1" smtClean="0">
                            <a:latin typeface="Cambria Math" panose="02040503050406030204" pitchFamily="18" charset="0"/>
                          </a:rPr>
                          <m:t>)</m:t>
                        </m:r>
                      </m:sup>
                    </m:sSup>
                  </m:oMath>
                </a14:m>
                <a:r>
                  <a:rPr lang="zh-CN" altLang="en-US" b="1" dirty="0"/>
                  <a:t>，即</a:t>
                </a:r>
                <a14:m>
                  <m:oMath xmlns:m="http://schemas.openxmlformats.org/officeDocument/2006/math">
                    <m:sSub>
                      <m:sSubPr>
                        <m:ctrlPr>
                          <a:rPr lang="en-US" altLang="zh-CN" b="1" i="1" smtClean="0">
                            <a:latin typeface="Cambria Math" panose="02040503050406030204" pitchFamily="18" charset="0"/>
                          </a:rPr>
                        </m:ctrlPr>
                      </m:sSubPr>
                      <m:e>
                        <m:r>
                          <a:rPr lang="en-US" altLang="zh-CN" b="1" i="1" smtClean="0">
                            <a:latin typeface="Cambria Math" panose="02040503050406030204" pitchFamily="18" charset="0"/>
                          </a:rPr>
                          <m:t>𝑾</m:t>
                        </m:r>
                      </m:e>
                      <m:sub>
                        <m:r>
                          <a:rPr lang="en-US" altLang="zh-CN" b="1" i="1" smtClean="0">
                            <a:latin typeface="Cambria Math" panose="02040503050406030204" pitchFamily="18" charset="0"/>
                          </a:rPr>
                          <m:t>𝑻</m:t>
                        </m:r>
                      </m:sub>
                    </m:sSub>
                    <m:r>
                      <a:rPr lang="en-US" altLang="zh-CN" b="1" i="1" smtClean="0">
                        <a:latin typeface="Cambria Math" panose="02040503050406030204" pitchFamily="18" charset="0"/>
                      </a:rPr>
                      <m:t>=</m:t>
                    </m:r>
                    <m:r>
                      <a:rPr lang="en-US" altLang="zh-CN" b="1" i="1" smtClean="0">
                        <a:latin typeface="Cambria Math" panose="02040503050406030204" pitchFamily="18" charset="0"/>
                      </a:rPr>
                      <m:t>𝟒</m:t>
                    </m:r>
                    <m:r>
                      <a:rPr lang="zh-CN" altLang="en-US" b="1" i="1">
                        <a:latin typeface="Cambria Math" panose="02040503050406030204" pitchFamily="18" charset="0"/>
                      </a:rPr>
                      <m:t>。</m:t>
                    </m:r>
                  </m:oMath>
                </a14:m>
                <a:endParaRPr lang="en-US" altLang="zh-CN" b="1" dirty="0"/>
              </a:p>
            </p:txBody>
          </p:sp>
        </mc:Choice>
        <mc:Fallback xmlns="">
          <p:sp>
            <p:nvSpPr>
              <p:cNvPr id="32" name="íşlïḍè">
                <a:extLst>
                  <a:ext uri="{FF2B5EF4-FFF2-40B4-BE49-F238E27FC236}">
                    <a16:creationId xmlns:a16="http://schemas.microsoft.com/office/drawing/2014/main" id="{FBFA56FC-F0C2-4492-AE42-88A025F625E8}"/>
                  </a:ext>
                </a:extLst>
              </p:cNvPr>
              <p:cNvSpPr txBox="1">
                <a:spLocks noRot="1" noChangeAspect="1" noMove="1" noResize="1" noEditPoints="1" noAdjustHandles="1" noChangeArrowheads="1" noChangeShapeType="1" noTextEdit="1"/>
              </p:cNvSpPr>
              <p:nvPr/>
            </p:nvSpPr>
            <p:spPr>
              <a:xfrm>
                <a:off x="2993250" y="4183741"/>
                <a:ext cx="6218660" cy="311297"/>
              </a:xfrm>
              <a:prstGeom prst="rect">
                <a:avLst/>
              </a:prstGeom>
              <a:blipFill>
                <a:blip r:embed="rId11"/>
                <a:stretch>
                  <a:fillRect l="-784" t="-17647" b="-43137"/>
                </a:stretch>
              </a:blipFill>
            </p:spPr>
            <p:txBody>
              <a:bodyPr/>
              <a:lstStyle/>
              <a:p>
                <a:r>
                  <a:rPr lang="zh-CN" altLang="en-US">
                    <a:noFill/>
                  </a:rPr>
                  <a:t> </a:t>
                </a:r>
              </a:p>
            </p:txBody>
          </p:sp>
        </mc:Fallback>
      </mc:AlternateContent>
      <p:sp>
        <p:nvSpPr>
          <p:cNvPr id="58" name="矩形 57">
            <a:extLst>
              <a:ext uri="{FF2B5EF4-FFF2-40B4-BE49-F238E27FC236}">
                <a16:creationId xmlns:a16="http://schemas.microsoft.com/office/drawing/2014/main" id="{B824E139-38BD-4C94-89BD-7C907264EBAA}"/>
              </a:ext>
            </a:extLst>
          </p:cNvPr>
          <p:cNvSpPr/>
          <p:nvPr/>
        </p:nvSpPr>
        <p:spPr>
          <a:xfrm>
            <a:off x="2300222" y="5553748"/>
            <a:ext cx="3023739" cy="374399"/>
          </a:xfrm>
          <a:prstGeom prst="rect">
            <a:avLst/>
          </a:prstGeom>
          <a:solidFill>
            <a:schemeClr val="accent3">
              <a:alpha val="74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35" name="矩形 34">
            <a:extLst>
              <a:ext uri="{FF2B5EF4-FFF2-40B4-BE49-F238E27FC236}">
                <a16:creationId xmlns:a16="http://schemas.microsoft.com/office/drawing/2014/main" id="{6C9644DF-EA3E-480D-BF5B-8F6A670B2F66}"/>
              </a:ext>
            </a:extLst>
          </p:cNvPr>
          <p:cNvSpPr/>
          <p:nvPr/>
        </p:nvSpPr>
        <p:spPr>
          <a:xfrm>
            <a:off x="3065684" y="1822386"/>
            <a:ext cx="2258278" cy="369332"/>
          </a:xfrm>
          <a:prstGeom prst="rect">
            <a:avLst/>
          </a:prstGeom>
          <a:solidFill>
            <a:schemeClr val="accent4">
              <a:alpha val="74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41" name="checked_153603">
            <a:extLst>
              <a:ext uri="{FF2B5EF4-FFF2-40B4-BE49-F238E27FC236}">
                <a16:creationId xmlns:a16="http://schemas.microsoft.com/office/drawing/2014/main" id="{C2626C1D-9AB5-42EC-8DE8-0AE5E1CE99B1}"/>
              </a:ext>
            </a:extLst>
          </p:cNvPr>
          <p:cNvSpPr/>
          <p:nvPr/>
        </p:nvSpPr>
        <p:spPr>
          <a:xfrm>
            <a:off x="3501803" y="5652776"/>
            <a:ext cx="283266" cy="237538"/>
          </a:xfrm>
          <a:custGeom>
            <a:avLst/>
            <a:gdLst>
              <a:gd name="T0" fmla="*/ 1351 w 4419"/>
              <a:gd name="T1" fmla="*/ 3653 h 3712"/>
              <a:gd name="T2" fmla="*/ 1493 w 4419"/>
              <a:gd name="T3" fmla="*/ 3712 h 3712"/>
              <a:gd name="T4" fmla="*/ 1634 w 4419"/>
              <a:gd name="T5" fmla="*/ 3653 h 3712"/>
              <a:gd name="T6" fmla="*/ 4361 w 4419"/>
              <a:gd name="T7" fmla="*/ 927 h 3712"/>
              <a:gd name="T8" fmla="*/ 4419 w 4419"/>
              <a:gd name="T9" fmla="*/ 785 h 3712"/>
              <a:gd name="T10" fmla="*/ 4361 w 4419"/>
              <a:gd name="T11" fmla="*/ 644 h 3712"/>
              <a:gd name="T12" fmla="*/ 3795 w 4419"/>
              <a:gd name="T13" fmla="*/ 78 h 3712"/>
              <a:gd name="T14" fmla="*/ 3512 w 4419"/>
              <a:gd name="T15" fmla="*/ 78 h 3712"/>
              <a:gd name="T16" fmla="*/ 1493 w 4419"/>
              <a:gd name="T17" fmla="*/ 2098 h 3712"/>
              <a:gd name="T18" fmla="*/ 927 w 4419"/>
              <a:gd name="T19" fmla="*/ 1532 h 3712"/>
              <a:gd name="T20" fmla="*/ 786 w 4419"/>
              <a:gd name="T21" fmla="*/ 1473 h 3712"/>
              <a:gd name="T22" fmla="*/ 644 w 4419"/>
              <a:gd name="T23" fmla="*/ 1532 h 3712"/>
              <a:gd name="T24" fmla="*/ 79 w 4419"/>
              <a:gd name="T25" fmla="*/ 2098 h 3712"/>
              <a:gd name="T26" fmla="*/ 79 w 4419"/>
              <a:gd name="T27" fmla="*/ 2380 h 3712"/>
              <a:gd name="T28" fmla="*/ 1351 w 4419"/>
              <a:gd name="T29" fmla="*/ 3653 h 37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4419" h="3712">
                <a:moveTo>
                  <a:pt x="1351" y="3653"/>
                </a:moveTo>
                <a:cubicBezTo>
                  <a:pt x="1389" y="3691"/>
                  <a:pt x="1440" y="3712"/>
                  <a:pt x="1493" y="3712"/>
                </a:cubicBezTo>
                <a:cubicBezTo>
                  <a:pt x="1546" y="3712"/>
                  <a:pt x="1597" y="3691"/>
                  <a:pt x="1634" y="3653"/>
                </a:cubicBezTo>
                <a:lnTo>
                  <a:pt x="4361" y="927"/>
                </a:lnTo>
                <a:cubicBezTo>
                  <a:pt x="4398" y="889"/>
                  <a:pt x="4419" y="838"/>
                  <a:pt x="4419" y="785"/>
                </a:cubicBezTo>
                <a:cubicBezTo>
                  <a:pt x="4419" y="732"/>
                  <a:pt x="4398" y="681"/>
                  <a:pt x="4361" y="644"/>
                </a:cubicBezTo>
                <a:lnTo>
                  <a:pt x="3795" y="78"/>
                </a:lnTo>
                <a:cubicBezTo>
                  <a:pt x="3717" y="0"/>
                  <a:pt x="3590" y="0"/>
                  <a:pt x="3512" y="78"/>
                </a:cubicBezTo>
                <a:lnTo>
                  <a:pt x="1493" y="2098"/>
                </a:lnTo>
                <a:lnTo>
                  <a:pt x="927" y="1532"/>
                </a:lnTo>
                <a:cubicBezTo>
                  <a:pt x="890" y="1494"/>
                  <a:pt x="839" y="1473"/>
                  <a:pt x="786" y="1473"/>
                </a:cubicBezTo>
                <a:cubicBezTo>
                  <a:pt x="733" y="1473"/>
                  <a:pt x="682" y="1494"/>
                  <a:pt x="644" y="1532"/>
                </a:cubicBezTo>
                <a:lnTo>
                  <a:pt x="79" y="2098"/>
                </a:lnTo>
                <a:cubicBezTo>
                  <a:pt x="0" y="2176"/>
                  <a:pt x="0" y="2302"/>
                  <a:pt x="79" y="2380"/>
                </a:cubicBezTo>
                <a:lnTo>
                  <a:pt x="1351" y="3653"/>
                </a:lnTo>
                <a:close/>
              </a:path>
            </a:pathLst>
          </a:cu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2" name="checked_153603">
            <a:extLst>
              <a:ext uri="{FF2B5EF4-FFF2-40B4-BE49-F238E27FC236}">
                <a16:creationId xmlns:a16="http://schemas.microsoft.com/office/drawing/2014/main" id="{B46D509C-F6F7-4C4A-A9CE-B53BED602183}"/>
              </a:ext>
            </a:extLst>
          </p:cNvPr>
          <p:cNvSpPr/>
          <p:nvPr/>
        </p:nvSpPr>
        <p:spPr>
          <a:xfrm>
            <a:off x="4271249" y="5654587"/>
            <a:ext cx="283266" cy="237538"/>
          </a:xfrm>
          <a:custGeom>
            <a:avLst/>
            <a:gdLst>
              <a:gd name="T0" fmla="*/ 1351 w 4419"/>
              <a:gd name="T1" fmla="*/ 3653 h 3712"/>
              <a:gd name="T2" fmla="*/ 1493 w 4419"/>
              <a:gd name="T3" fmla="*/ 3712 h 3712"/>
              <a:gd name="T4" fmla="*/ 1634 w 4419"/>
              <a:gd name="T5" fmla="*/ 3653 h 3712"/>
              <a:gd name="T6" fmla="*/ 4361 w 4419"/>
              <a:gd name="T7" fmla="*/ 927 h 3712"/>
              <a:gd name="T8" fmla="*/ 4419 w 4419"/>
              <a:gd name="T9" fmla="*/ 785 h 3712"/>
              <a:gd name="T10" fmla="*/ 4361 w 4419"/>
              <a:gd name="T11" fmla="*/ 644 h 3712"/>
              <a:gd name="T12" fmla="*/ 3795 w 4419"/>
              <a:gd name="T13" fmla="*/ 78 h 3712"/>
              <a:gd name="T14" fmla="*/ 3512 w 4419"/>
              <a:gd name="T15" fmla="*/ 78 h 3712"/>
              <a:gd name="T16" fmla="*/ 1493 w 4419"/>
              <a:gd name="T17" fmla="*/ 2098 h 3712"/>
              <a:gd name="T18" fmla="*/ 927 w 4419"/>
              <a:gd name="T19" fmla="*/ 1532 h 3712"/>
              <a:gd name="T20" fmla="*/ 786 w 4419"/>
              <a:gd name="T21" fmla="*/ 1473 h 3712"/>
              <a:gd name="T22" fmla="*/ 644 w 4419"/>
              <a:gd name="T23" fmla="*/ 1532 h 3712"/>
              <a:gd name="T24" fmla="*/ 79 w 4419"/>
              <a:gd name="T25" fmla="*/ 2098 h 3712"/>
              <a:gd name="T26" fmla="*/ 79 w 4419"/>
              <a:gd name="T27" fmla="*/ 2380 h 3712"/>
              <a:gd name="T28" fmla="*/ 1351 w 4419"/>
              <a:gd name="T29" fmla="*/ 3653 h 37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4419" h="3712">
                <a:moveTo>
                  <a:pt x="1351" y="3653"/>
                </a:moveTo>
                <a:cubicBezTo>
                  <a:pt x="1389" y="3691"/>
                  <a:pt x="1440" y="3712"/>
                  <a:pt x="1493" y="3712"/>
                </a:cubicBezTo>
                <a:cubicBezTo>
                  <a:pt x="1546" y="3712"/>
                  <a:pt x="1597" y="3691"/>
                  <a:pt x="1634" y="3653"/>
                </a:cubicBezTo>
                <a:lnTo>
                  <a:pt x="4361" y="927"/>
                </a:lnTo>
                <a:cubicBezTo>
                  <a:pt x="4398" y="889"/>
                  <a:pt x="4419" y="838"/>
                  <a:pt x="4419" y="785"/>
                </a:cubicBezTo>
                <a:cubicBezTo>
                  <a:pt x="4419" y="732"/>
                  <a:pt x="4398" y="681"/>
                  <a:pt x="4361" y="644"/>
                </a:cubicBezTo>
                <a:lnTo>
                  <a:pt x="3795" y="78"/>
                </a:lnTo>
                <a:cubicBezTo>
                  <a:pt x="3717" y="0"/>
                  <a:pt x="3590" y="0"/>
                  <a:pt x="3512" y="78"/>
                </a:cubicBezTo>
                <a:lnTo>
                  <a:pt x="1493" y="2098"/>
                </a:lnTo>
                <a:lnTo>
                  <a:pt x="927" y="1532"/>
                </a:lnTo>
                <a:cubicBezTo>
                  <a:pt x="890" y="1494"/>
                  <a:pt x="839" y="1473"/>
                  <a:pt x="786" y="1473"/>
                </a:cubicBezTo>
                <a:cubicBezTo>
                  <a:pt x="733" y="1473"/>
                  <a:pt x="682" y="1494"/>
                  <a:pt x="644" y="1532"/>
                </a:cubicBezTo>
                <a:lnTo>
                  <a:pt x="79" y="2098"/>
                </a:lnTo>
                <a:cubicBezTo>
                  <a:pt x="0" y="2176"/>
                  <a:pt x="0" y="2302"/>
                  <a:pt x="79" y="2380"/>
                </a:cubicBezTo>
                <a:lnTo>
                  <a:pt x="1351" y="3653"/>
                </a:lnTo>
                <a:close/>
              </a:path>
            </a:pathLst>
          </a:cu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3" name="checked_153603">
            <a:extLst>
              <a:ext uri="{FF2B5EF4-FFF2-40B4-BE49-F238E27FC236}">
                <a16:creationId xmlns:a16="http://schemas.microsoft.com/office/drawing/2014/main" id="{E02A4F12-DEC5-49BA-8BD4-C24DE66A1BC0}"/>
              </a:ext>
            </a:extLst>
          </p:cNvPr>
          <p:cNvSpPr/>
          <p:nvPr/>
        </p:nvSpPr>
        <p:spPr>
          <a:xfrm>
            <a:off x="5042974" y="5652776"/>
            <a:ext cx="283266" cy="237538"/>
          </a:xfrm>
          <a:custGeom>
            <a:avLst/>
            <a:gdLst>
              <a:gd name="T0" fmla="*/ 1351 w 4419"/>
              <a:gd name="T1" fmla="*/ 3653 h 3712"/>
              <a:gd name="T2" fmla="*/ 1493 w 4419"/>
              <a:gd name="T3" fmla="*/ 3712 h 3712"/>
              <a:gd name="T4" fmla="*/ 1634 w 4419"/>
              <a:gd name="T5" fmla="*/ 3653 h 3712"/>
              <a:gd name="T6" fmla="*/ 4361 w 4419"/>
              <a:gd name="T7" fmla="*/ 927 h 3712"/>
              <a:gd name="T8" fmla="*/ 4419 w 4419"/>
              <a:gd name="T9" fmla="*/ 785 h 3712"/>
              <a:gd name="T10" fmla="*/ 4361 w 4419"/>
              <a:gd name="T11" fmla="*/ 644 h 3712"/>
              <a:gd name="T12" fmla="*/ 3795 w 4419"/>
              <a:gd name="T13" fmla="*/ 78 h 3712"/>
              <a:gd name="T14" fmla="*/ 3512 w 4419"/>
              <a:gd name="T15" fmla="*/ 78 h 3712"/>
              <a:gd name="T16" fmla="*/ 1493 w 4419"/>
              <a:gd name="T17" fmla="*/ 2098 h 3712"/>
              <a:gd name="T18" fmla="*/ 927 w 4419"/>
              <a:gd name="T19" fmla="*/ 1532 h 3712"/>
              <a:gd name="T20" fmla="*/ 786 w 4419"/>
              <a:gd name="T21" fmla="*/ 1473 h 3712"/>
              <a:gd name="T22" fmla="*/ 644 w 4419"/>
              <a:gd name="T23" fmla="*/ 1532 h 3712"/>
              <a:gd name="T24" fmla="*/ 79 w 4419"/>
              <a:gd name="T25" fmla="*/ 2098 h 3712"/>
              <a:gd name="T26" fmla="*/ 79 w 4419"/>
              <a:gd name="T27" fmla="*/ 2380 h 3712"/>
              <a:gd name="T28" fmla="*/ 1351 w 4419"/>
              <a:gd name="T29" fmla="*/ 3653 h 37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4419" h="3712">
                <a:moveTo>
                  <a:pt x="1351" y="3653"/>
                </a:moveTo>
                <a:cubicBezTo>
                  <a:pt x="1389" y="3691"/>
                  <a:pt x="1440" y="3712"/>
                  <a:pt x="1493" y="3712"/>
                </a:cubicBezTo>
                <a:cubicBezTo>
                  <a:pt x="1546" y="3712"/>
                  <a:pt x="1597" y="3691"/>
                  <a:pt x="1634" y="3653"/>
                </a:cubicBezTo>
                <a:lnTo>
                  <a:pt x="4361" y="927"/>
                </a:lnTo>
                <a:cubicBezTo>
                  <a:pt x="4398" y="889"/>
                  <a:pt x="4419" y="838"/>
                  <a:pt x="4419" y="785"/>
                </a:cubicBezTo>
                <a:cubicBezTo>
                  <a:pt x="4419" y="732"/>
                  <a:pt x="4398" y="681"/>
                  <a:pt x="4361" y="644"/>
                </a:cubicBezTo>
                <a:lnTo>
                  <a:pt x="3795" y="78"/>
                </a:lnTo>
                <a:cubicBezTo>
                  <a:pt x="3717" y="0"/>
                  <a:pt x="3590" y="0"/>
                  <a:pt x="3512" y="78"/>
                </a:cubicBezTo>
                <a:lnTo>
                  <a:pt x="1493" y="2098"/>
                </a:lnTo>
                <a:lnTo>
                  <a:pt x="927" y="1532"/>
                </a:lnTo>
                <a:cubicBezTo>
                  <a:pt x="890" y="1494"/>
                  <a:pt x="839" y="1473"/>
                  <a:pt x="786" y="1473"/>
                </a:cubicBezTo>
                <a:cubicBezTo>
                  <a:pt x="733" y="1473"/>
                  <a:pt x="682" y="1494"/>
                  <a:pt x="644" y="1532"/>
                </a:cubicBezTo>
                <a:lnTo>
                  <a:pt x="79" y="2098"/>
                </a:lnTo>
                <a:cubicBezTo>
                  <a:pt x="0" y="2176"/>
                  <a:pt x="0" y="2302"/>
                  <a:pt x="79" y="2380"/>
                </a:cubicBezTo>
                <a:lnTo>
                  <a:pt x="1351" y="3653"/>
                </a:lnTo>
                <a:close/>
              </a:path>
            </a:pathLst>
          </a:cu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51" name="矩形 50">
            <a:extLst>
              <a:ext uri="{FF2B5EF4-FFF2-40B4-BE49-F238E27FC236}">
                <a16:creationId xmlns:a16="http://schemas.microsoft.com/office/drawing/2014/main" id="{2865E612-9186-4B3E-BE48-C4C5C36160E6}"/>
              </a:ext>
            </a:extLst>
          </p:cNvPr>
          <p:cNvSpPr/>
          <p:nvPr/>
        </p:nvSpPr>
        <p:spPr>
          <a:xfrm>
            <a:off x="2307054" y="5563124"/>
            <a:ext cx="739454" cy="374399"/>
          </a:xfrm>
          <a:prstGeom prst="rect">
            <a:avLst/>
          </a:prstGeom>
          <a:solidFill>
            <a:schemeClr val="accent1">
              <a:lumMod val="75000"/>
              <a:alpha val="44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37" name="矩形 36">
            <a:extLst>
              <a:ext uri="{FF2B5EF4-FFF2-40B4-BE49-F238E27FC236}">
                <a16:creationId xmlns:a16="http://schemas.microsoft.com/office/drawing/2014/main" id="{8435FFCF-BFB0-4459-B5EB-B736E8D6438E}"/>
              </a:ext>
            </a:extLst>
          </p:cNvPr>
          <p:cNvSpPr/>
          <p:nvPr/>
        </p:nvSpPr>
        <p:spPr>
          <a:xfrm>
            <a:off x="2302910" y="1818200"/>
            <a:ext cx="765067" cy="389284"/>
          </a:xfrm>
          <a:prstGeom prst="rect">
            <a:avLst/>
          </a:prstGeom>
          <a:solidFill>
            <a:schemeClr val="accent4">
              <a:alpha val="74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48" name="矩形 47">
            <a:extLst>
              <a:ext uri="{FF2B5EF4-FFF2-40B4-BE49-F238E27FC236}">
                <a16:creationId xmlns:a16="http://schemas.microsoft.com/office/drawing/2014/main" id="{C88034C5-F47A-4E90-A5AC-A3DFF4691703}"/>
              </a:ext>
            </a:extLst>
          </p:cNvPr>
          <p:cNvSpPr/>
          <p:nvPr/>
        </p:nvSpPr>
        <p:spPr>
          <a:xfrm>
            <a:off x="456665" y="5110649"/>
            <a:ext cx="708432" cy="270283"/>
          </a:xfrm>
          <a:prstGeom prst="rect">
            <a:avLst/>
          </a:prstGeom>
          <a:solidFill>
            <a:schemeClr val="accent4"/>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46800" rIns="46800" rtlCol="0" anchor="ctr"/>
          <a:lstStyle/>
          <a:p>
            <a:pPr algn="ctr"/>
            <a:r>
              <a:rPr lang="en-US" altLang="zh-CN" b="1" dirty="0"/>
              <a:t>ACK0</a:t>
            </a:r>
            <a:endParaRPr lang="zh-CN" altLang="en-US" b="1" dirty="0"/>
          </a:p>
        </p:txBody>
      </p:sp>
      <p:sp>
        <p:nvSpPr>
          <p:cNvPr id="36" name="平行四边形 35">
            <a:extLst>
              <a:ext uri="{FF2B5EF4-FFF2-40B4-BE49-F238E27FC236}">
                <a16:creationId xmlns:a16="http://schemas.microsoft.com/office/drawing/2014/main" id="{6D43E9C5-DDCA-B643-917C-B16CE5DFB5F3}"/>
              </a:ext>
            </a:extLst>
          </p:cNvPr>
          <p:cNvSpPr/>
          <p:nvPr/>
        </p:nvSpPr>
        <p:spPr>
          <a:xfrm>
            <a:off x="304800" y="749300"/>
            <a:ext cx="675384" cy="387090"/>
          </a:xfrm>
          <a:prstGeom prst="parallelogram">
            <a:avLst/>
          </a:prstGeom>
          <a:solidFill>
            <a:schemeClr val="accent3">
              <a:lumMod val="75000"/>
            </a:schemeClr>
          </a:solidFill>
          <a:ln>
            <a:solidFill>
              <a:schemeClr val="accent3">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CN" sz="2200" dirty="0">
                <a:latin typeface="Impact" panose="020B0806030902050204" pitchFamily="34" charset="0"/>
              </a:rPr>
              <a:t>05</a:t>
            </a:r>
            <a:endParaRPr lang="zh-CN" altLang="en-US" sz="2200" dirty="0">
              <a:latin typeface="Impact" panose="020B0806030902050204" pitchFamily="34" charset="0"/>
            </a:endParaRPr>
          </a:p>
        </p:txBody>
      </p:sp>
    </p:spTree>
    <p:custDataLst>
      <p:tags r:id="rId1"/>
    </p:custDataLst>
    <p:extLst>
      <p:ext uri="{BB962C8B-B14F-4D97-AF65-F5344CB8AC3E}">
        <p14:creationId xmlns:p14="http://schemas.microsoft.com/office/powerpoint/2010/main" val="4198528647"/>
      </p:ext>
    </p:extLst>
  </p:cSld>
  <p:clrMapOvr>
    <a:masterClrMapping/>
  </p:clrMapOvr>
  <mc:AlternateContent xmlns:mc="http://schemas.openxmlformats.org/markup-compatibility/2006" xmlns:p159="http://schemas.microsoft.com/office/powerpoint/2015/09/main">
    <mc:Choice Requires="p159">
      <p:transition xmlns:p14="http://schemas.microsoft.com/office/powerpoint/2010/main" spd="slow" p14:dur="2000">
        <p159:morph option="byObject"/>
      </p:transition>
    </mc:Choice>
    <mc:Fallback xmlns="">
      <p:transition spd="slow">
        <p:fade/>
      </p:transition>
    </mc:Fallback>
  </mc:AlternateContent>
</p:sld>
</file>

<file path=ppt/slides/slide20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45" name="组合 44">
            <a:extLst>
              <a:ext uri="{FF2B5EF4-FFF2-40B4-BE49-F238E27FC236}">
                <a16:creationId xmlns:a16="http://schemas.microsoft.com/office/drawing/2014/main" id="{F5FCA282-8954-464E-9962-8DEC0A190612}"/>
              </a:ext>
            </a:extLst>
          </p:cNvPr>
          <p:cNvGrpSpPr/>
          <p:nvPr/>
        </p:nvGrpSpPr>
        <p:grpSpPr>
          <a:xfrm>
            <a:off x="5331272" y="1368773"/>
            <a:ext cx="3025589" cy="910796"/>
            <a:chOff x="2302929" y="5098286"/>
            <a:chExt cx="3025589" cy="910796"/>
          </a:xfrm>
        </p:grpSpPr>
        <p:sp>
          <p:nvSpPr>
            <p:cNvPr id="46" name="矩形 45">
              <a:extLst>
                <a:ext uri="{FF2B5EF4-FFF2-40B4-BE49-F238E27FC236}">
                  <a16:creationId xmlns:a16="http://schemas.microsoft.com/office/drawing/2014/main" id="{471AA480-7085-4D51-B0B4-D68301BF2020}"/>
                </a:ext>
              </a:extLst>
            </p:cNvPr>
            <p:cNvSpPr/>
            <p:nvPr/>
          </p:nvSpPr>
          <p:spPr>
            <a:xfrm>
              <a:off x="2302929" y="5467618"/>
              <a:ext cx="3025589" cy="541464"/>
            </a:xfrm>
            <a:prstGeom prst="rect">
              <a:avLst/>
            </a:prstGeom>
            <a:solidFill>
              <a:schemeClr val="accent4"/>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mc:AlternateContent xmlns:mc="http://schemas.openxmlformats.org/markup-compatibility/2006" xmlns:a14="http://schemas.microsoft.com/office/drawing/2010/main">
          <mc:Choice Requires="a14">
            <p:sp>
              <p:nvSpPr>
                <p:cNvPr id="47" name="文本框 46">
                  <a:extLst>
                    <a:ext uri="{FF2B5EF4-FFF2-40B4-BE49-F238E27FC236}">
                      <a16:creationId xmlns:a16="http://schemas.microsoft.com/office/drawing/2014/main" id="{4DD506B6-2862-4CF6-A3E9-F36AEFD5D21B}"/>
                    </a:ext>
                  </a:extLst>
                </p:cNvPr>
                <p:cNvSpPr txBox="1"/>
                <p:nvPr/>
              </p:nvSpPr>
              <p:spPr>
                <a:xfrm>
                  <a:off x="3277773" y="5098286"/>
                  <a:ext cx="1067217" cy="369332"/>
                </a:xfrm>
                <a:prstGeom prst="rect">
                  <a:avLst/>
                </a:prstGeom>
                <a:noFill/>
              </p:spPr>
              <p:txBody>
                <a:bodyPr wrap="square">
                  <a:spAutoFit/>
                </a:bodyPr>
                <a:lstStyle/>
                <a:p>
                  <a:pPr/>
                  <a14:m>
                    <m:oMathPara xmlns:m="http://schemas.openxmlformats.org/officeDocument/2006/math">
                      <m:oMathParaPr>
                        <m:jc m:val="centerGroup"/>
                      </m:oMathParaPr>
                      <m:oMath xmlns:m="http://schemas.openxmlformats.org/officeDocument/2006/math">
                        <m:sSub>
                          <m:sSubPr>
                            <m:ctrlPr>
                              <a:rPr lang="en-US" altLang="zh-CN" b="1" i="1" smtClean="0">
                                <a:solidFill>
                                  <a:schemeClr val="accent4"/>
                                </a:solidFill>
                                <a:latin typeface="Cambria Math" panose="02040503050406030204" pitchFamily="18" charset="0"/>
                              </a:rPr>
                            </m:ctrlPr>
                          </m:sSubPr>
                          <m:e>
                            <m:r>
                              <a:rPr lang="en-US" altLang="zh-CN" b="1" i="1" smtClean="0">
                                <a:solidFill>
                                  <a:schemeClr val="accent4"/>
                                </a:solidFill>
                                <a:latin typeface="Cambria Math" panose="02040503050406030204" pitchFamily="18" charset="0"/>
                              </a:rPr>
                              <m:t>𝑾</m:t>
                            </m:r>
                          </m:e>
                          <m:sub>
                            <m:r>
                              <a:rPr lang="en-US" altLang="zh-CN" b="1" i="1" smtClean="0">
                                <a:solidFill>
                                  <a:schemeClr val="accent4"/>
                                </a:solidFill>
                                <a:latin typeface="Cambria Math" panose="02040503050406030204" pitchFamily="18" charset="0"/>
                              </a:rPr>
                              <m:t>𝑹</m:t>
                            </m:r>
                          </m:sub>
                        </m:sSub>
                        <m:r>
                          <a:rPr lang="en-US" altLang="zh-CN" b="1" i="1" smtClean="0">
                            <a:solidFill>
                              <a:schemeClr val="accent4"/>
                            </a:solidFill>
                            <a:latin typeface="Cambria Math" panose="02040503050406030204" pitchFamily="18" charset="0"/>
                          </a:rPr>
                          <m:t>=</m:t>
                        </m:r>
                        <m:r>
                          <a:rPr lang="en-US" altLang="zh-CN" b="1" i="1" smtClean="0">
                            <a:solidFill>
                              <a:schemeClr val="accent4"/>
                            </a:solidFill>
                            <a:latin typeface="Cambria Math" panose="02040503050406030204" pitchFamily="18" charset="0"/>
                          </a:rPr>
                          <m:t>𝟒</m:t>
                        </m:r>
                      </m:oMath>
                    </m:oMathPara>
                  </a14:m>
                  <a:endParaRPr lang="zh-CN" altLang="en-US" dirty="0">
                    <a:solidFill>
                      <a:schemeClr val="accent4"/>
                    </a:solidFill>
                  </a:endParaRPr>
                </a:p>
              </p:txBody>
            </p:sp>
          </mc:Choice>
          <mc:Fallback xmlns="">
            <p:sp>
              <p:nvSpPr>
                <p:cNvPr id="47" name="文本框 46">
                  <a:extLst>
                    <a:ext uri="{FF2B5EF4-FFF2-40B4-BE49-F238E27FC236}">
                      <a16:creationId xmlns:a16="http://schemas.microsoft.com/office/drawing/2014/main" id="{4DD506B6-2862-4CF6-A3E9-F36AEFD5D21B}"/>
                    </a:ext>
                  </a:extLst>
                </p:cNvPr>
                <p:cNvSpPr txBox="1">
                  <a:spLocks noRot="1" noChangeAspect="1" noMove="1" noResize="1" noEditPoints="1" noAdjustHandles="1" noChangeArrowheads="1" noChangeShapeType="1" noTextEdit="1"/>
                </p:cNvSpPr>
                <p:nvPr/>
              </p:nvSpPr>
              <p:spPr>
                <a:xfrm>
                  <a:off x="3277773" y="5098286"/>
                  <a:ext cx="1067217" cy="369332"/>
                </a:xfrm>
                <a:prstGeom prst="rect">
                  <a:avLst/>
                </a:prstGeom>
                <a:blipFill>
                  <a:blip r:embed="rId3"/>
                  <a:stretch>
                    <a:fillRect b="-3333"/>
                  </a:stretch>
                </a:blipFill>
              </p:spPr>
              <p:txBody>
                <a:bodyPr/>
                <a:lstStyle/>
                <a:p>
                  <a:r>
                    <a:rPr lang="zh-CN" altLang="en-US">
                      <a:noFill/>
                    </a:rPr>
                    <a:t> </a:t>
                  </a:r>
                </a:p>
              </p:txBody>
            </p:sp>
          </mc:Fallback>
        </mc:AlternateContent>
      </p:grpSp>
      <p:grpSp>
        <p:nvGrpSpPr>
          <p:cNvPr id="5" name="组合 4">
            <a:extLst>
              <a:ext uri="{FF2B5EF4-FFF2-40B4-BE49-F238E27FC236}">
                <a16:creationId xmlns:a16="http://schemas.microsoft.com/office/drawing/2014/main" id="{20EFBF47-A85C-4FD1-BB81-590596419A3D}"/>
              </a:ext>
            </a:extLst>
          </p:cNvPr>
          <p:cNvGrpSpPr/>
          <p:nvPr/>
        </p:nvGrpSpPr>
        <p:grpSpPr>
          <a:xfrm>
            <a:off x="2302929" y="5098286"/>
            <a:ext cx="3025589" cy="910796"/>
            <a:chOff x="2302929" y="5098286"/>
            <a:chExt cx="3025589" cy="910796"/>
          </a:xfrm>
        </p:grpSpPr>
        <p:sp>
          <p:nvSpPr>
            <p:cNvPr id="33" name="矩形 32">
              <a:extLst>
                <a:ext uri="{FF2B5EF4-FFF2-40B4-BE49-F238E27FC236}">
                  <a16:creationId xmlns:a16="http://schemas.microsoft.com/office/drawing/2014/main" id="{3EA6F5A2-1C83-4BE5-9CCD-7CBA9C984323}"/>
                </a:ext>
              </a:extLst>
            </p:cNvPr>
            <p:cNvSpPr/>
            <p:nvPr/>
          </p:nvSpPr>
          <p:spPr>
            <a:xfrm>
              <a:off x="2302929" y="5467618"/>
              <a:ext cx="3025589" cy="541464"/>
            </a:xfrm>
            <a:prstGeom prst="rect">
              <a:avLst/>
            </a:prstGeom>
            <a:solidFill>
              <a:schemeClr val="accent3"/>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mc:AlternateContent xmlns:mc="http://schemas.openxmlformats.org/markup-compatibility/2006" xmlns:a14="http://schemas.microsoft.com/office/drawing/2010/main">
          <mc:Choice Requires="a14">
            <p:sp>
              <p:nvSpPr>
                <p:cNvPr id="34" name="文本框 33">
                  <a:extLst>
                    <a:ext uri="{FF2B5EF4-FFF2-40B4-BE49-F238E27FC236}">
                      <a16:creationId xmlns:a16="http://schemas.microsoft.com/office/drawing/2014/main" id="{8C755A65-DDAE-400F-BD8A-B2EB9981B67D}"/>
                    </a:ext>
                  </a:extLst>
                </p:cNvPr>
                <p:cNvSpPr txBox="1"/>
                <p:nvPr/>
              </p:nvSpPr>
              <p:spPr>
                <a:xfrm>
                  <a:off x="3277773" y="5098286"/>
                  <a:ext cx="1067217" cy="369332"/>
                </a:xfrm>
                <a:prstGeom prst="rect">
                  <a:avLst/>
                </a:prstGeom>
                <a:noFill/>
              </p:spPr>
              <p:txBody>
                <a:bodyPr wrap="square">
                  <a:spAutoFit/>
                </a:bodyPr>
                <a:lstStyle/>
                <a:p>
                  <a:pPr/>
                  <a14:m>
                    <m:oMathPara xmlns:m="http://schemas.openxmlformats.org/officeDocument/2006/math">
                      <m:oMathParaPr>
                        <m:jc m:val="centerGroup"/>
                      </m:oMathParaPr>
                      <m:oMath xmlns:m="http://schemas.openxmlformats.org/officeDocument/2006/math">
                        <m:sSub>
                          <m:sSubPr>
                            <m:ctrlPr>
                              <a:rPr lang="en-US" altLang="zh-CN" b="1" i="1" smtClean="0">
                                <a:solidFill>
                                  <a:schemeClr val="accent3"/>
                                </a:solidFill>
                                <a:latin typeface="Cambria Math" panose="02040503050406030204" pitchFamily="18" charset="0"/>
                              </a:rPr>
                            </m:ctrlPr>
                          </m:sSubPr>
                          <m:e>
                            <m:r>
                              <a:rPr lang="en-US" altLang="zh-CN" b="1" i="1" smtClean="0">
                                <a:solidFill>
                                  <a:schemeClr val="accent3"/>
                                </a:solidFill>
                                <a:latin typeface="Cambria Math" panose="02040503050406030204" pitchFamily="18" charset="0"/>
                              </a:rPr>
                              <m:t>𝑾</m:t>
                            </m:r>
                          </m:e>
                          <m:sub>
                            <m:r>
                              <a:rPr lang="en-US" altLang="zh-CN" b="1" i="1" smtClean="0">
                                <a:solidFill>
                                  <a:schemeClr val="accent3"/>
                                </a:solidFill>
                                <a:latin typeface="Cambria Math" panose="02040503050406030204" pitchFamily="18" charset="0"/>
                              </a:rPr>
                              <m:t>𝑻</m:t>
                            </m:r>
                          </m:sub>
                        </m:sSub>
                        <m:r>
                          <a:rPr lang="en-US" altLang="zh-CN" b="1" i="1" smtClean="0">
                            <a:solidFill>
                              <a:schemeClr val="accent3"/>
                            </a:solidFill>
                            <a:latin typeface="Cambria Math" panose="02040503050406030204" pitchFamily="18" charset="0"/>
                          </a:rPr>
                          <m:t>=</m:t>
                        </m:r>
                        <m:r>
                          <a:rPr lang="en-US" altLang="zh-CN" b="1" i="1" smtClean="0">
                            <a:solidFill>
                              <a:schemeClr val="accent3"/>
                            </a:solidFill>
                            <a:latin typeface="Cambria Math" panose="02040503050406030204" pitchFamily="18" charset="0"/>
                          </a:rPr>
                          <m:t>𝟒</m:t>
                        </m:r>
                      </m:oMath>
                    </m:oMathPara>
                  </a14:m>
                  <a:endParaRPr lang="zh-CN" altLang="en-US" dirty="0">
                    <a:solidFill>
                      <a:schemeClr val="accent3"/>
                    </a:solidFill>
                  </a:endParaRPr>
                </a:p>
              </p:txBody>
            </p:sp>
          </mc:Choice>
          <mc:Fallback xmlns="">
            <p:sp>
              <p:nvSpPr>
                <p:cNvPr id="34" name="文本框 33">
                  <a:extLst>
                    <a:ext uri="{FF2B5EF4-FFF2-40B4-BE49-F238E27FC236}">
                      <a16:creationId xmlns:a16="http://schemas.microsoft.com/office/drawing/2014/main" id="{8C755A65-DDAE-400F-BD8A-B2EB9981B67D}"/>
                    </a:ext>
                  </a:extLst>
                </p:cNvPr>
                <p:cNvSpPr txBox="1">
                  <a:spLocks noRot="1" noChangeAspect="1" noMove="1" noResize="1" noEditPoints="1" noAdjustHandles="1" noChangeArrowheads="1" noChangeShapeType="1" noTextEdit="1"/>
                </p:cNvSpPr>
                <p:nvPr/>
              </p:nvSpPr>
              <p:spPr>
                <a:xfrm>
                  <a:off x="3277773" y="5098286"/>
                  <a:ext cx="1067217" cy="369332"/>
                </a:xfrm>
                <a:prstGeom prst="rect">
                  <a:avLst/>
                </a:prstGeom>
                <a:blipFill>
                  <a:blip r:embed="rId4"/>
                  <a:stretch>
                    <a:fillRect b="-3279"/>
                  </a:stretch>
                </a:blipFill>
              </p:spPr>
              <p:txBody>
                <a:bodyPr/>
                <a:lstStyle/>
                <a:p>
                  <a:r>
                    <a:rPr lang="zh-CN" altLang="en-US">
                      <a:noFill/>
                    </a:rPr>
                    <a:t> </a:t>
                  </a:r>
                </a:p>
              </p:txBody>
            </p:sp>
          </mc:Fallback>
        </mc:AlternateContent>
      </p:grpSp>
      <p:grpSp>
        <p:nvGrpSpPr>
          <p:cNvPr id="4" name="组合 3">
            <a:extLst>
              <a:ext uri="{FF2B5EF4-FFF2-40B4-BE49-F238E27FC236}">
                <a16:creationId xmlns:a16="http://schemas.microsoft.com/office/drawing/2014/main" id="{9A1EA9F2-FCB6-48C3-935F-7AE7E3AD14AC}"/>
              </a:ext>
            </a:extLst>
          </p:cNvPr>
          <p:cNvGrpSpPr/>
          <p:nvPr/>
        </p:nvGrpSpPr>
        <p:grpSpPr>
          <a:xfrm>
            <a:off x="304800" y="749300"/>
            <a:ext cx="6192344" cy="400110"/>
            <a:chOff x="424117" y="898245"/>
            <a:chExt cx="6192344" cy="400110"/>
          </a:xfrm>
        </p:grpSpPr>
        <p:sp>
          <p:nvSpPr>
            <p:cNvPr id="2" name="平行四边形 1">
              <a:extLst>
                <a:ext uri="{FF2B5EF4-FFF2-40B4-BE49-F238E27FC236}">
                  <a16:creationId xmlns:a16="http://schemas.microsoft.com/office/drawing/2014/main" id="{1F5BAA3F-9845-4F89-A2DD-8222D3E4EDAC}"/>
                </a:ext>
              </a:extLst>
            </p:cNvPr>
            <p:cNvSpPr/>
            <p:nvPr/>
          </p:nvSpPr>
          <p:spPr>
            <a:xfrm>
              <a:off x="424117" y="898245"/>
              <a:ext cx="628306" cy="387090"/>
            </a:xfrm>
            <a:prstGeom prst="parallelogram">
              <a:avLst/>
            </a:prstGeom>
            <a:solidFill>
              <a:schemeClr val="accent3">
                <a:lumMod val="75000"/>
              </a:schemeClr>
            </a:solidFill>
            <a:ln>
              <a:solidFill>
                <a:schemeClr val="accent3">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CN" sz="2200" dirty="0">
                  <a:latin typeface="Impact" panose="020B0806030902050204" pitchFamily="34" charset="0"/>
                </a:rPr>
                <a:t>01</a:t>
              </a:r>
              <a:endParaRPr lang="zh-CN" altLang="en-US" sz="2200" dirty="0">
                <a:latin typeface="Impact" panose="020B0806030902050204" pitchFamily="34" charset="0"/>
              </a:endParaRPr>
            </a:p>
          </p:txBody>
        </p:sp>
        <p:sp>
          <p:nvSpPr>
            <p:cNvPr id="3" name="文本框 2">
              <a:extLst>
                <a:ext uri="{FF2B5EF4-FFF2-40B4-BE49-F238E27FC236}">
                  <a16:creationId xmlns:a16="http://schemas.microsoft.com/office/drawing/2014/main" id="{4D6BD736-A4D3-4F26-AFED-36E11F50F70B}"/>
                </a:ext>
              </a:extLst>
            </p:cNvPr>
            <p:cNvSpPr txBox="1"/>
            <p:nvPr/>
          </p:nvSpPr>
          <p:spPr>
            <a:xfrm>
              <a:off x="1052423" y="898245"/>
              <a:ext cx="5564038" cy="400110"/>
            </a:xfrm>
            <a:prstGeom prst="rect">
              <a:avLst/>
            </a:prstGeom>
            <a:noFill/>
          </p:spPr>
          <p:txBody>
            <a:bodyPr wrap="square" rtlCol="0">
              <a:spAutoFit/>
            </a:bodyPr>
            <a:lstStyle/>
            <a:p>
              <a:r>
                <a:rPr lang="zh-CN" altLang="en-US" sz="2000" b="1" dirty="0"/>
                <a:t>选择重传协议</a:t>
              </a:r>
            </a:p>
          </p:txBody>
        </p:sp>
      </p:grpSp>
      <p:grpSp>
        <p:nvGrpSpPr>
          <p:cNvPr id="18" name="组合 17">
            <a:extLst>
              <a:ext uri="{FF2B5EF4-FFF2-40B4-BE49-F238E27FC236}">
                <a16:creationId xmlns:a16="http://schemas.microsoft.com/office/drawing/2014/main" id="{AF599708-FA4B-4F1A-915B-51ADB6AF8A5B}"/>
              </a:ext>
            </a:extLst>
          </p:cNvPr>
          <p:cNvGrpSpPr/>
          <p:nvPr/>
        </p:nvGrpSpPr>
        <p:grpSpPr>
          <a:xfrm>
            <a:off x="475097" y="1263518"/>
            <a:ext cx="1355161" cy="5114896"/>
            <a:chOff x="475097" y="1263518"/>
            <a:chExt cx="1355161" cy="5114896"/>
          </a:xfrm>
        </p:grpSpPr>
        <p:cxnSp>
          <p:nvCxnSpPr>
            <p:cNvPr id="19" name="直接连接符 18">
              <a:extLst>
                <a:ext uri="{FF2B5EF4-FFF2-40B4-BE49-F238E27FC236}">
                  <a16:creationId xmlns:a16="http://schemas.microsoft.com/office/drawing/2014/main" id="{8C267D38-D538-4153-B853-5B2DDE097738}"/>
                </a:ext>
              </a:extLst>
            </p:cNvPr>
            <p:cNvCxnSpPr>
              <a:cxnSpLocks/>
            </p:cNvCxnSpPr>
            <p:nvPr/>
          </p:nvCxnSpPr>
          <p:spPr>
            <a:xfrm flipV="1">
              <a:off x="1208367" y="2012996"/>
              <a:ext cx="0" cy="3813858"/>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nvGrpSpPr>
            <p:cNvPr id="20" name="组合 19">
              <a:extLst>
                <a:ext uri="{FF2B5EF4-FFF2-40B4-BE49-F238E27FC236}">
                  <a16:creationId xmlns:a16="http://schemas.microsoft.com/office/drawing/2014/main" id="{1A3F15DA-8F30-45DE-8760-8CB5AC7691B0}"/>
                </a:ext>
              </a:extLst>
            </p:cNvPr>
            <p:cNvGrpSpPr/>
            <p:nvPr/>
          </p:nvGrpSpPr>
          <p:grpSpPr>
            <a:xfrm>
              <a:off x="700096" y="5368000"/>
              <a:ext cx="905164" cy="1010414"/>
              <a:chOff x="700096" y="5368000"/>
              <a:chExt cx="905164" cy="1010414"/>
            </a:xfrm>
          </p:grpSpPr>
          <p:pic>
            <p:nvPicPr>
              <p:cNvPr id="25" name="图形 24">
                <a:extLst>
                  <a:ext uri="{FF2B5EF4-FFF2-40B4-BE49-F238E27FC236}">
                    <a16:creationId xmlns:a16="http://schemas.microsoft.com/office/drawing/2014/main" id="{5079B8D0-730B-4F27-A9EC-8AC79CEECAE0}"/>
                  </a:ext>
                </a:extLst>
              </p:cNvPr>
              <p:cNvPicPr>
                <a:picLocks noChangeAspect="1"/>
              </p:cNvPicPr>
              <p:nvPr/>
            </p:nvPicPr>
            <p:blipFill>
              <a:blip r:embed="rId5">
                <a:extLst>
                  <a:ext uri="{28A0092B-C50C-407E-A947-70E740481C1C}">
                    <a14:useLocalDpi xmlns:a14="http://schemas.microsoft.com/office/drawing/2010/main" val="0"/>
                  </a:ext>
                  <a:ext uri="{96DAC541-7B7A-43D3-8B79-37D633B846F1}">
                    <asvg:svgBlip xmlns:asvg="http://schemas.microsoft.com/office/drawing/2016/SVG/main" r:embed="rId6"/>
                  </a:ext>
                </a:extLst>
              </a:blip>
              <a:stretch>
                <a:fillRect/>
              </a:stretch>
            </p:blipFill>
            <p:spPr>
              <a:xfrm>
                <a:off x="821271" y="5368000"/>
                <a:ext cx="662814" cy="641082"/>
              </a:xfrm>
              <a:prstGeom prst="rect">
                <a:avLst/>
              </a:prstGeom>
            </p:spPr>
          </p:pic>
          <p:sp>
            <p:nvSpPr>
              <p:cNvPr id="26" name="文本框 25">
                <a:extLst>
                  <a:ext uri="{FF2B5EF4-FFF2-40B4-BE49-F238E27FC236}">
                    <a16:creationId xmlns:a16="http://schemas.microsoft.com/office/drawing/2014/main" id="{68E9BE24-5234-4436-839C-0CC65C932068}"/>
                  </a:ext>
                </a:extLst>
              </p:cNvPr>
              <p:cNvSpPr txBox="1"/>
              <p:nvPr/>
            </p:nvSpPr>
            <p:spPr>
              <a:xfrm>
                <a:off x="700096" y="6009082"/>
                <a:ext cx="905164" cy="369332"/>
              </a:xfrm>
              <a:prstGeom prst="rect">
                <a:avLst/>
              </a:prstGeom>
              <a:noFill/>
            </p:spPr>
            <p:txBody>
              <a:bodyPr wrap="square" rtlCol="0">
                <a:spAutoFit/>
              </a:bodyPr>
              <a:lstStyle/>
              <a:p>
                <a:r>
                  <a:rPr lang="zh-CN" altLang="en-US" b="1" dirty="0">
                    <a:latin typeface="+mn-ea"/>
                  </a:rPr>
                  <a:t>发送方</a:t>
                </a:r>
              </a:p>
            </p:txBody>
          </p:sp>
        </p:grpSp>
        <p:grpSp>
          <p:nvGrpSpPr>
            <p:cNvPr id="21" name="组合 20">
              <a:extLst>
                <a:ext uri="{FF2B5EF4-FFF2-40B4-BE49-F238E27FC236}">
                  <a16:creationId xmlns:a16="http://schemas.microsoft.com/office/drawing/2014/main" id="{50E1DF35-9236-4BB6-BAC4-1AE805165946}"/>
                </a:ext>
              </a:extLst>
            </p:cNvPr>
            <p:cNvGrpSpPr/>
            <p:nvPr/>
          </p:nvGrpSpPr>
          <p:grpSpPr>
            <a:xfrm>
              <a:off x="878301" y="1263518"/>
              <a:ext cx="905164" cy="1027908"/>
              <a:chOff x="878301" y="1390382"/>
              <a:chExt cx="905164" cy="1027908"/>
            </a:xfrm>
          </p:grpSpPr>
          <p:pic>
            <p:nvPicPr>
              <p:cNvPr id="23" name="图形 22">
                <a:extLst>
                  <a:ext uri="{FF2B5EF4-FFF2-40B4-BE49-F238E27FC236}">
                    <a16:creationId xmlns:a16="http://schemas.microsoft.com/office/drawing/2014/main" id="{E155E3ED-8C2A-42C4-BFBF-393051944136}"/>
                  </a:ext>
                </a:extLst>
              </p:cNvPr>
              <p:cNvPicPr>
                <a:picLocks noChangeAspect="1"/>
              </p:cNvPicPr>
              <p:nvPr/>
            </p:nvPicPr>
            <p:blipFill>
              <a:blip r:embed="rId7">
                <a:extLst>
                  <a:ext uri="{28A0092B-C50C-407E-A947-70E740481C1C}">
                    <a14:useLocalDpi xmlns:a14="http://schemas.microsoft.com/office/drawing/2010/main" val="0"/>
                  </a:ext>
                  <a:ext uri="{96DAC541-7B7A-43D3-8B79-37D633B846F1}">
                    <asvg:svgBlip xmlns:asvg="http://schemas.microsoft.com/office/drawing/2016/SVG/main" r:embed="rId8"/>
                  </a:ext>
                </a:extLst>
              </a:blip>
              <a:stretch>
                <a:fillRect/>
              </a:stretch>
            </p:blipFill>
            <p:spPr>
              <a:xfrm>
                <a:off x="984826" y="1759714"/>
                <a:ext cx="501772" cy="658576"/>
              </a:xfrm>
              <a:prstGeom prst="rect">
                <a:avLst/>
              </a:prstGeom>
            </p:spPr>
          </p:pic>
          <p:sp>
            <p:nvSpPr>
              <p:cNvPr id="24" name="文本框 23">
                <a:extLst>
                  <a:ext uri="{FF2B5EF4-FFF2-40B4-BE49-F238E27FC236}">
                    <a16:creationId xmlns:a16="http://schemas.microsoft.com/office/drawing/2014/main" id="{818AC20B-3072-437F-B302-67397F49105B}"/>
                  </a:ext>
                </a:extLst>
              </p:cNvPr>
              <p:cNvSpPr txBox="1"/>
              <p:nvPr/>
            </p:nvSpPr>
            <p:spPr>
              <a:xfrm>
                <a:off x="878301" y="1390382"/>
                <a:ext cx="905164" cy="369332"/>
              </a:xfrm>
              <a:prstGeom prst="rect">
                <a:avLst/>
              </a:prstGeom>
              <a:noFill/>
            </p:spPr>
            <p:txBody>
              <a:bodyPr wrap="square" rtlCol="0">
                <a:spAutoFit/>
              </a:bodyPr>
              <a:lstStyle/>
              <a:p>
                <a:r>
                  <a:rPr lang="zh-CN" altLang="en-US" b="1" dirty="0">
                    <a:latin typeface="+mn-ea"/>
                  </a:rPr>
                  <a:t>接收方</a:t>
                </a:r>
              </a:p>
            </p:txBody>
          </p:sp>
        </p:grpSp>
        <p:sp>
          <p:nvSpPr>
            <p:cNvPr id="22" name="云形 21">
              <a:extLst>
                <a:ext uri="{FF2B5EF4-FFF2-40B4-BE49-F238E27FC236}">
                  <a16:creationId xmlns:a16="http://schemas.microsoft.com/office/drawing/2014/main" id="{97C64CE5-C9EB-4960-87FB-62108C97374D}"/>
                </a:ext>
              </a:extLst>
            </p:cNvPr>
            <p:cNvSpPr/>
            <p:nvPr/>
          </p:nvSpPr>
          <p:spPr>
            <a:xfrm>
              <a:off x="475097" y="3429014"/>
              <a:ext cx="1355161" cy="801398"/>
            </a:xfrm>
            <a:prstGeom prst="cloud">
              <a:avLst/>
            </a:prstGeom>
            <a:solidFill>
              <a:schemeClr val="bg1">
                <a:lumMod val="85000"/>
              </a:schemeClr>
            </a:solidFill>
            <a:ln>
              <a:solidFill>
                <a:schemeClr val="bg1">
                  <a:lumMod val="85000"/>
                </a:schemeClr>
              </a:solidFill>
            </a:ln>
          </p:spPr>
          <p:style>
            <a:lnRef idx="2">
              <a:schemeClr val="accent3">
                <a:shade val="50000"/>
              </a:schemeClr>
            </a:lnRef>
            <a:fillRef idx="1">
              <a:schemeClr val="accent3"/>
            </a:fillRef>
            <a:effectRef idx="0">
              <a:schemeClr val="accent3"/>
            </a:effectRef>
            <a:fontRef idx="minor">
              <a:schemeClr val="lt1"/>
            </a:fontRef>
          </p:style>
          <p:txBody>
            <a:bodyPr rtlCol="0" anchor="ctr"/>
            <a:lstStyle/>
            <a:p>
              <a:pPr algn="ctr"/>
              <a:r>
                <a:rPr lang="zh-CN" altLang="en-US" b="1" dirty="0">
                  <a:solidFill>
                    <a:schemeClr val="tx1"/>
                  </a:solidFill>
                  <a:latin typeface="+mn-ea"/>
                </a:rPr>
                <a:t>因特网</a:t>
              </a:r>
            </a:p>
          </p:txBody>
        </p:sp>
      </p:grpSp>
      <mc:AlternateContent xmlns:mc="http://schemas.openxmlformats.org/markup-compatibility/2006" xmlns:a14="http://schemas.microsoft.com/office/drawing/2010/main">
        <mc:Choice Requires="a14">
          <p:sp>
            <p:nvSpPr>
              <p:cNvPr id="28" name="íşlïḍè">
                <a:extLst>
                  <a:ext uri="{FF2B5EF4-FFF2-40B4-BE49-F238E27FC236}">
                    <a16:creationId xmlns:a16="http://schemas.microsoft.com/office/drawing/2014/main" id="{8898676C-F981-4D74-B324-A859D1387610}"/>
                  </a:ext>
                </a:extLst>
              </p:cNvPr>
              <p:cNvSpPr txBox="1"/>
              <p:nvPr/>
            </p:nvSpPr>
            <p:spPr>
              <a:xfrm>
                <a:off x="2993250" y="3266194"/>
                <a:ext cx="6657288" cy="311297"/>
              </a:xfrm>
              <a:prstGeom prst="rect">
                <a:avLst/>
              </a:prstGeom>
              <a:noFill/>
            </p:spPr>
            <p:txBody>
              <a:bodyPr wrap="square" lIns="91440" tIns="45720" rIns="91440" bIns="45720" anchor="ctr">
                <a:noAutofit/>
              </a:bodyPr>
              <a:lstStyle/>
              <a:p>
                <a:r>
                  <a:rPr lang="zh-CN" altLang="en-US" b="1" dirty="0"/>
                  <a:t>本例假设采用</a:t>
                </a:r>
                <a14:m>
                  <m:oMath xmlns:m="http://schemas.openxmlformats.org/officeDocument/2006/math">
                    <m:r>
                      <a:rPr lang="en-US" altLang="zh-CN" b="1" i="1" dirty="0" smtClean="0">
                        <a:latin typeface="Cambria Math" panose="02040503050406030204" pitchFamily="18" charset="0"/>
                      </a:rPr>
                      <m:t>𝟑</m:t>
                    </m:r>
                  </m:oMath>
                </a14:m>
                <a:r>
                  <a:rPr lang="zh-CN" altLang="en-US" b="1" dirty="0"/>
                  <a:t>个比特给分组编序号，则序号范围是</a:t>
                </a:r>
                <a14:m>
                  <m:oMath xmlns:m="http://schemas.openxmlformats.org/officeDocument/2006/math">
                    <m:r>
                      <a:rPr lang="en-US" altLang="zh-CN" b="1" i="0" smtClean="0">
                        <a:latin typeface="Cambria Math" panose="02040503050406030204" pitchFamily="18" charset="0"/>
                        <a:ea typeface="Cambria Math" panose="02040503050406030204" pitchFamily="18" charset="0"/>
                      </a:rPr>
                      <m:t>𝟎</m:t>
                    </m:r>
                    <m:r>
                      <a:rPr lang="en-US" altLang="zh-CN" b="1" i="1" smtClean="0">
                        <a:latin typeface="Cambria Math" panose="02040503050406030204" pitchFamily="18" charset="0"/>
                        <a:ea typeface="Cambria Math" panose="02040503050406030204" pitchFamily="18" charset="0"/>
                      </a:rPr>
                      <m:t>~</m:t>
                    </m:r>
                    <m:sSup>
                      <m:sSupPr>
                        <m:ctrlPr>
                          <a:rPr lang="en-US" altLang="zh-CN" b="1" i="1" smtClean="0">
                            <a:latin typeface="Cambria Math" panose="02040503050406030204" pitchFamily="18" charset="0"/>
                            <a:ea typeface="Cambria Math" panose="02040503050406030204" pitchFamily="18" charset="0"/>
                          </a:rPr>
                        </m:ctrlPr>
                      </m:sSupPr>
                      <m:e>
                        <m:r>
                          <a:rPr lang="en-US" altLang="zh-CN" b="1" i="1" smtClean="0">
                            <a:latin typeface="Cambria Math" panose="02040503050406030204" pitchFamily="18" charset="0"/>
                            <a:ea typeface="Cambria Math" panose="02040503050406030204" pitchFamily="18" charset="0"/>
                          </a:rPr>
                          <m:t>(</m:t>
                        </m:r>
                        <m:r>
                          <a:rPr lang="en-US" altLang="zh-CN" b="1" i="1" smtClean="0">
                            <a:latin typeface="Cambria Math" panose="02040503050406030204" pitchFamily="18" charset="0"/>
                            <a:ea typeface="Cambria Math" panose="02040503050406030204" pitchFamily="18" charset="0"/>
                          </a:rPr>
                          <m:t>𝟐</m:t>
                        </m:r>
                      </m:e>
                      <m:sup>
                        <m:r>
                          <a:rPr lang="en-US" altLang="zh-CN" b="1" i="1" smtClean="0">
                            <a:latin typeface="Cambria Math" panose="02040503050406030204" pitchFamily="18" charset="0"/>
                            <a:ea typeface="Cambria Math" panose="02040503050406030204" pitchFamily="18" charset="0"/>
                          </a:rPr>
                          <m:t>𝟑</m:t>
                        </m:r>
                      </m:sup>
                    </m:sSup>
                    <m:r>
                      <a:rPr lang="en-US" altLang="zh-CN" b="1" i="1" smtClean="0">
                        <a:latin typeface="Cambria Math" panose="02040503050406030204" pitchFamily="18" charset="0"/>
                        <a:ea typeface="Cambria Math" panose="02040503050406030204" pitchFamily="18" charset="0"/>
                      </a:rPr>
                      <m:t>−</m:t>
                    </m:r>
                    <m:r>
                      <a:rPr lang="en-US" altLang="zh-CN" b="1" i="1" smtClean="0">
                        <a:latin typeface="Cambria Math" panose="02040503050406030204" pitchFamily="18" charset="0"/>
                        <a:ea typeface="Cambria Math" panose="02040503050406030204" pitchFamily="18" charset="0"/>
                      </a:rPr>
                      <m:t>𝟏</m:t>
                    </m:r>
                    <m:r>
                      <a:rPr lang="en-US" altLang="zh-CN" b="1" i="1" smtClean="0">
                        <a:latin typeface="Cambria Math" panose="02040503050406030204" pitchFamily="18" charset="0"/>
                        <a:ea typeface="Cambria Math" panose="02040503050406030204" pitchFamily="18" charset="0"/>
                      </a:rPr>
                      <m:t>)。</m:t>
                    </m:r>
                  </m:oMath>
                </a14:m>
                <a:endParaRPr lang="en-US" altLang="zh-CN" b="1" dirty="0"/>
              </a:p>
            </p:txBody>
          </p:sp>
        </mc:Choice>
        <mc:Fallback xmlns="">
          <p:sp>
            <p:nvSpPr>
              <p:cNvPr id="28" name="íşlïḍè">
                <a:extLst>
                  <a:ext uri="{FF2B5EF4-FFF2-40B4-BE49-F238E27FC236}">
                    <a16:creationId xmlns:a16="http://schemas.microsoft.com/office/drawing/2014/main" id="{8898676C-F981-4D74-B324-A859D1387610}"/>
                  </a:ext>
                </a:extLst>
              </p:cNvPr>
              <p:cNvSpPr txBox="1">
                <a:spLocks noRot="1" noChangeAspect="1" noMove="1" noResize="1" noEditPoints="1" noAdjustHandles="1" noChangeArrowheads="1" noChangeShapeType="1" noTextEdit="1"/>
              </p:cNvSpPr>
              <p:nvPr/>
            </p:nvSpPr>
            <p:spPr>
              <a:xfrm>
                <a:off x="2993250" y="3266194"/>
                <a:ext cx="6657288" cy="311297"/>
              </a:xfrm>
              <a:prstGeom prst="rect">
                <a:avLst/>
              </a:prstGeom>
              <a:blipFill>
                <a:blip r:embed="rId9"/>
                <a:stretch>
                  <a:fillRect l="-733" t="-19608" b="-41176"/>
                </a:stretch>
              </a:blipFill>
            </p:spPr>
            <p:txBody>
              <a:bodyPr/>
              <a:lstStyle/>
              <a:p>
                <a:r>
                  <a:rPr lang="zh-CN" altLang="en-US">
                    <a:noFill/>
                  </a:rPr>
                  <a:t> </a:t>
                </a:r>
              </a:p>
            </p:txBody>
          </p:sp>
        </mc:Fallback>
      </mc:AlternateContent>
      <p:graphicFrame>
        <p:nvGraphicFramePr>
          <p:cNvPr id="29" name="表格 21">
            <a:extLst>
              <a:ext uri="{FF2B5EF4-FFF2-40B4-BE49-F238E27FC236}">
                <a16:creationId xmlns:a16="http://schemas.microsoft.com/office/drawing/2014/main" id="{44D0CDFF-8B53-4BB1-835E-1192E30CC2FA}"/>
              </a:ext>
            </a:extLst>
          </p:cNvPr>
          <p:cNvGraphicFramePr>
            <a:graphicFrameLocks noGrp="1"/>
          </p:cNvGraphicFramePr>
          <p:nvPr/>
        </p:nvGraphicFramePr>
        <p:xfrm>
          <a:off x="2302929" y="5557308"/>
          <a:ext cx="9067800" cy="370840"/>
        </p:xfrm>
        <a:graphic>
          <a:graphicData uri="http://schemas.openxmlformats.org/drawingml/2006/table">
            <a:tbl>
              <a:tblPr firstRow="1" bandRow="1">
                <a:tableStyleId>{5C22544A-7EE6-4342-B048-85BDC9FD1C3A}</a:tableStyleId>
              </a:tblPr>
              <a:tblGrid>
                <a:gridCol w="755650">
                  <a:extLst>
                    <a:ext uri="{9D8B030D-6E8A-4147-A177-3AD203B41FA5}">
                      <a16:colId xmlns:a16="http://schemas.microsoft.com/office/drawing/2014/main" val="877486509"/>
                    </a:ext>
                  </a:extLst>
                </a:gridCol>
                <a:gridCol w="755650">
                  <a:extLst>
                    <a:ext uri="{9D8B030D-6E8A-4147-A177-3AD203B41FA5}">
                      <a16:colId xmlns:a16="http://schemas.microsoft.com/office/drawing/2014/main" val="3548605817"/>
                    </a:ext>
                  </a:extLst>
                </a:gridCol>
                <a:gridCol w="755650">
                  <a:extLst>
                    <a:ext uri="{9D8B030D-6E8A-4147-A177-3AD203B41FA5}">
                      <a16:colId xmlns:a16="http://schemas.microsoft.com/office/drawing/2014/main" val="2881812895"/>
                    </a:ext>
                  </a:extLst>
                </a:gridCol>
                <a:gridCol w="755650">
                  <a:extLst>
                    <a:ext uri="{9D8B030D-6E8A-4147-A177-3AD203B41FA5}">
                      <a16:colId xmlns:a16="http://schemas.microsoft.com/office/drawing/2014/main" val="3682284582"/>
                    </a:ext>
                  </a:extLst>
                </a:gridCol>
                <a:gridCol w="755650">
                  <a:extLst>
                    <a:ext uri="{9D8B030D-6E8A-4147-A177-3AD203B41FA5}">
                      <a16:colId xmlns:a16="http://schemas.microsoft.com/office/drawing/2014/main" val="500127722"/>
                    </a:ext>
                  </a:extLst>
                </a:gridCol>
                <a:gridCol w="755650">
                  <a:extLst>
                    <a:ext uri="{9D8B030D-6E8A-4147-A177-3AD203B41FA5}">
                      <a16:colId xmlns:a16="http://schemas.microsoft.com/office/drawing/2014/main" val="2946259618"/>
                    </a:ext>
                  </a:extLst>
                </a:gridCol>
                <a:gridCol w="755650">
                  <a:extLst>
                    <a:ext uri="{9D8B030D-6E8A-4147-A177-3AD203B41FA5}">
                      <a16:colId xmlns:a16="http://schemas.microsoft.com/office/drawing/2014/main" val="171501986"/>
                    </a:ext>
                  </a:extLst>
                </a:gridCol>
                <a:gridCol w="755650">
                  <a:extLst>
                    <a:ext uri="{9D8B030D-6E8A-4147-A177-3AD203B41FA5}">
                      <a16:colId xmlns:a16="http://schemas.microsoft.com/office/drawing/2014/main" val="1667185265"/>
                    </a:ext>
                  </a:extLst>
                </a:gridCol>
                <a:gridCol w="755650">
                  <a:extLst>
                    <a:ext uri="{9D8B030D-6E8A-4147-A177-3AD203B41FA5}">
                      <a16:colId xmlns:a16="http://schemas.microsoft.com/office/drawing/2014/main" val="4258211808"/>
                    </a:ext>
                  </a:extLst>
                </a:gridCol>
                <a:gridCol w="755650">
                  <a:extLst>
                    <a:ext uri="{9D8B030D-6E8A-4147-A177-3AD203B41FA5}">
                      <a16:colId xmlns:a16="http://schemas.microsoft.com/office/drawing/2014/main" val="1794200575"/>
                    </a:ext>
                  </a:extLst>
                </a:gridCol>
                <a:gridCol w="755650">
                  <a:extLst>
                    <a:ext uri="{9D8B030D-6E8A-4147-A177-3AD203B41FA5}">
                      <a16:colId xmlns:a16="http://schemas.microsoft.com/office/drawing/2014/main" val="4230716487"/>
                    </a:ext>
                  </a:extLst>
                </a:gridCol>
                <a:gridCol w="755650">
                  <a:extLst>
                    <a:ext uri="{9D8B030D-6E8A-4147-A177-3AD203B41FA5}">
                      <a16:colId xmlns:a16="http://schemas.microsoft.com/office/drawing/2014/main" val="56153739"/>
                    </a:ext>
                  </a:extLst>
                </a:gridCol>
              </a:tblGrid>
              <a:tr h="370840">
                <a:tc>
                  <a:txBody>
                    <a:bodyPr/>
                    <a:lstStyle/>
                    <a:p>
                      <a:pPr algn="ctr"/>
                      <a:r>
                        <a:rPr lang="en-US" altLang="zh-CN" dirty="0">
                          <a:solidFill>
                            <a:schemeClr val="tx1"/>
                          </a:solidFill>
                          <a:latin typeface="Arial Black" panose="020B0A04020102020204" pitchFamily="34" charset="0"/>
                        </a:rPr>
                        <a:t>0</a:t>
                      </a:r>
                      <a:endParaRPr lang="zh-CN" altLang="en-US" dirty="0">
                        <a:solidFill>
                          <a:schemeClr val="tx1"/>
                        </a:solidFill>
                        <a:latin typeface="Arial Black" panose="020B0A04020102020204" pitchFamily="34" charset="0"/>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ctr"/>
                      <a:r>
                        <a:rPr lang="en-US" altLang="zh-CN" dirty="0">
                          <a:solidFill>
                            <a:schemeClr val="tx1"/>
                          </a:solidFill>
                          <a:latin typeface="Arial Black" panose="020B0A04020102020204" pitchFamily="34" charset="0"/>
                        </a:rPr>
                        <a:t>1</a:t>
                      </a:r>
                      <a:endParaRPr lang="zh-CN" altLang="en-US" dirty="0">
                        <a:solidFill>
                          <a:schemeClr val="tx1"/>
                        </a:solidFill>
                        <a:latin typeface="Arial Black" panose="020B0A04020102020204" pitchFamily="34" charset="0"/>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ctr"/>
                      <a:r>
                        <a:rPr lang="en-US" altLang="zh-CN" dirty="0">
                          <a:solidFill>
                            <a:schemeClr val="tx1"/>
                          </a:solidFill>
                          <a:latin typeface="Arial Black" panose="020B0A04020102020204" pitchFamily="34" charset="0"/>
                        </a:rPr>
                        <a:t>2</a:t>
                      </a:r>
                      <a:endParaRPr lang="zh-CN" altLang="en-US" dirty="0">
                        <a:solidFill>
                          <a:schemeClr val="tx1"/>
                        </a:solidFill>
                        <a:latin typeface="Arial Black" panose="020B0A04020102020204" pitchFamily="34" charset="0"/>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ctr"/>
                      <a:r>
                        <a:rPr lang="en-US" altLang="zh-CN" dirty="0">
                          <a:solidFill>
                            <a:schemeClr val="tx1"/>
                          </a:solidFill>
                          <a:latin typeface="Arial Black" panose="020B0A04020102020204" pitchFamily="34" charset="0"/>
                        </a:rPr>
                        <a:t>3</a:t>
                      </a:r>
                      <a:endParaRPr lang="zh-CN" altLang="en-US" dirty="0">
                        <a:solidFill>
                          <a:schemeClr val="tx1"/>
                        </a:solidFill>
                        <a:latin typeface="Arial Black" panose="020B0A04020102020204" pitchFamily="34" charset="0"/>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ctr"/>
                      <a:r>
                        <a:rPr lang="en-US" altLang="zh-CN" dirty="0">
                          <a:solidFill>
                            <a:schemeClr val="tx1"/>
                          </a:solidFill>
                          <a:latin typeface="Arial Black" panose="020B0A04020102020204" pitchFamily="34" charset="0"/>
                        </a:rPr>
                        <a:t>4</a:t>
                      </a:r>
                      <a:endParaRPr lang="zh-CN" altLang="en-US" dirty="0">
                        <a:solidFill>
                          <a:schemeClr val="tx1"/>
                        </a:solidFill>
                        <a:latin typeface="Arial Black" panose="020B0A04020102020204" pitchFamily="34" charset="0"/>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ctr"/>
                      <a:r>
                        <a:rPr lang="en-US" altLang="zh-CN" dirty="0">
                          <a:solidFill>
                            <a:schemeClr val="tx1"/>
                          </a:solidFill>
                          <a:latin typeface="Arial Black" panose="020B0A04020102020204" pitchFamily="34" charset="0"/>
                        </a:rPr>
                        <a:t>5</a:t>
                      </a:r>
                      <a:endParaRPr lang="zh-CN" altLang="en-US" dirty="0">
                        <a:solidFill>
                          <a:schemeClr val="tx1"/>
                        </a:solidFill>
                        <a:latin typeface="Arial Black" panose="020B0A04020102020204" pitchFamily="34" charset="0"/>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ctr"/>
                      <a:r>
                        <a:rPr lang="en-US" altLang="zh-CN" dirty="0">
                          <a:solidFill>
                            <a:schemeClr val="tx1"/>
                          </a:solidFill>
                          <a:latin typeface="Arial Black" panose="020B0A04020102020204" pitchFamily="34" charset="0"/>
                        </a:rPr>
                        <a:t>6</a:t>
                      </a:r>
                      <a:endParaRPr lang="zh-CN" altLang="en-US" dirty="0">
                        <a:solidFill>
                          <a:schemeClr val="tx1"/>
                        </a:solidFill>
                        <a:latin typeface="Arial Black" panose="020B0A04020102020204" pitchFamily="34" charset="0"/>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ctr"/>
                      <a:r>
                        <a:rPr lang="en-US" altLang="zh-CN" dirty="0">
                          <a:solidFill>
                            <a:schemeClr val="tx1"/>
                          </a:solidFill>
                          <a:latin typeface="Arial Black" panose="020B0A04020102020204" pitchFamily="34" charset="0"/>
                        </a:rPr>
                        <a:t>7</a:t>
                      </a:r>
                      <a:endParaRPr lang="zh-CN" altLang="en-US" dirty="0">
                        <a:solidFill>
                          <a:schemeClr val="tx1"/>
                        </a:solidFill>
                        <a:latin typeface="Arial Black" panose="020B0A04020102020204" pitchFamily="34" charset="0"/>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ctr"/>
                      <a:r>
                        <a:rPr lang="en-US" altLang="zh-CN" dirty="0">
                          <a:solidFill>
                            <a:schemeClr val="tx1"/>
                          </a:solidFill>
                          <a:latin typeface="Arial Black" panose="020B0A04020102020204" pitchFamily="34" charset="0"/>
                        </a:rPr>
                        <a:t>0</a:t>
                      </a:r>
                      <a:endParaRPr lang="zh-CN" altLang="en-US" dirty="0">
                        <a:solidFill>
                          <a:schemeClr val="tx1"/>
                        </a:solidFill>
                        <a:latin typeface="Arial Black" panose="020B0A04020102020204" pitchFamily="34" charset="0"/>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ctr"/>
                      <a:r>
                        <a:rPr lang="en-US" altLang="zh-CN" dirty="0">
                          <a:solidFill>
                            <a:schemeClr val="tx1"/>
                          </a:solidFill>
                          <a:latin typeface="Arial Black" panose="020B0A04020102020204" pitchFamily="34" charset="0"/>
                        </a:rPr>
                        <a:t>1</a:t>
                      </a:r>
                      <a:endParaRPr lang="zh-CN" altLang="en-US" dirty="0">
                        <a:solidFill>
                          <a:schemeClr val="tx1"/>
                        </a:solidFill>
                        <a:latin typeface="Arial Black" panose="020B0A04020102020204" pitchFamily="34" charset="0"/>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ctr"/>
                      <a:r>
                        <a:rPr lang="en-US" altLang="zh-CN" dirty="0">
                          <a:solidFill>
                            <a:schemeClr val="tx1"/>
                          </a:solidFill>
                          <a:latin typeface="Arial Black" panose="020B0A04020102020204" pitchFamily="34" charset="0"/>
                        </a:rPr>
                        <a:t>2</a:t>
                      </a:r>
                      <a:endParaRPr lang="zh-CN" altLang="en-US" dirty="0">
                        <a:solidFill>
                          <a:schemeClr val="tx1"/>
                        </a:solidFill>
                        <a:latin typeface="Arial Black" panose="020B0A04020102020204" pitchFamily="34" charset="0"/>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ctr"/>
                      <a:r>
                        <a:rPr lang="en-US" altLang="zh-CN" dirty="0">
                          <a:solidFill>
                            <a:schemeClr val="tx1"/>
                          </a:solidFill>
                          <a:latin typeface="Arial Black" panose="020B0A04020102020204" pitchFamily="34" charset="0"/>
                        </a:rPr>
                        <a:t>…</a:t>
                      </a:r>
                      <a:endParaRPr lang="zh-CN" altLang="en-US" dirty="0">
                        <a:solidFill>
                          <a:schemeClr val="tx1"/>
                        </a:solidFill>
                        <a:latin typeface="Arial Black" panose="020B0A04020102020204" pitchFamily="34" charset="0"/>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extLst>
                  <a:ext uri="{0D108BD9-81ED-4DB2-BD59-A6C34878D82A}">
                    <a16:rowId xmlns:a16="http://schemas.microsoft.com/office/drawing/2014/main" val="316235763"/>
                  </a:ext>
                </a:extLst>
              </a:tr>
            </a:tbl>
          </a:graphicData>
        </a:graphic>
      </p:graphicFrame>
      <p:graphicFrame>
        <p:nvGraphicFramePr>
          <p:cNvPr id="30" name="表格 21">
            <a:extLst>
              <a:ext uri="{FF2B5EF4-FFF2-40B4-BE49-F238E27FC236}">
                <a16:creationId xmlns:a16="http://schemas.microsoft.com/office/drawing/2014/main" id="{849D252C-900C-44C3-9C3B-0A66CC10F5E3}"/>
              </a:ext>
            </a:extLst>
          </p:cNvPr>
          <p:cNvGraphicFramePr>
            <a:graphicFrameLocks noGrp="1"/>
          </p:cNvGraphicFramePr>
          <p:nvPr/>
        </p:nvGraphicFramePr>
        <p:xfrm>
          <a:off x="2302929" y="1827576"/>
          <a:ext cx="9067800" cy="370840"/>
        </p:xfrm>
        <a:graphic>
          <a:graphicData uri="http://schemas.openxmlformats.org/drawingml/2006/table">
            <a:tbl>
              <a:tblPr firstRow="1" bandRow="1">
                <a:tableStyleId>{5C22544A-7EE6-4342-B048-85BDC9FD1C3A}</a:tableStyleId>
              </a:tblPr>
              <a:tblGrid>
                <a:gridCol w="755650">
                  <a:extLst>
                    <a:ext uri="{9D8B030D-6E8A-4147-A177-3AD203B41FA5}">
                      <a16:colId xmlns:a16="http://schemas.microsoft.com/office/drawing/2014/main" val="877486509"/>
                    </a:ext>
                  </a:extLst>
                </a:gridCol>
                <a:gridCol w="755650">
                  <a:extLst>
                    <a:ext uri="{9D8B030D-6E8A-4147-A177-3AD203B41FA5}">
                      <a16:colId xmlns:a16="http://schemas.microsoft.com/office/drawing/2014/main" val="3548605817"/>
                    </a:ext>
                  </a:extLst>
                </a:gridCol>
                <a:gridCol w="755650">
                  <a:extLst>
                    <a:ext uri="{9D8B030D-6E8A-4147-A177-3AD203B41FA5}">
                      <a16:colId xmlns:a16="http://schemas.microsoft.com/office/drawing/2014/main" val="2881812895"/>
                    </a:ext>
                  </a:extLst>
                </a:gridCol>
                <a:gridCol w="755650">
                  <a:extLst>
                    <a:ext uri="{9D8B030D-6E8A-4147-A177-3AD203B41FA5}">
                      <a16:colId xmlns:a16="http://schemas.microsoft.com/office/drawing/2014/main" val="3682284582"/>
                    </a:ext>
                  </a:extLst>
                </a:gridCol>
                <a:gridCol w="755650">
                  <a:extLst>
                    <a:ext uri="{9D8B030D-6E8A-4147-A177-3AD203B41FA5}">
                      <a16:colId xmlns:a16="http://schemas.microsoft.com/office/drawing/2014/main" val="500127722"/>
                    </a:ext>
                  </a:extLst>
                </a:gridCol>
                <a:gridCol w="755650">
                  <a:extLst>
                    <a:ext uri="{9D8B030D-6E8A-4147-A177-3AD203B41FA5}">
                      <a16:colId xmlns:a16="http://schemas.microsoft.com/office/drawing/2014/main" val="2946259618"/>
                    </a:ext>
                  </a:extLst>
                </a:gridCol>
                <a:gridCol w="755650">
                  <a:extLst>
                    <a:ext uri="{9D8B030D-6E8A-4147-A177-3AD203B41FA5}">
                      <a16:colId xmlns:a16="http://schemas.microsoft.com/office/drawing/2014/main" val="171501986"/>
                    </a:ext>
                  </a:extLst>
                </a:gridCol>
                <a:gridCol w="755650">
                  <a:extLst>
                    <a:ext uri="{9D8B030D-6E8A-4147-A177-3AD203B41FA5}">
                      <a16:colId xmlns:a16="http://schemas.microsoft.com/office/drawing/2014/main" val="1667185265"/>
                    </a:ext>
                  </a:extLst>
                </a:gridCol>
                <a:gridCol w="755650">
                  <a:extLst>
                    <a:ext uri="{9D8B030D-6E8A-4147-A177-3AD203B41FA5}">
                      <a16:colId xmlns:a16="http://schemas.microsoft.com/office/drawing/2014/main" val="4258211808"/>
                    </a:ext>
                  </a:extLst>
                </a:gridCol>
                <a:gridCol w="755650">
                  <a:extLst>
                    <a:ext uri="{9D8B030D-6E8A-4147-A177-3AD203B41FA5}">
                      <a16:colId xmlns:a16="http://schemas.microsoft.com/office/drawing/2014/main" val="1794200575"/>
                    </a:ext>
                  </a:extLst>
                </a:gridCol>
                <a:gridCol w="755650">
                  <a:extLst>
                    <a:ext uri="{9D8B030D-6E8A-4147-A177-3AD203B41FA5}">
                      <a16:colId xmlns:a16="http://schemas.microsoft.com/office/drawing/2014/main" val="4230716487"/>
                    </a:ext>
                  </a:extLst>
                </a:gridCol>
                <a:gridCol w="755650">
                  <a:extLst>
                    <a:ext uri="{9D8B030D-6E8A-4147-A177-3AD203B41FA5}">
                      <a16:colId xmlns:a16="http://schemas.microsoft.com/office/drawing/2014/main" val="56153739"/>
                    </a:ext>
                  </a:extLst>
                </a:gridCol>
              </a:tblGrid>
              <a:tr h="370840">
                <a:tc>
                  <a:txBody>
                    <a:bodyPr/>
                    <a:lstStyle/>
                    <a:p>
                      <a:pPr algn="ctr"/>
                      <a:r>
                        <a:rPr lang="en-US" altLang="zh-CN" dirty="0">
                          <a:solidFill>
                            <a:schemeClr val="tx1"/>
                          </a:solidFill>
                          <a:latin typeface="Arial Black" panose="020B0A04020102020204" pitchFamily="34" charset="0"/>
                        </a:rPr>
                        <a:t>0</a:t>
                      </a:r>
                      <a:endParaRPr lang="zh-CN" altLang="en-US" dirty="0">
                        <a:solidFill>
                          <a:schemeClr val="tx1"/>
                        </a:solidFill>
                        <a:latin typeface="Arial Black" panose="020B0A04020102020204" pitchFamily="34" charset="0"/>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ctr"/>
                      <a:r>
                        <a:rPr lang="en-US" altLang="zh-CN" dirty="0">
                          <a:solidFill>
                            <a:schemeClr val="tx1"/>
                          </a:solidFill>
                          <a:latin typeface="Arial Black" panose="020B0A04020102020204" pitchFamily="34" charset="0"/>
                        </a:rPr>
                        <a:t>1</a:t>
                      </a:r>
                      <a:endParaRPr lang="zh-CN" altLang="en-US" dirty="0">
                        <a:solidFill>
                          <a:schemeClr val="tx1"/>
                        </a:solidFill>
                        <a:latin typeface="Arial Black" panose="020B0A04020102020204" pitchFamily="34" charset="0"/>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ctr"/>
                      <a:r>
                        <a:rPr lang="en-US" altLang="zh-CN" dirty="0">
                          <a:solidFill>
                            <a:schemeClr val="tx1"/>
                          </a:solidFill>
                          <a:latin typeface="Arial Black" panose="020B0A04020102020204" pitchFamily="34" charset="0"/>
                        </a:rPr>
                        <a:t>2</a:t>
                      </a:r>
                      <a:endParaRPr lang="zh-CN" altLang="en-US" dirty="0">
                        <a:solidFill>
                          <a:schemeClr val="tx1"/>
                        </a:solidFill>
                        <a:latin typeface="Arial Black" panose="020B0A04020102020204" pitchFamily="34" charset="0"/>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ctr"/>
                      <a:r>
                        <a:rPr lang="en-US" altLang="zh-CN" dirty="0">
                          <a:solidFill>
                            <a:schemeClr val="tx1"/>
                          </a:solidFill>
                          <a:latin typeface="Arial Black" panose="020B0A04020102020204" pitchFamily="34" charset="0"/>
                        </a:rPr>
                        <a:t>3</a:t>
                      </a:r>
                      <a:endParaRPr lang="zh-CN" altLang="en-US" dirty="0">
                        <a:solidFill>
                          <a:schemeClr val="tx1"/>
                        </a:solidFill>
                        <a:latin typeface="Arial Black" panose="020B0A04020102020204" pitchFamily="34" charset="0"/>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ctr"/>
                      <a:r>
                        <a:rPr lang="en-US" altLang="zh-CN" dirty="0">
                          <a:solidFill>
                            <a:schemeClr val="tx1"/>
                          </a:solidFill>
                          <a:latin typeface="Arial Black" panose="020B0A04020102020204" pitchFamily="34" charset="0"/>
                        </a:rPr>
                        <a:t>4</a:t>
                      </a:r>
                      <a:endParaRPr lang="zh-CN" altLang="en-US" dirty="0">
                        <a:solidFill>
                          <a:schemeClr val="tx1"/>
                        </a:solidFill>
                        <a:latin typeface="Arial Black" panose="020B0A04020102020204" pitchFamily="34" charset="0"/>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ctr"/>
                      <a:r>
                        <a:rPr lang="en-US" altLang="zh-CN" dirty="0">
                          <a:solidFill>
                            <a:schemeClr val="tx1"/>
                          </a:solidFill>
                          <a:latin typeface="Arial Black" panose="020B0A04020102020204" pitchFamily="34" charset="0"/>
                        </a:rPr>
                        <a:t>5</a:t>
                      </a:r>
                      <a:endParaRPr lang="zh-CN" altLang="en-US" dirty="0">
                        <a:solidFill>
                          <a:schemeClr val="tx1"/>
                        </a:solidFill>
                        <a:latin typeface="Arial Black" panose="020B0A04020102020204" pitchFamily="34" charset="0"/>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ctr"/>
                      <a:r>
                        <a:rPr lang="en-US" altLang="zh-CN" dirty="0">
                          <a:solidFill>
                            <a:schemeClr val="tx1"/>
                          </a:solidFill>
                          <a:latin typeface="Arial Black" panose="020B0A04020102020204" pitchFamily="34" charset="0"/>
                        </a:rPr>
                        <a:t>6</a:t>
                      </a:r>
                      <a:endParaRPr lang="zh-CN" altLang="en-US" dirty="0">
                        <a:solidFill>
                          <a:schemeClr val="tx1"/>
                        </a:solidFill>
                        <a:latin typeface="Arial Black" panose="020B0A04020102020204" pitchFamily="34" charset="0"/>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ctr"/>
                      <a:r>
                        <a:rPr lang="en-US" altLang="zh-CN" dirty="0">
                          <a:solidFill>
                            <a:schemeClr val="tx1"/>
                          </a:solidFill>
                          <a:latin typeface="Arial Black" panose="020B0A04020102020204" pitchFamily="34" charset="0"/>
                        </a:rPr>
                        <a:t>7</a:t>
                      </a:r>
                      <a:endParaRPr lang="zh-CN" altLang="en-US" dirty="0">
                        <a:solidFill>
                          <a:schemeClr val="tx1"/>
                        </a:solidFill>
                        <a:latin typeface="Arial Black" panose="020B0A04020102020204" pitchFamily="34" charset="0"/>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ctr"/>
                      <a:r>
                        <a:rPr lang="en-US" altLang="zh-CN" dirty="0">
                          <a:solidFill>
                            <a:schemeClr val="tx1"/>
                          </a:solidFill>
                          <a:latin typeface="Arial Black" panose="020B0A04020102020204" pitchFamily="34" charset="0"/>
                        </a:rPr>
                        <a:t>0</a:t>
                      </a:r>
                      <a:endParaRPr lang="zh-CN" altLang="en-US" dirty="0">
                        <a:solidFill>
                          <a:schemeClr val="tx1"/>
                        </a:solidFill>
                        <a:latin typeface="Arial Black" panose="020B0A04020102020204" pitchFamily="34" charset="0"/>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ctr"/>
                      <a:r>
                        <a:rPr lang="en-US" altLang="zh-CN" dirty="0">
                          <a:solidFill>
                            <a:schemeClr val="tx1"/>
                          </a:solidFill>
                          <a:latin typeface="Arial Black" panose="020B0A04020102020204" pitchFamily="34" charset="0"/>
                        </a:rPr>
                        <a:t>1</a:t>
                      </a:r>
                      <a:endParaRPr lang="zh-CN" altLang="en-US" dirty="0">
                        <a:solidFill>
                          <a:schemeClr val="tx1"/>
                        </a:solidFill>
                        <a:latin typeface="Arial Black" panose="020B0A04020102020204" pitchFamily="34" charset="0"/>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ctr"/>
                      <a:r>
                        <a:rPr lang="en-US" altLang="zh-CN" dirty="0">
                          <a:solidFill>
                            <a:schemeClr val="tx1"/>
                          </a:solidFill>
                          <a:latin typeface="Arial Black" panose="020B0A04020102020204" pitchFamily="34" charset="0"/>
                        </a:rPr>
                        <a:t>2</a:t>
                      </a:r>
                      <a:endParaRPr lang="zh-CN" altLang="en-US" dirty="0">
                        <a:solidFill>
                          <a:schemeClr val="tx1"/>
                        </a:solidFill>
                        <a:latin typeface="Arial Black" panose="020B0A04020102020204" pitchFamily="34" charset="0"/>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ctr"/>
                      <a:r>
                        <a:rPr lang="en-US" altLang="zh-CN" dirty="0">
                          <a:solidFill>
                            <a:schemeClr val="tx1"/>
                          </a:solidFill>
                          <a:latin typeface="Arial Black" panose="020B0A04020102020204" pitchFamily="34" charset="0"/>
                        </a:rPr>
                        <a:t>…</a:t>
                      </a:r>
                      <a:endParaRPr lang="zh-CN" altLang="en-US" dirty="0">
                        <a:solidFill>
                          <a:schemeClr val="tx1"/>
                        </a:solidFill>
                        <a:latin typeface="Arial Black" panose="020B0A04020102020204" pitchFamily="34" charset="0"/>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extLst>
                  <a:ext uri="{0D108BD9-81ED-4DB2-BD59-A6C34878D82A}">
                    <a16:rowId xmlns:a16="http://schemas.microsoft.com/office/drawing/2014/main" val="316235763"/>
                  </a:ext>
                </a:extLst>
              </a:tr>
            </a:tbl>
          </a:graphicData>
        </a:graphic>
      </p:graphicFrame>
      <mc:AlternateContent xmlns:mc="http://schemas.openxmlformats.org/markup-compatibility/2006" xmlns:a14="http://schemas.microsoft.com/office/drawing/2010/main">
        <mc:Choice Requires="a14">
          <p:sp>
            <p:nvSpPr>
              <p:cNvPr id="31" name="íşlïḍè">
                <a:extLst>
                  <a:ext uri="{FF2B5EF4-FFF2-40B4-BE49-F238E27FC236}">
                    <a16:creationId xmlns:a16="http://schemas.microsoft.com/office/drawing/2014/main" id="{534EE850-C207-4BCA-A31E-771A47DA9033}"/>
                  </a:ext>
                </a:extLst>
              </p:cNvPr>
              <p:cNvSpPr txBox="1"/>
              <p:nvPr/>
            </p:nvSpPr>
            <p:spPr>
              <a:xfrm>
                <a:off x="2993250" y="3724968"/>
                <a:ext cx="6218660" cy="311297"/>
              </a:xfrm>
              <a:prstGeom prst="rect">
                <a:avLst/>
              </a:prstGeom>
              <a:noFill/>
            </p:spPr>
            <p:txBody>
              <a:bodyPr wrap="square" lIns="91440" tIns="45720" rIns="91440" bIns="45720" anchor="ctr">
                <a:noAutofit/>
              </a:bodyPr>
              <a:lstStyle/>
              <a:p>
                <a:r>
                  <a:rPr lang="zh-CN" altLang="en-US" b="1" dirty="0">
                    <a:solidFill>
                      <a:schemeClr val="accent4"/>
                    </a:solidFill>
                  </a:rPr>
                  <a:t>接收窗口</a:t>
                </a:r>
                <a14:m>
                  <m:oMath xmlns:m="http://schemas.openxmlformats.org/officeDocument/2006/math">
                    <m:sSub>
                      <m:sSubPr>
                        <m:ctrlPr>
                          <a:rPr lang="en-US" altLang="zh-CN" b="1" i="1" smtClean="0">
                            <a:solidFill>
                              <a:schemeClr val="accent4"/>
                            </a:solidFill>
                            <a:latin typeface="Cambria Math" panose="02040503050406030204" pitchFamily="18" charset="0"/>
                          </a:rPr>
                        </m:ctrlPr>
                      </m:sSubPr>
                      <m:e>
                        <m:r>
                          <a:rPr lang="en-US" altLang="zh-CN" b="1" i="1" smtClean="0">
                            <a:solidFill>
                              <a:schemeClr val="accent4"/>
                            </a:solidFill>
                            <a:latin typeface="Cambria Math" panose="02040503050406030204" pitchFamily="18" charset="0"/>
                          </a:rPr>
                          <m:t>𝑾</m:t>
                        </m:r>
                      </m:e>
                      <m:sub>
                        <m:r>
                          <a:rPr lang="en-US" altLang="zh-CN" b="1" i="1" smtClean="0">
                            <a:solidFill>
                              <a:schemeClr val="accent4"/>
                            </a:solidFill>
                            <a:latin typeface="Cambria Math" panose="02040503050406030204" pitchFamily="18" charset="0"/>
                          </a:rPr>
                          <m:t>𝑹</m:t>
                        </m:r>
                      </m:sub>
                    </m:sSub>
                  </m:oMath>
                </a14:m>
                <a:r>
                  <a:rPr lang="zh-CN" altLang="en-US" b="1" dirty="0"/>
                  <a:t>取最大值</a:t>
                </a:r>
                <a14:m>
                  <m:oMath xmlns:m="http://schemas.openxmlformats.org/officeDocument/2006/math">
                    <m:sSup>
                      <m:sSupPr>
                        <m:ctrlPr>
                          <a:rPr lang="en-US" altLang="zh-CN" b="1" i="1" smtClean="0">
                            <a:latin typeface="Cambria Math" panose="02040503050406030204" pitchFamily="18" charset="0"/>
                          </a:rPr>
                        </m:ctrlPr>
                      </m:sSupPr>
                      <m:e>
                        <m:r>
                          <a:rPr lang="en-US" altLang="zh-CN" b="1" i="1" smtClean="0">
                            <a:latin typeface="Cambria Math" panose="02040503050406030204" pitchFamily="18" charset="0"/>
                          </a:rPr>
                          <m:t>𝟐</m:t>
                        </m:r>
                      </m:e>
                      <m:sup>
                        <m:r>
                          <a:rPr lang="en-US" altLang="zh-CN" b="1" i="1" smtClean="0">
                            <a:latin typeface="Cambria Math" panose="02040503050406030204" pitchFamily="18" charset="0"/>
                          </a:rPr>
                          <m:t>(</m:t>
                        </m:r>
                        <m:r>
                          <a:rPr lang="en-US" altLang="zh-CN" b="1" i="1" smtClean="0">
                            <a:latin typeface="Cambria Math" panose="02040503050406030204" pitchFamily="18" charset="0"/>
                          </a:rPr>
                          <m:t>𝟑</m:t>
                        </m:r>
                        <m:r>
                          <a:rPr lang="en-US" altLang="zh-CN" b="1" i="1" smtClean="0">
                            <a:latin typeface="Cambria Math" panose="02040503050406030204" pitchFamily="18" charset="0"/>
                          </a:rPr>
                          <m:t>−</m:t>
                        </m:r>
                        <m:r>
                          <a:rPr lang="en-US" altLang="zh-CN" b="1" i="1" smtClean="0">
                            <a:latin typeface="Cambria Math" panose="02040503050406030204" pitchFamily="18" charset="0"/>
                          </a:rPr>
                          <m:t>𝟏</m:t>
                        </m:r>
                        <m:r>
                          <a:rPr lang="en-US" altLang="zh-CN" b="1" i="1" smtClean="0">
                            <a:latin typeface="Cambria Math" panose="02040503050406030204" pitchFamily="18" charset="0"/>
                          </a:rPr>
                          <m:t>)</m:t>
                        </m:r>
                      </m:sup>
                    </m:sSup>
                  </m:oMath>
                </a14:m>
                <a:r>
                  <a:rPr lang="zh-CN" altLang="en-US" b="1" dirty="0"/>
                  <a:t>，即</a:t>
                </a:r>
                <a14:m>
                  <m:oMath xmlns:m="http://schemas.openxmlformats.org/officeDocument/2006/math">
                    <m:sSub>
                      <m:sSubPr>
                        <m:ctrlPr>
                          <a:rPr lang="en-US" altLang="zh-CN" b="1" i="1" smtClean="0">
                            <a:latin typeface="Cambria Math" panose="02040503050406030204" pitchFamily="18" charset="0"/>
                          </a:rPr>
                        </m:ctrlPr>
                      </m:sSubPr>
                      <m:e>
                        <m:r>
                          <a:rPr lang="en-US" altLang="zh-CN" b="1" i="1" smtClean="0">
                            <a:latin typeface="Cambria Math" panose="02040503050406030204" pitchFamily="18" charset="0"/>
                          </a:rPr>
                          <m:t>𝑾</m:t>
                        </m:r>
                      </m:e>
                      <m:sub>
                        <m:r>
                          <a:rPr lang="en-US" altLang="zh-CN" b="1" i="1" smtClean="0">
                            <a:latin typeface="Cambria Math" panose="02040503050406030204" pitchFamily="18" charset="0"/>
                          </a:rPr>
                          <m:t>𝑹</m:t>
                        </m:r>
                      </m:sub>
                    </m:sSub>
                    <m:r>
                      <a:rPr lang="en-US" altLang="zh-CN" b="1" i="1" smtClean="0">
                        <a:latin typeface="Cambria Math" panose="02040503050406030204" pitchFamily="18" charset="0"/>
                      </a:rPr>
                      <m:t>=</m:t>
                    </m:r>
                    <m:r>
                      <a:rPr lang="en-US" altLang="zh-CN" b="1" i="1" smtClean="0">
                        <a:latin typeface="Cambria Math" panose="02040503050406030204" pitchFamily="18" charset="0"/>
                      </a:rPr>
                      <m:t>𝟒</m:t>
                    </m:r>
                    <m:r>
                      <a:rPr lang="zh-CN" altLang="en-US" b="1" i="1">
                        <a:latin typeface="Cambria Math" panose="02040503050406030204" pitchFamily="18" charset="0"/>
                      </a:rPr>
                      <m:t>。</m:t>
                    </m:r>
                  </m:oMath>
                </a14:m>
                <a:endParaRPr lang="en-US" altLang="zh-CN" b="1" dirty="0"/>
              </a:p>
            </p:txBody>
          </p:sp>
        </mc:Choice>
        <mc:Fallback xmlns="">
          <p:sp>
            <p:nvSpPr>
              <p:cNvPr id="31" name="íşlïḍè">
                <a:extLst>
                  <a:ext uri="{FF2B5EF4-FFF2-40B4-BE49-F238E27FC236}">
                    <a16:creationId xmlns:a16="http://schemas.microsoft.com/office/drawing/2014/main" id="{534EE850-C207-4BCA-A31E-771A47DA9033}"/>
                  </a:ext>
                </a:extLst>
              </p:cNvPr>
              <p:cNvSpPr txBox="1">
                <a:spLocks noRot="1" noChangeAspect="1" noMove="1" noResize="1" noEditPoints="1" noAdjustHandles="1" noChangeArrowheads="1" noChangeShapeType="1" noTextEdit="1"/>
              </p:cNvSpPr>
              <p:nvPr/>
            </p:nvSpPr>
            <p:spPr>
              <a:xfrm>
                <a:off x="2993250" y="3724968"/>
                <a:ext cx="6218660" cy="311297"/>
              </a:xfrm>
              <a:prstGeom prst="rect">
                <a:avLst/>
              </a:prstGeom>
              <a:blipFill>
                <a:blip r:embed="rId10"/>
                <a:stretch>
                  <a:fillRect l="-784" t="-17647" b="-43137"/>
                </a:stretch>
              </a:blipFill>
            </p:spPr>
            <p:txBody>
              <a:bodyPr/>
              <a:lstStyle/>
              <a:p>
                <a:r>
                  <a:rPr lang="zh-CN" altLang="en-US">
                    <a:noFill/>
                  </a:rPr>
                  <a:t> </a:t>
                </a:r>
              </a:p>
            </p:txBody>
          </p:sp>
        </mc:Fallback>
      </mc:AlternateContent>
      <mc:AlternateContent xmlns:mc="http://schemas.openxmlformats.org/markup-compatibility/2006" xmlns:a14="http://schemas.microsoft.com/office/drawing/2010/main">
        <mc:Choice Requires="a14">
          <p:sp>
            <p:nvSpPr>
              <p:cNvPr id="32" name="íşlïḍè">
                <a:extLst>
                  <a:ext uri="{FF2B5EF4-FFF2-40B4-BE49-F238E27FC236}">
                    <a16:creationId xmlns:a16="http://schemas.microsoft.com/office/drawing/2014/main" id="{FBFA56FC-F0C2-4492-AE42-88A025F625E8}"/>
                  </a:ext>
                </a:extLst>
              </p:cNvPr>
              <p:cNvSpPr txBox="1"/>
              <p:nvPr/>
            </p:nvSpPr>
            <p:spPr>
              <a:xfrm>
                <a:off x="2993250" y="4183741"/>
                <a:ext cx="6218660" cy="311297"/>
              </a:xfrm>
              <a:prstGeom prst="rect">
                <a:avLst/>
              </a:prstGeom>
              <a:noFill/>
            </p:spPr>
            <p:txBody>
              <a:bodyPr wrap="square" lIns="91440" tIns="45720" rIns="91440" bIns="45720" anchor="ctr">
                <a:noAutofit/>
              </a:bodyPr>
              <a:lstStyle/>
              <a:p>
                <a:r>
                  <a:rPr lang="zh-CN" altLang="en-US" b="1" dirty="0">
                    <a:solidFill>
                      <a:schemeClr val="accent3"/>
                    </a:solidFill>
                  </a:rPr>
                  <a:t>发送窗口</a:t>
                </a:r>
                <a14:m>
                  <m:oMath xmlns:m="http://schemas.openxmlformats.org/officeDocument/2006/math">
                    <m:sSub>
                      <m:sSubPr>
                        <m:ctrlPr>
                          <a:rPr lang="en-US" altLang="zh-CN" b="1" i="1" smtClean="0">
                            <a:solidFill>
                              <a:schemeClr val="accent3"/>
                            </a:solidFill>
                            <a:latin typeface="Cambria Math" panose="02040503050406030204" pitchFamily="18" charset="0"/>
                          </a:rPr>
                        </m:ctrlPr>
                      </m:sSubPr>
                      <m:e>
                        <m:r>
                          <a:rPr lang="en-US" altLang="zh-CN" b="1" i="1" smtClean="0">
                            <a:solidFill>
                              <a:schemeClr val="accent3"/>
                            </a:solidFill>
                            <a:latin typeface="Cambria Math" panose="02040503050406030204" pitchFamily="18" charset="0"/>
                          </a:rPr>
                          <m:t>𝑾</m:t>
                        </m:r>
                      </m:e>
                      <m:sub>
                        <m:r>
                          <a:rPr lang="en-US" altLang="zh-CN" b="1" i="1" smtClean="0">
                            <a:solidFill>
                              <a:schemeClr val="accent3"/>
                            </a:solidFill>
                            <a:latin typeface="Cambria Math" panose="02040503050406030204" pitchFamily="18" charset="0"/>
                          </a:rPr>
                          <m:t>𝑻</m:t>
                        </m:r>
                      </m:sub>
                    </m:sSub>
                  </m:oMath>
                </a14:m>
                <a:r>
                  <a:rPr lang="zh-CN" altLang="en-US" b="1" dirty="0"/>
                  <a:t>能取到的最大值也为</a:t>
                </a:r>
                <a14:m>
                  <m:oMath xmlns:m="http://schemas.openxmlformats.org/officeDocument/2006/math">
                    <m:sSup>
                      <m:sSupPr>
                        <m:ctrlPr>
                          <a:rPr lang="en-US" altLang="zh-CN" b="1" i="1" smtClean="0">
                            <a:latin typeface="Cambria Math" panose="02040503050406030204" pitchFamily="18" charset="0"/>
                          </a:rPr>
                        </m:ctrlPr>
                      </m:sSupPr>
                      <m:e>
                        <m:r>
                          <a:rPr lang="en-US" altLang="zh-CN" b="1" i="1" smtClean="0">
                            <a:latin typeface="Cambria Math" panose="02040503050406030204" pitchFamily="18" charset="0"/>
                          </a:rPr>
                          <m:t>𝟐</m:t>
                        </m:r>
                      </m:e>
                      <m:sup>
                        <m:r>
                          <a:rPr lang="en-US" altLang="zh-CN" b="1" i="1" smtClean="0">
                            <a:latin typeface="Cambria Math" panose="02040503050406030204" pitchFamily="18" charset="0"/>
                          </a:rPr>
                          <m:t>(</m:t>
                        </m:r>
                        <m:r>
                          <a:rPr lang="en-US" altLang="zh-CN" b="1" i="1" smtClean="0">
                            <a:latin typeface="Cambria Math" panose="02040503050406030204" pitchFamily="18" charset="0"/>
                          </a:rPr>
                          <m:t>𝟑</m:t>
                        </m:r>
                        <m:r>
                          <a:rPr lang="en-US" altLang="zh-CN" b="1" i="1" smtClean="0">
                            <a:latin typeface="Cambria Math" panose="02040503050406030204" pitchFamily="18" charset="0"/>
                          </a:rPr>
                          <m:t>−</m:t>
                        </m:r>
                        <m:r>
                          <a:rPr lang="en-US" altLang="zh-CN" b="1" i="1" smtClean="0">
                            <a:latin typeface="Cambria Math" panose="02040503050406030204" pitchFamily="18" charset="0"/>
                          </a:rPr>
                          <m:t>𝟏</m:t>
                        </m:r>
                        <m:r>
                          <a:rPr lang="en-US" altLang="zh-CN" b="1" i="1" smtClean="0">
                            <a:latin typeface="Cambria Math" panose="02040503050406030204" pitchFamily="18" charset="0"/>
                          </a:rPr>
                          <m:t>)</m:t>
                        </m:r>
                      </m:sup>
                    </m:sSup>
                  </m:oMath>
                </a14:m>
                <a:r>
                  <a:rPr lang="zh-CN" altLang="en-US" b="1" dirty="0"/>
                  <a:t>，即</a:t>
                </a:r>
                <a14:m>
                  <m:oMath xmlns:m="http://schemas.openxmlformats.org/officeDocument/2006/math">
                    <m:sSub>
                      <m:sSubPr>
                        <m:ctrlPr>
                          <a:rPr lang="en-US" altLang="zh-CN" b="1" i="1" smtClean="0">
                            <a:latin typeface="Cambria Math" panose="02040503050406030204" pitchFamily="18" charset="0"/>
                          </a:rPr>
                        </m:ctrlPr>
                      </m:sSubPr>
                      <m:e>
                        <m:r>
                          <a:rPr lang="en-US" altLang="zh-CN" b="1" i="1" smtClean="0">
                            <a:latin typeface="Cambria Math" panose="02040503050406030204" pitchFamily="18" charset="0"/>
                          </a:rPr>
                          <m:t>𝑾</m:t>
                        </m:r>
                      </m:e>
                      <m:sub>
                        <m:r>
                          <a:rPr lang="en-US" altLang="zh-CN" b="1" i="1" smtClean="0">
                            <a:latin typeface="Cambria Math" panose="02040503050406030204" pitchFamily="18" charset="0"/>
                          </a:rPr>
                          <m:t>𝑻</m:t>
                        </m:r>
                      </m:sub>
                    </m:sSub>
                    <m:r>
                      <a:rPr lang="en-US" altLang="zh-CN" b="1" i="1" smtClean="0">
                        <a:latin typeface="Cambria Math" panose="02040503050406030204" pitchFamily="18" charset="0"/>
                      </a:rPr>
                      <m:t>=</m:t>
                    </m:r>
                    <m:r>
                      <a:rPr lang="en-US" altLang="zh-CN" b="1" i="1" smtClean="0">
                        <a:latin typeface="Cambria Math" panose="02040503050406030204" pitchFamily="18" charset="0"/>
                      </a:rPr>
                      <m:t>𝟒</m:t>
                    </m:r>
                    <m:r>
                      <a:rPr lang="zh-CN" altLang="en-US" b="1" i="1">
                        <a:latin typeface="Cambria Math" panose="02040503050406030204" pitchFamily="18" charset="0"/>
                      </a:rPr>
                      <m:t>。</m:t>
                    </m:r>
                  </m:oMath>
                </a14:m>
                <a:endParaRPr lang="en-US" altLang="zh-CN" b="1" dirty="0"/>
              </a:p>
            </p:txBody>
          </p:sp>
        </mc:Choice>
        <mc:Fallback xmlns="">
          <p:sp>
            <p:nvSpPr>
              <p:cNvPr id="32" name="íşlïḍè">
                <a:extLst>
                  <a:ext uri="{FF2B5EF4-FFF2-40B4-BE49-F238E27FC236}">
                    <a16:creationId xmlns:a16="http://schemas.microsoft.com/office/drawing/2014/main" id="{FBFA56FC-F0C2-4492-AE42-88A025F625E8}"/>
                  </a:ext>
                </a:extLst>
              </p:cNvPr>
              <p:cNvSpPr txBox="1">
                <a:spLocks noRot="1" noChangeAspect="1" noMove="1" noResize="1" noEditPoints="1" noAdjustHandles="1" noChangeArrowheads="1" noChangeShapeType="1" noTextEdit="1"/>
              </p:cNvSpPr>
              <p:nvPr/>
            </p:nvSpPr>
            <p:spPr>
              <a:xfrm>
                <a:off x="2993250" y="4183741"/>
                <a:ext cx="6218660" cy="311297"/>
              </a:xfrm>
              <a:prstGeom prst="rect">
                <a:avLst/>
              </a:prstGeom>
              <a:blipFill>
                <a:blip r:embed="rId11"/>
                <a:stretch>
                  <a:fillRect l="-784" t="-17647" b="-43137"/>
                </a:stretch>
              </a:blipFill>
            </p:spPr>
            <p:txBody>
              <a:bodyPr/>
              <a:lstStyle/>
              <a:p>
                <a:r>
                  <a:rPr lang="zh-CN" altLang="en-US">
                    <a:noFill/>
                  </a:rPr>
                  <a:t> </a:t>
                </a:r>
              </a:p>
            </p:txBody>
          </p:sp>
        </mc:Fallback>
      </mc:AlternateContent>
      <p:sp>
        <p:nvSpPr>
          <p:cNvPr id="58" name="矩形 57">
            <a:extLst>
              <a:ext uri="{FF2B5EF4-FFF2-40B4-BE49-F238E27FC236}">
                <a16:creationId xmlns:a16="http://schemas.microsoft.com/office/drawing/2014/main" id="{B824E139-38BD-4C94-89BD-7C907264EBAA}"/>
              </a:ext>
            </a:extLst>
          </p:cNvPr>
          <p:cNvSpPr/>
          <p:nvPr/>
        </p:nvSpPr>
        <p:spPr>
          <a:xfrm>
            <a:off x="2300222" y="5553748"/>
            <a:ext cx="3023739" cy="374399"/>
          </a:xfrm>
          <a:prstGeom prst="rect">
            <a:avLst/>
          </a:prstGeom>
          <a:solidFill>
            <a:schemeClr val="accent3">
              <a:alpha val="74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35" name="矩形 34">
            <a:extLst>
              <a:ext uri="{FF2B5EF4-FFF2-40B4-BE49-F238E27FC236}">
                <a16:creationId xmlns:a16="http://schemas.microsoft.com/office/drawing/2014/main" id="{6C9644DF-EA3E-480D-BF5B-8F6A670B2F66}"/>
              </a:ext>
            </a:extLst>
          </p:cNvPr>
          <p:cNvSpPr/>
          <p:nvPr/>
        </p:nvSpPr>
        <p:spPr>
          <a:xfrm>
            <a:off x="3065684" y="1822386"/>
            <a:ext cx="2258278" cy="369332"/>
          </a:xfrm>
          <a:prstGeom prst="rect">
            <a:avLst/>
          </a:prstGeom>
          <a:solidFill>
            <a:schemeClr val="accent4">
              <a:alpha val="74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41" name="checked_153603">
            <a:extLst>
              <a:ext uri="{FF2B5EF4-FFF2-40B4-BE49-F238E27FC236}">
                <a16:creationId xmlns:a16="http://schemas.microsoft.com/office/drawing/2014/main" id="{C2626C1D-9AB5-42EC-8DE8-0AE5E1CE99B1}"/>
              </a:ext>
            </a:extLst>
          </p:cNvPr>
          <p:cNvSpPr/>
          <p:nvPr/>
        </p:nvSpPr>
        <p:spPr>
          <a:xfrm>
            <a:off x="3501803" y="5652776"/>
            <a:ext cx="283266" cy="237538"/>
          </a:xfrm>
          <a:custGeom>
            <a:avLst/>
            <a:gdLst>
              <a:gd name="T0" fmla="*/ 1351 w 4419"/>
              <a:gd name="T1" fmla="*/ 3653 h 3712"/>
              <a:gd name="T2" fmla="*/ 1493 w 4419"/>
              <a:gd name="T3" fmla="*/ 3712 h 3712"/>
              <a:gd name="T4" fmla="*/ 1634 w 4419"/>
              <a:gd name="T5" fmla="*/ 3653 h 3712"/>
              <a:gd name="T6" fmla="*/ 4361 w 4419"/>
              <a:gd name="T7" fmla="*/ 927 h 3712"/>
              <a:gd name="T8" fmla="*/ 4419 w 4419"/>
              <a:gd name="T9" fmla="*/ 785 h 3712"/>
              <a:gd name="T10" fmla="*/ 4361 w 4419"/>
              <a:gd name="T11" fmla="*/ 644 h 3712"/>
              <a:gd name="T12" fmla="*/ 3795 w 4419"/>
              <a:gd name="T13" fmla="*/ 78 h 3712"/>
              <a:gd name="T14" fmla="*/ 3512 w 4419"/>
              <a:gd name="T15" fmla="*/ 78 h 3712"/>
              <a:gd name="T16" fmla="*/ 1493 w 4419"/>
              <a:gd name="T17" fmla="*/ 2098 h 3712"/>
              <a:gd name="T18" fmla="*/ 927 w 4419"/>
              <a:gd name="T19" fmla="*/ 1532 h 3712"/>
              <a:gd name="T20" fmla="*/ 786 w 4419"/>
              <a:gd name="T21" fmla="*/ 1473 h 3712"/>
              <a:gd name="T22" fmla="*/ 644 w 4419"/>
              <a:gd name="T23" fmla="*/ 1532 h 3712"/>
              <a:gd name="T24" fmla="*/ 79 w 4419"/>
              <a:gd name="T25" fmla="*/ 2098 h 3712"/>
              <a:gd name="T26" fmla="*/ 79 w 4419"/>
              <a:gd name="T27" fmla="*/ 2380 h 3712"/>
              <a:gd name="T28" fmla="*/ 1351 w 4419"/>
              <a:gd name="T29" fmla="*/ 3653 h 37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4419" h="3712">
                <a:moveTo>
                  <a:pt x="1351" y="3653"/>
                </a:moveTo>
                <a:cubicBezTo>
                  <a:pt x="1389" y="3691"/>
                  <a:pt x="1440" y="3712"/>
                  <a:pt x="1493" y="3712"/>
                </a:cubicBezTo>
                <a:cubicBezTo>
                  <a:pt x="1546" y="3712"/>
                  <a:pt x="1597" y="3691"/>
                  <a:pt x="1634" y="3653"/>
                </a:cubicBezTo>
                <a:lnTo>
                  <a:pt x="4361" y="927"/>
                </a:lnTo>
                <a:cubicBezTo>
                  <a:pt x="4398" y="889"/>
                  <a:pt x="4419" y="838"/>
                  <a:pt x="4419" y="785"/>
                </a:cubicBezTo>
                <a:cubicBezTo>
                  <a:pt x="4419" y="732"/>
                  <a:pt x="4398" y="681"/>
                  <a:pt x="4361" y="644"/>
                </a:cubicBezTo>
                <a:lnTo>
                  <a:pt x="3795" y="78"/>
                </a:lnTo>
                <a:cubicBezTo>
                  <a:pt x="3717" y="0"/>
                  <a:pt x="3590" y="0"/>
                  <a:pt x="3512" y="78"/>
                </a:cubicBezTo>
                <a:lnTo>
                  <a:pt x="1493" y="2098"/>
                </a:lnTo>
                <a:lnTo>
                  <a:pt x="927" y="1532"/>
                </a:lnTo>
                <a:cubicBezTo>
                  <a:pt x="890" y="1494"/>
                  <a:pt x="839" y="1473"/>
                  <a:pt x="786" y="1473"/>
                </a:cubicBezTo>
                <a:cubicBezTo>
                  <a:pt x="733" y="1473"/>
                  <a:pt x="682" y="1494"/>
                  <a:pt x="644" y="1532"/>
                </a:cubicBezTo>
                <a:lnTo>
                  <a:pt x="79" y="2098"/>
                </a:lnTo>
                <a:cubicBezTo>
                  <a:pt x="0" y="2176"/>
                  <a:pt x="0" y="2302"/>
                  <a:pt x="79" y="2380"/>
                </a:cubicBezTo>
                <a:lnTo>
                  <a:pt x="1351" y="3653"/>
                </a:lnTo>
                <a:close/>
              </a:path>
            </a:pathLst>
          </a:cu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2" name="checked_153603">
            <a:extLst>
              <a:ext uri="{FF2B5EF4-FFF2-40B4-BE49-F238E27FC236}">
                <a16:creationId xmlns:a16="http://schemas.microsoft.com/office/drawing/2014/main" id="{B46D509C-F6F7-4C4A-A9CE-B53BED602183}"/>
              </a:ext>
            </a:extLst>
          </p:cNvPr>
          <p:cNvSpPr/>
          <p:nvPr/>
        </p:nvSpPr>
        <p:spPr>
          <a:xfrm>
            <a:off x="4271249" y="5654587"/>
            <a:ext cx="283266" cy="237538"/>
          </a:xfrm>
          <a:custGeom>
            <a:avLst/>
            <a:gdLst>
              <a:gd name="T0" fmla="*/ 1351 w 4419"/>
              <a:gd name="T1" fmla="*/ 3653 h 3712"/>
              <a:gd name="T2" fmla="*/ 1493 w 4419"/>
              <a:gd name="T3" fmla="*/ 3712 h 3712"/>
              <a:gd name="T4" fmla="*/ 1634 w 4419"/>
              <a:gd name="T5" fmla="*/ 3653 h 3712"/>
              <a:gd name="T6" fmla="*/ 4361 w 4419"/>
              <a:gd name="T7" fmla="*/ 927 h 3712"/>
              <a:gd name="T8" fmla="*/ 4419 w 4419"/>
              <a:gd name="T9" fmla="*/ 785 h 3712"/>
              <a:gd name="T10" fmla="*/ 4361 w 4419"/>
              <a:gd name="T11" fmla="*/ 644 h 3712"/>
              <a:gd name="T12" fmla="*/ 3795 w 4419"/>
              <a:gd name="T13" fmla="*/ 78 h 3712"/>
              <a:gd name="T14" fmla="*/ 3512 w 4419"/>
              <a:gd name="T15" fmla="*/ 78 h 3712"/>
              <a:gd name="T16" fmla="*/ 1493 w 4419"/>
              <a:gd name="T17" fmla="*/ 2098 h 3712"/>
              <a:gd name="T18" fmla="*/ 927 w 4419"/>
              <a:gd name="T19" fmla="*/ 1532 h 3712"/>
              <a:gd name="T20" fmla="*/ 786 w 4419"/>
              <a:gd name="T21" fmla="*/ 1473 h 3712"/>
              <a:gd name="T22" fmla="*/ 644 w 4419"/>
              <a:gd name="T23" fmla="*/ 1532 h 3712"/>
              <a:gd name="T24" fmla="*/ 79 w 4419"/>
              <a:gd name="T25" fmla="*/ 2098 h 3712"/>
              <a:gd name="T26" fmla="*/ 79 w 4419"/>
              <a:gd name="T27" fmla="*/ 2380 h 3712"/>
              <a:gd name="T28" fmla="*/ 1351 w 4419"/>
              <a:gd name="T29" fmla="*/ 3653 h 37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4419" h="3712">
                <a:moveTo>
                  <a:pt x="1351" y="3653"/>
                </a:moveTo>
                <a:cubicBezTo>
                  <a:pt x="1389" y="3691"/>
                  <a:pt x="1440" y="3712"/>
                  <a:pt x="1493" y="3712"/>
                </a:cubicBezTo>
                <a:cubicBezTo>
                  <a:pt x="1546" y="3712"/>
                  <a:pt x="1597" y="3691"/>
                  <a:pt x="1634" y="3653"/>
                </a:cubicBezTo>
                <a:lnTo>
                  <a:pt x="4361" y="927"/>
                </a:lnTo>
                <a:cubicBezTo>
                  <a:pt x="4398" y="889"/>
                  <a:pt x="4419" y="838"/>
                  <a:pt x="4419" y="785"/>
                </a:cubicBezTo>
                <a:cubicBezTo>
                  <a:pt x="4419" y="732"/>
                  <a:pt x="4398" y="681"/>
                  <a:pt x="4361" y="644"/>
                </a:cubicBezTo>
                <a:lnTo>
                  <a:pt x="3795" y="78"/>
                </a:lnTo>
                <a:cubicBezTo>
                  <a:pt x="3717" y="0"/>
                  <a:pt x="3590" y="0"/>
                  <a:pt x="3512" y="78"/>
                </a:cubicBezTo>
                <a:lnTo>
                  <a:pt x="1493" y="2098"/>
                </a:lnTo>
                <a:lnTo>
                  <a:pt x="927" y="1532"/>
                </a:lnTo>
                <a:cubicBezTo>
                  <a:pt x="890" y="1494"/>
                  <a:pt x="839" y="1473"/>
                  <a:pt x="786" y="1473"/>
                </a:cubicBezTo>
                <a:cubicBezTo>
                  <a:pt x="733" y="1473"/>
                  <a:pt x="682" y="1494"/>
                  <a:pt x="644" y="1532"/>
                </a:cubicBezTo>
                <a:lnTo>
                  <a:pt x="79" y="2098"/>
                </a:lnTo>
                <a:cubicBezTo>
                  <a:pt x="0" y="2176"/>
                  <a:pt x="0" y="2302"/>
                  <a:pt x="79" y="2380"/>
                </a:cubicBezTo>
                <a:lnTo>
                  <a:pt x="1351" y="3653"/>
                </a:lnTo>
                <a:close/>
              </a:path>
            </a:pathLst>
          </a:cu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3" name="checked_153603">
            <a:extLst>
              <a:ext uri="{FF2B5EF4-FFF2-40B4-BE49-F238E27FC236}">
                <a16:creationId xmlns:a16="http://schemas.microsoft.com/office/drawing/2014/main" id="{E02A4F12-DEC5-49BA-8BD4-C24DE66A1BC0}"/>
              </a:ext>
            </a:extLst>
          </p:cNvPr>
          <p:cNvSpPr/>
          <p:nvPr/>
        </p:nvSpPr>
        <p:spPr>
          <a:xfrm>
            <a:off x="5042974" y="5652776"/>
            <a:ext cx="283266" cy="237538"/>
          </a:xfrm>
          <a:custGeom>
            <a:avLst/>
            <a:gdLst>
              <a:gd name="T0" fmla="*/ 1351 w 4419"/>
              <a:gd name="T1" fmla="*/ 3653 h 3712"/>
              <a:gd name="T2" fmla="*/ 1493 w 4419"/>
              <a:gd name="T3" fmla="*/ 3712 h 3712"/>
              <a:gd name="T4" fmla="*/ 1634 w 4419"/>
              <a:gd name="T5" fmla="*/ 3653 h 3712"/>
              <a:gd name="T6" fmla="*/ 4361 w 4419"/>
              <a:gd name="T7" fmla="*/ 927 h 3712"/>
              <a:gd name="T8" fmla="*/ 4419 w 4419"/>
              <a:gd name="T9" fmla="*/ 785 h 3712"/>
              <a:gd name="T10" fmla="*/ 4361 w 4419"/>
              <a:gd name="T11" fmla="*/ 644 h 3712"/>
              <a:gd name="T12" fmla="*/ 3795 w 4419"/>
              <a:gd name="T13" fmla="*/ 78 h 3712"/>
              <a:gd name="T14" fmla="*/ 3512 w 4419"/>
              <a:gd name="T15" fmla="*/ 78 h 3712"/>
              <a:gd name="T16" fmla="*/ 1493 w 4419"/>
              <a:gd name="T17" fmla="*/ 2098 h 3712"/>
              <a:gd name="T18" fmla="*/ 927 w 4419"/>
              <a:gd name="T19" fmla="*/ 1532 h 3712"/>
              <a:gd name="T20" fmla="*/ 786 w 4419"/>
              <a:gd name="T21" fmla="*/ 1473 h 3712"/>
              <a:gd name="T22" fmla="*/ 644 w 4419"/>
              <a:gd name="T23" fmla="*/ 1532 h 3712"/>
              <a:gd name="T24" fmla="*/ 79 w 4419"/>
              <a:gd name="T25" fmla="*/ 2098 h 3712"/>
              <a:gd name="T26" fmla="*/ 79 w 4419"/>
              <a:gd name="T27" fmla="*/ 2380 h 3712"/>
              <a:gd name="T28" fmla="*/ 1351 w 4419"/>
              <a:gd name="T29" fmla="*/ 3653 h 37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4419" h="3712">
                <a:moveTo>
                  <a:pt x="1351" y="3653"/>
                </a:moveTo>
                <a:cubicBezTo>
                  <a:pt x="1389" y="3691"/>
                  <a:pt x="1440" y="3712"/>
                  <a:pt x="1493" y="3712"/>
                </a:cubicBezTo>
                <a:cubicBezTo>
                  <a:pt x="1546" y="3712"/>
                  <a:pt x="1597" y="3691"/>
                  <a:pt x="1634" y="3653"/>
                </a:cubicBezTo>
                <a:lnTo>
                  <a:pt x="4361" y="927"/>
                </a:lnTo>
                <a:cubicBezTo>
                  <a:pt x="4398" y="889"/>
                  <a:pt x="4419" y="838"/>
                  <a:pt x="4419" y="785"/>
                </a:cubicBezTo>
                <a:cubicBezTo>
                  <a:pt x="4419" y="732"/>
                  <a:pt x="4398" y="681"/>
                  <a:pt x="4361" y="644"/>
                </a:cubicBezTo>
                <a:lnTo>
                  <a:pt x="3795" y="78"/>
                </a:lnTo>
                <a:cubicBezTo>
                  <a:pt x="3717" y="0"/>
                  <a:pt x="3590" y="0"/>
                  <a:pt x="3512" y="78"/>
                </a:cubicBezTo>
                <a:lnTo>
                  <a:pt x="1493" y="2098"/>
                </a:lnTo>
                <a:lnTo>
                  <a:pt x="927" y="1532"/>
                </a:lnTo>
                <a:cubicBezTo>
                  <a:pt x="890" y="1494"/>
                  <a:pt x="839" y="1473"/>
                  <a:pt x="786" y="1473"/>
                </a:cubicBezTo>
                <a:cubicBezTo>
                  <a:pt x="733" y="1473"/>
                  <a:pt x="682" y="1494"/>
                  <a:pt x="644" y="1532"/>
                </a:cubicBezTo>
                <a:lnTo>
                  <a:pt x="79" y="2098"/>
                </a:lnTo>
                <a:cubicBezTo>
                  <a:pt x="0" y="2176"/>
                  <a:pt x="0" y="2302"/>
                  <a:pt x="79" y="2380"/>
                </a:cubicBezTo>
                <a:lnTo>
                  <a:pt x="1351" y="3653"/>
                </a:lnTo>
                <a:close/>
              </a:path>
            </a:pathLst>
          </a:cu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51" name="矩形 50">
            <a:extLst>
              <a:ext uri="{FF2B5EF4-FFF2-40B4-BE49-F238E27FC236}">
                <a16:creationId xmlns:a16="http://schemas.microsoft.com/office/drawing/2014/main" id="{2865E612-9186-4B3E-BE48-C4C5C36160E6}"/>
              </a:ext>
            </a:extLst>
          </p:cNvPr>
          <p:cNvSpPr/>
          <p:nvPr/>
        </p:nvSpPr>
        <p:spPr>
          <a:xfrm>
            <a:off x="2307054" y="5563124"/>
            <a:ext cx="739454" cy="374399"/>
          </a:xfrm>
          <a:prstGeom prst="rect">
            <a:avLst/>
          </a:prstGeom>
          <a:solidFill>
            <a:schemeClr val="accent1">
              <a:lumMod val="75000"/>
              <a:alpha val="44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37" name="矩形 36">
            <a:extLst>
              <a:ext uri="{FF2B5EF4-FFF2-40B4-BE49-F238E27FC236}">
                <a16:creationId xmlns:a16="http://schemas.microsoft.com/office/drawing/2014/main" id="{8435FFCF-BFB0-4459-B5EB-B736E8D6438E}"/>
              </a:ext>
            </a:extLst>
          </p:cNvPr>
          <p:cNvSpPr/>
          <p:nvPr/>
        </p:nvSpPr>
        <p:spPr>
          <a:xfrm>
            <a:off x="2302910" y="1818200"/>
            <a:ext cx="765067" cy="389284"/>
          </a:xfrm>
          <a:prstGeom prst="rect">
            <a:avLst/>
          </a:prstGeom>
          <a:solidFill>
            <a:schemeClr val="accent4">
              <a:alpha val="74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48" name="矩形 47">
            <a:extLst>
              <a:ext uri="{FF2B5EF4-FFF2-40B4-BE49-F238E27FC236}">
                <a16:creationId xmlns:a16="http://schemas.microsoft.com/office/drawing/2014/main" id="{C88034C5-F47A-4E90-A5AC-A3DFF4691703}"/>
              </a:ext>
            </a:extLst>
          </p:cNvPr>
          <p:cNvSpPr/>
          <p:nvPr/>
        </p:nvSpPr>
        <p:spPr>
          <a:xfrm>
            <a:off x="456665" y="5110649"/>
            <a:ext cx="708432" cy="270283"/>
          </a:xfrm>
          <a:prstGeom prst="rect">
            <a:avLst/>
          </a:prstGeom>
          <a:solidFill>
            <a:schemeClr val="accent4"/>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46800" rIns="46800" rtlCol="0" anchor="ctr"/>
          <a:lstStyle/>
          <a:p>
            <a:pPr algn="ctr"/>
            <a:r>
              <a:rPr lang="en-US" altLang="zh-CN" b="1" dirty="0"/>
              <a:t>ACK0</a:t>
            </a:r>
            <a:endParaRPr lang="zh-CN" altLang="en-US" b="1" dirty="0"/>
          </a:p>
        </p:txBody>
      </p:sp>
      <p:sp>
        <p:nvSpPr>
          <p:cNvPr id="36" name="平行四边形 35">
            <a:extLst>
              <a:ext uri="{FF2B5EF4-FFF2-40B4-BE49-F238E27FC236}">
                <a16:creationId xmlns:a16="http://schemas.microsoft.com/office/drawing/2014/main" id="{6B437A79-F0F2-E77D-4218-CC56864CEAAE}"/>
              </a:ext>
            </a:extLst>
          </p:cNvPr>
          <p:cNvSpPr/>
          <p:nvPr/>
        </p:nvSpPr>
        <p:spPr>
          <a:xfrm>
            <a:off x="304800" y="749300"/>
            <a:ext cx="675384" cy="387090"/>
          </a:xfrm>
          <a:prstGeom prst="parallelogram">
            <a:avLst/>
          </a:prstGeom>
          <a:solidFill>
            <a:schemeClr val="accent3">
              <a:lumMod val="75000"/>
            </a:schemeClr>
          </a:solidFill>
          <a:ln>
            <a:solidFill>
              <a:schemeClr val="accent3">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CN" sz="2200" dirty="0">
                <a:latin typeface="Impact" panose="020B0806030902050204" pitchFamily="34" charset="0"/>
              </a:rPr>
              <a:t>05</a:t>
            </a:r>
            <a:endParaRPr lang="zh-CN" altLang="en-US" sz="2200" dirty="0">
              <a:latin typeface="Impact" panose="020B0806030902050204" pitchFamily="34" charset="0"/>
            </a:endParaRPr>
          </a:p>
        </p:txBody>
      </p:sp>
    </p:spTree>
    <p:custDataLst>
      <p:tags r:id="rId1"/>
    </p:custDataLst>
    <p:extLst>
      <p:ext uri="{BB962C8B-B14F-4D97-AF65-F5344CB8AC3E}">
        <p14:creationId xmlns:p14="http://schemas.microsoft.com/office/powerpoint/2010/main" val="2408916849"/>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2" presetClass="exit" presetSubtype="4" fill="hold" grpId="0" nodeType="withEffect">
                                  <p:stCondLst>
                                    <p:cond delay="0"/>
                                  </p:stCondLst>
                                  <p:childTnLst>
                                    <p:anim calcmode="lin" valueType="num">
                                      <p:cBhvr additive="base">
                                        <p:cTn id="6" dur="500"/>
                                        <p:tgtEl>
                                          <p:spTgt spid="48"/>
                                        </p:tgtEl>
                                        <p:attrNameLst>
                                          <p:attrName>ppt_y</p:attrName>
                                        </p:attrNameLst>
                                      </p:cBhvr>
                                      <p:tavLst>
                                        <p:tav tm="0">
                                          <p:val>
                                            <p:strVal val="#ppt_y"/>
                                          </p:val>
                                        </p:tav>
                                        <p:tav tm="100000">
                                          <p:val>
                                            <p:strVal val="#ppt_y+#ppt_h*1.125000"/>
                                          </p:val>
                                        </p:tav>
                                      </p:tavLst>
                                    </p:anim>
                                    <p:animEffect transition="out" filter="wipe(down)">
                                      <p:cBhvr>
                                        <p:cTn id="7" dur="500"/>
                                        <p:tgtEl>
                                          <p:spTgt spid="48"/>
                                        </p:tgtEl>
                                      </p:cBhvr>
                                    </p:animEffect>
                                    <p:set>
                                      <p:cBhvr>
                                        <p:cTn id="8" dur="1" fill="hold">
                                          <p:stCondLst>
                                            <p:cond delay="499"/>
                                          </p:stCondLst>
                                        </p:cTn>
                                        <p:tgtEl>
                                          <p:spTgt spid="48"/>
                                        </p:tgtEl>
                                        <p:attrNameLst>
                                          <p:attrName>style.visibility</p:attrName>
                                        </p:attrNameLst>
                                      </p:cBhvr>
                                      <p:to>
                                        <p:strVal val="hidden"/>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8" grpId="0" animBg="1"/>
    </p:bldLst>
  </p:timing>
</p:sld>
</file>

<file path=ppt/slides/slide21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45" name="组合 44">
            <a:extLst>
              <a:ext uri="{FF2B5EF4-FFF2-40B4-BE49-F238E27FC236}">
                <a16:creationId xmlns:a16="http://schemas.microsoft.com/office/drawing/2014/main" id="{F5FCA282-8954-464E-9962-8DEC0A190612}"/>
              </a:ext>
            </a:extLst>
          </p:cNvPr>
          <p:cNvGrpSpPr/>
          <p:nvPr/>
        </p:nvGrpSpPr>
        <p:grpSpPr>
          <a:xfrm>
            <a:off x="5331272" y="1368773"/>
            <a:ext cx="3025589" cy="910796"/>
            <a:chOff x="2302929" y="5098286"/>
            <a:chExt cx="3025589" cy="910796"/>
          </a:xfrm>
        </p:grpSpPr>
        <p:sp>
          <p:nvSpPr>
            <p:cNvPr id="46" name="矩形 45">
              <a:extLst>
                <a:ext uri="{FF2B5EF4-FFF2-40B4-BE49-F238E27FC236}">
                  <a16:creationId xmlns:a16="http://schemas.microsoft.com/office/drawing/2014/main" id="{471AA480-7085-4D51-B0B4-D68301BF2020}"/>
                </a:ext>
              </a:extLst>
            </p:cNvPr>
            <p:cNvSpPr/>
            <p:nvPr/>
          </p:nvSpPr>
          <p:spPr>
            <a:xfrm>
              <a:off x="2302929" y="5467618"/>
              <a:ext cx="3025589" cy="541464"/>
            </a:xfrm>
            <a:prstGeom prst="rect">
              <a:avLst/>
            </a:prstGeom>
            <a:solidFill>
              <a:schemeClr val="accent4"/>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mc:AlternateContent xmlns:mc="http://schemas.openxmlformats.org/markup-compatibility/2006" xmlns:a14="http://schemas.microsoft.com/office/drawing/2010/main">
          <mc:Choice Requires="a14">
            <p:sp>
              <p:nvSpPr>
                <p:cNvPr id="47" name="文本框 46">
                  <a:extLst>
                    <a:ext uri="{FF2B5EF4-FFF2-40B4-BE49-F238E27FC236}">
                      <a16:creationId xmlns:a16="http://schemas.microsoft.com/office/drawing/2014/main" id="{4DD506B6-2862-4CF6-A3E9-F36AEFD5D21B}"/>
                    </a:ext>
                  </a:extLst>
                </p:cNvPr>
                <p:cNvSpPr txBox="1"/>
                <p:nvPr/>
              </p:nvSpPr>
              <p:spPr>
                <a:xfrm>
                  <a:off x="3277773" y="5098286"/>
                  <a:ext cx="1067217" cy="369332"/>
                </a:xfrm>
                <a:prstGeom prst="rect">
                  <a:avLst/>
                </a:prstGeom>
                <a:noFill/>
              </p:spPr>
              <p:txBody>
                <a:bodyPr wrap="square">
                  <a:spAutoFit/>
                </a:bodyPr>
                <a:lstStyle/>
                <a:p>
                  <a:pPr/>
                  <a14:m>
                    <m:oMathPara xmlns:m="http://schemas.openxmlformats.org/officeDocument/2006/math">
                      <m:oMathParaPr>
                        <m:jc m:val="centerGroup"/>
                      </m:oMathParaPr>
                      <m:oMath xmlns:m="http://schemas.openxmlformats.org/officeDocument/2006/math">
                        <m:sSub>
                          <m:sSubPr>
                            <m:ctrlPr>
                              <a:rPr lang="en-US" altLang="zh-CN" b="1" i="1" smtClean="0">
                                <a:solidFill>
                                  <a:schemeClr val="accent4"/>
                                </a:solidFill>
                                <a:latin typeface="Cambria Math" panose="02040503050406030204" pitchFamily="18" charset="0"/>
                              </a:rPr>
                            </m:ctrlPr>
                          </m:sSubPr>
                          <m:e>
                            <m:r>
                              <a:rPr lang="en-US" altLang="zh-CN" b="1" i="1" smtClean="0">
                                <a:solidFill>
                                  <a:schemeClr val="accent4"/>
                                </a:solidFill>
                                <a:latin typeface="Cambria Math" panose="02040503050406030204" pitchFamily="18" charset="0"/>
                              </a:rPr>
                              <m:t>𝑾</m:t>
                            </m:r>
                          </m:e>
                          <m:sub>
                            <m:r>
                              <a:rPr lang="en-US" altLang="zh-CN" b="1" i="1" smtClean="0">
                                <a:solidFill>
                                  <a:schemeClr val="accent4"/>
                                </a:solidFill>
                                <a:latin typeface="Cambria Math" panose="02040503050406030204" pitchFamily="18" charset="0"/>
                              </a:rPr>
                              <m:t>𝑹</m:t>
                            </m:r>
                          </m:sub>
                        </m:sSub>
                        <m:r>
                          <a:rPr lang="en-US" altLang="zh-CN" b="1" i="1" smtClean="0">
                            <a:solidFill>
                              <a:schemeClr val="accent4"/>
                            </a:solidFill>
                            <a:latin typeface="Cambria Math" panose="02040503050406030204" pitchFamily="18" charset="0"/>
                          </a:rPr>
                          <m:t>=</m:t>
                        </m:r>
                        <m:r>
                          <a:rPr lang="en-US" altLang="zh-CN" b="1" i="1" smtClean="0">
                            <a:solidFill>
                              <a:schemeClr val="accent4"/>
                            </a:solidFill>
                            <a:latin typeface="Cambria Math" panose="02040503050406030204" pitchFamily="18" charset="0"/>
                          </a:rPr>
                          <m:t>𝟒</m:t>
                        </m:r>
                      </m:oMath>
                    </m:oMathPara>
                  </a14:m>
                  <a:endParaRPr lang="zh-CN" altLang="en-US" dirty="0">
                    <a:solidFill>
                      <a:schemeClr val="accent4"/>
                    </a:solidFill>
                  </a:endParaRPr>
                </a:p>
              </p:txBody>
            </p:sp>
          </mc:Choice>
          <mc:Fallback xmlns="">
            <p:sp>
              <p:nvSpPr>
                <p:cNvPr id="47" name="文本框 46">
                  <a:extLst>
                    <a:ext uri="{FF2B5EF4-FFF2-40B4-BE49-F238E27FC236}">
                      <a16:creationId xmlns:a16="http://schemas.microsoft.com/office/drawing/2014/main" id="{4DD506B6-2862-4CF6-A3E9-F36AEFD5D21B}"/>
                    </a:ext>
                  </a:extLst>
                </p:cNvPr>
                <p:cNvSpPr txBox="1">
                  <a:spLocks noRot="1" noChangeAspect="1" noMove="1" noResize="1" noEditPoints="1" noAdjustHandles="1" noChangeArrowheads="1" noChangeShapeType="1" noTextEdit="1"/>
                </p:cNvSpPr>
                <p:nvPr/>
              </p:nvSpPr>
              <p:spPr>
                <a:xfrm>
                  <a:off x="3277773" y="5098286"/>
                  <a:ext cx="1067217" cy="369332"/>
                </a:xfrm>
                <a:prstGeom prst="rect">
                  <a:avLst/>
                </a:prstGeom>
                <a:blipFill>
                  <a:blip r:embed="rId3"/>
                  <a:stretch>
                    <a:fillRect b="-3333"/>
                  </a:stretch>
                </a:blipFill>
              </p:spPr>
              <p:txBody>
                <a:bodyPr/>
                <a:lstStyle/>
                <a:p>
                  <a:r>
                    <a:rPr lang="zh-CN" altLang="en-US">
                      <a:noFill/>
                    </a:rPr>
                    <a:t> </a:t>
                  </a:r>
                </a:p>
              </p:txBody>
            </p:sp>
          </mc:Fallback>
        </mc:AlternateContent>
      </p:grpSp>
      <p:grpSp>
        <p:nvGrpSpPr>
          <p:cNvPr id="5" name="组合 4">
            <a:extLst>
              <a:ext uri="{FF2B5EF4-FFF2-40B4-BE49-F238E27FC236}">
                <a16:creationId xmlns:a16="http://schemas.microsoft.com/office/drawing/2014/main" id="{20EFBF47-A85C-4FD1-BB81-590596419A3D}"/>
              </a:ext>
            </a:extLst>
          </p:cNvPr>
          <p:cNvGrpSpPr/>
          <p:nvPr/>
        </p:nvGrpSpPr>
        <p:grpSpPr>
          <a:xfrm>
            <a:off x="5328994" y="5098286"/>
            <a:ext cx="3025589" cy="910796"/>
            <a:chOff x="2302929" y="5098286"/>
            <a:chExt cx="3025589" cy="910796"/>
          </a:xfrm>
        </p:grpSpPr>
        <p:sp>
          <p:nvSpPr>
            <p:cNvPr id="33" name="矩形 32">
              <a:extLst>
                <a:ext uri="{FF2B5EF4-FFF2-40B4-BE49-F238E27FC236}">
                  <a16:creationId xmlns:a16="http://schemas.microsoft.com/office/drawing/2014/main" id="{3EA6F5A2-1C83-4BE5-9CCD-7CBA9C984323}"/>
                </a:ext>
              </a:extLst>
            </p:cNvPr>
            <p:cNvSpPr/>
            <p:nvPr/>
          </p:nvSpPr>
          <p:spPr>
            <a:xfrm>
              <a:off x="2302929" y="5467618"/>
              <a:ext cx="3025589" cy="541464"/>
            </a:xfrm>
            <a:prstGeom prst="rect">
              <a:avLst/>
            </a:prstGeom>
            <a:solidFill>
              <a:schemeClr val="accent3"/>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mc:AlternateContent xmlns:mc="http://schemas.openxmlformats.org/markup-compatibility/2006" xmlns:a14="http://schemas.microsoft.com/office/drawing/2010/main">
          <mc:Choice Requires="a14">
            <p:sp>
              <p:nvSpPr>
                <p:cNvPr id="34" name="文本框 33">
                  <a:extLst>
                    <a:ext uri="{FF2B5EF4-FFF2-40B4-BE49-F238E27FC236}">
                      <a16:creationId xmlns:a16="http://schemas.microsoft.com/office/drawing/2014/main" id="{8C755A65-DDAE-400F-BD8A-B2EB9981B67D}"/>
                    </a:ext>
                  </a:extLst>
                </p:cNvPr>
                <p:cNvSpPr txBox="1"/>
                <p:nvPr/>
              </p:nvSpPr>
              <p:spPr>
                <a:xfrm>
                  <a:off x="3277773" y="5098286"/>
                  <a:ext cx="1067217" cy="369332"/>
                </a:xfrm>
                <a:prstGeom prst="rect">
                  <a:avLst/>
                </a:prstGeom>
                <a:noFill/>
              </p:spPr>
              <p:txBody>
                <a:bodyPr wrap="square">
                  <a:spAutoFit/>
                </a:bodyPr>
                <a:lstStyle/>
                <a:p>
                  <a:pPr/>
                  <a14:m>
                    <m:oMathPara xmlns:m="http://schemas.openxmlformats.org/officeDocument/2006/math">
                      <m:oMathParaPr>
                        <m:jc m:val="centerGroup"/>
                      </m:oMathParaPr>
                      <m:oMath xmlns:m="http://schemas.openxmlformats.org/officeDocument/2006/math">
                        <m:sSub>
                          <m:sSubPr>
                            <m:ctrlPr>
                              <a:rPr lang="en-US" altLang="zh-CN" b="1" i="1" smtClean="0">
                                <a:solidFill>
                                  <a:schemeClr val="accent3"/>
                                </a:solidFill>
                                <a:latin typeface="Cambria Math" panose="02040503050406030204" pitchFamily="18" charset="0"/>
                              </a:rPr>
                            </m:ctrlPr>
                          </m:sSubPr>
                          <m:e>
                            <m:r>
                              <a:rPr lang="en-US" altLang="zh-CN" b="1" i="1" smtClean="0">
                                <a:solidFill>
                                  <a:schemeClr val="accent3"/>
                                </a:solidFill>
                                <a:latin typeface="Cambria Math" panose="02040503050406030204" pitchFamily="18" charset="0"/>
                              </a:rPr>
                              <m:t>𝑾</m:t>
                            </m:r>
                          </m:e>
                          <m:sub>
                            <m:r>
                              <a:rPr lang="en-US" altLang="zh-CN" b="1" i="1" smtClean="0">
                                <a:solidFill>
                                  <a:schemeClr val="accent3"/>
                                </a:solidFill>
                                <a:latin typeface="Cambria Math" panose="02040503050406030204" pitchFamily="18" charset="0"/>
                              </a:rPr>
                              <m:t>𝑻</m:t>
                            </m:r>
                          </m:sub>
                        </m:sSub>
                        <m:r>
                          <a:rPr lang="en-US" altLang="zh-CN" b="1" i="1" smtClean="0">
                            <a:solidFill>
                              <a:schemeClr val="accent3"/>
                            </a:solidFill>
                            <a:latin typeface="Cambria Math" panose="02040503050406030204" pitchFamily="18" charset="0"/>
                          </a:rPr>
                          <m:t>=</m:t>
                        </m:r>
                        <m:r>
                          <a:rPr lang="en-US" altLang="zh-CN" b="1" i="1" smtClean="0">
                            <a:solidFill>
                              <a:schemeClr val="accent3"/>
                            </a:solidFill>
                            <a:latin typeface="Cambria Math" panose="02040503050406030204" pitchFamily="18" charset="0"/>
                          </a:rPr>
                          <m:t>𝟒</m:t>
                        </m:r>
                      </m:oMath>
                    </m:oMathPara>
                  </a14:m>
                  <a:endParaRPr lang="zh-CN" altLang="en-US" dirty="0">
                    <a:solidFill>
                      <a:schemeClr val="accent3"/>
                    </a:solidFill>
                  </a:endParaRPr>
                </a:p>
              </p:txBody>
            </p:sp>
          </mc:Choice>
          <mc:Fallback xmlns="">
            <p:sp>
              <p:nvSpPr>
                <p:cNvPr id="34" name="文本框 33">
                  <a:extLst>
                    <a:ext uri="{FF2B5EF4-FFF2-40B4-BE49-F238E27FC236}">
                      <a16:creationId xmlns:a16="http://schemas.microsoft.com/office/drawing/2014/main" id="{8C755A65-DDAE-400F-BD8A-B2EB9981B67D}"/>
                    </a:ext>
                  </a:extLst>
                </p:cNvPr>
                <p:cNvSpPr txBox="1">
                  <a:spLocks noRot="1" noChangeAspect="1" noMove="1" noResize="1" noEditPoints="1" noAdjustHandles="1" noChangeArrowheads="1" noChangeShapeType="1" noTextEdit="1"/>
                </p:cNvSpPr>
                <p:nvPr/>
              </p:nvSpPr>
              <p:spPr>
                <a:xfrm>
                  <a:off x="3277773" y="5098286"/>
                  <a:ext cx="1067217" cy="369332"/>
                </a:xfrm>
                <a:prstGeom prst="rect">
                  <a:avLst/>
                </a:prstGeom>
                <a:blipFill>
                  <a:blip r:embed="rId4"/>
                  <a:stretch>
                    <a:fillRect b="-3279"/>
                  </a:stretch>
                </a:blipFill>
              </p:spPr>
              <p:txBody>
                <a:bodyPr/>
                <a:lstStyle/>
                <a:p>
                  <a:r>
                    <a:rPr lang="zh-CN" altLang="en-US">
                      <a:noFill/>
                    </a:rPr>
                    <a:t> </a:t>
                  </a:r>
                </a:p>
              </p:txBody>
            </p:sp>
          </mc:Fallback>
        </mc:AlternateContent>
      </p:grpSp>
      <p:grpSp>
        <p:nvGrpSpPr>
          <p:cNvPr id="4" name="组合 3">
            <a:extLst>
              <a:ext uri="{FF2B5EF4-FFF2-40B4-BE49-F238E27FC236}">
                <a16:creationId xmlns:a16="http://schemas.microsoft.com/office/drawing/2014/main" id="{9A1EA9F2-FCB6-48C3-935F-7AE7E3AD14AC}"/>
              </a:ext>
            </a:extLst>
          </p:cNvPr>
          <p:cNvGrpSpPr/>
          <p:nvPr/>
        </p:nvGrpSpPr>
        <p:grpSpPr>
          <a:xfrm>
            <a:off x="304800" y="749300"/>
            <a:ext cx="6192344" cy="400110"/>
            <a:chOff x="424117" y="898245"/>
            <a:chExt cx="6192344" cy="400110"/>
          </a:xfrm>
        </p:grpSpPr>
        <p:sp>
          <p:nvSpPr>
            <p:cNvPr id="2" name="平行四边形 1">
              <a:extLst>
                <a:ext uri="{FF2B5EF4-FFF2-40B4-BE49-F238E27FC236}">
                  <a16:creationId xmlns:a16="http://schemas.microsoft.com/office/drawing/2014/main" id="{1F5BAA3F-9845-4F89-A2DD-8222D3E4EDAC}"/>
                </a:ext>
              </a:extLst>
            </p:cNvPr>
            <p:cNvSpPr/>
            <p:nvPr/>
          </p:nvSpPr>
          <p:spPr>
            <a:xfrm>
              <a:off x="424117" y="898245"/>
              <a:ext cx="628306" cy="387090"/>
            </a:xfrm>
            <a:prstGeom prst="parallelogram">
              <a:avLst/>
            </a:prstGeom>
            <a:solidFill>
              <a:schemeClr val="accent3">
                <a:lumMod val="75000"/>
              </a:schemeClr>
            </a:solidFill>
            <a:ln>
              <a:solidFill>
                <a:schemeClr val="accent3">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CN" sz="2200" dirty="0">
                  <a:latin typeface="Impact" panose="020B0806030902050204" pitchFamily="34" charset="0"/>
                </a:rPr>
                <a:t>01</a:t>
              </a:r>
              <a:endParaRPr lang="zh-CN" altLang="en-US" sz="2200" dirty="0">
                <a:latin typeface="Impact" panose="020B0806030902050204" pitchFamily="34" charset="0"/>
              </a:endParaRPr>
            </a:p>
          </p:txBody>
        </p:sp>
        <p:sp>
          <p:nvSpPr>
            <p:cNvPr id="3" name="文本框 2">
              <a:extLst>
                <a:ext uri="{FF2B5EF4-FFF2-40B4-BE49-F238E27FC236}">
                  <a16:creationId xmlns:a16="http://schemas.microsoft.com/office/drawing/2014/main" id="{4D6BD736-A4D3-4F26-AFED-36E11F50F70B}"/>
                </a:ext>
              </a:extLst>
            </p:cNvPr>
            <p:cNvSpPr txBox="1"/>
            <p:nvPr/>
          </p:nvSpPr>
          <p:spPr>
            <a:xfrm>
              <a:off x="1052423" y="898245"/>
              <a:ext cx="5564038" cy="400110"/>
            </a:xfrm>
            <a:prstGeom prst="rect">
              <a:avLst/>
            </a:prstGeom>
            <a:noFill/>
          </p:spPr>
          <p:txBody>
            <a:bodyPr wrap="square" rtlCol="0">
              <a:spAutoFit/>
            </a:bodyPr>
            <a:lstStyle/>
            <a:p>
              <a:r>
                <a:rPr lang="zh-CN" altLang="en-US" sz="2000" b="1" dirty="0"/>
                <a:t>选择重传协议</a:t>
              </a:r>
            </a:p>
          </p:txBody>
        </p:sp>
      </p:grpSp>
      <p:grpSp>
        <p:nvGrpSpPr>
          <p:cNvPr id="18" name="组合 17">
            <a:extLst>
              <a:ext uri="{FF2B5EF4-FFF2-40B4-BE49-F238E27FC236}">
                <a16:creationId xmlns:a16="http://schemas.microsoft.com/office/drawing/2014/main" id="{AF599708-FA4B-4F1A-915B-51ADB6AF8A5B}"/>
              </a:ext>
            </a:extLst>
          </p:cNvPr>
          <p:cNvGrpSpPr/>
          <p:nvPr/>
        </p:nvGrpSpPr>
        <p:grpSpPr>
          <a:xfrm>
            <a:off x="475097" y="1263518"/>
            <a:ext cx="1355161" cy="5114896"/>
            <a:chOff x="475097" y="1263518"/>
            <a:chExt cx="1355161" cy="5114896"/>
          </a:xfrm>
        </p:grpSpPr>
        <p:cxnSp>
          <p:nvCxnSpPr>
            <p:cNvPr id="19" name="直接连接符 18">
              <a:extLst>
                <a:ext uri="{FF2B5EF4-FFF2-40B4-BE49-F238E27FC236}">
                  <a16:creationId xmlns:a16="http://schemas.microsoft.com/office/drawing/2014/main" id="{8C267D38-D538-4153-B853-5B2DDE097738}"/>
                </a:ext>
              </a:extLst>
            </p:cNvPr>
            <p:cNvCxnSpPr>
              <a:cxnSpLocks/>
            </p:cNvCxnSpPr>
            <p:nvPr/>
          </p:nvCxnSpPr>
          <p:spPr>
            <a:xfrm flipV="1">
              <a:off x="1208367" y="2012996"/>
              <a:ext cx="0" cy="3813858"/>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nvGrpSpPr>
            <p:cNvPr id="20" name="组合 19">
              <a:extLst>
                <a:ext uri="{FF2B5EF4-FFF2-40B4-BE49-F238E27FC236}">
                  <a16:creationId xmlns:a16="http://schemas.microsoft.com/office/drawing/2014/main" id="{1A3F15DA-8F30-45DE-8760-8CB5AC7691B0}"/>
                </a:ext>
              </a:extLst>
            </p:cNvPr>
            <p:cNvGrpSpPr/>
            <p:nvPr/>
          </p:nvGrpSpPr>
          <p:grpSpPr>
            <a:xfrm>
              <a:off x="700096" y="5368000"/>
              <a:ext cx="905164" cy="1010414"/>
              <a:chOff x="700096" y="5368000"/>
              <a:chExt cx="905164" cy="1010414"/>
            </a:xfrm>
          </p:grpSpPr>
          <p:pic>
            <p:nvPicPr>
              <p:cNvPr id="25" name="图形 24">
                <a:extLst>
                  <a:ext uri="{FF2B5EF4-FFF2-40B4-BE49-F238E27FC236}">
                    <a16:creationId xmlns:a16="http://schemas.microsoft.com/office/drawing/2014/main" id="{5079B8D0-730B-4F27-A9EC-8AC79CEECAE0}"/>
                  </a:ext>
                </a:extLst>
              </p:cNvPr>
              <p:cNvPicPr>
                <a:picLocks noChangeAspect="1"/>
              </p:cNvPicPr>
              <p:nvPr/>
            </p:nvPicPr>
            <p:blipFill>
              <a:blip r:embed="rId5">
                <a:extLst>
                  <a:ext uri="{28A0092B-C50C-407E-A947-70E740481C1C}">
                    <a14:useLocalDpi xmlns:a14="http://schemas.microsoft.com/office/drawing/2010/main" val="0"/>
                  </a:ext>
                  <a:ext uri="{96DAC541-7B7A-43D3-8B79-37D633B846F1}">
                    <asvg:svgBlip xmlns:asvg="http://schemas.microsoft.com/office/drawing/2016/SVG/main" r:embed="rId6"/>
                  </a:ext>
                </a:extLst>
              </a:blip>
              <a:stretch>
                <a:fillRect/>
              </a:stretch>
            </p:blipFill>
            <p:spPr>
              <a:xfrm>
                <a:off x="821271" y="5368000"/>
                <a:ext cx="662814" cy="641082"/>
              </a:xfrm>
              <a:prstGeom prst="rect">
                <a:avLst/>
              </a:prstGeom>
            </p:spPr>
          </p:pic>
          <p:sp>
            <p:nvSpPr>
              <p:cNvPr id="26" name="文本框 25">
                <a:extLst>
                  <a:ext uri="{FF2B5EF4-FFF2-40B4-BE49-F238E27FC236}">
                    <a16:creationId xmlns:a16="http://schemas.microsoft.com/office/drawing/2014/main" id="{68E9BE24-5234-4436-839C-0CC65C932068}"/>
                  </a:ext>
                </a:extLst>
              </p:cNvPr>
              <p:cNvSpPr txBox="1"/>
              <p:nvPr/>
            </p:nvSpPr>
            <p:spPr>
              <a:xfrm>
                <a:off x="700096" y="6009082"/>
                <a:ext cx="905164" cy="369332"/>
              </a:xfrm>
              <a:prstGeom prst="rect">
                <a:avLst/>
              </a:prstGeom>
              <a:noFill/>
            </p:spPr>
            <p:txBody>
              <a:bodyPr wrap="square" rtlCol="0">
                <a:spAutoFit/>
              </a:bodyPr>
              <a:lstStyle/>
              <a:p>
                <a:r>
                  <a:rPr lang="zh-CN" altLang="en-US" b="1" dirty="0">
                    <a:latin typeface="+mn-ea"/>
                  </a:rPr>
                  <a:t>发送方</a:t>
                </a:r>
              </a:p>
            </p:txBody>
          </p:sp>
        </p:grpSp>
        <p:grpSp>
          <p:nvGrpSpPr>
            <p:cNvPr id="21" name="组合 20">
              <a:extLst>
                <a:ext uri="{FF2B5EF4-FFF2-40B4-BE49-F238E27FC236}">
                  <a16:creationId xmlns:a16="http://schemas.microsoft.com/office/drawing/2014/main" id="{50E1DF35-9236-4BB6-BAC4-1AE805165946}"/>
                </a:ext>
              </a:extLst>
            </p:cNvPr>
            <p:cNvGrpSpPr/>
            <p:nvPr/>
          </p:nvGrpSpPr>
          <p:grpSpPr>
            <a:xfrm>
              <a:off x="878301" y="1263518"/>
              <a:ext cx="905164" cy="1027908"/>
              <a:chOff x="878301" y="1390382"/>
              <a:chExt cx="905164" cy="1027908"/>
            </a:xfrm>
          </p:grpSpPr>
          <p:pic>
            <p:nvPicPr>
              <p:cNvPr id="23" name="图形 22">
                <a:extLst>
                  <a:ext uri="{FF2B5EF4-FFF2-40B4-BE49-F238E27FC236}">
                    <a16:creationId xmlns:a16="http://schemas.microsoft.com/office/drawing/2014/main" id="{E155E3ED-8C2A-42C4-BFBF-393051944136}"/>
                  </a:ext>
                </a:extLst>
              </p:cNvPr>
              <p:cNvPicPr>
                <a:picLocks noChangeAspect="1"/>
              </p:cNvPicPr>
              <p:nvPr/>
            </p:nvPicPr>
            <p:blipFill>
              <a:blip r:embed="rId7">
                <a:extLst>
                  <a:ext uri="{28A0092B-C50C-407E-A947-70E740481C1C}">
                    <a14:useLocalDpi xmlns:a14="http://schemas.microsoft.com/office/drawing/2010/main" val="0"/>
                  </a:ext>
                  <a:ext uri="{96DAC541-7B7A-43D3-8B79-37D633B846F1}">
                    <asvg:svgBlip xmlns:asvg="http://schemas.microsoft.com/office/drawing/2016/SVG/main" r:embed="rId8"/>
                  </a:ext>
                </a:extLst>
              </a:blip>
              <a:stretch>
                <a:fillRect/>
              </a:stretch>
            </p:blipFill>
            <p:spPr>
              <a:xfrm>
                <a:off x="984826" y="1759714"/>
                <a:ext cx="501772" cy="658576"/>
              </a:xfrm>
              <a:prstGeom prst="rect">
                <a:avLst/>
              </a:prstGeom>
            </p:spPr>
          </p:pic>
          <p:sp>
            <p:nvSpPr>
              <p:cNvPr id="24" name="文本框 23">
                <a:extLst>
                  <a:ext uri="{FF2B5EF4-FFF2-40B4-BE49-F238E27FC236}">
                    <a16:creationId xmlns:a16="http://schemas.microsoft.com/office/drawing/2014/main" id="{818AC20B-3072-437F-B302-67397F49105B}"/>
                  </a:ext>
                </a:extLst>
              </p:cNvPr>
              <p:cNvSpPr txBox="1"/>
              <p:nvPr/>
            </p:nvSpPr>
            <p:spPr>
              <a:xfrm>
                <a:off x="878301" y="1390382"/>
                <a:ext cx="905164" cy="369332"/>
              </a:xfrm>
              <a:prstGeom prst="rect">
                <a:avLst/>
              </a:prstGeom>
              <a:noFill/>
            </p:spPr>
            <p:txBody>
              <a:bodyPr wrap="square" rtlCol="0">
                <a:spAutoFit/>
              </a:bodyPr>
              <a:lstStyle/>
              <a:p>
                <a:r>
                  <a:rPr lang="zh-CN" altLang="en-US" b="1" dirty="0">
                    <a:latin typeface="+mn-ea"/>
                  </a:rPr>
                  <a:t>接收方</a:t>
                </a:r>
              </a:p>
            </p:txBody>
          </p:sp>
        </p:grpSp>
        <p:sp>
          <p:nvSpPr>
            <p:cNvPr id="22" name="云形 21">
              <a:extLst>
                <a:ext uri="{FF2B5EF4-FFF2-40B4-BE49-F238E27FC236}">
                  <a16:creationId xmlns:a16="http://schemas.microsoft.com/office/drawing/2014/main" id="{97C64CE5-C9EB-4960-87FB-62108C97374D}"/>
                </a:ext>
              </a:extLst>
            </p:cNvPr>
            <p:cNvSpPr/>
            <p:nvPr/>
          </p:nvSpPr>
          <p:spPr>
            <a:xfrm>
              <a:off x="475097" y="3429014"/>
              <a:ext cx="1355161" cy="801398"/>
            </a:xfrm>
            <a:prstGeom prst="cloud">
              <a:avLst/>
            </a:prstGeom>
            <a:solidFill>
              <a:schemeClr val="bg1">
                <a:lumMod val="85000"/>
              </a:schemeClr>
            </a:solidFill>
            <a:ln>
              <a:solidFill>
                <a:schemeClr val="bg1">
                  <a:lumMod val="85000"/>
                </a:schemeClr>
              </a:solidFill>
            </a:ln>
          </p:spPr>
          <p:style>
            <a:lnRef idx="2">
              <a:schemeClr val="accent3">
                <a:shade val="50000"/>
              </a:schemeClr>
            </a:lnRef>
            <a:fillRef idx="1">
              <a:schemeClr val="accent3"/>
            </a:fillRef>
            <a:effectRef idx="0">
              <a:schemeClr val="accent3"/>
            </a:effectRef>
            <a:fontRef idx="minor">
              <a:schemeClr val="lt1"/>
            </a:fontRef>
          </p:style>
          <p:txBody>
            <a:bodyPr rtlCol="0" anchor="ctr"/>
            <a:lstStyle/>
            <a:p>
              <a:pPr algn="ctr"/>
              <a:r>
                <a:rPr lang="zh-CN" altLang="en-US" b="1" dirty="0">
                  <a:solidFill>
                    <a:schemeClr val="tx1"/>
                  </a:solidFill>
                  <a:latin typeface="+mn-ea"/>
                </a:rPr>
                <a:t>因特网</a:t>
              </a:r>
            </a:p>
          </p:txBody>
        </p:sp>
      </p:grpSp>
      <mc:AlternateContent xmlns:mc="http://schemas.openxmlformats.org/markup-compatibility/2006" xmlns:a14="http://schemas.microsoft.com/office/drawing/2010/main">
        <mc:Choice Requires="a14">
          <p:sp>
            <p:nvSpPr>
              <p:cNvPr id="28" name="íşlïḍè">
                <a:extLst>
                  <a:ext uri="{FF2B5EF4-FFF2-40B4-BE49-F238E27FC236}">
                    <a16:creationId xmlns:a16="http://schemas.microsoft.com/office/drawing/2014/main" id="{8898676C-F981-4D74-B324-A859D1387610}"/>
                  </a:ext>
                </a:extLst>
              </p:cNvPr>
              <p:cNvSpPr txBox="1"/>
              <p:nvPr/>
            </p:nvSpPr>
            <p:spPr>
              <a:xfrm>
                <a:off x="2993250" y="3266194"/>
                <a:ext cx="6657288" cy="311297"/>
              </a:xfrm>
              <a:prstGeom prst="rect">
                <a:avLst/>
              </a:prstGeom>
              <a:noFill/>
            </p:spPr>
            <p:txBody>
              <a:bodyPr wrap="square" lIns="91440" tIns="45720" rIns="91440" bIns="45720" anchor="ctr">
                <a:noAutofit/>
              </a:bodyPr>
              <a:lstStyle/>
              <a:p>
                <a:r>
                  <a:rPr lang="zh-CN" altLang="en-US" b="1" dirty="0"/>
                  <a:t>本例假设采用</a:t>
                </a:r>
                <a14:m>
                  <m:oMath xmlns:m="http://schemas.openxmlformats.org/officeDocument/2006/math">
                    <m:r>
                      <a:rPr lang="en-US" altLang="zh-CN" b="1" i="1" dirty="0" smtClean="0">
                        <a:latin typeface="Cambria Math" panose="02040503050406030204" pitchFamily="18" charset="0"/>
                      </a:rPr>
                      <m:t>𝟑</m:t>
                    </m:r>
                  </m:oMath>
                </a14:m>
                <a:r>
                  <a:rPr lang="zh-CN" altLang="en-US" b="1" dirty="0"/>
                  <a:t>个比特给分组编序号，则序号范围是</a:t>
                </a:r>
                <a14:m>
                  <m:oMath xmlns:m="http://schemas.openxmlformats.org/officeDocument/2006/math">
                    <m:r>
                      <a:rPr lang="en-US" altLang="zh-CN" b="1" i="0" smtClean="0">
                        <a:latin typeface="Cambria Math" panose="02040503050406030204" pitchFamily="18" charset="0"/>
                        <a:ea typeface="Cambria Math" panose="02040503050406030204" pitchFamily="18" charset="0"/>
                      </a:rPr>
                      <m:t>𝟎</m:t>
                    </m:r>
                    <m:r>
                      <a:rPr lang="en-US" altLang="zh-CN" b="1" i="1" smtClean="0">
                        <a:latin typeface="Cambria Math" panose="02040503050406030204" pitchFamily="18" charset="0"/>
                        <a:ea typeface="Cambria Math" panose="02040503050406030204" pitchFamily="18" charset="0"/>
                      </a:rPr>
                      <m:t>~</m:t>
                    </m:r>
                    <m:sSup>
                      <m:sSupPr>
                        <m:ctrlPr>
                          <a:rPr lang="en-US" altLang="zh-CN" b="1" i="1" smtClean="0">
                            <a:latin typeface="Cambria Math" panose="02040503050406030204" pitchFamily="18" charset="0"/>
                            <a:ea typeface="Cambria Math" panose="02040503050406030204" pitchFamily="18" charset="0"/>
                          </a:rPr>
                        </m:ctrlPr>
                      </m:sSupPr>
                      <m:e>
                        <m:r>
                          <a:rPr lang="en-US" altLang="zh-CN" b="1" i="1" smtClean="0">
                            <a:latin typeface="Cambria Math" panose="02040503050406030204" pitchFamily="18" charset="0"/>
                            <a:ea typeface="Cambria Math" panose="02040503050406030204" pitchFamily="18" charset="0"/>
                          </a:rPr>
                          <m:t>(</m:t>
                        </m:r>
                        <m:r>
                          <a:rPr lang="en-US" altLang="zh-CN" b="1" i="1" smtClean="0">
                            <a:latin typeface="Cambria Math" panose="02040503050406030204" pitchFamily="18" charset="0"/>
                            <a:ea typeface="Cambria Math" panose="02040503050406030204" pitchFamily="18" charset="0"/>
                          </a:rPr>
                          <m:t>𝟐</m:t>
                        </m:r>
                      </m:e>
                      <m:sup>
                        <m:r>
                          <a:rPr lang="en-US" altLang="zh-CN" b="1" i="1" smtClean="0">
                            <a:latin typeface="Cambria Math" panose="02040503050406030204" pitchFamily="18" charset="0"/>
                            <a:ea typeface="Cambria Math" panose="02040503050406030204" pitchFamily="18" charset="0"/>
                          </a:rPr>
                          <m:t>𝟑</m:t>
                        </m:r>
                      </m:sup>
                    </m:sSup>
                    <m:r>
                      <a:rPr lang="en-US" altLang="zh-CN" b="1" i="1" smtClean="0">
                        <a:latin typeface="Cambria Math" panose="02040503050406030204" pitchFamily="18" charset="0"/>
                        <a:ea typeface="Cambria Math" panose="02040503050406030204" pitchFamily="18" charset="0"/>
                      </a:rPr>
                      <m:t>−</m:t>
                    </m:r>
                    <m:r>
                      <a:rPr lang="en-US" altLang="zh-CN" b="1" i="1" smtClean="0">
                        <a:latin typeface="Cambria Math" panose="02040503050406030204" pitchFamily="18" charset="0"/>
                        <a:ea typeface="Cambria Math" panose="02040503050406030204" pitchFamily="18" charset="0"/>
                      </a:rPr>
                      <m:t>𝟏</m:t>
                    </m:r>
                    <m:r>
                      <a:rPr lang="en-US" altLang="zh-CN" b="1" i="1" smtClean="0">
                        <a:latin typeface="Cambria Math" panose="02040503050406030204" pitchFamily="18" charset="0"/>
                        <a:ea typeface="Cambria Math" panose="02040503050406030204" pitchFamily="18" charset="0"/>
                      </a:rPr>
                      <m:t>)。</m:t>
                    </m:r>
                  </m:oMath>
                </a14:m>
                <a:endParaRPr lang="en-US" altLang="zh-CN" b="1" dirty="0"/>
              </a:p>
            </p:txBody>
          </p:sp>
        </mc:Choice>
        <mc:Fallback xmlns="">
          <p:sp>
            <p:nvSpPr>
              <p:cNvPr id="28" name="íşlïḍè">
                <a:extLst>
                  <a:ext uri="{FF2B5EF4-FFF2-40B4-BE49-F238E27FC236}">
                    <a16:creationId xmlns:a16="http://schemas.microsoft.com/office/drawing/2014/main" id="{8898676C-F981-4D74-B324-A859D1387610}"/>
                  </a:ext>
                </a:extLst>
              </p:cNvPr>
              <p:cNvSpPr txBox="1">
                <a:spLocks noRot="1" noChangeAspect="1" noMove="1" noResize="1" noEditPoints="1" noAdjustHandles="1" noChangeArrowheads="1" noChangeShapeType="1" noTextEdit="1"/>
              </p:cNvSpPr>
              <p:nvPr/>
            </p:nvSpPr>
            <p:spPr>
              <a:xfrm>
                <a:off x="2993250" y="3266194"/>
                <a:ext cx="6657288" cy="311297"/>
              </a:xfrm>
              <a:prstGeom prst="rect">
                <a:avLst/>
              </a:prstGeom>
              <a:blipFill>
                <a:blip r:embed="rId9"/>
                <a:stretch>
                  <a:fillRect l="-733" t="-19608" b="-41176"/>
                </a:stretch>
              </a:blipFill>
            </p:spPr>
            <p:txBody>
              <a:bodyPr/>
              <a:lstStyle/>
              <a:p>
                <a:r>
                  <a:rPr lang="zh-CN" altLang="en-US">
                    <a:noFill/>
                  </a:rPr>
                  <a:t> </a:t>
                </a:r>
              </a:p>
            </p:txBody>
          </p:sp>
        </mc:Fallback>
      </mc:AlternateContent>
      <p:graphicFrame>
        <p:nvGraphicFramePr>
          <p:cNvPr id="29" name="表格 21">
            <a:extLst>
              <a:ext uri="{FF2B5EF4-FFF2-40B4-BE49-F238E27FC236}">
                <a16:creationId xmlns:a16="http://schemas.microsoft.com/office/drawing/2014/main" id="{44D0CDFF-8B53-4BB1-835E-1192E30CC2FA}"/>
              </a:ext>
            </a:extLst>
          </p:cNvPr>
          <p:cNvGraphicFramePr>
            <a:graphicFrameLocks noGrp="1"/>
          </p:cNvGraphicFramePr>
          <p:nvPr/>
        </p:nvGraphicFramePr>
        <p:xfrm>
          <a:off x="2302929" y="5557308"/>
          <a:ext cx="9067800" cy="370840"/>
        </p:xfrm>
        <a:graphic>
          <a:graphicData uri="http://schemas.openxmlformats.org/drawingml/2006/table">
            <a:tbl>
              <a:tblPr firstRow="1" bandRow="1">
                <a:tableStyleId>{5C22544A-7EE6-4342-B048-85BDC9FD1C3A}</a:tableStyleId>
              </a:tblPr>
              <a:tblGrid>
                <a:gridCol w="755650">
                  <a:extLst>
                    <a:ext uri="{9D8B030D-6E8A-4147-A177-3AD203B41FA5}">
                      <a16:colId xmlns:a16="http://schemas.microsoft.com/office/drawing/2014/main" val="877486509"/>
                    </a:ext>
                  </a:extLst>
                </a:gridCol>
                <a:gridCol w="755650">
                  <a:extLst>
                    <a:ext uri="{9D8B030D-6E8A-4147-A177-3AD203B41FA5}">
                      <a16:colId xmlns:a16="http://schemas.microsoft.com/office/drawing/2014/main" val="3548605817"/>
                    </a:ext>
                  </a:extLst>
                </a:gridCol>
                <a:gridCol w="755650">
                  <a:extLst>
                    <a:ext uri="{9D8B030D-6E8A-4147-A177-3AD203B41FA5}">
                      <a16:colId xmlns:a16="http://schemas.microsoft.com/office/drawing/2014/main" val="2881812895"/>
                    </a:ext>
                  </a:extLst>
                </a:gridCol>
                <a:gridCol w="755650">
                  <a:extLst>
                    <a:ext uri="{9D8B030D-6E8A-4147-A177-3AD203B41FA5}">
                      <a16:colId xmlns:a16="http://schemas.microsoft.com/office/drawing/2014/main" val="3682284582"/>
                    </a:ext>
                  </a:extLst>
                </a:gridCol>
                <a:gridCol w="755650">
                  <a:extLst>
                    <a:ext uri="{9D8B030D-6E8A-4147-A177-3AD203B41FA5}">
                      <a16:colId xmlns:a16="http://schemas.microsoft.com/office/drawing/2014/main" val="500127722"/>
                    </a:ext>
                  </a:extLst>
                </a:gridCol>
                <a:gridCol w="755650">
                  <a:extLst>
                    <a:ext uri="{9D8B030D-6E8A-4147-A177-3AD203B41FA5}">
                      <a16:colId xmlns:a16="http://schemas.microsoft.com/office/drawing/2014/main" val="2946259618"/>
                    </a:ext>
                  </a:extLst>
                </a:gridCol>
                <a:gridCol w="755650">
                  <a:extLst>
                    <a:ext uri="{9D8B030D-6E8A-4147-A177-3AD203B41FA5}">
                      <a16:colId xmlns:a16="http://schemas.microsoft.com/office/drawing/2014/main" val="171501986"/>
                    </a:ext>
                  </a:extLst>
                </a:gridCol>
                <a:gridCol w="755650">
                  <a:extLst>
                    <a:ext uri="{9D8B030D-6E8A-4147-A177-3AD203B41FA5}">
                      <a16:colId xmlns:a16="http://schemas.microsoft.com/office/drawing/2014/main" val="1667185265"/>
                    </a:ext>
                  </a:extLst>
                </a:gridCol>
                <a:gridCol w="755650">
                  <a:extLst>
                    <a:ext uri="{9D8B030D-6E8A-4147-A177-3AD203B41FA5}">
                      <a16:colId xmlns:a16="http://schemas.microsoft.com/office/drawing/2014/main" val="4258211808"/>
                    </a:ext>
                  </a:extLst>
                </a:gridCol>
                <a:gridCol w="755650">
                  <a:extLst>
                    <a:ext uri="{9D8B030D-6E8A-4147-A177-3AD203B41FA5}">
                      <a16:colId xmlns:a16="http://schemas.microsoft.com/office/drawing/2014/main" val="1794200575"/>
                    </a:ext>
                  </a:extLst>
                </a:gridCol>
                <a:gridCol w="755650">
                  <a:extLst>
                    <a:ext uri="{9D8B030D-6E8A-4147-A177-3AD203B41FA5}">
                      <a16:colId xmlns:a16="http://schemas.microsoft.com/office/drawing/2014/main" val="4230716487"/>
                    </a:ext>
                  </a:extLst>
                </a:gridCol>
                <a:gridCol w="755650">
                  <a:extLst>
                    <a:ext uri="{9D8B030D-6E8A-4147-A177-3AD203B41FA5}">
                      <a16:colId xmlns:a16="http://schemas.microsoft.com/office/drawing/2014/main" val="56153739"/>
                    </a:ext>
                  </a:extLst>
                </a:gridCol>
              </a:tblGrid>
              <a:tr h="370840">
                <a:tc>
                  <a:txBody>
                    <a:bodyPr/>
                    <a:lstStyle/>
                    <a:p>
                      <a:pPr algn="ctr"/>
                      <a:r>
                        <a:rPr lang="en-US" altLang="zh-CN" dirty="0">
                          <a:solidFill>
                            <a:schemeClr val="tx1"/>
                          </a:solidFill>
                          <a:latin typeface="Arial Black" panose="020B0A04020102020204" pitchFamily="34" charset="0"/>
                        </a:rPr>
                        <a:t>0</a:t>
                      </a:r>
                      <a:endParaRPr lang="zh-CN" altLang="en-US" dirty="0">
                        <a:solidFill>
                          <a:schemeClr val="tx1"/>
                        </a:solidFill>
                        <a:latin typeface="Arial Black" panose="020B0A04020102020204" pitchFamily="34" charset="0"/>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ctr"/>
                      <a:r>
                        <a:rPr lang="en-US" altLang="zh-CN" dirty="0">
                          <a:solidFill>
                            <a:schemeClr val="tx1"/>
                          </a:solidFill>
                          <a:latin typeface="Arial Black" panose="020B0A04020102020204" pitchFamily="34" charset="0"/>
                        </a:rPr>
                        <a:t>1</a:t>
                      </a:r>
                      <a:endParaRPr lang="zh-CN" altLang="en-US" dirty="0">
                        <a:solidFill>
                          <a:schemeClr val="tx1"/>
                        </a:solidFill>
                        <a:latin typeface="Arial Black" panose="020B0A04020102020204" pitchFamily="34" charset="0"/>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ctr"/>
                      <a:r>
                        <a:rPr lang="en-US" altLang="zh-CN" dirty="0">
                          <a:solidFill>
                            <a:schemeClr val="tx1"/>
                          </a:solidFill>
                          <a:latin typeface="Arial Black" panose="020B0A04020102020204" pitchFamily="34" charset="0"/>
                        </a:rPr>
                        <a:t>2</a:t>
                      </a:r>
                      <a:endParaRPr lang="zh-CN" altLang="en-US" dirty="0">
                        <a:solidFill>
                          <a:schemeClr val="tx1"/>
                        </a:solidFill>
                        <a:latin typeface="Arial Black" panose="020B0A04020102020204" pitchFamily="34" charset="0"/>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ctr"/>
                      <a:r>
                        <a:rPr lang="en-US" altLang="zh-CN" dirty="0">
                          <a:solidFill>
                            <a:schemeClr val="tx1"/>
                          </a:solidFill>
                          <a:latin typeface="Arial Black" panose="020B0A04020102020204" pitchFamily="34" charset="0"/>
                        </a:rPr>
                        <a:t>3</a:t>
                      </a:r>
                      <a:endParaRPr lang="zh-CN" altLang="en-US" dirty="0">
                        <a:solidFill>
                          <a:schemeClr val="tx1"/>
                        </a:solidFill>
                        <a:latin typeface="Arial Black" panose="020B0A04020102020204" pitchFamily="34" charset="0"/>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ctr"/>
                      <a:r>
                        <a:rPr lang="en-US" altLang="zh-CN" dirty="0">
                          <a:solidFill>
                            <a:schemeClr val="tx1"/>
                          </a:solidFill>
                          <a:latin typeface="Arial Black" panose="020B0A04020102020204" pitchFamily="34" charset="0"/>
                        </a:rPr>
                        <a:t>4</a:t>
                      </a:r>
                      <a:endParaRPr lang="zh-CN" altLang="en-US" dirty="0">
                        <a:solidFill>
                          <a:schemeClr val="tx1"/>
                        </a:solidFill>
                        <a:latin typeface="Arial Black" panose="020B0A04020102020204" pitchFamily="34" charset="0"/>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ctr"/>
                      <a:r>
                        <a:rPr lang="en-US" altLang="zh-CN" dirty="0">
                          <a:solidFill>
                            <a:schemeClr val="tx1"/>
                          </a:solidFill>
                          <a:latin typeface="Arial Black" panose="020B0A04020102020204" pitchFamily="34" charset="0"/>
                        </a:rPr>
                        <a:t>5</a:t>
                      </a:r>
                      <a:endParaRPr lang="zh-CN" altLang="en-US" dirty="0">
                        <a:solidFill>
                          <a:schemeClr val="tx1"/>
                        </a:solidFill>
                        <a:latin typeface="Arial Black" panose="020B0A04020102020204" pitchFamily="34" charset="0"/>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ctr"/>
                      <a:r>
                        <a:rPr lang="en-US" altLang="zh-CN" dirty="0">
                          <a:solidFill>
                            <a:schemeClr val="tx1"/>
                          </a:solidFill>
                          <a:latin typeface="Arial Black" panose="020B0A04020102020204" pitchFamily="34" charset="0"/>
                        </a:rPr>
                        <a:t>6</a:t>
                      </a:r>
                      <a:endParaRPr lang="zh-CN" altLang="en-US" dirty="0">
                        <a:solidFill>
                          <a:schemeClr val="tx1"/>
                        </a:solidFill>
                        <a:latin typeface="Arial Black" panose="020B0A04020102020204" pitchFamily="34" charset="0"/>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ctr"/>
                      <a:r>
                        <a:rPr lang="en-US" altLang="zh-CN" dirty="0">
                          <a:solidFill>
                            <a:schemeClr val="tx1"/>
                          </a:solidFill>
                          <a:latin typeface="Arial Black" panose="020B0A04020102020204" pitchFamily="34" charset="0"/>
                        </a:rPr>
                        <a:t>7</a:t>
                      </a:r>
                      <a:endParaRPr lang="zh-CN" altLang="en-US" dirty="0">
                        <a:solidFill>
                          <a:schemeClr val="tx1"/>
                        </a:solidFill>
                        <a:latin typeface="Arial Black" panose="020B0A04020102020204" pitchFamily="34" charset="0"/>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ctr"/>
                      <a:r>
                        <a:rPr lang="en-US" altLang="zh-CN" dirty="0">
                          <a:solidFill>
                            <a:schemeClr val="tx1"/>
                          </a:solidFill>
                          <a:latin typeface="Arial Black" panose="020B0A04020102020204" pitchFamily="34" charset="0"/>
                        </a:rPr>
                        <a:t>0</a:t>
                      </a:r>
                      <a:endParaRPr lang="zh-CN" altLang="en-US" dirty="0">
                        <a:solidFill>
                          <a:schemeClr val="tx1"/>
                        </a:solidFill>
                        <a:latin typeface="Arial Black" panose="020B0A04020102020204" pitchFamily="34" charset="0"/>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ctr"/>
                      <a:r>
                        <a:rPr lang="en-US" altLang="zh-CN" dirty="0">
                          <a:solidFill>
                            <a:schemeClr val="tx1"/>
                          </a:solidFill>
                          <a:latin typeface="Arial Black" panose="020B0A04020102020204" pitchFamily="34" charset="0"/>
                        </a:rPr>
                        <a:t>1</a:t>
                      </a:r>
                      <a:endParaRPr lang="zh-CN" altLang="en-US" dirty="0">
                        <a:solidFill>
                          <a:schemeClr val="tx1"/>
                        </a:solidFill>
                        <a:latin typeface="Arial Black" panose="020B0A04020102020204" pitchFamily="34" charset="0"/>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ctr"/>
                      <a:r>
                        <a:rPr lang="en-US" altLang="zh-CN" dirty="0">
                          <a:solidFill>
                            <a:schemeClr val="tx1"/>
                          </a:solidFill>
                          <a:latin typeface="Arial Black" panose="020B0A04020102020204" pitchFamily="34" charset="0"/>
                        </a:rPr>
                        <a:t>2</a:t>
                      </a:r>
                      <a:endParaRPr lang="zh-CN" altLang="en-US" dirty="0">
                        <a:solidFill>
                          <a:schemeClr val="tx1"/>
                        </a:solidFill>
                        <a:latin typeface="Arial Black" panose="020B0A04020102020204" pitchFamily="34" charset="0"/>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ctr"/>
                      <a:r>
                        <a:rPr lang="en-US" altLang="zh-CN" dirty="0">
                          <a:solidFill>
                            <a:schemeClr val="tx1"/>
                          </a:solidFill>
                          <a:latin typeface="Arial Black" panose="020B0A04020102020204" pitchFamily="34" charset="0"/>
                        </a:rPr>
                        <a:t>…</a:t>
                      </a:r>
                      <a:endParaRPr lang="zh-CN" altLang="en-US" dirty="0">
                        <a:solidFill>
                          <a:schemeClr val="tx1"/>
                        </a:solidFill>
                        <a:latin typeface="Arial Black" panose="020B0A04020102020204" pitchFamily="34" charset="0"/>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extLst>
                  <a:ext uri="{0D108BD9-81ED-4DB2-BD59-A6C34878D82A}">
                    <a16:rowId xmlns:a16="http://schemas.microsoft.com/office/drawing/2014/main" val="316235763"/>
                  </a:ext>
                </a:extLst>
              </a:tr>
            </a:tbl>
          </a:graphicData>
        </a:graphic>
      </p:graphicFrame>
      <p:graphicFrame>
        <p:nvGraphicFramePr>
          <p:cNvPr id="30" name="表格 21">
            <a:extLst>
              <a:ext uri="{FF2B5EF4-FFF2-40B4-BE49-F238E27FC236}">
                <a16:creationId xmlns:a16="http://schemas.microsoft.com/office/drawing/2014/main" id="{849D252C-900C-44C3-9C3B-0A66CC10F5E3}"/>
              </a:ext>
            </a:extLst>
          </p:cNvPr>
          <p:cNvGraphicFramePr>
            <a:graphicFrameLocks noGrp="1"/>
          </p:cNvGraphicFramePr>
          <p:nvPr/>
        </p:nvGraphicFramePr>
        <p:xfrm>
          <a:off x="2302929" y="1827576"/>
          <a:ext cx="9067800" cy="370840"/>
        </p:xfrm>
        <a:graphic>
          <a:graphicData uri="http://schemas.openxmlformats.org/drawingml/2006/table">
            <a:tbl>
              <a:tblPr firstRow="1" bandRow="1">
                <a:tableStyleId>{5C22544A-7EE6-4342-B048-85BDC9FD1C3A}</a:tableStyleId>
              </a:tblPr>
              <a:tblGrid>
                <a:gridCol w="755650">
                  <a:extLst>
                    <a:ext uri="{9D8B030D-6E8A-4147-A177-3AD203B41FA5}">
                      <a16:colId xmlns:a16="http://schemas.microsoft.com/office/drawing/2014/main" val="877486509"/>
                    </a:ext>
                  </a:extLst>
                </a:gridCol>
                <a:gridCol w="755650">
                  <a:extLst>
                    <a:ext uri="{9D8B030D-6E8A-4147-A177-3AD203B41FA5}">
                      <a16:colId xmlns:a16="http://schemas.microsoft.com/office/drawing/2014/main" val="3548605817"/>
                    </a:ext>
                  </a:extLst>
                </a:gridCol>
                <a:gridCol w="755650">
                  <a:extLst>
                    <a:ext uri="{9D8B030D-6E8A-4147-A177-3AD203B41FA5}">
                      <a16:colId xmlns:a16="http://schemas.microsoft.com/office/drawing/2014/main" val="2881812895"/>
                    </a:ext>
                  </a:extLst>
                </a:gridCol>
                <a:gridCol w="755650">
                  <a:extLst>
                    <a:ext uri="{9D8B030D-6E8A-4147-A177-3AD203B41FA5}">
                      <a16:colId xmlns:a16="http://schemas.microsoft.com/office/drawing/2014/main" val="3682284582"/>
                    </a:ext>
                  </a:extLst>
                </a:gridCol>
                <a:gridCol w="755650">
                  <a:extLst>
                    <a:ext uri="{9D8B030D-6E8A-4147-A177-3AD203B41FA5}">
                      <a16:colId xmlns:a16="http://schemas.microsoft.com/office/drawing/2014/main" val="500127722"/>
                    </a:ext>
                  </a:extLst>
                </a:gridCol>
                <a:gridCol w="755650">
                  <a:extLst>
                    <a:ext uri="{9D8B030D-6E8A-4147-A177-3AD203B41FA5}">
                      <a16:colId xmlns:a16="http://schemas.microsoft.com/office/drawing/2014/main" val="2946259618"/>
                    </a:ext>
                  </a:extLst>
                </a:gridCol>
                <a:gridCol w="755650">
                  <a:extLst>
                    <a:ext uri="{9D8B030D-6E8A-4147-A177-3AD203B41FA5}">
                      <a16:colId xmlns:a16="http://schemas.microsoft.com/office/drawing/2014/main" val="171501986"/>
                    </a:ext>
                  </a:extLst>
                </a:gridCol>
                <a:gridCol w="755650">
                  <a:extLst>
                    <a:ext uri="{9D8B030D-6E8A-4147-A177-3AD203B41FA5}">
                      <a16:colId xmlns:a16="http://schemas.microsoft.com/office/drawing/2014/main" val="1667185265"/>
                    </a:ext>
                  </a:extLst>
                </a:gridCol>
                <a:gridCol w="755650">
                  <a:extLst>
                    <a:ext uri="{9D8B030D-6E8A-4147-A177-3AD203B41FA5}">
                      <a16:colId xmlns:a16="http://schemas.microsoft.com/office/drawing/2014/main" val="4258211808"/>
                    </a:ext>
                  </a:extLst>
                </a:gridCol>
                <a:gridCol w="755650">
                  <a:extLst>
                    <a:ext uri="{9D8B030D-6E8A-4147-A177-3AD203B41FA5}">
                      <a16:colId xmlns:a16="http://schemas.microsoft.com/office/drawing/2014/main" val="1794200575"/>
                    </a:ext>
                  </a:extLst>
                </a:gridCol>
                <a:gridCol w="755650">
                  <a:extLst>
                    <a:ext uri="{9D8B030D-6E8A-4147-A177-3AD203B41FA5}">
                      <a16:colId xmlns:a16="http://schemas.microsoft.com/office/drawing/2014/main" val="4230716487"/>
                    </a:ext>
                  </a:extLst>
                </a:gridCol>
                <a:gridCol w="755650">
                  <a:extLst>
                    <a:ext uri="{9D8B030D-6E8A-4147-A177-3AD203B41FA5}">
                      <a16:colId xmlns:a16="http://schemas.microsoft.com/office/drawing/2014/main" val="56153739"/>
                    </a:ext>
                  </a:extLst>
                </a:gridCol>
              </a:tblGrid>
              <a:tr h="370840">
                <a:tc>
                  <a:txBody>
                    <a:bodyPr/>
                    <a:lstStyle/>
                    <a:p>
                      <a:pPr algn="ctr"/>
                      <a:r>
                        <a:rPr lang="en-US" altLang="zh-CN" dirty="0">
                          <a:solidFill>
                            <a:schemeClr val="tx1"/>
                          </a:solidFill>
                          <a:latin typeface="Arial Black" panose="020B0A04020102020204" pitchFamily="34" charset="0"/>
                        </a:rPr>
                        <a:t>0</a:t>
                      </a:r>
                      <a:endParaRPr lang="zh-CN" altLang="en-US" dirty="0">
                        <a:solidFill>
                          <a:schemeClr val="tx1"/>
                        </a:solidFill>
                        <a:latin typeface="Arial Black" panose="020B0A04020102020204" pitchFamily="34" charset="0"/>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ctr"/>
                      <a:r>
                        <a:rPr lang="en-US" altLang="zh-CN" dirty="0">
                          <a:solidFill>
                            <a:schemeClr val="tx1"/>
                          </a:solidFill>
                          <a:latin typeface="Arial Black" panose="020B0A04020102020204" pitchFamily="34" charset="0"/>
                        </a:rPr>
                        <a:t>1</a:t>
                      </a:r>
                      <a:endParaRPr lang="zh-CN" altLang="en-US" dirty="0">
                        <a:solidFill>
                          <a:schemeClr val="tx1"/>
                        </a:solidFill>
                        <a:latin typeface="Arial Black" panose="020B0A04020102020204" pitchFamily="34" charset="0"/>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ctr"/>
                      <a:r>
                        <a:rPr lang="en-US" altLang="zh-CN" dirty="0">
                          <a:solidFill>
                            <a:schemeClr val="tx1"/>
                          </a:solidFill>
                          <a:latin typeface="Arial Black" panose="020B0A04020102020204" pitchFamily="34" charset="0"/>
                        </a:rPr>
                        <a:t>2</a:t>
                      </a:r>
                      <a:endParaRPr lang="zh-CN" altLang="en-US" dirty="0">
                        <a:solidFill>
                          <a:schemeClr val="tx1"/>
                        </a:solidFill>
                        <a:latin typeface="Arial Black" panose="020B0A04020102020204" pitchFamily="34" charset="0"/>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ctr"/>
                      <a:r>
                        <a:rPr lang="en-US" altLang="zh-CN" dirty="0">
                          <a:solidFill>
                            <a:schemeClr val="tx1"/>
                          </a:solidFill>
                          <a:latin typeface="Arial Black" panose="020B0A04020102020204" pitchFamily="34" charset="0"/>
                        </a:rPr>
                        <a:t>3</a:t>
                      </a:r>
                      <a:endParaRPr lang="zh-CN" altLang="en-US" dirty="0">
                        <a:solidFill>
                          <a:schemeClr val="tx1"/>
                        </a:solidFill>
                        <a:latin typeface="Arial Black" panose="020B0A04020102020204" pitchFamily="34" charset="0"/>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ctr"/>
                      <a:r>
                        <a:rPr lang="en-US" altLang="zh-CN" dirty="0">
                          <a:solidFill>
                            <a:schemeClr val="tx1"/>
                          </a:solidFill>
                          <a:latin typeface="Arial Black" panose="020B0A04020102020204" pitchFamily="34" charset="0"/>
                        </a:rPr>
                        <a:t>4</a:t>
                      </a:r>
                      <a:endParaRPr lang="zh-CN" altLang="en-US" dirty="0">
                        <a:solidFill>
                          <a:schemeClr val="tx1"/>
                        </a:solidFill>
                        <a:latin typeface="Arial Black" panose="020B0A04020102020204" pitchFamily="34" charset="0"/>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ctr"/>
                      <a:r>
                        <a:rPr lang="en-US" altLang="zh-CN" dirty="0">
                          <a:solidFill>
                            <a:schemeClr val="tx1"/>
                          </a:solidFill>
                          <a:latin typeface="Arial Black" panose="020B0A04020102020204" pitchFamily="34" charset="0"/>
                        </a:rPr>
                        <a:t>5</a:t>
                      </a:r>
                      <a:endParaRPr lang="zh-CN" altLang="en-US" dirty="0">
                        <a:solidFill>
                          <a:schemeClr val="tx1"/>
                        </a:solidFill>
                        <a:latin typeface="Arial Black" panose="020B0A04020102020204" pitchFamily="34" charset="0"/>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ctr"/>
                      <a:r>
                        <a:rPr lang="en-US" altLang="zh-CN" dirty="0">
                          <a:solidFill>
                            <a:schemeClr val="tx1"/>
                          </a:solidFill>
                          <a:latin typeface="Arial Black" panose="020B0A04020102020204" pitchFamily="34" charset="0"/>
                        </a:rPr>
                        <a:t>6</a:t>
                      </a:r>
                      <a:endParaRPr lang="zh-CN" altLang="en-US" dirty="0">
                        <a:solidFill>
                          <a:schemeClr val="tx1"/>
                        </a:solidFill>
                        <a:latin typeface="Arial Black" panose="020B0A04020102020204" pitchFamily="34" charset="0"/>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ctr"/>
                      <a:r>
                        <a:rPr lang="en-US" altLang="zh-CN" dirty="0">
                          <a:solidFill>
                            <a:schemeClr val="tx1"/>
                          </a:solidFill>
                          <a:latin typeface="Arial Black" panose="020B0A04020102020204" pitchFamily="34" charset="0"/>
                        </a:rPr>
                        <a:t>7</a:t>
                      </a:r>
                      <a:endParaRPr lang="zh-CN" altLang="en-US" dirty="0">
                        <a:solidFill>
                          <a:schemeClr val="tx1"/>
                        </a:solidFill>
                        <a:latin typeface="Arial Black" panose="020B0A04020102020204" pitchFamily="34" charset="0"/>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ctr"/>
                      <a:r>
                        <a:rPr lang="en-US" altLang="zh-CN" dirty="0">
                          <a:solidFill>
                            <a:schemeClr val="tx1"/>
                          </a:solidFill>
                          <a:latin typeface="Arial Black" panose="020B0A04020102020204" pitchFamily="34" charset="0"/>
                        </a:rPr>
                        <a:t>0</a:t>
                      </a:r>
                      <a:endParaRPr lang="zh-CN" altLang="en-US" dirty="0">
                        <a:solidFill>
                          <a:schemeClr val="tx1"/>
                        </a:solidFill>
                        <a:latin typeface="Arial Black" panose="020B0A04020102020204" pitchFamily="34" charset="0"/>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ctr"/>
                      <a:r>
                        <a:rPr lang="en-US" altLang="zh-CN" dirty="0">
                          <a:solidFill>
                            <a:schemeClr val="tx1"/>
                          </a:solidFill>
                          <a:latin typeface="Arial Black" panose="020B0A04020102020204" pitchFamily="34" charset="0"/>
                        </a:rPr>
                        <a:t>1</a:t>
                      </a:r>
                      <a:endParaRPr lang="zh-CN" altLang="en-US" dirty="0">
                        <a:solidFill>
                          <a:schemeClr val="tx1"/>
                        </a:solidFill>
                        <a:latin typeface="Arial Black" panose="020B0A04020102020204" pitchFamily="34" charset="0"/>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ctr"/>
                      <a:r>
                        <a:rPr lang="en-US" altLang="zh-CN" dirty="0">
                          <a:solidFill>
                            <a:schemeClr val="tx1"/>
                          </a:solidFill>
                          <a:latin typeface="Arial Black" panose="020B0A04020102020204" pitchFamily="34" charset="0"/>
                        </a:rPr>
                        <a:t>2</a:t>
                      </a:r>
                      <a:endParaRPr lang="zh-CN" altLang="en-US" dirty="0">
                        <a:solidFill>
                          <a:schemeClr val="tx1"/>
                        </a:solidFill>
                        <a:latin typeface="Arial Black" panose="020B0A04020102020204" pitchFamily="34" charset="0"/>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ctr"/>
                      <a:r>
                        <a:rPr lang="en-US" altLang="zh-CN" dirty="0">
                          <a:solidFill>
                            <a:schemeClr val="tx1"/>
                          </a:solidFill>
                          <a:latin typeface="Arial Black" panose="020B0A04020102020204" pitchFamily="34" charset="0"/>
                        </a:rPr>
                        <a:t>…</a:t>
                      </a:r>
                      <a:endParaRPr lang="zh-CN" altLang="en-US" dirty="0">
                        <a:solidFill>
                          <a:schemeClr val="tx1"/>
                        </a:solidFill>
                        <a:latin typeface="Arial Black" panose="020B0A04020102020204" pitchFamily="34" charset="0"/>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extLst>
                  <a:ext uri="{0D108BD9-81ED-4DB2-BD59-A6C34878D82A}">
                    <a16:rowId xmlns:a16="http://schemas.microsoft.com/office/drawing/2014/main" val="316235763"/>
                  </a:ext>
                </a:extLst>
              </a:tr>
            </a:tbl>
          </a:graphicData>
        </a:graphic>
      </p:graphicFrame>
      <mc:AlternateContent xmlns:mc="http://schemas.openxmlformats.org/markup-compatibility/2006" xmlns:a14="http://schemas.microsoft.com/office/drawing/2010/main">
        <mc:Choice Requires="a14">
          <p:sp>
            <p:nvSpPr>
              <p:cNvPr id="31" name="íşlïḍè">
                <a:extLst>
                  <a:ext uri="{FF2B5EF4-FFF2-40B4-BE49-F238E27FC236}">
                    <a16:creationId xmlns:a16="http://schemas.microsoft.com/office/drawing/2014/main" id="{534EE850-C207-4BCA-A31E-771A47DA9033}"/>
                  </a:ext>
                </a:extLst>
              </p:cNvPr>
              <p:cNvSpPr txBox="1"/>
              <p:nvPr/>
            </p:nvSpPr>
            <p:spPr>
              <a:xfrm>
                <a:off x="2993250" y="3724968"/>
                <a:ext cx="6218660" cy="311297"/>
              </a:xfrm>
              <a:prstGeom prst="rect">
                <a:avLst/>
              </a:prstGeom>
              <a:noFill/>
            </p:spPr>
            <p:txBody>
              <a:bodyPr wrap="square" lIns="91440" tIns="45720" rIns="91440" bIns="45720" anchor="ctr">
                <a:noAutofit/>
              </a:bodyPr>
              <a:lstStyle/>
              <a:p>
                <a:r>
                  <a:rPr lang="zh-CN" altLang="en-US" b="1" dirty="0">
                    <a:solidFill>
                      <a:schemeClr val="accent4"/>
                    </a:solidFill>
                  </a:rPr>
                  <a:t>接收窗口</a:t>
                </a:r>
                <a14:m>
                  <m:oMath xmlns:m="http://schemas.openxmlformats.org/officeDocument/2006/math">
                    <m:sSub>
                      <m:sSubPr>
                        <m:ctrlPr>
                          <a:rPr lang="en-US" altLang="zh-CN" b="1" i="1" smtClean="0">
                            <a:solidFill>
                              <a:schemeClr val="accent4"/>
                            </a:solidFill>
                            <a:latin typeface="Cambria Math" panose="02040503050406030204" pitchFamily="18" charset="0"/>
                          </a:rPr>
                        </m:ctrlPr>
                      </m:sSubPr>
                      <m:e>
                        <m:r>
                          <a:rPr lang="en-US" altLang="zh-CN" b="1" i="1" smtClean="0">
                            <a:solidFill>
                              <a:schemeClr val="accent4"/>
                            </a:solidFill>
                            <a:latin typeface="Cambria Math" panose="02040503050406030204" pitchFamily="18" charset="0"/>
                          </a:rPr>
                          <m:t>𝑾</m:t>
                        </m:r>
                      </m:e>
                      <m:sub>
                        <m:r>
                          <a:rPr lang="en-US" altLang="zh-CN" b="1" i="1" smtClean="0">
                            <a:solidFill>
                              <a:schemeClr val="accent4"/>
                            </a:solidFill>
                            <a:latin typeface="Cambria Math" panose="02040503050406030204" pitchFamily="18" charset="0"/>
                          </a:rPr>
                          <m:t>𝑹</m:t>
                        </m:r>
                      </m:sub>
                    </m:sSub>
                  </m:oMath>
                </a14:m>
                <a:r>
                  <a:rPr lang="zh-CN" altLang="en-US" b="1" dirty="0"/>
                  <a:t>取最大值</a:t>
                </a:r>
                <a14:m>
                  <m:oMath xmlns:m="http://schemas.openxmlformats.org/officeDocument/2006/math">
                    <m:sSup>
                      <m:sSupPr>
                        <m:ctrlPr>
                          <a:rPr lang="en-US" altLang="zh-CN" b="1" i="1" smtClean="0">
                            <a:latin typeface="Cambria Math" panose="02040503050406030204" pitchFamily="18" charset="0"/>
                          </a:rPr>
                        </m:ctrlPr>
                      </m:sSupPr>
                      <m:e>
                        <m:r>
                          <a:rPr lang="en-US" altLang="zh-CN" b="1" i="1" smtClean="0">
                            <a:latin typeface="Cambria Math" panose="02040503050406030204" pitchFamily="18" charset="0"/>
                          </a:rPr>
                          <m:t>𝟐</m:t>
                        </m:r>
                      </m:e>
                      <m:sup>
                        <m:r>
                          <a:rPr lang="en-US" altLang="zh-CN" b="1" i="1" smtClean="0">
                            <a:latin typeface="Cambria Math" panose="02040503050406030204" pitchFamily="18" charset="0"/>
                          </a:rPr>
                          <m:t>(</m:t>
                        </m:r>
                        <m:r>
                          <a:rPr lang="en-US" altLang="zh-CN" b="1" i="1" smtClean="0">
                            <a:latin typeface="Cambria Math" panose="02040503050406030204" pitchFamily="18" charset="0"/>
                          </a:rPr>
                          <m:t>𝟑</m:t>
                        </m:r>
                        <m:r>
                          <a:rPr lang="en-US" altLang="zh-CN" b="1" i="1" smtClean="0">
                            <a:latin typeface="Cambria Math" panose="02040503050406030204" pitchFamily="18" charset="0"/>
                          </a:rPr>
                          <m:t>−</m:t>
                        </m:r>
                        <m:r>
                          <a:rPr lang="en-US" altLang="zh-CN" b="1" i="1" smtClean="0">
                            <a:latin typeface="Cambria Math" panose="02040503050406030204" pitchFamily="18" charset="0"/>
                          </a:rPr>
                          <m:t>𝟏</m:t>
                        </m:r>
                        <m:r>
                          <a:rPr lang="en-US" altLang="zh-CN" b="1" i="1" smtClean="0">
                            <a:latin typeface="Cambria Math" panose="02040503050406030204" pitchFamily="18" charset="0"/>
                          </a:rPr>
                          <m:t>)</m:t>
                        </m:r>
                      </m:sup>
                    </m:sSup>
                  </m:oMath>
                </a14:m>
                <a:r>
                  <a:rPr lang="zh-CN" altLang="en-US" b="1" dirty="0"/>
                  <a:t>，即</a:t>
                </a:r>
                <a14:m>
                  <m:oMath xmlns:m="http://schemas.openxmlformats.org/officeDocument/2006/math">
                    <m:sSub>
                      <m:sSubPr>
                        <m:ctrlPr>
                          <a:rPr lang="en-US" altLang="zh-CN" b="1" i="1" smtClean="0">
                            <a:latin typeface="Cambria Math" panose="02040503050406030204" pitchFamily="18" charset="0"/>
                          </a:rPr>
                        </m:ctrlPr>
                      </m:sSubPr>
                      <m:e>
                        <m:r>
                          <a:rPr lang="en-US" altLang="zh-CN" b="1" i="1" smtClean="0">
                            <a:latin typeface="Cambria Math" panose="02040503050406030204" pitchFamily="18" charset="0"/>
                          </a:rPr>
                          <m:t>𝑾</m:t>
                        </m:r>
                      </m:e>
                      <m:sub>
                        <m:r>
                          <a:rPr lang="en-US" altLang="zh-CN" b="1" i="1" smtClean="0">
                            <a:latin typeface="Cambria Math" panose="02040503050406030204" pitchFamily="18" charset="0"/>
                          </a:rPr>
                          <m:t>𝑹</m:t>
                        </m:r>
                      </m:sub>
                    </m:sSub>
                    <m:r>
                      <a:rPr lang="en-US" altLang="zh-CN" b="1" i="1" smtClean="0">
                        <a:latin typeface="Cambria Math" panose="02040503050406030204" pitchFamily="18" charset="0"/>
                      </a:rPr>
                      <m:t>=</m:t>
                    </m:r>
                    <m:r>
                      <a:rPr lang="en-US" altLang="zh-CN" b="1" i="1" smtClean="0">
                        <a:latin typeface="Cambria Math" panose="02040503050406030204" pitchFamily="18" charset="0"/>
                      </a:rPr>
                      <m:t>𝟒</m:t>
                    </m:r>
                    <m:r>
                      <a:rPr lang="zh-CN" altLang="en-US" b="1" i="1">
                        <a:latin typeface="Cambria Math" panose="02040503050406030204" pitchFamily="18" charset="0"/>
                      </a:rPr>
                      <m:t>。</m:t>
                    </m:r>
                  </m:oMath>
                </a14:m>
                <a:endParaRPr lang="en-US" altLang="zh-CN" b="1" dirty="0"/>
              </a:p>
            </p:txBody>
          </p:sp>
        </mc:Choice>
        <mc:Fallback xmlns="">
          <p:sp>
            <p:nvSpPr>
              <p:cNvPr id="31" name="íşlïḍè">
                <a:extLst>
                  <a:ext uri="{FF2B5EF4-FFF2-40B4-BE49-F238E27FC236}">
                    <a16:creationId xmlns:a16="http://schemas.microsoft.com/office/drawing/2014/main" id="{534EE850-C207-4BCA-A31E-771A47DA9033}"/>
                  </a:ext>
                </a:extLst>
              </p:cNvPr>
              <p:cNvSpPr txBox="1">
                <a:spLocks noRot="1" noChangeAspect="1" noMove="1" noResize="1" noEditPoints="1" noAdjustHandles="1" noChangeArrowheads="1" noChangeShapeType="1" noTextEdit="1"/>
              </p:cNvSpPr>
              <p:nvPr/>
            </p:nvSpPr>
            <p:spPr>
              <a:xfrm>
                <a:off x="2993250" y="3724968"/>
                <a:ext cx="6218660" cy="311297"/>
              </a:xfrm>
              <a:prstGeom prst="rect">
                <a:avLst/>
              </a:prstGeom>
              <a:blipFill>
                <a:blip r:embed="rId10"/>
                <a:stretch>
                  <a:fillRect l="-784" t="-17647" b="-43137"/>
                </a:stretch>
              </a:blipFill>
            </p:spPr>
            <p:txBody>
              <a:bodyPr/>
              <a:lstStyle/>
              <a:p>
                <a:r>
                  <a:rPr lang="zh-CN" altLang="en-US">
                    <a:noFill/>
                  </a:rPr>
                  <a:t> </a:t>
                </a:r>
              </a:p>
            </p:txBody>
          </p:sp>
        </mc:Fallback>
      </mc:AlternateContent>
      <mc:AlternateContent xmlns:mc="http://schemas.openxmlformats.org/markup-compatibility/2006" xmlns:a14="http://schemas.microsoft.com/office/drawing/2010/main">
        <mc:Choice Requires="a14">
          <p:sp>
            <p:nvSpPr>
              <p:cNvPr id="32" name="íşlïḍè">
                <a:extLst>
                  <a:ext uri="{FF2B5EF4-FFF2-40B4-BE49-F238E27FC236}">
                    <a16:creationId xmlns:a16="http://schemas.microsoft.com/office/drawing/2014/main" id="{FBFA56FC-F0C2-4492-AE42-88A025F625E8}"/>
                  </a:ext>
                </a:extLst>
              </p:cNvPr>
              <p:cNvSpPr txBox="1"/>
              <p:nvPr/>
            </p:nvSpPr>
            <p:spPr>
              <a:xfrm>
                <a:off x="2993250" y="4183741"/>
                <a:ext cx="6218660" cy="311297"/>
              </a:xfrm>
              <a:prstGeom prst="rect">
                <a:avLst/>
              </a:prstGeom>
              <a:noFill/>
            </p:spPr>
            <p:txBody>
              <a:bodyPr wrap="square" lIns="91440" tIns="45720" rIns="91440" bIns="45720" anchor="ctr">
                <a:noAutofit/>
              </a:bodyPr>
              <a:lstStyle/>
              <a:p>
                <a:r>
                  <a:rPr lang="zh-CN" altLang="en-US" b="1" dirty="0">
                    <a:solidFill>
                      <a:schemeClr val="accent3"/>
                    </a:solidFill>
                  </a:rPr>
                  <a:t>发送窗口</a:t>
                </a:r>
                <a14:m>
                  <m:oMath xmlns:m="http://schemas.openxmlformats.org/officeDocument/2006/math">
                    <m:sSub>
                      <m:sSubPr>
                        <m:ctrlPr>
                          <a:rPr lang="en-US" altLang="zh-CN" b="1" i="1" smtClean="0">
                            <a:solidFill>
                              <a:schemeClr val="accent3"/>
                            </a:solidFill>
                            <a:latin typeface="Cambria Math" panose="02040503050406030204" pitchFamily="18" charset="0"/>
                          </a:rPr>
                        </m:ctrlPr>
                      </m:sSubPr>
                      <m:e>
                        <m:r>
                          <a:rPr lang="en-US" altLang="zh-CN" b="1" i="1" smtClean="0">
                            <a:solidFill>
                              <a:schemeClr val="accent3"/>
                            </a:solidFill>
                            <a:latin typeface="Cambria Math" panose="02040503050406030204" pitchFamily="18" charset="0"/>
                          </a:rPr>
                          <m:t>𝑾</m:t>
                        </m:r>
                      </m:e>
                      <m:sub>
                        <m:r>
                          <a:rPr lang="en-US" altLang="zh-CN" b="1" i="1" smtClean="0">
                            <a:solidFill>
                              <a:schemeClr val="accent3"/>
                            </a:solidFill>
                            <a:latin typeface="Cambria Math" panose="02040503050406030204" pitchFamily="18" charset="0"/>
                          </a:rPr>
                          <m:t>𝑻</m:t>
                        </m:r>
                      </m:sub>
                    </m:sSub>
                  </m:oMath>
                </a14:m>
                <a:r>
                  <a:rPr lang="zh-CN" altLang="en-US" b="1" dirty="0"/>
                  <a:t>能取到的最大值也为</a:t>
                </a:r>
                <a14:m>
                  <m:oMath xmlns:m="http://schemas.openxmlformats.org/officeDocument/2006/math">
                    <m:sSup>
                      <m:sSupPr>
                        <m:ctrlPr>
                          <a:rPr lang="en-US" altLang="zh-CN" b="1" i="1" smtClean="0">
                            <a:latin typeface="Cambria Math" panose="02040503050406030204" pitchFamily="18" charset="0"/>
                          </a:rPr>
                        </m:ctrlPr>
                      </m:sSupPr>
                      <m:e>
                        <m:r>
                          <a:rPr lang="en-US" altLang="zh-CN" b="1" i="1" smtClean="0">
                            <a:latin typeface="Cambria Math" panose="02040503050406030204" pitchFamily="18" charset="0"/>
                          </a:rPr>
                          <m:t>𝟐</m:t>
                        </m:r>
                      </m:e>
                      <m:sup>
                        <m:r>
                          <a:rPr lang="en-US" altLang="zh-CN" b="1" i="1" smtClean="0">
                            <a:latin typeface="Cambria Math" panose="02040503050406030204" pitchFamily="18" charset="0"/>
                          </a:rPr>
                          <m:t>(</m:t>
                        </m:r>
                        <m:r>
                          <a:rPr lang="en-US" altLang="zh-CN" b="1" i="1" smtClean="0">
                            <a:latin typeface="Cambria Math" panose="02040503050406030204" pitchFamily="18" charset="0"/>
                          </a:rPr>
                          <m:t>𝟑</m:t>
                        </m:r>
                        <m:r>
                          <a:rPr lang="en-US" altLang="zh-CN" b="1" i="1" smtClean="0">
                            <a:latin typeface="Cambria Math" panose="02040503050406030204" pitchFamily="18" charset="0"/>
                          </a:rPr>
                          <m:t>−</m:t>
                        </m:r>
                        <m:r>
                          <a:rPr lang="en-US" altLang="zh-CN" b="1" i="1" smtClean="0">
                            <a:latin typeface="Cambria Math" panose="02040503050406030204" pitchFamily="18" charset="0"/>
                          </a:rPr>
                          <m:t>𝟏</m:t>
                        </m:r>
                        <m:r>
                          <a:rPr lang="en-US" altLang="zh-CN" b="1" i="1" smtClean="0">
                            <a:latin typeface="Cambria Math" panose="02040503050406030204" pitchFamily="18" charset="0"/>
                          </a:rPr>
                          <m:t>)</m:t>
                        </m:r>
                      </m:sup>
                    </m:sSup>
                  </m:oMath>
                </a14:m>
                <a:r>
                  <a:rPr lang="zh-CN" altLang="en-US" b="1" dirty="0"/>
                  <a:t>，即</a:t>
                </a:r>
                <a14:m>
                  <m:oMath xmlns:m="http://schemas.openxmlformats.org/officeDocument/2006/math">
                    <m:sSub>
                      <m:sSubPr>
                        <m:ctrlPr>
                          <a:rPr lang="en-US" altLang="zh-CN" b="1" i="1" smtClean="0">
                            <a:latin typeface="Cambria Math" panose="02040503050406030204" pitchFamily="18" charset="0"/>
                          </a:rPr>
                        </m:ctrlPr>
                      </m:sSubPr>
                      <m:e>
                        <m:r>
                          <a:rPr lang="en-US" altLang="zh-CN" b="1" i="1" smtClean="0">
                            <a:latin typeface="Cambria Math" panose="02040503050406030204" pitchFamily="18" charset="0"/>
                          </a:rPr>
                          <m:t>𝑾</m:t>
                        </m:r>
                      </m:e>
                      <m:sub>
                        <m:r>
                          <a:rPr lang="en-US" altLang="zh-CN" b="1" i="1" smtClean="0">
                            <a:latin typeface="Cambria Math" panose="02040503050406030204" pitchFamily="18" charset="0"/>
                          </a:rPr>
                          <m:t>𝑻</m:t>
                        </m:r>
                      </m:sub>
                    </m:sSub>
                    <m:r>
                      <a:rPr lang="en-US" altLang="zh-CN" b="1" i="1" smtClean="0">
                        <a:latin typeface="Cambria Math" panose="02040503050406030204" pitchFamily="18" charset="0"/>
                      </a:rPr>
                      <m:t>=</m:t>
                    </m:r>
                    <m:r>
                      <a:rPr lang="en-US" altLang="zh-CN" b="1" i="1" smtClean="0">
                        <a:latin typeface="Cambria Math" panose="02040503050406030204" pitchFamily="18" charset="0"/>
                      </a:rPr>
                      <m:t>𝟒</m:t>
                    </m:r>
                    <m:r>
                      <a:rPr lang="zh-CN" altLang="en-US" b="1" i="1">
                        <a:latin typeface="Cambria Math" panose="02040503050406030204" pitchFamily="18" charset="0"/>
                      </a:rPr>
                      <m:t>。</m:t>
                    </m:r>
                  </m:oMath>
                </a14:m>
                <a:endParaRPr lang="en-US" altLang="zh-CN" b="1" dirty="0"/>
              </a:p>
            </p:txBody>
          </p:sp>
        </mc:Choice>
        <mc:Fallback xmlns="">
          <p:sp>
            <p:nvSpPr>
              <p:cNvPr id="32" name="íşlïḍè">
                <a:extLst>
                  <a:ext uri="{FF2B5EF4-FFF2-40B4-BE49-F238E27FC236}">
                    <a16:creationId xmlns:a16="http://schemas.microsoft.com/office/drawing/2014/main" id="{FBFA56FC-F0C2-4492-AE42-88A025F625E8}"/>
                  </a:ext>
                </a:extLst>
              </p:cNvPr>
              <p:cNvSpPr txBox="1">
                <a:spLocks noRot="1" noChangeAspect="1" noMove="1" noResize="1" noEditPoints="1" noAdjustHandles="1" noChangeArrowheads="1" noChangeShapeType="1" noTextEdit="1"/>
              </p:cNvSpPr>
              <p:nvPr/>
            </p:nvSpPr>
            <p:spPr>
              <a:xfrm>
                <a:off x="2993250" y="4183741"/>
                <a:ext cx="6218660" cy="311297"/>
              </a:xfrm>
              <a:prstGeom prst="rect">
                <a:avLst/>
              </a:prstGeom>
              <a:blipFill>
                <a:blip r:embed="rId11"/>
                <a:stretch>
                  <a:fillRect l="-784" t="-17647" b="-43137"/>
                </a:stretch>
              </a:blipFill>
            </p:spPr>
            <p:txBody>
              <a:bodyPr/>
              <a:lstStyle/>
              <a:p>
                <a:r>
                  <a:rPr lang="zh-CN" altLang="en-US">
                    <a:noFill/>
                  </a:rPr>
                  <a:t> </a:t>
                </a:r>
              </a:p>
            </p:txBody>
          </p:sp>
        </mc:Fallback>
      </mc:AlternateContent>
      <p:sp>
        <p:nvSpPr>
          <p:cNvPr id="58" name="矩形 57">
            <a:extLst>
              <a:ext uri="{FF2B5EF4-FFF2-40B4-BE49-F238E27FC236}">
                <a16:creationId xmlns:a16="http://schemas.microsoft.com/office/drawing/2014/main" id="{B824E139-38BD-4C94-89BD-7C907264EBAA}"/>
              </a:ext>
            </a:extLst>
          </p:cNvPr>
          <p:cNvSpPr/>
          <p:nvPr/>
        </p:nvSpPr>
        <p:spPr>
          <a:xfrm>
            <a:off x="2300222" y="5553748"/>
            <a:ext cx="3023739" cy="374399"/>
          </a:xfrm>
          <a:prstGeom prst="rect">
            <a:avLst/>
          </a:prstGeom>
          <a:solidFill>
            <a:schemeClr val="accent3">
              <a:alpha val="74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35" name="矩形 34">
            <a:extLst>
              <a:ext uri="{FF2B5EF4-FFF2-40B4-BE49-F238E27FC236}">
                <a16:creationId xmlns:a16="http://schemas.microsoft.com/office/drawing/2014/main" id="{6C9644DF-EA3E-480D-BF5B-8F6A670B2F66}"/>
              </a:ext>
            </a:extLst>
          </p:cNvPr>
          <p:cNvSpPr/>
          <p:nvPr/>
        </p:nvSpPr>
        <p:spPr>
          <a:xfrm>
            <a:off x="3065684" y="1822386"/>
            <a:ext cx="2258278" cy="369332"/>
          </a:xfrm>
          <a:prstGeom prst="rect">
            <a:avLst/>
          </a:prstGeom>
          <a:solidFill>
            <a:schemeClr val="accent4">
              <a:alpha val="74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41" name="checked_153603">
            <a:extLst>
              <a:ext uri="{FF2B5EF4-FFF2-40B4-BE49-F238E27FC236}">
                <a16:creationId xmlns:a16="http://schemas.microsoft.com/office/drawing/2014/main" id="{C2626C1D-9AB5-42EC-8DE8-0AE5E1CE99B1}"/>
              </a:ext>
            </a:extLst>
          </p:cNvPr>
          <p:cNvSpPr/>
          <p:nvPr/>
        </p:nvSpPr>
        <p:spPr>
          <a:xfrm>
            <a:off x="3501803" y="5652776"/>
            <a:ext cx="283266" cy="237538"/>
          </a:xfrm>
          <a:custGeom>
            <a:avLst/>
            <a:gdLst>
              <a:gd name="T0" fmla="*/ 1351 w 4419"/>
              <a:gd name="T1" fmla="*/ 3653 h 3712"/>
              <a:gd name="T2" fmla="*/ 1493 w 4419"/>
              <a:gd name="T3" fmla="*/ 3712 h 3712"/>
              <a:gd name="T4" fmla="*/ 1634 w 4419"/>
              <a:gd name="T5" fmla="*/ 3653 h 3712"/>
              <a:gd name="T6" fmla="*/ 4361 w 4419"/>
              <a:gd name="T7" fmla="*/ 927 h 3712"/>
              <a:gd name="T8" fmla="*/ 4419 w 4419"/>
              <a:gd name="T9" fmla="*/ 785 h 3712"/>
              <a:gd name="T10" fmla="*/ 4361 w 4419"/>
              <a:gd name="T11" fmla="*/ 644 h 3712"/>
              <a:gd name="T12" fmla="*/ 3795 w 4419"/>
              <a:gd name="T13" fmla="*/ 78 h 3712"/>
              <a:gd name="T14" fmla="*/ 3512 w 4419"/>
              <a:gd name="T15" fmla="*/ 78 h 3712"/>
              <a:gd name="T16" fmla="*/ 1493 w 4419"/>
              <a:gd name="T17" fmla="*/ 2098 h 3712"/>
              <a:gd name="T18" fmla="*/ 927 w 4419"/>
              <a:gd name="T19" fmla="*/ 1532 h 3712"/>
              <a:gd name="T20" fmla="*/ 786 w 4419"/>
              <a:gd name="T21" fmla="*/ 1473 h 3712"/>
              <a:gd name="T22" fmla="*/ 644 w 4419"/>
              <a:gd name="T23" fmla="*/ 1532 h 3712"/>
              <a:gd name="T24" fmla="*/ 79 w 4419"/>
              <a:gd name="T25" fmla="*/ 2098 h 3712"/>
              <a:gd name="T26" fmla="*/ 79 w 4419"/>
              <a:gd name="T27" fmla="*/ 2380 h 3712"/>
              <a:gd name="T28" fmla="*/ 1351 w 4419"/>
              <a:gd name="T29" fmla="*/ 3653 h 37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4419" h="3712">
                <a:moveTo>
                  <a:pt x="1351" y="3653"/>
                </a:moveTo>
                <a:cubicBezTo>
                  <a:pt x="1389" y="3691"/>
                  <a:pt x="1440" y="3712"/>
                  <a:pt x="1493" y="3712"/>
                </a:cubicBezTo>
                <a:cubicBezTo>
                  <a:pt x="1546" y="3712"/>
                  <a:pt x="1597" y="3691"/>
                  <a:pt x="1634" y="3653"/>
                </a:cubicBezTo>
                <a:lnTo>
                  <a:pt x="4361" y="927"/>
                </a:lnTo>
                <a:cubicBezTo>
                  <a:pt x="4398" y="889"/>
                  <a:pt x="4419" y="838"/>
                  <a:pt x="4419" y="785"/>
                </a:cubicBezTo>
                <a:cubicBezTo>
                  <a:pt x="4419" y="732"/>
                  <a:pt x="4398" y="681"/>
                  <a:pt x="4361" y="644"/>
                </a:cubicBezTo>
                <a:lnTo>
                  <a:pt x="3795" y="78"/>
                </a:lnTo>
                <a:cubicBezTo>
                  <a:pt x="3717" y="0"/>
                  <a:pt x="3590" y="0"/>
                  <a:pt x="3512" y="78"/>
                </a:cubicBezTo>
                <a:lnTo>
                  <a:pt x="1493" y="2098"/>
                </a:lnTo>
                <a:lnTo>
                  <a:pt x="927" y="1532"/>
                </a:lnTo>
                <a:cubicBezTo>
                  <a:pt x="890" y="1494"/>
                  <a:pt x="839" y="1473"/>
                  <a:pt x="786" y="1473"/>
                </a:cubicBezTo>
                <a:cubicBezTo>
                  <a:pt x="733" y="1473"/>
                  <a:pt x="682" y="1494"/>
                  <a:pt x="644" y="1532"/>
                </a:cubicBezTo>
                <a:lnTo>
                  <a:pt x="79" y="2098"/>
                </a:lnTo>
                <a:cubicBezTo>
                  <a:pt x="0" y="2176"/>
                  <a:pt x="0" y="2302"/>
                  <a:pt x="79" y="2380"/>
                </a:cubicBezTo>
                <a:lnTo>
                  <a:pt x="1351" y="3653"/>
                </a:lnTo>
                <a:close/>
              </a:path>
            </a:pathLst>
          </a:cu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2" name="checked_153603">
            <a:extLst>
              <a:ext uri="{FF2B5EF4-FFF2-40B4-BE49-F238E27FC236}">
                <a16:creationId xmlns:a16="http://schemas.microsoft.com/office/drawing/2014/main" id="{B46D509C-F6F7-4C4A-A9CE-B53BED602183}"/>
              </a:ext>
            </a:extLst>
          </p:cNvPr>
          <p:cNvSpPr/>
          <p:nvPr/>
        </p:nvSpPr>
        <p:spPr>
          <a:xfrm>
            <a:off x="4271249" y="5654587"/>
            <a:ext cx="283266" cy="237538"/>
          </a:xfrm>
          <a:custGeom>
            <a:avLst/>
            <a:gdLst>
              <a:gd name="T0" fmla="*/ 1351 w 4419"/>
              <a:gd name="T1" fmla="*/ 3653 h 3712"/>
              <a:gd name="T2" fmla="*/ 1493 w 4419"/>
              <a:gd name="T3" fmla="*/ 3712 h 3712"/>
              <a:gd name="T4" fmla="*/ 1634 w 4419"/>
              <a:gd name="T5" fmla="*/ 3653 h 3712"/>
              <a:gd name="T6" fmla="*/ 4361 w 4419"/>
              <a:gd name="T7" fmla="*/ 927 h 3712"/>
              <a:gd name="T8" fmla="*/ 4419 w 4419"/>
              <a:gd name="T9" fmla="*/ 785 h 3712"/>
              <a:gd name="T10" fmla="*/ 4361 w 4419"/>
              <a:gd name="T11" fmla="*/ 644 h 3712"/>
              <a:gd name="T12" fmla="*/ 3795 w 4419"/>
              <a:gd name="T13" fmla="*/ 78 h 3712"/>
              <a:gd name="T14" fmla="*/ 3512 w 4419"/>
              <a:gd name="T15" fmla="*/ 78 h 3712"/>
              <a:gd name="T16" fmla="*/ 1493 w 4419"/>
              <a:gd name="T17" fmla="*/ 2098 h 3712"/>
              <a:gd name="T18" fmla="*/ 927 w 4419"/>
              <a:gd name="T19" fmla="*/ 1532 h 3712"/>
              <a:gd name="T20" fmla="*/ 786 w 4419"/>
              <a:gd name="T21" fmla="*/ 1473 h 3712"/>
              <a:gd name="T22" fmla="*/ 644 w 4419"/>
              <a:gd name="T23" fmla="*/ 1532 h 3712"/>
              <a:gd name="T24" fmla="*/ 79 w 4419"/>
              <a:gd name="T25" fmla="*/ 2098 h 3712"/>
              <a:gd name="T26" fmla="*/ 79 w 4419"/>
              <a:gd name="T27" fmla="*/ 2380 h 3712"/>
              <a:gd name="T28" fmla="*/ 1351 w 4419"/>
              <a:gd name="T29" fmla="*/ 3653 h 37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4419" h="3712">
                <a:moveTo>
                  <a:pt x="1351" y="3653"/>
                </a:moveTo>
                <a:cubicBezTo>
                  <a:pt x="1389" y="3691"/>
                  <a:pt x="1440" y="3712"/>
                  <a:pt x="1493" y="3712"/>
                </a:cubicBezTo>
                <a:cubicBezTo>
                  <a:pt x="1546" y="3712"/>
                  <a:pt x="1597" y="3691"/>
                  <a:pt x="1634" y="3653"/>
                </a:cubicBezTo>
                <a:lnTo>
                  <a:pt x="4361" y="927"/>
                </a:lnTo>
                <a:cubicBezTo>
                  <a:pt x="4398" y="889"/>
                  <a:pt x="4419" y="838"/>
                  <a:pt x="4419" y="785"/>
                </a:cubicBezTo>
                <a:cubicBezTo>
                  <a:pt x="4419" y="732"/>
                  <a:pt x="4398" y="681"/>
                  <a:pt x="4361" y="644"/>
                </a:cubicBezTo>
                <a:lnTo>
                  <a:pt x="3795" y="78"/>
                </a:lnTo>
                <a:cubicBezTo>
                  <a:pt x="3717" y="0"/>
                  <a:pt x="3590" y="0"/>
                  <a:pt x="3512" y="78"/>
                </a:cubicBezTo>
                <a:lnTo>
                  <a:pt x="1493" y="2098"/>
                </a:lnTo>
                <a:lnTo>
                  <a:pt x="927" y="1532"/>
                </a:lnTo>
                <a:cubicBezTo>
                  <a:pt x="890" y="1494"/>
                  <a:pt x="839" y="1473"/>
                  <a:pt x="786" y="1473"/>
                </a:cubicBezTo>
                <a:cubicBezTo>
                  <a:pt x="733" y="1473"/>
                  <a:pt x="682" y="1494"/>
                  <a:pt x="644" y="1532"/>
                </a:cubicBezTo>
                <a:lnTo>
                  <a:pt x="79" y="2098"/>
                </a:lnTo>
                <a:cubicBezTo>
                  <a:pt x="0" y="2176"/>
                  <a:pt x="0" y="2302"/>
                  <a:pt x="79" y="2380"/>
                </a:cubicBezTo>
                <a:lnTo>
                  <a:pt x="1351" y="3653"/>
                </a:lnTo>
                <a:close/>
              </a:path>
            </a:pathLst>
          </a:cu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3" name="checked_153603">
            <a:extLst>
              <a:ext uri="{FF2B5EF4-FFF2-40B4-BE49-F238E27FC236}">
                <a16:creationId xmlns:a16="http://schemas.microsoft.com/office/drawing/2014/main" id="{E02A4F12-DEC5-49BA-8BD4-C24DE66A1BC0}"/>
              </a:ext>
            </a:extLst>
          </p:cNvPr>
          <p:cNvSpPr/>
          <p:nvPr/>
        </p:nvSpPr>
        <p:spPr>
          <a:xfrm>
            <a:off x="5042974" y="5652776"/>
            <a:ext cx="283266" cy="237538"/>
          </a:xfrm>
          <a:custGeom>
            <a:avLst/>
            <a:gdLst>
              <a:gd name="T0" fmla="*/ 1351 w 4419"/>
              <a:gd name="T1" fmla="*/ 3653 h 3712"/>
              <a:gd name="T2" fmla="*/ 1493 w 4419"/>
              <a:gd name="T3" fmla="*/ 3712 h 3712"/>
              <a:gd name="T4" fmla="*/ 1634 w 4419"/>
              <a:gd name="T5" fmla="*/ 3653 h 3712"/>
              <a:gd name="T6" fmla="*/ 4361 w 4419"/>
              <a:gd name="T7" fmla="*/ 927 h 3712"/>
              <a:gd name="T8" fmla="*/ 4419 w 4419"/>
              <a:gd name="T9" fmla="*/ 785 h 3712"/>
              <a:gd name="T10" fmla="*/ 4361 w 4419"/>
              <a:gd name="T11" fmla="*/ 644 h 3712"/>
              <a:gd name="T12" fmla="*/ 3795 w 4419"/>
              <a:gd name="T13" fmla="*/ 78 h 3712"/>
              <a:gd name="T14" fmla="*/ 3512 w 4419"/>
              <a:gd name="T15" fmla="*/ 78 h 3712"/>
              <a:gd name="T16" fmla="*/ 1493 w 4419"/>
              <a:gd name="T17" fmla="*/ 2098 h 3712"/>
              <a:gd name="T18" fmla="*/ 927 w 4419"/>
              <a:gd name="T19" fmla="*/ 1532 h 3712"/>
              <a:gd name="T20" fmla="*/ 786 w 4419"/>
              <a:gd name="T21" fmla="*/ 1473 h 3712"/>
              <a:gd name="T22" fmla="*/ 644 w 4419"/>
              <a:gd name="T23" fmla="*/ 1532 h 3712"/>
              <a:gd name="T24" fmla="*/ 79 w 4419"/>
              <a:gd name="T25" fmla="*/ 2098 h 3712"/>
              <a:gd name="T26" fmla="*/ 79 w 4419"/>
              <a:gd name="T27" fmla="*/ 2380 h 3712"/>
              <a:gd name="T28" fmla="*/ 1351 w 4419"/>
              <a:gd name="T29" fmla="*/ 3653 h 37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4419" h="3712">
                <a:moveTo>
                  <a:pt x="1351" y="3653"/>
                </a:moveTo>
                <a:cubicBezTo>
                  <a:pt x="1389" y="3691"/>
                  <a:pt x="1440" y="3712"/>
                  <a:pt x="1493" y="3712"/>
                </a:cubicBezTo>
                <a:cubicBezTo>
                  <a:pt x="1546" y="3712"/>
                  <a:pt x="1597" y="3691"/>
                  <a:pt x="1634" y="3653"/>
                </a:cubicBezTo>
                <a:lnTo>
                  <a:pt x="4361" y="927"/>
                </a:lnTo>
                <a:cubicBezTo>
                  <a:pt x="4398" y="889"/>
                  <a:pt x="4419" y="838"/>
                  <a:pt x="4419" y="785"/>
                </a:cubicBezTo>
                <a:cubicBezTo>
                  <a:pt x="4419" y="732"/>
                  <a:pt x="4398" y="681"/>
                  <a:pt x="4361" y="644"/>
                </a:cubicBezTo>
                <a:lnTo>
                  <a:pt x="3795" y="78"/>
                </a:lnTo>
                <a:cubicBezTo>
                  <a:pt x="3717" y="0"/>
                  <a:pt x="3590" y="0"/>
                  <a:pt x="3512" y="78"/>
                </a:cubicBezTo>
                <a:lnTo>
                  <a:pt x="1493" y="2098"/>
                </a:lnTo>
                <a:lnTo>
                  <a:pt x="927" y="1532"/>
                </a:lnTo>
                <a:cubicBezTo>
                  <a:pt x="890" y="1494"/>
                  <a:pt x="839" y="1473"/>
                  <a:pt x="786" y="1473"/>
                </a:cubicBezTo>
                <a:cubicBezTo>
                  <a:pt x="733" y="1473"/>
                  <a:pt x="682" y="1494"/>
                  <a:pt x="644" y="1532"/>
                </a:cubicBezTo>
                <a:lnTo>
                  <a:pt x="79" y="2098"/>
                </a:lnTo>
                <a:cubicBezTo>
                  <a:pt x="0" y="2176"/>
                  <a:pt x="0" y="2302"/>
                  <a:pt x="79" y="2380"/>
                </a:cubicBezTo>
                <a:lnTo>
                  <a:pt x="1351" y="3653"/>
                </a:lnTo>
                <a:close/>
              </a:path>
            </a:pathLst>
          </a:cu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51" name="矩形 50">
            <a:extLst>
              <a:ext uri="{FF2B5EF4-FFF2-40B4-BE49-F238E27FC236}">
                <a16:creationId xmlns:a16="http://schemas.microsoft.com/office/drawing/2014/main" id="{2865E612-9186-4B3E-BE48-C4C5C36160E6}"/>
              </a:ext>
            </a:extLst>
          </p:cNvPr>
          <p:cNvSpPr/>
          <p:nvPr/>
        </p:nvSpPr>
        <p:spPr>
          <a:xfrm>
            <a:off x="2307054" y="5563124"/>
            <a:ext cx="739454" cy="374399"/>
          </a:xfrm>
          <a:prstGeom prst="rect">
            <a:avLst/>
          </a:prstGeom>
          <a:solidFill>
            <a:schemeClr val="accent1">
              <a:lumMod val="75000"/>
              <a:alpha val="44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37" name="矩形 36">
            <a:extLst>
              <a:ext uri="{FF2B5EF4-FFF2-40B4-BE49-F238E27FC236}">
                <a16:creationId xmlns:a16="http://schemas.microsoft.com/office/drawing/2014/main" id="{8435FFCF-BFB0-4459-B5EB-B736E8D6438E}"/>
              </a:ext>
            </a:extLst>
          </p:cNvPr>
          <p:cNvSpPr/>
          <p:nvPr/>
        </p:nvSpPr>
        <p:spPr>
          <a:xfrm>
            <a:off x="2302910" y="1818200"/>
            <a:ext cx="765067" cy="389284"/>
          </a:xfrm>
          <a:prstGeom prst="rect">
            <a:avLst/>
          </a:prstGeom>
          <a:solidFill>
            <a:schemeClr val="accent4">
              <a:alpha val="74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36" name="平行四边形 35">
            <a:extLst>
              <a:ext uri="{FF2B5EF4-FFF2-40B4-BE49-F238E27FC236}">
                <a16:creationId xmlns:a16="http://schemas.microsoft.com/office/drawing/2014/main" id="{0F9CCAEE-0B26-D7B3-02A5-11FCF6A17056}"/>
              </a:ext>
            </a:extLst>
          </p:cNvPr>
          <p:cNvSpPr/>
          <p:nvPr/>
        </p:nvSpPr>
        <p:spPr>
          <a:xfrm>
            <a:off x="304800" y="749300"/>
            <a:ext cx="675384" cy="387090"/>
          </a:xfrm>
          <a:prstGeom prst="parallelogram">
            <a:avLst/>
          </a:prstGeom>
          <a:solidFill>
            <a:schemeClr val="accent3">
              <a:lumMod val="75000"/>
            </a:schemeClr>
          </a:solidFill>
          <a:ln>
            <a:solidFill>
              <a:schemeClr val="accent3">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CN" sz="2200" dirty="0">
                <a:latin typeface="Impact" panose="020B0806030902050204" pitchFamily="34" charset="0"/>
              </a:rPr>
              <a:t>05</a:t>
            </a:r>
            <a:endParaRPr lang="zh-CN" altLang="en-US" sz="2200" dirty="0">
              <a:latin typeface="Impact" panose="020B0806030902050204" pitchFamily="34" charset="0"/>
            </a:endParaRPr>
          </a:p>
        </p:txBody>
      </p:sp>
    </p:spTree>
    <p:custDataLst>
      <p:tags r:id="rId1"/>
    </p:custDataLst>
    <p:extLst>
      <p:ext uri="{BB962C8B-B14F-4D97-AF65-F5344CB8AC3E}">
        <p14:creationId xmlns:p14="http://schemas.microsoft.com/office/powerpoint/2010/main" val="2363423314"/>
      </p:ext>
    </p:extLst>
  </p:cSld>
  <p:clrMapOvr>
    <a:masterClrMapping/>
  </p:clrMapOvr>
  <mc:AlternateContent xmlns:mc="http://schemas.openxmlformats.org/markup-compatibility/2006" xmlns:p159="http://schemas.microsoft.com/office/powerpoint/2015/09/main">
    <mc:Choice Requires="p159">
      <p:transition xmlns:p14="http://schemas.microsoft.com/office/powerpoint/2010/main" spd="slow" p14:dur="2000">
        <p159:morph option="byObject"/>
      </p:transition>
    </mc:Choice>
    <mc:Fallback xmlns="">
      <p:transition spd="slow">
        <p:fade/>
      </p:transition>
    </mc:Fallback>
  </mc:AlternateContent>
</p:sld>
</file>

<file path=ppt/slides/slide21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45" name="组合 44">
            <a:extLst>
              <a:ext uri="{FF2B5EF4-FFF2-40B4-BE49-F238E27FC236}">
                <a16:creationId xmlns:a16="http://schemas.microsoft.com/office/drawing/2014/main" id="{F5FCA282-8954-464E-9962-8DEC0A190612}"/>
              </a:ext>
            </a:extLst>
          </p:cNvPr>
          <p:cNvGrpSpPr/>
          <p:nvPr/>
        </p:nvGrpSpPr>
        <p:grpSpPr>
          <a:xfrm>
            <a:off x="5331272" y="1368773"/>
            <a:ext cx="3025589" cy="910796"/>
            <a:chOff x="2302929" y="5098286"/>
            <a:chExt cx="3025589" cy="910796"/>
          </a:xfrm>
        </p:grpSpPr>
        <p:sp>
          <p:nvSpPr>
            <p:cNvPr id="46" name="矩形 45">
              <a:extLst>
                <a:ext uri="{FF2B5EF4-FFF2-40B4-BE49-F238E27FC236}">
                  <a16:creationId xmlns:a16="http://schemas.microsoft.com/office/drawing/2014/main" id="{471AA480-7085-4D51-B0B4-D68301BF2020}"/>
                </a:ext>
              </a:extLst>
            </p:cNvPr>
            <p:cNvSpPr/>
            <p:nvPr/>
          </p:nvSpPr>
          <p:spPr>
            <a:xfrm>
              <a:off x="2302929" y="5467618"/>
              <a:ext cx="3025589" cy="541464"/>
            </a:xfrm>
            <a:prstGeom prst="rect">
              <a:avLst/>
            </a:prstGeom>
            <a:solidFill>
              <a:schemeClr val="accent4"/>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mc:AlternateContent xmlns:mc="http://schemas.openxmlformats.org/markup-compatibility/2006" xmlns:a14="http://schemas.microsoft.com/office/drawing/2010/main">
          <mc:Choice Requires="a14">
            <p:sp>
              <p:nvSpPr>
                <p:cNvPr id="47" name="文本框 46">
                  <a:extLst>
                    <a:ext uri="{FF2B5EF4-FFF2-40B4-BE49-F238E27FC236}">
                      <a16:creationId xmlns:a16="http://schemas.microsoft.com/office/drawing/2014/main" id="{4DD506B6-2862-4CF6-A3E9-F36AEFD5D21B}"/>
                    </a:ext>
                  </a:extLst>
                </p:cNvPr>
                <p:cNvSpPr txBox="1"/>
                <p:nvPr/>
              </p:nvSpPr>
              <p:spPr>
                <a:xfrm>
                  <a:off x="3277773" y="5098286"/>
                  <a:ext cx="1067217" cy="369332"/>
                </a:xfrm>
                <a:prstGeom prst="rect">
                  <a:avLst/>
                </a:prstGeom>
                <a:noFill/>
              </p:spPr>
              <p:txBody>
                <a:bodyPr wrap="square">
                  <a:spAutoFit/>
                </a:bodyPr>
                <a:lstStyle/>
                <a:p>
                  <a:pPr/>
                  <a14:m>
                    <m:oMathPara xmlns:m="http://schemas.openxmlformats.org/officeDocument/2006/math">
                      <m:oMathParaPr>
                        <m:jc m:val="centerGroup"/>
                      </m:oMathParaPr>
                      <m:oMath xmlns:m="http://schemas.openxmlformats.org/officeDocument/2006/math">
                        <m:sSub>
                          <m:sSubPr>
                            <m:ctrlPr>
                              <a:rPr lang="en-US" altLang="zh-CN" b="1" i="1" smtClean="0">
                                <a:solidFill>
                                  <a:schemeClr val="accent4"/>
                                </a:solidFill>
                                <a:latin typeface="Cambria Math" panose="02040503050406030204" pitchFamily="18" charset="0"/>
                              </a:rPr>
                            </m:ctrlPr>
                          </m:sSubPr>
                          <m:e>
                            <m:r>
                              <a:rPr lang="en-US" altLang="zh-CN" b="1" i="1" smtClean="0">
                                <a:solidFill>
                                  <a:schemeClr val="accent4"/>
                                </a:solidFill>
                                <a:latin typeface="Cambria Math" panose="02040503050406030204" pitchFamily="18" charset="0"/>
                              </a:rPr>
                              <m:t>𝑾</m:t>
                            </m:r>
                          </m:e>
                          <m:sub>
                            <m:r>
                              <a:rPr lang="en-US" altLang="zh-CN" b="1" i="1" smtClean="0">
                                <a:solidFill>
                                  <a:schemeClr val="accent4"/>
                                </a:solidFill>
                                <a:latin typeface="Cambria Math" panose="02040503050406030204" pitchFamily="18" charset="0"/>
                              </a:rPr>
                              <m:t>𝑹</m:t>
                            </m:r>
                          </m:sub>
                        </m:sSub>
                        <m:r>
                          <a:rPr lang="en-US" altLang="zh-CN" b="1" i="1" smtClean="0">
                            <a:solidFill>
                              <a:schemeClr val="accent4"/>
                            </a:solidFill>
                            <a:latin typeface="Cambria Math" panose="02040503050406030204" pitchFamily="18" charset="0"/>
                          </a:rPr>
                          <m:t>=</m:t>
                        </m:r>
                        <m:r>
                          <a:rPr lang="en-US" altLang="zh-CN" b="1" i="1" smtClean="0">
                            <a:solidFill>
                              <a:schemeClr val="accent4"/>
                            </a:solidFill>
                            <a:latin typeface="Cambria Math" panose="02040503050406030204" pitchFamily="18" charset="0"/>
                          </a:rPr>
                          <m:t>𝟒</m:t>
                        </m:r>
                      </m:oMath>
                    </m:oMathPara>
                  </a14:m>
                  <a:endParaRPr lang="zh-CN" altLang="en-US" dirty="0">
                    <a:solidFill>
                      <a:schemeClr val="accent4"/>
                    </a:solidFill>
                  </a:endParaRPr>
                </a:p>
              </p:txBody>
            </p:sp>
          </mc:Choice>
          <mc:Fallback xmlns="">
            <p:sp>
              <p:nvSpPr>
                <p:cNvPr id="47" name="文本框 46">
                  <a:extLst>
                    <a:ext uri="{FF2B5EF4-FFF2-40B4-BE49-F238E27FC236}">
                      <a16:creationId xmlns:a16="http://schemas.microsoft.com/office/drawing/2014/main" id="{4DD506B6-2862-4CF6-A3E9-F36AEFD5D21B}"/>
                    </a:ext>
                  </a:extLst>
                </p:cNvPr>
                <p:cNvSpPr txBox="1">
                  <a:spLocks noRot="1" noChangeAspect="1" noMove="1" noResize="1" noEditPoints="1" noAdjustHandles="1" noChangeArrowheads="1" noChangeShapeType="1" noTextEdit="1"/>
                </p:cNvSpPr>
                <p:nvPr/>
              </p:nvSpPr>
              <p:spPr>
                <a:xfrm>
                  <a:off x="3277773" y="5098286"/>
                  <a:ext cx="1067217" cy="369332"/>
                </a:xfrm>
                <a:prstGeom prst="rect">
                  <a:avLst/>
                </a:prstGeom>
                <a:blipFill>
                  <a:blip r:embed="rId3"/>
                  <a:stretch>
                    <a:fillRect b="-3333"/>
                  </a:stretch>
                </a:blipFill>
              </p:spPr>
              <p:txBody>
                <a:bodyPr/>
                <a:lstStyle/>
                <a:p>
                  <a:r>
                    <a:rPr lang="zh-CN" altLang="en-US">
                      <a:noFill/>
                    </a:rPr>
                    <a:t> </a:t>
                  </a:r>
                </a:p>
              </p:txBody>
            </p:sp>
          </mc:Fallback>
        </mc:AlternateContent>
      </p:grpSp>
      <p:grpSp>
        <p:nvGrpSpPr>
          <p:cNvPr id="5" name="组合 4">
            <a:extLst>
              <a:ext uri="{FF2B5EF4-FFF2-40B4-BE49-F238E27FC236}">
                <a16:creationId xmlns:a16="http://schemas.microsoft.com/office/drawing/2014/main" id="{20EFBF47-A85C-4FD1-BB81-590596419A3D}"/>
              </a:ext>
            </a:extLst>
          </p:cNvPr>
          <p:cNvGrpSpPr/>
          <p:nvPr/>
        </p:nvGrpSpPr>
        <p:grpSpPr>
          <a:xfrm>
            <a:off x="5328994" y="5098286"/>
            <a:ext cx="3025589" cy="910796"/>
            <a:chOff x="2302929" y="5098286"/>
            <a:chExt cx="3025589" cy="910796"/>
          </a:xfrm>
        </p:grpSpPr>
        <p:sp>
          <p:nvSpPr>
            <p:cNvPr id="33" name="矩形 32">
              <a:extLst>
                <a:ext uri="{FF2B5EF4-FFF2-40B4-BE49-F238E27FC236}">
                  <a16:creationId xmlns:a16="http://schemas.microsoft.com/office/drawing/2014/main" id="{3EA6F5A2-1C83-4BE5-9CCD-7CBA9C984323}"/>
                </a:ext>
              </a:extLst>
            </p:cNvPr>
            <p:cNvSpPr/>
            <p:nvPr/>
          </p:nvSpPr>
          <p:spPr>
            <a:xfrm>
              <a:off x="2302929" y="5467618"/>
              <a:ext cx="3025589" cy="541464"/>
            </a:xfrm>
            <a:prstGeom prst="rect">
              <a:avLst/>
            </a:prstGeom>
            <a:solidFill>
              <a:schemeClr val="accent3"/>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mc:AlternateContent xmlns:mc="http://schemas.openxmlformats.org/markup-compatibility/2006" xmlns:a14="http://schemas.microsoft.com/office/drawing/2010/main">
          <mc:Choice Requires="a14">
            <p:sp>
              <p:nvSpPr>
                <p:cNvPr id="34" name="文本框 33">
                  <a:extLst>
                    <a:ext uri="{FF2B5EF4-FFF2-40B4-BE49-F238E27FC236}">
                      <a16:creationId xmlns:a16="http://schemas.microsoft.com/office/drawing/2014/main" id="{8C755A65-DDAE-400F-BD8A-B2EB9981B67D}"/>
                    </a:ext>
                  </a:extLst>
                </p:cNvPr>
                <p:cNvSpPr txBox="1"/>
                <p:nvPr/>
              </p:nvSpPr>
              <p:spPr>
                <a:xfrm>
                  <a:off x="3277773" y="5098286"/>
                  <a:ext cx="1067217" cy="369332"/>
                </a:xfrm>
                <a:prstGeom prst="rect">
                  <a:avLst/>
                </a:prstGeom>
                <a:noFill/>
              </p:spPr>
              <p:txBody>
                <a:bodyPr wrap="square">
                  <a:spAutoFit/>
                </a:bodyPr>
                <a:lstStyle/>
                <a:p>
                  <a:pPr/>
                  <a14:m>
                    <m:oMathPara xmlns:m="http://schemas.openxmlformats.org/officeDocument/2006/math">
                      <m:oMathParaPr>
                        <m:jc m:val="centerGroup"/>
                      </m:oMathParaPr>
                      <m:oMath xmlns:m="http://schemas.openxmlformats.org/officeDocument/2006/math">
                        <m:sSub>
                          <m:sSubPr>
                            <m:ctrlPr>
                              <a:rPr lang="en-US" altLang="zh-CN" b="1" i="1" smtClean="0">
                                <a:solidFill>
                                  <a:schemeClr val="accent3"/>
                                </a:solidFill>
                                <a:latin typeface="Cambria Math" panose="02040503050406030204" pitchFamily="18" charset="0"/>
                              </a:rPr>
                            </m:ctrlPr>
                          </m:sSubPr>
                          <m:e>
                            <m:r>
                              <a:rPr lang="en-US" altLang="zh-CN" b="1" i="1" smtClean="0">
                                <a:solidFill>
                                  <a:schemeClr val="accent3"/>
                                </a:solidFill>
                                <a:latin typeface="Cambria Math" panose="02040503050406030204" pitchFamily="18" charset="0"/>
                              </a:rPr>
                              <m:t>𝑾</m:t>
                            </m:r>
                          </m:e>
                          <m:sub>
                            <m:r>
                              <a:rPr lang="en-US" altLang="zh-CN" b="1" i="1" smtClean="0">
                                <a:solidFill>
                                  <a:schemeClr val="accent3"/>
                                </a:solidFill>
                                <a:latin typeface="Cambria Math" panose="02040503050406030204" pitchFamily="18" charset="0"/>
                              </a:rPr>
                              <m:t>𝑻</m:t>
                            </m:r>
                          </m:sub>
                        </m:sSub>
                        <m:r>
                          <a:rPr lang="en-US" altLang="zh-CN" b="1" i="1" smtClean="0">
                            <a:solidFill>
                              <a:schemeClr val="accent3"/>
                            </a:solidFill>
                            <a:latin typeface="Cambria Math" panose="02040503050406030204" pitchFamily="18" charset="0"/>
                          </a:rPr>
                          <m:t>=</m:t>
                        </m:r>
                        <m:r>
                          <a:rPr lang="en-US" altLang="zh-CN" b="1" i="1" smtClean="0">
                            <a:solidFill>
                              <a:schemeClr val="accent3"/>
                            </a:solidFill>
                            <a:latin typeface="Cambria Math" panose="02040503050406030204" pitchFamily="18" charset="0"/>
                          </a:rPr>
                          <m:t>𝟒</m:t>
                        </m:r>
                      </m:oMath>
                    </m:oMathPara>
                  </a14:m>
                  <a:endParaRPr lang="zh-CN" altLang="en-US" dirty="0">
                    <a:solidFill>
                      <a:schemeClr val="accent3"/>
                    </a:solidFill>
                  </a:endParaRPr>
                </a:p>
              </p:txBody>
            </p:sp>
          </mc:Choice>
          <mc:Fallback xmlns="">
            <p:sp>
              <p:nvSpPr>
                <p:cNvPr id="34" name="文本框 33">
                  <a:extLst>
                    <a:ext uri="{FF2B5EF4-FFF2-40B4-BE49-F238E27FC236}">
                      <a16:creationId xmlns:a16="http://schemas.microsoft.com/office/drawing/2014/main" id="{8C755A65-DDAE-400F-BD8A-B2EB9981B67D}"/>
                    </a:ext>
                  </a:extLst>
                </p:cNvPr>
                <p:cNvSpPr txBox="1">
                  <a:spLocks noRot="1" noChangeAspect="1" noMove="1" noResize="1" noEditPoints="1" noAdjustHandles="1" noChangeArrowheads="1" noChangeShapeType="1" noTextEdit="1"/>
                </p:cNvSpPr>
                <p:nvPr/>
              </p:nvSpPr>
              <p:spPr>
                <a:xfrm>
                  <a:off x="3277773" y="5098286"/>
                  <a:ext cx="1067217" cy="369332"/>
                </a:xfrm>
                <a:prstGeom prst="rect">
                  <a:avLst/>
                </a:prstGeom>
                <a:blipFill>
                  <a:blip r:embed="rId4"/>
                  <a:stretch>
                    <a:fillRect b="-3279"/>
                  </a:stretch>
                </a:blipFill>
              </p:spPr>
              <p:txBody>
                <a:bodyPr/>
                <a:lstStyle/>
                <a:p>
                  <a:r>
                    <a:rPr lang="zh-CN" altLang="en-US">
                      <a:noFill/>
                    </a:rPr>
                    <a:t> </a:t>
                  </a:r>
                </a:p>
              </p:txBody>
            </p:sp>
          </mc:Fallback>
        </mc:AlternateContent>
      </p:grpSp>
      <p:grpSp>
        <p:nvGrpSpPr>
          <p:cNvPr id="4" name="组合 3">
            <a:extLst>
              <a:ext uri="{FF2B5EF4-FFF2-40B4-BE49-F238E27FC236}">
                <a16:creationId xmlns:a16="http://schemas.microsoft.com/office/drawing/2014/main" id="{9A1EA9F2-FCB6-48C3-935F-7AE7E3AD14AC}"/>
              </a:ext>
            </a:extLst>
          </p:cNvPr>
          <p:cNvGrpSpPr/>
          <p:nvPr/>
        </p:nvGrpSpPr>
        <p:grpSpPr>
          <a:xfrm>
            <a:off x="304800" y="749300"/>
            <a:ext cx="6192344" cy="400110"/>
            <a:chOff x="424117" y="898245"/>
            <a:chExt cx="6192344" cy="400110"/>
          </a:xfrm>
        </p:grpSpPr>
        <p:sp>
          <p:nvSpPr>
            <p:cNvPr id="2" name="平行四边形 1">
              <a:extLst>
                <a:ext uri="{FF2B5EF4-FFF2-40B4-BE49-F238E27FC236}">
                  <a16:creationId xmlns:a16="http://schemas.microsoft.com/office/drawing/2014/main" id="{1F5BAA3F-9845-4F89-A2DD-8222D3E4EDAC}"/>
                </a:ext>
              </a:extLst>
            </p:cNvPr>
            <p:cNvSpPr/>
            <p:nvPr/>
          </p:nvSpPr>
          <p:spPr>
            <a:xfrm>
              <a:off x="424117" y="898245"/>
              <a:ext cx="628306" cy="387090"/>
            </a:xfrm>
            <a:prstGeom prst="parallelogram">
              <a:avLst/>
            </a:prstGeom>
            <a:solidFill>
              <a:schemeClr val="accent3">
                <a:lumMod val="75000"/>
              </a:schemeClr>
            </a:solidFill>
            <a:ln>
              <a:solidFill>
                <a:schemeClr val="accent3">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CN" sz="2200" dirty="0">
                  <a:latin typeface="Impact" panose="020B0806030902050204" pitchFamily="34" charset="0"/>
                </a:rPr>
                <a:t>01</a:t>
              </a:r>
              <a:endParaRPr lang="zh-CN" altLang="en-US" sz="2200" dirty="0">
                <a:latin typeface="Impact" panose="020B0806030902050204" pitchFamily="34" charset="0"/>
              </a:endParaRPr>
            </a:p>
          </p:txBody>
        </p:sp>
        <p:sp>
          <p:nvSpPr>
            <p:cNvPr id="3" name="文本框 2">
              <a:extLst>
                <a:ext uri="{FF2B5EF4-FFF2-40B4-BE49-F238E27FC236}">
                  <a16:creationId xmlns:a16="http://schemas.microsoft.com/office/drawing/2014/main" id="{4D6BD736-A4D3-4F26-AFED-36E11F50F70B}"/>
                </a:ext>
              </a:extLst>
            </p:cNvPr>
            <p:cNvSpPr txBox="1"/>
            <p:nvPr/>
          </p:nvSpPr>
          <p:spPr>
            <a:xfrm>
              <a:off x="1052423" y="898245"/>
              <a:ext cx="5564038" cy="400110"/>
            </a:xfrm>
            <a:prstGeom prst="rect">
              <a:avLst/>
            </a:prstGeom>
            <a:noFill/>
          </p:spPr>
          <p:txBody>
            <a:bodyPr wrap="square" rtlCol="0">
              <a:spAutoFit/>
            </a:bodyPr>
            <a:lstStyle/>
            <a:p>
              <a:r>
                <a:rPr lang="zh-CN" altLang="en-US" sz="2000" b="1" dirty="0"/>
                <a:t>选择重传协议</a:t>
              </a:r>
            </a:p>
          </p:txBody>
        </p:sp>
      </p:grpSp>
      <p:grpSp>
        <p:nvGrpSpPr>
          <p:cNvPr id="18" name="组合 17">
            <a:extLst>
              <a:ext uri="{FF2B5EF4-FFF2-40B4-BE49-F238E27FC236}">
                <a16:creationId xmlns:a16="http://schemas.microsoft.com/office/drawing/2014/main" id="{AF599708-FA4B-4F1A-915B-51ADB6AF8A5B}"/>
              </a:ext>
            </a:extLst>
          </p:cNvPr>
          <p:cNvGrpSpPr/>
          <p:nvPr/>
        </p:nvGrpSpPr>
        <p:grpSpPr>
          <a:xfrm>
            <a:off x="475097" y="1263518"/>
            <a:ext cx="1355161" cy="5114896"/>
            <a:chOff x="475097" y="1263518"/>
            <a:chExt cx="1355161" cy="5114896"/>
          </a:xfrm>
        </p:grpSpPr>
        <p:cxnSp>
          <p:nvCxnSpPr>
            <p:cNvPr id="19" name="直接连接符 18">
              <a:extLst>
                <a:ext uri="{FF2B5EF4-FFF2-40B4-BE49-F238E27FC236}">
                  <a16:creationId xmlns:a16="http://schemas.microsoft.com/office/drawing/2014/main" id="{8C267D38-D538-4153-B853-5B2DDE097738}"/>
                </a:ext>
              </a:extLst>
            </p:cNvPr>
            <p:cNvCxnSpPr>
              <a:cxnSpLocks/>
            </p:cNvCxnSpPr>
            <p:nvPr/>
          </p:nvCxnSpPr>
          <p:spPr>
            <a:xfrm flipV="1">
              <a:off x="1208367" y="2012996"/>
              <a:ext cx="0" cy="3813858"/>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nvGrpSpPr>
            <p:cNvPr id="20" name="组合 19">
              <a:extLst>
                <a:ext uri="{FF2B5EF4-FFF2-40B4-BE49-F238E27FC236}">
                  <a16:creationId xmlns:a16="http://schemas.microsoft.com/office/drawing/2014/main" id="{1A3F15DA-8F30-45DE-8760-8CB5AC7691B0}"/>
                </a:ext>
              </a:extLst>
            </p:cNvPr>
            <p:cNvGrpSpPr/>
            <p:nvPr/>
          </p:nvGrpSpPr>
          <p:grpSpPr>
            <a:xfrm>
              <a:off x="700096" y="5368000"/>
              <a:ext cx="905164" cy="1010414"/>
              <a:chOff x="700096" y="5368000"/>
              <a:chExt cx="905164" cy="1010414"/>
            </a:xfrm>
          </p:grpSpPr>
          <p:pic>
            <p:nvPicPr>
              <p:cNvPr id="25" name="图形 24">
                <a:extLst>
                  <a:ext uri="{FF2B5EF4-FFF2-40B4-BE49-F238E27FC236}">
                    <a16:creationId xmlns:a16="http://schemas.microsoft.com/office/drawing/2014/main" id="{5079B8D0-730B-4F27-A9EC-8AC79CEECAE0}"/>
                  </a:ext>
                </a:extLst>
              </p:cNvPr>
              <p:cNvPicPr>
                <a:picLocks noChangeAspect="1"/>
              </p:cNvPicPr>
              <p:nvPr/>
            </p:nvPicPr>
            <p:blipFill>
              <a:blip r:embed="rId5">
                <a:extLst>
                  <a:ext uri="{28A0092B-C50C-407E-A947-70E740481C1C}">
                    <a14:useLocalDpi xmlns:a14="http://schemas.microsoft.com/office/drawing/2010/main" val="0"/>
                  </a:ext>
                  <a:ext uri="{96DAC541-7B7A-43D3-8B79-37D633B846F1}">
                    <asvg:svgBlip xmlns:asvg="http://schemas.microsoft.com/office/drawing/2016/SVG/main" r:embed="rId6"/>
                  </a:ext>
                </a:extLst>
              </a:blip>
              <a:stretch>
                <a:fillRect/>
              </a:stretch>
            </p:blipFill>
            <p:spPr>
              <a:xfrm>
                <a:off x="821271" y="5368000"/>
                <a:ext cx="662814" cy="641082"/>
              </a:xfrm>
              <a:prstGeom prst="rect">
                <a:avLst/>
              </a:prstGeom>
            </p:spPr>
          </p:pic>
          <p:sp>
            <p:nvSpPr>
              <p:cNvPr id="26" name="文本框 25">
                <a:extLst>
                  <a:ext uri="{FF2B5EF4-FFF2-40B4-BE49-F238E27FC236}">
                    <a16:creationId xmlns:a16="http://schemas.microsoft.com/office/drawing/2014/main" id="{68E9BE24-5234-4436-839C-0CC65C932068}"/>
                  </a:ext>
                </a:extLst>
              </p:cNvPr>
              <p:cNvSpPr txBox="1"/>
              <p:nvPr/>
            </p:nvSpPr>
            <p:spPr>
              <a:xfrm>
                <a:off x="700096" y="6009082"/>
                <a:ext cx="905164" cy="369332"/>
              </a:xfrm>
              <a:prstGeom prst="rect">
                <a:avLst/>
              </a:prstGeom>
              <a:noFill/>
            </p:spPr>
            <p:txBody>
              <a:bodyPr wrap="square" rtlCol="0">
                <a:spAutoFit/>
              </a:bodyPr>
              <a:lstStyle/>
              <a:p>
                <a:r>
                  <a:rPr lang="zh-CN" altLang="en-US" b="1" dirty="0">
                    <a:latin typeface="+mn-ea"/>
                  </a:rPr>
                  <a:t>发送方</a:t>
                </a:r>
              </a:p>
            </p:txBody>
          </p:sp>
        </p:grpSp>
        <p:grpSp>
          <p:nvGrpSpPr>
            <p:cNvPr id="21" name="组合 20">
              <a:extLst>
                <a:ext uri="{FF2B5EF4-FFF2-40B4-BE49-F238E27FC236}">
                  <a16:creationId xmlns:a16="http://schemas.microsoft.com/office/drawing/2014/main" id="{50E1DF35-9236-4BB6-BAC4-1AE805165946}"/>
                </a:ext>
              </a:extLst>
            </p:cNvPr>
            <p:cNvGrpSpPr/>
            <p:nvPr/>
          </p:nvGrpSpPr>
          <p:grpSpPr>
            <a:xfrm>
              <a:off x="878301" y="1263518"/>
              <a:ext cx="905164" cy="1027908"/>
              <a:chOff x="878301" y="1390382"/>
              <a:chExt cx="905164" cy="1027908"/>
            </a:xfrm>
          </p:grpSpPr>
          <p:pic>
            <p:nvPicPr>
              <p:cNvPr id="23" name="图形 22">
                <a:extLst>
                  <a:ext uri="{FF2B5EF4-FFF2-40B4-BE49-F238E27FC236}">
                    <a16:creationId xmlns:a16="http://schemas.microsoft.com/office/drawing/2014/main" id="{E155E3ED-8C2A-42C4-BFBF-393051944136}"/>
                  </a:ext>
                </a:extLst>
              </p:cNvPr>
              <p:cNvPicPr>
                <a:picLocks noChangeAspect="1"/>
              </p:cNvPicPr>
              <p:nvPr/>
            </p:nvPicPr>
            <p:blipFill>
              <a:blip r:embed="rId7">
                <a:extLst>
                  <a:ext uri="{28A0092B-C50C-407E-A947-70E740481C1C}">
                    <a14:useLocalDpi xmlns:a14="http://schemas.microsoft.com/office/drawing/2010/main" val="0"/>
                  </a:ext>
                  <a:ext uri="{96DAC541-7B7A-43D3-8B79-37D633B846F1}">
                    <asvg:svgBlip xmlns:asvg="http://schemas.microsoft.com/office/drawing/2016/SVG/main" r:embed="rId8"/>
                  </a:ext>
                </a:extLst>
              </a:blip>
              <a:stretch>
                <a:fillRect/>
              </a:stretch>
            </p:blipFill>
            <p:spPr>
              <a:xfrm>
                <a:off x="984826" y="1759714"/>
                <a:ext cx="501772" cy="658576"/>
              </a:xfrm>
              <a:prstGeom prst="rect">
                <a:avLst/>
              </a:prstGeom>
            </p:spPr>
          </p:pic>
          <p:sp>
            <p:nvSpPr>
              <p:cNvPr id="24" name="文本框 23">
                <a:extLst>
                  <a:ext uri="{FF2B5EF4-FFF2-40B4-BE49-F238E27FC236}">
                    <a16:creationId xmlns:a16="http://schemas.microsoft.com/office/drawing/2014/main" id="{818AC20B-3072-437F-B302-67397F49105B}"/>
                  </a:ext>
                </a:extLst>
              </p:cNvPr>
              <p:cNvSpPr txBox="1"/>
              <p:nvPr/>
            </p:nvSpPr>
            <p:spPr>
              <a:xfrm>
                <a:off x="878301" y="1390382"/>
                <a:ext cx="905164" cy="369332"/>
              </a:xfrm>
              <a:prstGeom prst="rect">
                <a:avLst/>
              </a:prstGeom>
              <a:noFill/>
            </p:spPr>
            <p:txBody>
              <a:bodyPr wrap="square" rtlCol="0">
                <a:spAutoFit/>
              </a:bodyPr>
              <a:lstStyle/>
              <a:p>
                <a:r>
                  <a:rPr lang="zh-CN" altLang="en-US" b="1" dirty="0">
                    <a:latin typeface="+mn-ea"/>
                  </a:rPr>
                  <a:t>接收方</a:t>
                </a:r>
              </a:p>
            </p:txBody>
          </p:sp>
        </p:grpSp>
        <p:sp>
          <p:nvSpPr>
            <p:cNvPr id="22" name="云形 21">
              <a:extLst>
                <a:ext uri="{FF2B5EF4-FFF2-40B4-BE49-F238E27FC236}">
                  <a16:creationId xmlns:a16="http://schemas.microsoft.com/office/drawing/2014/main" id="{97C64CE5-C9EB-4960-87FB-62108C97374D}"/>
                </a:ext>
              </a:extLst>
            </p:cNvPr>
            <p:cNvSpPr/>
            <p:nvPr/>
          </p:nvSpPr>
          <p:spPr>
            <a:xfrm>
              <a:off x="475097" y="3429014"/>
              <a:ext cx="1355161" cy="801398"/>
            </a:xfrm>
            <a:prstGeom prst="cloud">
              <a:avLst/>
            </a:prstGeom>
            <a:solidFill>
              <a:schemeClr val="bg1">
                <a:lumMod val="85000"/>
              </a:schemeClr>
            </a:solidFill>
            <a:ln>
              <a:solidFill>
                <a:schemeClr val="bg1">
                  <a:lumMod val="85000"/>
                </a:schemeClr>
              </a:solidFill>
            </a:ln>
          </p:spPr>
          <p:style>
            <a:lnRef idx="2">
              <a:schemeClr val="accent3">
                <a:shade val="50000"/>
              </a:schemeClr>
            </a:lnRef>
            <a:fillRef idx="1">
              <a:schemeClr val="accent3"/>
            </a:fillRef>
            <a:effectRef idx="0">
              <a:schemeClr val="accent3"/>
            </a:effectRef>
            <a:fontRef idx="minor">
              <a:schemeClr val="lt1"/>
            </a:fontRef>
          </p:style>
          <p:txBody>
            <a:bodyPr rtlCol="0" anchor="ctr"/>
            <a:lstStyle/>
            <a:p>
              <a:pPr algn="ctr"/>
              <a:r>
                <a:rPr lang="zh-CN" altLang="en-US" b="1" dirty="0">
                  <a:solidFill>
                    <a:schemeClr val="tx1"/>
                  </a:solidFill>
                  <a:latin typeface="+mn-ea"/>
                </a:rPr>
                <a:t>因特网</a:t>
              </a:r>
            </a:p>
          </p:txBody>
        </p:sp>
      </p:grpSp>
      <mc:AlternateContent xmlns:mc="http://schemas.openxmlformats.org/markup-compatibility/2006" xmlns:a14="http://schemas.microsoft.com/office/drawing/2010/main">
        <mc:Choice Requires="a14">
          <p:sp>
            <p:nvSpPr>
              <p:cNvPr id="28" name="íşlïḍè">
                <a:extLst>
                  <a:ext uri="{FF2B5EF4-FFF2-40B4-BE49-F238E27FC236}">
                    <a16:creationId xmlns:a16="http://schemas.microsoft.com/office/drawing/2014/main" id="{8898676C-F981-4D74-B324-A859D1387610}"/>
                  </a:ext>
                </a:extLst>
              </p:cNvPr>
              <p:cNvSpPr txBox="1"/>
              <p:nvPr/>
            </p:nvSpPr>
            <p:spPr>
              <a:xfrm>
                <a:off x="2993250" y="3266194"/>
                <a:ext cx="6657288" cy="311297"/>
              </a:xfrm>
              <a:prstGeom prst="rect">
                <a:avLst/>
              </a:prstGeom>
              <a:noFill/>
            </p:spPr>
            <p:txBody>
              <a:bodyPr wrap="square" lIns="91440" tIns="45720" rIns="91440" bIns="45720" anchor="ctr">
                <a:noAutofit/>
              </a:bodyPr>
              <a:lstStyle/>
              <a:p>
                <a:r>
                  <a:rPr lang="zh-CN" altLang="en-US" b="1" dirty="0"/>
                  <a:t>本例假设采用</a:t>
                </a:r>
                <a14:m>
                  <m:oMath xmlns:m="http://schemas.openxmlformats.org/officeDocument/2006/math">
                    <m:r>
                      <a:rPr lang="en-US" altLang="zh-CN" b="1" i="1" dirty="0" smtClean="0">
                        <a:latin typeface="Cambria Math" panose="02040503050406030204" pitchFamily="18" charset="0"/>
                      </a:rPr>
                      <m:t>𝟑</m:t>
                    </m:r>
                  </m:oMath>
                </a14:m>
                <a:r>
                  <a:rPr lang="zh-CN" altLang="en-US" b="1" dirty="0"/>
                  <a:t>个比特给分组编序号，则序号范围是</a:t>
                </a:r>
                <a14:m>
                  <m:oMath xmlns:m="http://schemas.openxmlformats.org/officeDocument/2006/math">
                    <m:r>
                      <a:rPr lang="en-US" altLang="zh-CN" b="1" i="0" smtClean="0">
                        <a:latin typeface="Cambria Math" panose="02040503050406030204" pitchFamily="18" charset="0"/>
                        <a:ea typeface="Cambria Math" panose="02040503050406030204" pitchFamily="18" charset="0"/>
                      </a:rPr>
                      <m:t>𝟎</m:t>
                    </m:r>
                    <m:r>
                      <a:rPr lang="en-US" altLang="zh-CN" b="1" i="1" smtClean="0">
                        <a:latin typeface="Cambria Math" panose="02040503050406030204" pitchFamily="18" charset="0"/>
                        <a:ea typeface="Cambria Math" panose="02040503050406030204" pitchFamily="18" charset="0"/>
                      </a:rPr>
                      <m:t>~</m:t>
                    </m:r>
                    <m:sSup>
                      <m:sSupPr>
                        <m:ctrlPr>
                          <a:rPr lang="en-US" altLang="zh-CN" b="1" i="1" smtClean="0">
                            <a:latin typeface="Cambria Math" panose="02040503050406030204" pitchFamily="18" charset="0"/>
                            <a:ea typeface="Cambria Math" panose="02040503050406030204" pitchFamily="18" charset="0"/>
                          </a:rPr>
                        </m:ctrlPr>
                      </m:sSupPr>
                      <m:e>
                        <m:r>
                          <a:rPr lang="en-US" altLang="zh-CN" b="1" i="1" smtClean="0">
                            <a:latin typeface="Cambria Math" panose="02040503050406030204" pitchFamily="18" charset="0"/>
                            <a:ea typeface="Cambria Math" panose="02040503050406030204" pitchFamily="18" charset="0"/>
                          </a:rPr>
                          <m:t>(</m:t>
                        </m:r>
                        <m:r>
                          <a:rPr lang="en-US" altLang="zh-CN" b="1" i="1" smtClean="0">
                            <a:latin typeface="Cambria Math" panose="02040503050406030204" pitchFamily="18" charset="0"/>
                            <a:ea typeface="Cambria Math" panose="02040503050406030204" pitchFamily="18" charset="0"/>
                          </a:rPr>
                          <m:t>𝟐</m:t>
                        </m:r>
                      </m:e>
                      <m:sup>
                        <m:r>
                          <a:rPr lang="en-US" altLang="zh-CN" b="1" i="1" smtClean="0">
                            <a:latin typeface="Cambria Math" panose="02040503050406030204" pitchFamily="18" charset="0"/>
                            <a:ea typeface="Cambria Math" panose="02040503050406030204" pitchFamily="18" charset="0"/>
                          </a:rPr>
                          <m:t>𝟑</m:t>
                        </m:r>
                      </m:sup>
                    </m:sSup>
                    <m:r>
                      <a:rPr lang="en-US" altLang="zh-CN" b="1" i="1" smtClean="0">
                        <a:latin typeface="Cambria Math" panose="02040503050406030204" pitchFamily="18" charset="0"/>
                        <a:ea typeface="Cambria Math" panose="02040503050406030204" pitchFamily="18" charset="0"/>
                      </a:rPr>
                      <m:t>−</m:t>
                    </m:r>
                    <m:r>
                      <a:rPr lang="en-US" altLang="zh-CN" b="1" i="1" smtClean="0">
                        <a:latin typeface="Cambria Math" panose="02040503050406030204" pitchFamily="18" charset="0"/>
                        <a:ea typeface="Cambria Math" panose="02040503050406030204" pitchFamily="18" charset="0"/>
                      </a:rPr>
                      <m:t>𝟏</m:t>
                    </m:r>
                    <m:r>
                      <a:rPr lang="en-US" altLang="zh-CN" b="1" i="1" smtClean="0">
                        <a:latin typeface="Cambria Math" panose="02040503050406030204" pitchFamily="18" charset="0"/>
                        <a:ea typeface="Cambria Math" panose="02040503050406030204" pitchFamily="18" charset="0"/>
                      </a:rPr>
                      <m:t>)。</m:t>
                    </m:r>
                  </m:oMath>
                </a14:m>
                <a:endParaRPr lang="en-US" altLang="zh-CN" b="1" dirty="0"/>
              </a:p>
            </p:txBody>
          </p:sp>
        </mc:Choice>
        <mc:Fallback xmlns="">
          <p:sp>
            <p:nvSpPr>
              <p:cNvPr id="28" name="íşlïḍè">
                <a:extLst>
                  <a:ext uri="{FF2B5EF4-FFF2-40B4-BE49-F238E27FC236}">
                    <a16:creationId xmlns:a16="http://schemas.microsoft.com/office/drawing/2014/main" id="{8898676C-F981-4D74-B324-A859D1387610}"/>
                  </a:ext>
                </a:extLst>
              </p:cNvPr>
              <p:cNvSpPr txBox="1">
                <a:spLocks noRot="1" noChangeAspect="1" noMove="1" noResize="1" noEditPoints="1" noAdjustHandles="1" noChangeArrowheads="1" noChangeShapeType="1" noTextEdit="1"/>
              </p:cNvSpPr>
              <p:nvPr/>
            </p:nvSpPr>
            <p:spPr>
              <a:xfrm>
                <a:off x="2993250" y="3266194"/>
                <a:ext cx="6657288" cy="311297"/>
              </a:xfrm>
              <a:prstGeom prst="rect">
                <a:avLst/>
              </a:prstGeom>
              <a:blipFill>
                <a:blip r:embed="rId9"/>
                <a:stretch>
                  <a:fillRect l="-733" t="-19608" b="-41176"/>
                </a:stretch>
              </a:blipFill>
            </p:spPr>
            <p:txBody>
              <a:bodyPr/>
              <a:lstStyle/>
              <a:p>
                <a:r>
                  <a:rPr lang="zh-CN" altLang="en-US">
                    <a:noFill/>
                  </a:rPr>
                  <a:t> </a:t>
                </a:r>
              </a:p>
            </p:txBody>
          </p:sp>
        </mc:Fallback>
      </mc:AlternateContent>
      <p:graphicFrame>
        <p:nvGraphicFramePr>
          <p:cNvPr id="29" name="表格 21">
            <a:extLst>
              <a:ext uri="{FF2B5EF4-FFF2-40B4-BE49-F238E27FC236}">
                <a16:creationId xmlns:a16="http://schemas.microsoft.com/office/drawing/2014/main" id="{44D0CDFF-8B53-4BB1-835E-1192E30CC2FA}"/>
              </a:ext>
            </a:extLst>
          </p:cNvPr>
          <p:cNvGraphicFramePr>
            <a:graphicFrameLocks noGrp="1"/>
          </p:cNvGraphicFramePr>
          <p:nvPr/>
        </p:nvGraphicFramePr>
        <p:xfrm>
          <a:off x="2302929" y="5557308"/>
          <a:ext cx="9067800" cy="370840"/>
        </p:xfrm>
        <a:graphic>
          <a:graphicData uri="http://schemas.openxmlformats.org/drawingml/2006/table">
            <a:tbl>
              <a:tblPr firstRow="1" bandRow="1">
                <a:tableStyleId>{5C22544A-7EE6-4342-B048-85BDC9FD1C3A}</a:tableStyleId>
              </a:tblPr>
              <a:tblGrid>
                <a:gridCol w="755650">
                  <a:extLst>
                    <a:ext uri="{9D8B030D-6E8A-4147-A177-3AD203B41FA5}">
                      <a16:colId xmlns:a16="http://schemas.microsoft.com/office/drawing/2014/main" val="877486509"/>
                    </a:ext>
                  </a:extLst>
                </a:gridCol>
                <a:gridCol w="755650">
                  <a:extLst>
                    <a:ext uri="{9D8B030D-6E8A-4147-A177-3AD203B41FA5}">
                      <a16:colId xmlns:a16="http://schemas.microsoft.com/office/drawing/2014/main" val="3548605817"/>
                    </a:ext>
                  </a:extLst>
                </a:gridCol>
                <a:gridCol w="755650">
                  <a:extLst>
                    <a:ext uri="{9D8B030D-6E8A-4147-A177-3AD203B41FA5}">
                      <a16:colId xmlns:a16="http://schemas.microsoft.com/office/drawing/2014/main" val="2881812895"/>
                    </a:ext>
                  </a:extLst>
                </a:gridCol>
                <a:gridCol w="755650">
                  <a:extLst>
                    <a:ext uri="{9D8B030D-6E8A-4147-A177-3AD203B41FA5}">
                      <a16:colId xmlns:a16="http://schemas.microsoft.com/office/drawing/2014/main" val="3682284582"/>
                    </a:ext>
                  </a:extLst>
                </a:gridCol>
                <a:gridCol w="755650">
                  <a:extLst>
                    <a:ext uri="{9D8B030D-6E8A-4147-A177-3AD203B41FA5}">
                      <a16:colId xmlns:a16="http://schemas.microsoft.com/office/drawing/2014/main" val="500127722"/>
                    </a:ext>
                  </a:extLst>
                </a:gridCol>
                <a:gridCol w="755650">
                  <a:extLst>
                    <a:ext uri="{9D8B030D-6E8A-4147-A177-3AD203B41FA5}">
                      <a16:colId xmlns:a16="http://schemas.microsoft.com/office/drawing/2014/main" val="2946259618"/>
                    </a:ext>
                  </a:extLst>
                </a:gridCol>
                <a:gridCol w="755650">
                  <a:extLst>
                    <a:ext uri="{9D8B030D-6E8A-4147-A177-3AD203B41FA5}">
                      <a16:colId xmlns:a16="http://schemas.microsoft.com/office/drawing/2014/main" val="171501986"/>
                    </a:ext>
                  </a:extLst>
                </a:gridCol>
                <a:gridCol w="755650">
                  <a:extLst>
                    <a:ext uri="{9D8B030D-6E8A-4147-A177-3AD203B41FA5}">
                      <a16:colId xmlns:a16="http://schemas.microsoft.com/office/drawing/2014/main" val="1667185265"/>
                    </a:ext>
                  </a:extLst>
                </a:gridCol>
                <a:gridCol w="755650">
                  <a:extLst>
                    <a:ext uri="{9D8B030D-6E8A-4147-A177-3AD203B41FA5}">
                      <a16:colId xmlns:a16="http://schemas.microsoft.com/office/drawing/2014/main" val="4258211808"/>
                    </a:ext>
                  </a:extLst>
                </a:gridCol>
                <a:gridCol w="755650">
                  <a:extLst>
                    <a:ext uri="{9D8B030D-6E8A-4147-A177-3AD203B41FA5}">
                      <a16:colId xmlns:a16="http://schemas.microsoft.com/office/drawing/2014/main" val="1794200575"/>
                    </a:ext>
                  </a:extLst>
                </a:gridCol>
                <a:gridCol w="755650">
                  <a:extLst>
                    <a:ext uri="{9D8B030D-6E8A-4147-A177-3AD203B41FA5}">
                      <a16:colId xmlns:a16="http://schemas.microsoft.com/office/drawing/2014/main" val="4230716487"/>
                    </a:ext>
                  </a:extLst>
                </a:gridCol>
                <a:gridCol w="755650">
                  <a:extLst>
                    <a:ext uri="{9D8B030D-6E8A-4147-A177-3AD203B41FA5}">
                      <a16:colId xmlns:a16="http://schemas.microsoft.com/office/drawing/2014/main" val="56153739"/>
                    </a:ext>
                  </a:extLst>
                </a:gridCol>
              </a:tblGrid>
              <a:tr h="370840">
                <a:tc>
                  <a:txBody>
                    <a:bodyPr/>
                    <a:lstStyle/>
                    <a:p>
                      <a:pPr algn="ctr"/>
                      <a:r>
                        <a:rPr lang="en-US" altLang="zh-CN" dirty="0">
                          <a:solidFill>
                            <a:schemeClr val="tx1"/>
                          </a:solidFill>
                          <a:latin typeface="Arial Black" panose="020B0A04020102020204" pitchFamily="34" charset="0"/>
                        </a:rPr>
                        <a:t>0</a:t>
                      </a:r>
                      <a:endParaRPr lang="zh-CN" altLang="en-US" dirty="0">
                        <a:solidFill>
                          <a:schemeClr val="tx1"/>
                        </a:solidFill>
                        <a:latin typeface="Arial Black" panose="020B0A04020102020204" pitchFamily="34" charset="0"/>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ctr"/>
                      <a:r>
                        <a:rPr lang="en-US" altLang="zh-CN" dirty="0">
                          <a:solidFill>
                            <a:schemeClr val="tx1"/>
                          </a:solidFill>
                          <a:latin typeface="Arial Black" panose="020B0A04020102020204" pitchFamily="34" charset="0"/>
                        </a:rPr>
                        <a:t>1</a:t>
                      </a:r>
                      <a:endParaRPr lang="zh-CN" altLang="en-US" dirty="0">
                        <a:solidFill>
                          <a:schemeClr val="tx1"/>
                        </a:solidFill>
                        <a:latin typeface="Arial Black" panose="020B0A04020102020204" pitchFamily="34" charset="0"/>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ctr"/>
                      <a:r>
                        <a:rPr lang="en-US" altLang="zh-CN" dirty="0">
                          <a:solidFill>
                            <a:schemeClr val="tx1"/>
                          </a:solidFill>
                          <a:latin typeface="Arial Black" panose="020B0A04020102020204" pitchFamily="34" charset="0"/>
                        </a:rPr>
                        <a:t>2</a:t>
                      </a:r>
                      <a:endParaRPr lang="zh-CN" altLang="en-US" dirty="0">
                        <a:solidFill>
                          <a:schemeClr val="tx1"/>
                        </a:solidFill>
                        <a:latin typeface="Arial Black" panose="020B0A04020102020204" pitchFamily="34" charset="0"/>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ctr"/>
                      <a:r>
                        <a:rPr lang="en-US" altLang="zh-CN" dirty="0">
                          <a:solidFill>
                            <a:schemeClr val="tx1"/>
                          </a:solidFill>
                          <a:latin typeface="Arial Black" panose="020B0A04020102020204" pitchFamily="34" charset="0"/>
                        </a:rPr>
                        <a:t>3</a:t>
                      </a:r>
                      <a:endParaRPr lang="zh-CN" altLang="en-US" dirty="0">
                        <a:solidFill>
                          <a:schemeClr val="tx1"/>
                        </a:solidFill>
                        <a:latin typeface="Arial Black" panose="020B0A04020102020204" pitchFamily="34" charset="0"/>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ctr"/>
                      <a:r>
                        <a:rPr lang="en-US" altLang="zh-CN" dirty="0">
                          <a:solidFill>
                            <a:schemeClr val="tx1"/>
                          </a:solidFill>
                          <a:latin typeface="Arial Black" panose="020B0A04020102020204" pitchFamily="34" charset="0"/>
                        </a:rPr>
                        <a:t>4</a:t>
                      </a:r>
                      <a:endParaRPr lang="zh-CN" altLang="en-US" dirty="0">
                        <a:solidFill>
                          <a:schemeClr val="tx1"/>
                        </a:solidFill>
                        <a:latin typeface="Arial Black" panose="020B0A04020102020204" pitchFamily="34" charset="0"/>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ctr"/>
                      <a:r>
                        <a:rPr lang="en-US" altLang="zh-CN" dirty="0">
                          <a:solidFill>
                            <a:schemeClr val="tx1"/>
                          </a:solidFill>
                          <a:latin typeface="Arial Black" panose="020B0A04020102020204" pitchFamily="34" charset="0"/>
                        </a:rPr>
                        <a:t>5</a:t>
                      </a:r>
                      <a:endParaRPr lang="zh-CN" altLang="en-US" dirty="0">
                        <a:solidFill>
                          <a:schemeClr val="tx1"/>
                        </a:solidFill>
                        <a:latin typeface="Arial Black" panose="020B0A04020102020204" pitchFamily="34" charset="0"/>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ctr"/>
                      <a:r>
                        <a:rPr lang="en-US" altLang="zh-CN" dirty="0">
                          <a:solidFill>
                            <a:schemeClr val="tx1"/>
                          </a:solidFill>
                          <a:latin typeface="Arial Black" panose="020B0A04020102020204" pitchFamily="34" charset="0"/>
                        </a:rPr>
                        <a:t>6</a:t>
                      </a:r>
                      <a:endParaRPr lang="zh-CN" altLang="en-US" dirty="0">
                        <a:solidFill>
                          <a:schemeClr val="tx1"/>
                        </a:solidFill>
                        <a:latin typeface="Arial Black" panose="020B0A04020102020204" pitchFamily="34" charset="0"/>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ctr"/>
                      <a:r>
                        <a:rPr lang="en-US" altLang="zh-CN" dirty="0">
                          <a:solidFill>
                            <a:schemeClr val="tx1"/>
                          </a:solidFill>
                          <a:latin typeface="Arial Black" panose="020B0A04020102020204" pitchFamily="34" charset="0"/>
                        </a:rPr>
                        <a:t>7</a:t>
                      </a:r>
                      <a:endParaRPr lang="zh-CN" altLang="en-US" dirty="0">
                        <a:solidFill>
                          <a:schemeClr val="tx1"/>
                        </a:solidFill>
                        <a:latin typeface="Arial Black" panose="020B0A04020102020204" pitchFamily="34" charset="0"/>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ctr"/>
                      <a:r>
                        <a:rPr lang="en-US" altLang="zh-CN" dirty="0">
                          <a:solidFill>
                            <a:schemeClr val="tx1"/>
                          </a:solidFill>
                          <a:latin typeface="Arial Black" panose="020B0A04020102020204" pitchFamily="34" charset="0"/>
                        </a:rPr>
                        <a:t>0</a:t>
                      </a:r>
                      <a:endParaRPr lang="zh-CN" altLang="en-US" dirty="0">
                        <a:solidFill>
                          <a:schemeClr val="tx1"/>
                        </a:solidFill>
                        <a:latin typeface="Arial Black" panose="020B0A04020102020204" pitchFamily="34" charset="0"/>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ctr"/>
                      <a:r>
                        <a:rPr lang="en-US" altLang="zh-CN" dirty="0">
                          <a:solidFill>
                            <a:schemeClr val="tx1"/>
                          </a:solidFill>
                          <a:latin typeface="Arial Black" panose="020B0A04020102020204" pitchFamily="34" charset="0"/>
                        </a:rPr>
                        <a:t>1</a:t>
                      </a:r>
                      <a:endParaRPr lang="zh-CN" altLang="en-US" dirty="0">
                        <a:solidFill>
                          <a:schemeClr val="tx1"/>
                        </a:solidFill>
                        <a:latin typeface="Arial Black" panose="020B0A04020102020204" pitchFamily="34" charset="0"/>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ctr"/>
                      <a:r>
                        <a:rPr lang="en-US" altLang="zh-CN" dirty="0">
                          <a:solidFill>
                            <a:schemeClr val="tx1"/>
                          </a:solidFill>
                          <a:latin typeface="Arial Black" panose="020B0A04020102020204" pitchFamily="34" charset="0"/>
                        </a:rPr>
                        <a:t>2</a:t>
                      </a:r>
                      <a:endParaRPr lang="zh-CN" altLang="en-US" dirty="0">
                        <a:solidFill>
                          <a:schemeClr val="tx1"/>
                        </a:solidFill>
                        <a:latin typeface="Arial Black" panose="020B0A04020102020204" pitchFamily="34" charset="0"/>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ctr"/>
                      <a:r>
                        <a:rPr lang="en-US" altLang="zh-CN" dirty="0">
                          <a:solidFill>
                            <a:schemeClr val="tx1"/>
                          </a:solidFill>
                          <a:latin typeface="Arial Black" panose="020B0A04020102020204" pitchFamily="34" charset="0"/>
                        </a:rPr>
                        <a:t>…</a:t>
                      </a:r>
                      <a:endParaRPr lang="zh-CN" altLang="en-US" dirty="0">
                        <a:solidFill>
                          <a:schemeClr val="tx1"/>
                        </a:solidFill>
                        <a:latin typeface="Arial Black" panose="020B0A04020102020204" pitchFamily="34" charset="0"/>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extLst>
                  <a:ext uri="{0D108BD9-81ED-4DB2-BD59-A6C34878D82A}">
                    <a16:rowId xmlns:a16="http://schemas.microsoft.com/office/drawing/2014/main" val="316235763"/>
                  </a:ext>
                </a:extLst>
              </a:tr>
            </a:tbl>
          </a:graphicData>
        </a:graphic>
      </p:graphicFrame>
      <p:graphicFrame>
        <p:nvGraphicFramePr>
          <p:cNvPr id="30" name="表格 21">
            <a:extLst>
              <a:ext uri="{FF2B5EF4-FFF2-40B4-BE49-F238E27FC236}">
                <a16:creationId xmlns:a16="http://schemas.microsoft.com/office/drawing/2014/main" id="{849D252C-900C-44C3-9C3B-0A66CC10F5E3}"/>
              </a:ext>
            </a:extLst>
          </p:cNvPr>
          <p:cNvGraphicFramePr>
            <a:graphicFrameLocks noGrp="1"/>
          </p:cNvGraphicFramePr>
          <p:nvPr/>
        </p:nvGraphicFramePr>
        <p:xfrm>
          <a:off x="2302929" y="1827576"/>
          <a:ext cx="9067800" cy="370840"/>
        </p:xfrm>
        <a:graphic>
          <a:graphicData uri="http://schemas.openxmlformats.org/drawingml/2006/table">
            <a:tbl>
              <a:tblPr firstRow="1" bandRow="1">
                <a:tableStyleId>{5C22544A-7EE6-4342-B048-85BDC9FD1C3A}</a:tableStyleId>
              </a:tblPr>
              <a:tblGrid>
                <a:gridCol w="755650">
                  <a:extLst>
                    <a:ext uri="{9D8B030D-6E8A-4147-A177-3AD203B41FA5}">
                      <a16:colId xmlns:a16="http://schemas.microsoft.com/office/drawing/2014/main" val="877486509"/>
                    </a:ext>
                  </a:extLst>
                </a:gridCol>
                <a:gridCol w="755650">
                  <a:extLst>
                    <a:ext uri="{9D8B030D-6E8A-4147-A177-3AD203B41FA5}">
                      <a16:colId xmlns:a16="http://schemas.microsoft.com/office/drawing/2014/main" val="3548605817"/>
                    </a:ext>
                  </a:extLst>
                </a:gridCol>
                <a:gridCol w="755650">
                  <a:extLst>
                    <a:ext uri="{9D8B030D-6E8A-4147-A177-3AD203B41FA5}">
                      <a16:colId xmlns:a16="http://schemas.microsoft.com/office/drawing/2014/main" val="2881812895"/>
                    </a:ext>
                  </a:extLst>
                </a:gridCol>
                <a:gridCol w="755650">
                  <a:extLst>
                    <a:ext uri="{9D8B030D-6E8A-4147-A177-3AD203B41FA5}">
                      <a16:colId xmlns:a16="http://schemas.microsoft.com/office/drawing/2014/main" val="3682284582"/>
                    </a:ext>
                  </a:extLst>
                </a:gridCol>
                <a:gridCol w="755650">
                  <a:extLst>
                    <a:ext uri="{9D8B030D-6E8A-4147-A177-3AD203B41FA5}">
                      <a16:colId xmlns:a16="http://schemas.microsoft.com/office/drawing/2014/main" val="500127722"/>
                    </a:ext>
                  </a:extLst>
                </a:gridCol>
                <a:gridCol w="755650">
                  <a:extLst>
                    <a:ext uri="{9D8B030D-6E8A-4147-A177-3AD203B41FA5}">
                      <a16:colId xmlns:a16="http://schemas.microsoft.com/office/drawing/2014/main" val="2946259618"/>
                    </a:ext>
                  </a:extLst>
                </a:gridCol>
                <a:gridCol w="755650">
                  <a:extLst>
                    <a:ext uri="{9D8B030D-6E8A-4147-A177-3AD203B41FA5}">
                      <a16:colId xmlns:a16="http://schemas.microsoft.com/office/drawing/2014/main" val="171501986"/>
                    </a:ext>
                  </a:extLst>
                </a:gridCol>
                <a:gridCol w="755650">
                  <a:extLst>
                    <a:ext uri="{9D8B030D-6E8A-4147-A177-3AD203B41FA5}">
                      <a16:colId xmlns:a16="http://schemas.microsoft.com/office/drawing/2014/main" val="1667185265"/>
                    </a:ext>
                  </a:extLst>
                </a:gridCol>
                <a:gridCol w="755650">
                  <a:extLst>
                    <a:ext uri="{9D8B030D-6E8A-4147-A177-3AD203B41FA5}">
                      <a16:colId xmlns:a16="http://schemas.microsoft.com/office/drawing/2014/main" val="4258211808"/>
                    </a:ext>
                  </a:extLst>
                </a:gridCol>
                <a:gridCol w="755650">
                  <a:extLst>
                    <a:ext uri="{9D8B030D-6E8A-4147-A177-3AD203B41FA5}">
                      <a16:colId xmlns:a16="http://schemas.microsoft.com/office/drawing/2014/main" val="1794200575"/>
                    </a:ext>
                  </a:extLst>
                </a:gridCol>
                <a:gridCol w="755650">
                  <a:extLst>
                    <a:ext uri="{9D8B030D-6E8A-4147-A177-3AD203B41FA5}">
                      <a16:colId xmlns:a16="http://schemas.microsoft.com/office/drawing/2014/main" val="4230716487"/>
                    </a:ext>
                  </a:extLst>
                </a:gridCol>
                <a:gridCol w="755650">
                  <a:extLst>
                    <a:ext uri="{9D8B030D-6E8A-4147-A177-3AD203B41FA5}">
                      <a16:colId xmlns:a16="http://schemas.microsoft.com/office/drawing/2014/main" val="56153739"/>
                    </a:ext>
                  </a:extLst>
                </a:gridCol>
              </a:tblGrid>
              <a:tr h="370840">
                <a:tc>
                  <a:txBody>
                    <a:bodyPr/>
                    <a:lstStyle/>
                    <a:p>
                      <a:pPr algn="ctr"/>
                      <a:r>
                        <a:rPr lang="en-US" altLang="zh-CN" dirty="0">
                          <a:solidFill>
                            <a:schemeClr val="tx1"/>
                          </a:solidFill>
                          <a:latin typeface="Arial Black" panose="020B0A04020102020204" pitchFamily="34" charset="0"/>
                        </a:rPr>
                        <a:t>0</a:t>
                      </a:r>
                      <a:endParaRPr lang="zh-CN" altLang="en-US" dirty="0">
                        <a:solidFill>
                          <a:schemeClr val="tx1"/>
                        </a:solidFill>
                        <a:latin typeface="Arial Black" panose="020B0A04020102020204" pitchFamily="34" charset="0"/>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ctr"/>
                      <a:r>
                        <a:rPr lang="en-US" altLang="zh-CN" dirty="0">
                          <a:solidFill>
                            <a:schemeClr val="tx1"/>
                          </a:solidFill>
                          <a:latin typeface="Arial Black" panose="020B0A04020102020204" pitchFamily="34" charset="0"/>
                        </a:rPr>
                        <a:t>1</a:t>
                      </a:r>
                      <a:endParaRPr lang="zh-CN" altLang="en-US" dirty="0">
                        <a:solidFill>
                          <a:schemeClr val="tx1"/>
                        </a:solidFill>
                        <a:latin typeface="Arial Black" panose="020B0A04020102020204" pitchFamily="34" charset="0"/>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ctr"/>
                      <a:r>
                        <a:rPr lang="en-US" altLang="zh-CN" dirty="0">
                          <a:solidFill>
                            <a:schemeClr val="tx1"/>
                          </a:solidFill>
                          <a:latin typeface="Arial Black" panose="020B0A04020102020204" pitchFamily="34" charset="0"/>
                        </a:rPr>
                        <a:t>2</a:t>
                      </a:r>
                      <a:endParaRPr lang="zh-CN" altLang="en-US" dirty="0">
                        <a:solidFill>
                          <a:schemeClr val="tx1"/>
                        </a:solidFill>
                        <a:latin typeface="Arial Black" panose="020B0A04020102020204" pitchFamily="34" charset="0"/>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ctr"/>
                      <a:r>
                        <a:rPr lang="en-US" altLang="zh-CN" dirty="0">
                          <a:solidFill>
                            <a:schemeClr val="tx1"/>
                          </a:solidFill>
                          <a:latin typeface="Arial Black" panose="020B0A04020102020204" pitchFamily="34" charset="0"/>
                        </a:rPr>
                        <a:t>3</a:t>
                      </a:r>
                      <a:endParaRPr lang="zh-CN" altLang="en-US" dirty="0">
                        <a:solidFill>
                          <a:schemeClr val="tx1"/>
                        </a:solidFill>
                        <a:latin typeface="Arial Black" panose="020B0A04020102020204" pitchFamily="34" charset="0"/>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ctr"/>
                      <a:r>
                        <a:rPr lang="en-US" altLang="zh-CN" dirty="0">
                          <a:solidFill>
                            <a:schemeClr val="tx1"/>
                          </a:solidFill>
                          <a:latin typeface="Arial Black" panose="020B0A04020102020204" pitchFamily="34" charset="0"/>
                        </a:rPr>
                        <a:t>4</a:t>
                      </a:r>
                      <a:endParaRPr lang="zh-CN" altLang="en-US" dirty="0">
                        <a:solidFill>
                          <a:schemeClr val="tx1"/>
                        </a:solidFill>
                        <a:latin typeface="Arial Black" panose="020B0A04020102020204" pitchFamily="34" charset="0"/>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ctr"/>
                      <a:r>
                        <a:rPr lang="en-US" altLang="zh-CN" dirty="0">
                          <a:solidFill>
                            <a:schemeClr val="tx1"/>
                          </a:solidFill>
                          <a:latin typeface="Arial Black" panose="020B0A04020102020204" pitchFamily="34" charset="0"/>
                        </a:rPr>
                        <a:t>5</a:t>
                      </a:r>
                      <a:endParaRPr lang="zh-CN" altLang="en-US" dirty="0">
                        <a:solidFill>
                          <a:schemeClr val="tx1"/>
                        </a:solidFill>
                        <a:latin typeface="Arial Black" panose="020B0A04020102020204" pitchFamily="34" charset="0"/>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ctr"/>
                      <a:r>
                        <a:rPr lang="en-US" altLang="zh-CN" dirty="0">
                          <a:solidFill>
                            <a:schemeClr val="tx1"/>
                          </a:solidFill>
                          <a:latin typeface="Arial Black" panose="020B0A04020102020204" pitchFamily="34" charset="0"/>
                        </a:rPr>
                        <a:t>6</a:t>
                      </a:r>
                      <a:endParaRPr lang="zh-CN" altLang="en-US" dirty="0">
                        <a:solidFill>
                          <a:schemeClr val="tx1"/>
                        </a:solidFill>
                        <a:latin typeface="Arial Black" panose="020B0A04020102020204" pitchFamily="34" charset="0"/>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ctr"/>
                      <a:r>
                        <a:rPr lang="en-US" altLang="zh-CN" dirty="0">
                          <a:solidFill>
                            <a:schemeClr val="tx1"/>
                          </a:solidFill>
                          <a:latin typeface="Arial Black" panose="020B0A04020102020204" pitchFamily="34" charset="0"/>
                        </a:rPr>
                        <a:t>7</a:t>
                      </a:r>
                      <a:endParaRPr lang="zh-CN" altLang="en-US" dirty="0">
                        <a:solidFill>
                          <a:schemeClr val="tx1"/>
                        </a:solidFill>
                        <a:latin typeface="Arial Black" panose="020B0A04020102020204" pitchFamily="34" charset="0"/>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ctr"/>
                      <a:r>
                        <a:rPr lang="en-US" altLang="zh-CN" dirty="0">
                          <a:solidFill>
                            <a:schemeClr val="tx1"/>
                          </a:solidFill>
                          <a:latin typeface="Arial Black" panose="020B0A04020102020204" pitchFamily="34" charset="0"/>
                        </a:rPr>
                        <a:t>0</a:t>
                      </a:r>
                      <a:endParaRPr lang="zh-CN" altLang="en-US" dirty="0">
                        <a:solidFill>
                          <a:schemeClr val="tx1"/>
                        </a:solidFill>
                        <a:latin typeface="Arial Black" panose="020B0A04020102020204" pitchFamily="34" charset="0"/>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ctr"/>
                      <a:r>
                        <a:rPr lang="en-US" altLang="zh-CN" dirty="0">
                          <a:solidFill>
                            <a:schemeClr val="tx1"/>
                          </a:solidFill>
                          <a:latin typeface="Arial Black" panose="020B0A04020102020204" pitchFamily="34" charset="0"/>
                        </a:rPr>
                        <a:t>1</a:t>
                      </a:r>
                      <a:endParaRPr lang="zh-CN" altLang="en-US" dirty="0">
                        <a:solidFill>
                          <a:schemeClr val="tx1"/>
                        </a:solidFill>
                        <a:latin typeface="Arial Black" panose="020B0A04020102020204" pitchFamily="34" charset="0"/>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ctr"/>
                      <a:r>
                        <a:rPr lang="en-US" altLang="zh-CN" dirty="0">
                          <a:solidFill>
                            <a:schemeClr val="tx1"/>
                          </a:solidFill>
                          <a:latin typeface="Arial Black" panose="020B0A04020102020204" pitchFamily="34" charset="0"/>
                        </a:rPr>
                        <a:t>2</a:t>
                      </a:r>
                      <a:endParaRPr lang="zh-CN" altLang="en-US" dirty="0">
                        <a:solidFill>
                          <a:schemeClr val="tx1"/>
                        </a:solidFill>
                        <a:latin typeface="Arial Black" panose="020B0A04020102020204" pitchFamily="34" charset="0"/>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ctr"/>
                      <a:r>
                        <a:rPr lang="en-US" altLang="zh-CN" dirty="0">
                          <a:solidFill>
                            <a:schemeClr val="tx1"/>
                          </a:solidFill>
                          <a:latin typeface="Arial Black" panose="020B0A04020102020204" pitchFamily="34" charset="0"/>
                        </a:rPr>
                        <a:t>…</a:t>
                      </a:r>
                      <a:endParaRPr lang="zh-CN" altLang="en-US" dirty="0">
                        <a:solidFill>
                          <a:schemeClr val="tx1"/>
                        </a:solidFill>
                        <a:latin typeface="Arial Black" panose="020B0A04020102020204" pitchFamily="34" charset="0"/>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extLst>
                  <a:ext uri="{0D108BD9-81ED-4DB2-BD59-A6C34878D82A}">
                    <a16:rowId xmlns:a16="http://schemas.microsoft.com/office/drawing/2014/main" val="316235763"/>
                  </a:ext>
                </a:extLst>
              </a:tr>
            </a:tbl>
          </a:graphicData>
        </a:graphic>
      </p:graphicFrame>
      <mc:AlternateContent xmlns:mc="http://schemas.openxmlformats.org/markup-compatibility/2006" xmlns:a14="http://schemas.microsoft.com/office/drawing/2010/main">
        <mc:Choice Requires="a14">
          <p:sp>
            <p:nvSpPr>
              <p:cNvPr id="31" name="íşlïḍè">
                <a:extLst>
                  <a:ext uri="{FF2B5EF4-FFF2-40B4-BE49-F238E27FC236}">
                    <a16:creationId xmlns:a16="http://schemas.microsoft.com/office/drawing/2014/main" id="{534EE850-C207-4BCA-A31E-771A47DA9033}"/>
                  </a:ext>
                </a:extLst>
              </p:cNvPr>
              <p:cNvSpPr txBox="1"/>
              <p:nvPr/>
            </p:nvSpPr>
            <p:spPr>
              <a:xfrm>
                <a:off x="2993250" y="3724968"/>
                <a:ext cx="6218660" cy="311297"/>
              </a:xfrm>
              <a:prstGeom prst="rect">
                <a:avLst/>
              </a:prstGeom>
              <a:noFill/>
            </p:spPr>
            <p:txBody>
              <a:bodyPr wrap="square" lIns="91440" tIns="45720" rIns="91440" bIns="45720" anchor="ctr">
                <a:noAutofit/>
              </a:bodyPr>
              <a:lstStyle/>
              <a:p>
                <a:r>
                  <a:rPr lang="zh-CN" altLang="en-US" b="1" dirty="0">
                    <a:solidFill>
                      <a:schemeClr val="accent4"/>
                    </a:solidFill>
                  </a:rPr>
                  <a:t>接收窗口</a:t>
                </a:r>
                <a14:m>
                  <m:oMath xmlns:m="http://schemas.openxmlformats.org/officeDocument/2006/math">
                    <m:sSub>
                      <m:sSubPr>
                        <m:ctrlPr>
                          <a:rPr lang="en-US" altLang="zh-CN" b="1" i="1" smtClean="0">
                            <a:solidFill>
                              <a:schemeClr val="accent4"/>
                            </a:solidFill>
                            <a:latin typeface="Cambria Math" panose="02040503050406030204" pitchFamily="18" charset="0"/>
                          </a:rPr>
                        </m:ctrlPr>
                      </m:sSubPr>
                      <m:e>
                        <m:r>
                          <a:rPr lang="en-US" altLang="zh-CN" b="1" i="1" smtClean="0">
                            <a:solidFill>
                              <a:schemeClr val="accent4"/>
                            </a:solidFill>
                            <a:latin typeface="Cambria Math" panose="02040503050406030204" pitchFamily="18" charset="0"/>
                          </a:rPr>
                          <m:t>𝑾</m:t>
                        </m:r>
                      </m:e>
                      <m:sub>
                        <m:r>
                          <a:rPr lang="en-US" altLang="zh-CN" b="1" i="1" smtClean="0">
                            <a:solidFill>
                              <a:schemeClr val="accent4"/>
                            </a:solidFill>
                            <a:latin typeface="Cambria Math" panose="02040503050406030204" pitchFamily="18" charset="0"/>
                          </a:rPr>
                          <m:t>𝑹</m:t>
                        </m:r>
                      </m:sub>
                    </m:sSub>
                  </m:oMath>
                </a14:m>
                <a:r>
                  <a:rPr lang="zh-CN" altLang="en-US" b="1" dirty="0"/>
                  <a:t>取最大值</a:t>
                </a:r>
                <a14:m>
                  <m:oMath xmlns:m="http://schemas.openxmlformats.org/officeDocument/2006/math">
                    <m:sSup>
                      <m:sSupPr>
                        <m:ctrlPr>
                          <a:rPr lang="en-US" altLang="zh-CN" b="1" i="1" smtClean="0">
                            <a:latin typeface="Cambria Math" panose="02040503050406030204" pitchFamily="18" charset="0"/>
                          </a:rPr>
                        </m:ctrlPr>
                      </m:sSupPr>
                      <m:e>
                        <m:r>
                          <a:rPr lang="en-US" altLang="zh-CN" b="1" i="1" smtClean="0">
                            <a:latin typeface="Cambria Math" panose="02040503050406030204" pitchFamily="18" charset="0"/>
                          </a:rPr>
                          <m:t>𝟐</m:t>
                        </m:r>
                      </m:e>
                      <m:sup>
                        <m:r>
                          <a:rPr lang="en-US" altLang="zh-CN" b="1" i="1" smtClean="0">
                            <a:latin typeface="Cambria Math" panose="02040503050406030204" pitchFamily="18" charset="0"/>
                          </a:rPr>
                          <m:t>(</m:t>
                        </m:r>
                        <m:r>
                          <a:rPr lang="en-US" altLang="zh-CN" b="1" i="1" smtClean="0">
                            <a:latin typeface="Cambria Math" panose="02040503050406030204" pitchFamily="18" charset="0"/>
                          </a:rPr>
                          <m:t>𝟑</m:t>
                        </m:r>
                        <m:r>
                          <a:rPr lang="en-US" altLang="zh-CN" b="1" i="1" smtClean="0">
                            <a:latin typeface="Cambria Math" panose="02040503050406030204" pitchFamily="18" charset="0"/>
                          </a:rPr>
                          <m:t>−</m:t>
                        </m:r>
                        <m:r>
                          <a:rPr lang="en-US" altLang="zh-CN" b="1" i="1" smtClean="0">
                            <a:latin typeface="Cambria Math" panose="02040503050406030204" pitchFamily="18" charset="0"/>
                          </a:rPr>
                          <m:t>𝟏</m:t>
                        </m:r>
                        <m:r>
                          <a:rPr lang="en-US" altLang="zh-CN" b="1" i="1" smtClean="0">
                            <a:latin typeface="Cambria Math" panose="02040503050406030204" pitchFamily="18" charset="0"/>
                          </a:rPr>
                          <m:t>)</m:t>
                        </m:r>
                      </m:sup>
                    </m:sSup>
                  </m:oMath>
                </a14:m>
                <a:r>
                  <a:rPr lang="zh-CN" altLang="en-US" b="1" dirty="0"/>
                  <a:t>，即</a:t>
                </a:r>
                <a14:m>
                  <m:oMath xmlns:m="http://schemas.openxmlformats.org/officeDocument/2006/math">
                    <m:sSub>
                      <m:sSubPr>
                        <m:ctrlPr>
                          <a:rPr lang="en-US" altLang="zh-CN" b="1" i="1" smtClean="0">
                            <a:latin typeface="Cambria Math" panose="02040503050406030204" pitchFamily="18" charset="0"/>
                          </a:rPr>
                        </m:ctrlPr>
                      </m:sSubPr>
                      <m:e>
                        <m:r>
                          <a:rPr lang="en-US" altLang="zh-CN" b="1" i="1" smtClean="0">
                            <a:latin typeface="Cambria Math" panose="02040503050406030204" pitchFamily="18" charset="0"/>
                          </a:rPr>
                          <m:t>𝑾</m:t>
                        </m:r>
                      </m:e>
                      <m:sub>
                        <m:r>
                          <a:rPr lang="en-US" altLang="zh-CN" b="1" i="1" smtClean="0">
                            <a:latin typeface="Cambria Math" panose="02040503050406030204" pitchFamily="18" charset="0"/>
                          </a:rPr>
                          <m:t>𝑹</m:t>
                        </m:r>
                      </m:sub>
                    </m:sSub>
                    <m:r>
                      <a:rPr lang="en-US" altLang="zh-CN" b="1" i="1" smtClean="0">
                        <a:latin typeface="Cambria Math" panose="02040503050406030204" pitchFamily="18" charset="0"/>
                      </a:rPr>
                      <m:t>=</m:t>
                    </m:r>
                    <m:r>
                      <a:rPr lang="en-US" altLang="zh-CN" b="1" i="1" smtClean="0">
                        <a:latin typeface="Cambria Math" panose="02040503050406030204" pitchFamily="18" charset="0"/>
                      </a:rPr>
                      <m:t>𝟒</m:t>
                    </m:r>
                    <m:r>
                      <a:rPr lang="zh-CN" altLang="en-US" b="1" i="1">
                        <a:latin typeface="Cambria Math" panose="02040503050406030204" pitchFamily="18" charset="0"/>
                      </a:rPr>
                      <m:t>。</m:t>
                    </m:r>
                  </m:oMath>
                </a14:m>
                <a:endParaRPr lang="en-US" altLang="zh-CN" b="1" dirty="0"/>
              </a:p>
            </p:txBody>
          </p:sp>
        </mc:Choice>
        <mc:Fallback xmlns="">
          <p:sp>
            <p:nvSpPr>
              <p:cNvPr id="31" name="íşlïḍè">
                <a:extLst>
                  <a:ext uri="{FF2B5EF4-FFF2-40B4-BE49-F238E27FC236}">
                    <a16:creationId xmlns:a16="http://schemas.microsoft.com/office/drawing/2014/main" id="{534EE850-C207-4BCA-A31E-771A47DA9033}"/>
                  </a:ext>
                </a:extLst>
              </p:cNvPr>
              <p:cNvSpPr txBox="1">
                <a:spLocks noRot="1" noChangeAspect="1" noMove="1" noResize="1" noEditPoints="1" noAdjustHandles="1" noChangeArrowheads="1" noChangeShapeType="1" noTextEdit="1"/>
              </p:cNvSpPr>
              <p:nvPr/>
            </p:nvSpPr>
            <p:spPr>
              <a:xfrm>
                <a:off x="2993250" y="3724968"/>
                <a:ext cx="6218660" cy="311297"/>
              </a:xfrm>
              <a:prstGeom prst="rect">
                <a:avLst/>
              </a:prstGeom>
              <a:blipFill>
                <a:blip r:embed="rId10"/>
                <a:stretch>
                  <a:fillRect l="-784" t="-17647" b="-43137"/>
                </a:stretch>
              </a:blipFill>
            </p:spPr>
            <p:txBody>
              <a:bodyPr/>
              <a:lstStyle/>
              <a:p>
                <a:r>
                  <a:rPr lang="zh-CN" altLang="en-US">
                    <a:noFill/>
                  </a:rPr>
                  <a:t> </a:t>
                </a:r>
              </a:p>
            </p:txBody>
          </p:sp>
        </mc:Fallback>
      </mc:AlternateContent>
      <mc:AlternateContent xmlns:mc="http://schemas.openxmlformats.org/markup-compatibility/2006" xmlns:a14="http://schemas.microsoft.com/office/drawing/2010/main">
        <mc:Choice Requires="a14">
          <p:sp>
            <p:nvSpPr>
              <p:cNvPr id="32" name="íşlïḍè">
                <a:extLst>
                  <a:ext uri="{FF2B5EF4-FFF2-40B4-BE49-F238E27FC236}">
                    <a16:creationId xmlns:a16="http://schemas.microsoft.com/office/drawing/2014/main" id="{FBFA56FC-F0C2-4492-AE42-88A025F625E8}"/>
                  </a:ext>
                </a:extLst>
              </p:cNvPr>
              <p:cNvSpPr txBox="1"/>
              <p:nvPr/>
            </p:nvSpPr>
            <p:spPr>
              <a:xfrm>
                <a:off x="2993250" y="4183741"/>
                <a:ext cx="6218660" cy="311297"/>
              </a:xfrm>
              <a:prstGeom prst="rect">
                <a:avLst/>
              </a:prstGeom>
              <a:noFill/>
            </p:spPr>
            <p:txBody>
              <a:bodyPr wrap="square" lIns="91440" tIns="45720" rIns="91440" bIns="45720" anchor="ctr">
                <a:noAutofit/>
              </a:bodyPr>
              <a:lstStyle/>
              <a:p>
                <a:r>
                  <a:rPr lang="zh-CN" altLang="en-US" b="1" dirty="0">
                    <a:solidFill>
                      <a:schemeClr val="accent3"/>
                    </a:solidFill>
                  </a:rPr>
                  <a:t>发送窗口</a:t>
                </a:r>
                <a14:m>
                  <m:oMath xmlns:m="http://schemas.openxmlformats.org/officeDocument/2006/math">
                    <m:sSub>
                      <m:sSubPr>
                        <m:ctrlPr>
                          <a:rPr lang="en-US" altLang="zh-CN" b="1" i="1" smtClean="0">
                            <a:solidFill>
                              <a:schemeClr val="accent3"/>
                            </a:solidFill>
                            <a:latin typeface="Cambria Math" panose="02040503050406030204" pitchFamily="18" charset="0"/>
                          </a:rPr>
                        </m:ctrlPr>
                      </m:sSubPr>
                      <m:e>
                        <m:r>
                          <a:rPr lang="en-US" altLang="zh-CN" b="1" i="1" smtClean="0">
                            <a:solidFill>
                              <a:schemeClr val="accent3"/>
                            </a:solidFill>
                            <a:latin typeface="Cambria Math" panose="02040503050406030204" pitchFamily="18" charset="0"/>
                          </a:rPr>
                          <m:t>𝑾</m:t>
                        </m:r>
                      </m:e>
                      <m:sub>
                        <m:r>
                          <a:rPr lang="en-US" altLang="zh-CN" b="1" i="1" smtClean="0">
                            <a:solidFill>
                              <a:schemeClr val="accent3"/>
                            </a:solidFill>
                            <a:latin typeface="Cambria Math" panose="02040503050406030204" pitchFamily="18" charset="0"/>
                          </a:rPr>
                          <m:t>𝑻</m:t>
                        </m:r>
                      </m:sub>
                    </m:sSub>
                  </m:oMath>
                </a14:m>
                <a:r>
                  <a:rPr lang="zh-CN" altLang="en-US" b="1" dirty="0"/>
                  <a:t>能取到的最大值也为</a:t>
                </a:r>
                <a14:m>
                  <m:oMath xmlns:m="http://schemas.openxmlformats.org/officeDocument/2006/math">
                    <m:sSup>
                      <m:sSupPr>
                        <m:ctrlPr>
                          <a:rPr lang="en-US" altLang="zh-CN" b="1" i="1" smtClean="0">
                            <a:latin typeface="Cambria Math" panose="02040503050406030204" pitchFamily="18" charset="0"/>
                          </a:rPr>
                        </m:ctrlPr>
                      </m:sSupPr>
                      <m:e>
                        <m:r>
                          <a:rPr lang="en-US" altLang="zh-CN" b="1" i="1" smtClean="0">
                            <a:latin typeface="Cambria Math" panose="02040503050406030204" pitchFamily="18" charset="0"/>
                          </a:rPr>
                          <m:t>𝟐</m:t>
                        </m:r>
                      </m:e>
                      <m:sup>
                        <m:r>
                          <a:rPr lang="en-US" altLang="zh-CN" b="1" i="1" smtClean="0">
                            <a:latin typeface="Cambria Math" panose="02040503050406030204" pitchFamily="18" charset="0"/>
                          </a:rPr>
                          <m:t>(</m:t>
                        </m:r>
                        <m:r>
                          <a:rPr lang="en-US" altLang="zh-CN" b="1" i="1" smtClean="0">
                            <a:latin typeface="Cambria Math" panose="02040503050406030204" pitchFamily="18" charset="0"/>
                          </a:rPr>
                          <m:t>𝟑</m:t>
                        </m:r>
                        <m:r>
                          <a:rPr lang="en-US" altLang="zh-CN" b="1" i="1" smtClean="0">
                            <a:latin typeface="Cambria Math" panose="02040503050406030204" pitchFamily="18" charset="0"/>
                          </a:rPr>
                          <m:t>−</m:t>
                        </m:r>
                        <m:r>
                          <a:rPr lang="en-US" altLang="zh-CN" b="1" i="1" smtClean="0">
                            <a:latin typeface="Cambria Math" panose="02040503050406030204" pitchFamily="18" charset="0"/>
                          </a:rPr>
                          <m:t>𝟏</m:t>
                        </m:r>
                        <m:r>
                          <a:rPr lang="en-US" altLang="zh-CN" b="1" i="1" smtClean="0">
                            <a:latin typeface="Cambria Math" panose="02040503050406030204" pitchFamily="18" charset="0"/>
                          </a:rPr>
                          <m:t>)</m:t>
                        </m:r>
                      </m:sup>
                    </m:sSup>
                  </m:oMath>
                </a14:m>
                <a:r>
                  <a:rPr lang="zh-CN" altLang="en-US" b="1" dirty="0"/>
                  <a:t>，即</a:t>
                </a:r>
                <a14:m>
                  <m:oMath xmlns:m="http://schemas.openxmlformats.org/officeDocument/2006/math">
                    <m:sSub>
                      <m:sSubPr>
                        <m:ctrlPr>
                          <a:rPr lang="en-US" altLang="zh-CN" b="1" i="1" smtClean="0">
                            <a:latin typeface="Cambria Math" panose="02040503050406030204" pitchFamily="18" charset="0"/>
                          </a:rPr>
                        </m:ctrlPr>
                      </m:sSubPr>
                      <m:e>
                        <m:r>
                          <a:rPr lang="en-US" altLang="zh-CN" b="1" i="1" smtClean="0">
                            <a:latin typeface="Cambria Math" panose="02040503050406030204" pitchFamily="18" charset="0"/>
                          </a:rPr>
                          <m:t>𝑾</m:t>
                        </m:r>
                      </m:e>
                      <m:sub>
                        <m:r>
                          <a:rPr lang="en-US" altLang="zh-CN" b="1" i="1" smtClean="0">
                            <a:latin typeface="Cambria Math" panose="02040503050406030204" pitchFamily="18" charset="0"/>
                          </a:rPr>
                          <m:t>𝑻</m:t>
                        </m:r>
                      </m:sub>
                    </m:sSub>
                    <m:r>
                      <a:rPr lang="en-US" altLang="zh-CN" b="1" i="1" smtClean="0">
                        <a:latin typeface="Cambria Math" panose="02040503050406030204" pitchFamily="18" charset="0"/>
                      </a:rPr>
                      <m:t>=</m:t>
                    </m:r>
                    <m:r>
                      <a:rPr lang="en-US" altLang="zh-CN" b="1" i="1" smtClean="0">
                        <a:latin typeface="Cambria Math" panose="02040503050406030204" pitchFamily="18" charset="0"/>
                      </a:rPr>
                      <m:t>𝟒</m:t>
                    </m:r>
                    <m:r>
                      <a:rPr lang="zh-CN" altLang="en-US" b="1" i="1">
                        <a:latin typeface="Cambria Math" panose="02040503050406030204" pitchFamily="18" charset="0"/>
                      </a:rPr>
                      <m:t>。</m:t>
                    </m:r>
                  </m:oMath>
                </a14:m>
                <a:endParaRPr lang="en-US" altLang="zh-CN" b="1" dirty="0"/>
              </a:p>
            </p:txBody>
          </p:sp>
        </mc:Choice>
        <mc:Fallback xmlns="">
          <p:sp>
            <p:nvSpPr>
              <p:cNvPr id="32" name="íşlïḍè">
                <a:extLst>
                  <a:ext uri="{FF2B5EF4-FFF2-40B4-BE49-F238E27FC236}">
                    <a16:creationId xmlns:a16="http://schemas.microsoft.com/office/drawing/2014/main" id="{FBFA56FC-F0C2-4492-AE42-88A025F625E8}"/>
                  </a:ext>
                </a:extLst>
              </p:cNvPr>
              <p:cNvSpPr txBox="1">
                <a:spLocks noRot="1" noChangeAspect="1" noMove="1" noResize="1" noEditPoints="1" noAdjustHandles="1" noChangeArrowheads="1" noChangeShapeType="1" noTextEdit="1"/>
              </p:cNvSpPr>
              <p:nvPr/>
            </p:nvSpPr>
            <p:spPr>
              <a:xfrm>
                <a:off x="2993250" y="4183741"/>
                <a:ext cx="6218660" cy="311297"/>
              </a:xfrm>
              <a:prstGeom prst="rect">
                <a:avLst/>
              </a:prstGeom>
              <a:blipFill>
                <a:blip r:embed="rId11"/>
                <a:stretch>
                  <a:fillRect l="-784" t="-17647" b="-43137"/>
                </a:stretch>
              </a:blipFill>
            </p:spPr>
            <p:txBody>
              <a:bodyPr/>
              <a:lstStyle/>
              <a:p>
                <a:r>
                  <a:rPr lang="zh-CN" altLang="en-US">
                    <a:noFill/>
                  </a:rPr>
                  <a:t> </a:t>
                </a:r>
              </a:p>
            </p:txBody>
          </p:sp>
        </mc:Fallback>
      </mc:AlternateContent>
      <p:sp>
        <p:nvSpPr>
          <p:cNvPr id="58" name="矩形 57">
            <a:extLst>
              <a:ext uri="{FF2B5EF4-FFF2-40B4-BE49-F238E27FC236}">
                <a16:creationId xmlns:a16="http://schemas.microsoft.com/office/drawing/2014/main" id="{B824E139-38BD-4C94-89BD-7C907264EBAA}"/>
              </a:ext>
            </a:extLst>
          </p:cNvPr>
          <p:cNvSpPr/>
          <p:nvPr/>
        </p:nvSpPr>
        <p:spPr>
          <a:xfrm>
            <a:off x="2300222" y="5553748"/>
            <a:ext cx="3023739" cy="374399"/>
          </a:xfrm>
          <a:prstGeom prst="rect">
            <a:avLst/>
          </a:prstGeom>
          <a:solidFill>
            <a:schemeClr val="accent3">
              <a:alpha val="74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35" name="矩形 34">
            <a:extLst>
              <a:ext uri="{FF2B5EF4-FFF2-40B4-BE49-F238E27FC236}">
                <a16:creationId xmlns:a16="http://schemas.microsoft.com/office/drawing/2014/main" id="{6C9644DF-EA3E-480D-BF5B-8F6A670B2F66}"/>
              </a:ext>
            </a:extLst>
          </p:cNvPr>
          <p:cNvSpPr/>
          <p:nvPr/>
        </p:nvSpPr>
        <p:spPr>
          <a:xfrm>
            <a:off x="3065684" y="1822386"/>
            <a:ext cx="2258278" cy="369332"/>
          </a:xfrm>
          <a:prstGeom prst="rect">
            <a:avLst/>
          </a:prstGeom>
          <a:solidFill>
            <a:schemeClr val="accent4">
              <a:alpha val="74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37" name="矩形 36">
            <a:extLst>
              <a:ext uri="{FF2B5EF4-FFF2-40B4-BE49-F238E27FC236}">
                <a16:creationId xmlns:a16="http://schemas.microsoft.com/office/drawing/2014/main" id="{8435FFCF-BFB0-4459-B5EB-B736E8D6438E}"/>
              </a:ext>
            </a:extLst>
          </p:cNvPr>
          <p:cNvSpPr/>
          <p:nvPr/>
        </p:nvSpPr>
        <p:spPr>
          <a:xfrm>
            <a:off x="2302910" y="1818200"/>
            <a:ext cx="765067" cy="389284"/>
          </a:xfrm>
          <a:prstGeom prst="rect">
            <a:avLst/>
          </a:prstGeom>
          <a:solidFill>
            <a:schemeClr val="accent4">
              <a:alpha val="74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36" name="平行四边形 35">
            <a:extLst>
              <a:ext uri="{FF2B5EF4-FFF2-40B4-BE49-F238E27FC236}">
                <a16:creationId xmlns:a16="http://schemas.microsoft.com/office/drawing/2014/main" id="{2A4446EA-8320-0FB8-580A-06C6C0317D4A}"/>
              </a:ext>
            </a:extLst>
          </p:cNvPr>
          <p:cNvSpPr/>
          <p:nvPr/>
        </p:nvSpPr>
        <p:spPr>
          <a:xfrm>
            <a:off x="304800" y="749300"/>
            <a:ext cx="675384" cy="387090"/>
          </a:xfrm>
          <a:prstGeom prst="parallelogram">
            <a:avLst/>
          </a:prstGeom>
          <a:solidFill>
            <a:schemeClr val="accent3">
              <a:lumMod val="75000"/>
            </a:schemeClr>
          </a:solidFill>
          <a:ln>
            <a:solidFill>
              <a:schemeClr val="accent3">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CN" sz="2200" dirty="0">
                <a:latin typeface="Impact" panose="020B0806030902050204" pitchFamily="34" charset="0"/>
              </a:rPr>
              <a:t>05</a:t>
            </a:r>
            <a:endParaRPr lang="zh-CN" altLang="en-US" sz="2200" dirty="0">
              <a:latin typeface="Impact" panose="020B0806030902050204" pitchFamily="34" charset="0"/>
            </a:endParaRPr>
          </a:p>
        </p:txBody>
      </p:sp>
    </p:spTree>
    <p:custDataLst>
      <p:tags r:id="rId1"/>
    </p:custDataLst>
    <p:extLst>
      <p:ext uri="{BB962C8B-B14F-4D97-AF65-F5344CB8AC3E}">
        <p14:creationId xmlns:p14="http://schemas.microsoft.com/office/powerpoint/2010/main" val="987437303"/>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xit" presetSubtype="8" fill="hold" grpId="0" nodeType="withEffect">
                                  <p:stCondLst>
                                    <p:cond delay="0"/>
                                  </p:stCondLst>
                                  <p:childTnLst>
                                    <p:anim calcmode="lin" valueType="num">
                                      <p:cBhvr additive="base">
                                        <p:cTn id="6" dur="500"/>
                                        <p:tgtEl>
                                          <p:spTgt spid="58"/>
                                        </p:tgtEl>
                                        <p:attrNameLst>
                                          <p:attrName>ppt_x</p:attrName>
                                        </p:attrNameLst>
                                      </p:cBhvr>
                                      <p:tavLst>
                                        <p:tav tm="0">
                                          <p:val>
                                            <p:strVal val="ppt_x"/>
                                          </p:val>
                                        </p:tav>
                                        <p:tav tm="100000">
                                          <p:val>
                                            <p:strVal val="0-ppt_w/2"/>
                                          </p:val>
                                        </p:tav>
                                      </p:tavLst>
                                    </p:anim>
                                    <p:anim calcmode="lin" valueType="num">
                                      <p:cBhvr additive="base">
                                        <p:cTn id="7" dur="500"/>
                                        <p:tgtEl>
                                          <p:spTgt spid="58"/>
                                        </p:tgtEl>
                                        <p:attrNameLst>
                                          <p:attrName>ppt_y</p:attrName>
                                        </p:attrNameLst>
                                      </p:cBhvr>
                                      <p:tavLst>
                                        <p:tav tm="0">
                                          <p:val>
                                            <p:strVal val="ppt_y"/>
                                          </p:val>
                                        </p:tav>
                                        <p:tav tm="100000">
                                          <p:val>
                                            <p:strVal val="ppt_y"/>
                                          </p:val>
                                        </p:tav>
                                      </p:tavLst>
                                    </p:anim>
                                    <p:set>
                                      <p:cBhvr>
                                        <p:cTn id="8" dur="1" fill="hold">
                                          <p:stCondLst>
                                            <p:cond delay="499"/>
                                          </p:stCondLst>
                                        </p:cTn>
                                        <p:tgtEl>
                                          <p:spTgt spid="58"/>
                                        </p:tgtEl>
                                        <p:attrNameLst>
                                          <p:attrName>style.visibility</p:attrName>
                                        </p:attrNameLst>
                                      </p:cBhvr>
                                      <p:to>
                                        <p:strVal val="hidden"/>
                                      </p:to>
                                    </p:set>
                                  </p:childTnLst>
                                </p:cTn>
                              </p:par>
                            </p:childTnLst>
                          </p:cTn>
                        </p:par>
                      </p:childTnLst>
                    </p:cTn>
                  </p:par>
                  <p:par>
                    <p:cTn id="9" fill="hold">
                      <p:stCondLst>
                        <p:cond delay="indefinite"/>
                      </p:stCondLst>
                      <p:childTnLst>
                        <p:par>
                          <p:cTn id="10" fill="hold">
                            <p:stCondLst>
                              <p:cond delay="0"/>
                            </p:stCondLst>
                            <p:childTnLst>
                              <p:par>
                                <p:cTn id="11" presetID="2" presetClass="exit" presetSubtype="8" fill="hold" grpId="0" nodeType="clickEffect">
                                  <p:stCondLst>
                                    <p:cond delay="0"/>
                                  </p:stCondLst>
                                  <p:childTnLst>
                                    <p:anim calcmode="lin" valueType="num">
                                      <p:cBhvr additive="base">
                                        <p:cTn id="12" dur="500"/>
                                        <p:tgtEl>
                                          <p:spTgt spid="37"/>
                                        </p:tgtEl>
                                        <p:attrNameLst>
                                          <p:attrName>ppt_x</p:attrName>
                                        </p:attrNameLst>
                                      </p:cBhvr>
                                      <p:tavLst>
                                        <p:tav tm="0">
                                          <p:val>
                                            <p:strVal val="ppt_x"/>
                                          </p:val>
                                        </p:tav>
                                        <p:tav tm="100000">
                                          <p:val>
                                            <p:strVal val="0-ppt_w/2"/>
                                          </p:val>
                                        </p:tav>
                                      </p:tavLst>
                                    </p:anim>
                                    <p:anim calcmode="lin" valueType="num">
                                      <p:cBhvr additive="base">
                                        <p:cTn id="13" dur="500"/>
                                        <p:tgtEl>
                                          <p:spTgt spid="37"/>
                                        </p:tgtEl>
                                        <p:attrNameLst>
                                          <p:attrName>ppt_y</p:attrName>
                                        </p:attrNameLst>
                                      </p:cBhvr>
                                      <p:tavLst>
                                        <p:tav tm="0">
                                          <p:val>
                                            <p:strVal val="ppt_y"/>
                                          </p:val>
                                        </p:tav>
                                        <p:tav tm="100000">
                                          <p:val>
                                            <p:strVal val="ppt_y"/>
                                          </p:val>
                                        </p:tav>
                                      </p:tavLst>
                                    </p:anim>
                                    <p:set>
                                      <p:cBhvr>
                                        <p:cTn id="14" dur="1" fill="hold">
                                          <p:stCondLst>
                                            <p:cond delay="499"/>
                                          </p:stCondLst>
                                        </p:cTn>
                                        <p:tgtEl>
                                          <p:spTgt spid="37"/>
                                        </p:tgtEl>
                                        <p:attrNameLst>
                                          <p:attrName>style.visibility</p:attrName>
                                        </p:attrNameLst>
                                      </p:cBhvr>
                                      <p:to>
                                        <p:strVal val="hidden"/>
                                      </p:to>
                                    </p:set>
                                  </p:childTnLst>
                                </p:cTn>
                              </p:par>
                              <p:par>
                                <p:cTn id="15" presetID="2" presetClass="exit" presetSubtype="8" fill="hold" grpId="0" nodeType="withEffect">
                                  <p:stCondLst>
                                    <p:cond delay="0"/>
                                  </p:stCondLst>
                                  <p:childTnLst>
                                    <p:anim calcmode="lin" valueType="num">
                                      <p:cBhvr additive="base">
                                        <p:cTn id="16" dur="500"/>
                                        <p:tgtEl>
                                          <p:spTgt spid="35"/>
                                        </p:tgtEl>
                                        <p:attrNameLst>
                                          <p:attrName>ppt_x</p:attrName>
                                        </p:attrNameLst>
                                      </p:cBhvr>
                                      <p:tavLst>
                                        <p:tav tm="0">
                                          <p:val>
                                            <p:strVal val="ppt_x"/>
                                          </p:val>
                                        </p:tav>
                                        <p:tav tm="100000">
                                          <p:val>
                                            <p:strVal val="0-ppt_w/2"/>
                                          </p:val>
                                        </p:tav>
                                      </p:tavLst>
                                    </p:anim>
                                    <p:anim calcmode="lin" valueType="num">
                                      <p:cBhvr additive="base">
                                        <p:cTn id="17" dur="500"/>
                                        <p:tgtEl>
                                          <p:spTgt spid="35"/>
                                        </p:tgtEl>
                                        <p:attrNameLst>
                                          <p:attrName>ppt_y</p:attrName>
                                        </p:attrNameLst>
                                      </p:cBhvr>
                                      <p:tavLst>
                                        <p:tav tm="0">
                                          <p:val>
                                            <p:strVal val="ppt_y"/>
                                          </p:val>
                                        </p:tav>
                                        <p:tav tm="100000">
                                          <p:val>
                                            <p:strVal val="ppt_y"/>
                                          </p:val>
                                        </p:tav>
                                      </p:tavLst>
                                    </p:anim>
                                    <p:set>
                                      <p:cBhvr>
                                        <p:cTn id="18" dur="1" fill="hold">
                                          <p:stCondLst>
                                            <p:cond delay="499"/>
                                          </p:stCondLst>
                                        </p:cTn>
                                        <p:tgtEl>
                                          <p:spTgt spid="35"/>
                                        </p:tgtEl>
                                        <p:attrNameLst>
                                          <p:attrName>style.visibility</p:attrName>
                                        </p:attrNameLst>
                                      </p:cBhvr>
                                      <p:to>
                                        <p:strVal val="hidden"/>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8" grpId="0" animBg="1"/>
      <p:bldP spid="35" grpId="0" animBg="1"/>
      <p:bldP spid="37" grpId="0" animBg="1"/>
    </p:bldLst>
  </p:timing>
</p:sld>
</file>

<file path=ppt/slides/slide21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45" name="组合 44">
            <a:extLst>
              <a:ext uri="{FF2B5EF4-FFF2-40B4-BE49-F238E27FC236}">
                <a16:creationId xmlns:a16="http://schemas.microsoft.com/office/drawing/2014/main" id="{F5FCA282-8954-464E-9962-8DEC0A190612}"/>
              </a:ext>
            </a:extLst>
          </p:cNvPr>
          <p:cNvGrpSpPr/>
          <p:nvPr/>
        </p:nvGrpSpPr>
        <p:grpSpPr>
          <a:xfrm>
            <a:off x="2305207" y="1368773"/>
            <a:ext cx="3025589" cy="910796"/>
            <a:chOff x="2302929" y="5098286"/>
            <a:chExt cx="3025589" cy="910796"/>
          </a:xfrm>
        </p:grpSpPr>
        <p:sp>
          <p:nvSpPr>
            <p:cNvPr id="46" name="矩形 45">
              <a:extLst>
                <a:ext uri="{FF2B5EF4-FFF2-40B4-BE49-F238E27FC236}">
                  <a16:creationId xmlns:a16="http://schemas.microsoft.com/office/drawing/2014/main" id="{471AA480-7085-4D51-B0B4-D68301BF2020}"/>
                </a:ext>
              </a:extLst>
            </p:cNvPr>
            <p:cNvSpPr/>
            <p:nvPr/>
          </p:nvSpPr>
          <p:spPr>
            <a:xfrm>
              <a:off x="2302929" y="5467618"/>
              <a:ext cx="3025589" cy="541464"/>
            </a:xfrm>
            <a:prstGeom prst="rect">
              <a:avLst/>
            </a:prstGeom>
            <a:solidFill>
              <a:schemeClr val="accent4"/>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mc:AlternateContent xmlns:mc="http://schemas.openxmlformats.org/markup-compatibility/2006" xmlns:a14="http://schemas.microsoft.com/office/drawing/2010/main">
          <mc:Choice Requires="a14">
            <p:sp>
              <p:nvSpPr>
                <p:cNvPr id="47" name="文本框 46">
                  <a:extLst>
                    <a:ext uri="{FF2B5EF4-FFF2-40B4-BE49-F238E27FC236}">
                      <a16:creationId xmlns:a16="http://schemas.microsoft.com/office/drawing/2014/main" id="{4DD506B6-2862-4CF6-A3E9-F36AEFD5D21B}"/>
                    </a:ext>
                  </a:extLst>
                </p:cNvPr>
                <p:cNvSpPr txBox="1"/>
                <p:nvPr/>
              </p:nvSpPr>
              <p:spPr>
                <a:xfrm>
                  <a:off x="3277773" y="5098286"/>
                  <a:ext cx="1067217" cy="369332"/>
                </a:xfrm>
                <a:prstGeom prst="rect">
                  <a:avLst/>
                </a:prstGeom>
                <a:noFill/>
              </p:spPr>
              <p:txBody>
                <a:bodyPr wrap="square">
                  <a:spAutoFit/>
                </a:bodyPr>
                <a:lstStyle/>
                <a:p>
                  <a:pPr/>
                  <a14:m>
                    <m:oMathPara xmlns:m="http://schemas.openxmlformats.org/officeDocument/2006/math">
                      <m:oMathParaPr>
                        <m:jc m:val="centerGroup"/>
                      </m:oMathParaPr>
                      <m:oMath xmlns:m="http://schemas.openxmlformats.org/officeDocument/2006/math">
                        <m:sSub>
                          <m:sSubPr>
                            <m:ctrlPr>
                              <a:rPr lang="en-US" altLang="zh-CN" b="1" i="1" smtClean="0">
                                <a:solidFill>
                                  <a:schemeClr val="accent4"/>
                                </a:solidFill>
                                <a:latin typeface="Cambria Math" panose="02040503050406030204" pitchFamily="18" charset="0"/>
                              </a:rPr>
                            </m:ctrlPr>
                          </m:sSubPr>
                          <m:e>
                            <m:r>
                              <a:rPr lang="en-US" altLang="zh-CN" b="1" i="1" smtClean="0">
                                <a:solidFill>
                                  <a:schemeClr val="accent4"/>
                                </a:solidFill>
                                <a:latin typeface="Cambria Math" panose="02040503050406030204" pitchFamily="18" charset="0"/>
                              </a:rPr>
                              <m:t>𝑾</m:t>
                            </m:r>
                          </m:e>
                          <m:sub>
                            <m:r>
                              <a:rPr lang="en-US" altLang="zh-CN" b="1" i="1" smtClean="0">
                                <a:solidFill>
                                  <a:schemeClr val="accent4"/>
                                </a:solidFill>
                                <a:latin typeface="Cambria Math" panose="02040503050406030204" pitchFamily="18" charset="0"/>
                              </a:rPr>
                              <m:t>𝑹</m:t>
                            </m:r>
                          </m:sub>
                        </m:sSub>
                        <m:r>
                          <a:rPr lang="en-US" altLang="zh-CN" b="1" i="1" smtClean="0">
                            <a:solidFill>
                              <a:schemeClr val="accent4"/>
                            </a:solidFill>
                            <a:latin typeface="Cambria Math" panose="02040503050406030204" pitchFamily="18" charset="0"/>
                          </a:rPr>
                          <m:t>=</m:t>
                        </m:r>
                        <m:r>
                          <a:rPr lang="en-US" altLang="zh-CN" b="1" i="1" smtClean="0">
                            <a:solidFill>
                              <a:schemeClr val="accent4"/>
                            </a:solidFill>
                            <a:latin typeface="Cambria Math" panose="02040503050406030204" pitchFamily="18" charset="0"/>
                          </a:rPr>
                          <m:t>𝟒</m:t>
                        </m:r>
                      </m:oMath>
                    </m:oMathPara>
                  </a14:m>
                  <a:endParaRPr lang="zh-CN" altLang="en-US" dirty="0">
                    <a:solidFill>
                      <a:schemeClr val="accent4"/>
                    </a:solidFill>
                  </a:endParaRPr>
                </a:p>
              </p:txBody>
            </p:sp>
          </mc:Choice>
          <mc:Fallback xmlns="">
            <p:sp>
              <p:nvSpPr>
                <p:cNvPr id="47" name="文本框 46">
                  <a:extLst>
                    <a:ext uri="{FF2B5EF4-FFF2-40B4-BE49-F238E27FC236}">
                      <a16:creationId xmlns:a16="http://schemas.microsoft.com/office/drawing/2014/main" id="{4DD506B6-2862-4CF6-A3E9-F36AEFD5D21B}"/>
                    </a:ext>
                  </a:extLst>
                </p:cNvPr>
                <p:cNvSpPr txBox="1">
                  <a:spLocks noRot="1" noChangeAspect="1" noMove="1" noResize="1" noEditPoints="1" noAdjustHandles="1" noChangeArrowheads="1" noChangeShapeType="1" noTextEdit="1"/>
                </p:cNvSpPr>
                <p:nvPr/>
              </p:nvSpPr>
              <p:spPr>
                <a:xfrm>
                  <a:off x="3277773" y="5098286"/>
                  <a:ext cx="1067217" cy="369332"/>
                </a:xfrm>
                <a:prstGeom prst="rect">
                  <a:avLst/>
                </a:prstGeom>
                <a:blipFill>
                  <a:blip r:embed="rId3"/>
                  <a:stretch>
                    <a:fillRect b="-3333"/>
                  </a:stretch>
                </a:blipFill>
              </p:spPr>
              <p:txBody>
                <a:bodyPr/>
                <a:lstStyle/>
                <a:p>
                  <a:r>
                    <a:rPr lang="zh-CN" altLang="en-US">
                      <a:noFill/>
                    </a:rPr>
                    <a:t> </a:t>
                  </a:r>
                </a:p>
              </p:txBody>
            </p:sp>
          </mc:Fallback>
        </mc:AlternateContent>
      </p:grpSp>
      <p:grpSp>
        <p:nvGrpSpPr>
          <p:cNvPr id="7" name="组合 6">
            <a:extLst>
              <a:ext uri="{FF2B5EF4-FFF2-40B4-BE49-F238E27FC236}">
                <a16:creationId xmlns:a16="http://schemas.microsoft.com/office/drawing/2014/main" id="{9E77AC09-7192-4583-8A5B-4DEBB14A0D2C}"/>
              </a:ext>
            </a:extLst>
          </p:cNvPr>
          <p:cNvGrpSpPr/>
          <p:nvPr/>
        </p:nvGrpSpPr>
        <p:grpSpPr>
          <a:xfrm>
            <a:off x="2302929" y="5098286"/>
            <a:ext cx="3780000" cy="910796"/>
            <a:chOff x="2302929" y="5098286"/>
            <a:chExt cx="3780000" cy="910796"/>
          </a:xfrm>
        </p:grpSpPr>
        <p:sp>
          <p:nvSpPr>
            <p:cNvPr id="33" name="矩形 32">
              <a:extLst>
                <a:ext uri="{FF2B5EF4-FFF2-40B4-BE49-F238E27FC236}">
                  <a16:creationId xmlns:a16="http://schemas.microsoft.com/office/drawing/2014/main" id="{3EA6F5A2-1C83-4BE5-9CCD-7CBA9C984323}"/>
                </a:ext>
              </a:extLst>
            </p:cNvPr>
            <p:cNvSpPr/>
            <p:nvPr/>
          </p:nvSpPr>
          <p:spPr>
            <a:xfrm>
              <a:off x="2302929" y="5467618"/>
              <a:ext cx="3780000" cy="541464"/>
            </a:xfrm>
            <a:prstGeom prst="rect">
              <a:avLst/>
            </a:prstGeom>
            <a:solidFill>
              <a:schemeClr val="accent3"/>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mc:AlternateContent xmlns:mc="http://schemas.openxmlformats.org/markup-compatibility/2006" xmlns:a14="http://schemas.microsoft.com/office/drawing/2010/main">
          <mc:Choice Requires="a14">
            <p:sp>
              <p:nvSpPr>
                <p:cNvPr id="34" name="文本框 33">
                  <a:extLst>
                    <a:ext uri="{FF2B5EF4-FFF2-40B4-BE49-F238E27FC236}">
                      <a16:creationId xmlns:a16="http://schemas.microsoft.com/office/drawing/2014/main" id="{8C755A65-DDAE-400F-BD8A-B2EB9981B67D}"/>
                    </a:ext>
                  </a:extLst>
                </p:cNvPr>
                <p:cNvSpPr txBox="1"/>
                <p:nvPr/>
              </p:nvSpPr>
              <p:spPr>
                <a:xfrm>
                  <a:off x="3670624" y="5098286"/>
                  <a:ext cx="1067217" cy="369332"/>
                </a:xfrm>
                <a:prstGeom prst="rect">
                  <a:avLst/>
                </a:prstGeom>
                <a:noFill/>
              </p:spPr>
              <p:txBody>
                <a:bodyPr wrap="square">
                  <a:spAutoFit/>
                </a:bodyPr>
                <a:lstStyle/>
                <a:p>
                  <a:pPr/>
                  <a14:m>
                    <m:oMathPara xmlns:m="http://schemas.openxmlformats.org/officeDocument/2006/math">
                      <m:oMathParaPr>
                        <m:jc m:val="centerGroup"/>
                      </m:oMathParaPr>
                      <m:oMath xmlns:m="http://schemas.openxmlformats.org/officeDocument/2006/math">
                        <m:sSub>
                          <m:sSubPr>
                            <m:ctrlPr>
                              <a:rPr lang="en-US" altLang="zh-CN" b="1" i="1" smtClean="0">
                                <a:solidFill>
                                  <a:schemeClr val="accent3"/>
                                </a:solidFill>
                                <a:latin typeface="Cambria Math" panose="02040503050406030204" pitchFamily="18" charset="0"/>
                              </a:rPr>
                            </m:ctrlPr>
                          </m:sSubPr>
                          <m:e>
                            <m:r>
                              <a:rPr lang="en-US" altLang="zh-CN" b="1" i="1" smtClean="0">
                                <a:solidFill>
                                  <a:schemeClr val="accent3"/>
                                </a:solidFill>
                                <a:latin typeface="Cambria Math" panose="02040503050406030204" pitchFamily="18" charset="0"/>
                              </a:rPr>
                              <m:t>𝑾</m:t>
                            </m:r>
                          </m:e>
                          <m:sub>
                            <m:r>
                              <a:rPr lang="en-US" altLang="zh-CN" b="1" i="1" smtClean="0">
                                <a:solidFill>
                                  <a:schemeClr val="accent3"/>
                                </a:solidFill>
                                <a:latin typeface="Cambria Math" panose="02040503050406030204" pitchFamily="18" charset="0"/>
                              </a:rPr>
                              <m:t>𝑻</m:t>
                            </m:r>
                          </m:sub>
                        </m:sSub>
                        <m:r>
                          <a:rPr lang="en-US" altLang="zh-CN" b="1" i="1" smtClean="0">
                            <a:solidFill>
                              <a:schemeClr val="accent3"/>
                            </a:solidFill>
                            <a:latin typeface="Cambria Math" panose="02040503050406030204" pitchFamily="18" charset="0"/>
                          </a:rPr>
                          <m:t>=</m:t>
                        </m:r>
                        <m:r>
                          <a:rPr lang="en-US" altLang="zh-CN" b="1" i="1" smtClean="0">
                            <a:solidFill>
                              <a:schemeClr val="accent3"/>
                            </a:solidFill>
                            <a:latin typeface="Cambria Math" panose="02040503050406030204" pitchFamily="18" charset="0"/>
                          </a:rPr>
                          <m:t>𝟓</m:t>
                        </m:r>
                      </m:oMath>
                    </m:oMathPara>
                  </a14:m>
                  <a:endParaRPr lang="zh-CN" altLang="en-US" dirty="0">
                    <a:solidFill>
                      <a:schemeClr val="accent3"/>
                    </a:solidFill>
                  </a:endParaRPr>
                </a:p>
              </p:txBody>
            </p:sp>
          </mc:Choice>
          <mc:Fallback xmlns="">
            <p:sp>
              <p:nvSpPr>
                <p:cNvPr id="34" name="文本框 33">
                  <a:extLst>
                    <a:ext uri="{FF2B5EF4-FFF2-40B4-BE49-F238E27FC236}">
                      <a16:creationId xmlns:a16="http://schemas.microsoft.com/office/drawing/2014/main" id="{8C755A65-DDAE-400F-BD8A-B2EB9981B67D}"/>
                    </a:ext>
                  </a:extLst>
                </p:cNvPr>
                <p:cNvSpPr txBox="1">
                  <a:spLocks noRot="1" noChangeAspect="1" noMove="1" noResize="1" noEditPoints="1" noAdjustHandles="1" noChangeArrowheads="1" noChangeShapeType="1" noTextEdit="1"/>
                </p:cNvSpPr>
                <p:nvPr/>
              </p:nvSpPr>
              <p:spPr>
                <a:xfrm>
                  <a:off x="3670624" y="5098286"/>
                  <a:ext cx="1067217" cy="369332"/>
                </a:xfrm>
                <a:prstGeom prst="rect">
                  <a:avLst/>
                </a:prstGeom>
                <a:blipFill>
                  <a:blip r:embed="rId4"/>
                  <a:stretch>
                    <a:fillRect b="-3279"/>
                  </a:stretch>
                </a:blipFill>
              </p:spPr>
              <p:txBody>
                <a:bodyPr/>
                <a:lstStyle/>
                <a:p>
                  <a:r>
                    <a:rPr lang="zh-CN" altLang="en-US">
                      <a:noFill/>
                    </a:rPr>
                    <a:t> </a:t>
                  </a:r>
                </a:p>
              </p:txBody>
            </p:sp>
          </mc:Fallback>
        </mc:AlternateContent>
      </p:grpSp>
      <p:grpSp>
        <p:nvGrpSpPr>
          <p:cNvPr id="4" name="组合 3">
            <a:extLst>
              <a:ext uri="{FF2B5EF4-FFF2-40B4-BE49-F238E27FC236}">
                <a16:creationId xmlns:a16="http://schemas.microsoft.com/office/drawing/2014/main" id="{9A1EA9F2-FCB6-48C3-935F-7AE7E3AD14AC}"/>
              </a:ext>
            </a:extLst>
          </p:cNvPr>
          <p:cNvGrpSpPr/>
          <p:nvPr/>
        </p:nvGrpSpPr>
        <p:grpSpPr>
          <a:xfrm>
            <a:off x="304800" y="749300"/>
            <a:ext cx="6192344" cy="400110"/>
            <a:chOff x="424117" y="898245"/>
            <a:chExt cx="6192344" cy="400110"/>
          </a:xfrm>
        </p:grpSpPr>
        <p:sp>
          <p:nvSpPr>
            <p:cNvPr id="2" name="平行四边形 1">
              <a:extLst>
                <a:ext uri="{FF2B5EF4-FFF2-40B4-BE49-F238E27FC236}">
                  <a16:creationId xmlns:a16="http://schemas.microsoft.com/office/drawing/2014/main" id="{1F5BAA3F-9845-4F89-A2DD-8222D3E4EDAC}"/>
                </a:ext>
              </a:extLst>
            </p:cNvPr>
            <p:cNvSpPr/>
            <p:nvPr/>
          </p:nvSpPr>
          <p:spPr>
            <a:xfrm>
              <a:off x="424117" y="898245"/>
              <a:ext cx="628306" cy="387090"/>
            </a:xfrm>
            <a:prstGeom prst="parallelogram">
              <a:avLst/>
            </a:prstGeom>
            <a:solidFill>
              <a:schemeClr val="accent3">
                <a:lumMod val="75000"/>
              </a:schemeClr>
            </a:solidFill>
            <a:ln>
              <a:solidFill>
                <a:schemeClr val="accent3">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CN" sz="2200" dirty="0">
                  <a:latin typeface="Impact" panose="020B0806030902050204" pitchFamily="34" charset="0"/>
                </a:rPr>
                <a:t>01</a:t>
              </a:r>
              <a:endParaRPr lang="zh-CN" altLang="en-US" sz="2200" dirty="0">
                <a:latin typeface="Impact" panose="020B0806030902050204" pitchFamily="34" charset="0"/>
              </a:endParaRPr>
            </a:p>
          </p:txBody>
        </p:sp>
        <p:sp>
          <p:nvSpPr>
            <p:cNvPr id="3" name="文本框 2">
              <a:extLst>
                <a:ext uri="{FF2B5EF4-FFF2-40B4-BE49-F238E27FC236}">
                  <a16:creationId xmlns:a16="http://schemas.microsoft.com/office/drawing/2014/main" id="{4D6BD736-A4D3-4F26-AFED-36E11F50F70B}"/>
                </a:ext>
              </a:extLst>
            </p:cNvPr>
            <p:cNvSpPr txBox="1"/>
            <p:nvPr/>
          </p:nvSpPr>
          <p:spPr>
            <a:xfrm>
              <a:off x="1052423" y="898245"/>
              <a:ext cx="5564038" cy="400110"/>
            </a:xfrm>
            <a:prstGeom prst="rect">
              <a:avLst/>
            </a:prstGeom>
            <a:noFill/>
          </p:spPr>
          <p:txBody>
            <a:bodyPr wrap="square" rtlCol="0">
              <a:spAutoFit/>
            </a:bodyPr>
            <a:lstStyle/>
            <a:p>
              <a:r>
                <a:rPr lang="zh-CN" altLang="en-US" sz="2000" b="1" dirty="0"/>
                <a:t>选择重传协议</a:t>
              </a:r>
            </a:p>
          </p:txBody>
        </p:sp>
      </p:grpSp>
      <p:grpSp>
        <p:nvGrpSpPr>
          <p:cNvPr id="18" name="组合 17">
            <a:extLst>
              <a:ext uri="{FF2B5EF4-FFF2-40B4-BE49-F238E27FC236}">
                <a16:creationId xmlns:a16="http://schemas.microsoft.com/office/drawing/2014/main" id="{AF599708-FA4B-4F1A-915B-51ADB6AF8A5B}"/>
              </a:ext>
            </a:extLst>
          </p:cNvPr>
          <p:cNvGrpSpPr/>
          <p:nvPr/>
        </p:nvGrpSpPr>
        <p:grpSpPr>
          <a:xfrm>
            <a:off x="475097" y="1263518"/>
            <a:ext cx="1355161" cy="5114896"/>
            <a:chOff x="475097" y="1263518"/>
            <a:chExt cx="1355161" cy="5114896"/>
          </a:xfrm>
        </p:grpSpPr>
        <p:cxnSp>
          <p:nvCxnSpPr>
            <p:cNvPr id="19" name="直接连接符 18">
              <a:extLst>
                <a:ext uri="{FF2B5EF4-FFF2-40B4-BE49-F238E27FC236}">
                  <a16:creationId xmlns:a16="http://schemas.microsoft.com/office/drawing/2014/main" id="{8C267D38-D538-4153-B853-5B2DDE097738}"/>
                </a:ext>
              </a:extLst>
            </p:cNvPr>
            <p:cNvCxnSpPr>
              <a:cxnSpLocks/>
            </p:cNvCxnSpPr>
            <p:nvPr/>
          </p:nvCxnSpPr>
          <p:spPr>
            <a:xfrm flipV="1">
              <a:off x="1208367" y="2012996"/>
              <a:ext cx="0" cy="3813858"/>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nvGrpSpPr>
            <p:cNvPr id="20" name="组合 19">
              <a:extLst>
                <a:ext uri="{FF2B5EF4-FFF2-40B4-BE49-F238E27FC236}">
                  <a16:creationId xmlns:a16="http://schemas.microsoft.com/office/drawing/2014/main" id="{1A3F15DA-8F30-45DE-8760-8CB5AC7691B0}"/>
                </a:ext>
              </a:extLst>
            </p:cNvPr>
            <p:cNvGrpSpPr/>
            <p:nvPr/>
          </p:nvGrpSpPr>
          <p:grpSpPr>
            <a:xfrm>
              <a:off x="700096" y="5368000"/>
              <a:ext cx="905164" cy="1010414"/>
              <a:chOff x="700096" y="5368000"/>
              <a:chExt cx="905164" cy="1010414"/>
            </a:xfrm>
          </p:grpSpPr>
          <p:pic>
            <p:nvPicPr>
              <p:cNvPr id="25" name="图形 24">
                <a:extLst>
                  <a:ext uri="{FF2B5EF4-FFF2-40B4-BE49-F238E27FC236}">
                    <a16:creationId xmlns:a16="http://schemas.microsoft.com/office/drawing/2014/main" id="{5079B8D0-730B-4F27-A9EC-8AC79CEECAE0}"/>
                  </a:ext>
                </a:extLst>
              </p:cNvPr>
              <p:cNvPicPr>
                <a:picLocks noChangeAspect="1"/>
              </p:cNvPicPr>
              <p:nvPr/>
            </p:nvPicPr>
            <p:blipFill>
              <a:blip r:embed="rId5">
                <a:extLst>
                  <a:ext uri="{28A0092B-C50C-407E-A947-70E740481C1C}">
                    <a14:useLocalDpi xmlns:a14="http://schemas.microsoft.com/office/drawing/2010/main" val="0"/>
                  </a:ext>
                  <a:ext uri="{96DAC541-7B7A-43D3-8B79-37D633B846F1}">
                    <asvg:svgBlip xmlns:asvg="http://schemas.microsoft.com/office/drawing/2016/SVG/main" r:embed="rId6"/>
                  </a:ext>
                </a:extLst>
              </a:blip>
              <a:stretch>
                <a:fillRect/>
              </a:stretch>
            </p:blipFill>
            <p:spPr>
              <a:xfrm>
                <a:off x="821271" y="5368000"/>
                <a:ext cx="662814" cy="641082"/>
              </a:xfrm>
              <a:prstGeom prst="rect">
                <a:avLst/>
              </a:prstGeom>
            </p:spPr>
          </p:pic>
          <p:sp>
            <p:nvSpPr>
              <p:cNvPr id="26" name="文本框 25">
                <a:extLst>
                  <a:ext uri="{FF2B5EF4-FFF2-40B4-BE49-F238E27FC236}">
                    <a16:creationId xmlns:a16="http://schemas.microsoft.com/office/drawing/2014/main" id="{68E9BE24-5234-4436-839C-0CC65C932068}"/>
                  </a:ext>
                </a:extLst>
              </p:cNvPr>
              <p:cNvSpPr txBox="1"/>
              <p:nvPr/>
            </p:nvSpPr>
            <p:spPr>
              <a:xfrm>
                <a:off x="700096" y="6009082"/>
                <a:ext cx="905164" cy="369332"/>
              </a:xfrm>
              <a:prstGeom prst="rect">
                <a:avLst/>
              </a:prstGeom>
              <a:noFill/>
            </p:spPr>
            <p:txBody>
              <a:bodyPr wrap="square" rtlCol="0">
                <a:spAutoFit/>
              </a:bodyPr>
              <a:lstStyle/>
              <a:p>
                <a:r>
                  <a:rPr lang="zh-CN" altLang="en-US" b="1" dirty="0">
                    <a:latin typeface="+mn-ea"/>
                  </a:rPr>
                  <a:t>发送方</a:t>
                </a:r>
              </a:p>
            </p:txBody>
          </p:sp>
        </p:grpSp>
        <p:grpSp>
          <p:nvGrpSpPr>
            <p:cNvPr id="21" name="组合 20">
              <a:extLst>
                <a:ext uri="{FF2B5EF4-FFF2-40B4-BE49-F238E27FC236}">
                  <a16:creationId xmlns:a16="http://schemas.microsoft.com/office/drawing/2014/main" id="{50E1DF35-9236-4BB6-BAC4-1AE805165946}"/>
                </a:ext>
              </a:extLst>
            </p:cNvPr>
            <p:cNvGrpSpPr/>
            <p:nvPr/>
          </p:nvGrpSpPr>
          <p:grpSpPr>
            <a:xfrm>
              <a:off x="878301" y="1263518"/>
              <a:ext cx="905164" cy="1027908"/>
              <a:chOff x="878301" y="1390382"/>
              <a:chExt cx="905164" cy="1027908"/>
            </a:xfrm>
          </p:grpSpPr>
          <p:pic>
            <p:nvPicPr>
              <p:cNvPr id="23" name="图形 22">
                <a:extLst>
                  <a:ext uri="{FF2B5EF4-FFF2-40B4-BE49-F238E27FC236}">
                    <a16:creationId xmlns:a16="http://schemas.microsoft.com/office/drawing/2014/main" id="{E155E3ED-8C2A-42C4-BFBF-393051944136}"/>
                  </a:ext>
                </a:extLst>
              </p:cNvPr>
              <p:cNvPicPr>
                <a:picLocks noChangeAspect="1"/>
              </p:cNvPicPr>
              <p:nvPr/>
            </p:nvPicPr>
            <p:blipFill>
              <a:blip r:embed="rId7">
                <a:extLst>
                  <a:ext uri="{28A0092B-C50C-407E-A947-70E740481C1C}">
                    <a14:useLocalDpi xmlns:a14="http://schemas.microsoft.com/office/drawing/2010/main" val="0"/>
                  </a:ext>
                  <a:ext uri="{96DAC541-7B7A-43D3-8B79-37D633B846F1}">
                    <asvg:svgBlip xmlns:asvg="http://schemas.microsoft.com/office/drawing/2016/SVG/main" r:embed="rId8"/>
                  </a:ext>
                </a:extLst>
              </a:blip>
              <a:stretch>
                <a:fillRect/>
              </a:stretch>
            </p:blipFill>
            <p:spPr>
              <a:xfrm>
                <a:off x="984826" y="1759714"/>
                <a:ext cx="501772" cy="658576"/>
              </a:xfrm>
              <a:prstGeom prst="rect">
                <a:avLst/>
              </a:prstGeom>
            </p:spPr>
          </p:pic>
          <p:sp>
            <p:nvSpPr>
              <p:cNvPr id="24" name="文本框 23">
                <a:extLst>
                  <a:ext uri="{FF2B5EF4-FFF2-40B4-BE49-F238E27FC236}">
                    <a16:creationId xmlns:a16="http://schemas.microsoft.com/office/drawing/2014/main" id="{818AC20B-3072-437F-B302-67397F49105B}"/>
                  </a:ext>
                </a:extLst>
              </p:cNvPr>
              <p:cNvSpPr txBox="1"/>
              <p:nvPr/>
            </p:nvSpPr>
            <p:spPr>
              <a:xfrm>
                <a:off x="878301" y="1390382"/>
                <a:ext cx="905164" cy="369332"/>
              </a:xfrm>
              <a:prstGeom prst="rect">
                <a:avLst/>
              </a:prstGeom>
              <a:noFill/>
            </p:spPr>
            <p:txBody>
              <a:bodyPr wrap="square" rtlCol="0">
                <a:spAutoFit/>
              </a:bodyPr>
              <a:lstStyle/>
              <a:p>
                <a:r>
                  <a:rPr lang="zh-CN" altLang="en-US" b="1" dirty="0">
                    <a:latin typeface="+mn-ea"/>
                  </a:rPr>
                  <a:t>接收方</a:t>
                </a:r>
              </a:p>
            </p:txBody>
          </p:sp>
        </p:grpSp>
        <p:sp>
          <p:nvSpPr>
            <p:cNvPr id="22" name="云形 21">
              <a:extLst>
                <a:ext uri="{FF2B5EF4-FFF2-40B4-BE49-F238E27FC236}">
                  <a16:creationId xmlns:a16="http://schemas.microsoft.com/office/drawing/2014/main" id="{97C64CE5-C9EB-4960-87FB-62108C97374D}"/>
                </a:ext>
              </a:extLst>
            </p:cNvPr>
            <p:cNvSpPr/>
            <p:nvPr/>
          </p:nvSpPr>
          <p:spPr>
            <a:xfrm>
              <a:off x="475097" y="3429014"/>
              <a:ext cx="1355161" cy="801398"/>
            </a:xfrm>
            <a:prstGeom prst="cloud">
              <a:avLst/>
            </a:prstGeom>
            <a:solidFill>
              <a:schemeClr val="bg1">
                <a:lumMod val="85000"/>
              </a:schemeClr>
            </a:solidFill>
            <a:ln>
              <a:solidFill>
                <a:schemeClr val="bg1">
                  <a:lumMod val="85000"/>
                </a:schemeClr>
              </a:solidFill>
            </a:ln>
          </p:spPr>
          <p:style>
            <a:lnRef idx="2">
              <a:schemeClr val="accent3">
                <a:shade val="50000"/>
              </a:schemeClr>
            </a:lnRef>
            <a:fillRef idx="1">
              <a:schemeClr val="accent3"/>
            </a:fillRef>
            <a:effectRef idx="0">
              <a:schemeClr val="accent3"/>
            </a:effectRef>
            <a:fontRef idx="minor">
              <a:schemeClr val="lt1"/>
            </a:fontRef>
          </p:style>
          <p:txBody>
            <a:bodyPr rtlCol="0" anchor="ctr"/>
            <a:lstStyle/>
            <a:p>
              <a:pPr algn="ctr"/>
              <a:r>
                <a:rPr lang="zh-CN" altLang="en-US" b="1" dirty="0">
                  <a:solidFill>
                    <a:schemeClr val="tx1"/>
                  </a:solidFill>
                  <a:latin typeface="+mn-ea"/>
                </a:rPr>
                <a:t>因特网</a:t>
              </a:r>
            </a:p>
          </p:txBody>
        </p:sp>
      </p:grpSp>
      <mc:AlternateContent xmlns:mc="http://schemas.openxmlformats.org/markup-compatibility/2006" xmlns:a14="http://schemas.microsoft.com/office/drawing/2010/main">
        <mc:Choice Requires="a14">
          <p:sp>
            <p:nvSpPr>
              <p:cNvPr id="28" name="íşlïḍè">
                <a:extLst>
                  <a:ext uri="{FF2B5EF4-FFF2-40B4-BE49-F238E27FC236}">
                    <a16:creationId xmlns:a16="http://schemas.microsoft.com/office/drawing/2014/main" id="{8898676C-F981-4D74-B324-A859D1387610}"/>
                  </a:ext>
                </a:extLst>
              </p:cNvPr>
              <p:cNvSpPr txBox="1"/>
              <p:nvPr/>
            </p:nvSpPr>
            <p:spPr>
              <a:xfrm>
                <a:off x="2993250" y="2799126"/>
                <a:ext cx="6657288" cy="311297"/>
              </a:xfrm>
              <a:prstGeom prst="rect">
                <a:avLst/>
              </a:prstGeom>
              <a:noFill/>
            </p:spPr>
            <p:txBody>
              <a:bodyPr wrap="square" lIns="91440" tIns="45720" rIns="91440" bIns="45720" anchor="ctr">
                <a:noAutofit/>
              </a:bodyPr>
              <a:lstStyle/>
              <a:p>
                <a:r>
                  <a:rPr lang="zh-CN" altLang="en-US" b="1" dirty="0"/>
                  <a:t>本例假设采用</a:t>
                </a:r>
                <a14:m>
                  <m:oMath xmlns:m="http://schemas.openxmlformats.org/officeDocument/2006/math">
                    <m:r>
                      <a:rPr lang="en-US" altLang="zh-CN" b="1" i="1" dirty="0" smtClean="0">
                        <a:latin typeface="Cambria Math" panose="02040503050406030204" pitchFamily="18" charset="0"/>
                      </a:rPr>
                      <m:t>𝟑</m:t>
                    </m:r>
                  </m:oMath>
                </a14:m>
                <a:r>
                  <a:rPr lang="zh-CN" altLang="en-US" b="1" dirty="0"/>
                  <a:t>个比特给分组编序号，则序号范围是</a:t>
                </a:r>
                <a14:m>
                  <m:oMath xmlns:m="http://schemas.openxmlformats.org/officeDocument/2006/math">
                    <m:r>
                      <a:rPr lang="en-US" altLang="zh-CN" b="1" i="0" smtClean="0">
                        <a:latin typeface="Cambria Math" panose="02040503050406030204" pitchFamily="18" charset="0"/>
                        <a:ea typeface="Cambria Math" panose="02040503050406030204" pitchFamily="18" charset="0"/>
                      </a:rPr>
                      <m:t>𝟎</m:t>
                    </m:r>
                    <m:r>
                      <a:rPr lang="en-US" altLang="zh-CN" b="1" i="1" smtClean="0">
                        <a:latin typeface="Cambria Math" panose="02040503050406030204" pitchFamily="18" charset="0"/>
                        <a:ea typeface="Cambria Math" panose="02040503050406030204" pitchFamily="18" charset="0"/>
                      </a:rPr>
                      <m:t>~</m:t>
                    </m:r>
                    <m:sSup>
                      <m:sSupPr>
                        <m:ctrlPr>
                          <a:rPr lang="en-US" altLang="zh-CN" b="1" i="1" smtClean="0">
                            <a:latin typeface="Cambria Math" panose="02040503050406030204" pitchFamily="18" charset="0"/>
                            <a:ea typeface="Cambria Math" panose="02040503050406030204" pitchFamily="18" charset="0"/>
                          </a:rPr>
                        </m:ctrlPr>
                      </m:sSupPr>
                      <m:e>
                        <m:r>
                          <a:rPr lang="en-US" altLang="zh-CN" b="1" i="1" smtClean="0">
                            <a:latin typeface="Cambria Math" panose="02040503050406030204" pitchFamily="18" charset="0"/>
                            <a:ea typeface="Cambria Math" panose="02040503050406030204" pitchFamily="18" charset="0"/>
                          </a:rPr>
                          <m:t>(</m:t>
                        </m:r>
                        <m:r>
                          <a:rPr lang="en-US" altLang="zh-CN" b="1" i="1" smtClean="0">
                            <a:latin typeface="Cambria Math" panose="02040503050406030204" pitchFamily="18" charset="0"/>
                            <a:ea typeface="Cambria Math" panose="02040503050406030204" pitchFamily="18" charset="0"/>
                          </a:rPr>
                          <m:t>𝟐</m:t>
                        </m:r>
                      </m:e>
                      <m:sup>
                        <m:r>
                          <a:rPr lang="en-US" altLang="zh-CN" b="1" i="1" smtClean="0">
                            <a:latin typeface="Cambria Math" panose="02040503050406030204" pitchFamily="18" charset="0"/>
                            <a:ea typeface="Cambria Math" panose="02040503050406030204" pitchFamily="18" charset="0"/>
                          </a:rPr>
                          <m:t>𝟑</m:t>
                        </m:r>
                      </m:sup>
                    </m:sSup>
                    <m:r>
                      <a:rPr lang="en-US" altLang="zh-CN" b="1" i="1" smtClean="0">
                        <a:latin typeface="Cambria Math" panose="02040503050406030204" pitchFamily="18" charset="0"/>
                        <a:ea typeface="Cambria Math" panose="02040503050406030204" pitchFamily="18" charset="0"/>
                      </a:rPr>
                      <m:t>−</m:t>
                    </m:r>
                    <m:r>
                      <a:rPr lang="en-US" altLang="zh-CN" b="1" i="1" smtClean="0">
                        <a:latin typeface="Cambria Math" panose="02040503050406030204" pitchFamily="18" charset="0"/>
                        <a:ea typeface="Cambria Math" panose="02040503050406030204" pitchFamily="18" charset="0"/>
                      </a:rPr>
                      <m:t>𝟏</m:t>
                    </m:r>
                    <m:r>
                      <a:rPr lang="en-US" altLang="zh-CN" b="1" i="1" smtClean="0">
                        <a:latin typeface="Cambria Math" panose="02040503050406030204" pitchFamily="18" charset="0"/>
                        <a:ea typeface="Cambria Math" panose="02040503050406030204" pitchFamily="18" charset="0"/>
                      </a:rPr>
                      <m:t>)。</m:t>
                    </m:r>
                  </m:oMath>
                </a14:m>
                <a:endParaRPr lang="en-US" altLang="zh-CN" b="1" dirty="0"/>
              </a:p>
            </p:txBody>
          </p:sp>
        </mc:Choice>
        <mc:Fallback xmlns="">
          <p:sp>
            <p:nvSpPr>
              <p:cNvPr id="28" name="íşlïḍè">
                <a:extLst>
                  <a:ext uri="{FF2B5EF4-FFF2-40B4-BE49-F238E27FC236}">
                    <a16:creationId xmlns:a16="http://schemas.microsoft.com/office/drawing/2014/main" id="{8898676C-F981-4D74-B324-A859D1387610}"/>
                  </a:ext>
                </a:extLst>
              </p:cNvPr>
              <p:cNvSpPr txBox="1">
                <a:spLocks noRot="1" noChangeAspect="1" noMove="1" noResize="1" noEditPoints="1" noAdjustHandles="1" noChangeArrowheads="1" noChangeShapeType="1" noTextEdit="1"/>
              </p:cNvSpPr>
              <p:nvPr/>
            </p:nvSpPr>
            <p:spPr>
              <a:xfrm>
                <a:off x="2993250" y="2799126"/>
                <a:ext cx="6657288" cy="311297"/>
              </a:xfrm>
              <a:prstGeom prst="rect">
                <a:avLst/>
              </a:prstGeom>
              <a:blipFill>
                <a:blip r:embed="rId9"/>
                <a:stretch>
                  <a:fillRect l="-733" t="-17647" b="-41176"/>
                </a:stretch>
              </a:blipFill>
            </p:spPr>
            <p:txBody>
              <a:bodyPr/>
              <a:lstStyle/>
              <a:p>
                <a:r>
                  <a:rPr lang="zh-CN" altLang="en-US">
                    <a:noFill/>
                  </a:rPr>
                  <a:t> </a:t>
                </a:r>
              </a:p>
            </p:txBody>
          </p:sp>
        </mc:Fallback>
      </mc:AlternateContent>
      <p:graphicFrame>
        <p:nvGraphicFramePr>
          <p:cNvPr id="29" name="表格 21">
            <a:extLst>
              <a:ext uri="{FF2B5EF4-FFF2-40B4-BE49-F238E27FC236}">
                <a16:creationId xmlns:a16="http://schemas.microsoft.com/office/drawing/2014/main" id="{44D0CDFF-8B53-4BB1-835E-1192E30CC2FA}"/>
              </a:ext>
            </a:extLst>
          </p:cNvPr>
          <p:cNvGraphicFramePr>
            <a:graphicFrameLocks noGrp="1"/>
          </p:cNvGraphicFramePr>
          <p:nvPr/>
        </p:nvGraphicFramePr>
        <p:xfrm>
          <a:off x="2302929" y="5557308"/>
          <a:ext cx="9067800" cy="370840"/>
        </p:xfrm>
        <a:graphic>
          <a:graphicData uri="http://schemas.openxmlformats.org/drawingml/2006/table">
            <a:tbl>
              <a:tblPr firstRow="1" bandRow="1">
                <a:tableStyleId>{5C22544A-7EE6-4342-B048-85BDC9FD1C3A}</a:tableStyleId>
              </a:tblPr>
              <a:tblGrid>
                <a:gridCol w="755650">
                  <a:extLst>
                    <a:ext uri="{9D8B030D-6E8A-4147-A177-3AD203B41FA5}">
                      <a16:colId xmlns:a16="http://schemas.microsoft.com/office/drawing/2014/main" val="877486509"/>
                    </a:ext>
                  </a:extLst>
                </a:gridCol>
                <a:gridCol w="755650">
                  <a:extLst>
                    <a:ext uri="{9D8B030D-6E8A-4147-A177-3AD203B41FA5}">
                      <a16:colId xmlns:a16="http://schemas.microsoft.com/office/drawing/2014/main" val="3548605817"/>
                    </a:ext>
                  </a:extLst>
                </a:gridCol>
                <a:gridCol w="755650">
                  <a:extLst>
                    <a:ext uri="{9D8B030D-6E8A-4147-A177-3AD203B41FA5}">
                      <a16:colId xmlns:a16="http://schemas.microsoft.com/office/drawing/2014/main" val="2881812895"/>
                    </a:ext>
                  </a:extLst>
                </a:gridCol>
                <a:gridCol w="755650">
                  <a:extLst>
                    <a:ext uri="{9D8B030D-6E8A-4147-A177-3AD203B41FA5}">
                      <a16:colId xmlns:a16="http://schemas.microsoft.com/office/drawing/2014/main" val="3682284582"/>
                    </a:ext>
                  </a:extLst>
                </a:gridCol>
                <a:gridCol w="755650">
                  <a:extLst>
                    <a:ext uri="{9D8B030D-6E8A-4147-A177-3AD203B41FA5}">
                      <a16:colId xmlns:a16="http://schemas.microsoft.com/office/drawing/2014/main" val="500127722"/>
                    </a:ext>
                  </a:extLst>
                </a:gridCol>
                <a:gridCol w="755650">
                  <a:extLst>
                    <a:ext uri="{9D8B030D-6E8A-4147-A177-3AD203B41FA5}">
                      <a16:colId xmlns:a16="http://schemas.microsoft.com/office/drawing/2014/main" val="2946259618"/>
                    </a:ext>
                  </a:extLst>
                </a:gridCol>
                <a:gridCol w="755650">
                  <a:extLst>
                    <a:ext uri="{9D8B030D-6E8A-4147-A177-3AD203B41FA5}">
                      <a16:colId xmlns:a16="http://schemas.microsoft.com/office/drawing/2014/main" val="171501986"/>
                    </a:ext>
                  </a:extLst>
                </a:gridCol>
                <a:gridCol w="755650">
                  <a:extLst>
                    <a:ext uri="{9D8B030D-6E8A-4147-A177-3AD203B41FA5}">
                      <a16:colId xmlns:a16="http://schemas.microsoft.com/office/drawing/2014/main" val="1667185265"/>
                    </a:ext>
                  </a:extLst>
                </a:gridCol>
                <a:gridCol w="755650">
                  <a:extLst>
                    <a:ext uri="{9D8B030D-6E8A-4147-A177-3AD203B41FA5}">
                      <a16:colId xmlns:a16="http://schemas.microsoft.com/office/drawing/2014/main" val="4258211808"/>
                    </a:ext>
                  </a:extLst>
                </a:gridCol>
                <a:gridCol w="755650">
                  <a:extLst>
                    <a:ext uri="{9D8B030D-6E8A-4147-A177-3AD203B41FA5}">
                      <a16:colId xmlns:a16="http://schemas.microsoft.com/office/drawing/2014/main" val="1794200575"/>
                    </a:ext>
                  </a:extLst>
                </a:gridCol>
                <a:gridCol w="755650">
                  <a:extLst>
                    <a:ext uri="{9D8B030D-6E8A-4147-A177-3AD203B41FA5}">
                      <a16:colId xmlns:a16="http://schemas.microsoft.com/office/drawing/2014/main" val="4230716487"/>
                    </a:ext>
                  </a:extLst>
                </a:gridCol>
                <a:gridCol w="755650">
                  <a:extLst>
                    <a:ext uri="{9D8B030D-6E8A-4147-A177-3AD203B41FA5}">
                      <a16:colId xmlns:a16="http://schemas.microsoft.com/office/drawing/2014/main" val="56153739"/>
                    </a:ext>
                  </a:extLst>
                </a:gridCol>
              </a:tblGrid>
              <a:tr h="370840">
                <a:tc>
                  <a:txBody>
                    <a:bodyPr/>
                    <a:lstStyle/>
                    <a:p>
                      <a:pPr algn="ctr"/>
                      <a:r>
                        <a:rPr lang="en-US" altLang="zh-CN" dirty="0">
                          <a:solidFill>
                            <a:schemeClr val="tx1"/>
                          </a:solidFill>
                          <a:latin typeface="Arial Black" panose="020B0A04020102020204" pitchFamily="34" charset="0"/>
                        </a:rPr>
                        <a:t>0</a:t>
                      </a:r>
                      <a:endParaRPr lang="zh-CN" altLang="en-US" dirty="0">
                        <a:solidFill>
                          <a:schemeClr val="tx1"/>
                        </a:solidFill>
                        <a:latin typeface="Arial Black" panose="020B0A04020102020204" pitchFamily="34" charset="0"/>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ctr"/>
                      <a:r>
                        <a:rPr lang="en-US" altLang="zh-CN" dirty="0">
                          <a:solidFill>
                            <a:schemeClr val="tx1"/>
                          </a:solidFill>
                          <a:latin typeface="Arial Black" panose="020B0A04020102020204" pitchFamily="34" charset="0"/>
                        </a:rPr>
                        <a:t>1</a:t>
                      </a:r>
                      <a:endParaRPr lang="zh-CN" altLang="en-US" dirty="0">
                        <a:solidFill>
                          <a:schemeClr val="tx1"/>
                        </a:solidFill>
                        <a:latin typeface="Arial Black" panose="020B0A04020102020204" pitchFamily="34" charset="0"/>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ctr"/>
                      <a:r>
                        <a:rPr lang="en-US" altLang="zh-CN" dirty="0">
                          <a:solidFill>
                            <a:schemeClr val="tx1"/>
                          </a:solidFill>
                          <a:latin typeface="Arial Black" panose="020B0A04020102020204" pitchFamily="34" charset="0"/>
                        </a:rPr>
                        <a:t>2</a:t>
                      </a:r>
                      <a:endParaRPr lang="zh-CN" altLang="en-US" dirty="0">
                        <a:solidFill>
                          <a:schemeClr val="tx1"/>
                        </a:solidFill>
                        <a:latin typeface="Arial Black" panose="020B0A04020102020204" pitchFamily="34" charset="0"/>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ctr"/>
                      <a:r>
                        <a:rPr lang="en-US" altLang="zh-CN" dirty="0">
                          <a:solidFill>
                            <a:schemeClr val="tx1"/>
                          </a:solidFill>
                          <a:latin typeface="Arial Black" panose="020B0A04020102020204" pitchFamily="34" charset="0"/>
                        </a:rPr>
                        <a:t>3</a:t>
                      </a:r>
                      <a:endParaRPr lang="zh-CN" altLang="en-US" dirty="0">
                        <a:solidFill>
                          <a:schemeClr val="tx1"/>
                        </a:solidFill>
                        <a:latin typeface="Arial Black" panose="020B0A04020102020204" pitchFamily="34" charset="0"/>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ctr"/>
                      <a:r>
                        <a:rPr lang="en-US" altLang="zh-CN" dirty="0">
                          <a:solidFill>
                            <a:schemeClr val="tx1"/>
                          </a:solidFill>
                          <a:latin typeface="Arial Black" panose="020B0A04020102020204" pitchFamily="34" charset="0"/>
                        </a:rPr>
                        <a:t>4</a:t>
                      </a:r>
                      <a:endParaRPr lang="zh-CN" altLang="en-US" dirty="0">
                        <a:solidFill>
                          <a:schemeClr val="tx1"/>
                        </a:solidFill>
                        <a:latin typeface="Arial Black" panose="020B0A04020102020204" pitchFamily="34" charset="0"/>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ctr"/>
                      <a:r>
                        <a:rPr lang="en-US" altLang="zh-CN" dirty="0">
                          <a:solidFill>
                            <a:schemeClr val="tx1"/>
                          </a:solidFill>
                          <a:latin typeface="Arial Black" panose="020B0A04020102020204" pitchFamily="34" charset="0"/>
                        </a:rPr>
                        <a:t>5</a:t>
                      </a:r>
                      <a:endParaRPr lang="zh-CN" altLang="en-US" dirty="0">
                        <a:solidFill>
                          <a:schemeClr val="tx1"/>
                        </a:solidFill>
                        <a:latin typeface="Arial Black" panose="020B0A04020102020204" pitchFamily="34" charset="0"/>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ctr"/>
                      <a:r>
                        <a:rPr lang="en-US" altLang="zh-CN" dirty="0">
                          <a:solidFill>
                            <a:schemeClr val="tx1"/>
                          </a:solidFill>
                          <a:latin typeface="Arial Black" panose="020B0A04020102020204" pitchFamily="34" charset="0"/>
                        </a:rPr>
                        <a:t>6</a:t>
                      </a:r>
                      <a:endParaRPr lang="zh-CN" altLang="en-US" dirty="0">
                        <a:solidFill>
                          <a:schemeClr val="tx1"/>
                        </a:solidFill>
                        <a:latin typeface="Arial Black" panose="020B0A04020102020204" pitchFamily="34" charset="0"/>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ctr"/>
                      <a:r>
                        <a:rPr lang="en-US" altLang="zh-CN" dirty="0">
                          <a:solidFill>
                            <a:schemeClr val="tx1"/>
                          </a:solidFill>
                          <a:latin typeface="Arial Black" panose="020B0A04020102020204" pitchFamily="34" charset="0"/>
                        </a:rPr>
                        <a:t>7</a:t>
                      </a:r>
                      <a:endParaRPr lang="zh-CN" altLang="en-US" dirty="0">
                        <a:solidFill>
                          <a:schemeClr val="tx1"/>
                        </a:solidFill>
                        <a:latin typeface="Arial Black" panose="020B0A04020102020204" pitchFamily="34" charset="0"/>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ctr"/>
                      <a:r>
                        <a:rPr lang="en-US" altLang="zh-CN" dirty="0">
                          <a:solidFill>
                            <a:schemeClr val="tx1"/>
                          </a:solidFill>
                          <a:latin typeface="Arial Black" panose="020B0A04020102020204" pitchFamily="34" charset="0"/>
                        </a:rPr>
                        <a:t>0</a:t>
                      </a:r>
                      <a:endParaRPr lang="zh-CN" altLang="en-US" dirty="0">
                        <a:solidFill>
                          <a:schemeClr val="tx1"/>
                        </a:solidFill>
                        <a:latin typeface="Arial Black" panose="020B0A04020102020204" pitchFamily="34" charset="0"/>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ctr"/>
                      <a:r>
                        <a:rPr lang="en-US" altLang="zh-CN" dirty="0">
                          <a:solidFill>
                            <a:schemeClr val="tx1"/>
                          </a:solidFill>
                          <a:latin typeface="Arial Black" panose="020B0A04020102020204" pitchFamily="34" charset="0"/>
                        </a:rPr>
                        <a:t>1</a:t>
                      </a:r>
                      <a:endParaRPr lang="zh-CN" altLang="en-US" dirty="0">
                        <a:solidFill>
                          <a:schemeClr val="tx1"/>
                        </a:solidFill>
                        <a:latin typeface="Arial Black" panose="020B0A04020102020204" pitchFamily="34" charset="0"/>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ctr"/>
                      <a:r>
                        <a:rPr lang="en-US" altLang="zh-CN" dirty="0">
                          <a:solidFill>
                            <a:schemeClr val="tx1"/>
                          </a:solidFill>
                          <a:latin typeface="Arial Black" panose="020B0A04020102020204" pitchFamily="34" charset="0"/>
                        </a:rPr>
                        <a:t>2</a:t>
                      </a:r>
                      <a:endParaRPr lang="zh-CN" altLang="en-US" dirty="0">
                        <a:solidFill>
                          <a:schemeClr val="tx1"/>
                        </a:solidFill>
                        <a:latin typeface="Arial Black" panose="020B0A04020102020204" pitchFamily="34" charset="0"/>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ctr"/>
                      <a:r>
                        <a:rPr lang="en-US" altLang="zh-CN" dirty="0">
                          <a:solidFill>
                            <a:schemeClr val="tx1"/>
                          </a:solidFill>
                          <a:latin typeface="Arial Black" panose="020B0A04020102020204" pitchFamily="34" charset="0"/>
                        </a:rPr>
                        <a:t>…</a:t>
                      </a:r>
                      <a:endParaRPr lang="zh-CN" altLang="en-US" dirty="0">
                        <a:solidFill>
                          <a:schemeClr val="tx1"/>
                        </a:solidFill>
                        <a:latin typeface="Arial Black" panose="020B0A04020102020204" pitchFamily="34" charset="0"/>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extLst>
                  <a:ext uri="{0D108BD9-81ED-4DB2-BD59-A6C34878D82A}">
                    <a16:rowId xmlns:a16="http://schemas.microsoft.com/office/drawing/2014/main" val="316235763"/>
                  </a:ext>
                </a:extLst>
              </a:tr>
            </a:tbl>
          </a:graphicData>
        </a:graphic>
      </p:graphicFrame>
      <p:graphicFrame>
        <p:nvGraphicFramePr>
          <p:cNvPr id="30" name="表格 21">
            <a:extLst>
              <a:ext uri="{FF2B5EF4-FFF2-40B4-BE49-F238E27FC236}">
                <a16:creationId xmlns:a16="http://schemas.microsoft.com/office/drawing/2014/main" id="{849D252C-900C-44C3-9C3B-0A66CC10F5E3}"/>
              </a:ext>
            </a:extLst>
          </p:cNvPr>
          <p:cNvGraphicFramePr>
            <a:graphicFrameLocks noGrp="1"/>
          </p:cNvGraphicFramePr>
          <p:nvPr/>
        </p:nvGraphicFramePr>
        <p:xfrm>
          <a:off x="2302929" y="1827576"/>
          <a:ext cx="9067800" cy="370840"/>
        </p:xfrm>
        <a:graphic>
          <a:graphicData uri="http://schemas.openxmlformats.org/drawingml/2006/table">
            <a:tbl>
              <a:tblPr firstRow="1" bandRow="1">
                <a:tableStyleId>{5C22544A-7EE6-4342-B048-85BDC9FD1C3A}</a:tableStyleId>
              </a:tblPr>
              <a:tblGrid>
                <a:gridCol w="755650">
                  <a:extLst>
                    <a:ext uri="{9D8B030D-6E8A-4147-A177-3AD203B41FA5}">
                      <a16:colId xmlns:a16="http://schemas.microsoft.com/office/drawing/2014/main" val="877486509"/>
                    </a:ext>
                  </a:extLst>
                </a:gridCol>
                <a:gridCol w="755650">
                  <a:extLst>
                    <a:ext uri="{9D8B030D-6E8A-4147-A177-3AD203B41FA5}">
                      <a16:colId xmlns:a16="http://schemas.microsoft.com/office/drawing/2014/main" val="3548605817"/>
                    </a:ext>
                  </a:extLst>
                </a:gridCol>
                <a:gridCol w="755650">
                  <a:extLst>
                    <a:ext uri="{9D8B030D-6E8A-4147-A177-3AD203B41FA5}">
                      <a16:colId xmlns:a16="http://schemas.microsoft.com/office/drawing/2014/main" val="2881812895"/>
                    </a:ext>
                  </a:extLst>
                </a:gridCol>
                <a:gridCol w="755650">
                  <a:extLst>
                    <a:ext uri="{9D8B030D-6E8A-4147-A177-3AD203B41FA5}">
                      <a16:colId xmlns:a16="http://schemas.microsoft.com/office/drawing/2014/main" val="3682284582"/>
                    </a:ext>
                  </a:extLst>
                </a:gridCol>
                <a:gridCol w="755650">
                  <a:extLst>
                    <a:ext uri="{9D8B030D-6E8A-4147-A177-3AD203B41FA5}">
                      <a16:colId xmlns:a16="http://schemas.microsoft.com/office/drawing/2014/main" val="500127722"/>
                    </a:ext>
                  </a:extLst>
                </a:gridCol>
                <a:gridCol w="755650">
                  <a:extLst>
                    <a:ext uri="{9D8B030D-6E8A-4147-A177-3AD203B41FA5}">
                      <a16:colId xmlns:a16="http://schemas.microsoft.com/office/drawing/2014/main" val="2946259618"/>
                    </a:ext>
                  </a:extLst>
                </a:gridCol>
                <a:gridCol w="755650">
                  <a:extLst>
                    <a:ext uri="{9D8B030D-6E8A-4147-A177-3AD203B41FA5}">
                      <a16:colId xmlns:a16="http://schemas.microsoft.com/office/drawing/2014/main" val="171501986"/>
                    </a:ext>
                  </a:extLst>
                </a:gridCol>
                <a:gridCol w="755650">
                  <a:extLst>
                    <a:ext uri="{9D8B030D-6E8A-4147-A177-3AD203B41FA5}">
                      <a16:colId xmlns:a16="http://schemas.microsoft.com/office/drawing/2014/main" val="1667185265"/>
                    </a:ext>
                  </a:extLst>
                </a:gridCol>
                <a:gridCol w="755650">
                  <a:extLst>
                    <a:ext uri="{9D8B030D-6E8A-4147-A177-3AD203B41FA5}">
                      <a16:colId xmlns:a16="http://schemas.microsoft.com/office/drawing/2014/main" val="4258211808"/>
                    </a:ext>
                  </a:extLst>
                </a:gridCol>
                <a:gridCol w="755650">
                  <a:extLst>
                    <a:ext uri="{9D8B030D-6E8A-4147-A177-3AD203B41FA5}">
                      <a16:colId xmlns:a16="http://schemas.microsoft.com/office/drawing/2014/main" val="1794200575"/>
                    </a:ext>
                  </a:extLst>
                </a:gridCol>
                <a:gridCol w="755650">
                  <a:extLst>
                    <a:ext uri="{9D8B030D-6E8A-4147-A177-3AD203B41FA5}">
                      <a16:colId xmlns:a16="http://schemas.microsoft.com/office/drawing/2014/main" val="4230716487"/>
                    </a:ext>
                  </a:extLst>
                </a:gridCol>
                <a:gridCol w="755650">
                  <a:extLst>
                    <a:ext uri="{9D8B030D-6E8A-4147-A177-3AD203B41FA5}">
                      <a16:colId xmlns:a16="http://schemas.microsoft.com/office/drawing/2014/main" val="56153739"/>
                    </a:ext>
                  </a:extLst>
                </a:gridCol>
              </a:tblGrid>
              <a:tr h="370840">
                <a:tc>
                  <a:txBody>
                    <a:bodyPr/>
                    <a:lstStyle/>
                    <a:p>
                      <a:pPr algn="ctr"/>
                      <a:r>
                        <a:rPr lang="en-US" altLang="zh-CN" dirty="0">
                          <a:solidFill>
                            <a:schemeClr val="tx1"/>
                          </a:solidFill>
                          <a:latin typeface="Arial Black" panose="020B0A04020102020204" pitchFamily="34" charset="0"/>
                        </a:rPr>
                        <a:t>0</a:t>
                      </a:r>
                      <a:endParaRPr lang="zh-CN" altLang="en-US" dirty="0">
                        <a:solidFill>
                          <a:schemeClr val="tx1"/>
                        </a:solidFill>
                        <a:latin typeface="Arial Black" panose="020B0A04020102020204" pitchFamily="34" charset="0"/>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ctr"/>
                      <a:r>
                        <a:rPr lang="en-US" altLang="zh-CN" dirty="0">
                          <a:solidFill>
                            <a:schemeClr val="tx1"/>
                          </a:solidFill>
                          <a:latin typeface="Arial Black" panose="020B0A04020102020204" pitchFamily="34" charset="0"/>
                        </a:rPr>
                        <a:t>1</a:t>
                      </a:r>
                      <a:endParaRPr lang="zh-CN" altLang="en-US" dirty="0">
                        <a:solidFill>
                          <a:schemeClr val="tx1"/>
                        </a:solidFill>
                        <a:latin typeface="Arial Black" panose="020B0A04020102020204" pitchFamily="34" charset="0"/>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ctr"/>
                      <a:r>
                        <a:rPr lang="en-US" altLang="zh-CN" dirty="0">
                          <a:solidFill>
                            <a:schemeClr val="tx1"/>
                          </a:solidFill>
                          <a:latin typeface="Arial Black" panose="020B0A04020102020204" pitchFamily="34" charset="0"/>
                        </a:rPr>
                        <a:t>2</a:t>
                      </a:r>
                      <a:endParaRPr lang="zh-CN" altLang="en-US" dirty="0">
                        <a:solidFill>
                          <a:schemeClr val="tx1"/>
                        </a:solidFill>
                        <a:latin typeface="Arial Black" panose="020B0A04020102020204" pitchFamily="34" charset="0"/>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ctr"/>
                      <a:r>
                        <a:rPr lang="en-US" altLang="zh-CN" dirty="0">
                          <a:solidFill>
                            <a:schemeClr val="tx1"/>
                          </a:solidFill>
                          <a:latin typeface="Arial Black" panose="020B0A04020102020204" pitchFamily="34" charset="0"/>
                        </a:rPr>
                        <a:t>3</a:t>
                      </a:r>
                      <a:endParaRPr lang="zh-CN" altLang="en-US" dirty="0">
                        <a:solidFill>
                          <a:schemeClr val="tx1"/>
                        </a:solidFill>
                        <a:latin typeface="Arial Black" panose="020B0A04020102020204" pitchFamily="34" charset="0"/>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ctr"/>
                      <a:r>
                        <a:rPr lang="en-US" altLang="zh-CN" dirty="0">
                          <a:solidFill>
                            <a:schemeClr val="tx1"/>
                          </a:solidFill>
                          <a:latin typeface="Arial Black" panose="020B0A04020102020204" pitchFamily="34" charset="0"/>
                        </a:rPr>
                        <a:t>4</a:t>
                      </a:r>
                      <a:endParaRPr lang="zh-CN" altLang="en-US" dirty="0">
                        <a:solidFill>
                          <a:schemeClr val="tx1"/>
                        </a:solidFill>
                        <a:latin typeface="Arial Black" panose="020B0A04020102020204" pitchFamily="34" charset="0"/>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ctr"/>
                      <a:r>
                        <a:rPr lang="en-US" altLang="zh-CN" dirty="0">
                          <a:solidFill>
                            <a:schemeClr val="tx1"/>
                          </a:solidFill>
                          <a:latin typeface="Arial Black" panose="020B0A04020102020204" pitchFamily="34" charset="0"/>
                        </a:rPr>
                        <a:t>5</a:t>
                      </a:r>
                      <a:endParaRPr lang="zh-CN" altLang="en-US" dirty="0">
                        <a:solidFill>
                          <a:schemeClr val="tx1"/>
                        </a:solidFill>
                        <a:latin typeface="Arial Black" panose="020B0A04020102020204" pitchFamily="34" charset="0"/>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ctr"/>
                      <a:r>
                        <a:rPr lang="en-US" altLang="zh-CN" dirty="0">
                          <a:solidFill>
                            <a:schemeClr val="tx1"/>
                          </a:solidFill>
                          <a:latin typeface="Arial Black" panose="020B0A04020102020204" pitchFamily="34" charset="0"/>
                        </a:rPr>
                        <a:t>6</a:t>
                      </a:r>
                      <a:endParaRPr lang="zh-CN" altLang="en-US" dirty="0">
                        <a:solidFill>
                          <a:schemeClr val="tx1"/>
                        </a:solidFill>
                        <a:latin typeface="Arial Black" panose="020B0A04020102020204" pitchFamily="34" charset="0"/>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ctr"/>
                      <a:r>
                        <a:rPr lang="en-US" altLang="zh-CN" dirty="0">
                          <a:solidFill>
                            <a:schemeClr val="tx1"/>
                          </a:solidFill>
                          <a:latin typeface="Arial Black" panose="020B0A04020102020204" pitchFamily="34" charset="0"/>
                        </a:rPr>
                        <a:t>7</a:t>
                      </a:r>
                      <a:endParaRPr lang="zh-CN" altLang="en-US" dirty="0">
                        <a:solidFill>
                          <a:schemeClr val="tx1"/>
                        </a:solidFill>
                        <a:latin typeface="Arial Black" panose="020B0A04020102020204" pitchFamily="34" charset="0"/>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ctr"/>
                      <a:r>
                        <a:rPr lang="en-US" altLang="zh-CN" dirty="0">
                          <a:solidFill>
                            <a:schemeClr val="tx1"/>
                          </a:solidFill>
                          <a:latin typeface="Arial Black" panose="020B0A04020102020204" pitchFamily="34" charset="0"/>
                        </a:rPr>
                        <a:t>0</a:t>
                      </a:r>
                      <a:endParaRPr lang="zh-CN" altLang="en-US" dirty="0">
                        <a:solidFill>
                          <a:schemeClr val="tx1"/>
                        </a:solidFill>
                        <a:latin typeface="Arial Black" panose="020B0A04020102020204" pitchFamily="34" charset="0"/>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ctr"/>
                      <a:r>
                        <a:rPr lang="en-US" altLang="zh-CN" dirty="0">
                          <a:solidFill>
                            <a:schemeClr val="tx1"/>
                          </a:solidFill>
                          <a:latin typeface="Arial Black" panose="020B0A04020102020204" pitchFamily="34" charset="0"/>
                        </a:rPr>
                        <a:t>1</a:t>
                      </a:r>
                      <a:endParaRPr lang="zh-CN" altLang="en-US" dirty="0">
                        <a:solidFill>
                          <a:schemeClr val="tx1"/>
                        </a:solidFill>
                        <a:latin typeface="Arial Black" panose="020B0A04020102020204" pitchFamily="34" charset="0"/>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ctr"/>
                      <a:r>
                        <a:rPr lang="en-US" altLang="zh-CN" dirty="0">
                          <a:solidFill>
                            <a:schemeClr val="tx1"/>
                          </a:solidFill>
                          <a:latin typeface="Arial Black" panose="020B0A04020102020204" pitchFamily="34" charset="0"/>
                        </a:rPr>
                        <a:t>2</a:t>
                      </a:r>
                      <a:endParaRPr lang="zh-CN" altLang="en-US" dirty="0">
                        <a:solidFill>
                          <a:schemeClr val="tx1"/>
                        </a:solidFill>
                        <a:latin typeface="Arial Black" panose="020B0A04020102020204" pitchFamily="34" charset="0"/>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ctr"/>
                      <a:r>
                        <a:rPr lang="en-US" altLang="zh-CN" dirty="0">
                          <a:solidFill>
                            <a:schemeClr val="tx1"/>
                          </a:solidFill>
                          <a:latin typeface="Arial Black" panose="020B0A04020102020204" pitchFamily="34" charset="0"/>
                        </a:rPr>
                        <a:t>…</a:t>
                      </a:r>
                      <a:endParaRPr lang="zh-CN" altLang="en-US" dirty="0">
                        <a:solidFill>
                          <a:schemeClr val="tx1"/>
                        </a:solidFill>
                        <a:latin typeface="Arial Black" panose="020B0A04020102020204" pitchFamily="34" charset="0"/>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extLst>
                  <a:ext uri="{0D108BD9-81ED-4DB2-BD59-A6C34878D82A}">
                    <a16:rowId xmlns:a16="http://schemas.microsoft.com/office/drawing/2014/main" val="316235763"/>
                  </a:ext>
                </a:extLst>
              </a:tr>
            </a:tbl>
          </a:graphicData>
        </a:graphic>
      </p:graphicFrame>
      <mc:AlternateContent xmlns:mc="http://schemas.openxmlformats.org/markup-compatibility/2006" xmlns:a14="http://schemas.microsoft.com/office/drawing/2010/main">
        <mc:Choice Requires="a14">
          <p:sp>
            <p:nvSpPr>
              <p:cNvPr id="31" name="íşlïḍè">
                <a:extLst>
                  <a:ext uri="{FF2B5EF4-FFF2-40B4-BE49-F238E27FC236}">
                    <a16:creationId xmlns:a16="http://schemas.microsoft.com/office/drawing/2014/main" id="{534EE850-C207-4BCA-A31E-771A47DA9033}"/>
                  </a:ext>
                </a:extLst>
              </p:cNvPr>
              <p:cNvSpPr txBox="1"/>
              <p:nvPr/>
            </p:nvSpPr>
            <p:spPr>
              <a:xfrm>
                <a:off x="2993250" y="3257900"/>
                <a:ext cx="6218660" cy="311297"/>
              </a:xfrm>
              <a:prstGeom prst="rect">
                <a:avLst/>
              </a:prstGeom>
              <a:noFill/>
            </p:spPr>
            <p:txBody>
              <a:bodyPr wrap="square" lIns="91440" tIns="45720" rIns="91440" bIns="45720" anchor="ctr">
                <a:noAutofit/>
              </a:bodyPr>
              <a:lstStyle/>
              <a:p>
                <a:r>
                  <a:rPr lang="zh-CN" altLang="en-US" b="1" dirty="0">
                    <a:solidFill>
                      <a:schemeClr val="accent4"/>
                    </a:solidFill>
                  </a:rPr>
                  <a:t>接收窗口</a:t>
                </a:r>
                <a14:m>
                  <m:oMath xmlns:m="http://schemas.openxmlformats.org/officeDocument/2006/math">
                    <m:sSub>
                      <m:sSubPr>
                        <m:ctrlPr>
                          <a:rPr lang="en-US" altLang="zh-CN" b="1" i="1" smtClean="0">
                            <a:solidFill>
                              <a:schemeClr val="accent4"/>
                            </a:solidFill>
                            <a:latin typeface="Cambria Math" panose="02040503050406030204" pitchFamily="18" charset="0"/>
                          </a:rPr>
                        </m:ctrlPr>
                      </m:sSubPr>
                      <m:e>
                        <m:r>
                          <a:rPr lang="en-US" altLang="zh-CN" b="1" i="1" smtClean="0">
                            <a:solidFill>
                              <a:schemeClr val="accent4"/>
                            </a:solidFill>
                            <a:latin typeface="Cambria Math" panose="02040503050406030204" pitchFamily="18" charset="0"/>
                          </a:rPr>
                          <m:t>𝑾</m:t>
                        </m:r>
                      </m:e>
                      <m:sub>
                        <m:r>
                          <a:rPr lang="en-US" altLang="zh-CN" b="1" i="1" smtClean="0">
                            <a:solidFill>
                              <a:schemeClr val="accent4"/>
                            </a:solidFill>
                            <a:latin typeface="Cambria Math" panose="02040503050406030204" pitchFamily="18" charset="0"/>
                          </a:rPr>
                          <m:t>𝑹</m:t>
                        </m:r>
                      </m:sub>
                    </m:sSub>
                  </m:oMath>
                </a14:m>
                <a:r>
                  <a:rPr lang="zh-CN" altLang="en-US" b="1" dirty="0"/>
                  <a:t>取最大值</a:t>
                </a:r>
                <a14:m>
                  <m:oMath xmlns:m="http://schemas.openxmlformats.org/officeDocument/2006/math">
                    <m:sSup>
                      <m:sSupPr>
                        <m:ctrlPr>
                          <a:rPr lang="en-US" altLang="zh-CN" b="1" i="1" smtClean="0">
                            <a:latin typeface="Cambria Math" panose="02040503050406030204" pitchFamily="18" charset="0"/>
                          </a:rPr>
                        </m:ctrlPr>
                      </m:sSupPr>
                      <m:e>
                        <m:r>
                          <a:rPr lang="en-US" altLang="zh-CN" b="1" i="1" smtClean="0">
                            <a:latin typeface="Cambria Math" panose="02040503050406030204" pitchFamily="18" charset="0"/>
                          </a:rPr>
                          <m:t>𝟐</m:t>
                        </m:r>
                      </m:e>
                      <m:sup>
                        <m:r>
                          <a:rPr lang="en-US" altLang="zh-CN" b="1" i="1" smtClean="0">
                            <a:latin typeface="Cambria Math" panose="02040503050406030204" pitchFamily="18" charset="0"/>
                          </a:rPr>
                          <m:t>(</m:t>
                        </m:r>
                        <m:r>
                          <a:rPr lang="en-US" altLang="zh-CN" b="1" i="1" smtClean="0">
                            <a:latin typeface="Cambria Math" panose="02040503050406030204" pitchFamily="18" charset="0"/>
                          </a:rPr>
                          <m:t>𝟑</m:t>
                        </m:r>
                        <m:r>
                          <a:rPr lang="en-US" altLang="zh-CN" b="1" i="1" smtClean="0">
                            <a:latin typeface="Cambria Math" panose="02040503050406030204" pitchFamily="18" charset="0"/>
                          </a:rPr>
                          <m:t>−</m:t>
                        </m:r>
                        <m:r>
                          <a:rPr lang="en-US" altLang="zh-CN" b="1" i="1" smtClean="0">
                            <a:latin typeface="Cambria Math" panose="02040503050406030204" pitchFamily="18" charset="0"/>
                          </a:rPr>
                          <m:t>𝟏</m:t>
                        </m:r>
                        <m:r>
                          <a:rPr lang="en-US" altLang="zh-CN" b="1" i="1" smtClean="0">
                            <a:latin typeface="Cambria Math" panose="02040503050406030204" pitchFamily="18" charset="0"/>
                          </a:rPr>
                          <m:t>)</m:t>
                        </m:r>
                      </m:sup>
                    </m:sSup>
                  </m:oMath>
                </a14:m>
                <a:r>
                  <a:rPr lang="zh-CN" altLang="en-US" b="1" dirty="0"/>
                  <a:t>，即</a:t>
                </a:r>
                <a14:m>
                  <m:oMath xmlns:m="http://schemas.openxmlformats.org/officeDocument/2006/math">
                    <m:sSub>
                      <m:sSubPr>
                        <m:ctrlPr>
                          <a:rPr lang="en-US" altLang="zh-CN" b="1" i="1" smtClean="0">
                            <a:latin typeface="Cambria Math" panose="02040503050406030204" pitchFamily="18" charset="0"/>
                          </a:rPr>
                        </m:ctrlPr>
                      </m:sSubPr>
                      <m:e>
                        <m:r>
                          <a:rPr lang="en-US" altLang="zh-CN" b="1" i="1" smtClean="0">
                            <a:latin typeface="Cambria Math" panose="02040503050406030204" pitchFamily="18" charset="0"/>
                          </a:rPr>
                          <m:t>𝑾</m:t>
                        </m:r>
                      </m:e>
                      <m:sub>
                        <m:r>
                          <a:rPr lang="en-US" altLang="zh-CN" b="1" i="1" smtClean="0">
                            <a:latin typeface="Cambria Math" panose="02040503050406030204" pitchFamily="18" charset="0"/>
                          </a:rPr>
                          <m:t>𝑹</m:t>
                        </m:r>
                      </m:sub>
                    </m:sSub>
                    <m:r>
                      <a:rPr lang="en-US" altLang="zh-CN" b="1" i="1" smtClean="0">
                        <a:latin typeface="Cambria Math" panose="02040503050406030204" pitchFamily="18" charset="0"/>
                      </a:rPr>
                      <m:t>=</m:t>
                    </m:r>
                    <m:r>
                      <a:rPr lang="en-US" altLang="zh-CN" b="1" i="1" smtClean="0">
                        <a:latin typeface="Cambria Math" panose="02040503050406030204" pitchFamily="18" charset="0"/>
                      </a:rPr>
                      <m:t>𝟒</m:t>
                    </m:r>
                    <m:r>
                      <a:rPr lang="zh-CN" altLang="en-US" b="1" i="1">
                        <a:latin typeface="Cambria Math" panose="02040503050406030204" pitchFamily="18" charset="0"/>
                      </a:rPr>
                      <m:t>。</m:t>
                    </m:r>
                  </m:oMath>
                </a14:m>
                <a:endParaRPr lang="en-US" altLang="zh-CN" b="1" dirty="0"/>
              </a:p>
            </p:txBody>
          </p:sp>
        </mc:Choice>
        <mc:Fallback xmlns="">
          <p:sp>
            <p:nvSpPr>
              <p:cNvPr id="31" name="íşlïḍè">
                <a:extLst>
                  <a:ext uri="{FF2B5EF4-FFF2-40B4-BE49-F238E27FC236}">
                    <a16:creationId xmlns:a16="http://schemas.microsoft.com/office/drawing/2014/main" id="{534EE850-C207-4BCA-A31E-771A47DA9033}"/>
                  </a:ext>
                </a:extLst>
              </p:cNvPr>
              <p:cNvSpPr txBox="1">
                <a:spLocks noRot="1" noChangeAspect="1" noMove="1" noResize="1" noEditPoints="1" noAdjustHandles="1" noChangeArrowheads="1" noChangeShapeType="1" noTextEdit="1"/>
              </p:cNvSpPr>
              <p:nvPr/>
            </p:nvSpPr>
            <p:spPr>
              <a:xfrm>
                <a:off x="2993250" y="3257900"/>
                <a:ext cx="6218660" cy="311297"/>
              </a:xfrm>
              <a:prstGeom prst="rect">
                <a:avLst/>
              </a:prstGeom>
              <a:blipFill>
                <a:blip r:embed="rId10"/>
                <a:stretch>
                  <a:fillRect l="-784" t="-15686" b="-43137"/>
                </a:stretch>
              </a:blipFill>
            </p:spPr>
            <p:txBody>
              <a:bodyPr/>
              <a:lstStyle/>
              <a:p>
                <a:r>
                  <a:rPr lang="zh-CN" altLang="en-US">
                    <a:noFill/>
                  </a:rPr>
                  <a:t> </a:t>
                </a:r>
              </a:p>
            </p:txBody>
          </p:sp>
        </mc:Fallback>
      </mc:AlternateContent>
      <mc:AlternateContent xmlns:mc="http://schemas.openxmlformats.org/markup-compatibility/2006" xmlns:a14="http://schemas.microsoft.com/office/drawing/2010/main">
        <mc:Choice Requires="a14">
          <p:sp>
            <p:nvSpPr>
              <p:cNvPr id="32" name="íşlïḍè">
                <a:extLst>
                  <a:ext uri="{FF2B5EF4-FFF2-40B4-BE49-F238E27FC236}">
                    <a16:creationId xmlns:a16="http://schemas.microsoft.com/office/drawing/2014/main" id="{FBFA56FC-F0C2-4492-AE42-88A025F625E8}"/>
                  </a:ext>
                </a:extLst>
              </p:cNvPr>
              <p:cNvSpPr txBox="1"/>
              <p:nvPr/>
            </p:nvSpPr>
            <p:spPr>
              <a:xfrm>
                <a:off x="2993250" y="3716673"/>
                <a:ext cx="5611318" cy="311297"/>
              </a:xfrm>
              <a:prstGeom prst="rect">
                <a:avLst/>
              </a:prstGeom>
              <a:noFill/>
            </p:spPr>
            <p:txBody>
              <a:bodyPr wrap="square" lIns="91440" tIns="45720" rIns="91440" bIns="45720" anchor="ctr">
                <a:noAutofit/>
              </a:bodyPr>
              <a:lstStyle/>
              <a:p>
                <a:r>
                  <a:rPr lang="zh-CN" altLang="en-US" b="1" dirty="0">
                    <a:solidFill>
                      <a:schemeClr val="accent3"/>
                    </a:solidFill>
                  </a:rPr>
                  <a:t>发送窗口</a:t>
                </a:r>
                <a14:m>
                  <m:oMath xmlns:m="http://schemas.openxmlformats.org/officeDocument/2006/math">
                    <m:sSub>
                      <m:sSubPr>
                        <m:ctrlPr>
                          <a:rPr lang="en-US" altLang="zh-CN" b="1" i="1" smtClean="0">
                            <a:solidFill>
                              <a:schemeClr val="accent3"/>
                            </a:solidFill>
                            <a:latin typeface="Cambria Math" panose="02040503050406030204" pitchFamily="18" charset="0"/>
                          </a:rPr>
                        </m:ctrlPr>
                      </m:sSubPr>
                      <m:e>
                        <m:r>
                          <a:rPr lang="en-US" altLang="zh-CN" b="1" i="1" smtClean="0">
                            <a:solidFill>
                              <a:schemeClr val="accent3"/>
                            </a:solidFill>
                            <a:latin typeface="Cambria Math" panose="02040503050406030204" pitchFamily="18" charset="0"/>
                          </a:rPr>
                          <m:t>𝑾</m:t>
                        </m:r>
                      </m:e>
                      <m:sub>
                        <m:r>
                          <a:rPr lang="en-US" altLang="zh-CN" b="1" i="1" smtClean="0">
                            <a:solidFill>
                              <a:schemeClr val="accent3"/>
                            </a:solidFill>
                            <a:latin typeface="Cambria Math" panose="02040503050406030204" pitchFamily="18" charset="0"/>
                          </a:rPr>
                          <m:t>𝑻</m:t>
                        </m:r>
                      </m:sub>
                    </m:sSub>
                  </m:oMath>
                </a14:m>
                <a:r>
                  <a:rPr lang="zh-CN" altLang="en-US" b="1" dirty="0"/>
                  <a:t>能取到的最大值也为</a:t>
                </a:r>
                <a14:m>
                  <m:oMath xmlns:m="http://schemas.openxmlformats.org/officeDocument/2006/math">
                    <m:sSup>
                      <m:sSupPr>
                        <m:ctrlPr>
                          <a:rPr lang="en-US" altLang="zh-CN" b="1" i="1" smtClean="0">
                            <a:latin typeface="Cambria Math" panose="02040503050406030204" pitchFamily="18" charset="0"/>
                          </a:rPr>
                        </m:ctrlPr>
                      </m:sSupPr>
                      <m:e>
                        <m:r>
                          <a:rPr lang="en-US" altLang="zh-CN" b="1" i="1" smtClean="0">
                            <a:latin typeface="Cambria Math" panose="02040503050406030204" pitchFamily="18" charset="0"/>
                          </a:rPr>
                          <m:t>𝟐</m:t>
                        </m:r>
                      </m:e>
                      <m:sup>
                        <m:r>
                          <a:rPr lang="en-US" altLang="zh-CN" b="1" i="1" smtClean="0">
                            <a:latin typeface="Cambria Math" panose="02040503050406030204" pitchFamily="18" charset="0"/>
                          </a:rPr>
                          <m:t>(</m:t>
                        </m:r>
                        <m:r>
                          <a:rPr lang="en-US" altLang="zh-CN" b="1" i="1" smtClean="0">
                            <a:latin typeface="Cambria Math" panose="02040503050406030204" pitchFamily="18" charset="0"/>
                          </a:rPr>
                          <m:t>𝟑</m:t>
                        </m:r>
                        <m:r>
                          <a:rPr lang="en-US" altLang="zh-CN" b="1" i="1" smtClean="0">
                            <a:latin typeface="Cambria Math" panose="02040503050406030204" pitchFamily="18" charset="0"/>
                          </a:rPr>
                          <m:t>−</m:t>
                        </m:r>
                        <m:r>
                          <a:rPr lang="en-US" altLang="zh-CN" b="1" i="1" smtClean="0">
                            <a:latin typeface="Cambria Math" panose="02040503050406030204" pitchFamily="18" charset="0"/>
                          </a:rPr>
                          <m:t>𝟏</m:t>
                        </m:r>
                        <m:r>
                          <a:rPr lang="en-US" altLang="zh-CN" b="1" i="1" smtClean="0">
                            <a:latin typeface="Cambria Math" panose="02040503050406030204" pitchFamily="18" charset="0"/>
                          </a:rPr>
                          <m:t>)</m:t>
                        </m:r>
                      </m:sup>
                    </m:sSup>
                  </m:oMath>
                </a14:m>
                <a:r>
                  <a:rPr lang="zh-CN" altLang="en-US" b="1" dirty="0"/>
                  <a:t>，即</a:t>
                </a:r>
                <a14:m>
                  <m:oMath xmlns:m="http://schemas.openxmlformats.org/officeDocument/2006/math">
                    <m:sSub>
                      <m:sSubPr>
                        <m:ctrlPr>
                          <a:rPr lang="en-US" altLang="zh-CN" b="1" i="1" smtClean="0">
                            <a:latin typeface="Cambria Math" panose="02040503050406030204" pitchFamily="18" charset="0"/>
                          </a:rPr>
                        </m:ctrlPr>
                      </m:sSubPr>
                      <m:e>
                        <m:r>
                          <a:rPr lang="en-US" altLang="zh-CN" b="1" i="1" smtClean="0">
                            <a:latin typeface="Cambria Math" panose="02040503050406030204" pitchFamily="18" charset="0"/>
                          </a:rPr>
                          <m:t>𝑾</m:t>
                        </m:r>
                      </m:e>
                      <m:sub>
                        <m:r>
                          <a:rPr lang="en-US" altLang="zh-CN" b="1" i="1" smtClean="0">
                            <a:latin typeface="Cambria Math" panose="02040503050406030204" pitchFamily="18" charset="0"/>
                          </a:rPr>
                          <m:t>𝑻</m:t>
                        </m:r>
                      </m:sub>
                    </m:sSub>
                    <m:r>
                      <a:rPr lang="en-US" altLang="zh-CN" b="1" i="1" smtClean="0">
                        <a:latin typeface="Cambria Math" panose="02040503050406030204" pitchFamily="18" charset="0"/>
                      </a:rPr>
                      <m:t>=</m:t>
                    </m:r>
                    <m:r>
                      <a:rPr lang="en-US" altLang="zh-CN" b="1" i="1" smtClean="0">
                        <a:latin typeface="Cambria Math" panose="02040503050406030204" pitchFamily="18" charset="0"/>
                      </a:rPr>
                      <m:t>𝟒</m:t>
                    </m:r>
                    <m:r>
                      <a:rPr lang="zh-CN" altLang="en-US" b="1" i="1">
                        <a:latin typeface="Cambria Math" panose="02040503050406030204" pitchFamily="18" charset="0"/>
                      </a:rPr>
                      <m:t>。</m:t>
                    </m:r>
                  </m:oMath>
                </a14:m>
                <a:endParaRPr lang="en-US" altLang="zh-CN" b="1" dirty="0"/>
              </a:p>
            </p:txBody>
          </p:sp>
        </mc:Choice>
        <mc:Fallback xmlns="">
          <p:sp>
            <p:nvSpPr>
              <p:cNvPr id="32" name="íşlïḍè">
                <a:extLst>
                  <a:ext uri="{FF2B5EF4-FFF2-40B4-BE49-F238E27FC236}">
                    <a16:creationId xmlns:a16="http://schemas.microsoft.com/office/drawing/2014/main" id="{FBFA56FC-F0C2-4492-AE42-88A025F625E8}"/>
                  </a:ext>
                </a:extLst>
              </p:cNvPr>
              <p:cNvSpPr txBox="1">
                <a:spLocks noRot="1" noChangeAspect="1" noMove="1" noResize="1" noEditPoints="1" noAdjustHandles="1" noChangeArrowheads="1" noChangeShapeType="1" noTextEdit="1"/>
              </p:cNvSpPr>
              <p:nvPr/>
            </p:nvSpPr>
            <p:spPr>
              <a:xfrm>
                <a:off x="2993250" y="3716673"/>
                <a:ext cx="5611318" cy="311297"/>
              </a:xfrm>
              <a:prstGeom prst="rect">
                <a:avLst/>
              </a:prstGeom>
              <a:blipFill>
                <a:blip r:embed="rId11"/>
                <a:stretch>
                  <a:fillRect l="-869" t="-17647" b="-41176"/>
                </a:stretch>
              </a:blipFill>
            </p:spPr>
            <p:txBody>
              <a:bodyPr/>
              <a:lstStyle/>
              <a:p>
                <a:r>
                  <a:rPr lang="zh-CN" altLang="en-US">
                    <a:noFill/>
                  </a:rPr>
                  <a:t> </a:t>
                </a:r>
              </a:p>
            </p:txBody>
          </p:sp>
        </mc:Fallback>
      </mc:AlternateContent>
      <mc:AlternateContent xmlns:mc="http://schemas.openxmlformats.org/markup-compatibility/2006" xmlns:a14="http://schemas.microsoft.com/office/drawing/2010/main">
        <mc:Choice Requires="a14">
          <p:sp>
            <p:nvSpPr>
              <p:cNvPr id="6" name="矩形 5">
                <a:extLst>
                  <a:ext uri="{FF2B5EF4-FFF2-40B4-BE49-F238E27FC236}">
                    <a16:creationId xmlns:a16="http://schemas.microsoft.com/office/drawing/2014/main" id="{89C4AD21-2060-4D4D-A51F-2CD8C0D2D1D8}"/>
                  </a:ext>
                </a:extLst>
              </p:cNvPr>
              <p:cNvSpPr/>
              <p:nvPr/>
            </p:nvSpPr>
            <p:spPr>
              <a:xfrm>
                <a:off x="3098435" y="4230412"/>
                <a:ext cx="7584914" cy="369332"/>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zh-CN" altLang="en-US" b="1" dirty="0"/>
                  <a:t>故意取</a:t>
                </a:r>
                <a14:m>
                  <m:oMath xmlns:m="http://schemas.openxmlformats.org/officeDocument/2006/math">
                    <m:sSub>
                      <m:sSubPr>
                        <m:ctrlPr>
                          <a:rPr lang="en-US" altLang="zh-CN" b="1" i="1" smtClean="0">
                            <a:latin typeface="Cambria Math" panose="02040503050406030204" pitchFamily="18" charset="0"/>
                          </a:rPr>
                        </m:ctrlPr>
                      </m:sSubPr>
                      <m:e>
                        <m:r>
                          <a:rPr lang="en-US" altLang="zh-CN" b="1" i="1" smtClean="0">
                            <a:latin typeface="Cambria Math" panose="02040503050406030204" pitchFamily="18" charset="0"/>
                          </a:rPr>
                          <m:t>𝑾</m:t>
                        </m:r>
                      </m:e>
                      <m:sub>
                        <m:r>
                          <a:rPr lang="en-US" altLang="zh-CN" b="1" i="1" smtClean="0">
                            <a:latin typeface="Cambria Math" panose="02040503050406030204" pitchFamily="18" charset="0"/>
                          </a:rPr>
                          <m:t>𝑻</m:t>
                        </m:r>
                      </m:sub>
                    </m:sSub>
                    <m:r>
                      <a:rPr lang="en-US" altLang="zh-CN" b="1" i="1" smtClean="0">
                        <a:latin typeface="Cambria Math" panose="02040503050406030204" pitchFamily="18" charset="0"/>
                      </a:rPr>
                      <m:t>=</m:t>
                    </m:r>
                    <m:r>
                      <a:rPr lang="en-US" altLang="zh-CN" b="1" i="1" smtClean="0">
                        <a:latin typeface="Cambria Math" panose="02040503050406030204" pitchFamily="18" charset="0"/>
                      </a:rPr>
                      <m:t>𝟓</m:t>
                    </m:r>
                    <m:r>
                      <a:rPr lang="zh-CN" altLang="en-US" b="1" i="1">
                        <a:latin typeface="Cambria Math" panose="02040503050406030204" pitchFamily="18" charset="0"/>
                      </a:rPr>
                      <m:t>，</m:t>
                    </m:r>
                  </m:oMath>
                </a14:m>
                <a:r>
                  <a:rPr lang="zh-CN" altLang="en-US" b="1" dirty="0"/>
                  <a:t>使得</a:t>
                </a:r>
                <a14:m>
                  <m:oMath xmlns:m="http://schemas.openxmlformats.org/officeDocument/2006/math">
                    <m:sSub>
                      <m:sSubPr>
                        <m:ctrlPr>
                          <a:rPr lang="en-US" altLang="zh-CN" b="1" i="1">
                            <a:latin typeface="Cambria Math" panose="02040503050406030204" pitchFamily="18" charset="0"/>
                          </a:rPr>
                        </m:ctrlPr>
                      </m:sSubPr>
                      <m:e>
                        <m:r>
                          <a:rPr lang="en-US" altLang="zh-CN" b="1" i="1">
                            <a:latin typeface="Cambria Math" panose="02040503050406030204" pitchFamily="18" charset="0"/>
                          </a:rPr>
                          <m:t>𝑾</m:t>
                        </m:r>
                      </m:e>
                      <m:sub>
                        <m:r>
                          <a:rPr lang="en-US" altLang="zh-CN" b="1" i="1">
                            <a:latin typeface="Cambria Math" panose="02040503050406030204" pitchFamily="18" charset="0"/>
                          </a:rPr>
                          <m:t>𝑻</m:t>
                        </m:r>
                      </m:sub>
                    </m:sSub>
                    <m:r>
                      <a:rPr lang="en-US" altLang="zh-CN" b="1" i="1">
                        <a:latin typeface="Cambria Math" panose="02040503050406030204" pitchFamily="18" charset="0"/>
                      </a:rPr>
                      <m:t>+</m:t>
                    </m:r>
                    <m:sSub>
                      <m:sSubPr>
                        <m:ctrlPr>
                          <a:rPr lang="en-US" altLang="zh-CN" b="1" i="1">
                            <a:latin typeface="Cambria Math" panose="02040503050406030204" pitchFamily="18" charset="0"/>
                          </a:rPr>
                        </m:ctrlPr>
                      </m:sSubPr>
                      <m:e>
                        <m:r>
                          <a:rPr lang="en-US" altLang="zh-CN" b="1" i="1">
                            <a:latin typeface="Cambria Math" panose="02040503050406030204" pitchFamily="18" charset="0"/>
                          </a:rPr>
                          <m:t>𝑾</m:t>
                        </m:r>
                      </m:e>
                      <m:sub>
                        <m:r>
                          <a:rPr lang="en-US" altLang="zh-CN" b="1" i="1">
                            <a:latin typeface="Cambria Math" panose="02040503050406030204" pitchFamily="18" charset="0"/>
                          </a:rPr>
                          <m:t>𝑹</m:t>
                        </m:r>
                      </m:sub>
                    </m:sSub>
                    <m:r>
                      <a:rPr lang="en-US" altLang="zh-CN" b="1" i="1" dirty="0" smtClean="0">
                        <a:latin typeface="Cambria Math" panose="02040503050406030204" pitchFamily="18" charset="0"/>
                        <a:ea typeface="Cambria Math" panose="02040503050406030204" pitchFamily="18" charset="0"/>
                      </a:rPr>
                      <m:t>≥</m:t>
                    </m:r>
                    <m:sSup>
                      <m:sSupPr>
                        <m:ctrlPr>
                          <a:rPr lang="en-US" altLang="zh-CN" b="1" i="1" dirty="0">
                            <a:latin typeface="Cambria Math" panose="02040503050406030204" pitchFamily="18" charset="0"/>
                            <a:ea typeface="Cambria Math" panose="02040503050406030204" pitchFamily="18" charset="0"/>
                          </a:rPr>
                        </m:ctrlPr>
                      </m:sSupPr>
                      <m:e>
                        <m:r>
                          <a:rPr lang="en-US" altLang="zh-CN" b="1" i="1" dirty="0">
                            <a:latin typeface="Cambria Math" panose="02040503050406030204" pitchFamily="18" charset="0"/>
                            <a:ea typeface="Cambria Math" panose="02040503050406030204" pitchFamily="18" charset="0"/>
                          </a:rPr>
                          <m:t>𝟐</m:t>
                        </m:r>
                      </m:e>
                      <m:sup>
                        <m:r>
                          <a:rPr lang="en-US" altLang="zh-CN" b="1" i="1" dirty="0" smtClean="0">
                            <a:latin typeface="Cambria Math" panose="02040503050406030204" pitchFamily="18" charset="0"/>
                            <a:ea typeface="Cambria Math" panose="02040503050406030204" pitchFamily="18" charset="0"/>
                          </a:rPr>
                          <m:t>𝟑</m:t>
                        </m:r>
                      </m:sup>
                    </m:sSup>
                  </m:oMath>
                </a14:m>
                <a:r>
                  <a:rPr lang="zh-CN" altLang="en-US" b="1" dirty="0"/>
                  <a:t>，接收方将无法分辨新旧数据分组</a:t>
                </a:r>
                <a:endParaRPr lang="en-US" altLang="zh-CN" b="1" dirty="0"/>
              </a:p>
            </p:txBody>
          </p:sp>
        </mc:Choice>
        <mc:Fallback xmlns="">
          <p:sp>
            <p:nvSpPr>
              <p:cNvPr id="6" name="矩形 5">
                <a:extLst>
                  <a:ext uri="{FF2B5EF4-FFF2-40B4-BE49-F238E27FC236}">
                    <a16:creationId xmlns:a16="http://schemas.microsoft.com/office/drawing/2014/main" id="{89C4AD21-2060-4D4D-A51F-2CD8C0D2D1D8}"/>
                  </a:ext>
                </a:extLst>
              </p:cNvPr>
              <p:cNvSpPr>
                <a:spLocks noRot="1" noChangeAspect="1" noMove="1" noResize="1" noEditPoints="1" noAdjustHandles="1" noChangeArrowheads="1" noChangeShapeType="1" noTextEdit="1"/>
              </p:cNvSpPr>
              <p:nvPr/>
            </p:nvSpPr>
            <p:spPr>
              <a:xfrm>
                <a:off x="3098435" y="4230412"/>
                <a:ext cx="7584914" cy="369332"/>
              </a:xfrm>
              <a:prstGeom prst="rect">
                <a:avLst/>
              </a:prstGeom>
              <a:blipFill>
                <a:blip r:embed="rId12"/>
                <a:stretch>
                  <a:fillRect t="-6349" b="-23810"/>
                </a:stretch>
              </a:blipFill>
            </p:spPr>
            <p:txBody>
              <a:bodyPr/>
              <a:lstStyle/>
              <a:p>
                <a:r>
                  <a:rPr lang="zh-CN" altLang="en-US">
                    <a:noFill/>
                  </a:rPr>
                  <a:t> </a:t>
                </a:r>
              </a:p>
            </p:txBody>
          </p:sp>
        </mc:Fallback>
      </mc:AlternateContent>
      <p:grpSp>
        <p:nvGrpSpPr>
          <p:cNvPr id="38" name="组合 37">
            <a:extLst>
              <a:ext uri="{FF2B5EF4-FFF2-40B4-BE49-F238E27FC236}">
                <a16:creationId xmlns:a16="http://schemas.microsoft.com/office/drawing/2014/main" id="{14B2EBFA-FAF7-460D-B218-123985AAA3DB}"/>
              </a:ext>
            </a:extLst>
          </p:cNvPr>
          <p:cNvGrpSpPr/>
          <p:nvPr/>
        </p:nvGrpSpPr>
        <p:grpSpPr>
          <a:xfrm>
            <a:off x="1251044" y="4058101"/>
            <a:ext cx="708432" cy="1325976"/>
            <a:chOff x="1251044" y="4058101"/>
            <a:chExt cx="708432" cy="1325976"/>
          </a:xfrm>
        </p:grpSpPr>
        <p:sp>
          <p:nvSpPr>
            <p:cNvPr id="39" name="矩形 38">
              <a:extLst>
                <a:ext uri="{FF2B5EF4-FFF2-40B4-BE49-F238E27FC236}">
                  <a16:creationId xmlns:a16="http://schemas.microsoft.com/office/drawing/2014/main" id="{FAB58870-BC27-4178-A083-C42B8AFDD92F}"/>
                </a:ext>
              </a:extLst>
            </p:cNvPr>
            <p:cNvSpPr/>
            <p:nvPr/>
          </p:nvSpPr>
          <p:spPr>
            <a:xfrm>
              <a:off x="1251044" y="4862501"/>
              <a:ext cx="708432" cy="270283"/>
            </a:xfrm>
            <a:prstGeom prst="rect">
              <a:avLst/>
            </a:prstGeom>
            <a:solidFill>
              <a:schemeClr val="accent3"/>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46800" rIns="46800" rtlCol="0" anchor="ctr"/>
            <a:lstStyle/>
            <a:p>
              <a:pPr algn="ctr"/>
              <a:r>
                <a:rPr lang="en-US" altLang="zh-CN" b="1" dirty="0"/>
                <a:t>DATA3</a:t>
              </a:r>
              <a:endParaRPr lang="zh-CN" altLang="en-US" b="1" dirty="0"/>
            </a:p>
          </p:txBody>
        </p:sp>
        <p:sp>
          <p:nvSpPr>
            <p:cNvPr id="40" name="矩形 39">
              <a:extLst>
                <a:ext uri="{FF2B5EF4-FFF2-40B4-BE49-F238E27FC236}">
                  <a16:creationId xmlns:a16="http://schemas.microsoft.com/office/drawing/2014/main" id="{4FE8F94D-892C-4214-8D1D-92BEAB4A415F}"/>
                </a:ext>
              </a:extLst>
            </p:cNvPr>
            <p:cNvSpPr/>
            <p:nvPr/>
          </p:nvSpPr>
          <p:spPr>
            <a:xfrm>
              <a:off x="1251044" y="4590628"/>
              <a:ext cx="708432" cy="270283"/>
            </a:xfrm>
            <a:prstGeom prst="rect">
              <a:avLst/>
            </a:prstGeom>
            <a:solidFill>
              <a:schemeClr val="accent3"/>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46800" rIns="46800" rtlCol="0" anchor="ctr"/>
            <a:lstStyle/>
            <a:p>
              <a:pPr algn="ctr"/>
              <a:r>
                <a:rPr lang="en-US" altLang="zh-CN" b="1" dirty="0"/>
                <a:t>DATA2</a:t>
              </a:r>
              <a:endParaRPr lang="zh-CN" altLang="en-US" b="1" dirty="0"/>
            </a:p>
          </p:txBody>
        </p:sp>
        <p:sp>
          <p:nvSpPr>
            <p:cNvPr id="44" name="矩形 43">
              <a:extLst>
                <a:ext uri="{FF2B5EF4-FFF2-40B4-BE49-F238E27FC236}">
                  <a16:creationId xmlns:a16="http://schemas.microsoft.com/office/drawing/2014/main" id="{80A2C80B-8029-456F-82AC-CBEAC0E337B6}"/>
                </a:ext>
              </a:extLst>
            </p:cNvPr>
            <p:cNvSpPr/>
            <p:nvPr/>
          </p:nvSpPr>
          <p:spPr>
            <a:xfrm>
              <a:off x="1251044" y="4320345"/>
              <a:ext cx="708432" cy="270283"/>
            </a:xfrm>
            <a:prstGeom prst="rect">
              <a:avLst/>
            </a:prstGeom>
            <a:solidFill>
              <a:schemeClr val="accent3"/>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46800" rIns="46800" rtlCol="0" anchor="ctr"/>
            <a:lstStyle/>
            <a:p>
              <a:pPr algn="ctr"/>
              <a:r>
                <a:rPr lang="en-US" altLang="zh-CN" b="1" dirty="0"/>
                <a:t>DATA1</a:t>
              </a:r>
              <a:endParaRPr lang="zh-CN" altLang="en-US" b="1" dirty="0"/>
            </a:p>
          </p:txBody>
        </p:sp>
        <p:sp>
          <p:nvSpPr>
            <p:cNvPr id="48" name="矩形 47">
              <a:extLst>
                <a:ext uri="{FF2B5EF4-FFF2-40B4-BE49-F238E27FC236}">
                  <a16:creationId xmlns:a16="http://schemas.microsoft.com/office/drawing/2014/main" id="{9C1AA0D6-4371-43BF-9B41-F886DB80CC11}"/>
                </a:ext>
              </a:extLst>
            </p:cNvPr>
            <p:cNvSpPr/>
            <p:nvPr/>
          </p:nvSpPr>
          <p:spPr>
            <a:xfrm>
              <a:off x="1251044" y="4058101"/>
              <a:ext cx="708432" cy="270283"/>
            </a:xfrm>
            <a:prstGeom prst="rect">
              <a:avLst/>
            </a:prstGeom>
            <a:solidFill>
              <a:schemeClr val="accent3"/>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46800" rIns="46800" rtlCol="0" anchor="ctr"/>
            <a:lstStyle/>
            <a:p>
              <a:pPr algn="ctr"/>
              <a:r>
                <a:rPr lang="en-US" altLang="zh-CN" b="1" dirty="0"/>
                <a:t>DATA0</a:t>
              </a:r>
              <a:endParaRPr lang="zh-CN" altLang="en-US" b="1" dirty="0"/>
            </a:p>
          </p:txBody>
        </p:sp>
        <p:sp>
          <p:nvSpPr>
            <p:cNvPr id="49" name="矩形 48">
              <a:extLst>
                <a:ext uri="{FF2B5EF4-FFF2-40B4-BE49-F238E27FC236}">
                  <a16:creationId xmlns:a16="http://schemas.microsoft.com/office/drawing/2014/main" id="{EB64416C-331B-4B52-8D68-74A3320A03DA}"/>
                </a:ext>
              </a:extLst>
            </p:cNvPr>
            <p:cNvSpPr/>
            <p:nvPr/>
          </p:nvSpPr>
          <p:spPr>
            <a:xfrm>
              <a:off x="1251044" y="5113794"/>
              <a:ext cx="708432" cy="270283"/>
            </a:xfrm>
            <a:prstGeom prst="rect">
              <a:avLst/>
            </a:prstGeom>
            <a:solidFill>
              <a:schemeClr val="accent3"/>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46800" rIns="46800" rtlCol="0" anchor="ctr"/>
            <a:lstStyle/>
            <a:p>
              <a:pPr algn="ctr"/>
              <a:r>
                <a:rPr lang="en-US" altLang="zh-CN" b="1" dirty="0"/>
                <a:t>DATA4</a:t>
              </a:r>
              <a:endParaRPr lang="zh-CN" altLang="en-US" b="1" dirty="0"/>
            </a:p>
          </p:txBody>
        </p:sp>
      </p:grpSp>
      <p:sp>
        <p:nvSpPr>
          <p:cNvPr id="50" name="矩形 49">
            <a:extLst>
              <a:ext uri="{FF2B5EF4-FFF2-40B4-BE49-F238E27FC236}">
                <a16:creationId xmlns:a16="http://schemas.microsoft.com/office/drawing/2014/main" id="{21653D19-BC93-4DC3-81B3-E7F2B2072EBB}"/>
              </a:ext>
            </a:extLst>
          </p:cNvPr>
          <p:cNvSpPr/>
          <p:nvPr/>
        </p:nvSpPr>
        <p:spPr>
          <a:xfrm>
            <a:off x="2300222" y="5537182"/>
            <a:ext cx="3780000" cy="390966"/>
          </a:xfrm>
          <a:prstGeom prst="rect">
            <a:avLst/>
          </a:prstGeom>
          <a:solidFill>
            <a:schemeClr val="accent3">
              <a:alpha val="74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35" name="平行四边形 34">
            <a:extLst>
              <a:ext uri="{FF2B5EF4-FFF2-40B4-BE49-F238E27FC236}">
                <a16:creationId xmlns:a16="http://schemas.microsoft.com/office/drawing/2014/main" id="{107C085E-DFA8-558C-418C-A1DF54DE7918}"/>
              </a:ext>
            </a:extLst>
          </p:cNvPr>
          <p:cNvSpPr/>
          <p:nvPr/>
        </p:nvSpPr>
        <p:spPr>
          <a:xfrm>
            <a:off x="304800" y="749300"/>
            <a:ext cx="675384" cy="387090"/>
          </a:xfrm>
          <a:prstGeom prst="parallelogram">
            <a:avLst/>
          </a:prstGeom>
          <a:solidFill>
            <a:schemeClr val="accent3">
              <a:lumMod val="75000"/>
            </a:schemeClr>
          </a:solidFill>
          <a:ln>
            <a:solidFill>
              <a:schemeClr val="accent3">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CN" sz="2200" dirty="0">
                <a:latin typeface="Impact" panose="020B0806030902050204" pitchFamily="34" charset="0"/>
              </a:rPr>
              <a:t>05</a:t>
            </a:r>
            <a:endParaRPr lang="zh-CN" altLang="en-US" sz="2200" dirty="0">
              <a:latin typeface="Impact" panose="020B0806030902050204" pitchFamily="34" charset="0"/>
            </a:endParaRPr>
          </a:p>
        </p:txBody>
      </p:sp>
    </p:spTree>
    <p:custDataLst>
      <p:tags r:id="rId1"/>
    </p:custDataLst>
    <p:extLst>
      <p:ext uri="{BB962C8B-B14F-4D97-AF65-F5344CB8AC3E}">
        <p14:creationId xmlns:p14="http://schemas.microsoft.com/office/powerpoint/2010/main" val="2603638330"/>
      </p:ext>
    </p:extLst>
  </p:cSld>
  <p:clrMapOvr>
    <a:masterClrMapping/>
  </p:clrMapOvr>
  <mc:AlternateContent xmlns:mc="http://schemas.openxmlformats.org/markup-compatibility/2006" xmlns:p159="http://schemas.microsoft.com/office/powerpoint/2015/09/main">
    <mc:Choice Requires="p159">
      <p:transition spd="slow">
        <p159:morph option="byObject"/>
      </p:transition>
    </mc:Choice>
    <mc:Fallback xmlns="">
      <p:transition spd="slow">
        <p:fade/>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30" presetClass="entr" presetSubtype="0" fill="hold" grpId="0" nodeType="withEffect">
                                  <p:stCondLst>
                                    <p:cond delay="0"/>
                                  </p:stCondLst>
                                  <p:childTnLst>
                                    <p:set>
                                      <p:cBhvr>
                                        <p:cTn id="6" dur="1" fill="hold">
                                          <p:stCondLst>
                                            <p:cond delay="0"/>
                                          </p:stCondLst>
                                        </p:cTn>
                                        <p:tgtEl>
                                          <p:spTgt spid="6"/>
                                        </p:tgtEl>
                                        <p:attrNameLst>
                                          <p:attrName>style.visibility</p:attrName>
                                        </p:attrNameLst>
                                      </p:cBhvr>
                                      <p:to>
                                        <p:strVal val="visible"/>
                                      </p:to>
                                    </p:set>
                                    <p:animEffect transition="in" filter="fade">
                                      <p:cBhvr>
                                        <p:cTn id="7" dur="800" decel="100000"/>
                                        <p:tgtEl>
                                          <p:spTgt spid="6"/>
                                        </p:tgtEl>
                                      </p:cBhvr>
                                    </p:animEffect>
                                    <p:anim calcmode="lin" valueType="num">
                                      <p:cBhvr>
                                        <p:cTn id="8" dur="800" decel="100000" fill="hold"/>
                                        <p:tgtEl>
                                          <p:spTgt spid="6"/>
                                        </p:tgtEl>
                                        <p:attrNameLst>
                                          <p:attrName>style.rotation</p:attrName>
                                        </p:attrNameLst>
                                      </p:cBhvr>
                                      <p:tavLst>
                                        <p:tav tm="0">
                                          <p:val>
                                            <p:fltVal val="-90"/>
                                          </p:val>
                                        </p:tav>
                                        <p:tav tm="100000">
                                          <p:val>
                                            <p:fltVal val="0"/>
                                          </p:val>
                                        </p:tav>
                                      </p:tavLst>
                                    </p:anim>
                                    <p:anim calcmode="lin" valueType="num">
                                      <p:cBhvr>
                                        <p:cTn id="9" dur="800" decel="100000" fill="hold"/>
                                        <p:tgtEl>
                                          <p:spTgt spid="6"/>
                                        </p:tgtEl>
                                        <p:attrNameLst>
                                          <p:attrName>ppt_x</p:attrName>
                                        </p:attrNameLst>
                                      </p:cBhvr>
                                      <p:tavLst>
                                        <p:tav tm="0">
                                          <p:val>
                                            <p:strVal val="#ppt_x+0.4"/>
                                          </p:val>
                                        </p:tav>
                                        <p:tav tm="100000">
                                          <p:val>
                                            <p:strVal val="#ppt_x-0.05"/>
                                          </p:val>
                                        </p:tav>
                                      </p:tavLst>
                                    </p:anim>
                                    <p:anim calcmode="lin" valueType="num">
                                      <p:cBhvr>
                                        <p:cTn id="10" dur="800" decel="100000" fill="hold"/>
                                        <p:tgtEl>
                                          <p:spTgt spid="6"/>
                                        </p:tgtEl>
                                        <p:attrNameLst>
                                          <p:attrName>ppt_y</p:attrName>
                                        </p:attrNameLst>
                                      </p:cBhvr>
                                      <p:tavLst>
                                        <p:tav tm="0">
                                          <p:val>
                                            <p:strVal val="#ppt_y-0.4"/>
                                          </p:val>
                                        </p:tav>
                                        <p:tav tm="100000">
                                          <p:val>
                                            <p:strVal val="#ppt_y+0.1"/>
                                          </p:val>
                                        </p:tav>
                                      </p:tavLst>
                                    </p:anim>
                                    <p:anim calcmode="lin" valueType="num">
                                      <p:cBhvr>
                                        <p:cTn id="11" dur="200" accel="100000" fill="hold">
                                          <p:stCondLst>
                                            <p:cond delay="800"/>
                                          </p:stCondLst>
                                        </p:cTn>
                                        <p:tgtEl>
                                          <p:spTgt spid="6"/>
                                        </p:tgtEl>
                                        <p:attrNameLst>
                                          <p:attrName>ppt_x</p:attrName>
                                        </p:attrNameLst>
                                      </p:cBhvr>
                                      <p:tavLst>
                                        <p:tav tm="0">
                                          <p:val>
                                            <p:strVal val="#ppt_x-0.05"/>
                                          </p:val>
                                        </p:tav>
                                        <p:tav tm="100000">
                                          <p:val>
                                            <p:strVal val="#ppt_x"/>
                                          </p:val>
                                        </p:tav>
                                      </p:tavLst>
                                    </p:anim>
                                    <p:anim calcmode="lin" valueType="num">
                                      <p:cBhvr>
                                        <p:cTn id="12" dur="200" accel="100000" fill="hold">
                                          <p:stCondLst>
                                            <p:cond delay="800"/>
                                          </p:stCondLst>
                                        </p:cTn>
                                        <p:tgtEl>
                                          <p:spTgt spid="6"/>
                                        </p:tgtEl>
                                        <p:attrNameLst>
                                          <p:attrName>ppt_y</p:attrName>
                                        </p:attrNameLst>
                                      </p:cBhvr>
                                      <p:tavLst>
                                        <p:tav tm="0">
                                          <p:val>
                                            <p:strVal val="#ppt_y+0.1"/>
                                          </p:val>
                                        </p:tav>
                                        <p:tav tm="100000">
                                          <p:val>
                                            <p:strVal val="#ppt_y"/>
                                          </p:val>
                                        </p:tav>
                                      </p:tavLst>
                                    </p:anim>
                                  </p:childTnLst>
                                </p:cTn>
                              </p:par>
                            </p:childTnLst>
                          </p:cTn>
                        </p:par>
                      </p:childTnLst>
                    </p:cTn>
                  </p:par>
                  <p:par>
                    <p:cTn id="13" fill="hold">
                      <p:stCondLst>
                        <p:cond delay="indefinite"/>
                      </p:stCondLst>
                      <p:childTnLst>
                        <p:par>
                          <p:cTn id="14" fill="hold">
                            <p:stCondLst>
                              <p:cond delay="0"/>
                            </p:stCondLst>
                            <p:childTnLst>
                              <p:par>
                                <p:cTn id="15" presetID="47" presetClass="entr" presetSubtype="0" fill="hold" nodeType="clickEffect">
                                  <p:stCondLst>
                                    <p:cond delay="0"/>
                                  </p:stCondLst>
                                  <p:childTnLst>
                                    <p:set>
                                      <p:cBhvr>
                                        <p:cTn id="16" dur="1" fill="hold">
                                          <p:stCondLst>
                                            <p:cond delay="0"/>
                                          </p:stCondLst>
                                        </p:cTn>
                                        <p:tgtEl>
                                          <p:spTgt spid="7"/>
                                        </p:tgtEl>
                                        <p:attrNameLst>
                                          <p:attrName>style.visibility</p:attrName>
                                        </p:attrNameLst>
                                      </p:cBhvr>
                                      <p:to>
                                        <p:strVal val="visible"/>
                                      </p:to>
                                    </p:set>
                                    <p:animEffect transition="in" filter="fade">
                                      <p:cBhvr>
                                        <p:cTn id="17" dur="1000"/>
                                        <p:tgtEl>
                                          <p:spTgt spid="7"/>
                                        </p:tgtEl>
                                      </p:cBhvr>
                                    </p:animEffect>
                                    <p:anim calcmode="lin" valueType="num">
                                      <p:cBhvr>
                                        <p:cTn id="18" dur="1000" fill="hold"/>
                                        <p:tgtEl>
                                          <p:spTgt spid="7"/>
                                        </p:tgtEl>
                                        <p:attrNameLst>
                                          <p:attrName>ppt_x</p:attrName>
                                        </p:attrNameLst>
                                      </p:cBhvr>
                                      <p:tavLst>
                                        <p:tav tm="0">
                                          <p:val>
                                            <p:strVal val="#ppt_x"/>
                                          </p:val>
                                        </p:tav>
                                        <p:tav tm="100000">
                                          <p:val>
                                            <p:strVal val="#ppt_x"/>
                                          </p:val>
                                        </p:tav>
                                      </p:tavLst>
                                    </p:anim>
                                    <p:anim calcmode="lin" valueType="num">
                                      <p:cBhvr>
                                        <p:cTn id="19" dur="1000" fill="hold"/>
                                        <p:tgtEl>
                                          <p:spTgt spid="7"/>
                                        </p:tgtEl>
                                        <p:attrNameLst>
                                          <p:attrName>ppt_y</p:attrName>
                                        </p:attrNameLst>
                                      </p:cBhvr>
                                      <p:tavLst>
                                        <p:tav tm="0">
                                          <p:val>
                                            <p:strVal val="#ppt_y-.1"/>
                                          </p:val>
                                        </p:tav>
                                        <p:tav tm="100000">
                                          <p:val>
                                            <p:strVal val="#ppt_y"/>
                                          </p:val>
                                        </p:tav>
                                      </p:tavLst>
                                    </p:anim>
                                  </p:childTnLst>
                                </p:cTn>
                              </p:par>
                            </p:childTnLst>
                          </p:cTn>
                        </p:par>
                      </p:childTnLst>
                    </p:cTn>
                  </p:par>
                  <p:par>
                    <p:cTn id="20" fill="hold">
                      <p:stCondLst>
                        <p:cond delay="indefinite"/>
                      </p:stCondLst>
                      <p:childTnLst>
                        <p:par>
                          <p:cTn id="21" fill="hold">
                            <p:stCondLst>
                              <p:cond delay="0"/>
                            </p:stCondLst>
                            <p:childTnLst>
                              <p:par>
                                <p:cTn id="22" presetID="12" presetClass="entr" presetSubtype="4" fill="hold" nodeType="clickEffect">
                                  <p:stCondLst>
                                    <p:cond delay="0"/>
                                  </p:stCondLst>
                                  <p:childTnLst>
                                    <p:set>
                                      <p:cBhvr>
                                        <p:cTn id="23" dur="1" fill="hold">
                                          <p:stCondLst>
                                            <p:cond delay="0"/>
                                          </p:stCondLst>
                                        </p:cTn>
                                        <p:tgtEl>
                                          <p:spTgt spid="38"/>
                                        </p:tgtEl>
                                        <p:attrNameLst>
                                          <p:attrName>style.visibility</p:attrName>
                                        </p:attrNameLst>
                                      </p:cBhvr>
                                      <p:to>
                                        <p:strVal val="visible"/>
                                      </p:to>
                                    </p:set>
                                    <p:anim calcmode="lin" valueType="num">
                                      <p:cBhvr additive="base">
                                        <p:cTn id="24" dur="2000"/>
                                        <p:tgtEl>
                                          <p:spTgt spid="38"/>
                                        </p:tgtEl>
                                        <p:attrNameLst>
                                          <p:attrName>ppt_y</p:attrName>
                                        </p:attrNameLst>
                                      </p:cBhvr>
                                      <p:tavLst>
                                        <p:tav tm="0">
                                          <p:val>
                                            <p:strVal val="#ppt_y+#ppt_h*1.125000"/>
                                          </p:val>
                                        </p:tav>
                                        <p:tav tm="100000">
                                          <p:val>
                                            <p:strVal val="#ppt_y"/>
                                          </p:val>
                                        </p:tav>
                                      </p:tavLst>
                                    </p:anim>
                                    <p:animEffect transition="in" filter="wipe(up)">
                                      <p:cBhvr>
                                        <p:cTn id="25" dur="2000"/>
                                        <p:tgtEl>
                                          <p:spTgt spid="38"/>
                                        </p:tgtEl>
                                      </p:cBhvr>
                                    </p:animEffect>
                                  </p:childTnLst>
                                </p:cTn>
                              </p:par>
                              <p:par>
                                <p:cTn id="26" presetID="22" presetClass="entr" presetSubtype="8" fill="hold" grpId="0" nodeType="withEffect">
                                  <p:stCondLst>
                                    <p:cond delay="0"/>
                                  </p:stCondLst>
                                  <p:childTnLst>
                                    <p:set>
                                      <p:cBhvr>
                                        <p:cTn id="27" dur="1" fill="hold">
                                          <p:stCondLst>
                                            <p:cond delay="0"/>
                                          </p:stCondLst>
                                        </p:cTn>
                                        <p:tgtEl>
                                          <p:spTgt spid="50"/>
                                        </p:tgtEl>
                                        <p:attrNameLst>
                                          <p:attrName>style.visibility</p:attrName>
                                        </p:attrNameLst>
                                      </p:cBhvr>
                                      <p:to>
                                        <p:strVal val="visible"/>
                                      </p:to>
                                    </p:set>
                                    <p:animEffect transition="in" filter="wipe(left)">
                                      <p:cBhvr>
                                        <p:cTn id="28" dur="2000"/>
                                        <p:tgtEl>
                                          <p:spTgt spid="50"/>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6" grpId="0" animBg="1"/>
      <p:bldP spid="50" grpId="0" animBg="1"/>
    </p:bldLst>
  </p:timing>
</p:sld>
</file>

<file path=ppt/slides/slide21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62" name="组合 61">
            <a:extLst>
              <a:ext uri="{FF2B5EF4-FFF2-40B4-BE49-F238E27FC236}">
                <a16:creationId xmlns:a16="http://schemas.microsoft.com/office/drawing/2014/main" id="{F19B41B5-1CAF-4317-BFE9-0EB9D4F3122A}"/>
              </a:ext>
            </a:extLst>
          </p:cNvPr>
          <p:cNvGrpSpPr/>
          <p:nvPr/>
        </p:nvGrpSpPr>
        <p:grpSpPr>
          <a:xfrm>
            <a:off x="6076266" y="1368773"/>
            <a:ext cx="3025589" cy="910796"/>
            <a:chOff x="2302929" y="5098286"/>
            <a:chExt cx="3025589" cy="910796"/>
          </a:xfrm>
        </p:grpSpPr>
        <p:sp>
          <p:nvSpPr>
            <p:cNvPr id="63" name="矩形 62">
              <a:extLst>
                <a:ext uri="{FF2B5EF4-FFF2-40B4-BE49-F238E27FC236}">
                  <a16:creationId xmlns:a16="http://schemas.microsoft.com/office/drawing/2014/main" id="{B49D0ED5-9735-4215-8648-650049F0844F}"/>
                </a:ext>
              </a:extLst>
            </p:cNvPr>
            <p:cNvSpPr/>
            <p:nvPr/>
          </p:nvSpPr>
          <p:spPr>
            <a:xfrm>
              <a:off x="2302929" y="5467618"/>
              <a:ext cx="3025589" cy="541464"/>
            </a:xfrm>
            <a:prstGeom prst="rect">
              <a:avLst/>
            </a:prstGeom>
            <a:solidFill>
              <a:schemeClr val="accent4"/>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mc:AlternateContent xmlns:mc="http://schemas.openxmlformats.org/markup-compatibility/2006" xmlns:a14="http://schemas.microsoft.com/office/drawing/2010/main">
          <mc:Choice Requires="a14">
            <p:sp>
              <p:nvSpPr>
                <p:cNvPr id="64" name="文本框 63">
                  <a:extLst>
                    <a:ext uri="{FF2B5EF4-FFF2-40B4-BE49-F238E27FC236}">
                      <a16:creationId xmlns:a16="http://schemas.microsoft.com/office/drawing/2014/main" id="{131B1AC1-C9F8-431B-BA17-31E2F41B428C}"/>
                    </a:ext>
                  </a:extLst>
                </p:cNvPr>
                <p:cNvSpPr txBox="1"/>
                <p:nvPr/>
              </p:nvSpPr>
              <p:spPr>
                <a:xfrm>
                  <a:off x="3277773" y="5098286"/>
                  <a:ext cx="1067217" cy="369332"/>
                </a:xfrm>
                <a:prstGeom prst="rect">
                  <a:avLst/>
                </a:prstGeom>
                <a:noFill/>
              </p:spPr>
              <p:txBody>
                <a:bodyPr wrap="square">
                  <a:spAutoFit/>
                </a:bodyPr>
                <a:lstStyle/>
                <a:p>
                  <a:pPr/>
                  <a14:m>
                    <m:oMathPara xmlns:m="http://schemas.openxmlformats.org/officeDocument/2006/math">
                      <m:oMathParaPr>
                        <m:jc m:val="centerGroup"/>
                      </m:oMathParaPr>
                      <m:oMath xmlns:m="http://schemas.openxmlformats.org/officeDocument/2006/math">
                        <m:sSub>
                          <m:sSubPr>
                            <m:ctrlPr>
                              <a:rPr lang="en-US" altLang="zh-CN" b="1" i="1" smtClean="0">
                                <a:solidFill>
                                  <a:schemeClr val="accent4"/>
                                </a:solidFill>
                                <a:latin typeface="Cambria Math" panose="02040503050406030204" pitchFamily="18" charset="0"/>
                              </a:rPr>
                            </m:ctrlPr>
                          </m:sSubPr>
                          <m:e>
                            <m:r>
                              <a:rPr lang="en-US" altLang="zh-CN" b="1" i="1" smtClean="0">
                                <a:solidFill>
                                  <a:schemeClr val="accent4"/>
                                </a:solidFill>
                                <a:latin typeface="Cambria Math" panose="02040503050406030204" pitchFamily="18" charset="0"/>
                              </a:rPr>
                              <m:t>𝑾</m:t>
                            </m:r>
                          </m:e>
                          <m:sub>
                            <m:r>
                              <a:rPr lang="en-US" altLang="zh-CN" b="1" i="1" smtClean="0">
                                <a:solidFill>
                                  <a:schemeClr val="accent4"/>
                                </a:solidFill>
                                <a:latin typeface="Cambria Math" panose="02040503050406030204" pitchFamily="18" charset="0"/>
                              </a:rPr>
                              <m:t>𝑹</m:t>
                            </m:r>
                          </m:sub>
                        </m:sSub>
                        <m:r>
                          <a:rPr lang="en-US" altLang="zh-CN" b="1" i="1" smtClean="0">
                            <a:solidFill>
                              <a:schemeClr val="accent4"/>
                            </a:solidFill>
                            <a:latin typeface="Cambria Math" panose="02040503050406030204" pitchFamily="18" charset="0"/>
                          </a:rPr>
                          <m:t>=</m:t>
                        </m:r>
                        <m:r>
                          <a:rPr lang="en-US" altLang="zh-CN" b="1" i="1" smtClean="0">
                            <a:solidFill>
                              <a:schemeClr val="accent4"/>
                            </a:solidFill>
                            <a:latin typeface="Cambria Math" panose="02040503050406030204" pitchFamily="18" charset="0"/>
                          </a:rPr>
                          <m:t>𝟒</m:t>
                        </m:r>
                      </m:oMath>
                    </m:oMathPara>
                  </a14:m>
                  <a:endParaRPr lang="zh-CN" altLang="en-US" dirty="0">
                    <a:solidFill>
                      <a:schemeClr val="accent4"/>
                    </a:solidFill>
                  </a:endParaRPr>
                </a:p>
              </p:txBody>
            </p:sp>
          </mc:Choice>
          <mc:Fallback xmlns="">
            <p:sp>
              <p:nvSpPr>
                <p:cNvPr id="47" name="文本框 46">
                  <a:extLst>
                    <a:ext uri="{FF2B5EF4-FFF2-40B4-BE49-F238E27FC236}">
                      <a16:creationId xmlns:a16="http://schemas.microsoft.com/office/drawing/2014/main" id="{4DD506B6-2862-4CF6-A3E9-F36AEFD5D21B}"/>
                    </a:ext>
                  </a:extLst>
                </p:cNvPr>
                <p:cNvSpPr txBox="1">
                  <a:spLocks noRot="1" noChangeAspect="1" noMove="1" noResize="1" noEditPoints="1" noAdjustHandles="1" noChangeArrowheads="1" noChangeShapeType="1" noTextEdit="1"/>
                </p:cNvSpPr>
                <p:nvPr/>
              </p:nvSpPr>
              <p:spPr>
                <a:xfrm>
                  <a:off x="3277773" y="5098286"/>
                  <a:ext cx="1067217" cy="369332"/>
                </a:xfrm>
                <a:prstGeom prst="rect">
                  <a:avLst/>
                </a:prstGeom>
                <a:blipFill>
                  <a:blip r:embed="rId3"/>
                  <a:stretch>
                    <a:fillRect b="-3333"/>
                  </a:stretch>
                </a:blipFill>
              </p:spPr>
              <p:txBody>
                <a:bodyPr/>
                <a:lstStyle/>
                <a:p>
                  <a:r>
                    <a:rPr lang="zh-CN" altLang="en-US">
                      <a:noFill/>
                    </a:rPr>
                    <a:t> </a:t>
                  </a:r>
                </a:p>
              </p:txBody>
            </p:sp>
          </mc:Fallback>
        </mc:AlternateContent>
      </p:grpSp>
      <p:grpSp>
        <p:nvGrpSpPr>
          <p:cNvPr id="45" name="组合 44">
            <a:extLst>
              <a:ext uri="{FF2B5EF4-FFF2-40B4-BE49-F238E27FC236}">
                <a16:creationId xmlns:a16="http://schemas.microsoft.com/office/drawing/2014/main" id="{F5FCA282-8954-464E-9962-8DEC0A190612}"/>
              </a:ext>
            </a:extLst>
          </p:cNvPr>
          <p:cNvGrpSpPr/>
          <p:nvPr/>
        </p:nvGrpSpPr>
        <p:grpSpPr>
          <a:xfrm>
            <a:off x="2305207" y="1368773"/>
            <a:ext cx="3025589" cy="910796"/>
            <a:chOff x="2302929" y="5098286"/>
            <a:chExt cx="3025589" cy="910796"/>
          </a:xfrm>
        </p:grpSpPr>
        <p:sp>
          <p:nvSpPr>
            <p:cNvPr id="46" name="矩形 45">
              <a:extLst>
                <a:ext uri="{FF2B5EF4-FFF2-40B4-BE49-F238E27FC236}">
                  <a16:creationId xmlns:a16="http://schemas.microsoft.com/office/drawing/2014/main" id="{471AA480-7085-4D51-B0B4-D68301BF2020}"/>
                </a:ext>
              </a:extLst>
            </p:cNvPr>
            <p:cNvSpPr/>
            <p:nvPr/>
          </p:nvSpPr>
          <p:spPr>
            <a:xfrm>
              <a:off x="2302929" y="5467618"/>
              <a:ext cx="3025589" cy="541464"/>
            </a:xfrm>
            <a:prstGeom prst="rect">
              <a:avLst/>
            </a:prstGeom>
            <a:solidFill>
              <a:schemeClr val="accent4"/>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mc:AlternateContent xmlns:mc="http://schemas.openxmlformats.org/markup-compatibility/2006" xmlns:a14="http://schemas.microsoft.com/office/drawing/2010/main">
          <mc:Choice Requires="a14">
            <p:sp>
              <p:nvSpPr>
                <p:cNvPr id="47" name="文本框 46">
                  <a:extLst>
                    <a:ext uri="{FF2B5EF4-FFF2-40B4-BE49-F238E27FC236}">
                      <a16:creationId xmlns:a16="http://schemas.microsoft.com/office/drawing/2014/main" id="{4DD506B6-2862-4CF6-A3E9-F36AEFD5D21B}"/>
                    </a:ext>
                  </a:extLst>
                </p:cNvPr>
                <p:cNvSpPr txBox="1"/>
                <p:nvPr/>
              </p:nvSpPr>
              <p:spPr>
                <a:xfrm>
                  <a:off x="3277773" y="5098286"/>
                  <a:ext cx="1067217" cy="369332"/>
                </a:xfrm>
                <a:prstGeom prst="rect">
                  <a:avLst/>
                </a:prstGeom>
                <a:noFill/>
              </p:spPr>
              <p:txBody>
                <a:bodyPr wrap="square">
                  <a:spAutoFit/>
                </a:bodyPr>
                <a:lstStyle/>
                <a:p>
                  <a:pPr/>
                  <a14:m>
                    <m:oMathPara xmlns:m="http://schemas.openxmlformats.org/officeDocument/2006/math">
                      <m:oMathParaPr>
                        <m:jc m:val="centerGroup"/>
                      </m:oMathParaPr>
                      <m:oMath xmlns:m="http://schemas.openxmlformats.org/officeDocument/2006/math">
                        <m:sSub>
                          <m:sSubPr>
                            <m:ctrlPr>
                              <a:rPr lang="en-US" altLang="zh-CN" b="1" i="1" smtClean="0">
                                <a:solidFill>
                                  <a:schemeClr val="accent4"/>
                                </a:solidFill>
                                <a:latin typeface="Cambria Math" panose="02040503050406030204" pitchFamily="18" charset="0"/>
                              </a:rPr>
                            </m:ctrlPr>
                          </m:sSubPr>
                          <m:e>
                            <m:r>
                              <a:rPr lang="en-US" altLang="zh-CN" b="1" i="1" smtClean="0">
                                <a:solidFill>
                                  <a:schemeClr val="accent4"/>
                                </a:solidFill>
                                <a:latin typeface="Cambria Math" panose="02040503050406030204" pitchFamily="18" charset="0"/>
                              </a:rPr>
                              <m:t>𝑾</m:t>
                            </m:r>
                          </m:e>
                          <m:sub>
                            <m:r>
                              <a:rPr lang="en-US" altLang="zh-CN" b="1" i="1" smtClean="0">
                                <a:solidFill>
                                  <a:schemeClr val="accent4"/>
                                </a:solidFill>
                                <a:latin typeface="Cambria Math" panose="02040503050406030204" pitchFamily="18" charset="0"/>
                              </a:rPr>
                              <m:t>𝑹</m:t>
                            </m:r>
                          </m:sub>
                        </m:sSub>
                        <m:r>
                          <a:rPr lang="en-US" altLang="zh-CN" b="1" i="1" smtClean="0">
                            <a:solidFill>
                              <a:schemeClr val="accent4"/>
                            </a:solidFill>
                            <a:latin typeface="Cambria Math" panose="02040503050406030204" pitchFamily="18" charset="0"/>
                          </a:rPr>
                          <m:t>=</m:t>
                        </m:r>
                        <m:r>
                          <a:rPr lang="en-US" altLang="zh-CN" b="1" i="1" smtClean="0">
                            <a:solidFill>
                              <a:schemeClr val="accent4"/>
                            </a:solidFill>
                            <a:latin typeface="Cambria Math" panose="02040503050406030204" pitchFamily="18" charset="0"/>
                          </a:rPr>
                          <m:t>𝟒</m:t>
                        </m:r>
                      </m:oMath>
                    </m:oMathPara>
                  </a14:m>
                  <a:endParaRPr lang="zh-CN" altLang="en-US" dirty="0">
                    <a:solidFill>
                      <a:schemeClr val="accent4"/>
                    </a:solidFill>
                  </a:endParaRPr>
                </a:p>
              </p:txBody>
            </p:sp>
          </mc:Choice>
          <mc:Fallback xmlns="">
            <p:sp>
              <p:nvSpPr>
                <p:cNvPr id="47" name="文本框 46">
                  <a:extLst>
                    <a:ext uri="{FF2B5EF4-FFF2-40B4-BE49-F238E27FC236}">
                      <a16:creationId xmlns:a16="http://schemas.microsoft.com/office/drawing/2014/main" id="{4DD506B6-2862-4CF6-A3E9-F36AEFD5D21B}"/>
                    </a:ext>
                  </a:extLst>
                </p:cNvPr>
                <p:cNvSpPr txBox="1">
                  <a:spLocks noRot="1" noChangeAspect="1" noMove="1" noResize="1" noEditPoints="1" noAdjustHandles="1" noChangeArrowheads="1" noChangeShapeType="1" noTextEdit="1"/>
                </p:cNvSpPr>
                <p:nvPr/>
              </p:nvSpPr>
              <p:spPr>
                <a:xfrm>
                  <a:off x="3277773" y="5098286"/>
                  <a:ext cx="1067217" cy="369332"/>
                </a:xfrm>
                <a:prstGeom prst="rect">
                  <a:avLst/>
                </a:prstGeom>
                <a:blipFill>
                  <a:blip r:embed="rId3"/>
                  <a:stretch>
                    <a:fillRect b="-3333"/>
                  </a:stretch>
                </a:blipFill>
              </p:spPr>
              <p:txBody>
                <a:bodyPr/>
                <a:lstStyle/>
                <a:p>
                  <a:r>
                    <a:rPr lang="zh-CN" altLang="en-US">
                      <a:noFill/>
                    </a:rPr>
                    <a:t> </a:t>
                  </a:r>
                </a:p>
              </p:txBody>
            </p:sp>
          </mc:Fallback>
        </mc:AlternateContent>
      </p:grpSp>
      <p:grpSp>
        <p:nvGrpSpPr>
          <p:cNvPr id="7" name="组合 6">
            <a:extLst>
              <a:ext uri="{FF2B5EF4-FFF2-40B4-BE49-F238E27FC236}">
                <a16:creationId xmlns:a16="http://schemas.microsoft.com/office/drawing/2014/main" id="{9E77AC09-7192-4583-8A5B-4DEBB14A0D2C}"/>
              </a:ext>
            </a:extLst>
          </p:cNvPr>
          <p:cNvGrpSpPr/>
          <p:nvPr/>
        </p:nvGrpSpPr>
        <p:grpSpPr>
          <a:xfrm>
            <a:off x="2302929" y="5098286"/>
            <a:ext cx="3780000" cy="910796"/>
            <a:chOff x="2302929" y="5098286"/>
            <a:chExt cx="3780000" cy="910796"/>
          </a:xfrm>
        </p:grpSpPr>
        <p:sp>
          <p:nvSpPr>
            <p:cNvPr id="33" name="矩形 32">
              <a:extLst>
                <a:ext uri="{FF2B5EF4-FFF2-40B4-BE49-F238E27FC236}">
                  <a16:creationId xmlns:a16="http://schemas.microsoft.com/office/drawing/2014/main" id="{3EA6F5A2-1C83-4BE5-9CCD-7CBA9C984323}"/>
                </a:ext>
              </a:extLst>
            </p:cNvPr>
            <p:cNvSpPr/>
            <p:nvPr/>
          </p:nvSpPr>
          <p:spPr>
            <a:xfrm>
              <a:off x="2302929" y="5467618"/>
              <a:ext cx="3780000" cy="541464"/>
            </a:xfrm>
            <a:prstGeom prst="rect">
              <a:avLst/>
            </a:prstGeom>
            <a:solidFill>
              <a:schemeClr val="accent3"/>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mc:AlternateContent xmlns:mc="http://schemas.openxmlformats.org/markup-compatibility/2006" xmlns:a14="http://schemas.microsoft.com/office/drawing/2010/main">
          <mc:Choice Requires="a14">
            <p:sp>
              <p:nvSpPr>
                <p:cNvPr id="34" name="文本框 33">
                  <a:extLst>
                    <a:ext uri="{FF2B5EF4-FFF2-40B4-BE49-F238E27FC236}">
                      <a16:creationId xmlns:a16="http://schemas.microsoft.com/office/drawing/2014/main" id="{8C755A65-DDAE-400F-BD8A-B2EB9981B67D}"/>
                    </a:ext>
                  </a:extLst>
                </p:cNvPr>
                <p:cNvSpPr txBox="1"/>
                <p:nvPr/>
              </p:nvSpPr>
              <p:spPr>
                <a:xfrm>
                  <a:off x="3670624" y="5098286"/>
                  <a:ext cx="1067217" cy="369332"/>
                </a:xfrm>
                <a:prstGeom prst="rect">
                  <a:avLst/>
                </a:prstGeom>
                <a:noFill/>
              </p:spPr>
              <p:txBody>
                <a:bodyPr wrap="square">
                  <a:spAutoFit/>
                </a:bodyPr>
                <a:lstStyle/>
                <a:p>
                  <a:pPr/>
                  <a14:m>
                    <m:oMathPara xmlns:m="http://schemas.openxmlformats.org/officeDocument/2006/math">
                      <m:oMathParaPr>
                        <m:jc m:val="centerGroup"/>
                      </m:oMathParaPr>
                      <m:oMath xmlns:m="http://schemas.openxmlformats.org/officeDocument/2006/math">
                        <m:sSub>
                          <m:sSubPr>
                            <m:ctrlPr>
                              <a:rPr lang="en-US" altLang="zh-CN" b="1" i="1" smtClean="0">
                                <a:solidFill>
                                  <a:schemeClr val="accent3"/>
                                </a:solidFill>
                                <a:latin typeface="Cambria Math" panose="02040503050406030204" pitchFamily="18" charset="0"/>
                              </a:rPr>
                            </m:ctrlPr>
                          </m:sSubPr>
                          <m:e>
                            <m:r>
                              <a:rPr lang="en-US" altLang="zh-CN" b="1" i="1" smtClean="0">
                                <a:solidFill>
                                  <a:schemeClr val="accent3"/>
                                </a:solidFill>
                                <a:latin typeface="Cambria Math" panose="02040503050406030204" pitchFamily="18" charset="0"/>
                              </a:rPr>
                              <m:t>𝑾</m:t>
                            </m:r>
                          </m:e>
                          <m:sub>
                            <m:r>
                              <a:rPr lang="en-US" altLang="zh-CN" b="1" i="1" smtClean="0">
                                <a:solidFill>
                                  <a:schemeClr val="accent3"/>
                                </a:solidFill>
                                <a:latin typeface="Cambria Math" panose="02040503050406030204" pitchFamily="18" charset="0"/>
                              </a:rPr>
                              <m:t>𝑻</m:t>
                            </m:r>
                          </m:sub>
                        </m:sSub>
                        <m:r>
                          <a:rPr lang="en-US" altLang="zh-CN" b="1" i="1" smtClean="0">
                            <a:solidFill>
                              <a:schemeClr val="accent3"/>
                            </a:solidFill>
                            <a:latin typeface="Cambria Math" panose="02040503050406030204" pitchFamily="18" charset="0"/>
                          </a:rPr>
                          <m:t>=</m:t>
                        </m:r>
                        <m:r>
                          <a:rPr lang="en-US" altLang="zh-CN" b="1" i="1" smtClean="0">
                            <a:solidFill>
                              <a:schemeClr val="accent3"/>
                            </a:solidFill>
                            <a:latin typeface="Cambria Math" panose="02040503050406030204" pitchFamily="18" charset="0"/>
                          </a:rPr>
                          <m:t>𝟓</m:t>
                        </m:r>
                      </m:oMath>
                    </m:oMathPara>
                  </a14:m>
                  <a:endParaRPr lang="zh-CN" altLang="en-US" dirty="0">
                    <a:solidFill>
                      <a:schemeClr val="accent3"/>
                    </a:solidFill>
                  </a:endParaRPr>
                </a:p>
              </p:txBody>
            </p:sp>
          </mc:Choice>
          <mc:Fallback xmlns="">
            <p:sp>
              <p:nvSpPr>
                <p:cNvPr id="34" name="文本框 33">
                  <a:extLst>
                    <a:ext uri="{FF2B5EF4-FFF2-40B4-BE49-F238E27FC236}">
                      <a16:creationId xmlns:a16="http://schemas.microsoft.com/office/drawing/2014/main" id="{8C755A65-DDAE-400F-BD8A-B2EB9981B67D}"/>
                    </a:ext>
                  </a:extLst>
                </p:cNvPr>
                <p:cNvSpPr txBox="1">
                  <a:spLocks noRot="1" noChangeAspect="1" noMove="1" noResize="1" noEditPoints="1" noAdjustHandles="1" noChangeArrowheads="1" noChangeShapeType="1" noTextEdit="1"/>
                </p:cNvSpPr>
                <p:nvPr/>
              </p:nvSpPr>
              <p:spPr>
                <a:xfrm>
                  <a:off x="3670624" y="5098286"/>
                  <a:ext cx="1067217" cy="369332"/>
                </a:xfrm>
                <a:prstGeom prst="rect">
                  <a:avLst/>
                </a:prstGeom>
                <a:blipFill>
                  <a:blip r:embed="rId4"/>
                  <a:stretch>
                    <a:fillRect b="-3279"/>
                  </a:stretch>
                </a:blipFill>
              </p:spPr>
              <p:txBody>
                <a:bodyPr/>
                <a:lstStyle/>
                <a:p>
                  <a:r>
                    <a:rPr lang="zh-CN" altLang="en-US">
                      <a:noFill/>
                    </a:rPr>
                    <a:t> </a:t>
                  </a:r>
                </a:p>
              </p:txBody>
            </p:sp>
          </mc:Fallback>
        </mc:AlternateContent>
      </p:grpSp>
      <p:grpSp>
        <p:nvGrpSpPr>
          <p:cNvPr id="4" name="组合 3">
            <a:extLst>
              <a:ext uri="{FF2B5EF4-FFF2-40B4-BE49-F238E27FC236}">
                <a16:creationId xmlns:a16="http://schemas.microsoft.com/office/drawing/2014/main" id="{9A1EA9F2-FCB6-48C3-935F-7AE7E3AD14AC}"/>
              </a:ext>
            </a:extLst>
          </p:cNvPr>
          <p:cNvGrpSpPr/>
          <p:nvPr/>
        </p:nvGrpSpPr>
        <p:grpSpPr>
          <a:xfrm>
            <a:off x="304800" y="749300"/>
            <a:ext cx="6192344" cy="400110"/>
            <a:chOff x="424117" y="898245"/>
            <a:chExt cx="6192344" cy="400110"/>
          </a:xfrm>
        </p:grpSpPr>
        <p:sp>
          <p:nvSpPr>
            <p:cNvPr id="2" name="平行四边形 1">
              <a:extLst>
                <a:ext uri="{FF2B5EF4-FFF2-40B4-BE49-F238E27FC236}">
                  <a16:creationId xmlns:a16="http://schemas.microsoft.com/office/drawing/2014/main" id="{1F5BAA3F-9845-4F89-A2DD-8222D3E4EDAC}"/>
                </a:ext>
              </a:extLst>
            </p:cNvPr>
            <p:cNvSpPr/>
            <p:nvPr/>
          </p:nvSpPr>
          <p:spPr>
            <a:xfrm>
              <a:off x="424117" y="898245"/>
              <a:ext cx="628306" cy="387090"/>
            </a:xfrm>
            <a:prstGeom prst="parallelogram">
              <a:avLst/>
            </a:prstGeom>
            <a:solidFill>
              <a:schemeClr val="accent3">
                <a:lumMod val="75000"/>
              </a:schemeClr>
            </a:solidFill>
            <a:ln>
              <a:solidFill>
                <a:schemeClr val="accent3">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CN" sz="2200" dirty="0">
                  <a:latin typeface="Impact" panose="020B0806030902050204" pitchFamily="34" charset="0"/>
                </a:rPr>
                <a:t>01</a:t>
              </a:r>
              <a:endParaRPr lang="zh-CN" altLang="en-US" sz="2200" dirty="0">
                <a:latin typeface="Impact" panose="020B0806030902050204" pitchFamily="34" charset="0"/>
              </a:endParaRPr>
            </a:p>
          </p:txBody>
        </p:sp>
        <p:sp>
          <p:nvSpPr>
            <p:cNvPr id="3" name="文本框 2">
              <a:extLst>
                <a:ext uri="{FF2B5EF4-FFF2-40B4-BE49-F238E27FC236}">
                  <a16:creationId xmlns:a16="http://schemas.microsoft.com/office/drawing/2014/main" id="{4D6BD736-A4D3-4F26-AFED-36E11F50F70B}"/>
                </a:ext>
              </a:extLst>
            </p:cNvPr>
            <p:cNvSpPr txBox="1"/>
            <p:nvPr/>
          </p:nvSpPr>
          <p:spPr>
            <a:xfrm>
              <a:off x="1052423" y="898245"/>
              <a:ext cx="5564038" cy="400110"/>
            </a:xfrm>
            <a:prstGeom prst="rect">
              <a:avLst/>
            </a:prstGeom>
            <a:noFill/>
          </p:spPr>
          <p:txBody>
            <a:bodyPr wrap="square" rtlCol="0">
              <a:spAutoFit/>
            </a:bodyPr>
            <a:lstStyle/>
            <a:p>
              <a:r>
                <a:rPr lang="zh-CN" altLang="en-US" sz="2000" b="1" dirty="0"/>
                <a:t>选择重传协议</a:t>
              </a:r>
            </a:p>
          </p:txBody>
        </p:sp>
      </p:grpSp>
      <p:grpSp>
        <p:nvGrpSpPr>
          <p:cNvPr id="18" name="组合 17">
            <a:extLst>
              <a:ext uri="{FF2B5EF4-FFF2-40B4-BE49-F238E27FC236}">
                <a16:creationId xmlns:a16="http://schemas.microsoft.com/office/drawing/2014/main" id="{AF599708-FA4B-4F1A-915B-51ADB6AF8A5B}"/>
              </a:ext>
            </a:extLst>
          </p:cNvPr>
          <p:cNvGrpSpPr/>
          <p:nvPr/>
        </p:nvGrpSpPr>
        <p:grpSpPr>
          <a:xfrm>
            <a:off x="475097" y="1263518"/>
            <a:ext cx="1355161" cy="5114896"/>
            <a:chOff x="475097" y="1263518"/>
            <a:chExt cx="1355161" cy="5114896"/>
          </a:xfrm>
        </p:grpSpPr>
        <p:cxnSp>
          <p:nvCxnSpPr>
            <p:cNvPr id="19" name="直接连接符 18">
              <a:extLst>
                <a:ext uri="{FF2B5EF4-FFF2-40B4-BE49-F238E27FC236}">
                  <a16:creationId xmlns:a16="http://schemas.microsoft.com/office/drawing/2014/main" id="{8C267D38-D538-4153-B853-5B2DDE097738}"/>
                </a:ext>
              </a:extLst>
            </p:cNvPr>
            <p:cNvCxnSpPr>
              <a:cxnSpLocks/>
            </p:cNvCxnSpPr>
            <p:nvPr/>
          </p:nvCxnSpPr>
          <p:spPr>
            <a:xfrm flipV="1">
              <a:off x="1208367" y="2012996"/>
              <a:ext cx="0" cy="3813858"/>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nvGrpSpPr>
            <p:cNvPr id="20" name="组合 19">
              <a:extLst>
                <a:ext uri="{FF2B5EF4-FFF2-40B4-BE49-F238E27FC236}">
                  <a16:creationId xmlns:a16="http://schemas.microsoft.com/office/drawing/2014/main" id="{1A3F15DA-8F30-45DE-8760-8CB5AC7691B0}"/>
                </a:ext>
              </a:extLst>
            </p:cNvPr>
            <p:cNvGrpSpPr/>
            <p:nvPr/>
          </p:nvGrpSpPr>
          <p:grpSpPr>
            <a:xfrm>
              <a:off x="700096" y="5368000"/>
              <a:ext cx="905164" cy="1010414"/>
              <a:chOff x="700096" y="5368000"/>
              <a:chExt cx="905164" cy="1010414"/>
            </a:xfrm>
          </p:grpSpPr>
          <p:pic>
            <p:nvPicPr>
              <p:cNvPr id="25" name="图形 24">
                <a:extLst>
                  <a:ext uri="{FF2B5EF4-FFF2-40B4-BE49-F238E27FC236}">
                    <a16:creationId xmlns:a16="http://schemas.microsoft.com/office/drawing/2014/main" id="{5079B8D0-730B-4F27-A9EC-8AC79CEECAE0}"/>
                  </a:ext>
                </a:extLst>
              </p:cNvPr>
              <p:cNvPicPr>
                <a:picLocks noChangeAspect="1"/>
              </p:cNvPicPr>
              <p:nvPr/>
            </p:nvPicPr>
            <p:blipFill>
              <a:blip r:embed="rId5">
                <a:extLst>
                  <a:ext uri="{28A0092B-C50C-407E-A947-70E740481C1C}">
                    <a14:useLocalDpi xmlns:a14="http://schemas.microsoft.com/office/drawing/2010/main" val="0"/>
                  </a:ext>
                  <a:ext uri="{96DAC541-7B7A-43D3-8B79-37D633B846F1}">
                    <asvg:svgBlip xmlns:asvg="http://schemas.microsoft.com/office/drawing/2016/SVG/main" r:embed="rId6"/>
                  </a:ext>
                </a:extLst>
              </a:blip>
              <a:stretch>
                <a:fillRect/>
              </a:stretch>
            </p:blipFill>
            <p:spPr>
              <a:xfrm>
                <a:off x="821271" y="5368000"/>
                <a:ext cx="662814" cy="641082"/>
              </a:xfrm>
              <a:prstGeom prst="rect">
                <a:avLst/>
              </a:prstGeom>
            </p:spPr>
          </p:pic>
          <p:sp>
            <p:nvSpPr>
              <p:cNvPr id="26" name="文本框 25">
                <a:extLst>
                  <a:ext uri="{FF2B5EF4-FFF2-40B4-BE49-F238E27FC236}">
                    <a16:creationId xmlns:a16="http://schemas.microsoft.com/office/drawing/2014/main" id="{68E9BE24-5234-4436-839C-0CC65C932068}"/>
                  </a:ext>
                </a:extLst>
              </p:cNvPr>
              <p:cNvSpPr txBox="1"/>
              <p:nvPr/>
            </p:nvSpPr>
            <p:spPr>
              <a:xfrm>
                <a:off x="700096" y="6009082"/>
                <a:ext cx="905164" cy="369332"/>
              </a:xfrm>
              <a:prstGeom prst="rect">
                <a:avLst/>
              </a:prstGeom>
              <a:noFill/>
            </p:spPr>
            <p:txBody>
              <a:bodyPr wrap="square" rtlCol="0">
                <a:spAutoFit/>
              </a:bodyPr>
              <a:lstStyle/>
              <a:p>
                <a:r>
                  <a:rPr lang="zh-CN" altLang="en-US" b="1" dirty="0">
                    <a:latin typeface="+mn-ea"/>
                  </a:rPr>
                  <a:t>发送方</a:t>
                </a:r>
              </a:p>
            </p:txBody>
          </p:sp>
        </p:grpSp>
        <p:grpSp>
          <p:nvGrpSpPr>
            <p:cNvPr id="21" name="组合 20">
              <a:extLst>
                <a:ext uri="{FF2B5EF4-FFF2-40B4-BE49-F238E27FC236}">
                  <a16:creationId xmlns:a16="http://schemas.microsoft.com/office/drawing/2014/main" id="{50E1DF35-9236-4BB6-BAC4-1AE805165946}"/>
                </a:ext>
              </a:extLst>
            </p:cNvPr>
            <p:cNvGrpSpPr/>
            <p:nvPr/>
          </p:nvGrpSpPr>
          <p:grpSpPr>
            <a:xfrm>
              <a:off x="878301" y="1263518"/>
              <a:ext cx="905164" cy="1027908"/>
              <a:chOff x="878301" y="1390382"/>
              <a:chExt cx="905164" cy="1027908"/>
            </a:xfrm>
          </p:grpSpPr>
          <p:pic>
            <p:nvPicPr>
              <p:cNvPr id="23" name="图形 22">
                <a:extLst>
                  <a:ext uri="{FF2B5EF4-FFF2-40B4-BE49-F238E27FC236}">
                    <a16:creationId xmlns:a16="http://schemas.microsoft.com/office/drawing/2014/main" id="{E155E3ED-8C2A-42C4-BFBF-393051944136}"/>
                  </a:ext>
                </a:extLst>
              </p:cNvPr>
              <p:cNvPicPr>
                <a:picLocks noChangeAspect="1"/>
              </p:cNvPicPr>
              <p:nvPr/>
            </p:nvPicPr>
            <p:blipFill>
              <a:blip r:embed="rId7">
                <a:extLst>
                  <a:ext uri="{28A0092B-C50C-407E-A947-70E740481C1C}">
                    <a14:useLocalDpi xmlns:a14="http://schemas.microsoft.com/office/drawing/2010/main" val="0"/>
                  </a:ext>
                  <a:ext uri="{96DAC541-7B7A-43D3-8B79-37D633B846F1}">
                    <asvg:svgBlip xmlns:asvg="http://schemas.microsoft.com/office/drawing/2016/SVG/main" r:embed="rId8"/>
                  </a:ext>
                </a:extLst>
              </a:blip>
              <a:stretch>
                <a:fillRect/>
              </a:stretch>
            </p:blipFill>
            <p:spPr>
              <a:xfrm>
                <a:off x="984826" y="1759714"/>
                <a:ext cx="501772" cy="658576"/>
              </a:xfrm>
              <a:prstGeom prst="rect">
                <a:avLst/>
              </a:prstGeom>
            </p:spPr>
          </p:pic>
          <p:sp>
            <p:nvSpPr>
              <p:cNvPr id="24" name="文本框 23">
                <a:extLst>
                  <a:ext uri="{FF2B5EF4-FFF2-40B4-BE49-F238E27FC236}">
                    <a16:creationId xmlns:a16="http://schemas.microsoft.com/office/drawing/2014/main" id="{818AC20B-3072-437F-B302-67397F49105B}"/>
                  </a:ext>
                </a:extLst>
              </p:cNvPr>
              <p:cNvSpPr txBox="1"/>
              <p:nvPr/>
            </p:nvSpPr>
            <p:spPr>
              <a:xfrm>
                <a:off x="878301" y="1390382"/>
                <a:ext cx="905164" cy="369332"/>
              </a:xfrm>
              <a:prstGeom prst="rect">
                <a:avLst/>
              </a:prstGeom>
              <a:noFill/>
            </p:spPr>
            <p:txBody>
              <a:bodyPr wrap="square" rtlCol="0">
                <a:spAutoFit/>
              </a:bodyPr>
              <a:lstStyle/>
              <a:p>
                <a:r>
                  <a:rPr lang="zh-CN" altLang="en-US" b="1" dirty="0">
                    <a:latin typeface="+mn-ea"/>
                  </a:rPr>
                  <a:t>接收方</a:t>
                </a:r>
              </a:p>
            </p:txBody>
          </p:sp>
        </p:grpSp>
        <p:sp>
          <p:nvSpPr>
            <p:cNvPr id="22" name="云形 21">
              <a:extLst>
                <a:ext uri="{FF2B5EF4-FFF2-40B4-BE49-F238E27FC236}">
                  <a16:creationId xmlns:a16="http://schemas.microsoft.com/office/drawing/2014/main" id="{97C64CE5-C9EB-4960-87FB-62108C97374D}"/>
                </a:ext>
              </a:extLst>
            </p:cNvPr>
            <p:cNvSpPr/>
            <p:nvPr/>
          </p:nvSpPr>
          <p:spPr>
            <a:xfrm>
              <a:off x="475097" y="3429014"/>
              <a:ext cx="1355161" cy="801398"/>
            </a:xfrm>
            <a:prstGeom prst="cloud">
              <a:avLst/>
            </a:prstGeom>
            <a:solidFill>
              <a:schemeClr val="bg1">
                <a:lumMod val="85000"/>
              </a:schemeClr>
            </a:solidFill>
            <a:ln>
              <a:solidFill>
                <a:schemeClr val="bg1">
                  <a:lumMod val="85000"/>
                </a:schemeClr>
              </a:solidFill>
            </a:ln>
          </p:spPr>
          <p:style>
            <a:lnRef idx="2">
              <a:schemeClr val="accent3">
                <a:shade val="50000"/>
              </a:schemeClr>
            </a:lnRef>
            <a:fillRef idx="1">
              <a:schemeClr val="accent3"/>
            </a:fillRef>
            <a:effectRef idx="0">
              <a:schemeClr val="accent3"/>
            </a:effectRef>
            <a:fontRef idx="minor">
              <a:schemeClr val="lt1"/>
            </a:fontRef>
          </p:style>
          <p:txBody>
            <a:bodyPr rtlCol="0" anchor="ctr"/>
            <a:lstStyle/>
            <a:p>
              <a:pPr algn="ctr"/>
              <a:r>
                <a:rPr lang="zh-CN" altLang="en-US" b="1" dirty="0">
                  <a:solidFill>
                    <a:schemeClr val="tx1"/>
                  </a:solidFill>
                  <a:latin typeface="+mn-ea"/>
                </a:rPr>
                <a:t>因特网</a:t>
              </a:r>
            </a:p>
          </p:txBody>
        </p:sp>
      </p:grpSp>
      <mc:AlternateContent xmlns:mc="http://schemas.openxmlformats.org/markup-compatibility/2006" xmlns:a14="http://schemas.microsoft.com/office/drawing/2010/main">
        <mc:Choice Requires="a14">
          <p:sp>
            <p:nvSpPr>
              <p:cNvPr id="28" name="íşlïḍè">
                <a:extLst>
                  <a:ext uri="{FF2B5EF4-FFF2-40B4-BE49-F238E27FC236}">
                    <a16:creationId xmlns:a16="http://schemas.microsoft.com/office/drawing/2014/main" id="{8898676C-F981-4D74-B324-A859D1387610}"/>
                  </a:ext>
                </a:extLst>
              </p:cNvPr>
              <p:cNvSpPr txBox="1"/>
              <p:nvPr/>
            </p:nvSpPr>
            <p:spPr>
              <a:xfrm>
                <a:off x="2993250" y="2799126"/>
                <a:ext cx="6657288" cy="311297"/>
              </a:xfrm>
              <a:prstGeom prst="rect">
                <a:avLst/>
              </a:prstGeom>
              <a:noFill/>
            </p:spPr>
            <p:txBody>
              <a:bodyPr wrap="square" lIns="91440" tIns="45720" rIns="91440" bIns="45720" anchor="ctr">
                <a:noAutofit/>
              </a:bodyPr>
              <a:lstStyle/>
              <a:p>
                <a:r>
                  <a:rPr lang="zh-CN" altLang="en-US" b="1" dirty="0"/>
                  <a:t>本例假设采用</a:t>
                </a:r>
                <a14:m>
                  <m:oMath xmlns:m="http://schemas.openxmlformats.org/officeDocument/2006/math">
                    <m:r>
                      <a:rPr lang="en-US" altLang="zh-CN" b="1" i="1" dirty="0" smtClean="0">
                        <a:latin typeface="Cambria Math" panose="02040503050406030204" pitchFamily="18" charset="0"/>
                      </a:rPr>
                      <m:t>𝟑</m:t>
                    </m:r>
                  </m:oMath>
                </a14:m>
                <a:r>
                  <a:rPr lang="zh-CN" altLang="en-US" b="1" dirty="0"/>
                  <a:t>个比特给分组编序号，则序号范围是</a:t>
                </a:r>
                <a14:m>
                  <m:oMath xmlns:m="http://schemas.openxmlformats.org/officeDocument/2006/math">
                    <m:r>
                      <a:rPr lang="en-US" altLang="zh-CN" b="1" i="0" smtClean="0">
                        <a:latin typeface="Cambria Math" panose="02040503050406030204" pitchFamily="18" charset="0"/>
                        <a:ea typeface="Cambria Math" panose="02040503050406030204" pitchFamily="18" charset="0"/>
                      </a:rPr>
                      <m:t>𝟎</m:t>
                    </m:r>
                    <m:r>
                      <a:rPr lang="en-US" altLang="zh-CN" b="1" i="1" smtClean="0">
                        <a:latin typeface="Cambria Math" panose="02040503050406030204" pitchFamily="18" charset="0"/>
                        <a:ea typeface="Cambria Math" panose="02040503050406030204" pitchFamily="18" charset="0"/>
                      </a:rPr>
                      <m:t>~</m:t>
                    </m:r>
                    <m:sSup>
                      <m:sSupPr>
                        <m:ctrlPr>
                          <a:rPr lang="en-US" altLang="zh-CN" b="1" i="1" smtClean="0">
                            <a:latin typeface="Cambria Math" panose="02040503050406030204" pitchFamily="18" charset="0"/>
                            <a:ea typeface="Cambria Math" panose="02040503050406030204" pitchFamily="18" charset="0"/>
                          </a:rPr>
                        </m:ctrlPr>
                      </m:sSupPr>
                      <m:e>
                        <m:r>
                          <a:rPr lang="en-US" altLang="zh-CN" b="1" i="1" smtClean="0">
                            <a:latin typeface="Cambria Math" panose="02040503050406030204" pitchFamily="18" charset="0"/>
                            <a:ea typeface="Cambria Math" panose="02040503050406030204" pitchFamily="18" charset="0"/>
                          </a:rPr>
                          <m:t>(</m:t>
                        </m:r>
                        <m:r>
                          <a:rPr lang="en-US" altLang="zh-CN" b="1" i="1" smtClean="0">
                            <a:latin typeface="Cambria Math" panose="02040503050406030204" pitchFamily="18" charset="0"/>
                            <a:ea typeface="Cambria Math" panose="02040503050406030204" pitchFamily="18" charset="0"/>
                          </a:rPr>
                          <m:t>𝟐</m:t>
                        </m:r>
                      </m:e>
                      <m:sup>
                        <m:r>
                          <a:rPr lang="en-US" altLang="zh-CN" b="1" i="1" smtClean="0">
                            <a:latin typeface="Cambria Math" panose="02040503050406030204" pitchFamily="18" charset="0"/>
                            <a:ea typeface="Cambria Math" panose="02040503050406030204" pitchFamily="18" charset="0"/>
                          </a:rPr>
                          <m:t>𝟑</m:t>
                        </m:r>
                      </m:sup>
                    </m:sSup>
                    <m:r>
                      <a:rPr lang="en-US" altLang="zh-CN" b="1" i="1" smtClean="0">
                        <a:latin typeface="Cambria Math" panose="02040503050406030204" pitchFamily="18" charset="0"/>
                        <a:ea typeface="Cambria Math" panose="02040503050406030204" pitchFamily="18" charset="0"/>
                      </a:rPr>
                      <m:t>−</m:t>
                    </m:r>
                    <m:r>
                      <a:rPr lang="en-US" altLang="zh-CN" b="1" i="1" smtClean="0">
                        <a:latin typeface="Cambria Math" panose="02040503050406030204" pitchFamily="18" charset="0"/>
                        <a:ea typeface="Cambria Math" panose="02040503050406030204" pitchFamily="18" charset="0"/>
                      </a:rPr>
                      <m:t>𝟏</m:t>
                    </m:r>
                    <m:r>
                      <a:rPr lang="en-US" altLang="zh-CN" b="1" i="1" smtClean="0">
                        <a:latin typeface="Cambria Math" panose="02040503050406030204" pitchFamily="18" charset="0"/>
                        <a:ea typeface="Cambria Math" panose="02040503050406030204" pitchFamily="18" charset="0"/>
                      </a:rPr>
                      <m:t>)。</m:t>
                    </m:r>
                  </m:oMath>
                </a14:m>
                <a:endParaRPr lang="en-US" altLang="zh-CN" b="1" dirty="0"/>
              </a:p>
            </p:txBody>
          </p:sp>
        </mc:Choice>
        <mc:Fallback xmlns="">
          <p:sp>
            <p:nvSpPr>
              <p:cNvPr id="28" name="íşlïḍè">
                <a:extLst>
                  <a:ext uri="{FF2B5EF4-FFF2-40B4-BE49-F238E27FC236}">
                    <a16:creationId xmlns:a16="http://schemas.microsoft.com/office/drawing/2014/main" id="{8898676C-F981-4D74-B324-A859D1387610}"/>
                  </a:ext>
                </a:extLst>
              </p:cNvPr>
              <p:cNvSpPr txBox="1">
                <a:spLocks noRot="1" noChangeAspect="1" noMove="1" noResize="1" noEditPoints="1" noAdjustHandles="1" noChangeArrowheads="1" noChangeShapeType="1" noTextEdit="1"/>
              </p:cNvSpPr>
              <p:nvPr/>
            </p:nvSpPr>
            <p:spPr>
              <a:xfrm>
                <a:off x="2993250" y="2799126"/>
                <a:ext cx="6657288" cy="311297"/>
              </a:xfrm>
              <a:prstGeom prst="rect">
                <a:avLst/>
              </a:prstGeom>
              <a:blipFill>
                <a:blip r:embed="rId9"/>
                <a:stretch>
                  <a:fillRect l="-733" t="-17647" b="-41176"/>
                </a:stretch>
              </a:blipFill>
            </p:spPr>
            <p:txBody>
              <a:bodyPr/>
              <a:lstStyle/>
              <a:p>
                <a:r>
                  <a:rPr lang="zh-CN" altLang="en-US">
                    <a:noFill/>
                  </a:rPr>
                  <a:t> </a:t>
                </a:r>
              </a:p>
            </p:txBody>
          </p:sp>
        </mc:Fallback>
      </mc:AlternateContent>
      <p:graphicFrame>
        <p:nvGraphicFramePr>
          <p:cNvPr id="29" name="表格 21">
            <a:extLst>
              <a:ext uri="{FF2B5EF4-FFF2-40B4-BE49-F238E27FC236}">
                <a16:creationId xmlns:a16="http://schemas.microsoft.com/office/drawing/2014/main" id="{44D0CDFF-8B53-4BB1-835E-1192E30CC2FA}"/>
              </a:ext>
            </a:extLst>
          </p:cNvPr>
          <p:cNvGraphicFramePr>
            <a:graphicFrameLocks noGrp="1"/>
          </p:cNvGraphicFramePr>
          <p:nvPr/>
        </p:nvGraphicFramePr>
        <p:xfrm>
          <a:off x="2302929" y="5557308"/>
          <a:ext cx="9067800" cy="370840"/>
        </p:xfrm>
        <a:graphic>
          <a:graphicData uri="http://schemas.openxmlformats.org/drawingml/2006/table">
            <a:tbl>
              <a:tblPr firstRow="1" bandRow="1">
                <a:tableStyleId>{5C22544A-7EE6-4342-B048-85BDC9FD1C3A}</a:tableStyleId>
              </a:tblPr>
              <a:tblGrid>
                <a:gridCol w="755650">
                  <a:extLst>
                    <a:ext uri="{9D8B030D-6E8A-4147-A177-3AD203B41FA5}">
                      <a16:colId xmlns:a16="http://schemas.microsoft.com/office/drawing/2014/main" val="877486509"/>
                    </a:ext>
                  </a:extLst>
                </a:gridCol>
                <a:gridCol w="755650">
                  <a:extLst>
                    <a:ext uri="{9D8B030D-6E8A-4147-A177-3AD203B41FA5}">
                      <a16:colId xmlns:a16="http://schemas.microsoft.com/office/drawing/2014/main" val="3548605817"/>
                    </a:ext>
                  </a:extLst>
                </a:gridCol>
                <a:gridCol w="755650">
                  <a:extLst>
                    <a:ext uri="{9D8B030D-6E8A-4147-A177-3AD203B41FA5}">
                      <a16:colId xmlns:a16="http://schemas.microsoft.com/office/drawing/2014/main" val="2881812895"/>
                    </a:ext>
                  </a:extLst>
                </a:gridCol>
                <a:gridCol w="755650">
                  <a:extLst>
                    <a:ext uri="{9D8B030D-6E8A-4147-A177-3AD203B41FA5}">
                      <a16:colId xmlns:a16="http://schemas.microsoft.com/office/drawing/2014/main" val="3682284582"/>
                    </a:ext>
                  </a:extLst>
                </a:gridCol>
                <a:gridCol w="755650">
                  <a:extLst>
                    <a:ext uri="{9D8B030D-6E8A-4147-A177-3AD203B41FA5}">
                      <a16:colId xmlns:a16="http://schemas.microsoft.com/office/drawing/2014/main" val="500127722"/>
                    </a:ext>
                  </a:extLst>
                </a:gridCol>
                <a:gridCol w="755650">
                  <a:extLst>
                    <a:ext uri="{9D8B030D-6E8A-4147-A177-3AD203B41FA5}">
                      <a16:colId xmlns:a16="http://schemas.microsoft.com/office/drawing/2014/main" val="2946259618"/>
                    </a:ext>
                  </a:extLst>
                </a:gridCol>
                <a:gridCol w="755650">
                  <a:extLst>
                    <a:ext uri="{9D8B030D-6E8A-4147-A177-3AD203B41FA5}">
                      <a16:colId xmlns:a16="http://schemas.microsoft.com/office/drawing/2014/main" val="171501986"/>
                    </a:ext>
                  </a:extLst>
                </a:gridCol>
                <a:gridCol w="755650">
                  <a:extLst>
                    <a:ext uri="{9D8B030D-6E8A-4147-A177-3AD203B41FA5}">
                      <a16:colId xmlns:a16="http://schemas.microsoft.com/office/drawing/2014/main" val="1667185265"/>
                    </a:ext>
                  </a:extLst>
                </a:gridCol>
                <a:gridCol w="755650">
                  <a:extLst>
                    <a:ext uri="{9D8B030D-6E8A-4147-A177-3AD203B41FA5}">
                      <a16:colId xmlns:a16="http://schemas.microsoft.com/office/drawing/2014/main" val="4258211808"/>
                    </a:ext>
                  </a:extLst>
                </a:gridCol>
                <a:gridCol w="755650">
                  <a:extLst>
                    <a:ext uri="{9D8B030D-6E8A-4147-A177-3AD203B41FA5}">
                      <a16:colId xmlns:a16="http://schemas.microsoft.com/office/drawing/2014/main" val="1794200575"/>
                    </a:ext>
                  </a:extLst>
                </a:gridCol>
                <a:gridCol w="755650">
                  <a:extLst>
                    <a:ext uri="{9D8B030D-6E8A-4147-A177-3AD203B41FA5}">
                      <a16:colId xmlns:a16="http://schemas.microsoft.com/office/drawing/2014/main" val="4230716487"/>
                    </a:ext>
                  </a:extLst>
                </a:gridCol>
                <a:gridCol w="755650">
                  <a:extLst>
                    <a:ext uri="{9D8B030D-6E8A-4147-A177-3AD203B41FA5}">
                      <a16:colId xmlns:a16="http://schemas.microsoft.com/office/drawing/2014/main" val="56153739"/>
                    </a:ext>
                  </a:extLst>
                </a:gridCol>
              </a:tblGrid>
              <a:tr h="370840">
                <a:tc>
                  <a:txBody>
                    <a:bodyPr/>
                    <a:lstStyle/>
                    <a:p>
                      <a:pPr algn="ctr"/>
                      <a:r>
                        <a:rPr lang="en-US" altLang="zh-CN" dirty="0">
                          <a:solidFill>
                            <a:schemeClr val="tx1"/>
                          </a:solidFill>
                          <a:latin typeface="Arial Black" panose="020B0A04020102020204" pitchFamily="34" charset="0"/>
                        </a:rPr>
                        <a:t>0</a:t>
                      </a:r>
                      <a:endParaRPr lang="zh-CN" altLang="en-US" dirty="0">
                        <a:solidFill>
                          <a:schemeClr val="tx1"/>
                        </a:solidFill>
                        <a:latin typeface="Arial Black" panose="020B0A04020102020204" pitchFamily="34" charset="0"/>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ctr"/>
                      <a:r>
                        <a:rPr lang="en-US" altLang="zh-CN" dirty="0">
                          <a:solidFill>
                            <a:schemeClr val="tx1"/>
                          </a:solidFill>
                          <a:latin typeface="Arial Black" panose="020B0A04020102020204" pitchFamily="34" charset="0"/>
                        </a:rPr>
                        <a:t>1</a:t>
                      </a:r>
                      <a:endParaRPr lang="zh-CN" altLang="en-US" dirty="0">
                        <a:solidFill>
                          <a:schemeClr val="tx1"/>
                        </a:solidFill>
                        <a:latin typeface="Arial Black" panose="020B0A04020102020204" pitchFamily="34" charset="0"/>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ctr"/>
                      <a:r>
                        <a:rPr lang="en-US" altLang="zh-CN" dirty="0">
                          <a:solidFill>
                            <a:schemeClr val="tx1"/>
                          </a:solidFill>
                          <a:latin typeface="Arial Black" panose="020B0A04020102020204" pitchFamily="34" charset="0"/>
                        </a:rPr>
                        <a:t>2</a:t>
                      </a:r>
                      <a:endParaRPr lang="zh-CN" altLang="en-US" dirty="0">
                        <a:solidFill>
                          <a:schemeClr val="tx1"/>
                        </a:solidFill>
                        <a:latin typeface="Arial Black" panose="020B0A04020102020204" pitchFamily="34" charset="0"/>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ctr"/>
                      <a:r>
                        <a:rPr lang="en-US" altLang="zh-CN" dirty="0">
                          <a:solidFill>
                            <a:schemeClr val="tx1"/>
                          </a:solidFill>
                          <a:latin typeface="Arial Black" panose="020B0A04020102020204" pitchFamily="34" charset="0"/>
                        </a:rPr>
                        <a:t>3</a:t>
                      </a:r>
                      <a:endParaRPr lang="zh-CN" altLang="en-US" dirty="0">
                        <a:solidFill>
                          <a:schemeClr val="tx1"/>
                        </a:solidFill>
                        <a:latin typeface="Arial Black" panose="020B0A04020102020204" pitchFamily="34" charset="0"/>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ctr"/>
                      <a:r>
                        <a:rPr lang="en-US" altLang="zh-CN" dirty="0">
                          <a:solidFill>
                            <a:schemeClr val="tx1"/>
                          </a:solidFill>
                          <a:latin typeface="Arial Black" panose="020B0A04020102020204" pitchFamily="34" charset="0"/>
                        </a:rPr>
                        <a:t>4</a:t>
                      </a:r>
                      <a:endParaRPr lang="zh-CN" altLang="en-US" dirty="0">
                        <a:solidFill>
                          <a:schemeClr val="tx1"/>
                        </a:solidFill>
                        <a:latin typeface="Arial Black" panose="020B0A04020102020204" pitchFamily="34" charset="0"/>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ctr"/>
                      <a:r>
                        <a:rPr lang="en-US" altLang="zh-CN" dirty="0">
                          <a:solidFill>
                            <a:schemeClr val="tx1"/>
                          </a:solidFill>
                          <a:latin typeface="Arial Black" panose="020B0A04020102020204" pitchFamily="34" charset="0"/>
                        </a:rPr>
                        <a:t>5</a:t>
                      </a:r>
                      <a:endParaRPr lang="zh-CN" altLang="en-US" dirty="0">
                        <a:solidFill>
                          <a:schemeClr val="tx1"/>
                        </a:solidFill>
                        <a:latin typeface="Arial Black" panose="020B0A04020102020204" pitchFamily="34" charset="0"/>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ctr"/>
                      <a:r>
                        <a:rPr lang="en-US" altLang="zh-CN" dirty="0">
                          <a:solidFill>
                            <a:schemeClr val="tx1"/>
                          </a:solidFill>
                          <a:latin typeface="Arial Black" panose="020B0A04020102020204" pitchFamily="34" charset="0"/>
                        </a:rPr>
                        <a:t>6</a:t>
                      </a:r>
                      <a:endParaRPr lang="zh-CN" altLang="en-US" dirty="0">
                        <a:solidFill>
                          <a:schemeClr val="tx1"/>
                        </a:solidFill>
                        <a:latin typeface="Arial Black" panose="020B0A04020102020204" pitchFamily="34" charset="0"/>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ctr"/>
                      <a:r>
                        <a:rPr lang="en-US" altLang="zh-CN" dirty="0">
                          <a:solidFill>
                            <a:schemeClr val="tx1"/>
                          </a:solidFill>
                          <a:latin typeface="Arial Black" panose="020B0A04020102020204" pitchFamily="34" charset="0"/>
                        </a:rPr>
                        <a:t>7</a:t>
                      </a:r>
                      <a:endParaRPr lang="zh-CN" altLang="en-US" dirty="0">
                        <a:solidFill>
                          <a:schemeClr val="tx1"/>
                        </a:solidFill>
                        <a:latin typeface="Arial Black" panose="020B0A04020102020204" pitchFamily="34" charset="0"/>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ctr"/>
                      <a:r>
                        <a:rPr lang="en-US" altLang="zh-CN" dirty="0">
                          <a:solidFill>
                            <a:schemeClr val="tx1"/>
                          </a:solidFill>
                          <a:latin typeface="Arial Black" panose="020B0A04020102020204" pitchFamily="34" charset="0"/>
                        </a:rPr>
                        <a:t>0</a:t>
                      </a:r>
                      <a:endParaRPr lang="zh-CN" altLang="en-US" dirty="0">
                        <a:solidFill>
                          <a:schemeClr val="tx1"/>
                        </a:solidFill>
                        <a:latin typeface="Arial Black" panose="020B0A04020102020204" pitchFamily="34" charset="0"/>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ctr"/>
                      <a:r>
                        <a:rPr lang="en-US" altLang="zh-CN" dirty="0">
                          <a:solidFill>
                            <a:schemeClr val="tx1"/>
                          </a:solidFill>
                          <a:latin typeface="Arial Black" panose="020B0A04020102020204" pitchFamily="34" charset="0"/>
                        </a:rPr>
                        <a:t>1</a:t>
                      </a:r>
                      <a:endParaRPr lang="zh-CN" altLang="en-US" dirty="0">
                        <a:solidFill>
                          <a:schemeClr val="tx1"/>
                        </a:solidFill>
                        <a:latin typeface="Arial Black" panose="020B0A04020102020204" pitchFamily="34" charset="0"/>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ctr"/>
                      <a:r>
                        <a:rPr lang="en-US" altLang="zh-CN" dirty="0">
                          <a:solidFill>
                            <a:schemeClr val="tx1"/>
                          </a:solidFill>
                          <a:latin typeface="Arial Black" panose="020B0A04020102020204" pitchFamily="34" charset="0"/>
                        </a:rPr>
                        <a:t>2</a:t>
                      </a:r>
                      <a:endParaRPr lang="zh-CN" altLang="en-US" dirty="0">
                        <a:solidFill>
                          <a:schemeClr val="tx1"/>
                        </a:solidFill>
                        <a:latin typeface="Arial Black" panose="020B0A04020102020204" pitchFamily="34" charset="0"/>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ctr"/>
                      <a:r>
                        <a:rPr lang="en-US" altLang="zh-CN" dirty="0">
                          <a:solidFill>
                            <a:schemeClr val="tx1"/>
                          </a:solidFill>
                          <a:latin typeface="Arial Black" panose="020B0A04020102020204" pitchFamily="34" charset="0"/>
                        </a:rPr>
                        <a:t>…</a:t>
                      </a:r>
                      <a:endParaRPr lang="zh-CN" altLang="en-US" dirty="0">
                        <a:solidFill>
                          <a:schemeClr val="tx1"/>
                        </a:solidFill>
                        <a:latin typeface="Arial Black" panose="020B0A04020102020204" pitchFamily="34" charset="0"/>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extLst>
                  <a:ext uri="{0D108BD9-81ED-4DB2-BD59-A6C34878D82A}">
                    <a16:rowId xmlns:a16="http://schemas.microsoft.com/office/drawing/2014/main" val="316235763"/>
                  </a:ext>
                </a:extLst>
              </a:tr>
            </a:tbl>
          </a:graphicData>
        </a:graphic>
      </p:graphicFrame>
      <p:graphicFrame>
        <p:nvGraphicFramePr>
          <p:cNvPr id="30" name="表格 21">
            <a:extLst>
              <a:ext uri="{FF2B5EF4-FFF2-40B4-BE49-F238E27FC236}">
                <a16:creationId xmlns:a16="http://schemas.microsoft.com/office/drawing/2014/main" id="{849D252C-900C-44C3-9C3B-0A66CC10F5E3}"/>
              </a:ext>
            </a:extLst>
          </p:cNvPr>
          <p:cNvGraphicFramePr>
            <a:graphicFrameLocks noGrp="1"/>
          </p:cNvGraphicFramePr>
          <p:nvPr/>
        </p:nvGraphicFramePr>
        <p:xfrm>
          <a:off x="2302929" y="1827576"/>
          <a:ext cx="9067800" cy="370840"/>
        </p:xfrm>
        <a:graphic>
          <a:graphicData uri="http://schemas.openxmlformats.org/drawingml/2006/table">
            <a:tbl>
              <a:tblPr firstRow="1" bandRow="1">
                <a:tableStyleId>{5C22544A-7EE6-4342-B048-85BDC9FD1C3A}</a:tableStyleId>
              </a:tblPr>
              <a:tblGrid>
                <a:gridCol w="755650">
                  <a:extLst>
                    <a:ext uri="{9D8B030D-6E8A-4147-A177-3AD203B41FA5}">
                      <a16:colId xmlns:a16="http://schemas.microsoft.com/office/drawing/2014/main" val="877486509"/>
                    </a:ext>
                  </a:extLst>
                </a:gridCol>
                <a:gridCol w="755650">
                  <a:extLst>
                    <a:ext uri="{9D8B030D-6E8A-4147-A177-3AD203B41FA5}">
                      <a16:colId xmlns:a16="http://schemas.microsoft.com/office/drawing/2014/main" val="3548605817"/>
                    </a:ext>
                  </a:extLst>
                </a:gridCol>
                <a:gridCol w="755650">
                  <a:extLst>
                    <a:ext uri="{9D8B030D-6E8A-4147-A177-3AD203B41FA5}">
                      <a16:colId xmlns:a16="http://schemas.microsoft.com/office/drawing/2014/main" val="2881812895"/>
                    </a:ext>
                  </a:extLst>
                </a:gridCol>
                <a:gridCol w="755650">
                  <a:extLst>
                    <a:ext uri="{9D8B030D-6E8A-4147-A177-3AD203B41FA5}">
                      <a16:colId xmlns:a16="http://schemas.microsoft.com/office/drawing/2014/main" val="3682284582"/>
                    </a:ext>
                  </a:extLst>
                </a:gridCol>
                <a:gridCol w="755650">
                  <a:extLst>
                    <a:ext uri="{9D8B030D-6E8A-4147-A177-3AD203B41FA5}">
                      <a16:colId xmlns:a16="http://schemas.microsoft.com/office/drawing/2014/main" val="500127722"/>
                    </a:ext>
                  </a:extLst>
                </a:gridCol>
                <a:gridCol w="755650">
                  <a:extLst>
                    <a:ext uri="{9D8B030D-6E8A-4147-A177-3AD203B41FA5}">
                      <a16:colId xmlns:a16="http://schemas.microsoft.com/office/drawing/2014/main" val="2946259618"/>
                    </a:ext>
                  </a:extLst>
                </a:gridCol>
                <a:gridCol w="755650">
                  <a:extLst>
                    <a:ext uri="{9D8B030D-6E8A-4147-A177-3AD203B41FA5}">
                      <a16:colId xmlns:a16="http://schemas.microsoft.com/office/drawing/2014/main" val="171501986"/>
                    </a:ext>
                  </a:extLst>
                </a:gridCol>
                <a:gridCol w="755650">
                  <a:extLst>
                    <a:ext uri="{9D8B030D-6E8A-4147-A177-3AD203B41FA5}">
                      <a16:colId xmlns:a16="http://schemas.microsoft.com/office/drawing/2014/main" val="1667185265"/>
                    </a:ext>
                  </a:extLst>
                </a:gridCol>
                <a:gridCol w="755650">
                  <a:extLst>
                    <a:ext uri="{9D8B030D-6E8A-4147-A177-3AD203B41FA5}">
                      <a16:colId xmlns:a16="http://schemas.microsoft.com/office/drawing/2014/main" val="4258211808"/>
                    </a:ext>
                  </a:extLst>
                </a:gridCol>
                <a:gridCol w="755650">
                  <a:extLst>
                    <a:ext uri="{9D8B030D-6E8A-4147-A177-3AD203B41FA5}">
                      <a16:colId xmlns:a16="http://schemas.microsoft.com/office/drawing/2014/main" val="1794200575"/>
                    </a:ext>
                  </a:extLst>
                </a:gridCol>
                <a:gridCol w="755650">
                  <a:extLst>
                    <a:ext uri="{9D8B030D-6E8A-4147-A177-3AD203B41FA5}">
                      <a16:colId xmlns:a16="http://schemas.microsoft.com/office/drawing/2014/main" val="4230716487"/>
                    </a:ext>
                  </a:extLst>
                </a:gridCol>
                <a:gridCol w="755650">
                  <a:extLst>
                    <a:ext uri="{9D8B030D-6E8A-4147-A177-3AD203B41FA5}">
                      <a16:colId xmlns:a16="http://schemas.microsoft.com/office/drawing/2014/main" val="56153739"/>
                    </a:ext>
                  </a:extLst>
                </a:gridCol>
              </a:tblGrid>
              <a:tr h="370840">
                <a:tc>
                  <a:txBody>
                    <a:bodyPr/>
                    <a:lstStyle/>
                    <a:p>
                      <a:pPr algn="ctr"/>
                      <a:r>
                        <a:rPr lang="en-US" altLang="zh-CN" dirty="0">
                          <a:solidFill>
                            <a:schemeClr val="tx1"/>
                          </a:solidFill>
                          <a:latin typeface="Arial Black" panose="020B0A04020102020204" pitchFamily="34" charset="0"/>
                        </a:rPr>
                        <a:t>0</a:t>
                      </a:r>
                      <a:endParaRPr lang="zh-CN" altLang="en-US" dirty="0">
                        <a:solidFill>
                          <a:schemeClr val="tx1"/>
                        </a:solidFill>
                        <a:latin typeface="Arial Black" panose="020B0A04020102020204" pitchFamily="34" charset="0"/>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ctr"/>
                      <a:r>
                        <a:rPr lang="en-US" altLang="zh-CN" dirty="0">
                          <a:solidFill>
                            <a:schemeClr val="tx1"/>
                          </a:solidFill>
                          <a:latin typeface="Arial Black" panose="020B0A04020102020204" pitchFamily="34" charset="0"/>
                        </a:rPr>
                        <a:t>1</a:t>
                      </a:r>
                      <a:endParaRPr lang="zh-CN" altLang="en-US" dirty="0">
                        <a:solidFill>
                          <a:schemeClr val="tx1"/>
                        </a:solidFill>
                        <a:latin typeface="Arial Black" panose="020B0A04020102020204" pitchFamily="34" charset="0"/>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ctr"/>
                      <a:r>
                        <a:rPr lang="en-US" altLang="zh-CN" dirty="0">
                          <a:solidFill>
                            <a:schemeClr val="tx1"/>
                          </a:solidFill>
                          <a:latin typeface="Arial Black" panose="020B0A04020102020204" pitchFamily="34" charset="0"/>
                        </a:rPr>
                        <a:t>2</a:t>
                      </a:r>
                      <a:endParaRPr lang="zh-CN" altLang="en-US" dirty="0">
                        <a:solidFill>
                          <a:schemeClr val="tx1"/>
                        </a:solidFill>
                        <a:latin typeface="Arial Black" panose="020B0A04020102020204" pitchFamily="34" charset="0"/>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ctr"/>
                      <a:r>
                        <a:rPr lang="en-US" altLang="zh-CN" dirty="0">
                          <a:solidFill>
                            <a:schemeClr val="tx1"/>
                          </a:solidFill>
                          <a:latin typeface="Arial Black" panose="020B0A04020102020204" pitchFamily="34" charset="0"/>
                        </a:rPr>
                        <a:t>3</a:t>
                      </a:r>
                      <a:endParaRPr lang="zh-CN" altLang="en-US" dirty="0">
                        <a:solidFill>
                          <a:schemeClr val="tx1"/>
                        </a:solidFill>
                        <a:latin typeface="Arial Black" panose="020B0A04020102020204" pitchFamily="34" charset="0"/>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ctr"/>
                      <a:r>
                        <a:rPr lang="en-US" altLang="zh-CN" dirty="0">
                          <a:solidFill>
                            <a:schemeClr val="tx1"/>
                          </a:solidFill>
                          <a:latin typeface="Arial Black" panose="020B0A04020102020204" pitchFamily="34" charset="0"/>
                        </a:rPr>
                        <a:t>4</a:t>
                      </a:r>
                      <a:endParaRPr lang="zh-CN" altLang="en-US" dirty="0">
                        <a:solidFill>
                          <a:schemeClr val="tx1"/>
                        </a:solidFill>
                        <a:latin typeface="Arial Black" panose="020B0A04020102020204" pitchFamily="34" charset="0"/>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ctr"/>
                      <a:r>
                        <a:rPr lang="en-US" altLang="zh-CN" dirty="0">
                          <a:solidFill>
                            <a:schemeClr val="tx1"/>
                          </a:solidFill>
                          <a:latin typeface="Arial Black" panose="020B0A04020102020204" pitchFamily="34" charset="0"/>
                        </a:rPr>
                        <a:t>5</a:t>
                      </a:r>
                      <a:endParaRPr lang="zh-CN" altLang="en-US" dirty="0">
                        <a:solidFill>
                          <a:schemeClr val="tx1"/>
                        </a:solidFill>
                        <a:latin typeface="Arial Black" panose="020B0A04020102020204" pitchFamily="34" charset="0"/>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ctr"/>
                      <a:r>
                        <a:rPr lang="en-US" altLang="zh-CN" dirty="0">
                          <a:solidFill>
                            <a:schemeClr val="tx1"/>
                          </a:solidFill>
                          <a:latin typeface="Arial Black" panose="020B0A04020102020204" pitchFamily="34" charset="0"/>
                        </a:rPr>
                        <a:t>6</a:t>
                      </a:r>
                      <a:endParaRPr lang="zh-CN" altLang="en-US" dirty="0">
                        <a:solidFill>
                          <a:schemeClr val="tx1"/>
                        </a:solidFill>
                        <a:latin typeface="Arial Black" panose="020B0A04020102020204" pitchFamily="34" charset="0"/>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ctr"/>
                      <a:r>
                        <a:rPr lang="en-US" altLang="zh-CN" dirty="0">
                          <a:solidFill>
                            <a:schemeClr val="tx1"/>
                          </a:solidFill>
                          <a:latin typeface="Arial Black" panose="020B0A04020102020204" pitchFamily="34" charset="0"/>
                        </a:rPr>
                        <a:t>7</a:t>
                      </a:r>
                      <a:endParaRPr lang="zh-CN" altLang="en-US" dirty="0">
                        <a:solidFill>
                          <a:schemeClr val="tx1"/>
                        </a:solidFill>
                        <a:latin typeface="Arial Black" panose="020B0A04020102020204" pitchFamily="34" charset="0"/>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ctr"/>
                      <a:r>
                        <a:rPr lang="en-US" altLang="zh-CN" dirty="0">
                          <a:solidFill>
                            <a:schemeClr val="tx1"/>
                          </a:solidFill>
                          <a:latin typeface="Arial Black" panose="020B0A04020102020204" pitchFamily="34" charset="0"/>
                        </a:rPr>
                        <a:t>0</a:t>
                      </a:r>
                      <a:endParaRPr lang="zh-CN" altLang="en-US" dirty="0">
                        <a:solidFill>
                          <a:schemeClr val="tx1"/>
                        </a:solidFill>
                        <a:latin typeface="Arial Black" panose="020B0A04020102020204" pitchFamily="34" charset="0"/>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ctr"/>
                      <a:r>
                        <a:rPr lang="en-US" altLang="zh-CN" dirty="0">
                          <a:solidFill>
                            <a:schemeClr val="tx1"/>
                          </a:solidFill>
                          <a:latin typeface="Arial Black" panose="020B0A04020102020204" pitchFamily="34" charset="0"/>
                        </a:rPr>
                        <a:t>1</a:t>
                      </a:r>
                      <a:endParaRPr lang="zh-CN" altLang="en-US" dirty="0">
                        <a:solidFill>
                          <a:schemeClr val="tx1"/>
                        </a:solidFill>
                        <a:latin typeface="Arial Black" panose="020B0A04020102020204" pitchFamily="34" charset="0"/>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ctr"/>
                      <a:r>
                        <a:rPr lang="en-US" altLang="zh-CN" dirty="0">
                          <a:solidFill>
                            <a:schemeClr val="tx1"/>
                          </a:solidFill>
                          <a:latin typeface="Arial Black" panose="020B0A04020102020204" pitchFamily="34" charset="0"/>
                        </a:rPr>
                        <a:t>2</a:t>
                      </a:r>
                      <a:endParaRPr lang="zh-CN" altLang="en-US" dirty="0">
                        <a:solidFill>
                          <a:schemeClr val="tx1"/>
                        </a:solidFill>
                        <a:latin typeface="Arial Black" panose="020B0A04020102020204" pitchFamily="34" charset="0"/>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ctr"/>
                      <a:r>
                        <a:rPr lang="en-US" altLang="zh-CN" dirty="0">
                          <a:solidFill>
                            <a:schemeClr val="tx1"/>
                          </a:solidFill>
                          <a:latin typeface="Arial Black" panose="020B0A04020102020204" pitchFamily="34" charset="0"/>
                        </a:rPr>
                        <a:t>…</a:t>
                      </a:r>
                      <a:endParaRPr lang="zh-CN" altLang="en-US" dirty="0">
                        <a:solidFill>
                          <a:schemeClr val="tx1"/>
                        </a:solidFill>
                        <a:latin typeface="Arial Black" panose="020B0A04020102020204" pitchFamily="34" charset="0"/>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extLst>
                  <a:ext uri="{0D108BD9-81ED-4DB2-BD59-A6C34878D82A}">
                    <a16:rowId xmlns:a16="http://schemas.microsoft.com/office/drawing/2014/main" val="316235763"/>
                  </a:ext>
                </a:extLst>
              </a:tr>
            </a:tbl>
          </a:graphicData>
        </a:graphic>
      </p:graphicFrame>
      <mc:AlternateContent xmlns:mc="http://schemas.openxmlformats.org/markup-compatibility/2006" xmlns:a14="http://schemas.microsoft.com/office/drawing/2010/main">
        <mc:Choice Requires="a14">
          <p:sp>
            <p:nvSpPr>
              <p:cNvPr id="31" name="íşlïḍè">
                <a:extLst>
                  <a:ext uri="{FF2B5EF4-FFF2-40B4-BE49-F238E27FC236}">
                    <a16:creationId xmlns:a16="http://schemas.microsoft.com/office/drawing/2014/main" id="{534EE850-C207-4BCA-A31E-771A47DA9033}"/>
                  </a:ext>
                </a:extLst>
              </p:cNvPr>
              <p:cNvSpPr txBox="1"/>
              <p:nvPr/>
            </p:nvSpPr>
            <p:spPr>
              <a:xfrm>
                <a:off x="2993250" y="3257900"/>
                <a:ext cx="6218660" cy="311297"/>
              </a:xfrm>
              <a:prstGeom prst="rect">
                <a:avLst/>
              </a:prstGeom>
              <a:noFill/>
            </p:spPr>
            <p:txBody>
              <a:bodyPr wrap="square" lIns="91440" tIns="45720" rIns="91440" bIns="45720" anchor="ctr">
                <a:noAutofit/>
              </a:bodyPr>
              <a:lstStyle/>
              <a:p>
                <a:r>
                  <a:rPr lang="zh-CN" altLang="en-US" b="1" dirty="0">
                    <a:solidFill>
                      <a:schemeClr val="accent4"/>
                    </a:solidFill>
                  </a:rPr>
                  <a:t>接收窗口</a:t>
                </a:r>
                <a14:m>
                  <m:oMath xmlns:m="http://schemas.openxmlformats.org/officeDocument/2006/math">
                    <m:sSub>
                      <m:sSubPr>
                        <m:ctrlPr>
                          <a:rPr lang="en-US" altLang="zh-CN" b="1" i="1" smtClean="0">
                            <a:solidFill>
                              <a:schemeClr val="accent4"/>
                            </a:solidFill>
                            <a:latin typeface="Cambria Math" panose="02040503050406030204" pitchFamily="18" charset="0"/>
                          </a:rPr>
                        </m:ctrlPr>
                      </m:sSubPr>
                      <m:e>
                        <m:r>
                          <a:rPr lang="en-US" altLang="zh-CN" b="1" i="1" smtClean="0">
                            <a:solidFill>
                              <a:schemeClr val="accent4"/>
                            </a:solidFill>
                            <a:latin typeface="Cambria Math" panose="02040503050406030204" pitchFamily="18" charset="0"/>
                          </a:rPr>
                          <m:t>𝑾</m:t>
                        </m:r>
                      </m:e>
                      <m:sub>
                        <m:r>
                          <a:rPr lang="en-US" altLang="zh-CN" b="1" i="1" smtClean="0">
                            <a:solidFill>
                              <a:schemeClr val="accent4"/>
                            </a:solidFill>
                            <a:latin typeface="Cambria Math" panose="02040503050406030204" pitchFamily="18" charset="0"/>
                          </a:rPr>
                          <m:t>𝑹</m:t>
                        </m:r>
                      </m:sub>
                    </m:sSub>
                  </m:oMath>
                </a14:m>
                <a:r>
                  <a:rPr lang="zh-CN" altLang="en-US" b="1" dirty="0"/>
                  <a:t>取最大值</a:t>
                </a:r>
                <a14:m>
                  <m:oMath xmlns:m="http://schemas.openxmlformats.org/officeDocument/2006/math">
                    <m:sSup>
                      <m:sSupPr>
                        <m:ctrlPr>
                          <a:rPr lang="en-US" altLang="zh-CN" b="1" i="1" smtClean="0">
                            <a:latin typeface="Cambria Math" panose="02040503050406030204" pitchFamily="18" charset="0"/>
                          </a:rPr>
                        </m:ctrlPr>
                      </m:sSupPr>
                      <m:e>
                        <m:r>
                          <a:rPr lang="en-US" altLang="zh-CN" b="1" i="1" smtClean="0">
                            <a:latin typeface="Cambria Math" panose="02040503050406030204" pitchFamily="18" charset="0"/>
                          </a:rPr>
                          <m:t>𝟐</m:t>
                        </m:r>
                      </m:e>
                      <m:sup>
                        <m:r>
                          <a:rPr lang="en-US" altLang="zh-CN" b="1" i="1" smtClean="0">
                            <a:latin typeface="Cambria Math" panose="02040503050406030204" pitchFamily="18" charset="0"/>
                          </a:rPr>
                          <m:t>(</m:t>
                        </m:r>
                        <m:r>
                          <a:rPr lang="en-US" altLang="zh-CN" b="1" i="1" smtClean="0">
                            <a:latin typeface="Cambria Math" panose="02040503050406030204" pitchFamily="18" charset="0"/>
                          </a:rPr>
                          <m:t>𝟑</m:t>
                        </m:r>
                        <m:r>
                          <a:rPr lang="en-US" altLang="zh-CN" b="1" i="1" smtClean="0">
                            <a:latin typeface="Cambria Math" panose="02040503050406030204" pitchFamily="18" charset="0"/>
                          </a:rPr>
                          <m:t>−</m:t>
                        </m:r>
                        <m:r>
                          <a:rPr lang="en-US" altLang="zh-CN" b="1" i="1" smtClean="0">
                            <a:latin typeface="Cambria Math" panose="02040503050406030204" pitchFamily="18" charset="0"/>
                          </a:rPr>
                          <m:t>𝟏</m:t>
                        </m:r>
                        <m:r>
                          <a:rPr lang="en-US" altLang="zh-CN" b="1" i="1" smtClean="0">
                            <a:latin typeface="Cambria Math" panose="02040503050406030204" pitchFamily="18" charset="0"/>
                          </a:rPr>
                          <m:t>)</m:t>
                        </m:r>
                      </m:sup>
                    </m:sSup>
                  </m:oMath>
                </a14:m>
                <a:r>
                  <a:rPr lang="zh-CN" altLang="en-US" b="1" dirty="0"/>
                  <a:t>，即</a:t>
                </a:r>
                <a14:m>
                  <m:oMath xmlns:m="http://schemas.openxmlformats.org/officeDocument/2006/math">
                    <m:sSub>
                      <m:sSubPr>
                        <m:ctrlPr>
                          <a:rPr lang="en-US" altLang="zh-CN" b="1" i="1" smtClean="0">
                            <a:latin typeface="Cambria Math" panose="02040503050406030204" pitchFamily="18" charset="0"/>
                          </a:rPr>
                        </m:ctrlPr>
                      </m:sSubPr>
                      <m:e>
                        <m:r>
                          <a:rPr lang="en-US" altLang="zh-CN" b="1" i="1" smtClean="0">
                            <a:latin typeface="Cambria Math" panose="02040503050406030204" pitchFamily="18" charset="0"/>
                          </a:rPr>
                          <m:t>𝑾</m:t>
                        </m:r>
                      </m:e>
                      <m:sub>
                        <m:r>
                          <a:rPr lang="en-US" altLang="zh-CN" b="1" i="1" smtClean="0">
                            <a:latin typeface="Cambria Math" panose="02040503050406030204" pitchFamily="18" charset="0"/>
                          </a:rPr>
                          <m:t>𝑹</m:t>
                        </m:r>
                      </m:sub>
                    </m:sSub>
                    <m:r>
                      <a:rPr lang="en-US" altLang="zh-CN" b="1" i="1" smtClean="0">
                        <a:latin typeface="Cambria Math" panose="02040503050406030204" pitchFamily="18" charset="0"/>
                      </a:rPr>
                      <m:t>=</m:t>
                    </m:r>
                    <m:r>
                      <a:rPr lang="en-US" altLang="zh-CN" b="1" i="1" smtClean="0">
                        <a:latin typeface="Cambria Math" panose="02040503050406030204" pitchFamily="18" charset="0"/>
                      </a:rPr>
                      <m:t>𝟒</m:t>
                    </m:r>
                    <m:r>
                      <a:rPr lang="zh-CN" altLang="en-US" b="1" i="1">
                        <a:latin typeface="Cambria Math" panose="02040503050406030204" pitchFamily="18" charset="0"/>
                      </a:rPr>
                      <m:t>。</m:t>
                    </m:r>
                  </m:oMath>
                </a14:m>
                <a:endParaRPr lang="en-US" altLang="zh-CN" b="1" dirty="0"/>
              </a:p>
            </p:txBody>
          </p:sp>
        </mc:Choice>
        <mc:Fallback xmlns="">
          <p:sp>
            <p:nvSpPr>
              <p:cNvPr id="31" name="íşlïḍè">
                <a:extLst>
                  <a:ext uri="{FF2B5EF4-FFF2-40B4-BE49-F238E27FC236}">
                    <a16:creationId xmlns:a16="http://schemas.microsoft.com/office/drawing/2014/main" id="{534EE850-C207-4BCA-A31E-771A47DA9033}"/>
                  </a:ext>
                </a:extLst>
              </p:cNvPr>
              <p:cNvSpPr txBox="1">
                <a:spLocks noRot="1" noChangeAspect="1" noMove="1" noResize="1" noEditPoints="1" noAdjustHandles="1" noChangeArrowheads="1" noChangeShapeType="1" noTextEdit="1"/>
              </p:cNvSpPr>
              <p:nvPr/>
            </p:nvSpPr>
            <p:spPr>
              <a:xfrm>
                <a:off x="2993250" y="3257900"/>
                <a:ext cx="6218660" cy="311297"/>
              </a:xfrm>
              <a:prstGeom prst="rect">
                <a:avLst/>
              </a:prstGeom>
              <a:blipFill>
                <a:blip r:embed="rId10"/>
                <a:stretch>
                  <a:fillRect l="-784" t="-15686" b="-43137"/>
                </a:stretch>
              </a:blipFill>
            </p:spPr>
            <p:txBody>
              <a:bodyPr/>
              <a:lstStyle/>
              <a:p>
                <a:r>
                  <a:rPr lang="zh-CN" altLang="en-US">
                    <a:noFill/>
                  </a:rPr>
                  <a:t> </a:t>
                </a:r>
              </a:p>
            </p:txBody>
          </p:sp>
        </mc:Fallback>
      </mc:AlternateContent>
      <mc:AlternateContent xmlns:mc="http://schemas.openxmlformats.org/markup-compatibility/2006" xmlns:a14="http://schemas.microsoft.com/office/drawing/2010/main">
        <mc:Choice Requires="a14">
          <p:sp>
            <p:nvSpPr>
              <p:cNvPr id="32" name="íşlïḍè">
                <a:extLst>
                  <a:ext uri="{FF2B5EF4-FFF2-40B4-BE49-F238E27FC236}">
                    <a16:creationId xmlns:a16="http://schemas.microsoft.com/office/drawing/2014/main" id="{FBFA56FC-F0C2-4492-AE42-88A025F625E8}"/>
                  </a:ext>
                </a:extLst>
              </p:cNvPr>
              <p:cNvSpPr txBox="1"/>
              <p:nvPr/>
            </p:nvSpPr>
            <p:spPr>
              <a:xfrm>
                <a:off x="2993250" y="3716673"/>
                <a:ext cx="5611318" cy="311297"/>
              </a:xfrm>
              <a:prstGeom prst="rect">
                <a:avLst/>
              </a:prstGeom>
              <a:noFill/>
            </p:spPr>
            <p:txBody>
              <a:bodyPr wrap="square" lIns="91440" tIns="45720" rIns="91440" bIns="45720" anchor="ctr">
                <a:noAutofit/>
              </a:bodyPr>
              <a:lstStyle/>
              <a:p>
                <a:r>
                  <a:rPr lang="zh-CN" altLang="en-US" b="1" dirty="0">
                    <a:solidFill>
                      <a:schemeClr val="accent3"/>
                    </a:solidFill>
                  </a:rPr>
                  <a:t>发送窗口</a:t>
                </a:r>
                <a14:m>
                  <m:oMath xmlns:m="http://schemas.openxmlformats.org/officeDocument/2006/math">
                    <m:sSub>
                      <m:sSubPr>
                        <m:ctrlPr>
                          <a:rPr lang="en-US" altLang="zh-CN" b="1" i="1" smtClean="0">
                            <a:solidFill>
                              <a:schemeClr val="accent3"/>
                            </a:solidFill>
                            <a:latin typeface="Cambria Math" panose="02040503050406030204" pitchFamily="18" charset="0"/>
                          </a:rPr>
                        </m:ctrlPr>
                      </m:sSubPr>
                      <m:e>
                        <m:r>
                          <a:rPr lang="en-US" altLang="zh-CN" b="1" i="1" smtClean="0">
                            <a:solidFill>
                              <a:schemeClr val="accent3"/>
                            </a:solidFill>
                            <a:latin typeface="Cambria Math" panose="02040503050406030204" pitchFamily="18" charset="0"/>
                          </a:rPr>
                          <m:t>𝑾</m:t>
                        </m:r>
                      </m:e>
                      <m:sub>
                        <m:r>
                          <a:rPr lang="en-US" altLang="zh-CN" b="1" i="1" smtClean="0">
                            <a:solidFill>
                              <a:schemeClr val="accent3"/>
                            </a:solidFill>
                            <a:latin typeface="Cambria Math" panose="02040503050406030204" pitchFamily="18" charset="0"/>
                          </a:rPr>
                          <m:t>𝑻</m:t>
                        </m:r>
                      </m:sub>
                    </m:sSub>
                  </m:oMath>
                </a14:m>
                <a:r>
                  <a:rPr lang="zh-CN" altLang="en-US" b="1" dirty="0"/>
                  <a:t>能取到的最大值也为</a:t>
                </a:r>
                <a14:m>
                  <m:oMath xmlns:m="http://schemas.openxmlformats.org/officeDocument/2006/math">
                    <m:sSup>
                      <m:sSupPr>
                        <m:ctrlPr>
                          <a:rPr lang="en-US" altLang="zh-CN" b="1" i="1" smtClean="0">
                            <a:latin typeface="Cambria Math" panose="02040503050406030204" pitchFamily="18" charset="0"/>
                          </a:rPr>
                        </m:ctrlPr>
                      </m:sSupPr>
                      <m:e>
                        <m:r>
                          <a:rPr lang="en-US" altLang="zh-CN" b="1" i="1" smtClean="0">
                            <a:latin typeface="Cambria Math" panose="02040503050406030204" pitchFamily="18" charset="0"/>
                          </a:rPr>
                          <m:t>𝟐</m:t>
                        </m:r>
                      </m:e>
                      <m:sup>
                        <m:r>
                          <a:rPr lang="en-US" altLang="zh-CN" b="1" i="1" smtClean="0">
                            <a:latin typeface="Cambria Math" panose="02040503050406030204" pitchFamily="18" charset="0"/>
                          </a:rPr>
                          <m:t>(</m:t>
                        </m:r>
                        <m:r>
                          <a:rPr lang="en-US" altLang="zh-CN" b="1" i="1" smtClean="0">
                            <a:latin typeface="Cambria Math" panose="02040503050406030204" pitchFamily="18" charset="0"/>
                          </a:rPr>
                          <m:t>𝟑</m:t>
                        </m:r>
                        <m:r>
                          <a:rPr lang="en-US" altLang="zh-CN" b="1" i="1" smtClean="0">
                            <a:latin typeface="Cambria Math" panose="02040503050406030204" pitchFamily="18" charset="0"/>
                          </a:rPr>
                          <m:t>−</m:t>
                        </m:r>
                        <m:r>
                          <a:rPr lang="en-US" altLang="zh-CN" b="1" i="1" smtClean="0">
                            <a:latin typeface="Cambria Math" panose="02040503050406030204" pitchFamily="18" charset="0"/>
                          </a:rPr>
                          <m:t>𝟏</m:t>
                        </m:r>
                        <m:r>
                          <a:rPr lang="en-US" altLang="zh-CN" b="1" i="1" smtClean="0">
                            <a:latin typeface="Cambria Math" panose="02040503050406030204" pitchFamily="18" charset="0"/>
                          </a:rPr>
                          <m:t>)</m:t>
                        </m:r>
                      </m:sup>
                    </m:sSup>
                  </m:oMath>
                </a14:m>
                <a:r>
                  <a:rPr lang="zh-CN" altLang="en-US" b="1" dirty="0"/>
                  <a:t>，即</a:t>
                </a:r>
                <a14:m>
                  <m:oMath xmlns:m="http://schemas.openxmlformats.org/officeDocument/2006/math">
                    <m:sSub>
                      <m:sSubPr>
                        <m:ctrlPr>
                          <a:rPr lang="en-US" altLang="zh-CN" b="1" i="1" smtClean="0">
                            <a:latin typeface="Cambria Math" panose="02040503050406030204" pitchFamily="18" charset="0"/>
                          </a:rPr>
                        </m:ctrlPr>
                      </m:sSubPr>
                      <m:e>
                        <m:r>
                          <a:rPr lang="en-US" altLang="zh-CN" b="1" i="1" smtClean="0">
                            <a:latin typeface="Cambria Math" panose="02040503050406030204" pitchFamily="18" charset="0"/>
                          </a:rPr>
                          <m:t>𝑾</m:t>
                        </m:r>
                      </m:e>
                      <m:sub>
                        <m:r>
                          <a:rPr lang="en-US" altLang="zh-CN" b="1" i="1" smtClean="0">
                            <a:latin typeface="Cambria Math" panose="02040503050406030204" pitchFamily="18" charset="0"/>
                          </a:rPr>
                          <m:t>𝑻</m:t>
                        </m:r>
                      </m:sub>
                    </m:sSub>
                    <m:r>
                      <a:rPr lang="en-US" altLang="zh-CN" b="1" i="1" smtClean="0">
                        <a:latin typeface="Cambria Math" panose="02040503050406030204" pitchFamily="18" charset="0"/>
                      </a:rPr>
                      <m:t>=</m:t>
                    </m:r>
                    <m:r>
                      <a:rPr lang="en-US" altLang="zh-CN" b="1" i="1" smtClean="0">
                        <a:latin typeface="Cambria Math" panose="02040503050406030204" pitchFamily="18" charset="0"/>
                      </a:rPr>
                      <m:t>𝟒</m:t>
                    </m:r>
                    <m:r>
                      <a:rPr lang="zh-CN" altLang="en-US" b="1" i="1">
                        <a:latin typeface="Cambria Math" panose="02040503050406030204" pitchFamily="18" charset="0"/>
                      </a:rPr>
                      <m:t>。</m:t>
                    </m:r>
                  </m:oMath>
                </a14:m>
                <a:endParaRPr lang="en-US" altLang="zh-CN" b="1" dirty="0"/>
              </a:p>
            </p:txBody>
          </p:sp>
        </mc:Choice>
        <mc:Fallback xmlns="">
          <p:sp>
            <p:nvSpPr>
              <p:cNvPr id="32" name="íşlïḍè">
                <a:extLst>
                  <a:ext uri="{FF2B5EF4-FFF2-40B4-BE49-F238E27FC236}">
                    <a16:creationId xmlns:a16="http://schemas.microsoft.com/office/drawing/2014/main" id="{FBFA56FC-F0C2-4492-AE42-88A025F625E8}"/>
                  </a:ext>
                </a:extLst>
              </p:cNvPr>
              <p:cNvSpPr txBox="1">
                <a:spLocks noRot="1" noChangeAspect="1" noMove="1" noResize="1" noEditPoints="1" noAdjustHandles="1" noChangeArrowheads="1" noChangeShapeType="1" noTextEdit="1"/>
              </p:cNvSpPr>
              <p:nvPr/>
            </p:nvSpPr>
            <p:spPr>
              <a:xfrm>
                <a:off x="2993250" y="3716673"/>
                <a:ext cx="5611318" cy="311297"/>
              </a:xfrm>
              <a:prstGeom prst="rect">
                <a:avLst/>
              </a:prstGeom>
              <a:blipFill>
                <a:blip r:embed="rId11"/>
                <a:stretch>
                  <a:fillRect l="-869" t="-17647" b="-41176"/>
                </a:stretch>
              </a:blipFill>
            </p:spPr>
            <p:txBody>
              <a:bodyPr/>
              <a:lstStyle/>
              <a:p>
                <a:r>
                  <a:rPr lang="zh-CN" altLang="en-US">
                    <a:noFill/>
                  </a:rPr>
                  <a:t> </a:t>
                </a:r>
              </a:p>
            </p:txBody>
          </p:sp>
        </mc:Fallback>
      </mc:AlternateContent>
      <mc:AlternateContent xmlns:mc="http://schemas.openxmlformats.org/markup-compatibility/2006" xmlns:a14="http://schemas.microsoft.com/office/drawing/2010/main">
        <mc:Choice Requires="a14">
          <p:sp>
            <p:nvSpPr>
              <p:cNvPr id="6" name="矩形 5">
                <a:extLst>
                  <a:ext uri="{FF2B5EF4-FFF2-40B4-BE49-F238E27FC236}">
                    <a16:creationId xmlns:a16="http://schemas.microsoft.com/office/drawing/2014/main" id="{89C4AD21-2060-4D4D-A51F-2CD8C0D2D1D8}"/>
                  </a:ext>
                </a:extLst>
              </p:cNvPr>
              <p:cNvSpPr/>
              <p:nvPr/>
            </p:nvSpPr>
            <p:spPr>
              <a:xfrm>
                <a:off x="3098435" y="4230412"/>
                <a:ext cx="7584914" cy="369332"/>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zh-CN" altLang="en-US" b="1" dirty="0"/>
                  <a:t>故意取</a:t>
                </a:r>
                <a14:m>
                  <m:oMath xmlns:m="http://schemas.openxmlformats.org/officeDocument/2006/math">
                    <m:sSub>
                      <m:sSubPr>
                        <m:ctrlPr>
                          <a:rPr lang="en-US" altLang="zh-CN" b="1" i="1" smtClean="0">
                            <a:latin typeface="Cambria Math" panose="02040503050406030204" pitchFamily="18" charset="0"/>
                          </a:rPr>
                        </m:ctrlPr>
                      </m:sSubPr>
                      <m:e>
                        <m:r>
                          <a:rPr lang="en-US" altLang="zh-CN" b="1" i="1" smtClean="0">
                            <a:latin typeface="Cambria Math" panose="02040503050406030204" pitchFamily="18" charset="0"/>
                          </a:rPr>
                          <m:t>𝑾</m:t>
                        </m:r>
                      </m:e>
                      <m:sub>
                        <m:r>
                          <a:rPr lang="en-US" altLang="zh-CN" b="1" i="1" smtClean="0">
                            <a:latin typeface="Cambria Math" panose="02040503050406030204" pitchFamily="18" charset="0"/>
                          </a:rPr>
                          <m:t>𝑻</m:t>
                        </m:r>
                      </m:sub>
                    </m:sSub>
                    <m:r>
                      <a:rPr lang="en-US" altLang="zh-CN" b="1" i="1" smtClean="0">
                        <a:latin typeface="Cambria Math" panose="02040503050406030204" pitchFamily="18" charset="0"/>
                      </a:rPr>
                      <m:t>=</m:t>
                    </m:r>
                    <m:r>
                      <a:rPr lang="en-US" altLang="zh-CN" b="1" i="1" smtClean="0">
                        <a:latin typeface="Cambria Math" panose="02040503050406030204" pitchFamily="18" charset="0"/>
                      </a:rPr>
                      <m:t>𝟓</m:t>
                    </m:r>
                    <m:r>
                      <a:rPr lang="zh-CN" altLang="en-US" b="1" i="1">
                        <a:latin typeface="Cambria Math" panose="02040503050406030204" pitchFamily="18" charset="0"/>
                      </a:rPr>
                      <m:t>，</m:t>
                    </m:r>
                  </m:oMath>
                </a14:m>
                <a:r>
                  <a:rPr lang="zh-CN" altLang="en-US" b="1" dirty="0"/>
                  <a:t>使得</a:t>
                </a:r>
                <a14:m>
                  <m:oMath xmlns:m="http://schemas.openxmlformats.org/officeDocument/2006/math">
                    <m:sSub>
                      <m:sSubPr>
                        <m:ctrlPr>
                          <a:rPr lang="en-US" altLang="zh-CN" b="1" i="1">
                            <a:latin typeface="Cambria Math" panose="02040503050406030204" pitchFamily="18" charset="0"/>
                          </a:rPr>
                        </m:ctrlPr>
                      </m:sSubPr>
                      <m:e>
                        <m:r>
                          <a:rPr lang="en-US" altLang="zh-CN" b="1" i="1">
                            <a:latin typeface="Cambria Math" panose="02040503050406030204" pitchFamily="18" charset="0"/>
                          </a:rPr>
                          <m:t>𝑾</m:t>
                        </m:r>
                      </m:e>
                      <m:sub>
                        <m:r>
                          <a:rPr lang="en-US" altLang="zh-CN" b="1" i="1">
                            <a:latin typeface="Cambria Math" panose="02040503050406030204" pitchFamily="18" charset="0"/>
                          </a:rPr>
                          <m:t>𝑻</m:t>
                        </m:r>
                      </m:sub>
                    </m:sSub>
                    <m:r>
                      <a:rPr lang="en-US" altLang="zh-CN" b="1" i="1">
                        <a:latin typeface="Cambria Math" panose="02040503050406030204" pitchFamily="18" charset="0"/>
                      </a:rPr>
                      <m:t>+</m:t>
                    </m:r>
                    <m:sSub>
                      <m:sSubPr>
                        <m:ctrlPr>
                          <a:rPr lang="en-US" altLang="zh-CN" b="1" i="1">
                            <a:latin typeface="Cambria Math" panose="02040503050406030204" pitchFamily="18" charset="0"/>
                          </a:rPr>
                        </m:ctrlPr>
                      </m:sSubPr>
                      <m:e>
                        <m:r>
                          <a:rPr lang="en-US" altLang="zh-CN" b="1" i="1">
                            <a:latin typeface="Cambria Math" panose="02040503050406030204" pitchFamily="18" charset="0"/>
                          </a:rPr>
                          <m:t>𝑾</m:t>
                        </m:r>
                      </m:e>
                      <m:sub>
                        <m:r>
                          <a:rPr lang="en-US" altLang="zh-CN" b="1" i="1">
                            <a:latin typeface="Cambria Math" panose="02040503050406030204" pitchFamily="18" charset="0"/>
                          </a:rPr>
                          <m:t>𝑹</m:t>
                        </m:r>
                      </m:sub>
                    </m:sSub>
                    <m:r>
                      <a:rPr lang="en-US" altLang="zh-CN" b="1" i="1" dirty="0" smtClean="0">
                        <a:latin typeface="Cambria Math" panose="02040503050406030204" pitchFamily="18" charset="0"/>
                        <a:ea typeface="Cambria Math" panose="02040503050406030204" pitchFamily="18" charset="0"/>
                      </a:rPr>
                      <m:t>≥</m:t>
                    </m:r>
                    <m:sSup>
                      <m:sSupPr>
                        <m:ctrlPr>
                          <a:rPr lang="en-US" altLang="zh-CN" b="1" i="1" dirty="0">
                            <a:latin typeface="Cambria Math" panose="02040503050406030204" pitchFamily="18" charset="0"/>
                            <a:ea typeface="Cambria Math" panose="02040503050406030204" pitchFamily="18" charset="0"/>
                          </a:rPr>
                        </m:ctrlPr>
                      </m:sSupPr>
                      <m:e>
                        <m:r>
                          <a:rPr lang="en-US" altLang="zh-CN" b="1" i="1" dirty="0">
                            <a:latin typeface="Cambria Math" panose="02040503050406030204" pitchFamily="18" charset="0"/>
                            <a:ea typeface="Cambria Math" panose="02040503050406030204" pitchFamily="18" charset="0"/>
                          </a:rPr>
                          <m:t>𝟐</m:t>
                        </m:r>
                      </m:e>
                      <m:sup>
                        <m:r>
                          <a:rPr lang="en-US" altLang="zh-CN" b="1" i="1" dirty="0" smtClean="0">
                            <a:latin typeface="Cambria Math" panose="02040503050406030204" pitchFamily="18" charset="0"/>
                            <a:ea typeface="Cambria Math" panose="02040503050406030204" pitchFamily="18" charset="0"/>
                          </a:rPr>
                          <m:t>𝟑</m:t>
                        </m:r>
                      </m:sup>
                    </m:sSup>
                  </m:oMath>
                </a14:m>
                <a:r>
                  <a:rPr lang="zh-CN" altLang="en-US" b="1" dirty="0"/>
                  <a:t>，接收方将无法分辨新旧数据分组</a:t>
                </a:r>
                <a:endParaRPr lang="en-US" altLang="zh-CN" b="1" dirty="0"/>
              </a:p>
            </p:txBody>
          </p:sp>
        </mc:Choice>
        <mc:Fallback xmlns="">
          <p:sp>
            <p:nvSpPr>
              <p:cNvPr id="6" name="矩形 5">
                <a:extLst>
                  <a:ext uri="{FF2B5EF4-FFF2-40B4-BE49-F238E27FC236}">
                    <a16:creationId xmlns:a16="http://schemas.microsoft.com/office/drawing/2014/main" id="{89C4AD21-2060-4D4D-A51F-2CD8C0D2D1D8}"/>
                  </a:ext>
                </a:extLst>
              </p:cNvPr>
              <p:cNvSpPr>
                <a:spLocks noRot="1" noChangeAspect="1" noMove="1" noResize="1" noEditPoints="1" noAdjustHandles="1" noChangeArrowheads="1" noChangeShapeType="1" noTextEdit="1"/>
              </p:cNvSpPr>
              <p:nvPr/>
            </p:nvSpPr>
            <p:spPr>
              <a:xfrm>
                <a:off x="3098435" y="4230412"/>
                <a:ext cx="7584914" cy="369332"/>
              </a:xfrm>
              <a:prstGeom prst="rect">
                <a:avLst/>
              </a:prstGeom>
              <a:blipFill>
                <a:blip r:embed="rId12"/>
                <a:stretch>
                  <a:fillRect t="-6349" b="-23810"/>
                </a:stretch>
              </a:blipFill>
            </p:spPr>
            <p:txBody>
              <a:bodyPr/>
              <a:lstStyle/>
              <a:p>
                <a:r>
                  <a:rPr lang="zh-CN" altLang="en-US">
                    <a:noFill/>
                  </a:rPr>
                  <a:t> </a:t>
                </a:r>
              </a:p>
            </p:txBody>
          </p:sp>
        </mc:Fallback>
      </mc:AlternateContent>
      <p:grpSp>
        <p:nvGrpSpPr>
          <p:cNvPr id="38" name="组合 37">
            <a:extLst>
              <a:ext uri="{FF2B5EF4-FFF2-40B4-BE49-F238E27FC236}">
                <a16:creationId xmlns:a16="http://schemas.microsoft.com/office/drawing/2014/main" id="{14B2EBFA-FAF7-460D-B218-123985AAA3DB}"/>
              </a:ext>
            </a:extLst>
          </p:cNvPr>
          <p:cNvGrpSpPr/>
          <p:nvPr/>
        </p:nvGrpSpPr>
        <p:grpSpPr>
          <a:xfrm>
            <a:off x="1251044" y="2314822"/>
            <a:ext cx="708432" cy="1325976"/>
            <a:chOff x="1251044" y="4058101"/>
            <a:chExt cx="708432" cy="1325976"/>
          </a:xfrm>
        </p:grpSpPr>
        <p:sp>
          <p:nvSpPr>
            <p:cNvPr id="39" name="矩形 38">
              <a:extLst>
                <a:ext uri="{FF2B5EF4-FFF2-40B4-BE49-F238E27FC236}">
                  <a16:creationId xmlns:a16="http://schemas.microsoft.com/office/drawing/2014/main" id="{FAB58870-BC27-4178-A083-C42B8AFDD92F}"/>
                </a:ext>
              </a:extLst>
            </p:cNvPr>
            <p:cNvSpPr/>
            <p:nvPr/>
          </p:nvSpPr>
          <p:spPr>
            <a:xfrm>
              <a:off x="1251044" y="4862501"/>
              <a:ext cx="708432" cy="270283"/>
            </a:xfrm>
            <a:prstGeom prst="rect">
              <a:avLst/>
            </a:prstGeom>
            <a:solidFill>
              <a:schemeClr val="accent3"/>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46800" rIns="46800" rtlCol="0" anchor="ctr"/>
            <a:lstStyle/>
            <a:p>
              <a:pPr algn="ctr"/>
              <a:r>
                <a:rPr lang="en-US" altLang="zh-CN" b="1" dirty="0"/>
                <a:t>DATA3</a:t>
              </a:r>
              <a:endParaRPr lang="zh-CN" altLang="en-US" b="1" dirty="0"/>
            </a:p>
          </p:txBody>
        </p:sp>
        <p:sp>
          <p:nvSpPr>
            <p:cNvPr id="40" name="矩形 39">
              <a:extLst>
                <a:ext uri="{FF2B5EF4-FFF2-40B4-BE49-F238E27FC236}">
                  <a16:creationId xmlns:a16="http://schemas.microsoft.com/office/drawing/2014/main" id="{4FE8F94D-892C-4214-8D1D-92BEAB4A415F}"/>
                </a:ext>
              </a:extLst>
            </p:cNvPr>
            <p:cNvSpPr/>
            <p:nvPr/>
          </p:nvSpPr>
          <p:spPr>
            <a:xfrm>
              <a:off x="1251044" y="4590628"/>
              <a:ext cx="708432" cy="270283"/>
            </a:xfrm>
            <a:prstGeom prst="rect">
              <a:avLst/>
            </a:prstGeom>
            <a:solidFill>
              <a:schemeClr val="accent3"/>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46800" rIns="46800" rtlCol="0" anchor="ctr"/>
            <a:lstStyle/>
            <a:p>
              <a:pPr algn="ctr"/>
              <a:r>
                <a:rPr lang="en-US" altLang="zh-CN" b="1" dirty="0"/>
                <a:t>DATA2</a:t>
              </a:r>
              <a:endParaRPr lang="zh-CN" altLang="en-US" b="1" dirty="0"/>
            </a:p>
          </p:txBody>
        </p:sp>
        <p:sp>
          <p:nvSpPr>
            <p:cNvPr id="44" name="矩形 43">
              <a:extLst>
                <a:ext uri="{FF2B5EF4-FFF2-40B4-BE49-F238E27FC236}">
                  <a16:creationId xmlns:a16="http://schemas.microsoft.com/office/drawing/2014/main" id="{80A2C80B-8029-456F-82AC-CBEAC0E337B6}"/>
                </a:ext>
              </a:extLst>
            </p:cNvPr>
            <p:cNvSpPr/>
            <p:nvPr/>
          </p:nvSpPr>
          <p:spPr>
            <a:xfrm>
              <a:off x="1251044" y="4320345"/>
              <a:ext cx="708432" cy="270283"/>
            </a:xfrm>
            <a:prstGeom prst="rect">
              <a:avLst/>
            </a:prstGeom>
            <a:solidFill>
              <a:schemeClr val="accent3"/>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46800" rIns="46800" rtlCol="0" anchor="ctr"/>
            <a:lstStyle/>
            <a:p>
              <a:pPr algn="ctr"/>
              <a:r>
                <a:rPr lang="en-US" altLang="zh-CN" b="1" dirty="0"/>
                <a:t>DATA1</a:t>
              </a:r>
              <a:endParaRPr lang="zh-CN" altLang="en-US" b="1" dirty="0"/>
            </a:p>
          </p:txBody>
        </p:sp>
        <p:sp>
          <p:nvSpPr>
            <p:cNvPr id="48" name="矩形 47">
              <a:extLst>
                <a:ext uri="{FF2B5EF4-FFF2-40B4-BE49-F238E27FC236}">
                  <a16:creationId xmlns:a16="http://schemas.microsoft.com/office/drawing/2014/main" id="{9C1AA0D6-4371-43BF-9B41-F886DB80CC11}"/>
                </a:ext>
              </a:extLst>
            </p:cNvPr>
            <p:cNvSpPr/>
            <p:nvPr/>
          </p:nvSpPr>
          <p:spPr>
            <a:xfrm>
              <a:off x="1251044" y="4058101"/>
              <a:ext cx="708432" cy="270283"/>
            </a:xfrm>
            <a:prstGeom prst="rect">
              <a:avLst/>
            </a:prstGeom>
            <a:solidFill>
              <a:schemeClr val="accent3"/>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46800" rIns="46800" rtlCol="0" anchor="ctr"/>
            <a:lstStyle/>
            <a:p>
              <a:pPr algn="ctr"/>
              <a:r>
                <a:rPr lang="en-US" altLang="zh-CN" b="1" dirty="0"/>
                <a:t>DATA0</a:t>
              </a:r>
              <a:endParaRPr lang="zh-CN" altLang="en-US" b="1" dirty="0"/>
            </a:p>
          </p:txBody>
        </p:sp>
        <p:sp>
          <p:nvSpPr>
            <p:cNvPr id="49" name="矩形 48">
              <a:extLst>
                <a:ext uri="{FF2B5EF4-FFF2-40B4-BE49-F238E27FC236}">
                  <a16:creationId xmlns:a16="http://schemas.microsoft.com/office/drawing/2014/main" id="{EB64416C-331B-4B52-8D68-74A3320A03DA}"/>
                </a:ext>
              </a:extLst>
            </p:cNvPr>
            <p:cNvSpPr/>
            <p:nvPr/>
          </p:nvSpPr>
          <p:spPr>
            <a:xfrm>
              <a:off x="1251044" y="5113794"/>
              <a:ext cx="708432" cy="270283"/>
            </a:xfrm>
            <a:prstGeom prst="rect">
              <a:avLst/>
            </a:prstGeom>
            <a:solidFill>
              <a:schemeClr val="accent3"/>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46800" rIns="46800" rtlCol="0" anchor="ctr"/>
            <a:lstStyle/>
            <a:p>
              <a:pPr algn="ctr"/>
              <a:r>
                <a:rPr lang="en-US" altLang="zh-CN" b="1" dirty="0"/>
                <a:t>DATA4</a:t>
              </a:r>
              <a:endParaRPr lang="zh-CN" altLang="en-US" b="1" dirty="0"/>
            </a:p>
          </p:txBody>
        </p:sp>
      </p:grpSp>
      <p:sp>
        <p:nvSpPr>
          <p:cNvPr id="50" name="矩形 49">
            <a:extLst>
              <a:ext uri="{FF2B5EF4-FFF2-40B4-BE49-F238E27FC236}">
                <a16:creationId xmlns:a16="http://schemas.microsoft.com/office/drawing/2014/main" id="{21653D19-BC93-4DC3-81B3-E7F2B2072EBB}"/>
              </a:ext>
            </a:extLst>
          </p:cNvPr>
          <p:cNvSpPr/>
          <p:nvPr/>
        </p:nvSpPr>
        <p:spPr>
          <a:xfrm>
            <a:off x="2300222" y="5537182"/>
            <a:ext cx="3780000" cy="390966"/>
          </a:xfrm>
          <a:prstGeom prst="rect">
            <a:avLst/>
          </a:prstGeom>
          <a:solidFill>
            <a:schemeClr val="accent3">
              <a:alpha val="74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55" name="矩形 54">
            <a:extLst>
              <a:ext uri="{FF2B5EF4-FFF2-40B4-BE49-F238E27FC236}">
                <a16:creationId xmlns:a16="http://schemas.microsoft.com/office/drawing/2014/main" id="{D8B76C93-45FF-43DC-9E99-7255DE4A51F5}"/>
              </a:ext>
            </a:extLst>
          </p:cNvPr>
          <p:cNvSpPr/>
          <p:nvPr/>
        </p:nvSpPr>
        <p:spPr>
          <a:xfrm>
            <a:off x="2302928" y="1838438"/>
            <a:ext cx="3780000" cy="369332"/>
          </a:xfrm>
          <a:prstGeom prst="rect">
            <a:avLst/>
          </a:prstGeom>
          <a:solidFill>
            <a:schemeClr val="accent4">
              <a:alpha val="74000"/>
            </a:schemeClr>
          </a:solidFill>
          <a:ln>
            <a:solidFill>
              <a:schemeClr val="accent4"/>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grpSp>
        <p:nvGrpSpPr>
          <p:cNvPr id="56" name="组合 55">
            <a:extLst>
              <a:ext uri="{FF2B5EF4-FFF2-40B4-BE49-F238E27FC236}">
                <a16:creationId xmlns:a16="http://schemas.microsoft.com/office/drawing/2014/main" id="{944ED48C-CE2D-44FA-A120-8C444CD74044}"/>
              </a:ext>
            </a:extLst>
          </p:cNvPr>
          <p:cNvGrpSpPr/>
          <p:nvPr/>
        </p:nvGrpSpPr>
        <p:grpSpPr>
          <a:xfrm>
            <a:off x="463979" y="2291426"/>
            <a:ext cx="708432" cy="1325976"/>
            <a:chOff x="1251044" y="4058101"/>
            <a:chExt cx="708432" cy="1325976"/>
          </a:xfrm>
          <a:solidFill>
            <a:schemeClr val="accent4"/>
          </a:solidFill>
        </p:grpSpPr>
        <p:sp>
          <p:nvSpPr>
            <p:cNvPr id="57" name="矩形 56">
              <a:extLst>
                <a:ext uri="{FF2B5EF4-FFF2-40B4-BE49-F238E27FC236}">
                  <a16:creationId xmlns:a16="http://schemas.microsoft.com/office/drawing/2014/main" id="{9E58F32F-4B7E-49CD-A549-3FACD6AF3FCC}"/>
                </a:ext>
              </a:extLst>
            </p:cNvPr>
            <p:cNvSpPr/>
            <p:nvPr/>
          </p:nvSpPr>
          <p:spPr>
            <a:xfrm>
              <a:off x="1251044" y="4862501"/>
              <a:ext cx="708432" cy="270283"/>
            </a:xfrm>
            <a:prstGeom prst="rect">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46800" rIns="46800" rtlCol="0" anchor="ctr"/>
            <a:lstStyle/>
            <a:p>
              <a:pPr algn="ctr"/>
              <a:r>
                <a:rPr lang="en-US" altLang="zh-CN" b="1" dirty="0"/>
                <a:t>ACK1</a:t>
              </a:r>
              <a:endParaRPr lang="zh-CN" altLang="en-US" b="1" dirty="0"/>
            </a:p>
          </p:txBody>
        </p:sp>
        <p:sp>
          <p:nvSpPr>
            <p:cNvPr id="58" name="矩形 57">
              <a:extLst>
                <a:ext uri="{FF2B5EF4-FFF2-40B4-BE49-F238E27FC236}">
                  <a16:creationId xmlns:a16="http://schemas.microsoft.com/office/drawing/2014/main" id="{C6D8C967-D99D-4C0E-AFC8-7B78AA45EA15}"/>
                </a:ext>
              </a:extLst>
            </p:cNvPr>
            <p:cNvSpPr/>
            <p:nvPr/>
          </p:nvSpPr>
          <p:spPr>
            <a:xfrm>
              <a:off x="1251044" y="4590628"/>
              <a:ext cx="708432" cy="270283"/>
            </a:xfrm>
            <a:prstGeom prst="rect">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46800" rIns="46800" rtlCol="0" anchor="ctr"/>
            <a:lstStyle/>
            <a:p>
              <a:pPr algn="ctr"/>
              <a:r>
                <a:rPr lang="en-US" altLang="zh-CN" b="1" dirty="0"/>
                <a:t>ACK2</a:t>
              </a:r>
              <a:endParaRPr lang="zh-CN" altLang="en-US" b="1" dirty="0"/>
            </a:p>
          </p:txBody>
        </p:sp>
        <p:sp>
          <p:nvSpPr>
            <p:cNvPr id="59" name="矩形 58">
              <a:extLst>
                <a:ext uri="{FF2B5EF4-FFF2-40B4-BE49-F238E27FC236}">
                  <a16:creationId xmlns:a16="http://schemas.microsoft.com/office/drawing/2014/main" id="{7B76C04E-C4AE-44DC-9B98-FB72DDED5DC3}"/>
                </a:ext>
              </a:extLst>
            </p:cNvPr>
            <p:cNvSpPr/>
            <p:nvPr/>
          </p:nvSpPr>
          <p:spPr>
            <a:xfrm>
              <a:off x="1251044" y="4320345"/>
              <a:ext cx="708432" cy="270283"/>
            </a:xfrm>
            <a:prstGeom prst="rect">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46800" rIns="46800" rtlCol="0" anchor="ctr"/>
            <a:lstStyle/>
            <a:p>
              <a:pPr algn="ctr"/>
              <a:r>
                <a:rPr lang="en-US" altLang="zh-CN" b="1" dirty="0"/>
                <a:t>ACK3</a:t>
              </a:r>
              <a:endParaRPr lang="zh-CN" altLang="en-US" b="1" dirty="0"/>
            </a:p>
          </p:txBody>
        </p:sp>
        <p:sp>
          <p:nvSpPr>
            <p:cNvPr id="60" name="矩形 59">
              <a:extLst>
                <a:ext uri="{FF2B5EF4-FFF2-40B4-BE49-F238E27FC236}">
                  <a16:creationId xmlns:a16="http://schemas.microsoft.com/office/drawing/2014/main" id="{09B19D7C-AE53-4F71-AECD-A9EC9864C4A3}"/>
                </a:ext>
              </a:extLst>
            </p:cNvPr>
            <p:cNvSpPr/>
            <p:nvPr/>
          </p:nvSpPr>
          <p:spPr>
            <a:xfrm>
              <a:off x="1251044" y="4058101"/>
              <a:ext cx="708432" cy="270283"/>
            </a:xfrm>
            <a:prstGeom prst="rect">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46800" rIns="46800" rtlCol="0" anchor="ctr"/>
            <a:lstStyle/>
            <a:p>
              <a:pPr algn="ctr"/>
              <a:r>
                <a:rPr lang="en-US" altLang="zh-CN" b="1" dirty="0"/>
                <a:t>ACK4</a:t>
              </a:r>
              <a:endParaRPr lang="zh-CN" altLang="en-US" b="1" dirty="0"/>
            </a:p>
          </p:txBody>
        </p:sp>
        <p:sp>
          <p:nvSpPr>
            <p:cNvPr id="61" name="矩形 60">
              <a:extLst>
                <a:ext uri="{FF2B5EF4-FFF2-40B4-BE49-F238E27FC236}">
                  <a16:creationId xmlns:a16="http://schemas.microsoft.com/office/drawing/2014/main" id="{2386C665-6B52-42F5-B9FB-619CD5D4E788}"/>
                </a:ext>
              </a:extLst>
            </p:cNvPr>
            <p:cNvSpPr/>
            <p:nvPr/>
          </p:nvSpPr>
          <p:spPr>
            <a:xfrm>
              <a:off x="1251044" y="5113794"/>
              <a:ext cx="708432" cy="270283"/>
            </a:xfrm>
            <a:prstGeom prst="rect">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46800" rIns="46800" rtlCol="0" anchor="ctr"/>
            <a:lstStyle/>
            <a:p>
              <a:pPr algn="ctr"/>
              <a:r>
                <a:rPr lang="en-US" altLang="zh-CN" b="1" dirty="0"/>
                <a:t>ACK0</a:t>
              </a:r>
              <a:endParaRPr lang="zh-CN" altLang="en-US" b="1" dirty="0"/>
            </a:p>
          </p:txBody>
        </p:sp>
      </p:grpSp>
      <p:sp>
        <p:nvSpPr>
          <p:cNvPr id="43" name="平行四边形 42">
            <a:extLst>
              <a:ext uri="{FF2B5EF4-FFF2-40B4-BE49-F238E27FC236}">
                <a16:creationId xmlns:a16="http://schemas.microsoft.com/office/drawing/2014/main" id="{C5A75190-147A-8143-005D-3D846FD85C8C}"/>
              </a:ext>
            </a:extLst>
          </p:cNvPr>
          <p:cNvSpPr/>
          <p:nvPr/>
        </p:nvSpPr>
        <p:spPr>
          <a:xfrm>
            <a:off x="304800" y="749300"/>
            <a:ext cx="675384" cy="387090"/>
          </a:xfrm>
          <a:prstGeom prst="parallelogram">
            <a:avLst/>
          </a:prstGeom>
          <a:solidFill>
            <a:schemeClr val="accent3">
              <a:lumMod val="75000"/>
            </a:schemeClr>
          </a:solidFill>
          <a:ln>
            <a:solidFill>
              <a:schemeClr val="accent3">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CN" sz="2200" dirty="0">
                <a:latin typeface="Impact" panose="020B0806030902050204" pitchFamily="34" charset="0"/>
              </a:rPr>
              <a:t>05</a:t>
            </a:r>
            <a:endParaRPr lang="zh-CN" altLang="en-US" sz="2200" dirty="0">
              <a:latin typeface="Impact" panose="020B0806030902050204" pitchFamily="34" charset="0"/>
            </a:endParaRPr>
          </a:p>
        </p:txBody>
      </p:sp>
    </p:spTree>
    <p:custDataLst>
      <p:tags r:id="rId1"/>
    </p:custDataLst>
    <p:extLst>
      <p:ext uri="{BB962C8B-B14F-4D97-AF65-F5344CB8AC3E}">
        <p14:creationId xmlns:p14="http://schemas.microsoft.com/office/powerpoint/2010/main" val="1173104093"/>
      </p:ext>
    </p:extLst>
  </p:cSld>
  <p:clrMapOvr>
    <a:masterClrMapping/>
  </p:clrMapOvr>
  <mc:AlternateContent xmlns:mc="http://schemas.openxmlformats.org/markup-compatibility/2006" xmlns:p159="http://schemas.microsoft.com/office/powerpoint/2015/09/main">
    <mc:Choice Requires="p159">
      <p:transition xmlns:p14="http://schemas.microsoft.com/office/powerpoint/2010/main" spd="slow" p14:dur="2000">
        <p159:morph option="byObject"/>
      </p:transition>
    </mc:Choice>
    <mc:Fallback xmlns="">
      <p:transition spd="slow">
        <p:fade/>
      </p:transition>
    </mc:Fallback>
  </mc:AlternateContent>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2" presetClass="entr" presetSubtype="1" fill="hold" nodeType="clickEffect">
                                  <p:stCondLst>
                                    <p:cond delay="0"/>
                                  </p:stCondLst>
                                  <p:childTnLst>
                                    <p:set>
                                      <p:cBhvr>
                                        <p:cTn id="6" dur="1" fill="hold">
                                          <p:stCondLst>
                                            <p:cond delay="0"/>
                                          </p:stCondLst>
                                        </p:cTn>
                                        <p:tgtEl>
                                          <p:spTgt spid="56"/>
                                        </p:tgtEl>
                                        <p:attrNameLst>
                                          <p:attrName>style.visibility</p:attrName>
                                        </p:attrNameLst>
                                      </p:cBhvr>
                                      <p:to>
                                        <p:strVal val="visible"/>
                                      </p:to>
                                    </p:set>
                                    <p:anim calcmode="lin" valueType="num">
                                      <p:cBhvr additive="base">
                                        <p:cTn id="7" dur="2000"/>
                                        <p:tgtEl>
                                          <p:spTgt spid="56"/>
                                        </p:tgtEl>
                                        <p:attrNameLst>
                                          <p:attrName>ppt_y</p:attrName>
                                        </p:attrNameLst>
                                      </p:cBhvr>
                                      <p:tavLst>
                                        <p:tav tm="0">
                                          <p:val>
                                            <p:strVal val="#ppt_y-#ppt_h*1.125000"/>
                                          </p:val>
                                        </p:tav>
                                        <p:tav tm="100000">
                                          <p:val>
                                            <p:strVal val="#ppt_y"/>
                                          </p:val>
                                        </p:tav>
                                      </p:tavLst>
                                    </p:anim>
                                    <p:animEffect transition="in" filter="wipe(down)">
                                      <p:cBhvr>
                                        <p:cTn id="8" dur="2000"/>
                                        <p:tgtEl>
                                          <p:spTgt spid="56"/>
                                        </p:tgtEl>
                                      </p:cBhvr>
                                    </p:animEffect>
                                  </p:childTnLst>
                                </p:cTn>
                              </p:par>
                              <p:par>
                                <p:cTn id="9" presetID="22" presetClass="entr" presetSubtype="8" fill="hold" grpId="0" nodeType="withEffect">
                                  <p:stCondLst>
                                    <p:cond delay="0"/>
                                  </p:stCondLst>
                                  <p:childTnLst>
                                    <p:set>
                                      <p:cBhvr>
                                        <p:cTn id="10" dur="1" fill="hold">
                                          <p:stCondLst>
                                            <p:cond delay="0"/>
                                          </p:stCondLst>
                                        </p:cTn>
                                        <p:tgtEl>
                                          <p:spTgt spid="55"/>
                                        </p:tgtEl>
                                        <p:attrNameLst>
                                          <p:attrName>style.visibility</p:attrName>
                                        </p:attrNameLst>
                                      </p:cBhvr>
                                      <p:to>
                                        <p:strVal val="visible"/>
                                      </p:to>
                                    </p:set>
                                    <p:animEffect transition="in" filter="wipe(left)">
                                      <p:cBhvr>
                                        <p:cTn id="11" dur="2000"/>
                                        <p:tgtEl>
                                          <p:spTgt spid="55"/>
                                        </p:tgtEl>
                                      </p:cBhvr>
                                    </p:animEffect>
                                  </p:childTnLst>
                                </p:cTn>
                              </p:par>
                              <p:par>
                                <p:cTn id="12" presetID="12" presetClass="exit" presetSubtype="1" fill="hold" nodeType="withEffect">
                                  <p:stCondLst>
                                    <p:cond delay="0"/>
                                  </p:stCondLst>
                                  <p:childTnLst>
                                    <p:anim calcmode="lin" valueType="num">
                                      <p:cBhvr additive="base">
                                        <p:cTn id="13" dur="2000"/>
                                        <p:tgtEl>
                                          <p:spTgt spid="38"/>
                                        </p:tgtEl>
                                        <p:attrNameLst>
                                          <p:attrName>ppt_y</p:attrName>
                                        </p:attrNameLst>
                                      </p:cBhvr>
                                      <p:tavLst>
                                        <p:tav tm="0">
                                          <p:val>
                                            <p:strVal val="#ppt_y"/>
                                          </p:val>
                                        </p:tav>
                                        <p:tav tm="100000">
                                          <p:val>
                                            <p:strVal val="#ppt_y-#ppt_h*1.125000"/>
                                          </p:val>
                                        </p:tav>
                                      </p:tavLst>
                                    </p:anim>
                                    <p:animEffect transition="out" filter="wipe(up)">
                                      <p:cBhvr>
                                        <p:cTn id="14" dur="2000"/>
                                        <p:tgtEl>
                                          <p:spTgt spid="38"/>
                                        </p:tgtEl>
                                      </p:cBhvr>
                                    </p:animEffect>
                                    <p:set>
                                      <p:cBhvr>
                                        <p:cTn id="15" dur="1" fill="hold">
                                          <p:stCondLst>
                                            <p:cond delay="1999"/>
                                          </p:stCondLst>
                                        </p:cTn>
                                        <p:tgtEl>
                                          <p:spTgt spid="38"/>
                                        </p:tgtEl>
                                        <p:attrNameLst>
                                          <p:attrName>style.visibility</p:attrName>
                                        </p:attrNameLst>
                                      </p:cBhvr>
                                      <p:to>
                                        <p:strVal val="hidden"/>
                                      </p:to>
                                    </p:set>
                                  </p:childTnLst>
                                </p:cTn>
                              </p:par>
                              <p:par>
                                <p:cTn id="16" presetID="10" presetClass="exit" presetSubtype="0" decel="50000" fill="hold" nodeType="withEffect">
                                  <p:stCondLst>
                                    <p:cond delay="0"/>
                                  </p:stCondLst>
                                  <p:childTnLst>
                                    <p:animEffect transition="out" filter="fade">
                                      <p:cBhvr>
                                        <p:cTn id="17" dur="2000"/>
                                        <p:tgtEl>
                                          <p:spTgt spid="45"/>
                                        </p:tgtEl>
                                      </p:cBhvr>
                                    </p:animEffect>
                                    <p:set>
                                      <p:cBhvr>
                                        <p:cTn id="18" dur="1" fill="hold">
                                          <p:stCondLst>
                                            <p:cond delay="1999"/>
                                          </p:stCondLst>
                                        </p:cTn>
                                        <p:tgtEl>
                                          <p:spTgt spid="45"/>
                                        </p:tgtEl>
                                        <p:attrNameLst>
                                          <p:attrName>style.visibility</p:attrName>
                                        </p:attrNameLst>
                                      </p:cBhvr>
                                      <p:to>
                                        <p:strVal val="hidden"/>
                                      </p:to>
                                    </p:set>
                                  </p:childTnLst>
                                </p:cTn>
                              </p:par>
                              <p:par>
                                <p:cTn id="19" presetID="10" presetClass="entr" presetSubtype="0" decel="50000" fill="hold" nodeType="withEffect">
                                  <p:stCondLst>
                                    <p:cond delay="0"/>
                                  </p:stCondLst>
                                  <p:childTnLst>
                                    <p:set>
                                      <p:cBhvr>
                                        <p:cTn id="20" dur="1" fill="hold">
                                          <p:stCondLst>
                                            <p:cond delay="0"/>
                                          </p:stCondLst>
                                        </p:cTn>
                                        <p:tgtEl>
                                          <p:spTgt spid="62"/>
                                        </p:tgtEl>
                                        <p:attrNameLst>
                                          <p:attrName>style.visibility</p:attrName>
                                        </p:attrNameLst>
                                      </p:cBhvr>
                                      <p:to>
                                        <p:strVal val="visible"/>
                                      </p:to>
                                    </p:set>
                                    <p:animEffect transition="in" filter="fade">
                                      <p:cBhvr>
                                        <p:cTn id="21" dur="2000"/>
                                        <p:tgtEl>
                                          <p:spTgt spid="62"/>
                                        </p:tgtEl>
                                      </p:cBhvr>
                                    </p:animEffect>
                                  </p:childTnLst>
                                </p:cTn>
                              </p:par>
                              <p:par>
                                <p:cTn id="22" presetID="63" presetClass="path" presetSubtype="0" decel="50000" fill="hold" nodeType="withEffect">
                                  <p:stCondLst>
                                    <p:cond delay="0"/>
                                  </p:stCondLst>
                                  <p:childTnLst>
                                    <p:animMotion origin="layout" path="M 0 0 L 0.310925 0 E" pathEditMode="relative" ptsTypes="">
                                      <p:cBhvr>
                                        <p:cTn id="23" dur="2000" fill="hold"/>
                                        <p:tgtEl>
                                          <p:spTgt spid="45"/>
                                        </p:tgtEl>
                                        <p:attrNameLst>
                                          <p:attrName>ppt_x</p:attrName>
                                          <p:attrName>ppt_y</p:attrName>
                                        </p:attrNameLst>
                                      </p:cBhvr>
                                    </p:animMotion>
                                  </p:childTnLst>
                                </p:cTn>
                              </p:par>
                              <p:par>
                                <p:cTn id="24" presetID="63" presetClass="path" presetSubtype="0" decel="50000" fill="hold" nodeType="withEffect">
                                  <p:stCondLst>
                                    <p:cond delay="0"/>
                                  </p:stCondLst>
                                  <p:childTnLst>
                                    <p:animMotion origin="layout" path="M -0.31094 -2.22222E-6 L 4.16667E-6 -2.22222E-6 " pathEditMode="relative" rAng="0" ptsTypes="AA">
                                      <p:cBhvr>
                                        <p:cTn id="25" dur="2000" fill="hold"/>
                                        <p:tgtEl>
                                          <p:spTgt spid="62"/>
                                        </p:tgtEl>
                                        <p:attrNameLst>
                                          <p:attrName>ppt_x</p:attrName>
                                          <p:attrName>ppt_y</p:attrName>
                                        </p:attrNameLst>
                                      </p:cBhvr>
                                      <p:rCtr x="15547" y="0"/>
                                    </p:animMotion>
                                  </p:childTnLst>
                                </p:cTn>
                              </p:par>
                              <p:par>
                                <p:cTn id="26" presetID="6" presetClass="emph" presetSubtype="0" decel="50000" fill="hold" nodeType="withEffect">
                                  <p:stCondLst>
                                    <p:cond delay="0"/>
                                  </p:stCondLst>
                                  <p:childTnLst>
                                    <p:animScale>
                                      <p:cBhvr>
                                        <p:cTn id="27" dur="2000" fill="hold"/>
                                        <p:tgtEl>
                                          <p:spTgt spid="45"/>
                                        </p:tgtEl>
                                      </p:cBhvr>
                                      <p:by x="150000" y="150000"/>
                                      <p:from x="100000" y="100000"/>
                                      <p:to x="100000" y="100000"/>
                                    </p:animScale>
                                  </p:childTnLst>
                                </p:cTn>
                              </p:par>
                              <p:par>
                                <p:cTn id="28" presetID="6" presetClass="emph" presetSubtype="0" decel="50000" fill="hold" nodeType="withEffect">
                                  <p:stCondLst>
                                    <p:cond delay="0"/>
                                  </p:stCondLst>
                                  <p:childTnLst>
                                    <p:animScale>
                                      <p:cBhvr>
                                        <p:cTn id="29" dur="2000" fill="hold"/>
                                        <p:tgtEl>
                                          <p:spTgt spid="62"/>
                                        </p:tgtEl>
                                      </p:cBhvr>
                                      <p:by x="150000" y="150000"/>
                                      <p:from x="100000" y="100000"/>
                                      <p:to x="100000" y="100000"/>
                                    </p:animScale>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5" grpId="0" animBg="1"/>
    </p:bldLst>
  </p:timing>
</p:sld>
</file>

<file path=ppt/slides/slide21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62" name="组合 61">
            <a:extLst>
              <a:ext uri="{FF2B5EF4-FFF2-40B4-BE49-F238E27FC236}">
                <a16:creationId xmlns:a16="http://schemas.microsoft.com/office/drawing/2014/main" id="{F19B41B5-1CAF-4317-BFE9-0EB9D4F3122A}"/>
              </a:ext>
            </a:extLst>
          </p:cNvPr>
          <p:cNvGrpSpPr/>
          <p:nvPr/>
        </p:nvGrpSpPr>
        <p:grpSpPr>
          <a:xfrm>
            <a:off x="6076266" y="1368773"/>
            <a:ext cx="3025589" cy="910796"/>
            <a:chOff x="2302929" y="5098286"/>
            <a:chExt cx="3025589" cy="910796"/>
          </a:xfrm>
        </p:grpSpPr>
        <p:sp>
          <p:nvSpPr>
            <p:cNvPr id="63" name="矩形 62">
              <a:extLst>
                <a:ext uri="{FF2B5EF4-FFF2-40B4-BE49-F238E27FC236}">
                  <a16:creationId xmlns:a16="http://schemas.microsoft.com/office/drawing/2014/main" id="{B49D0ED5-9735-4215-8648-650049F0844F}"/>
                </a:ext>
              </a:extLst>
            </p:cNvPr>
            <p:cNvSpPr/>
            <p:nvPr/>
          </p:nvSpPr>
          <p:spPr>
            <a:xfrm>
              <a:off x="2302929" y="5467618"/>
              <a:ext cx="3025589" cy="541464"/>
            </a:xfrm>
            <a:prstGeom prst="rect">
              <a:avLst/>
            </a:prstGeom>
            <a:solidFill>
              <a:schemeClr val="accent4"/>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mc:AlternateContent xmlns:mc="http://schemas.openxmlformats.org/markup-compatibility/2006" xmlns:a14="http://schemas.microsoft.com/office/drawing/2010/main">
          <mc:Choice Requires="a14">
            <p:sp>
              <p:nvSpPr>
                <p:cNvPr id="64" name="文本框 63">
                  <a:extLst>
                    <a:ext uri="{FF2B5EF4-FFF2-40B4-BE49-F238E27FC236}">
                      <a16:creationId xmlns:a16="http://schemas.microsoft.com/office/drawing/2014/main" id="{131B1AC1-C9F8-431B-BA17-31E2F41B428C}"/>
                    </a:ext>
                  </a:extLst>
                </p:cNvPr>
                <p:cNvSpPr txBox="1"/>
                <p:nvPr/>
              </p:nvSpPr>
              <p:spPr>
                <a:xfrm>
                  <a:off x="3277773" y="5098286"/>
                  <a:ext cx="1067217" cy="369332"/>
                </a:xfrm>
                <a:prstGeom prst="rect">
                  <a:avLst/>
                </a:prstGeom>
                <a:noFill/>
              </p:spPr>
              <p:txBody>
                <a:bodyPr wrap="square">
                  <a:spAutoFit/>
                </a:bodyPr>
                <a:lstStyle/>
                <a:p>
                  <a:pPr/>
                  <a14:m>
                    <m:oMathPara xmlns:m="http://schemas.openxmlformats.org/officeDocument/2006/math">
                      <m:oMathParaPr>
                        <m:jc m:val="centerGroup"/>
                      </m:oMathParaPr>
                      <m:oMath xmlns:m="http://schemas.openxmlformats.org/officeDocument/2006/math">
                        <m:sSub>
                          <m:sSubPr>
                            <m:ctrlPr>
                              <a:rPr lang="en-US" altLang="zh-CN" b="1" i="1" smtClean="0">
                                <a:solidFill>
                                  <a:schemeClr val="accent4"/>
                                </a:solidFill>
                                <a:latin typeface="Cambria Math" panose="02040503050406030204" pitchFamily="18" charset="0"/>
                              </a:rPr>
                            </m:ctrlPr>
                          </m:sSubPr>
                          <m:e>
                            <m:r>
                              <a:rPr lang="en-US" altLang="zh-CN" b="1" i="1" smtClean="0">
                                <a:solidFill>
                                  <a:schemeClr val="accent4"/>
                                </a:solidFill>
                                <a:latin typeface="Cambria Math" panose="02040503050406030204" pitchFamily="18" charset="0"/>
                              </a:rPr>
                              <m:t>𝑾</m:t>
                            </m:r>
                          </m:e>
                          <m:sub>
                            <m:r>
                              <a:rPr lang="en-US" altLang="zh-CN" b="1" i="1" smtClean="0">
                                <a:solidFill>
                                  <a:schemeClr val="accent4"/>
                                </a:solidFill>
                                <a:latin typeface="Cambria Math" panose="02040503050406030204" pitchFamily="18" charset="0"/>
                              </a:rPr>
                              <m:t>𝑹</m:t>
                            </m:r>
                          </m:sub>
                        </m:sSub>
                        <m:r>
                          <a:rPr lang="en-US" altLang="zh-CN" b="1" i="1" smtClean="0">
                            <a:solidFill>
                              <a:schemeClr val="accent4"/>
                            </a:solidFill>
                            <a:latin typeface="Cambria Math" panose="02040503050406030204" pitchFamily="18" charset="0"/>
                          </a:rPr>
                          <m:t>=</m:t>
                        </m:r>
                        <m:r>
                          <a:rPr lang="en-US" altLang="zh-CN" b="1" i="1" smtClean="0">
                            <a:solidFill>
                              <a:schemeClr val="accent4"/>
                            </a:solidFill>
                            <a:latin typeface="Cambria Math" panose="02040503050406030204" pitchFamily="18" charset="0"/>
                          </a:rPr>
                          <m:t>𝟒</m:t>
                        </m:r>
                      </m:oMath>
                    </m:oMathPara>
                  </a14:m>
                  <a:endParaRPr lang="zh-CN" altLang="en-US" dirty="0">
                    <a:solidFill>
                      <a:schemeClr val="accent4"/>
                    </a:solidFill>
                  </a:endParaRPr>
                </a:p>
              </p:txBody>
            </p:sp>
          </mc:Choice>
          <mc:Fallback xmlns="">
            <p:sp>
              <p:nvSpPr>
                <p:cNvPr id="47" name="文本框 46">
                  <a:extLst>
                    <a:ext uri="{FF2B5EF4-FFF2-40B4-BE49-F238E27FC236}">
                      <a16:creationId xmlns:a16="http://schemas.microsoft.com/office/drawing/2014/main" id="{4DD506B6-2862-4CF6-A3E9-F36AEFD5D21B}"/>
                    </a:ext>
                  </a:extLst>
                </p:cNvPr>
                <p:cNvSpPr txBox="1">
                  <a:spLocks noRot="1" noChangeAspect="1" noMove="1" noResize="1" noEditPoints="1" noAdjustHandles="1" noChangeArrowheads="1" noChangeShapeType="1" noTextEdit="1"/>
                </p:cNvSpPr>
                <p:nvPr/>
              </p:nvSpPr>
              <p:spPr>
                <a:xfrm>
                  <a:off x="3277773" y="5098286"/>
                  <a:ext cx="1067217" cy="369332"/>
                </a:xfrm>
                <a:prstGeom prst="rect">
                  <a:avLst/>
                </a:prstGeom>
                <a:blipFill>
                  <a:blip r:embed="rId3"/>
                  <a:stretch>
                    <a:fillRect b="-3333"/>
                  </a:stretch>
                </a:blipFill>
              </p:spPr>
              <p:txBody>
                <a:bodyPr/>
                <a:lstStyle/>
                <a:p>
                  <a:r>
                    <a:rPr lang="zh-CN" altLang="en-US">
                      <a:noFill/>
                    </a:rPr>
                    <a:t> </a:t>
                  </a:r>
                </a:p>
              </p:txBody>
            </p:sp>
          </mc:Fallback>
        </mc:AlternateContent>
      </p:grpSp>
      <p:grpSp>
        <p:nvGrpSpPr>
          <p:cNvPr id="7" name="组合 6">
            <a:extLst>
              <a:ext uri="{FF2B5EF4-FFF2-40B4-BE49-F238E27FC236}">
                <a16:creationId xmlns:a16="http://schemas.microsoft.com/office/drawing/2014/main" id="{9E77AC09-7192-4583-8A5B-4DEBB14A0D2C}"/>
              </a:ext>
            </a:extLst>
          </p:cNvPr>
          <p:cNvGrpSpPr/>
          <p:nvPr/>
        </p:nvGrpSpPr>
        <p:grpSpPr>
          <a:xfrm>
            <a:off x="2302929" y="5098286"/>
            <a:ext cx="3780000" cy="910796"/>
            <a:chOff x="2302929" y="5098286"/>
            <a:chExt cx="3780000" cy="910796"/>
          </a:xfrm>
        </p:grpSpPr>
        <p:sp>
          <p:nvSpPr>
            <p:cNvPr id="33" name="矩形 32">
              <a:extLst>
                <a:ext uri="{FF2B5EF4-FFF2-40B4-BE49-F238E27FC236}">
                  <a16:creationId xmlns:a16="http://schemas.microsoft.com/office/drawing/2014/main" id="{3EA6F5A2-1C83-4BE5-9CCD-7CBA9C984323}"/>
                </a:ext>
              </a:extLst>
            </p:cNvPr>
            <p:cNvSpPr/>
            <p:nvPr/>
          </p:nvSpPr>
          <p:spPr>
            <a:xfrm>
              <a:off x="2302929" y="5467618"/>
              <a:ext cx="3780000" cy="541464"/>
            </a:xfrm>
            <a:prstGeom prst="rect">
              <a:avLst/>
            </a:prstGeom>
            <a:solidFill>
              <a:schemeClr val="accent3"/>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mc:AlternateContent xmlns:mc="http://schemas.openxmlformats.org/markup-compatibility/2006" xmlns:a14="http://schemas.microsoft.com/office/drawing/2010/main">
          <mc:Choice Requires="a14">
            <p:sp>
              <p:nvSpPr>
                <p:cNvPr id="34" name="文本框 33">
                  <a:extLst>
                    <a:ext uri="{FF2B5EF4-FFF2-40B4-BE49-F238E27FC236}">
                      <a16:creationId xmlns:a16="http://schemas.microsoft.com/office/drawing/2014/main" id="{8C755A65-DDAE-400F-BD8A-B2EB9981B67D}"/>
                    </a:ext>
                  </a:extLst>
                </p:cNvPr>
                <p:cNvSpPr txBox="1"/>
                <p:nvPr/>
              </p:nvSpPr>
              <p:spPr>
                <a:xfrm>
                  <a:off x="3670624" y="5098286"/>
                  <a:ext cx="1067217" cy="369332"/>
                </a:xfrm>
                <a:prstGeom prst="rect">
                  <a:avLst/>
                </a:prstGeom>
                <a:noFill/>
              </p:spPr>
              <p:txBody>
                <a:bodyPr wrap="square">
                  <a:spAutoFit/>
                </a:bodyPr>
                <a:lstStyle/>
                <a:p>
                  <a:pPr/>
                  <a14:m>
                    <m:oMathPara xmlns:m="http://schemas.openxmlformats.org/officeDocument/2006/math">
                      <m:oMathParaPr>
                        <m:jc m:val="centerGroup"/>
                      </m:oMathParaPr>
                      <m:oMath xmlns:m="http://schemas.openxmlformats.org/officeDocument/2006/math">
                        <m:sSub>
                          <m:sSubPr>
                            <m:ctrlPr>
                              <a:rPr lang="en-US" altLang="zh-CN" b="1" i="1" smtClean="0">
                                <a:solidFill>
                                  <a:schemeClr val="accent3"/>
                                </a:solidFill>
                                <a:latin typeface="Cambria Math" panose="02040503050406030204" pitchFamily="18" charset="0"/>
                              </a:rPr>
                            </m:ctrlPr>
                          </m:sSubPr>
                          <m:e>
                            <m:r>
                              <a:rPr lang="en-US" altLang="zh-CN" b="1" i="1" smtClean="0">
                                <a:solidFill>
                                  <a:schemeClr val="accent3"/>
                                </a:solidFill>
                                <a:latin typeface="Cambria Math" panose="02040503050406030204" pitchFamily="18" charset="0"/>
                              </a:rPr>
                              <m:t>𝑾</m:t>
                            </m:r>
                          </m:e>
                          <m:sub>
                            <m:r>
                              <a:rPr lang="en-US" altLang="zh-CN" b="1" i="1" smtClean="0">
                                <a:solidFill>
                                  <a:schemeClr val="accent3"/>
                                </a:solidFill>
                                <a:latin typeface="Cambria Math" panose="02040503050406030204" pitchFamily="18" charset="0"/>
                              </a:rPr>
                              <m:t>𝑻</m:t>
                            </m:r>
                          </m:sub>
                        </m:sSub>
                        <m:r>
                          <a:rPr lang="en-US" altLang="zh-CN" b="1" i="1" smtClean="0">
                            <a:solidFill>
                              <a:schemeClr val="accent3"/>
                            </a:solidFill>
                            <a:latin typeface="Cambria Math" panose="02040503050406030204" pitchFamily="18" charset="0"/>
                          </a:rPr>
                          <m:t>=</m:t>
                        </m:r>
                        <m:r>
                          <a:rPr lang="en-US" altLang="zh-CN" b="1" i="1" smtClean="0">
                            <a:solidFill>
                              <a:schemeClr val="accent3"/>
                            </a:solidFill>
                            <a:latin typeface="Cambria Math" panose="02040503050406030204" pitchFamily="18" charset="0"/>
                          </a:rPr>
                          <m:t>𝟓</m:t>
                        </m:r>
                      </m:oMath>
                    </m:oMathPara>
                  </a14:m>
                  <a:endParaRPr lang="zh-CN" altLang="en-US" dirty="0">
                    <a:solidFill>
                      <a:schemeClr val="accent3"/>
                    </a:solidFill>
                  </a:endParaRPr>
                </a:p>
              </p:txBody>
            </p:sp>
          </mc:Choice>
          <mc:Fallback xmlns="">
            <p:sp>
              <p:nvSpPr>
                <p:cNvPr id="34" name="文本框 33">
                  <a:extLst>
                    <a:ext uri="{FF2B5EF4-FFF2-40B4-BE49-F238E27FC236}">
                      <a16:creationId xmlns:a16="http://schemas.microsoft.com/office/drawing/2014/main" id="{8C755A65-DDAE-400F-BD8A-B2EB9981B67D}"/>
                    </a:ext>
                  </a:extLst>
                </p:cNvPr>
                <p:cNvSpPr txBox="1">
                  <a:spLocks noRot="1" noChangeAspect="1" noMove="1" noResize="1" noEditPoints="1" noAdjustHandles="1" noChangeArrowheads="1" noChangeShapeType="1" noTextEdit="1"/>
                </p:cNvSpPr>
                <p:nvPr/>
              </p:nvSpPr>
              <p:spPr>
                <a:xfrm>
                  <a:off x="3670624" y="5098286"/>
                  <a:ext cx="1067217" cy="369332"/>
                </a:xfrm>
                <a:prstGeom prst="rect">
                  <a:avLst/>
                </a:prstGeom>
                <a:blipFill>
                  <a:blip r:embed="rId4"/>
                  <a:stretch>
                    <a:fillRect b="-3279"/>
                  </a:stretch>
                </a:blipFill>
              </p:spPr>
              <p:txBody>
                <a:bodyPr/>
                <a:lstStyle/>
                <a:p>
                  <a:r>
                    <a:rPr lang="zh-CN" altLang="en-US">
                      <a:noFill/>
                    </a:rPr>
                    <a:t> </a:t>
                  </a:r>
                </a:p>
              </p:txBody>
            </p:sp>
          </mc:Fallback>
        </mc:AlternateContent>
      </p:grpSp>
      <p:grpSp>
        <p:nvGrpSpPr>
          <p:cNvPr id="4" name="组合 3">
            <a:extLst>
              <a:ext uri="{FF2B5EF4-FFF2-40B4-BE49-F238E27FC236}">
                <a16:creationId xmlns:a16="http://schemas.microsoft.com/office/drawing/2014/main" id="{9A1EA9F2-FCB6-48C3-935F-7AE7E3AD14AC}"/>
              </a:ext>
            </a:extLst>
          </p:cNvPr>
          <p:cNvGrpSpPr/>
          <p:nvPr/>
        </p:nvGrpSpPr>
        <p:grpSpPr>
          <a:xfrm>
            <a:off x="304800" y="749300"/>
            <a:ext cx="6192344" cy="400110"/>
            <a:chOff x="424117" y="898245"/>
            <a:chExt cx="6192344" cy="400110"/>
          </a:xfrm>
        </p:grpSpPr>
        <p:sp>
          <p:nvSpPr>
            <p:cNvPr id="2" name="平行四边形 1">
              <a:extLst>
                <a:ext uri="{FF2B5EF4-FFF2-40B4-BE49-F238E27FC236}">
                  <a16:creationId xmlns:a16="http://schemas.microsoft.com/office/drawing/2014/main" id="{1F5BAA3F-9845-4F89-A2DD-8222D3E4EDAC}"/>
                </a:ext>
              </a:extLst>
            </p:cNvPr>
            <p:cNvSpPr/>
            <p:nvPr/>
          </p:nvSpPr>
          <p:spPr>
            <a:xfrm>
              <a:off x="424117" y="898245"/>
              <a:ext cx="628306" cy="387090"/>
            </a:xfrm>
            <a:prstGeom prst="parallelogram">
              <a:avLst/>
            </a:prstGeom>
            <a:solidFill>
              <a:schemeClr val="accent3">
                <a:lumMod val="75000"/>
              </a:schemeClr>
            </a:solidFill>
            <a:ln>
              <a:solidFill>
                <a:schemeClr val="accent3">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CN" sz="2200" dirty="0">
                  <a:latin typeface="Impact" panose="020B0806030902050204" pitchFamily="34" charset="0"/>
                </a:rPr>
                <a:t>01</a:t>
              </a:r>
              <a:endParaRPr lang="zh-CN" altLang="en-US" sz="2200" dirty="0">
                <a:latin typeface="Impact" panose="020B0806030902050204" pitchFamily="34" charset="0"/>
              </a:endParaRPr>
            </a:p>
          </p:txBody>
        </p:sp>
        <p:sp>
          <p:nvSpPr>
            <p:cNvPr id="3" name="文本框 2">
              <a:extLst>
                <a:ext uri="{FF2B5EF4-FFF2-40B4-BE49-F238E27FC236}">
                  <a16:creationId xmlns:a16="http://schemas.microsoft.com/office/drawing/2014/main" id="{4D6BD736-A4D3-4F26-AFED-36E11F50F70B}"/>
                </a:ext>
              </a:extLst>
            </p:cNvPr>
            <p:cNvSpPr txBox="1"/>
            <p:nvPr/>
          </p:nvSpPr>
          <p:spPr>
            <a:xfrm>
              <a:off x="1052423" y="898245"/>
              <a:ext cx="5564038" cy="400110"/>
            </a:xfrm>
            <a:prstGeom prst="rect">
              <a:avLst/>
            </a:prstGeom>
            <a:noFill/>
          </p:spPr>
          <p:txBody>
            <a:bodyPr wrap="square" rtlCol="0">
              <a:spAutoFit/>
            </a:bodyPr>
            <a:lstStyle/>
            <a:p>
              <a:r>
                <a:rPr lang="zh-CN" altLang="en-US" sz="2000" b="1" dirty="0"/>
                <a:t>选择重传协议</a:t>
              </a:r>
            </a:p>
          </p:txBody>
        </p:sp>
      </p:grpSp>
      <p:grpSp>
        <p:nvGrpSpPr>
          <p:cNvPr id="18" name="组合 17">
            <a:extLst>
              <a:ext uri="{FF2B5EF4-FFF2-40B4-BE49-F238E27FC236}">
                <a16:creationId xmlns:a16="http://schemas.microsoft.com/office/drawing/2014/main" id="{AF599708-FA4B-4F1A-915B-51ADB6AF8A5B}"/>
              </a:ext>
            </a:extLst>
          </p:cNvPr>
          <p:cNvGrpSpPr/>
          <p:nvPr/>
        </p:nvGrpSpPr>
        <p:grpSpPr>
          <a:xfrm>
            <a:off x="475097" y="1263518"/>
            <a:ext cx="1355161" cy="5114896"/>
            <a:chOff x="475097" y="1263518"/>
            <a:chExt cx="1355161" cy="5114896"/>
          </a:xfrm>
        </p:grpSpPr>
        <p:cxnSp>
          <p:nvCxnSpPr>
            <p:cNvPr id="19" name="直接连接符 18">
              <a:extLst>
                <a:ext uri="{FF2B5EF4-FFF2-40B4-BE49-F238E27FC236}">
                  <a16:creationId xmlns:a16="http://schemas.microsoft.com/office/drawing/2014/main" id="{8C267D38-D538-4153-B853-5B2DDE097738}"/>
                </a:ext>
              </a:extLst>
            </p:cNvPr>
            <p:cNvCxnSpPr>
              <a:cxnSpLocks/>
            </p:cNvCxnSpPr>
            <p:nvPr/>
          </p:nvCxnSpPr>
          <p:spPr>
            <a:xfrm flipV="1">
              <a:off x="1208367" y="2012996"/>
              <a:ext cx="0" cy="3813858"/>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nvGrpSpPr>
            <p:cNvPr id="20" name="组合 19">
              <a:extLst>
                <a:ext uri="{FF2B5EF4-FFF2-40B4-BE49-F238E27FC236}">
                  <a16:creationId xmlns:a16="http://schemas.microsoft.com/office/drawing/2014/main" id="{1A3F15DA-8F30-45DE-8760-8CB5AC7691B0}"/>
                </a:ext>
              </a:extLst>
            </p:cNvPr>
            <p:cNvGrpSpPr/>
            <p:nvPr/>
          </p:nvGrpSpPr>
          <p:grpSpPr>
            <a:xfrm>
              <a:off x="700096" y="5368000"/>
              <a:ext cx="905164" cy="1010414"/>
              <a:chOff x="700096" y="5368000"/>
              <a:chExt cx="905164" cy="1010414"/>
            </a:xfrm>
          </p:grpSpPr>
          <p:pic>
            <p:nvPicPr>
              <p:cNvPr id="25" name="图形 24">
                <a:extLst>
                  <a:ext uri="{FF2B5EF4-FFF2-40B4-BE49-F238E27FC236}">
                    <a16:creationId xmlns:a16="http://schemas.microsoft.com/office/drawing/2014/main" id="{5079B8D0-730B-4F27-A9EC-8AC79CEECAE0}"/>
                  </a:ext>
                </a:extLst>
              </p:cNvPr>
              <p:cNvPicPr>
                <a:picLocks noChangeAspect="1"/>
              </p:cNvPicPr>
              <p:nvPr/>
            </p:nvPicPr>
            <p:blipFill>
              <a:blip r:embed="rId5">
                <a:extLst>
                  <a:ext uri="{28A0092B-C50C-407E-A947-70E740481C1C}">
                    <a14:useLocalDpi xmlns:a14="http://schemas.microsoft.com/office/drawing/2010/main" val="0"/>
                  </a:ext>
                  <a:ext uri="{96DAC541-7B7A-43D3-8B79-37D633B846F1}">
                    <asvg:svgBlip xmlns:asvg="http://schemas.microsoft.com/office/drawing/2016/SVG/main" r:embed="rId6"/>
                  </a:ext>
                </a:extLst>
              </a:blip>
              <a:stretch>
                <a:fillRect/>
              </a:stretch>
            </p:blipFill>
            <p:spPr>
              <a:xfrm>
                <a:off x="821271" y="5368000"/>
                <a:ext cx="662814" cy="641082"/>
              </a:xfrm>
              <a:prstGeom prst="rect">
                <a:avLst/>
              </a:prstGeom>
            </p:spPr>
          </p:pic>
          <p:sp>
            <p:nvSpPr>
              <p:cNvPr id="26" name="文本框 25">
                <a:extLst>
                  <a:ext uri="{FF2B5EF4-FFF2-40B4-BE49-F238E27FC236}">
                    <a16:creationId xmlns:a16="http://schemas.microsoft.com/office/drawing/2014/main" id="{68E9BE24-5234-4436-839C-0CC65C932068}"/>
                  </a:ext>
                </a:extLst>
              </p:cNvPr>
              <p:cNvSpPr txBox="1"/>
              <p:nvPr/>
            </p:nvSpPr>
            <p:spPr>
              <a:xfrm>
                <a:off x="700096" y="6009082"/>
                <a:ext cx="905164" cy="369332"/>
              </a:xfrm>
              <a:prstGeom prst="rect">
                <a:avLst/>
              </a:prstGeom>
              <a:noFill/>
            </p:spPr>
            <p:txBody>
              <a:bodyPr wrap="square" rtlCol="0">
                <a:spAutoFit/>
              </a:bodyPr>
              <a:lstStyle/>
              <a:p>
                <a:r>
                  <a:rPr lang="zh-CN" altLang="en-US" b="1" dirty="0">
                    <a:latin typeface="+mn-ea"/>
                  </a:rPr>
                  <a:t>发送方</a:t>
                </a:r>
              </a:p>
            </p:txBody>
          </p:sp>
        </p:grpSp>
        <p:grpSp>
          <p:nvGrpSpPr>
            <p:cNvPr id="21" name="组合 20">
              <a:extLst>
                <a:ext uri="{FF2B5EF4-FFF2-40B4-BE49-F238E27FC236}">
                  <a16:creationId xmlns:a16="http://schemas.microsoft.com/office/drawing/2014/main" id="{50E1DF35-9236-4BB6-BAC4-1AE805165946}"/>
                </a:ext>
              </a:extLst>
            </p:cNvPr>
            <p:cNvGrpSpPr/>
            <p:nvPr/>
          </p:nvGrpSpPr>
          <p:grpSpPr>
            <a:xfrm>
              <a:off x="878301" y="1263518"/>
              <a:ext cx="905164" cy="1027908"/>
              <a:chOff x="878301" y="1390382"/>
              <a:chExt cx="905164" cy="1027908"/>
            </a:xfrm>
          </p:grpSpPr>
          <p:pic>
            <p:nvPicPr>
              <p:cNvPr id="23" name="图形 22">
                <a:extLst>
                  <a:ext uri="{FF2B5EF4-FFF2-40B4-BE49-F238E27FC236}">
                    <a16:creationId xmlns:a16="http://schemas.microsoft.com/office/drawing/2014/main" id="{E155E3ED-8C2A-42C4-BFBF-393051944136}"/>
                  </a:ext>
                </a:extLst>
              </p:cNvPr>
              <p:cNvPicPr>
                <a:picLocks noChangeAspect="1"/>
              </p:cNvPicPr>
              <p:nvPr/>
            </p:nvPicPr>
            <p:blipFill>
              <a:blip r:embed="rId7">
                <a:extLst>
                  <a:ext uri="{28A0092B-C50C-407E-A947-70E740481C1C}">
                    <a14:useLocalDpi xmlns:a14="http://schemas.microsoft.com/office/drawing/2010/main" val="0"/>
                  </a:ext>
                  <a:ext uri="{96DAC541-7B7A-43D3-8B79-37D633B846F1}">
                    <asvg:svgBlip xmlns:asvg="http://schemas.microsoft.com/office/drawing/2016/SVG/main" r:embed="rId8"/>
                  </a:ext>
                </a:extLst>
              </a:blip>
              <a:stretch>
                <a:fillRect/>
              </a:stretch>
            </p:blipFill>
            <p:spPr>
              <a:xfrm>
                <a:off x="984826" y="1759714"/>
                <a:ext cx="501772" cy="658576"/>
              </a:xfrm>
              <a:prstGeom prst="rect">
                <a:avLst/>
              </a:prstGeom>
            </p:spPr>
          </p:pic>
          <p:sp>
            <p:nvSpPr>
              <p:cNvPr id="24" name="文本框 23">
                <a:extLst>
                  <a:ext uri="{FF2B5EF4-FFF2-40B4-BE49-F238E27FC236}">
                    <a16:creationId xmlns:a16="http://schemas.microsoft.com/office/drawing/2014/main" id="{818AC20B-3072-437F-B302-67397F49105B}"/>
                  </a:ext>
                </a:extLst>
              </p:cNvPr>
              <p:cNvSpPr txBox="1"/>
              <p:nvPr/>
            </p:nvSpPr>
            <p:spPr>
              <a:xfrm>
                <a:off x="878301" y="1390382"/>
                <a:ext cx="905164" cy="369332"/>
              </a:xfrm>
              <a:prstGeom prst="rect">
                <a:avLst/>
              </a:prstGeom>
              <a:noFill/>
            </p:spPr>
            <p:txBody>
              <a:bodyPr wrap="square" rtlCol="0">
                <a:spAutoFit/>
              </a:bodyPr>
              <a:lstStyle/>
              <a:p>
                <a:r>
                  <a:rPr lang="zh-CN" altLang="en-US" b="1" dirty="0">
                    <a:latin typeface="+mn-ea"/>
                  </a:rPr>
                  <a:t>接收方</a:t>
                </a:r>
              </a:p>
            </p:txBody>
          </p:sp>
        </p:grpSp>
        <p:sp>
          <p:nvSpPr>
            <p:cNvPr id="22" name="云形 21">
              <a:extLst>
                <a:ext uri="{FF2B5EF4-FFF2-40B4-BE49-F238E27FC236}">
                  <a16:creationId xmlns:a16="http://schemas.microsoft.com/office/drawing/2014/main" id="{97C64CE5-C9EB-4960-87FB-62108C97374D}"/>
                </a:ext>
              </a:extLst>
            </p:cNvPr>
            <p:cNvSpPr/>
            <p:nvPr/>
          </p:nvSpPr>
          <p:spPr>
            <a:xfrm>
              <a:off x="475097" y="3429014"/>
              <a:ext cx="1355161" cy="801398"/>
            </a:xfrm>
            <a:prstGeom prst="cloud">
              <a:avLst/>
            </a:prstGeom>
            <a:solidFill>
              <a:schemeClr val="bg1">
                <a:lumMod val="85000"/>
              </a:schemeClr>
            </a:solidFill>
            <a:ln>
              <a:solidFill>
                <a:schemeClr val="bg1">
                  <a:lumMod val="85000"/>
                </a:schemeClr>
              </a:solidFill>
            </a:ln>
          </p:spPr>
          <p:style>
            <a:lnRef idx="2">
              <a:schemeClr val="accent3">
                <a:shade val="50000"/>
              </a:schemeClr>
            </a:lnRef>
            <a:fillRef idx="1">
              <a:schemeClr val="accent3"/>
            </a:fillRef>
            <a:effectRef idx="0">
              <a:schemeClr val="accent3"/>
            </a:effectRef>
            <a:fontRef idx="minor">
              <a:schemeClr val="lt1"/>
            </a:fontRef>
          </p:style>
          <p:txBody>
            <a:bodyPr rtlCol="0" anchor="ctr"/>
            <a:lstStyle/>
            <a:p>
              <a:pPr algn="ctr"/>
              <a:r>
                <a:rPr lang="zh-CN" altLang="en-US" b="1" dirty="0">
                  <a:solidFill>
                    <a:schemeClr val="tx1"/>
                  </a:solidFill>
                  <a:latin typeface="+mn-ea"/>
                </a:rPr>
                <a:t>因特网</a:t>
              </a:r>
            </a:p>
          </p:txBody>
        </p:sp>
      </p:grpSp>
      <mc:AlternateContent xmlns:mc="http://schemas.openxmlformats.org/markup-compatibility/2006" xmlns:a14="http://schemas.microsoft.com/office/drawing/2010/main">
        <mc:Choice Requires="a14">
          <p:sp>
            <p:nvSpPr>
              <p:cNvPr id="28" name="íşlïḍè">
                <a:extLst>
                  <a:ext uri="{FF2B5EF4-FFF2-40B4-BE49-F238E27FC236}">
                    <a16:creationId xmlns:a16="http://schemas.microsoft.com/office/drawing/2014/main" id="{8898676C-F981-4D74-B324-A859D1387610}"/>
                  </a:ext>
                </a:extLst>
              </p:cNvPr>
              <p:cNvSpPr txBox="1"/>
              <p:nvPr/>
            </p:nvSpPr>
            <p:spPr>
              <a:xfrm>
                <a:off x="2993250" y="2799126"/>
                <a:ext cx="6657288" cy="311297"/>
              </a:xfrm>
              <a:prstGeom prst="rect">
                <a:avLst/>
              </a:prstGeom>
              <a:noFill/>
            </p:spPr>
            <p:txBody>
              <a:bodyPr wrap="square" lIns="91440" tIns="45720" rIns="91440" bIns="45720" anchor="ctr">
                <a:noAutofit/>
              </a:bodyPr>
              <a:lstStyle/>
              <a:p>
                <a:r>
                  <a:rPr lang="zh-CN" altLang="en-US" b="1" dirty="0"/>
                  <a:t>本例假设采用</a:t>
                </a:r>
                <a14:m>
                  <m:oMath xmlns:m="http://schemas.openxmlformats.org/officeDocument/2006/math">
                    <m:r>
                      <a:rPr lang="en-US" altLang="zh-CN" b="1" i="1" dirty="0" smtClean="0">
                        <a:latin typeface="Cambria Math" panose="02040503050406030204" pitchFamily="18" charset="0"/>
                      </a:rPr>
                      <m:t>𝟑</m:t>
                    </m:r>
                  </m:oMath>
                </a14:m>
                <a:r>
                  <a:rPr lang="zh-CN" altLang="en-US" b="1" dirty="0"/>
                  <a:t>个比特给分组编序号，则序号范围是</a:t>
                </a:r>
                <a14:m>
                  <m:oMath xmlns:m="http://schemas.openxmlformats.org/officeDocument/2006/math">
                    <m:r>
                      <a:rPr lang="en-US" altLang="zh-CN" b="1" i="0" smtClean="0">
                        <a:latin typeface="Cambria Math" panose="02040503050406030204" pitchFamily="18" charset="0"/>
                        <a:ea typeface="Cambria Math" panose="02040503050406030204" pitchFamily="18" charset="0"/>
                      </a:rPr>
                      <m:t>𝟎</m:t>
                    </m:r>
                    <m:r>
                      <a:rPr lang="en-US" altLang="zh-CN" b="1" i="1" smtClean="0">
                        <a:latin typeface="Cambria Math" panose="02040503050406030204" pitchFamily="18" charset="0"/>
                        <a:ea typeface="Cambria Math" panose="02040503050406030204" pitchFamily="18" charset="0"/>
                      </a:rPr>
                      <m:t>~</m:t>
                    </m:r>
                    <m:sSup>
                      <m:sSupPr>
                        <m:ctrlPr>
                          <a:rPr lang="en-US" altLang="zh-CN" b="1" i="1" smtClean="0">
                            <a:latin typeface="Cambria Math" panose="02040503050406030204" pitchFamily="18" charset="0"/>
                            <a:ea typeface="Cambria Math" panose="02040503050406030204" pitchFamily="18" charset="0"/>
                          </a:rPr>
                        </m:ctrlPr>
                      </m:sSupPr>
                      <m:e>
                        <m:r>
                          <a:rPr lang="en-US" altLang="zh-CN" b="1" i="1" smtClean="0">
                            <a:latin typeface="Cambria Math" panose="02040503050406030204" pitchFamily="18" charset="0"/>
                            <a:ea typeface="Cambria Math" panose="02040503050406030204" pitchFamily="18" charset="0"/>
                          </a:rPr>
                          <m:t>(</m:t>
                        </m:r>
                        <m:r>
                          <a:rPr lang="en-US" altLang="zh-CN" b="1" i="1" smtClean="0">
                            <a:latin typeface="Cambria Math" panose="02040503050406030204" pitchFamily="18" charset="0"/>
                            <a:ea typeface="Cambria Math" panose="02040503050406030204" pitchFamily="18" charset="0"/>
                          </a:rPr>
                          <m:t>𝟐</m:t>
                        </m:r>
                      </m:e>
                      <m:sup>
                        <m:r>
                          <a:rPr lang="en-US" altLang="zh-CN" b="1" i="1" smtClean="0">
                            <a:latin typeface="Cambria Math" panose="02040503050406030204" pitchFamily="18" charset="0"/>
                            <a:ea typeface="Cambria Math" panose="02040503050406030204" pitchFamily="18" charset="0"/>
                          </a:rPr>
                          <m:t>𝟑</m:t>
                        </m:r>
                      </m:sup>
                    </m:sSup>
                    <m:r>
                      <a:rPr lang="en-US" altLang="zh-CN" b="1" i="1" smtClean="0">
                        <a:latin typeface="Cambria Math" panose="02040503050406030204" pitchFamily="18" charset="0"/>
                        <a:ea typeface="Cambria Math" panose="02040503050406030204" pitchFamily="18" charset="0"/>
                      </a:rPr>
                      <m:t>−</m:t>
                    </m:r>
                    <m:r>
                      <a:rPr lang="en-US" altLang="zh-CN" b="1" i="1" smtClean="0">
                        <a:latin typeface="Cambria Math" panose="02040503050406030204" pitchFamily="18" charset="0"/>
                        <a:ea typeface="Cambria Math" panose="02040503050406030204" pitchFamily="18" charset="0"/>
                      </a:rPr>
                      <m:t>𝟏</m:t>
                    </m:r>
                    <m:r>
                      <a:rPr lang="en-US" altLang="zh-CN" b="1" i="1" smtClean="0">
                        <a:latin typeface="Cambria Math" panose="02040503050406030204" pitchFamily="18" charset="0"/>
                        <a:ea typeface="Cambria Math" panose="02040503050406030204" pitchFamily="18" charset="0"/>
                      </a:rPr>
                      <m:t>)。</m:t>
                    </m:r>
                  </m:oMath>
                </a14:m>
                <a:endParaRPr lang="en-US" altLang="zh-CN" b="1" dirty="0"/>
              </a:p>
            </p:txBody>
          </p:sp>
        </mc:Choice>
        <mc:Fallback xmlns="">
          <p:sp>
            <p:nvSpPr>
              <p:cNvPr id="28" name="íşlïḍè">
                <a:extLst>
                  <a:ext uri="{FF2B5EF4-FFF2-40B4-BE49-F238E27FC236}">
                    <a16:creationId xmlns:a16="http://schemas.microsoft.com/office/drawing/2014/main" id="{8898676C-F981-4D74-B324-A859D1387610}"/>
                  </a:ext>
                </a:extLst>
              </p:cNvPr>
              <p:cNvSpPr txBox="1">
                <a:spLocks noRot="1" noChangeAspect="1" noMove="1" noResize="1" noEditPoints="1" noAdjustHandles="1" noChangeArrowheads="1" noChangeShapeType="1" noTextEdit="1"/>
              </p:cNvSpPr>
              <p:nvPr/>
            </p:nvSpPr>
            <p:spPr>
              <a:xfrm>
                <a:off x="2993250" y="2799126"/>
                <a:ext cx="6657288" cy="311297"/>
              </a:xfrm>
              <a:prstGeom prst="rect">
                <a:avLst/>
              </a:prstGeom>
              <a:blipFill>
                <a:blip r:embed="rId9"/>
                <a:stretch>
                  <a:fillRect l="-733" t="-17647" b="-41176"/>
                </a:stretch>
              </a:blipFill>
            </p:spPr>
            <p:txBody>
              <a:bodyPr/>
              <a:lstStyle/>
              <a:p>
                <a:r>
                  <a:rPr lang="zh-CN" altLang="en-US">
                    <a:noFill/>
                  </a:rPr>
                  <a:t> </a:t>
                </a:r>
              </a:p>
            </p:txBody>
          </p:sp>
        </mc:Fallback>
      </mc:AlternateContent>
      <p:graphicFrame>
        <p:nvGraphicFramePr>
          <p:cNvPr id="29" name="表格 21">
            <a:extLst>
              <a:ext uri="{FF2B5EF4-FFF2-40B4-BE49-F238E27FC236}">
                <a16:creationId xmlns:a16="http://schemas.microsoft.com/office/drawing/2014/main" id="{44D0CDFF-8B53-4BB1-835E-1192E30CC2FA}"/>
              </a:ext>
            </a:extLst>
          </p:cNvPr>
          <p:cNvGraphicFramePr>
            <a:graphicFrameLocks noGrp="1"/>
          </p:cNvGraphicFramePr>
          <p:nvPr/>
        </p:nvGraphicFramePr>
        <p:xfrm>
          <a:off x="2302929" y="5557308"/>
          <a:ext cx="9067800" cy="370840"/>
        </p:xfrm>
        <a:graphic>
          <a:graphicData uri="http://schemas.openxmlformats.org/drawingml/2006/table">
            <a:tbl>
              <a:tblPr firstRow="1" bandRow="1">
                <a:tableStyleId>{5C22544A-7EE6-4342-B048-85BDC9FD1C3A}</a:tableStyleId>
              </a:tblPr>
              <a:tblGrid>
                <a:gridCol w="755650">
                  <a:extLst>
                    <a:ext uri="{9D8B030D-6E8A-4147-A177-3AD203B41FA5}">
                      <a16:colId xmlns:a16="http://schemas.microsoft.com/office/drawing/2014/main" val="877486509"/>
                    </a:ext>
                  </a:extLst>
                </a:gridCol>
                <a:gridCol w="755650">
                  <a:extLst>
                    <a:ext uri="{9D8B030D-6E8A-4147-A177-3AD203B41FA5}">
                      <a16:colId xmlns:a16="http://schemas.microsoft.com/office/drawing/2014/main" val="3548605817"/>
                    </a:ext>
                  </a:extLst>
                </a:gridCol>
                <a:gridCol w="755650">
                  <a:extLst>
                    <a:ext uri="{9D8B030D-6E8A-4147-A177-3AD203B41FA5}">
                      <a16:colId xmlns:a16="http://schemas.microsoft.com/office/drawing/2014/main" val="2881812895"/>
                    </a:ext>
                  </a:extLst>
                </a:gridCol>
                <a:gridCol w="755650">
                  <a:extLst>
                    <a:ext uri="{9D8B030D-6E8A-4147-A177-3AD203B41FA5}">
                      <a16:colId xmlns:a16="http://schemas.microsoft.com/office/drawing/2014/main" val="3682284582"/>
                    </a:ext>
                  </a:extLst>
                </a:gridCol>
                <a:gridCol w="755650">
                  <a:extLst>
                    <a:ext uri="{9D8B030D-6E8A-4147-A177-3AD203B41FA5}">
                      <a16:colId xmlns:a16="http://schemas.microsoft.com/office/drawing/2014/main" val="500127722"/>
                    </a:ext>
                  </a:extLst>
                </a:gridCol>
                <a:gridCol w="755650">
                  <a:extLst>
                    <a:ext uri="{9D8B030D-6E8A-4147-A177-3AD203B41FA5}">
                      <a16:colId xmlns:a16="http://schemas.microsoft.com/office/drawing/2014/main" val="2946259618"/>
                    </a:ext>
                  </a:extLst>
                </a:gridCol>
                <a:gridCol w="755650">
                  <a:extLst>
                    <a:ext uri="{9D8B030D-6E8A-4147-A177-3AD203B41FA5}">
                      <a16:colId xmlns:a16="http://schemas.microsoft.com/office/drawing/2014/main" val="171501986"/>
                    </a:ext>
                  </a:extLst>
                </a:gridCol>
                <a:gridCol w="755650">
                  <a:extLst>
                    <a:ext uri="{9D8B030D-6E8A-4147-A177-3AD203B41FA5}">
                      <a16:colId xmlns:a16="http://schemas.microsoft.com/office/drawing/2014/main" val="1667185265"/>
                    </a:ext>
                  </a:extLst>
                </a:gridCol>
                <a:gridCol w="755650">
                  <a:extLst>
                    <a:ext uri="{9D8B030D-6E8A-4147-A177-3AD203B41FA5}">
                      <a16:colId xmlns:a16="http://schemas.microsoft.com/office/drawing/2014/main" val="4258211808"/>
                    </a:ext>
                  </a:extLst>
                </a:gridCol>
                <a:gridCol w="755650">
                  <a:extLst>
                    <a:ext uri="{9D8B030D-6E8A-4147-A177-3AD203B41FA5}">
                      <a16:colId xmlns:a16="http://schemas.microsoft.com/office/drawing/2014/main" val="1794200575"/>
                    </a:ext>
                  </a:extLst>
                </a:gridCol>
                <a:gridCol w="755650">
                  <a:extLst>
                    <a:ext uri="{9D8B030D-6E8A-4147-A177-3AD203B41FA5}">
                      <a16:colId xmlns:a16="http://schemas.microsoft.com/office/drawing/2014/main" val="4230716487"/>
                    </a:ext>
                  </a:extLst>
                </a:gridCol>
                <a:gridCol w="755650">
                  <a:extLst>
                    <a:ext uri="{9D8B030D-6E8A-4147-A177-3AD203B41FA5}">
                      <a16:colId xmlns:a16="http://schemas.microsoft.com/office/drawing/2014/main" val="56153739"/>
                    </a:ext>
                  </a:extLst>
                </a:gridCol>
              </a:tblGrid>
              <a:tr h="370840">
                <a:tc>
                  <a:txBody>
                    <a:bodyPr/>
                    <a:lstStyle/>
                    <a:p>
                      <a:pPr algn="ctr"/>
                      <a:r>
                        <a:rPr lang="en-US" altLang="zh-CN" dirty="0">
                          <a:solidFill>
                            <a:schemeClr val="tx1"/>
                          </a:solidFill>
                          <a:latin typeface="Arial Black" panose="020B0A04020102020204" pitchFamily="34" charset="0"/>
                        </a:rPr>
                        <a:t>0</a:t>
                      </a:r>
                      <a:endParaRPr lang="zh-CN" altLang="en-US" dirty="0">
                        <a:solidFill>
                          <a:schemeClr val="tx1"/>
                        </a:solidFill>
                        <a:latin typeface="Arial Black" panose="020B0A04020102020204" pitchFamily="34" charset="0"/>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ctr"/>
                      <a:r>
                        <a:rPr lang="en-US" altLang="zh-CN" dirty="0">
                          <a:solidFill>
                            <a:schemeClr val="tx1"/>
                          </a:solidFill>
                          <a:latin typeface="Arial Black" panose="020B0A04020102020204" pitchFamily="34" charset="0"/>
                        </a:rPr>
                        <a:t>1</a:t>
                      </a:r>
                      <a:endParaRPr lang="zh-CN" altLang="en-US" dirty="0">
                        <a:solidFill>
                          <a:schemeClr val="tx1"/>
                        </a:solidFill>
                        <a:latin typeface="Arial Black" panose="020B0A04020102020204" pitchFamily="34" charset="0"/>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ctr"/>
                      <a:r>
                        <a:rPr lang="en-US" altLang="zh-CN" dirty="0">
                          <a:solidFill>
                            <a:schemeClr val="tx1"/>
                          </a:solidFill>
                          <a:latin typeface="Arial Black" panose="020B0A04020102020204" pitchFamily="34" charset="0"/>
                        </a:rPr>
                        <a:t>2</a:t>
                      </a:r>
                      <a:endParaRPr lang="zh-CN" altLang="en-US" dirty="0">
                        <a:solidFill>
                          <a:schemeClr val="tx1"/>
                        </a:solidFill>
                        <a:latin typeface="Arial Black" panose="020B0A04020102020204" pitchFamily="34" charset="0"/>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ctr"/>
                      <a:r>
                        <a:rPr lang="en-US" altLang="zh-CN" dirty="0">
                          <a:solidFill>
                            <a:schemeClr val="tx1"/>
                          </a:solidFill>
                          <a:latin typeface="Arial Black" panose="020B0A04020102020204" pitchFamily="34" charset="0"/>
                        </a:rPr>
                        <a:t>3</a:t>
                      </a:r>
                      <a:endParaRPr lang="zh-CN" altLang="en-US" dirty="0">
                        <a:solidFill>
                          <a:schemeClr val="tx1"/>
                        </a:solidFill>
                        <a:latin typeface="Arial Black" panose="020B0A04020102020204" pitchFamily="34" charset="0"/>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ctr"/>
                      <a:r>
                        <a:rPr lang="en-US" altLang="zh-CN" dirty="0">
                          <a:solidFill>
                            <a:schemeClr val="tx1"/>
                          </a:solidFill>
                          <a:latin typeface="Arial Black" panose="020B0A04020102020204" pitchFamily="34" charset="0"/>
                        </a:rPr>
                        <a:t>4</a:t>
                      </a:r>
                      <a:endParaRPr lang="zh-CN" altLang="en-US" dirty="0">
                        <a:solidFill>
                          <a:schemeClr val="tx1"/>
                        </a:solidFill>
                        <a:latin typeface="Arial Black" panose="020B0A04020102020204" pitchFamily="34" charset="0"/>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ctr"/>
                      <a:r>
                        <a:rPr lang="en-US" altLang="zh-CN" dirty="0">
                          <a:solidFill>
                            <a:schemeClr val="tx1"/>
                          </a:solidFill>
                          <a:latin typeface="Arial Black" panose="020B0A04020102020204" pitchFamily="34" charset="0"/>
                        </a:rPr>
                        <a:t>5</a:t>
                      </a:r>
                      <a:endParaRPr lang="zh-CN" altLang="en-US" dirty="0">
                        <a:solidFill>
                          <a:schemeClr val="tx1"/>
                        </a:solidFill>
                        <a:latin typeface="Arial Black" panose="020B0A04020102020204" pitchFamily="34" charset="0"/>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ctr"/>
                      <a:r>
                        <a:rPr lang="en-US" altLang="zh-CN" dirty="0">
                          <a:solidFill>
                            <a:schemeClr val="tx1"/>
                          </a:solidFill>
                          <a:latin typeface="Arial Black" panose="020B0A04020102020204" pitchFamily="34" charset="0"/>
                        </a:rPr>
                        <a:t>6</a:t>
                      </a:r>
                      <a:endParaRPr lang="zh-CN" altLang="en-US" dirty="0">
                        <a:solidFill>
                          <a:schemeClr val="tx1"/>
                        </a:solidFill>
                        <a:latin typeface="Arial Black" panose="020B0A04020102020204" pitchFamily="34" charset="0"/>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ctr"/>
                      <a:r>
                        <a:rPr lang="en-US" altLang="zh-CN" dirty="0">
                          <a:solidFill>
                            <a:schemeClr val="tx1"/>
                          </a:solidFill>
                          <a:latin typeface="Arial Black" panose="020B0A04020102020204" pitchFamily="34" charset="0"/>
                        </a:rPr>
                        <a:t>7</a:t>
                      </a:r>
                      <a:endParaRPr lang="zh-CN" altLang="en-US" dirty="0">
                        <a:solidFill>
                          <a:schemeClr val="tx1"/>
                        </a:solidFill>
                        <a:latin typeface="Arial Black" panose="020B0A04020102020204" pitchFamily="34" charset="0"/>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ctr"/>
                      <a:r>
                        <a:rPr lang="en-US" altLang="zh-CN" dirty="0">
                          <a:solidFill>
                            <a:schemeClr val="tx1"/>
                          </a:solidFill>
                          <a:latin typeface="Arial Black" panose="020B0A04020102020204" pitchFamily="34" charset="0"/>
                        </a:rPr>
                        <a:t>0</a:t>
                      </a:r>
                      <a:endParaRPr lang="zh-CN" altLang="en-US" dirty="0">
                        <a:solidFill>
                          <a:schemeClr val="tx1"/>
                        </a:solidFill>
                        <a:latin typeface="Arial Black" panose="020B0A04020102020204" pitchFamily="34" charset="0"/>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ctr"/>
                      <a:r>
                        <a:rPr lang="en-US" altLang="zh-CN" dirty="0">
                          <a:solidFill>
                            <a:schemeClr val="tx1"/>
                          </a:solidFill>
                          <a:latin typeface="Arial Black" panose="020B0A04020102020204" pitchFamily="34" charset="0"/>
                        </a:rPr>
                        <a:t>1</a:t>
                      </a:r>
                      <a:endParaRPr lang="zh-CN" altLang="en-US" dirty="0">
                        <a:solidFill>
                          <a:schemeClr val="tx1"/>
                        </a:solidFill>
                        <a:latin typeface="Arial Black" panose="020B0A04020102020204" pitchFamily="34" charset="0"/>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ctr"/>
                      <a:r>
                        <a:rPr lang="en-US" altLang="zh-CN" dirty="0">
                          <a:solidFill>
                            <a:schemeClr val="tx1"/>
                          </a:solidFill>
                          <a:latin typeface="Arial Black" panose="020B0A04020102020204" pitchFamily="34" charset="0"/>
                        </a:rPr>
                        <a:t>2</a:t>
                      </a:r>
                      <a:endParaRPr lang="zh-CN" altLang="en-US" dirty="0">
                        <a:solidFill>
                          <a:schemeClr val="tx1"/>
                        </a:solidFill>
                        <a:latin typeface="Arial Black" panose="020B0A04020102020204" pitchFamily="34" charset="0"/>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ctr"/>
                      <a:r>
                        <a:rPr lang="en-US" altLang="zh-CN" dirty="0">
                          <a:solidFill>
                            <a:schemeClr val="tx1"/>
                          </a:solidFill>
                          <a:latin typeface="Arial Black" panose="020B0A04020102020204" pitchFamily="34" charset="0"/>
                        </a:rPr>
                        <a:t>…</a:t>
                      </a:r>
                      <a:endParaRPr lang="zh-CN" altLang="en-US" dirty="0">
                        <a:solidFill>
                          <a:schemeClr val="tx1"/>
                        </a:solidFill>
                        <a:latin typeface="Arial Black" panose="020B0A04020102020204" pitchFamily="34" charset="0"/>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extLst>
                  <a:ext uri="{0D108BD9-81ED-4DB2-BD59-A6C34878D82A}">
                    <a16:rowId xmlns:a16="http://schemas.microsoft.com/office/drawing/2014/main" val="316235763"/>
                  </a:ext>
                </a:extLst>
              </a:tr>
            </a:tbl>
          </a:graphicData>
        </a:graphic>
      </p:graphicFrame>
      <p:graphicFrame>
        <p:nvGraphicFramePr>
          <p:cNvPr id="30" name="表格 21">
            <a:extLst>
              <a:ext uri="{FF2B5EF4-FFF2-40B4-BE49-F238E27FC236}">
                <a16:creationId xmlns:a16="http://schemas.microsoft.com/office/drawing/2014/main" id="{849D252C-900C-44C3-9C3B-0A66CC10F5E3}"/>
              </a:ext>
            </a:extLst>
          </p:cNvPr>
          <p:cNvGraphicFramePr>
            <a:graphicFrameLocks noGrp="1"/>
          </p:cNvGraphicFramePr>
          <p:nvPr/>
        </p:nvGraphicFramePr>
        <p:xfrm>
          <a:off x="2302929" y="1827576"/>
          <a:ext cx="9067800" cy="370840"/>
        </p:xfrm>
        <a:graphic>
          <a:graphicData uri="http://schemas.openxmlformats.org/drawingml/2006/table">
            <a:tbl>
              <a:tblPr firstRow="1" bandRow="1">
                <a:tableStyleId>{5C22544A-7EE6-4342-B048-85BDC9FD1C3A}</a:tableStyleId>
              </a:tblPr>
              <a:tblGrid>
                <a:gridCol w="755650">
                  <a:extLst>
                    <a:ext uri="{9D8B030D-6E8A-4147-A177-3AD203B41FA5}">
                      <a16:colId xmlns:a16="http://schemas.microsoft.com/office/drawing/2014/main" val="877486509"/>
                    </a:ext>
                  </a:extLst>
                </a:gridCol>
                <a:gridCol w="755650">
                  <a:extLst>
                    <a:ext uri="{9D8B030D-6E8A-4147-A177-3AD203B41FA5}">
                      <a16:colId xmlns:a16="http://schemas.microsoft.com/office/drawing/2014/main" val="3548605817"/>
                    </a:ext>
                  </a:extLst>
                </a:gridCol>
                <a:gridCol w="755650">
                  <a:extLst>
                    <a:ext uri="{9D8B030D-6E8A-4147-A177-3AD203B41FA5}">
                      <a16:colId xmlns:a16="http://schemas.microsoft.com/office/drawing/2014/main" val="2881812895"/>
                    </a:ext>
                  </a:extLst>
                </a:gridCol>
                <a:gridCol w="755650">
                  <a:extLst>
                    <a:ext uri="{9D8B030D-6E8A-4147-A177-3AD203B41FA5}">
                      <a16:colId xmlns:a16="http://schemas.microsoft.com/office/drawing/2014/main" val="3682284582"/>
                    </a:ext>
                  </a:extLst>
                </a:gridCol>
                <a:gridCol w="755650">
                  <a:extLst>
                    <a:ext uri="{9D8B030D-6E8A-4147-A177-3AD203B41FA5}">
                      <a16:colId xmlns:a16="http://schemas.microsoft.com/office/drawing/2014/main" val="500127722"/>
                    </a:ext>
                  </a:extLst>
                </a:gridCol>
                <a:gridCol w="755650">
                  <a:extLst>
                    <a:ext uri="{9D8B030D-6E8A-4147-A177-3AD203B41FA5}">
                      <a16:colId xmlns:a16="http://schemas.microsoft.com/office/drawing/2014/main" val="2946259618"/>
                    </a:ext>
                  </a:extLst>
                </a:gridCol>
                <a:gridCol w="755650">
                  <a:extLst>
                    <a:ext uri="{9D8B030D-6E8A-4147-A177-3AD203B41FA5}">
                      <a16:colId xmlns:a16="http://schemas.microsoft.com/office/drawing/2014/main" val="171501986"/>
                    </a:ext>
                  </a:extLst>
                </a:gridCol>
                <a:gridCol w="755650">
                  <a:extLst>
                    <a:ext uri="{9D8B030D-6E8A-4147-A177-3AD203B41FA5}">
                      <a16:colId xmlns:a16="http://schemas.microsoft.com/office/drawing/2014/main" val="1667185265"/>
                    </a:ext>
                  </a:extLst>
                </a:gridCol>
                <a:gridCol w="755650">
                  <a:extLst>
                    <a:ext uri="{9D8B030D-6E8A-4147-A177-3AD203B41FA5}">
                      <a16:colId xmlns:a16="http://schemas.microsoft.com/office/drawing/2014/main" val="4258211808"/>
                    </a:ext>
                  </a:extLst>
                </a:gridCol>
                <a:gridCol w="755650">
                  <a:extLst>
                    <a:ext uri="{9D8B030D-6E8A-4147-A177-3AD203B41FA5}">
                      <a16:colId xmlns:a16="http://schemas.microsoft.com/office/drawing/2014/main" val="1794200575"/>
                    </a:ext>
                  </a:extLst>
                </a:gridCol>
                <a:gridCol w="755650">
                  <a:extLst>
                    <a:ext uri="{9D8B030D-6E8A-4147-A177-3AD203B41FA5}">
                      <a16:colId xmlns:a16="http://schemas.microsoft.com/office/drawing/2014/main" val="4230716487"/>
                    </a:ext>
                  </a:extLst>
                </a:gridCol>
                <a:gridCol w="755650">
                  <a:extLst>
                    <a:ext uri="{9D8B030D-6E8A-4147-A177-3AD203B41FA5}">
                      <a16:colId xmlns:a16="http://schemas.microsoft.com/office/drawing/2014/main" val="56153739"/>
                    </a:ext>
                  </a:extLst>
                </a:gridCol>
              </a:tblGrid>
              <a:tr h="370840">
                <a:tc>
                  <a:txBody>
                    <a:bodyPr/>
                    <a:lstStyle/>
                    <a:p>
                      <a:pPr algn="ctr"/>
                      <a:r>
                        <a:rPr lang="en-US" altLang="zh-CN" dirty="0">
                          <a:solidFill>
                            <a:schemeClr val="tx1"/>
                          </a:solidFill>
                          <a:latin typeface="Arial Black" panose="020B0A04020102020204" pitchFamily="34" charset="0"/>
                        </a:rPr>
                        <a:t>0</a:t>
                      </a:r>
                      <a:endParaRPr lang="zh-CN" altLang="en-US" dirty="0">
                        <a:solidFill>
                          <a:schemeClr val="tx1"/>
                        </a:solidFill>
                        <a:latin typeface="Arial Black" panose="020B0A04020102020204" pitchFamily="34" charset="0"/>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ctr"/>
                      <a:r>
                        <a:rPr lang="en-US" altLang="zh-CN" dirty="0">
                          <a:solidFill>
                            <a:schemeClr val="tx1"/>
                          </a:solidFill>
                          <a:latin typeface="Arial Black" panose="020B0A04020102020204" pitchFamily="34" charset="0"/>
                        </a:rPr>
                        <a:t>1</a:t>
                      </a:r>
                      <a:endParaRPr lang="zh-CN" altLang="en-US" dirty="0">
                        <a:solidFill>
                          <a:schemeClr val="tx1"/>
                        </a:solidFill>
                        <a:latin typeface="Arial Black" panose="020B0A04020102020204" pitchFamily="34" charset="0"/>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ctr"/>
                      <a:r>
                        <a:rPr lang="en-US" altLang="zh-CN" dirty="0">
                          <a:solidFill>
                            <a:schemeClr val="tx1"/>
                          </a:solidFill>
                          <a:latin typeface="Arial Black" panose="020B0A04020102020204" pitchFamily="34" charset="0"/>
                        </a:rPr>
                        <a:t>2</a:t>
                      </a:r>
                      <a:endParaRPr lang="zh-CN" altLang="en-US" dirty="0">
                        <a:solidFill>
                          <a:schemeClr val="tx1"/>
                        </a:solidFill>
                        <a:latin typeface="Arial Black" panose="020B0A04020102020204" pitchFamily="34" charset="0"/>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ctr"/>
                      <a:r>
                        <a:rPr lang="en-US" altLang="zh-CN" dirty="0">
                          <a:solidFill>
                            <a:schemeClr val="tx1"/>
                          </a:solidFill>
                          <a:latin typeface="Arial Black" panose="020B0A04020102020204" pitchFamily="34" charset="0"/>
                        </a:rPr>
                        <a:t>3</a:t>
                      </a:r>
                      <a:endParaRPr lang="zh-CN" altLang="en-US" dirty="0">
                        <a:solidFill>
                          <a:schemeClr val="tx1"/>
                        </a:solidFill>
                        <a:latin typeface="Arial Black" panose="020B0A04020102020204" pitchFamily="34" charset="0"/>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ctr"/>
                      <a:r>
                        <a:rPr lang="en-US" altLang="zh-CN" dirty="0">
                          <a:solidFill>
                            <a:schemeClr val="tx1"/>
                          </a:solidFill>
                          <a:latin typeface="Arial Black" panose="020B0A04020102020204" pitchFamily="34" charset="0"/>
                        </a:rPr>
                        <a:t>4</a:t>
                      </a:r>
                      <a:endParaRPr lang="zh-CN" altLang="en-US" dirty="0">
                        <a:solidFill>
                          <a:schemeClr val="tx1"/>
                        </a:solidFill>
                        <a:latin typeface="Arial Black" panose="020B0A04020102020204" pitchFamily="34" charset="0"/>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ctr"/>
                      <a:r>
                        <a:rPr lang="en-US" altLang="zh-CN" dirty="0">
                          <a:solidFill>
                            <a:schemeClr val="tx1"/>
                          </a:solidFill>
                          <a:latin typeface="Arial Black" panose="020B0A04020102020204" pitchFamily="34" charset="0"/>
                        </a:rPr>
                        <a:t>5</a:t>
                      </a:r>
                      <a:endParaRPr lang="zh-CN" altLang="en-US" dirty="0">
                        <a:solidFill>
                          <a:schemeClr val="tx1"/>
                        </a:solidFill>
                        <a:latin typeface="Arial Black" panose="020B0A04020102020204" pitchFamily="34" charset="0"/>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ctr"/>
                      <a:r>
                        <a:rPr lang="en-US" altLang="zh-CN" dirty="0">
                          <a:solidFill>
                            <a:schemeClr val="tx1"/>
                          </a:solidFill>
                          <a:latin typeface="Arial Black" panose="020B0A04020102020204" pitchFamily="34" charset="0"/>
                        </a:rPr>
                        <a:t>6</a:t>
                      </a:r>
                      <a:endParaRPr lang="zh-CN" altLang="en-US" dirty="0">
                        <a:solidFill>
                          <a:schemeClr val="tx1"/>
                        </a:solidFill>
                        <a:latin typeface="Arial Black" panose="020B0A04020102020204" pitchFamily="34" charset="0"/>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ctr"/>
                      <a:r>
                        <a:rPr lang="en-US" altLang="zh-CN" dirty="0">
                          <a:solidFill>
                            <a:schemeClr val="tx1"/>
                          </a:solidFill>
                          <a:latin typeface="Arial Black" panose="020B0A04020102020204" pitchFamily="34" charset="0"/>
                        </a:rPr>
                        <a:t>7</a:t>
                      </a:r>
                      <a:endParaRPr lang="zh-CN" altLang="en-US" dirty="0">
                        <a:solidFill>
                          <a:schemeClr val="tx1"/>
                        </a:solidFill>
                        <a:latin typeface="Arial Black" panose="020B0A04020102020204" pitchFamily="34" charset="0"/>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ctr"/>
                      <a:r>
                        <a:rPr lang="en-US" altLang="zh-CN" dirty="0">
                          <a:solidFill>
                            <a:schemeClr val="tx1"/>
                          </a:solidFill>
                          <a:latin typeface="Arial Black" panose="020B0A04020102020204" pitchFamily="34" charset="0"/>
                        </a:rPr>
                        <a:t>0</a:t>
                      </a:r>
                      <a:endParaRPr lang="zh-CN" altLang="en-US" dirty="0">
                        <a:solidFill>
                          <a:schemeClr val="tx1"/>
                        </a:solidFill>
                        <a:latin typeface="Arial Black" panose="020B0A04020102020204" pitchFamily="34" charset="0"/>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ctr"/>
                      <a:r>
                        <a:rPr lang="en-US" altLang="zh-CN" dirty="0">
                          <a:solidFill>
                            <a:schemeClr val="tx1"/>
                          </a:solidFill>
                          <a:latin typeface="Arial Black" panose="020B0A04020102020204" pitchFamily="34" charset="0"/>
                        </a:rPr>
                        <a:t>1</a:t>
                      </a:r>
                      <a:endParaRPr lang="zh-CN" altLang="en-US" dirty="0">
                        <a:solidFill>
                          <a:schemeClr val="tx1"/>
                        </a:solidFill>
                        <a:latin typeface="Arial Black" panose="020B0A04020102020204" pitchFamily="34" charset="0"/>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ctr"/>
                      <a:r>
                        <a:rPr lang="en-US" altLang="zh-CN" dirty="0">
                          <a:solidFill>
                            <a:schemeClr val="tx1"/>
                          </a:solidFill>
                          <a:latin typeface="Arial Black" panose="020B0A04020102020204" pitchFamily="34" charset="0"/>
                        </a:rPr>
                        <a:t>2</a:t>
                      </a:r>
                      <a:endParaRPr lang="zh-CN" altLang="en-US" dirty="0">
                        <a:solidFill>
                          <a:schemeClr val="tx1"/>
                        </a:solidFill>
                        <a:latin typeface="Arial Black" panose="020B0A04020102020204" pitchFamily="34" charset="0"/>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ctr"/>
                      <a:r>
                        <a:rPr lang="en-US" altLang="zh-CN" dirty="0">
                          <a:solidFill>
                            <a:schemeClr val="tx1"/>
                          </a:solidFill>
                          <a:latin typeface="Arial Black" panose="020B0A04020102020204" pitchFamily="34" charset="0"/>
                        </a:rPr>
                        <a:t>…</a:t>
                      </a:r>
                      <a:endParaRPr lang="zh-CN" altLang="en-US" dirty="0">
                        <a:solidFill>
                          <a:schemeClr val="tx1"/>
                        </a:solidFill>
                        <a:latin typeface="Arial Black" panose="020B0A04020102020204" pitchFamily="34" charset="0"/>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extLst>
                  <a:ext uri="{0D108BD9-81ED-4DB2-BD59-A6C34878D82A}">
                    <a16:rowId xmlns:a16="http://schemas.microsoft.com/office/drawing/2014/main" val="316235763"/>
                  </a:ext>
                </a:extLst>
              </a:tr>
            </a:tbl>
          </a:graphicData>
        </a:graphic>
      </p:graphicFrame>
      <mc:AlternateContent xmlns:mc="http://schemas.openxmlformats.org/markup-compatibility/2006" xmlns:a14="http://schemas.microsoft.com/office/drawing/2010/main">
        <mc:Choice Requires="a14">
          <p:sp>
            <p:nvSpPr>
              <p:cNvPr id="31" name="íşlïḍè">
                <a:extLst>
                  <a:ext uri="{FF2B5EF4-FFF2-40B4-BE49-F238E27FC236}">
                    <a16:creationId xmlns:a16="http://schemas.microsoft.com/office/drawing/2014/main" id="{534EE850-C207-4BCA-A31E-771A47DA9033}"/>
                  </a:ext>
                </a:extLst>
              </p:cNvPr>
              <p:cNvSpPr txBox="1"/>
              <p:nvPr/>
            </p:nvSpPr>
            <p:spPr>
              <a:xfrm>
                <a:off x="2993250" y="3257900"/>
                <a:ext cx="6218660" cy="311297"/>
              </a:xfrm>
              <a:prstGeom prst="rect">
                <a:avLst/>
              </a:prstGeom>
              <a:noFill/>
            </p:spPr>
            <p:txBody>
              <a:bodyPr wrap="square" lIns="91440" tIns="45720" rIns="91440" bIns="45720" anchor="ctr">
                <a:noAutofit/>
              </a:bodyPr>
              <a:lstStyle/>
              <a:p>
                <a:r>
                  <a:rPr lang="zh-CN" altLang="en-US" b="1" dirty="0">
                    <a:solidFill>
                      <a:schemeClr val="accent4"/>
                    </a:solidFill>
                  </a:rPr>
                  <a:t>接收窗口</a:t>
                </a:r>
                <a14:m>
                  <m:oMath xmlns:m="http://schemas.openxmlformats.org/officeDocument/2006/math">
                    <m:sSub>
                      <m:sSubPr>
                        <m:ctrlPr>
                          <a:rPr lang="en-US" altLang="zh-CN" b="1" i="1" smtClean="0">
                            <a:solidFill>
                              <a:schemeClr val="accent4"/>
                            </a:solidFill>
                            <a:latin typeface="Cambria Math" panose="02040503050406030204" pitchFamily="18" charset="0"/>
                          </a:rPr>
                        </m:ctrlPr>
                      </m:sSubPr>
                      <m:e>
                        <m:r>
                          <a:rPr lang="en-US" altLang="zh-CN" b="1" i="1" smtClean="0">
                            <a:solidFill>
                              <a:schemeClr val="accent4"/>
                            </a:solidFill>
                            <a:latin typeface="Cambria Math" panose="02040503050406030204" pitchFamily="18" charset="0"/>
                          </a:rPr>
                          <m:t>𝑾</m:t>
                        </m:r>
                      </m:e>
                      <m:sub>
                        <m:r>
                          <a:rPr lang="en-US" altLang="zh-CN" b="1" i="1" smtClean="0">
                            <a:solidFill>
                              <a:schemeClr val="accent4"/>
                            </a:solidFill>
                            <a:latin typeface="Cambria Math" panose="02040503050406030204" pitchFamily="18" charset="0"/>
                          </a:rPr>
                          <m:t>𝑹</m:t>
                        </m:r>
                      </m:sub>
                    </m:sSub>
                  </m:oMath>
                </a14:m>
                <a:r>
                  <a:rPr lang="zh-CN" altLang="en-US" b="1" dirty="0"/>
                  <a:t>取最大值</a:t>
                </a:r>
                <a14:m>
                  <m:oMath xmlns:m="http://schemas.openxmlformats.org/officeDocument/2006/math">
                    <m:sSup>
                      <m:sSupPr>
                        <m:ctrlPr>
                          <a:rPr lang="en-US" altLang="zh-CN" b="1" i="1" smtClean="0">
                            <a:latin typeface="Cambria Math" panose="02040503050406030204" pitchFamily="18" charset="0"/>
                          </a:rPr>
                        </m:ctrlPr>
                      </m:sSupPr>
                      <m:e>
                        <m:r>
                          <a:rPr lang="en-US" altLang="zh-CN" b="1" i="1" smtClean="0">
                            <a:latin typeface="Cambria Math" panose="02040503050406030204" pitchFamily="18" charset="0"/>
                          </a:rPr>
                          <m:t>𝟐</m:t>
                        </m:r>
                      </m:e>
                      <m:sup>
                        <m:r>
                          <a:rPr lang="en-US" altLang="zh-CN" b="1" i="1" smtClean="0">
                            <a:latin typeface="Cambria Math" panose="02040503050406030204" pitchFamily="18" charset="0"/>
                          </a:rPr>
                          <m:t>(</m:t>
                        </m:r>
                        <m:r>
                          <a:rPr lang="en-US" altLang="zh-CN" b="1" i="1" smtClean="0">
                            <a:latin typeface="Cambria Math" panose="02040503050406030204" pitchFamily="18" charset="0"/>
                          </a:rPr>
                          <m:t>𝟑</m:t>
                        </m:r>
                        <m:r>
                          <a:rPr lang="en-US" altLang="zh-CN" b="1" i="1" smtClean="0">
                            <a:latin typeface="Cambria Math" panose="02040503050406030204" pitchFamily="18" charset="0"/>
                          </a:rPr>
                          <m:t>−</m:t>
                        </m:r>
                        <m:r>
                          <a:rPr lang="en-US" altLang="zh-CN" b="1" i="1" smtClean="0">
                            <a:latin typeface="Cambria Math" panose="02040503050406030204" pitchFamily="18" charset="0"/>
                          </a:rPr>
                          <m:t>𝟏</m:t>
                        </m:r>
                        <m:r>
                          <a:rPr lang="en-US" altLang="zh-CN" b="1" i="1" smtClean="0">
                            <a:latin typeface="Cambria Math" panose="02040503050406030204" pitchFamily="18" charset="0"/>
                          </a:rPr>
                          <m:t>)</m:t>
                        </m:r>
                      </m:sup>
                    </m:sSup>
                  </m:oMath>
                </a14:m>
                <a:r>
                  <a:rPr lang="zh-CN" altLang="en-US" b="1" dirty="0"/>
                  <a:t>，即</a:t>
                </a:r>
                <a14:m>
                  <m:oMath xmlns:m="http://schemas.openxmlformats.org/officeDocument/2006/math">
                    <m:sSub>
                      <m:sSubPr>
                        <m:ctrlPr>
                          <a:rPr lang="en-US" altLang="zh-CN" b="1" i="1" smtClean="0">
                            <a:latin typeface="Cambria Math" panose="02040503050406030204" pitchFamily="18" charset="0"/>
                          </a:rPr>
                        </m:ctrlPr>
                      </m:sSubPr>
                      <m:e>
                        <m:r>
                          <a:rPr lang="en-US" altLang="zh-CN" b="1" i="1" smtClean="0">
                            <a:latin typeface="Cambria Math" panose="02040503050406030204" pitchFamily="18" charset="0"/>
                          </a:rPr>
                          <m:t>𝑾</m:t>
                        </m:r>
                      </m:e>
                      <m:sub>
                        <m:r>
                          <a:rPr lang="en-US" altLang="zh-CN" b="1" i="1" smtClean="0">
                            <a:latin typeface="Cambria Math" panose="02040503050406030204" pitchFamily="18" charset="0"/>
                          </a:rPr>
                          <m:t>𝑹</m:t>
                        </m:r>
                      </m:sub>
                    </m:sSub>
                    <m:r>
                      <a:rPr lang="en-US" altLang="zh-CN" b="1" i="1" smtClean="0">
                        <a:latin typeface="Cambria Math" panose="02040503050406030204" pitchFamily="18" charset="0"/>
                      </a:rPr>
                      <m:t>=</m:t>
                    </m:r>
                    <m:r>
                      <a:rPr lang="en-US" altLang="zh-CN" b="1" i="1" smtClean="0">
                        <a:latin typeface="Cambria Math" panose="02040503050406030204" pitchFamily="18" charset="0"/>
                      </a:rPr>
                      <m:t>𝟒</m:t>
                    </m:r>
                    <m:r>
                      <a:rPr lang="zh-CN" altLang="en-US" b="1" i="1">
                        <a:latin typeface="Cambria Math" panose="02040503050406030204" pitchFamily="18" charset="0"/>
                      </a:rPr>
                      <m:t>。</m:t>
                    </m:r>
                  </m:oMath>
                </a14:m>
                <a:endParaRPr lang="en-US" altLang="zh-CN" b="1" dirty="0"/>
              </a:p>
            </p:txBody>
          </p:sp>
        </mc:Choice>
        <mc:Fallback xmlns="">
          <p:sp>
            <p:nvSpPr>
              <p:cNvPr id="31" name="íşlïḍè">
                <a:extLst>
                  <a:ext uri="{FF2B5EF4-FFF2-40B4-BE49-F238E27FC236}">
                    <a16:creationId xmlns:a16="http://schemas.microsoft.com/office/drawing/2014/main" id="{534EE850-C207-4BCA-A31E-771A47DA9033}"/>
                  </a:ext>
                </a:extLst>
              </p:cNvPr>
              <p:cNvSpPr txBox="1">
                <a:spLocks noRot="1" noChangeAspect="1" noMove="1" noResize="1" noEditPoints="1" noAdjustHandles="1" noChangeArrowheads="1" noChangeShapeType="1" noTextEdit="1"/>
              </p:cNvSpPr>
              <p:nvPr/>
            </p:nvSpPr>
            <p:spPr>
              <a:xfrm>
                <a:off x="2993250" y="3257900"/>
                <a:ext cx="6218660" cy="311297"/>
              </a:xfrm>
              <a:prstGeom prst="rect">
                <a:avLst/>
              </a:prstGeom>
              <a:blipFill>
                <a:blip r:embed="rId10"/>
                <a:stretch>
                  <a:fillRect l="-784" t="-15686" b="-43137"/>
                </a:stretch>
              </a:blipFill>
            </p:spPr>
            <p:txBody>
              <a:bodyPr/>
              <a:lstStyle/>
              <a:p>
                <a:r>
                  <a:rPr lang="zh-CN" altLang="en-US">
                    <a:noFill/>
                  </a:rPr>
                  <a:t> </a:t>
                </a:r>
              </a:p>
            </p:txBody>
          </p:sp>
        </mc:Fallback>
      </mc:AlternateContent>
      <mc:AlternateContent xmlns:mc="http://schemas.openxmlformats.org/markup-compatibility/2006" xmlns:a14="http://schemas.microsoft.com/office/drawing/2010/main">
        <mc:Choice Requires="a14">
          <p:sp>
            <p:nvSpPr>
              <p:cNvPr id="32" name="íşlïḍè">
                <a:extLst>
                  <a:ext uri="{FF2B5EF4-FFF2-40B4-BE49-F238E27FC236}">
                    <a16:creationId xmlns:a16="http://schemas.microsoft.com/office/drawing/2014/main" id="{FBFA56FC-F0C2-4492-AE42-88A025F625E8}"/>
                  </a:ext>
                </a:extLst>
              </p:cNvPr>
              <p:cNvSpPr txBox="1"/>
              <p:nvPr/>
            </p:nvSpPr>
            <p:spPr>
              <a:xfrm>
                <a:off x="2993250" y="3716673"/>
                <a:ext cx="5611318" cy="311297"/>
              </a:xfrm>
              <a:prstGeom prst="rect">
                <a:avLst/>
              </a:prstGeom>
              <a:noFill/>
            </p:spPr>
            <p:txBody>
              <a:bodyPr wrap="square" lIns="91440" tIns="45720" rIns="91440" bIns="45720" anchor="ctr">
                <a:noAutofit/>
              </a:bodyPr>
              <a:lstStyle/>
              <a:p>
                <a:r>
                  <a:rPr lang="zh-CN" altLang="en-US" b="1" dirty="0">
                    <a:solidFill>
                      <a:schemeClr val="accent3"/>
                    </a:solidFill>
                  </a:rPr>
                  <a:t>发送窗口</a:t>
                </a:r>
                <a14:m>
                  <m:oMath xmlns:m="http://schemas.openxmlformats.org/officeDocument/2006/math">
                    <m:sSub>
                      <m:sSubPr>
                        <m:ctrlPr>
                          <a:rPr lang="en-US" altLang="zh-CN" b="1" i="1" smtClean="0">
                            <a:solidFill>
                              <a:schemeClr val="accent3"/>
                            </a:solidFill>
                            <a:latin typeface="Cambria Math" panose="02040503050406030204" pitchFamily="18" charset="0"/>
                          </a:rPr>
                        </m:ctrlPr>
                      </m:sSubPr>
                      <m:e>
                        <m:r>
                          <a:rPr lang="en-US" altLang="zh-CN" b="1" i="1" smtClean="0">
                            <a:solidFill>
                              <a:schemeClr val="accent3"/>
                            </a:solidFill>
                            <a:latin typeface="Cambria Math" panose="02040503050406030204" pitchFamily="18" charset="0"/>
                          </a:rPr>
                          <m:t>𝑾</m:t>
                        </m:r>
                      </m:e>
                      <m:sub>
                        <m:r>
                          <a:rPr lang="en-US" altLang="zh-CN" b="1" i="1" smtClean="0">
                            <a:solidFill>
                              <a:schemeClr val="accent3"/>
                            </a:solidFill>
                            <a:latin typeface="Cambria Math" panose="02040503050406030204" pitchFamily="18" charset="0"/>
                          </a:rPr>
                          <m:t>𝑻</m:t>
                        </m:r>
                      </m:sub>
                    </m:sSub>
                  </m:oMath>
                </a14:m>
                <a:r>
                  <a:rPr lang="zh-CN" altLang="en-US" b="1" dirty="0"/>
                  <a:t>能取到的最大值也为</a:t>
                </a:r>
                <a14:m>
                  <m:oMath xmlns:m="http://schemas.openxmlformats.org/officeDocument/2006/math">
                    <m:sSup>
                      <m:sSupPr>
                        <m:ctrlPr>
                          <a:rPr lang="en-US" altLang="zh-CN" b="1" i="1" smtClean="0">
                            <a:latin typeface="Cambria Math" panose="02040503050406030204" pitchFamily="18" charset="0"/>
                          </a:rPr>
                        </m:ctrlPr>
                      </m:sSupPr>
                      <m:e>
                        <m:r>
                          <a:rPr lang="en-US" altLang="zh-CN" b="1" i="1" smtClean="0">
                            <a:latin typeface="Cambria Math" panose="02040503050406030204" pitchFamily="18" charset="0"/>
                          </a:rPr>
                          <m:t>𝟐</m:t>
                        </m:r>
                      </m:e>
                      <m:sup>
                        <m:r>
                          <a:rPr lang="en-US" altLang="zh-CN" b="1" i="1" smtClean="0">
                            <a:latin typeface="Cambria Math" panose="02040503050406030204" pitchFamily="18" charset="0"/>
                          </a:rPr>
                          <m:t>(</m:t>
                        </m:r>
                        <m:r>
                          <a:rPr lang="en-US" altLang="zh-CN" b="1" i="1" smtClean="0">
                            <a:latin typeface="Cambria Math" panose="02040503050406030204" pitchFamily="18" charset="0"/>
                          </a:rPr>
                          <m:t>𝟑</m:t>
                        </m:r>
                        <m:r>
                          <a:rPr lang="en-US" altLang="zh-CN" b="1" i="1" smtClean="0">
                            <a:latin typeface="Cambria Math" panose="02040503050406030204" pitchFamily="18" charset="0"/>
                          </a:rPr>
                          <m:t>−</m:t>
                        </m:r>
                        <m:r>
                          <a:rPr lang="en-US" altLang="zh-CN" b="1" i="1" smtClean="0">
                            <a:latin typeface="Cambria Math" panose="02040503050406030204" pitchFamily="18" charset="0"/>
                          </a:rPr>
                          <m:t>𝟏</m:t>
                        </m:r>
                        <m:r>
                          <a:rPr lang="en-US" altLang="zh-CN" b="1" i="1" smtClean="0">
                            <a:latin typeface="Cambria Math" panose="02040503050406030204" pitchFamily="18" charset="0"/>
                          </a:rPr>
                          <m:t>)</m:t>
                        </m:r>
                      </m:sup>
                    </m:sSup>
                  </m:oMath>
                </a14:m>
                <a:r>
                  <a:rPr lang="zh-CN" altLang="en-US" b="1" dirty="0"/>
                  <a:t>，即</a:t>
                </a:r>
                <a14:m>
                  <m:oMath xmlns:m="http://schemas.openxmlformats.org/officeDocument/2006/math">
                    <m:sSub>
                      <m:sSubPr>
                        <m:ctrlPr>
                          <a:rPr lang="en-US" altLang="zh-CN" b="1" i="1" smtClean="0">
                            <a:latin typeface="Cambria Math" panose="02040503050406030204" pitchFamily="18" charset="0"/>
                          </a:rPr>
                        </m:ctrlPr>
                      </m:sSubPr>
                      <m:e>
                        <m:r>
                          <a:rPr lang="en-US" altLang="zh-CN" b="1" i="1" smtClean="0">
                            <a:latin typeface="Cambria Math" panose="02040503050406030204" pitchFamily="18" charset="0"/>
                          </a:rPr>
                          <m:t>𝑾</m:t>
                        </m:r>
                      </m:e>
                      <m:sub>
                        <m:r>
                          <a:rPr lang="en-US" altLang="zh-CN" b="1" i="1" smtClean="0">
                            <a:latin typeface="Cambria Math" panose="02040503050406030204" pitchFamily="18" charset="0"/>
                          </a:rPr>
                          <m:t>𝑻</m:t>
                        </m:r>
                      </m:sub>
                    </m:sSub>
                    <m:r>
                      <a:rPr lang="en-US" altLang="zh-CN" b="1" i="1" smtClean="0">
                        <a:latin typeface="Cambria Math" panose="02040503050406030204" pitchFamily="18" charset="0"/>
                      </a:rPr>
                      <m:t>=</m:t>
                    </m:r>
                    <m:r>
                      <a:rPr lang="en-US" altLang="zh-CN" b="1" i="1" smtClean="0">
                        <a:latin typeface="Cambria Math" panose="02040503050406030204" pitchFamily="18" charset="0"/>
                      </a:rPr>
                      <m:t>𝟒</m:t>
                    </m:r>
                    <m:r>
                      <a:rPr lang="zh-CN" altLang="en-US" b="1" i="1">
                        <a:latin typeface="Cambria Math" panose="02040503050406030204" pitchFamily="18" charset="0"/>
                      </a:rPr>
                      <m:t>。</m:t>
                    </m:r>
                  </m:oMath>
                </a14:m>
                <a:endParaRPr lang="en-US" altLang="zh-CN" b="1" dirty="0"/>
              </a:p>
            </p:txBody>
          </p:sp>
        </mc:Choice>
        <mc:Fallback xmlns="">
          <p:sp>
            <p:nvSpPr>
              <p:cNvPr id="32" name="íşlïḍè">
                <a:extLst>
                  <a:ext uri="{FF2B5EF4-FFF2-40B4-BE49-F238E27FC236}">
                    <a16:creationId xmlns:a16="http://schemas.microsoft.com/office/drawing/2014/main" id="{FBFA56FC-F0C2-4492-AE42-88A025F625E8}"/>
                  </a:ext>
                </a:extLst>
              </p:cNvPr>
              <p:cNvSpPr txBox="1">
                <a:spLocks noRot="1" noChangeAspect="1" noMove="1" noResize="1" noEditPoints="1" noAdjustHandles="1" noChangeArrowheads="1" noChangeShapeType="1" noTextEdit="1"/>
              </p:cNvSpPr>
              <p:nvPr/>
            </p:nvSpPr>
            <p:spPr>
              <a:xfrm>
                <a:off x="2993250" y="3716673"/>
                <a:ext cx="5611318" cy="311297"/>
              </a:xfrm>
              <a:prstGeom prst="rect">
                <a:avLst/>
              </a:prstGeom>
              <a:blipFill>
                <a:blip r:embed="rId11"/>
                <a:stretch>
                  <a:fillRect l="-869" t="-17647" b="-41176"/>
                </a:stretch>
              </a:blipFill>
            </p:spPr>
            <p:txBody>
              <a:bodyPr/>
              <a:lstStyle/>
              <a:p>
                <a:r>
                  <a:rPr lang="zh-CN" altLang="en-US">
                    <a:noFill/>
                  </a:rPr>
                  <a:t> </a:t>
                </a:r>
              </a:p>
            </p:txBody>
          </p:sp>
        </mc:Fallback>
      </mc:AlternateContent>
      <mc:AlternateContent xmlns:mc="http://schemas.openxmlformats.org/markup-compatibility/2006" xmlns:a14="http://schemas.microsoft.com/office/drawing/2010/main">
        <mc:Choice Requires="a14">
          <p:sp>
            <p:nvSpPr>
              <p:cNvPr id="6" name="矩形 5">
                <a:extLst>
                  <a:ext uri="{FF2B5EF4-FFF2-40B4-BE49-F238E27FC236}">
                    <a16:creationId xmlns:a16="http://schemas.microsoft.com/office/drawing/2014/main" id="{89C4AD21-2060-4D4D-A51F-2CD8C0D2D1D8}"/>
                  </a:ext>
                </a:extLst>
              </p:cNvPr>
              <p:cNvSpPr/>
              <p:nvPr/>
            </p:nvSpPr>
            <p:spPr>
              <a:xfrm>
                <a:off x="3098435" y="4230412"/>
                <a:ext cx="7584914" cy="369332"/>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zh-CN" altLang="en-US" b="1" dirty="0"/>
                  <a:t>故意取</a:t>
                </a:r>
                <a14:m>
                  <m:oMath xmlns:m="http://schemas.openxmlformats.org/officeDocument/2006/math">
                    <m:sSub>
                      <m:sSubPr>
                        <m:ctrlPr>
                          <a:rPr lang="en-US" altLang="zh-CN" b="1" i="1" smtClean="0">
                            <a:latin typeface="Cambria Math" panose="02040503050406030204" pitchFamily="18" charset="0"/>
                          </a:rPr>
                        </m:ctrlPr>
                      </m:sSubPr>
                      <m:e>
                        <m:r>
                          <a:rPr lang="en-US" altLang="zh-CN" b="1" i="1" smtClean="0">
                            <a:latin typeface="Cambria Math" panose="02040503050406030204" pitchFamily="18" charset="0"/>
                          </a:rPr>
                          <m:t>𝑾</m:t>
                        </m:r>
                      </m:e>
                      <m:sub>
                        <m:r>
                          <a:rPr lang="en-US" altLang="zh-CN" b="1" i="1" smtClean="0">
                            <a:latin typeface="Cambria Math" panose="02040503050406030204" pitchFamily="18" charset="0"/>
                          </a:rPr>
                          <m:t>𝑻</m:t>
                        </m:r>
                      </m:sub>
                    </m:sSub>
                    <m:r>
                      <a:rPr lang="en-US" altLang="zh-CN" b="1" i="1" smtClean="0">
                        <a:latin typeface="Cambria Math" panose="02040503050406030204" pitchFamily="18" charset="0"/>
                      </a:rPr>
                      <m:t>=</m:t>
                    </m:r>
                    <m:r>
                      <a:rPr lang="en-US" altLang="zh-CN" b="1" i="1" smtClean="0">
                        <a:latin typeface="Cambria Math" panose="02040503050406030204" pitchFamily="18" charset="0"/>
                      </a:rPr>
                      <m:t>𝟓</m:t>
                    </m:r>
                    <m:r>
                      <a:rPr lang="zh-CN" altLang="en-US" b="1" i="1">
                        <a:latin typeface="Cambria Math" panose="02040503050406030204" pitchFamily="18" charset="0"/>
                      </a:rPr>
                      <m:t>，</m:t>
                    </m:r>
                  </m:oMath>
                </a14:m>
                <a:r>
                  <a:rPr lang="zh-CN" altLang="en-US" b="1" dirty="0"/>
                  <a:t>使得</a:t>
                </a:r>
                <a14:m>
                  <m:oMath xmlns:m="http://schemas.openxmlformats.org/officeDocument/2006/math">
                    <m:sSub>
                      <m:sSubPr>
                        <m:ctrlPr>
                          <a:rPr lang="en-US" altLang="zh-CN" b="1" i="1">
                            <a:latin typeface="Cambria Math" panose="02040503050406030204" pitchFamily="18" charset="0"/>
                          </a:rPr>
                        </m:ctrlPr>
                      </m:sSubPr>
                      <m:e>
                        <m:r>
                          <a:rPr lang="en-US" altLang="zh-CN" b="1" i="1">
                            <a:latin typeface="Cambria Math" panose="02040503050406030204" pitchFamily="18" charset="0"/>
                          </a:rPr>
                          <m:t>𝑾</m:t>
                        </m:r>
                      </m:e>
                      <m:sub>
                        <m:r>
                          <a:rPr lang="en-US" altLang="zh-CN" b="1" i="1">
                            <a:latin typeface="Cambria Math" panose="02040503050406030204" pitchFamily="18" charset="0"/>
                          </a:rPr>
                          <m:t>𝑻</m:t>
                        </m:r>
                      </m:sub>
                    </m:sSub>
                    <m:r>
                      <a:rPr lang="en-US" altLang="zh-CN" b="1" i="1">
                        <a:latin typeface="Cambria Math" panose="02040503050406030204" pitchFamily="18" charset="0"/>
                      </a:rPr>
                      <m:t>+</m:t>
                    </m:r>
                    <m:sSub>
                      <m:sSubPr>
                        <m:ctrlPr>
                          <a:rPr lang="en-US" altLang="zh-CN" b="1" i="1">
                            <a:latin typeface="Cambria Math" panose="02040503050406030204" pitchFamily="18" charset="0"/>
                          </a:rPr>
                        </m:ctrlPr>
                      </m:sSubPr>
                      <m:e>
                        <m:r>
                          <a:rPr lang="en-US" altLang="zh-CN" b="1" i="1">
                            <a:latin typeface="Cambria Math" panose="02040503050406030204" pitchFamily="18" charset="0"/>
                          </a:rPr>
                          <m:t>𝑾</m:t>
                        </m:r>
                      </m:e>
                      <m:sub>
                        <m:r>
                          <a:rPr lang="en-US" altLang="zh-CN" b="1" i="1">
                            <a:latin typeface="Cambria Math" panose="02040503050406030204" pitchFamily="18" charset="0"/>
                          </a:rPr>
                          <m:t>𝑹</m:t>
                        </m:r>
                      </m:sub>
                    </m:sSub>
                    <m:r>
                      <a:rPr lang="en-US" altLang="zh-CN" b="1" i="1" dirty="0" smtClean="0">
                        <a:latin typeface="Cambria Math" panose="02040503050406030204" pitchFamily="18" charset="0"/>
                        <a:ea typeface="Cambria Math" panose="02040503050406030204" pitchFamily="18" charset="0"/>
                      </a:rPr>
                      <m:t>≥</m:t>
                    </m:r>
                    <m:sSup>
                      <m:sSupPr>
                        <m:ctrlPr>
                          <a:rPr lang="en-US" altLang="zh-CN" b="1" i="1" dirty="0">
                            <a:latin typeface="Cambria Math" panose="02040503050406030204" pitchFamily="18" charset="0"/>
                            <a:ea typeface="Cambria Math" panose="02040503050406030204" pitchFamily="18" charset="0"/>
                          </a:rPr>
                        </m:ctrlPr>
                      </m:sSupPr>
                      <m:e>
                        <m:r>
                          <a:rPr lang="en-US" altLang="zh-CN" b="1" i="1" dirty="0">
                            <a:latin typeface="Cambria Math" panose="02040503050406030204" pitchFamily="18" charset="0"/>
                            <a:ea typeface="Cambria Math" panose="02040503050406030204" pitchFamily="18" charset="0"/>
                          </a:rPr>
                          <m:t>𝟐</m:t>
                        </m:r>
                      </m:e>
                      <m:sup>
                        <m:r>
                          <a:rPr lang="en-US" altLang="zh-CN" b="1" i="1" dirty="0" smtClean="0">
                            <a:latin typeface="Cambria Math" panose="02040503050406030204" pitchFamily="18" charset="0"/>
                            <a:ea typeface="Cambria Math" panose="02040503050406030204" pitchFamily="18" charset="0"/>
                          </a:rPr>
                          <m:t>𝟑</m:t>
                        </m:r>
                      </m:sup>
                    </m:sSup>
                  </m:oMath>
                </a14:m>
                <a:r>
                  <a:rPr lang="zh-CN" altLang="en-US" b="1" dirty="0"/>
                  <a:t>，接收方将无法分辨新旧数据分组</a:t>
                </a:r>
                <a:endParaRPr lang="en-US" altLang="zh-CN" b="1" dirty="0"/>
              </a:p>
            </p:txBody>
          </p:sp>
        </mc:Choice>
        <mc:Fallback xmlns="">
          <p:sp>
            <p:nvSpPr>
              <p:cNvPr id="6" name="矩形 5">
                <a:extLst>
                  <a:ext uri="{FF2B5EF4-FFF2-40B4-BE49-F238E27FC236}">
                    <a16:creationId xmlns:a16="http://schemas.microsoft.com/office/drawing/2014/main" id="{89C4AD21-2060-4D4D-A51F-2CD8C0D2D1D8}"/>
                  </a:ext>
                </a:extLst>
              </p:cNvPr>
              <p:cNvSpPr>
                <a:spLocks noRot="1" noChangeAspect="1" noMove="1" noResize="1" noEditPoints="1" noAdjustHandles="1" noChangeArrowheads="1" noChangeShapeType="1" noTextEdit="1"/>
              </p:cNvSpPr>
              <p:nvPr/>
            </p:nvSpPr>
            <p:spPr>
              <a:xfrm>
                <a:off x="3098435" y="4230412"/>
                <a:ext cx="7584914" cy="369332"/>
              </a:xfrm>
              <a:prstGeom prst="rect">
                <a:avLst/>
              </a:prstGeom>
              <a:blipFill>
                <a:blip r:embed="rId12"/>
                <a:stretch>
                  <a:fillRect t="-6349" b="-23810"/>
                </a:stretch>
              </a:blipFill>
            </p:spPr>
            <p:txBody>
              <a:bodyPr/>
              <a:lstStyle/>
              <a:p>
                <a:r>
                  <a:rPr lang="zh-CN" altLang="en-US">
                    <a:noFill/>
                  </a:rPr>
                  <a:t> </a:t>
                </a:r>
              </a:p>
            </p:txBody>
          </p:sp>
        </mc:Fallback>
      </mc:AlternateContent>
      <p:sp>
        <p:nvSpPr>
          <p:cNvPr id="50" name="矩形 49">
            <a:extLst>
              <a:ext uri="{FF2B5EF4-FFF2-40B4-BE49-F238E27FC236}">
                <a16:creationId xmlns:a16="http://schemas.microsoft.com/office/drawing/2014/main" id="{21653D19-BC93-4DC3-81B3-E7F2B2072EBB}"/>
              </a:ext>
            </a:extLst>
          </p:cNvPr>
          <p:cNvSpPr/>
          <p:nvPr/>
        </p:nvSpPr>
        <p:spPr>
          <a:xfrm>
            <a:off x="2300222" y="5537182"/>
            <a:ext cx="3780000" cy="390966"/>
          </a:xfrm>
          <a:prstGeom prst="rect">
            <a:avLst/>
          </a:prstGeom>
          <a:solidFill>
            <a:schemeClr val="accent3">
              <a:alpha val="74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55" name="矩形 54">
            <a:extLst>
              <a:ext uri="{FF2B5EF4-FFF2-40B4-BE49-F238E27FC236}">
                <a16:creationId xmlns:a16="http://schemas.microsoft.com/office/drawing/2014/main" id="{D8B76C93-45FF-43DC-9E99-7255DE4A51F5}"/>
              </a:ext>
            </a:extLst>
          </p:cNvPr>
          <p:cNvSpPr/>
          <p:nvPr/>
        </p:nvSpPr>
        <p:spPr>
          <a:xfrm>
            <a:off x="2302928" y="1838438"/>
            <a:ext cx="3780000" cy="369332"/>
          </a:xfrm>
          <a:prstGeom prst="rect">
            <a:avLst/>
          </a:prstGeom>
          <a:solidFill>
            <a:schemeClr val="accent4">
              <a:alpha val="74000"/>
            </a:schemeClr>
          </a:solidFill>
          <a:ln>
            <a:solidFill>
              <a:schemeClr val="accent4"/>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grpSp>
        <p:nvGrpSpPr>
          <p:cNvPr id="56" name="组合 55">
            <a:extLst>
              <a:ext uri="{FF2B5EF4-FFF2-40B4-BE49-F238E27FC236}">
                <a16:creationId xmlns:a16="http://schemas.microsoft.com/office/drawing/2014/main" id="{944ED48C-CE2D-44FA-A120-8C444CD74044}"/>
              </a:ext>
            </a:extLst>
          </p:cNvPr>
          <p:cNvGrpSpPr/>
          <p:nvPr/>
        </p:nvGrpSpPr>
        <p:grpSpPr>
          <a:xfrm>
            <a:off x="463979" y="2778227"/>
            <a:ext cx="708432" cy="1325976"/>
            <a:chOff x="1251044" y="4058101"/>
            <a:chExt cx="708432" cy="1325976"/>
          </a:xfrm>
          <a:solidFill>
            <a:schemeClr val="accent4"/>
          </a:solidFill>
        </p:grpSpPr>
        <p:sp>
          <p:nvSpPr>
            <p:cNvPr id="57" name="矩形 56">
              <a:extLst>
                <a:ext uri="{FF2B5EF4-FFF2-40B4-BE49-F238E27FC236}">
                  <a16:creationId xmlns:a16="http://schemas.microsoft.com/office/drawing/2014/main" id="{9E58F32F-4B7E-49CD-A549-3FACD6AF3FCC}"/>
                </a:ext>
              </a:extLst>
            </p:cNvPr>
            <p:cNvSpPr/>
            <p:nvPr/>
          </p:nvSpPr>
          <p:spPr>
            <a:xfrm>
              <a:off x="1251044" y="4862501"/>
              <a:ext cx="708432" cy="270283"/>
            </a:xfrm>
            <a:prstGeom prst="rect">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46800" rIns="46800" rtlCol="0" anchor="ctr"/>
            <a:lstStyle/>
            <a:p>
              <a:pPr algn="ctr"/>
              <a:r>
                <a:rPr lang="en-US" altLang="zh-CN" b="1" dirty="0"/>
                <a:t>ACK1</a:t>
              </a:r>
              <a:endParaRPr lang="zh-CN" altLang="en-US" b="1" dirty="0"/>
            </a:p>
          </p:txBody>
        </p:sp>
        <p:sp>
          <p:nvSpPr>
            <p:cNvPr id="58" name="矩形 57">
              <a:extLst>
                <a:ext uri="{FF2B5EF4-FFF2-40B4-BE49-F238E27FC236}">
                  <a16:creationId xmlns:a16="http://schemas.microsoft.com/office/drawing/2014/main" id="{C6D8C967-D99D-4C0E-AFC8-7B78AA45EA15}"/>
                </a:ext>
              </a:extLst>
            </p:cNvPr>
            <p:cNvSpPr/>
            <p:nvPr/>
          </p:nvSpPr>
          <p:spPr>
            <a:xfrm>
              <a:off x="1251044" y="4590628"/>
              <a:ext cx="708432" cy="270283"/>
            </a:xfrm>
            <a:prstGeom prst="rect">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46800" rIns="46800" rtlCol="0" anchor="ctr"/>
            <a:lstStyle/>
            <a:p>
              <a:pPr algn="ctr"/>
              <a:r>
                <a:rPr lang="en-US" altLang="zh-CN" b="1" dirty="0"/>
                <a:t>ACK2</a:t>
              </a:r>
              <a:endParaRPr lang="zh-CN" altLang="en-US" b="1" dirty="0"/>
            </a:p>
          </p:txBody>
        </p:sp>
        <p:sp>
          <p:nvSpPr>
            <p:cNvPr id="59" name="矩形 58">
              <a:extLst>
                <a:ext uri="{FF2B5EF4-FFF2-40B4-BE49-F238E27FC236}">
                  <a16:creationId xmlns:a16="http://schemas.microsoft.com/office/drawing/2014/main" id="{7B76C04E-C4AE-44DC-9B98-FB72DDED5DC3}"/>
                </a:ext>
              </a:extLst>
            </p:cNvPr>
            <p:cNvSpPr/>
            <p:nvPr/>
          </p:nvSpPr>
          <p:spPr>
            <a:xfrm>
              <a:off x="1251044" y="4320345"/>
              <a:ext cx="708432" cy="270283"/>
            </a:xfrm>
            <a:prstGeom prst="rect">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46800" rIns="46800" rtlCol="0" anchor="ctr"/>
            <a:lstStyle/>
            <a:p>
              <a:pPr algn="ctr"/>
              <a:r>
                <a:rPr lang="en-US" altLang="zh-CN" b="1" dirty="0"/>
                <a:t>ACK3</a:t>
              </a:r>
              <a:endParaRPr lang="zh-CN" altLang="en-US" b="1" dirty="0"/>
            </a:p>
          </p:txBody>
        </p:sp>
        <p:sp>
          <p:nvSpPr>
            <p:cNvPr id="60" name="矩形 59">
              <a:extLst>
                <a:ext uri="{FF2B5EF4-FFF2-40B4-BE49-F238E27FC236}">
                  <a16:creationId xmlns:a16="http://schemas.microsoft.com/office/drawing/2014/main" id="{09B19D7C-AE53-4F71-AECD-A9EC9864C4A3}"/>
                </a:ext>
              </a:extLst>
            </p:cNvPr>
            <p:cNvSpPr/>
            <p:nvPr/>
          </p:nvSpPr>
          <p:spPr>
            <a:xfrm>
              <a:off x="1251044" y="4058101"/>
              <a:ext cx="708432" cy="270283"/>
            </a:xfrm>
            <a:prstGeom prst="rect">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46800" rIns="46800" rtlCol="0" anchor="ctr"/>
            <a:lstStyle/>
            <a:p>
              <a:pPr algn="ctr"/>
              <a:r>
                <a:rPr lang="en-US" altLang="zh-CN" b="1" dirty="0"/>
                <a:t>ACK4</a:t>
              </a:r>
              <a:endParaRPr lang="zh-CN" altLang="en-US" b="1" dirty="0"/>
            </a:p>
          </p:txBody>
        </p:sp>
        <p:sp>
          <p:nvSpPr>
            <p:cNvPr id="61" name="矩形 60">
              <a:extLst>
                <a:ext uri="{FF2B5EF4-FFF2-40B4-BE49-F238E27FC236}">
                  <a16:creationId xmlns:a16="http://schemas.microsoft.com/office/drawing/2014/main" id="{2386C665-6B52-42F5-B9FB-619CD5D4E788}"/>
                </a:ext>
              </a:extLst>
            </p:cNvPr>
            <p:cNvSpPr/>
            <p:nvPr/>
          </p:nvSpPr>
          <p:spPr>
            <a:xfrm>
              <a:off x="1251044" y="5113794"/>
              <a:ext cx="708432" cy="270283"/>
            </a:xfrm>
            <a:prstGeom prst="rect">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46800" rIns="46800" rtlCol="0" anchor="ctr"/>
            <a:lstStyle/>
            <a:p>
              <a:pPr algn="ctr"/>
              <a:r>
                <a:rPr lang="en-US" altLang="zh-CN" b="1" dirty="0"/>
                <a:t>ACK0</a:t>
              </a:r>
              <a:endParaRPr lang="zh-CN" altLang="en-US" b="1" dirty="0"/>
            </a:p>
          </p:txBody>
        </p:sp>
      </p:grpSp>
      <p:sp>
        <p:nvSpPr>
          <p:cNvPr id="35" name="平行四边形 34">
            <a:extLst>
              <a:ext uri="{FF2B5EF4-FFF2-40B4-BE49-F238E27FC236}">
                <a16:creationId xmlns:a16="http://schemas.microsoft.com/office/drawing/2014/main" id="{20205589-50E0-FADE-1A0F-1D1746D5CC92}"/>
              </a:ext>
            </a:extLst>
          </p:cNvPr>
          <p:cNvSpPr/>
          <p:nvPr/>
        </p:nvSpPr>
        <p:spPr>
          <a:xfrm>
            <a:off x="304800" y="749300"/>
            <a:ext cx="675384" cy="387090"/>
          </a:xfrm>
          <a:prstGeom prst="parallelogram">
            <a:avLst/>
          </a:prstGeom>
          <a:solidFill>
            <a:schemeClr val="accent3">
              <a:lumMod val="75000"/>
            </a:schemeClr>
          </a:solidFill>
          <a:ln>
            <a:solidFill>
              <a:schemeClr val="accent3">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CN" sz="2200" dirty="0">
                <a:latin typeface="Impact" panose="020B0806030902050204" pitchFamily="34" charset="0"/>
              </a:rPr>
              <a:t>05</a:t>
            </a:r>
            <a:endParaRPr lang="zh-CN" altLang="en-US" sz="2200" dirty="0">
              <a:latin typeface="Impact" panose="020B0806030902050204" pitchFamily="34" charset="0"/>
            </a:endParaRPr>
          </a:p>
        </p:txBody>
      </p:sp>
    </p:spTree>
    <p:custDataLst>
      <p:tags r:id="rId1"/>
    </p:custDataLst>
    <p:extLst>
      <p:ext uri="{BB962C8B-B14F-4D97-AF65-F5344CB8AC3E}">
        <p14:creationId xmlns:p14="http://schemas.microsoft.com/office/powerpoint/2010/main" val="1962042579"/>
      </p:ext>
    </p:extLst>
  </p:cSld>
  <p:clrMapOvr>
    <a:masterClrMapping/>
  </p:clrMapOvr>
  <mc:AlternateContent xmlns:mc="http://schemas.openxmlformats.org/markup-compatibility/2006" xmlns:p159="http://schemas.microsoft.com/office/powerpoint/2015/09/main">
    <mc:Choice Requires="p159">
      <p:transition spd="slow">
        <p159:morph option="byObject"/>
      </p:transition>
    </mc:Choice>
    <mc:Fallback xmlns="">
      <p:transition spd="slow">
        <p:fade/>
      </p:transition>
    </mc:Fallback>
  </mc:AlternateContent>
</p:sld>
</file>

<file path=ppt/slides/slide21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62" name="组合 61">
            <a:extLst>
              <a:ext uri="{FF2B5EF4-FFF2-40B4-BE49-F238E27FC236}">
                <a16:creationId xmlns:a16="http://schemas.microsoft.com/office/drawing/2014/main" id="{F19B41B5-1CAF-4317-BFE9-0EB9D4F3122A}"/>
              </a:ext>
            </a:extLst>
          </p:cNvPr>
          <p:cNvGrpSpPr/>
          <p:nvPr/>
        </p:nvGrpSpPr>
        <p:grpSpPr>
          <a:xfrm>
            <a:off x="6076266" y="1368773"/>
            <a:ext cx="3025589" cy="910796"/>
            <a:chOff x="2302929" y="5098286"/>
            <a:chExt cx="3025589" cy="910796"/>
          </a:xfrm>
        </p:grpSpPr>
        <p:sp>
          <p:nvSpPr>
            <p:cNvPr id="63" name="矩形 62">
              <a:extLst>
                <a:ext uri="{FF2B5EF4-FFF2-40B4-BE49-F238E27FC236}">
                  <a16:creationId xmlns:a16="http://schemas.microsoft.com/office/drawing/2014/main" id="{B49D0ED5-9735-4215-8648-650049F0844F}"/>
                </a:ext>
              </a:extLst>
            </p:cNvPr>
            <p:cNvSpPr/>
            <p:nvPr/>
          </p:nvSpPr>
          <p:spPr>
            <a:xfrm>
              <a:off x="2302929" y="5467618"/>
              <a:ext cx="3025589" cy="541464"/>
            </a:xfrm>
            <a:prstGeom prst="rect">
              <a:avLst/>
            </a:prstGeom>
            <a:solidFill>
              <a:schemeClr val="accent4"/>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mc:AlternateContent xmlns:mc="http://schemas.openxmlformats.org/markup-compatibility/2006" xmlns:a14="http://schemas.microsoft.com/office/drawing/2010/main">
          <mc:Choice Requires="a14">
            <p:sp>
              <p:nvSpPr>
                <p:cNvPr id="64" name="文本框 63">
                  <a:extLst>
                    <a:ext uri="{FF2B5EF4-FFF2-40B4-BE49-F238E27FC236}">
                      <a16:creationId xmlns:a16="http://schemas.microsoft.com/office/drawing/2014/main" id="{131B1AC1-C9F8-431B-BA17-31E2F41B428C}"/>
                    </a:ext>
                  </a:extLst>
                </p:cNvPr>
                <p:cNvSpPr txBox="1"/>
                <p:nvPr/>
              </p:nvSpPr>
              <p:spPr>
                <a:xfrm>
                  <a:off x="3277773" y="5098286"/>
                  <a:ext cx="1067217" cy="369332"/>
                </a:xfrm>
                <a:prstGeom prst="rect">
                  <a:avLst/>
                </a:prstGeom>
                <a:noFill/>
              </p:spPr>
              <p:txBody>
                <a:bodyPr wrap="square">
                  <a:spAutoFit/>
                </a:bodyPr>
                <a:lstStyle/>
                <a:p>
                  <a:pPr/>
                  <a14:m>
                    <m:oMathPara xmlns:m="http://schemas.openxmlformats.org/officeDocument/2006/math">
                      <m:oMathParaPr>
                        <m:jc m:val="centerGroup"/>
                      </m:oMathParaPr>
                      <m:oMath xmlns:m="http://schemas.openxmlformats.org/officeDocument/2006/math">
                        <m:sSub>
                          <m:sSubPr>
                            <m:ctrlPr>
                              <a:rPr lang="en-US" altLang="zh-CN" b="1" i="1" smtClean="0">
                                <a:solidFill>
                                  <a:schemeClr val="accent4"/>
                                </a:solidFill>
                                <a:latin typeface="Cambria Math" panose="02040503050406030204" pitchFamily="18" charset="0"/>
                              </a:rPr>
                            </m:ctrlPr>
                          </m:sSubPr>
                          <m:e>
                            <m:r>
                              <a:rPr lang="en-US" altLang="zh-CN" b="1" i="1" smtClean="0">
                                <a:solidFill>
                                  <a:schemeClr val="accent4"/>
                                </a:solidFill>
                                <a:latin typeface="Cambria Math" panose="02040503050406030204" pitchFamily="18" charset="0"/>
                              </a:rPr>
                              <m:t>𝑾</m:t>
                            </m:r>
                          </m:e>
                          <m:sub>
                            <m:r>
                              <a:rPr lang="en-US" altLang="zh-CN" b="1" i="1" smtClean="0">
                                <a:solidFill>
                                  <a:schemeClr val="accent4"/>
                                </a:solidFill>
                                <a:latin typeface="Cambria Math" panose="02040503050406030204" pitchFamily="18" charset="0"/>
                              </a:rPr>
                              <m:t>𝑹</m:t>
                            </m:r>
                          </m:sub>
                        </m:sSub>
                        <m:r>
                          <a:rPr lang="en-US" altLang="zh-CN" b="1" i="1" smtClean="0">
                            <a:solidFill>
                              <a:schemeClr val="accent4"/>
                            </a:solidFill>
                            <a:latin typeface="Cambria Math" panose="02040503050406030204" pitchFamily="18" charset="0"/>
                          </a:rPr>
                          <m:t>=</m:t>
                        </m:r>
                        <m:r>
                          <a:rPr lang="en-US" altLang="zh-CN" b="1" i="1" smtClean="0">
                            <a:solidFill>
                              <a:schemeClr val="accent4"/>
                            </a:solidFill>
                            <a:latin typeface="Cambria Math" panose="02040503050406030204" pitchFamily="18" charset="0"/>
                          </a:rPr>
                          <m:t>𝟒</m:t>
                        </m:r>
                      </m:oMath>
                    </m:oMathPara>
                  </a14:m>
                  <a:endParaRPr lang="zh-CN" altLang="en-US" dirty="0">
                    <a:solidFill>
                      <a:schemeClr val="accent4"/>
                    </a:solidFill>
                  </a:endParaRPr>
                </a:p>
              </p:txBody>
            </p:sp>
          </mc:Choice>
          <mc:Fallback xmlns="">
            <p:sp>
              <p:nvSpPr>
                <p:cNvPr id="47" name="文本框 46">
                  <a:extLst>
                    <a:ext uri="{FF2B5EF4-FFF2-40B4-BE49-F238E27FC236}">
                      <a16:creationId xmlns:a16="http://schemas.microsoft.com/office/drawing/2014/main" id="{4DD506B6-2862-4CF6-A3E9-F36AEFD5D21B}"/>
                    </a:ext>
                  </a:extLst>
                </p:cNvPr>
                <p:cNvSpPr txBox="1">
                  <a:spLocks noRot="1" noChangeAspect="1" noMove="1" noResize="1" noEditPoints="1" noAdjustHandles="1" noChangeArrowheads="1" noChangeShapeType="1" noTextEdit="1"/>
                </p:cNvSpPr>
                <p:nvPr/>
              </p:nvSpPr>
              <p:spPr>
                <a:xfrm>
                  <a:off x="3277773" y="5098286"/>
                  <a:ext cx="1067217" cy="369332"/>
                </a:xfrm>
                <a:prstGeom prst="rect">
                  <a:avLst/>
                </a:prstGeom>
                <a:blipFill>
                  <a:blip r:embed="rId3"/>
                  <a:stretch>
                    <a:fillRect b="-3333"/>
                  </a:stretch>
                </a:blipFill>
              </p:spPr>
              <p:txBody>
                <a:bodyPr/>
                <a:lstStyle/>
                <a:p>
                  <a:r>
                    <a:rPr lang="zh-CN" altLang="en-US">
                      <a:noFill/>
                    </a:rPr>
                    <a:t> </a:t>
                  </a:r>
                </a:p>
              </p:txBody>
            </p:sp>
          </mc:Fallback>
        </mc:AlternateContent>
      </p:grpSp>
      <p:grpSp>
        <p:nvGrpSpPr>
          <p:cNvPr id="7" name="组合 6">
            <a:extLst>
              <a:ext uri="{FF2B5EF4-FFF2-40B4-BE49-F238E27FC236}">
                <a16:creationId xmlns:a16="http://schemas.microsoft.com/office/drawing/2014/main" id="{9E77AC09-7192-4583-8A5B-4DEBB14A0D2C}"/>
              </a:ext>
            </a:extLst>
          </p:cNvPr>
          <p:cNvGrpSpPr/>
          <p:nvPr/>
        </p:nvGrpSpPr>
        <p:grpSpPr>
          <a:xfrm>
            <a:off x="2302929" y="5098286"/>
            <a:ext cx="3780000" cy="910796"/>
            <a:chOff x="2302929" y="5098286"/>
            <a:chExt cx="3780000" cy="910796"/>
          </a:xfrm>
        </p:grpSpPr>
        <p:sp>
          <p:nvSpPr>
            <p:cNvPr id="33" name="矩形 32">
              <a:extLst>
                <a:ext uri="{FF2B5EF4-FFF2-40B4-BE49-F238E27FC236}">
                  <a16:creationId xmlns:a16="http://schemas.microsoft.com/office/drawing/2014/main" id="{3EA6F5A2-1C83-4BE5-9CCD-7CBA9C984323}"/>
                </a:ext>
              </a:extLst>
            </p:cNvPr>
            <p:cNvSpPr/>
            <p:nvPr/>
          </p:nvSpPr>
          <p:spPr>
            <a:xfrm>
              <a:off x="2302929" y="5467618"/>
              <a:ext cx="3780000" cy="541464"/>
            </a:xfrm>
            <a:prstGeom prst="rect">
              <a:avLst/>
            </a:prstGeom>
            <a:solidFill>
              <a:schemeClr val="accent3"/>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mc:AlternateContent xmlns:mc="http://schemas.openxmlformats.org/markup-compatibility/2006" xmlns:a14="http://schemas.microsoft.com/office/drawing/2010/main">
          <mc:Choice Requires="a14">
            <p:sp>
              <p:nvSpPr>
                <p:cNvPr id="34" name="文本框 33">
                  <a:extLst>
                    <a:ext uri="{FF2B5EF4-FFF2-40B4-BE49-F238E27FC236}">
                      <a16:creationId xmlns:a16="http://schemas.microsoft.com/office/drawing/2014/main" id="{8C755A65-DDAE-400F-BD8A-B2EB9981B67D}"/>
                    </a:ext>
                  </a:extLst>
                </p:cNvPr>
                <p:cNvSpPr txBox="1"/>
                <p:nvPr/>
              </p:nvSpPr>
              <p:spPr>
                <a:xfrm>
                  <a:off x="3670624" y="5098286"/>
                  <a:ext cx="1067217" cy="369332"/>
                </a:xfrm>
                <a:prstGeom prst="rect">
                  <a:avLst/>
                </a:prstGeom>
                <a:noFill/>
              </p:spPr>
              <p:txBody>
                <a:bodyPr wrap="square">
                  <a:spAutoFit/>
                </a:bodyPr>
                <a:lstStyle/>
                <a:p>
                  <a:pPr/>
                  <a14:m>
                    <m:oMathPara xmlns:m="http://schemas.openxmlformats.org/officeDocument/2006/math">
                      <m:oMathParaPr>
                        <m:jc m:val="centerGroup"/>
                      </m:oMathParaPr>
                      <m:oMath xmlns:m="http://schemas.openxmlformats.org/officeDocument/2006/math">
                        <m:sSub>
                          <m:sSubPr>
                            <m:ctrlPr>
                              <a:rPr lang="en-US" altLang="zh-CN" b="1" i="1" smtClean="0">
                                <a:solidFill>
                                  <a:schemeClr val="accent3"/>
                                </a:solidFill>
                                <a:latin typeface="Cambria Math" panose="02040503050406030204" pitchFamily="18" charset="0"/>
                              </a:rPr>
                            </m:ctrlPr>
                          </m:sSubPr>
                          <m:e>
                            <m:r>
                              <a:rPr lang="en-US" altLang="zh-CN" b="1" i="1" smtClean="0">
                                <a:solidFill>
                                  <a:schemeClr val="accent3"/>
                                </a:solidFill>
                                <a:latin typeface="Cambria Math" panose="02040503050406030204" pitchFamily="18" charset="0"/>
                              </a:rPr>
                              <m:t>𝑾</m:t>
                            </m:r>
                          </m:e>
                          <m:sub>
                            <m:r>
                              <a:rPr lang="en-US" altLang="zh-CN" b="1" i="1" smtClean="0">
                                <a:solidFill>
                                  <a:schemeClr val="accent3"/>
                                </a:solidFill>
                                <a:latin typeface="Cambria Math" panose="02040503050406030204" pitchFamily="18" charset="0"/>
                              </a:rPr>
                              <m:t>𝑻</m:t>
                            </m:r>
                          </m:sub>
                        </m:sSub>
                        <m:r>
                          <a:rPr lang="en-US" altLang="zh-CN" b="1" i="1" smtClean="0">
                            <a:solidFill>
                              <a:schemeClr val="accent3"/>
                            </a:solidFill>
                            <a:latin typeface="Cambria Math" panose="02040503050406030204" pitchFamily="18" charset="0"/>
                          </a:rPr>
                          <m:t>=</m:t>
                        </m:r>
                        <m:r>
                          <a:rPr lang="en-US" altLang="zh-CN" b="1" i="1" smtClean="0">
                            <a:solidFill>
                              <a:schemeClr val="accent3"/>
                            </a:solidFill>
                            <a:latin typeface="Cambria Math" panose="02040503050406030204" pitchFamily="18" charset="0"/>
                          </a:rPr>
                          <m:t>𝟓</m:t>
                        </m:r>
                      </m:oMath>
                    </m:oMathPara>
                  </a14:m>
                  <a:endParaRPr lang="zh-CN" altLang="en-US" dirty="0">
                    <a:solidFill>
                      <a:schemeClr val="accent3"/>
                    </a:solidFill>
                  </a:endParaRPr>
                </a:p>
              </p:txBody>
            </p:sp>
          </mc:Choice>
          <mc:Fallback xmlns="">
            <p:sp>
              <p:nvSpPr>
                <p:cNvPr id="34" name="文本框 33">
                  <a:extLst>
                    <a:ext uri="{FF2B5EF4-FFF2-40B4-BE49-F238E27FC236}">
                      <a16:creationId xmlns:a16="http://schemas.microsoft.com/office/drawing/2014/main" id="{8C755A65-DDAE-400F-BD8A-B2EB9981B67D}"/>
                    </a:ext>
                  </a:extLst>
                </p:cNvPr>
                <p:cNvSpPr txBox="1">
                  <a:spLocks noRot="1" noChangeAspect="1" noMove="1" noResize="1" noEditPoints="1" noAdjustHandles="1" noChangeArrowheads="1" noChangeShapeType="1" noTextEdit="1"/>
                </p:cNvSpPr>
                <p:nvPr/>
              </p:nvSpPr>
              <p:spPr>
                <a:xfrm>
                  <a:off x="3670624" y="5098286"/>
                  <a:ext cx="1067217" cy="369332"/>
                </a:xfrm>
                <a:prstGeom prst="rect">
                  <a:avLst/>
                </a:prstGeom>
                <a:blipFill>
                  <a:blip r:embed="rId4"/>
                  <a:stretch>
                    <a:fillRect b="-3279"/>
                  </a:stretch>
                </a:blipFill>
              </p:spPr>
              <p:txBody>
                <a:bodyPr/>
                <a:lstStyle/>
                <a:p>
                  <a:r>
                    <a:rPr lang="zh-CN" altLang="en-US">
                      <a:noFill/>
                    </a:rPr>
                    <a:t> </a:t>
                  </a:r>
                </a:p>
              </p:txBody>
            </p:sp>
          </mc:Fallback>
        </mc:AlternateContent>
      </p:grpSp>
      <p:grpSp>
        <p:nvGrpSpPr>
          <p:cNvPr id="4" name="组合 3">
            <a:extLst>
              <a:ext uri="{FF2B5EF4-FFF2-40B4-BE49-F238E27FC236}">
                <a16:creationId xmlns:a16="http://schemas.microsoft.com/office/drawing/2014/main" id="{9A1EA9F2-FCB6-48C3-935F-7AE7E3AD14AC}"/>
              </a:ext>
            </a:extLst>
          </p:cNvPr>
          <p:cNvGrpSpPr/>
          <p:nvPr/>
        </p:nvGrpSpPr>
        <p:grpSpPr>
          <a:xfrm>
            <a:off x="304800" y="749300"/>
            <a:ext cx="6192344" cy="400110"/>
            <a:chOff x="424117" y="898245"/>
            <a:chExt cx="6192344" cy="400110"/>
          </a:xfrm>
        </p:grpSpPr>
        <p:sp>
          <p:nvSpPr>
            <p:cNvPr id="2" name="平行四边形 1">
              <a:extLst>
                <a:ext uri="{FF2B5EF4-FFF2-40B4-BE49-F238E27FC236}">
                  <a16:creationId xmlns:a16="http://schemas.microsoft.com/office/drawing/2014/main" id="{1F5BAA3F-9845-4F89-A2DD-8222D3E4EDAC}"/>
                </a:ext>
              </a:extLst>
            </p:cNvPr>
            <p:cNvSpPr/>
            <p:nvPr/>
          </p:nvSpPr>
          <p:spPr>
            <a:xfrm>
              <a:off x="424117" y="898245"/>
              <a:ext cx="628306" cy="387090"/>
            </a:xfrm>
            <a:prstGeom prst="parallelogram">
              <a:avLst/>
            </a:prstGeom>
            <a:solidFill>
              <a:schemeClr val="accent3">
                <a:lumMod val="75000"/>
              </a:schemeClr>
            </a:solidFill>
            <a:ln>
              <a:solidFill>
                <a:schemeClr val="accent3">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CN" sz="2200" dirty="0">
                  <a:latin typeface="Impact" panose="020B0806030902050204" pitchFamily="34" charset="0"/>
                </a:rPr>
                <a:t>01</a:t>
              </a:r>
              <a:endParaRPr lang="zh-CN" altLang="en-US" sz="2200" dirty="0">
                <a:latin typeface="Impact" panose="020B0806030902050204" pitchFamily="34" charset="0"/>
              </a:endParaRPr>
            </a:p>
          </p:txBody>
        </p:sp>
        <p:sp>
          <p:nvSpPr>
            <p:cNvPr id="3" name="文本框 2">
              <a:extLst>
                <a:ext uri="{FF2B5EF4-FFF2-40B4-BE49-F238E27FC236}">
                  <a16:creationId xmlns:a16="http://schemas.microsoft.com/office/drawing/2014/main" id="{4D6BD736-A4D3-4F26-AFED-36E11F50F70B}"/>
                </a:ext>
              </a:extLst>
            </p:cNvPr>
            <p:cNvSpPr txBox="1"/>
            <p:nvPr/>
          </p:nvSpPr>
          <p:spPr>
            <a:xfrm>
              <a:off x="1052423" y="898245"/>
              <a:ext cx="5564038" cy="400110"/>
            </a:xfrm>
            <a:prstGeom prst="rect">
              <a:avLst/>
            </a:prstGeom>
            <a:noFill/>
          </p:spPr>
          <p:txBody>
            <a:bodyPr wrap="square" rtlCol="0">
              <a:spAutoFit/>
            </a:bodyPr>
            <a:lstStyle/>
            <a:p>
              <a:r>
                <a:rPr lang="zh-CN" altLang="en-US" sz="2000" b="1" dirty="0"/>
                <a:t>选择重传协议</a:t>
              </a:r>
            </a:p>
          </p:txBody>
        </p:sp>
      </p:grpSp>
      <p:grpSp>
        <p:nvGrpSpPr>
          <p:cNvPr id="18" name="组合 17">
            <a:extLst>
              <a:ext uri="{FF2B5EF4-FFF2-40B4-BE49-F238E27FC236}">
                <a16:creationId xmlns:a16="http://schemas.microsoft.com/office/drawing/2014/main" id="{AF599708-FA4B-4F1A-915B-51ADB6AF8A5B}"/>
              </a:ext>
            </a:extLst>
          </p:cNvPr>
          <p:cNvGrpSpPr/>
          <p:nvPr/>
        </p:nvGrpSpPr>
        <p:grpSpPr>
          <a:xfrm>
            <a:off x="475097" y="1263518"/>
            <a:ext cx="1355161" cy="5114896"/>
            <a:chOff x="475097" y="1263518"/>
            <a:chExt cx="1355161" cy="5114896"/>
          </a:xfrm>
        </p:grpSpPr>
        <p:cxnSp>
          <p:nvCxnSpPr>
            <p:cNvPr id="19" name="直接连接符 18">
              <a:extLst>
                <a:ext uri="{FF2B5EF4-FFF2-40B4-BE49-F238E27FC236}">
                  <a16:creationId xmlns:a16="http://schemas.microsoft.com/office/drawing/2014/main" id="{8C267D38-D538-4153-B853-5B2DDE097738}"/>
                </a:ext>
              </a:extLst>
            </p:cNvPr>
            <p:cNvCxnSpPr>
              <a:cxnSpLocks/>
            </p:cNvCxnSpPr>
            <p:nvPr/>
          </p:nvCxnSpPr>
          <p:spPr>
            <a:xfrm flipV="1">
              <a:off x="1208367" y="2012996"/>
              <a:ext cx="0" cy="3813858"/>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nvGrpSpPr>
            <p:cNvPr id="20" name="组合 19">
              <a:extLst>
                <a:ext uri="{FF2B5EF4-FFF2-40B4-BE49-F238E27FC236}">
                  <a16:creationId xmlns:a16="http://schemas.microsoft.com/office/drawing/2014/main" id="{1A3F15DA-8F30-45DE-8760-8CB5AC7691B0}"/>
                </a:ext>
              </a:extLst>
            </p:cNvPr>
            <p:cNvGrpSpPr/>
            <p:nvPr/>
          </p:nvGrpSpPr>
          <p:grpSpPr>
            <a:xfrm>
              <a:off x="700096" y="5368000"/>
              <a:ext cx="905164" cy="1010414"/>
              <a:chOff x="700096" y="5368000"/>
              <a:chExt cx="905164" cy="1010414"/>
            </a:xfrm>
          </p:grpSpPr>
          <p:pic>
            <p:nvPicPr>
              <p:cNvPr id="25" name="图形 24">
                <a:extLst>
                  <a:ext uri="{FF2B5EF4-FFF2-40B4-BE49-F238E27FC236}">
                    <a16:creationId xmlns:a16="http://schemas.microsoft.com/office/drawing/2014/main" id="{5079B8D0-730B-4F27-A9EC-8AC79CEECAE0}"/>
                  </a:ext>
                </a:extLst>
              </p:cNvPr>
              <p:cNvPicPr>
                <a:picLocks noChangeAspect="1"/>
              </p:cNvPicPr>
              <p:nvPr/>
            </p:nvPicPr>
            <p:blipFill>
              <a:blip r:embed="rId5">
                <a:extLst>
                  <a:ext uri="{28A0092B-C50C-407E-A947-70E740481C1C}">
                    <a14:useLocalDpi xmlns:a14="http://schemas.microsoft.com/office/drawing/2010/main" val="0"/>
                  </a:ext>
                  <a:ext uri="{96DAC541-7B7A-43D3-8B79-37D633B846F1}">
                    <asvg:svgBlip xmlns:asvg="http://schemas.microsoft.com/office/drawing/2016/SVG/main" r:embed="rId6"/>
                  </a:ext>
                </a:extLst>
              </a:blip>
              <a:stretch>
                <a:fillRect/>
              </a:stretch>
            </p:blipFill>
            <p:spPr>
              <a:xfrm>
                <a:off x="821271" y="5368000"/>
                <a:ext cx="662814" cy="641082"/>
              </a:xfrm>
              <a:prstGeom prst="rect">
                <a:avLst/>
              </a:prstGeom>
            </p:spPr>
          </p:pic>
          <p:sp>
            <p:nvSpPr>
              <p:cNvPr id="26" name="文本框 25">
                <a:extLst>
                  <a:ext uri="{FF2B5EF4-FFF2-40B4-BE49-F238E27FC236}">
                    <a16:creationId xmlns:a16="http://schemas.microsoft.com/office/drawing/2014/main" id="{68E9BE24-5234-4436-839C-0CC65C932068}"/>
                  </a:ext>
                </a:extLst>
              </p:cNvPr>
              <p:cNvSpPr txBox="1"/>
              <p:nvPr/>
            </p:nvSpPr>
            <p:spPr>
              <a:xfrm>
                <a:off x="700096" y="6009082"/>
                <a:ext cx="905164" cy="369332"/>
              </a:xfrm>
              <a:prstGeom prst="rect">
                <a:avLst/>
              </a:prstGeom>
              <a:noFill/>
            </p:spPr>
            <p:txBody>
              <a:bodyPr wrap="square" rtlCol="0">
                <a:spAutoFit/>
              </a:bodyPr>
              <a:lstStyle/>
              <a:p>
                <a:r>
                  <a:rPr lang="zh-CN" altLang="en-US" b="1" dirty="0">
                    <a:latin typeface="+mn-ea"/>
                  </a:rPr>
                  <a:t>发送方</a:t>
                </a:r>
              </a:p>
            </p:txBody>
          </p:sp>
        </p:grpSp>
        <p:grpSp>
          <p:nvGrpSpPr>
            <p:cNvPr id="21" name="组合 20">
              <a:extLst>
                <a:ext uri="{FF2B5EF4-FFF2-40B4-BE49-F238E27FC236}">
                  <a16:creationId xmlns:a16="http://schemas.microsoft.com/office/drawing/2014/main" id="{50E1DF35-9236-4BB6-BAC4-1AE805165946}"/>
                </a:ext>
              </a:extLst>
            </p:cNvPr>
            <p:cNvGrpSpPr/>
            <p:nvPr/>
          </p:nvGrpSpPr>
          <p:grpSpPr>
            <a:xfrm>
              <a:off x="878301" y="1263518"/>
              <a:ext cx="905164" cy="1027908"/>
              <a:chOff x="878301" y="1390382"/>
              <a:chExt cx="905164" cy="1027908"/>
            </a:xfrm>
          </p:grpSpPr>
          <p:pic>
            <p:nvPicPr>
              <p:cNvPr id="23" name="图形 22">
                <a:extLst>
                  <a:ext uri="{FF2B5EF4-FFF2-40B4-BE49-F238E27FC236}">
                    <a16:creationId xmlns:a16="http://schemas.microsoft.com/office/drawing/2014/main" id="{E155E3ED-8C2A-42C4-BFBF-393051944136}"/>
                  </a:ext>
                </a:extLst>
              </p:cNvPr>
              <p:cNvPicPr>
                <a:picLocks noChangeAspect="1"/>
              </p:cNvPicPr>
              <p:nvPr/>
            </p:nvPicPr>
            <p:blipFill>
              <a:blip r:embed="rId7">
                <a:extLst>
                  <a:ext uri="{28A0092B-C50C-407E-A947-70E740481C1C}">
                    <a14:useLocalDpi xmlns:a14="http://schemas.microsoft.com/office/drawing/2010/main" val="0"/>
                  </a:ext>
                  <a:ext uri="{96DAC541-7B7A-43D3-8B79-37D633B846F1}">
                    <asvg:svgBlip xmlns:asvg="http://schemas.microsoft.com/office/drawing/2016/SVG/main" r:embed="rId8"/>
                  </a:ext>
                </a:extLst>
              </a:blip>
              <a:stretch>
                <a:fillRect/>
              </a:stretch>
            </p:blipFill>
            <p:spPr>
              <a:xfrm>
                <a:off x="984826" y="1759714"/>
                <a:ext cx="501772" cy="658576"/>
              </a:xfrm>
              <a:prstGeom prst="rect">
                <a:avLst/>
              </a:prstGeom>
            </p:spPr>
          </p:pic>
          <p:sp>
            <p:nvSpPr>
              <p:cNvPr id="24" name="文本框 23">
                <a:extLst>
                  <a:ext uri="{FF2B5EF4-FFF2-40B4-BE49-F238E27FC236}">
                    <a16:creationId xmlns:a16="http://schemas.microsoft.com/office/drawing/2014/main" id="{818AC20B-3072-437F-B302-67397F49105B}"/>
                  </a:ext>
                </a:extLst>
              </p:cNvPr>
              <p:cNvSpPr txBox="1"/>
              <p:nvPr/>
            </p:nvSpPr>
            <p:spPr>
              <a:xfrm>
                <a:off x="878301" y="1390382"/>
                <a:ext cx="905164" cy="369332"/>
              </a:xfrm>
              <a:prstGeom prst="rect">
                <a:avLst/>
              </a:prstGeom>
              <a:noFill/>
            </p:spPr>
            <p:txBody>
              <a:bodyPr wrap="square" rtlCol="0">
                <a:spAutoFit/>
              </a:bodyPr>
              <a:lstStyle/>
              <a:p>
                <a:r>
                  <a:rPr lang="zh-CN" altLang="en-US" b="1" dirty="0">
                    <a:latin typeface="+mn-ea"/>
                  </a:rPr>
                  <a:t>接收方</a:t>
                </a:r>
              </a:p>
            </p:txBody>
          </p:sp>
        </p:grpSp>
        <p:sp>
          <p:nvSpPr>
            <p:cNvPr id="22" name="云形 21">
              <a:extLst>
                <a:ext uri="{FF2B5EF4-FFF2-40B4-BE49-F238E27FC236}">
                  <a16:creationId xmlns:a16="http://schemas.microsoft.com/office/drawing/2014/main" id="{97C64CE5-C9EB-4960-87FB-62108C97374D}"/>
                </a:ext>
              </a:extLst>
            </p:cNvPr>
            <p:cNvSpPr/>
            <p:nvPr/>
          </p:nvSpPr>
          <p:spPr>
            <a:xfrm>
              <a:off x="475097" y="3429014"/>
              <a:ext cx="1355161" cy="801398"/>
            </a:xfrm>
            <a:prstGeom prst="cloud">
              <a:avLst/>
            </a:prstGeom>
            <a:solidFill>
              <a:schemeClr val="bg1">
                <a:lumMod val="85000"/>
              </a:schemeClr>
            </a:solidFill>
            <a:ln>
              <a:solidFill>
                <a:schemeClr val="bg1">
                  <a:lumMod val="85000"/>
                </a:schemeClr>
              </a:solidFill>
            </a:ln>
          </p:spPr>
          <p:style>
            <a:lnRef idx="2">
              <a:schemeClr val="accent3">
                <a:shade val="50000"/>
              </a:schemeClr>
            </a:lnRef>
            <a:fillRef idx="1">
              <a:schemeClr val="accent3"/>
            </a:fillRef>
            <a:effectRef idx="0">
              <a:schemeClr val="accent3"/>
            </a:effectRef>
            <a:fontRef idx="minor">
              <a:schemeClr val="lt1"/>
            </a:fontRef>
          </p:style>
          <p:txBody>
            <a:bodyPr rtlCol="0" anchor="ctr"/>
            <a:lstStyle/>
            <a:p>
              <a:pPr algn="ctr"/>
              <a:r>
                <a:rPr lang="zh-CN" altLang="en-US" b="1" dirty="0">
                  <a:solidFill>
                    <a:schemeClr val="tx1"/>
                  </a:solidFill>
                  <a:latin typeface="+mn-ea"/>
                </a:rPr>
                <a:t>因特网</a:t>
              </a:r>
            </a:p>
          </p:txBody>
        </p:sp>
      </p:grpSp>
      <mc:AlternateContent xmlns:mc="http://schemas.openxmlformats.org/markup-compatibility/2006" xmlns:a14="http://schemas.microsoft.com/office/drawing/2010/main">
        <mc:Choice Requires="a14">
          <p:sp>
            <p:nvSpPr>
              <p:cNvPr id="28" name="íşlïḍè">
                <a:extLst>
                  <a:ext uri="{FF2B5EF4-FFF2-40B4-BE49-F238E27FC236}">
                    <a16:creationId xmlns:a16="http://schemas.microsoft.com/office/drawing/2014/main" id="{8898676C-F981-4D74-B324-A859D1387610}"/>
                  </a:ext>
                </a:extLst>
              </p:cNvPr>
              <p:cNvSpPr txBox="1"/>
              <p:nvPr/>
            </p:nvSpPr>
            <p:spPr>
              <a:xfrm>
                <a:off x="2993250" y="2799126"/>
                <a:ext cx="6657288" cy="311297"/>
              </a:xfrm>
              <a:prstGeom prst="rect">
                <a:avLst/>
              </a:prstGeom>
              <a:noFill/>
            </p:spPr>
            <p:txBody>
              <a:bodyPr wrap="square" lIns="91440" tIns="45720" rIns="91440" bIns="45720" anchor="ctr">
                <a:noAutofit/>
              </a:bodyPr>
              <a:lstStyle/>
              <a:p>
                <a:r>
                  <a:rPr lang="zh-CN" altLang="en-US" b="1" dirty="0"/>
                  <a:t>本例假设采用</a:t>
                </a:r>
                <a14:m>
                  <m:oMath xmlns:m="http://schemas.openxmlformats.org/officeDocument/2006/math">
                    <m:r>
                      <a:rPr lang="en-US" altLang="zh-CN" b="1" i="1" dirty="0" smtClean="0">
                        <a:latin typeface="Cambria Math" panose="02040503050406030204" pitchFamily="18" charset="0"/>
                      </a:rPr>
                      <m:t>𝟑</m:t>
                    </m:r>
                  </m:oMath>
                </a14:m>
                <a:r>
                  <a:rPr lang="zh-CN" altLang="en-US" b="1" dirty="0"/>
                  <a:t>个比特给分组编序号，则序号范围是</a:t>
                </a:r>
                <a14:m>
                  <m:oMath xmlns:m="http://schemas.openxmlformats.org/officeDocument/2006/math">
                    <m:r>
                      <a:rPr lang="en-US" altLang="zh-CN" b="1" i="0" smtClean="0">
                        <a:latin typeface="Cambria Math" panose="02040503050406030204" pitchFamily="18" charset="0"/>
                        <a:ea typeface="Cambria Math" panose="02040503050406030204" pitchFamily="18" charset="0"/>
                      </a:rPr>
                      <m:t>𝟎</m:t>
                    </m:r>
                    <m:r>
                      <a:rPr lang="en-US" altLang="zh-CN" b="1" i="1" smtClean="0">
                        <a:latin typeface="Cambria Math" panose="02040503050406030204" pitchFamily="18" charset="0"/>
                        <a:ea typeface="Cambria Math" panose="02040503050406030204" pitchFamily="18" charset="0"/>
                      </a:rPr>
                      <m:t>~</m:t>
                    </m:r>
                    <m:sSup>
                      <m:sSupPr>
                        <m:ctrlPr>
                          <a:rPr lang="en-US" altLang="zh-CN" b="1" i="1" smtClean="0">
                            <a:latin typeface="Cambria Math" panose="02040503050406030204" pitchFamily="18" charset="0"/>
                            <a:ea typeface="Cambria Math" panose="02040503050406030204" pitchFamily="18" charset="0"/>
                          </a:rPr>
                        </m:ctrlPr>
                      </m:sSupPr>
                      <m:e>
                        <m:r>
                          <a:rPr lang="en-US" altLang="zh-CN" b="1" i="1" smtClean="0">
                            <a:latin typeface="Cambria Math" panose="02040503050406030204" pitchFamily="18" charset="0"/>
                            <a:ea typeface="Cambria Math" panose="02040503050406030204" pitchFamily="18" charset="0"/>
                          </a:rPr>
                          <m:t>(</m:t>
                        </m:r>
                        <m:r>
                          <a:rPr lang="en-US" altLang="zh-CN" b="1" i="1" smtClean="0">
                            <a:latin typeface="Cambria Math" panose="02040503050406030204" pitchFamily="18" charset="0"/>
                            <a:ea typeface="Cambria Math" panose="02040503050406030204" pitchFamily="18" charset="0"/>
                          </a:rPr>
                          <m:t>𝟐</m:t>
                        </m:r>
                      </m:e>
                      <m:sup>
                        <m:r>
                          <a:rPr lang="en-US" altLang="zh-CN" b="1" i="1" smtClean="0">
                            <a:latin typeface="Cambria Math" panose="02040503050406030204" pitchFamily="18" charset="0"/>
                            <a:ea typeface="Cambria Math" panose="02040503050406030204" pitchFamily="18" charset="0"/>
                          </a:rPr>
                          <m:t>𝟑</m:t>
                        </m:r>
                      </m:sup>
                    </m:sSup>
                    <m:r>
                      <a:rPr lang="en-US" altLang="zh-CN" b="1" i="1" smtClean="0">
                        <a:latin typeface="Cambria Math" panose="02040503050406030204" pitchFamily="18" charset="0"/>
                        <a:ea typeface="Cambria Math" panose="02040503050406030204" pitchFamily="18" charset="0"/>
                      </a:rPr>
                      <m:t>−</m:t>
                    </m:r>
                    <m:r>
                      <a:rPr lang="en-US" altLang="zh-CN" b="1" i="1" smtClean="0">
                        <a:latin typeface="Cambria Math" panose="02040503050406030204" pitchFamily="18" charset="0"/>
                        <a:ea typeface="Cambria Math" panose="02040503050406030204" pitchFamily="18" charset="0"/>
                      </a:rPr>
                      <m:t>𝟏</m:t>
                    </m:r>
                    <m:r>
                      <a:rPr lang="en-US" altLang="zh-CN" b="1" i="1" smtClean="0">
                        <a:latin typeface="Cambria Math" panose="02040503050406030204" pitchFamily="18" charset="0"/>
                        <a:ea typeface="Cambria Math" panose="02040503050406030204" pitchFamily="18" charset="0"/>
                      </a:rPr>
                      <m:t>)。</m:t>
                    </m:r>
                  </m:oMath>
                </a14:m>
                <a:endParaRPr lang="en-US" altLang="zh-CN" b="1" dirty="0"/>
              </a:p>
            </p:txBody>
          </p:sp>
        </mc:Choice>
        <mc:Fallback xmlns="">
          <p:sp>
            <p:nvSpPr>
              <p:cNvPr id="28" name="íşlïḍè">
                <a:extLst>
                  <a:ext uri="{FF2B5EF4-FFF2-40B4-BE49-F238E27FC236}">
                    <a16:creationId xmlns:a16="http://schemas.microsoft.com/office/drawing/2014/main" id="{8898676C-F981-4D74-B324-A859D1387610}"/>
                  </a:ext>
                </a:extLst>
              </p:cNvPr>
              <p:cNvSpPr txBox="1">
                <a:spLocks noRot="1" noChangeAspect="1" noMove="1" noResize="1" noEditPoints="1" noAdjustHandles="1" noChangeArrowheads="1" noChangeShapeType="1" noTextEdit="1"/>
              </p:cNvSpPr>
              <p:nvPr/>
            </p:nvSpPr>
            <p:spPr>
              <a:xfrm>
                <a:off x="2993250" y="2799126"/>
                <a:ext cx="6657288" cy="311297"/>
              </a:xfrm>
              <a:prstGeom prst="rect">
                <a:avLst/>
              </a:prstGeom>
              <a:blipFill>
                <a:blip r:embed="rId9"/>
                <a:stretch>
                  <a:fillRect l="-733" t="-17647" b="-41176"/>
                </a:stretch>
              </a:blipFill>
            </p:spPr>
            <p:txBody>
              <a:bodyPr/>
              <a:lstStyle/>
              <a:p>
                <a:r>
                  <a:rPr lang="zh-CN" altLang="en-US">
                    <a:noFill/>
                  </a:rPr>
                  <a:t> </a:t>
                </a:r>
              </a:p>
            </p:txBody>
          </p:sp>
        </mc:Fallback>
      </mc:AlternateContent>
      <p:graphicFrame>
        <p:nvGraphicFramePr>
          <p:cNvPr id="29" name="表格 21">
            <a:extLst>
              <a:ext uri="{FF2B5EF4-FFF2-40B4-BE49-F238E27FC236}">
                <a16:creationId xmlns:a16="http://schemas.microsoft.com/office/drawing/2014/main" id="{44D0CDFF-8B53-4BB1-835E-1192E30CC2FA}"/>
              </a:ext>
            </a:extLst>
          </p:cNvPr>
          <p:cNvGraphicFramePr>
            <a:graphicFrameLocks noGrp="1"/>
          </p:cNvGraphicFramePr>
          <p:nvPr/>
        </p:nvGraphicFramePr>
        <p:xfrm>
          <a:off x="2302929" y="5557308"/>
          <a:ext cx="9067800" cy="370840"/>
        </p:xfrm>
        <a:graphic>
          <a:graphicData uri="http://schemas.openxmlformats.org/drawingml/2006/table">
            <a:tbl>
              <a:tblPr firstRow="1" bandRow="1">
                <a:tableStyleId>{5C22544A-7EE6-4342-B048-85BDC9FD1C3A}</a:tableStyleId>
              </a:tblPr>
              <a:tblGrid>
                <a:gridCol w="755650">
                  <a:extLst>
                    <a:ext uri="{9D8B030D-6E8A-4147-A177-3AD203B41FA5}">
                      <a16:colId xmlns:a16="http://schemas.microsoft.com/office/drawing/2014/main" val="877486509"/>
                    </a:ext>
                  </a:extLst>
                </a:gridCol>
                <a:gridCol w="755650">
                  <a:extLst>
                    <a:ext uri="{9D8B030D-6E8A-4147-A177-3AD203B41FA5}">
                      <a16:colId xmlns:a16="http://schemas.microsoft.com/office/drawing/2014/main" val="3548605817"/>
                    </a:ext>
                  </a:extLst>
                </a:gridCol>
                <a:gridCol w="755650">
                  <a:extLst>
                    <a:ext uri="{9D8B030D-6E8A-4147-A177-3AD203B41FA5}">
                      <a16:colId xmlns:a16="http://schemas.microsoft.com/office/drawing/2014/main" val="2881812895"/>
                    </a:ext>
                  </a:extLst>
                </a:gridCol>
                <a:gridCol w="755650">
                  <a:extLst>
                    <a:ext uri="{9D8B030D-6E8A-4147-A177-3AD203B41FA5}">
                      <a16:colId xmlns:a16="http://schemas.microsoft.com/office/drawing/2014/main" val="3682284582"/>
                    </a:ext>
                  </a:extLst>
                </a:gridCol>
                <a:gridCol w="755650">
                  <a:extLst>
                    <a:ext uri="{9D8B030D-6E8A-4147-A177-3AD203B41FA5}">
                      <a16:colId xmlns:a16="http://schemas.microsoft.com/office/drawing/2014/main" val="500127722"/>
                    </a:ext>
                  </a:extLst>
                </a:gridCol>
                <a:gridCol w="755650">
                  <a:extLst>
                    <a:ext uri="{9D8B030D-6E8A-4147-A177-3AD203B41FA5}">
                      <a16:colId xmlns:a16="http://schemas.microsoft.com/office/drawing/2014/main" val="2946259618"/>
                    </a:ext>
                  </a:extLst>
                </a:gridCol>
                <a:gridCol w="755650">
                  <a:extLst>
                    <a:ext uri="{9D8B030D-6E8A-4147-A177-3AD203B41FA5}">
                      <a16:colId xmlns:a16="http://schemas.microsoft.com/office/drawing/2014/main" val="171501986"/>
                    </a:ext>
                  </a:extLst>
                </a:gridCol>
                <a:gridCol w="755650">
                  <a:extLst>
                    <a:ext uri="{9D8B030D-6E8A-4147-A177-3AD203B41FA5}">
                      <a16:colId xmlns:a16="http://schemas.microsoft.com/office/drawing/2014/main" val="1667185265"/>
                    </a:ext>
                  </a:extLst>
                </a:gridCol>
                <a:gridCol w="755650">
                  <a:extLst>
                    <a:ext uri="{9D8B030D-6E8A-4147-A177-3AD203B41FA5}">
                      <a16:colId xmlns:a16="http://schemas.microsoft.com/office/drawing/2014/main" val="4258211808"/>
                    </a:ext>
                  </a:extLst>
                </a:gridCol>
                <a:gridCol w="755650">
                  <a:extLst>
                    <a:ext uri="{9D8B030D-6E8A-4147-A177-3AD203B41FA5}">
                      <a16:colId xmlns:a16="http://schemas.microsoft.com/office/drawing/2014/main" val="1794200575"/>
                    </a:ext>
                  </a:extLst>
                </a:gridCol>
                <a:gridCol w="755650">
                  <a:extLst>
                    <a:ext uri="{9D8B030D-6E8A-4147-A177-3AD203B41FA5}">
                      <a16:colId xmlns:a16="http://schemas.microsoft.com/office/drawing/2014/main" val="4230716487"/>
                    </a:ext>
                  </a:extLst>
                </a:gridCol>
                <a:gridCol w="755650">
                  <a:extLst>
                    <a:ext uri="{9D8B030D-6E8A-4147-A177-3AD203B41FA5}">
                      <a16:colId xmlns:a16="http://schemas.microsoft.com/office/drawing/2014/main" val="56153739"/>
                    </a:ext>
                  </a:extLst>
                </a:gridCol>
              </a:tblGrid>
              <a:tr h="370840">
                <a:tc>
                  <a:txBody>
                    <a:bodyPr/>
                    <a:lstStyle/>
                    <a:p>
                      <a:pPr algn="ctr"/>
                      <a:r>
                        <a:rPr lang="en-US" altLang="zh-CN" dirty="0">
                          <a:solidFill>
                            <a:schemeClr val="tx1"/>
                          </a:solidFill>
                          <a:latin typeface="Arial Black" panose="020B0A04020102020204" pitchFamily="34" charset="0"/>
                        </a:rPr>
                        <a:t>0</a:t>
                      </a:r>
                      <a:endParaRPr lang="zh-CN" altLang="en-US" dirty="0">
                        <a:solidFill>
                          <a:schemeClr val="tx1"/>
                        </a:solidFill>
                        <a:latin typeface="Arial Black" panose="020B0A04020102020204" pitchFamily="34" charset="0"/>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ctr"/>
                      <a:r>
                        <a:rPr lang="en-US" altLang="zh-CN" dirty="0">
                          <a:solidFill>
                            <a:schemeClr val="tx1"/>
                          </a:solidFill>
                          <a:latin typeface="Arial Black" panose="020B0A04020102020204" pitchFamily="34" charset="0"/>
                        </a:rPr>
                        <a:t>1</a:t>
                      </a:r>
                      <a:endParaRPr lang="zh-CN" altLang="en-US" dirty="0">
                        <a:solidFill>
                          <a:schemeClr val="tx1"/>
                        </a:solidFill>
                        <a:latin typeface="Arial Black" panose="020B0A04020102020204" pitchFamily="34" charset="0"/>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ctr"/>
                      <a:r>
                        <a:rPr lang="en-US" altLang="zh-CN" dirty="0">
                          <a:solidFill>
                            <a:schemeClr val="tx1"/>
                          </a:solidFill>
                          <a:latin typeface="Arial Black" panose="020B0A04020102020204" pitchFamily="34" charset="0"/>
                        </a:rPr>
                        <a:t>2</a:t>
                      </a:r>
                      <a:endParaRPr lang="zh-CN" altLang="en-US" dirty="0">
                        <a:solidFill>
                          <a:schemeClr val="tx1"/>
                        </a:solidFill>
                        <a:latin typeface="Arial Black" panose="020B0A04020102020204" pitchFamily="34" charset="0"/>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ctr"/>
                      <a:r>
                        <a:rPr lang="en-US" altLang="zh-CN" dirty="0">
                          <a:solidFill>
                            <a:schemeClr val="tx1"/>
                          </a:solidFill>
                          <a:latin typeface="Arial Black" panose="020B0A04020102020204" pitchFamily="34" charset="0"/>
                        </a:rPr>
                        <a:t>3</a:t>
                      </a:r>
                      <a:endParaRPr lang="zh-CN" altLang="en-US" dirty="0">
                        <a:solidFill>
                          <a:schemeClr val="tx1"/>
                        </a:solidFill>
                        <a:latin typeface="Arial Black" panose="020B0A04020102020204" pitchFamily="34" charset="0"/>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ctr"/>
                      <a:r>
                        <a:rPr lang="en-US" altLang="zh-CN" dirty="0">
                          <a:solidFill>
                            <a:schemeClr val="tx1"/>
                          </a:solidFill>
                          <a:latin typeface="Arial Black" panose="020B0A04020102020204" pitchFamily="34" charset="0"/>
                        </a:rPr>
                        <a:t>4</a:t>
                      </a:r>
                      <a:endParaRPr lang="zh-CN" altLang="en-US" dirty="0">
                        <a:solidFill>
                          <a:schemeClr val="tx1"/>
                        </a:solidFill>
                        <a:latin typeface="Arial Black" panose="020B0A04020102020204" pitchFamily="34" charset="0"/>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ctr"/>
                      <a:r>
                        <a:rPr lang="en-US" altLang="zh-CN" dirty="0">
                          <a:solidFill>
                            <a:schemeClr val="tx1"/>
                          </a:solidFill>
                          <a:latin typeface="Arial Black" panose="020B0A04020102020204" pitchFamily="34" charset="0"/>
                        </a:rPr>
                        <a:t>5</a:t>
                      </a:r>
                      <a:endParaRPr lang="zh-CN" altLang="en-US" dirty="0">
                        <a:solidFill>
                          <a:schemeClr val="tx1"/>
                        </a:solidFill>
                        <a:latin typeface="Arial Black" panose="020B0A04020102020204" pitchFamily="34" charset="0"/>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ctr"/>
                      <a:r>
                        <a:rPr lang="en-US" altLang="zh-CN" dirty="0">
                          <a:solidFill>
                            <a:schemeClr val="tx1"/>
                          </a:solidFill>
                          <a:latin typeface="Arial Black" panose="020B0A04020102020204" pitchFamily="34" charset="0"/>
                        </a:rPr>
                        <a:t>6</a:t>
                      </a:r>
                      <a:endParaRPr lang="zh-CN" altLang="en-US" dirty="0">
                        <a:solidFill>
                          <a:schemeClr val="tx1"/>
                        </a:solidFill>
                        <a:latin typeface="Arial Black" panose="020B0A04020102020204" pitchFamily="34" charset="0"/>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ctr"/>
                      <a:r>
                        <a:rPr lang="en-US" altLang="zh-CN" dirty="0">
                          <a:solidFill>
                            <a:schemeClr val="tx1"/>
                          </a:solidFill>
                          <a:latin typeface="Arial Black" panose="020B0A04020102020204" pitchFamily="34" charset="0"/>
                        </a:rPr>
                        <a:t>7</a:t>
                      </a:r>
                      <a:endParaRPr lang="zh-CN" altLang="en-US" dirty="0">
                        <a:solidFill>
                          <a:schemeClr val="tx1"/>
                        </a:solidFill>
                        <a:latin typeface="Arial Black" panose="020B0A04020102020204" pitchFamily="34" charset="0"/>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ctr"/>
                      <a:r>
                        <a:rPr lang="en-US" altLang="zh-CN" dirty="0">
                          <a:solidFill>
                            <a:schemeClr val="tx1"/>
                          </a:solidFill>
                          <a:latin typeface="Arial Black" panose="020B0A04020102020204" pitchFamily="34" charset="0"/>
                        </a:rPr>
                        <a:t>0</a:t>
                      </a:r>
                      <a:endParaRPr lang="zh-CN" altLang="en-US" dirty="0">
                        <a:solidFill>
                          <a:schemeClr val="tx1"/>
                        </a:solidFill>
                        <a:latin typeface="Arial Black" panose="020B0A04020102020204" pitchFamily="34" charset="0"/>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ctr"/>
                      <a:r>
                        <a:rPr lang="en-US" altLang="zh-CN" dirty="0">
                          <a:solidFill>
                            <a:schemeClr val="tx1"/>
                          </a:solidFill>
                          <a:latin typeface="Arial Black" panose="020B0A04020102020204" pitchFamily="34" charset="0"/>
                        </a:rPr>
                        <a:t>1</a:t>
                      </a:r>
                      <a:endParaRPr lang="zh-CN" altLang="en-US" dirty="0">
                        <a:solidFill>
                          <a:schemeClr val="tx1"/>
                        </a:solidFill>
                        <a:latin typeface="Arial Black" panose="020B0A04020102020204" pitchFamily="34" charset="0"/>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ctr"/>
                      <a:r>
                        <a:rPr lang="en-US" altLang="zh-CN" dirty="0">
                          <a:solidFill>
                            <a:schemeClr val="tx1"/>
                          </a:solidFill>
                          <a:latin typeface="Arial Black" panose="020B0A04020102020204" pitchFamily="34" charset="0"/>
                        </a:rPr>
                        <a:t>2</a:t>
                      </a:r>
                      <a:endParaRPr lang="zh-CN" altLang="en-US" dirty="0">
                        <a:solidFill>
                          <a:schemeClr val="tx1"/>
                        </a:solidFill>
                        <a:latin typeface="Arial Black" panose="020B0A04020102020204" pitchFamily="34" charset="0"/>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ctr"/>
                      <a:r>
                        <a:rPr lang="en-US" altLang="zh-CN" dirty="0">
                          <a:solidFill>
                            <a:schemeClr val="tx1"/>
                          </a:solidFill>
                          <a:latin typeface="Arial Black" panose="020B0A04020102020204" pitchFamily="34" charset="0"/>
                        </a:rPr>
                        <a:t>…</a:t>
                      </a:r>
                      <a:endParaRPr lang="zh-CN" altLang="en-US" dirty="0">
                        <a:solidFill>
                          <a:schemeClr val="tx1"/>
                        </a:solidFill>
                        <a:latin typeface="Arial Black" panose="020B0A04020102020204" pitchFamily="34" charset="0"/>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extLst>
                  <a:ext uri="{0D108BD9-81ED-4DB2-BD59-A6C34878D82A}">
                    <a16:rowId xmlns:a16="http://schemas.microsoft.com/office/drawing/2014/main" val="316235763"/>
                  </a:ext>
                </a:extLst>
              </a:tr>
            </a:tbl>
          </a:graphicData>
        </a:graphic>
      </p:graphicFrame>
      <p:graphicFrame>
        <p:nvGraphicFramePr>
          <p:cNvPr id="30" name="表格 21">
            <a:extLst>
              <a:ext uri="{FF2B5EF4-FFF2-40B4-BE49-F238E27FC236}">
                <a16:creationId xmlns:a16="http://schemas.microsoft.com/office/drawing/2014/main" id="{849D252C-900C-44C3-9C3B-0A66CC10F5E3}"/>
              </a:ext>
            </a:extLst>
          </p:cNvPr>
          <p:cNvGraphicFramePr>
            <a:graphicFrameLocks noGrp="1"/>
          </p:cNvGraphicFramePr>
          <p:nvPr/>
        </p:nvGraphicFramePr>
        <p:xfrm>
          <a:off x="2302929" y="1827576"/>
          <a:ext cx="9067800" cy="370840"/>
        </p:xfrm>
        <a:graphic>
          <a:graphicData uri="http://schemas.openxmlformats.org/drawingml/2006/table">
            <a:tbl>
              <a:tblPr firstRow="1" bandRow="1">
                <a:tableStyleId>{5C22544A-7EE6-4342-B048-85BDC9FD1C3A}</a:tableStyleId>
              </a:tblPr>
              <a:tblGrid>
                <a:gridCol w="755650">
                  <a:extLst>
                    <a:ext uri="{9D8B030D-6E8A-4147-A177-3AD203B41FA5}">
                      <a16:colId xmlns:a16="http://schemas.microsoft.com/office/drawing/2014/main" val="877486509"/>
                    </a:ext>
                  </a:extLst>
                </a:gridCol>
                <a:gridCol w="755650">
                  <a:extLst>
                    <a:ext uri="{9D8B030D-6E8A-4147-A177-3AD203B41FA5}">
                      <a16:colId xmlns:a16="http://schemas.microsoft.com/office/drawing/2014/main" val="3548605817"/>
                    </a:ext>
                  </a:extLst>
                </a:gridCol>
                <a:gridCol w="755650">
                  <a:extLst>
                    <a:ext uri="{9D8B030D-6E8A-4147-A177-3AD203B41FA5}">
                      <a16:colId xmlns:a16="http://schemas.microsoft.com/office/drawing/2014/main" val="2881812895"/>
                    </a:ext>
                  </a:extLst>
                </a:gridCol>
                <a:gridCol w="755650">
                  <a:extLst>
                    <a:ext uri="{9D8B030D-6E8A-4147-A177-3AD203B41FA5}">
                      <a16:colId xmlns:a16="http://schemas.microsoft.com/office/drawing/2014/main" val="3682284582"/>
                    </a:ext>
                  </a:extLst>
                </a:gridCol>
                <a:gridCol w="755650">
                  <a:extLst>
                    <a:ext uri="{9D8B030D-6E8A-4147-A177-3AD203B41FA5}">
                      <a16:colId xmlns:a16="http://schemas.microsoft.com/office/drawing/2014/main" val="500127722"/>
                    </a:ext>
                  </a:extLst>
                </a:gridCol>
                <a:gridCol w="755650">
                  <a:extLst>
                    <a:ext uri="{9D8B030D-6E8A-4147-A177-3AD203B41FA5}">
                      <a16:colId xmlns:a16="http://schemas.microsoft.com/office/drawing/2014/main" val="2946259618"/>
                    </a:ext>
                  </a:extLst>
                </a:gridCol>
                <a:gridCol w="755650">
                  <a:extLst>
                    <a:ext uri="{9D8B030D-6E8A-4147-A177-3AD203B41FA5}">
                      <a16:colId xmlns:a16="http://schemas.microsoft.com/office/drawing/2014/main" val="171501986"/>
                    </a:ext>
                  </a:extLst>
                </a:gridCol>
                <a:gridCol w="755650">
                  <a:extLst>
                    <a:ext uri="{9D8B030D-6E8A-4147-A177-3AD203B41FA5}">
                      <a16:colId xmlns:a16="http://schemas.microsoft.com/office/drawing/2014/main" val="1667185265"/>
                    </a:ext>
                  </a:extLst>
                </a:gridCol>
                <a:gridCol w="755650">
                  <a:extLst>
                    <a:ext uri="{9D8B030D-6E8A-4147-A177-3AD203B41FA5}">
                      <a16:colId xmlns:a16="http://schemas.microsoft.com/office/drawing/2014/main" val="4258211808"/>
                    </a:ext>
                  </a:extLst>
                </a:gridCol>
                <a:gridCol w="755650">
                  <a:extLst>
                    <a:ext uri="{9D8B030D-6E8A-4147-A177-3AD203B41FA5}">
                      <a16:colId xmlns:a16="http://schemas.microsoft.com/office/drawing/2014/main" val="1794200575"/>
                    </a:ext>
                  </a:extLst>
                </a:gridCol>
                <a:gridCol w="755650">
                  <a:extLst>
                    <a:ext uri="{9D8B030D-6E8A-4147-A177-3AD203B41FA5}">
                      <a16:colId xmlns:a16="http://schemas.microsoft.com/office/drawing/2014/main" val="4230716487"/>
                    </a:ext>
                  </a:extLst>
                </a:gridCol>
                <a:gridCol w="755650">
                  <a:extLst>
                    <a:ext uri="{9D8B030D-6E8A-4147-A177-3AD203B41FA5}">
                      <a16:colId xmlns:a16="http://schemas.microsoft.com/office/drawing/2014/main" val="56153739"/>
                    </a:ext>
                  </a:extLst>
                </a:gridCol>
              </a:tblGrid>
              <a:tr h="370840">
                <a:tc>
                  <a:txBody>
                    <a:bodyPr/>
                    <a:lstStyle/>
                    <a:p>
                      <a:pPr algn="ctr"/>
                      <a:r>
                        <a:rPr lang="en-US" altLang="zh-CN" dirty="0">
                          <a:solidFill>
                            <a:schemeClr val="tx1"/>
                          </a:solidFill>
                          <a:latin typeface="Arial Black" panose="020B0A04020102020204" pitchFamily="34" charset="0"/>
                        </a:rPr>
                        <a:t>0</a:t>
                      </a:r>
                      <a:endParaRPr lang="zh-CN" altLang="en-US" dirty="0">
                        <a:solidFill>
                          <a:schemeClr val="tx1"/>
                        </a:solidFill>
                        <a:latin typeface="Arial Black" panose="020B0A04020102020204" pitchFamily="34" charset="0"/>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ctr"/>
                      <a:r>
                        <a:rPr lang="en-US" altLang="zh-CN" dirty="0">
                          <a:solidFill>
                            <a:schemeClr val="tx1"/>
                          </a:solidFill>
                          <a:latin typeface="Arial Black" panose="020B0A04020102020204" pitchFamily="34" charset="0"/>
                        </a:rPr>
                        <a:t>1</a:t>
                      </a:r>
                      <a:endParaRPr lang="zh-CN" altLang="en-US" dirty="0">
                        <a:solidFill>
                          <a:schemeClr val="tx1"/>
                        </a:solidFill>
                        <a:latin typeface="Arial Black" panose="020B0A04020102020204" pitchFamily="34" charset="0"/>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ctr"/>
                      <a:r>
                        <a:rPr lang="en-US" altLang="zh-CN" dirty="0">
                          <a:solidFill>
                            <a:schemeClr val="tx1"/>
                          </a:solidFill>
                          <a:latin typeface="Arial Black" panose="020B0A04020102020204" pitchFamily="34" charset="0"/>
                        </a:rPr>
                        <a:t>2</a:t>
                      </a:r>
                      <a:endParaRPr lang="zh-CN" altLang="en-US" dirty="0">
                        <a:solidFill>
                          <a:schemeClr val="tx1"/>
                        </a:solidFill>
                        <a:latin typeface="Arial Black" panose="020B0A04020102020204" pitchFamily="34" charset="0"/>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ctr"/>
                      <a:r>
                        <a:rPr lang="en-US" altLang="zh-CN" dirty="0">
                          <a:solidFill>
                            <a:schemeClr val="tx1"/>
                          </a:solidFill>
                          <a:latin typeface="Arial Black" panose="020B0A04020102020204" pitchFamily="34" charset="0"/>
                        </a:rPr>
                        <a:t>3</a:t>
                      </a:r>
                      <a:endParaRPr lang="zh-CN" altLang="en-US" dirty="0">
                        <a:solidFill>
                          <a:schemeClr val="tx1"/>
                        </a:solidFill>
                        <a:latin typeface="Arial Black" panose="020B0A04020102020204" pitchFamily="34" charset="0"/>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ctr"/>
                      <a:r>
                        <a:rPr lang="en-US" altLang="zh-CN" dirty="0">
                          <a:solidFill>
                            <a:schemeClr val="tx1"/>
                          </a:solidFill>
                          <a:latin typeface="Arial Black" panose="020B0A04020102020204" pitchFamily="34" charset="0"/>
                        </a:rPr>
                        <a:t>4</a:t>
                      </a:r>
                      <a:endParaRPr lang="zh-CN" altLang="en-US" dirty="0">
                        <a:solidFill>
                          <a:schemeClr val="tx1"/>
                        </a:solidFill>
                        <a:latin typeface="Arial Black" panose="020B0A04020102020204" pitchFamily="34" charset="0"/>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ctr"/>
                      <a:r>
                        <a:rPr lang="en-US" altLang="zh-CN" dirty="0">
                          <a:solidFill>
                            <a:schemeClr val="tx1"/>
                          </a:solidFill>
                          <a:latin typeface="Arial Black" panose="020B0A04020102020204" pitchFamily="34" charset="0"/>
                        </a:rPr>
                        <a:t>5</a:t>
                      </a:r>
                      <a:endParaRPr lang="zh-CN" altLang="en-US" dirty="0">
                        <a:solidFill>
                          <a:schemeClr val="tx1"/>
                        </a:solidFill>
                        <a:latin typeface="Arial Black" panose="020B0A04020102020204" pitchFamily="34" charset="0"/>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ctr"/>
                      <a:r>
                        <a:rPr lang="en-US" altLang="zh-CN" dirty="0">
                          <a:solidFill>
                            <a:schemeClr val="tx1"/>
                          </a:solidFill>
                          <a:latin typeface="Arial Black" panose="020B0A04020102020204" pitchFamily="34" charset="0"/>
                        </a:rPr>
                        <a:t>6</a:t>
                      </a:r>
                      <a:endParaRPr lang="zh-CN" altLang="en-US" dirty="0">
                        <a:solidFill>
                          <a:schemeClr val="tx1"/>
                        </a:solidFill>
                        <a:latin typeface="Arial Black" panose="020B0A04020102020204" pitchFamily="34" charset="0"/>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ctr"/>
                      <a:r>
                        <a:rPr lang="en-US" altLang="zh-CN" dirty="0">
                          <a:solidFill>
                            <a:schemeClr val="tx1"/>
                          </a:solidFill>
                          <a:latin typeface="Arial Black" panose="020B0A04020102020204" pitchFamily="34" charset="0"/>
                        </a:rPr>
                        <a:t>7</a:t>
                      </a:r>
                      <a:endParaRPr lang="zh-CN" altLang="en-US" dirty="0">
                        <a:solidFill>
                          <a:schemeClr val="tx1"/>
                        </a:solidFill>
                        <a:latin typeface="Arial Black" panose="020B0A04020102020204" pitchFamily="34" charset="0"/>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ctr"/>
                      <a:r>
                        <a:rPr lang="en-US" altLang="zh-CN" dirty="0">
                          <a:solidFill>
                            <a:schemeClr val="tx1"/>
                          </a:solidFill>
                          <a:latin typeface="Arial Black" panose="020B0A04020102020204" pitchFamily="34" charset="0"/>
                        </a:rPr>
                        <a:t>0</a:t>
                      </a:r>
                      <a:endParaRPr lang="zh-CN" altLang="en-US" dirty="0">
                        <a:solidFill>
                          <a:schemeClr val="tx1"/>
                        </a:solidFill>
                        <a:latin typeface="Arial Black" panose="020B0A04020102020204" pitchFamily="34" charset="0"/>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ctr"/>
                      <a:r>
                        <a:rPr lang="en-US" altLang="zh-CN" dirty="0">
                          <a:solidFill>
                            <a:schemeClr val="tx1"/>
                          </a:solidFill>
                          <a:latin typeface="Arial Black" panose="020B0A04020102020204" pitchFamily="34" charset="0"/>
                        </a:rPr>
                        <a:t>1</a:t>
                      </a:r>
                      <a:endParaRPr lang="zh-CN" altLang="en-US" dirty="0">
                        <a:solidFill>
                          <a:schemeClr val="tx1"/>
                        </a:solidFill>
                        <a:latin typeface="Arial Black" panose="020B0A04020102020204" pitchFamily="34" charset="0"/>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ctr"/>
                      <a:r>
                        <a:rPr lang="en-US" altLang="zh-CN" dirty="0">
                          <a:solidFill>
                            <a:schemeClr val="tx1"/>
                          </a:solidFill>
                          <a:latin typeface="Arial Black" panose="020B0A04020102020204" pitchFamily="34" charset="0"/>
                        </a:rPr>
                        <a:t>2</a:t>
                      </a:r>
                      <a:endParaRPr lang="zh-CN" altLang="en-US" dirty="0">
                        <a:solidFill>
                          <a:schemeClr val="tx1"/>
                        </a:solidFill>
                        <a:latin typeface="Arial Black" panose="020B0A04020102020204" pitchFamily="34" charset="0"/>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ctr"/>
                      <a:r>
                        <a:rPr lang="en-US" altLang="zh-CN" dirty="0">
                          <a:solidFill>
                            <a:schemeClr val="tx1"/>
                          </a:solidFill>
                          <a:latin typeface="Arial Black" panose="020B0A04020102020204" pitchFamily="34" charset="0"/>
                        </a:rPr>
                        <a:t>…</a:t>
                      </a:r>
                      <a:endParaRPr lang="zh-CN" altLang="en-US" dirty="0">
                        <a:solidFill>
                          <a:schemeClr val="tx1"/>
                        </a:solidFill>
                        <a:latin typeface="Arial Black" panose="020B0A04020102020204" pitchFamily="34" charset="0"/>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extLst>
                  <a:ext uri="{0D108BD9-81ED-4DB2-BD59-A6C34878D82A}">
                    <a16:rowId xmlns:a16="http://schemas.microsoft.com/office/drawing/2014/main" val="316235763"/>
                  </a:ext>
                </a:extLst>
              </a:tr>
            </a:tbl>
          </a:graphicData>
        </a:graphic>
      </p:graphicFrame>
      <mc:AlternateContent xmlns:mc="http://schemas.openxmlformats.org/markup-compatibility/2006" xmlns:a14="http://schemas.microsoft.com/office/drawing/2010/main">
        <mc:Choice Requires="a14">
          <p:sp>
            <p:nvSpPr>
              <p:cNvPr id="31" name="íşlïḍè">
                <a:extLst>
                  <a:ext uri="{FF2B5EF4-FFF2-40B4-BE49-F238E27FC236}">
                    <a16:creationId xmlns:a16="http://schemas.microsoft.com/office/drawing/2014/main" id="{534EE850-C207-4BCA-A31E-771A47DA9033}"/>
                  </a:ext>
                </a:extLst>
              </p:cNvPr>
              <p:cNvSpPr txBox="1"/>
              <p:nvPr/>
            </p:nvSpPr>
            <p:spPr>
              <a:xfrm>
                <a:off x="2993250" y="3257900"/>
                <a:ext cx="6218660" cy="311297"/>
              </a:xfrm>
              <a:prstGeom prst="rect">
                <a:avLst/>
              </a:prstGeom>
              <a:noFill/>
            </p:spPr>
            <p:txBody>
              <a:bodyPr wrap="square" lIns="91440" tIns="45720" rIns="91440" bIns="45720" anchor="ctr">
                <a:noAutofit/>
              </a:bodyPr>
              <a:lstStyle/>
              <a:p>
                <a:r>
                  <a:rPr lang="zh-CN" altLang="en-US" b="1" dirty="0">
                    <a:solidFill>
                      <a:schemeClr val="accent4"/>
                    </a:solidFill>
                  </a:rPr>
                  <a:t>接收窗口</a:t>
                </a:r>
                <a14:m>
                  <m:oMath xmlns:m="http://schemas.openxmlformats.org/officeDocument/2006/math">
                    <m:sSub>
                      <m:sSubPr>
                        <m:ctrlPr>
                          <a:rPr lang="en-US" altLang="zh-CN" b="1" i="1" smtClean="0">
                            <a:solidFill>
                              <a:schemeClr val="accent4"/>
                            </a:solidFill>
                            <a:latin typeface="Cambria Math" panose="02040503050406030204" pitchFamily="18" charset="0"/>
                          </a:rPr>
                        </m:ctrlPr>
                      </m:sSubPr>
                      <m:e>
                        <m:r>
                          <a:rPr lang="en-US" altLang="zh-CN" b="1" i="1" smtClean="0">
                            <a:solidFill>
                              <a:schemeClr val="accent4"/>
                            </a:solidFill>
                            <a:latin typeface="Cambria Math" panose="02040503050406030204" pitchFamily="18" charset="0"/>
                          </a:rPr>
                          <m:t>𝑾</m:t>
                        </m:r>
                      </m:e>
                      <m:sub>
                        <m:r>
                          <a:rPr lang="en-US" altLang="zh-CN" b="1" i="1" smtClean="0">
                            <a:solidFill>
                              <a:schemeClr val="accent4"/>
                            </a:solidFill>
                            <a:latin typeface="Cambria Math" panose="02040503050406030204" pitchFamily="18" charset="0"/>
                          </a:rPr>
                          <m:t>𝑹</m:t>
                        </m:r>
                      </m:sub>
                    </m:sSub>
                  </m:oMath>
                </a14:m>
                <a:r>
                  <a:rPr lang="zh-CN" altLang="en-US" b="1" dirty="0"/>
                  <a:t>取最大值</a:t>
                </a:r>
                <a14:m>
                  <m:oMath xmlns:m="http://schemas.openxmlformats.org/officeDocument/2006/math">
                    <m:sSup>
                      <m:sSupPr>
                        <m:ctrlPr>
                          <a:rPr lang="en-US" altLang="zh-CN" b="1" i="1" smtClean="0">
                            <a:latin typeface="Cambria Math" panose="02040503050406030204" pitchFamily="18" charset="0"/>
                          </a:rPr>
                        </m:ctrlPr>
                      </m:sSupPr>
                      <m:e>
                        <m:r>
                          <a:rPr lang="en-US" altLang="zh-CN" b="1" i="1" smtClean="0">
                            <a:latin typeface="Cambria Math" panose="02040503050406030204" pitchFamily="18" charset="0"/>
                          </a:rPr>
                          <m:t>𝟐</m:t>
                        </m:r>
                      </m:e>
                      <m:sup>
                        <m:r>
                          <a:rPr lang="en-US" altLang="zh-CN" b="1" i="1" smtClean="0">
                            <a:latin typeface="Cambria Math" panose="02040503050406030204" pitchFamily="18" charset="0"/>
                          </a:rPr>
                          <m:t>(</m:t>
                        </m:r>
                        <m:r>
                          <a:rPr lang="en-US" altLang="zh-CN" b="1" i="1" smtClean="0">
                            <a:latin typeface="Cambria Math" panose="02040503050406030204" pitchFamily="18" charset="0"/>
                          </a:rPr>
                          <m:t>𝟑</m:t>
                        </m:r>
                        <m:r>
                          <a:rPr lang="en-US" altLang="zh-CN" b="1" i="1" smtClean="0">
                            <a:latin typeface="Cambria Math" panose="02040503050406030204" pitchFamily="18" charset="0"/>
                          </a:rPr>
                          <m:t>−</m:t>
                        </m:r>
                        <m:r>
                          <a:rPr lang="en-US" altLang="zh-CN" b="1" i="1" smtClean="0">
                            <a:latin typeface="Cambria Math" panose="02040503050406030204" pitchFamily="18" charset="0"/>
                          </a:rPr>
                          <m:t>𝟏</m:t>
                        </m:r>
                        <m:r>
                          <a:rPr lang="en-US" altLang="zh-CN" b="1" i="1" smtClean="0">
                            <a:latin typeface="Cambria Math" panose="02040503050406030204" pitchFamily="18" charset="0"/>
                          </a:rPr>
                          <m:t>)</m:t>
                        </m:r>
                      </m:sup>
                    </m:sSup>
                  </m:oMath>
                </a14:m>
                <a:r>
                  <a:rPr lang="zh-CN" altLang="en-US" b="1" dirty="0"/>
                  <a:t>，即</a:t>
                </a:r>
                <a14:m>
                  <m:oMath xmlns:m="http://schemas.openxmlformats.org/officeDocument/2006/math">
                    <m:sSub>
                      <m:sSubPr>
                        <m:ctrlPr>
                          <a:rPr lang="en-US" altLang="zh-CN" b="1" i="1" smtClean="0">
                            <a:latin typeface="Cambria Math" panose="02040503050406030204" pitchFamily="18" charset="0"/>
                          </a:rPr>
                        </m:ctrlPr>
                      </m:sSubPr>
                      <m:e>
                        <m:r>
                          <a:rPr lang="en-US" altLang="zh-CN" b="1" i="1" smtClean="0">
                            <a:latin typeface="Cambria Math" panose="02040503050406030204" pitchFamily="18" charset="0"/>
                          </a:rPr>
                          <m:t>𝑾</m:t>
                        </m:r>
                      </m:e>
                      <m:sub>
                        <m:r>
                          <a:rPr lang="en-US" altLang="zh-CN" b="1" i="1" smtClean="0">
                            <a:latin typeface="Cambria Math" panose="02040503050406030204" pitchFamily="18" charset="0"/>
                          </a:rPr>
                          <m:t>𝑹</m:t>
                        </m:r>
                      </m:sub>
                    </m:sSub>
                    <m:r>
                      <a:rPr lang="en-US" altLang="zh-CN" b="1" i="1" smtClean="0">
                        <a:latin typeface="Cambria Math" panose="02040503050406030204" pitchFamily="18" charset="0"/>
                      </a:rPr>
                      <m:t>=</m:t>
                    </m:r>
                    <m:r>
                      <a:rPr lang="en-US" altLang="zh-CN" b="1" i="1" smtClean="0">
                        <a:latin typeface="Cambria Math" panose="02040503050406030204" pitchFamily="18" charset="0"/>
                      </a:rPr>
                      <m:t>𝟒</m:t>
                    </m:r>
                    <m:r>
                      <a:rPr lang="zh-CN" altLang="en-US" b="1" i="1">
                        <a:latin typeface="Cambria Math" panose="02040503050406030204" pitchFamily="18" charset="0"/>
                      </a:rPr>
                      <m:t>。</m:t>
                    </m:r>
                  </m:oMath>
                </a14:m>
                <a:endParaRPr lang="en-US" altLang="zh-CN" b="1" dirty="0"/>
              </a:p>
            </p:txBody>
          </p:sp>
        </mc:Choice>
        <mc:Fallback xmlns="">
          <p:sp>
            <p:nvSpPr>
              <p:cNvPr id="31" name="íşlïḍè">
                <a:extLst>
                  <a:ext uri="{FF2B5EF4-FFF2-40B4-BE49-F238E27FC236}">
                    <a16:creationId xmlns:a16="http://schemas.microsoft.com/office/drawing/2014/main" id="{534EE850-C207-4BCA-A31E-771A47DA9033}"/>
                  </a:ext>
                </a:extLst>
              </p:cNvPr>
              <p:cNvSpPr txBox="1">
                <a:spLocks noRot="1" noChangeAspect="1" noMove="1" noResize="1" noEditPoints="1" noAdjustHandles="1" noChangeArrowheads="1" noChangeShapeType="1" noTextEdit="1"/>
              </p:cNvSpPr>
              <p:nvPr/>
            </p:nvSpPr>
            <p:spPr>
              <a:xfrm>
                <a:off x="2993250" y="3257900"/>
                <a:ext cx="6218660" cy="311297"/>
              </a:xfrm>
              <a:prstGeom prst="rect">
                <a:avLst/>
              </a:prstGeom>
              <a:blipFill>
                <a:blip r:embed="rId10"/>
                <a:stretch>
                  <a:fillRect l="-784" t="-15686" b="-43137"/>
                </a:stretch>
              </a:blipFill>
            </p:spPr>
            <p:txBody>
              <a:bodyPr/>
              <a:lstStyle/>
              <a:p>
                <a:r>
                  <a:rPr lang="zh-CN" altLang="en-US">
                    <a:noFill/>
                  </a:rPr>
                  <a:t> </a:t>
                </a:r>
              </a:p>
            </p:txBody>
          </p:sp>
        </mc:Fallback>
      </mc:AlternateContent>
      <mc:AlternateContent xmlns:mc="http://schemas.openxmlformats.org/markup-compatibility/2006" xmlns:a14="http://schemas.microsoft.com/office/drawing/2010/main">
        <mc:Choice Requires="a14">
          <p:sp>
            <p:nvSpPr>
              <p:cNvPr id="32" name="íşlïḍè">
                <a:extLst>
                  <a:ext uri="{FF2B5EF4-FFF2-40B4-BE49-F238E27FC236}">
                    <a16:creationId xmlns:a16="http://schemas.microsoft.com/office/drawing/2014/main" id="{FBFA56FC-F0C2-4492-AE42-88A025F625E8}"/>
                  </a:ext>
                </a:extLst>
              </p:cNvPr>
              <p:cNvSpPr txBox="1"/>
              <p:nvPr/>
            </p:nvSpPr>
            <p:spPr>
              <a:xfrm>
                <a:off x="2993250" y="3716673"/>
                <a:ext cx="5611318" cy="311297"/>
              </a:xfrm>
              <a:prstGeom prst="rect">
                <a:avLst/>
              </a:prstGeom>
              <a:noFill/>
            </p:spPr>
            <p:txBody>
              <a:bodyPr wrap="square" lIns="91440" tIns="45720" rIns="91440" bIns="45720" anchor="ctr">
                <a:noAutofit/>
              </a:bodyPr>
              <a:lstStyle/>
              <a:p>
                <a:r>
                  <a:rPr lang="zh-CN" altLang="en-US" b="1" dirty="0">
                    <a:solidFill>
                      <a:schemeClr val="accent3"/>
                    </a:solidFill>
                  </a:rPr>
                  <a:t>发送窗口</a:t>
                </a:r>
                <a14:m>
                  <m:oMath xmlns:m="http://schemas.openxmlformats.org/officeDocument/2006/math">
                    <m:sSub>
                      <m:sSubPr>
                        <m:ctrlPr>
                          <a:rPr lang="en-US" altLang="zh-CN" b="1" i="1" smtClean="0">
                            <a:solidFill>
                              <a:schemeClr val="accent3"/>
                            </a:solidFill>
                            <a:latin typeface="Cambria Math" panose="02040503050406030204" pitchFamily="18" charset="0"/>
                          </a:rPr>
                        </m:ctrlPr>
                      </m:sSubPr>
                      <m:e>
                        <m:r>
                          <a:rPr lang="en-US" altLang="zh-CN" b="1" i="1" smtClean="0">
                            <a:solidFill>
                              <a:schemeClr val="accent3"/>
                            </a:solidFill>
                            <a:latin typeface="Cambria Math" panose="02040503050406030204" pitchFamily="18" charset="0"/>
                          </a:rPr>
                          <m:t>𝑾</m:t>
                        </m:r>
                      </m:e>
                      <m:sub>
                        <m:r>
                          <a:rPr lang="en-US" altLang="zh-CN" b="1" i="1" smtClean="0">
                            <a:solidFill>
                              <a:schemeClr val="accent3"/>
                            </a:solidFill>
                            <a:latin typeface="Cambria Math" panose="02040503050406030204" pitchFamily="18" charset="0"/>
                          </a:rPr>
                          <m:t>𝑻</m:t>
                        </m:r>
                      </m:sub>
                    </m:sSub>
                  </m:oMath>
                </a14:m>
                <a:r>
                  <a:rPr lang="zh-CN" altLang="en-US" b="1" dirty="0"/>
                  <a:t>能取到的最大值也为</a:t>
                </a:r>
                <a14:m>
                  <m:oMath xmlns:m="http://schemas.openxmlformats.org/officeDocument/2006/math">
                    <m:sSup>
                      <m:sSupPr>
                        <m:ctrlPr>
                          <a:rPr lang="en-US" altLang="zh-CN" b="1" i="1" smtClean="0">
                            <a:latin typeface="Cambria Math" panose="02040503050406030204" pitchFamily="18" charset="0"/>
                          </a:rPr>
                        </m:ctrlPr>
                      </m:sSupPr>
                      <m:e>
                        <m:r>
                          <a:rPr lang="en-US" altLang="zh-CN" b="1" i="1" smtClean="0">
                            <a:latin typeface="Cambria Math" panose="02040503050406030204" pitchFamily="18" charset="0"/>
                          </a:rPr>
                          <m:t>𝟐</m:t>
                        </m:r>
                      </m:e>
                      <m:sup>
                        <m:r>
                          <a:rPr lang="en-US" altLang="zh-CN" b="1" i="1" smtClean="0">
                            <a:latin typeface="Cambria Math" panose="02040503050406030204" pitchFamily="18" charset="0"/>
                          </a:rPr>
                          <m:t>(</m:t>
                        </m:r>
                        <m:r>
                          <a:rPr lang="en-US" altLang="zh-CN" b="1" i="1" smtClean="0">
                            <a:latin typeface="Cambria Math" panose="02040503050406030204" pitchFamily="18" charset="0"/>
                          </a:rPr>
                          <m:t>𝟑</m:t>
                        </m:r>
                        <m:r>
                          <a:rPr lang="en-US" altLang="zh-CN" b="1" i="1" smtClean="0">
                            <a:latin typeface="Cambria Math" panose="02040503050406030204" pitchFamily="18" charset="0"/>
                          </a:rPr>
                          <m:t>−</m:t>
                        </m:r>
                        <m:r>
                          <a:rPr lang="en-US" altLang="zh-CN" b="1" i="1" smtClean="0">
                            <a:latin typeface="Cambria Math" panose="02040503050406030204" pitchFamily="18" charset="0"/>
                          </a:rPr>
                          <m:t>𝟏</m:t>
                        </m:r>
                        <m:r>
                          <a:rPr lang="en-US" altLang="zh-CN" b="1" i="1" smtClean="0">
                            <a:latin typeface="Cambria Math" panose="02040503050406030204" pitchFamily="18" charset="0"/>
                          </a:rPr>
                          <m:t>)</m:t>
                        </m:r>
                      </m:sup>
                    </m:sSup>
                  </m:oMath>
                </a14:m>
                <a:r>
                  <a:rPr lang="zh-CN" altLang="en-US" b="1" dirty="0"/>
                  <a:t>，即</a:t>
                </a:r>
                <a14:m>
                  <m:oMath xmlns:m="http://schemas.openxmlformats.org/officeDocument/2006/math">
                    <m:sSub>
                      <m:sSubPr>
                        <m:ctrlPr>
                          <a:rPr lang="en-US" altLang="zh-CN" b="1" i="1" smtClean="0">
                            <a:latin typeface="Cambria Math" panose="02040503050406030204" pitchFamily="18" charset="0"/>
                          </a:rPr>
                        </m:ctrlPr>
                      </m:sSubPr>
                      <m:e>
                        <m:r>
                          <a:rPr lang="en-US" altLang="zh-CN" b="1" i="1" smtClean="0">
                            <a:latin typeface="Cambria Math" panose="02040503050406030204" pitchFamily="18" charset="0"/>
                          </a:rPr>
                          <m:t>𝑾</m:t>
                        </m:r>
                      </m:e>
                      <m:sub>
                        <m:r>
                          <a:rPr lang="en-US" altLang="zh-CN" b="1" i="1" smtClean="0">
                            <a:latin typeface="Cambria Math" panose="02040503050406030204" pitchFamily="18" charset="0"/>
                          </a:rPr>
                          <m:t>𝑻</m:t>
                        </m:r>
                      </m:sub>
                    </m:sSub>
                    <m:r>
                      <a:rPr lang="en-US" altLang="zh-CN" b="1" i="1" smtClean="0">
                        <a:latin typeface="Cambria Math" panose="02040503050406030204" pitchFamily="18" charset="0"/>
                      </a:rPr>
                      <m:t>=</m:t>
                    </m:r>
                    <m:r>
                      <a:rPr lang="en-US" altLang="zh-CN" b="1" i="1" smtClean="0">
                        <a:latin typeface="Cambria Math" panose="02040503050406030204" pitchFamily="18" charset="0"/>
                      </a:rPr>
                      <m:t>𝟒</m:t>
                    </m:r>
                    <m:r>
                      <a:rPr lang="zh-CN" altLang="en-US" b="1" i="1">
                        <a:latin typeface="Cambria Math" panose="02040503050406030204" pitchFamily="18" charset="0"/>
                      </a:rPr>
                      <m:t>。</m:t>
                    </m:r>
                  </m:oMath>
                </a14:m>
                <a:endParaRPr lang="en-US" altLang="zh-CN" b="1" dirty="0"/>
              </a:p>
            </p:txBody>
          </p:sp>
        </mc:Choice>
        <mc:Fallback xmlns="">
          <p:sp>
            <p:nvSpPr>
              <p:cNvPr id="32" name="íşlïḍè">
                <a:extLst>
                  <a:ext uri="{FF2B5EF4-FFF2-40B4-BE49-F238E27FC236}">
                    <a16:creationId xmlns:a16="http://schemas.microsoft.com/office/drawing/2014/main" id="{FBFA56FC-F0C2-4492-AE42-88A025F625E8}"/>
                  </a:ext>
                </a:extLst>
              </p:cNvPr>
              <p:cNvSpPr txBox="1">
                <a:spLocks noRot="1" noChangeAspect="1" noMove="1" noResize="1" noEditPoints="1" noAdjustHandles="1" noChangeArrowheads="1" noChangeShapeType="1" noTextEdit="1"/>
              </p:cNvSpPr>
              <p:nvPr/>
            </p:nvSpPr>
            <p:spPr>
              <a:xfrm>
                <a:off x="2993250" y="3716673"/>
                <a:ext cx="5611318" cy="311297"/>
              </a:xfrm>
              <a:prstGeom prst="rect">
                <a:avLst/>
              </a:prstGeom>
              <a:blipFill>
                <a:blip r:embed="rId11"/>
                <a:stretch>
                  <a:fillRect l="-869" t="-17647" b="-41176"/>
                </a:stretch>
              </a:blipFill>
            </p:spPr>
            <p:txBody>
              <a:bodyPr/>
              <a:lstStyle/>
              <a:p>
                <a:r>
                  <a:rPr lang="zh-CN" altLang="en-US">
                    <a:noFill/>
                  </a:rPr>
                  <a:t> </a:t>
                </a:r>
              </a:p>
            </p:txBody>
          </p:sp>
        </mc:Fallback>
      </mc:AlternateContent>
      <mc:AlternateContent xmlns:mc="http://schemas.openxmlformats.org/markup-compatibility/2006" xmlns:a14="http://schemas.microsoft.com/office/drawing/2010/main">
        <mc:Choice Requires="a14">
          <p:sp>
            <p:nvSpPr>
              <p:cNvPr id="6" name="矩形 5">
                <a:extLst>
                  <a:ext uri="{FF2B5EF4-FFF2-40B4-BE49-F238E27FC236}">
                    <a16:creationId xmlns:a16="http://schemas.microsoft.com/office/drawing/2014/main" id="{89C4AD21-2060-4D4D-A51F-2CD8C0D2D1D8}"/>
                  </a:ext>
                </a:extLst>
              </p:cNvPr>
              <p:cNvSpPr/>
              <p:nvPr/>
            </p:nvSpPr>
            <p:spPr>
              <a:xfrm>
                <a:off x="3098435" y="4230412"/>
                <a:ext cx="7584914" cy="369332"/>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zh-CN" altLang="en-US" b="1" dirty="0"/>
                  <a:t>故意取</a:t>
                </a:r>
                <a14:m>
                  <m:oMath xmlns:m="http://schemas.openxmlformats.org/officeDocument/2006/math">
                    <m:sSub>
                      <m:sSubPr>
                        <m:ctrlPr>
                          <a:rPr lang="en-US" altLang="zh-CN" b="1" i="1" smtClean="0">
                            <a:latin typeface="Cambria Math" panose="02040503050406030204" pitchFamily="18" charset="0"/>
                          </a:rPr>
                        </m:ctrlPr>
                      </m:sSubPr>
                      <m:e>
                        <m:r>
                          <a:rPr lang="en-US" altLang="zh-CN" b="1" i="1" smtClean="0">
                            <a:latin typeface="Cambria Math" panose="02040503050406030204" pitchFamily="18" charset="0"/>
                          </a:rPr>
                          <m:t>𝑾</m:t>
                        </m:r>
                      </m:e>
                      <m:sub>
                        <m:r>
                          <a:rPr lang="en-US" altLang="zh-CN" b="1" i="1" smtClean="0">
                            <a:latin typeface="Cambria Math" panose="02040503050406030204" pitchFamily="18" charset="0"/>
                          </a:rPr>
                          <m:t>𝑻</m:t>
                        </m:r>
                      </m:sub>
                    </m:sSub>
                    <m:r>
                      <a:rPr lang="en-US" altLang="zh-CN" b="1" i="1" smtClean="0">
                        <a:latin typeface="Cambria Math" panose="02040503050406030204" pitchFamily="18" charset="0"/>
                      </a:rPr>
                      <m:t>=</m:t>
                    </m:r>
                    <m:r>
                      <a:rPr lang="en-US" altLang="zh-CN" b="1" i="1" smtClean="0">
                        <a:latin typeface="Cambria Math" panose="02040503050406030204" pitchFamily="18" charset="0"/>
                      </a:rPr>
                      <m:t>𝟓</m:t>
                    </m:r>
                    <m:r>
                      <a:rPr lang="zh-CN" altLang="en-US" b="1" i="1">
                        <a:latin typeface="Cambria Math" panose="02040503050406030204" pitchFamily="18" charset="0"/>
                      </a:rPr>
                      <m:t>，</m:t>
                    </m:r>
                  </m:oMath>
                </a14:m>
                <a:r>
                  <a:rPr lang="zh-CN" altLang="en-US" b="1" dirty="0"/>
                  <a:t>使得</a:t>
                </a:r>
                <a14:m>
                  <m:oMath xmlns:m="http://schemas.openxmlformats.org/officeDocument/2006/math">
                    <m:sSub>
                      <m:sSubPr>
                        <m:ctrlPr>
                          <a:rPr lang="en-US" altLang="zh-CN" b="1" i="1">
                            <a:latin typeface="Cambria Math" panose="02040503050406030204" pitchFamily="18" charset="0"/>
                          </a:rPr>
                        </m:ctrlPr>
                      </m:sSubPr>
                      <m:e>
                        <m:r>
                          <a:rPr lang="en-US" altLang="zh-CN" b="1" i="1">
                            <a:latin typeface="Cambria Math" panose="02040503050406030204" pitchFamily="18" charset="0"/>
                          </a:rPr>
                          <m:t>𝑾</m:t>
                        </m:r>
                      </m:e>
                      <m:sub>
                        <m:r>
                          <a:rPr lang="en-US" altLang="zh-CN" b="1" i="1">
                            <a:latin typeface="Cambria Math" panose="02040503050406030204" pitchFamily="18" charset="0"/>
                          </a:rPr>
                          <m:t>𝑻</m:t>
                        </m:r>
                      </m:sub>
                    </m:sSub>
                    <m:r>
                      <a:rPr lang="en-US" altLang="zh-CN" b="1" i="1">
                        <a:latin typeface="Cambria Math" panose="02040503050406030204" pitchFamily="18" charset="0"/>
                      </a:rPr>
                      <m:t>+</m:t>
                    </m:r>
                    <m:sSub>
                      <m:sSubPr>
                        <m:ctrlPr>
                          <a:rPr lang="en-US" altLang="zh-CN" b="1" i="1">
                            <a:latin typeface="Cambria Math" panose="02040503050406030204" pitchFamily="18" charset="0"/>
                          </a:rPr>
                        </m:ctrlPr>
                      </m:sSubPr>
                      <m:e>
                        <m:r>
                          <a:rPr lang="en-US" altLang="zh-CN" b="1" i="1">
                            <a:latin typeface="Cambria Math" panose="02040503050406030204" pitchFamily="18" charset="0"/>
                          </a:rPr>
                          <m:t>𝑾</m:t>
                        </m:r>
                      </m:e>
                      <m:sub>
                        <m:r>
                          <a:rPr lang="en-US" altLang="zh-CN" b="1" i="1">
                            <a:latin typeface="Cambria Math" panose="02040503050406030204" pitchFamily="18" charset="0"/>
                          </a:rPr>
                          <m:t>𝑹</m:t>
                        </m:r>
                      </m:sub>
                    </m:sSub>
                    <m:r>
                      <a:rPr lang="en-US" altLang="zh-CN" b="1" i="1" dirty="0" smtClean="0">
                        <a:latin typeface="Cambria Math" panose="02040503050406030204" pitchFamily="18" charset="0"/>
                        <a:ea typeface="Cambria Math" panose="02040503050406030204" pitchFamily="18" charset="0"/>
                      </a:rPr>
                      <m:t>≥</m:t>
                    </m:r>
                    <m:sSup>
                      <m:sSupPr>
                        <m:ctrlPr>
                          <a:rPr lang="en-US" altLang="zh-CN" b="1" i="1" dirty="0">
                            <a:latin typeface="Cambria Math" panose="02040503050406030204" pitchFamily="18" charset="0"/>
                            <a:ea typeface="Cambria Math" panose="02040503050406030204" pitchFamily="18" charset="0"/>
                          </a:rPr>
                        </m:ctrlPr>
                      </m:sSupPr>
                      <m:e>
                        <m:r>
                          <a:rPr lang="en-US" altLang="zh-CN" b="1" i="1" dirty="0">
                            <a:latin typeface="Cambria Math" panose="02040503050406030204" pitchFamily="18" charset="0"/>
                            <a:ea typeface="Cambria Math" panose="02040503050406030204" pitchFamily="18" charset="0"/>
                          </a:rPr>
                          <m:t>𝟐</m:t>
                        </m:r>
                      </m:e>
                      <m:sup>
                        <m:r>
                          <a:rPr lang="en-US" altLang="zh-CN" b="1" i="1" dirty="0" smtClean="0">
                            <a:latin typeface="Cambria Math" panose="02040503050406030204" pitchFamily="18" charset="0"/>
                            <a:ea typeface="Cambria Math" panose="02040503050406030204" pitchFamily="18" charset="0"/>
                          </a:rPr>
                          <m:t>𝟑</m:t>
                        </m:r>
                      </m:sup>
                    </m:sSup>
                  </m:oMath>
                </a14:m>
                <a:r>
                  <a:rPr lang="zh-CN" altLang="en-US" b="1" dirty="0"/>
                  <a:t>，接收方将无法分辨新旧数据分组</a:t>
                </a:r>
                <a:endParaRPr lang="en-US" altLang="zh-CN" b="1" dirty="0"/>
              </a:p>
            </p:txBody>
          </p:sp>
        </mc:Choice>
        <mc:Fallback xmlns="">
          <p:sp>
            <p:nvSpPr>
              <p:cNvPr id="6" name="矩形 5">
                <a:extLst>
                  <a:ext uri="{FF2B5EF4-FFF2-40B4-BE49-F238E27FC236}">
                    <a16:creationId xmlns:a16="http://schemas.microsoft.com/office/drawing/2014/main" id="{89C4AD21-2060-4D4D-A51F-2CD8C0D2D1D8}"/>
                  </a:ext>
                </a:extLst>
              </p:cNvPr>
              <p:cNvSpPr>
                <a:spLocks noRot="1" noChangeAspect="1" noMove="1" noResize="1" noEditPoints="1" noAdjustHandles="1" noChangeArrowheads="1" noChangeShapeType="1" noTextEdit="1"/>
              </p:cNvSpPr>
              <p:nvPr/>
            </p:nvSpPr>
            <p:spPr>
              <a:xfrm>
                <a:off x="3098435" y="4230412"/>
                <a:ext cx="7584914" cy="369332"/>
              </a:xfrm>
              <a:prstGeom prst="rect">
                <a:avLst/>
              </a:prstGeom>
              <a:blipFill>
                <a:blip r:embed="rId12"/>
                <a:stretch>
                  <a:fillRect t="-6349" b="-23810"/>
                </a:stretch>
              </a:blipFill>
            </p:spPr>
            <p:txBody>
              <a:bodyPr/>
              <a:lstStyle/>
              <a:p>
                <a:r>
                  <a:rPr lang="zh-CN" altLang="en-US">
                    <a:noFill/>
                  </a:rPr>
                  <a:t> </a:t>
                </a:r>
              </a:p>
            </p:txBody>
          </p:sp>
        </mc:Fallback>
      </mc:AlternateContent>
      <p:sp>
        <p:nvSpPr>
          <p:cNvPr id="50" name="矩形 49">
            <a:extLst>
              <a:ext uri="{FF2B5EF4-FFF2-40B4-BE49-F238E27FC236}">
                <a16:creationId xmlns:a16="http://schemas.microsoft.com/office/drawing/2014/main" id="{21653D19-BC93-4DC3-81B3-E7F2B2072EBB}"/>
              </a:ext>
            </a:extLst>
          </p:cNvPr>
          <p:cNvSpPr/>
          <p:nvPr/>
        </p:nvSpPr>
        <p:spPr>
          <a:xfrm>
            <a:off x="2300222" y="5537182"/>
            <a:ext cx="3780000" cy="390966"/>
          </a:xfrm>
          <a:prstGeom prst="rect">
            <a:avLst/>
          </a:prstGeom>
          <a:solidFill>
            <a:schemeClr val="accent3">
              <a:alpha val="74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55" name="矩形 54">
            <a:extLst>
              <a:ext uri="{FF2B5EF4-FFF2-40B4-BE49-F238E27FC236}">
                <a16:creationId xmlns:a16="http://schemas.microsoft.com/office/drawing/2014/main" id="{D8B76C93-45FF-43DC-9E99-7255DE4A51F5}"/>
              </a:ext>
            </a:extLst>
          </p:cNvPr>
          <p:cNvSpPr/>
          <p:nvPr/>
        </p:nvSpPr>
        <p:spPr>
          <a:xfrm>
            <a:off x="2302928" y="1838438"/>
            <a:ext cx="3780000" cy="369332"/>
          </a:xfrm>
          <a:prstGeom prst="rect">
            <a:avLst/>
          </a:prstGeom>
          <a:solidFill>
            <a:schemeClr val="accent4">
              <a:alpha val="74000"/>
            </a:schemeClr>
          </a:solidFill>
          <a:ln>
            <a:solidFill>
              <a:schemeClr val="accent4"/>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grpSp>
        <p:nvGrpSpPr>
          <p:cNvPr id="5" name="组合 4">
            <a:extLst>
              <a:ext uri="{FF2B5EF4-FFF2-40B4-BE49-F238E27FC236}">
                <a16:creationId xmlns:a16="http://schemas.microsoft.com/office/drawing/2014/main" id="{81FA7FBD-0C8E-42F7-9011-7723A73B0170}"/>
              </a:ext>
            </a:extLst>
          </p:cNvPr>
          <p:cNvGrpSpPr/>
          <p:nvPr/>
        </p:nvGrpSpPr>
        <p:grpSpPr>
          <a:xfrm>
            <a:off x="463979" y="2778227"/>
            <a:ext cx="708432" cy="1074683"/>
            <a:chOff x="463979" y="2778227"/>
            <a:chExt cx="708432" cy="1074683"/>
          </a:xfrm>
        </p:grpSpPr>
        <p:sp>
          <p:nvSpPr>
            <p:cNvPr id="57" name="矩形 56">
              <a:extLst>
                <a:ext uri="{FF2B5EF4-FFF2-40B4-BE49-F238E27FC236}">
                  <a16:creationId xmlns:a16="http://schemas.microsoft.com/office/drawing/2014/main" id="{9E58F32F-4B7E-49CD-A549-3FACD6AF3FCC}"/>
                </a:ext>
              </a:extLst>
            </p:cNvPr>
            <p:cNvSpPr/>
            <p:nvPr/>
          </p:nvSpPr>
          <p:spPr>
            <a:xfrm>
              <a:off x="463979" y="3582627"/>
              <a:ext cx="708432" cy="270283"/>
            </a:xfrm>
            <a:prstGeom prst="rect">
              <a:avLst/>
            </a:prstGeom>
            <a:solidFill>
              <a:schemeClr val="accent4"/>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46800" rIns="46800" rtlCol="0" anchor="ctr"/>
            <a:lstStyle/>
            <a:p>
              <a:pPr algn="ctr"/>
              <a:r>
                <a:rPr lang="en-US" altLang="zh-CN" b="1" dirty="0"/>
                <a:t>ACK1</a:t>
              </a:r>
              <a:endParaRPr lang="zh-CN" altLang="en-US" b="1" dirty="0"/>
            </a:p>
          </p:txBody>
        </p:sp>
        <p:sp>
          <p:nvSpPr>
            <p:cNvPr id="58" name="矩形 57">
              <a:extLst>
                <a:ext uri="{FF2B5EF4-FFF2-40B4-BE49-F238E27FC236}">
                  <a16:creationId xmlns:a16="http://schemas.microsoft.com/office/drawing/2014/main" id="{C6D8C967-D99D-4C0E-AFC8-7B78AA45EA15}"/>
                </a:ext>
              </a:extLst>
            </p:cNvPr>
            <p:cNvSpPr/>
            <p:nvPr/>
          </p:nvSpPr>
          <p:spPr>
            <a:xfrm>
              <a:off x="463979" y="3310754"/>
              <a:ext cx="708432" cy="270283"/>
            </a:xfrm>
            <a:prstGeom prst="rect">
              <a:avLst/>
            </a:prstGeom>
            <a:solidFill>
              <a:schemeClr val="accent4"/>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46800" rIns="46800" rtlCol="0" anchor="ctr"/>
            <a:lstStyle/>
            <a:p>
              <a:pPr algn="ctr"/>
              <a:r>
                <a:rPr lang="en-US" altLang="zh-CN" b="1" dirty="0"/>
                <a:t>ACK2</a:t>
              </a:r>
              <a:endParaRPr lang="zh-CN" altLang="en-US" b="1" dirty="0"/>
            </a:p>
          </p:txBody>
        </p:sp>
        <p:sp>
          <p:nvSpPr>
            <p:cNvPr id="59" name="矩形 58">
              <a:extLst>
                <a:ext uri="{FF2B5EF4-FFF2-40B4-BE49-F238E27FC236}">
                  <a16:creationId xmlns:a16="http://schemas.microsoft.com/office/drawing/2014/main" id="{7B76C04E-C4AE-44DC-9B98-FB72DDED5DC3}"/>
                </a:ext>
              </a:extLst>
            </p:cNvPr>
            <p:cNvSpPr/>
            <p:nvPr/>
          </p:nvSpPr>
          <p:spPr>
            <a:xfrm>
              <a:off x="463979" y="3040471"/>
              <a:ext cx="708432" cy="270283"/>
            </a:xfrm>
            <a:prstGeom prst="rect">
              <a:avLst/>
            </a:prstGeom>
            <a:solidFill>
              <a:schemeClr val="accent4"/>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46800" rIns="46800" rtlCol="0" anchor="ctr"/>
            <a:lstStyle/>
            <a:p>
              <a:pPr algn="ctr"/>
              <a:r>
                <a:rPr lang="en-US" altLang="zh-CN" b="1" dirty="0"/>
                <a:t>ACK3</a:t>
              </a:r>
              <a:endParaRPr lang="zh-CN" altLang="en-US" b="1" dirty="0"/>
            </a:p>
          </p:txBody>
        </p:sp>
        <p:sp>
          <p:nvSpPr>
            <p:cNvPr id="60" name="矩形 59">
              <a:extLst>
                <a:ext uri="{FF2B5EF4-FFF2-40B4-BE49-F238E27FC236}">
                  <a16:creationId xmlns:a16="http://schemas.microsoft.com/office/drawing/2014/main" id="{09B19D7C-AE53-4F71-AECD-A9EC9864C4A3}"/>
                </a:ext>
              </a:extLst>
            </p:cNvPr>
            <p:cNvSpPr/>
            <p:nvPr/>
          </p:nvSpPr>
          <p:spPr>
            <a:xfrm>
              <a:off x="463979" y="2778227"/>
              <a:ext cx="708432" cy="270283"/>
            </a:xfrm>
            <a:prstGeom prst="rect">
              <a:avLst/>
            </a:prstGeom>
            <a:solidFill>
              <a:schemeClr val="accent4"/>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46800" rIns="46800" rtlCol="0" anchor="ctr"/>
            <a:lstStyle/>
            <a:p>
              <a:pPr algn="ctr"/>
              <a:r>
                <a:rPr lang="en-US" altLang="zh-CN" b="1" dirty="0"/>
                <a:t>ACK4</a:t>
              </a:r>
              <a:endParaRPr lang="zh-CN" altLang="en-US" b="1" dirty="0"/>
            </a:p>
          </p:txBody>
        </p:sp>
      </p:grpSp>
      <p:sp>
        <p:nvSpPr>
          <p:cNvPr id="61" name="矩形 60">
            <a:extLst>
              <a:ext uri="{FF2B5EF4-FFF2-40B4-BE49-F238E27FC236}">
                <a16:creationId xmlns:a16="http://schemas.microsoft.com/office/drawing/2014/main" id="{2386C665-6B52-42F5-B9FB-619CD5D4E788}"/>
              </a:ext>
            </a:extLst>
          </p:cNvPr>
          <p:cNvSpPr/>
          <p:nvPr/>
        </p:nvSpPr>
        <p:spPr>
          <a:xfrm>
            <a:off x="463979" y="3833920"/>
            <a:ext cx="708432" cy="270283"/>
          </a:xfrm>
          <a:prstGeom prst="rect">
            <a:avLst/>
          </a:prstGeom>
          <a:solidFill>
            <a:schemeClr val="accent4"/>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46800" rIns="46800" rtlCol="0" anchor="ctr"/>
          <a:lstStyle/>
          <a:p>
            <a:pPr algn="ctr"/>
            <a:r>
              <a:rPr lang="en-US" altLang="zh-CN" b="1" dirty="0"/>
              <a:t>ACK0</a:t>
            </a:r>
            <a:endParaRPr lang="zh-CN" altLang="en-US" b="1" dirty="0"/>
          </a:p>
        </p:txBody>
      </p:sp>
      <p:sp>
        <p:nvSpPr>
          <p:cNvPr id="35" name="平行四边形 34">
            <a:extLst>
              <a:ext uri="{FF2B5EF4-FFF2-40B4-BE49-F238E27FC236}">
                <a16:creationId xmlns:a16="http://schemas.microsoft.com/office/drawing/2014/main" id="{61631DED-E0D6-02F1-7E3F-066EA004BA43}"/>
              </a:ext>
            </a:extLst>
          </p:cNvPr>
          <p:cNvSpPr/>
          <p:nvPr/>
        </p:nvSpPr>
        <p:spPr>
          <a:xfrm>
            <a:off x="304800" y="749300"/>
            <a:ext cx="675384" cy="387090"/>
          </a:xfrm>
          <a:prstGeom prst="parallelogram">
            <a:avLst/>
          </a:prstGeom>
          <a:solidFill>
            <a:schemeClr val="accent3">
              <a:lumMod val="75000"/>
            </a:schemeClr>
          </a:solidFill>
          <a:ln>
            <a:solidFill>
              <a:schemeClr val="accent3">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CN" sz="2200" dirty="0">
                <a:latin typeface="Impact" panose="020B0806030902050204" pitchFamily="34" charset="0"/>
              </a:rPr>
              <a:t>05</a:t>
            </a:r>
            <a:endParaRPr lang="zh-CN" altLang="en-US" sz="2200" dirty="0">
              <a:latin typeface="Impact" panose="020B0806030902050204" pitchFamily="34" charset="0"/>
            </a:endParaRPr>
          </a:p>
        </p:txBody>
      </p:sp>
    </p:spTree>
    <p:custDataLst>
      <p:tags r:id="rId1"/>
    </p:custDataLst>
    <p:extLst>
      <p:ext uri="{BB962C8B-B14F-4D97-AF65-F5344CB8AC3E}">
        <p14:creationId xmlns:p14="http://schemas.microsoft.com/office/powerpoint/2010/main" val="811092406"/>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49" presetClass="exit" presetSubtype="0" accel="100000" fill="hold" grpId="0" nodeType="withEffect">
                                  <p:stCondLst>
                                    <p:cond delay="0"/>
                                  </p:stCondLst>
                                  <p:childTnLst>
                                    <p:anim calcmode="lin" valueType="num">
                                      <p:cBhvr>
                                        <p:cTn id="6" dur="500"/>
                                        <p:tgtEl>
                                          <p:spTgt spid="61"/>
                                        </p:tgtEl>
                                        <p:attrNameLst>
                                          <p:attrName>ppt_w</p:attrName>
                                        </p:attrNameLst>
                                      </p:cBhvr>
                                      <p:tavLst>
                                        <p:tav tm="0">
                                          <p:val>
                                            <p:strVal val="ppt_w"/>
                                          </p:val>
                                        </p:tav>
                                        <p:tav tm="100000">
                                          <p:val>
                                            <p:fltVal val="0"/>
                                          </p:val>
                                        </p:tav>
                                      </p:tavLst>
                                    </p:anim>
                                    <p:anim calcmode="lin" valueType="num">
                                      <p:cBhvr>
                                        <p:cTn id="7" dur="500"/>
                                        <p:tgtEl>
                                          <p:spTgt spid="61"/>
                                        </p:tgtEl>
                                        <p:attrNameLst>
                                          <p:attrName>ppt_h</p:attrName>
                                        </p:attrNameLst>
                                      </p:cBhvr>
                                      <p:tavLst>
                                        <p:tav tm="0">
                                          <p:val>
                                            <p:strVal val="ppt_h"/>
                                          </p:val>
                                        </p:tav>
                                        <p:tav tm="100000">
                                          <p:val>
                                            <p:fltVal val="0"/>
                                          </p:val>
                                        </p:tav>
                                      </p:tavLst>
                                    </p:anim>
                                    <p:anim calcmode="lin" valueType="num">
                                      <p:cBhvr>
                                        <p:cTn id="8" dur="500"/>
                                        <p:tgtEl>
                                          <p:spTgt spid="61"/>
                                        </p:tgtEl>
                                        <p:attrNameLst>
                                          <p:attrName>style.rotation</p:attrName>
                                        </p:attrNameLst>
                                      </p:cBhvr>
                                      <p:tavLst>
                                        <p:tav tm="0">
                                          <p:val>
                                            <p:fltVal val="0"/>
                                          </p:val>
                                        </p:tav>
                                        <p:tav tm="100000">
                                          <p:val>
                                            <p:fltVal val="360"/>
                                          </p:val>
                                        </p:tav>
                                      </p:tavLst>
                                    </p:anim>
                                    <p:animEffect transition="out" filter="fade">
                                      <p:cBhvr>
                                        <p:cTn id="9" dur="500"/>
                                        <p:tgtEl>
                                          <p:spTgt spid="61"/>
                                        </p:tgtEl>
                                      </p:cBhvr>
                                    </p:animEffect>
                                    <p:set>
                                      <p:cBhvr>
                                        <p:cTn id="10" dur="1" fill="hold">
                                          <p:stCondLst>
                                            <p:cond delay="499"/>
                                          </p:stCondLst>
                                        </p:cTn>
                                        <p:tgtEl>
                                          <p:spTgt spid="61"/>
                                        </p:tgtEl>
                                        <p:attrNameLst>
                                          <p:attrName>style.visibility</p:attrName>
                                        </p:attrNameLst>
                                      </p:cBhvr>
                                      <p:to>
                                        <p:strVal val="hidden"/>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61" grpId="0" animBg="1"/>
    </p:bldLst>
  </p:timing>
</p:sld>
</file>

<file path=ppt/slides/slide21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62" name="组合 61">
            <a:extLst>
              <a:ext uri="{FF2B5EF4-FFF2-40B4-BE49-F238E27FC236}">
                <a16:creationId xmlns:a16="http://schemas.microsoft.com/office/drawing/2014/main" id="{F19B41B5-1CAF-4317-BFE9-0EB9D4F3122A}"/>
              </a:ext>
            </a:extLst>
          </p:cNvPr>
          <p:cNvGrpSpPr/>
          <p:nvPr/>
        </p:nvGrpSpPr>
        <p:grpSpPr>
          <a:xfrm>
            <a:off x="6076266" y="1368773"/>
            <a:ext cx="3025589" cy="910796"/>
            <a:chOff x="2302929" y="5098286"/>
            <a:chExt cx="3025589" cy="910796"/>
          </a:xfrm>
        </p:grpSpPr>
        <p:sp>
          <p:nvSpPr>
            <p:cNvPr id="63" name="矩形 62">
              <a:extLst>
                <a:ext uri="{FF2B5EF4-FFF2-40B4-BE49-F238E27FC236}">
                  <a16:creationId xmlns:a16="http://schemas.microsoft.com/office/drawing/2014/main" id="{B49D0ED5-9735-4215-8648-650049F0844F}"/>
                </a:ext>
              </a:extLst>
            </p:cNvPr>
            <p:cNvSpPr/>
            <p:nvPr/>
          </p:nvSpPr>
          <p:spPr>
            <a:xfrm>
              <a:off x="2302929" y="5467618"/>
              <a:ext cx="3025589" cy="541464"/>
            </a:xfrm>
            <a:prstGeom prst="rect">
              <a:avLst/>
            </a:prstGeom>
            <a:solidFill>
              <a:schemeClr val="accent4"/>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mc:AlternateContent xmlns:mc="http://schemas.openxmlformats.org/markup-compatibility/2006" xmlns:a14="http://schemas.microsoft.com/office/drawing/2010/main">
          <mc:Choice Requires="a14">
            <p:sp>
              <p:nvSpPr>
                <p:cNvPr id="64" name="文本框 63">
                  <a:extLst>
                    <a:ext uri="{FF2B5EF4-FFF2-40B4-BE49-F238E27FC236}">
                      <a16:creationId xmlns:a16="http://schemas.microsoft.com/office/drawing/2014/main" id="{131B1AC1-C9F8-431B-BA17-31E2F41B428C}"/>
                    </a:ext>
                  </a:extLst>
                </p:cNvPr>
                <p:cNvSpPr txBox="1"/>
                <p:nvPr/>
              </p:nvSpPr>
              <p:spPr>
                <a:xfrm>
                  <a:off x="3277773" y="5098286"/>
                  <a:ext cx="1067217" cy="369332"/>
                </a:xfrm>
                <a:prstGeom prst="rect">
                  <a:avLst/>
                </a:prstGeom>
                <a:noFill/>
              </p:spPr>
              <p:txBody>
                <a:bodyPr wrap="square">
                  <a:spAutoFit/>
                </a:bodyPr>
                <a:lstStyle/>
                <a:p>
                  <a:pPr/>
                  <a14:m>
                    <m:oMathPara xmlns:m="http://schemas.openxmlformats.org/officeDocument/2006/math">
                      <m:oMathParaPr>
                        <m:jc m:val="centerGroup"/>
                      </m:oMathParaPr>
                      <m:oMath xmlns:m="http://schemas.openxmlformats.org/officeDocument/2006/math">
                        <m:sSub>
                          <m:sSubPr>
                            <m:ctrlPr>
                              <a:rPr lang="en-US" altLang="zh-CN" b="1" i="1" smtClean="0">
                                <a:solidFill>
                                  <a:schemeClr val="accent4"/>
                                </a:solidFill>
                                <a:latin typeface="Cambria Math" panose="02040503050406030204" pitchFamily="18" charset="0"/>
                              </a:rPr>
                            </m:ctrlPr>
                          </m:sSubPr>
                          <m:e>
                            <m:r>
                              <a:rPr lang="en-US" altLang="zh-CN" b="1" i="1" smtClean="0">
                                <a:solidFill>
                                  <a:schemeClr val="accent4"/>
                                </a:solidFill>
                                <a:latin typeface="Cambria Math" panose="02040503050406030204" pitchFamily="18" charset="0"/>
                              </a:rPr>
                              <m:t>𝑾</m:t>
                            </m:r>
                          </m:e>
                          <m:sub>
                            <m:r>
                              <a:rPr lang="en-US" altLang="zh-CN" b="1" i="1" smtClean="0">
                                <a:solidFill>
                                  <a:schemeClr val="accent4"/>
                                </a:solidFill>
                                <a:latin typeface="Cambria Math" panose="02040503050406030204" pitchFamily="18" charset="0"/>
                              </a:rPr>
                              <m:t>𝑹</m:t>
                            </m:r>
                          </m:sub>
                        </m:sSub>
                        <m:r>
                          <a:rPr lang="en-US" altLang="zh-CN" b="1" i="1" smtClean="0">
                            <a:solidFill>
                              <a:schemeClr val="accent4"/>
                            </a:solidFill>
                            <a:latin typeface="Cambria Math" panose="02040503050406030204" pitchFamily="18" charset="0"/>
                          </a:rPr>
                          <m:t>=</m:t>
                        </m:r>
                        <m:r>
                          <a:rPr lang="en-US" altLang="zh-CN" b="1" i="1" smtClean="0">
                            <a:solidFill>
                              <a:schemeClr val="accent4"/>
                            </a:solidFill>
                            <a:latin typeface="Cambria Math" panose="02040503050406030204" pitchFamily="18" charset="0"/>
                          </a:rPr>
                          <m:t>𝟒</m:t>
                        </m:r>
                      </m:oMath>
                    </m:oMathPara>
                  </a14:m>
                  <a:endParaRPr lang="zh-CN" altLang="en-US" dirty="0">
                    <a:solidFill>
                      <a:schemeClr val="accent4"/>
                    </a:solidFill>
                  </a:endParaRPr>
                </a:p>
              </p:txBody>
            </p:sp>
          </mc:Choice>
          <mc:Fallback xmlns="">
            <p:sp>
              <p:nvSpPr>
                <p:cNvPr id="47" name="文本框 46">
                  <a:extLst>
                    <a:ext uri="{FF2B5EF4-FFF2-40B4-BE49-F238E27FC236}">
                      <a16:creationId xmlns:a16="http://schemas.microsoft.com/office/drawing/2014/main" id="{4DD506B6-2862-4CF6-A3E9-F36AEFD5D21B}"/>
                    </a:ext>
                  </a:extLst>
                </p:cNvPr>
                <p:cNvSpPr txBox="1">
                  <a:spLocks noRot="1" noChangeAspect="1" noMove="1" noResize="1" noEditPoints="1" noAdjustHandles="1" noChangeArrowheads="1" noChangeShapeType="1" noTextEdit="1"/>
                </p:cNvSpPr>
                <p:nvPr/>
              </p:nvSpPr>
              <p:spPr>
                <a:xfrm>
                  <a:off x="3277773" y="5098286"/>
                  <a:ext cx="1067217" cy="369332"/>
                </a:xfrm>
                <a:prstGeom prst="rect">
                  <a:avLst/>
                </a:prstGeom>
                <a:blipFill>
                  <a:blip r:embed="rId3"/>
                  <a:stretch>
                    <a:fillRect b="-3333"/>
                  </a:stretch>
                </a:blipFill>
              </p:spPr>
              <p:txBody>
                <a:bodyPr/>
                <a:lstStyle/>
                <a:p>
                  <a:r>
                    <a:rPr lang="zh-CN" altLang="en-US">
                      <a:noFill/>
                    </a:rPr>
                    <a:t> </a:t>
                  </a:r>
                </a:p>
              </p:txBody>
            </p:sp>
          </mc:Fallback>
        </mc:AlternateContent>
      </p:grpSp>
      <p:grpSp>
        <p:nvGrpSpPr>
          <p:cNvPr id="7" name="组合 6">
            <a:extLst>
              <a:ext uri="{FF2B5EF4-FFF2-40B4-BE49-F238E27FC236}">
                <a16:creationId xmlns:a16="http://schemas.microsoft.com/office/drawing/2014/main" id="{9E77AC09-7192-4583-8A5B-4DEBB14A0D2C}"/>
              </a:ext>
            </a:extLst>
          </p:cNvPr>
          <p:cNvGrpSpPr/>
          <p:nvPr/>
        </p:nvGrpSpPr>
        <p:grpSpPr>
          <a:xfrm>
            <a:off x="2302929" y="5098286"/>
            <a:ext cx="3780000" cy="910796"/>
            <a:chOff x="2302929" y="5098286"/>
            <a:chExt cx="3780000" cy="910796"/>
          </a:xfrm>
        </p:grpSpPr>
        <p:sp>
          <p:nvSpPr>
            <p:cNvPr id="33" name="矩形 32">
              <a:extLst>
                <a:ext uri="{FF2B5EF4-FFF2-40B4-BE49-F238E27FC236}">
                  <a16:creationId xmlns:a16="http://schemas.microsoft.com/office/drawing/2014/main" id="{3EA6F5A2-1C83-4BE5-9CCD-7CBA9C984323}"/>
                </a:ext>
              </a:extLst>
            </p:cNvPr>
            <p:cNvSpPr/>
            <p:nvPr/>
          </p:nvSpPr>
          <p:spPr>
            <a:xfrm>
              <a:off x="2302929" y="5467618"/>
              <a:ext cx="3780000" cy="541464"/>
            </a:xfrm>
            <a:prstGeom prst="rect">
              <a:avLst/>
            </a:prstGeom>
            <a:solidFill>
              <a:schemeClr val="accent3"/>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mc:AlternateContent xmlns:mc="http://schemas.openxmlformats.org/markup-compatibility/2006" xmlns:a14="http://schemas.microsoft.com/office/drawing/2010/main">
          <mc:Choice Requires="a14">
            <p:sp>
              <p:nvSpPr>
                <p:cNvPr id="34" name="文本框 33">
                  <a:extLst>
                    <a:ext uri="{FF2B5EF4-FFF2-40B4-BE49-F238E27FC236}">
                      <a16:creationId xmlns:a16="http://schemas.microsoft.com/office/drawing/2014/main" id="{8C755A65-DDAE-400F-BD8A-B2EB9981B67D}"/>
                    </a:ext>
                  </a:extLst>
                </p:cNvPr>
                <p:cNvSpPr txBox="1"/>
                <p:nvPr/>
              </p:nvSpPr>
              <p:spPr>
                <a:xfrm>
                  <a:off x="3670624" y="5098286"/>
                  <a:ext cx="1067217" cy="369332"/>
                </a:xfrm>
                <a:prstGeom prst="rect">
                  <a:avLst/>
                </a:prstGeom>
                <a:noFill/>
              </p:spPr>
              <p:txBody>
                <a:bodyPr wrap="square">
                  <a:spAutoFit/>
                </a:bodyPr>
                <a:lstStyle/>
                <a:p>
                  <a:pPr/>
                  <a14:m>
                    <m:oMathPara xmlns:m="http://schemas.openxmlformats.org/officeDocument/2006/math">
                      <m:oMathParaPr>
                        <m:jc m:val="centerGroup"/>
                      </m:oMathParaPr>
                      <m:oMath xmlns:m="http://schemas.openxmlformats.org/officeDocument/2006/math">
                        <m:sSub>
                          <m:sSubPr>
                            <m:ctrlPr>
                              <a:rPr lang="en-US" altLang="zh-CN" b="1" i="1" smtClean="0">
                                <a:solidFill>
                                  <a:schemeClr val="accent3"/>
                                </a:solidFill>
                                <a:latin typeface="Cambria Math" panose="02040503050406030204" pitchFamily="18" charset="0"/>
                              </a:rPr>
                            </m:ctrlPr>
                          </m:sSubPr>
                          <m:e>
                            <m:r>
                              <a:rPr lang="en-US" altLang="zh-CN" b="1" i="1" smtClean="0">
                                <a:solidFill>
                                  <a:schemeClr val="accent3"/>
                                </a:solidFill>
                                <a:latin typeface="Cambria Math" panose="02040503050406030204" pitchFamily="18" charset="0"/>
                              </a:rPr>
                              <m:t>𝑾</m:t>
                            </m:r>
                          </m:e>
                          <m:sub>
                            <m:r>
                              <a:rPr lang="en-US" altLang="zh-CN" b="1" i="1" smtClean="0">
                                <a:solidFill>
                                  <a:schemeClr val="accent3"/>
                                </a:solidFill>
                                <a:latin typeface="Cambria Math" panose="02040503050406030204" pitchFamily="18" charset="0"/>
                              </a:rPr>
                              <m:t>𝑻</m:t>
                            </m:r>
                          </m:sub>
                        </m:sSub>
                        <m:r>
                          <a:rPr lang="en-US" altLang="zh-CN" b="1" i="1" smtClean="0">
                            <a:solidFill>
                              <a:schemeClr val="accent3"/>
                            </a:solidFill>
                            <a:latin typeface="Cambria Math" panose="02040503050406030204" pitchFamily="18" charset="0"/>
                          </a:rPr>
                          <m:t>=</m:t>
                        </m:r>
                        <m:r>
                          <a:rPr lang="en-US" altLang="zh-CN" b="1" i="1" smtClean="0">
                            <a:solidFill>
                              <a:schemeClr val="accent3"/>
                            </a:solidFill>
                            <a:latin typeface="Cambria Math" panose="02040503050406030204" pitchFamily="18" charset="0"/>
                          </a:rPr>
                          <m:t>𝟓</m:t>
                        </m:r>
                      </m:oMath>
                    </m:oMathPara>
                  </a14:m>
                  <a:endParaRPr lang="zh-CN" altLang="en-US" dirty="0">
                    <a:solidFill>
                      <a:schemeClr val="accent3"/>
                    </a:solidFill>
                  </a:endParaRPr>
                </a:p>
              </p:txBody>
            </p:sp>
          </mc:Choice>
          <mc:Fallback xmlns="">
            <p:sp>
              <p:nvSpPr>
                <p:cNvPr id="34" name="文本框 33">
                  <a:extLst>
                    <a:ext uri="{FF2B5EF4-FFF2-40B4-BE49-F238E27FC236}">
                      <a16:creationId xmlns:a16="http://schemas.microsoft.com/office/drawing/2014/main" id="{8C755A65-DDAE-400F-BD8A-B2EB9981B67D}"/>
                    </a:ext>
                  </a:extLst>
                </p:cNvPr>
                <p:cNvSpPr txBox="1">
                  <a:spLocks noRot="1" noChangeAspect="1" noMove="1" noResize="1" noEditPoints="1" noAdjustHandles="1" noChangeArrowheads="1" noChangeShapeType="1" noTextEdit="1"/>
                </p:cNvSpPr>
                <p:nvPr/>
              </p:nvSpPr>
              <p:spPr>
                <a:xfrm>
                  <a:off x="3670624" y="5098286"/>
                  <a:ext cx="1067217" cy="369332"/>
                </a:xfrm>
                <a:prstGeom prst="rect">
                  <a:avLst/>
                </a:prstGeom>
                <a:blipFill>
                  <a:blip r:embed="rId4"/>
                  <a:stretch>
                    <a:fillRect b="-3279"/>
                  </a:stretch>
                </a:blipFill>
              </p:spPr>
              <p:txBody>
                <a:bodyPr/>
                <a:lstStyle/>
                <a:p>
                  <a:r>
                    <a:rPr lang="zh-CN" altLang="en-US">
                      <a:noFill/>
                    </a:rPr>
                    <a:t> </a:t>
                  </a:r>
                </a:p>
              </p:txBody>
            </p:sp>
          </mc:Fallback>
        </mc:AlternateContent>
      </p:grpSp>
      <p:grpSp>
        <p:nvGrpSpPr>
          <p:cNvPr id="4" name="组合 3">
            <a:extLst>
              <a:ext uri="{FF2B5EF4-FFF2-40B4-BE49-F238E27FC236}">
                <a16:creationId xmlns:a16="http://schemas.microsoft.com/office/drawing/2014/main" id="{9A1EA9F2-FCB6-48C3-935F-7AE7E3AD14AC}"/>
              </a:ext>
            </a:extLst>
          </p:cNvPr>
          <p:cNvGrpSpPr/>
          <p:nvPr/>
        </p:nvGrpSpPr>
        <p:grpSpPr>
          <a:xfrm>
            <a:off x="304800" y="749300"/>
            <a:ext cx="6192344" cy="400110"/>
            <a:chOff x="424117" y="898245"/>
            <a:chExt cx="6192344" cy="400110"/>
          </a:xfrm>
        </p:grpSpPr>
        <p:sp>
          <p:nvSpPr>
            <p:cNvPr id="2" name="平行四边形 1">
              <a:extLst>
                <a:ext uri="{FF2B5EF4-FFF2-40B4-BE49-F238E27FC236}">
                  <a16:creationId xmlns:a16="http://schemas.microsoft.com/office/drawing/2014/main" id="{1F5BAA3F-9845-4F89-A2DD-8222D3E4EDAC}"/>
                </a:ext>
              </a:extLst>
            </p:cNvPr>
            <p:cNvSpPr/>
            <p:nvPr/>
          </p:nvSpPr>
          <p:spPr>
            <a:xfrm>
              <a:off x="424117" y="898245"/>
              <a:ext cx="628306" cy="387090"/>
            </a:xfrm>
            <a:prstGeom prst="parallelogram">
              <a:avLst/>
            </a:prstGeom>
            <a:solidFill>
              <a:schemeClr val="accent3">
                <a:lumMod val="75000"/>
              </a:schemeClr>
            </a:solidFill>
            <a:ln>
              <a:solidFill>
                <a:schemeClr val="accent3">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CN" sz="2200" dirty="0">
                  <a:latin typeface="Impact" panose="020B0806030902050204" pitchFamily="34" charset="0"/>
                </a:rPr>
                <a:t>01</a:t>
              </a:r>
              <a:endParaRPr lang="zh-CN" altLang="en-US" sz="2200" dirty="0">
                <a:latin typeface="Impact" panose="020B0806030902050204" pitchFamily="34" charset="0"/>
              </a:endParaRPr>
            </a:p>
          </p:txBody>
        </p:sp>
        <p:sp>
          <p:nvSpPr>
            <p:cNvPr id="3" name="文本框 2">
              <a:extLst>
                <a:ext uri="{FF2B5EF4-FFF2-40B4-BE49-F238E27FC236}">
                  <a16:creationId xmlns:a16="http://schemas.microsoft.com/office/drawing/2014/main" id="{4D6BD736-A4D3-4F26-AFED-36E11F50F70B}"/>
                </a:ext>
              </a:extLst>
            </p:cNvPr>
            <p:cNvSpPr txBox="1"/>
            <p:nvPr/>
          </p:nvSpPr>
          <p:spPr>
            <a:xfrm>
              <a:off x="1052423" y="898245"/>
              <a:ext cx="5564038" cy="400110"/>
            </a:xfrm>
            <a:prstGeom prst="rect">
              <a:avLst/>
            </a:prstGeom>
            <a:noFill/>
          </p:spPr>
          <p:txBody>
            <a:bodyPr wrap="square" rtlCol="0">
              <a:spAutoFit/>
            </a:bodyPr>
            <a:lstStyle/>
            <a:p>
              <a:r>
                <a:rPr lang="zh-CN" altLang="en-US" sz="2000" b="1" dirty="0"/>
                <a:t>选择重传协议</a:t>
              </a:r>
            </a:p>
          </p:txBody>
        </p:sp>
      </p:grpSp>
      <p:grpSp>
        <p:nvGrpSpPr>
          <p:cNvPr id="18" name="组合 17">
            <a:extLst>
              <a:ext uri="{FF2B5EF4-FFF2-40B4-BE49-F238E27FC236}">
                <a16:creationId xmlns:a16="http://schemas.microsoft.com/office/drawing/2014/main" id="{AF599708-FA4B-4F1A-915B-51ADB6AF8A5B}"/>
              </a:ext>
            </a:extLst>
          </p:cNvPr>
          <p:cNvGrpSpPr/>
          <p:nvPr/>
        </p:nvGrpSpPr>
        <p:grpSpPr>
          <a:xfrm>
            <a:off x="475097" y="1263518"/>
            <a:ext cx="1355161" cy="5114896"/>
            <a:chOff x="475097" y="1263518"/>
            <a:chExt cx="1355161" cy="5114896"/>
          </a:xfrm>
        </p:grpSpPr>
        <p:cxnSp>
          <p:nvCxnSpPr>
            <p:cNvPr id="19" name="直接连接符 18">
              <a:extLst>
                <a:ext uri="{FF2B5EF4-FFF2-40B4-BE49-F238E27FC236}">
                  <a16:creationId xmlns:a16="http://schemas.microsoft.com/office/drawing/2014/main" id="{8C267D38-D538-4153-B853-5B2DDE097738}"/>
                </a:ext>
              </a:extLst>
            </p:cNvPr>
            <p:cNvCxnSpPr>
              <a:cxnSpLocks/>
            </p:cNvCxnSpPr>
            <p:nvPr/>
          </p:nvCxnSpPr>
          <p:spPr>
            <a:xfrm flipV="1">
              <a:off x="1208367" y="2012996"/>
              <a:ext cx="0" cy="3813858"/>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nvGrpSpPr>
            <p:cNvPr id="20" name="组合 19">
              <a:extLst>
                <a:ext uri="{FF2B5EF4-FFF2-40B4-BE49-F238E27FC236}">
                  <a16:creationId xmlns:a16="http://schemas.microsoft.com/office/drawing/2014/main" id="{1A3F15DA-8F30-45DE-8760-8CB5AC7691B0}"/>
                </a:ext>
              </a:extLst>
            </p:cNvPr>
            <p:cNvGrpSpPr/>
            <p:nvPr/>
          </p:nvGrpSpPr>
          <p:grpSpPr>
            <a:xfrm>
              <a:off x="700096" y="5368000"/>
              <a:ext cx="905164" cy="1010414"/>
              <a:chOff x="700096" y="5368000"/>
              <a:chExt cx="905164" cy="1010414"/>
            </a:xfrm>
          </p:grpSpPr>
          <p:pic>
            <p:nvPicPr>
              <p:cNvPr id="25" name="图形 24">
                <a:extLst>
                  <a:ext uri="{FF2B5EF4-FFF2-40B4-BE49-F238E27FC236}">
                    <a16:creationId xmlns:a16="http://schemas.microsoft.com/office/drawing/2014/main" id="{5079B8D0-730B-4F27-A9EC-8AC79CEECAE0}"/>
                  </a:ext>
                </a:extLst>
              </p:cNvPr>
              <p:cNvPicPr>
                <a:picLocks noChangeAspect="1"/>
              </p:cNvPicPr>
              <p:nvPr/>
            </p:nvPicPr>
            <p:blipFill>
              <a:blip r:embed="rId5">
                <a:extLst>
                  <a:ext uri="{28A0092B-C50C-407E-A947-70E740481C1C}">
                    <a14:useLocalDpi xmlns:a14="http://schemas.microsoft.com/office/drawing/2010/main" val="0"/>
                  </a:ext>
                  <a:ext uri="{96DAC541-7B7A-43D3-8B79-37D633B846F1}">
                    <asvg:svgBlip xmlns:asvg="http://schemas.microsoft.com/office/drawing/2016/SVG/main" r:embed="rId6"/>
                  </a:ext>
                </a:extLst>
              </a:blip>
              <a:stretch>
                <a:fillRect/>
              </a:stretch>
            </p:blipFill>
            <p:spPr>
              <a:xfrm>
                <a:off x="821271" y="5368000"/>
                <a:ext cx="662814" cy="641082"/>
              </a:xfrm>
              <a:prstGeom prst="rect">
                <a:avLst/>
              </a:prstGeom>
            </p:spPr>
          </p:pic>
          <p:sp>
            <p:nvSpPr>
              <p:cNvPr id="26" name="文本框 25">
                <a:extLst>
                  <a:ext uri="{FF2B5EF4-FFF2-40B4-BE49-F238E27FC236}">
                    <a16:creationId xmlns:a16="http://schemas.microsoft.com/office/drawing/2014/main" id="{68E9BE24-5234-4436-839C-0CC65C932068}"/>
                  </a:ext>
                </a:extLst>
              </p:cNvPr>
              <p:cNvSpPr txBox="1"/>
              <p:nvPr/>
            </p:nvSpPr>
            <p:spPr>
              <a:xfrm>
                <a:off x="700096" y="6009082"/>
                <a:ext cx="905164" cy="369332"/>
              </a:xfrm>
              <a:prstGeom prst="rect">
                <a:avLst/>
              </a:prstGeom>
              <a:noFill/>
            </p:spPr>
            <p:txBody>
              <a:bodyPr wrap="square" rtlCol="0">
                <a:spAutoFit/>
              </a:bodyPr>
              <a:lstStyle/>
              <a:p>
                <a:r>
                  <a:rPr lang="zh-CN" altLang="en-US" b="1" dirty="0">
                    <a:latin typeface="+mn-ea"/>
                  </a:rPr>
                  <a:t>发送方</a:t>
                </a:r>
              </a:p>
            </p:txBody>
          </p:sp>
        </p:grpSp>
        <p:grpSp>
          <p:nvGrpSpPr>
            <p:cNvPr id="21" name="组合 20">
              <a:extLst>
                <a:ext uri="{FF2B5EF4-FFF2-40B4-BE49-F238E27FC236}">
                  <a16:creationId xmlns:a16="http://schemas.microsoft.com/office/drawing/2014/main" id="{50E1DF35-9236-4BB6-BAC4-1AE805165946}"/>
                </a:ext>
              </a:extLst>
            </p:cNvPr>
            <p:cNvGrpSpPr/>
            <p:nvPr/>
          </p:nvGrpSpPr>
          <p:grpSpPr>
            <a:xfrm>
              <a:off x="878301" y="1263518"/>
              <a:ext cx="905164" cy="1027908"/>
              <a:chOff x="878301" y="1390382"/>
              <a:chExt cx="905164" cy="1027908"/>
            </a:xfrm>
          </p:grpSpPr>
          <p:pic>
            <p:nvPicPr>
              <p:cNvPr id="23" name="图形 22">
                <a:extLst>
                  <a:ext uri="{FF2B5EF4-FFF2-40B4-BE49-F238E27FC236}">
                    <a16:creationId xmlns:a16="http://schemas.microsoft.com/office/drawing/2014/main" id="{E155E3ED-8C2A-42C4-BFBF-393051944136}"/>
                  </a:ext>
                </a:extLst>
              </p:cNvPr>
              <p:cNvPicPr>
                <a:picLocks noChangeAspect="1"/>
              </p:cNvPicPr>
              <p:nvPr/>
            </p:nvPicPr>
            <p:blipFill>
              <a:blip r:embed="rId7">
                <a:extLst>
                  <a:ext uri="{28A0092B-C50C-407E-A947-70E740481C1C}">
                    <a14:useLocalDpi xmlns:a14="http://schemas.microsoft.com/office/drawing/2010/main" val="0"/>
                  </a:ext>
                  <a:ext uri="{96DAC541-7B7A-43D3-8B79-37D633B846F1}">
                    <asvg:svgBlip xmlns:asvg="http://schemas.microsoft.com/office/drawing/2016/SVG/main" r:embed="rId8"/>
                  </a:ext>
                </a:extLst>
              </a:blip>
              <a:stretch>
                <a:fillRect/>
              </a:stretch>
            </p:blipFill>
            <p:spPr>
              <a:xfrm>
                <a:off x="984826" y="1759714"/>
                <a:ext cx="501772" cy="658576"/>
              </a:xfrm>
              <a:prstGeom prst="rect">
                <a:avLst/>
              </a:prstGeom>
            </p:spPr>
          </p:pic>
          <p:sp>
            <p:nvSpPr>
              <p:cNvPr id="24" name="文本框 23">
                <a:extLst>
                  <a:ext uri="{FF2B5EF4-FFF2-40B4-BE49-F238E27FC236}">
                    <a16:creationId xmlns:a16="http://schemas.microsoft.com/office/drawing/2014/main" id="{818AC20B-3072-437F-B302-67397F49105B}"/>
                  </a:ext>
                </a:extLst>
              </p:cNvPr>
              <p:cNvSpPr txBox="1"/>
              <p:nvPr/>
            </p:nvSpPr>
            <p:spPr>
              <a:xfrm>
                <a:off x="878301" y="1390382"/>
                <a:ext cx="905164" cy="369332"/>
              </a:xfrm>
              <a:prstGeom prst="rect">
                <a:avLst/>
              </a:prstGeom>
              <a:noFill/>
            </p:spPr>
            <p:txBody>
              <a:bodyPr wrap="square" rtlCol="0">
                <a:spAutoFit/>
              </a:bodyPr>
              <a:lstStyle/>
              <a:p>
                <a:r>
                  <a:rPr lang="zh-CN" altLang="en-US" b="1" dirty="0">
                    <a:latin typeface="+mn-ea"/>
                  </a:rPr>
                  <a:t>接收方</a:t>
                </a:r>
              </a:p>
            </p:txBody>
          </p:sp>
        </p:grpSp>
        <p:sp>
          <p:nvSpPr>
            <p:cNvPr id="22" name="云形 21">
              <a:extLst>
                <a:ext uri="{FF2B5EF4-FFF2-40B4-BE49-F238E27FC236}">
                  <a16:creationId xmlns:a16="http://schemas.microsoft.com/office/drawing/2014/main" id="{97C64CE5-C9EB-4960-87FB-62108C97374D}"/>
                </a:ext>
              </a:extLst>
            </p:cNvPr>
            <p:cNvSpPr/>
            <p:nvPr/>
          </p:nvSpPr>
          <p:spPr>
            <a:xfrm>
              <a:off x="475097" y="3429014"/>
              <a:ext cx="1355161" cy="801398"/>
            </a:xfrm>
            <a:prstGeom prst="cloud">
              <a:avLst/>
            </a:prstGeom>
            <a:solidFill>
              <a:schemeClr val="bg1">
                <a:lumMod val="85000"/>
              </a:schemeClr>
            </a:solidFill>
            <a:ln>
              <a:solidFill>
                <a:schemeClr val="bg1">
                  <a:lumMod val="85000"/>
                </a:schemeClr>
              </a:solidFill>
            </a:ln>
          </p:spPr>
          <p:style>
            <a:lnRef idx="2">
              <a:schemeClr val="accent3">
                <a:shade val="50000"/>
              </a:schemeClr>
            </a:lnRef>
            <a:fillRef idx="1">
              <a:schemeClr val="accent3"/>
            </a:fillRef>
            <a:effectRef idx="0">
              <a:schemeClr val="accent3"/>
            </a:effectRef>
            <a:fontRef idx="minor">
              <a:schemeClr val="lt1"/>
            </a:fontRef>
          </p:style>
          <p:txBody>
            <a:bodyPr rtlCol="0" anchor="ctr"/>
            <a:lstStyle/>
            <a:p>
              <a:pPr algn="ctr"/>
              <a:r>
                <a:rPr lang="zh-CN" altLang="en-US" b="1" dirty="0">
                  <a:solidFill>
                    <a:schemeClr val="tx1"/>
                  </a:solidFill>
                  <a:latin typeface="+mn-ea"/>
                </a:rPr>
                <a:t>因特网</a:t>
              </a:r>
            </a:p>
          </p:txBody>
        </p:sp>
      </p:grpSp>
      <mc:AlternateContent xmlns:mc="http://schemas.openxmlformats.org/markup-compatibility/2006" xmlns:a14="http://schemas.microsoft.com/office/drawing/2010/main">
        <mc:Choice Requires="a14">
          <p:sp>
            <p:nvSpPr>
              <p:cNvPr id="28" name="íşlïḍè">
                <a:extLst>
                  <a:ext uri="{FF2B5EF4-FFF2-40B4-BE49-F238E27FC236}">
                    <a16:creationId xmlns:a16="http://schemas.microsoft.com/office/drawing/2014/main" id="{8898676C-F981-4D74-B324-A859D1387610}"/>
                  </a:ext>
                </a:extLst>
              </p:cNvPr>
              <p:cNvSpPr txBox="1"/>
              <p:nvPr/>
            </p:nvSpPr>
            <p:spPr>
              <a:xfrm>
                <a:off x="2993250" y="2799126"/>
                <a:ext cx="6657288" cy="311297"/>
              </a:xfrm>
              <a:prstGeom prst="rect">
                <a:avLst/>
              </a:prstGeom>
              <a:noFill/>
            </p:spPr>
            <p:txBody>
              <a:bodyPr wrap="square" lIns="91440" tIns="45720" rIns="91440" bIns="45720" anchor="ctr">
                <a:noAutofit/>
              </a:bodyPr>
              <a:lstStyle/>
              <a:p>
                <a:r>
                  <a:rPr lang="zh-CN" altLang="en-US" b="1" dirty="0"/>
                  <a:t>本例假设采用</a:t>
                </a:r>
                <a14:m>
                  <m:oMath xmlns:m="http://schemas.openxmlformats.org/officeDocument/2006/math">
                    <m:r>
                      <a:rPr lang="en-US" altLang="zh-CN" b="1" i="1" dirty="0" smtClean="0">
                        <a:latin typeface="Cambria Math" panose="02040503050406030204" pitchFamily="18" charset="0"/>
                      </a:rPr>
                      <m:t>𝟑</m:t>
                    </m:r>
                  </m:oMath>
                </a14:m>
                <a:r>
                  <a:rPr lang="zh-CN" altLang="en-US" b="1" dirty="0"/>
                  <a:t>个比特给分组编序号，则序号范围是</a:t>
                </a:r>
                <a14:m>
                  <m:oMath xmlns:m="http://schemas.openxmlformats.org/officeDocument/2006/math">
                    <m:r>
                      <a:rPr lang="en-US" altLang="zh-CN" b="1" i="0" smtClean="0">
                        <a:latin typeface="Cambria Math" panose="02040503050406030204" pitchFamily="18" charset="0"/>
                        <a:ea typeface="Cambria Math" panose="02040503050406030204" pitchFamily="18" charset="0"/>
                      </a:rPr>
                      <m:t>𝟎</m:t>
                    </m:r>
                    <m:r>
                      <a:rPr lang="en-US" altLang="zh-CN" b="1" i="1" smtClean="0">
                        <a:latin typeface="Cambria Math" panose="02040503050406030204" pitchFamily="18" charset="0"/>
                        <a:ea typeface="Cambria Math" panose="02040503050406030204" pitchFamily="18" charset="0"/>
                      </a:rPr>
                      <m:t>~</m:t>
                    </m:r>
                    <m:sSup>
                      <m:sSupPr>
                        <m:ctrlPr>
                          <a:rPr lang="en-US" altLang="zh-CN" b="1" i="1" smtClean="0">
                            <a:latin typeface="Cambria Math" panose="02040503050406030204" pitchFamily="18" charset="0"/>
                            <a:ea typeface="Cambria Math" panose="02040503050406030204" pitchFamily="18" charset="0"/>
                          </a:rPr>
                        </m:ctrlPr>
                      </m:sSupPr>
                      <m:e>
                        <m:r>
                          <a:rPr lang="en-US" altLang="zh-CN" b="1" i="1" smtClean="0">
                            <a:latin typeface="Cambria Math" panose="02040503050406030204" pitchFamily="18" charset="0"/>
                            <a:ea typeface="Cambria Math" panose="02040503050406030204" pitchFamily="18" charset="0"/>
                          </a:rPr>
                          <m:t>(</m:t>
                        </m:r>
                        <m:r>
                          <a:rPr lang="en-US" altLang="zh-CN" b="1" i="1" smtClean="0">
                            <a:latin typeface="Cambria Math" panose="02040503050406030204" pitchFamily="18" charset="0"/>
                            <a:ea typeface="Cambria Math" panose="02040503050406030204" pitchFamily="18" charset="0"/>
                          </a:rPr>
                          <m:t>𝟐</m:t>
                        </m:r>
                      </m:e>
                      <m:sup>
                        <m:r>
                          <a:rPr lang="en-US" altLang="zh-CN" b="1" i="1" smtClean="0">
                            <a:latin typeface="Cambria Math" panose="02040503050406030204" pitchFamily="18" charset="0"/>
                            <a:ea typeface="Cambria Math" panose="02040503050406030204" pitchFamily="18" charset="0"/>
                          </a:rPr>
                          <m:t>𝟑</m:t>
                        </m:r>
                      </m:sup>
                    </m:sSup>
                    <m:r>
                      <a:rPr lang="en-US" altLang="zh-CN" b="1" i="1" smtClean="0">
                        <a:latin typeface="Cambria Math" panose="02040503050406030204" pitchFamily="18" charset="0"/>
                        <a:ea typeface="Cambria Math" panose="02040503050406030204" pitchFamily="18" charset="0"/>
                      </a:rPr>
                      <m:t>−</m:t>
                    </m:r>
                    <m:r>
                      <a:rPr lang="en-US" altLang="zh-CN" b="1" i="1" smtClean="0">
                        <a:latin typeface="Cambria Math" panose="02040503050406030204" pitchFamily="18" charset="0"/>
                        <a:ea typeface="Cambria Math" panose="02040503050406030204" pitchFamily="18" charset="0"/>
                      </a:rPr>
                      <m:t>𝟏</m:t>
                    </m:r>
                    <m:r>
                      <a:rPr lang="en-US" altLang="zh-CN" b="1" i="1" smtClean="0">
                        <a:latin typeface="Cambria Math" panose="02040503050406030204" pitchFamily="18" charset="0"/>
                        <a:ea typeface="Cambria Math" panose="02040503050406030204" pitchFamily="18" charset="0"/>
                      </a:rPr>
                      <m:t>)。</m:t>
                    </m:r>
                  </m:oMath>
                </a14:m>
                <a:endParaRPr lang="en-US" altLang="zh-CN" b="1" dirty="0"/>
              </a:p>
            </p:txBody>
          </p:sp>
        </mc:Choice>
        <mc:Fallback xmlns="">
          <p:sp>
            <p:nvSpPr>
              <p:cNvPr id="28" name="íşlïḍè">
                <a:extLst>
                  <a:ext uri="{FF2B5EF4-FFF2-40B4-BE49-F238E27FC236}">
                    <a16:creationId xmlns:a16="http://schemas.microsoft.com/office/drawing/2014/main" id="{8898676C-F981-4D74-B324-A859D1387610}"/>
                  </a:ext>
                </a:extLst>
              </p:cNvPr>
              <p:cNvSpPr txBox="1">
                <a:spLocks noRot="1" noChangeAspect="1" noMove="1" noResize="1" noEditPoints="1" noAdjustHandles="1" noChangeArrowheads="1" noChangeShapeType="1" noTextEdit="1"/>
              </p:cNvSpPr>
              <p:nvPr/>
            </p:nvSpPr>
            <p:spPr>
              <a:xfrm>
                <a:off x="2993250" y="2799126"/>
                <a:ext cx="6657288" cy="311297"/>
              </a:xfrm>
              <a:prstGeom prst="rect">
                <a:avLst/>
              </a:prstGeom>
              <a:blipFill>
                <a:blip r:embed="rId9"/>
                <a:stretch>
                  <a:fillRect l="-733" t="-17647" b="-41176"/>
                </a:stretch>
              </a:blipFill>
            </p:spPr>
            <p:txBody>
              <a:bodyPr/>
              <a:lstStyle/>
              <a:p>
                <a:r>
                  <a:rPr lang="zh-CN" altLang="en-US">
                    <a:noFill/>
                  </a:rPr>
                  <a:t> </a:t>
                </a:r>
              </a:p>
            </p:txBody>
          </p:sp>
        </mc:Fallback>
      </mc:AlternateContent>
      <p:graphicFrame>
        <p:nvGraphicFramePr>
          <p:cNvPr id="29" name="表格 21">
            <a:extLst>
              <a:ext uri="{FF2B5EF4-FFF2-40B4-BE49-F238E27FC236}">
                <a16:creationId xmlns:a16="http://schemas.microsoft.com/office/drawing/2014/main" id="{44D0CDFF-8B53-4BB1-835E-1192E30CC2FA}"/>
              </a:ext>
            </a:extLst>
          </p:cNvPr>
          <p:cNvGraphicFramePr>
            <a:graphicFrameLocks noGrp="1"/>
          </p:cNvGraphicFramePr>
          <p:nvPr/>
        </p:nvGraphicFramePr>
        <p:xfrm>
          <a:off x="2302929" y="5557308"/>
          <a:ext cx="9067800" cy="370840"/>
        </p:xfrm>
        <a:graphic>
          <a:graphicData uri="http://schemas.openxmlformats.org/drawingml/2006/table">
            <a:tbl>
              <a:tblPr firstRow="1" bandRow="1">
                <a:tableStyleId>{5C22544A-7EE6-4342-B048-85BDC9FD1C3A}</a:tableStyleId>
              </a:tblPr>
              <a:tblGrid>
                <a:gridCol w="755650">
                  <a:extLst>
                    <a:ext uri="{9D8B030D-6E8A-4147-A177-3AD203B41FA5}">
                      <a16:colId xmlns:a16="http://schemas.microsoft.com/office/drawing/2014/main" val="877486509"/>
                    </a:ext>
                  </a:extLst>
                </a:gridCol>
                <a:gridCol w="755650">
                  <a:extLst>
                    <a:ext uri="{9D8B030D-6E8A-4147-A177-3AD203B41FA5}">
                      <a16:colId xmlns:a16="http://schemas.microsoft.com/office/drawing/2014/main" val="3548605817"/>
                    </a:ext>
                  </a:extLst>
                </a:gridCol>
                <a:gridCol w="755650">
                  <a:extLst>
                    <a:ext uri="{9D8B030D-6E8A-4147-A177-3AD203B41FA5}">
                      <a16:colId xmlns:a16="http://schemas.microsoft.com/office/drawing/2014/main" val="2881812895"/>
                    </a:ext>
                  </a:extLst>
                </a:gridCol>
                <a:gridCol w="755650">
                  <a:extLst>
                    <a:ext uri="{9D8B030D-6E8A-4147-A177-3AD203B41FA5}">
                      <a16:colId xmlns:a16="http://schemas.microsoft.com/office/drawing/2014/main" val="3682284582"/>
                    </a:ext>
                  </a:extLst>
                </a:gridCol>
                <a:gridCol w="755650">
                  <a:extLst>
                    <a:ext uri="{9D8B030D-6E8A-4147-A177-3AD203B41FA5}">
                      <a16:colId xmlns:a16="http://schemas.microsoft.com/office/drawing/2014/main" val="500127722"/>
                    </a:ext>
                  </a:extLst>
                </a:gridCol>
                <a:gridCol w="755650">
                  <a:extLst>
                    <a:ext uri="{9D8B030D-6E8A-4147-A177-3AD203B41FA5}">
                      <a16:colId xmlns:a16="http://schemas.microsoft.com/office/drawing/2014/main" val="2946259618"/>
                    </a:ext>
                  </a:extLst>
                </a:gridCol>
                <a:gridCol w="755650">
                  <a:extLst>
                    <a:ext uri="{9D8B030D-6E8A-4147-A177-3AD203B41FA5}">
                      <a16:colId xmlns:a16="http://schemas.microsoft.com/office/drawing/2014/main" val="171501986"/>
                    </a:ext>
                  </a:extLst>
                </a:gridCol>
                <a:gridCol w="755650">
                  <a:extLst>
                    <a:ext uri="{9D8B030D-6E8A-4147-A177-3AD203B41FA5}">
                      <a16:colId xmlns:a16="http://schemas.microsoft.com/office/drawing/2014/main" val="1667185265"/>
                    </a:ext>
                  </a:extLst>
                </a:gridCol>
                <a:gridCol w="755650">
                  <a:extLst>
                    <a:ext uri="{9D8B030D-6E8A-4147-A177-3AD203B41FA5}">
                      <a16:colId xmlns:a16="http://schemas.microsoft.com/office/drawing/2014/main" val="4258211808"/>
                    </a:ext>
                  </a:extLst>
                </a:gridCol>
                <a:gridCol w="755650">
                  <a:extLst>
                    <a:ext uri="{9D8B030D-6E8A-4147-A177-3AD203B41FA5}">
                      <a16:colId xmlns:a16="http://schemas.microsoft.com/office/drawing/2014/main" val="1794200575"/>
                    </a:ext>
                  </a:extLst>
                </a:gridCol>
                <a:gridCol w="755650">
                  <a:extLst>
                    <a:ext uri="{9D8B030D-6E8A-4147-A177-3AD203B41FA5}">
                      <a16:colId xmlns:a16="http://schemas.microsoft.com/office/drawing/2014/main" val="4230716487"/>
                    </a:ext>
                  </a:extLst>
                </a:gridCol>
                <a:gridCol w="755650">
                  <a:extLst>
                    <a:ext uri="{9D8B030D-6E8A-4147-A177-3AD203B41FA5}">
                      <a16:colId xmlns:a16="http://schemas.microsoft.com/office/drawing/2014/main" val="56153739"/>
                    </a:ext>
                  </a:extLst>
                </a:gridCol>
              </a:tblGrid>
              <a:tr h="370840">
                <a:tc>
                  <a:txBody>
                    <a:bodyPr/>
                    <a:lstStyle/>
                    <a:p>
                      <a:pPr algn="ctr"/>
                      <a:r>
                        <a:rPr lang="en-US" altLang="zh-CN" dirty="0">
                          <a:solidFill>
                            <a:schemeClr val="tx1"/>
                          </a:solidFill>
                          <a:latin typeface="Arial Black" panose="020B0A04020102020204" pitchFamily="34" charset="0"/>
                        </a:rPr>
                        <a:t>0</a:t>
                      </a:r>
                      <a:endParaRPr lang="zh-CN" altLang="en-US" dirty="0">
                        <a:solidFill>
                          <a:schemeClr val="tx1"/>
                        </a:solidFill>
                        <a:latin typeface="Arial Black" panose="020B0A04020102020204" pitchFamily="34" charset="0"/>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ctr"/>
                      <a:r>
                        <a:rPr lang="en-US" altLang="zh-CN" dirty="0">
                          <a:solidFill>
                            <a:schemeClr val="tx1"/>
                          </a:solidFill>
                          <a:latin typeface="Arial Black" panose="020B0A04020102020204" pitchFamily="34" charset="0"/>
                        </a:rPr>
                        <a:t>1</a:t>
                      </a:r>
                      <a:endParaRPr lang="zh-CN" altLang="en-US" dirty="0">
                        <a:solidFill>
                          <a:schemeClr val="tx1"/>
                        </a:solidFill>
                        <a:latin typeface="Arial Black" panose="020B0A04020102020204" pitchFamily="34" charset="0"/>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ctr"/>
                      <a:r>
                        <a:rPr lang="en-US" altLang="zh-CN" dirty="0">
                          <a:solidFill>
                            <a:schemeClr val="tx1"/>
                          </a:solidFill>
                          <a:latin typeface="Arial Black" panose="020B0A04020102020204" pitchFamily="34" charset="0"/>
                        </a:rPr>
                        <a:t>2</a:t>
                      </a:r>
                      <a:endParaRPr lang="zh-CN" altLang="en-US" dirty="0">
                        <a:solidFill>
                          <a:schemeClr val="tx1"/>
                        </a:solidFill>
                        <a:latin typeface="Arial Black" panose="020B0A04020102020204" pitchFamily="34" charset="0"/>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ctr"/>
                      <a:r>
                        <a:rPr lang="en-US" altLang="zh-CN" dirty="0">
                          <a:solidFill>
                            <a:schemeClr val="tx1"/>
                          </a:solidFill>
                          <a:latin typeface="Arial Black" panose="020B0A04020102020204" pitchFamily="34" charset="0"/>
                        </a:rPr>
                        <a:t>3</a:t>
                      </a:r>
                      <a:endParaRPr lang="zh-CN" altLang="en-US" dirty="0">
                        <a:solidFill>
                          <a:schemeClr val="tx1"/>
                        </a:solidFill>
                        <a:latin typeface="Arial Black" panose="020B0A04020102020204" pitchFamily="34" charset="0"/>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ctr"/>
                      <a:r>
                        <a:rPr lang="en-US" altLang="zh-CN" dirty="0">
                          <a:solidFill>
                            <a:schemeClr val="tx1"/>
                          </a:solidFill>
                          <a:latin typeface="Arial Black" panose="020B0A04020102020204" pitchFamily="34" charset="0"/>
                        </a:rPr>
                        <a:t>4</a:t>
                      </a:r>
                      <a:endParaRPr lang="zh-CN" altLang="en-US" dirty="0">
                        <a:solidFill>
                          <a:schemeClr val="tx1"/>
                        </a:solidFill>
                        <a:latin typeface="Arial Black" panose="020B0A04020102020204" pitchFamily="34" charset="0"/>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ctr"/>
                      <a:r>
                        <a:rPr lang="en-US" altLang="zh-CN" dirty="0">
                          <a:solidFill>
                            <a:schemeClr val="tx1"/>
                          </a:solidFill>
                          <a:latin typeface="Arial Black" panose="020B0A04020102020204" pitchFamily="34" charset="0"/>
                        </a:rPr>
                        <a:t>5</a:t>
                      </a:r>
                      <a:endParaRPr lang="zh-CN" altLang="en-US" dirty="0">
                        <a:solidFill>
                          <a:schemeClr val="tx1"/>
                        </a:solidFill>
                        <a:latin typeface="Arial Black" panose="020B0A04020102020204" pitchFamily="34" charset="0"/>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ctr"/>
                      <a:r>
                        <a:rPr lang="en-US" altLang="zh-CN" dirty="0">
                          <a:solidFill>
                            <a:schemeClr val="tx1"/>
                          </a:solidFill>
                          <a:latin typeface="Arial Black" panose="020B0A04020102020204" pitchFamily="34" charset="0"/>
                        </a:rPr>
                        <a:t>6</a:t>
                      </a:r>
                      <a:endParaRPr lang="zh-CN" altLang="en-US" dirty="0">
                        <a:solidFill>
                          <a:schemeClr val="tx1"/>
                        </a:solidFill>
                        <a:latin typeface="Arial Black" panose="020B0A04020102020204" pitchFamily="34" charset="0"/>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ctr"/>
                      <a:r>
                        <a:rPr lang="en-US" altLang="zh-CN" dirty="0">
                          <a:solidFill>
                            <a:schemeClr val="tx1"/>
                          </a:solidFill>
                          <a:latin typeface="Arial Black" panose="020B0A04020102020204" pitchFamily="34" charset="0"/>
                        </a:rPr>
                        <a:t>7</a:t>
                      </a:r>
                      <a:endParaRPr lang="zh-CN" altLang="en-US" dirty="0">
                        <a:solidFill>
                          <a:schemeClr val="tx1"/>
                        </a:solidFill>
                        <a:latin typeface="Arial Black" panose="020B0A04020102020204" pitchFamily="34" charset="0"/>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ctr"/>
                      <a:r>
                        <a:rPr lang="en-US" altLang="zh-CN" dirty="0">
                          <a:solidFill>
                            <a:schemeClr val="tx1"/>
                          </a:solidFill>
                          <a:latin typeface="Arial Black" panose="020B0A04020102020204" pitchFamily="34" charset="0"/>
                        </a:rPr>
                        <a:t>0</a:t>
                      </a:r>
                      <a:endParaRPr lang="zh-CN" altLang="en-US" dirty="0">
                        <a:solidFill>
                          <a:schemeClr val="tx1"/>
                        </a:solidFill>
                        <a:latin typeface="Arial Black" panose="020B0A04020102020204" pitchFamily="34" charset="0"/>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ctr"/>
                      <a:r>
                        <a:rPr lang="en-US" altLang="zh-CN" dirty="0">
                          <a:solidFill>
                            <a:schemeClr val="tx1"/>
                          </a:solidFill>
                          <a:latin typeface="Arial Black" panose="020B0A04020102020204" pitchFamily="34" charset="0"/>
                        </a:rPr>
                        <a:t>1</a:t>
                      </a:r>
                      <a:endParaRPr lang="zh-CN" altLang="en-US" dirty="0">
                        <a:solidFill>
                          <a:schemeClr val="tx1"/>
                        </a:solidFill>
                        <a:latin typeface="Arial Black" panose="020B0A04020102020204" pitchFamily="34" charset="0"/>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ctr"/>
                      <a:r>
                        <a:rPr lang="en-US" altLang="zh-CN" dirty="0">
                          <a:solidFill>
                            <a:schemeClr val="tx1"/>
                          </a:solidFill>
                          <a:latin typeface="Arial Black" panose="020B0A04020102020204" pitchFamily="34" charset="0"/>
                        </a:rPr>
                        <a:t>2</a:t>
                      </a:r>
                      <a:endParaRPr lang="zh-CN" altLang="en-US" dirty="0">
                        <a:solidFill>
                          <a:schemeClr val="tx1"/>
                        </a:solidFill>
                        <a:latin typeface="Arial Black" panose="020B0A04020102020204" pitchFamily="34" charset="0"/>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ctr"/>
                      <a:r>
                        <a:rPr lang="en-US" altLang="zh-CN" dirty="0">
                          <a:solidFill>
                            <a:schemeClr val="tx1"/>
                          </a:solidFill>
                          <a:latin typeface="Arial Black" panose="020B0A04020102020204" pitchFamily="34" charset="0"/>
                        </a:rPr>
                        <a:t>…</a:t>
                      </a:r>
                      <a:endParaRPr lang="zh-CN" altLang="en-US" dirty="0">
                        <a:solidFill>
                          <a:schemeClr val="tx1"/>
                        </a:solidFill>
                        <a:latin typeface="Arial Black" panose="020B0A04020102020204" pitchFamily="34" charset="0"/>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extLst>
                  <a:ext uri="{0D108BD9-81ED-4DB2-BD59-A6C34878D82A}">
                    <a16:rowId xmlns:a16="http://schemas.microsoft.com/office/drawing/2014/main" val="316235763"/>
                  </a:ext>
                </a:extLst>
              </a:tr>
            </a:tbl>
          </a:graphicData>
        </a:graphic>
      </p:graphicFrame>
      <p:graphicFrame>
        <p:nvGraphicFramePr>
          <p:cNvPr id="30" name="表格 21">
            <a:extLst>
              <a:ext uri="{FF2B5EF4-FFF2-40B4-BE49-F238E27FC236}">
                <a16:creationId xmlns:a16="http://schemas.microsoft.com/office/drawing/2014/main" id="{849D252C-900C-44C3-9C3B-0A66CC10F5E3}"/>
              </a:ext>
            </a:extLst>
          </p:cNvPr>
          <p:cNvGraphicFramePr>
            <a:graphicFrameLocks noGrp="1"/>
          </p:cNvGraphicFramePr>
          <p:nvPr/>
        </p:nvGraphicFramePr>
        <p:xfrm>
          <a:off x="2302929" y="1827576"/>
          <a:ext cx="9067800" cy="370840"/>
        </p:xfrm>
        <a:graphic>
          <a:graphicData uri="http://schemas.openxmlformats.org/drawingml/2006/table">
            <a:tbl>
              <a:tblPr firstRow="1" bandRow="1">
                <a:tableStyleId>{5C22544A-7EE6-4342-B048-85BDC9FD1C3A}</a:tableStyleId>
              </a:tblPr>
              <a:tblGrid>
                <a:gridCol w="755650">
                  <a:extLst>
                    <a:ext uri="{9D8B030D-6E8A-4147-A177-3AD203B41FA5}">
                      <a16:colId xmlns:a16="http://schemas.microsoft.com/office/drawing/2014/main" val="877486509"/>
                    </a:ext>
                  </a:extLst>
                </a:gridCol>
                <a:gridCol w="755650">
                  <a:extLst>
                    <a:ext uri="{9D8B030D-6E8A-4147-A177-3AD203B41FA5}">
                      <a16:colId xmlns:a16="http://schemas.microsoft.com/office/drawing/2014/main" val="3548605817"/>
                    </a:ext>
                  </a:extLst>
                </a:gridCol>
                <a:gridCol w="755650">
                  <a:extLst>
                    <a:ext uri="{9D8B030D-6E8A-4147-A177-3AD203B41FA5}">
                      <a16:colId xmlns:a16="http://schemas.microsoft.com/office/drawing/2014/main" val="2881812895"/>
                    </a:ext>
                  </a:extLst>
                </a:gridCol>
                <a:gridCol w="755650">
                  <a:extLst>
                    <a:ext uri="{9D8B030D-6E8A-4147-A177-3AD203B41FA5}">
                      <a16:colId xmlns:a16="http://schemas.microsoft.com/office/drawing/2014/main" val="3682284582"/>
                    </a:ext>
                  </a:extLst>
                </a:gridCol>
                <a:gridCol w="755650">
                  <a:extLst>
                    <a:ext uri="{9D8B030D-6E8A-4147-A177-3AD203B41FA5}">
                      <a16:colId xmlns:a16="http://schemas.microsoft.com/office/drawing/2014/main" val="500127722"/>
                    </a:ext>
                  </a:extLst>
                </a:gridCol>
                <a:gridCol w="755650">
                  <a:extLst>
                    <a:ext uri="{9D8B030D-6E8A-4147-A177-3AD203B41FA5}">
                      <a16:colId xmlns:a16="http://schemas.microsoft.com/office/drawing/2014/main" val="2946259618"/>
                    </a:ext>
                  </a:extLst>
                </a:gridCol>
                <a:gridCol w="755650">
                  <a:extLst>
                    <a:ext uri="{9D8B030D-6E8A-4147-A177-3AD203B41FA5}">
                      <a16:colId xmlns:a16="http://schemas.microsoft.com/office/drawing/2014/main" val="171501986"/>
                    </a:ext>
                  </a:extLst>
                </a:gridCol>
                <a:gridCol w="755650">
                  <a:extLst>
                    <a:ext uri="{9D8B030D-6E8A-4147-A177-3AD203B41FA5}">
                      <a16:colId xmlns:a16="http://schemas.microsoft.com/office/drawing/2014/main" val="1667185265"/>
                    </a:ext>
                  </a:extLst>
                </a:gridCol>
                <a:gridCol w="755650">
                  <a:extLst>
                    <a:ext uri="{9D8B030D-6E8A-4147-A177-3AD203B41FA5}">
                      <a16:colId xmlns:a16="http://schemas.microsoft.com/office/drawing/2014/main" val="4258211808"/>
                    </a:ext>
                  </a:extLst>
                </a:gridCol>
                <a:gridCol w="755650">
                  <a:extLst>
                    <a:ext uri="{9D8B030D-6E8A-4147-A177-3AD203B41FA5}">
                      <a16:colId xmlns:a16="http://schemas.microsoft.com/office/drawing/2014/main" val="1794200575"/>
                    </a:ext>
                  </a:extLst>
                </a:gridCol>
                <a:gridCol w="755650">
                  <a:extLst>
                    <a:ext uri="{9D8B030D-6E8A-4147-A177-3AD203B41FA5}">
                      <a16:colId xmlns:a16="http://schemas.microsoft.com/office/drawing/2014/main" val="4230716487"/>
                    </a:ext>
                  </a:extLst>
                </a:gridCol>
                <a:gridCol w="755650">
                  <a:extLst>
                    <a:ext uri="{9D8B030D-6E8A-4147-A177-3AD203B41FA5}">
                      <a16:colId xmlns:a16="http://schemas.microsoft.com/office/drawing/2014/main" val="56153739"/>
                    </a:ext>
                  </a:extLst>
                </a:gridCol>
              </a:tblGrid>
              <a:tr h="370840">
                <a:tc>
                  <a:txBody>
                    <a:bodyPr/>
                    <a:lstStyle/>
                    <a:p>
                      <a:pPr algn="ctr"/>
                      <a:r>
                        <a:rPr lang="en-US" altLang="zh-CN" dirty="0">
                          <a:solidFill>
                            <a:schemeClr val="tx1"/>
                          </a:solidFill>
                          <a:latin typeface="Arial Black" panose="020B0A04020102020204" pitchFamily="34" charset="0"/>
                        </a:rPr>
                        <a:t>0</a:t>
                      </a:r>
                      <a:endParaRPr lang="zh-CN" altLang="en-US" dirty="0">
                        <a:solidFill>
                          <a:schemeClr val="tx1"/>
                        </a:solidFill>
                        <a:latin typeface="Arial Black" panose="020B0A04020102020204" pitchFamily="34" charset="0"/>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ctr"/>
                      <a:r>
                        <a:rPr lang="en-US" altLang="zh-CN" dirty="0">
                          <a:solidFill>
                            <a:schemeClr val="tx1"/>
                          </a:solidFill>
                          <a:latin typeface="Arial Black" panose="020B0A04020102020204" pitchFamily="34" charset="0"/>
                        </a:rPr>
                        <a:t>1</a:t>
                      </a:r>
                      <a:endParaRPr lang="zh-CN" altLang="en-US" dirty="0">
                        <a:solidFill>
                          <a:schemeClr val="tx1"/>
                        </a:solidFill>
                        <a:latin typeface="Arial Black" panose="020B0A04020102020204" pitchFamily="34" charset="0"/>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ctr"/>
                      <a:r>
                        <a:rPr lang="en-US" altLang="zh-CN" dirty="0">
                          <a:solidFill>
                            <a:schemeClr val="tx1"/>
                          </a:solidFill>
                          <a:latin typeface="Arial Black" panose="020B0A04020102020204" pitchFamily="34" charset="0"/>
                        </a:rPr>
                        <a:t>2</a:t>
                      </a:r>
                      <a:endParaRPr lang="zh-CN" altLang="en-US" dirty="0">
                        <a:solidFill>
                          <a:schemeClr val="tx1"/>
                        </a:solidFill>
                        <a:latin typeface="Arial Black" panose="020B0A04020102020204" pitchFamily="34" charset="0"/>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ctr"/>
                      <a:r>
                        <a:rPr lang="en-US" altLang="zh-CN" dirty="0">
                          <a:solidFill>
                            <a:schemeClr val="tx1"/>
                          </a:solidFill>
                          <a:latin typeface="Arial Black" panose="020B0A04020102020204" pitchFamily="34" charset="0"/>
                        </a:rPr>
                        <a:t>3</a:t>
                      </a:r>
                      <a:endParaRPr lang="zh-CN" altLang="en-US" dirty="0">
                        <a:solidFill>
                          <a:schemeClr val="tx1"/>
                        </a:solidFill>
                        <a:latin typeface="Arial Black" panose="020B0A04020102020204" pitchFamily="34" charset="0"/>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ctr"/>
                      <a:r>
                        <a:rPr lang="en-US" altLang="zh-CN" dirty="0">
                          <a:solidFill>
                            <a:schemeClr val="tx1"/>
                          </a:solidFill>
                          <a:latin typeface="Arial Black" panose="020B0A04020102020204" pitchFamily="34" charset="0"/>
                        </a:rPr>
                        <a:t>4</a:t>
                      </a:r>
                      <a:endParaRPr lang="zh-CN" altLang="en-US" dirty="0">
                        <a:solidFill>
                          <a:schemeClr val="tx1"/>
                        </a:solidFill>
                        <a:latin typeface="Arial Black" panose="020B0A04020102020204" pitchFamily="34" charset="0"/>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ctr"/>
                      <a:r>
                        <a:rPr lang="en-US" altLang="zh-CN" dirty="0">
                          <a:solidFill>
                            <a:schemeClr val="tx1"/>
                          </a:solidFill>
                          <a:latin typeface="Arial Black" panose="020B0A04020102020204" pitchFamily="34" charset="0"/>
                        </a:rPr>
                        <a:t>5</a:t>
                      </a:r>
                      <a:endParaRPr lang="zh-CN" altLang="en-US" dirty="0">
                        <a:solidFill>
                          <a:schemeClr val="tx1"/>
                        </a:solidFill>
                        <a:latin typeface="Arial Black" panose="020B0A04020102020204" pitchFamily="34" charset="0"/>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ctr"/>
                      <a:r>
                        <a:rPr lang="en-US" altLang="zh-CN" dirty="0">
                          <a:solidFill>
                            <a:schemeClr val="tx1"/>
                          </a:solidFill>
                          <a:latin typeface="Arial Black" panose="020B0A04020102020204" pitchFamily="34" charset="0"/>
                        </a:rPr>
                        <a:t>6</a:t>
                      </a:r>
                      <a:endParaRPr lang="zh-CN" altLang="en-US" dirty="0">
                        <a:solidFill>
                          <a:schemeClr val="tx1"/>
                        </a:solidFill>
                        <a:latin typeface="Arial Black" panose="020B0A04020102020204" pitchFamily="34" charset="0"/>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ctr"/>
                      <a:r>
                        <a:rPr lang="en-US" altLang="zh-CN" dirty="0">
                          <a:solidFill>
                            <a:schemeClr val="tx1"/>
                          </a:solidFill>
                          <a:latin typeface="Arial Black" panose="020B0A04020102020204" pitchFamily="34" charset="0"/>
                        </a:rPr>
                        <a:t>7</a:t>
                      </a:r>
                      <a:endParaRPr lang="zh-CN" altLang="en-US" dirty="0">
                        <a:solidFill>
                          <a:schemeClr val="tx1"/>
                        </a:solidFill>
                        <a:latin typeface="Arial Black" panose="020B0A04020102020204" pitchFamily="34" charset="0"/>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ctr"/>
                      <a:r>
                        <a:rPr lang="en-US" altLang="zh-CN" dirty="0">
                          <a:solidFill>
                            <a:schemeClr val="tx1"/>
                          </a:solidFill>
                          <a:latin typeface="Arial Black" panose="020B0A04020102020204" pitchFamily="34" charset="0"/>
                        </a:rPr>
                        <a:t>0</a:t>
                      </a:r>
                      <a:endParaRPr lang="zh-CN" altLang="en-US" dirty="0">
                        <a:solidFill>
                          <a:schemeClr val="tx1"/>
                        </a:solidFill>
                        <a:latin typeface="Arial Black" panose="020B0A04020102020204" pitchFamily="34" charset="0"/>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ctr"/>
                      <a:r>
                        <a:rPr lang="en-US" altLang="zh-CN" dirty="0">
                          <a:solidFill>
                            <a:schemeClr val="tx1"/>
                          </a:solidFill>
                          <a:latin typeface="Arial Black" panose="020B0A04020102020204" pitchFamily="34" charset="0"/>
                        </a:rPr>
                        <a:t>1</a:t>
                      </a:r>
                      <a:endParaRPr lang="zh-CN" altLang="en-US" dirty="0">
                        <a:solidFill>
                          <a:schemeClr val="tx1"/>
                        </a:solidFill>
                        <a:latin typeface="Arial Black" panose="020B0A04020102020204" pitchFamily="34" charset="0"/>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ctr"/>
                      <a:r>
                        <a:rPr lang="en-US" altLang="zh-CN" dirty="0">
                          <a:solidFill>
                            <a:schemeClr val="tx1"/>
                          </a:solidFill>
                          <a:latin typeface="Arial Black" panose="020B0A04020102020204" pitchFamily="34" charset="0"/>
                        </a:rPr>
                        <a:t>2</a:t>
                      </a:r>
                      <a:endParaRPr lang="zh-CN" altLang="en-US" dirty="0">
                        <a:solidFill>
                          <a:schemeClr val="tx1"/>
                        </a:solidFill>
                        <a:latin typeface="Arial Black" panose="020B0A04020102020204" pitchFamily="34" charset="0"/>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ctr"/>
                      <a:r>
                        <a:rPr lang="en-US" altLang="zh-CN" dirty="0">
                          <a:solidFill>
                            <a:schemeClr val="tx1"/>
                          </a:solidFill>
                          <a:latin typeface="Arial Black" panose="020B0A04020102020204" pitchFamily="34" charset="0"/>
                        </a:rPr>
                        <a:t>…</a:t>
                      </a:r>
                      <a:endParaRPr lang="zh-CN" altLang="en-US" dirty="0">
                        <a:solidFill>
                          <a:schemeClr val="tx1"/>
                        </a:solidFill>
                        <a:latin typeface="Arial Black" panose="020B0A04020102020204" pitchFamily="34" charset="0"/>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extLst>
                  <a:ext uri="{0D108BD9-81ED-4DB2-BD59-A6C34878D82A}">
                    <a16:rowId xmlns:a16="http://schemas.microsoft.com/office/drawing/2014/main" val="316235763"/>
                  </a:ext>
                </a:extLst>
              </a:tr>
            </a:tbl>
          </a:graphicData>
        </a:graphic>
      </p:graphicFrame>
      <mc:AlternateContent xmlns:mc="http://schemas.openxmlformats.org/markup-compatibility/2006" xmlns:a14="http://schemas.microsoft.com/office/drawing/2010/main">
        <mc:Choice Requires="a14">
          <p:sp>
            <p:nvSpPr>
              <p:cNvPr id="31" name="íşlïḍè">
                <a:extLst>
                  <a:ext uri="{FF2B5EF4-FFF2-40B4-BE49-F238E27FC236}">
                    <a16:creationId xmlns:a16="http://schemas.microsoft.com/office/drawing/2014/main" id="{534EE850-C207-4BCA-A31E-771A47DA9033}"/>
                  </a:ext>
                </a:extLst>
              </p:cNvPr>
              <p:cNvSpPr txBox="1"/>
              <p:nvPr/>
            </p:nvSpPr>
            <p:spPr>
              <a:xfrm>
                <a:off x="2993250" y="3257900"/>
                <a:ext cx="6218660" cy="311297"/>
              </a:xfrm>
              <a:prstGeom prst="rect">
                <a:avLst/>
              </a:prstGeom>
              <a:noFill/>
            </p:spPr>
            <p:txBody>
              <a:bodyPr wrap="square" lIns="91440" tIns="45720" rIns="91440" bIns="45720" anchor="ctr">
                <a:noAutofit/>
              </a:bodyPr>
              <a:lstStyle/>
              <a:p>
                <a:r>
                  <a:rPr lang="zh-CN" altLang="en-US" b="1" dirty="0">
                    <a:solidFill>
                      <a:schemeClr val="accent4"/>
                    </a:solidFill>
                  </a:rPr>
                  <a:t>接收窗口</a:t>
                </a:r>
                <a14:m>
                  <m:oMath xmlns:m="http://schemas.openxmlformats.org/officeDocument/2006/math">
                    <m:sSub>
                      <m:sSubPr>
                        <m:ctrlPr>
                          <a:rPr lang="en-US" altLang="zh-CN" b="1" i="1" smtClean="0">
                            <a:solidFill>
                              <a:schemeClr val="accent4"/>
                            </a:solidFill>
                            <a:latin typeface="Cambria Math" panose="02040503050406030204" pitchFamily="18" charset="0"/>
                          </a:rPr>
                        </m:ctrlPr>
                      </m:sSubPr>
                      <m:e>
                        <m:r>
                          <a:rPr lang="en-US" altLang="zh-CN" b="1" i="1" smtClean="0">
                            <a:solidFill>
                              <a:schemeClr val="accent4"/>
                            </a:solidFill>
                            <a:latin typeface="Cambria Math" panose="02040503050406030204" pitchFamily="18" charset="0"/>
                          </a:rPr>
                          <m:t>𝑾</m:t>
                        </m:r>
                      </m:e>
                      <m:sub>
                        <m:r>
                          <a:rPr lang="en-US" altLang="zh-CN" b="1" i="1" smtClean="0">
                            <a:solidFill>
                              <a:schemeClr val="accent4"/>
                            </a:solidFill>
                            <a:latin typeface="Cambria Math" panose="02040503050406030204" pitchFamily="18" charset="0"/>
                          </a:rPr>
                          <m:t>𝑹</m:t>
                        </m:r>
                      </m:sub>
                    </m:sSub>
                  </m:oMath>
                </a14:m>
                <a:r>
                  <a:rPr lang="zh-CN" altLang="en-US" b="1" dirty="0"/>
                  <a:t>取最大值</a:t>
                </a:r>
                <a14:m>
                  <m:oMath xmlns:m="http://schemas.openxmlformats.org/officeDocument/2006/math">
                    <m:sSup>
                      <m:sSupPr>
                        <m:ctrlPr>
                          <a:rPr lang="en-US" altLang="zh-CN" b="1" i="1" smtClean="0">
                            <a:latin typeface="Cambria Math" panose="02040503050406030204" pitchFamily="18" charset="0"/>
                          </a:rPr>
                        </m:ctrlPr>
                      </m:sSupPr>
                      <m:e>
                        <m:r>
                          <a:rPr lang="en-US" altLang="zh-CN" b="1" i="1" smtClean="0">
                            <a:latin typeface="Cambria Math" panose="02040503050406030204" pitchFamily="18" charset="0"/>
                          </a:rPr>
                          <m:t>𝟐</m:t>
                        </m:r>
                      </m:e>
                      <m:sup>
                        <m:r>
                          <a:rPr lang="en-US" altLang="zh-CN" b="1" i="1" smtClean="0">
                            <a:latin typeface="Cambria Math" panose="02040503050406030204" pitchFamily="18" charset="0"/>
                          </a:rPr>
                          <m:t>(</m:t>
                        </m:r>
                        <m:r>
                          <a:rPr lang="en-US" altLang="zh-CN" b="1" i="1" smtClean="0">
                            <a:latin typeface="Cambria Math" panose="02040503050406030204" pitchFamily="18" charset="0"/>
                          </a:rPr>
                          <m:t>𝟑</m:t>
                        </m:r>
                        <m:r>
                          <a:rPr lang="en-US" altLang="zh-CN" b="1" i="1" smtClean="0">
                            <a:latin typeface="Cambria Math" panose="02040503050406030204" pitchFamily="18" charset="0"/>
                          </a:rPr>
                          <m:t>−</m:t>
                        </m:r>
                        <m:r>
                          <a:rPr lang="en-US" altLang="zh-CN" b="1" i="1" smtClean="0">
                            <a:latin typeface="Cambria Math" panose="02040503050406030204" pitchFamily="18" charset="0"/>
                          </a:rPr>
                          <m:t>𝟏</m:t>
                        </m:r>
                        <m:r>
                          <a:rPr lang="en-US" altLang="zh-CN" b="1" i="1" smtClean="0">
                            <a:latin typeface="Cambria Math" panose="02040503050406030204" pitchFamily="18" charset="0"/>
                          </a:rPr>
                          <m:t>)</m:t>
                        </m:r>
                      </m:sup>
                    </m:sSup>
                  </m:oMath>
                </a14:m>
                <a:r>
                  <a:rPr lang="zh-CN" altLang="en-US" b="1" dirty="0"/>
                  <a:t>，即</a:t>
                </a:r>
                <a14:m>
                  <m:oMath xmlns:m="http://schemas.openxmlformats.org/officeDocument/2006/math">
                    <m:sSub>
                      <m:sSubPr>
                        <m:ctrlPr>
                          <a:rPr lang="en-US" altLang="zh-CN" b="1" i="1" smtClean="0">
                            <a:latin typeface="Cambria Math" panose="02040503050406030204" pitchFamily="18" charset="0"/>
                          </a:rPr>
                        </m:ctrlPr>
                      </m:sSubPr>
                      <m:e>
                        <m:r>
                          <a:rPr lang="en-US" altLang="zh-CN" b="1" i="1" smtClean="0">
                            <a:latin typeface="Cambria Math" panose="02040503050406030204" pitchFamily="18" charset="0"/>
                          </a:rPr>
                          <m:t>𝑾</m:t>
                        </m:r>
                      </m:e>
                      <m:sub>
                        <m:r>
                          <a:rPr lang="en-US" altLang="zh-CN" b="1" i="1" smtClean="0">
                            <a:latin typeface="Cambria Math" panose="02040503050406030204" pitchFamily="18" charset="0"/>
                          </a:rPr>
                          <m:t>𝑹</m:t>
                        </m:r>
                      </m:sub>
                    </m:sSub>
                    <m:r>
                      <a:rPr lang="en-US" altLang="zh-CN" b="1" i="1" smtClean="0">
                        <a:latin typeface="Cambria Math" panose="02040503050406030204" pitchFamily="18" charset="0"/>
                      </a:rPr>
                      <m:t>=</m:t>
                    </m:r>
                    <m:r>
                      <a:rPr lang="en-US" altLang="zh-CN" b="1" i="1" smtClean="0">
                        <a:latin typeface="Cambria Math" panose="02040503050406030204" pitchFamily="18" charset="0"/>
                      </a:rPr>
                      <m:t>𝟒</m:t>
                    </m:r>
                    <m:r>
                      <a:rPr lang="zh-CN" altLang="en-US" b="1" i="1">
                        <a:latin typeface="Cambria Math" panose="02040503050406030204" pitchFamily="18" charset="0"/>
                      </a:rPr>
                      <m:t>。</m:t>
                    </m:r>
                  </m:oMath>
                </a14:m>
                <a:endParaRPr lang="en-US" altLang="zh-CN" b="1" dirty="0"/>
              </a:p>
            </p:txBody>
          </p:sp>
        </mc:Choice>
        <mc:Fallback xmlns="">
          <p:sp>
            <p:nvSpPr>
              <p:cNvPr id="31" name="íşlïḍè">
                <a:extLst>
                  <a:ext uri="{FF2B5EF4-FFF2-40B4-BE49-F238E27FC236}">
                    <a16:creationId xmlns:a16="http://schemas.microsoft.com/office/drawing/2014/main" id="{534EE850-C207-4BCA-A31E-771A47DA9033}"/>
                  </a:ext>
                </a:extLst>
              </p:cNvPr>
              <p:cNvSpPr txBox="1">
                <a:spLocks noRot="1" noChangeAspect="1" noMove="1" noResize="1" noEditPoints="1" noAdjustHandles="1" noChangeArrowheads="1" noChangeShapeType="1" noTextEdit="1"/>
              </p:cNvSpPr>
              <p:nvPr/>
            </p:nvSpPr>
            <p:spPr>
              <a:xfrm>
                <a:off x="2993250" y="3257900"/>
                <a:ext cx="6218660" cy="311297"/>
              </a:xfrm>
              <a:prstGeom prst="rect">
                <a:avLst/>
              </a:prstGeom>
              <a:blipFill>
                <a:blip r:embed="rId10"/>
                <a:stretch>
                  <a:fillRect l="-784" t="-15686" b="-43137"/>
                </a:stretch>
              </a:blipFill>
            </p:spPr>
            <p:txBody>
              <a:bodyPr/>
              <a:lstStyle/>
              <a:p>
                <a:r>
                  <a:rPr lang="zh-CN" altLang="en-US">
                    <a:noFill/>
                  </a:rPr>
                  <a:t> </a:t>
                </a:r>
              </a:p>
            </p:txBody>
          </p:sp>
        </mc:Fallback>
      </mc:AlternateContent>
      <mc:AlternateContent xmlns:mc="http://schemas.openxmlformats.org/markup-compatibility/2006" xmlns:a14="http://schemas.microsoft.com/office/drawing/2010/main">
        <mc:Choice Requires="a14">
          <p:sp>
            <p:nvSpPr>
              <p:cNvPr id="32" name="íşlïḍè">
                <a:extLst>
                  <a:ext uri="{FF2B5EF4-FFF2-40B4-BE49-F238E27FC236}">
                    <a16:creationId xmlns:a16="http://schemas.microsoft.com/office/drawing/2014/main" id="{FBFA56FC-F0C2-4492-AE42-88A025F625E8}"/>
                  </a:ext>
                </a:extLst>
              </p:cNvPr>
              <p:cNvSpPr txBox="1"/>
              <p:nvPr/>
            </p:nvSpPr>
            <p:spPr>
              <a:xfrm>
                <a:off x="2993250" y="3716673"/>
                <a:ext cx="5611318" cy="311297"/>
              </a:xfrm>
              <a:prstGeom prst="rect">
                <a:avLst/>
              </a:prstGeom>
              <a:noFill/>
            </p:spPr>
            <p:txBody>
              <a:bodyPr wrap="square" lIns="91440" tIns="45720" rIns="91440" bIns="45720" anchor="ctr">
                <a:noAutofit/>
              </a:bodyPr>
              <a:lstStyle/>
              <a:p>
                <a:r>
                  <a:rPr lang="zh-CN" altLang="en-US" b="1" dirty="0">
                    <a:solidFill>
                      <a:schemeClr val="accent3"/>
                    </a:solidFill>
                  </a:rPr>
                  <a:t>发送窗口</a:t>
                </a:r>
                <a14:m>
                  <m:oMath xmlns:m="http://schemas.openxmlformats.org/officeDocument/2006/math">
                    <m:sSub>
                      <m:sSubPr>
                        <m:ctrlPr>
                          <a:rPr lang="en-US" altLang="zh-CN" b="1" i="1" smtClean="0">
                            <a:solidFill>
                              <a:schemeClr val="accent3"/>
                            </a:solidFill>
                            <a:latin typeface="Cambria Math" panose="02040503050406030204" pitchFamily="18" charset="0"/>
                          </a:rPr>
                        </m:ctrlPr>
                      </m:sSubPr>
                      <m:e>
                        <m:r>
                          <a:rPr lang="en-US" altLang="zh-CN" b="1" i="1" smtClean="0">
                            <a:solidFill>
                              <a:schemeClr val="accent3"/>
                            </a:solidFill>
                            <a:latin typeface="Cambria Math" panose="02040503050406030204" pitchFamily="18" charset="0"/>
                          </a:rPr>
                          <m:t>𝑾</m:t>
                        </m:r>
                      </m:e>
                      <m:sub>
                        <m:r>
                          <a:rPr lang="en-US" altLang="zh-CN" b="1" i="1" smtClean="0">
                            <a:solidFill>
                              <a:schemeClr val="accent3"/>
                            </a:solidFill>
                            <a:latin typeface="Cambria Math" panose="02040503050406030204" pitchFamily="18" charset="0"/>
                          </a:rPr>
                          <m:t>𝑻</m:t>
                        </m:r>
                      </m:sub>
                    </m:sSub>
                  </m:oMath>
                </a14:m>
                <a:r>
                  <a:rPr lang="zh-CN" altLang="en-US" b="1" dirty="0"/>
                  <a:t>能取到的最大值也为</a:t>
                </a:r>
                <a14:m>
                  <m:oMath xmlns:m="http://schemas.openxmlformats.org/officeDocument/2006/math">
                    <m:sSup>
                      <m:sSupPr>
                        <m:ctrlPr>
                          <a:rPr lang="en-US" altLang="zh-CN" b="1" i="1" smtClean="0">
                            <a:latin typeface="Cambria Math" panose="02040503050406030204" pitchFamily="18" charset="0"/>
                          </a:rPr>
                        </m:ctrlPr>
                      </m:sSupPr>
                      <m:e>
                        <m:r>
                          <a:rPr lang="en-US" altLang="zh-CN" b="1" i="1" smtClean="0">
                            <a:latin typeface="Cambria Math" panose="02040503050406030204" pitchFamily="18" charset="0"/>
                          </a:rPr>
                          <m:t>𝟐</m:t>
                        </m:r>
                      </m:e>
                      <m:sup>
                        <m:r>
                          <a:rPr lang="en-US" altLang="zh-CN" b="1" i="1" smtClean="0">
                            <a:latin typeface="Cambria Math" panose="02040503050406030204" pitchFamily="18" charset="0"/>
                          </a:rPr>
                          <m:t>(</m:t>
                        </m:r>
                        <m:r>
                          <a:rPr lang="en-US" altLang="zh-CN" b="1" i="1" smtClean="0">
                            <a:latin typeface="Cambria Math" panose="02040503050406030204" pitchFamily="18" charset="0"/>
                          </a:rPr>
                          <m:t>𝟑</m:t>
                        </m:r>
                        <m:r>
                          <a:rPr lang="en-US" altLang="zh-CN" b="1" i="1" smtClean="0">
                            <a:latin typeface="Cambria Math" panose="02040503050406030204" pitchFamily="18" charset="0"/>
                          </a:rPr>
                          <m:t>−</m:t>
                        </m:r>
                        <m:r>
                          <a:rPr lang="en-US" altLang="zh-CN" b="1" i="1" smtClean="0">
                            <a:latin typeface="Cambria Math" panose="02040503050406030204" pitchFamily="18" charset="0"/>
                          </a:rPr>
                          <m:t>𝟏</m:t>
                        </m:r>
                        <m:r>
                          <a:rPr lang="en-US" altLang="zh-CN" b="1" i="1" smtClean="0">
                            <a:latin typeface="Cambria Math" panose="02040503050406030204" pitchFamily="18" charset="0"/>
                          </a:rPr>
                          <m:t>)</m:t>
                        </m:r>
                      </m:sup>
                    </m:sSup>
                  </m:oMath>
                </a14:m>
                <a:r>
                  <a:rPr lang="zh-CN" altLang="en-US" b="1" dirty="0"/>
                  <a:t>，即</a:t>
                </a:r>
                <a14:m>
                  <m:oMath xmlns:m="http://schemas.openxmlformats.org/officeDocument/2006/math">
                    <m:sSub>
                      <m:sSubPr>
                        <m:ctrlPr>
                          <a:rPr lang="en-US" altLang="zh-CN" b="1" i="1" smtClean="0">
                            <a:latin typeface="Cambria Math" panose="02040503050406030204" pitchFamily="18" charset="0"/>
                          </a:rPr>
                        </m:ctrlPr>
                      </m:sSubPr>
                      <m:e>
                        <m:r>
                          <a:rPr lang="en-US" altLang="zh-CN" b="1" i="1" smtClean="0">
                            <a:latin typeface="Cambria Math" panose="02040503050406030204" pitchFamily="18" charset="0"/>
                          </a:rPr>
                          <m:t>𝑾</m:t>
                        </m:r>
                      </m:e>
                      <m:sub>
                        <m:r>
                          <a:rPr lang="en-US" altLang="zh-CN" b="1" i="1" smtClean="0">
                            <a:latin typeface="Cambria Math" panose="02040503050406030204" pitchFamily="18" charset="0"/>
                          </a:rPr>
                          <m:t>𝑻</m:t>
                        </m:r>
                      </m:sub>
                    </m:sSub>
                    <m:r>
                      <a:rPr lang="en-US" altLang="zh-CN" b="1" i="1" smtClean="0">
                        <a:latin typeface="Cambria Math" panose="02040503050406030204" pitchFamily="18" charset="0"/>
                      </a:rPr>
                      <m:t>=</m:t>
                    </m:r>
                    <m:r>
                      <a:rPr lang="en-US" altLang="zh-CN" b="1" i="1" smtClean="0">
                        <a:latin typeface="Cambria Math" panose="02040503050406030204" pitchFamily="18" charset="0"/>
                      </a:rPr>
                      <m:t>𝟒</m:t>
                    </m:r>
                    <m:r>
                      <a:rPr lang="zh-CN" altLang="en-US" b="1" i="1">
                        <a:latin typeface="Cambria Math" panose="02040503050406030204" pitchFamily="18" charset="0"/>
                      </a:rPr>
                      <m:t>。</m:t>
                    </m:r>
                  </m:oMath>
                </a14:m>
                <a:endParaRPr lang="en-US" altLang="zh-CN" b="1" dirty="0"/>
              </a:p>
            </p:txBody>
          </p:sp>
        </mc:Choice>
        <mc:Fallback xmlns="">
          <p:sp>
            <p:nvSpPr>
              <p:cNvPr id="32" name="íşlïḍè">
                <a:extLst>
                  <a:ext uri="{FF2B5EF4-FFF2-40B4-BE49-F238E27FC236}">
                    <a16:creationId xmlns:a16="http://schemas.microsoft.com/office/drawing/2014/main" id="{FBFA56FC-F0C2-4492-AE42-88A025F625E8}"/>
                  </a:ext>
                </a:extLst>
              </p:cNvPr>
              <p:cNvSpPr txBox="1">
                <a:spLocks noRot="1" noChangeAspect="1" noMove="1" noResize="1" noEditPoints="1" noAdjustHandles="1" noChangeArrowheads="1" noChangeShapeType="1" noTextEdit="1"/>
              </p:cNvSpPr>
              <p:nvPr/>
            </p:nvSpPr>
            <p:spPr>
              <a:xfrm>
                <a:off x="2993250" y="3716673"/>
                <a:ext cx="5611318" cy="311297"/>
              </a:xfrm>
              <a:prstGeom prst="rect">
                <a:avLst/>
              </a:prstGeom>
              <a:blipFill>
                <a:blip r:embed="rId11"/>
                <a:stretch>
                  <a:fillRect l="-869" t="-17647" b="-41176"/>
                </a:stretch>
              </a:blipFill>
            </p:spPr>
            <p:txBody>
              <a:bodyPr/>
              <a:lstStyle/>
              <a:p>
                <a:r>
                  <a:rPr lang="zh-CN" altLang="en-US">
                    <a:noFill/>
                  </a:rPr>
                  <a:t> </a:t>
                </a:r>
              </a:p>
            </p:txBody>
          </p:sp>
        </mc:Fallback>
      </mc:AlternateContent>
      <mc:AlternateContent xmlns:mc="http://schemas.openxmlformats.org/markup-compatibility/2006" xmlns:a14="http://schemas.microsoft.com/office/drawing/2010/main">
        <mc:Choice Requires="a14">
          <p:sp>
            <p:nvSpPr>
              <p:cNvPr id="6" name="矩形 5">
                <a:extLst>
                  <a:ext uri="{FF2B5EF4-FFF2-40B4-BE49-F238E27FC236}">
                    <a16:creationId xmlns:a16="http://schemas.microsoft.com/office/drawing/2014/main" id="{89C4AD21-2060-4D4D-A51F-2CD8C0D2D1D8}"/>
                  </a:ext>
                </a:extLst>
              </p:cNvPr>
              <p:cNvSpPr/>
              <p:nvPr/>
            </p:nvSpPr>
            <p:spPr>
              <a:xfrm>
                <a:off x="3098435" y="4230412"/>
                <a:ext cx="7584914" cy="369332"/>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zh-CN" altLang="en-US" b="1" dirty="0"/>
                  <a:t>故意取</a:t>
                </a:r>
                <a14:m>
                  <m:oMath xmlns:m="http://schemas.openxmlformats.org/officeDocument/2006/math">
                    <m:sSub>
                      <m:sSubPr>
                        <m:ctrlPr>
                          <a:rPr lang="en-US" altLang="zh-CN" b="1" i="1" smtClean="0">
                            <a:latin typeface="Cambria Math" panose="02040503050406030204" pitchFamily="18" charset="0"/>
                          </a:rPr>
                        </m:ctrlPr>
                      </m:sSubPr>
                      <m:e>
                        <m:r>
                          <a:rPr lang="en-US" altLang="zh-CN" b="1" i="1" smtClean="0">
                            <a:latin typeface="Cambria Math" panose="02040503050406030204" pitchFamily="18" charset="0"/>
                          </a:rPr>
                          <m:t>𝑾</m:t>
                        </m:r>
                      </m:e>
                      <m:sub>
                        <m:r>
                          <a:rPr lang="en-US" altLang="zh-CN" b="1" i="1" smtClean="0">
                            <a:latin typeface="Cambria Math" panose="02040503050406030204" pitchFamily="18" charset="0"/>
                          </a:rPr>
                          <m:t>𝑻</m:t>
                        </m:r>
                      </m:sub>
                    </m:sSub>
                    <m:r>
                      <a:rPr lang="en-US" altLang="zh-CN" b="1" i="1" smtClean="0">
                        <a:latin typeface="Cambria Math" panose="02040503050406030204" pitchFamily="18" charset="0"/>
                      </a:rPr>
                      <m:t>=</m:t>
                    </m:r>
                    <m:r>
                      <a:rPr lang="en-US" altLang="zh-CN" b="1" i="1" smtClean="0">
                        <a:latin typeface="Cambria Math" panose="02040503050406030204" pitchFamily="18" charset="0"/>
                      </a:rPr>
                      <m:t>𝟓</m:t>
                    </m:r>
                    <m:r>
                      <a:rPr lang="zh-CN" altLang="en-US" b="1" i="1">
                        <a:latin typeface="Cambria Math" panose="02040503050406030204" pitchFamily="18" charset="0"/>
                      </a:rPr>
                      <m:t>，</m:t>
                    </m:r>
                  </m:oMath>
                </a14:m>
                <a:r>
                  <a:rPr lang="zh-CN" altLang="en-US" b="1" dirty="0"/>
                  <a:t>使得</a:t>
                </a:r>
                <a14:m>
                  <m:oMath xmlns:m="http://schemas.openxmlformats.org/officeDocument/2006/math">
                    <m:sSub>
                      <m:sSubPr>
                        <m:ctrlPr>
                          <a:rPr lang="en-US" altLang="zh-CN" b="1" i="1">
                            <a:latin typeface="Cambria Math" panose="02040503050406030204" pitchFamily="18" charset="0"/>
                          </a:rPr>
                        </m:ctrlPr>
                      </m:sSubPr>
                      <m:e>
                        <m:r>
                          <a:rPr lang="en-US" altLang="zh-CN" b="1" i="1">
                            <a:latin typeface="Cambria Math" panose="02040503050406030204" pitchFamily="18" charset="0"/>
                          </a:rPr>
                          <m:t>𝑾</m:t>
                        </m:r>
                      </m:e>
                      <m:sub>
                        <m:r>
                          <a:rPr lang="en-US" altLang="zh-CN" b="1" i="1">
                            <a:latin typeface="Cambria Math" panose="02040503050406030204" pitchFamily="18" charset="0"/>
                          </a:rPr>
                          <m:t>𝑻</m:t>
                        </m:r>
                      </m:sub>
                    </m:sSub>
                    <m:r>
                      <a:rPr lang="en-US" altLang="zh-CN" b="1" i="1">
                        <a:latin typeface="Cambria Math" panose="02040503050406030204" pitchFamily="18" charset="0"/>
                      </a:rPr>
                      <m:t>+</m:t>
                    </m:r>
                    <m:sSub>
                      <m:sSubPr>
                        <m:ctrlPr>
                          <a:rPr lang="en-US" altLang="zh-CN" b="1" i="1">
                            <a:latin typeface="Cambria Math" panose="02040503050406030204" pitchFamily="18" charset="0"/>
                          </a:rPr>
                        </m:ctrlPr>
                      </m:sSubPr>
                      <m:e>
                        <m:r>
                          <a:rPr lang="en-US" altLang="zh-CN" b="1" i="1">
                            <a:latin typeface="Cambria Math" panose="02040503050406030204" pitchFamily="18" charset="0"/>
                          </a:rPr>
                          <m:t>𝑾</m:t>
                        </m:r>
                      </m:e>
                      <m:sub>
                        <m:r>
                          <a:rPr lang="en-US" altLang="zh-CN" b="1" i="1">
                            <a:latin typeface="Cambria Math" panose="02040503050406030204" pitchFamily="18" charset="0"/>
                          </a:rPr>
                          <m:t>𝑹</m:t>
                        </m:r>
                      </m:sub>
                    </m:sSub>
                    <m:r>
                      <a:rPr lang="en-US" altLang="zh-CN" b="1" i="1" dirty="0" smtClean="0">
                        <a:latin typeface="Cambria Math" panose="02040503050406030204" pitchFamily="18" charset="0"/>
                        <a:ea typeface="Cambria Math" panose="02040503050406030204" pitchFamily="18" charset="0"/>
                      </a:rPr>
                      <m:t>≥</m:t>
                    </m:r>
                    <m:sSup>
                      <m:sSupPr>
                        <m:ctrlPr>
                          <a:rPr lang="en-US" altLang="zh-CN" b="1" i="1" dirty="0">
                            <a:latin typeface="Cambria Math" panose="02040503050406030204" pitchFamily="18" charset="0"/>
                            <a:ea typeface="Cambria Math" panose="02040503050406030204" pitchFamily="18" charset="0"/>
                          </a:rPr>
                        </m:ctrlPr>
                      </m:sSupPr>
                      <m:e>
                        <m:r>
                          <a:rPr lang="en-US" altLang="zh-CN" b="1" i="1" dirty="0">
                            <a:latin typeface="Cambria Math" panose="02040503050406030204" pitchFamily="18" charset="0"/>
                            <a:ea typeface="Cambria Math" panose="02040503050406030204" pitchFamily="18" charset="0"/>
                          </a:rPr>
                          <m:t>𝟐</m:t>
                        </m:r>
                      </m:e>
                      <m:sup>
                        <m:r>
                          <a:rPr lang="en-US" altLang="zh-CN" b="1" i="1" dirty="0" smtClean="0">
                            <a:latin typeface="Cambria Math" panose="02040503050406030204" pitchFamily="18" charset="0"/>
                            <a:ea typeface="Cambria Math" panose="02040503050406030204" pitchFamily="18" charset="0"/>
                          </a:rPr>
                          <m:t>𝟑</m:t>
                        </m:r>
                      </m:sup>
                    </m:sSup>
                  </m:oMath>
                </a14:m>
                <a:r>
                  <a:rPr lang="zh-CN" altLang="en-US" b="1" dirty="0"/>
                  <a:t>，接收方将无法分辨新旧数据分组</a:t>
                </a:r>
                <a:endParaRPr lang="en-US" altLang="zh-CN" b="1" dirty="0"/>
              </a:p>
            </p:txBody>
          </p:sp>
        </mc:Choice>
        <mc:Fallback xmlns="">
          <p:sp>
            <p:nvSpPr>
              <p:cNvPr id="6" name="矩形 5">
                <a:extLst>
                  <a:ext uri="{FF2B5EF4-FFF2-40B4-BE49-F238E27FC236}">
                    <a16:creationId xmlns:a16="http://schemas.microsoft.com/office/drawing/2014/main" id="{89C4AD21-2060-4D4D-A51F-2CD8C0D2D1D8}"/>
                  </a:ext>
                </a:extLst>
              </p:cNvPr>
              <p:cNvSpPr>
                <a:spLocks noRot="1" noChangeAspect="1" noMove="1" noResize="1" noEditPoints="1" noAdjustHandles="1" noChangeArrowheads="1" noChangeShapeType="1" noTextEdit="1"/>
              </p:cNvSpPr>
              <p:nvPr/>
            </p:nvSpPr>
            <p:spPr>
              <a:xfrm>
                <a:off x="3098435" y="4230412"/>
                <a:ext cx="7584914" cy="369332"/>
              </a:xfrm>
              <a:prstGeom prst="rect">
                <a:avLst/>
              </a:prstGeom>
              <a:blipFill>
                <a:blip r:embed="rId12"/>
                <a:stretch>
                  <a:fillRect t="-6349" b="-23810"/>
                </a:stretch>
              </a:blipFill>
            </p:spPr>
            <p:txBody>
              <a:bodyPr/>
              <a:lstStyle/>
              <a:p>
                <a:r>
                  <a:rPr lang="zh-CN" altLang="en-US">
                    <a:noFill/>
                  </a:rPr>
                  <a:t> </a:t>
                </a:r>
              </a:p>
            </p:txBody>
          </p:sp>
        </mc:Fallback>
      </mc:AlternateContent>
      <p:sp>
        <p:nvSpPr>
          <p:cNvPr id="50" name="矩形 49">
            <a:extLst>
              <a:ext uri="{FF2B5EF4-FFF2-40B4-BE49-F238E27FC236}">
                <a16:creationId xmlns:a16="http://schemas.microsoft.com/office/drawing/2014/main" id="{21653D19-BC93-4DC3-81B3-E7F2B2072EBB}"/>
              </a:ext>
            </a:extLst>
          </p:cNvPr>
          <p:cNvSpPr/>
          <p:nvPr/>
        </p:nvSpPr>
        <p:spPr>
          <a:xfrm>
            <a:off x="2300222" y="5537182"/>
            <a:ext cx="3780000" cy="390966"/>
          </a:xfrm>
          <a:prstGeom prst="rect">
            <a:avLst/>
          </a:prstGeom>
          <a:solidFill>
            <a:schemeClr val="accent3">
              <a:alpha val="74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55" name="矩形 54">
            <a:extLst>
              <a:ext uri="{FF2B5EF4-FFF2-40B4-BE49-F238E27FC236}">
                <a16:creationId xmlns:a16="http://schemas.microsoft.com/office/drawing/2014/main" id="{D8B76C93-45FF-43DC-9E99-7255DE4A51F5}"/>
              </a:ext>
            </a:extLst>
          </p:cNvPr>
          <p:cNvSpPr/>
          <p:nvPr/>
        </p:nvSpPr>
        <p:spPr>
          <a:xfrm>
            <a:off x="2302928" y="1838438"/>
            <a:ext cx="3780000" cy="369332"/>
          </a:xfrm>
          <a:prstGeom prst="rect">
            <a:avLst/>
          </a:prstGeom>
          <a:solidFill>
            <a:schemeClr val="accent4">
              <a:alpha val="74000"/>
            </a:schemeClr>
          </a:solidFill>
          <a:ln>
            <a:solidFill>
              <a:schemeClr val="accent4"/>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grpSp>
        <p:nvGrpSpPr>
          <p:cNvPr id="5" name="组合 4">
            <a:extLst>
              <a:ext uri="{FF2B5EF4-FFF2-40B4-BE49-F238E27FC236}">
                <a16:creationId xmlns:a16="http://schemas.microsoft.com/office/drawing/2014/main" id="{81FA7FBD-0C8E-42F7-9011-7723A73B0170}"/>
              </a:ext>
            </a:extLst>
          </p:cNvPr>
          <p:cNvGrpSpPr/>
          <p:nvPr/>
        </p:nvGrpSpPr>
        <p:grpSpPr>
          <a:xfrm>
            <a:off x="463979" y="4291260"/>
            <a:ext cx="708432" cy="1074683"/>
            <a:chOff x="463979" y="2778227"/>
            <a:chExt cx="708432" cy="1074683"/>
          </a:xfrm>
        </p:grpSpPr>
        <p:sp>
          <p:nvSpPr>
            <p:cNvPr id="57" name="矩形 56">
              <a:extLst>
                <a:ext uri="{FF2B5EF4-FFF2-40B4-BE49-F238E27FC236}">
                  <a16:creationId xmlns:a16="http://schemas.microsoft.com/office/drawing/2014/main" id="{9E58F32F-4B7E-49CD-A549-3FACD6AF3FCC}"/>
                </a:ext>
              </a:extLst>
            </p:cNvPr>
            <p:cNvSpPr/>
            <p:nvPr/>
          </p:nvSpPr>
          <p:spPr>
            <a:xfrm>
              <a:off x="463979" y="3582627"/>
              <a:ext cx="708432" cy="270283"/>
            </a:xfrm>
            <a:prstGeom prst="rect">
              <a:avLst/>
            </a:prstGeom>
            <a:solidFill>
              <a:schemeClr val="accent4"/>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46800" rIns="46800" rtlCol="0" anchor="ctr"/>
            <a:lstStyle/>
            <a:p>
              <a:pPr algn="ctr"/>
              <a:r>
                <a:rPr lang="en-US" altLang="zh-CN" b="1" dirty="0"/>
                <a:t>ACK1</a:t>
              </a:r>
              <a:endParaRPr lang="zh-CN" altLang="en-US" b="1" dirty="0"/>
            </a:p>
          </p:txBody>
        </p:sp>
        <p:sp>
          <p:nvSpPr>
            <p:cNvPr id="58" name="矩形 57">
              <a:extLst>
                <a:ext uri="{FF2B5EF4-FFF2-40B4-BE49-F238E27FC236}">
                  <a16:creationId xmlns:a16="http://schemas.microsoft.com/office/drawing/2014/main" id="{C6D8C967-D99D-4C0E-AFC8-7B78AA45EA15}"/>
                </a:ext>
              </a:extLst>
            </p:cNvPr>
            <p:cNvSpPr/>
            <p:nvPr/>
          </p:nvSpPr>
          <p:spPr>
            <a:xfrm>
              <a:off x="463979" y="3310754"/>
              <a:ext cx="708432" cy="270283"/>
            </a:xfrm>
            <a:prstGeom prst="rect">
              <a:avLst/>
            </a:prstGeom>
            <a:solidFill>
              <a:schemeClr val="accent4"/>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46800" rIns="46800" rtlCol="0" anchor="ctr"/>
            <a:lstStyle/>
            <a:p>
              <a:pPr algn="ctr"/>
              <a:r>
                <a:rPr lang="en-US" altLang="zh-CN" b="1" dirty="0"/>
                <a:t>ACK2</a:t>
              </a:r>
              <a:endParaRPr lang="zh-CN" altLang="en-US" b="1" dirty="0"/>
            </a:p>
          </p:txBody>
        </p:sp>
        <p:sp>
          <p:nvSpPr>
            <p:cNvPr id="59" name="矩形 58">
              <a:extLst>
                <a:ext uri="{FF2B5EF4-FFF2-40B4-BE49-F238E27FC236}">
                  <a16:creationId xmlns:a16="http://schemas.microsoft.com/office/drawing/2014/main" id="{7B76C04E-C4AE-44DC-9B98-FB72DDED5DC3}"/>
                </a:ext>
              </a:extLst>
            </p:cNvPr>
            <p:cNvSpPr/>
            <p:nvPr/>
          </p:nvSpPr>
          <p:spPr>
            <a:xfrm>
              <a:off x="463979" y="3040471"/>
              <a:ext cx="708432" cy="270283"/>
            </a:xfrm>
            <a:prstGeom prst="rect">
              <a:avLst/>
            </a:prstGeom>
            <a:solidFill>
              <a:schemeClr val="accent4"/>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46800" rIns="46800" rtlCol="0" anchor="ctr"/>
            <a:lstStyle/>
            <a:p>
              <a:pPr algn="ctr"/>
              <a:r>
                <a:rPr lang="en-US" altLang="zh-CN" b="1" dirty="0"/>
                <a:t>ACK3</a:t>
              </a:r>
              <a:endParaRPr lang="zh-CN" altLang="en-US" b="1" dirty="0"/>
            </a:p>
          </p:txBody>
        </p:sp>
        <p:sp>
          <p:nvSpPr>
            <p:cNvPr id="60" name="矩形 59">
              <a:extLst>
                <a:ext uri="{FF2B5EF4-FFF2-40B4-BE49-F238E27FC236}">
                  <a16:creationId xmlns:a16="http://schemas.microsoft.com/office/drawing/2014/main" id="{09B19D7C-AE53-4F71-AECD-A9EC9864C4A3}"/>
                </a:ext>
              </a:extLst>
            </p:cNvPr>
            <p:cNvSpPr/>
            <p:nvPr/>
          </p:nvSpPr>
          <p:spPr>
            <a:xfrm>
              <a:off x="463979" y="2778227"/>
              <a:ext cx="708432" cy="270283"/>
            </a:xfrm>
            <a:prstGeom prst="rect">
              <a:avLst/>
            </a:prstGeom>
            <a:solidFill>
              <a:schemeClr val="accent4"/>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46800" rIns="46800" rtlCol="0" anchor="ctr"/>
            <a:lstStyle/>
            <a:p>
              <a:pPr algn="ctr"/>
              <a:r>
                <a:rPr lang="en-US" altLang="zh-CN" b="1" dirty="0"/>
                <a:t>ACK4</a:t>
              </a:r>
              <a:endParaRPr lang="zh-CN" altLang="en-US" b="1" dirty="0"/>
            </a:p>
          </p:txBody>
        </p:sp>
      </p:grpSp>
      <p:sp>
        <p:nvSpPr>
          <p:cNvPr id="35" name="平行四边形 34">
            <a:extLst>
              <a:ext uri="{FF2B5EF4-FFF2-40B4-BE49-F238E27FC236}">
                <a16:creationId xmlns:a16="http://schemas.microsoft.com/office/drawing/2014/main" id="{40B7053B-A02D-DF18-3103-E1A751DC466B}"/>
              </a:ext>
            </a:extLst>
          </p:cNvPr>
          <p:cNvSpPr/>
          <p:nvPr/>
        </p:nvSpPr>
        <p:spPr>
          <a:xfrm>
            <a:off x="304800" y="749300"/>
            <a:ext cx="675384" cy="387090"/>
          </a:xfrm>
          <a:prstGeom prst="parallelogram">
            <a:avLst/>
          </a:prstGeom>
          <a:solidFill>
            <a:schemeClr val="accent3">
              <a:lumMod val="75000"/>
            </a:schemeClr>
          </a:solidFill>
          <a:ln>
            <a:solidFill>
              <a:schemeClr val="accent3">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CN" sz="2200" dirty="0">
                <a:latin typeface="Impact" panose="020B0806030902050204" pitchFamily="34" charset="0"/>
              </a:rPr>
              <a:t>05</a:t>
            </a:r>
            <a:endParaRPr lang="zh-CN" altLang="en-US" sz="2200" dirty="0">
              <a:latin typeface="Impact" panose="020B0806030902050204" pitchFamily="34" charset="0"/>
            </a:endParaRPr>
          </a:p>
        </p:txBody>
      </p:sp>
    </p:spTree>
    <p:custDataLst>
      <p:tags r:id="rId1"/>
    </p:custDataLst>
    <p:extLst>
      <p:ext uri="{BB962C8B-B14F-4D97-AF65-F5344CB8AC3E}">
        <p14:creationId xmlns:p14="http://schemas.microsoft.com/office/powerpoint/2010/main" val="4119814184"/>
      </p:ext>
    </p:extLst>
  </p:cSld>
  <p:clrMapOvr>
    <a:masterClrMapping/>
  </p:clrMapOvr>
  <mc:AlternateContent xmlns:mc="http://schemas.openxmlformats.org/markup-compatibility/2006" xmlns:p159="http://schemas.microsoft.com/office/powerpoint/2015/09/main">
    <mc:Choice Requires="p159">
      <p:transition xmlns:p14="http://schemas.microsoft.com/office/powerpoint/2010/main" spd="slow" p14:dur="1500">
        <p159:morph option="byObject"/>
      </p:transition>
    </mc:Choice>
    <mc:Fallback xmlns="">
      <p:transition spd="slow">
        <p:fade/>
      </p:transition>
    </mc:Fallback>
  </mc:AlternateContent>
</p:sld>
</file>

<file path=ppt/slides/slide21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62" name="组合 61">
            <a:extLst>
              <a:ext uri="{FF2B5EF4-FFF2-40B4-BE49-F238E27FC236}">
                <a16:creationId xmlns:a16="http://schemas.microsoft.com/office/drawing/2014/main" id="{F19B41B5-1CAF-4317-BFE9-0EB9D4F3122A}"/>
              </a:ext>
            </a:extLst>
          </p:cNvPr>
          <p:cNvGrpSpPr/>
          <p:nvPr/>
        </p:nvGrpSpPr>
        <p:grpSpPr>
          <a:xfrm>
            <a:off x="6076266" y="1368773"/>
            <a:ext cx="3025589" cy="910796"/>
            <a:chOff x="2302929" y="5098286"/>
            <a:chExt cx="3025589" cy="910796"/>
          </a:xfrm>
        </p:grpSpPr>
        <p:sp>
          <p:nvSpPr>
            <p:cNvPr id="63" name="矩形 62">
              <a:extLst>
                <a:ext uri="{FF2B5EF4-FFF2-40B4-BE49-F238E27FC236}">
                  <a16:creationId xmlns:a16="http://schemas.microsoft.com/office/drawing/2014/main" id="{B49D0ED5-9735-4215-8648-650049F0844F}"/>
                </a:ext>
              </a:extLst>
            </p:cNvPr>
            <p:cNvSpPr/>
            <p:nvPr/>
          </p:nvSpPr>
          <p:spPr>
            <a:xfrm>
              <a:off x="2302929" y="5467618"/>
              <a:ext cx="3025589" cy="541464"/>
            </a:xfrm>
            <a:prstGeom prst="rect">
              <a:avLst/>
            </a:prstGeom>
            <a:solidFill>
              <a:schemeClr val="accent4"/>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mc:AlternateContent xmlns:mc="http://schemas.openxmlformats.org/markup-compatibility/2006" xmlns:a14="http://schemas.microsoft.com/office/drawing/2010/main">
          <mc:Choice Requires="a14">
            <p:sp>
              <p:nvSpPr>
                <p:cNvPr id="64" name="文本框 63">
                  <a:extLst>
                    <a:ext uri="{FF2B5EF4-FFF2-40B4-BE49-F238E27FC236}">
                      <a16:creationId xmlns:a16="http://schemas.microsoft.com/office/drawing/2014/main" id="{131B1AC1-C9F8-431B-BA17-31E2F41B428C}"/>
                    </a:ext>
                  </a:extLst>
                </p:cNvPr>
                <p:cNvSpPr txBox="1"/>
                <p:nvPr/>
              </p:nvSpPr>
              <p:spPr>
                <a:xfrm>
                  <a:off x="3277773" y="5098286"/>
                  <a:ext cx="1067217" cy="369332"/>
                </a:xfrm>
                <a:prstGeom prst="rect">
                  <a:avLst/>
                </a:prstGeom>
                <a:noFill/>
              </p:spPr>
              <p:txBody>
                <a:bodyPr wrap="square">
                  <a:spAutoFit/>
                </a:bodyPr>
                <a:lstStyle/>
                <a:p>
                  <a:pPr/>
                  <a14:m>
                    <m:oMathPara xmlns:m="http://schemas.openxmlformats.org/officeDocument/2006/math">
                      <m:oMathParaPr>
                        <m:jc m:val="centerGroup"/>
                      </m:oMathParaPr>
                      <m:oMath xmlns:m="http://schemas.openxmlformats.org/officeDocument/2006/math">
                        <m:sSub>
                          <m:sSubPr>
                            <m:ctrlPr>
                              <a:rPr lang="en-US" altLang="zh-CN" b="1" i="1" smtClean="0">
                                <a:solidFill>
                                  <a:schemeClr val="accent4"/>
                                </a:solidFill>
                                <a:latin typeface="Cambria Math" panose="02040503050406030204" pitchFamily="18" charset="0"/>
                              </a:rPr>
                            </m:ctrlPr>
                          </m:sSubPr>
                          <m:e>
                            <m:r>
                              <a:rPr lang="en-US" altLang="zh-CN" b="1" i="1" smtClean="0">
                                <a:solidFill>
                                  <a:schemeClr val="accent4"/>
                                </a:solidFill>
                                <a:latin typeface="Cambria Math" panose="02040503050406030204" pitchFamily="18" charset="0"/>
                              </a:rPr>
                              <m:t>𝑾</m:t>
                            </m:r>
                          </m:e>
                          <m:sub>
                            <m:r>
                              <a:rPr lang="en-US" altLang="zh-CN" b="1" i="1" smtClean="0">
                                <a:solidFill>
                                  <a:schemeClr val="accent4"/>
                                </a:solidFill>
                                <a:latin typeface="Cambria Math" panose="02040503050406030204" pitchFamily="18" charset="0"/>
                              </a:rPr>
                              <m:t>𝑹</m:t>
                            </m:r>
                          </m:sub>
                        </m:sSub>
                        <m:r>
                          <a:rPr lang="en-US" altLang="zh-CN" b="1" i="1" smtClean="0">
                            <a:solidFill>
                              <a:schemeClr val="accent4"/>
                            </a:solidFill>
                            <a:latin typeface="Cambria Math" panose="02040503050406030204" pitchFamily="18" charset="0"/>
                          </a:rPr>
                          <m:t>=</m:t>
                        </m:r>
                        <m:r>
                          <a:rPr lang="en-US" altLang="zh-CN" b="1" i="1" smtClean="0">
                            <a:solidFill>
                              <a:schemeClr val="accent4"/>
                            </a:solidFill>
                            <a:latin typeface="Cambria Math" panose="02040503050406030204" pitchFamily="18" charset="0"/>
                          </a:rPr>
                          <m:t>𝟒</m:t>
                        </m:r>
                      </m:oMath>
                    </m:oMathPara>
                  </a14:m>
                  <a:endParaRPr lang="zh-CN" altLang="en-US" dirty="0">
                    <a:solidFill>
                      <a:schemeClr val="accent4"/>
                    </a:solidFill>
                  </a:endParaRPr>
                </a:p>
              </p:txBody>
            </p:sp>
          </mc:Choice>
          <mc:Fallback xmlns="">
            <p:sp>
              <p:nvSpPr>
                <p:cNvPr id="47" name="文本框 46">
                  <a:extLst>
                    <a:ext uri="{FF2B5EF4-FFF2-40B4-BE49-F238E27FC236}">
                      <a16:creationId xmlns:a16="http://schemas.microsoft.com/office/drawing/2014/main" id="{4DD506B6-2862-4CF6-A3E9-F36AEFD5D21B}"/>
                    </a:ext>
                  </a:extLst>
                </p:cNvPr>
                <p:cNvSpPr txBox="1">
                  <a:spLocks noRot="1" noChangeAspect="1" noMove="1" noResize="1" noEditPoints="1" noAdjustHandles="1" noChangeArrowheads="1" noChangeShapeType="1" noTextEdit="1"/>
                </p:cNvSpPr>
                <p:nvPr/>
              </p:nvSpPr>
              <p:spPr>
                <a:xfrm>
                  <a:off x="3277773" y="5098286"/>
                  <a:ext cx="1067217" cy="369332"/>
                </a:xfrm>
                <a:prstGeom prst="rect">
                  <a:avLst/>
                </a:prstGeom>
                <a:blipFill>
                  <a:blip r:embed="rId3"/>
                  <a:stretch>
                    <a:fillRect b="-3333"/>
                  </a:stretch>
                </a:blipFill>
              </p:spPr>
              <p:txBody>
                <a:bodyPr/>
                <a:lstStyle/>
                <a:p>
                  <a:r>
                    <a:rPr lang="zh-CN" altLang="en-US">
                      <a:noFill/>
                    </a:rPr>
                    <a:t> </a:t>
                  </a:r>
                </a:p>
              </p:txBody>
            </p:sp>
          </mc:Fallback>
        </mc:AlternateContent>
      </p:grpSp>
      <p:grpSp>
        <p:nvGrpSpPr>
          <p:cNvPr id="7" name="组合 6">
            <a:extLst>
              <a:ext uri="{FF2B5EF4-FFF2-40B4-BE49-F238E27FC236}">
                <a16:creationId xmlns:a16="http://schemas.microsoft.com/office/drawing/2014/main" id="{9E77AC09-7192-4583-8A5B-4DEBB14A0D2C}"/>
              </a:ext>
            </a:extLst>
          </p:cNvPr>
          <p:cNvGrpSpPr/>
          <p:nvPr/>
        </p:nvGrpSpPr>
        <p:grpSpPr>
          <a:xfrm>
            <a:off x="2302929" y="5098286"/>
            <a:ext cx="3780000" cy="910796"/>
            <a:chOff x="2302929" y="5098286"/>
            <a:chExt cx="3780000" cy="910796"/>
          </a:xfrm>
        </p:grpSpPr>
        <p:sp>
          <p:nvSpPr>
            <p:cNvPr id="33" name="矩形 32">
              <a:extLst>
                <a:ext uri="{FF2B5EF4-FFF2-40B4-BE49-F238E27FC236}">
                  <a16:creationId xmlns:a16="http://schemas.microsoft.com/office/drawing/2014/main" id="{3EA6F5A2-1C83-4BE5-9CCD-7CBA9C984323}"/>
                </a:ext>
              </a:extLst>
            </p:cNvPr>
            <p:cNvSpPr/>
            <p:nvPr/>
          </p:nvSpPr>
          <p:spPr>
            <a:xfrm>
              <a:off x="2302929" y="5467618"/>
              <a:ext cx="3780000" cy="541464"/>
            </a:xfrm>
            <a:prstGeom prst="rect">
              <a:avLst/>
            </a:prstGeom>
            <a:solidFill>
              <a:schemeClr val="accent3"/>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mc:AlternateContent xmlns:mc="http://schemas.openxmlformats.org/markup-compatibility/2006" xmlns:a14="http://schemas.microsoft.com/office/drawing/2010/main">
          <mc:Choice Requires="a14">
            <p:sp>
              <p:nvSpPr>
                <p:cNvPr id="34" name="文本框 33">
                  <a:extLst>
                    <a:ext uri="{FF2B5EF4-FFF2-40B4-BE49-F238E27FC236}">
                      <a16:creationId xmlns:a16="http://schemas.microsoft.com/office/drawing/2014/main" id="{8C755A65-DDAE-400F-BD8A-B2EB9981B67D}"/>
                    </a:ext>
                  </a:extLst>
                </p:cNvPr>
                <p:cNvSpPr txBox="1"/>
                <p:nvPr/>
              </p:nvSpPr>
              <p:spPr>
                <a:xfrm>
                  <a:off x="3670624" y="5098286"/>
                  <a:ext cx="1067217" cy="369332"/>
                </a:xfrm>
                <a:prstGeom prst="rect">
                  <a:avLst/>
                </a:prstGeom>
                <a:noFill/>
              </p:spPr>
              <p:txBody>
                <a:bodyPr wrap="square">
                  <a:spAutoFit/>
                </a:bodyPr>
                <a:lstStyle/>
                <a:p>
                  <a:pPr/>
                  <a14:m>
                    <m:oMathPara xmlns:m="http://schemas.openxmlformats.org/officeDocument/2006/math">
                      <m:oMathParaPr>
                        <m:jc m:val="centerGroup"/>
                      </m:oMathParaPr>
                      <m:oMath xmlns:m="http://schemas.openxmlformats.org/officeDocument/2006/math">
                        <m:sSub>
                          <m:sSubPr>
                            <m:ctrlPr>
                              <a:rPr lang="en-US" altLang="zh-CN" b="1" i="1" smtClean="0">
                                <a:solidFill>
                                  <a:schemeClr val="accent3"/>
                                </a:solidFill>
                                <a:latin typeface="Cambria Math" panose="02040503050406030204" pitchFamily="18" charset="0"/>
                              </a:rPr>
                            </m:ctrlPr>
                          </m:sSubPr>
                          <m:e>
                            <m:r>
                              <a:rPr lang="en-US" altLang="zh-CN" b="1" i="1" smtClean="0">
                                <a:solidFill>
                                  <a:schemeClr val="accent3"/>
                                </a:solidFill>
                                <a:latin typeface="Cambria Math" panose="02040503050406030204" pitchFamily="18" charset="0"/>
                              </a:rPr>
                              <m:t>𝑾</m:t>
                            </m:r>
                          </m:e>
                          <m:sub>
                            <m:r>
                              <a:rPr lang="en-US" altLang="zh-CN" b="1" i="1" smtClean="0">
                                <a:solidFill>
                                  <a:schemeClr val="accent3"/>
                                </a:solidFill>
                                <a:latin typeface="Cambria Math" panose="02040503050406030204" pitchFamily="18" charset="0"/>
                              </a:rPr>
                              <m:t>𝑻</m:t>
                            </m:r>
                          </m:sub>
                        </m:sSub>
                        <m:r>
                          <a:rPr lang="en-US" altLang="zh-CN" b="1" i="1" smtClean="0">
                            <a:solidFill>
                              <a:schemeClr val="accent3"/>
                            </a:solidFill>
                            <a:latin typeface="Cambria Math" panose="02040503050406030204" pitchFamily="18" charset="0"/>
                          </a:rPr>
                          <m:t>=</m:t>
                        </m:r>
                        <m:r>
                          <a:rPr lang="en-US" altLang="zh-CN" b="1" i="1" smtClean="0">
                            <a:solidFill>
                              <a:schemeClr val="accent3"/>
                            </a:solidFill>
                            <a:latin typeface="Cambria Math" panose="02040503050406030204" pitchFamily="18" charset="0"/>
                          </a:rPr>
                          <m:t>𝟓</m:t>
                        </m:r>
                      </m:oMath>
                    </m:oMathPara>
                  </a14:m>
                  <a:endParaRPr lang="zh-CN" altLang="en-US" dirty="0">
                    <a:solidFill>
                      <a:schemeClr val="accent3"/>
                    </a:solidFill>
                  </a:endParaRPr>
                </a:p>
              </p:txBody>
            </p:sp>
          </mc:Choice>
          <mc:Fallback xmlns="">
            <p:sp>
              <p:nvSpPr>
                <p:cNvPr id="34" name="文本框 33">
                  <a:extLst>
                    <a:ext uri="{FF2B5EF4-FFF2-40B4-BE49-F238E27FC236}">
                      <a16:creationId xmlns:a16="http://schemas.microsoft.com/office/drawing/2014/main" id="{8C755A65-DDAE-400F-BD8A-B2EB9981B67D}"/>
                    </a:ext>
                  </a:extLst>
                </p:cNvPr>
                <p:cNvSpPr txBox="1">
                  <a:spLocks noRot="1" noChangeAspect="1" noMove="1" noResize="1" noEditPoints="1" noAdjustHandles="1" noChangeArrowheads="1" noChangeShapeType="1" noTextEdit="1"/>
                </p:cNvSpPr>
                <p:nvPr/>
              </p:nvSpPr>
              <p:spPr>
                <a:xfrm>
                  <a:off x="3670624" y="5098286"/>
                  <a:ext cx="1067217" cy="369332"/>
                </a:xfrm>
                <a:prstGeom prst="rect">
                  <a:avLst/>
                </a:prstGeom>
                <a:blipFill>
                  <a:blip r:embed="rId4"/>
                  <a:stretch>
                    <a:fillRect b="-3279"/>
                  </a:stretch>
                </a:blipFill>
              </p:spPr>
              <p:txBody>
                <a:bodyPr/>
                <a:lstStyle/>
                <a:p>
                  <a:r>
                    <a:rPr lang="zh-CN" altLang="en-US">
                      <a:noFill/>
                    </a:rPr>
                    <a:t> </a:t>
                  </a:r>
                </a:p>
              </p:txBody>
            </p:sp>
          </mc:Fallback>
        </mc:AlternateContent>
      </p:grpSp>
      <p:grpSp>
        <p:nvGrpSpPr>
          <p:cNvPr id="4" name="组合 3">
            <a:extLst>
              <a:ext uri="{FF2B5EF4-FFF2-40B4-BE49-F238E27FC236}">
                <a16:creationId xmlns:a16="http://schemas.microsoft.com/office/drawing/2014/main" id="{9A1EA9F2-FCB6-48C3-935F-7AE7E3AD14AC}"/>
              </a:ext>
            </a:extLst>
          </p:cNvPr>
          <p:cNvGrpSpPr/>
          <p:nvPr/>
        </p:nvGrpSpPr>
        <p:grpSpPr>
          <a:xfrm>
            <a:off x="304800" y="749300"/>
            <a:ext cx="6192344" cy="400110"/>
            <a:chOff x="424117" y="898245"/>
            <a:chExt cx="6192344" cy="400110"/>
          </a:xfrm>
        </p:grpSpPr>
        <p:sp>
          <p:nvSpPr>
            <p:cNvPr id="2" name="平行四边形 1">
              <a:extLst>
                <a:ext uri="{FF2B5EF4-FFF2-40B4-BE49-F238E27FC236}">
                  <a16:creationId xmlns:a16="http://schemas.microsoft.com/office/drawing/2014/main" id="{1F5BAA3F-9845-4F89-A2DD-8222D3E4EDAC}"/>
                </a:ext>
              </a:extLst>
            </p:cNvPr>
            <p:cNvSpPr/>
            <p:nvPr/>
          </p:nvSpPr>
          <p:spPr>
            <a:xfrm>
              <a:off x="424117" y="898245"/>
              <a:ext cx="628306" cy="387090"/>
            </a:xfrm>
            <a:prstGeom prst="parallelogram">
              <a:avLst/>
            </a:prstGeom>
            <a:solidFill>
              <a:schemeClr val="accent3">
                <a:lumMod val="75000"/>
              </a:schemeClr>
            </a:solidFill>
            <a:ln>
              <a:solidFill>
                <a:schemeClr val="accent3">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CN" sz="2200" dirty="0">
                  <a:latin typeface="Impact" panose="020B0806030902050204" pitchFamily="34" charset="0"/>
                </a:rPr>
                <a:t>01</a:t>
              </a:r>
              <a:endParaRPr lang="zh-CN" altLang="en-US" sz="2200" dirty="0">
                <a:latin typeface="Impact" panose="020B0806030902050204" pitchFamily="34" charset="0"/>
              </a:endParaRPr>
            </a:p>
          </p:txBody>
        </p:sp>
        <p:sp>
          <p:nvSpPr>
            <p:cNvPr id="3" name="文本框 2">
              <a:extLst>
                <a:ext uri="{FF2B5EF4-FFF2-40B4-BE49-F238E27FC236}">
                  <a16:creationId xmlns:a16="http://schemas.microsoft.com/office/drawing/2014/main" id="{4D6BD736-A4D3-4F26-AFED-36E11F50F70B}"/>
                </a:ext>
              </a:extLst>
            </p:cNvPr>
            <p:cNvSpPr txBox="1"/>
            <p:nvPr/>
          </p:nvSpPr>
          <p:spPr>
            <a:xfrm>
              <a:off x="1052423" y="898245"/>
              <a:ext cx="5564038" cy="400110"/>
            </a:xfrm>
            <a:prstGeom prst="rect">
              <a:avLst/>
            </a:prstGeom>
            <a:noFill/>
          </p:spPr>
          <p:txBody>
            <a:bodyPr wrap="square" rtlCol="0">
              <a:spAutoFit/>
            </a:bodyPr>
            <a:lstStyle/>
            <a:p>
              <a:r>
                <a:rPr lang="zh-CN" altLang="en-US" sz="2000" b="1" dirty="0"/>
                <a:t>选择重传协议</a:t>
              </a:r>
            </a:p>
          </p:txBody>
        </p:sp>
      </p:grpSp>
      <p:grpSp>
        <p:nvGrpSpPr>
          <p:cNvPr id="18" name="组合 17">
            <a:extLst>
              <a:ext uri="{FF2B5EF4-FFF2-40B4-BE49-F238E27FC236}">
                <a16:creationId xmlns:a16="http://schemas.microsoft.com/office/drawing/2014/main" id="{AF599708-FA4B-4F1A-915B-51ADB6AF8A5B}"/>
              </a:ext>
            </a:extLst>
          </p:cNvPr>
          <p:cNvGrpSpPr/>
          <p:nvPr/>
        </p:nvGrpSpPr>
        <p:grpSpPr>
          <a:xfrm>
            <a:off x="475097" y="1263518"/>
            <a:ext cx="1355161" cy="5114896"/>
            <a:chOff x="475097" y="1263518"/>
            <a:chExt cx="1355161" cy="5114896"/>
          </a:xfrm>
        </p:grpSpPr>
        <p:cxnSp>
          <p:nvCxnSpPr>
            <p:cNvPr id="19" name="直接连接符 18">
              <a:extLst>
                <a:ext uri="{FF2B5EF4-FFF2-40B4-BE49-F238E27FC236}">
                  <a16:creationId xmlns:a16="http://schemas.microsoft.com/office/drawing/2014/main" id="{8C267D38-D538-4153-B853-5B2DDE097738}"/>
                </a:ext>
              </a:extLst>
            </p:cNvPr>
            <p:cNvCxnSpPr>
              <a:cxnSpLocks/>
            </p:cNvCxnSpPr>
            <p:nvPr/>
          </p:nvCxnSpPr>
          <p:spPr>
            <a:xfrm flipV="1">
              <a:off x="1208367" y="2012996"/>
              <a:ext cx="0" cy="3813858"/>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nvGrpSpPr>
            <p:cNvPr id="20" name="组合 19">
              <a:extLst>
                <a:ext uri="{FF2B5EF4-FFF2-40B4-BE49-F238E27FC236}">
                  <a16:creationId xmlns:a16="http://schemas.microsoft.com/office/drawing/2014/main" id="{1A3F15DA-8F30-45DE-8760-8CB5AC7691B0}"/>
                </a:ext>
              </a:extLst>
            </p:cNvPr>
            <p:cNvGrpSpPr/>
            <p:nvPr/>
          </p:nvGrpSpPr>
          <p:grpSpPr>
            <a:xfrm>
              <a:off x="700096" y="5368000"/>
              <a:ext cx="905164" cy="1010414"/>
              <a:chOff x="700096" y="5368000"/>
              <a:chExt cx="905164" cy="1010414"/>
            </a:xfrm>
          </p:grpSpPr>
          <p:pic>
            <p:nvPicPr>
              <p:cNvPr id="25" name="图形 24">
                <a:extLst>
                  <a:ext uri="{FF2B5EF4-FFF2-40B4-BE49-F238E27FC236}">
                    <a16:creationId xmlns:a16="http://schemas.microsoft.com/office/drawing/2014/main" id="{5079B8D0-730B-4F27-A9EC-8AC79CEECAE0}"/>
                  </a:ext>
                </a:extLst>
              </p:cNvPr>
              <p:cNvPicPr>
                <a:picLocks noChangeAspect="1"/>
              </p:cNvPicPr>
              <p:nvPr/>
            </p:nvPicPr>
            <p:blipFill>
              <a:blip r:embed="rId5">
                <a:extLst>
                  <a:ext uri="{28A0092B-C50C-407E-A947-70E740481C1C}">
                    <a14:useLocalDpi xmlns:a14="http://schemas.microsoft.com/office/drawing/2010/main" val="0"/>
                  </a:ext>
                  <a:ext uri="{96DAC541-7B7A-43D3-8B79-37D633B846F1}">
                    <asvg:svgBlip xmlns:asvg="http://schemas.microsoft.com/office/drawing/2016/SVG/main" r:embed="rId6"/>
                  </a:ext>
                </a:extLst>
              </a:blip>
              <a:stretch>
                <a:fillRect/>
              </a:stretch>
            </p:blipFill>
            <p:spPr>
              <a:xfrm>
                <a:off x="821271" y="5368000"/>
                <a:ext cx="662814" cy="641082"/>
              </a:xfrm>
              <a:prstGeom prst="rect">
                <a:avLst/>
              </a:prstGeom>
            </p:spPr>
          </p:pic>
          <p:sp>
            <p:nvSpPr>
              <p:cNvPr id="26" name="文本框 25">
                <a:extLst>
                  <a:ext uri="{FF2B5EF4-FFF2-40B4-BE49-F238E27FC236}">
                    <a16:creationId xmlns:a16="http://schemas.microsoft.com/office/drawing/2014/main" id="{68E9BE24-5234-4436-839C-0CC65C932068}"/>
                  </a:ext>
                </a:extLst>
              </p:cNvPr>
              <p:cNvSpPr txBox="1"/>
              <p:nvPr/>
            </p:nvSpPr>
            <p:spPr>
              <a:xfrm>
                <a:off x="700096" y="6009082"/>
                <a:ext cx="905164" cy="369332"/>
              </a:xfrm>
              <a:prstGeom prst="rect">
                <a:avLst/>
              </a:prstGeom>
              <a:noFill/>
            </p:spPr>
            <p:txBody>
              <a:bodyPr wrap="square" rtlCol="0">
                <a:spAutoFit/>
              </a:bodyPr>
              <a:lstStyle/>
              <a:p>
                <a:r>
                  <a:rPr lang="zh-CN" altLang="en-US" b="1" dirty="0">
                    <a:latin typeface="+mn-ea"/>
                  </a:rPr>
                  <a:t>发送方</a:t>
                </a:r>
              </a:p>
            </p:txBody>
          </p:sp>
        </p:grpSp>
        <p:grpSp>
          <p:nvGrpSpPr>
            <p:cNvPr id="21" name="组合 20">
              <a:extLst>
                <a:ext uri="{FF2B5EF4-FFF2-40B4-BE49-F238E27FC236}">
                  <a16:creationId xmlns:a16="http://schemas.microsoft.com/office/drawing/2014/main" id="{50E1DF35-9236-4BB6-BAC4-1AE805165946}"/>
                </a:ext>
              </a:extLst>
            </p:cNvPr>
            <p:cNvGrpSpPr/>
            <p:nvPr/>
          </p:nvGrpSpPr>
          <p:grpSpPr>
            <a:xfrm>
              <a:off x="878301" y="1263518"/>
              <a:ext cx="905164" cy="1027908"/>
              <a:chOff x="878301" y="1390382"/>
              <a:chExt cx="905164" cy="1027908"/>
            </a:xfrm>
          </p:grpSpPr>
          <p:pic>
            <p:nvPicPr>
              <p:cNvPr id="23" name="图形 22">
                <a:extLst>
                  <a:ext uri="{FF2B5EF4-FFF2-40B4-BE49-F238E27FC236}">
                    <a16:creationId xmlns:a16="http://schemas.microsoft.com/office/drawing/2014/main" id="{E155E3ED-8C2A-42C4-BFBF-393051944136}"/>
                  </a:ext>
                </a:extLst>
              </p:cNvPr>
              <p:cNvPicPr>
                <a:picLocks noChangeAspect="1"/>
              </p:cNvPicPr>
              <p:nvPr/>
            </p:nvPicPr>
            <p:blipFill>
              <a:blip r:embed="rId7">
                <a:extLst>
                  <a:ext uri="{28A0092B-C50C-407E-A947-70E740481C1C}">
                    <a14:useLocalDpi xmlns:a14="http://schemas.microsoft.com/office/drawing/2010/main" val="0"/>
                  </a:ext>
                  <a:ext uri="{96DAC541-7B7A-43D3-8B79-37D633B846F1}">
                    <asvg:svgBlip xmlns:asvg="http://schemas.microsoft.com/office/drawing/2016/SVG/main" r:embed="rId8"/>
                  </a:ext>
                </a:extLst>
              </a:blip>
              <a:stretch>
                <a:fillRect/>
              </a:stretch>
            </p:blipFill>
            <p:spPr>
              <a:xfrm>
                <a:off x="984826" y="1759714"/>
                <a:ext cx="501772" cy="658576"/>
              </a:xfrm>
              <a:prstGeom prst="rect">
                <a:avLst/>
              </a:prstGeom>
            </p:spPr>
          </p:pic>
          <p:sp>
            <p:nvSpPr>
              <p:cNvPr id="24" name="文本框 23">
                <a:extLst>
                  <a:ext uri="{FF2B5EF4-FFF2-40B4-BE49-F238E27FC236}">
                    <a16:creationId xmlns:a16="http://schemas.microsoft.com/office/drawing/2014/main" id="{818AC20B-3072-437F-B302-67397F49105B}"/>
                  </a:ext>
                </a:extLst>
              </p:cNvPr>
              <p:cNvSpPr txBox="1"/>
              <p:nvPr/>
            </p:nvSpPr>
            <p:spPr>
              <a:xfrm>
                <a:off x="878301" y="1390382"/>
                <a:ext cx="905164" cy="369332"/>
              </a:xfrm>
              <a:prstGeom prst="rect">
                <a:avLst/>
              </a:prstGeom>
              <a:noFill/>
            </p:spPr>
            <p:txBody>
              <a:bodyPr wrap="square" rtlCol="0">
                <a:spAutoFit/>
              </a:bodyPr>
              <a:lstStyle/>
              <a:p>
                <a:r>
                  <a:rPr lang="zh-CN" altLang="en-US" b="1" dirty="0">
                    <a:latin typeface="+mn-ea"/>
                  </a:rPr>
                  <a:t>接收方</a:t>
                </a:r>
              </a:p>
            </p:txBody>
          </p:sp>
        </p:grpSp>
        <p:sp>
          <p:nvSpPr>
            <p:cNvPr id="22" name="云形 21">
              <a:extLst>
                <a:ext uri="{FF2B5EF4-FFF2-40B4-BE49-F238E27FC236}">
                  <a16:creationId xmlns:a16="http://schemas.microsoft.com/office/drawing/2014/main" id="{97C64CE5-C9EB-4960-87FB-62108C97374D}"/>
                </a:ext>
              </a:extLst>
            </p:cNvPr>
            <p:cNvSpPr/>
            <p:nvPr/>
          </p:nvSpPr>
          <p:spPr>
            <a:xfrm>
              <a:off x="475097" y="3429014"/>
              <a:ext cx="1355161" cy="801398"/>
            </a:xfrm>
            <a:prstGeom prst="cloud">
              <a:avLst/>
            </a:prstGeom>
            <a:solidFill>
              <a:schemeClr val="bg1">
                <a:lumMod val="85000"/>
              </a:schemeClr>
            </a:solidFill>
            <a:ln>
              <a:solidFill>
                <a:schemeClr val="bg1">
                  <a:lumMod val="85000"/>
                </a:schemeClr>
              </a:solidFill>
            </a:ln>
          </p:spPr>
          <p:style>
            <a:lnRef idx="2">
              <a:schemeClr val="accent3">
                <a:shade val="50000"/>
              </a:schemeClr>
            </a:lnRef>
            <a:fillRef idx="1">
              <a:schemeClr val="accent3"/>
            </a:fillRef>
            <a:effectRef idx="0">
              <a:schemeClr val="accent3"/>
            </a:effectRef>
            <a:fontRef idx="minor">
              <a:schemeClr val="lt1"/>
            </a:fontRef>
          </p:style>
          <p:txBody>
            <a:bodyPr rtlCol="0" anchor="ctr"/>
            <a:lstStyle/>
            <a:p>
              <a:pPr algn="ctr"/>
              <a:r>
                <a:rPr lang="zh-CN" altLang="en-US" b="1" dirty="0">
                  <a:solidFill>
                    <a:schemeClr val="tx1"/>
                  </a:solidFill>
                  <a:latin typeface="+mn-ea"/>
                </a:rPr>
                <a:t>因特网</a:t>
              </a:r>
            </a:p>
          </p:txBody>
        </p:sp>
      </p:grpSp>
      <mc:AlternateContent xmlns:mc="http://schemas.openxmlformats.org/markup-compatibility/2006" xmlns:a14="http://schemas.microsoft.com/office/drawing/2010/main">
        <mc:Choice Requires="a14">
          <p:sp>
            <p:nvSpPr>
              <p:cNvPr id="28" name="íşlïḍè">
                <a:extLst>
                  <a:ext uri="{FF2B5EF4-FFF2-40B4-BE49-F238E27FC236}">
                    <a16:creationId xmlns:a16="http://schemas.microsoft.com/office/drawing/2014/main" id="{8898676C-F981-4D74-B324-A859D1387610}"/>
                  </a:ext>
                </a:extLst>
              </p:cNvPr>
              <p:cNvSpPr txBox="1"/>
              <p:nvPr/>
            </p:nvSpPr>
            <p:spPr>
              <a:xfrm>
                <a:off x="2993250" y="2799126"/>
                <a:ext cx="6657288" cy="311297"/>
              </a:xfrm>
              <a:prstGeom prst="rect">
                <a:avLst/>
              </a:prstGeom>
              <a:noFill/>
            </p:spPr>
            <p:txBody>
              <a:bodyPr wrap="square" lIns="91440" tIns="45720" rIns="91440" bIns="45720" anchor="ctr">
                <a:noAutofit/>
              </a:bodyPr>
              <a:lstStyle/>
              <a:p>
                <a:r>
                  <a:rPr lang="zh-CN" altLang="en-US" b="1" dirty="0"/>
                  <a:t>本例假设采用</a:t>
                </a:r>
                <a14:m>
                  <m:oMath xmlns:m="http://schemas.openxmlformats.org/officeDocument/2006/math">
                    <m:r>
                      <a:rPr lang="en-US" altLang="zh-CN" b="1" i="1" dirty="0" smtClean="0">
                        <a:latin typeface="Cambria Math" panose="02040503050406030204" pitchFamily="18" charset="0"/>
                      </a:rPr>
                      <m:t>𝟑</m:t>
                    </m:r>
                  </m:oMath>
                </a14:m>
                <a:r>
                  <a:rPr lang="zh-CN" altLang="en-US" b="1" dirty="0"/>
                  <a:t>个比特给分组编序号，则序号范围是</a:t>
                </a:r>
                <a14:m>
                  <m:oMath xmlns:m="http://schemas.openxmlformats.org/officeDocument/2006/math">
                    <m:r>
                      <a:rPr lang="en-US" altLang="zh-CN" b="1" i="0" smtClean="0">
                        <a:latin typeface="Cambria Math" panose="02040503050406030204" pitchFamily="18" charset="0"/>
                        <a:ea typeface="Cambria Math" panose="02040503050406030204" pitchFamily="18" charset="0"/>
                      </a:rPr>
                      <m:t>𝟎</m:t>
                    </m:r>
                    <m:r>
                      <a:rPr lang="en-US" altLang="zh-CN" b="1" i="1" smtClean="0">
                        <a:latin typeface="Cambria Math" panose="02040503050406030204" pitchFamily="18" charset="0"/>
                        <a:ea typeface="Cambria Math" panose="02040503050406030204" pitchFamily="18" charset="0"/>
                      </a:rPr>
                      <m:t>~</m:t>
                    </m:r>
                    <m:sSup>
                      <m:sSupPr>
                        <m:ctrlPr>
                          <a:rPr lang="en-US" altLang="zh-CN" b="1" i="1" smtClean="0">
                            <a:latin typeface="Cambria Math" panose="02040503050406030204" pitchFamily="18" charset="0"/>
                            <a:ea typeface="Cambria Math" panose="02040503050406030204" pitchFamily="18" charset="0"/>
                          </a:rPr>
                        </m:ctrlPr>
                      </m:sSupPr>
                      <m:e>
                        <m:r>
                          <a:rPr lang="en-US" altLang="zh-CN" b="1" i="1" smtClean="0">
                            <a:latin typeface="Cambria Math" panose="02040503050406030204" pitchFamily="18" charset="0"/>
                            <a:ea typeface="Cambria Math" panose="02040503050406030204" pitchFamily="18" charset="0"/>
                          </a:rPr>
                          <m:t>(</m:t>
                        </m:r>
                        <m:r>
                          <a:rPr lang="en-US" altLang="zh-CN" b="1" i="1" smtClean="0">
                            <a:latin typeface="Cambria Math" panose="02040503050406030204" pitchFamily="18" charset="0"/>
                            <a:ea typeface="Cambria Math" panose="02040503050406030204" pitchFamily="18" charset="0"/>
                          </a:rPr>
                          <m:t>𝟐</m:t>
                        </m:r>
                      </m:e>
                      <m:sup>
                        <m:r>
                          <a:rPr lang="en-US" altLang="zh-CN" b="1" i="1" smtClean="0">
                            <a:latin typeface="Cambria Math" panose="02040503050406030204" pitchFamily="18" charset="0"/>
                            <a:ea typeface="Cambria Math" panose="02040503050406030204" pitchFamily="18" charset="0"/>
                          </a:rPr>
                          <m:t>𝟑</m:t>
                        </m:r>
                      </m:sup>
                    </m:sSup>
                    <m:r>
                      <a:rPr lang="en-US" altLang="zh-CN" b="1" i="1" smtClean="0">
                        <a:latin typeface="Cambria Math" panose="02040503050406030204" pitchFamily="18" charset="0"/>
                        <a:ea typeface="Cambria Math" panose="02040503050406030204" pitchFamily="18" charset="0"/>
                      </a:rPr>
                      <m:t>−</m:t>
                    </m:r>
                    <m:r>
                      <a:rPr lang="en-US" altLang="zh-CN" b="1" i="1" smtClean="0">
                        <a:latin typeface="Cambria Math" panose="02040503050406030204" pitchFamily="18" charset="0"/>
                        <a:ea typeface="Cambria Math" panose="02040503050406030204" pitchFamily="18" charset="0"/>
                      </a:rPr>
                      <m:t>𝟏</m:t>
                    </m:r>
                    <m:r>
                      <a:rPr lang="en-US" altLang="zh-CN" b="1" i="1" smtClean="0">
                        <a:latin typeface="Cambria Math" panose="02040503050406030204" pitchFamily="18" charset="0"/>
                        <a:ea typeface="Cambria Math" panose="02040503050406030204" pitchFamily="18" charset="0"/>
                      </a:rPr>
                      <m:t>)。</m:t>
                    </m:r>
                  </m:oMath>
                </a14:m>
                <a:endParaRPr lang="en-US" altLang="zh-CN" b="1" dirty="0"/>
              </a:p>
            </p:txBody>
          </p:sp>
        </mc:Choice>
        <mc:Fallback xmlns="">
          <p:sp>
            <p:nvSpPr>
              <p:cNvPr id="28" name="íşlïḍè">
                <a:extLst>
                  <a:ext uri="{FF2B5EF4-FFF2-40B4-BE49-F238E27FC236}">
                    <a16:creationId xmlns:a16="http://schemas.microsoft.com/office/drawing/2014/main" id="{8898676C-F981-4D74-B324-A859D1387610}"/>
                  </a:ext>
                </a:extLst>
              </p:cNvPr>
              <p:cNvSpPr txBox="1">
                <a:spLocks noRot="1" noChangeAspect="1" noMove="1" noResize="1" noEditPoints="1" noAdjustHandles="1" noChangeArrowheads="1" noChangeShapeType="1" noTextEdit="1"/>
              </p:cNvSpPr>
              <p:nvPr/>
            </p:nvSpPr>
            <p:spPr>
              <a:xfrm>
                <a:off x="2993250" y="2799126"/>
                <a:ext cx="6657288" cy="311297"/>
              </a:xfrm>
              <a:prstGeom prst="rect">
                <a:avLst/>
              </a:prstGeom>
              <a:blipFill>
                <a:blip r:embed="rId9"/>
                <a:stretch>
                  <a:fillRect l="-733" t="-17647" b="-41176"/>
                </a:stretch>
              </a:blipFill>
            </p:spPr>
            <p:txBody>
              <a:bodyPr/>
              <a:lstStyle/>
              <a:p>
                <a:r>
                  <a:rPr lang="zh-CN" altLang="en-US">
                    <a:noFill/>
                  </a:rPr>
                  <a:t> </a:t>
                </a:r>
              </a:p>
            </p:txBody>
          </p:sp>
        </mc:Fallback>
      </mc:AlternateContent>
      <p:graphicFrame>
        <p:nvGraphicFramePr>
          <p:cNvPr id="29" name="表格 21">
            <a:extLst>
              <a:ext uri="{FF2B5EF4-FFF2-40B4-BE49-F238E27FC236}">
                <a16:creationId xmlns:a16="http://schemas.microsoft.com/office/drawing/2014/main" id="{44D0CDFF-8B53-4BB1-835E-1192E30CC2FA}"/>
              </a:ext>
            </a:extLst>
          </p:cNvPr>
          <p:cNvGraphicFramePr>
            <a:graphicFrameLocks noGrp="1"/>
          </p:cNvGraphicFramePr>
          <p:nvPr/>
        </p:nvGraphicFramePr>
        <p:xfrm>
          <a:off x="2302929" y="5557308"/>
          <a:ext cx="9067800" cy="370840"/>
        </p:xfrm>
        <a:graphic>
          <a:graphicData uri="http://schemas.openxmlformats.org/drawingml/2006/table">
            <a:tbl>
              <a:tblPr firstRow="1" bandRow="1">
                <a:tableStyleId>{5C22544A-7EE6-4342-B048-85BDC9FD1C3A}</a:tableStyleId>
              </a:tblPr>
              <a:tblGrid>
                <a:gridCol w="755650">
                  <a:extLst>
                    <a:ext uri="{9D8B030D-6E8A-4147-A177-3AD203B41FA5}">
                      <a16:colId xmlns:a16="http://schemas.microsoft.com/office/drawing/2014/main" val="877486509"/>
                    </a:ext>
                  </a:extLst>
                </a:gridCol>
                <a:gridCol w="755650">
                  <a:extLst>
                    <a:ext uri="{9D8B030D-6E8A-4147-A177-3AD203B41FA5}">
                      <a16:colId xmlns:a16="http://schemas.microsoft.com/office/drawing/2014/main" val="3548605817"/>
                    </a:ext>
                  </a:extLst>
                </a:gridCol>
                <a:gridCol w="755650">
                  <a:extLst>
                    <a:ext uri="{9D8B030D-6E8A-4147-A177-3AD203B41FA5}">
                      <a16:colId xmlns:a16="http://schemas.microsoft.com/office/drawing/2014/main" val="2881812895"/>
                    </a:ext>
                  </a:extLst>
                </a:gridCol>
                <a:gridCol w="755650">
                  <a:extLst>
                    <a:ext uri="{9D8B030D-6E8A-4147-A177-3AD203B41FA5}">
                      <a16:colId xmlns:a16="http://schemas.microsoft.com/office/drawing/2014/main" val="3682284582"/>
                    </a:ext>
                  </a:extLst>
                </a:gridCol>
                <a:gridCol w="755650">
                  <a:extLst>
                    <a:ext uri="{9D8B030D-6E8A-4147-A177-3AD203B41FA5}">
                      <a16:colId xmlns:a16="http://schemas.microsoft.com/office/drawing/2014/main" val="500127722"/>
                    </a:ext>
                  </a:extLst>
                </a:gridCol>
                <a:gridCol w="755650">
                  <a:extLst>
                    <a:ext uri="{9D8B030D-6E8A-4147-A177-3AD203B41FA5}">
                      <a16:colId xmlns:a16="http://schemas.microsoft.com/office/drawing/2014/main" val="2946259618"/>
                    </a:ext>
                  </a:extLst>
                </a:gridCol>
                <a:gridCol w="755650">
                  <a:extLst>
                    <a:ext uri="{9D8B030D-6E8A-4147-A177-3AD203B41FA5}">
                      <a16:colId xmlns:a16="http://schemas.microsoft.com/office/drawing/2014/main" val="171501986"/>
                    </a:ext>
                  </a:extLst>
                </a:gridCol>
                <a:gridCol w="755650">
                  <a:extLst>
                    <a:ext uri="{9D8B030D-6E8A-4147-A177-3AD203B41FA5}">
                      <a16:colId xmlns:a16="http://schemas.microsoft.com/office/drawing/2014/main" val="1667185265"/>
                    </a:ext>
                  </a:extLst>
                </a:gridCol>
                <a:gridCol w="755650">
                  <a:extLst>
                    <a:ext uri="{9D8B030D-6E8A-4147-A177-3AD203B41FA5}">
                      <a16:colId xmlns:a16="http://schemas.microsoft.com/office/drawing/2014/main" val="4258211808"/>
                    </a:ext>
                  </a:extLst>
                </a:gridCol>
                <a:gridCol w="755650">
                  <a:extLst>
                    <a:ext uri="{9D8B030D-6E8A-4147-A177-3AD203B41FA5}">
                      <a16:colId xmlns:a16="http://schemas.microsoft.com/office/drawing/2014/main" val="1794200575"/>
                    </a:ext>
                  </a:extLst>
                </a:gridCol>
                <a:gridCol w="755650">
                  <a:extLst>
                    <a:ext uri="{9D8B030D-6E8A-4147-A177-3AD203B41FA5}">
                      <a16:colId xmlns:a16="http://schemas.microsoft.com/office/drawing/2014/main" val="4230716487"/>
                    </a:ext>
                  </a:extLst>
                </a:gridCol>
                <a:gridCol w="755650">
                  <a:extLst>
                    <a:ext uri="{9D8B030D-6E8A-4147-A177-3AD203B41FA5}">
                      <a16:colId xmlns:a16="http://schemas.microsoft.com/office/drawing/2014/main" val="56153739"/>
                    </a:ext>
                  </a:extLst>
                </a:gridCol>
              </a:tblGrid>
              <a:tr h="370840">
                <a:tc>
                  <a:txBody>
                    <a:bodyPr/>
                    <a:lstStyle/>
                    <a:p>
                      <a:pPr algn="ctr"/>
                      <a:r>
                        <a:rPr lang="en-US" altLang="zh-CN" dirty="0">
                          <a:solidFill>
                            <a:schemeClr val="tx1"/>
                          </a:solidFill>
                          <a:latin typeface="Arial Black" panose="020B0A04020102020204" pitchFamily="34" charset="0"/>
                        </a:rPr>
                        <a:t>0</a:t>
                      </a:r>
                      <a:endParaRPr lang="zh-CN" altLang="en-US" dirty="0">
                        <a:solidFill>
                          <a:schemeClr val="tx1"/>
                        </a:solidFill>
                        <a:latin typeface="Arial Black" panose="020B0A04020102020204" pitchFamily="34" charset="0"/>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ctr"/>
                      <a:r>
                        <a:rPr lang="en-US" altLang="zh-CN" dirty="0">
                          <a:solidFill>
                            <a:schemeClr val="tx1"/>
                          </a:solidFill>
                          <a:latin typeface="Arial Black" panose="020B0A04020102020204" pitchFamily="34" charset="0"/>
                        </a:rPr>
                        <a:t>1</a:t>
                      </a:r>
                      <a:endParaRPr lang="zh-CN" altLang="en-US" dirty="0">
                        <a:solidFill>
                          <a:schemeClr val="tx1"/>
                        </a:solidFill>
                        <a:latin typeface="Arial Black" panose="020B0A04020102020204" pitchFamily="34" charset="0"/>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ctr"/>
                      <a:r>
                        <a:rPr lang="en-US" altLang="zh-CN" dirty="0">
                          <a:solidFill>
                            <a:schemeClr val="tx1"/>
                          </a:solidFill>
                          <a:latin typeface="Arial Black" panose="020B0A04020102020204" pitchFamily="34" charset="0"/>
                        </a:rPr>
                        <a:t>2</a:t>
                      </a:r>
                      <a:endParaRPr lang="zh-CN" altLang="en-US" dirty="0">
                        <a:solidFill>
                          <a:schemeClr val="tx1"/>
                        </a:solidFill>
                        <a:latin typeface="Arial Black" panose="020B0A04020102020204" pitchFamily="34" charset="0"/>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ctr"/>
                      <a:r>
                        <a:rPr lang="en-US" altLang="zh-CN" dirty="0">
                          <a:solidFill>
                            <a:schemeClr val="tx1"/>
                          </a:solidFill>
                          <a:latin typeface="Arial Black" panose="020B0A04020102020204" pitchFamily="34" charset="0"/>
                        </a:rPr>
                        <a:t>3</a:t>
                      </a:r>
                      <a:endParaRPr lang="zh-CN" altLang="en-US" dirty="0">
                        <a:solidFill>
                          <a:schemeClr val="tx1"/>
                        </a:solidFill>
                        <a:latin typeface="Arial Black" panose="020B0A04020102020204" pitchFamily="34" charset="0"/>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ctr"/>
                      <a:r>
                        <a:rPr lang="en-US" altLang="zh-CN" dirty="0">
                          <a:solidFill>
                            <a:schemeClr val="tx1"/>
                          </a:solidFill>
                          <a:latin typeface="Arial Black" panose="020B0A04020102020204" pitchFamily="34" charset="0"/>
                        </a:rPr>
                        <a:t>4</a:t>
                      </a:r>
                      <a:endParaRPr lang="zh-CN" altLang="en-US" dirty="0">
                        <a:solidFill>
                          <a:schemeClr val="tx1"/>
                        </a:solidFill>
                        <a:latin typeface="Arial Black" panose="020B0A04020102020204" pitchFamily="34" charset="0"/>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ctr"/>
                      <a:r>
                        <a:rPr lang="en-US" altLang="zh-CN" dirty="0">
                          <a:solidFill>
                            <a:schemeClr val="tx1"/>
                          </a:solidFill>
                          <a:latin typeface="Arial Black" panose="020B0A04020102020204" pitchFamily="34" charset="0"/>
                        </a:rPr>
                        <a:t>5</a:t>
                      </a:r>
                      <a:endParaRPr lang="zh-CN" altLang="en-US" dirty="0">
                        <a:solidFill>
                          <a:schemeClr val="tx1"/>
                        </a:solidFill>
                        <a:latin typeface="Arial Black" panose="020B0A04020102020204" pitchFamily="34" charset="0"/>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ctr"/>
                      <a:r>
                        <a:rPr lang="en-US" altLang="zh-CN" dirty="0">
                          <a:solidFill>
                            <a:schemeClr val="tx1"/>
                          </a:solidFill>
                          <a:latin typeface="Arial Black" panose="020B0A04020102020204" pitchFamily="34" charset="0"/>
                        </a:rPr>
                        <a:t>6</a:t>
                      </a:r>
                      <a:endParaRPr lang="zh-CN" altLang="en-US" dirty="0">
                        <a:solidFill>
                          <a:schemeClr val="tx1"/>
                        </a:solidFill>
                        <a:latin typeface="Arial Black" panose="020B0A04020102020204" pitchFamily="34" charset="0"/>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ctr"/>
                      <a:r>
                        <a:rPr lang="en-US" altLang="zh-CN" dirty="0">
                          <a:solidFill>
                            <a:schemeClr val="tx1"/>
                          </a:solidFill>
                          <a:latin typeface="Arial Black" panose="020B0A04020102020204" pitchFamily="34" charset="0"/>
                        </a:rPr>
                        <a:t>7</a:t>
                      </a:r>
                      <a:endParaRPr lang="zh-CN" altLang="en-US" dirty="0">
                        <a:solidFill>
                          <a:schemeClr val="tx1"/>
                        </a:solidFill>
                        <a:latin typeface="Arial Black" panose="020B0A04020102020204" pitchFamily="34" charset="0"/>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ctr"/>
                      <a:r>
                        <a:rPr lang="en-US" altLang="zh-CN" dirty="0">
                          <a:solidFill>
                            <a:schemeClr val="tx1"/>
                          </a:solidFill>
                          <a:latin typeface="Arial Black" panose="020B0A04020102020204" pitchFamily="34" charset="0"/>
                        </a:rPr>
                        <a:t>0</a:t>
                      </a:r>
                      <a:endParaRPr lang="zh-CN" altLang="en-US" dirty="0">
                        <a:solidFill>
                          <a:schemeClr val="tx1"/>
                        </a:solidFill>
                        <a:latin typeface="Arial Black" panose="020B0A04020102020204" pitchFamily="34" charset="0"/>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ctr"/>
                      <a:r>
                        <a:rPr lang="en-US" altLang="zh-CN" dirty="0">
                          <a:solidFill>
                            <a:schemeClr val="tx1"/>
                          </a:solidFill>
                          <a:latin typeface="Arial Black" panose="020B0A04020102020204" pitchFamily="34" charset="0"/>
                        </a:rPr>
                        <a:t>1</a:t>
                      </a:r>
                      <a:endParaRPr lang="zh-CN" altLang="en-US" dirty="0">
                        <a:solidFill>
                          <a:schemeClr val="tx1"/>
                        </a:solidFill>
                        <a:latin typeface="Arial Black" panose="020B0A04020102020204" pitchFamily="34" charset="0"/>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ctr"/>
                      <a:r>
                        <a:rPr lang="en-US" altLang="zh-CN" dirty="0">
                          <a:solidFill>
                            <a:schemeClr val="tx1"/>
                          </a:solidFill>
                          <a:latin typeface="Arial Black" panose="020B0A04020102020204" pitchFamily="34" charset="0"/>
                        </a:rPr>
                        <a:t>2</a:t>
                      </a:r>
                      <a:endParaRPr lang="zh-CN" altLang="en-US" dirty="0">
                        <a:solidFill>
                          <a:schemeClr val="tx1"/>
                        </a:solidFill>
                        <a:latin typeface="Arial Black" panose="020B0A04020102020204" pitchFamily="34" charset="0"/>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ctr"/>
                      <a:r>
                        <a:rPr lang="en-US" altLang="zh-CN" dirty="0">
                          <a:solidFill>
                            <a:schemeClr val="tx1"/>
                          </a:solidFill>
                          <a:latin typeface="Arial Black" panose="020B0A04020102020204" pitchFamily="34" charset="0"/>
                        </a:rPr>
                        <a:t>…</a:t>
                      </a:r>
                      <a:endParaRPr lang="zh-CN" altLang="en-US" dirty="0">
                        <a:solidFill>
                          <a:schemeClr val="tx1"/>
                        </a:solidFill>
                        <a:latin typeface="Arial Black" panose="020B0A04020102020204" pitchFamily="34" charset="0"/>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extLst>
                  <a:ext uri="{0D108BD9-81ED-4DB2-BD59-A6C34878D82A}">
                    <a16:rowId xmlns:a16="http://schemas.microsoft.com/office/drawing/2014/main" val="316235763"/>
                  </a:ext>
                </a:extLst>
              </a:tr>
            </a:tbl>
          </a:graphicData>
        </a:graphic>
      </p:graphicFrame>
      <p:graphicFrame>
        <p:nvGraphicFramePr>
          <p:cNvPr id="30" name="表格 21">
            <a:extLst>
              <a:ext uri="{FF2B5EF4-FFF2-40B4-BE49-F238E27FC236}">
                <a16:creationId xmlns:a16="http://schemas.microsoft.com/office/drawing/2014/main" id="{849D252C-900C-44C3-9C3B-0A66CC10F5E3}"/>
              </a:ext>
            </a:extLst>
          </p:cNvPr>
          <p:cNvGraphicFramePr>
            <a:graphicFrameLocks noGrp="1"/>
          </p:cNvGraphicFramePr>
          <p:nvPr/>
        </p:nvGraphicFramePr>
        <p:xfrm>
          <a:off x="2302929" y="1827576"/>
          <a:ext cx="9067800" cy="370840"/>
        </p:xfrm>
        <a:graphic>
          <a:graphicData uri="http://schemas.openxmlformats.org/drawingml/2006/table">
            <a:tbl>
              <a:tblPr firstRow="1" bandRow="1">
                <a:tableStyleId>{5C22544A-7EE6-4342-B048-85BDC9FD1C3A}</a:tableStyleId>
              </a:tblPr>
              <a:tblGrid>
                <a:gridCol w="755650">
                  <a:extLst>
                    <a:ext uri="{9D8B030D-6E8A-4147-A177-3AD203B41FA5}">
                      <a16:colId xmlns:a16="http://schemas.microsoft.com/office/drawing/2014/main" val="877486509"/>
                    </a:ext>
                  </a:extLst>
                </a:gridCol>
                <a:gridCol w="755650">
                  <a:extLst>
                    <a:ext uri="{9D8B030D-6E8A-4147-A177-3AD203B41FA5}">
                      <a16:colId xmlns:a16="http://schemas.microsoft.com/office/drawing/2014/main" val="3548605817"/>
                    </a:ext>
                  </a:extLst>
                </a:gridCol>
                <a:gridCol w="755650">
                  <a:extLst>
                    <a:ext uri="{9D8B030D-6E8A-4147-A177-3AD203B41FA5}">
                      <a16:colId xmlns:a16="http://schemas.microsoft.com/office/drawing/2014/main" val="2881812895"/>
                    </a:ext>
                  </a:extLst>
                </a:gridCol>
                <a:gridCol w="755650">
                  <a:extLst>
                    <a:ext uri="{9D8B030D-6E8A-4147-A177-3AD203B41FA5}">
                      <a16:colId xmlns:a16="http://schemas.microsoft.com/office/drawing/2014/main" val="3682284582"/>
                    </a:ext>
                  </a:extLst>
                </a:gridCol>
                <a:gridCol w="755650">
                  <a:extLst>
                    <a:ext uri="{9D8B030D-6E8A-4147-A177-3AD203B41FA5}">
                      <a16:colId xmlns:a16="http://schemas.microsoft.com/office/drawing/2014/main" val="500127722"/>
                    </a:ext>
                  </a:extLst>
                </a:gridCol>
                <a:gridCol w="755650">
                  <a:extLst>
                    <a:ext uri="{9D8B030D-6E8A-4147-A177-3AD203B41FA5}">
                      <a16:colId xmlns:a16="http://schemas.microsoft.com/office/drawing/2014/main" val="2946259618"/>
                    </a:ext>
                  </a:extLst>
                </a:gridCol>
                <a:gridCol w="755650">
                  <a:extLst>
                    <a:ext uri="{9D8B030D-6E8A-4147-A177-3AD203B41FA5}">
                      <a16:colId xmlns:a16="http://schemas.microsoft.com/office/drawing/2014/main" val="171501986"/>
                    </a:ext>
                  </a:extLst>
                </a:gridCol>
                <a:gridCol w="755650">
                  <a:extLst>
                    <a:ext uri="{9D8B030D-6E8A-4147-A177-3AD203B41FA5}">
                      <a16:colId xmlns:a16="http://schemas.microsoft.com/office/drawing/2014/main" val="1667185265"/>
                    </a:ext>
                  </a:extLst>
                </a:gridCol>
                <a:gridCol w="755650">
                  <a:extLst>
                    <a:ext uri="{9D8B030D-6E8A-4147-A177-3AD203B41FA5}">
                      <a16:colId xmlns:a16="http://schemas.microsoft.com/office/drawing/2014/main" val="4258211808"/>
                    </a:ext>
                  </a:extLst>
                </a:gridCol>
                <a:gridCol w="755650">
                  <a:extLst>
                    <a:ext uri="{9D8B030D-6E8A-4147-A177-3AD203B41FA5}">
                      <a16:colId xmlns:a16="http://schemas.microsoft.com/office/drawing/2014/main" val="1794200575"/>
                    </a:ext>
                  </a:extLst>
                </a:gridCol>
                <a:gridCol w="755650">
                  <a:extLst>
                    <a:ext uri="{9D8B030D-6E8A-4147-A177-3AD203B41FA5}">
                      <a16:colId xmlns:a16="http://schemas.microsoft.com/office/drawing/2014/main" val="4230716487"/>
                    </a:ext>
                  </a:extLst>
                </a:gridCol>
                <a:gridCol w="755650">
                  <a:extLst>
                    <a:ext uri="{9D8B030D-6E8A-4147-A177-3AD203B41FA5}">
                      <a16:colId xmlns:a16="http://schemas.microsoft.com/office/drawing/2014/main" val="56153739"/>
                    </a:ext>
                  </a:extLst>
                </a:gridCol>
              </a:tblGrid>
              <a:tr h="370840">
                <a:tc>
                  <a:txBody>
                    <a:bodyPr/>
                    <a:lstStyle/>
                    <a:p>
                      <a:pPr algn="ctr"/>
                      <a:r>
                        <a:rPr lang="en-US" altLang="zh-CN" dirty="0">
                          <a:solidFill>
                            <a:schemeClr val="tx1"/>
                          </a:solidFill>
                          <a:latin typeface="Arial Black" panose="020B0A04020102020204" pitchFamily="34" charset="0"/>
                        </a:rPr>
                        <a:t>0</a:t>
                      </a:r>
                      <a:endParaRPr lang="zh-CN" altLang="en-US" dirty="0">
                        <a:solidFill>
                          <a:schemeClr val="tx1"/>
                        </a:solidFill>
                        <a:latin typeface="Arial Black" panose="020B0A04020102020204" pitchFamily="34" charset="0"/>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ctr"/>
                      <a:r>
                        <a:rPr lang="en-US" altLang="zh-CN" dirty="0">
                          <a:solidFill>
                            <a:schemeClr val="tx1"/>
                          </a:solidFill>
                          <a:latin typeface="Arial Black" panose="020B0A04020102020204" pitchFamily="34" charset="0"/>
                        </a:rPr>
                        <a:t>1</a:t>
                      </a:r>
                      <a:endParaRPr lang="zh-CN" altLang="en-US" dirty="0">
                        <a:solidFill>
                          <a:schemeClr val="tx1"/>
                        </a:solidFill>
                        <a:latin typeface="Arial Black" panose="020B0A04020102020204" pitchFamily="34" charset="0"/>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ctr"/>
                      <a:r>
                        <a:rPr lang="en-US" altLang="zh-CN" dirty="0">
                          <a:solidFill>
                            <a:schemeClr val="tx1"/>
                          </a:solidFill>
                          <a:latin typeface="Arial Black" panose="020B0A04020102020204" pitchFamily="34" charset="0"/>
                        </a:rPr>
                        <a:t>2</a:t>
                      </a:r>
                      <a:endParaRPr lang="zh-CN" altLang="en-US" dirty="0">
                        <a:solidFill>
                          <a:schemeClr val="tx1"/>
                        </a:solidFill>
                        <a:latin typeface="Arial Black" panose="020B0A04020102020204" pitchFamily="34" charset="0"/>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ctr"/>
                      <a:r>
                        <a:rPr lang="en-US" altLang="zh-CN" dirty="0">
                          <a:solidFill>
                            <a:schemeClr val="tx1"/>
                          </a:solidFill>
                          <a:latin typeface="Arial Black" panose="020B0A04020102020204" pitchFamily="34" charset="0"/>
                        </a:rPr>
                        <a:t>3</a:t>
                      </a:r>
                      <a:endParaRPr lang="zh-CN" altLang="en-US" dirty="0">
                        <a:solidFill>
                          <a:schemeClr val="tx1"/>
                        </a:solidFill>
                        <a:latin typeface="Arial Black" panose="020B0A04020102020204" pitchFamily="34" charset="0"/>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ctr"/>
                      <a:r>
                        <a:rPr lang="en-US" altLang="zh-CN" dirty="0">
                          <a:solidFill>
                            <a:schemeClr val="tx1"/>
                          </a:solidFill>
                          <a:latin typeface="Arial Black" panose="020B0A04020102020204" pitchFamily="34" charset="0"/>
                        </a:rPr>
                        <a:t>4</a:t>
                      </a:r>
                      <a:endParaRPr lang="zh-CN" altLang="en-US" dirty="0">
                        <a:solidFill>
                          <a:schemeClr val="tx1"/>
                        </a:solidFill>
                        <a:latin typeface="Arial Black" panose="020B0A04020102020204" pitchFamily="34" charset="0"/>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ctr"/>
                      <a:r>
                        <a:rPr lang="en-US" altLang="zh-CN" dirty="0">
                          <a:solidFill>
                            <a:schemeClr val="tx1"/>
                          </a:solidFill>
                          <a:latin typeface="Arial Black" panose="020B0A04020102020204" pitchFamily="34" charset="0"/>
                        </a:rPr>
                        <a:t>5</a:t>
                      </a:r>
                      <a:endParaRPr lang="zh-CN" altLang="en-US" dirty="0">
                        <a:solidFill>
                          <a:schemeClr val="tx1"/>
                        </a:solidFill>
                        <a:latin typeface="Arial Black" panose="020B0A04020102020204" pitchFamily="34" charset="0"/>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ctr"/>
                      <a:r>
                        <a:rPr lang="en-US" altLang="zh-CN" dirty="0">
                          <a:solidFill>
                            <a:schemeClr val="tx1"/>
                          </a:solidFill>
                          <a:latin typeface="Arial Black" panose="020B0A04020102020204" pitchFamily="34" charset="0"/>
                        </a:rPr>
                        <a:t>6</a:t>
                      </a:r>
                      <a:endParaRPr lang="zh-CN" altLang="en-US" dirty="0">
                        <a:solidFill>
                          <a:schemeClr val="tx1"/>
                        </a:solidFill>
                        <a:latin typeface="Arial Black" panose="020B0A04020102020204" pitchFamily="34" charset="0"/>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ctr"/>
                      <a:r>
                        <a:rPr lang="en-US" altLang="zh-CN" dirty="0">
                          <a:solidFill>
                            <a:schemeClr val="tx1"/>
                          </a:solidFill>
                          <a:latin typeface="Arial Black" panose="020B0A04020102020204" pitchFamily="34" charset="0"/>
                        </a:rPr>
                        <a:t>7</a:t>
                      </a:r>
                      <a:endParaRPr lang="zh-CN" altLang="en-US" dirty="0">
                        <a:solidFill>
                          <a:schemeClr val="tx1"/>
                        </a:solidFill>
                        <a:latin typeface="Arial Black" panose="020B0A04020102020204" pitchFamily="34" charset="0"/>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ctr"/>
                      <a:r>
                        <a:rPr lang="en-US" altLang="zh-CN" dirty="0">
                          <a:solidFill>
                            <a:schemeClr val="tx1"/>
                          </a:solidFill>
                          <a:latin typeface="Arial Black" panose="020B0A04020102020204" pitchFamily="34" charset="0"/>
                        </a:rPr>
                        <a:t>0</a:t>
                      </a:r>
                      <a:endParaRPr lang="zh-CN" altLang="en-US" dirty="0">
                        <a:solidFill>
                          <a:schemeClr val="tx1"/>
                        </a:solidFill>
                        <a:latin typeface="Arial Black" panose="020B0A04020102020204" pitchFamily="34" charset="0"/>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ctr"/>
                      <a:r>
                        <a:rPr lang="en-US" altLang="zh-CN" dirty="0">
                          <a:solidFill>
                            <a:schemeClr val="tx1"/>
                          </a:solidFill>
                          <a:latin typeface="Arial Black" panose="020B0A04020102020204" pitchFamily="34" charset="0"/>
                        </a:rPr>
                        <a:t>1</a:t>
                      </a:r>
                      <a:endParaRPr lang="zh-CN" altLang="en-US" dirty="0">
                        <a:solidFill>
                          <a:schemeClr val="tx1"/>
                        </a:solidFill>
                        <a:latin typeface="Arial Black" panose="020B0A04020102020204" pitchFamily="34" charset="0"/>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ctr"/>
                      <a:r>
                        <a:rPr lang="en-US" altLang="zh-CN" dirty="0">
                          <a:solidFill>
                            <a:schemeClr val="tx1"/>
                          </a:solidFill>
                          <a:latin typeface="Arial Black" panose="020B0A04020102020204" pitchFamily="34" charset="0"/>
                        </a:rPr>
                        <a:t>2</a:t>
                      </a:r>
                      <a:endParaRPr lang="zh-CN" altLang="en-US" dirty="0">
                        <a:solidFill>
                          <a:schemeClr val="tx1"/>
                        </a:solidFill>
                        <a:latin typeface="Arial Black" panose="020B0A04020102020204" pitchFamily="34" charset="0"/>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ctr"/>
                      <a:r>
                        <a:rPr lang="en-US" altLang="zh-CN" dirty="0">
                          <a:solidFill>
                            <a:schemeClr val="tx1"/>
                          </a:solidFill>
                          <a:latin typeface="Arial Black" panose="020B0A04020102020204" pitchFamily="34" charset="0"/>
                        </a:rPr>
                        <a:t>…</a:t>
                      </a:r>
                      <a:endParaRPr lang="zh-CN" altLang="en-US" dirty="0">
                        <a:solidFill>
                          <a:schemeClr val="tx1"/>
                        </a:solidFill>
                        <a:latin typeface="Arial Black" panose="020B0A04020102020204" pitchFamily="34" charset="0"/>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extLst>
                  <a:ext uri="{0D108BD9-81ED-4DB2-BD59-A6C34878D82A}">
                    <a16:rowId xmlns:a16="http://schemas.microsoft.com/office/drawing/2014/main" val="316235763"/>
                  </a:ext>
                </a:extLst>
              </a:tr>
            </a:tbl>
          </a:graphicData>
        </a:graphic>
      </p:graphicFrame>
      <mc:AlternateContent xmlns:mc="http://schemas.openxmlformats.org/markup-compatibility/2006" xmlns:a14="http://schemas.microsoft.com/office/drawing/2010/main">
        <mc:Choice Requires="a14">
          <p:sp>
            <p:nvSpPr>
              <p:cNvPr id="31" name="íşlïḍè">
                <a:extLst>
                  <a:ext uri="{FF2B5EF4-FFF2-40B4-BE49-F238E27FC236}">
                    <a16:creationId xmlns:a16="http://schemas.microsoft.com/office/drawing/2014/main" id="{534EE850-C207-4BCA-A31E-771A47DA9033}"/>
                  </a:ext>
                </a:extLst>
              </p:cNvPr>
              <p:cNvSpPr txBox="1"/>
              <p:nvPr/>
            </p:nvSpPr>
            <p:spPr>
              <a:xfrm>
                <a:off x="2993250" y="3257900"/>
                <a:ext cx="6218660" cy="311297"/>
              </a:xfrm>
              <a:prstGeom prst="rect">
                <a:avLst/>
              </a:prstGeom>
              <a:noFill/>
            </p:spPr>
            <p:txBody>
              <a:bodyPr wrap="square" lIns="91440" tIns="45720" rIns="91440" bIns="45720" anchor="ctr">
                <a:noAutofit/>
              </a:bodyPr>
              <a:lstStyle/>
              <a:p>
                <a:r>
                  <a:rPr lang="zh-CN" altLang="en-US" b="1" dirty="0">
                    <a:solidFill>
                      <a:schemeClr val="accent4"/>
                    </a:solidFill>
                  </a:rPr>
                  <a:t>接收窗口</a:t>
                </a:r>
                <a14:m>
                  <m:oMath xmlns:m="http://schemas.openxmlformats.org/officeDocument/2006/math">
                    <m:sSub>
                      <m:sSubPr>
                        <m:ctrlPr>
                          <a:rPr lang="en-US" altLang="zh-CN" b="1" i="1" smtClean="0">
                            <a:solidFill>
                              <a:schemeClr val="accent4"/>
                            </a:solidFill>
                            <a:latin typeface="Cambria Math" panose="02040503050406030204" pitchFamily="18" charset="0"/>
                          </a:rPr>
                        </m:ctrlPr>
                      </m:sSubPr>
                      <m:e>
                        <m:r>
                          <a:rPr lang="en-US" altLang="zh-CN" b="1" i="1" smtClean="0">
                            <a:solidFill>
                              <a:schemeClr val="accent4"/>
                            </a:solidFill>
                            <a:latin typeface="Cambria Math" panose="02040503050406030204" pitchFamily="18" charset="0"/>
                          </a:rPr>
                          <m:t>𝑾</m:t>
                        </m:r>
                      </m:e>
                      <m:sub>
                        <m:r>
                          <a:rPr lang="en-US" altLang="zh-CN" b="1" i="1" smtClean="0">
                            <a:solidFill>
                              <a:schemeClr val="accent4"/>
                            </a:solidFill>
                            <a:latin typeface="Cambria Math" panose="02040503050406030204" pitchFamily="18" charset="0"/>
                          </a:rPr>
                          <m:t>𝑹</m:t>
                        </m:r>
                      </m:sub>
                    </m:sSub>
                  </m:oMath>
                </a14:m>
                <a:r>
                  <a:rPr lang="zh-CN" altLang="en-US" b="1" dirty="0"/>
                  <a:t>取最大值</a:t>
                </a:r>
                <a14:m>
                  <m:oMath xmlns:m="http://schemas.openxmlformats.org/officeDocument/2006/math">
                    <m:sSup>
                      <m:sSupPr>
                        <m:ctrlPr>
                          <a:rPr lang="en-US" altLang="zh-CN" b="1" i="1" smtClean="0">
                            <a:latin typeface="Cambria Math" panose="02040503050406030204" pitchFamily="18" charset="0"/>
                          </a:rPr>
                        </m:ctrlPr>
                      </m:sSupPr>
                      <m:e>
                        <m:r>
                          <a:rPr lang="en-US" altLang="zh-CN" b="1" i="1" smtClean="0">
                            <a:latin typeface="Cambria Math" panose="02040503050406030204" pitchFamily="18" charset="0"/>
                          </a:rPr>
                          <m:t>𝟐</m:t>
                        </m:r>
                      </m:e>
                      <m:sup>
                        <m:r>
                          <a:rPr lang="en-US" altLang="zh-CN" b="1" i="1" smtClean="0">
                            <a:latin typeface="Cambria Math" panose="02040503050406030204" pitchFamily="18" charset="0"/>
                          </a:rPr>
                          <m:t>(</m:t>
                        </m:r>
                        <m:r>
                          <a:rPr lang="en-US" altLang="zh-CN" b="1" i="1" smtClean="0">
                            <a:latin typeface="Cambria Math" panose="02040503050406030204" pitchFamily="18" charset="0"/>
                          </a:rPr>
                          <m:t>𝟑</m:t>
                        </m:r>
                        <m:r>
                          <a:rPr lang="en-US" altLang="zh-CN" b="1" i="1" smtClean="0">
                            <a:latin typeface="Cambria Math" panose="02040503050406030204" pitchFamily="18" charset="0"/>
                          </a:rPr>
                          <m:t>−</m:t>
                        </m:r>
                        <m:r>
                          <a:rPr lang="en-US" altLang="zh-CN" b="1" i="1" smtClean="0">
                            <a:latin typeface="Cambria Math" panose="02040503050406030204" pitchFamily="18" charset="0"/>
                          </a:rPr>
                          <m:t>𝟏</m:t>
                        </m:r>
                        <m:r>
                          <a:rPr lang="en-US" altLang="zh-CN" b="1" i="1" smtClean="0">
                            <a:latin typeface="Cambria Math" panose="02040503050406030204" pitchFamily="18" charset="0"/>
                          </a:rPr>
                          <m:t>)</m:t>
                        </m:r>
                      </m:sup>
                    </m:sSup>
                  </m:oMath>
                </a14:m>
                <a:r>
                  <a:rPr lang="zh-CN" altLang="en-US" b="1" dirty="0"/>
                  <a:t>，即</a:t>
                </a:r>
                <a14:m>
                  <m:oMath xmlns:m="http://schemas.openxmlformats.org/officeDocument/2006/math">
                    <m:sSub>
                      <m:sSubPr>
                        <m:ctrlPr>
                          <a:rPr lang="en-US" altLang="zh-CN" b="1" i="1" smtClean="0">
                            <a:latin typeface="Cambria Math" panose="02040503050406030204" pitchFamily="18" charset="0"/>
                          </a:rPr>
                        </m:ctrlPr>
                      </m:sSubPr>
                      <m:e>
                        <m:r>
                          <a:rPr lang="en-US" altLang="zh-CN" b="1" i="1" smtClean="0">
                            <a:latin typeface="Cambria Math" panose="02040503050406030204" pitchFamily="18" charset="0"/>
                          </a:rPr>
                          <m:t>𝑾</m:t>
                        </m:r>
                      </m:e>
                      <m:sub>
                        <m:r>
                          <a:rPr lang="en-US" altLang="zh-CN" b="1" i="1" smtClean="0">
                            <a:latin typeface="Cambria Math" panose="02040503050406030204" pitchFamily="18" charset="0"/>
                          </a:rPr>
                          <m:t>𝑹</m:t>
                        </m:r>
                      </m:sub>
                    </m:sSub>
                    <m:r>
                      <a:rPr lang="en-US" altLang="zh-CN" b="1" i="1" smtClean="0">
                        <a:latin typeface="Cambria Math" panose="02040503050406030204" pitchFamily="18" charset="0"/>
                      </a:rPr>
                      <m:t>=</m:t>
                    </m:r>
                    <m:r>
                      <a:rPr lang="en-US" altLang="zh-CN" b="1" i="1" smtClean="0">
                        <a:latin typeface="Cambria Math" panose="02040503050406030204" pitchFamily="18" charset="0"/>
                      </a:rPr>
                      <m:t>𝟒</m:t>
                    </m:r>
                    <m:r>
                      <a:rPr lang="zh-CN" altLang="en-US" b="1" i="1">
                        <a:latin typeface="Cambria Math" panose="02040503050406030204" pitchFamily="18" charset="0"/>
                      </a:rPr>
                      <m:t>。</m:t>
                    </m:r>
                  </m:oMath>
                </a14:m>
                <a:endParaRPr lang="en-US" altLang="zh-CN" b="1" dirty="0"/>
              </a:p>
            </p:txBody>
          </p:sp>
        </mc:Choice>
        <mc:Fallback xmlns="">
          <p:sp>
            <p:nvSpPr>
              <p:cNvPr id="31" name="íşlïḍè">
                <a:extLst>
                  <a:ext uri="{FF2B5EF4-FFF2-40B4-BE49-F238E27FC236}">
                    <a16:creationId xmlns:a16="http://schemas.microsoft.com/office/drawing/2014/main" id="{534EE850-C207-4BCA-A31E-771A47DA9033}"/>
                  </a:ext>
                </a:extLst>
              </p:cNvPr>
              <p:cNvSpPr txBox="1">
                <a:spLocks noRot="1" noChangeAspect="1" noMove="1" noResize="1" noEditPoints="1" noAdjustHandles="1" noChangeArrowheads="1" noChangeShapeType="1" noTextEdit="1"/>
              </p:cNvSpPr>
              <p:nvPr/>
            </p:nvSpPr>
            <p:spPr>
              <a:xfrm>
                <a:off x="2993250" y="3257900"/>
                <a:ext cx="6218660" cy="311297"/>
              </a:xfrm>
              <a:prstGeom prst="rect">
                <a:avLst/>
              </a:prstGeom>
              <a:blipFill>
                <a:blip r:embed="rId10"/>
                <a:stretch>
                  <a:fillRect l="-784" t="-15686" b="-43137"/>
                </a:stretch>
              </a:blipFill>
            </p:spPr>
            <p:txBody>
              <a:bodyPr/>
              <a:lstStyle/>
              <a:p>
                <a:r>
                  <a:rPr lang="zh-CN" altLang="en-US">
                    <a:noFill/>
                  </a:rPr>
                  <a:t> </a:t>
                </a:r>
              </a:p>
            </p:txBody>
          </p:sp>
        </mc:Fallback>
      </mc:AlternateContent>
      <mc:AlternateContent xmlns:mc="http://schemas.openxmlformats.org/markup-compatibility/2006" xmlns:a14="http://schemas.microsoft.com/office/drawing/2010/main">
        <mc:Choice Requires="a14">
          <p:sp>
            <p:nvSpPr>
              <p:cNvPr id="32" name="íşlïḍè">
                <a:extLst>
                  <a:ext uri="{FF2B5EF4-FFF2-40B4-BE49-F238E27FC236}">
                    <a16:creationId xmlns:a16="http://schemas.microsoft.com/office/drawing/2014/main" id="{FBFA56FC-F0C2-4492-AE42-88A025F625E8}"/>
                  </a:ext>
                </a:extLst>
              </p:cNvPr>
              <p:cNvSpPr txBox="1"/>
              <p:nvPr/>
            </p:nvSpPr>
            <p:spPr>
              <a:xfrm>
                <a:off x="2993250" y="3716673"/>
                <a:ext cx="5611318" cy="311297"/>
              </a:xfrm>
              <a:prstGeom prst="rect">
                <a:avLst/>
              </a:prstGeom>
              <a:noFill/>
            </p:spPr>
            <p:txBody>
              <a:bodyPr wrap="square" lIns="91440" tIns="45720" rIns="91440" bIns="45720" anchor="ctr">
                <a:noAutofit/>
              </a:bodyPr>
              <a:lstStyle/>
              <a:p>
                <a:r>
                  <a:rPr lang="zh-CN" altLang="en-US" b="1" dirty="0">
                    <a:solidFill>
                      <a:schemeClr val="accent3"/>
                    </a:solidFill>
                  </a:rPr>
                  <a:t>发送窗口</a:t>
                </a:r>
                <a14:m>
                  <m:oMath xmlns:m="http://schemas.openxmlformats.org/officeDocument/2006/math">
                    <m:sSub>
                      <m:sSubPr>
                        <m:ctrlPr>
                          <a:rPr lang="en-US" altLang="zh-CN" b="1" i="1" smtClean="0">
                            <a:solidFill>
                              <a:schemeClr val="accent3"/>
                            </a:solidFill>
                            <a:latin typeface="Cambria Math" panose="02040503050406030204" pitchFamily="18" charset="0"/>
                          </a:rPr>
                        </m:ctrlPr>
                      </m:sSubPr>
                      <m:e>
                        <m:r>
                          <a:rPr lang="en-US" altLang="zh-CN" b="1" i="1" smtClean="0">
                            <a:solidFill>
                              <a:schemeClr val="accent3"/>
                            </a:solidFill>
                            <a:latin typeface="Cambria Math" panose="02040503050406030204" pitchFamily="18" charset="0"/>
                          </a:rPr>
                          <m:t>𝑾</m:t>
                        </m:r>
                      </m:e>
                      <m:sub>
                        <m:r>
                          <a:rPr lang="en-US" altLang="zh-CN" b="1" i="1" smtClean="0">
                            <a:solidFill>
                              <a:schemeClr val="accent3"/>
                            </a:solidFill>
                            <a:latin typeface="Cambria Math" panose="02040503050406030204" pitchFamily="18" charset="0"/>
                          </a:rPr>
                          <m:t>𝑻</m:t>
                        </m:r>
                      </m:sub>
                    </m:sSub>
                  </m:oMath>
                </a14:m>
                <a:r>
                  <a:rPr lang="zh-CN" altLang="en-US" b="1" dirty="0"/>
                  <a:t>能取到的最大值也为</a:t>
                </a:r>
                <a14:m>
                  <m:oMath xmlns:m="http://schemas.openxmlformats.org/officeDocument/2006/math">
                    <m:sSup>
                      <m:sSupPr>
                        <m:ctrlPr>
                          <a:rPr lang="en-US" altLang="zh-CN" b="1" i="1" smtClean="0">
                            <a:latin typeface="Cambria Math" panose="02040503050406030204" pitchFamily="18" charset="0"/>
                          </a:rPr>
                        </m:ctrlPr>
                      </m:sSupPr>
                      <m:e>
                        <m:r>
                          <a:rPr lang="en-US" altLang="zh-CN" b="1" i="1" smtClean="0">
                            <a:latin typeface="Cambria Math" panose="02040503050406030204" pitchFamily="18" charset="0"/>
                          </a:rPr>
                          <m:t>𝟐</m:t>
                        </m:r>
                      </m:e>
                      <m:sup>
                        <m:r>
                          <a:rPr lang="en-US" altLang="zh-CN" b="1" i="1" smtClean="0">
                            <a:latin typeface="Cambria Math" panose="02040503050406030204" pitchFamily="18" charset="0"/>
                          </a:rPr>
                          <m:t>(</m:t>
                        </m:r>
                        <m:r>
                          <a:rPr lang="en-US" altLang="zh-CN" b="1" i="1" smtClean="0">
                            <a:latin typeface="Cambria Math" panose="02040503050406030204" pitchFamily="18" charset="0"/>
                          </a:rPr>
                          <m:t>𝟑</m:t>
                        </m:r>
                        <m:r>
                          <a:rPr lang="en-US" altLang="zh-CN" b="1" i="1" smtClean="0">
                            <a:latin typeface="Cambria Math" panose="02040503050406030204" pitchFamily="18" charset="0"/>
                          </a:rPr>
                          <m:t>−</m:t>
                        </m:r>
                        <m:r>
                          <a:rPr lang="en-US" altLang="zh-CN" b="1" i="1" smtClean="0">
                            <a:latin typeface="Cambria Math" panose="02040503050406030204" pitchFamily="18" charset="0"/>
                          </a:rPr>
                          <m:t>𝟏</m:t>
                        </m:r>
                        <m:r>
                          <a:rPr lang="en-US" altLang="zh-CN" b="1" i="1" smtClean="0">
                            <a:latin typeface="Cambria Math" panose="02040503050406030204" pitchFamily="18" charset="0"/>
                          </a:rPr>
                          <m:t>)</m:t>
                        </m:r>
                      </m:sup>
                    </m:sSup>
                  </m:oMath>
                </a14:m>
                <a:r>
                  <a:rPr lang="zh-CN" altLang="en-US" b="1" dirty="0"/>
                  <a:t>，即</a:t>
                </a:r>
                <a14:m>
                  <m:oMath xmlns:m="http://schemas.openxmlformats.org/officeDocument/2006/math">
                    <m:sSub>
                      <m:sSubPr>
                        <m:ctrlPr>
                          <a:rPr lang="en-US" altLang="zh-CN" b="1" i="1" smtClean="0">
                            <a:latin typeface="Cambria Math" panose="02040503050406030204" pitchFamily="18" charset="0"/>
                          </a:rPr>
                        </m:ctrlPr>
                      </m:sSubPr>
                      <m:e>
                        <m:r>
                          <a:rPr lang="en-US" altLang="zh-CN" b="1" i="1" smtClean="0">
                            <a:latin typeface="Cambria Math" panose="02040503050406030204" pitchFamily="18" charset="0"/>
                          </a:rPr>
                          <m:t>𝑾</m:t>
                        </m:r>
                      </m:e>
                      <m:sub>
                        <m:r>
                          <a:rPr lang="en-US" altLang="zh-CN" b="1" i="1" smtClean="0">
                            <a:latin typeface="Cambria Math" panose="02040503050406030204" pitchFamily="18" charset="0"/>
                          </a:rPr>
                          <m:t>𝑻</m:t>
                        </m:r>
                      </m:sub>
                    </m:sSub>
                    <m:r>
                      <a:rPr lang="en-US" altLang="zh-CN" b="1" i="1" smtClean="0">
                        <a:latin typeface="Cambria Math" panose="02040503050406030204" pitchFamily="18" charset="0"/>
                      </a:rPr>
                      <m:t>=</m:t>
                    </m:r>
                    <m:r>
                      <a:rPr lang="en-US" altLang="zh-CN" b="1" i="1" smtClean="0">
                        <a:latin typeface="Cambria Math" panose="02040503050406030204" pitchFamily="18" charset="0"/>
                      </a:rPr>
                      <m:t>𝟒</m:t>
                    </m:r>
                    <m:r>
                      <a:rPr lang="zh-CN" altLang="en-US" b="1" i="1">
                        <a:latin typeface="Cambria Math" panose="02040503050406030204" pitchFamily="18" charset="0"/>
                      </a:rPr>
                      <m:t>。</m:t>
                    </m:r>
                  </m:oMath>
                </a14:m>
                <a:endParaRPr lang="en-US" altLang="zh-CN" b="1" dirty="0"/>
              </a:p>
            </p:txBody>
          </p:sp>
        </mc:Choice>
        <mc:Fallback xmlns="">
          <p:sp>
            <p:nvSpPr>
              <p:cNvPr id="32" name="íşlïḍè">
                <a:extLst>
                  <a:ext uri="{FF2B5EF4-FFF2-40B4-BE49-F238E27FC236}">
                    <a16:creationId xmlns:a16="http://schemas.microsoft.com/office/drawing/2014/main" id="{FBFA56FC-F0C2-4492-AE42-88A025F625E8}"/>
                  </a:ext>
                </a:extLst>
              </p:cNvPr>
              <p:cNvSpPr txBox="1">
                <a:spLocks noRot="1" noChangeAspect="1" noMove="1" noResize="1" noEditPoints="1" noAdjustHandles="1" noChangeArrowheads="1" noChangeShapeType="1" noTextEdit="1"/>
              </p:cNvSpPr>
              <p:nvPr/>
            </p:nvSpPr>
            <p:spPr>
              <a:xfrm>
                <a:off x="2993250" y="3716673"/>
                <a:ext cx="5611318" cy="311297"/>
              </a:xfrm>
              <a:prstGeom prst="rect">
                <a:avLst/>
              </a:prstGeom>
              <a:blipFill>
                <a:blip r:embed="rId11"/>
                <a:stretch>
                  <a:fillRect l="-869" t="-17647" b="-41176"/>
                </a:stretch>
              </a:blipFill>
            </p:spPr>
            <p:txBody>
              <a:bodyPr/>
              <a:lstStyle/>
              <a:p>
                <a:r>
                  <a:rPr lang="zh-CN" altLang="en-US">
                    <a:noFill/>
                  </a:rPr>
                  <a:t> </a:t>
                </a:r>
              </a:p>
            </p:txBody>
          </p:sp>
        </mc:Fallback>
      </mc:AlternateContent>
      <mc:AlternateContent xmlns:mc="http://schemas.openxmlformats.org/markup-compatibility/2006" xmlns:a14="http://schemas.microsoft.com/office/drawing/2010/main">
        <mc:Choice Requires="a14">
          <p:sp>
            <p:nvSpPr>
              <p:cNvPr id="6" name="矩形 5">
                <a:extLst>
                  <a:ext uri="{FF2B5EF4-FFF2-40B4-BE49-F238E27FC236}">
                    <a16:creationId xmlns:a16="http://schemas.microsoft.com/office/drawing/2014/main" id="{89C4AD21-2060-4D4D-A51F-2CD8C0D2D1D8}"/>
                  </a:ext>
                </a:extLst>
              </p:cNvPr>
              <p:cNvSpPr/>
              <p:nvPr/>
            </p:nvSpPr>
            <p:spPr>
              <a:xfrm>
                <a:off x="3098435" y="4230412"/>
                <a:ext cx="7584914" cy="369332"/>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zh-CN" altLang="en-US" b="1" dirty="0"/>
                  <a:t>故意取</a:t>
                </a:r>
                <a14:m>
                  <m:oMath xmlns:m="http://schemas.openxmlformats.org/officeDocument/2006/math">
                    <m:sSub>
                      <m:sSubPr>
                        <m:ctrlPr>
                          <a:rPr lang="en-US" altLang="zh-CN" b="1" i="1" smtClean="0">
                            <a:latin typeface="Cambria Math" panose="02040503050406030204" pitchFamily="18" charset="0"/>
                          </a:rPr>
                        </m:ctrlPr>
                      </m:sSubPr>
                      <m:e>
                        <m:r>
                          <a:rPr lang="en-US" altLang="zh-CN" b="1" i="1" smtClean="0">
                            <a:latin typeface="Cambria Math" panose="02040503050406030204" pitchFamily="18" charset="0"/>
                          </a:rPr>
                          <m:t>𝑾</m:t>
                        </m:r>
                      </m:e>
                      <m:sub>
                        <m:r>
                          <a:rPr lang="en-US" altLang="zh-CN" b="1" i="1" smtClean="0">
                            <a:latin typeface="Cambria Math" panose="02040503050406030204" pitchFamily="18" charset="0"/>
                          </a:rPr>
                          <m:t>𝑻</m:t>
                        </m:r>
                      </m:sub>
                    </m:sSub>
                    <m:r>
                      <a:rPr lang="en-US" altLang="zh-CN" b="1" i="1" smtClean="0">
                        <a:latin typeface="Cambria Math" panose="02040503050406030204" pitchFamily="18" charset="0"/>
                      </a:rPr>
                      <m:t>=</m:t>
                    </m:r>
                    <m:r>
                      <a:rPr lang="en-US" altLang="zh-CN" b="1" i="1" smtClean="0">
                        <a:latin typeface="Cambria Math" panose="02040503050406030204" pitchFamily="18" charset="0"/>
                      </a:rPr>
                      <m:t>𝟓</m:t>
                    </m:r>
                    <m:r>
                      <a:rPr lang="zh-CN" altLang="en-US" b="1" i="1">
                        <a:latin typeface="Cambria Math" panose="02040503050406030204" pitchFamily="18" charset="0"/>
                      </a:rPr>
                      <m:t>，</m:t>
                    </m:r>
                  </m:oMath>
                </a14:m>
                <a:r>
                  <a:rPr lang="zh-CN" altLang="en-US" b="1" dirty="0"/>
                  <a:t>使得</a:t>
                </a:r>
                <a14:m>
                  <m:oMath xmlns:m="http://schemas.openxmlformats.org/officeDocument/2006/math">
                    <m:sSub>
                      <m:sSubPr>
                        <m:ctrlPr>
                          <a:rPr lang="en-US" altLang="zh-CN" b="1" i="1">
                            <a:latin typeface="Cambria Math" panose="02040503050406030204" pitchFamily="18" charset="0"/>
                          </a:rPr>
                        </m:ctrlPr>
                      </m:sSubPr>
                      <m:e>
                        <m:r>
                          <a:rPr lang="en-US" altLang="zh-CN" b="1" i="1">
                            <a:latin typeface="Cambria Math" panose="02040503050406030204" pitchFamily="18" charset="0"/>
                          </a:rPr>
                          <m:t>𝑾</m:t>
                        </m:r>
                      </m:e>
                      <m:sub>
                        <m:r>
                          <a:rPr lang="en-US" altLang="zh-CN" b="1" i="1">
                            <a:latin typeface="Cambria Math" panose="02040503050406030204" pitchFamily="18" charset="0"/>
                          </a:rPr>
                          <m:t>𝑻</m:t>
                        </m:r>
                      </m:sub>
                    </m:sSub>
                    <m:r>
                      <a:rPr lang="en-US" altLang="zh-CN" b="1" i="1">
                        <a:latin typeface="Cambria Math" panose="02040503050406030204" pitchFamily="18" charset="0"/>
                      </a:rPr>
                      <m:t>+</m:t>
                    </m:r>
                    <m:sSub>
                      <m:sSubPr>
                        <m:ctrlPr>
                          <a:rPr lang="en-US" altLang="zh-CN" b="1" i="1">
                            <a:latin typeface="Cambria Math" panose="02040503050406030204" pitchFamily="18" charset="0"/>
                          </a:rPr>
                        </m:ctrlPr>
                      </m:sSubPr>
                      <m:e>
                        <m:r>
                          <a:rPr lang="en-US" altLang="zh-CN" b="1" i="1">
                            <a:latin typeface="Cambria Math" panose="02040503050406030204" pitchFamily="18" charset="0"/>
                          </a:rPr>
                          <m:t>𝑾</m:t>
                        </m:r>
                      </m:e>
                      <m:sub>
                        <m:r>
                          <a:rPr lang="en-US" altLang="zh-CN" b="1" i="1">
                            <a:latin typeface="Cambria Math" panose="02040503050406030204" pitchFamily="18" charset="0"/>
                          </a:rPr>
                          <m:t>𝑹</m:t>
                        </m:r>
                      </m:sub>
                    </m:sSub>
                    <m:r>
                      <a:rPr lang="en-US" altLang="zh-CN" b="1" i="1" dirty="0" smtClean="0">
                        <a:latin typeface="Cambria Math" panose="02040503050406030204" pitchFamily="18" charset="0"/>
                        <a:ea typeface="Cambria Math" panose="02040503050406030204" pitchFamily="18" charset="0"/>
                      </a:rPr>
                      <m:t>≥</m:t>
                    </m:r>
                    <m:sSup>
                      <m:sSupPr>
                        <m:ctrlPr>
                          <a:rPr lang="en-US" altLang="zh-CN" b="1" i="1" dirty="0">
                            <a:latin typeface="Cambria Math" panose="02040503050406030204" pitchFamily="18" charset="0"/>
                            <a:ea typeface="Cambria Math" panose="02040503050406030204" pitchFamily="18" charset="0"/>
                          </a:rPr>
                        </m:ctrlPr>
                      </m:sSupPr>
                      <m:e>
                        <m:r>
                          <a:rPr lang="en-US" altLang="zh-CN" b="1" i="1" dirty="0">
                            <a:latin typeface="Cambria Math" panose="02040503050406030204" pitchFamily="18" charset="0"/>
                            <a:ea typeface="Cambria Math" panose="02040503050406030204" pitchFamily="18" charset="0"/>
                          </a:rPr>
                          <m:t>𝟐</m:t>
                        </m:r>
                      </m:e>
                      <m:sup>
                        <m:r>
                          <a:rPr lang="en-US" altLang="zh-CN" b="1" i="1" dirty="0" smtClean="0">
                            <a:latin typeface="Cambria Math" panose="02040503050406030204" pitchFamily="18" charset="0"/>
                            <a:ea typeface="Cambria Math" panose="02040503050406030204" pitchFamily="18" charset="0"/>
                          </a:rPr>
                          <m:t>𝟑</m:t>
                        </m:r>
                      </m:sup>
                    </m:sSup>
                  </m:oMath>
                </a14:m>
                <a:r>
                  <a:rPr lang="zh-CN" altLang="en-US" b="1" dirty="0"/>
                  <a:t>，接收方将无法分辨新旧数据分组</a:t>
                </a:r>
                <a:endParaRPr lang="en-US" altLang="zh-CN" b="1" dirty="0"/>
              </a:p>
            </p:txBody>
          </p:sp>
        </mc:Choice>
        <mc:Fallback xmlns="">
          <p:sp>
            <p:nvSpPr>
              <p:cNvPr id="6" name="矩形 5">
                <a:extLst>
                  <a:ext uri="{FF2B5EF4-FFF2-40B4-BE49-F238E27FC236}">
                    <a16:creationId xmlns:a16="http://schemas.microsoft.com/office/drawing/2014/main" id="{89C4AD21-2060-4D4D-A51F-2CD8C0D2D1D8}"/>
                  </a:ext>
                </a:extLst>
              </p:cNvPr>
              <p:cNvSpPr>
                <a:spLocks noRot="1" noChangeAspect="1" noMove="1" noResize="1" noEditPoints="1" noAdjustHandles="1" noChangeArrowheads="1" noChangeShapeType="1" noTextEdit="1"/>
              </p:cNvSpPr>
              <p:nvPr/>
            </p:nvSpPr>
            <p:spPr>
              <a:xfrm>
                <a:off x="3098435" y="4230412"/>
                <a:ext cx="7584914" cy="369332"/>
              </a:xfrm>
              <a:prstGeom prst="rect">
                <a:avLst/>
              </a:prstGeom>
              <a:blipFill>
                <a:blip r:embed="rId12"/>
                <a:stretch>
                  <a:fillRect t="-6349" b="-23810"/>
                </a:stretch>
              </a:blipFill>
            </p:spPr>
            <p:txBody>
              <a:bodyPr/>
              <a:lstStyle/>
              <a:p>
                <a:r>
                  <a:rPr lang="zh-CN" altLang="en-US">
                    <a:noFill/>
                  </a:rPr>
                  <a:t> </a:t>
                </a:r>
              </a:p>
            </p:txBody>
          </p:sp>
        </mc:Fallback>
      </mc:AlternateContent>
      <p:sp>
        <p:nvSpPr>
          <p:cNvPr id="50" name="矩形 49">
            <a:extLst>
              <a:ext uri="{FF2B5EF4-FFF2-40B4-BE49-F238E27FC236}">
                <a16:creationId xmlns:a16="http://schemas.microsoft.com/office/drawing/2014/main" id="{21653D19-BC93-4DC3-81B3-E7F2B2072EBB}"/>
              </a:ext>
            </a:extLst>
          </p:cNvPr>
          <p:cNvSpPr/>
          <p:nvPr/>
        </p:nvSpPr>
        <p:spPr>
          <a:xfrm>
            <a:off x="2300222" y="5537182"/>
            <a:ext cx="3780000" cy="390966"/>
          </a:xfrm>
          <a:prstGeom prst="rect">
            <a:avLst/>
          </a:prstGeom>
          <a:solidFill>
            <a:schemeClr val="accent3">
              <a:alpha val="74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55" name="矩形 54">
            <a:extLst>
              <a:ext uri="{FF2B5EF4-FFF2-40B4-BE49-F238E27FC236}">
                <a16:creationId xmlns:a16="http://schemas.microsoft.com/office/drawing/2014/main" id="{D8B76C93-45FF-43DC-9E99-7255DE4A51F5}"/>
              </a:ext>
            </a:extLst>
          </p:cNvPr>
          <p:cNvSpPr/>
          <p:nvPr/>
        </p:nvSpPr>
        <p:spPr>
          <a:xfrm>
            <a:off x="2302928" y="1838438"/>
            <a:ext cx="3780000" cy="369332"/>
          </a:xfrm>
          <a:prstGeom prst="rect">
            <a:avLst/>
          </a:prstGeom>
          <a:solidFill>
            <a:schemeClr val="accent4">
              <a:alpha val="74000"/>
            </a:schemeClr>
          </a:solidFill>
          <a:ln>
            <a:solidFill>
              <a:schemeClr val="accent4"/>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grpSp>
        <p:nvGrpSpPr>
          <p:cNvPr id="5" name="组合 4">
            <a:extLst>
              <a:ext uri="{FF2B5EF4-FFF2-40B4-BE49-F238E27FC236}">
                <a16:creationId xmlns:a16="http://schemas.microsoft.com/office/drawing/2014/main" id="{81FA7FBD-0C8E-42F7-9011-7723A73B0170}"/>
              </a:ext>
            </a:extLst>
          </p:cNvPr>
          <p:cNvGrpSpPr/>
          <p:nvPr/>
        </p:nvGrpSpPr>
        <p:grpSpPr>
          <a:xfrm>
            <a:off x="463979" y="4291260"/>
            <a:ext cx="708432" cy="1074683"/>
            <a:chOff x="463979" y="2778227"/>
            <a:chExt cx="708432" cy="1074683"/>
          </a:xfrm>
        </p:grpSpPr>
        <p:sp>
          <p:nvSpPr>
            <p:cNvPr id="57" name="矩形 56">
              <a:extLst>
                <a:ext uri="{FF2B5EF4-FFF2-40B4-BE49-F238E27FC236}">
                  <a16:creationId xmlns:a16="http://schemas.microsoft.com/office/drawing/2014/main" id="{9E58F32F-4B7E-49CD-A549-3FACD6AF3FCC}"/>
                </a:ext>
              </a:extLst>
            </p:cNvPr>
            <p:cNvSpPr/>
            <p:nvPr/>
          </p:nvSpPr>
          <p:spPr>
            <a:xfrm>
              <a:off x="463979" y="3582627"/>
              <a:ext cx="708432" cy="270283"/>
            </a:xfrm>
            <a:prstGeom prst="rect">
              <a:avLst/>
            </a:prstGeom>
            <a:solidFill>
              <a:schemeClr val="accent4"/>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46800" rIns="46800" rtlCol="0" anchor="ctr"/>
            <a:lstStyle/>
            <a:p>
              <a:pPr algn="ctr"/>
              <a:r>
                <a:rPr lang="en-US" altLang="zh-CN" b="1" dirty="0"/>
                <a:t>ACK1</a:t>
              </a:r>
              <a:endParaRPr lang="zh-CN" altLang="en-US" b="1" dirty="0"/>
            </a:p>
          </p:txBody>
        </p:sp>
        <p:sp>
          <p:nvSpPr>
            <p:cNvPr id="58" name="矩形 57">
              <a:extLst>
                <a:ext uri="{FF2B5EF4-FFF2-40B4-BE49-F238E27FC236}">
                  <a16:creationId xmlns:a16="http://schemas.microsoft.com/office/drawing/2014/main" id="{C6D8C967-D99D-4C0E-AFC8-7B78AA45EA15}"/>
                </a:ext>
              </a:extLst>
            </p:cNvPr>
            <p:cNvSpPr/>
            <p:nvPr/>
          </p:nvSpPr>
          <p:spPr>
            <a:xfrm>
              <a:off x="463979" y="3310754"/>
              <a:ext cx="708432" cy="270283"/>
            </a:xfrm>
            <a:prstGeom prst="rect">
              <a:avLst/>
            </a:prstGeom>
            <a:solidFill>
              <a:schemeClr val="accent4"/>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46800" rIns="46800" rtlCol="0" anchor="ctr"/>
            <a:lstStyle/>
            <a:p>
              <a:pPr algn="ctr"/>
              <a:r>
                <a:rPr lang="en-US" altLang="zh-CN" b="1" dirty="0"/>
                <a:t>ACK2</a:t>
              </a:r>
              <a:endParaRPr lang="zh-CN" altLang="en-US" b="1" dirty="0"/>
            </a:p>
          </p:txBody>
        </p:sp>
        <p:sp>
          <p:nvSpPr>
            <p:cNvPr id="59" name="矩形 58">
              <a:extLst>
                <a:ext uri="{FF2B5EF4-FFF2-40B4-BE49-F238E27FC236}">
                  <a16:creationId xmlns:a16="http://schemas.microsoft.com/office/drawing/2014/main" id="{7B76C04E-C4AE-44DC-9B98-FB72DDED5DC3}"/>
                </a:ext>
              </a:extLst>
            </p:cNvPr>
            <p:cNvSpPr/>
            <p:nvPr/>
          </p:nvSpPr>
          <p:spPr>
            <a:xfrm>
              <a:off x="463979" y="3040471"/>
              <a:ext cx="708432" cy="270283"/>
            </a:xfrm>
            <a:prstGeom prst="rect">
              <a:avLst/>
            </a:prstGeom>
            <a:solidFill>
              <a:schemeClr val="accent4"/>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46800" rIns="46800" rtlCol="0" anchor="ctr"/>
            <a:lstStyle/>
            <a:p>
              <a:pPr algn="ctr"/>
              <a:r>
                <a:rPr lang="en-US" altLang="zh-CN" b="1" dirty="0"/>
                <a:t>ACK3</a:t>
              </a:r>
              <a:endParaRPr lang="zh-CN" altLang="en-US" b="1" dirty="0"/>
            </a:p>
          </p:txBody>
        </p:sp>
        <p:sp>
          <p:nvSpPr>
            <p:cNvPr id="60" name="矩形 59">
              <a:extLst>
                <a:ext uri="{FF2B5EF4-FFF2-40B4-BE49-F238E27FC236}">
                  <a16:creationId xmlns:a16="http://schemas.microsoft.com/office/drawing/2014/main" id="{09B19D7C-AE53-4F71-AECD-A9EC9864C4A3}"/>
                </a:ext>
              </a:extLst>
            </p:cNvPr>
            <p:cNvSpPr/>
            <p:nvPr/>
          </p:nvSpPr>
          <p:spPr>
            <a:xfrm>
              <a:off x="463979" y="2778227"/>
              <a:ext cx="708432" cy="270283"/>
            </a:xfrm>
            <a:prstGeom prst="rect">
              <a:avLst/>
            </a:prstGeom>
            <a:solidFill>
              <a:schemeClr val="accent4"/>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46800" rIns="46800" rtlCol="0" anchor="ctr"/>
            <a:lstStyle/>
            <a:p>
              <a:pPr algn="ctr"/>
              <a:r>
                <a:rPr lang="en-US" altLang="zh-CN" b="1" dirty="0"/>
                <a:t>ACK4</a:t>
              </a:r>
              <a:endParaRPr lang="zh-CN" altLang="en-US" b="1" dirty="0"/>
            </a:p>
          </p:txBody>
        </p:sp>
      </p:grpSp>
      <p:sp>
        <p:nvSpPr>
          <p:cNvPr id="35" name="checked_153603">
            <a:extLst>
              <a:ext uri="{FF2B5EF4-FFF2-40B4-BE49-F238E27FC236}">
                <a16:creationId xmlns:a16="http://schemas.microsoft.com/office/drawing/2014/main" id="{407E6ED1-A13A-43BB-9F3B-0820FE9603C6}"/>
              </a:ext>
            </a:extLst>
          </p:cNvPr>
          <p:cNvSpPr/>
          <p:nvPr/>
        </p:nvSpPr>
        <p:spPr>
          <a:xfrm>
            <a:off x="3501803" y="5652776"/>
            <a:ext cx="283266" cy="237538"/>
          </a:xfrm>
          <a:custGeom>
            <a:avLst/>
            <a:gdLst>
              <a:gd name="T0" fmla="*/ 1351 w 4419"/>
              <a:gd name="T1" fmla="*/ 3653 h 3712"/>
              <a:gd name="T2" fmla="*/ 1493 w 4419"/>
              <a:gd name="T3" fmla="*/ 3712 h 3712"/>
              <a:gd name="T4" fmla="*/ 1634 w 4419"/>
              <a:gd name="T5" fmla="*/ 3653 h 3712"/>
              <a:gd name="T6" fmla="*/ 4361 w 4419"/>
              <a:gd name="T7" fmla="*/ 927 h 3712"/>
              <a:gd name="T8" fmla="*/ 4419 w 4419"/>
              <a:gd name="T9" fmla="*/ 785 h 3712"/>
              <a:gd name="T10" fmla="*/ 4361 w 4419"/>
              <a:gd name="T11" fmla="*/ 644 h 3712"/>
              <a:gd name="T12" fmla="*/ 3795 w 4419"/>
              <a:gd name="T13" fmla="*/ 78 h 3712"/>
              <a:gd name="T14" fmla="*/ 3512 w 4419"/>
              <a:gd name="T15" fmla="*/ 78 h 3712"/>
              <a:gd name="T16" fmla="*/ 1493 w 4419"/>
              <a:gd name="T17" fmla="*/ 2098 h 3712"/>
              <a:gd name="T18" fmla="*/ 927 w 4419"/>
              <a:gd name="T19" fmla="*/ 1532 h 3712"/>
              <a:gd name="T20" fmla="*/ 786 w 4419"/>
              <a:gd name="T21" fmla="*/ 1473 h 3712"/>
              <a:gd name="T22" fmla="*/ 644 w 4419"/>
              <a:gd name="T23" fmla="*/ 1532 h 3712"/>
              <a:gd name="T24" fmla="*/ 79 w 4419"/>
              <a:gd name="T25" fmla="*/ 2098 h 3712"/>
              <a:gd name="T26" fmla="*/ 79 w 4419"/>
              <a:gd name="T27" fmla="*/ 2380 h 3712"/>
              <a:gd name="T28" fmla="*/ 1351 w 4419"/>
              <a:gd name="T29" fmla="*/ 3653 h 37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4419" h="3712">
                <a:moveTo>
                  <a:pt x="1351" y="3653"/>
                </a:moveTo>
                <a:cubicBezTo>
                  <a:pt x="1389" y="3691"/>
                  <a:pt x="1440" y="3712"/>
                  <a:pt x="1493" y="3712"/>
                </a:cubicBezTo>
                <a:cubicBezTo>
                  <a:pt x="1546" y="3712"/>
                  <a:pt x="1597" y="3691"/>
                  <a:pt x="1634" y="3653"/>
                </a:cubicBezTo>
                <a:lnTo>
                  <a:pt x="4361" y="927"/>
                </a:lnTo>
                <a:cubicBezTo>
                  <a:pt x="4398" y="889"/>
                  <a:pt x="4419" y="838"/>
                  <a:pt x="4419" y="785"/>
                </a:cubicBezTo>
                <a:cubicBezTo>
                  <a:pt x="4419" y="732"/>
                  <a:pt x="4398" y="681"/>
                  <a:pt x="4361" y="644"/>
                </a:cubicBezTo>
                <a:lnTo>
                  <a:pt x="3795" y="78"/>
                </a:lnTo>
                <a:cubicBezTo>
                  <a:pt x="3717" y="0"/>
                  <a:pt x="3590" y="0"/>
                  <a:pt x="3512" y="78"/>
                </a:cubicBezTo>
                <a:lnTo>
                  <a:pt x="1493" y="2098"/>
                </a:lnTo>
                <a:lnTo>
                  <a:pt x="927" y="1532"/>
                </a:lnTo>
                <a:cubicBezTo>
                  <a:pt x="890" y="1494"/>
                  <a:pt x="839" y="1473"/>
                  <a:pt x="786" y="1473"/>
                </a:cubicBezTo>
                <a:cubicBezTo>
                  <a:pt x="733" y="1473"/>
                  <a:pt x="682" y="1494"/>
                  <a:pt x="644" y="1532"/>
                </a:cubicBezTo>
                <a:lnTo>
                  <a:pt x="79" y="2098"/>
                </a:lnTo>
                <a:cubicBezTo>
                  <a:pt x="0" y="2176"/>
                  <a:pt x="0" y="2302"/>
                  <a:pt x="79" y="2380"/>
                </a:cubicBezTo>
                <a:lnTo>
                  <a:pt x="1351" y="3653"/>
                </a:lnTo>
                <a:close/>
              </a:path>
            </a:pathLst>
          </a:cu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6" name="checked_153603">
            <a:extLst>
              <a:ext uri="{FF2B5EF4-FFF2-40B4-BE49-F238E27FC236}">
                <a16:creationId xmlns:a16="http://schemas.microsoft.com/office/drawing/2014/main" id="{5480A67E-9C9D-4609-968D-B184591F85EB}"/>
              </a:ext>
            </a:extLst>
          </p:cNvPr>
          <p:cNvSpPr/>
          <p:nvPr/>
        </p:nvSpPr>
        <p:spPr>
          <a:xfrm>
            <a:off x="4271249" y="5654587"/>
            <a:ext cx="283266" cy="237538"/>
          </a:xfrm>
          <a:custGeom>
            <a:avLst/>
            <a:gdLst>
              <a:gd name="T0" fmla="*/ 1351 w 4419"/>
              <a:gd name="T1" fmla="*/ 3653 h 3712"/>
              <a:gd name="T2" fmla="*/ 1493 w 4419"/>
              <a:gd name="T3" fmla="*/ 3712 h 3712"/>
              <a:gd name="T4" fmla="*/ 1634 w 4419"/>
              <a:gd name="T5" fmla="*/ 3653 h 3712"/>
              <a:gd name="T6" fmla="*/ 4361 w 4419"/>
              <a:gd name="T7" fmla="*/ 927 h 3712"/>
              <a:gd name="T8" fmla="*/ 4419 w 4419"/>
              <a:gd name="T9" fmla="*/ 785 h 3712"/>
              <a:gd name="T10" fmla="*/ 4361 w 4419"/>
              <a:gd name="T11" fmla="*/ 644 h 3712"/>
              <a:gd name="T12" fmla="*/ 3795 w 4419"/>
              <a:gd name="T13" fmla="*/ 78 h 3712"/>
              <a:gd name="T14" fmla="*/ 3512 w 4419"/>
              <a:gd name="T15" fmla="*/ 78 h 3712"/>
              <a:gd name="T16" fmla="*/ 1493 w 4419"/>
              <a:gd name="T17" fmla="*/ 2098 h 3712"/>
              <a:gd name="T18" fmla="*/ 927 w 4419"/>
              <a:gd name="T19" fmla="*/ 1532 h 3712"/>
              <a:gd name="T20" fmla="*/ 786 w 4419"/>
              <a:gd name="T21" fmla="*/ 1473 h 3712"/>
              <a:gd name="T22" fmla="*/ 644 w 4419"/>
              <a:gd name="T23" fmla="*/ 1532 h 3712"/>
              <a:gd name="T24" fmla="*/ 79 w 4419"/>
              <a:gd name="T25" fmla="*/ 2098 h 3712"/>
              <a:gd name="T26" fmla="*/ 79 w 4419"/>
              <a:gd name="T27" fmla="*/ 2380 h 3712"/>
              <a:gd name="T28" fmla="*/ 1351 w 4419"/>
              <a:gd name="T29" fmla="*/ 3653 h 37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4419" h="3712">
                <a:moveTo>
                  <a:pt x="1351" y="3653"/>
                </a:moveTo>
                <a:cubicBezTo>
                  <a:pt x="1389" y="3691"/>
                  <a:pt x="1440" y="3712"/>
                  <a:pt x="1493" y="3712"/>
                </a:cubicBezTo>
                <a:cubicBezTo>
                  <a:pt x="1546" y="3712"/>
                  <a:pt x="1597" y="3691"/>
                  <a:pt x="1634" y="3653"/>
                </a:cubicBezTo>
                <a:lnTo>
                  <a:pt x="4361" y="927"/>
                </a:lnTo>
                <a:cubicBezTo>
                  <a:pt x="4398" y="889"/>
                  <a:pt x="4419" y="838"/>
                  <a:pt x="4419" y="785"/>
                </a:cubicBezTo>
                <a:cubicBezTo>
                  <a:pt x="4419" y="732"/>
                  <a:pt x="4398" y="681"/>
                  <a:pt x="4361" y="644"/>
                </a:cubicBezTo>
                <a:lnTo>
                  <a:pt x="3795" y="78"/>
                </a:lnTo>
                <a:cubicBezTo>
                  <a:pt x="3717" y="0"/>
                  <a:pt x="3590" y="0"/>
                  <a:pt x="3512" y="78"/>
                </a:cubicBezTo>
                <a:lnTo>
                  <a:pt x="1493" y="2098"/>
                </a:lnTo>
                <a:lnTo>
                  <a:pt x="927" y="1532"/>
                </a:lnTo>
                <a:cubicBezTo>
                  <a:pt x="890" y="1494"/>
                  <a:pt x="839" y="1473"/>
                  <a:pt x="786" y="1473"/>
                </a:cubicBezTo>
                <a:cubicBezTo>
                  <a:pt x="733" y="1473"/>
                  <a:pt x="682" y="1494"/>
                  <a:pt x="644" y="1532"/>
                </a:cubicBezTo>
                <a:lnTo>
                  <a:pt x="79" y="2098"/>
                </a:lnTo>
                <a:cubicBezTo>
                  <a:pt x="0" y="2176"/>
                  <a:pt x="0" y="2302"/>
                  <a:pt x="79" y="2380"/>
                </a:cubicBezTo>
                <a:lnTo>
                  <a:pt x="1351" y="3653"/>
                </a:lnTo>
                <a:close/>
              </a:path>
            </a:pathLst>
          </a:cu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7" name="checked_153603">
            <a:extLst>
              <a:ext uri="{FF2B5EF4-FFF2-40B4-BE49-F238E27FC236}">
                <a16:creationId xmlns:a16="http://schemas.microsoft.com/office/drawing/2014/main" id="{CE77BC3B-12F7-4509-9C0E-30266CB6A3E6}"/>
              </a:ext>
            </a:extLst>
          </p:cNvPr>
          <p:cNvSpPr/>
          <p:nvPr/>
        </p:nvSpPr>
        <p:spPr>
          <a:xfrm>
            <a:off x="5042974" y="5652776"/>
            <a:ext cx="283266" cy="237538"/>
          </a:xfrm>
          <a:custGeom>
            <a:avLst/>
            <a:gdLst>
              <a:gd name="T0" fmla="*/ 1351 w 4419"/>
              <a:gd name="T1" fmla="*/ 3653 h 3712"/>
              <a:gd name="T2" fmla="*/ 1493 w 4419"/>
              <a:gd name="T3" fmla="*/ 3712 h 3712"/>
              <a:gd name="T4" fmla="*/ 1634 w 4419"/>
              <a:gd name="T5" fmla="*/ 3653 h 3712"/>
              <a:gd name="T6" fmla="*/ 4361 w 4419"/>
              <a:gd name="T7" fmla="*/ 927 h 3712"/>
              <a:gd name="T8" fmla="*/ 4419 w 4419"/>
              <a:gd name="T9" fmla="*/ 785 h 3712"/>
              <a:gd name="T10" fmla="*/ 4361 w 4419"/>
              <a:gd name="T11" fmla="*/ 644 h 3712"/>
              <a:gd name="T12" fmla="*/ 3795 w 4419"/>
              <a:gd name="T13" fmla="*/ 78 h 3712"/>
              <a:gd name="T14" fmla="*/ 3512 w 4419"/>
              <a:gd name="T15" fmla="*/ 78 h 3712"/>
              <a:gd name="T16" fmla="*/ 1493 w 4419"/>
              <a:gd name="T17" fmla="*/ 2098 h 3712"/>
              <a:gd name="T18" fmla="*/ 927 w 4419"/>
              <a:gd name="T19" fmla="*/ 1532 h 3712"/>
              <a:gd name="T20" fmla="*/ 786 w 4419"/>
              <a:gd name="T21" fmla="*/ 1473 h 3712"/>
              <a:gd name="T22" fmla="*/ 644 w 4419"/>
              <a:gd name="T23" fmla="*/ 1532 h 3712"/>
              <a:gd name="T24" fmla="*/ 79 w 4419"/>
              <a:gd name="T25" fmla="*/ 2098 h 3712"/>
              <a:gd name="T26" fmla="*/ 79 w 4419"/>
              <a:gd name="T27" fmla="*/ 2380 h 3712"/>
              <a:gd name="T28" fmla="*/ 1351 w 4419"/>
              <a:gd name="T29" fmla="*/ 3653 h 37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4419" h="3712">
                <a:moveTo>
                  <a:pt x="1351" y="3653"/>
                </a:moveTo>
                <a:cubicBezTo>
                  <a:pt x="1389" y="3691"/>
                  <a:pt x="1440" y="3712"/>
                  <a:pt x="1493" y="3712"/>
                </a:cubicBezTo>
                <a:cubicBezTo>
                  <a:pt x="1546" y="3712"/>
                  <a:pt x="1597" y="3691"/>
                  <a:pt x="1634" y="3653"/>
                </a:cubicBezTo>
                <a:lnTo>
                  <a:pt x="4361" y="927"/>
                </a:lnTo>
                <a:cubicBezTo>
                  <a:pt x="4398" y="889"/>
                  <a:pt x="4419" y="838"/>
                  <a:pt x="4419" y="785"/>
                </a:cubicBezTo>
                <a:cubicBezTo>
                  <a:pt x="4419" y="732"/>
                  <a:pt x="4398" y="681"/>
                  <a:pt x="4361" y="644"/>
                </a:cubicBezTo>
                <a:lnTo>
                  <a:pt x="3795" y="78"/>
                </a:lnTo>
                <a:cubicBezTo>
                  <a:pt x="3717" y="0"/>
                  <a:pt x="3590" y="0"/>
                  <a:pt x="3512" y="78"/>
                </a:cubicBezTo>
                <a:lnTo>
                  <a:pt x="1493" y="2098"/>
                </a:lnTo>
                <a:lnTo>
                  <a:pt x="927" y="1532"/>
                </a:lnTo>
                <a:cubicBezTo>
                  <a:pt x="890" y="1494"/>
                  <a:pt x="839" y="1473"/>
                  <a:pt x="786" y="1473"/>
                </a:cubicBezTo>
                <a:cubicBezTo>
                  <a:pt x="733" y="1473"/>
                  <a:pt x="682" y="1494"/>
                  <a:pt x="644" y="1532"/>
                </a:cubicBezTo>
                <a:lnTo>
                  <a:pt x="79" y="2098"/>
                </a:lnTo>
                <a:cubicBezTo>
                  <a:pt x="0" y="2176"/>
                  <a:pt x="0" y="2302"/>
                  <a:pt x="79" y="2380"/>
                </a:cubicBezTo>
                <a:lnTo>
                  <a:pt x="1351" y="3653"/>
                </a:lnTo>
                <a:close/>
              </a:path>
            </a:pathLst>
          </a:cu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8" name="checked_153603">
            <a:extLst>
              <a:ext uri="{FF2B5EF4-FFF2-40B4-BE49-F238E27FC236}">
                <a16:creationId xmlns:a16="http://schemas.microsoft.com/office/drawing/2014/main" id="{D4DB5E0E-E494-4840-98AE-1D0A928A676D}"/>
              </a:ext>
            </a:extLst>
          </p:cNvPr>
          <p:cNvSpPr/>
          <p:nvPr/>
        </p:nvSpPr>
        <p:spPr>
          <a:xfrm>
            <a:off x="5796956" y="5652776"/>
            <a:ext cx="283266" cy="237538"/>
          </a:xfrm>
          <a:custGeom>
            <a:avLst/>
            <a:gdLst>
              <a:gd name="T0" fmla="*/ 1351 w 4419"/>
              <a:gd name="T1" fmla="*/ 3653 h 3712"/>
              <a:gd name="T2" fmla="*/ 1493 w 4419"/>
              <a:gd name="T3" fmla="*/ 3712 h 3712"/>
              <a:gd name="T4" fmla="*/ 1634 w 4419"/>
              <a:gd name="T5" fmla="*/ 3653 h 3712"/>
              <a:gd name="T6" fmla="*/ 4361 w 4419"/>
              <a:gd name="T7" fmla="*/ 927 h 3712"/>
              <a:gd name="T8" fmla="*/ 4419 w 4419"/>
              <a:gd name="T9" fmla="*/ 785 h 3712"/>
              <a:gd name="T10" fmla="*/ 4361 w 4419"/>
              <a:gd name="T11" fmla="*/ 644 h 3712"/>
              <a:gd name="T12" fmla="*/ 3795 w 4419"/>
              <a:gd name="T13" fmla="*/ 78 h 3712"/>
              <a:gd name="T14" fmla="*/ 3512 w 4419"/>
              <a:gd name="T15" fmla="*/ 78 h 3712"/>
              <a:gd name="T16" fmla="*/ 1493 w 4419"/>
              <a:gd name="T17" fmla="*/ 2098 h 3712"/>
              <a:gd name="T18" fmla="*/ 927 w 4419"/>
              <a:gd name="T19" fmla="*/ 1532 h 3712"/>
              <a:gd name="T20" fmla="*/ 786 w 4419"/>
              <a:gd name="T21" fmla="*/ 1473 h 3712"/>
              <a:gd name="T22" fmla="*/ 644 w 4419"/>
              <a:gd name="T23" fmla="*/ 1532 h 3712"/>
              <a:gd name="T24" fmla="*/ 79 w 4419"/>
              <a:gd name="T25" fmla="*/ 2098 h 3712"/>
              <a:gd name="T26" fmla="*/ 79 w 4419"/>
              <a:gd name="T27" fmla="*/ 2380 h 3712"/>
              <a:gd name="T28" fmla="*/ 1351 w 4419"/>
              <a:gd name="T29" fmla="*/ 3653 h 37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4419" h="3712">
                <a:moveTo>
                  <a:pt x="1351" y="3653"/>
                </a:moveTo>
                <a:cubicBezTo>
                  <a:pt x="1389" y="3691"/>
                  <a:pt x="1440" y="3712"/>
                  <a:pt x="1493" y="3712"/>
                </a:cubicBezTo>
                <a:cubicBezTo>
                  <a:pt x="1546" y="3712"/>
                  <a:pt x="1597" y="3691"/>
                  <a:pt x="1634" y="3653"/>
                </a:cubicBezTo>
                <a:lnTo>
                  <a:pt x="4361" y="927"/>
                </a:lnTo>
                <a:cubicBezTo>
                  <a:pt x="4398" y="889"/>
                  <a:pt x="4419" y="838"/>
                  <a:pt x="4419" y="785"/>
                </a:cubicBezTo>
                <a:cubicBezTo>
                  <a:pt x="4419" y="732"/>
                  <a:pt x="4398" y="681"/>
                  <a:pt x="4361" y="644"/>
                </a:cubicBezTo>
                <a:lnTo>
                  <a:pt x="3795" y="78"/>
                </a:lnTo>
                <a:cubicBezTo>
                  <a:pt x="3717" y="0"/>
                  <a:pt x="3590" y="0"/>
                  <a:pt x="3512" y="78"/>
                </a:cubicBezTo>
                <a:lnTo>
                  <a:pt x="1493" y="2098"/>
                </a:lnTo>
                <a:lnTo>
                  <a:pt x="927" y="1532"/>
                </a:lnTo>
                <a:cubicBezTo>
                  <a:pt x="890" y="1494"/>
                  <a:pt x="839" y="1473"/>
                  <a:pt x="786" y="1473"/>
                </a:cubicBezTo>
                <a:cubicBezTo>
                  <a:pt x="733" y="1473"/>
                  <a:pt x="682" y="1494"/>
                  <a:pt x="644" y="1532"/>
                </a:cubicBezTo>
                <a:lnTo>
                  <a:pt x="79" y="2098"/>
                </a:lnTo>
                <a:cubicBezTo>
                  <a:pt x="0" y="2176"/>
                  <a:pt x="0" y="2302"/>
                  <a:pt x="79" y="2380"/>
                </a:cubicBezTo>
                <a:lnTo>
                  <a:pt x="1351" y="3653"/>
                </a:lnTo>
                <a:close/>
              </a:path>
            </a:pathLst>
          </a:cu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9" name="平行四边形 38">
            <a:extLst>
              <a:ext uri="{FF2B5EF4-FFF2-40B4-BE49-F238E27FC236}">
                <a16:creationId xmlns:a16="http://schemas.microsoft.com/office/drawing/2014/main" id="{93EC9DAD-C4BD-8060-A467-1DC622D5982F}"/>
              </a:ext>
            </a:extLst>
          </p:cNvPr>
          <p:cNvSpPr/>
          <p:nvPr/>
        </p:nvSpPr>
        <p:spPr>
          <a:xfrm>
            <a:off x="304800" y="749300"/>
            <a:ext cx="675384" cy="387090"/>
          </a:xfrm>
          <a:prstGeom prst="parallelogram">
            <a:avLst/>
          </a:prstGeom>
          <a:solidFill>
            <a:schemeClr val="accent3">
              <a:lumMod val="75000"/>
            </a:schemeClr>
          </a:solidFill>
          <a:ln>
            <a:solidFill>
              <a:schemeClr val="accent3">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CN" sz="2200" dirty="0">
                <a:latin typeface="Impact" panose="020B0806030902050204" pitchFamily="34" charset="0"/>
              </a:rPr>
              <a:t>05</a:t>
            </a:r>
            <a:endParaRPr lang="zh-CN" altLang="en-US" sz="2200" dirty="0">
              <a:latin typeface="Impact" panose="020B0806030902050204" pitchFamily="34" charset="0"/>
            </a:endParaRPr>
          </a:p>
        </p:txBody>
      </p:sp>
    </p:spTree>
    <p:custDataLst>
      <p:tags r:id="rId1"/>
    </p:custDataLst>
    <p:extLst>
      <p:ext uri="{BB962C8B-B14F-4D97-AF65-F5344CB8AC3E}">
        <p14:creationId xmlns:p14="http://schemas.microsoft.com/office/powerpoint/2010/main" val="2704411478"/>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2" presetClass="exit" presetSubtype="4" fill="hold" nodeType="withEffect">
                                  <p:stCondLst>
                                    <p:cond delay="0"/>
                                  </p:stCondLst>
                                  <p:childTnLst>
                                    <p:anim calcmode="lin" valueType="num">
                                      <p:cBhvr additive="base">
                                        <p:cTn id="6" dur="1000"/>
                                        <p:tgtEl>
                                          <p:spTgt spid="5"/>
                                        </p:tgtEl>
                                        <p:attrNameLst>
                                          <p:attrName>ppt_y</p:attrName>
                                        </p:attrNameLst>
                                      </p:cBhvr>
                                      <p:tavLst>
                                        <p:tav tm="0">
                                          <p:val>
                                            <p:strVal val="#ppt_y"/>
                                          </p:val>
                                        </p:tav>
                                        <p:tav tm="100000">
                                          <p:val>
                                            <p:strVal val="#ppt_y+#ppt_h*1.125000"/>
                                          </p:val>
                                        </p:tav>
                                      </p:tavLst>
                                    </p:anim>
                                    <p:animEffect transition="out" filter="wipe(down)">
                                      <p:cBhvr>
                                        <p:cTn id="7" dur="1000"/>
                                        <p:tgtEl>
                                          <p:spTgt spid="5"/>
                                        </p:tgtEl>
                                      </p:cBhvr>
                                    </p:animEffect>
                                    <p:set>
                                      <p:cBhvr>
                                        <p:cTn id="8" dur="1" fill="hold">
                                          <p:stCondLst>
                                            <p:cond delay="999"/>
                                          </p:stCondLst>
                                        </p:cTn>
                                        <p:tgtEl>
                                          <p:spTgt spid="5"/>
                                        </p:tgtEl>
                                        <p:attrNameLst>
                                          <p:attrName>style.visibility</p:attrName>
                                        </p:attrNameLst>
                                      </p:cBhvr>
                                      <p:to>
                                        <p:strVal val="hidden"/>
                                      </p:to>
                                    </p:set>
                                  </p:childTnLst>
                                </p:cTn>
                              </p:par>
                            </p:childTnLst>
                          </p:cTn>
                        </p:par>
                      </p:childTnLst>
                    </p:cTn>
                  </p:par>
                  <p:par>
                    <p:cTn id="9" fill="hold">
                      <p:stCondLst>
                        <p:cond delay="indefinite"/>
                      </p:stCondLst>
                      <p:childTnLst>
                        <p:par>
                          <p:cTn id="10" fill="hold">
                            <p:stCondLst>
                              <p:cond delay="0"/>
                            </p:stCondLst>
                            <p:childTnLst>
                              <p:par>
                                <p:cTn id="11" presetID="30" presetClass="entr" presetSubtype="0" fill="hold" grpId="0" nodeType="clickEffect">
                                  <p:stCondLst>
                                    <p:cond delay="0"/>
                                  </p:stCondLst>
                                  <p:childTnLst>
                                    <p:set>
                                      <p:cBhvr>
                                        <p:cTn id="12" dur="1" fill="hold">
                                          <p:stCondLst>
                                            <p:cond delay="0"/>
                                          </p:stCondLst>
                                        </p:cTn>
                                        <p:tgtEl>
                                          <p:spTgt spid="35"/>
                                        </p:tgtEl>
                                        <p:attrNameLst>
                                          <p:attrName>style.visibility</p:attrName>
                                        </p:attrNameLst>
                                      </p:cBhvr>
                                      <p:to>
                                        <p:strVal val="visible"/>
                                      </p:to>
                                    </p:set>
                                    <p:animEffect transition="in" filter="fade">
                                      <p:cBhvr>
                                        <p:cTn id="13" dur="800" decel="100000"/>
                                        <p:tgtEl>
                                          <p:spTgt spid="35"/>
                                        </p:tgtEl>
                                      </p:cBhvr>
                                    </p:animEffect>
                                    <p:anim calcmode="lin" valueType="num">
                                      <p:cBhvr>
                                        <p:cTn id="14" dur="800" decel="100000" fill="hold"/>
                                        <p:tgtEl>
                                          <p:spTgt spid="35"/>
                                        </p:tgtEl>
                                        <p:attrNameLst>
                                          <p:attrName>style.rotation</p:attrName>
                                        </p:attrNameLst>
                                      </p:cBhvr>
                                      <p:tavLst>
                                        <p:tav tm="0">
                                          <p:val>
                                            <p:fltVal val="-90"/>
                                          </p:val>
                                        </p:tav>
                                        <p:tav tm="100000">
                                          <p:val>
                                            <p:fltVal val="0"/>
                                          </p:val>
                                        </p:tav>
                                      </p:tavLst>
                                    </p:anim>
                                    <p:anim calcmode="lin" valueType="num">
                                      <p:cBhvr>
                                        <p:cTn id="15" dur="800" decel="100000" fill="hold"/>
                                        <p:tgtEl>
                                          <p:spTgt spid="35"/>
                                        </p:tgtEl>
                                        <p:attrNameLst>
                                          <p:attrName>ppt_x</p:attrName>
                                        </p:attrNameLst>
                                      </p:cBhvr>
                                      <p:tavLst>
                                        <p:tav tm="0">
                                          <p:val>
                                            <p:strVal val="#ppt_x+0.4"/>
                                          </p:val>
                                        </p:tav>
                                        <p:tav tm="100000">
                                          <p:val>
                                            <p:strVal val="#ppt_x-0.05"/>
                                          </p:val>
                                        </p:tav>
                                      </p:tavLst>
                                    </p:anim>
                                    <p:anim calcmode="lin" valueType="num">
                                      <p:cBhvr>
                                        <p:cTn id="16" dur="800" decel="100000" fill="hold"/>
                                        <p:tgtEl>
                                          <p:spTgt spid="35"/>
                                        </p:tgtEl>
                                        <p:attrNameLst>
                                          <p:attrName>ppt_y</p:attrName>
                                        </p:attrNameLst>
                                      </p:cBhvr>
                                      <p:tavLst>
                                        <p:tav tm="0">
                                          <p:val>
                                            <p:strVal val="#ppt_y-0.4"/>
                                          </p:val>
                                        </p:tav>
                                        <p:tav tm="100000">
                                          <p:val>
                                            <p:strVal val="#ppt_y+0.1"/>
                                          </p:val>
                                        </p:tav>
                                      </p:tavLst>
                                    </p:anim>
                                    <p:anim calcmode="lin" valueType="num">
                                      <p:cBhvr>
                                        <p:cTn id="17" dur="200" accel="100000" fill="hold">
                                          <p:stCondLst>
                                            <p:cond delay="800"/>
                                          </p:stCondLst>
                                        </p:cTn>
                                        <p:tgtEl>
                                          <p:spTgt spid="35"/>
                                        </p:tgtEl>
                                        <p:attrNameLst>
                                          <p:attrName>ppt_x</p:attrName>
                                        </p:attrNameLst>
                                      </p:cBhvr>
                                      <p:tavLst>
                                        <p:tav tm="0">
                                          <p:val>
                                            <p:strVal val="#ppt_x-0.05"/>
                                          </p:val>
                                        </p:tav>
                                        <p:tav tm="100000">
                                          <p:val>
                                            <p:strVal val="#ppt_x"/>
                                          </p:val>
                                        </p:tav>
                                      </p:tavLst>
                                    </p:anim>
                                    <p:anim calcmode="lin" valueType="num">
                                      <p:cBhvr>
                                        <p:cTn id="18" dur="200" accel="100000" fill="hold">
                                          <p:stCondLst>
                                            <p:cond delay="800"/>
                                          </p:stCondLst>
                                        </p:cTn>
                                        <p:tgtEl>
                                          <p:spTgt spid="35"/>
                                        </p:tgtEl>
                                        <p:attrNameLst>
                                          <p:attrName>ppt_y</p:attrName>
                                        </p:attrNameLst>
                                      </p:cBhvr>
                                      <p:tavLst>
                                        <p:tav tm="0">
                                          <p:val>
                                            <p:strVal val="#ppt_y+0.1"/>
                                          </p:val>
                                        </p:tav>
                                        <p:tav tm="100000">
                                          <p:val>
                                            <p:strVal val="#ppt_y"/>
                                          </p:val>
                                        </p:tav>
                                      </p:tavLst>
                                    </p:anim>
                                  </p:childTnLst>
                                </p:cTn>
                              </p:par>
                              <p:par>
                                <p:cTn id="19" presetID="30" presetClass="entr" presetSubtype="0" fill="hold" grpId="0" nodeType="withEffect">
                                  <p:stCondLst>
                                    <p:cond delay="0"/>
                                  </p:stCondLst>
                                  <p:childTnLst>
                                    <p:set>
                                      <p:cBhvr>
                                        <p:cTn id="20" dur="1" fill="hold">
                                          <p:stCondLst>
                                            <p:cond delay="0"/>
                                          </p:stCondLst>
                                        </p:cTn>
                                        <p:tgtEl>
                                          <p:spTgt spid="36"/>
                                        </p:tgtEl>
                                        <p:attrNameLst>
                                          <p:attrName>style.visibility</p:attrName>
                                        </p:attrNameLst>
                                      </p:cBhvr>
                                      <p:to>
                                        <p:strVal val="visible"/>
                                      </p:to>
                                    </p:set>
                                    <p:animEffect transition="in" filter="fade">
                                      <p:cBhvr>
                                        <p:cTn id="21" dur="800" decel="100000"/>
                                        <p:tgtEl>
                                          <p:spTgt spid="36"/>
                                        </p:tgtEl>
                                      </p:cBhvr>
                                    </p:animEffect>
                                    <p:anim calcmode="lin" valueType="num">
                                      <p:cBhvr>
                                        <p:cTn id="22" dur="800" decel="100000" fill="hold"/>
                                        <p:tgtEl>
                                          <p:spTgt spid="36"/>
                                        </p:tgtEl>
                                        <p:attrNameLst>
                                          <p:attrName>style.rotation</p:attrName>
                                        </p:attrNameLst>
                                      </p:cBhvr>
                                      <p:tavLst>
                                        <p:tav tm="0">
                                          <p:val>
                                            <p:fltVal val="-90"/>
                                          </p:val>
                                        </p:tav>
                                        <p:tav tm="100000">
                                          <p:val>
                                            <p:fltVal val="0"/>
                                          </p:val>
                                        </p:tav>
                                      </p:tavLst>
                                    </p:anim>
                                    <p:anim calcmode="lin" valueType="num">
                                      <p:cBhvr>
                                        <p:cTn id="23" dur="800" decel="100000" fill="hold"/>
                                        <p:tgtEl>
                                          <p:spTgt spid="36"/>
                                        </p:tgtEl>
                                        <p:attrNameLst>
                                          <p:attrName>ppt_x</p:attrName>
                                        </p:attrNameLst>
                                      </p:cBhvr>
                                      <p:tavLst>
                                        <p:tav tm="0">
                                          <p:val>
                                            <p:strVal val="#ppt_x+0.4"/>
                                          </p:val>
                                        </p:tav>
                                        <p:tav tm="100000">
                                          <p:val>
                                            <p:strVal val="#ppt_x-0.05"/>
                                          </p:val>
                                        </p:tav>
                                      </p:tavLst>
                                    </p:anim>
                                    <p:anim calcmode="lin" valueType="num">
                                      <p:cBhvr>
                                        <p:cTn id="24" dur="800" decel="100000" fill="hold"/>
                                        <p:tgtEl>
                                          <p:spTgt spid="36"/>
                                        </p:tgtEl>
                                        <p:attrNameLst>
                                          <p:attrName>ppt_y</p:attrName>
                                        </p:attrNameLst>
                                      </p:cBhvr>
                                      <p:tavLst>
                                        <p:tav tm="0">
                                          <p:val>
                                            <p:strVal val="#ppt_y-0.4"/>
                                          </p:val>
                                        </p:tav>
                                        <p:tav tm="100000">
                                          <p:val>
                                            <p:strVal val="#ppt_y+0.1"/>
                                          </p:val>
                                        </p:tav>
                                      </p:tavLst>
                                    </p:anim>
                                    <p:anim calcmode="lin" valueType="num">
                                      <p:cBhvr>
                                        <p:cTn id="25" dur="200" accel="100000" fill="hold">
                                          <p:stCondLst>
                                            <p:cond delay="800"/>
                                          </p:stCondLst>
                                        </p:cTn>
                                        <p:tgtEl>
                                          <p:spTgt spid="36"/>
                                        </p:tgtEl>
                                        <p:attrNameLst>
                                          <p:attrName>ppt_x</p:attrName>
                                        </p:attrNameLst>
                                      </p:cBhvr>
                                      <p:tavLst>
                                        <p:tav tm="0">
                                          <p:val>
                                            <p:strVal val="#ppt_x-0.05"/>
                                          </p:val>
                                        </p:tav>
                                        <p:tav tm="100000">
                                          <p:val>
                                            <p:strVal val="#ppt_x"/>
                                          </p:val>
                                        </p:tav>
                                      </p:tavLst>
                                    </p:anim>
                                    <p:anim calcmode="lin" valueType="num">
                                      <p:cBhvr>
                                        <p:cTn id="26" dur="200" accel="100000" fill="hold">
                                          <p:stCondLst>
                                            <p:cond delay="800"/>
                                          </p:stCondLst>
                                        </p:cTn>
                                        <p:tgtEl>
                                          <p:spTgt spid="36"/>
                                        </p:tgtEl>
                                        <p:attrNameLst>
                                          <p:attrName>ppt_y</p:attrName>
                                        </p:attrNameLst>
                                      </p:cBhvr>
                                      <p:tavLst>
                                        <p:tav tm="0">
                                          <p:val>
                                            <p:strVal val="#ppt_y+0.1"/>
                                          </p:val>
                                        </p:tav>
                                        <p:tav tm="100000">
                                          <p:val>
                                            <p:strVal val="#ppt_y"/>
                                          </p:val>
                                        </p:tav>
                                      </p:tavLst>
                                    </p:anim>
                                  </p:childTnLst>
                                </p:cTn>
                              </p:par>
                              <p:par>
                                <p:cTn id="27" presetID="30" presetClass="entr" presetSubtype="0" fill="hold" grpId="0" nodeType="withEffect">
                                  <p:stCondLst>
                                    <p:cond delay="0"/>
                                  </p:stCondLst>
                                  <p:childTnLst>
                                    <p:set>
                                      <p:cBhvr>
                                        <p:cTn id="28" dur="1" fill="hold">
                                          <p:stCondLst>
                                            <p:cond delay="0"/>
                                          </p:stCondLst>
                                        </p:cTn>
                                        <p:tgtEl>
                                          <p:spTgt spid="37"/>
                                        </p:tgtEl>
                                        <p:attrNameLst>
                                          <p:attrName>style.visibility</p:attrName>
                                        </p:attrNameLst>
                                      </p:cBhvr>
                                      <p:to>
                                        <p:strVal val="visible"/>
                                      </p:to>
                                    </p:set>
                                    <p:animEffect transition="in" filter="fade">
                                      <p:cBhvr>
                                        <p:cTn id="29" dur="800" decel="100000"/>
                                        <p:tgtEl>
                                          <p:spTgt spid="37"/>
                                        </p:tgtEl>
                                      </p:cBhvr>
                                    </p:animEffect>
                                    <p:anim calcmode="lin" valueType="num">
                                      <p:cBhvr>
                                        <p:cTn id="30" dur="800" decel="100000" fill="hold"/>
                                        <p:tgtEl>
                                          <p:spTgt spid="37"/>
                                        </p:tgtEl>
                                        <p:attrNameLst>
                                          <p:attrName>style.rotation</p:attrName>
                                        </p:attrNameLst>
                                      </p:cBhvr>
                                      <p:tavLst>
                                        <p:tav tm="0">
                                          <p:val>
                                            <p:fltVal val="-90"/>
                                          </p:val>
                                        </p:tav>
                                        <p:tav tm="100000">
                                          <p:val>
                                            <p:fltVal val="0"/>
                                          </p:val>
                                        </p:tav>
                                      </p:tavLst>
                                    </p:anim>
                                    <p:anim calcmode="lin" valueType="num">
                                      <p:cBhvr>
                                        <p:cTn id="31" dur="800" decel="100000" fill="hold"/>
                                        <p:tgtEl>
                                          <p:spTgt spid="37"/>
                                        </p:tgtEl>
                                        <p:attrNameLst>
                                          <p:attrName>ppt_x</p:attrName>
                                        </p:attrNameLst>
                                      </p:cBhvr>
                                      <p:tavLst>
                                        <p:tav tm="0">
                                          <p:val>
                                            <p:strVal val="#ppt_x+0.4"/>
                                          </p:val>
                                        </p:tav>
                                        <p:tav tm="100000">
                                          <p:val>
                                            <p:strVal val="#ppt_x-0.05"/>
                                          </p:val>
                                        </p:tav>
                                      </p:tavLst>
                                    </p:anim>
                                    <p:anim calcmode="lin" valueType="num">
                                      <p:cBhvr>
                                        <p:cTn id="32" dur="800" decel="100000" fill="hold"/>
                                        <p:tgtEl>
                                          <p:spTgt spid="37"/>
                                        </p:tgtEl>
                                        <p:attrNameLst>
                                          <p:attrName>ppt_y</p:attrName>
                                        </p:attrNameLst>
                                      </p:cBhvr>
                                      <p:tavLst>
                                        <p:tav tm="0">
                                          <p:val>
                                            <p:strVal val="#ppt_y-0.4"/>
                                          </p:val>
                                        </p:tav>
                                        <p:tav tm="100000">
                                          <p:val>
                                            <p:strVal val="#ppt_y+0.1"/>
                                          </p:val>
                                        </p:tav>
                                      </p:tavLst>
                                    </p:anim>
                                    <p:anim calcmode="lin" valueType="num">
                                      <p:cBhvr>
                                        <p:cTn id="33" dur="200" accel="100000" fill="hold">
                                          <p:stCondLst>
                                            <p:cond delay="800"/>
                                          </p:stCondLst>
                                        </p:cTn>
                                        <p:tgtEl>
                                          <p:spTgt spid="37"/>
                                        </p:tgtEl>
                                        <p:attrNameLst>
                                          <p:attrName>ppt_x</p:attrName>
                                        </p:attrNameLst>
                                      </p:cBhvr>
                                      <p:tavLst>
                                        <p:tav tm="0">
                                          <p:val>
                                            <p:strVal val="#ppt_x-0.05"/>
                                          </p:val>
                                        </p:tav>
                                        <p:tav tm="100000">
                                          <p:val>
                                            <p:strVal val="#ppt_x"/>
                                          </p:val>
                                        </p:tav>
                                      </p:tavLst>
                                    </p:anim>
                                    <p:anim calcmode="lin" valueType="num">
                                      <p:cBhvr>
                                        <p:cTn id="34" dur="200" accel="100000" fill="hold">
                                          <p:stCondLst>
                                            <p:cond delay="800"/>
                                          </p:stCondLst>
                                        </p:cTn>
                                        <p:tgtEl>
                                          <p:spTgt spid="37"/>
                                        </p:tgtEl>
                                        <p:attrNameLst>
                                          <p:attrName>ppt_y</p:attrName>
                                        </p:attrNameLst>
                                      </p:cBhvr>
                                      <p:tavLst>
                                        <p:tav tm="0">
                                          <p:val>
                                            <p:strVal val="#ppt_y+0.1"/>
                                          </p:val>
                                        </p:tav>
                                        <p:tav tm="100000">
                                          <p:val>
                                            <p:strVal val="#ppt_y"/>
                                          </p:val>
                                        </p:tav>
                                      </p:tavLst>
                                    </p:anim>
                                  </p:childTnLst>
                                </p:cTn>
                              </p:par>
                              <p:par>
                                <p:cTn id="35" presetID="30" presetClass="entr" presetSubtype="0" fill="hold" grpId="0" nodeType="withEffect">
                                  <p:stCondLst>
                                    <p:cond delay="0"/>
                                  </p:stCondLst>
                                  <p:childTnLst>
                                    <p:set>
                                      <p:cBhvr>
                                        <p:cTn id="36" dur="1" fill="hold">
                                          <p:stCondLst>
                                            <p:cond delay="0"/>
                                          </p:stCondLst>
                                        </p:cTn>
                                        <p:tgtEl>
                                          <p:spTgt spid="38"/>
                                        </p:tgtEl>
                                        <p:attrNameLst>
                                          <p:attrName>style.visibility</p:attrName>
                                        </p:attrNameLst>
                                      </p:cBhvr>
                                      <p:to>
                                        <p:strVal val="visible"/>
                                      </p:to>
                                    </p:set>
                                    <p:animEffect transition="in" filter="fade">
                                      <p:cBhvr>
                                        <p:cTn id="37" dur="800" decel="100000"/>
                                        <p:tgtEl>
                                          <p:spTgt spid="38"/>
                                        </p:tgtEl>
                                      </p:cBhvr>
                                    </p:animEffect>
                                    <p:anim calcmode="lin" valueType="num">
                                      <p:cBhvr>
                                        <p:cTn id="38" dur="800" decel="100000" fill="hold"/>
                                        <p:tgtEl>
                                          <p:spTgt spid="38"/>
                                        </p:tgtEl>
                                        <p:attrNameLst>
                                          <p:attrName>style.rotation</p:attrName>
                                        </p:attrNameLst>
                                      </p:cBhvr>
                                      <p:tavLst>
                                        <p:tav tm="0">
                                          <p:val>
                                            <p:fltVal val="-90"/>
                                          </p:val>
                                        </p:tav>
                                        <p:tav tm="100000">
                                          <p:val>
                                            <p:fltVal val="0"/>
                                          </p:val>
                                        </p:tav>
                                      </p:tavLst>
                                    </p:anim>
                                    <p:anim calcmode="lin" valueType="num">
                                      <p:cBhvr>
                                        <p:cTn id="39" dur="800" decel="100000" fill="hold"/>
                                        <p:tgtEl>
                                          <p:spTgt spid="38"/>
                                        </p:tgtEl>
                                        <p:attrNameLst>
                                          <p:attrName>ppt_x</p:attrName>
                                        </p:attrNameLst>
                                      </p:cBhvr>
                                      <p:tavLst>
                                        <p:tav tm="0">
                                          <p:val>
                                            <p:strVal val="#ppt_x+0.4"/>
                                          </p:val>
                                        </p:tav>
                                        <p:tav tm="100000">
                                          <p:val>
                                            <p:strVal val="#ppt_x-0.05"/>
                                          </p:val>
                                        </p:tav>
                                      </p:tavLst>
                                    </p:anim>
                                    <p:anim calcmode="lin" valueType="num">
                                      <p:cBhvr>
                                        <p:cTn id="40" dur="800" decel="100000" fill="hold"/>
                                        <p:tgtEl>
                                          <p:spTgt spid="38"/>
                                        </p:tgtEl>
                                        <p:attrNameLst>
                                          <p:attrName>ppt_y</p:attrName>
                                        </p:attrNameLst>
                                      </p:cBhvr>
                                      <p:tavLst>
                                        <p:tav tm="0">
                                          <p:val>
                                            <p:strVal val="#ppt_y-0.4"/>
                                          </p:val>
                                        </p:tav>
                                        <p:tav tm="100000">
                                          <p:val>
                                            <p:strVal val="#ppt_y+0.1"/>
                                          </p:val>
                                        </p:tav>
                                      </p:tavLst>
                                    </p:anim>
                                    <p:anim calcmode="lin" valueType="num">
                                      <p:cBhvr>
                                        <p:cTn id="41" dur="200" accel="100000" fill="hold">
                                          <p:stCondLst>
                                            <p:cond delay="800"/>
                                          </p:stCondLst>
                                        </p:cTn>
                                        <p:tgtEl>
                                          <p:spTgt spid="38"/>
                                        </p:tgtEl>
                                        <p:attrNameLst>
                                          <p:attrName>ppt_x</p:attrName>
                                        </p:attrNameLst>
                                      </p:cBhvr>
                                      <p:tavLst>
                                        <p:tav tm="0">
                                          <p:val>
                                            <p:strVal val="#ppt_x-0.05"/>
                                          </p:val>
                                        </p:tav>
                                        <p:tav tm="100000">
                                          <p:val>
                                            <p:strVal val="#ppt_x"/>
                                          </p:val>
                                        </p:tav>
                                      </p:tavLst>
                                    </p:anim>
                                    <p:anim calcmode="lin" valueType="num">
                                      <p:cBhvr>
                                        <p:cTn id="42" dur="200" accel="100000" fill="hold">
                                          <p:stCondLst>
                                            <p:cond delay="800"/>
                                          </p:stCondLst>
                                        </p:cTn>
                                        <p:tgtEl>
                                          <p:spTgt spid="38"/>
                                        </p:tgtEl>
                                        <p:attrNameLst>
                                          <p:attrName>ppt_y</p:attrName>
                                        </p:attrNameLst>
                                      </p:cBhvr>
                                      <p:tavLst>
                                        <p:tav tm="0">
                                          <p:val>
                                            <p:strVal val="#ppt_y+0.1"/>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5" grpId="0" animBg="1"/>
      <p:bldP spid="36" grpId="0" animBg="1"/>
      <p:bldP spid="37" grpId="0" animBg="1"/>
      <p:bldP spid="38" grpId="0" animBg="1"/>
    </p:bldLst>
  </p:timing>
</p:sld>
</file>

<file path=ppt/slides/slide21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62" name="组合 61">
            <a:extLst>
              <a:ext uri="{FF2B5EF4-FFF2-40B4-BE49-F238E27FC236}">
                <a16:creationId xmlns:a16="http://schemas.microsoft.com/office/drawing/2014/main" id="{F19B41B5-1CAF-4317-BFE9-0EB9D4F3122A}"/>
              </a:ext>
            </a:extLst>
          </p:cNvPr>
          <p:cNvGrpSpPr/>
          <p:nvPr/>
        </p:nvGrpSpPr>
        <p:grpSpPr>
          <a:xfrm>
            <a:off x="6076266" y="1368773"/>
            <a:ext cx="3025589" cy="910796"/>
            <a:chOff x="2302929" y="5098286"/>
            <a:chExt cx="3025589" cy="910796"/>
          </a:xfrm>
        </p:grpSpPr>
        <p:sp>
          <p:nvSpPr>
            <p:cNvPr id="63" name="矩形 62">
              <a:extLst>
                <a:ext uri="{FF2B5EF4-FFF2-40B4-BE49-F238E27FC236}">
                  <a16:creationId xmlns:a16="http://schemas.microsoft.com/office/drawing/2014/main" id="{B49D0ED5-9735-4215-8648-650049F0844F}"/>
                </a:ext>
              </a:extLst>
            </p:cNvPr>
            <p:cNvSpPr/>
            <p:nvPr/>
          </p:nvSpPr>
          <p:spPr>
            <a:xfrm>
              <a:off x="2302929" y="5467618"/>
              <a:ext cx="3025589" cy="541464"/>
            </a:xfrm>
            <a:prstGeom prst="rect">
              <a:avLst/>
            </a:prstGeom>
            <a:solidFill>
              <a:schemeClr val="accent4"/>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mc:AlternateContent xmlns:mc="http://schemas.openxmlformats.org/markup-compatibility/2006" xmlns:a14="http://schemas.microsoft.com/office/drawing/2010/main">
          <mc:Choice Requires="a14">
            <p:sp>
              <p:nvSpPr>
                <p:cNvPr id="64" name="文本框 63">
                  <a:extLst>
                    <a:ext uri="{FF2B5EF4-FFF2-40B4-BE49-F238E27FC236}">
                      <a16:creationId xmlns:a16="http://schemas.microsoft.com/office/drawing/2014/main" id="{131B1AC1-C9F8-431B-BA17-31E2F41B428C}"/>
                    </a:ext>
                  </a:extLst>
                </p:cNvPr>
                <p:cNvSpPr txBox="1"/>
                <p:nvPr/>
              </p:nvSpPr>
              <p:spPr>
                <a:xfrm>
                  <a:off x="3277773" y="5098286"/>
                  <a:ext cx="1067217" cy="369332"/>
                </a:xfrm>
                <a:prstGeom prst="rect">
                  <a:avLst/>
                </a:prstGeom>
                <a:noFill/>
              </p:spPr>
              <p:txBody>
                <a:bodyPr wrap="square">
                  <a:spAutoFit/>
                </a:bodyPr>
                <a:lstStyle/>
                <a:p>
                  <a:pPr/>
                  <a14:m>
                    <m:oMathPara xmlns:m="http://schemas.openxmlformats.org/officeDocument/2006/math">
                      <m:oMathParaPr>
                        <m:jc m:val="centerGroup"/>
                      </m:oMathParaPr>
                      <m:oMath xmlns:m="http://schemas.openxmlformats.org/officeDocument/2006/math">
                        <m:sSub>
                          <m:sSubPr>
                            <m:ctrlPr>
                              <a:rPr lang="en-US" altLang="zh-CN" b="1" i="1" smtClean="0">
                                <a:solidFill>
                                  <a:schemeClr val="accent4"/>
                                </a:solidFill>
                                <a:latin typeface="Cambria Math" panose="02040503050406030204" pitchFamily="18" charset="0"/>
                              </a:rPr>
                            </m:ctrlPr>
                          </m:sSubPr>
                          <m:e>
                            <m:r>
                              <a:rPr lang="en-US" altLang="zh-CN" b="1" i="1" smtClean="0">
                                <a:solidFill>
                                  <a:schemeClr val="accent4"/>
                                </a:solidFill>
                                <a:latin typeface="Cambria Math" panose="02040503050406030204" pitchFamily="18" charset="0"/>
                              </a:rPr>
                              <m:t>𝑾</m:t>
                            </m:r>
                          </m:e>
                          <m:sub>
                            <m:r>
                              <a:rPr lang="en-US" altLang="zh-CN" b="1" i="1" smtClean="0">
                                <a:solidFill>
                                  <a:schemeClr val="accent4"/>
                                </a:solidFill>
                                <a:latin typeface="Cambria Math" panose="02040503050406030204" pitchFamily="18" charset="0"/>
                              </a:rPr>
                              <m:t>𝑹</m:t>
                            </m:r>
                          </m:sub>
                        </m:sSub>
                        <m:r>
                          <a:rPr lang="en-US" altLang="zh-CN" b="1" i="1" smtClean="0">
                            <a:solidFill>
                              <a:schemeClr val="accent4"/>
                            </a:solidFill>
                            <a:latin typeface="Cambria Math" panose="02040503050406030204" pitchFamily="18" charset="0"/>
                          </a:rPr>
                          <m:t>=</m:t>
                        </m:r>
                        <m:r>
                          <a:rPr lang="en-US" altLang="zh-CN" b="1" i="1" smtClean="0">
                            <a:solidFill>
                              <a:schemeClr val="accent4"/>
                            </a:solidFill>
                            <a:latin typeface="Cambria Math" panose="02040503050406030204" pitchFamily="18" charset="0"/>
                          </a:rPr>
                          <m:t>𝟒</m:t>
                        </m:r>
                      </m:oMath>
                    </m:oMathPara>
                  </a14:m>
                  <a:endParaRPr lang="zh-CN" altLang="en-US" dirty="0">
                    <a:solidFill>
                      <a:schemeClr val="accent4"/>
                    </a:solidFill>
                  </a:endParaRPr>
                </a:p>
              </p:txBody>
            </p:sp>
          </mc:Choice>
          <mc:Fallback xmlns="">
            <p:sp>
              <p:nvSpPr>
                <p:cNvPr id="47" name="文本框 46">
                  <a:extLst>
                    <a:ext uri="{FF2B5EF4-FFF2-40B4-BE49-F238E27FC236}">
                      <a16:creationId xmlns:a16="http://schemas.microsoft.com/office/drawing/2014/main" id="{4DD506B6-2862-4CF6-A3E9-F36AEFD5D21B}"/>
                    </a:ext>
                  </a:extLst>
                </p:cNvPr>
                <p:cNvSpPr txBox="1">
                  <a:spLocks noRot="1" noChangeAspect="1" noMove="1" noResize="1" noEditPoints="1" noAdjustHandles="1" noChangeArrowheads="1" noChangeShapeType="1" noTextEdit="1"/>
                </p:cNvSpPr>
                <p:nvPr/>
              </p:nvSpPr>
              <p:spPr>
                <a:xfrm>
                  <a:off x="3277773" y="5098286"/>
                  <a:ext cx="1067217" cy="369332"/>
                </a:xfrm>
                <a:prstGeom prst="rect">
                  <a:avLst/>
                </a:prstGeom>
                <a:blipFill>
                  <a:blip r:embed="rId3"/>
                  <a:stretch>
                    <a:fillRect b="-3333"/>
                  </a:stretch>
                </a:blipFill>
              </p:spPr>
              <p:txBody>
                <a:bodyPr/>
                <a:lstStyle/>
                <a:p>
                  <a:r>
                    <a:rPr lang="zh-CN" altLang="en-US">
                      <a:noFill/>
                    </a:rPr>
                    <a:t> </a:t>
                  </a:r>
                </a:p>
              </p:txBody>
            </p:sp>
          </mc:Fallback>
        </mc:AlternateContent>
      </p:grpSp>
      <p:grpSp>
        <p:nvGrpSpPr>
          <p:cNvPr id="7" name="组合 6">
            <a:extLst>
              <a:ext uri="{FF2B5EF4-FFF2-40B4-BE49-F238E27FC236}">
                <a16:creationId xmlns:a16="http://schemas.microsoft.com/office/drawing/2014/main" id="{9E77AC09-7192-4583-8A5B-4DEBB14A0D2C}"/>
              </a:ext>
            </a:extLst>
          </p:cNvPr>
          <p:cNvGrpSpPr/>
          <p:nvPr/>
        </p:nvGrpSpPr>
        <p:grpSpPr>
          <a:xfrm>
            <a:off x="2302929" y="5098286"/>
            <a:ext cx="3780000" cy="910796"/>
            <a:chOff x="2302929" y="5098286"/>
            <a:chExt cx="3780000" cy="910796"/>
          </a:xfrm>
        </p:grpSpPr>
        <p:sp>
          <p:nvSpPr>
            <p:cNvPr id="33" name="矩形 32">
              <a:extLst>
                <a:ext uri="{FF2B5EF4-FFF2-40B4-BE49-F238E27FC236}">
                  <a16:creationId xmlns:a16="http://schemas.microsoft.com/office/drawing/2014/main" id="{3EA6F5A2-1C83-4BE5-9CCD-7CBA9C984323}"/>
                </a:ext>
              </a:extLst>
            </p:cNvPr>
            <p:cNvSpPr/>
            <p:nvPr/>
          </p:nvSpPr>
          <p:spPr>
            <a:xfrm>
              <a:off x="2302929" y="5467618"/>
              <a:ext cx="3780000" cy="541464"/>
            </a:xfrm>
            <a:prstGeom prst="rect">
              <a:avLst/>
            </a:prstGeom>
            <a:solidFill>
              <a:schemeClr val="accent3"/>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mc:AlternateContent xmlns:mc="http://schemas.openxmlformats.org/markup-compatibility/2006" xmlns:a14="http://schemas.microsoft.com/office/drawing/2010/main">
          <mc:Choice Requires="a14">
            <p:sp>
              <p:nvSpPr>
                <p:cNvPr id="34" name="文本框 33">
                  <a:extLst>
                    <a:ext uri="{FF2B5EF4-FFF2-40B4-BE49-F238E27FC236}">
                      <a16:creationId xmlns:a16="http://schemas.microsoft.com/office/drawing/2014/main" id="{8C755A65-DDAE-400F-BD8A-B2EB9981B67D}"/>
                    </a:ext>
                  </a:extLst>
                </p:cNvPr>
                <p:cNvSpPr txBox="1"/>
                <p:nvPr/>
              </p:nvSpPr>
              <p:spPr>
                <a:xfrm>
                  <a:off x="3670624" y="5098286"/>
                  <a:ext cx="1067217" cy="369332"/>
                </a:xfrm>
                <a:prstGeom prst="rect">
                  <a:avLst/>
                </a:prstGeom>
                <a:noFill/>
              </p:spPr>
              <p:txBody>
                <a:bodyPr wrap="square">
                  <a:spAutoFit/>
                </a:bodyPr>
                <a:lstStyle/>
                <a:p>
                  <a:pPr/>
                  <a14:m>
                    <m:oMathPara xmlns:m="http://schemas.openxmlformats.org/officeDocument/2006/math">
                      <m:oMathParaPr>
                        <m:jc m:val="centerGroup"/>
                      </m:oMathParaPr>
                      <m:oMath xmlns:m="http://schemas.openxmlformats.org/officeDocument/2006/math">
                        <m:sSub>
                          <m:sSubPr>
                            <m:ctrlPr>
                              <a:rPr lang="en-US" altLang="zh-CN" b="1" i="1" smtClean="0">
                                <a:solidFill>
                                  <a:schemeClr val="accent3"/>
                                </a:solidFill>
                                <a:latin typeface="Cambria Math" panose="02040503050406030204" pitchFamily="18" charset="0"/>
                              </a:rPr>
                            </m:ctrlPr>
                          </m:sSubPr>
                          <m:e>
                            <m:r>
                              <a:rPr lang="en-US" altLang="zh-CN" b="1" i="1" smtClean="0">
                                <a:solidFill>
                                  <a:schemeClr val="accent3"/>
                                </a:solidFill>
                                <a:latin typeface="Cambria Math" panose="02040503050406030204" pitchFamily="18" charset="0"/>
                              </a:rPr>
                              <m:t>𝑾</m:t>
                            </m:r>
                          </m:e>
                          <m:sub>
                            <m:r>
                              <a:rPr lang="en-US" altLang="zh-CN" b="1" i="1" smtClean="0">
                                <a:solidFill>
                                  <a:schemeClr val="accent3"/>
                                </a:solidFill>
                                <a:latin typeface="Cambria Math" panose="02040503050406030204" pitchFamily="18" charset="0"/>
                              </a:rPr>
                              <m:t>𝑻</m:t>
                            </m:r>
                          </m:sub>
                        </m:sSub>
                        <m:r>
                          <a:rPr lang="en-US" altLang="zh-CN" b="1" i="1" smtClean="0">
                            <a:solidFill>
                              <a:schemeClr val="accent3"/>
                            </a:solidFill>
                            <a:latin typeface="Cambria Math" panose="02040503050406030204" pitchFamily="18" charset="0"/>
                          </a:rPr>
                          <m:t>=</m:t>
                        </m:r>
                        <m:r>
                          <a:rPr lang="en-US" altLang="zh-CN" b="1" i="1" smtClean="0">
                            <a:solidFill>
                              <a:schemeClr val="accent3"/>
                            </a:solidFill>
                            <a:latin typeface="Cambria Math" panose="02040503050406030204" pitchFamily="18" charset="0"/>
                          </a:rPr>
                          <m:t>𝟓</m:t>
                        </m:r>
                      </m:oMath>
                    </m:oMathPara>
                  </a14:m>
                  <a:endParaRPr lang="zh-CN" altLang="en-US" dirty="0">
                    <a:solidFill>
                      <a:schemeClr val="accent3"/>
                    </a:solidFill>
                  </a:endParaRPr>
                </a:p>
              </p:txBody>
            </p:sp>
          </mc:Choice>
          <mc:Fallback xmlns="">
            <p:sp>
              <p:nvSpPr>
                <p:cNvPr id="34" name="文本框 33">
                  <a:extLst>
                    <a:ext uri="{FF2B5EF4-FFF2-40B4-BE49-F238E27FC236}">
                      <a16:creationId xmlns:a16="http://schemas.microsoft.com/office/drawing/2014/main" id="{8C755A65-DDAE-400F-BD8A-B2EB9981B67D}"/>
                    </a:ext>
                  </a:extLst>
                </p:cNvPr>
                <p:cNvSpPr txBox="1">
                  <a:spLocks noRot="1" noChangeAspect="1" noMove="1" noResize="1" noEditPoints="1" noAdjustHandles="1" noChangeArrowheads="1" noChangeShapeType="1" noTextEdit="1"/>
                </p:cNvSpPr>
                <p:nvPr/>
              </p:nvSpPr>
              <p:spPr>
                <a:xfrm>
                  <a:off x="3670624" y="5098286"/>
                  <a:ext cx="1067217" cy="369332"/>
                </a:xfrm>
                <a:prstGeom prst="rect">
                  <a:avLst/>
                </a:prstGeom>
                <a:blipFill>
                  <a:blip r:embed="rId4"/>
                  <a:stretch>
                    <a:fillRect b="-3279"/>
                  </a:stretch>
                </a:blipFill>
              </p:spPr>
              <p:txBody>
                <a:bodyPr/>
                <a:lstStyle/>
                <a:p>
                  <a:r>
                    <a:rPr lang="zh-CN" altLang="en-US">
                      <a:noFill/>
                    </a:rPr>
                    <a:t> </a:t>
                  </a:r>
                </a:p>
              </p:txBody>
            </p:sp>
          </mc:Fallback>
        </mc:AlternateContent>
      </p:grpSp>
      <p:grpSp>
        <p:nvGrpSpPr>
          <p:cNvPr id="4" name="组合 3">
            <a:extLst>
              <a:ext uri="{FF2B5EF4-FFF2-40B4-BE49-F238E27FC236}">
                <a16:creationId xmlns:a16="http://schemas.microsoft.com/office/drawing/2014/main" id="{9A1EA9F2-FCB6-48C3-935F-7AE7E3AD14AC}"/>
              </a:ext>
            </a:extLst>
          </p:cNvPr>
          <p:cNvGrpSpPr/>
          <p:nvPr/>
        </p:nvGrpSpPr>
        <p:grpSpPr>
          <a:xfrm>
            <a:off x="304800" y="749300"/>
            <a:ext cx="6192344" cy="400110"/>
            <a:chOff x="424117" y="898245"/>
            <a:chExt cx="6192344" cy="400110"/>
          </a:xfrm>
        </p:grpSpPr>
        <p:sp>
          <p:nvSpPr>
            <p:cNvPr id="2" name="平行四边形 1">
              <a:extLst>
                <a:ext uri="{FF2B5EF4-FFF2-40B4-BE49-F238E27FC236}">
                  <a16:creationId xmlns:a16="http://schemas.microsoft.com/office/drawing/2014/main" id="{1F5BAA3F-9845-4F89-A2DD-8222D3E4EDAC}"/>
                </a:ext>
              </a:extLst>
            </p:cNvPr>
            <p:cNvSpPr/>
            <p:nvPr/>
          </p:nvSpPr>
          <p:spPr>
            <a:xfrm>
              <a:off x="424117" y="898245"/>
              <a:ext cx="628306" cy="387090"/>
            </a:xfrm>
            <a:prstGeom prst="parallelogram">
              <a:avLst/>
            </a:prstGeom>
            <a:solidFill>
              <a:schemeClr val="accent3">
                <a:lumMod val="75000"/>
              </a:schemeClr>
            </a:solidFill>
            <a:ln>
              <a:solidFill>
                <a:schemeClr val="accent3">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CN" sz="2200" dirty="0">
                  <a:latin typeface="Impact" panose="020B0806030902050204" pitchFamily="34" charset="0"/>
                </a:rPr>
                <a:t>01</a:t>
              </a:r>
              <a:endParaRPr lang="zh-CN" altLang="en-US" sz="2200" dirty="0">
                <a:latin typeface="Impact" panose="020B0806030902050204" pitchFamily="34" charset="0"/>
              </a:endParaRPr>
            </a:p>
          </p:txBody>
        </p:sp>
        <p:sp>
          <p:nvSpPr>
            <p:cNvPr id="3" name="文本框 2">
              <a:extLst>
                <a:ext uri="{FF2B5EF4-FFF2-40B4-BE49-F238E27FC236}">
                  <a16:creationId xmlns:a16="http://schemas.microsoft.com/office/drawing/2014/main" id="{4D6BD736-A4D3-4F26-AFED-36E11F50F70B}"/>
                </a:ext>
              </a:extLst>
            </p:cNvPr>
            <p:cNvSpPr txBox="1"/>
            <p:nvPr/>
          </p:nvSpPr>
          <p:spPr>
            <a:xfrm>
              <a:off x="1052423" y="898245"/>
              <a:ext cx="5564038" cy="400110"/>
            </a:xfrm>
            <a:prstGeom prst="rect">
              <a:avLst/>
            </a:prstGeom>
            <a:noFill/>
          </p:spPr>
          <p:txBody>
            <a:bodyPr wrap="square" rtlCol="0">
              <a:spAutoFit/>
            </a:bodyPr>
            <a:lstStyle/>
            <a:p>
              <a:r>
                <a:rPr lang="zh-CN" altLang="en-US" sz="2000" b="1" dirty="0"/>
                <a:t>选择重传协议</a:t>
              </a:r>
            </a:p>
          </p:txBody>
        </p:sp>
      </p:grpSp>
      <p:grpSp>
        <p:nvGrpSpPr>
          <p:cNvPr id="18" name="组合 17">
            <a:extLst>
              <a:ext uri="{FF2B5EF4-FFF2-40B4-BE49-F238E27FC236}">
                <a16:creationId xmlns:a16="http://schemas.microsoft.com/office/drawing/2014/main" id="{AF599708-FA4B-4F1A-915B-51ADB6AF8A5B}"/>
              </a:ext>
            </a:extLst>
          </p:cNvPr>
          <p:cNvGrpSpPr/>
          <p:nvPr/>
        </p:nvGrpSpPr>
        <p:grpSpPr>
          <a:xfrm>
            <a:off x="475097" y="1263518"/>
            <a:ext cx="1355161" cy="5114896"/>
            <a:chOff x="475097" y="1263518"/>
            <a:chExt cx="1355161" cy="5114896"/>
          </a:xfrm>
        </p:grpSpPr>
        <p:cxnSp>
          <p:nvCxnSpPr>
            <p:cNvPr id="19" name="直接连接符 18">
              <a:extLst>
                <a:ext uri="{FF2B5EF4-FFF2-40B4-BE49-F238E27FC236}">
                  <a16:creationId xmlns:a16="http://schemas.microsoft.com/office/drawing/2014/main" id="{8C267D38-D538-4153-B853-5B2DDE097738}"/>
                </a:ext>
              </a:extLst>
            </p:cNvPr>
            <p:cNvCxnSpPr>
              <a:cxnSpLocks/>
            </p:cNvCxnSpPr>
            <p:nvPr/>
          </p:nvCxnSpPr>
          <p:spPr>
            <a:xfrm flipV="1">
              <a:off x="1208367" y="2012996"/>
              <a:ext cx="0" cy="3813858"/>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nvGrpSpPr>
            <p:cNvPr id="20" name="组合 19">
              <a:extLst>
                <a:ext uri="{FF2B5EF4-FFF2-40B4-BE49-F238E27FC236}">
                  <a16:creationId xmlns:a16="http://schemas.microsoft.com/office/drawing/2014/main" id="{1A3F15DA-8F30-45DE-8760-8CB5AC7691B0}"/>
                </a:ext>
              </a:extLst>
            </p:cNvPr>
            <p:cNvGrpSpPr/>
            <p:nvPr/>
          </p:nvGrpSpPr>
          <p:grpSpPr>
            <a:xfrm>
              <a:off x="700096" y="5368000"/>
              <a:ext cx="905164" cy="1010414"/>
              <a:chOff x="700096" y="5368000"/>
              <a:chExt cx="905164" cy="1010414"/>
            </a:xfrm>
          </p:grpSpPr>
          <p:pic>
            <p:nvPicPr>
              <p:cNvPr id="25" name="图形 24">
                <a:extLst>
                  <a:ext uri="{FF2B5EF4-FFF2-40B4-BE49-F238E27FC236}">
                    <a16:creationId xmlns:a16="http://schemas.microsoft.com/office/drawing/2014/main" id="{5079B8D0-730B-4F27-A9EC-8AC79CEECAE0}"/>
                  </a:ext>
                </a:extLst>
              </p:cNvPr>
              <p:cNvPicPr>
                <a:picLocks noChangeAspect="1"/>
              </p:cNvPicPr>
              <p:nvPr/>
            </p:nvPicPr>
            <p:blipFill>
              <a:blip r:embed="rId5">
                <a:extLst>
                  <a:ext uri="{28A0092B-C50C-407E-A947-70E740481C1C}">
                    <a14:useLocalDpi xmlns:a14="http://schemas.microsoft.com/office/drawing/2010/main" val="0"/>
                  </a:ext>
                  <a:ext uri="{96DAC541-7B7A-43D3-8B79-37D633B846F1}">
                    <asvg:svgBlip xmlns:asvg="http://schemas.microsoft.com/office/drawing/2016/SVG/main" r:embed="rId6"/>
                  </a:ext>
                </a:extLst>
              </a:blip>
              <a:stretch>
                <a:fillRect/>
              </a:stretch>
            </p:blipFill>
            <p:spPr>
              <a:xfrm>
                <a:off x="821271" y="5368000"/>
                <a:ext cx="662814" cy="641082"/>
              </a:xfrm>
              <a:prstGeom prst="rect">
                <a:avLst/>
              </a:prstGeom>
            </p:spPr>
          </p:pic>
          <p:sp>
            <p:nvSpPr>
              <p:cNvPr id="26" name="文本框 25">
                <a:extLst>
                  <a:ext uri="{FF2B5EF4-FFF2-40B4-BE49-F238E27FC236}">
                    <a16:creationId xmlns:a16="http://schemas.microsoft.com/office/drawing/2014/main" id="{68E9BE24-5234-4436-839C-0CC65C932068}"/>
                  </a:ext>
                </a:extLst>
              </p:cNvPr>
              <p:cNvSpPr txBox="1"/>
              <p:nvPr/>
            </p:nvSpPr>
            <p:spPr>
              <a:xfrm>
                <a:off x="700096" y="6009082"/>
                <a:ext cx="905164" cy="369332"/>
              </a:xfrm>
              <a:prstGeom prst="rect">
                <a:avLst/>
              </a:prstGeom>
              <a:noFill/>
            </p:spPr>
            <p:txBody>
              <a:bodyPr wrap="square" rtlCol="0">
                <a:spAutoFit/>
              </a:bodyPr>
              <a:lstStyle/>
              <a:p>
                <a:r>
                  <a:rPr lang="zh-CN" altLang="en-US" b="1" dirty="0">
                    <a:latin typeface="+mn-ea"/>
                  </a:rPr>
                  <a:t>发送方</a:t>
                </a:r>
              </a:p>
            </p:txBody>
          </p:sp>
        </p:grpSp>
        <p:grpSp>
          <p:nvGrpSpPr>
            <p:cNvPr id="21" name="组合 20">
              <a:extLst>
                <a:ext uri="{FF2B5EF4-FFF2-40B4-BE49-F238E27FC236}">
                  <a16:creationId xmlns:a16="http://schemas.microsoft.com/office/drawing/2014/main" id="{50E1DF35-9236-4BB6-BAC4-1AE805165946}"/>
                </a:ext>
              </a:extLst>
            </p:cNvPr>
            <p:cNvGrpSpPr/>
            <p:nvPr/>
          </p:nvGrpSpPr>
          <p:grpSpPr>
            <a:xfrm>
              <a:off x="878301" y="1263518"/>
              <a:ext cx="905164" cy="1027908"/>
              <a:chOff x="878301" y="1390382"/>
              <a:chExt cx="905164" cy="1027908"/>
            </a:xfrm>
          </p:grpSpPr>
          <p:pic>
            <p:nvPicPr>
              <p:cNvPr id="23" name="图形 22">
                <a:extLst>
                  <a:ext uri="{FF2B5EF4-FFF2-40B4-BE49-F238E27FC236}">
                    <a16:creationId xmlns:a16="http://schemas.microsoft.com/office/drawing/2014/main" id="{E155E3ED-8C2A-42C4-BFBF-393051944136}"/>
                  </a:ext>
                </a:extLst>
              </p:cNvPr>
              <p:cNvPicPr>
                <a:picLocks noChangeAspect="1"/>
              </p:cNvPicPr>
              <p:nvPr/>
            </p:nvPicPr>
            <p:blipFill>
              <a:blip r:embed="rId7">
                <a:extLst>
                  <a:ext uri="{28A0092B-C50C-407E-A947-70E740481C1C}">
                    <a14:useLocalDpi xmlns:a14="http://schemas.microsoft.com/office/drawing/2010/main" val="0"/>
                  </a:ext>
                  <a:ext uri="{96DAC541-7B7A-43D3-8B79-37D633B846F1}">
                    <asvg:svgBlip xmlns:asvg="http://schemas.microsoft.com/office/drawing/2016/SVG/main" r:embed="rId8"/>
                  </a:ext>
                </a:extLst>
              </a:blip>
              <a:stretch>
                <a:fillRect/>
              </a:stretch>
            </p:blipFill>
            <p:spPr>
              <a:xfrm>
                <a:off x="984826" y="1759714"/>
                <a:ext cx="501772" cy="658576"/>
              </a:xfrm>
              <a:prstGeom prst="rect">
                <a:avLst/>
              </a:prstGeom>
            </p:spPr>
          </p:pic>
          <p:sp>
            <p:nvSpPr>
              <p:cNvPr id="24" name="文本框 23">
                <a:extLst>
                  <a:ext uri="{FF2B5EF4-FFF2-40B4-BE49-F238E27FC236}">
                    <a16:creationId xmlns:a16="http://schemas.microsoft.com/office/drawing/2014/main" id="{818AC20B-3072-437F-B302-67397F49105B}"/>
                  </a:ext>
                </a:extLst>
              </p:cNvPr>
              <p:cNvSpPr txBox="1"/>
              <p:nvPr/>
            </p:nvSpPr>
            <p:spPr>
              <a:xfrm>
                <a:off x="878301" y="1390382"/>
                <a:ext cx="905164" cy="369332"/>
              </a:xfrm>
              <a:prstGeom prst="rect">
                <a:avLst/>
              </a:prstGeom>
              <a:noFill/>
            </p:spPr>
            <p:txBody>
              <a:bodyPr wrap="square" rtlCol="0">
                <a:spAutoFit/>
              </a:bodyPr>
              <a:lstStyle/>
              <a:p>
                <a:r>
                  <a:rPr lang="zh-CN" altLang="en-US" b="1" dirty="0">
                    <a:latin typeface="+mn-ea"/>
                  </a:rPr>
                  <a:t>接收方</a:t>
                </a:r>
              </a:p>
            </p:txBody>
          </p:sp>
        </p:grpSp>
        <p:sp>
          <p:nvSpPr>
            <p:cNvPr id="22" name="云形 21">
              <a:extLst>
                <a:ext uri="{FF2B5EF4-FFF2-40B4-BE49-F238E27FC236}">
                  <a16:creationId xmlns:a16="http://schemas.microsoft.com/office/drawing/2014/main" id="{97C64CE5-C9EB-4960-87FB-62108C97374D}"/>
                </a:ext>
              </a:extLst>
            </p:cNvPr>
            <p:cNvSpPr/>
            <p:nvPr/>
          </p:nvSpPr>
          <p:spPr>
            <a:xfrm>
              <a:off x="475097" y="3429014"/>
              <a:ext cx="1355161" cy="801398"/>
            </a:xfrm>
            <a:prstGeom prst="cloud">
              <a:avLst/>
            </a:prstGeom>
            <a:solidFill>
              <a:schemeClr val="bg1">
                <a:lumMod val="85000"/>
              </a:schemeClr>
            </a:solidFill>
            <a:ln>
              <a:solidFill>
                <a:schemeClr val="bg1">
                  <a:lumMod val="85000"/>
                </a:schemeClr>
              </a:solidFill>
            </a:ln>
          </p:spPr>
          <p:style>
            <a:lnRef idx="2">
              <a:schemeClr val="accent3">
                <a:shade val="50000"/>
              </a:schemeClr>
            </a:lnRef>
            <a:fillRef idx="1">
              <a:schemeClr val="accent3"/>
            </a:fillRef>
            <a:effectRef idx="0">
              <a:schemeClr val="accent3"/>
            </a:effectRef>
            <a:fontRef idx="minor">
              <a:schemeClr val="lt1"/>
            </a:fontRef>
          </p:style>
          <p:txBody>
            <a:bodyPr rtlCol="0" anchor="ctr"/>
            <a:lstStyle/>
            <a:p>
              <a:pPr algn="ctr"/>
              <a:r>
                <a:rPr lang="zh-CN" altLang="en-US" b="1" dirty="0">
                  <a:solidFill>
                    <a:schemeClr val="tx1"/>
                  </a:solidFill>
                  <a:latin typeface="+mn-ea"/>
                </a:rPr>
                <a:t>因特网</a:t>
              </a:r>
            </a:p>
          </p:txBody>
        </p:sp>
      </p:grpSp>
      <mc:AlternateContent xmlns:mc="http://schemas.openxmlformats.org/markup-compatibility/2006" xmlns:a14="http://schemas.microsoft.com/office/drawing/2010/main">
        <mc:Choice Requires="a14">
          <p:sp>
            <p:nvSpPr>
              <p:cNvPr id="28" name="íşlïḍè">
                <a:extLst>
                  <a:ext uri="{FF2B5EF4-FFF2-40B4-BE49-F238E27FC236}">
                    <a16:creationId xmlns:a16="http://schemas.microsoft.com/office/drawing/2014/main" id="{8898676C-F981-4D74-B324-A859D1387610}"/>
                  </a:ext>
                </a:extLst>
              </p:cNvPr>
              <p:cNvSpPr txBox="1"/>
              <p:nvPr/>
            </p:nvSpPr>
            <p:spPr>
              <a:xfrm>
                <a:off x="2993250" y="2799126"/>
                <a:ext cx="6657288" cy="311297"/>
              </a:xfrm>
              <a:prstGeom prst="rect">
                <a:avLst/>
              </a:prstGeom>
              <a:noFill/>
            </p:spPr>
            <p:txBody>
              <a:bodyPr wrap="square" lIns="91440" tIns="45720" rIns="91440" bIns="45720" anchor="ctr">
                <a:noAutofit/>
              </a:bodyPr>
              <a:lstStyle/>
              <a:p>
                <a:r>
                  <a:rPr lang="zh-CN" altLang="en-US" b="1" dirty="0"/>
                  <a:t>本例假设采用</a:t>
                </a:r>
                <a14:m>
                  <m:oMath xmlns:m="http://schemas.openxmlformats.org/officeDocument/2006/math">
                    <m:r>
                      <a:rPr lang="en-US" altLang="zh-CN" b="1" i="1" dirty="0" smtClean="0">
                        <a:latin typeface="Cambria Math" panose="02040503050406030204" pitchFamily="18" charset="0"/>
                      </a:rPr>
                      <m:t>𝟑</m:t>
                    </m:r>
                  </m:oMath>
                </a14:m>
                <a:r>
                  <a:rPr lang="zh-CN" altLang="en-US" b="1" dirty="0"/>
                  <a:t>个比特给分组编序号，则序号范围是</a:t>
                </a:r>
                <a14:m>
                  <m:oMath xmlns:m="http://schemas.openxmlformats.org/officeDocument/2006/math">
                    <m:r>
                      <a:rPr lang="en-US" altLang="zh-CN" b="1" i="0" smtClean="0">
                        <a:latin typeface="Cambria Math" panose="02040503050406030204" pitchFamily="18" charset="0"/>
                        <a:ea typeface="Cambria Math" panose="02040503050406030204" pitchFamily="18" charset="0"/>
                      </a:rPr>
                      <m:t>𝟎</m:t>
                    </m:r>
                    <m:r>
                      <a:rPr lang="en-US" altLang="zh-CN" b="1" i="1" smtClean="0">
                        <a:latin typeface="Cambria Math" panose="02040503050406030204" pitchFamily="18" charset="0"/>
                        <a:ea typeface="Cambria Math" panose="02040503050406030204" pitchFamily="18" charset="0"/>
                      </a:rPr>
                      <m:t>~</m:t>
                    </m:r>
                    <m:sSup>
                      <m:sSupPr>
                        <m:ctrlPr>
                          <a:rPr lang="en-US" altLang="zh-CN" b="1" i="1" smtClean="0">
                            <a:latin typeface="Cambria Math" panose="02040503050406030204" pitchFamily="18" charset="0"/>
                            <a:ea typeface="Cambria Math" panose="02040503050406030204" pitchFamily="18" charset="0"/>
                          </a:rPr>
                        </m:ctrlPr>
                      </m:sSupPr>
                      <m:e>
                        <m:r>
                          <a:rPr lang="en-US" altLang="zh-CN" b="1" i="1" smtClean="0">
                            <a:latin typeface="Cambria Math" panose="02040503050406030204" pitchFamily="18" charset="0"/>
                            <a:ea typeface="Cambria Math" panose="02040503050406030204" pitchFamily="18" charset="0"/>
                          </a:rPr>
                          <m:t>(</m:t>
                        </m:r>
                        <m:r>
                          <a:rPr lang="en-US" altLang="zh-CN" b="1" i="1" smtClean="0">
                            <a:latin typeface="Cambria Math" panose="02040503050406030204" pitchFamily="18" charset="0"/>
                            <a:ea typeface="Cambria Math" panose="02040503050406030204" pitchFamily="18" charset="0"/>
                          </a:rPr>
                          <m:t>𝟐</m:t>
                        </m:r>
                      </m:e>
                      <m:sup>
                        <m:r>
                          <a:rPr lang="en-US" altLang="zh-CN" b="1" i="1" smtClean="0">
                            <a:latin typeface="Cambria Math" panose="02040503050406030204" pitchFamily="18" charset="0"/>
                            <a:ea typeface="Cambria Math" panose="02040503050406030204" pitchFamily="18" charset="0"/>
                          </a:rPr>
                          <m:t>𝟑</m:t>
                        </m:r>
                      </m:sup>
                    </m:sSup>
                    <m:r>
                      <a:rPr lang="en-US" altLang="zh-CN" b="1" i="1" smtClean="0">
                        <a:latin typeface="Cambria Math" panose="02040503050406030204" pitchFamily="18" charset="0"/>
                        <a:ea typeface="Cambria Math" panose="02040503050406030204" pitchFamily="18" charset="0"/>
                      </a:rPr>
                      <m:t>−</m:t>
                    </m:r>
                    <m:r>
                      <a:rPr lang="en-US" altLang="zh-CN" b="1" i="1" smtClean="0">
                        <a:latin typeface="Cambria Math" panose="02040503050406030204" pitchFamily="18" charset="0"/>
                        <a:ea typeface="Cambria Math" panose="02040503050406030204" pitchFamily="18" charset="0"/>
                      </a:rPr>
                      <m:t>𝟏</m:t>
                    </m:r>
                    <m:r>
                      <a:rPr lang="en-US" altLang="zh-CN" b="1" i="1" smtClean="0">
                        <a:latin typeface="Cambria Math" panose="02040503050406030204" pitchFamily="18" charset="0"/>
                        <a:ea typeface="Cambria Math" panose="02040503050406030204" pitchFamily="18" charset="0"/>
                      </a:rPr>
                      <m:t>)。</m:t>
                    </m:r>
                  </m:oMath>
                </a14:m>
                <a:endParaRPr lang="en-US" altLang="zh-CN" b="1" dirty="0"/>
              </a:p>
            </p:txBody>
          </p:sp>
        </mc:Choice>
        <mc:Fallback xmlns="">
          <p:sp>
            <p:nvSpPr>
              <p:cNvPr id="28" name="íşlïḍè">
                <a:extLst>
                  <a:ext uri="{FF2B5EF4-FFF2-40B4-BE49-F238E27FC236}">
                    <a16:creationId xmlns:a16="http://schemas.microsoft.com/office/drawing/2014/main" id="{8898676C-F981-4D74-B324-A859D1387610}"/>
                  </a:ext>
                </a:extLst>
              </p:cNvPr>
              <p:cNvSpPr txBox="1">
                <a:spLocks noRot="1" noChangeAspect="1" noMove="1" noResize="1" noEditPoints="1" noAdjustHandles="1" noChangeArrowheads="1" noChangeShapeType="1" noTextEdit="1"/>
              </p:cNvSpPr>
              <p:nvPr/>
            </p:nvSpPr>
            <p:spPr>
              <a:xfrm>
                <a:off x="2993250" y="2799126"/>
                <a:ext cx="6657288" cy="311297"/>
              </a:xfrm>
              <a:prstGeom prst="rect">
                <a:avLst/>
              </a:prstGeom>
              <a:blipFill>
                <a:blip r:embed="rId9"/>
                <a:stretch>
                  <a:fillRect l="-733" t="-17647" b="-41176"/>
                </a:stretch>
              </a:blipFill>
            </p:spPr>
            <p:txBody>
              <a:bodyPr/>
              <a:lstStyle/>
              <a:p>
                <a:r>
                  <a:rPr lang="zh-CN" altLang="en-US">
                    <a:noFill/>
                  </a:rPr>
                  <a:t> </a:t>
                </a:r>
              </a:p>
            </p:txBody>
          </p:sp>
        </mc:Fallback>
      </mc:AlternateContent>
      <p:graphicFrame>
        <p:nvGraphicFramePr>
          <p:cNvPr id="29" name="表格 21">
            <a:extLst>
              <a:ext uri="{FF2B5EF4-FFF2-40B4-BE49-F238E27FC236}">
                <a16:creationId xmlns:a16="http://schemas.microsoft.com/office/drawing/2014/main" id="{44D0CDFF-8B53-4BB1-835E-1192E30CC2FA}"/>
              </a:ext>
            </a:extLst>
          </p:cNvPr>
          <p:cNvGraphicFramePr>
            <a:graphicFrameLocks noGrp="1"/>
          </p:cNvGraphicFramePr>
          <p:nvPr/>
        </p:nvGraphicFramePr>
        <p:xfrm>
          <a:off x="2302929" y="5557308"/>
          <a:ext cx="9067800" cy="370840"/>
        </p:xfrm>
        <a:graphic>
          <a:graphicData uri="http://schemas.openxmlformats.org/drawingml/2006/table">
            <a:tbl>
              <a:tblPr firstRow="1" bandRow="1">
                <a:tableStyleId>{5C22544A-7EE6-4342-B048-85BDC9FD1C3A}</a:tableStyleId>
              </a:tblPr>
              <a:tblGrid>
                <a:gridCol w="755650">
                  <a:extLst>
                    <a:ext uri="{9D8B030D-6E8A-4147-A177-3AD203B41FA5}">
                      <a16:colId xmlns:a16="http://schemas.microsoft.com/office/drawing/2014/main" val="877486509"/>
                    </a:ext>
                  </a:extLst>
                </a:gridCol>
                <a:gridCol w="755650">
                  <a:extLst>
                    <a:ext uri="{9D8B030D-6E8A-4147-A177-3AD203B41FA5}">
                      <a16:colId xmlns:a16="http://schemas.microsoft.com/office/drawing/2014/main" val="3548605817"/>
                    </a:ext>
                  </a:extLst>
                </a:gridCol>
                <a:gridCol w="755650">
                  <a:extLst>
                    <a:ext uri="{9D8B030D-6E8A-4147-A177-3AD203B41FA5}">
                      <a16:colId xmlns:a16="http://schemas.microsoft.com/office/drawing/2014/main" val="2881812895"/>
                    </a:ext>
                  </a:extLst>
                </a:gridCol>
                <a:gridCol w="755650">
                  <a:extLst>
                    <a:ext uri="{9D8B030D-6E8A-4147-A177-3AD203B41FA5}">
                      <a16:colId xmlns:a16="http://schemas.microsoft.com/office/drawing/2014/main" val="3682284582"/>
                    </a:ext>
                  </a:extLst>
                </a:gridCol>
                <a:gridCol w="755650">
                  <a:extLst>
                    <a:ext uri="{9D8B030D-6E8A-4147-A177-3AD203B41FA5}">
                      <a16:colId xmlns:a16="http://schemas.microsoft.com/office/drawing/2014/main" val="500127722"/>
                    </a:ext>
                  </a:extLst>
                </a:gridCol>
                <a:gridCol w="755650">
                  <a:extLst>
                    <a:ext uri="{9D8B030D-6E8A-4147-A177-3AD203B41FA5}">
                      <a16:colId xmlns:a16="http://schemas.microsoft.com/office/drawing/2014/main" val="2946259618"/>
                    </a:ext>
                  </a:extLst>
                </a:gridCol>
                <a:gridCol w="755650">
                  <a:extLst>
                    <a:ext uri="{9D8B030D-6E8A-4147-A177-3AD203B41FA5}">
                      <a16:colId xmlns:a16="http://schemas.microsoft.com/office/drawing/2014/main" val="171501986"/>
                    </a:ext>
                  </a:extLst>
                </a:gridCol>
                <a:gridCol w="755650">
                  <a:extLst>
                    <a:ext uri="{9D8B030D-6E8A-4147-A177-3AD203B41FA5}">
                      <a16:colId xmlns:a16="http://schemas.microsoft.com/office/drawing/2014/main" val="1667185265"/>
                    </a:ext>
                  </a:extLst>
                </a:gridCol>
                <a:gridCol w="755650">
                  <a:extLst>
                    <a:ext uri="{9D8B030D-6E8A-4147-A177-3AD203B41FA5}">
                      <a16:colId xmlns:a16="http://schemas.microsoft.com/office/drawing/2014/main" val="4258211808"/>
                    </a:ext>
                  </a:extLst>
                </a:gridCol>
                <a:gridCol w="755650">
                  <a:extLst>
                    <a:ext uri="{9D8B030D-6E8A-4147-A177-3AD203B41FA5}">
                      <a16:colId xmlns:a16="http://schemas.microsoft.com/office/drawing/2014/main" val="1794200575"/>
                    </a:ext>
                  </a:extLst>
                </a:gridCol>
                <a:gridCol w="755650">
                  <a:extLst>
                    <a:ext uri="{9D8B030D-6E8A-4147-A177-3AD203B41FA5}">
                      <a16:colId xmlns:a16="http://schemas.microsoft.com/office/drawing/2014/main" val="4230716487"/>
                    </a:ext>
                  </a:extLst>
                </a:gridCol>
                <a:gridCol w="755650">
                  <a:extLst>
                    <a:ext uri="{9D8B030D-6E8A-4147-A177-3AD203B41FA5}">
                      <a16:colId xmlns:a16="http://schemas.microsoft.com/office/drawing/2014/main" val="56153739"/>
                    </a:ext>
                  </a:extLst>
                </a:gridCol>
              </a:tblGrid>
              <a:tr h="370840">
                <a:tc>
                  <a:txBody>
                    <a:bodyPr/>
                    <a:lstStyle/>
                    <a:p>
                      <a:pPr algn="ctr"/>
                      <a:r>
                        <a:rPr lang="en-US" altLang="zh-CN" dirty="0">
                          <a:solidFill>
                            <a:schemeClr val="tx1"/>
                          </a:solidFill>
                          <a:latin typeface="Arial Black" panose="020B0A04020102020204" pitchFamily="34" charset="0"/>
                        </a:rPr>
                        <a:t>0</a:t>
                      </a:r>
                      <a:endParaRPr lang="zh-CN" altLang="en-US" dirty="0">
                        <a:solidFill>
                          <a:schemeClr val="tx1"/>
                        </a:solidFill>
                        <a:latin typeface="Arial Black" panose="020B0A04020102020204" pitchFamily="34" charset="0"/>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ctr"/>
                      <a:r>
                        <a:rPr lang="en-US" altLang="zh-CN" dirty="0">
                          <a:solidFill>
                            <a:schemeClr val="tx1"/>
                          </a:solidFill>
                          <a:latin typeface="Arial Black" panose="020B0A04020102020204" pitchFamily="34" charset="0"/>
                        </a:rPr>
                        <a:t>1</a:t>
                      </a:r>
                      <a:endParaRPr lang="zh-CN" altLang="en-US" dirty="0">
                        <a:solidFill>
                          <a:schemeClr val="tx1"/>
                        </a:solidFill>
                        <a:latin typeface="Arial Black" panose="020B0A04020102020204" pitchFamily="34" charset="0"/>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ctr"/>
                      <a:r>
                        <a:rPr lang="en-US" altLang="zh-CN" dirty="0">
                          <a:solidFill>
                            <a:schemeClr val="tx1"/>
                          </a:solidFill>
                          <a:latin typeface="Arial Black" panose="020B0A04020102020204" pitchFamily="34" charset="0"/>
                        </a:rPr>
                        <a:t>2</a:t>
                      </a:r>
                      <a:endParaRPr lang="zh-CN" altLang="en-US" dirty="0">
                        <a:solidFill>
                          <a:schemeClr val="tx1"/>
                        </a:solidFill>
                        <a:latin typeface="Arial Black" panose="020B0A04020102020204" pitchFamily="34" charset="0"/>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ctr"/>
                      <a:r>
                        <a:rPr lang="en-US" altLang="zh-CN" dirty="0">
                          <a:solidFill>
                            <a:schemeClr val="tx1"/>
                          </a:solidFill>
                          <a:latin typeface="Arial Black" panose="020B0A04020102020204" pitchFamily="34" charset="0"/>
                        </a:rPr>
                        <a:t>3</a:t>
                      </a:r>
                      <a:endParaRPr lang="zh-CN" altLang="en-US" dirty="0">
                        <a:solidFill>
                          <a:schemeClr val="tx1"/>
                        </a:solidFill>
                        <a:latin typeface="Arial Black" panose="020B0A04020102020204" pitchFamily="34" charset="0"/>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ctr"/>
                      <a:r>
                        <a:rPr lang="en-US" altLang="zh-CN" dirty="0">
                          <a:solidFill>
                            <a:schemeClr val="tx1"/>
                          </a:solidFill>
                          <a:latin typeface="Arial Black" panose="020B0A04020102020204" pitchFamily="34" charset="0"/>
                        </a:rPr>
                        <a:t>4</a:t>
                      </a:r>
                      <a:endParaRPr lang="zh-CN" altLang="en-US" dirty="0">
                        <a:solidFill>
                          <a:schemeClr val="tx1"/>
                        </a:solidFill>
                        <a:latin typeface="Arial Black" panose="020B0A04020102020204" pitchFamily="34" charset="0"/>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ctr"/>
                      <a:r>
                        <a:rPr lang="en-US" altLang="zh-CN" dirty="0">
                          <a:solidFill>
                            <a:schemeClr val="tx1"/>
                          </a:solidFill>
                          <a:latin typeface="Arial Black" panose="020B0A04020102020204" pitchFamily="34" charset="0"/>
                        </a:rPr>
                        <a:t>5</a:t>
                      </a:r>
                      <a:endParaRPr lang="zh-CN" altLang="en-US" dirty="0">
                        <a:solidFill>
                          <a:schemeClr val="tx1"/>
                        </a:solidFill>
                        <a:latin typeface="Arial Black" panose="020B0A04020102020204" pitchFamily="34" charset="0"/>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ctr"/>
                      <a:r>
                        <a:rPr lang="en-US" altLang="zh-CN" dirty="0">
                          <a:solidFill>
                            <a:schemeClr val="tx1"/>
                          </a:solidFill>
                          <a:latin typeface="Arial Black" panose="020B0A04020102020204" pitchFamily="34" charset="0"/>
                        </a:rPr>
                        <a:t>6</a:t>
                      </a:r>
                      <a:endParaRPr lang="zh-CN" altLang="en-US" dirty="0">
                        <a:solidFill>
                          <a:schemeClr val="tx1"/>
                        </a:solidFill>
                        <a:latin typeface="Arial Black" panose="020B0A04020102020204" pitchFamily="34" charset="0"/>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ctr"/>
                      <a:r>
                        <a:rPr lang="en-US" altLang="zh-CN" dirty="0">
                          <a:solidFill>
                            <a:schemeClr val="tx1"/>
                          </a:solidFill>
                          <a:latin typeface="Arial Black" panose="020B0A04020102020204" pitchFamily="34" charset="0"/>
                        </a:rPr>
                        <a:t>7</a:t>
                      </a:r>
                      <a:endParaRPr lang="zh-CN" altLang="en-US" dirty="0">
                        <a:solidFill>
                          <a:schemeClr val="tx1"/>
                        </a:solidFill>
                        <a:latin typeface="Arial Black" panose="020B0A04020102020204" pitchFamily="34" charset="0"/>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ctr"/>
                      <a:r>
                        <a:rPr lang="en-US" altLang="zh-CN" dirty="0">
                          <a:solidFill>
                            <a:schemeClr val="tx1"/>
                          </a:solidFill>
                          <a:latin typeface="Arial Black" panose="020B0A04020102020204" pitchFamily="34" charset="0"/>
                        </a:rPr>
                        <a:t>0</a:t>
                      </a:r>
                      <a:endParaRPr lang="zh-CN" altLang="en-US" dirty="0">
                        <a:solidFill>
                          <a:schemeClr val="tx1"/>
                        </a:solidFill>
                        <a:latin typeface="Arial Black" panose="020B0A04020102020204" pitchFamily="34" charset="0"/>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ctr"/>
                      <a:r>
                        <a:rPr lang="en-US" altLang="zh-CN" dirty="0">
                          <a:solidFill>
                            <a:schemeClr val="tx1"/>
                          </a:solidFill>
                          <a:latin typeface="Arial Black" panose="020B0A04020102020204" pitchFamily="34" charset="0"/>
                        </a:rPr>
                        <a:t>1</a:t>
                      </a:r>
                      <a:endParaRPr lang="zh-CN" altLang="en-US" dirty="0">
                        <a:solidFill>
                          <a:schemeClr val="tx1"/>
                        </a:solidFill>
                        <a:latin typeface="Arial Black" panose="020B0A04020102020204" pitchFamily="34" charset="0"/>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ctr"/>
                      <a:r>
                        <a:rPr lang="en-US" altLang="zh-CN" dirty="0">
                          <a:solidFill>
                            <a:schemeClr val="tx1"/>
                          </a:solidFill>
                          <a:latin typeface="Arial Black" panose="020B0A04020102020204" pitchFamily="34" charset="0"/>
                        </a:rPr>
                        <a:t>2</a:t>
                      </a:r>
                      <a:endParaRPr lang="zh-CN" altLang="en-US" dirty="0">
                        <a:solidFill>
                          <a:schemeClr val="tx1"/>
                        </a:solidFill>
                        <a:latin typeface="Arial Black" panose="020B0A04020102020204" pitchFamily="34" charset="0"/>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ctr"/>
                      <a:r>
                        <a:rPr lang="en-US" altLang="zh-CN" dirty="0">
                          <a:solidFill>
                            <a:schemeClr val="tx1"/>
                          </a:solidFill>
                          <a:latin typeface="Arial Black" panose="020B0A04020102020204" pitchFamily="34" charset="0"/>
                        </a:rPr>
                        <a:t>…</a:t>
                      </a:r>
                      <a:endParaRPr lang="zh-CN" altLang="en-US" dirty="0">
                        <a:solidFill>
                          <a:schemeClr val="tx1"/>
                        </a:solidFill>
                        <a:latin typeface="Arial Black" panose="020B0A04020102020204" pitchFamily="34" charset="0"/>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extLst>
                  <a:ext uri="{0D108BD9-81ED-4DB2-BD59-A6C34878D82A}">
                    <a16:rowId xmlns:a16="http://schemas.microsoft.com/office/drawing/2014/main" val="316235763"/>
                  </a:ext>
                </a:extLst>
              </a:tr>
            </a:tbl>
          </a:graphicData>
        </a:graphic>
      </p:graphicFrame>
      <p:graphicFrame>
        <p:nvGraphicFramePr>
          <p:cNvPr id="30" name="表格 21">
            <a:extLst>
              <a:ext uri="{FF2B5EF4-FFF2-40B4-BE49-F238E27FC236}">
                <a16:creationId xmlns:a16="http://schemas.microsoft.com/office/drawing/2014/main" id="{849D252C-900C-44C3-9C3B-0A66CC10F5E3}"/>
              </a:ext>
            </a:extLst>
          </p:cNvPr>
          <p:cNvGraphicFramePr>
            <a:graphicFrameLocks noGrp="1"/>
          </p:cNvGraphicFramePr>
          <p:nvPr/>
        </p:nvGraphicFramePr>
        <p:xfrm>
          <a:off x="2302929" y="1827576"/>
          <a:ext cx="9067800" cy="370840"/>
        </p:xfrm>
        <a:graphic>
          <a:graphicData uri="http://schemas.openxmlformats.org/drawingml/2006/table">
            <a:tbl>
              <a:tblPr firstRow="1" bandRow="1">
                <a:tableStyleId>{5C22544A-7EE6-4342-B048-85BDC9FD1C3A}</a:tableStyleId>
              </a:tblPr>
              <a:tblGrid>
                <a:gridCol w="755650">
                  <a:extLst>
                    <a:ext uri="{9D8B030D-6E8A-4147-A177-3AD203B41FA5}">
                      <a16:colId xmlns:a16="http://schemas.microsoft.com/office/drawing/2014/main" val="877486509"/>
                    </a:ext>
                  </a:extLst>
                </a:gridCol>
                <a:gridCol w="755650">
                  <a:extLst>
                    <a:ext uri="{9D8B030D-6E8A-4147-A177-3AD203B41FA5}">
                      <a16:colId xmlns:a16="http://schemas.microsoft.com/office/drawing/2014/main" val="3548605817"/>
                    </a:ext>
                  </a:extLst>
                </a:gridCol>
                <a:gridCol w="755650">
                  <a:extLst>
                    <a:ext uri="{9D8B030D-6E8A-4147-A177-3AD203B41FA5}">
                      <a16:colId xmlns:a16="http://schemas.microsoft.com/office/drawing/2014/main" val="2881812895"/>
                    </a:ext>
                  </a:extLst>
                </a:gridCol>
                <a:gridCol w="755650">
                  <a:extLst>
                    <a:ext uri="{9D8B030D-6E8A-4147-A177-3AD203B41FA5}">
                      <a16:colId xmlns:a16="http://schemas.microsoft.com/office/drawing/2014/main" val="3682284582"/>
                    </a:ext>
                  </a:extLst>
                </a:gridCol>
                <a:gridCol w="755650">
                  <a:extLst>
                    <a:ext uri="{9D8B030D-6E8A-4147-A177-3AD203B41FA5}">
                      <a16:colId xmlns:a16="http://schemas.microsoft.com/office/drawing/2014/main" val="500127722"/>
                    </a:ext>
                  </a:extLst>
                </a:gridCol>
                <a:gridCol w="755650">
                  <a:extLst>
                    <a:ext uri="{9D8B030D-6E8A-4147-A177-3AD203B41FA5}">
                      <a16:colId xmlns:a16="http://schemas.microsoft.com/office/drawing/2014/main" val="2946259618"/>
                    </a:ext>
                  </a:extLst>
                </a:gridCol>
                <a:gridCol w="755650">
                  <a:extLst>
                    <a:ext uri="{9D8B030D-6E8A-4147-A177-3AD203B41FA5}">
                      <a16:colId xmlns:a16="http://schemas.microsoft.com/office/drawing/2014/main" val="171501986"/>
                    </a:ext>
                  </a:extLst>
                </a:gridCol>
                <a:gridCol w="755650">
                  <a:extLst>
                    <a:ext uri="{9D8B030D-6E8A-4147-A177-3AD203B41FA5}">
                      <a16:colId xmlns:a16="http://schemas.microsoft.com/office/drawing/2014/main" val="1667185265"/>
                    </a:ext>
                  </a:extLst>
                </a:gridCol>
                <a:gridCol w="755650">
                  <a:extLst>
                    <a:ext uri="{9D8B030D-6E8A-4147-A177-3AD203B41FA5}">
                      <a16:colId xmlns:a16="http://schemas.microsoft.com/office/drawing/2014/main" val="4258211808"/>
                    </a:ext>
                  </a:extLst>
                </a:gridCol>
                <a:gridCol w="755650">
                  <a:extLst>
                    <a:ext uri="{9D8B030D-6E8A-4147-A177-3AD203B41FA5}">
                      <a16:colId xmlns:a16="http://schemas.microsoft.com/office/drawing/2014/main" val="1794200575"/>
                    </a:ext>
                  </a:extLst>
                </a:gridCol>
                <a:gridCol w="755650">
                  <a:extLst>
                    <a:ext uri="{9D8B030D-6E8A-4147-A177-3AD203B41FA5}">
                      <a16:colId xmlns:a16="http://schemas.microsoft.com/office/drawing/2014/main" val="4230716487"/>
                    </a:ext>
                  </a:extLst>
                </a:gridCol>
                <a:gridCol w="755650">
                  <a:extLst>
                    <a:ext uri="{9D8B030D-6E8A-4147-A177-3AD203B41FA5}">
                      <a16:colId xmlns:a16="http://schemas.microsoft.com/office/drawing/2014/main" val="56153739"/>
                    </a:ext>
                  </a:extLst>
                </a:gridCol>
              </a:tblGrid>
              <a:tr h="370840">
                <a:tc>
                  <a:txBody>
                    <a:bodyPr/>
                    <a:lstStyle/>
                    <a:p>
                      <a:pPr algn="ctr"/>
                      <a:r>
                        <a:rPr lang="en-US" altLang="zh-CN" dirty="0">
                          <a:solidFill>
                            <a:schemeClr val="tx1"/>
                          </a:solidFill>
                          <a:latin typeface="Arial Black" panose="020B0A04020102020204" pitchFamily="34" charset="0"/>
                        </a:rPr>
                        <a:t>0</a:t>
                      </a:r>
                      <a:endParaRPr lang="zh-CN" altLang="en-US" dirty="0">
                        <a:solidFill>
                          <a:schemeClr val="tx1"/>
                        </a:solidFill>
                        <a:latin typeface="Arial Black" panose="020B0A04020102020204" pitchFamily="34" charset="0"/>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ctr"/>
                      <a:r>
                        <a:rPr lang="en-US" altLang="zh-CN" dirty="0">
                          <a:solidFill>
                            <a:schemeClr val="tx1"/>
                          </a:solidFill>
                          <a:latin typeface="Arial Black" panose="020B0A04020102020204" pitchFamily="34" charset="0"/>
                        </a:rPr>
                        <a:t>1</a:t>
                      </a:r>
                      <a:endParaRPr lang="zh-CN" altLang="en-US" dirty="0">
                        <a:solidFill>
                          <a:schemeClr val="tx1"/>
                        </a:solidFill>
                        <a:latin typeface="Arial Black" panose="020B0A04020102020204" pitchFamily="34" charset="0"/>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ctr"/>
                      <a:r>
                        <a:rPr lang="en-US" altLang="zh-CN" dirty="0">
                          <a:solidFill>
                            <a:schemeClr val="tx1"/>
                          </a:solidFill>
                          <a:latin typeface="Arial Black" panose="020B0A04020102020204" pitchFamily="34" charset="0"/>
                        </a:rPr>
                        <a:t>2</a:t>
                      </a:r>
                      <a:endParaRPr lang="zh-CN" altLang="en-US" dirty="0">
                        <a:solidFill>
                          <a:schemeClr val="tx1"/>
                        </a:solidFill>
                        <a:latin typeface="Arial Black" panose="020B0A04020102020204" pitchFamily="34" charset="0"/>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ctr"/>
                      <a:r>
                        <a:rPr lang="en-US" altLang="zh-CN" dirty="0">
                          <a:solidFill>
                            <a:schemeClr val="tx1"/>
                          </a:solidFill>
                          <a:latin typeface="Arial Black" panose="020B0A04020102020204" pitchFamily="34" charset="0"/>
                        </a:rPr>
                        <a:t>3</a:t>
                      </a:r>
                      <a:endParaRPr lang="zh-CN" altLang="en-US" dirty="0">
                        <a:solidFill>
                          <a:schemeClr val="tx1"/>
                        </a:solidFill>
                        <a:latin typeface="Arial Black" panose="020B0A04020102020204" pitchFamily="34" charset="0"/>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ctr"/>
                      <a:r>
                        <a:rPr lang="en-US" altLang="zh-CN" dirty="0">
                          <a:solidFill>
                            <a:schemeClr val="tx1"/>
                          </a:solidFill>
                          <a:latin typeface="Arial Black" panose="020B0A04020102020204" pitchFamily="34" charset="0"/>
                        </a:rPr>
                        <a:t>4</a:t>
                      </a:r>
                      <a:endParaRPr lang="zh-CN" altLang="en-US" dirty="0">
                        <a:solidFill>
                          <a:schemeClr val="tx1"/>
                        </a:solidFill>
                        <a:latin typeface="Arial Black" panose="020B0A04020102020204" pitchFamily="34" charset="0"/>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ctr"/>
                      <a:r>
                        <a:rPr lang="en-US" altLang="zh-CN" dirty="0">
                          <a:solidFill>
                            <a:schemeClr val="tx1"/>
                          </a:solidFill>
                          <a:latin typeface="Arial Black" panose="020B0A04020102020204" pitchFamily="34" charset="0"/>
                        </a:rPr>
                        <a:t>5</a:t>
                      </a:r>
                      <a:endParaRPr lang="zh-CN" altLang="en-US" dirty="0">
                        <a:solidFill>
                          <a:schemeClr val="tx1"/>
                        </a:solidFill>
                        <a:latin typeface="Arial Black" panose="020B0A04020102020204" pitchFamily="34" charset="0"/>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ctr"/>
                      <a:r>
                        <a:rPr lang="en-US" altLang="zh-CN" dirty="0">
                          <a:solidFill>
                            <a:schemeClr val="tx1"/>
                          </a:solidFill>
                          <a:latin typeface="Arial Black" panose="020B0A04020102020204" pitchFamily="34" charset="0"/>
                        </a:rPr>
                        <a:t>6</a:t>
                      </a:r>
                      <a:endParaRPr lang="zh-CN" altLang="en-US" dirty="0">
                        <a:solidFill>
                          <a:schemeClr val="tx1"/>
                        </a:solidFill>
                        <a:latin typeface="Arial Black" panose="020B0A04020102020204" pitchFamily="34" charset="0"/>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ctr"/>
                      <a:r>
                        <a:rPr lang="en-US" altLang="zh-CN" dirty="0">
                          <a:solidFill>
                            <a:schemeClr val="tx1"/>
                          </a:solidFill>
                          <a:latin typeface="Arial Black" panose="020B0A04020102020204" pitchFamily="34" charset="0"/>
                        </a:rPr>
                        <a:t>7</a:t>
                      </a:r>
                      <a:endParaRPr lang="zh-CN" altLang="en-US" dirty="0">
                        <a:solidFill>
                          <a:schemeClr val="tx1"/>
                        </a:solidFill>
                        <a:latin typeface="Arial Black" panose="020B0A04020102020204" pitchFamily="34" charset="0"/>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ctr"/>
                      <a:r>
                        <a:rPr lang="en-US" altLang="zh-CN" dirty="0">
                          <a:solidFill>
                            <a:schemeClr val="tx1"/>
                          </a:solidFill>
                          <a:latin typeface="Arial Black" panose="020B0A04020102020204" pitchFamily="34" charset="0"/>
                        </a:rPr>
                        <a:t>0</a:t>
                      </a:r>
                      <a:endParaRPr lang="zh-CN" altLang="en-US" dirty="0">
                        <a:solidFill>
                          <a:schemeClr val="tx1"/>
                        </a:solidFill>
                        <a:latin typeface="Arial Black" panose="020B0A04020102020204" pitchFamily="34" charset="0"/>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ctr"/>
                      <a:r>
                        <a:rPr lang="en-US" altLang="zh-CN" dirty="0">
                          <a:solidFill>
                            <a:schemeClr val="tx1"/>
                          </a:solidFill>
                          <a:latin typeface="Arial Black" panose="020B0A04020102020204" pitchFamily="34" charset="0"/>
                        </a:rPr>
                        <a:t>1</a:t>
                      </a:r>
                      <a:endParaRPr lang="zh-CN" altLang="en-US" dirty="0">
                        <a:solidFill>
                          <a:schemeClr val="tx1"/>
                        </a:solidFill>
                        <a:latin typeface="Arial Black" panose="020B0A04020102020204" pitchFamily="34" charset="0"/>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ctr"/>
                      <a:r>
                        <a:rPr lang="en-US" altLang="zh-CN" dirty="0">
                          <a:solidFill>
                            <a:schemeClr val="tx1"/>
                          </a:solidFill>
                          <a:latin typeface="Arial Black" panose="020B0A04020102020204" pitchFamily="34" charset="0"/>
                        </a:rPr>
                        <a:t>2</a:t>
                      </a:r>
                      <a:endParaRPr lang="zh-CN" altLang="en-US" dirty="0">
                        <a:solidFill>
                          <a:schemeClr val="tx1"/>
                        </a:solidFill>
                        <a:latin typeface="Arial Black" panose="020B0A04020102020204" pitchFamily="34" charset="0"/>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ctr"/>
                      <a:r>
                        <a:rPr lang="en-US" altLang="zh-CN" dirty="0">
                          <a:solidFill>
                            <a:schemeClr val="tx1"/>
                          </a:solidFill>
                          <a:latin typeface="Arial Black" panose="020B0A04020102020204" pitchFamily="34" charset="0"/>
                        </a:rPr>
                        <a:t>…</a:t>
                      </a:r>
                      <a:endParaRPr lang="zh-CN" altLang="en-US" dirty="0">
                        <a:solidFill>
                          <a:schemeClr val="tx1"/>
                        </a:solidFill>
                        <a:latin typeface="Arial Black" panose="020B0A04020102020204" pitchFamily="34" charset="0"/>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extLst>
                  <a:ext uri="{0D108BD9-81ED-4DB2-BD59-A6C34878D82A}">
                    <a16:rowId xmlns:a16="http://schemas.microsoft.com/office/drawing/2014/main" val="316235763"/>
                  </a:ext>
                </a:extLst>
              </a:tr>
            </a:tbl>
          </a:graphicData>
        </a:graphic>
      </p:graphicFrame>
      <mc:AlternateContent xmlns:mc="http://schemas.openxmlformats.org/markup-compatibility/2006" xmlns:a14="http://schemas.microsoft.com/office/drawing/2010/main">
        <mc:Choice Requires="a14">
          <p:sp>
            <p:nvSpPr>
              <p:cNvPr id="31" name="íşlïḍè">
                <a:extLst>
                  <a:ext uri="{FF2B5EF4-FFF2-40B4-BE49-F238E27FC236}">
                    <a16:creationId xmlns:a16="http://schemas.microsoft.com/office/drawing/2014/main" id="{534EE850-C207-4BCA-A31E-771A47DA9033}"/>
                  </a:ext>
                </a:extLst>
              </p:cNvPr>
              <p:cNvSpPr txBox="1"/>
              <p:nvPr/>
            </p:nvSpPr>
            <p:spPr>
              <a:xfrm>
                <a:off x="2993250" y="3257900"/>
                <a:ext cx="6218660" cy="311297"/>
              </a:xfrm>
              <a:prstGeom prst="rect">
                <a:avLst/>
              </a:prstGeom>
              <a:noFill/>
            </p:spPr>
            <p:txBody>
              <a:bodyPr wrap="square" lIns="91440" tIns="45720" rIns="91440" bIns="45720" anchor="ctr">
                <a:noAutofit/>
              </a:bodyPr>
              <a:lstStyle/>
              <a:p>
                <a:r>
                  <a:rPr lang="zh-CN" altLang="en-US" b="1" dirty="0">
                    <a:solidFill>
                      <a:schemeClr val="accent4"/>
                    </a:solidFill>
                  </a:rPr>
                  <a:t>接收窗口</a:t>
                </a:r>
                <a14:m>
                  <m:oMath xmlns:m="http://schemas.openxmlformats.org/officeDocument/2006/math">
                    <m:sSub>
                      <m:sSubPr>
                        <m:ctrlPr>
                          <a:rPr lang="en-US" altLang="zh-CN" b="1" i="1" smtClean="0">
                            <a:solidFill>
                              <a:schemeClr val="accent4"/>
                            </a:solidFill>
                            <a:latin typeface="Cambria Math" panose="02040503050406030204" pitchFamily="18" charset="0"/>
                          </a:rPr>
                        </m:ctrlPr>
                      </m:sSubPr>
                      <m:e>
                        <m:r>
                          <a:rPr lang="en-US" altLang="zh-CN" b="1" i="1" smtClean="0">
                            <a:solidFill>
                              <a:schemeClr val="accent4"/>
                            </a:solidFill>
                            <a:latin typeface="Cambria Math" panose="02040503050406030204" pitchFamily="18" charset="0"/>
                          </a:rPr>
                          <m:t>𝑾</m:t>
                        </m:r>
                      </m:e>
                      <m:sub>
                        <m:r>
                          <a:rPr lang="en-US" altLang="zh-CN" b="1" i="1" smtClean="0">
                            <a:solidFill>
                              <a:schemeClr val="accent4"/>
                            </a:solidFill>
                            <a:latin typeface="Cambria Math" panose="02040503050406030204" pitchFamily="18" charset="0"/>
                          </a:rPr>
                          <m:t>𝑹</m:t>
                        </m:r>
                      </m:sub>
                    </m:sSub>
                  </m:oMath>
                </a14:m>
                <a:r>
                  <a:rPr lang="zh-CN" altLang="en-US" b="1" dirty="0"/>
                  <a:t>取最大值</a:t>
                </a:r>
                <a14:m>
                  <m:oMath xmlns:m="http://schemas.openxmlformats.org/officeDocument/2006/math">
                    <m:sSup>
                      <m:sSupPr>
                        <m:ctrlPr>
                          <a:rPr lang="en-US" altLang="zh-CN" b="1" i="1" smtClean="0">
                            <a:latin typeface="Cambria Math" panose="02040503050406030204" pitchFamily="18" charset="0"/>
                          </a:rPr>
                        </m:ctrlPr>
                      </m:sSupPr>
                      <m:e>
                        <m:r>
                          <a:rPr lang="en-US" altLang="zh-CN" b="1" i="1" smtClean="0">
                            <a:latin typeface="Cambria Math" panose="02040503050406030204" pitchFamily="18" charset="0"/>
                          </a:rPr>
                          <m:t>𝟐</m:t>
                        </m:r>
                      </m:e>
                      <m:sup>
                        <m:r>
                          <a:rPr lang="en-US" altLang="zh-CN" b="1" i="1" smtClean="0">
                            <a:latin typeface="Cambria Math" panose="02040503050406030204" pitchFamily="18" charset="0"/>
                          </a:rPr>
                          <m:t>(</m:t>
                        </m:r>
                        <m:r>
                          <a:rPr lang="en-US" altLang="zh-CN" b="1" i="1" smtClean="0">
                            <a:latin typeface="Cambria Math" panose="02040503050406030204" pitchFamily="18" charset="0"/>
                          </a:rPr>
                          <m:t>𝟑</m:t>
                        </m:r>
                        <m:r>
                          <a:rPr lang="en-US" altLang="zh-CN" b="1" i="1" smtClean="0">
                            <a:latin typeface="Cambria Math" panose="02040503050406030204" pitchFamily="18" charset="0"/>
                          </a:rPr>
                          <m:t>−</m:t>
                        </m:r>
                        <m:r>
                          <a:rPr lang="en-US" altLang="zh-CN" b="1" i="1" smtClean="0">
                            <a:latin typeface="Cambria Math" panose="02040503050406030204" pitchFamily="18" charset="0"/>
                          </a:rPr>
                          <m:t>𝟏</m:t>
                        </m:r>
                        <m:r>
                          <a:rPr lang="en-US" altLang="zh-CN" b="1" i="1" smtClean="0">
                            <a:latin typeface="Cambria Math" panose="02040503050406030204" pitchFamily="18" charset="0"/>
                          </a:rPr>
                          <m:t>)</m:t>
                        </m:r>
                      </m:sup>
                    </m:sSup>
                  </m:oMath>
                </a14:m>
                <a:r>
                  <a:rPr lang="zh-CN" altLang="en-US" b="1" dirty="0"/>
                  <a:t>，即</a:t>
                </a:r>
                <a14:m>
                  <m:oMath xmlns:m="http://schemas.openxmlformats.org/officeDocument/2006/math">
                    <m:sSub>
                      <m:sSubPr>
                        <m:ctrlPr>
                          <a:rPr lang="en-US" altLang="zh-CN" b="1" i="1" smtClean="0">
                            <a:latin typeface="Cambria Math" panose="02040503050406030204" pitchFamily="18" charset="0"/>
                          </a:rPr>
                        </m:ctrlPr>
                      </m:sSubPr>
                      <m:e>
                        <m:r>
                          <a:rPr lang="en-US" altLang="zh-CN" b="1" i="1" smtClean="0">
                            <a:latin typeface="Cambria Math" panose="02040503050406030204" pitchFamily="18" charset="0"/>
                          </a:rPr>
                          <m:t>𝑾</m:t>
                        </m:r>
                      </m:e>
                      <m:sub>
                        <m:r>
                          <a:rPr lang="en-US" altLang="zh-CN" b="1" i="1" smtClean="0">
                            <a:latin typeface="Cambria Math" panose="02040503050406030204" pitchFamily="18" charset="0"/>
                          </a:rPr>
                          <m:t>𝑹</m:t>
                        </m:r>
                      </m:sub>
                    </m:sSub>
                    <m:r>
                      <a:rPr lang="en-US" altLang="zh-CN" b="1" i="1" smtClean="0">
                        <a:latin typeface="Cambria Math" panose="02040503050406030204" pitchFamily="18" charset="0"/>
                      </a:rPr>
                      <m:t>=</m:t>
                    </m:r>
                    <m:r>
                      <a:rPr lang="en-US" altLang="zh-CN" b="1" i="1" smtClean="0">
                        <a:latin typeface="Cambria Math" panose="02040503050406030204" pitchFamily="18" charset="0"/>
                      </a:rPr>
                      <m:t>𝟒</m:t>
                    </m:r>
                    <m:r>
                      <a:rPr lang="zh-CN" altLang="en-US" b="1" i="1">
                        <a:latin typeface="Cambria Math" panose="02040503050406030204" pitchFamily="18" charset="0"/>
                      </a:rPr>
                      <m:t>。</m:t>
                    </m:r>
                  </m:oMath>
                </a14:m>
                <a:endParaRPr lang="en-US" altLang="zh-CN" b="1" dirty="0"/>
              </a:p>
            </p:txBody>
          </p:sp>
        </mc:Choice>
        <mc:Fallback xmlns="">
          <p:sp>
            <p:nvSpPr>
              <p:cNvPr id="31" name="íşlïḍè">
                <a:extLst>
                  <a:ext uri="{FF2B5EF4-FFF2-40B4-BE49-F238E27FC236}">
                    <a16:creationId xmlns:a16="http://schemas.microsoft.com/office/drawing/2014/main" id="{534EE850-C207-4BCA-A31E-771A47DA9033}"/>
                  </a:ext>
                </a:extLst>
              </p:cNvPr>
              <p:cNvSpPr txBox="1">
                <a:spLocks noRot="1" noChangeAspect="1" noMove="1" noResize="1" noEditPoints="1" noAdjustHandles="1" noChangeArrowheads="1" noChangeShapeType="1" noTextEdit="1"/>
              </p:cNvSpPr>
              <p:nvPr/>
            </p:nvSpPr>
            <p:spPr>
              <a:xfrm>
                <a:off x="2993250" y="3257900"/>
                <a:ext cx="6218660" cy="311297"/>
              </a:xfrm>
              <a:prstGeom prst="rect">
                <a:avLst/>
              </a:prstGeom>
              <a:blipFill>
                <a:blip r:embed="rId10"/>
                <a:stretch>
                  <a:fillRect l="-784" t="-15686" b="-43137"/>
                </a:stretch>
              </a:blipFill>
            </p:spPr>
            <p:txBody>
              <a:bodyPr/>
              <a:lstStyle/>
              <a:p>
                <a:r>
                  <a:rPr lang="zh-CN" altLang="en-US">
                    <a:noFill/>
                  </a:rPr>
                  <a:t> </a:t>
                </a:r>
              </a:p>
            </p:txBody>
          </p:sp>
        </mc:Fallback>
      </mc:AlternateContent>
      <mc:AlternateContent xmlns:mc="http://schemas.openxmlformats.org/markup-compatibility/2006" xmlns:a14="http://schemas.microsoft.com/office/drawing/2010/main">
        <mc:Choice Requires="a14">
          <p:sp>
            <p:nvSpPr>
              <p:cNvPr id="32" name="íşlïḍè">
                <a:extLst>
                  <a:ext uri="{FF2B5EF4-FFF2-40B4-BE49-F238E27FC236}">
                    <a16:creationId xmlns:a16="http://schemas.microsoft.com/office/drawing/2014/main" id="{FBFA56FC-F0C2-4492-AE42-88A025F625E8}"/>
                  </a:ext>
                </a:extLst>
              </p:cNvPr>
              <p:cNvSpPr txBox="1"/>
              <p:nvPr/>
            </p:nvSpPr>
            <p:spPr>
              <a:xfrm>
                <a:off x="2993250" y="3716673"/>
                <a:ext cx="5611318" cy="311297"/>
              </a:xfrm>
              <a:prstGeom prst="rect">
                <a:avLst/>
              </a:prstGeom>
              <a:noFill/>
            </p:spPr>
            <p:txBody>
              <a:bodyPr wrap="square" lIns="91440" tIns="45720" rIns="91440" bIns="45720" anchor="ctr">
                <a:noAutofit/>
              </a:bodyPr>
              <a:lstStyle/>
              <a:p>
                <a:r>
                  <a:rPr lang="zh-CN" altLang="en-US" b="1" dirty="0">
                    <a:solidFill>
                      <a:schemeClr val="accent3"/>
                    </a:solidFill>
                  </a:rPr>
                  <a:t>发送窗口</a:t>
                </a:r>
                <a14:m>
                  <m:oMath xmlns:m="http://schemas.openxmlformats.org/officeDocument/2006/math">
                    <m:sSub>
                      <m:sSubPr>
                        <m:ctrlPr>
                          <a:rPr lang="en-US" altLang="zh-CN" b="1" i="1" smtClean="0">
                            <a:solidFill>
                              <a:schemeClr val="accent3"/>
                            </a:solidFill>
                            <a:latin typeface="Cambria Math" panose="02040503050406030204" pitchFamily="18" charset="0"/>
                          </a:rPr>
                        </m:ctrlPr>
                      </m:sSubPr>
                      <m:e>
                        <m:r>
                          <a:rPr lang="en-US" altLang="zh-CN" b="1" i="1" smtClean="0">
                            <a:solidFill>
                              <a:schemeClr val="accent3"/>
                            </a:solidFill>
                            <a:latin typeface="Cambria Math" panose="02040503050406030204" pitchFamily="18" charset="0"/>
                          </a:rPr>
                          <m:t>𝑾</m:t>
                        </m:r>
                      </m:e>
                      <m:sub>
                        <m:r>
                          <a:rPr lang="en-US" altLang="zh-CN" b="1" i="1" smtClean="0">
                            <a:solidFill>
                              <a:schemeClr val="accent3"/>
                            </a:solidFill>
                            <a:latin typeface="Cambria Math" panose="02040503050406030204" pitchFamily="18" charset="0"/>
                          </a:rPr>
                          <m:t>𝑻</m:t>
                        </m:r>
                      </m:sub>
                    </m:sSub>
                  </m:oMath>
                </a14:m>
                <a:r>
                  <a:rPr lang="zh-CN" altLang="en-US" b="1" dirty="0"/>
                  <a:t>能取到的最大值也为</a:t>
                </a:r>
                <a14:m>
                  <m:oMath xmlns:m="http://schemas.openxmlformats.org/officeDocument/2006/math">
                    <m:sSup>
                      <m:sSupPr>
                        <m:ctrlPr>
                          <a:rPr lang="en-US" altLang="zh-CN" b="1" i="1" smtClean="0">
                            <a:latin typeface="Cambria Math" panose="02040503050406030204" pitchFamily="18" charset="0"/>
                          </a:rPr>
                        </m:ctrlPr>
                      </m:sSupPr>
                      <m:e>
                        <m:r>
                          <a:rPr lang="en-US" altLang="zh-CN" b="1" i="1" smtClean="0">
                            <a:latin typeface="Cambria Math" panose="02040503050406030204" pitchFamily="18" charset="0"/>
                          </a:rPr>
                          <m:t>𝟐</m:t>
                        </m:r>
                      </m:e>
                      <m:sup>
                        <m:r>
                          <a:rPr lang="en-US" altLang="zh-CN" b="1" i="1" smtClean="0">
                            <a:latin typeface="Cambria Math" panose="02040503050406030204" pitchFamily="18" charset="0"/>
                          </a:rPr>
                          <m:t>(</m:t>
                        </m:r>
                        <m:r>
                          <a:rPr lang="en-US" altLang="zh-CN" b="1" i="1" smtClean="0">
                            <a:latin typeface="Cambria Math" panose="02040503050406030204" pitchFamily="18" charset="0"/>
                          </a:rPr>
                          <m:t>𝟑</m:t>
                        </m:r>
                        <m:r>
                          <a:rPr lang="en-US" altLang="zh-CN" b="1" i="1" smtClean="0">
                            <a:latin typeface="Cambria Math" panose="02040503050406030204" pitchFamily="18" charset="0"/>
                          </a:rPr>
                          <m:t>−</m:t>
                        </m:r>
                        <m:r>
                          <a:rPr lang="en-US" altLang="zh-CN" b="1" i="1" smtClean="0">
                            <a:latin typeface="Cambria Math" panose="02040503050406030204" pitchFamily="18" charset="0"/>
                          </a:rPr>
                          <m:t>𝟏</m:t>
                        </m:r>
                        <m:r>
                          <a:rPr lang="en-US" altLang="zh-CN" b="1" i="1" smtClean="0">
                            <a:latin typeface="Cambria Math" panose="02040503050406030204" pitchFamily="18" charset="0"/>
                          </a:rPr>
                          <m:t>)</m:t>
                        </m:r>
                      </m:sup>
                    </m:sSup>
                  </m:oMath>
                </a14:m>
                <a:r>
                  <a:rPr lang="zh-CN" altLang="en-US" b="1" dirty="0"/>
                  <a:t>，即</a:t>
                </a:r>
                <a14:m>
                  <m:oMath xmlns:m="http://schemas.openxmlformats.org/officeDocument/2006/math">
                    <m:sSub>
                      <m:sSubPr>
                        <m:ctrlPr>
                          <a:rPr lang="en-US" altLang="zh-CN" b="1" i="1" smtClean="0">
                            <a:latin typeface="Cambria Math" panose="02040503050406030204" pitchFamily="18" charset="0"/>
                          </a:rPr>
                        </m:ctrlPr>
                      </m:sSubPr>
                      <m:e>
                        <m:r>
                          <a:rPr lang="en-US" altLang="zh-CN" b="1" i="1" smtClean="0">
                            <a:latin typeface="Cambria Math" panose="02040503050406030204" pitchFamily="18" charset="0"/>
                          </a:rPr>
                          <m:t>𝑾</m:t>
                        </m:r>
                      </m:e>
                      <m:sub>
                        <m:r>
                          <a:rPr lang="en-US" altLang="zh-CN" b="1" i="1" smtClean="0">
                            <a:latin typeface="Cambria Math" panose="02040503050406030204" pitchFamily="18" charset="0"/>
                          </a:rPr>
                          <m:t>𝑻</m:t>
                        </m:r>
                      </m:sub>
                    </m:sSub>
                    <m:r>
                      <a:rPr lang="en-US" altLang="zh-CN" b="1" i="1" smtClean="0">
                        <a:latin typeface="Cambria Math" panose="02040503050406030204" pitchFamily="18" charset="0"/>
                      </a:rPr>
                      <m:t>=</m:t>
                    </m:r>
                    <m:r>
                      <a:rPr lang="en-US" altLang="zh-CN" b="1" i="1" smtClean="0">
                        <a:latin typeface="Cambria Math" panose="02040503050406030204" pitchFamily="18" charset="0"/>
                      </a:rPr>
                      <m:t>𝟒</m:t>
                    </m:r>
                    <m:r>
                      <a:rPr lang="zh-CN" altLang="en-US" b="1" i="1">
                        <a:latin typeface="Cambria Math" panose="02040503050406030204" pitchFamily="18" charset="0"/>
                      </a:rPr>
                      <m:t>。</m:t>
                    </m:r>
                  </m:oMath>
                </a14:m>
                <a:endParaRPr lang="en-US" altLang="zh-CN" b="1" dirty="0"/>
              </a:p>
            </p:txBody>
          </p:sp>
        </mc:Choice>
        <mc:Fallback xmlns="">
          <p:sp>
            <p:nvSpPr>
              <p:cNvPr id="32" name="íşlïḍè">
                <a:extLst>
                  <a:ext uri="{FF2B5EF4-FFF2-40B4-BE49-F238E27FC236}">
                    <a16:creationId xmlns:a16="http://schemas.microsoft.com/office/drawing/2014/main" id="{FBFA56FC-F0C2-4492-AE42-88A025F625E8}"/>
                  </a:ext>
                </a:extLst>
              </p:cNvPr>
              <p:cNvSpPr txBox="1">
                <a:spLocks noRot="1" noChangeAspect="1" noMove="1" noResize="1" noEditPoints="1" noAdjustHandles="1" noChangeArrowheads="1" noChangeShapeType="1" noTextEdit="1"/>
              </p:cNvSpPr>
              <p:nvPr/>
            </p:nvSpPr>
            <p:spPr>
              <a:xfrm>
                <a:off x="2993250" y="3716673"/>
                <a:ext cx="5611318" cy="311297"/>
              </a:xfrm>
              <a:prstGeom prst="rect">
                <a:avLst/>
              </a:prstGeom>
              <a:blipFill>
                <a:blip r:embed="rId11"/>
                <a:stretch>
                  <a:fillRect l="-869" t="-17647" b="-41176"/>
                </a:stretch>
              </a:blipFill>
            </p:spPr>
            <p:txBody>
              <a:bodyPr/>
              <a:lstStyle/>
              <a:p>
                <a:r>
                  <a:rPr lang="zh-CN" altLang="en-US">
                    <a:noFill/>
                  </a:rPr>
                  <a:t> </a:t>
                </a:r>
              </a:p>
            </p:txBody>
          </p:sp>
        </mc:Fallback>
      </mc:AlternateContent>
      <mc:AlternateContent xmlns:mc="http://schemas.openxmlformats.org/markup-compatibility/2006" xmlns:a14="http://schemas.microsoft.com/office/drawing/2010/main">
        <mc:Choice Requires="a14">
          <p:sp>
            <p:nvSpPr>
              <p:cNvPr id="6" name="矩形 5">
                <a:extLst>
                  <a:ext uri="{FF2B5EF4-FFF2-40B4-BE49-F238E27FC236}">
                    <a16:creationId xmlns:a16="http://schemas.microsoft.com/office/drawing/2014/main" id="{89C4AD21-2060-4D4D-A51F-2CD8C0D2D1D8}"/>
                  </a:ext>
                </a:extLst>
              </p:cNvPr>
              <p:cNvSpPr/>
              <p:nvPr/>
            </p:nvSpPr>
            <p:spPr>
              <a:xfrm>
                <a:off x="3098435" y="4230412"/>
                <a:ext cx="7584914" cy="369332"/>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zh-CN" altLang="en-US" b="1" dirty="0"/>
                  <a:t>故意取</a:t>
                </a:r>
                <a14:m>
                  <m:oMath xmlns:m="http://schemas.openxmlformats.org/officeDocument/2006/math">
                    <m:sSub>
                      <m:sSubPr>
                        <m:ctrlPr>
                          <a:rPr lang="en-US" altLang="zh-CN" b="1" i="1" smtClean="0">
                            <a:latin typeface="Cambria Math" panose="02040503050406030204" pitchFamily="18" charset="0"/>
                          </a:rPr>
                        </m:ctrlPr>
                      </m:sSubPr>
                      <m:e>
                        <m:r>
                          <a:rPr lang="en-US" altLang="zh-CN" b="1" i="1" smtClean="0">
                            <a:latin typeface="Cambria Math" panose="02040503050406030204" pitchFamily="18" charset="0"/>
                          </a:rPr>
                          <m:t>𝑾</m:t>
                        </m:r>
                      </m:e>
                      <m:sub>
                        <m:r>
                          <a:rPr lang="en-US" altLang="zh-CN" b="1" i="1" smtClean="0">
                            <a:latin typeface="Cambria Math" panose="02040503050406030204" pitchFamily="18" charset="0"/>
                          </a:rPr>
                          <m:t>𝑻</m:t>
                        </m:r>
                      </m:sub>
                    </m:sSub>
                    <m:r>
                      <a:rPr lang="en-US" altLang="zh-CN" b="1" i="1" smtClean="0">
                        <a:latin typeface="Cambria Math" panose="02040503050406030204" pitchFamily="18" charset="0"/>
                      </a:rPr>
                      <m:t>=</m:t>
                    </m:r>
                    <m:r>
                      <a:rPr lang="en-US" altLang="zh-CN" b="1" i="1" smtClean="0">
                        <a:latin typeface="Cambria Math" panose="02040503050406030204" pitchFamily="18" charset="0"/>
                      </a:rPr>
                      <m:t>𝟓</m:t>
                    </m:r>
                    <m:r>
                      <a:rPr lang="zh-CN" altLang="en-US" b="1" i="1">
                        <a:latin typeface="Cambria Math" panose="02040503050406030204" pitchFamily="18" charset="0"/>
                      </a:rPr>
                      <m:t>，</m:t>
                    </m:r>
                  </m:oMath>
                </a14:m>
                <a:r>
                  <a:rPr lang="zh-CN" altLang="en-US" b="1" dirty="0"/>
                  <a:t>使得</a:t>
                </a:r>
                <a14:m>
                  <m:oMath xmlns:m="http://schemas.openxmlformats.org/officeDocument/2006/math">
                    <m:sSub>
                      <m:sSubPr>
                        <m:ctrlPr>
                          <a:rPr lang="en-US" altLang="zh-CN" b="1" i="1">
                            <a:latin typeface="Cambria Math" panose="02040503050406030204" pitchFamily="18" charset="0"/>
                          </a:rPr>
                        </m:ctrlPr>
                      </m:sSubPr>
                      <m:e>
                        <m:r>
                          <a:rPr lang="en-US" altLang="zh-CN" b="1" i="1">
                            <a:latin typeface="Cambria Math" panose="02040503050406030204" pitchFamily="18" charset="0"/>
                          </a:rPr>
                          <m:t>𝑾</m:t>
                        </m:r>
                      </m:e>
                      <m:sub>
                        <m:r>
                          <a:rPr lang="en-US" altLang="zh-CN" b="1" i="1">
                            <a:latin typeface="Cambria Math" panose="02040503050406030204" pitchFamily="18" charset="0"/>
                          </a:rPr>
                          <m:t>𝑻</m:t>
                        </m:r>
                      </m:sub>
                    </m:sSub>
                    <m:r>
                      <a:rPr lang="en-US" altLang="zh-CN" b="1" i="1">
                        <a:latin typeface="Cambria Math" panose="02040503050406030204" pitchFamily="18" charset="0"/>
                      </a:rPr>
                      <m:t>+</m:t>
                    </m:r>
                    <m:sSub>
                      <m:sSubPr>
                        <m:ctrlPr>
                          <a:rPr lang="en-US" altLang="zh-CN" b="1" i="1">
                            <a:latin typeface="Cambria Math" panose="02040503050406030204" pitchFamily="18" charset="0"/>
                          </a:rPr>
                        </m:ctrlPr>
                      </m:sSubPr>
                      <m:e>
                        <m:r>
                          <a:rPr lang="en-US" altLang="zh-CN" b="1" i="1">
                            <a:latin typeface="Cambria Math" panose="02040503050406030204" pitchFamily="18" charset="0"/>
                          </a:rPr>
                          <m:t>𝑾</m:t>
                        </m:r>
                      </m:e>
                      <m:sub>
                        <m:r>
                          <a:rPr lang="en-US" altLang="zh-CN" b="1" i="1">
                            <a:latin typeface="Cambria Math" panose="02040503050406030204" pitchFamily="18" charset="0"/>
                          </a:rPr>
                          <m:t>𝑹</m:t>
                        </m:r>
                      </m:sub>
                    </m:sSub>
                    <m:r>
                      <a:rPr lang="en-US" altLang="zh-CN" b="1" i="1" dirty="0" smtClean="0">
                        <a:latin typeface="Cambria Math" panose="02040503050406030204" pitchFamily="18" charset="0"/>
                        <a:ea typeface="Cambria Math" panose="02040503050406030204" pitchFamily="18" charset="0"/>
                      </a:rPr>
                      <m:t>≥</m:t>
                    </m:r>
                    <m:sSup>
                      <m:sSupPr>
                        <m:ctrlPr>
                          <a:rPr lang="en-US" altLang="zh-CN" b="1" i="1" dirty="0">
                            <a:latin typeface="Cambria Math" panose="02040503050406030204" pitchFamily="18" charset="0"/>
                            <a:ea typeface="Cambria Math" panose="02040503050406030204" pitchFamily="18" charset="0"/>
                          </a:rPr>
                        </m:ctrlPr>
                      </m:sSupPr>
                      <m:e>
                        <m:r>
                          <a:rPr lang="en-US" altLang="zh-CN" b="1" i="1" dirty="0">
                            <a:latin typeface="Cambria Math" panose="02040503050406030204" pitchFamily="18" charset="0"/>
                            <a:ea typeface="Cambria Math" panose="02040503050406030204" pitchFamily="18" charset="0"/>
                          </a:rPr>
                          <m:t>𝟐</m:t>
                        </m:r>
                      </m:e>
                      <m:sup>
                        <m:r>
                          <a:rPr lang="en-US" altLang="zh-CN" b="1" i="1" dirty="0" smtClean="0">
                            <a:latin typeface="Cambria Math" panose="02040503050406030204" pitchFamily="18" charset="0"/>
                            <a:ea typeface="Cambria Math" panose="02040503050406030204" pitchFamily="18" charset="0"/>
                          </a:rPr>
                          <m:t>𝟑</m:t>
                        </m:r>
                      </m:sup>
                    </m:sSup>
                  </m:oMath>
                </a14:m>
                <a:r>
                  <a:rPr lang="zh-CN" altLang="en-US" b="1" dirty="0"/>
                  <a:t>，接收方将无法分辨新旧数据分组</a:t>
                </a:r>
                <a:endParaRPr lang="en-US" altLang="zh-CN" b="1" dirty="0"/>
              </a:p>
            </p:txBody>
          </p:sp>
        </mc:Choice>
        <mc:Fallback xmlns="">
          <p:sp>
            <p:nvSpPr>
              <p:cNvPr id="6" name="矩形 5">
                <a:extLst>
                  <a:ext uri="{FF2B5EF4-FFF2-40B4-BE49-F238E27FC236}">
                    <a16:creationId xmlns:a16="http://schemas.microsoft.com/office/drawing/2014/main" id="{89C4AD21-2060-4D4D-A51F-2CD8C0D2D1D8}"/>
                  </a:ext>
                </a:extLst>
              </p:cNvPr>
              <p:cNvSpPr>
                <a:spLocks noRot="1" noChangeAspect="1" noMove="1" noResize="1" noEditPoints="1" noAdjustHandles="1" noChangeArrowheads="1" noChangeShapeType="1" noTextEdit="1"/>
              </p:cNvSpPr>
              <p:nvPr/>
            </p:nvSpPr>
            <p:spPr>
              <a:xfrm>
                <a:off x="3098435" y="4230412"/>
                <a:ext cx="7584914" cy="369332"/>
              </a:xfrm>
              <a:prstGeom prst="rect">
                <a:avLst/>
              </a:prstGeom>
              <a:blipFill>
                <a:blip r:embed="rId12"/>
                <a:stretch>
                  <a:fillRect t="-6349" b="-23810"/>
                </a:stretch>
              </a:blipFill>
            </p:spPr>
            <p:txBody>
              <a:bodyPr/>
              <a:lstStyle/>
              <a:p>
                <a:r>
                  <a:rPr lang="zh-CN" altLang="en-US">
                    <a:noFill/>
                  </a:rPr>
                  <a:t> </a:t>
                </a:r>
              </a:p>
            </p:txBody>
          </p:sp>
        </mc:Fallback>
      </mc:AlternateContent>
      <p:sp>
        <p:nvSpPr>
          <p:cNvPr id="50" name="矩形 49">
            <a:extLst>
              <a:ext uri="{FF2B5EF4-FFF2-40B4-BE49-F238E27FC236}">
                <a16:creationId xmlns:a16="http://schemas.microsoft.com/office/drawing/2014/main" id="{21653D19-BC93-4DC3-81B3-E7F2B2072EBB}"/>
              </a:ext>
            </a:extLst>
          </p:cNvPr>
          <p:cNvSpPr/>
          <p:nvPr/>
        </p:nvSpPr>
        <p:spPr>
          <a:xfrm>
            <a:off x="2300222" y="5537182"/>
            <a:ext cx="3780000" cy="390966"/>
          </a:xfrm>
          <a:prstGeom prst="rect">
            <a:avLst/>
          </a:prstGeom>
          <a:solidFill>
            <a:schemeClr val="accent3">
              <a:alpha val="74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55" name="矩形 54">
            <a:extLst>
              <a:ext uri="{FF2B5EF4-FFF2-40B4-BE49-F238E27FC236}">
                <a16:creationId xmlns:a16="http://schemas.microsoft.com/office/drawing/2014/main" id="{D8B76C93-45FF-43DC-9E99-7255DE4A51F5}"/>
              </a:ext>
            </a:extLst>
          </p:cNvPr>
          <p:cNvSpPr/>
          <p:nvPr/>
        </p:nvSpPr>
        <p:spPr>
          <a:xfrm>
            <a:off x="2302928" y="1838438"/>
            <a:ext cx="3780000" cy="369332"/>
          </a:xfrm>
          <a:prstGeom prst="rect">
            <a:avLst/>
          </a:prstGeom>
          <a:solidFill>
            <a:schemeClr val="accent4">
              <a:alpha val="74000"/>
            </a:schemeClr>
          </a:solidFill>
          <a:ln>
            <a:solidFill>
              <a:schemeClr val="accent4"/>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35" name="checked_153603">
            <a:extLst>
              <a:ext uri="{FF2B5EF4-FFF2-40B4-BE49-F238E27FC236}">
                <a16:creationId xmlns:a16="http://schemas.microsoft.com/office/drawing/2014/main" id="{407E6ED1-A13A-43BB-9F3B-0820FE9603C6}"/>
              </a:ext>
            </a:extLst>
          </p:cNvPr>
          <p:cNvSpPr/>
          <p:nvPr/>
        </p:nvSpPr>
        <p:spPr>
          <a:xfrm>
            <a:off x="3501803" y="5652776"/>
            <a:ext cx="283266" cy="237538"/>
          </a:xfrm>
          <a:custGeom>
            <a:avLst/>
            <a:gdLst>
              <a:gd name="T0" fmla="*/ 1351 w 4419"/>
              <a:gd name="T1" fmla="*/ 3653 h 3712"/>
              <a:gd name="T2" fmla="*/ 1493 w 4419"/>
              <a:gd name="T3" fmla="*/ 3712 h 3712"/>
              <a:gd name="T4" fmla="*/ 1634 w 4419"/>
              <a:gd name="T5" fmla="*/ 3653 h 3712"/>
              <a:gd name="T6" fmla="*/ 4361 w 4419"/>
              <a:gd name="T7" fmla="*/ 927 h 3712"/>
              <a:gd name="T8" fmla="*/ 4419 w 4419"/>
              <a:gd name="T9" fmla="*/ 785 h 3712"/>
              <a:gd name="T10" fmla="*/ 4361 w 4419"/>
              <a:gd name="T11" fmla="*/ 644 h 3712"/>
              <a:gd name="T12" fmla="*/ 3795 w 4419"/>
              <a:gd name="T13" fmla="*/ 78 h 3712"/>
              <a:gd name="T14" fmla="*/ 3512 w 4419"/>
              <a:gd name="T15" fmla="*/ 78 h 3712"/>
              <a:gd name="T16" fmla="*/ 1493 w 4419"/>
              <a:gd name="T17" fmla="*/ 2098 h 3712"/>
              <a:gd name="T18" fmla="*/ 927 w 4419"/>
              <a:gd name="T19" fmla="*/ 1532 h 3712"/>
              <a:gd name="T20" fmla="*/ 786 w 4419"/>
              <a:gd name="T21" fmla="*/ 1473 h 3712"/>
              <a:gd name="T22" fmla="*/ 644 w 4419"/>
              <a:gd name="T23" fmla="*/ 1532 h 3712"/>
              <a:gd name="T24" fmla="*/ 79 w 4419"/>
              <a:gd name="T25" fmla="*/ 2098 h 3712"/>
              <a:gd name="T26" fmla="*/ 79 w 4419"/>
              <a:gd name="T27" fmla="*/ 2380 h 3712"/>
              <a:gd name="T28" fmla="*/ 1351 w 4419"/>
              <a:gd name="T29" fmla="*/ 3653 h 37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4419" h="3712">
                <a:moveTo>
                  <a:pt x="1351" y="3653"/>
                </a:moveTo>
                <a:cubicBezTo>
                  <a:pt x="1389" y="3691"/>
                  <a:pt x="1440" y="3712"/>
                  <a:pt x="1493" y="3712"/>
                </a:cubicBezTo>
                <a:cubicBezTo>
                  <a:pt x="1546" y="3712"/>
                  <a:pt x="1597" y="3691"/>
                  <a:pt x="1634" y="3653"/>
                </a:cubicBezTo>
                <a:lnTo>
                  <a:pt x="4361" y="927"/>
                </a:lnTo>
                <a:cubicBezTo>
                  <a:pt x="4398" y="889"/>
                  <a:pt x="4419" y="838"/>
                  <a:pt x="4419" y="785"/>
                </a:cubicBezTo>
                <a:cubicBezTo>
                  <a:pt x="4419" y="732"/>
                  <a:pt x="4398" y="681"/>
                  <a:pt x="4361" y="644"/>
                </a:cubicBezTo>
                <a:lnTo>
                  <a:pt x="3795" y="78"/>
                </a:lnTo>
                <a:cubicBezTo>
                  <a:pt x="3717" y="0"/>
                  <a:pt x="3590" y="0"/>
                  <a:pt x="3512" y="78"/>
                </a:cubicBezTo>
                <a:lnTo>
                  <a:pt x="1493" y="2098"/>
                </a:lnTo>
                <a:lnTo>
                  <a:pt x="927" y="1532"/>
                </a:lnTo>
                <a:cubicBezTo>
                  <a:pt x="890" y="1494"/>
                  <a:pt x="839" y="1473"/>
                  <a:pt x="786" y="1473"/>
                </a:cubicBezTo>
                <a:cubicBezTo>
                  <a:pt x="733" y="1473"/>
                  <a:pt x="682" y="1494"/>
                  <a:pt x="644" y="1532"/>
                </a:cubicBezTo>
                <a:lnTo>
                  <a:pt x="79" y="2098"/>
                </a:lnTo>
                <a:cubicBezTo>
                  <a:pt x="0" y="2176"/>
                  <a:pt x="0" y="2302"/>
                  <a:pt x="79" y="2380"/>
                </a:cubicBezTo>
                <a:lnTo>
                  <a:pt x="1351" y="3653"/>
                </a:lnTo>
                <a:close/>
              </a:path>
            </a:pathLst>
          </a:cu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6" name="checked_153603">
            <a:extLst>
              <a:ext uri="{FF2B5EF4-FFF2-40B4-BE49-F238E27FC236}">
                <a16:creationId xmlns:a16="http://schemas.microsoft.com/office/drawing/2014/main" id="{5480A67E-9C9D-4609-968D-B184591F85EB}"/>
              </a:ext>
            </a:extLst>
          </p:cNvPr>
          <p:cNvSpPr/>
          <p:nvPr/>
        </p:nvSpPr>
        <p:spPr>
          <a:xfrm>
            <a:off x="4271249" y="5654587"/>
            <a:ext cx="283266" cy="237538"/>
          </a:xfrm>
          <a:custGeom>
            <a:avLst/>
            <a:gdLst>
              <a:gd name="T0" fmla="*/ 1351 w 4419"/>
              <a:gd name="T1" fmla="*/ 3653 h 3712"/>
              <a:gd name="T2" fmla="*/ 1493 w 4419"/>
              <a:gd name="T3" fmla="*/ 3712 h 3712"/>
              <a:gd name="T4" fmla="*/ 1634 w 4419"/>
              <a:gd name="T5" fmla="*/ 3653 h 3712"/>
              <a:gd name="T6" fmla="*/ 4361 w 4419"/>
              <a:gd name="T7" fmla="*/ 927 h 3712"/>
              <a:gd name="T8" fmla="*/ 4419 w 4419"/>
              <a:gd name="T9" fmla="*/ 785 h 3712"/>
              <a:gd name="T10" fmla="*/ 4361 w 4419"/>
              <a:gd name="T11" fmla="*/ 644 h 3712"/>
              <a:gd name="T12" fmla="*/ 3795 w 4419"/>
              <a:gd name="T13" fmla="*/ 78 h 3712"/>
              <a:gd name="T14" fmla="*/ 3512 w 4419"/>
              <a:gd name="T15" fmla="*/ 78 h 3712"/>
              <a:gd name="T16" fmla="*/ 1493 w 4419"/>
              <a:gd name="T17" fmla="*/ 2098 h 3712"/>
              <a:gd name="T18" fmla="*/ 927 w 4419"/>
              <a:gd name="T19" fmla="*/ 1532 h 3712"/>
              <a:gd name="T20" fmla="*/ 786 w 4419"/>
              <a:gd name="T21" fmla="*/ 1473 h 3712"/>
              <a:gd name="T22" fmla="*/ 644 w 4419"/>
              <a:gd name="T23" fmla="*/ 1532 h 3712"/>
              <a:gd name="T24" fmla="*/ 79 w 4419"/>
              <a:gd name="T25" fmla="*/ 2098 h 3712"/>
              <a:gd name="T26" fmla="*/ 79 w 4419"/>
              <a:gd name="T27" fmla="*/ 2380 h 3712"/>
              <a:gd name="T28" fmla="*/ 1351 w 4419"/>
              <a:gd name="T29" fmla="*/ 3653 h 37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4419" h="3712">
                <a:moveTo>
                  <a:pt x="1351" y="3653"/>
                </a:moveTo>
                <a:cubicBezTo>
                  <a:pt x="1389" y="3691"/>
                  <a:pt x="1440" y="3712"/>
                  <a:pt x="1493" y="3712"/>
                </a:cubicBezTo>
                <a:cubicBezTo>
                  <a:pt x="1546" y="3712"/>
                  <a:pt x="1597" y="3691"/>
                  <a:pt x="1634" y="3653"/>
                </a:cubicBezTo>
                <a:lnTo>
                  <a:pt x="4361" y="927"/>
                </a:lnTo>
                <a:cubicBezTo>
                  <a:pt x="4398" y="889"/>
                  <a:pt x="4419" y="838"/>
                  <a:pt x="4419" y="785"/>
                </a:cubicBezTo>
                <a:cubicBezTo>
                  <a:pt x="4419" y="732"/>
                  <a:pt x="4398" y="681"/>
                  <a:pt x="4361" y="644"/>
                </a:cubicBezTo>
                <a:lnTo>
                  <a:pt x="3795" y="78"/>
                </a:lnTo>
                <a:cubicBezTo>
                  <a:pt x="3717" y="0"/>
                  <a:pt x="3590" y="0"/>
                  <a:pt x="3512" y="78"/>
                </a:cubicBezTo>
                <a:lnTo>
                  <a:pt x="1493" y="2098"/>
                </a:lnTo>
                <a:lnTo>
                  <a:pt x="927" y="1532"/>
                </a:lnTo>
                <a:cubicBezTo>
                  <a:pt x="890" y="1494"/>
                  <a:pt x="839" y="1473"/>
                  <a:pt x="786" y="1473"/>
                </a:cubicBezTo>
                <a:cubicBezTo>
                  <a:pt x="733" y="1473"/>
                  <a:pt x="682" y="1494"/>
                  <a:pt x="644" y="1532"/>
                </a:cubicBezTo>
                <a:lnTo>
                  <a:pt x="79" y="2098"/>
                </a:lnTo>
                <a:cubicBezTo>
                  <a:pt x="0" y="2176"/>
                  <a:pt x="0" y="2302"/>
                  <a:pt x="79" y="2380"/>
                </a:cubicBezTo>
                <a:lnTo>
                  <a:pt x="1351" y="3653"/>
                </a:lnTo>
                <a:close/>
              </a:path>
            </a:pathLst>
          </a:cu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7" name="checked_153603">
            <a:extLst>
              <a:ext uri="{FF2B5EF4-FFF2-40B4-BE49-F238E27FC236}">
                <a16:creationId xmlns:a16="http://schemas.microsoft.com/office/drawing/2014/main" id="{CE77BC3B-12F7-4509-9C0E-30266CB6A3E6}"/>
              </a:ext>
            </a:extLst>
          </p:cNvPr>
          <p:cNvSpPr/>
          <p:nvPr/>
        </p:nvSpPr>
        <p:spPr>
          <a:xfrm>
            <a:off x="5042974" y="5652776"/>
            <a:ext cx="283266" cy="237538"/>
          </a:xfrm>
          <a:custGeom>
            <a:avLst/>
            <a:gdLst>
              <a:gd name="T0" fmla="*/ 1351 w 4419"/>
              <a:gd name="T1" fmla="*/ 3653 h 3712"/>
              <a:gd name="T2" fmla="*/ 1493 w 4419"/>
              <a:gd name="T3" fmla="*/ 3712 h 3712"/>
              <a:gd name="T4" fmla="*/ 1634 w 4419"/>
              <a:gd name="T5" fmla="*/ 3653 h 3712"/>
              <a:gd name="T6" fmla="*/ 4361 w 4419"/>
              <a:gd name="T7" fmla="*/ 927 h 3712"/>
              <a:gd name="T8" fmla="*/ 4419 w 4419"/>
              <a:gd name="T9" fmla="*/ 785 h 3712"/>
              <a:gd name="T10" fmla="*/ 4361 w 4419"/>
              <a:gd name="T11" fmla="*/ 644 h 3712"/>
              <a:gd name="T12" fmla="*/ 3795 w 4419"/>
              <a:gd name="T13" fmla="*/ 78 h 3712"/>
              <a:gd name="T14" fmla="*/ 3512 w 4419"/>
              <a:gd name="T15" fmla="*/ 78 h 3712"/>
              <a:gd name="T16" fmla="*/ 1493 w 4419"/>
              <a:gd name="T17" fmla="*/ 2098 h 3712"/>
              <a:gd name="T18" fmla="*/ 927 w 4419"/>
              <a:gd name="T19" fmla="*/ 1532 h 3712"/>
              <a:gd name="T20" fmla="*/ 786 w 4419"/>
              <a:gd name="T21" fmla="*/ 1473 h 3712"/>
              <a:gd name="T22" fmla="*/ 644 w 4419"/>
              <a:gd name="T23" fmla="*/ 1532 h 3712"/>
              <a:gd name="T24" fmla="*/ 79 w 4419"/>
              <a:gd name="T25" fmla="*/ 2098 h 3712"/>
              <a:gd name="T26" fmla="*/ 79 w 4419"/>
              <a:gd name="T27" fmla="*/ 2380 h 3712"/>
              <a:gd name="T28" fmla="*/ 1351 w 4419"/>
              <a:gd name="T29" fmla="*/ 3653 h 37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4419" h="3712">
                <a:moveTo>
                  <a:pt x="1351" y="3653"/>
                </a:moveTo>
                <a:cubicBezTo>
                  <a:pt x="1389" y="3691"/>
                  <a:pt x="1440" y="3712"/>
                  <a:pt x="1493" y="3712"/>
                </a:cubicBezTo>
                <a:cubicBezTo>
                  <a:pt x="1546" y="3712"/>
                  <a:pt x="1597" y="3691"/>
                  <a:pt x="1634" y="3653"/>
                </a:cubicBezTo>
                <a:lnTo>
                  <a:pt x="4361" y="927"/>
                </a:lnTo>
                <a:cubicBezTo>
                  <a:pt x="4398" y="889"/>
                  <a:pt x="4419" y="838"/>
                  <a:pt x="4419" y="785"/>
                </a:cubicBezTo>
                <a:cubicBezTo>
                  <a:pt x="4419" y="732"/>
                  <a:pt x="4398" y="681"/>
                  <a:pt x="4361" y="644"/>
                </a:cubicBezTo>
                <a:lnTo>
                  <a:pt x="3795" y="78"/>
                </a:lnTo>
                <a:cubicBezTo>
                  <a:pt x="3717" y="0"/>
                  <a:pt x="3590" y="0"/>
                  <a:pt x="3512" y="78"/>
                </a:cubicBezTo>
                <a:lnTo>
                  <a:pt x="1493" y="2098"/>
                </a:lnTo>
                <a:lnTo>
                  <a:pt x="927" y="1532"/>
                </a:lnTo>
                <a:cubicBezTo>
                  <a:pt x="890" y="1494"/>
                  <a:pt x="839" y="1473"/>
                  <a:pt x="786" y="1473"/>
                </a:cubicBezTo>
                <a:cubicBezTo>
                  <a:pt x="733" y="1473"/>
                  <a:pt x="682" y="1494"/>
                  <a:pt x="644" y="1532"/>
                </a:cubicBezTo>
                <a:lnTo>
                  <a:pt x="79" y="2098"/>
                </a:lnTo>
                <a:cubicBezTo>
                  <a:pt x="0" y="2176"/>
                  <a:pt x="0" y="2302"/>
                  <a:pt x="79" y="2380"/>
                </a:cubicBezTo>
                <a:lnTo>
                  <a:pt x="1351" y="3653"/>
                </a:lnTo>
                <a:close/>
              </a:path>
            </a:pathLst>
          </a:cu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8" name="checked_153603">
            <a:extLst>
              <a:ext uri="{FF2B5EF4-FFF2-40B4-BE49-F238E27FC236}">
                <a16:creationId xmlns:a16="http://schemas.microsoft.com/office/drawing/2014/main" id="{D4DB5E0E-E494-4840-98AE-1D0A928A676D}"/>
              </a:ext>
            </a:extLst>
          </p:cNvPr>
          <p:cNvSpPr/>
          <p:nvPr/>
        </p:nvSpPr>
        <p:spPr>
          <a:xfrm>
            <a:off x="5796956" y="5652776"/>
            <a:ext cx="283266" cy="237538"/>
          </a:xfrm>
          <a:custGeom>
            <a:avLst/>
            <a:gdLst>
              <a:gd name="T0" fmla="*/ 1351 w 4419"/>
              <a:gd name="T1" fmla="*/ 3653 h 3712"/>
              <a:gd name="T2" fmla="*/ 1493 w 4419"/>
              <a:gd name="T3" fmla="*/ 3712 h 3712"/>
              <a:gd name="T4" fmla="*/ 1634 w 4419"/>
              <a:gd name="T5" fmla="*/ 3653 h 3712"/>
              <a:gd name="T6" fmla="*/ 4361 w 4419"/>
              <a:gd name="T7" fmla="*/ 927 h 3712"/>
              <a:gd name="T8" fmla="*/ 4419 w 4419"/>
              <a:gd name="T9" fmla="*/ 785 h 3712"/>
              <a:gd name="T10" fmla="*/ 4361 w 4419"/>
              <a:gd name="T11" fmla="*/ 644 h 3712"/>
              <a:gd name="T12" fmla="*/ 3795 w 4419"/>
              <a:gd name="T13" fmla="*/ 78 h 3712"/>
              <a:gd name="T14" fmla="*/ 3512 w 4419"/>
              <a:gd name="T15" fmla="*/ 78 h 3712"/>
              <a:gd name="T16" fmla="*/ 1493 w 4419"/>
              <a:gd name="T17" fmla="*/ 2098 h 3712"/>
              <a:gd name="T18" fmla="*/ 927 w 4419"/>
              <a:gd name="T19" fmla="*/ 1532 h 3712"/>
              <a:gd name="T20" fmla="*/ 786 w 4419"/>
              <a:gd name="T21" fmla="*/ 1473 h 3712"/>
              <a:gd name="T22" fmla="*/ 644 w 4419"/>
              <a:gd name="T23" fmla="*/ 1532 h 3712"/>
              <a:gd name="T24" fmla="*/ 79 w 4419"/>
              <a:gd name="T25" fmla="*/ 2098 h 3712"/>
              <a:gd name="T26" fmla="*/ 79 w 4419"/>
              <a:gd name="T27" fmla="*/ 2380 h 3712"/>
              <a:gd name="T28" fmla="*/ 1351 w 4419"/>
              <a:gd name="T29" fmla="*/ 3653 h 37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4419" h="3712">
                <a:moveTo>
                  <a:pt x="1351" y="3653"/>
                </a:moveTo>
                <a:cubicBezTo>
                  <a:pt x="1389" y="3691"/>
                  <a:pt x="1440" y="3712"/>
                  <a:pt x="1493" y="3712"/>
                </a:cubicBezTo>
                <a:cubicBezTo>
                  <a:pt x="1546" y="3712"/>
                  <a:pt x="1597" y="3691"/>
                  <a:pt x="1634" y="3653"/>
                </a:cubicBezTo>
                <a:lnTo>
                  <a:pt x="4361" y="927"/>
                </a:lnTo>
                <a:cubicBezTo>
                  <a:pt x="4398" y="889"/>
                  <a:pt x="4419" y="838"/>
                  <a:pt x="4419" y="785"/>
                </a:cubicBezTo>
                <a:cubicBezTo>
                  <a:pt x="4419" y="732"/>
                  <a:pt x="4398" y="681"/>
                  <a:pt x="4361" y="644"/>
                </a:cubicBezTo>
                <a:lnTo>
                  <a:pt x="3795" y="78"/>
                </a:lnTo>
                <a:cubicBezTo>
                  <a:pt x="3717" y="0"/>
                  <a:pt x="3590" y="0"/>
                  <a:pt x="3512" y="78"/>
                </a:cubicBezTo>
                <a:lnTo>
                  <a:pt x="1493" y="2098"/>
                </a:lnTo>
                <a:lnTo>
                  <a:pt x="927" y="1532"/>
                </a:lnTo>
                <a:cubicBezTo>
                  <a:pt x="890" y="1494"/>
                  <a:pt x="839" y="1473"/>
                  <a:pt x="786" y="1473"/>
                </a:cubicBezTo>
                <a:cubicBezTo>
                  <a:pt x="733" y="1473"/>
                  <a:pt x="682" y="1494"/>
                  <a:pt x="644" y="1532"/>
                </a:cubicBezTo>
                <a:lnTo>
                  <a:pt x="79" y="2098"/>
                </a:lnTo>
                <a:cubicBezTo>
                  <a:pt x="0" y="2176"/>
                  <a:pt x="0" y="2302"/>
                  <a:pt x="79" y="2380"/>
                </a:cubicBezTo>
                <a:lnTo>
                  <a:pt x="1351" y="3653"/>
                </a:lnTo>
                <a:close/>
              </a:path>
            </a:pathLst>
          </a:cu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nvGrpSpPr>
          <p:cNvPr id="39" name="组合 38">
            <a:extLst>
              <a:ext uri="{FF2B5EF4-FFF2-40B4-BE49-F238E27FC236}">
                <a16:creationId xmlns:a16="http://schemas.microsoft.com/office/drawing/2014/main" id="{1013DF14-3681-4584-B448-5C6166CED425}"/>
              </a:ext>
            </a:extLst>
          </p:cNvPr>
          <p:cNvGrpSpPr/>
          <p:nvPr/>
        </p:nvGrpSpPr>
        <p:grpSpPr>
          <a:xfrm>
            <a:off x="2302929" y="4423589"/>
            <a:ext cx="743578" cy="1217637"/>
            <a:chOff x="3835285" y="4433827"/>
            <a:chExt cx="743578" cy="1217637"/>
          </a:xfrm>
        </p:grpSpPr>
        <p:sp>
          <p:nvSpPr>
            <p:cNvPr id="40" name="chronometer_117482">
              <a:extLst>
                <a:ext uri="{FF2B5EF4-FFF2-40B4-BE49-F238E27FC236}">
                  <a16:creationId xmlns:a16="http://schemas.microsoft.com/office/drawing/2014/main" id="{6DF22035-1876-403F-AE91-B18BF1EBD3FE}"/>
                </a:ext>
              </a:extLst>
            </p:cNvPr>
            <p:cNvSpPr/>
            <p:nvPr/>
          </p:nvSpPr>
          <p:spPr>
            <a:xfrm>
              <a:off x="4054767" y="4752389"/>
              <a:ext cx="304613" cy="369332"/>
            </a:xfrm>
            <a:custGeom>
              <a:avLst/>
              <a:gdLst>
                <a:gd name="T0" fmla="*/ 0 w 3733"/>
                <a:gd name="T1" fmla="*/ 2667 h 4533"/>
                <a:gd name="T2" fmla="*/ 1867 w 3733"/>
                <a:gd name="T3" fmla="*/ 4533 h 4533"/>
                <a:gd name="T4" fmla="*/ 3733 w 3733"/>
                <a:gd name="T5" fmla="*/ 2667 h 4533"/>
                <a:gd name="T6" fmla="*/ 3161 w 3733"/>
                <a:gd name="T7" fmla="*/ 1323 h 4533"/>
                <a:gd name="T8" fmla="*/ 3408 w 3733"/>
                <a:gd name="T9" fmla="*/ 1075 h 4533"/>
                <a:gd name="T10" fmla="*/ 3408 w 3733"/>
                <a:gd name="T11" fmla="*/ 792 h 4533"/>
                <a:gd name="T12" fmla="*/ 3125 w 3733"/>
                <a:gd name="T13" fmla="*/ 792 h 4533"/>
                <a:gd name="T14" fmla="*/ 2842 w 3733"/>
                <a:gd name="T15" fmla="*/ 1076 h 4533"/>
                <a:gd name="T16" fmla="*/ 2067 w 3733"/>
                <a:gd name="T17" fmla="*/ 811 h 4533"/>
                <a:gd name="T18" fmla="*/ 2067 w 3733"/>
                <a:gd name="T19" fmla="*/ 400 h 4533"/>
                <a:gd name="T20" fmla="*/ 2667 w 3733"/>
                <a:gd name="T21" fmla="*/ 400 h 4533"/>
                <a:gd name="T22" fmla="*/ 2867 w 3733"/>
                <a:gd name="T23" fmla="*/ 200 h 4533"/>
                <a:gd name="T24" fmla="*/ 2667 w 3733"/>
                <a:gd name="T25" fmla="*/ 0 h 4533"/>
                <a:gd name="T26" fmla="*/ 1067 w 3733"/>
                <a:gd name="T27" fmla="*/ 0 h 4533"/>
                <a:gd name="T28" fmla="*/ 867 w 3733"/>
                <a:gd name="T29" fmla="*/ 200 h 4533"/>
                <a:gd name="T30" fmla="*/ 1067 w 3733"/>
                <a:gd name="T31" fmla="*/ 400 h 4533"/>
                <a:gd name="T32" fmla="*/ 1667 w 3733"/>
                <a:gd name="T33" fmla="*/ 400 h 4533"/>
                <a:gd name="T34" fmla="*/ 1667 w 3733"/>
                <a:gd name="T35" fmla="*/ 811 h 4533"/>
                <a:gd name="T36" fmla="*/ 891 w 3733"/>
                <a:gd name="T37" fmla="*/ 1076 h 4533"/>
                <a:gd name="T38" fmla="*/ 608 w 3733"/>
                <a:gd name="T39" fmla="*/ 792 h 4533"/>
                <a:gd name="T40" fmla="*/ 325 w 3733"/>
                <a:gd name="T41" fmla="*/ 792 h 4533"/>
                <a:gd name="T42" fmla="*/ 325 w 3733"/>
                <a:gd name="T43" fmla="*/ 1075 h 4533"/>
                <a:gd name="T44" fmla="*/ 573 w 3733"/>
                <a:gd name="T45" fmla="*/ 1323 h 4533"/>
                <a:gd name="T46" fmla="*/ 0 w 3733"/>
                <a:gd name="T47" fmla="*/ 2667 h 4533"/>
                <a:gd name="T48" fmla="*/ 1667 w 3733"/>
                <a:gd name="T49" fmla="*/ 1801 h 4533"/>
                <a:gd name="T50" fmla="*/ 1867 w 3733"/>
                <a:gd name="T51" fmla="*/ 1601 h 4533"/>
                <a:gd name="T52" fmla="*/ 2067 w 3733"/>
                <a:gd name="T53" fmla="*/ 1801 h 4533"/>
                <a:gd name="T54" fmla="*/ 2067 w 3733"/>
                <a:gd name="T55" fmla="*/ 2468 h 4533"/>
                <a:gd name="T56" fmla="*/ 2733 w 3733"/>
                <a:gd name="T57" fmla="*/ 2468 h 4533"/>
                <a:gd name="T58" fmla="*/ 2933 w 3733"/>
                <a:gd name="T59" fmla="*/ 2668 h 4533"/>
                <a:gd name="T60" fmla="*/ 2733 w 3733"/>
                <a:gd name="T61" fmla="*/ 2868 h 4533"/>
                <a:gd name="T62" fmla="*/ 1867 w 3733"/>
                <a:gd name="T63" fmla="*/ 2868 h 4533"/>
                <a:gd name="T64" fmla="*/ 1667 w 3733"/>
                <a:gd name="T65" fmla="*/ 2668 h 4533"/>
                <a:gd name="T66" fmla="*/ 1667 w 3733"/>
                <a:gd name="T67" fmla="*/ 1801 h 45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3733" h="4533">
                  <a:moveTo>
                    <a:pt x="0" y="2667"/>
                  </a:moveTo>
                  <a:cubicBezTo>
                    <a:pt x="0" y="3696"/>
                    <a:pt x="837" y="4533"/>
                    <a:pt x="1867" y="4533"/>
                  </a:cubicBezTo>
                  <a:cubicBezTo>
                    <a:pt x="2896" y="4533"/>
                    <a:pt x="3733" y="3696"/>
                    <a:pt x="3733" y="2667"/>
                  </a:cubicBezTo>
                  <a:cubicBezTo>
                    <a:pt x="3733" y="2139"/>
                    <a:pt x="3513" y="1662"/>
                    <a:pt x="3161" y="1323"/>
                  </a:cubicBezTo>
                  <a:lnTo>
                    <a:pt x="3408" y="1075"/>
                  </a:lnTo>
                  <a:cubicBezTo>
                    <a:pt x="3486" y="997"/>
                    <a:pt x="3486" y="870"/>
                    <a:pt x="3408" y="792"/>
                  </a:cubicBezTo>
                  <a:cubicBezTo>
                    <a:pt x="3330" y="714"/>
                    <a:pt x="3203" y="714"/>
                    <a:pt x="3125" y="792"/>
                  </a:cubicBezTo>
                  <a:lnTo>
                    <a:pt x="2842" y="1076"/>
                  </a:lnTo>
                  <a:cubicBezTo>
                    <a:pt x="2612" y="934"/>
                    <a:pt x="2348" y="841"/>
                    <a:pt x="2067" y="811"/>
                  </a:cubicBezTo>
                  <a:lnTo>
                    <a:pt x="2067" y="400"/>
                  </a:lnTo>
                  <a:lnTo>
                    <a:pt x="2667" y="400"/>
                  </a:lnTo>
                  <a:cubicBezTo>
                    <a:pt x="2777" y="400"/>
                    <a:pt x="2867" y="310"/>
                    <a:pt x="2867" y="200"/>
                  </a:cubicBezTo>
                  <a:cubicBezTo>
                    <a:pt x="2867" y="90"/>
                    <a:pt x="2777" y="0"/>
                    <a:pt x="2667" y="0"/>
                  </a:cubicBezTo>
                  <a:lnTo>
                    <a:pt x="1067" y="0"/>
                  </a:lnTo>
                  <a:cubicBezTo>
                    <a:pt x="956" y="0"/>
                    <a:pt x="867" y="90"/>
                    <a:pt x="867" y="200"/>
                  </a:cubicBezTo>
                  <a:cubicBezTo>
                    <a:pt x="867" y="310"/>
                    <a:pt x="956" y="400"/>
                    <a:pt x="1067" y="400"/>
                  </a:cubicBezTo>
                  <a:lnTo>
                    <a:pt x="1667" y="400"/>
                  </a:lnTo>
                  <a:lnTo>
                    <a:pt x="1667" y="811"/>
                  </a:lnTo>
                  <a:cubicBezTo>
                    <a:pt x="1385" y="841"/>
                    <a:pt x="1122" y="934"/>
                    <a:pt x="891" y="1076"/>
                  </a:cubicBezTo>
                  <a:lnTo>
                    <a:pt x="608" y="792"/>
                  </a:lnTo>
                  <a:cubicBezTo>
                    <a:pt x="530" y="714"/>
                    <a:pt x="403" y="714"/>
                    <a:pt x="325" y="792"/>
                  </a:cubicBezTo>
                  <a:cubicBezTo>
                    <a:pt x="247" y="870"/>
                    <a:pt x="247" y="997"/>
                    <a:pt x="325" y="1075"/>
                  </a:cubicBezTo>
                  <a:lnTo>
                    <a:pt x="573" y="1323"/>
                  </a:lnTo>
                  <a:cubicBezTo>
                    <a:pt x="220" y="1662"/>
                    <a:pt x="0" y="2139"/>
                    <a:pt x="0" y="2667"/>
                  </a:cubicBezTo>
                  <a:close/>
                  <a:moveTo>
                    <a:pt x="1667" y="1801"/>
                  </a:moveTo>
                  <a:cubicBezTo>
                    <a:pt x="1667" y="1691"/>
                    <a:pt x="1756" y="1601"/>
                    <a:pt x="1867" y="1601"/>
                  </a:cubicBezTo>
                  <a:cubicBezTo>
                    <a:pt x="1977" y="1601"/>
                    <a:pt x="2067" y="1691"/>
                    <a:pt x="2067" y="1801"/>
                  </a:cubicBezTo>
                  <a:lnTo>
                    <a:pt x="2067" y="2468"/>
                  </a:lnTo>
                  <a:lnTo>
                    <a:pt x="2733" y="2468"/>
                  </a:lnTo>
                  <a:cubicBezTo>
                    <a:pt x="2844" y="2468"/>
                    <a:pt x="2933" y="2557"/>
                    <a:pt x="2933" y="2668"/>
                  </a:cubicBezTo>
                  <a:cubicBezTo>
                    <a:pt x="2933" y="2778"/>
                    <a:pt x="2844" y="2868"/>
                    <a:pt x="2733" y="2868"/>
                  </a:cubicBezTo>
                  <a:lnTo>
                    <a:pt x="1867" y="2868"/>
                  </a:lnTo>
                  <a:cubicBezTo>
                    <a:pt x="1756" y="2868"/>
                    <a:pt x="1667" y="2778"/>
                    <a:pt x="1667" y="2668"/>
                  </a:cubicBezTo>
                  <a:lnTo>
                    <a:pt x="1667" y="1801"/>
                  </a:lnTo>
                  <a:close/>
                </a:path>
              </a:pathLst>
            </a:custGeom>
            <a:solidFill>
              <a:schemeClr val="accent1"/>
            </a:solidFill>
            <a:ln>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zh-CN"/>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a:p>
          </p:txBody>
        </p:sp>
        <p:sp>
          <p:nvSpPr>
            <p:cNvPr id="41" name="íşlïḍè">
              <a:extLst>
                <a:ext uri="{FF2B5EF4-FFF2-40B4-BE49-F238E27FC236}">
                  <a16:creationId xmlns:a16="http://schemas.microsoft.com/office/drawing/2014/main" id="{E74AD889-A610-4A03-8C92-E465EDD9617F}"/>
                </a:ext>
              </a:extLst>
            </p:cNvPr>
            <p:cNvSpPr txBox="1"/>
            <p:nvPr/>
          </p:nvSpPr>
          <p:spPr>
            <a:xfrm>
              <a:off x="3835285" y="4433827"/>
              <a:ext cx="743578" cy="318562"/>
            </a:xfrm>
            <a:prstGeom prst="rect">
              <a:avLst/>
            </a:prstGeom>
            <a:noFill/>
          </p:spPr>
          <p:txBody>
            <a:bodyPr wrap="square" lIns="91440" tIns="45720" rIns="91440" bIns="45720" anchor="ctr">
              <a:noAutofit/>
            </a:bodyPr>
            <a:lstStyle/>
            <a:p>
              <a:pPr algn="ctr"/>
              <a:r>
                <a:rPr lang="zh-CN" altLang="en-US" b="1" dirty="0">
                  <a:solidFill>
                    <a:schemeClr val="accent1">
                      <a:lumMod val="75000"/>
                    </a:schemeClr>
                  </a:solidFill>
                </a:rPr>
                <a:t>超时</a:t>
              </a:r>
              <a:endParaRPr lang="en-US" altLang="zh-CN" b="1" dirty="0">
                <a:solidFill>
                  <a:schemeClr val="accent1">
                    <a:lumMod val="75000"/>
                  </a:schemeClr>
                </a:solidFill>
              </a:endParaRPr>
            </a:p>
          </p:txBody>
        </p:sp>
        <p:cxnSp>
          <p:nvCxnSpPr>
            <p:cNvPr id="42" name="直接箭头连接符 41">
              <a:extLst>
                <a:ext uri="{FF2B5EF4-FFF2-40B4-BE49-F238E27FC236}">
                  <a16:creationId xmlns:a16="http://schemas.microsoft.com/office/drawing/2014/main" id="{B4DDF3FF-149C-4C73-A589-197DA1DBB873}"/>
                </a:ext>
              </a:extLst>
            </p:cNvPr>
            <p:cNvCxnSpPr>
              <a:cxnSpLocks/>
            </p:cNvCxnSpPr>
            <p:nvPr/>
          </p:nvCxnSpPr>
          <p:spPr>
            <a:xfrm>
              <a:off x="4207074" y="5181600"/>
              <a:ext cx="0" cy="469864"/>
            </a:xfrm>
            <a:prstGeom prst="straightConnector1">
              <a:avLst/>
            </a:prstGeom>
            <a:ln w="25400">
              <a:tailEnd type="triangle" w="med" len="lg"/>
            </a:ln>
          </p:spPr>
          <p:style>
            <a:lnRef idx="1">
              <a:schemeClr val="accent1"/>
            </a:lnRef>
            <a:fillRef idx="0">
              <a:schemeClr val="accent1"/>
            </a:fillRef>
            <a:effectRef idx="0">
              <a:schemeClr val="accent1"/>
            </a:effectRef>
            <a:fontRef idx="minor">
              <a:schemeClr val="tx1"/>
            </a:fontRef>
          </p:style>
        </p:cxnSp>
      </p:grpSp>
      <p:sp>
        <p:nvSpPr>
          <p:cNvPr id="43" name="矩形 42">
            <a:extLst>
              <a:ext uri="{FF2B5EF4-FFF2-40B4-BE49-F238E27FC236}">
                <a16:creationId xmlns:a16="http://schemas.microsoft.com/office/drawing/2014/main" id="{0E876F37-954E-4D6C-A996-1CB102953694}"/>
              </a:ext>
            </a:extLst>
          </p:cNvPr>
          <p:cNvSpPr/>
          <p:nvPr/>
        </p:nvSpPr>
        <p:spPr>
          <a:xfrm>
            <a:off x="1251044" y="5143539"/>
            <a:ext cx="708432" cy="270283"/>
          </a:xfrm>
          <a:prstGeom prst="rect">
            <a:avLst/>
          </a:prstGeom>
          <a:solidFill>
            <a:schemeClr val="accent3"/>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46800" rIns="46800" rtlCol="0" anchor="ctr"/>
          <a:lstStyle/>
          <a:p>
            <a:pPr algn="ctr"/>
            <a:r>
              <a:rPr lang="en-US" altLang="zh-CN" b="1" dirty="0"/>
              <a:t>DATA0</a:t>
            </a:r>
            <a:endParaRPr lang="zh-CN" altLang="en-US" b="1" dirty="0"/>
          </a:p>
        </p:txBody>
      </p:sp>
      <p:sp>
        <p:nvSpPr>
          <p:cNvPr id="44" name="矩形 43">
            <a:extLst>
              <a:ext uri="{FF2B5EF4-FFF2-40B4-BE49-F238E27FC236}">
                <a16:creationId xmlns:a16="http://schemas.microsoft.com/office/drawing/2014/main" id="{2F18F248-5ACC-4CDC-9551-8E4E4E87931D}"/>
              </a:ext>
            </a:extLst>
          </p:cNvPr>
          <p:cNvSpPr/>
          <p:nvPr/>
        </p:nvSpPr>
        <p:spPr>
          <a:xfrm>
            <a:off x="2307054" y="5563124"/>
            <a:ext cx="739454" cy="374399"/>
          </a:xfrm>
          <a:prstGeom prst="rect">
            <a:avLst/>
          </a:prstGeom>
          <a:solidFill>
            <a:schemeClr val="accent1">
              <a:lumMod val="75000"/>
              <a:alpha val="44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45" name="平行四边形 44">
            <a:extLst>
              <a:ext uri="{FF2B5EF4-FFF2-40B4-BE49-F238E27FC236}">
                <a16:creationId xmlns:a16="http://schemas.microsoft.com/office/drawing/2014/main" id="{9473CBE9-E6F0-B0FF-3ED1-891F433F34A0}"/>
              </a:ext>
            </a:extLst>
          </p:cNvPr>
          <p:cNvSpPr/>
          <p:nvPr/>
        </p:nvSpPr>
        <p:spPr>
          <a:xfrm>
            <a:off x="304800" y="749300"/>
            <a:ext cx="675384" cy="387090"/>
          </a:xfrm>
          <a:prstGeom prst="parallelogram">
            <a:avLst/>
          </a:prstGeom>
          <a:solidFill>
            <a:schemeClr val="accent3">
              <a:lumMod val="75000"/>
            </a:schemeClr>
          </a:solidFill>
          <a:ln>
            <a:solidFill>
              <a:schemeClr val="accent3">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CN" sz="2200" dirty="0">
                <a:latin typeface="Impact" panose="020B0806030902050204" pitchFamily="34" charset="0"/>
              </a:rPr>
              <a:t>05</a:t>
            </a:r>
            <a:endParaRPr lang="zh-CN" altLang="en-US" sz="2200" dirty="0">
              <a:latin typeface="Impact" panose="020B0806030902050204" pitchFamily="34" charset="0"/>
            </a:endParaRPr>
          </a:p>
        </p:txBody>
      </p:sp>
    </p:spTree>
    <p:custDataLst>
      <p:tags r:id="rId1"/>
    </p:custDataLst>
    <p:extLst>
      <p:ext uri="{BB962C8B-B14F-4D97-AF65-F5344CB8AC3E}">
        <p14:creationId xmlns:p14="http://schemas.microsoft.com/office/powerpoint/2010/main" val="2965147424"/>
      </p:ext>
    </p:extLst>
  </p:cSld>
  <p:clrMapOvr>
    <a:masterClrMapping/>
  </p:clrMapOvr>
  <mc:AlternateContent xmlns:mc="http://schemas.openxmlformats.org/markup-compatibility/2006" xmlns:p14="http://schemas.microsoft.com/office/powerpoint/2010/main">
    <mc:Choice Requires="p14">
      <p:transition p14:dur="10"/>
    </mc:Choice>
    <mc:Fallback xmlns="">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2" presetClass="entr" presetSubtype="4" fill="hold" nodeType="withEffect">
                                  <p:stCondLst>
                                    <p:cond delay="0"/>
                                  </p:stCondLst>
                                  <p:childTnLst>
                                    <p:set>
                                      <p:cBhvr>
                                        <p:cTn id="6" dur="1" fill="hold">
                                          <p:stCondLst>
                                            <p:cond delay="0"/>
                                          </p:stCondLst>
                                        </p:cTn>
                                        <p:tgtEl>
                                          <p:spTgt spid="39"/>
                                        </p:tgtEl>
                                        <p:attrNameLst>
                                          <p:attrName>style.visibility</p:attrName>
                                        </p:attrNameLst>
                                      </p:cBhvr>
                                      <p:to>
                                        <p:strVal val="visible"/>
                                      </p:to>
                                    </p:set>
                                    <p:anim calcmode="lin" valueType="num">
                                      <p:cBhvr additive="base">
                                        <p:cTn id="7" dur="500"/>
                                        <p:tgtEl>
                                          <p:spTgt spid="39"/>
                                        </p:tgtEl>
                                        <p:attrNameLst>
                                          <p:attrName>ppt_y</p:attrName>
                                        </p:attrNameLst>
                                      </p:cBhvr>
                                      <p:tavLst>
                                        <p:tav tm="0">
                                          <p:val>
                                            <p:strVal val="#ppt_y+#ppt_h*1.125000"/>
                                          </p:val>
                                        </p:tav>
                                        <p:tav tm="100000">
                                          <p:val>
                                            <p:strVal val="#ppt_y"/>
                                          </p:val>
                                        </p:tav>
                                      </p:tavLst>
                                    </p:anim>
                                    <p:animEffect transition="in" filter="wipe(up)">
                                      <p:cBhvr>
                                        <p:cTn id="8" dur="500"/>
                                        <p:tgtEl>
                                          <p:spTgt spid="39"/>
                                        </p:tgtEl>
                                      </p:cBhvr>
                                    </p:animEffect>
                                  </p:childTnLst>
                                </p:cTn>
                              </p:par>
                            </p:childTnLst>
                          </p:cTn>
                        </p:par>
                      </p:childTnLst>
                    </p:cTn>
                  </p:par>
                  <p:par>
                    <p:cTn id="9" fill="hold">
                      <p:stCondLst>
                        <p:cond delay="indefinite"/>
                      </p:stCondLst>
                      <p:childTnLst>
                        <p:par>
                          <p:cTn id="10" fill="hold">
                            <p:stCondLst>
                              <p:cond delay="0"/>
                            </p:stCondLst>
                            <p:childTnLst>
                              <p:par>
                                <p:cTn id="11" presetID="12" presetClass="entr" presetSubtype="4" fill="hold" grpId="0" nodeType="clickEffect">
                                  <p:stCondLst>
                                    <p:cond delay="0"/>
                                  </p:stCondLst>
                                  <p:childTnLst>
                                    <p:set>
                                      <p:cBhvr>
                                        <p:cTn id="12" dur="1" fill="hold">
                                          <p:stCondLst>
                                            <p:cond delay="0"/>
                                          </p:stCondLst>
                                        </p:cTn>
                                        <p:tgtEl>
                                          <p:spTgt spid="43"/>
                                        </p:tgtEl>
                                        <p:attrNameLst>
                                          <p:attrName>style.visibility</p:attrName>
                                        </p:attrNameLst>
                                      </p:cBhvr>
                                      <p:to>
                                        <p:strVal val="visible"/>
                                      </p:to>
                                    </p:set>
                                    <p:anim calcmode="lin" valueType="num">
                                      <p:cBhvr additive="base">
                                        <p:cTn id="13" dur="1000"/>
                                        <p:tgtEl>
                                          <p:spTgt spid="43"/>
                                        </p:tgtEl>
                                        <p:attrNameLst>
                                          <p:attrName>ppt_y</p:attrName>
                                        </p:attrNameLst>
                                      </p:cBhvr>
                                      <p:tavLst>
                                        <p:tav tm="0">
                                          <p:val>
                                            <p:strVal val="#ppt_y+#ppt_h*1.125000"/>
                                          </p:val>
                                        </p:tav>
                                        <p:tav tm="100000">
                                          <p:val>
                                            <p:strVal val="#ppt_y"/>
                                          </p:val>
                                        </p:tav>
                                      </p:tavLst>
                                    </p:anim>
                                    <p:animEffect transition="in" filter="wipe(up)">
                                      <p:cBhvr>
                                        <p:cTn id="14" dur="1000"/>
                                        <p:tgtEl>
                                          <p:spTgt spid="43"/>
                                        </p:tgtEl>
                                      </p:cBhvr>
                                    </p:animEffect>
                                  </p:childTnLst>
                                </p:cTn>
                              </p:par>
                              <p:par>
                                <p:cTn id="15" presetID="22" presetClass="entr" presetSubtype="8" fill="hold" grpId="0" nodeType="withEffect">
                                  <p:stCondLst>
                                    <p:cond delay="0"/>
                                  </p:stCondLst>
                                  <p:childTnLst>
                                    <p:set>
                                      <p:cBhvr>
                                        <p:cTn id="16" dur="1" fill="hold">
                                          <p:stCondLst>
                                            <p:cond delay="0"/>
                                          </p:stCondLst>
                                        </p:cTn>
                                        <p:tgtEl>
                                          <p:spTgt spid="44"/>
                                        </p:tgtEl>
                                        <p:attrNameLst>
                                          <p:attrName>style.visibility</p:attrName>
                                        </p:attrNameLst>
                                      </p:cBhvr>
                                      <p:to>
                                        <p:strVal val="visible"/>
                                      </p:to>
                                    </p:set>
                                    <p:animEffect transition="in" filter="wipe(left)">
                                      <p:cBhvr>
                                        <p:cTn id="17" dur="1000"/>
                                        <p:tgtEl>
                                          <p:spTgt spid="44"/>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3" grpId="0" animBg="1"/>
      <p:bldP spid="44" grpId="0" animBg="1"/>
    </p:bldLst>
  </p:timing>
</p:sld>
</file>

<file path=ppt/slides/slide21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62" name="组合 61">
            <a:extLst>
              <a:ext uri="{FF2B5EF4-FFF2-40B4-BE49-F238E27FC236}">
                <a16:creationId xmlns:a16="http://schemas.microsoft.com/office/drawing/2014/main" id="{F19B41B5-1CAF-4317-BFE9-0EB9D4F3122A}"/>
              </a:ext>
            </a:extLst>
          </p:cNvPr>
          <p:cNvGrpSpPr/>
          <p:nvPr/>
        </p:nvGrpSpPr>
        <p:grpSpPr>
          <a:xfrm>
            <a:off x="6076266" y="1368773"/>
            <a:ext cx="3025589" cy="910796"/>
            <a:chOff x="2302929" y="5098286"/>
            <a:chExt cx="3025589" cy="910796"/>
          </a:xfrm>
        </p:grpSpPr>
        <p:sp>
          <p:nvSpPr>
            <p:cNvPr id="63" name="矩形 62">
              <a:extLst>
                <a:ext uri="{FF2B5EF4-FFF2-40B4-BE49-F238E27FC236}">
                  <a16:creationId xmlns:a16="http://schemas.microsoft.com/office/drawing/2014/main" id="{B49D0ED5-9735-4215-8648-650049F0844F}"/>
                </a:ext>
              </a:extLst>
            </p:cNvPr>
            <p:cNvSpPr/>
            <p:nvPr/>
          </p:nvSpPr>
          <p:spPr>
            <a:xfrm>
              <a:off x="2302929" y="5467618"/>
              <a:ext cx="3025589" cy="541464"/>
            </a:xfrm>
            <a:prstGeom prst="rect">
              <a:avLst/>
            </a:prstGeom>
            <a:solidFill>
              <a:schemeClr val="accent4"/>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mc:AlternateContent xmlns:mc="http://schemas.openxmlformats.org/markup-compatibility/2006" xmlns:a14="http://schemas.microsoft.com/office/drawing/2010/main">
          <mc:Choice Requires="a14">
            <p:sp>
              <p:nvSpPr>
                <p:cNvPr id="64" name="文本框 63">
                  <a:extLst>
                    <a:ext uri="{FF2B5EF4-FFF2-40B4-BE49-F238E27FC236}">
                      <a16:creationId xmlns:a16="http://schemas.microsoft.com/office/drawing/2014/main" id="{131B1AC1-C9F8-431B-BA17-31E2F41B428C}"/>
                    </a:ext>
                  </a:extLst>
                </p:cNvPr>
                <p:cNvSpPr txBox="1"/>
                <p:nvPr/>
              </p:nvSpPr>
              <p:spPr>
                <a:xfrm>
                  <a:off x="3277773" y="5098286"/>
                  <a:ext cx="1067217" cy="369332"/>
                </a:xfrm>
                <a:prstGeom prst="rect">
                  <a:avLst/>
                </a:prstGeom>
                <a:noFill/>
              </p:spPr>
              <p:txBody>
                <a:bodyPr wrap="square">
                  <a:spAutoFit/>
                </a:bodyPr>
                <a:lstStyle/>
                <a:p>
                  <a:pPr/>
                  <a14:m>
                    <m:oMathPara xmlns:m="http://schemas.openxmlformats.org/officeDocument/2006/math">
                      <m:oMathParaPr>
                        <m:jc m:val="centerGroup"/>
                      </m:oMathParaPr>
                      <m:oMath xmlns:m="http://schemas.openxmlformats.org/officeDocument/2006/math">
                        <m:sSub>
                          <m:sSubPr>
                            <m:ctrlPr>
                              <a:rPr lang="en-US" altLang="zh-CN" b="1" i="1" smtClean="0">
                                <a:solidFill>
                                  <a:schemeClr val="accent4"/>
                                </a:solidFill>
                                <a:latin typeface="Cambria Math" panose="02040503050406030204" pitchFamily="18" charset="0"/>
                              </a:rPr>
                            </m:ctrlPr>
                          </m:sSubPr>
                          <m:e>
                            <m:r>
                              <a:rPr lang="en-US" altLang="zh-CN" b="1" i="1" smtClean="0">
                                <a:solidFill>
                                  <a:schemeClr val="accent4"/>
                                </a:solidFill>
                                <a:latin typeface="Cambria Math" panose="02040503050406030204" pitchFamily="18" charset="0"/>
                              </a:rPr>
                              <m:t>𝑾</m:t>
                            </m:r>
                          </m:e>
                          <m:sub>
                            <m:r>
                              <a:rPr lang="en-US" altLang="zh-CN" b="1" i="1" smtClean="0">
                                <a:solidFill>
                                  <a:schemeClr val="accent4"/>
                                </a:solidFill>
                                <a:latin typeface="Cambria Math" panose="02040503050406030204" pitchFamily="18" charset="0"/>
                              </a:rPr>
                              <m:t>𝑹</m:t>
                            </m:r>
                          </m:sub>
                        </m:sSub>
                        <m:r>
                          <a:rPr lang="en-US" altLang="zh-CN" b="1" i="1" smtClean="0">
                            <a:solidFill>
                              <a:schemeClr val="accent4"/>
                            </a:solidFill>
                            <a:latin typeface="Cambria Math" panose="02040503050406030204" pitchFamily="18" charset="0"/>
                          </a:rPr>
                          <m:t>=</m:t>
                        </m:r>
                        <m:r>
                          <a:rPr lang="en-US" altLang="zh-CN" b="1" i="1" smtClean="0">
                            <a:solidFill>
                              <a:schemeClr val="accent4"/>
                            </a:solidFill>
                            <a:latin typeface="Cambria Math" panose="02040503050406030204" pitchFamily="18" charset="0"/>
                          </a:rPr>
                          <m:t>𝟒</m:t>
                        </m:r>
                      </m:oMath>
                    </m:oMathPara>
                  </a14:m>
                  <a:endParaRPr lang="zh-CN" altLang="en-US" dirty="0">
                    <a:solidFill>
                      <a:schemeClr val="accent4"/>
                    </a:solidFill>
                  </a:endParaRPr>
                </a:p>
              </p:txBody>
            </p:sp>
          </mc:Choice>
          <mc:Fallback xmlns="">
            <p:sp>
              <p:nvSpPr>
                <p:cNvPr id="47" name="文本框 46">
                  <a:extLst>
                    <a:ext uri="{FF2B5EF4-FFF2-40B4-BE49-F238E27FC236}">
                      <a16:creationId xmlns:a16="http://schemas.microsoft.com/office/drawing/2014/main" id="{4DD506B6-2862-4CF6-A3E9-F36AEFD5D21B}"/>
                    </a:ext>
                  </a:extLst>
                </p:cNvPr>
                <p:cNvSpPr txBox="1">
                  <a:spLocks noRot="1" noChangeAspect="1" noMove="1" noResize="1" noEditPoints="1" noAdjustHandles="1" noChangeArrowheads="1" noChangeShapeType="1" noTextEdit="1"/>
                </p:cNvSpPr>
                <p:nvPr/>
              </p:nvSpPr>
              <p:spPr>
                <a:xfrm>
                  <a:off x="3277773" y="5098286"/>
                  <a:ext cx="1067217" cy="369332"/>
                </a:xfrm>
                <a:prstGeom prst="rect">
                  <a:avLst/>
                </a:prstGeom>
                <a:blipFill>
                  <a:blip r:embed="rId3"/>
                  <a:stretch>
                    <a:fillRect b="-3333"/>
                  </a:stretch>
                </a:blipFill>
              </p:spPr>
              <p:txBody>
                <a:bodyPr/>
                <a:lstStyle/>
                <a:p>
                  <a:r>
                    <a:rPr lang="zh-CN" altLang="en-US">
                      <a:noFill/>
                    </a:rPr>
                    <a:t> </a:t>
                  </a:r>
                </a:p>
              </p:txBody>
            </p:sp>
          </mc:Fallback>
        </mc:AlternateContent>
      </p:grpSp>
      <p:grpSp>
        <p:nvGrpSpPr>
          <p:cNvPr id="7" name="组合 6">
            <a:extLst>
              <a:ext uri="{FF2B5EF4-FFF2-40B4-BE49-F238E27FC236}">
                <a16:creationId xmlns:a16="http://schemas.microsoft.com/office/drawing/2014/main" id="{9E77AC09-7192-4583-8A5B-4DEBB14A0D2C}"/>
              </a:ext>
            </a:extLst>
          </p:cNvPr>
          <p:cNvGrpSpPr/>
          <p:nvPr/>
        </p:nvGrpSpPr>
        <p:grpSpPr>
          <a:xfrm>
            <a:off x="2302929" y="5098286"/>
            <a:ext cx="3780000" cy="910796"/>
            <a:chOff x="2302929" y="5098286"/>
            <a:chExt cx="3780000" cy="910796"/>
          </a:xfrm>
        </p:grpSpPr>
        <p:sp>
          <p:nvSpPr>
            <p:cNvPr id="33" name="矩形 32">
              <a:extLst>
                <a:ext uri="{FF2B5EF4-FFF2-40B4-BE49-F238E27FC236}">
                  <a16:creationId xmlns:a16="http://schemas.microsoft.com/office/drawing/2014/main" id="{3EA6F5A2-1C83-4BE5-9CCD-7CBA9C984323}"/>
                </a:ext>
              </a:extLst>
            </p:cNvPr>
            <p:cNvSpPr/>
            <p:nvPr/>
          </p:nvSpPr>
          <p:spPr>
            <a:xfrm>
              <a:off x="2302929" y="5467618"/>
              <a:ext cx="3780000" cy="541464"/>
            </a:xfrm>
            <a:prstGeom prst="rect">
              <a:avLst/>
            </a:prstGeom>
            <a:solidFill>
              <a:schemeClr val="accent3"/>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mc:AlternateContent xmlns:mc="http://schemas.openxmlformats.org/markup-compatibility/2006" xmlns:a14="http://schemas.microsoft.com/office/drawing/2010/main">
          <mc:Choice Requires="a14">
            <p:sp>
              <p:nvSpPr>
                <p:cNvPr id="34" name="文本框 33">
                  <a:extLst>
                    <a:ext uri="{FF2B5EF4-FFF2-40B4-BE49-F238E27FC236}">
                      <a16:creationId xmlns:a16="http://schemas.microsoft.com/office/drawing/2014/main" id="{8C755A65-DDAE-400F-BD8A-B2EB9981B67D}"/>
                    </a:ext>
                  </a:extLst>
                </p:cNvPr>
                <p:cNvSpPr txBox="1"/>
                <p:nvPr/>
              </p:nvSpPr>
              <p:spPr>
                <a:xfrm>
                  <a:off x="3670624" y="5098286"/>
                  <a:ext cx="1067217" cy="369332"/>
                </a:xfrm>
                <a:prstGeom prst="rect">
                  <a:avLst/>
                </a:prstGeom>
                <a:noFill/>
              </p:spPr>
              <p:txBody>
                <a:bodyPr wrap="square">
                  <a:spAutoFit/>
                </a:bodyPr>
                <a:lstStyle/>
                <a:p>
                  <a:pPr/>
                  <a14:m>
                    <m:oMathPara xmlns:m="http://schemas.openxmlformats.org/officeDocument/2006/math">
                      <m:oMathParaPr>
                        <m:jc m:val="centerGroup"/>
                      </m:oMathParaPr>
                      <m:oMath xmlns:m="http://schemas.openxmlformats.org/officeDocument/2006/math">
                        <m:sSub>
                          <m:sSubPr>
                            <m:ctrlPr>
                              <a:rPr lang="en-US" altLang="zh-CN" b="1" i="1" smtClean="0">
                                <a:solidFill>
                                  <a:schemeClr val="accent3"/>
                                </a:solidFill>
                                <a:latin typeface="Cambria Math" panose="02040503050406030204" pitchFamily="18" charset="0"/>
                              </a:rPr>
                            </m:ctrlPr>
                          </m:sSubPr>
                          <m:e>
                            <m:r>
                              <a:rPr lang="en-US" altLang="zh-CN" b="1" i="1" smtClean="0">
                                <a:solidFill>
                                  <a:schemeClr val="accent3"/>
                                </a:solidFill>
                                <a:latin typeface="Cambria Math" panose="02040503050406030204" pitchFamily="18" charset="0"/>
                              </a:rPr>
                              <m:t>𝑾</m:t>
                            </m:r>
                          </m:e>
                          <m:sub>
                            <m:r>
                              <a:rPr lang="en-US" altLang="zh-CN" b="1" i="1" smtClean="0">
                                <a:solidFill>
                                  <a:schemeClr val="accent3"/>
                                </a:solidFill>
                                <a:latin typeface="Cambria Math" panose="02040503050406030204" pitchFamily="18" charset="0"/>
                              </a:rPr>
                              <m:t>𝑻</m:t>
                            </m:r>
                          </m:sub>
                        </m:sSub>
                        <m:r>
                          <a:rPr lang="en-US" altLang="zh-CN" b="1" i="1" smtClean="0">
                            <a:solidFill>
                              <a:schemeClr val="accent3"/>
                            </a:solidFill>
                            <a:latin typeface="Cambria Math" panose="02040503050406030204" pitchFamily="18" charset="0"/>
                          </a:rPr>
                          <m:t>=</m:t>
                        </m:r>
                        <m:r>
                          <a:rPr lang="en-US" altLang="zh-CN" b="1" i="1" smtClean="0">
                            <a:solidFill>
                              <a:schemeClr val="accent3"/>
                            </a:solidFill>
                            <a:latin typeface="Cambria Math" panose="02040503050406030204" pitchFamily="18" charset="0"/>
                          </a:rPr>
                          <m:t>𝟓</m:t>
                        </m:r>
                      </m:oMath>
                    </m:oMathPara>
                  </a14:m>
                  <a:endParaRPr lang="zh-CN" altLang="en-US" dirty="0">
                    <a:solidFill>
                      <a:schemeClr val="accent3"/>
                    </a:solidFill>
                  </a:endParaRPr>
                </a:p>
              </p:txBody>
            </p:sp>
          </mc:Choice>
          <mc:Fallback xmlns="">
            <p:sp>
              <p:nvSpPr>
                <p:cNvPr id="34" name="文本框 33">
                  <a:extLst>
                    <a:ext uri="{FF2B5EF4-FFF2-40B4-BE49-F238E27FC236}">
                      <a16:creationId xmlns:a16="http://schemas.microsoft.com/office/drawing/2014/main" id="{8C755A65-DDAE-400F-BD8A-B2EB9981B67D}"/>
                    </a:ext>
                  </a:extLst>
                </p:cNvPr>
                <p:cNvSpPr txBox="1">
                  <a:spLocks noRot="1" noChangeAspect="1" noMove="1" noResize="1" noEditPoints="1" noAdjustHandles="1" noChangeArrowheads="1" noChangeShapeType="1" noTextEdit="1"/>
                </p:cNvSpPr>
                <p:nvPr/>
              </p:nvSpPr>
              <p:spPr>
                <a:xfrm>
                  <a:off x="3670624" y="5098286"/>
                  <a:ext cx="1067217" cy="369332"/>
                </a:xfrm>
                <a:prstGeom prst="rect">
                  <a:avLst/>
                </a:prstGeom>
                <a:blipFill>
                  <a:blip r:embed="rId4"/>
                  <a:stretch>
                    <a:fillRect b="-3279"/>
                  </a:stretch>
                </a:blipFill>
              </p:spPr>
              <p:txBody>
                <a:bodyPr/>
                <a:lstStyle/>
                <a:p>
                  <a:r>
                    <a:rPr lang="zh-CN" altLang="en-US">
                      <a:noFill/>
                    </a:rPr>
                    <a:t> </a:t>
                  </a:r>
                </a:p>
              </p:txBody>
            </p:sp>
          </mc:Fallback>
        </mc:AlternateContent>
      </p:grpSp>
      <p:grpSp>
        <p:nvGrpSpPr>
          <p:cNvPr id="4" name="组合 3">
            <a:extLst>
              <a:ext uri="{FF2B5EF4-FFF2-40B4-BE49-F238E27FC236}">
                <a16:creationId xmlns:a16="http://schemas.microsoft.com/office/drawing/2014/main" id="{9A1EA9F2-FCB6-48C3-935F-7AE7E3AD14AC}"/>
              </a:ext>
            </a:extLst>
          </p:cNvPr>
          <p:cNvGrpSpPr/>
          <p:nvPr/>
        </p:nvGrpSpPr>
        <p:grpSpPr>
          <a:xfrm>
            <a:off x="304800" y="749300"/>
            <a:ext cx="6192344" cy="400110"/>
            <a:chOff x="424117" y="898245"/>
            <a:chExt cx="6192344" cy="400110"/>
          </a:xfrm>
        </p:grpSpPr>
        <p:sp>
          <p:nvSpPr>
            <p:cNvPr id="2" name="平行四边形 1">
              <a:extLst>
                <a:ext uri="{FF2B5EF4-FFF2-40B4-BE49-F238E27FC236}">
                  <a16:creationId xmlns:a16="http://schemas.microsoft.com/office/drawing/2014/main" id="{1F5BAA3F-9845-4F89-A2DD-8222D3E4EDAC}"/>
                </a:ext>
              </a:extLst>
            </p:cNvPr>
            <p:cNvSpPr/>
            <p:nvPr/>
          </p:nvSpPr>
          <p:spPr>
            <a:xfrm>
              <a:off x="424117" y="898245"/>
              <a:ext cx="628306" cy="387090"/>
            </a:xfrm>
            <a:prstGeom prst="parallelogram">
              <a:avLst/>
            </a:prstGeom>
            <a:solidFill>
              <a:schemeClr val="accent3">
                <a:lumMod val="75000"/>
              </a:schemeClr>
            </a:solidFill>
            <a:ln>
              <a:solidFill>
                <a:schemeClr val="accent3">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CN" sz="2200" dirty="0">
                  <a:latin typeface="Impact" panose="020B0806030902050204" pitchFamily="34" charset="0"/>
                </a:rPr>
                <a:t>01</a:t>
              </a:r>
              <a:endParaRPr lang="zh-CN" altLang="en-US" sz="2200" dirty="0">
                <a:latin typeface="Impact" panose="020B0806030902050204" pitchFamily="34" charset="0"/>
              </a:endParaRPr>
            </a:p>
          </p:txBody>
        </p:sp>
        <p:sp>
          <p:nvSpPr>
            <p:cNvPr id="3" name="文本框 2">
              <a:extLst>
                <a:ext uri="{FF2B5EF4-FFF2-40B4-BE49-F238E27FC236}">
                  <a16:creationId xmlns:a16="http://schemas.microsoft.com/office/drawing/2014/main" id="{4D6BD736-A4D3-4F26-AFED-36E11F50F70B}"/>
                </a:ext>
              </a:extLst>
            </p:cNvPr>
            <p:cNvSpPr txBox="1"/>
            <p:nvPr/>
          </p:nvSpPr>
          <p:spPr>
            <a:xfrm>
              <a:off x="1052423" y="898245"/>
              <a:ext cx="5564038" cy="400110"/>
            </a:xfrm>
            <a:prstGeom prst="rect">
              <a:avLst/>
            </a:prstGeom>
            <a:noFill/>
          </p:spPr>
          <p:txBody>
            <a:bodyPr wrap="square" rtlCol="0">
              <a:spAutoFit/>
            </a:bodyPr>
            <a:lstStyle/>
            <a:p>
              <a:r>
                <a:rPr lang="zh-CN" altLang="en-US" sz="2000" b="1" dirty="0"/>
                <a:t>选择重传协议</a:t>
              </a:r>
            </a:p>
          </p:txBody>
        </p:sp>
      </p:grpSp>
      <p:grpSp>
        <p:nvGrpSpPr>
          <p:cNvPr id="18" name="组合 17">
            <a:extLst>
              <a:ext uri="{FF2B5EF4-FFF2-40B4-BE49-F238E27FC236}">
                <a16:creationId xmlns:a16="http://schemas.microsoft.com/office/drawing/2014/main" id="{AF599708-FA4B-4F1A-915B-51ADB6AF8A5B}"/>
              </a:ext>
            </a:extLst>
          </p:cNvPr>
          <p:cNvGrpSpPr/>
          <p:nvPr/>
        </p:nvGrpSpPr>
        <p:grpSpPr>
          <a:xfrm>
            <a:off x="475097" y="1263518"/>
            <a:ext cx="1355161" cy="5114896"/>
            <a:chOff x="475097" y="1263518"/>
            <a:chExt cx="1355161" cy="5114896"/>
          </a:xfrm>
        </p:grpSpPr>
        <p:cxnSp>
          <p:nvCxnSpPr>
            <p:cNvPr id="19" name="直接连接符 18">
              <a:extLst>
                <a:ext uri="{FF2B5EF4-FFF2-40B4-BE49-F238E27FC236}">
                  <a16:creationId xmlns:a16="http://schemas.microsoft.com/office/drawing/2014/main" id="{8C267D38-D538-4153-B853-5B2DDE097738}"/>
                </a:ext>
              </a:extLst>
            </p:cNvPr>
            <p:cNvCxnSpPr>
              <a:cxnSpLocks/>
            </p:cNvCxnSpPr>
            <p:nvPr/>
          </p:nvCxnSpPr>
          <p:spPr>
            <a:xfrm flipV="1">
              <a:off x="1208367" y="2012996"/>
              <a:ext cx="0" cy="3813858"/>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nvGrpSpPr>
            <p:cNvPr id="20" name="组合 19">
              <a:extLst>
                <a:ext uri="{FF2B5EF4-FFF2-40B4-BE49-F238E27FC236}">
                  <a16:creationId xmlns:a16="http://schemas.microsoft.com/office/drawing/2014/main" id="{1A3F15DA-8F30-45DE-8760-8CB5AC7691B0}"/>
                </a:ext>
              </a:extLst>
            </p:cNvPr>
            <p:cNvGrpSpPr/>
            <p:nvPr/>
          </p:nvGrpSpPr>
          <p:grpSpPr>
            <a:xfrm>
              <a:off x="700096" y="5368000"/>
              <a:ext cx="905164" cy="1010414"/>
              <a:chOff x="700096" y="5368000"/>
              <a:chExt cx="905164" cy="1010414"/>
            </a:xfrm>
          </p:grpSpPr>
          <p:pic>
            <p:nvPicPr>
              <p:cNvPr id="25" name="图形 24">
                <a:extLst>
                  <a:ext uri="{FF2B5EF4-FFF2-40B4-BE49-F238E27FC236}">
                    <a16:creationId xmlns:a16="http://schemas.microsoft.com/office/drawing/2014/main" id="{5079B8D0-730B-4F27-A9EC-8AC79CEECAE0}"/>
                  </a:ext>
                </a:extLst>
              </p:cNvPr>
              <p:cNvPicPr>
                <a:picLocks noChangeAspect="1"/>
              </p:cNvPicPr>
              <p:nvPr/>
            </p:nvPicPr>
            <p:blipFill>
              <a:blip r:embed="rId5">
                <a:extLst>
                  <a:ext uri="{28A0092B-C50C-407E-A947-70E740481C1C}">
                    <a14:useLocalDpi xmlns:a14="http://schemas.microsoft.com/office/drawing/2010/main" val="0"/>
                  </a:ext>
                  <a:ext uri="{96DAC541-7B7A-43D3-8B79-37D633B846F1}">
                    <asvg:svgBlip xmlns:asvg="http://schemas.microsoft.com/office/drawing/2016/SVG/main" r:embed="rId6"/>
                  </a:ext>
                </a:extLst>
              </a:blip>
              <a:stretch>
                <a:fillRect/>
              </a:stretch>
            </p:blipFill>
            <p:spPr>
              <a:xfrm>
                <a:off x="821271" y="5368000"/>
                <a:ext cx="662814" cy="641082"/>
              </a:xfrm>
              <a:prstGeom prst="rect">
                <a:avLst/>
              </a:prstGeom>
            </p:spPr>
          </p:pic>
          <p:sp>
            <p:nvSpPr>
              <p:cNvPr id="26" name="文本框 25">
                <a:extLst>
                  <a:ext uri="{FF2B5EF4-FFF2-40B4-BE49-F238E27FC236}">
                    <a16:creationId xmlns:a16="http://schemas.microsoft.com/office/drawing/2014/main" id="{68E9BE24-5234-4436-839C-0CC65C932068}"/>
                  </a:ext>
                </a:extLst>
              </p:cNvPr>
              <p:cNvSpPr txBox="1"/>
              <p:nvPr/>
            </p:nvSpPr>
            <p:spPr>
              <a:xfrm>
                <a:off x="700096" y="6009082"/>
                <a:ext cx="905164" cy="369332"/>
              </a:xfrm>
              <a:prstGeom prst="rect">
                <a:avLst/>
              </a:prstGeom>
              <a:noFill/>
            </p:spPr>
            <p:txBody>
              <a:bodyPr wrap="square" rtlCol="0">
                <a:spAutoFit/>
              </a:bodyPr>
              <a:lstStyle/>
              <a:p>
                <a:r>
                  <a:rPr lang="zh-CN" altLang="en-US" b="1" dirty="0">
                    <a:latin typeface="+mn-ea"/>
                  </a:rPr>
                  <a:t>发送方</a:t>
                </a:r>
              </a:p>
            </p:txBody>
          </p:sp>
        </p:grpSp>
        <p:grpSp>
          <p:nvGrpSpPr>
            <p:cNvPr id="21" name="组合 20">
              <a:extLst>
                <a:ext uri="{FF2B5EF4-FFF2-40B4-BE49-F238E27FC236}">
                  <a16:creationId xmlns:a16="http://schemas.microsoft.com/office/drawing/2014/main" id="{50E1DF35-9236-4BB6-BAC4-1AE805165946}"/>
                </a:ext>
              </a:extLst>
            </p:cNvPr>
            <p:cNvGrpSpPr/>
            <p:nvPr/>
          </p:nvGrpSpPr>
          <p:grpSpPr>
            <a:xfrm>
              <a:off x="878301" y="1263518"/>
              <a:ext cx="905164" cy="1027908"/>
              <a:chOff x="878301" y="1390382"/>
              <a:chExt cx="905164" cy="1027908"/>
            </a:xfrm>
          </p:grpSpPr>
          <p:pic>
            <p:nvPicPr>
              <p:cNvPr id="23" name="图形 22">
                <a:extLst>
                  <a:ext uri="{FF2B5EF4-FFF2-40B4-BE49-F238E27FC236}">
                    <a16:creationId xmlns:a16="http://schemas.microsoft.com/office/drawing/2014/main" id="{E155E3ED-8C2A-42C4-BFBF-393051944136}"/>
                  </a:ext>
                </a:extLst>
              </p:cNvPr>
              <p:cNvPicPr>
                <a:picLocks noChangeAspect="1"/>
              </p:cNvPicPr>
              <p:nvPr/>
            </p:nvPicPr>
            <p:blipFill>
              <a:blip r:embed="rId7">
                <a:extLst>
                  <a:ext uri="{28A0092B-C50C-407E-A947-70E740481C1C}">
                    <a14:useLocalDpi xmlns:a14="http://schemas.microsoft.com/office/drawing/2010/main" val="0"/>
                  </a:ext>
                  <a:ext uri="{96DAC541-7B7A-43D3-8B79-37D633B846F1}">
                    <asvg:svgBlip xmlns:asvg="http://schemas.microsoft.com/office/drawing/2016/SVG/main" r:embed="rId8"/>
                  </a:ext>
                </a:extLst>
              </a:blip>
              <a:stretch>
                <a:fillRect/>
              </a:stretch>
            </p:blipFill>
            <p:spPr>
              <a:xfrm>
                <a:off x="984826" y="1759714"/>
                <a:ext cx="501772" cy="658576"/>
              </a:xfrm>
              <a:prstGeom prst="rect">
                <a:avLst/>
              </a:prstGeom>
            </p:spPr>
          </p:pic>
          <p:sp>
            <p:nvSpPr>
              <p:cNvPr id="24" name="文本框 23">
                <a:extLst>
                  <a:ext uri="{FF2B5EF4-FFF2-40B4-BE49-F238E27FC236}">
                    <a16:creationId xmlns:a16="http://schemas.microsoft.com/office/drawing/2014/main" id="{818AC20B-3072-437F-B302-67397F49105B}"/>
                  </a:ext>
                </a:extLst>
              </p:cNvPr>
              <p:cNvSpPr txBox="1"/>
              <p:nvPr/>
            </p:nvSpPr>
            <p:spPr>
              <a:xfrm>
                <a:off x="878301" y="1390382"/>
                <a:ext cx="905164" cy="369332"/>
              </a:xfrm>
              <a:prstGeom prst="rect">
                <a:avLst/>
              </a:prstGeom>
              <a:noFill/>
            </p:spPr>
            <p:txBody>
              <a:bodyPr wrap="square" rtlCol="0">
                <a:spAutoFit/>
              </a:bodyPr>
              <a:lstStyle/>
              <a:p>
                <a:r>
                  <a:rPr lang="zh-CN" altLang="en-US" b="1" dirty="0">
                    <a:latin typeface="+mn-ea"/>
                  </a:rPr>
                  <a:t>接收方</a:t>
                </a:r>
              </a:p>
            </p:txBody>
          </p:sp>
        </p:grpSp>
        <p:sp>
          <p:nvSpPr>
            <p:cNvPr id="22" name="云形 21">
              <a:extLst>
                <a:ext uri="{FF2B5EF4-FFF2-40B4-BE49-F238E27FC236}">
                  <a16:creationId xmlns:a16="http://schemas.microsoft.com/office/drawing/2014/main" id="{97C64CE5-C9EB-4960-87FB-62108C97374D}"/>
                </a:ext>
              </a:extLst>
            </p:cNvPr>
            <p:cNvSpPr/>
            <p:nvPr/>
          </p:nvSpPr>
          <p:spPr>
            <a:xfrm>
              <a:off x="475097" y="3429014"/>
              <a:ext cx="1355161" cy="801398"/>
            </a:xfrm>
            <a:prstGeom prst="cloud">
              <a:avLst/>
            </a:prstGeom>
            <a:solidFill>
              <a:schemeClr val="bg1">
                <a:lumMod val="85000"/>
              </a:schemeClr>
            </a:solidFill>
            <a:ln>
              <a:solidFill>
                <a:schemeClr val="bg1">
                  <a:lumMod val="85000"/>
                </a:schemeClr>
              </a:solidFill>
            </a:ln>
          </p:spPr>
          <p:style>
            <a:lnRef idx="2">
              <a:schemeClr val="accent3">
                <a:shade val="50000"/>
              </a:schemeClr>
            </a:lnRef>
            <a:fillRef idx="1">
              <a:schemeClr val="accent3"/>
            </a:fillRef>
            <a:effectRef idx="0">
              <a:schemeClr val="accent3"/>
            </a:effectRef>
            <a:fontRef idx="minor">
              <a:schemeClr val="lt1"/>
            </a:fontRef>
          </p:style>
          <p:txBody>
            <a:bodyPr rtlCol="0" anchor="ctr"/>
            <a:lstStyle/>
            <a:p>
              <a:pPr algn="ctr"/>
              <a:r>
                <a:rPr lang="zh-CN" altLang="en-US" b="1" dirty="0">
                  <a:solidFill>
                    <a:schemeClr val="tx1"/>
                  </a:solidFill>
                  <a:latin typeface="+mn-ea"/>
                </a:rPr>
                <a:t>因特网</a:t>
              </a:r>
            </a:p>
          </p:txBody>
        </p:sp>
      </p:grpSp>
      <mc:AlternateContent xmlns:mc="http://schemas.openxmlformats.org/markup-compatibility/2006" xmlns:a14="http://schemas.microsoft.com/office/drawing/2010/main">
        <mc:Choice Requires="a14">
          <p:sp>
            <p:nvSpPr>
              <p:cNvPr id="28" name="íşlïḍè">
                <a:extLst>
                  <a:ext uri="{FF2B5EF4-FFF2-40B4-BE49-F238E27FC236}">
                    <a16:creationId xmlns:a16="http://schemas.microsoft.com/office/drawing/2014/main" id="{8898676C-F981-4D74-B324-A859D1387610}"/>
                  </a:ext>
                </a:extLst>
              </p:cNvPr>
              <p:cNvSpPr txBox="1"/>
              <p:nvPr/>
            </p:nvSpPr>
            <p:spPr>
              <a:xfrm>
                <a:off x="2993250" y="2799126"/>
                <a:ext cx="6657288" cy="311297"/>
              </a:xfrm>
              <a:prstGeom prst="rect">
                <a:avLst/>
              </a:prstGeom>
              <a:noFill/>
            </p:spPr>
            <p:txBody>
              <a:bodyPr wrap="square" lIns="91440" tIns="45720" rIns="91440" bIns="45720" anchor="ctr">
                <a:noAutofit/>
              </a:bodyPr>
              <a:lstStyle/>
              <a:p>
                <a:r>
                  <a:rPr lang="zh-CN" altLang="en-US" b="1" dirty="0"/>
                  <a:t>本例假设采用</a:t>
                </a:r>
                <a14:m>
                  <m:oMath xmlns:m="http://schemas.openxmlformats.org/officeDocument/2006/math">
                    <m:r>
                      <a:rPr lang="en-US" altLang="zh-CN" b="1" i="1" dirty="0" smtClean="0">
                        <a:latin typeface="Cambria Math" panose="02040503050406030204" pitchFamily="18" charset="0"/>
                      </a:rPr>
                      <m:t>𝟑</m:t>
                    </m:r>
                  </m:oMath>
                </a14:m>
                <a:r>
                  <a:rPr lang="zh-CN" altLang="en-US" b="1" dirty="0"/>
                  <a:t>个比特给分组编序号，则序号范围是</a:t>
                </a:r>
                <a14:m>
                  <m:oMath xmlns:m="http://schemas.openxmlformats.org/officeDocument/2006/math">
                    <m:r>
                      <a:rPr lang="en-US" altLang="zh-CN" b="1" i="0" smtClean="0">
                        <a:latin typeface="Cambria Math" panose="02040503050406030204" pitchFamily="18" charset="0"/>
                        <a:ea typeface="Cambria Math" panose="02040503050406030204" pitchFamily="18" charset="0"/>
                      </a:rPr>
                      <m:t>𝟎</m:t>
                    </m:r>
                    <m:r>
                      <a:rPr lang="en-US" altLang="zh-CN" b="1" i="1" smtClean="0">
                        <a:latin typeface="Cambria Math" panose="02040503050406030204" pitchFamily="18" charset="0"/>
                        <a:ea typeface="Cambria Math" panose="02040503050406030204" pitchFamily="18" charset="0"/>
                      </a:rPr>
                      <m:t>~</m:t>
                    </m:r>
                    <m:sSup>
                      <m:sSupPr>
                        <m:ctrlPr>
                          <a:rPr lang="en-US" altLang="zh-CN" b="1" i="1" smtClean="0">
                            <a:latin typeface="Cambria Math" panose="02040503050406030204" pitchFamily="18" charset="0"/>
                            <a:ea typeface="Cambria Math" panose="02040503050406030204" pitchFamily="18" charset="0"/>
                          </a:rPr>
                        </m:ctrlPr>
                      </m:sSupPr>
                      <m:e>
                        <m:r>
                          <a:rPr lang="en-US" altLang="zh-CN" b="1" i="1" smtClean="0">
                            <a:latin typeface="Cambria Math" panose="02040503050406030204" pitchFamily="18" charset="0"/>
                            <a:ea typeface="Cambria Math" panose="02040503050406030204" pitchFamily="18" charset="0"/>
                          </a:rPr>
                          <m:t>(</m:t>
                        </m:r>
                        <m:r>
                          <a:rPr lang="en-US" altLang="zh-CN" b="1" i="1" smtClean="0">
                            <a:latin typeface="Cambria Math" panose="02040503050406030204" pitchFamily="18" charset="0"/>
                            <a:ea typeface="Cambria Math" panose="02040503050406030204" pitchFamily="18" charset="0"/>
                          </a:rPr>
                          <m:t>𝟐</m:t>
                        </m:r>
                      </m:e>
                      <m:sup>
                        <m:r>
                          <a:rPr lang="en-US" altLang="zh-CN" b="1" i="1" smtClean="0">
                            <a:latin typeface="Cambria Math" panose="02040503050406030204" pitchFamily="18" charset="0"/>
                            <a:ea typeface="Cambria Math" panose="02040503050406030204" pitchFamily="18" charset="0"/>
                          </a:rPr>
                          <m:t>𝟑</m:t>
                        </m:r>
                      </m:sup>
                    </m:sSup>
                    <m:r>
                      <a:rPr lang="en-US" altLang="zh-CN" b="1" i="1" smtClean="0">
                        <a:latin typeface="Cambria Math" panose="02040503050406030204" pitchFamily="18" charset="0"/>
                        <a:ea typeface="Cambria Math" panose="02040503050406030204" pitchFamily="18" charset="0"/>
                      </a:rPr>
                      <m:t>−</m:t>
                    </m:r>
                    <m:r>
                      <a:rPr lang="en-US" altLang="zh-CN" b="1" i="1" smtClean="0">
                        <a:latin typeface="Cambria Math" panose="02040503050406030204" pitchFamily="18" charset="0"/>
                        <a:ea typeface="Cambria Math" panose="02040503050406030204" pitchFamily="18" charset="0"/>
                      </a:rPr>
                      <m:t>𝟏</m:t>
                    </m:r>
                    <m:r>
                      <a:rPr lang="en-US" altLang="zh-CN" b="1" i="1" smtClean="0">
                        <a:latin typeface="Cambria Math" panose="02040503050406030204" pitchFamily="18" charset="0"/>
                        <a:ea typeface="Cambria Math" panose="02040503050406030204" pitchFamily="18" charset="0"/>
                      </a:rPr>
                      <m:t>)。</m:t>
                    </m:r>
                  </m:oMath>
                </a14:m>
                <a:endParaRPr lang="en-US" altLang="zh-CN" b="1" dirty="0"/>
              </a:p>
            </p:txBody>
          </p:sp>
        </mc:Choice>
        <mc:Fallback xmlns="">
          <p:sp>
            <p:nvSpPr>
              <p:cNvPr id="28" name="íşlïḍè">
                <a:extLst>
                  <a:ext uri="{FF2B5EF4-FFF2-40B4-BE49-F238E27FC236}">
                    <a16:creationId xmlns:a16="http://schemas.microsoft.com/office/drawing/2014/main" id="{8898676C-F981-4D74-B324-A859D1387610}"/>
                  </a:ext>
                </a:extLst>
              </p:cNvPr>
              <p:cNvSpPr txBox="1">
                <a:spLocks noRot="1" noChangeAspect="1" noMove="1" noResize="1" noEditPoints="1" noAdjustHandles="1" noChangeArrowheads="1" noChangeShapeType="1" noTextEdit="1"/>
              </p:cNvSpPr>
              <p:nvPr/>
            </p:nvSpPr>
            <p:spPr>
              <a:xfrm>
                <a:off x="2993250" y="2799126"/>
                <a:ext cx="6657288" cy="311297"/>
              </a:xfrm>
              <a:prstGeom prst="rect">
                <a:avLst/>
              </a:prstGeom>
              <a:blipFill>
                <a:blip r:embed="rId9"/>
                <a:stretch>
                  <a:fillRect l="-733" t="-17647" b="-41176"/>
                </a:stretch>
              </a:blipFill>
            </p:spPr>
            <p:txBody>
              <a:bodyPr/>
              <a:lstStyle/>
              <a:p>
                <a:r>
                  <a:rPr lang="zh-CN" altLang="en-US">
                    <a:noFill/>
                  </a:rPr>
                  <a:t> </a:t>
                </a:r>
              </a:p>
            </p:txBody>
          </p:sp>
        </mc:Fallback>
      </mc:AlternateContent>
      <p:graphicFrame>
        <p:nvGraphicFramePr>
          <p:cNvPr id="29" name="表格 21">
            <a:extLst>
              <a:ext uri="{FF2B5EF4-FFF2-40B4-BE49-F238E27FC236}">
                <a16:creationId xmlns:a16="http://schemas.microsoft.com/office/drawing/2014/main" id="{44D0CDFF-8B53-4BB1-835E-1192E30CC2FA}"/>
              </a:ext>
            </a:extLst>
          </p:cNvPr>
          <p:cNvGraphicFramePr>
            <a:graphicFrameLocks noGrp="1"/>
          </p:cNvGraphicFramePr>
          <p:nvPr/>
        </p:nvGraphicFramePr>
        <p:xfrm>
          <a:off x="2302929" y="5557308"/>
          <a:ext cx="9067800" cy="370840"/>
        </p:xfrm>
        <a:graphic>
          <a:graphicData uri="http://schemas.openxmlformats.org/drawingml/2006/table">
            <a:tbl>
              <a:tblPr firstRow="1" bandRow="1">
                <a:tableStyleId>{5C22544A-7EE6-4342-B048-85BDC9FD1C3A}</a:tableStyleId>
              </a:tblPr>
              <a:tblGrid>
                <a:gridCol w="755650">
                  <a:extLst>
                    <a:ext uri="{9D8B030D-6E8A-4147-A177-3AD203B41FA5}">
                      <a16:colId xmlns:a16="http://schemas.microsoft.com/office/drawing/2014/main" val="877486509"/>
                    </a:ext>
                  </a:extLst>
                </a:gridCol>
                <a:gridCol w="755650">
                  <a:extLst>
                    <a:ext uri="{9D8B030D-6E8A-4147-A177-3AD203B41FA5}">
                      <a16:colId xmlns:a16="http://schemas.microsoft.com/office/drawing/2014/main" val="3548605817"/>
                    </a:ext>
                  </a:extLst>
                </a:gridCol>
                <a:gridCol w="755650">
                  <a:extLst>
                    <a:ext uri="{9D8B030D-6E8A-4147-A177-3AD203B41FA5}">
                      <a16:colId xmlns:a16="http://schemas.microsoft.com/office/drawing/2014/main" val="2881812895"/>
                    </a:ext>
                  </a:extLst>
                </a:gridCol>
                <a:gridCol w="755650">
                  <a:extLst>
                    <a:ext uri="{9D8B030D-6E8A-4147-A177-3AD203B41FA5}">
                      <a16:colId xmlns:a16="http://schemas.microsoft.com/office/drawing/2014/main" val="3682284582"/>
                    </a:ext>
                  </a:extLst>
                </a:gridCol>
                <a:gridCol w="755650">
                  <a:extLst>
                    <a:ext uri="{9D8B030D-6E8A-4147-A177-3AD203B41FA5}">
                      <a16:colId xmlns:a16="http://schemas.microsoft.com/office/drawing/2014/main" val="500127722"/>
                    </a:ext>
                  </a:extLst>
                </a:gridCol>
                <a:gridCol w="755650">
                  <a:extLst>
                    <a:ext uri="{9D8B030D-6E8A-4147-A177-3AD203B41FA5}">
                      <a16:colId xmlns:a16="http://schemas.microsoft.com/office/drawing/2014/main" val="2946259618"/>
                    </a:ext>
                  </a:extLst>
                </a:gridCol>
                <a:gridCol w="755650">
                  <a:extLst>
                    <a:ext uri="{9D8B030D-6E8A-4147-A177-3AD203B41FA5}">
                      <a16:colId xmlns:a16="http://schemas.microsoft.com/office/drawing/2014/main" val="171501986"/>
                    </a:ext>
                  </a:extLst>
                </a:gridCol>
                <a:gridCol w="755650">
                  <a:extLst>
                    <a:ext uri="{9D8B030D-6E8A-4147-A177-3AD203B41FA5}">
                      <a16:colId xmlns:a16="http://schemas.microsoft.com/office/drawing/2014/main" val="1667185265"/>
                    </a:ext>
                  </a:extLst>
                </a:gridCol>
                <a:gridCol w="755650">
                  <a:extLst>
                    <a:ext uri="{9D8B030D-6E8A-4147-A177-3AD203B41FA5}">
                      <a16:colId xmlns:a16="http://schemas.microsoft.com/office/drawing/2014/main" val="4258211808"/>
                    </a:ext>
                  </a:extLst>
                </a:gridCol>
                <a:gridCol w="755650">
                  <a:extLst>
                    <a:ext uri="{9D8B030D-6E8A-4147-A177-3AD203B41FA5}">
                      <a16:colId xmlns:a16="http://schemas.microsoft.com/office/drawing/2014/main" val="1794200575"/>
                    </a:ext>
                  </a:extLst>
                </a:gridCol>
                <a:gridCol w="755650">
                  <a:extLst>
                    <a:ext uri="{9D8B030D-6E8A-4147-A177-3AD203B41FA5}">
                      <a16:colId xmlns:a16="http://schemas.microsoft.com/office/drawing/2014/main" val="4230716487"/>
                    </a:ext>
                  </a:extLst>
                </a:gridCol>
                <a:gridCol w="755650">
                  <a:extLst>
                    <a:ext uri="{9D8B030D-6E8A-4147-A177-3AD203B41FA5}">
                      <a16:colId xmlns:a16="http://schemas.microsoft.com/office/drawing/2014/main" val="56153739"/>
                    </a:ext>
                  </a:extLst>
                </a:gridCol>
              </a:tblGrid>
              <a:tr h="370840">
                <a:tc>
                  <a:txBody>
                    <a:bodyPr/>
                    <a:lstStyle/>
                    <a:p>
                      <a:pPr algn="ctr"/>
                      <a:r>
                        <a:rPr lang="en-US" altLang="zh-CN" dirty="0">
                          <a:solidFill>
                            <a:schemeClr val="tx1"/>
                          </a:solidFill>
                          <a:latin typeface="Arial Black" panose="020B0A04020102020204" pitchFamily="34" charset="0"/>
                        </a:rPr>
                        <a:t>0</a:t>
                      </a:r>
                      <a:endParaRPr lang="zh-CN" altLang="en-US" dirty="0">
                        <a:solidFill>
                          <a:schemeClr val="tx1"/>
                        </a:solidFill>
                        <a:latin typeface="Arial Black" panose="020B0A04020102020204" pitchFamily="34" charset="0"/>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ctr"/>
                      <a:r>
                        <a:rPr lang="en-US" altLang="zh-CN" dirty="0">
                          <a:solidFill>
                            <a:schemeClr val="tx1"/>
                          </a:solidFill>
                          <a:latin typeface="Arial Black" panose="020B0A04020102020204" pitchFamily="34" charset="0"/>
                        </a:rPr>
                        <a:t>1</a:t>
                      </a:r>
                      <a:endParaRPr lang="zh-CN" altLang="en-US" dirty="0">
                        <a:solidFill>
                          <a:schemeClr val="tx1"/>
                        </a:solidFill>
                        <a:latin typeface="Arial Black" panose="020B0A04020102020204" pitchFamily="34" charset="0"/>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ctr"/>
                      <a:r>
                        <a:rPr lang="en-US" altLang="zh-CN" dirty="0">
                          <a:solidFill>
                            <a:schemeClr val="tx1"/>
                          </a:solidFill>
                          <a:latin typeface="Arial Black" panose="020B0A04020102020204" pitchFamily="34" charset="0"/>
                        </a:rPr>
                        <a:t>2</a:t>
                      </a:r>
                      <a:endParaRPr lang="zh-CN" altLang="en-US" dirty="0">
                        <a:solidFill>
                          <a:schemeClr val="tx1"/>
                        </a:solidFill>
                        <a:latin typeface="Arial Black" panose="020B0A04020102020204" pitchFamily="34" charset="0"/>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ctr"/>
                      <a:r>
                        <a:rPr lang="en-US" altLang="zh-CN" dirty="0">
                          <a:solidFill>
                            <a:schemeClr val="tx1"/>
                          </a:solidFill>
                          <a:latin typeface="Arial Black" panose="020B0A04020102020204" pitchFamily="34" charset="0"/>
                        </a:rPr>
                        <a:t>3</a:t>
                      </a:r>
                      <a:endParaRPr lang="zh-CN" altLang="en-US" dirty="0">
                        <a:solidFill>
                          <a:schemeClr val="tx1"/>
                        </a:solidFill>
                        <a:latin typeface="Arial Black" panose="020B0A04020102020204" pitchFamily="34" charset="0"/>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ctr"/>
                      <a:r>
                        <a:rPr lang="en-US" altLang="zh-CN" dirty="0">
                          <a:solidFill>
                            <a:schemeClr val="tx1"/>
                          </a:solidFill>
                          <a:latin typeface="Arial Black" panose="020B0A04020102020204" pitchFamily="34" charset="0"/>
                        </a:rPr>
                        <a:t>4</a:t>
                      </a:r>
                      <a:endParaRPr lang="zh-CN" altLang="en-US" dirty="0">
                        <a:solidFill>
                          <a:schemeClr val="tx1"/>
                        </a:solidFill>
                        <a:latin typeface="Arial Black" panose="020B0A04020102020204" pitchFamily="34" charset="0"/>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ctr"/>
                      <a:r>
                        <a:rPr lang="en-US" altLang="zh-CN" dirty="0">
                          <a:solidFill>
                            <a:schemeClr val="tx1"/>
                          </a:solidFill>
                          <a:latin typeface="Arial Black" panose="020B0A04020102020204" pitchFamily="34" charset="0"/>
                        </a:rPr>
                        <a:t>5</a:t>
                      </a:r>
                      <a:endParaRPr lang="zh-CN" altLang="en-US" dirty="0">
                        <a:solidFill>
                          <a:schemeClr val="tx1"/>
                        </a:solidFill>
                        <a:latin typeface="Arial Black" panose="020B0A04020102020204" pitchFamily="34" charset="0"/>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ctr"/>
                      <a:r>
                        <a:rPr lang="en-US" altLang="zh-CN" dirty="0">
                          <a:solidFill>
                            <a:schemeClr val="tx1"/>
                          </a:solidFill>
                          <a:latin typeface="Arial Black" panose="020B0A04020102020204" pitchFamily="34" charset="0"/>
                        </a:rPr>
                        <a:t>6</a:t>
                      </a:r>
                      <a:endParaRPr lang="zh-CN" altLang="en-US" dirty="0">
                        <a:solidFill>
                          <a:schemeClr val="tx1"/>
                        </a:solidFill>
                        <a:latin typeface="Arial Black" panose="020B0A04020102020204" pitchFamily="34" charset="0"/>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ctr"/>
                      <a:r>
                        <a:rPr lang="en-US" altLang="zh-CN" dirty="0">
                          <a:solidFill>
                            <a:schemeClr val="tx1"/>
                          </a:solidFill>
                          <a:latin typeface="Arial Black" panose="020B0A04020102020204" pitchFamily="34" charset="0"/>
                        </a:rPr>
                        <a:t>7</a:t>
                      </a:r>
                      <a:endParaRPr lang="zh-CN" altLang="en-US" dirty="0">
                        <a:solidFill>
                          <a:schemeClr val="tx1"/>
                        </a:solidFill>
                        <a:latin typeface="Arial Black" panose="020B0A04020102020204" pitchFamily="34" charset="0"/>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ctr"/>
                      <a:r>
                        <a:rPr lang="en-US" altLang="zh-CN" dirty="0">
                          <a:solidFill>
                            <a:schemeClr val="tx1"/>
                          </a:solidFill>
                          <a:latin typeface="Arial Black" panose="020B0A04020102020204" pitchFamily="34" charset="0"/>
                        </a:rPr>
                        <a:t>0</a:t>
                      </a:r>
                      <a:endParaRPr lang="zh-CN" altLang="en-US" dirty="0">
                        <a:solidFill>
                          <a:schemeClr val="tx1"/>
                        </a:solidFill>
                        <a:latin typeface="Arial Black" panose="020B0A04020102020204" pitchFamily="34" charset="0"/>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ctr"/>
                      <a:r>
                        <a:rPr lang="en-US" altLang="zh-CN" dirty="0">
                          <a:solidFill>
                            <a:schemeClr val="tx1"/>
                          </a:solidFill>
                          <a:latin typeface="Arial Black" panose="020B0A04020102020204" pitchFamily="34" charset="0"/>
                        </a:rPr>
                        <a:t>1</a:t>
                      </a:r>
                      <a:endParaRPr lang="zh-CN" altLang="en-US" dirty="0">
                        <a:solidFill>
                          <a:schemeClr val="tx1"/>
                        </a:solidFill>
                        <a:latin typeface="Arial Black" panose="020B0A04020102020204" pitchFamily="34" charset="0"/>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ctr"/>
                      <a:r>
                        <a:rPr lang="en-US" altLang="zh-CN" dirty="0">
                          <a:solidFill>
                            <a:schemeClr val="tx1"/>
                          </a:solidFill>
                          <a:latin typeface="Arial Black" panose="020B0A04020102020204" pitchFamily="34" charset="0"/>
                        </a:rPr>
                        <a:t>2</a:t>
                      </a:r>
                      <a:endParaRPr lang="zh-CN" altLang="en-US" dirty="0">
                        <a:solidFill>
                          <a:schemeClr val="tx1"/>
                        </a:solidFill>
                        <a:latin typeface="Arial Black" panose="020B0A04020102020204" pitchFamily="34" charset="0"/>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ctr"/>
                      <a:r>
                        <a:rPr lang="en-US" altLang="zh-CN" dirty="0">
                          <a:solidFill>
                            <a:schemeClr val="tx1"/>
                          </a:solidFill>
                          <a:latin typeface="Arial Black" panose="020B0A04020102020204" pitchFamily="34" charset="0"/>
                        </a:rPr>
                        <a:t>…</a:t>
                      </a:r>
                      <a:endParaRPr lang="zh-CN" altLang="en-US" dirty="0">
                        <a:solidFill>
                          <a:schemeClr val="tx1"/>
                        </a:solidFill>
                        <a:latin typeface="Arial Black" panose="020B0A04020102020204" pitchFamily="34" charset="0"/>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extLst>
                  <a:ext uri="{0D108BD9-81ED-4DB2-BD59-A6C34878D82A}">
                    <a16:rowId xmlns:a16="http://schemas.microsoft.com/office/drawing/2014/main" val="316235763"/>
                  </a:ext>
                </a:extLst>
              </a:tr>
            </a:tbl>
          </a:graphicData>
        </a:graphic>
      </p:graphicFrame>
      <p:graphicFrame>
        <p:nvGraphicFramePr>
          <p:cNvPr id="30" name="表格 21">
            <a:extLst>
              <a:ext uri="{FF2B5EF4-FFF2-40B4-BE49-F238E27FC236}">
                <a16:creationId xmlns:a16="http://schemas.microsoft.com/office/drawing/2014/main" id="{849D252C-900C-44C3-9C3B-0A66CC10F5E3}"/>
              </a:ext>
            </a:extLst>
          </p:cNvPr>
          <p:cNvGraphicFramePr>
            <a:graphicFrameLocks noGrp="1"/>
          </p:cNvGraphicFramePr>
          <p:nvPr/>
        </p:nvGraphicFramePr>
        <p:xfrm>
          <a:off x="2302929" y="1827576"/>
          <a:ext cx="9067800" cy="370840"/>
        </p:xfrm>
        <a:graphic>
          <a:graphicData uri="http://schemas.openxmlformats.org/drawingml/2006/table">
            <a:tbl>
              <a:tblPr firstRow="1" bandRow="1">
                <a:tableStyleId>{5C22544A-7EE6-4342-B048-85BDC9FD1C3A}</a:tableStyleId>
              </a:tblPr>
              <a:tblGrid>
                <a:gridCol w="755650">
                  <a:extLst>
                    <a:ext uri="{9D8B030D-6E8A-4147-A177-3AD203B41FA5}">
                      <a16:colId xmlns:a16="http://schemas.microsoft.com/office/drawing/2014/main" val="877486509"/>
                    </a:ext>
                  </a:extLst>
                </a:gridCol>
                <a:gridCol w="755650">
                  <a:extLst>
                    <a:ext uri="{9D8B030D-6E8A-4147-A177-3AD203B41FA5}">
                      <a16:colId xmlns:a16="http://schemas.microsoft.com/office/drawing/2014/main" val="3548605817"/>
                    </a:ext>
                  </a:extLst>
                </a:gridCol>
                <a:gridCol w="755650">
                  <a:extLst>
                    <a:ext uri="{9D8B030D-6E8A-4147-A177-3AD203B41FA5}">
                      <a16:colId xmlns:a16="http://schemas.microsoft.com/office/drawing/2014/main" val="2881812895"/>
                    </a:ext>
                  </a:extLst>
                </a:gridCol>
                <a:gridCol w="755650">
                  <a:extLst>
                    <a:ext uri="{9D8B030D-6E8A-4147-A177-3AD203B41FA5}">
                      <a16:colId xmlns:a16="http://schemas.microsoft.com/office/drawing/2014/main" val="3682284582"/>
                    </a:ext>
                  </a:extLst>
                </a:gridCol>
                <a:gridCol w="755650">
                  <a:extLst>
                    <a:ext uri="{9D8B030D-6E8A-4147-A177-3AD203B41FA5}">
                      <a16:colId xmlns:a16="http://schemas.microsoft.com/office/drawing/2014/main" val="500127722"/>
                    </a:ext>
                  </a:extLst>
                </a:gridCol>
                <a:gridCol w="755650">
                  <a:extLst>
                    <a:ext uri="{9D8B030D-6E8A-4147-A177-3AD203B41FA5}">
                      <a16:colId xmlns:a16="http://schemas.microsoft.com/office/drawing/2014/main" val="2946259618"/>
                    </a:ext>
                  </a:extLst>
                </a:gridCol>
                <a:gridCol w="755650">
                  <a:extLst>
                    <a:ext uri="{9D8B030D-6E8A-4147-A177-3AD203B41FA5}">
                      <a16:colId xmlns:a16="http://schemas.microsoft.com/office/drawing/2014/main" val="171501986"/>
                    </a:ext>
                  </a:extLst>
                </a:gridCol>
                <a:gridCol w="755650">
                  <a:extLst>
                    <a:ext uri="{9D8B030D-6E8A-4147-A177-3AD203B41FA5}">
                      <a16:colId xmlns:a16="http://schemas.microsoft.com/office/drawing/2014/main" val="1667185265"/>
                    </a:ext>
                  </a:extLst>
                </a:gridCol>
                <a:gridCol w="755650">
                  <a:extLst>
                    <a:ext uri="{9D8B030D-6E8A-4147-A177-3AD203B41FA5}">
                      <a16:colId xmlns:a16="http://schemas.microsoft.com/office/drawing/2014/main" val="4258211808"/>
                    </a:ext>
                  </a:extLst>
                </a:gridCol>
                <a:gridCol w="755650">
                  <a:extLst>
                    <a:ext uri="{9D8B030D-6E8A-4147-A177-3AD203B41FA5}">
                      <a16:colId xmlns:a16="http://schemas.microsoft.com/office/drawing/2014/main" val="1794200575"/>
                    </a:ext>
                  </a:extLst>
                </a:gridCol>
                <a:gridCol w="755650">
                  <a:extLst>
                    <a:ext uri="{9D8B030D-6E8A-4147-A177-3AD203B41FA5}">
                      <a16:colId xmlns:a16="http://schemas.microsoft.com/office/drawing/2014/main" val="4230716487"/>
                    </a:ext>
                  </a:extLst>
                </a:gridCol>
                <a:gridCol w="755650">
                  <a:extLst>
                    <a:ext uri="{9D8B030D-6E8A-4147-A177-3AD203B41FA5}">
                      <a16:colId xmlns:a16="http://schemas.microsoft.com/office/drawing/2014/main" val="56153739"/>
                    </a:ext>
                  </a:extLst>
                </a:gridCol>
              </a:tblGrid>
              <a:tr h="370840">
                <a:tc>
                  <a:txBody>
                    <a:bodyPr/>
                    <a:lstStyle/>
                    <a:p>
                      <a:pPr algn="ctr"/>
                      <a:r>
                        <a:rPr lang="en-US" altLang="zh-CN" dirty="0">
                          <a:solidFill>
                            <a:schemeClr val="tx1"/>
                          </a:solidFill>
                          <a:latin typeface="Arial Black" panose="020B0A04020102020204" pitchFamily="34" charset="0"/>
                        </a:rPr>
                        <a:t>0</a:t>
                      </a:r>
                      <a:endParaRPr lang="zh-CN" altLang="en-US" dirty="0">
                        <a:solidFill>
                          <a:schemeClr val="tx1"/>
                        </a:solidFill>
                        <a:latin typeface="Arial Black" panose="020B0A04020102020204" pitchFamily="34" charset="0"/>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ctr"/>
                      <a:r>
                        <a:rPr lang="en-US" altLang="zh-CN" dirty="0">
                          <a:solidFill>
                            <a:schemeClr val="tx1"/>
                          </a:solidFill>
                          <a:latin typeface="Arial Black" panose="020B0A04020102020204" pitchFamily="34" charset="0"/>
                        </a:rPr>
                        <a:t>1</a:t>
                      </a:r>
                      <a:endParaRPr lang="zh-CN" altLang="en-US" dirty="0">
                        <a:solidFill>
                          <a:schemeClr val="tx1"/>
                        </a:solidFill>
                        <a:latin typeface="Arial Black" panose="020B0A04020102020204" pitchFamily="34" charset="0"/>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ctr"/>
                      <a:r>
                        <a:rPr lang="en-US" altLang="zh-CN" dirty="0">
                          <a:solidFill>
                            <a:schemeClr val="tx1"/>
                          </a:solidFill>
                          <a:latin typeface="Arial Black" panose="020B0A04020102020204" pitchFamily="34" charset="0"/>
                        </a:rPr>
                        <a:t>2</a:t>
                      </a:r>
                      <a:endParaRPr lang="zh-CN" altLang="en-US" dirty="0">
                        <a:solidFill>
                          <a:schemeClr val="tx1"/>
                        </a:solidFill>
                        <a:latin typeface="Arial Black" panose="020B0A04020102020204" pitchFamily="34" charset="0"/>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ctr"/>
                      <a:r>
                        <a:rPr lang="en-US" altLang="zh-CN" dirty="0">
                          <a:solidFill>
                            <a:schemeClr val="tx1"/>
                          </a:solidFill>
                          <a:latin typeface="Arial Black" panose="020B0A04020102020204" pitchFamily="34" charset="0"/>
                        </a:rPr>
                        <a:t>3</a:t>
                      </a:r>
                      <a:endParaRPr lang="zh-CN" altLang="en-US" dirty="0">
                        <a:solidFill>
                          <a:schemeClr val="tx1"/>
                        </a:solidFill>
                        <a:latin typeface="Arial Black" panose="020B0A04020102020204" pitchFamily="34" charset="0"/>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ctr"/>
                      <a:r>
                        <a:rPr lang="en-US" altLang="zh-CN" dirty="0">
                          <a:solidFill>
                            <a:schemeClr val="tx1"/>
                          </a:solidFill>
                          <a:latin typeface="Arial Black" panose="020B0A04020102020204" pitchFamily="34" charset="0"/>
                        </a:rPr>
                        <a:t>4</a:t>
                      </a:r>
                      <a:endParaRPr lang="zh-CN" altLang="en-US" dirty="0">
                        <a:solidFill>
                          <a:schemeClr val="tx1"/>
                        </a:solidFill>
                        <a:latin typeface="Arial Black" panose="020B0A04020102020204" pitchFamily="34" charset="0"/>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ctr"/>
                      <a:r>
                        <a:rPr lang="en-US" altLang="zh-CN" dirty="0">
                          <a:solidFill>
                            <a:schemeClr val="tx1"/>
                          </a:solidFill>
                          <a:latin typeface="Arial Black" panose="020B0A04020102020204" pitchFamily="34" charset="0"/>
                        </a:rPr>
                        <a:t>5</a:t>
                      </a:r>
                      <a:endParaRPr lang="zh-CN" altLang="en-US" dirty="0">
                        <a:solidFill>
                          <a:schemeClr val="tx1"/>
                        </a:solidFill>
                        <a:latin typeface="Arial Black" panose="020B0A04020102020204" pitchFamily="34" charset="0"/>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ctr"/>
                      <a:r>
                        <a:rPr lang="en-US" altLang="zh-CN" dirty="0">
                          <a:solidFill>
                            <a:schemeClr val="tx1"/>
                          </a:solidFill>
                          <a:latin typeface="Arial Black" panose="020B0A04020102020204" pitchFamily="34" charset="0"/>
                        </a:rPr>
                        <a:t>6</a:t>
                      </a:r>
                      <a:endParaRPr lang="zh-CN" altLang="en-US" dirty="0">
                        <a:solidFill>
                          <a:schemeClr val="tx1"/>
                        </a:solidFill>
                        <a:latin typeface="Arial Black" panose="020B0A04020102020204" pitchFamily="34" charset="0"/>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ctr"/>
                      <a:r>
                        <a:rPr lang="en-US" altLang="zh-CN" dirty="0">
                          <a:solidFill>
                            <a:schemeClr val="tx1"/>
                          </a:solidFill>
                          <a:latin typeface="Arial Black" panose="020B0A04020102020204" pitchFamily="34" charset="0"/>
                        </a:rPr>
                        <a:t>7</a:t>
                      </a:r>
                      <a:endParaRPr lang="zh-CN" altLang="en-US" dirty="0">
                        <a:solidFill>
                          <a:schemeClr val="tx1"/>
                        </a:solidFill>
                        <a:latin typeface="Arial Black" panose="020B0A04020102020204" pitchFamily="34" charset="0"/>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ctr"/>
                      <a:r>
                        <a:rPr lang="en-US" altLang="zh-CN" dirty="0">
                          <a:solidFill>
                            <a:schemeClr val="tx1"/>
                          </a:solidFill>
                          <a:latin typeface="Arial Black" panose="020B0A04020102020204" pitchFamily="34" charset="0"/>
                        </a:rPr>
                        <a:t>0</a:t>
                      </a:r>
                      <a:endParaRPr lang="zh-CN" altLang="en-US" dirty="0">
                        <a:solidFill>
                          <a:schemeClr val="tx1"/>
                        </a:solidFill>
                        <a:latin typeface="Arial Black" panose="020B0A04020102020204" pitchFamily="34" charset="0"/>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ctr"/>
                      <a:r>
                        <a:rPr lang="en-US" altLang="zh-CN" dirty="0">
                          <a:solidFill>
                            <a:schemeClr val="tx1"/>
                          </a:solidFill>
                          <a:latin typeface="Arial Black" panose="020B0A04020102020204" pitchFamily="34" charset="0"/>
                        </a:rPr>
                        <a:t>1</a:t>
                      </a:r>
                      <a:endParaRPr lang="zh-CN" altLang="en-US" dirty="0">
                        <a:solidFill>
                          <a:schemeClr val="tx1"/>
                        </a:solidFill>
                        <a:latin typeface="Arial Black" panose="020B0A04020102020204" pitchFamily="34" charset="0"/>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ctr"/>
                      <a:r>
                        <a:rPr lang="en-US" altLang="zh-CN" dirty="0">
                          <a:solidFill>
                            <a:schemeClr val="tx1"/>
                          </a:solidFill>
                          <a:latin typeface="Arial Black" panose="020B0A04020102020204" pitchFamily="34" charset="0"/>
                        </a:rPr>
                        <a:t>2</a:t>
                      </a:r>
                      <a:endParaRPr lang="zh-CN" altLang="en-US" dirty="0">
                        <a:solidFill>
                          <a:schemeClr val="tx1"/>
                        </a:solidFill>
                        <a:latin typeface="Arial Black" panose="020B0A04020102020204" pitchFamily="34" charset="0"/>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ctr"/>
                      <a:r>
                        <a:rPr lang="en-US" altLang="zh-CN" dirty="0">
                          <a:solidFill>
                            <a:schemeClr val="tx1"/>
                          </a:solidFill>
                          <a:latin typeface="Arial Black" panose="020B0A04020102020204" pitchFamily="34" charset="0"/>
                        </a:rPr>
                        <a:t>…</a:t>
                      </a:r>
                      <a:endParaRPr lang="zh-CN" altLang="en-US" dirty="0">
                        <a:solidFill>
                          <a:schemeClr val="tx1"/>
                        </a:solidFill>
                        <a:latin typeface="Arial Black" panose="020B0A04020102020204" pitchFamily="34" charset="0"/>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extLst>
                  <a:ext uri="{0D108BD9-81ED-4DB2-BD59-A6C34878D82A}">
                    <a16:rowId xmlns:a16="http://schemas.microsoft.com/office/drawing/2014/main" val="316235763"/>
                  </a:ext>
                </a:extLst>
              </a:tr>
            </a:tbl>
          </a:graphicData>
        </a:graphic>
      </p:graphicFrame>
      <mc:AlternateContent xmlns:mc="http://schemas.openxmlformats.org/markup-compatibility/2006" xmlns:a14="http://schemas.microsoft.com/office/drawing/2010/main">
        <mc:Choice Requires="a14">
          <p:sp>
            <p:nvSpPr>
              <p:cNvPr id="31" name="íşlïḍè">
                <a:extLst>
                  <a:ext uri="{FF2B5EF4-FFF2-40B4-BE49-F238E27FC236}">
                    <a16:creationId xmlns:a16="http://schemas.microsoft.com/office/drawing/2014/main" id="{534EE850-C207-4BCA-A31E-771A47DA9033}"/>
                  </a:ext>
                </a:extLst>
              </p:cNvPr>
              <p:cNvSpPr txBox="1"/>
              <p:nvPr/>
            </p:nvSpPr>
            <p:spPr>
              <a:xfrm>
                <a:off x="2993250" y="3257900"/>
                <a:ext cx="6218660" cy="311297"/>
              </a:xfrm>
              <a:prstGeom prst="rect">
                <a:avLst/>
              </a:prstGeom>
              <a:noFill/>
            </p:spPr>
            <p:txBody>
              <a:bodyPr wrap="square" lIns="91440" tIns="45720" rIns="91440" bIns="45720" anchor="ctr">
                <a:noAutofit/>
              </a:bodyPr>
              <a:lstStyle/>
              <a:p>
                <a:r>
                  <a:rPr lang="zh-CN" altLang="en-US" b="1" dirty="0">
                    <a:solidFill>
                      <a:schemeClr val="accent4"/>
                    </a:solidFill>
                  </a:rPr>
                  <a:t>接收窗口</a:t>
                </a:r>
                <a14:m>
                  <m:oMath xmlns:m="http://schemas.openxmlformats.org/officeDocument/2006/math">
                    <m:sSub>
                      <m:sSubPr>
                        <m:ctrlPr>
                          <a:rPr lang="en-US" altLang="zh-CN" b="1" i="1" smtClean="0">
                            <a:solidFill>
                              <a:schemeClr val="accent4"/>
                            </a:solidFill>
                            <a:latin typeface="Cambria Math" panose="02040503050406030204" pitchFamily="18" charset="0"/>
                          </a:rPr>
                        </m:ctrlPr>
                      </m:sSubPr>
                      <m:e>
                        <m:r>
                          <a:rPr lang="en-US" altLang="zh-CN" b="1" i="1" smtClean="0">
                            <a:solidFill>
                              <a:schemeClr val="accent4"/>
                            </a:solidFill>
                            <a:latin typeface="Cambria Math" panose="02040503050406030204" pitchFamily="18" charset="0"/>
                          </a:rPr>
                          <m:t>𝑾</m:t>
                        </m:r>
                      </m:e>
                      <m:sub>
                        <m:r>
                          <a:rPr lang="en-US" altLang="zh-CN" b="1" i="1" smtClean="0">
                            <a:solidFill>
                              <a:schemeClr val="accent4"/>
                            </a:solidFill>
                            <a:latin typeface="Cambria Math" panose="02040503050406030204" pitchFamily="18" charset="0"/>
                          </a:rPr>
                          <m:t>𝑹</m:t>
                        </m:r>
                      </m:sub>
                    </m:sSub>
                  </m:oMath>
                </a14:m>
                <a:r>
                  <a:rPr lang="zh-CN" altLang="en-US" b="1" dirty="0"/>
                  <a:t>取最大值</a:t>
                </a:r>
                <a14:m>
                  <m:oMath xmlns:m="http://schemas.openxmlformats.org/officeDocument/2006/math">
                    <m:sSup>
                      <m:sSupPr>
                        <m:ctrlPr>
                          <a:rPr lang="en-US" altLang="zh-CN" b="1" i="1" smtClean="0">
                            <a:latin typeface="Cambria Math" panose="02040503050406030204" pitchFamily="18" charset="0"/>
                          </a:rPr>
                        </m:ctrlPr>
                      </m:sSupPr>
                      <m:e>
                        <m:r>
                          <a:rPr lang="en-US" altLang="zh-CN" b="1" i="1" smtClean="0">
                            <a:latin typeface="Cambria Math" panose="02040503050406030204" pitchFamily="18" charset="0"/>
                          </a:rPr>
                          <m:t>𝟐</m:t>
                        </m:r>
                      </m:e>
                      <m:sup>
                        <m:r>
                          <a:rPr lang="en-US" altLang="zh-CN" b="1" i="1" smtClean="0">
                            <a:latin typeface="Cambria Math" panose="02040503050406030204" pitchFamily="18" charset="0"/>
                          </a:rPr>
                          <m:t>(</m:t>
                        </m:r>
                        <m:r>
                          <a:rPr lang="en-US" altLang="zh-CN" b="1" i="1" smtClean="0">
                            <a:latin typeface="Cambria Math" panose="02040503050406030204" pitchFamily="18" charset="0"/>
                          </a:rPr>
                          <m:t>𝟑</m:t>
                        </m:r>
                        <m:r>
                          <a:rPr lang="en-US" altLang="zh-CN" b="1" i="1" smtClean="0">
                            <a:latin typeface="Cambria Math" panose="02040503050406030204" pitchFamily="18" charset="0"/>
                          </a:rPr>
                          <m:t>−</m:t>
                        </m:r>
                        <m:r>
                          <a:rPr lang="en-US" altLang="zh-CN" b="1" i="1" smtClean="0">
                            <a:latin typeface="Cambria Math" panose="02040503050406030204" pitchFamily="18" charset="0"/>
                          </a:rPr>
                          <m:t>𝟏</m:t>
                        </m:r>
                        <m:r>
                          <a:rPr lang="en-US" altLang="zh-CN" b="1" i="1" smtClean="0">
                            <a:latin typeface="Cambria Math" panose="02040503050406030204" pitchFamily="18" charset="0"/>
                          </a:rPr>
                          <m:t>)</m:t>
                        </m:r>
                      </m:sup>
                    </m:sSup>
                  </m:oMath>
                </a14:m>
                <a:r>
                  <a:rPr lang="zh-CN" altLang="en-US" b="1" dirty="0"/>
                  <a:t>，即</a:t>
                </a:r>
                <a14:m>
                  <m:oMath xmlns:m="http://schemas.openxmlformats.org/officeDocument/2006/math">
                    <m:sSub>
                      <m:sSubPr>
                        <m:ctrlPr>
                          <a:rPr lang="en-US" altLang="zh-CN" b="1" i="1" smtClean="0">
                            <a:latin typeface="Cambria Math" panose="02040503050406030204" pitchFamily="18" charset="0"/>
                          </a:rPr>
                        </m:ctrlPr>
                      </m:sSubPr>
                      <m:e>
                        <m:r>
                          <a:rPr lang="en-US" altLang="zh-CN" b="1" i="1" smtClean="0">
                            <a:latin typeface="Cambria Math" panose="02040503050406030204" pitchFamily="18" charset="0"/>
                          </a:rPr>
                          <m:t>𝑾</m:t>
                        </m:r>
                      </m:e>
                      <m:sub>
                        <m:r>
                          <a:rPr lang="en-US" altLang="zh-CN" b="1" i="1" smtClean="0">
                            <a:latin typeface="Cambria Math" panose="02040503050406030204" pitchFamily="18" charset="0"/>
                          </a:rPr>
                          <m:t>𝑹</m:t>
                        </m:r>
                      </m:sub>
                    </m:sSub>
                    <m:r>
                      <a:rPr lang="en-US" altLang="zh-CN" b="1" i="1" smtClean="0">
                        <a:latin typeface="Cambria Math" panose="02040503050406030204" pitchFamily="18" charset="0"/>
                      </a:rPr>
                      <m:t>=</m:t>
                    </m:r>
                    <m:r>
                      <a:rPr lang="en-US" altLang="zh-CN" b="1" i="1" smtClean="0">
                        <a:latin typeface="Cambria Math" panose="02040503050406030204" pitchFamily="18" charset="0"/>
                      </a:rPr>
                      <m:t>𝟒</m:t>
                    </m:r>
                    <m:r>
                      <a:rPr lang="zh-CN" altLang="en-US" b="1" i="1">
                        <a:latin typeface="Cambria Math" panose="02040503050406030204" pitchFamily="18" charset="0"/>
                      </a:rPr>
                      <m:t>。</m:t>
                    </m:r>
                  </m:oMath>
                </a14:m>
                <a:endParaRPr lang="en-US" altLang="zh-CN" b="1" dirty="0"/>
              </a:p>
            </p:txBody>
          </p:sp>
        </mc:Choice>
        <mc:Fallback xmlns="">
          <p:sp>
            <p:nvSpPr>
              <p:cNvPr id="31" name="íşlïḍè">
                <a:extLst>
                  <a:ext uri="{FF2B5EF4-FFF2-40B4-BE49-F238E27FC236}">
                    <a16:creationId xmlns:a16="http://schemas.microsoft.com/office/drawing/2014/main" id="{534EE850-C207-4BCA-A31E-771A47DA9033}"/>
                  </a:ext>
                </a:extLst>
              </p:cNvPr>
              <p:cNvSpPr txBox="1">
                <a:spLocks noRot="1" noChangeAspect="1" noMove="1" noResize="1" noEditPoints="1" noAdjustHandles="1" noChangeArrowheads="1" noChangeShapeType="1" noTextEdit="1"/>
              </p:cNvSpPr>
              <p:nvPr/>
            </p:nvSpPr>
            <p:spPr>
              <a:xfrm>
                <a:off x="2993250" y="3257900"/>
                <a:ext cx="6218660" cy="311297"/>
              </a:xfrm>
              <a:prstGeom prst="rect">
                <a:avLst/>
              </a:prstGeom>
              <a:blipFill>
                <a:blip r:embed="rId10"/>
                <a:stretch>
                  <a:fillRect l="-784" t="-15686" b="-43137"/>
                </a:stretch>
              </a:blipFill>
            </p:spPr>
            <p:txBody>
              <a:bodyPr/>
              <a:lstStyle/>
              <a:p>
                <a:r>
                  <a:rPr lang="zh-CN" altLang="en-US">
                    <a:noFill/>
                  </a:rPr>
                  <a:t> </a:t>
                </a:r>
              </a:p>
            </p:txBody>
          </p:sp>
        </mc:Fallback>
      </mc:AlternateContent>
      <mc:AlternateContent xmlns:mc="http://schemas.openxmlformats.org/markup-compatibility/2006" xmlns:a14="http://schemas.microsoft.com/office/drawing/2010/main">
        <mc:Choice Requires="a14">
          <p:sp>
            <p:nvSpPr>
              <p:cNvPr id="32" name="íşlïḍè">
                <a:extLst>
                  <a:ext uri="{FF2B5EF4-FFF2-40B4-BE49-F238E27FC236}">
                    <a16:creationId xmlns:a16="http://schemas.microsoft.com/office/drawing/2014/main" id="{FBFA56FC-F0C2-4492-AE42-88A025F625E8}"/>
                  </a:ext>
                </a:extLst>
              </p:cNvPr>
              <p:cNvSpPr txBox="1"/>
              <p:nvPr/>
            </p:nvSpPr>
            <p:spPr>
              <a:xfrm>
                <a:off x="2993250" y="3716673"/>
                <a:ext cx="5611318" cy="311297"/>
              </a:xfrm>
              <a:prstGeom prst="rect">
                <a:avLst/>
              </a:prstGeom>
              <a:noFill/>
            </p:spPr>
            <p:txBody>
              <a:bodyPr wrap="square" lIns="91440" tIns="45720" rIns="91440" bIns="45720" anchor="ctr">
                <a:noAutofit/>
              </a:bodyPr>
              <a:lstStyle/>
              <a:p>
                <a:r>
                  <a:rPr lang="zh-CN" altLang="en-US" b="1" dirty="0">
                    <a:solidFill>
                      <a:schemeClr val="accent3"/>
                    </a:solidFill>
                  </a:rPr>
                  <a:t>发送窗口</a:t>
                </a:r>
                <a14:m>
                  <m:oMath xmlns:m="http://schemas.openxmlformats.org/officeDocument/2006/math">
                    <m:sSub>
                      <m:sSubPr>
                        <m:ctrlPr>
                          <a:rPr lang="en-US" altLang="zh-CN" b="1" i="1" smtClean="0">
                            <a:solidFill>
                              <a:schemeClr val="accent3"/>
                            </a:solidFill>
                            <a:latin typeface="Cambria Math" panose="02040503050406030204" pitchFamily="18" charset="0"/>
                          </a:rPr>
                        </m:ctrlPr>
                      </m:sSubPr>
                      <m:e>
                        <m:r>
                          <a:rPr lang="en-US" altLang="zh-CN" b="1" i="1" smtClean="0">
                            <a:solidFill>
                              <a:schemeClr val="accent3"/>
                            </a:solidFill>
                            <a:latin typeface="Cambria Math" panose="02040503050406030204" pitchFamily="18" charset="0"/>
                          </a:rPr>
                          <m:t>𝑾</m:t>
                        </m:r>
                      </m:e>
                      <m:sub>
                        <m:r>
                          <a:rPr lang="en-US" altLang="zh-CN" b="1" i="1" smtClean="0">
                            <a:solidFill>
                              <a:schemeClr val="accent3"/>
                            </a:solidFill>
                            <a:latin typeface="Cambria Math" panose="02040503050406030204" pitchFamily="18" charset="0"/>
                          </a:rPr>
                          <m:t>𝑻</m:t>
                        </m:r>
                      </m:sub>
                    </m:sSub>
                  </m:oMath>
                </a14:m>
                <a:r>
                  <a:rPr lang="zh-CN" altLang="en-US" b="1" dirty="0"/>
                  <a:t>能取到的最大值也为</a:t>
                </a:r>
                <a14:m>
                  <m:oMath xmlns:m="http://schemas.openxmlformats.org/officeDocument/2006/math">
                    <m:sSup>
                      <m:sSupPr>
                        <m:ctrlPr>
                          <a:rPr lang="en-US" altLang="zh-CN" b="1" i="1" smtClean="0">
                            <a:latin typeface="Cambria Math" panose="02040503050406030204" pitchFamily="18" charset="0"/>
                          </a:rPr>
                        </m:ctrlPr>
                      </m:sSupPr>
                      <m:e>
                        <m:r>
                          <a:rPr lang="en-US" altLang="zh-CN" b="1" i="1" smtClean="0">
                            <a:latin typeface="Cambria Math" panose="02040503050406030204" pitchFamily="18" charset="0"/>
                          </a:rPr>
                          <m:t>𝟐</m:t>
                        </m:r>
                      </m:e>
                      <m:sup>
                        <m:r>
                          <a:rPr lang="en-US" altLang="zh-CN" b="1" i="1" smtClean="0">
                            <a:latin typeface="Cambria Math" panose="02040503050406030204" pitchFamily="18" charset="0"/>
                          </a:rPr>
                          <m:t>(</m:t>
                        </m:r>
                        <m:r>
                          <a:rPr lang="en-US" altLang="zh-CN" b="1" i="1" smtClean="0">
                            <a:latin typeface="Cambria Math" panose="02040503050406030204" pitchFamily="18" charset="0"/>
                          </a:rPr>
                          <m:t>𝟑</m:t>
                        </m:r>
                        <m:r>
                          <a:rPr lang="en-US" altLang="zh-CN" b="1" i="1" smtClean="0">
                            <a:latin typeface="Cambria Math" panose="02040503050406030204" pitchFamily="18" charset="0"/>
                          </a:rPr>
                          <m:t>−</m:t>
                        </m:r>
                        <m:r>
                          <a:rPr lang="en-US" altLang="zh-CN" b="1" i="1" smtClean="0">
                            <a:latin typeface="Cambria Math" panose="02040503050406030204" pitchFamily="18" charset="0"/>
                          </a:rPr>
                          <m:t>𝟏</m:t>
                        </m:r>
                        <m:r>
                          <a:rPr lang="en-US" altLang="zh-CN" b="1" i="1" smtClean="0">
                            <a:latin typeface="Cambria Math" panose="02040503050406030204" pitchFamily="18" charset="0"/>
                          </a:rPr>
                          <m:t>)</m:t>
                        </m:r>
                      </m:sup>
                    </m:sSup>
                  </m:oMath>
                </a14:m>
                <a:r>
                  <a:rPr lang="zh-CN" altLang="en-US" b="1" dirty="0"/>
                  <a:t>，即</a:t>
                </a:r>
                <a14:m>
                  <m:oMath xmlns:m="http://schemas.openxmlformats.org/officeDocument/2006/math">
                    <m:sSub>
                      <m:sSubPr>
                        <m:ctrlPr>
                          <a:rPr lang="en-US" altLang="zh-CN" b="1" i="1" smtClean="0">
                            <a:latin typeface="Cambria Math" panose="02040503050406030204" pitchFamily="18" charset="0"/>
                          </a:rPr>
                        </m:ctrlPr>
                      </m:sSubPr>
                      <m:e>
                        <m:r>
                          <a:rPr lang="en-US" altLang="zh-CN" b="1" i="1" smtClean="0">
                            <a:latin typeface="Cambria Math" panose="02040503050406030204" pitchFamily="18" charset="0"/>
                          </a:rPr>
                          <m:t>𝑾</m:t>
                        </m:r>
                      </m:e>
                      <m:sub>
                        <m:r>
                          <a:rPr lang="en-US" altLang="zh-CN" b="1" i="1" smtClean="0">
                            <a:latin typeface="Cambria Math" panose="02040503050406030204" pitchFamily="18" charset="0"/>
                          </a:rPr>
                          <m:t>𝑻</m:t>
                        </m:r>
                      </m:sub>
                    </m:sSub>
                    <m:r>
                      <a:rPr lang="en-US" altLang="zh-CN" b="1" i="1" smtClean="0">
                        <a:latin typeface="Cambria Math" panose="02040503050406030204" pitchFamily="18" charset="0"/>
                      </a:rPr>
                      <m:t>=</m:t>
                    </m:r>
                    <m:r>
                      <a:rPr lang="en-US" altLang="zh-CN" b="1" i="1" smtClean="0">
                        <a:latin typeface="Cambria Math" panose="02040503050406030204" pitchFamily="18" charset="0"/>
                      </a:rPr>
                      <m:t>𝟒</m:t>
                    </m:r>
                    <m:r>
                      <a:rPr lang="zh-CN" altLang="en-US" b="1" i="1">
                        <a:latin typeface="Cambria Math" panose="02040503050406030204" pitchFamily="18" charset="0"/>
                      </a:rPr>
                      <m:t>。</m:t>
                    </m:r>
                  </m:oMath>
                </a14:m>
                <a:endParaRPr lang="en-US" altLang="zh-CN" b="1" dirty="0"/>
              </a:p>
            </p:txBody>
          </p:sp>
        </mc:Choice>
        <mc:Fallback xmlns="">
          <p:sp>
            <p:nvSpPr>
              <p:cNvPr id="32" name="íşlïḍè">
                <a:extLst>
                  <a:ext uri="{FF2B5EF4-FFF2-40B4-BE49-F238E27FC236}">
                    <a16:creationId xmlns:a16="http://schemas.microsoft.com/office/drawing/2014/main" id="{FBFA56FC-F0C2-4492-AE42-88A025F625E8}"/>
                  </a:ext>
                </a:extLst>
              </p:cNvPr>
              <p:cNvSpPr txBox="1">
                <a:spLocks noRot="1" noChangeAspect="1" noMove="1" noResize="1" noEditPoints="1" noAdjustHandles="1" noChangeArrowheads="1" noChangeShapeType="1" noTextEdit="1"/>
              </p:cNvSpPr>
              <p:nvPr/>
            </p:nvSpPr>
            <p:spPr>
              <a:xfrm>
                <a:off x="2993250" y="3716673"/>
                <a:ext cx="5611318" cy="311297"/>
              </a:xfrm>
              <a:prstGeom prst="rect">
                <a:avLst/>
              </a:prstGeom>
              <a:blipFill>
                <a:blip r:embed="rId11"/>
                <a:stretch>
                  <a:fillRect l="-869" t="-17647" b="-41176"/>
                </a:stretch>
              </a:blipFill>
            </p:spPr>
            <p:txBody>
              <a:bodyPr/>
              <a:lstStyle/>
              <a:p>
                <a:r>
                  <a:rPr lang="zh-CN" altLang="en-US">
                    <a:noFill/>
                  </a:rPr>
                  <a:t> </a:t>
                </a:r>
              </a:p>
            </p:txBody>
          </p:sp>
        </mc:Fallback>
      </mc:AlternateContent>
      <mc:AlternateContent xmlns:mc="http://schemas.openxmlformats.org/markup-compatibility/2006" xmlns:a14="http://schemas.microsoft.com/office/drawing/2010/main">
        <mc:Choice Requires="a14">
          <p:sp>
            <p:nvSpPr>
              <p:cNvPr id="6" name="矩形 5">
                <a:extLst>
                  <a:ext uri="{FF2B5EF4-FFF2-40B4-BE49-F238E27FC236}">
                    <a16:creationId xmlns:a16="http://schemas.microsoft.com/office/drawing/2014/main" id="{89C4AD21-2060-4D4D-A51F-2CD8C0D2D1D8}"/>
                  </a:ext>
                </a:extLst>
              </p:cNvPr>
              <p:cNvSpPr/>
              <p:nvPr/>
            </p:nvSpPr>
            <p:spPr>
              <a:xfrm>
                <a:off x="3098435" y="4230412"/>
                <a:ext cx="7584914" cy="369332"/>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zh-CN" altLang="en-US" b="1" dirty="0"/>
                  <a:t>故意取</a:t>
                </a:r>
                <a14:m>
                  <m:oMath xmlns:m="http://schemas.openxmlformats.org/officeDocument/2006/math">
                    <m:sSub>
                      <m:sSubPr>
                        <m:ctrlPr>
                          <a:rPr lang="en-US" altLang="zh-CN" b="1" i="1" smtClean="0">
                            <a:latin typeface="Cambria Math" panose="02040503050406030204" pitchFamily="18" charset="0"/>
                          </a:rPr>
                        </m:ctrlPr>
                      </m:sSubPr>
                      <m:e>
                        <m:r>
                          <a:rPr lang="en-US" altLang="zh-CN" b="1" i="1" smtClean="0">
                            <a:latin typeface="Cambria Math" panose="02040503050406030204" pitchFamily="18" charset="0"/>
                          </a:rPr>
                          <m:t>𝑾</m:t>
                        </m:r>
                      </m:e>
                      <m:sub>
                        <m:r>
                          <a:rPr lang="en-US" altLang="zh-CN" b="1" i="1" smtClean="0">
                            <a:latin typeface="Cambria Math" panose="02040503050406030204" pitchFamily="18" charset="0"/>
                          </a:rPr>
                          <m:t>𝑻</m:t>
                        </m:r>
                      </m:sub>
                    </m:sSub>
                    <m:r>
                      <a:rPr lang="en-US" altLang="zh-CN" b="1" i="1" smtClean="0">
                        <a:latin typeface="Cambria Math" panose="02040503050406030204" pitchFamily="18" charset="0"/>
                      </a:rPr>
                      <m:t>=</m:t>
                    </m:r>
                    <m:r>
                      <a:rPr lang="en-US" altLang="zh-CN" b="1" i="1" smtClean="0">
                        <a:latin typeface="Cambria Math" panose="02040503050406030204" pitchFamily="18" charset="0"/>
                      </a:rPr>
                      <m:t>𝟓</m:t>
                    </m:r>
                    <m:r>
                      <a:rPr lang="zh-CN" altLang="en-US" b="1" i="1">
                        <a:latin typeface="Cambria Math" panose="02040503050406030204" pitchFamily="18" charset="0"/>
                      </a:rPr>
                      <m:t>，</m:t>
                    </m:r>
                  </m:oMath>
                </a14:m>
                <a:r>
                  <a:rPr lang="zh-CN" altLang="en-US" b="1" dirty="0"/>
                  <a:t>使得</a:t>
                </a:r>
                <a14:m>
                  <m:oMath xmlns:m="http://schemas.openxmlformats.org/officeDocument/2006/math">
                    <m:sSub>
                      <m:sSubPr>
                        <m:ctrlPr>
                          <a:rPr lang="en-US" altLang="zh-CN" b="1" i="1">
                            <a:latin typeface="Cambria Math" panose="02040503050406030204" pitchFamily="18" charset="0"/>
                          </a:rPr>
                        </m:ctrlPr>
                      </m:sSubPr>
                      <m:e>
                        <m:r>
                          <a:rPr lang="en-US" altLang="zh-CN" b="1" i="1">
                            <a:latin typeface="Cambria Math" panose="02040503050406030204" pitchFamily="18" charset="0"/>
                          </a:rPr>
                          <m:t>𝑾</m:t>
                        </m:r>
                      </m:e>
                      <m:sub>
                        <m:r>
                          <a:rPr lang="en-US" altLang="zh-CN" b="1" i="1">
                            <a:latin typeface="Cambria Math" panose="02040503050406030204" pitchFamily="18" charset="0"/>
                          </a:rPr>
                          <m:t>𝑻</m:t>
                        </m:r>
                      </m:sub>
                    </m:sSub>
                    <m:r>
                      <a:rPr lang="en-US" altLang="zh-CN" b="1" i="1">
                        <a:latin typeface="Cambria Math" panose="02040503050406030204" pitchFamily="18" charset="0"/>
                      </a:rPr>
                      <m:t>+</m:t>
                    </m:r>
                    <m:sSub>
                      <m:sSubPr>
                        <m:ctrlPr>
                          <a:rPr lang="en-US" altLang="zh-CN" b="1" i="1">
                            <a:latin typeface="Cambria Math" panose="02040503050406030204" pitchFamily="18" charset="0"/>
                          </a:rPr>
                        </m:ctrlPr>
                      </m:sSubPr>
                      <m:e>
                        <m:r>
                          <a:rPr lang="en-US" altLang="zh-CN" b="1" i="1">
                            <a:latin typeface="Cambria Math" panose="02040503050406030204" pitchFamily="18" charset="0"/>
                          </a:rPr>
                          <m:t>𝑾</m:t>
                        </m:r>
                      </m:e>
                      <m:sub>
                        <m:r>
                          <a:rPr lang="en-US" altLang="zh-CN" b="1" i="1">
                            <a:latin typeface="Cambria Math" panose="02040503050406030204" pitchFamily="18" charset="0"/>
                          </a:rPr>
                          <m:t>𝑹</m:t>
                        </m:r>
                      </m:sub>
                    </m:sSub>
                    <m:r>
                      <a:rPr lang="en-US" altLang="zh-CN" b="1" i="1" dirty="0" smtClean="0">
                        <a:latin typeface="Cambria Math" panose="02040503050406030204" pitchFamily="18" charset="0"/>
                        <a:ea typeface="Cambria Math" panose="02040503050406030204" pitchFamily="18" charset="0"/>
                      </a:rPr>
                      <m:t>≥</m:t>
                    </m:r>
                    <m:sSup>
                      <m:sSupPr>
                        <m:ctrlPr>
                          <a:rPr lang="en-US" altLang="zh-CN" b="1" i="1" dirty="0">
                            <a:latin typeface="Cambria Math" panose="02040503050406030204" pitchFamily="18" charset="0"/>
                            <a:ea typeface="Cambria Math" panose="02040503050406030204" pitchFamily="18" charset="0"/>
                          </a:rPr>
                        </m:ctrlPr>
                      </m:sSupPr>
                      <m:e>
                        <m:r>
                          <a:rPr lang="en-US" altLang="zh-CN" b="1" i="1" dirty="0">
                            <a:latin typeface="Cambria Math" panose="02040503050406030204" pitchFamily="18" charset="0"/>
                            <a:ea typeface="Cambria Math" panose="02040503050406030204" pitchFamily="18" charset="0"/>
                          </a:rPr>
                          <m:t>𝟐</m:t>
                        </m:r>
                      </m:e>
                      <m:sup>
                        <m:r>
                          <a:rPr lang="en-US" altLang="zh-CN" b="1" i="1" dirty="0" smtClean="0">
                            <a:latin typeface="Cambria Math" panose="02040503050406030204" pitchFamily="18" charset="0"/>
                            <a:ea typeface="Cambria Math" panose="02040503050406030204" pitchFamily="18" charset="0"/>
                          </a:rPr>
                          <m:t>𝟑</m:t>
                        </m:r>
                      </m:sup>
                    </m:sSup>
                  </m:oMath>
                </a14:m>
                <a:r>
                  <a:rPr lang="zh-CN" altLang="en-US" b="1" dirty="0"/>
                  <a:t>，接收方将无法分辨新旧数据分组</a:t>
                </a:r>
                <a:endParaRPr lang="en-US" altLang="zh-CN" b="1" dirty="0"/>
              </a:p>
            </p:txBody>
          </p:sp>
        </mc:Choice>
        <mc:Fallback xmlns="">
          <p:sp>
            <p:nvSpPr>
              <p:cNvPr id="6" name="矩形 5">
                <a:extLst>
                  <a:ext uri="{FF2B5EF4-FFF2-40B4-BE49-F238E27FC236}">
                    <a16:creationId xmlns:a16="http://schemas.microsoft.com/office/drawing/2014/main" id="{89C4AD21-2060-4D4D-A51F-2CD8C0D2D1D8}"/>
                  </a:ext>
                </a:extLst>
              </p:cNvPr>
              <p:cNvSpPr>
                <a:spLocks noRot="1" noChangeAspect="1" noMove="1" noResize="1" noEditPoints="1" noAdjustHandles="1" noChangeArrowheads="1" noChangeShapeType="1" noTextEdit="1"/>
              </p:cNvSpPr>
              <p:nvPr/>
            </p:nvSpPr>
            <p:spPr>
              <a:xfrm>
                <a:off x="3098435" y="4230412"/>
                <a:ext cx="7584914" cy="369332"/>
              </a:xfrm>
              <a:prstGeom prst="rect">
                <a:avLst/>
              </a:prstGeom>
              <a:blipFill>
                <a:blip r:embed="rId12"/>
                <a:stretch>
                  <a:fillRect t="-6349" b="-23810"/>
                </a:stretch>
              </a:blipFill>
            </p:spPr>
            <p:txBody>
              <a:bodyPr/>
              <a:lstStyle/>
              <a:p>
                <a:r>
                  <a:rPr lang="zh-CN" altLang="en-US">
                    <a:noFill/>
                  </a:rPr>
                  <a:t> </a:t>
                </a:r>
              </a:p>
            </p:txBody>
          </p:sp>
        </mc:Fallback>
      </mc:AlternateContent>
      <p:sp>
        <p:nvSpPr>
          <p:cNvPr id="50" name="矩形 49">
            <a:extLst>
              <a:ext uri="{FF2B5EF4-FFF2-40B4-BE49-F238E27FC236}">
                <a16:creationId xmlns:a16="http://schemas.microsoft.com/office/drawing/2014/main" id="{21653D19-BC93-4DC3-81B3-E7F2B2072EBB}"/>
              </a:ext>
            </a:extLst>
          </p:cNvPr>
          <p:cNvSpPr/>
          <p:nvPr/>
        </p:nvSpPr>
        <p:spPr>
          <a:xfrm>
            <a:off x="2300222" y="5537182"/>
            <a:ext cx="3780000" cy="390966"/>
          </a:xfrm>
          <a:prstGeom prst="rect">
            <a:avLst/>
          </a:prstGeom>
          <a:solidFill>
            <a:schemeClr val="accent3">
              <a:alpha val="74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55" name="矩形 54">
            <a:extLst>
              <a:ext uri="{FF2B5EF4-FFF2-40B4-BE49-F238E27FC236}">
                <a16:creationId xmlns:a16="http://schemas.microsoft.com/office/drawing/2014/main" id="{D8B76C93-45FF-43DC-9E99-7255DE4A51F5}"/>
              </a:ext>
            </a:extLst>
          </p:cNvPr>
          <p:cNvSpPr/>
          <p:nvPr/>
        </p:nvSpPr>
        <p:spPr>
          <a:xfrm>
            <a:off x="2302928" y="1838438"/>
            <a:ext cx="3780000" cy="369332"/>
          </a:xfrm>
          <a:prstGeom prst="rect">
            <a:avLst/>
          </a:prstGeom>
          <a:solidFill>
            <a:schemeClr val="accent4">
              <a:alpha val="74000"/>
            </a:schemeClr>
          </a:solidFill>
          <a:ln>
            <a:solidFill>
              <a:schemeClr val="accent4"/>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35" name="checked_153603">
            <a:extLst>
              <a:ext uri="{FF2B5EF4-FFF2-40B4-BE49-F238E27FC236}">
                <a16:creationId xmlns:a16="http://schemas.microsoft.com/office/drawing/2014/main" id="{407E6ED1-A13A-43BB-9F3B-0820FE9603C6}"/>
              </a:ext>
            </a:extLst>
          </p:cNvPr>
          <p:cNvSpPr/>
          <p:nvPr/>
        </p:nvSpPr>
        <p:spPr>
          <a:xfrm>
            <a:off x="3501803" y="5652776"/>
            <a:ext cx="283266" cy="237538"/>
          </a:xfrm>
          <a:custGeom>
            <a:avLst/>
            <a:gdLst>
              <a:gd name="T0" fmla="*/ 1351 w 4419"/>
              <a:gd name="T1" fmla="*/ 3653 h 3712"/>
              <a:gd name="T2" fmla="*/ 1493 w 4419"/>
              <a:gd name="T3" fmla="*/ 3712 h 3712"/>
              <a:gd name="T4" fmla="*/ 1634 w 4419"/>
              <a:gd name="T5" fmla="*/ 3653 h 3712"/>
              <a:gd name="T6" fmla="*/ 4361 w 4419"/>
              <a:gd name="T7" fmla="*/ 927 h 3712"/>
              <a:gd name="T8" fmla="*/ 4419 w 4419"/>
              <a:gd name="T9" fmla="*/ 785 h 3712"/>
              <a:gd name="T10" fmla="*/ 4361 w 4419"/>
              <a:gd name="T11" fmla="*/ 644 h 3712"/>
              <a:gd name="T12" fmla="*/ 3795 w 4419"/>
              <a:gd name="T13" fmla="*/ 78 h 3712"/>
              <a:gd name="T14" fmla="*/ 3512 w 4419"/>
              <a:gd name="T15" fmla="*/ 78 h 3712"/>
              <a:gd name="T16" fmla="*/ 1493 w 4419"/>
              <a:gd name="T17" fmla="*/ 2098 h 3712"/>
              <a:gd name="T18" fmla="*/ 927 w 4419"/>
              <a:gd name="T19" fmla="*/ 1532 h 3712"/>
              <a:gd name="T20" fmla="*/ 786 w 4419"/>
              <a:gd name="T21" fmla="*/ 1473 h 3712"/>
              <a:gd name="T22" fmla="*/ 644 w 4419"/>
              <a:gd name="T23" fmla="*/ 1532 h 3712"/>
              <a:gd name="T24" fmla="*/ 79 w 4419"/>
              <a:gd name="T25" fmla="*/ 2098 h 3712"/>
              <a:gd name="T26" fmla="*/ 79 w 4419"/>
              <a:gd name="T27" fmla="*/ 2380 h 3712"/>
              <a:gd name="T28" fmla="*/ 1351 w 4419"/>
              <a:gd name="T29" fmla="*/ 3653 h 37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4419" h="3712">
                <a:moveTo>
                  <a:pt x="1351" y="3653"/>
                </a:moveTo>
                <a:cubicBezTo>
                  <a:pt x="1389" y="3691"/>
                  <a:pt x="1440" y="3712"/>
                  <a:pt x="1493" y="3712"/>
                </a:cubicBezTo>
                <a:cubicBezTo>
                  <a:pt x="1546" y="3712"/>
                  <a:pt x="1597" y="3691"/>
                  <a:pt x="1634" y="3653"/>
                </a:cubicBezTo>
                <a:lnTo>
                  <a:pt x="4361" y="927"/>
                </a:lnTo>
                <a:cubicBezTo>
                  <a:pt x="4398" y="889"/>
                  <a:pt x="4419" y="838"/>
                  <a:pt x="4419" y="785"/>
                </a:cubicBezTo>
                <a:cubicBezTo>
                  <a:pt x="4419" y="732"/>
                  <a:pt x="4398" y="681"/>
                  <a:pt x="4361" y="644"/>
                </a:cubicBezTo>
                <a:lnTo>
                  <a:pt x="3795" y="78"/>
                </a:lnTo>
                <a:cubicBezTo>
                  <a:pt x="3717" y="0"/>
                  <a:pt x="3590" y="0"/>
                  <a:pt x="3512" y="78"/>
                </a:cubicBezTo>
                <a:lnTo>
                  <a:pt x="1493" y="2098"/>
                </a:lnTo>
                <a:lnTo>
                  <a:pt x="927" y="1532"/>
                </a:lnTo>
                <a:cubicBezTo>
                  <a:pt x="890" y="1494"/>
                  <a:pt x="839" y="1473"/>
                  <a:pt x="786" y="1473"/>
                </a:cubicBezTo>
                <a:cubicBezTo>
                  <a:pt x="733" y="1473"/>
                  <a:pt x="682" y="1494"/>
                  <a:pt x="644" y="1532"/>
                </a:cubicBezTo>
                <a:lnTo>
                  <a:pt x="79" y="2098"/>
                </a:lnTo>
                <a:cubicBezTo>
                  <a:pt x="0" y="2176"/>
                  <a:pt x="0" y="2302"/>
                  <a:pt x="79" y="2380"/>
                </a:cubicBezTo>
                <a:lnTo>
                  <a:pt x="1351" y="3653"/>
                </a:lnTo>
                <a:close/>
              </a:path>
            </a:pathLst>
          </a:cu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6" name="checked_153603">
            <a:extLst>
              <a:ext uri="{FF2B5EF4-FFF2-40B4-BE49-F238E27FC236}">
                <a16:creationId xmlns:a16="http://schemas.microsoft.com/office/drawing/2014/main" id="{5480A67E-9C9D-4609-968D-B184591F85EB}"/>
              </a:ext>
            </a:extLst>
          </p:cNvPr>
          <p:cNvSpPr/>
          <p:nvPr/>
        </p:nvSpPr>
        <p:spPr>
          <a:xfrm>
            <a:off x="4271249" y="5654587"/>
            <a:ext cx="283266" cy="237538"/>
          </a:xfrm>
          <a:custGeom>
            <a:avLst/>
            <a:gdLst>
              <a:gd name="T0" fmla="*/ 1351 w 4419"/>
              <a:gd name="T1" fmla="*/ 3653 h 3712"/>
              <a:gd name="T2" fmla="*/ 1493 w 4419"/>
              <a:gd name="T3" fmla="*/ 3712 h 3712"/>
              <a:gd name="T4" fmla="*/ 1634 w 4419"/>
              <a:gd name="T5" fmla="*/ 3653 h 3712"/>
              <a:gd name="T6" fmla="*/ 4361 w 4419"/>
              <a:gd name="T7" fmla="*/ 927 h 3712"/>
              <a:gd name="T8" fmla="*/ 4419 w 4419"/>
              <a:gd name="T9" fmla="*/ 785 h 3712"/>
              <a:gd name="T10" fmla="*/ 4361 w 4419"/>
              <a:gd name="T11" fmla="*/ 644 h 3712"/>
              <a:gd name="T12" fmla="*/ 3795 w 4419"/>
              <a:gd name="T13" fmla="*/ 78 h 3712"/>
              <a:gd name="T14" fmla="*/ 3512 w 4419"/>
              <a:gd name="T15" fmla="*/ 78 h 3712"/>
              <a:gd name="T16" fmla="*/ 1493 w 4419"/>
              <a:gd name="T17" fmla="*/ 2098 h 3712"/>
              <a:gd name="T18" fmla="*/ 927 w 4419"/>
              <a:gd name="T19" fmla="*/ 1532 h 3712"/>
              <a:gd name="T20" fmla="*/ 786 w 4419"/>
              <a:gd name="T21" fmla="*/ 1473 h 3712"/>
              <a:gd name="T22" fmla="*/ 644 w 4419"/>
              <a:gd name="T23" fmla="*/ 1532 h 3712"/>
              <a:gd name="T24" fmla="*/ 79 w 4419"/>
              <a:gd name="T25" fmla="*/ 2098 h 3712"/>
              <a:gd name="T26" fmla="*/ 79 w 4419"/>
              <a:gd name="T27" fmla="*/ 2380 h 3712"/>
              <a:gd name="T28" fmla="*/ 1351 w 4419"/>
              <a:gd name="T29" fmla="*/ 3653 h 37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4419" h="3712">
                <a:moveTo>
                  <a:pt x="1351" y="3653"/>
                </a:moveTo>
                <a:cubicBezTo>
                  <a:pt x="1389" y="3691"/>
                  <a:pt x="1440" y="3712"/>
                  <a:pt x="1493" y="3712"/>
                </a:cubicBezTo>
                <a:cubicBezTo>
                  <a:pt x="1546" y="3712"/>
                  <a:pt x="1597" y="3691"/>
                  <a:pt x="1634" y="3653"/>
                </a:cubicBezTo>
                <a:lnTo>
                  <a:pt x="4361" y="927"/>
                </a:lnTo>
                <a:cubicBezTo>
                  <a:pt x="4398" y="889"/>
                  <a:pt x="4419" y="838"/>
                  <a:pt x="4419" y="785"/>
                </a:cubicBezTo>
                <a:cubicBezTo>
                  <a:pt x="4419" y="732"/>
                  <a:pt x="4398" y="681"/>
                  <a:pt x="4361" y="644"/>
                </a:cubicBezTo>
                <a:lnTo>
                  <a:pt x="3795" y="78"/>
                </a:lnTo>
                <a:cubicBezTo>
                  <a:pt x="3717" y="0"/>
                  <a:pt x="3590" y="0"/>
                  <a:pt x="3512" y="78"/>
                </a:cubicBezTo>
                <a:lnTo>
                  <a:pt x="1493" y="2098"/>
                </a:lnTo>
                <a:lnTo>
                  <a:pt x="927" y="1532"/>
                </a:lnTo>
                <a:cubicBezTo>
                  <a:pt x="890" y="1494"/>
                  <a:pt x="839" y="1473"/>
                  <a:pt x="786" y="1473"/>
                </a:cubicBezTo>
                <a:cubicBezTo>
                  <a:pt x="733" y="1473"/>
                  <a:pt x="682" y="1494"/>
                  <a:pt x="644" y="1532"/>
                </a:cubicBezTo>
                <a:lnTo>
                  <a:pt x="79" y="2098"/>
                </a:lnTo>
                <a:cubicBezTo>
                  <a:pt x="0" y="2176"/>
                  <a:pt x="0" y="2302"/>
                  <a:pt x="79" y="2380"/>
                </a:cubicBezTo>
                <a:lnTo>
                  <a:pt x="1351" y="3653"/>
                </a:lnTo>
                <a:close/>
              </a:path>
            </a:pathLst>
          </a:cu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7" name="checked_153603">
            <a:extLst>
              <a:ext uri="{FF2B5EF4-FFF2-40B4-BE49-F238E27FC236}">
                <a16:creationId xmlns:a16="http://schemas.microsoft.com/office/drawing/2014/main" id="{CE77BC3B-12F7-4509-9C0E-30266CB6A3E6}"/>
              </a:ext>
            </a:extLst>
          </p:cNvPr>
          <p:cNvSpPr/>
          <p:nvPr/>
        </p:nvSpPr>
        <p:spPr>
          <a:xfrm>
            <a:off x="5042974" y="5652776"/>
            <a:ext cx="283266" cy="237538"/>
          </a:xfrm>
          <a:custGeom>
            <a:avLst/>
            <a:gdLst>
              <a:gd name="T0" fmla="*/ 1351 w 4419"/>
              <a:gd name="T1" fmla="*/ 3653 h 3712"/>
              <a:gd name="T2" fmla="*/ 1493 w 4419"/>
              <a:gd name="T3" fmla="*/ 3712 h 3712"/>
              <a:gd name="T4" fmla="*/ 1634 w 4419"/>
              <a:gd name="T5" fmla="*/ 3653 h 3712"/>
              <a:gd name="T6" fmla="*/ 4361 w 4419"/>
              <a:gd name="T7" fmla="*/ 927 h 3712"/>
              <a:gd name="T8" fmla="*/ 4419 w 4419"/>
              <a:gd name="T9" fmla="*/ 785 h 3712"/>
              <a:gd name="T10" fmla="*/ 4361 w 4419"/>
              <a:gd name="T11" fmla="*/ 644 h 3712"/>
              <a:gd name="T12" fmla="*/ 3795 w 4419"/>
              <a:gd name="T13" fmla="*/ 78 h 3712"/>
              <a:gd name="T14" fmla="*/ 3512 w 4419"/>
              <a:gd name="T15" fmla="*/ 78 h 3712"/>
              <a:gd name="T16" fmla="*/ 1493 w 4419"/>
              <a:gd name="T17" fmla="*/ 2098 h 3712"/>
              <a:gd name="T18" fmla="*/ 927 w 4419"/>
              <a:gd name="T19" fmla="*/ 1532 h 3712"/>
              <a:gd name="T20" fmla="*/ 786 w 4419"/>
              <a:gd name="T21" fmla="*/ 1473 h 3712"/>
              <a:gd name="T22" fmla="*/ 644 w 4419"/>
              <a:gd name="T23" fmla="*/ 1532 h 3712"/>
              <a:gd name="T24" fmla="*/ 79 w 4419"/>
              <a:gd name="T25" fmla="*/ 2098 h 3712"/>
              <a:gd name="T26" fmla="*/ 79 w 4419"/>
              <a:gd name="T27" fmla="*/ 2380 h 3712"/>
              <a:gd name="T28" fmla="*/ 1351 w 4419"/>
              <a:gd name="T29" fmla="*/ 3653 h 37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4419" h="3712">
                <a:moveTo>
                  <a:pt x="1351" y="3653"/>
                </a:moveTo>
                <a:cubicBezTo>
                  <a:pt x="1389" y="3691"/>
                  <a:pt x="1440" y="3712"/>
                  <a:pt x="1493" y="3712"/>
                </a:cubicBezTo>
                <a:cubicBezTo>
                  <a:pt x="1546" y="3712"/>
                  <a:pt x="1597" y="3691"/>
                  <a:pt x="1634" y="3653"/>
                </a:cubicBezTo>
                <a:lnTo>
                  <a:pt x="4361" y="927"/>
                </a:lnTo>
                <a:cubicBezTo>
                  <a:pt x="4398" y="889"/>
                  <a:pt x="4419" y="838"/>
                  <a:pt x="4419" y="785"/>
                </a:cubicBezTo>
                <a:cubicBezTo>
                  <a:pt x="4419" y="732"/>
                  <a:pt x="4398" y="681"/>
                  <a:pt x="4361" y="644"/>
                </a:cubicBezTo>
                <a:lnTo>
                  <a:pt x="3795" y="78"/>
                </a:lnTo>
                <a:cubicBezTo>
                  <a:pt x="3717" y="0"/>
                  <a:pt x="3590" y="0"/>
                  <a:pt x="3512" y="78"/>
                </a:cubicBezTo>
                <a:lnTo>
                  <a:pt x="1493" y="2098"/>
                </a:lnTo>
                <a:lnTo>
                  <a:pt x="927" y="1532"/>
                </a:lnTo>
                <a:cubicBezTo>
                  <a:pt x="890" y="1494"/>
                  <a:pt x="839" y="1473"/>
                  <a:pt x="786" y="1473"/>
                </a:cubicBezTo>
                <a:cubicBezTo>
                  <a:pt x="733" y="1473"/>
                  <a:pt x="682" y="1494"/>
                  <a:pt x="644" y="1532"/>
                </a:cubicBezTo>
                <a:lnTo>
                  <a:pt x="79" y="2098"/>
                </a:lnTo>
                <a:cubicBezTo>
                  <a:pt x="0" y="2176"/>
                  <a:pt x="0" y="2302"/>
                  <a:pt x="79" y="2380"/>
                </a:cubicBezTo>
                <a:lnTo>
                  <a:pt x="1351" y="3653"/>
                </a:lnTo>
                <a:close/>
              </a:path>
            </a:pathLst>
          </a:cu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8" name="checked_153603">
            <a:extLst>
              <a:ext uri="{FF2B5EF4-FFF2-40B4-BE49-F238E27FC236}">
                <a16:creationId xmlns:a16="http://schemas.microsoft.com/office/drawing/2014/main" id="{D4DB5E0E-E494-4840-98AE-1D0A928A676D}"/>
              </a:ext>
            </a:extLst>
          </p:cNvPr>
          <p:cNvSpPr/>
          <p:nvPr/>
        </p:nvSpPr>
        <p:spPr>
          <a:xfrm>
            <a:off x="5796956" y="5652776"/>
            <a:ext cx="283266" cy="237538"/>
          </a:xfrm>
          <a:custGeom>
            <a:avLst/>
            <a:gdLst>
              <a:gd name="T0" fmla="*/ 1351 w 4419"/>
              <a:gd name="T1" fmla="*/ 3653 h 3712"/>
              <a:gd name="T2" fmla="*/ 1493 w 4419"/>
              <a:gd name="T3" fmla="*/ 3712 h 3712"/>
              <a:gd name="T4" fmla="*/ 1634 w 4419"/>
              <a:gd name="T5" fmla="*/ 3653 h 3712"/>
              <a:gd name="T6" fmla="*/ 4361 w 4419"/>
              <a:gd name="T7" fmla="*/ 927 h 3712"/>
              <a:gd name="T8" fmla="*/ 4419 w 4419"/>
              <a:gd name="T9" fmla="*/ 785 h 3712"/>
              <a:gd name="T10" fmla="*/ 4361 w 4419"/>
              <a:gd name="T11" fmla="*/ 644 h 3712"/>
              <a:gd name="T12" fmla="*/ 3795 w 4419"/>
              <a:gd name="T13" fmla="*/ 78 h 3712"/>
              <a:gd name="T14" fmla="*/ 3512 w 4419"/>
              <a:gd name="T15" fmla="*/ 78 h 3712"/>
              <a:gd name="T16" fmla="*/ 1493 w 4419"/>
              <a:gd name="T17" fmla="*/ 2098 h 3712"/>
              <a:gd name="T18" fmla="*/ 927 w 4419"/>
              <a:gd name="T19" fmla="*/ 1532 h 3712"/>
              <a:gd name="T20" fmla="*/ 786 w 4419"/>
              <a:gd name="T21" fmla="*/ 1473 h 3712"/>
              <a:gd name="T22" fmla="*/ 644 w 4419"/>
              <a:gd name="T23" fmla="*/ 1532 h 3712"/>
              <a:gd name="T24" fmla="*/ 79 w 4419"/>
              <a:gd name="T25" fmla="*/ 2098 h 3712"/>
              <a:gd name="T26" fmla="*/ 79 w 4419"/>
              <a:gd name="T27" fmla="*/ 2380 h 3712"/>
              <a:gd name="T28" fmla="*/ 1351 w 4419"/>
              <a:gd name="T29" fmla="*/ 3653 h 37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4419" h="3712">
                <a:moveTo>
                  <a:pt x="1351" y="3653"/>
                </a:moveTo>
                <a:cubicBezTo>
                  <a:pt x="1389" y="3691"/>
                  <a:pt x="1440" y="3712"/>
                  <a:pt x="1493" y="3712"/>
                </a:cubicBezTo>
                <a:cubicBezTo>
                  <a:pt x="1546" y="3712"/>
                  <a:pt x="1597" y="3691"/>
                  <a:pt x="1634" y="3653"/>
                </a:cubicBezTo>
                <a:lnTo>
                  <a:pt x="4361" y="927"/>
                </a:lnTo>
                <a:cubicBezTo>
                  <a:pt x="4398" y="889"/>
                  <a:pt x="4419" y="838"/>
                  <a:pt x="4419" y="785"/>
                </a:cubicBezTo>
                <a:cubicBezTo>
                  <a:pt x="4419" y="732"/>
                  <a:pt x="4398" y="681"/>
                  <a:pt x="4361" y="644"/>
                </a:cubicBezTo>
                <a:lnTo>
                  <a:pt x="3795" y="78"/>
                </a:lnTo>
                <a:cubicBezTo>
                  <a:pt x="3717" y="0"/>
                  <a:pt x="3590" y="0"/>
                  <a:pt x="3512" y="78"/>
                </a:cubicBezTo>
                <a:lnTo>
                  <a:pt x="1493" y="2098"/>
                </a:lnTo>
                <a:lnTo>
                  <a:pt x="927" y="1532"/>
                </a:lnTo>
                <a:cubicBezTo>
                  <a:pt x="890" y="1494"/>
                  <a:pt x="839" y="1473"/>
                  <a:pt x="786" y="1473"/>
                </a:cubicBezTo>
                <a:cubicBezTo>
                  <a:pt x="733" y="1473"/>
                  <a:pt x="682" y="1494"/>
                  <a:pt x="644" y="1532"/>
                </a:cubicBezTo>
                <a:lnTo>
                  <a:pt x="79" y="2098"/>
                </a:lnTo>
                <a:cubicBezTo>
                  <a:pt x="0" y="2176"/>
                  <a:pt x="0" y="2302"/>
                  <a:pt x="79" y="2380"/>
                </a:cubicBezTo>
                <a:lnTo>
                  <a:pt x="1351" y="3653"/>
                </a:lnTo>
                <a:close/>
              </a:path>
            </a:pathLst>
          </a:cu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3" name="矩形 42">
            <a:extLst>
              <a:ext uri="{FF2B5EF4-FFF2-40B4-BE49-F238E27FC236}">
                <a16:creationId xmlns:a16="http://schemas.microsoft.com/office/drawing/2014/main" id="{0E876F37-954E-4D6C-A996-1CB102953694}"/>
              </a:ext>
            </a:extLst>
          </p:cNvPr>
          <p:cNvSpPr/>
          <p:nvPr/>
        </p:nvSpPr>
        <p:spPr>
          <a:xfrm>
            <a:off x="1251044" y="2327984"/>
            <a:ext cx="708432" cy="270283"/>
          </a:xfrm>
          <a:prstGeom prst="rect">
            <a:avLst/>
          </a:prstGeom>
          <a:solidFill>
            <a:schemeClr val="accent3"/>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46800" rIns="46800" rtlCol="0" anchor="ctr"/>
          <a:lstStyle/>
          <a:p>
            <a:pPr algn="ctr"/>
            <a:r>
              <a:rPr lang="en-US" altLang="zh-CN" b="1" dirty="0"/>
              <a:t>DATA0</a:t>
            </a:r>
            <a:endParaRPr lang="zh-CN" altLang="en-US" b="1" dirty="0"/>
          </a:p>
        </p:txBody>
      </p:sp>
      <p:sp>
        <p:nvSpPr>
          <p:cNvPr id="44" name="矩形 43">
            <a:extLst>
              <a:ext uri="{FF2B5EF4-FFF2-40B4-BE49-F238E27FC236}">
                <a16:creationId xmlns:a16="http://schemas.microsoft.com/office/drawing/2014/main" id="{2F18F248-5ACC-4CDC-9551-8E4E4E87931D}"/>
              </a:ext>
            </a:extLst>
          </p:cNvPr>
          <p:cNvSpPr/>
          <p:nvPr/>
        </p:nvSpPr>
        <p:spPr>
          <a:xfrm>
            <a:off x="2307054" y="5563124"/>
            <a:ext cx="739454" cy="374399"/>
          </a:xfrm>
          <a:prstGeom prst="rect">
            <a:avLst/>
          </a:prstGeom>
          <a:solidFill>
            <a:schemeClr val="accent1">
              <a:lumMod val="75000"/>
              <a:alpha val="44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grpSp>
        <p:nvGrpSpPr>
          <p:cNvPr id="12" name="组合 11">
            <a:extLst>
              <a:ext uri="{FF2B5EF4-FFF2-40B4-BE49-F238E27FC236}">
                <a16:creationId xmlns:a16="http://schemas.microsoft.com/office/drawing/2014/main" id="{E6D190E7-DF4D-4928-B98A-880B40217A92}"/>
              </a:ext>
            </a:extLst>
          </p:cNvPr>
          <p:cNvGrpSpPr/>
          <p:nvPr/>
        </p:nvGrpSpPr>
        <p:grpSpPr>
          <a:xfrm>
            <a:off x="1959476" y="2087488"/>
            <a:ext cx="6770303" cy="535982"/>
            <a:chOff x="1959476" y="2087488"/>
            <a:chExt cx="6770303" cy="535982"/>
          </a:xfrm>
        </p:grpSpPr>
        <p:cxnSp>
          <p:nvCxnSpPr>
            <p:cNvPr id="9" name="连接符: 肘形 8">
              <a:extLst>
                <a:ext uri="{FF2B5EF4-FFF2-40B4-BE49-F238E27FC236}">
                  <a16:creationId xmlns:a16="http://schemas.microsoft.com/office/drawing/2014/main" id="{E709787E-0F23-4C0D-A795-39DCEFFE5325}"/>
                </a:ext>
              </a:extLst>
            </p:cNvPr>
            <p:cNvCxnSpPr>
              <a:cxnSpLocks/>
              <a:stCxn id="43" idx="3"/>
            </p:cNvCxnSpPr>
            <p:nvPr/>
          </p:nvCxnSpPr>
          <p:spPr>
            <a:xfrm flipV="1">
              <a:off x="1959476" y="2087488"/>
              <a:ext cx="6770303" cy="375638"/>
            </a:xfrm>
            <a:prstGeom prst="bentConnector2">
              <a:avLst/>
            </a:prstGeom>
            <a:ln w="25400">
              <a:solidFill>
                <a:schemeClr val="accent1">
                  <a:lumMod val="75000"/>
                </a:schemeClr>
              </a:solidFill>
              <a:prstDash val="dash"/>
              <a:tailEnd type="triangle" w="med" len="med"/>
            </a:ln>
          </p:spPr>
          <p:style>
            <a:lnRef idx="1">
              <a:schemeClr val="accent1"/>
            </a:lnRef>
            <a:fillRef idx="0">
              <a:schemeClr val="accent1"/>
            </a:fillRef>
            <a:effectRef idx="0">
              <a:schemeClr val="accent1"/>
            </a:effectRef>
            <a:fontRef idx="minor">
              <a:schemeClr val="tx1"/>
            </a:fontRef>
          </p:style>
        </p:cxnSp>
        <p:sp>
          <p:nvSpPr>
            <p:cNvPr id="47" name="íşlïḍè">
              <a:extLst>
                <a:ext uri="{FF2B5EF4-FFF2-40B4-BE49-F238E27FC236}">
                  <a16:creationId xmlns:a16="http://schemas.microsoft.com/office/drawing/2014/main" id="{97F57034-264D-4136-82B6-9A58069FF937}"/>
                </a:ext>
              </a:extLst>
            </p:cNvPr>
            <p:cNvSpPr txBox="1"/>
            <p:nvPr/>
          </p:nvSpPr>
          <p:spPr>
            <a:xfrm>
              <a:off x="3984785" y="2312173"/>
              <a:ext cx="3161082" cy="311297"/>
            </a:xfrm>
            <a:prstGeom prst="rect">
              <a:avLst/>
            </a:prstGeom>
            <a:solidFill>
              <a:schemeClr val="bg1"/>
            </a:solidFill>
          </p:spPr>
          <p:txBody>
            <a:bodyPr wrap="square" lIns="91440" tIns="45720" rIns="91440" bIns="45720" anchor="ctr">
              <a:noAutofit/>
            </a:bodyPr>
            <a:lstStyle/>
            <a:p>
              <a:pPr algn="ctr"/>
              <a:r>
                <a:rPr lang="zh-CN" altLang="en-US" b="1" dirty="0">
                  <a:solidFill>
                    <a:schemeClr val="accent1">
                      <a:lumMod val="75000"/>
                    </a:schemeClr>
                  </a:solidFill>
                </a:rPr>
                <a:t>序号落入接收窗口，可以接收</a:t>
              </a:r>
              <a:endParaRPr lang="en-US" altLang="zh-CN" b="1" dirty="0">
                <a:solidFill>
                  <a:schemeClr val="accent1">
                    <a:lumMod val="75000"/>
                  </a:schemeClr>
                </a:solidFill>
              </a:endParaRPr>
            </a:p>
          </p:txBody>
        </p:sp>
      </p:grpSp>
      <p:grpSp>
        <p:nvGrpSpPr>
          <p:cNvPr id="13" name="组合 12">
            <a:extLst>
              <a:ext uri="{FF2B5EF4-FFF2-40B4-BE49-F238E27FC236}">
                <a16:creationId xmlns:a16="http://schemas.microsoft.com/office/drawing/2014/main" id="{925F5399-6DC4-4B77-A12E-B0710FDF9934}"/>
              </a:ext>
            </a:extLst>
          </p:cNvPr>
          <p:cNvGrpSpPr/>
          <p:nvPr/>
        </p:nvGrpSpPr>
        <p:grpSpPr>
          <a:xfrm>
            <a:off x="1605260" y="1305334"/>
            <a:ext cx="1153049" cy="1022651"/>
            <a:chOff x="1605260" y="1305334"/>
            <a:chExt cx="1153049" cy="1022651"/>
          </a:xfrm>
        </p:grpSpPr>
        <p:cxnSp>
          <p:nvCxnSpPr>
            <p:cNvPr id="46" name="连接符: 肘形 45">
              <a:extLst>
                <a:ext uri="{FF2B5EF4-FFF2-40B4-BE49-F238E27FC236}">
                  <a16:creationId xmlns:a16="http://schemas.microsoft.com/office/drawing/2014/main" id="{C472EFE0-4506-438D-AE72-C7E075821BDA}"/>
                </a:ext>
              </a:extLst>
            </p:cNvPr>
            <p:cNvCxnSpPr>
              <a:cxnSpLocks/>
              <a:stCxn id="43" idx="0"/>
            </p:cNvCxnSpPr>
            <p:nvPr/>
          </p:nvCxnSpPr>
          <p:spPr>
            <a:xfrm rot="5400000" flipH="1" flipV="1">
              <a:off x="1922108" y="1573312"/>
              <a:ext cx="437825" cy="1071521"/>
            </a:xfrm>
            <a:prstGeom prst="bentConnector3">
              <a:avLst>
                <a:gd name="adj1" fmla="val 152213"/>
              </a:avLst>
            </a:prstGeom>
            <a:ln w="25400">
              <a:solidFill>
                <a:schemeClr val="accent1">
                  <a:lumMod val="75000"/>
                </a:schemeClr>
              </a:solidFill>
              <a:prstDash val="dash"/>
              <a:tailEnd type="triangle" w="med" len="med"/>
            </a:ln>
          </p:spPr>
          <p:style>
            <a:lnRef idx="1">
              <a:schemeClr val="accent1"/>
            </a:lnRef>
            <a:fillRef idx="0">
              <a:schemeClr val="accent1"/>
            </a:fillRef>
            <a:effectRef idx="0">
              <a:schemeClr val="accent1"/>
            </a:effectRef>
            <a:fontRef idx="minor">
              <a:schemeClr val="tx1"/>
            </a:fontRef>
          </p:style>
        </p:cxnSp>
        <p:sp>
          <p:nvSpPr>
            <p:cNvPr id="48" name="íşlïḍè">
              <a:extLst>
                <a:ext uri="{FF2B5EF4-FFF2-40B4-BE49-F238E27FC236}">
                  <a16:creationId xmlns:a16="http://schemas.microsoft.com/office/drawing/2014/main" id="{2B79211D-5566-4777-A1D3-51B71EFEFAF2}"/>
                </a:ext>
              </a:extLst>
            </p:cNvPr>
            <p:cNvSpPr txBox="1"/>
            <p:nvPr/>
          </p:nvSpPr>
          <p:spPr>
            <a:xfrm>
              <a:off x="1853145" y="1305334"/>
              <a:ext cx="905164" cy="311297"/>
            </a:xfrm>
            <a:prstGeom prst="rect">
              <a:avLst/>
            </a:prstGeom>
            <a:noFill/>
          </p:spPr>
          <p:txBody>
            <a:bodyPr wrap="square" lIns="91440" tIns="45720" rIns="91440" bIns="45720" anchor="ctr">
              <a:noAutofit/>
            </a:bodyPr>
            <a:lstStyle/>
            <a:p>
              <a:pPr algn="ctr"/>
              <a:r>
                <a:rPr lang="zh-CN" altLang="en-US" b="1" dirty="0">
                  <a:solidFill>
                    <a:schemeClr val="accent1">
                      <a:lumMod val="75000"/>
                    </a:schemeClr>
                  </a:solidFill>
                </a:rPr>
                <a:t>已接收</a:t>
              </a:r>
              <a:endParaRPr lang="en-US" altLang="zh-CN" b="1" dirty="0">
                <a:solidFill>
                  <a:schemeClr val="accent1">
                    <a:lumMod val="75000"/>
                  </a:schemeClr>
                </a:solidFill>
              </a:endParaRPr>
            </a:p>
          </p:txBody>
        </p:sp>
      </p:grpSp>
      <p:sp>
        <p:nvSpPr>
          <p:cNvPr id="40" name="平行四边形 39">
            <a:extLst>
              <a:ext uri="{FF2B5EF4-FFF2-40B4-BE49-F238E27FC236}">
                <a16:creationId xmlns:a16="http://schemas.microsoft.com/office/drawing/2014/main" id="{06D794D5-7838-E3F3-E799-035CA0173C92}"/>
              </a:ext>
            </a:extLst>
          </p:cNvPr>
          <p:cNvSpPr/>
          <p:nvPr/>
        </p:nvSpPr>
        <p:spPr>
          <a:xfrm>
            <a:off x="304800" y="749300"/>
            <a:ext cx="675384" cy="387090"/>
          </a:xfrm>
          <a:prstGeom prst="parallelogram">
            <a:avLst/>
          </a:prstGeom>
          <a:solidFill>
            <a:schemeClr val="accent3">
              <a:lumMod val="75000"/>
            </a:schemeClr>
          </a:solidFill>
          <a:ln>
            <a:solidFill>
              <a:schemeClr val="accent3">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CN" sz="2200" dirty="0">
                <a:latin typeface="Impact" panose="020B0806030902050204" pitchFamily="34" charset="0"/>
              </a:rPr>
              <a:t>05</a:t>
            </a:r>
            <a:endParaRPr lang="zh-CN" altLang="en-US" sz="2200" dirty="0">
              <a:latin typeface="Impact" panose="020B0806030902050204" pitchFamily="34" charset="0"/>
            </a:endParaRPr>
          </a:p>
        </p:txBody>
      </p:sp>
    </p:spTree>
    <p:custDataLst>
      <p:tags r:id="rId1"/>
    </p:custDataLst>
    <p:extLst>
      <p:ext uri="{BB962C8B-B14F-4D97-AF65-F5344CB8AC3E}">
        <p14:creationId xmlns:p14="http://schemas.microsoft.com/office/powerpoint/2010/main" val="2533667086"/>
      </p:ext>
    </p:extLst>
  </p:cSld>
  <p:clrMapOvr>
    <a:masterClrMapping/>
  </p:clrMapOvr>
  <mc:AlternateContent xmlns:mc="http://schemas.openxmlformats.org/markup-compatibility/2006" xmlns:p159="http://schemas.microsoft.com/office/powerpoint/2015/09/main">
    <mc:Choice Requires="p159">
      <p:transition xmlns:p14="http://schemas.microsoft.com/office/powerpoint/2010/main" spd="slow" p14:dur="2000">
        <p159:morph option="byObject"/>
      </p:transition>
    </mc:Choice>
    <mc:Fallback xmlns="">
      <p:transition spd="slow">
        <p:fade/>
      </p:transition>
    </mc:Fallback>
  </mc:AlternateContent>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2" presetClass="entr" presetSubtype="8" fill="hold" nodeType="clickEffect">
                                  <p:stCondLst>
                                    <p:cond delay="0"/>
                                  </p:stCondLst>
                                  <p:childTnLst>
                                    <p:set>
                                      <p:cBhvr>
                                        <p:cTn id="6" dur="1" fill="hold">
                                          <p:stCondLst>
                                            <p:cond delay="0"/>
                                          </p:stCondLst>
                                        </p:cTn>
                                        <p:tgtEl>
                                          <p:spTgt spid="12"/>
                                        </p:tgtEl>
                                        <p:attrNameLst>
                                          <p:attrName>style.visibility</p:attrName>
                                        </p:attrNameLst>
                                      </p:cBhvr>
                                      <p:to>
                                        <p:strVal val="visible"/>
                                      </p:to>
                                    </p:set>
                                    <p:animEffect transition="in" filter="wipe(left)">
                                      <p:cBhvr>
                                        <p:cTn id="7" dur="1000"/>
                                        <p:tgtEl>
                                          <p:spTgt spid="12"/>
                                        </p:tgtEl>
                                      </p:cBhvr>
                                    </p:animEffect>
                                  </p:childTnLst>
                                </p:cTn>
                              </p:par>
                            </p:childTnLst>
                          </p:cTn>
                        </p:par>
                      </p:childTnLst>
                    </p:cTn>
                  </p:par>
                  <p:par>
                    <p:cTn id="8" fill="hold">
                      <p:stCondLst>
                        <p:cond delay="indefinite"/>
                      </p:stCondLst>
                      <p:childTnLst>
                        <p:par>
                          <p:cTn id="9" fill="hold">
                            <p:stCondLst>
                              <p:cond delay="0"/>
                            </p:stCondLst>
                            <p:childTnLst>
                              <p:par>
                                <p:cTn id="10" presetID="22" presetClass="entr" presetSubtype="8" fill="hold" nodeType="clickEffect">
                                  <p:stCondLst>
                                    <p:cond delay="0"/>
                                  </p:stCondLst>
                                  <p:childTnLst>
                                    <p:set>
                                      <p:cBhvr>
                                        <p:cTn id="11" dur="1" fill="hold">
                                          <p:stCondLst>
                                            <p:cond delay="0"/>
                                          </p:stCondLst>
                                        </p:cTn>
                                        <p:tgtEl>
                                          <p:spTgt spid="13"/>
                                        </p:tgtEl>
                                        <p:attrNameLst>
                                          <p:attrName>style.visibility</p:attrName>
                                        </p:attrNameLst>
                                      </p:cBhvr>
                                      <p:to>
                                        <p:strVal val="visible"/>
                                      </p:to>
                                    </p:set>
                                    <p:animEffect transition="in" filter="wipe(left)">
                                      <p:cBhvr>
                                        <p:cTn id="12" dur="500"/>
                                        <p:tgtEl>
                                          <p:spTgt spid="13"/>
                                        </p:tgtEl>
                                      </p:cBhvr>
                                    </p:animEffect>
                                  </p:childTnLst>
                                </p:cTn>
                              </p:par>
                            </p:childTnLst>
                          </p:cTn>
                        </p:par>
                      </p:childTnLst>
                    </p:cTn>
                  </p:par>
                  <p:par>
                    <p:cTn id="13" fill="hold">
                      <p:stCondLst>
                        <p:cond delay="indefinite"/>
                      </p:stCondLst>
                      <p:childTnLst>
                        <p:par>
                          <p:cTn id="14" fill="hold">
                            <p:stCondLst>
                              <p:cond delay="0"/>
                            </p:stCondLst>
                            <p:childTnLst>
                              <p:par>
                                <p:cTn id="15" presetID="32" presetClass="emph" presetSubtype="0" fill="hold" grpId="0" nodeType="clickEffect">
                                  <p:stCondLst>
                                    <p:cond delay="0"/>
                                  </p:stCondLst>
                                  <p:childTnLst>
                                    <p:animRot by="120000">
                                      <p:cBhvr>
                                        <p:cTn id="16" dur="100" fill="hold">
                                          <p:stCondLst>
                                            <p:cond delay="0"/>
                                          </p:stCondLst>
                                        </p:cTn>
                                        <p:tgtEl>
                                          <p:spTgt spid="6"/>
                                        </p:tgtEl>
                                        <p:attrNameLst>
                                          <p:attrName>r</p:attrName>
                                        </p:attrNameLst>
                                      </p:cBhvr>
                                    </p:animRot>
                                    <p:animRot by="-240000">
                                      <p:cBhvr>
                                        <p:cTn id="17" dur="200" fill="hold">
                                          <p:stCondLst>
                                            <p:cond delay="200"/>
                                          </p:stCondLst>
                                        </p:cTn>
                                        <p:tgtEl>
                                          <p:spTgt spid="6"/>
                                        </p:tgtEl>
                                        <p:attrNameLst>
                                          <p:attrName>r</p:attrName>
                                        </p:attrNameLst>
                                      </p:cBhvr>
                                    </p:animRot>
                                    <p:animRot by="240000">
                                      <p:cBhvr>
                                        <p:cTn id="18" dur="200" fill="hold">
                                          <p:stCondLst>
                                            <p:cond delay="400"/>
                                          </p:stCondLst>
                                        </p:cTn>
                                        <p:tgtEl>
                                          <p:spTgt spid="6"/>
                                        </p:tgtEl>
                                        <p:attrNameLst>
                                          <p:attrName>r</p:attrName>
                                        </p:attrNameLst>
                                      </p:cBhvr>
                                    </p:animRot>
                                    <p:animRot by="-240000">
                                      <p:cBhvr>
                                        <p:cTn id="19" dur="200" fill="hold">
                                          <p:stCondLst>
                                            <p:cond delay="600"/>
                                          </p:stCondLst>
                                        </p:cTn>
                                        <p:tgtEl>
                                          <p:spTgt spid="6"/>
                                        </p:tgtEl>
                                        <p:attrNameLst>
                                          <p:attrName>r</p:attrName>
                                        </p:attrNameLst>
                                      </p:cBhvr>
                                    </p:animRot>
                                    <p:animRot by="120000">
                                      <p:cBhvr>
                                        <p:cTn id="20" dur="200" fill="hold">
                                          <p:stCondLst>
                                            <p:cond delay="800"/>
                                          </p:stCondLst>
                                        </p:cTn>
                                        <p:tgtEl>
                                          <p:spTgt spid="6"/>
                                        </p:tgtEl>
                                        <p:attrNameLst>
                                          <p:attrName>r</p:attrName>
                                        </p:attrNameLst>
                                      </p:cBhvr>
                                    </p:animRo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6" grpId="0" animBg="1"/>
    </p:bldLst>
  </p:timing>
</p:sld>
</file>

<file path=ppt/slides/slide22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10" name="组合 9">
            <a:extLst>
              <a:ext uri="{FF2B5EF4-FFF2-40B4-BE49-F238E27FC236}">
                <a16:creationId xmlns:a16="http://schemas.microsoft.com/office/drawing/2014/main" id="{7BDA17D0-132A-468F-B8F1-9B796D853820}"/>
              </a:ext>
            </a:extLst>
          </p:cNvPr>
          <p:cNvGrpSpPr/>
          <p:nvPr/>
        </p:nvGrpSpPr>
        <p:grpSpPr>
          <a:xfrm>
            <a:off x="1404666" y="2560181"/>
            <a:ext cx="2095200" cy="955020"/>
            <a:chOff x="1404666" y="3244334"/>
            <a:chExt cx="2095200" cy="955020"/>
          </a:xfrm>
        </p:grpSpPr>
        <p:sp>
          <p:nvSpPr>
            <p:cNvPr id="53" name="矩形 52">
              <a:extLst>
                <a:ext uri="{FF2B5EF4-FFF2-40B4-BE49-F238E27FC236}">
                  <a16:creationId xmlns:a16="http://schemas.microsoft.com/office/drawing/2014/main" id="{7A970643-B64F-4E97-969F-B31E3B0EC9C1}"/>
                </a:ext>
              </a:extLst>
            </p:cNvPr>
            <p:cNvSpPr/>
            <p:nvPr/>
          </p:nvSpPr>
          <p:spPr>
            <a:xfrm>
              <a:off x="1404666" y="3657890"/>
              <a:ext cx="2095200" cy="541464"/>
            </a:xfrm>
            <a:prstGeom prst="rect">
              <a:avLst/>
            </a:prstGeom>
            <a:solidFill>
              <a:schemeClr val="accent3"/>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mc:AlternateContent xmlns:mc="http://schemas.openxmlformats.org/markup-compatibility/2006" xmlns:a14="http://schemas.microsoft.com/office/drawing/2010/main">
          <mc:Choice Requires="a14">
            <p:sp>
              <p:nvSpPr>
                <p:cNvPr id="54" name="文本框 53">
                  <a:extLst>
                    <a:ext uri="{FF2B5EF4-FFF2-40B4-BE49-F238E27FC236}">
                      <a16:creationId xmlns:a16="http://schemas.microsoft.com/office/drawing/2014/main" id="{B8D8F599-42B5-4CDD-8CA9-4CEC7A75C459}"/>
                    </a:ext>
                  </a:extLst>
                </p:cNvPr>
                <p:cNvSpPr txBox="1"/>
                <p:nvPr/>
              </p:nvSpPr>
              <p:spPr>
                <a:xfrm>
                  <a:off x="1920901" y="3244334"/>
                  <a:ext cx="1067217" cy="369332"/>
                </a:xfrm>
                <a:prstGeom prst="rect">
                  <a:avLst/>
                </a:prstGeom>
                <a:noFill/>
              </p:spPr>
              <p:txBody>
                <a:bodyPr wrap="square">
                  <a:spAutoFit/>
                </a:bodyPr>
                <a:lstStyle/>
                <a:p>
                  <a:pPr/>
                  <a14:m>
                    <m:oMathPara xmlns:m="http://schemas.openxmlformats.org/officeDocument/2006/math">
                      <m:oMathParaPr>
                        <m:jc m:val="centerGroup"/>
                      </m:oMathParaPr>
                      <m:oMath xmlns:m="http://schemas.openxmlformats.org/officeDocument/2006/math">
                        <m:sSub>
                          <m:sSubPr>
                            <m:ctrlPr>
                              <a:rPr lang="en-US" altLang="zh-CN" b="1" i="1" smtClean="0">
                                <a:solidFill>
                                  <a:schemeClr val="accent3"/>
                                </a:solidFill>
                                <a:latin typeface="Cambria Math" panose="02040503050406030204" pitchFamily="18" charset="0"/>
                              </a:rPr>
                            </m:ctrlPr>
                          </m:sSubPr>
                          <m:e>
                            <m:r>
                              <a:rPr lang="en-US" altLang="zh-CN" b="1" i="1" smtClean="0">
                                <a:solidFill>
                                  <a:schemeClr val="accent3"/>
                                </a:solidFill>
                                <a:latin typeface="Cambria Math" panose="02040503050406030204" pitchFamily="18" charset="0"/>
                              </a:rPr>
                              <m:t>𝑾</m:t>
                            </m:r>
                          </m:e>
                          <m:sub>
                            <m:r>
                              <a:rPr lang="en-US" altLang="zh-CN" b="1" i="1" smtClean="0">
                                <a:solidFill>
                                  <a:schemeClr val="accent3"/>
                                </a:solidFill>
                                <a:latin typeface="Cambria Math" panose="02040503050406030204" pitchFamily="18" charset="0"/>
                              </a:rPr>
                              <m:t>𝑻</m:t>
                            </m:r>
                          </m:sub>
                        </m:sSub>
                        <m:r>
                          <a:rPr lang="en-US" altLang="zh-CN" b="1" i="1" smtClean="0">
                            <a:solidFill>
                              <a:schemeClr val="accent3"/>
                            </a:solidFill>
                            <a:latin typeface="Cambria Math" panose="02040503050406030204" pitchFamily="18" charset="0"/>
                          </a:rPr>
                          <m:t>=</m:t>
                        </m:r>
                        <m:r>
                          <a:rPr lang="en-US" altLang="zh-CN" b="1" i="1" smtClean="0">
                            <a:solidFill>
                              <a:schemeClr val="accent3"/>
                            </a:solidFill>
                            <a:latin typeface="Cambria Math" panose="02040503050406030204" pitchFamily="18" charset="0"/>
                          </a:rPr>
                          <m:t>𝟒</m:t>
                        </m:r>
                      </m:oMath>
                    </m:oMathPara>
                  </a14:m>
                  <a:endParaRPr lang="zh-CN" altLang="en-US" dirty="0">
                    <a:solidFill>
                      <a:schemeClr val="accent3"/>
                    </a:solidFill>
                  </a:endParaRPr>
                </a:p>
              </p:txBody>
            </p:sp>
          </mc:Choice>
          <mc:Fallback xmlns="">
            <p:sp>
              <p:nvSpPr>
                <p:cNvPr id="54" name="文本框 53">
                  <a:extLst>
                    <a:ext uri="{FF2B5EF4-FFF2-40B4-BE49-F238E27FC236}">
                      <a16:creationId xmlns:a16="http://schemas.microsoft.com/office/drawing/2014/main" id="{B8D8F599-42B5-4CDD-8CA9-4CEC7A75C459}"/>
                    </a:ext>
                  </a:extLst>
                </p:cNvPr>
                <p:cNvSpPr txBox="1">
                  <a:spLocks noRot="1" noChangeAspect="1" noMove="1" noResize="1" noEditPoints="1" noAdjustHandles="1" noChangeArrowheads="1" noChangeShapeType="1" noTextEdit="1"/>
                </p:cNvSpPr>
                <p:nvPr/>
              </p:nvSpPr>
              <p:spPr>
                <a:xfrm>
                  <a:off x="1920901" y="3244334"/>
                  <a:ext cx="1067217" cy="369332"/>
                </a:xfrm>
                <a:prstGeom prst="rect">
                  <a:avLst/>
                </a:prstGeom>
                <a:blipFill>
                  <a:blip r:embed="rId3"/>
                  <a:stretch>
                    <a:fillRect b="-1639"/>
                  </a:stretch>
                </a:blipFill>
              </p:spPr>
              <p:txBody>
                <a:bodyPr/>
                <a:lstStyle/>
                <a:p>
                  <a:r>
                    <a:rPr lang="zh-CN" altLang="en-US">
                      <a:noFill/>
                    </a:rPr>
                    <a:t> </a:t>
                  </a:r>
                </a:p>
              </p:txBody>
            </p:sp>
          </mc:Fallback>
        </mc:AlternateContent>
      </p:grpSp>
      <p:grpSp>
        <p:nvGrpSpPr>
          <p:cNvPr id="4" name="组合 3">
            <a:extLst>
              <a:ext uri="{FF2B5EF4-FFF2-40B4-BE49-F238E27FC236}">
                <a16:creationId xmlns:a16="http://schemas.microsoft.com/office/drawing/2014/main" id="{9A1EA9F2-FCB6-48C3-935F-7AE7E3AD14AC}"/>
              </a:ext>
            </a:extLst>
          </p:cNvPr>
          <p:cNvGrpSpPr/>
          <p:nvPr/>
        </p:nvGrpSpPr>
        <p:grpSpPr>
          <a:xfrm>
            <a:off x="304800" y="749300"/>
            <a:ext cx="6192344" cy="400110"/>
            <a:chOff x="424117" y="898245"/>
            <a:chExt cx="6192344" cy="400110"/>
          </a:xfrm>
        </p:grpSpPr>
        <p:sp>
          <p:nvSpPr>
            <p:cNvPr id="2" name="平行四边形 1">
              <a:extLst>
                <a:ext uri="{FF2B5EF4-FFF2-40B4-BE49-F238E27FC236}">
                  <a16:creationId xmlns:a16="http://schemas.microsoft.com/office/drawing/2014/main" id="{1F5BAA3F-9845-4F89-A2DD-8222D3E4EDAC}"/>
                </a:ext>
              </a:extLst>
            </p:cNvPr>
            <p:cNvSpPr/>
            <p:nvPr/>
          </p:nvSpPr>
          <p:spPr>
            <a:xfrm>
              <a:off x="424117" y="898245"/>
              <a:ext cx="628306" cy="387090"/>
            </a:xfrm>
            <a:prstGeom prst="parallelogram">
              <a:avLst/>
            </a:prstGeom>
            <a:solidFill>
              <a:schemeClr val="accent3">
                <a:lumMod val="75000"/>
              </a:schemeClr>
            </a:solidFill>
            <a:ln>
              <a:solidFill>
                <a:schemeClr val="accent3">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CN" sz="2200" dirty="0">
                  <a:latin typeface="Impact" panose="020B0806030902050204" pitchFamily="34" charset="0"/>
                </a:rPr>
                <a:t>01</a:t>
              </a:r>
              <a:endParaRPr lang="zh-CN" altLang="en-US" sz="2200" dirty="0">
                <a:latin typeface="Impact" panose="020B0806030902050204" pitchFamily="34" charset="0"/>
              </a:endParaRPr>
            </a:p>
          </p:txBody>
        </p:sp>
        <p:sp>
          <p:nvSpPr>
            <p:cNvPr id="3" name="文本框 2">
              <a:extLst>
                <a:ext uri="{FF2B5EF4-FFF2-40B4-BE49-F238E27FC236}">
                  <a16:creationId xmlns:a16="http://schemas.microsoft.com/office/drawing/2014/main" id="{4D6BD736-A4D3-4F26-AFED-36E11F50F70B}"/>
                </a:ext>
              </a:extLst>
            </p:cNvPr>
            <p:cNvSpPr txBox="1"/>
            <p:nvPr/>
          </p:nvSpPr>
          <p:spPr>
            <a:xfrm>
              <a:off x="1052423" y="898245"/>
              <a:ext cx="5564038" cy="400110"/>
            </a:xfrm>
            <a:prstGeom prst="rect">
              <a:avLst/>
            </a:prstGeom>
            <a:noFill/>
          </p:spPr>
          <p:txBody>
            <a:bodyPr wrap="square" rtlCol="0">
              <a:spAutoFit/>
            </a:bodyPr>
            <a:lstStyle/>
            <a:p>
              <a:r>
                <a:rPr lang="zh-CN" altLang="en-US" sz="2000" b="1" dirty="0"/>
                <a:t>选择重传协议</a:t>
              </a:r>
            </a:p>
          </p:txBody>
        </p:sp>
      </p:grpSp>
      <p:grpSp>
        <p:nvGrpSpPr>
          <p:cNvPr id="8" name="组合 7">
            <a:extLst>
              <a:ext uri="{FF2B5EF4-FFF2-40B4-BE49-F238E27FC236}">
                <a16:creationId xmlns:a16="http://schemas.microsoft.com/office/drawing/2014/main" id="{39D69A6A-B70E-46A4-902F-9CB439D9E2C6}"/>
              </a:ext>
            </a:extLst>
          </p:cNvPr>
          <p:cNvGrpSpPr/>
          <p:nvPr/>
        </p:nvGrpSpPr>
        <p:grpSpPr>
          <a:xfrm>
            <a:off x="835457" y="1149410"/>
            <a:ext cx="10966223" cy="1046441"/>
            <a:chOff x="835457" y="1149410"/>
            <a:chExt cx="10966223" cy="1046441"/>
          </a:xfrm>
        </p:grpSpPr>
        <p:sp>
          <p:nvSpPr>
            <p:cNvPr id="5" name="文本框 4">
              <a:extLst>
                <a:ext uri="{FF2B5EF4-FFF2-40B4-BE49-F238E27FC236}">
                  <a16:creationId xmlns:a16="http://schemas.microsoft.com/office/drawing/2014/main" id="{24F93C3B-61C9-40DC-A66B-E0F45F15F1BE}"/>
                </a:ext>
              </a:extLst>
            </p:cNvPr>
            <p:cNvSpPr txBox="1"/>
            <p:nvPr/>
          </p:nvSpPr>
          <p:spPr>
            <a:xfrm>
              <a:off x="835457" y="1149410"/>
              <a:ext cx="10966223" cy="646331"/>
            </a:xfrm>
            <a:prstGeom prst="rect">
              <a:avLst/>
            </a:prstGeom>
            <a:noFill/>
          </p:spPr>
          <p:txBody>
            <a:bodyPr wrap="square" rtlCol="0">
              <a:spAutoFit/>
            </a:bodyPr>
            <a:lstStyle/>
            <a:p>
              <a:r>
                <a:rPr lang="en-US" altLang="zh-CN" b="1" dirty="0"/>
                <a:t>【2011</a:t>
              </a:r>
              <a:r>
                <a:rPr lang="zh-CN" altLang="en-US" b="1" dirty="0"/>
                <a:t>年 题</a:t>
              </a:r>
              <a:r>
                <a:rPr lang="en-US" altLang="zh-CN" b="1" dirty="0"/>
                <a:t>35】</a:t>
              </a:r>
              <a:r>
                <a:rPr lang="zh-CN" altLang="en-US" b="1" dirty="0"/>
                <a:t>数据链路层采用选择重传协议（</a:t>
              </a:r>
              <a:r>
                <a:rPr lang="en-US" altLang="zh-CN" b="1" dirty="0"/>
                <a:t>SR</a:t>
              </a:r>
              <a:r>
                <a:rPr lang="zh-CN" altLang="en-US" b="1" dirty="0"/>
                <a:t>）传输数据，发送方已发送了</a:t>
              </a:r>
              <a:r>
                <a:rPr lang="en-US" altLang="zh-CN" b="1" dirty="0"/>
                <a:t>0~3</a:t>
              </a:r>
              <a:r>
                <a:rPr lang="zh-CN" altLang="en-US" b="1" dirty="0"/>
                <a:t>号数据帧，</a:t>
              </a:r>
              <a:endParaRPr lang="en-US" altLang="zh-CN" b="1" dirty="0"/>
            </a:p>
            <a:p>
              <a:r>
                <a:rPr lang="en-US" altLang="zh-CN" b="1" dirty="0"/>
                <a:t>                              </a:t>
              </a:r>
              <a:r>
                <a:rPr lang="zh-CN" altLang="en-US" b="1" dirty="0"/>
                <a:t>现已收到</a:t>
              </a:r>
              <a:r>
                <a:rPr lang="en-US" altLang="zh-CN" b="1" dirty="0"/>
                <a:t>1</a:t>
              </a:r>
              <a:r>
                <a:rPr lang="zh-CN" altLang="en-US" b="1" dirty="0"/>
                <a:t>号帧的确认，而</a:t>
              </a:r>
              <a:r>
                <a:rPr lang="en-US" altLang="zh-CN" b="1" dirty="0"/>
                <a:t>0</a:t>
              </a:r>
              <a:r>
                <a:rPr lang="zh-CN" altLang="en-US" b="1" dirty="0"/>
                <a:t>、</a:t>
              </a:r>
              <a:r>
                <a:rPr lang="en-US" altLang="zh-CN" b="1" dirty="0"/>
                <a:t>2</a:t>
              </a:r>
              <a:r>
                <a:rPr lang="zh-CN" altLang="en-US" b="1" dirty="0"/>
                <a:t>号帧依次超时，则</a:t>
              </a:r>
              <a:r>
                <a:rPr lang="zh-CN" altLang="en-US" b="1" dirty="0">
                  <a:solidFill>
                    <a:schemeClr val="accent1">
                      <a:lumMod val="75000"/>
                    </a:schemeClr>
                  </a:solidFill>
                </a:rPr>
                <a:t>此时</a:t>
              </a:r>
              <a:r>
                <a:rPr lang="zh-CN" altLang="en-US" b="1" dirty="0"/>
                <a:t>需要重传的帧数是（      ）。</a:t>
              </a:r>
            </a:p>
          </p:txBody>
        </p:sp>
        <p:sp>
          <p:nvSpPr>
            <p:cNvPr id="41" name="文本框 40">
              <a:extLst>
                <a:ext uri="{FF2B5EF4-FFF2-40B4-BE49-F238E27FC236}">
                  <a16:creationId xmlns:a16="http://schemas.microsoft.com/office/drawing/2014/main" id="{7616EB9F-1494-4D97-915F-B3985DE3528F}"/>
                </a:ext>
              </a:extLst>
            </p:cNvPr>
            <p:cNvSpPr txBox="1"/>
            <p:nvPr/>
          </p:nvSpPr>
          <p:spPr>
            <a:xfrm>
              <a:off x="2421954" y="1826519"/>
              <a:ext cx="590962" cy="369332"/>
            </a:xfrm>
            <a:prstGeom prst="rect">
              <a:avLst/>
            </a:prstGeom>
            <a:noFill/>
          </p:spPr>
          <p:txBody>
            <a:bodyPr wrap="square" rtlCol="0">
              <a:spAutoFit/>
            </a:bodyPr>
            <a:lstStyle/>
            <a:p>
              <a:r>
                <a:rPr lang="en-US" altLang="zh-CN" b="1" dirty="0">
                  <a:latin typeface="Arial Narrow" panose="020B0606020202030204" pitchFamily="34" charset="0"/>
                </a:rPr>
                <a:t>A. 1</a:t>
              </a:r>
              <a:endParaRPr lang="zh-CN" altLang="en-US" b="1" dirty="0">
                <a:latin typeface="Arial Narrow" panose="020B0606020202030204" pitchFamily="34" charset="0"/>
              </a:endParaRPr>
            </a:p>
          </p:txBody>
        </p:sp>
        <p:sp>
          <p:nvSpPr>
            <p:cNvPr id="42" name="文本框 41">
              <a:extLst>
                <a:ext uri="{FF2B5EF4-FFF2-40B4-BE49-F238E27FC236}">
                  <a16:creationId xmlns:a16="http://schemas.microsoft.com/office/drawing/2014/main" id="{7627885B-2502-483D-88B4-72A160369B9D}"/>
                </a:ext>
              </a:extLst>
            </p:cNvPr>
            <p:cNvSpPr txBox="1"/>
            <p:nvPr/>
          </p:nvSpPr>
          <p:spPr>
            <a:xfrm>
              <a:off x="4063829" y="1826519"/>
              <a:ext cx="590962" cy="369332"/>
            </a:xfrm>
            <a:prstGeom prst="rect">
              <a:avLst/>
            </a:prstGeom>
            <a:noFill/>
          </p:spPr>
          <p:txBody>
            <a:bodyPr wrap="square" rtlCol="0">
              <a:spAutoFit/>
            </a:bodyPr>
            <a:lstStyle/>
            <a:p>
              <a:r>
                <a:rPr lang="en-US" altLang="zh-CN" b="1" dirty="0">
                  <a:latin typeface="Arial Narrow" panose="020B0606020202030204" pitchFamily="34" charset="0"/>
                </a:rPr>
                <a:t>B. 2</a:t>
              </a:r>
              <a:endParaRPr lang="zh-CN" altLang="en-US" b="1" dirty="0">
                <a:latin typeface="Arial Narrow" panose="020B0606020202030204" pitchFamily="34" charset="0"/>
              </a:endParaRPr>
            </a:p>
          </p:txBody>
        </p:sp>
        <p:sp>
          <p:nvSpPr>
            <p:cNvPr id="45" name="文本框 44">
              <a:extLst>
                <a:ext uri="{FF2B5EF4-FFF2-40B4-BE49-F238E27FC236}">
                  <a16:creationId xmlns:a16="http://schemas.microsoft.com/office/drawing/2014/main" id="{45EED08D-1545-4E14-84C0-CEB8ECA767FA}"/>
                </a:ext>
              </a:extLst>
            </p:cNvPr>
            <p:cNvSpPr txBox="1"/>
            <p:nvPr/>
          </p:nvSpPr>
          <p:spPr>
            <a:xfrm>
              <a:off x="5705704" y="1826519"/>
              <a:ext cx="590962" cy="369332"/>
            </a:xfrm>
            <a:prstGeom prst="rect">
              <a:avLst/>
            </a:prstGeom>
            <a:noFill/>
          </p:spPr>
          <p:txBody>
            <a:bodyPr wrap="square" rtlCol="0">
              <a:spAutoFit/>
            </a:bodyPr>
            <a:lstStyle/>
            <a:p>
              <a:r>
                <a:rPr lang="en-US" altLang="zh-CN" b="1" dirty="0">
                  <a:latin typeface="Arial Narrow" panose="020B0606020202030204" pitchFamily="34" charset="0"/>
                </a:rPr>
                <a:t>C. 3</a:t>
              </a:r>
              <a:endParaRPr lang="zh-CN" altLang="en-US" b="1" dirty="0">
                <a:latin typeface="Arial Narrow" panose="020B0606020202030204" pitchFamily="34" charset="0"/>
              </a:endParaRPr>
            </a:p>
          </p:txBody>
        </p:sp>
        <p:sp>
          <p:nvSpPr>
            <p:cNvPr id="49" name="文本框 48">
              <a:extLst>
                <a:ext uri="{FF2B5EF4-FFF2-40B4-BE49-F238E27FC236}">
                  <a16:creationId xmlns:a16="http://schemas.microsoft.com/office/drawing/2014/main" id="{C830F364-C2AE-427C-AF11-3E9F81C87F85}"/>
                </a:ext>
              </a:extLst>
            </p:cNvPr>
            <p:cNvSpPr txBox="1"/>
            <p:nvPr/>
          </p:nvSpPr>
          <p:spPr>
            <a:xfrm>
              <a:off x="7347580" y="1826519"/>
              <a:ext cx="590962" cy="369332"/>
            </a:xfrm>
            <a:prstGeom prst="rect">
              <a:avLst/>
            </a:prstGeom>
            <a:noFill/>
          </p:spPr>
          <p:txBody>
            <a:bodyPr wrap="square" rtlCol="0">
              <a:spAutoFit/>
            </a:bodyPr>
            <a:lstStyle/>
            <a:p>
              <a:r>
                <a:rPr lang="en-US" altLang="zh-CN" b="1" dirty="0">
                  <a:latin typeface="Arial Narrow" panose="020B0606020202030204" pitchFamily="34" charset="0"/>
                </a:rPr>
                <a:t>D. 4</a:t>
              </a:r>
              <a:endParaRPr lang="zh-CN" altLang="en-US" b="1" dirty="0">
                <a:latin typeface="Arial Narrow" panose="020B0606020202030204" pitchFamily="34" charset="0"/>
              </a:endParaRPr>
            </a:p>
          </p:txBody>
        </p:sp>
      </p:grpSp>
      <p:sp>
        <p:nvSpPr>
          <p:cNvPr id="51" name="文本框 50">
            <a:extLst>
              <a:ext uri="{FF2B5EF4-FFF2-40B4-BE49-F238E27FC236}">
                <a16:creationId xmlns:a16="http://schemas.microsoft.com/office/drawing/2014/main" id="{BE4BCB22-06FC-4FB4-83CB-78F6F9D48989}"/>
              </a:ext>
            </a:extLst>
          </p:cNvPr>
          <p:cNvSpPr txBox="1"/>
          <p:nvPr/>
        </p:nvSpPr>
        <p:spPr>
          <a:xfrm>
            <a:off x="9770046" y="1369888"/>
            <a:ext cx="590962" cy="523220"/>
          </a:xfrm>
          <a:prstGeom prst="rect">
            <a:avLst/>
          </a:prstGeom>
          <a:noFill/>
        </p:spPr>
        <p:txBody>
          <a:bodyPr wrap="square" rtlCol="0">
            <a:spAutoFit/>
          </a:bodyPr>
          <a:lstStyle/>
          <a:p>
            <a:pPr algn="ctr"/>
            <a:r>
              <a:rPr lang="en-US" altLang="zh-CN" sz="2800" b="1" dirty="0">
                <a:solidFill>
                  <a:schemeClr val="accent1">
                    <a:lumMod val="75000"/>
                  </a:schemeClr>
                </a:solidFill>
                <a:latin typeface="Arial Black" panose="020B0A04020102020204" pitchFamily="34" charset="0"/>
              </a:rPr>
              <a:t>B</a:t>
            </a:r>
            <a:endParaRPr lang="zh-CN" altLang="en-US" sz="2800" b="1" dirty="0">
              <a:solidFill>
                <a:schemeClr val="accent1">
                  <a:lumMod val="75000"/>
                </a:schemeClr>
              </a:solidFill>
              <a:latin typeface="Arial Black" panose="020B0A04020102020204" pitchFamily="34" charset="0"/>
            </a:endParaRPr>
          </a:p>
        </p:txBody>
      </p:sp>
      <p:sp>
        <p:nvSpPr>
          <p:cNvPr id="56" name="文本框 55">
            <a:extLst>
              <a:ext uri="{FF2B5EF4-FFF2-40B4-BE49-F238E27FC236}">
                <a16:creationId xmlns:a16="http://schemas.microsoft.com/office/drawing/2014/main" id="{130F05BA-680C-4322-88AE-7A464FFCD168}"/>
              </a:ext>
            </a:extLst>
          </p:cNvPr>
          <p:cNvSpPr txBox="1"/>
          <p:nvPr/>
        </p:nvSpPr>
        <p:spPr>
          <a:xfrm>
            <a:off x="933106" y="2149893"/>
            <a:ext cx="797018" cy="369332"/>
          </a:xfrm>
          <a:prstGeom prst="rect">
            <a:avLst/>
          </a:prstGeom>
          <a:noFill/>
        </p:spPr>
        <p:txBody>
          <a:bodyPr wrap="square" rtlCol="0">
            <a:spAutoFit/>
          </a:bodyPr>
          <a:lstStyle/>
          <a:p>
            <a:r>
              <a:rPr lang="zh-CN" altLang="en-US" b="1" dirty="0">
                <a:latin typeface="Arial Narrow" panose="020B0606020202030204" pitchFamily="34" charset="0"/>
              </a:rPr>
              <a:t>解析</a:t>
            </a:r>
          </a:p>
        </p:txBody>
      </p:sp>
      <p:graphicFrame>
        <p:nvGraphicFramePr>
          <p:cNvPr id="57" name="表格 12">
            <a:extLst>
              <a:ext uri="{FF2B5EF4-FFF2-40B4-BE49-F238E27FC236}">
                <a16:creationId xmlns:a16="http://schemas.microsoft.com/office/drawing/2014/main" id="{DF0616D5-EF5D-45D5-AD33-C74C1C94B956}"/>
              </a:ext>
            </a:extLst>
          </p:cNvPr>
          <p:cNvGraphicFramePr>
            <a:graphicFrameLocks noGrp="1"/>
          </p:cNvGraphicFramePr>
          <p:nvPr/>
        </p:nvGraphicFramePr>
        <p:xfrm>
          <a:off x="1411246" y="3068164"/>
          <a:ext cx="9395820" cy="370840"/>
        </p:xfrm>
        <a:graphic>
          <a:graphicData uri="http://schemas.openxmlformats.org/drawingml/2006/table">
            <a:tbl>
              <a:tblPr firstRow="1" bandRow="1">
                <a:tableStyleId>{5C22544A-7EE6-4342-B048-85BDC9FD1C3A}</a:tableStyleId>
              </a:tblPr>
              <a:tblGrid>
                <a:gridCol w="521990">
                  <a:extLst>
                    <a:ext uri="{9D8B030D-6E8A-4147-A177-3AD203B41FA5}">
                      <a16:colId xmlns:a16="http://schemas.microsoft.com/office/drawing/2014/main" val="4106655359"/>
                    </a:ext>
                  </a:extLst>
                </a:gridCol>
                <a:gridCol w="521990">
                  <a:extLst>
                    <a:ext uri="{9D8B030D-6E8A-4147-A177-3AD203B41FA5}">
                      <a16:colId xmlns:a16="http://schemas.microsoft.com/office/drawing/2014/main" val="3977258027"/>
                    </a:ext>
                  </a:extLst>
                </a:gridCol>
                <a:gridCol w="521990">
                  <a:extLst>
                    <a:ext uri="{9D8B030D-6E8A-4147-A177-3AD203B41FA5}">
                      <a16:colId xmlns:a16="http://schemas.microsoft.com/office/drawing/2014/main" val="1195959456"/>
                    </a:ext>
                  </a:extLst>
                </a:gridCol>
                <a:gridCol w="521990">
                  <a:extLst>
                    <a:ext uri="{9D8B030D-6E8A-4147-A177-3AD203B41FA5}">
                      <a16:colId xmlns:a16="http://schemas.microsoft.com/office/drawing/2014/main" val="2164911556"/>
                    </a:ext>
                  </a:extLst>
                </a:gridCol>
                <a:gridCol w="521990">
                  <a:extLst>
                    <a:ext uri="{9D8B030D-6E8A-4147-A177-3AD203B41FA5}">
                      <a16:colId xmlns:a16="http://schemas.microsoft.com/office/drawing/2014/main" val="3201601367"/>
                    </a:ext>
                  </a:extLst>
                </a:gridCol>
                <a:gridCol w="521990">
                  <a:extLst>
                    <a:ext uri="{9D8B030D-6E8A-4147-A177-3AD203B41FA5}">
                      <a16:colId xmlns:a16="http://schemas.microsoft.com/office/drawing/2014/main" val="3931524795"/>
                    </a:ext>
                  </a:extLst>
                </a:gridCol>
                <a:gridCol w="521990">
                  <a:extLst>
                    <a:ext uri="{9D8B030D-6E8A-4147-A177-3AD203B41FA5}">
                      <a16:colId xmlns:a16="http://schemas.microsoft.com/office/drawing/2014/main" val="2224849259"/>
                    </a:ext>
                  </a:extLst>
                </a:gridCol>
                <a:gridCol w="521990">
                  <a:extLst>
                    <a:ext uri="{9D8B030D-6E8A-4147-A177-3AD203B41FA5}">
                      <a16:colId xmlns:a16="http://schemas.microsoft.com/office/drawing/2014/main" val="2680703336"/>
                    </a:ext>
                  </a:extLst>
                </a:gridCol>
                <a:gridCol w="521990">
                  <a:extLst>
                    <a:ext uri="{9D8B030D-6E8A-4147-A177-3AD203B41FA5}">
                      <a16:colId xmlns:a16="http://schemas.microsoft.com/office/drawing/2014/main" val="1425757859"/>
                    </a:ext>
                  </a:extLst>
                </a:gridCol>
                <a:gridCol w="521990">
                  <a:extLst>
                    <a:ext uri="{9D8B030D-6E8A-4147-A177-3AD203B41FA5}">
                      <a16:colId xmlns:a16="http://schemas.microsoft.com/office/drawing/2014/main" val="3062641218"/>
                    </a:ext>
                  </a:extLst>
                </a:gridCol>
                <a:gridCol w="521990">
                  <a:extLst>
                    <a:ext uri="{9D8B030D-6E8A-4147-A177-3AD203B41FA5}">
                      <a16:colId xmlns:a16="http://schemas.microsoft.com/office/drawing/2014/main" val="1999060212"/>
                    </a:ext>
                  </a:extLst>
                </a:gridCol>
                <a:gridCol w="521990">
                  <a:extLst>
                    <a:ext uri="{9D8B030D-6E8A-4147-A177-3AD203B41FA5}">
                      <a16:colId xmlns:a16="http://schemas.microsoft.com/office/drawing/2014/main" val="1031751853"/>
                    </a:ext>
                  </a:extLst>
                </a:gridCol>
                <a:gridCol w="521990">
                  <a:extLst>
                    <a:ext uri="{9D8B030D-6E8A-4147-A177-3AD203B41FA5}">
                      <a16:colId xmlns:a16="http://schemas.microsoft.com/office/drawing/2014/main" val="3585021492"/>
                    </a:ext>
                  </a:extLst>
                </a:gridCol>
                <a:gridCol w="521990">
                  <a:extLst>
                    <a:ext uri="{9D8B030D-6E8A-4147-A177-3AD203B41FA5}">
                      <a16:colId xmlns:a16="http://schemas.microsoft.com/office/drawing/2014/main" val="4204214179"/>
                    </a:ext>
                  </a:extLst>
                </a:gridCol>
                <a:gridCol w="521990">
                  <a:extLst>
                    <a:ext uri="{9D8B030D-6E8A-4147-A177-3AD203B41FA5}">
                      <a16:colId xmlns:a16="http://schemas.microsoft.com/office/drawing/2014/main" val="841583387"/>
                    </a:ext>
                  </a:extLst>
                </a:gridCol>
                <a:gridCol w="521990">
                  <a:extLst>
                    <a:ext uri="{9D8B030D-6E8A-4147-A177-3AD203B41FA5}">
                      <a16:colId xmlns:a16="http://schemas.microsoft.com/office/drawing/2014/main" val="111594741"/>
                    </a:ext>
                  </a:extLst>
                </a:gridCol>
                <a:gridCol w="521990">
                  <a:extLst>
                    <a:ext uri="{9D8B030D-6E8A-4147-A177-3AD203B41FA5}">
                      <a16:colId xmlns:a16="http://schemas.microsoft.com/office/drawing/2014/main" val="1305785342"/>
                    </a:ext>
                  </a:extLst>
                </a:gridCol>
                <a:gridCol w="521990">
                  <a:extLst>
                    <a:ext uri="{9D8B030D-6E8A-4147-A177-3AD203B41FA5}">
                      <a16:colId xmlns:a16="http://schemas.microsoft.com/office/drawing/2014/main" val="1243411119"/>
                    </a:ext>
                  </a:extLst>
                </a:gridCol>
              </a:tblGrid>
              <a:tr h="370840">
                <a:tc>
                  <a:txBody>
                    <a:bodyPr/>
                    <a:lstStyle/>
                    <a:p>
                      <a:pPr algn="ctr"/>
                      <a:r>
                        <a:rPr lang="en-US" altLang="zh-CN" dirty="0">
                          <a:solidFill>
                            <a:schemeClr val="tx1"/>
                          </a:solidFill>
                          <a:latin typeface="Arial Black" panose="020B0A04020102020204" pitchFamily="34" charset="0"/>
                        </a:rPr>
                        <a:t>0</a:t>
                      </a:r>
                      <a:endParaRPr lang="zh-CN" altLang="en-US" dirty="0">
                        <a:solidFill>
                          <a:schemeClr val="tx1"/>
                        </a:solidFill>
                        <a:latin typeface="Arial Black" panose="020B0A04020102020204" pitchFamily="34" charset="0"/>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ctr"/>
                      <a:r>
                        <a:rPr lang="en-US" altLang="zh-CN" dirty="0">
                          <a:solidFill>
                            <a:schemeClr val="tx1"/>
                          </a:solidFill>
                          <a:latin typeface="Arial Black" panose="020B0A04020102020204" pitchFamily="34" charset="0"/>
                        </a:rPr>
                        <a:t>1</a:t>
                      </a:r>
                      <a:endParaRPr lang="zh-CN" altLang="en-US" dirty="0">
                        <a:solidFill>
                          <a:schemeClr val="tx1"/>
                        </a:solidFill>
                        <a:latin typeface="Arial Black" panose="020B0A04020102020204" pitchFamily="34" charset="0"/>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ctr"/>
                      <a:r>
                        <a:rPr lang="en-US" altLang="zh-CN" dirty="0">
                          <a:solidFill>
                            <a:schemeClr val="tx1"/>
                          </a:solidFill>
                          <a:latin typeface="Arial Black" panose="020B0A04020102020204" pitchFamily="34" charset="0"/>
                        </a:rPr>
                        <a:t>2</a:t>
                      </a:r>
                      <a:endParaRPr lang="zh-CN" altLang="en-US" dirty="0">
                        <a:solidFill>
                          <a:schemeClr val="tx1"/>
                        </a:solidFill>
                        <a:latin typeface="Arial Black" panose="020B0A04020102020204" pitchFamily="34" charset="0"/>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ctr"/>
                      <a:r>
                        <a:rPr lang="en-US" altLang="zh-CN" dirty="0">
                          <a:solidFill>
                            <a:schemeClr val="tx1"/>
                          </a:solidFill>
                          <a:latin typeface="Arial Black" panose="020B0A04020102020204" pitchFamily="34" charset="0"/>
                        </a:rPr>
                        <a:t>3</a:t>
                      </a:r>
                      <a:endParaRPr lang="zh-CN" altLang="en-US" dirty="0">
                        <a:solidFill>
                          <a:schemeClr val="tx1"/>
                        </a:solidFill>
                        <a:latin typeface="Arial Black" panose="020B0A04020102020204" pitchFamily="34" charset="0"/>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ctr"/>
                      <a:r>
                        <a:rPr lang="en-US" altLang="zh-CN" dirty="0">
                          <a:solidFill>
                            <a:schemeClr val="tx1"/>
                          </a:solidFill>
                          <a:latin typeface="Arial Black" panose="020B0A04020102020204" pitchFamily="34" charset="0"/>
                        </a:rPr>
                        <a:t>4</a:t>
                      </a:r>
                      <a:endParaRPr lang="zh-CN" altLang="en-US" dirty="0">
                        <a:solidFill>
                          <a:schemeClr val="tx1"/>
                        </a:solidFill>
                        <a:latin typeface="Arial Black" panose="020B0A04020102020204" pitchFamily="34" charset="0"/>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ctr"/>
                      <a:r>
                        <a:rPr lang="en-US" altLang="zh-CN" dirty="0">
                          <a:solidFill>
                            <a:schemeClr val="tx1"/>
                          </a:solidFill>
                          <a:latin typeface="Arial Black" panose="020B0A04020102020204" pitchFamily="34" charset="0"/>
                        </a:rPr>
                        <a:t>5</a:t>
                      </a:r>
                      <a:endParaRPr lang="zh-CN" altLang="en-US" dirty="0">
                        <a:solidFill>
                          <a:schemeClr val="tx1"/>
                        </a:solidFill>
                        <a:latin typeface="Arial Black" panose="020B0A04020102020204" pitchFamily="34" charset="0"/>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ctr"/>
                      <a:r>
                        <a:rPr lang="en-US" altLang="zh-CN" dirty="0">
                          <a:solidFill>
                            <a:schemeClr val="tx1"/>
                          </a:solidFill>
                          <a:latin typeface="Arial Black" panose="020B0A04020102020204" pitchFamily="34" charset="0"/>
                        </a:rPr>
                        <a:t>6</a:t>
                      </a:r>
                      <a:endParaRPr lang="zh-CN" altLang="en-US" dirty="0">
                        <a:solidFill>
                          <a:schemeClr val="tx1"/>
                        </a:solidFill>
                        <a:latin typeface="Arial Black" panose="020B0A04020102020204" pitchFamily="34" charset="0"/>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ctr"/>
                      <a:r>
                        <a:rPr lang="en-US" altLang="zh-CN" dirty="0">
                          <a:solidFill>
                            <a:schemeClr val="tx1"/>
                          </a:solidFill>
                          <a:latin typeface="Arial Black" panose="020B0A04020102020204" pitchFamily="34" charset="0"/>
                        </a:rPr>
                        <a:t>7</a:t>
                      </a:r>
                      <a:endParaRPr lang="zh-CN" altLang="en-US" dirty="0">
                        <a:solidFill>
                          <a:schemeClr val="tx1"/>
                        </a:solidFill>
                        <a:latin typeface="Arial Black" panose="020B0A04020102020204" pitchFamily="34" charset="0"/>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ctr"/>
                      <a:r>
                        <a:rPr lang="en-US" altLang="zh-CN" dirty="0">
                          <a:solidFill>
                            <a:schemeClr val="tx1"/>
                          </a:solidFill>
                          <a:latin typeface="Arial Black" panose="020B0A04020102020204" pitchFamily="34" charset="0"/>
                        </a:rPr>
                        <a:t>8</a:t>
                      </a:r>
                      <a:endParaRPr lang="zh-CN" altLang="en-US" dirty="0">
                        <a:solidFill>
                          <a:schemeClr val="tx1"/>
                        </a:solidFill>
                        <a:latin typeface="Arial Black" panose="020B0A04020102020204" pitchFamily="34" charset="0"/>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ctr"/>
                      <a:r>
                        <a:rPr lang="en-US" altLang="zh-CN" dirty="0">
                          <a:solidFill>
                            <a:schemeClr val="tx1"/>
                          </a:solidFill>
                          <a:latin typeface="Arial Black" panose="020B0A04020102020204" pitchFamily="34" charset="0"/>
                        </a:rPr>
                        <a:t>9</a:t>
                      </a:r>
                      <a:endParaRPr lang="zh-CN" altLang="en-US" dirty="0">
                        <a:solidFill>
                          <a:schemeClr val="tx1"/>
                        </a:solidFill>
                        <a:latin typeface="Arial Black" panose="020B0A04020102020204" pitchFamily="34" charset="0"/>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ctr"/>
                      <a:r>
                        <a:rPr lang="en-US" altLang="zh-CN" dirty="0">
                          <a:solidFill>
                            <a:schemeClr val="tx1"/>
                          </a:solidFill>
                          <a:latin typeface="Arial Black" panose="020B0A04020102020204" pitchFamily="34" charset="0"/>
                        </a:rPr>
                        <a:t>10</a:t>
                      </a:r>
                      <a:endParaRPr lang="zh-CN" altLang="en-US" dirty="0">
                        <a:solidFill>
                          <a:schemeClr val="tx1"/>
                        </a:solidFill>
                        <a:latin typeface="Arial Black" panose="020B0A04020102020204" pitchFamily="34" charset="0"/>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ctr"/>
                      <a:r>
                        <a:rPr lang="en-US" altLang="zh-CN" dirty="0">
                          <a:solidFill>
                            <a:schemeClr val="tx1"/>
                          </a:solidFill>
                          <a:latin typeface="Arial Black" panose="020B0A04020102020204" pitchFamily="34" charset="0"/>
                        </a:rPr>
                        <a:t>11</a:t>
                      </a:r>
                      <a:endParaRPr lang="zh-CN" altLang="en-US" dirty="0">
                        <a:solidFill>
                          <a:schemeClr val="tx1"/>
                        </a:solidFill>
                        <a:latin typeface="Arial Black" panose="020B0A04020102020204" pitchFamily="34" charset="0"/>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ctr"/>
                      <a:r>
                        <a:rPr lang="en-US" altLang="zh-CN" dirty="0">
                          <a:solidFill>
                            <a:schemeClr val="tx1"/>
                          </a:solidFill>
                          <a:latin typeface="Arial Black" panose="020B0A04020102020204" pitchFamily="34" charset="0"/>
                        </a:rPr>
                        <a:t>12</a:t>
                      </a:r>
                      <a:endParaRPr lang="zh-CN" altLang="en-US" dirty="0">
                        <a:solidFill>
                          <a:schemeClr val="tx1"/>
                        </a:solidFill>
                        <a:latin typeface="Arial Black" panose="020B0A04020102020204" pitchFamily="34" charset="0"/>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ctr"/>
                      <a:r>
                        <a:rPr lang="en-US" altLang="zh-CN" dirty="0">
                          <a:solidFill>
                            <a:schemeClr val="tx1"/>
                          </a:solidFill>
                          <a:latin typeface="Arial Black" panose="020B0A04020102020204" pitchFamily="34" charset="0"/>
                        </a:rPr>
                        <a:t>13</a:t>
                      </a:r>
                      <a:endParaRPr lang="zh-CN" altLang="en-US" dirty="0">
                        <a:solidFill>
                          <a:schemeClr val="tx1"/>
                        </a:solidFill>
                        <a:latin typeface="Arial Black" panose="020B0A04020102020204" pitchFamily="34" charset="0"/>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ctr"/>
                      <a:r>
                        <a:rPr lang="en-US" altLang="zh-CN" dirty="0">
                          <a:solidFill>
                            <a:schemeClr val="tx1"/>
                          </a:solidFill>
                          <a:latin typeface="Arial Black" panose="020B0A04020102020204" pitchFamily="34" charset="0"/>
                        </a:rPr>
                        <a:t>14</a:t>
                      </a:r>
                      <a:endParaRPr lang="zh-CN" altLang="en-US" dirty="0">
                        <a:solidFill>
                          <a:schemeClr val="tx1"/>
                        </a:solidFill>
                        <a:latin typeface="Arial Black" panose="020B0A04020102020204" pitchFamily="34" charset="0"/>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ctr"/>
                      <a:r>
                        <a:rPr lang="en-US" altLang="zh-CN" dirty="0">
                          <a:solidFill>
                            <a:schemeClr val="tx1"/>
                          </a:solidFill>
                          <a:latin typeface="Arial Black" panose="020B0A04020102020204" pitchFamily="34" charset="0"/>
                        </a:rPr>
                        <a:t>15</a:t>
                      </a:r>
                      <a:endParaRPr lang="zh-CN" altLang="en-US" dirty="0">
                        <a:solidFill>
                          <a:schemeClr val="tx1"/>
                        </a:solidFill>
                        <a:latin typeface="Arial Black" panose="020B0A04020102020204" pitchFamily="34" charset="0"/>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ctr"/>
                      <a:r>
                        <a:rPr lang="en-US" altLang="zh-CN" dirty="0">
                          <a:solidFill>
                            <a:schemeClr val="tx1"/>
                          </a:solidFill>
                          <a:latin typeface="Arial Black" panose="020B0A04020102020204" pitchFamily="34" charset="0"/>
                        </a:rPr>
                        <a:t>0</a:t>
                      </a:r>
                      <a:endParaRPr lang="zh-CN" altLang="en-US" dirty="0">
                        <a:solidFill>
                          <a:schemeClr val="tx1"/>
                        </a:solidFill>
                        <a:latin typeface="Arial Black" panose="020B0A04020102020204" pitchFamily="34" charset="0"/>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ctr"/>
                      <a:r>
                        <a:rPr lang="en-US" altLang="zh-CN" dirty="0">
                          <a:solidFill>
                            <a:schemeClr val="tx1"/>
                          </a:solidFill>
                          <a:latin typeface="Arial Black" panose="020B0A04020102020204" pitchFamily="34" charset="0"/>
                        </a:rPr>
                        <a:t>…</a:t>
                      </a:r>
                      <a:endParaRPr lang="zh-CN" altLang="en-US" dirty="0">
                        <a:solidFill>
                          <a:schemeClr val="tx1"/>
                        </a:solidFill>
                        <a:latin typeface="Arial Black" panose="020B0A04020102020204" pitchFamily="34" charset="0"/>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extLst>
                  <a:ext uri="{0D108BD9-81ED-4DB2-BD59-A6C34878D82A}">
                    <a16:rowId xmlns:a16="http://schemas.microsoft.com/office/drawing/2014/main" val="2967980494"/>
                  </a:ext>
                </a:extLst>
              </a:tr>
            </a:tbl>
          </a:graphicData>
        </a:graphic>
      </p:graphicFrame>
      <p:sp>
        <p:nvSpPr>
          <p:cNvPr id="58" name="矩形 57">
            <a:extLst>
              <a:ext uri="{FF2B5EF4-FFF2-40B4-BE49-F238E27FC236}">
                <a16:creationId xmlns:a16="http://schemas.microsoft.com/office/drawing/2014/main" id="{2A963065-1157-4A9B-B7FA-706D62F6E194}"/>
              </a:ext>
            </a:extLst>
          </p:cNvPr>
          <p:cNvSpPr/>
          <p:nvPr/>
        </p:nvSpPr>
        <p:spPr>
          <a:xfrm>
            <a:off x="1411246" y="3068164"/>
            <a:ext cx="2081894" cy="369332"/>
          </a:xfrm>
          <a:prstGeom prst="rect">
            <a:avLst/>
          </a:prstGeom>
          <a:solidFill>
            <a:schemeClr val="accent3">
              <a:alpha val="74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grpSp>
        <p:nvGrpSpPr>
          <p:cNvPr id="59" name="组合 58">
            <a:extLst>
              <a:ext uri="{FF2B5EF4-FFF2-40B4-BE49-F238E27FC236}">
                <a16:creationId xmlns:a16="http://schemas.microsoft.com/office/drawing/2014/main" id="{B4733D90-1D1B-4681-B35B-1B72DE067F35}"/>
              </a:ext>
            </a:extLst>
          </p:cNvPr>
          <p:cNvGrpSpPr/>
          <p:nvPr/>
        </p:nvGrpSpPr>
        <p:grpSpPr>
          <a:xfrm>
            <a:off x="1850050" y="3384025"/>
            <a:ext cx="703823" cy="811196"/>
            <a:chOff x="1317154" y="4039425"/>
            <a:chExt cx="703823" cy="811196"/>
          </a:xfrm>
        </p:grpSpPr>
        <p:sp>
          <p:nvSpPr>
            <p:cNvPr id="60" name="文本框 59">
              <a:extLst>
                <a:ext uri="{FF2B5EF4-FFF2-40B4-BE49-F238E27FC236}">
                  <a16:creationId xmlns:a16="http://schemas.microsoft.com/office/drawing/2014/main" id="{5A5AA84D-466D-4395-839F-D8D20D383DE2}"/>
                </a:ext>
              </a:extLst>
            </p:cNvPr>
            <p:cNvSpPr txBox="1"/>
            <p:nvPr/>
          </p:nvSpPr>
          <p:spPr>
            <a:xfrm>
              <a:off x="1317154" y="4481289"/>
              <a:ext cx="703823" cy="369332"/>
            </a:xfrm>
            <a:prstGeom prst="rect">
              <a:avLst/>
            </a:prstGeom>
            <a:noFill/>
          </p:spPr>
          <p:txBody>
            <a:bodyPr wrap="square" rtlCol="0">
              <a:spAutoFit/>
            </a:bodyPr>
            <a:lstStyle/>
            <a:p>
              <a:pPr algn="ctr"/>
              <a:r>
                <a:rPr lang="en-US" altLang="zh-CN" b="1" dirty="0">
                  <a:solidFill>
                    <a:schemeClr val="accent4"/>
                  </a:solidFill>
                  <a:latin typeface="Arial Narrow" panose="020B0606020202030204" pitchFamily="34" charset="0"/>
                </a:rPr>
                <a:t>ACK1</a:t>
              </a:r>
              <a:endParaRPr lang="zh-CN" altLang="en-US" b="1" dirty="0">
                <a:solidFill>
                  <a:schemeClr val="accent4"/>
                </a:solidFill>
                <a:latin typeface="Arial Narrow" panose="020B0606020202030204" pitchFamily="34" charset="0"/>
              </a:endParaRPr>
            </a:p>
          </p:txBody>
        </p:sp>
        <p:cxnSp>
          <p:nvCxnSpPr>
            <p:cNvPr id="61" name="直接箭头连接符 60">
              <a:extLst>
                <a:ext uri="{FF2B5EF4-FFF2-40B4-BE49-F238E27FC236}">
                  <a16:creationId xmlns:a16="http://schemas.microsoft.com/office/drawing/2014/main" id="{0A2F2156-587D-4C50-A084-F0781724D8CA}"/>
                </a:ext>
              </a:extLst>
            </p:cNvPr>
            <p:cNvCxnSpPr/>
            <p:nvPr/>
          </p:nvCxnSpPr>
          <p:spPr>
            <a:xfrm flipV="1">
              <a:off x="1669066" y="4039425"/>
              <a:ext cx="0" cy="490292"/>
            </a:xfrm>
            <a:prstGeom prst="straightConnector1">
              <a:avLst/>
            </a:prstGeom>
            <a:ln w="25400">
              <a:solidFill>
                <a:schemeClr val="tx1"/>
              </a:solidFill>
              <a:tailEnd type="triangle" w="med" len="lg"/>
            </a:ln>
          </p:spPr>
          <p:style>
            <a:lnRef idx="1">
              <a:schemeClr val="accent1"/>
            </a:lnRef>
            <a:fillRef idx="0">
              <a:schemeClr val="accent1"/>
            </a:fillRef>
            <a:effectRef idx="0">
              <a:schemeClr val="accent1"/>
            </a:effectRef>
            <a:fontRef idx="minor">
              <a:schemeClr val="tx1"/>
            </a:fontRef>
          </p:style>
        </p:cxnSp>
      </p:grpSp>
      <p:grpSp>
        <p:nvGrpSpPr>
          <p:cNvPr id="65" name="组合 64">
            <a:extLst>
              <a:ext uri="{FF2B5EF4-FFF2-40B4-BE49-F238E27FC236}">
                <a16:creationId xmlns:a16="http://schemas.microsoft.com/office/drawing/2014/main" id="{E079F84F-9160-4739-A9AB-E4CA1D822809}"/>
              </a:ext>
            </a:extLst>
          </p:cNvPr>
          <p:cNvGrpSpPr/>
          <p:nvPr/>
        </p:nvGrpSpPr>
        <p:grpSpPr>
          <a:xfrm>
            <a:off x="1295584" y="3384025"/>
            <a:ext cx="743578" cy="1230445"/>
            <a:chOff x="4523039" y="4744412"/>
            <a:chExt cx="743578" cy="1230445"/>
          </a:xfrm>
        </p:grpSpPr>
        <p:sp>
          <p:nvSpPr>
            <p:cNvPr id="66" name="chronometer_117482">
              <a:extLst>
                <a:ext uri="{FF2B5EF4-FFF2-40B4-BE49-F238E27FC236}">
                  <a16:creationId xmlns:a16="http://schemas.microsoft.com/office/drawing/2014/main" id="{1DCA486E-98E5-43B1-A649-156F52227ECF}"/>
                </a:ext>
              </a:extLst>
            </p:cNvPr>
            <p:cNvSpPr/>
            <p:nvPr/>
          </p:nvSpPr>
          <p:spPr>
            <a:xfrm>
              <a:off x="4742522" y="5286963"/>
              <a:ext cx="304613" cy="369332"/>
            </a:xfrm>
            <a:custGeom>
              <a:avLst/>
              <a:gdLst>
                <a:gd name="T0" fmla="*/ 0 w 3733"/>
                <a:gd name="T1" fmla="*/ 2667 h 4533"/>
                <a:gd name="T2" fmla="*/ 1867 w 3733"/>
                <a:gd name="T3" fmla="*/ 4533 h 4533"/>
                <a:gd name="T4" fmla="*/ 3733 w 3733"/>
                <a:gd name="T5" fmla="*/ 2667 h 4533"/>
                <a:gd name="T6" fmla="*/ 3161 w 3733"/>
                <a:gd name="T7" fmla="*/ 1323 h 4533"/>
                <a:gd name="T8" fmla="*/ 3408 w 3733"/>
                <a:gd name="T9" fmla="*/ 1075 h 4533"/>
                <a:gd name="T10" fmla="*/ 3408 w 3733"/>
                <a:gd name="T11" fmla="*/ 792 h 4533"/>
                <a:gd name="T12" fmla="*/ 3125 w 3733"/>
                <a:gd name="T13" fmla="*/ 792 h 4533"/>
                <a:gd name="T14" fmla="*/ 2842 w 3733"/>
                <a:gd name="T15" fmla="*/ 1076 h 4533"/>
                <a:gd name="T16" fmla="*/ 2067 w 3733"/>
                <a:gd name="T17" fmla="*/ 811 h 4533"/>
                <a:gd name="T18" fmla="*/ 2067 w 3733"/>
                <a:gd name="T19" fmla="*/ 400 h 4533"/>
                <a:gd name="T20" fmla="*/ 2667 w 3733"/>
                <a:gd name="T21" fmla="*/ 400 h 4533"/>
                <a:gd name="T22" fmla="*/ 2867 w 3733"/>
                <a:gd name="T23" fmla="*/ 200 h 4533"/>
                <a:gd name="T24" fmla="*/ 2667 w 3733"/>
                <a:gd name="T25" fmla="*/ 0 h 4533"/>
                <a:gd name="T26" fmla="*/ 1067 w 3733"/>
                <a:gd name="T27" fmla="*/ 0 h 4533"/>
                <a:gd name="T28" fmla="*/ 867 w 3733"/>
                <a:gd name="T29" fmla="*/ 200 h 4533"/>
                <a:gd name="T30" fmla="*/ 1067 w 3733"/>
                <a:gd name="T31" fmla="*/ 400 h 4533"/>
                <a:gd name="T32" fmla="*/ 1667 w 3733"/>
                <a:gd name="T33" fmla="*/ 400 h 4533"/>
                <a:gd name="T34" fmla="*/ 1667 w 3733"/>
                <a:gd name="T35" fmla="*/ 811 h 4533"/>
                <a:gd name="T36" fmla="*/ 891 w 3733"/>
                <a:gd name="T37" fmla="*/ 1076 h 4533"/>
                <a:gd name="T38" fmla="*/ 608 w 3733"/>
                <a:gd name="T39" fmla="*/ 792 h 4533"/>
                <a:gd name="T40" fmla="*/ 325 w 3733"/>
                <a:gd name="T41" fmla="*/ 792 h 4533"/>
                <a:gd name="T42" fmla="*/ 325 w 3733"/>
                <a:gd name="T43" fmla="*/ 1075 h 4533"/>
                <a:gd name="T44" fmla="*/ 573 w 3733"/>
                <a:gd name="T45" fmla="*/ 1323 h 4533"/>
                <a:gd name="T46" fmla="*/ 0 w 3733"/>
                <a:gd name="T47" fmla="*/ 2667 h 4533"/>
                <a:gd name="T48" fmla="*/ 1667 w 3733"/>
                <a:gd name="T49" fmla="*/ 1801 h 4533"/>
                <a:gd name="T50" fmla="*/ 1867 w 3733"/>
                <a:gd name="T51" fmla="*/ 1601 h 4533"/>
                <a:gd name="T52" fmla="*/ 2067 w 3733"/>
                <a:gd name="T53" fmla="*/ 1801 h 4533"/>
                <a:gd name="T54" fmla="*/ 2067 w 3733"/>
                <a:gd name="T55" fmla="*/ 2468 h 4533"/>
                <a:gd name="T56" fmla="*/ 2733 w 3733"/>
                <a:gd name="T57" fmla="*/ 2468 h 4533"/>
                <a:gd name="T58" fmla="*/ 2933 w 3733"/>
                <a:gd name="T59" fmla="*/ 2668 h 4533"/>
                <a:gd name="T60" fmla="*/ 2733 w 3733"/>
                <a:gd name="T61" fmla="*/ 2868 h 4533"/>
                <a:gd name="T62" fmla="*/ 1867 w 3733"/>
                <a:gd name="T63" fmla="*/ 2868 h 4533"/>
                <a:gd name="T64" fmla="*/ 1667 w 3733"/>
                <a:gd name="T65" fmla="*/ 2668 h 4533"/>
                <a:gd name="T66" fmla="*/ 1667 w 3733"/>
                <a:gd name="T67" fmla="*/ 1801 h 45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3733" h="4533">
                  <a:moveTo>
                    <a:pt x="0" y="2667"/>
                  </a:moveTo>
                  <a:cubicBezTo>
                    <a:pt x="0" y="3696"/>
                    <a:pt x="837" y="4533"/>
                    <a:pt x="1867" y="4533"/>
                  </a:cubicBezTo>
                  <a:cubicBezTo>
                    <a:pt x="2896" y="4533"/>
                    <a:pt x="3733" y="3696"/>
                    <a:pt x="3733" y="2667"/>
                  </a:cubicBezTo>
                  <a:cubicBezTo>
                    <a:pt x="3733" y="2139"/>
                    <a:pt x="3513" y="1662"/>
                    <a:pt x="3161" y="1323"/>
                  </a:cubicBezTo>
                  <a:lnTo>
                    <a:pt x="3408" y="1075"/>
                  </a:lnTo>
                  <a:cubicBezTo>
                    <a:pt x="3486" y="997"/>
                    <a:pt x="3486" y="870"/>
                    <a:pt x="3408" y="792"/>
                  </a:cubicBezTo>
                  <a:cubicBezTo>
                    <a:pt x="3330" y="714"/>
                    <a:pt x="3203" y="714"/>
                    <a:pt x="3125" y="792"/>
                  </a:cubicBezTo>
                  <a:lnTo>
                    <a:pt x="2842" y="1076"/>
                  </a:lnTo>
                  <a:cubicBezTo>
                    <a:pt x="2612" y="934"/>
                    <a:pt x="2348" y="841"/>
                    <a:pt x="2067" y="811"/>
                  </a:cubicBezTo>
                  <a:lnTo>
                    <a:pt x="2067" y="400"/>
                  </a:lnTo>
                  <a:lnTo>
                    <a:pt x="2667" y="400"/>
                  </a:lnTo>
                  <a:cubicBezTo>
                    <a:pt x="2777" y="400"/>
                    <a:pt x="2867" y="310"/>
                    <a:pt x="2867" y="200"/>
                  </a:cubicBezTo>
                  <a:cubicBezTo>
                    <a:pt x="2867" y="90"/>
                    <a:pt x="2777" y="0"/>
                    <a:pt x="2667" y="0"/>
                  </a:cubicBezTo>
                  <a:lnTo>
                    <a:pt x="1067" y="0"/>
                  </a:lnTo>
                  <a:cubicBezTo>
                    <a:pt x="956" y="0"/>
                    <a:pt x="867" y="90"/>
                    <a:pt x="867" y="200"/>
                  </a:cubicBezTo>
                  <a:cubicBezTo>
                    <a:pt x="867" y="310"/>
                    <a:pt x="956" y="400"/>
                    <a:pt x="1067" y="400"/>
                  </a:cubicBezTo>
                  <a:lnTo>
                    <a:pt x="1667" y="400"/>
                  </a:lnTo>
                  <a:lnTo>
                    <a:pt x="1667" y="811"/>
                  </a:lnTo>
                  <a:cubicBezTo>
                    <a:pt x="1385" y="841"/>
                    <a:pt x="1122" y="934"/>
                    <a:pt x="891" y="1076"/>
                  </a:cubicBezTo>
                  <a:lnTo>
                    <a:pt x="608" y="792"/>
                  </a:lnTo>
                  <a:cubicBezTo>
                    <a:pt x="530" y="714"/>
                    <a:pt x="403" y="714"/>
                    <a:pt x="325" y="792"/>
                  </a:cubicBezTo>
                  <a:cubicBezTo>
                    <a:pt x="247" y="870"/>
                    <a:pt x="247" y="997"/>
                    <a:pt x="325" y="1075"/>
                  </a:cubicBezTo>
                  <a:lnTo>
                    <a:pt x="573" y="1323"/>
                  </a:lnTo>
                  <a:cubicBezTo>
                    <a:pt x="220" y="1662"/>
                    <a:pt x="0" y="2139"/>
                    <a:pt x="0" y="2667"/>
                  </a:cubicBezTo>
                  <a:close/>
                  <a:moveTo>
                    <a:pt x="1667" y="1801"/>
                  </a:moveTo>
                  <a:cubicBezTo>
                    <a:pt x="1667" y="1691"/>
                    <a:pt x="1756" y="1601"/>
                    <a:pt x="1867" y="1601"/>
                  </a:cubicBezTo>
                  <a:cubicBezTo>
                    <a:pt x="1977" y="1601"/>
                    <a:pt x="2067" y="1691"/>
                    <a:pt x="2067" y="1801"/>
                  </a:cubicBezTo>
                  <a:lnTo>
                    <a:pt x="2067" y="2468"/>
                  </a:lnTo>
                  <a:lnTo>
                    <a:pt x="2733" y="2468"/>
                  </a:lnTo>
                  <a:cubicBezTo>
                    <a:pt x="2844" y="2468"/>
                    <a:pt x="2933" y="2557"/>
                    <a:pt x="2933" y="2668"/>
                  </a:cubicBezTo>
                  <a:cubicBezTo>
                    <a:pt x="2933" y="2778"/>
                    <a:pt x="2844" y="2868"/>
                    <a:pt x="2733" y="2868"/>
                  </a:cubicBezTo>
                  <a:lnTo>
                    <a:pt x="1867" y="2868"/>
                  </a:lnTo>
                  <a:cubicBezTo>
                    <a:pt x="1756" y="2868"/>
                    <a:pt x="1667" y="2778"/>
                    <a:pt x="1667" y="2668"/>
                  </a:cubicBezTo>
                  <a:lnTo>
                    <a:pt x="1667" y="1801"/>
                  </a:lnTo>
                  <a:close/>
                </a:path>
              </a:pathLst>
            </a:custGeom>
            <a:solidFill>
              <a:schemeClr val="accent1"/>
            </a:solidFill>
            <a:ln>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zh-CN"/>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a:p>
          </p:txBody>
        </p:sp>
        <p:sp>
          <p:nvSpPr>
            <p:cNvPr id="67" name="íşlïḍè">
              <a:extLst>
                <a:ext uri="{FF2B5EF4-FFF2-40B4-BE49-F238E27FC236}">
                  <a16:creationId xmlns:a16="http://schemas.microsoft.com/office/drawing/2014/main" id="{EA684B09-66F4-4511-9B10-33378EEDC293}"/>
                </a:ext>
              </a:extLst>
            </p:cNvPr>
            <p:cNvSpPr txBox="1"/>
            <p:nvPr/>
          </p:nvSpPr>
          <p:spPr>
            <a:xfrm>
              <a:off x="4523039" y="5656295"/>
              <a:ext cx="743578" cy="318562"/>
            </a:xfrm>
            <a:prstGeom prst="rect">
              <a:avLst/>
            </a:prstGeom>
            <a:noFill/>
          </p:spPr>
          <p:txBody>
            <a:bodyPr wrap="square" lIns="91440" tIns="45720" rIns="91440" bIns="45720" anchor="ctr">
              <a:noAutofit/>
            </a:bodyPr>
            <a:lstStyle/>
            <a:p>
              <a:pPr algn="ctr"/>
              <a:r>
                <a:rPr lang="zh-CN" altLang="en-US" b="1" dirty="0">
                  <a:solidFill>
                    <a:schemeClr val="accent1">
                      <a:lumMod val="75000"/>
                    </a:schemeClr>
                  </a:solidFill>
                </a:rPr>
                <a:t>超时</a:t>
              </a:r>
              <a:endParaRPr lang="en-US" altLang="zh-CN" b="1" dirty="0">
                <a:solidFill>
                  <a:schemeClr val="accent1">
                    <a:lumMod val="75000"/>
                  </a:schemeClr>
                </a:solidFill>
              </a:endParaRPr>
            </a:p>
          </p:txBody>
        </p:sp>
        <p:cxnSp>
          <p:nvCxnSpPr>
            <p:cNvPr id="68" name="直接箭头连接符 67">
              <a:extLst>
                <a:ext uri="{FF2B5EF4-FFF2-40B4-BE49-F238E27FC236}">
                  <a16:creationId xmlns:a16="http://schemas.microsoft.com/office/drawing/2014/main" id="{15942E94-AECA-403A-9294-4184F4704498}"/>
                </a:ext>
              </a:extLst>
            </p:cNvPr>
            <p:cNvCxnSpPr/>
            <p:nvPr/>
          </p:nvCxnSpPr>
          <p:spPr>
            <a:xfrm flipV="1">
              <a:off x="4896702" y="4744412"/>
              <a:ext cx="0" cy="490292"/>
            </a:xfrm>
            <a:prstGeom prst="straightConnector1">
              <a:avLst/>
            </a:prstGeom>
            <a:ln w="25400">
              <a:solidFill>
                <a:schemeClr val="tx1"/>
              </a:solidFill>
              <a:tailEnd type="triangle" w="med" len="lg"/>
            </a:ln>
          </p:spPr>
          <p:style>
            <a:lnRef idx="1">
              <a:schemeClr val="accent1"/>
            </a:lnRef>
            <a:fillRef idx="0">
              <a:schemeClr val="accent1"/>
            </a:fillRef>
            <a:effectRef idx="0">
              <a:schemeClr val="accent1"/>
            </a:effectRef>
            <a:fontRef idx="minor">
              <a:schemeClr val="tx1"/>
            </a:fontRef>
          </p:style>
        </p:cxnSp>
      </p:grpSp>
      <p:grpSp>
        <p:nvGrpSpPr>
          <p:cNvPr id="69" name="组合 68">
            <a:extLst>
              <a:ext uri="{FF2B5EF4-FFF2-40B4-BE49-F238E27FC236}">
                <a16:creationId xmlns:a16="http://schemas.microsoft.com/office/drawing/2014/main" id="{C47119CA-22F3-403B-897B-0BDE496418E4}"/>
              </a:ext>
            </a:extLst>
          </p:cNvPr>
          <p:cNvGrpSpPr/>
          <p:nvPr/>
        </p:nvGrpSpPr>
        <p:grpSpPr>
          <a:xfrm>
            <a:off x="2337829" y="3384025"/>
            <a:ext cx="743578" cy="1230445"/>
            <a:chOff x="4523039" y="4744412"/>
            <a:chExt cx="743578" cy="1230445"/>
          </a:xfrm>
        </p:grpSpPr>
        <p:sp>
          <p:nvSpPr>
            <p:cNvPr id="70" name="chronometer_117482">
              <a:extLst>
                <a:ext uri="{FF2B5EF4-FFF2-40B4-BE49-F238E27FC236}">
                  <a16:creationId xmlns:a16="http://schemas.microsoft.com/office/drawing/2014/main" id="{239824C5-4434-4CA9-B48C-609514061BD3}"/>
                </a:ext>
              </a:extLst>
            </p:cNvPr>
            <p:cNvSpPr/>
            <p:nvPr/>
          </p:nvSpPr>
          <p:spPr>
            <a:xfrm>
              <a:off x="4742522" y="5286963"/>
              <a:ext cx="304613" cy="369332"/>
            </a:xfrm>
            <a:custGeom>
              <a:avLst/>
              <a:gdLst>
                <a:gd name="T0" fmla="*/ 0 w 3733"/>
                <a:gd name="T1" fmla="*/ 2667 h 4533"/>
                <a:gd name="T2" fmla="*/ 1867 w 3733"/>
                <a:gd name="T3" fmla="*/ 4533 h 4533"/>
                <a:gd name="T4" fmla="*/ 3733 w 3733"/>
                <a:gd name="T5" fmla="*/ 2667 h 4533"/>
                <a:gd name="T6" fmla="*/ 3161 w 3733"/>
                <a:gd name="T7" fmla="*/ 1323 h 4533"/>
                <a:gd name="T8" fmla="*/ 3408 w 3733"/>
                <a:gd name="T9" fmla="*/ 1075 h 4533"/>
                <a:gd name="T10" fmla="*/ 3408 w 3733"/>
                <a:gd name="T11" fmla="*/ 792 h 4533"/>
                <a:gd name="T12" fmla="*/ 3125 w 3733"/>
                <a:gd name="T13" fmla="*/ 792 h 4533"/>
                <a:gd name="T14" fmla="*/ 2842 w 3733"/>
                <a:gd name="T15" fmla="*/ 1076 h 4533"/>
                <a:gd name="T16" fmla="*/ 2067 w 3733"/>
                <a:gd name="T17" fmla="*/ 811 h 4533"/>
                <a:gd name="T18" fmla="*/ 2067 w 3733"/>
                <a:gd name="T19" fmla="*/ 400 h 4533"/>
                <a:gd name="T20" fmla="*/ 2667 w 3733"/>
                <a:gd name="T21" fmla="*/ 400 h 4533"/>
                <a:gd name="T22" fmla="*/ 2867 w 3733"/>
                <a:gd name="T23" fmla="*/ 200 h 4533"/>
                <a:gd name="T24" fmla="*/ 2667 w 3733"/>
                <a:gd name="T25" fmla="*/ 0 h 4533"/>
                <a:gd name="T26" fmla="*/ 1067 w 3733"/>
                <a:gd name="T27" fmla="*/ 0 h 4533"/>
                <a:gd name="T28" fmla="*/ 867 w 3733"/>
                <a:gd name="T29" fmla="*/ 200 h 4533"/>
                <a:gd name="T30" fmla="*/ 1067 w 3733"/>
                <a:gd name="T31" fmla="*/ 400 h 4533"/>
                <a:gd name="T32" fmla="*/ 1667 w 3733"/>
                <a:gd name="T33" fmla="*/ 400 h 4533"/>
                <a:gd name="T34" fmla="*/ 1667 w 3733"/>
                <a:gd name="T35" fmla="*/ 811 h 4533"/>
                <a:gd name="T36" fmla="*/ 891 w 3733"/>
                <a:gd name="T37" fmla="*/ 1076 h 4533"/>
                <a:gd name="T38" fmla="*/ 608 w 3733"/>
                <a:gd name="T39" fmla="*/ 792 h 4533"/>
                <a:gd name="T40" fmla="*/ 325 w 3733"/>
                <a:gd name="T41" fmla="*/ 792 h 4533"/>
                <a:gd name="T42" fmla="*/ 325 w 3733"/>
                <a:gd name="T43" fmla="*/ 1075 h 4533"/>
                <a:gd name="T44" fmla="*/ 573 w 3733"/>
                <a:gd name="T45" fmla="*/ 1323 h 4533"/>
                <a:gd name="T46" fmla="*/ 0 w 3733"/>
                <a:gd name="T47" fmla="*/ 2667 h 4533"/>
                <a:gd name="T48" fmla="*/ 1667 w 3733"/>
                <a:gd name="T49" fmla="*/ 1801 h 4533"/>
                <a:gd name="T50" fmla="*/ 1867 w 3733"/>
                <a:gd name="T51" fmla="*/ 1601 h 4533"/>
                <a:gd name="T52" fmla="*/ 2067 w 3733"/>
                <a:gd name="T53" fmla="*/ 1801 h 4533"/>
                <a:gd name="T54" fmla="*/ 2067 w 3733"/>
                <a:gd name="T55" fmla="*/ 2468 h 4533"/>
                <a:gd name="T56" fmla="*/ 2733 w 3733"/>
                <a:gd name="T57" fmla="*/ 2468 h 4533"/>
                <a:gd name="T58" fmla="*/ 2933 w 3733"/>
                <a:gd name="T59" fmla="*/ 2668 h 4533"/>
                <a:gd name="T60" fmla="*/ 2733 w 3733"/>
                <a:gd name="T61" fmla="*/ 2868 h 4533"/>
                <a:gd name="T62" fmla="*/ 1867 w 3733"/>
                <a:gd name="T63" fmla="*/ 2868 h 4533"/>
                <a:gd name="T64" fmla="*/ 1667 w 3733"/>
                <a:gd name="T65" fmla="*/ 2668 h 4533"/>
                <a:gd name="T66" fmla="*/ 1667 w 3733"/>
                <a:gd name="T67" fmla="*/ 1801 h 45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3733" h="4533">
                  <a:moveTo>
                    <a:pt x="0" y="2667"/>
                  </a:moveTo>
                  <a:cubicBezTo>
                    <a:pt x="0" y="3696"/>
                    <a:pt x="837" y="4533"/>
                    <a:pt x="1867" y="4533"/>
                  </a:cubicBezTo>
                  <a:cubicBezTo>
                    <a:pt x="2896" y="4533"/>
                    <a:pt x="3733" y="3696"/>
                    <a:pt x="3733" y="2667"/>
                  </a:cubicBezTo>
                  <a:cubicBezTo>
                    <a:pt x="3733" y="2139"/>
                    <a:pt x="3513" y="1662"/>
                    <a:pt x="3161" y="1323"/>
                  </a:cubicBezTo>
                  <a:lnTo>
                    <a:pt x="3408" y="1075"/>
                  </a:lnTo>
                  <a:cubicBezTo>
                    <a:pt x="3486" y="997"/>
                    <a:pt x="3486" y="870"/>
                    <a:pt x="3408" y="792"/>
                  </a:cubicBezTo>
                  <a:cubicBezTo>
                    <a:pt x="3330" y="714"/>
                    <a:pt x="3203" y="714"/>
                    <a:pt x="3125" y="792"/>
                  </a:cubicBezTo>
                  <a:lnTo>
                    <a:pt x="2842" y="1076"/>
                  </a:lnTo>
                  <a:cubicBezTo>
                    <a:pt x="2612" y="934"/>
                    <a:pt x="2348" y="841"/>
                    <a:pt x="2067" y="811"/>
                  </a:cubicBezTo>
                  <a:lnTo>
                    <a:pt x="2067" y="400"/>
                  </a:lnTo>
                  <a:lnTo>
                    <a:pt x="2667" y="400"/>
                  </a:lnTo>
                  <a:cubicBezTo>
                    <a:pt x="2777" y="400"/>
                    <a:pt x="2867" y="310"/>
                    <a:pt x="2867" y="200"/>
                  </a:cubicBezTo>
                  <a:cubicBezTo>
                    <a:pt x="2867" y="90"/>
                    <a:pt x="2777" y="0"/>
                    <a:pt x="2667" y="0"/>
                  </a:cubicBezTo>
                  <a:lnTo>
                    <a:pt x="1067" y="0"/>
                  </a:lnTo>
                  <a:cubicBezTo>
                    <a:pt x="956" y="0"/>
                    <a:pt x="867" y="90"/>
                    <a:pt x="867" y="200"/>
                  </a:cubicBezTo>
                  <a:cubicBezTo>
                    <a:pt x="867" y="310"/>
                    <a:pt x="956" y="400"/>
                    <a:pt x="1067" y="400"/>
                  </a:cubicBezTo>
                  <a:lnTo>
                    <a:pt x="1667" y="400"/>
                  </a:lnTo>
                  <a:lnTo>
                    <a:pt x="1667" y="811"/>
                  </a:lnTo>
                  <a:cubicBezTo>
                    <a:pt x="1385" y="841"/>
                    <a:pt x="1122" y="934"/>
                    <a:pt x="891" y="1076"/>
                  </a:cubicBezTo>
                  <a:lnTo>
                    <a:pt x="608" y="792"/>
                  </a:lnTo>
                  <a:cubicBezTo>
                    <a:pt x="530" y="714"/>
                    <a:pt x="403" y="714"/>
                    <a:pt x="325" y="792"/>
                  </a:cubicBezTo>
                  <a:cubicBezTo>
                    <a:pt x="247" y="870"/>
                    <a:pt x="247" y="997"/>
                    <a:pt x="325" y="1075"/>
                  </a:cubicBezTo>
                  <a:lnTo>
                    <a:pt x="573" y="1323"/>
                  </a:lnTo>
                  <a:cubicBezTo>
                    <a:pt x="220" y="1662"/>
                    <a:pt x="0" y="2139"/>
                    <a:pt x="0" y="2667"/>
                  </a:cubicBezTo>
                  <a:close/>
                  <a:moveTo>
                    <a:pt x="1667" y="1801"/>
                  </a:moveTo>
                  <a:cubicBezTo>
                    <a:pt x="1667" y="1691"/>
                    <a:pt x="1756" y="1601"/>
                    <a:pt x="1867" y="1601"/>
                  </a:cubicBezTo>
                  <a:cubicBezTo>
                    <a:pt x="1977" y="1601"/>
                    <a:pt x="2067" y="1691"/>
                    <a:pt x="2067" y="1801"/>
                  </a:cubicBezTo>
                  <a:lnTo>
                    <a:pt x="2067" y="2468"/>
                  </a:lnTo>
                  <a:lnTo>
                    <a:pt x="2733" y="2468"/>
                  </a:lnTo>
                  <a:cubicBezTo>
                    <a:pt x="2844" y="2468"/>
                    <a:pt x="2933" y="2557"/>
                    <a:pt x="2933" y="2668"/>
                  </a:cubicBezTo>
                  <a:cubicBezTo>
                    <a:pt x="2933" y="2778"/>
                    <a:pt x="2844" y="2868"/>
                    <a:pt x="2733" y="2868"/>
                  </a:cubicBezTo>
                  <a:lnTo>
                    <a:pt x="1867" y="2868"/>
                  </a:lnTo>
                  <a:cubicBezTo>
                    <a:pt x="1756" y="2868"/>
                    <a:pt x="1667" y="2778"/>
                    <a:pt x="1667" y="2668"/>
                  </a:cubicBezTo>
                  <a:lnTo>
                    <a:pt x="1667" y="1801"/>
                  </a:lnTo>
                  <a:close/>
                </a:path>
              </a:pathLst>
            </a:custGeom>
            <a:solidFill>
              <a:schemeClr val="accent1"/>
            </a:solidFill>
            <a:ln>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zh-CN"/>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a:p>
          </p:txBody>
        </p:sp>
        <p:sp>
          <p:nvSpPr>
            <p:cNvPr id="71" name="íşlïḍè">
              <a:extLst>
                <a:ext uri="{FF2B5EF4-FFF2-40B4-BE49-F238E27FC236}">
                  <a16:creationId xmlns:a16="http://schemas.microsoft.com/office/drawing/2014/main" id="{1AE87E27-DCFB-49EC-AE50-96FFD299A9A3}"/>
                </a:ext>
              </a:extLst>
            </p:cNvPr>
            <p:cNvSpPr txBox="1"/>
            <p:nvPr/>
          </p:nvSpPr>
          <p:spPr>
            <a:xfrm>
              <a:off x="4523039" y="5656295"/>
              <a:ext cx="743578" cy="318562"/>
            </a:xfrm>
            <a:prstGeom prst="rect">
              <a:avLst/>
            </a:prstGeom>
            <a:noFill/>
          </p:spPr>
          <p:txBody>
            <a:bodyPr wrap="square" lIns="91440" tIns="45720" rIns="91440" bIns="45720" anchor="ctr">
              <a:noAutofit/>
            </a:bodyPr>
            <a:lstStyle/>
            <a:p>
              <a:pPr algn="ctr"/>
              <a:r>
                <a:rPr lang="zh-CN" altLang="en-US" b="1" dirty="0">
                  <a:solidFill>
                    <a:schemeClr val="accent1">
                      <a:lumMod val="75000"/>
                    </a:schemeClr>
                  </a:solidFill>
                </a:rPr>
                <a:t>超时</a:t>
              </a:r>
              <a:endParaRPr lang="en-US" altLang="zh-CN" b="1" dirty="0">
                <a:solidFill>
                  <a:schemeClr val="accent1">
                    <a:lumMod val="75000"/>
                  </a:schemeClr>
                </a:solidFill>
              </a:endParaRPr>
            </a:p>
          </p:txBody>
        </p:sp>
        <p:cxnSp>
          <p:nvCxnSpPr>
            <p:cNvPr id="72" name="直接箭头连接符 71">
              <a:extLst>
                <a:ext uri="{FF2B5EF4-FFF2-40B4-BE49-F238E27FC236}">
                  <a16:creationId xmlns:a16="http://schemas.microsoft.com/office/drawing/2014/main" id="{A149E1D4-0688-42DB-9747-A0C05050C630}"/>
                </a:ext>
              </a:extLst>
            </p:cNvPr>
            <p:cNvCxnSpPr/>
            <p:nvPr/>
          </p:nvCxnSpPr>
          <p:spPr>
            <a:xfrm flipV="1">
              <a:off x="4896702" y="4744412"/>
              <a:ext cx="0" cy="490292"/>
            </a:xfrm>
            <a:prstGeom prst="straightConnector1">
              <a:avLst/>
            </a:prstGeom>
            <a:ln w="25400">
              <a:solidFill>
                <a:schemeClr val="tx1"/>
              </a:solidFill>
              <a:tailEnd type="triangle" w="med" len="lg"/>
            </a:ln>
          </p:spPr>
          <p:style>
            <a:lnRef idx="1">
              <a:schemeClr val="accent1"/>
            </a:lnRef>
            <a:fillRef idx="0">
              <a:schemeClr val="accent1"/>
            </a:fillRef>
            <a:effectRef idx="0">
              <a:schemeClr val="accent1"/>
            </a:effectRef>
            <a:fontRef idx="minor">
              <a:schemeClr val="tx1"/>
            </a:fontRef>
          </p:style>
        </p:cxnSp>
      </p:grpSp>
      <p:sp>
        <p:nvSpPr>
          <p:cNvPr id="11" name="文本框 10">
            <a:extLst>
              <a:ext uri="{FF2B5EF4-FFF2-40B4-BE49-F238E27FC236}">
                <a16:creationId xmlns:a16="http://schemas.microsoft.com/office/drawing/2014/main" id="{FBC21051-5609-42A8-AA2B-2C1B5425E1AD}"/>
              </a:ext>
            </a:extLst>
          </p:cNvPr>
          <p:cNvSpPr txBox="1"/>
          <p:nvPr/>
        </p:nvSpPr>
        <p:spPr>
          <a:xfrm>
            <a:off x="1331614" y="4778562"/>
            <a:ext cx="9831960" cy="646331"/>
          </a:xfrm>
          <a:prstGeom prst="rect">
            <a:avLst/>
          </a:prstGeom>
          <a:noFill/>
        </p:spPr>
        <p:txBody>
          <a:bodyPr wrap="square" rtlCol="0">
            <a:spAutoFit/>
          </a:bodyPr>
          <a:lstStyle/>
          <a:p>
            <a:r>
              <a:rPr lang="zh-CN" altLang="en-US" b="1" dirty="0"/>
              <a:t>与回退</a:t>
            </a:r>
            <a:r>
              <a:rPr lang="en-US" altLang="zh-CN" b="1" dirty="0"/>
              <a:t>N</a:t>
            </a:r>
            <a:r>
              <a:rPr lang="zh-CN" altLang="en-US" b="1" dirty="0"/>
              <a:t>帧协议不同，</a:t>
            </a:r>
            <a:r>
              <a:rPr lang="zh-CN" altLang="en-US" b="1" dirty="0">
                <a:solidFill>
                  <a:schemeClr val="accent1">
                    <a:lumMod val="75000"/>
                  </a:schemeClr>
                </a:solidFill>
              </a:rPr>
              <a:t>选择重传协议不采用累积确认</a:t>
            </a:r>
            <a:r>
              <a:rPr lang="zh-CN" altLang="en-US" b="1" dirty="0"/>
              <a:t>，接收方需要对每一个正确接收的数据分组进行逐一确认。</a:t>
            </a:r>
          </a:p>
        </p:txBody>
      </p:sp>
      <p:sp>
        <p:nvSpPr>
          <p:cNvPr id="73" name="文本框 72">
            <a:extLst>
              <a:ext uri="{FF2B5EF4-FFF2-40B4-BE49-F238E27FC236}">
                <a16:creationId xmlns:a16="http://schemas.microsoft.com/office/drawing/2014/main" id="{955C3479-B147-4AD6-8CBE-A95E06CBBC52}"/>
              </a:ext>
            </a:extLst>
          </p:cNvPr>
          <p:cNvSpPr txBox="1"/>
          <p:nvPr/>
        </p:nvSpPr>
        <p:spPr>
          <a:xfrm>
            <a:off x="1331614" y="5474527"/>
            <a:ext cx="9634608" cy="369332"/>
          </a:xfrm>
          <a:prstGeom prst="rect">
            <a:avLst/>
          </a:prstGeom>
          <a:noFill/>
        </p:spPr>
        <p:txBody>
          <a:bodyPr wrap="square" rtlCol="0">
            <a:spAutoFit/>
          </a:bodyPr>
          <a:lstStyle/>
          <a:p>
            <a:r>
              <a:rPr lang="zh-CN" altLang="en-US" b="1" dirty="0">
                <a:solidFill>
                  <a:schemeClr val="accent1">
                    <a:lumMod val="75000"/>
                  </a:schemeClr>
                </a:solidFill>
              </a:rPr>
              <a:t>发送方仅重传未收到确认而超时的数据帧</a:t>
            </a:r>
            <a:r>
              <a:rPr lang="zh-CN" altLang="en-US" b="1" dirty="0"/>
              <a:t>，因此重传</a:t>
            </a:r>
            <a:r>
              <a:rPr lang="en-US" altLang="zh-CN" b="1" dirty="0"/>
              <a:t>0</a:t>
            </a:r>
            <a:r>
              <a:rPr lang="zh-CN" altLang="en-US" b="1" dirty="0"/>
              <a:t>号和</a:t>
            </a:r>
            <a:r>
              <a:rPr lang="en-US" altLang="zh-CN" b="1" dirty="0"/>
              <a:t>2</a:t>
            </a:r>
            <a:r>
              <a:rPr lang="zh-CN" altLang="en-US" b="1" dirty="0"/>
              <a:t>号这两个数据帧。</a:t>
            </a:r>
          </a:p>
        </p:txBody>
      </p:sp>
      <p:sp>
        <p:nvSpPr>
          <p:cNvPr id="74" name="矩形 73">
            <a:extLst>
              <a:ext uri="{FF2B5EF4-FFF2-40B4-BE49-F238E27FC236}">
                <a16:creationId xmlns:a16="http://schemas.microsoft.com/office/drawing/2014/main" id="{BD7E23D7-A5D3-44B6-AEF7-521C5B841C41}"/>
              </a:ext>
            </a:extLst>
          </p:cNvPr>
          <p:cNvSpPr/>
          <p:nvPr/>
        </p:nvSpPr>
        <p:spPr>
          <a:xfrm>
            <a:off x="1420314" y="3070480"/>
            <a:ext cx="516109" cy="369332"/>
          </a:xfrm>
          <a:prstGeom prst="rect">
            <a:avLst/>
          </a:prstGeom>
          <a:solidFill>
            <a:schemeClr val="accent1">
              <a:lumMod val="75000"/>
              <a:alpha val="44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76" name="矩形 75">
            <a:extLst>
              <a:ext uri="{FF2B5EF4-FFF2-40B4-BE49-F238E27FC236}">
                <a16:creationId xmlns:a16="http://schemas.microsoft.com/office/drawing/2014/main" id="{1CF6CE88-E0A1-432E-834D-C96078B6DE4E}"/>
              </a:ext>
            </a:extLst>
          </p:cNvPr>
          <p:cNvSpPr/>
          <p:nvPr/>
        </p:nvSpPr>
        <p:spPr>
          <a:xfrm>
            <a:off x="2451563" y="3065463"/>
            <a:ext cx="516109" cy="369332"/>
          </a:xfrm>
          <a:prstGeom prst="rect">
            <a:avLst/>
          </a:prstGeom>
          <a:solidFill>
            <a:schemeClr val="accent1">
              <a:lumMod val="75000"/>
              <a:alpha val="44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33" name="平行四边形 32">
            <a:extLst>
              <a:ext uri="{FF2B5EF4-FFF2-40B4-BE49-F238E27FC236}">
                <a16:creationId xmlns:a16="http://schemas.microsoft.com/office/drawing/2014/main" id="{EDB1A9BE-2B1D-4A47-6C8D-F44CA30A1332}"/>
              </a:ext>
            </a:extLst>
          </p:cNvPr>
          <p:cNvSpPr/>
          <p:nvPr/>
        </p:nvSpPr>
        <p:spPr>
          <a:xfrm>
            <a:off x="304800" y="749300"/>
            <a:ext cx="675384" cy="387090"/>
          </a:xfrm>
          <a:prstGeom prst="parallelogram">
            <a:avLst/>
          </a:prstGeom>
          <a:solidFill>
            <a:schemeClr val="accent3">
              <a:lumMod val="75000"/>
            </a:schemeClr>
          </a:solidFill>
          <a:ln>
            <a:solidFill>
              <a:schemeClr val="accent3">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CN" sz="2200" dirty="0">
                <a:latin typeface="Impact" panose="020B0806030902050204" pitchFamily="34" charset="0"/>
              </a:rPr>
              <a:t>05</a:t>
            </a:r>
            <a:endParaRPr lang="zh-CN" altLang="en-US" sz="2200" dirty="0">
              <a:latin typeface="Impact" panose="020B0806030902050204" pitchFamily="34" charset="0"/>
            </a:endParaRPr>
          </a:p>
        </p:txBody>
      </p:sp>
    </p:spTree>
    <p:custDataLst>
      <p:tags r:id="rId1"/>
    </p:custDataLst>
    <p:extLst>
      <p:ext uri="{BB962C8B-B14F-4D97-AF65-F5344CB8AC3E}">
        <p14:creationId xmlns:p14="http://schemas.microsoft.com/office/powerpoint/2010/main" val="2118724777"/>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30" presetClass="entr" presetSubtype="0" fill="hold" nodeType="withEffect">
                                  <p:stCondLst>
                                    <p:cond delay="0"/>
                                  </p:stCondLst>
                                  <p:childTnLst>
                                    <p:set>
                                      <p:cBhvr>
                                        <p:cTn id="6" dur="1" fill="hold">
                                          <p:stCondLst>
                                            <p:cond delay="0"/>
                                          </p:stCondLst>
                                        </p:cTn>
                                        <p:tgtEl>
                                          <p:spTgt spid="8"/>
                                        </p:tgtEl>
                                        <p:attrNameLst>
                                          <p:attrName>style.visibility</p:attrName>
                                        </p:attrNameLst>
                                      </p:cBhvr>
                                      <p:to>
                                        <p:strVal val="visible"/>
                                      </p:to>
                                    </p:set>
                                    <p:animEffect transition="in" filter="fade">
                                      <p:cBhvr>
                                        <p:cTn id="7" dur="800" decel="100000"/>
                                        <p:tgtEl>
                                          <p:spTgt spid="8"/>
                                        </p:tgtEl>
                                      </p:cBhvr>
                                    </p:animEffect>
                                    <p:anim calcmode="lin" valueType="num">
                                      <p:cBhvr>
                                        <p:cTn id="8" dur="800" decel="100000" fill="hold"/>
                                        <p:tgtEl>
                                          <p:spTgt spid="8"/>
                                        </p:tgtEl>
                                        <p:attrNameLst>
                                          <p:attrName>style.rotation</p:attrName>
                                        </p:attrNameLst>
                                      </p:cBhvr>
                                      <p:tavLst>
                                        <p:tav tm="0">
                                          <p:val>
                                            <p:fltVal val="-90"/>
                                          </p:val>
                                        </p:tav>
                                        <p:tav tm="100000">
                                          <p:val>
                                            <p:fltVal val="0"/>
                                          </p:val>
                                        </p:tav>
                                      </p:tavLst>
                                    </p:anim>
                                    <p:anim calcmode="lin" valueType="num">
                                      <p:cBhvr>
                                        <p:cTn id="9" dur="800" decel="100000" fill="hold"/>
                                        <p:tgtEl>
                                          <p:spTgt spid="8"/>
                                        </p:tgtEl>
                                        <p:attrNameLst>
                                          <p:attrName>ppt_x</p:attrName>
                                        </p:attrNameLst>
                                      </p:cBhvr>
                                      <p:tavLst>
                                        <p:tav tm="0">
                                          <p:val>
                                            <p:strVal val="#ppt_x+0.4"/>
                                          </p:val>
                                        </p:tav>
                                        <p:tav tm="100000">
                                          <p:val>
                                            <p:strVal val="#ppt_x-0.05"/>
                                          </p:val>
                                        </p:tav>
                                      </p:tavLst>
                                    </p:anim>
                                    <p:anim calcmode="lin" valueType="num">
                                      <p:cBhvr>
                                        <p:cTn id="10" dur="800" decel="100000" fill="hold"/>
                                        <p:tgtEl>
                                          <p:spTgt spid="8"/>
                                        </p:tgtEl>
                                        <p:attrNameLst>
                                          <p:attrName>ppt_y</p:attrName>
                                        </p:attrNameLst>
                                      </p:cBhvr>
                                      <p:tavLst>
                                        <p:tav tm="0">
                                          <p:val>
                                            <p:strVal val="#ppt_y-0.4"/>
                                          </p:val>
                                        </p:tav>
                                        <p:tav tm="100000">
                                          <p:val>
                                            <p:strVal val="#ppt_y+0.1"/>
                                          </p:val>
                                        </p:tav>
                                      </p:tavLst>
                                    </p:anim>
                                    <p:anim calcmode="lin" valueType="num">
                                      <p:cBhvr>
                                        <p:cTn id="11" dur="200" accel="100000" fill="hold">
                                          <p:stCondLst>
                                            <p:cond delay="800"/>
                                          </p:stCondLst>
                                        </p:cTn>
                                        <p:tgtEl>
                                          <p:spTgt spid="8"/>
                                        </p:tgtEl>
                                        <p:attrNameLst>
                                          <p:attrName>ppt_x</p:attrName>
                                        </p:attrNameLst>
                                      </p:cBhvr>
                                      <p:tavLst>
                                        <p:tav tm="0">
                                          <p:val>
                                            <p:strVal val="#ppt_x-0.05"/>
                                          </p:val>
                                        </p:tav>
                                        <p:tav tm="100000">
                                          <p:val>
                                            <p:strVal val="#ppt_x"/>
                                          </p:val>
                                        </p:tav>
                                      </p:tavLst>
                                    </p:anim>
                                    <p:anim calcmode="lin" valueType="num">
                                      <p:cBhvr>
                                        <p:cTn id="12" dur="200" accel="100000" fill="hold">
                                          <p:stCondLst>
                                            <p:cond delay="800"/>
                                          </p:stCondLst>
                                        </p:cTn>
                                        <p:tgtEl>
                                          <p:spTgt spid="8"/>
                                        </p:tgtEl>
                                        <p:attrNameLst>
                                          <p:attrName>ppt_y</p:attrName>
                                        </p:attrNameLst>
                                      </p:cBhvr>
                                      <p:tavLst>
                                        <p:tav tm="0">
                                          <p:val>
                                            <p:strVal val="#ppt_y+0.1"/>
                                          </p:val>
                                        </p:tav>
                                        <p:tav tm="100000">
                                          <p:val>
                                            <p:strVal val="#ppt_y"/>
                                          </p:val>
                                        </p:tav>
                                      </p:tavLst>
                                    </p:anim>
                                  </p:childTnLst>
                                </p:cTn>
                              </p:par>
                            </p:childTnLst>
                          </p:cTn>
                        </p:par>
                      </p:childTnLst>
                    </p:cTn>
                  </p:par>
                  <p:par>
                    <p:cTn id="13" fill="hold">
                      <p:stCondLst>
                        <p:cond delay="indefinite"/>
                      </p:stCondLst>
                      <p:childTnLst>
                        <p:par>
                          <p:cTn id="14" fill="hold">
                            <p:stCondLst>
                              <p:cond delay="0"/>
                            </p:stCondLst>
                            <p:childTnLst>
                              <p:par>
                                <p:cTn id="15" presetID="30" presetClass="entr" presetSubtype="0" fill="hold" grpId="0" nodeType="clickEffect">
                                  <p:stCondLst>
                                    <p:cond delay="0"/>
                                  </p:stCondLst>
                                  <p:childTnLst>
                                    <p:set>
                                      <p:cBhvr>
                                        <p:cTn id="16" dur="1" fill="hold">
                                          <p:stCondLst>
                                            <p:cond delay="0"/>
                                          </p:stCondLst>
                                        </p:cTn>
                                        <p:tgtEl>
                                          <p:spTgt spid="51"/>
                                        </p:tgtEl>
                                        <p:attrNameLst>
                                          <p:attrName>style.visibility</p:attrName>
                                        </p:attrNameLst>
                                      </p:cBhvr>
                                      <p:to>
                                        <p:strVal val="visible"/>
                                      </p:to>
                                    </p:set>
                                    <p:animEffect transition="in" filter="fade">
                                      <p:cBhvr>
                                        <p:cTn id="17" dur="800" decel="100000"/>
                                        <p:tgtEl>
                                          <p:spTgt spid="51"/>
                                        </p:tgtEl>
                                      </p:cBhvr>
                                    </p:animEffect>
                                    <p:anim calcmode="lin" valueType="num">
                                      <p:cBhvr>
                                        <p:cTn id="18" dur="800" decel="100000" fill="hold"/>
                                        <p:tgtEl>
                                          <p:spTgt spid="51"/>
                                        </p:tgtEl>
                                        <p:attrNameLst>
                                          <p:attrName>style.rotation</p:attrName>
                                        </p:attrNameLst>
                                      </p:cBhvr>
                                      <p:tavLst>
                                        <p:tav tm="0">
                                          <p:val>
                                            <p:fltVal val="-90"/>
                                          </p:val>
                                        </p:tav>
                                        <p:tav tm="100000">
                                          <p:val>
                                            <p:fltVal val="0"/>
                                          </p:val>
                                        </p:tav>
                                      </p:tavLst>
                                    </p:anim>
                                    <p:anim calcmode="lin" valueType="num">
                                      <p:cBhvr>
                                        <p:cTn id="19" dur="800" decel="100000" fill="hold"/>
                                        <p:tgtEl>
                                          <p:spTgt spid="51"/>
                                        </p:tgtEl>
                                        <p:attrNameLst>
                                          <p:attrName>ppt_x</p:attrName>
                                        </p:attrNameLst>
                                      </p:cBhvr>
                                      <p:tavLst>
                                        <p:tav tm="0">
                                          <p:val>
                                            <p:strVal val="#ppt_x+0.4"/>
                                          </p:val>
                                        </p:tav>
                                        <p:tav tm="100000">
                                          <p:val>
                                            <p:strVal val="#ppt_x-0.05"/>
                                          </p:val>
                                        </p:tav>
                                      </p:tavLst>
                                    </p:anim>
                                    <p:anim calcmode="lin" valueType="num">
                                      <p:cBhvr>
                                        <p:cTn id="20" dur="800" decel="100000" fill="hold"/>
                                        <p:tgtEl>
                                          <p:spTgt spid="51"/>
                                        </p:tgtEl>
                                        <p:attrNameLst>
                                          <p:attrName>ppt_y</p:attrName>
                                        </p:attrNameLst>
                                      </p:cBhvr>
                                      <p:tavLst>
                                        <p:tav tm="0">
                                          <p:val>
                                            <p:strVal val="#ppt_y-0.4"/>
                                          </p:val>
                                        </p:tav>
                                        <p:tav tm="100000">
                                          <p:val>
                                            <p:strVal val="#ppt_y+0.1"/>
                                          </p:val>
                                        </p:tav>
                                      </p:tavLst>
                                    </p:anim>
                                    <p:anim calcmode="lin" valueType="num">
                                      <p:cBhvr>
                                        <p:cTn id="21" dur="200" accel="100000" fill="hold">
                                          <p:stCondLst>
                                            <p:cond delay="800"/>
                                          </p:stCondLst>
                                        </p:cTn>
                                        <p:tgtEl>
                                          <p:spTgt spid="51"/>
                                        </p:tgtEl>
                                        <p:attrNameLst>
                                          <p:attrName>ppt_x</p:attrName>
                                        </p:attrNameLst>
                                      </p:cBhvr>
                                      <p:tavLst>
                                        <p:tav tm="0">
                                          <p:val>
                                            <p:strVal val="#ppt_x-0.05"/>
                                          </p:val>
                                        </p:tav>
                                        <p:tav tm="100000">
                                          <p:val>
                                            <p:strVal val="#ppt_x"/>
                                          </p:val>
                                        </p:tav>
                                      </p:tavLst>
                                    </p:anim>
                                    <p:anim calcmode="lin" valueType="num">
                                      <p:cBhvr>
                                        <p:cTn id="22" dur="200" accel="100000" fill="hold">
                                          <p:stCondLst>
                                            <p:cond delay="800"/>
                                          </p:stCondLst>
                                        </p:cTn>
                                        <p:tgtEl>
                                          <p:spTgt spid="51"/>
                                        </p:tgtEl>
                                        <p:attrNameLst>
                                          <p:attrName>ppt_y</p:attrName>
                                        </p:attrNameLst>
                                      </p:cBhvr>
                                      <p:tavLst>
                                        <p:tav tm="0">
                                          <p:val>
                                            <p:strVal val="#ppt_y+0.1"/>
                                          </p:val>
                                        </p:tav>
                                        <p:tav tm="100000">
                                          <p:val>
                                            <p:strVal val="#ppt_y"/>
                                          </p:val>
                                        </p:tav>
                                      </p:tavLst>
                                    </p:anim>
                                  </p:childTnLst>
                                </p:cTn>
                              </p:par>
                            </p:childTnLst>
                          </p:cTn>
                        </p:par>
                      </p:childTnLst>
                    </p:cTn>
                  </p:par>
                  <p:par>
                    <p:cTn id="23" fill="hold">
                      <p:stCondLst>
                        <p:cond delay="indefinite"/>
                      </p:stCondLst>
                      <p:childTnLst>
                        <p:par>
                          <p:cTn id="24" fill="hold">
                            <p:stCondLst>
                              <p:cond delay="0"/>
                            </p:stCondLst>
                            <p:childTnLst>
                              <p:par>
                                <p:cTn id="25" presetID="53" presetClass="entr" presetSubtype="16" fill="hold" grpId="0" nodeType="clickEffect">
                                  <p:stCondLst>
                                    <p:cond delay="0"/>
                                  </p:stCondLst>
                                  <p:childTnLst>
                                    <p:set>
                                      <p:cBhvr>
                                        <p:cTn id="26" dur="1" fill="hold">
                                          <p:stCondLst>
                                            <p:cond delay="0"/>
                                          </p:stCondLst>
                                        </p:cTn>
                                        <p:tgtEl>
                                          <p:spTgt spid="56"/>
                                        </p:tgtEl>
                                        <p:attrNameLst>
                                          <p:attrName>style.visibility</p:attrName>
                                        </p:attrNameLst>
                                      </p:cBhvr>
                                      <p:to>
                                        <p:strVal val="visible"/>
                                      </p:to>
                                    </p:set>
                                    <p:anim calcmode="lin" valueType="num">
                                      <p:cBhvr>
                                        <p:cTn id="27" dur="500" fill="hold"/>
                                        <p:tgtEl>
                                          <p:spTgt spid="56"/>
                                        </p:tgtEl>
                                        <p:attrNameLst>
                                          <p:attrName>ppt_w</p:attrName>
                                        </p:attrNameLst>
                                      </p:cBhvr>
                                      <p:tavLst>
                                        <p:tav tm="0">
                                          <p:val>
                                            <p:fltVal val="0"/>
                                          </p:val>
                                        </p:tav>
                                        <p:tav tm="100000">
                                          <p:val>
                                            <p:strVal val="#ppt_w"/>
                                          </p:val>
                                        </p:tav>
                                      </p:tavLst>
                                    </p:anim>
                                    <p:anim calcmode="lin" valueType="num">
                                      <p:cBhvr>
                                        <p:cTn id="28" dur="500" fill="hold"/>
                                        <p:tgtEl>
                                          <p:spTgt spid="56"/>
                                        </p:tgtEl>
                                        <p:attrNameLst>
                                          <p:attrName>ppt_h</p:attrName>
                                        </p:attrNameLst>
                                      </p:cBhvr>
                                      <p:tavLst>
                                        <p:tav tm="0">
                                          <p:val>
                                            <p:fltVal val="0"/>
                                          </p:val>
                                        </p:tav>
                                        <p:tav tm="100000">
                                          <p:val>
                                            <p:strVal val="#ppt_h"/>
                                          </p:val>
                                        </p:tav>
                                      </p:tavLst>
                                    </p:anim>
                                    <p:animEffect transition="in" filter="fade">
                                      <p:cBhvr>
                                        <p:cTn id="29" dur="500"/>
                                        <p:tgtEl>
                                          <p:spTgt spid="56"/>
                                        </p:tgtEl>
                                      </p:cBhvr>
                                    </p:animEffect>
                                  </p:childTnLst>
                                </p:cTn>
                              </p:par>
                            </p:childTnLst>
                          </p:cTn>
                        </p:par>
                      </p:childTnLst>
                    </p:cTn>
                  </p:par>
                  <p:par>
                    <p:cTn id="30" fill="hold">
                      <p:stCondLst>
                        <p:cond delay="indefinite"/>
                      </p:stCondLst>
                      <p:childTnLst>
                        <p:par>
                          <p:cTn id="31" fill="hold">
                            <p:stCondLst>
                              <p:cond delay="0"/>
                            </p:stCondLst>
                            <p:childTnLst>
                              <p:par>
                                <p:cTn id="32" presetID="22" presetClass="entr" presetSubtype="8" fill="hold" nodeType="clickEffect">
                                  <p:stCondLst>
                                    <p:cond delay="0"/>
                                  </p:stCondLst>
                                  <p:childTnLst>
                                    <p:set>
                                      <p:cBhvr>
                                        <p:cTn id="33" dur="1" fill="hold">
                                          <p:stCondLst>
                                            <p:cond delay="0"/>
                                          </p:stCondLst>
                                        </p:cTn>
                                        <p:tgtEl>
                                          <p:spTgt spid="57"/>
                                        </p:tgtEl>
                                        <p:attrNameLst>
                                          <p:attrName>style.visibility</p:attrName>
                                        </p:attrNameLst>
                                      </p:cBhvr>
                                      <p:to>
                                        <p:strVal val="visible"/>
                                      </p:to>
                                    </p:set>
                                    <p:animEffect transition="in" filter="wipe(left)">
                                      <p:cBhvr>
                                        <p:cTn id="34" dur="1000"/>
                                        <p:tgtEl>
                                          <p:spTgt spid="57"/>
                                        </p:tgtEl>
                                      </p:cBhvr>
                                    </p:animEffect>
                                  </p:childTnLst>
                                </p:cTn>
                              </p:par>
                            </p:childTnLst>
                          </p:cTn>
                        </p:par>
                      </p:childTnLst>
                    </p:cTn>
                  </p:par>
                  <p:par>
                    <p:cTn id="35" fill="hold">
                      <p:stCondLst>
                        <p:cond delay="indefinite"/>
                      </p:stCondLst>
                      <p:childTnLst>
                        <p:par>
                          <p:cTn id="36" fill="hold">
                            <p:stCondLst>
                              <p:cond delay="0"/>
                            </p:stCondLst>
                            <p:childTnLst>
                              <p:par>
                                <p:cTn id="37" presetID="47" presetClass="entr" presetSubtype="0" fill="hold" nodeType="clickEffect">
                                  <p:stCondLst>
                                    <p:cond delay="0"/>
                                  </p:stCondLst>
                                  <p:childTnLst>
                                    <p:set>
                                      <p:cBhvr>
                                        <p:cTn id="38" dur="1" fill="hold">
                                          <p:stCondLst>
                                            <p:cond delay="0"/>
                                          </p:stCondLst>
                                        </p:cTn>
                                        <p:tgtEl>
                                          <p:spTgt spid="10"/>
                                        </p:tgtEl>
                                        <p:attrNameLst>
                                          <p:attrName>style.visibility</p:attrName>
                                        </p:attrNameLst>
                                      </p:cBhvr>
                                      <p:to>
                                        <p:strVal val="visible"/>
                                      </p:to>
                                    </p:set>
                                    <p:animEffect transition="in" filter="fade">
                                      <p:cBhvr>
                                        <p:cTn id="39" dur="1000"/>
                                        <p:tgtEl>
                                          <p:spTgt spid="10"/>
                                        </p:tgtEl>
                                      </p:cBhvr>
                                    </p:animEffect>
                                    <p:anim calcmode="lin" valueType="num">
                                      <p:cBhvr>
                                        <p:cTn id="40" dur="1000" fill="hold"/>
                                        <p:tgtEl>
                                          <p:spTgt spid="10"/>
                                        </p:tgtEl>
                                        <p:attrNameLst>
                                          <p:attrName>ppt_x</p:attrName>
                                        </p:attrNameLst>
                                      </p:cBhvr>
                                      <p:tavLst>
                                        <p:tav tm="0">
                                          <p:val>
                                            <p:strVal val="#ppt_x"/>
                                          </p:val>
                                        </p:tav>
                                        <p:tav tm="100000">
                                          <p:val>
                                            <p:strVal val="#ppt_x"/>
                                          </p:val>
                                        </p:tav>
                                      </p:tavLst>
                                    </p:anim>
                                    <p:anim calcmode="lin" valueType="num">
                                      <p:cBhvr>
                                        <p:cTn id="41" dur="1000" fill="hold"/>
                                        <p:tgtEl>
                                          <p:spTgt spid="10"/>
                                        </p:tgtEl>
                                        <p:attrNameLst>
                                          <p:attrName>ppt_y</p:attrName>
                                        </p:attrNameLst>
                                      </p:cBhvr>
                                      <p:tavLst>
                                        <p:tav tm="0">
                                          <p:val>
                                            <p:strVal val="#ppt_y-.1"/>
                                          </p:val>
                                        </p:tav>
                                        <p:tav tm="100000">
                                          <p:val>
                                            <p:strVal val="#ppt_y"/>
                                          </p:val>
                                        </p:tav>
                                      </p:tavLst>
                                    </p:anim>
                                  </p:childTnLst>
                                </p:cTn>
                              </p:par>
                            </p:childTnLst>
                          </p:cTn>
                        </p:par>
                      </p:childTnLst>
                    </p:cTn>
                  </p:par>
                  <p:par>
                    <p:cTn id="42" fill="hold">
                      <p:stCondLst>
                        <p:cond delay="indefinite"/>
                      </p:stCondLst>
                      <p:childTnLst>
                        <p:par>
                          <p:cTn id="43" fill="hold">
                            <p:stCondLst>
                              <p:cond delay="0"/>
                            </p:stCondLst>
                            <p:childTnLst>
                              <p:par>
                                <p:cTn id="44" presetID="22" presetClass="entr" presetSubtype="8" fill="hold" grpId="0" nodeType="clickEffect">
                                  <p:stCondLst>
                                    <p:cond delay="0"/>
                                  </p:stCondLst>
                                  <p:childTnLst>
                                    <p:set>
                                      <p:cBhvr>
                                        <p:cTn id="45" dur="1" fill="hold">
                                          <p:stCondLst>
                                            <p:cond delay="0"/>
                                          </p:stCondLst>
                                        </p:cTn>
                                        <p:tgtEl>
                                          <p:spTgt spid="58"/>
                                        </p:tgtEl>
                                        <p:attrNameLst>
                                          <p:attrName>style.visibility</p:attrName>
                                        </p:attrNameLst>
                                      </p:cBhvr>
                                      <p:to>
                                        <p:strVal val="visible"/>
                                      </p:to>
                                    </p:set>
                                    <p:animEffect transition="in" filter="wipe(left)">
                                      <p:cBhvr>
                                        <p:cTn id="46" dur="1000"/>
                                        <p:tgtEl>
                                          <p:spTgt spid="58"/>
                                        </p:tgtEl>
                                      </p:cBhvr>
                                    </p:animEffect>
                                  </p:childTnLst>
                                </p:cTn>
                              </p:par>
                            </p:childTnLst>
                          </p:cTn>
                        </p:par>
                      </p:childTnLst>
                    </p:cTn>
                  </p:par>
                  <p:par>
                    <p:cTn id="47" fill="hold">
                      <p:stCondLst>
                        <p:cond delay="indefinite"/>
                      </p:stCondLst>
                      <p:childTnLst>
                        <p:par>
                          <p:cTn id="48" fill="hold">
                            <p:stCondLst>
                              <p:cond delay="0"/>
                            </p:stCondLst>
                            <p:childTnLst>
                              <p:par>
                                <p:cTn id="49" presetID="12" presetClass="entr" presetSubtype="4" fill="hold" nodeType="clickEffect">
                                  <p:stCondLst>
                                    <p:cond delay="0"/>
                                  </p:stCondLst>
                                  <p:childTnLst>
                                    <p:set>
                                      <p:cBhvr>
                                        <p:cTn id="50" dur="1" fill="hold">
                                          <p:stCondLst>
                                            <p:cond delay="0"/>
                                          </p:stCondLst>
                                        </p:cTn>
                                        <p:tgtEl>
                                          <p:spTgt spid="59"/>
                                        </p:tgtEl>
                                        <p:attrNameLst>
                                          <p:attrName>style.visibility</p:attrName>
                                        </p:attrNameLst>
                                      </p:cBhvr>
                                      <p:to>
                                        <p:strVal val="visible"/>
                                      </p:to>
                                    </p:set>
                                    <p:anim calcmode="lin" valueType="num">
                                      <p:cBhvr additive="base">
                                        <p:cTn id="51" dur="500"/>
                                        <p:tgtEl>
                                          <p:spTgt spid="59"/>
                                        </p:tgtEl>
                                        <p:attrNameLst>
                                          <p:attrName>ppt_y</p:attrName>
                                        </p:attrNameLst>
                                      </p:cBhvr>
                                      <p:tavLst>
                                        <p:tav tm="0">
                                          <p:val>
                                            <p:strVal val="#ppt_y+#ppt_h*1.125000"/>
                                          </p:val>
                                        </p:tav>
                                        <p:tav tm="100000">
                                          <p:val>
                                            <p:strVal val="#ppt_y"/>
                                          </p:val>
                                        </p:tav>
                                      </p:tavLst>
                                    </p:anim>
                                    <p:animEffect transition="in" filter="wipe(up)">
                                      <p:cBhvr>
                                        <p:cTn id="52" dur="500"/>
                                        <p:tgtEl>
                                          <p:spTgt spid="59"/>
                                        </p:tgtEl>
                                      </p:cBhvr>
                                    </p:animEffect>
                                  </p:childTnLst>
                                </p:cTn>
                              </p:par>
                            </p:childTnLst>
                          </p:cTn>
                        </p:par>
                      </p:childTnLst>
                    </p:cTn>
                  </p:par>
                  <p:par>
                    <p:cTn id="53" fill="hold">
                      <p:stCondLst>
                        <p:cond delay="indefinite"/>
                      </p:stCondLst>
                      <p:childTnLst>
                        <p:par>
                          <p:cTn id="54" fill="hold">
                            <p:stCondLst>
                              <p:cond delay="0"/>
                            </p:stCondLst>
                            <p:childTnLst>
                              <p:par>
                                <p:cTn id="55" presetID="12" presetClass="entr" presetSubtype="4" fill="hold" nodeType="clickEffect">
                                  <p:stCondLst>
                                    <p:cond delay="0"/>
                                  </p:stCondLst>
                                  <p:childTnLst>
                                    <p:set>
                                      <p:cBhvr>
                                        <p:cTn id="56" dur="1" fill="hold">
                                          <p:stCondLst>
                                            <p:cond delay="0"/>
                                          </p:stCondLst>
                                        </p:cTn>
                                        <p:tgtEl>
                                          <p:spTgt spid="65"/>
                                        </p:tgtEl>
                                        <p:attrNameLst>
                                          <p:attrName>style.visibility</p:attrName>
                                        </p:attrNameLst>
                                      </p:cBhvr>
                                      <p:to>
                                        <p:strVal val="visible"/>
                                      </p:to>
                                    </p:set>
                                    <p:anim calcmode="lin" valueType="num">
                                      <p:cBhvr additive="base">
                                        <p:cTn id="57" dur="500"/>
                                        <p:tgtEl>
                                          <p:spTgt spid="65"/>
                                        </p:tgtEl>
                                        <p:attrNameLst>
                                          <p:attrName>ppt_y</p:attrName>
                                        </p:attrNameLst>
                                      </p:cBhvr>
                                      <p:tavLst>
                                        <p:tav tm="0">
                                          <p:val>
                                            <p:strVal val="#ppt_y+#ppt_h*1.125000"/>
                                          </p:val>
                                        </p:tav>
                                        <p:tav tm="100000">
                                          <p:val>
                                            <p:strVal val="#ppt_y"/>
                                          </p:val>
                                        </p:tav>
                                      </p:tavLst>
                                    </p:anim>
                                    <p:animEffect transition="in" filter="wipe(up)">
                                      <p:cBhvr>
                                        <p:cTn id="58" dur="500"/>
                                        <p:tgtEl>
                                          <p:spTgt spid="65"/>
                                        </p:tgtEl>
                                      </p:cBhvr>
                                    </p:animEffect>
                                  </p:childTnLst>
                                </p:cTn>
                              </p:par>
                            </p:childTnLst>
                          </p:cTn>
                        </p:par>
                        <p:par>
                          <p:cTn id="59" fill="hold">
                            <p:stCondLst>
                              <p:cond delay="500"/>
                            </p:stCondLst>
                            <p:childTnLst>
                              <p:par>
                                <p:cTn id="60" presetID="12" presetClass="entr" presetSubtype="4" fill="hold" nodeType="afterEffect">
                                  <p:stCondLst>
                                    <p:cond delay="0"/>
                                  </p:stCondLst>
                                  <p:childTnLst>
                                    <p:set>
                                      <p:cBhvr>
                                        <p:cTn id="61" dur="1" fill="hold">
                                          <p:stCondLst>
                                            <p:cond delay="0"/>
                                          </p:stCondLst>
                                        </p:cTn>
                                        <p:tgtEl>
                                          <p:spTgt spid="69"/>
                                        </p:tgtEl>
                                        <p:attrNameLst>
                                          <p:attrName>style.visibility</p:attrName>
                                        </p:attrNameLst>
                                      </p:cBhvr>
                                      <p:to>
                                        <p:strVal val="visible"/>
                                      </p:to>
                                    </p:set>
                                    <p:anim calcmode="lin" valueType="num">
                                      <p:cBhvr additive="base">
                                        <p:cTn id="62" dur="500"/>
                                        <p:tgtEl>
                                          <p:spTgt spid="69"/>
                                        </p:tgtEl>
                                        <p:attrNameLst>
                                          <p:attrName>ppt_y</p:attrName>
                                        </p:attrNameLst>
                                      </p:cBhvr>
                                      <p:tavLst>
                                        <p:tav tm="0">
                                          <p:val>
                                            <p:strVal val="#ppt_y+#ppt_h*1.125000"/>
                                          </p:val>
                                        </p:tav>
                                        <p:tav tm="100000">
                                          <p:val>
                                            <p:strVal val="#ppt_y"/>
                                          </p:val>
                                        </p:tav>
                                      </p:tavLst>
                                    </p:anim>
                                    <p:animEffect transition="in" filter="wipe(up)">
                                      <p:cBhvr>
                                        <p:cTn id="63" dur="500"/>
                                        <p:tgtEl>
                                          <p:spTgt spid="69"/>
                                        </p:tgtEl>
                                      </p:cBhvr>
                                    </p:animEffect>
                                  </p:childTnLst>
                                </p:cTn>
                              </p:par>
                            </p:childTnLst>
                          </p:cTn>
                        </p:par>
                      </p:childTnLst>
                    </p:cTn>
                  </p:par>
                  <p:par>
                    <p:cTn id="64" fill="hold">
                      <p:stCondLst>
                        <p:cond delay="indefinite"/>
                      </p:stCondLst>
                      <p:childTnLst>
                        <p:par>
                          <p:cTn id="65" fill="hold">
                            <p:stCondLst>
                              <p:cond delay="0"/>
                            </p:stCondLst>
                            <p:childTnLst>
                              <p:par>
                                <p:cTn id="66" presetID="1" presetClass="entr" presetSubtype="0" fill="hold" grpId="0" nodeType="clickEffect">
                                  <p:stCondLst>
                                    <p:cond delay="0"/>
                                  </p:stCondLst>
                                  <p:iterate type="lt">
                                    <p:tmAbs val="100"/>
                                  </p:iterate>
                                  <p:childTnLst>
                                    <p:set>
                                      <p:cBhvr>
                                        <p:cTn id="67" dur="1" fill="hold">
                                          <p:stCondLst>
                                            <p:cond delay="0"/>
                                          </p:stCondLst>
                                        </p:cTn>
                                        <p:tgtEl>
                                          <p:spTgt spid="11"/>
                                        </p:tgtEl>
                                        <p:attrNameLst>
                                          <p:attrName>style.visibility</p:attrName>
                                        </p:attrNameLst>
                                      </p:cBhvr>
                                      <p:to>
                                        <p:strVal val="visible"/>
                                      </p:to>
                                    </p:set>
                                  </p:childTnLst>
                                </p:cTn>
                              </p:par>
                            </p:childTnLst>
                          </p:cTn>
                        </p:par>
                      </p:childTnLst>
                    </p:cTn>
                  </p:par>
                  <p:par>
                    <p:cTn id="68" fill="hold">
                      <p:stCondLst>
                        <p:cond delay="indefinite"/>
                      </p:stCondLst>
                      <p:childTnLst>
                        <p:par>
                          <p:cTn id="69" fill="hold">
                            <p:stCondLst>
                              <p:cond delay="0"/>
                            </p:stCondLst>
                            <p:childTnLst>
                              <p:par>
                                <p:cTn id="70" presetID="1" presetClass="entr" presetSubtype="0" fill="hold" grpId="0" nodeType="clickEffect">
                                  <p:stCondLst>
                                    <p:cond delay="0"/>
                                  </p:stCondLst>
                                  <p:iterate type="lt">
                                    <p:tmAbs val="100"/>
                                  </p:iterate>
                                  <p:childTnLst>
                                    <p:set>
                                      <p:cBhvr>
                                        <p:cTn id="71" dur="1" fill="hold">
                                          <p:stCondLst>
                                            <p:cond delay="0"/>
                                          </p:stCondLst>
                                        </p:cTn>
                                        <p:tgtEl>
                                          <p:spTgt spid="73"/>
                                        </p:tgtEl>
                                        <p:attrNameLst>
                                          <p:attrName>style.visibility</p:attrName>
                                        </p:attrNameLst>
                                      </p:cBhvr>
                                      <p:to>
                                        <p:strVal val="visible"/>
                                      </p:to>
                                    </p:set>
                                  </p:childTnLst>
                                </p:cTn>
                              </p:par>
                            </p:childTnLst>
                          </p:cTn>
                        </p:par>
                        <p:par>
                          <p:cTn id="72" fill="hold">
                            <p:stCondLst>
                              <p:cond delay="3401"/>
                            </p:stCondLst>
                            <p:childTnLst>
                              <p:par>
                                <p:cTn id="73" presetID="22" presetClass="entr" presetSubtype="8" fill="hold" grpId="0" nodeType="afterEffect">
                                  <p:stCondLst>
                                    <p:cond delay="0"/>
                                  </p:stCondLst>
                                  <p:childTnLst>
                                    <p:set>
                                      <p:cBhvr>
                                        <p:cTn id="74" dur="1" fill="hold">
                                          <p:stCondLst>
                                            <p:cond delay="0"/>
                                          </p:stCondLst>
                                        </p:cTn>
                                        <p:tgtEl>
                                          <p:spTgt spid="74"/>
                                        </p:tgtEl>
                                        <p:attrNameLst>
                                          <p:attrName>style.visibility</p:attrName>
                                        </p:attrNameLst>
                                      </p:cBhvr>
                                      <p:to>
                                        <p:strVal val="visible"/>
                                      </p:to>
                                    </p:set>
                                    <p:animEffect transition="in" filter="wipe(left)">
                                      <p:cBhvr>
                                        <p:cTn id="75" dur="500"/>
                                        <p:tgtEl>
                                          <p:spTgt spid="74"/>
                                        </p:tgtEl>
                                      </p:cBhvr>
                                    </p:animEffect>
                                  </p:childTnLst>
                                </p:cTn>
                              </p:par>
                            </p:childTnLst>
                          </p:cTn>
                        </p:par>
                        <p:par>
                          <p:cTn id="76" fill="hold">
                            <p:stCondLst>
                              <p:cond delay="3901"/>
                            </p:stCondLst>
                            <p:childTnLst>
                              <p:par>
                                <p:cTn id="77" presetID="22" presetClass="entr" presetSubtype="8" fill="hold" grpId="0" nodeType="afterEffect">
                                  <p:stCondLst>
                                    <p:cond delay="0"/>
                                  </p:stCondLst>
                                  <p:childTnLst>
                                    <p:set>
                                      <p:cBhvr>
                                        <p:cTn id="78" dur="1" fill="hold">
                                          <p:stCondLst>
                                            <p:cond delay="0"/>
                                          </p:stCondLst>
                                        </p:cTn>
                                        <p:tgtEl>
                                          <p:spTgt spid="76"/>
                                        </p:tgtEl>
                                        <p:attrNameLst>
                                          <p:attrName>style.visibility</p:attrName>
                                        </p:attrNameLst>
                                      </p:cBhvr>
                                      <p:to>
                                        <p:strVal val="visible"/>
                                      </p:to>
                                    </p:set>
                                    <p:animEffect transition="in" filter="wipe(left)">
                                      <p:cBhvr>
                                        <p:cTn id="79" dur="500"/>
                                        <p:tgtEl>
                                          <p:spTgt spid="76"/>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1" grpId="0"/>
      <p:bldP spid="56" grpId="0"/>
      <p:bldP spid="58" grpId="0" animBg="1"/>
      <p:bldP spid="11" grpId="0"/>
      <p:bldP spid="73" grpId="0"/>
      <p:bldP spid="74" grpId="0" animBg="1"/>
      <p:bldP spid="76" grpId="0" animBg="1"/>
    </p:bldLst>
  </p:timing>
</p:sld>
</file>

<file path=ppt/slides/slide22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4" name="组合 3">
            <a:extLst>
              <a:ext uri="{FF2B5EF4-FFF2-40B4-BE49-F238E27FC236}">
                <a16:creationId xmlns:a16="http://schemas.microsoft.com/office/drawing/2014/main" id="{9A1EA9F2-FCB6-48C3-935F-7AE7E3AD14AC}"/>
              </a:ext>
            </a:extLst>
          </p:cNvPr>
          <p:cNvGrpSpPr/>
          <p:nvPr/>
        </p:nvGrpSpPr>
        <p:grpSpPr>
          <a:xfrm>
            <a:off x="304800" y="749300"/>
            <a:ext cx="6192344" cy="400110"/>
            <a:chOff x="424117" y="898245"/>
            <a:chExt cx="6192344" cy="400110"/>
          </a:xfrm>
        </p:grpSpPr>
        <p:sp>
          <p:nvSpPr>
            <p:cNvPr id="2" name="平行四边形 1">
              <a:extLst>
                <a:ext uri="{FF2B5EF4-FFF2-40B4-BE49-F238E27FC236}">
                  <a16:creationId xmlns:a16="http://schemas.microsoft.com/office/drawing/2014/main" id="{1F5BAA3F-9845-4F89-A2DD-8222D3E4EDAC}"/>
                </a:ext>
              </a:extLst>
            </p:cNvPr>
            <p:cNvSpPr/>
            <p:nvPr/>
          </p:nvSpPr>
          <p:spPr>
            <a:xfrm>
              <a:off x="424117" y="898245"/>
              <a:ext cx="628306" cy="387090"/>
            </a:xfrm>
            <a:prstGeom prst="parallelogram">
              <a:avLst/>
            </a:prstGeom>
            <a:solidFill>
              <a:schemeClr val="accent3">
                <a:lumMod val="75000"/>
              </a:schemeClr>
            </a:solidFill>
            <a:ln>
              <a:solidFill>
                <a:schemeClr val="accent3">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CN" sz="2200" dirty="0">
                  <a:latin typeface="Impact" panose="020B0806030902050204" pitchFamily="34" charset="0"/>
                </a:rPr>
                <a:t>01</a:t>
              </a:r>
              <a:endParaRPr lang="zh-CN" altLang="en-US" sz="2200" dirty="0">
                <a:latin typeface="Impact" panose="020B0806030902050204" pitchFamily="34" charset="0"/>
              </a:endParaRPr>
            </a:p>
          </p:txBody>
        </p:sp>
        <p:sp>
          <p:nvSpPr>
            <p:cNvPr id="3" name="文本框 2">
              <a:extLst>
                <a:ext uri="{FF2B5EF4-FFF2-40B4-BE49-F238E27FC236}">
                  <a16:creationId xmlns:a16="http://schemas.microsoft.com/office/drawing/2014/main" id="{4D6BD736-A4D3-4F26-AFED-36E11F50F70B}"/>
                </a:ext>
              </a:extLst>
            </p:cNvPr>
            <p:cNvSpPr txBox="1"/>
            <p:nvPr/>
          </p:nvSpPr>
          <p:spPr>
            <a:xfrm>
              <a:off x="1052423" y="898245"/>
              <a:ext cx="5564038" cy="400110"/>
            </a:xfrm>
            <a:prstGeom prst="rect">
              <a:avLst/>
            </a:prstGeom>
            <a:noFill/>
          </p:spPr>
          <p:txBody>
            <a:bodyPr wrap="square" rtlCol="0">
              <a:spAutoFit/>
            </a:bodyPr>
            <a:lstStyle/>
            <a:p>
              <a:r>
                <a:rPr lang="zh-CN" altLang="en-US" sz="2000" b="1" dirty="0"/>
                <a:t>选择重传协议</a:t>
              </a:r>
            </a:p>
          </p:txBody>
        </p:sp>
      </p:grpSp>
      <p:grpSp>
        <p:nvGrpSpPr>
          <p:cNvPr id="17" name="组合 16">
            <a:extLst>
              <a:ext uri="{FF2B5EF4-FFF2-40B4-BE49-F238E27FC236}">
                <a16:creationId xmlns:a16="http://schemas.microsoft.com/office/drawing/2014/main" id="{382D9540-844C-4C8E-8921-910EC1C6E72E}"/>
              </a:ext>
            </a:extLst>
          </p:cNvPr>
          <p:cNvGrpSpPr/>
          <p:nvPr/>
        </p:nvGrpSpPr>
        <p:grpSpPr>
          <a:xfrm>
            <a:off x="541664" y="1244419"/>
            <a:ext cx="11108672" cy="5130066"/>
            <a:chOff x="541664" y="1244419"/>
            <a:chExt cx="11108672" cy="5130066"/>
          </a:xfrm>
        </p:grpSpPr>
        <p:sp>
          <p:nvSpPr>
            <p:cNvPr id="108" name="矩形 107">
              <a:extLst>
                <a:ext uri="{FF2B5EF4-FFF2-40B4-BE49-F238E27FC236}">
                  <a16:creationId xmlns:a16="http://schemas.microsoft.com/office/drawing/2014/main" id="{29523D07-C723-4D24-A462-CDE206DAEAD7}"/>
                </a:ext>
              </a:extLst>
            </p:cNvPr>
            <p:cNvSpPr/>
            <p:nvPr/>
          </p:nvSpPr>
          <p:spPr>
            <a:xfrm>
              <a:off x="1268608" y="2166542"/>
              <a:ext cx="5152581" cy="585480"/>
            </a:xfrm>
            <a:prstGeom prst="rect">
              <a:avLst/>
            </a:prstGeom>
            <a:solidFill>
              <a:schemeClr val="tx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r>
                <a:rPr lang="zh-CN" altLang="en-US" sz="1600" b="1" dirty="0">
                  <a:solidFill>
                    <a:schemeClr val="bg1"/>
                  </a:solidFill>
                </a:rPr>
                <a:t>确保接收窗口向前滑动后，落入接收窗口内的新序号与之前的旧序号没有重叠，避免无法分辨新旧数据分组。</a:t>
              </a:r>
              <a:endParaRPr lang="zh-CN" altLang="en-US" sz="1600" dirty="0"/>
            </a:p>
          </p:txBody>
        </p:sp>
        <mc:AlternateContent xmlns:mc="http://schemas.openxmlformats.org/markup-compatibility/2006" xmlns:a14="http://schemas.microsoft.com/office/drawing/2010/main">
          <mc:Choice Requires="a14">
            <p:sp>
              <p:nvSpPr>
                <p:cNvPr id="110" name="矩形 109">
                  <a:extLst>
                    <a:ext uri="{FF2B5EF4-FFF2-40B4-BE49-F238E27FC236}">
                      <a16:creationId xmlns:a16="http://schemas.microsoft.com/office/drawing/2014/main" id="{1BA11874-4202-4135-B1DC-9D1F47DACB4E}"/>
                    </a:ext>
                  </a:extLst>
                </p:cNvPr>
                <p:cNvSpPr/>
                <p:nvPr/>
              </p:nvSpPr>
              <p:spPr>
                <a:xfrm>
                  <a:off x="4352192" y="1852129"/>
                  <a:ext cx="2068997" cy="267358"/>
                </a:xfrm>
                <a:prstGeom prst="rect">
                  <a:avLst/>
                </a:prstGeom>
                <a:solidFill>
                  <a:schemeClr val="tx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14:m>
                    <m:oMath xmlns:m="http://schemas.openxmlformats.org/officeDocument/2006/math">
                      <m:sSub>
                        <m:sSubPr>
                          <m:ctrlPr>
                            <a:rPr lang="en-US" altLang="zh-CN" sz="1600" b="1" i="1" smtClean="0">
                              <a:latin typeface="Cambria Math" panose="02040503050406030204" pitchFamily="18" charset="0"/>
                            </a:rPr>
                          </m:ctrlPr>
                        </m:sSubPr>
                        <m:e>
                          <m:r>
                            <a:rPr lang="en-US" altLang="zh-CN" sz="1600" b="1" i="1" smtClean="0">
                              <a:latin typeface="Cambria Math" panose="02040503050406030204" pitchFamily="18" charset="0"/>
                            </a:rPr>
                            <m:t>𝑾</m:t>
                          </m:r>
                        </m:e>
                        <m:sub>
                          <m:r>
                            <a:rPr lang="en-US" altLang="zh-CN" sz="1600" b="1" i="1" smtClean="0">
                              <a:latin typeface="Cambria Math" panose="02040503050406030204" pitchFamily="18" charset="0"/>
                            </a:rPr>
                            <m:t>𝑹</m:t>
                          </m:r>
                        </m:sub>
                      </m:sSub>
                    </m:oMath>
                  </a14:m>
                  <a:r>
                    <a:rPr lang="zh-CN" altLang="en-US" sz="1600" b="1" dirty="0">
                      <a:solidFill>
                        <a:schemeClr val="bg1"/>
                      </a:solidFill>
                    </a:rPr>
                    <a:t>超过</a:t>
                  </a:r>
                  <a14:m>
                    <m:oMath xmlns:m="http://schemas.openxmlformats.org/officeDocument/2006/math">
                      <m:sSub>
                        <m:sSubPr>
                          <m:ctrlPr>
                            <a:rPr lang="en-US" altLang="zh-CN" sz="1600" b="1" i="1">
                              <a:latin typeface="Cambria Math" panose="02040503050406030204" pitchFamily="18" charset="0"/>
                            </a:rPr>
                          </m:ctrlPr>
                        </m:sSubPr>
                        <m:e>
                          <m:r>
                            <a:rPr lang="en-US" altLang="zh-CN" sz="1600" b="1" i="1">
                              <a:latin typeface="Cambria Math" panose="02040503050406030204" pitchFamily="18" charset="0"/>
                            </a:rPr>
                            <m:t>𝑾</m:t>
                          </m:r>
                        </m:e>
                        <m:sub>
                          <m:r>
                            <a:rPr lang="en-US" altLang="zh-CN" sz="1600" b="1" i="1">
                              <a:latin typeface="Cambria Math" panose="02040503050406030204" pitchFamily="18" charset="0"/>
                            </a:rPr>
                            <m:t>𝑻</m:t>
                          </m:r>
                        </m:sub>
                      </m:sSub>
                    </m:oMath>
                  </a14:m>
                  <a:r>
                    <a:rPr lang="zh-CN" altLang="en-US" sz="1600" b="1" dirty="0">
                      <a:solidFill>
                        <a:schemeClr val="bg1"/>
                      </a:solidFill>
                    </a:rPr>
                    <a:t>没有意义</a:t>
                  </a:r>
                  <a:endParaRPr lang="zh-CN" altLang="en-US" sz="1600" dirty="0"/>
                </a:p>
              </p:txBody>
            </p:sp>
          </mc:Choice>
          <mc:Fallback xmlns="">
            <p:sp>
              <p:nvSpPr>
                <p:cNvPr id="110" name="矩形 109">
                  <a:extLst>
                    <a:ext uri="{FF2B5EF4-FFF2-40B4-BE49-F238E27FC236}">
                      <a16:creationId xmlns:a16="http://schemas.microsoft.com/office/drawing/2014/main" id="{1BA11874-4202-4135-B1DC-9D1F47DACB4E}"/>
                    </a:ext>
                  </a:extLst>
                </p:cNvPr>
                <p:cNvSpPr>
                  <a:spLocks noRot="1" noChangeAspect="1" noMove="1" noResize="1" noEditPoints="1" noAdjustHandles="1" noChangeArrowheads="1" noChangeShapeType="1" noTextEdit="1"/>
                </p:cNvSpPr>
                <p:nvPr/>
              </p:nvSpPr>
              <p:spPr>
                <a:xfrm>
                  <a:off x="4352192" y="1852129"/>
                  <a:ext cx="2068997" cy="267358"/>
                </a:xfrm>
                <a:prstGeom prst="rect">
                  <a:avLst/>
                </a:prstGeom>
                <a:blipFill>
                  <a:blip r:embed="rId3"/>
                  <a:stretch>
                    <a:fillRect t="-20455" b="-40909"/>
                  </a:stretch>
                </a:blipFill>
                <a:ln>
                  <a:noFill/>
                </a:ln>
              </p:spPr>
              <p:txBody>
                <a:bodyPr/>
                <a:lstStyle/>
                <a:p>
                  <a:r>
                    <a:rPr lang="zh-CN" altLang="en-US">
                      <a:noFill/>
                    </a:rPr>
                    <a:t> </a:t>
                  </a:r>
                </a:p>
              </p:txBody>
            </p:sp>
          </mc:Fallback>
        </mc:AlternateContent>
        <p:grpSp>
          <p:nvGrpSpPr>
            <p:cNvPr id="7" name="组合 6">
              <a:extLst>
                <a:ext uri="{FF2B5EF4-FFF2-40B4-BE49-F238E27FC236}">
                  <a16:creationId xmlns:a16="http://schemas.microsoft.com/office/drawing/2014/main" id="{D9D6B98B-C4AD-424C-8871-7DD91A2A53F1}"/>
                </a:ext>
              </a:extLst>
            </p:cNvPr>
            <p:cNvGrpSpPr/>
            <p:nvPr/>
          </p:nvGrpSpPr>
          <p:grpSpPr>
            <a:xfrm>
              <a:off x="6457500" y="1782496"/>
              <a:ext cx="3589344" cy="887287"/>
              <a:chOff x="4469857" y="2312450"/>
              <a:chExt cx="3589344" cy="887287"/>
            </a:xfrm>
          </p:grpSpPr>
          <mc:AlternateContent xmlns:mc="http://schemas.openxmlformats.org/markup-compatibility/2006" xmlns:a14="http://schemas.microsoft.com/office/drawing/2010/main">
            <mc:Choice Requires="a14">
              <p:sp>
                <p:nvSpPr>
                  <p:cNvPr id="107" name="íşlïḍè">
                    <a:extLst>
                      <a:ext uri="{FF2B5EF4-FFF2-40B4-BE49-F238E27FC236}">
                        <a16:creationId xmlns:a16="http://schemas.microsoft.com/office/drawing/2014/main" id="{54410359-9C82-480A-AEEB-1CF9142EA555}"/>
                      </a:ext>
                    </a:extLst>
                  </p:cNvPr>
                  <p:cNvSpPr txBox="1"/>
                  <p:nvPr/>
                </p:nvSpPr>
                <p:spPr>
                  <a:xfrm>
                    <a:off x="4469857" y="2793113"/>
                    <a:ext cx="1796726" cy="406624"/>
                  </a:xfrm>
                  <a:prstGeom prst="rect">
                    <a:avLst/>
                  </a:prstGeom>
                  <a:noFill/>
                </p:spPr>
                <p:txBody>
                  <a:bodyPr wrap="square" lIns="91440" tIns="45720" rIns="91440" bIns="45720" anchor="ctr">
                    <a:noAutofit/>
                  </a:bodyPr>
                  <a:lstStyle/>
                  <a:p>
                    <a:pPr/>
                    <a14:m>
                      <m:oMathPara xmlns:m="http://schemas.openxmlformats.org/officeDocument/2006/math">
                        <m:oMathParaPr>
                          <m:jc m:val="left"/>
                        </m:oMathParaPr>
                        <m:oMath xmlns:m="http://schemas.openxmlformats.org/officeDocument/2006/math">
                          <m:sSub>
                            <m:sSubPr>
                              <m:ctrlPr>
                                <a:rPr lang="en-US" altLang="zh-CN" sz="1600" b="1" i="1" smtClean="0">
                                  <a:latin typeface="Cambria Math" panose="02040503050406030204" pitchFamily="18" charset="0"/>
                                </a:rPr>
                              </m:ctrlPr>
                            </m:sSubPr>
                            <m:e>
                              <m:r>
                                <a:rPr lang="en-US" altLang="zh-CN" sz="1600" b="1" i="1" smtClean="0">
                                  <a:latin typeface="Cambria Math" panose="02040503050406030204" pitchFamily="18" charset="0"/>
                                </a:rPr>
                                <m:t>𝑾</m:t>
                              </m:r>
                            </m:e>
                            <m:sub>
                              <m:r>
                                <a:rPr lang="en-US" altLang="zh-CN" sz="1600" b="1" i="1" smtClean="0">
                                  <a:latin typeface="Cambria Math" panose="02040503050406030204" pitchFamily="18" charset="0"/>
                                </a:rPr>
                                <m:t>𝑻</m:t>
                              </m:r>
                            </m:sub>
                          </m:sSub>
                          <m:r>
                            <a:rPr lang="en-US" altLang="zh-CN" sz="1600" b="1" i="1" smtClean="0">
                              <a:latin typeface="Cambria Math" panose="02040503050406030204" pitchFamily="18" charset="0"/>
                            </a:rPr>
                            <m:t>+</m:t>
                          </m:r>
                          <m:sSub>
                            <m:sSubPr>
                              <m:ctrlPr>
                                <a:rPr lang="en-US" altLang="zh-CN" sz="1600" b="1" i="1" smtClean="0">
                                  <a:latin typeface="Cambria Math" panose="02040503050406030204" pitchFamily="18" charset="0"/>
                                </a:rPr>
                              </m:ctrlPr>
                            </m:sSubPr>
                            <m:e>
                              <m:r>
                                <a:rPr lang="en-US" altLang="zh-CN" sz="1600" b="1" i="1" smtClean="0">
                                  <a:latin typeface="Cambria Math" panose="02040503050406030204" pitchFamily="18" charset="0"/>
                                </a:rPr>
                                <m:t>𝑾</m:t>
                              </m:r>
                            </m:e>
                            <m:sub>
                              <m:r>
                                <a:rPr lang="en-US" altLang="zh-CN" sz="1600" b="1" i="1" smtClean="0">
                                  <a:latin typeface="Cambria Math" panose="02040503050406030204" pitchFamily="18" charset="0"/>
                                </a:rPr>
                                <m:t>𝑹</m:t>
                              </m:r>
                            </m:sub>
                          </m:sSub>
                          <m:r>
                            <a:rPr lang="en-US" altLang="zh-CN" sz="1600" b="1" dirty="0">
                              <a:latin typeface="Cambria Math" panose="02040503050406030204" pitchFamily="18" charset="0"/>
                              <a:ea typeface="Cambria Math" panose="02040503050406030204" pitchFamily="18" charset="0"/>
                            </a:rPr>
                            <m:t>≤</m:t>
                          </m:r>
                          <m:sSup>
                            <m:sSupPr>
                              <m:ctrlPr>
                                <a:rPr lang="en-US" altLang="zh-CN" sz="1600" b="1" i="1" dirty="0" smtClean="0">
                                  <a:latin typeface="Cambria Math" panose="02040503050406030204" pitchFamily="18" charset="0"/>
                                  <a:ea typeface="Cambria Math" panose="02040503050406030204" pitchFamily="18" charset="0"/>
                                </a:rPr>
                              </m:ctrlPr>
                            </m:sSupPr>
                            <m:e>
                              <m:r>
                                <a:rPr lang="en-US" altLang="zh-CN" sz="1600" b="1" i="1" dirty="0" smtClean="0">
                                  <a:latin typeface="Cambria Math" panose="02040503050406030204" pitchFamily="18" charset="0"/>
                                  <a:ea typeface="Cambria Math" panose="02040503050406030204" pitchFamily="18" charset="0"/>
                                </a:rPr>
                                <m:t>𝟐</m:t>
                              </m:r>
                            </m:e>
                            <m:sup>
                              <m:r>
                                <a:rPr lang="en-US" altLang="zh-CN" sz="1600" b="1" i="1" dirty="0" smtClean="0">
                                  <a:latin typeface="Cambria Math" panose="02040503050406030204" pitchFamily="18" charset="0"/>
                                  <a:ea typeface="Cambria Math" panose="02040503050406030204" pitchFamily="18" charset="0"/>
                                </a:rPr>
                                <m:t>𝒏</m:t>
                              </m:r>
                            </m:sup>
                          </m:sSup>
                        </m:oMath>
                      </m:oMathPara>
                    </a14:m>
                    <a:endParaRPr lang="en-US" altLang="zh-CN" sz="1600" b="1" dirty="0"/>
                  </a:p>
                </p:txBody>
              </p:sp>
            </mc:Choice>
            <mc:Fallback xmlns="">
              <p:sp>
                <p:nvSpPr>
                  <p:cNvPr id="107" name="íşlïḍè">
                    <a:extLst>
                      <a:ext uri="{FF2B5EF4-FFF2-40B4-BE49-F238E27FC236}">
                        <a16:creationId xmlns:a16="http://schemas.microsoft.com/office/drawing/2014/main" id="{54410359-9C82-480A-AEEB-1CF9142EA555}"/>
                      </a:ext>
                    </a:extLst>
                  </p:cNvPr>
                  <p:cNvSpPr txBox="1">
                    <a:spLocks noRot="1" noChangeAspect="1" noMove="1" noResize="1" noEditPoints="1" noAdjustHandles="1" noChangeArrowheads="1" noChangeShapeType="1" noTextEdit="1"/>
                  </p:cNvSpPr>
                  <p:nvPr/>
                </p:nvSpPr>
                <p:spPr>
                  <a:xfrm>
                    <a:off x="4469857" y="2793113"/>
                    <a:ext cx="1796726" cy="406624"/>
                  </a:xfrm>
                  <a:prstGeom prst="rect">
                    <a:avLst/>
                  </a:prstGeom>
                  <a:blipFill>
                    <a:blip r:embed="rId4"/>
                    <a:stretch>
                      <a:fillRect/>
                    </a:stretch>
                  </a:blipFill>
                </p:spPr>
                <p:txBody>
                  <a:bodyPr/>
                  <a:lstStyle/>
                  <a:p>
                    <a:r>
                      <a:rPr lang="zh-CN" altLang="en-US">
                        <a:noFill/>
                      </a:rPr>
                      <a:t> </a:t>
                    </a:r>
                  </a:p>
                </p:txBody>
              </p:sp>
            </mc:Fallback>
          </mc:AlternateContent>
          <mc:AlternateContent xmlns:mc="http://schemas.openxmlformats.org/markup-compatibility/2006" xmlns:a14="http://schemas.microsoft.com/office/drawing/2010/main">
            <mc:Choice Requires="a14">
              <p:sp>
                <p:nvSpPr>
                  <p:cNvPr id="109" name="íşlïḍè">
                    <a:extLst>
                      <a:ext uri="{FF2B5EF4-FFF2-40B4-BE49-F238E27FC236}">
                        <a16:creationId xmlns:a16="http://schemas.microsoft.com/office/drawing/2014/main" id="{A55A7F05-2AAE-4681-A243-1FEAD678225D}"/>
                      </a:ext>
                    </a:extLst>
                  </p:cNvPr>
                  <p:cNvSpPr txBox="1"/>
                  <p:nvPr/>
                </p:nvSpPr>
                <p:spPr>
                  <a:xfrm>
                    <a:off x="4469857" y="2312450"/>
                    <a:ext cx="1796726" cy="406624"/>
                  </a:xfrm>
                  <a:prstGeom prst="rect">
                    <a:avLst/>
                  </a:prstGeom>
                  <a:noFill/>
                </p:spPr>
                <p:txBody>
                  <a:bodyPr wrap="square" lIns="91440" tIns="45720" rIns="91440" bIns="45720" anchor="ctr">
                    <a:noAutofit/>
                  </a:bodyPr>
                  <a:lstStyle/>
                  <a:p>
                    <a:pPr/>
                    <a14:m>
                      <m:oMathPara xmlns:m="http://schemas.openxmlformats.org/officeDocument/2006/math">
                        <m:oMathParaPr>
                          <m:jc m:val="left"/>
                        </m:oMathParaPr>
                        <m:oMath xmlns:m="http://schemas.openxmlformats.org/officeDocument/2006/math">
                          <m:sSub>
                            <m:sSubPr>
                              <m:ctrlPr>
                                <a:rPr lang="en-US" altLang="zh-CN" sz="1600" b="1" i="1" smtClean="0">
                                  <a:latin typeface="Cambria Math" panose="02040503050406030204" pitchFamily="18" charset="0"/>
                                </a:rPr>
                              </m:ctrlPr>
                            </m:sSubPr>
                            <m:e>
                              <m:r>
                                <a:rPr lang="en-US" altLang="zh-CN" sz="1600" b="1" i="1" smtClean="0">
                                  <a:latin typeface="Cambria Math" panose="02040503050406030204" pitchFamily="18" charset="0"/>
                                </a:rPr>
                                <m:t>𝟏</m:t>
                              </m:r>
                              <m:r>
                                <a:rPr lang="en-US" altLang="zh-CN" sz="1600" b="1" i="1" smtClean="0">
                                  <a:latin typeface="Cambria Math" panose="02040503050406030204" pitchFamily="18" charset="0"/>
                                  <a:ea typeface="Cambria Math" panose="02040503050406030204" pitchFamily="18" charset="0"/>
                                </a:rPr>
                                <m:t>&lt;</m:t>
                              </m:r>
                              <m:r>
                                <a:rPr lang="en-US" altLang="zh-CN" sz="1600" b="1" i="1" smtClean="0">
                                  <a:latin typeface="Cambria Math" panose="02040503050406030204" pitchFamily="18" charset="0"/>
                                </a:rPr>
                                <m:t>𝑾</m:t>
                              </m:r>
                            </m:e>
                            <m:sub>
                              <m:r>
                                <a:rPr lang="en-US" altLang="zh-CN" sz="1600" b="1" i="1" smtClean="0">
                                  <a:latin typeface="Cambria Math" panose="02040503050406030204" pitchFamily="18" charset="0"/>
                                </a:rPr>
                                <m:t>𝑹</m:t>
                              </m:r>
                            </m:sub>
                          </m:sSub>
                          <m:r>
                            <a:rPr lang="en-US" altLang="zh-CN" sz="1600" b="1" dirty="0">
                              <a:latin typeface="Cambria Math" panose="02040503050406030204" pitchFamily="18" charset="0"/>
                              <a:ea typeface="Cambria Math" panose="02040503050406030204" pitchFamily="18" charset="0"/>
                            </a:rPr>
                            <m:t>≤</m:t>
                          </m:r>
                          <m:sSub>
                            <m:sSubPr>
                              <m:ctrlPr>
                                <a:rPr lang="en-US" altLang="zh-CN" sz="1600" b="1" i="1" dirty="0" smtClean="0">
                                  <a:latin typeface="Cambria Math" panose="02040503050406030204" pitchFamily="18" charset="0"/>
                                  <a:ea typeface="Cambria Math" panose="02040503050406030204" pitchFamily="18" charset="0"/>
                                </a:rPr>
                              </m:ctrlPr>
                            </m:sSubPr>
                            <m:e>
                              <m:r>
                                <a:rPr lang="en-US" altLang="zh-CN" sz="1600" b="1" i="1" dirty="0" smtClean="0">
                                  <a:latin typeface="Cambria Math" panose="02040503050406030204" pitchFamily="18" charset="0"/>
                                  <a:ea typeface="Cambria Math" panose="02040503050406030204" pitchFamily="18" charset="0"/>
                                </a:rPr>
                                <m:t>𝑾</m:t>
                              </m:r>
                            </m:e>
                            <m:sub>
                              <m:r>
                                <a:rPr lang="en-US" altLang="zh-CN" sz="1600" b="1" i="1" dirty="0" smtClean="0">
                                  <a:latin typeface="Cambria Math" panose="02040503050406030204" pitchFamily="18" charset="0"/>
                                  <a:ea typeface="Cambria Math" panose="02040503050406030204" pitchFamily="18" charset="0"/>
                                </a:rPr>
                                <m:t>𝑻</m:t>
                              </m:r>
                            </m:sub>
                          </m:sSub>
                        </m:oMath>
                      </m:oMathPara>
                    </a14:m>
                    <a:endParaRPr lang="en-US" altLang="zh-CN" sz="1600" b="1" dirty="0"/>
                  </a:p>
                </p:txBody>
              </p:sp>
            </mc:Choice>
            <mc:Fallback xmlns="">
              <p:sp>
                <p:nvSpPr>
                  <p:cNvPr id="109" name="íşlïḍè">
                    <a:extLst>
                      <a:ext uri="{FF2B5EF4-FFF2-40B4-BE49-F238E27FC236}">
                        <a16:creationId xmlns:a16="http://schemas.microsoft.com/office/drawing/2014/main" id="{A55A7F05-2AAE-4681-A243-1FEAD678225D}"/>
                      </a:ext>
                    </a:extLst>
                  </p:cNvPr>
                  <p:cNvSpPr txBox="1">
                    <a:spLocks noRot="1" noChangeAspect="1" noMove="1" noResize="1" noEditPoints="1" noAdjustHandles="1" noChangeArrowheads="1" noChangeShapeType="1" noTextEdit="1"/>
                  </p:cNvSpPr>
                  <p:nvPr/>
                </p:nvSpPr>
                <p:spPr>
                  <a:xfrm>
                    <a:off x="4469857" y="2312450"/>
                    <a:ext cx="1796726" cy="406624"/>
                  </a:xfrm>
                  <a:prstGeom prst="rect">
                    <a:avLst/>
                  </a:prstGeom>
                  <a:blipFill>
                    <a:blip r:embed="rId5"/>
                    <a:stretch>
                      <a:fillRect/>
                    </a:stretch>
                  </a:blipFill>
                </p:spPr>
                <p:txBody>
                  <a:bodyPr/>
                  <a:lstStyle/>
                  <a:p>
                    <a:r>
                      <a:rPr lang="zh-CN" altLang="en-US">
                        <a:noFill/>
                      </a:rPr>
                      <a:t> </a:t>
                    </a:r>
                  </a:p>
                </p:txBody>
              </p:sp>
            </mc:Fallback>
          </mc:AlternateContent>
          <p:grpSp>
            <p:nvGrpSpPr>
              <p:cNvPr id="111" name="组合 110">
                <a:extLst>
                  <a:ext uri="{FF2B5EF4-FFF2-40B4-BE49-F238E27FC236}">
                    <a16:creationId xmlns:a16="http://schemas.microsoft.com/office/drawing/2014/main" id="{67ABC23B-5140-4080-93A0-FE9B84514EDB}"/>
                  </a:ext>
                </a:extLst>
              </p:cNvPr>
              <p:cNvGrpSpPr/>
              <p:nvPr/>
            </p:nvGrpSpPr>
            <p:grpSpPr>
              <a:xfrm>
                <a:off x="5951279" y="2476618"/>
                <a:ext cx="2107922" cy="585479"/>
                <a:chOff x="9715230" y="3308787"/>
                <a:chExt cx="2107922" cy="585479"/>
              </a:xfrm>
            </p:grpSpPr>
            <p:sp>
              <p:nvSpPr>
                <p:cNvPr id="112" name="右大括号 111">
                  <a:extLst>
                    <a:ext uri="{FF2B5EF4-FFF2-40B4-BE49-F238E27FC236}">
                      <a16:creationId xmlns:a16="http://schemas.microsoft.com/office/drawing/2014/main" id="{612B8757-D1C8-4CE5-BA57-6ED57B37E7A1}"/>
                    </a:ext>
                  </a:extLst>
                </p:cNvPr>
                <p:cNvSpPr/>
                <p:nvPr/>
              </p:nvSpPr>
              <p:spPr>
                <a:xfrm>
                  <a:off x="9715230" y="3308787"/>
                  <a:ext cx="170583" cy="585479"/>
                </a:xfrm>
                <a:prstGeom prst="rightBrace">
                  <a:avLst>
                    <a:gd name="adj1" fmla="val 34129"/>
                    <a:gd name="adj2" fmla="val 50000"/>
                  </a:avLst>
                </a:prstGeom>
                <a:ln w="12700">
                  <a:solidFill>
                    <a:schemeClr val="tx1"/>
                  </a:solidFill>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zh-CN" altLang="en-US" sz="1600"/>
                </a:p>
              </p:txBody>
            </p:sp>
            <mc:AlternateContent xmlns:mc="http://schemas.openxmlformats.org/markup-compatibility/2006" xmlns:a14="http://schemas.microsoft.com/office/drawing/2010/main">
              <mc:Choice Requires="a14">
                <p:sp>
                  <p:nvSpPr>
                    <p:cNvPr id="113" name="íşlïḍè">
                      <a:extLst>
                        <a:ext uri="{FF2B5EF4-FFF2-40B4-BE49-F238E27FC236}">
                          <a16:creationId xmlns:a16="http://schemas.microsoft.com/office/drawing/2014/main" id="{85B82BEE-03BE-44BC-857D-37C478859E69}"/>
                        </a:ext>
                      </a:extLst>
                    </p:cNvPr>
                    <p:cNvSpPr txBox="1"/>
                    <p:nvPr/>
                  </p:nvSpPr>
                  <p:spPr>
                    <a:xfrm>
                      <a:off x="9877496" y="3374765"/>
                      <a:ext cx="1945656" cy="406624"/>
                    </a:xfrm>
                    <a:prstGeom prst="rect">
                      <a:avLst/>
                    </a:prstGeom>
                    <a:noFill/>
                  </p:spPr>
                  <p:txBody>
                    <a:bodyPr wrap="square" lIns="91440" tIns="45720" rIns="91440" bIns="45720" anchor="ctr">
                      <a:noAutofit/>
                    </a:bodyPr>
                    <a:lstStyle/>
                    <a:p>
                      <a:pPr/>
                      <a14:m>
                        <m:oMathPara xmlns:m="http://schemas.openxmlformats.org/officeDocument/2006/math">
                          <m:oMathParaPr>
                            <m:jc m:val="left"/>
                          </m:oMathParaPr>
                          <m:oMath xmlns:m="http://schemas.openxmlformats.org/officeDocument/2006/math">
                            <m:r>
                              <a:rPr lang="en-US" altLang="zh-CN" sz="1600" b="1" i="1" smtClean="0">
                                <a:latin typeface="Cambria Math" panose="02040503050406030204" pitchFamily="18" charset="0"/>
                              </a:rPr>
                              <m:t>𝟏</m:t>
                            </m:r>
                            <m:r>
                              <a:rPr lang="en-US" altLang="zh-CN" sz="1600" b="1" i="1" smtClean="0">
                                <a:latin typeface="Cambria Math" panose="02040503050406030204" pitchFamily="18" charset="0"/>
                                <a:ea typeface="Cambria Math" panose="02040503050406030204" pitchFamily="18" charset="0"/>
                              </a:rPr>
                              <m:t>&lt;</m:t>
                            </m:r>
                            <m:sSub>
                              <m:sSubPr>
                                <m:ctrlPr>
                                  <a:rPr lang="en-US" altLang="zh-CN" sz="1600" b="1" i="1" smtClean="0">
                                    <a:latin typeface="Cambria Math" panose="02040503050406030204" pitchFamily="18" charset="0"/>
                                  </a:rPr>
                                </m:ctrlPr>
                              </m:sSubPr>
                              <m:e>
                                <m:r>
                                  <a:rPr lang="en-US" altLang="zh-CN" sz="1600" b="1" i="1" smtClean="0">
                                    <a:latin typeface="Cambria Math" panose="02040503050406030204" pitchFamily="18" charset="0"/>
                                  </a:rPr>
                                  <m:t>𝑾</m:t>
                                </m:r>
                              </m:e>
                              <m:sub>
                                <m:r>
                                  <a:rPr lang="en-US" altLang="zh-CN" sz="1600" b="1" i="1" smtClean="0">
                                    <a:latin typeface="Cambria Math" panose="02040503050406030204" pitchFamily="18" charset="0"/>
                                  </a:rPr>
                                  <m:t>𝑹</m:t>
                                </m:r>
                              </m:sub>
                            </m:sSub>
                            <m:r>
                              <a:rPr lang="en-US" altLang="zh-CN" sz="1600" b="1" dirty="0">
                                <a:latin typeface="Cambria Math" panose="02040503050406030204" pitchFamily="18" charset="0"/>
                                <a:ea typeface="Cambria Math" panose="02040503050406030204" pitchFamily="18" charset="0"/>
                              </a:rPr>
                              <m:t>≤</m:t>
                            </m:r>
                            <m:sSup>
                              <m:sSupPr>
                                <m:ctrlPr>
                                  <a:rPr lang="en-US" altLang="zh-CN" sz="1600" b="1" i="1" dirty="0" smtClean="0">
                                    <a:latin typeface="Cambria Math" panose="02040503050406030204" pitchFamily="18" charset="0"/>
                                    <a:ea typeface="Cambria Math" panose="02040503050406030204" pitchFamily="18" charset="0"/>
                                  </a:rPr>
                                </m:ctrlPr>
                              </m:sSupPr>
                              <m:e>
                                <m:r>
                                  <a:rPr lang="en-US" altLang="zh-CN" sz="1600" b="1" i="1" dirty="0" smtClean="0">
                                    <a:latin typeface="Cambria Math" panose="02040503050406030204" pitchFamily="18" charset="0"/>
                                    <a:ea typeface="Cambria Math" panose="02040503050406030204" pitchFamily="18" charset="0"/>
                                  </a:rPr>
                                  <m:t>𝟐</m:t>
                                </m:r>
                              </m:e>
                              <m:sup>
                                <m:r>
                                  <a:rPr lang="en-US" altLang="zh-CN" sz="1600" b="1" i="1" dirty="0" smtClean="0">
                                    <a:latin typeface="Cambria Math" panose="02040503050406030204" pitchFamily="18" charset="0"/>
                                    <a:ea typeface="Cambria Math" panose="02040503050406030204" pitchFamily="18" charset="0"/>
                                  </a:rPr>
                                  <m:t>(</m:t>
                                </m:r>
                                <m:r>
                                  <a:rPr lang="en-US" altLang="zh-CN" sz="1600" b="1" i="1" dirty="0" smtClean="0">
                                    <a:latin typeface="Cambria Math" panose="02040503050406030204" pitchFamily="18" charset="0"/>
                                    <a:ea typeface="Cambria Math" panose="02040503050406030204" pitchFamily="18" charset="0"/>
                                  </a:rPr>
                                  <m:t>𝒏</m:t>
                                </m:r>
                                <m:r>
                                  <a:rPr lang="en-US" altLang="zh-CN" sz="1600" b="1" i="1" dirty="0" smtClean="0">
                                    <a:latin typeface="Cambria Math" panose="02040503050406030204" pitchFamily="18" charset="0"/>
                                    <a:ea typeface="Cambria Math" panose="02040503050406030204" pitchFamily="18" charset="0"/>
                                  </a:rPr>
                                  <m:t>−</m:t>
                                </m:r>
                                <m:r>
                                  <a:rPr lang="en-US" altLang="zh-CN" sz="1600" b="1" i="1" dirty="0" smtClean="0">
                                    <a:latin typeface="Cambria Math" panose="02040503050406030204" pitchFamily="18" charset="0"/>
                                    <a:ea typeface="Cambria Math" panose="02040503050406030204" pitchFamily="18" charset="0"/>
                                  </a:rPr>
                                  <m:t>𝟏</m:t>
                                </m:r>
                                <m:r>
                                  <a:rPr lang="en-US" altLang="zh-CN" sz="1600" b="1" i="1" dirty="0" smtClean="0">
                                    <a:latin typeface="Cambria Math" panose="02040503050406030204" pitchFamily="18" charset="0"/>
                                    <a:ea typeface="Cambria Math" panose="02040503050406030204" pitchFamily="18" charset="0"/>
                                  </a:rPr>
                                  <m:t>)</m:t>
                                </m:r>
                              </m:sup>
                            </m:sSup>
                          </m:oMath>
                        </m:oMathPara>
                      </a14:m>
                      <a:endParaRPr lang="en-US" altLang="zh-CN" sz="1600" b="1" dirty="0"/>
                    </a:p>
                  </p:txBody>
                </p:sp>
              </mc:Choice>
              <mc:Fallback xmlns="">
                <p:sp>
                  <p:nvSpPr>
                    <p:cNvPr id="113" name="íşlïḍè">
                      <a:extLst>
                        <a:ext uri="{FF2B5EF4-FFF2-40B4-BE49-F238E27FC236}">
                          <a16:creationId xmlns:a16="http://schemas.microsoft.com/office/drawing/2014/main" id="{85B82BEE-03BE-44BC-857D-37C478859E69}"/>
                        </a:ext>
                      </a:extLst>
                    </p:cNvPr>
                    <p:cNvSpPr txBox="1">
                      <a:spLocks noRot="1" noChangeAspect="1" noMove="1" noResize="1" noEditPoints="1" noAdjustHandles="1" noChangeArrowheads="1" noChangeShapeType="1" noTextEdit="1"/>
                    </p:cNvSpPr>
                    <p:nvPr/>
                  </p:nvSpPr>
                  <p:spPr>
                    <a:xfrm>
                      <a:off x="9877496" y="3374765"/>
                      <a:ext cx="1945656" cy="406624"/>
                    </a:xfrm>
                    <a:prstGeom prst="rect">
                      <a:avLst/>
                    </a:prstGeom>
                    <a:blipFill>
                      <a:blip r:embed="rId6"/>
                      <a:stretch>
                        <a:fillRect/>
                      </a:stretch>
                    </a:blipFill>
                  </p:spPr>
                  <p:txBody>
                    <a:bodyPr/>
                    <a:lstStyle/>
                    <a:p>
                      <a:r>
                        <a:rPr lang="zh-CN" altLang="en-US">
                          <a:noFill/>
                        </a:rPr>
                        <a:t> </a:t>
                      </a:r>
                    </a:p>
                  </p:txBody>
                </p:sp>
              </mc:Fallback>
            </mc:AlternateContent>
          </p:grpSp>
        </p:grpSp>
        <mc:AlternateContent xmlns:mc="http://schemas.openxmlformats.org/markup-compatibility/2006" xmlns:a14="http://schemas.microsoft.com/office/drawing/2010/main">
          <mc:Choice Requires="a14">
            <p:sp>
              <p:nvSpPr>
                <p:cNvPr id="114" name="矩形 113">
                  <a:extLst>
                    <a:ext uri="{FF2B5EF4-FFF2-40B4-BE49-F238E27FC236}">
                      <a16:creationId xmlns:a16="http://schemas.microsoft.com/office/drawing/2014/main" id="{C1D2911F-D59C-4759-BF4F-5DCC6B704135}"/>
                    </a:ext>
                  </a:extLst>
                </p:cNvPr>
                <p:cNvSpPr/>
                <p:nvPr/>
              </p:nvSpPr>
              <p:spPr>
                <a:xfrm>
                  <a:off x="8193293" y="2592980"/>
                  <a:ext cx="3457043" cy="820009"/>
                </a:xfrm>
                <a:prstGeom prst="rect">
                  <a:avLst/>
                </a:prstGeom>
                <a:solidFill>
                  <a:schemeClr val="accent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nSpc>
                      <a:spcPct val="150000"/>
                    </a:lnSpc>
                  </a:pPr>
                  <a:r>
                    <a:rPr lang="zh-CN" altLang="en-US" b="1" dirty="0"/>
                    <a:t>当</a:t>
                  </a:r>
                  <a14:m>
                    <m:oMath xmlns:m="http://schemas.openxmlformats.org/officeDocument/2006/math">
                      <m:sSub>
                        <m:sSubPr>
                          <m:ctrlPr>
                            <a:rPr lang="en-US" altLang="zh-CN" b="1" i="1" smtClean="0">
                              <a:latin typeface="Cambria Math" panose="02040503050406030204" pitchFamily="18" charset="0"/>
                            </a:rPr>
                          </m:ctrlPr>
                        </m:sSubPr>
                        <m:e>
                          <m:r>
                            <a:rPr lang="en-US" altLang="zh-CN" b="1" i="1" smtClean="0">
                              <a:latin typeface="Cambria Math" panose="02040503050406030204" pitchFamily="18" charset="0"/>
                            </a:rPr>
                            <m:t>𝑾</m:t>
                          </m:r>
                        </m:e>
                        <m:sub>
                          <m:r>
                            <a:rPr lang="en-US" altLang="zh-CN" b="1" i="1" smtClean="0">
                              <a:latin typeface="Cambria Math" panose="02040503050406030204" pitchFamily="18" charset="0"/>
                            </a:rPr>
                            <m:t>𝑹</m:t>
                          </m:r>
                        </m:sub>
                      </m:sSub>
                    </m:oMath>
                  </a14:m>
                  <a:r>
                    <a:rPr lang="zh-CN" altLang="en-US" b="1" dirty="0"/>
                    <a:t>取最大值</a:t>
                  </a:r>
                  <a14:m>
                    <m:oMath xmlns:m="http://schemas.openxmlformats.org/officeDocument/2006/math">
                      <m:sSup>
                        <m:sSupPr>
                          <m:ctrlPr>
                            <a:rPr lang="en-US" altLang="zh-CN" b="1" i="1" dirty="0">
                              <a:latin typeface="Cambria Math" panose="02040503050406030204" pitchFamily="18" charset="0"/>
                              <a:ea typeface="Cambria Math" panose="02040503050406030204" pitchFamily="18" charset="0"/>
                            </a:rPr>
                          </m:ctrlPr>
                        </m:sSupPr>
                        <m:e>
                          <m:r>
                            <a:rPr lang="en-US" altLang="zh-CN" b="1" i="1" dirty="0">
                              <a:latin typeface="Cambria Math" panose="02040503050406030204" pitchFamily="18" charset="0"/>
                              <a:ea typeface="Cambria Math" panose="02040503050406030204" pitchFamily="18" charset="0"/>
                            </a:rPr>
                            <m:t>𝟐</m:t>
                          </m:r>
                        </m:e>
                        <m:sup>
                          <m:r>
                            <a:rPr lang="en-US" altLang="zh-CN" b="1" i="1" dirty="0">
                              <a:latin typeface="Cambria Math" panose="02040503050406030204" pitchFamily="18" charset="0"/>
                              <a:ea typeface="Cambria Math" panose="02040503050406030204" pitchFamily="18" charset="0"/>
                            </a:rPr>
                            <m:t>(</m:t>
                          </m:r>
                          <m:r>
                            <a:rPr lang="en-US" altLang="zh-CN" b="1" i="1" dirty="0">
                              <a:latin typeface="Cambria Math" panose="02040503050406030204" pitchFamily="18" charset="0"/>
                              <a:ea typeface="Cambria Math" panose="02040503050406030204" pitchFamily="18" charset="0"/>
                            </a:rPr>
                            <m:t>𝒏</m:t>
                          </m:r>
                          <m:r>
                            <a:rPr lang="en-US" altLang="zh-CN" b="1" i="1" dirty="0">
                              <a:latin typeface="Cambria Math" panose="02040503050406030204" pitchFamily="18" charset="0"/>
                              <a:ea typeface="Cambria Math" panose="02040503050406030204" pitchFamily="18" charset="0"/>
                            </a:rPr>
                            <m:t>−</m:t>
                          </m:r>
                          <m:r>
                            <a:rPr lang="en-US" altLang="zh-CN" b="1" i="1" dirty="0">
                              <a:latin typeface="Cambria Math" panose="02040503050406030204" pitchFamily="18" charset="0"/>
                              <a:ea typeface="Cambria Math" panose="02040503050406030204" pitchFamily="18" charset="0"/>
                            </a:rPr>
                            <m:t>𝟏</m:t>
                          </m:r>
                          <m:r>
                            <a:rPr lang="en-US" altLang="zh-CN" b="1" i="1" dirty="0">
                              <a:latin typeface="Cambria Math" panose="02040503050406030204" pitchFamily="18" charset="0"/>
                              <a:ea typeface="Cambria Math" panose="02040503050406030204" pitchFamily="18" charset="0"/>
                            </a:rPr>
                            <m:t>)</m:t>
                          </m:r>
                        </m:sup>
                      </m:sSup>
                    </m:oMath>
                  </a14:m>
                  <a:r>
                    <a:rPr lang="zh-CN" altLang="en-US" b="1" dirty="0"/>
                    <a:t>时，</a:t>
                  </a:r>
                  <a:r>
                    <a:rPr lang="en-US" altLang="zh-CN" b="1" dirty="0"/>
                    <a:t> </a:t>
                  </a:r>
                  <a:endParaRPr lang="en-US" altLang="zh-CN" b="1" i="1" dirty="0">
                    <a:latin typeface="Cambria Math" panose="02040503050406030204" pitchFamily="18" charset="0"/>
                  </a:endParaRPr>
                </a:p>
                <a:p>
                  <a:pPr>
                    <a:lnSpc>
                      <a:spcPct val="150000"/>
                    </a:lnSpc>
                  </a:pPr>
                  <a14:m>
                    <m:oMath xmlns:m="http://schemas.openxmlformats.org/officeDocument/2006/math">
                      <m:sSub>
                        <m:sSubPr>
                          <m:ctrlPr>
                            <a:rPr lang="en-US" altLang="zh-CN" b="1" i="1">
                              <a:latin typeface="Cambria Math" panose="02040503050406030204" pitchFamily="18" charset="0"/>
                            </a:rPr>
                          </m:ctrlPr>
                        </m:sSubPr>
                        <m:e>
                          <m:r>
                            <a:rPr lang="en-US" altLang="zh-CN" b="1" i="1">
                              <a:latin typeface="Cambria Math" panose="02040503050406030204" pitchFamily="18" charset="0"/>
                            </a:rPr>
                            <m:t>𝑾</m:t>
                          </m:r>
                        </m:e>
                        <m:sub>
                          <m:r>
                            <a:rPr lang="en-US" altLang="zh-CN" b="1" i="1">
                              <a:latin typeface="Cambria Math" panose="02040503050406030204" pitchFamily="18" charset="0"/>
                            </a:rPr>
                            <m:t>𝑻</m:t>
                          </m:r>
                        </m:sub>
                      </m:sSub>
                    </m:oMath>
                  </a14:m>
                  <a:r>
                    <a:rPr lang="zh-CN" altLang="en-US" b="1" dirty="0"/>
                    <a:t>能取到的最大值也为</a:t>
                  </a:r>
                  <a14:m>
                    <m:oMath xmlns:m="http://schemas.openxmlformats.org/officeDocument/2006/math">
                      <m:sSup>
                        <m:sSupPr>
                          <m:ctrlPr>
                            <a:rPr lang="en-US" altLang="zh-CN" b="1" i="1" dirty="0">
                              <a:latin typeface="Cambria Math" panose="02040503050406030204" pitchFamily="18" charset="0"/>
                              <a:ea typeface="Cambria Math" panose="02040503050406030204" pitchFamily="18" charset="0"/>
                            </a:rPr>
                          </m:ctrlPr>
                        </m:sSupPr>
                        <m:e>
                          <m:r>
                            <a:rPr lang="en-US" altLang="zh-CN" b="1" i="1" dirty="0">
                              <a:latin typeface="Cambria Math" panose="02040503050406030204" pitchFamily="18" charset="0"/>
                              <a:ea typeface="Cambria Math" panose="02040503050406030204" pitchFamily="18" charset="0"/>
                            </a:rPr>
                            <m:t>𝟐</m:t>
                          </m:r>
                        </m:e>
                        <m:sup>
                          <m:r>
                            <a:rPr lang="en-US" altLang="zh-CN" b="1" i="1" dirty="0">
                              <a:latin typeface="Cambria Math" panose="02040503050406030204" pitchFamily="18" charset="0"/>
                              <a:ea typeface="Cambria Math" panose="02040503050406030204" pitchFamily="18" charset="0"/>
                            </a:rPr>
                            <m:t>(</m:t>
                          </m:r>
                          <m:r>
                            <a:rPr lang="en-US" altLang="zh-CN" b="1" i="1" dirty="0">
                              <a:latin typeface="Cambria Math" panose="02040503050406030204" pitchFamily="18" charset="0"/>
                              <a:ea typeface="Cambria Math" panose="02040503050406030204" pitchFamily="18" charset="0"/>
                            </a:rPr>
                            <m:t>𝒏</m:t>
                          </m:r>
                          <m:r>
                            <a:rPr lang="en-US" altLang="zh-CN" b="1" i="1" dirty="0">
                              <a:latin typeface="Cambria Math" panose="02040503050406030204" pitchFamily="18" charset="0"/>
                              <a:ea typeface="Cambria Math" panose="02040503050406030204" pitchFamily="18" charset="0"/>
                            </a:rPr>
                            <m:t>−</m:t>
                          </m:r>
                          <m:r>
                            <a:rPr lang="en-US" altLang="zh-CN" b="1" i="1" dirty="0">
                              <a:latin typeface="Cambria Math" panose="02040503050406030204" pitchFamily="18" charset="0"/>
                              <a:ea typeface="Cambria Math" panose="02040503050406030204" pitchFamily="18" charset="0"/>
                            </a:rPr>
                            <m:t>𝟏</m:t>
                          </m:r>
                          <m:r>
                            <a:rPr lang="en-US" altLang="zh-CN" b="1" i="1" dirty="0">
                              <a:latin typeface="Cambria Math" panose="02040503050406030204" pitchFamily="18" charset="0"/>
                              <a:ea typeface="Cambria Math" panose="02040503050406030204" pitchFamily="18" charset="0"/>
                            </a:rPr>
                            <m:t>)</m:t>
                          </m:r>
                        </m:sup>
                      </m:sSup>
                      <m:r>
                        <a:rPr lang="en-US" altLang="zh-CN" b="1" i="1" dirty="0">
                          <a:latin typeface="Cambria Math" panose="02040503050406030204" pitchFamily="18" charset="0"/>
                          <a:ea typeface="Cambria Math" panose="02040503050406030204" pitchFamily="18" charset="0"/>
                        </a:rPr>
                        <m:t> </m:t>
                      </m:r>
                    </m:oMath>
                  </a14:m>
                  <a:r>
                    <a:rPr lang="zh-CN" altLang="en-US" b="1" dirty="0"/>
                    <a:t>。</a:t>
                  </a:r>
                  <a:endParaRPr lang="en-US" altLang="zh-CN" b="1" dirty="0"/>
                </a:p>
              </p:txBody>
            </p:sp>
          </mc:Choice>
          <mc:Fallback xmlns="">
            <p:sp>
              <p:nvSpPr>
                <p:cNvPr id="114" name="矩形 113">
                  <a:extLst>
                    <a:ext uri="{FF2B5EF4-FFF2-40B4-BE49-F238E27FC236}">
                      <a16:creationId xmlns:a16="http://schemas.microsoft.com/office/drawing/2014/main" id="{C1D2911F-D59C-4759-BF4F-5DCC6B704135}"/>
                    </a:ext>
                  </a:extLst>
                </p:cNvPr>
                <p:cNvSpPr>
                  <a:spLocks noRot="1" noChangeAspect="1" noMove="1" noResize="1" noEditPoints="1" noAdjustHandles="1" noChangeArrowheads="1" noChangeShapeType="1" noTextEdit="1"/>
                </p:cNvSpPr>
                <p:nvPr/>
              </p:nvSpPr>
              <p:spPr>
                <a:xfrm>
                  <a:off x="8193293" y="2592980"/>
                  <a:ext cx="3457043" cy="820009"/>
                </a:xfrm>
                <a:prstGeom prst="rect">
                  <a:avLst/>
                </a:prstGeom>
                <a:blipFill>
                  <a:blip r:embed="rId7"/>
                  <a:stretch>
                    <a:fillRect l="-1411" r="-8289" b="-16296"/>
                  </a:stretch>
                </a:blipFill>
                <a:ln>
                  <a:noFill/>
                </a:ln>
              </p:spPr>
              <p:txBody>
                <a:bodyPr/>
                <a:lstStyle/>
                <a:p>
                  <a:r>
                    <a:rPr lang="zh-CN" altLang="en-US">
                      <a:noFill/>
                    </a:rPr>
                    <a:t> </a:t>
                  </a:r>
                </a:p>
              </p:txBody>
            </p:sp>
          </mc:Fallback>
        </mc:AlternateContent>
        <mc:AlternateContent xmlns:mc="http://schemas.openxmlformats.org/markup-compatibility/2006" xmlns:a14="http://schemas.microsoft.com/office/drawing/2010/main">
          <mc:Choice Requires="a14">
            <p:sp>
              <p:nvSpPr>
                <p:cNvPr id="115" name="文本框 114">
                  <a:extLst>
                    <a:ext uri="{FF2B5EF4-FFF2-40B4-BE49-F238E27FC236}">
                      <a16:creationId xmlns:a16="http://schemas.microsoft.com/office/drawing/2014/main" id="{9170B8E8-6F1A-4CB4-8061-8516C762B5A8}"/>
                    </a:ext>
                  </a:extLst>
                </p:cNvPr>
                <p:cNvSpPr txBox="1"/>
                <p:nvPr/>
              </p:nvSpPr>
              <p:spPr>
                <a:xfrm>
                  <a:off x="933106" y="1244419"/>
                  <a:ext cx="6741148" cy="338554"/>
                </a:xfrm>
                <a:prstGeom prst="rect">
                  <a:avLst/>
                </a:prstGeom>
                <a:noFill/>
              </p:spPr>
              <p:txBody>
                <a:bodyPr wrap="square">
                  <a:spAutoFit/>
                </a:bodyPr>
                <a:lstStyle/>
                <a:p>
                  <a:r>
                    <a:rPr lang="zh-CN" altLang="en-US" sz="1600" b="1" dirty="0"/>
                    <a:t>用</a:t>
                  </a:r>
                  <a14:m>
                    <m:oMath xmlns:m="http://schemas.openxmlformats.org/officeDocument/2006/math">
                      <m:r>
                        <a:rPr lang="en-US" altLang="zh-CN" sz="1600" b="1" i="1" dirty="0" smtClean="0">
                          <a:latin typeface="Cambria Math" panose="02040503050406030204" pitchFamily="18" charset="0"/>
                        </a:rPr>
                        <m:t>𝒏</m:t>
                      </m:r>
                      <m:r>
                        <a:rPr lang="en-US" altLang="zh-CN" sz="1600" b="1" i="1" dirty="0" smtClean="0">
                          <a:latin typeface="Cambria Math" panose="02040503050406030204" pitchFamily="18" charset="0"/>
                        </a:rPr>
                        <m:t>(</m:t>
                      </m:r>
                      <m:r>
                        <a:rPr lang="en-US" altLang="zh-CN" sz="1600" b="1" i="1" dirty="0" smtClean="0">
                          <a:latin typeface="Cambria Math" panose="02040503050406030204" pitchFamily="18" charset="0"/>
                        </a:rPr>
                        <m:t>𝒏</m:t>
                      </m:r>
                      <m:r>
                        <a:rPr lang="zh-CN" altLang="en-US" sz="1600" b="1" i="1" dirty="0" smtClean="0">
                          <a:latin typeface="Cambria Math" panose="02040503050406030204" pitchFamily="18" charset="0"/>
                        </a:rPr>
                        <m:t>＞</m:t>
                      </m:r>
                      <m:r>
                        <a:rPr lang="en-US" altLang="zh-CN" sz="1600" b="1" i="1" dirty="0" smtClean="0">
                          <a:latin typeface="Cambria Math" panose="02040503050406030204" pitchFamily="18" charset="0"/>
                        </a:rPr>
                        <m:t>𝟏</m:t>
                      </m:r>
                      <m:r>
                        <a:rPr lang="en-US" altLang="zh-CN" sz="1600" b="1" i="1" dirty="0" smtClean="0">
                          <a:latin typeface="Cambria Math" panose="02040503050406030204" pitchFamily="18" charset="0"/>
                        </a:rPr>
                        <m:t>)</m:t>
                      </m:r>
                    </m:oMath>
                  </a14:m>
                  <a:r>
                    <a:rPr lang="zh-CN" altLang="en-US" sz="1600" b="1" dirty="0"/>
                    <a:t>个比特给分组编号，发送窗口</a:t>
                  </a:r>
                  <a14:m>
                    <m:oMath xmlns:m="http://schemas.openxmlformats.org/officeDocument/2006/math">
                      <m:sSub>
                        <m:sSubPr>
                          <m:ctrlPr>
                            <a:rPr lang="en-US" altLang="zh-CN" sz="1600" b="1" i="1" smtClean="0">
                              <a:latin typeface="Cambria Math" panose="02040503050406030204" pitchFamily="18" charset="0"/>
                            </a:rPr>
                          </m:ctrlPr>
                        </m:sSubPr>
                        <m:e>
                          <m:r>
                            <a:rPr lang="en-US" altLang="zh-CN" sz="1600" b="1" i="1" smtClean="0">
                              <a:latin typeface="Cambria Math" panose="02040503050406030204" pitchFamily="18" charset="0"/>
                            </a:rPr>
                            <m:t>𝑾</m:t>
                          </m:r>
                        </m:e>
                        <m:sub>
                          <m:r>
                            <a:rPr lang="en-US" altLang="zh-CN" sz="1600" b="1" i="1" smtClean="0">
                              <a:latin typeface="Cambria Math" panose="02040503050406030204" pitchFamily="18" charset="0"/>
                            </a:rPr>
                            <m:t>𝑻</m:t>
                          </m:r>
                        </m:sub>
                      </m:sSub>
                    </m:oMath>
                  </a14:m>
                  <a:r>
                    <a:rPr lang="zh-CN" altLang="en-US" sz="1600" b="1" dirty="0"/>
                    <a:t>与接收窗口</a:t>
                  </a:r>
                  <a14:m>
                    <m:oMath xmlns:m="http://schemas.openxmlformats.org/officeDocument/2006/math">
                      <m:sSub>
                        <m:sSubPr>
                          <m:ctrlPr>
                            <a:rPr lang="en-US" altLang="zh-CN" sz="1600" b="1" i="1" smtClean="0">
                              <a:latin typeface="Cambria Math" panose="02040503050406030204" pitchFamily="18" charset="0"/>
                            </a:rPr>
                          </m:ctrlPr>
                        </m:sSubPr>
                        <m:e>
                          <m:r>
                            <a:rPr lang="en-US" altLang="zh-CN" sz="1600" b="1" i="1" smtClean="0">
                              <a:latin typeface="Cambria Math" panose="02040503050406030204" pitchFamily="18" charset="0"/>
                            </a:rPr>
                            <m:t>𝑾</m:t>
                          </m:r>
                        </m:e>
                        <m:sub>
                          <m:r>
                            <a:rPr lang="en-US" altLang="zh-CN" sz="1600" b="1" i="1" smtClean="0">
                              <a:latin typeface="Cambria Math" panose="02040503050406030204" pitchFamily="18" charset="0"/>
                            </a:rPr>
                            <m:t>𝑹</m:t>
                          </m:r>
                        </m:sub>
                      </m:sSub>
                    </m:oMath>
                  </a14:m>
                  <a:r>
                    <a:rPr lang="zh-CN" altLang="en-US" sz="1600" b="1" dirty="0"/>
                    <a:t>的关系如下：</a:t>
                  </a:r>
                  <a:endParaRPr lang="en-US" altLang="zh-CN" sz="1600" b="1" dirty="0"/>
                </a:p>
              </p:txBody>
            </p:sp>
          </mc:Choice>
          <mc:Fallback xmlns="">
            <p:sp>
              <p:nvSpPr>
                <p:cNvPr id="115" name="文本框 114">
                  <a:extLst>
                    <a:ext uri="{FF2B5EF4-FFF2-40B4-BE49-F238E27FC236}">
                      <a16:creationId xmlns:a16="http://schemas.microsoft.com/office/drawing/2014/main" id="{9170B8E8-6F1A-4CB4-8061-8516C762B5A8}"/>
                    </a:ext>
                  </a:extLst>
                </p:cNvPr>
                <p:cNvSpPr txBox="1">
                  <a:spLocks noRot="1" noChangeAspect="1" noMove="1" noResize="1" noEditPoints="1" noAdjustHandles="1" noChangeArrowheads="1" noChangeShapeType="1" noTextEdit="1"/>
                </p:cNvSpPr>
                <p:nvPr/>
              </p:nvSpPr>
              <p:spPr>
                <a:xfrm>
                  <a:off x="933106" y="1244419"/>
                  <a:ext cx="6741148" cy="338554"/>
                </a:xfrm>
                <a:prstGeom prst="rect">
                  <a:avLst/>
                </a:prstGeom>
                <a:blipFill>
                  <a:blip r:embed="rId8"/>
                  <a:stretch>
                    <a:fillRect l="-452" t="-5357" b="-21429"/>
                  </a:stretch>
                </a:blipFill>
              </p:spPr>
              <p:txBody>
                <a:bodyPr/>
                <a:lstStyle/>
                <a:p>
                  <a:r>
                    <a:rPr lang="zh-CN" altLang="en-US">
                      <a:noFill/>
                    </a:rPr>
                    <a:t> </a:t>
                  </a:r>
                </a:p>
              </p:txBody>
            </p:sp>
          </mc:Fallback>
        </mc:AlternateContent>
        <p:grpSp>
          <p:nvGrpSpPr>
            <p:cNvPr id="12" name="组合 11">
              <a:extLst>
                <a:ext uri="{FF2B5EF4-FFF2-40B4-BE49-F238E27FC236}">
                  <a16:creationId xmlns:a16="http://schemas.microsoft.com/office/drawing/2014/main" id="{23AEFE76-A05C-4D2F-BE1C-6D038CAC5B16}"/>
                </a:ext>
              </a:extLst>
            </p:cNvPr>
            <p:cNvGrpSpPr/>
            <p:nvPr/>
          </p:nvGrpSpPr>
          <p:grpSpPr>
            <a:xfrm>
              <a:off x="541664" y="3640427"/>
              <a:ext cx="5286814" cy="2734058"/>
              <a:chOff x="541664" y="3640427"/>
              <a:chExt cx="5286814" cy="2734058"/>
            </a:xfrm>
          </p:grpSpPr>
          <p:sp>
            <p:nvSpPr>
              <p:cNvPr id="116" name="矩形 115">
                <a:extLst>
                  <a:ext uri="{FF2B5EF4-FFF2-40B4-BE49-F238E27FC236}">
                    <a16:creationId xmlns:a16="http://schemas.microsoft.com/office/drawing/2014/main" id="{38882ABC-7C25-4855-A5F3-B2EED956DF5C}"/>
                  </a:ext>
                </a:extLst>
              </p:cNvPr>
              <p:cNvSpPr/>
              <p:nvPr/>
            </p:nvSpPr>
            <p:spPr>
              <a:xfrm>
                <a:off x="541664" y="3640427"/>
                <a:ext cx="5286814" cy="422857"/>
              </a:xfrm>
              <a:prstGeom prst="rect">
                <a:avLst/>
              </a:prstGeom>
              <a:solidFill>
                <a:schemeClr val="accent3"/>
              </a:solidFill>
              <a:ln>
                <a:solidFill>
                  <a:schemeClr val="accent3">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zh-CN" altLang="en-US" b="1" dirty="0"/>
                  <a:t>发送方</a:t>
                </a:r>
              </a:p>
            </p:txBody>
          </p:sp>
          <p:sp>
            <p:nvSpPr>
              <p:cNvPr id="117" name="矩形 116">
                <a:extLst>
                  <a:ext uri="{FF2B5EF4-FFF2-40B4-BE49-F238E27FC236}">
                    <a16:creationId xmlns:a16="http://schemas.microsoft.com/office/drawing/2014/main" id="{5AFB895D-8E66-4131-AFD4-2EB00D35E359}"/>
                  </a:ext>
                </a:extLst>
              </p:cNvPr>
              <p:cNvSpPr/>
              <p:nvPr/>
            </p:nvSpPr>
            <p:spPr>
              <a:xfrm>
                <a:off x="541664" y="4063284"/>
                <a:ext cx="5286814" cy="2311201"/>
              </a:xfrm>
              <a:prstGeom prst="rect">
                <a:avLst/>
              </a:prstGeom>
              <a:noFill/>
              <a:ln>
                <a:solidFill>
                  <a:schemeClr val="accent3">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b="1" dirty="0"/>
              </a:p>
            </p:txBody>
          </p:sp>
        </p:grpSp>
        <p:sp>
          <p:nvSpPr>
            <p:cNvPr id="121" name="矩形 120">
              <a:extLst>
                <a:ext uri="{FF2B5EF4-FFF2-40B4-BE49-F238E27FC236}">
                  <a16:creationId xmlns:a16="http://schemas.microsoft.com/office/drawing/2014/main" id="{9F6F3CDB-34AF-4313-AD41-BA8D7B3551D4}"/>
                </a:ext>
              </a:extLst>
            </p:cNvPr>
            <p:cNvSpPr/>
            <p:nvPr/>
          </p:nvSpPr>
          <p:spPr>
            <a:xfrm>
              <a:off x="6363522" y="3640426"/>
              <a:ext cx="5286814" cy="422857"/>
            </a:xfrm>
            <a:prstGeom prst="rect">
              <a:avLst/>
            </a:prstGeom>
            <a:solidFill>
              <a:schemeClr val="accent4"/>
            </a:solidFill>
            <a:ln>
              <a:solidFill>
                <a:schemeClr val="accent4">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zh-CN" altLang="en-US" b="1" dirty="0"/>
                <a:t>接收方</a:t>
              </a:r>
            </a:p>
          </p:txBody>
        </p:sp>
        <p:sp>
          <p:nvSpPr>
            <p:cNvPr id="122" name="矩形 121">
              <a:extLst>
                <a:ext uri="{FF2B5EF4-FFF2-40B4-BE49-F238E27FC236}">
                  <a16:creationId xmlns:a16="http://schemas.microsoft.com/office/drawing/2014/main" id="{49FE843E-0533-4A1C-8BD7-49A87E174FF1}"/>
                </a:ext>
              </a:extLst>
            </p:cNvPr>
            <p:cNvSpPr/>
            <p:nvPr/>
          </p:nvSpPr>
          <p:spPr>
            <a:xfrm>
              <a:off x="6363522" y="4070132"/>
              <a:ext cx="5286814" cy="2304353"/>
            </a:xfrm>
            <a:prstGeom prst="rect">
              <a:avLst/>
            </a:prstGeom>
            <a:noFill/>
            <a:ln>
              <a:solidFill>
                <a:schemeClr val="accent4">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b="1" dirty="0"/>
            </a:p>
          </p:txBody>
        </p:sp>
        <p:grpSp>
          <p:nvGrpSpPr>
            <p:cNvPr id="16" name="组合 15">
              <a:extLst>
                <a:ext uri="{FF2B5EF4-FFF2-40B4-BE49-F238E27FC236}">
                  <a16:creationId xmlns:a16="http://schemas.microsoft.com/office/drawing/2014/main" id="{34E212D4-9D64-488B-A261-3AB5C69284A1}"/>
                </a:ext>
              </a:extLst>
            </p:cNvPr>
            <p:cNvGrpSpPr/>
            <p:nvPr/>
          </p:nvGrpSpPr>
          <p:grpSpPr>
            <a:xfrm>
              <a:off x="698782" y="4176941"/>
              <a:ext cx="5044176" cy="559519"/>
              <a:chOff x="698782" y="4176941"/>
              <a:chExt cx="5044176" cy="559519"/>
            </a:xfrm>
          </p:grpSpPr>
          <p:sp>
            <p:nvSpPr>
              <p:cNvPr id="123" name="矩形 122">
                <a:extLst>
                  <a:ext uri="{FF2B5EF4-FFF2-40B4-BE49-F238E27FC236}">
                    <a16:creationId xmlns:a16="http://schemas.microsoft.com/office/drawing/2014/main" id="{2E8AD04A-71B5-4B2D-A7B3-D78FF681976B}"/>
                  </a:ext>
                </a:extLst>
              </p:cNvPr>
              <p:cNvSpPr/>
              <p:nvPr/>
            </p:nvSpPr>
            <p:spPr>
              <a:xfrm>
                <a:off x="698782" y="4235382"/>
                <a:ext cx="190252" cy="190252"/>
              </a:xfrm>
              <a:prstGeom prst="rect">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124" name="íşlïḍè">
                <a:extLst>
                  <a:ext uri="{FF2B5EF4-FFF2-40B4-BE49-F238E27FC236}">
                    <a16:creationId xmlns:a16="http://schemas.microsoft.com/office/drawing/2014/main" id="{F85F9343-2853-4078-8BE8-F400F04CCD53}"/>
                  </a:ext>
                </a:extLst>
              </p:cNvPr>
              <p:cNvSpPr txBox="1"/>
              <p:nvPr/>
            </p:nvSpPr>
            <p:spPr>
              <a:xfrm>
                <a:off x="918784" y="4176941"/>
                <a:ext cx="4824174" cy="559519"/>
              </a:xfrm>
              <a:prstGeom prst="rect">
                <a:avLst/>
              </a:prstGeom>
              <a:noFill/>
            </p:spPr>
            <p:txBody>
              <a:bodyPr wrap="square" lIns="91440" tIns="45720" rIns="91440" bIns="45720" anchor="ctr">
                <a:noAutofit/>
              </a:bodyPr>
              <a:lstStyle/>
              <a:p>
                <a:r>
                  <a:rPr lang="zh-CN" altLang="en-US" sz="1600" b="1" dirty="0"/>
                  <a:t>可在未收到接收方确认分组的情况下，将序号落入发送窗口内的多个数据分组全部发送出去。</a:t>
                </a:r>
                <a:endParaRPr lang="en-US" altLang="zh-CN" sz="1600" b="1" dirty="0">
                  <a:solidFill>
                    <a:schemeClr val="tx1"/>
                  </a:solidFill>
                </a:endParaRPr>
              </a:p>
            </p:txBody>
          </p:sp>
        </p:grpSp>
        <p:grpSp>
          <p:nvGrpSpPr>
            <p:cNvPr id="15" name="组合 14">
              <a:extLst>
                <a:ext uri="{FF2B5EF4-FFF2-40B4-BE49-F238E27FC236}">
                  <a16:creationId xmlns:a16="http://schemas.microsoft.com/office/drawing/2014/main" id="{DDAE6DB6-AF86-4A8E-B2DE-3FC19B572E97}"/>
                </a:ext>
              </a:extLst>
            </p:cNvPr>
            <p:cNvGrpSpPr/>
            <p:nvPr/>
          </p:nvGrpSpPr>
          <p:grpSpPr>
            <a:xfrm>
              <a:off x="698782" y="4816391"/>
              <a:ext cx="5044176" cy="559519"/>
              <a:chOff x="698782" y="4757950"/>
              <a:chExt cx="5044176" cy="559519"/>
            </a:xfrm>
          </p:grpSpPr>
          <p:sp>
            <p:nvSpPr>
              <p:cNvPr id="125" name="矩形 124">
                <a:extLst>
                  <a:ext uri="{FF2B5EF4-FFF2-40B4-BE49-F238E27FC236}">
                    <a16:creationId xmlns:a16="http://schemas.microsoft.com/office/drawing/2014/main" id="{8AA94DC5-A0A5-4A76-B8D4-921CEAC9A606}"/>
                  </a:ext>
                </a:extLst>
              </p:cNvPr>
              <p:cNvSpPr/>
              <p:nvPr/>
            </p:nvSpPr>
            <p:spPr>
              <a:xfrm>
                <a:off x="698782" y="4816391"/>
                <a:ext cx="190252" cy="190252"/>
              </a:xfrm>
              <a:prstGeom prst="rect">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126" name="íşlïḍè">
                <a:extLst>
                  <a:ext uri="{FF2B5EF4-FFF2-40B4-BE49-F238E27FC236}">
                    <a16:creationId xmlns:a16="http://schemas.microsoft.com/office/drawing/2014/main" id="{82C859B5-C6CB-44B3-802D-D01B761B45FB}"/>
                  </a:ext>
                </a:extLst>
              </p:cNvPr>
              <p:cNvSpPr txBox="1"/>
              <p:nvPr/>
            </p:nvSpPr>
            <p:spPr>
              <a:xfrm>
                <a:off x="918784" y="4757950"/>
                <a:ext cx="4824174" cy="559519"/>
              </a:xfrm>
              <a:prstGeom prst="rect">
                <a:avLst/>
              </a:prstGeom>
              <a:noFill/>
            </p:spPr>
            <p:txBody>
              <a:bodyPr wrap="square" lIns="91440" tIns="45720" rIns="91440" bIns="45720" anchor="ctr">
                <a:noAutofit/>
              </a:bodyPr>
              <a:lstStyle/>
              <a:p>
                <a:r>
                  <a:rPr lang="zh-CN" altLang="en-US" sz="1600" b="1" dirty="0">
                    <a:solidFill>
                      <a:schemeClr val="tx1"/>
                    </a:solidFill>
                  </a:rPr>
                  <a:t>只有按序收到对已发送数据分组的确认分组时，发送窗口才能向前滑动到相应位置。</a:t>
                </a:r>
                <a:r>
                  <a:rPr lang="en-US" altLang="zh-CN" sz="1600" b="1" dirty="0">
                    <a:solidFill>
                      <a:schemeClr val="tx1"/>
                    </a:solidFill>
                  </a:rPr>
                  <a:t> </a:t>
                </a:r>
              </a:p>
            </p:txBody>
          </p:sp>
        </p:grpSp>
        <p:grpSp>
          <p:nvGrpSpPr>
            <p:cNvPr id="14" name="组合 13">
              <a:extLst>
                <a:ext uri="{FF2B5EF4-FFF2-40B4-BE49-F238E27FC236}">
                  <a16:creationId xmlns:a16="http://schemas.microsoft.com/office/drawing/2014/main" id="{CC4817DB-2B65-4E9B-82D3-58F855C3D561}"/>
                </a:ext>
              </a:extLst>
            </p:cNvPr>
            <p:cNvGrpSpPr/>
            <p:nvPr/>
          </p:nvGrpSpPr>
          <p:grpSpPr>
            <a:xfrm>
              <a:off x="698782" y="5509231"/>
              <a:ext cx="5044176" cy="806047"/>
              <a:chOff x="698782" y="5397400"/>
              <a:chExt cx="5044176" cy="806047"/>
            </a:xfrm>
          </p:grpSpPr>
          <p:sp>
            <p:nvSpPr>
              <p:cNvPr id="127" name="矩形 126">
                <a:extLst>
                  <a:ext uri="{FF2B5EF4-FFF2-40B4-BE49-F238E27FC236}">
                    <a16:creationId xmlns:a16="http://schemas.microsoft.com/office/drawing/2014/main" id="{016F9C2A-B5D2-43CC-841D-CCB01C04661B}"/>
                  </a:ext>
                </a:extLst>
              </p:cNvPr>
              <p:cNvSpPr/>
              <p:nvPr/>
            </p:nvSpPr>
            <p:spPr>
              <a:xfrm>
                <a:off x="698782" y="5455841"/>
                <a:ext cx="190252" cy="190252"/>
              </a:xfrm>
              <a:prstGeom prst="rect">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128" name="íşlïḍè">
                <a:extLst>
                  <a:ext uri="{FF2B5EF4-FFF2-40B4-BE49-F238E27FC236}">
                    <a16:creationId xmlns:a16="http://schemas.microsoft.com/office/drawing/2014/main" id="{B5551FF7-F9B3-496F-9AC0-DAE0714020A4}"/>
                  </a:ext>
                </a:extLst>
              </p:cNvPr>
              <p:cNvSpPr txBox="1"/>
              <p:nvPr/>
            </p:nvSpPr>
            <p:spPr>
              <a:xfrm>
                <a:off x="918784" y="5397400"/>
                <a:ext cx="4824174" cy="806047"/>
              </a:xfrm>
              <a:prstGeom prst="rect">
                <a:avLst/>
              </a:prstGeom>
              <a:noFill/>
            </p:spPr>
            <p:txBody>
              <a:bodyPr wrap="square" lIns="91440" tIns="45720" rIns="91440" bIns="45720" anchor="ctr">
                <a:noAutofit/>
              </a:bodyPr>
              <a:lstStyle/>
              <a:p>
                <a:r>
                  <a:rPr lang="zh-CN" altLang="en-US" sz="1600" b="1" dirty="0"/>
                  <a:t>如果收到未按序到达的确认分组，应对其进行记录，以防止其相应数据分组的超时重发，但发送窗口不能向前滑动。</a:t>
                </a:r>
                <a:endParaRPr lang="en-US" altLang="zh-CN" sz="1600" b="1" dirty="0">
                  <a:solidFill>
                    <a:schemeClr val="tx1"/>
                  </a:solidFill>
                </a:endParaRPr>
              </a:p>
            </p:txBody>
          </p:sp>
        </p:grpSp>
        <p:grpSp>
          <p:nvGrpSpPr>
            <p:cNvPr id="13" name="组合 12">
              <a:extLst>
                <a:ext uri="{FF2B5EF4-FFF2-40B4-BE49-F238E27FC236}">
                  <a16:creationId xmlns:a16="http://schemas.microsoft.com/office/drawing/2014/main" id="{235377FA-93A4-4E4B-A2F4-1E8D30968FF3}"/>
                </a:ext>
              </a:extLst>
            </p:cNvPr>
            <p:cNvGrpSpPr/>
            <p:nvPr/>
          </p:nvGrpSpPr>
          <p:grpSpPr>
            <a:xfrm>
              <a:off x="6457500" y="4176941"/>
              <a:ext cx="5044176" cy="559519"/>
              <a:chOff x="6457500" y="4230065"/>
              <a:chExt cx="5044176" cy="559519"/>
            </a:xfrm>
          </p:grpSpPr>
          <p:sp>
            <p:nvSpPr>
              <p:cNvPr id="129" name="矩形 128">
                <a:extLst>
                  <a:ext uri="{FF2B5EF4-FFF2-40B4-BE49-F238E27FC236}">
                    <a16:creationId xmlns:a16="http://schemas.microsoft.com/office/drawing/2014/main" id="{13DC695D-BDA1-4BD6-B3D3-EF8BBD20E395}"/>
                  </a:ext>
                </a:extLst>
              </p:cNvPr>
              <p:cNvSpPr/>
              <p:nvPr/>
            </p:nvSpPr>
            <p:spPr>
              <a:xfrm>
                <a:off x="6457500" y="4288506"/>
                <a:ext cx="190252" cy="190252"/>
              </a:xfrm>
              <a:prstGeom prst="rect">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130" name="íşlïḍè">
                <a:extLst>
                  <a:ext uri="{FF2B5EF4-FFF2-40B4-BE49-F238E27FC236}">
                    <a16:creationId xmlns:a16="http://schemas.microsoft.com/office/drawing/2014/main" id="{5C6A788E-9B34-4035-94DD-26BEA224E711}"/>
                  </a:ext>
                </a:extLst>
              </p:cNvPr>
              <p:cNvSpPr txBox="1"/>
              <p:nvPr/>
            </p:nvSpPr>
            <p:spPr>
              <a:xfrm>
                <a:off x="6677502" y="4230065"/>
                <a:ext cx="4824174" cy="559519"/>
              </a:xfrm>
              <a:prstGeom prst="rect">
                <a:avLst/>
              </a:prstGeom>
              <a:noFill/>
            </p:spPr>
            <p:txBody>
              <a:bodyPr wrap="square" lIns="91440" tIns="45720" rIns="91440" bIns="45720" anchor="ctr">
                <a:noAutofit/>
              </a:bodyPr>
              <a:lstStyle/>
              <a:p>
                <a:r>
                  <a:rPr lang="zh-CN" altLang="en-US" sz="1600" b="1" dirty="0">
                    <a:solidFill>
                      <a:schemeClr val="tx1"/>
                    </a:solidFill>
                  </a:rPr>
                  <a:t>可接收未按序到达但没有误码并且序号落入接收窗口内的数据分组。</a:t>
                </a:r>
                <a:endParaRPr lang="en-US" altLang="zh-CN" sz="1600" b="1" dirty="0">
                  <a:solidFill>
                    <a:schemeClr val="tx1"/>
                  </a:solidFill>
                </a:endParaRPr>
              </a:p>
            </p:txBody>
          </p:sp>
        </p:grpSp>
        <p:grpSp>
          <p:nvGrpSpPr>
            <p:cNvPr id="131" name="组合 130">
              <a:extLst>
                <a:ext uri="{FF2B5EF4-FFF2-40B4-BE49-F238E27FC236}">
                  <a16:creationId xmlns:a16="http://schemas.microsoft.com/office/drawing/2014/main" id="{4E33BE4E-5C82-4046-980A-563A3F0D3E54}"/>
                </a:ext>
              </a:extLst>
            </p:cNvPr>
            <p:cNvGrpSpPr/>
            <p:nvPr/>
          </p:nvGrpSpPr>
          <p:grpSpPr>
            <a:xfrm>
              <a:off x="6457500" y="4816391"/>
              <a:ext cx="5044176" cy="797190"/>
              <a:chOff x="6457500" y="4230065"/>
              <a:chExt cx="5044176" cy="797190"/>
            </a:xfrm>
          </p:grpSpPr>
          <p:sp>
            <p:nvSpPr>
              <p:cNvPr id="132" name="矩形 131">
                <a:extLst>
                  <a:ext uri="{FF2B5EF4-FFF2-40B4-BE49-F238E27FC236}">
                    <a16:creationId xmlns:a16="http://schemas.microsoft.com/office/drawing/2014/main" id="{1E05F533-849B-405B-95AB-F64EC816C53B}"/>
                  </a:ext>
                </a:extLst>
              </p:cNvPr>
              <p:cNvSpPr/>
              <p:nvPr/>
            </p:nvSpPr>
            <p:spPr>
              <a:xfrm>
                <a:off x="6457500" y="4288506"/>
                <a:ext cx="190252" cy="190252"/>
              </a:xfrm>
              <a:prstGeom prst="rect">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133" name="íşlïḍè">
                <a:extLst>
                  <a:ext uri="{FF2B5EF4-FFF2-40B4-BE49-F238E27FC236}">
                    <a16:creationId xmlns:a16="http://schemas.microsoft.com/office/drawing/2014/main" id="{6C474E87-58FF-485C-9C44-FB9C941AC583}"/>
                  </a:ext>
                </a:extLst>
              </p:cNvPr>
              <p:cNvSpPr txBox="1"/>
              <p:nvPr/>
            </p:nvSpPr>
            <p:spPr>
              <a:xfrm>
                <a:off x="6677502" y="4230065"/>
                <a:ext cx="4824174" cy="797190"/>
              </a:xfrm>
              <a:prstGeom prst="rect">
                <a:avLst/>
              </a:prstGeom>
              <a:noFill/>
            </p:spPr>
            <p:txBody>
              <a:bodyPr wrap="square" lIns="91440" tIns="45720" rIns="91440" bIns="45720" anchor="ctr">
                <a:noAutofit/>
              </a:bodyPr>
              <a:lstStyle/>
              <a:p>
                <a:r>
                  <a:rPr lang="zh-CN" altLang="en-US" sz="1600" b="1" dirty="0"/>
                  <a:t>为了使发送方仅重传出现差错的分组，接收方不再采用累积确认，而需要对每一个正确接收到的数据分组进行逐一确认。</a:t>
                </a:r>
                <a:endParaRPr lang="en-US" altLang="zh-CN" sz="1600" b="1" dirty="0">
                  <a:solidFill>
                    <a:schemeClr val="tx1"/>
                  </a:solidFill>
                </a:endParaRPr>
              </a:p>
            </p:txBody>
          </p:sp>
        </p:grpSp>
        <p:grpSp>
          <p:nvGrpSpPr>
            <p:cNvPr id="134" name="组合 133">
              <a:extLst>
                <a:ext uri="{FF2B5EF4-FFF2-40B4-BE49-F238E27FC236}">
                  <a16:creationId xmlns:a16="http://schemas.microsoft.com/office/drawing/2014/main" id="{FFCF820C-80FA-4CD6-A62D-52E43F97CDB4}"/>
                </a:ext>
              </a:extLst>
            </p:cNvPr>
            <p:cNvGrpSpPr/>
            <p:nvPr/>
          </p:nvGrpSpPr>
          <p:grpSpPr>
            <a:xfrm>
              <a:off x="6460004" y="5653957"/>
              <a:ext cx="5044176" cy="559519"/>
              <a:chOff x="698782" y="5397400"/>
              <a:chExt cx="5044176" cy="559519"/>
            </a:xfrm>
          </p:grpSpPr>
          <p:sp>
            <p:nvSpPr>
              <p:cNvPr id="135" name="矩形 134">
                <a:extLst>
                  <a:ext uri="{FF2B5EF4-FFF2-40B4-BE49-F238E27FC236}">
                    <a16:creationId xmlns:a16="http://schemas.microsoft.com/office/drawing/2014/main" id="{B426C4FF-6B6E-40B8-A726-012EA6F6AC8B}"/>
                  </a:ext>
                </a:extLst>
              </p:cNvPr>
              <p:cNvSpPr/>
              <p:nvPr/>
            </p:nvSpPr>
            <p:spPr>
              <a:xfrm>
                <a:off x="698782" y="5455841"/>
                <a:ext cx="190252" cy="190252"/>
              </a:xfrm>
              <a:prstGeom prst="rect">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136" name="íşlïḍè">
                <a:extLst>
                  <a:ext uri="{FF2B5EF4-FFF2-40B4-BE49-F238E27FC236}">
                    <a16:creationId xmlns:a16="http://schemas.microsoft.com/office/drawing/2014/main" id="{0C7A9204-CAFA-477C-B02C-753012C7941A}"/>
                  </a:ext>
                </a:extLst>
              </p:cNvPr>
              <p:cNvSpPr txBox="1"/>
              <p:nvPr/>
            </p:nvSpPr>
            <p:spPr>
              <a:xfrm>
                <a:off x="918784" y="5397400"/>
                <a:ext cx="4824174" cy="559519"/>
              </a:xfrm>
              <a:prstGeom prst="rect">
                <a:avLst/>
              </a:prstGeom>
              <a:noFill/>
            </p:spPr>
            <p:txBody>
              <a:bodyPr wrap="square" lIns="91440" tIns="45720" rIns="91440" bIns="45720" anchor="ctr">
                <a:noAutofit/>
              </a:bodyPr>
              <a:lstStyle/>
              <a:p>
                <a:r>
                  <a:rPr lang="zh-CN" altLang="en-US" sz="1600" b="1" dirty="0"/>
                  <a:t>只有在按序接收数据分组后，接收窗口才能向前滑动到相应位置。</a:t>
                </a:r>
                <a:endParaRPr lang="en-US" altLang="zh-CN" sz="1600" b="1" dirty="0">
                  <a:solidFill>
                    <a:schemeClr val="tx1"/>
                  </a:solidFill>
                </a:endParaRPr>
              </a:p>
            </p:txBody>
          </p:sp>
        </p:grpSp>
      </p:grpSp>
      <p:sp>
        <p:nvSpPr>
          <p:cNvPr id="39" name="平行四边形 38">
            <a:extLst>
              <a:ext uri="{FF2B5EF4-FFF2-40B4-BE49-F238E27FC236}">
                <a16:creationId xmlns:a16="http://schemas.microsoft.com/office/drawing/2014/main" id="{966587F9-1CA1-1E18-79B3-C44D06FC5A5B}"/>
              </a:ext>
            </a:extLst>
          </p:cNvPr>
          <p:cNvSpPr/>
          <p:nvPr/>
        </p:nvSpPr>
        <p:spPr>
          <a:xfrm>
            <a:off x="304800" y="749300"/>
            <a:ext cx="675384" cy="387090"/>
          </a:xfrm>
          <a:prstGeom prst="parallelogram">
            <a:avLst/>
          </a:prstGeom>
          <a:solidFill>
            <a:schemeClr val="accent3">
              <a:lumMod val="75000"/>
            </a:schemeClr>
          </a:solidFill>
          <a:ln>
            <a:solidFill>
              <a:schemeClr val="accent3">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CN" sz="2200" dirty="0">
                <a:latin typeface="Impact" panose="020B0806030902050204" pitchFamily="34" charset="0"/>
              </a:rPr>
              <a:t>05</a:t>
            </a:r>
            <a:endParaRPr lang="zh-CN" altLang="en-US" sz="2200" dirty="0">
              <a:latin typeface="Impact" panose="020B0806030902050204" pitchFamily="34" charset="0"/>
            </a:endParaRPr>
          </a:p>
        </p:txBody>
      </p:sp>
    </p:spTree>
    <p:custDataLst>
      <p:tags r:id="rId1"/>
    </p:custDataLst>
    <p:extLst>
      <p:ext uri="{BB962C8B-B14F-4D97-AF65-F5344CB8AC3E}">
        <p14:creationId xmlns:p14="http://schemas.microsoft.com/office/powerpoint/2010/main" val="2194233359"/>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30" presetClass="entr" presetSubtype="0" fill="hold" nodeType="withEffect">
                                  <p:stCondLst>
                                    <p:cond delay="0"/>
                                  </p:stCondLst>
                                  <p:childTnLst>
                                    <p:set>
                                      <p:cBhvr>
                                        <p:cTn id="6" dur="1" fill="hold">
                                          <p:stCondLst>
                                            <p:cond delay="0"/>
                                          </p:stCondLst>
                                        </p:cTn>
                                        <p:tgtEl>
                                          <p:spTgt spid="17"/>
                                        </p:tgtEl>
                                        <p:attrNameLst>
                                          <p:attrName>style.visibility</p:attrName>
                                        </p:attrNameLst>
                                      </p:cBhvr>
                                      <p:to>
                                        <p:strVal val="visible"/>
                                      </p:to>
                                    </p:set>
                                    <p:animEffect transition="in" filter="fade">
                                      <p:cBhvr>
                                        <p:cTn id="7" dur="800" decel="100000"/>
                                        <p:tgtEl>
                                          <p:spTgt spid="17"/>
                                        </p:tgtEl>
                                      </p:cBhvr>
                                    </p:animEffect>
                                    <p:anim calcmode="lin" valueType="num">
                                      <p:cBhvr>
                                        <p:cTn id="8" dur="800" decel="100000" fill="hold"/>
                                        <p:tgtEl>
                                          <p:spTgt spid="17"/>
                                        </p:tgtEl>
                                        <p:attrNameLst>
                                          <p:attrName>style.rotation</p:attrName>
                                        </p:attrNameLst>
                                      </p:cBhvr>
                                      <p:tavLst>
                                        <p:tav tm="0">
                                          <p:val>
                                            <p:fltVal val="-90"/>
                                          </p:val>
                                        </p:tav>
                                        <p:tav tm="100000">
                                          <p:val>
                                            <p:fltVal val="0"/>
                                          </p:val>
                                        </p:tav>
                                      </p:tavLst>
                                    </p:anim>
                                    <p:anim calcmode="lin" valueType="num">
                                      <p:cBhvr>
                                        <p:cTn id="9" dur="800" decel="100000" fill="hold"/>
                                        <p:tgtEl>
                                          <p:spTgt spid="17"/>
                                        </p:tgtEl>
                                        <p:attrNameLst>
                                          <p:attrName>ppt_x</p:attrName>
                                        </p:attrNameLst>
                                      </p:cBhvr>
                                      <p:tavLst>
                                        <p:tav tm="0">
                                          <p:val>
                                            <p:strVal val="#ppt_x+0.4"/>
                                          </p:val>
                                        </p:tav>
                                        <p:tav tm="100000">
                                          <p:val>
                                            <p:strVal val="#ppt_x-0.05"/>
                                          </p:val>
                                        </p:tav>
                                      </p:tavLst>
                                    </p:anim>
                                    <p:anim calcmode="lin" valueType="num">
                                      <p:cBhvr>
                                        <p:cTn id="10" dur="800" decel="100000" fill="hold"/>
                                        <p:tgtEl>
                                          <p:spTgt spid="17"/>
                                        </p:tgtEl>
                                        <p:attrNameLst>
                                          <p:attrName>ppt_y</p:attrName>
                                        </p:attrNameLst>
                                      </p:cBhvr>
                                      <p:tavLst>
                                        <p:tav tm="0">
                                          <p:val>
                                            <p:strVal val="#ppt_y-0.4"/>
                                          </p:val>
                                        </p:tav>
                                        <p:tav tm="100000">
                                          <p:val>
                                            <p:strVal val="#ppt_y+0.1"/>
                                          </p:val>
                                        </p:tav>
                                      </p:tavLst>
                                    </p:anim>
                                    <p:anim calcmode="lin" valueType="num">
                                      <p:cBhvr>
                                        <p:cTn id="11" dur="200" accel="100000" fill="hold">
                                          <p:stCondLst>
                                            <p:cond delay="800"/>
                                          </p:stCondLst>
                                        </p:cTn>
                                        <p:tgtEl>
                                          <p:spTgt spid="17"/>
                                        </p:tgtEl>
                                        <p:attrNameLst>
                                          <p:attrName>ppt_x</p:attrName>
                                        </p:attrNameLst>
                                      </p:cBhvr>
                                      <p:tavLst>
                                        <p:tav tm="0">
                                          <p:val>
                                            <p:strVal val="#ppt_x-0.05"/>
                                          </p:val>
                                        </p:tav>
                                        <p:tav tm="100000">
                                          <p:val>
                                            <p:strVal val="#ppt_x"/>
                                          </p:val>
                                        </p:tav>
                                      </p:tavLst>
                                    </p:anim>
                                    <p:anim calcmode="lin" valueType="num">
                                      <p:cBhvr>
                                        <p:cTn id="12" dur="200" accel="100000" fill="hold">
                                          <p:stCondLst>
                                            <p:cond delay="800"/>
                                          </p:stCondLst>
                                        </p:cTn>
                                        <p:tgtEl>
                                          <p:spTgt spid="17"/>
                                        </p:tgtEl>
                                        <p:attrNameLst>
                                          <p:attrName>ppt_y</p:attrName>
                                        </p:attrNameLst>
                                      </p:cBhvr>
                                      <p:tavLst>
                                        <p:tav tm="0">
                                          <p:val>
                                            <p:strVal val="#ppt_y+0.1"/>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22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3" name="组合 2">
            <a:extLst>
              <a:ext uri="{FF2B5EF4-FFF2-40B4-BE49-F238E27FC236}">
                <a16:creationId xmlns:a16="http://schemas.microsoft.com/office/drawing/2014/main" id="{7C88599B-941A-2175-5531-625C13870A07}"/>
              </a:ext>
            </a:extLst>
          </p:cNvPr>
          <p:cNvGrpSpPr/>
          <p:nvPr/>
        </p:nvGrpSpPr>
        <p:grpSpPr>
          <a:xfrm>
            <a:off x="3493921" y="1188116"/>
            <a:ext cx="5210068" cy="4681298"/>
            <a:chOff x="3493921" y="1188116"/>
            <a:chExt cx="5210068" cy="4681298"/>
          </a:xfrm>
        </p:grpSpPr>
        <p:sp>
          <p:nvSpPr>
            <p:cNvPr id="12" name="íşlïḍè"/>
            <p:cNvSpPr txBox="1"/>
            <p:nvPr/>
          </p:nvSpPr>
          <p:spPr>
            <a:xfrm>
              <a:off x="3965621" y="1188116"/>
              <a:ext cx="4287076" cy="419100"/>
            </a:xfrm>
            <a:prstGeom prst="rect">
              <a:avLst/>
            </a:prstGeom>
            <a:noFill/>
          </p:spPr>
          <p:txBody>
            <a:bodyPr wrap="square" lIns="91440" tIns="45720" rIns="91440" bIns="45720" anchor="ctr">
              <a:noAutofit/>
            </a:bodyPr>
            <a:lstStyle/>
            <a:p>
              <a:pPr algn="ctr"/>
              <a:r>
                <a:rPr lang="en-US" altLang="zh-CN" sz="2400" b="1" dirty="0"/>
                <a:t>3.3 </a:t>
              </a:r>
              <a:r>
                <a:rPr lang="zh-CN" altLang="en-US" sz="2400" b="1" dirty="0"/>
                <a:t>点对点协议</a:t>
              </a:r>
              <a:endParaRPr lang="en-US" altLang="zh-CN" sz="2400" b="1" dirty="0"/>
            </a:p>
          </p:txBody>
        </p:sp>
        <p:grpSp>
          <p:nvGrpSpPr>
            <p:cNvPr id="6" name="组合 5"/>
            <p:cNvGrpSpPr/>
            <p:nvPr/>
          </p:nvGrpSpPr>
          <p:grpSpPr>
            <a:xfrm>
              <a:off x="3493921" y="1864102"/>
              <a:ext cx="5210068" cy="595554"/>
              <a:chOff x="1912019" y="2200834"/>
              <a:chExt cx="4962513" cy="595554"/>
            </a:xfrm>
          </p:grpSpPr>
          <p:sp>
            <p:nvSpPr>
              <p:cNvPr id="5" name="平行四边形 4"/>
              <p:cNvSpPr/>
              <p:nvPr/>
            </p:nvSpPr>
            <p:spPr>
              <a:xfrm>
                <a:off x="1912019" y="2200834"/>
                <a:ext cx="828092" cy="595554"/>
              </a:xfrm>
              <a:prstGeom prst="parallelogram">
                <a:avLst/>
              </a:prstGeom>
              <a:solidFill>
                <a:schemeClr val="accent3">
                  <a:lumMod val="75000"/>
                </a:schemeClr>
              </a:solidFill>
              <a:ln>
                <a:solidFill>
                  <a:schemeClr val="accent3">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CN" sz="2800" dirty="0">
                    <a:latin typeface="Impact" panose="020B0806030902050204" pitchFamily="34" charset="0"/>
                  </a:rPr>
                  <a:t>01</a:t>
                </a:r>
                <a:endParaRPr lang="zh-CN" altLang="en-US" sz="2800" dirty="0">
                  <a:latin typeface="Impact" panose="020B0806030902050204" pitchFamily="34" charset="0"/>
                </a:endParaRPr>
              </a:p>
            </p:txBody>
          </p:sp>
          <p:sp>
            <p:nvSpPr>
              <p:cNvPr id="25" name="平行四边形 24"/>
              <p:cNvSpPr/>
              <p:nvPr/>
            </p:nvSpPr>
            <p:spPr>
              <a:xfrm>
                <a:off x="2587456" y="2200834"/>
                <a:ext cx="4287076" cy="595554"/>
              </a:xfrm>
              <a:prstGeom prst="parallelogram">
                <a:avLst/>
              </a:prstGeom>
              <a:noFill/>
              <a:ln>
                <a:solidFill>
                  <a:schemeClr val="accent3">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r>
                  <a:rPr lang="zh-CN" altLang="en-US" sz="2200" b="1" dirty="0">
                    <a:solidFill>
                      <a:schemeClr val="tx1"/>
                    </a:solidFill>
                    <a:latin typeface="Impact" panose="020B0806030902050204" pitchFamily="34" charset="0"/>
                  </a:rPr>
                  <a:t>点对点协议</a:t>
                </a:r>
                <a:r>
                  <a:rPr lang="en-US" altLang="zh-CN" sz="2200" b="1" dirty="0">
                    <a:solidFill>
                      <a:schemeClr val="tx1"/>
                    </a:solidFill>
                    <a:latin typeface="+mn-ea"/>
                  </a:rPr>
                  <a:t>PPP</a:t>
                </a:r>
                <a:r>
                  <a:rPr lang="zh-CN" altLang="en-US" sz="2200" b="1" dirty="0">
                    <a:solidFill>
                      <a:schemeClr val="tx1"/>
                    </a:solidFill>
                    <a:latin typeface="Impact" panose="020B0806030902050204" pitchFamily="34" charset="0"/>
                  </a:rPr>
                  <a:t>概述</a:t>
                </a:r>
              </a:p>
            </p:txBody>
          </p:sp>
        </p:grpSp>
        <p:grpSp>
          <p:nvGrpSpPr>
            <p:cNvPr id="32" name="组合 31"/>
            <p:cNvGrpSpPr/>
            <p:nvPr/>
          </p:nvGrpSpPr>
          <p:grpSpPr>
            <a:xfrm>
              <a:off x="3493921" y="2716542"/>
              <a:ext cx="5210068" cy="595554"/>
              <a:chOff x="1912018" y="3390006"/>
              <a:chExt cx="4962511" cy="595554"/>
            </a:xfrm>
          </p:grpSpPr>
          <p:sp>
            <p:nvSpPr>
              <p:cNvPr id="27" name="平行四边形 26"/>
              <p:cNvSpPr/>
              <p:nvPr/>
            </p:nvSpPr>
            <p:spPr>
              <a:xfrm>
                <a:off x="1912018" y="3390006"/>
                <a:ext cx="828092" cy="595554"/>
              </a:xfrm>
              <a:prstGeom prst="parallelogram">
                <a:avLst/>
              </a:prstGeom>
              <a:solidFill>
                <a:schemeClr val="accent3">
                  <a:lumMod val="75000"/>
                </a:schemeClr>
              </a:solidFill>
              <a:ln>
                <a:solidFill>
                  <a:schemeClr val="accent3">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CN" sz="2800" dirty="0">
                    <a:latin typeface="Impact" panose="020B0806030902050204" pitchFamily="34" charset="0"/>
                  </a:rPr>
                  <a:t>02</a:t>
                </a:r>
                <a:endParaRPr lang="zh-CN" altLang="en-US" sz="2800" dirty="0">
                  <a:latin typeface="Impact" panose="020B0806030902050204" pitchFamily="34" charset="0"/>
                </a:endParaRPr>
              </a:p>
            </p:txBody>
          </p:sp>
          <p:sp>
            <p:nvSpPr>
              <p:cNvPr id="28" name="平行四边形 27"/>
              <p:cNvSpPr/>
              <p:nvPr/>
            </p:nvSpPr>
            <p:spPr>
              <a:xfrm>
                <a:off x="2587454" y="3390006"/>
                <a:ext cx="4287075" cy="595554"/>
              </a:xfrm>
              <a:prstGeom prst="parallelogram">
                <a:avLst/>
              </a:prstGeom>
              <a:noFill/>
              <a:ln>
                <a:solidFill>
                  <a:schemeClr val="accent3">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r>
                  <a:rPr lang="en-US" altLang="zh-CN" sz="2200" b="1" dirty="0">
                    <a:solidFill>
                      <a:schemeClr val="tx1"/>
                    </a:solidFill>
                    <a:latin typeface="+mn-ea"/>
                  </a:rPr>
                  <a:t>PPP</a:t>
                </a:r>
                <a:r>
                  <a:rPr lang="zh-CN" altLang="en-US" sz="2200" b="1" dirty="0">
                    <a:solidFill>
                      <a:schemeClr val="tx1"/>
                    </a:solidFill>
                    <a:latin typeface="+mn-ea"/>
                  </a:rPr>
                  <a:t>的帧格式</a:t>
                </a:r>
              </a:p>
            </p:txBody>
          </p:sp>
        </p:grpSp>
        <p:grpSp>
          <p:nvGrpSpPr>
            <p:cNvPr id="10" name="组合 9">
              <a:extLst>
                <a:ext uri="{FF2B5EF4-FFF2-40B4-BE49-F238E27FC236}">
                  <a16:creationId xmlns:a16="http://schemas.microsoft.com/office/drawing/2014/main" id="{5DB991E4-6CA7-95FA-6D65-2E4856F9222E}"/>
                </a:ext>
              </a:extLst>
            </p:cNvPr>
            <p:cNvGrpSpPr/>
            <p:nvPr/>
          </p:nvGrpSpPr>
          <p:grpSpPr>
            <a:xfrm>
              <a:off x="3493921" y="3568982"/>
              <a:ext cx="5210068" cy="595554"/>
              <a:chOff x="1912018" y="3390006"/>
              <a:chExt cx="5210068" cy="595554"/>
            </a:xfrm>
          </p:grpSpPr>
          <p:sp>
            <p:nvSpPr>
              <p:cNvPr id="11" name="平行四边形 10">
                <a:extLst>
                  <a:ext uri="{FF2B5EF4-FFF2-40B4-BE49-F238E27FC236}">
                    <a16:creationId xmlns:a16="http://schemas.microsoft.com/office/drawing/2014/main" id="{FB42DCD5-5514-3E1D-F8ED-2DE88E081FE8}"/>
                  </a:ext>
                </a:extLst>
              </p:cNvPr>
              <p:cNvSpPr/>
              <p:nvPr/>
            </p:nvSpPr>
            <p:spPr>
              <a:xfrm>
                <a:off x="1912018" y="3390006"/>
                <a:ext cx="828092" cy="595554"/>
              </a:xfrm>
              <a:prstGeom prst="parallelogram">
                <a:avLst/>
              </a:prstGeom>
              <a:solidFill>
                <a:schemeClr val="accent3">
                  <a:lumMod val="75000"/>
                </a:schemeClr>
              </a:solidFill>
              <a:ln>
                <a:solidFill>
                  <a:schemeClr val="accent3">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CN" sz="2800" dirty="0">
                    <a:latin typeface="Impact" panose="020B0806030902050204" pitchFamily="34" charset="0"/>
                  </a:rPr>
                  <a:t>03</a:t>
                </a:r>
                <a:endParaRPr lang="zh-CN" altLang="en-US" sz="2800" dirty="0">
                  <a:latin typeface="Impact" panose="020B0806030902050204" pitchFamily="34" charset="0"/>
                </a:endParaRPr>
              </a:p>
            </p:txBody>
          </p:sp>
          <p:sp>
            <p:nvSpPr>
              <p:cNvPr id="13" name="平行四边形 12">
                <a:extLst>
                  <a:ext uri="{FF2B5EF4-FFF2-40B4-BE49-F238E27FC236}">
                    <a16:creationId xmlns:a16="http://schemas.microsoft.com/office/drawing/2014/main" id="{F60D6E6E-1CB1-6E39-5E05-C6F857FA1BC0}"/>
                  </a:ext>
                </a:extLst>
              </p:cNvPr>
              <p:cNvSpPr/>
              <p:nvPr/>
            </p:nvSpPr>
            <p:spPr>
              <a:xfrm>
                <a:off x="2587454" y="3390006"/>
                <a:ext cx="4534632" cy="595554"/>
              </a:xfrm>
              <a:prstGeom prst="parallelogram">
                <a:avLst/>
              </a:prstGeom>
              <a:noFill/>
              <a:ln>
                <a:solidFill>
                  <a:schemeClr val="accent3">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r>
                  <a:rPr lang="en-US" altLang="zh-CN" sz="2200" b="1" dirty="0">
                    <a:solidFill>
                      <a:schemeClr val="tx1"/>
                    </a:solidFill>
                    <a:latin typeface="+mn-ea"/>
                  </a:rPr>
                  <a:t>PPP</a:t>
                </a:r>
                <a:r>
                  <a:rPr lang="zh-CN" altLang="en-US" sz="2200" b="1" dirty="0">
                    <a:solidFill>
                      <a:schemeClr val="tx1"/>
                    </a:solidFill>
                    <a:latin typeface="+mn-ea"/>
                  </a:rPr>
                  <a:t>帧的透明传输</a:t>
                </a:r>
              </a:p>
            </p:txBody>
          </p:sp>
        </p:grpSp>
        <p:grpSp>
          <p:nvGrpSpPr>
            <p:cNvPr id="14" name="组合 13">
              <a:extLst>
                <a:ext uri="{FF2B5EF4-FFF2-40B4-BE49-F238E27FC236}">
                  <a16:creationId xmlns:a16="http://schemas.microsoft.com/office/drawing/2014/main" id="{D1FBAA86-960E-4184-616E-BF2E527A53E1}"/>
                </a:ext>
              </a:extLst>
            </p:cNvPr>
            <p:cNvGrpSpPr/>
            <p:nvPr/>
          </p:nvGrpSpPr>
          <p:grpSpPr>
            <a:xfrm>
              <a:off x="3493921" y="4421422"/>
              <a:ext cx="5210068" cy="595554"/>
              <a:chOff x="1912018" y="3390006"/>
              <a:chExt cx="5210068" cy="595554"/>
            </a:xfrm>
          </p:grpSpPr>
          <p:sp>
            <p:nvSpPr>
              <p:cNvPr id="15" name="平行四边形 14">
                <a:extLst>
                  <a:ext uri="{FF2B5EF4-FFF2-40B4-BE49-F238E27FC236}">
                    <a16:creationId xmlns:a16="http://schemas.microsoft.com/office/drawing/2014/main" id="{5B1F39AF-60F1-35FD-B7C2-59FC6D635B68}"/>
                  </a:ext>
                </a:extLst>
              </p:cNvPr>
              <p:cNvSpPr/>
              <p:nvPr/>
            </p:nvSpPr>
            <p:spPr>
              <a:xfrm>
                <a:off x="1912018" y="3390006"/>
                <a:ext cx="828092" cy="595554"/>
              </a:xfrm>
              <a:prstGeom prst="parallelogram">
                <a:avLst/>
              </a:prstGeom>
              <a:solidFill>
                <a:schemeClr val="accent3">
                  <a:lumMod val="75000"/>
                </a:schemeClr>
              </a:solidFill>
              <a:ln>
                <a:solidFill>
                  <a:schemeClr val="accent3">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CN" sz="2800" dirty="0">
                    <a:latin typeface="Impact" panose="020B0806030902050204" pitchFamily="34" charset="0"/>
                  </a:rPr>
                  <a:t>04</a:t>
                </a:r>
                <a:endParaRPr lang="zh-CN" altLang="en-US" sz="2800" dirty="0">
                  <a:latin typeface="Impact" panose="020B0806030902050204" pitchFamily="34" charset="0"/>
                </a:endParaRPr>
              </a:p>
            </p:txBody>
          </p:sp>
          <p:sp>
            <p:nvSpPr>
              <p:cNvPr id="16" name="平行四边形 15">
                <a:extLst>
                  <a:ext uri="{FF2B5EF4-FFF2-40B4-BE49-F238E27FC236}">
                    <a16:creationId xmlns:a16="http://schemas.microsoft.com/office/drawing/2014/main" id="{1AEEA60A-3400-1552-722A-3A1CF1616323}"/>
                  </a:ext>
                </a:extLst>
              </p:cNvPr>
              <p:cNvSpPr/>
              <p:nvPr/>
            </p:nvSpPr>
            <p:spPr>
              <a:xfrm>
                <a:off x="2587454" y="3390006"/>
                <a:ext cx="4534632" cy="595554"/>
              </a:xfrm>
              <a:prstGeom prst="parallelogram">
                <a:avLst/>
              </a:prstGeom>
              <a:noFill/>
              <a:ln>
                <a:solidFill>
                  <a:schemeClr val="accent3">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r>
                  <a:rPr lang="en-US" altLang="zh-CN" sz="2200" b="1" dirty="0">
                    <a:solidFill>
                      <a:schemeClr val="tx1"/>
                    </a:solidFill>
                    <a:latin typeface="+mn-ea"/>
                  </a:rPr>
                  <a:t>PPP</a:t>
                </a:r>
                <a:r>
                  <a:rPr lang="zh-CN" altLang="en-US" sz="2200" b="1" dirty="0">
                    <a:solidFill>
                      <a:schemeClr val="tx1"/>
                    </a:solidFill>
                    <a:latin typeface="+mn-ea"/>
                  </a:rPr>
                  <a:t>帧的差错检测</a:t>
                </a:r>
              </a:p>
            </p:txBody>
          </p:sp>
        </p:grpSp>
        <p:grpSp>
          <p:nvGrpSpPr>
            <p:cNvPr id="17" name="组合 16">
              <a:extLst>
                <a:ext uri="{FF2B5EF4-FFF2-40B4-BE49-F238E27FC236}">
                  <a16:creationId xmlns:a16="http://schemas.microsoft.com/office/drawing/2014/main" id="{5CB8E93F-4827-397C-141C-4EF92BDE1044}"/>
                </a:ext>
              </a:extLst>
            </p:cNvPr>
            <p:cNvGrpSpPr/>
            <p:nvPr/>
          </p:nvGrpSpPr>
          <p:grpSpPr>
            <a:xfrm>
              <a:off x="3493921" y="5273860"/>
              <a:ext cx="5210068" cy="595554"/>
              <a:chOff x="1912018" y="3390006"/>
              <a:chExt cx="5210068" cy="595554"/>
            </a:xfrm>
          </p:grpSpPr>
          <p:sp>
            <p:nvSpPr>
              <p:cNvPr id="18" name="平行四边形 17">
                <a:extLst>
                  <a:ext uri="{FF2B5EF4-FFF2-40B4-BE49-F238E27FC236}">
                    <a16:creationId xmlns:a16="http://schemas.microsoft.com/office/drawing/2014/main" id="{5821734D-69A4-D91C-0F71-B0EE246FD15F}"/>
                  </a:ext>
                </a:extLst>
              </p:cNvPr>
              <p:cNvSpPr/>
              <p:nvPr/>
            </p:nvSpPr>
            <p:spPr>
              <a:xfrm>
                <a:off x="1912018" y="3390006"/>
                <a:ext cx="828092" cy="595554"/>
              </a:xfrm>
              <a:prstGeom prst="parallelogram">
                <a:avLst/>
              </a:prstGeom>
              <a:solidFill>
                <a:schemeClr val="accent3">
                  <a:lumMod val="75000"/>
                </a:schemeClr>
              </a:solidFill>
              <a:ln>
                <a:solidFill>
                  <a:schemeClr val="accent3">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CN" sz="2800" dirty="0">
                    <a:latin typeface="Impact" panose="020B0806030902050204" pitchFamily="34" charset="0"/>
                  </a:rPr>
                  <a:t>05</a:t>
                </a:r>
                <a:endParaRPr lang="zh-CN" altLang="en-US" sz="2800" dirty="0">
                  <a:latin typeface="Impact" panose="020B0806030902050204" pitchFamily="34" charset="0"/>
                </a:endParaRPr>
              </a:p>
            </p:txBody>
          </p:sp>
          <p:sp>
            <p:nvSpPr>
              <p:cNvPr id="19" name="平行四边形 18">
                <a:extLst>
                  <a:ext uri="{FF2B5EF4-FFF2-40B4-BE49-F238E27FC236}">
                    <a16:creationId xmlns:a16="http://schemas.microsoft.com/office/drawing/2014/main" id="{E6065EBC-8172-C9EA-8EA9-B37C7E4092FF}"/>
                  </a:ext>
                </a:extLst>
              </p:cNvPr>
              <p:cNvSpPr/>
              <p:nvPr/>
            </p:nvSpPr>
            <p:spPr>
              <a:xfrm>
                <a:off x="2587454" y="3390006"/>
                <a:ext cx="4534632" cy="595554"/>
              </a:xfrm>
              <a:prstGeom prst="parallelogram">
                <a:avLst/>
              </a:prstGeom>
              <a:noFill/>
              <a:ln>
                <a:solidFill>
                  <a:schemeClr val="accent3">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r>
                  <a:rPr lang="en-US" altLang="zh-CN" sz="2200" b="1" dirty="0">
                    <a:solidFill>
                      <a:schemeClr val="tx1"/>
                    </a:solidFill>
                    <a:latin typeface="+mn-ea"/>
                  </a:rPr>
                  <a:t>PPP</a:t>
                </a:r>
                <a:r>
                  <a:rPr lang="zh-CN" altLang="en-US" sz="2200" b="1" dirty="0">
                    <a:solidFill>
                      <a:schemeClr val="tx1"/>
                    </a:solidFill>
                    <a:latin typeface="+mn-ea"/>
                  </a:rPr>
                  <a:t>的工作状态</a:t>
                </a:r>
              </a:p>
            </p:txBody>
          </p:sp>
        </p:grpSp>
      </p:grpSp>
    </p:spTree>
    <p:extLst>
      <p:ext uri="{BB962C8B-B14F-4D97-AF65-F5344CB8AC3E}">
        <p14:creationId xmlns:p14="http://schemas.microsoft.com/office/powerpoint/2010/main" val="1105889308"/>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42" presetClass="entr" presetSubtype="0" fill="hold" nodeType="withEffect">
                                  <p:stCondLst>
                                    <p:cond delay="0"/>
                                  </p:stCondLst>
                                  <p:childTnLst>
                                    <p:set>
                                      <p:cBhvr>
                                        <p:cTn id="6" dur="1" fill="hold">
                                          <p:stCondLst>
                                            <p:cond delay="0"/>
                                          </p:stCondLst>
                                        </p:cTn>
                                        <p:tgtEl>
                                          <p:spTgt spid="3"/>
                                        </p:tgtEl>
                                        <p:attrNameLst>
                                          <p:attrName>style.visibility</p:attrName>
                                        </p:attrNameLst>
                                      </p:cBhvr>
                                      <p:to>
                                        <p:strVal val="visible"/>
                                      </p:to>
                                    </p:set>
                                    <p:animEffect transition="in" filter="fade">
                                      <p:cBhvr>
                                        <p:cTn id="7" dur="1000"/>
                                        <p:tgtEl>
                                          <p:spTgt spid="3"/>
                                        </p:tgtEl>
                                      </p:cBhvr>
                                    </p:animEffect>
                                    <p:anim calcmode="lin" valueType="num">
                                      <p:cBhvr>
                                        <p:cTn id="8" dur="1000" fill="hold"/>
                                        <p:tgtEl>
                                          <p:spTgt spid="3"/>
                                        </p:tgtEl>
                                        <p:attrNameLst>
                                          <p:attrName>ppt_x</p:attrName>
                                        </p:attrNameLst>
                                      </p:cBhvr>
                                      <p:tavLst>
                                        <p:tav tm="0">
                                          <p:val>
                                            <p:strVal val="#ppt_x"/>
                                          </p:val>
                                        </p:tav>
                                        <p:tav tm="100000">
                                          <p:val>
                                            <p:strVal val="#ppt_x"/>
                                          </p:val>
                                        </p:tav>
                                      </p:tavLst>
                                    </p:anim>
                                    <p:anim calcmode="lin" valueType="num">
                                      <p:cBhvr>
                                        <p:cTn id="9" dur="1000" fill="hold"/>
                                        <p:tgtEl>
                                          <p:spTgt spid="3"/>
                                        </p:tgtEl>
                                        <p:attrNameLst>
                                          <p:attrName>ppt_y</p:attrName>
                                        </p:attrNameLst>
                                      </p:cBhvr>
                                      <p:tavLst>
                                        <p:tav tm="0">
                                          <p:val>
                                            <p:strVal val="#ppt_y+.1"/>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22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4" name="组合 3">
            <a:extLst>
              <a:ext uri="{FF2B5EF4-FFF2-40B4-BE49-F238E27FC236}">
                <a16:creationId xmlns:a16="http://schemas.microsoft.com/office/drawing/2014/main" id="{9A1EA9F2-FCB6-48C3-935F-7AE7E3AD14AC}"/>
              </a:ext>
            </a:extLst>
          </p:cNvPr>
          <p:cNvGrpSpPr/>
          <p:nvPr/>
        </p:nvGrpSpPr>
        <p:grpSpPr>
          <a:xfrm>
            <a:off x="304800" y="749300"/>
            <a:ext cx="6192344" cy="400110"/>
            <a:chOff x="424117" y="898245"/>
            <a:chExt cx="6192344" cy="400110"/>
          </a:xfrm>
        </p:grpSpPr>
        <p:sp>
          <p:nvSpPr>
            <p:cNvPr id="2" name="平行四边形 1">
              <a:extLst>
                <a:ext uri="{FF2B5EF4-FFF2-40B4-BE49-F238E27FC236}">
                  <a16:creationId xmlns:a16="http://schemas.microsoft.com/office/drawing/2014/main" id="{1F5BAA3F-9845-4F89-A2DD-8222D3E4EDAC}"/>
                </a:ext>
              </a:extLst>
            </p:cNvPr>
            <p:cNvSpPr/>
            <p:nvPr/>
          </p:nvSpPr>
          <p:spPr>
            <a:xfrm>
              <a:off x="424117" y="898245"/>
              <a:ext cx="628306" cy="387090"/>
            </a:xfrm>
            <a:prstGeom prst="parallelogram">
              <a:avLst/>
            </a:prstGeom>
            <a:solidFill>
              <a:schemeClr val="accent3">
                <a:lumMod val="75000"/>
              </a:schemeClr>
            </a:solidFill>
            <a:ln>
              <a:solidFill>
                <a:schemeClr val="accent3">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CN" sz="2200" dirty="0">
                  <a:latin typeface="Impact" panose="020B0806030902050204" pitchFamily="34" charset="0"/>
                </a:rPr>
                <a:t>01</a:t>
              </a:r>
              <a:endParaRPr lang="zh-CN" altLang="en-US" sz="2200" dirty="0">
                <a:latin typeface="Impact" panose="020B0806030902050204" pitchFamily="34" charset="0"/>
              </a:endParaRPr>
            </a:p>
          </p:txBody>
        </p:sp>
        <p:sp>
          <p:nvSpPr>
            <p:cNvPr id="3" name="文本框 2">
              <a:extLst>
                <a:ext uri="{FF2B5EF4-FFF2-40B4-BE49-F238E27FC236}">
                  <a16:creationId xmlns:a16="http://schemas.microsoft.com/office/drawing/2014/main" id="{4D6BD736-A4D3-4F26-AFED-36E11F50F70B}"/>
                </a:ext>
              </a:extLst>
            </p:cNvPr>
            <p:cNvSpPr txBox="1"/>
            <p:nvPr/>
          </p:nvSpPr>
          <p:spPr>
            <a:xfrm>
              <a:off x="1052423" y="898245"/>
              <a:ext cx="5564038" cy="400110"/>
            </a:xfrm>
            <a:prstGeom prst="rect">
              <a:avLst/>
            </a:prstGeom>
            <a:noFill/>
          </p:spPr>
          <p:txBody>
            <a:bodyPr wrap="square" rtlCol="0">
              <a:spAutoFit/>
            </a:bodyPr>
            <a:lstStyle/>
            <a:p>
              <a:r>
                <a:rPr lang="zh-CN" altLang="en-US" sz="2000" b="1" dirty="0"/>
                <a:t>点对点协议</a:t>
              </a:r>
              <a:r>
                <a:rPr lang="en-US" altLang="zh-CN" sz="2000" b="1" dirty="0"/>
                <a:t>PPP</a:t>
              </a:r>
              <a:r>
                <a:rPr lang="zh-CN" altLang="en-US" sz="2000" b="1" dirty="0"/>
                <a:t>概述</a:t>
              </a:r>
            </a:p>
          </p:txBody>
        </p:sp>
      </p:grpSp>
      <p:sp>
        <p:nvSpPr>
          <p:cNvPr id="13" name="矩形 12">
            <a:extLst>
              <a:ext uri="{FF2B5EF4-FFF2-40B4-BE49-F238E27FC236}">
                <a16:creationId xmlns:a16="http://schemas.microsoft.com/office/drawing/2014/main" id="{0AEBB86C-20A1-490C-BBCA-8A15FCFD067D}"/>
              </a:ext>
            </a:extLst>
          </p:cNvPr>
          <p:cNvSpPr/>
          <p:nvPr/>
        </p:nvSpPr>
        <p:spPr>
          <a:xfrm>
            <a:off x="1042450" y="1313897"/>
            <a:ext cx="256976" cy="256976"/>
          </a:xfrm>
          <a:prstGeom prst="rect">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14" name="íşlïḍè">
            <a:extLst>
              <a:ext uri="{FF2B5EF4-FFF2-40B4-BE49-F238E27FC236}">
                <a16:creationId xmlns:a16="http://schemas.microsoft.com/office/drawing/2014/main" id="{27F2F17D-90D2-4FD9-BD0A-3A86AD5DF7F7}"/>
              </a:ext>
            </a:extLst>
          </p:cNvPr>
          <p:cNvSpPr txBox="1"/>
          <p:nvPr/>
        </p:nvSpPr>
        <p:spPr>
          <a:xfrm>
            <a:off x="1359677" y="1259576"/>
            <a:ext cx="9323673" cy="400110"/>
          </a:xfrm>
          <a:prstGeom prst="rect">
            <a:avLst/>
          </a:prstGeom>
          <a:noFill/>
        </p:spPr>
        <p:txBody>
          <a:bodyPr wrap="square" lIns="91440" tIns="45720" rIns="91440" bIns="45720" anchor="ctr">
            <a:noAutofit/>
          </a:bodyPr>
          <a:lstStyle/>
          <a:p>
            <a:r>
              <a:rPr lang="zh-CN" altLang="en-US" b="1" dirty="0"/>
              <a:t>点对点协议（</a:t>
            </a:r>
            <a:r>
              <a:rPr lang="en-US" altLang="zh-CN" b="1" dirty="0">
                <a:solidFill>
                  <a:schemeClr val="accent1">
                    <a:lumMod val="75000"/>
                  </a:schemeClr>
                </a:solidFill>
              </a:rPr>
              <a:t>P</a:t>
            </a:r>
            <a:r>
              <a:rPr lang="en-US" altLang="zh-CN" b="1" dirty="0"/>
              <a:t>oint-to-</a:t>
            </a:r>
            <a:r>
              <a:rPr lang="en-US" altLang="zh-CN" b="1" dirty="0">
                <a:solidFill>
                  <a:schemeClr val="accent1">
                    <a:lumMod val="75000"/>
                  </a:schemeClr>
                </a:solidFill>
              </a:rPr>
              <a:t>P</a:t>
            </a:r>
            <a:r>
              <a:rPr lang="en-US" altLang="zh-CN" b="1" dirty="0"/>
              <a:t>oint</a:t>
            </a:r>
            <a:r>
              <a:rPr lang="zh-CN" altLang="en-US" b="1" dirty="0"/>
              <a:t> </a:t>
            </a:r>
            <a:r>
              <a:rPr lang="en-US" altLang="zh-CN" b="1" dirty="0">
                <a:solidFill>
                  <a:schemeClr val="accent1">
                    <a:lumMod val="75000"/>
                  </a:schemeClr>
                </a:solidFill>
              </a:rPr>
              <a:t>P</a:t>
            </a:r>
            <a:r>
              <a:rPr lang="en-US" altLang="zh-CN" b="1" dirty="0"/>
              <a:t>rotocol</a:t>
            </a:r>
            <a:r>
              <a:rPr lang="zh-CN" altLang="en-US" b="1" dirty="0"/>
              <a:t>，</a:t>
            </a:r>
            <a:r>
              <a:rPr lang="en-US" altLang="zh-CN" b="1" dirty="0">
                <a:solidFill>
                  <a:schemeClr val="accent1">
                    <a:lumMod val="75000"/>
                  </a:schemeClr>
                </a:solidFill>
              </a:rPr>
              <a:t>PPP</a:t>
            </a:r>
            <a:r>
              <a:rPr lang="zh-CN" altLang="en-US" b="1" dirty="0"/>
              <a:t>）是目前使用最广泛的点对点数据链路层协议。</a:t>
            </a:r>
            <a:endParaRPr lang="en-US" altLang="zh-CN" b="1" dirty="0"/>
          </a:p>
        </p:txBody>
      </p:sp>
      <p:sp>
        <p:nvSpPr>
          <p:cNvPr id="15" name="矩形 14">
            <a:extLst>
              <a:ext uri="{FF2B5EF4-FFF2-40B4-BE49-F238E27FC236}">
                <a16:creationId xmlns:a16="http://schemas.microsoft.com/office/drawing/2014/main" id="{179EE8E9-8D71-4E30-B96C-3755926C822C}"/>
              </a:ext>
            </a:extLst>
          </p:cNvPr>
          <p:cNvSpPr/>
          <p:nvPr/>
        </p:nvSpPr>
        <p:spPr>
          <a:xfrm>
            <a:off x="1042450" y="1878494"/>
            <a:ext cx="256976" cy="256976"/>
          </a:xfrm>
          <a:prstGeom prst="rect">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16" name="íşlïḍè">
            <a:extLst>
              <a:ext uri="{FF2B5EF4-FFF2-40B4-BE49-F238E27FC236}">
                <a16:creationId xmlns:a16="http://schemas.microsoft.com/office/drawing/2014/main" id="{5E157139-03C8-4817-B78F-3A5276071E3E}"/>
              </a:ext>
            </a:extLst>
          </p:cNvPr>
          <p:cNvSpPr txBox="1"/>
          <p:nvPr/>
        </p:nvSpPr>
        <p:spPr>
          <a:xfrm>
            <a:off x="1359677" y="1824172"/>
            <a:ext cx="10527523" cy="642733"/>
          </a:xfrm>
          <a:prstGeom prst="rect">
            <a:avLst/>
          </a:prstGeom>
          <a:noFill/>
        </p:spPr>
        <p:txBody>
          <a:bodyPr wrap="square" lIns="91440" tIns="45720" rIns="91440" bIns="45720" anchor="ctr">
            <a:noAutofit/>
          </a:bodyPr>
          <a:lstStyle/>
          <a:p>
            <a:r>
              <a:rPr lang="zh-CN" altLang="en-US" b="1" dirty="0"/>
              <a:t>点对点协议</a:t>
            </a:r>
            <a:r>
              <a:rPr lang="en-US" altLang="zh-CN" b="1" dirty="0"/>
              <a:t>PPP</a:t>
            </a:r>
            <a:r>
              <a:rPr lang="zh-CN" altLang="en-US" b="1" dirty="0"/>
              <a:t>是因特网工程任务组（</a:t>
            </a:r>
            <a:r>
              <a:rPr lang="en-US" altLang="zh-CN" b="1" dirty="0">
                <a:solidFill>
                  <a:schemeClr val="accent1">
                    <a:lumMod val="75000"/>
                  </a:schemeClr>
                </a:solidFill>
              </a:rPr>
              <a:t>I</a:t>
            </a:r>
            <a:r>
              <a:rPr lang="en-US" altLang="zh-CN" b="1" dirty="0"/>
              <a:t>nternet </a:t>
            </a:r>
            <a:r>
              <a:rPr lang="en-US" altLang="zh-CN" b="1" dirty="0">
                <a:solidFill>
                  <a:schemeClr val="accent1">
                    <a:lumMod val="75000"/>
                  </a:schemeClr>
                </a:solidFill>
              </a:rPr>
              <a:t>E</a:t>
            </a:r>
            <a:r>
              <a:rPr lang="en-US" altLang="zh-CN" b="1" dirty="0"/>
              <a:t>ngineering </a:t>
            </a:r>
            <a:r>
              <a:rPr lang="en-US" altLang="zh-CN" b="1" dirty="0">
                <a:solidFill>
                  <a:schemeClr val="accent1">
                    <a:lumMod val="75000"/>
                  </a:schemeClr>
                </a:solidFill>
              </a:rPr>
              <a:t>T</a:t>
            </a:r>
            <a:r>
              <a:rPr lang="en-US" altLang="zh-CN" b="1" dirty="0"/>
              <a:t>ask </a:t>
            </a:r>
            <a:r>
              <a:rPr lang="en-US" altLang="zh-CN" b="1" dirty="0">
                <a:solidFill>
                  <a:schemeClr val="accent1">
                    <a:lumMod val="75000"/>
                  </a:schemeClr>
                </a:solidFill>
              </a:rPr>
              <a:t>F</a:t>
            </a:r>
            <a:r>
              <a:rPr lang="en-US" altLang="zh-CN" b="1" dirty="0"/>
              <a:t>orce</a:t>
            </a:r>
            <a:r>
              <a:rPr lang="zh-CN" altLang="en-US" b="1" dirty="0"/>
              <a:t>，</a:t>
            </a:r>
            <a:r>
              <a:rPr lang="en-US" altLang="zh-CN" b="1" dirty="0">
                <a:solidFill>
                  <a:schemeClr val="accent1">
                    <a:lumMod val="75000"/>
                  </a:schemeClr>
                </a:solidFill>
              </a:rPr>
              <a:t>IETF</a:t>
            </a:r>
            <a:r>
              <a:rPr lang="zh-CN" altLang="en-US" b="1" dirty="0"/>
              <a:t>）于</a:t>
            </a:r>
            <a:r>
              <a:rPr lang="en-US" altLang="zh-CN" b="1" dirty="0"/>
              <a:t>1992</a:t>
            </a:r>
            <a:r>
              <a:rPr lang="zh-CN" altLang="en-US" b="1" dirty="0"/>
              <a:t>年制定的。经过多次修订，目前</a:t>
            </a:r>
            <a:r>
              <a:rPr lang="en-US" altLang="zh-CN" b="1" dirty="0"/>
              <a:t>PPP</a:t>
            </a:r>
            <a:r>
              <a:rPr lang="zh-CN" altLang="en-US" b="1" dirty="0"/>
              <a:t>已成为因特网的正式标准</a:t>
            </a:r>
            <a:r>
              <a:rPr lang="en-US" altLang="zh-CN" b="1" dirty="0"/>
              <a:t>[RFC1661</a:t>
            </a:r>
            <a:r>
              <a:rPr lang="zh-CN" altLang="en-US" b="1" dirty="0"/>
              <a:t>，</a:t>
            </a:r>
            <a:r>
              <a:rPr lang="en-US" altLang="zh-CN" b="1" dirty="0"/>
              <a:t>RFC1662]</a:t>
            </a:r>
            <a:r>
              <a:rPr lang="zh-CN" altLang="en-US" b="1" dirty="0"/>
              <a:t>。</a:t>
            </a:r>
            <a:endParaRPr lang="en-US" altLang="zh-CN" b="1" dirty="0"/>
          </a:p>
        </p:txBody>
      </p:sp>
      <p:sp>
        <p:nvSpPr>
          <p:cNvPr id="21" name="矩形 20">
            <a:extLst>
              <a:ext uri="{FF2B5EF4-FFF2-40B4-BE49-F238E27FC236}">
                <a16:creationId xmlns:a16="http://schemas.microsoft.com/office/drawing/2014/main" id="{BF1BC696-02B9-4A89-976F-593D868697DD}"/>
              </a:ext>
            </a:extLst>
          </p:cNvPr>
          <p:cNvSpPr/>
          <p:nvPr/>
        </p:nvSpPr>
        <p:spPr>
          <a:xfrm>
            <a:off x="1042450" y="2646038"/>
            <a:ext cx="256976" cy="256976"/>
          </a:xfrm>
          <a:prstGeom prst="rect">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22" name="íşlïḍè">
            <a:extLst>
              <a:ext uri="{FF2B5EF4-FFF2-40B4-BE49-F238E27FC236}">
                <a16:creationId xmlns:a16="http://schemas.microsoft.com/office/drawing/2014/main" id="{64EE1EC0-53C9-4319-A739-CB9801BA7B96}"/>
              </a:ext>
            </a:extLst>
          </p:cNvPr>
          <p:cNvSpPr txBox="1"/>
          <p:nvPr/>
        </p:nvSpPr>
        <p:spPr>
          <a:xfrm>
            <a:off x="1359677" y="2591717"/>
            <a:ext cx="3488617" cy="400110"/>
          </a:xfrm>
          <a:prstGeom prst="rect">
            <a:avLst/>
          </a:prstGeom>
          <a:noFill/>
        </p:spPr>
        <p:txBody>
          <a:bodyPr wrap="square" lIns="91440" tIns="45720" rIns="91440" bIns="45720" anchor="ctr">
            <a:noAutofit/>
          </a:bodyPr>
          <a:lstStyle/>
          <a:p>
            <a:r>
              <a:rPr lang="zh-CN" altLang="en-US" b="1" dirty="0"/>
              <a:t>点对点协议</a:t>
            </a:r>
            <a:r>
              <a:rPr lang="en-US" altLang="zh-CN" b="1" dirty="0"/>
              <a:t>PPP</a:t>
            </a:r>
            <a:r>
              <a:rPr lang="zh-CN" altLang="en-US" b="1" dirty="0"/>
              <a:t>主要有两种应用：</a:t>
            </a:r>
            <a:endParaRPr lang="en-US" altLang="zh-CN" b="1" dirty="0"/>
          </a:p>
        </p:txBody>
      </p:sp>
      <p:grpSp>
        <p:nvGrpSpPr>
          <p:cNvPr id="23" name="组合 22">
            <a:extLst>
              <a:ext uri="{FF2B5EF4-FFF2-40B4-BE49-F238E27FC236}">
                <a16:creationId xmlns:a16="http://schemas.microsoft.com/office/drawing/2014/main" id="{5BAEEC7B-47BD-4B16-9F64-9EBEE7DC89E2}"/>
              </a:ext>
            </a:extLst>
          </p:cNvPr>
          <p:cNvGrpSpPr/>
          <p:nvPr/>
        </p:nvGrpSpPr>
        <p:grpSpPr>
          <a:xfrm>
            <a:off x="1631358" y="3526236"/>
            <a:ext cx="6895624" cy="2556715"/>
            <a:chOff x="1631358" y="3312424"/>
            <a:chExt cx="6895624" cy="2556715"/>
          </a:xfrm>
        </p:grpSpPr>
        <p:cxnSp>
          <p:nvCxnSpPr>
            <p:cNvPr id="24" name="直接连接符 23">
              <a:extLst>
                <a:ext uri="{FF2B5EF4-FFF2-40B4-BE49-F238E27FC236}">
                  <a16:creationId xmlns:a16="http://schemas.microsoft.com/office/drawing/2014/main" id="{E4D4331D-5011-4E77-9F26-928595B1A985}"/>
                </a:ext>
              </a:extLst>
            </p:cNvPr>
            <p:cNvCxnSpPr>
              <a:cxnSpLocks/>
            </p:cNvCxnSpPr>
            <p:nvPr/>
          </p:nvCxnSpPr>
          <p:spPr>
            <a:xfrm>
              <a:off x="1802438" y="3312424"/>
              <a:ext cx="2242711" cy="323544"/>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5" name="直接连接符 24">
              <a:extLst>
                <a:ext uri="{FF2B5EF4-FFF2-40B4-BE49-F238E27FC236}">
                  <a16:creationId xmlns:a16="http://schemas.microsoft.com/office/drawing/2014/main" id="{0B19945C-F236-4E64-9129-8D40640C5CAE}"/>
                </a:ext>
              </a:extLst>
            </p:cNvPr>
            <p:cNvCxnSpPr>
              <a:cxnSpLocks/>
              <a:endCxn id="28" idx="1"/>
            </p:cNvCxnSpPr>
            <p:nvPr/>
          </p:nvCxnSpPr>
          <p:spPr>
            <a:xfrm flipV="1">
              <a:off x="1631358" y="4455424"/>
              <a:ext cx="2413792" cy="138726"/>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6" name="直接连接符 25">
              <a:extLst>
                <a:ext uri="{FF2B5EF4-FFF2-40B4-BE49-F238E27FC236}">
                  <a16:creationId xmlns:a16="http://schemas.microsoft.com/office/drawing/2014/main" id="{6A13B58F-AEE8-4DEA-A632-939D91109619}"/>
                </a:ext>
              </a:extLst>
            </p:cNvPr>
            <p:cNvCxnSpPr>
              <a:cxnSpLocks/>
            </p:cNvCxnSpPr>
            <p:nvPr/>
          </p:nvCxnSpPr>
          <p:spPr>
            <a:xfrm flipV="1">
              <a:off x="1728966" y="5304052"/>
              <a:ext cx="2316183" cy="565087"/>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grpSp>
          <p:nvGrpSpPr>
            <p:cNvPr id="27" name="组合 26">
              <a:extLst>
                <a:ext uri="{FF2B5EF4-FFF2-40B4-BE49-F238E27FC236}">
                  <a16:creationId xmlns:a16="http://schemas.microsoft.com/office/drawing/2014/main" id="{5129D9BC-99A9-43EB-91FB-0121113D6742}"/>
                </a:ext>
              </a:extLst>
            </p:cNvPr>
            <p:cNvGrpSpPr/>
            <p:nvPr/>
          </p:nvGrpSpPr>
          <p:grpSpPr>
            <a:xfrm>
              <a:off x="4045150" y="3312424"/>
              <a:ext cx="4481832" cy="2286000"/>
              <a:chOff x="4045150" y="3312424"/>
              <a:chExt cx="4481832" cy="2286000"/>
            </a:xfrm>
          </p:grpSpPr>
          <p:sp>
            <p:nvSpPr>
              <p:cNvPr id="28" name="矩形 27">
                <a:extLst>
                  <a:ext uri="{FF2B5EF4-FFF2-40B4-BE49-F238E27FC236}">
                    <a16:creationId xmlns:a16="http://schemas.microsoft.com/office/drawing/2014/main" id="{6DE87B71-2473-4222-9434-12BB6E343EA3}"/>
                  </a:ext>
                </a:extLst>
              </p:cNvPr>
              <p:cNvSpPr/>
              <p:nvPr/>
            </p:nvSpPr>
            <p:spPr>
              <a:xfrm>
                <a:off x="4045150" y="3312424"/>
                <a:ext cx="4481832" cy="2286000"/>
              </a:xfrm>
              <a:prstGeom prst="rect">
                <a:avLst/>
              </a:prstGeom>
              <a:solidFill>
                <a:schemeClr val="bg1">
                  <a:lumMod val="95000"/>
                </a:schemeClr>
              </a:solidFill>
              <a:ln>
                <a:solidFill>
                  <a:schemeClr val="tx1"/>
                </a:solid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latin typeface="Arial Narrow" panose="020B0606020202030204" pitchFamily="34" charset="0"/>
                </a:endParaRPr>
              </a:p>
            </p:txBody>
          </p:sp>
          <p:sp>
            <p:nvSpPr>
              <p:cNvPr id="29" name="文本框 28">
                <a:extLst>
                  <a:ext uri="{FF2B5EF4-FFF2-40B4-BE49-F238E27FC236}">
                    <a16:creationId xmlns:a16="http://schemas.microsoft.com/office/drawing/2014/main" id="{172F6A11-42C1-46B1-A8CC-FD14014B3511}"/>
                  </a:ext>
                </a:extLst>
              </p:cNvPr>
              <p:cNvSpPr txBox="1"/>
              <p:nvPr/>
            </p:nvSpPr>
            <p:spPr>
              <a:xfrm>
                <a:off x="5909476" y="3830003"/>
                <a:ext cx="895267" cy="523220"/>
              </a:xfrm>
              <a:prstGeom prst="rect">
                <a:avLst/>
              </a:prstGeom>
              <a:noFill/>
            </p:spPr>
            <p:txBody>
              <a:bodyPr wrap="square" rtlCol="0">
                <a:spAutoFit/>
              </a:bodyPr>
              <a:lstStyle/>
              <a:p>
                <a:pPr algn="ctr"/>
                <a:r>
                  <a:rPr lang="en-US" altLang="zh-CN" sz="2800" b="1" dirty="0">
                    <a:latin typeface="Arial Black" panose="020B0A04020102020204" pitchFamily="34" charset="0"/>
                  </a:rPr>
                  <a:t>ISP</a:t>
                </a:r>
                <a:endParaRPr lang="zh-CN" altLang="en-US" sz="2800" b="1" dirty="0">
                  <a:latin typeface="Arial Black" panose="020B0A04020102020204" pitchFamily="34" charset="0"/>
                </a:endParaRPr>
              </a:p>
            </p:txBody>
          </p:sp>
          <p:sp>
            <p:nvSpPr>
              <p:cNvPr id="30" name="文本框 29">
                <a:extLst>
                  <a:ext uri="{FF2B5EF4-FFF2-40B4-BE49-F238E27FC236}">
                    <a16:creationId xmlns:a16="http://schemas.microsoft.com/office/drawing/2014/main" id="{3CDB2AFF-6CF5-4BC0-BFAC-A4B62AA82E5D}"/>
                  </a:ext>
                </a:extLst>
              </p:cNvPr>
              <p:cNvSpPr txBox="1"/>
              <p:nvPr/>
            </p:nvSpPr>
            <p:spPr>
              <a:xfrm>
                <a:off x="4222762" y="5179592"/>
                <a:ext cx="4126607" cy="369460"/>
              </a:xfrm>
              <a:prstGeom prst="rect">
                <a:avLst/>
              </a:prstGeom>
              <a:noFill/>
            </p:spPr>
            <p:txBody>
              <a:bodyPr wrap="square" rtlCol="0">
                <a:spAutoFit/>
              </a:bodyPr>
              <a:lstStyle/>
              <a:p>
                <a:pPr algn="ctr"/>
                <a:r>
                  <a:rPr lang="zh-CN" altLang="en-US" sz="1801" b="1" dirty="0">
                    <a:latin typeface="Arial Narrow" panose="020B0606020202030204" pitchFamily="34" charset="0"/>
                  </a:rPr>
                  <a:t>已从因特网管理机构申请到一批</a:t>
                </a:r>
                <a:r>
                  <a:rPr lang="en-US" altLang="zh-CN" sz="1801" b="1" dirty="0">
                    <a:latin typeface="Arial Narrow" panose="020B0606020202030204" pitchFamily="34" charset="0"/>
                  </a:rPr>
                  <a:t>IP</a:t>
                </a:r>
                <a:r>
                  <a:rPr lang="zh-CN" altLang="en-US" sz="1801" b="1" dirty="0">
                    <a:latin typeface="Arial Narrow" panose="020B0606020202030204" pitchFamily="34" charset="0"/>
                  </a:rPr>
                  <a:t>地址</a:t>
                </a:r>
              </a:p>
            </p:txBody>
          </p:sp>
          <p:pic>
            <p:nvPicPr>
              <p:cNvPr id="31" name="图片 30">
                <a:extLst>
                  <a:ext uri="{FF2B5EF4-FFF2-40B4-BE49-F238E27FC236}">
                    <a16:creationId xmlns:a16="http://schemas.microsoft.com/office/drawing/2014/main" id="{626F742E-CEB8-49F5-9112-4433C0AB1C1B}"/>
                  </a:ext>
                </a:extLst>
              </p:cNvPr>
              <p:cNvPicPr>
                <a:picLocks noChangeAspect="1"/>
              </p:cNvPicPr>
              <p:nvPr/>
            </p:nvPicPr>
            <p:blipFill>
              <a:blip r:embed="rId3">
                <a:clrChange>
                  <a:clrFrom>
                    <a:srgbClr val="FFFFFF"/>
                  </a:clrFrom>
                  <a:clrTo>
                    <a:srgbClr val="FFFFFF">
                      <a:alpha val="0"/>
                    </a:srgbClr>
                  </a:clrTo>
                </a:clrChange>
              </a:blip>
              <a:stretch>
                <a:fillRect/>
              </a:stretch>
            </p:blipFill>
            <p:spPr>
              <a:xfrm>
                <a:off x="4222762" y="3553869"/>
                <a:ext cx="1318374" cy="403895"/>
              </a:xfrm>
              <a:prstGeom prst="rect">
                <a:avLst/>
              </a:prstGeom>
            </p:spPr>
          </p:pic>
          <p:pic>
            <p:nvPicPr>
              <p:cNvPr id="32" name="图片 31">
                <a:extLst>
                  <a:ext uri="{FF2B5EF4-FFF2-40B4-BE49-F238E27FC236}">
                    <a16:creationId xmlns:a16="http://schemas.microsoft.com/office/drawing/2014/main" id="{9931793D-C4BF-4822-BED1-3F71EF48CE08}"/>
                  </a:ext>
                </a:extLst>
              </p:cNvPr>
              <p:cNvPicPr>
                <a:picLocks noChangeAspect="1"/>
              </p:cNvPicPr>
              <p:nvPr/>
            </p:nvPicPr>
            <p:blipFill>
              <a:blip r:embed="rId4">
                <a:clrChange>
                  <a:clrFrom>
                    <a:srgbClr val="FFFFFF"/>
                  </a:clrFrom>
                  <a:clrTo>
                    <a:srgbClr val="FFFFFF">
                      <a:alpha val="0"/>
                    </a:srgbClr>
                  </a:clrTo>
                </a:clrChange>
              </a:blip>
              <a:stretch>
                <a:fillRect/>
              </a:stretch>
            </p:blipFill>
            <p:spPr>
              <a:xfrm>
                <a:off x="7173084" y="3543267"/>
                <a:ext cx="1143099" cy="335309"/>
              </a:xfrm>
              <a:prstGeom prst="rect">
                <a:avLst/>
              </a:prstGeom>
            </p:spPr>
          </p:pic>
          <p:pic>
            <p:nvPicPr>
              <p:cNvPr id="33" name="图片 32">
                <a:extLst>
                  <a:ext uri="{FF2B5EF4-FFF2-40B4-BE49-F238E27FC236}">
                    <a16:creationId xmlns:a16="http://schemas.microsoft.com/office/drawing/2014/main" id="{FAEED7C2-EAB4-4010-9447-6DCCEE16A419}"/>
                  </a:ext>
                </a:extLst>
              </p:cNvPr>
              <p:cNvPicPr>
                <a:picLocks noChangeAspect="1"/>
              </p:cNvPicPr>
              <p:nvPr/>
            </p:nvPicPr>
            <p:blipFill>
              <a:blip r:embed="rId5">
                <a:clrChange>
                  <a:clrFrom>
                    <a:srgbClr val="FFFFFF"/>
                  </a:clrFrom>
                  <a:clrTo>
                    <a:srgbClr val="FFFFFF">
                      <a:alpha val="0"/>
                    </a:srgbClr>
                  </a:clrTo>
                </a:clrChange>
              </a:blip>
              <a:stretch>
                <a:fillRect/>
              </a:stretch>
            </p:blipFill>
            <p:spPr>
              <a:xfrm>
                <a:off x="5497778" y="4449905"/>
                <a:ext cx="1196444" cy="670618"/>
              </a:xfrm>
              <a:prstGeom prst="rect">
                <a:avLst/>
              </a:prstGeom>
            </p:spPr>
          </p:pic>
        </p:grpSp>
      </p:grpSp>
      <p:sp>
        <p:nvSpPr>
          <p:cNvPr id="34" name="文本框 33">
            <a:extLst>
              <a:ext uri="{FF2B5EF4-FFF2-40B4-BE49-F238E27FC236}">
                <a16:creationId xmlns:a16="http://schemas.microsoft.com/office/drawing/2014/main" id="{534EEFF7-EF73-4241-9E51-F7236D7A31CC}"/>
              </a:ext>
            </a:extLst>
          </p:cNvPr>
          <p:cNvSpPr txBox="1"/>
          <p:nvPr/>
        </p:nvSpPr>
        <p:spPr>
          <a:xfrm rot="21379163">
            <a:off x="2385073" y="4351794"/>
            <a:ext cx="1136426" cy="369460"/>
          </a:xfrm>
          <a:prstGeom prst="rect">
            <a:avLst/>
          </a:prstGeom>
          <a:noFill/>
        </p:spPr>
        <p:txBody>
          <a:bodyPr wrap="square" rtlCol="0">
            <a:spAutoFit/>
          </a:bodyPr>
          <a:lstStyle/>
          <a:p>
            <a:pPr algn="ctr"/>
            <a:r>
              <a:rPr lang="en-US" altLang="zh-CN" sz="1801" b="1" dirty="0">
                <a:latin typeface="Arial Narrow" panose="020B0606020202030204" pitchFamily="34" charset="0"/>
              </a:rPr>
              <a:t>PPP</a:t>
            </a:r>
            <a:r>
              <a:rPr lang="zh-CN" altLang="en-US" sz="1801" b="1" dirty="0">
                <a:latin typeface="Arial Narrow" panose="020B0606020202030204" pitchFamily="34" charset="0"/>
              </a:rPr>
              <a:t>协议</a:t>
            </a:r>
          </a:p>
        </p:txBody>
      </p:sp>
      <p:sp>
        <p:nvSpPr>
          <p:cNvPr id="35" name="文本框 34">
            <a:extLst>
              <a:ext uri="{FF2B5EF4-FFF2-40B4-BE49-F238E27FC236}">
                <a16:creationId xmlns:a16="http://schemas.microsoft.com/office/drawing/2014/main" id="{36769921-C295-4C19-B208-15A5CCC1CDED}"/>
              </a:ext>
            </a:extLst>
          </p:cNvPr>
          <p:cNvSpPr txBox="1"/>
          <p:nvPr/>
        </p:nvSpPr>
        <p:spPr>
          <a:xfrm rot="492064">
            <a:off x="2394962" y="3350498"/>
            <a:ext cx="1129770" cy="369460"/>
          </a:xfrm>
          <a:prstGeom prst="rect">
            <a:avLst/>
          </a:prstGeom>
          <a:noFill/>
        </p:spPr>
        <p:txBody>
          <a:bodyPr wrap="square" rtlCol="0">
            <a:spAutoFit/>
          </a:bodyPr>
          <a:lstStyle/>
          <a:p>
            <a:pPr algn="ctr"/>
            <a:r>
              <a:rPr lang="en-US" altLang="zh-CN" sz="1801" b="1" dirty="0">
                <a:latin typeface="Arial Narrow" panose="020B0606020202030204" pitchFamily="34" charset="0"/>
              </a:rPr>
              <a:t>PPP</a:t>
            </a:r>
            <a:r>
              <a:rPr lang="zh-CN" altLang="en-US" sz="1801" b="1" dirty="0">
                <a:latin typeface="Arial Narrow" panose="020B0606020202030204" pitchFamily="34" charset="0"/>
              </a:rPr>
              <a:t>协议</a:t>
            </a:r>
          </a:p>
        </p:txBody>
      </p:sp>
      <p:sp>
        <p:nvSpPr>
          <p:cNvPr id="36" name="文本框 35">
            <a:extLst>
              <a:ext uri="{FF2B5EF4-FFF2-40B4-BE49-F238E27FC236}">
                <a16:creationId xmlns:a16="http://schemas.microsoft.com/office/drawing/2014/main" id="{6E5AD322-89F9-4E7B-A49C-2096C7EFB218}"/>
              </a:ext>
            </a:extLst>
          </p:cNvPr>
          <p:cNvSpPr txBox="1"/>
          <p:nvPr/>
        </p:nvSpPr>
        <p:spPr>
          <a:xfrm rot="20844624">
            <a:off x="2401569" y="5427344"/>
            <a:ext cx="1088254" cy="369460"/>
          </a:xfrm>
          <a:prstGeom prst="rect">
            <a:avLst/>
          </a:prstGeom>
          <a:noFill/>
        </p:spPr>
        <p:txBody>
          <a:bodyPr wrap="square" rtlCol="0">
            <a:spAutoFit/>
          </a:bodyPr>
          <a:lstStyle/>
          <a:p>
            <a:pPr algn="ctr"/>
            <a:r>
              <a:rPr lang="en-US" altLang="zh-CN" sz="1801" b="1" dirty="0">
                <a:latin typeface="Arial Narrow" panose="020B0606020202030204" pitchFamily="34" charset="0"/>
              </a:rPr>
              <a:t>PPP</a:t>
            </a:r>
            <a:r>
              <a:rPr lang="zh-CN" altLang="en-US" sz="1801" b="1" dirty="0">
                <a:latin typeface="Arial Narrow" panose="020B0606020202030204" pitchFamily="34" charset="0"/>
              </a:rPr>
              <a:t>协议</a:t>
            </a:r>
          </a:p>
        </p:txBody>
      </p:sp>
      <p:grpSp>
        <p:nvGrpSpPr>
          <p:cNvPr id="37" name="组合 36">
            <a:extLst>
              <a:ext uri="{FF2B5EF4-FFF2-40B4-BE49-F238E27FC236}">
                <a16:creationId xmlns:a16="http://schemas.microsoft.com/office/drawing/2014/main" id="{EAE999AA-0B0F-48E7-9205-8134EB8622DF}"/>
              </a:ext>
            </a:extLst>
          </p:cNvPr>
          <p:cNvGrpSpPr/>
          <p:nvPr/>
        </p:nvGrpSpPr>
        <p:grpSpPr>
          <a:xfrm>
            <a:off x="8526982" y="3923335"/>
            <a:ext cx="3078451" cy="1496291"/>
            <a:chOff x="8526982" y="3709523"/>
            <a:chExt cx="3078451" cy="1496291"/>
          </a:xfrm>
        </p:grpSpPr>
        <p:grpSp>
          <p:nvGrpSpPr>
            <p:cNvPr id="38" name="组合 37">
              <a:extLst>
                <a:ext uri="{FF2B5EF4-FFF2-40B4-BE49-F238E27FC236}">
                  <a16:creationId xmlns:a16="http://schemas.microsoft.com/office/drawing/2014/main" id="{42DD89FD-64A4-465E-B8F6-8BBEA9D04557}"/>
                </a:ext>
              </a:extLst>
            </p:cNvPr>
            <p:cNvGrpSpPr/>
            <p:nvPr/>
          </p:nvGrpSpPr>
          <p:grpSpPr>
            <a:xfrm>
              <a:off x="9536488" y="3709523"/>
              <a:ext cx="2068945" cy="1496291"/>
              <a:chOff x="6080270" y="4462632"/>
              <a:chExt cx="2068945" cy="1496291"/>
            </a:xfrm>
          </p:grpSpPr>
          <p:sp>
            <p:nvSpPr>
              <p:cNvPr id="40" name="云形 39">
                <a:extLst>
                  <a:ext uri="{FF2B5EF4-FFF2-40B4-BE49-F238E27FC236}">
                    <a16:creationId xmlns:a16="http://schemas.microsoft.com/office/drawing/2014/main" id="{6A4927F1-268B-4172-A281-22F0EB44EE3D}"/>
                  </a:ext>
                </a:extLst>
              </p:cNvPr>
              <p:cNvSpPr/>
              <p:nvPr/>
            </p:nvSpPr>
            <p:spPr>
              <a:xfrm>
                <a:off x="6080270" y="4462632"/>
                <a:ext cx="2068945" cy="1496291"/>
              </a:xfrm>
              <a:prstGeom prst="cloud">
                <a:avLst/>
              </a:prstGeom>
              <a:solidFill>
                <a:srgbClr val="FECB5D"/>
              </a:solidFill>
              <a:ln>
                <a:solidFill>
                  <a:srgbClr val="FECB5D"/>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latin typeface="Arial Narrow" panose="020B0606020202030204" pitchFamily="34" charset="0"/>
                </a:endParaRPr>
              </a:p>
            </p:txBody>
          </p:sp>
          <p:sp>
            <p:nvSpPr>
              <p:cNvPr id="41" name="文本框 40">
                <a:extLst>
                  <a:ext uri="{FF2B5EF4-FFF2-40B4-BE49-F238E27FC236}">
                    <a16:creationId xmlns:a16="http://schemas.microsoft.com/office/drawing/2014/main" id="{163EC2E9-536B-4802-851E-64784E634777}"/>
                  </a:ext>
                </a:extLst>
              </p:cNvPr>
              <p:cNvSpPr txBox="1"/>
              <p:nvPr/>
            </p:nvSpPr>
            <p:spPr>
              <a:xfrm>
                <a:off x="6729365" y="5023979"/>
                <a:ext cx="875778" cy="369460"/>
              </a:xfrm>
              <a:prstGeom prst="rect">
                <a:avLst/>
              </a:prstGeom>
              <a:noFill/>
            </p:spPr>
            <p:txBody>
              <a:bodyPr wrap="square" rtlCol="0">
                <a:spAutoFit/>
              </a:bodyPr>
              <a:lstStyle/>
              <a:p>
                <a:pPr algn="ctr"/>
                <a:r>
                  <a:rPr lang="zh-CN" altLang="en-US" sz="1801" b="1" dirty="0">
                    <a:latin typeface="Arial Narrow" panose="020B0606020202030204" pitchFamily="34" charset="0"/>
                  </a:rPr>
                  <a:t>因特网</a:t>
                </a:r>
              </a:p>
            </p:txBody>
          </p:sp>
        </p:grpSp>
        <p:cxnSp>
          <p:nvCxnSpPr>
            <p:cNvPr id="39" name="直接连接符 38">
              <a:extLst>
                <a:ext uri="{FF2B5EF4-FFF2-40B4-BE49-F238E27FC236}">
                  <a16:creationId xmlns:a16="http://schemas.microsoft.com/office/drawing/2014/main" id="{2D90860E-CDD3-448A-8B3B-A636ABBAEF55}"/>
                </a:ext>
              </a:extLst>
            </p:cNvPr>
            <p:cNvCxnSpPr>
              <a:cxnSpLocks/>
              <a:stCxn id="28" idx="3"/>
              <a:endCxn id="40" idx="2"/>
            </p:cNvCxnSpPr>
            <p:nvPr/>
          </p:nvCxnSpPr>
          <p:spPr>
            <a:xfrm>
              <a:off x="8526982" y="4455424"/>
              <a:ext cx="1015924" cy="2245"/>
            </a:xfrm>
            <a:prstGeom prst="line">
              <a:avLst/>
            </a:prstGeom>
            <a:ln w="762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46" name="组合 45">
            <a:extLst>
              <a:ext uri="{FF2B5EF4-FFF2-40B4-BE49-F238E27FC236}">
                <a16:creationId xmlns:a16="http://schemas.microsoft.com/office/drawing/2014/main" id="{D6521A29-A212-406C-B27A-CEB20DAF87BD}"/>
              </a:ext>
            </a:extLst>
          </p:cNvPr>
          <p:cNvGrpSpPr/>
          <p:nvPr/>
        </p:nvGrpSpPr>
        <p:grpSpPr>
          <a:xfrm>
            <a:off x="748911" y="3081952"/>
            <a:ext cx="1146934" cy="3174570"/>
            <a:chOff x="748911" y="2868140"/>
            <a:chExt cx="1146934" cy="3174570"/>
          </a:xfrm>
        </p:grpSpPr>
        <p:sp>
          <p:nvSpPr>
            <p:cNvPr id="48" name="文本框 47">
              <a:extLst>
                <a:ext uri="{FF2B5EF4-FFF2-40B4-BE49-F238E27FC236}">
                  <a16:creationId xmlns:a16="http://schemas.microsoft.com/office/drawing/2014/main" id="{77276238-8E19-4B19-BF25-10D7904C5A69}"/>
                </a:ext>
              </a:extLst>
            </p:cNvPr>
            <p:cNvSpPr txBox="1"/>
            <p:nvPr/>
          </p:nvSpPr>
          <p:spPr>
            <a:xfrm>
              <a:off x="748911" y="3710921"/>
              <a:ext cx="455523" cy="1477969"/>
            </a:xfrm>
            <a:prstGeom prst="rect">
              <a:avLst/>
            </a:prstGeom>
            <a:noFill/>
          </p:spPr>
          <p:txBody>
            <a:bodyPr wrap="square" rtlCol="0">
              <a:spAutoFit/>
            </a:bodyPr>
            <a:lstStyle/>
            <a:p>
              <a:pPr algn="ctr"/>
              <a:r>
                <a:rPr lang="zh-CN" altLang="en-US" sz="1801" b="1" dirty="0">
                  <a:latin typeface="Arial Narrow" panose="020B0606020202030204" pitchFamily="34" charset="0"/>
                </a:rPr>
                <a:t>因</a:t>
              </a:r>
              <a:endParaRPr lang="en-US" altLang="zh-CN" sz="1801" b="1" dirty="0">
                <a:latin typeface="Arial Narrow" panose="020B0606020202030204" pitchFamily="34" charset="0"/>
              </a:endParaRPr>
            </a:p>
            <a:p>
              <a:pPr algn="ctr"/>
              <a:r>
                <a:rPr lang="zh-CN" altLang="en-US" sz="1801" b="1" dirty="0">
                  <a:latin typeface="Arial Narrow" panose="020B0606020202030204" pitchFamily="34" charset="0"/>
                </a:rPr>
                <a:t>特</a:t>
              </a:r>
              <a:endParaRPr lang="en-US" altLang="zh-CN" sz="1801" b="1" dirty="0">
                <a:latin typeface="Arial Narrow" panose="020B0606020202030204" pitchFamily="34" charset="0"/>
              </a:endParaRPr>
            </a:p>
            <a:p>
              <a:pPr algn="ctr"/>
              <a:r>
                <a:rPr lang="zh-CN" altLang="en-US" sz="1801" b="1" dirty="0">
                  <a:latin typeface="Arial Narrow" panose="020B0606020202030204" pitchFamily="34" charset="0"/>
                </a:rPr>
                <a:t>网</a:t>
              </a:r>
              <a:endParaRPr lang="en-US" altLang="zh-CN" sz="1801" b="1" dirty="0">
                <a:latin typeface="Arial Narrow" panose="020B0606020202030204" pitchFamily="34" charset="0"/>
              </a:endParaRPr>
            </a:p>
            <a:p>
              <a:pPr algn="ctr"/>
              <a:r>
                <a:rPr lang="zh-CN" altLang="en-US" sz="1801" b="1" dirty="0">
                  <a:latin typeface="Arial Narrow" panose="020B0606020202030204" pitchFamily="34" charset="0"/>
                </a:rPr>
                <a:t>用</a:t>
              </a:r>
              <a:endParaRPr lang="en-US" altLang="zh-CN" sz="1801" b="1" dirty="0">
                <a:latin typeface="Arial Narrow" panose="020B0606020202030204" pitchFamily="34" charset="0"/>
              </a:endParaRPr>
            </a:p>
            <a:p>
              <a:pPr algn="ctr"/>
              <a:r>
                <a:rPr lang="zh-CN" altLang="en-US" sz="1801" b="1" dirty="0">
                  <a:latin typeface="Arial Narrow" panose="020B0606020202030204" pitchFamily="34" charset="0"/>
                </a:rPr>
                <a:t>户</a:t>
              </a:r>
            </a:p>
          </p:txBody>
        </p:sp>
        <p:pic>
          <p:nvPicPr>
            <p:cNvPr id="49" name="图形 48">
              <a:extLst>
                <a:ext uri="{FF2B5EF4-FFF2-40B4-BE49-F238E27FC236}">
                  <a16:creationId xmlns:a16="http://schemas.microsoft.com/office/drawing/2014/main" id="{018FB0AF-E8E4-48ED-89A5-26346A132A90}"/>
                </a:ext>
              </a:extLst>
            </p:cNvPr>
            <p:cNvPicPr>
              <a:picLocks noChangeAspect="1"/>
            </p:cNvPicPr>
            <p:nvPr/>
          </p:nvPicPr>
          <p:blipFill>
            <a:blip r:embed="rId6">
              <a:extLst>
                <a:ext uri="{28A0092B-C50C-407E-A947-70E740481C1C}">
                  <a14:useLocalDpi xmlns:a14="http://schemas.microsoft.com/office/drawing/2010/main" val="0"/>
                </a:ext>
                <a:ext uri="{96DAC541-7B7A-43D3-8B79-37D633B846F1}">
                  <asvg:svgBlip xmlns:asvg="http://schemas.microsoft.com/office/drawing/2016/SVG/main" r:embed="rId7"/>
                </a:ext>
              </a:extLst>
            </a:blip>
            <a:stretch>
              <a:fillRect/>
            </a:stretch>
          </p:blipFill>
          <p:spPr>
            <a:xfrm>
              <a:off x="1233032" y="2868140"/>
              <a:ext cx="662813" cy="641080"/>
            </a:xfrm>
            <a:prstGeom prst="rect">
              <a:avLst/>
            </a:prstGeom>
          </p:spPr>
        </p:pic>
        <p:pic>
          <p:nvPicPr>
            <p:cNvPr id="50" name="图形 49">
              <a:extLst>
                <a:ext uri="{FF2B5EF4-FFF2-40B4-BE49-F238E27FC236}">
                  <a16:creationId xmlns:a16="http://schemas.microsoft.com/office/drawing/2014/main" id="{E2FA6C65-900D-4F18-A48C-136D927F56C7}"/>
                </a:ext>
              </a:extLst>
            </p:cNvPr>
            <p:cNvPicPr>
              <a:picLocks noChangeAspect="1"/>
            </p:cNvPicPr>
            <p:nvPr/>
          </p:nvPicPr>
          <p:blipFill>
            <a:blip r:embed="rId6">
              <a:extLst>
                <a:ext uri="{28A0092B-C50C-407E-A947-70E740481C1C}">
                  <a14:useLocalDpi xmlns:a14="http://schemas.microsoft.com/office/drawing/2010/main" val="0"/>
                </a:ext>
                <a:ext uri="{96DAC541-7B7A-43D3-8B79-37D633B846F1}">
                  <asvg:svgBlip xmlns:asvg="http://schemas.microsoft.com/office/drawing/2016/SVG/main" r:embed="rId7"/>
                </a:ext>
              </a:extLst>
            </a:blip>
            <a:stretch>
              <a:fillRect/>
            </a:stretch>
          </p:blipFill>
          <p:spPr>
            <a:xfrm>
              <a:off x="1233032" y="4134885"/>
              <a:ext cx="662813" cy="641080"/>
            </a:xfrm>
            <a:prstGeom prst="rect">
              <a:avLst/>
            </a:prstGeom>
          </p:spPr>
        </p:pic>
        <p:pic>
          <p:nvPicPr>
            <p:cNvPr id="51" name="图形 50">
              <a:extLst>
                <a:ext uri="{FF2B5EF4-FFF2-40B4-BE49-F238E27FC236}">
                  <a16:creationId xmlns:a16="http://schemas.microsoft.com/office/drawing/2014/main" id="{1DFD6EE3-5712-45AA-9678-08F7EB96CC6A}"/>
                </a:ext>
              </a:extLst>
            </p:cNvPr>
            <p:cNvPicPr>
              <a:picLocks noChangeAspect="1"/>
            </p:cNvPicPr>
            <p:nvPr/>
          </p:nvPicPr>
          <p:blipFill>
            <a:blip r:embed="rId6">
              <a:extLst>
                <a:ext uri="{28A0092B-C50C-407E-A947-70E740481C1C}">
                  <a14:useLocalDpi xmlns:a14="http://schemas.microsoft.com/office/drawing/2010/main" val="0"/>
                </a:ext>
                <a:ext uri="{96DAC541-7B7A-43D3-8B79-37D633B846F1}">
                  <asvg:svgBlip xmlns:asvg="http://schemas.microsoft.com/office/drawing/2016/SVG/main" r:embed="rId7"/>
                </a:ext>
              </a:extLst>
            </a:blip>
            <a:stretch>
              <a:fillRect/>
            </a:stretch>
          </p:blipFill>
          <p:spPr>
            <a:xfrm>
              <a:off x="1163761" y="5401630"/>
              <a:ext cx="662813" cy="641080"/>
            </a:xfrm>
            <a:prstGeom prst="rect">
              <a:avLst/>
            </a:prstGeom>
          </p:spPr>
        </p:pic>
        <p:sp>
          <p:nvSpPr>
            <p:cNvPr id="52" name="文本框 51">
              <a:extLst>
                <a:ext uri="{FF2B5EF4-FFF2-40B4-BE49-F238E27FC236}">
                  <a16:creationId xmlns:a16="http://schemas.microsoft.com/office/drawing/2014/main" id="{5D0C0977-B83D-4BC5-8C92-EEE3569FFCDD}"/>
                </a:ext>
              </a:extLst>
            </p:cNvPr>
            <p:cNvSpPr txBox="1"/>
            <p:nvPr/>
          </p:nvSpPr>
          <p:spPr>
            <a:xfrm>
              <a:off x="1470348" y="4754783"/>
              <a:ext cx="258618" cy="683007"/>
            </a:xfrm>
            <a:prstGeom prst="rect">
              <a:avLst/>
            </a:prstGeom>
            <a:noFill/>
          </p:spPr>
          <p:txBody>
            <a:bodyPr wrap="square" rtlCol="0">
              <a:spAutoFit/>
            </a:bodyPr>
            <a:lstStyle/>
            <a:p>
              <a:pPr>
                <a:lnSpc>
                  <a:spcPts val="1500"/>
                </a:lnSpc>
              </a:pPr>
              <a:r>
                <a:rPr lang="en-US" altLang="zh-CN" b="1" dirty="0">
                  <a:latin typeface="Arial Narrow" panose="020B0606020202030204" pitchFamily="34" charset="0"/>
                </a:rPr>
                <a:t>.</a:t>
              </a:r>
            </a:p>
            <a:p>
              <a:pPr>
                <a:lnSpc>
                  <a:spcPts val="1500"/>
                </a:lnSpc>
              </a:pPr>
              <a:r>
                <a:rPr lang="en-US" altLang="zh-CN" b="1" dirty="0">
                  <a:latin typeface="Arial Narrow" panose="020B0606020202030204" pitchFamily="34" charset="0"/>
                </a:rPr>
                <a:t>.</a:t>
              </a:r>
            </a:p>
            <a:p>
              <a:pPr>
                <a:lnSpc>
                  <a:spcPts val="1500"/>
                </a:lnSpc>
              </a:pPr>
              <a:r>
                <a:rPr lang="en-US" altLang="zh-CN" b="1" dirty="0">
                  <a:latin typeface="Arial Narrow" panose="020B0606020202030204" pitchFamily="34" charset="0"/>
                </a:rPr>
                <a:t>.</a:t>
              </a:r>
              <a:endParaRPr lang="zh-CN" altLang="en-US" b="1" dirty="0">
                <a:latin typeface="Arial Narrow" panose="020B0606020202030204" pitchFamily="34" charset="0"/>
              </a:endParaRPr>
            </a:p>
          </p:txBody>
        </p:sp>
      </p:grpSp>
      <p:sp>
        <p:nvSpPr>
          <p:cNvPr id="53" name="文本框 52">
            <a:extLst>
              <a:ext uri="{FF2B5EF4-FFF2-40B4-BE49-F238E27FC236}">
                <a16:creationId xmlns:a16="http://schemas.microsoft.com/office/drawing/2014/main" id="{CE276359-FBBE-45BE-98DF-0F0AA68214A9}"/>
              </a:ext>
            </a:extLst>
          </p:cNvPr>
          <p:cNvSpPr txBox="1"/>
          <p:nvPr/>
        </p:nvSpPr>
        <p:spPr>
          <a:xfrm rot="21379163">
            <a:off x="2333596" y="4074777"/>
            <a:ext cx="1136426" cy="369460"/>
          </a:xfrm>
          <a:prstGeom prst="rect">
            <a:avLst/>
          </a:prstGeom>
          <a:noFill/>
        </p:spPr>
        <p:txBody>
          <a:bodyPr wrap="square" rtlCol="0">
            <a:spAutoFit/>
          </a:bodyPr>
          <a:lstStyle/>
          <a:p>
            <a:pPr algn="ctr"/>
            <a:r>
              <a:rPr lang="en-US" altLang="zh-CN" sz="1801" b="1" dirty="0" err="1">
                <a:latin typeface="Arial Narrow" panose="020B0606020202030204" pitchFamily="34" charset="0"/>
              </a:rPr>
              <a:t>PPPoE</a:t>
            </a:r>
            <a:endParaRPr lang="zh-CN" altLang="en-US" sz="1801" b="1" dirty="0">
              <a:latin typeface="Arial Narrow" panose="020B0606020202030204" pitchFamily="34" charset="0"/>
            </a:endParaRPr>
          </a:p>
        </p:txBody>
      </p:sp>
      <p:sp>
        <p:nvSpPr>
          <p:cNvPr id="54" name="文本框 53">
            <a:extLst>
              <a:ext uri="{FF2B5EF4-FFF2-40B4-BE49-F238E27FC236}">
                <a16:creationId xmlns:a16="http://schemas.microsoft.com/office/drawing/2014/main" id="{DF4CC21F-8D7D-4E69-8D7E-A6F920385134}"/>
              </a:ext>
            </a:extLst>
          </p:cNvPr>
          <p:cNvSpPr txBox="1"/>
          <p:nvPr/>
        </p:nvSpPr>
        <p:spPr>
          <a:xfrm rot="492064">
            <a:off x="2429384" y="3071764"/>
            <a:ext cx="1129770" cy="369460"/>
          </a:xfrm>
          <a:prstGeom prst="rect">
            <a:avLst/>
          </a:prstGeom>
          <a:noFill/>
        </p:spPr>
        <p:txBody>
          <a:bodyPr wrap="square" rtlCol="0">
            <a:spAutoFit/>
          </a:bodyPr>
          <a:lstStyle/>
          <a:p>
            <a:pPr algn="ctr"/>
            <a:r>
              <a:rPr lang="en-US" altLang="zh-CN" sz="1801" b="1" dirty="0" err="1">
                <a:latin typeface="Arial Narrow" panose="020B0606020202030204" pitchFamily="34" charset="0"/>
              </a:rPr>
              <a:t>PPPoE</a:t>
            </a:r>
            <a:endParaRPr lang="zh-CN" altLang="en-US" sz="1801" b="1" dirty="0">
              <a:latin typeface="Arial Narrow" panose="020B0606020202030204" pitchFamily="34" charset="0"/>
            </a:endParaRPr>
          </a:p>
        </p:txBody>
      </p:sp>
      <p:sp>
        <p:nvSpPr>
          <p:cNvPr id="55" name="文本框 54">
            <a:extLst>
              <a:ext uri="{FF2B5EF4-FFF2-40B4-BE49-F238E27FC236}">
                <a16:creationId xmlns:a16="http://schemas.microsoft.com/office/drawing/2014/main" id="{45E43966-505C-49F3-B795-23992F7DAD53}"/>
              </a:ext>
            </a:extLst>
          </p:cNvPr>
          <p:cNvSpPr txBox="1"/>
          <p:nvPr/>
        </p:nvSpPr>
        <p:spPr>
          <a:xfrm rot="20844624">
            <a:off x="2303960" y="5208674"/>
            <a:ext cx="1088254" cy="369460"/>
          </a:xfrm>
          <a:prstGeom prst="rect">
            <a:avLst/>
          </a:prstGeom>
          <a:noFill/>
        </p:spPr>
        <p:txBody>
          <a:bodyPr wrap="square" rtlCol="0">
            <a:spAutoFit/>
          </a:bodyPr>
          <a:lstStyle/>
          <a:p>
            <a:pPr algn="ctr"/>
            <a:r>
              <a:rPr lang="en-US" altLang="zh-CN" sz="1801" b="1" dirty="0" err="1">
                <a:latin typeface="Arial Narrow" panose="020B0606020202030204" pitchFamily="34" charset="0"/>
              </a:rPr>
              <a:t>PPPoE</a:t>
            </a:r>
            <a:endParaRPr lang="zh-CN" altLang="en-US" sz="1801" b="1" dirty="0">
              <a:latin typeface="Arial Narrow" panose="020B0606020202030204" pitchFamily="34" charset="0"/>
            </a:endParaRPr>
          </a:p>
        </p:txBody>
      </p:sp>
    </p:spTree>
    <p:custDataLst>
      <p:tags r:id="rId1"/>
    </p:custDataLst>
    <p:extLst>
      <p:ext uri="{BB962C8B-B14F-4D97-AF65-F5344CB8AC3E}">
        <p14:creationId xmlns:p14="http://schemas.microsoft.com/office/powerpoint/2010/main" val="3650169815"/>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2" presetClass="entr" presetSubtype="1" fill="hold" nodeType="withEffect">
                                  <p:stCondLst>
                                    <p:cond delay="0"/>
                                  </p:stCondLst>
                                  <p:childTnLst>
                                    <p:set>
                                      <p:cBhvr>
                                        <p:cTn id="6" dur="1" fill="hold">
                                          <p:stCondLst>
                                            <p:cond delay="0"/>
                                          </p:stCondLst>
                                        </p:cTn>
                                        <p:tgtEl>
                                          <p:spTgt spid="4"/>
                                        </p:tgtEl>
                                        <p:attrNameLst>
                                          <p:attrName>style.visibility</p:attrName>
                                        </p:attrNameLst>
                                      </p:cBhvr>
                                      <p:to>
                                        <p:strVal val="visible"/>
                                      </p:to>
                                    </p:set>
                                    <p:anim calcmode="lin" valueType="num">
                                      <p:cBhvr additive="base">
                                        <p:cTn id="7" dur="1000"/>
                                        <p:tgtEl>
                                          <p:spTgt spid="4"/>
                                        </p:tgtEl>
                                        <p:attrNameLst>
                                          <p:attrName>ppt_y</p:attrName>
                                        </p:attrNameLst>
                                      </p:cBhvr>
                                      <p:tavLst>
                                        <p:tav tm="0">
                                          <p:val>
                                            <p:strVal val="#ppt_y-#ppt_h*1.125000"/>
                                          </p:val>
                                        </p:tav>
                                        <p:tav tm="100000">
                                          <p:val>
                                            <p:strVal val="#ppt_y"/>
                                          </p:val>
                                        </p:tav>
                                      </p:tavLst>
                                    </p:anim>
                                    <p:animEffect transition="in" filter="wipe(down)">
                                      <p:cBhvr>
                                        <p:cTn id="8" dur="1000"/>
                                        <p:tgtEl>
                                          <p:spTgt spid="4"/>
                                        </p:tgtEl>
                                      </p:cBhvr>
                                    </p:animEffect>
                                  </p:childTnLst>
                                </p:cTn>
                              </p:par>
                            </p:childTnLst>
                          </p:cTn>
                        </p:par>
                      </p:childTnLst>
                    </p:cTn>
                  </p:par>
                  <p:par>
                    <p:cTn id="9" fill="hold">
                      <p:stCondLst>
                        <p:cond delay="indefinite"/>
                      </p:stCondLst>
                      <p:childTnLst>
                        <p:par>
                          <p:cTn id="10" fill="hold">
                            <p:stCondLst>
                              <p:cond delay="0"/>
                            </p:stCondLst>
                            <p:childTnLst>
                              <p:par>
                                <p:cTn id="11" presetID="49" presetClass="entr" presetSubtype="0" decel="100000" fill="hold" grpId="0" nodeType="clickEffect">
                                  <p:stCondLst>
                                    <p:cond delay="0"/>
                                  </p:stCondLst>
                                  <p:childTnLst>
                                    <p:set>
                                      <p:cBhvr>
                                        <p:cTn id="12" dur="1" fill="hold">
                                          <p:stCondLst>
                                            <p:cond delay="0"/>
                                          </p:stCondLst>
                                        </p:cTn>
                                        <p:tgtEl>
                                          <p:spTgt spid="13"/>
                                        </p:tgtEl>
                                        <p:attrNameLst>
                                          <p:attrName>style.visibility</p:attrName>
                                        </p:attrNameLst>
                                      </p:cBhvr>
                                      <p:to>
                                        <p:strVal val="visible"/>
                                      </p:to>
                                    </p:set>
                                    <p:anim calcmode="lin" valueType="num">
                                      <p:cBhvr>
                                        <p:cTn id="13" dur="500" fill="hold"/>
                                        <p:tgtEl>
                                          <p:spTgt spid="13"/>
                                        </p:tgtEl>
                                        <p:attrNameLst>
                                          <p:attrName>ppt_w</p:attrName>
                                        </p:attrNameLst>
                                      </p:cBhvr>
                                      <p:tavLst>
                                        <p:tav tm="0">
                                          <p:val>
                                            <p:fltVal val="0"/>
                                          </p:val>
                                        </p:tav>
                                        <p:tav tm="100000">
                                          <p:val>
                                            <p:strVal val="#ppt_w"/>
                                          </p:val>
                                        </p:tav>
                                      </p:tavLst>
                                    </p:anim>
                                    <p:anim calcmode="lin" valueType="num">
                                      <p:cBhvr>
                                        <p:cTn id="14" dur="500" fill="hold"/>
                                        <p:tgtEl>
                                          <p:spTgt spid="13"/>
                                        </p:tgtEl>
                                        <p:attrNameLst>
                                          <p:attrName>ppt_h</p:attrName>
                                        </p:attrNameLst>
                                      </p:cBhvr>
                                      <p:tavLst>
                                        <p:tav tm="0">
                                          <p:val>
                                            <p:fltVal val="0"/>
                                          </p:val>
                                        </p:tav>
                                        <p:tav tm="100000">
                                          <p:val>
                                            <p:strVal val="#ppt_h"/>
                                          </p:val>
                                        </p:tav>
                                      </p:tavLst>
                                    </p:anim>
                                    <p:anim calcmode="lin" valueType="num">
                                      <p:cBhvr>
                                        <p:cTn id="15" dur="500" fill="hold"/>
                                        <p:tgtEl>
                                          <p:spTgt spid="13"/>
                                        </p:tgtEl>
                                        <p:attrNameLst>
                                          <p:attrName>style.rotation</p:attrName>
                                        </p:attrNameLst>
                                      </p:cBhvr>
                                      <p:tavLst>
                                        <p:tav tm="0">
                                          <p:val>
                                            <p:fltVal val="360"/>
                                          </p:val>
                                        </p:tav>
                                        <p:tav tm="100000">
                                          <p:val>
                                            <p:fltVal val="0"/>
                                          </p:val>
                                        </p:tav>
                                      </p:tavLst>
                                    </p:anim>
                                    <p:animEffect transition="in" filter="fade">
                                      <p:cBhvr>
                                        <p:cTn id="16" dur="500"/>
                                        <p:tgtEl>
                                          <p:spTgt spid="13"/>
                                        </p:tgtEl>
                                      </p:cBhvr>
                                    </p:animEffect>
                                  </p:childTnLst>
                                </p:cTn>
                              </p:par>
                            </p:childTnLst>
                          </p:cTn>
                        </p:par>
                        <p:par>
                          <p:cTn id="17" fill="hold">
                            <p:stCondLst>
                              <p:cond delay="500"/>
                            </p:stCondLst>
                            <p:childTnLst>
                              <p:par>
                                <p:cTn id="18" presetID="1" presetClass="entr" presetSubtype="0" fill="hold" grpId="0" nodeType="afterEffect">
                                  <p:stCondLst>
                                    <p:cond delay="0"/>
                                  </p:stCondLst>
                                  <p:iterate type="lt">
                                    <p:tmAbs val="100"/>
                                  </p:iterate>
                                  <p:childTnLst>
                                    <p:set>
                                      <p:cBhvr>
                                        <p:cTn id="19" dur="1" fill="hold">
                                          <p:stCondLst>
                                            <p:cond delay="0"/>
                                          </p:stCondLst>
                                        </p:cTn>
                                        <p:tgtEl>
                                          <p:spTgt spid="14"/>
                                        </p:tgtEl>
                                        <p:attrNameLst>
                                          <p:attrName>style.visibility</p:attrName>
                                        </p:attrNameLst>
                                      </p:cBhvr>
                                      <p:to>
                                        <p:strVal val="visible"/>
                                      </p:to>
                                    </p:set>
                                  </p:childTnLst>
                                </p:cTn>
                              </p:par>
                            </p:childTnLst>
                          </p:cTn>
                        </p:par>
                      </p:childTnLst>
                    </p:cTn>
                  </p:par>
                  <p:par>
                    <p:cTn id="20" fill="hold">
                      <p:stCondLst>
                        <p:cond delay="indefinite"/>
                      </p:stCondLst>
                      <p:childTnLst>
                        <p:par>
                          <p:cTn id="21" fill="hold">
                            <p:stCondLst>
                              <p:cond delay="0"/>
                            </p:stCondLst>
                            <p:childTnLst>
                              <p:par>
                                <p:cTn id="22" presetID="49" presetClass="entr" presetSubtype="0" decel="100000" fill="hold" grpId="0" nodeType="clickEffect">
                                  <p:stCondLst>
                                    <p:cond delay="0"/>
                                  </p:stCondLst>
                                  <p:childTnLst>
                                    <p:set>
                                      <p:cBhvr>
                                        <p:cTn id="23" dur="1" fill="hold">
                                          <p:stCondLst>
                                            <p:cond delay="0"/>
                                          </p:stCondLst>
                                        </p:cTn>
                                        <p:tgtEl>
                                          <p:spTgt spid="15"/>
                                        </p:tgtEl>
                                        <p:attrNameLst>
                                          <p:attrName>style.visibility</p:attrName>
                                        </p:attrNameLst>
                                      </p:cBhvr>
                                      <p:to>
                                        <p:strVal val="visible"/>
                                      </p:to>
                                    </p:set>
                                    <p:anim calcmode="lin" valueType="num">
                                      <p:cBhvr>
                                        <p:cTn id="24" dur="500" fill="hold"/>
                                        <p:tgtEl>
                                          <p:spTgt spid="15"/>
                                        </p:tgtEl>
                                        <p:attrNameLst>
                                          <p:attrName>ppt_w</p:attrName>
                                        </p:attrNameLst>
                                      </p:cBhvr>
                                      <p:tavLst>
                                        <p:tav tm="0">
                                          <p:val>
                                            <p:fltVal val="0"/>
                                          </p:val>
                                        </p:tav>
                                        <p:tav tm="100000">
                                          <p:val>
                                            <p:strVal val="#ppt_w"/>
                                          </p:val>
                                        </p:tav>
                                      </p:tavLst>
                                    </p:anim>
                                    <p:anim calcmode="lin" valueType="num">
                                      <p:cBhvr>
                                        <p:cTn id="25" dur="500" fill="hold"/>
                                        <p:tgtEl>
                                          <p:spTgt spid="15"/>
                                        </p:tgtEl>
                                        <p:attrNameLst>
                                          <p:attrName>ppt_h</p:attrName>
                                        </p:attrNameLst>
                                      </p:cBhvr>
                                      <p:tavLst>
                                        <p:tav tm="0">
                                          <p:val>
                                            <p:fltVal val="0"/>
                                          </p:val>
                                        </p:tav>
                                        <p:tav tm="100000">
                                          <p:val>
                                            <p:strVal val="#ppt_h"/>
                                          </p:val>
                                        </p:tav>
                                      </p:tavLst>
                                    </p:anim>
                                    <p:anim calcmode="lin" valueType="num">
                                      <p:cBhvr>
                                        <p:cTn id="26" dur="500" fill="hold"/>
                                        <p:tgtEl>
                                          <p:spTgt spid="15"/>
                                        </p:tgtEl>
                                        <p:attrNameLst>
                                          <p:attrName>style.rotation</p:attrName>
                                        </p:attrNameLst>
                                      </p:cBhvr>
                                      <p:tavLst>
                                        <p:tav tm="0">
                                          <p:val>
                                            <p:fltVal val="360"/>
                                          </p:val>
                                        </p:tav>
                                        <p:tav tm="100000">
                                          <p:val>
                                            <p:fltVal val="0"/>
                                          </p:val>
                                        </p:tav>
                                      </p:tavLst>
                                    </p:anim>
                                    <p:animEffect transition="in" filter="fade">
                                      <p:cBhvr>
                                        <p:cTn id="27" dur="500"/>
                                        <p:tgtEl>
                                          <p:spTgt spid="15"/>
                                        </p:tgtEl>
                                      </p:cBhvr>
                                    </p:animEffect>
                                  </p:childTnLst>
                                </p:cTn>
                              </p:par>
                            </p:childTnLst>
                          </p:cTn>
                        </p:par>
                        <p:par>
                          <p:cTn id="28" fill="hold">
                            <p:stCondLst>
                              <p:cond delay="500"/>
                            </p:stCondLst>
                            <p:childTnLst>
                              <p:par>
                                <p:cTn id="29" presetID="1" presetClass="entr" presetSubtype="0" fill="hold" grpId="0" nodeType="afterEffect">
                                  <p:stCondLst>
                                    <p:cond delay="0"/>
                                  </p:stCondLst>
                                  <p:iterate type="lt">
                                    <p:tmAbs val="100"/>
                                  </p:iterate>
                                  <p:childTnLst>
                                    <p:set>
                                      <p:cBhvr>
                                        <p:cTn id="30" dur="1" fill="hold">
                                          <p:stCondLst>
                                            <p:cond delay="0"/>
                                          </p:stCondLst>
                                        </p:cTn>
                                        <p:tgtEl>
                                          <p:spTgt spid="16"/>
                                        </p:tgtEl>
                                        <p:attrNameLst>
                                          <p:attrName>style.visibility</p:attrName>
                                        </p:attrNameLst>
                                      </p:cBhvr>
                                      <p:to>
                                        <p:strVal val="visible"/>
                                      </p:to>
                                    </p:set>
                                  </p:childTnLst>
                                </p:cTn>
                              </p:par>
                            </p:childTnLst>
                          </p:cTn>
                        </p:par>
                      </p:childTnLst>
                    </p:cTn>
                  </p:par>
                  <p:par>
                    <p:cTn id="31" fill="hold">
                      <p:stCondLst>
                        <p:cond delay="indefinite"/>
                      </p:stCondLst>
                      <p:childTnLst>
                        <p:par>
                          <p:cTn id="32" fill="hold">
                            <p:stCondLst>
                              <p:cond delay="0"/>
                            </p:stCondLst>
                            <p:childTnLst>
                              <p:par>
                                <p:cTn id="33" presetID="49" presetClass="entr" presetSubtype="0" decel="100000" fill="hold" grpId="0" nodeType="clickEffect">
                                  <p:stCondLst>
                                    <p:cond delay="0"/>
                                  </p:stCondLst>
                                  <p:childTnLst>
                                    <p:set>
                                      <p:cBhvr>
                                        <p:cTn id="34" dur="1" fill="hold">
                                          <p:stCondLst>
                                            <p:cond delay="0"/>
                                          </p:stCondLst>
                                        </p:cTn>
                                        <p:tgtEl>
                                          <p:spTgt spid="21"/>
                                        </p:tgtEl>
                                        <p:attrNameLst>
                                          <p:attrName>style.visibility</p:attrName>
                                        </p:attrNameLst>
                                      </p:cBhvr>
                                      <p:to>
                                        <p:strVal val="visible"/>
                                      </p:to>
                                    </p:set>
                                    <p:anim calcmode="lin" valueType="num">
                                      <p:cBhvr>
                                        <p:cTn id="35" dur="500" fill="hold"/>
                                        <p:tgtEl>
                                          <p:spTgt spid="21"/>
                                        </p:tgtEl>
                                        <p:attrNameLst>
                                          <p:attrName>ppt_w</p:attrName>
                                        </p:attrNameLst>
                                      </p:cBhvr>
                                      <p:tavLst>
                                        <p:tav tm="0">
                                          <p:val>
                                            <p:fltVal val="0"/>
                                          </p:val>
                                        </p:tav>
                                        <p:tav tm="100000">
                                          <p:val>
                                            <p:strVal val="#ppt_w"/>
                                          </p:val>
                                        </p:tav>
                                      </p:tavLst>
                                    </p:anim>
                                    <p:anim calcmode="lin" valueType="num">
                                      <p:cBhvr>
                                        <p:cTn id="36" dur="500" fill="hold"/>
                                        <p:tgtEl>
                                          <p:spTgt spid="21"/>
                                        </p:tgtEl>
                                        <p:attrNameLst>
                                          <p:attrName>ppt_h</p:attrName>
                                        </p:attrNameLst>
                                      </p:cBhvr>
                                      <p:tavLst>
                                        <p:tav tm="0">
                                          <p:val>
                                            <p:fltVal val="0"/>
                                          </p:val>
                                        </p:tav>
                                        <p:tav tm="100000">
                                          <p:val>
                                            <p:strVal val="#ppt_h"/>
                                          </p:val>
                                        </p:tav>
                                      </p:tavLst>
                                    </p:anim>
                                    <p:anim calcmode="lin" valueType="num">
                                      <p:cBhvr>
                                        <p:cTn id="37" dur="500" fill="hold"/>
                                        <p:tgtEl>
                                          <p:spTgt spid="21"/>
                                        </p:tgtEl>
                                        <p:attrNameLst>
                                          <p:attrName>style.rotation</p:attrName>
                                        </p:attrNameLst>
                                      </p:cBhvr>
                                      <p:tavLst>
                                        <p:tav tm="0">
                                          <p:val>
                                            <p:fltVal val="360"/>
                                          </p:val>
                                        </p:tav>
                                        <p:tav tm="100000">
                                          <p:val>
                                            <p:fltVal val="0"/>
                                          </p:val>
                                        </p:tav>
                                      </p:tavLst>
                                    </p:anim>
                                    <p:animEffect transition="in" filter="fade">
                                      <p:cBhvr>
                                        <p:cTn id="38" dur="500"/>
                                        <p:tgtEl>
                                          <p:spTgt spid="21"/>
                                        </p:tgtEl>
                                      </p:cBhvr>
                                    </p:animEffect>
                                  </p:childTnLst>
                                </p:cTn>
                              </p:par>
                            </p:childTnLst>
                          </p:cTn>
                        </p:par>
                        <p:par>
                          <p:cTn id="39" fill="hold">
                            <p:stCondLst>
                              <p:cond delay="500"/>
                            </p:stCondLst>
                            <p:childTnLst>
                              <p:par>
                                <p:cTn id="40" presetID="1" presetClass="entr" presetSubtype="0" fill="hold" grpId="0" nodeType="afterEffect">
                                  <p:stCondLst>
                                    <p:cond delay="0"/>
                                  </p:stCondLst>
                                  <p:iterate type="lt">
                                    <p:tmAbs val="100"/>
                                  </p:iterate>
                                  <p:childTnLst>
                                    <p:set>
                                      <p:cBhvr>
                                        <p:cTn id="41" dur="1" fill="hold">
                                          <p:stCondLst>
                                            <p:cond delay="0"/>
                                          </p:stCondLst>
                                        </p:cTn>
                                        <p:tgtEl>
                                          <p:spTgt spid="22"/>
                                        </p:tgtEl>
                                        <p:attrNameLst>
                                          <p:attrName>style.visibility</p:attrName>
                                        </p:attrNameLst>
                                      </p:cBhvr>
                                      <p:to>
                                        <p:strVal val="visible"/>
                                      </p:to>
                                    </p:set>
                                  </p:childTnLst>
                                </p:cTn>
                              </p:par>
                            </p:childTnLst>
                          </p:cTn>
                        </p:par>
                      </p:childTnLst>
                    </p:cTn>
                  </p:par>
                  <p:par>
                    <p:cTn id="42" fill="hold">
                      <p:stCondLst>
                        <p:cond delay="indefinite"/>
                      </p:stCondLst>
                      <p:childTnLst>
                        <p:par>
                          <p:cTn id="43" fill="hold">
                            <p:stCondLst>
                              <p:cond delay="0"/>
                            </p:stCondLst>
                            <p:childTnLst>
                              <p:par>
                                <p:cTn id="44" presetID="53" presetClass="entr" presetSubtype="16" fill="hold" nodeType="clickEffect">
                                  <p:stCondLst>
                                    <p:cond delay="0"/>
                                  </p:stCondLst>
                                  <p:childTnLst>
                                    <p:set>
                                      <p:cBhvr>
                                        <p:cTn id="45" dur="1" fill="hold">
                                          <p:stCondLst>
                                            <p:cond delay="0"/>
                                          </p:stCondLst>
                                        </p:cTn>
                                        <p:tgtEl>
                                          <p:spTgt spid="46"/>
                                        </p:tgtEl>
                                        <p:attrNameLst>
                                          <p:attrName>style.visibility</p:attrName>
                                        </p:attrNameLst>
                                      </p:cBhvr>
                                      <p:to>
                                        <p:strVal val="visible"/>
                                      </p:to>
                                    </p:set>
                                    <p:anim calcmode="lin" valueType="num">
                                      <p:cBhvr>
                                        <p:cTn id="46" dur="500" fill="hold"/>
                                        <p:tgtEl>
                                          <p:spTgt spid="46"/>
                                        </p:tgtEl>
                                        <p:attrNameLst>
                                          <p:attrName>ppt_w</p:attrName>
                                        </p:attrNameLst>
                                      </p:cBhvr>
                                      <p:tavLst>
                                        <p:tav tm="0">
                                          <p:val>
                                            <p:fltVal val="0"/>
                                          </p:val>
                                        </p:tav>
                                        <p:tav tm="100000">
                                          <p:val>
                                            <p:strVal val="#ppt_w"/>
                                          </p:val>
                                        </p:tav>
                                      </p:tavLst>
                                    </p:anim>
                                    <p:anim calcmode="lin" valueType="num">
                                      <p:cBhvr>
                                        <p:cTn id="47" dur="500" fill="hold"/>
                                        <p:tgtEl>
                                          <p:spTgt spid="46"/>
                                        </p:tgtEl>
                                        <p:attrNameLst>
                                          <p:attrName>ppt_h</p:attrName>
                                        </p:attrNameLst>
                                      </p:cBhvr>
                                      <p:tavLst>
                                        <p:tav tm="0">
                                          <p:val>
                                            <p:fltVal val="0"/>
                                          </p:val>
                                        </p:tav>
                                        <p:tav tm="100000">
                                          <p:val>
                                            <p:strVal val="#ppt_h"/>
                                          </p:val>
                                        </p:tav>
                                      </p:tavLst>
                                    </p:anim>
                                    <p:animEffect transition="in" filter="fade">
                                      <p:cBhvr>
                                        <p:cTn id="48" dur="500"/>
                                        <p:tgtEl>
                                          <p:spTgt spid="46"/>
                                        </p:tgtEl>
                                      </p:cBhvr>
                                    </p:animEffect>
                                  </p:childTnLst>
                                </p:cTn>
                              </p:par>
                            </p:childTnLst>
                          </p:cTn>
                        </p:par>
                      </p:childTnLst>
                    </p:cTn>
                  </p:par>
                  <p:par>
                    <p:cTn id="49" fill="hold">
                      <p:stCondLst>
                        <p:cond delay="indefinite"/>
                      </p:stCondLst>
                      <p:childTnLst>
                        <p:par>
                          <p:cTn id="50" fill="hold">
                            <p:stCondLst>
                              <p:cond delay="0"/>
                            </p:stCondLst>
                            <p:childTnLst>
                              <p:par>
                                <p:cTn id="51" presetID="22" presetClass="entr" presetSubtype="8" fill="hold" nodeType="clickEffect">
                                  <p:stCondLst>
                                    <p:cond delay="0"/>
                                  </p:stCondLst>
                                  <p:childTnLst>
                                    <p:set>
                                      <p:cBhvr>
                                        <p:cTn id="52" dur="1" fill="hold">
                                          <p:stCondLst>
                                            <p:cond delay="0"/>
                                          </p:stCondLst>
                                        </p:cTn>
                                        <p:tgtEl>
                                          <p:spTgt spid="23"/>
                                        </p:tgtEl>
                                        <p:attrNameLst>
                                          <p:attrName>style.visibility</p:attrName>
                                        </p:attrNameLst>
                                      </p:cBhvr>
                                      <p:to>
                                        <p:strVal val="visible"/>
                                      </p:to>
                                    </p:set>
                                    <p:animEffect transition="in" filter="wipe(left)">
                                      <p:cBhvr>
                                        <p:cTn id="53" dur="1000"/>
                                        <p:tgtEl>
                                          <p:spTgt spid="23"/>
                                        </p:tgtEl>
                                      </p:cBhvr>
                                    </p:animEffect>
                                  </p:childTnLst>
                                </p:cTn>
                              </p:par>
                            </p:childTnLst>
                          </p:cTn>
                        </p:par>
                      </p:childTnLst>
                    </p:cTn>
                  </p:par>
                  <p:par>
                    <p:cTn id="54" fill="hold">
                      <p:stCondLst>
                        <p:cond delay="indefinite"/>
                      </p:stCondLst>
                      <p:childTnLst>
                        <p:par>
                          <p:cTn id="55" fill="hold">
                            <p:stCondLst>
                              <p:cond delay="0"/>
                            </p:stCondLst>
                            <p:childTnLst>
                              <p:par>
                                <p:cTn id="56" presetID="22" presetClass="entr" presetSubtype="8" fill="hold" nodeType="clickEffect">
                                  <p:stCondLst>
                                    <p:cond delay="0"/>
                                  </p:stCondLst>
                                  <p:childTnLst>
                                    <p:set>
                                      <p:cBhvr>
                                        <p:cTn id="57" dur="1" fill="hold">
                                          <p:stCondLst>
                                            <p:cond delay="0"/>
                                          </p:stCondLst>
                                        </p:cTn>
                                        <p:tgtEl>
                                          <p:spTgt spid="37"/>
                                        </p:tgtEl>
                                        <p:attrNameLst>
                                          <p:attrName>style.visibility</p:attrName>
                                        </p:attrNameLst>
                                      </p:cBhvr>
                                      <p:to>
                                        <p:strVal val="visible"/>
                                      </p:to>
                                    </p:set>
                                    <p:animEffect transition="in" filter="wipe(left)">
                                      <p:cBhvr>
                                        <p:cTn id="58" dur="1000"/>
                                        <p:tgtEl>
                                          <p:spTgt spid="37"/>
                                        </p:tgtEl>
                                      </p:cBhvr>
                                    </p:animEffect>
                                  </p:childTnLst>
                                </p:cTn>
                              </p:par>
                            </p:childTnLst>
                          </p:cTn>
                        </p:par>
                      </p:childTnLst>
                    </p:cTn>
                  </p:par>
                  <p:par>
                    <p:cTn id="59" fill="hold">
                      <p:stCondLst>
                        <p:cond delay="indefinite"/>
                      </p:stCondLst>
                      <p:childTnLst>
                        <p:par>
                          <p:cTn id="60" fill="hold">
                            <p:stCondLst>
                              <p:cond delay="0"/>
                            </p:stCondLst>
                            <p:childTnLst>
                              <p:par>
                                <p:cTn id="61" presetID="49" presetClass="entr" presetSubtype="0" decel="100000" fill="hold" grpId="0" nodeType="clickEffect">
                                  <p:stCondLst>
                                    <p:cond delay="0"/>
                                  </p:stCondLst>
                                  <p:childTnLst>
                                    <p:set>
                                      <p:cBhvr>
                                        <p:cTn id="62" dur="1" fill="hold">
                                          <p:stCondLst>
                                            <p:cond delay="0"/>
                                          </p:stCondLst>
                                        </p:cTn>
                                        <p:tgtEl>
                                          <p:spTgt spid="35"/>
                                        </p:tgtEl>
                                        <p:attrNameLst>
                                          <p:attrName>style.visibility</p:attrName>
                                        </p:attrNameLst>
                                      </p:cBhvr>
                                      <p:to>
                                        <p:strVal val="visible"/>
                                      </p:to>
                                    </p:set>
                                    <p:anim calcmode="lin" valueType="num">
                                      <p:cBhvr>
                                        <p:cTn id="63" dur="500" fill="hold"/>
                                        <p:tgtEl>
                                          <p:spTgt spid="35"/>
                                        </p:tgtEl>
                                        <p:attrNameLst>
                                          <p:attrName>ppt_w</p:attrName>
                                        </p:attrNameLst>
                                      </p:cBhvr>
                                      <p:tavLst>
                                        <p:tav tm="0">
                                          <p:val>
                                            <p:fltVal val="0"/>
                                          </p:val>
                                        </p:tav>
                                        <p:tav tm="100000">
                                          <p:val>
                                            <p:strVal val="#ppt_w"/>
                                          </p:val>
                                        </p:tav>
                                      </p:tavLst>
                                    </p:anim>
                                    <p:anim calcmode="lin" valueType="num">
                                      <p:cBhvr>
                                        <p:cTn id="64" dur="500" fill="hold"/>
                                        <p:tgtEl>
                                          <p:spTgt spid="35"/>
                                        </p:tgtEl>
                                        <p:attrNameLst>
                                          <p:attrName>ppt_h</p:attrName>
                                        </p:attrNameLst>
                                      </p:cBhvr>
                                      <p:tavLst>
                                        <p:tav tm="0">
                                          <p:val>
                                            <p:fltVal val="0"/>
                                          </p:val>
                                        </p:tav>
                                        <p:tav tm="100000">
                                          <p:val>
                                            <p:strVal val="#ppt_h"/>
                                          </p:val>
                                        </p:tav>
                                      </p:tavLst>
                                    </p:anim>
                                    <p:anim calcmode="lin" valueType="num">
                                      <p:cBhvr>
                                        <p:cTn id="65" dur="500" fill="hold"/>
                                        <p:tgtEl>
                                          <p:spTgt spid="35"/>
                                        </p:tgtEl>
                                        <p:attrNameLst>
                                          <p:attrName>style.rotation</p:attrName>
                                        </p:attrNameLst>
                                      </p:cBhvr>
                                      <p:tavLst>
                                        <p:tav tm="0">
                                          <p:val>
                                            <p:fltVal val="360"/>
                                          </p:val>
                                        </p:tav>
                                        <p:tav tm="100000">
                                          <p:val>
                                            <p:fltVal val="0"/>
                                          </p:val>
                                        </p:tav>
                                      </p:tavLst>
                                    </p:anim>
                                    <p:animEffect transition="in" filter="fade">
                                      <p:cBhvr>
                                        <p:cTn id="66" dur="500"/>
                                        <p:tgtEl>
                                          <p:spTgt spid="35"/>
                                        </p:tgtEl>
                                      </p:cBhvr>
                                    </p:animEffect>
                                  </p:childTnLst>
                                </p:cTn>
                              </p:par>
                              <p:par>
                                <p:cTn id="67" presetID="49" presetClass="entr" presetSubtype="0" decel="100000" fill="hold" grpId="0" nodeType="withEffect">
                                  <p:stCondLst>
                                    <p:cond delay="0"/>
                                  </p:stCondLst>
                                  <p:childTnLst>
                                    <p:set>
                                      <p:cBhvr>
                                        <p:cTn id="68" dur="1" fill="hold">
                                          <p:stCondLst>
                                            <p:cond delay="0"/>
                                          </p:stCondLst>
                                        </p:cTn>
                                        <p:tgtEl>
                                          <p:spTgt spid="34"/>
                                        </p:tgtEl>
                                        <p:attrNameLst>
                                          <p:attrName>style.visibility</p:attrName>
                                        </p:attrNameLst>
                                      </p:cBhvr>
                                      <p:to>
                                        <p:strVal val="visible"/>
                                      </p:to>
                                    </p:set>
                                    <p:anim calcmode="lin" valueType="num">
                                      <p:cBhvr>
                                        <p:cTn id="69" dur="500" fill="hold"/>
                                        <p:tgtEl>
                                          <p:spTgt spid="34"/>
                                        </p:tgtEl>
                                        <p:attrNameLst>
                                          <p:attrName>ppt_w</p:attrName>
                                        </p:attrNameLst>
                                      </p:cBhvr>
                                      <p:tavLst>
                                        <p:tav tm="0">
                                          <p:val>
                                            <p:fltVal val="0"/>
                                          </p:val>
                                        </p:tav>
                                        <p:tav tm="100000">
                                          <p:val>
                                            <p:strVal val="#ppt_w"/>
                                          </p:val>
                                        </p:tav>
                                      </p:tavLst>
                                    </p:anim>
                                    <p:anim calcmode="lin" valueType="num">
                                      <p:cBhvr>
                                        <p:cTn id="70" dur="500" fill="hold"/>
                                        <p:tgtEl>
                                          <p:spTgt spid="34"/>
                                        </p:tgtEl>
                                        <p:attrNameLst>
                                          <p:attrName>ppt_h</p:attrName>
                                        </p:attrNameLst>
                                      </p:cBhvr>
                                      <p:tavLst>
                                        <p:tav tm="0">
                                          <p:val>
                                            <p:fltVal val="0"/>
                                          </p:val>
                                        </p:tav>
                                        <p:tav tm="100000">
                                          <p:val>
                                            <p:strVal val="#ppt_h"/>
                                          </p:val>
                                        </p:tav>
                                      </p:tavLst>
                                    </p:anim>
                                    <p:anim calcmode="lin" valueType="num">
                                      <p:cBhvr>
                                        <p:cTn id="71" dur="500" fill="hold"/>
                                        <p:tgtEl>
                                          <p:spTgt spid="34"/>
                                        </p:tgtEl>
                                        <p:attrNameLst>
                                          <p:attrName>style.rotation</p:attrName>
                                        </p:attrNameLst>
                                      </p:cBhvr>
                                      <p:tavLst>
                                        <p:tav tm="0">
                                          <p:val>
                                            <p:fltVal val="360"/>
                                          </p:val>
                                        </p:tav>
                                        <p:tav tm="100000">
                                          <p:val>
                                            <p:fltVal val="0"/>
                                          </p:val>
                                        </p:tav>
                                      </p:tavLst>
                                    </p:anim>
                                    <p:animEffect transition="in" filter="fade">
                                      <p:cBhvr>
                                        <p:cTn id="72" dur="500"/>
                                        <p:tgtEl>
                                          <p:spTgt spid="34"/>
                                        </p:tgtEl>
                                      </p:cBhvr>
                                    </p:animEffect>
                                  </p:childTnLst>
                                </p:cTn>
                              </p:par>
                              <p:par>
                                <p:cTn id="73" presetID="49" presetClass="entr" presetSubtype="0" decel="100000" fill="hold" grpId="0" nodeType="withEffect">
                                  <p:stCondLst>
                                    <p:cond delay="0"/>
                                  </p:stCondLst>
                                  <p:childTnLst>
                                    <p:set>
                                      <p:cBhvr>
                                        <p:cTn id="74" dur="1" fill="hold">
                                          <p:stCondLst>
                                            <p:cond delay="0"/>
                                          </p:stCondLst>
                                        </p:cTn>
                                        <p:tgtEl>
                                          <p:spTgt spid="36"/>
                                        </p:tgtEl>
                                        <p:attrNameLst>
                                          <p:attrName>style.visibility</p:attrName>
                                        </p:attrNameLst>
                                      </p:cBhvr>
                                      <p:to>
                                        <p:strVal val="visible"/>
                                      </p:to>
                                    </p:set>
                                    <p:anim calcmode="lin" valueType="num">
                                      <p:cBhvr>
                                        <p:cTn id="75" dur="500" fill="hold"/>
                                        <p:tgtEl>
                                          <p:spTgt spid="36"/>
                                        </p:tgtEl>
                                        <p:attrNameLst>
                                          <p:attrName>ppt_w</p:attrName>
                                        </p:attrNameLst>
                                      </p:cBhvr>
                                      <p:tavLst>
                                        <p:tav tm="0">
                                          <p:val>
                                            <p:fltVal val="0"/>
                                          </p:val>
                                        </p:tav>
                                        <p:tav tm="100000">
                                          <p:val>
                                            <p:strVal val="#ppt_w"/>
                                          </p:val>
                                        </p:tav>
                                      </p:tavLst>
                                    </p:anim>
                                    <p:anim calcmode="lin" valueType="num">
                                      <p:cBhvr>
                                        <p:cTn id="76" dur="500" fill="hold"/>
                                        <p:tgtEl>
                                          <p:spTgt spid="36"/>
                                        </p:tgtEl>
                                        <p:attrNameLst>
                                          <p:attrName>ppt_h</p:attrName>
                                        </p:attrNameLst>
                                      </p:cBhvr>
                                      <p:tavLst>
                                        <p:tav tm="0">
                                          <p:val>
                                            <p:fltVal val="0"/>
                                          </p:val>
                                        </p:tav>
                                        <p:tav tm="100000">
                                          <p:val>
                                            <p:strVal val="#ppt_h"/>
                                          </p:val>
                                        </p:tav>
                                      </p:tavLst>
                                    </p:anim>
                                    <p:anim calcmode="lin" valueType="num">
                                      <p:cBhvr>
                                        <p:cTn id="77" dur="500" fill="hold"/>
                                        <p:tgtEl>
                                          <p:spTgt spid="36"/>
                                        </p:tgtEl>
                                        <p:attrNameLst>
                                          <p:attrName>style.rotation</p:attrName>
                                        </p:attrNameLst>
                                      </p:cBhvr>
                                      <p:tavLst>
                                        <p:tav tm="0">
                                          <p:val>
                                            <p:fltVal val="360"/>
                                          </p:val>
                                        </p:tav>
                                        <p:tav tm="100000">
                                          <p:val>
                                            <p:fltVal val="0"/>
                                          </p:val>
                                        </p:tav>
                                      </p:tavLst>
                                    </p:anim>
                                    <p:animEffect transition="in" filter="fade">
                                      <p:cBhvr>
                                        <p:cTn id="78" dur="500"/>
                                        <p:tgtEl>
                                          <p:spTgt spid="36"/>
                                        </p:tgtEl>
                                      </p:cBhvr>
                                    </p:animEffect>
                                  </p:childTnLst>
                                </p:cTn>
                              </p:par>
                            </p:childTnLst>
                          </p:cTn>
                        </p:par>
                      </p:childTnLst>
                    </p:cTn>
                  </p:par>
                  <p:par>
                    <p:cTn id="79" fill="hold">
                      <p:stCondLst>
                        <p:cond delay="indefinite"/>
                      </p:stCondLst>
                      <p:childTnLst>
                        <p:par>
                          <p:cTn id="80" fill="hold">
                            <p:stCondLst>
                              <p:cond delay="0"/>
                            </p:stCondLst>
                            <p:childTnLst>
                              <p:par>
                                <p:cTn id="81" presetID="49" presetClass="entr" presetSubtype="0" decel="100000" fill="hold" grpId="0" nodeType="clickEffect">
                                  <p:stCondLst>
                                    <p:cond delay="0"/>
                                  </p:stCondLst>
                                  <p:childTnLst>
                                    <p:set>
                                      <p:cBhvr>
                                        <p:cTn id="82" dur="1" fill="hold">
                                          <p:stCondLst>
                                            <p:cond delay="0"/>
                                          </p:stCondLst>
                                        </p:cTn>
                                        <p:tgtEl>
                                          <p:spTgt spid="54"/>
                                        </p:tgtEl>
                                        <p:attrNameLst>
                                          <p:attrName>style.visibility</p:attrName>
                                        </p:attrNameLst>
                                      </p:cBhvr>
                                      <p:to>
                                        <p:strVal val="visible"/>
                                      </p:to>
                                    </p:set>
                                    <p:anim calcmode="lin" valueType="num">
                                      <p:cBhvr>
                                        <p:cTn id="83" dur="500" fill="hold"/>
                                        <p:tgtEl>
                                          <p:spTgt spid="54"/>
                                        </p:tgtEl>
                                        <p:attrNameLst>
                                          <p:attrName>ppt_w</p:attrName>
                                        </p:attrNameLst>
                                      </p:cBhvr>
                                      <p:tavLst>
                                        <p:tav tm="0">
                                          <p:val>
                                            <p:fltVal val="0"/>
                                          </p:val>
                                        </p:tav>
                                        <p:tav tm="100000">
                                          <p:val>
                                            <p:strVal val="#ppt_w"/>
                                          </p:val>
                                        </p:tav>
                                      </p:tavLst>
                                    </p:anim>
                                    <p:anim calcmode="lin" valueType="num">
                                      <p:cBhvr>
                                        <p:cTn id="84" dur="500" fill="hold"/>
                                        <p:tgtEl>
                                          <p:spTgt spid="54"/>
                                        </p:tgtEl>
                                        <p:attrNameLst>
                                          <p:attrName>ppt_h</p:attrName>
                                        </p:attrNameLst>
                                      </p:cBhvr>
                                      <p:tavLst>
                                        <p:tav tm="0">
                                          <p:val>
                                            <p:fltVal val="0"/>
                                          </p:val>
                                        </p:tav>
                                        <p:tav tm="100000">
                                          <p:val>
                                            <p:strVal val="#ppt_h"/>
                                          </p:val>
                                        </p:tav>
                                      </p:tavLst>
                                    </p:anim>
                                    <p:anim calcmode="lin" valueType="num">
                                      <p:cBhvr>
                                        <p:cTn id="85" dur="500" fill="hold"/>
                                        <p:tgtEl>
                                          <p:spTgt spid="54"/>
                                        </p:tgtEl>
                                        <p:attrNameLst>
                                          <p:attrName>style.rotation</p:attrName>
                                        </p:attrNameLst>
                                      </p:cBhvr>
                                      <p:tavLst>
                                        <p:tav tm="0">
                                          <p:val>
                                            <p:fltVal val="360"/>
                                          </p:val>
                                        </p:tav>
                                        <p:tav tm="100000">
                                          <p:val>
                                            <p:fltVal val="0"/>
                                          </p:val>
                                        </p:tav>
                                      </p:tavLst>
                                    </p:anim>
                                    <p:animEffect transition="in" filter="fade">
                                      <p:cBhvr>
                                        <p:cTn id="86" dur="500"/>
                                        <p:tgtEl>
                                          <p:spTgt spid="54"/>
                                        </p:tgtEl>
                                      </p:cBhvr>
                                    </p:animEffect>
                                  </p:childTnLst>
                                </p:cTn>
                              </p:par>
                              <p:par>
                                <p:cTn id="87" presetID="49" presetClass="entr" presetSubtype="0" decel="100000" fill="hold" grpId="0" nodeType="withEffect">
                                  <p:stCondLst>
                                    <p:cond delay="0"/>
                                  </p:stCondLst>
                                  <p:childTnLst>
                                    <p:set>
                                      <p:cBhvr>
                                        <p:cTn id="88" dur="1" fill="hold">
                                          <p:stCondLst>
                                            <p:cond delay="0"/>
                                          </p:stCondLst>
                                        </p:cTn>
                                        <p:tgtEl>
                                          <p:spTgt spid="53"/>
                                        </p:tgtEl>
                                        <p:attrNameLst>
                                          <p:attrName>style.visibility</p:attrName>
                                        </p:attrNameLst>
                                      </p:cBhvr>
                                      <p:to>
                                        <p:strVal val="visible"/>
                                      </p:to>
                                    </p:set>
                                    <p:anim calcmode="lin" valueType="num">
                                      <p:cBhvr>
                                        <p:cTn id="89" dur="500" fill="hold"/>
                                        <p:tgtEl>
                                          <p:spTgt spid="53"/>
                                        </p:tgtEl>
                                        <p:attrNameLst>
                                          <p:attrName>ppt_w</p:attrName>
                                        </p:attrNameLst>
                                      </p:cBhvr>
                                      <p:tavLst>
                                        <p:tav tm="0">
                                          <p:val>
                                            <p:fltVal val="0"/>
                                          </p:val>
                                        </p:tav>
                                        <p:tav tm="100000">
                                          <p:val>
                                            <p:strVal val="#ppt_w"/>
                                          </p:val>
                                        </p:tav>
                                      </p:tavLst>
                                    </p:anim>
                                    <p:anim calcmode="lin" valueType="num">
                                      <p:cBhvr>
                                        <p:cTn id="90" dur="500" fill="hold"/>
                                        <p:tgtEl>
                                          <p:spTgt spid="53"/>
                                        </p:tgtEl>
                                        <p:attrNameLst>
                                          <p:attrName>ppt_h</p:attrName>
                                        </p:attrNameLst>
                                      </p:cBhvr>
                                      <p:tavLst>
                                        <p:tav tm="0">
                                          <p:val>
                                            <p:fltVal val="0"/>
                                          </p:val>
                                        </p:tav>
                                        <p:tav tm="100000">
                                          <p:val>
                                            <p:strVal val="#ppt_h"/>
                                          </p:val>
                                        </p:tav>
                                      </p:tavLst>
                                    </p:anim>
                                    <p:anim calcmode="lin" valueType="num">
                                      <p:cBhvr>
                                        <p:cTn id="91" dur="500" fill="hold"/>
                                        <p:tgtEl>
                                          <p:spTgt spid="53"/>
                                        </p:tgtEl>
                                        <p:attrNameLst>
                                          <p:attrName>style.rotation</p:attrName>
                                        </p:attrNameLst>
                                      </p:cBhvr>
                                      <p:tavLst>
                                        <p:tav tm="0">
                                          <p:val>
                                            <p:fltVal val="360"/>
                                          </p:val>
                                        </p:tav>
                                        <p:tav tm="100000">
                                          <p:val>
                                            <p:fltVal val="0"/>
                                          </p:val>
                                        </p:tav>
                                      </p:tavLst>
                                    </p:anim>
                                    <p:animEffect transition="in" filter="fade">
                                      <p:cBhvr>
                                        <p:cTn id="92" dur="500"/>
                                        <p:tgtEl>
                                          <p:spTgt spid="53"/>
                                        </p:tgtEl>
                                      </p:cBhvr>
                                    </p:animEffect>
                                  </p:childTnLst>
                                </p:cTn>
                              </p:par>
                              <p:par>
                                <p:cTn id="93" presetID="49" presetClass="entr" presetSubtype="0" decel="100000" fill="hold" grpId="0" nodeType="withEffect">
                                  <p:stCondLst>
                                    <p:cond delay="0"/>
                                  </p:stCondLst>
                                  <p:childTnLst>
                                    <p:set>
                                      <p:cBhvr>
                                        <p:cTn id="94" dur="1" fill="hold">
                                          <p:stCondLst>
                                            <p:cond delay="0"/>
                                          </p:stCondLst>
                                        </p:cTn>
                                        <p:tgtEl>
                                          <p:spTgt spid="55"/>
                                        </p:tgtEl>
                                        <p:attrNameLst>
                                          <p:attrName>style.visibility</p:attrName>
                                        </p:attrNameLst>
                                      </p:cBhvr>
                                      <p:to>
                                        <p:strVal val="visible"/>
                                      </p:to>
                                    </p:set>
                                    <p:anim calcmode="lin" valueType="num">
                                      <p:cBhvr>
                                        <p:cTn id="95" dur="500" fill="hold"/>
                                        <p:tgtEl>
                                          <p:spTgt spid="55"/>
                                        </p:tgtEl>
                                        <p:attrNameLst>
                                          <p:attrName>ppt_w</p:attrName>
                                        </p:attrNameLst>
                                      </p:cBhvr>
                                      <p:tavLst>
                                        <p:tav tm="0">
                                          <p:val>
                                            <p:fltVal val="0"/>
                                          </p:val>
                                        </p:tav>
                                        <p:tav tm="100000">
                                          <p:val>
                                            <p:strVal val="#ppt_w"/>
                                          </p:val>
                                        </p:tav>
                                      </p:tavLst>
                                    </p:anim>
                                    <p:anim calcmode="lin" valueType="num">
                                      <p:cBhvr>
                                        <p:cTn id="96" dur="500" fill="hold"/>
                                        <p:tgtEl>
                                          <p:spTgt spid="55"/>
                                        </p:tgtEl>
                                        <p:attrNameLst>
                                          <p:attrName>ppt_h</p:attrName>
                                        </p:attrNameLst>
                                      </p:cBhvr>
                                      <p:tavLst>
                                        <p:tav tm="0">
                                          <p:val>
                                            <p:fltVal val="0"/>
                                          </p:val>
                                        </p:tav>
                                        <p:tav tm="100000">
                                          <p:val>
                                            <p:strVal val="#ppt_h"/>
                                          </p:val>
                                        </p:tav>
                                      </p:tavLst>
                                    </p:anim>
                                    <p:anim calcmode="lin" valueType="num">
                                      <p:cBhvr>
                                        <p:cTn id="97" dur="500" fill="hold"/>
                                        <p:tgtEl>
                                          <p:spTgt spid="55"/>
                                        </p:tgtEl>
                                        <p:attrNameLst>
                                          <p:attrName>style.rotation</p:attrName>
                                        </p:attrNameLst>
                                      </p:cBhvr>
                                      <p:tavLst>
                                        <p:tav tm="0">
                                          <p:val>
                                            <p:fltVal val="360"/>
                                          </p:val>
                                        </p:tav>
                                        <p:tav tm="100000">
                                          <p:val>
                                            <p:fltVal val="0"/>
                                          </p:val>
                                        </p:tav>
                                      </p:tavLst>
                                    </p:anim>
                                    <p:animEffect transition="in" filter="fade">
                                      <p:cBhvr>
                                        <p:cTn id="98" dur="500"/>
                                        <p:tgtEl>
                                          <p:spTgt spid="55"/>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3" grpId="0" animBg="1"/>
      <p:bldP spid="14" grpId="0"/>
      <p:bldP spid="15" grpId="0" animBg="1"/>
      <p:bldP spid="16" grpId="0"/>
      <p:bldP spid="21" grpId="0" animBg="1"/>
      <p:bldP spid="22" grpId="0"/>
      <p:bldP spid="34" grpId="0"/>
      <p:bldP spid="35" grpId="0"/>
      <p:bldP spid="36" grpId="0"/>
      <p:bldP spid="53" grpId="0"/>
      <p:bldP spid="54" grpId="0"/>
      <p:bldP spid="55" grpId="0"/>
    </p:bldLst>
  </p:timing>
</p:sld>
</file>

<file path=ppt/slides/slide22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4" name="组合 3">
            <a:extLst>
              <a:ext uri="{FF2B5EF4-FFF2-40B4-BE49-F238E27FC236}">
                <a16:creationId xmlns:a16="http://schemas.microsoft.com/office/drawing/2014/main" id="{9A1EA9F2-FCB6-48C3-935F-7AE7E3AD14AC}"/>
              </a:ext>
            </a:extLst>
          </p:cNvPr>
          <p:cNvGrpSpPr/>
          <p:nvPr/>
        </p:nvGrpSpPr>
        <p:grpSpPr>
          <a:xfrm>
            <a:off x="304800" y="749300"/>
            <a:ext cx="6192344" cy="400110"/>
            <a:chOff x="424117" y="898245"/>
            <a:chExt cx="6192344" cy="400110"/>
          </a:xfrm>
        </p:grpSpPr>
        <p:sp>
          <p:nvSpPr>
            <p:cNvPr id="2" name="平行四边形 1">
              <a:extLst>
                <a:ext uri="{FF2B5EF4-FFF2-40B4-BE49-F238E27FC236}">
                  <a16:creationId xmlns:a16="http://schemas.microsoft.com/office/drawing/2014/main" id="{1F5BAA3F-9845-4F89-A2DD-8222D3E4EDAC}"/>
                </a:ext>
              </a:extLst>
            </p:cNvPr>
            <p:cNvSpPr/>
            <p:nvPr/>
          </p:nvSpPr>
          <p:spPr>
            <a:xfrm>
              <a:off x="424117" y="898245"/>
              <a:ext cx="628306" cy="387090"/>
            </a:xfrm>
            <a:prstGeom prst="parallelogram">
              <a:avLst/>
            </a:prstGeom>
            <a:solidFill>
              <a:schemeClr val="accent3">
                <a:lumMod val="75000"/>
              </a:schemeClr>
            </a:solidFill>
            <a:ln>
              <a:solidFill>
                <a:schemeClr val="accent3">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CN" sz="2200" dirty="0">
                  <a:latin typeface="Impact" panose="020B0806030902050204" pitchFamily="34" charset="0"/>
                </a:rPr>
                <a:t>01</a:t>
              </a:r>
              <a:endParaRPr lang="zh-CN" altLang="en-US" sz="2200" dirty="0">
                <a:latin typeface="Impact" panose="020B0806030902050204" pitchFamily="34" charset="0"/>
              </a:endParaRPr>
            </a:p>
          </p:txBody>
        </p:sp>
        <p:sp>
          <p:nvSpPr>
            <p:cNvPr id="3" name="文本框 2">
              <a:extLst>
                <a:ext uri="{FF2B5EF4-FFF2-40B4-BE49-F238E27FC236}">
                  <a16:creationId xmlns:a16="http://schemas.microsoft.com/office/drawing/2014/main" id="{4D6BD736-A4D3-4F26-AFED-36E11F50F70B}"/>
                </a:ext>
              </a:extLst>
            </p:cNvPr>
            <p:cNvSpPr txBox="1"/>
            <p:nvPr/>
          </p:nvSpPr>
          <p:spPr>
            <a:xfrm>
              <a:off x="1052423" y="898245"/>
              <a:ext cx="5564038" cy="400110"/>
            </a:xfrm>
            <a:prstGeom prst="rect">
              <a:avLst/>
            </a:prstGeom>
            <a:noFill/>
          </p:spPr>
          <p:txBody>
            <a:bodyPr wrap="square" rtlCol="0">
              <a:spAutoFit/>
            </a:bodyPr>
            <a:lstStyle/>
            <a:p>
              <a:r>
                <a:rPr lang="zh-CN" altLang="en-US" sz="2000" b="1" dirty="0"/>
                <a:t>点对点协议</a:t>
              </a:r>
              <a:r>
                <a:rPr lang="en-US" altLang="zh-CN" sz="2000" b="1" dirty="0"/>
                <a:t>PPP</a:t>
              </a:r>
              <a:r>
                <a:rPr lang="zh-CN" altLang="en-US" sz="2000" b="1" dirty="0"/>
                <a:t>概述</a:t>
              </a:r>
            </a:p>
          </p:txBody>
        </p:sp>
      </p:grpSp>
      <p:grpSp>
        <p:nvGrpSpPr>
          <p:cNvPr id="5" name="组合 4">
            <a:extLst>
              <a:ext uri="{FF2B5EF4-FFF2-40B4-BE49-F238E27FC236}">
                <a16:creationId xmlns:a16="http://schemas.microsoft.com/office/drawing/2014/main" id="{47EE92B5-A8BA-4BE4-B876-08BECCF7B316}"/>
              </a:ext>
            </a:extLst>
          </p:cNvPr>
          <p:cNvGrpSpPr/>
          <p:nvPr/>
        </p:nvGrpSpPr>
        <p:grpSpPr>
          <a:xfrm>
            <a:off x="748911" y="1223407"/>
            <a:ext cx="10856522" cy="3664805"/>
            <a:chOff x="748911" y="1157624"/>
            <a:chExt cx="10856522" cy="3664805"/>
          </a:xfrm>
        </p:grpSpPr>
        <p:sp>
          <p:nvSpPr>
            <p:cNvPr id="21" name="矩形 20">
              <a:extLst>
                <a:ext uri="{FF2B5EF4-FFF2-40B4-BE49-F238E27FC236}">
                  <a16:creationId xmlns:a16="http://schemas.microsoft.com/office/drawing/2014/main" id="{BF1BC696-02B9-4A89-976F-593D868697DD}"/>
                </a:ext>
              </a:extLst>
            </p:cNvPr>
            <p:cNvSpPr/>
            <p:nvPr/>
          </p:nvSpPr>
          <p:spPr>
            <a:xfrm>
              <a:off x="1042450" y="1211945"/>
              <a:ext cx="256976" cy="256976"/>
            </a:xfrm>
            <a:prstGeom prst="rect">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22" name="íşlïḍè">
              <a:extLst>
                <a:ext uri="{FF2B5EF4-FFF2-40B4-BE49-F238E27FC236}">
                  <a16:creationId xmlns:a16="http://schemas.microsoft.com/office/drawing/2014/main" id="{64EE1EC0-53C9-4319-A739-CB9801BA7B96}"/>
                </a:ext>
              </a:extLst>
            </p:cNvPr>
            <p:cNvSpPr txBox="1"/>
            <p:nvPr/>
          </p:nvSpPr>
          <p:spPr>
            <a:xfrm>
              <a:off x="1359677" y="1157624"/>
              <a:ext cx="3488617" cy="400110"/>
            </a:xfrm>
            <a:prstGeom prst="rect">
              <a:avLst/>
            </a:prstGeom>
            <a:noFill/>
          </p:spPr>
          <p:txBody>
            <a:bodyPr wrap="square" lIns="91440" tIns="45720" rIns="91440" bIns="45720" anchor="ctr">
              <a:noAutofit/>
            </a:bodyPr>
            <a:lstStyle/>
            <a:p>
              <a:r>
                <a:rPr lang="zh-CN" altLang="en-US" b="1" dirty="0"/>
                <a:t>点对点协议</a:t>
              </a:r>
              <a:r>
                <a:rPr lang="en-US" altLang="zh-CN" b="1" dirty="0"/>
                <a:t>PPP</a:t>
              </a:r>
              <a:r>
                <a:rPr lang="zh-CN" altLang="en-US" b="1" dirty="0"/>
                <a:t>主要有两种应用：</a:t>
              </a:r>
              <a:endParaRPr lang="en-US" altLang="zh-CN" b="1" dirty="0"/>
            </a:p>
          </p:txBody>
        </p:sp>
        <p:grpSp>
          <p:nvGrpSpPr>
            <p:cNvPr id="23" name="组合 22">
              <a:extLst>
                <a:ext uri="{FF2B5EF4-FFF2-40B4-BE49-F238E27FC236}">
                  <a16:creationId xmlns:a16="http://schemas.microsoft.com/office/drawing/2014/main" id="{5BAEEC7B-47BD-4B16-9F64-9EBEE7DC89E2}"/>
                </a:ext>
              </a:extLst>
            </p:cNvPr>
            <p:cNvGrpSpPr/>
            <p:nvPr/>
          </p:nvGrpSpPr>
          <p:grpSpPr>
            <a:xfrm>
              <a:off x="1631358" y="2092143"/>
              <a:ext cx="6895624" cy="2556715"/>
              <a:chOff x="1631358" y="3312424"/>
              <a:chExt cx="6895624" cy="2556715"/>
            </a:xfrm>
          </p:grpSpPr>
          <p:cxnSp>
            <p:nvCxnSpPr>
              <p:cNvPr id="24" name="直接连接符 23">
                <a:extLst>
                  <a:ext uri="{FF2B5EF4-FFF2-40B4-BE49-F238E27FC236}">
                    <a16:creationId xmlns:a16="http://schemas.microsoft.com/office/drawing/2014/main" id="{E4D4331D-5011-4E77-9F26-928595B1A985}"/>
                  </a:ext>
                </a:extLst>
              </p:cNvPr>
              <p:cNvCxnSpPr>
                <a:cxnSpLocks/>
              </p:cNvCxnSpPr>
              <p:nvPr/>
            </p:nvCxnSpPr>
            <p:spPr>
              <a:xfrm>
                <a:off x="1802438" y="3312424"/>
                <a:ext cx="2242711" cy="323544"/>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5" name="直接连接符 24">
                <a:extLst>
                  <a:ext uri="{FF2B5EF4-FFF2-40B4-BE49-F238E27FC236}">
                    <a16:creationId xmlns:a16="http://schemas.microsoft.com/office/drawing/2014/main" id="{0B19945C-F236-4E64-9129-8D40640C5CAE}"/>
                  </a:ext>
                </a:extLst>
              </p:cNvPr>
              <p:cNvCxnSpPr>
                <a:cxnSpLocks/>
                <a:endCxn id="28" idx="1"/>
              </p:cNvCxnSpPr>
              <p:nvPr/>
            </p:nvCxnSpPr>
            <p:spPr>
              <a:xfrm flipV="1">
                <a:off x="1631358" y="4455424"/>
                <a:ext cx="2413792" cy="138726"/>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6" name="直接连接符 25">
                <a:extLst>
                  <a:ext uri="{FF2B5EF4-FFF2-40B4-BE49-F238E27FC236}">
                    <a16:creationId xmlns:a16="http://schemas.microsoft.com/office/drawing/2014/main" id="{6A13B58F-AEE8-4DEA-A632-939D91109619}"/>
                  </a:ext>
                </a:extLst>
              </p:cNvPr>
              <p:cNvCxnSpPr>
                <a:cxnSpLocks/>
              </p:cNvCxnSpPr>
              <p:nvPr/>
            </p:nvCxnSpPr>
            <p:spPr>
              <a:xfrm flipV="1">
                <a:off x="1728966" y="5304052"/>
                <a:ext cx="2316183" cy="565087"/>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grpSp>
            <p:nvGrpSpPr>
              <p:cNvPr id="27" name="组合 26">
                <a:extLst>
                  <a:ext uri="{FF2B5EF4-FFF2-40B4-BE49-F238E27FC236}">
                    <a16:creationId xmlns:a16="http://schemas.microsoft.com/office/drawing/2014/main" id="{5129D9BC-99A9-43EB-91FB-0121113D6742}"/>
                  </a:ext>
                </a:extLst>
              </p:cNvPr>
              <p:cNvGrpSpPr/>
              <p:nvPr/>
            </p:nvGrpSpPr>
            <p:grpSpPr>
              <a:xfrm>
                <a:off x="4045150" y="3312424"/>
                <a:ext cx="4481832" cy="2286000"/>
                <a:chOff x="4045150" y="3312424"/>
                <a:chExt cx="4481832" cy="2286000"/>
              </a:xfrm>
            </p:grpSpPr>
            <p:sp>
              <p:nvSpPr>
                <p:cNvPr id="28" name="矩形 27">
                  <a:extLst>
                    <a:ext uri="{FF2B5EF4-FFF2-40B4-BE49-F238E27FC236}">
                      <a16:creationId xmlns:a16="http://schemas.microsoft.com/office/drawing/2014/main" id="{6DE87B71-2473-4222-9434-12BB6E343EA3}"/>
                    </a:ext>
                  </a:extLst>
                </p:cNvPr>
                <p:cNvSpPr/>
                <p:nvPr/>
              </p:nvSpPr>
              <p:spPr>
                <a:xfrm>
                  <a:off x="4045150" y="3312424"/>
                  <a:ext cx="4481832" cy="2286000"/>
                </a:xfrm>
                <a:prstGeom prst="rect">
                  <a:avLst/>
                </a:prstGeom>
                <a:solidFill>
                  <a:schemeClr val="bg1">
                    <a:lumMod val="95000"/>
                  </a:schemeClr>
                </a:solidFill>
                <a:ln>
                  <a:solidFill>
                    <a:schemeClr val="tx1"/>
                  </a:solid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latin typeface="Arial Narrow" panose="020B0606020202030204" pitchFamily="34" charset="0"/>
                  </a:endParaRPr>
                </a:p>
              </p:txBody>
            </p:sp>
            <p:sp>
              <p:nvSpPr>
                <p:cNvPr id="29" name="文本框 28">
                  <a:extLst>
                    <a:ext uri="{FF2B5EF4-FFF2-40B4-BE49-F238E27FC236}">
                      <a16:creationId xmlns:a16="http://schemas.microsoft.com/office/drawing/2014/main" id="{172F6A11-42C1-46B1-A8CC-FD14014B3511}"/>
                    </a:ext>
                  </a:extLst>
                </p:cNvPr>
                <p:cNvSpPr txBox="1"/>
                <p:nvPr/>
              </p:nvSpPr>
              <p:spPr>
                <a:xfrm>
                  <a:off x="5909476" y="3830003"/>
                  <a:ext cx="895267" cy="523220"/>
                </a:xfrm>
                <a:prstGeom prst="rect">
                  <a:avLst/>
                </a:prstGeom>
                <a:noFill/>
              </p:spPr>
              <p:txBody>
                <a:bodyPr wrap="square" rtlCol="0">
                  <a:spAutoFit/>
                </a:bodyPr>
                <a:lstStyle/>
                <a:p>
                  <a:pPr algn="ctr"/>
                  <a:r>
                    <a:rPr lang="en-US" altLang="zh-CN" sz="2800" b="1" dirty="0">
                      <a:latin typeface="Arial Black" panose="020B0A04020102020204" pitchFamily="34" charset="0"/>
                    </a:rPr>
                    <a:t>ISP</a:t>
                  </a:r>
                  <a:endParaRPr lang="zh-CN" altLang="en-US" sz="2800" b="1" dirty="0">
                    <a:latin typeface="Arial Black" panose="020B0A04020102020204" pitchFamily="34" charset="0"/>
                  </a:endParaRPr>
                </a:p>
              </p:txBody>
            </p:sp>
            <p:sp>
              <p:nvSpPr>
                <p:cNvPr id="30" name="文本框 29">
                  <a:extLst>
                    <a:ext uri="{FF2B5EF4-FFF2-40B4-BE49-F238E27FC236}">
                      <a16:creationId xmlns:a16="http://schemas.microsoft.com/office/drawing/2014/main" id="{3CDB2AFF-6CF5-4BC0-BFAC-A4B62AA82E5D}"/>
                    </a:ext>
                  </a:extLst>
                </p:cNvPr>
                <p:cNvSpPr txBox="1"/>
                <p:nvPr/>
              </p:nvSpPr>
              <p:spPr>
                <a:xfrm>
                  <a:off x="4222762" y="5179592"/>
                  <a:ext cx="4126607" cy="369460"/>
                </a:xfrm>
                <a:prstGeom prst="rect">
                  <a:avLst/>
                </a:prstGeom>
                <a:noFill/>
              </p:spPr>
              <p:txBody>
                <a:bodyPr wrap="square" rtlCol="0">
                  <a:spAutoFit/>
                </a:bodyPr>
                <a:lstStyle/>
                <a:p>
                  <a:pPr algn="ctr"/>
                  <a:r>
                    <a:rPr lang="zh-CN" altLang="en-US" sz="1801" b="1" dirty="0">
                      <a:latin typeface="Arial Narrow" panose="020B0606020202030204" pitchFamily="34" charset="0"/>
                    </a:rPr>
                    <a:t>已从因特网管理机构申请到一批</a:t>
                  </a:r>
                  <a:r>
                    <a:rPr lang="en-US" altLang="zh-CN" sz="1801" b="1" dirty="0">
                      <a:latin typeface="Arial Narrow" panose="020B0606020202030204" pitchFamily="34" charset="0"/>
                    </a:rPr>
                    <a:t>IP</a:t>
                  </a:r>
                  <a:r>
                    <a:rPr lang="zh-CN" altLang="en-US" sz="1801" b="1" dirty="0">
                      <a:latin typeface="Arial Narrow" panose="020B0606020202030204" pitchFamily="34" charset="0"/>
                    </a:rPr>
                    <a:t>地址</a:t>
                  </a:r>
                </a:p>
              </p:txBody>
            </p:sp>
            <p:pic>
              <p:nvPicPr>
                <p:cNvPr id="31" name="图片 30">
                  <a:extLst>
                    <a:ext uri="{FF2B5EF4-FFF2-40B4-BE49-F238E27FC236}">
                      <a16:creationId xmlns:a16="http://schemas.microsoft.com/office/drawing/2014/main" id="{626F742E-CEB8-49F5-9112-4433C0AB1C1B}"/>
                    </a:ext>
                  </a:extLst>
                </p:cNvPr>
                <p:cNvPicPr>
                  <a:picLocks noChangeAspect="1"/>
                </p:cNvPicPr>
                <p:nvPr/>
              </p:nvPicPr>
              <p:blipFill>
                <a:blip r:embed="rId3">
                  <a:clrChange>
                    <a:clrFrom>
                      <a:srgbClr val="FFFFFF"/>
                    </a:clrFrom>
                    <a:clrTo>
                      <a:srgbClr val="FFFFFF">
                        <a:alpha val="0"/>
                      </a:srgbClr>
                    </a:clrTo>
                  </a:clrChange>
                </a:blip>
                <a:stretch>
                  <a:fillRect/>
                </a:stretch>
              </p:blipFill>
              <p:spPr>
                <a:xfrm>
                  <a:off x="4222762" y="3553869"/>
                  <a:ext cx="1318374" cy="403895"/>
                </a:xfrm>
                <a:prstGeom prst="rect">
                  <a:avLst/>
                </a:prstGeom>
              </p:spPr>
            </p:pic>
            <p:pic>
              <p:nvPicPr>
                <p:cNvPr id="32" name="图片 31">
                  <a:extLst>
                    <a:ext uri="{FF2B5EF4-FFF2-40B4-BE49-F238E27FC236}">
                      <a16:creationId xmlns:a16="http://schemas.microsoft.com/office/drawing/2014/main" id="{9931793D-C4BF-4822-BED1-3F71EF48CE08}"/>
                    </a:ext>
                  </a:extLst>
                </p:cNvPr>
                <p:cNvPicPr>
                  <a:picLocks noChangeAspect="1"/>
                </p:cNvPicPr>
                <p:nvPr/>
              </p:nvPicPr>
              <p:blipFill>
                <a:blip r:embed="rId4">
                  <a:clrChange>
                    <a:clrFrom>
                      <a:srgbClr val="FFFFFF"/>
                    </a:clrFrom>
                    <a:clrTo>
                      <a:srgbClr val="FFFFFF">
                        <a:alpha val="0"/>
                      </a:srgbClr>
                    </a:clrTo>
                  </a:clrChange>
                </a:blip>
                <a:stretch>
                  <a:fillRect/>
                </a:stretch>
              </p:blipFill>
              <p:spPr>
                <a:xfrm>
                  <a:off x="7173084" y="3543267"/>
                  <a:ext cx="1143099" cy="335309"/>
                </a:xfrm>
                <a:prstGeom prst="rect">
                  <a:avLst/>
                </a:prstGeom>
              </p:spPr>
            </p:pic>
            <p:pic>
              <p:nvPicPr>
                <p:cNvPr id="33" name="图片 32">
                  <a:extLst>
                    <a:ext uri="{FF2B5EF4-FFF2-40B4-BE49-F238E27FC236}">
                      <a16:creationId xmlns:a16="http://schemas.microsoft.com/office/drawing/2014/main" id="{FAEED7C2-EAB4-4010-9447-6DCCEE16A419}"/>
                    </a:ext>
                  </a:extLst>
                </p:cNvPr>
                <p:cNvPicPr>
                  <a:picLocks noChangeAspect="1"/>
                </p:cNvPicPr>
                <p:nvPr/>
              </p:nvPicPr>
              <p:blipFill>
                <a:blip r:embed="rId5">
                  <a:clrChange>
                    <a:clrFrom>
                      <a:srgbClr val="FFFFFF"/>
                    </a:clrFrom>
                    <a:clrTo>
                      <a:srgbClr val="FFFFFF">
                        <a:alpha val="0"/>
                      </a:srgbClr>
                    </a:clrTo>
                  </a:clrChange>
                </a:blip>
                <a:stretch>
                  <a:fillRect/>
                </a:stretch>
              </p:blipFill>
              <p:spPr>
                <a:xfrm>
                  <a:off x="5497778" y="4449905"/>
                  <a:ext cx="1196444" cy="670618"/>
                </a:xfrm>
                <a:prstGeom prst="rect">
                  <a:avLst/>
                </a:prstGeom>
              </p:spPr>
            </p:pic>
          </p:grpSp>
        </p:grpSp>
        <p:sp>
          <p:nvSpPr>
            <p:cNvPr id="34" name="文本框 33">
              <a:extLst>
                <a:ext uri="{FF2B5EF4-FFF2-40B4-BE49-F238E27FC236}">
                  <a16:creationId xmlns:a16="http://schemas.microsoft.com/office/drawing/2014/main" id="{534EEFF7-EF73-4241-9E51-F7236D7A31CC}"/>
                </a:ext>
              </a:extLst>
            </p:cNvPr>
            <p:cNvSpPr txBox="1"/>
            <p:nvPr/>
          </p:nvSpPr>
          <p:spPr>
            <a:xfrm rot="21379163">
              <a:off x="2385073" y="2917701"/>
              <a:ext cx="1136426" cy="369460"/>
            </a:xfrm>
            <a:prstGeom prst="rect">
              <a:avLst/>
            </a:prstGeom>
            <a:noFill/>
          </p:spPr>
          <p:txBody>
            <a:bodyPr wrap="square" rtlCol="0">
              <a:spAutoFit/>
            </a:bodyPr>
            <a:lstStyle/>
            <a:p>
              <a:pPr algn="ctr"/>
              <a:r>
                <a:rPr lang="en-US" altLang="zh-CN" sz="1801" b="1" dirty="0">
                  <a:latin typeface="Arial Narrow" panose="020B0606020202030204" pitchFamily="34" charset="0"/>
                </a:rPr>
                <a:t>PPP</a:t>
              </a:r>
              <a:r>
                <a:rPr lang="zh-CN" altLang="en-US" sz="1801" b="1" dirty="0">
                  <a:latin typeface="Arial Narrow" panose="020B0606020202030204" pitchFamily="34" charset="0"/>
                </a:rPr>
                <a:t>协议</a:t>
              </a:r>
            </a:p>
          </p:txBody>
        </p:sp>
        <p:sp>
          <p:nvSpPr>
            <p:cNvPr id="35" name="文本框 34">
              <a:extLst>
                <a:ext uri="{FF2B5EF4-FFF2-40B4-BE49-F238E27FC236}">
                  <a16:creationId xmlns:a16="http://schemas.microsoft.com/office/drawing/2014/main" id="{36769921-C295-4C19-B208-15A5CCC1CDED}"/>
                </a:ext>
              </a:extLst>
            </p:cNvPr>
            <p:cNvSpPr txBox="1"/>
            <p:nvPr/>
          </p:nvSpPr>
          <p:spPr>
            <a:xfrm rot="492064">
              <a:off x="2394962" y="1916405"/>
              <a:ext cx="1129770" cy="369460"/>
            </a:xfrm>
            <a:prstGeom prst="rect">
              <a:avLst/>
            </a:prstGeom>
            <a:noFill/>
          </p:spPr>
          <p:txBody>
            <a:bodyPr wrap="square" rtlCol="0">
              <a:spAutoFit/>
            </a:bodyPr>
            <a:lstStyle/>
            <a:p>
              <a:pPr algn="ctr"/>
              <a:r>
                <a:rPr lang="en-US" altLang="zh-CN" sz="1801" b="1" dirty="0">
                  <a:latin typeface="Arial Narrow" panose="020B0606020202030204" pitchFamily="34" charset="0"/>
                </a:rPr>
                <a:t>PPP</a:t>
              </a:r>
              <a:r>
                <a:rPr lang="zh-CN" altLang="en-US" sz="1801" b="1" dirty="0">
                  <a:latin typeface="Arial Narrow" panose="020B0606020202030204" pitchFamily="34" charset="0"/>
                </a:rPr>
                <a:t>协议</a:t>
              </a:r>
            </a:p>
          </p:txBody>
        </p:sp>
        <p:sp>
          <p:nvSpPr>
            <p:cNvPr id="36" name="文本框 35">
              <a:extLst>
                <a:ext uri="{FF2B5EF4-FFF2-40B4-BE49-F238E27FC236}">
                  <a16:creationId xmlns:a16="http://schemas.microsoft.com/office/drawing/2014/main" id="{6E5AD322-89F9-4E7B-A49C-2096C7EFB218}"/>
                </a:ext>
              </a:extLst>
            </p:cNvPr>
            <p:cNvSpPr txBox="1"/>
            <p:nvPr/>
          </p:nvSpPr>
          <p:spPr>
            <a:xfrm rot="20844624">
              <a:off x="2401569" y="3993251"/>
              <a:ext cx="1088254" cy="369460"/>
            </a:xfrm>
            <a:prstGeom prst="rect">
              <a:avLst/>
            </a:prstGeom>
            <a:noFill/>
          </p:spPr>
          <p:txBody>
            <a:bodyPr wrap="square" rtlCol="0">
              <a:spAutoFit/>
            </a:bodyPr>
            <a:lstStyle/>
            <a:p>
              <a:pPr algn="ctr"/>
              <a:r>
                <a:rPr lang="en-US" altLang="zh-CN" sz="1801" b="1" dirty="0">
                  <a:latin typeface="Arial Narrow" panose="020B0606020202030204" pitchFamily="34" charset="0"/>
                </a:rPr>
                <a:t>PPP</a:t>
              </a:r>
              <a:r>
                <a:rPr lang="zh-CN" altLang="en-US" sz="1801" b="1" dirty="0">
                  <a:latin typeface="Arial Narrow" panose="020B0606020202030204" pitchFamily="34" charset="0"/>
                </a:rPr>
                <a:t>协议</a:t>
              </a:r>
            </a:p>
          </p:txBody>
        </p:sp>
        <p:grpSp>
          <p:nvGrpSpPr>
            <p:cNvPr id="37" name="组合 36">
              <a:extLst>
                <a:ext uri="{FF2B5EF4-FFF2-40B4-BE49-F238E27FC236}">
                  <a16:creationId xmlns:a16="http://schemas.microsoft.com/office/drawing/2014/main" id="{EAE999AA-0B0F-48E7-9205-8134EB8622DF}"/>
                </a:ext>
              </a:extLst>
            </p:cNvPr>
            <p:cNvGrpSpPr/>
            <p:nvPr/>
          </p:nvGrpSpPr>
          <p:grpSpPr>
            <a:xfrm>
              <a:off x="8526982" y="2489242"/>
              <a:ext cx="3078451" cy="1496291"/>
              <a:chOff x="8526982" y="3709523"/>
              <a:chExt cx="3078451" cy="1496291"/>
            </a:xfrm>
          </p:grpSpPr>
          <p:grpSp>
            <p:nvGrpSpPr>
              <p:cNvPr id="38" name="组合 37">
                <a:extLst>
                  <a:ext uri="{FF2B5EF4-FFF2-40B4-BE49-F238E27FC236}">
                    <a16:creationId xmlns:a16="http://schemas.microsoft.com/office/drawing/2014/main" id="{42DD89FD-64A4-465E-B8F6-8BBEA9D04557}"/>
                  </a:ext>
                </a:extLst>
              </p:cNvPr>
              <p:cNvGrpSpPr/>
              <p:nvPr/>
            </p:nvGrpSpPr>
            <p:grpSpPr>
              <a:xfrm>
                <a:off x="9536488" y="3709523"/>
                <a:ext cx="2068945" cy="1496291"/>
                <a:chOff x="6080270" y="4462632"/>
                <a:chExt cx="2068945" cy="1496291"/>
              </a:xfrm>
            </p:grpSpPr>
            <p:sp>
              <p:nvSpPr>
                <p:cNvPr id="40" name="云形 39">
                  <a:extLst>
                    <a:ext uri="{FF2B5EF4-FFF2-40B4-BE49-F238E27FC236}">
                      <a16:creationId xmlns:a16="http://schemas.microsoft.com/office/drawing/2014/main" id="{6A4927F1-268B-4172-A281-22F0EB44EE3D}"/>
                    </a:ext>
                  </a:extLst>
                </p:cNvPr>
                <p:cNvSpPr/>
                <p:nvPr/>
              </p:nvSpPr>
              <p:spPr>
                <a:xfrm>
                  <a:off x="6080270" y="4462632"/>
                  <a:ext cx="2068945" cy="1496291"/>
                </a:xfrm>
                <a:prstGeom prst="cloud">
                  <a:avLst/>
                </a:prstGeom>
                <a:solidFill>
                  <a:srgbClr val="FECB5D"/>
                </a:solidFill>
                <a:ln>
                  <a:solidFill>
                    <a:srgbClr val="FECB5D"/>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latin typeface="Arial Narrow" panose="020B0606020202030204" pitchFamily="34" charset="0"/>
                  </a:endParaRPr>
                </a:p>
              </p:txBody>
            </p:sp>
            <p:sp>
              <p:nvSpPr>
                <p:cNvPr id="41" name="文本框 40">
                  <a:extLst>
                    <a:ext uri="{FF2B5EF4-FFF2-40B4-BE49-F238E27FC236}">
                      <a16:creationId xmlns:a16="http://schemas.microsoft.com/office/drawing/2014/main" id="{163EC2E9-536B-4802-851E-64784E634777}"/>
                    </a:ext>
                  </a:extLst>
                </p:cNvPr>
                <p:cNvSpPr txBox="1"/>
                <p:nvPr/>
              </p:nvSpPr>
              <p:spPr>
                <a:xfrm>
                  <a:off x="6729365" y="5023979"/>
                  <a:ext cx="875778" cy="369460"/>
                </a:xfrm>
                <a:prstGeom prst="rect">
                  <a:avLst/>
                </a:prstGeom>
                <a:noFill/>
              </p:spPr>
              <p:txBody>
                <a:bodyPr wrap="square" rtlCol="0">
                  <a:spAutoFit/>
                </a:bodyPr>
                <a:lstStyle/>
                <a:p>
                  <a:pPr algn="ctr"/>
                  <a:r>
                    <a:rPr lang="zh-CN" altLang="en-US" sz="1801" b="1" dirty="0">
                      <a:latin typeface="Arial Narrow" panose="020B0606020202030204" pitchFamily="34" charset="0"/>
                    </a:rPr>
                    <a:t>因特网</a:t>
                  </a:r>
                </a:p>
              </p:txBody>
            </p:sp>
          </p:grpSp>
          <p:cxnSp>
            <p:nvCxnSpPr>
              <p:cNvPr id="39" name="直接连接符 38">
                <a:extLst>
                  <a:ext uri="{FF2B5EF4-FFF2-40B4-BE49-F238E27FC236}">
                    <a16:creationId xmlns:a16="http://schemas.microsoft.com/office/drawing/2014/main" id="{2D90860E-CDD3-448A-8B3B-A636ABBAEF55}"/>
                  </a:ext>
                </a:extLst>
              </p:cNvPr>
              <p:cNvCxnSpPr>
                <a:cxnSpLocks/>
                <a:stCxn id="28" idx="3"/>
                <a:endCxn id="40" idx="2"/>
              </p:cNvCxnSpPr>
              <p:nvPr/>
            </p:nvCxnSpPr>
            <p:spPr>
              <a:xfrm flipV="1">
                <a:off x="8526982" y="4457669"/>
                <a:ext cx="1015924" cy="4333"/>
              </a:xfrm>
              <a:prstGeom prst="line">
                <a:avLst/>
              </a:prstGeom>
              <a:ln w="762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46" name="组合 45">
              <a:extLst>
                <a:ext uri="{FF2B5EF4-FFF2-40B4-BE49-F238E27FC236}">
                  <a16:creationId xmlns:a16="http://schemas.microsoft.com/office/drawing/2014/main" id="{D6521A29-A212-406C-B27A-CEB20DAF87BD}"/>
                </a:ext>
              </a:extLst>
            </p:cNvPr>
            <p:cNvGrpSpPr/>
            <p:nvPr/>
          </p:nvGrpSpPr>
          <p:grpSpPr>
            <a:xfrm>
              <a:off x="748911" y="1647859"/>
              <a:ext cx="1146934" cy="3174570"/>
              <a:chOff x="748911" y="2868140"/>
              <a:chExt cx="1146934" cy="3174570"/>
            </a:xfrm>
          </p:grpSpPr>
          <p:sp>
            <p:nvSpPr>
              <p:cNvPr id="48" name="文本框 47">
                <a:extLst>
                  <a:ext uri="{FF2B5EF4-FFF2-40B4-BE49-F238E27FC236}">
                    <a16:creationId xmlns:a16="http://schemas.microsoft.com/office/drawing/2014/main" id="{77276238-8E19-4B19-BF25-10D7904C5A69}"/>
                  </a:ext>
                </a:extLst>
              </p:cNvPr>
              <p:cNvSpPr txBox="1"/>
              <p:nvPr/>
            </p:nvSpPr>
            <p:spPr>
              <a:xfrm>
                <a:off x="748911" y="3710921"/>
                <a:ext cx="455523" cy="1477969"/>
              </a:xfrm>
              <a:prstGeom prst="rect">
                <a:avLst/>
              </a:prstGeom>
              <a:noFill/>
            </p:spPr>
            <p:txBody>
              <a:bodyPr wrap="square" rtlCol="0">
                <a:spAutoFit/>
              </a:bodyPr>
              <a:lstStyle/>
              <a:p>
                <a:pPr algn="ctr"/>
                <a:r>
                  <a:rPr lang="zh-CN" altLang="en-US" sz="1801" b="1" dirty="0">
                    <a:latin typeface="Arial Narrow" panose="020B0606020202030204" pitchFamily="34" charset="0"/>
                  </a:rPr>
                  <a:t>因</a:t>
                </a:r>
                <a:endParaRPr lang="en-US" altLang="zh-CN" sz="1801" b="1" dirty="0">
                  <a:latin typeface="Arial Narrow" panose="020B0606020202030204" pitchFamily="34" charset="0"/>
                </a:endParaRPr>
              </a:p>
              <a:p>
                <a:pPr algn="ctr"/>
                <a:r>
                  <a:rPr lang="zh-CN" altLang="en-US" sz="1801" b="1" dirty="0">
                    <a:latin typeface="Arial Narrow" panose="020B0606020202030204" pitchFamily="34" charset="0"/>
                  </a:rPr>
                  <a:t>特</a:t>
                </a:r>
                <a:endParaRPr lang="en-US" altLang="zh-CN" sz="1801" b="1" dirty="0">
                  <a:latin typeface="Arial Narrow" panose="020B0606020202030204" pitchFamily="34" charset="0"/>
                </a:endParaRPr>
              </a:p>
              <a:p>
                <a:pPr algn="ctr"/>
                <a:r>
                  <a:rPr lang="zh-CN" altLang="en-US" sz="1801" b="1" dirty="0">
                    <a:latin typeface="Arial Narrow" panose="020B0606020202030204" pitchFamily="34" charset="0"/>
                  </a:rPr>
                  <a:t>网</a:t>
                </a:r>
                <a:endParaRPr lang="en-US" altLang="zh-CN" sz="1801" b="1" dirty="0">
                  <a:latin typeface="Arial Narrow" panose="020B0606020202030204" pitchFamily="34" charset="0"/>
                </a:endParaRPr>
              </a:p>
              <a:p>
                <a:pPr algn="ctr"/>
                <a:r>
                  <a:rPr lang="zh-CN" altLang="en-US" sz="1801" b="1" dirty="0">
                    <a:latin typeface="Arial Narrow" panose="020B0606020202030204" pitchFamily="34" charset="0"/>
                  </a:rPr>
                  <a:t>用</a:t>
                </a:r>
                <a:endParaRPr lang="en-US" altLang="zh-CN" sz="1801" b="1" dirty="0">
                  <a:latin typeface="Arial Narrow" panose="020B0606020202030204" pitchFamily="34" charset="0"/>
                </a:endParaRPr>
              </a:p>
              <a:p>
                <a:pPr algn="ctr"/>
                <a:r>
                  <a:rPr lang="zh-CN" altLang="en-US" sz="1801" b="1" dirty="0">
                    <a:latin typeface="Arial Narrow" panose="020B0606020202030204" pitchFamily="34" charset="0"/>
                  </a:rPr>
                  <a:t>户</a:t>
                </a:r>
              </a:p>
            </p:txBody>
          </p:sp>
          <p:pic>
            <p:nvPicPr>
              <p:cNvPr id="49" name="图形 48">
                <a:extLst>
                  <a:ext uri="{FF2B5EF4-FFF2-40B4-BE49-F238E27FC236}">
                    <a16:creationId xmlns:a16="http://schemas.microsoft.com/office/drawing/2014/main" id="{018FB0AF-E8E4-48ED-89A5-26346A132A90}"/>
                  </a:ext>
                </a:extLst>
              </p:cNvPr>
              <p:cNvPicPr>
                <a:picLocks noChangeAspect="1"/>
              </p:cNvPicPr>
              <p:nvPr/>
            </p:nvPicPr>
            <p:blipFill>
              <a:blip r:embed="rId6">
                <a:extLst>
                  <a:ext uri="{28A0092B-C50C-407E-A947-70E740481C1C}">
                    <a14:useLocalDpi xmlns:a14="http://schemas.microsoft.com/office/drawing/2010/main" val="0"/>
                  </a:ext>
                  <a:ext uri="{96DAC541-7B7A-43D3-8B79-37D633B846F1}">
                    <asvg:svgBlip xmlns:asvg="http://schemas.microsoft.com/office/drawing/2016/SVG/main" r:embed="rId7"/>
                  </a:ext>
                </a:extLst>
              </a:blip>
              <a:stretch>
                <a:fillRect/>
              </a:stretch>
            </p:blipFill>
            <p:spPr>
              <a:xfrm>
                <a:off x="1233032" y="2868140"/>
                <a:ext cx="662813" cy="641080"/>
              </a:xfrm>
              <a:prstGeom prst="rect">
                <a:avLst/>
              </a:prstGeom>
            </p:spPr>
          </p:pic>
          <p:pic>
            <p:nvPicPr>
              <p:cNvPr id="50" name="图形 49">
                <a:extLst>
                  <a:ext uri="{FF2B5EF4-FFF2-40B4-BE49-F238E27FC236}">
                    <a16:creationId xmlns:a16="http://schemas.microsoft.com/office/drawing/2014/main" id="{E2FA6C65-900D-4F18-A48C-136D927F56C7}"/>
                  </a:ext>
                </a:extLst>
              </p:cNvPr>
              <p:cNvPicPr>
                <a:picLocks noChangeAspect="1"/>
              </p:cNvPicPr>
              <p:nvPr/>
            </p:nvPicPr>
            <p:blipFill>
              <a:blip r:embed="rId6">
                <a:extLst>
                  <a:ext uri="{28A0092B-C50C-407E-A947-70E740481C1C}">
                    <a14:useLocalDpi xmlns:a14="http://schemas.microsoft.com/office/drawing/2010/main" val="0"/>
                  </a:ext>
                  <a:ext uri="{96DAC541-7B7A-43D3-8B79-37D633B846F1}">
                    <asvg:svgBlip xmlns:asvg="http://schemas.microsoft.com/office/drawing/2016/SVG/main" r:embed="rId7"/>
                  </a:ext>
                </a:extLst>
              </a:blip>
              <a:stretch>
                <a:fillRect/>
              </a:stretch>
            </p:blipFill>
            <p:spPr>
              <a:xfrm>
                <a:off x="1233032" y="4134885"/>
                <a:ext cx="662813" cy="641080"/>
              </a:xfrm>
              <a:prstGeom prst="rect">
                <a:avLst/>
              </a:prstGeom>
            </p:spPr>
          </p:pic>
          <p:pic>
            <p:nvPicPr>
              <p:cNvPr id="51" name="图形 50">
                <a:extLst>
                  <a:ext uri="{FF2B5EF4-FFF2-40B4-BE49-F238E27FC236}">
                    <a16:creationId xmlns:a16="http://schemas.microsoft.com/office/drawing/2014/main" id="{1DFD6EE3-5712-45AA-9678-08F7EB96CC6A}"/>
                  </a:ext>
                </a:extLst>
              </p:cNvPr>
              <p:cNvPicPr>
                <a:picLocks noChangeAspect="1"/>
              </p:cNvPicPr>
              <p:nvPr/>
            </p:nvPicPr>
            <p:blipFill>
              <a:blip r:embed="rId6">
                <a:extLst>
                  <a:ext uri="{28A0092B-C50C-407E-A947-70E740481C1C}">
                    <a14:useLocalDpi xmlns:a14="http://schemas.microsoft.com/office/drawing/2010/main" val="0"/>
                  </a:ext>
                  <a:ext uri="{96DAC541-7B7A-43D3-8B79-37D633B846F1}">
                    <asvg:svgBlip xmlns:asvg="http://schemas.microsoft.com/office/drawing/2016/SVG/main" r:embed="rId7"/>
                  </a:ext>
                </a:extLst>
              </a:blip>
              <a:stretch>
                <a:fillRect/>
              </a:stretch>
            </p:blipFill>
            <p:spPr>
              <a:xfrm>
                <a:off x="1163761" y="5401630"/>
                <a:ext cx="662813" cy="641080"/>
              </a:xfrm>
              <a:prstGeom prst="rect">
                <a:avLst/>
              </a:prstGeom>
            </p:spPr>
          </p:pic>
          <p:sp>
            <p:nvSpPr>
              <p:cNvPr id="52" name="文本框 51">
                <a:extLst>
                  <a:ext uri="{FF2B5EF4-FFF2-40B4-BE49-F238E27FC236}">
                    <a16:creationId xmlns:a16="http://schemas.microsoft.com/office/drawing/2014/main" id="{5D0C0977-B83D-4BC5-8C92-EEE3569FFCDD}"/>
                  </a:ext>
                </a:extLst>
              </p:cNvPr>
              <p:cNvSpPr txBox="1"/>
              <p:nvPr/>
            </p:nvSpPr>
            <p:spPr>
              <a:xfrm>
                <a:off x="1470348" y="4754783"/>
                <a:ext cx="258618" cy="683007"/>
              </a:xfrm>
              <a:prstGeom prst="rect">
                <a:avLst/>
              </a:prstGeom>
              <a:noFill/>
            </p:spPr>
            <p:txBody>
              <a:bodyPr wrap="square" rtlCol="0">
                <a:spAutoFit/>
              </a:bodyPr>
              <a:lstStyle/>
              <a:p>
                <a:pPr>
                  <a:lnSpc>
                    <a:spcPts val="1500"/>
                  </a:lnSpc>
                </a:pPr>
                <a:r>
                  <a:rPr lang="en-US" altLang="zh-CN" b="1" dirty="0">
                    <a:latin typeface="Arial Narrow" panose="020B0606020202030204" pitchFamily="34" charset="0"/>
                  </a:rPr>
                  <a:t>.</a:t>
                </a:r>
              </a:p>
              <a:p>
                <a:pPr>
                  <a:lnSpc>
                    <a:spcPts val="1500"/>
                  </a:lnSpc>
                </a:pPr>
                <a:r>
                  <a:rPr lang="en-US" altLang="zh-CN" b="1" dirty="0">
                    <a:latin typeface="Arial Narrow" panose="020B0606020202030204" pitchFamily="34" charset="0"/>
                  </a:rPr>
                  <a:t>.</a:t>
                </a:r>
              </a:p>
              <a:p>
                <a:pPr>
                  <a:lnSpc>
                    <a:spcPts val="1500"/>
                  </a:lnSpc>
                </a:pPr>
                <a:r>
                  <a:rPr lang="en-US" altLang="zh-CN" b="1" dirty="0">
                    <a:latin typeface="Arial Narrow" panose="020B0606020202030204" pitchFamily="34" charset="0"/>
                  </a:rPr>
                  <a:t>.</a:t>
                </a:r>
                <a:endParaRPr lang="zh-CN" altLang="en-US" b="1" dirty="0">
                  <a:latin typeface="Arial Narrow" panose="020B0606020202030204" pitchFamily="34" charset="0"/>
                </a:endParaRPr>
              </a:p>
            </p:txBody>
          </p:sp>
        </p:grpSp>
        <p:sp>
          <p:nvSpPr>
            <p:cNvPr id="53" name="文本框 52">
              <a:extLst>
                <a:ext uri="{FF2B5EF4-FFF2-40B4-BE49-F238E27FC236}">
                  <a16:creationId xmlns:a16="http://schemas.microsoft.com/office/drawing/2014/main" id="{CE276359-FBBE-45BE-98DF-0F0AA68214A9}"/>
                </a:ext>
              </a:extLst>
            </p:cNvPr>
            <p:cNvSpPr txBox="1"/>
            <p:nvPr/>
          </p:nvSpPr>
          <p:spPr>
            <a:xfrm rot="21379163">
              <a:off x="2333596" y="2640684"/>
              <a:ext cx="1136426" cy="369460"/>
            </a:xfrm>
            <a:prstGeom prst="rect">
              <a:avLst/>
            </a:prstGeom>
            <a:noFill/>
          </p:spPr>
          <p:txBody>
            <a:bodyPr wrap="square" rtlCol="0">
              <a:spAutoFit/>
            </a:bodyPr>
            <a:lstStyle/>
            <a:p>
              <a:pPr algn="ctr"/>
              <a:r>
                <a:rPr lang="en-US" altLang="zh-CN" sz="1801" b="1" dirty="0" err="1">
                  <a:latin typeface="Arial Narrow" panose="020B0606020202030204" pitchFamily="34" charset="0"/>
                </a:rPr>
                <a:t>PPPoE</a:t>
              </a:r>
              <a:endParaRPr lang="zh-CN" altLang="en-US" sz="1801" b="1" dirty="0">
                <a:latin typeface="Arial Narrow" panose="020B0606020202030204" pitchFamily="34" charset="0"/>
              </a:endParaRPr>
            </a:p>
          </p:txBody>
        </p:sp>
        <p:sp>
          <p:nvSpPr>
            <p:cNvPr id="54" name="文本框 53">
              <a:extLst>
                <a:ext uri="{FF2B5EF4-FFF2-40B4-BE49-F238E27FC236}">
                  <a16:creationId xmlns:a16="http://schemas.microsoft.com/office/drawing/2014/main" id="{DF4CC21F-8D7D-4E69-8D7E-A6F920385134}"/>
                </a:ext>
              </a:extLst>
            </p:cNvPr>
            <p:cNvSpPr txBox="1"/>
            <p:nvPr/>
          </p:nvSpPr>
          <p:spPr>
            <a:xfrm rot="492064">
              <a:off x="2429384" y="1637671"/>
              <a:ext cx="1129770" cy="369460"/>
            </a:xfrm>
            <a:prstGeom prst="rect">
              <a:avLst/>
            </a:prstGeom>
            <a:noFill/>
          </p:spPr>
          <p:txBody>
            <a:bodyPr wrap="square" rtlCol="0">
              <a:spAutoFit/>
            </a:bodyPr>
            <a:lstStyle/>
            <a:p>
              <a:pPr algn="ctr"/>
              <a:r>
                <a:rPr lang="en-US" altLang="zh-CN" sz="1801" b="1" dirty="0" err="1">
                  <a:latin typeface="Arial Narrow" panose="020B0606020202030204" pitchFamily="34" charset="0"/>
                </a:rPr>
                <a:t>PPPoE</a:t>
              </a:r>
              <a:endParaRPr lang="zh-CN" altLang="en-US" sz="1801" b="1" dirty="0">
                <a:latin typeface="Arial Narrow" panose="020B0606020202030204" pitchFamily="34" charset="0"/>
              </a:endParaRPr>
            </a:p>
          </p:txBody>
        </p:sp>
        <p:sp>
          <p:nvSpPr>
            <p:cNvPr id="55" name="文本框 54">
              <a:extLst>
                <a:ext uri="{FF2B5EF4-FFF2-40B4-BE49-F238E27FC236}">
                  <a16:creationId xmlns:a16="http://schemas.microsoft.com/office/drawing/2014/main" id="{45E43966-505C-49F3-B795-23992F7DAD53}"/>
                </a:ext>
              </a:extLst>
            </p:cNvPr>
            <p:cNvSpPr txBox="1"/>
            <p:nvPr/>
          </p:nvSpPr>
          <p:spPr>
            <a:xfrm rot="20844624">
              <a:off x="2303960" y="3774581"/>
              <a:ext cx="1088254" cy="369460"/>
            </a:xfrm>
            <a:prstGeom prst="rect">
              <a:avLst/>
            </a:prstGeom>
            <a:noFill/>
          </p:spPr>
          <p:txBody>
            <a:bodyPr wrap="square" rtlCol="0">
              <a:spAutoFit/>
            </a:bodyPr>
            <a:lstStyle/>
            <a:p>
              <a:pPr algn="ctr"/>
              <a:r>
                <a:rPr lang="en-US" altLang="zh-CN" sz="1801" b="1" dirty="0" err="1">
                  <a:latin typeface="Arial Narrow" panose="020B0606020202030204" pitchFamily="34" charset="0"/>
                </a:rPr>
                <a:t>PPPoE</a:t>
              </a:r>
              <a:endParaRPr lang="zh-CN" altLang="en-US" sz="1801" b="1" dirty="0">
                <a:latin typeface="Arial Narrow" panose="020B0606020202030204" pitchFamily="34" charset="0"/>
              </a:endParaRPr>
            </a:p>
          </p:txBody>
        </p:sp>
      </p:grpSp>
      <p:grpSp>
        <p:nvGrpSpPr>
          <p:cNvPr id="42" name="组合 41">
            <a:extLst>
              <a:ext uri="{FF2B5EF4-FFF2-40B4-BE49-F238E27FC236}">
                <a16:creationId xmlns:a16="http://schemas.microsoft.com/office/drawing/2014/main" id="{9762C5E7-7909-4206-9588-D40D263C3100}"/>
              </a:ext>
            </a:extLst>
          </p:cNvPr>
          <p:cNvGrpSpPr/>
          <p:nvPr/>
        </p:nvGrpSpPr>
        <p:grpSpPr>
          <a:xfrm>
            <a:off x="2320303" y="5082600"/>
            <a:ext cx="7559350" cy="1334488"/>
            <a:chOff x="2408809" y="5065839"/>
            <a:chExt cx="7559350" cy="1334488"/>
          </a:xfrm>
        </p:grpSpPr>
        <p:pic>
          <p:nvPicPr>
            <p:cNvPr id="43" name="图形 42">
              <a:extLst>
                <a:ext uri="{FF2B5EF4-FFF2-40B4-BE49-F238E27FC236}">
                  <a16:creationId xmlns:a16="http://schemas.microsoft.com/office/drawing/2014/main" id="{043BD39C-695A-4B5F-AFAC-181120BE3015}"/>
                </a:ext>
              </a:extLst>
            </p:cNvPr>
            <p:cNvPicPr>
              <a:picLocks noChangeAspect="1"/>
            </p:cNvPicPr>
            <p:nvPr/>
          </p:nvPicPr>
          <p:blipFill>
            <a:blip r:embed="rId8">
              <a:extLst>
                <a:ext uri="{28A0092B-C50C-407E-A947-70E740481C1C}">
                  <a14:useLocalDpi xmlns:a14="http://schemas.microsoft.com/office/drawing/2010/main" val="0"/>
                </a:ext>
                <a:ext uri="{96DAC541-7B7A-43D3-8B79-37D633B846F1}">
                  <asvg:svgBlip xmlns:asvg="http://schemas.microsoft.com/office/drawing/2016/SVG/main" r:embed="rId9"/>
                </a:ext>
              </a:extLst>
            </a:blip>
            <a:stretch>
              <a:fillRect/>
            </a:stretch>
          </p:blipFill>
          <p:spPr>
            <a:xfrm>
              <a:off x="2612770" y="5514298"/>
              <a:ext cx="638116" cy="516570"/>
            </a:xfrm>
            <a:prstGeom prst="rect">
              <a:avLst/>
            </a:prstGeom>
          </p:spPr>
        </p:pic>
        <p:pic>
          <p:nvPicPr>
            <p:cNvPr id="44" name="图形 43">
              <a:extLst>
                <a:ext uri="{FF2B5EF4-FFF2-40B4-BE49-F238E27FC236}">
                  <a16:creationId xmlns:a16="http://schemas.microsoft.com/office/drawing/2014/main" id="{3B2E7A7B-46D5-47D7-8E2A-659409759539}"/>
                </a:ext>
              </a:extLst>
            </p:cNvPr>
            <p:cNvPicPr>
              <a:picLocks noChangeAspect="1"/>
            </p:cNvPicPr>
            <p:nvPr/>
          </p:nvPicPr>
          <p:blipFill>
            <a:blip r:embed="rId8">
              <a:extLst>
                <a:ext uri="{28A0092B-C50C-407E-A947-70E740481C1C}">
                  <a14:useLocalDpi xmlns:a14="http://schemas.microsoft.com/office/drawing/2010/main" val="0"/>
                </a:ext>
                <a:ext uri="{96DAC541-7B7A-43D3-8B79-37D633B846F1}">
                  <asvg:svgBlip xmlns:asvg="http://schemas.microsoft.com/office/drawing/2016/SVG/main" r:embed="rId9"/>
                </a:ext>
              </a:extLst>
            </a:blip>
            <a:stretch>
              <a:fillRect/>
            </a:stretch>
          </p:blipFill>
          <p:spPr>
            <a:xfrm>
              <a:off x="9145120" y="5266495"/>
              <a:ext cx="638116" cy="516570"/>
            </a:xfrm>
            <a:prstGeom prst="rect">
              <a:avLst/>
            </a:prstGeom>
          </p:spPr>
        </p:pic>
        <p:cxnSp>
          <p:nvCxnSpPr>
            <p:cNvPr id="45" name="直接连接符 44">
              <a:extLst>
                <a:ext uri="{FF2B5EF4-FFF2-40B4-BE49-F238E27FC236}">
                  <a16:creationId xmlns:a16="http://schemas.microsoft.com/office/drawing/2014/main" id="{30960939-8007-4589-92CC-3D31C3B5FF07}"/>
                </a:ext>
              </a:extLst>
            </p:cNvPr>
            <p:cNvCxnSpPr>
              <a:cxnSpLocks/>
              <a:stCxn id="43" idx="3"/>
            </p:cNvCxnSpPr>
            <p:nvPr/>
          </p:nvCxnSpPr>
          <p:spPr>
            <a:xfrm>
              <a:off x="3250886" y="5772583"/>
              <a:ext cx="3352972" cy="10482"/>
            </a:xfrm>
            <a:prstGeom prst="line">
              <a:avLst/>
            </a:prstGeom>
            <a:ln w="50800" cap="rnd">
              <a:solidFill>
                <a:srgbClr val="FF0000"/>
              </a:solidFill>
            </a:ln>
          </p:spPr>
          <p:style>
            <a:lnRef idx="1">
              <a:schemeClr val="accent1"/>
            </a:lnRef>
            <a:fillRef idx="0">
              <a:schemeClr val="accent1"/>
            </a:fillRef>
            <a:effectRef idx="0">
              <a:schemeClr val="accent1"/>
            </a:effectRef>
            <a:fontRef idx="minor">
              <a:schemeClr val="tx1"/>
            </a:fontRef>
          </p:style>
        </p:cxnSp>
        <p:cxnSp>
          <p:nvCxnSpPr>
            <p:cNvPr id="47" name="直接连接符 46">
              <a:extLst>
                <a:ext uri="{FF2B5EF4-FFF2-40B4-BE49-F238E27FC236}">
                  <a16:creationId xmlns:a16="http://schemas.microsoft.com/office/drawing/2014/main" id="{F5213854-B2C1-4A23-B692-79BBEC70E7FE}"/>
                </a:ext>
              </a:extLst>
            </p:cNvPr>
            <p:cNvCxnSpPr>
              <a:cxnSpLocks/>
              <a:stCxn id="44" idx="1"/>
            </p:cNvCxnSpPr>
            <p:nvPr/>
          </p:nvCxnSpPr>
          <p:spPr>
            <a:xfrm flipH="1">
              <a:off x="6372275" y="5524780"/>
              <a:ext cx="2772845" cy="0"/>
            </a:xfrm>
            <a:prstGeom prst="line">
              <a:avLst/>
            </a:prstGeom>
            <a:ln w="50800" cap="rnd">
              <a:solidFill>
                <a:srgbClr val="FF0000"/>
              </a:solidFill>
            </a:ln>
          </p:spPr>
          <p:style>
            <a:lnRef idx="1">
              <a:schemeClr val="accent1"/>
            </a:lnRef>
            <a:fillRef idx="0">
              <a:schemeClr val="accent1"/>
            </a:fillRef>
            <a:effectRef idx="0">
              <a:schemeClr val="accent1"/>
            </a:effectRef>
            <a:fontRef idx="minor">
              <a:schemeClr val="tx1"/>
            </a:fontRef>
          </p:style>
        </p:cxnSp>
        <p:cxnSp>
          <p:nvCxnSpPr>
            <p:cNvPr id="56" name="直接连接符 55">
              <a:extLst>
                <a:ext uri="{FF2B5EF4-FFF2-40B4-BE49-F238E27FC236}">
                  <a16:creationId xmlns:a16="http://schemas.microsoft.com/office/drawing/2014/main" id="{95E63DDD-3F82-4573-9D24-F365BC71101A}"/>
                </a:ext>
              </a:extLst>
            </p:cNvPr>
            <p:cNvCxnSpPr>
              <a:cxnSpLocks/>
            </p:cNvCxnSpPr>
            <p:nvPr/>
          </p:nvCxnSpPr>
          <p:spPr>
            <a:xfrm>
              <a:off x="6363039" y="5523534"/>
              <a:ext cx="240819" cy="259531"/>
            </a:xfrm>
            <a:prstGeom prst="line">
              <a:avLst/>
            </a:prstGeom>
            <a:ln w="50800" cap="rnd">
              <a:solidFill>
                <a:srgbClr val="FF0000"/>
              </a:solidFill>
            </a:ln>
          </p:spPr>
          <p:style>
            <a:lnRef idx="1">
              <a:schemeClr val="accent1"/>
            </a:lnRef>
            <a:fillRef idx="0">
              <a:schemeClr val="accent1"/>
            </a:fillRef>
            <a:effectRef idx="0">
              <a:schemeClr val="accent1"/>
            </a:effectRef>
            <a:fontRef idx="minor">
              <a:schemeClr val="tx1"/>
            </a:fontRef>
          </p:style>
        </p:cxnSp>
        <p:sp>
          <p:nvSpPr>
            <p:cNvPr id="57" name="文本框 56">
              <a:extLst>
                <a:ext uri="{FF2B5EF4-FFF2-40B4-BE49-F238E27FC236}">
                  <a16:creationId xmlns:a16="http://schemas.microsoft.com/office/drawing/2014/main" id="{7C36081E-65FB-4CED-AA1C-2D13418C06B5}"/>
                </a:ext>
              </a:extLst>
            </p:cNvPr>
            <p:cNvSpPr txBox="1"/>
            <p:nvPr/>
          </p:nvSpPr>
          <p:spPr>
            <a:xfrm>
              <a:off x="5285532" y="5065839"/>
              <a:ext cx="1502215" cy="369460"/>
            </a:xfrm>
            <a:prstGeom prst="rect">
              <a:avLst/>
            </a:prstGeom>
            <a:noFill/>
          </p:spPr>
          <p:txBody>
            <a:bodyPr wrap="square" rtlCol="0">
              <a:spAutoFit/>
            </a:bodyPr>
            <a:lstStyle/>
            <a:p>
              <a:pPr algn="ctr"/>
              <a:r>
                <a:rPr lang="zh-CN" altLang="en-US" sz="1801" b="1" dirty="0">
                  <a:solidFill>
                    <a:srgbClr val="FF0000"/>
                  </a:solidFill>
                  <a:latin typeface="Arial Narrow" panose="020B0606020202030204" pitchFamily="34" charset="0"/>
                </a:rPr>
                <a:t>广域网链路</a:t>
              </a:r>
            </a:p>
          </p:txBody>
        </p:sp>
        <p:sp>
          <p:nvSpPr>
            <p:cNvPr id="58" name="文本框 57">
              <a:extLst>
                <a:ext uri="{FF2B5EF4-FFF2-40B4-BE49-F238E27FC236}">
                  <a16:creationId xmlns:a16="http://schemas.microsoft.com/office/drawing/2014/main" id="{E97E9724-5963-4049-B260-57CC774723B6}"/>
                </a:ext>
              </a:extLst>
            </p:cNvPr>
            <p:cNvSpPr txBox="1"/>
            <p:nvPr/>
          </p:nvSpPr>
          <p:spPr>
            <a:xfrm>
              <a:off x="2408809" y="6030867"/>
              <a:ext cx="1007962" cy="369460"/>
            </a:xfrm>
            <a:prstGeom prst="rect">
              <a:avLst/>
            </a:prstGeom>
            <a:noFill/>
          </p:spPr>
          <p:txBody>
            <a:bodyPr wrap="square" rtlCol="0">
              <a:spAutoFit/>
            </a:bodyPr>
            <a:lstStyle/>
            <a:p>
              <a:pPr algn="ctr"/>
              <a:r>
                <a:rPr lang="zh-CN" altLang="en-US" sz="1801" b="1" dirty="0">
                  <a:latin typeface="Arial Narrow" panose="020B0606020202030204" pitchFamily="34" charset="0"/>
                </a:rPr>
                <a:t>路由器</a:t>
              </a:r>
            </a:p>
          </p:txBody>
        </p:sp>
        <p:sp>
          <p:nvSpPr>
            <p:cNvPr id="59" name="文本框 58">
              <a:extLst>
                <a:ext uri="{FF2B5EF4-FFF2-40B4-BE49-F238E27FC236}">
                  <a16:creationId xmlns:a16="http://schemas.microsoft.com/office/drawing/2014/main" id="{62EDFAED-19EF-4968-A894-0E31E1350E9B}"/>
                </a:ext>
              </a:extLst>
            </p:cNvPr>
            <p:cNvSpPr txBox="1"/>
            <p:nvPr/>
          </p:nvSpPr>
          <p:spPr>
            <a:xfrm>
              <a:off x="8960197" y="6030867"/>
              <a:ext cx="1007962" cy="369460"/>
            </a:xfrm>
            <a:prstGeom prst="rect">
              <a:avLst/>
            </a:prstGeom>
            <a:noFill/>
          </p:spPr>
          <p:txBody>
            <a:bodyPr wrap="square" rtlCol="0">
              <a:spAutoFit/>
            </a:bodyPr>
            <a:lstStyle/>
            <a:p>
              <a:pPr algn="ctr"/>
              <a:r>
                <a:rPr lang="zh-CN" altLang="en-US" sz="1801" b="1" dirty="0">
                  <a:latin typeface="Arial Narrow" panose="020B0606020202030204" pitchFamily="34" charset="0"/>
                </a:rPr>
                <a:t>路由器</a:t>
              </a:r>
            </a:p>
          </p:txBody>
        </p:sp>
        <p:sp>
          <p:nvSpPr>
            <p:cNvPr id="60" name="文本框 59">
              <a:extLst>
                <a:ext uri="{FF2B5EF4-FFF2-40B4-BE49-F238E27FC236}">
                  <a16:creationId xmlns:a16="http://schemas.microsoft.com/office/drawing/2014/main" id="{187A6028-34D4-4F59-A68F-A0F7738A3F84}"/>
                </a:ext>
              </a:extLst>
            </p:cNvPr>
            <p:cNvSpPr txBox="1"/>
            <p:nvPr/>
          </p:nvSpPr>
          <p:spPr>
            <a:xfrm>
              <a:off x="5283701" y="5772583"/>
              <a:ext cx="1828604" cy="369460"/>
            </a:xfrm>
            <a:prstGeom prst="rect">
              <a:avLst/>
            </a:prstGeom>
            <a:noFill/>
          </p:spPr>
          <p:txBody>
            <a:bodyPr wrap="square" rtlCol="0">
              <a:spAutoFit/>
            </a:bodyPr>
            <a:lstStyle/>
            <a:p>
              <a:pPr algn="ctr"/>
              <a:r>
                <a:rPr lang="en-US" altLang="zh-CN" sz="1801" b="1" dirty="0">
                  <a:latin typeface="Arial Narrow" panose="020B0606020202030204" pitchFamily="34" charset="0"/>
                </a:rPr>
                <a:t>PPP</a:t>
              </a:r>
              <a:r>
                <a:rPr lang="zh-CN" altLang="en-US" sz="1801" b="1" dirty="0">
                  <a:latin typeface="Arial Narrow" panose="020B0606020202030204" pitchFamily="34" charset="0"/>
                </a:rPr>
                <a:t>协议</a:t>
              </a:r>
            </a:p>
          </p:txBody>
        </p:sp>
      </p:grpSp>
    </p:spTree>
    <p:custDataLst>
      <p:tags r:id="rId1"/>
    </p:custDataLst>
    <p:extLst>
      <p:ext uri="{BB962C8B-B14F-4D97-AF65-F5344CB8AC3E}">
        <p14:creationId xmlns:p14="http://schemas.microsoft.com/office/powerpoint/2010/main" val="1486457253"/>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30" presetClass="entr" presetSubtype="0" fill="hold" nodeType="withEffect">
                                  <p:stCondLst>
                                    <p:cond delay="0"/>
                                  </p:stCondLst>
                                  <p:childTnLst>
                                    <p:set>
                                      <p:cBhvr>
                                        <p:cTn id="6" dur="1" fill="hold">
                                          <p:stCondLst>
                                            <p:cond delay="0"/>
                                          </p:stCondLst>
                                        </p:cTn>
                                        <p:tgtEl>
                                          <p:spTgt spid="42"/>
                                        </p:tgtEl>
                                        <p:attrNameLst>
                                          <p:attrName>style.visibility</p:attrName>
                                        </p:attrNameLst>
                                      </p:cBhvr>
                                      <p:to>
                                        <p:strVal val="visible"/>
                                      </p:to>
                                    </p:set>
                                    <p:animEffect transition="in" filter="fade">
                                      <p:cBhvr>
                                        <p:cTn id="7" dur="800" decel="100000"/>
                                        <p:tgtEl>
                                          <p:spTgt spid="42"/>
                                        </p:tgtEl>
                                      </p:cBhvr>
                                    </p:animEffect>
                                    <p:anim calcmode="lin" valueType="num">
                                      <p:cBhvr>
                                        <p:cTn id="8" dur="800" decel="100000" fill="hold"/>
                                        <p:tgtEl>
                                          <p:spTgt spid="42"/>
                                        </p:tgtEl>
                                        <p:attrNameLst>
                                          <p:attrName>style.rotation</p:attrName>
                                        </p:attrNameLst>
                                      </p:cBhvr>
                                      <p:tavLst>
                                        <p:tav tm="0">
                                          <p:val>
                                            <p:fltVal val="-90"/>
                                          </p:val>
                                        </p:tav>
                                        <p:tav tm="100000">
                                          <p:val>
                                            <p:fltVal val="0"/>
                                          </p:val>
                                        </p:tav>
                                      </p:tavLst>
                                    </p:anim>
                                    <p:anim calcmode="lin" valueType="num">
                                      <p:cBhvr>
                                        <p:cTn id="9" dur="800" decel="100000" fill="hold"/>
                                        <p:tgtEl>
                                          <p:spTgt spid="42"/>
                                        </p:tgtEl>
                                        <p:attrNameLst>
                                          <p:attrName>ppt_x</p:attrName>
                                        </p:attrNameLst>
                                      </p:cBhvr>
                                      <p:tavLst>
                                        <p:tav tm="0">
                                          <p:val>
                                            <p:strVal val="#ppt_x+0.4"/>
                                          </p:val>
                                        </p:tav>
                                        <p:tav tm="100000">
                                          <p:val>
                                            <p:strVal val="#ppt_x-0.05"/>
                                          </p:val>
                                        </p:tav>
                                      </p:tavLst>
                                    </p:anim>
                                    <p:anim calcmode="lin" valueType="num">
                                      <p:cBhvr>
                                        <p:cTn id="10" dur="800" decel="100000" fill="hold"/>
                                        <p:tgtEl>
                                          <p:spTgt spid="42"/>
                                        </p:tgtEl>
                                        <p:attrNameLst>
                                          <p:attrName>ppt_y</p:attrName>
                                        </p:attrNameLst>
                                      </p:cBhvr>
                                      <p:tavLst>
                                        <p:tav tm="0">
                                          <p:val>
                                            <p:strVal val="#ppt_y-0.4"/>
                                          </p:val>
                                        </p:tav>
                                        <p:tav tm="100000">
                                          <p:val>
                                            <p:strVal val="#ppt_y+0.1"/>
                                          </p:val>
                                        </p:tav>
                                      </p:tavLst>
                                    </p:anim>
                                    <p:anim calcmode="lin" valueType="num">
                                      <p:cBhvr>
                                        <p:cTn id="11" dur="200" accel="100000" fill="hold">
                                          <p:stCondLst>
                                            <p:cond delay="800"/>
                                          </p:stCondLst>
                                        </p:cTn>
                                        <p:tgtEl>
                                          <p:spTgt spid="42"/>
                                        </p:tgtEl>
                                        <p:attrNameLst>
                                          <p:attrName>ppt_x</p:attrName>
                                        </p:attrNameLst>
                                      </p:cBhvr>
                                      <p:tavLst>
                                        <p:tav tm="0">
                                          <p:val>
                                            <p:strVal val="#ppt_x-0.05"/>
                                          </p:val>
                                        </p:tav>
                                        <p:tav tm="100000">
                                          <p:val>
                                            <p:strVal val="#ppt_x"/>
                                          </p:val>
                                        </p:tav>
                                      </p:tavLst>
                                    </p:anim>
                                    <p:anim calcmode="lin" valueType="num">
                                      <p:cBhvr>
                                        <p:cTn id="12" dur="200" accel="100000" fill="hold">
                                          <p:stCondLst>
                                            <p:cond delay="800"/>
                                          </p:stCondLst>
                                        </p:cTn>
                                        <p:tgtEl>
                                          <p:spTgt spid="42"/>
                                        </p:tgtEl>
                                        <p:attrNameLst>
                                          <p:attrName>ppt_y</p:attrName>
                                        </p:attrNameLst>
                                      </p:cBhvr>
                                      <p:tavLst>
                                        <p:tav tm="0">
                                          <p:val>
                                            <p:strVal val="#ppt_y+0.1"/>
                                          </p:val>
                                        </p:tav>
                                        <p:tav tm="100000">
                                          <p:val>
                                            <p:strVal val="#ppt_y"/>
                                          </p:val>
                                        </p:tav>
                                      </p:tavLst>
                                    </p:anim>
                                  </p:childTnLst>
                                </p:cTn>
                              </p:par>
                              <p:par>
                                <p:cTn id="13" presetID="42" presetClass="entr" presetSubtype="0" fill="hold" nodeType="withEffect">
                                  <p:stCondLst>
                                    <p:cond delay="0"/>
                                  </p:stCondLst>
                                  <p:childTnLst>
                                    <p:set>
                                      <p:cBhvr>
                                        <p:cTn id="14" dur="1" fill="hold">
                                          <p:stCondLst>
                                            <p:cond delay="0"/>
                                          </p:stCondLst>
                                        </p:cTn>
                                        <p:tgtEl>
                                          <p:spTgt spid="5"/>
                                        </p:tgtEl>
                                        <p:attrNameLst>
                                          <p:attrName>style.visibility</p:attrName>
                                        </p:attrNameLst>
                                      </p:cBhvr>
                                      <p:to>
                                        <p:strVal val="visible"/>
                                      </p:to>
                                    </p:set>
                                    <p:animEffect transition="in" filter="fade">
                                      <p:cBhvr>
                                        <p:cTn id="15" dur="1000"/>
                                        <p:tgtEl>
                                          <p:spTgt spid="5"/>
                                        </p:tgtEl>
                                      </p:cBhvr>
                                    </p:animEffect>
                                    <p:anim calcmode="lin" valueType="num">
                                      <p:cBhvr>
                                        <p:cTn id="16" dur="1000" fill="hold"/>
                                        <p:tgtEl>
                                          <p:spTgt spid="5"/>
                                        </p:tgtEl>
                                        <p:attrNameLst>
                                          <p:attrName>ppt_x</p:attrName>
                                        </p:attrNameLst>
                                      </p:cBhvr>
                                      <p:tavLst>
                                        <p:tav tm="0">
                                          <p:val>
                                            <p:strVal val="#ppt_x"/>
                                          </p:val>
                                        </p:tav>
                                        <p:tav tm="100000">
                                          <p:val>
                                            <p:strVal val="#ppt_x"/>
                                          </p:val>
                                        </p:tav>
                                      </p:tavLst>
                                    </p:anim>
                                    <p:anim calcmode="lin" valueType="num">
                                      <p:cBhvr>
                                        <p:cTn id="17" dur="1000" fill="hold"/>
                                        <p:tgtEl>
                                          <p:spTgt spid="5"/>
                                        </p:tgtEl>
                                        <p:attrNameLst>
                                          <p:attrName>ppt_y</p:attrName>
                                        </p:attrNameLst>
                                      </p:cBhvr>
                                      <p:tavLst>
                                        <p:tav tm="0">
                                          <p:val>
                                            <p:strVal val="#ppt_y+.1"/>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22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4" name="组合 3">
            <a:extLst>
              <a:ext uri="{FF2B5EF4-FFF2-40B4-BE49-F238E27FC236}">
                <a16:creationId xmlns:a16="http://schemas.microsoft.com/office/drawing/2014/main" id="{9A1EA9F2-FCB6-48C3-935F-7AE7E3AD14AC}"/>
              </a:ext>
            </a:extLst>
          </p:cNvPr>
          <p:cNvGrpSpPr/>
          <p:nvPr/>
        </p:nvGrpSpPr>
        <p:grpSpPr>
          <a:xfrm>
            <a:off x="304800" y="749300"/>
            <a:ext cx="6192344" cy="400110"/>
            <a:chOff x="424117" y="898245"/>
            <a:chExt cx="6192344" cy="400110"/>
          </a:xfrm>
        </p:grpSpPr>
        <p:sp>
          <p:nvSpPr>
            <p:cNvPr id="2" name="平行四边形 1">
              <a:extLst>
                <a:ext uri="{FF2B5EF4-FFF2-40B4-BE49-F238E27FC236}">
                  <a16:creationId xmlns:a16="http://schemas.microsoft.com/office/drawing/2014/main" id="{1F5BAA3F-9845-4F89-A2DD-8222D3E4EDAC}"/>
                </a:ext>
              </a:extLst>
            </p:cNvPr>
            <p:cNvSpPr/>
            <p:nvPr/>
          </p:nvSpPr>
          <p:spPr>
            <a:xfrm>
              <a:off x="424117" y="898245"/>
              <a:ext cx="628306" cy="387090"/>
            </a:xfrm>
            <a:prstGeom prst="parallelogram">
              <a:avLst/>
            </a:prstGeom>
            <a:solidFill>
              <a:schemeClr val="accent3">
                <a:lumMod val="75000"/>
              </a:schemeClr>
            </a:solidFill>
            <a:ln>
              <a:solidFill>
                <a:schemeClr val="accent3">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CN" sz="2200" dirty="0">
                  <a:latin typeface="Impact" panose="020B0806030902050204" pitchFamily="34" charset="0"/>
                </a:rPr>
                <a:t>01</a:t>
              </a:r>
              <a:endParaRPr lang="zh-CN" altLang="en-US" sz="2200" dirty="0">
                <a:latin typeface="Impact" panose="020B0806030902050204" pitchFamily="34" charset="0"/>
              </a:endParaRPr>
            </a:p>
          </p:txBody>
        </p:sp>
        <p:sp>
          <p:nvSpPr>
            <p:cNvPr id="3" name="文本框 2">
              <a:extLst>
                <a:ext uri="{FF2B5EF4-FFF2-40B4-BE49-F238E27FC236}">
                  <a16:creationId xmlns:a16="http://schemas.microsoft.com/office/drawing/2014/main" id="{4D6BD736-A4D3-4F26-AFED-36E11F50F70B}"/>
                </a:ext>
              </a:extLst>
            </p:cNvPr>
            <p:cNvSpPr txBox="1"/>
            <p:nvPr/>
          </p:nvSpPr>
          <p:spPr>
            <a:xfrm>
              <a:off x="1052423" y="898245"/>
              <a:ext cx="5564038" cy="400110"/>
            </a:xfrm>
            <a:prstGeom prst="rect">
              <a:avLst/>
            </a:prstGeom>
            <a:noFill/>
          </p:spPr>
          <p:txBody>
            <a:bodyPr wrap="square" rtlCol="0">
              <a:spAutoFit/>
            </a:bodyPr>
            <a:lstStyle/>
            <a:p>
              <a:r>
                <a:rPr lang="zh-CN" altLang="en-US" sz="2000" b="1" dirty="0"/>
                <a:t>点对点协议</a:t>
              </a:r>
              <a:r>
                <a:rPr lang="en-US" altLang="zh-CN" sz="2000" b="1" dirty="0"/>
                <a:t>PPP</a:t>
              </a:r>
              <a:r>
                <a:rPr lang="zh-CN" altLang="en-US" sz="2000" b="1" dirty="0"/>
                <a:t>概述</a:t>
              </a:r>
            </a:p>
          </p:txBody>
        </p:sp>
      </p:grpSp>
      <p:sp>
        <p:nvSpPr>
          <p:cNvPr id="13" name="矩形 12">
            <a:extLst>
              <a:ext uri="{FF2B5EF4-FFF2-40B4-BE49-F238E27FC236}">
                <a16:creationId xmlns:a16="http://schemas.microsoft.com/office/drawing/2014/main" id="{0AEBB86C-20A1-490C-BBCA-8A15FCFD067D}"/>
              </a:ext>
            </a:extLst>
          </p:cNvPr>
          <p:cNvSpPr/>
          <p:nvPr/>
        </p:nvSpPr>
        <p:spPr>
          <a:xfrm>
            <a:off x="1042450" y="1313897"/>
            <a:ext cx="256976" cy="256976"/>
          </a:xfrm>
          <a:prstGeom prst="rect">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14" name="íşlïḍè">
            <a:extLst>
              <a:ext uri="{FF2B5EF4-FFF2-40B4-BE49-F238E27FC236}">
                <a16:creationId xmlns:a16="http://schemas.microsoft.com/office/drawing/2014/main" id="{27F2F17D-90D2-4FD9-BD0A-3A86AD5DF7F7}"/>
              </a:ext>
            </a:extLst>
          </p:cNvPr>
          <p:cNvSpPr txBox="1"/>
          <p:nvPr/>
        </p:nvSpPr>
        <p:spPr>
          <a:xfrm>
            <a:off x="1359677" y="1259576"/>
            <a:ext cx="9323673" cy="400110"/>
          </a:xfrm>
          <a:prstGeom prst="rect">
            <a:avLst/>
          </a:prstGeom>
          <a:noFill/>
        </p:spPr>
        <p:txBody>
          <a:bodyPr wrap="square" lIns="91440" tIns="45720" rIns="91440" bIns="45720" anchor="ctr">
            <a:noAutofit/>
          </a:bodyPr>
          <a:lstStyle/>
          <a:p>
            <a:r>
              <a:rPr lang="zh-CN" altLang="en-US" b="1" dirty="0"/>
              <a:t>从网络体系结构的角度看点对点协议</a:t>
            </a:r>
            <a:r>
              <a:rPr lang="en-US" altLang="zh-CN" b="1" dirty="0"/>
              <a:t>PPP</a:t>
            </a:r>
            <a:r>
              <a:rPr lang="zh-CN" altLang="en-US" b="1" dirty="0"/>
              <a:t>的组成</a:t>
            </a:r>
            <a:endParaRPr lang="en-US" altLang="zh-CN" b="1" dirty="0"/>
          </a:p>
        </p:txBody>
      </p:sp>
      <p:grpSp>
        <p:nvGrpSpPr>
          <p:cNvPr id="42" name="组合 41">
            <a:extLst>
              <a:ext uri="{FF2B5EF4-FFF2-40B4-BE49-F238E27FC236}">
                <a16:creationId xmlns:a16="http://schemas.microsoft.com/office/drawing/2014/main" id="{86B41EFA-4C46-4D36-86BA-7294AD3B49B0}"/>
              </a:ext>
            </a:extLst>
          </p:cNvPr>
          <p:cNvGrpSpPr/>
          <p:nvPr/>
        </p:nvGrpSpPr>
        <p:grpSpPr>
          <a:xfrm>
            <a:off x="2311574" y="1833423"/>
            <a:ext cx="2053652" cy="4389704"/>
            <a:chOff x="2311574" y="1807111"/>
            <a:chExt cx="2053652" cy="4389704"/>
          </a:xfrm>
        </p:grpSpPr>
        <p:sp>
          <p:nvSpPr>
            <p:cNvPr id="43" name="矩形 42">
              <a:extLst>
                <a:ext uri="{FF2B5EF4-FFF2-40B4-BE49-F238E27FC236}">
                  <a16:creationId xmlns:a16="http://schemas.microsoft.com/office/drawing/2014/main" id="{E02F8E78-AB5B-4D0C-A18E-8ED8E8372897}"/>
                </a:ext>
              </a:extLst>
            </p:cNvPr>
            <p:cNvSpPr/>
            <p:nvPr/>
          </p:nvSpPr>
          <p:spPr>
            <a:xfrm>
              <a:off x="2311574" y="4740252"/>
              <a:ext cx="2053652" cy="1456563"/>
            </a:xfrm>
            <a:prstGeom prst="rect">
              <a:avLst/>
            </a:prstGeom>
            <a:solidFill>
              <a:schemeClr val="tx2"/>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zh-CN" altLang="en-US" b="1" dirty="0">
                  <a:solidFill>
                    <a:schemeClr val="bg1"/>
                  </a:solidFill>
                  <a:latin typeface="+mn-ea"/>
                </a:rPr>
                <a:t>物理层</a:t>
              </a:r>
            </a:p>
          </p:txBody>
        </p:sp>
        <p:sp>
          <p:nvSpPr>
            <p:cNvPr id="44" name="矩形 43">
              <a:extLst>
                <a:ext uri="{FF2B5EF4-FFF2-40B4-BE49-F238E27FC236}">
                  <a16:creationId xmlns:a16="http://schemas.microsoft.com/office/drawing/2014/main" id="{3ED2A077-4CB7-4D27-B957-F80F0BAEA3F9}"/>
                </a:ext>
              </a:extLst>
            </p:cNvPr>
            <p:cNvSpPr/>
            <p:nvPr/>
          </p:nvSpPr>
          <p:spPr>
            <a:xfrm>
              <a:off x="2311574" y="3273681"/>
              <a:ext cx="2053652" cy="1466571"/>
            </a:xfrm>
            <a:prstGeom prst="rect">
              <a:avLst/>
            </a:prstGeom>
            <a:solidFill>
              <a:schemeClr val="accent4"/>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ltLang="zh-CN" b="1" dirty="0">
                <a:solidFill>
                  <a:schemeClr val="bg1"/>
                </a:solidFill>
                <a:latin typeface="+mn-ea"/>
              </a:endParaRPr>
            </a:p>
            <a:p>
              <a:pPr algn="ctr"/>
              <a:r>
                <a:rPr lang="zh-CN" altLang="en-US" b="1" dirty="0">
                  <a:solidFill>
                    <a:schemeClr val="bg1"/>
                  </a:solidFill>
                  <a:latin typeface="+mn-ea"/>
                </a:rPr>
                <a:t>数据链路层</a:t>
              </a:r>
              <a:endParaRPr lang="en-US" altLang="zh-CN" b="1" dirty="0">
                <a:solidFill>
                  <a:schemeClr val="bg1"/>
                </a:solidFill>
                <a:latin typeface="+mn-ea"/>
              </a:endParaRPr>
            </a:p>
            <a:p>
              <a:pPr algn="ctr"/>
              <a:endParaRPr lang="en-US" altLang="zh-CN" b="1" dirty="0">
                <a:solidFill>
                  <a:schemeClr val="bg1"/>
                </a:solidFill>
                <a:latin typeface="+mn-ea"/>
              </a:endParaRPr>
            </a:p>
            <a:p>
              <a:pPr algn="ctr"/>
              <a:endParaRPr lang="zh-CN" altLang="en-US" b="1" dirty="0">
                <a:solidFill>
                  <a:schemeClr val="bg1"/>
                </a:solidFill>
                <a:latin typeface="+mn-ea"/>
              </a:endParaRPr>
            </a:p>
          </p:txBody>
        </p:sp>
        <p:sp>
          <p:nvSpPr>
            <p:cNvPr id="45" name="矩形 44">
              <a:extLst>
                <a:ext uri="{FF2B5EF4-FFF2-40B4-BE49-F238E27FC236}">
                  <a16:creationId xmlns:a16="http://schemas.microsoft.com/office/drawing/2014/main" id="{CF867724-927C-42E6-B60F-86927F2B560F}"/>
                </a:ext>
              </a:extLst>
            </p:cNvPr>
            <p:cNvSpPr/>
            <p:nvPr/>
          </p:nvSpPr>
          <p:spPr>
            <a:xfrm>
              <a:off x="2311574" y="1807111"/>
              <a:ext cx="2053652" cy="1466570"/>
            </a:xfrm>
            <a:prstGeom prst="rect">
              <a:avLst/>
            </a:prstGeom>
            <a:solidFill>
              <a:schemeClr val="accent6"/>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zh-CN" altLang="en-US" b="1" dirty="0">
                  <a:solidFill>
                    <a:schemeClr val="bg1"/>
                  </a:solidFill>
                  <a:latin typeface="+mn-ea"/>
                </a:rPr>
                <a:t>网络层</a:t>
              </a:r>
            </a:p>
          </p:txBody>
        </p:sp>
      </p:grpSp>
      <p:grpSp>
        <p:nvGrpSpPr>
          <p:cNvPr id="47" name="组合 46">
            <a:extLst>
              <a:ext uri="{FF2B5EF4-FFF2-40B4-BE49-F238E27FC236}">
                <a16:creationId xmlns:a16="http://schemas.microsoft.com/office/drawing/2014/main" id="{21D0A64F-C1F1-4E15-A99B-F8242635D999}"/>
              </a:ext>
            </a:extLst>
          </p:cNvPr>
          <p:cNvGrpSpPr/>
          <p:nvPr/>
        </p:nvGrpSpPr>
        <p:grpSpPr>
          <a:xfrm>
            <a:off x="4365225" y="1833423"/>
            <a:ext cx="5515200" cy="4389704"/>
            <a:chOff x="4365225" y="1807111"/>
            <a:chExt cx="5515200" cy="4389704"/>
          </a:xfrm>
        </p:grpSpPr>
        <p:cxnSp>
          <p:nvCxnSpPr>
            <p:cNvPr id="56" name="直接连接符 55">
              <a:extLst>
                <a:ext uri="{FF2B5EF4-FFF2-40B4-BE49-F238E27FC236}">
                  <a16:creationId xmlns:a16="http://schemas.microsoft.com/office/drawing/2014/main" id="{A819B2A6-3081-46A6-8E9E-6228577F713D}"/>
                </a:ext>
              </a:extLst>
            </p:cNvPr>
            <p:cNvCxnSpPr>
              <a:cxnSpLocks/>
            </p:cNvCxnSpPr>
            <p:nvPr/>
          </p:nvCxnSpPr>
          <p:spPr>
            <a:xfrm>
              <a:off x="4365225" y="1807111"/>
              <a:ext cx="5515200" cy="0"/>
            </a:xfrm>
            <a:prstGeom prst="line">
              <a:avLst/>
            </a:prstGeom>
            <a:ln w="12700">
              <a:solidFill>
                <a:schemeClr val="tx1"/>
              </a:solidFill>
              <a:prstDash val="dash"/>
            </a:ln>
          </p:spPr>
          <p:style>
            <a:lnRef idx="1">
              <a:schemeClr val="accent1"/>
            </a:lnRef>
            <a:fillRef idx="0">
              <a:schemeClr val="accent1"/>
            </a:fillRef>
            <a:effectRef idx="0">
              <a:schemeClr val="accent1"/>
            </a:effectRef>
            <a:fontRef idx="minor">
              <a:schemeClr val="tx1"/>
            </a:fontRef>
          </p:style>
        </p:cxnSp>
        <p:cxnSp>
          <p:nvCxnSpPr>
            <p:cNvPr id="57" name="直接连接符 56">
              <a:extLst>
                <a:ext uri="{FF2B5EF4-FFF2-40B4-BE49-F238E27FC236}">
                  <a16:creationId xmlns:a16="http://schemas.microsoft.com/office/drawing/2014/main" id="{50468078-05DE-474F-B758-B77606026121}"/>
                </a:ext>
              </a:extLst>
            </p:cNvPr>
            <p:cNvCxnSpPr>
              <a:cxnSpLocks/>
            </p:cNvCxnSpPr>
            <p:nvPr/>
          </p:nvCxnSpPr>
          <p:spPr>
            <a:xfrm>
              <a:off x="4365225" y="6196815"/>
              <a:ext cx="5515200" cy="0"/>
            </a:xfrm>
            <a:prstGeom prst="line">
              <a:avLst/>
            </a:prstGeom>
            <a:ln w="12700">
              <a:solidFill>
                <a:schemeClr val="tx1"/>
              </a:solidFill>
              <a:prstDash val="dash"/>
            </a:ln>
          </p:spPr>
          <p:style>
            <a:lnRef idx="1">
              <a:schemeClr val="accent1"/>
            </a:lnRef>
            <a:fillRef idx="0">
              <a:schemeClr val="accent1"/>
            </a:fillRef>
            <a:effectRef idx="0">
              <a:schemeClr val="accent1"/>
            </a:effectRef>
            <a:fontRef idx="minor">
              <a:schemeClr val="tx1"/>
            </a:fontRef>
          </p:style>
        </p:cxnSp>
        <p:cxnSp>
          <p:nvCxnSpPr>
            <p:cNvPr id="58" name="直接连接符 57">
              <a:extLst>
                <a:ext uri="{FF2B5EF4-FFF2-40B4-BE49-F238E27FC236}">
                  <a16:creationId xmlns:a16="http://schemas.microsoft.com/office/drawing/2014/main" id="{5A499BCF-868D-4030-8941-1F5DBF14459A}"/>
                </a:ext>
              </a:extLst>
            </p:cNvPr>
            <p:cNvCxnSpPr>
              <a:cxnSpLocks/>
            </p:cNvCxnSpPr>
            <p:nvPr/>
          </p:nvCxnSpPr>
          <p:spPr>
            <a:xfrm>
              <a:off x="4365225" y="4740252"/>
              <a:ext cx="5515200" cy="0"/>
            </a:xfrm>
            <a:prstGeom prst="line">
              <a:avLst/>
            </a:prstGeom>
            <a:ln w="12700">
              <a:solidFill>
                <a:schemeClr val="tx1"/>
              </a:solidFill>
              <a:prstDash val="dash"/>
            </a:ln>
          </p:spPr>
          <p:style>
            <a:lnRef idx="1">
              <a:schemeClr val="accent1"/>
            </a:lnRef>
            <a:fillRef idx="0">
              <a:schemeClr val="accent1"/>
            </a:fillRef>
            <a:effectRef idx="0">
              <a:schemeClr val="accent1"/>
            </a:effectRef>
            <a:fontRef idx="minor">
              <a:schemeClr val="tx1"/>
            </a:fontRef>
          </p:style>
        </p:cxnSp>
        <p:cxnSp>
          <p:nvCxnSpPr>
            <p:cNvPr id="59" name="直接连接符 58">
              <a:extLst>
                <a:ext uri="{FF2B5EF4-FFF2-40B4-BE49-F238E27FC236}">
                  <a16:creationId xmlns:a16="http://schemas.microsoft.com/office/drawing/2014/main" id="{4417A1FB-2929-4F7E-A298-FEC847B99587}"/>
                </a:ext>
              </a:extLst>
            </p:cNvPr>
            <p:cNvCxnSpPr>
              <a:cxnSpLocks/>
            </p:cNvCxnSpPr>
            <p:nvPr/>
          </p:nvCxnSpPr>
          <p:spPr>
            <a:xfrm>
              <a:off x="4365226" y="3273681"/>
              <a:ext cx="5514412" cy="0"/>
            </a:xfrm>
            <a:prstGeom prst="line">
              <a:avLst/>
            </a:prstGeom>
            <a:ln w="12700">
              <a:solidFill>
                <a:schemeClr val="tx1"/>
              </a:solidFill>
              <a:prstDash val="dash"/>
            </a:ln>
          </p:spPr>
          <p:style>
            <a:lnRef idx="1">
              <a:schemeClr val="accent1"/>
            </a:lnRef>
            <a:fillRef idx="0">
              <a:schemeClr val="accent1"/>
            </a:fillRef>
            <a:effectRef idx="0">
              <a:schemeClr val="accent1"/>
            </a:effectRef>
            <a:fontRef idx="minor">
              <a:schemeClr val="tx1"/>
            </a:fontRef>
          </p:style>
        </p:cxnSp>
      </p:grpSp>
      <p:sp>
        <p:nvSpPr>
          <p:cNvPr id="60" name="文本框 59">
            <a:extLst>
              <a:ext uri="{FF2B5EF4-FFF2-40B4-BE49-F238E27FC236}">
                <a16:creationId xmlns:a16="http://schemas.microsoft.com/office/drawing/2014/main" id="{8BFAB67B-02F1-472A-B863-2D68DA3E1475}"/>
              </a:ext>
            </a:extLst>
          </p:cNvPr>
          <p:cNvSpPr txBox="1"/>
          <p:nvPr/>
        </p:nvSpPr>
        <p:spPr>
          <a:xfrm>
            <a:off x="5096967" y="4334558"/>
            <a:ext cx="4160973" cy="369460"/>
          </a:xfrm>
          <a:prstGeom prst="rect">
            <a:avLst/>
          </a:prstGeom>
          <a:noFill/>
        </p:spPr>
        <p:txBody>
          <a:bodyPr wrap="square" rtlCol="0">
            <a:spAutoFit/>
          </a:bodyPr>
          <a:lstStyle/>
          <a:p>
            <a:pPr algn="ctr"/>
            <a:r>
              <a:rPr lang="zh-CN" altLang="en-US" sz="1801" b="1" dirty="0">
                <a:latin typeface="Arial Narrow" panose="020B0606020202030204" pitchFamily="34" charset="0"/>
              </a:rPr>
              <a:t>一个链路控制协议</a:t>
            </a:r>
            <a:r>
              <a:rPr lang="en-US" altLang="zh-CN" sz="1801" b="1" dirty="0">
                <a:latin typeface="Arial Narrow" panose="020B0606020202030204" pitchFamily="34" charset="0"/>
              </a:rPr>
              <a:t>LCP</a:t>
            </a:r>
            <a:endParaRPr lang="zh-CN" altLang="en-US" sz="1801" b="1" dirty="0">
              <a:latin typeface="Arial Narrow" panose="020B0606020202030204" pitchFamily="34" charset="0"/>
            </a:endParaRPr>
          </a:p>
        </p:txBody>
      </p:sp>
      <p:sp>
        <p:nvSpPr>
          <p:cNvPr id="61" name="文本框 60">
            <a:extLst>
              <a:ext uri="{FF2B5EF4-FFF2-40B4-BE49-F238E27FC236}">
                <a16:creationId xmlns:a16="http://schemas.microsoft.com/office/drawing/2014/main" id="{9FB952F4-F23C-42A0-BE3D-F72735C3B8C0}"/>
              </a:ext>
            </a:extLst>
          </p:cNvPr>
          <p:cNvSpPr txBox="1"/>
          <p:nvPr/>
        </p:nvSpPr>
        <p:spPr>
          <a:xfrm>
            <a:off x="5096966" y="3843545"/>
            <a:ext cx="4160974" cy="369460"/>
          </a:xfrm>
          <a:prstGeom prst="rect">
            <a:avLst/>
          </a:prstGeom>
          <a:noFill/>
        </p:spPr>
        <p:txBody>
          <a:bodyPr wrap="square" rtlCol="0">
            <a:spAutoFit/>
          </a:bodyPr>
          <a:lstStyle/>
          <a:p>
            <a:pPr algn="ctr"/>
            <a:r>
              <a:rPr lang="zh-CN" altLang="en-US" sz="1801" b="1" dirty="0">
                <a:latin typeface="Arial Narrow" panose="020B0606020202030204" pitchFamily="34" charset="0"/>
              </a:rPr>
              <a:t>一个网络层</a:t>
            </a:r>
            <a:r>
              <a:rPr lang="en-US" altLang="zh-CN" sz="1801" b="1" dirty="0">
                <a:latin typeface="Arial Narrow" panose="020B0606020202030204" pitchFamily="34" charset="0"/>
              </a:rPr>
              <a:t>PDU</a:t>
            </a:r>
            <a:r>
              <a:rPr lang="zh-CN" altLang="en-US" sz="1801" b="1" dirty="0">
                <a:latin typeface="Arial Narrow" panose="020B0606020202030204" pitchFamily="34" charset="0"/>
              </a:rPr>
              <a:t>封装到串行链路的方法</a:t>
            </a:r>
          </a:p>
        </p:txBody>
      </p:sp>
      <p:sp>
        <p:nvSpPr>
          <p:cNvPr id="62" name="文本框 61">
            <a:extLst>
              <a:ext uri="{FF2B5EF4-FFF2-40B4-BE49-F238E27FC236}">
                <a16:creationId xmlns:a16="http://schemas.microsoft.com/office/drawing/2014/main" id="{6E24B930-AD83-498C-AC1E-C66C71996568}"/>
              </a:ext>
            </a:extLst>
          </p:cNvPr>
          <p:cNvSpPr txBox="1"/>
          <p:nvPr/>
        </p:nvSpPr>
        <p:spPr>
          <a:xfrm>
            <a:off x="5096966" y="3362540"/>
            <a:ext cx="4080153" cy="369460"/>
          </a:xfrm>
          <a:prstGeom prst="rect">
            <a:avLst/>
          </a:prstGeom>
          <a:noFill/>
        </p:spPr>
        <p:txBody>
          <a:bodyPr wrap="square" rtlCol="0">
            <a:spAutoFit/>
          </a:bodyPr>
          <a:lstStyle/>
          <a:p>
            <a:pPr algn="ctr"/>
            <a:r>
              <a:rPr lang="zh-CN" altLang="en-US" sz="1801" b="1" dirty="0">
                <a:latin typeface="Arial Narrow" panose="020B0606020202030204" pitchFamily="34" charset="0"/>
              </a:rPr>
              <a:t>一套网络控制协议</a:t>
            </a:r>
            <a:r>
              <a:rPr lang="en-US" altLang="zh-CN" sz="1801" b="1" dirty="0">
                <a:latin typeface="Arial Narrow" panose="020B0606020202030204" pitchFamily="34" charset="0"/>
              </a:rPr>
              <a:t>NCPs</a:t>
            </a:r>
            <a:endParaRPr lang="zh-CN" altLang="en-US" sz="1801" b="1" dirty="0">
              <a:latin typeface="Arial Narrow" panose="020B0606020202030204" pitchFamily="34" charset="0"/>
            </a:endParaRPr>
          </a:p>
        </p:txBody>
      </p:sp>
      <p:sp>
        <p:nvSpPr>
          <p:cNvPr id="63" name="文本框 62">
            <a:extLst>
              <a:ext uri="{FF2B5EF4-FFF2-40B4-BE49-F238E27FC236}">
                <a16:creationId xmlns:a16="http://schemas.microsoft.com/office/drawing/2014/main" id="{449B4BAF-A916-4C7E-9C79-30A2D6A42A8D}"/>
              </a:ext>
            </a:extLst>
          </p:cNvPr>
          <p:cNvSpPr txBox="1"/>
          <p:nvPr/>
        </p:nvSpPr>
        <p:spPr>
          <a:xfrm>
            <a:off x="5143146" y="4940656"/>
            <a:ext cx="4080153" cy="369460"/>
          </a:xfrm>
          <a:prstGeom prst="rect">
            <a:avLst/>
          </a:prstGeom>
          <a:noFill/>
        </p:spPr>
        <p:txBody>
          <a:bodyPr wrap="square" rtlCol="0">
            <a:spAutoFit/>
          </a:bodyPr>
          <a:lstStyle/>
          <a:p>
            <a:pPr algn="ctr"/>
            <a:r>
              <a:rPr lang="zh-CN" altLang="en-US" sz="1801" b="1" dirty="0">
                <a:latin typeface="Arial Narrow" panose="020B0606020202030204" pitchFamily="34" charset="0"/>
              </a:rPr>
              <a:t>面向字节的异步链路</a:t>
            </a:r>
          </a:p>
        </p:txBody>
      </p:sp>
      <p:sp>
        <p:nvSpPr>
          <p:cNvPr id="64" name="文本框 63">
            <a:extLst>
              <a:ext uri="{FF2B5EF4-FFF2-40B4-BE49-F238E27FC236}">
                <a16:creationId xmlns:a16="http://schemas.microsoft.com/office/drawing/2014/main" id="{FDF30BAD-8EA4-4F28-AB1B-02FF98377F17}"/>
              </a:ext>
            </a:extLst>
          </p:cNvPr>
          <p:cNvSpPr txBox="1"/>
          <p:nvPr/>
        </p:nvSpPr>
        <p:spPr>
          <a:xfrm>
            <a:off x="5143146" y="5581891"/>
            <a:ext cx="4080153" cy="369460"/>
          </a:xfrm>
          <a:prstGeom prst="rect">
            <a:avLst/>
          </a:prstGeom>
          <a:noFill/>
        </p:spPr>
        <p:txBody>
          <a:bodyPr wrap="square" rtlCol="0">
            <a:spAutoFit/>
          </a:bodyPr>
          <a:lstStyle/>
          <a:p>
            <a:pPr algn="ctr"/>
            <a:r>
              <a:rPr lang="zh-CN" altLang="en-US" sz="1801" b="1" dirty="0">
                <a:latin typeface="Arial Narrow" panose="020B0606020202030204" pitchFamily="34" charset="0"/>
              </a:rPr>
              <a:t>面向比特的同步链路</a:t>
            </a:r>
          </a:p>
        </p:txBody>
      </p:sp>
      <p:grpSp>
        <p:nvGrpSpPr>
          <p:cNvPr id="65" name="组合 64">
            <a:extLst>
              <a:ext uri="{FF2B5EF4-FFF2-40B4-BE49-F238E27FC236}">
                <a16:creationId xmlns:a16="http://schemas.microsoft.com/office/drawing/2014/main" id="{B4AA7CE2-DAAC-4E57-B048-DF4ADC562A8B}"/>
              </a:ext>
            </a:extLst>
          </p:cNvPr>
          <p:cNvGrpSpPr/>
          <p:nvPr/>
        </p:nvGrpSpPr>
        <p:grpSpPr>
          <a:xfrm>
            <a:off x="5099270" y="1890966"/>
            <a:ext cx="4398818" cy="1341478"/>
            <a:chOff x="5099270" y="1864654"/>
            <a:chExt cx="4398818" cy="1341478"/>
          </a:xfrm>
        </p:grpSpPr>
        <p:sp>
          <p:nvSpPr>
            <p:cNvPr id="66" name="文本框 65">
              <a:extLst>
                <a:ext uri="{FF2B5EF4-FFF2-40B4-BE49-F238E27FC236}">
                  <a16:creationId xmlns:a16="http://schemas.microsoft.com/office/drawing/2014/main" id="{2DD6CBCC-47DF-41BA-9AE8-5E9D43AA396C}"/>
                </a:ext>
              </a:extLst>
            </p:cNvPr>
            <p:cNvSpPr txBox="1"/>
            <p:nvPr/>
          </p:nvSpPr>
          <p:spPr>
            <a:xfrm>
              <a:off x="5099271" y="2836672"/>
              <a:ext cx="4160973" cy="369460"/>
            </a:xfrm>
            <a:prstGeom prst="rect">
              <a:avLst/>
            </a:prstGeom>
            <a:noFill/>
          </p:spPr>
          <p:txBody>
            <a:bodyPr wrap="square" rtlCol="0">
              <a:spAutoFit/>
            </a:bodyPr>
            <a:lstStyle/>
            <a:p>
              <a:pPr algn="ctr"/>
              <a:r>
                <a:rPr lang="en-US" altLang="zh-CN" sz="1801" b="1" dirty="0">
                  <a:latin typeface="Arial Narrow" panose="020B0606020202030204" pitchFamily="34" charset="0"/>
                </a:rPr>
                <a:t>Apple</a:t>
              </a:r>
              <a:r>
                <a:rPr lang="zh-CN" altLang="en-US" sz="1801" b="1" dirty="0">
                  <a:latin typeface="Arial Narrow" panose="020B0606020202030204" pitchFamily="34" charset="0"/>
                </a:rPr>
                <a:t>公司的</a:t>
              </a:r>
              <a:r>
                <a:rPr lang="en-US" altLang="zh-CN" sz="1801" b="1" dirty="0">
                  <a:latin typeface="Arial Narrow" panose="020B0606020202030204" pitchFamily="34" charset="0"/>
                </a:rPr>
                <a:t>AppleTalk</a:t>
              </a:r>
              <a:endParaRPr lang="zh-CN" altLang="en-US" sz="1801" b="1" dirty="0">
                <a:latin typeface="Arial Narrow" panose="020B0606020202030204" pitchFamily="34" charset="0"/>
              </a:endParaRPr>
            </a:p>
          </p:txBody>
        </p:sp>
        <p:sp>
          <p:nvSpPr>
            <p:cNvPr id="67" name="文本框 66">
              <a:extLst>
                <a:ext uri="{FF2B5EF4-FFF2-40B4-BE49-F238E27FC236}">
                  <a16:creationId xmlns:a16="http://schemas.microsoft.com/office/drawing/2014/main" id="{D80BBC4D-8756-404D-8712-87B7EAAB5B81}"/>
                </a:ext>
              </a:extLst>
            </p:cNvPr>
            <p:cNvSpPr txBox="1"/>
            <p:nvPr/>
          </p:nvSpPr>
          <p:spPr>
            <a:xfrm>
              <a:off x="5099270" y="2345659"/>
              <a:ext cx="4398818" cy="369460"/>
            </a:xfrm>
            <a:prstGeom prst="rect">
              <a:avLst/>
            </a:prstGeom>
            <a:noFill/>
          </p:spPr>
          <p:txBody>
            <a:bodyPr wrap="square" rtlCol="0">
              <a:spAutoFit/>
            </a:bodyPr>
            <a:lstStyle/>
            <a:p>
              <a:pPr algn="ctr"/>
              <a:r>
                <a:rPr lang="en-US" altLang="zh-CN" sz="1801" b="1" dirty="0">
                  <a:latin typeface="Arial Narrow" panose="020B0606020202030204" pitchFamily="34" charset="0"/>
                </a:rPr>
                <a:t>Novell NetWare</a:t>
              </a:r>
              <a:r>
                <a:rPr lang="zh-CN" altLang="en-US" sz="1801" b="1" dirty="0">
                  <a:latin typeface="Arial Narrow" panose="020B0606020202030204" pitchFamily="34" charset="0"/>
                </a:rPr>
                <a:t>网络操作系统中的</a:t>
              </a:r>
              <a:r>
                <a:rPr lang="en-US" altLang="zh-CN" sz="1801" b="1" dirty="0">
                  <a:latin typeface="Arial Narrow" panose="020B0606020202030204" pitchFamily="34" charset="0"/>
                </a:rPr>
                <a:t>IPX</a:t>
              </a:r>
              <a:endParaRPr lang="zh-CN" altLang="en-US" sz="1801" b="1" dirty="0">
                <a:latin typeface="Arial Narrow" panose="020B0606020202030204" pitchFamily="34" charset="0"/>
              </a:endParaRPr>
            </a:p>
          </p:txBody>
        </p:sp>
        <p:sp>
          <p:nvSpPr>
            <p:cNvPr id="68" name="文本框 67">
              <a:extLst>
                <a:ext uri="{FF2B5EF4-FFF2-40B4-BE49-F238E27FC236}">
                  <a16:creationId xmlns:a16="http://schemas.microsoft.com/office/drawing/2014/main" id="{300D76C3-309B-4464-90AA-60B82684EBEA}"/>
                </a:ext>
              </a:extLst>
            </p:cNvPr>
            <p:cNvSpPr txBox="1"/>
            <p:nvPr/>
          </p:nvSpPr>
          <p:spPr>
            <a:xfrm>
              <a:off x="5099270" y="1864654"/>
              <a:ext cx="4080153" cy="369460"/>
            </a:xfrm>
            <a:prstGeom prst="rect">
              <a:avLst/>
            </a:prstGeom>
            <a:noFill/>
          </p:spPr>
          <p:txBody>
            <a:bodyPr wrap="square" rtlCol="0">
              <a:spAutoFit/>
            </a:bodyPr>
            <a:lstStyle/>
            <a:p>
              <a:pPr algn="ctr"/>
              <a:r>
                <a:rPr lang="en-US" altLang="zh-CN" sz="1801" b="1" dirty="0">
                  <a:latin typeface="Arial Narrow" panose="020B0606020202030204" pitchFamily="34" charset="0"/>
                </a:rPr>
                <a:t>TCP/IP</a:t>
              </a:r>
              <a:r>
                <a:rPr lang="zh-CN" altLang="en-US" sz="1801" b="1" dirty="0">
                  <a:latin typeface="Arial Narrow" panose="020B0606020202030204" pitchFamily="34" charset="0"/>
                </a:rPr>
                <a:t>中的</a:t>
              </a:r>
              <a:r>
                <a:rPr lang="en-US" altLang="zh-CN" sz="1801" b="1" dirty="0">
                  <a:latin typeface="Arial Narrow" panose="020B0606020202030204" pitchFamily="34" charset="0"/>
                </a:rPr>
                <a:t>IP</a:t>
              </a:r>
              <a:endParaRPr lang="zh-CN" altLang="en-US" sz="1801" b="1" dirty="0">
                <a:latin typeface="Arial Narrow" panose="020B0606020202030204" pitchFamily="34" charset="0"/>
              </a:endParaRPr>
            </a:p>
          </p:txBody>
        </p:sp>
      </p:grpSp>
      <p:sp>
        <p:nvSpPr>
          <p:cNvPr id="69" name="文本框 68">
            <a:extLst>
              <a:ext uri="{FF2B5EF4-FFF2-40B4-BE49-F238E27FC236}">
                <a16:creationId xmlns:a16="http://schemas.microsoft.com/office/drawing/2014/main" id="{B1E43300-25DA-4A10-B46A-D6803F6559B9}"/>
              </a:ext>
            </a:extLst>
          </p:cNvPr>
          <p:cNvSpPr txBox="1"/>
          <p:nvPr/>
        </p:nvSpPr>
        <p:spPr>
          <a:xfrm>
            <a:off x="2849632" y="3951395"/>
            <a:ext cx="977536" cy="523220"/>
          </a:xfrm>
          <a:prstGeom prst="rect">
            <a:avLst/>
          </a:prstGeom>
          <a:noFill/>
        </p:spPr>
        <p:txBody>
          <a:bodyPr wrap="square" rtlCol="0">
            <a:spAutoFit/>
          </a:bodyPr>
          <a:lstStyle/>
          <a:p>
            <a:pPr algn="ctr"/>
            <a:r>
              <a:rPr lang="en-US" altLang="zh-CN" sz="2800" b="1" dirty="0">
                <a:solidFill>
                  <a:schemeClr val="bg1"/>
                </a:solidFill>
                <a:latin typeface="Arial Black" panose="020B0A04020102020204" pitchFamily="34" charset="0"/>
              </a:rPr>
              <a:t>PPP</a:t>
            </a:r>
            <a:endParaRPr lang="zh-CN" altLang="en-US" sz="2800" b="1" dirty="0">
              <a:solidFill>
                <a:schemeClr val="bg1"/>
              </a:solidFill>
              <a:latin typeface="Arial Black" panose="020B0A04020102020204" pitchFamily="34" charset="0"/>
            </a:endParaRPr>
          </a:p>
        </p:txBody>
      </p:sp>
    </p:spTree>
    <p:custDataLst>
      <p:tags r:id="rId1"/>
    </p:custDataLst>
    <p:extLst>
      <p:ext uri="{BB962C8B-B14F-4D97-AF65-F5344CB8AC3E}">
        <p14:creationId xmlns:p14="http://schemas.microsoft.com/office/powerpoint/2010/main" val="1243386239"/>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49" presetClass="entr" presetSubtype="0" decel="100000" fill="hold" grpId="0" nodeType="withEffect">
                                  <p:stCondLst>
                                    <p:cond delay="0"/>
                                  </p:stCondLst>
                                  <p:childTnLst>
                                    <p:set>
                                      <p:cBhvr>
                                        <p:cTn id="6" dur="1" fill="hold">
                                          <p:stCondLst>
                                            <p:cond delay="0"/>
                                          </p:stCondLst>
                                        </p:cTn>
                                        <p:tgtEl>
                                          <p:spTgt spid="13"/>
                                        </p:tgtEl>
                                        <p:attrNameLst>
                                          <p:attrName>style.visibility</p:attrName>
                                        </p:attrNameLst>
                                      </p:cBhvr>
                                      <p:to>
                                        <p:strVal val="visible"/>
                                      </p:to>
                                    </p:set>
                                    <p:anim calcmode="lin" valueType="num">
                                      <p:cBhvr>
                                        <p:cTn id="7" dur="500" fill="hold"/>
                                        <p:tgtEl>
                                          <p:spTgt spid="13"/>
                                        </p:tgtEl>
                                        <p:attrNameLst>
                                          <p:attrName>ppt_w</p:attrName>
                                        </p:attrNameLst>
                                      </p:cBhvr>
                                      <p:tavLst>
                                        <p:tav tm="0">
                                          <p:val>
                                            <p:fltVal val="0"/>
                                          </p:val>
                                        </p:tav>
                                        <p:tav tm="100000">
                                          <p:val>
                                            <p:strVal val="#ppt_w"/>
                                          </p:val>
                                        </p:tav>
                                      </p:tavLst>
                                    </p:anim>
                                    <p:anim calcmode="lin" valueType="num">
                                      <p:cBhvr>
                                        <p:cTn id="8" dur="500" fill="hold"/>
                                        <p:tgtEl>
                                          <p:spTgt spid="13"/>
                                        </p:tgtEl>
                                        <p:attrNameLst>
                                          <p:attrName>ppt_h</p:attrName>
                                        </p:attrNameLst>
                                      </p:cBhvr>
                                      <p:tavLst>
                                        <p:tav tm="0">
                                          <p:val>
                                            <p:fltVal val="0"/>
                                          </p:val>
                                        </p:tav>
                                        <p:tav tm="100000">
                                          <p:val>
                                            <p:strVal val="#ppt_h"/>
                                          </p:val>
                                        </p:tav>
                                      </p:tavLst>
                                    </p:anim>
                                    <p:anim calcmode="lin" valueType="num">
                                      <p:cBhvr>
                                        <p:cTn id="9" dur="500" fill="hold"/>
                                        <p:tgtEl>
                                          <p:spTgt spid="13"/>
                                        </p:tgtEl>
                                        <p:attrNameLst>
                                          <p:attrName>style.rotation</p:attrName>
                                        </p:attrNameLst>
                                      </p:cBhvr>
                                      <p:tavLst>
                                        <p:tav tm="0">
                                          <p:val>
                                            <p:fltVal val="360"/>
                                          </p:val>
                                        </p:tav>
                                        <p:tav tm="100000">
                                          <p:val>
                                            <p:fltVal val="0"/>
                                          </p:val>
                                        </p:tav>
                                      </p:tavLst>
                                    </p:anim>
                                    <p:animEffect transition="in" filter="fade">
                                      <p:cBhvr>
                                        <p:cTn id="10" dur="500"/>
                                        <p:tgtEl>
                                          <p:spTgt spid="13"/>
                                        </p:tgtEl>
                                      </p:cBhvr>
                                    </p:animEffect>
                                  </p:childTnLst>
                                </p:cTn>
                              </p:par>
                            </p:childTnLst>
                          </p:cTn>
                        </p:par>
                        <p:par>
                          <p:cTn id="11" fill="hold">
                            <p:stCondLst>
                              <p:cond delay="500"/>
                            </p:stCondLst>
                            <p:childTnLst>
                              <p:par>
                                <p:cTn id="12" presetID="1" presetClass="entr" presetSubtype="0" fill="hold" grpId="0" nodeType="afterEffect">
                                  <p:stCondLst>
                                    <p:cond delay="0"/>
                                  </p:stCondLst>
                                  <p:iterate type="lt">
                                    <p:tmAbs val="100"/>
                                  </p:iterate>
                                  <p:childTnLst>
                                    <p:set>
                                      <p:cBhvr>
                                        <p:cTn id="13" dur="1" fill="hold">
                                          <p:stCondLst>
                                            <p:cond delay="0"/>
                                          </p:stCondLst>
                                        </p:cTn>
                                        <p:tgtEl>
                                          <p:spTgt spid="14"/>
                                        </p:tgtEl>
                                        <p:attrNameLst>
                                          <p:attrName>style.visibility</p:attrName>
                                        </p:attrNameLst>
                                      </p:cBhvr>
                                      <p:to>
                                        <p:strVal val="visible"/>
                                      </p:to>
                                    </p:set>
                                  </p:childTnLst>
                                </p:cTn>
                              </p:par>
                              <p:par>
                                <p:cTn id="14" presetID="22" presetClass="entr" presetSubtype="4" fill="hold" nodeType="withEffect">
                                  <p:stCondLst>
                                    <p:cond delay="0"/>
                                  </p:stCondLst>
                                  <p:childTnLst>
                                    <p:set>
                                      <p:cBhvr>
                                        <p:cTn id="15" dur="1" fill="hold">
                                          <p:stCondLst>
                                            <p:cond delay="0"/>
                                          </p:stCondLst>
                                        </p:cTn>
                                        <p:tgtEl>
                                          <p:spTgt spid="42"/>
                                        </p:tgtEl>
                                        <p:attrNameLst>
                                          <p:attrName>style.visibility</p:attrName>
                                        </p:attrNameLst>
                                      </p:cBhvr>
                                      <p:to>
                                        <p:strVal val="visible"/>
                                      </p:to>
                                    </p:set>
                                    <p:animEffect transition="in" filter="wipe(down)">
                                      <p:cBhvr>
                                        <p:cTn id="16" dur="1000"/>
                                        <p:tgtEl>
                                          <p:spTgt spid="42"/>
                                        </p:tgtEl>
                                      </p:cBhvr>
                                    </p:animEffect>
                                  </p:childTnLst>
                                </p:cTn>
                              </p:par>
                            </p:childTnLst>
                          </p:cTn>
                        </p:par>
                        <p:par>
                          <p:cTn id="17" fill="hold">
                            <p:stCondLst>
                              <p:cond delay="2601"/>
                            </p:stCondLst>
                            <p:childTnLst>
                              <p:par>
                                <p:cTn id="18" presetID="22" presetClass="entr" presetSubtype="8" fill="hold" nodeType="afterEffect">
                                  <p:stCondLst>
                                    <p:cond delay="0"/>
                                  </p:stCondLst>
                                  <p:childTnLst>
                                    <p:set>
                                      <p:cBhvr>
                                        <p:cTn id="19" dur="1" fill="hold">
                                          <p:stCondLst>
                                            <p:cond delay="0"/>
                                          </p:stCondLst>
                                        </p:cTn>
                                        <p:tgtEl>
                                          <p:spTgt spid="47"/>
                                        </p:tgtEl>
                                        <p:attrNameLst>
                                          <p:attrName>style.visibility</p:attrName>
                                        </p:attrNameLst>
                                      </p:cBhvr>
                                      <p:to>
                                        <p:strVal val="visible"/>
                                      </p:to>
                                    </p:set>
                                    <p:animEffect transition="in" filter="wipe(left)">
                                      <p:cBhvr>
                                        <p:cTn id="20" dur="500"/>
                                        <p:tgtEl>
                                          <p:spTgt spid="47"/>
                                        </p:tgtEl>
                                      </p:cBhvr>
                                    </p:animEffect>
                                  </p:childTnLst>
                                </p:cTn>
                              </p:par>
                            </p:childTnLst>
                          </p:cTn>
                        </p:par>
                      </p:childTnLst>
                    </p:cTn>
                  </p:par>
                  <p:par>
                    <p:cTn id="21" fill="hold">
                      <p:stCondLst>
                        <p:cond delay="indefinite"/>
                      </p:stCondLst>
                      <p:childTnLst>
                        <p:par>
                          <p:cTn id="22" fill="hold">
                            <p:stCondLst>
                              <p:cond delay="0"/>
                            </p:stCondLst>
                            <p:childTnLst>
                              <p:par>
                                <p:cTn id="23" presetID="49" presetClass="entr" presetSubtype="0" decel="100000" fill="hold" grpId="0" nodeType="clickEffect">
                                  <p:stCondLst>
                                    <p:cond delay="0"/>
                                  </p:stCondLst>
                                  <p:childTnLst>
                                    <p:set>
                                      <p:cBhvr>
                                        <p:cTn id="24" dur="1" fill="hold">
                                          <p:stCondLst>
                                            <p:cond delay="0"/>
                                          </p:stCondLst>
                                        </p:cTn>
                                        <p:tgtEl>
                                          <p:spTgt spid="69"/>
                                        </p:tgtEl>
                                        <p:attrNameLst>
                                          <p:attrName>style.visibility</p:attrName>
                                        </p:attrNameLst>
                                      </p:cBhvr>
                                      <p:to>
                                        <p:strVal val="visible"/>
                                      </p:to>
                                    </p:set>
                                    <p:anim calcmode="lin" valueType="num">
                                      <p:cBhvr>
                                        <p:cTn id="25" dur="500" fill="hold"/>
                                        <p:tgtEl>
                                          <p:spTgt spid="69"/>
                                        </p:tgtEl>
                                        <p:attrNameLst>
                                          <p:attrName>ppt_w</p:attrName>
                                        </p:attrNameLst>
                                      </p:cBhvr>
                                      <p:tavLst>
                                        <p:tav tm="0">
                                          <p:val>
                                            <p:fltVal val="0"/>
                                          </p:val>
                                        </p:tav>
                                        <p:tav tm="100000">
                                          <p:val>
                                            <p:strVal val="#ppt_w"/>
                                          </p:val>
                                        </p:tav>
                                      </p:tavLst>
                                    </p:anim>
                                    <p:anim calcmode="lin" valueType="num">
                                      <p:cBhvr>
                                        <p:cTn id="26" dur="500" fill="hold"/>
                                        <p:tgtEl>
                                          <p:spTgt spid="69"/>
                                        </p:tgtEl>
                                        <p:attrNameLst>
                                          <p:attrName>ppt_h</p:attrName>
                                        </p:attrNameLst>
                                      </p:cBhvr>
                                      <p:tavLst>
                                        <p:tav tm="0">
                                          <p:val>
                                            <p:fltVal val="0"/>
                                          </p:val>
                                        </p:tav>
                                        <p:tav tm="100000">
                                          <p:val>
                                            <p:strVal val="#ppt_h"/>
                                          </p:val>
                                        </p:tav>
                                      </p:tavLst>
                                    </p:anim>
                                    <p:anim calcmode="lin" valueType="num">
                                      <p:cBhvr>
                                        <p:cTn id="27" dur="500" fill="hold"/>
                                        <p:tgtEl>
                                          <p:spTgt spid="69"/>
                                        </p:tgtEl>
                                        <p:attrNameLst>
                                          <p:attrName>style.rotation</p:attrName>
                                        </p:attrNameLst>
                                      </p:cBhvr>
                                      <p:tavLst>
                                        <p:tav tm="0">
                                          <p:val>
                                            <p:fltVal val="360"/>
                                          </p:val>
                                        </p:tav>
                                        <p:tav tm="100000">
                                          <p:val>
                                            <p:fltVal val="0"/>
                                          </p:val>
                                        </p:tav>
                                      </p:tavLst>
                                    </p:anim>
                                    <p:animEffect transition="in" filter="fade">
                                      <p:cBhvr>
                                        <p:cTn id="28" dur="500"/>
                                        <p:tgtEl>
                                          <p:spTgt spid="69"/>
                                        </p:tgtEl>
                                      </p:cBhvr>
                                    </p:animEffect>
                                  </p:childTnLst>
                                </p:cTn>
                              </p:par>
                            </p:childTnLst>
                          </p:cTn>
                        </p:par>
                      </p:childTnLst>
                    </p:cTn>
                  </p:par>
                  <p:par>
                    <p:cTn id="29" fill="hold">
                      <p:stCondLst>
                        <p:cond delay="indefinite"/>
                      </p:stCondLst>
                      <p:childTnLst>
                        <p:par>
                          <p:cTn id="30" fill="hold">
                            <p:stCondLst>
                              <p:cond delay="0"/>
                            </p:stCondLst>
                            <p:childTnLst>
                              <p:par>
                                <p:cTn id="31" presetID="12" presetClass="entr" presetSubtype="8" fill="hold" grpId="0" nodeType="clickEffect">
                                  <p:stCondLst>
                                    <p:cond delay="0"/>
                                  </p:stCondLst>
                                  <p:childTnLst>
                                    <p:set>
                                      <p:cBhvr>
                                        <p:cTn id="32" dur="1" fill="hold">
                                          <p:stCondLst>
                                            <p:cond delay="0"/>
                                          </p:stCondLst>
                                        </p:cTn>
                                        <p:tgtEl>
                                          <p:spTgt spid="61"/>
                                        </p:tgtEl>
                                        <p:attrNameLst>
                                          <p:attrName>style.visibility</p:attrName>
                                        </p:attrNameLst>
                                      </p:cBhvr>
                                      <p:to>
                                        <p:strVal val="visible"/>
                                      </p:to>
                                    </p:set>
                                    <p:anim calcmode="lin" valueType="num">
                                      <p:cBhvr additive="base">
                                        <p:cTn id="33" dur="500"/>
                                        <p:tgtEl>
                                          <p:spTgt spid="61"/>
                                        </p:tgtEl>
                                        <p:attrNameLst>
                                          <p:attrName>ppt_x</p:attrName>
                                        </p:attrNameLst>
                                      </p:cBhvr>
                                      <p:tavLst>
                                        <p:tav tm="0">
                                          <p:val>
                                            <p:strVal val="#ppt_x-#ppt_w*1.125000"/>
                                          </p:val>
                                        </p:tav>
                                        <p:tav tm="100000">
                                          <p:val>
                                            <p:strVal val="#ppt_x"/>
                                          </p:val>
                                        </p:tav>
                                      </p:tavLst>
                                    </p:anim>
                                    <p:animEffect transition="in" filter="wipe(right)">
                                      <p:cBhvr>
                                        <p:cTn id="34" dur="500"/>
                                        <p:tgtEl>
                                          <p:spTgt spid="61"/>
                                        </p:tgtEl>
                                      </p:cBhvr>
                                    </p:animEffect>
                                  </p:childTnLst>
                                </p:cTn>
                              </p:par>
                            </p:childTnLst>
                          </p:cTn>
                        </p:par>
                      </p:childTnLst>
                    </p:cTn>
                  </p:par>
                  <p:par>
                    <p:cTn id="35" fill="hold">
                      <p:stCondLst>
                        <p:cond delay="indefinite"/>
                      </p:stCondLst>
                      <p:childTnLst>
                        <p:par>
                          <p:cTn id="36" fill="hold">
                            <p:stCondLst>
                              <p:cond delay="0"/>
                            </p:stCondLst>
                            <p:childTnLst>
                              <p:par>
                                <p:cTn id="37" presetID="12" presetClass="entr" presetSubtype="8" fill="hold" grpId="0" nodeType="clickEffect">
                                  <p:stCondLst>
                                    <p:cond delay="0"/>
                                  </p:stCondLst>
                                  <p:childTnLst>
                                    <p:set>
                                      <p:cBhvr>
                                        <p:cTn id="38" dur="1" fill="hold">
                                          <p:stCondLst>
                                            <p:cond delay="0"/>
                                          </p:stCondLst>
                                        </p:cTn>
                                        <p:tgtEl>
                                          <p:spTgt spid="62"/>
                                        </p:tgtEl>
                                        <p:attrNameLst>
                                          <p:attrName>style.visibility</p:attrName>
                                        </p:attrNameLst>
                                      </p:cBhvr>
                                      <p:to>
                                        <p:strVal val="visible"/>
                                      </p:to>
                                    </p:set>
                                    <p:anim calcmode="lin" valueType="num">
                                      <p:cBhvr additive="base">
                                        <p:cTn id="39" dur="500"/>
                                        <p:tgtEl>
                                          <p:spTgt spid="62"/>
                                        </p:tgtEl>
                                        <p:attrNameLst>
                                          <p:attrName>ppt_x</p:attrName>
                                        </p:attrNameLst>
                                      </p:cBhvr>
                                      <p:tavLst>
                                        <p:tav tm="0">
                                          <p:val>
                                            <p:strVal val="#ppt_x-#ppt_w*1.125000"/>
                                          </p:val>
                                        </p:tav>
                                        <p:tav tm="100000">
                                          <p:val>
                                            <p:strVal val="#ppt_x"/>
                                          </p:val>
                                        </p:tav>
                                      </p:tavLst>
                                    </p:anim>
                                    <p:animEffect transition="in" filter="wipe(right)">
                                      <p:cBhvr>
                                        <p:cTn id="40" dur="500"/>
                                        <p:tgtEl>
                                          <p:spTgt spid="62"/>
                                        </p:tgtEl>
                                      </p:cBhvr>
                                    </p:animEffect>
                                  </p:childTnLst>
                                </p:cTn>
                              </p:par>
                            </p:childTnLst>
                          </p:cTn>
                        </p:par>
                      </p:childTnLst>
                    </p:cTn>
                  </p:par>
                  <p:par>
                    <p:cTn id="41" fill="hold">
                      <p:stCondLst>
                        <p:cond delay="indefinite"/>
                      </p:stCondLst>
                      <p:childTnLst>
                        <p:par>
                          <p:cTn id="42" fill="hold">
                            <p:stCondLst>
                              <p:cond delay="0"/>
                            </p:stCondLst>
                            <p:childTnLst>
                              <p:par>
                                <p:cTn id="43" presetID="12" presetClass="entr" presetSubtype="8" fill="hold" nodeType="clickEffect">
                                  <p:stCondLst>
                                    <p:cond delay="0"/>
                                  </p:stCondLst>
                                  <p:childTnLst>
                                    <p:set>
                                      <p:cBhvr>
                                        <p:cTn id="44" dur="1" fill="hold">
                                          <p:stCondLst>
                                            <p:cond delay="0"/>
                                          </p:stCondLst>
                                        </p:cTn>
                                        <p:tgtEl>
                                          <p:spTgt spid="65"/>
                                        </p:tgtEl>
                                        <p:attrNameLst>
                                          <p:attrName>style.visibility</p:attrName>
                                        </p:attrNameLst>
                                      </p:cBhvr>
                                      <p:to>
                                        <p:strVal val="visible"/>
                                      </p:to>
                                    </p:set>
                                    <p:anim calcmode="lin" valueType="num">
                                      <p:cBhvr additive="base">
                                        <p:cTn id="45" dur="500"/>
                                        <p:tgtEl>
                                          <p:spTgt spid="65"/>
                                        </p:tgtEl>
                                        <p:attrNameLst>
                                          <p:attrName>ppt_x</p:attrName>
                                        </p:attrNameLst>
                                      </p:cBhvr>
                                      <p:tavLst>
                                        <p:tav tm="0">
                                          <p:val>
                                            <p:strVal val="#ppt_x-#ppt_w*1.125000"/>
                                          </p:val>
                                        </p:tav>
                                        <p:tav tm="100000">
                                          <p:val>
                                            <p:strVal val="#ppt_x"/>
                                          </p:val>
                                        </p:tav>
                                      </p:tavLst>
                                    </p:anim>
                                    <p:animEffect transition="in" filter="wipe(right)">
                                      <p:cBhvr>
                                        <p:cTn id="46" dur="500"/>
                                        <p:tgtEl>
                                          <p:spTgt spid="65"/>
                                        </p:tgtEl>
                                      </p:cBhvr>
                                    </p:animEffect>
                                  </p:childTnLst>
                                </p:cTn>
                              </p:par>
                            </p:childTnLst>
                          </p:cTn>
                        </p:par>
                      </p:childTnLst>
                    </p:cTn>
                  </p:par>
                  <p:par>
                    <p:cTn id="47" fill="hold">
                      <p:stCondLst>
                        <p:cond delay="indefinite"/>
                      </p:stCondLst>
                      <p:childTnLst>
                        <p:par>
                          <p:cTn id="48" fill="hold">
                            <p:stCondLst>
                              <p:cond delay="0"/>
                            </p:stCondLst>
                            <p:childTnLst>
                              <p:par>
                                <p:cTn id="49" presetID="12" presetClass="entr" presetSubtype="8" fill="hold" grpId="0" nodeType="clickEffect">
                                  <p:stCondLst>
                                    <p:cond delay="0"/>
                                  </p:stCondLst>
                                  <p:childTnLst>
                                    <p:set>
                                      <p:cBhvr>
                                        <p:cTn id="50" dur="1" fill="hold">
                                          <p:stCondLst>
                                            <p:cond delay="0"/>
                                          </p:stCondLst>
                                        </p:cTn>
                                        <p:tgtEl>
                                          <p:spTgt spid="60"/>
                                        </p:tgtEl>
                                        <p:attrNameLst>
                                          <p:attrName>style.visibility</p:attrName>
                                        </p:attrNameLst>
                                      </p:cBhvr>
                                      <p:to>
                                        <p:strVal val="visible"/>
                                      </p:to>
                                    </p:set>
                                    <p:anim calcmode="lin" valueType="num">
                                      <p:cBhvr additive="base">
                                        <p:cTn id="51" dur="500"/>
                                        <p:tgtEl>
                                          <p:spTgt spid="60"/>
                                        </p:tgtEl>
                                        <p:attrNameLst>
                                          <p:attrName>ppt_x</p:attrName>
                                        </p:attrNameLst>
                                      </p:cBhvr>
                                      <p:tavLst>
                                        <p:tav tm="0">
                                          <p:val>
                                            <p:strVal val="#ppt_x-#ppt_w*1.125000"/>
                                          </p:val>
                                        </p:tav>
                                        <p:tav tm="100000">
                                          <p:val>
                                            <p:strVal val="#ppt_x"/>
                                          </p:val>
                                        </p:tav>
                                      </p:tavLst>
                                    </p:anim>
                                    <p:animEffect transition="in" filter="wipe(right)">
                                      <p:cBhvr>
                                        <p:cTn id="52" dur="500"/>
                                        <p:tgtEl>
                                          <p:spTgt spid="60"/>
                                        </p:tgtEl>
                                      </p:cBhvr>
                                    </p:animEffect>
                                  </p:childTnLst>
                                </p:cTn>
                              </p:par>
                            </p:childTnLst>
                          </p:cTn>
                        </p:par>
                      </p:childTnLst>
                    </p:cTn>
                  </p:par>
                  <p:par>
                    <p:cTn id="53" fill="hold">
                      <p:stCondLst>
                        <p:cond delay="indefinite"/>
                      </p:stCondLst>
                      <p:childTnLst>
                        <p:par>
                          <p:cTn id="54" fill="hold">
                            <p:stCondLst>
                              <p:cond delay="0"/>
                            </p:stCondLst>
                            <p:childTnLst>
                              <p:par>
                                <p:cTn id="55" presetID="12" presetClass="entr" presetSubtype="8" fill="hold" grpId="0" nodeType="clickEffect">
                                  <p:stCondLst>
                                    <p:cond delay="0"/>
                                  </p:stCondLst>
                                  <p:childTnLst>
                                    <p:set>
                                      <p:cBhvr>
                                        <p:cTn id="56" dur="1" fill="hold">
                                          <p:stCondLst>
                                            <p:cond delay="0"/>
                                          </p:stCondLst>
                                        </p:cTn>
                                        <p:tgtEl>
                                          <p:spTgt spid="63"/>
                                        </p:tgtEl>
                                        <p:attrNameLst>
                                          <p:attrName>style.visibility</p:attrName>
                                        </p:attrNameLst>
                                      </p:cBhvr>
                                      <p:to>
                                        <p:strVal val="visible"/>
                                      </p:to>
                                    </p:set>
                                    <p:anim calcmode="lin" valueType="num">
                                      <p:cBhvr additive="base">
                                        <p:cTn id="57" dur="500"/>
                                        <p:tgtEl>
                                          <p:spTgt spid="63"/>
                                        </p:tgtEl>
                                        <p:attrNameLst>
                                          <p:attrName>ppt_x</p:attrName>
                                        </p:attrNameLst>
                                      </p:cBhvr>
                                      <p:tavLst>
                                        <p:tav tm="0">
                                          <p:val>
                                            <p:strVal val="#ppt_x-#ppt_w*1.125000"/>
                                          </p:val>
                                        </p:tav>
                                        <p:tav tm="100000">
                                          <p:val>
                                            <p:strVal val="#ppt_x"/>
                                          </p:val>
                                        </p:tav>
                                      </p:tavLst>
                                    </p:anim>
                                    <p:animEffect transition="in" filter="wipe(right)">
                                      <p:cBhvr>
                                        <p:cTn id="58" dur="500"/>
                                        <p:tgtEl>
                                          <p:spTgt spid="63"/>
                                        </p:tgtEl>
                                      </p:cBhvr>
                                    </p:animEffect>
                                  </p:childTnLst>
                                </p:cTn>
                              </p:par>
                            </p:childTnLst>
                          </p:cTn>
                        </p:par>
                      </p:childTnLst>
                    </p:cTn>
                  </p:par>
                  <p:par>
                    <p:cTn id="59" fill="hold">
                      <p:stCondLst>
                        <p:cond delay="indefinite"/>
                      </p:stCondLst>
                      <p:childTnLst>
                        <p:par>
                          <p:cTn id="60" fill="hold">
                            <p:stCondLst>
                              <p:cond delay="0"/>
                            </p:stCondLst>
                            <p:childTnLst>
                              <p:par>
                                <p:cTn id="61" presetID="12" presetClass="entr" presetSubtype="8" fill="hold" grpId="0" nodeType="clickEffect">
                                  <p:stCondLst>
                                    <p:cond delay="0"/>
                                  </p:stCondLst>
                                  <p:childTnLst>
                                    <p:set>
                                      <p:cBhvr>
                                        <p:cTn id="62" dur="1" fill="hold">
                                          <p:stCondLst>
                                            <p:cond delay="0"/>
                                          </p:stCondLst>
                                        </p:cTn>
                                        <p:tgtEl>
                                          <p:spTgt spid="64"/>
                                        </p:tgtEl>
                                        <p:attrNameLst>
                                          <p:attrName>style.visibility</p:attrName>
                                        </p:attrNameLst>
                                      </p:cBhvr>
                                      <p:to>
                                        <p:strVal val="visible"/>
                                      </p:to>
                                    </p:set>
                                    <p:anim calcmode="lin" valueType="num">
                                      <p:cBhvr additive="base">
                                        <p:cTn id="63" dur="500"/>
                                        <p:tgtEl>
                                          <p:spTgt spid="64"/>
                                        </p:tgtEl>
                                        <p:attrNameLst>
                                          <p:attrName>ppt_x</p:attrName>
                                        </p:attrNameLst>
                                      </p:cBhvr>
                                      <p:tavLst>
                                        <p:tav tm="0">
                                          <p:val>
                                            <p:strVal val="#ppt_x-#ppt_w*1.125000"/>
                                          </p:val>
                                        </p:tav>
                                        <p:tav tm="100000">
                                          <p:val>
                                            <p:strVal val="#ppt_x"/>
                                          </p:val>
                                        </p:tav>
                                      </p:tavLst>
                                    </p:anim>
                                    <p:animEffect transition="in" filter="wipe(right)">
                                      <p:cBhvr>
                                        <p:cTn id="64" dur="500"/>
                                        <p:tgtEl>
                                          <p:spTgt spid="64"/>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3" grpId="0" animBg="1"/>
      <p:bldP spid="14" grpId="0"/>
      <p:bldP spid="60" grpId="0"/>
      <p:bldP spid="61" grpId="0"/>
      <p:bldP spid="62" grpId="0"/>
      <p:bldP spid="63" grpId="0"/>
      <p:bldP spid="64" grpId="0"/>
      <p:bldP spid="69" grpId="0"/>
    </p:bldLst>
  </p:timing>
</p:sld>
</file>

<file path=ppt/slides/slide22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142" name="组合 141">
            <a:extLst>
              <a:ext uri="{FF2B5EF4-FFF2-40B4-BE49-F238E27FC236}">
                <a16:creationId xmlns:a16="http://schemas.microsoft.com/office/drawing/2014/main" id="{3369BF11-D202-4A59-968F-1C1C769B14F1}"/>
              </a:ext>
            </a:extLst>
          </p:cNvPr>
          <p:cNvGrpSpPr/>
          <p:nvPr/>
        </p:nvGrpSpPr>
        <p:grpSpPr>
          <a:xfrm>
            <a:off x="804428" y="2467041"/>
            <a:ext cx="10966473" cy="453911"/>
            <a:chOff x="251846" y="2467041"/>
            <a:chExt cx="10966473" cy="453911"/>
          </a:xfrm>
        </p:grpSpPr>
        <p:cxnSp>
          <p:nvCxnSpPr>
            <p:cNvPr id="73" name="直接连接符 72">
              <a:extLst>
                <a:ext uri="{FF2B5EF4-FFF2-40B4-BE49-F238E27FC236}">
                  <a16:creationId xmlns:a16="http://schemas.microsoft.com/office/drawing/2014/main" id="{DFD7736F-5500-4CBA-A7FA-C16028C25755}"/>
                </a:ext>
              </a:extLst>
            </p:cNvPr>
            <p:cNvCxnSpPr>
              <a:cxnSpLocks/>
            </p:cNvCxnSpPr>
            <p:nvPr/>
          </p:nvCxnSpPr>
          <p:spPr>
            <a:xfrm flipV="1">
              <a:off x="986545" y="2467041"/>
              <a:ext cx="0" cy="453911"/>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74" name="直接连接符 73">
              <a:extLst>
                <a:ext uri="{FF2B5EF4-FFF2-40B4-BE49-F238E27FC236}">
                  <a16:creationId xmlns:a16="http://schemas.microsoft.com/office/drawing/2014/main" id="{1E304413-981C-4338-BC74-134A005B7B65}"/>
                </a:ext>
              </a:extLst>
            </p:cNvPr>
            <p:cNvCxnSpPr>
              <a:cxnSpLocks/>
            </p:cNvCxnSpPr>
            <p:nvPr/>
          </p:nvCxnSpPr>
          <p:spPr>
            <a:xfrm flipV="1">
              <a:off x="2426545" y="2467041"/>
              <a:ext cx="0" cy="453911"/>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grpSp>
          <p:nvGrpSpPr>
            <p:cNvPr id="125" name="组合 124">
              <a:extLst>
                <a:ext uri="{FF2B5EF4-FFF2-40B4-BE49-F238E27FC236}">
                  <a16:creationId xmlns:a16="http://schemas.microsoft.com/office/drawing/2014/main" id="{495E9BF4-EECC-4A69-ADE4-C5EAF70B0A68}"/>
                </a:ext>
              </a:extLst>
            </p:cNvPr>
            <p:cNvGrpSpPr/>
            <p:nvPr/>
          </p:nvGrpSpPr>
          <p:grpSpPr>
            <a:xfrm>
              <a:off x="994852" y="2522206"/>
              <a:ext cx="711693" cy="369332"/>
              <a:chOff x="1965697" y="3916641"/>
              <a:chExt cx="711693" cy="369332"/>
            </a:xfrm>
          </p:grpSpPr>
          <p:cxnSp>
            <p:nvCxnSpPr>
              <p:cNvPr id="75" name="直接箭头连接符 74">
                <a:extLst>
                  <a:ext uri="{FF2B5EF4-FFF2-40B4-BE49-F238E27FC236}">
                    <a16:creationId xmlns:a16="http://schemas.microsoft.com/office/drawing/2014/main" id="{F9FCBC2A-8803-4661-8078-5117B1C741B7}"/>
                  </a:ext>
                </a:extLst>
              </p:cNvPr>
              <p:cNvCxnSpPr>
                <a:cxnSpLocks/>
              </p:cNvCxnSpPr>
              <p:nvPr/>
            </p:nvCxnSpPr>
            <p:spPr>
              <a:xfrm>
                <a:off x="1965697" y="4106161"/>
                <a:ext cx="711693" cy="0"/>
              </a:xfrm>
              <a:prstGeom prst="straightConnector1">
                <a:avLst/>
              </a:prstGeom>
              <a:ln w="12700">
                <a:solidFill>
                  <a:schemeClr val="tx1"/>
                </a:solidFill>
                <a:headEnd type="triangle"/>
                <a:tailEnd type="triangle"/>
              </a:ln>
            </p:spPr>
            <p:style>
              <a:lnRef idx="1">
                <a:schemeClr val="accent1"/>
              </a:lnRef>
              <a:fillRef idx="0">
                <a:schemeClr val="accent1"/>
              </a:fillRef>
              <a:effectRef idx="0">
                <a:schemeClr val="accent1"/>
              </a:effectRef>
              <a:fontRef idx="minor">
                <a:schemeClr val="tx1"/>
              </a:fontRef>
            </p:style>
          </p:cxnSp>
          <p:sp>
            <p:nvSpPr>
              <p:cNvPr id="76" name="文本框 75">
                <a:extLst>
                  <a:ext uri="{FF2B5EF4-FFF2-40B4-BE49-F238E27FC236}">
                    <a16:creationId xmlns:a16="http://schemas.microsoft.com/office/drawing/2014/main" id="{66F8CF5D-B11F-48F3-8AAE-D353F05E0554}"/>
                  </a:ext>
                </a:extLst>
              </p:cNvPr>
              <p:cNvSpPr txBox="1"/>
              <p:nvPr/>
            </p:nvSpPr>
            <p:spPr>
              <a:xfrm>
                <a:off x="2087129" y="3916641"/>
                <a:ext cx="447658" cy="369332"/>
              </a:xfrm>
              <a:prstGeom prst="rect">
                <a:avLst/>
              </a:prstGeom>
              <a:solidFill>
                <a:schemeClr val="bg1"/>
              </a:solidFill>
            </p:spPr>
            <p:txBody>
              <a:bodyPr wrap="square" rtlCol="0">
                <a:spAutoFit/>
              </a:bodyPr>
              <a:lstStyle/>
              <a:p>
                <a:pPr algn="ctr"/>
                <a:r>
                  <a:rPr lang="en-US" altLang="zh-CN" b="1" dirty="0"/>
                  <a:t>1B</a:t>
                </a:r>
                <a:endParaRPr lang="zh-CN" altLang="en-US" b="1" dirty="0"/>
              </a:p>
            </p:txBody>
          </p:sp>
        </p:grpSp>
        <p:cxnSp>
          <p:nvCxnSpPr>
            <p:cNvPr id="98" name="直接连接符 97">
              <a:extLst>
                <a:ext uri="{FF2B5EF4-FFF2-40B4-BE49-F238E27FC236}">
                  <a16:creationId xmlns:a16="http://schemas.microsoft.com/office/drawing/2014/main" id="{CF0E9788-A20B-4268-B16A-7A778D4F9F4E}"/>
                </a:ext>
              </a:extLst>
            </p:cNvPr>
            <p:cNvCxnSpPr>
              <a:cxnSpLocks/>
            </p:cNvCxnSpPr>
            <p:nvPr/>
          </p:nvCxnSpPr>
          <p:spPr>
            <a:xfrm flipV="1">
              <a:off x="1706545" y="2467041"/>
              <a:ext cx="0" cy="453911"/>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03" name="直接连接符 102">
              <a:extLst>
                <a:ext uri="{FF2B5EF4-FFF2-40B4-BE49-F238E27FC236}">
                  <a16:creationId xmlns:a16="http://schemas.microsoft.com/office/drawing/2014/main" id="{E3AD97AF-271C-4F00-84C2-FBFAB9624366}"/>
                </a:ext>
              </a:extLst>
            </p:cNvPr>
            <p:cNvCxnSpPr>
              <a:cxnSpLocks/>
            </p:cNvCxnSpPr>
            <p:nvPr/>
          </p:nvCxnSpPr>
          <p:spPr>
            <a:xfrm flipV="1">
              <a:off x="3146545" y="2467041"/>
              <a:ext cx="0" cy="453911"/>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04" name="直接连接符 103">
              <a:extLst>
                <a:ext uri="{FF2B5EF4-FFF2-40B4-BE49-F238E27FC236}">
                  <a16:creationId xmlns:a16="http://schemas.microsoft.com/office/drawing/2014/main" id="{94852434-6D9B-4793-A07D-667FA0378CBD}"/>
                </a:ext>
              </a:extLst>
            </p:cNvPr>
            <p:cNvCxnSpPr>
              <a:cxnSpLocks/>
            </p:cNvCxnSpPr>
            <p:nvPr/>
          </p:nvCxnSpPr>
          <p:spPr>
            <a:xfrm flipV="1">
              <a:off x="9056891" y="2467041"/>
              <a:ext cx="0" cy="453911"/>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08" name="直接连接符 107">
              <a:extLst>
                <a:ext uri="{FF2B5EF4-FFF2-40B4-BE49-F238E27FC236}">
                  <a16:creationId xmlns:a16="http://schemas.microsoft.com/office/drawing/2014/main" id="{D9F5858F-557D-4250-BBA5-3B69F73587C2}"/>
                </a:ext>
              </a:extLst>
            </p:cNvPr>
            <p:cNvCxnSpPr>
              <a:cxnSpLocks/>
            </p:cNvCxnSpPr>
            <p:nvPr/>
          </p:nvCxnSpPr>
          <p:spPr>
            <a:xfrm flipV="1">
              <a:off x="4586545" y="2467041"/>
              <a:ext cx="0" cy="453911"/>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10" name="直接箭头连接符 109">
              <a:extLst>
                <a:ext uri="{FF2B5EF4-FFF2-40B4-BE49-F238E27FC236}">
                  <a16:creationId xmlns:a16="http://schemas.microsoft.com/office/drawing/2014/main" id="{B18DF46A-EFB3-494C-B0AD-E1EB4EBB1F3A}"/>
                </a:ext>
              </a:extLst>
            </p:cNvPr>
            <p:cNvCxnSpPr>
              <a:cxnSpLocks/>
            </p:cNvCxnSpPr>
            <p:nvPr/>
          </p:nvCxnSpPr>
          <p:spPr>
            <a:xfrm>
              <a:off x="4586545" y="2719533"/>
              <a:ext cx="4470346" cy="0"/>
            </a:xfrm>
            <a:prstGeom prst="straightConnector1">
              <a:avLst/>
            </a:prstGeom>
            <a:ln w="12700">
              <a:solidFill>
                <a:schemeClr val="tx1"/>
              </a:solidFill>
              <a:headEnd type="triangle"/>
              <a:tailEnd type="triangle"/>
            </a:ln>
          </p:spPr>
          <p:style>
            <a:lnRef idx="1">
              <a:schemeClr val="accent1"/>
            </a:lnRef>
            <a:fillRef idx="0">
              <a:schemeClr val="accent1"/>
            </a:fillRef>
            <a:effectRef idx="0">
              <a:schemeClr val="accent1"/>
            </a:effectRef>
            <a:fontRef idx="minor">
              <a:schemeClr val="tx1"/>
            </a:fontRef>
          </p:style>
        </p:cxnSp>
        <p:sp>
          <p:nvSpPr>
            <p:cNvPr id="119" name="文本框 118">
              <a:extLst>
                <a:ext uri="{FF2B5EF4-FFF2-40B4-BE49-F238E27FC236}">
                  <a16:creationId xmlns:a16="http://schemas.microsoft.com/office/drawing/2014/main" id="{61AEFEB5-F176-4DB5-81BE-DE8E13B1520C}"/>
                </a:ext>
              </a:extLst>
            </p:cNvPr>
            <p:cNvSpPr txBox="1"/>
            <p:nvPr/>
          </p:nvSpPr>
          <p:spPr>
            <a:xfrm>
              <a:off x="5420138" y="2527060"/>
              <a:ext cx="2803160" cy="369332"/>
            </a:xfrm>
            <a:prstGeom prst="rect">
              <a:avLst/>
            </a:prstGeom>
            <a:solidFill>
              <a:schemeClr val="bg1"/>
            </a:solidFill>
          </p:spPr>
          <p:txBody>
            <a:bodyPr wrap="square" rtlCol="0">
              <a:spAutoFit/>
            </a:bodyPr>
            <a:lstStyle/>
            <a:p>
              <a:pPr algn="ctr"/>
              <a:r>
                <a:rPr lang="en-US" altLang="zh-CN" b="1" dirty="0"/>
                <a:t>≤ </a:t>
              </a:r>
              <a:r>
                <a:rPr lang="zh-CN" altLang="en-US" b="1" dirty="0"/>
                <a:t>最大传送单元</a:t>
              </a:r>
              <a:r>
                <a:rPr lang="en-US" altLang="zh-CN" b="1" dirty="0"/>
                <a:t>MTU=1500B</a:t>
              </a:r>
              <a:endParaRPr lang="zh-CN" altLang="en-US" b="1" dirty="0"/>
            </a:p>
          </p:txBody>
        </p:sp>
        <p:cxnSp>
          <p:nvCxnSpPr>
            <p:cNvPr id="113" name="直接连接符 112">
              <a:extLst>
                <a:ext uri="{FF2B5EF4-FFF2-40B4-BE49-F238E27FC236}">
                  <a16:creationId xmlns:a16="http://schemas.microsoft.com/office/drawing/2014/main" id="{6DCBFB6C-37D3-43AD-AAD2-44C89180D61A}"/>
                </a:ext>
              </a:extLst>
            </p:cNvPr>
            <p:cNvCxnSpPr>
              <a:cxnSpLocks/>
            </p:cNvCxnSpPr>
            <p:nvPr/>
          </p:nvCxnSpPr>
          <p:spPr>
            <a:xfrm flipV="1">
              <a:off x="10502204" y="2467041"/>
              <a:ext cx="0" cy="453911"/>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14" name="直接连接符 113">
              <a:extLst>
                <a:ext uri="{FF2B5EF4-FFF2-40B4-BE49-F238E27FC236}">
                  <a16:creationId xmlns:a16="http://schemas.microsoft.com/office/drawing/2014/main" id="{FB06F7C0-A1C1-4DA6-9013-EB6AE5BBB482}"/>
                </a:ext>
              </a:extLst>
            </p:cNvPr>
            <p:cNvCxnSpPr>
              <a:cxnSpLocks/>
            </p:cNvCxnSpPr>
            <p:nvPr/>
          </p:nvCxnSpPr>
          <p:spPr>
            <a:xfrm flipV="1">
              <a:off x="11213898" y="2467041"/>
              <a:ext cx="0" cy="453911"/>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sp>
          <p:nvSpPr>
            <p:cNvPr id="123" name="文本框 122">
              <a:extLst>
                <a:ext uri="{FF2B5EF4-FFF2-40B4-BE49-F238E27FC236}">
                  <a16:creationId xmlns:a16="http://schemas.microsoft.com/office/drawing/2014/main" id="{C3AFFB61-F40C-4974-83FE-27F94897C29F}"/>
                </a:ext>
              </a:extLst>
            </p:cNvPr>
            <p:cNvSpPr txBox="1"/>
            <p:nvPr/>
          </p:nvSpPr>
          <p:spPr>
            <a:xfrm>
              <a:off x="251846" y="2517873"/>
              <a:ext cx="683089" cy="369332"/>
            </a:xfrm>
            <a:prstGeom prst="rect">
              <a:avLst/>
            </a:prstGeom>
            <a:noFill/>
          </p:spPr>
          <p:txBody>
            <a:bodyPr wrap="square" rtlCol="0">
              <a:spAutoFit/>
            </a:bodyPr>
            <a:lstStyle/>
            <a:p>
              <a:pPr algn="ctr"/>
              <a:r>
                <a:rPr lang="zh-CN" altLang="en-US" b="1" dirty="0"/>
                <a:t>长度</a:t>
              </a:r>
            </a:p>
          </p:txBody>
        </p:sp>
        <p:grpSp>
          <p:nvGrpSpPr>
            <p:cNvPr id="127" name="组合 126">
              <a:extLst>
                <a:ext uri="{FF2B5EF4-FFF2-40B4-BE49-F238E27FC236}">
                  <a16:creationId xmlns:a16="http://schemas.microsoft.com/office/drawing/2014/main" id="{B4FDDCB0-3270-4AAC-8258-B23905654FA8}"/>
                </a:ext>
              </a:extLst>
            </p:cNvPr>
            <p:cNvGrpSpPr/>
            <p:nvPr/>
          </p:nvGrpSpPr>
          <p:grpSpPr>
            <a:xfrm>
              <a:off x="1710929" y="2527060"/>
              <a:ext cx="711693" cy="369332"/>
              <a:chOff x="1965697" y="3916641"/>
              <a:chExt cx="711693" cy="369332"/>
            </a:xfrm>
          </p:grpSpPr>
          <p:cxnSp>
            <p:nvCxnSpPr>
              <p:cNvPr id="128" name="直接箭头连接符 127">
                <a:extLst>
                  <a:ext uri="{FF2B5EF4-FFF2-40B4-BE49-F238E27FC236}">
                    <a16:creationId xmlns:a16="http://schemas.microsoft.com/office/drawing/2014/main" id="{A910318D-F16A-4A2B-BEC6-7BFAFDCE8AE7}"/>
                  </a:ext>
                </a:extLst>
              </p:cNvPr>
              <p:cNvCxnSpPr>
                <a:cxnSpLocks/>
              </p:cNvCxnSpPr>
              <p:nvPr/>
            </p:nvCxnSpPr>
            <p:spPr>
              <a:xfrm>
                <a:off x="1965697" y="4106161"/>
                <a:ext cx="711693" cy="0"/>
              </a:xfrm>
              <a:prstGeom prst="straightConnector1">
                <a:avLst/>
              </a:prstGeom>
              <a:ln w="12700">
                <a:solidFill>
                  <a:schemeClr val="tx1"/>
                </a:solidFill>
                <a:headEnd type="triangle"/>
                <a:tailEnd type="triangle"/>
              </a:ln>
            </p:spPr>
            <p:style>
              <a:lnRef idx="1">
                <a:schemeClr val="accent1"/>
              </a:lnRef>
              <a:fillRef idx="0">
                <a:schemeClr val="accent1"/>
              </a:fillRef>
              <a:effectRef idx="0">
                <a:schemeClr val="accent1"/>
              </a:effectRef>
              <a:fontRef idx="minor">
                <a:schemeClr val="tx1"/>
              </a:fontRef>
            </p:style>
          </p:cxnSp>
          <p:sp>
            <p:nvSpPr>
              <p:cNvPr id="129" name="文本框 128">
                <a:extLst>
                  <a:ext uri="{FF2B5EF4-FFF2-40B4-BE49-F238E27FC236}">
                    <a16:creationId xmlns:a16="http://schemas.microsoft.com/office/drawing/2014/main" id="{31517E04-F5F4-4EA8-926C-0CA7C4EEBB32}"/>
                  </a:ext>
                </a:extLst>
              </p:cNvPr>
              <p:cNvSpPr txBox="1"/>
              <p:nvPr/>
            </p:nvSpPr>
            <p:spPr>
              <a:xfrm>
                <a:off x="2087129" y="3916641"/>
                <a:ext cx="447658" cy="369332"/>
              </a:xfrm>
              <a:prstGeom prst="rect">
                <a:avLst/>
              </a:prstGeom>
              <a:solidFill>
                <a:schemeClr val="bg1"/>
              </a:solidFill>
            </p:spPr>
            <p:txBody>
              <a:bodyPr wrap="square" rtlCol="0">
                <a:spAutoFit/>
              </a:bodyPr>
              <a:lstStyle/>
              <a:p>
                <a:pPr algn="ctr"/>
                <a:r>
                  <a:rPr lang="en-US" altLang="zh-CN" b="1" dirty="0"/>
                  <a:t>1B</a:t>
                </a:r>
                <a:endParaRPr lang="zh-CN" altLang="en-US" b="1" dirty="0"/>
              </a:p>
            </p:txBody>
          </p:sp>
        </p:grpSp>
        <p:cxnSp>
          <p:nvCxnSpPr>
            <p:cNvPr id="131" name="直接箭头连接符 130">
              <a:extLst>
                <a:ext uri="{FF2B5EF4-FFF2-40B4-BE49-F238E27FC236}">
                  <a16:creationId xmlns:a16="http://schemas.microsoft.com/office/drawing/2014/main" id="{19EF9EA3-7A6C-4FF1-B46A-8687E8763DEB}"/>
                </a:ext>
              </a:extLst>
            </p:cNvPr>
            <p:cNvCxnSpPr>
              <a:cxnSpLocks/>
            </p:cNvCxnSpPr>
            <p:nvPr/>
          </p:nvCxnSpPr>
          <p:spPr>
            <a:xfrm>
              <a:off x="2430840" y="2716580"/>
              <a:ext cx="711693" cy="0"/>
            </a:xfrm>
            <a:prstGeom prst="straightConnector1">
              <a:avLst/>
            </a:prstGeom>
            <a:ln w="12700">
              <a:solidFill>
                <a:schemeClr val="tx1"/>
              </a:solidFill>
              <a:headEnd type="triangle"/>
              <a:tailEnd type="triangle"/>
            </a:ln>
          </p:spPr>
          <p:style>
            <a:lnRef idx="1">
              <a:schemeClr val="accent1"/>
            </a:lnRef>
            <a:fillRef idx="0">
              <a:schemeClr val="accent1"/>
            </a:fillRef>
            <a:effectRef idx="0">
              <a:schemeClr val="accent1"/>
            </a:effectRef>
            <a:fontRef idx="minor">
              <a:schemeClr val="tx1"/>
            </a:fontRef>
          </p:style>
        </p:cxnSp>
        <p:sp>
          <p:nvSpPr>
            <p:cNvPr id="132" name="文本框 131">
              <a:extLst>
                <a:ext uri="{FF2B5EF4-FFF2-40B4-BE49-F238E27FC236}">
                  <a16:creationId xmlns:a16="http://schemas.microsoft.com/office/drawing/2014/main" id="{45BA996A-C104-4284-8DE9-E06FF673B35C}"/>
                </a:ext>
              </a:extLst>
            </p:cNvPr>
            <p:cNvSpPr txBox="1"/>
            <p:nvPr/>
          </p:nvSpPr>
          <p:spPr>
            <a:xfrm>
              <a:off x="2552272" y="2527060"/>
              <a:ext cx="447658" cy="369332"/>
            </a:xfrm>
            <a:prstGeom prst="rect">
              <a:avLst/>
            </a:prstGeom>
            <a:solidFill>
              <a:schemeClr val="bg1"/>
            </a:solidFill>
          </p:spPr>
          <p:txBody>
            <a:bodyPr wrap="square" rtlCol="0">
              <a:spAutoFit/>
            </a:bodyPr>
            <a:lstStyle/>
            <a:p>
              <a:pPr algn="ctr"/>
              <a:r>
                <a:rPr lang="en-US" altLang="zh-CN" b="1" dirty="0"/>
                <a:t>1B</a:t>
              </a:r>
              <a:endParaRPr lang="zh-CN" altLang="en-US" b="1" dirty="0"/>
            </a:p>
          </p:txBody>
        </p:sp>
        <p:cxnSp>
          <p:nvCxnSpPr>
            <p:cNvPr id="134" name="直接箭头连接符 133">
              <a:extLst>
                <a:ext uri="{FF2B5EF4-FFF2-40B4-BE49-F238E27FC236}">
                  <a16:creationId xmlns:a16="http://schemas.microsoft.com/office/drawing/2014/main" id="{28B4106D-BFF9-4306-9F8B-FAE318624994}"/>
                </a:ext>
              </a:extLst>
            </p:cNvPr>
            <p:cNvCxnSpPr>
              <a:cxnSpLocks/>
            </p:cNvCxnSpPr>
            <p:nvPr/>
          </p:nvCxnSpPr>
          <p:spPr>
            <a:xfrm>
              <a:off x="3147616" y="2716580"/>
              <a:ext cx="1438929" cy="0"/>
            </a:xfrm>
            <a:prstGeom prst="straightConnector1">
              <a:avLst/>
            </a:prstGeom>
            <a:ln w="12700">
              <a:solidFill>
                <a:schemeClr val="tx1"/>
              </a:solidFill>
              <a:headEnd type="triangle"/>
              <a:tailEnd type="triangle"/>
            </a:ln>
          </p:spPr>
          <p:style>
            <a:lnRef idx="1">
              <a:schemeClr val="accent1"/>
            </a:lnRef>
            <a:fillRef idx="0">
              <a:schemeClr val="accent1"/>
            </a:fillRef>
            <a:effectRef idx="0">
              <a:schemeClr val="accent1"/>
            </a:effectRef>
            <a:fontRef idx="minor">
              <a:schemeClr val="tx1"/>
            </a:fontRef>
          </p:style>
        </p:cxnSp>
        <p:sp>
          <p:nvSpPr>
            <p:cNvPr id="135" name="文本框 134">
              <a:extLst>
                <a:ext uri="{FF2B5EF4-FFF2-40B4-BE49-F238E27FC236}">
                  <a16:creationId xmlns:a16="http://schemas.microsoft.com/office/drawing/2014/main" id="{92FE9A7D-00B6-4378-8B9F-DEC250B9FCE1}"/>
                </a:ext>
              </a:extLst>
            </p:cNvPr>
            <p:cNvSpPr txBox="1"/>
            <p:nvPr/>
          </p:nvSpPr>
          <p:spPr>
            <a:xfrm>
              <a:off x="3644105" y="2530013"/>
              <a:ext cx="447658" cy="369332"/>
            </a:xfrm>
            <a:prstGeom prst="rect">
              <a:avLst/>
            </a:prstGeom>
            <a:solidFill>
              <a:schemeClr val="bg1"/>
            </a:solidFill>
          </p:spPr>
          <p:txBody>
            <a:bodyPr wrap="square" rtlCol="0">
              <a:spAutoFit/>
            </a:bodyPr>
            <a:lstStyle/>
            <a:p>
              <a:pPr algn="ctr"/>
              <a:r>
                <a:rPr lang="en-US" altLang="zh-CN" b="1" dirty="0"/>
                <a:t>2B</a:t>
              </a:r>
              <a:endParaRPr lang="zh-CN" altLang="en-US" b="1" dirty="0"/>
            </a:p>
          </p:txBody>
        </p:sp>
        <p:cxnSp>
          <p:nvCxnSpPr>
            <p:cNvPr id="138" name="直接箭头连接符 137">
              <a:extLst>
                <a:ext uri="{FF2B5EF4-FFF2-40B4-BE49-F238E27FC236}">
                  <a16:creationId xmlns:a16="http://schemas.microsoft.com/office/drawing/2014/main" id="{00DF4D06-F4C5-4469-AE7E-CD8798715571}"/>
                </a:ext>
              </a:extLst>
            </p:cNvPr>
            <p:cNvCxnSpPr>
              <a:cxnSpLocks/>
            </p:cNvCxnSpPr>
            <p:nvPr/>
          </p:nvCxnSpPr>
          <p:spPr>
            <a:xfrm>
              <a:off x="9064468" y="2719533"/>
              <a:ext cx="1438929" cy="0"/>
            </a:xfrm>
            <a:prstGeom prst="straightConnector1">
              <a:avLst/>
            </a:prstGeom>
            <a:ln w="12700">
              <a:solidFill>
                <a:schemeClr val="tx1"/>
              </a:solidFill>
              <a:headEnd type="triangle"/>
              <a:tailEnd type="triangle"/>
            </a:ln>
          </p:spPr>
          <p:style>
            <a:lnRef idx="1">
              <a:schemeClr val="accent1"/>
            </a:lnRef>
            <a:fillRef idx="0">
              <a:schemeClr val="accent1"/>
            </a:fillRef>
            <a:effectRef idx="0">
              <a:schemeClr val="accent1"/>
            </a:effectRef>
            <a:fontRef idx="minor">
              <a:schemeClr val="tx1"/>
            </a:fontRef>
          </p:style>
        </p:cxnSp>
        <p:sp>
          <p:nvSpPr>
            <p:cNvPr id="139" name="文本框 138">
              <a:extLst>
                <a:ext uri="{FF2B5EF4-FFF2-40B4-BE49-F238E27FC236}">
                  <a16:creationId xmlns:a16="http://schemas.microsoft.com/office/drawing/2014/main" id="{98687933-95B8-4188-BBB5-B08918754630}"/>
                </a:ext>
              </a:extLst>
            </p:cNvPr>
            <p:cNvSpPr txBox="1"/>
            <p:nvPr/>
          </p:nvSpPr>
          <p:spPr>
            <a:xfrm>
              <a:off x="9560957" y="2530013"/>
              <a:ext cx="447658" cy="369332"/>
            </a:xfrm>
            <a:prstGeom prst="rect">
              <a:avLst/>
            </a:prstGeom>
            <a:solidFill>
              <a:schemeClr val="bg1"/>
            </a:solidFill>
          </p:spPr>
          <p:txBody>
            <a:bodyPr wrap="square" rtlCol="0">
              <a:spAutoFit/>
            </a:bodyPr>
            <a:lstStyle/>
            <a:p>
              <a:pPr algn="ctr"/>
              <a:r>
                <a:rPr lang="en-US" altLang="zh-CN" b="1" dirty="0"/>
                <a:t>2B</a:t>
              </a:r>
              <a:endParaRPr lang="zh-CN" altLang="en-US" b="1" dirty="0"/>
            </a:p>
          </p:txBody>
        </p:sp>
        <p:cxnSp>
          <p:nvCxnSpPr>
            <p:cNvPr id="140" name="直接箭头连接符 139">
              <a:extLst>
                <a:ext uri="{FF2B5EF4-FFF2-40B4-BE49-F238E27FC236}">
                  <a16:creationId xmlns:a16="http://schemas.microsoft.com/office/drawing/2014/main" id="{297FC791-9E98-4DD3-A236-F9462CD727D2}"/>
                </a:ext>
              </a:extLst>
            </p:cNvPr>
            <p:cNvCxnSpPr>
              <a:cxnSpLocks/>
            </p:cNvCxnSpPr>
            <p:nvPr/>
          </p:nvCxnSpPr>
          <p:spPr>
            <a:xfrm>
              <a:off x="10506626" y="2716580"/>
              <a:ext cx="711693" cy="0"/>
            </a:xfrm>
            <a:prstGeom prst="straightConnector1">
              <a:avLst/>
            </a:prstGeom>
            <a:ln w="12700">
              <a:solidFill>
                <a:schemeClr val="tx1"/>
              </a:solidFill>
              <a:headEnd type="triangle"/>
              <a:tailEnd type="triangle"/>
            </a:ln>
          </p:spPr>
          <p:style>
            <a:lnRef idx="1">
              <a:schemeClr val="accent1"/>
            </a:lnRef>
            <a:fillRef idx="0">
              <a:schemeClr val="accent1"/>
            </a:fillRef>
            <a:effectRef idx="0">
              <a:schemeClr val="accent1"/>
            </a:effectRef>
            <a:fontRef idx="minor">
              <a:schemeClr val="tx1"/>
            </a:fontRef>
          </p:style>
        </p:cxnSp>
        <p:sp>
          <p:nvSpPr>
            <p:cNvPr id="141" name="文本框 140">
              <a:extLst>
                <a:ext uri="{FF2B5EF4-FFF2-40B4-BE49-F238E27FC236}">
                  <a16:creationId xmlns:a16="http://schemas.microsoft.com/office/drawing/2014/main" id="{BB7837EA-2493-42F9-A0C2-E2A0CAF77194}"/>
                </a:ext>
              </a:extLst>
            </p:cNvPr>
            <p:cNvSpPr txBox="1"/>
            <p:nvPr/>
          </p:nvSpPr>
          <p:spPr>
            <a:xfrm>
              <a:off x="10628058" y="2527060"/>
              <a:ext cx="447658" cy="369332"/>
            </a:xfrm>
            <a:prstGeom prst="rect">
              <a:avLst/>
            </a:prstGeom>
            <a:solidFill>
              <a:schemeClr val="bg1"/>
            </a:solidFill>
          </p:spPr>
          <p:txBody>
            <a:bodyPr wrap="square" rtlCol="0">
              <a:spAutoFit/>
            </a:bodyPr>
            <a:lstStyle/>
            <a:p>
              <a:pPr algn="ctr"/>
              <a:r>
                <a:rPr lang="en-US" altLang="zh-CN" b="1" dirty="0"/>
                <a:t>1B</a:t>
              </a:r>
              <a:endParaRPr lang="zh-CN" altLang="en-US" b="1" dirty="0"/>
            </a:p>
          </p:txBody>
        </p:sp>
      </p:grpSp>
      <p:grpSp>
        <p:nvGrpSpPr>
          <p:cNvPr id="71" name="组合 70">
            <a:extLst>
              <a:ext uri="{FF2B5EF4-FFF2-40B4-BE49-F238E27FC236}">
                <a16:creationId xmlns:a16="http://schemas.microsoft.com/office/drawing/2014/main" id="{A65329C3-25BA-4741-9EE1-CB21A68F0732}"/>
              </a:ext>
            </a:extLst>
          </p:cNvPr>
          <p:cNvGrpSpPr/>
          <p:nvPr/>
        </p:nvGrpSpPr>
        <p:grpSpPr>
          <a:xfrm>
            <a:off x="9609473" y="1333984"/>
            <a:ext cx="2160000" cy="458913"/>
            <a:chOff x="8697680" y="1322684"/>
            <a:chExt cx="2160000" cy="458913"/>
          </a:xfrm>
        </p:grpSpPr>
        <p:cxnSp>
          <p:nvCxnSpPr>
            <p:cNvPr id="67" name="直接连接符 66">
              <a:extLst>
                <a:ext uri="{FF2B5EF4-FFF2-40B4-BE49-F238E27FC236}">
                  <a16:creationId xmlns:a16="http://schemas.microsoft.com/office/drawing/2014/main" id="{51372345-FD4D-4D90-82B9-596D9544DCF7}"/>
                </a:ext>
              </a:extLst>
            </p:cNvPr>
            <p:cNvCxnSpPr/>
            <p:nvPr/>
          </p:nvCxnSpPr>
          <p:spPr>
            <a:xfrm flipV="1">
              <a:off x="8697680" y="1322684"/>
              <a:ext cx="0" cy="453911"/>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68" name="直接连接符 67">
              <a:extLst>
                <a:ext uri="{FF2B5EF4-FFF2-40B4-BE49-F238E27FC236}">
                  <a16:creationId xmlns:a16="http://schemas.microsoft.com/office/drawing/2014/main" id="{742B5232-CB73-4942-9B53-FCCC2C572DFF}"/>
                </a:ext>
              </a:extLst>
            </p:cNvPr>
            <p:cNvCxnSpPr/>
            <p:nvPr/>
          </p:nvCxnSpPr>
          <p:spPr>
            <a:xfrm flipV="1">
              <a:off x="10857680" y="1327686"/>
              <a:ext cx="0" cy="453911"/>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69" name="直接箭头连接符 68">
              <a:extLst>
                <a:ext uri="{FF2B5EF4-FFF2-40B4-BE49-F238E27FC236}">
                  <a16:creationId xmlns:a16="http://schemas.microsoft.com/office/drawing/2014/main" id="{37B6B08E-AD07-4DA7-ACDD-2C8D6D9C26F6}"/>
                </a:ext>
              </a:extLst>
            </p:cNvPr>
            <p:cNvCxnSpPr>
              <a:cxnSpLocks/>
            </p:cNvCxnSpPr>
            <p:nvPr/>
          </p:nvCxnSpPr>
          <p:spPr>
            <a:xfrm>
              <a:off x="8697680" y="1547869"/>
              <a:ext cx="2160000" cy="0"/>
            </a:xfrm>
            <a:prstGeom prst="straightConnector1">
              <a:avLst/>
            </a:prstGeom>
            <a:ln w="12700">
              <a:solidFill>
                <a:schemeClr val="tx1"/>
              </a:solidFill>
              <a:headEnd type="triangle"/>
              <a:tailEnd type="triangle"/>
            </a:ln>
          </p:spPr>
          <p:style>
            <a:lnRef idx="1">
              <a:schemeClr val="accent1"/>
            </a:lnRef>
            <a:fillRef idx="0">
              <a:schemeClr val="accent1"/>
            </a:fillRef>
            <a:effectRef idx="0">
              <a:schemeClr val="accent1"/>
            </a:effectRef>
            <a:fontRef idx="minor">
              <a:schemeClr val="tx1"/>
            </a:fontRef>
          </p:style>
        </p:cxnSp>
        <p:sp>
          <p:nvSpPr>
            <p:cNvPr id="70" name="文本框 69">
              <a:extLst>
                <a:ext uri="{FF2B5EF4-FFF2-40B4-BE49-F238E27FC236}">
                  <a16:creationId xmlns:a16="http://schemas.microsoft.com/office/drawing/2014/main" id="{53D9DDE1-EC45-44B0-AE78-AAD69C2FD0D4}"/>
                </a:ext>
              </a:extLst>
            </p:cNvPr>
            <p:cNvSpPr txBox="1"/>
            <p:nvPr/>
          </p:nvSpPr>
          <p:spPr>
            <a:xfrm>
              <a:off x="9323532" y="1371746"/>
              <a:ext cx="908294" cy="369332"/>
            </a:xfrm>
            <a:prstGeom prst="rect">
              <a:avLst/>
            </a:prstGeom>
            <a:solidFill>
              <a:schemeClr val="bg1"/>
            </a:solidFill>
          </p:spPr>
          <p:txBody>
            <a:bodyPr wrap="square" rtlCol="0">
              <a:spAutoFit/>
            </a:bodyPr>
            <a:lstStyle/>
            <a:p>
              <a:pPr algn="ctr"/>
              <a:r>
                <a:rPr lang="zh-CN" altLang="en-US" b="1" dirty="0"/>
                <a:t>帧尾部</a:t>
              </a:r>
            </a:p>
          </p:txBody>
        </p:sp>
      </p:grpSp>
      <p:grpSp>
        <p:nvGrpSpPr>
          <p:cNvPr id="96" name="组合 95">
            <a:extLst>
              <a:ext uri="{FF2B5EF4-FFF2-40B4-BE49-F238E27FC236}">
                <a16:creationId xmlns:a16="http://schemas.microsoft.com/office/drawing/2014/main" id="{0E3508D5-F69D-47E8-814A-BA9789DEF3C6}"/>
              </a:ext>
            </a:extLst>
          </p:cNvPr>
          <p:cNvGrpSpPr/>
          <p:nvPr/>
        </p:nvGrpSpPr>
        <p:grpSpPr>
          <a:xfrm>
            <a:off x="1539127" y="1322396"/>
            <a:ext cx="3600000" cy="463927"/>
            <a:chOff x="979773" y="2975089"/>
            <a:chExt cx="3600000" cy="463927"/>
          </a:xfrm>
        </p:grpSpPr>
        <p:cxnSp>
          <p:nvCxnSpPr>
            <p:cNvPr id="8" name="直接连接符 7">
              <a:extLst>
                <a:ext uri="{FF2B5EF4-FFF2-40B4-BE49-F238E27FC236}">
                  <a16:creationId xmlns:a16="http://schemas.microsoft.com/office/drawing/2014/main" id="{20D1C248-6389-4EA7-8A7A-5D1E3AEE6BA7}"/>
                </a:ext>
              </a:extLst>
            </p:cNvPr>
            <p:cNvCxnSpPr/>
            <p:nvPr/>
          </p:nvCxnSpPr>
          <p:spPr>
            <a:xfrm flipV="1">
              <a:off x="979773" y="2975089"/>
              <a:ext cx="0" cy="453911"/>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9" name="直接连接符 58">
              <a:extLst>
                <a:ext uri="{FF2B5EF4-FFF2-40B4-BE49-F238E27FC236}">
                  <a16:creationId xmlns:a16="http://schemas.microsoft.com/office/drawing/2014/main" id="{AAE78DCA-1A04-4E57-876B-20ADC8D400EF}"/>
                </a:ext>
              </a:extLst>
            </p:cNvPr>
            <p:cNvCxnSpPr/>
            <p:nvPr/>
          </p:nvCxnSpPr>
          <p:spPr>
            <a:xfrm flipV="1">
              <a:off x="4579773" y="2985105"/>
              <a:ext cx="0" cy="453911"/>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0" name="直接箭头连接符 9">
              <a:extLst>
                <a:ext uri="{FF2B5EF4-FFF2-40B4-BE49-F238E27FC236}">
                  <a16:creationId xmlns:a16="http://schemas.microsoft.com/office/drawing/2014/main" id="{86AB61E2-AD6F-4BB1-A6B5-3118AD22F8BA}"/>
                </a:ext>
              </a:extLst>
            </p:cNvPr>
            <p:cNvCxnSpPr>
              <a:cxnSpLocks/>
            </p:cNvCxnSpPr>
            <p:nvPr/>
          </p:nvCxnSpPr>
          <p:spPr>
            <a:xfrm>
              <a:off x="979773" y="3202043"/>
              <a:ext cx="3600000" cy="0"/>
            </a:xfrm>
            <a:prstGeom prst="straightConnector1">
              <a:avLst/>
            </a:prstGeom>
            <a:ln w="12700">
              <a:solidFill>
                <a:schemeClr val="tx1"/>
              </a:solidFill>
              <a:headEnd type="triangle"/>
              <a:tailEnd type="triangle"/>
            </a:ln>
          </p:spPr>
          <p:style>
            <a:lnRef idx="1">
              <a:schemeClr val="accent1"/>
            </a:lnRef>
            <a:fillRef idx="0">
              <a:schemeClr val="accent1"/>
            </a:fillRef>
            <a:effectRef idx="0">
              <a:schemeClr val="accent1"/>
            </a:effectRef>
            <a:fontRef idx="minor">
              <a:schemeClr val="tx1"/>
            </a:fontRef>
          </p:style>
        </p:cxnSp>
        <p:sp>
          <p:nvSpPr>
            <p:cNvPr id="11" name="文本框 10">
              <a:extLst>
                <a:ext uri="{FF2B5EF4-FFF2-40B4-BE49-F238E27FC236}">
                  <a16:creationId xmlns:a16="http://schemas.microsoft.com/office/drawing/2014/main" id="{89E940CB-08E6-4BB6-98DF-46D605886ABB}"/>
                </a:ext>
              </a:extLst>
            </p:cNvPr>
            <p:cNvSpPr txBox="1"/>
            <p:nvPr/>
          </p:nvSpPr>
          <p:spPr>
            <a:xfrm>
              <a:off x="2329347" y="3027394"/>
              <a:ext cx="900853" cy="369332"/>
            </a:xfrm>
            <a:prstGeom prst="rect">
              <a:avLst/>
            </a:prstGeom>
            <a:solidFill>
              <a:schemeClr val="bg1"/>
            </a:solidFill>
          </p:spPr>
          <p:txBody>
            <a:bodyPr wrap="square" rtlCol="0">
              <a:spAutoFit/>
            </a:bodyPr>
            <a:lstStyle/>
            <a:p>
              <a:pPr algn="ctr"/>
              <a:r>
                <a:rPr lang="zh-CN" altLang="en-US" b="1" dirty="0"/>
                <a:t>帧首部</a:t>
              </a:r>
            </a:p>
          </p:txBody>
        </p:sp>
      </p:grpSp>
      <p:grpSp>
        <p:nvGrpSpPr>
          <p:cNvPr id="18" name="组合 17">
            <a:extLst>
              <a:ext uri="{FF2B5EF4-FFF2-40B4-BE49-F238E27FC236}">
                <a16:creationId xmlns:a16="http://schemas.microsoft.com/office/drawing/2014/main" id="{DFF9F2B3-2FF9-4D82-8BBB-CFB11D3D55DD}"/>
              </a:ext>
            </a:extLst>
          </p:cNvPr>
          <p:cNvGrpSpPr/>
          <p:nvPr/>
        </p:nvGrpSpPr>
        <p:grpSpPr>
          <a:xfrm>
            <a:off x="5139127" y="1322396"/>
            <a:ext cx="4472454" cy="453912"/>
            <a:chOff x="4225226" y="1322862"/>
            <a:chExt cx="4472454" cy="453912"/>
          </a:xfrm>
        </p:grpSpPr>
        <p:cxnSp>
          <p:nvCxnSpPr>
            <p:cNvPr id="62" name="直接连接符 61">
              <a:extLst>
                <a:ext uri="{FF2B5EF4-FFF2-40B4-BE49-F238E27FC236}">
                  <a16:creationId xmlns:a16="http://schemas.microsoft.com/office/drawing/2014/main" id="{C0BAE6FF-23A6-495F-AF8B-3E174F9F8CDA}"/>
                </a:ext>
              </a:extLst>
            </p:cNvPr>
            <p:cNvCxnSpPr/>
            <p:nvPr/>
          </p:nvCxnSpPr>
          <p:spPr>
            <a:xfrm flipV="1">
              <a:off x="4225226" y="1322863"/>
              <a:ext cx="0" cy="453911"/>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63" name="直接连接符 62">
              <a:extLst>
                <a:ext uri="{FF2B5EF4-FFF2-40B4-BE49-F238E27FC236}">
                  <a16:creationId xmlns:a16="http://schemas.microsoft.com/office/drawing/2014/main" id="{6AE6959A-9E5A-43E8-B8F2-1BBCF99F28D8}"/>
                </a:ext>
              </a:extLst>
            </p:cNvPr>
            <p:cNvCxnSpPr/>
            <p:nvPr/>
          </p:nvCxnSpPr>
          <p:spPr>
            <a:xfrm flipV="1">
              <a:off x="8697680" y="1322862"/>
              <a:ext cx="0" cy="453911"/>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64" name="直接箭头连接符 63">
              <a:extLst>
                <a:ext uri="{FF2B5EF4-FFF2-40B4-BE49-F238E27FC236}">
                  <a16:creationId xmlns:a16="http://schemas.microsoft.com/office/drawing/2014/main" id="{088E077A-C5B6-4793-B3E6-9A968FED2DD5}"/>
                </a:ext>
              </a:extLst>
            </p:cNvPr>
            <p:cNvCxnSpPr>
              <a:cxnSpLocks/>
            </p:cNvCxnSpPr>
            <p:nvPr/>
          </p:nvCxnSpPr>
          <p:spPr>
            <a:xfrm>
              <a:off x="4225226" y="1549817"/>
              <a:ext cx="4472454" cy="0"/>
            </a:xfrm>
            <a:prstGeom prst="straightConnector1">
              <a:avLst/>
            </a:prstGeom>
            <a:ln w="12700">
              <a:solidFill>
                <a:schemeClr val="tx1"/>
              </a:solidFill>
              <a:headEnd type="triangle"/>
              <a:tailEnd type="triangle"/>
            </a:ln>
          </p:spPr>
          <p:style>
            <a:lnRef idx="1">
              <a:schemeClr val="accent1"/>
            </a:lnRef>
            <a:fillRef idx="0">
              <a:schemeClr val="accent1"/>
            </a:fillRef>
            <a:effectRef idx="0">
              <a:schemeClr val="accent1"/>
            </a:effectRef>
            <a:fontRef idx="minor">
              <a:schemeClr val="tx1"/>
            </a:fontRef>
          </p:style>
        </p:cxnSp>
        <p:sp>
          <p:nvSpPr>
            <p:cNvPr id="65" name="文本框 64">
              <a:extLst>
                <a:ext uri="{FF2B5EF4-FFF2-40B4-BE49-F238E27FC236}">
                  <a16:creationId xmlns:a16="http://schemas.microsoft.com/office/drawing/2014/main" id="{87082C1A-79B0-4962-9ACC-BD9003BB99DE}"/>
                </a:ext>
              </a:extLst>
            </p:cNvPr>
            <p:cNvSpPr txBox="1"/>
            <p:nvPr/>
          </p:nvSpPr>
          <p:spPr>
            <a:xfrm>
              <a:off x="5665226" y="1371924"/>
              <a:ext cx="1590347" cy="369332"/>
            </a:xfrm>
            <a:prstGeom prst="rect">
              <a:avLst/>
            </a:prstGeom>
            <a:solidFill>
              <a:schemeClr val="bg1"/>
            </a:solidFill>
          </p:spPr>
          <p:txBody>
            <a:bodyPr wrap="square" rtlCol="0">
              <a:spAutoFit/>
            </a:bodyPr>
            <a:lstStyle/>
            <a:p>
              <a:pPr algn="ctr"/>
              <a:r>
                <a:rPr lang="zh-CN" altLang="en-US" b="1" dirty="0"/>
                <a:t>帧的数据载荷</a:t>
              </a:r>
            </a:p>
          </p:txBody>
        </p:sp>
      </p:grpSp>
      <p:grpSp>
        <p:nvGrpSpPr>
          <p:cNvPr id="4" name="组合 3">
            <a:extLst>
              <a:ext uri="{FF2B5EF4-FFF2-40B4-BE49-F238E27FC236}">
                <a16:creationId xmlns:a16="http://schemas.microsoft.com/office/drawing/2014/main" id="{9A1EA9F2-FCB6-48C3-935F-7AE7E3AD14AC}"/>
              </a:ext>
            </a:extLst>
          </p:cNvPr>
          <p:cNvGrpSpPr/>
          <p:nvPr/>
        </p:nvGrpSpPr>
        <p:grpSpPr>
          <a:xfrm>
            <a:off x="304800" y="749300"/>
            <a:ext cx="6192344" cy="400110"/>
            <a:chOff x="424117" y="898245"/>
            <a:chExt cx="6192344" cy="400110"/>
          </a:xfrm>
        </p:grpSpPr>
        <p:sp>
          <p:nvSpPr>
            <p:cNvPr id="2" name="平行四边形 1">
              <a:extLst>
                <a:ext uri="{FF2B5EF4-FFF2-40B4-BE49-F238E27FC236}">
                  <a16:creationId xmlns:a16="http://schemas.microsoft.com/office/drawing/2014/main" id="{1F5BAA3F-9845-4F89-A2DD-8222D3E4EDAC}"/>
                </a:ext>
              </a:extLst>
            </p:cNvPr>
            <p:cNvSpPr/>
            <p:nvPr/>
          </p:nvSpPr>
          <p:spPr>
            <a:xfrm>
              <a:off x="424117" y="898245"/>
              <a:ext cx="737650" cy="387090"/>
            </a:xfrm>
            <a:prstGeom prst="parallelogram">
              <a:avLst/>
            </a:prstGeom>
            <a:solidFill>
              <a:schemeClr val="accent3">
                <a:lumMod val="75000"/>
              </a:schemeClr>
            </a:solidFill>
            <a:ln>
              <a:solidFill>
                <a:schemeClr val="accent3">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CN" sz="2200" dirty="0">
                  <a:latin typeface="Impact" panose="020B0806030902050204" pitchFamily="34" charset="0"/>
                </a:rPr>
                <a:t>02</a:t>
              </a:r>
              <a:endParaRPr lang="zh-CN" altLang="en-US" sz="2200" dirty="0">
                <a:latin typeface="Impact" panose="020B0806030902050204" pitchFamily="34" charset="0"/>
              </a:endParaRPr>
            </a:p>
          </p:txBody>
        </p:sp>
        <p:sp>
          <p:nvSpPr>
            <p:cNvPr id="3" name="文本框 2">
              <a:extLst>
                <a:ext uri="{FF2B5EF4-FFF2-40B4-BE49-F238E27FC236}">
                  <a16:creationId xmlns:a16="http://schemas.microsoft.com/office/drawing/2014/main" id="{4D6BD736-A4D3-4F26-AFED-36E11F50F70B}"/>
                </a:ext>
              </a:extLst>
            </p:cNvPr>
            <p:cNvSpPr txBox="1"/>
            <p:nvPr/>
          </p:nvSpPr>
          <p:spPr>
            <a:xfrm>
              <a:off x="1161767" y="898245"/>
              <a:ext cx="5454694" cy="400110"/>
            </a:xfrm>
            <a:prstGeom prst="rect">
              <a:avLst/>
            </a:prstGeom>
            <a:noFill/>
          </p:spPr>
          <p:txBody>
            <a:bodyPr wrap="square" rtlCol="0">
              <a:spAutoFit/>
            </a:bodyPr>
            <a:lstStyle/>
            <a:p>
              <a:r>
                <a:rPr lang="en-US" altLang="zh-CN" sz="2000" b="1" dirty="0"/>
                <a:t>PPP</a:t>
              </a:r>
              <a:r>
                <a:rPr lang="zh-CN" altLang="en-US" sz="2000" b="1" dirty="0"/>
                <a:t>的帧格式</a:t>
              </a:r>
            </a:p>
          </p:txBody>
        </p:sp>
      </p:grpSp>
      <p:grpSp>
        <p:nvGrpSpPr>
          <p:cNvPr id="94" name="组合 93">
            <a:extLst>
              <a:ext uri="{FF2B5EF4-FFF2-40B4-BE49-F238E27FC236}">
                <a16:creationId xmlns:a16="http://schemas.microsoft.com/office/drawing/2014/main" id="{FA022069-4ED4-4C74-84C6-DA3DD0144330}"/>
              </a:ext>
            </a:extLst>
          </p:cNvPr>
          <p:cNvGrpSpPr/>
          <p:nvPr/>
        </p:nvGrpSpPr>
        <p:grpSpPr>
          <a:xfrm>
            <a:off x="1539127" y="1776307"/>
            <a:ext cx="10232454" cy="690734"/>
            <a:chOff x="1174187" y="4119972"/>
            <a:chExt cx="10232454" cy="690734"/>
          </a:xfrm>
        </p:grpSpPr>
        <p:sp>
          <p:nvSpPr>
            <p:cNvPr id="5" name="矩形 4">
              <a:extLst>
                <a:ext uri="{FF2B5EF4-FFF2-40B4-BE49-F238E27FC236}">
                  <a16:creationId xmlns:a16="http://schemas.microsoft.com/office/drawing/2014/main" id="{5C14584B-65DB-4770-A0ED-F62C4FBD4E0B}"/>
                </a:ext>
              </a:extLst>
            </p:cNvPr>
            <p:cNvSpPr/>
            <p:nvPr/>
          </p:nvSpPr>
          <p:spPr>
            <a:xfrm>
              <a:off x="1174187" y="4119972"/>
              <a:ext cx="720000" cy="690734"/>
            </a:xfrm>
            <a:prstGeom prst="rect">
              <a:avLst/>
            </a:prstGeom>
            <a:solidFill>
              <a:schemeClr val="accent4"/>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zh-CN" altLang="en-US" b="1" dirty="0">
                  <a:latin typeface="Arial Black" panose="020B0A04020102020204" pitchFamily="34" charset="0"/>
                </a:rPr>
                <a:t>标志</a:t>
              </a:r>
              <a:endParaRPr lang="en-US" altLang="zh-CN" b="1" dirty="0">
                <a:latin typeface="Arial Black" panose="020B0A04020102020204" pitchFamily="34" charset="0"/>
              </a:endParaRPr>
            </a:p>
            <a:p>
              <a:pPr algn="ctr"/>
              <a:r>
                <a:rPr lang="en-US" altLang="zh-CN" b="1" dirty="0">
                  <a:latin typeface="Arial Black" panose="020B0A04020102020204" pitchFamily="34" charset="0"/>
                </a:rPr>
                <a:t>F</a:t>
              </a:r>
              <a:endParaRPr lang="zh-CN" altLang="en-US" b="1" dirty="0">
                <a:latin typeface="Arial Black" panose="020B0A04020102020204" pitchFamily="34" charset="0"/>
              </a:endParaRPr>
            </a:p>
          </p:txBody>
        </p:sp>
        <p:sp>
          <p:nvSpPr>
            <p:cNvPr id="43" name="矩形 42">
              <a:extLst>
                <a:ext uri="{FF2B5EF4-FFF2-40B4-BE49-F238E27FC236}">
                  <a16:creationId xmlns:a16="http://schemas.microsoft.com/office/drawing/2014/main" id="{4D30F04A-BDD5-46D0-A296-37862DEE3C6B}"/>
                </a:ext>
              </a:extLst>
            </p:cNvPr>
            <p:cNvSpPr/>
            <p:nvPr/>
          </p:nvSpPr>
          <p:spPr>
            <a:xfrm>
              <a:off x="1894187" y="4119972"/>
              <a:ext cx="720000" cy="690734"/>
            </a:xfrm>
            <a:prstGeom prst="rect">
              <a:avLst/>
            </a:prstGeom>
            <a:solidFill>
              <a:schemeClr val="accent4"/>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zh-CN" altLang="en-US" b="1" dirty="0">
                  <a:latin typeface="Arial Black" panose="020B0A04020102020204" pitchFamily="34" charset="0"/>
                </a:rPr>
                <a:t>地址</a:t>
              </a:r>
              <a:endParaRPr lang="en-US" altLang="zh-CN" b="1" dirty="0">
                <a:latin typeface="Arial Black" panose="020B0A04020102020204" pitchFamily="34" charset="0"/>
              </a:endParaRPr>
            </a:p>
            <a:p>
              <a:pPr algn="ctr"/>
              <a:r>
                <a:rPr lang="en-US" altLang="zh-CN" b="1" dirty="0">
                  <a:latin typeface="Arial Black" panose="020B0A04020102020204" pitchFamily="34" charset="0"/>
                </a:rPr>
                <a:t>A</a:t>
              </a:r>
              <a:endParaRPr lang="zh-CN" altLang="en-US" b="1" dirty="0">
                <a:latin typeface="Arial Black" panose="020B0A04020102020204" pitchFamily="34" charset="0"/>
              </a:endParaRPr>
            </a:p>
          </p:txBody>
        </p:sp>
        <p:sp>
          <p:nvSpPr>
            <p:cNvPr id="44" name="矩形 43">
              <a:extLst>
                <a:ext uri="{FF2B5EF4-FFF2-40B4-BE49-F238E27FC236}">
                  <a16:creationId xmlns:a16="http://schemas.microsoft.com/office/drawing/2014/main" id="{CBD41C37-938A-4E19-81A3-B2227CAD0AF0}"/>
                </a:ext>
              </a:extLst>
            </p:cNvPr>
            <p:cNvSpPr/>
            <p:nvPr/>
          </p:nvSpPr>
          <p:spPr>
            <a:xfrm>
              <a:off x="2614187" y="4119972"/>
              <a:ext cx="720000" cy="690734"/>
            </a:xfrm>
            <a:prstGeom prst="rect">
              <a:avLst/>
            </a:prstGeom>
            <a:solidFill>
              <a:schemeClr val="accent4"/>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zh-CN" altLang="en-US" b="1" dirty="0">
                  <a:latin typeface="Arial Black" panose="020B0A04020102020204" pitchFamily="34" charset="0"/>
                </a:rPr>
                <a:t>控制</a:t>
              </a:r>
              <a:endParaRPr lang="en-US" altLang="zh-CN" b="1" dirty="0">
                <a:latin typeface="Arial Black" panose="020B0A04020102020204" pitchFamily="34" charset="0"/>
              </a:endParaRPr>
            </a:p>
            <a:p>
              <a:pPr algn="ctr"/>
              <a:r>
                <a:rPr lang="en-US" altLang="zh-CN" b="1" dirty="0">
                  <a:latin typeface="Arial Black" panose="020B0A04020102020204" pitchFamily="34" charset="0"/>
                </a:rPr>
                <a:t>C</a:t>
              </a:r>
              <a:endParaRPr lang="zh-CN" altLang="en-US" b="1" dirty="0">
                <a:latin typeface="Arial Black" panose="020B0A04020102020204" pitchFamily="34" charset="0"/>
              </a:endParaRPr>
            </a:p>
          </p:txBody>
        </p:sp>
        <p:sp>
          <p:nvSpPr>
            <p:cNvPr id="45" name="矩形 44">
              <a:extLst>
                <a:ext uri="{FF2B5EF4-FFF2-40B4-BE49-F238E27FC236}">
                  <a16:creationId xmlns:a16="http://schemas.microsoft.com/office/drawing/2014/main" id="{EA9410C5-81EC-4CCE-AD49-ADF605FC7E42}"/>
                </a:ext>
              </a:extLst>
            </p:cNvPr>
            <p:cNvSpPr/>
            <p:nvPr/>
          </p:nvSpPr>
          <p:spPr>
            <a:xfrm>
              <a:off x="3334187" y="4119972"/>
              <a:ext cx="1440000" cy="690734"/>
            </a:xfrm>
            <a:prstGeom prst="rect">
              <a:avLst/>
            </a:prstGeom>
            <a:solidFill>
              <a:schemeClr val="accent4"/>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zh-CN" altLang="en-US" b="1" dirty="0">
                  <a:latin typeface="Arial Black" panose="020B0A04020102020204" pitchFamily="34" charset="0"/>
                </a:rPr>
                <a:t>协议</a:t>
              </a:r>
              <a:endParaRPr lang="en-US" altLang="zh-CN" b="1" dirty="0">
                <a:latin typeface="Arial Black" panose="020B0A04020102020204" pitchFamily="34" charset="0"/>
              </a:endParaRPr>
            </a:p>
            <a:p>
              <a:pPr algn="ctr"/>
              <a:r>
                <a:rPr lang="en-US" altLang="zh-CN" b="1" dirty="0">
                  <a:latin typeface="Arial Black" panose="020B0A04020102020204" pitchFamily="34" charset="0"/>
                </a:rPr>
                <a:t>P</a:t>
              </a:r>
              <a:endParaRPr lang="zh-CN" altLang="en-US" b="1" dirty="0">
                <a:latin typeface="Arial Black" panose="020B0A04020102020204" pitchFamily="34" charset="0"/>
              </a:endParaRPr>
            </a:p>
          </p:txBody>
        </p:sp>
        <p:sp>
          <p:nvSpPr>
            <p:cNvPr id="47" name="矩形 46">
              <a:extLst>
                <a:ext uri="{FF2B5EF4-FFF2-40B4-BE49-F238E27FC236}">
                  <a16:creationId xmlns:a16="http://schemas.microsoft.com/office/drawing/2014/main" id="{F25354F2-4BC5-4AF5-96D7-2C32111DDCEC}"/>
                </a:ext>
              </a:extLst>
            </p:cNvPr>
            <p:cNvSpPr/>
            <p:nvPr/>
          </p:nvSpPr>
          <p:spPr>
            <a:xfrm>
              <a:off x="9246641" y="4119972"/>
              <a:ext cx="1440000" cy="690734"/>
            </a:xfrm>
            <a:prstGeom prst="rect">
              <a:avLst/>
            </a:prstGeom>
            <a:solidFill>
              <a:schemeClr val="accent4"/>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zh-CN" altLang="en-US" b="1" dirty="0">
                  <a:latin typeface="Arial Black" panose="020B0A04020102020204" pitchFamily="34" charset="0"/>
                </a:rPr>
                <a:t>帧检验序列</a:t>
              </a:r>
              <a:endParaRPr lang="en-US" altLang="zh-CN" b="1" dirty="0">
                <a:latin typeface="Arial Black" panose="020B0A04020102020204" pitchFamily="34" charset="0"/>
              </a:endParaRPr>
            </a:p>
            <a:p>
              <a:pPr algn="ctr"/>
              <a:r>
                <a:rPr lang="en-US" altLang="zh-CN" b="1" dirty="0">
                  <a:latin typeface="Arial Black" panose="020B0A04020102020204" pitchFamily="34" charset="0"/>
                </a:rPr>
                <a:t>FCS</a:t>
              </a:r>
              <a:endParaRPr lang="zh-CN" altLang="en-US" b="1" dirty="0">
                <a:latin typeface="Arial Black" panose="020B0A04020102020204" pitchFamily="34" charset="0"/>
              </a:endParaRPr>
            </a:p>
          </p:txBody>
        </p:sp>
        <p:sp>
          <p:nvSpPr>
            <p:cNvPr id="56" name="矩形 55">
              <a:extLst>
                <a:ext uri="{FF2B5EF4-FFF2-40B4-BE49-F238E27FC236}">
                  <a16:creationId xmlns:a16="http://schemas.microsoft.com/office/drawing/2014/main" id="{54BBB09C-AB25-4CCF-8E3B-C4C92A96CED4}"/>
                </a:ext>
              </a:extLst>
            </p:cNvPr>
            <p:cNvSpPr/>
            <p:nvPr/>
          </p:nvSpPr>
          <p:spPr>
            <a:xfrm>
              <a:off x="10686641" y="4119972"/>
              <a:ext cx="720000" cy="690734"/>
            </a:xfrm>
            <a:prstGeom prst="rect">
              <a:avLst/>
            </a:prstGeom>
            <a:solidFill>
              <a:schemeClr val="accent4"/>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zh-CN" altLang="en-US" b="1" dirty="0">
                  <a:latin typeface="Arial Black" panose="020B0A04020102020204" pitchFamily="34" charset="0"/>
                </a:rPr>
                <a:t>标志</a:t>
              </a:r>
              <a:r>
                <a:rPr lang="en-US" altLang="zh-CN" b="1" dirty="0">
                  <a:latin typeface="Arial Black" panose="020B0A04020102020204" pitchFamily="34" charset="0"/>
                </a:rPr>
                <a:t>F</a:t>
              </a:r>
              <a:endParaRPr lang="zh-CN" altLang="en-US" b="1" dirty="0">
                <a:latin typeface="Arial Black" panose="020B0A04020102020204" pitchFamily="34" charset="0"/>
              </a:endParaRPr>
            </a:p>
          </p:txBody>
        </p:sp>
        <p:sp>
          <p:nvSpPr>
            <p:cNvPr id="57" name="矩形 56">
              <a:extLst>
                <a:ext uri="{FF2B5EF4-FFF2-40B4-BE49-F238E27FC236}">
                  <a16:creationId xmlns:a16="http://schemas.microsoft.com/office/drawing/2014/main" id="{B9716017-A1C4-4EDB-9C41-7339DAEB5A0B}"/>
                </a:ext>
              </a:extLst>
            </p:cNvPr>
            <p:cNvSpPr/>
            <p:nvPr/>
          </p:nvSpPr>
          <p:spPr>
            <a:xfrm>
              <a:off x="4774187" y="4119972"/>
              <a:ext cx="4472454" cy="690734"/>
            </a:xfrm>
            <a:prstGeom prst="rect">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zh-CN" altLang="en-US" b="1" dirty="0">
                  <a:solidFill>
                    <a:schemeClr val="tx1"/>
                  </a:solidFill>
                  <a:latin typeface="Arial Black" panose="020B0A04020102020204" pitchFamily="34" charset="0"/>
                </a:rPr>
                <a:t>封装上层的协议数据单元</a:t>
              </a:r>
              <a:r>
                <a:rPr lang="en-US" altLang="zh-CN" b="1" dirty="0">
                  <a:solidFill>
                    <a:schemeClr val="tx1"/>
                  </a:solidFill>
                  <a:latin typeface="Arial Black" panose="020B0A04020102020204" pitchFamily="34" charset="0"/>
                </a:rPr>
                <a:t>PDU</a:t>
              </a:r>
              <a:endParaRPr lang="zh-CN" altLang="en-US" b="1" dirty="0">
                <a:solidFill>
                  <a:schemeClr val="tx1"/>
                </a:solidFill>
                <a:latin typeface="Arial Black" panose="020B0A04020102020204" pitchFamily="34" charset="0"/>
              </a:endParaRPr>
            </a:p>
          </p:txBody>
        </p:sp>
      </p:grpSp>
    </p:spTree>
    <p:custDataLst>
      <p:tags r:id="rId1"/>
    </p:custDataLst>
    <p:extLst>
      <p:ext uri="{BB962C8B-B14F-4D97-AF65-F5344CB8AC3E}">
        <p14:creationId xmlns:p14="http://schemas.microsoft.com/office/powerpoint/2010/main" val="2822763849"/>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2" presetClass="entr" presetSubtype="1" fill="hold" nodeType="withEffect">
                                  <p:stCondLst>
                                    <p:cond delay="0"/>
                                  </p:stCondLst>
                                  <p:childTnLst>
                                    <p:set>
                                      <p:cBhvr>
                                        <p:cTn id="6" dur="1" fill="hold">
                                          <p:stCondLst>
                                            <p:cond delay="0"/>
                                          </p:stCondLst>
                                        </p:cTn>
                                        <p:tgtEl>
                                          <p:spTgt spid="4"/>
                                        </p:tgtEl>
                                        <p:attrNameLst>
                                          <p:attrName>style.visibility</p:attrName>
                                        </p:attrNameLst>
                                      </p:cBhvr>
                                      <p:to>
                                        <p:strVal val="visible"/>
                                      </p:to>
                                    </p:set>
                                    <p:anim calcmode="lin" valueType="num">
                                      <p:cBhvr additive="base">
                                        <p:cTn id="7" dur="1000"/>
                                        <p:tgtEl>
                                          <p:spTgt spid="4"/>
                                        </p:tgtEl>
                                        <p:attrNameLst>
                                          <p:attrName>ppt_y</p:attrName>
                                        </p:attrNameLst>
                                      </p:cBhvr>
                                      <p:tavLst>
                                        <p:tav tm="0">
                                          <p:val>
                                            <p:strVal val="#ppt_y-#ppt_h*1.125000"/>
                                          </p:val>
                                        </p:tav>
                                        <p:tav tm="100000">
                                          <p:val>
                                            <p:strVal val="#ppt_y"/>
                                          </p:val>
                                        </p:tav>
                                      </p:tavLst>
                                    </p:anim>
                                    <p:animEffect transition="in" filter="wipe(down)">
                                      <p:cBhvr>
                                        <p:cTn id="8" dur="1000"/>
                                        <p:tgtEl>
                                          <p:spTgt spid="4"/>
                                        </p:tgtEl>
                                      </p:cBhvr>
                                    </p:animEffect>
                                  </p:childTnLst>
                                </p:cTn>
                              </p:par>
                            </p:childTnLst>
                          </p:cTn>
                        </p:par>
                      </p:childTnLst>
                    </p:cTn>
                  </p:par>
                  <p:par>
                    <p:cTn id="9" fill="hold">
                      <p:stCondLst>
                        <p:cond delay="indefinite"/>
                      </p:stCondLst>
                      <p:childTnLst>
                        <p:par>
                          <p:cTn id="10" fill="hold">
                            <p:stCondLst>
                              <p:cond delay="0"/>
                            </p:stCondLst>
                            <p:childTnLst>
                              <p:par>
                                <p:cTn id="11" presetID="30" presetClass="entr" presetSubtype="0" fill="hold" nodeType="clickEffect">
                                  <p:stCondLst>
                                    <p:cond delay="0"/>
                                  </p:stCondLst>
                                  <p:childTnLst>
                                    <p:set>
                                      <p:cBhvr>
                                        <p:cTn id="12" dur="1" fill="hold">
                                          <p:stCondLst>
                                            <p:cond delay="0"/>
                                          </p:stCondLst>
                                        </p:cTn>
                                        <p:tgtEl>
                                          <p:spTgt spid="94"/>
                                        </p:tgtEl>
                                        <p:attrNameLst>
                                          <p:attrName>style.visibility</p:attrName>
                                        </p:attrNameLst>
                                      </p:cBhvr>
                                      <p:to>
                                        <p:strVal val="visible"/>
                                      </p:to>
                                    </p:set>
                                    <p:animEffect transition="in" filter="fade">
                                      <p:cBhvr>
                                        <p:cTn id="13" dur="800" decel="100000"/>
                                        <p:tgtEl>
                                          <p:spTgt spid="94"/>
                                        </p:tgtEl>
                                      </p:cBhvr>
                                    </p:animEffect>
                                    <p:anim calcmode="lin" valueType="num">
                                      <p:cBhvr>
                                        <p:cTn id="14" dur="800" decel="100000" fill="hold"/>
                                        <p:tgtEl>
                                          <p:spTgt spid="94"/>
                                        </p:tgtEl>
                                        <p:attrNameLst>
                                          <p:attrName>style.rotation</p:attrName>
                                        </p:attrNameLst>
                                      </p:cBhvr>
                                      <p:tavLst>
                                        <p:tav tm="0">
                                          <p:val>
                                            <p:fltVal val="-90"/>
                                          </p:val>
                                        </p:tav>
                                        <p:tav tm="100000">
                                          <p:val>
                                            <p:fltVal val="0"/>
                                          </p:val>
                                        </p:tav>
                                      </p:tavLst>
                                    </p:anim>
                                    <p:anim calcmode="lin" valueType="num">
                                      <p:cBhvr>
                                        <p:cTn id="15" dur="800" decel="100000" fill="hold"/>
                                        <p:tgtEl>
                                          <p:spTgt spid="94"/>
                                        </p:tgtEl>
                                        <p:attrNameLst>
                                          <p:attrName>ppt_x</p:attrName>
                                        </p:attrNameLst>
                                      </p:cBhvr>
                                      <p:tavLst>
                                        <p:tav tm="0">
                                          <p:val>
                                            <p:strVal val="#ppt_x+0.4"/>
                                          </p:val>
                                        </p:tav>
                                        <p:tav tm="100000">
                                          <p:val>
                                            <p:strVal val="#ppt_x-0.05"/>
                                          </p:val>
                                        </p:tav>
                                      </p:tavLst>
                                    </p:anim>
                                    <p:anim calcmode="lin" valueType="num">
                                      <p:cBhvr>
                                        <p:cTn id="16" dur="800" decel="100000" fill="hold"/>
                                        <p:tgtEl>
                                          <p:spTgt spid="94"/>
                                        </p:tgtEl>
                                        <p:attrNameLst>
                                          <p:attrName>ppt_y</p:attrName>
                                        </p:attrNameLst>
                                      </p:cBhvr>
                                      <p:tavLst>
                                        <p:tav tm="0">
                                          <p:val>
                                            <p:strVal val="#ppt_y-0.4"/>
                                          </p:val>
                                        </p:tav>
                                        <p:tav tm="100000">
                                          <p:val>
                                            <p:strVal val="#ppt_y+0.1"/>
                                          </p:val>
                                        </p:tav>
                                      </p:tavLst>
                                    </p:anim>
                                    <p:anim calcmode="lin" valueType="num">
                                      <p:cBhvr>
                                        <p:cTn id="17" dur="200" accel="100000" fill="hold">
                                          <p:stCondLst>
                                            <p:cond delay="800"/>
                                          </p:stCondLst>
                                        </p:cTn>
                                        <p:tgtEl>
                                          <p:spTgt spid="94"/>
                                        </p:tgtEl>
                                        <p:attrNameLst>
                                          <p:attrName>ppt_x</p:attrName>
                                        </p:attrNameLst>
                                      </p:cBhvr>
                                      <p:tavLst>
                                        <p:tav tm="0">
                                          <p:val>
                                            <p:strVal val="#ppt_x-0.05"/>
                                          </p:val>
                                        </p:tav>
                                        <p:tav tm="100000">
                                          <p:val>
                                            <p:strVal val="#ppt_x"/>
                                          </p:val>
                                        </p:tav>
                                      </p:tavLst>
                                    </p:anim>
                                    <p:anim calcmode="lin" valueType="num">
                                      <p:cBhvr>
                                        <p:cTn id="18" dur="200" accel="100000" fill="hold">
                                          <p:stCondLst>
                                            <p:cond delay="800"/>
                                          </p:stCondLst>
                                        </p:cTn>
                                        <p:tgtEl>
                                          <p:spTgt spid="94"/>
                                        </p:tgtEl>
                                        <p:attrNameLst>
                                          <p:attrName>ppt_y</p:attrName>
                                        </p:attrNameLst>
                                      </p:cBhvr>
                                      <p:tavLst>
                                        <p:tav tm="0">
                                          <p:val>
                                            <p:strVal val="#ppt_y+0.1"/>
                                          </p:val>
                                        </p:tav>
                                        <p:tav tm="100000">
                                          <p:val>
                                            <p:strVal val="#ppt_y"/>
                                          </p:val>
                                        </p:tav>
                                      </p:tavLst>
                                    </p:anim>
                                  </p:childTnLst>
                                </p:cTn>
                              </p:par>
                            </p:childTnLst>
                          </p:cTn>
                        </p:par>
                      </p:childTnLst>
                    </p:cTn>
                  </p:par>
                  <p:par>
                    <p:cTn id="19" fill="hold">
                      <p:stCondLst>
                        <p:cond delay="indefinite"/>
                      </p:stCondLst>
                      <p:childTnLst>
                        <p:par>
                          <p:cTn id="20" fill="hold">
                            <p:stCondLst>
                              <p:cond delay="0"/>
                            </p:stCondLst>
                            <p:childTnLst>
                              <p:par>
                                <p:cTn id="21" presetID="12" presetClass="entr" presetSubtype="4" fill="hold" nodeType="clickEffect">
                                  <p:stCondLst>
                                    <p:cond delay="0"/>
                                  </p:stCondLst>
                                  <p:childTnLst>
                                    <p:set>
                                      <p:cBhvr>
                                        <p:cTn id="22" dur="1" fill="hold">
                                          <p:stCondLst>
                                            <p:cond delay="0"/>
                                          </p:stCondLst>
                                        </p:cTn>
                                        <p:tgtEl>
                                          <p:spTgt spid="96"/>
                                        </p:tgtEl>
                                        <p:attrNameLst>
                                          <p:attrName>style.visibility</p:attrName>
                                        </p:attrNameLst>
                                      </p:cBhvr>
                                      <p:to>
                                        <p:strVal val="visible"/>
                                      </p:to>
                                    </p:set>
                                    <p:anim calcmode="lin" valueType="num">
                                      <p:cBhvr additive="base">
                                        <p:cTn id="23" dur="500"/>
                                        <p:tgtEl>
                                          <p:spTgt spid="96"/>
                                        </p:tgtEl>
                                        <p:attrNameLst>
                                          <p:attrName>ppt_y</p:attrName>
                                        </p:attrNameLst>
                                      </p:cBhvr>
                                      <p:tavLst>
                                        <p:tav tm="0">
                                          <p:val>
                                            <p:strVal val="#ppt_y+#ppt_h*1.125000"/>
                                          </p:val>
                                        </p:tav>
                                        <p:tav tm="100000">
                                          <p:val>
                                            <p:strVal val="#ppt_y"/>
                                          </p:val>
                                        </p:tav>
                                      </p:tavLst>
                                    </p:anim>
                                    <p:animEffect transition="in" filter="wipe(up)">
                                      <p:cBhvr>
                                        <p:cTn id="24" dur="500"/>
                                        <p:tgtEl>
                                          <p:spTgt spid="96"/>
                                        </p:tgtEl>
                                      </p:cBhvr>
                                    </p:animEffect>
                                  </p:childTnLst>
                                </p:cTn>
                              </p:par>
                            </p:childTnLst>
                          </p:cTn>
                        </p:par>
                      </p:childTnLst>
                    </p:cTn>
                  </p:par>
                  <p:par>
                    <p:cTn id="25" fill="hold">
                      <p:stCondLst>
                        <p:cond delay="indefinite"/>
                      </p:stCondLst>
                      <p:childTnLst>
                        <p:par>
                          <p:cTn id="26" fill="hold">
                            <p:stCondLst>
                              <p:cond delay="0"/>
                            </p:stCondLst>
                            <p:childTnLst>
                              <p:par>
                                <p:cTn id="27" presetID="12" presetClass="entr" presetSubtype="4" fill="hold" nodeType="clickEffect">
                                  <p:stCondLst>
                                    <p:cond delay="0"/>
                                  </p:stCondLst>
                                  <p:childTnLst>
                                    <p:set>
                                      <p:cBhvr>
                                        <p:cTn id="28" dur="1" fill="hold">
                                          <p:stCondLst>
                                            <p:cond delay="0"/>
                                          </p:stCondLst>
                                        </p:cTn>
                                        <p:tgtEl>
                                          <p:spTgt spid="71"/>
                                        </p:tgtEl>
                                        <p:attrNameLst>
                                          <p:attrName>style.visibility</p:attrName>
                                        </p:attrNameLst>
                                      </p:cBhvr>
                                      <p:to>
                                        <p:strVal val="visible"/>
                                      </p:to>
                                    </p:set>
                                    <p:anim calcmode="lin" valueType="num">
                                      <p:cBhvr additive="base">
                                        <p:cTn id="29" dur="500"/>
                                        <p:tgtEl>
                                          <p:spTgt spid="71"/>
                                        </p:tgtEl>
                                        <p:attrNameLst>
                                          <p:attrName>ppt_y</p:attrName>
                                        </p:attrNameLst>
                                      </p:cBhvr>
                                      <p:tavLst>
                                        <p:tav tm="0">
                                          <p:val>
                                            <p:strVal val="#ppt_y+#ppt_h*1.125000"/>
                                          </p:val>
                                        </p:tav>
                                        <p:tav tm="100000">
                                          <p:val>
                                            <p:strVal val="#ppt_y"/>
                                          </p:val>
                                        </p:tav>
                                      </p:tavLst>
                                    </p:anim>
                                    <p:animEffect transition="in" filter="wipe(up)">
                                      <p:cBhvr>
                                        <p:cTn id="30" dur="500"/>
                                        <p:tgtEl>
                                          <p:spTgt spid="71"/>
                                        </p:tgtEl>
                                      </p:cBhvr>
                                    </p:animEffect>
                                  </p:childTnLst>
                                </p:cTn>
                              </p:par>
                            </p:childTnLst>
                          </p:cTn>
                        </p:par>
                      </p:childTnLst>
                    </p:cTn>
                  </p:par>
                  <p:par>
                    <p:cTn id="31" fill="hold">
                      <p:stCondLst>
                        <p:cond delay="indefinite"/>
                      </p:stCondLst>
                      <p:childTnLst>
                        <p:par>
                          <p:cTn id="32" fill="hold">
                            <p:stCondLst>
                              <p:cond delay="0"/>
                            </p:stCondLst>
                            <p:childTnLst>
                              <p:par>
                                <p:cTn id="33" presetID="12" presetClass="entr" presetSubtype="4" fill="hold" nodeType="clickEffect">
                                  <p:stCondLst>
                                    <p:cond delay="0"/>
                                  </p:stCondLst>
                                  <p:childTnLst>
                                    <p:set>
                                      <p:cBhvr>
                                        <p:cTn id="34" dur="1" fill="hold">
                                          <p:stCondLst>
                                            <p:cond delay="0"/>
                                          </p:stCondLst>
                                        </p:cTn>
                                        <p:tgtEl>
                                          <p:spTgt spid="18"/>
                                        </p:tgtEl>
                                        <p:attrNameLst>
                                          <p:attrName>style.visibility</p:attrName>
                                        </p:attrNameLst>
                                      </p:cBhvr>
                                      <p:to>
                                        <p:strVal val="visible"/>
                                      </p:to>
                                    </p:set>
                                    <p:anim calcmode="lin" valueType="num">
                                      <p:cBhvr additive="base">
                                        <p:cTn id="35" dur="500"/>
                                        <p:tgtEl>
                                          <p:spTgt spid="18"/>
                                        </p:tgtEl>
                                        <p:attrNameLst>
                                          <p:attrName>ppt_y</p:attrName>
                                        </p:attrNameLst>
                                      </p:cBhvr>
                                      <p:tavLst>
                                        <p:tav tm="0">
                                          <p:val>
                                            <p:strVal val="#ppt_y+#ppt_h*1.125000"/>
                                          </p:val>
                                        </p:tav>
                                        <p:tav tm="100000">
                                          <p:val>
                                            <p:strVal val="#ppt_y"/>
                                          </p:val>
                                        </p:tav>
                                      </p:tavLst>
                                    </p:anim>
                                    <p:animEffect transition="in" filter="wipe(up)">
                                      <p:cBhvr>
                                        <p:cTn id="36" dur="500"/>
                                        <p:tgtEl>
                                          <p:spTgt spid="18"/>
                                        </p:tgtEl>
                                      </p:cBhvr>
                                    </p:animEffect>
                                  </p:childTnLst>
                                </p:cTn>
                              </p:par>
                            </p:childTnLst>
                          </p:cTn>
                        </p:par>
                      </p:childTnLst>
                    </p:cTn>
                  </p:par>
                  <p:par>
                    <p:cTn id="37" fill="hold">
                      <p:stCondLst>
                        <p:cond delay="indefinite"/>
                      </p:stCondLst>
                      <p:childTnLst>
                        <p:par>
                          <p:cTn id="38" fill="hold">
                            <p:stCondLst>
                              <p:cond delay="0"/>
                            </p:stCondLst>
                            <p:childTnLst>
                              <p:par>
                                <p:cTn id="39" presetID="12" presetClass="entr" presetSubtype="1" fill="hold" nodeType="clickEffect">
                                  <p:stCondLst>
                                    <p:cond delay="0"/>
                                  </p:stCondLst>
                                  <p:childTnLst>
                                    <p:set>
                                      <p:cBhvr>
                                        <p:cTn id="40" dur="1" fill="hold">
                                          <p:stCondLst>
                                            <p:cond delay="0"/>
                                          </p:stCondLst>
                                        </p:cTn>
                                        <p:tgtEl>
                                          <p:spTgt spid="142"/>
                                        </p:tgtEl>
                                        <p:attrNameLst>
                                          <p:attrName>style.visibility</p:attrName>
                                        </p:attrNameLst>
                                      </p:cBhvr>
                                      <p:to>
                                        <p:strVal val="visible"/>
                                      </p:to>
                                    </p:set>
                                    <p:anim calcmode="lin" valueType="num">
                                      <p:cBhvr additive="base">
                                        <p:cTn id="41" dur="500"/>
                                        <p:tgtEl>
                                          <p:spTgt spid="142"/>
                                        </p:tgtEl>
                                        <p:attrNameLst>
                                          <p:attrName>ppt_y</p:attrName>
                                        </p:attrNameLst>
                                      </p:cBhvr>
                                      <p:tavLst>
                                        <p:tav tm="0">
                                          <p:val>
                                            <p:strVal val="#ppt_y-#ppt_h*1.125000"/>
                                          </p:val>
                                        </p:tav>
                                        <p:tav tm="100000">
                                          <p:val>
                                            <p:strVal val="#ppt_y"/>
                                          </p:val>
                                        </p:tav>
                                      </p:tavLst>
                                    </p:anim>
                                    <p:animEffect transition="in" filter="wipe(down)">
                                      <p:cBhvr>
                                        <p:cTn id="42" dur="500"/>
                                        <p:tgtEl>
                                          <p:spTgt spid="142"/>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22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142" name="组合 141">
            <a:extLst>
              <a:ext uri="{FF2B5EF4-FFF2-40B4-BE49-F238E27FC236}">
                <a16:creationId xmlns:a16="http://schemas.microsoft.com/office/drawing/2014/main" id="{3369BF11-D202-4A59-968F-1C1C769B14F1}"/>
              </a:ext>
            </a:extLst>
          </p:cNvPr>
          <p:cNvGrpSpPr/>
          <p:nvPr/>
        </p:nvGrpSpPr>
        <p:grpSpPr>
          <a:xfrm>
            <a:off x="804428" y="2467041"/>
            <a:ext cx="10966473" cy="453911"/>
            <a:chOff x="251846" y="2467041"/>
            <a:chExt cx="10966473" cy="453911"/>
          </a:xfrm>
        </p:grpSpPr>
        <p:cxnSp>
          <p:nvCxnSpPr>
            <p:cNvPr id="73" name="直接连接符 72">
              <a:extLst>
                <a:ext uri="{FF2B5EF4-FFF2-40B4-BE49-F238E27FC236}">
                  <a16:creationId xmlns:a16="http://schemas.microsoft.com/office/drawing/2014/main" id="{DFD7736F-5500-4CBA-A7FA-C16028C25755}"/>
                </a:ext>
              </a:extLst>
            </p:cNvPr>
            <p:cNvCxnSpPr>
              <a:cxnSpLocks/>
            </p:cNvCxnSpPr>
            <p:nvPr/>
          </p:nvCxnSpPr>
          <p:spPr>
            <a:xfrm flipV="1">
              <a:off x="986545" y="2467041"/>
              <a:ext cx="0" cy="453911"/>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74" name="直接连接符 73">
              <a:extLst>
                <a:ext uri="{FF2B5EF4-FFF2-40B4-BE49-F238E27FC236}">
                  <a16:creationId xmlns:a16="http://schemas.microsoft.com/office/drawing/2014/main" id="{1E304413-981C-4338-BC74-134A005B7B65}"/>
                </a:ext>
              </a:extLst>
            </p:cNvPr>
            <p:cNvCxnSpPr>
              <a:cxnSpLocks/>
            </p:cNvCxnSpPr>
            <p:nvPr/>
          </p:nvCxnSpPr>
          <p:spPr>
            <a:xfrm flipV="1">
              <a:off x="2426545" y="2467041"/>
              <a:ext cx="0" cy="453911"/>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grpSp>
          <p:nvGrpSpPr>
            <p:cNvPr id="125" name="组合 124">
              <a:extLst>
                <a:ext uri="{FF2B5EF4-FFF2-40B4-BE49-F238E27FC236}">
                  <a16:creationId xmlns:a16="http://schemas.microsoft.com/office/drawing/2014/main" id="{495E9BF4-EECC-4A69-ADE4-C5EAF70B0A68}"/>
                </a:ext>
              </a:extLst>
            </p:cNvPr>
            <p:cNvGrpSpPr/>
            <p:nvPr/>
          </p:nvGrpSpPr>
          <p:grpSpPr>
            <a:xfrm>
              <a:off x="994852" y="2522206"/>
              <a:ext cx="711693" cy="369332"/>
              <a:chOff x="1965697" y="3916641"/>
              <a:chExt cx="711693" cy="369332"/>
            </a:xfrm>
          </p:grpSpPr>
          <p:cxnSp>
            <p:nvCxnSpPr>
              <p:cNvPr id="75" name="直接箭头连接符 74">
                <a:extLst>
                  <a:ext uri="{FF2B5EF4-FFF2-40B4-BE49-F238E27FC236}">
                    <a16:creationId xmlns:a16="http://schemas.microsoft.com/office/drawing/2014/main" id="{F9FCBC2A-8803-4661-8078-5117B1C741B7}"/>
                  </a:ext>
                </a:extLst>
              </p:cNvPr>
              <p:cNvCxnSpPr>
                <a:cxnSpLocks/>
              </p:cNvCxnSpPr>
              <p:nvPr/>
            </p:nvCxnSpPr>
            <p:spPr>
              <a:xfrm>
                <a:off x="1965697" y="4106161"/>
                <a:ext cx="711693" cy="0"/>
              </a:xfrm>
              <a:prstGeom prst="straightConnector1">
                <a:avLst/>
              </a:prstGeom>
              <a:ln w="12700">
                <a:solidFill>
                  <a:schemeClr val="tx1"/>
                </a:solidFill>
                <a:headEnd type="triangle"/>
                <a:tailEnd type="triangle"/>
              </a:ln>
            </p:spPr>
            <p:style>
              <a:lnRef idx="1">
                <a:schemeClr val="accent1"/>
              </a:lnRef>
              <a:fillRef idx="0">
                <a:schemeClr val="accent1"/>
              </a:fillRef>
              <a:effectRef idx="0">
                <a:schemeClr val="accent1"/>
              </a:effectRef>
              <a:fontRef idx="minor">
                <a:schemeClr val="tx1"/>
              </a:fontRef>
            </p:style>
          </p:cxnSp>
          <p:sp>
            <p:nvSpPr>
              <p:cNvPr id="76" name="文本框 75">
                <a:extLst>
                  <a:ext uri="{FF2B5EF4-FFF2-40B4-BE49-F238E27FC236}">
                    <a16:creationId xmlns:a16="http://schemas.microsoft.com/office/drawing/2014/main" id="{66F8CF5D-B11F-48F3-8AAE-D353F05E0554}"/>
                  </a:ext>
                </a:extLst>
              </p:cNvPr>
              <p:cNvSpPr txBox="1"/>
              <p:nvPr/>
            </p:nvSpPr>
            <p:spPr>
              <a:xfrm>
                <a:off x="2087129" y="3916641"/>
                <a:ext cx="447658" cy="369332"/>
              </a:xfrm>
              <a:prstGeom prst="rect">
                <a:avLst/>
              </a:prstGeom>
              <a:solidFill>
                <a:schemeClr val="bg1"/>
              </a:solidFill>
            </p:spPr>
            <p:txBody>
              <a:bodyPr wrap="square" rtlCol="0">
                <a:spAutoFit/>
              </a:bodyPr>
              <a:lstStyle/>
              <a:p>
                <a:pPr algn="ctr"/>
                <a:r>
                  <a:rPr lang="en-US" altLang="zh-CN" b="1" dirty="0"/>
                  <a:t>1B</a:t>
                </a:r>
                <a:endParaRPr lang="zh-CN" altLang="en-US" b="1" dirty="0"/>
              </a:p>
            </p:txBody>
          </p:sp>
        </p:grpSp>
        <p:cxnSp>
          <p:nvCxnSpPr>
            <p:cNvPr id="98" name="直接连接符 97">
              <a:extLst>
                <a:ext uri="{FF2B5EF4-FFF2-40B4-BE49-F238E27FC236}">
                  <a16:creationId xmlns:a16="http://schemas.microsoft.com/office/drawing/2014/main" id="{CF0E9788-A20B-4268-B16A-7A778D4F9F4E}"/>
                </a:ext>
              </a:extLst>
            </p:cNvPr>
            <p:cNvCxnSpPr>
              <a:cxnSpLocks/>
            </p:cNvCxnSpPr>
            <p:nvPr/>
          </p:nvCxnSpPr>
          <p:spPr>
            <a:xfrm flipV="1">
              <a:off x="1706545" y="2467041"/>
              <a:ext cx="0" cy="453911"/>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03" name="直接连接符 102">
              <a:extLst>
                <a:ext uri="{FF2B5EF4-FFF2-40B4-BE49-F238E27FC236}">
                  <a16:creationId xmlns:a16="http://schemas.microsoft.com/office/drawing/2014/main" id="{E3AD97AF-271C-4F00-84C2-FBFAB9624366}"/>
                </a:ext>
              </a:extLst>
            </p:cNvPr>
            <p:cNvCxnSpPr>
              <a:cxnSpLocks/>
            </p:cNvCxnSpPr>
            <p:nvPr/>
          </p:nvCxnSpPr>
          <p:spPr>
            <a:xfrm flipV="1">
              <a:off x="3146545" y="2467041"/>
              <a:ext cx="0" cy="453911"/>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04" name="直接连接符 103">
              <a:extLst>
                <a:ext uri="{FF2B5EF4-FFF2-40B4-BE49-F238E27FC236}">
                  <a16:creationId xmlns:a16="http://schemas.microsoft.com/office/drawing/2014/main" id="{94852434-6D9B-4793-A07D-667FA0378CBD}"/>
                </a:ext>
              </a:extLst>
            </p:cNvPr>
            <p:cNvCxnSpPr>
              <a:cxnSpLocks/>
            </p:cNvCxnSpPr>
            <p:nvPr/>
          </p:nvCxnSpPr>
          <p:spPr>
            <a:xfrm flipV="1">
              <a:off x="9056891" y="2467041"/>
              <a:ext cx="0" cy="453911"/>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08" name="直接连接符 107">
              <a:extLst>
                <a:ext uri="{FF2B5EF4-FFF2-40B4-BE49-F238E27FC236}">
                  <a16:creationId xmlns:a16="http://schemas.microsoft.com/office/drawing/2014/main" id="{D9F5858F-557D-4250-BBA5-3B69F73587C2}"/>
                </a:ext>
              </a:extLst>
            </p:cNvPr>
            <p:cNvCxnSpPr>
              <a:cxnSpLocks/>
            </p:cNvCxnSpPr>
            <p:nvPr/>
          </p:nvCxnSpPr>
          <p:spPr>
            <a:xfrm flipV="1">
              <a:off x="4586545" y="2467041"/>
              <a:ext cx="0" cy="453911"/>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10" name="直接箭头连接符 109">
              <a:extLst>
                <a:ext uri="{FF2B5EF4-FFF2-40B4-BE49-F238E27FC236}">
                  <a16:creationId xmlns:a16="http://schemas.microsoft.com/office/drawing/2014/main" id="{B18DF46A-EFB3-494C-B0AD-E1EB4EBB1F3A}"/>
                </a:ext>
              </a:extLst>
            </p:cNvPr>
            <p:cNvCxnSpPr>
              <a:cxnSpLocks/>
            </p:cNvCxnSpPr>
            <p:nvPr/>
          </p:nvCxnSpPr>
          <p:spPr>
            <a:xfrm>
              <a:off x="4586545" y="2719533"/>
              <a:ext cx="4470346" cy="0"/>
            </a:xfrm>
            <a:prstGeom prst="straightConnector1">
              <a:avLst/>
            </a:prstGeom>
            <a:ln w="12700">
              <a:solidFill>
                <a:schemeClr val="tx1"/>
              </a:solidFill>
              <a:headEnd type="triangle"/>
              <a:tailEnd type="triangle"/>
            </a:ln>
          </p:spPr>
          <p:style>
            <a:lnRef idx="1">
              <a:schemeClr val="accent1"/>
            </a:lnRef>
            <a:fillRef idx="0">
              <a:schemeClr val="accent1"/>
            </a:fillRef>
            <a:effectRef idx="0">
              <a:schemeClr val="accent1"/>
            </a:effectRef>
            <a:fontRef idx="minor">
              <a:schemeClr val="tx1"/>
            </a:fontRef>
          </p:style>
        </p:cxnSp>
        <p:sp>
          <p:nvSpPr>
            <p:cNvPr id="119" name="文本框 118">
              <a:extLst>
                <a:ext uri="{FF2B5EF4-FFF2-40B4-BE49-F238E27FC236}">
                  <a16:creationId xmlns:a16="http://schemas.microsoft.com/office/drawing/2014/main" id="{61AEFEB5-F176-4DB5-81BE-DE8E13B1520C}"/>
                </a:ext>
              </a:extLst>
            </p:cNvPr>
            <p:cNvSpPr txBox="1"/>
            <p:nvPr/>
          </p:nvSpPr>
          <p:spPr>
            <a:xfrm>
              <a:off x="5420138" y="2527060"/>
              <a:ext cx="2803160" cy="369332"/>
            </a:xfrm>
            <a:prstGeom prst="rect">
              <a:avLst/>
            </a:prstGeom>
            <a:solidFill>
              <a:schemeClr val="bg1"/>
            </a:solidFill>
          </p:spPr>
          <p:txBody>
            <a:bodyPr wrap="square" rtlCol="0">
              <a:spAutoFit/>
            </a:bodyPr>
            <a:lstStyle/>
            <a:p>
              <a:pPr algn="ctr"/>
              <a:r>
                <a:rPr lang="en-US" altLang="zh-CN" b="1" dirty="0"/>
                <a:t>≤ </a:t>
              </a:r>
              <a:r>
                <a:rPr lang="zh-CN" altLang="en-US" b="1" dirty="0"/>
                <a:t>最大传送单元</a:t>
              </a:r>
              <a:r>
                <a:rPr lang="en-US" altLang="zh-CN" b="1" dirty="0"/>
                <a:t>MTU=1500B</a:t>
              </a:r>
              <a:endParaRPr lang="zh-CN" altLang="en-US" b="1" dirty="0"/>
            </a:p>
          </p:txBody>
        </p:sp>
        <p:cxnSp>
          <p:nvCxnSpPr>
            <p:cNvPr id="113" name="直接连接符 112">
              <a:extLst>
                <a:ext uri="{FF2B5EF4-FFF2-40B4-BE49-F238E27FC236}">
                  <a16:creationId xmlns:a16="http://schemas.microsoft.com/office/drawing/2014/main" id="{6DCBFB6C-37D3-43AD-AAD2-44C89180D61A}"/>
                </a:ext>
              </a:extLst>
            </p:cNvPr>
            <p:cNvCxnSpPr>
              <a:cxnSpLocks/>
            </p:cNvCxnSpPr>
            <p:nvPr/>
          </p:nvCxnSpPr>
          <p:spPr>
            <a:xfrm flipV="1">
              <a:off x="10502204" y="2467041"/>
              <a:ext cx="0" cy="453911"/>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14" name="直接连接符 113">
              <a:extLst>
                <a:ext uri="{FF2B5EF4-FFF2-40B4-BE49-F238E27FC236}">
                  <a16:creationId xmlns:a16="http://schemas.microsoft.com/office/drawing/2014/main" id="{FB06F7C0-A1C1-4DA6-9013-EB6AE5BBB482}"/>
                </a:ext>
              </a:extLst>
            </p:cNvPr>
            <p:cNvCxnSpPr>
              <a:cxnSpLocks/>
            </p:cNvCxnSpPr>
            <p:nvPr/>
          </p:nvCxnSpPr>
          <p:spPr>
            <a:xfrm flipV="1">
              <a:off x="11213898" y="2467041"/>
              <a:ext cx="0" cy="453911"/>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sp>
          <p:nvSpPr>
            <p:cNvPr id="123" name="文本框 122">
              <a:extLst>
                <a:ext uri="{FF2B5EF4-FFF2-40B4-BE49-F238E27FC236}">
                  <a16:creationId xmlns:a16="http://schemas.microsoft.com/office/drawing/2014/main" id="{C3AFFB61-F40C-4974-83FE-27F94897C29F}"/>
                </a:ext>
              </a:extLst>
            </p:cNvPr>
            <p:cNvSpPr txBox="1"/>
            <p:nvPr/>
          </p:nvSpPr>
          <p:spPr>
            <a:xfrm>
              <a:off x="251846" y="2517873"/>
              <a:ext cx="683089" cy="369332"/>
            </a:xfrm>
            <a:prstGeom prst="rect">
              <a:avLst/>
            </a:prstGeom>
            <a:noFill/>
          </p:spPr>
          <p:txBody>
            <a:bodyPr wrap="square" rtlCol="0">
              <a:spAutoFit/>
            </a:bodyPr>
            <a:lstStyle/>
            <a:p>
              <a:pPr algn="ctr"/>
              <a:r>
                <a:rPr lang="zh-CN" altLang="en-US" b="1" dirty="0"/>
                <a:t>长度</a:t>
              </a:r>
            </a:p>
          </p:txBody>
        </p:sp>
        <p:grpSp>
          <p:nvGrpSpPr>
            <p:cNvPr id="127" name="组合 126">
              <a:extLst>
                <a:ext uri="{FF2B5EF4-FFF2-40B4-BE49-F238E27FC236}">
                  <a16:creationId xmlns:a16="http://schemas.microsoft.com/office/drawing/2014/main" id="{B4FDDCB0-3270-4AAC-8258-B23905654FA8}"/>
                </a:ext>
              </a:extLst>
            </p:cNvPr>
            <p:cNvGrpSpPr/>
            <p:nvPr/>
          </p:nvGrpSpPr>
          <p:grpSpPr>
            <a:xfrm>
              <a:off x="1710929" y="2527060"/>
              <a:ext cx="711693" cy="369332"/>
              <a:chOff x="1965697" y="3916641"/>
              <a:chExt cx="711693" cy="369332"/>
            </a:xfrm>
          </p:grpSpPr>
          <p:cxnSp>
            <p:nvCxnSpPr>
              <p:cNvPr id="128" name="直接箭头连接符 127">
                <a:extLst>
                  <a:ext uri="{FF2B5EF4-FFF2-40B4-BE49-F238E27FC236}">
                    <a16:creationId xmlns:a16="http://schemas.microsoft.com/office/drawing/2014/main" id="{A910318D-F16A-4A2B-BEC6-7BFAFDCE8AE7}"/>
                  </a:ext>
                </a:extLst>
              </p:cNvPr>
              <p:cNvCxnSpPr>
                <a:cxnSpLocks/>
              </p:cNvCxnSpPr>
              <p:nvPr/>
            </p:nvCxnSpPr>
            <p:spPr>
              <a:xfrm>
                <a:off x="1965697" y="4106161"/>
                <a:ext cx="711693" cy="0"/>
              </a:xfrm>
              <a:prstGeom prst="straightConnector1">
                <a:avLst/>
              </a:prstGeom>
              <a:ln w="12700">
                <a:solidFill>
                  <a:schemeClr val="tx1"/>
                </a:solidFill>
                <a:headEnd type="triangle"/>
                <a:tailEnd type="triangle"/>
              </a:ln>
            </p:spPr>
            <p:style>
              <a:lnRef idx="1">
                <a:schemeClr val="accent1"/>
              </a:lnRef>
              <a:fillRef idx="0">
                <a:schemeClr val="accent1"/>
              </a:fillRef>
              <a:effectRef idx="0">
                <a:schemeClr val="accent1"/>
              </a:effectRef>
              <a:fontRef idx="minor">
                <a:schemeClr val="tx1"/>
              </a:fontRef>
            </p:style>
          </p:cxnSp>
          <p:sp>
            <p:nvSpPr>
              <p:cNvPr id="129" name="文本框 128">
                <a:extLst>
                  <a:ext uri="{FF2B5EF4-FFF2-40B4-BE49-F238E27FC236}">
                    <a16:creationId xmlns:a16="http://schemas.microsoft.com/office/drawing/2014/main" id="{31517E04-F5F4-4EA8-926C-0CA7C4EEBB32}"/>
                  </a:ext>
                </a:extLst>
              </p:cNvPr>
              <p:cNvSpPr txBox="1"/>
              <p:nvPr/>
            </p:nvSpPr>
            <p:spPr>
              <a:xfrm>
                <a:off x="2087129" y="3916641"/>
                <a:ext cx="447658" cy="369332"/>
              </a:xfrm>
              <a:prstGeom prst="rect">
                <a:avLst/>
              </a:prstGeom>
              <a:solidFill>
                <a:schemeClr val="bg1"/>
              </a:solidFill>
            </p:spPr>
            <p:txBody>
              <a:bodyPr wrap="square" rtlCol="0">
                <a:spAutoFit/>
              </a:bodyPr>
              <a:lstStyle/>
              <a:p>
                <a:pPr algn="ctr"/>
                <a:r>
                  <a:rPr lang="en-US" altLang="zh-CN" b="1" dirty="0"/>
                  <a:t>1B</a:t>
                </a:r>
                <a:endParaRPr lang="zh-CN" altLang="en-US" b="1" dirty="0"/>
              </a:p>
            </p:txBody>
          </p:sp>
        </p:grpSp>
        <p:cxnSp>
          <p:nvCxnSpPr>
            <p:cNvPr id="131" name="直接箭头连接符 130">
              <a:extLst>
                <a:ext uri="{FF2B5EF4-FFF2-40B4-BE49-F238E27FC236}">
                  <a16:creationId xmlns:a16="http://schemas.microsoft.com/office/drawing/2014/main" id="{19EF9EA3-7A6C-4FF1-B46A-8687E8763DEB}"/>
                </a:ext>
              </a:extLst>
            </p:cNvPr>
            <p:cNvCxnSpPr>
              <a:cxnSpLocks/>
            </p:cNvCxnSpPr>
            <p:nvPr/>
          </p:nvCxnSpPr>
          <p:spPr>
            <a:xfrm>
              <a:off x="2430840" y="2716580"/>
              <a:ext cx="711693" cy="0"/>
            </a:xfrm>
            <a:prstGeom prst="straightConnector1">
              <a:avLst/>
            </a:prstGeom>
            <a:ln w="12700">
              <a:solidFill>
                <a:schemeClr val="tx1"/>
              </a:solidFill>
              <a:headEnd type="triangle"/>
              <a:tailEnd type="triangle"/>
            </a:ln>
          </p:spPr>
          <p:style>
            <a:lnRef idx="1">
              <a:schemeClr val="accent1"/>
            </a:lnRef>
            <a:fillRef idx="0">
              <a:schemeClr val="accent1"/>
            </a:fillRef>
            <a:effectRef idx="0">
              <a:schemeClr val="accent1"/>
            </a:effectRef>
            <a:fontRef idx="minor">
              <a:schemeClr val="tx1"/>
            </a:fontRef>
          </p:style>
        </p:cxnSp>
        <p:sp>
          <p:nvSpPr>
            <p:cNvPr id="132" name="文本框 131">
              <a:extLst>
                <a:ext uri="{FF2B5EF4-FFF2-40B4-BE49-F238E27FC236}">
                  <a16:creationId xmlns:a16="http://schemas.microsoft.com/office/drawing/2014/main" id="{45BA996A-C104-4284-8DE9-E06FF673B35C}"/>
                </a:ext>
              </a:extLst>
            </p:cNvPr>
            <p:cNvSpPr txBox="1"/>
            <p:nvPr/>
          </p:nvSpPr>
          <p:spPr>
            <a:xfrm>
              <a:off x="2552272" y="2527060"/>
              <a:ext cx="447658" cy="369332"/>
            </a:xfrm>
            <a:prstGeom prst="rect">
              <a:avLst/>
            </a:prstGeom>
            <a:solidFill>
              <a:schemeClr val="bg1"/>
            </a:solidFill>
          </p:spPr>
          <p:txBody>
            <a:bodyPr wrap="square" rtlCol="0">
              <a:spAutoFit/>
            </a:bodyPr>
            <a:lstStyle/>
            <a:p>
              <a:pPr algn="ctr"/>
              <a:r>
                <a:rPr lang="en-US" altLang="zh-CN" b="1" dirty="0"/>
                <a:t>1B</a:t>
              </a:r>
              <a:endParaRPr lang="zh-CN" altLang="en-US" b="1" dirty="0"/>
            </a:p>
          </p:txBody>
        </p:sp>
        <p:cxnSp>
          <p:nvCxnSpPr>
            <p:cNvPr id="134" name="直接箭头连接符 133">
              <a:extLst>
                <a:ext uri="{FF2B5EF4-FFF2-40B4-BE49-F238E27FC236}">
                  <a16:creationId xmlns:a16="http://schemas.microsoft.com/office/drawing/2014/main" id="{28B4106D-BFF9-4306-9F8B-FAE318624994}"/>
                </a:ext>
              </a:extLst>
            </p:cNvPr>
            <p:cNvCxnSpPr>
              <a:cxnSpLocks/>
            </p:cNvCxnSpPr>
            <p:nvPr/>
          </p:nvCxnSpPr>
          <p:spPr>
            <a:xfrm>
              <a:off x="3147616" y="2716580"/>
              <a:ext cx="1438929" cy="0"/>
            </a:xfrm>
            <a:prstGeom prst="straightConnector1">
              <a:avLst/>
            </a:prstGeom>
            <a:ln w="12700">
              <a:solidFill>
                <a:schemeClr val="tx1"/>
              </a:solidFill>
              <a:headEnd type="triangle"/>
              <a:tailEnd type="triangle"/>
            </a:ln>
          </p:spPr>
          <p:style>
            <a:lnRef idx="1">
              <a:schemeClr val="accent1"/>
            </a:lnRef>
            <a:fillRef idx="0">
              <a:schemeClr val="accent1"/>
            </a:fillRef>
            <a:effectRef idx="0">
              <a:schemeClr val="accent1"/>
            </a:effectRef>
            <a:fontRef idx="minor">
              <a:schemeClr val="tx1"/>
            </a:fontRef>
          </p:style>
        </p:cxnSp>
        <p:sp>
          <p:nvSpPr>
            <p:cNvPr id="135" name="文本框 134">
              <a:extLst>
                <a:ext uri="{FF2B5EF4-FFF2-40B4-BE49-F238E27FC236}">
                  <a16:creationId xmlns:a16="http://schemas.microsoft.com/office/drawing/2014/main" id="{92FE9A7D-00B6-4378-8B9F-DEC250B9FCE1}"/>
                </a:ext>
              </a:extLst>
            </p:cNvPr>
            <p:cNvSpPr txBox="1"/>
            <p:nvPr/>
          </p:nvSpPr>
          <p:spPr>
            <a:xfrm>
              <a:off x="3644105" y="2530013"/>
              <a:ext cx="447658" cy="369332"/>
            </a:xfrm>
            <a:prstGeom prst="rect">
              <a:avLst/>
            </a:prstGeom>
            <a:solidFill>
              <a:schemeClr val="bg1"/>
            </a:solidFill>
          </p:spPr>
          <p:txBody>
            <a:bodyPr wrap="square" rtlCol="0">
              <a:spAutoFit/>
            </a:bodyPr>
            <a:lstStyle/>
            <a:p>
              <a:pPr algn="ctr"/>
              <a:r>
                <a:rPr lang="en-US" altLang="zh-CN" b="1" dirty="0"/>
                <a:t>2B</a:t>
              </a:r>
              <a:endParaRPr lang="zh-CN" altLang="en-US" b="1" dirty="0"/>
            </a:p>
          </p:txBody>
        </p:sp>
        <p:cxnSp>
          <p:nvCxnSpPr>
            <p:cNvPr id="138" name="直接箭头连接符 137">
              <a:extLst>
                <a:ext uri="{FF2B5EF4-FFF2-40B4-BE49-F238E27FC236}">
                  <a16:creationId xmlns:a16="http://schemas.microsoft.com/office/drawing/2014/main" id="{00DF4D06-F4C5-4469-AE7E-CD8798715571}"/>
                </a:ext>
              </a:extLst>
            </p:cNvPr>
            <p:cNvCxnSpPr>
              <a:cxnSpLocks/>
            </p:cNvCxnSpPr>
            <p:nvPr/>
          </p:nvCxnSpPr>
          <p:spPr>
            <a:xfrm>
              <a:off x="9064468" y="2719533"/>
              <a:ext cx="1438929" cy="0"/>
            </a:xfrm>
            <a:prstGeom prst="straightConnector1">
              <a:avLst/>
            </a:prstGeom>
            <a:ln w="12700">
              <a:solidFill>
                <a:schemeClr val="tx1"/>
              </a:solidFill>
              <a:headEnd type="triangle"/>
              <a:tailEnd type="triangle"/>
            </a:ln>
          </p:spPr>
          <p:style>
            <a:lnRef idx="1">
              <a:schemeClr val="accent1"/>
            </a:lnRef>
            <a:fillRef idx="0">
              <a:schemeClr val="accent1"/>
            </a:fillRef>
            <a:effectRef idx="0">
              <a:schemeClr val="accent1"/>
            </a:effectRef>
            <a:fontRef idx="minor">
              <a:schemeClr val="tx1"/>
            </a:fontRef>
          </p:style>
        </p:cxnSp>
        <p:sp>
          <p:nvSpPr>
            <p:cNvPr id="139" name="文本框 138">
              <a:extLst>
                <a:ext uri="{FF2B5EF4-FFF2-40B4-BE49-F238E27FC236}">
                  <a16:creationId xmlns:a16="http://schemas.microsoft.com/office/drawing/2014/main" id="{98687933-95B8-4188-BBB5-B08918754630}"/>
                </a:ext>
              </a:extLst>
            </p:cNvPr>
            <p:cNvSpPr txBox="1"/>
            <p:nvPr/>
          </p:nvSpPr>
          <p:spPr>
            <a:xfrm>
              <a:off x="9560957" y="2530013"/>
              <a:ext cx="447658" cy="369332"/>
            </a:xfrm>
            <a:prstGeom prst="rect">
              <a:avLst/>
            </a:prstGeom>
            <a:solidFill>
              <a:schemeClr val="bg1"/>
            </a:solidFill>
          </p:spPr>
          <p:txBody>
            <a:bodyPr wrap="square" rtlCol="0">
              <a:spAutoFit/>
            </a:bodyPr>
            <a:lstStyle/>
            <a:p>
              <a:pPr algn="ctr"/>
              <a:r>
                <a:rPr lang="en-US" altLang="zh-CN" b="1" dirty="0"/>
                <a:t>2B</a:t>
              </a:r>
              <a:endParaRPr lang="zh-CN" altLang="en-US" b="1" dirty="0"/>
            </a:p>
          </p:txBody>
        </p:sp>
        <p:cxnSp>
          <p:nvCxnSpPr>
            <p:cNvPr id="140" name="直接箭头连接符 139">
              <a:extLst>
                <a:ext uri="{FF2B5EF4-FFF2-40B4-BE49-F238E27FC236}">
                  <a16:creationId xmlns:a16="http://schemas.microsoft.com/office/drawing/2014/main" id="{297FC791-9E98-4DD3-A236-F9462CD727D2}"/>
                </a:ext>
              </a:extLst>
            </p:cNvPr>
            <p:cNvCxnSpPr>
              <a:cxnSpLocks/>
            </p:cNvCxnSpPr>
            <p:nvPr/>
          </p:nvCxnSpPr>
          <p:spPr>
            <a:xfrm>
              <a:off x="10506626" y="2716580"/>
              <a:ext cx="711693" cy="0"/>
            </a:xfrm>
            <a:prstGeom prst="straightConnector1">
              <a:avLst/>
            </a:prstGeom>
            <a:ln w="12700">
              <a:solidFill>
                <a:schemeClr val="tx1"/>
              </a:solidFill>
              <a:headEnd type="triangle"/>
              <a:tailEnd type="triangle"/>
            </a:ln>
          </p:spPr>
          <p:style>
            <a:lnRef idx="1">
              <a:schemeClr val="accent1"/>
            </a:lnRef>
            <a:fillRef idx="0">
              <a:schemeClr val="accent1"/>
            </a:fillRef>
            <a:effectRef idx="0">
              <a:schemeClr val="accent1"/>
            </a:effectRef>
            <a:fontRef idx="minor">
              <a:schemeClr val="tx1"/>
            </a:fontRef>
          </p:style>
        </p:cxnSp>
        <p:sp>
          <p:nvSpPr>
            <p:cNvPr id="141" name="文本框 140">
              <a:extLst>
                <a:ext uri="{FF2B5EF4-FFF2-40B4-BE49-F238E27FC236}">
                  <a16:creationId xmlns:a16="http://schemas.microsoft.com/office/drawing/2014/main" id="{BB7837EA-2493-42F9-A0C2-E2A0CAF77194}"/>
                </a:ext>
              </a:extLst>
            </p:cNvPr>
            <p:cNvSpPr txBox="1"/>
            <p:nvPr/>
          </p:nvSpPr>
          <p:spPr>
            <a:xfrm>
              <a:off x="10628058" y="2527060"/>
              <a:ext cx="447658" cy="369332"/>
            </a:xfrm>
            <a:prstGeom prst="rect">
              <a:avLst/>
            </a:prstGeom>
            <a:solidFill>
              <a:schemeClr val="bg1"/>
            </a:solidFill>
          </p:spPr>
          <p:txBody>
            <a:bodyPr wrap="square" rtlCol="0">
              <a:spAutoFit/>
            </a:bodyPr>
            <a:lstStyle/>
            <a:p>
              <a:pPr algn="ctr"/>
              <a:r>
                <a:rPr lang="en-US" altLang="zh-CN" b="1" dirty="0"/>
                <a:t>1B</a:t>
              </a:r>
              <a:endParaRPr lang="zh-CN" altLang="en-US" b="1" dirty="0"/>
            </a:p>
          </p:txBody>
        </p:sp>
      </p:grpSp>
      <p:grpSp>
        <p:nvGrpSpPr>
          <p:cNvPr id="71" name="组合 70">
            <a:extLst>
              <a:ext uri="{FF2B5EF4-FFF2-40B4-BE49-F238E27FC236}">
                <a16:creationId xmlns:a16="http://schemas.microsoft.com/office/drawing/2014/main" id="{A65329C3-25BA-4741-9EE1-CB21A68F0732}"/>
              </a:ext>
            </a:extLst>
          </p:cNvPr>
          <p:cNvGrpSpPr/>
          <p:nvPr/>
        </p:nvGrpSpPr>
        <p:grpSpPr>
          <a:xfrm>
            <a:off x="9609473" y="1333984"/>
            <a:ext cx="2160000" cy="458913"/>
            <a:chOff x="8697680" y="1322684"/>
            <a:chExt cx="2160000" cy="458913"/>
          </a:xfrm>
        </p:grpSpPr>
        <p:cxnSp>
          <p:nvCxnSpPr>
            <p:cNvPr id="67" name="直接连接符 66">
              <a:extLst>
                <a:ext uri="{FF2B5EF4-FFF2-40B4-BE49-F238E27FC236}">
                  <a16:creationId xmlns:a16="http://schemas.microsoft.com/office/drawing/2014/main" id="{51372345-FD4D-4D90-82B9-596D9544DCF7}"/>
                </a:ext>
              </a:extLst>
            </p:cNvPr>
            <p:cNvCxnSpPr/>
            <p:nvPr/>
          </p:nvCxnSpPr>
          <p:spPr>
            <a:xfrm flipV="1">
              <a:off x="8697680" y="1322684"/>
              <a:ext cx="0" cy="453911"/>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68" name="直接连接符 67">
              <a:extLst>
                <a:ext uri="{FF2B5EF4-FFF2-40B4-BE49-F238E27FC236}">
                  <a16:creationId xmlns:a16="http://schemas.microsoft.com/office/drawing/2014/main" id="{742B5232-CB73-4942-9B53-FCCC2C572DFF}"/>
                </a:ext>
              </a:extLst>
            </p:cNvPr>
            <p:cNvCxnSpPr/>
            <p:nvPr/>
          </p:nvCxnSpPr>
          <p:spPr>
            <a:xfrm flipV="1">
              <a:off x="10857680" y="1327686"/>
              <a:ext cx="0" cy="453911"/>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69" name="直接箭头连接符 68">
              <a:extLst>
                <a:ext uri="{FF2B5EF4-FFF2-40B4-BE49-F238E27FC236}">
                  <a16:creationId xmlns:a16="http://schemas.microsoft.com/office/drawing/2014/main" id="{37B6B08E-AD07-4DA7-ACDD-2C8D6D9C26F6}"/>
                </a:ext>
              </a:extLst>
            </p:cNvPr>
            <p:cNvCxnSpPr>
              <a:cxnSpLocks/>
            </p:cNvCxnSpPr>
            <p:nvPr/>
          </p:nvCxnSpPr>
          <p:spPr>
            <a:xfrm>
              <a:off x="8697680" y="1547869"/>
              <a:ext cx="2160000" cy="0"/>
            </a:xfrm>
            <a:prstGeom prst="straightConnector1">
              <a:avLst/>
            </a:prstGeom>
            <a:ln w="12700">
              <a:solidFill>
                <a:schemeClr val="tx1"/>
              </a:solidFill>
              <a:headEnd type="triangle"/>
              <a:tailEnd type="triangle"/>
            </a:ln>
          </p:spPr>
          <p:style>
            <a:lnRef idx="1">
              <a:schemeClr val="accent1"/>
            </a:lnRef>
            <a:fillRef idx="0">
              <a:schemeClr val="accent1"/>
            </a:fillRef>
            <a:effectRef idx="0">
              <a:schemeClr val="accent1"/>
            </a:effectRef>
            <a:fontRef idx="minor">
              <a:schemeClr val="tx1"/>
            </a:fontRef>
          </p:style>
        </p:cxnSp>
        <p:sp>
          <p:nvSpPr>
            <p:cNvPr id="70" name="文本框 69">
              <a:extLst>
                <a:ext uri="{FF2B5EF4-FFF2-40B4-BE49-F238E27FC236}">
                  <a16:creationId xmlns:a16="http://schemas.microsoft.com/office/drawing/2014/main" id="{53D9DDE1-EC45-44B0-AE78-AAD69C2FD0D4}"/>
                </a:ext>
              </a:extLst>
            </p:cNvPr>
            <p:cNvSpPr txBox="1"/>
            <p:nvPr/>
          </p:nvSpPr>
          <p:spPr>
            <a:xfrm>
              <a:off x="9323532" y="1371746"/>
              <a:ext cx="908294" cy="369332"/>
            </a:xfrm>
            <a:prstGeom prst="rect">
              <a:avLst/>
            </a:prstGeom>
            <a:solidFill>
              <a:schemeClr val="bg1"/>
            </a:solidFill>
          </p:spPr>
          <p:txBody>
            <a:bodyPr wrap="square" rtlCol="0">
              <a:spAutoFit/>
            </a:bodyPr>
            <a:lstStyle/>
            <a:p>
              <a:pPr algn="ctr"/>
              <a:r>
                <a:rPr lang="zh-CN" altLang="en-US" b="1" dirty="0"/>
                <a:t>帧尾部</a:t>
              </a:r>
            </a:p>
          </p:txBody>
        </p:sp>
      </p:grpSp>
      <p:grpSp>
        <p:nvGrpSpPr>
          <p:cNvPr id="96" name="组合 95">
            <a:extLst>
              <a:ext uri="{FF2B5EF4-FFF2-40B4-BE49-F238E27FC236}">
                <a16:creationId xmlns:a16="http://schemas.microsoft.com/office/drawing/2014/main" id="{0E3508D5-F69D-47E8-814A-BA9789DEF3C6}"/>
              </a:ext>
            </a:extLst>
          </p:cNvPr>
          <p:cNvGrpSpPr/>
          <p:nvPr/>
        </p:nvGrpSpPr>
        <p:grpSpPr>
          <a:xfrm>
            <a:off x="1539127" y="1322396"/>
            <a:ext cx="3600000" cy="463927"/>
            <a:chOff x="979773" y="2975089"/>
            <a:chExt cx="3600000" cy="463927"/>
          </a:xfrm>
        </p:grpSpPr>
        <p:cxnSp>
          <p:nvCxnSpPr>
            <p:cNvPr id="8" name="直接连接符 7">
              <a:extLst>
                <a:ext uri="{FF2B5EF4-FFF2-40B4-BE49-F238E27FC236}">
                  <a16:creationId xmlns:a16="http://schemas.microsoft.com/office/drawing/2014/main" id="{20D1C248-6389-4EA7-8A7A-5D1E3AEE6BA7}"/>
                </a:ext>
              </a:extLst>
            </p:cNvPr>
            <p:cNvCxnSpPr/>
            <p:nvPr/>
          </p:nvCxnSpPr>
          <p:spPr>
            <a:xfrm flipV="1">
              <a:off x="979773" y="2975089"/>
              <a:ext cx="0" cy="453911"/>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9" name="直接连接符 58">
              <a:extLst>
                <a:ext uri="{FF2B5EF4-FFF2-40B4-BE49-F238E27FC236}">
                  <a16:creationId xmlns:a16="http://schemas.microsoft.com/office/drawing/2014/main" id="{AAE78DCA-1A04-4E57-876B-20ADC8D400EF}"/>
                </a:ext>
              </a:extLst>
            </p:cNvPr>
            <p:cNvCxnSpPr/>
            <p:nvPr/>
          </p:nvCxnSpPr>
          <p:spPr>
            <a:xfrm flipV="1">
              <a:off x="4579773" y="2985105"/>
              <a:ext cx="0" cy="453911"/>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0" name="直接箭头连接符 9">
              <a:extLst>
                <a:ext uri="{FF2B5EF4-FFF2-40B4-BE49-F238E27FC236}">
                  <a16:creationId xmlns:a16="http://schemas.microsoft.com/office/drawing/2014/main" id="{86AB61E2-AD6F-4BB1-A6B5-3118AD22F8BA}"/>
                </a:ext>
              </a:extLst>
            </p:cNvPr>
            <p:cNvCxnSpPr>
              <a:cxnSpLocks/>
            </p:cNvCxnSpPr>
            <p:nvPr/>
          </p:nvCxnSpPr>
          <p:spPr>
            <a:xfrm>
              <a:off x="979773" y="3202043"/>
              <a:ext cx="3600000" cy="0"/>
            </a:xfrm>
            <a:prstGeom prst="straightConnector1">
              <a:avLst/>
            </a:prstGeom>
            <a:ln w="12700">
              <a:solidFill>
                <a:schemeClr val="tx1"/>
              </a:solidFill>
              <a:headEnd type="triangle"/>
              <a:tailEnd type="triangle"/>
            </a:ln>
          </p:spPr>
          <p:style>
            <a:lnRef idx="1">
              <a:schemeClr val="accent1"/>
            </a:lnRef>
            <a:fillRef idx="0">
              <a:schemeClr val="accent1"/>
            </a:fillRef>
            <a:effectRef idx="0">
              <a:schemeClr val="accent1"/>
            </a:effectRef>
            <a:fontRef idx="minor">
              <a:schemeClr val="tx1"/>
            </a:fontRef>
          </p:style>
        </p:cxnSp>
        <p:sp>
          <p:nvSpPr>
            <p:cNvPr id="11" name="文本框 10">
              <a:extLst>
                <a:ext uri="{FF2B5EF4-FFF2-40B4-BE49-F238E27FC236}">
                  <a16:creationId xmlns:a16="http://schemas.microsoft.com/office/drawing/2014/main" id="{89E940CB-08E6-4BB6-98DF-46D605886ABB}"/>
                </a:ext>
              </a:extLst>
            </p:cNvPr>
            <p:cNvSpPr txBox="1"/>
            <p:nvPr/>
          </p:nvSpPr>
          <p:spPr>
            <a:xfrm>
              <a:off x="2329347" y="3027394"/>
              <a:ext cx="900853" cy="369332"/>
            </a:xfrm>
            <a:prstGeom prst="rect">
              <a:avLst/>
            </a:prstGeom>
            <a:solidFill>
              <a:schemeClr val="bg1"/>
            </a:solidFill>
          </p:spPr>
          <p:txBody>
            <a:bodyPr wrap="square" rtlCol="0">
              <a:spAutoFit/>
            </a:bodyPr>
            <a:lstStyle/>
            <a:p>
              <a:pPr algn="ctr"/>
              <a:r>
                <a:rPr lang="zh-CN" altLang="en-US" b="1" dirty="0"/>
                <a:t>帧首部</a:t>
              </a:r>
            </a:p>
          </p:txBody>
        </p:sp>
      </p:grpSp>
      <p:grpSp>
        <p:nvGrpSpPr>
          <p:cNvPr id="18" name="组合 17">
            <a:extLst>
              <a:ext uri="{FF2B5EF4-FFF2-40B4-BE49-F238E27FC236}">
                <a16:creationId xmlns:a16="http://schemas.microsoft.com/office/drawing/2014/main" id="{DFF9F2B3-2FF9-4D82-8BBB-CFB11D3D55DD}"/>
              </a:ext>
            </a:extLst>
          </p:cNvPr>
          <p:cNvGrpSpPr/>
          <p:nvPr/>
        </p:nvGrpSpPr>
        <p:grpSpPr>
          <a:xfrm>
            <a:off x="5139127" y="1322396"/>
            <a:ext cx="4472454" cy="453912"/>
            <a:chOff x="4225226" y="1322862"/>
            <a:chExt cx="4472454" cy="453912"/>
          </a:xfrm>
        </p:grpSpPr>
        <p:cxnSp>
          <p:nvCxnSpPr>
            <p:cNvPr id="62" name="直接连接符 61">
              <a:extLst>
                <a:ext uri="{FF2B5EF4-FFF2-40B4-BE49-F238E27FC236}">
                  <a16:creationId xmlns:a16="http://schemas.microsoft.com/office/drawing/2014/main" id="{C0BAE6FF-23A6-495F-AF8B-3E174F9F8CDA}"/>
                </a:ext>
              </a:extLst>
            </p:cNvPr>
            <p:cNvCxnSpPr/>
            <p:nvPr/>
          </p:nvCxnSpPr>
          <p:spPr>
            <a:xfrm flipV="1">
              <a:off x="4225226" y="1322863"/>
              <a:ext cx="0" cy="453911"/>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63" name="直接连接符 62">
              <a:extLst>
                <a:ext uri="{FF2B5EF4-FFF2-40B4-BE49-F238E27FC236}">
                  <a16:creationId xmlns:a16="http://schemas.microsoft.com/office/drawing/2014/main" id="{6AE6959A-9E5A-43E8-B8F2-1BBCF99F28D8}"/>
                </a:ext>
              </a:extLst>
            </p:cNvPr>
            <p:cNvCxnSpPr/>
            <p:nvPr/>
          </p:nvCxnSpPr>
          <p:spPr>
            <a:xfrm flipV="1">
              <a:off x="8697680" y="1322862"/>
              <a:ext cx="0" cy="453911"/>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64" name="直接箭头连接符 63">
              <a:extLst>
                <a:ext uri="{FF2B5EF4-FFF2-40B4-BE49-F238E27FC236}">
                  <a16:creationId xmlns:a16="http://schemas.microsoft.com/office/drawing/2014/main" id="{088E077A-C5B6-4793-B3E6-9A968FED2DD5}"/>
                </a:ext>
              </a:extLst>
            </p:cNvPr>
            <p:cNvCxnSpPr>
              <a:cxnSpLocks/>
            </p:cNvCxnSpPr>
            <p:nvPr/>
          </p:nvCxnSpPr>
          <p:spPr>
            <a:xfrm>
              <a:off x="4225226" y="1549817"/>
              <a:ext cx="4472454" cy="0"/>
            </a:xfrm>
            <a:prstGeom prst="straightConnector1">
              <a:avLst/>
            </a:prstGeom>
            <a:ln w="12700">
              <a:solidFill>
                <a:schemeClr val="tx1"/>
              </a:solidFill>
              <a:headEnd type="triangle"/>
              <a:tailEnd type="triangle"/>
            </a:ln>
          </p:spPr>
          <p:style>
            <a:lnRef idx="1">
              <a:schemeClr val="accent1"/>
            </a:lnRef>
            <a:fillRef idx="0">
              <a:schemeClr val="accent1"/>
            </a:fillRef>
            <a:effectRef idx="0">
              <a:schemeClr val="accent1"/>
            </a:effectRef>
            <a:fontRef idx="minor">
              <a:schemeClr val="tx1"/>
            </a:fontRef>
          </p:style>
        </p:cxnSp>
        <p:sp>
          <p:nvSpPr>
            <p:cNvPr id="65" name="文本框 64">
              <a:extLst>
                <a:ext uri="{FF2B5EF4-FFF2-40B4-BE49-F238E27FC236}">
                  <a16:creationId xmlns:a16="http://schemas.microsoft.com/office/drawing/2014/main" id="{87082C1A-79B0-4962-9ACC-BD9003BB99DE}"/>
                </a:ext>
              </a:extLst>
            </p:cNvPr>
            <p:cNvSpPr txBox="1"/>
            <p:nvPr/>
          </p:nvSpPr>
          <p:spPr>
            <a:xfrm>
              <a:off x="5665226" y="1371924"/>
              <a:ext cx="1590347" cy="369332"/>
            </a:xfrm>
            <a:prstGeom prst="rect">
              <a:avLst/>
            </a:prstGeom>
            <a:solidFill>
              <a:schemeClr val="bg1"/>
            </a:solidFill>
          </p:spPr>
          <p:txBody>
            <a:bodyPr wrap="square" rtlCol="0">
              <a:spAutoFit/>
            </a:bodyPr>
            <a:lstStyle/>
            <a:p>
              <a:pPr algn="ctr"/>
              <a:r>
                <a:rPr lang="zh-CN" altLang="en-US" b="1" dirty="0"/>
                <a:t>帧的数据载荷</a:t>
              </a:r>
            </a:p>
          </p:txBody>
        </p:sp>
      </p:grpSp>
      <p:grpSp>
        <p:nvGrpSpPr>
          <p:cNvPr id="4" name="组合 3">
            <a:extLst>
              <a:ext uri="{FF2B5EF4-FFF2-40B4-BE49-F238E27FC236}">
                <a16:creationId xmlns:a16="http://schemas.microsoft.com/office/drawing/2014/main" id="{9A1EA9F2-FCB6-48C3-935F-7AE7E3AD14AC}"/>
              </a:ext>
            </a:extLst>
          </p:cNvPr>
          <p:cNvGrpSpPr/>
          <p:nvPr/>
        </p:nvGrpSpPr>
        <p:grpSpPr>
          <a:xfrm>
            <a:off x="304800" y="749300"/>
            <a:ext cx="6192344" cy="400110"/>
            <a:chOff x="424117" y="898245"/>
            <a:chExt cx="6192344" cy="400110"/>
          </a:xfrm>
        </p:grpSpPr>
        <p:sp>
          <p:nvSpPr>
            <p:cNvPr id="2" name="平行四边形 1">
              <a:extLst>
                <a:ext uri="{FF2B5EF4-FFF2-40B4-BE49-F238E27FC236}">
                  <a16:creationId xmlns:a16="http://schemas.microsoft.com/office/drawing/2014/main" id="{1F5BAA3F-9845-4F89-A2DD-8222D3E4EDAC}"/>
                </a:ext>
              </a:extLst>
            </p:cNvPr>
            <p:cNvSpPr/>
            <p:nvPr/>
          </p:nvSpPr>
          <p:spPr>
            <a:xfrm>
              <a:off x="424117" y="898245"/>
              <a:ext cx="737650" cy="387090"/>
            </a:xfrm>
            <a:prstGeom prst="parallelogram">
              <a:avLst/>
            </a:prstGeom>
            <a:solidFill>
              <a:schemeClr val="accent3">
                <a:lumMod val="75000"/>
              </a:schemeClr>
            </a:solidFill>
            <a:ln>
              <a:solidFill>
                <a:schemeClr val="accent3">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CN" sz="2200" dirty="0">
                  <a:latin typeface="Impact" panose="020B0806030902050204" pitchFamily="34" charset="0"/>
                </a:rPr>
                <a:t>02</a:t>
              </a:r>
              <a:endParaRPr lang="zh-CN" altLang="en-US" sz="2200" dirty="0">
                <a:latin typeface="Impact" panose="020B0806030902050204" pitchFamily="34" charset="0"/>
              </a:endParaRPr>
            </a:p>
          </p:txBody>
        </p:sp>
        <p:sp>
          <p:nvSpPr>
            <p:cNvPr id="3" name="文本框 2">
              <a:extLst>
                <a:ext uri="{FF2B5EF4-FFF2-40B4-BE49-F238E27FC236}">
                  <a16:creationId xmlns:a16="http://schemas.microsoft.com/office/drawing/2014/main" id="{4D6BD736-A4D3-4F26-AFED-36E11F50F70B}"/>
                </a:ext>
              </a:extLst>
            </p:cNvPr>
            <p:cNvSpPr txBox="1"/>
            <p:nvPr/>
          </p:nvSpPr>
          <p:spPr>
            <a:xfrm>
              <a:off x="1161767" y="898245"/>
              <a:ext cx="5454694" cy="400110"/>
            </a:xfrm>
            <a:prstGeom prst="rect">
              <a:avLst/>
            </a:prstGeom>
            <a:noFill/>
          </p:spPr>
          <p:txBody>
            <a:bodyPr wrap="square" rtlCol="0">
              <a:spAutoFit/>
            </a:bodyPr>
            <a:lstStyle/>
            <a:p>
              <a:r>
                <a:rPr lang="en-US" altLang="zh-CN" sz="2000" b="1" dirty="0"/>
                <a:t>PPP</a:t>
              </a:r>
              <a:r>
                <a:rPr lang="zh-CN" altLang="en-US" sz="2000" b="1" dirty="0"/>
                <a:t>的帧格式</a:t>
              </a:r>
            </a:p>
          </p:txBody>
        </p:sp>
      </p:grpSp>
      <p:sp>
        <p:nvSpPr>
          <p:cNvPr id="5" name="矩形 4">
            <a:extLst>
              <a:ext uri="{FF2B5EF4-FFF2-40B4-BE49-F238E27FC236}">
                <a16:creationId xmlns:a16="http://schemas.microsoft.com/office/drawing/2014/main" id="{5C14584B-65DB-4770-A0ED-F62C4FBD4E0B}"/>
              </a:ext>
            </a:extLst>
          </p:cNvPr>
          <p:cNvSpPr/>
          <p:nvPr/>
        </p:nvSpPr>
        <p:spPr>
          <a:xfrm>
            <a:off x="1539127" y="1776307"/>
            <a:ext cx="720000" cy="690734"/>
          </a:xfrm>
          <a:prstGeom prst="rect">
            <a:avLst/>
          </a:prstGeom>
          <a:solidFill>
            <a:schemeClr val="accent4"/>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zh-CN" altLang="en-US" b="1" dirty="0">
                <a:latin typeface="Arial Black" panose="020B0A04020102020204" pitchFamily="34" charset="0"/>
              </a:rPr>
              <a:t>标志</a:t>
            </a:r>
            <a:endParaRPr lang="en-US" altLang="zh-CN" b="1" dirty="0">
              <a:latin typeface="Arial Black" panose="020B0A04020102020204" pitchFamily="34" charset="0"/>
            </a:endParaRPr>
          </a:p>
          <a:p>
            <a:pPr algn="ctr"/>
            <a:r>
              <a:rPr lang="en-US" altLang="zh-CN" b="1" dirty="0">
                <a:latin typeface="Arial Black" panose="020B0A04020102020204" pitchFamily="34" charset="0"/>
              </a:rPr>
              <a:t>F</a:t>
            </a:r>
            <a:endParaRPr lang="zh-CN" altLang="en-US" b="1" dirty="0">
              <a:latin typeface="Arial Black" panose="020B0A04020102020204" pitchFamily="34" charset="0"/>
            </a:endParaRPr>
          </a:p>
        </p:txBody>
      </p:sp>
      <p:sp>
        <p:nvSpPr>
          <p:cNvPr id="43" name="矩形 42">
            <a:extLst>
              <a:ext uri="{FF2B5EF4-FFF2-40B4-BE49-F238E27FC236}">
                <a16:creationId xmlns:a16="http://schemas.microsoft.com/office/drawing/2014/main" id="{4D30F04A-BDD5-46D0-A296-37862DEE3C6B}"/>
              </a:ext>
            </a:extLst>
          </p:cNvPr>
          <p:cNvSpPr/>
          <p:nvPr/>
        </p:nvSpPr>
        <p:spPr>
          <a:xfrm>
            <a:off x="2259127" y="1776307"/>
            <a:ext cx="720000" cy="690734"/>
          </a:xfrm>
          <a:prstGeom prst="rect">
            <a:avLst/>
          </a:prstGeom>
          <a:solidFill>
            <a:schemeClr val="accent4"/>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zh-CN" altLang="en-US" b="1" dirty="0">
                <a:latin typeface="Arial Black" panose="020B0A04020102020204" pitchFamily="34" charset="0"/>
              </a:rPr>
              <a:t>地址</a:t>
            </a:r>
            <a:endParaRPr lang="en-US" altLang="zh-CN" b="1" dirty="0">
              <a:latin typeface="Arial Black" panose="020B0A04020102020204" pitchFamily="34" charset="0"/>
            </a:endParaRPr>
          </a:p>
          <a:p>
            <a:pPr algn="ctr"/>
            <a:r>
              <a:rPr lang="en-US" altLang="zh-CN" b="1" dirty="0">
                <a:latin typeface="Arial Black" panose="020B0A04020102020204" pitchFamily="34" charset="0"/>
              </a:rPr>
              <a:t>A</a:t>
            </a:r>
            <a:endParaRPr lang="zh-CN" altLang="en-US" b="1" dirty="0">
              <a:latin typeface="Arial Black" panose="020B0A04020102020204" pitchFamily="34" charset="0"/>
            </a:endParaRPr>
          </a:p>
        </p:txBody>
      </p:sp>
      <p:sp>
        <p:nvSpPr>
          <p:cNvPr id="44" name="矩形 43">
            <a:extLst>
              <a:ext uri="{FF2B5EF4-FFF2-40B4-BE49-F238E27FC236}">
                <a16:creationId xmlns:a16="http://schemas.microsoft.com/office/drawing/2014/main" id="{CBD41C37-938A-4E19-81A3-B2227CAD0AF0}"/>
              </a:ext>
            </a:extLst>
          </p:cNvPr>
          <p:cNvSpPr/>
          <p:nvPr/>
        </p:nvSpPr>
        <p:spPr>
          <a:xfrm>
            <a:off x="2979127" y="1776307"/>
            <a:ext cx="720000" cy="690734"/>
          </a:xfrm>
          <a:prstGeom prst="rect">
            <a:avLst/>
          </a:prstGeom>
          <a:solidFill>
            <a:schemeClr val="accent4"/>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zh-CN" altLang="en-US" b="1" dirty="0">
                <a:latin typeface="Arial Black" panose="020B0A04020102020204" pitchFamily="34" charset="0"/>
              </a:rPr>
              <a:t>控制</a:t>
            </a:r>
            <a:endParaRPr lang="en-US" altLang="zh-CN" b="1" dirty="0">
              <a:latin typeface="Arial Black" panose="020B0A04020102020204" pitchFamily="34" charset="0"/>
            </a:endParaRPr>
          </a:p>
          <a:p>
            <a:pPr algn="ctr"/>
            <a:r>
              <a:rPr lang="en-US" altLang="zh-CN" b="1" dirty="0">
                <a:latin typeface="Arial Black" panose="020B0A04020102020204" pitchFamily="34" charset="0"/>
              </a:rPr>
              <a:t>C</a:t>
            </a:r>
            <a:endParaRPr lang="zh-CN" altLang="en-US" b="1" dirty="0">
              <a:latin typeface="Arial Black" panose="020B0A04020102020204" pitchFamily="34" charset="0"/>
            </a:endParaRPr>
          </a:p>
        </p:txBody>
      </p:sp>
      <p:sp>
        <p:nvSpPr>
          <p:cNvPr id="45" name="矩形 44">
            <a:extLst>
              <a:ext uri="{FF2B5EF4-FFF2-40B4-BE49-F238E27FC236}">
                <a16:creationId xmlns:a16="http://schemas.microsoft.com/office/drawing/2014/main" id="{EA9410C5-81EC-4CCE-AD49-ADF605FC7E42}"/>
              </a:ext>
            </a:extLst>
          </p:cNvPr>
          <p:cNvSpPr/>
          <p:nvPr/>
        </p:nvSpPr>
        <p:spPr>
          <a:xfrm>
            <a:off x="3699127" y="1776307"/>
            <a:ext cx="1440000" cy="690734"/>
          </a:xfrm>
          <a:prstGeom prst="rect">
            <a:avLst/>
          </a:prstGeom>
          <a:solidFill>
            <a:schemeClr val="accent4"/>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zh-CN" altLang="en-US" b="1" dirty="0">
                <a:latin typeface="Arial Black" panose="020B0A04020102020204" pitchFamily="34" charset="0"/>
              </a:rPr>
              <a:t>协议</a:t>
            </a:r>
            <a:endParaRPr lang="en-US" altLang="zh-CN" b="1" dirty="0">
              <a:latin typeface="Arial Black" panose="020B0A04020102020204" pitchFamily="34" charset="0"/>
            </a:endParaRPr>
          </a:p>
          <a:p>
            <a:pPr algn="ctr"/>
            <a:r>
              <a:rPr lang="en-US" altLang="zh-CN" b="1" dirty="0">
                <a:latin typeface="Arial Black" panose="020B0A04020102020204" pitchFamily="34" charset="0"/>
              </a:rPr>
              <a:t>P</a:t>
            </a:r>
            <a:endParaRPr lang="zh-CN" altLang="en-US" b="1" dirty="0">
              <a:latin typeface="Arial Black" panose="020B0A04020102020204" pitchFamily="34" charset="0"/>
            </a:endParaRPr>
          </a:p>
        </p:txBody>
      </p:sp>
      <p:sp>
        <p:nvSpPr>
          <p:cNvPr id="47" name="矩形 46">
            <a:extLst>
              <a:ext uri="{FF2B5EF4-FFF2-40B4-BE49-F238E27FC236}">
                <a16:creationId xmlns:a16="http://schemas.microsoft.com/office/drawing/2014/main" id="{F25354F2-4BC5-4AF5-96D7-2C32111DDCEC}"/>
              </a:ext>
            </a:extLst>
          </p:cNvPr>
          <p:cNvSpPr/>
          <p:nvPr/>
        </p:nvSpPr>
        <p:spPr>
          <a:xfrm>
            <a:off x="9611581" y="1776307"/>
            <a:ext cx="1440000" cy="690734"/>
          </a:xfrm>
          <a:prstGeom prst="rect">
            <a:avLst/>
          </a:prstGeom>
          <a:solidFill>
            <a:schemeClr val="accent4"/>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zh-CN" altLang="en-US" b="1" dirty="0">
                <a:latin typeface="Arial Black" panose="020B0A04020102020204" pitchFamily="34" charset="0"/>
              </a:rPr>
              <a:t>帧检验序列</a:t>
            </a:r>
            <a:endParaRPr lang="en-US" altLang="zh-CN" b="1" dirty="0">
              <a:latin typeface="Arial Black" panose="020B0A04020102020204" pitchFamily="34" charset="0"/>
            </a:endParaRPr>
          </a:p>
          <a:p>
            <a:pPr algn="ctr"/>
            <a:r>
              <a:rPr lang="en-US" altLang="zh-CN" b="1" dirty="0">
                <a:latin typeface="Arial Black" panose="020B0A04020102020204" pitchFamily="34" charset="0"/>
              </a:rPr>
              <a:t>FCS</a:t>
            </a:r>
            <a:endParaRPr lang="zh-CN" altLang="en-US" b="1" dirty="0">
              <a:latin typeface="Arial Black" panose="020B0A04020102020204" pitchFamily="34" charset="0"/>
            </a:endParaRPr>
          </a:p>
        </p:txBody>
      </p:sp>
      <p:sp>
        <p:nvSpPr>
          <p:cNvPr id="56" name="矩形 55">
            <a:extLst>
              <a:ext uri="{FF2B5EF4-FFF2-40B4-BE49-F238E27FC236}">
                <a16:creationId xmlns:a16="http://schemas.microsoft.com/office/drawing/2014/main" id="{54BBB09C-AB25-4CCF-8E3B-C4C92A96CED4}"/>
              </a:ext>
            </a:extLst>
          </p:cNvPr>
          <p:cNvSpPr/>
          <p:nvPr/>
        </p:nvSpPr>
        <p:spPr>
          <a:xfrm>
            <a:off x="11051581" y="1776307"/>
            <a:ext cx="720000" cy="690734"/>
          </a:xfrm>
          <a:prstGeom prst="rect">
            <a:avLst/>
          </a:prstGeom>
          <a:solidFill>
            <a:schemeClr val="accent4"/>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zh-CN" altLang="en-US" b="1" dirty="0">
                <a:latin typeface="Arial Black" panose="020B0A04020102020204" pitchFamily="34" charset="0"/>
              </a:rPr>
              <a:t>标志</a:t>
            </a:r>
            <a:r>
              <a:rPr lang="en-US" altLang="zh-CN" b="1" dirty="0">
                <a:latin typeface="Arial Black" panose="020B0A04020102020204" pitchFamily="34" charset="0"/>
              </a:rPr>
              <a:t>F</a:t>
            </a:r>
            <a:endParaRPr lang="zh-CN" altLang="en-US" b="1" dirty="0">
              <a:latin typeface="Arial Black" panose="020B0A04020102020204" pitchFamily="34" charset="0"/>
            </a:endParaRPr>
          </a:p>
        </p:txBody>
      </p:sp>
      <p:sp>
        <p:nvSpPr>
          <p:cNvPr id="57" name="矩形 56">
            <a:extLst>
              <a:ext uri="{FF2B5EF4-FFF2-40B4-BE49-F238E27FC236}">
                <a16:creationId xmlns:a16="http://schemas.microsoft.com/office/drawing/2014/main" id="{B9716017-A1C4-4EDB-9C41-7339DAEB5A0B}"/>
              </a:ext>
            </a:extLst>
          </p:cNvPr>
          <p:cNvSpPr/>
          <p:nvPr/>
        </p:nvSpPr>
        <p:spPr>
          <a:xfrm>
            <a:off x="5139127" y="1776307"/>
            <a:ext cx="4472454" cy="690734"/>
          </a:xfrm>
          <a:prstGeom prst="rect">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zh-CN" altLang="en-US" b="1" dirty="0">
                <a:solidFill>
                  <a:schemeClr val="tx1"/>
                </a:solidFill>
                <a:latin typeface="Arial Black" panose="020B0A04020102020204" pitchFamily="34" charset="0"/>
              </a:rPr>
              <a:t>封装上层的协议数据单元</a:t>
            </a:r>
            <a:r>
              <a:rPr lang="en-US" altLang="zh-CN" b="1" dirty="0">
                <a:solidFill>
                  <a:schemeClr val="tx1"/>
                </a:solidFill>
                <a:latin typeface="Arial Black" panose="020B0A04020102020204" pitchFamily="34" charset="0"/>
              </a:rPr>
              <a:t>PDU</a:t>
            </a:r>
            <a:endParaRPr lang="zh-CN" altLang="en-US" b="1" dirty="0">
              <a:solidFill>
                <a:schemeClr val="tx1"/>
              </a:solidFill>
              <a:latin typeface="Arial Black" panose="020B0A04020102020204" pitchFamily="34" charset="0"/>
            </a:endParaRPr>
          </a:p>
        </p:txBody>
      </p:sp>
      <p:sp>
        <p:nvSpPr>
          <p:cNvPr id="54" name="文本框 53">
            <a:extLst>
              <a:ext uri="{FF2B5EF4-FFF2-40B4-BE49-F238E27FC236}">
                <a16:creationId xmlns:a16="http://schemas.microsoft.com/office/drawing/2014/main" id="{0875CB90-0BE6-47D1-84F9-5ADADAC4FF50}"/>
              </a:ext>
            </a:extLst>
          </p:cNvPr>
          <p:cNvSpPr txBox="1"/>
          <p:nvPr/>
        </p:nvSpPr>
        <p:spPr>
          <a:xfrm>
            <a:off x="1433434" y="3244334"/>
            <a:ext cx="5063709" cy="369332"/>
          </a:xfrm>
          <a:prstGeom prst="rect">
            <a:avLst/>
          </a:prstGeom>
          <a:noFill/>
        </p:spPr>
        <p:txBody>
          <a:bodyPr wrap="square" rtlCol="0">
            <a:spAutoFit/>
          </a:bodyPr>
          <a:lstStyle/>
          <a:p>
            <a:r>
              <a:rPr lang="zh-CN" altLang="en-US" b="1" dirty="0">
                <a:solidFill>
                  <a:schemeClr val="accent4"/>
                </a:solidFill>
              </a:rPr>
              <a:t>标志</a:t>
            </a:r>
            <a:r>
              <a:rPr lang="zh-CN" altLang="en-US" b="1" dirty="0"/>
              <a:t>（</a:t>
            </a:r>
            <a:r>
              <a:rPr lang="en-US" altLang="zh-CN" b="1" dirty="0"/>
              <a:t>Flag</a:t>
            </a:r>
            <a:r>
              <a:rPr lang="zh-CN" altLang="en-US" b="1" dirty="0"/>
              <a:t>）字段：</a:t>
            </a:r>
            <a:r>
              <a:rPr lang="en-US" altLang="zh-CN" b="1" dirty="0"/>
              <a:t>PPP</a:t>
            </a:r>
            <a:r>
              <a:rPr lang="zh-CN" altLang="en-US" b="1" dirty="0"/>
              <a:t>帧的定界符，取值为</a:t>
            </a:r>
            <a:r>
              <a:rPr lang="en-US" altLang="zh-CN" b="1" dirty="0"/>
              <a:t>0x7E</a:t>
            </a:r>
            <a:r>
              <a:rPr lang="zh-CN" altLang="en-US" b="1" dirty="0"/>
              <a:t>。</a:t>
            </a:r>
          </a:p>
        </p:txBody>
      </p:sp>
      <p:sp>
        <p:nvSpPr>
          <p:cNvPr id="55" name="文本框 54">
            <a:extLst>
              <a:ext uri="{FF2B5EF4-FFF2-40B4-BE49-F238E27FC236}">
                <a16:creationId xmlns:a16="http://schemas.microsoft.com/office/drawing/2014/main" id="{730A496C-767E-4A85-8686-C550FB9F7ECC}"/>
              </a:ext>
            </a:extLst>
          </p:cNvPr>
          <p:cNvSpPr txBox="1"/>
          <p:nvPr/>
        </p:nvSpPr>
        <p:spPr>
          <a:xfrm>
            <a:off x="1433434" y="3559659"/>
            <a:ext cx="7342445" cy="369332"/>
          </a:xfrm>
          <a:prstGeom prst="rect">
            <a:avLst/>
          </a:prstGeom>
          <a:noFill/>
        </p:spPr>
        <p:txBody>
          <a:bodyPr wrap="square" rtlCol="0">
            <a:spAutoFit/>
          </a:bodyPr>
          <a:lstStyle/>
          <a:p>
            <a:r>
              <a:rPr lang="zh-CN" altLang="en-US" b="1" dirty="0">
                <a:solidFill>
                  <a:schemeClr val="accent4"/>
                </a:solidFill>
              </a:rPr>
              <a:t>地址</a:t>
            </a:r>
            <a:r>
              <a:rPr lang="zh-CN" altLang="en-US" b="1" dirty="0"/>
              <a:t>（</a:t>
            </a:r>
            <a:r>
              <a:rPr lang="en-US" altLang="zh-CN" b="1" dirty="0"/>
              <a:t>Address</a:t>
            </a:r>
            <a:r>
              <a:rPr lang="zh-CN" altLang="en-US" b="1" dirty="0"/>
              <a:t>）字段：取值为</a:t>
            </a:r>
            <a:r>
              <a:rPr lang="en-US" altLang="zh-CN" b="1" dirty="0"/>
              <a:t>0xFF</a:t>
            </a:r>
            <a:r>
              <a:rPr lang="zh-CN" altLang="en-US" b="1" dirty="0"/>
              <a:t>，预留（目前没有什么作用）。</a:t>
            </a:r>
          </a:p>
        </p:txBody>
      </p:sp>
      <p:sp>
        <p:nvSpPr>
          <p:cNvPr id="58" name="文本框 57">
            <a:extLst>
              <a:ext uri="{FF2B5EF4-FFF2-40B4-BE49-F238E27FC236}">
                <a16:creationId xmlns:a16="http://schemas.microsoft.com/office/drawing/2014/main" id="{51B2E214-2D5E-48D8-8DD2-64C8ABF9DEDB}"/>
              </a:ext>
            </a:extLst>
          </p:cNvPr>
          <p:cNvSpPr txBox="1"/>
          <p:nvPr/>
        </p:nvSpPr>
        <p:spPr>
          <a:xfrm>
            <a:off x="1433434" y="3874984"/>
            <a:ext cx="7342445" cy="369332"/>
          </a:xfrm>
          <a:prstGeom prst="rect">
            <a:avLst/>
          </a:prstGeom>
          <a:noFill/>
        </p:spPr>
        <p:txBody>
          <a:bodyPr wrap="square" rtlCol="0">
            <a:spAutoFit/>
          </a:bodyPr>
          <a:lstStyle/>
          <a:p>
            <a:r>
              <a:rPr lang="zh-CN" altLang="en-US" b="1" dirty="0">
                <a:solidFill>
                  <a:schemeClr val="accent4"/>
                </a:solidFill>
              </a:rPr>
              <a:t>控制</a:t>
            </a:r>
            <a:r>
              <a:rPr lang="zh-CN" altLang="en-US" b="1" dirty="0"/>
              <a:t>（</a:t>
            </a:r>
            <a:r>
              <a:rPr lang="en-US" altLang="zh-CN" b="1" dirty="0"/>
              <a:t>Control</a:t>
            </a:r>
            <a:r>
              <a:rPr lang="zh-CN" altLang="en-US" b="1" dirty="0"/>
              <a:t>）字段：取值为</a:t>
            </a:r>
            <a:r>
              <a:rPr lang="en-US" altLang="zh-CN" b="1" dirty="0"/>
              <a:t>0x03</a:t>
            </a:r>
            <a:r>
              <a:rPr lang="zh-CN" altLang="en-US" b="1" dirty="0"/>
              <a:t>，预留（目前没有什么作用）。</a:t>
            </a:r>
          </a:p>
        </p:txBody>
      </p:sp>
      <p:sp>
        <p:nvSpPr>
          <p:cNvPr id="60" name="文本框 59">
            <a:extLst>
              <a:ext uri="{FF2B5EF4-FFF2-40B4-BE49-F238E27FC236}">
                <a16:creationId xmlns:a16="http://schemas.microsoft.com/office/drawing/2014/main" id="{A597E018-EE8F-487E-81CE-73495640A002}"/>
              </a:ext>
            </a:extLst>
          </p:cNvPr>
          <p:cNvSpPr txBox="1"/>
          <p:nvPr/>
        </p:nvSpPr>
        <p:spPr>
          <a:xfrm>
            <a:off x="1433434" y="4190310"/>
            <a:ext cx="8680105" cy="369332"/>
          </a:xfrm>
          <a:prstGeom prst="rect">
            <a:avLst/>
          </a:prstGeom>
          <a:noFill/>
        </p:spPr>
        <p:txBody>
          <a:bodyPr wrap="square" rtlCol="0">
            <a:spAutoFit/>
          </a:bodyPr>
          <a:lstStyle/>
          <a:p>
            <a:r>
              <a:rPr lang="zh-CN" altLang="en-US" b="1" dirty="0">
                <a:solidFill>
                  <a:schemeClr val="accent4"/>
                </a:solidFill>
              </a:rPr>
              <a:t>协议</a:t>
            </a:r>
            <a:r>
              <a:rPr lang="zh-CN" altLang="en-US" b="1" dirty="0"/>
              <a:t>（</a:t>
            </a:r>
            <a:r>
              <a:rPr lang="en-US" altLang="zh-CN" b="1" dirty="0"/>
              <a:t>Protocol</a:t>
            </a:r>
            <a:r>
              <a:rPr lang="zh-CN" altLang="en-US" b="1" dirty="0"/>
              <a:t>）字段：其值用来指明帧的数据载荷应向上交付给哪个协议处理。</a:t>
            </a:r>
          </a:p>
        </p:txBody>
      </p:sp>
    </p:spTree>
    <p:custDataLst>
      <p:tags r:id="rId1"/>
    </p:custDataLst>
    <p:extLst>
      <p:ext uri="{BB962C8B-B14F-4D97-AF65-F5344CB8AC3E}">
        <p14:creationId xmlns:p14="http://schemas.microsoft.com/office/powerpoint/2010/main" val="123842343"/>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8" presetClass="emph" presetSubtype="0" fill="hold" grpId="0" nodeType="withEffect">
                                  <p:stCondLst>
                                    <p:cond delay="0"/>
                                  </p:stCondLst>
                                  <p:childTnLst>
                                    <p:animRot by="21600000">
                                      <p:cBhvr>
                                        <p:cTn id="6" dur="1000" fill="hold"/>
                                        <p:tgtEl>
                                          <p:spTgt spid="5"/>
                                        </p:tgtEl>
                                        <p:attrNameLst>
                                          <p:attrName>r</p:attrName>
                                        </p:attrNameLst>
                                      </p:cBhvr>
                                    </p:animRot>
                                  </p:childTnLst>
                                </p:cTn>
                              </p:par>
                              <p:par>
                                <p:cTn id="7" presetID="8" presetClass="emph" presetSubtype="0" fill="hold" grpId="0" nodeType="withEffect">
                                  <p:stCondLst>
                                    <p:cond delay="0"/>
                                  </p:stCondLst>
                                  <p:childTnLst>
                                    <p:animRot by="21600000">
                                      <p:cBhvr>
                                        <p:cTn id="8" dur="1000" fill="hold"/>
                                        <p:tgtEl>
                                          <p:spTgt spid="56"/>
                                        </p:tgtEl>
                                        <p:attrNameLst>
                                          <p:attrName>r</p:attrName>
                                        </p:attrNameLst>
                                      </p:cBhvr>
                                    </p:animRot>
                                  </p:childTnLst>
                                </p:cTn>
                              </p:par>
                              <p:par>
                                <p:cTn id="9" presetID="1" presetClass="entr" presetSubtype="0" fill="hold" grpId="0" nodeType="withEffect">
                                  <p:stCondLst>
                                    <p:cond delay="0"/>
                                  </p:stCondLst>
                                  <p:iterate type="lt">
                                    <p:tmAbs val="100"/>
                                  </p:iterate>
                                  <p:childTnLst>
                                    <p:set>
                                      <p:cBhvr>
                                        <p:cTn id="10" dur="1" fill="hold">
                                          <p:stCondLst>
                                            <p:cond delay="0"/>
                                          </p:stCondLst>
                                        </p:cTn>
                                        <p:tgtEl>
                                          <p:spTgt spid="54"/>
                                        </p:tgtEl>
                                        <p:attrNameLst>
                                          <p:attrName>style.visibility</p:attrName>
                                        </p:attrNameLst>
                                      </p:cBhvr>
                                      <p:to>
                                        <p:strVal val="visible"/>
                                      </p:to>
                                    </p:set>
                                  </p:childTnLst>
                                </p:cTn>
                              </p:par>
                            </p:childTnLst>
                          </p:cTn>
                        </p:par>
                      </p:childTnLst>
                    </p:cTn>
                  </p:par>
                  <p:par>
                    <p:cTn id="11" fill="hold">
                      <p:stCondLst>
                        <p:cond delay="indefinite"/>
                      </p:stCondLst>
                      <p:childTnLst>
                        <p:par>
                          <p:cTn id="12" fill="hold">
                            <p:stCondLst>
                              <p:cond delay="0"/>
                            </p:stCondLst>
                            <p:childTnLst>
                              <p:par>
                                <p:cTn id="13" presetID="8" presetClass="emph" presetSubtype="0" fill="hold" grpId="0" nodeType="clickEffect">
                                  <p:stCondLst>
                                    <p:cond delay="0"/>
                                  </p:stCondLst>
                                  <p:childTnLst>
                                    <p:animRot by="21600000">
                                      <p:cBhvr>
                                        <p:cTn id="14" dur="1000" fill="hold"/>
                                        <p:tgtEl>
                                          <p:spTgt spid="43"/>
                                        </p:tgtEl>
                                        <p:attrNameLst>
                                          <p:attrName>r</p:attrName>
                                        </p:attrNameLst>
                                      </p:cBhvr>
                                    </p:animRot>
                                  </p:childTnLst>
                                </p:cTn>
                              </p:par>
                              <p:par>
                                <p:cTn id="15" presetID="1" presetClass="entr" presetSubtype="0" fill="hold" grpId="0" nodeType="withEffect">
                                  <p:stCondLst>
                                    <p:cond delay="0"/>
                                  </p:stCondLst>
                                  <p:iterate type="lt">
                                    <p:tmAbs val="100"/>
                                  </p:iterate>
                                  <p:childTnLst>
                                    <p:set>
                                      <p:cBhvr>
                                        <p:cTn id="16" dur="1" fill="hold">
                                          <p:stCondLst>
                                            <p:cond delay="0"/>
                                          </p:stCondLst>
                                        </p:cTn>
                                        <p:tgtEl>
                                          <p:spTgt spid="55"/>
                                        </p:tgtEl>
                                        <p:attrNameLst>
                                          <p:attrName>style.visibility</p:attrName>
                                        </p:attrNameLst>
                                      </p:cBhvr>
                                      <p:to>
                                        <p:strVal val="visible"/>
                                      </p:to>
                                    </p:set>
                                  </p:childTnLst>
                                </p:cTn>
                              </p:par>
                            </p:childTnLst>
                          </p:cTn>
                        </p:par>
                      </p:childTnLst>
                    </p:cTn>
                  </p:par>
                  <p:par>
                    <p:cTn id="17" fill="hold">
                      <p:stCondLst>
                        <p:cond delay="indefinite"/>
                      </p:stCondLst>
                      <p:childTnLst>
                        <p:par>
                          <p:cTn id="18" fill="hold">
                            <p:stCondLst>
                              <p:cond delay="0"/>
                            </p:stCondLst>
                            <p:childTnLst>
                              <p:par>
                                <p:cTn id="19" presetID="8" presetClass="emph" presetSubtype="0" fill="hold" grpId="0" nodeType="clickEffect">
                                  <p:stCondLst>
                                    <p:cond delay="0"/>
                                  </p:stCondLst>
                                  <p:childTnLst>
                                    <p:animRot by="21600000">
                                      <p:cBhvr>
                                        <p:cTn id="20" dur="1000" fill="hold"/>
                                        <p:tgtEl>
                                          <p:spTgt spid="44"/>
                                        </p:tgtEl>
                                        <p:attrNameLst>
                                          <p:attrName>r</p:attrName>
                                        </p:attrNameLst>
                                      </p:cBhvr>
                                    </p:animRot>
                                  </p:childTnLst>
                                </p:cTn>
                              </p:par>
                              <p:par>
                                <p:cTn id="21" presetID="1" presetClass="entr" presetSubtype="0" fill="hold" grpId="0" nodeType="withEffect">
                                  <p:stCondLst>
                                    <p:cond delay="0"/>
                                  </p:stCondLst>
                                  <p:iterate type="lt">
                                    <p:tmAbs val="100"/>
                                  </p:iterate>
                                  <p:childTnLst>
                                    <p:set>
                                      <p:cBhvr>
                                        <p:cTn id="22" dur="1" fill="hold">
                                          <p:stCondLst>
                                            <p:cond delay="0"/>
                                          </p:stCondLst>
                                        </p:cTn>
                                        <p:tgtEl>
                                          <p:spTgt spid="58"/>
                                        </p:tgtEl>
                                        <p:attrNameLst>
                                          <p:attrName>style.visibility</p:attrName>
                                        </p:attrNameLst>
                                      </p:cBhvr>
                                      <p:to>
                                        <p:strVal val="visible"/>
                                      </p:to>
                                    </p:set>
                                  </p:childTnLst>
                                </p:cTn>
                              </p:par>
                            </p:childTnLst>
                          </p:cTn>
                        </p:par>
                      </p:childTnLst>
                    </p:cTn>
                  </p:par>
                  <p:par>
                    <p:cTn id="23" fill="hold">
                      <p:stCondLst>
                        <p:cond delay="indefinite"/>
                      </p:stCondLst>
                      <p:childTnLst>
                        <p:par>
                          <p:cTn id="24" fill="hold">
                            <p:stCondLst>
                              <p:cond delay="0"/>
                            </p:stCondLst>
                            <p:childTnLst>
                              <p:par>
                                <p:cTn id="25" presetID="8" presetClass="emph" presetSubtype="0" fill="hold" grpId="0" nodeType="clickEffect">
                                  <p:stCondLst>
                                    <p:cond delay="0"/>
                                  </p:stCondLst>
                                  <p:childTnLst>
                                    <p:animRot by="21600000">
                                      <p:cBhvr>
                                        <p:cTn id="26" dur="1000" fill="hold"/>
                                        <p:tgtEl>
                                          <p:spTgt spid="45"/>
                                        </p:tgtEl>
                                        <p:attrNameLst>
                                          <p:attrName>r</p:attrName>
                                        </p:attrNameLst>
                                      </p:cBhvr>
                                    </p:animRot>
                                  </p:childTnLst>
                                </p:cTn>
                              </p:par>
                              <p:par>
                                <p:cTn id="27" presetID="1" presetClass="entr" presetSubtype="0" fill="hold" grpId="0" nodeType="withEffect">
                                  <p:stCondLst>
                                    <p:cond delay="0"/>
                                  </p:stCondLst>
                                  <p:iterate type="lt">
                                    <p:tmAbs val="100"/>
                                  </p:iterate>
                                  <p:childTnLst>
                                    <p:set>
                                      <p:cBhvr>
                                        <p:cTn id="28" dur="1" fill="hold">
                                          <p:stCondLst>
                                            <p:cond delay="0"/>
                                          </p:stCondLst>
                                        </p:cTn>
                                        <p:tgtEl>
                                          <p:spTgt spid="60"/>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 grpId="0" animBg="1"/>
      <p:bldP spid="43" grpId="0" animBg="1"/>
      <p:bldP spid="44" grpId="0" animBg="1"/>
      <p:bldP spid="45" grpId="0" animBg="1"/>
      <p:bldP spid="56" grpId="0" animBg="1"/>
      <p:bldP spid="54" grpId="0"/>
      <p:bldP spid="55" grpId="0"/>
      <p:bldP spid="58" grpId="0"/>
      <p:bldP spid="60" grpId="0"/>
    </p:bldLst>
  </p:timing>
</p:sld>
</file>

<file path=ppt/slides/slide22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142" name="组合 141">
            <a:extLst>
              <a:ext uri="{FF2B5EF4-FFF2-40B4-BE49-F238E27FC236}">
                <a16:creationId xmlns:a16="http://schemas.microsoft.com/office/drawing/2014/main" id="{3369BF11-D202-4A59-968F-1C1C769B14F1}"/>
              </a:ext>
            </a:extLst>
          </p:cNvPr>
          <p:cNvGrpSpPr/>
          <p:nvPr/>
        </p:nvGrpSpPr>
        <p:grpSpPr>
          <a:xfrm>
            <a:off x="804428" y="2467041"/>
            <a:ext cx="10966473" cy="453911"/>
            <a:chOff x="251846" y="2467041"/>
            <a:chExt cx="10966473" cy="453911"/>
          </a:xfrm>
        </p:grpSpPr>
        <p:cxnSp>
          <p:nvCxnSpPr>
            <p:cNvPr id="73" name="直接连接符 72">
              <a:extLst>
                <a:ext uri="{FF2B5EF4-FFF2-40B4-BE49-F238E27FC236}">
                  <a16:creationId xmlns:a16="http://schemas.microsoft.com/office/drawing/2014/main" id="{DFD7736F-5500-4CBA-A7FA-C16028C25755}"/>
                </a:ext>
              </a:extLst>
            </p:cNvPr>
            <p:cNvCxnSpPr>
              <a:cxnSpLocks/>
            </p:cNvCxnSpPr>
            <p:nvPr/>
          </p:nvCxnSpPr>
          <p:spPr>
            <a:xfrm flipV="1">
              <a:off x="986545" y="2467041"/>
              <a:ext cx="0" cy="453911"/>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74" name="直接连接符 73">
              <a:extLst>
                <a:ext uri="{FF2B5EF4-FFF2-40B4-BE49-F238E27FC236}">
                  <a16:creationId xmlns:a16="http://schemas.microsoft.com/office/drawing/2014/main" id="{1E304413-981C-4338-BC74-134A005B7B65}"/>
                </a:ext>
              </a:extLst>
            </p:cNvPr>
            <p:cNvCxnSpPr>
              <a:cxnSpLocks/>
            </p:cNvCxnSpPr>
            <p:nvPr/>
          </p:nvCxnSpPr>
          <p:spPr>
            <a:xfrm flipV="1">
              <a:off x="2426545" y="2467041"/>
              <a:ext cx="0" cy="453911"/>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grpSp>
          <p:nvGrpSpPr>
            <p:cNvPr id="125" name="组合 124">
              <a:extLst>
                <a:ext uri="{FF2B5EF4-FFF2-40B4-BE49-F238E27FC236}">
                  <a16:creationId xmlns:a16="http://schemas.microsoft.com/office/drawing/2014/main" id="{495E9BF4-EECC-4A69-ADE4-C5EAF70B0A68}"/>
                </a:ext>
              </a:extLst>
            </p:cNvPr>
            <p:cNvGrpSpPr/>
            <p:nvPr/>
          </p:nvGrpSpPr>
          <p:grpSpPr>
            <a:xfrm>
              <a:off x="994852" y="2522206"/>
              <a:ext cx="711693" cy="369332"/>
              <a:chOff x="1965697" y="3916641"/>
              <a:chExt cx="711693" cy="369332"/>
            </a:xfrm>
          </p:grpSpPr>
          <p:cxnSp>
            <p:nvCxnSpPr>
              <p:cNvPr id="75" name="直接箭头连接符 74">
                <a:extLst>
                  <a:ext uri="{FF2B5EF4-FFF2-40B4-BE49-F238E27FC236}">
                    <a16:creationId xmlns:a16="http://schemas.microsoft.com/office/drawing/2014/main" id="{F9FCBC2A-8803-4661-8078-5117B1C741B7}"/>
                  </a:ext>
                </a:extLst>
              </p:cNvPr>
              <p:cNvCxnSpPr>
                <a:cxnSpLocks/>
              </p:cNvCxnSpPr>
              <p:nvPr/>
            </p:nvCxnSpPr>
            <p:spPr>
              <a:xfrm>
                <a:off x="1965697" y="4106161"/>
                <a:ext cx="711693" cy="0"/>
              </a:xfrm>
              <a:prstGeom prst="straightConnector1">
                <a:avLst/>
              </a:prstGeom>
              <a:ln w="12700">
                <a:solidFill>
                  <a:schemeClr val="tx1"/>
                </a:solidFill>
                <a:headEnd type="triangle"/>
                <a:tailEnd type="triangle"/>
              </a:ln>
            </p:spPr>
            <p:style>
              <a:lnRef idx="1">
                <a:schemeClr val="accent1"/>
              </a:lnRef>
              <a:fillRef idx="0">
                <a:schemeClr val="accent1"/>
              </a:fillRef>
              <a:effectRef idx="0">
                <a:schemeClr val="accent1"/>
              </a:effectRef>
              <a:fontRef idx="minor">
                <a:schemeClr val="tx1"/>
              </a:fontRef>
            </p:style>
          </p:cxnSp>
          <p:sp>
            <p:nvSpPr>
              <p:cNvPr id="76" name="文本框 75">
                <a:extLst>
                  <a:ext uri="{FF2B5EF4-FFF2-40B4-BE49-F238E27FC236}">
                    <a16:creationId xmlns:a16="http://schemas.microsoft.com/office/drawing/2014/main" id="{66F8CF5D-B11F-48F3-8AAE-D353F05E0554}"/>
                  </a:ext>
                </a:extLst>
              </p:cNvPr>
              <p:cNvSpPr txBox="1"/>
              <p:nvPr/>
            </p:nvSpPr>
            <p:spPr>
              <a:xfrm>
                <a:off x="2087129" y="3916641"/>
                <a:ext cx="447658" cy="369332"/>
              </a:xfrm>
              <a:prstGeom prst="rect">
                <a:avLst/>
              </a:prstGeom>
              <a:solidFill>
                <a:schemeClr val="bg1"/>
              </a:solidFill>
            </p:spPr>
            <p:txBody>
              <a:bodyPr wrap="square" rtlCol="0">
                <a:spAutoFit/>
              </a:bodyPr>
              <a:lstStyle/>
              <a:p>
                <a:pPr algn="ctr"/>
                <a:r>
                  <a:rPr lang="en-US" altLang="zh-CN" b="1" dirty="0"/>
                  <a:t>1B</a:t>
                </a:r>
                <a:endParaRPr lang="zh-CN" altLang="en-US" b="1" dirty="0"/>
              </a:p>
            </p:txBody>
          </p:sp>
        </p:grpSp>
        <p:cxnSp>
          <p:nvCxnSpPr>
            <p:cNvPr id="98" name="直接连接符 97">
              <a:extLst>
                <a:ext uri="{FF2B5EF4-FFF2-40B4-BE49-F238E27FC236}">
                  <a16:creationId xmlns:a16="http://schemas.microsoft.com/office/drawing/2014/main" id="{CF0E9788-A20B-4268-B16A-7A778D4F9F4E}"/>
                </a:ext>
              </a:extLst>
            </p:cNvPr>
            <p:cNvCxnSpPr>
              <a:cxnSpLocks/>
            </p:cNvCxnSpPr>
            <p:nvPr/>
          </p:nvCxnSpPr>
          <p:spPr>
            <a:xfrm flipV="1">
              <a:off x="1706545" y="2467041"/>
              <a:ext cx="0" cy="453911"/>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03" name="直接连接符 102">
              <a:extLst>
                <a:ext uri="{FF2B5EF4-FFF2-40B4-BE49-F238E27FC236}">
                  <a16:creationId xmlns:a16="http://schemas.microsoft.com/office/drawing/2014/main" id="{E3AD97AF-271C-4F00-84C2-FBFAB9624366}"/>
                </a:ext>
              </a:extLst>
            </p:cNvPr>
            <p:cNvCxnSpPr>
              <a:cxnSpLocks/>
            </p:cNvCxnSpPr>
            <p:nvPr/>
          </p:nvCxnSpPr>
          <p:spPr>
            <a:xfrm flipV="1">
              <a:off x="3146545" y="2467041"/>
              <a:ext cx="0" cy="453911"/>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04" name="直接连接符 103">
              <a:extLst>
                <a:ext uri="{FF2B5EF4-FFF2-40B4-BE49-F238E27FC236}">
                  <a16:creationId xmlns:a16="http://schemas.microsoft.com/office/drawing/2014/main" id="{94852434-6D9B-4793-A07D-667FA0378CBD}"/>
                </a:ext>
              </a:extLst>
            </p:cNvPr>
            <p:cNvCxnSpPr>
              <a:cxnSpLocks/>
            </p:cNvCxnSpPr>
            <p:nvPr/>
          </p:nvCxnSpPr>
          <p:spPr>
            <a:xfrm flipV="1">
              <a:off x="9056891" y="2467041"/>
              <a:ext cx="0" cy="453911"/>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08" name="直接连接符 107">
              <a:extLst>
                <a:ext uri="{FF2B5EF4-FFF2-40B4-BE49-F238E27FC236}">
                  <a16:creationId xmlns:a16="http://schemas.microsoft.com/office/drawing/2014/main" id="{D9F5858F-557D-4250-BBA5-3B69F73587C2}"/>
                </a:ext>
              </a:extLst>
            </p:cNvPr>
            <p:cNvCxnSpPr>
              <a:cxnSpLocks/>
            </p:cNvCxnSpPr>
            <p:nvPr/>
          </p:nvCxnSpPr>
          <p:spPr>
            <a:xfrm flipV="1">
              <a:off x="4586545" y="2467041"/>
              <a:ext cx="0" cy="453911"/>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10" name="直接箭头连接符 109">
              <a:extLst>
                <a:ext uri="{FF2B5EF4-FFF2-40B4-BE49-F238E27FC236}">
                  <a16:creationId xmlns:a16="http://schemas.microsoft.com/office/drawing/2014/main" id="{B18DF46A-EFB3-494C-B0AD-E1EB4EBB1F3A}"/>
                </a:ext>
              </a:extLst>
            </p:cNvPr>
            <p:cNvCxnSpPr>
              <a:cxnSpLocks/>
            </p:cNvCxnSpPr>
            <p:nvPr/>
          </p:nvCxnSpPr>
          <p:spPr>
            <a:xfrm>
              <a:off x="4586545" y="2719533"/>
              <a:ext cx="4470346" cy="0"/>
            </a:xfrm>
            <a:prstGeom prst="straightConnector1">
              <a:avLst/>
            </a:prstGeom>
            <a:ln w="12700">
              <a:solidFill>
                <a:schemeClr val="tx1"/>
              </a:solidFill>
              <a:headEnd type="triangle"/>
              <a:tailEnd type="triangle"/>
            </a:ln>
          </p:spPr>
          <p:style>
            <a:lnRef idx="1">
              <a:schemeClr val="accent1"/>
            </a:lnRef>
            <a:fillRef idx="0">
              <a:schemeClr val="accent1"/>
            </a:fillRef>
            <a:effectRef idx="0">
              <a:schemeClr val="accent1"/>
            </a:effectRef>
            <a:fontRef idx="minor">
              <a:schemeClr val="tx1"/>
            </a:fontRef>
          </p:style>
        </p:cxnSp>
        <p:sp>
          <p:nvSpPr>
            <p:cNvPr id="119" name="文本框 118">
              <a:extLst>
                <a:ext uri="{FF2B5EF4-FFF2-40B4-BE49-F238E27FC236}">
                  <a16:creationId xmlns:a16="http://schemas.microsoft.com/office/drawing/2014/main" id="{61AEFEB5-F176-4DB5-81BE-DE8E13B1520C}"/>
                </a:ext>
              </a:extLst>
            </p:cNvPr>
            <p:cNvSpPr txBox="1"/>
            <p:nvPr/>
          </p:nvSpPr>
          <p:spPr>
            <a:xfrm>
              <a:off x="5420138" y="2527060"/>
              <a:ext cx="2803160" cy="369332"/>
            </a:xfrm>
            <a:prstGeom prst="rect">
              <a:avLst/>
            </a:prstGeom>
            <a:solidFill>
              <a:schemeClr val="bg1"/>
            </a:solidFill>
          </p:spPr>
          <p:txBody>
            <a:bodyPr wrap="square" rtlCol="0">
              <a:spAutoFit/>
            </a:bodyPr>
            <a:lstStyle/>
            <a:p>
              <a:pPr algn="ctr"/>
              <a:r>
                <a:rPr lang="en-US" altLang="zh-CN" b="1" dirty="0"/>
                <a:t>≤ </a:t>
              </a:r>
              <a:r>
                <a:rPr lang="zh-CN" altLang="en-US" b="1" dirty="0"/>
                <a:t>最大传送单元</a:t>
              </a:r>
              <a:r>
                <a:rPr lang="en-US" altLang="zh-CN" b="1" dirty="0"/>
                <a:t>MTU=1500B</a:t>
              </a:r>
              <a:endParaRPr lang="zh-CN" altLang="en-US" b="1" dirty="0"/>
            </a:p>
          </p:txBody>
        </p:sp>
        <p:cxnSp>
          <p:nvCxnSpPr>
            <p:cNvPr id="113" name="直接连接符 112">
              <a:extLst>
                <a:ext uri="{FF2B5EF4-FFF2-40B4-BE49-F238E27FC236}">
                  <a16:creationId xmlns:a16="http://schemas.microsoft.com/office/drawing/2014/main" id="{6DCBFB6C-37D3-43AD-AAD2-44C89180D61A}"/>
                </a:ext>
              </a:extLst>
            </p:cNvPr>
            <p:cNvCxnSpPr>
              <a:cxnSpLocks/>
            </p:cNvCxnSpPr>
            <p:nvPr/>
          </p:nvCxnSpPr>
          <p:spPr>
            <a:xfrm flipV="1">
              <a:off x="10502204" y="2467041"/>
              <a:ext cx="0" cy="453911"/>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14" name="直接连接符 113">
              <a:extLst>
                <a:ext uri="{FF2B5EF4-FFF2-40B4-BE49-F238E27FC236}">
                  <a16:creationId xmlns:a16="http://schemas.microsoft.com/office/drawing/2014/main" id="{FB06F7C0-A1C1-4DA6-9013-EB6AE5BBB482}"/>
                </a:ext>
              </a:extLst>
            </p:cNvPr>
            <p:cNvCxnSpPr>
              <a:cxnSpLocks/>
            </p:cNvCxnSpPr>
            <p:nvPr/>
          </p:nvCxnSpPr>
          <p:spPr>
            <a:xfrm flipV="1">
              <a:off x="11213898" y="2467041"/>
              <a:ext cx="0" cy="453911"/>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sp>
          <p:nvSpPr>
            <p:cNvPr id="123" name="文本框 122">
              <a:extLst>
                <a:ext uri="{FF2B5EF4-FFF2-40B4-BE49-F238E27FC236}">
                  <a16:creationId xmlns:a16="http://schemas.microsoft.com/office/drawing/2014/main" id="{C3AFFB61-F40C-4974-83FE-27F94897C29F}"/>
                </a:ext>
              </a:extLst>
            </p:cNvPr>
            <p:cNvSpPr txBox="1"/>
            <p:nvPr/>
          </p:nvSpPr>
          <p:spPr>
            <a:xfrm>
              <a:off x="251846" y="2517873"/>
              <a:ext cx="683089" cy="369332"/>
            </a:xfrm>
            <a:prstGeom prst="rect">
              <a:avLst/>
            </a:prstGeom>
            <a:noFill/>
          </p:spPr>
          <p:txBody>
            <a:bodyPr wrap="square" rtlCol="0">
              <a:spAutoFit/>
            </a:bodyPr>
            <a:lstStyle/>
            <a:p>
              <a:pPr algn="ctr"/>
              <a:r>
                <a:rPr lang="zh-CN" altLang="en-US" b="1" dirty="0"/>
                <a:t>长度</a:t>
              </a:r>
            </a:p>
          </p:txBody>
        </p:sp>
        <p:grpSp>
          <p:nvGrpSpPr>
            <p:cNvPr id="127" name="组合 126">
              <a:extLst>
                <a:ext uri="{FF2B5EF4-FFF2-40B4-BE49-F238E27FC236}">
                  <a16:creationId xmlns:a16="http://schemas.microsoft.com/office/drawing/2014/main" id="{B4FDDCB0-3270-4AAC-8258-B23905654FA8}"/>
                </a:ext>
              </a:extLst>
            </p:cNvPr>
            <p:cNvGrpSpPr/>
            <p:nvPr/>
          </p:nvGrpSpPr>
          <p:grpSpPr>
            <a:xfrm>
              <a:off x="1710929" y="2527060"/>
              <a:ext cx="711693" cy="369332"/>
              <a:chOff x="1965697" y="3916641"/>
              <a:chExt cx="711693" cy="369332"/>
            </a:xfrm>
          </p:grpSpPr>
          <p:cxnSp>
            <p:nvCxnSpPr>
              <p:cNvPr id="128" name="直接箭头连接符 127">
                <a:extLst>
                  <a:ext uri="{FF2B5EF4-FFF2-40B4-BE49-F238E27FC236}">
                    <a16:creationId xmlns:a16="http://schemas.microsoft.com/office/drawing/2014/main" id="{A910318D-F16A-4A2B-BEC6-7BFAFDCE8AE7}"/>
                  </a:ext>
                </a:extLst>
              </p:cNvPr>
              <p:cNvCxnSpPr>
                <a:cxnSpLocks/>
              </p:cNvCxnSpPr>
              <p:nvPr/>
            </p:nvCxnSpPr>
            <p:spPr>
              <a:xfrm>
                <a:off x="1965697" y="4106161"/>
                <a:ext cx="711693" cy="0"/>
              </a:xfrm>
              <a:prstGeom prst="straightConnector1">
                <a:avLst/>
              </a:prstGeom>
              <a:ln w="12700">
                <a:solidFill>
                  <a:schemeClr val="tx1"/>
                </a:solidFill>
                <a:headEnd type="triangle"/>
                <a:tailEnd type="triangle"/>
              </a:ln>
            </p:spPr>
            <p:style>
              <a:lnRef idx="1">
                <a:schemeClr val="accent1"/>
              </a:lnRef>
              <a:fillRef idx="0">
                <a:schemeClr val="accent1"/>
              </a:fillRef>
              <a:effectRef idx="0">
                <a:schemeClr val="accent1"/>
              </a:effectRef>
              <a:fontRef idx="minor">
                <a:schemeClr val="tx1"/>
              </a:fontRef>
            </p:style>
          </p:cxnSp>
          <p:sp>
            <p:nvSpPr>
              <p:cNvPr id="129" name="文本框 128">
                <a:extLst>
                  <a:ext uri="{FF2B5EF4-FFF2-40B4-BE49-F238E27FC236}">
                    <a16:creationId xmlns:a16="http://schemas.microsoft.com/office/drawing/2014/main" id="{31517E04-F5F4-4EA8-926C-0CA7C4EEBB32}"/>
                  </a:ext>
                </a:extLst>
              </p:cNvPr>
              <p:cNvSpPr txBox="1"/>
              <p:nvPr/>
            </p:nvSpPr>
            <p:spPr>
              <a:xfrm>
                <a:off x="2087129" y="3916641"/>
                <a:ext cx="447658" cy="369332"/>
              </a:xfrm>
              <a:prstGeom prst="rect">
                <a:avLst/>
              </a:prstGeom>
              <a:solidFill>
                <a:schemeClr val="bg1"/>
              </a:solidFill>
            </p:spPr>
            <p:txBody>
              <a:bodyPr wrap="square" rtlCol="0">
                <a:spAutoFit/>
              </a:bodyPr>
              <a:lstStyle/>
              <a:p>
                <a:pPr algn="ctr"/>
                <a:r>
                  <a:rPr lang="en-US" altLang="zh-CN" b="1" dirty="0"/>
                  <a:t>1B</a:t>
                </a:r>
                <a:endParaRPr lang="zh-CN" altLang="en-US" b="1" dirty="0"/>
              </a:p>
            </p:txBody>
          </p:sp>
        </p:grpSp>
        <p:cxnSp>
          <p:nvCxnSpPr>
            <p:cNvPr id="131" name="直接箭头连接符 130">
              <a:extLst>
                <a:ext uri="{FF2B5EF4-FFF2-40B4-BE49-F238E27FC236}">
                  <a16:creationId xmlns:a16="http://schemas.microsoft.com/office/drawing/2014/main" id="{19EF9EA3-7A6C-4FF1-B46A-8687E8763DEB}"/>
                </a:ext>
              </a:extLst>
            </p:cNvPr>
            <p:cNvCxnSpPr>
              <a:cxnSpLocks/>
            </p:cNvCxnSpPr>
            <p:nvPr/>
          </p:nvCxnSpPr>
          <p:spPr>
            <a:xfrm>
              <a:off x="2430840" y="2716580"/>
              <a:ext cx="711693" cy="0"/>
            </a:xfrm>
            <a:prstGeom prst="straightConnector1">
              <a:avLst/>
            </a:prstGeom>
            <a:ln w="12700">
              <a:solidFill>
                <a:schemeClr val="tx1"/>
              </a:solidFill>
              <a:headEnd type="triangle"/>
              <a:tailEnd type="triangle"/>
            </a:ln>
          </p:spPr>
          <p:style>
            <a:lnRef idx="1">
              <a:schemeClr val="accent1"/>
            </a:lnRef>
            <a:fillRef idx="0">
              <a:schemeClr val="accent1"/>
            </a:fillRef>
            <a:effectRef idx="0">
              <a:schemeClr val="accent1"/>
            </a:effectRef>
            <a:fontRef idx="minor">
              <a:schemeClr val="tx1"/>
            </a:fontRef>
          </p:style>
        </p:cxnSp>
        <p:sp>
          <p:nvSpPr>
            <p:cNvPr id="132" name="文本框 131">
              <a:extLst>
                <a:ext uri="{FF2B5EF4-FFF2-40B4-BE49-F238E27FC236}">
                  <a16:creationId xmlns:a16="http://schemas.microsoft.com/office/drawing/2014/main" id="{45BA996A-C104-4284-8DE9-E06FF673B35C}"/>
                </a:ext>
              </a:extLst>
            </p:cNvPr>
            <p:cNvSpPr txBox="1"/>
            <p:nvPr/>
          </p:nvSpPr>
          <p:spPr>
            <a:xfrm>
              <a:off x="2552272" y="2527060"/>
              <a:ext cx="447658" cy="369332"/>
            </a:xfrm>
            <a:prstGeom prst="rect">
              <a:avLst/>
            </a:prstGeom>
            <a:solidFill>
              <a:schemeClr val="bg1"/>
            </a:solidFill>
          </p:spPr>
          <p:txBody>
            <a:bodyPr wrap="square" rtlCol="0">
              <a:spAutoFit/>
            </a:bodyPr>
            <a:lstStyle/>
            <a:p>
              <a:pPr algn="ctr"/>
              <a:r>
                <a:rPr lang="en-US" altLang="zh-CN" b="1" dirty="0"/>
                <a:t>1B</a:t>
              </a:r>
              <a:endParaRPr lang="zh-CN" altLang="en-US" b="1" dirty="0"/>
            </a:p>
          </p:txBody>
        </p:sp>
        <p:cxnSp>
          <p:nvCxnSpPr>
            <p:cNvPr id="134" name="直接箭头连接符 133">
              <a:extLst>
                <a:ext uri="{FF2B5EF4-FFF2-40B4-BE49-F238E27FC236}">
                  <a16:creationId xmlns:a16="http://schemas.microsoft.com/office/drawing/2014/main" id="{28B4106D-BFF9-4306-9F8B-FAE318624994}"/>
                </a:ext>
              </a:extLst>
            </p:cNvPr>
            <p:cNvCxnSpPr>
              <a:cxnSpLocks/>
            </p:cNvCxnSpPr>
            <p:nvPr/>
          </p:nvCxnSpPr>
          <p:spPr>
            <a:xfrm>
              <a:off x="3147616" y="2716580"/>
              <a:ext cx="1438929" cy="0"/>
            </a:xfrm>
            <a:prstGeom prst="straightConnector1">
              <a:avLst/>
            </a:prstGeom>
            <a:ln w="12700">
              <a:solidFill>
                <a:schemeClr val="tx1"/>
              </a:solidFill>
              <a:headEnd type="triangle"/>
              <a:tailEnd type="triangle"/>
            </a:ln>
          </p:spPr>
          <p:style>
            <a:lnRef idx="1">
              <a:schemeClr val="accent1"/>
            </a:lnRef>
            <a:fillRef idx="0">
              <a:schemeClr val="accent1"/>
            </a:fillRef>
            <a:effectRef idx="0">
              <a:schemeClr val="accent1"/>
            </a:effectRef>
            <a:fontRef idx="minor">
              <a:schemeClr val="tx1"/>
            </a:fontRef>
          </p:style>
        </p:cxnSp>
        <p:sp>
          <p:nvSpPr>
            <p:cNvPr id="135" name="文本框 134">
              <a:extLst>
                <a:ext uri="{FF2B5EF4-FFF2-40B4-BE49-F238E27FC236}">
                  <a16:creationId xmlns:a16="http://schemas.microsoft.com/office/drawing/2014/main" id="{92FE9A7D-00B6-4378-8B9F-DEC250B9FCE1}"/>
                </a:ext>
              </a:extLst>
            </p:cNvPr>
            <p:cNvSpPr txBox="1"/>
            <p:nvPr/>
          </p:nvSpPr>
          <p:spPr>
            <a:xfrm>
              <a:off x="3644105" y="2530013"/>
              <a:ext cx="447658" cy="369332"/>
            </a:xfrm>
            <a:prstGeom prst="rect">
              <a:avLst/>
            </a:prstGeom>
            <a:solidFill>
              <a:schemeClr val="bg1"/>
            </a:solidFill>
          </p:spPr>
          <p:txBody>
            <a:bodyPr wrap="square" rtlCol="0">
              <a:spAutoFit/>
            </a:bodyPr>
            <a:lstStyle/>
            <a:p>
              <a:pPr algn="ctr"/>
              <a:r>
                <a:rPr lang="en-US" altLang="zh-CN" b="1" dirty="0"/>
                <a:t>2B</a:t>
              </a:r>
              <a:endParaRPr lang="zh-CN" altLang="en-US" b="1" dirty="0"/>
            </a:p>
          </p:txBody>
        </p:sp>
        <p:cxnSp>
          <p:nvCxnSpPr>
            <p:cNvPr id="138" name="直接箭头连接符 137">
              <a:extLst>
                <a:ext uri="{FF2B5EF4-FFF2-40B4-BE49-F238E27FC236}">
                  <a16:creationId xmlns:a16="http://schemas.microsoft.com/office/drawing/2014/main" id="{00DF4D06-F4C5-4469-AE7E-CD8798715571}"/>
                </a:ext>
              </a:extLst>
            </p:cNvPr>
            <p:cNvCxnSpPr>
              <a:cxnSpLocks/>
            </p:cNvCxnSpPr>
            <p:nvPr/>
          </p:nvCxnSpPr>
          <p:spPr>
            <a:xfrm>
              <a:off x="9064468" y="2719533"/>
              <a:ext cx="1438929" cy="0"/>
            </a:xfrm>
            <a:prstGeom prst="straightConnector1">
              <a:avLst/>
            </a:prstGeom>
            <a:ln w="12700">
              <a:solidFill>
                <a:schemeClr val="tx1"/>
              </a:solidFill>
              <a:headEnd type="triangle"/>
              <a:tailEnd type="triangle"/>
            </a:ln>
          </p:spPr>
          <p:style>
            <a:lnRef idx="1">
              <a:schemeClr val="accent1"/>
            </a:lnRef>
            <a:fillRef idx="0">
              <a:schemeClr val="accent1"/>
            </a:fillRef>
            <a:effectRef idx="0">
              <a:schemeClr val="accent1"/>
            </a:effectRef>
            <a:fontRef idx="minor">
              <a:schemeClr val="tx1"/>
            </a:fontRef>
          </p:style>
        </p:cxnSp>
        <p:sp>
          <p:nvSpPr>
            <p:cNvPr id="139" name="文本框 138">
              <a:extLst>
                <a:ext uri="{FF2B5EF4-FFF2-40B4-BE49-F238E27FC236}">
                  <a16:creationId xmlns:a16="http://schemas.microsoft.com/office/drawing/2014/main" id="{98687933-95B8-4188-BBB5-B08918754630}"/>
                </a:ext>
              </a:extLst>
            </p:cNvPr>
            <p:cNvSpPr txBox="1"/>
            <p:nvPr/>
          </p:nvSpPr>
          <p:spPr>
            <a:xfrm>
              <a:off x="9560957" y="2530013"/>
              <a:ext cx="447658" cy="369332"/>
            </a:xfrm>
            <a:prstGeom prst="rect">
              <a:avLst/>
            </a:prstGeom>
            <a:solidFill>
              <a:schemeClr val="bg1"/>
            </a:solidFill>
          </p:spPr>
          <p:txBody>
            <a:bodyPr wrap="square" rtlCol="0">
              <a:spAutoFit/>
            </a:bodyPr>
            <a:lstStyle/>
            <a:p>
              <a:pPr algn="ctr"/>
              <a:r>
                <a:rPr lang="en-US" altLang="zh-CN" b="1" dirty="0"/>
                <a:t>2B</a:t>
              </a:r>
              <a:endParaRPr lang="zh-CN" altLang="en-US" b="1" dirty="0"/>
            </a:p>
          </p:txBody>
        </p:sp>
        <p:cxnSp>
          <p:nvCxnSpPr>
            <p:cNvPr id="140" name="直接箭头连接符 139">
              <a:extLst>
                <a:ext uri="{FF2B5EF4-FFF2-40B4-BE49-F238E27FC236}">
                  <a16:creationId xmlns:a16="http://schemas.microsoft.com/office/drawing/2014/main" id="{297FC791-9E98-4DD3-A236-F9462CD727D2}"/>
                </a:ext>
              </a:extLst>
            </p:cNvPr>
            <p:cNvCxnSpPr>
              <a:cxnSpLocks/>
            </p:cNvCxnSpPr>
            <p:nvPr/>
          </p:nvCxnSpPr>
          <p:spPr>
            <a:xfrm>
              <a:off x="10506626" y="2716580"/>
              <a:ext cx="711693" cy="0"/>
            </a:xfrm>
            <a:prstGeom prst="straightConnector1">
              <a:avLst/>
            </a:prstGeom>
            <a:ln w="12700">
              <a:solidFill>
                <a:schemeClr val="tx1"/>
              </a:solidFill>
              <a:headEnd type="triangle"/>
              <a:tailEnd type="triangle"/>
            </a:ln>
          </p:spPr>
          <p:style>
            <a:lnRef idx="1">
              <a:schemeClr val="accent1"/>
            </a:lnRef>
            <a:fillRef idx="0">
              <a:schemeClr val="accent1"/>
            </a:fillRef>
            <a:effectRef idx="0">
              <a:schemeClr val="accent1"/>
            </a:effectRef>
            <a:fontRef idx="minor">
              <a:schemeClr val="tx1"/>
            </a:fontRef>
          </p:style>
        </p:cxnSp>
        <p:sp>
          <p:nvSpPr>
            <p:cNvPr id="141" name="文本框 140">
              <a:extLst>
                <a:ext uri="{FF2B5EF4-FFF2-40B4-BE49-F238E27FC236}">
                  <a16:creationId xmlns:a16="http://schemas.microsoft.com/office/drawing/2014/main" id="{BB7837EA-2493-42F9-A0C2-E2A0CAF77194}"/>
                </a:ext>
              </a:extLst>
            </p:cNvPr>
            <p:cNvSpPr txBox="1"/>
            <p:nvPr/>
          </p:nvSpPr>
          <p:spPr>
            <a:xfrm>
              <a:off x="10628058" y="2527060"/>
              <a:ext cx="447658" cy="369332"/>
            </a:xfrm>
            <a:prstGeom prst="rect">
              <a:avLst/>
            </a:prstGeom>
            <a:solidFill>
              <a:schemeClr val="bg1"/>
            </a:solidFill>
          </p:spPr>
          <p:txBody>
            <a:bodyPr wrap="square" rtlCol="0">
              <a:spAutoFit/>
            </a:bodyPr>
            <a:lstStyle/>
            <a:p>
              <a:pPr algn="ctr"/>
              <a:r>
                <a:rPr lang="en-US" altLang="zh-CN" b="1" dirty="0"/>
                <a:t>1B</a:t>
              </a:r>
              <a:endParaRPr lang="zh-CN" altLang="en-US" b="1" dirty="0"/>
            </a:p>
          </p:txBody>
        </p:sp>
      </p:grpSp>
      <p:grpSp>
        <p:nvGrpSpPr>
          <p:cNvPr id="71" name="组合 70">
            <a:extLst>
              <a:ext uri="{FF2B5EF4-FFF2-40B4-BE49-F238E27FC236}">
                <a16:creationId xmlns:a16="http://schemas.microsoft.com/office/drawing/2014/main" id="{A65329C3-25BA-4741-9EE1-CB21A68F0732}"/>
              </a:ext>
            </a:extLst>
          </p:cNvPr>
          <p:cNvGrpSpPr/>
          <p:nvPr/>
        </p:nvGrpSpPr>
        <p:grpSpPr>
          <a:xfrm>
            <a:off x="9609473" y="1333984"/>
            <a:ext cx="2160000" cy="458913"/>
            <a:chOff x="8697680" y="1322684"/>
            <a:chExt cx="2160000" cy="458913"/>
          </a:xfrm>
        </p:grpSpPr>
        <p:cxnSp>
          <p:nvCxnSpPr>
            <p:cNvPr id="67" name="直接连接符 66">
              <a:extLst>
                <a:ext uri="{FF2B5EF4-FFF2-40B4-BE49-F238E27FC236}">
                  <a16:creationId xmlns:a16="http://schemas.microsoft.com/office/drawing/2014/main" id="{51372345-FD4D-4D90-82B9-596D9544DCF7}"/>
                </a:ext>
              </a:extLst>
            </p:cNvPr>
            <p:cNvCxnSpPr/>
            <p:nvPr/>
          </p:nvCxnSpPr>
          <p:spPr>
            <a:xfrm flipV="1">
              <a:off x="8697680" y="1322684"/>
              <a:ext cx="0" cy="453911"/>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68" name="直接连接符 67">
              <a:extLst>
                <a:ext uri="{FF2B5EF4-FFF2-40B4-BE49-F238E27FC236}">
                  <a16:creationId xmlns:a16="http://schemas.microsoft.com/office/drawing/2014/main" id="{742B5232-CB73-4942-9B53-FCCC2C572DFF}"/>
                </a:ext>
              </a:extLst>
            </p:cNvPr>
            <p:cNvCxnSpPr/>
            <p:nvPr/>
          </p:nvCxnSpPr>
          <p:spPr>
            <a:xfrm flipV="1">
              <a:off x="10857680" y="1327686"/>
              <a:ext cx="0" cy="453911"/>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69" name="直接箭头连接符 68">
              <a:extLst>
                <a:ext uri="{FF2B5EF4-FFF2-40B4-BE49-F238E27FC236}">
                  <a16:creationId xmlns:a16="http://schemas.microsoft.com/office/drawing/2014/main" id="{37B6B08E-AD07-4DA7-ACDD-2C8D6D9C26F6}"/>
                </a:ext>
              </a:extLst>
            </p:cNvPr>
            <p:cNvCxnSpPr>
              <a:cxnSpLocks/>
            </p:cNvCxnSpPr>
            <p:nvPr/>
          </p:nvCxnSpPr>
          <p:spPr>
            <a:xfrm>
              <a:off x="8697680" y="1547869"/>
              <a:ext cx="2160000" cy="0"/>
            </a:xfrm>
            <a:prstGeom prst="straightConnector1">
              <a:avLst/>
            </a:prstGeom>
            <a:ln w="12700">
              <a:solidFill>
                <a:schemeClr val="tx1"/>
              </a:solidFill>
              <a:headEnd type="triangle"/>
              <a:tailEnd type="triangle"/>
            </a:ln>
          </p:spPr>
          <p:style>
            <a:lnRef idx="1">
              <a:schemeClr val="accent1"/>
            </a:lnRef>
            <a:fillRef idx="0">
              <a:schemeClr val="accent1"/>
            </a:fillRef>
            <a:effectRef idx="0">
              <a:schemeClr val="accent1"/>
            </a:effectRef>
            <a:fontRef idx="minor">
              <a:schemeClr val="tx1"/>
            </a:fontRef>
          </p:style>
        </p:cxnSp>
        <p:sp>
          <p:nvSpPr>
            <p:cNvPr id="70" name="文本框 69">
              <a:extLst>
                <a:ext uri="{FF2B5EF4-FFF2-40B4-BE49-F238E27FC236}">
                  <a16:creationId xmlns:a16="http://schemas.microsoft.com/office/drawing/2014/main" id="{53D9DDE1-EC45-44B0-AE78-AAD69C2FD0D4}"/>
                </a:ext>
              </a:extLst>
            </p:cNvPr>
            <p:cNvSpPr txBox="1"/>
            <p:nvPr/>
          </p:nvSpPr>
          <p:spPr>
            <a:xfrm>
              <a:off x="9323532" y="1371746"/>
              <a:ext cx="908294" cy="369332"/>
            </a:xfrm>
            <a:prstGeom prst="rect">
              <a:avLst/>
            </a:prstGeom>
            <a:solidFill>
              <a:schemeClr val="bg1"/>
            </a:solidFill>
          </p:spPr>
          <p:txBody>
            <a:bodyPr wrap="square" rtlCol="0">
              <a:spAutoFit/>
            </a:bodyPr>
            <a:lstStyle/>
            <a:p>
              <a:pPr algn="ctr"/>
              <a:r>
                <a:rPr lang="zh-CN" altLang="en-US" b="1" dirty="0"/>
                <a:t>帧尾部</a:t>
              </a:r>
            </a:p>
          </p:txBody>
        </p:sp>
      </p:grpSp>
      <p:grpSp>
        <p:nvGrpSpPr>
          <p:cNvPr id="96" name="组合 95">
            <a:extLst>
              <a:ext uri="{FF2B5EF4-FFF2-40B4-BE49-F238E27FC236}">
                <a16:creationId xmlns:a16="http://schemas.microsoft.com/office/drawing/2014/main" id="{0E3508D5-F69D-47E8-814A-BA9789DEF3C6}"/>
              </a:ext>
            </a:extLst>
          </p:cNvPr>
          <p:cNvGrpSpPr/>
          <p:nvPr/>
        </p:nvGrpSpPr>
        <p:grpSpPr>
          <a:xfrm>
            <a:off x="1539127" y="1322396"/>
            <a:ext cx="3600000" cy="463927"/>
            <a:chOff x="979773" y="2975089"/>
            <a:chExt cx="3600000" cy="463927"/>
          </a:xfrm>
        </p:grpSpPr>
        <p:cxnSp>
          <p:nvCxnSpPr>
            <p:cNvPr id="8" name="直接连接符 7">
              <a:extLst>
                <a:ext uri="{FF2B5EF4-FFF2-40B4-BE49-F238E27FC236}">
                  <a16:creationId xmlns:a16="http://schemas.microsoft.com/office/drawing/2014/main" id="{20D1C248-6389-4EA7-8A7A-5D1E3AEE6BA7}"/>
                </a:ext>
              </a:extLst>
            </p:cNvPr>
            <p:cNvCxnSpPr/>
            <p:nvPr/>
          </p:nvCxnSpPr>
          <p:spPr>
            <a:xfrm flipV="1">
              <a:off x="979773" y="2975089"/>
              <a:ext cx="0" cy="453911"/>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9" name="直接连接符 58">
              <a:extLst>
                <a:ext uri="{FF2B5EF4-FFF2-40B4-BE49-F238E27FC236}">
                  <a16:creationId xmlns:a16="http://schemas.microsoft.com/office/drawing/2014/main" id="{AAE78DCA-1A04-4E57-876B-20ADC8D400EF}"/>
                </a:ext>
              </a:extLst>
            </p:cNvPr>
            <p:cNvCxnSpPr/>
            <p:nvPr/>
          </p:nvCxnSpPr>
          <p:spPr>
            <a:xfrm flipV="1">
              <a:off x="4579773" y="2985105"/>
              <a:ext cx="0" cy="453911"/>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0" name="直接箭头连接符 9">
              <a:extLst>
                <a:ext uri="{FF2B5EF4-FFF2-40B4-BE49-F238E27FC236}">
                  <a16:creationId xmlns:a16="http://schemas.microsoft.com/office/drawing/2014/main" id="{86AB61E2-AD6F-4BB1-A6B5-3118AD22F8BA}"/>
                </a:ext>
              </a:extLst>
            </p:cNvPr>
            <p:cNvCxnSpPr>
              <a:cxnSpLocks/>
            </p:cNvCxnSpPr>
            <p:nvPr/>
          </p:nvCxnSpPr>
          <p:spPr>
            <a:xfrm>
              <a:off x="979773" y="3202043"/>
              <a:ext cx="3600000" cy="0"/>
            </a:xfrm>
            <a:prstGeom prst="straightConnector1">
              <a:avLst/>
            </a:prstGeom>
            <a:ln w="12700">
              <a:solidFill>
                <a:schemeClr val="tx1"/>
              </a:solidFill>
              <a:headEnd type="triangle"/>
              <a:tailEnd type="triangle"/>
            </a:ln>
          </p:spPr>
          <p:style>
            <a:lnRef idx="1">
              <a:schemeClr val="accent1"/>
            </a:lnRef>
            <a:fillRef idx="0">
              <a:schemeClr val="accent1"/>
            </a:fillRef>
            <a:effectRef idx="0">
              <a:schemeClr val="accent1"/>
            </a:effectRef>
            <a:fontRef idx="minor">
              <a:schemeClr val="tx1"/>
            </a:fontRef>
          </p:style>
        </p:cxnSp>
        <p:sp>
          <p:nvSpPr>
            <p:cNvPr id="11" name="文本框 10">
              <a:extLst>
                <a:ext uri="{FF2B5EF4-FFF2-40B4-BE49-F238E27FC236}">
                  <a16:creationId xmlns:a16="http://schemas.microsoft.com/office/drawing/2014/main" id="{89E940CB-08E6-4BB6-98DF-46D605886ABB}"/>
                </a:ext>
              </a:extLst>
            </p:cNvPr>
            <p:cNvSpPr txBox="1"/>
            <p:nvPr/>
          </p:nvSpPr>
          <p:spPr>
            <a:xfrm>
              <a:off x="2329347" y="3027394"/>
              <a:ext cx="900853" cy="369332"/>
            </a:xfrm>
            <a:prstGeom prst="rect">
              <a:avLst/>
            </a:prstGeom>
            <a:solidFill>
              <a:schemeClr val="bg1"/>
            </a:solidFill>
          </p:spPr>
          <p:txBody>
            <a:bodyPr wrap="square" rtlCol="0">
              <a:spAutoFit/>
            </a:bodyPr>
            <a:lstStyle/>
            <a:p>
              <a:pPr algn="ctr"/>
              <a:r>
                <a:rPr lang="zh-CN" altLang="en-US" b="1" dirty="0"/>
                <a:t>帧首部</a:t>
              </a:r>
            </a:p>
          </p:txBody>
        </p:sp>
      </p:grpSp>
      <p:grpSp>
        <p:nvGrpSpPr>
          <p:cNvPr id="18" name="组合 17">
            <a:extLst>
              <a:ext uri="{FF2B5EF4-FFF2-40B4-BE49-F238E27FC236}">
                <a16:creationId xmlns:a16="http://schemas.microsoft.com/office/drawing/2014/main" id="{DFF9F2B3-2FF9-4D82-8BBB-CFB11D3D55DD}"/>
              </a:ext>
            </a:extLst>
          </p:cNvPr>
          <p:cNvGrpSpPr/>
          <p:nvPr/>
        </p:nvGrpSpPr>
        <p:grpSpPr>
          <a:xfrm>
            <a:off x="5139127" y="1322396"/>
            <a:ext cx="4472454" cy="453912"/>
            <a:chOff x="4225226" y="1322862"/>
            <a:chExt cx="4472454" cy="453912"/>
          </a:xfrm>
        </p:grpSpPr>
        <p:cxnSp>
          <p:nvCxnSpPr>
            <p:cNvPr id="62" name="直接连接符 61">
              <a:extLst>
                <a:ext uri="{FF2B5EF4-FFF2-40B4-BE49-F238E27FC236}">
                  <a16:creationId xmlns:a16="http://schemas.microsoft.com/office/drawing/2014/main" id="{C0BAE6FF-23A6-495F-AF8B-3E174F9F8CDA}"/>
                </a:ext>
              </a:extLst>
            </p:cNvPr>
            <p:cNvCxnSpPr/>
            <p:nvPr/>
          </p:nvCxnSpPr>
          <p:spPr>
            <a:xfrm flipV="1">
              <a:off x="4225226" y="1322863"/>
              <a:ext cx="0" cy="453911"/>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63" name="直接连接符 62">
              <a:extLst>
                <a:ext uri="{FF2B5EF4-FFF2-40B4-BE49-F238E27FC236}">
                  <a16:creationId xmlns:a16="http://schemas.microsoft.com/office/drawing/2014/main" id="{6AE6959A-9E5A-43E8-B8F2-1BBCF99F28D8}"/>
                </a:ext>
              </a:extLst>
            </p:cNvPr>
            <p:cNvCxnSpPr/>
            <p:nvPr/>
          </p:nvCxnSpPr>
          <p:spPr>
            <a:xfrm flipV="1">
              <a:off x="8697680" y="1322862"/>
              <a:ext cx="0" cy="453911"/>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64" name="直接箭头连接符 63">
              <a:extLst>
                <a:ext uri="{FF2B5EF4-FFF2-40B4-BE49-F238E27FC236}">
                  <a16:creationId xmlns:a16="http://schemas.microsoft.com/office/drawing/2014/main" id="{088E077A-C5B6-4793-B3E6-9A968FED2DD5}"/>
                </a:ext>
              </a:extLst>
            </p:cNvPr>
            <p:cNvCxnSpPr>
              <a:cxnSpLocks/>
            </p:cNvCxnSpPr>
            <p:nvPr/>
          </p:nvCxnSpPr>
          <p:spPr>
            <a:xfrm>
              <a:off x="4225226" y="1549817"/>
              <a:ext cx="4472454" cy="0"/>
            </a:xfrm>
            <a:prstGeom prst="straightConnector1">
              <a:avLst/>
            </a:prstGeom>
            <a:ln w="12700">
              <a:solidFill>
                <a:schemeClr val="tx1"/>
              </a:solidFill>
              <a:headEnd type="triangle"/>
              <a:tailEnd type="triangle"/>
            </a:ln>
          </p:spPr>
          <p:style>
            <a:lnRef idx="1">
              <a:schemeClr val="accent1"/>
            </a:lnRef>
            <a:fillRef idx="0">
              <a:schemeClr val="accent1"/>
            </a:fillRef>
            <a:effectRef idx="0">
              <a:schemeClr val="accent1"/>
            </a:effectRef>
            <a:fontRef idx="minor">
              <a:schemeClr val="tx1"/>
            </a:fontRef>
          </p:style>
        </p:cxnSp>
        <p:sp>
          <p:nvSpPr>
            <p:cNvPr id="65" name="文本框 64">
              <a:extLst>
                <a:ext uri="{FF2B5EF4-FFF2-40B4-BE49-F238E27FC236}">
                  <a16:creationId xmlns:a16="http://schemas.microsoft.com/office/drawing/2014/main" id="{87082C1A-79B0-4962-9ACC-BD9003BB99DE}"/>
                </a:ext>
              </a:extLst>
            </p:cNvPr>
            <p:cNvSpPr txBox="1"/>
            <p:nvPr/>
          </p:nvSpPr>
          <p:spPr>
            <a:xfrm>
              <a:off x="5665226" y="1371924"/>
              <a:ext cx="1590347" cy="369332"/>
            </a:xfrm>
            <a:prstGeom prst="rect">
              <a:avLst/>
            </a:prstGeom>
            <a:solidFill>
              <a:schemeClr val="bg1"/>
            </a:solidFill>
          </p:spPr>
          <p:txBody>
            <a:bodyPr wrap="square" rtlCol="0">
              <a:spAutoFit/>
            </a:bodyPr>
            <a:lstStyle/>
            <a:p>
              <a:pPr algn="ctr"/>
              <a:r>
                <a:rPr lang="zh-CN" altLang="en-US" b="1" dirty="0"/>
                <a:t>帧的数据载荷</a:t>
              </a:r>
            </a:p>
          </p:txBody>
        </p:sp>
      </p:grpSp>
      <p:grpSp>
        <p:nvGrpSpPr>
          <p:cNvPr id="4" name="组合 3">
            <a:extLst>
              <a:ext uri="{FF2B5EF4-FFF2-40B4-BE49-F238E27FC236}">
                <a16:creationId xmlns:a16="http://schemas.microsoft.com/office/drawing/2014/main" id="{9A1EA9F2-FCB6-48C3-935F-7AE7E3AD14AC}"/>
              </a:ext>
            </a:extLst>
          </p:cNvPr>
          <p:cNvGrpSpPr/>
          <p:nvPr/>
        </p:nvGrpSpPr>
        <p:grpSpPr>
          <a:xfrm>
            <a:off x="304800" y="749300"/>
            <a:ext cx="6192344" cy="400110"/>
            <a:chOff x="424117" y="898245"/>
            <a:chExt cx="6192344" cy="400110"/>
          </a:xfrm>
        </p:grpSpPr>
        <p:sp>
          <p:nvSpPr>
            <p:cNvPr id="2" name="平行四边形 1">
              <a:extLst>
                <a:ext uri="{FF2B5EF4-FFF2-40B4-BE49-F238E27FC236}">
                  <a16:creationId xmlns:a16="http://schemas.microsoft.com/office/drawing/2014/main" id="{1F5BAA3F-9845-4F89-A2DD-8222D3E4EDAC}"/>
                </a:ext>
              </a:extLst>
            </p:cNvPr>
            <p:cNvSpPr/>
            <p:nvPr/>
          </p:nvSpPr>
          <p:spPr>
            <a:xfrm>
              <a:off x="424117" y="898245"/>
              <a:ext cx="737650" cy="387090"/>
            </a:xfrm>
            <a:prstGeom prst="parallelogram">
              <a:avLst/>
            </a:prstGeom>
            <a:solidFill>
              <a:schemeClr val="accent3">
                <a:lumMod val="75000"/>
              </a:schemeClr>
            </a:solidFill>
            <a:ln>
              <a:solidFill>
                <a:schemeClr val="accent3">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CN" sz="2200" dirty="0">
                  <a:latin typeface="Impact" panose="020B0806030902050204" pitchFamily="34" charset="0"/>
                </a:rPr>
                <a:t>02</a:t>
              </a:r>
              <a:endParaRPr lang="zh-CN" altLang="en-US" sz="2200" dirty="0">
                <a:latin typeface="Impact" panose="020B0806030902050204" pitchFamily="34" charset="0"/>
              </a:endParaRPr>
            </a:p>
          </p:txBody>
        </p:sp>
        <p:sp>
          <p:nvSpPr>
            <p:cNvPr id="3" name="文本框 2">
              <a:extLst>
                <a:ext uri="{FF2B5EF4-FFF2-40B4-BE49-F238E27FC236}">
                  <a16:creationId xmlns:a16="http://schemas.microsoft.com/office/drawing/2014/main" id="{4D6BD736-A4D3-4F26-AFED-36E11F50F70B}"/>
                </a:ext>
              </a:extLst>
            </p:cNvPr>
            <p:cNvSpPr txBox="1"/>
            <p:nvPr/>
          </p:nvSpPr>
          <p:spPr>
            <a:xfrm>
              <a:off x="1161767" y="898245"/>
              <a:ext cx="5454694" cy="400110"/>
            </a:xfrm>
            <a:prstGeom prst="rect">
              <a:avLst/>
            </a:prstGeom>
            <a:noFill/>
          </p:spPr>
          <p:txBody>
            <a:bodyPr wrap="square" rtlCol="0">
              <a:spAutoFit/>
            </a:bodyPr>
            <a:lstStyle/>
            <a:p>
              <a:r>
                <a:rPr lang="en-US" altLang="zh-CN" sz="2000" b="1" dirty="0"/>
                <a:t>PPP</a:t>
              </a:r>
              <a:r>
                <a:rPr lang="zh-CN" altLang="en-US" sz="2000" b="1" dirty="0"/>
                <a:t>的帧格式</a:t>
              </a:r>
            </a:p>
          </p:txBody>
        </p:sp>
      </p:grpSp>
      <p:sp>
        <p:nvSpPr>
          <p:cNvPr id="5" name="矩形 4">
            <a:extLst>
              <a:ext uri="{FF2B5EF4-FFF2-40B4-BE49-F238E27FC236}">
                <a16:creationId xmlns:a16="http://schemas.microsoft.com/office/drawing/2014/main" id="{5C14584B-65DB-4770-A0ED-F62C4FBD4E0B}"/>
              </a:ext>
            </a:extLst>
          </p:cNvPr>
          <p:cNvSpPr/>
          <p:nvPr/>
        </p:nvSpPr>
        <p:spPr>
          <a:xfrm>
            <a:off x="1539127" y="1776307"/>
            <a:ext cx="720000" cy="690734"/>
          </a:xfrm>
          <a:prstGeom prst="rect">
            <a:avLst/>
          </a:prstGeom>
          <a:solidFill>
            <a:schemeClr val="accent4"/>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zh-CN" altLang="en-US" b="1" dirty="0">
                <a:latin typeface="Arial Black" panose="020B0A04020102020204" pitchFamily="34" charset="0"/>
              </a:rPr>
              <a:t>标志</a:t>
            </a:r>
            <a:endParaRPr lang="en-US" altLang="zh-CN" b="1" dirty="0">
              <a:latin typeface="Arial Black" panose="020B0A04020102020204" pitchFamily="34" charset="0"/>
            </a:endParaRPr>
          </a:p>
          <a:p>
            <a:pPr algn="ctr"/>
            <a:r>
              <a:rPr lang="en-US" altLang="zh-CN" b="1" dirty="0">
                <a:latin typeface="Arial Black" panose="020B0A04020102020204" pitchFamily="34" charset="0"/>
              </a:rPr>
              <a:t>F</a:t>
            </a:r>
            <a:endParaRPr lang="zh-CN" altLang="en-US" b="1" dirty="0">
              <a:latin typeface="Arial Black" panose="020B0A04020102020204" pitchFamily="34" charset="0"/>
            </a:endParaRPr>
          </a:p>
        </p:txBody>
      </p:sp>
      <p:sp>
        <p:nvSpPr>
          <p:cNvPr id="43" name="矩形 42">
            <a:extLst>
              <a:ext uri="{FF2B5EF4-FFF2-40B4-BE49-F238E27FC236}">
                <a16:creationId xmlns:a16="http://schemas.microsoft.com/office/drawing/2014/main" id="{4D30F04A-BDD5-46D0-A296-37862DEE3C6B}"/>
              </a:ext>
            </a:extLst>
          </p:cNvPr>
          <p:cNvSpPr/>
          <p:nvPr/>
        </p:nvSpPr>
        <p:spPr>
          <a:xfrm>
            <a:off x="2259127" y="1776307"/>
            <a:ext cx="720000" cy="690734"/>
          </a:xfrm>
          <a:prstGeom prst="rect">
            <a:avLst/>
          </a:prstGeom>
          <a:solidFill>
            <a:schemeClr val="accent4"/>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zh-CN" altLang="en-US" b="1" dirty="0">
                <a:latin typeface="Arial Black" panose="020B0A04020102020204" pitchFamily="34" charset="0"/>
              </a:rPr>
              <a:t>地址</a:t>
            </a:r>
            <a:endParaRPr lang="en-US" altLang="zh-CN" b="1" dirty="0">
              <a:latin typeface="Arial Black" panose="020B0A04020102020204" pitchFamily="34" charset="0"/>
            </a:endParaRPr>
          </a:p>
          <a:p>
            <a:pPr algn="ctr"/>
            <a:r>
              <a:rPr lang="en-US" altLang="zh-CN" b="1" dirty="0">
                <a:latin typeface="Arial Black" panose="020B0A04020102020204" pitchFamily="34" charset="0"/>
              </a:rPr>
              <a:t>A</a:t>
            </a:r>
            <a:endParaRPr lang="zh-CN" altLang="en-US" b="1" dirty="0">
              <a:latin typeface="Arial Black" panose="020B0A04020102020204" pitchFamily="34" charset="0"/>
            </a:endParaRPr>
          </a:p>
        </p:txBody>
      </p:sp>
      <p:sp>
        <p:nvSpPr>
          <p:cNvPr id="44" name="矩形 43">
            <a:extLst>
              <a:ext uri="{FF2B5EF4-FFF2-40B4-BE49-F238E27FC236}">
                <a16:creationId xmlns:a16="http://schemas.microsoft.com/office/drawing/2014/main" id="{CBD41C37-938A-4E19-81A3-B2227CAD0AF0}"/>
              </a:ext>
            </a:extLst>
          </p:cNvPr>
          <p:cNvSpPr/>
          <p:nvPr/>
        </p:nvSpPr>
        <p:spPr>
          <a:xfrm>
            <a:off x="2979127" y="1776307"/>
            <a:ext cx="720000" cy="690734"/>
          </a:xfrm>
          <a:prstGeom prst="rect">
            <a:avLst/>
          </a:prstGeom>
          <a:solidFill>
            <a:schemeClr val="accent4"/>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zh-CN" altLang="en-US" b="1" dirty="0">
                <a:latin typeface="Arial Black" panose="020B0A04020102020204" pitchFamily="34" charset="0"/>
              </a:rPr>
              <a:t>控制</a:t>
            </a:r>
            <a:endParaRPr lang="en-US" altLang="zh-CN" b="1" dirty="0">
              <a:latin typeface="Arial Black" panose="020B0A04020102020204" pitchFamily="34" charset="0"/>
            </a:endParaRPr>
          </a:p>
          <a:p>
            <a:pPr algn="ctr"/>
            <a:r>
              <a:rPr lang="en-US" altLang="zh-CN" b="1" dirty="0">
                <a:latin typeface="Arial Black" panose="020B0A04020102020204" pitchFamily="34" charset="0"/>
              </a:rPr>
              <a:t>C</a:t>
            </a:r>
            <a:endParaRPr lang="zh-CN" altLang="en-US" b="1" dirty="0">
              <a:latin typeface="Arial Black" panose="020B0A04020102020204" pitchFamily="34" charset="0"/>
            </a:endParaRPr>
          </a:p>
        </p:txBody>
      </p:sp>
      <p:sp>
        <p:nvSpPr>
          <p:cNvPr id="45" name="矩形 44">
            <a:extLst>
              <a:ext uri="{FF2B5EF4-FFF2-40B4-BE49-F238E27FC236}">
                <a16:creationId xmlns:a16="http://schemas.microsoft.com/office/drawing/2014/main" id="{EA9410C5-81EC-4CCE-AD49-ADF605FC7E42}"/>
              </a:ext>
            </a:extLst>
          </p:cNvPr>
          <p:cNvSpPr/>
          <p:nvPr/>
        </p:nvSpPr>
        <p:spPr>
          <a:xfrm>
            <a:off x="3699127" y="1776307"/>
            <a:ext cx="1440000" cy="690734"/>
          </a:xfrm>
          <a:prstGeom prst="rect">
            <a:avLst/>
          </a:prstGeom>
          <a:solidFill>
            <a:schemeClr val="accent4"/>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zh-CN" altLang="en-US" b="1" dirty="0">
                <a:latin typeface="Arial Black" panose="020B0A04020102020204" pitchFamily="34" charset="0"/>
              </a:rPr>
              <a:t>协议</a:t>
            </a:r>
            <a:endParaRPr lang="en-US" altLang="zh-CN" b="1" dirty="0">
              <a:latin typeface="Arial Black" panose="020B0A04020102020204" pitchFamily="34" charset="0"/>
            </a:endParaRPr>
          </a:p>
          <a:p>
            <a:pPr algn="ctr"/>
            <a:r>
              <a:rPr lang="en-US" altLang="zh-CN" b="1" dirty="0">
                <a:latin typeface="Arial Black" panose="020B0A04020102020204" pitchFamily="34" charset="0"/>
              </a:rPr>
              <a:t>P</a:t>
            </a:r>
            <a:endParaRPr lang="zh-CN" altLang="en-US" b="1" dirty="0">
              <a:latin typeface="Arial Black" panose="020B0A04020102020204" pitchFamily="34" charset="0"/>
            </a:endParaRPr>
          </a:p>
        </p:txBody>
      </p:sp>
      <p:sp>
        <p:nvSpPr>
          <p:cNvPr id="47" name="矩形 46">
            <a:extLst>
              <a:ext uri="{FF2B5EF4-FFF2-40B4-BE49-F238E27FC236}">
                <a16:creationId xmlns:a16="http://schemas.microsoft.com/office/drawing/2014/main" id="{F25354F2-4BC5-4AF5-96D7-2C32111DDCEC}"/>
              </a:ext>
            </a:extLst>
          </p:cNvPr>
          <p:cNvSpPr/>
          <p:nvPr/>
        </p:nvSpPr>
        <p:spPr>
          <a:xfrm>
            <a:off x="9611581" y="1776307"/>
            <a:ext cx="1440000" cy="690734"/>
          </a:xfrm>
          <a:prstGeom prst="rect">
            <a:avLst/>
          </a:prstGeom>
          <a:solidFill>
            <a:schemeClr val="accent4"/>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zh-CN" altLang="en-US" b="1" dirty="0">
                <a:latin typeface="Arial Black" panose="020B0A04020102020204" pitchFamily="34" charset="0"/>
              </a:rPr>
              <a:t>帧检验序列</a:t>
            </a:r>
            <a:endParaRPr lang="en-US" altLang="zh-CN" b="1" dirty="0">
              <a:latin typeface="Arial Black" panose="020B0A04020102020204" pitchFamily="34" charset="0"/>
            </a:endParaRPr>
          </a:p>
          <a:p>
            <a:pPr algn="ctr"/>
            <a:r>
              <a:rPr lang="en-US" altLang="zh-CN" b="1" dirty="0">
                <a:latin typeface="Arial Black" panose="020B0A04020102020204" pitchFamily="34" charset="0"/>
              </a:rPr>
              <a:t>FCS</a:t>
            </a:r>
            <a:endParaRPr lang="zh-CN" altLang="en-US" b="1" dirty="0">
              <a:latin typeface="Arial Black" panose="020B0A04020102020204" pitchFamily="34" charset="0"/>
            </a:endParaRPr>
          </a:p>
        </p:txBody>
      </p:sp>
      <p:sp>
        <p:nvSpPr>
          <p:cNvPr id="56" name="矩形 55">
            <a:extLst>
              <a:ext uri="{FF2B5EF4-FFF2-40B4-BE49-F238E27FC236}">
                <a16:creationId xmlns:a16="http://schemas.microsoft.com/office/drawing/2014/main" id="{54BBB09C-AB25-4CCF-8E3B-C4C92A96CED4}"/>
              </a:ext>
            </a:extLst>
          </p:cNvPr>
          <p:cNvSpPr/>
          <p:nvPr/>
        </p:nvSpPr>
        <p:spPr>
          <a:xfrm>
            <a:off x="11051581" y="1776307"/>
            <a:ext cx="720000" cy="690734"/>
          </a:xfrm>
          <a:prstGeom prst="rect">
            <a:avLst/>
          </a:prstGeom>
          <a:solidFill>
            <a:schemeClr val="accent4"/>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zh-CN" altLang="en-US" b="1" dirty="0">
                <a:latin typeface="Arial Black" panose="020B0A04020102020204" pitchFamily="34" charset="0"/>
              </a:rPr>
              <a:t>标志</a:t>
            </a:r>
            <a:r>
              <a:rPr lang="en-US" altLang="zh-CN" b="1" dirty="0">
                <a:latin typeface="Arial Black" panose="020B0A04020102020204" pitchFamily="34" charset="0"/>
              </a:rPr>
              <a:t>F</a:t>
            </a:r>
            <a:endParaRPr lang="zh-CN" altLang="en-US" b="1" dirty="0">
              <a:latin typeface="Arial Black" panose="020B0A04020102020204" pitchFamily="34" charset="0"/>
            </a:endParaRPr>
          </a:p>
        </p:txBody>
      </p:sp>
      <p:sp>
        <p:nvSpPr>
          <p:cNvPr id="57" name="矩形 56">
            <a:extLst>
              <a:ext uri="{FF2B5EF4-FFF2-40B4-BE49-F238E27FC236}">
                <a16:creationId xmlns:a16="http://schemas.microsoft.com/office/drawing/2014/main" id="{B9716017-A1C4-4EDB-9C41-7339DAEB5A0B}"/>
              </a:ext>
            </a:extLst>
          </p:cNvPr>
          <p:cNvSpPr/>
          <p:nvPr/>
        </p:nvSpPr>
        <p:spPr>
          <a:xfrm>
            <a:off x="5139127" y="1776307"/>
            <a:ext cx="4472454" cy="690734"/>
          </a:xfrm>
          <a:prstGeom prst="rect">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zh-CN" altLang="en-US" b="1" dirty="0">
                <a:solidFill>
                  <a:schemeClr val="tx1"/>
                </a:solidFill>
                <a:latin typeface="Arial Black" panose="020B0A04020102020204" pitchFamily="34" charset="0"/>
              </a:rPr>
              <a:t>封装上层的协议数据单元</a:t>
            </a:r>
            <a:r>
              <a:rPr lang="en-US" altLang="zh-CN" b="1" dirty="0">
                <a:solidFill>
                  <a:schemeClr val="tx1"/>
                </a:solidFill>
                <a:latin typeface="Arial Black" panose="020B0A04020102020204" pitchFamily="34" charset="0"/>
              </a:rPr>
              <a:t>PDU</a:t>
            </a:r>
            <a:endParaRPr lang="zh-CN" altLang="en-US" b="1" dirty="0">
              <a:solidFill>
                <a:schemeClr val="tx1"/>
              </a:solidFill>
              <a:latin typeface="Arial Black" panose="020B0A04020102020204" pitchFamily="34" charset="0"/>
            </a:endParaRPr>
          </a:p>
        </p:txBody>
      </p:sp>
      <p:sp>
        <p:nvSpPr>
          <p:cNvPr id="54" name="文本框 53">
            <a:extLst>
              <a:ext uri="{FF2B5EF4-FFF2-40B4-BE49-F238E27FC236}">
                <a16:creationId xmlns:a16="http://schemas.microsoft.com/office/drawing/2014/main" id="{0875CB90-0BE6-47D1-84F9-5ADADAC4FF50}"/>
              </a:ext>
            </a:extLst>
          </p:cNvPr>
          <p:cNvSpPr txBox="1"/>
          <p:nvPr/>
        </p:nvSpPr>
        <p:spPr>
          <a:xfrm>
            <a:off x="1433434" y="3244334"/>
            <a:ext cx="5063709" cy="369332"/>
          </a:xfrm>
          <a:prstGeom prst="rect">
            <a:avLst/>
          </a:prstGeom>
          <a:noFill/>
        </p:spPr>
        <p:txBody>
          <a:bodyPr wrap="square" rtlCol="0">
            <a:spAutoFit/>
          </a:bodyPr>
          <a:lstStyle/>
          <a:p>
            <a:r>
              <a:rPr lang="zh-CN" altLang="en-US" b="1" dirty="0">
                <a:solidFill>
                  <a:schemeClr val="accent4"/>
                </a:solidFill>
              </a:rPr>
              <a:t>标志</a:t>
            </a:r>
            <a:r>
              <a:rPr lang="zh-CN" altLang="en-US" b="1" dirty="0"/>
              <a:t>（</a:t>
            </a:r>
            <a:r>
              <a:rPr lang="en-US" altLang="zh-CN" b="1" dirty="0"/>
              <a:t>Flag</a:t>
            </a:r>
            <a:r>
              <a:rPr lang="zh-CN" altLang="en-US" b="1" dirty="0"/>
              <a:t>）字段：</a:t>
            </a:r>
            <a:r>
              <a:rPr lang="en-US" altLang="zh-CN" b="1" dirty="0"/>
              <a:t>PPP</a:t>
            </a:r>
            <a:r>
              <a:rPr lang="zh-CN" altLang="en-US" b="1" dirty="0"/>
              <a:t>帧的定界符，取值为</a:t>
            </a:r>
            <a:r>
              <a:rPr lang="en-US" altLang="zh-CN" b="1" dirty="0"/>
              <a:t>0x7E</a:t>
            </a:r>
            <a:r>
              <a:rPr lang="zh-CN" altLang="en-US" b="1" dirty="0"/>
              <a:t>。</a:t>
            </a:r>
          </a:p>
        </p:txBody>
      </p:sp>
      <p:sp>
        <p:nvSpPr>
          <p:cNvPr id="55" name="文本框 54">
            <a:extLst>
              <a:ext uri="{FF2B5EF4-FFF2-40B4-BE49-F238E27FC236}">
                <a16:creationId xmlns:a16="http://schemas.microsoft.com/office/drawing/2014/main" id="{730A496C-767E-4A85-8686-C550FB9F7ECC}"/>
              </a:ext>
            </a:extLst>
          </p:cNvPr>
          <p:cNvSpPr txBox="1"/>
          <p:nvPr/>
        </p:nvSpPr>
        <p:spPr>
          <a:xfrm>
            <a:off x="1433434" y="3559659"/>
            <a:ext cx="7342445" cy="369332"/>
          </a:xfrm>
          <a:prstGeom prst="rect">
            <a:avLst/>
          </a:prstGeom>
          <a:noFill/>
        </p:spPr>
        <p:txBody>
          <a:bodyPr wrap="square" rtlCol="0">
            <a:spAutoFit/>
          </a:bodyPr>
          <a:lstStyle/>
          <a:p>
            <a:r>
              <a:rPr lang="zh-CN" altLang="en-US" b="1" dirty="0">
                <a:solidFill>
                  <a:schemeClr val="accent4"/>
                </a:solidFill>
              </a:rPr>
              <a:t>地址</a:t>
            </a:r>
            <a:r>
              <a:rPr lang="zh-CN" altLang="en-US" b="1" dirty="0"/>
              <a:t>（</a:t>
            </a:r>
            <a:r>
              <a:rPr lang="en-US" altLang="zh-CN" b="1" dirty="0"/>
              <a:t>Address</a:t>
            </a:r>
            <a:r>
              <a:rPr lang="zh-CN" altLang="en-US" b="1" dirty="0"/>
              <a:t>）字段：取值为</a:t>
            </a:r>
            <a:r>
              <a:rPr lang="en-US" altLang="zh-CN" b="1" dirty="0"/>
              <a:t>0xFF</a:t>
            </a:r>
            <a:r>
              <a:rPr lang="zh-CN" altLang="en-US" b="1" dirty="0"/>
              <a:t>，预留（目前没有什么作用）。</a:t>
            </a:r>
          </a:p>
        </p:txBody>
      </p:sp>
      <p:sp>
        <p:nvSpPr>
          <p:cNvPr id="58" name="文本框 57">
            <a:extLst>
              <a:ext uri="{FF2B5EF4-FFF2-40B4-BE49-F238E27FC236}">
                <a16:creationId xmlns:a16="http://schemas.microsoft.com/office/drawing/2014/main" id="{51B2E214-2D5E-48D8-8DD2-64C8ABF9DEDB}"/>
              </a:ext>
            </a:extLst>
          </p:cNvPr>
          <p:cNvSpPr txBox="1"/>
          <p:nvPr/>
        </p:nvSpPr>
        <p:spPr>
          <a:xfrm>
            <a:off x="1433434" y="3874984"/>
            <a:ext cx="7342445" cy="369332"/>
          </a:xfrm>
          <a:prstGeom prst="rect">
            <a:avLst/>
          </a:prstGeom>
          <a:noFill/>
        </p:spPr>
        <p:txBody>
          <a:bodyPr wrap="square" rtlCol="0">
            <a:spAutoFit/>
          </a:bodyPr>
          <a:lstStyle/>
          <a:p>
            <a:r>
              <a:rPr lang="zh-CN" altLang="en-US" b="1" dirty="0">
                <a:solidFill>
                  <a:schemeClr val="accent4"/>
                </a:solidFill>
              </a:rPr>
              <a:t>控制</a:t>
            </a:r>
            <a:r>
              <a:rPr lang="zh-CN" altLang="en-US" b="1" dirty="0"/>
              <a:t>（</a:t>
            </a:r>
            <a:r>
              <a:rPr lang="en-US" altLang="zh-CN" b="1" dirty="0"/>
              <a:t>Control</a:t>
            </a:r>
            <a:r>
              <a:rPr lang="zh-CN" altLang="en-US" b="1" dirty="0"/>
              <a:t>）字段：取值为</a:t>
            </a:r>
            <a:r>
              <a:rPr lang="en-US" altLang="zh-CN" b="1" dirty="0"/>
              <a:t>0x03</a:t>
            </a:r>
            <a:r>
              <a:rPr lang="zh-CN" altLang="en-US" b="1" dirty="0"/>
              <a:t>，预留（目前没有什么作用）。</a:t>
            </a:r>
          </a:p>
        </p:txBody>
      </p:sp>
      <p:sp>
        <p:nvSpPr>
          <p:cNvPr id="60" name="文本框 59">
            <a:extLst>
              <a:ext uri="{FF2B5EF4-FFF2-40B4-BE49-F238E27FC236}">
                <a16:creationId xmlns:a16="http://schemas.microsoft.com/office/drawing/2014/main" id="{A597E018-EE8F-487E-81CE-73495640A002}"/>
              </a:ext>
            </a:extLst>
          </p:cNvPr>
          <p:cNvSpPr txBox="1"/>
          <p:nvPr/>
        </p:nvSpPr>
        <p:spPr>
          <a:xfrm>
            <a:off x="1433434" y="4190310"/>
            <a:ext cx="8289467" cy="369332"/>
          </a:xfrm>
          <a:prstGeom prst="rect">
            <a:avLst/>
          </a:prstGeom>
          <a:noFill/>
        </p:spPr>
        <p:txBody>
          <a:bodyPr wrap="square" rtlCol="0">
            <a:spAutoFit/>
          </a:bodyPr>
          <a:lstStyle/>
          <a:p>
            <a:r>
              <a:rPr lang="zh-CN" altLang="en-US" b="1" dirty="0">
                <a:solidFill>
                  <a:schemeClr val="accent4"/>
                </a:solidFill>
              </a:rPr>
              <a:t>协议</a:t>
            </a:r>
            <a:r>
              <a:rPr lang="zh-CN" altLang="en-US" b="1" dirty="0"/>
              <a:t>（</a:t>
            </a:r>
            <a:r>
              <a:rPr lang="en-US" altLang="zh-CN" b="1" dirty="0"/>
              <a:t>Protocol</a:t>
            </a:r>
            <a:r>
              <a:rPr lang="zh-CN" altLang="en-US" b="1" dirty="0"/>
              <a:t>）字段：其值用来指明帧的数据载荷应向上交付给哪个协议处理。</a:t>
            </a:r>
          </a:p>
        </p:txBody>
      </p:sp>
      <p:grpSp>
        <p:nvGrpSpPr>
          <p:cNvPr id="6" name="组合 5">
            <a:extLst>
              <a:ext uri="{FF2B5EF4-FFF2-40B4-BE49-F238E27FC236}">
                <a16:creationId xmlns:a16="http://schemas.microsoft.com/office/drawing/2014/main" id="{D8A79363-4C93-4123-BE30-4FBDBDAEDAA9}"/>
              </a:ext>
            </a:extLst>
          </p:cNvPr>
          <p:cNvGrpSpPr/>
          <p:nvPr/>
        </p:nvGrpSpPr>
        <p:grpSpPr>
          <a:xfrm>
            <a:off x="1539127" y="4659980"/>
            <a:ext cx="10232454" cy="307893"/>
            <a:chOff x="1539127" y="4659980"/>
            <a:chExt cx="10232454" cy="307893"/>
          </a:xfrm>
        </p:grpSpPr>
        <p:sp>
          <p:nvSpPr>
            <p:cNvPr id="61" name="矩形 60">
              <a:extLst>
                <a:ext uri="{FF2B5EF4-FFF2-40B4-BE49-F238E27FC236}">
                  <a16:creationId xmlns:a16="http://schemas.microsoft.com/office/drawing/2014/main" id="{A17AC4FC-FDDB-44BF-8663-675D24FB37A6}"/>
                </a:ext>
              </a:extLst>
            </p:cNvPr>
            <p:cNvSpPr/>
            <p:nvPr/>
          </p:nvSpPr>
          <p:spPr>
            <a:xfrm>
              <a:off x="1539127" y="4659980"/>
              <a:ext cx="720000" cy="307893"/>
            </a:xfrm>
            <a:prstGeom prst="rect">
              <a:avLst/>
            </a:prstGeom>
            <a:solidFill>
              <a:schemeClr val="accent4"/>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CN" b="1" dirty="0">
                  <a:latin typeface="Arial Narrow" panose="020B0606020202030204" pitchFamily="34" charset="0"/>
                </a:rPr>
                <a:t>7E</a:t>
              </a:r>
              <a:endParaRPr lang="zh-CN" altLang="en-US" b="1" dirty="0">
                <a:latin typeface="Arial Narrow" panose="020B0606020202030204" pitchFamily="34" charset="0"/>
              </a:endParaRPr>
            </a:p>
          </p:txBody>
        </p:sp>
        <p:sp>
          <p:nvSpPr>
            <p:cNvPr id="66" name="矩形 65">
              <a:extLst>
                <a:ext uri="{FF2B5EF4-FFF2-40B4-BE49-F238E27FC236}">
                  <a16:creationId xmlns:a16="http://schemas.microsoft.com/office/drawing/2014/main" id="{CCAA0225-AC9F-4706-81F6-C51E9E5AC681}"/>
                </a:ext>
              </a:extLst>
            </p:cNvPr>
            <p:cNvSpPr/>
            <p:nvPr/>
          </p:nvSpPr>
          <p:spPr>
            <a:xfrm>
              <a:off x="2259127" y="4659980"/>
              <a:ext cx="720000" cy="307893"/>
            </a:xfrm>
            <a:prstGeom prst="rect">
              <a:avLst/>
            </a:prstGeom>
            <a:solidFill>
              <a:schemeClr val="accent4"/>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CN" b="1" dirty="0">
                  <a:latin typeface="Arial Narrow" panose="020B0606020202030204" pitchFamily="34" charset="0"/>
                </a:rPr>
                <a:t>FF</a:t>
              </a:r>
              <a:endParaRPr lang="zh-CN" altLang="en-US" b="1" dirty="0">
                <a:latin typeface="Arial Narrow" panose="020B0606020202030204" pitchFamily="34" charset="0"/>
              </a:endParaRPr>
            </a:p>
          </p:txBody>
        </p:sp>
        <p:sp>
          <p:nvSpPr>
            <p:cNvPr id="72" name="矩形 71">
              <a:extLst>
                <a:ext uri="{FF2B5EF4-FFF2-40B4-BE49-F238E27FC236}">
                  <a16:creationId xmlns:a16="http://schemas.microsoft.com/office/drawing/2014/main" id="{E4BDE5C9-4032-4BC6-8A99-F017DEE67EB9}"/>
                </a:ext>
              </a:extLst>
            </p:cNvPr>
            <p:cNvSpPr/>
            <p:nvPr/>
          </p:nvSpPr>
          <p:spPr>
            <a:xfrm>
              <a:off x="2979127" y="4659980"/>
              <a:ext cx="720000" cy="307893"/>
            </a:xfrm>
            <a:prstGeom prst="rect">
              <a:avLst/>
            </a:prstGeom>
            <a:solidFill>
              <a:schemeClr val="accent4"/>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CN" b="1" dirty="0">
                  <a:latin typeface="Arial Narrow" panose="020B0606020202030204" pitchFamily="34" charset="0"/>
                </a:rPr>
                <a:t>03</a:t>
              </a:r>
              <a:endParaRPr lang="zh-CN" altLang="en-US" b="1" dirty="0">
                <a:latin typeface="Arial Narrow" panose="020B0606020202030204" pitchFamily="34" charset="0"/>
              </a:endParaRPr>
            </a:p>
          </p:txBody>
        </p:sp>
        <p:sp>
          <p:nvSpPr>
            <p:cNvPr id="77" name="矩形 76">
              <a:extLst>
                <a:ext uri="{FF2B5EF4-FFF2-40B4-BE49-F238E27FC236}">
                  <a16:creationId xmlns:a16="http://schemas.microsoft.com/office/drawing/2014/main" id="{2EF81E4A-E598-4788-B768-E16AC4CCA10D}"/>
                </a:ext>
              </a:extLst>
            </p:cNvPr>
            <p:cNvSpPr/>
            <p:nvPr/>
          </p:nvSpPr>
          <p:spPr>
            <a:xfrm>
              <a:off x="3699127" y="4659980"/>
              <a:ext cx="1440000" cy="307893"/>
            </a:xfrm>
            <a:prstGeom prst="rect">
              <a:avLst/>
            </a:prstGeom>
            <a:solidFill>
              <a:schemeClr val="accent4"/>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CN" b="1" dirty="0">
                  <a:latin typeface="Arial Narrow" panose="020B0606020202030204" pitchFamily="34" charset="0"/>
                </a:rPr>
                <a:t>0021</a:t>
              </a:r>
              <a:endParaRPr lang="zh-CN" altLang="en-US" b="1" dirty="0">
                <a:latin typeface="Arial Narrow" panose="020B0606020202030204" pitchFamily="34" charset="0"/>
              </a:endParaRPr>
            </a:p>
          </p:txBody>
        </p:sp>
        <p:sp>
          <p:nvSpPr>
            <p:cNvPr id="78" name="矩形 77">
              <a:extLst>
                <a:ext uri="{FF2B5EF4-FFF2-40B4-BE49-F238E27FC236}">
                  <a16:creationId xmlns:a16="http://schemas.microsoft.com/office/drawing/2014/main" id="{B2479F2B-9F24-4843-8B38-5D0E39F5B525}"/>
                </a:ext>
              </a:extLst>
            </p:cNvPr>
            <p:cNvSpPr/>
            <p:nvPr/>
          </p:nvSpPr>
          <p:spPr>
            <a:xfrm>
              <a:off x="9611581" y="4659980"/>
              <a:ext cx="1440000" cy="307893"/>
            </a:xfrm>
            <a:prstGeom prst="rect">
              <a:avLst/>
            </a:prstGeom>
            <a:solidFill>
              <a:schemeClr val="accent4"/>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CN" b="1" dirty="0">
                  <a:latin typeface="Arial Narrow" panose="020B0606020202030204" pitchFamily="34" charset="0"/>
                </a:rPr>
                <a:t>FCS</a:t>
              </a:r>
              <a:endParaRPr lang="zh-CN" altLang="en-US" b="1" dirty="0">
                <a:latin typeface="Arial Narrow" panose="020B0606020202030204" pitchFamily="34" charset="0"/>
              </a:endParaRPr>
            </a:p>
          </p:txBody>
        </p:sp>
        <p:sp>
          <p:nvSpPr>
            <p:cNvPr id="79" name="矩形 78">
              <a:extLst>
                <a:ext uri="{FF2B5EF4-FFF2-40B4-BE49-F238E27FC236}">
                  <a16:creationId xmlns:a16="http://schemas.microsoft.com/office/drawing/2014/main" id="{EADD783D-453E-41F7-870B-7D0E8E0DA0CE}"/>
                </a:ext>
              </a:extLst>
            </p:cNvPr>
            <p:cNvSpPr/>
            <p:nvPr/>
          </p:nvSpPr>
          <p:spPr>
            <a:xfrm>
              <a:off x="11051581" y="4659980"/>
              <a:ext cx="720000" cy="307893"/>
            </a:xfrm>
            <a:prstGeom prst="rect">
              <a:avLst/>
            </a:prstGeom>
            <a:solidFill>
              <a:schemeClr val="accent4"/>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CN" b="1" dirty="0">
                  <a:latin typeface="Arial Narrow" panose="020B0606020202030204" pitchFamily="34" charset="0"/>
                </a:rPr>
                <a:t>7E</a:t>
              </a:r>
              <a:endParaRPr lang="zh-CN" altLang="en-US" b="1" dirty="0">
                <a:latin typeface="Arial Narrow" panose="020B0606020202030204" pitchFamily="34" charset="0"/>
              </a:endParaRPr>
            </a:p>
          </p:txBody>
        </p:sp>
        <p:sp>
          <p:nvSpPr>
            <p:cNvPr id="80" name="矩形 79">
              <a:extLst>
                <a:ext uri="{FF2B5EF4-FFF2-40B4-BE49-F238E27FC236}">
                  <a16:creationId xmlns:a16="http://schemas.microsoft.com/office/drawing/2014/main" id="{2B9E275D-598A-4AB5-88EF-BD7038D5FC1A}"/>
                </a:ext>
              </a:extLst>
            </p:cNvPr>
            <p:cNvSpPr/>
            <p:nvPr/>
          </p:nvSpPr>
          <p:spPr>
            <a:xfrm>
              <a:off x="5139127" y="4659980"/>
              <a:ext cx="4472454" cy="307893"/>
            </a:xfrm>
            <a:prstGeom prst="rect">
              <a:avLst/>
            </a:prstGeom>
            <a:solidFill>
              <a:schemeClr val="accent6"/>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CN" b="1" dirty="0">
                  <a:solidFill>
                    <a:schemeClr val="tx1"/>
                  </a:solidFill>
                  <a:latin typeface="Arial Narrow" panose="020B0606020202030204" pitchFamily="34" charset="0"/>
                </a:rPr>
                <a:t>IP</a:t>
              </a:r>
              <a:r>
                <a:rPr lang="zh-CN" altLang="en-US" b="1" dirty="0">
                  <a:solidFill>
                    <a:schemeClr val="tx1"/>
                  </a:solidFill>
                  <a:latin typeface="Arial Narrow" panose="020B0606020202030204" pitchFamily="34" charset="0"/>
                </a:rPr>
                <a:t>数据报</a:t>
              </a:r>
            </a:p>
          </p:txBody>
        </p:sp>
      </p:grpSp>
      <p:grpSp>
        <p:nvGrpSpPr>
          <p:cNvPr id="81" name="组合 80">
            <a:extLst>
              <a:ext uri="{FF2B5EF4-FFF2-40B4-BE49-F238E27FC236}">
                <a16:creationId xmlns:a16="http://schemas.microsoft.com/office/drawing/2014/main" id="{98BD4820-AA43-4F00-BE10-62C9C1019E41}"/>
              </a:ext>
            </a:extLst>
          </p:cNvPr>
          <p:cNvGrpSpPr/>
          <p:nvPr/>
        </p:nvGrpSpPr>
        <p:grpSpPr>
          <a:xfrm>
            <a:off x="1534026" y="5068211"/>
            <a:ext cx="10232454" cy="307893"/>
            <a:chOff x="1539127" y="4659980"/>
            <a:chExt cx="10232454" cy="307893"/>
          </a:xfrm>
        </p:grpSpPr>
        <p:sp>
          <p:nvSpPr>
            <p:cNvPr id="82" name="矩形 81">
              <a:extLst>
                <a:ext uri="{FF2B5EF4-FFF2-40B4-BE49-F238E27FC236}">
                  <a16:creationId xmlns:a16="http://schemas.microsoft.com/office/drawing/2014/main" id="{F0D4B27B-14AB-4971-B37B-D72910AF4E1A}"/>
                </a:ext>
              </a:extLst>
            </p:cNvPr>
            <p:cNvSpPr/>
            <p:nvPr/>
          </p:nvSpPr>
          <p:spPr>
            <a:xfrm>
              <a:off x="1539127" y="4659980"/>
              <a:ext cx="720000" cy="307893"/>
            </a:xfrm>
            <a:prstGeom prst="rect">
              <a:avLst/>
            </a:prstGeom>
            <a:solidFill>
              <a:schemeClr val="accent4"/>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CN" b="1" dirty="0">
                  <a:latin typeface="Arial Narrow" panose="020B0606020202030204" pitchFamily="34" charset="0"/>
                </a:rPr>
                <a:t>7E</a:t>
              </a:r>
              <a:endParaRPr lang="zh-CN" altLang="en-US" b="1" dirty="0">
                <a:latin typeface="Arial Narrow" panose="020B0606020202030204" pitchFamily="34" charset="0"/>
              </a:endParaRPr>
            </a:p>
          </p:txBody>
        </p:sp>
        <p:sp>
          <p:nvSpPr>
            <p:cNvPr id="83" name="矩形 82">
              <a:extLst>
                <a:ext uri="{FF2B5EF4-FFF2-40B4-BE49-F238E27FC236}">
                  <a16:creationId xmlns:a16="http://schemas.microsoft.com/office/drawing/2014/main" id="{8CD8BBDE-2EA9-4889-BCEC-55066BCE2FBB}"/>
                </a:ext>
              </a:extLst>
            </p:cNvPr>
            <p:cNvSpPr/>
            <p:nvPr/>
          </p:nvSpPr>
          <p:spPr>
            <a:xfrm>
              <a:off x="2259127" y="4659980"/>
              <a:ext cx="720000" cy="307893"/>
            </a:xfrm>
            <a:prstGeom prst="rect">
              <a:avLst/>
            </a:prstGeom>
            <a:solidFill>
              <a:schemeClr val="accent4"/>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CN" b="1" dirty="0">
                  <a:latin typeface="Arial Narrow" panose="020B0606020202030204" pitchFamily="34" charset="0"/>
                </a:rPr>
                <a:t>FF</a:t>
              </a:r>
              <a:endParaRPr lang="zh-CN" altLang="en-US" b="1" dirty="0">
                <a:latin typeface="Arial Narrow" panose="020B0606020202030204" pitchFamily="34" charset="0"/>
              </a:endParaRPr>
            </a:p>
          </p:txBody>
        </p:sp>
        <p:sp>
          <p:nvSpPr>
            <p:cNvPr id="84" name="矩形 83">
              <a:extLst>
                <a:ext uri="{FF2B5EF4-FFF2-40B4-BE49-F238E27FC236}">
                  <a16:creationId xmlns:a16="http://schemas.microsoft.com/office/drawing/2014/main" id="{0D2E15FD-688A-479E-BE0F-4FAF255EDE41}"/>
                </a:ext>
              </a:extLst>
            </p:cNvPr>
            <p:cNvSpPr/>
            <p:nvPr/>
          </p:nvSpPr>
          <p:spPr>
            <a:xfrm>
              <a:off x="2979127" y="4659980"/>
              <a:ext cx="720000" cy="307893"/>
            </a:xfrm>
            <a:prstGeom prst="rect">
              <a:avLst/>
            </a:prstGeom>
            <a:solidFill>
              <a:schemeClr val="accent4"/>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CN" b="1" dirty="0">
                  <a:latin typeface="Arial Narrow" panose="020B0606020202030204" pitchFamily="34" charset="0"/>
                </a:rPr>
                <a:t>03</a:t>
              </a:r>
              <a:endParaRPr lang="zh-CN" altLang="en-US" b="1" dirty="0">
                <a:latin typeface="Arial Narrow" panose="020B0606020202030204" pitchFamily="34" charset="0"/>
              </a:endParaRPr>
            </a:p>
          </p:txBody>
        </p:sp>
        <p:sp>
          <p:nvSpPr>
            <p:cNvPr id="85" name="矩形 84">
              <a:extLst>
                <a:ext uri="{FF2B5EF4-FFF2-40B4-BE49-F238E27FC236}">
                  <a16:creationId xmlns:a16="http://schemas.microsoft.com/office/drawing/2014/main" id="{053EA3D6-3883-4D62-A2BB-2A73734A5F3B}"/>
                </a:ext>
              </a:extLst>
            </p:cNvPr>
            <p:cNvSpPr/>
            <p:nvPr/>
          </p:nvSpPr>
          <p:spPr>
            <a:xfrm>
              <a:off x="3699127" y="4659980"/>
              <a:ext cx="1440000" cy="307893"/>
            </a:xfrm>
            <a:prstGeom prst="rect">
              <a:avLst/>
            </a:prstGeom>
            <a:solidFill>
              <a:schemeClr val="accent4"/>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CN" b="1" dirty="0">
                  <a:latin typeface="Arial Narrow" panose="020B0606020202030204" pitchFamily="34" charset="0"/>
                </a:rPr>
                <a:t>C021</a:t>
              </a:r>
              <a:endParaRPr lang="zh-CN" altLang="en-US" b="1" dirty="0">
                <a:latin typeface="Arial Narrow" panose="020B0606020202030204" pitchFamily="34" charset="0"/>
              </a:endParaRPr>
            </a:p>
          </p:txBody>
        </p:sp>
        <p:sp>
          <p:nvSpPr>
            <p:cNvPr id="86" name="矩形 85">
              <a:extLst>
                <a:ext uri="{FF2B5EF4-FFF2-40B4-BE49-F238E27FC236}">
                  <a16:creationId xmlns:a16="http://schemas.microsoft.com/office/drawing/2014/main" id="{43D5B47C-C8C7-4679-AA6D-29883AC915A5}"/>
                </a:ext>
              </a:extLst>
            </p:cNvPr>
            <p:cNvSpPr/>
            <p:nvPr/>
          </p:nvSpPr>
          <p:spPr>
            <a:xfrm>
              <a:off x="9611581" y="4659980"/>
              <a:ext cx="1440000" cy="307893"/>
            </a:xfrm>
            <a:prstGeom prst="rect">
              <a:avLst/>
            </a:prstGeom>
            <a:solidFill>
              <a:schemeClr val="accent4"/>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CN" b="1" dirty="0">
                  <a:latin typeface="Arial Narrow" panose="020B0606020202030204" pitchFamily="34" charset="0"/>
                </a:rPr>
                <a:t>FCS</a:t>
              </a:r>
              <a:endParaRPr lang="zh-CN" altLang="en-US" b="1" dirty="0">
                <a:latin typeface="Arial Narrow" panose="020B0606020202030204" pitchFamily="34" charset="0"/>
              </a:endParaRPr>
            </a:p>
          </p:txBody>
        </p:sp>
        <p:sp>
          <p:nvSpPr>
            <p:cNvPr id="87" name="矩形 86">
              <a:extLst>
                <a:ext uri="{FF2B5EF4-FFF2-40B4-BE49-F238E27FC236}">
                  <a16:creationId xmlns:a16="http://schemas.microsoft.com/office/drawing/2014/main" id="{3BF9D897-7BEC-4088-9A2F-83F9647D68E1}"/>
                </a:ext>
              </a:extLst>
            </p:cNvPr>
            <p:cNvSpPr/>
            <p:nvPr/>
          </p:nvSpPr>
          <p:spPr>
            <a:xfrm>
              <a:off x="11051581" y="4659980"/>
              <a:ext cx="720000" cy="307893"/>
            </a:xfrm>
            <a:prstGeom prst="rect">
              <a:avLst/>
            </a:prstGeom>
            <a:solidFill>
              <a:schemeClr val="accent4"/>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CN" b="1" dirty="0">
                  <a:latin typeface="Arial Narrow" panose="020B0606020202030204" pitchFamily="34" charset="0"/>
                </a:rPr>
                <a:t>7E</a:t>
              </a:r>
              <a:endParaRPr lang="zh-CN" altLang="en-US" b="1" dirty="0">
                <a:latin typeface="Arial Narrow" panose="020B0606020202030204" pitchFamily="34" charset="0"/>
              </a:endParaRPr>
            </a:p>
          </p:txBody>
        </p:sp>
        <p:sp>
          <p:nvSpPr>
            <p:cNvPr id="88" name="矩形 87">
              <a:extLst>
                <a:ext uri="{FF2B5EF4-FFF2-40B4-BE49-F238E27FC236}">
                  <a16:creationId xmlns:a16="http://schemas.microsoft.com/office/drawing/2014/main" id="{3E230AC9-86A7-4A52-9839-A1A4DCEF9FFD}"/>
                </a:ext>
              </a:extLst>
            </p:cNvPr>
            <p:cNvSpPr/>
            <p:nvPr/>
          </p:nvSpPr>
          <p:spPr>
            <a:xfrm>
              <a:off x="5139127" y="4659980"/>
              <a:ext cx="4472454" cy="307893"/>
            </a:xfrm>
            <a:prstGeom prst="rect">
              <a:avLst/>
            </a:prstGeom>
            <a:solidFill>
              <a:schemeClr val="accent4">
                <a:lumMod val="20000"/>
                <a:lumOff val="80000"/>
              </a:schemeClr>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CN" b="1" dirty="0">
                  <a:solidFill>
                    <a:schemeClr val="tx1"/>
                  </a:solidFill>
                  <a:latin typeface="Arial Narrow" panose="020B0606020202030204" pitchFamily="34" charset="0"/>
                </a:rPr>
                <a:t>LCP</a:t>
              </a:r>
              <a:r>
                <a:rPr lang="zh-CN" altLang="en-US" b="1" dirty="0">
                  <a:solidFill>
                    <a:schemeClr val="tx1"/>
                  </a:solidFill>
                  <a:latin typeface="Arial Narrow" panose="020B0606020202030204" pitchFamily="34" charset="0"/>
                </a:rPr>
                <a:t>分组</a:t>
              </a:r>
            </a:p>
          </p:txBody>
        </p:sp>
      </p:grpSp>
      <p:grpSp>
        <p:nvGrpSpPr>
          <p:cNvPr id="89" name="组合 88">
            <a:extLst>
              <a:ext uri="{FF2B5EF4-FFF2-40B4-BE49-F238E27FC236}">
                <a16:creationId xmlns:a16="http://schemas.microsoft.com/office/drawing/2014/main" id="{FB5D01F4-19D6-4681-8A2F-7F4D74D50C26}"/>
              </a:ext>
            </a:extLst>
          </p:cNvPr>
          <p:cNvGrpSpPr/>
          <p:nvPr/>
        </p:nvGrpSpPr>
        <p:grpSpPr>
          <a:xfrm>
            <a:off x="1534026" y="5474954"/>
            <a:ext cx="10232454" cy="307893"/>
            <a:chOff x="1539127" y="4659980"/>
            <a:chExt cx="10232454" cy="307893"/>
          </a:xfrm>
        </p:grpSpPr>
        <p:sp>
          <p:nvSpPr>
            <p:cNvPr id="90" name="矩形 89">
              <a:extLst>
                <a:ext uri="{FF2B5EF4-FFF2-40B4-BE49-F238E27FC236}">
                  <a16:creationId xmlns:a16="http://schemas.microsoft.com/office/drawing/2014/main" id="{A1F1CB1C-48E3-46A9-A38E-B8D636CC5DFA}"/>
                </a:ext>
              </a:extLst>
            </p:cNvPr>
            <p:cNvSpPr/>
            <p:nvPr/>
          </p:nvSpPr>
          <p:spPr>
            <a:xfrm>
              <a:off x="1539127" y="4659980"/>
              <a:ext cx="720000" cy="307893"/>
            </a:xfrm>
            <a:prstGeom prst="rect">
              <a:avLst/>
            </a:prstGeom>
            <a:solidFill>
              <a:schemeClr val="accent4"/>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CN" b="1" dirty="0">
                  <a:latin typeface="Arial Narrow" panose="020B0606020202030204" pitchFamily="34" charset="0"/>
                </a:rPr>
                <a:t>7E</a:t>
              </a:r>
              <a:endParaRPr lang="zh-CN" altLang="en-US" b="1" dirty="0">
                <a:latin typeface="Arial Narrow" panose="020B0606020202030204" pitchFamily="34" charset="0"/>
              </a:endParaRPr>
            </a:p>
          </p:txBody>
        </p:sp>
        <p:sp>
          <p:nvSpPr>
            <p:cNvPr id="91" name="矩形 90">
              <a:extLst>
                <a:ext uri="{FF2B5EF4-FFF2-40B4-BE49-F238E27FC236}">
                  <a16:creationId xmlns:a16="http://schemas.microsoft.com/office/drawing/2014/main" id="{6DAEB279-3EEB-49C1-904C-649448BAD345}"/>
                </a:ext>
              </a:extLst>
            </p:cNvPr>
            <p:cNvSpPr/>
            <p:nvPr/>
          </p:nvSpPr>
          <p:spPr>
            <a:xfrm>
              <a:off x="2259127" y="4659980"/>
              <a:ext cx="720000" cy="307893"/>
            </a:xfrm>
            <a:prstGeom prst="rect">
              <a:avLst/>
            </a:prstGeom>
            <a:solidFill>
              <a:schemeClr val="accent4"/>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CN" b="1" dirty="0">
                  <a:latin typeface="Arial Narrow" panose="020B0606020202030204" pitchFamily="34" charset="0"/>
                </a:rPr>
                <a:t>FF</a:t>
              </a:r>
              <a:endParaRPr lang="zh-CN" altLang="en-US" b="1" dirty="0">
                <a:latin typeface="Arial Narrow" panose="020B0606020202030204" pitchFamily="34" charset="0"/>
              </a:endParaRPr>
            </a:p>
          </p:txBody>
        </p:sp>
        <p:sp>
          <p:nvSpPr>
            <p:cNvPr id="92" name="矩形 91">
              <a:extLst>
                <a:ext uri="{FF2B5EF4-FFF2-40B4-BE49-F238E27FC236}">
                  <a16:creationId xmlns:a16="http://schemas.microsoft.com/office/drawing/2014/main" id="{E758E74E-A118-4DAD-9545-E96CDF75BF2B}"/>
                </a:ext>
              </a:extLst>
            </p:cNvPr>
            <p:cNvSpPr/>
            <p:nvPr/>
          </p:nvSpPr>
          <p:spPr>
            <a:xfrm>
              <a:off x="2979127" y="4659980"/>
              <a:ext cx="720000" cy="307893"/>
            </a:xfrm>
            <a:prstGeom prst="rect">
              <a:avLst/>
            </a:prstGeom>
            <a:solidFill>
              <a:schemeClr val="accent4"/>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CN" b="1" dirty="0">
                  <a:latin typeface="Arial Narrow" panose="020B0606020202030204" pitchFamily="34" charset="0"/>
                </a:rPr>
                <a:t>03</a:t>
              </a:r>
              <a:endParaRPr lang="zh-CN" altLang="en-US" b="1" dirty="0">
                <a:latin typeface="Arial Narrow" panose="020B0606020202030204" pitchFamily="34" charset="0"/>
              </a:endParaRPr>
            </a:p>
          </p:txBody>
        </p:sp>
        <p:sp>
          <p:nvSpPr>
            <p:cNvPr id="93" name="矩形 92">
              <a:extLst>
                <a:ext uri="{FF2B5EF4-FFF2-40B4-BE49-F238E27FC236}">
                  <a16:creationId xmlns:a16="http://schemas.microsoft.com/office/drawing/2014/main" id="{663462D9-7B98-4D4E-AF9E-890F8A96A6C2}"/>
                </a:ext>
              </a:extLst>
            </p:cNvPr>
            <p:cNvSpPr/>
            <p:nvPr/>
          </p:nvSpPr>
          <p:spPr>
            <a:xfrm>
              <a:off x="3699127" y="4659980"/>
              <a:ext cx="1440000" cy="307893"/>
            </a:xfrm>
            <a:prstGeom prst="rect">
              <a:avLst/>
            </a:prstGeom>
            <a:solidFill>
              <a:schemeClr val="accent4"/>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CN" b="1" dirty="0">
                  <a:latin typeface="Arial Narrow" panose="020B0606020202030204" pitchFamily="34" charset="0"/>
                </a:rPr>
                <a:t>8021</a:t>
              </a:r>
              <a:endParaRPr lang="zh-CN" altLang="en-US" b="1" dirty="0">
                <a:latin typeface="Arial Narrow" panose="020B0606020202030204" pitchFamily="34" charset="0"/>
              </a:endParaRPr>
            </a:p>
          </p:txBody>
        </p:sp>
        <p:sp>
          <p:nvSpPr>
            <p:cNvPr id="94" name="矩形 93">
              <a:extLst>
                <a:ext uri="{FF2B5EF4-FFF2-40B4-BE49-F238E27FC236}">
                  <a16:creationId xmlns:a16="http://schemas.microsoft.com/office/drawing/2014/main" id="{B610861A-5EFC-4260-8562-BE20A8258FCE}"/>
                </a:ext>
              </a:extLst>
            </p:cNvPr>
            <p:cNvSpPr/>
            <p:nvPr/>
          </p:nvSpPr>
          <p:spPr>
            <a:xfrm>
              <a:off x="9611581" y="4659980"/>
              <a:ext cx="1440000" cy="307893"/>
            </a:xfrm>
            <a:prstGeom prst="rect">
              <a:avLst/>
            </a:prstGeom>
            <a:solidFill>
              <a:schemeClr val="accent4"/>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CN" b="1" dirty="0">
                  <a:latin typeface="Arial Narrow" panose="020B0606020202030204" pitchFamily="34" charset="0"/>
                </a:rPr>
                <a:t>FCS</a:t>
              </a:r>
              <a:endParaRPr lang="zh-CN" altLang="en-US" b="1" dirty="0">
                <a:latin typeface="Arial Narrow" panose="020B0606020202030204" pitchFamily="34" charset="0"/>
              </a:endParaRPr>
            </a:p>
          </p:txBody>
        </p:sp>
        <p:sp>
          <p:nvSpPr>
            <p:cNvPr id="95" name="矩形 94">
              <a:extLst>
                <a:ext uri="{FF2B5EF4-FFF2-40B4-BE49-F238E27FC236}">
                  <a16:creationId xmlns:a16="http://schemas.microsoft.com/office/drawing/2014/main" id="{DFECCDD1-8987-43FE-AEBC-A3BDC546C584}"/>
                </a:ext>
              </a:extLst>
            </p:cNvPr>
            <p:cNvSpPr/>
            <p:nvPr/>
          </p:nvSpPr>
          <p:spPr>
            <a:xfrm>
              <a:off x="11051581" y="4659980"/>
              <a:ext cx="720000" cy="307893"/>
            </a:xfrm>
            <a:prstGeom prst="rect">
              <a:avLst/>
            </a:prstGeom>
            <a:solidFill>
              <a:schemeClr val="accent4"/>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CN" b="1" dirty="0">
                  <a:latin typeface="Arial Narrow" panose="020B0606020202030204" pitchFamily="34" charset="0"/>
                </a:rPr>
                <a:t>7E</a:t>
              </a:r>
              <a:endParaRPr lang="zh-CN" altLang="en-US" b="1" dirty="0">
                <a:latin typeface="Arial Narrow" panose="020B0606020202030204" pitchFamily="34" charset="0"/>
              </a:endParaRPr>
            </a:p>
          </p:txBody>
        </p:sp>
        <p:sp>
          <p:nvSpPr>
            <p:cNvPr id="97" name="矩形 96">
              <a:extLst>
                <a:ext uri="{FF2B5EF4-FFF2-40B4-BE49-F238E27FC236}">
                  <a16:creationId xmlns:a16="http://schemas.microsoft.com/office/drawing/2014/main" id="{EB27BBA7-6B31-4EAC-8F6F-29AE85A52B62}"/>
                </a:ext>
              </a:extLst>
            </p:cNvPr>
            <p:cNvSpPr/>
            <p:nvPr/>
          </p:nvSpPr>
          <p:spPr>
            <a:xfrm>
              <a:off x="5139127" y="4659980"/>
              <a:ext cx="4472454" cy="307893"/>
            </a:xfrm>
            <a:prstGeom prst="rect">
              <a:avLst/>
            </a:prstGeom>
            <a:solidFill>
              <a:schemeClr val="accent6">
                <a:lumMod val="20000"/>
                <a:lumOff val="80000"/>
              </a:schemeClr>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CN" b="1" dirty="0">
                  <a:solidFill>
                    <a:schemeClr val="tx1"/>
                  </a:solidFill>
                  <a:latin typeface="Arial Narrow" panose="020B0606020202030204" pitchFamily="34" charset="0"/>
                </a:rPr>
                <a:t>NCP</a:t>
              </a:r>
              <a:r>
                <a:rPr lang="zh-CN" altLang="en-US" b="1" dirty="0">
                  <a:solidFill>
                    <a:schemeClr val="tx1"/>
                  </a:solidFill>
                  <a:latin typeface="Arial Narrow" panose="020B0606020202030204" pitchFamily="34" charset="0"/>
                </a:rPr>
                <a:t>分组</a:t>
              </a:r>
            </a:p>
          </p:txBody>
        </p:sp>
      </p:grpSp>
      <p:sp>
        <p:nvSpPr>
          <p:cNvPr id="99" name="文本框 98">
            <a:extLst>
              <a:ext uri="{FF2B5EF4-FFF2-40B4-BE49-F238E27FC236}">
                <a16:creationId xmlns:a16="http://schemas.microsoft.com/office/drawing/2014/main" id="{C2B2ACA8-9F66-47AE-A3E2-4EC78437298F}"/>
              </a:ext>
            </a:extLst>
          </p:cNvPr>
          <p:cNvSpPr txBox="1"/>
          <p:nvPr/>
        </p:nvSpPr>
        <p:spPr>
          <a:xfrm>
            <a:off x="1433433" y="5869437"/>
            <a:ext cx="10026169" cy="369332"/>
          </a:xfrm>
          <a:prstGeom prst="rect">
            <a:avLst/>
          </a:prstGeom>
          <a:noFill/>
        </p:spPr>
        <p:txBody>
          <a:bodyPr wrap="square" rtlCol="0">
            <a:spAutoFit/>
          </a:bodyPr>
          <a:lstStyle/>
          <a:p>
            <a:r>
              <a:rPr lang="zh-CN" altLang="en-US" b="1" dirty="0">
                <a:solidFill>
                  <a:schemeClr val="accent4"/>
                </a:solidFill>
              </a:rPr>
              <a:t>帧检验序列</a:t>
            </a:r>
            <a:r>
              <a:rPr lang="zh-CN" altLang="en-US" b="1" dirty="0"/>
              <a:t>（</a:t>
            </a:r>
            <a:r>
              <a:rPr lang="en-US" altLang="zh-CN" b="1" dirty="0"/>
              <a:t>Frame Check Sequence</a:t>
            </a:r>
            <a:r>
              <a:rPr lang="zh-CN" altLang="en-US" b="1" dirty="0"/>
              <a:t>，</a:t>
            </a:r>
            <a:r>
              <a:rPr lang="en-US" altLang="zh-CN" b="1" dirty="0"/>
              <a:t>FCS</a:t>
            </a:r>
            <a:r>
              <a:rPr lang="zh-CN" altLang="en-US" b="1" dirty="0"/>
              <a:t>）字段：其值是使用循环冗余校验</a:t>
            </a:r>
            <a:r>
              <a:rPr lang="en-US" altLang="zh-CN" b="1" dirty="0"/>
              <a:t>CRC</a:t>
            </a:r>
            <a:r>
              <a:rPr lang="zh-CN" altLang="en-US" b="1" dirty="0"/>
              <a:t>计算出的检错码。</a:t>
            </a:r>
          </a:p>
        </p:txBody>
      </p:sp>
    </p:spTree>
    <p:custDataLst>
      <p:tags r:id="rId1"/>
    </p:custDataLst>
    <p:extLst>
      <p:ext uri="{BB962C8B-B14F-4D97-AF65-F5344CB8AC3E}">
        <p14:creationId xmlns:p14="http://schemas.microsoft.com/office/powerpoint/2010/main" val="4236015766"/>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4" fill="hold" nodeType="withEffect">
                                  <p:stCondLst>
                                    <p:cond delay="0"/>
                                  </p:stCondLst>
                                  <p:childTnLst>
                                    <p:set>
                                      <p:cBhvr>
                                        <p:cTn id="6" dur="1" fill="hold">
                                          <p:stCondLst>
                                            <p:cond delay="0"/>
                                          </p:stCondLst>
                                        </p:cTn>
                                        <p:tgtEl>
                                          <p:spTgt spid="6"/>
                                        </p:tgtEl>
                                        <p:attrNameLst>
                                          <p:attrName>style.visibility</p:attrName>
                                        </p:attrNameLst>
                                      </p:cBhvr>
                                      <p:to>
                                        <p:strVal val="visible"/>
                                      </p:to>
                                    </p:set>
                                    <p:anim calcmode="lin" valueType="num">
                                      <p:cBhvr additive="base">
                                        <p:cTn id="7" dur="500" fill="hold"/>
                                        <p:tgtEl>
                                          <p:spTgt spid="6"/>
                                        </p:tgtEl>
                                        <p:attrNameLst>
                                          <p:attrName>ppt_x</p:attrName>
                                        </p:attrNameLst>
                                      </p:cBhvr>
                                      <p:tavLst>
                                        <p:tav tm="0">
                                          <p:val>
                                            <p:strVal val="#ppt_x"/>
                                          </p:val>
                                        </p:tav>
                                        <p:tav tm="100000">
                                          <p:val>
                                            <p:strVal val="#ppt_x"/>
                                          </p:val>
                                        </p:tav>
                                      </p:tavLst>
                                    </p:anim>
                                    <p:anim calcmode="lin" valueType="num">
                                      <p:cBhvr additive="base">
                                        <p:cTn id="8" dur="500" fill="hold"/>
                                        <p:tgtEl>
                                          <p:spTgt spid="6"/>
                                        </p:tgtEl>
                                        <p:attrNameLst>
                                          <p:attrName>ppt_y</p:attrName>
                                        </p:attrNameLst>
                                      </p:cBhvr>
                                      <p:tavLst>
                                        <p:tav tm="0">
                                          <p:val>
                                            <p:strVal val="1+#ppt_h/2"/>
                                          </p:val>
                                        </p:tav>
                                        <p:tav tm="100000">
                                          <p:val>
                                            <p:strVal val="#ppt_y"/>
                                          </p:val>
                                        </p:tav>
                                      </p:tavLst>
                                    </p:anim>
                                  </p:childTnLst>
                                </p:cTn>
                              </p:par>
                            </p:childTnLst>
                          </p:cTn>
                        </p:par>
                      </p:childTnLst>
                    </p:cTn>
                  </p:par>
                  <p:par>
                    <p:cTn id="9" fill="hold">
                      <p:stCondLst>
                        <p:cond delay="indefinite"/>
                      </p:stCondLst>
                      <p:childTnLst>
                        <p:par>
                          <p:cTn id="10" fill="hold">
                            <p:stCondLst>
                              <p:cond delay="0"/>
                            </p:stCondLst>
                            <p:childTnLst>
                              <p:par>
                                <p:cTn id="11" presetID="2" presetClass="entr" presetSubtype="4" fill="hold" nodeType="clickEffect">
                                  <p:stCondLst>
                                    <p:cond delay="0"/>
                                  </p:stCondLst>
                                  <p:childTnLst>
                                    <p:set>
                                      <p:cBhvr>
                                        <p:cTn id="12" dur="1" fill="hold">
                                          <p:stCondLst>
                                            <p:cond delay="0"/>
                                          </p:stCondLst>
                                        </p:cTn>
                                        <p:tgtEl>
                                          <p:spTgt spid="81"/>
                                        </p:tgtEl>
                                        <p:attrNameLst>
                                          <p:attrName>style.visibility</p:attrName>
                                        </p:attrNameLst>
                                      </p:cBhvr>
                                      <p:to>
                                        <p:strVal val="visible"/>
                                      </p:to>
                                    </p:set>
                                    <p:anim calcmode="lin" valueType="num">
                                      <p:cBhvr additive="base">
                                        <p:cTn id="13" dur="500" fill="hold"/>
                                        <p:tgtEl>
                                          <p:spTgt spid="81"/>
                                        </p:tgtEl>
                                        <p:attrNameLst>
                                          <p:attrName>ppt_x</p:attrName>
                                        </p:attrNameLst>
                                      </p:cBhvr>
                                      <p:tavLst>
                                        <p:tav tm="0">
                                          <p:val>
                                            <p:strVal val="#ppt_x"/>
                                          </p:val>
                                        </p:tav>
                                        <p:tav tm="100000">
                                          <p:val>
                                            <p:strVal val="#ppt_x"/>
                                          </p:val>
                                        </p:tav>
                                      </p:tavLst>
                                    </p:anim>
                                    <p:anim calcmode="lin" valueType="num">
                                      <p:cBhvr additive="base">
                                        <p:cTn id="14" dur="500" fill="hold"/>
                                        <p:tgtEl>
                                          <p:spTgt spid="81"/>
                                        </p:tgtEl>
                                        <p:attrNameLst>
                                          <p:attrName>ppt_y</p:attrName>
                                        </p:attrNameLst>
                                      </p:cBhvr>
                                      <p:tavLst>
                                        <p:tav tm="0">
                                          <p:val>
                                            <p:strVal val="1+#ppt_h/2"/>
                                          </p:val>
                                        </p:tav>
                                        <p:tav tm="100000">
                                          <p:val>
                                            <p:strVal val="#ppt_y"/>
                                          </p:val>
                                        </p:tav>
                                      </p:tavLst>
                                    </p:anim>
                                  </p:childTnLst>
                                </p:cTn>
                              </p:par>
                            </p:childTnLst>
                          </p:cTn>
                        </p:par>
                      </p:childTnLst>
                    </p:cTn>
                  </p:par>
                  <p:par>
                    <p:cTn id="15" fill="hold">
                      <p:stCondLst>
                        <p:cond delay="indefinite"/>
                      </p:stCondLst>
                      <p:childTnLst>
                        <p:par>
                          <p:cTn id="16" fill="hold">
                            <p:stCondLst>
                              <p:cond delay="0"/>
                            </p:stCondLst>
                            <p:childTnLst>
                              <p:par>
                                <p:cTn id="17" presetID="2" presetClass="entr" presetSubtype="4" fill="hold" nodeType="clickEffect">
                                  <p:stCondLst>
                                    <p:cond delay="0"/>
                                  </p:stCondLst>
                                  <p:childTnLst>
                                    <p:set>
                                      <p:cBhvr>
                                        <p:cTn id="18" dur="1" fill="hold">
                                          <p:stCondLst>
                                            <p:cond delay="0"/>
                                          </p:stCondLst>
                                        </p:cTn>
                                        <p:tgtEl>
                                          <p:spTgt spid="89"/>
                                        </p:tgtEl>
                                        <p:attrNameLst>
                                          <p:attrName>style.visibility</p:attrName>
                                        </p:attrNameLst>
                                      </p:cBhvr>
                                      <p:to>
                                        <p:strVal val="visible"/>
                                      </p:to>
                                    </p:set>
                                    <p:anim calcmode="lin" valueType="num">
                                      <p:cBhvr additive="base">
                                        <p:cTn id="19" dur="500" fill="hold"/>
                                        <p:tgtEl>
                                          <p:spTgt spid="89"/>
                                        </p:tgtEl>
                                        <p:attrNameLst>
                                          <p:attrName>ppt_x</p:attrName>
                                        </p:attrNameLst>
                                      </p:cBhvr>
                                      <p:tavLst>
                                        <p:tav tm="0">
                                          <p:val>
                                            <p:strVal val="#ppt_x"/>
                                          </p:val>
                                        </p:tav>
                                        <p:tav tm="100000">
                                          <p:val>
                                            <p:strVal val="#ppt_x"/>
                                          </p:val>
                                        </p:tav>
                                      </p:tavLst>
                                    </p:anim>
                                    <p:anim calcmode="lin" valueType="num">
                                      <p:cBhvr additive="base">
                                        <p:cTn id="20" dur="500" fill="hold"/>
                                        <p:tgtEl>
                                          <p:spTgt spid="89"/>
                                        </p:tgtEl>
                                        <p:attrNameLst>
                                          <p:attrName>ppt_y</p:attrName>
                                        </p:attrNameLst>
                                      </p:cBhvr>
                                      <p:tavLst>
                                        <p:tav tm="0">
                                          <p:val>
                                            <p:strVal val="1+#ppt_h/2"/>
                                          </p:val>
                                        </p:tav>
                                        <p:tav tm="100000">
                                          <p:val>
                                            <p:strVal val="#ppt_y"/>
                                          </p:val>
                                        </p:tav>
                                      </p:tavLst>
                                    </p:anim>
                                  </p:childTnLst>
                                </p:cTn>
                              </p:par>
                            </p:childTnLst>
                          </p:cTn>
                        </p:par>
                      </p:childTnLst>
                    </p:cTn>
                  </p:par>
                  <p:par>
                    <p:cTn id="21" fill="hold">
                      <p:stCondLst>
                        <p:cond delay="indefinite"/>
                      </p:stCondLst>
                      <p:childTnLst>
                        <p:par>
                          <p:cTn id="22" fill="hold">
                            <p:stCondLst>
                              <p:cond delay="0"/>
                            </p:stCondLst>
                            <p:childTnLst>
                              <p:par>
                                <p:cTn id="23" presetID="8" presetClass="emph" presetSubtype="0" fill="hold" grpId="0" nodeType="clickEffect">
                                  <p:stCondLst>
                                    <p:cond delay="0"/>
                                  </p:stCondLst>
                                  <p:childTnLst>
                                    <p:animRot by="21600000">
                                      <p:cBhvr>
                                        <p:cTn id="24" dur="1000" fill="hold"/>
                                        <p:tgtEl>
                                          <p:spTgt spid="47"/>
                                        </p:tgtEl>
                                        <p:attrNameLst>
                                          <p:attrName>r</p:attrName>
                                        </p:attrNameLst>
                                      </p:cBhvr>
                                    </p:animRot>
                                  </p:childTnLst>
                                </p:cTn>
                              </p:par>
                              <p:par>
                                <p:cTn id="25" presetID="1" presetClass="entr" presetSubtype="0" fill="hold" grpId="0" nodeType="withEffect">
                                  <p:stCondLst>
                                    <p:cond delay="0"/>
                                  </p:stCondLst>
                                  <p:iterate type="lt">
                                    <p:tmAbs val="100"/>
                                  </p:iterate>
                                  <p:childTnLst>
                                    <p:set>
                                      <p:cBhvr>
                                        <p:cTn id="26" dur="1" fill="hold">
                                          <p:stCondLst>
                                            <p:cond delay="0"/>
                                          </p:stCondLst>
                                        </p:cTn>
                                        <p:tgtEl>
                                          <p:spTgt spid="99"/>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7" grpId="0" animBg="1"/>
      <p:bldP spid="99" grpId="0"/>
    </p:bldLst>
  </p:timing>
</p:sld>
</file>

<file path=ppt/slides/slide22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4" name="组合 3">
            <a:extLst>
              <a:ext uri="{FF2B5EF4-FFF2-40B4-BE49-F238E27FC236}">
                <a16:creationId xmlns:a16="http://schemas.microsoft.com/office/drawing/2014/main" id="{9A1EA9F2-FCB6-48C3-935F-7AE7E3AD14AC}"/>
              </a:ext>
            </a:extLst>
          </p:cNvPr>
          <p:cNvGrpSpPr/>
          <p:nvPr/>
        </p:nvGrpSpPr>
        <p:grpSpPr>
          <a:xfrm>
            <a:off x="304800" y="749300"/>
            <a:ext cx="6192344" cy="400110"/>
            <a:chOff x="424117" y="898245"/>
            <a:chExt cx="6192344" cy="400110"/>
          </a:xfrm>
        </p:grpSpPr>
        <p:sp>
          <p:nvSpPr>
            <p:cNvPr id="2" name="平行四边形 1">
              <a:extLst>
                <a:ext uri="{FF2B5EF4-FFF2-40B4-BE49-F238E27FC236}">
                  <a16:creationId xmlns:a16="http://schemas.microsoft.com/office/drawing/2014/main" id="{1F5BAA3F-9845-4F89-A2DD-8222D3E4EDAC}"/>
                </a:ext>
              </a:extLst>
            </p:cNvPr>
            <p:cNvSpPr/>
            <p:nvPr/>
          </p:nvSpPr>
          <p:spPr>
            <a:xfrm>
              <a:off x="424117" y="898245"/>
              <a:ext cx="737650" cy="387090"/>
            </a:xfrm>
            <a:prstGeom prst="parallelogram">
              <a:avLst/>
            </a:prstGeom>
            <a:solidFill>
              <a:schemeClr val="accent3">
                <a:lumMod val="75000"/>
              </a:schemeClr>
            </a:solidFill>
            <a:ln>
              <a:solidFill>
                <a:schemeClr val="accent3">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CN" sz="2200" dirty="0">
                  <a:latin typeface="Impact" panose="020B0806030902050204" pitchFamily="34" charset="0"/>
                </a:rPr>
                <a:t>03</a:t>
              </a:r>
              <a:endParaRPr lang="zh-CN" altLang="en-US" sz="2200" dirty="0">
                <a:latin typeface="Impact" panose="020B0806030902050204" pitchFamily="34" charset="0"/>
              </a:endParaRPr>
            </a:p>
          </p:txBody>
        </p:sp>
        <p:sp>
          <p:nvSpPr>
            <p:cNvPr id="3" name="文本框 2">
              <a:extLst>
                <a:ext uri="{FF2B5EF4-FFF2-40B4-BE49-F238E27FC236}">
                  <a16:creationId xmlns:a16="http://schemas.microsoft.com/office/drawing/2014/main" id="{4D6BD736-A4D3-4F26-AFED-36E11F50F70B}"/>
                </a:ext>
              </a:extLst>
            </p:cNvPr>
            <p:cNvSpPr txBox="1"/>
            <p:nvPr/>
          </p:nvSpPr>
          <p:spPr>
            <a:xfrm>
              <a:off x="1161767" y="898245"/>
              <a:ext cx="5454694" cy="400110"/>
            </a:xfrm>
            <a:prstGeom prst="rect">
              <a:avLst/>
            </a:prstGeom>
            <a:noFill/>
          </p:spPr>
          <p:txBody>
            <a:bodyPr wrap="square" rtlCol="0">
              <a:spAutoFit/>
            </a:bodyPr>
            <a:lstStyle/>
            <a:p>
              <a:r>
                <a:rPr lang="en-US" altLang="zh-CN" sz="2000" b="1" dirty="0"/>
                <a:t>PPP</a:t>
              </a:r>
              <a:r>
                <a:rPr lang="zh-CN" altLang="en-US" sz="2000" b="1" dirty="0"/>
                <a:t>帧的透明传输</a:t>
              </a:r>
            </a:p>
          </p:txBody>
        </p:sp>
      </p:grpSp>
      <p:grpSp>
        <p:nvGrpSpPr>
          <p:cNvPr id="6" name="组合 5">
            <a:extLst>
              <a:ext uri="{FF2B5EF4-FFF2-40B4-BE49-F238E27FC236}">
                <a16:creationId xmlns:a16="http://schemas.microsoft.com/office/drawing/2014/main" id="{89CEDE7C-055A-4483-AD9B-98B2B2779859}"/>
              </a:ext>
            </a:extLst>
          </p:cNvPr>
          <p:cNvGrpSpPr/>
          <p:nvPr/>
        </p:nvGrpSpPr>
        <p:grpSpPr>
          <a:xfrm>
            <a:off x="986351" y="1480284"/>
            <a:ext cx="10232454" cy="818334"/>
            <a:chOff x="480002" y="1835512"/>
            <a:chExt cx="10232454" cy="818334"/>
          </a:xfrm>
        </p:grpSpPr>
        <p:grpSp>
          <p:nvGrpSpPr>
            <p:cNvPr id="54" name="组合 53">
              <a:extLst>
                <a:ext uri="{FF2B5EF4-FFF2-40B4-BE49-F238E27FC236}">
                  <a16:creationId xmlns:a16="http://schemas.microsoft.com/office/drawing/2014/main" id="{3251244F-2677-4044-84FF-4E3A618F0F84}"/>
                </a:ext>
              </a:extLst>
            </p:cNvPr>
            <p:cNvGrpSpPr/>
            <p:nvPr/>
          </p:nvGrpSpPr>
          <p:grpSpPr>
            <a:xfrm>
              <a:off x="8550348" y="1847100"/>
              <a:ext cx="2160000" cy="458913"/>
              <a:chOff x="8697680" y="1322684"/>
              <a:chExt cx="2160000" cy="458913"/>
            </a:xfrm>
          </p:grpSpPr>
          <p:cxnSp>
            <p:nvCxnSpPr>
              <p:cNvPr id="55" name="直接连接符 54">
                <a:extLst>
                  <a:ext uri="{FF2B5EF4-FFF2-40B4-BE49-F238E27FC236}">
                    <a16:creationId xmlns:a16="http://schemas.microsoft.com/office/drawing/2014/main" id="{02760AEE-7703-4F73-8ABC-36244A982E59}"/>
                  </a:ext>
                </a:extLst>
              </p:cNvPr>
              <p:cNvCxnSpPr/>
              <p:nvPr/>
            </p:nvCxnSpPr>
            <p:spPr>
              <a:xfrm flipV="1">
                <a:off x="8697680" y="1322684"/>
                <a:ext cx="0" cy="453911"/>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8" name="直接连接符 57">
                <a:extLst>
                  <a:ext uri="{FF2B5EF4-FFF2-40B4-BE49-F238E27FC236}">
                    <a16:creationId xmlns:a16="http://schemas.microsoft.com/office/drawing/2014/main" id="{DFFDD7BA-A30E-4E42-97E3-7404B0BB1F33}"/>
                  </a:ext>
                </a:extLst>
              </p:cNvPr>
              <p:cNvCxnSpPr/>
              <p:nvPr/>
            </p:nvCxnSpPr>
            <p:spPr>
              <a:xfrm flipV="1">
                <a:off x="10857680" y="1327686"/>
                <a:ext cx="0" cy="453911"/>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60" name="直接箭头连接符 59">
                <a:extLst>
                  <a:ext uri="{FF2B5EF4-FFF2-40B4-BE49-F238E27FC236}">
                    <a16:creationId xmlns:a16="http://schemas.microsoft.com/office/drawing/2014/main" id="{FC86BF61-8DC9-4F42-84F1-B3E612E6029B}"/>
                  </a:ext>
                </a:extLst>
              </p:cNvPr>
              <p:cNvCxnSpPr>
                <a:cxnSpLocks/>
              </p:cNvCxnSpPr>
              <p:nvPr/>
            </p:nvCxnSpPr>
            <p:spPr>
              <a:xfrm>
                <a:off x="8697680" y="1547869"/>
                <a:ext cx="2160000" cy="0"/>
              </a:xfrm>
              <a:prstGeom prst="straightConnector1">
                <a:avLst/>
              </a:prstGeom>
              <a:ln w="12700">
                <a:solidFill>
                  <a:schemeClr val="tx1"/>
                </a:solidFill>
                <a:headEnd type="triangle"/>
                <a:tailEnd type="triangle"/>
              </a:ln>
            </p:spPr>
            <p:style>
              <a:lnRef idx="1">
                <a:schemeClr val="accent1"/>
              </a:lnRef>
              <a:fillRef idx="0">
                <a:schemeClr val="accent1"/>
              </a:fillRef>
              <a:effectRef idx="0">
                <a:schemeClr val="accent1"/>
              </a:effectRef>
              <a:fontRef idx="minor">
                <a:schemeClr val="tx1"/>
              </a:fontRef>
            </p:style>
          </p:cxnSp>
          <p:sp>
            <p:nvSpPr>
              <p:cNvPr id="61" name="文本框 60">
                <a:extLst>
                  <a:ext uri="{FF2B5EF4-FFF2-40B4-BE49-F238E27FC236}">
                    <a16:creationId xmlns:a16="http://schemas.microsoft.com/office/drawing/2014/main" id="{DE5546B2-E8C7-4B4F-956B-3153E01FDAD7}"/>
                  </a:ext>
                </a:extLst>
              </p:cNvPr>
              <p:cNvSpPr txBox="1"/>
              <p:nvPr/>
            </p:nvSpPr>
            <p:spPr>
              <a:xfrm>
                <a:off x="9323532" y="1371746"/>
                <a:ext cx="908294" cy="369332"/>
              </a:xfrm>
              <a:prstGeom prst="rect">
                <a:avLst/>
              </a:prstGeom>
              <a:solidFill>
                <a:schemeClr val="bg1"/>
              </a:solidFill>
            </p:spPr>
            <p:txBody>
              <a:bodyPr wrap="square" rtlCol="0">
                <a:spAutoFit/>
              </a:bodyPr>
              <a:lstStyle/>
              <a:p>
                <a:pPr algn="ctr"/>
                <a:r>
                  <a:rPr lang="zh-CN" altLang="en-US" b="1" dirty="0"/>
                  <a:t>帧尾部</a:t>
                </a:r>
              </a:p>
            </p:txBody>
          </p:sp>
        </p:grpSp>
        <p:grpSp>
          <p:nvGrpSpPr>
            <p:cNvPr id="66" name="组合 65">
              <a:extLst>
                <a:ext uri="{FF2B5EF4-FFF2-40B4-BE49-F238E27FC236}">
                  <a16:creationId xmlns:a16="http://schemas.microsoft.com/office/drawing/2014/main" id="{0CDC28CF-1464-4B93-9F0E-35BC090315DE}"/>
                </a:ext>
              </a:extLst>
            </p:cNvPr>
            <p:cNvGrpSpPr/>
            <p:nvPr/>
          </p:nvGrpSpPr>
          <p:grpSpPr>
            <a:xfrm>
              <a:off x="480002" y="1835512"/>
              <a:ext cx="3600000" cy="463927"/>
              <a:chOff x="979773" y="2975089"/>
              <a:chExt cx="3600000" cy="463927"/>
            </a:xfrm>
          </p:grpSpPr>
          <p:cxnSp>
            <p:nvCxnSpPr>
              <p:cNvPr id="72" name="直接连接符 71">
                <a:extLst>
                  <a:ext uri="{FF2B5EF4-FFF2-40B4-BE49-F238E27FC236}">
                    <a16:creationId xmlns:a16="http://schemas.microsoft.com/office/drawing/2014/main" id="{6C9E8F10-D9E8-42EF-A451-5AFA4FD9D732}"/>
                  </a:ext>
                </a:extLst>
              </p:cNvPr>
              <p:cNvCxnSpPr/>
              <p:nvPr/>
            </p:nvCxnSpPr>
            <p:spPr>
              <a:xfrm flipV="1">
                <a:off x="979773" y="2975089"/>
                <a:ext cx="0" cy="453911"/>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77" name="直接连接符 76">
                <a:extLst>
                  <a:ext uri="{FF2B5EF4-FFF2-40B4-BE49-F238E27FC236}">
                    <a16:creationId xmlns:a16="http://schemas.microsoft.com/office/drawing/2014/main" id="{4542516D-787D-442B-9F49-0E44BC2E35D0}"/>
                  </a:ext>
                </a:extLst>
              </p:cNvPr>
              <p:cNvCxnSpPr/>
              <p:nvPr/>
            </p:nvCxnSpPr>
            <p:spPr>
              <a:xfrm flipV="1">
                <a:off x="4579773" y="2985105"/>
                <a:ext cx="0" cy="453911"/>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78" name="直接箭头连接符 77">
                <a:extLst>
                  <a:ext uri="{FF2B5EF4-FFF2-40B4-BE49-F238E27FC236}">
                    <a16:creationId xmlns:a16="http://schemas.microsoft.com/office/drawing/2014/main" id="{743ADB21-309F-4B76-8160-1371E6FF03F5}"/>
                  </a:ext>
                </a:extLst>
              </p:cNvPr>
              <p:cNvCxnSpPr>
                <a:cxnSpLocks/>
              </p:cNvCxnSpPr>
              <p:nvPr/>
            </p:nvCxnSpPr>
            <p:spPr>
              <a:xfrm>
                <a:off x="979773" y="3202043"/>
                <a:ext cx="3600000" cy="0"/>
              </a:xfrm>
              <a:prstGeom prst="straightConnector1">
                <a:avLst/>
              </a:prstGeom>
              <a:ln w="12700">
                <a:solidFill>
                  <a:schemeClr val="tx1"/>
                </a:solidFill>
                <a:headEnd type="triangle"/>
                <a:tailEnd type="triangle"/>
              </a:ln>
            </p:spPr>
            <p:style>
              <a:lnRef idx="1">
                <a:schemeClr val="accent1"/>
              </a:lnRef>
              <a:fillRef idx="0">
                <a:schemeClr val="accent1"/>
              </a:fillRef>
              <a:effectRef idx="0">
                <a:schemeClr val="accent1"/>
              </a:effectRef>
              <a:fontRef idx="minor">
                <a:schemeClr val="tx1"/>
              </a:fontRef>
            </p:style>
          </p:cxnSp>
          <p:sp>
            <p:nvSpPr>
              <p:cNvPr id="79" name="文本框 78">
                <a:extLst>
                  <a:ext uri="{FF2B5EF4-FFF2-40B4-BE49-F238E27FC236}">
                    <a16:creationId xmlns:a16="http://schemas.microsoft.com/office/drawing/2014/main" id="{FFE8DDDC-6142-49F4-8BD8-94F683A3DE9C}"/>
                  </a:ext>
                </a:extLst>
              </p:cNvPr>
              <p:cNvSpPr txBox="1"/>
              <p:nvPr/>
            </p:nvSpPr>
            <p:spPr>
              <a:xfrm>
                <a:off x="2329347" y="3027394"/>
                <a:ext cx="900853" cy="369332"/>
              </a:xfrm>
              <a:prstGeom prst="rect">
                <a:avLst/>
              </a:prstGeom>
              <a:solidFill>
                <a:schemeClr val="bg1"/>
              </a:solidFill>
            </p:spPr>
            <p:txBody>
              <a:bodyPr wrap="square" rtlCol="0">
                <a:spAutoFit/>
              </a:bodyPr>
              <a:lstStyle/>
              <a:p>
                <a:pPr algn="ctr"/>
                <a:r>
                  <a:rPr lang="zh-CN" altLang="en-US" b="1" dirty="0"/>
                  <a:t>帧首部</a:t>
                </a:r>
              </a:p>
            </p:txBody>
          </p:sp>
        </p:grpSp>
        <p:grpSp>
          <p:nvGrpSpPr>
            <p:cNvPr id="80" name="组合 79">
              <a:extLst>
                <a:ext uri="{FF2B5EF4-FFF2-40B4-BE49-F238E27FC236}">
                  <a16:creationId xmlns:a16="http://schemas.microsoft.com/office/drawing/2014/main" id="{F54ED230-9F1F-482C-A93F-58990DA852E4}"/>
                </a:ext>
              </a:extLst>
            </p:cNvPr>
            <p:cNvGrpSpPr/>
            <p:nvPr/>
          </p:nvGrpSpPr>
          <p:grpSpPr>
            <a:xfrm>
              <a:off x="4080002" y="1835512"/>
              <a:ext cx="4472454" cy="453912"/>
              <a:chOff x="4225226" y="1322862"/>
              <a:chExt cx="4472454" cy="453912"/>
            </a:xfrm>
          </p:grpSpPr>
          <p:cxnSp>
            <p:nvCxnSpPr>
              <p:cNvPr id="81" name="直接连接符 80">
                <a:extLst>
                  <a:ext uri="{FF2B5EF4-FFF2-40B4-BE49-F238E27FC236}">
                    <a16:creationId xmlns:a16="http://schemas.microsoft.com/office/drawing/2014/main" id="{74FD418F-623B-4741-A1FC-158FCE02ABD8}"/>
                  </a:ext>
                </a:extLst>
              </p:cNvPr>
              <p:cNvCxnSpPr/>
              <p:nvPr/>
            </p:nvCxnSpPr>
            <p:spPr>
              <a:xfrm flipV="1">
                <a:off x="4225226" y="1322863"/>
                <a:ext cx="0" cy="453911"/>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82" name="直接连接符 81">
                <a:extLst>
                  <a:ext uri="{FF2B5EF4-FFF2-40B4-BE49-F238E27FC236}">
                    <a16:creationId xmlns:a16="http://schemas.microsoft.com/office/drawing/2014/main" id="{0514F47E-6BC3-45C9-8F79-E3BCF282DFA2}"/>
                  </a:ext>
                </a:extLst>
              </p:cNvPr>
              <p:cNvCxnSpPr/>
              <p:nvPr/>
            </p:nvCxnSpPr>
            <p:spPr>
              <a:xfrm flipV="1">
                <a:off x="8697680" y="1322862"/>
                <a:ext cx="0" cy="453911"/>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83" name="直接箭头连接符 82">
                <a:extLst>
                  <a:ext uri="{FF2B5EF4-FFF2-40B4-BE49-F238E27FC236}">
                    <a16:creationId xmlns:a16="http://schemas.microsoft.com/office/drawing/2014/main" id="{3528D62A-EAF6-403D-9475-DFD57200F3AF}"/>
                  </a:ext>
                </a:extLst>
              </p:cNvPr>
              <p:cNvCxnSpPr>
                <a:cxnSpLocks/>
              </p:cNvCxnSpPr>
              <p:nvPr/>
            </p:nvCxnSpPr>
            <p:spPr>
              <a:xfrm>
                <a:off x="4225226" y="1549817"/>
                <a:ext cx="4472454" cy="0"/>
              </a:xfrm>
              <a:prstGeom prst="straightConnector1">
                <a:avLst/>
              </a:prstGeom>
              <a:ln w="12700">
                <a:solidFill>
                  <a:schemeClr val="tx1"/>
                </a:solidFill>
                <a:headEnd type="triangle"/>
                <a:tailEnd type="triangle"/>
              </a:ln>
            </p:spPr>
            <p:style>
              <a:lnRef idx="1">
                <a:schemeClr val="accent1"/>
              </a:lnRef>
              <a:fillRef idx="0">
                <a:schemeClr val="accent1"/>
              </a:fillRef>
              <a:effectRef idx="0">
                <a:schemeClr val="accent1"/>
              </a:effectRef>
              <a:fontRef idx="minor">
                <a:schemeClr val="tx1"/>
              </a:fontRef>
            </p:style>
          </p:cxnSp>
          <p:sp>
            <p:nvSpPr>
              <p:cNvPr id="84" name="文本框 83">
                <a:extLst>
                  <a:ext uri="{FF2B5EF4-FFF2-40B4-BE49-F238E27FC236}">
                    <a16:creationId xmlns:a16="http://schemas.microsoft.com/office/drawing/2014/main" id="{3B985772-7D4C-4621-AAAB-4C66BCE47CF3}"/>
                  </a:ext>
                </a:extLst>
              </p:cNvPr>
              <p:cNvSpPr txBox="1"/>
              <p:nvPr/>
            </p:nvSpPr>
            <p:spPr>
              <a:xfrm>
                <a:off x="5665226" y="1371924"/>
                <a:ext cx="1590347" cy="369332"/>
              </a:xfrm>
              <a:prstGeom prst="rect">
                <a:avLst/>
              </a:prstGeom>
              <a:solidFill>
                <a:schemeClr val="bg1"/>
              </a:solidFill>
            </p:spPr>
            <p:txBody>
              <a:bodyPr wrap="square" rtlCol="0">
                <a:spAutoFit/>
              </a:bodyPr>
              <a:lstStyle/>
              <a:p>
                <a:pPr algn="ctr"/>
                <a:r>
                  <a:rPr lang="zh-CN" altLang="en-US" b="1" dirty="0"/>
                  <a:t>帧的数据载荷</a:t>
                </a:r>
              </a:p>
            </p:txBody>
          </p:sp>
        </p:grpSp>
        <p:sp>
          <p:nvSpPr>
            <p:cNvPr id="85" name="矩形 84">
              <a:extLst>
                <a:ext uri="{FF2B5EF4-FFF2-40B4-BE49-F238E27FC236}">
                  <a16:creationId xmlns:a16="http://schemas.microsoft.com/office/drawing/2014/main" id="{E780B9CA-5D07-496B-8E02-FD8F361DC928}"/>
                </a:ext>
              </a:extLst>
            </p:cNvPr>
            <p:cNvSpPr/>
            <p:nvPr/>
          </p:nvSpPr>
          <p:spPr>
            <a:xfrm>
              <a:off x="480002" y="2289423"/>
              <a:ext cx="720000" cy="364423"/>
            </a:xfrm>
            <a:prstGeom prst="rect">
              <a:avLst/>
            </a:prstGeom>
            <a:solidFill>
              <a:schemeClr val="accent4"/>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CN" b="1" dirty="0">
                  <a:latin typeface="Arial Black" panose="020B0A04020102020204" pitchFamily="34" charset="0"/>
                </a:rPr>
                <a:t>F</a:t>
              </a:r>
              <a:endParaRPr lang="zh-CN" altLang="en-US" b="1" dirty="0">
                <a:latin typeface="Arial Black" panose="020B0A04020102020204" pitchFamily="34" charset="0"/>
              </a:endParaRPr>
            </a:p>
          </p:txBody>
        </p:sp>
        <p:sp>
          <p:nvSpPr>
            <p:cNvPr id="86" name="矩形 85">
              <a:extLst>
                <a:ext uri="{FF2B5EF4-FFF2-40B4-BE49-F238E27FC236}">
                  <a16:creationId xmlns:a16="http://schemas.microsoft.com/office/drawing/2014/main" id="{E0D347C5-1D0B-48E0-83FD-C44BC688495F}"/>
                </a:ext>
              </a:extLst>
            </p:cNvPr>
            <p:cNvSpPr/>
            <p:nvPr/>
          </p:nvSpPr>
          <p:spPr>
            <a:xfrm>
              <a:off x="1200002" y="2289423"/>
              <a:ext cx="720000" cy="364423"/>
            </a:xfrm>
            <a:prstGeom prst="rect">
              <a:avLst/>
            </a:prstGeom>
            <a:solidFill>
              <a:schemeClr val="accent4"/>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CN" b="1" dirty="0">
                  <a:latin typeface="Arial Black" panose="020B0A04020102020204" pitchFamily="34" charset="0"/>
                </a:rPr>
                <a:t>A</a:t>
              </a:r>
              <a:endParaRPr lang="zh-CN" altLang="en-US" b="1" dirty="0">
                <a:latin typeface="Arial Black" panose="020B0A04020102020204" pitchFamily="34" charset="0"/>
              </a:endParaRPr>
            </a:p>
          </p:txBody>
        </p:sp>
        <p:sp>
          <p:nvSpPr>
            <p:cNvPr id="87" name="矩形 86">
              <a:extLst>
                <a:ext uri="{FF2B5EF4-FFF2-40B4-BE49-F238E27FC236}">
                  <a16:creationId xmlns:a16="http://schemas.microsoft.com/office/drawing/2014/main" id="{AA2F6062-2A4C-481D-B9B3-C8785F04B8AE}"/>
                </a:ext>
              </a:extLst>
            </p:cNvPr>
            <p:cNvSpPr/>
            <p:nvPr/>
          </p:nvSpPr>
          <p:spPr>
            <a:xfrm>
              <a:off x="1920002" y="2289423"/>
              <a:ext cx="720000" cy="364423"/>
            </a:xfrm>
            <a:prstGeom prst="rect">
              <a:avLst/>
            </a:prstGeom>
            <a:solidFill>
              <a:schemeClr val="accent4"/>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CN" b="1" dirty="0">
                  <a:latin typeface="Arial Black" panose="020B0A04020102020204" pitchFamily="34" charset="0"/>
                </a:rPr>
                <a:t>C</a:t>
              </a:r>
              <a:endParaRPr lang="zh-CN" altLang="en-US" b="1" dirty="0">
                <a:latin typeface="Arial Black" panose="020B0A04020102020204" pitchFamily="34" charset="0"/>
              </a:endParaRPr>
            </a:p>
          </p:txBody>
        </p:sp>
        <p:sp>
          <p:nvSpPr>
            <p:cNvPr id="88" name="矩形 87">
              <a:extLst>
                <a:ext uri="{FF2B5EF4-FFF2-40B4-BE49-F238E27FC236}">
                  <a16:creationId xmlns:a16="http://schemas.microsoft.com/office/drawing/2014/main" id="{5C7543EE-15B7-45B0-98E5-0D3400C7AC95}"/>
                </a:ext>
              </a:extLst>
            </p:cNvPr>
            <p:cNvSpPr/>
            <p:nvPr/>
          </p:nvSpPr>
          <p:spPr>
            <a:xfrm>
              <a:off x="2640002" y="2289423"/>
              <a:ext cx="1440000" cy="364423"/>
            </a:xfrm>
            <a:prstGeom prst="rect">
              <a:avLst/>
            </a:prstGeom>
            <a:solidFill>
              <a:schemeClr val="accent4"/>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CN" b="1" dirty="0">
                  <a:latin typeface="Arial Black" panose="020B0A04020102020204" pitchFamily="34" charset="0"/>
                </a:rPr>
                <a:t>P</a:t>
              </a:r>
              <a:endParaRPr lang="zh-CN" altLang="en-US" b="1" dirty="0">
                <a:latin typeface="Arial Black" panose="020B0A04020102020204" pitchFamily="34" charset="0"/>
              </a:endParaRPr>
            </a:p>
          </p:txBody>
        </p:sp>
        <p:sp>
          <p:nvSpPr>
            <p:cNvPr id="89" name="矩形 88">
              <a:extLst>
                <a:ext uri="{FF2B5EF4-FFF2-40B4-BE49-F238E27FC236}">
                  <a16:creationId xmlns:a16="http://schemas.microsoft.com/office/drawing/2014/main" id="{C6F2A98E-58A8-4147-8412-B5847CBE4A25}"/>
                </a:ext>
              </a:extLst>
            </p:cNvPr>
            <p:cNvSpPr/>
            <p:nvPr/>
          </p:nvSpPr>
          <p:spPr>
            <a:xfrm>
              <a:off x="8552456" y="2289423"/>
              <a:ext cx="1440000" cy="364423"/>
            </a:xfrm>
            <a:prstGeom prst="rect">
              <a:avLst/>
            </a:prstGeom>
            <a:solidFill>
              <a:schemeClr val="accent4"/>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CN" b="1" dirty="0">
                  <a:latin typeface="Arial Black" panose="020B0A04020102020204" pitchFamily="34" charset="0"/>
                </a:rPr>
                <a:t>FCS</a:t>
              </a:r>
              <a:endParaRPr lang="zh-CN" altLang="en-US" b="1" dirty="0">
                <a:latin typeface="Arial Black" panose="020B0A04020102020204" pitchFamily="34" charset="0"/>
              </a:endParaRPr>
            </a:p>
          </p:txBody>
        </p:sp>
        <p:sp>
          <p:nvSpPr>
            <p:cNvPr id="90" name="矩形 89">
              <a:extLst>
                <a:ext uri="{FF2B5EF4-FFF2-40B4-BE49-F238E27FC236}">
                  <a16:creationId xmlns:a16="http://schemas.microsoft.com/office/drawing/2014/main" id="{D6B3AC47-D119-4107-8B87-E598AC0B367E}"/>
                </a:ext>
              </a:extLst>
            </p:cNvPr>
            <p:cNvSpPr/>
            <p:nvPr/>
          </p:nvSpPr>
          <p:spPr>
            <a:xfrm>
              <a:off x="9992456" y="2289423"/>
              <a:ext cx="720000" cy="364423"/>
            </a:xfrm>
            <a:prstGeom prst="rect">
              <a:avLst/>
            </a:prstGeom>
            <a:solidFill>
              <a:schemeClr val="accent4"/>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CN" b="1" dirty="0">
                  <a:latin typeface="Arial Black" panose="020B0A04020102020204" pitchFamily="34" charset="0"/>
                </a:rPr>
                <a:t>F</a:t>
              </a:r>
              <a:endParaRPr lang="zh-CN" altLang="en-US" b="1" dirty="0">
                <a:latin typeface="Arial Black" panose="020B0A04020102020204" pitchFamily="34" charset="0"/>
              </a:endParaRPr>
            </a:p>
          </p:txBody>
        </p:sp>
        <p:sp>
          <p:nvSpPr>
            <p:cNvPr id="91" name="矩形 90">
              <a:extLst>
                <a:ext uri="{FF2B5EF4-FFF2-40B4-BE49-F238E27FC236}">
                  <a16:creationId xmlns:a16="http://schemas.microsoft.com/office/drawing/2014/main" id="{1CEF49B4-0586-400F-BB48-0910D5BA1E97}"/>
                </a:ext>
              </a:extLst>
            </p:cNvPr>
            <p:cNvSpPr/>
            <p:nvPr/>
          </p:nvSpPr>
          <p:spPr>
            <a:xfrm>
              <a:off x="4080002" y="2289423"/>
              <a:ext cx="4472454" cy="364423"/>
            </a:xfrm>
            <a:prstGeom prst="rect">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b="1" dirty="0">
                <a:solidFill>
                  <a:schemeClr val="tx1"/>
                </a:solidFill>
                <a:latin typeface="Arial Black" panose="020B0A04020102020204" pitchFamily="34" charset="0"/>
              </a:endParaRPr>
            </a:p>
          </p:txBody>
        </p:sp>
      </p:grpSp>
    </p:spTree>
    <p:custDataLst>
      <p:tags r:id="rId1"/>
    </p:custDataLst>
    <p:extLst>
      <p:ext uri="{BB962C8B-B14F-4D97-AF65-F5344CB8AC3E}">
        <p14:creationId xmlns:p14="http://schemas.microsoft.com/office/powerpoint/2010/main" val="2879260929"/>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2" presetClass="entr" presetSubtype="1" fill="hold" nodeType="withEffect">
                                  <p:stCondLst>
                                    <p:cond delay="0"/>
                                  </p:stCondLst>
                                  <p:childTnLst>
                                    <p:set>
                                      <p:cBhvr>
                                        <p:cTn id="6" dur="1" fill="hold">
                                          <p:stCondLst>
                                            <p:cond delay="0"/>
                                          </p:stCondLst>
                                        </p:cTn>
                                        <p:tgtEl>
                                          <p:spTgt spid="4"/>
                                        </p:tgtEl>
                                        <p:attrNameLst>
                                          <p:attrName>style.visibility</p:attrName>
                                        </p:attrNameLst>
                                      </p:cBhvr>
                                      <p:to>
                                        <p:strVal val="visible"/>
                                      </p:to>
                                    </p:set>
                                    <p:anim calcmode="lin" valueType="num">
                                      <p:cBhvr additive="base">
                                        <p:cTn id="7" dur="1000"/>
                                        <p:tgtEl>
                                          <p:spTgt spid="4"/>
                                        </p:tgtEl>
                                        <p:attrNameLst>
                                          <p:attrName>ppt_y</p:attrName>
                                        </p:attrNameLst>
                                      </p:cBhvr>
                                      <p:tavLst>
                                        <p:tav tm="0">
                                          <p:val>
                                            <p:strVal val="#ppt_y-#ppt_h*1.125000"/>
                                          </p:val>
                                        </p:tav>
                                        <p:tav tm="100000">
                                          <p:val>
                                            <p:strVal val="#ppt_y"/>
                                          </p:val>
                                        </p:tav>
                                      </p:tavLst>
                                    </p:anim>
                                    <p:animEffect transition="in" filter="wipe(down)">
                                      <p:cBhvr>
                                        <p:cTn id="8" dur="1000"/>
                                        <p:tgtEl>
                                          <p:spTgt spid="4"/>
                                        </p:tgtEl>
                                      </p:cBhvr>
                                    </p:animEffect>
                                  </p:childTnLst>
                                </p:cTn>
                              </p:par>
                            </p:childTnLst>
                          </p:cTn>
                        </p:par>
                      </p:childTnLst>
                    </p:cTn>
                  </p:par>
                  <p:par>
                    <p:cTn id="9" fill="hold">
                      <p:stCondLst>
                        <p:cond delay="indefinite"/>
                      </p:stCondLst>
                      <p:childTnLst>
                        <p:par>
                          <p:cTn id="10" fill="hold">
                            <p:stCondLst>
                              <p:cond delay="0"/>
                            </p:stCondLst>
                            <p:childTnLst>
                              <p:par>
                                <p:cTn id="11" presetID="30" presetClass="entr" presetSubtype="0" fill="hold" nodeType="clickEffect">
                                  <p:stCondLst>
                                    <p:cond delay="0"/>
                                  </p:stCondLst>
                                  <p:childTnLst>
                                    <p:set>
                                      <p:cBhvr>
                                        <p:cTn id="12" dur="1" fill="hold">
                                          <p:stCondLst>
                                            <p:cond delay="0"/>
                                          </p:stCondLst>
                                        </p:cTn>
                                        <p:tgtEl>
                                          <p:spTgt spid="6"/>
                                        </p:tgtEl>
                                        <p:attrNameLst>
                                          <p:attrName>style.visibility</p:attrName>
                                        </p:attrNameLst>
                                      </p:cBhvr>
                                      <p:to>
                                        <p:strVal val="visible"/>
                                      </p:to>
                                    </p:set>
                                    <p:animEffect transition="in" filter="fade">
                                      <p:cBhvr>
                                        <p:cTn id="13" dur="800" decel="100000"/>
                                        <p:tgtEl>
                                          <p:spTgt spid="6"/>
                                        </p:tgtEl>
                                      </p:cBhvr>
                                    </p:animEffect>
                                    <p:anim calcmode="lin" valueType="num">
                                      <p:cBhvr>
                                        <p:cTn id="14" dur="800" decel="100000" fill="hold"/>
                                        <p:tgtEl>
                                          <p:spTgt spid="6"/>
                                        </p:tgtEl>
                                        <p:attrNameLst>
                                          <p:attrName>style.rotation</p:attrName>
                                        </p:attrNameLst>
                                      </p:cBhvr>
                                      <p:tavLst>
                                        <p:tav tm="0">
                                          <p:val>
                                            <p:fltVal val="-90"/>
                                          </p:val>
                                        </p:tav>
                                        <p:tav tm="100000">
                                          <p:val>
                                            <p:fltVal val="0"/>
                                          </p:val>
                                        </p:tav>
                                      </p:tavLst>
                                    </p:anim>
                                    <p:anim calcmode="lin" valueType="num">
                                      <p:cBhvr>
                                        <p:cTn id="15" dur="800" decel="100000" fill="hold"/>
                                        <p:tgtEl>
                                          <p:spTgt spid="6"/>
                                        </p:tgtEl>
                                        <p:attrNameLst>
                                          <p:attrName>ppt_x</p:attrName>
                                        </p:attrNameLst>
                                      </p:cBhvr>
                                      <p:tavLst>
                                        <p:tav tm="0">
                                          <p:val>
                                            <p:strVal val="#ppt_x+0.4"/>
                                          </p:val>
                                        </p:tav>
                                        <p:tav tm="100000">
                                          <p:val>
                                            <p:strVal val="#ppt_x-0.05"/>
                                          </p:val>
                                        </p:tav>
                                      </p:tavLst>
                                    </p:anim>
                                    <p:anim calcmode="lin" valueType="num">
                                      <p:cBhvr>
                                        <p:cTn id="16" dur="800" decel="100000" fill="hold"/>
                                        <p:tgtEl>
                                          <p:spTgt spid="6"/>
                                        </p:tgtEl>
                                        <p:attrNameLst>
                                          <p:attrName>ppt_y</p:attrName>
                                        </p:attrNameLst>
                                      </p:cBhvr>
                                      <p:tavLst>
                                        <p:tav tm="0">
                                          <p:val>
                                            <p:strVal val="#ppt_y-0.4"/>
                                          </p:val>
                                        </p:tav>
                                        <p:tav tm="100000">
                                          <p:val>
                                            <p:strVal val="#ppt_y+0.1"/>
                                          </p:val>
                                        </p:tav>
                                      </p:tavLst>
                                    </p:anim>
                                    <p:anim calcmode="lin" valueType="num">
                                      <p:cBhvr>
                                        <p:cTn id="17" dur="200" accel="100000" fill="hold">
                                          <p:stCondLst>
                                            <p:cond delay="800"/>
                                          </p:stCondLst>
                                        </p:cTn>
                                        <p:tgtEl>
                                          <p:spTgt spid="6"/>
                                        </p:tgtEl>
                                        <p:attrNameLst>
                                          <p:attrName>ppt_x</p:attrName>
                                        </p:attrNameLst>
                                      </p:cBhvr>
                                      <p:tavLst>
                                        <p:tav tm="0">
                                          <p:val>
                                            <p:strVal val="#ppt_x-0.05"/>
                                          </p:val>
                                        </p:tav>
                                        <p:tav tm="100000">
                                          <p:val>
                                            <p:strVal val="#ppt_x"/>
                                          </p:val>
                                        </p:tav>
                                      </p:tavLst>
                                    </p:anim>
                                    <p:anim calcmode="lin" valueType="num">
                                      <p:cBhvr>
                                        <p:cTn id="18" dur="200" accel="100000" fill="hold">
                                          <p:stCondLst>
                                            <p:cond delay="800"/>
                                          </p:stCondLst>
                                        </p:cTn>
                                        <p:tgtEl>
                                          <p:spTgt spid="6"/>
                                        </p:tgtEl>
                                        <p:attrNameLst>
                                          <p:attrName>ppt_y</p:attrName>
                                        </p:attrNameLst>
                                      </p:cBhvr>
                                      <p:tavLst>
                                        <p:tav tm="0">
                                          <p:val>
                                            <p:strVal val="#ppt_y+0.1"/>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23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11" name="组合 10">
            <a:extLst>
              <a:ext uri="{FF2B5EF4-FFF2-40B4-BE49-F238E27FC236}">
                <a16:creationId xmlns:a16="http://schemas.microsoft.com/office/drawing/2014/main" id="{06E3DC66-ABC1-4CC2-8783-56A1D0869A62}"/>
              </a:ext>
            </a:extLst>
          </p:cNvPr>
          <p:cNvGrpSpPr/>
          <p:nvPr/>
        </p:nvGrpSpPr>
        <p:grpSpPr>
          <a:xfrm>
            <a:off x="986351" y="2296256"/>
            <a:ext cx="6194119" cy="595957"/>
            <a:chOff x="986351" y="2296256"/>
            <a:chExt cx="6194119" cy="595957"/>
          </a:xfrm>
        </p:grpSpPr>
        <p:cxnSp>
          <p:nvCxnSpPr>
            <p:cNvPr id="7" name="直接连接符 6">
              <a:extLst>
                <a:ext uri="{FF2B5EF4-FFF2-40B4-BE49-F238E27FC236}">
                  <a16:creationId xmlns:a16="http://schemas.microsoft.com/office/drawing/2014/main" id="{9E127C22-01D1-4A54-90E2-58AEFB493D9D}"/>
                </a:ext>
              </a:extLst>
            </p:cNvPr>
            <p:cNvCxnSpPr>
              <a:cxnSpLocks/>
            </p:cNvCxnSpPr>
            <p:nvPr/>
          </p:nvCxnSpPr>
          <p:spPr>
            <a:xfrm>
              <a:off x="986351" y="2296256"/>
              <a:ext cx="0" cy="595957"/>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2" name="直接连接符 31">
              <a:extLst>
                <a:ext uri="{FF2B5EF4-FFF2-40B4-BE49-F238E27FC236}">
                  <a16:creationId xmlns:a16="http://schemas.microsoft.com/office/drawing/2014/main" id="{B79FFB3E-95E3-477A-9DC5-7FF361ACD387}"/>
                </a:ext>
              </a:extLst>
            </p:cNvPr>
            <p:cNvCxnSpPr>
              <a:cxnSpLocks/>
            </p:cNvCxnSpPr>
            <p:nvPr/>
          </p:nvCxnSpPr>
          <p:spPr>
            <a:xfrm>
              <a:off x="7180470" y="2296256"/>
              <a:ext cx="0" cy="595957"/>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0" name="直接箭头连接符 9">
              <a:extLst>
                <a:ext uri="{FF2B5EF4-FFF2-40B4-BE49-F238E27FC236}">
                  <a16:creationId xmlns:a16="http://schemas.microsoft.com/office/drawing/2014/main" id="{51F0442F-E740-49BC-8D43-2E994C70BFFC}"/>
                </a:ext>
              </a:extLst>
            </p:cNvPr>
            <p:cNvCxnSpPr/>
            <p:nvPr/>
          </p:nvCxnSpPr>
          <p:spPr>
            <a:xfrm>
              <a:off x="986351" y="2661920"/>
              <a:ext cx="6194119" cy="0"/>
            </a:xfrm>
            <a:prstGeom prst="straightConnector1">
              <a:avLst/>
            </a:prstGeom>
            <a:ln w="12700">
              <a:solidFill>
                <a:schemeClr val="tx1"/>
              </a:solidFill>
              <a:headEnd type="triangle"/>
              <a:tailEnd type="triangle"/>
            </a:ln>
          </p:spPr>
          <p:style>
            <a:lnRef idx="1">
              <a:schemeClr val="accent1"/>
            </a:lnRef>
            <a:fillRef idx="0">
              <a:schemeClr val="accent1"/>
            </a:fillRef>
            <a:effectRef idx="0">
              <a:schemeClr val="accent1"/>
            </a:effectRef>
            <a:fontRef idx="minor">
              <a:schemeClr val="tx1"/>
            </a:fontRef>
          </p:style>
        </p:cxnSp>
        <p:sp>
          <p:nvSpPr>
            <p:cNvPr id="35" name="文本框 34">
              <a:extLst>
                <a:ext uri="{FF2B5EF4-FFF2-40B4-BE49-F238E27FC236}">
                  <a16:creationId xmlns:a16="http://schemas.microsoft.com/office/drawing/2014/main" id="{58C04342-7801-49D6-B7B3-30C8BC022F2B}"/>
                </a:ext>
              </a:extLst>
            </p:cNvPr>
            <p:cNvSpPr txBox="1"/>
            <p:nvPr/>
          </p:nvSpPr>
          <p:spPr>
            <a:xfrm>
              <a:off x="2570305" y="2477254"/>
              <a:ext cx="3026209" cy="369332"/>
            </a:xfrm>
            <a:prstGeom prst="rect">
              <a:avLst/>
            </a:prstGeom>
            <a:solidFill>
              <a:schemeClr val="bg1"/>
            </a:solidFill>
          </p:spPr>
          <p:txBody>
            <a:bodyPr wrap="square" rtlCol="0">
              <a:spAutoFit/>
            </a:bodyPr>
            <a:lstStyle/>
            <a:p>
              <a:pPr algn="ctr"/>
              <a:r>
                <a:rPr lang="zh-CN" altLang="en-US" b="1" dirty="0">
                  <a:solidFill>
                    <a:schemeClr val="accent1">
                      <a:lumMod val="75000"/>
                    </a:schemeClr>
                  </a:solidFill>
                </a:rPr>
                <a:t>接收方误认为这就是一个帧</a:t>
              </a:r>
            </a:p>
          </p:txBody>
        </p:sp>
      </p:grpSp>
      <p:grpSp>
        <p:nvGrpSpPr>
          <p:cNvPr id="4" name="组合 3">
            <a:extLst>
              <a:ext uri="{FF2B5EF4-FFF2-40B4-BE49-F238E27FC236}">
                <a16:creationId xmlns:a16="http://schemas.microsoft.com/office/drawing/2014/main" id="{9A1EA9F2-FCB6-48C3-935F-7AE7E3AD14AC}"/>
              </a:ext>
            </a:extLst>
          </p:cNvPr>
          <p:cNvGrpSpPr/>
          <p:nvPr/>
        </p:nvGrpSpPr>
        <p:grpSpPr>
          <a:xfrm>
            <a:off x="304800" y="749300"/>
            <a:ext cx="6192344" cy="400110"/>
            <a:chOff x="424117" y="898245"/>
            <a:chExt cx="6192344" cy="400110"/>
          </a:xfrm>
        </p:grpSpPr>
        <p:sp>
          <p:nvSpPr>
            <p:cNvPr id="2" name="平行四边形 1">
              <a:extLst>
                <a:ext uri="{FF2B5EF4-FFF2-40B4-BE49-F238E27FC236}">
                  <a16:creationId xmlns:a16="http://schemas.microsoft.com/office/drawing/2014/main" id="{1F5BAA3F-9845-4F89-A2DD-8222D3E4EDAC}"/>
                </a:ext>
              </a:extLst>
            </p:cNvPr>
            <p:cNvSpPr/>
            <p:nvPr/>
          </p:nvSpPr>
          <p:spPr>
            <a:xfrm>
              <a:off x="424117" y="898245"/>
              <a:ext cx="737650" cy="387090"/>
            </a:xfrm>
            <a:prstGeom prst="parallelogram">
              <a:avLst/>
            </a:prstGeom>
            <a:solidFill>
              <a:schemeClr val="accent3">
                <a:lumMod val="75000"/>
              </a:schemeClr>
            </a:solidFill>
            <a:ln>
              <a:solidFill>
                <a:schemeClr val="accent3">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CN" sz="2200" dirty="0">
                  <a:latin typeface="Impact" panose="020B0806030902050204" pitchFamily="34" charset="0"/>
                </a:rPr>
                <a:t>03</a:t>
              </a:r>
              <a:endParaRPr lang="zh-CN" altLang="en-US" sz="2200" dirty="0">
                <a:latin typeface="Impact" panose="020B0806030902050204" pitchFamily="34" charset="0"/>
              </a:endParaRPr>
            </a:p>
          </p:txBody>
        </p:sp>
        <p:sp>
          <p:nvSpPr>
            <p:cNvPr id="3" name="文本框 2">
              <a:extLst>
                <a:ext uri="{FF2B5EF4-FFF2-40B4-BE49-F238E27FC236}">
                  <a16:creationId xmlns:a16="http://schemas.microsoft.com/office/drawing/2014/main" id="{4D6BD736-A4D3-4F26-AFED-36E11F50F70B}"/>
                </a:ext>
              </a:extLst>
            </p:cNvPr>
            <p:cNvSpPr txBox="1"/>
            <p:nvPr/>
          </p:nvSpPr>
          <p:spPr>
            <a:xfrm>
              <a:off x="1161767" y="898245"/>
              <a:ext cx="5454694" cy="400110"/>
            </a:xfrm>
            <a:prstGeom prst="rect">
              <a:avLst/>
            </a:prstGeom>
            <a:noFill/>
          </p:spPr>
          <p:txBody>
            <a:bodyPr wrap="square" rtlCol="0">
              <a:spAutoFit/>
            </a:bodyPr>
            <a:lstStyle/>
            <a:p>
              <a:r>
                <a:rPr lang="en-US" altLang="zh-CN" sz="2000" b="1" dirty="0"/>
                <a:t>PPP</a:t>
              </a:r>
              <a:r>
                <a:rPr lang="zh-CN" altLang="en-US" sz="2000" b="1" dirty="0"/>
                <a:t>帧的透明传输</a:t>
              </a:r>
            </a:p>
          </p:txBody>
        </p:sp>
      </p:grpSp>
      <p:grpSp>
        <p:nvGrpSpPr>
          <p:cNvPr id="54" name="组合 53">
            <a:extLst>
              <a:ext uri="{FF2B5EF4-FFF2-40B4-BE49-F238E27FC236}">
                <a16:creationId xmlns:a16="http://schemas.microsoft.com/office/drawing/2014/main" id="{3251244F-2677-4044-84FF-4E3A618F0F84}"/>
              </a:ext>
            </a:extLst>
          </p:cNvPr>
          <p:cNvGrpSpPr/>
          <p:nvPr/>
        </p:nvGrpSpPr>
        <p:grpSpPr>
          <a:xfrm>
            <a:off x="9056697" y="1491872"/>
            <a:ext cx="2160000" cy="458913"/>
            <a:chOff x="8697680" y="1322684"/>
            <a:chExt cx="2160000" cy="458913"/>
          </a:xfrm>
        </p:grpSpPr>
        <p:cxnSp>
          <p:nvCxnSpPr>
            <p:cNvPr id="55" name="直接连接符 54">
              <a:extLst>
                <a:ext uri="{FF2B5EF4-FFF2-40B4-BE49-F238E27FC236}">
                  <a16:creationId xmlns:a16="http://schemas.microsoft.com/office/drawing/2014/main" id="{02760AEE-7703-4F73-8ABC-36244A982E59}"/>
                </a:ext>
              </a:extLst>
            </p:cNvPr>
            <p:cNvCxnSpPr/>
            <p:nvPr/>
          </p:nvCxnSpPr>
          <p:spPr>
            <a:xfrm flipV="1">
              <a:off x="8697680" y="1322684"/>
              <a:ext cx="0" cy="453911"/>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8" name="直接连接符 57">
              <a:extLst>
                <a:ext uri="{FF2B5EF4-FFF2-40B4-BE49-F238E27FC236}">
                  <a16:creationId xmlns:a16="http://schemas.microsoft.com/office/drawing/2014/main" id="{DFFDD7BA-A30E-4E42-97E3-7404B0BB1F33}"/>
                </a:ext>
              </a:extLst>
            </p:cNvPr>
            <p:cNvCxnSpPr/>
            <p:nvPr/>
          </p:nvCxnSpPr>
          <p:spPr>
            <a:xfrm flipV="1">
              <a:off x="10857680" y="1327686"/>
              <a:ext cx="0" cy="453911"/>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60" name="直接箭头连接符 59">
              <a:extLst>
                <a:ext uri="{FF2B5EF4-FFF2-40B4-BE49-F238E27FC236}">
                  <a16:creationId xmlns:a16="http://schemas.microsoft.com/office/drawing/2014/main" id="{FC86BF61-8DC9-4F42-84F1-B3E612E6029B}"/>
                </a:ext>
              </a:extLst>
            </p:cNvPr>
            <p:cNvCxnSpPr>
              <a:cxnSpLocks/>
            </p:cNvCxnSpPr>
            <p:nvPr/>
          </p:nvCxnSpPr>
          <p:spPr>
            <a:xfrm>
              <a:off x="8697680" y="1547869"/>
              <a:ext cx="2160000" cy="0"/>
            </a:xfrm>
            <a:prstGeom prst="straightConnector1">
              <a:avLst/>
            </a:prstGeom>
            <a:ln w="12700">
              <a:solidFill>
                <a:schemeClr val="tx1"/>
              </a:solidFill>
              <a:headEnd type="triangle"/>
              <a:tailEnd type="triangle"/>
            </a:ln>
          </p:spPr>
          <p:style>
            <a:lnRef idx="1">
              <a:schemeClr val="accent1"/>
            </a:lnRef>
            <a:fillRef idx="0">
              <a:schemeClr val="accent1"/>
            </a:fillRef>
            <a:effectRef idx="0">
              <a:schemeClr val="accent1"/>
            </a:effectRef>
            <a:fontRef idx="minor">
              <a:schemeClr val="tx1"/>
            </a:fontRef>
          </p:style>
        </p:cxnSp>
        <p:sp>
          <p:nvSpPr>
            <p:cNvPr id="61" name="文本框 60">
              <a:extLst>
                <a:ext uri="{FF2B5EF4-FFF2-40B4-BE49-F238E27FC236}">
                  <a16:creationId xmlns:a16="http://schemas.microsoft.com/office/drawing/2014/main" id="{DE5546B2-E8C7-4B4F-956B-3153E01FDAD7}"/>
                </a:ext>
              </a:extLst>
            </p:cNvPr>
            <p:cNvSpPr txBox="1"/>
            <p:nvPr/>
          </p:nvSpPr>
          <p:spPr>
            <a:xfrm>
              <a:off x="9323532" y="1371746"/>
              <a:ext cx="908294" cy="369332"/>
            </a:xfrm>
            <a:prstGeom prst="rect">
              <a:avLst/>
            </a:prstGeom>
            <a:solidFill>
              <a:schemeClr val="bg1"/>
            </a:solidFill>
          </p:spPr>
          <p:txBody>
            <a:bodyPr wrap="square" rtlCol="0">
              <a:spAutoFit/>
            </a:bodyPr>
            <a:lstStyle/>
            <a:p>
              <a:pPr algn="ctr"/>
              <a:r>
                <a:rPr lang="zh-CN" altLang="en-US" b="1" dirty="0"/>
                <a:t>帧尾部</a:t>
              </a:r>
            </a:p>
          </p:txBody>
        </p:sp>
      </p:grpSp>
      <p:grpSp>
        <p:nvGrpSpPr>
          <p:cNvPr id="66" name="组合 65">
            <a:extLst>
              <a:ext uri="{FF2B5EF4-FFF2-40B4-BE49-F238E27FC236}">
                <a16:creationId xmlns:a16="http://schemas.microsoft.com/office/drawing/2014/main" id="{0CDC28CF-1464-4B93-9F0E-35BC090315DE}"/>
              </a:ext>
            </a:extLst>
          </p:cNvPr>
          <p:cNvGrpSpPr/>
          <p:nvPr/>
        </p:nvGrpSpPr>
        <p:grpSpPr>
          <a:xfrm>
            <a:off x="986351" y="1480284"/>
            <a:ext cx="3600000" cy="463927"/>
            <a:chOff x="979773" y="2975089"/>
            <a:chExt cx="3600000" cy="463927"/>
          </a:xfrm>
        </p:grpSpPr>
        <p:cxnSp>
          <p:nvCxnSpPr>
            <p:cNvPr id="72" name="直接连接符 71">
              <a:extLst>
                <a:ext uri="{FF2B5EF4-FFF2-40B4-BE49-F238E27FC236}">
                  <a16:creationId xmlns:a16="http://schemas.microsoft.com/office/drawing/2014/main" id="{6C9E8F10-D9E8-42EF-A451-5AFA4FD9D732}"/>
                </a:ext>
              </a:extLst>
            </p:cNvPr>
            <p:cNvCxnSpPr/>
            <p:nvPr/>
          </p:nvCxnSpPr>
          <p:spPr>
            <a:xfrm flipV="1">
              <a:off x="979773" y="2975089"/>
              <a:ext cx="0" cy="453911"/>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77" name="直接连接符 76">
              <a:extLst>
                <a:ext uri="{FF2B5EF4-FFF2-40B4-BE49-F238E27FC236}">
                  <a16:creationId xmlns:a16="http://schemas.microsoft.com/office/drawing/2014/main" id="{4542516D-787D-442B-9F49-0E44BC2E35D0}"/>
                </a:ext>
              </a:extLst>
            </p:cNvPr>
            <p:cNvCxnSpPr/>
            <p:nvPr/>
          </p:nvCxnSpPr>
          <p:spPr>
            <a:xfrm flipV="1">
              <a:off x="4579773" y="2985105"/>
              <a:ext cx="0" cy="453911"/>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78" name="直接箭头连接符 77">
              <a:extLst>
                <a:ext uri="{FF2B5EF4-FFF2-40B4-BE49-F238E27FC236}">
                  <a16:creationId xmlns:a16="http://schemas.microsoft.com/office/drawing/2014/main" id="{743ADB21-309F-4B76-8160-1371E6FF03F5}"/>
                </a:ext>
              </a:extLst>
            </p:cNvPr>
            <p:cNvCxnSpPr>
              <a:cxnSpLocks/>
            </p:cNvCxnSpPr>
            <p:nvPr/>
          </p:nvCxnSpPr>
          <p:spPr>
            <a:xfrm>
              <a:off x="979773" y="3202043"/>
              <a:ext cx="3600000" cy="0"/>
            </a:xfrm>
            <a:prstGeom prst="straightConnector1">
              <a:avLst/>
            </a:prstGeom>
            <a:ln w="12700">
              <a:solidFill>
                <a:schemeClr val="tx1"/>
              </a:solidFill>
              <a:headEnd type="triangle"/>
              <a:tailEnd type="triangle"/>
            </a:ln>
          </p:spPr>
          <p:style>
            <a:lnRef idx="1">
              <a:schemeClr val="accent1"/>
            </a:lnRef>
            <a:fillRef idx="0">
              <a:schemeClr val="accent1"/>
            </a:fillRef>
            <a:effectRef idx="0">
              <a:schemeClr val="accent1"/>
            </a:effectRef>
            <a:fontRef idx="minor">
              <a:schemeClr val="tx1"/>
            </a:fontRef>
          </p:style>
        </p:cxnSp>
        <p:sp>
          <p:nvSpPr>
            <p:cNvPr id="79" name="文本框 78">
              <a:extLst>
                <a:ext uri="{FF2B5EF4-FFF2-40B4-BE49-F238E27FC236}">
                  <a16:creationId xmlns:a16="http://schemas.microsoft.com/office/drawing/2014/main" id="{FFE8DDDC-6142-49F4-8BD8-94F683A3DE9C}"/>
                </a:ext>
              </a:extLst>
            </p:cNvPr>
            <p:cNvSpPr txBox="1"/>
            <p:nvPr/>
          </p:nvSpPr>
          <p:spPr>
            <a:xfrm>
              <a:off x="2329347" y="3027394"/>
              <a:ext cx="900853" cy="369332"/>
            </a:xfrm>
            <a:prstGeom prst="rect">
              <a:avLst/>
            </a:prstGeom>
            <a:solidFill>
              <a:schemeClr val="bg1"/>
            </a:solidFill>
          </p:spPr>
          <p:txBody>
            <a:bodyPr wrap="square" rtlCol="0">
              <a:spAutoFit/>
            </a:bodyPr>
            <a:lstStyle/>
            <a:p>
              <a:pPr algn="ctr"/>
              <a:r>
                <a:rPr lang="zh-CN" altLang="en-US" b="1" dirty="0"/>
                <a:t>帧首部</a:t>
              </a:r>
            </a:p>
          </p:txBody>
        </p:sp>
      </p:grpSp>
      <p:grpSp>
        <p:nvGrpSpPr>
          <p:cNvPr id="80" name="组合 79">
            <a:extLst>
              <a:ext uri="{FF2B5EF4-FFF2-40B4-BE49-F238E27FC236}">
                <a16:creationId xmlns:a16="http://schemas.microsoft.com/office/drawing/2014/main" id="{F54ED230-9F1F-482C-A93F-58990DA852E4}"/>
              </a:ext>
            </a:extLst>
          </p:cNvPr>
          <p:cNvGrpSpPr/>
          <p:nvPr/>
        </p:nvGrpSpPr>
        <p:grpSpPr>
          <a:xfrm>
            <a:off x="4586351" y="1480284"/>
            <a:ext cx="4472454" cy="453912"/>
            <a:chOff x="4225226" y="1322862"/>
            <a:chExt cx="4472454" cy="453912"/>
          </a:xfrm>
        </p:grpSpPr>
        <p:cxnSp>
          <p:nvCxnSpPr>
            <p:cNvPr id="81" name="直接连接符 80">
              <a:extLst>
                <a:ext uri="{FF2B5EF4-FFF2-40B4-BE49-F238E27FC236}">
                  <a16:creationId xmlns:a16="http://schemas.microsoft.com/office/drawing/2014/main" id="{74FD418F-623B-4741-A1FC-158FCE02ABD8}"/>
                </a:ext>
              </a:extLst>
            </p:cNvPr>
            <p:cNvCxnSpPr/>
            <p:nvPr/>
          </p:nvCxnSpPr>
          <p:spPr>
            <a:xfrm flipV="1">
              <a:off x="4225226" y="1322863"/>
              <a:ext cx="0" cy="453911"/>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82" name="直接连接符 81">
              <a:extLst>
                <a:ext uri="{FF2B5EF4-FFF2-40B4-BE49-F238E27FC236}">
                  <a16:creationId xmlns:a16="http://schemas.microsoft.com/office/drawing/2014/main" id="{0514F47E-6BC3-45C9-8F79-E3BCF282DFA2}"/>
                </a:ext>
              </a:extLst>
            </p:cNvPr>
            <p:cNvCxnSpPr/>
            <p:nvPr/>
          </p:nvCxnSpPr>
          <p:spPr>
            <a:xfrm flipV="1">
              <a:off x="8697680" y="1322862"/>
              <a:ext cx="0" cy="453911"/>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83" name="直接箭头连接符 82">
              <a:extLst>
                <a:ext uri="{FF2B5EF4-FFF2-40B4-BE49-F238E27FC236}">
                  <a16:creationId xmlns:a16="http://schemas.microsoft.com/office/drawing/2014/main" id="{3528D62A-EAF6-403D-9475-DFD57200F3AF}"/>
                </a:ext>
              </a:extLst>
            </p:cNvPr>
            <p:cNvCxnSpPr>
              <a:cxnSpLocks/>
            </p:cNvCxnSpPr>
            <p:nvPr/>
          </p:nvCxnSpPr>
          <p:spPr>
            <a:xfrm>
              <a:off x="4225226" y="1549817"/>
              <a:ext cx="4472454" cy="0"/>
            </a:xfrm>
            <a:prstGeom prst="straightConnector1">
              <a:avLst/>
            </a:prstGeom>
            <a:ln w="12700">
              <a:solidFill>
                <a:schemeClr val="tx1"/>
              </a:solidFill>
              <a:headEnd type="triangle"/>
              <a:tailEnd type="triangle"/>
            </a:ln>
          </p:spPr>
          <p:style>
            <a:lnRef idx="1">
              <a:schemeClr val="accent1"/>
            </a:lnRef>
            <a:fillRef idx="0">
              <a:schemeClr val="accent1"/>
            </a:fillRef>
            <a:effectRef idx="0">
              <a:schemeClr val="accent1"/>
            </a:effectRef>
            <a:fontRef idx="minor">
              <a:schemeClr val="tx1"/>
            </a:fontRef>
          </p:style>
        </p:cxnSp>
        <p:sp>
          <p:nvSpPr>
            <p:cNvPr id="84" name="文本框 83">
              <a:extLst>
                <a:ext uri="{FF2B5EF4-FFF2-40B4-BE49-F238E27FC236}">
                  <a16:creationId xmlns:a16="http://schemas.microsoft.com/office/drawing/2014/main" id="{3B985772-7D4C-4621-AAAB-4C66BCE47CF3}"/>
                </a:ext>
              </a:extLst>
            </p:cNvPr>
            <p:cNvSpPr txBox="1"/>
            <p:nvPr/>
          </p:nvSpPr>
          <p:spPr>
            <a:xfrm>
              <a:off x="5665226" y="1371924"/>
              <a:ext cx="1590347" cy="369332"/>
            </a:xfrm>
            <a:prstGeom prst="rect">
              <a:avLst/>
            </a:prstGeom>
            <a:solidFill>
              <a:schemeClr val="bg1"/>
            </a:solidFill>
          </p:spPr>
          <p:txBody>
            <a:bodyPr wrap="square" rtlCol="0">
              <a:spAutoFit/>
            </a:bodyPr>
            <a:lstStyle/>
            <a:p>
              <a:pPr algn="ctr"/>
              <a:r>
                <a:rPr lang="zh-CN" altLang="en-US" b="1" dirty="0"/>
                <a:t>帧的数据载荷</a:t>
              </a:r>
            </a:p>
          </p:txBody>
        </p:sp>
      </p:grpSp>
      <p:sp>
        <p:nvSpPr>
          <p:cNvPr id="85" name="矩形 84">
            <a:extLst>
              <a:ext uri="{FF2B5EF4-FFF2-40B4-BE49-F238E27FC236}">
                <a16:creationId xmlns:a16="http://schemas.microsoft.com/office/drawing/2014/main" id="{E780B9CA-5D07-496B-8E02-FD8F361DC928}"/>
              </a:ext>
            </a:extLst>
          </p:cNvPr>
          <p:cNvSpPr/>
          <p:nvPr/>
        </p:nvSpPr>
        <p:spPr>
          <a:xfrm>
            <a:off x="986351" y="1934195"/>
            <a:ext cx="720000" cy="364423"/>
          </a:xfrm>
          <a:prstGeom prst="rect">
            <a:avLst/>
          </a:prstGeom>
          <a:solidFill>
            <a:schemeClr val="accent4"/>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CN" b="1" dirty="0">
                <a:latin typeface="Arial Black" panose="020B0A04020102020204" pitchFamily="34" charset="0"/>
              </a:rPr>
              <a:t>F</a:t>
            </a:r>
            <a:endParaRPr lang="zh-CN" altLang="en-US" b="1" dirty="0">
              <a:latin typeface="Arial Black" panose="020B0A04020102020204" pitchFamily="34" charset="0"/>
            </a:endParaRPr>
          </a:p>
        </p:txBody>
      </p:sp>
      <p:sp>
        <p:nvSpPr>
          <p:cNvPr id="86" name="矩形 85">
            <a:extLst>
              <a:ext uri="{FF2B5EF4-FFF2-40B4-BE49-F238E27FC236}">
                <a16:creationId xmlns:a16="http://schemas.microsoft.com/office/drawing/2014/main" id="{E0D347C5-1D0B-48E0-83FD-C44BC688495F}"/>
              </a:ext>
            </a:extLst>
          </p:cNvPr>
          <p:cNvSpPr/>
          <p:nvPr/>
        </p:nvSpPr>
        <p:spPr>
          <a:xfrm>
            <a:off x="1706351" y="1934195"/>
            <a:ext cx="720000" cy="364423"/>
          </a:xfrm>
          <a:prstGeom prst="rect">
            <a:avLst/>
          </a:prstGeom>
          <a:solidFill>
            <a:schemeClr val="accent4"/>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CN" b="1" dirty="0">
                <a:latin typeface="Arial Black" panose="020B0A04020102020204" pitchFamily="34" charset="0"/>
              </a:rPr>
              <a:t>A</a:t>
            </a:r>
            <a:endParaRPr lang="zh-CN" altLang="en-US" b="1" dirty="0">
              <a:latin typeface="Arial Black" panose="020B0A04020102020204" pitchFamily="34" charset="0"/>
            </a:endParaRPr>
          </a:p>
        </p:txBody>
      </p:sp>
      <p:sp>
        <p:nvSpPr>
          <p:cNvPr id="87" name="矩形 86">
            <a:extLst>
              <a:ext uri="{FF2B5EF4-FFF2-40B4-BE49-F238E27FC236}">
                <a16:creationId xmlns:a16="http://schemas.microsoft.com/office/drawing/2014/main" id="{AA2F6062-2A4C-481D-B9B3-C8785F04B8AE}"/>
              </a:ext>
            </a:extLst>
          </p:cNvPr>
          <p:cNvSpPr/>
          <p:nvPr/>
        </p:nvSpPr>
        <p:spPr>
          <a:xfrm>
            <a:off x="2426351" y="1934195"/>
            <a:ext cx="720000" cy="364423"/>
          </a:xfrm>
          <a:prstGeom prst="rect">
            <a:avLst/>
          </a:prstGeom>
          <a:solidFill>
            <a:schemeClr val="accent4"/>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CN" b="1" dirty="0">
                <a:latin typeface="Arial Black" panose="020B0A04020102020204" pitchFamily="34" charset="0"/>
              </a:rPr>
              <a:t>C</a:t>
            </a:r>
            <a:endParaRPr lang="zh-CN" altLang="en-US" b="1" dirty="0">
              <a:latin typeface="Arial Black" panose="020B0A04020102020204" pitchFamily="34" charset="0"/>
            </a:endParaRPr>
          </a:p>
        </p:txBody>
      </p:sp>
      <p:sp>
        <p:nvSpPr>
          <p:cNvPr id="88" name="矩形 87">
            <a:extLst>
              <a:ext uri="{FF2B5EF4-FFF2-40B4-BE49-F238E27FC236}">
                <a16:creationId xmlns:a16="http://schemas.microsoft.com/office/drawing/2014/main" id="{5C7543EE-15B7-45B0-98E5-0D3400C7AC95}"/>
              </a:ext>
            </a:extLst>
          </p:cNvPr>
          <p:cNvSpPr/>
          <p:nvPr/>
        </p:nvSpPr>
        <p:spPr>
          <a:xfrm>
            <a:off x="3146351" y="1934195"/>
            <a:ext cx="1440000" cy="364423"/>
          </a:xfrm>
          <a:prstGeom prst="rect">
            <a:avLst/>
          </a:prstGeom>
          <a:solidFill>
            <a:schemeClr val="accent4"/>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CN" b="1" dirty="0">
                <a:latin typeface="Arial Black" panose="020B0A04020102020204" pitchFamily="34" charset="0"/>
              </a:rPr>
              <a:t>P</a:t>
            </a:r>
            <a:endParaRPr lang="zh-CN" altLang="en-US" b="1" dirty="0">
              <a:latin typeface="Arial Black" panose="020B0A04020102020204" pitchFamily="34" charset="0"/>
            </a:endParaRPr>
          </a:p>
        </p:txBody>
      </p:sp>
      <p:sp>
        <p:nvSpPr>
          <p:cNvPr id="89" name="矩形 88">
            <a:extLst>
              <a:ext uri="{FF2B5EF4-FFF2-40B4-BE49-F238E27FC236}">
                <a16:creationId xmlns:a16="http://schemas.microsoft.com/office/drawing/2014/main" id="{C6F2A98E-58A8-4147-8412-B5847CBE4A25}"/>
              </a:ext>
            </a:extLst>
          </p:cNvPr>
          <p:cNvSpPr/>
          <p:nvPr/>
        </p:nvSpPr>
        <p:spPr>
          <a:xfrm>
            <a:off x="9058805" y="1934195"/>
            <a:ext cx="1440000" cy="364423"/>
          </a:xfrm>
          <a:prstGeom prst="rect">
            <a:avLst/>
          </a:prstGeom>
          <a:solidFill>
            <a:schemeClr val="accent4"/>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CN" b="1" dirty="0">
                <a:latin typeface="Arial Black" panose="020B0A04020102020204" pitchFamily="34" charset="0"/>
              </a:rPr>
              <a:t>FCS</a:t>
            </a:r>
            <a:endParaRPr lang="zh-CN" altLang="en-US" b="1" dirty="0">
              <a:latin typeface="Arial Black" panose="020B0A04020102020204" pitchFamily="34" charset="0"/>
            </a:endParaRPr>
          </a:p>
        </p:txBody>
      </p:sp>
      <p:sp>
        <p:nvSpPr>
          <p:cNvPr id="90" name="矩形 89">
            <a:extLst>
              <a:ext uri="{FF2B5EF4-FFF2-40B4-BE49-F238E27FC236}">
                <a16:creationId xmlns:a16="http://schemas.microsoft.com/office/drawing/2014/main" id="{D6B3AC47-D119-4107-8B87-E598AC0B367E}"/>
              </a:ext>
            </a:extLst>
          </p:cNvPr>
          <p:cNvSpPr/>
          <p:nvPr/>
        </p:nvSpPr>
        <p:spPr>
          <a:xfrm>
            <a:off x="10498805" y="1934195"/>
            <a:ext cx="720000" cy="364423"/>
          </a:xfrm>
          <a:prstGeom prst="rect">
            <a:avLst/>
          </a:prstGeom>
          <a:solidFill>
            <a:schemeClr val="accent4"/>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CN" b="1" dirty="0">
                <a:latin typeface="Arial Black" panose="020B0A04020102020204" pitchFamily="34" charset="0"/>
              </a:rPr>
              <a:t>F</a:t>
            </a:r>
            <a:endParaRPr lang="zh-CN" altLang="en-US" b="1" dirty="0">
              <a:latin typeface="Arial Black" panose="020B0A04020102020204" pitchFamily="34" charset="0"/>
            </a:endParaRPr>
          </a:p>
        </p:txBody>
      </p:sp>
      <p:sp>
        <p:nvSpPr>
          <p:cNvPr id="91" name="矩形 90">
            <a:extLst>
              <a:ext uri="{FF2B5EF4-FFF2-40B4-BE49-F238E27FC236}">
                <a16:creationId xmlns:a16="http://schemas.microsoft.com/office/drawing/2014/main" id="{1CEF49B4-0586-400F-BB48-0910D5BA1E97}"/>
              </a:ext>
            </a:extLst>
          </p:cNvPr>
          <p:cNvSpPr/>
          <p:nvPr/>
        </p:nvSpPr>
        <p:spPr>
          <a:xfrm>
            <a:off x="4586351" y="1934195"/>
            <a:ext cx="4472454" cy="364423"/>
          </a:xfrm>
          <a:prstGeom prst="rect">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b="1" dirty="0">
              <a:solidFill>
                <a:schemeClr val="tx1"/>
              </a:solidFill>
              <a:latin typeface="Arial Black" panose="020B0A04020102020204" pitchFamily="34" charset="0"/>
            </a:endParaRPr>
          </a:p>
        </p:txBody>
      </p:sp>
      <p:sp>
        <p:nvSpPr>
          <p:cNvPr id="28" name="矩形 27">
            <a:extLst>
              <a:ext uri="{FF2B5EF4-FFF2-40B4-BE49-F238E27FC236}">
                <a16:creationId xmlns:a16="http://schemas.microsoft.com/office/drawing/2014/main" id="{0026D7CB-EE02-4284-B203-BF3C51D602E0}"/>
              </a:ext>
            </a:extLst>
          </p:cNvPr>
          <p:cNvSpPr/>
          <p:nvPr/>
        </p:nvSpPr>
        <p:spPr>
          <a:xfrm>
            <a:off x="6460470" y="1931833"/>
            <a:ext cx="720000" cy="364423"/>
          </a:xfrm>
          <a:prstGeom prst="rect">
            <a:avLst/>
          </a:prstGeom>
          <a:solidFill>
            <a:schemeClr val="accent4"/>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CN" b="1" dirty="0">
                <a:latin typeface="Arial Black" panose="020B0A04020102020204" pitchFamily="34" charset="0"/>
              </a:rPr>
              <a:t>F</a:t>
            </a:r>
            <a:endParaRPr lang="zh-CN" altLang="en-US" b="1" dirty="0">
              <a:latin typeface="Arial Black" panose="020B0A04020102020204" pitchFamily="34" charset="0"/>
            </a:endParaRPr>
          </a:p>
        </p:txBody>
      </p:sp>
    </p:spTree>
    <p:custDataLst>
      <p:tags r:id="rId1"/>
    </p:custDataLst>
    <p:extLst>
      <p:ext uri="{BB962C8B-B14F-4D97-AF65-F5344CB8AC3E}">
        <p14:creationId xmlns:p14="http://schemas.microsoft.com/office/powerpoint/2010/main" val="2921870836"/>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8" presetClass="emph" presetSubtype="0" fill="hold" grpId="0" nodeType="withEffect">
                                  <p:stCondLst>
                                    <p:cond delay="0"/>
                                  </p:stCondLst>
                                  <p:childTnLst>
                                    <p:animRot by="21600000">
                                      <p:cBhvr>
                                        <p:cTn id="6" dur="1000" fill="hold"/>
                                        <p:tgtEl>
                                          <p:spTgt spid="85"/>
                                        </p:tgtEl>
                                        <p:attrNameLst>
                                          <p:attrName>r</p:attrName>
                                        </p:attrNameLst>
                                      </p:cBhvr>
                                    </p:animRot>
                                  </p:childTnLst>
                                </p:cTn>
                              </p:par>
                              <p:par>
                                <p:cTn id="7" presetID="8" presetClass="emph" presetSubtype="0" fill="hold" grpId="0" nodeType="withEffect">
                                  <p:stCondLst>
                                    <p:cond delay="0"/>
                                  </p:stCondLst>
                                  <p:childTnLst>
                                    <p:animRot by="21600000">
                                      <p:cBhvr>
                                        <p:cTn id="8" dur="1000" fill="hold"/>
                                        <p:tgtEl>
                                          <p:spTgt spid="90"/>
                                        </p:tgtEl>
                                        <p:attrNameLst>
                                          <p:attrName>r</p:attrName>
                                        </p:attrNameLst>
                                      </p:cBhvr>
                                    </p:animRot>
                                  </p:childTnLst>
                                </p:cTn>
                              </p:par>
                            </p:childTnLst>
                          </p:cTn>
                        </p:par>
                      </p:childTnLst>
                    </p:cTn>
                  </p:par>
                  <p:par>
                    <p:cTn id="9" fill="hold">
                      <p:stCondLst>
                        <p:cond delay="indefinite"/>
                      </p:stCondLst>
                      <p:childTnLst>
                        <p:par>
                          <p:cTn id="10" fill="hold">
                            <p:stCondLst>
                              <p:cond delay="0"/>
                            </p:stCondLst>
                            <p:childTnLst>
                              <p:par>
                                <p:cTn id="11" presetID="49" presetClass="entr" presetSubtype="0" decel="100000" fill="hold" grpId="0" nodeType="clickEffect">
                                  <p:stCondLst>
                                    <p:cond delay="0"/>
                                  </p:stCondLst>
                                  <p:childTnLst>
                                    <p:set>
                                      <p:cBhvr>
                                        <p:cTn id="12" dur="1" fill="hold">
                                          <p:stCondLst>
                                            <p:cond delay="0"/>
                                          </p:stCondLst>
                                        </p:cTn>
                                        <p:tgtEl>
                                          <p:spTgt spid="28"/>
                                        </p:tgtEl>
                                        <p:attrNameLst>
                                          <p:attrName>style.visibility</p:attrName>
                                        </p:attrNameLst>
                                      </p:cBhvr>
                                      <p:to>
                                        <p:strVal val="visible"/>
                                      </p:to>
                                    </p:set>
                                    <p:anim calcmode="lin" valueType="num">
                                      <p:cBhvr>
                                        <p:cTn id="13" dur="500" fill="hold"/>
                                        <p:tgtEl>
                                          <p:spTgt spid="28"/>
                                        </p:tgtEl>
                                        <p:attrNameLst>
                                          <p:attrName>ppt_w</p:attrName>
                                        </p:attrNameLst>
                                      </p:cBhvr>
                                      <p:tavLst>
                                        <p:tav tm="0">
                                          <p:val>
                                            <p:fltVal val="0"/>
                                          </p:val>
                                        </p:tav>
                                        <p:tav tm="100000">
                                          <p:val>
                                            <p:strVal val="#ppt_w"/>
                                          </p:val>
                                        </p:tav>
                                      </p:tavLst>
                                    </p:anim>
                                    <p:anim calcmode="lin" valueType="num">
                                      <p:cBhvr>
                                        <p:cTn id="14" dur="500" fill="hold"/>
                                        <p:tgtEl>
                                          <p:spTgt spid="28"/>
                                        </p:tgtEl>
                                        <p:attrNameLst>
                                          <p:attrName>ppt_h</p:attrName>
                                        </p:attrNameLst>
                                      </p:cBhvr>
                                      <p:tavLst>
                                        <p:tav tm="0">
                                          <p:val>
                                            <p:fltVal val="0"/>
                                          </p:val>
                                        </p:tav>
                                        <p:tav tm="100000">
                                          <p:val>
                                            <p:strVal val="#ppt_h"/>
                                          </p:val>
                                        </p:tav>
                                      </p:tavLst>
                                    </p:anim>
                                    <p:anim calcmode="lin" valueType="num">
                                      <p:cBhvr>
                                        <p:cTn id="15" dur="500" fill="hold"/>
                                        <p:tgtEl>
                                          <p:spTgt spid="28"/>
                                        </p:tgtEl>
                                        <p:attrNameLst>
                                          <p:attrName>style.rotation</p:attrName>
                                        </p:attrNameLst>
                                      </p:cBhvr>
                                      <p:tavLst>
                                        <p:tav tm="0">
                                          <p:val>
                                            <p:fltVal val="360"/>
                                          </p:val>
                                        </p:tav>
                                        <p:tav tm="100000">
                                          <p:val>
                                            <p:fltVal val="0"/>
                                          </p:val>
                                        </p:tav>
                                      </p:tavLst>
                                    </p:anim>
                                    <p:animEffect transition="in" filter="fade">
                                      <p:cBhvr>
                                        <p:cTn id="16" dur="500"/>
                                        <p:tgtEl>
                                          <p:spTgt spid="28"/>
                                        </p:tgtEl>
                                      </p:cBhvr>
                                    </p:animEffect>
                                  </p:childTnLst>
                                </p:cTn>
                              </p:par>
                            </p:childTnLst>
                          </p:cTn>
                        </p:par>
                      </p:childTnLst>
                    </p:cTn>
                  </p:par>
                  <p:par>
                    <p:cTn id="17" fill="hold">
                      <p:stCondLst>
                        <p:cond delay="indefinite"/>
                      </p:stCondLst>
                      <p:childTnLst>
                        <p:par>
                          <p:cTn id="18" fill="hold">
                            <p:stCondLst>
                              <p:cond delay="0"/>
                            </p:stCondLst>
                            <p:childTnLst>
                              <p:par>
                                <p:cTn id="19" presetID="12" presetClass="entr" presetSubtype="1" fill="hold" nodeType="clickEffect">
                                  <p:stCondLst>
                                    <p:cond delay="0"/>
                                  </p:stCondLst>
                                  <p:childTnLst>
                                    <p:set>
                                      <p:cBhvr>
                                        <p:cTn id="20" dur="1" fill="hold">
                                          <p:stCondLst>
                                            <p:cond delay="0"/>
                                          </p:stCondLst>
                                        </p:cTn>
                                        <p:tgtEl>
                                          <p:spTgt spid="11"/>
                                        </p:tgtEl>
                                        <p:attrNameLst>
                                          <p:attrName>style.visibility</p:attrName>
                                        </p:attrNameLst>
                                      </p:cBhvr>
                                      <p:to>
                                        <p:strVal val="visible"/>
                                      </p:to>
                                    </p:set>
                                    <p:anim calcmode="lin" valueType="num">
                                      <p:cBhvr additive="base">
                                        <p:cTn id="21" dur="500"/>
                                        <p:tgtEl>
                                          <p:spTgt spid="11"/>
                                        </p:tgtEl>
                                        <p:attrNameLst>
                                          <p:attrName>ppt_y</p:attrName>
                                        </p:attrNameLst>
                                      </p:cBhvr>
                                      <p:tavLst>
                                        <p:tav tm="0">
                                          <p:val>
                                            <p:strVal val="#ppt_y-#ppt_h*1.125000"/>
                                          </p:val>
                                        </p:tav>
                                        <p:tav tm="100000">
                                          <p:val>
                                            <p:strVal val="#ppt_y"/>
                                          </p:val>
                                        </p:tav>
                                      </p:tavLst>
                                    </p:anim>
                                    <p:animEffect transition="in" filter="wipe(down)">
                                      <p:cBhvr>
                                        <p:cTn id="22" dur="500"/>
                                        <p:tgtEl>
                                          <p:spTgt spid="11"/>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85" grpId="0" animBg="1"/>
      <p:bldP spid="90" grpId="0" animBg="1"/>
      <p:bldP spid="28" grpId="0" animBg="1"/>
    </p:bldLst>
  </p:timing>
</p:sld>
</file>

<file path=ppt/slides/slide23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4" name="组合 3">
            <a:extLst>
              <a:ext uri="{FF2B5EF4-FFF2-40B4-BE49-F238E27FC236}">
                <a16:creationId xmlns:a16="http://schemas.microsoft.com/office/drawing/2014/main" id="{9A1EA9F2-FCB6-48C3-935F-7AE7E3AD14AC}"/>
              </a:ext>
            </a:extLst>
          </p:cNvPr>
          <p:cNvGrpSpPr/>
          <p:nvPr/>
        </p:nvGrpSpPr>
        <p:grpSpPr>
          <a:xfrm>
            <a:off x="304800" y="749300"/>
            <a:ext cx="6192344" cy="400110"/>
            <a:chOff x="424117" y="898245"/>
            <a:chExt cx="6192344" cy="400110"/>
          </a:xfrm>
        </p:grpSpPr>
        <p:sp>
          <p:nvSpPr>
            <p:cNvPr id="2" name="平行四边形 1">
              <a:extLst>
                <a:ext uri="{FF2B5EF4-FFF2-40B4-BE49-F238E27FC236}">
                  <a16:creationId xmlns:a16="http://schemas.microsoft.com/office/drawing/2014/main" id="{1F5BAA3F-9845-4F89-A2DD-8222D3E4EDAC}"/>
                </a:ext>
              </a:extLst>
            </p:cNvPr>
            <p:cNvSpPr/>
            <p:nvPr/>
          </p:nvSpPr>
          <p:spPr>
            <a:xfrm>
              <a:off x="424117" y="898245"/>
              <a:ext cx="737650" cy="387090"/>
            </a:xfrm>
            <a:prstGeom prst="parallelogram">
              <a:avLst/>
            </a:prstGeom>
            <a:solidFill>
              <a:schemeClr val="accent3">
                <a:lumMod val="75000"/>
              </a:schemeClr>
            </a:solidFill>
            <a:ln>
              <a:solidFill>
                <a:schemeClr val="accent3">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CN" sz="2200" dirty="0">
                  <a:latin typeface="Impact" panose="020B0806030902050204" pitchFamily="34" charset="0"/>
                </a:rPr>
                <a:t>03</a:t>
              </a:r>
              <a:endParaRPr lang="zh-CN" altLang="en-US" sz="2200" dirty="0">
                <a:latin typeface="Impact" panose="020B0806030902050204" pitchFamily="34" charset="0"/>
              </a:endParaRPr>
            </a:p>
          </p:txBody>
        </p:sp>
        <p:sp>
          <p:nvSpPr>
            <p:cNvPr id="3" name="文本框 2">
              <a:extLst>
                <a:ext uri="{FF2B5EF4-FFF2-40B4-BE49-F238E27FC236}">
                  <a16:creationId xmlns:a16="http://schemas.microsoft.com/office/drawing/2014/main" id="{4D6BD736-A4D3-4F26-AFED-36E11F50F70B}"/>
                </a:ext>
              </a:extLst>
            </p:cNvPr>
            <p:cNvSpPr txBox="1"/>
            <p:nvPr/>
          </p:nvSpPr>
          <p:spPr>
            <a:xfrm>
              <a:off x="1161767" y="898245"/>
              <a:ext cx="5454694" cy="400110"/>
            </a:xfrm>
            <a:prstGeom prst="rect">
              <a:avLst/>
            </a:prstGeom>
            <a:noFill/>
          </p:spPr>
          <p:txBody>
            <a:bodyPr wrap="square" rtlCol="0">
              <a:spAutoFit/>
            </a:bodyPr>
            <a:lstStyle/>
            <a:p>
              <a:r>
                <a:rPr lang="en-US" altLang="zh-CN" sz="2000" b="1" dirty="0"/>
                <a:t>PPP</a:t>
              </a:r>
              <a:r>
                <a:rPr lang="zh-CN" altLang="en-US" sz="2000" b="1" dirty="0"/>
                <a:t>帧的透明传输</a:t>
              </a:r>
            </a:p>
          </p:txBody>
        </p:sp>
      </p:grpSp>
      <p:grpSp>
        <p:nvGrpSpPr>
          <p:cNvPr id="54" name="组合 53">
            <a:extLst>
              <a:ext uri="{FF2B5EF4-FFF2-40B4-BE49-F238E27FC236}">
                <a16:creationId xmlns:a16="http://schemas.microsoft.com/office/drawing/2014/main" id="{3251244F-2677-4044-84FF-4E3A618F0F84}"/>
              </a:ext>
            </a:extLst>
          </p:cNvPr>
          <p:cNvGrpSpPr/>
          <p:nvPr/>
        </p:nvGrpSpPr>
        <p:grpSpPr>
          <a:xfrm>
            <a:off x="9056697" y="1491872"/>
            <a:ext cx="2160000" cy="458913"/>
            <a:chOff x="8697680" y="1322684"/>
            <a:chExt cx="2160000" cy="458913"/>
          </a:xfrm>
        </p:grpSpPr>
        <p:cxnSp>
          <p:nvCxnSpPr>
            <p:cNvPr id="55" name="直接连接符 54">
              <a:extLst>
                <a:ext uri="{FF2B5EF4-FFF2-40B4-BE49-F238E27FC236}">
                  <a16:creationId xmlns:a16="http://schemas.microsoft.com/office/drawing/2014/main" id="{02760AEE-7703-4F73-8ABC-36244A982E59}"/>
                </a:ext>
              </a:extLst>
            </p:cNvPr>
            <p:cNvCxnSpPr/>
            <p:nvPr/>
          </p:nvCxnSpPr>
          <p:spPr>
            <a:xfrm flipV="1">
              <a:off x="8697680" y="1322684"/>
              <a:ext cx="0" cy="453911"/>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8" name="直接连接符 57">
              <a:extLst>
                <a:ext uri="{FF2B5EF4-FFF2-40B4-BE49-F238E27FC236}">
                  <a16:creationId xmlns:a16="http://schemas.microsoft.com/office/drawing/2014/main" id="{DFFDD7BA-A30E-4E42-97E3-7404B0BB1F33}"/>
                </a:ext>
              </a:extLst>
            </p:cNvPr>
            <p:cNvCxnSpPr/>
            <p:nvPr/>
          </p:nvCxnSpPr>
          <p:spPr>
            <a:xfrm flipV="1">
              <a:off x="10857680" y="1327686"/>
              <a:ext cx="0" cy="453911"/>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60" name="直接箭头连接符 59">
              <a:extLst>
                <a:ext uri="{FF2B5EF4-FFF2-40B4-BE49-F238E27FC236}">
                  <a16:creationId xmlns:a16="http://schemas.microsoft.com/office/drawing/2014/main" id="{FC86BF61-8DC9-4F42-84F1-B3E612E6029B}"/>
                </a:ext>
              </a:extLst>
            </p:cNvPr>
            <p:cNvCxnSpPr>
              <a:cxnSpLocks/>
            </p:cNvCxnSpPr>
            <p:nvPr/>
          </p:nvCxnSpPr>
          <p:spPr>
            <a:xfrm>
              <a:off x="8697680" y="1547869"/>
              <a:ext cx="2160000" cy="0"/>
            </a:xfrm>
            <a:prstGeom prst="straightConnector1">
              <a:avLst/>
            </a:prstGeom>
            <a:ln w="12700">
              <a:solidFill>
                <a:schemeClr val="tx1"/>
              </a:solidFill>
              <a:headEnd type="triangle"/>
              <a:tailEnd type="triangle"/>
            </a:ln>
          </p:spPr>
          <p:style>
            <a:lnRef idx="1">
              <a:schemeClr val="accent1"/>
            </a:lnRef>
            <a:fillRef idx="0">
              <a:schemeClr val="accent1"/>
            </a:fillRef>
            <a:effectRef idx="0">
              <a:schemeClr val="accent1"/>
            </a:effectRef>
            <a:fontRef idx="minor">
              <a:schemeClr val="tx1"/>
            </a:fontRef>
          </p:style>
        </p:cxnSp>
        <p:sp>
          <p:nvSpPr>
            <p:cNvPr id="61" name="文本框 60">
              <a:extLst>
                <a:ext uri="{FF2B5EF4-FFF2-40B4-BE49-F238E27FC236}">
                  <a16:creationId xmlns:a16="http://schemas.microsoft.com/office/drawing/2014/main" id="{DE5546B2-E8C7-4B4F-956B-3153E01FDAD7}"/>
                </a:ext>
              </a:extLst>
            </p:cNvPr>
            <p:cNvSpPr txBox="1"/>
            <p:nvPr/>
          </p:nvSpPr>
          <p:spPr>
            <a:xfrm>
              <a:off x="9323532" y="1371746"/>
              <a:ext cx="908294" cy="369332"/>
            </a:xfrm>
            <a:prstGeom prst="rect">
              <a:avLst/>
            </a:prstGeom>
            <a:solidFill>
              <a:schemeClr val="bg1"/>
            </a:solidFill>
          </p:spPr>
          <p:txBody>
            <a:bodyPr wrap="square" rtlCol="0">
              <a:spAutoFit/>
            </a:bodyPr>
            <a:lstStyle/>
            <a:p>
              <a:pPr algn="ctr"/>
              <a:r>
                <a:rPr lang="zh-CN" altLang="en-US" b="1" dirty="0"/>
                <a:t>帧尾部</a:t>
              </a:r>
            </a:p>
          </p:txBody>
        </p:sp>
      </p:grpSp>
      <p:grpSp>
        <p:nvGrpSpPr>
          <p:cNvPr id="66" name="组合 65">
            <a:extLst>
              <a:ext uri="{FF2B5EF4-FFF2-40B4-BE49-F238E27FC236}">
                <a16:creationId xmlns:a16="http://schemas.microsoft.com/office/drawing/2014/main" id="{0CDC28CF-1464-4B93-9F0E-35BC090315DE}"/>
              </a:ext>
            </a:extLst>
          </p:cNvPr>
          <p:cNvGrpSpPr/>
          <p:nvPr/>
        </p:nvGrpSpPr>
        <p:grpSpPr>
          <a:xfrm>
            <a:off x="986351" y="1480284"/>
            <a:ext cx="3600000" cy="463927"/>
            <a:chOff x="979773" y="2975089"/>
            <a:chExt cx="3600000" cy="463927"/>
          </a:xfrm>
        </p:grpSpPr>
        <p:cxnSp>
          <p:nvCxnSpPr>
            <p:cNvPr id="72" name="直接连接符 71">
              <a:extLst>
                <a:ext uri="{FF2B5EF4-FFF2-40B4-BE49-F238E27FC236}">
                  <a16:creationId xmlns:a16="http://schemas.microsoft.com/office/drawing/2014/main" id="{6C9E8F10-D9E8-42EF-A451-5AFA4FD9D732}"/>
                </a:ext>
              </a:extLst>
            </p:cNvPr>
            <p:cNvCxnSpPr/>
            <p:nvPr/>
          </p:nvCxnSpPr>
          <p:spPr>
            <a:xfrm flipV="1">
              <a:off x="979773" y="2975089"/>
              <a:ext cx="0" cy="453911"/>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77" name="直接连接符 76">
              <a:extLst>
                <a:ext uri="{FF2B5EF4-FFF2-40B4-BE49-F238E27FC236}">
                  <a16:creationId xmlns:a16="http://schemas.microsoft.com/office/drawing/2014/main" id="{4542516D-787D-442B-9F49-0E44BC2E35D0}"/>
                </a:ext>
              </a:extLst>
            </p:cNvPr>
            <p:cNvCxnSpPr/>
            <p:nvPr/>
          </p:nvCxnSpPr>
          <p:spPr>
            <a:xfrm flipV="1">
              <a:off x="4579773" y="2985105"/>
              <a:ext cx="0" cy="453911"/>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78" name="直接箭头连接符 77">
              <a:extLst>
                <a:ext uri="{FF2B5EF4-FFF2-40B4-BE49-F238E27FC236}">
                  <a16:creationId xmlns:a16="http://schemas.microsoft.com/office/drawing/2014/main" id="{743ADB21-309F-4B76-8160-1371E6FF03F5}"/>
                </a:ext>
              </a:extLst>
            </p:cNvPr>
            <p:cNvCxnSpPr>
              <a:cxnSpLocks/>
            </p:cNvCxnSpPr>
            <p:nvPr/>
          </p:nvCxnSpPr>
          <p:spPr>
            <a:xfrm>
              <a:off x="979773" y="3202043"/>
              <a:ext cx="3600000" cy="0"/>
            </a:xfrm>
            <a:prstGeom prst="straightConnector1">
              <a:avLst/>
            </a:prstGeom>
            <a:ln w="12700">
              <a:solidFill>
                <a:schemeClr val="tx1"/>
              </a:solidFill>
              <a:headEnd type="triangle"/>
              <a:tailEnd type="triangle"/>
            </a:ln>
          </p:spPr>
          <p:style>
            <a:lnRef idx="1">
              <a:schemeClr val="accent1"/>
            </a:lnRef>
            <a:fillRef idx="0">
              <a:schemeClr val="accent1"/>
            </a:fillRef>
            <a:effectRef idx="0">
              <a:schemeClr val="accent1"/>
            </a:effectRef>
            <a:fontRef idx="minor">
              <a:schemeClr val="tx1"/>
            </a:fontRef>
          </p:style>
        </p:cxnSp>
        <p:sp>
          <p:nvSpPr>
            <p:cNvPr id="79" name="文本框 78">
              <a:extLst>
                <a:ext uri="{FF2B5EF4-FFF2-40B4-BE49-F238E27FC236}">
                  <a16:creationId xmlns:a16="http://schemas.microsoft.com/office/drawing/2014/main" id="{FFE8DDDC-6142-49F4-8BD8-94F683A3DE9C}"/>
                </a:ext>
              </a:extLst>
            </p:cNvPr>
            <p:cNvSpPr txBox="1"/>
            <p:nvPr/>
          </p:nvSpPr>
          <p:spPr>
            <a:xfrm>
              <a:off x="2329347" y="3027394"/>
              <a:ext cx="900853" cy="369332"/>
            </a:xfrm>
            <a:prstGeom prst="rect">
              <a:avLst/>
            </a:prstGeom>
            <a:solidFill>
              <a:schemeClr val="bg1"/>
            </a:solidFill>
          </p:spPr>
          <p:txBody>
            <a:bodyPr wrap="square" rtlCol="0">
              <a:spAutoFit/>
            </a:bodyPr>
            <a:lstStyle/>
            <a:p>
              <a:pPr algn="ctr"/>
              <a:r>
                <a:rPr lang="zh-CN" altLang="en-US" b="1" dirty="0"/>
                <a:t>帧首部</a:t>
              </a:r>
            </a:p>
          </p:txBody>
        </p:sp>
      </p:grpSp>
      <p:grpSp>
        <p:nvGrpSpPr>
          <p:cNvPr id="80" name="组合 79">
            <a:extLst>
              <a:ext uri="{FF2B5EF4-FFF2-40B4-BE49-F238E27FC236}">
                <a16:creationId xmlns:a16="http://schemas.microsoft.com/office/drawing/2014/main" id="{F54ED230-9F1F-482C-A93F-58990DA852E4}"/>
              </a:ext>
            </a:extLst>
          </p:cNvPr>
          <p:cNvGrpSpPr/>
          <p:nvPr/>
        </p:nvGrpSpPr>
        <p:grpSpPr>
          <a:xfrm>
            <a:off x="4586351" y="1480284"/>
            <a:ext cx="4472454" cy="453912"/>
            <a:chOff x="4225226" y="1322862"/>
            <a:chExt cx="4472454" cy="453912"/>
          </a:xfrm>
        </p:grpSpPr>
        <p:cxnSp>
          <p:nvCxnSpPr>
            <p:cNvPr id="81" name="直接连接符 80">
              <a:extLst>
                <a:ext uri="{FF2B5EF4-FFF2-40B4-BE49-F238E27FC236}">
                  <a16:creationId xmlns:a16="http://schemas.microsoft.com/office/drawing/2014/main" id="{74FD418F-623B-4741-A1FC-158FCE02ABD8}"/>
                </a:ext>
              </a:extLst>
            </p:cNvPr>
            <p:cNvCxnSpPr/>
            <p:nvPr/>
          </p:nvCxnSpPr>
          <p:spPr>
            <a:xfrm flipV="1">
              <a:off x="4225226" y="1322863"/>
              <a:ext cx="0" cy="453911"/>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82" name="直接连接符 81">
              <a:extLst>
                <a:ext uri="{FF2B5EF4-FFF2-40B4-BE49-F238E27FC236}">
                  <a16:creationId xmlns:a16="http://schemas.microsoft.com/office/drawing/2014/main" id="{0514F47E-6BC3-45C9-8F79-E3BCF282DFA2}"/>
                </a:ext>
              </a:extLst>
            </p:cNvPr>
            <p:cNvCxnSpPr/>
            <p:nvPr/>
          </p:nvCxnSpPr>
          <p:spPr>
            <a:xfrm flipV="1">
              <a:off x="8697680" y="1322862"/>
              <a:ext cx="0" cy="453911"/>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83" name="直接箭头连接符 82">
              <a:extLst>
                <a:ext uri="{FF2B5EF4-FFF2-40B4-BE49-F238E27FC236}">
                  <a16:creationId xmlns:a16="http://schemas.microsoft.com/office/drawing/2014/main" id="{3528D62A-EAF6-403D-9475-DFD57200F3AF}"/>
                </a:ext>
              </a:extLst>
            </p:cNvPr>
            <p:cNvCxnSpPr>
              <a:cxnSpLocks/>
            </p:cNvCxnSpPr>
            <p:nvPr/>
          </p:nvCxnSpPr>
          <p:spPr>
            <a:xfrm>
              <a:off x="4225226" y="1549817"/>
              <a:ext cx="4472454" cy="0"/>
            </a:xfrm>
            <a:prstGeom prst="straightConnector1">
              <a:avLst/>
            </a:prstGeom>
            <a:ln w="12700">
              <a:solidFill>
                <a:schemeClr val="tx1"/>
              </a:solidFill>
              <a:headEnd type="triangle"/>
              <a:tailEnd type="triangle"/>
            </a:ln>
          </p:spPr>
          <p:style>
            <a:lnRef idx="1">
              <a:schemeClr val="accent1"/>
            </a:lnRef>
            <a:fillRef idx="0">
              <a:schemeClr val="accent1"/>
            </a:fillRef>
            <a:effectRef idx="0">
              <a:schemeClr val="accent1"/>
            </a:effectRef>
            <a:fontRef idx="minor">
              <a:schemeClr val="tx1"/>
            </a:fontRef>
          </p:style>
        </p:cxnSp>
        <p:sp>
          <p:nvSpPr>
            <p:cNvPr id="84" name="文本框 83">
              <a:extLst>
                <a:ext uri="{FF2B5EF4-FFF2-40B4-BE49-F238E27FC236}">
                  <a16:creationId xmlns:a16="http://schemas.microsoft.com/office/drawing/2014/main" id="{3B985772-7D4C-4621-AAAB-4C66BCE47CF3}"/>
                </a:ext>
              </a:extLst>
            </p:cNvPr>
            <p:cNvSpPr txBox="1"/>
            <p:nvPr/>
          </p:nvSpPr>
          <p:spPr>
            <a:xfrm>
              <a:off x="5665226" y="1371924"/>
              <a:ext cx="1590347" cy="369332"/>
            </a:xfrm>
            <a:prstGeom prst="rect">
              <a:avLst/>
            </a:prstGeom>
            <a:solidFill>
              <a:schemeClr val="bg1"/>
            </a:solidFill>
          </p:spPr>
          <p:txBody>
            <a:bodyPr wrap="square" rtlCol="0">
              <a:spAutoFit/>
            </a:bodyPr>
            <a:lstStyle/>
            <a:p>
              <a:pPr algn="ctr"/>
              <a:r>
                <a:rPr lang="zh-CN" altLang="en-US" b="1" dirty="0"/>
                <a:t>帧的数据载荷</a:t>
              </a:r>
            </a:p>
          </p:txBody>
        </p:sp>
      </p:grpSp>
      <p:sp>
        <p:nvSpPr>
          <p:cNvPr id="85" name="矩形 84">
            <a:extLst>
              <a:ext uri="{FF2B5EF4-FFF2-40B4-BE49-F238E27FC236}">
                <a16:creationId xmlns:a16="http://schemas.microsoft.com/office/drawing/2014/main" id="{E780B9CA-5D07-496B-8E02-FD8F361DC928}"/>
              </a:ext>
            </a:extLst>
          </p:cNvPr>
          <p:cNvSpPr/>
          <p:nvPr/>
        </p:nvSpPr>
        <p:spPr>
          <a:xfrm>
            <a:off x="986351" y="1934195"/>
            <a:ext cx="720000" cy="364423"/>
          </a:xfrm>
          <a:prstGeom prst="rect">
            <a:avLst/>
          </a:prstGeom>
          <a:solidFill>
            <a:schemeClr val="accent4"/>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CN" b="1" dirty="0">
                <a:latin typeface="Arial Black" panose="020B0A04020102020204" pitchFamily="34" charset="0"/>
              </a:rPr>
              <a:t>F</a:t>
            </a:r>
            <a:endParaRPr lang="zh-CN" altLang="en-US" b="1" dirty="0">
              <a:latin typeface="Arial Black" panose="020B0A04020102020204" pitchFamily="34" charset="0"/>
            </a:endParaRPr>
          </a:p>
        </p:txBody>
      </p:sp>
      <p:sp>
        <p:nvSpPr>
          <p:cNvPr id="86" name="矩形 85">
            <a:extLst>
              <a:ext uri="{FF2B5EF4-FFF2-40B4-BE49-F238E27FC236}">
                <a16:creationId xmlns:a16="http://schemas.microsoft.com/office/drawing/2014/main" id="{E0D347C5-1D0B-48E0-83FD-C44BC688495F}"/>
              </a:ext>
            </a:extLst>
          </p:cNvPr>
          <p:cNvSpPr/>
          <p:nvPr/>
        </p:nvSpPr>
        <p:spPr>
          <a:xfrm>
            <a:off x="1706351" y="1934195"/>
            <a:ext cx="720000" cy="364423"/>
          </a:xfrm>
          <a:prstGeom prst="rect">
            <a:avLst/>
          </a:prstGeom>
          <a:solidFill>
            <a:schemeClr val="accent4"/>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CN" b="1" dirty="0">
                <a:latin typeface="Arial Black" panose="020B0A04020102020204" pitchFamily="34" charset="0"/>
              </a:rPr>
              <a:t>A</a:t>
            </a:r>
            <a:endParaRPr lang="zh-CN" altLang="en-US" b="1" dirty="0">
              <a:latin typeface="Arial Black" panose="020B0A04020102020204" pitchFamily="34" charset="0"/>
            </a:endParaRPr>
          </a:p>
        </p:txBody>
      </p:sp>
      <p:sp>
        <p:nvSpPr>
          <p:cNvPr id="87" name="矩形 86">
            <a:extLst>
              <a:ext uri="{FF2B5EF4-FFF2-40B4-BE49-F238E27FC236}">
                <a16:creationId xmlns:a16="http://schemas.microsoft.com/office/drawing/2014/main" id="{AA2F6062-2A4C-481D-B9B3-C8785F04B8AE}"/>
              </a:ext>
            </a:extLst>
          </p:cNvPr>
          <p:cNvSpPr/>
          <p:nvPr/>
        </p:nvSpPr>
        <p:spPr>
          <a:xfrm>
            <a:off x="2426351" y="1934195"/>
            <a:ext cx="720000" cy="364423"/>
          </a:xfrm>
          <a:prstGeom prst="rect">
            <a:avLst/>
          </a:prstGeom>
          <a:solidFill>
            <a:schemeClr val="accent4"/>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CN" b="1" dirty="0">
                <a:latin typeface="Arial Black" panose="020B0A04020102020204" pitchFamily="34" charset="0"/>
              </a:rPr>
              <a:t>C</a:t>
            </a:r>
            <a:endParaRPr lang="zh-CN" altLang="en-US" b="1" dirty="0">
              <a:latin typeface="Arial Black" panose="020B0A04020102020204" pitchFamily="34" charset="0"/>
            </a:endParaRPr>
          </a:p>
        </p:txBody>
      </p:sp>
      <p:sp>
        <p:nvSpPr>
          <p:cNvPr id="88" name="矩形 87">
            <a:extLst>
              <a:ext uri="{FF2B5EF4-FFF2-40B4-BE49-F238E27FC236}">
                <a16:creationId xmlns:a16="http://schemas.microsoft.com/office/drawing/2014/main" id="{5C7543EE-15B7-45B0-98E5-0D3400C7AC95}"/>
              </a:ext>
            </a:extLst>
          </p:cNvPr>
          <p:cNvSpPr/>
          <p:nvPr/>
        </p:nvSpPr>
        <p:spPr>
          <a:xfrm>
            <a:off x="3146351" y="1934195"/>
            <a:ext cx="1440000" cy="364423"/>
          </a:xfrm>
          <a:prstGeom prst="rect">
            <a:avLst/>
          </a:prstGeom>
          <a:solidFill>
            <a:schemeClr val="accent4"/>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CN" b="1" dirty="0">
                <a:latin typeface="Arial Black" panose="020B0A04020102020204" pitchFamily="34" charset="0"/>
              </a:rPr>
              <a:t>P</a:t>
            </a:r>
            <a:endParaRPr lang="zh-CN" altLang="en-US" b="1" dirty="0">
              <a:latin typeface="Arial Black" panose="020B0A04020102020204" pitchFamily="34" charset="0"/>
            </a:endParaRPr>
          </a:p>
        </p:txBody>
      </p:sp>
      <p:sp>
        <p:nvSpPr>
          <p:cNvPr id="89" name="矩形 88">
            <a:extLst>
              <a:ext uri="{FF2B5EF4-FFF2-40B4-BE49-F238E27FC236}">
                <a16:creationId xmlns:a16="http://schemas.microsoft.com/office/drawing/2014/main" id="{C6F2A98E-58A8-4147-8412-B5847CBE4A25}"/>
              </a:ext>
            </a:extLst>
          </p:cNvPr>
          <p:cNvSpPr/>
          <p:nvPr/>
        </p:nvSpPr>
        <p:spPr>
          <a:xfrm>
            <a:off x="9058805" y="1934195"/>
            <a:ext cx="1440000" cy="364423"/>
          </a:xfrm>
          <a:prstGeom prst="rect">
            <a:avLst/>
          </a:prstGeom>
          <a:solidFill>
            <a:schemeClr val="accent4"/>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CN" b="1" dirty="0">
                <a:latin typeface="Arial Black" panose="020B0A04020102020204" pitchFamily="34" charset="0"/>
              </a:rPr>
              <a:t>FCS</a:t>
            </a:r>
            <a:endParaRPr lang="zh-CN" altLang="en-US" b="1" dirty="0">
              <a:latin typeface="Arial Black" panose="020B0A04020102020204" pitchFamily="34" charset="0"/>
            </a:endParaRPr>
          </a:p>
        </p:txBody>
      </p:sp>
      <p:sp>
        <p:nvSpPr>
          <p:cNvPr id="90" name="矩形 89">
            <a:extLst>
              <a:ext uri="{FF2B5EF4-FFF2-40B4-BE49-F238E27FC236}">
                <a16:creationId xmlns:a16="http://schemas.microsoft.com/office/drawing/2014/main" id="{D6B3AC47-D119-4107-8B87-E598AC0B367E}"/>
              </a:ext>
            </a:extLst>
          </p:cNvPr>
          <p:cNvSpPr/>
          <p:nvPr/>
        </p:nvSpPr>
        <p:spPr>
          <a:xfrm>
            <a:off x="10498805" y="1934195"/>
            <a:ext cx="720000" cy="364423"/>
          </a:xfrm>
          <a:prstGeom prst="rect">
            <a:avLst/>
          </a:prstGeom>
          <a:solidFill>
            <a:schemeClr val="accent4"/>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CN" b="1" dirty="0">
                <a:latin typeface="Arial Black" panose="020B0A04020102020204" pitchFamily="34" charset="0"/>
              </a:rPr>
              <a:t>F</a:t>
            </a:r>
            <a:endParaRPr lang="zh-CN" altLang="en-US" b="1" dirty="0">
              <a:latin typeface="Arial Black" panose="020B0A04020102020204" pitchFamily="34" charset="0"/>
            </a:endParaRPr>
          </a:p>
        </p:txBody>
      </p:sp>
      <p:sp>
        <p:nvSpPr>
          <p:cNvPr id="91" name="矩形 90">
            <a:extLst>
              <a:ext uri="{FF2B5EF4-FFF2-40B4-BE49-F238E27FC236}">
                <a16:creationId xmlns:a16="http://schemas.microsoft.com/office/drawing/2014/main" id="{1CEF49B4-0586-400F-BB48-0910D5BA1E97}"/>
              </a:ext>
            </a:extLst>
          </p:cNvPr>
          <p:cNvSpPr/>
          <p:nvPr/>
        </p:nvSpPr>
        <p:spPr>
          <a:xfrm>
            <a:off x="4586351" y="1934195"/>
            <a:ext cx="4472454" cy="364423"/>
          </a:xfrm>
          <a:prstGeom prst="rect">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b="1" dirty="0">
              <a:solidFill>
                <a:schemeClr val="tx1"/>
              </a:solidFill>
              <a:latin typeface="Arial Black" panose="020B0A04020102020204" pitchFamily="34" charset="0"/>
            </a:endParaRPr>
          </a:p>
        </p:txBody>
      </p:sp>
      <p:sp>
        <p:nvSpPr>
          <p:cNvPr id="28" name="矩形 27">
            <a:extLst>
              <a:ext uri="{FF2B5EF4-FFF2-40B4-BE49-F238E27FC236}">
                <a16:creationId xmlns:a16="http://schemas.microsoft.com/office/drawing/2014/main" id="{0026D7CB-EE02-4284-B203-BF3C51D602E0}"/>
              </a:ext>
            </a:extLst>
          </p:cNvPr>
          <p:cNvSpPr/>
          <p:nvPr/>
        </p:nvSpPr>
        <p:spPr>
          <a:xfrm>
            <a:off x="6460470" y="1931833"/>
            <a:ext cx="720000" cy="364423"/>
          </a:xfrm>
          <a:prstGeom prst="rect">
            <a:avLst/>
          </a:prstGeom>
          <a:solidFill>
            <a:schemeClr val="accent4"/>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CN" b="1" dirty="0">
                <a:latin typeface="Arial Black" panose="020B0A04020102020204" pitchFamily="34" charset="0"/>
              </a:rPr>
              <a:t>F</a:t>
            </a:r>
            <a:endParaRPr lang="zh-CN" altLang="en-US" b="1" dirty="0">
              <a:latin typeface="Arial Black" panose="020B0A04020102020204" pitchFamily="34" charset="0"/>
            </a:endParaRPr>
          </a:p>
        </p:txBody>
      </p:sp>
      <p:sp>
        <p:nvSpPr>
          <p:cNvPr id="33" name="文本框 32">
            <a:extLst>
              <a:ext uri="{FF2B5EF4-FFF2-40B4-BE49-F238E27FC236}">
                <a16:creationId xmlns:a16="http://schemas.microsoft.com/office/drawing/2014/main" id="{301936EA-F043-4127-8A06-ADE03D676AEC}"/>
              </a:ext>
            </a:extLst>
          </p:cNvPr>
          <p:cNvSpPr txBox="1"/>
          <p:nvPr/>
        </p:nvSpPr>
        <p:spPr>
          <a:xfrm>
            <a:off x="3570723" y="2895678"/>
            <a:ext cx="5063709" cy="369332"/>
          </a:xfrm>
          <a:prstGeom prst="rect">
            <a:avLst/>
          </a:prstGeom>
          <a:noFill/>
        </p:spPr>
        <p:txBody>
          <a:bodyPr wrap="square" rtlCol="0">
            <a:spAutoFit/>
          </a:bodyPr>
          <a:lstStyle/>
          <a:p>
            <a:r>
              <a:rPr lang="zh-CN" altLang="en-US" b="1" dirty="0">
                <a:solidFill>
                  <a:schemeClr val="accent4"/>
                </a:solidFill>
              </a:rPr>
              <a:t>标志</a:t>
            </a:r>
            <a:r>
              <a:rPr lang="zh-CN" altLang="en-US" b="1" dirty="0"/>
              <a:t>（</a:t>
            </a:r>
            <a:r>
              <a:rPr lang="en-US" altLang="zh-CN" b="1" dirty="0">
                <a:solidFill>
                  <a:schemeClr val="accent4"/>
                </a:solidFill>
              </a:rPr>
              <a:t>F</a:t>
            </a:r>
            <a:r>
              <a:rPr lang="en-US" altLang="zh-CN" b="1" dirty="0"/>
              <a:t>lag</a:t>
            </a:r>
            <a:r>
              <a:rPr lang="zh-CN" altLang="en-US" b="1" dirty="0"/>
              <a:t>）字段：是</a:t>
            </a:r>
            <a:r>
              <a:rPr lang="en-US" altLang="zh-CN" b="1" dirty="0"/>
              <a:t>PPP</a:t>
            </a:r>
            <a:r>
              <a:rPr lang="zh-CN" altLang="en-US" b="1" dirty="0"/>
              <a:t>帧的定界符，取值为：</a:t>
            </a:r>
          </a:p>
        </p:txBody>
      </p:sp>
      <p:sp>
        <p:nvSpPr>
          <p:cNvPr id="34" name="文本框 33">
            <a:extLst>
              <a:ext uri="{FF2B5EF4-FFF2-40B4-BE49-F238E27FC236}">
                <a16:creationId xmlns:a16="http://schemas.microsoft.com/office/drawing/2014/main" id="{E7BD47B6-2FBD-4CF9-ABC2-9451959ED9A6}"/>
              </a:ext>
            </a:extLst>
          </p:cNvPr>
          <p:cNvSpPr txBox="1"/>
          <p:nvPr/>
        </p:nvSpPr>
        <p:spPr>
          <a:xfrm>
            <a:off x="4117828" y="3408325"/>
            <a:ext cx="5063709" cy="369332"/>
          </a:xfrm>
          <a:prstGeom prst="rect">
            <a:avLst/>
          </a:prstGeom>
          <a:noFill/>
        </p:spPr>
        <p:txBody>
          <a:bodyPr wrap="square" rtlCol="0">
            <a:spAutoFit/>
          </a:bodyPr>
          <a:lstStyle/>
          <a:p>
            <a:r>
              <a:rPr lang="zh-CN" altLang="en-US" b="1" dirty="0"/>
              <a:t>从字节角度看：取值为</a:t>
            </a:r>
            <a:r>
              <a:rPr lang="en-US" altLang="zh-CN" b="1" dirty="0"/>
              <a:t>0x7E</a:t>
            </a:r>
            <a:r>
              <a:rPr lang="zh-CN" altLang="en-US" b="1" dirty="0"/>
              <a:t>。</a:t>
            </a:r>
          </a:p>
        </p:txBody>
      </p:sp>
      <p:sp>
        <p:nvSpPr>
          <p:cNvPr id="36" name="文本框 35">
            <a:extLst>
              <a:ext uri="{FF2B5EF4-FFF2-40B4-BE49-F238E27FC236}">
                <a16:creationId xmlns:a16="http://schemas.microsoft.com/office/drawing/2014/main" id="{A66C067D-3929-45B9-9D1D-F6788330AA98}"/>
              </a:ext>
            </a:extLst>
          </p:cNvPr>
          <p:cNvSpPr txBox="1"/>
          <p:nvPr/>
        </p:nvSpPr>
        <p:spPr>
          <a:xfrm>
            <a:off x="4117828" y="3862070"/>
            <a:ext cx="3624969" cy="369332"/>
          </a:xfrm>
          <a:prstGeom prst="rect">
            <a:avLst/>
          </a:prstGeom>
          <a:noFill/>
        </p:spPr>
        <p:txBody>
          <a:bodyPr wrap="square" rtlCol="0">
            <a:spAutoFit/>
          </a:bodyPr>
          <a:lstStyle/>
          <a:p>
            <a:r>
              <a:rPr lang="zh-CN" altLang="en-US" b="1" dirty="0"/>
              <a:t>从比特角度看：取值为</a:t>
            </a:r>
            <a:r>
              <a:rPr lang="en-US" altLang="zh-CN" b="1" dirty="0"/>
              <a:t>01111110</a:t>
            </a:r>
            <a:r>
              <a:rPr lang="zh-CN" altLang="en-US" b="1" dirty="0"/>
              <a:t>。</a:t>
            </a:r>
          </a:p>
        </p:txBody>
      </p:sp>
    </p:spTree>
    <p:custDataLst>
      <p:tags r:id="rId1"/>
    </p:custDataLst>
    <p:extLst>
      <p:ext uri="{BB962C8B-B14F-4D97-AF65-F5344CB8AC3E}">
        <p14:creationId xmlns:p14="http://schemas.microsoft.com/office/powerpoint/2010/main" val="2864301475"/>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 presetClass="entr" presetSubtype="0" fill="hold" grpId="0" nodeType="withEffect">
                                  <p:stCondLst>
                                    <p:cond delay="0"/>
                                  </p:stCondLst>
                                  <p:iterate type="lt">
                                    <p:tmAbs val="100"/>
                                  </p:iterate>
                                  <p:childTnLst>
                                    <p:set>
                                      <p:cBhvr>
                                        <p:cTn id="6" dur="1" fill="hold">
                                          <p:stCondLst>
                                            <p:cond delay="0"/>
                                          </p:stCondLst>
                                        </p:cTn>
                                        <p:tgtEl>
                                          <p:spTgt spid="33"/>
                                        </p:tgtEl>
                                        <p:attrNameLst>
                                          <p:attrName>style.visibility</p:attrName>
                                        </p:attrNameLst>
                                      </p:cBhvr>
                                      <p:to>
                                        <p:strVal val="visible"/>
                                      </p:to>
                                    </p:set>
                                  </p:childTnLst>
                                </p:cTn>
                              </p:par>
                            </p:childTnLst>
                          </p:cTn>
                        </p:par>
                      </p:childTnLst>
                    </p:cTn>
                  </p:par>
                  <p:par>
                    <p:cTn id="7" fill="hold">
                      <p:stCondLst>
                        <p:cond delay="indefinite"/>
                      </p:stCondLst>
                      <p:childTnLst>
                        <p:par>
                          <p:cTn id="8" fill="hold">
                            <p:stCondLst>
                              <p:cond delay="0"/>
                            </p:stCondLst>
                            <p:childTnLst>
                              <p:par>
                                <p:cTn id="9" presetID="1" presetClass="entr" presetSubtype="0" fill="hold" grpId="0" nodeType="clickEffect">
                                  <p:stCondLst>
                                    <p:cond delay="0"/>
                                  </p:stCondLst>
                                  <p:iterate type="lt">
                                    <p:tmAbs val="100"/>
                                  </p:iterate>
                                  <p:childTnLst>
                                    <p:set>
                                      <p:cBhvr>
                                        <p:cTn id="10" dur="1" fill="hold">
                                          <p:stCondLst>
                                            <p:cond delay="0"/>
                                          </p:stCondLst>
                                        </p:cTn>
                                        <p:tgtEl>
                                          <p:spTgt spid="34"/>
                                        </p:tgtEl>
                                        <p:attrNameLst>
                                          <p:attrName>style.visibility</p:attrName>
                                        </p:attrNameLst>
                                      </p:cBhvr>
                                      <p:to>
                                        <p:strVal val="visible"/>
                                      </p:to>
                                    </p:set>
                                  </p:childTnLst>
                                </p:cTn>
                              </p:par>
                            </p:childTnLst>
                          </p:cTn>
                        </p:par>
                      </p:childTnLst>
                    </p:cTn>
                  </p:par>
                  <p:par>
                    <p:cTn id="11" fill="hold">
                      <p:stCondLst>
                        <p:cond delay="indefinite"/>
                      </p:stCondLst>
                      <p:childTnLst>
                        <p:par>
                          <p:cTn id="12" fill="hold">
                            <p:stCondLst>
                              <p:cond delay="0"/>
                            </p:stCondLst>
                            <p:childTnLst>
                              <p:par>
                                <p:cTn id="13" presetID="1" presetClass="entr" presetSubtype="0" fill="hold" grpId="0" nodeType="clickEffect">
                                  <p:stCondLst>
                                    <p:cond delay="0"/>
                                  </p:stCondLst>
                                  <p:iterate type="lt">
                                    <p:tmAbs val="100"/>
                                  </p:iterate>
                                  <p:childTnLst>
                                    <p:set>
                                      <p:cBhvr>
                                        <p:cTn id="14" dur="1" fill="hold">
                                          <p:stCondLst>
                                            <p:cond delay="0"/>
                                          </p:stCondLst>
                                        </p:cTn>
                                        <p:tgtEl>
                                          <p:spTgt spid="36"/>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3" grpId="0"/>
      <p:bldP spid="34" grpId="0"/>
      <p:bldP spid="36" grpId="0"/>
    </p:bldLst>
  </p:timing>
</p:sld>
</file>

<file path=ppt/slides/slide23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4" name="组合 3">
            <a:extLst>
              <a:ext uri="{FF2B5EF4-FFF2-40B4-BE49-F238E27FC236}">
                <a16:creationId xmlns:a16="http://schemas.microsoft.com/office/drawing/2014/main" id="{9A1EA9F2-FCB6-48C3-935F-7AE7E3AD14AC}"/>
              </a:ext>
            </a:extLst>
          </p:cNvPr>
          <p:cNvGrpSpPr/>
          <p:nvPr/>
        </p:nvGrpSpPr>
        <p:grpSpPr>
          <a:xfrm>
            <a:off x="304800" y="749300"/>
            <a:ext cx="6192344" cy="400110"/>
            <a:chOff x="424117" y="898245"/>
            <a:chExt cx="6192344" cy="400110"/>
          </a:xfrm>
        </p:grpSpPr>
        <p:sp>
          <p:nvSpPr>
            <p:cNvPr id="2" name="平行四边形 1">
              <a:extLst>
                <a:ext uri="{FF2B5EF4-FFF2-40B4-BE49-F238E27FC236}">
                  <a16:creationId xmlns:a16="http://schemas.microsoft.com/office/drawing/2014/main" id="{1F5BAA3F-9845-4F89-A2DD-8222D3E4EDAC}"/>
                </a:ext>
              </a:extLst>
            </p:cNvPr>
            <p:cNvSpPr/>
            <p:nvPr/>
          </p:nvSpPr>
          <p:spPr>
            <a:xfrm>
              <a:off x="424117" y="898245"/>
              <a:ext cx="737650" cy="387090"/>
            </a:xfrm>
            <a:prstGeom prst="parallelogram">
              <a:avLst/>
            </a:prstGeom>
            <a:solidFill>
              <a:schemeClr val="accent3">
                <a:lumMod val="75000"/>
              </a:schemeClr>
            </a:solidFill>
            <a:ln>
              <a:solidFill>
                <a:schemeClr val="accent3">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CN" sz="2200" dirty="0">
                  <a:latin typeface="Impact" panose="020B0806030902050204" pitchFamily="34" charset="0"/>
                </a:rPr>
                <a:t>03</a:t>
              </a:r>
              <a:endParaRPr lang="zh-CN" altLang="en-US" sz="2200" dirty="0">
                <a:latin typeface="Impact" panose="020B0806030902050204" pitchFamily="34" charset="0"/>
              </a:endParaRPr>
            </a:p>
          </p:txBody>
        </p:sp>
        <p:sp>
          <p:nvSpPr>
            <p:cNvPr id="3" name="文本框 2">
              <a:extLst>
                <a:ext uri="{FF2B5EF4-FFF2-40B4-BE49-F238E27FC236}">
                  <a16:creationId xmlns:a16="http://schemas.microsoft.com/office/drawing/2014/main" id="{4D6BD736-A4D3-4F26-AFED-36E11F50F70B}"/>
                </a:ext>
              </a:extLst>
            </p:cNvPr>
            <p:cNvSpPr txBox="1"/>
            <p:nvPr/>
          </p:nvSpPr>
          <p:spPr>
            <a:xfrm>
              <a:off x="1161767" y="898245"/>
              <a:ext cx="5454694" cy="400110"/>
            </a:xfrm>
            <a:prstGeom prst="rect">
              <a:avLst/>
            </a:prstGeom>
            <a:noFill/>
          </p:spPr>
          <p:txBody>
            <a:bodyPr wrap="square" rtlCol="0">
              <a:spAutoFit/>
            </a:bodyPr>
            <a:lstStyle/>
            <a:p>
              <a:r>
                <a:rPr lang="en-US" altLang="zh-CN" sz="2000" b="1" dirty="0"/>
                <a:t>PPP</a:t>
              </a:r>
              <a:r>
                <a:rPr lang="zh-CN" altLang="en-US" sz="2000" b="1" dirty="0"/>
                <a:t>帧的透明传输</a:t>
              </a:r>
            </a:p>
          </p:txBody>
        </p:sp>
      </p:grpSp>
      <p:grpSp>
        <p:nvGrpSpPr>
          <p:cNvPr id="54" name="组合 53">
            <a:extLst>
              <a:ext uri="{FF2B5EF4-FFF2-40B4-BE49-F238E27FC236}">
                <a16:creationId xmlns:a16="http://schemas.microsoft.com/office/drawing/2014/main" id="{3251244F-2677-4044-84FF-4E3A618F0F84}"/>
              </a:ext>
            </a:extLst>
          </p:cNvPr>
          <p:cNvGrpSpPr/>
          <p:nvPr/>
        </p:nvGrpSpPr>
        <p:grpSpPr>
          <a:xfrm>
            <a:off x="9056697" y="1735276"/>
            <a:ext cx="2160000" cy="458913"/>
            <a:chOff x="8697680" y="1322684"/>
            <a:chExt cx="2160000" cy="458913"/>
          </a:xfrm>
        </p:grpSpPr>
        <p:cxnSp>
          <p:nvCxnSpPr>
            <p:cNvPr id="55" name="直接连接符 54">
              <a:extLst>
                <a:ext uri="{FF2B5EF4-FFF2-40B4-BE49-F238E27FC236}">
                  <a16:creationId xmlns:a16="http://schemas.microsoft.com/office/drawing/2014/main" id="{02760AEE-7703-4F73-8ABC-36244A982E59}"/>
                </a:ext>
              </a:extLst>
            </p:cNvPr>
            <p:cNvCxnSpPr/>
            <p:nvPr/>
          </p:nvCxnSpPr>
          <p:spPr>
            <a:xfrm flipV="1">
              <a:off x="8697680" y="1322684"/>
              <a:ext cx="0" cy="453911"/>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8" name="直接连接符 57">
              <a:extLst>
                <a:ext uri="{FF2B5EF4-FFF2-40B4-BE49-F238E27FC236}">
                  <a16:creationId xmlns:a16="http://schemas.microsoft.com/office/drawing/2014/main" id="{DFFDD7BA-A30E-4E42-97E3-7404B0BB1F33}"/>
                </a:ext>
              </a:extLst>
            </p:cNvPr>
            <p:cNvCxnSpPr/>
            <p:nvPr/>
          </p:nvCxnSpPr>
          <p:spPr>
            <a:xfrm flipV="1">
              <a:off x="10857680" y="1327686"/>
              <a:ext cx="0" cy="453911"/>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60" name="直接箭头连接符 59">
              <a:extLst>
                <a:ext uri="{FF2B5EF4-FFF2-40B4-BE49-F238E27FC236}">
                  <a16:creationId xmlns:a16="http://schemas.microsoft.com/office/drawing/2014/main" id="{FC86BF61-8DC9-4F42-84F1-B3E612E6029B}"/>
                </a:ext>
              </a:extLst>
            </p:cNvPr>
            <p:cNvCxnSpPr>
              <a:cxnSpLocks/>
            </p:cNvCxnSpPr>
            <p:nvPr/>
          </p:nvCxnSpPr>
          <p:spPr>
            <a:xfrm>
              <a:off x="8697680" y="1547869"/>
              <a:ext cx="2160000" cy="0"/>
            </a:xfrm>
            <a:prstGeom prst="straightConnector1">
              <a:avLst/>
            </a:prstGeom>
            <a:ln w="12700">
              <a:solidFill>
                <a:schemeClr val="tx1"/>
              </a:solidFill>
              <a:headEnd type="triangle"/>
              <a:tailEnd type="triangle"/>
            </a:ln>
          </p:spPr>
          <p:style>
            <a:lnRef idx="1">
              <a:schemeClr val="accent1"/>
            </a:lnRef>
            <a:fillRef idx="0">
              <a:schemeClr val="accent1"/>
            </a:fillRef>
            <a:effectRef idx="0">
              <a:schemeClr val="accent1"/>
            </a:effectRef>
            <a:fontRef idx="minor">
              <a:schemeClr val="tx1"/>
            </a:fontRef>
          </p:style>
        </p:cxnSp>
        <p:sp>
          <p:nvSpPr>
            <p:cNvPr id="61" name="文本框 60">
              <a:extLst>
                <a:ext uri="{FF2B5EF4-FFF2-40B4-BE49-F238E27FC236}">
                  <a16:creationId xmlns:a16="http://schemas.microsoft.com/office/drawing/2014/main" id="{DE5546B2-E8C7-4B4F-956B-3153E01FDAD7}"/>
                </a:ext>
              </a:extLst>
            </p:cNvPr>
            <p:cNvSpPr txBox="1"/>
            <p:nvPr/>
          </p:nvSpPr>
          <p:spPr>
            <a:xfrm>
              <a:off x="9323532" y="1371746"/>
              <a:ext cx="908294" cy="369332"/>
            </a:xfrm>
            <a:prstGeom prst="rect">
              <a:avLst/>
            </a:prstGeom>
            <a:solidFill>
              <a:schemeClr val="bg1"/>
            </a:solidFill>
          </p:spPr>
          <p:txBody>
            <a:bodyPr wrap="square" rtlCol="0">
              <a:spAutoFit/>
            </a:bodyPr>
            <a:lstStyle/>
            <a:p>
              <a:pPr algn="ctr"/>
              <a:r>
                <a:rPr lang="zh-CN" altLang="en-US" b="1" dirty="0"/>
                <a:t>帧尾部</a:t>
              </a:r>
            </a:p>
          </p:txBody>
        </p:sp>
      </p:grpSp>
      <p:grpSp>
        <p:nvGrpSpPr>
          <p:cNvPr id="66" name="组合 65">
            <a:extLst>
              <a:ext uri="{FF2B5EF4-FFF2-40B4-BE49-F238E27FC236}">
                <a16:creationId xmlns:a16="http://schemas.microsoft.com/office/drawing/2014/main" id="{0CDC28CF-1464-4B93-9F0E-35BC090315DE}"/>
              </a:ext>
            </a:extLst>
          </p:cNvPr>
          <p:cNvGrpSpPr/>
          <p:nvPr/>
        </p:nvGrpSpPr>
        <p:grpSpPr>
          <a:xfrm>
            <a:off x="986351" y="1723688"/>
            <a:ext cx="3600000" cy="463927"/>
            <a:chOff x="979773" y="2975089"/>
            <a:chExt cx="3600000" cy="463927"/>
          </a:xfrm>
        </p:grpSpPr>
        <p:cxnSp>
          <p:nvCxnSpPr>
            <p:cNvPr id="72" name="直接连接符 71">
              <a:extLst>
                <a:ext uri="{FF2B5EF4-FFF2-40B4-BE49-F238E27FC236}">
                  <a16:creationId xmlns:a16="http://schemas.microsoft.com/office/drawing/2014/main" id="{6C9E8F10-D9E8-42EF-A451-5AFA4FD9D732}"/>
                </a:ext>
              </a:extLst>
            </p:cNvPr>
            <p:cNvCxnSpPr/>
            <p:nvPr/>
          </p:nvCxnSpPr>
          <p:spPr>
            <a:xfrm flipV="1">
              <a:off x="979773" y="2975089"/>
              <a:ext cx="0" cy="453911"/>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77" name="直接连接符 76">
              <a:extLst>
                <a:ext uri="{FF2B5EF4-FFF2-40B4-BE49-F238E27FC236}">
                  <a16:creationId xmlns:a16="http://schemas.microsoft.com/office/drawing/2014/main" id="{4542516D-787D-442B-9F49-0E44BC2E35D0}"/>
                </a:ext>
              </a:extLst>
            </p:cNvPr>
            <p:cNvCxnSpPr/>
            <p:nvPr/>
          </p:nvCxnSpPr>
          <p:spPr>
            <a:xfrm flipV="1">
              <a:off x="4579773" y="2985105"/>
              <a:ext cx="0" cy="453911"/>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78" name="直接箭头连接符 77">
              <a:extLst>
                <a:ext uri="{FF2B5EF4-FFF2-40B4-BE49-F238E27FC236}">
                  <a16:creationId xmlns:a16="http://schemas.microsoft.com/office/drawing/2014/main" id="{743ADB21-309F-4B76-8160-1371E6FF03F5}"/>
                </a:ext>
              </a:extLst>
            </p:cNvPr>
            <p:cNvCxnSpPr>
              <a:cxnSpLocks/>
            </p:cNvCxnSpPr>
            <p:nvPr/>
          </p:nvCxnSpPr>
          <p:spPr>
            <a:xfrm>
              <a:off x="979773" y="3202043"/>
              <a:ext cx="3600000" cy="0"/>
            </a:xfrm>
            <a:prstGeom prst="straightConnector1">
              <a:avLst/>
            </a:prstGeom>
            <a:ln w="12700">
              <a:solidFill>
                <a:schemeClr val="tx1"/>
              </a:solidFill>
              <a:headEnd type="triangle"/>
              <a:tailEnd type="triangle"/>
            </a:ln>
          </p:spPr>
          <p:style>
            <a:lnRef idx="1">
              <a:schemeClr val="accent1"/>
            </a:lnRef>
            <a:fillRef idx="0">
              <a:schemeClr val="accent1"/>
            </a:fillRef>
            <a:effectRef idx="0">
              <a:schemeClr val="accent1"/>
            </a:effectRef>
            <a:fontRef idx="minor">
              <a:schemeClr val="tx1"/>
            </a:fontRef>
          </p:style>
        </p:cxnSp>
        <p:sp>
          <p:nvSpPr>
            <p:cNvPr id="79" name="文本框 78">
              <a:extLst>
                <a:ext uri="{FF2B5EF4-FFF2-40B4-BE49-F238E27FC236}">
                  <a16:creationId xmlns:a16="http://schemas.microsoft.com/office/drawing/2014/main" id="{FFE8DDDC-6142-49F4-8BD8-94F683A3DE9C}"/>
                </a:ext>
              </a:extLst>
            </p:cNvPr>
            <p:cNvSpPr txBox="1"/>
            <p:nvPr/>
          </p:nvSpPr>
          <p:spPr>
            <a:xfrm>
              <a:off x="2329347" y="3027394"/>
              <a:ext cx="900853" cy="369332"/>
            </a:xfrm>
            <a:prstGeom prst="rect">
              <a:avLst/>
            </a:prstGeom>
            <a:solidFill>
              <a:schemeClr val="bg1"/>
            </a:solidFill>
          </p:spPr>
          <p:txBody>
            <a:bodyPr wrap="square" rtlCol="0">
              <a:spAutoFit/>
            </a:bodyPr>
            <a:lstStyle/>
            <a:p>
              <a:pPr algn="ctr"/>
              <a:r>
                <a:rPr lang="zh-CN" altLang="en-US" b="1" dirty="0"/>
                <a:t>帧首部</a:t>
              </a:r>
            </a:p>
          </p:txBody>
        </p:sp>
      </p:grpSp>
      <p:grpSp>
        <p:nvGrpSpPr>
          <p:cNvPr id="80" name="组合 79">
            <a:extLst>
              <a:ext uri="{FF2B5EF4-FFF2-40B4-BE49-F238E27FC236}">
                <a16:creationId xmlns:a16="http://schemas.microsoft.com/office/drawing/2014/main" id="{F54ED230-9F1F-482C-A93F-58990DA852E4}"/>
              </a:ext>
            </a:extLst>
          </p:cNvPr>
          <p:cNvGrpSpPr/>
          <p:nvPr/>
        </p:nvGrpSpPr>
        <p:grpSpPr>
          <a:xfrm>
            <a:off x="4586351" y="1723688"/>
            <a:ext cx="4472454" cy="453912"/>
            <a:chOff x="4225226" y="1322862"/>
            <a:chExt cx="4472454" cy="453912"/>
          </a:xfrm>
        </p:grpSpPr>
        <p:cxnSp>
          <p:nvCxnSpPr>
            <p:cNvPr id="81" name="直接连接符 80">
              <a:extLst>
                <a:ext uri="{FF2B5EF4-FFF2-40B4-BE49-F238E27FC236}">
                  <a16:creationId xmlns:a16="http://schemas.microsoft.com/office/drawing/2014/main" id="{74FD418F-623B-4741-A1FC-158FCE02ABD8}"/>
                </a:ext>
              </a:extLst>
            </p:cNvPr>
            <p:cNvCxnSpPr/>
            <p:nvPr/>
          </p:nvCxnSpPr>
          <p:spPr>
            <a:xfrm flipV="1">
              <a:off x="4225226" y="1322863"/>
              <a:ext cx="0" cy="453911"/>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82" name="直接连接符 81">
              <a:extLst>
                <a:ext uri="{FF2B5EF4-FFF2-40B4-BE49-F238E27FC236}">
                  <a16:creationId xmlns:a16="http://schemas.microsoft.com/office/drawing/2014/main" id="{0514F47E-6BC3-45C9-8F79-E3BCF282DFA2}"/>
                </a:ext>
              </a:extLst>
            </p:cNvPr>
            <p:cNvCxnSpPr/>
            <p:nvPr/>
          </p:nvCxnSpPr>
          <p:spPr>
            <a:xfrm flipV="1">
              <a:off x="8697680" y="1322862"/>
              <a:ext cx="0" cy="453911"/>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83" name="直接箭头连接符 82">
              <a:extLst>
                <a:ext uri="{FF2B5EF4-FFF2-40B4-BE49-F238E27FC236}">
                  <a16:creationId xmlns:a16="http://schemas.microsoft.com/office/drawing/2014/main" id="{3528D62A-EAF6-403D-9475-DFD57200F3AF}"/>
                </a:ext>
              </a:extLst>
            </p:cNvPr>
            <p:cNvCxnSpPr>
              <a:cxnSpLocks/>
            </p:cNvCxnSpPr>
            <p:nvPr/>
          </p:nvCxnSpPr>
          <p:spPr>
            <a:xfrm>
              <a:off x="4225226" y="1549817"/>
              <a:ext cx="4472454" cy="0"/>
            </a:xfrm>
            <a:prstGeom prst="straightConnector1">
              <a:avLst/>
            </a:prstGeom>
            <a:ln w="12700">
              <a:solidFill>
                <a:schemeClr val="tx1"/>
              </a:solidFill>
              <a:headEnd type="triangle"/>
              <a:tailEnd type="triangle"/>
            </a:ln>
          </p:spPr>
          <p:style>
            <a:lnRef idx="1">
              <a:schemeClr val="accent1"/>
            </a:lnRef>
            <a:fillRef idx="0">
              <a:schemeClr val="accent1"/>
            </a:fillRef>
            <a:effectRef idx="0">
              <a:schemeClr val="accent1"/>
            </a:effectRef>
            <a:fontRef idx="minor">
              <a:schemeClr val="tx1"/>
            </a:fontRef>
          </p:style>
        </p:cxnSp>
        <p:sp>
          <p:nvSpPr>
            <p:cNvPr id="84" name="文本框 83">
              <a:extLst>
                <a:ext uri="{FF2B5EF4-FFF2-40B4-BE49-F238E27FC236}">
                  <a16:creationId xmlns:a16="http://schemas.microsoft.com/office/drawing/2014/main" id="{3B985772-7D4C-4621-AAAB-4C66BCE47CF3}"/>
                </a:ext>
              </a:extLst>
            </p:cNvPr>
            <p:cNvSpPr txBox="1"/>
            <p:nvPr/>
          </p:nvSpPr>
          <p:spPr>
            <a:xfrm>
              <a:off x="5665226" y="1371924"/>
              <a:ext cx="1590347" cy="369332"/>
            </a:xfrm>
            <a:prstGeom prst="rect">
              <a:avLst/>
            </a:prstGeom>
            <a:solidFill>
              <a:schemeClr val="bg1"/>
            </a:solidFill>
          </p:spPr>
          <p:txBody>
            <a:bodyPr wrap="square" rtlCol="0">
              <a:spAutoFit/>
            </a:bodyPr>
            <a:lstStyle/>
            <a:p>
              <a:pPr algn="ctr"/>
              <a:r>
                <a:rPr lang="zh-CN" altLang="en-US" b="1" dirty="0"/>
                <a:t>帧的数据载荷</a:t>
              </a:r>
            </a:p>
          </p:txBody>
        </p:sp>
      </p:grpSp>
      <p:sp>
        <p:nvSpPr>
          <p:cNvPr id="85" name="矩形 84">
            <a:extLst>
              <a:ext uri="{FF2B5EF4-FFF2-40B4-BE49-F238E27FC236}">
                <a16:creationId xmlns:a16="http://schemas.microsoft.com/office/drawing/2014/main" id="{E780B9CA-5D07-496B-8E02-FD8F361DC928}"/>
              </a:ext>
            </a:extLst>
          </p:cNvPr>
          <p:cNvSpPr/>
          <p:nvPr/>
        </p:nvSpPr>
        <p:spPr>
          <a:xfrm>
            <a:off x="986351" y="2177599"/>
            <a:ext cx="720000" cy="364423"/>
          </a:xfrm>
          <a:prstGeom prst="rect">
            <a:avLst/>
          </a:prstGeom>
          <a:solidFill>
            <a:schemeClr val="accent4"/>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CN" b="1" dirty="0">
                <a:latin typeface="Arial Black" panose="020B0A04020102020204" pitchFamily="34" charset="0"/>
              </a:rPr>
              <a:t>F</a:t>
            </a:r>
            <a:endParaRPr lang="zh-CN" altLang="en-US" b="1" dirty="0">
              <a:latin typeface="Arial Black" panose="020B0A04020102020204" pitchFamily="34" charset="0"/>
            </a:endParaRPr>
          </a:p>
        </p:txBody>
      </p:sp>
      <p:sp>
        <p:nvSpPr>
          <p:cNvPr id="86" name="矩形 85">
            <a:extLst>
              <a:ext uri="{FF2B5EF4-FFF2-40B4-BE49-F238E27FC236}">
                <a16:creationId xmlns:a16="http://schemas.microsoft.com/office/drawing/2014/main" id="{E0D347C5-1D0B-48E0-83FD-C44BC688495F}"/>
              </a:ext>
            </a:extLst>
          </p:cNvPr>
          <p:cNvSpPr/>
          <p:nvPr/>
        </p:nvSpPr>
        <p:spPr>
          <a:xfrm>
            <a:off x="1706351" y="2177599"/>
            <a:ext cx="720000" cy="364423"/>
          </a:xfrm>
          <a:prstGeom prst="rect">
            <a:avLst/>
          </a:prstGeom>
          <a:solidFill>
            <a:schemeClr val="accent4"/>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CN" b="1" dirty="0">
                <a:latin typeface="Arial Black" panose="020B0A04020102020204" pitchFamily="34" charset="0"/>
              </a:rPr>
              <a:t>A</a:t>
            </a:r>
            <a:endParaRPr lang="zh-CN" altLang="en-US" b="1" dirty="0">
              <a:latin typeface="Arial Black" panose="020B0A04020102020204" pitchFamily="34" charset="0"/>
            </a:endParaRPr>
          </a:p>
        </p:txBody>
      </p:sp>
      <p:sp>
        <p:nvSpPr>
          <p:cNvPr id="87" name="矩形 86">
            <a:extLst>
              <a:ext uri="{FF2B5EF4-FFF2-40B4-BE49-F238E27FC236}">
                <a16:creationId xmlns:a16="http://schemas.microsoft.com/office/drawing/2014/main" id="{AA2F6062-2A4C-481D-B9B3-C8785F04B8AE}"/>
              </a:ext>
            </a:extLst>
          </p:cNvPr>
          <p:cNvSpPr/>
          <p:nvPr/>
        </p:nvSpPr>
        <p:spPr>
          <a:xfrm>
            <a:off x="2426351" y="2177599"/>
            <a:ext cx="720000" cy="364423"/>
          </a:xfrm>
          <a:prstGeom prst="rect">
            <a:avLst/>
          </a:prstGeom>
          <a:solidFill>
            <a:schemeClr val="accent4"/>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CN" b="1" dirty="0">
                <a:latin typeface="Arial Black" panose="020B0A04020102020204" pitchFamily="34" charset="0"/>
              </a:rPr>
              <a:t>C</a:t>
            </a:r>
            <a:endParaRPr lang="zh-CN" altLang="en-US" b="1" dirty="0">
              <a:latin typeface="Arial Black" panose="020B0A04020102020204" pitchFamily="34" charset="0"/>
            </a:endParaRPr>
          </a:p>
        </p:txBody>
      </p:sp>
      <p:sp>
        <p:nvSpPr>
          <p:cNvPr id="88" name="矩形 87">
            <a:extLst>
              <a:ext uri="{FF2B5EF4-FFF2-40B4-BE49-F238E27FC236}">
                <a16:creationId xmlns:a16="http://schemas.microsoft.com/office/drawing/2014/main" id="{5C7543EE-15B7-45B0-98E5-0D3400C7AC95}"/>
              </a:ext>
            </a:extLst>
          </p:cNvPr>
          <p:cNvSpPr/>
          <p:nvPr/>
        </p:nvSpPr>
        <p:spPr>
          <a:xfrm>
            <a:off x="3146351" y="2177599"/>
            <a:ext cx="1440000" cy="364423"/>
          </a:xfrm>
          <a:prstGeom prst="rect">
            <a:avLst/>
          </a:prstGeom>
          <a:solidFill>
            <a:schemeClr val="accent4"/>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CN" b="1" dirty="0">
                <a:latin typeface="Arial Black" panose="020B0A04020102020204" pitchFamily="34" charset="0"/>
              </a:rPr>
              <a:t>P</a:t>
            </a:r>
            <a:endParaRPr lang="zh-CN" altLang="en-US" b="1" dirty="0">
              <a:latin typeface="Arial Black" panose="020B0A04020102020204" pitchFamily="34" charset="0"/>
            </a:endParaRPr>
          </a:p>
        </p:txBody>
      </p:sp>
      <p:sp>
        <p:nvSpPr>
          <p:cNvPr id="89" name="矩形 88">
            <a:extLst>
              <a:ext uri="{FF2B5EF4-FFF2-40B4-BE49-F238E27FC236}">
                <a16:creationId xmlns:a16="http://schemas.microsoft.com/office/drawing/2014/main" id="{C6F2A98E-58A8-4147-8412-B5847CBE4A25}"/>
              </a:ext>
            </a:extLst>
          </p:cNvPr>
          <p:cNvSpPr/>
          <p:nvPr/>
        </p:nvSpPr>
        <p:spPr>
          <a:xfrm>
            <a:off x="9058805" y="2177599"/>
            <a:ext cx="1440000" cy="364423"/>
          </a:xfrm>
          <a:prstGeom prst="rect">
            <a:avLst/>
          </a:prstGeom>
          <a:solidFill>
            <a:schemeClr val="accent4"/>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CN" b="1" dirty="0">
                <a:latin typeface="Arial Black" panose="020B0A04020102020204" pitchFamily="34" charset="0"/>
              </a:rPr>
              <a:t>FCS</a:t>
            </a:r>
            <a:endParaRPr lang="zh-CN" altLang="en-US" b="1" dirty="0">
              <a:latin typeface="Arial Black" panose="020B0A04020102020204" pitchFamily="34" charset="0"/>
            </a:endParaRPr>
          </a:p>
        </p:txBody>
      </p:sp>
      <p:sp>
        <p:nvSpPr>
          <p:cNvPr id="90" name="矩形 89">
            <a:extLst>
              <a:ext uri="{FF2B5EF4-FFF2-40B4-BE49-F238E27FC236}">
                <a16:creationId xmlns:a16="http://schemas.microsoft.com/office/drawing/2014/main" id="{D6B3AC47-D119-4107-8B87-E598AC0B367E}"/>
              </a:ext>
            </a:extLst>
          </p:cNvPr>
          <p:cNvSpPr/>
          <p:nvPr/>
        </p:nvSpPr>
        <p:spPr>
          <a:xfrm>
            <a:off x="10498805" y="2177599"/>
            <a:ext cx="720000" cy="364423"/>
          </a:xfrm>
          <a:prstGeom prst="rect">
            <a:avLst/>
          </a:prstGeom>
          <a:solidFill>
            <a:schemeClr val="accent4"/>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CN" b="1" dirty="0">
                <a:latin typeface="Arial Black" panose="020B0A04020102020204" pitchFamily="34" charset="0"/>
              </a:rPr>
              <a:t>F</a:t>
            </a:r>
            <a:endParaRPr lang="zh-CN" altLang="en-US" b="1" dirty="0">
              <a:latin typeface="Arial Black" panose="020B0A04020102020204" pitchFamily="34" charset="0"/>
            </a:endParaRPr>
          </a:p>
        </p:txBody>
      </p:sp>
      <p:sp>
        <p:nvSpPr>
          <p:cNvPr id="91" name="矩形 90">
            <a:extLst>
              <a:ext uri="{FF2B5EF4-FFF2-40B4-BE49-F238E27FC236}">
                <a16:creationId xmlns:a16="http://schemas.microsoft.com/office/drawing/2014/main" id="{1CEF49B4-0586-400F-BB48-0910D5BA1E97}"/>
              </a:ext>
            </a:extLst>
          </p:cNvPr>
          <p:cNvSpPr/>
          <p:nvPr/>
        </p:nvSpPr>
        <p:spPr>
          <a:xfrm>
            <a:off x="4586351" y="2177599"/>
            <a:ext cx="4472454" cy="364423"/>
          </a:xfrm>
          <a:prstGeom prst="rect">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b="1" dirty="0">
              <a:solidFill>
                <a:schemeClr val="tx1"/>
              </a:solidFill>
              <a:latin typeface="Arial Black" panose="020B0A04020102020204" pitchFamily="34" charset="0"/>
            </a:endParaRPr>
          </a:p>
        </p:txBody>
      </p:sp>
      <p:sp>
        <p:nvSpPr>
          <p:cNvPr id="42" name="文本框 41">
            <a:extLst>
              <a:ext uri="{FF2B5EF4-FFF2-40B4-BE49-F238E27FC236}">
                <a16:creationId xmlns:a16="http://schemas.microsoft.com/office/drawing/2014/main" id="{DFDDEB3C-4421-4BE9-B9B3-F7017F230318}"/>
              </a:ext>
            </a:extLst>
          </p:cNvPr>
          <p:cNvSpPr txBox="1"/>
          <p:nvPr/>
        </p:nvSpPr>
        <p:spPr>
          <a:xfrm>
            <a:off x="1042450" y="1181684"/>
            <a:ext cx="6176123" cy="369332"/>
          </a:xfrm>
          <a:prstGeom prst="rect">
            <a:avLst/>
          </a:prstGeom>
          <a:solidFill>
            <a:schemeClr val="bg1"/>
          </a:solidFill>
        </p:spPr>
        <p:txBody>
          <a:bodyPr wrap="square" rtlCol="0">
            <a:spAutoFit/>
          </a:bodyPr>
          <a:lstStyle/>
          <a:p>
            <a:r>
              <a:rPr lang="zh-CN" altLang="en-US" b="1" dirty="0">
                <a:solidFill>
                  <a:schemeClr val="accent3">
                    <a:lumMod val="75000"/>
                  </a:schemeClr>
                </a:solidFill>
              </a:rPr>
              <a:t>面向字节的异步链路使用字节填充来实现透明传输</a:t>
            </a:r>
            <a:r>
              <a:rPr lang="en-US" altLang="zh-CN" b="1" dirty="0">
                <a:solidFill>
                  <a:schemeClr val="accent3">
                    <a:lumMod val="75000"/>
                  </a:schemeClr>
                </a:solidFill>
              </a:rPr>
              <a:t>[RFC1662]</a:t>
            </a:r>
            <a:endParaRPr lang="zh-CN" altLang="en-US" b="1" dirty="0">
              <a:solidFill>
                <a:schemeClr val="accent3">
                  <a:lumMod val="75000"/>
                </a:schemeClr>
              </a:solidFill>
            </a:endParaRPr>
          </a:p>
        </p:txBody>
      </p:sp>
      <p:sp>
        <p:nvSpPr>
          <p:cNvPr id="43" name="矩形 42">
            <a:extLst>
              <a:ext uri="{FF2B5EF4-FFF2-40B4-BE49-F238E27FC236}">
                <a16:creationId xmlns:a16="http://schemas.microsoft.com/office/drawing/2014/main" id="{09C7EFD9-DAD8-421C-A8A0-BE01493955F7}"/>
              </a:ext>
            </a:extLst>
          </p:cNvPr>
          <p:cNvSpPr/>
          <p:nvPr/>
        </p:nvSpPr>
        <p:spPr>
          <a:xfrm>
            <a:off x="985298" y="2175237"/>
            <a:ext cx="720000" cy="364423"/>
          </a:xfrm>
          <a:prstGeom prst="rect">
            <a:avLst/>
          </a:prstGeom>
          <a:solidFill>
            <a:schemeClr val="accent4"/>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CN" b="1" dirty="0">
                <a:latin typeface="Arial Narrow" panose="020B0606020202030204" pitchFamily="34" charset="0"/>
              </a:rPr>
              <a:t>7E</a:t>
            </a:r>
            <a:endParaRPr lang="zh-CN" altLang="en-US" b="1" dirty="0">
              <a:latin typeface="Arial Narrow" panose="020B0606020202030204" pitchFamily="34" charset="0"/>
            </a:endParaRPr>
          </a:p>
        </p:txBody>
      </p:sp>
      <p:sp>
        <p:nvSpPr>
          <p:cNvPr id="44" name="矩形 43">
            <a:extLst>
              <a:ext uri="{FF2B5EF4-FFF2-40B4-BE49-F238E27FC236}">
                <a16:creationId xmlns:a16="http://schemas.microsoft.com/office/drawing/2014/main" id="{3DF90978-F8A4-4D5A-B8B4-9B434E5C692F}"/>
              </a:ext>
            </a:extLst>
          </p:cNvPr>
          <p:cNvSpPr/>
          <p:nvPr/>
        </p:nvSpPr>
        <p:spPr>
          <a:xfrm>
            <a:off x="10496697" y="2174844"/>
            <a:ext cx="720000" cy="364423"/>
          </a:xfrm>
          <a:prstGeom prst="rect">
            <a:avLst/>
          </a:prstGeom>
          <a:solidFill>
            <a:schemeClr val="accent4"/>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CN" b="1" dirty="0">
                <a:latin typeface="Arial Narrow" panose="020B0606020202030204" pitchFamily="34" charset="0"/>
              </a:rPr>
              <a:t>7E</a:t>
            </a:r>
            <a:endParaRPr lang="zh-CN" altLang="en-US" b="1" dirty="0">
              <a:latin typeface="Arial Narrow" panose="020B0606020202030204" pitchFamily="34" charset="0"/>
            </a:endParaRPr>
          </a:p>
        </p:txBody>
      </p:sp>
      <p:sp>
        <p:nvSpPr>
          <p:cNvPr id="45" name="矩形 44">
            <a:extLst>
              <a:ext uri="{FF2B5EF4-FFF2-40B4-BE49-F238E27FC236}">
                <a16:creationId xmlns:a16="http://schemas.microsoft.com/office/drawing/2014/main" id="{620D2C40-0899-4A72-8DD7-41A6157941D2}"/>
              </a:ext>
            </a:extLst>
          </p:cNvPr>
          <p:cNvSpPr/>
          <p:nvPr/>
        </p:nvSpPr>
        <p:spPr>
          <a:xfrm>
            <a:off x="4795298" y="2174972"/>
            <a:ext cx="720000" cy="364423"/>
          </a:xfrm>
          <a:prstGeom prst="rect">
            <a:avLst/>
          </a:prstGeom>
          <a:solidFill>
            <a:schemeClr val="accent4"/>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CN" b="1" dirty="0">
                <a:latin typeface="Arial Narrow" panose="020B0606020202030204" pitchFamily="34" charset="0"/>
              </a:rPr>
              <a:t>7E</a:t>
            </a:r>
            <a:endParaRPr lang="zh-CN" altLang="en-US" b="1" dirty="0">
              <a:latin typeface="Arial Narrow" panose="020B0606020202030204" pitchFamily="34" charset="0"/>
            </a:endParaRPr>
          </a:p>
        </p:txBody>
      </p:sp>
      <p:grpSp>
        <p:nvGrpSpPr>
          <p:cNvPr id="5" name="组合 4">
            <a:extLst>
              <a:ext uri="{FF2B5EF4-FFF2-40B4-BE49-F238E27FC236}">
                <a16:creationId xmlns:a16="http://schemas.microsoft.com/office/drawing/2014/main" id="{32F0FF1C-7366-433F-8AD2-BBAF1DDF9778}"/>
              </a:ext>
            </a:extLst>
          </p:cNvPr>
          <p:cNvGrpSpPr/>
          <p:nvPr/>
        </p:nvGrpSpPr>
        <p:grpSpPr>
          <a:xfrm>
            <a:off x="4435298" y="2539267"/>
            <a:ext cx="1440000" cy="646126"/>
            <a:chOff x="4435298" y="2539267"/>
            <a:chExt cx="1440000" cy="646126"/>
          </a:xfrm>
        </p:grpSpPr>
        <p:sp>
          <p:nvSpPr>
            <p:cNvPr id="46" name="矩形 45">
              <a:extLst>
                <a:ext uri="{FF2B5EF4-FFF2-40B4-BE49-F238E27FC236}">
                  <a16:creationId xmlns:a16="http://schemas.microsoft.com/office/drawing/2014/main" id="{DAE5B0CF-0C16-4F7A-BD8B-926B15610064}"/>
                </a:ext>
              </a:extLst>
            </p:cNvPr>
            <p:cNvSpPr/>
            <p:nvPr/>
          </p:nvSpPr>
          <p:spPr>
            <a:xfrm>
              <a:off x="4435298" y="2818343"/>
              <a:ext cx="720000" cy="367050"/>
            </a:xfrm>
            <a:prstGeom prst="rect">
              <a:avLst/>
            </a:prstGeom>
            <a:solidFill>
              <a:schemeClr val="accent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CN" b="1" dirty="0">
                  <a:latin typeface="Arial Narrow" panose="020B0606020202030204" pitchFamily="34" charset="0"/>
                </a:rPr>
                <a:t>7D</a:t>
              </a:r>
              <a:endParaRPr lang="zh-CN" altLang="en-US" b="1" dirty="0">
                <a:latin typeface="Arial Narrow" panose="020B0606020202030204" pitchFamily="34" charset="0"/>
              </a:endParaRPr>
            </a:p>
          </p:txBody>
        </p:sp>
        <p:sp>
          <p:nvSpPr>
            <p:cNvPr id="47" name="矩形 46">
              <a:extLst>
                <a:ext uri="{FF2B5EF4-FFF2-40B4-BE49-F238E27FC236}">
                  <a16:creationId xmlns:a16="http://schemas.microsoft.com/office/drawing/2014/main" id="{C5E749AB-EAF3-49A5-B72E-C597F67D2160}"/>
                </a:ext>
              </a:extLst>
            </p:cNvPr>
            <p:cNvSpPr/>
            <p:nvPr/>
          </p:nvSpPr>
          <p:spPr>
            <a:xfrm>
              <a:off x="5155298" y="2818342"/>
              <a:ext cx="720000" cy="367050"/>
            </a:xfrm>
            <a:prstGeom prst="rect">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CN" b="1" dirty="0">
                  <a:solidFill>
                    <a:schemeClr val="tx1"/>
                  </a:solidFill>
                  <a:latin typeface="Arial Narrow" panose="020B0606020202030204" pitchFamily="34" charset="0"/>
                </a:rPr>
                <a:t>5E</a:t>
              </a:r>
              <a:endParaRPr lang="zh-CN" altLang="en-US" b="1" dirty="0">
                <a:solidFill>
                  <a:schemeClr val="tx1"/>
                </a:solidFill>
                <a:latin typeface="Arial Narrow" panose="020B0606020202030204" pitchFamily="34" charset="0"/>
              </a:endParaRPr>
            </a:p>
          </p:txBody>
        </p:sp>
        <p:cxnSp>
          <p:nvCxnSpPr>
            <p:cNvPr id="6" name="直接连接符 5">
              <a:extLst>
                <a:ext uri="{FF2B5EF4-FFF2-40B4-BE49-F238E27FC236}">
                  <a16:creationId xmlns:a16="http://schemas.microsoft.com/office/drawing/2014/main" id="{F1F909D0-6320-4D42-9ADE-13289FD01000}"/>
                </a:ext>
              </a:extLst>
            </p:cNvPr>
            <p:cNvCxnSpPr/>
            <p:nvPr/>
          </p:nvCxnSpPr>
          <p:spPr>
            <a:xfrm flipH="1">
              <a:off x="4435298" y="2539267"/>
              <a:ext cx="360000" cy="279075"/>
            </a:xfrm>
            <a:prstGeom prst="line">
              <a:avLst/>
            </a:prstGeom>
            <a:ln w="12700">
              <a:solidFill>
                <a:schemeClr val="tx1"/>
              </a:solidFill>
              <a:prstDash val="dash"/>
            </a:ln>
          </p:spPr>
          <p:style>
            <a:lnRef idx="1">
              <a:schemeClr val="accent1"/>
            </a:lnRef>
            <a:fillRef idx="0">
              <a:schemeClr val="accent1"/>
            </a:fillRef>
            <a:effectRef idx="0">
              <a:schemeClr val="accent1"/>
            </a:effectRef>
            <a:fontRef idx="minor">
              <a:schemeClr val="tx1"/>
            </a:fontRef>
          </p:style>
        </p:cxnSp>
        <p:cxnSp>
          <p:nvCxnSpPr>
            <p:cNvPr id="48" name="直接连接符 47">
              <a:extLst>
                <a:ext uri="{FF2B5EF4-FFF2-40B4-BE49-F238E27FC236}">
                  <a16:creationId xmlns:a16="http://schemas.microsoft.com/office/drawing/2014/main" id="{8449BF52-D95E-4EB9-B443-B57712FA2441}"/>
                </a:ext>
              </a:extLst>
            </p:cNvPr>
            <p:cNvCxnSpPr>
              <a:cxnSpLocks/>
            </p:cNvCxnSpPr>
            <p:nvPr/>
          </p:nvCxnSpPr>
          <p:spPr>
            <a:xfrm>
              <a:off x="5515298" y="2539267"/>
              <a:ext cx="360000" cy="279075"/>
            </a:xfrm>
            <a:prstGeom prst="line">
              <a:avLst/>
            </a:prstGeom>
            <a:ln w="12700">
              <a:solidFill>
                <a:schemeClr val="tx1"/>
              </a:solidFill>
              <a:prstDash val="dash"/>
            </a:ln>
          </p:spPr>
          <p:style>
            <a:lnRef idx="1">
              <a:schemeClr val="accent1"/>
            </a:lnRef>
            <a:fillRef idx="0">
              <a:schemeClr val="accent1"/>
            </a:fillRef>
            <a:effectRef idx="0">
              <a:schemeClr val="accent1"/>
            </a:effectRef>
            <a:fontRef idx="minor">
              <a:schemeClr val="tx1"/>
            </a:fontRef>
          </p:style>
        </p:cxnSp>
      </p:grpSp>
      <p:sp>
        <p:nvSpPr>
          <p:cNvPr id="52" name="矩形 51">
            <a:extLst>
              <a:ext uri="{FF2B5EF4-FFF2-40B4-BE49-F238E27FC236}">
                <a16:creationId xmlns:a16="http://schemas.microsoft.com/office/drawing/2014/main" id="{3CB12049-21A7-48AD-83B7-6C85D4BF4B13}"/>
              </a:ext>
            </a:extLst>
          </p:cNvPr>
          <p:cNvSpPr/>
          <p:nvPr/>
        </p:nvSpPr>
        <p:spPr>
          <a:xfrm>
            <a:off x="6525650" y="2174972"/>
            <a:ext cx="720000" cy="364423"/>
          </a:xfrm>
          <a:prstGeom prst="rect">
            <a:avLst/>
          </a:prstGeom>
          <a:solidFill>
            <a:schemeClr val="accent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CN" b="1" dirty="0">
                <a:latin typeface="Arial Narrow" panose="020B0606020202030204" pitchFamily="34" charset="0"/>
              </a:rPr>
              <a:t>7D</a:t>
            </a:r>
            <a:endParaRPr lang="zh-CN" altLang="en-US" b="1" dirty="0">
              <a:latin typeface="Arial Narrow" panose="020B0606020202030204" pitchFamily="34" charset="0"/>
            </a:endParaRPr>
          </a:p>
        </p:txBody>
      </p:sp>
      <p:grpSp>
        <p:nvGrpSpPr>
          <p:cNvPr id="7" name="组合 6">
            <a:extLst>
              <a:ext uri="{FF2B5EF4-FFF2-40B4-BE49-F238E27FC236}">
                <a16:creationId xmlns:a16="http://schemas.microsoft.com/office/drawing/2014/main" id="{412B1D12-C722-4EE8-A35C-4E305FCA4914}"/>
              </a:ext>
            </a:extLst>
          </p:cNvPr>
          <p:cNvGrpSpPr/>
          <p:nvPr/>
        </p:nvGrpSpPr>
        <p:grpSpPr>
          <a:xfrm>
            <a:off x="6165650" y="2539267"/>
            <a:ext cx="1440000" cy="646126"/>
            <a:chOff x="6165650" y="2539267"/>
            <a:chExt cx="1440000" cy="646126"/>
          </a:xfrm>
        </p:grpSpPr>
        <p:sp>
          <p:nvSpPr>
            <p:cNvPr id="53" name="矩形 52">
              <a:extLst>
                <a:ext uri="{FF2B5EF4-FFF2-40B4-BE49-F238E27FC236}">
                  <a16:creationId xmlns:a16="http://schemas.microsoft.com/office/drawing/2014/main" id="{AAB50592-ED29-4209-8E71-D4DD01E014ED}"/>
                </a:ext>
              </a:extLst>
            </p:cNvPr>
            <p:cNvSpPr/>
            <p:nvPr/>
          </p:nvSpPr>
          <p:spPr>
            <a:xfrm>
              <a:off x="6165650" y="2818343"/>
              <a:ext cx="720000" cy="367050"/>
            </a:xfrm>
            <a:prstGeom prst="rect">
              <a:avLst/>
            </a:prstGeom>
            <a:solidFill>
              <a:schemeClr val="accent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CN" b="1" dirty="0">
                  <a:latin typeface="Arial Narrow" panose="020B0606020202030204" pitchFamily="34" charset="0"/>
                </a:rPr>
                <a:t>7D</a:t>
              </a:r>
              <a:endParaRPr lang="zh-CN" altLang="en-US" b="1" dirty="0">
                <a:latin typeface="Arial Narrow" panose="020B0606020202030204" pitchFamily="34" charset="0"/>
              </a:endParaRPr>
            </a:p>
          </p:txBody>
        </p:sp>
        <p:sp>
          <p:nvSpPr>
            <p:cNvPr id="56" name="矩形 55">
              <a:extLst>
                <a:ext uri="{FF2B5EF4-FFF2-40B4-BE49-F238E27FC236}">
                  <a16:creationId xmlns:a16="http://schemas.microsoft.com/office/drawing/2014/main" id="{17802820-A176-4E32-9A99-0C623BB67CAB}"/>
                </a:ext>
              </a:extLst>
            </p:cNvPr>
            <p:cNvSpPr/>
            <p:nvPr/>
          </p:nvSpPr>
          <p:spPr>
            <a:xfrm>
              <a:off x="6885650" y="2818342"/>
              <a:ext cx="720000" cy="367050"/>
            </a:xfrm>
            <a:prstGeom prst="rect">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CN" b="1" dirty="0">
                  <a:solidFill>
                    <a:schemeClr val="tx1"/>
                  </a:solidFill>
                  <a:latin typeface="Arial Narrow" panose="020B0606020202030204" pitchFamily="34" charset="0"/>
                </a:rPr>
                <a:t>5D</a:t>
              </a:r>
              <a:endParaRPr lang="zh-CN" altLang="en-US" b="1" dirty="0">
                <a:solidFill>
                  <a:schemeClr val="tx1"/>
                </a:solidFill>
                <a:latin typeface="Arial Narrow" panose="020B0606020202030204" pitchFamily="34" charset="0"/>
              </a:endParaRPr>
            </a:p>
          </p:txBody>
        </p:sp>
        <p:cxnSp>
          <p:nvCxnSpPr>
            <p:cNvPr id="57" name="直接连接符 56">
              <a:extLst>
                <a:ext uri="{FF2B5EF4-FFF2-40B4-BE49-F238E27FC236}">
                  <a16:creationId xmlns:a16="http://schemas.microsoft.com/office/drawing/2014/main" id="{588AE468-611C-415D-82F5-76A0CF22C343}"/>
                </a:ext>
              </a:extLst>
            </p:cNvPr>
            <p:cNvCxnSpPr/>
            <p:nvPr/>
          </p:nvCxnSpPr>
          <p:spPr>
            <a:xfrm flipH="1">
              <a:off x="6165650" y="2539267"/>
              <a:ext cx="360000" cy="279075"/>
            </a:xfrm>
            <a:prstGeom prst="line">
              <a:avLst/>
            </a:prstGeom>
            <a:ln w="12700">
              <a:solidFill>
                <a:schemeClr val="tx1"/>
              </a:solidFill>
              <a:prstDash val="dash"/>
            </a:ln>
          </p:spPr>
          <p:style>
            <a:lnRef idx="1">
              <a:schemeClr val="accent1"/>
            </a:lnRef>
            <a:fillRef idx="0">
              <a:schemeClr val="accent1"/>
            </a:fillRef>
            <a:effectRef idx="0">
              <a:schemeClr val="accent1"/>
            </a:effectRef>
            <a:fontRef idx="minor">
              <a:schemeClr val="tx1"/>
            </a:fontRef>
          </p:style>
        </p:cxnSp>
        <p:cxnSp>
          <p:nvCxnSpPr>
            <p:cNvPr id="59" name="直接连接符 58">
              <a:extLst>
                <a:ext uri="{FF2B5EF4-FFF2-40B4-BE49-F238E27FC236}">
                  <a16:creationId xmlns:a16="http://schemas.microsoft.com/office/drawing/2014/main" id="{D1722800-9B8A-410E-BB33-806FFCB17461}"/>
                </a:ext>
              </a:extLst>
            </p:cNvPr>
            <p:cNvCxnSpPr>
              <a:cxnSpLocks/>
            </p:cNvCxnSpPr>
            <p:nvPr/>
          </p:nvCxnSpPr>
          <p:spPr>
            <a:xfrm>
              <a:off x="7245650" y="2539267"/>
              <a:ext cx="360000" cy="279075"/>
            </a:xfrm>
            <a:prstGeom prst="line">
              <a:avLst/>
            </a:prstGeom>
            <a:ln w="12700">
              <a:solidFill>
                <a:schemeClr val="tx1"/>
              </a:solidFill>
              <a:prstDash val="dash"/>
            </a:ln>
          </p:spPr>
          <p:style>
            <a:lnRef idx="1">
              <a:schemeClr val="accent1"/>
            </a:lnRef>
            <a:fillRef idx="0">
              <a:schemeClr val="accent1"/>
            </a:fillRef>
            <a:effectRef idx="0">
              <a:schemeClr val="accent1"/>
            </a:effectRef>
            <a:fontRef idx="minor">
              <a:schemeClr val="tx1"/>
            </a:fontRef>
          </p:style>
        </p:cxnSp>
      </p:grpSp>
      <p:sp>
        <p:nvSpPr>
          <p:cNvPr id="63" name="矩形 62">
            <a:extLst>
              <a:ext uri="{FF2B5EF4-FFF2-40B4-BE49-F238E27FC236}">
                <a16:creationId xmlns:a16="http://schemas.microsoft.com/office/drawing/2014/main" id="{0BB1585D-E1C9-47FF-B197-DC7017B4270F}"/>
              </a:ext>
            </a:extLst>
          </p:cNvPr>
          <p:cNvSpPr/>
          <p:nvPr/>
        </p:nvSpPr>
        <p:spPr>
          <a:xfrm>
            <a:off x="8129858" y="2174972"/>
            <a:ext cx="720000" cy="364423"/>
          </a:xfrm>
          <a:prstGeom prst="rect">
            <a:avLst/>
          </a:prstGeom>
          <a:solidFill>
            <a:schemeClr val="accent5"/>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CN" b="1" dirty="0">
                <a:latin typeface="Arial Narrow" panose="020B0606020202030204" pitchFamily="34" charset="0"/>
              </a:rPr>
              <a:t>03</a:t>
            </a:r>
            <a:endParaRPr lang="zh-CN" altLang="en-US" b="1" dirty="0">
              <a:latin typeface="Arial Narrow" panose="020B0606020202030204" pitchFamily="34" charset="0"/>
            </a:endParaRPr>
          </a:p>
        </p:txBody>
      </p:sp>
      <p:grpSp>
        <p:nvGrpSpPr>
          <p:cNvPr id="8" name="组合 7">
            <a:extLst>
              <a:ext uri="{FF2B5EF4-FFF2-40B4-BE49-F238E27FC236}">
                <a16:creationId xmlns:a16="http://schemas.microsoft.com/office/drawing/2014/main" id="{27D2FC73-523E-4177-99B8-B774C64AD33C}"/>
              </a:ext>
            </a:extLst>
          </p:cNvPr>
          <p:cNvGrpSpPr/>
          <p:nvPr/>
        </p:nvGrpSpPr>
        <p:grpSpPr>
          <a:xfrm>
            <a:off x="7769858" y="2539267"/>
            <a:ext cx="1440000" cy="646126"/>
            <a:chOff x="7769858" y="2539267"/>
            <a:chExt cx="1440000" cy="646126"/>
          </a:xfrm>
        </p:grpSpPr>
        <p:sp>
          <p:nvSpPr>
            <p:cNvPr id="64" name="矩形 63">
              <a:extLst>
                <a:ext uri="{FF2B5EF4-FFF2-40B4-BE49-F238E27FC236}">
                  <a16:creationId xmlns:a16="http://schemas.microsoft.com/office/drawing/2014/main" id="{A56A1B23-21D3-468A-BF05-7ADA301BC49C}"/>
                </a:ext>
              </a:extLst>
            </p:cNvPr>
            <p:cNvSpPr/>
            <p:nvPr/>
          </p:nvSpPr>
          <p:spPr>
            <a:xfrm>
              <a:off x="7769858" y="2818343"/>
              <a:ext cx="720000" cy="367050"/>
            </a:xfrm>
            <a:prstGeom prst="rect">
              <a:avLst/>
            </a:prstGeom>
            <a:solidFill>
              <a:schemeClr val="accent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CN" b="1" dirty="0">
                  <a:latin typeface="Arial Narrow" panose="020B0606020202030204" pitchFamily="34" charset="0"/>
                </a:rPr>
                <a:t>7D</a:t>
              </a:r>
              <a:endParaRPr lang="zh-CN" altLang="en-US" b="1" dirty="0">
                <a:latin typeface="Arial Narrow" panose="020B0606020202030204" pitchFamily="34" charset="0"/>
              </a:endParaRPr>
            </a:p>
          </p:txBody>
        </p:sp>
        <p:sp>
          <p:nvSpPr>
            <p:cNvPr id="65" name="矩形 64">
              <a:extLst>
                <a:ext uri="{FF2B5EF4-FFF2-40B4-BE49-F238E27FC236}">
                  <a16:creationId xmlns:a16="http://schemas.microsoft.com/office/drawing/2014/main" id="{098E44C1-4F92-4F51-BB33-86040B7434D5}"/>
                </a:ext>
              </a:extLst>
            </p:cNvPr>
            <p:cNvSpPr/>
            <p:nvPr/>
          </p:nvSpPr>
          <p:spPr>
            <a:xfrm>
              <a:off x="8489858" y="2818342"/>
              <a:ext cx="720000" cy="367050"/>
            </a:xfrm>
            <a:prstGeom prst="rect">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CN" b="1" dirty="0">
                  <a:solidFill>
                    <a:schemeClr val="tx1"/>
                  </a:solidFill>
                  <a:latin typeface="Arial Narrow" panose="020B0606020202030204" pitchFamily="34" charset="0"/>
                </a:rPr>
                <a:t>23</a:t>
              </a:r>
              <a:endParaRPr lang="zh-CN" altLang="en-US" b="1" dirty="0">
                <a:solidFill>
                  <a:schemeClr val="tx1"/>
                </a:solidFill>
                <a:latin typeface="Arial Narrow" panose="020B0606020202030204" pitchFamily="34" charset="0"/>
              </a:endParaRPr>
            </a:p>
          </p:txBody>
        </p:sp>
        <p:cxnSp>
          <p:nvCxnSpPr>
            <p:cNvPr id="67" name="直接连接符 66">
              <a:extLst>
                <a:ext uri="{FF2B5EF4-FFF2-40B4-BE49-F238E27FC236}">
                  <a16:creationId xmlns:a16="http://schemas.microsoft.com/office/drawing/2014/main" id="{6AD0EE50-AAD9-452B-89D9-EE1DF239E884}"/>
                </a:ext>
              </a:extLst>
            </p:cNvPr>
            <p:cNvCxnSpPr/>
            <p:nvPr/>
          </p:nvCxnSpPr>
          <p:spPr>
            <a:xfrm flipH="1">
              <a:off x="7769858" y="2539267"/>
              <a:ext cx="360000" cy="279075"/>
            </a:xfrm>
            <a:prstGeom prst="line">
              <a:avLst/>
            </a:prstGeom>
            <a:ln w="12700">
              <a:solidFill>
                <a:schemeClr val="tx1"/>
              </a:solidFill>
              <a:prstDash val="dash"/>
            </a:ln>
          </p:spPr>
          <p:style>
            <a:lnRef idx="1">
              <a:schemeClr val="accent1"/>
            </a:lnRef>
            <a:fillRef idx="0">
              <a:schemeClr val="accent1"/>
            </a:fillRef>
            <a:effectRef idx="0">
              <a:schemeClr val="accent1"/>
            </a:effectRef>
            <a:fontRef idx="minor">
              <a:schemeClr val="tx1"/>
            </a:fontRef>
          </p:style>
        </p:cxnSp>
        <p:cxnSp>
          <p:nvCxnSpPr>
            <p:cNvPr id="68" name="直接连接符 67">
              <a:extLst>
                <a:ext uri="{FF2B5EF4-FFF2-40B4-BE49-F238E27FC236}">
                  <a16:creationId xmlns:a16="http://schemas.microsoft.com/office/drawing/2014/main" id="{DBB4301F-065A-494B-A2C7-8997B731F9E2}"/>
                </a:ext>
              </a:extLst>
            </p:cNvPr>
            <p:cNvCxnSpPr>
              <a:cxnSpLocks/>
            </p:cNvCxnSpPr>
            <p:nvPr/>
          </p:nvCxnSpPr>
          <p:spPr>
            <a:xfrm>
              <a:off x="8849858" y="2539267"/>
              <a:ext cx="360000" cy="279075"/>
            </a:xfrm>
            <a:prstGeom prst="line">
              <a:avLst/>
            </a:prstGeom>
            <a:ln w="12700">
              <a:solidFill>
                <a:schemeClr val="tx1"/>
              </a:solidFill>
              <a:prstDash val="dash"/>
            </a:ln>
          </p:spPr>
          <p:style>
            <a:lnRef idx="1">
              <a:schemeClr val="accent1"/>
            </a:lnRef>
            <a:fillRef idx="0">
              <a:schemeClr val="accent1"/>
            </a:fillRef>
            <a:effectRef idx="0">
              <a:schemeClr val="accent1"/>
            </a:effectRef>
            <a:fontRef idx="minor">
              <a:schemeClr val="tx1"/>
            </a:fontRef>
          </p:style>
        </p:cxnSp>
      </p:grpSp>
      <p:sp>
        <p:nvSpPr>
          <p:cNvPr id="49" name="íşlïḍè">
            <a:extLst>
              <a:ext uri="{FF2B5EF4-FFF2-40B4-BE49-F238E27FC236}">
                <a16:creationId xmlns:a16="http://schemas.microsoft.com/office/drawing/2014/main" id="{A664AEA2-36DB-44BA-B344-2CF1B7F1C116}"/>
              </a:ext>
            </a:extLst>
          </p:cNvPr>
          <p:cNvSpPr txBox="1"/>
          <p:nvPr/>
        </p:nvSpPr>
        <p:spPr>
          <a:xfrm>
            <a:off x="985299" y="3243870"/>
            <a:ext cx="1922362" cy="400110"/>
          </a:xfrm>
          <a:prstGeom prst="rect">
            <a:avLst/>
          </a:prstGeom>
          <a:noFill/>
        </p:spPr>
        <p:txBody>
          <a:bodyPr wrap="square" lIns="91440" tIns="45720" rIns="91440" bIns="45720" anchor="ctr">
            <a:noAutofit/>
          </a:bodyPr>
          <a:lstStyle/>
          <a:p>
            <a:r>
              <a:rPr lang="zh-CN" altLang="en-US" b="1" dirty="0"/>
              <a:t>发送方的处理：</a:t>
            </a:r>
            <a:endParaRPr lang="en-US" altLang="zh-CN" b="1" dirty="0"/>
          </a:p>
        </p:txBody>
      </p:sp>
      <p:sp>
        <p:nvSpPr>
          <p:cNvPr id="50" name="íşlïḍè">
            <a:extLst>
              <a:ext uri="{FF2B5EF4-FFF2-40B4-BE49-F238E27FC236}">
                <a16:creationId xmlns:a16="http://schemas.microsoft.com/office/drawing/2014/main" id="{ADF7B4DD-D795-4950-9189-332C8DC399BB}"/>
              </a:ext>
            </a:extLst>
          </p:cNvPr>
          <p:cNvSpPr txBox="1"/>
          <p:nvPr/>
        </p:nvSpPr>
        <p:spPr>
          <a:xfrm>
            <a:off x="1261238" y="3683225"/>
            <a:ext cx="10303615" cy="400110"/>
          </a:xfrm>
          <a:prstGeom prst="rect">
            <a:avLst/>
          </a:prstGeom>
          <a:noFill/>
        </p:spPr>
        <p:txBody>
          <a:bodyPr wrap="square" lIns="91440" tIns="45720" rIns="91440" bIns="45720" anchor="ctr">
            <a:noAutofit/>
          </a:bodyPr>
          <a:lstStyle/>
          <a:p>
            <a:r>
              <a:rPr lang="zh-CN" altLang="en-US" b="1" dirty="0"/>
              <a:t>（</a:t>
            </a:r>
            <a:r>
              <a:rPr lang="en-US" altLang="zh-CN" b="1" dirty="0"/>
              <a:t>1</a:t>
            </a:r>
            <a:r>
              <a:rPr lang="zh-CN" altLang="en-US" b="1" dirty="0"/>
              <a:t>）将数据载荷中出现的每一个</a:t>
            </a:r>
            <a:r>
              <a:rPr lang="en-US" altLang="zh-CN" b="1" dirty="0">
                <a:solidFill>
                  <a:schemeClr val="accent4"/>
                </a:solidFill>
              </a:rPr>
              <a:t>0x7E</a:t>
            </a:r>
            <a:r>
              <a:rPr lang="zh-CN" altLang="en-US" b="1" dirty="0"/>
              <a:t>减去</a:t>
            </a:r>
            <a:r>
              <a:rPr lang="en-US" altLang="zh-CN" b="1" dirty="0"/>
              <a:t>0x20</a:t>
            </a:r>
            <a:r>
              <a:rPr lang="zh-CN" altLang="en-US" b="1" dirty="0"/>
              <a:t>（相当于异或</a:t>
            </a:r>
            <a:r>
              <a:rPr lang="en-US" altLang="zh-CN" b="1" dirty="0"/>
              <a:t>0x20</a:t>
            </a:r>
            <a:r>
              <a:rPr lang="zh-CN" altLang="en-US" b="1" dirty="0"/>
              <a:t>），然后在其前面插入</a:t>
            </a:r>
            <a:r>
              <a:rPr lang="zh-CN" altLang="en-US" b="1" dirty="0">
                <a:solidFill>
                  <a:schemeClr val="accent1">
                    <a:lumMod val="75000"/>
                  </a:schemeClr>
                </a:solidFill>
              </a:rPr>
              <a:t>转义字符</a:t>
            </a:r>
            <a:r>
              <a:rPr lang="en-US" altLang="zh-CN" b="1" dirty="0">
                <a:solidFill>
                  <a:schemeClr val="accent1">
                    <a:lumMod val="75000"/>
                  </a:schemeClr>
                </a:solidFill>
              </a:rPr>
              <a:t>0x7D</a:t>
            </a:r>
            <a:r>
              <a:rPr lang="zh-CN" altLang="en-US" b="1" dirty="0"/>
              <a:t>。</a:t>
            </a:r>
            <a:endParaRPr lang="en-US" altLang="zh-CN" b="1" dirty="0"/>
          </a:p>
        </p:txBody>
      </p:sp>
      <p:sp>
        <p:nvSpPr>
          <p:cNvPr id="51" name="íşlïḍè">
            <a:extLst>
              <a:ext uri="{FF2B5EF4-FFF2-40B4-BE49-F238E27FC236}">
                <a16:creationId xmlns:a16="http://schemas.microsoft.com/office/drawing/2014/main" id="{27C4A68E-6853-4AF8-BEF6-9F72B5C30C12}"/>
              </a:ext>
            </a:extLst>
          </p:cNvPr>
          <p:cNvSpPr txBox="1"/>
          <p:nvPr/>
        </p:nvSpPr>
        <p:spPr>
          <a:xfrm>
            <a:off x="1261238" y="4122580"/>
            <a:ext cx="10303615" cy="400110"/>
          </a:xfrm>
          <a:prstGeom prst="rect">
            <a:avLst/>
          </a:prstGeom>
          <a:noFill/>
        </p:spPr>
        <p:txBody>
          <a:bodyPr wrap="square" lIns="91440" tIns="45720" rIns="91440" bIns="45720" anchor="ctr">
            <a:noAutofit/>
          </a:bodyPr>
          <a:lstStyle/>
          <a:p>
            <a:r>
              <a:rPr lang="zh-CN" altLang="en-US" b="1" dirty="0"/>
              <a:t>（</a:t>
            </a:r>
            <a:r>
              <a:rPr lang="en-US" altLang="zh-CN" b="1" dirty="0"/>
              <a:t>2</a:t>
            </a:r>
            <a:r>
              <a:rPr lang="zh-CN" altLang="en-US" b="1" dirty="0"/>
              <a:t>）若数据载荷中原来就含有</a:t>
            </a:r>
            <a:r>
              <a:rPr lang="en-US" altLang="zh-CN" b="1" dirty="0">
                <a:solidFill>
                  <a:schemeClr val="accent1">
                    <a:lumMod val="75000"/>
                  </a:schemeClr>
                </a:solidFill>
              </a:rPr>
              <a:t>0x7D</a:t>
            </a:r>
            <a:r>
              <a:rPr lang="zh-CN" altLang="en-US" b="1" dirty="0"/>
              <a:t>，则把每一个</a:t>
            </a:r>
            <a:r>
              <a:rPr lang="en-US" altLang="zh-CN" b="1" dirty="0">
                <a:solidFill>
                  <a:schemeClr val="accent1">
                    <a:lumMod val="75000"/>
                  </a:schemeClr>
                </a:solidFill>
              </a:rPr>
              <a:t>0x7D</a:t>
            </a:r>
            <a:r>
              <a:rPr lang="zh-CN" altLang="en-US" b="1" dirty="0"/>
              <a:t>减去</a:t>
            </a:r>
            <a:r>
              <a:rPr lang="en-US" altLang="zh-CN" b="1" dirty="0"/>
              <a:t>0x20</a:t>
            </a:r>
            <a:r>
              <a:rPr lang="zh-CN" altLang="en-US" b="1" dirty="0"/>
              <a:t>，然后在其前面插入</a:t>
            </a:r>
            <a:r>
              <a:rPr lang="zh-CN" altLang="en-US" b="1" dirty="0">
                <a:solidFill>
                  <a:schemeClr val="accent1">
                    <a:lumMod val="75000"/>
                  </a:schemeClr>
                </a:solidFill>
              </a:rPr>
              <a:t>转义字符</a:t>
            </a:r>
            <a:r>
              <a:rPr lang="en-US" altLang="zh-CN" b="1" dirty="0">
                <a:solidFill>
                  <a:schemeClr val="accent1">
                    <a:lumMod val="75000"/>
                  </a:schemeClr>
                </a:solidFill>
              </a:rPr>
              <a:t>0x7D</a:t>
            </a:r>
            <a:r>
              <a:rPr lang="zh-CN" altLang="en-US" b="1" dirty="0"/>
              <a:t>。</a:t>
            </a:r>
            <a:endParaRPr lang="en-US" altLang="zh-CN" b="1" dirty="0"/>
          </a:p>
        </p:txBody>
      </p:sp>
      <p:sp>
        <p:nvSpPr>
          <p:cNvPr id="62" name="íşlïḍè">
            <a:extLst>
              <a:ext uri="{FF2B5EF4-FFF2-40B4-BE49-F238E27FC236}">
                <a16:creationId xmlns:a16="http://schemas.microsoft.com/office/drawing/2014/main" id="{159D82BD-3064-4E8E-BFB4-19288EAD41D7}"/>
              </a:ext>
            </a:extLst>
          </p:cNvPr>
          <p:cNvSpPr txBox="1"/>
          <p:nvPr/>
        </p:nvSpPr>
        <p:spPr>
          <a:xfrm>
            <a:off x="1261237" y="4561935"/>
            <a:ext cx="10303615" cy="591911"/>
          </a:xfrm>
          <a:prstGeom prst="rect">
            <a:avLst/>
          </a:prstGeom>
          <a:noFill/>
        </p:spPr>
        <p:txBody>
          <a:bodyPr wrap="square" lIns="91440" tIns="45720" rIns="91440" bIns="45720" anchor="ctr">
            <a:noAutofit/>
          </a:bodyPr>
          <a:lstStyle/>
          <a:p>
            <a:r>
              <a:rPr lang="zh-CN" altLang="en-US" b="1" dirty="0"/>
              <a:t>（</a:t>
            </a:r>
            <a:r>
              <a:rPr lang="en-US" altLang="zh-CN" b="1" dirty="0"/>
              <a:t>3</a:t>
            </a:r>
            <a:r>
              <a:rPr lang="zh-CN" altLang="en-US" b="1" dirty="0"/>
              <a:t>）将数据载荷中出现的每一个</a:t>
            </a:r>
            <a:r>
              <a:rPr lang="en-US" altLang="zh-CN" b="1" dirty="0">
                <a:solidFill>
                  <a:schemeClr val="accent5"/>
                </a:solidFill>
              </a:rPr>
              <a:t>ASCII</a:t>
            </a:r>
            <a:r>
              <a:rPr lang="zh-CN" altLang="en-US" b="1" dirty="0">
                <a:solidFill>
                  <a:schemeClr val="accent5"/>
                </a:solidFill>
              </a:rPr>
              <a:t>码控制字符</a:t>
            </a:r>
            <a:r>
              <a:rPr lang="zh-CN" altLang="en-US" b="1" dirty="0"/>
              <a:t>（即数值小于</a:t>
            </a:r>
            <a:r>
              <a:rPr lang="en-US" altLang="zh-CN" b="1" dirty="0"/>
              <a:t>0x20</a:t>
            </a:r>
            <a:r>
              <a:rPr lang="zh-CN" altLang="en-US" b="1" dirty="0"/>
              <a:t>的字符），</a:t>
            </a:r>
            <a:endParaRPr lang="en-US" altLang="zh-CN" b="1" dirty="0"/>
          </a:p>
          <a:p>
            <a:r>
              <a:rPr lang="en-US" altLang="zh-CN" b="1" dirty="0"/>
              <a:t>           </a:t>
            </a:r>
            <a:r>
              <a:rPr lang="zh-CN" altLang="en-US" b="1" dirty="0"/>
              <a:t>加上</a:t>
            </a:r>
            <a:r>
              <a:rPr lang="en-US" altLang="zh-CN" b="1" dirty="0"/>
              <a:t>0x20</a:t>
            </a:r>
            <a:r>
              <a:rPr lang="zh-CN" altLang="en-US" b="1" dirty="0"/>
              <a:t>（相当于异或</a:t>
            </a:r>
            <a:r>
              <a:rPr lang="en-US" altLang="zh-CN" b="1" dirty="0"/>
              <a:t>0x20</a:t>
            </a:r>
            <a:r>
              <a:rPr lang="zh-CN" altLang="en-US" b="1" dirty="0"/>
              <a:t>，将其转换成非控制字符），然后在其前面</a:t>
            </a:r>
            <a:r>
              <a:rPr lang="zh-CN" altLang="en-US" b="1" dirty="0">
                <a:solidFill>
                  <a:schemeClr val="accent1">
                    <a:lumMod val="75000"/>
                  </a:schemeClr>
                </a:solidFill>
              </a:rPr>
              <a:t>插入转义字符</a:t>
            </a:r>
            <a:r>
              <a:rPr lang="en-US" altLang="zh-CN" b="1" dirty="0">
                <a:solidFill>
                  <a:schemeClr val="accent1">
                    <a:lumMod val="75000"/>
                  </a:schemeClr>
                </a:solidFill>
              </a:rPr>
              <a:t>0x7D</a:t>
            </a:r>
            <a:r>
              <a:rPr lang="zh-CN" altLang="en-US" b="1" dirty="0"/>
              <a:t>。</a:t>
            </a:r>
            <a:endParaRPr lang="en-US" altLang="zh-CN" b="1" dirty="0"/>
          </a:p>
        </p:txBody>
      </p:sp>
      <p:sp>
        <p:nvSpPr>
          <p:cNvPr id="69" name="íşlïḍè">
            <a:extLst>
              <a:ext uri="{FF2B5EF4-FFF2-40B4-BE49-F238E27FC236}">
                <a16:creationId xmlns:a16="http://schemas.microsoft.com/office/drawing/2014/main" id="{74085907-1771-41E9-B62A-55188957A19B}"/>
              </a:ext>
            </a:extLst>
          </p:cNvPr>
          <p:cNvSpPr txBox="1"/>
          <p:nvPr/>
        </p:nvSpPr>
        <p:spPr>
          <a:xfrm>
            <a:off x="1042450" y="5324657"/>
            <a:ext cx="1922362" cy="400110"/>
          </a:xfrm>
          <a:prstGeom prst="rect">
            <a:avLst/>
          </a:prstGeom>
          <a:noFill/>
        </p:spPr>
        <p:txBody>
          <a:bodyPr wrap="square" lIns="91440" tIns="45720" rIns="91440" bIns="45720" anchor="ctr">
            <a:noAutofit/>
          </a:bodyPr>
          <a:lstStyle/>
          <a:p>
            <a:r>
              <a:rPr lang="zh-CN" altLang="en-US" b="1" dirty="0"/>
              <a:t>接收方的处理：</a:t>
            </a:r>
            <a:endParaRPr lang="en-US" altLang="zh-CN" b="1" dirty="0"/>
          </a:p>
        </p:txBody>
      </p:sp>
      <p:sp>
        <p:nvSpPr>
          <p:cNvPr id="70" name="íşlïḍè">
            <a:extLst>
              <a:ext uri="{FF2B5EF4-FFF2-40B4-BE49-F238E27FC236}">
                <a16:creationId xmlns:a16="http://schemas.microsoft.com/office/drawing/2014/main" id="{545190A1-D59B-447C-9F51-389A8E9BE24B}"/>
              </a:ext>
            </a:extLst>
          </p:cNvPr>
          <p:cNvSpPr txBox="1"/>
          <p:nvPr/>
        </p:nvSpPr>
        <p:spPr>
          <a:xfrm>
            <a:off x="1465401" y="5764012"/>
            <a:ext cx="10063485" cy="400110"/>
          </a:xfrm>
          <a:prstGeom prst="rect">
            <a:avLst/>
          </a:prstGeom>
          <a:noFill/>
        </p:spPr>
        <p:txBody>
          <a:bodyPr wrap="square" lIns="91440" tIns="45720" rIns="91440" bIns="45720" anchor="ctr">
            <a:noAutofit/>
          </a:bodyPr>
          <a:lstStyle/>
          <a:p>
            <a:r>
              <a:rPr lang="zh-CN" altLang="en-US" b="1" dirty="0"/>
              <a:t>进行</a:t>
            </a:r>
            <a:r>
              <a:rPr lang="zh-CN" altLang="en-US" b="1" dirty="0">
                <a:highlight>
                  <a:srgbClr val="F4B919"/>
                </a:highlight>
              </a:rPr>
              <a:t>与发送方相反的变换</a:t>
            </a:r>
            <a:r>
              <a:rPr lang="zh-CN" altLang="en-US" b="1" dirty="0"/>
              <a:t>，就可以正确地恢复出未经过字节填充的原始数据载荷。</a:t>
            </a:r>
            <a:endParaRPr lang="en-US" altLang="zh-CN" b="1" dirty="0"/>
          </a:p>
        </p:txBody>
      </p:sp>
    </p:spTree>
    <p:custDataLst>
      <p:tags r:id="rId1"/>
    </p:custDataLst>
    <p:extLst>
      <p:ext uri="{BB962C8B-B14F-4D97-AF65-F5344CB8AC3E}">
        <p14:creationId xmlns:p14="http://schemas.microsoft.com/office/powerpoint/2010/main" val="2658188698"/>
      </p:ext>
    </p:extLst>
  </p:cSld>
  <p:clrMapOvr>
    <a:masterClrMapping/>
  </p:clrMapOvr>
  <mc:AlternateContent xmlns:mc="http://schemas.openxmlformats.org/markup-compatibility/2006" xmlns:p159="http://schemas.microsoft.com/office/powerpoint/2015/09/main">
    <mc:Choice Requires="p159">
      <p:transition spd="slow">
        <p159:morph option="byObject"/>
      </p:transition>
    </mc:Choice>
    <mc:Fallback xmlns="">
      <p:transition spd="slow">
        <p:fade/>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47" presetClass="entr" presetSubtype="0" fill="hold" grpId="0" nodeType="withEffect">
                                  <p:stCondLst>
                                    <p:cond delay="0"/>
                                  </p:stCondLst>
                                  <p:childTnLst>
                                    <p:set>
                                      <p:cBhvr>
                                        <p:cTn id="6" dur="1" fill="hold">
                                          <p:stCondLst>
                                            <p:cond delay="0"/>
                                          </p:stCondLst>
                                        </p:cTn>
                                        <p:tgtEl>
                                          <p:spTgt spid="42"/>
                                        </p:tgtEl>
                                        <p:attrNameLst>
                                          <p:attrName>style.visibility</p:attrName>
                                        </p:attrNameLst>
                                      </p:cBhvr>
                                      <p:to>
                                        <p:strVal val="visible"/>
                                      </p:to>
                                    </p:set>
                                    <p:animEffect transition="in" filter="fade">
                                      <p:cBhvr>
                                        <p:cTn id="7" dur="1000"/>
                                        <p:tgtEl>
                                          <p:spTgt spid="42"/>
                                        </p:tgtEl>
                                      </p:cBhvr>
                                    </p:animEffect>
                                    <p:anim calcmode="lin" valueType="num">
                                      <p:cBhvr>
                                        <p:cTn id="8" dur="1000" fill="hold"/>
                                        <p:tgtEl>
                                          <p:spTgt spid="42"/>
                                        </p:tgtEl>
                                        <p:attrNameLst>
                                          <p:attrName>ppt_x</p:attrName>
                                        </p:attrNameLst>
                                      </p:cBhvr>
                                      <p:tavLst>
                                        <p:tav tm="0">
                                          <p:val>
                                            <p:strVal val="#ppt_x"/>
                                          </p:val>
                                        </p:tav>
                                        <p:tav tm="100000">
                                          <p:val>
                                            <p:strVal val="#ppt_x"/>
                                          </p:val>
                                        </p:tav>
                                      </p:tavLst>
                                    </p:anim>
                                    <p:anim calcmode="lin" valueType="num">
                                      <p:cBhvr>
                                        <p:cTn id="9" dur="1000" fill="hold"/>
                                        <p:tgtEl>
                                          <p:spTgt spid="42"/>
                                        </p:tgtEl>
                                        <p:attrNameLst>
                                          <p:attrName>ppt_y</p:attrName>
                                        </p:attrNameLst>
                                      </p:cBhvr>
                                      <p:tavLst>
                                        <p:tav tm="0">
                                          <p:val>
                                            <p:strVal val="#ppt_y-.1"/>
                                          </p:val>
                                        </p:tav>
                                        <p:tav tm="100000">
                                          <p:val>
                                            <p:strVal val="#ppt_y"/>
                                          </p:val>
                                        </p:tav>
                                      </p:tavLst>
                                    </p:anim>
                                  </p:childTnLst>
                                </p:cTn>
                              </p:par>
                            </p:childTnLst>
                          </p:cTn>
                        </p:par>
                      </p:childTnLst>
                    </p:cTn>
                  </p:par>
                  <p:par>
                    <p:cTn id="10" fill="hold">
                      <p:stCondLst>
                        <p:cond delay="indefinite"/>
                      </p:stCondLst>
                      <p:childTnLst>
                        <p:par>
                          <p:cTn id="11" fill="hold">
                            <p:stCondLst>
                              <p:cond delay="0"/>
                            </p:stCondLst>
                            <p:childTnLst>
                              <p:par>
                                <p:cTn id="12" presetID="30" presetClass="entr" presetSubtype="0" fill="hold" grpId="0" nodeType="clickEffect">
                                  <p:stCondLst>
                                    <p:cond delay="0"/>
                                  </p:stCondLst>
                                  <p:childTnLst>
                                    <p:set>
                                      <p:cBhvr>
                                        <p:cTn id="13" dur="1" fill="hold">
                                          <p:stCondLst>
                                            <p:cond delay="0"/>
                                          </p:stCondLst>
                                        </p:cTn>
                                        <p:tgtEl>
                                          <p:spTgt spid="43"/>
                                        </p:tgtEl>
                                        <p:attrNameLst>
                                          <p:attrName>style.visibility</p:attrName>
                                        </p:attrNameLst>
                                      </p:cBhvr>
                                      <p:to>
                                        <p:strVal val="visible"/>
                                      </p:to>
                                    </p:set>
                                    <p:animEffect transition="in" filter="fade">
                                      <p:cBhvr>
                                        <p:cTn id="14" dur="800" decel="100000"/>
                                        <p:tgtEl>
                                          <p:spTgt spid="43"/>
                                        </p:tgtEl>
                                      </p:cBhvr>
                                    </p:animEffect>
                                    <p:anim calcmode="lin" valueType="num">
                                      <p:cBhvr>
                                        <p:cTn id="15" dur="800" decel="100000" fill="hold"/>
                                        <p:tgtEl>
                                          <p:spTgt spid="43"/>
                                        </p:tgtEl>
                                        <p:attrNameLst>
                                          <p:attrName>style.rotation</p:attrName>
                                        </p:attrNameLst>
                                      </p:cBhvr>
                                      <p:tavLst>
                                        <p:tav tm="0">
                                          <p:val>
                                            <p:fltVal val="-90"/>
                                          </p:val>
                                        </p:tav>
                                        <p:tav tm="100000">
                                          <p:val>
                                            <p:fltVal val="0"/>
                                          </p:val>
                                        </p:tav>
                                      </p:tavLst>
                                    </p:anim>
                                    <p:anim calcmode="lin" valueType="num">
                                      <p:cBhvr>
                                        <p:cTn id="16" dur="800" decel="100000" fill="hold"/>
                                        <p:tgtEl>
                                          <p:spTgt spid="43"/>
                                        </p:tgtEl>
                                        <p:attrNameLst>
                                          <p:attrName>ppt_x</p:attrName>
                                        </p:attrNameLst>
                                      </p:cBhvr>
                                      <p:tavLst>
                                        <p:tav tm="0">
                                          <p:val>
                                            <p:strVal val="#ppt_x+0.4"/>
                                          </p:val>
                                        </p:tav>
                                        <p:tav tm="100000">
                                          <p:val>
                                            <p:strVal val="#ppt_x-0.05"/>
                                          </p:val>
                                        </p:tav>
                                      </p:tavLst>
                                    </p:anim>
                                    <p:anim calcmode="lin" valueType="num">
                                      <p:cBhvr>
                                        <p:cTn id="17" dur="800" decel="100000" fill="hold"/>
                                        <p:tgtEl>
                                          <p:spTgt spid="43"/>
                                        </p:tgtEl>
                                        <p:attrNameLst>
                                          <p:attrName>ppt_y</p:attrName>
                                        </p:attrNameLst>
                                      </p:cBhvr>
                                      <p:tavLst>
                                        <p:tav tm="0">
                                          <p:val>
                                            <p:strVal val="#ppt_y-0.4"/>
                                          </p:val>
                                        </p:tav>
                                        <p:tav tm="100000">
                                          <p:val>
                                            <p:strVal val="#ppt_y+0.1"/>
                                          </p:val>
                                        </p:tav>
                                      </p:tavLst>
                                    </p:anim>
                                    <p:anim calcmode="lin" valueType="num">
                                      <p:cBhvr>
                                        <p:cTn id="18" dur="200" accel="100000" fill="hold">
                                          <p:stCondLst>
                                            <p:cond delay="800"/>
                                          </p:stCondLst>
                                        </p:cTn>
                                        <p:tgtEl>
                                          <p:spTgt spid="43"/>
                                        </p:tgtEl>
                                        <p:attrNameLst>
                                          <p:attrName>ppt_x</p:attrName>
                                        </p:attrNameLst>
                                      </p:cBhvr>
                                      <p:tavLst>
                                        <p:tav tm="0">
                                          <p:val>
                                            <p:strVal val="#ppt_x-0.05"/>
                                          </p:val>
                                        </p:tav>
                                        <p:tav tm="100000">
                                          <p:val>
                                            <p:strVal val="#ppt_x"/>
                                          </p:val>
                                        </p:tav>
                                      </p:tavLst>
                                    </p:anim>
                                    <p:anim calcmode="lin" valueType="num">
                                      <p:cBhvr>
                                        <p:cTn id="19" dur="200" accel="100000" fill="hold">
                                          <p:stCondLst>
                                            <p:cond delay="800"/>
                                          </p:stCondLst>
                                        </p:cTn>
                                        <p:tgtEl>
                                          <p:spTgt spid="43"/>
                                        </p:tgtEl>
                                        <p:attrNameLst>
                                          <p:attrName>ppt_y</p:attrName>
                                        </p:attrNameLst>
                                      </p:cBhvr>
                                      <p:tavLst>
                                        <p:tav tm="0">
                                          <p:val>
                                            <p:strVal val="#ppt_y+0.1"/>
                                          </p:val>
                                        </p:tav>
                                        <p:tav tm="100000">
                                          <p:val>
                                            <p:strVal val="#ppt_y"/>
                                          </p:val>
                                        </p:tav>
                                      </p:tavLst>
                                    </p:anim>
                                  </p:childTnLst>
                                </p:cTn>
                              </p:par>
                              <p:par>
                                <p:cTn id="20" presetID="30" presetClass="entr" presetSubtype="0" fill="hold" grpId="0" nodeType="withEffect">
                                  <p:stCondLst>
                                    <p:cond delay="0"/>
                                  </p:stCondLst>
                                  <p:childTnLst>
                                    <p:set>
                                      <p:cBhvr>
                                        <p:cTn id="21" dur="1" fill="hold">
                                          <p:stCondLst>
                                            <p:cond delay="0"/>
                                          </p:stCondLst>
                                        </p:cTn>
                                        <p:tgtEl>
                                          <p:spTgt spid="44"/>
                                        </p:tgtEl>
                                        <p:attrNameLst>
                                          <p:attrName>style.visibility</p:attrName>
                                        </p:attrNameLst>
                                      </p:cBhvr>
                                      <p:to>
                                        <p:strVal val="visible"/>
                                      </p:to>
                                    </p:set>
                                    <p:animEffect transition="in" filter="fade">
                                      <p:cBhvr>
                                        <p:cTn id="22" dur="800" decel="100000"/>
                                        <p:tgtEl>
                                          <p:spTgt spid="44"/>
                                        </p:tgtEl>
                                      </p:cBhvr>
                                    </p:animEffect>
                                    <p:anim calcmode="lin" valueType="num">
                                      <p:cBhvr>
                                        <p:cTn id="23" dur="800" decel="100000" fill="hold"/>
                                        <p:tgtEl>
                                          <p:spTgt spid="44"/>
                                        </p:tgtEl>
                                        <p:attrNameLst>
                                          <p:attrName>style.rotation</p:attrName>
                                        </p:attrNameLst>
                                      </p:cBhvr>
                                      <p:tavLst>
                                        <p:tav tm="0">
                                          <p:val>
                                            <p:fltVal val="-90"/>
                                          </p:val>
                                        </p:tav>
                                        <p:tav tm="100000">
                                          <p:val>
                                            <p:fltVal val="0"/>
                                          </p:val>
                                        </p:tav>
                                      </p:tavLst>
                                    </p:anim>
                                    <p:anim calcmode="lin" valueType="num">
                                      <p:cBhvr>
                                        <p:cTn id="24" dur="800" decel="100000" fill="hold"/>
                                        <p:tgtEl>
                                          <p:spTgt spid="44"/>
                                        </p:tgtEl>
                                        <p:attrNameLst>
                                          <p:attrName>ppt_x</p:attrName>
                                        </p:attrNameLst>
                                      </p:cBhvr>
                                      <p:tavLst>
                                        <p:tav tm="0">
                                          <p:val>
                                            <p:strVal val="#ppt_x+0.4"/>
                                          </p:val>
                                        </p:tav>
                                        <p:tav tm="100000">
                                          <p:val>
                                            <p:strVal val="#ppt_x-0.05"/>
                                          </p:val>
                                        </p:tav>
                                      </p:tavLst>
                                    </p:anim>
                                    <p:anim calcmode="lin" valueType="num">
                                      <p:cBhvr>
                                        <p:cTn id="25" dur="800" decel="100000" fill="hold"/>
                                        <p:tgtEl>
                                          <p:spTgt spid="44"/>
                                        </p:tgtEl>
                                        <p:attrNameLst>
                                          <p:attrName>ppt_y</p:attrName>
                                        </p:attrNameLst>
                                      </p:cBhvr>
                                      <p:tavLst>
                                        <p:tav tm="0">
                                          <p:val>
                                            <p:strVal val="#ppt_y-0.4"/>
                                          </p:val>
                                        </p:tav>
                                        <p:tav tm="100000">
                                          <p:val>
                                            <p:strVal val="#ppt_y+0.1"/>
                                          </p:val>
                                        </p:tav>
                                      </p:tavLst>
                                    </p:anim>
                                    <p:anim calcmode="lin" valueType="num">
                                      <p:cBhvr>
                                        <p:cTn id="26" dur="200" accel="100000" fill="hold">
                                          <p:stCondLst>
                                            <p:cond delay="800"/>
                                          </p:stCondLst>
                                        </p:cTn>
                                        <p:tgtEl>
                                          <p:spTgt spid="44"/>
                                        </p:tgtEl>
                                        <p:attrNameLst>
                                          <p:attrName>ppt_x</p:attrName>
                                        </p:attrNameLst>
                                      </p:cBhvr>
                                      <p:tavLst>
                                        <p:tav tm="0">
                                          <p:val>
                                            <p:strVal val="#ppt_x-0.05"/>
                                          </p:val>
                                        </p:tav>
                                        <p:tav tm="100000">
                                          <p:val>
                                            <p:strVal val="#ppt_x"/>
                                          </p:val>
                                        </p:tav>
                                      </p:tavLst>
                                    </p:anim>
                                    <p:anim calcmode="lin" valueType="num">
                                      <p:cBhvr>
                                        <p:cTn id="27" dur="200" accel="100000" fill="hold">
                                          <p:stCondLst>
                                            <p:cond delay="800"/>
                                          </p:stCondLst>
                                        </p:cTn>
                                        <p:tgtEl>
                                          <p:spTgt spid="44"/>
                                        </p:tgtEl>
                                        <p:attrNameLst>
                                          <p:attrName>ppt_y</p:attrName>
                                        </p:attrNameLst>
                                      </p:cBhvr>
                                      <p:tavLst>
                                        <p:tav tm="0">
                                          <p:val>
                                            <p:strVal val="#ppt_y+0.1"/>
                                          </p:val>
                                        </p:tav>
                                        <p:tav tm="100000">
                                          <p:val>
                                            <p:strVal val="#ppt_y"/>
                                          </p:val>
                                        </p:tav>
                                      </p:tavLst>
                                    </p:anim>
                                  </p:childTnLst>
                                </p:cTn>
                              </p:par>
                            </p:childTnLst>
                          </p:cTn>
                        </p:par>
                      </p:childTnLst>
                    </p:cTn>
                  </p:par>
                  <p:par>
                    <p:cTn id="28" fill="hold">
                      <p:stCondLst>
                        <p:cond delay="indefinite"/>
                      </p:stCondLst>
                      <p:childTnLst>
                        <p:par>
                          <p:cTn id="29" fill="hold">
                            <p:stCondLst>
                              <p:cond delay="0"/>
                            </p:stCondLst>
                            <p:childTnLst>
                              <p:par>
                                <p:cTn id="30" presetID="1" presetClass="entr" presetSubtype="0" fill="hold" grpId="0" nodeType="clickEffect">
                                  <p:stCondLst>
                                    <p:cond delay="0"/>
                                  </p:stCondLst>
                                  <p:iterate type="lt">
                                    <p:tmAbs val="100"/>
                                  </p:iterate>
                                  <p:childTnLst>
                                    <p:set>
                                      <p:cBhvr>
                                        <p:cTn id="31" dur="1" fill="hold">
                                          <p:stCondLst>
                                            <p:cond delay="0"/>
                                          </p:stCondLst>
                                        </p:cTn>
                                        <p:tgtEl>
                                          <p:spTgt spid="49"/>
                                        </p:tgtEl>
                                        <p:attrNameLst>
                                          <p:attrName>style.visibility</p:attrName>
                                        </p:attrNameLst>
                                      </p:cBhvr>
                                      <p:to>
                                        <p:strVal val="visible"/>
                                      </p:to>
                                    </p:set>
                                  </p:childTnLst>
                                </p:cTn>
                              </p:par>
                            </p:childTnLst>
                          </p:cTn>
                        </p:par>
                      </p:childTnLst>
                    </p:cTn>
                  </p:par>
                  <p:par>
                    <p:cTn id="32" fill="hold">
                      <p:stCondLst>
                        <p:cond delay="indefinite"/>
                      </p:stCondLst>
                      <p:childTnLst>
                        <p:par>
                          <p:cTn id="33" fill="hold">
                            <p:stCondLst>
                              <p:cond delay="0"/>
                            </p:stCondLst>
                            <p:childTnLst>
                              <p:par>
                                <p:cTn id="34" presetID="1" presetClass="entr" presetSubtype="0" fill="hold" grpId="0" nodeType="clickEffect">
                                  <p:stCondLst>
                                    <p:cond delay="0"/>
                                  </p:stCondLst>
                                  <p:iterate type="lt">
                                    <p:tmAbs val="100"/>
                                  </p:iterate>
                                  <p:childTnLst>
                                    <p:set>
                                      <p:cBhvr>
                                        <p:cTn id="35" dur="1" fill="hold">
                                          <p:stCondLst>
                                            <p:cond delay="0"/>
                                          </p:stCondLst>
                                        </p:cTn>
                                        <p:tgtEl>
                                          <p:spTgt spid="50"/>
                                        </p:tgtEl>
                                        <p:attrNameLst>
                                          <p:attrName>style.visibility</p:attrName>
                                        </p:attrNameLst>
                                      </p:cBhvr>
                                      <p:to>
                                        <p:strVal val="visible"/>
                                      </p:to>
                                    </p:set>
                                  </p:childTnLst>
                                </p:cTn>
                              </p:par>
                            </p:childTnLst>
                          </p:cTn>
                        </p:par>
                      </p:childTnLst>
                    </p:cTn>
                  </p:par>
                  <p:par>
                    <p:cTn id="36" fill="hold">
                      <p:stCondLst>
                        <p:cond delay="indefinite"/>
                      </p:stCondLst>
                      <p:childTnLst>
                        <p:par>
                          <p:cTn id="37" fill="hold">
                            <p:stCondLst>
                              <p:cond delay="0"/>
                            </p:stCondLst>
                            <p:childTnLst>
                              <p:par>
                                <p:cTn id="38" presetID="49" presetClass="entr" presetSubtype="0" decel="100000" fill="hold" grpId="0" nodeType="clickEffect">
                                  <p:stCondLst>
                                    <p:cond delay="0"/>
                                  </p:stCondLst>
                                  <p:childTnLst>
                                    <p:set>
                                      <p:cBhvr>
                                        <p:cTn id="39" dur="1" fill="hold">
                                          <p:stCondLst>
                                            <p:cond delay="0"/>
                                          </p:stCondLst>
                                        </p:cTn>
                                        <p:tgtEl>
                                          <p:spTgt spid="45"/>
                                        </p:tgtEl>
                                        <p:attrNameLst>
                                          <p:attrName>style.visibility</p:attrName>
                                        </p:attrNameLst>
                                      </p:cBhvr>
                                      <p:to>
                                        <p:strVal val="visible"/>
                                      </p:to>
                                    </p:set>
                                    <p:anim calcmode="lin" valueType="num">
                                      <p:cBhvr>
                                        <p:cTn id="40" dur="500" fill="hold"/>
                                        <p:tgtEl>
                                          <p:spTgt spid="45"/>
                                        </p:tgtEl>
                                        <p:attrNameLst>
                                          <p:attrName>ppt_w</p:attrName>
                                        </p:attrNameLst>
                                      </p:cBhvr>
                                      <p:tavLst>
                                        <p:tav tm="0">
                                          <p:val>
                                            <p:fltVal val="0"/>
                                          </p:val>
                                        </p:tav>
                                        <p:tav tm="100000">
                                          <p:val>
                                            <p:strVal val="#ppt_w"/>
                                          </p:val>
                                        </p:tav>
                                      </p:tavLst>
                                    </p:anim>
                                    <p:anim calcmode="lin" valueType="num">
                                      <p:cBhvr>
                                        <p:cTn id="41" dur="500" fill="hold"/>
                                        <p:tgtEl>
                                          <p:spTgt spid="45"/>
                                        </p:tgtEl>
                                        <p:attrNameLst>
                                          <p:attrName>ppt_h</p:attrName>
                                        </p:attrNameLst>
                                      </p:cBhvr>
                                      <p:tavLst>
                                        <p:tav tm="0">
                                          <p:val>
                                            <p:fltVal val="0"/>
                                          </p:val>
                                        </p:tav>
                                        <p:tav tm="100000">
                                          <p:val>
                                            <p:strVal val="#ppt_h"/>
                                          </p:val>
                                        </p:tav>
                                      </p:tavLst>
                                    </p:anim>
                                    <p:anim calcmode="lin" valueType="num">
                                      <p:cBhvr>
                                        <p:cTn id="42" dur="500" fill="hold"/>
                                        <p:tgtEl>
                                          <p:spTgt spid="45"/>
                                        </p:tgtEl>
                                        <p:attrNameLst>
                                          <p:attrName>style.rotation</p:attrName>
                                        </p:attrNameLst>
                                      </p:cBhvr>
                                      <p:tavLst>
                                        <p:tav tm="0">
                                          <p:val>
                                            <p:fltVal val="360"/>
                                          </p:val>
                                        </p:tav>
                                        <p:tav tm="100000">
                                          <p:val>
                                            <p:fltVal val="0"/>
                                          </p:val>
                                        </p:tav>
                                      </p:tavLst>
                                    </p:anim>
                                    <p:animEffect transition="in" filter="fade">
                                      <p:cBhvr>
                                        <p:cTn id="43" dur="500"/>
                                        <p:tgtEl>
                                          <p:spTgt spid="45"/>
                                        </p:tgtEl>
                                      </p:cBhvr>
                                    </p:animEffect>
                                  </p:childTnLst>
                                </p:cTn>
                              </p:par>
                            </p:childTnLst>
                          </p:cTn>
                        </p:par>
                      </p:childTnLst>
                    </p:cTn>
                  </p:par>
                  <p:par>
                    <p:cTn id="44" fill="hold">
                      <p:stCondLst>
                        <p:cond delay="indefinite"/>
                      </p:stCondLst>
                      <p:childTnLst>
                        <p:par>
                          <p:cTn id="45" fill="hold">
                            <p:stCondLst>
                              <p:cond delay="0"/>
                            </p:stCondLst>
                            <p:childTnLst>
                              <p:par>
                                <p:cTn id="46" presetID="22" presetClass="entr" presetSubtype="1" fill="hold" nodeType="clickEffect">
                                  <p:stCondLst>
                                    <p:cond delay="0"/>
                                  </p:stCondLst>
                                  <p:childTnLst>
                                    <p:set>
                                      <p:cBhvr>
                                        <p:cTn id="47" dur="1" fill="hold">
                                          <p:stCondLst>
                                            <p:cond delay="0"/>
                                          </p:stCondLst>
                                        </p:cTn>
                                        <p:tgtEl>
                                          <p:spTgt spid="5"/>
                                        </p:tgtEl>
                                        <p:attrNameLst>
                                          <p:attrName>style.visibility</p:attrName>
                                        </p:attrNameLst>
                                      </p:cBhvr>
                                      <p:to>
                                        <p:strVal val="visible"/>
                                      </p:to>
                                    </p:set>
                                    <p:animEffect transition="in" filter="wipe(up)">
                                      <p:cBhvr>
                                        <p:cTn id="48" dur="500"/>
                                        <p:tgtEl>
                                          <p:spTgt spid="5"/>
                                        </p:tgtEl>
                                      </p:cBhvr>
                                    </p:animEffect>
                                  </p:childTnLst>
                                </p:cTn>
                              </p:par>
                            </p:childTnLst>
                          </p:cTn>
                        </p:par>
                      </p:childTnLst>
                    </p:cTn>
                  </p:par>
                  <p:par>
                    <p:cTn id="49" fill="hold">
                      <p:stCondLst>
                        <p:cond delay="indefinite"/>
                      </p:stCondLst>
                      <p:childTnLst>
                        <p:par>
                          <p:cTn id="50" fill="hold">
                            <p:stCondLst>
                              <p:cond delay="0"/>
                            </p:stCondLst>
                            <p:childTnLst>
                              <p:par>
                                <p:cTn id="51" presetID="1" presetClass="entr" presetSubtype="0" fill="hold" grpId="0" nodeType="clickEffect">
                                  <p:stCondLst>
                                    <p:cond delay="0"/>
                                  </p:stCondLst>
                                  <p:iterate type="lt">
                                    <p:tmAbs val="100"/>
                                  </p:iterate>
                                  <p:childTnLst>
                                    <p:set>
                                      <p:cBhvr>
                                        <p:cTn id="52" dur="1" fill="hold">
                                          <p:stCondLst>
                                            <p:cond delay="0"/>
                                          </p:stCondLst>
                                        </p:cTn>
                                        <p:tgtEl>
                                          <p:spTgt spid="51"/>
                                        </p:tgtEl>
                                        <p:attrNameLst>
                                          <p:attrName>style.visibility</p:attrName>
                                        </p:attrNameLst>
                                      </p:cBhvr>
                                      <p:to>
                                        <p:strVal val="visible"/>
                                      </p:to>
                                    </p:set>
                                  </p:childTnLst>
                                </p:cTn>
                              </p:par>
                            </p:childTnLst>
                          </p:cTn>
                        </p:par>
                      </p:childTnLst>
                    </p:cTn>
                  </p:par>
                  <p:par>
                    <p:cTn id="53" fill="hold">
                      <p:stCondLst>
                        <p:cond delay="indefinite"/>
                      </p:stCondLst>
                      <p:childTnLst>
                        <p:par>
                          <p:cTn id="54" fill="hold">
                            <p:stCondLst>
                              <p:cond delay="0"/>
                            </p:stCondLst>
                            <p:childTnLst>
                              <p:par>
                                <p:cTn id="55" presetID="49" presetClass="entr" presetSubtype="0" decel="100000" fill="hold" grpId="0" nodeType="clickEffect">
                                  <p:stCondLst>
                                    <p:cond delay="0"/>
                                  </p:stCondLst>
                                  <p:childTnLst>
                                    <p:set>
                                      <p:cBhvr>
                                        <p:cTn id="56" dur="1" fill="hold">
                                          <p:stCondLst>
                                            <p:cond delay="0"/>
                                          </p:stCondLst>
                                        </p:cTn>
                                        <p:tgtEl>
                                          <p:spTgt spid="52"/>
                                        </p:tgtEl>
                                        <p:attrNameLst>
                                          <p:attrName>style.visibility</p:attrName>
                                        </p:attrNameLst>
                                      </p:cBhvr>
                                      <p:to>
                                        <p:strVal val="visible"/>
                                      </p:to>
                                    </p:set>
                                    <p:anim calcmode="lin" valueType="num">
                                      <p:cBhvr>
                                        <p:cTn id="57" dur="500" fill="hold"/>
                                        <p:tgtEl>
                                          <p:spTgt spid="52"/>
                                        </p:tgtEl>
                                        <p:attrNameLst>
                                          <p:attrName>ppt_w</p:attrName>
                                        </p:attrNameLst>
                                      </p:cBhvr>
                                      <p:tavLst>
                                        <p:tav tm="0">
                                          <p:val>
                                            <p:fltVal val="0"/>
                                          </p:val>
                                        </p:tav>
                                        <p:tav tm="100000">
                                          <p:val>
                                            <p:strVal val="#ppt_w"/>
                                          </p:val>
                                        </p:tav>
                                      </p:tavLst>
                                    </p:anim>
                                    <p:anim calcmode="lin" valueType="num">
                                      <p:cBhvr>
                                        <p:cTn id="58" dur="500" fill="hold"/>
                                        <p:tgtEl>
                                          <p:spTgt spid="52"/>
                                        </p:tgtEl>
                                        <p:attrNameLst>
                                          <p:attrName>ppt_h</p:attrName>
                                        </p:attrNameLst>
                                      </p:cBhvr>
                                      <p:tavLst>
                                        <p:tav tm="0">
                                          <p:val>
                                            <p:fltVal val="0"/>
                                          </p:val>
                                        </p:tav>
                                        <p:tav tm="100000">
                                          <p:val>
                                            <p:strVal val="#ppt_h"/>
                                          </p:val>
                                        </p:tav>
                                      </p:tavLst>
                                    </p:anim>
                                    <p:anim calcmode="lin" valueType="num">
                                      <p:cBhvr>
                                        <p:cTn id="59" dur="500" fill="hold"/>
                                        <p:tgtEl>
                                          <p:spTgt spid="52"/>
                                        </p:tgtEl>
                                        <p:attrNameLst>
                                          <p:attrName>style.rotation</p:attrName>
                                        </p:attrNameLst>
                                      </p:cBhvr>
                                      <p:tavLst>
                                        <p:tav tm="0">
                                          <p:val>
                                            <p:fltVal val="360"/>
                                          </p:val>
                                        </p:tav>
                                        <p:tav tm="100000">
                                          <p:val>
                                            <p:fltVal val="0"/>
                                          </p:val>
                                        </p:tav>
                                      </p:tavLst>
                                    </p:anim>
                                    <p:animEffect transition="in" filter="fade">
                                      <p:cBhvr>
                                        <p:cTn id="60" dur="500"/>
                                        <p:tgtEl>
                                          <p:spTgt spid="52"/>
                                        </p:tgtEl>
                                      </p:cBhvr>
                                    </p:animEffect>
                                  </p:childTnLst>
                                </p:cTn>
                              </p:par>
                            </p:childTnLst>
                          </p:cTn>
                        </p:par>
                      </p:childTnLst>
                    </p:cTn>
                  </p:par>
                  <p:par>
                    <p:cTn id="61" fill="hold">
                      <p:stCondLst>
                        <p:cond delay="indefinite"/>
                      </p:stCondLst>
                      <p:childTnLst>
                        <p:par>
                          <p:cTn id="62" fill="hold">
                            <p:stCondLst>
                              <p:cond delay="0"/>
                            </p:stCondLst>
                            <p:childTnLst>
                              <p:par>
                                <p:cTn id="63" presetID="22" presetClass="entr" presetSubtype="1" fill="hold" nodeType="clickEffect">
                                  <p:stCondLst>
                                    <p:cond delay="0"/>
                                  </p:stCondLst>
                                  <p:childTnLst>
                                    <p:set>
                                      <p:cBhvr>
                                        <p:cTn id="64" dur="1" fill="hold">
                                          <p:stCondLst>
                                            <p:cond delay="0"/>
                                          </p:stCondLst>
                                        </p:cTn>
                                        <p:tgtEl>
                                          <p:spTgt spid="7"/>
                                        </p:tgtEl>
                                        <p:attrNameLst>
                                          <p:attrName>style.visibility</p:attrName>
                                        </p:attrNameLst>
                                      </p:cBhvr>
                                      <p:to>
                                        <p:strVal val="visible"/>
                                      </p:to>
                                    </p:set>
                                    <p:animEffect transition="in" filter="wipe(up)">
                                      <p:cBhvr>
                                        <p:cTn id="65" dur="500"/>
                                        <p:tgtEl>
                                          <p:spTgt spid="7"/>
                                        </p:tgtEl>
                                      </p:cBhvr>
                                    </p:animEffect>
                                  </p:childTnLst>
                                </p:cTn>
                              </p:par>
                            </p:childTnLst>
                          </p:cTn>
                        </p:par>
                      </p:childTnLst>
                    </p:cTn>
                  </p:par>
                  <p:par>
                    <p:cTn id="66" fill="hold">
                      <p:stCondLst>
                        <p:cond delay="indefinite"/>
                      </p:stCondLst>
                      <p:childTnLst>
                        <p:par>
                          <p:cTn id="67" fill="hold">
                            <p:stCondLst>
                              <p:cond delay="0"/>
                            </p:stCondLst>
                            <p:childTnLst>
                              <p:par>
                                <p:cTn id="68" presetID="1" presetClass="entr" presetSubtype="0" fill="hold" grpId="0" nodeType="clickEffect">
                                  <p:stCondLst>
                                    <p:cond delay="0"/>
                                  </p:stCondLst>
                                  <p:iterate type="lt">
                                    <p:tmAbs val="100"/>
                                  </p:iterate>
                                  <p:childTnLst>
                                    <p:set>
                                      <p:cBhvr>
                                        <p:cTn id="69" dur="1" fill="hold">
                                          <p:stCondLst>
                                            <p:cond delay="0"/>
                                          </p:stCondLst>
                                        </p:cTn>
                                        <p:tgtEl>
                                          <p:spTgt spid="62"/>
                                        </p:tgtEl>
                                        <p:attrNameLst>
                                          <p:attrName>style.visibility</p:attrName>
                                        </p:attrNameLst>
                                      </p:cBhvr>
                                      <p:to>
                                        <p:strVal val="visible"/>
                                      </p:to>
                                    </p:set>
                                  </p:childTnLst>
                                </p:cTn>
                              </p:par>
                            </p:childTnLst>
                          </p:cTn>
                        </p:par>
                      </p:childTnLst>
                    </p:cTn>
                  </p:par>
                  <p:par>
                    <p:cTn id="70" fill="hold">
                      <p:stCondLst>
                        <p:cond delay="indefinite"/>
                      </p:stCondLst>
                      <p:childTnLst>
                        <p:par>
                          <p:cTn id="71" fill="hold">
                            <p:stCondLst>
                              <p:cond delay="0"/>
                            </p:stCondLst>
                            <p:childTnLst>
                              <p:par>
                                <p:cTn id="72" presetID="49" presetClass="entr" presetSubtype="0" decel="100000" fill="hold" grpId="0" nodeType="clickEffect">
                                  <p:stCondLst>
                                    <p:cond delay="0"/>
                                  </p:stCondLst>
                                  <p:childTnLst>
                                    <p:set>
                                      <p:cBhvr>
                                        <p:cTn id="73" dur="1" fill="hold">
                                          <p:stCondLst>
                                            <p:cond delay="0"/>
                                          </p:stCondLst>
                                        </p:cTn>
                                        <p:tgtEl>
                                          <p:spTgt spid="63"/>
                                        </p:tgtEl>
                                        <p:attrNameLst>
                                          <p:attrName>style.visibility</p:attrName>
                                        </p:attrNameLst>
                                      </p:cBhvr>
                                      <p:to>
                                        <p:strVal val="visible"/>
                                      </p:to>
                                    </p:set>
                                    <p:anim calcmode="lin" valueType="num">
                                      <p:cBhvr>
                                        <p:cTn id="74" dur="500" fill="hold"/>
                                        <p:tgtEl>
                                          <p:spTgt spid="63"/>
                                        </p:tgtEl>
                                        <p:attrNameLst>
                                          <p:attrName>ppt_w</p:attrName>
                                        </p:attrNameLst>
                                      </p:cBhvr>
                                      <p:tavLst>
                                        <p:tav tm="0">
                                          <p:val>
                                            <p:fltVal val="0"/>
                                          </p:val>
                                        </p:tav>
                                        <p:tav tm="100000">
                                          <p:val>
                                            <p:strVal val="#ppt_w"/>
                                          </p:val>
                                        </p:tav>
                                      </p:tavLst>
                                    </p:anim>
                                    <p:anim calcmode="lin" valueType="num">
                                      <p:cBhvr>
                                        <p:cTn id="75" dur="500" fill="hold"/>
                                        <p:tgtEl>
                                          <p:spTgt spid="63"/>
                                        </p:tgtEl>
                                        <p:attrNameLst>
                                          <p:attrName>ppt_h</p:attrName>
                                        </p:attrNameLst>
                                      </p:cBhvr>
                                      <p:tavLst>
                                        <p:tav tm="0">
                                          <p:val>
                                            <p:fltVal val="0"/>
                                          </p:val>
                                        </p:tav>
                                        <p:tav tm="100000">
                                          <p:val>
                                            <p:strVal val="#ppt_h"/>
                                          </p:val>
                                        </p:tav>
                                      </p:tavLst>
                                    </p:anim>
                                    <p:anim calcmode="lin" valueType="num">
                                      <p:cBhvr>
                                        <p:cTn id="76" dur="500" fill="hold"/>
                                        <p:tgtEl>
                                          <p:spTgt spid="63"/>
                                        </p:tgtEl>
                                        <p:attrNameLst>
                                          <p:attrName>style.rotation</p:attrName>
                                        </p:attrNameLst>
                                      </p:cBhvr>
                                      <p:tavLst>
                                        <p:tav tm="0">
                                          <p:val>
                                            <p:fltVal val="360"/>
                                          </p:val>
                                        </p:tav>
                                        <p:tav tm="100000">
                                          <p:val>
                                            <p:fltVal val="0"/>
                                          </p:val>
                                        </p:tav>
                                      </p:tavLst>
                                    </p:anim>
                                    <p:animEffect transition="in" filter="fade">
                                      <p:cBhvr>
                                        <p:cTn id="77" dur="500"/>
                                        <p:tgtEl>
                                          <p:spTgt spid="63"/>
                                        </p:tgtEl>
                                      </p:cBhvr>
                                    </p:animEffect>
                                  </p:childTnLst>
                                </p:cTn>
                              </p:par>
                            </p:childTnLst>
                          </p:cTn>
                        </p:par>
                      </p:childTnLst>
                    </p:cTn>
                  </p:par>
                  <p:par>
                    <p:cTn id="78" fill="hold">
                      <p:stCondLst>
                        <p:cond delay="indefinite"/>
                      </p:stCondLst>
                      <p:childTnLst>
                        <p:par>
                          <p:cTn id="79" fill="hold">
                            <p:stCondLst>
                              <p:cond delay="0"/>
                            </p:stCondLst>
                            <p:childTnLst>
                              <p:par>
                                <p:cTn id="80" presetID="22" presetClass="entr" presetSubtype="1" fill="hold" nodeType="clickEffect">
                                  <p:stCondLst>
                                    <p:cond delay="0"/>
                                  </p:stCondLst>
                                  <p:childTnLst>
                                    <p:set>
                                      <p:cBhvr>
                                        <p:cTn id="81" dur="1" fill="hold">
                                          <p:stCondLst>
                                            <p:cond delay="0"/>
                                          </p:stCondLst>
                                        </p:cTn>
                                        <p:tgtEl>
                                          <p:spTgt spid="8"/>
                                        </p:tgtEl>
                                        <p:attrNameLst>
                                          <p:attrName>style.visibility</p:attrName>
                                        </p:attrNameLst>
                                      </p:cBhvr>
                                      <p:to>
                                        <p:strVal val="visible"/>
                                      </p:to>
                                    </p:set>
                                    <p:animEffect transition="in" filter="wipe(up)">
                                      <p:cBhvr>
                                        <p:cTn id="82" dur="500"/>
                                        <p:tgtEl>
                                          <p:spTgt spid="8"/>
                                        </p:tgtEl>
                                      </p:cBhvr>
                                    </p:animEffect>
                                  </p:childTnLst>
                                </p:cTn>
                              </p:par>
                            </p:childTnLst>
                          </p:cTn>
                        </p:par>
                      </p:childTnLst>
                    </p:cTn>
                  </p:par>
                  <p:par>
                    <p:cTn id="83" fill="hold">
                      <p:stCondLst>
                        <p:cond delay="indefinite"/>
                      </p:stCondLst>
                      <p:childTnLst>
                        <p:par>
                          <p:cTn id="84" fill="hold">
                            <p:stCondLst>
                              <p:cond delay="0"/>
                            </p:stCondLst>
                            <p:childTnLst>
                              <p:par>
                                <p:cTn id="85" presetID="1" presetClass="entr" presetSubtype="0" fill="hold" grpId="0" nodeType="clickEffect">
                                  <p:stCondLst>
                                    <p:cond delay="0"/>
                                  </p:stCondLst>
                                  <p:iterate type="lt">
                                    <p:tmAbs val="100"/>
                                  </p:iterate>
                                  <p:childTnLst>
                                    <p:set>
                                      <p:cBhvr>
                                        <p:cTn id="86" dur="1" fill="hold">
                                          <p:stCondLst>
                                            <p:cond delay="0"/>
                                          </p:stCondLst>
                                        </p:cTn>
                                        <p:tgtEl>
                                          <p:spTgt spid="69"/>
                                        </p:tgtEl>
                                        <p:attrNameLst>
                                          <p:attrName>style.visibility</p:attrName>
                                        </p:attrNameLst>
                                      </p:cBhvr>
                                      <p:to>
                                        <p:strVal val="visible"/>
                                      </p:to>
                                    </p:set>
                                  </p:childTnLst>
                                </p:cTn>
                              </p:par>
                            </p:childTnLst>
                          </p:cTn>
                        </p:par>
                      </p:childTnLst>
                    </p:cTn>
                  </p:par>
                  <p:par>
                    <p:cTn id="87" fill="hold">
                      <p:stCondLst>
                        <p:cond delay="indefinite"/>
                      </p:stCondLst>
                      <p:childTnLst>
                        <p:par>
                          <p:cTn id="88" fill="hold">
                            <p:stCondLst>
                              <p:cond delay="0"/>
                            </p:stCondLst>
                            <p:childTnLst>
                              <p:par>
                                <p:cTn id="89" presetID="1" presetClass="entr" presetSubtype="0" fill="hold" grpId="0" nodeType="clickEffect">
                                  <p:stCondLst>
                                    <p:cond delay="0"/>
                                  </p:stCondLst>
                                  <p:iterate type="lt">
                                    <p:tmAbs val="100"/>
                                  </p:iterate>
                                  <p:childTnLst>
                                    <p:set>
                                      <p:cBhvr>
                                        <p:cTn id="90" dur="1" fill="hold">
                                          <p:stCondLst>
                                            <p:cond delay="0"/>
                                          </p:stCondLst>
                                        </p:cTn>
                                        <p:tgtEl>
                                          <p:spTgt spid="70"/>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2" grpId="0" animBg="1"/>
      <p:bldP spid="43" grpId="0" animBg="1"/>
      <p:bldP spid="44" grpId="0" animBg="1"/>
      <p:bldP spid="45" grpId="0" animBg="1"/>
      <p:bldP spid="52" grpId="0" animBg="1"/>
      <p:bldP spid="63" grpId="0" animBg="1"/>
      <p:bldP spid="49" grpId="0"/>
      <p:bldP spid="50" grpId="0"/>
      <p:bldP spid="51" grpId="0"/>
      <p:bldP spid="62" grpId="0"/>
      <p:bldP spid="69" grpId="0"/>
      <p:bldP spid="70" grpId="0"/>
    </p:bldLst>
  </p:timing>
</p:sld>
</file>

<file path=ppt/slides/slide23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4" name="组合 3">
            <a:extLst>
              <a:ext uri="{FF2B5EF4-FFF2-40B4-BE49-F238E27FC236}">
                <a16:creationId xmlns:a16="http://schemas.microsoft.com/office/drawing/2014/main" id="{9A1EA9F2-FCB6-48C3-935F-7AE7E3AD14AC}"/>
              </a:ext>
            </a:extLst>
          </p:cNvPr>
          <p:cNvGrpSpPr/>
          <p:nvPr/>
        </p:nvGrpSpPr>
        <p:grpSpPr>
          <a:xfrm>
            <a:off x="304800" y="749300"/>
            <a:ext cx="6192344" cy="400110"/>
            <a:chOff x="424117" y="898245"/>
            <a:chExt cx="6192344" cy="400110"/>
          </a:xfrm>
        </p:grpSpPr>
        <p:sp>
          <p:nvSpPr>
            <p:cNvPr id="2" name="平行四边形 1">
              <a:extLst>
                <a:ext uri="{FF2B5EF4-FFF2-40B4-BE49-F238E27FC236}">
                  <a16:creationId xmlns:a16="http://schemas.microsoft.com/office/drawing/2014/main" id="{1F5BAA3F-9845-4F89-A2DD-8222D3E4EDAC}"/>
                </a:ext>
              </a:extLst>
            </p:cNvPr>
            <p:cNvSpPr/>
            <p:nvPr/>
          </p:nvSpPr>
          <p:spPr>
            <a:xfrm>
              <a:off x="424117" y="898245"/>
              <a:ext cx="737650" cy="387090"/>
            </a:xfrm>
            <a:prstGeom prst="parallelogram">
              <a:avLst/>
            </a:prstGeom>
            <a:solidFill>
              <a:schemeClr val="accent3">
                <a:lumMod val="75000"/>
              </a:schemeClr>
            </a:solidFill>
            <a:ln>
              <a:solidFill>
                <a:schemeClr val="accent3">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CN" sz="2200" dirty="0">
                  <a:latin typeface="Impact" panose="020B0806030902050204" pitchFamily="34" charset="0"/>
                </a:rPr>
                <a:t>03</a:t>
              </a:r>
              <a:endParaRPr lang="zh-CN" altLang="en-US" sz="2200" dirty="0">
                <a:latin typeface="Impact" panose="020B0806030902050204" pitchFamily="34" charset="0"/>
              </a:endParaRPr>
            </a:p>
          </p:txBody>
        </p:sp>
        <p:sp>
          <p:nvSpPr>
            <p:cNvPr id="3" name="文本框 2">
              <a:extLst>
                <a:ext uri="{FF2B5EF4-FFF2-40B4-BE49-F238E27FC236}">
                  <a16:creationId xmlns:a16="http://schemas.microsoft.com/office/drawing/2014/main" id="{4D6BD736-A4D3-4F26-AFED-36E11F50F70B}"/>
                </a:ext>
              </a:extLst>
            </p:cNvPr>
            <p:cNvSpPr txBox="1"/>
            <p:nvPr/>
          </p:nvSpPr>
          <p:spPr>
            <a:xfrm>
              <a:off x="1161767" y="898245"/>
              <a:ext cx="5454694" cy="400110"/>
            </a:xfrm>
            <a:prstGeom prst="rect">
              <a:avLst/>
            </a:prstGeom>
            <a:noFill/>
          </p:spPr>
          <p:txBody>
            <a:bodyPr wrap="square" rtlCol="0">
              <a:spAutoFit/>
            </a:bodyPr>
            <a:lstStyle/>
            <a:p>
              <a:r>
                <a:rPr lang="en-US" altLang="zh-CN" sz="2000" b="1" dirty="0"/>
                <a:t>PPP</a:t>
              </a:r>
              <a:r>
                <a:rPr lang="zh-CN" altLang="en-US" sz="2000" b="1" dirty="0"/>
                <a:t>帧的透明传输</a:t>
              </a:r>
            </a:p>
          </p:txBody>
        </p:sp>
      </p:grpSp>
      <p:grpSp>
        <p:nvGrpSpPr>
          <p:cNvPr id="54" name="组合 53">
            <a:extLst>
              <a:ext uri="{FF2B5EF4-FFF2-40B4-BE49-F238E27FC236}">
                <a16:creationId xmlns:a16="http://schemas.microsoft.com/office/drawing/2014/main" id="{3251244F-2677-4044-84FF-4E3A618F0F84}"/>
              </a:ext>
            </a:extLst>
          </p:cNvPr>
          <p:cNvGrpSpPr/>
          <p:nvPr/>
        </p:nvGrpSpPr>
        <p:grpSpPr>
          <a:xfrm>
            <a:off x="9056697" y="1735276"/>
            <a:ext cx="2160000" cy="458913"/>
            <a:chOff x="8697680" y="1322684"/>
            <a:chExt cx="2160000" cy="458913"/>
          </a:xfrm>
        </p:grpSpPr>
        <p:cxnSp>
          <p:nvCxnSpPr>
            <p:cNvPr id="55" name="直接连接符 54">
              <a:extLst>
                <a:ext uri="{FF2B5EF4-FFF2-40B4-BE49-F238E27FC236}">
                  <a16:creationId xmlns:a16="http://schemas.microsoft.com/office/drawing/2014/main" id="{02760AEE-7703-4F73-8ABC-36244A982E59}"/>
                </a:ext>
              </a:extLst>
            </p:cNvPr>
            <p:cNvCxnSpPr/>
            <p:nvPr/>
          </p:nvCxnSpPr>
          <p:spPr>
            <a:xfrm flipV="1">
              <a:off x="8697680" y="1322684"/>
              <a:ext cx="0" cy="453911"/>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8" name="直接连接符 57">
              <a:extLst>
                <a:ext uri="{FF2B5EF4-FFF2-40B4-BE49-F238E27FC236}">
                  <a16:creationId xmlns:a16="http://schemas.microsoft.com/office/drawing/2014/main" id="{DFFDD7BA-A30E-4E42-97E3-7404B0BB1F33}"/>
                </a:ext>
              </a:extLst>
            </p:cNvPr>
            <p:cNvCxnSpPr/>
            <p:nvPr/>
          </p:nvCxnSpPr>
          <p:spPr>
            <a:xfrm flipV="1">
              <a:off x="10857680" y="1327686"/>
              <a:ext cx="0" cy="453911"/>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60" name="直接箭头连接符 59">
              <a:extLst>
                <a:ext uri="{FF2B5EF4-FFF2-40B4-BE49-F238E27FC236}">
                  <a16:creationId xmlns:a16="http://schemas.microsoft.com/office/drawing/2014/main" id="{FC86BF61-8DC9-4F42-84F1-B3E612E6029B}"/>
                </a:ext>
              </a:extLst>
            </p:cNvPr>
            <p:cNvCxnSpPr>
              <a:cxnSpLocks/>
            </p:cNvCxnSpPr>
            <p:nvPr/>
          </p:nvCxnSpPr>
          <p:spPr>
            <a:xfrm>
              <a:off x="8697680" y="1547869"/>
              <a:ext cx="2160000" cy="0"/>
            </a:xfrm>
            <a:prstGeom prst="straightConnector1">
              <a:avLst/>
            </a:prstGeom>
            <a:ln w="12700">
              <a:solidFill>
                <a:schemeClr val="tx1"/>
              </a:solidFill>
              <a:headEnd type="triangle"/>
              <a:tailEnd type="triangle"/>
            </a:ln>
          </p:spPr>
          <p:style>
            <a:lnRef idx="1">
              <a:schemeClr val="accent1"/>
            </a:lnRef>
            <a:fillRef idx="0">
              <a:schemeClr val="accent1"/>
            </a:fillRef>
            <a:effectRef idx="0">
              <a:schemeClr val="accent1"/>
            </a:effectRef>
            <a:fontRef idx="minor">
              <a:schemeClr val="tx1"/>
            </a:fontRef>
          </p:style>
        </p:cxnSp>
        <p:sp>
          <p:nvSpPr>
            <p:cNvPr id="61" name="文本框 60">
              <a:extLst>
                <a:ext uri="{FF2B5EF4-FFF2-40B4-BE49-F238E27FC236}">
                  <a16:creationId xmlns:a16="http://schemas.microsoft.com/office/drawing/2014/main" id="{DE5546B2-E8C7-4B4F-956B-3153E01FDAD7}"/>
                </a:ext>
              </a:extLst>
            </p:cNvPr>
            <p:cNvSpPr txBox="1"/>
            <p:nvPr/>
          </p:nvSpPr>
          <p:spPr>
            <a:xfrm>
              <a:off x="9323532" y="1371746"/>
              <a:ext cx="908294" cy="369332"/>
            </a:xfrm>
            <a:prstGeom prst="rect">
              <a:avLst/>
            </a:prstGeom>
            <a:solidFill>
              <a:schemeClr val="bg1"/>
            </a:solidFill>
          </p:spPr>
          <p:txBody>
            <a:bodyPr wrap="square" rtlCol="0">
              <a:spAutoFit/>
            </a:bodyPr>
            <a:lstStyle/>
            <a:p>
              <a:pPr algn="ctr"/>
              <a:r>
                <a:rPr lang="zh-CN" altLang="en-US" b="1" dirty="0"/>
                <a:t>帧尾部</a:t>
              </a:r>
            </a:p>
          </p:txBody>
        </p:sp>
      </p:grpSp>
      <p:grpSp>
        <p:nvGrpSpPr>
          <p:cNvPr id="66" name="组合 65">
            <a:extLst>
              <a:ext uri="{FF2B5EF4-FFF2-40B4-BE49-F238E27FC236}">
                <a16:creationId xmlns:a16="http://schemas.microsoft.com/office/drawing/2014/main" id="{0CDC28CF-1464-4B93-9F0E-35BC090315DE}"/>
              </a:ext>
            </a:extLst>
          </p:cNvPr>
          <p:cNvGrpSpPr/>
          <p:nvPr/>
        </p:nvGrpSpPr>
        <p:grpSpPr>
          <a:xfrm>
            <a:off x="986351" y="1723688"/>
            <a:ext cx="3600000" cy="463927"/>
            <a:chOff x="979773" y="2975089"/>
            <a:chExt cx="3600000" cy="463927"/>
          </a:xfrm>
        </p:grpSpPr>
        <p:cxnSp>
          <p:nvCxnSpPr>
            <p:cNvPr id="72" name="直接连接符 71">
              <a:extLst>
                <a:ext uri="{FF2B5EF4-FFF2-40B4-BE49-F238E27FC236}">
                  <a16:creationId xmlns:a16="http://schemas.microsoft.com/office/drawing/2014/main" id="{6C9E8F10-D9E8-42EF-A451-5AFA4FD9D732}"/>
                </a:ext>
              </a:extLst>
            </p:cNvPr>
            <p:cNvCxnSpPr/>
            <p:nvPr/>
          </p:nvCxnSpPr>
          <p:spPr>
            <a:xfrm flipV="1">
              <a:off x="979773" y="2975089"/>
              <a:ext cx="0" cy="453911"/>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77" name="直接连接符 76">
              <a:extLst>
                <a:ext uri="{FF2B5EF4-FFF2-40B4-BE49-F238E27FC236}">
                  <a16:creationId xmlns:a16="http://schemas.microsoft.com/office/drawing/2014/main" id="{4542516D-787D-442B-9F49-0E44BC2E35D0}"/>
                </a:ext>
              </a:extLst>
            </p:cNvPr>
            <p:cNvCxnSpPr/>
            <p:nvPr/>
          </p:nvCxnSpPr>
          <p:spPr>
            <a:xfrm flipV="1">
              <a:off x="4579773" y="2985105"/>
              <a:ext cx="0" cy="453911"/>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78" name="直接箭头连接符 77">
              <a:extLst>
                <a:ext uri="{FF2B5EF4-FFF2-40B4-BE49-F238E27FC236}">
                  <a16:creationId xmlns:a16="http://schemas.microsoft.com/office/drawing/2014/main" id="{743ADB21-309F-4B76-8160-1371E6FF03F5}"/>
                </a:ext>
              </a:extLst>
            </p:cNvPr>
            <p:cNvCxnSpPr>
              <a:cxnSpLocks/>
            </p:cNvCxnSpPr>
            <p:nvPr/>
          </p:nvCxnSpPr>
          <p:spPr>
            <a:xfrm>
              <a:off x="979773" y="3202043"/>
              <a:ext cx="3600000" cy="0"/>
            </a:xfrm>
            <a:prstGeom prst="straightConnector1">
              <a:avLst/>
            </a:prstGeom>
            <a:ln w="12700">
              <a:solidFill>
                <a:schemeClr val="tx1"/>
              </a:solidFill>
              <a:headEnd type="triangle"/>
              <a:tailEnd type="triangle"/>
            </a:ln>
          </p:spPr>
          <p:style>
            <a:lnRef idx="1">
              <a:schemeClr val="accent1"/>
            </a:lnRef>
            <a:fillRef idx="0">
              <a:schemeClr val="accent1"/>
            </a:fillRef>
            <a:effectRef idx="0">
              <a:schemeClr val="accent1"/>
            </a:effectRef>
            <a:fontRef idx="minor">
              <a:schemeClr val="tx1"/>
            </a:fontRef>
          </p:style>
        </p:cxnSp>
        <p:sp>
          <p:nvSpPr>
            <p:cNvPr id="79" name="文本框 78">
              <a:extLst>
                <a:ext uri="{FF2B5EF4-FFF2-40B4-BE49-F238E27FC236}">
                  <a16:creationId xmlns:a16="http://schemas.microsoft.com/office/drawing/2014/main" id="{FFE8DDDC-6142-49F4-8BD8-94F683A3DE9C}"/>
                </a:ext>
              </a:extLst>
            </p:cNvPr>
            <p:cNvSpPr txBox="1"/>
            <p:nvPr/>
          </p:nvSpPr>
          <p:spPr>
            <a:xfrm>
              <a:off x="2329347" y="3027394"/>
              <a:ext cx="900853" cy="369332"/>
            </a:xfrm>
            <a:prstGeom prst="rect">
              <a:avLst/>
            </a:prstGeom>
            <a:solidFill>
              <a:schemeClr val="bg1"/>
            </a:solidFill>
          </p:spPr>
          <p:txBody>
            <a:bodyPr wrap="square" rtlCol="0">
              <a:spAutoFit/>
            </a:bodyPr>
            <a:lstStyle/>
            <a:p>
              <a:pPr algn="ctr"/>
              <a:r>
                <a:rPr lang="zh-CN" altLang="en-US" b="1" dirty="0"/>
                <a:t>帧首部</a:t>
              </a:r>
            </a:p>
          </p:txBody>
        </p:sp>
      </p:grpSp>
      <p:grpSp>
        <p:nvGrpSpPr>
          <p:cNvPr id="80" name="组合 79">
            <a:extLst>
              <a:ext uri="{FF2B5EF4-FFF2-40B4-BE49-F238E27FC236}">
                <a16:creationId xmlns:a16="http://schemas.microsoft.com/office/drawing/2014/main" id="{F54ED230-9F1F-482C-A93F-58990DA852E4}"/>
              </a:ext>
            </a:extLst>
          </p:cNvPr>
          <p:cNvGrpSpPr/>
          <p:nvPr/>
        </p:nvGrpSpPr>
        <p:grpSpPr>
          <a:xfrm>
            <a:off x="4586351" y="1723688"/>
            <a:ext cx="4472454" cy="453912"/>
            <a:chOff x="4225226" y="1322862"/>
            <a:chExt cx="4472454" cy="453912"/>
          </a:xfrm>
        </p:grpSpPr>
        <p:cxnSp>
          <p:nvCxnSpPr>
            <p:cNvPr id="81" name="直接连接符 80">
              <a:extLst>
                <a:ext uri="{FF2B5EF4-FFF2-40B4-BE49-F238E27FC236}">
                  <a16:creationId xmlns:a16="http://schemas.microsoft.com/office/drawing/2014/main" id="{74FD418F-623B-4741-A1FC-158FCE02ABD8}"/>
                </a:ext>
              </a:extLst>
            </p:cNvPr>
            <p:cNvCxnSpPr/>
            <p:nvPr/>
          </p:nvCxnSpPr>
          <p:spPr>
            <a:xfrm flipV="1">
              <a:off x="4225226" y="1322863"/>
              <a:ext cx="0" cy="453911"/>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82" name="直接连接符 81">
              <a:extLst>
                <a:ext uri="{FF2B5EF4-FFF2-40B4-BE49-F238E27FC236}">
                  <a16:creationId xmlns:a16="http://schemas.microsoft.com/office/drawing/2014/main" id="{0514F47E-6BC3-45C9-8F79-E3BCF282DFA2}"/>
                </a:ext>
              </a:extLst>
            </p:cNvPr>
            <p:cNvCxnSpPr/>
            <p:nvPr/>
          </p:nvCxnSpPr>
          <p:spPr>
            <a:xfrm flipV="1">
              <a:off x="8697680" y="1322862"/>
              <a:ext cx="0" cy="453911"/>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83" name="直接箭头连接符 82">
              <a:extLst>
                <a:ext uri="{FF2B5EF4-FFF2-40B4-BE49-F238E27FC236}">
                  <a16:creationId xmlns:a16="http://schemas.microsoft.com/office/drawing/2014/main" id="{3528D62A-EAF6-403D-9475-DFD57200F3AF}"/>
                </a:ext>
              </a:extLst>
            </p:cNvPr>
            <p:cNvCxnSpPr>
              <a:cxnSpLocks/>
            </p:cNvCxnSpPr>
            <p:nvPr/>
          </p:nvCxnSpPr>
          <p:spPr>
            <a:xfrm>
              <a:off x="4225226" y="1549817"/>
              <a:ext cx="4472454" cy="0"/>
            </a:xfrm>
            <a:prstGeom prst="straightConnector1">
              <a:avLst/>
            </a:prstGeom>
            <a:ln w="12700">
              <a:solidFill>
                <a:schemeClr val="tx1"/>
              </a:solidFill>
              <a:headEnd type="triangle"/>
              <a:tailEnd type="triangle"/>
            </a:ln>
          </p:spPr>
          <p:style>
            <a:lnRef idx="1">
              <a:schemeClr val="accent1"/>
            </a:lnRef>
            <a:fillRef idx="0">
              <a:schemeClr val="accent1"/>
            </a:fillRef>
            <a:effectRef idx="0">
              <a:schemeClr val="accent1"/>
            </a:effectRef>
            <a:fontRef idx="minor">
              <a:schemeClr val="tx1"/>
            </a:fontRef>
          </p:style>
        </p:cxnSp>
        <p:sp>
          <p:nvSpPr>
            <p:cNvPr id="84" name="文本框 83">
              <a:extLst>
                <a:ext uri="{FF2B5EF4-FFF2-40B4-BE49-F238E27FC236}">
                  <a16:creationId xmlns:a16="http://schemas.microsoft.com/office/drawing/2014/main" id="{3B985772-7D4C-4621-AAAB-4C66BCE47CF3}"/>
                </a:ext>
              </a:extLst>
            </p:cNvPr>
            <p:cNvSpPr txBox="1"/>
            <p:nvPr/>
          </p:nvSpPr>
          <p:spPr>
            <a:xfrm>
              <a:off x="5665226" y="1371924"/>
              <a:ext cx="1590347" cy="369332"/>
            </a:xfrm>
            <a:prstGeom prst="rect">
              <a:avLst/>
            </a:prstGeom>
            <a:solidFill>
              <a:schemeClr val="bg1"/>
            </a:solidFill>
          </p:spPr>
          <p:txBody>
            <a:bodyPr wrap="square" rtlCol="0">
              <a:spAutoFit/>
            </a:bodyPr>
            <a:lstStyle/>
            <a:p>
              <a:pPr algn="ctr"/>
              <a:r>
                <a:rPr lang="zh-CN" altLang="en-US" b="1" dirty="0"/>
                <a:t>帧的数据载荷</a:t>
              </a:r>
            </a:p>
          </p:txBody>
        </p:sp>
      </p:grpSp>
      <p:sp>
        <p:nvSpPr>
          <p:cNvPr id="85" name="矩形 84">
            <a:extLst>
              <a:ext uri="{FF2B5EF4-FFF2-40B4-BE49-F238E27FC236}">
                <a16:creationId xmlns:a16="http://schemas.microsoft.com/office/drawing/2014/main" id="{E780B9CA-5D07-496B-8E02-FD8F361DC928}"/>
              </a:ext>
            </a:extLst>
          </p:cNvPr>
          <p:cNvSpPr/>
          <p:nvPr/>
        </p:nvSpPr>
        <p:spPr>
          <a:xfrm>
            <a:off x="986351" y="2177599"/>
            <a:ext cx="720000" cy="364423"/>
          </a:xfrm>
          <a:prstGeom prst="rect">
            <a:avLst/>
          </a:prstGeom>
          <a:solidFill>
            <a:schemeClr val="accent4"/>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CN" b="1" dirty="0">
                <a:latin typeface="Arial Black" panose="020B0A04020102020204" pitchFamily="34" charset="0"/>
              </a:rPr>
              <a:t>F</a:t>
            </a:r>
            <a:endParaRPr lang="zh-CN" altLang="en-US" b="1" dirty="0">
              <a:latin typeface="Arial Black" panose="020B0A04020102020204" pitchFamily="34" charset="0"/>
            </a:endParaRPr>
          </a:p>
        </p:txBody>
      </p:sp>
      <p:sp>
        <p:nvSpPr>
          <p:cNvPr id="86" name="矩形 85">
            <a:extLst>
              <a:ext uri="{FF2B5EF4-FFF2-40B4-BE49-F238E27FC236}">
                <a16:creationId xmlns:a16="http://schemas.microsoft.com/office/drawing/2014/main" id="{E0D347C5-1D0B-48E0-83FD-C44BC688495F}"/>
              </a:ext>
            </a:extLst>
          </p:cNvPr>
          <p:cNvSpPr/>
          <p:nvPr/>
        </p:nvSpPr>
        <p:spPr>
          <a:xfrm>
            <a:off x="1706351" y="2177599"/>
            <a:ext cx="720000" cy="364423"/>
          </a:xfrm>
          <a:prstGeom prst="rect">
            <a:avLst/>
          </a:prstGeom>
          <a:solidFill>
            <a:schemeClr val="accent4"/>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CN" b="1" dirty="0">
                <a:latin typeface="Arial Black" panose="020B0A04020102020204" pitchFamily="34" charset="0"/>
              </a:rPr>
              <a:t>A</a:t>
            </a:r>
            <a:endParaRPr lang="zh-CN" altLang="en-US" b="1" dirty="0">
              <a:latin typeface="Arial Black" panose="020B0A04020102020204" pitchFamily="34" charset="0"/>
            </a:endParaRPr>
          </a:p>
        </p:txBody>
      </p:sp>
      <p:sp>
        <p:nvSpPr>
          <p:cNvPr id="87" name="矩形 86">
            <a:extLst>
              <a:ext uri="{FF2B5EF4-FFF2-40B4-BE49-F238E27FC236}">
                <a16:creationId xmlns:a16="http://schemas.microsoft.com/office/drawing/2014/main" id="{AA2F6062-2A4C-481D-B9B3-C8785F04B8AE}"/>
              </a:ext>
            </a:extLst>
          </p:cNvPr>
          <p:cNvSpPr/>
          <p:nvPr/>
        </p:nvSpPr>
        <p:spPr>
          <a:xfrm>
            <a:off x="2426351" y="2177599"/>
            <a:ext cx="720000" cy="364423"/>
          </a:xfrm>
          <a:prstGeom prst="rect">
            <a:avLst/>
          </a:prstGeom>
          <a:solidFill>
            <a:schemeClr val="accent4"/>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CN" b="1" dirty="0">
                <a:latin typeface="Arial Black" panose="020B0A04020102020204" pitchFamily="34" charset="0"/>
              </a:rPr>
              <a:t>C</a:t>
            </a:r>
            <a:endParaRPr lang="zh-CN" altLang="en-US" b="1" dirty="0">
              <a:latin typeface="Arial Black" panose="020B0A04020102020204" pitchFamily="34" charset="0"/>
            </a:endParaRPr>
          </a:p>
        </p:txBody>
      </p:sp>
      <p:sp>
        <p:nvSpPr>
          <p:cNvPr id="88" name="矩形 87">
            <a:extLst>
              <a:ext uri="{FF2B5EF4-FFF2-40B4-BE49-F238E27FC236}">
                <a16:creationId xmlns:a16="http://schemas.microsoft.com/office/drawing/2014/main" id="{5C7543EE-15B7-45B0-98E5-0D3400C7AC95}"/>
              </a:ext>
            </a:extLst>
          </p:cNvPr>
          <p:cNvSpPr/>
          <p:nvPr/>
        </p:nvSpPr>
        <p:spPr>
          <a:xfrm>
            <a:off x="3146351" y="2177599"/>
            <a:ext cx="1440000" cy="364423"/>
          </a:xfrm>
          <a:prstGeom prst="rect">
            <a:avLst/>
          </a:prstGeom>
          <a:solidFill>
            <a:schemeClr val="accent4"/>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CN" b="1" dirty="0">
                <a:latin typeface="Arial Black" panose="020B0A04020102020204" pitchFamily="34" charset="0"/>
              </a:rPr>
              <a:t>P</a:t>
            </a:r>
            <a:endParaRPr lang="zh-CN" altLang="en-US" b="1" dirty="0">
              <a:latin typeface="Arial Black" panose="020B0A04020102020204" pitchFamily="34" charset="0"/>
            </a:endParaRPr>
          </a:p>
        </p:txBody>
      </p:sp>
      <p:sp>
        <p:nvSpPr>
          <p:cNvPr id="89" name="矩形 88">
            <a:extLst>
              <a:ext uri="{FF2B5EF4-FFF2-40B4-BE49-F238E27FC236}">
                <a16:creationId xmlns:a16="http://schemas.microsoft.com/office/drawing/2014/main" id="{C6F2A98E-58A8-4147-8412-B5847CBE4A25}"/>
              </a:ext>
            </a:extLst>
          </p:cNvPr>
          <p:cNvSpPr/>
          <p:nvPr/>
        </p:nvSpPr>
        <p:spPr>
          <a:xfrm>
            <a:off x="9058805" y="2177599"/>
            <a:ext cx="1440000" cy="364423"/>
          </a:xfrm>
          <a:prstGeom prst="rect">
            <a:avLst/>
          </a:prstGeom>
          <a:solidFill>
            <a:schemeClr val="accent4"/>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CN" b="1" dirty="0">
                <a:latin typeface="Arial Black" panose="020B0A04020102020204" pitchFamily="34" charset="0"/>
              </a:rPr>
              <a:t>FCS</a:t>
            </a:r>
            <a:endParaRPr lang="zh-CN" altLang="en-US" b="1" dirty="0">
              <a:latin typeface="Arial Black" panose="020B0A04020102020204" pitchFamily="34" charset="0"/>
            </a:endParaRPr>
          </a:p>
        </p:txBody>
      </p:sp>
      <p:sp>
        <p:nvSpPr>
          <p:cNvPr id="90" name="矩形 89">
            <a:extLst>
              <a:ext uri="{FF2B5EF4-FFF2-40B4-BE49-F238E27FC236}">
                <a16:creationId xmlns:a16="http://schemas.microsoft.com/office/drawing/2014/main" id="{D6B3AC47-D119-4107-8B87-E598AC0B367E}"/>
              </a:ext>
            </a:extLst>
          </p:cNvPr>
          <p:cNvSpPr/>
          <p:nvPr/>
        </p:nvSpPr>
        <p:spPr>
          <a:xfrm>
            <a:off x="10498805" y="2177599"/>
            <a:ext cx="720000" cy="364423"/>
          </a:xfrm>
          <a:prstGeom prst="rect">
            <a:avLst/>
          </a:prstGeom>
          <a:solidFill>
            <a:schemeClr val="accent4"/>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CN" b="1" dirty="0">
                <a:latin typeface="Arial Black" panose="020B0A04020102020204" pitchFamily="34" charset="0"/>
              </a:rPr>
              <a:t>F</a:t>
            </a:r>
            <a:endParaRPr lang="zh-CN" altLang="en-US" b="1" dirty="0">
              <a:latin typeface="Arial Black" panose="020B0A04020102020204" pitchFamily="34" charset="0"/>
            </a:endParaRPr>
          </a:p>
        </p:txBody>
      </p:sp>
      <p:sp>
        <p:nvSpPr>
          <p:cNvPr id="42" name="文本框 41">
            <a:extLst>
              <a:ext uri="{FF2B5EF4-FFF2-40B4-BE49-F238E27FC236}">
                <a16:creationId xmlns:a16="http://schemas.microsoft.com/office/drawing/2014/main" id="{DFDDEB3C-4421-4BE9-B9B3-F7017F230318}"/>
              </a:ext>
            </a:extLst>
          </p:cNvPr>
          <p:cNvSpPr txBox="1"/>
          <p:nvPr/>
        </p:nvSpPr>
        <p:spPr>
          <a:xfrm>
            <a:off x="1042450" y="1181684"/>
            <a:ext cx="6176123" cy="369332"/>
          </a:xfrm>
          <a:prstGeom prst="rect">
            <a:avLst/>
          </a:prstGeom>
          <a:solidFill>
            <a:schemeClr val="bg1"/>
          </a:solidFill>
        </p:spPr>
        <p:txBody>
          <a:bodyPr wrap="square" rtlCol="0">
            <a:spAutoFit/>
          </a:bodyPr>
          <a:lstStyle/>
          <a:p>
            <a:r>
              <a:rPr lang="zh-CN" altLang="en-US" b="1" dirty="0">
                <a:solidFill>
                  <a:schemeClr val="accent3">
                    <a:lumMod val="75000"/>
                  </a:schemeClr>
                </a:solidFill>
              </a:rPr>
              <a:t>面向比特的同步链路使用零比特填充来实现透明传输</a:t>
            </a:r>
          </a:p>
        </p:txBody>
      </p:sp>
      <p:sp>
        <p:nvSpPr>
          <p:cNvPr id="43" name="矩形 42">
            <a:extLst>
              <a:ext uri="{FF2B5EF4-FFF2-40B4-BE49-F238E27FC236}">
                <a16:creationId xmlns:a16="http://schemas.microsoft.com/office/drawing/2014/main" id="{09C7EFD9-DAD8-421C-A8A0-BE01493955F7}"/>
              </a:ext>
            </a:extLst>
          </p:cNvPr>
          <p:cNvSpPr/>
          <p:nvPr/>
        </p:nvSpPr>
        <p:spPr>
          <a:xfrm>
            <a:off x="985298" y="2175237"/>
            <a:ext cx="720000" cy="364423"/>
          </a:xfrm>
          <a:prstGeom prst="rect">
            <a:avLst/>
          </a:prstGeom>
          <a:solidFill>
            <a:schemeClr val="accent4"/>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CN" b="1" dirty="0">
                <a:latin typeface="Arial Narrow" panose="020B0606020202030204" pitchFamily="34" charset="0"/>
              </a:rPr>
              <a:t>7E</a:t>
            </a:r>
            <a:endParaRPr lang="zh-CN" altLang="en-US" b="1" dirty="0">
              <a:latin typeface="Arial Narrow" panose="020B0606020202030204" pitchFamily="34" charset="0"/>
            </a:endParaRPr>
          </a:p>
        </p:txBody>
      </p:sp>
      <p:sp>
        <p:nvSpPr>
          <p:cNvPr id="44" name="矩形 43">
            <a:extLst>
              <a:ext uri="{FF2B5EF4-FFF2-40B4-BE49-F238E27FC236}">
                <a16:creationId xmlns:a16="http://schemas.microsoft.com/office/drawing/2014/main" id="{3DF90978-F8A4-4D5A-B8B4-9B434E5C692F}"/>
              </a:ext>
            </a:extLst>
          </p:cNvPr>
          <p:cNvSpPr/>
          <p:nvPr/>
        </p:nvSpPr>
        <p:spPr>
          <a:xfrm>
            <a:off x="10496697" y="2174844"/>
            <a:ext cx="720000" cy="364423"/>
          </a:xfrm>
          <a:prstGeom prst="rect">
            <a:avLst/>
          </a:prstGeom>
          <a:solidFill>
            <a:schemeClr val="accent4"/>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CN" b="1" dirty="0">
                <a:latin typeface="Arial Narrow" panose="020B0606020202030204" pitchFamily="34" charset="0"/>
              </a:rPr>
              <a:t>7E</a:t>
            </a:r>
            <a:endParaRPr lang="zh-CN" altLang="en-US" b="1" dirty="0">
              <a:latin typeface="Arial Narrow" panose="020B0606020202030204" pitchFamily="34" charset="0"/>
            </a:endParaRPr>
          </a:p>
        </p:txBody>
      </p:sp>
      <p:sp>
        <p:nvSpPr>
          <p:cNvPr id="71" name="矩形 70">
            <a:extLst>
              <a:ext uri="{FF2B5EF4-FFF2-40B4-BE49-F238E27FC236}">
                <a16:creationId xmlns:a16="http://schemas.microsoft.com/office/drawing/2014/main" id="{2A60865B-1F1A-44B6-9699-C7D8E03818D0}"/>
              </a:ext>
            </a:extLst>
          </p:cNvPr>
          <p:cNvSpPr/>
          <p:nvPr/>
        </p:nvSpPr>
        <p:spPr>
          <a:xfrm>
            <a:off x="985297" y="2174844"/>
            <a:ext cx="720000" cy="364423"/>
          </a:xfrm>
          <a:prstGeom prst="rect">
            <a:avLst/>
          </a:prstGeom>
          <a:solidFill>
            <a:schemeClr val="accent4"/>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rIns="0" rtlCol="0" anchor="ctr"/>
          <a:lstStyle/>
          <a:p>
            <a:pPr algn="ctr"/>
            <a:r>
              <a:rPr lang="en-US" altLang="zh-CN" sz="1600" b="1" dirty="0">
                <a:latin typeface="Arial Narrow" panose="020B0606020202030204" pitchFamily="34" charset="0"/>
              </a:rPr>
              <a:t>01111110</a:t>
            </a:r>
            <a:endParaRPr lang="zh-CN" altLang="en-US" sz="1600" b="1" dirty="0">
              <a:latin typeface="Arial Narrow" panose="020B0606020202030204" pitchFamily="34" charset="0"/>
            </a:endParaRPr>
          </a:p>
        </p:txBody>
      </p:sp>
      <p:sp>
        <p:nvSpPr>
          <p:cNvPr id="73" name="矩形 72">
            <a:extLst>
              <a:ext uri="{FF2B5EF4-FFF2-40B4-BE49-F238E27FC236}">
                <a16:creationId xmlns:a16="http://schemas.microsoft.com/office/drawing/2014/main" id="{347CC66A-1CBC-4291-80B1-A43C5CB408BC}"/>
              </a:ext>
            </a:extLst>
          </p:cNvPr>
          <p:cNvSpPr/>
          <p:nvPr/>
        </p:nvSpPr>
        <p:spPr>
          <a:xfrm>
            <a:off x="10494589" y="2174844"/>
            <a:ext cx="720000" cy="364423"/>
          </a:xfrm>
          <a:prstGeom prst="rect">
            <a:avLst/>
          </a:prstGeom>
          <a:solidFill>
            <a:schemeClr val="accent4"/>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rIns="0" rtlCol="0" anchor="ctr"/>
          <a:lstStyle/>
          <a:p>
            <a:pPr algn="ctr"/>
            <a:r>
              <a:rPr lang="en-US" altLang="zh-CN" sz="1600" b="1" dirty="0">
                <a:latin typeface="Arial Narrow" panose="020B0606020202030204" pitchFamily="34" charset="0"/>
              </a:rPr>
              <a:t>01111110</a:t>
            </a:r>
            <a:endParaRPr lang="zh-CN" altLang="en-US" sz="1600" b="1" dirty="0">
              <a:latin typeface="Arial Narrow" panose="020B0606020202030204" pitchFamily="34" charset="0"/>
            </a:endParaRPr>
          </a:p>
        </p:txBody>
      </p:sp>
      <p:sp>
        <p:nvSpPr>
          <p:cNvPr id="91" name="矩形 90">
            <a:extLst>
              <a:ext uri="{FF2B5EF4-FFF2-40B4-BE49-F238E27FC236}">
                <a16:creationId xmlns:a16="http://schemas.microsoft.com/office/drawing/2014/main" id="{1CEF49B4-0586-400F-BB48-0910D5BA1E97}"/>
              </a:ext>
            </a:extLst>
          </p:cNvPr>
          <p:cNvSpPr/>
          <p:nvPr/>
        </p:nvSpPr>
        <p:spPr>
          <a:xfrm>
            <a:off x="4586351" y="2177599"/>
            <a:ext cx="4472454" cy="364423"/>
          </a:xfrm>
          <a:prstGeom prst="rect">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sz="1700" b="1" dirty="0">
              <a:solidFill>
                <a:schemeClr val="tx1"/>
              </a:solidFill>
              <a:latin typeface="Arial Narrow" panose="020B0606020202030204" pitchFamily="34" charset="0"/>
            </a:endParaRPr>
          </a:p>
        </p:txBody>
      </p:sp>
      <p:grpSp>
        <p:nvGrpSpPr>
          <p:cNvPr id="11" name="组合 10">
            <a:extLst>
              <a:ext uri="{FF2B5EF4-FFF2-40B4-BE49-F238E27FC236}">
                <a16:creationId xmlns:a16="http://schemas.microsoft.com/office/drawing/2014/main" id="{3B35D8CF-CA85-423E-A895-BEADF37AEBBE}"/>
              </a:ext>
            </a:extLst>
          </p:cNvPr>
          <p:cNvGrpSpPr/>
          <p:nvPr/>
        </p:nvGrpSpPr>
        <p:grpSpPr>
          <a:xfrm>
            <a:off x="4573197" y="2181033"/>
            <a:ext cx="4472454" cy="353943"/>
            <a:chOff x="4573197" y="2181033"/>
            <a:chExt cx="4472454" cy="353943"/>
          </a:xfrm>
        </p:grpSpPr>
        <p:sp>
          <p:nvSpPr>
            <p:cNvPr id="76" name="矩形 75">
              <a:extLst>
                <a:ext uri="{FF2B5EF4-FFF2-40B4-BE49-F238E27FC236}">
                  <a16:creationId xmlns:a16="http://schemas.microsoft.com/office/drawing/2014/main" id="{67C06631-4099-4457-B70E-F5D5129AEF0F}"/>
                </a:ext>
              </a:extLst>
            </p:cNvPr>
            <p:cNvSpPr/>
            <p:nvPr/>
          </p:nvSpPr>
          <p:spPr>
            <a:xfrm>
              <a:off x="6750173" y="2216070"/>
              <a:ext cx="761144" cy="282335"/>
            </a:xfrm>
            <a:prstGeom prst="rect">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lIns="0" rIns="0" rtlCol="0" anchor="ctr"/>
            <a:lstStyle/>
            <a:p>
              <a:pPr algn="ctr"/>
              <a:endParaRPr lang="zh-CN" altLang="en-US" sz="1600" b="1" dirty="0">
                <a:latin typeface="Arial Narrow" panose="020B0606020202030204" pitchFamily="34" charset="0"/>
              </a:endParaRPr>
            </a:p>
          </p:txBody>
        </p:sp>
        <p:sp>
          <p:nvSpPr>
            <p:cNvPr id="75" name="矩形 74">
              <a:extLst>
                <a:ext uri="{FF2B5EF4-FFF2-40B4-BE49-F238E27FC236}">
                  <a16:creationId xmlns:a16="http://schemas.microsoft.com/office/drawing/2014/main" id="{47DF67BB-2C61-4229-95FC-E07186F04BDE}"/>
                </a:ext>
              </a:extLst>
            </p:cNvPr>
            <p:cNvSpPr/>
            <p:nvPr/>
          </p:nvSpPr>
          <p:spPr>
            <a:xfrm>
              <a:off x="5722844" y="2216070"/>
              <a:ext cx="761144" cy="282335"/>
            </a:xfrm>
            <a:prstGeom prst="rect">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lIns="0" rIns="0" rtlCol="0" anchor="ctr"/>
            <a:lstStyle/>
            <a:p>
              <a:pPr algn="ctr"/>
              <a:endParaRPr lang="zh-CN" altLang="en-US" sz="1600" b="1" dirty="0">
                <a:latin typeface="Arial Narrow" panose="020B0606020202030204" pitchFamily="34" charset="0"/>
              </a:endParaRPr>
            </a:p>
          </p:txBody>
        </p:sp>
        <p:sp>
          <p:nvSpPr>
            <p:cNvPr id="74" name="文本框 73">
              <a:extLst>
                <a:ext uri="{FF2B5EF4-FFF2-40B4-BE49-F238E27FC236}">
                  <a16:creationId xmlns:a16="http://schemas.microsoft.com/office/drawing/2014/main" id="{5CE84469-CE5C-48E2-A189-18E99727E346}"/>
                </a:ext>
              </a:extLst>
            </p:cNvPr>
            <p:cNvSpPr txBox="1"/>
            <p:nvPr/>
          </p:nvSpPr>
          <p:spPr>
            <a:xfrm>
              <a:off x="4573197" y="2181033"/>
              <a:ext cx="4472454" cy="353943"/>
            </a:xfrm>
            <a:prstGeom prst="rect">
              <a:avLst/>
            </a:prstGeom>
            <a:noFill/>
          </p:spPr>
          <p:txBody>
            <a:bodyPr wrap="square">
              <a:spAutoFit/>
            </a:bodyPr>
            <a:lstStyle/>
            <a:p>
              <a:pPr algn="ctr"/>
              <a:r>
                <a:rPr lang="en-US" altLang="zh-CN" sz="1700" b="1" dirty="0">
                  <a:solidFill>
                    <a:schemeClr val="tx1"/>
                  </a:solidFill>
                  <a:latin typeface="Arial Narrow" panose="020B0606020202030204" pitchFamily="34" charset="0"/>
                </a:rPr>
                <a:t>1…101010010111111001101111110101010010111…0</a:t>
              </a:r>
              <a:endParaRPr lang="zh-CN" altLang="en-US" sz="1700" b="1" dirty="0">
                <a:solidFill>
                  <a:schemeClr val="tx1"/>
                </a:solidFill>
                <a:latin typeface="Arial Narrow" panose="020B0606020202030204" pitchFamily="34" charset="0"/>
              </a:endParaRPr>
            </a:p>
          </p:txBody>
        </p:sp>
      </p:grpSp>
      <p:sp>
        <p:nvSpPr>
          <p:cNvPr id="92" name="矩形 91">
            <a:extLst>
              <a:ext uri="{FF2B5EF4-FFF2-40B4-BE49-F238E27FC236}">
                <a16:creationId xmlns:a16="http://schemas.microsoft.com/office/drawing/2014/main" id="{80D13B7F-4440-4391-9ED5-324A245C1B39}"/>
              </a:ext>
            </a:extLst>
          </p:cNvPr>
          <p:cNvSpPr/>
          <p:nvPr/>
        </p:nvSpPr>
        <p:spPr>
          <a:xfrm>
            <a:off x="1717399" y="2183867"/>
            <a:ext cx="2853690" cy="351109"/>
          </a:xfrm>
          <a:prstGeom prst="rect">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CN" b="1" dirty="0">
                <a:latin typeface="+mn-ea"/>
              </a:rPr>
              <a:t>……</a:t>
            </a:r>
            <a:endParaRPr lang="zh-CN" altLang="en-US" b="1" dirty="0">
              <a:latin typeface="+mn-ea"/>
            </a:endParaRPr>
          </a:p>
        </p:txBody>
      </p:sp>
      <p:sp>
        <p:nvSpPr>
          <p:cNvPr id="93" name="矩形 92">
            <a:extLst>
              <a:ext uri="{FF2B5EF4-FFF2-40B4-BE49-F238E27FC236}">
                <a16:creationId xmlns:a16="http://schemas.microsoft.com/office/drawing/2014/main" id="{E457FEF1-56C6-4892-8787-3CB05354A780}"/>
              </a:ext>
            </a:extLst>
          </p:cNvPr>
          <p:cNvSpPr/>
          <p:nvPr/>
        </p:nvSpPr>
        <p:spPr>
          <a:xfrm>
            <a:off x="9096505" y="2216070"/>
            <a:ext cx="1334076" cy="259132"/>
          </a:xfrm>
          <a:prstGeom prst="rect">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CN" b="1" dirty="0">
                <a:latin typeface="+mn-ea"/>
              </a:rPr>
              <a:t>……</a:t>
            </a:r>
            <a:endParaRPr lang="zh-CN" altLang="en-US" b="1" dirty="0">
              <a:latin typeface="+mn-ea"/>
            </a:endParaRPr>
          </a:p>
        </p:txBody>
      </p:sp>
    </p:spTree>
    <p:custDataLst>
      <p:tags r:id="rId1"/>
    </p:custDataLst>
    <p:extLst>
      <p:ext uri="{BB962C8B-B14F-4D97-AF65-F5344CB8AC3E}">
        <p14:creationId xmlns:p14="http://schemas.microsoft.com/office/powerpoint/2010/main" val="902458677"/>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47" presetClass="entr" presetSubtype="0" fill="hold" grpId="0" nodeType="withEffect">
                                  <p:stCondLst>
                                    <p:cond delay="0"/>
                                  </p:stCondLst>
                                  <p:childTnLst>
                                    <p:set>
                                      <p:cBhvr>
                                        <p:cTn id="6" dur="1" fill="hold">
                                          <p:stCondLst>
                                            <p:cond delay="0"/>
                                          </p:stCondLst>
                                        </p:cTn>
                                        <p:tgtEl>
                                          <p:spTgt spid="42"/>
                                        </p:tgtEl>
                                        <p:attrNameLst>
                                          <p:attrName>style.visibility</p:attrName>
                                        </p:attrNameLst>
                                      </p:cBhvr>
                                      <p:to>
                                        <p:strVal val="visible"/>
                                      </p:to>
                                    </p:set>
                                    <p:animEffect transition="in" filter="fade">
                                      <p:cBhvr>
                                        <p:cTn id="7" dur="1000"/>
                                        <p:tgtEl>
                                          <p:spTgt spid="42"/>
                                        </p:tgtEl>
                                      </p:cBhvr>
                                    </p:animEffect>
                                    <p:anim calcmode="lin" valueType="num">
                                      <p:cBhvr>
                                        <p:cTn id="8" dur="1000" fill="hold"/>
                                        <p:tgtEl>
                                          <p:spTgt spid="42"/>
                                        </p:tgtEl>
                                        <p:attrNameLst>
                                          <p:attrName>ppt_x</p:attrName>
                                        </p:attrNameLst>
                                      </p:cBhvr>
                                      <p:tavLst>
                                        <p:tav tm="0">
                                          <p:val>
                                            <p:strVal val="#ppt_x"/>
                                          </p:val>
                                        </p:tav>
                                        <p:tav tm="100000">
                                          <p:val>
                                            <p:strVal val="#ppt_x"/>
                                          </p:val>
                                        </p:tav>
                                      </p:tavLst>
                                    </p:anim>
                                    <p:anim calcmode="lin" valueType="num">
                                      <p:cBhvr>
                                        <p:cTn id="9" dur="1000" fill="hold"/>
                                        <p:tgtEl>
                                          <p:spTgt spid="42"/>
                                        </p:tgtEl>
                                        <p:attrNameLst>
                                          <p:attrName>ppt_y</p:attrName>
                                        </p:attrNameLst>
                                      </p:cBhvr>
                                      <p:tavLst>
                                        <p:tav tm="0">
                                          <p:val>
                                            <p:strVal val="#ppt_y-.1"/>
                                          </p:val>
                                        </p:tav>
                                        <p:tav tm="100000">
                                          <p:val>
                                            <p:strVal val="#ppt_y"/>
                                          </p:val>
                                        </p:tav>
                                      </p:tavLst>
                                    </p:anim>
                                  </p:childTnLst>
                                </p:cTn>
                              </p:par>
                            </p:childTnLst>
                          </p:cTn>
                        </p:par>
                      </p:childTnLst>
                    </p:cTn>
                  </p:par>
                  <p:par>
                    <p:cTn id="10" fill="hold">
                      <p:stCondLst>
                        <p:cond delay="indefinite"/>
                      </p:stCondLst>
                      <p:childTnLst>
                        <p:par>
                          <p:cTn id="11" fill="hold">
                            <p:stCondLst>
                              <p:cond delay="0"/>
                            </p:stCondLst>
                            <p:childTnLst>
                              <p:par>
                                <p:cTn id="12" presetID="30" presetClass="entr" presetSubtype="0" fill="hold" grpId="0" nodeType="clickEffect">
                                  <p:stCondLst>
                                    <p:cond delay="0"/>
                                  </p:stCondLst>
                                  <p:childTnLst>
                                    <p:set>
                                      <p:cBhvr>
                                        <p:cTn id="13" dur="1" fill="hold">
                                          <p:stCondLst>
                                            <p:cond delay="0"/>
                                          </p:stCondLst>
                                        </p:cTn>
                                        <p:tgtEl>
                                          <p:spTgt spid="71"/>
                                        </p:tgtEl>
                                        <p:attrNameLst>
                                          <p:attrName>style.visibility</p:attrName>
                                        </p:attrNameLst>
                                      </p:cBhvr>
                                      <p:to>
                                        <p:strVal val="visible"/>
                                      </p:to>
                                    </p:set>
                                    <p:animEffect transition="in" filter="fade">
                                      <p:cBhvr>
                                        <p:cTn id="14" dur="800" decel="100000"/>
                                        <p:tgtEl>
                                          <p:spTgt spid="71"/>
                                        </p:tgtEl>
                                      </p:cBhvr>
                                    </p:animEffect>
                                    <p:anim calcmode="lin" valueType="num">
                                      <p:cBhvr>
                                        <p:cTn id="15" dur="800" decel="100000" fill="hold"/>
                                        <p:tgtEl>
                                          <p:spTgt spid="71"/>
                                        </p:tgtEl>
                                        <p:attrNameLst>
                                          <p:attrName>style.rotation</p:attrName>
                                        </p:attrNameLst>
                                      </p:cBhvr>
                                      <p:tavLst>
                                        <p:tav tm="0">
                                          <p:val>
                                            <p:fltVal val="-90"/>
                                          </p:val>
                                        </p:tav>
                                        <p:tav tm="100000">
                                          <p:val>
                                            <p:fltVal val="0"/>
                                          </p:val>
                                        </p:tav>
                                      </p:tavLst>
                                    </p:anim>
                                    <p:anim calcmode="lin" valueType="num">
                                      <p:cBhvr>
                                        <p:cTn id="16" dur="800" decel="100000" fill="hold"/>
                                        <p:tgtEl>
                                          <p:spTgt spid="71"/>
                                        </p:tgtEl>
                                        <p:attrNameLst>
                                          <p:attrName>ppt_x</p:attrName>
                                        </p:attrNameLst>
                                      </p:cBhvr>
                                      <p:tavLst>
                                        <p:tav tm="0">
                                          <p:val>
                                            <p:strVal val="#ppt_x+0.4"/>
                                          </p:val>
                                        </p:tav>
                                        <p:tav tm="100000">
                                          <p:val>
                                            <p:strVal val="#ppt_x-0.05"/>
                                          </p:val>
                                        </p:tav>
                                      </p:tavLst>
                                    </p:anim>
                                    <p:anim calcmode="lin" valueType="num">
                                      <p:cBhvr>
                                        <p:cTn id="17" dur="800" decel="100000" fill="hold"/>
                                        <p:tgtEl>
                                          <p:spTgt spid="71"/>
                                        </p:tgtEl>
                                        <p:attrNameLst>
                                          <p:attrName>ppt_y</p:attrName>
                                        </p:attrNameLst>
                                      </p:cBhvr>
                                      <p:tavLst>
                                        <p:tav tm="0">
                                          <p:val>
                                            <p:strVal val="#ppt_y-0.4"/>
                                          </p:val>
                                        </p:tav>
                                        <p:tav tm="100000">
                                          <p:val>
                                            <p:strVal val="#ppt_y+0.1"/>
                                          </p:val>
                                        </p:tav>
                                      </p:tavLst>
                                    </p:anim>
                                    <p:anim calcmode="lin" valueType="num">
                                      <p:cBhvr>
                                        <p:cTn id="18" dur="200" accel="100000" fill="hold">
                                          <p:stCondLst>
                                            <p:cond delay="800"/>
                                          </p:stCondLst>
                                        </p:cTn>
                                        <p:tgtEl>
                                          <p:spTgt spid="71"/>
                                        </p:tgtEl>
                                        <p:attrNameLst>
                                          <p:attrName>ppt_x</p:attrName>
                                        </p:attrNameLst>
                                      </p:cBhvr>
                                      <p:tavLst>
                                        <p:tav tm="0">
                                          <p:val>
                                            <p:strVal val="#ppt_x-0.05"/>
                                          </p:val>
                                        </p:tav>
                                        <p:tav tm="100000">
                                          <p:val>
                                            <p:strVal val="#ppt_x"/>
                                          </p:val>
                                        </p:tav>
                                      </p:tavLst>
                                    </p:anim>
                                    <p:anim calcmode="lin" valueType="num">
                                      <p:cBhvr>
                                        <p:cTn id="19" dur="200" accel="100000" fill="hold">
                                          <p:stCondLst>
                                            <p:cond delay="800"/>
                                          </p:stCondLst>
                                        </p:cTn>
                                        <p:tgtEl>
                                          <p:spTgt spid="71"/>
                                        </p:tgtEl>
                                        <p:attrNameLst>
                                          <p:attrName>ppt_y</p:attrName>
                                        </p:attrNameLst>
                                      </p:cBhvr>
                                      <p:tavLst>
                                        <p:tav tm="0">
                                          <p:val>
                                            <p:strVal val="#ppt_y+0.1"/>
                                          </p:val>
                                        </p:tav>
                                        <p:tav tm="100000">
                                          <p:val>
                                            <p:strVal val="#ppt_y"/>
                                          </p:val>
                                        </p:tav>
                                      </p:tavLst>
                                    </p:anim>
                                  </p:childTnLst>
                                </p:cTn>
                              </p:par>
                              <p:par>
                                <p:cTn id="20" presetID="30" presetClass="entr" presetSubtype="0" fill="hold" grpId="0" nodeType="withEffect">
                                  <p:stCondLst>
                                    <p:cond delay="0"/>
                                  </p:stCondLst>
                                  <p:childTnLst>
                                    <p:set>
                                      <p:cBhvr>
                                        <p:cTn id="21" dur="1" fill="hold">
                                          <p:stCondLst>
                                            <p:cond delay="0"/>
                                          </p:stCondLst>
                                        </p:cTn>
                                        <p:tgtEl>
                                          <p:spTgt spid="73"/>
                                        </p:tgtEl>
                                        <p:attrNameLst>
                                          <p:attrName>style.visibility</p:attrName>
                                        </p:attrNameLst>
                                      </p:cBhvr>
                                      <p:to>
                                        <p:strVal val="visible"/>
                                      </p:to>
                                    </p:set>
                                    <p:animEffect transition="in" filter="fade">
                                      <p:cBhvr>
                                        <p:cTn id="22" dur="800" decel="100000"/>
                                        <p:tgtEl>
                                          <p:spTgt spid="73"/>
                                        </p:tgtEl>
                                      </p:cBhvr>
                                    </p:animEffect>
                                    <p:anim calcmode="lin" valueType="num">
                                      <p:cBhvr>
                                        <p:cTn id="23" dur="800" decel="100000" fill="hold"/>
                                        <p:tgtEl>
                                          <p:spTgt spid="73"/>
                                        </p:tgtEl>
                                        <p:attrNameLst>
                                          <p:attrName>style.rotation</p:attrName>
                                        </p:attrNameLst>
                                      </p:cBhvr>
                                      <p:tavLst>
                                        <p:tav tm="0">
                                          <p:val>
                                            <p:fltVal val="-90"/>
                                          </p:val>
                                        </p:tav>
                                        <p:tav tm="100000">
                                          <p:val>
                                            <p:fltVal val="0"/>
                                          </p:val>
                                        </p:tav>
                                      </p:tavLst>
                                    </p:anim>
                                    <p:anim calcmode="lin" valueType="num">
                                      <p:cBhvr>
                                        <p:cTn id="24" dur="800" decel="100000" fill="hold"/>
                                        <p:tgtEl>
                                          <p:spTgt spid="73"/>
                                        </p:tgtEl>
                                        <p:attrNameLst>
                                          <p:attrName>ppt_x</p:attrName>
                                        </p:attrNameLst>
                                      </p:cBhvr>
                                      <p:tavLst>
                                        <p:tav tm="0">
                                          <p:val>
                                            <p:strVal val="#ppt_x+0.4"/>
                                          </p:val>
                                        </p:tav>
                                        <p:tav tm="100000">
                                          <p:val>
                                            <p:strVal val="#ppt_x-0.05"/>
                                          </p:val>
                                        </p:tav>
                                      </p:tavLst>
                                    </p:anim>
                                    <p:anim calcmode="lin" valueType="num">
                                      <p:cBhvr>
                                        <p:cTn id="25" dur="800" decel="100000" fill="hold"/>
                                        <p:tgtEl>
                                          <p:spTgt spid="73"/>
                                        </p:tgtEl>
                                        <p:attrNameLst>
                                          <p:attrName>ppt_y</p:attrName>
                                        </p:attrNameLst>
                                      </p:cBhvr>
                                      <p:tavLst>
                                        <p:tav tm="0">
                                          <p:val>
                                            <p:strVal val="#ppt_y-0.4"/>
                                          </p:val>
                                        </p:tav>
                                        <p:tav tm="100000">
                                          <p:val>
                                            <p:strVal val="#ppt_y+0.1"/>
                                          </p:val>
                                        </p:tav>
                                      </p:tavLst>
                                    </p:anim>
                                    <p:anim calcmode="lin" valueType="num">
                                      <p:cBhvr>
                                        <p:cTn id="26" dur="200" accel="100000" fill="hold">
                                          <p:stCondLst>
                                            <p:cond delay="800"/>
                                          </p:stCondLst>
                                        </p:cTn>
                                        <p:tgtEl>
                                          <p:spTgt spid="73"/>
                                        </p:tgtEl>
                                        <p:attrNameLst>
                                          <p:attrName>ppt_x</p:attrName>
                                        </p:attrNameLst>
                                      </p:cBhvr>
                                      <p:tavLst>
                                        <p:tav tm="0">
                                          <p:val>
                                            <p:strVal val="#ppt_x-0.05"/>
                                          </p:val>
                                        </p:tav>
                                        <p:tav tm="100000">
                                          <p:val>
                                            <p:strVal val="#ppt_x"/>
                                          </p:val>
                                        </p:tav>
                                      </p:tavLst>
                                    </p:anim>
                                    <p:anim calcmode="lin" valueType="num">
                                      <p:cBhvr>
                                        <p:cTn id="27" dur="200" accel="100000" fill="hold">
                                          <p:stCondLst>
                                            <p:cond delay="800"/>
                                          </p:stCondLst>
                                        </p:cTn>
                                        <p:tgtEl>
                                          <p:spTgt spid="73"/>
                                        </p:tgtEl>
                                        <p:attrNameLst>
                                          <p:attrName>ppt_y</p:attrName>
                                        </p:attrNameLst>
                                      </p:cBhvr>
                                      <p:tavLst>
                                        <p:tav tm="0">
                                          <p:val>
                                            <p:strVal val="#ppt_y+0.1"/>
                                          </p:val>
                                        </p:tav>
                                        <p:tav tm="100000">
                                          <p:val>
                                            <p:strVal val="#ppt_y"/>
                                          </p:val>
                                        </p:tav>
                                      </p:tavLst>
                                    </p:anim>
                                  </p:childTnLst>
                                </p:cTn>
                              </p:par>
                            </p:childTnLst>
                          </p:cTn>
                        </p:par>
                        <p:par>
                          <p:cTn id="28" fill="hold">
                            <p:stCondLst>
                              <p:cond delay="1000"/>
                            </p:stCondLst>
                            <p:childTnLst>
                              <p:par>
                                <p:cTn id="29" presetID="22" presetClass="entr" presetSubtype="8" fill="hold" grpId="0" nodeType="afterEffect">
                                  <p:stCondLst>
                                    <p:cond delay="0"/>
                                  </p:stCondLst>
                                  <p:childTnLst>
                                    <p:set>
                                      <p:cBhvr>
                                        <p:cTn id="30" dur="1" fill="hold">
                                          <p:stCondLst>
                                            <p:cond delay="0"/>
                                          </p:stCondLst>
                                        </p:cTn>
                                        <p:tgtEl>
                                          <p:spTgt spid="92"/>
                                        </p:tgtEl>
                                        <p:attrNameLst>
                                          <p:attrName>style.visibility</p:attrName>
                                        </p:attrNameLst>
                                      </p:cBhvr>
                                      <p:to>
                                        <p:strVal val="visible"/>
                                      </p:to>
                                    </p:set>
                                    <p:animEffect transition="in" filter="wipe(left)">
                                      <p:cBhvr>
                                        <p:cTn id="31" dur="500"/>
                                        <p:tgtEl>
                                          <p:spTgt spid="92"/>
                                        </p:tgtEl>
                                      </p:cBhvr>
                                    </p:animEffect>
                                  </p:childTnLst>
                                </p:cTn>
                              </p:par>
                              <p:par>
                                <p:cTn id="32" presetID="22" presetClass="entr" presetSubtype="8" fill="hold" grpId="0" nodeType="withEffect">
                                  <p:stCondLst>
                                    <p:cond delay="0"/>
                                  </p:stCondLst>
                                  <p:childTnLst>
                                    <p:set>
                                      <p:cBhvr>
                                        <p:cTn id="33" dur="1" fill="hold">
                                          <p:stCondLst>
                                            <p:cond delay="0"/>
                                          </p:stCondLst>
                                        </p:cTn>
                                        <p:tgtEl>
                                          <p:spTgt spid="93"/>
                                        </p:tgtEl>
                                        <p:attrNameLst>
                                          <p:attrName>style.visibility</p:attrName>
                                        </p:attrNameLst>
                                      </p:cBhvr>
                                      <p:to>
                                        <p:strVal val="visible"/>
                                      </p:to>
                                    </p:set>
                                    <p:animEffect transition="in" filter="wipe(left)">
                                      <p:cBhvr>
                                        <p:cTn id="34" dur="500"/>
                                        <p:tgtEl>
                                          <p:spTgt spid="93"/>
                                        </p:tgtEl>
                                      </p:cBhvr>
                                    </p:animEffect>
                                  </p:childTnLst>
                                </p:cTn>
                              </p:par>
                            </p:childTnLst>
                          </p:cTn>
                        </p:par>
                      </p:childTnLst>
                    </p:cTn>
                  </p:par>
                  <p:par>
                    <p:cTn id="35" fill="hold">
                      <p:stCondLst>
                        <p:cond delay="indefinite"/>
                      </p:stCondLst>
                      <p:childTnLst>
                        <p:par>
                          <p:cTn id="36" fill="hold">
                            <p:stCondLst>
                              <p:cond delay="0"/>
                            </p:stCondLst>
                            <p:childTnLst>
                              <p:par>
                                <p:cTn id="37" presetID="53" presetClass="entr" presetSubtype="16" fill="hold" nodeType="clickEffect">
                                  <p:stCondLst>
                                    <p:cond delay="0"/>
                                  </p:stCondLst>
                                  <p:childTnLst>
                                    <p:set>
                                      <p:cBhvr>
                                        <p:cTn id="38" dur="1" fill="hold">
                                          <p:stCondLst>
                                            <p:cond delay="0"/>
                                          </p:stCondLst>
                                        </p:cTn>
                                        <p:tgtEl>
                                          <p:spTgt spid="11"/>
                                        </p:tgtEl>
                                        <p:attrNameLst>
                                          <p:attrName>style.visibility</p:attrName>
                                        </p:attrNameLst>
                                      </p:cBhvr>
                                      <p:to>
                                        <p:strVal val="visible"/>
                                      </p:to>
                                    </p:set>
                                    <p:anim calcmode="lin" valueType="num">
                                      <p:cBhvr>
                                        <p:cTn id="39" dur="500" fill="hold"/>
                                        <p:tgtEl>
                                          <p:spTgt spid="11"/>
                                        </p:tgtEl>
                                        <p:attrNameLst>
                                          <p:attrName>ppt_w</p:attrName>
                                        </p:attrNameLst>
                                      </p:cBhvr>
                                      <p:tavLst>
                                        <p:tav tm="0">
                                          <p:val>
                                            <p:fltVal val="0"/>
                                          </p:val>
                                        </p:tav>
                                        <p:tav tm="100000">
                                          <p:val>
                                            <p:strVal val="#ppt_w"/>
                                          </p:val>
                                        </p:tav>
                                      </p:tavLst>
                                    </p:anim>
                                    <p:anim calcmode="lin" valueType="num">
                                      <p:cBhvr>
                                        <p:cTn id="40" dur="500" fill="hold"/>
                                        <p:tgtEl>
                                          <p:spTgt spid="11"/>
                                        </p:tgtEl>
                                        <p:attrNameLst>
                                          <p:attrName>ppt_h</p:attrName>
                                        </p:attrNameLst>
                                      </p:cBhvr>
                                      <p:tavLst>
                                        <p:tav tm="0">
                                          <p:val>
                                            <p:fltVal val="0"/>
                                          </p:val>
                                        </p:tav>
                                        <p:tav tm="100000">
                                          <p:val>
                                            <p:strVal val="#ppt_h"/>
                                          </p:val>
                                        </p:tav>
                                      </p:tavLst>
                                    </p:anim>
                                    <p:animEffect transition="in" filter="fade">
                                      <p:cBhvr>
                                        <p:cTn id="41" dur="500"/>
                                        <p:tgtEl>
                                          <p:spTgt spid="11"/>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2" grpId="0" animBg="1"/>
      <p:bldP spid="71" grpId="0" animBg="1"/>
      <p:bldP spid="73" grpId="0" animBg="1"/>
      <p:bldP spid="92" grpId="0" animBg="1"/>
      <p:bldP spid="93" grpId="0" animBg="1"/>
    </p:bldLst>
  </p:timing>
</p:sld>
</file>

<file path=ppt/slides/slide23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4" name="组合 3">
            <a:extLst>
              <a:ext uri="{FF2B5EF4-FFF2-40B4-BE49-F238E27FC236}">
                <a16:creationId xmlns:a16="http://schemas.microsoft.com/office/drawing/2014/main" id="{9A1EA9F2-FCB6-48C3-935F-7AE7E3AD14AC}"/>
              </a:ext>
            </a:extLst>
          </p:cNvPr>
          <p:cNvGrpSpPr/>
          <p:nvPr/>
        </p:nvGrpSpPr>
        <p:grpSpPr>
          <a:xfrm>
            <a:off x="304800" y="749300"/>
            <a:ext cx="6192344" cy="400110"/>
            <a:chOff x="424117" y="898245"/>
            <a:chExt cx="6192344" cy="400110"/>
          </a:xfrm>
        </p:grpSpPr>
        <p:sp>
          <p:nvSpPr>
            <p:cNvPr id="2" name="平行四边形 1">
              <a:extLst>
                <a:ext uri="{FF2B5EF4-FFF2-40B4-BE49-F238E27FC236}">
                  <a16:creationId xmlns:a16="http://schemas.microsoft.com/office/drawing/2014/main" id="{1F5BAA3F-9845-4F89-A2DD-8222D3E4EDAC}"/>
                </a:ext>
              </a:extLst>
            </p:cNvPr>
            <p:cNvSpPr/>
            <p:nvPr/>
          </p:nvSpPr>
          <p:spPr>
            <a:xfrm>
              <a:off x="424117" y="898245"/>
              <a:ext cx="737650" cy="387090"/>
            </a:xfrm>
            <a:prstGeom prst="parallelogram">
              <a:avLst/>
            </a:prstGeom>
            <a:solidFill>
              <a:schemeClr val="accent3">
                <a:lumMod val="75000"/>
              </a:schemeClr>
            </a:solidFill>
            <a:ln>
              <a:solidFill>
                <a:schemeClr val="accent3">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CN" sz="2200" dirty="0">
                  <a:latin typeface="Impact" panose="020B0806030902050204" pitchFamily="34" charset="0"/>
                </a:rPr>
                <a:t>03</a:t>
              </a:r>
              <a:endParaRPr lang="zh-CN" altLang="en-US" sz="2200" dirty="0">
                <a:latin typeface="Impact" panose="020B0806030902050204" pitchFamily="34" charset="0"/>
              </a:endParaRPr>
            </a:p>
          </p:txBody>
        </p:sp>
        <p:sp>
          <p:nvSpPr>
            <p:cNvPr id="3" name="文本框 2">
              <a:extLst>
                <a:ext uri="{FF2B5EF4-FFF2-40B4-BE49-F238E27FC236}">
                  <a16:creationId xmlns:a16="http://schemas.microsoft.com/office/drawing/2014/main" id="{4D6BD736-A4D3-4F26-AFED-36E11F50F70B}"/>
                </a:ext>
              </a:extLst>
            </p:cNvPr>
            <p:cNvSpPr txBox="1"/>
            <p:nvPr/>
          </p:nvSpPr>
          <p:spPr>
            <a:xfrm>
              <a:off x="1161767" y="898245"/>
              <a:ext cx="5454694" cy="400110"/>
            </a:xfrm>
            <a:prstGeom prst="rect">
              <a:avLst/>
            </a:prstGeom>
            <a:noFill/>
          </p:spPr>
          <p:txBody>
            <a:bodyPr wrap="square" rtlCol="0">
              <a:spAutoFit/>
            </a:bodyPr>
            <a:lstStyle/>
            <a:p>
              <a:r>
                <a:rPr lang="en-US" altLang="zh-CN" sz="2000" b="1" dirty="0"/>
                <a:t>PPP</a:t>
              </a:r>
              <a:r>
                <a:rPr lang="zh-CN" altLang="en-US" sz="2000" b="1" dirty="0"/>
                <a:t>帧的透明传输</a:t>
              </a:r>
            </a:p>
          </p:txBody>
        </p:sp>
      </p:grpSp>
      <p:grpSp>
        <p:nvGrpSpPr>
          <p:cNvPr id="54" name="组合 53">
            <a:extLst>
              <a:ext uri="{FF2B5EF4-FFF2-40B4-BE49-F238E27FC236}">
                <a16:creationId xmlns:a16="http://schemas.microsoft.com/office/drawing/2014/main" id="{3251244F-2677-4044-84FF-4E3A618F0F84}"/>
              </a:ext>
            </a:extLst>
          </p:cNvPr>
          <p:cNvGrpSpPr/>
          <p:nvPr/>
        </p:nvGrpSpPr>
        <p:grpSpPr>
          <a:xfrm>
            <a:off x="9056697" y="1735276"/>
            <a:ext cx="2160000" cy="458913"/>
            <a:chOff x="8697680" y="1322684"/>
            <a:chExt cx="2160000" cy="458913"/>
          </a:xfrm>
        </p:grpSpPr>
        <p:cxnSp>
          <p:nvCxnSpPr>
            <p:cNvPr id="55" name="直接连接符 54">
              <a:extLst>
                <a:ext uri="{FF2B5EF4-FFF2-40B4-BE49-F238E27FC236}">
                  <a16:creationId xmlns:a16="http://schemas.microsoft.com/office/drawing/2014/main" id="{02760AEE-7703-4F73-8ABC-36244A982E59}"/>
                </a:ext>
              </a:extLst>
            </p:cNvPr>
            <p:cNvCxnSpPr/>
            <p:nvPr/>
          </p:nvCxnSpPr>
          <p:spPr>
            <a:xfrm flipV="1">
              <a:off x="8697680" y="1322684"/>
              <a:ext cx="0" cy="453911"/>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8" name="直接连接符 57">
              <a:extLst>
                <a:ext uri="{FF2B5EF4-FFF2-40B4-BE49-F238E27FC236}">
                  <a16:creationId xmlns:a16="http://schemas.microsoft.com/office/drawing/2014/main" id="{DFFDD7BA-A30E-4E42-97E3-7404B0BB1F33}"/>
                </a:ext>
              </a:extLst>
            </p:cNvPr>
            <p:cNvCxnSpPr/>
            <p:nvPr/>
          </p:nvCxnSpPr>
          <p:spPr>
            <a:xfrm flipV="1">
              <a:off x="10857680" y="1327686"/>
              <a:ext cx="0" cy="453911"/>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60" name="直接箭头连接符 59">
              <a:extLst>
                <a:ext uri="{FF2B5EF4-FFF2-40B4-BE49-F238E27FC236}">
                  <a16:creationId xmlns:a16="http://schemas.microsoft.com/office/drawing/2014/main" id="{FC86BF61-8DC9-4F42-84F1-B3E612E6029B}"/>
                </a:ext>
              </a:extLst>
            </p:cNvPr>
            <p:cNvCxnSpPr>
              <a:cxnSpLocks/>
            </p:cNvCxnSpPr>
            <p:nvPr/>
          </p:nvCxnSpPr>
          <p:spPr>
            <a:xfrm>
              <a:off x="8697680" y="1547869"/>
              <a:ext cx="2160000" cy="0"/>
            </a:xfrm>
            <a:prstGeom prst="straightConnector1">
              <a:avLst/>
            </a:prstGeom>
            <a:ln w="12700">
              <a:solidFill>
                <a:schemeClr val="tx1"/>
              </a:solidFill>
              <a:headEnd type="triangle"/>
              <a:tailEnd type="triangle"/>
            </a:ln>
          </p:spPr>
          <p:style>
            <a:lnRef idx="1">
              <a:schemeClr val="accent1"/>
            </a:lnRef>
            <a:fillRef idx="0">
              <a:schemeClr val="accent1"/>
            </a:fillRef>
            <a:effectRef idx="0">
              <a:schemeClr val="accent1"/>
            </a:effectRef>
            <a:fontRef idx="minor">
              <a:schemeClr val="tx1"/>
            </a:fontRef>
          </p:style>
        </p:cxnSp>
        <p:sp>
          <p:nvSpPr>
            <p:cNvPr id="61" name="文本框 60">
              <a:extLst>
                <a:ext uri="{FF2B5EF4-FFF2-40B4-BE49-F238E27FC236}">
                  <a16:creationId xmlns:a16="http://schemas.microsoft.com/office/drawing/2014/main" id="{DE5546B2-E8C7-4B4F-956B-3153E01FDAD7}"/>
                </a:ext>
              </a:extLst>
            </p:cNvPr>
            <p:cNvSpPr txBox="1"/>
            <p:nvPr/>
          </p:nvSpPr>
          <p:spPr>
            <a:xfrm>
              <a:off x="9323532" y="1371746"/>
              <a:ext cx="908294" cy="369332"/>
            </a:xfrm>
            <a:prstGeom prst="rect">
              <a:avLst/>
            </a:prstGeom>
            <a:solidFill>
              <a:schemeClr val="bg1"/>
            </a:solidFill>
          </p:spPr>
          <p:txBody>
            <a:bodyPr wrap="square" rtlCol="0">
              <a:spAutoFit/>
            </a:bodyPr>
            <a:lstStyle/>
            <a:p>
              <a:pPr algn="ctr"/>
              <a:r>
                <a:rPr lang="zh-CN" altLang="en-US" b="1" dirty="0"/>
                <a:t>帧尾部</a:t>
              </a:r>
            </a:p>
          </p:txBody>
        </p:sp>
      </p:grpSp>
      <p:grpSp>
        <p:nvGrpSpPr>
          <p:cNvPr id="66" name="组合 65">
            <a:extLst>
              <a:ext uri="{FF2B5EF4-FFF2-40B4-BE49-F238E27FC236}">
                <a16:creationId xmlns:a16="http://schemas.microsoft.com/office/drawing/2014/main" id="{0CDC28CF-1464-4B93-9F0E-35BC090315DE}"/>
              </a:ext>
            </a:extLst>
          </p:cNvPr>
          <p:cNvGrpSpPr/>
          <p:nvPr/>
        </p:nvGrpSpPr>
        <p:grpSpPr>
          <a:xfrm>
            <a:off x="986351" y="1723688"/>
            <a:ext cx="3600000" cy="463927"/>
            <a:chOff x="979773" y="2975089"/>
            <a:chExt cx="3600000" cy="463927"/>
          </a:xfrm>
        </p:grpSpPr>
        <p:cxnSp>
          <p:nvCxnSpPr>
            <p:cNvPr id="72" name="直接连接符 71">
              <a:extLst>
                <a:ext uri="{FF2B5EF4-FFF2-40B4-BE49-F238E27FC236}">
                  <a16:creationId xmlns:a16="http://schemas.microsoft.com/office/drawing/2014/main" id="{6C9E8F10-D9E8-42EF-A451-5AFA4FD9D732}"/>
                </a:ext>
              </a:extLst>
            </p:cNvPr>
            <p:cNvCxnSpPr/>
            <p:nvPr/>
          </p:nvCxnSpPr>
          <p:spPr>
            <a:xfrm flipV="1">
              <a:off x="979773" y="2975089"/>
              <a:ext cx="0" cy="453911"/>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77" name="直接连接符 76">
              <a:extLst>
                <a:ext uri="{FF2B5EF4-FFF2-40B4-BE49-F238E27FC236}">
                  <a16:creationId xmlns:a16="http://schemas.microsoft.com/office/drawing/2014/main" id="{4542516D-787D-442B-9F49-0E44BC2E35D0}"/>
                </a:ext>
              </a:extLst>
            </p:cNvPr>
            <p:cNvCxnSpPr/>
            <p:nvPr/>
          </p:nvCxnSpPr>
          <p:spPr>
            <a:xfrm flipV="1">
              <a:off x="4579773" y="2985105"/>
              <a:ext cx="0" cy="453911"/>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78" name="直接箭头连接符 77">
              <a:extLst>
                <a:ext uri="{FF2B5EF4-FFF2-40B4-BE49-F238E27FC236}">
                  <a16:creationId xmlns:a16="http://schemas.microsoft.com/office/drawing/2014/main" id="{743ADB21-309F-4B76-8160-1371E6FF03F5}"/>
                </a:ext>
              </a:extLst>
            </p:cNvPr>
            <p:cNvCxnSpPr>
              <a:cxnSpLocks/>
            </p:cNvCxnSpPr>
            <p:nvPr/>
          </p:nvCxnSpPr>
          <p:spPr>
            <a:xfrm>
              <a:off x="979773" y="3202043"/>
              <a:ext cx="3600000" cy="0"/>
            </a:xfrm>
            <a:prstGeom prst="straightConnector1">
              <a:avLst/>
            </a:prstGeom>
            <a:ln w="12700">
              <a:solidFill>
                <a:schemeClr val="tx1"/>
              </a:solidFill>
              <a:headEnd type="triangle"/>
              <a:tailEnd type="triangle"/>
            </a:ln>
          </p:spPr>
          <p:style>
            <a:lnRef idx="1">
              <a:schemeClr val="accent1"/>
            </a:lnRef>
            <a:fillRef idx="0">
              <a:schemeClr val="accent1"/>
            </a:fillRef>
            <a:effectRef idx="0">
              <a:schemeClr val="accent1"/>
            </a:effectRef>
            <a:fontRef idx="minor">
              <a:schemeClr val="tx1"/>
            </a:fontRef>
          </p:style>
        </p:cxnSp>
        <p:sp>
          <p:nvSpPr>
            <p:cNvPr id="79" name="文本框 78">
              <a:extLst>
                <a:ext uri="{FF2B5EF4-FFF2-40B4-BE49-F238E27FC236}">
                  <a16:creationId xmlns:a16="http://schemas.microsoft.com/office/drawing/2014/main" id="{FFE8DDDC-6142-49F4-8BD8-94F683A3DE9C}"/>
                </a:ext>
              </a:extLst>
            </p:cNvPr>
            <p:cNvSpPr txBox="1"/>
            <p:nvPr/>
          </p:nvSpPr>
          <p:spPr>
            <a:xfrm>
              <a:off x="2329347" y="3027394"/>
              <a:ext cx="900853" cy="369332"/>
            </a:xfrm>
            <a:prstGeom prst="rect">
              <a:avLst/>
            </a:prstGeom>
            <a:solidFill>
              <a:schemeClr val="bg1"/>
            </a:solidFill>
          </p:spPr>
          <p:txBody>
            <a:bodyPr wrap="square" rtlCol="0">
              <a:spAutoFit/>
            </a:bodyPr>
            <a:lstStyle/>
            <a:p>
              <a:pPr algn="ctr"/>
              <a:r>
                <a:rPr lang="zh-CN" altLang="en-US" b="1" dirty="0"/>
                <a:t>帧首部</a:t>
              </a:r>
            </a:p>
          </p:txBody>
        </p:sp>
      </p:grpSp>
      <p:grpSp>
        <p:nvGrpSpPr>
          <p:cNvPr id="80" name="组合 79">
            <a:extLst>
              <a:ext uri="{FF2B5EF4-FFF2-40B4-BE49-F238E27FC236}">
                <a16:creationId xmlns:a16="http://schemas.microsoft.com/office/drawing/2014/main" id="{F54ED230-9F1F-482C-A93F-58990DA852E4}"/>
              </a:ext>
            </a:extLst>
          </p:cNvPr>
          <p:cNvGrpSpPr/>
          <p:nvPr/>
        </p:nvGrpSpPr>
        <p:grpSpPr>
          <a:xfrm>
            <a:off x="4586351" y="1723688"/>
            <a:ext cx="4472454" cy="453912"/>
            <a:chOff x="4225226" y="1322862"/>
            <a:chExt cx="4472454" cy="453912"/>
          </a:xfrm>
        </p:grpSpPr>
        <p:cxnSp>
          <p:nvCxnSpPr>
            <p:cNvPr id="81" name="直接连接符 80">
              <a:extLst>
                <a:ext uri="{FF2B5EF4-FFF2-40B4-BE49-F238E27FC236}">
                  <a16:creationId xmlns:a16="http://schemas.microsoft.com/office/drawing/2014/main" id="{74FD418F-623B-4741-A1FC-158FCE02ABD8}"/>
                </a:ext>
              </a:extLst>
            </p:cNvPr>
            <p:cNvCxnSpPr/>
            <p:nvPr/>
          </p:nvCxnSpPr>
          <p:spPr>
            <a:xfrm flipV="1">
              <a:off x="4225226" y="1322863"/>
              <a:ext cx="0" cy="453911"/>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82" name="直接连接符 81">
              <a:extLst>
                <a:ext uri="{FF2B5EF4-FFF2-40B4-BE49-F238E27FC236}">
                  <a16:creationId xmlns:a16="http://schemas.microsoft.com/office/drawing/2014/main" id="{0514F47E-6BC3-45C9-8F79-E3BCF282DFA2}"/>
                </a:ext>
              </a:extLst>
            </p:cNvPr>
            <p:cNvCxnSpPr/>
            <p:nvPr/>
          </p:nvCxnSpPr>
          <p:spPr>
            <a:xfrm flipV="1">
              <a:off x="8697680" y="1322862"/>
              <a:ext cx="0" cy="453911"/>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83" name="直接箭头连接符 82">
              <a:extLst>
                <a:ext uri="{FF2B5EF4-FFF2-40B4-BE49-F238E27FC236}">
                  <a16:creationId xmlns:a16="http://schemas.microsoft.com/office/drawing/2014/main" id="{3528D62A-EAF6-403D-9475-DFD57200F3AF}"/>
                </a:ext>
              </a:extLst>
            </p:cNvPr>
            <p:cNvCxnSpPr>
              <a:cxnSpLocks/>
            </p:cNvCxnSpPr>
            <p:nvPr/>
          </p:nvCxnSpPr>
          <p:spPr>
            <a:xfrm>
              <a:off x="4225226" y="1549817"/>
              <a:ext cx="4472454" cy="0"/>
            </a:xfrm>
            <a:prstGeom prst="straightConnector1">
              <a:avLst/>
            </a:prstGeom>
            <a:ln w="12700">
              <a:solidFill>
                <a:schemeClr val="tx1"/>
              </a:solidFill>
              <a:headEnd type="triangle"/>
              <a:tailEnd type="triangle"/>
            </a:ln>
          </p:spPr>
          <p:style>
            <a:lnRef idx="1">
              <a:schemeClr val="accent1"/>
            </a:lnRef>
            <a:fillRef idx="0">
              <a:schemeClr val="accent1"/>
            </a:fillRef>
            <a:effectRef idx="0">
              <a:schemeClr val="accent1"/>
            </a:effectRef>
            <a:fontRef idx="minor">
              <a:schemeClr val="tx1"/>
            </a:fontRef>
          </p:style>
        </p:cxnSp>
        <p:sp>
          <p:nvSpPr>
            <p:cNvPr id="84" name="文本框 83">
              <a:extLst>
                <a:ext uri="{FF2B5EF4-FFF2-40B4-BE49-F238E27FC236}">
                  <a16:creationId xmlns:a16="http://schemas.microsoft.com/office/drawing/2014/main" id="{3B985772-7D4C-4621-AAAB-4C66BCE47CF3}"/>
                </a:ext>
              </a:extLst>
            </p:cNvPr>
            <p:cNvSpPr txBox="1"/>
            <p:nvPr/>
          </p:nvSpPr>
          <p:spPr>
            <a:xfrm>
              <a:off x="5665226" y="1371924"/>
              <a:ext cx="1590347" cy="369332"/>
            </a:xfrm>
            <a:prstGeom prst="rect">
              <a:avLst/>
            </a:prstGeom>
            <a:solidFill>
              <a:schemeClr val="bg1"/>
            </a:solidFill>
          </p:spPr>
          <p:txBody>
            <a:bodyPr wrap="square" rtlCol="0">
              <a:spAutoFit/>
            </a:bodyPr>
            <a:lstStyle/>
            <a:p>
              <a:pPr algn="ctr"/>
              <a:r>
                <a:rPr lang="zh-CN" altLang="en-US" b="1" dirty="0"/>
                <a:t>帧的数据载荷</a:t>
              </a:r>
            </a:p>
          </p:txBody>
        </p:sp>
      </p:grpSp>
      <p:sp>
        <p:nvSpPr>
          <p:cNvPr id="85" name="矩形 84">
            <a:extLst>
              <a:ext uri="{FF2B5EF4-FFF2-40B4-BE49-F238E27FC236}">
                <a16:creationId xmlns:a16="http://schemas.microsoft.com/office/drawing/2014/main" id="{E780B9CA-5D07-496B-8E02-FD8F361DC928}"/>
              </a:ext>
            </a:extLst>
          </p:cNvPr>
          <p:cNvSpPr/>
          <p:nvPr/>
        </p:nvSpPr>
        <p:spPr>
          <a:xfrm>
            <a:off x="986351" y="2177599"/>
            <a:ext cx="720000" cy="364423"/>
          </a:xfrm>
          <a:prstGeom prst="rect">
            <a:avLst/>
          </a:prstGeom>
          <a:solidFill>
            <a:schemeClr val="accent4"/>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CN" b="1" dirty="0">
                <a:latin typeface="Arial Black" panose="020B0A04020102020204" pitchFamily="34" charset="0"/>
              </a:rPr>
              <a:t>F</a:t>
            </a:r>
            <a:endParaRPr lang="zh-CN" altLang="en-US" b="1" dirty="0">
              <a:latin typeface="Arial Black" panose="020B0A04020102020204" pitchFamily="34" charset="0"/>
            </a:endParaRPr>
          </a:p>
        </p:txBody>
      </p:sp>
      <p:sp>
        <p:nvSpPr>
          <p:cNvPr id="86" name="矩形 85">
            <a:extLst>
              <a:ext uri="{FF2B5EF4-FFF2-40B4-BE49-F238E27FC236}">
                <a16:creationId xmlns:a16="http://schemas.microsoft.com/office/drawing/2014/main" id="{E0D347C5-1D0B-48E0-83FD-C44BC688495F}"/>
              </a:ext>
            </a:extLst>
          </p:cNvPr>
          <p:cNvSpPr/>
          <p:nvPr/>
        </p:nvSpPr>
        <p:spPr>
          <a:xfrm>
            <a:off x="1706351" y="2177599"/>
            <a:ext cx="720000" cy="364423"/>
          </a:xfrm>
          <a:prstGeom prst="rect">
            <a:avLst/>
          </a:prstGeom>
          <a:solidFill>
            <a:schemeClr val="accent4"/>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CN" b="1" dirty="0">
                <a:latin typeface="Arial Black" panose="020B0A04020102020204" pitchFamily="34" charset="0"/>
              </a:rPr>
              <a:t>A</a:t>
            </a:r>
            <a:endParaRPr lang="zh-CN" altLang="en-US" b="1" dirty="0">
              <a:latin typeface="Arial Black" panose="020B0A04020102020204" pitchFamily="34" charset="0"/>
            </a:endParaRPr>
          </a:p>
        </p:txBody>
      </p:sp>
      <p:sp>
        <p:nvSpPr>
          <p:cNvPr id="87" name="矩形 86">
            <a:extLst>
              <a:ext uri="{FF2B5EF4-FFF2-40B4-BE49-F238E27FC236}">
                <a16:creationId xmlns:a16="http://schemas.microsoft.com/office/drawing/2014/main" id="{AA2F6062-2A4C-481D-B9B3-C8785F04B8AE}"/>
              </a:ext>
            </a:extLst>
          </p:cNvPr>
          <p:cNvSpPr/>
          <p:nvPr/>
        </p:nvSpPr>
        <p:spPr>
          <a:xfrm>
            <a:off x="2426351" y="2177599"/>
            <a:ext cx="720000" cy="364423"/>
          </a:xfrm>
          <a:prstGeom prst="rect">
            <a:avLst/>
          </a:prstGeom>
          <a:solidFill>
            <a:schemeClr val="accent4"/>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CN" b="1" dirty="0">
                <a:latin typeface="Arial Black" panose="020B0A04020102020204" pitchFamily="34" charset="0"/>
              </a:rPr>
              <a:t>C</a:t>
            </a:r>
            <a:endParaRPr lang="zh-CN" altLang="en-US" b="1" dirty="0">
              <a:latin typeface="Arial Black" panose="020B0A04020102020204" pitchFamily="34" charset="0"/>
            </a:endParaRPr>
          </a:p>
        </p:txBody>
      </p:sp>
      <p:sp>
        <p:nvSpPr>
          <p:cNvPr id="88" name="矩形 87">
            <a:extLst>
              <a:ext uri="{FF2B5EF4-FFF2-40B4-BE49-F238E27FC236}">
                <a16:creationId xmlns:a16="http://schemas.microsoft.com/office/drawing/2014/main" id="{5C7543EE-15B7-45B0-98E5-0D3400C7AC95}"/>
              </a:ext>
            </a:extLst>
          </p:cNvPr>
          <p:cNvSpPr/>
          <p:nvPr/>
        </p:nvSpPr>
        <p:spPr>
          <a:xfrm>
            <a:off x="3146351" y="2177599"/>
            <a:ext cx="1440000" cy="364423"/>
          </a:xfrm>
          <a:prstGeom prst="rect">
            <a:avLst/>
          </a:prstGeom>
          <a:solidFill>
            <a:schemeClr val="accent4"/>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CN" b="1" dirty="0">
                <a:latin typeface="Arial Black" panose="020B0A04020102020204" pitchFamily="34" charset="0"/>
              </a:rPr>
              <a:t>P</a:t>
            </a:r>
            <a:endParaRPr lang="zh-CN" altLang="en-US" b="1" dirty="0">
              <a:latin typeface="Arial Black" panose="020B0A04020102020204" pitchFamily="34" charset="0"/>
            </a:endParaRPr>
          </a:p>
        </p:txBody>
      </p:sp>
      <p:sp>
        <p:nvSpPr>
          <p:cNvPr id="89" name="矩形 88">
            <a:extLst>
              <a:ext uri="{FF2B5EF4-FFF2-40B4-BE49-F238E27FC236}">
                <a16:creationId xmlns:a16="http://schemas.microsoft.com/office/drawing/2014/main" id="{C6F2A98E-58A8-4147-8412-B5847CBE4A25}"/>
              </a:ext>
            </a:extLst>
          </p:cNvPr>
          <p:cNvSpPr/>
          <p:nvPr/>
        </p:nvSpPr>
        <p:spPr>
          <a:xfrm>
            <a:off x="9058805" y="2177599"/>
            <a:ext cx="1440000" cy="364423"/>
          </a:xfrm>
          <a:prstGeom prst="rect">
            <a:avLst/>
          </a:prstGeom>
          <a:solidFill>
            <a:schemeClr val="accent4"/>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CN" b="1" dirty="0">
                <a:latin typeface="Arial Black" panose="020B0A04020102020204" pitchFamily="34" charset="0"/>
              </a:rPr>
              <a:t>FCS</a:t>
            </a:r>
            <a:endParaRPr lang="zh-CN" altLang="en-US" b="1" dirty="0">
              <a:latin typeface="Arial Black" panose="020B0A04020102020204" pitchFamily="34" charset="0"/>
            </a:endParaRPr>
          </a:p>
        </p:txBody>
      </p:sp>
      <p:sp>
        <p:nvSpPr>
          <p:cNvPr id="90" name="矩形 89">
            <a:extLst>
              <a:ext uri="{FF2B5EF4-FFF2-40B4-BE49-F238E27FC236}">
                <a16:creationId xmlns:a16="http://schemas.microsoft.com/office/drawing/2014/main" id="{D6B3AC47-D119-4107-8B87-E598AC0B367E}"/>
              </a:ext>
            </a:extLst>
          </p:cNvPr>
          <p:cNvSpPr/>
          <p:nvPr/>
        </p:nvSpPr>
        <p:spPr>
          <a:xfrm>
            <a:off x="10498805" y="2177599"/>
            <a:ext cx="720000" cy="364423"/>
          </a:xfrm>
          <a:prstGeom prst="rect">
            <a:avLst/>
          </a:prstGeom>
          <a:solidFill>
            <a:schemeClr val="accent4"/>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CN" b="1" dirty="0">
                <a:latin typeface="Arial Black" panose="020B0A04020102020204" pitchFamily="34" charset="0"/>
              </a:rPr>
              <a:t>F</a:t>
            </a:r>
            <a:endParaRPr lang="zh-CN" altLang="en-US" b="1" dirty="0">
              <a:latin typeface="Arial Black" panose="020B0A04020102020204" pitchFamily="34" charset="0"/>
            </a:endParaRPr>
          </a:p>
        </p:txBody>
      </p:sp>
      <p:sp>
        <p:nvSpPr>
          <p:cNvPr id="42" name="文本框 41">
            <a:extLst>
              <a:ext uri="{FF2B5EF4-FFF2-40B4-BE49-F238E27FC236}">
                <a16:creationId xmlns:a16="http://schemas.microsoft.com/office/drawing/2014/main" id="{DFDDEB3C-4421-4BE9-B9B3-F7017F230318}"/>
              </a:ext>
            </a:extLst>
          </p:cNvPr>
          <p:cNvSpPr txBox="1"/>
          <p:nvPr/>
        </p:nvSpPr>
        <p:spPr>
          <a:xfrm>
            <a:off x="1042450" y="1181684"/>
            <a:ext cx="6176123" cy="369332"/>
          </a:xfrm>
          <a:prstGeom prst="rect">
            <a:avLst/>
          </a:prstGeom>
          <a:solidFill>
            <a:schemeClr val="bg1"/>
          </a:solidFill>
        </p:spPr>
        <p:txBody>
          <a:bodyPr wrap="square" rtlCol="0">
            <a:spAutoFit/>
          </a:bodyPr>
          <a:lstStyle/>
          <a:p>
            <a:r>
              <a:rPr lang="zh-CN" altLang="en-US" b="1" dirty="0">
                <a:solidFill>
                  <a:schemeClr val="accent3">
                    <a:lumMod val="75000"/>
                  </a:schemeClr>
                </a:solidFill>
              </a:rPr>
              <a:t>面向比特的同步链路使用零比特填充来实现透明传输</a:t>
            </a:r>
          </a:p>
        </p:txBody>
      </p:sp>
      <p:sp>
        <p:nvSpPr>
          <p:cNvPr id="43" name="矩形 42">
            <a:extLst>
              <a:ext uri="{FF2B5EF4-FFF2-40B4-BE49-F238E27FC236}">
                <a16:creationId xmlns:a16="http://schemas.microsoft.com/office/drawing/2014/main" id="{09C7EFD9-DAD8-421C-A8A0-BE01493955F7}"/>
              </a:ext>
            </a:extLst>
          </p:cNvPr>
          <p:cNvSpPr/>
          <p:nvPr/>
        </p:nvSpPr>
        <p:spPr>
          <a:xfrm>
            <a:off x="985298" y="2175237"/>
            <a:ext cx="720000" cy="364423"/>
          </a:xfrm>
          <a:prstGeom prst="rect">
            <a:avLst/>
          </a:prstGeom>
          <a:solidFill>
            <a:schemeClr val="accent4"/>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CN" b="1" dirty="0">
                <a:latin typeface="Arial Narrow" panose="020B0606020202030204" pitchFamily="34" charset="0"/>
              </a:rPr>
              <a:t>7E</a:t>
            </a:r>
            <a:endParaRPr lang="zh-CN" altLang="en-US" b="1" dirty="0">
              <a:latin typeface="Arial Narrow" panose="020B0606020202030204" pitchFamily="34" charset="0"/>
            </a:endParaRPr>
          </a:p>
        </p:txBody>
      </p:sp>
      <p:sp>
        <p:nvSpPr>
          <p:cNvPr id="44" name="矩形 43">
            <a:extLst>
              <a:ext uri="{FF2B5EF4-FFF2-40B4-BE49-F238E27FC236}">
                <a16:creationId xmlns:a16="http://schemas.microsoft.com/office/drawing/2014/main" id="{3DF90978-F8A4-4D5A-B8B4-9B434E5C692F}"/>
              </a:ext>
            </a:extLst>
          </p:cNvPr>
          <p:cNvSpPr/>
          <p:nvPr/>
        </p:nvSpPr>
        <p:spPr>
          <a:xfrm>
            <a:off x="10496697" y="2174844"/>
            <a:ext cx="720000" cy="364423"/>
          </a:xfrm>
          <a:prstGeom prst="rect">
            <a:avLst/>
          </a:prstGeom>
          <a:solidFill>
            <a:schemeClr val="accent4"/>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CN" b="1" dirty="0">
                <a:latin typeface="Arial Narrow" panose="020B0606020202030204" pitchFamily="34" charset="0"/>
              </a:rPr>
              <a:t>7E</a:t>
            </a:r>
            <a:endParaRPr lang="zh-CN" altLang="en-US" b="1" dirty="0">
              <a:latin typeface="Arial Narrow" panose="020B0606020202030204" pitchFamily="34" charset="0"/>
            </a:endParaRPr>
          </a:p>
        </p:txBody>
      </p:sp>
      <p:sp>
        <p:nvSpPr>
          <p:cNvPr id="71" name="矩形 70">
            <a:extLst>
              <a:ext uri="{FF2B5EF4-FFF2-40B4-BE49-F238E27FC236}">
                <a16:creationId xmlns:a16="http://schemas.microsoft.com/office/drawing/2014/main" id="{2A60865B-1F1A-44B6-9699-C7D8E03818D0}"/>
              </a:ext>
            </a:extLst>
          </p:cNvPr>
          <p:cNvSpPr/>
          <p:nvPr/>
        </p:nvSpPr>
        <p:spPr>
          <a:xfrm>
            <a:off x="985297" y="2174844"/>
            <a:ext cx="720000" cy="364423"/>
          </a:xfrm>
          <a:prstGeom prst="rect">
            <a:avLst/>
          </a:prstGeom>
          <a:solidFill>
            <a:schemeClr val="accent4"/>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rIns="0" rtlCol="0" anchor="ctr"/>
          <a:lstStyle/>
          <a:p>
            <a:pPr algn="ctr"/>
            <a:r>
              <a:rPr lang="en-US" altLang="zh-CN" sz="1600" b="1" dirty="0">
                <a:latin typeface="Arial Narrow" panose="020B0606020202030204" pitchFamily="34" charset="0"/>
              </a:rPr>
              <a:t>01111110</a:t>
            </a:r>
            <a:endParaRPr lang="zh-CN" altLang="en-US" sz="1600" b="1" dirty="0">
              <a:latin typeface="Arial Narrow" panose="020B0606020202030204" pitchFamily="34" charset="0"/>
            </a:endParaRPr>
          </a:p>
        </p:txBody>
      </p:sp>
      <p:sp>
        <p:nvSpPr>
          <p:cNvPr id="73" name="矩形 72">
            <a:extLst>
              <a:ext uri="{FF2B5EF4-FFF2-40B4-BE49-F238E27FC236}">
                <a16:creationId xmlns:a16="http://schemas.microsoft.com/office/drawing/2014/main" id="{347CC66A-1CBC-4291-80B1-A43C5CB408BC}"/>
              </a:ext>
            </a:extLst>
          </p:cNvPr>
          <p:cNvSpPr/>
          <p:nvPr/>
        </p:nvSpPr>
        <p:spPr>
          <a:xfrm>
            <a:off x="10494589" y="2174844"/>
            <a:ext cx="720000" cy="364423"/>
          </a:xfrm>
          <a:prstGeom prst="rect">
            <a:avLst/>
          </a:prstGeom>
          <a:solidFill>
            <a:schemeClr val="accent4"/>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rIns="0" rtlCol="0" anchor="ctr"/>
          <a:lstStyle/>
          <a:p>
            <a:pPr algn="ctr"/>
            <a:r>
              <a:rPr lang="en-US" altLang="zh-CN" sz="1600" b="1" dirty="0">
                <a:latin typeface="Arial Narrow" panose="020B0606020202030204" pitchFamily="34" charset="0"/>
              </a:rPr>
              <a:t>01111110</a:t>
            </a:r>
            <a:endParaRPr lang="zh-CN" altLang="en-US" sz="1600" b="1" dirty="0">
              <a:latin typeface="Arial Narrow" panose="020B0606020202030204" pitchFamily="34" charset="0"/>
            </a:endParaRPr>
          </a:p>
        </p:txBody>
      </p:sp>
      <p:sp>
        <p:nvSpPr>
          <p:cNvPr id="91" name="矩形 90">
            <a:extLst>
              <a:ext uri="{FF2B5EF4-FFF2-40B4-BE49-F238E27FC236}">
                <a16:creationId xmlns:a16="http://schemas.microsoft.com/office/drawing/2014/main" id="{1CEF49B4-0586-400F-BB48-0910D5BA1E97}"/>
              </a:ext>
            </a:extLst>
          </p:cNvPr>
          <p:cNvSpPr/>
          <p:nvPr/>
        </p:nvSpPr>
        <p:spPr>
          <a:xfrm>
            <a:off x="4586351" y="2177599"/>
            <a:ext cx="4472454" cy="364423"/>
          </a:xfrm>
          <a:prstGeom prst="rect">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sz="1700" b="1" dirty="0">
              <a:solidFill>
                <a:schemeClr val="tx1"/>
              </a:solidFill>
              <a:latin typeface="Arial Narrow" panose="020B0606020202030204" pitchFamily="34" charset="0"/>
            </a:endParaRPr>
          </a:p>
        </p:txBody>
      </p:sp>
      <p:grpSp>
        <p:nvGrpSpPr>
          <p:cNvPr id="11" name="组合 10">
            <a:extLst>
              <a:ext uri="{FF2B5EF4-FFF2-40B4-BE49-F238E27FC236}">
                <a16:creationId xmlns:a16="http://schemas.microsoft.com/office/drawing/2014/main" id="{3B35D8CF-CA85-423E-A895-BEADF37AEBBE}"/>
              </a:ext>
            </a:extLst>
          </p:cNvPr>
          <p:cNvGrpSpPr/>
          <p:nvPr/>
        </p:nvGrpSpPr>
        <p:grpSpPr>
          <a:xfrm>
            <a:off x="4573197" y="2181033"/>
            <a:ext cx="4472454" cy="353943"/>
            <a:chOff x="4573197" y="2181033"/>
            <a:chExt cx="4472454" cy="353943"/>
          </a:xfrm>
        </p:grpSpPr>
        <p:sp>
          <p:nvSpPr>
            <p:cNvPr id="76" name="矩形 75">
              <a:extLst>
                <a:ext uri="{FF2B5EF4-FFF2-40B4-BE49-F238E27FC236}">
                  <a16:creationId xmlns:a16="http://schemas.microsoft.com/office/drawing/2014/main" id="{67C06631-4099-4457-B70E-F5D5129AEF0F}"/>
                </a:ext>
              </a:extLst>
            </p:cNvPr>
            <p:cNvSpPr/>
            <p:nvPr/>
          </p:nvSpPr>
          <p:spPr>
            <a:xfrm>
              <a:off x="6750173" y="2216070"/>
              <a:ext cx="761144" cy="282335"/>
            </a:xfrm>
            <a:prstGeom prst="rect">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lIns="0" rIns="0" rtlCol="0" anchor="ctr"/>
            <a:lstStyle/>
            <a:p>
              <a:pPr algn="ctr"/>
              <a:endParaRPr lang="zh-CN" altLang="en-US" sz="1600" b="1" dirty="0">
                <a:latin typeface="Arial Narrow" panose="020B0606020202030204" pitchFamily="34" charset="0"/>
              </a:endParaRPr>
            </a:p>
          </p:txBody>
        </p:sp>
        <p:sp>
          <p:nvSpPr>
            <p:cNvPr id="75" name="矩形 74">
              <a:extLst>
                <a:ext uri="{FF2B5EF4-FFF2-40B4-BE49-F238E27FC236}">
                  <a16:creationId xmlns:a16="http://schemas.microsoft.com/office/drawing/2014/main" id="{47DF67BB-2C61-4229-95FC-E07186F04BDE}"/>
                </a:ext>
              </a:extLst>
            </p:cNvPr>
            <p:cNvSpPr/>
            <p:nvPr/>
          </p:nvSpPr>
          <p:spPr>
            <a:xfrm>
              <a:off x="5722844" y="2216070"/>
              <a:ext cx="761144" cy="282335"/>
            </a:xfrm>
            <a:prstGeom prst="rect">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lIns="0" rIns="0" rtlCol="0" anchor="ctr"/>
            <a:lstStyle/>
            <a:p>
              <a:pPr algn="ctr"/>
              <a:endParaRPr lang="zh-CN" altLang="en-US" sz="1600" b="1" dirty="0">
                <a:latin typeface="Arial Narrow" panose="020B0606020202030204" pitchFamily="34" charset="0"/>
              </a:endParaRPr>
            </a:p>
          </p:txBody>
        </p:sp>
        <p:sp>
          <p:nvSpPr>
            <p:cNvPr id="74" name="文本框 73">
              <a:extLst>
                <a:ext uri="{FF2B5EF4-FFF2-40B4-BE49-F238E27FC236}">
                  <a16:creationId xmlns:a16="http://schemas.microsoft.com/office/drawing/2014/main" id="{5CE84469-CE5C-48E2-A189-18E99727E346}"/>
                </a:ext>
              </a:extLst>
            </p:cNvPr>
            <p:cNvSpPr txBox="1"/>
            <p:nvPr/>
          </p:nvSpPr>
          <p:spPr>
            <a:xfrm>
              <a:off x="4573197" y="2181033"/>
              <a:ext cx="4472454" cy="353943"/>
            </a:xfrm>
            <a:prstGeom prst="rect">
              <a:avLst/>
            </a:prstGeom>
            <a:noFill/>
          </p:spPr>
          <p:txBody>
            <a:bodyPr wrap="square">
              <a:spAutoFit/>
            </a:bodyPr>
            <a:lstStyle/>
            <a:p>
              <a:pPr algn="ctr"/>
              <a:r>
                <a:rPr lang="en-US" altLang="zh-CN" sz="1700" b="1" dirty="0">
                  <a:solidFill>
                    <a:schemeClr val="tx1"/>
                  </a:solidFill>
                  <a:latin typeface="Arial Narrow" panose="020B0606020202030204" pitchFamily="34" charset="0"/>
                </a:rPr>
                <a:t>1…101010010111111001101111110101010010111…0</a:t>
              </a:r>
              <a:endParaRPr lang="zh-CN" altLang="en-US" sz="1700" b="1" dirty="0">
                <a:solidFill>
                  <a:schemeClr val="tx1"/>
                </a:solidFill>
                <a:latin typeface="Arial Narrow" panose="020B0606020202030204" pitchFamily="34" charset="0"/>
              </a:endParaRPr>
            </a:p>
          </p:txBody>
        </p:sp>
      </p:grpSp>
      <p:sp>
        <p:nvSpPr>
          <p:cNvPr id="92" name="矩形 91">
            <a:extLst>
              <a:ext uri="{FF2B5EF4-FFF2-40B4-BE49-F238E27FC236}">
                <a16:creationId xmlns:a16="http://schemas.microsoft.com/office/drawing/2014/main" id="{80D13B7F-4440-4391-9ED5-324A245C1B39}"/>
              </a:ext>
            </a:extLst>
          </p:cNvPr>
          <p:cNvSpPr/>
          <p:nvPr/>
        </p:nvSpPr>
        <p:spPr>
          <a:xfrm>
            <a:off x="1717399" y="2183867"/>
            <a:ext cx="2853690" cy="351109"/>
          </a:xfrm>
          <a:prstGeom prst="rect">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CN" b="1" dirty="0">
                <a:latin typeface="+mn-ea"/>
              </a:rPr>
              <a:t>……</a:t>
            </a:r>
            <a:endParaRPr lang="zh-CN" altLang="en-US" b="1" dirty="0">
              <a:latin typeface="+mn-ea"/>
            </a:endParaRPr>
          </a:p>
        </p:txBody>
      </p:sp>
      <p:sp>
        <p:nvSpPr>
          <p:cNvPr id="93" name="矩形 92">
            <a:extLst>
              <a:ext uri="{FF2B5EF4-FFF2-40B4-BE49-F238E27FC236}">
                <a16:creationId xmlns:a16="http://schemas.microsoft.com/office/drawing/2014/main" id="{E457FEF1-56C6-4892-8787-3CB05354A780}"/>
              </a:ext>
            </a:extLst>
          </p:cNvPr>
          <p:cNvSpPr/>
          <p:nvPr/>
        </p:nvSpPr>
        <p:spPr>
          <a:xfrm>
            <a:off x="9096505" y="2216070"/>
            <a:ext cx="1334076" cy="259132"/>
          </a:xfrm>
          <a:prstGeom prst="rect">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CN" b="1" dirty="0">
                <a:latin typeface="+mn-ea"/>
              </a:rPr>
              <a:t>……</a:t>
            </a:r>
            <a:endParaRPr lang="zh-CN" altLang="en-US" b="1" dirty="0">
              <a:latin typeface="+mn-ea"/>
            </a:endParaRPr>
          </a:p>
        </p:txBody>
      </p:sp>
      <p:sp>
        <p:nvSpPr>
          <p:cNvPr id="94" name="íşlïḍè">
            <a:extLst>
              <a:ext uri="{FF2B5EF4-FFF2-40B4-BE49-F238E27FC236}">
                <a16:creationId xmlns:a16="http://schemas.microsoft.com/office/drawing/2014/main" id="{149938AB-F674-4F1F-B4E6-3B9FEA23AA70}"/>
              </a:ext>
            </a:extLst>
          </p:cNvPr>
          <p:cNvSpPr txBox="1"/>
          <p:nvPr/>
        </p:nvSpPr>
        <p:spPr>
          <a:xfrm>
            <a:off x="985299" y="3243870"/>
            <a:ext cx="1922362" cy="400110"/>
          </a:xfrm>
          <a:prstGeom prst="rect">
            <a:avLst/>
          </a:prstGeom>
          <a:noFill/>
        </p:spPr>
        <p:txBody>
          <a:bodyPr wrap="square" lIns="91440" tIns="45720" rIns="91440" bIns="45720" anchor="ctr">
            <a:noAutofit/>
          </a:bodyPr>
          <a:lstStyle/>
          <a:p>
            <a:r>
              <a:rPr lang="zh-CN" altLang="en-US" b="1" dirty="0"/>
              <a:t>发送方的处理：</a:t>
            </a:r>
            <a:endParaRPr lang="en-US" altLang="zh-CN" b="1" dirty="0"/>
          </a:p>
        </p:txBody>
      </p:sp>
      <p:sp>
        <p:nvSpPr>
          <p:cNvPr id="95" name="íşlïḍè">
            <a:extLst>
              <a:ext uri="{FF2B5EF4-FFF2-40B4-BE49-F238E27FC236}">
                <a16:creationId xmlns:a16="http://schemas.microsoft.com/office/drawing/2014/main" id="{10650216-4A96-4591-AAD3-6E84B78FBC5E}"/>
              </a:ext>
            </a:extLst>
          </p:cNvPr>
          <p:cNvSpPr txBox="1"/>
          <p:nvPr/>
        </p:nvSpPr>
        <p:spPr>
          <a:xfrm>
            <a:off x="1452012" y="3702960"/>
            <a:ext cx="10303615" cy="400110"/>
          </a:xfrm>
          <a:prstGeom prst="rect">
            <a:avLst/>
          </a:prstGeom>
          <a:noFill/>
        </p:spPr>
        <p:txBody>
          <a:bodyPr wrap="square" lIns="91440" tIns="45720" rIns="91440" bIns="45720" anchor="ctr">
            <a:noAutofit/>
          </a:bodyPr>
          <a:lstStyle/>
          <a:p>
            <a:r>
              <a:rPr lang="zh-CN" altLang="en-US" b="1" dirty="0"/>
              <a:t>对帧的数据载荷进行扫描（一般由硬件完成），每出现</a:t>
            </a:r>
            <a:r>
              <a:rPr lang="en-US" altLang="zh-CN" b="1" dirty="0">
                <a:solidFill>
                  <a:schemeClr val="accent1">
                    <a:lumMod val="75000"/>
                  </a:schemeClr>
                </a:solidFill>
              </a:rPr>
              <a:t>5</a:t>
            </a:r>
            <a:r>
              <a:rPr lang="zh-CN" altLang="en-US" b="1" dirty="0">
                <a:solidFill>
                  <a:schemeClr val="accent1">
                    <a:lumMod val="75000"/>
                  </a:schemeClr>
                </a:solidFill>
              </a:rPr>
              <a:t>个连续的比特</a:t>
            </a:r>
            <a:r>
              <a:rPr lang="en-US" altLang="zh-CN" b="1" dirty="0">
                <a:solidFill>
                  <a:schemeClr val="accent1">
                    <a:lumMod val="75000"/>
                  </a:schemeClr>
                </a:solidFill>
              </a:rPr>
              <a:t>1</a:t>
            </a:r>
            <a:r>
              <a:rPr lang="zh-CN" altLang="en-US" b="1" dirty="0"/>
              <a:t>，则在</a:t>
            </a:r>
            <a:r>
              <a:rPr lang="zh-CN" altLang="en-US" b="1" dirty="0">
                <a:solidFill>
                  <a:schemeClr val="accent1">
                    <a:lumMod val="75000"/>
                  </a:schemeClr>
                </a:solidFill>
              </a:rPr>
              <a:t>其后填充一个比特</a:t>
            </a:r>
            <a:r>
              <a:rPr lang="en-US" altLang="zh-CN" b="1" dirty="0">
                <a:solidFill>
                  <a:schemeClr val="accent1">
                    <a:lumMod val="75000"/>
                  </a:schemeClr>
                </a:solidFill>
              </a:rPr>
              <a:t>0</a:t>
            </a:r>
            <a:r>
              <a:rPr lang="zh-CN" altLang="en-US" b="1" dirty="0"/>
              <a:t>。</a:t>
            </a:r>
            <a:endParaRPr lang="en-US" altLang="zh-CN" b="1" dirty="0"/>
          </a:p>
        </p:txBody>
      </p:sp>
    </p:spTree>
    <p:custDataLst>
      <p:tags r:id="rId1"/>
    </p:custDataLst>
    <p:extLst>
      <p:ext uri="{BB962C8B-B14F-4D97-AF65-F5344CB8AC3E}">
        <p14:creationId xmlns:p14="http://schemas.microsoft.com/office/powerpoint/2010/main" val="3547264235"/>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 presetClass="entr" presetSubtype="0" fill="hold" grpId="0" nodeType="withEffect">
                                  <p:stCondLst>
                                    <p:cond delay="0"/>
                                  </p:stCondLst>
                                  <p:iterate type="lt">
                                    <p:tmAbs val="100"/>
                                  </p:iterate>
                                  <p:childTnLst>
                                    <p:set>
                                      <p:cBhvr>
                                        <p:cTn id="6" dur="1" fill="hold">
                                          <p:stCondLst>
                                            <p:cond delay="0"/>
                                          </p:stCondLst>
                                        </p:cTn>
                                        <p:tgtEl>
                                          <p:spTgt spid="94"/>
                                        </p:tgtEl>
                                        <p:attrNameLst>
                                          <p:attrName>style.visibility</p:attrName>
                                        </p:attrNameLst>
                                      </p:cBhvr>
                                      <p:to>
                                        <p:strVal val="visible"/>
                                      </p:to>
                                    </p:set>
                                  </p:childTnLst>
                                </p:cTn>
                              </p:par>
                            </p:childTnLst>
                          </p:cTn>
                        </p:par>
                      </p:childTnLst>
                    </p:cTn>
                  </p:par>
                  <p:par>
                    <p:cTn id="7" fill="hold">
                      <p:stCondLst>
                        <p:cond delay="indefinite"/>
                      </p:stCondLst>
                      <p:childTnLst>
                        <p:par>
                          <p:cTn id="8" fill="hold">
                            <p:stCondLst>
                              <p:cond delay="0"/>
                            </p:stCondLst>
                            <p:childTnLst>
                              <p:par>
                                <p:cTn id="9" presetID="1" presetClass="entr" presetSubtype="0" fill="hold" grpId="0" nodeType="clickEffect">
                                  <p:stCondLst>
                                    <p:cond delay="0"/>
                                  </p:stCondLst>
                                  <p:iterate type="lt">
                                    <p:tmAbs val="100"/>
                                  </p:iterate>
                                  <p:childTnLst>
                                    <p:set>
                                      <p:cBhvr>
                                        <p:cTn id="10" dur="1" fill="hold">
                                          <p:stCondLst>
                                            <p:cond delay="0"/>
                                          </p:stCondLst>
                                        </p:cTn>
                                        <p:tgtEl>
                                          <p:spTgt spid="95"/>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94" grpId="0"/>
      <p:bldP spid="95" grpId="0"/>
    </p:bldLst>
  </p:timing>
</p:sld>
</file>

<file path=ppt/slides/slide23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4" name="组合 3">
            <a:extLst>
              <a:ext uri="{FF2B5EF4-FFF2-40B4-BE49-F238E27FC236}">
                <a16:creationId xmlns:a16="http://schemas.microsoft.com/office/drawing/2014/main" id="{9A1EA9F2-FCB6-48C3-935F-7AE7E3AD14AC}"/>
              </a:ext>
            </a:extLst>
          </p:cNvPr>
          <p:cNvGrpSpPr/>
          <p:nvPr/>
        </p:nvGrpSpPr>
        <p:grpSpPr>
          <a:xfrm>
            <a:off x="304800" y="749300"/>
            <a:ext cx="6192344" cy="400110"/>
            <a:chOff x="424117" y="898245"/>
            <a:chExt cx="6192344" cy="400110"/>
          </a:xfrm>
        </p:grpSpPr>
        <p:sp>
          <p:nvSpPr>
            <p:cNvPr id="2" name="平行四边形 1">
              <a:extLst>
                <a:ext uri="{FF2B5EF4-FFF2-40B4-BE49-F238E27FC236}">
                  <a16:creationId xmlns:a16="http://schemas.microsoft.com/office/drawing/2014/main" id="{1F5BAA3F-9845-4F89-A2DD-8222D3E4EDAC}"/>
                </a:ext>
              </a:extLst>
            </p:cNvPr>
            <p:cNvSpPr/>
            <p:nvPr/>
          </p:nvSpPr>
          <p:spPr>
            <a:xfrm>
              <a:off x="424117" y="898245"/>
              <a:ext cx="737650" cy="387090"/>
            </a:xfrm>
            <a:prstGeom prst="parallelogram">
              <a:avLst/>
            </a:prstGeom>
            <a:solidFill>
              <a:schemeClr val="accent3">
                <a:lumMod val="75000"/>
              </a:schemeClr>
            </a:solidFill>
            <a:ln>
              <a:solidFill>
                <a:schemeClr val="accent3">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CN" sz="2200" dirty="0">
                  <a:latin typeface="Impact" panose="020B0806030902050204" pitchFamily="34" charset="0"/>
                </a:rPr>
                <a:t>03</a:t>
              </a:r>
              <a:endParaRPr lang="zh-CN" altLang="en-US" sz="2200" dirty="0">
                <a:latin typeface="Impact" panose="020B0806030902050204" pitchFamily="34" charset="0"/>
              </a:endParaRPr>
            </a:p>
          </p:txBody>
        </p:sp>
        <p:sp>
          <p:nvSpPr>
            <p:cNvPr id="3" name="文本框 2">
              <a:extLst>
                <a:ext uri="{FF2B5EF4-FFF2-40B4-BE49-F238E27FC236}">
                  <a16:creationId xmlns:a16="http://schemas.microsoft.com/office/drawing/2014/main" id="{4D6BD736-A4D3-4F26-AFED-36E11F50F70B}"/>
                </a:ext>
              </a:extLst>
            </p:cNvPr>
            <p:cNvSpPr txBox="1"/>
            <p:nvPr/>
          </p:nvSpPr>
          <p:spPr>
            <a:xfrm>
              <a:off x="1161767" y="898245"/>
              <a:ext cx="5454694" cy="400110"/>
            </a:xfrm>
            <a:prstGeom prst="rect">
              <a:avLst/>
            </a:prstGeom>
            <a:noFill/>
          </p:spPr>
          <p:txBody>
            <a:bodyPr wrap="square" rtlCol="0">
              <a:spAutoFit/>
            </a:bodyPr>
            <a:lstStyle/>
            <a:p>
              <a:r>
                <a:rPr lang="en-US" altLang="zh-CN" sz="2000" b="1" dirty="0"/>
                <a:t>PPP</a:t>
              </a:r>
              <a:r>
                <a:rPr lang="zh-CN" altLang="en-US" sz="2000" b="1" dirty="0"/>
                <a:t>帧的透明传输</a:t>
              </a:r>
            </a:p>
          </p:txBody>
        </p:sp>
      </p:grpSp>
      <p:grpSp>
        <p:nvGrpSpPr>
          <p:cNvPr id="54" name="组合 53">
            <a:extLst>
              <a:ext uri="{FF2B5EF4-FFF2-40B4-BE49-F238E27FC236}">
                <a16:creationId xmlns:a16="http://schemas.microsoft.com/office/drawing/2014/main" id="{3251244F-2677-4044-84FF-4E3A618F0F84}"/>
              </a:ext>
            </a:extLst>
          </p:cNvPr>
          <p:cNvGrpSpPr/>
          <p:nvPr/>
        </p:nvGrpSpPr>
        <p:grpSpPr>
          <a:xfrm>
            <a:off x="9056697" y="1735276"/>
            <a:ext cx="2160000" cy="458913"/>
            <a:chOff x="8697680" y="1322684"/>
            <a:chExt cx="2160000" cy="458913"/>
          </a:xfrm>
        </p:grpSpPr>
        <p:cxnSp>
          <p:nvCxnSpPr>
            <p:cNvPr id="55" name="直接连接符 54">
              <a:extLst>
                <a:ext uri="{FF2B5EF4-FFF2-40B4-BE49-F238E27FC236}">
                  <a16:creationId xmlns:a16="http://schemas.microsoft.com/office/drawing/2014/main" id="{02760AEE-7703-4F73-8ABC-36244A982E59}"/>
                </a:ext>
              </a:extLst>
            </p:cNvPr>
            <p:cNvCxnSpPr/>
            <p:nvPr/>
          </p:nvCxnSpPr>
          <p:spPr>
            <a:xfrm flipV="1">
              <a:off x="8697680" y="1322684"/>
              <a:ext cx="0" cy="453911"/>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8" name="直接连接符 57">
              <a:extLst>
                <a:ext uri="{FF2B5EF4-FFF2-40B4-BE49-F238E27FC236}">
                  <a16:creationId xmlns:a16="http://schemas.microsoft.com/office/drawing/2014/main" id="{DFFDD7BA-A30E-4E42-97E3-7404B0BB1F33}"/>
                </a:ext>
              </a:extLst>
            </p:cNvPr>
            <p:cNvCxnSpPr/>
            <p:nvPr/>
          </p:nvCxnSpPr>
          <p:spPr>
            <a:xfrm flipV="1">
              <a:off x="10857680" y="1327686"/>
              <a:ext cx="0" cy="453911"/>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60" name="直接箭头连接符 59">
              <a:extLst>
                <a:ext uri="{FF2B5EF4-FFF2-40B4-BE49-F238E27FC236}">
                  <a16:creationId xmlns:a16="http://schemas.microsoft.com/office/drawing/2014/main" id="{FC86BF61-8DC9-4F42-84F1-B3E612E6029B}"/>
                </a:ext>
              </a:extLst>
            </p:cNvPr>
            <p:cNvCxnSpPr>
              <a:cxnSpLocks/>
            </p:cNvCxnSpPr>
            <p:nvPr/>
          </p:nvCxnSpPr>
          <p:spPr>
            <a:xfrm>
              <a:off x="8697680" y="1547869"/>
              <a:ext cx="2160000" cy="0"/>
            </a:xfrm>
            <a:prstGeom prst="straightConnector1">
              <a:avLst/>
            </a:prstGeom>
            <a:ln w="12700">
              <a:solidFill>
                <a:schemeClr val="tx1"/>
              </a:solidFill>
              <a:headEnd type="triangle"/>
              <a:tailEnd type="triangle"/>
            </a:ln>
          </p:spPr>
          <p:style>
            <a:lnRef idx="1">
              <a:schemeClr val="accent1"/>
            </a:lnRef>
            <a:fillRef idx="0">
              <a:schemeClr val="accent1"/>
            </a:fillRef>
            <a:effectRef idx="0">
              <a:schemeClr val="accent1"/>
            </a:effectRef>
            <a:fontRef idx="minor">
              <a:schemeClr val="tx1"/>
            </a:fontRef>
          </p:style>
        </p:cxnSp>
        <p:sp>
          <p:nvSpPr>
            <p:cNvPr id="61" name="文本框 60">
              <a:extLst>
                <a:ext uri="{FF2B5EF4-FFF2-40B4-BE49-F238E27FC236}">
                  <a16:creationId xmlns:a16="http://schemas.microsoft.com/office/drawing/2014/main" id="{DE5546B2-E8C7-4B4F-956B-3153E01FDAD7}"/>
                </a:ext>
              </a:extLst>
            </p:cNvPr>
            <p:cNvSpPr txBox="1"/>
            <p:nvPr/>
          </p:nvSpPr>
          <p:spPr>
            <a:xfrm>
              <a:off x="9323532" y="1371746"/>
              <a:ext cx="908294" cy="369332"/>
            </a:xfrm>
            <a:prstGeom prst="rect">
              <a:avLst/>
            </a:prstGeom>
            <a:solidFill>
              <a:schemeClr val="bg1"/>
            </a:solidFill>
          </p:spPr>
          <p:txBody>
            <a:bodyPr wrap="square" rtlCol="0">
              <a:spAutoFit/>
            </a:bodyPr>
            <a:lstStyle/>
            <a:p>
              <a:pPr algn="ctr"/>
              <a:r>
                <a:rPr lang="zh-CN" altLang="en-US" b="1" dirty="0"/>
                <a:t>帧尾部</a:t>
              </a:r>
            </a:p>
          </p:txBody>
        </p:sp>
      </p:grpSp>
      <p:grpSp>
        <p:nvGrpSpPr>
          <p:cNvPr id="66" name="组合 65">
            <a:extLst>
              <a:ext uri="{FF2B5EF4-FFF2-40B4-BE49-F238E27FC236}">
                <a16:creationId xmlns:a16="http://schemas.microsoft.com/office/drawing/2014/main" id="{0CDC28CF-1464-4B93-9F0E-35BC090315DE}"/>
              </a:ext>
            </a:extLst>
          </p:cNvPr>
          <p:cNvGrpSpPr/>
          <p:nvPr/>
        </p:nvGrpSpPr>
        <p:grpSpPr>
          <a:xfrm>
            <a:off x="986351" y="1723688"/>
            <a:ext cx="3600000" cy="463927"/>
            <a:chOff x="979773" y="2975089"/>
            <a:chExt cx="3600000" cy="463927"/>
          </a:xfrm>
        </p:grpSpPr>
        <p:cxnSp>
          <p:nvCxnSpPr>
            <p:cNvPr id="72" name="直接连接符 71">
              <a:extLst>
                <a:ext uri="{FF2B5EF4-FFF2-40B4-BE49-F238E27FC236}">
                  <a16:creationId xmlns:a16="http://schemas.microsoft.com/office/drawing/2014/main" id="{6C9E8F10-D9E8-42EF-A451-5AFA4FD9D732}"/>
                </a:ext>
              </a:extLst>
            </p:cNvPr>
            <p:cNvCxnSpPr/>
            <p:nvPr/>
          </p:nvCxnSpPr>
          <p:spPr>
            <a:xfrm flipV="1">
              <a:off x="979773" y="2975089"/>
              <a:ext cx="0" cy="453911"/>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77" name="直接连接符 76">
              <a:extLst>
                <a:ext uri="{FF2B5EF4-FFF2-40B4-BE49-F238E27FC236}">
                  <a16:creationId xmlns:a16="http://schemas.microsoft.com/office/drawing/2014/main" id="{4542516D-787D-442B-9F49-0E44BC2E35D0}"/>
                </a:ext>
              </a:extLst>
            </p:cNvPr>
            <p:cNvCxnSpPr/>
            <p:nvPr/>
          </p:nvCxnSpPr>
          <p:spPr>
            <a:xfrm flipV="1">
              <a:off x="4579773" y="2985105"/>
              <a:ext cx="0" cy="453911"/>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78" name="直接箭头连接符 77">
              <a:extLst>
                <a:ext uri="{FF2B5EF4-FFF2-40B4-BE49-F238E27FC236}">
                  <a16:creationId xmlns:a16="http://schemas.microsoft.com/office/drawing/2014/main" id="{743ADB21-309F-4B76-8160-1371E6FF03F5}"/>
                </a:ext>
              </a:extLst>
            </p:cNvPr>
            <p:cNvCxnSpPr>
              <a:cxnSpLocks/>
            </p:cNvCxnSpPr>
            <p:nvPr/>
          </p:nvCxnSpPr>
          <p:spPr>
            <a:xfrm>
              <a:off x="979773" y="3202043"/>
              <a:ext cx="3600000" cy="0"/>
            </a:xfrm>
            <a:prstGeom prst="straightConnector1">
              <a:avLst/>
            </a:prstGeom>
            <a:ln w="12700">
              <a:solidFill>
                <a:schemeClr val="tx1"/>
              </a:solidFill>
              <a:headEnd type="triangle"/>
              <a:tailEnd type="triangle"/>
            </a:ln>
          </p:spPr>
          <p:style>
            <a:lnRef idx="1">
              <a:schemeClr val="accent1"/>
            </a:lnRef>
            <a:fillRef idx="0">
              <a:schemeClr val="accent1"/>
            </a:fillRef>
            <a:effectRef idx="0">
              <a:schemeClr val="accent1"/>
            </a:effectRef>
            <a:fontRef idx="minor">
              <a:schemeClr val="tx1"/>
            </a:fontRef>
          </p:style>
        </p:cxnSp>
        <p:sp>
          <p:nvSpPr>
            <p:cNvPr id="79" name="文本框 78">
              <a:extLst>
                <a:ext uri="{FF2B5EF4-FFF2-40B4-BE49-F238E27FC236}">
                  <a16:creationId xmlns:a16="http://schemas.microsoft.com/office/drawing/2014/main" id="{FFE8DDDC-6142-49F4-8BD8-94F683A3DE9C}"/>
                </a:ext>
              </a:extLst>
            </p:cNvPr>
            <p:cNvSpPr txBox="1"/>
            <p:nvPr/>
          </p:nvSpPr>
          <p:spPr>
            <a:xfrm>
              <a:off x="2329347" y="3027394"/>
              <a:ext cx="900853" cy="369332"/>
            </a:xfrm>
            <a:prstGeom prst="rect">
              <a:avLst/>
            </a:prstGeom>
            <a:solidFill>
              <a:schemeClr val="bg1"/>
            </a:solidFill>
          </p:spPr>
          <p:txBody>
            <a:bodyPr wrap="square" rtlCol="0">
              <a:spAutoFit/>
            </a:bodyPr>
            <a:lstStyle/>
            <a:p>
              <a:pPr algn="ctr"/>
              <a:r>
                <a:rPr lang="zh-CN" altLang="en-US" b="1" dirty="0"/>
                <a:t>帧首部</a:t>
              </a:r>
            </a:p>
          </p:txBody>
        </p:sp>
      </p:grpSp>
      <p:grpSp>
        <p:nvGrpSpPr>
          <p:cNvPr id="80" name="组合 79">
            <a:extLst>
              <a:ext uri="{FF2B5EF4-FFF2-40B4-BE49-F238E27FC236}">
                <a16:creationId xmlns:a16="http://schemas.microsoft.com/office/drawing/2014/main" id="{F54ED230-9F1F-482C-A93F-58990DA852E4}"/>
              </a:ext>
            </a:extLst>
          </p:cNvPr>
          <p:cNvGrpSpPr/>
          <p:nvPr/>
        </p:nvGrpSpPr>
        <p:grpSpPr>
          <a:xfrm>
            <a:off x="4586351" y="1723688"/>
            <a:ext cx="4472454" cy="453912"/>
            <a:chOff x="4225226" y="1322862"/>
            <a:chExt cx="4472454" cy="453912"/>
          </a:xfrm>
        </p:grpSpPr>
        <p:cxnSp>
          <p:nvCxnSpPr>
            <p:cNvPr id="81" name="直接连接符 80">
              <a:extLst>
                <a:ext uri="{FF2B5EF4-FFF2-40B4-BE49-F238E27FC236}">
                  <a16:creationId xmlns:a16="http://schemas.microsoft.com/office/drawing/2014/main" id="{74FD418F-623B-4741-A1FC-158FCE02ABD8}"/>
                </a:ext>
              </a:extLst>
            </p:cNvPr>
            <p:cNvCxnSpPr/>
            <p:nvPr/>
          </p:nvCxnSpPr>
          <p:spPr>
            <a:xfrm flipV="1">
              <a:off x="4225226" y="1322863"/>
              <a:ext cx="0" cy="453911"/>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82" name="直接连接符 81">
              <a:extLst>
                <a:ext uri="{FF2B5EF4-FFF2-40B4-BE49-F238E27FC236}">
                  <a16:creationId xmlns:a16="http://schemas.microsoft.com/office/drawing/2014/main" id="{0514F47E-6BC3-45C9-8F79-E3BCF282DFA2}"/>
                </a:ext>
              </a:extLst>
            </p:cNvPr>
            <p:cNvCxnSpPr/>
            <p:nvPr/>
          </p:nvCxnSpPr>
          <p:spPr>
            <a:xfrm flipV="1">
              <a:off x="8697680" y="1322862"/>
              <a:ext cx="0" cy="453911"/>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83" name="直接箭头连接符 82">
              <a:extLst>
                <a:ext uri="{FF2B5EF4-FFF2-40B4-BE49-F238E27FC236}">
                  <a16:creationId xmlns:a16="http://schemas.microsoft.com/office/drawing/2014/main" id="{3528D62A-EAF6-403D-9475-DFD57200F3AF}"/>
                </a:ext>
              </a:extLst>
            </p:cNvPr>
            <p:cNvCxnSpPr>
              <a:cxnSpLocks/>
            </p:cNvCxnSpPr>
            <p:nvPr/>
          </p:nvCxnSpPr>
          <p:spPr>
            <a:xfrm>
              <a:off x="4225226" y="1549817"/>
              <a:ext cx="4472454" cy="0"/>
            </a:xfrm>
            <a:prstGeom prst="straightConnector1">
              <a:avLst/>
            </a:prstGeom>
            <a:ln w="12700">
              <a:solidFill>
                <a:schemeClr val="tx1"/>
              </a:solidFill>
              <a:headEnd type="triangle"/>
              <a:tailEnd type="triangle"/>
            </a:ln>
          </p:spPr>
          <p:style>
            <a:lnRef idx="1">
              <a:schemeClr val="accent1"/>
            </a:lnRef>
            <a:fillRef idx="0">
              <a:schemeClr val="accent1"/>
            </a:fillRef>
            <a:effectRef idx="0">
              <a:schemeClr val="accent1"/>
            </a:effectRef>
            <a:fontRef idx="minor">
              <a:schemeClr val="tx1"/>
            </a:fontRef>
          </p:style>
        </p:cxnSp>
        <p:sp>
          <p:nvSpPr>
            <p:cNvPr id="84" name="文本框 83">
              <a:extLst>
                <a:ext uri="{FF2B5EF4-FFF2-40B4-BE49-F238E27FC236}">
                  <a16:creationId xmlns:a16="http://schemas.microsoft.com/office/drawing/2014/main" id="{3B985772-7D4C-4621-AAAB-4C66BCE47CF3}"/>
                </a:ext>
              </a:extLst>
            </p:cNvPr>
            <p:cNvSpPr txBox="1"/>
            <p:nvPr/>
          </p:nvSpPr>
          <p:spPr>
            <a:xfrm>
              <a:off x="5665226" y="1371924"/>
              <a:ext cx="1590347" cy="369332"/>
            </a:xfrm>
            <a:prstGeom prst="rect">
              <a:avLst/>
            </a:prstGeom>
            <a:solidFill>
              <a:schemeClr val="bg1"/>
            </a:solidFill>
          </p:spPr>
          <p:txBody>
            <a:bodyPr wrap="square" rtlCol="0">
              <a:spAutoFit/>
            </a:bodyPr>
            <a:lstStyle/>
            <a:p>
              <a:pPr algn="ctr"/>
              <a:r>
                <a:rPr lang="zh-CN" altLang="en-US" b="1" dirty="0"/>
                <a:t>帧的数据载荷</a:t>
              </a:r>
            </a:p>
          </p:txBody>
        </p:sp>
      </p:grpSp>
      <p:sp>
        <p:nvSpPr>
          <p:cNvPr id="85" name="矩形 84">
            <a:extLst>
              <a:ext uri="{FF2B5EF4-FFF2-40B4-BE49-F238E27FC236}">
                <a16:creationId xmlns:a16="http://schemas.microsoft.com/office/drawing/2014/main" id="{E780B9CA-5D07-496B-8E02-FD8F361DC928}"/>
              </a:ext>
            </a:extLst>
          </p:cNvPr>
          <p:cNvSpPr/>
          <p:nvPr/>
        </p:nvSpPr>
        <p:spPr>
          <a:xfrm>
            <a:off x="986351" y="2177599"/>
            <a:ext cx="720000" cy="364423"/>
          </a:xfrm>
          <a:prstGeom prst="rect">
            <a:avLst/>
          </a:prstGeom>
          <a:solidFill>
            <a:schemeClr val="accent4"/>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CN" b="1" dirty="0">
                <a:latin typeface="Arial Black" panose="020B0A04020102020204" pitchFamily="34" charset="0"/>
              </a:rPr>
              <a:t>F</a:t>
            </a:r>
            <a:endParaRPr lang="zh-CN" altLang="en-US" b="1" dirty="0">
              <a:latin typeface="Arial Black" panose="020B0A04020102020204" pitchFamily="34" charset="0"/>
            </a:endParaRPr>
          </a:p>
        </p:txBody>
      </p:sp>
      <p:sp>
        <p:nvSpPr>
          <p:cNvPr id="86" name="矩形 85">
            <a:extLst>
              <a:ext uri="{FF2B5EF4-FFF2-40B4-BE49-F238E27FC236}">
                <a16:creationId xmlns:a16="http://schemas.microsoft.com/office/drawing/2014/main" id="{E0D347C5-1D0B-48E0-83FD-C44BC688495F}"/>
              </a:ext>
            </a:extLst>
          </p:cNvPr>
          <p:cNvSpPr/>
          <p:nvPr/>
        </p:nvSpPr>
        <p:spPr>
          <a:xfrm>
            <a:off x="1706351" y="2177599"/>
            <a:ext cx="720000" cy="364423"/>
          </a:xfrm>
          <a:prstGeom prst="rect">
            <a:avLst/>
          </a:prstGeom>
          <a:solidFill>
            <a:schemeClr val="accent4"/>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CN" b="1" dirty="0">
                <a:latin typeface="Arial Black" panose="020B0A04020102020204" pitchFamily="34" charset="0"/>
              </a:rPr>
              <a:t>A</a:t>
            </a:r>
            <a:endParaRPr lang="zh-CN" altLang="en-US" b="1" dirty="0">
              <a:latin typeface="Arial Black" panose="020B0A04020102020204" pitchFamily="34" charset="0"/>
            </a:endParaRPr>
          </a:p>
        </p:txBody>
      </p:sp>
      <p:sp>
        <p:nvSpPr>
          <p:cNvPr id="87" name="矩形 86">
            <a:extLst>
              <a:ext uri="{FF2B5EF4-FFF2-40B4-BE49-F238E27FC236}">
                <a16:creationId xmlns:a16="http://schemas.microsoft.com/office/drawing/2014/main" id="{AA2F6062-2A4C-481D-B9B3-C8785F04B8AE}"/>
              </a:ext>
            </a:extLst>
          </p:cNvPr>
          <p:cNvSpPr/>
          <p:nvPr/>
        </p:nvSpPr>
        <p:spPr>
          <a:xfrm>
            <a:off x="2426351" y="2177599"/>
            <a:ext cx="720000" cy="364423"/>
          </a:xfrm>
          <a:prstGeom prst="rect">
            <a:avLst/>
          </a:prstGeom>
          <a:solidFill>
            <a:schemeClr val="accent4"/>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CN" b="1" dirty="0">
                <a:latin typeface="Arial Black" panose="020B0A04020102020204" pitchFamily="34" charset="0"/>
              </a:rPr>
              <a:t>C</a:t>
            </a:r>
            <a:endParaRPr lang="zh-CN" altLang="en-US" b="1" dirty="0">
              <a:latin typeface="Arial Black" panose="020B0A04020102020204" pitchFamily="34" charset="0"/>
            </a:endParaRPr>
          </a:p>
        </p:txBody>
      </p:sp>
      <p:sp>
        <p:nvSpPr>
          <p:cNvPr id="88" name="矩形 87">
            <a:extLst>
              <a:ext uri="{FF2B5EF4-FFF2-40B4-BE49-F238E27FC236}">
                <a16:creationId xmlns:a16="http://schemas.microsoft.com/office/drawing/2014/main" id="{5C7543EE-15B7-45B0-98E5-0D3400C7AC95}"/>
              </a:ext>
            </a:extLst>
          </p:cNvPr>
          <p:cNvSpPr/>
          <p:nvPr/>
        </p:nvSpPr>
        <p:spPr>
          <a:xfrm>
            <a:off x="3146351" y="2177599"/>
            <a:ext cx="1440000" cy="364423"/>
          </a:xfrm>
          <a:prstGeom prst="rect">
            <a:avLst/>
          </a:prstGeom>
          <a:solidFill>
            <a:schemeClr val="accent4"/>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CN" b="1" dirty="0">
                <a:latin typeface="Arial Black" panose="020B0A04020102020204" pitchFamily="34" charset="0"/>
              </a:rPr>
              <a:t>P</a:t>
            </a:r>
            <a:endParaRPr lang="zh-CN" altLang="en-US" b="1" dirty="0">
              <a:latin typeface="Arial Black" panose="020B0A04020102020204" pitchFamily="34" charset="0"/>
            </a:endParaRPr>
          </a:p>
        </p:txBody>
      </p:sp>
      <p:sp>
        <p:nvSpPr>
          <p:cNvPr id="89" name="矩形 88">
            <a:extLst>
              <a:ext uri="{FF2B5EF4-FFF2-40B4-BE49-F238E27FC236}">
                <a16:creationId xmlns:a16="http://schemas.microsoft.com/office/drawing/2014/main" id="{C6F2A98E-58A8-4147-8412-B5847CBE4A25}"/>
              </a:ext>
            </a:extLst>
          </p:cNvPr>
          <p:cNvSpPr/>
          <p:nvPr/>
        </p:nvSpPr>
        <p:spPr>
          <a:xfrm>
            <a:off x="9058805" y="2177599"/>
            <a:ext cx="1440000" cy="364423"/>
          </a:xfrm>
          <a:prstGeom prst="rect">
            <a:avLst/>
          </a:prstGeom>
          <a:solidFill>
            <a:schemeClr val="accent4"/>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CN" b="1" dirty="0">
                <a:latin typeface="Arial Black" panose="020B0A04020102020204" pitchFamily="34" charset="0"/>
              </a:rPr>
              <a:t>FCS</a:t>
            </a:r>
            <a:endParaRPr lang="zh-CN" altLang="en-US" b="1" dirty="0">
              <a:latin typeface="Arial Black" panose="020B0A04020102020204" pitchFamily="34" charset="0"/>
            </a:endParaRPr>
          </a:p>
        </p:txBody>
      </p:sp>
      <p:sp>
        <p:nvSpPr>
          <p:cNvPr id="90" name="矩形 89">
            <a:extLst>
              <a:ext uri="{FF2B5EF4-FFF2-40B4-BE49-F238E27FC236}">
                <a16:creationId xmlns:a16="http://schemas.microsoft.com/office/drawing/2014/main" id="{D6B3AC47-D119-4107-8B87-E598AC0B367E}"/>
              </a:ext>
            </a:extLst>
          </p:cNvPr>
          <p:cNvSpPr/>
          <p:nvPr/>
        </p:nvSpPr>
        <p:spPr>
          <a:xfrm>
            <a:off x="10498805" y="2177599"/>
            <a:ext cx="720000" cy="364423"/>
          </a:xfrm>
          <a:prstGeom prst="rect">
            <a:avLst/>
          </a:prstGeom>
          <a:solidFill>
            <a:schemeClr val="accent4"/>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CN" b="1" dirty="0">
                <a:latin typeface="Arial Black" panose="020B0A04020102020204" pitchFamily="34" charset="0"/>
              </a:rPr>
              <a:t>F</a:t>
            </a:r>
            <a:endParaRPr lang="zh-CN" altLang="en-US" b="1" dirty="0">
              <a:latin typeface="Arial Black" panose="020B0A04020102020204" pitchFamily="34" charset="0"/>
            </a:endParaRPr>
          </a:p>
        </p:txBody>
      </p:sp>
      <p:sp>
        <p:nvSpPr>
          <p:cNvPr id="42" name="文本框 41">
            <a:extLst>
              <a:ext uri="{FF2B5EF4-FFF2-40B4-BE49-F238E27FC236}">
                <a16:creationId xmlns:a16="http://schemas.microsoft.com/office/drawing/2014/main" id="{DFDDEB3C-4421-4BE9-B9B3-F7017F230318}"/>
              </a:ext>
            </a:extLst>
          </p:cNvPr>
          <p:cNvSpPr txBox="1"/>
          <p:nvPr/>
        </p:nvSpPr>
        <p:spPr>
          <a:xfrm>
            <a:off x="1042450" y="1181684"/>
            <a:ext cx="6176123" cy="369332"/>
          </a:xfrm>
          <a:prstGeom prst="rect">
            <a:avLst/>
          </a:prstGeom>
          <a:solidFill>
            <a:schemeClr val="bg1"/>
          </a:solidFill>
        </p:spPr>
        <p:txBody>
          <a:bodyPr wrap="square" rtlCol="0">
            <a:spAutoFit/>
          </a:bodyPr>
          <a:lstStyle/>
          <a:p>
            <a:r>
              <a:rPr lang="zh-CN" altLang="en-US" b="1" dirty="0">
                <a:solidFill>
                  <a:schemeClr val="accent3">
                    <a:lumMod val="75000"/>
                  </a:schemeClr>
                </a:solidFill>
              </a:rPr>
              <a:t>面向比特的同步链路使用零比特填充来实现透明传输</a:t>
            </a:r>
          </a:p>
        </p:txBody>
      </p:sp>
      <p:sp>
        <p:nvSpPr>
          <p:cNvPr id="43" name="矩形 42">
            <a:extLst>
              <a:ext uri="{FF2B5EF4-FFF2-40B4-BE49-F238E27FC236}">
                <a16:creationId xmlns:a16="http://schemas.microsoft.com/office/drawing/2014/main" id="{09C7EFD9-DAD8-421C-A8A0-BE01493955F7}"/>
              </a:ext>
            </a:extLst>
          </p:cNvPr>
          <p:cNvSpPr/>
          <p:nvPr/>
        </p:nvSpPr>
        <p:spPr>
          <a:xfrm>
            <a:off x="985298" y="2175237"/>
            <a:ext cx="720000" cy="364423"/>
          </a:xfrm>
          <a:prstGeom prst="rect">
            <a:avLst/>
          </a:prstGeom>
          <a:solidFill>
            <a:schemeClr val="accent4"/>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CN" b="1" dirty="0">
                <a:latin typeface="Arial Narrow" panose="020B0606020202030204" pitchFamily="34" charset="0"/>
              </a:rPr>
              <a:t>7E</a:t>
            </a:r>
            <a:endParaRPr lang="zh-CN" altLang="en-US" b="1" dirty="0">
              <a:latin typeface="Arial Narrow" panose="020B0606020202030204" pitchFamily="34" charset="0"/>
            </a:endParaRPr>
          </a:p>
        </p:txBody>
      </p:sp>
      <p:sp>
        <p:nvSpPr>
          <p:cNvPr id="44" name="矩形 43">
            <a:extLst>
              <a:ext uri="{FF2B5EF4-FFF2-40B4-BE49-F238E27FC236}">
                <a16:creationId xmlns:a16="http://schemas.microsoft.com/office/drawing/2014/main" id="{3DF90978-F8A4-4D5A-B8B4-9B434E5C692F}"/>
              </a:ext>
            </a:extLst>
          </p:cNvPr>
          <p:cNvSpPr/>
          <p:nvPr/>
        </p:nvSpPr>
        <p:spPr>
          <a:xfrm>
            <a:off x="10496697" y="2174844"/>
            <a:ext cx="720000" cy="364423"/>
          </a:xfrm>
          <a:prstGeom prst="rect">
            <a:avLst/>
          </a:prstGeom>
          <a:solidFill>
            <a:schemeClr val="accent4"/>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CN" b="1" dirty="0">
                <a:latin typeface="Arial Narrow" panose="020B0606020202030204" pitchFamily="34" charset="0"/>
              </a:rPr>
              <a:t>7E</a:t>
            </a:r>
            <a:endParaRPr lang="zh-CN" altLang="en-US" b="1" dirty="0">
              <a:latin typeface="Arial Narrow" panose="020B0606020202030204" pitchFamily="34" charset="0"/>
            </a:endParaRPr>
          </a:p>
        </p:txBody>
      </p:sp>
      <p:sp>
        <p:nvSpPr>
          <p:cNvPr id="71" name="矩形 70">
            <a:extLst>
              <a:ext uri="{FF2B5EF4-FFF2-40B4-BE49-F238E27FC236}">
                <a16:creationId xmlns:a16="http://schemas.microsoft.com/office/drawing/2014/main" id="{2A60865B-1F1A-44B6-9699-C7D8E03818D0}"/>
              </a:ext>
            </a:extLst>
          </p:cNvPr>
          <p:cNvSpPr/>
          <p:nvPr/>
        </p:nvSpPr>
        <p:spPr>
          <a:xfrm>
            <a:off x="985297" y="2174844"/>
            <a:ext cx="720000" cy="364423"/>
          </a:xfrm>
          <a:prstGeom prst="rect">
            <a:avLst/>
          </a:prstGeom>
          <a:solidFill>
            <a:schemeClr val="accent4"/>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rIns="0" rtlCol="0" anchor="ctr"/>
          <a:lstStyle/>
          <a:p>
            <a:pPr algn="ctr"/>
            <a:r>
              <a:rPr lang="en-US" altLang="zh-CN" sz="1600" b="1" dirty="0">
                <a:latin typeface="Arial Narrow" panose="020B0606020202030204" pitchFamily="34" charset="0"/>
              </a:rPr>
              <a:t>01111110</a:t>
            </a:r>
            <a:endParaRPr lang="zh-CN" altLang="en-US" sz="1600" b="1" dirty="0">
              <a:latin typeface="Arial Narrow" panose="020B0606020202030204" pitchFamily="34" charset="0"/>
            </a:endParaRPr>
          </a:p>
        </p:txBody>
      </p:sp>
      <p:sp>
        <p:nvSpPr>
          <p:cNvPr id="73" name="矩形 72">
            <a:extLst>
              <a:ext uri="{FF2B5EF4-FFF2-40B4-BE49-F238E27FC236}">
                <a16:creationId xmlns:a16="http://schemas.microsoft.com/office/drawing/2014/main" id="{347CC66A-1CBC-4291-80B1-A43C5CB408BC}"/>
              </a:ext>
            </a:extLst>
          </p:cNvPr>
          <p:cNvSpPr/>
          <p:nvPr/>
        </p:nvSpPr>
        <p:spPr>
          <a:xfrm>
            <a:off x="10494589" y="2174844"/>
            <a:ext cx="720000" cy="364423"/>
          </a:xfrm>
          <a:prstGeom prst="rect">
            <a:avLst/>
          </a:prstGeom>
          <a:solidFill>
            <a:schemeClr val="accent4"/>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rIns="0" rtlCol="0" anchor="ctr"/>
          <a:lstStyle/>
          <a:p>
            <a:pPr algn="ctr"/>
            <a:r>
              <a:rPr lang="en-US" altLang="zh-CN" sz="1600" b="1" dirty="0">
                <a:latin typeface="Arial Narrow" panose="020B0606020202030204" pitchFamily="34" charset="0"/>
              </a:rPr>
              <a:t>01111110</a:t>
            </a:r>
            <a:endParaRPr lang="zh-CN" altLang="en-US" sz="1600" b="1" dirty="0">
              <a:latin typeface="Arial Narrow" panose="020B0606020202030204" pitchFamily="34" charset="0"/>
            </a:endParaRPr>
          </a:p>
        </p:txBody>
      </p:sp>
      <p:sp>
        <p:nvSpPr>
          <p:cNvPr id="91" name="矩形 90">
            <a:extLst>
              <a:ext uri="{FF2B5EF4-FFF2-40B4-BE49-F238E27FC236}">
                <a16:creationId xmlns:a16="http://schemas.microsoft.com/office/drawing/2014/main" id="{1CEF49B4-0586-400F-BB48-0910D5BA1E97}"/>
              </a:ext>
            </a:extLst>
          </p:cNvPr>
          <p:cNvSpPr/>
          <p:nvPr/>
        </p:nvSpPr>
        <p:spPr>
          <a:xfrm>
            <a:off x="4586351" y="2177599"/>
            <a:ext cx="4472454" cy="364423"/>
          </a:xfrm>
          <a:prstGeom prst="rect">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sz="1700" b="1" dirty="0">
              <a:solidFill>
                <a:schemeClr val="tx1"/>
              </a:solidFill>
              <a:latin typeface="Arial Narrow" panose="020B0606020202030204" pitchFamily="34" charset="0"/>
            </a:endParaRPr>
          </a:p>
        </p:txBody>
      </p:sp>
      <p:grpSp>
        <p:nvGrpSpPr>
          <p:cNvPr id="11" name="组合 10">
            <a:extLst>
              <a:ext uri="{FF2B5EF4-FFF2-40B4-BE49-F238E27FC236}">
                <a16:creationId xmlns:a16="http://schemas.microsoft.com/office/drawing/2014/main" id="{3B35D8CF-CA85-423E-A895-BEADF37AEBBE}"/>
              </a:ext>
            </a:extLst>
          </p:cNvPr>
          <p:cNvGrpSpPr/>
          <p:nvPr/>
        </p:nvGrpSpPr>
        <p:grpSpPr>
          <a:xfrm>
            <a:off x="4573197" y="2181033"/>
            <a:ext cx="4472454" cy="353943"/>
            <a:chOff x="4573197" y="2181033"/>
            <a:chExt cx="4472454" cy="353943"/>
          </a:xfrm>
        </p:grpSpPr>
        <p:sp>
          <p:nvSpPr>
            <p:cNvPr id="76" name="矩形 75">
              <a:extLst>
                <a:ext uri="{FF2B5EF4-FFF2-40B4-BE49-F238E27FC236}">
                  <a16:creationId xmlns:a16="http://schemas.microsoft.com/office/drawing/2014/main" id="{67C06631-4099-4457-B70E-F5D5129AEF0F}"/>
                </a:ext>
              </a:extLst>
            </p:cNvPr>
            <p:cNvSpPr/>
            <p:nvPr/>
          </p:nvSpPr>
          <p:spPr>
            <a:xfrm>
              <a:off x="6750173" y="2216070"/>
              <a:ext cx="761144" cy="282335"/>
            </a:xfrm>
            <a:prstGeom prst="rect">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lIns="0" rIns="0" rtlCol="0" anchor="ctr"/>
            <a:lstStyle/>
            <a:p>
              <a:pPr algn="ctr"/>
              <a:endParaRPr lang="zh-CN" altLang="en-US" sz="1600" b="1" dirty="0">
                <a:latin typeface="Arial Narrow" panose="020B0606020202030204" pitchFamily="34" charset="0"/>
              </a:endParaRPr>
            </a:p>
          </p:txBody>
        </p:sp>
        <p:sp>
          <p:nvSpPr>
            <p:cNvPr id="75" name="矩形 74">
              <a:extLst>
                <a:ext uri="{FF2B5EF4-FFF2-40B4-BE49-F238E27FC236}">
                  <a16:creationId xmlns:a16="http://schemas.microsoft.com/office/drawing/2014/main" id="{47DF67BB-2C61-4229-95FC-E07186F04BDE}"/>
                </a:ext>
              </a:extLst>
            </p:cNvPr>
            <p:cNvSpPr/>
            <p:nvPr/>
          </p:nvSpPr>
          <p:spPr>
            <a:xfrm>
              <a:off x="5722844" y="2216070"/>
              <a:ext cx="761144" cy="282335"/>
            </a:xfrm>
            <a:prstGeom prst="rect">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lIns="0" rIns="0" rtlCol="0" anchor="ctr"/>
            <a:lstStyle/>
            <a:p>
              <a:pPr algn="ctr"/>
              <a:endParaRPr lang="zh-CN" altLang="en-US" sz="1600" b="1" dirty="0">
                <a:latin typeface="Arial Narrow" panose="020B0606020202030204" pitchFamily="34" charset="0"/>
              </a:endParaRPr>
            </a:p>
          </p:txBody>
        </p:sp>
        <p:sp>
          <p:nvSpPr>
            <p:cNvPr id="74" name="文本框 73">
              <a:extLst>
                <a:ext uri="{FF2B5EF4-FFF2-40B4-BE49-F238E27FC236}">
                  <a16:creationId xmlns:a16="http://schemas.microsoft.com/office/drawing/2014/main" id="{5CE84469-CE5C-48E2-A189-18E99727E346}"/>
                </a:ext>
              </a:extLst>
            </p:cNvPr>
            <p:cNvSpPr txBox="1"/>
            <p:nvPr/>
          </p:nvSpPr>
          <p:spPr>
            <a:xfrm>
              <a:off x="4573197" y="2181033"/>
              <a:ext cx="4472454" cy="353943"/>
            </a:xfrm>
            <a:prstGeom prst="rect">
              <a:avLst/>
            </a:prstGeom>
            <a:noFill/>
          </p:spPr>
          <p:txBody>
            <a:bodyPr wrap="square">
              <a:spAutoFit/>
            </a:bodyPr>
            <a:lstStyle/>
            <a:p>
              <a:pPr algn="ctr"/>
              <a:r>
                <a:rPr lang="en-US" altLang="zh-CN" sz="1700" b="1" dirty="0">
                  <a:solidFill>
                    <a:schemeClr val="tx1"/>
                  </a:solidFill>
                  <a:latin typeface="Arial Narrow" panose="020B0606020202030204" pitchFamily="34" charset="0"/>
                </a:rPr>
                <a:t>1…101010010111111001101111110101010010111…0</a:t>
              </a:r>
              <a:endParaRPr lang="zh-CN" altLang="en-US" sz="1700" b="1" dirty="0">
                <a:solidFill>
                  <a:schemeClr val="tx1"/>
                </a:solidFill>
                <a:latin typeface="Arial Narrow" panose="020B0606020202030204" pitchFamily="34" charset="0"/>
              </a:endParaRPr>
            </a:p>
          </p:txBody>
        </p:sp>
      </p:grpSp>
      <p:sp>
        <p:nvSpPr>
          <p:cNvPr id="92" name="矩形 91">
            <a:extLst>
              <a:ext uri="{FF2B5EF4-FFF2-40B4-BE49-F238E27FC236}">
                <a16:creationId xmlns:a16="http://schemas.microsoft.com/office/drawing/2014/main" id="{80D13B7F-4440-4391-9ED5-324A245C1B39}"/>
              </a:ext>
            </a:extLst>
          </p:cNvPr>
          <p:cNvSpPr/>
          <p:nvPr/>
        </p:nvSpPr>
        <p:spPr>
          <a:xfrm>
            <a:off x="1717399" y="2183867"/>
            <a:ext cx="2853690" cy="351109"/>
          </a:xfrm>
          <a:prstGeom prst="rect">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CN" b="1" dirty="0">
                <a:latin typeface="+mn-ea"/>
              </a:rPr>
              <a:t>……</a:t>
            </a:r>
            <a:endParaRPr lang="zh-CN" altLang="en-US" b="1" dirty="0">
              <a:latin typeface="+mn-ea"/>
            </a:endParaRPr>
          </a:p>
        </p:txBody>
      </p:sp>
      <p:sp>
        <p:nvSpPr>
          <p:cNvPr id="93" name="矩形 92">
            <a:extLst>
              <a:ext uri="{FF2B5EF4-FFF2-40B4-BE49-F238E27FC236}">
                <a16:creationId xmlns:a16="http://schemas.microsoft.com/office/drawing/2014/main" id="{E457FEF1-56C6-4892-8787-3CB05354A780}"/>
              </a:ext>
            </a:extLst>
          </p:cNvPr>
          <p:cNvSpPr/>
          <p:nvPr/>
        </p:nvSpPr>
        <p:spPr>
          <a:xfrm>
            <a:off x="9096505" y="2216070"/>
            <a:ext cx="1334076" cy="259132"/>
          </a:xfrm>
          <a:prstGeom prst="rect">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CN" b="1" dirty="0">
                <a:latin typeface="+mn-ea"/>
              </a:rPr>
              <a:t>……</a:t>
            </a:r>
            <a:endParaRPr lang="zh-CN" altLang="en-US" b="1" dirty="0">
              <a:latin typeface="+mn-ea"/>
            </a:endParaRPr>
          </a:p>
        </p:txBody>
      </p:sp>
      <p:sp>
        <p:nvSpPr>
          <p:cNvPr id="94" name="íşlïḍè">
            <a:extLst>
              <a:ext uri="{FF2B5EF4-FFF2-40B4-BE49-F238E27FC236}">
                <a16:creationId xmlns:a16="http://schemas.microsoft.com/office/drawing/2014/main" id="{149938AB-F674-4F1F-B4E6-3B9FEA23AA70}"/>
              </a:ext>
            </a:extLst>
          </p:cNvPr>
          <p:cNvSpPr txBox="1"/>
          <p:nvPr/>
        </p:nvSpPr>
        <p:spPr>
          <a:xfrm>
            <a:off x="985299" y="3243870"/>
            <a:ext cx="1922362" cy="400110"/>
          </a:xfrm>
          <a:prstGeom prst="rect">
            <a:avLst/>
          </a:prstGeom>
          <a:noFill/>
        </p:spPr>
        <p:txBody>
          <a:bodyPr wrap="square" lIns="91440" tIns="45720" rIns="91440" bIns="45720" anchor="ctr">
            <a:noAutofit/>
          </a:bodyPr>
          <a:lstStyle/>
          <a:p>
            <a:r>
              <a:rPr lang="zh-CN" altLang="en-US" b="1" dirty="0"/>
              <a:t>发送方的处理：</a:t>
            </a:r>
            <a:endParaRPr lang="en-US" altLang="zh-CN" b="1" dirty="0"/>
          </a:p>
        </p:txBody>
      </p:sp>
      <p:sp>
        <p:nvSpPr>
          <p:cNvPr id="95" name="íşlïḍè">
            <a:extLst>
              <a:ext uri="{FF2B5EF4-FFF2-40B4-BE49-F238E27FC236}">
                <a16:creationId xmlns:a16="http://schemas.microsoft.com/office/drawing/2014/main" id="{10650216-4A96-4591-AAD3-6E84B78FBC5E}"/>
              </a:ext>
            </a:extLst>
          </p:cNvPr>
          <p:cNvSpPr txBox="1"/>
          <p:nvPr/>
        </p:nvSpPr>
        <p:spPr>
          <a:xfrm>
            <a:off x="1452012" y="3702960"/>
            <a:ext cx="10303615" cy="400110"/>
          </a:xfrm>
          <a:prstGeom prst="rect">
            <a:avLst/>
          </a:prstGeom>
          <a:noFill/>
        </p:spPr>
        <p:txBody>
          <a:bodyPr wrap="square" lIns="91440" tIns="45720" rIns="91440" bIns="45720" anchor="ctr">
            <a:noAutofit/>
          </a:bodyPr>
          <a:lstStyle/>
          <a:p>
            <a:r>
              <a:rPr lang="zh-CN" altLang="en-US" b="1" dirty="0"/>
              <a:t>对帧的数据载荷进行扫描（一般由硬件完成），每出现</a:t>
            </a:r>
            <a:r>
              <a:rPr lang="en-US" altLang="zh-CN" b="1" dirty="0">
                <a:solidFill>
                  <a:schemeClr val="accent1">
                    <a:lumMod val="75000"/>
                  </a:schemeClr>
                </a:solidFill>
              </a:rPr>
              <a:t>5</a:t>
            </a:r>
            <a:r>
              <a:rPr lang="zh-CN" altLang="en-US" b="1" dirty="0">
                <a:solidFill>
                  <a:schemeClr val="accent1">
                    <a:lumMod val="75000"/>
                  </a:schemeClr>
                </a:solidFill>
              </a:rPr>
              <a:t>个连续的比特</a:t>
            </a:r>
            <a:r>
              <a:rPr lang="en-US" altLang="zh-CN" b="1" dirty="0">
                <a:solidFill>
                  <a:schemeClr val="accent1">
                    <a:lumMod val="75000"/>
                  </a:schemeClr>
                </a:solidFill>
              </a:rPr>
              <a:t>1</a:t>
            </a:r>
            <a:r>
              <a:rPr lang="zh-CN" altLang="en-US" b="1" dirty="0"/>
              <a:t>，则在</a:t>
            </a:r>
            <a:r>
              <a:rPr lang="zh-CN" altLang="en-US" b="1" dirty="0">
                <a:solidFill>
                  <a:schemeClr val="accent1">
                    <a:lumMod val="75000"/>
                  </a:schemeClr>
                </a:solidFill>
              </a:rPr>
              <a:t>其后填充一个比特</a:t>
            </a:r>
            <a:r>
              <a:rPr lang="en-US" altLang="zh-CN" b="1" dirty="0">
                <a:solidFill>
                  <a:schemeClr val="accent1">
                    <a:lumMod val="75000"/>
                  </a:schemeClr>
                </a:solidFill>
              </a:rPr>
              <a:t>0</a:t>
            </a:r>
            <a:r>
              <a:rPr lang="zh-CN" altLang="en-US" b="1" dirty="0"/>
              <a:t>。</a:t>
            </a:r>
            <a:endParaRPr lang="en-US" altLang="zh-CN" b="1" dirty="0"/>
          </a:p>
        </p:txBody>
      </p:sp>
      <p:grpSp>
        <p:nvGrpSpPr>
          <p:cNvPr id="8" name="组合 7">
            <a:extLst>
              <a:ext uri="{FF2B5EF4-FFF2-40B4-BE49-F238E27FC236}">
                <a16:creationId xmlns:a16="http://schemas.microsoft.com/office/drawing/2014/main" id="{D1739CC4-C0BC-4BEE-B290-3E9E76E6CFBB}"/>
              </a:ext>
            </a:extLst>
          </p:cNvPr>
          <p:cNvGrpSpPr/>
          <p:nvPr/>
        </p:nvGrpSpPr>
        <p:grpSpPr>
          <a:xfrm>
            <a:off x="6204933" y="2400643"/>
            <a:ext cx="186037" cy="710939"/>
            <a:chOff x="3050741" y="2881347"/>
            <a:chExt cx="186037" cy="710939"/>
          </a:xfrm>
        </p:grpSpPr>
        <p:sp>
          <p:nvSpPr>
            <p:cNvPr id="41" name="文本框 40">
              <a:extLst>
                <a:ext uri="{FF2B5EF4-FFF2-40B4-BE49-F238E27FC236}">
                  <a16:creationId xmlns:a16="http://schemas.microsoft.com/office/drawing/2014/main" id="{E2855E31-8A53-4789-93D3-44B0163E5224}"/>
                </a:ext>
              </a:extLst>
            </p:cNvPr>
            <p:cNvSpPr txBox="1"/>
            <p:nvPr/>
          </p:nvSpPr>
          <p:spPr>
            <a:xfrm>
              <a:off x="3050741" y="3222954"/>
              <a:ext cx="186037" cy="369332"/>
            </a:xfrm>
            <a:prstGeom prst="rect">
              <a:avLst/>
            </a:prstGeom>
            <a:noFill/>
          </p:spPr>
          <p:txBody>
            <a:bodyPr wrap="square">
              <a:spAutoFit/>
            </a:bodyPr>
            <a:lstStyle/>
            <a:p>
              <a:pPr algn="ctr"/>
              <a:r>
                <a:rPr lang="en-US" altLang="zh-CN" sz="1800" b="1" dirty="0">
                  <a:solidFill>
                    <a:schemeClr val="accent1">
                      <a:lumMod val="75000"/>
                    </a:schemeClr>
                  </a:solidFill>
                  <a:latin typeface="Arial Narrow" panose="020B0606020202030204" pitchFamily="34" charset="0"/>
                </a:rPr>
                <a:t>0</a:t>
              </a:r>
              <a:endParaRPr lang="zh-CN" altLang="en-US" dirty="0">
                <a:solidFill>
                  <a:schemeClr val="accent1">
                    <a:lumMod val="75000"/>
                  </a:schemeClr>
                </a:solidFill>
              </a:endParaRPr>
            </a:p>
          </p:txBody>
        </p:sp>
        <p:cxnSp>
          <p:nvCxnSpPr>
            <p:cNvPr id="7" name="直接箭头连接符 6">
              <a:extLst>
                <a:ext uri="{FF2B5EF4-FFF2-40B4-BE49-F238E27FC236}">
                  <a16:creationId xmlns:a16="http://schemas.microsoft.com/office/drawing/2014/main" id="{B40AF657-44D9-45A8-96A6-1A20777DE672}"/>
                </a:ext>
              </a:extLst>
            </p:cNvPr>
            <p:cNvCxnSpPr>
              <a:stCxn id="41" idx="0"/>
            </p:cNvCxnSpPr>
            <p:nvPr/>
          </p:nvCxnSpPr>
          <p:spPr>
            <a:xfrm flipV="1">
              <a:off x="3143760" y="2881347"/>
              <a:ext cx="2591" cy="341607"/>
            </a:xfrm>
            <a:prstGeom prst="straightConnector1">
              <a:avLst/>
            </a:prstGeom>
            <a:ln w="25400">
              <a:solidFill>
                <a:schemeClr val="accent1">
                  <a:lumMod val="75000"/>
                </a:schemeClr>
              </a:solidFill>
              <a:tailEnd type="triangle" w="med" len="lg"/>
            </a:ln>
          </p:spPr>
          <p:style>
            <a:lnRef idx="1">
              <a:schemeClr val="accent1"/>
            </a:lnRef>
            <a:fillRef idx="0">
              <a:schemeClr val="accent1"/>
            </a:fillRef>
            <a:effectRef idx="0">
              <a:schemeClr val="accent1"/>
            </a:effectRef>
            <a:fontRef idx="minor">
              <a:schemeClr val="tx1"/>
            </a:fontRef>
          </p:style>
        </p:cxnSp>
      </p:grpSp>
      <p:grpSp>
        <p:nvGrpSpPr>
          <p:cNvPr id="45" name="组合 44">
            <a:extLst>
              <a:ext uri="{FF2B5EF4-FFF2-40B4-BE49-F238E27FC236}">
                <a16:creationId xmlns:a16="http://schemas.microsoft.com/office/drawing/2014/main" id="{494626DA-B658-446C-82FE-52E5E6DCB0BD}"/>
              </a:ext>
            </a:extLst>
          </p:cNvPr>
          <p:cNvGrpSpPr/>
          <p:nvPr/>
        </p:nvGrpSpPr>
        <p:grpSpPr>
          <a:xfrm>
            <a:off x="7232262" y="2400643"/>
            <a:ext cx="186037" cy="710939"/>
            <a:chOff x="3050741" y="2881347"/>
            <a:chExt cx="186037" cy="710939"/>
          </a:xfrm>
        </p:grpSpPr>
        <p:sp>
          <p:nvSpPr>
            <p:cNvPr id="46" name="文本框 45">
              <a:extLst>
                <a:ext uri="{FF2B5EF4-FFF2-40B4-BE49-F238E27FC236}">
                  <a16:creationId xmlns:a16="http://schemas.microsoft.com/office/drawing/2014/main" id="{40286B7E-2F67-4C47-84CD-07DA9690DF36}"/>
                </a:ext>
              </a:extLst>
            </p:cNvPr>
            <p:cNvSpPr txBox="1"/>
            <p:nvPr/>
          </p:nvSpPr>
          <p:spPr>
            <a:xfrm>
              <a:off x="3050741" y="3222954"/>
              <a:ext cx="186037" cy="369332"/>
            </a:xfrm>
            <a:prstGeom prst="rect">
              <a:avLst/>
            </a:prstGeom>
            <a:noFill/>
          </p:spPr>
          <p:txBody>
            <a:bodyPr wrap="square">
              <a:spAutoFit/>
            </a:bodyPr>
            <a:lstStyle/>
            <a:p>
              <a:pPr algn="ctr"/>
              <a:r>
                <a:rPr lang="en-US" altLang="zh-CN" sz="1800" b="1" dirty="0">
                  <a:solidFill>
                    <a:schemeClr val="accent1">
                      <a:lumMod val="75000"/>
                    </a:schemeClr>
                  </a:solidFill>
                  <a:latin typeface="Arial Narrow" panose="020B0606020202030204" pitchFamily="34" charset="0"/>
                </a:rPr>
                <a:t>0</a:t>
              </a:r>
              <a:endParaRPr lang="zh-CN" altLang="en-US" dirty="0">
                <a:solidFill>
                  <a:schemeClr val="accent1">
                    <a:lumMod val="75000"/>
                  </a:schemeClr>
                </a:solidFill>
              </a:endParaRPr>
            </a:p>
          </p:txBody>
        </p:sp>
        <p:cxnSp>
          <p:nvCxnSpPr>
            <p:cNvPr id="47" name="直接箭头连接符 46">
              <a:extLst>
                <a:ext uri="{FF2B5EF4-FFF2-40B4-BE49-F238E27FC236}">
                  <a16:creationId xmlns:a16="http://schemas.microsoft.com/office/drawing/2014/main" id="{8C66A29F-C743-442A-A695-AC015C1B60C1}"/>
                </a:ext>
              </a:extLst>
            </p:cNvPr>
            <p:cNvCxnSpPr>
              <a:stCxn id="46" idx="0"/>
            </p:cNvCxnSpPr>
            <p:nvPr/>
          </p:nvCxnSpPr>
          <p:spPr>
            <a:xfrm flipV="1">
              <a:off x="3143760" y="2881347"/>
              <a:ext cx="2591" cy="341607"/>
            </a:xfrm>
            <a:prstGeom prst="straightConnector1">
              <a:avLst/>
            </a:prstGeom>
            <a:ln w="25400">
              <a:solidFill>
                <a:schemeClr val="accent1">
                  <a:lumMod val="75000"/>
                </a:schemeClr>
              </a:solidFill>
              <a:tailEnd type="triangle" w="med" len="lg"/>
            </a:ln>
          </p:spPr>
          <p:style>
            <a:lnRef idx="1">
              <a:schemeClr val="accent1"/>
            </a:lnRef>
            <a:fillRef idx="0">
              <a:schemeClr val="accent1"/>
            </a:fillRef>
            <a:effectRef idx="0">
              <a:schemeClr val="accent1"/>
            </a:effectRef>
            <a:fontRef idx="minor">
              <a:schemeClr val="tx1"/>
            </a:fontRef>
          </p:style>
        </p:cxnSp>
      </p:grpSp>
      <p:sp>
        <p:nvSpPr>
          <p:cNvPr id="48" name="iconfont-11673-5560710">
            <a:extLst>
              <a:ext uri="{FF2B5EF4-FFF2-40B4-BE49-F238E27FC236}">
                <a16:creationId xmlns:a16="http://schemas.microsoft.com/office/drawing/2014/main" id="{B858AE6D-060D-4E7C-AEE3-B879BDEB6297}"/>
              </a:ext>
            </a:extLst>
          </p:cNvPr>
          <p:cNvSpPr/>
          <p:nvPr/>
        </p:nvSpPr>
        <p:spPr>
          <a:xfrm>
            <a:off x="4624051" y="2258699"/>
            <a:ext cx="335257" cy="335257"/>
          </a:xfrm>
          <a:custGeom>
            <a:avLst/>
            <a:gdLst>
              <a:gd name="connsiteX0" fmla="*/ 409852 w 609586"/>
              <a:gd name="connsiteY0" fmla="*/ 390766 h 609586"/>
              <a:gd name="connsiteX1" fmla="*/ 396374 w 609586"/>
              <a:gd name="connsiteY1" fmla="*/ 396374 h 609586"/>
              <a:gd name="connsiteX2" fmla="*/ 396374 w 609586"/>
              <a:gd name="connsiteY2" fmla="*/ 423329 h 609586"/>
              <a:gd name="connsiteX3" fmla="*/ 558009 w 609586"/>
              <a:gd name="connsiteY3" fmla="*/ 584964 h 609586"/>
              <a:gd name="connsiteX4" fmla="*/ 584964 w 609586"/>
              <a:gd name="connsiteY4" fmla="*/ 584964 h 609586"/>
              <a:gd name="connsiteX5" fmla="*/ 590536 w 609586"/>
              <a:gd name="connsiteY5" fmla="*/ 571487 h 609586"/>
              <a:gd name="connsiteX6" fmla="*/ 584964 w 609586"/>
              <a:gd name="connsiteY6" fmla="*/ 558009 h 609586"/>
              <a:gd name="connsiteX7" fmla="*/ 423329 w 609586"/>
              <a:gd name="connsiteY7" fmla="*/ 396374 h 609586"/>
              <a:gd name="connsiteX8" fmla="*/ 409852 w 609586"/>
              <a:gd name="connsiteY8" fmla="*/ 390766 h 609586"/>
              <a:gd name="connsiteX9" fmla="*/ 199987 w 609586"/>
              <a:gd name="connsiteY9" fmla="*/ 76185 h 609586"/>
              <a:gd name="connsiteX10" fmla="*/ 76185 w 609586"/>
              <a:gd name="connsiteY10" fmla="*/ 199988 h 609586"/>
              <a:gd name="connsiteX11" fmla="*/ 199987 w 609586"/>
              <a:gd name="connsiteY11" fmla="*/ 323790 h 609586"/>
              <a:gd name="connsiteX12" fmla="*/ 323790 w 609586"/>
              <a:gd name="connsiteY12" fmla="*/ 199988 h 609586"/>
              <a:gd name="connsiteX13" fmla="*/ 199987 w 609586"/>
              <a:gd name="connsiteY13" fmla="*/ 76185 h 609586"/>
              <a:gd name="connsiteX14" fmla="*/ 199987 w 609586"/>
              <a:gd name="connsiteY14" fmla="*/ 57139 h 609586"/>
              <a:gd name="connsiteX15" fmla="*/ 342836 w 609586"/>
              <a:gd name="connsiteY15" fmla="*/ 199988 h 609586"/>
              <a:gd name="connsiteX16" fmla="*/ 199987 w 609586"/>
              <a:gd name="connsiteY16" fmla="*/ 342836 h 609586"/>
              <a:gd name="connsiteX17" fmla="*/ 57139 w 609586"/>
              <a:gd name="connsiteY17" fmla="*/ 199988 h 609586"/>
              <a:gd name="connsiteX18" fmla="*/ 199987 w 609586"/>
              <a:gd name="connsiteY18" fmla="*/ 57139 h 609586"/>
              <a:gd name="connsiteX19" fmla="*/ 200020 w 609586"/>
              <a:gd name="connsiteY19" fmla="*/ 19050 h 609586"/>
              <a:gd name="connsiteX20" fmla="*/ 19050 w 609586"/>
              <a:gd name="connsiteY20" fmla="*/ 200020 h 609586"/>
              <a:gd name="connsiteX21" fmla="*/ 200020 w 609586"/>
              <a:gd name="connsiteY21" fmla="*/ 380991 h 609586"/>
              <a:gd name="connsiteX22" fmla="*/ 380991 w 609586"/>
              <a:gd name="connsiteY22" fmla="*/ 200020 h 609586"/>
              <a:gd name="connsiteX23" fmla="*/ 200020 w 609586"/>
              <a:gd name="connsiteY23" fmla="*/ 19050 h 609586"/>
              <a:gd name="connsiteX24" fmla="*/ 200020 w 609586"/>
              <a:gd name="connsiteY24" fmla="*/ 0 h 609586"/>
              <a:gd name="connsiteX25" fmla="*/ 400041 w 609586"/>
              <a:gd name="connsiteY25" fmla="*/ 200020 h 609586"/>
              <a:gd name="connsiteX26" fmla="*/ 347464 w 609586"/>
              <a:gd name="connsiteY26" fmla="*/ 334701 h 609586"/>
              <a:gd name="connsiteX27" fmla="*/ 349655 w 609586"/>
              <a:gd name="connsiteY27" fmla="*/ 336177 h 609586"/>
              <a:gd name="connsiteX28" fmla="*/ 390707 w 609586"/>
              <a:gd name="connsiteY28" fmla="*/ 377229 h 609586"/>
              <a:gd name="connsiteX29" fmla="*/ 436806 w 609586"/>
              <a:gd name="connsiteY29" fmla="*/ 382896 h 609586"/>
              <a:gd name="connsiteX30" fmla="*/ 598442 w 609586"/>
              <a:gd name="connsiteY30" fmla="*/ 544532 h 609586"/>
              <a:gd name="connsiteX31" fmla="*/ 609586 w 609586"/>
              <a:gd name="connsiteY31" fmla="*/ 571487 h 609586"/>
              <a:gd name="connsiteX32" fmla="*/ 598442 w 609586"/>
              <a:gd name="connsiteY32" fmla="*/ 598442 h 609586"/>
              <a:gd name="connsiteX33" fmla="*/ 571487 w 609586"/>
              <a:gd name="connsiteY33" fmla="*/ 609586 h 609586"/>
              <a:gd name="connsiteX34" fmla="*/ 544579 w 609586"/>
              <a:gd name="connsiteY34" fmla="*/ 598442 h 609586"/>
              <a:gd name="connsiteX35" fmla="*/ 382944 w 609586"/>
              <a:gd name="connsiteY35" fmla="*/ 436806 h 609586"/>
              <a:gd name="connsiteX36" fmla="*/ 377134 w 609586"/>
              <a:gd name="connsiteY36" fmla="*/ 390611 h 609586"/>
              <a:gd name="connsiteX37" fmla="*/ 336177 w 609586"/>
              <a:gd name="connsiteY37" fmla="*/ 349655 h 609586"/>
              <a:gd name="connsiteX38" fmla="*/ 334701 w 609586"/>
              <a:gd name="connsiteY38" fmla="*/ 347464 h 609586"/>
              <a:gd name="connsiteX39" fmla="*/ 200020 w 609586"/>
              <a:gd name="connsiteY39" fmla="*/ 400041 h 609586"/>
              <a:gd name="connsiteX40" fmla="*/ 0 w 609586"/>
              <a:gd name="connsiteY40" fmla="*/ 200020 h 609586"/>
              <a:gd name="connsiteX41" fmla="*/ 200020 w 609586"/>
              <a:gd name="connsiteY41" fmla="*/ 0 h 60958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Lst>
            <a:rect l="l" t="t" r="r" b="b"/>
            <a:pathLst>
              <a:path w="609586" h="609586">
                <a:moveTo>
                  <a:pt x="409852" y="390766"/>
                </a:moveTo>
                <a:cubicBezTo>
                  <a:pt x="404970" y="390766"/>
                  <a:pt x="400089" y="392635"/>
                  <a:pt x="396374" y="396374"/>
                </a:cubicBezTo>
                <a:cubicBezTo>
                  <a:pt x="388897" y="403803"/>
                  <a:pt x="388897" y="415900"/>
                  <a:pt x="396374" y="423329"/>
                </a:cubicBezTo>
                <a:lnTo>
                  <a:pt x="558009" y="584964"/>
                </a:lnTo>
                <a:cubicBezTo>
                  <a:pt x="565581" y="592156"/>
                  <a:pt x="577392" y="592156"/>
                  <a:pt x="584964" y="584964"/>
                </a:cubicBezTo>
                <a:cubicBezTo>
                  <a:pt x="588536" y="581345"/>
                  <a:pt x="590536" y="576583"/>
                  <a:pt x="590536" y="571487"/>
                </a:cubicBezTo>
                <a:cubicBezTo>
                  <a:pt x="590536" y="566391"/>
                  <a:pt x="588536" y="561629"/>
                  <a:pt x="584964" y="558009"/>
                </a:cubicBezTo>
                <a:lnTo>
                  <a:pt x="423329" y="396374"/>
                </a:lnTo>
                <a:cubicBezTo>
                  <a:pt x="419614" y="392635"/>
                  <a:pt x="414733" y="390766"/>
                  <a:pt x="409852" y="390766"/>
                </a:cubicBezTo>
                <a:close/>
                <a:moveTo>
                  <a:pt x="199987" y="76185"/>
                </a:moveTo>
                <a:cubicBezTo>
                  <a:pt x="131706" y="76185"/>
                  <a:pt x="76185" y="131706"/>
                  <a:pt x="76185" y="199988"/>
                </a:cubicBezTo>
                <a:cubicBezTo>
                  <a:pt x="76185" y="268269"/>
                  <a:pt x="131706" y="323790"/>
                  <a:pt x="199987" y="323790"/>
                </a:cubicBezTo>
                <a:cubicBezTo>
                  <a:pt x="268269" y="323790"/>
                  <a:pt x="323790" y="268269"/>
                  <a:pt x="323790" y="199988"/>
                </a:cubicBezTo>
                <a:cubicBezTo>
                  <a:pt x="323790" y="131706"/>
                  <a:pt x="268269" y="76185"/>
                  <a:pt x="199987" y="76185"/>
                </a:cubicBezTo>
                <a:close/>
                <a:moveTo>
                  <a:pt x="199987" y="57139"/>
                </a:moveTo>
                <a:cubicBezTo>
                  <a:pt x="278745" y="57139"/>
                  <a:pt x="342836" y="121230"/>
                  <a:pt x="342836" y="199988"/>
                </a:cubicBezTo>
                <a:cubicBezTo>
                  <a:pt x="342836" y="278745"/>
                  <a:pt x="278745" y="342836"/>
                  <a:pt x="199987" y="342836"/>
                </a:cubicBezTo>
                <a:cubicBezTo>
                  <a:pt x="121230" y="342836"/>
                  <a:pt x="57139" y="278745"/>
                  <a:pt x="57139" y="199988"/>
                </a:cubicBezTo>
                <a:cubicBezTo>
                  <a:pt x="57139" y="121230"/>
                  <a:pt x="121230" y="57139"/>
                  <a:pt x="199987" y="57139"/>
                </a:cubicBezTo>
                <a:close/>
                <a:moveTo>
                  <a:pt x="200020" y="19050"/>
                </a:moveTo>
                <a:cubicBezTo>
                  <a:pt x="100248" y="19050"/>
                  <a:pt x="19050" y="100248"/>
                  <a:pt x="19050" y="200020"/>
                </a:cubicBezTo>
                <a:cubicBezTo>
                  <a:pt x="19050" y="299793"/>
                  <a:pt x="100248" y="380991"/>
                  <a:pt x="200020" y="380991"/>
                </a:cubicBezTo>
                <a:cubicBezTo>
                  <a:pt x="299793" y="380991"/>
                  <a:pt x="380991" y="299793"/>
                  <a:pt x="380991" y="200020"/>
                </a:cubicBezTo>
                <a:cubicBezTo>
                  <a:pt x="380991" y="100248"/>
                  <a:pt x="299793" y="19050"/>
                  <a:pt x="200020" y="19050"/>
                </a:cubicBezTo>
                <a:close/>
                <a:moveTo>
                  <a:pt x="200020" y="0"/>
                </a:moveTo>
                <a:cubicBezTo>
                  <a:pt x="310317" y="0"/>
                  <a:pt x="400041" y="89723"/>
                  <a:pt x="400041" y="200020"/>
                </a:cubicBezTo>
                <a:cubicBezTo>
                  <a:pt x="400041" y="249930"/>
                  <a:pt x="381277" y="297983"/>
                  <a:pt x="347464" y="334701"/>
                </a:cubicBezTo>
                <a:cubicBezTo>
                  <a:pt x="348226" y="335129"/>
                  <a:pt x="348988" y="335510"/>
                  <a:pt x="349655" y="336177"/>
                </a:cubicBezTo>
                <a:lnTo>
                  <a:pt x="390707" y="377229"/>
                </a:lnTo>
                <a:cubicBezTo>
                  <a:pt x="405184" y="369038"/>
                  <a:pt x="424710" y="370847"/>
                  <a:pt x="436806" y="382896"/>
                </a:cubicBezTo>
                <a:lnTo>
                  <a:pt x="598442" y="544532"/>
                </a:lnTo>
                <a:cubicBezTo>
                  <a:pt x="605633" y="551771"/>
                  <a:pt x="609586" y="561295"/>
                  <a:pt x="609586" y="571487"/>
                </a:cubicBezTo>
                <a:cubicBezTo>
                  <a:pt x="609586" y="581678"/>
                  <a:pt x="605633" y="591203"/>
                  <a:pt x="598442" y="598442"/>
                </a:cubicBezTo>
                <a:cubicBezTo>
                  <a:pt x="591203" y="605633"/>
                  <a:pt x="581678" y="609586"/>
                  <a:pt x="571487" y="609586"/>
                </a:cubicBezTo>
                <a:cubicBezTo>
                  <a:pt x="561295" y="609586"/>
                  <a:pt x="551771" y="605633"/>
                  <a:pt x="544579" y="598442"/>
                </a:cubicBezTo>
                <a:lnTo>
                  <a:pt x="382944" y="436806"/>
                </a:lnTo>
                <a:cubicBezTo>
                  <a:pt x="370562" y="424615"/>
                  <a:pt x="368180" y="405518"/>
                  <a:pt x="377134" y="390611"/>
                </a:cubicBezTo>
                <a:lnTo>
                  <a:pt x="336177" y="349655"/>
                </a:lnTo>
                <a:cubicBezTo>
                  <a:pt x="335510" y="348988"/>
                  <a:pt x="335129" y="348226"/>
                  <a:pt x="334701" y="347464"/>
                </a:cubicBezTo>
                <a:cubicBezTo>
                  <a:pt x="299126" y="379991"/>
                  <a:pt x="251930" y="400041"/>
                  <a:pt x="200020" y="400041"/>
                </a:cubicBezTo>
                <a:cubicBezTo>
                  <a:pt x="89723" y="400041"/>
                  <a:pt x="0" y="310317"/>
                  <a:pt x="0" y="200020"/>
                </a:cubicBezTo>
                <a:cubicBezTo>
                  <a:pt x="0" y="89723"/>
                  <a:pt x="89723" y="0"/>
                  <a:pt x="200020" y="0"/>
                </a:cubicBezTo>
                <a:close/>
              </a:path>
            </a:pathLst>
          </a:custGeom>
          <a:solidFill>
            <a:schemeClr val="accent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9" name="iconfont-11673-5560710">
            <a:extLst>
              <a:ext uri="{FF2B5EF4-FFF2-40B4-BE49-F238E27FC236}">
                <a16:creationId xmlns:a16="http://schemas.microsoft.com/office/drawing/2014/main" id="{12760148-A14D-40FA-81B5-C3E3717B3296}"/>
              </a:ext>
            </a:extLst>
          </p:cNvPr>
          <p:cNvSpPr/>
          <p:nvPr/>
        </p:nvSpPr>
        <p:spPr>
          <a:xfrm>
            <a:off x="8754671" y="2240175"/>
            <a:ext cx="335257" cy="335257"/>
          </a:xfrm>
          <a:custGeom>
            <a:avLst/>
            <a:gdLst>
              <a:gd name="connsiteX0" fmla="*/ 409852 w 609586"/>
              <a:gd name="connsiteY0" fmla="*/ 390766 h 609586"/>
              <a:gd name="connsiteX1" fmla="*/ 396374 w 609586"/>
              <a:gd name="connsiteY1" fmla="*/ 396374 h 609586"/>
              <a:gd name="connsiteX2" fmla="*/ 396374 w 609586"/>
              <a:gd name="connsiteY2" fmla="*/ 423329 h 609586"/>
              <a:gd name="connsiteX3" fmla="*/ 558009 w 609586"/>
              <a:gd name="connsiteY3" fmla="*/ 584964 h 609586"/>
              <a:gd name="connsiteX4" fmla="*/ 584964 w 609586"/>
              <a:gd name="connsiteY4" fmla="*/ 584964 h 609586"/>
              <a:gd name="connsiteX5" fmla="*/ 590536 w 609586"/>
              <a:gd name="connsiteY5" fmla="*/ 571487 h 609586"/>
              <a:gd name="connsiteX6" fmla="*/ 584964 w 609586"/>
              <a:gd name="connsiteY6" fmla="*/ 558009 h 609586"/>
              <a:gd name="connsiteX7" fmla="*/ 423329 w 609586"/>
              <a:gd name="connsiteY7" fmla="*/ 396374 h 609586"/>
              <a:gd name="connsiteX8" fmla="*/ 409852 w 609586"/>
              <a:gd name="connsiteY8" fmla="*/ 390766 h 609586"/>
              <a:gd name="connsiteX9" fmla="*/ 199987 w 609586"/>
              <a:gd name="connsiteY9" fmla="*/ 76185 h 609586"/>
              <a:gd name="connsiteX10" fmla="*/ 76185 w 609586"/>
              <a:gd name="connsiteY10" fmla="*/ 199988 h 609586"/>
              <a:gd name="connsiteX11" fmla="*/ 199987 w 609586"/>
              <a:gd name="connsiteY11" fmla="*/ 323790 h 609586"/>
              <a:gd name="connsiteX12" fmla="*/ 323790 w 609586"/>
              <a:gd name="connsiteY12" fmla="*/ 199988 h 609586"/>
              <a:gd name="connsiteX13" fmla="*/ 199987 w 609586"/>
              <a:gd name="connsiteY13" fmla="*/ 76185 h 609586"/>
              <a:gd name="connsiteX14" fmla="*/ 199987 w 609586"/>
              <a:gd name="connsiteY14" fmla="*/ 57139 h 609586"/>
              <a:gd name="connsiteX15" fmla="*/ 342836 w 609586"/>
              <a:gd name="connsiteY15" fmla="*/ 199988 h 609586"/>
              <a:gd name="connsiteX16" fmla="*/ 199987 w 609586"/>
              <a:gd name="connsiteY16" fmla="*/ 342836 h 609586"/>
              <a:gd name="connsiteX17" fmla="*/ 57139 w 609586"/>
              <a:gd name="connsiteY17" fmla="*/ 199988 h 609586"/>
              <a:gd name="connsiteX18" fmla="*/ 199987 w 609586"/>
              <a:gd name="connsiteY18" fmla="*/ 57139 h 609586"/>
              <a:gd name="connsiteX19" fmla="*/ 200020 w 609586"/>
              <a:gd name="connsiteY19" fmla="*/ 19050 h 609586"/>
              <a:gd name="connsiteX20" fmla="*/ 19050 w 609586"/>
              <a:gd name="connsiteY20" fmla="*/ 200020 h 609586"/>
              <a:gd name="connsiteX21" fmla="*/ 200020 w 609586"/>
              <a:gd name="connsiteY21" fmla="*/ 380991 h 609586"/>
              <a:gd name="connsiteX22" fmla="*/ 380991 w 609586"/>
              <a:gd name="connsiteY22" fmla="*/ 200020 h 609586"/>
              <a:gd name="connsiteX23" fmla="*/ 200020 w 609586"/>
              <a:gd name="connsiteY23" fmla="*/ 19050 h 609586"/>
              <a:gd name="connsiteX24" fmla="*/ 200020 w 609586"/>
              <a:gd name="connsiteY24" fmla="*/ 0 h 609586"/>
              <a:gd name="connsiteX25" fmla="*/ 400041 w 609586"/>
              <a:gd name="connsiteY25" fmla="*/ 200020 h 609586"/>
              <a:gd name="connsiteX26" fmla="*/ 347464 w 609586"/>
              <a:gd name="connsiteY26" fmla="*/ 334701 h 609586"/>
              <a:gd name="connsiteX27" fmla="*/ 349655 w 609586"/>
              <a:gd name="connsiteY27" fmla="*/ 336177 h 609586"/>
              <a:gd name="connsiteX28" fmla="*/ 390707 w 609586"/>
              <a:gd name="connsiteY28" fmla="*/ 377229 h 609586"/>
              <a:gd name="connsiteX29" fmla="*/ 436806 w 609586"/>
              <a:gd name="connsiteY29" fmla="*/ 382896 h 609586"/>
              <a:gd name="connsiteX30" fmla="*/ 598442 w 609586"/>
              <a:gd name="connsiteY30" fmla="*/ 544532 h 609586"/>
              <a:gd name="connsiteX31" fmla="*/ 609586 w 609586"/>
              <a:gd name="connsiteY31" fmla="*/ 571487 h 609586"/>
              <a:gd name="connsiteX32" fmla="*/ 598442 w 609586"/>
              <a:gd name="connsiteY32" fmla="*/ 598442 h 609586"/>
              <a:gd name="connsiteX33" fmla="*/ 571487 w 609586"/>
              <a:gd name="connsiteY33" fmla="*/ 609586 h 609586"/>
              <a:gd name="connsiteX34" fmla="*/ 544579 w 609586"/>
              <a:gd name="connsiteY34" fmla="*/ 598442 h 609586"/>
              <a:gd name="connsiteX35" fmla="*/ 382944 w 609586"/>
              <a:gd name="connsiteY35" fmla="*/ 436806 h 609586"/>
              <a:gd name="connsiteX36" fmla="*/ 377134 w 609586"/>
              <a:gd name="connsiteY36" fmla="*/ 390611 h 609586"/>
              <a:gd name="connsiteX37" fmla="*/ 336177 w 609586"/>
              <a:gd name="connsiteY37" fmla="*/ 349655 h 609586"/>
              <a:gd name="connsiteX38" fmla="*/ 334701 w 609586"/>
              <a:gd name="connsiteY38" fmla="*/ 347464 h 609586"/>
              <a:gd name="connsiteX39" fmla="*/ 200020 w 609586"/>
              <a:gd name="connsiteY39" fmla="*/ 400041 h 609586"/>
              <a:gd name="connsiteX40" fmla="*/ 0 w 609586"/>
              <a:gd name="connsiteY40" fmla="*/ 200020 h 609586"/>
              <a:gd name="connsiteX41" fmla="*/ 200020 w 609586"/>
              <a:gd name="connsiteY41" fmla="*/ 0 h 60958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Lst>
            <a:rect l="l" t="t" r="r" b="b"/>
            <a:pathLst>
              <a:path w="609586" h="609586">
                <a:moveTo>
                  <a:pt x="409852" y="390766"/>
                </a:moveTo>
                <a:cubicBezTo>
                  <a:pt x="404970" y="390766"/>
                  <a:pt x="400089" y="392635"/>
                  <a:pt x="396374" y="396374"/>
                </a:cubicBezTo>
                <a:cubicBezTo>
                  <a:pt x="388897" y="403803"/>
                  <a:pt x="388897" y="415900"/>
                  <a:pt x="396374" y="423329"/>
                </a:cubicBezTo>
                <a:lnTo>
                  <a:pt x="558009" y="584964"/>
                </a:lnTo>
                <a:cubicBezTo>
                  <a:pt x="565581" y="592156"/>
                  <a:pt x="577392" y="592156"/>
                  <a:pt x="584964" y="584964"/>
                </a:cubicBezTo>
                <a:cubicBezTo>
                  <a:pt x="588536" y="581345"/>
                  <a:pt x="590536" y="576583"/>
                  <a:pt x="590536" y="571487"/>
                </a:cubicBezTo>
                <a:cubicBezTo>
                  <a:pt x="590536" y="566391"/>
                  <a:pt x="588536" y="561629"/>
                  <a:pt x="584964" y="558009"/>
                </a:cubicBezTo>
                <a:lnTo>
                  <a:pt x="423329" y="396374"/>
                </a:lnTo>
                <a:cubicBezTo>
                  <a:pt x="419614" y="392635"/>
                  <a:pt x="414733" y="390766"/>
                  <a:pt x="409852" y="390766"/>
                </a:cubicBezTo>
                <a:close/>
                <a:moveTo>
                  <a:pt x="199987" y="76185"/>
                </a:moveTo>
                <a:cubicBezTo>
                  <a:pt x="131706" y="76185"/>
                  <a:pt x="76185" y="131706"/>
                  <a:pt x="76185" y="199988"/>
                </a:cubicBezTo>
                <a:cubicBezTo>
                  <a:pt x="76185" y="268269"/>
                  <a:pt x="131706" y="323790"/>
                  <a:pt x="199987" y="323790"/>
                </a:cubicBezTo>
                <a:cubicBezTo>
                  <a:pt x="268269" y="323790"/>
                  <a:pt x="323790" y="268269"/>
                  <a:pt x="323790" y="199988"/>
                </a:cubicBezTo>
                <a:cubicBezTo>
                  <a:pt x="323790" y="131706"/>
                  <a:pt x="268269" y="76185"/>
                  <a:pt x="199987" y="76185"/>
                </a:cubicBezTo>
                <a:close/>
                <a:moveTo>
                  <a:pt x="199987" y="57139"/>
                </a:moveTo>
                <a:cubicBezTo>
                  <a:pt x="278745" y="57139"/>
                  <a:pt x="342836" y="121230"/>
                  <a:pt x="342836" y="199988"/>
                </a:cubicBezTo>
                <a:cubicBezTo>
                  <a:pt x="342836" y="278745"/>
                  <a:pt x="278745" y="342836"/>
                  <a:pt x="199987" y="342836"/>
                </a:cubicBezTo>
                <a:cubicBezTo>
                  <a:pt x="121230" y="342836"/>
                  <a:pt x="57139" y="278745"/>
                  <a:pt x="57139" y="199988"/>
                </a:cubicBezTo>
                <a:cubicBezTo>
                  <a:pt x="57139" y="121230"/>
                  <a:pt x="121230" y="57139"/>
                  <a:pt x="199987" y="57139"/>
                </a:cubicBezTo>
                <a:close/>
                <a:moveTo>
                  <a:pt x="200020" y="19050"/>
                </a:moveTo>
                <a:cubicBezTo>
                  <a:pt x="100248" y="19050"/>
                  <a:pt x="19050" y="100248"/>
                  <a:pt x="19050" y="200020"/>
                </a:cubicBezTo>
                <a:cubicBezTo>
                  <a:pt x="19050" y="299793"/>
                  <a:pt x="100248" y="380991"/>
                  <a:pt x="200020" y="380991"/>
                </a:cubicBezTo>
                <a:cubicBezTo>
                  <a:pt x="299793" y="380991"/>
                  <a:pt x="380991" y="299793"/>
                  <a:pt x="380991" y="200020"/>
                </a:cubicBezTo>
                <a:cubicBezTo>
                  <a:pt x="380991" y="100248"/>
                  <a:pt x="299793" y="19050"/>
                  <a:pt x="200020" y="19050"/>
                </a:cubicBezTo>
                <a:close/>
                <a:moveTo>
                  <a:pt x="200020" y="0"/>
                </a:moveTo>
                <a:cubicBezTo>
                  <a:pt x="310317" y="0"/>
                  <a:pt x="400041" y="89723"/>
                  <a:pt x="400041" y="200020"/>
                </a:cubicBezTo>
                <a:cubicBezTo>
                  <a:pt x="400041" y="249930"/>
                  <a:pt x="381277" y="297983"/>
                  <a:pt x="347464" y="334701"/>
                </a:cubicBezTo>
                <a:cubicBezTo>
                  <a:pt x="348226" y="335129"/>
                  <a:pt x="348988" y="335510"/>
                  <a:pt x="349655" y="336177"/>
                </a:cubicBezTo>
                <a:lnTo>
                  <a:pt x="390707" y="377229"/>
                </a:lnTo>
                <a:cubicBezTo>
                  <a:pt x="405184" y="369038"/>
                  <a:pt x="424710" y="370847"/>
                  <a:pt x="436806" y="382896"/>
                </a:cubicBezTo>
                <a:lnTo>
                  <a:pt x="598442" y="544532"/>
                </a:lnTo>
                <a:cubicBezTo>
                  <a:pt x="605633" y="551771"/>
                  <a:pt x="609586" y="561295"/>
                  <a:pt x="609586" y="571487"/>
                </a:cubicBezTo>
                <a:cubicBezTo>
                  <a:pt x="609586" y="581678"/>
                  <a:pt x="605633" y="591203"/>
                  <a:pt x="598442" y="598442"/>
                </a:cubicBezTo>
                <a:cubicBezTo>
                  <a:pt x="591203" y="605633"/>
                  <a:pt x="581678" y="609586"/>
                  <a:pt x="571487" y="609586"/>
                </a:cubicBezTo>
                <a:cubicBezTo>
                  <a:pt x="561295" y="609586"/>
                  <a:pt x="551771" y="605633"/>
                  <a:pt x="544579" y="598442"/>
                </a:cubicBezTo>
                <a:lnTo>
                  <a:pt x="382944" y="436806"/>
                </a:lnTo>
                <a:cubicBezTo>
                  <a:pt x="370562" y="424615"/>
                  <a:pt x="368180" y="405518"/>
                  <a:pt x="377134" y="390611"/>
                </a:cubicBezTo>
                <a:lnTo>
                  <a:pt x="336177" y="349655"/>
                </a:lnTo>
                <a:cubicBezTo>
                  <a:pt x="335510" y="348988"/>
                  <a:pt x="335129" y="348226"/>
                  <a:pt x="334701" y="347464"/>
                </a:cubicBezTo>
                <a:cubicBezTo>
                  <a:pt x="299126" y="379991"/>
                  <a:pt x="251930" y="400041"/>
                  <a:pt x="200020" y="400041"/>
                </a:cubicBezTo>
                <a:cubicBezTo>
                  <a:pt x="89723" y="400041"/>
                  <a:pt x="0" y="310317"/>
                  <a:pt x="0" y="200020"/>
                </a:cubicBezTo>
                <a:cubicBezTo>
                  <a:pt x="0" y="89723"/>
                  <a:pt x="89723" y="0"/>
                  <a:pt x="200020" y="0"/>
                </a:cubicBezTo>
                <a:close/>
              </a:path>
            </a:pathLst>
          </a:custGeom>
          <a:solidFill>
            <a:schemeClr val="accent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Tree>
    <p:custDataLst>
      <p:tags r:id="rId1"/>
    </p:custDataLst>
    <p:extLst>
      <p:ext uri="{BB962C8B-B14F-4D97-AF65-F5344CB8AC3E}">
        <p14:creationId xmlns:p14="http://schemas.microsoft.com/office/powerpoint/2010/main" val="2023071660"/>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 presetClass="entr" presetSubtype="0" fill="hold" grpId="0" nodeType="withEffect">
                                  <p:stCondLst>
                                    <p:cond delay="0"/>
                                  </p:stCondLst>
                                  <p:childTnLst>
                                    <p:set>
                                      <p:cBhvr>
                                        <p:cTn id="6" dur="1" fill="hold">
                                          <p:stCondLst>
                                            <p:cond delay="0"/>
                                          </p:stCondLst>
                                        </p:cTn>
                                        <p:tgtEl>
                                          <p:spTgt spid="48"/>
                                        </p:tgtEl>
                                        <p:attrNameLst>
                                          <p:attrName>style.visibility</p:attrName>
                                        </p:attrNameLst>
                                      </p:cBhvr>
                                      <p:to>
                                        <p:strVal val="visible"/>
                                      </p:to>
                                    </p:set>
                                  </p:childTnLst>
                                </p:cTn>
                              </p:par>
                              <p:par>
                                <p:cTn id="7" presetID="10" presetClass="exit" presetSubtype="0" decel="50000" fill="hold" grpId="1" nodeType="withEffect">
                                  <p:stCondLst>
                                    <p:cond delay="0"/>
                                  </p:stCondLst>
                                  <p:childTnLst>
                                    <p:animEffect transition="out" filter="fade">
                                      <p:cBhvr>
                                        <p:cTn id="8" dur="2000"/>
                                        <p:tgtEl>
                                          <p:spTgt spid="48"/>
                                        </p:tgtEl>
                                      </p:cBhvr>
                                    </p:animEffect>
                                    <p:set>
                                      <p:cBhvr>
                                        <p:cTn id="9" dur="1" fill="hold">
                                          <p:stCondLst>
                                            <p:cond delay="1999"/>
                                          </p:stCondLst>
                                        </p:cTn>
                                        <p:tgtEl>
                                          <p:spTgt spid="48"/>
                                        </p:tgtEl>
                                        <p:attrNameLst>
                                          <p:attrName>style.visibility</p:attrName>
                                        </p:attrNameLst>
                                      </p:cBhvr>
                                      <p:to>
                                        <p:strVal val="hidden"/>
                                      </p:to>
                                    </p:set>
                                  </p:childTnLst>
                                </p:cTn>
                              </p:par>
                              <p:par>
                                <p:cTn id="10" presetID="10" presetClass="entr" presetSubtype="0" decel="50000" fill="hold" grpId="0" nodeType="withEffect">
                                  <p:stCondLst>
                                    <p:cond delay="0"/>
                                  </p:stCondLst>
                                  <p:childTnLst>
                                    <p:set>
                                      <p:cBhvr>
                                        <p:cTn id="11" dur="1" fill="hold">
                                          <p:stCondLst>
                                            <p:cond delay="0"/>
                                          </p:stCondLst>
                                        </p:cTn>
                                        <p:tgtEl>
                                          <p:spTgt spid="49"/>
                                        </p:tgtEl>
                                        <p:attrNameLst>
                                          <p:attrName>style.visibility</p:attrName>
                                        </p:attrNameLst>
                                      </p:cBhvr>
                                      <p:to>
                                        <p:strVal val="visible"/>
                                      </p:to>
                                    </p:set>
                                    <p:animEffect transition="in" filter="fade">
                                      <p:cBhvr>
                                        <p:cTn id="12" dur="2000"/>
                                        <p:tgtEl>
                                          <p:spTgt spid="49"/>
                                        </p:tgtEl>
                                      </p:cBhvr>
                                    </p:animEffect>
                                  </p:childTnLst>
                                </p:cTn>
                              </p:par>
                              <p:par>
                                <p:cTn id="13" presetID="63" presetClass="path" presetSubtype="0" decel="50000" fill="hold" grpId="2" nodeType="withEffect">
                                  <p:stCondLst>
                                    <p:cond delay="0"/>
                                  </p:stCondLst>
                                  <p:childTnLst>
                                    <p:animMotion origin="layout" path="M 0 0 L 0.338798 -0.002701 E" pathEditMode="relative" ptsTypes="">
                                      <p:cBhvr>
                                        <p:cTn id="14" dur="2000" fill="hold"/>
                                        <p:tgtEl>
                                          <p:spTgt spid="48"/>
                                        </p:tgtEl>
                                        <p:attrNameLst>
                                          <p:attrName>ppt_x</p:attrName>
                                          <p:attrName>ppt_y</p:attrName>
                                        </p:attrNameLst>
                                      </p:cBhvr>
                                    </p:animMotion>
                                  </p:childTnLst>
                                </p:cTn>
                              </p:par>
                              <p:par>
                                <p:cTn id="15" presetID="63" presetClass="path" presetSubtype="0" decel="50000" fill="hold" grpId="1" nodeType="withEffect">
                                  <p:stCondLst>
                                    <p:cond delay="0"/>
                                  </p:stCondLst>
                                  <p:childTnLst>
                                    <p:animMotion origin="layout" path="M -0.338798 0.002701 L 0 0 E" pathEditMode="relative" ptsTypes="">
                                      <p:cBhvr>
                                        <p:cTn id="16" dur="2000" fill="hold"/>
                                        <p:tgtEl>
                                          <p:spTgt spid="49"/>
                                        </p:tgtEl>
                                        <p:attrNameLst>
                                          <p:attrName>ppt_x</p:attrName>
                                          <p:attrName>ppt_y</p:attrName>
                                        </p:attrNameLst>
                                      </p:cBhvr>
                                    </p:animMotion>
                                  </p:childTnLst>
                                </p:cTn>
                              </p:par>
                              <p:par>
                                <p:cTn id="17" presetID="6" presetClass="emph" presetSubtype="0" decel="50000" fill="hold" grpId="3" nodeType="withEffect">
                                  <p:stCondLst>
                                    <p:cond delay="0"/>
                                  </p:stCondLst>
                                  <p:childTnLst>
                                    <p:animScale>
                                      <p:cBhvr>
                                        <p:cTn id="18" dur="2000" fill="hold"/>
                                        <p:tgtEl>
                                          <p:spTgt spid="48"/>
                                        </p:tgtEl>
                                      </p:cBhvr>
                                      <p:by x="150000" y="150000"/>
                                      <p:from x="100000" y="100000"/>
                                      <p:to x="100000" y="100000"/>
                                    </p:animScale>
                                  </p:childTnLst>
                                </p:cTn>
                              </p:par>
                              <p:par>
                                <p:cTn id="19" presetID="6" presetClass="emph" presetSubtype="0" decel="50000" fill="hold" grpId="2" nodeType="withEffect">
                                  <p:stCondLst>
                                    <p:cond delay="0"/>
                                  </p:stCondLst>
                                  <p:childTnLst>
                                    <p:animScale>
                                      <p:cBhvr>
                                        <p:cTn id="20" dur="2000" fill="hold"/>
                                        <p:tgtEl>
                                          <p:spTgt spid="49"/>
                                        </p:tgtEl>
                                      </p:cBhvr>
                                      <p:by x="150000" y="150000"/>
                                      <p:from x="100000" y="100000"/>
                                      <p:to x="100000" y="100000"/>
                                    </p:animScale>
                                  </p:childTnLst>
                                </p:cTn>
                              </p:par>
                              <p:par>
                                <p:cTn id="21" presetID="12" presetClass="entr" presetSubtype="4" fill="hold" nodeType="withEffect">
                                  <p:stCondLst>
                                    <p:cond delay="400"/>
                                  </p:stCondLst>
                                  <p:childTnLst>
                                    <p:set>
                                      <p:cBhvr>
                                        <p:cTn id="22" dur="1" fill="hold">
                                          <p:stCondLst>
                                            <p:cond delay="0"/>
                                          </p:stCondLst>
                                        </p:cTn>
                                        <p:tgtEl>
                                          <p:spTgt spid="8"/>
                                        </p:tgtEl>
                                        <p:attrNameLst>
                                          <p:attrName>style.visibility</p:attrName>
                                        </p:attrNameLst>
                                      </p:cBhvr>
                                      <p:to>
                                        <p:strVal val="visible"/>
                                      </p:to>
                                    </p:set>
                                    <p:anim calcmode="lin" valueType="num">
                                      <p:cBhvr additive="base">
                                        <p:cTn id="23" dur="500"/>
                                        <p:tgtEl>
                                          <p:spTgt spid="8"/>
                                        </p:tgtEl>
                                        <p:attrNameLst>
                                          <p:attrName>ppt_y</p:attrName>
                                        </p:attrNameLst>
                                      </p:cBhvr>
                                      <p:tavLst>
                                        <p:tav tm="0">
                                          <p:val>
                                            <p:strVal val="#ppt_y+#ppt_h*1.125000"/>
                                          </p:val>
                                        </p:tav>
                                        <p:tav tm="100000">
                                          <p:val>
                                            <p:strVal val="#ppt_y"/>
                                          </p:val>
                                        </p:tav>
                                      </p:tavLst>
                                    </p:anim>
                                    <p:animEffect transition="in" filter="wipe(up)">
                                      <p:cBhvr>
                                        <p:cTn id="24" dur="500"/>
                                        <p:tgtEl>
                                          <p:spTgt spid="8"/>
                                        </p:tgtEl>
                                      </p:cBhvr>
                                    </p:animEffect>
                                  </p:childTnLst>
                                </p:cTn>
                              </p:par>
                              <p:par>
                                <p:cTn id="25" presetID="12" presetClass="entr" presetSubtype="4" fill="hold" nodeType="withEffect">
                                  <p:stCondLst>
                                    <p:cond delay="800"/>
                                  </p:stCondLst>
                                  <p:childTnLst>
                                    <p:set>
                                      <p:cBhvr>
                                        <p:cTn id="26" dur="1" fill="hold">
                                          <p:stCondLst>
                                            <p:cond delay="0"/>
                                          </p:stCondLst>
                                        </p:cTn>
                                        <p:tgtEl>
                                          <p:spTgt spid="45"/>
                                        </p:tgtEl>
                                        <p:attrNameLst>
                                          <p:attrName>style.visibility</p:attrName>
                                        </p:attrNameLst>
                                      </p:cBhvr>
                                      <p:to>
                                        <p:strVal val="visible"/>
                                      </p:to>
                                    </p:set>
                                    <p:anim calcmode="lin" valueType="num">
                                      <p:cBhvr additive="base">
                                        <p:cTn id="27" dur="500"/>
                                        <p:tgtEl>
                                          <p:spTgt spid="45"/>
                                        </p:tgtEl>
                                        <p:attrNameLst>
                                          <p:attrName>ppt_y</p:attrName>
                                        </p:attrNameLst>
                                      </p:cBhvr>
                                      <p:tavLst>
                                        <p:tav tm="0">
                                          <p:val>
                                            <p:strVal val="#ppt_y+#ppt_h*1.125000"/>
                                          </p:val>
                                        </p:tav>
                                        <p:tav tm="100000">
                                          <p:val>
                                            <p:strVal val="#ppt_y"/>
                                          </p:val>
                                        </p:tav>
                                      </p:tavLst>
                                    </p:anim>
                                    <p:animEffect transition="in" filter="wipe(up)">
                                      <p:cBhvr>
                                        <p:cTn id="28" dur="500"/>
                                        <p:tgtEl>
                                          <p:spTgt spid="45"/>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8" grpId="0" animBg="1"/>
      <p:bldP spid="48" grpId="1" animBg="1"/>
      <p:bldP spid="48" grpId="2" animBg="1"/>
      <p:bldP spid="48" grpId="3" animBg="1"/>
      <p:bldP spid="49" grpId="0" animBg="1"/>
      <p:bldP spid="49" grpId="1" animBg="1"/>
      <p:bldP spid="49" grpId="2" animBg="1"/>
    </p:bldLst>
  </p:timing>
</p:sld>
</file>

<file path=ppt/slides/slide23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4" name="组合 3">
            <a:extLst>
              <a:ext uri="{FF2B5EF4-FFF2-40B4-BE49-F238E27FC236}">
                <a16:creationId xmlns:a16="http://schemas.microsoft.com/office/drawing/2014/main" id="{9A1EA9F2-FCB6-48C3-935F-7AE7E3AD14AC}"/>
              </a:ext>
            </a:extLst>
          </p:cNvPr>
          <p:cNvGrpSpPr/>
          <p:nvPr/>
        </p:nvGrpSpPr>
        <p:grpSpPr>
          <a:xfrm>
            <a:off x="304800" y="749300"/>
            <a:ext cx="6192344" cy="400110"/>
            <a:chOff x="424117" y="898245"/>
            <a:chExt cx="6192344" cy="400110"/>
          </a:xfrm>
        </p:grpSpPr>
        <p:sp>
          <p:nvSpPr>
            <p:cNvPr id="2" name="平行四边形 1">
              <a:extLst>
                <a:ext uri="{FF2B5EF4-FFF2-40B4-BE49-F238E27FC236}">
                  <a16:creationId xmlns:a16="http://schemas.microsoft.com/office/drawing/2014/main" id="{1F5BAA3F-9845-4F89-A2DD-8222D3E4EDAC}"/>
                </a:ext>
              </a:extLst>
            </p:cNvPr>
            <p:cNvSpPr/>
            <p:nvPr/>
          </p:nvSpPr>
          <p:spPr>
            <a:xfrm>
              <a:off x="424117" y="898245"/>
              <a:ext cx="737650" cy="387090"/>
            </a:xfrm>
            <a:prstGeom prst="parallelogram">
              <a:avLst/>
            </a:prstGeom>
            <a:solidFill>
              <a:schemeClr val="accent3">
                <a:lumMod val="75000"/>
              </a:schemeClr>
            </a:solidFill>
            <a:ln>
              <a:solidFill>
                <a:schemeClr val="accent3">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CN" sz="2200" dirty="0">
                  <a:latin typeface="Impact" panose="020B0806030902050204" pitchFamily="34" charset="0"/>
                </a:rPr>
                <a:t>03</a:t>
              </a:r>
              <a:endParaRPr lang="zh-CN" altLang="en-US" sz="2200" dirty="0">
                <a:latin typeface="Impact" panose="020B0806030902050204" pitchFamily="34" charset="0"/>
              </a:endParaRPr>
            </a:p>
          </p:txBody>
        </p:sp>
        <p:sp>
          <p:nvSpPr>
            <p:cNvPr id="3" name="文本框 2">
              <a:extLst>
                <a:ext uri="{FF2B5EF4-FFF2-40B4-BE49-F238E27FC236}">
                  <a16:creationId xmlns:a16="http://schemas.microsoft.com/office/drawing/2014/main" id="{4D6BD736-A4D3-4F26-AFED-36E11F50F70B}"/>
                </a:ext>
              </a:extLst>
            </p:cNvPr>
            <p:cNvSpPr txBox="1"/>
            <p:nvPr/>
          </p:nvSpPr>
          <p:spPr>
            <a:xfrm>
              <a:off x="1161767" y="898245"/>
              <a:ext cx="5454694" cy="400110"/>
            </a:xfrm>
            <a:prstGeom prst="rect">
              <a:avLst/>
            </a:prstGeom>
            <a:noFill/>
          </p:spPr>
          <p:txBody>
            <a:bodyPr wrap="square" rtlCol="0">
              <a:spAutoFit/>
            </a:bodyPr>
            <a:lstStyle/>
            <a:p>
              <a:r>
                <a:rPr lang="en-US" altLang="zh-CN" sz="2000" b="1" dirty="0"/>
                <a:t>PPP</a:t>
              </a:r>
              <a:r>
                <a:rPr lang="zh-CN" altLang="en-US" sz="2000" b="1" dirty="0"/>
                <a:t>帧的透明传输</a:t>
              </a:r>
            </a:p>
          </p:txBody>
        </p:sp>
      </p:grpSp>
      <p:grpSp>
        <p:nvGrpSpPr>
          <p:cNvPr id="54" name="组合 53">
            <a:extLst>
              <a:ext uri="{FF2B5EF4-FFF2-40B4-BE49-F238E27FC236}">
                <a16:creationId xmlns:a16="http://schemas.microsoft.com/office/drawing/2014/main" id="{3251244F-2677-4044-84FF-4E3A618F0F84}"/>
              </a:ext>
            </a:extLst>
          </p:cNvPr>
          <p:cNvGrpSpPr/>
          <p:nvPr/>
        </p:nvGrpSpPr>
        <p:grpSpPr>
          <a:xfrm>
            <a:off x="9056697" y="1735276"/>
            <a:ext cx="2160000" cy="458913"/>
            <a:chOff x="8697680" y="1322684"/>
            <a:chExt cx="2160000" cy="458913"/>
          </a:xfrm>
        </p:grpSpPr>
        <p:cxnSp>
          <p:nvCxnSpPr>
            <p:cNvPr id="55" name="直接连接符 54">
              <a:extLst>
                <a:ext uri="{FF2B5EF4-FFF2-40B4-BE49-F238E27FC236}">
                  <a16:creationId xmlns:a16="http://schemas.microsoft.com/office/drawing/2014/main" id="{02760AEE-7703-4F73-8ABC-36244A982E59}"/>
                </a:ext>
              </a:extLst>
            </p:cNvPr>
            <p:cNvCxnSpPr/>
            <p:nvPr/>
          </p:nvCxnSpPr>
          <p:spPr>
            <a:xfrm flipV="1">
              <a:off x="8697680" y="1322684"/>
              <a:ext cx="0" cy="453911"/>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8" name="直接连接符 57">
              <a:extLst>
                <a:ext uri="{FF2B5EF4-FFF2-40B4-BE49-F238E27FC236}">
                  <a16:creationId xmlns:a16="http://schemas.microsoft.com/office/drawing/2014/main" id="{DFFDD7BA-A30E-4E42-97E3-7404B0BB1F33}"/>
                </a:ext>
              </a:extLst>
            </p:cNvPr>
            <p:cNvCxnSpPr/>
            <p:nvPr/>
          </p:nvCxnSpPr>
          <p:spPr>
            <a:xfrm flipV="1">
              <a:off x="10857680" y="1327686"/>
              <a:ext cx="0" cy="453911"/>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60" name="直接箭头连接符 59">
              <a:extLst>
                <a:ext uri="{FF2B5EF4-FFF2-40B4-BE49-F238E27FC236}">
                  <a16:creationId xmlns:a16="http://schemas.microsoft.com/office/drawing/2014/main" id="{FC86BF61-8DC9-4F42-84F1-B3E612E6029B}"/>
                </a:ext>
              </a:extLst>
            </p:cNvPr>
            <p:cNvCxnSpPr>
              <a:cxnSpLocks/>
            </p:cNvCxnSpPr>
            <p:nvPr/>
          </p:nvCxnSpPr>
          <p:spPr>
            <a:xfrm>
              <a:off x="8697680" y="1547869"/>
              <a:ext cx="2160000" cy="0"/>
            </a:xfrm>
            <a:prstGeom prst="straightConnector1">
              <a:avLst/>
            </a:prstGeom>
            <a:ln w="12700">
              <a:solidFill>
                <a:schemeClr val="tx1"/>
              </a:solidFill>
              <a:headEnd type="triangle"/>
              <a:tailEnd type="triangle"/>
            </a:ln>
          </p:spPr>
          <p:style>
            <a:lnRef idx="1">
              <a:schemeClr val="accent1"/>
            </a:lnRef>
            <a:fillRef idx="0">
              <a:schemeClr val="accent1"/>
            </a:fillRef>
            <a:effectRef idx="0">
              <a:schemeClr val="accent1"/>
            </a:effectRef>
            <a:fontRef idx="minor">
              <a:schemeClr val="tx1"/>
            </a:fontRef>
          </p:style>
        </p:cxnSp>
        <p:sp>
          <p:nvSpPr>
            <p:cNvPr id="61" name="文本框 60">
              <a:extLst>
                <a:ext uri="{FF2B5EF4-FFF2-40B4-BE49-F238E27FC236}">
                  <a16:creationId xmlns:a16="http://schemas.microsoft.com/office/drawing/2014/main" id="{DE5546B2-E8C7-4B4F-956B-3153E01FDAD7}"/>
                </a:ext>
              </a:extLst>
            </p:cNvPr>
            <p:cNvSpPr txBox="1"/>
            <p:nvPr/>
          </p:nvSpPr>
          <p:spPr>
            <a:xfrm>
              <a:off x="9323532" y="1371746"/>
              <a:ext cx="908294" cy="369332"/>
            </a:xfrm>
            <a:prstGeom prst="rect">
              <a:avLst/>
            </a:prstGeom>
            <a:solidFill>
              <a:schemeClr val="bg1"/>
            </a:solidFill>
          </p:spPr>
          <p:txBody>
            <a:bodyPr wrap="square" rtlCol="0">
              <a:spAutoFit/>
            </a:bodyPr>
            <a:lstStyle/>
            <a:p>
              <a:pPr algn="ctr"/>
              <a:r>
                <a:rPr lang="zh-CN" altLang="en-US" b="1" dirty="0"/>
                <a:t>帧尾部</a:t>
              </a:r>
            </a:p>
          </p:txBody>
        </p:sp>
      </p:grpSp>
      <p:grpSp>
        <p:nvGrpSpPr>
          <p:cNvPr id="66" name="组合 65">
            <a:extLst>
              <a:ext uri="{FF2B5EF4-FFF2-40B4-BE49-F238E27FC236}">
                <a16:creationId xmlns:a16="http://schemas.microsoft.com/office/drawing/2014/main" id="{0CDC28CF-1464-4B93-9F0E-35BC090315DE}"/>
              </a:ext>
            </a:extLst>
          </p:cNvPr>
          <p:cNvGrpSpPr/>
          <p:nvPr/>
        </p:nvGrpSpPr>
        <p:grpSpPr>
          <a:xfrm>
            <a:off x="986351" y="1723688"/>
            <a:ext cx="3600000" cy="463927"/>
            <a:chOff x="979773" y="2975089"/>
            <a:chExt cx="3600000" cy="463927"/>
          </a:xfrm>
        </p:grpSpPr>
        <p:cxnSp>
          <p:nvCxnSpPr>
            <p:cNvPr id="72" name="直接连接符 71">
              <a:extLst>
                <a:ext uri="{FF2B5EF4-FFF2-40B4-BE49-F238E27FC236}">
                  <a16:creationId xmlns:a16="http://schemas.microsoft.com/office/drawing/2014/main" id="{6C9E8F10-D9E8-42EF-A451-5AFA4FD9D732}"/>
                </a:ext>
              </a:extLst>
            </p:cNvPr>
            <p:cNvCxnSpPr/>
            <p:nvPr/>
          </p:nvCxnSpPr>
          <p:spPr>
            <a:xfrm flipV="1">
              <a:off x="979773" y="2975089"/>
              <a:ext cx="0" cy="453911"/>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77" name="直接连接符 76">
              <a:extLst>
                <a:ext uri="{FF2B5EF4-FFF2-40B4-BE49-F238E27FC236}">
                  <a16:creationId xmlns:a16="http://schemas.microsoft.com/office/drawing/2014/main" id="{4542516D-787D-442B-9F49-0E44BC2E35D0}"/>
                </a:ext>
              </a:extLst>
            </p:cNvPr>
            <p:cNvCxnSpPr/>
            <p:nvPr/>
          </p:nvCxnSpPr>
          <p:spPr>
            <a:xfrm flipV="1">
              <a:off x="4579773" y="2985105"/>
              <a:ext cx="0" cy="453911"/>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78" name="直接箭头连接符 77">
              <a:extLst>
                <a:ext uri="{FF2B5EF4-FFF2-40B4-BE49-F238E27FC236}">
                  <a16:creationId xmlns:a16="http://schemas.microsoft.com/office/drawing/2014/main" id="{743ADB21-309F-4B76-8160-1371E6FF03F5}"/>
                </a:ext>
              </a:extLst>
            </p:cNvPr>
            <p:cNvCxnSpPr>
              <a:cxnSpLocks/>
            </p:cNvCxnSpPr>
            <p:nvPr/>
          </p:nvCxnSpPr>
          <p:spPr>
            <a:xfrm>
              <a:off x="979773" y="3202043"/>
              <a:ext cx="3600000" cy="0"/>
            </a:xfrm>
            <a:prstGeom prst="straightConnector1">
              <a:avLst/>
            </a:prstGeom>
            <a:ln w="12700">
              <a:solidFill>
                <a:schemeClr val="tx1"/>
              </a:solidFill>
              <a:headEnd type="triangle"/>
              <a:tailEnd type="triangle"/>
            </a:ln>
          </p:spPr>
          <p:style>
            <a:lnRef idx="1">
              <a:schemeClr val="accent1"/>
            </a:lnRef>
            <a:fillRef idx="0">
              <a:schemeClr val="accent1"/>
            </a:fillRef>
            <a:effectRef idx="0">
              <a:schemeClr val="accent1"/>
            </a:effectRef>
            <a:fontRef idx="minor">
              <a:schemeClr val="tx1"/>
            </a:fontRef>
          </p:style>
        </p:cxnSp>
        <p:sp>
          <p:nvSpPr>
            <p:cNvPr id="79" name="文本框 78">
              <a:extLst>
                <a:ext uri="{FF2B5EF4-FFF2-40B4-BE49-F238E27FC236}">
                  <a16:creationId xmlns:a16="http://schemas.microsoft.com/office/drawing/2014/main" id="{FFE8DDDC-6142-49F4-8BD8-94F683A3DE9C}"/>
                </a:ext>
              </a:extLst>
            </p:cNvPr>
            <p:cNvSpPr txBox="1"/>
            <p:nvPr/>
          </p:nvSpPr>
          <p:spPr>
            <a:xfrm>
              <a:off x="2329347" y="3027394"/>
              <a:ext cx="900853" cy="369332"/>
            </a:xfrm>
            <a:prstGeom prst="rect">
              <a:avLst/>
            </a:prstGeom>
            <a:solidFill>
              <a:schemeClr val="bg1"/>
            </a:solidFill>
          </p:spPr>
          <p:txBody>
            <a:bodyPr wrap="square" rtlCol="0">
              <a:spAutoFit/>
            </a:bodyPr>
            <a:lstStyle/>
            <a:p>
              <a:pPr algn="ctr"/>
              <a:r>
                <a:rPr lang="zh-CN" altLang="en-US" b="1" dirty="0"/>
                <a:t>帧首部</a:t>
              </a:r>
            </a:p>
          </p:txBody>
        </p:sp>
      </p:grpSp>
      <p:grpSp>
        <p:nvGrpSpPr>
          <p:cNvPr id="80" name="组合 79">
            <a:extLst>
              <a:ext uri="{FF2B5EF4-FFF2-40B4-BE49-F238E27FC236}">
                <a16:creationId xmlns:a16="http://schemas.microsoft.com/office/drawing/2014/main" id="{F54ED230-9F1F-482C-A93F-58990DA852E4}"/>
              </a:ext>
            </a:extLst>
          </p:cNvPr>
          <p:cNvGrpSpPr/>
          <p:nvPr/>
        </p:nvGrpSpPr>
        <p:grpSpPr>
          <a:xfrm>
            <a:off x="4586351" y="1723688"/>
            <a:ext cx="4472454" cy="453912"/>
            <a:chOff x="4225226" y="1322862"/>
            <a:chExt cx="4472454" cy="453912"/>
          </a:xfrm>
        </p:grpSpPr>
        <p:cxnSp>
          <p:nvCxnSpPr>
            <p:cNvPr id="81" name="直接连接符 80">
              <a:extLst>
                <a:ext uri="{FF2B5EF4-FFF2-40B4-BE49-F238E27FC236}">
                  <a16:creationId xmlns:a16="http://schemas.microsoft.com/office/drawing/2014/main" id="{74FD418F-623B-4741-A1FC-158FCE02ABD8}"/>
                </a:ext>
              </a:extLst>
            </p:cNvPr>
            <p:cNvCxnSpPr/>
            <p:nvPr/>
          </p:nvCxnSpPr>
          <p:spPr>
            <a:xfrm flipV="1">
              <a:off x="4225226" y="1322863"/>
              <a:ext cx="0" cy="453911"/>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82" name="直接连接符 81">
              <a:extLst>
                <a:ext uri="{FF2B5EF4-FFF2-40B4-BE49-F238E27FC236}">
                  <a16:creationId xmlns:a16="http://schemas.microsoft.com/office/drawing/2014/main" id="{0514F47E-6BC3-45C9-8F79-E3BCF282DFA2}"/>
                </a:ext>
              </a:extLst>
            </p:cNvPr>
            <p:cNvCxnSpPr/>
            <p:nvPr/>
          </p:nvCxnSpPr>
          <p:spPr>
            <a:xfrm flipV="1">
              <a:off x="8697680" y="1322862"/>
              <a:ext cx="0" cy="453911"/>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83" name="直接箭头连接符 82">
              <a:extLst>
                <a:ext uri="{FF2B5EF4-FFF2-40B4-BE49-F238E27FC236}">
                  <a16:creationId xmlns:a16="http://schemas.microsoft.com/office/drawing/2014/main" id="{3528D62A-EAF6-403D-9475-DFD57200F3AF}"/>
                </a:ext>
              </a:extLst>
            </p:cNvPr>
            <p:cNvCxnSpPr>
              <a:cxnSpLocks/>
            </p:cNvCxnSpPr>
            <p:nvPr/>
          </p:nvCxnSpPr>
          <p:spPr>
            <a:xfrm>
              <a:off x="4225226" y="1549817"/>
              <a:ext cx="4472454" cy="0"/>
            </a:xfrm>
            <a:prstGeom prst="straightConnector1">
              <a:avLst/>
            </a:prstGeom>
            <a:ln w="12700">
              <a:solidFill>
                <a:schemeClr val="tx1"/>
              </a:solidFill>
              <a:headEnd type="triangle"/>
              <a:tailEnd type="triangle"/>
            </a:ln>
          </p:spPr>
          <p:style>
            <a:lnRef idx="1">
              <a:schemeClr val="accent1"/>
            </a:lnRef>
            <a:fillRef idx="0">
              <a:schemeClr val="accent1"/>
            </a:fillRef>
            <a:effectRef idx="0">
              <a:schemeClr val="accent1"/>
            </a:effectRef>
            <a:fontRef idx="minor">
              <a:schemeClr val="tx1"/>
            </a:fontRef>
          </p:style>
        </p:cxnSp>
        <p:sp>
          <p:nvSpPr>
            <p:cNvPr id="84" name="文本框 83">
              <a:extLst>
                <a:ext uri="{FF2B5EF4-FFF2-40B4-BE49-F238E27FC236}">
                  <a16:creationId xmlns:a16="http://schemas.microsoft.com/office/drawing/2014/main" id="{3B985772-7D4C-4621-AAAB-4C66BCE47CF3}"/>
                </a:ext>
              </a:extLst>
            </p:cNvPr>
            <p:cNvSpPr txBox="1"/>
            <p:nvPr/>
          </p:nvSpPr>
          <p:spPr>
            <a:xfrm>
              <a:off x="5665226" y="1371924"/>
              <a:ext cx="1590347" cy="369332"/>
            </a:xfrm>
            <a:prstGeom prst="rect">
              <a:avLst/>
            </a:prstGeom>
            <a:solidFill>
              <a:schemeClr val="bg1"/>
            </a:solidFill>
          </p:spPr>
          <p:txBody>
            <a:bodyPr wrap="square" rtlCol="0">
              <a:spAutoFit/>
            </a:bodyPr>
            <a:lstStyle/>
            <a:p>
              <a:pPr algn="ctr"/>
              <a:r>
                <a:rPr lang="zh-CN" altLang="en-US" b="1" dirty="0"/>
                <a:t>帧的数据载荷</a:t>
              </a:r>
            </a:p>
          </p:txBody>
        </p:sp>
      </p:grpSp>
      <p:sp>
        <p:nvSpPr>
          <p:cNvPr id="85" name="矩形 84">
            <a:extLst>
              <a:ext uri="{FF2B5EF4-FFF2-40B4-BE49-F238E27FC236}">
                <a16:creationId xmlns:a16="http://schemas.microsoft.com/office/drawing/2014/main" id="{E780B9CA-5D07-496B-8E02-FD8F361DC928}"/>
              </a:ext>
            </a:extLst>
          </p:cNvPr>
          <p:cNvSpPr/>
          <p:nvPr/>
        </p:nvSpPr>
        <p:spPr>
          <a:xfrm>
            <a:off x="986351" y="2177599"/>
            <a:ext cx="720000" cy="364423"/>
          </a:xfrm>
          <a:prstGeom prst="rect">
            <a:avLst/>
          </a:prstGeom>
          <a:solidFill>
            <a:schemeClr val="accent4"/>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CN" b="1" dirty="0">
                <a:latin typeface="Arial Black" panose="020B0A04020102020204" pitchFamily="34" charset="0"/>
              </a:rPr>
              <a:t>F</a:t>
            </a:r>
            <a:endParaRPr lang="zh-CN" altLang="en-US" b="1" dirty="0">
              <a:latin typeface="Arial Black" panose="020B0A04020102020204" pitchFamily="34" charset="0"/>
            </a:endParaRPr>
          </a:p>
        </p:txBody>
      </p:sp>
      <p:sp>
        <p:nvSpPr>
          <p:cNvPr id="86" name="矩形 85">
            <a:extLst>
              <a:ext uri="{FF2B5EF4-FFF2-40B4-BE49-F238E27FC236}">
                <a16:creationId xmlns:a16="http://schemas.microsoft.com/office/drawing/2014/main" id="{E0D347C5-1D0B-48E0-83FD-C44BC688495F}"/>
              </a:ext>
            </a:extLst>
          </p:cNvPr>
          <p:cNvSpPr/>
          <p:nvPr/>
        </p:nvSpPr>
        <p:spPr>
          <a:xfrm>
            <a:off x="1706351" y="2177599"/>
            <a:ext cx="720000" cy="364423"/>
          </a:xfrm>
          <a:prstGeom prst="rect">
            <a:avLst/>
          </a:prstGeom>
          <a:solidFill>
            <a:schemeClr val="accent4"/>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CN" b="1" dirty="0">
                <a:latin typeface="Arial Black" panose="020B0A04020102020204" pitchFamily="34" charset="0"/>
              </a:rPr>
              <a:t>A</a:t>
            </a:r>
            <a:endParaRPr lang="zh-CN" altLang="en-US" b="1" dirty="0">
              <a:latin typeface="Arial Black" panose="020B0A04020102020204" pitchFamily="34" charset="0"/>
            </a:endParaRPr>
          </a:p>
        </p:txBody>
      </p:sp>
      <p:sp>
        <p:nvSpPr>
          <p:cNvPr id="87" name="矩形 86">
            <a:extLst>
              <a:ext uri="{FF2B5EF4-FFF2-40B4-BE49-F238E27FC236}">
                <a16:creationId xmlns:a16="http://schemas.microsoft.com/office/drawing/2014/main" id="{AA2F6062-2A4C-481D-B9B3-C8785F04B8AE}"/>
              </a:ext>
            </a:extLst>
          </p:cNvPr>
          <p:cNvSpPr/>
          <p:nvPr/>
        </p:nvSpPr>
        <p:spPr>
          <a:xfrm>
            <a:off x="2426351" y="2177599"/>
            <a:ext cx="720000" cy="364423"/>
          </a:xfrm>
          <a:prstGeom prst="rect">
            <a:avLst/>
          </a:prstGeom>
          <a:solidFill>
            <a:schemeClr val="accent4"/>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CN" b="1" dirty="0">
                <a:latin typeface="Arial Black" panose="020B0A04020102020204" pitchFamily="34" charset="0"/>
              </a:rPr>
              <a:t>C</a:t>
            </a:r>
            <a:endParaRPr lang="zh-CN" altLang="en-US" b="1" dirty="0">
              <a:latin typeface="Arial Black" panose="020B0A04020102020204" pitchFamily="34" charset="0"/>
            </a:endParaRPr>
          </a:p>
        </p:txBody>
      </p:sp>
      <p:sp>
        <p:nvSpPr>
          <p:cNvPr id="88" name="矩形 87">
            <a:extLst>
              <a:ext uri="{FF2B5EF4-FFF2-40B4-BE49-F238E27FC236}">
                <a16:creationId xmlns:a16="http://schemas.microsoft.com/office/drawing/2014/main" id="{5C7543EE-15B7-45B0-98E5-0D3400C7AC95}"/>
              </a:ext>
            </a:extLst>
          </p:cNvPr>
          <p:cNvSpPr/>
          <p:nvPr/>
        </p:nvSpPr>
        <p:spPr>
          <a:xfrm>
            <a:off x="3146351" y="2177599"/>
            <a:ext cx="1440000" cy="364423"/>
          </a:xfrm>
          <a:prstGeom prst="rect">
            <a:avLst/>
          </a:prstGeom>
          <a:solidFill>
            <a:schemeClr val="accent4"/>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CN" b="1" dirty="0">
                <a:latin typeface="Arial Black" panose="020B0A04020102020204" pitchFamily="34" charset="0"/>
              </a:rPr>
              <a:t>P</a:t>
            </a:r>
            <a:endParaRPr lang="zh-CN" altLang="en-US" b="1" dirty="0">
              <a:latin typeface="Arial Black" panose="020B0A04020102020204" pitchFamily="34" charset="0"/>
            </a:endParaRPr>
          </a:p>
        </p:txBody>
      </p:sp>
      <p:sp>
        <p:nvSpPr>
          <p:cNvPr id="89" name="矩形 88">
            <a:extLst>
              <a:ext uri="{FF2B5EF4-FFF2-40B4-BE49-F238E27FC236}">
                <a16:creationId xmlns:a16="http://schemas.microsoft.com/office/drawing/2014/main" id="{C6F2A98E-58A8-4147-8412-B5847CBE4A25}"/>
              </a:ext>
            </a:extLst>
          </p:cNvPr>
          <p:cNvSpPr/>
          <p:nvPr/>
        </p:nvSpPr>
        <p:spPr>
          <a:xfrm>
            <a:off x="9058805" y="2177599"/>
            <a:ext cx="1440000" cy="364423"/>
          </a:xfrm>
          <a:prstGeom prst="rect">
            <a:avLst/>
          </a:prstGeom>
          <a:solidFill>
            <a:schemeClr val="accent4"/>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CN" b="1" dirty="0">
                <a:latin typeface="Arial Black" panose="020B0A04020102020204" pitchFamily="34" charset="0"/>
              </a:rPr>
              <a:t>FCS</a:t>
            </a:r>
            <a:endParaRPr lang="zh-CN" altLang="en-US" b="1" dirty="0">
              <a:latin typeface="Arial Black" panose="020B0A04020102020204" pitchFamily="34" charset="0"/>
            </a:endParaRPr>
          </a:p>
        </p:txBody>
      </p:sp>
      <p:sp>
        <p:nvSpPr>
          <p:cNvPr id="90" name="矩形 89">
            <a:extLst>
              <a:ext uri="{FF2B5EF4-FFF2-40B4-BE49-F238E27FC236}">
                <a16:creationId xmlns:a16="http://schemas.microsoft.com/office/drawing/2014/main" id="{D6B3AC47-D119-4107-8B87-E598AC0B367E}"/>
              </a:ext>
            </a:extLst>
          </p:cNvPr>
          <p:cNvSpPr/>
          <p:nvPr/>
        </p:nvSpPr>
        <p:spPr>
          <a:xfrm>
            <a:off x="10498805" y="2177599"/>
            <a:ext cx="720000" cy="364423"/>
          </a:xfrm>
          <a:prstGeom prst="rect">
            <a:avLst/>
          </a:prstGeom>
          <a:solidFill>
            <a:schemeClr val="accent4"/>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CN" b="1" dirty="0">
                <a:latin typeface="Arial Black" panose="020B0A04020102020204" pitchFamily="34" charset="0"/>
              </a:rPr>
              <a:t>F</a:t>
            </a:r>
            <a:endParaRPr lang="zh-CN" altLang="en-US" b="1" dirty="0">
              <a:latin typeface="Arial Black" panose="020B0A04020102020204" pitchFamily="34" charset="0"/>
            </a:endParaRPr>
          </a:p>
        </p:txBody>
      </p:sp>
      <p:sp>
        <p:nvSpPr>
          <p:cNvPr id="42" name="文本框 41">
            <a:extLst>
              <a:ext uri="{FF2B5EF4-FFF2-40B4-BE49-F238E27FC236}">
                <a16:creationId xmlns:a16="http://schemas.microsoft.com/office/drawing/2014/main" id="{DFDDEB3C-4421-4BE9-B9B3-F7017F230318}"/>
              </a:ext>
            </a:extLst>
          </p:cNvPr>
          <p:cNvSpPr txBox="1"/>
          <p:nvPr/>
        </p:nvSpPr>
        <p:spPr>
          <a:xfrm>
            <a:off x="1042450" y="1181684"/>
            <a:ext cx="6176123" cy="369332"/>
          </a:xfrm>
          <a:prstGeom prst="rect">
            <a:avLst/>
          </a:prstGeom>
          <a:solidFill>
            <a:schemeClr val="bg1"/>
          </a:solidFill>
        </p:spPr>
        <p:txBody>
          <a:bodyPr wrap="square" rtlCol="0">
            <a:spAutoFit/>
          </a:bodyPr>
          <a:lstStyle/>
          <a:p>
            <a:r>
              <a:rPr lang="zh-CN" altLang="en-US" b="1" dirty="0">
                <a:solidFill>
                  <a:schemeClr val="accent3">
                    <a:lumMod val="75000"/>
                  </a:schemeClr>
                </a:solidFill>
              </a:rPr>
              <a:t>面向比特的同步链路使用零比特填充来实现透明传输</a:t>
            </a:r>
          </a:p>
        </p:txBody>
      </p:sp>
      <p:sp>
        <p:nvSpPr>
          <p:cNvPr id="43" name="矩形 42">
            <a:extLst>
              <a:ext uri="{FF2B5EF4-FFF2-40B4-BE49-F238E27FC236}">
                <a16:creationId xmlns:a16="http://schemas.microsoft.com/office/drawing/2014/main" id="{09C7EFD9-DAD8-421C-A8A0-BE01493955F7}"/>
              </a:ext>
            </a:extLst>
          </p:cNvPr>
          <p:cNvSpPr/>
          <p:nvPr/>
        </p:nvSpPr>
        <p:spPr>
          <a:xfrm>
            <a:off x="985298" y="2175237"/>
            <a:ext cx="720000" cy="364423"/>
          </a:xfrm>
          <a:prstGeom prst="rect">
            <a:avLst/>
          </a:prstGeom>
          <a:solidFill>
            <a:schemeClr val="accent4"/>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CN" b="1" dirty="0">
                <a:latin typeface="Arial Narrow" panose="020B0606020202030204" pitchFamily="34" charset="0"/>
              </a:rPr>
              <a:t>7E</a:t>
            </a:r>
            <a:endParaRPr lang="zh-CN" altLang="en-US" b="1" dirty="0">
              <a:latin typeface="Arial Narrow" panose="020B0606020202030204" pitchFamily="34" charset="0"/>
            </a:endParaRPr>
          </a:p>
        </p:txBody>
      </p:sp>
      <p:sp>
        <p:nvSpPr>
          <p:cNvPr id="44" name="矩形 43">
            <a:extLst>
              <a:ext uri="{FF2B5EF4-FFF2-40B4-BE49-F238E27FC236}">
                <a16:creationId xmlns:a16="http://schemas.microsoft.com/office/drawing/2014/main" id="{3DF90978-F8A4-4D5A-B8B4-9B434E5C692F}"/>
              </a:ext>
            </a:extLst>
          </p:cNvPr>
          <p:cNvSpPr/>
          <p:nvPr/>
        </p:nvSpPr>
        <p:spPr>
          <a:xfrm>
            <a:off x="10496697" y="2174844"/>
            <a:ext cx="720000" cy="364423"/>
          </a:xfrm>
          <a:prstGeom prst="rect">
            <a:avLst/>
          </a:prstGeom>
          <a:solidFill>
            <a:schemeClr val="accent4"/>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CN" b="1" dirty="0">
                <a:latin typeface="Arial Narrow" panose="020B0606020202030204" pitchFamily="34" charset="0"/>
              </a:rPr>
              <a:t>7E</a:t>
            </a:r>
            <a:endParaRPr lang="zh-CN" altLang="en-US" b="1" dirty="0">
              <a:latin typeface="Arial Narrow" panose="020B0606020202030204" pitchFamily="34" charset="0"/>
            </a:endParaRPr>
          </a:p>
        </p:txBody>
      </p:sp>
      <p:sp>
        <p:nvSpPr>
          <p:cNvPr id="71" name="矩形 70">
            <a:extLst>
              <a:ext uri="{FF2B5EF4-FFF2-40B4-BE49-F238E27FC236}">
                <a16:creationId xmlns:a16="http://schemas.microsoft.com/office/drawing/2014/main" id="{2A60865B-1F1A-44B6-9699-C7D8E03818D0}"/>
              </a:ext>
            </a:extLst>
          </p:cNvPr>
          <p:cNvSpPr/>
          <p:nvPr/>
        </p:nvSpPr>
        <p:spPr>
          <a:xfrm>
            <a:off x="985297" y="2174844"/>
            <a:ext cx="720000" cy="364423"/>
          </a:xfrm>
          <a:prstGeom prst="rect">
            <a:avLst/>
          </a:prstGeom>
          <a:solidFill>
            <a:schemeClr val="accent4"/>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rIns="0" rtlCol="0" anchor="ctr"/>
          <a:lstStyle/>
          <a:p>
            <a:pPr algn="ctr"/>
            <a:r>
              <a:rPr lang="en-US" altLang="zh-CN" sz="1600" b="1" dirty="0">
                <a:latin typeface="Arial Narrow" panose="020B0606020202030204" pitchFamily="34" charset="0"/>
              </a:rPr>
              <a:t>01111110</a:t>
            </a:r>
            <a:endParaRPr lang="zh-CN" altLang="en-US" sz="1600" b="1" dirty="0">
              <a:latin typeface="Arial Narrow" panose="020B0606020202030204" pitchFamily="34" charset="0"/>
            </a:endParaRPr>
          </a:p>
        </p:txBody>
      </p:sp>
      <p:sp>
        <p:nvSpPr>
          <p:cNvPr id="73" name="矩形 72">
            <a:extLst>
              <a:ext uri="{FF2B5EF4-FFF2-40B4-BE49-F238E27FC236}">
                <a16:creationId xmlns:a16="http://schemas.microsoft.com/office/drawing/2014/main" id="{347CC66A-1CBC-4291-80B1-A43C5CB408BC}"/>
              </a:ext>
            </a:extLst>
          </p:cNvPr>
          <p:cNvSpPr/>
          <p:nvPr/>
        </p:nvSpPr>
        <p:spPr>
          <a:xfrm>
            <a:off x="10494589" y="2174844"/>
            <a:ext cx="720000" cy="364423"/>
          </a:xfrm>
          <a:prstGeom prst="rect">
            <a:avLst/>
          </a:prstGeom>
          <a:solidFill>
            <a:schemeClr val="accent4"/>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rIns="0" rtlCol="0" anchor="ctr"/>
          <a:lstStyle/>
          <a:p>
            <a:pPr algn="ctr"/>
            <a:r>
              <a:rPr lang="en-US" altLang="zh-CN" sz="1600" b="1" dirty="0">
                <a:latin typeface="Arial Narrow" panose="020B0606020202030204" pitchFamily="34" charset="0"/>
              </a:rPr>
              <a:t>01111110</a:t>
            </a:r>
            <a:endParaRPr lang="zh-CN" altLang="en-US" sz="1600" b="1" dirty="0">
              <a:latin typeface="Arial Narrow" panose="020B0606020202030204" pitchFamily="34" charset="0"/>
            </a:endParaRPr>
          </a:p>
        </p:txBody>
      </p:sp>
      <p:sp>
        <p:nvSpPr>
          <p:cNvPr id="91" name="矩形 90">
            <a:extLst>
              <a:ext uri="{FF2B5EF4-FFF2-40B4-BE49-F238E27FC236}">
                <a16:creationId xmlns:a16="http://schemas.microsoft.com/office/drawing/2014/main" id="{1CEF49B4-0586-400F-BB48-0910D5BA1E97}"/>
              </a:ext>
            </a:extLst>
          </p:cNvPr>
          <p:cNvSpPr/>
          <p:nvPr/>
        </p:nvSpPr>
        <p:spPr>
          <a:xfrm>
            <a:off x="4586351" y="2177599"/>
            <a:ext cx="4472454" cy="364423"/>
          </a:xfrm>
          <a:prstGeom prst="rect">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sz="1700" b="1" dirty="0">
              <a:solidFill>
                <a:schemeClr val="tx1"/>
              </a:solidFill>
              <a:latin typeface="Arial Narrow" panose="020B0606020202030204" pitchFamily="34" charset="0"/>
            </a:endParaRPr>
          </a:p>
        </p:txBody>
      </p:sp>
      <p:grpSp>
        <p:nvGrpSpPr>
          <p:cNvPr id="11" name="组合 10">
            <a:extLst>
              <a:ext uri="{FF2B5EF4-FFF2-40B4-BE49-F238E27FC236}">
                <a16:creationId xmlns:a16="http://schemas.microsoft.com/office/drawing/2014/main" id="{3B35D8CF-CA85-423E-A895-BEADF37AEBBE}"/>
              </a:ext>
            </a:extLst>
          </p:cNvPr>
          <p:cNvGrpSpPr/>
          <p:nvPr/>
        </p:nvGrpSpPr>
        <p:grpSpPr>
          <a:xfrm>
            <a:off x="4573197" y="2181033"/>
            <a:ext cx="4472454" cy="353943"/>
            <a:chOff x="4573197" y="2181033"/>
            <a:chExt cx="4472454" cy="353943"/>
          </a:xfrm>
        </p:grpSpPr>
        <p:sp>
          <p:nvSpPr>
            <p:cNvPr id="76" name="矩形 75">
              <a:extLst>
                <a:ext uri="{FF2B5EF4-FFF2-40B4-BE49-F238E27FC236}">
                  <a16:creationId xmlns:a16="http://schemas.microsoft.com/office/drawing/2014/main" id="{67C06631-4099-4457-B70E-F5D5129AEF0F}"/>
                </a:ext>
              </a:extLst>
            </p:cNvPr>
            <p:cNvSpPr/>
            <p:nvPr/>
          </p:nvSpPr>
          <p:spPr>
            <a:xfrm>
              <a:off x="6750173" y="2216070"/>
              <a:ext cx="761144" cy="282335"/>
            </a:xfrm>
            <a:prstGeom prst="rect">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lIns="0" rIns="0" rtlCol="0" anchor="ctr"/>
            <a:lstStyle/>
            <a:p>
              <a:pPr algn="ctr"/>
              <a:endParaRPr lang="zh-CN" altLang="en-US" sz="1600" b="1" dirty="0">
                <a:latin typeface="Arial Narrow" panose="020B0606020202030204" pitchFamily="34" charset="0"/>
              </a:endParaRPr>
            </a:p>
          </p:txBody>
        </p:sp>
        <p:sp>
          <p:nvSpPr>
            <p:cNvPr id="75" name="矩形 74">
              <a:extLst>
                <a:ext uri="{FF2B5EF4-FFF2-40B4-BE49-F238E27FC236}">
                  <a16:creationId xmlns:a16="http://schemas.microsoft.com/office/drawing/2014/main" id="{47DF67BB-2C61-4229-95FC-E07186F04BDE}"/>
                </a:ext>
              </a:extLst>
            </p:cNvPr>
            <p:cNvSpPr/>
            <p:nvPr/>
          </p:nvSpPr>
          <p:spPr>
            <a:xfrm>
              <a:off x="5722844" y="2216070"/>
              <a:ext cx="761144" cy="282335"/>
            </a:xfrm>
            <a:prstGeom prst="rect">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lIns="0" rIns="0" rtlCol="0" anchor="ctr"/>
            <a:lstStyle/>
            <a:p>
              <a:pPr algn="ctr"/>
              <a:endParaRPr lang="zh-CN" altLang="en-US" sz="1600" b="1" dirty="0">
                <a:latin typeface="Arial Narrow" panose="020B0606020202030204" pitchFamily="34" charset="0"/>
              </a:endParaRPr>
            </a:p>
          </p:txBody>
        </p:sp>
        <p:sp>
          <p:nvSpPr>
            <p:cNvPr id="74" name="文本框 73">
              <a:extLst>
                <a:ext uri="{FF2B5EF4-FFF2-40B4-BE49-F238E27FC236}">
                  <a16:creationId xmlns:a16="http://schemas.microsoft.com/office/drawing/2014/main" id="{5CE84469-CE5C-48E2-A189-18E99727E346}"/>
                </a:ext>
              </a:extLst>
            </p:cNvPr>
            <p:cNvSpPr txBox="1"/>
            <p:nvPr/>
          </p:nvSpPr>
          <p:spPr>
            <a:xfrm>
              <a:off x="4573197" y="2181033"/>
              <a:ext cx="4472454" cy="353943"/>
            </a:xfrm>
            <a:prstGeom prst="rect">
              <a:avLst/>
            </a:prstGeom>
            <a:noFill/>
          </p:spPr>
          <p:txBody>
            <a:bodyPr wrap="square">
              <a:spAutoFit/>
            </a:bodyPr>
            <a:lstStyle/>
            <a:p>
              <a:pPr algn="ctr"/>
              <a:r>
                <a:rPr lang="en-US" altLang="zh-CN" sz="1700" b="1" dirty="0">
                  <a:solidFill>
                    <a:schemeClr val="tx1"/>
                  </a:solidFill>
                  <a:latin typeface="Arial Narrow" panose="020B0606020202030204" pitchFamily="34" charset="0"/>
                </a:rPr>
                <a:t>1…101010010111111001101111110101010010111…0</a:t>
              </a:r>
              <a:endParaRPr lang="zh-CN" altLang="en-US" sz="1700" b="1" dirty="0">
                <a:solidFill>
                  <a:schemeClr val="tx1"/>
                </a:solidFill>
                <a:latin typeface="Arial Narrow" panose="020B0606020202030204" pitchFamily="34" charset="0"/>
              </a:endParaRPr>
            </a:p>
          </p:txBody>
        </p:sp>
      </p:grpSp>
      <p:sp>
        <p:nvSpPr>
          <p:cNvPr id="92" name="矩形 91">
            <a:extLst>
              <a:ext uri="{FF2B5EF4-FFF2-40B4-BE49-F238E27FC236}">
                <a16:creationId xmlns:a16="http://schemas.microsoft.com/office/drawing/2014/main" id="{80D13B7F-4440-4391-9ED5-324A245C1B39}"/>
              </a:ext>
            </a:extLst>
          </p:cNvPr>
          <p:cNvSpPr/>
          <p:nvPr/>
        </p:nvSpPr>
        <p:spPr>
          <a:xfrm>
            <a:off x="1717399" y="2183867"/>
            <a:ext cx="2853690" cy="351109"/>
          </a:xfrm>
          <a:prstGeom prst="rect">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CN" b="1" dirty="0">
                <a:latin typeface="+mn-ea"/>
              </a:rPr>
              <a:t>……</a:t>
            </a:r>
            <a:endParaRPr lang="zh-CN" altLang="en-US" b="1" dirty="0">
              <a:latin typeface="+mn-ea"/>
            </a:endParaRPr>
          </a:p>
        </p:txBody>
      </p:sp>
      <p:sp>
        <p:nvSpPr>
          <p:cNvPr id="93" name="矩形 92">
            <a:extLst>
              <a:ext uri="{FF2B5EF4-FFF2-40B4-BE49-F238E27FC236}">
                <a16:creationId xmlns:a16="http://schemas.microsoft.com/office/drawing/2014/main" id="{E457FEF1-56C6-4892-8787-3CB05354A780}"/>
              </a:ext>
            </a:extLst>
          </p:cNvPr>
          <p:cNvSpPr/>
          <p:nvPr/>
        </p:nvSpPr>
        <p:spPr>
          <a:xfrm>
            <a:off x="9096505" y="2216070"/>
            <a:ext cx="1334076" cy="259132"/>
          </a:xfrm>
          <a:prstGeom prst="rect">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CN" b="1" dirty="0">
                <a:latin typeface="+mn-ea"/>
              </a:rPr>
              <a:t>……</a:t>
            </a:r>
            <a:endParaRPr lang="zh-CN" altLang="en-US" b="1" dirty="0">
              <a:latin typeface="+mn-ea"/>
            </a:endParaRPr>
          </a:p>
        </p:txBody>
      </p:sp>
      <p:sp>
        <p:nvSpPr>
          <p:cNvPr id="94" name="íşlïḍè">
            <a:extLst>
              <a:ext uri="{FF2B5EF4-FFF2-40B4-BE49-F238E27FC236}">
                <a16:creationId xmlns:a16="http://schemas.microsoft.com/office/drawing/2014/main" id="{149938AB-F674-4F1F-B4E6-3B9FEA23AA70}"/>
              </a:ext>
            </a:extLst>
          </p:cNvPr>
          <p:cNvSpPr txBox="1"/>
          <p:nvPr/>
        </p:nvSpPr>
        <p:spPr>
          <a:xfrm>
            <a:off x="985299" y="3243870"/>
            <a:ext cx="1922362" cy="400110"/>
          </a:xfrm>
          <a:prstGeom prst="rect">
            <a:avLst/>
          </a:prstGeom>
          <a:noFill/>
        </p:spPr>
        <p:txBody>
          <a:bodyPr wrap="square" lIns="91440" tIns="45720" rIns="91440" bIns="45720" anchor="ctr">
            <a:noAutofit/>
          </a:bodyPr>
          <a:lstStyle/>
          <a:p>
            <a:r>
              <a:rPr lang="zh-CN" altLang="en-US" b="1" dirty="0"/>
              <a:t>发送方的处理：</a:t>
            </a:r>
            <a:endParaRPr lang="en-US" altLang="zh-CN" b="1" dirty="0"/>
          </a:p>
        </p:txBody>
      </p:sp>
      <p:sp>
        <p:nvSpPr>
          <p:cNvPr id="95" name="íşlïḍè">
            <a:extLst>
              <a:ext uri="{FF2B5EF4-FFF2-40B4-BE49-F238E27FC236}">
                <a16:creationId xmlns:a16="http://schemas.microsoft.com/office/drawing/2014/main" id="{10650216-4A96-4591-AAD3-6E84B78FBC5E}"/>
              </a:ext>
            </a:extLst>
          </p:cNvPr>
          <p:cNvSpPr txBox="1"/>
          <p:nvPr/>
        </p:nvSpPr>
        <p:spPr>
          <a:xfrm>
            <a:off x="1452012" y="3702960"/>
            <a:ext cx="10303615" cy="400110"/>
          </a:xfrm>
          <a:prstGeom prst="rect">
            <a:avLst/>
          </a:prstGeom>
          <a:noFill/>
        </p:spPr>
        <p:txBody>
          <a:bodyPr wrap="square" lIns="91440" tIns="45720" rIns="91440" bIns="45720" anchor="ctr">
            <a:noAutofit/>
          </a:bodyPr>
          <a:lstStyle/>
          <a:p>
            <a:r>
              <a:rPr lang="zh-CN" altLang="en-US" b="1" dirty="0"/>
              <a:t>对帧的数据载荷进行扫描（一般由硬件完成），每出现</a:t>
            </a:r>
            <a:r>
              <a:rPr lang="en-US" altLang="zh-CN" b="1" dirty="0">
                <a:solidFill>
                  <a:schemeClr val="accent1">
                    <a:lumMod val="75000"/>
                  </a:schemeClr>
                </a:solidFill>
              </a:rPr>
              <a:t>5</a:t>
            </a:r>
            <a:r>
              <a:rPr lang="zh-CN" altLang="en-US" b="1" dirty="0">
                <a:solidFill>
                  <a:schemeClr val="accent1">
                    <a:lumMod val="75000"/>
                  </a:schemeClr>
                </a:solidFill>
              </a:rPr>
              <a:t>个连续的比特</a:t>
            </a:r>
            <a:r>
              <a:rPr lang="en-US" altLang="zh-CN" b="1" dirty="0">
                <a:solidFill>
                  <a:schemeClr val="accent1">
                    <a:lumMod val="75000"/>
                  </a:schemeClr>
                </a:solidFill>
              </a:rPr>
              <a:t>1</a:t>
            </a:r>
            <a:r>
              <a:rPr lang="zh-CN" altLang="en-US" b="1" dirty="0"/>
              <a:t>，则在</a:t>
            </a:r>
            <a:r>
              <a:rPr lang="zh-CN" altLang="en-US" b="1" dirty="0">
                <a:solidFill>
                  <a:schemeClr val="accent1">
                    <a:lumMod val="75000"/>
                  </a:schemeClr>
                </a:solidFill>
              </a:rPr>
              <a:t>其后填充一个比特</a:t>
            </a:r>
            <a:r>
              <a:rPr lang="en-US" altLang="zh-CN" b="1" dirty="0">
                <a:solidFill>
                  <a:schemeClr val="accent1">
                    <a:lumMod val="75000"/>
                  </a:schemeClr>
                </a:solidFill>
              </a:rPr>
              <a:t>0</a:t>
            </a:r>
            <a:r>
              <a:rPr lang="zh-CN" altLang="en-US" b="1" dirty="0"/>
              <a:t>。</a:t>
            </a:r>
            <a:endParaRPr lang="en-US" altLang="zh-CN" b="1" dirty="0"/>
          </a:p>
        </p:txBody>
      </p:sp>
      <p:grpSp>
        <p:nvGrpSpPr>
          <p:cNvPr id="8" name="组合 7">
            <a:extLst>
              <a:ext uri="{FF2B5EF4-FFF2-40B4-BE49-F238E27FC236}">
                <a16:creationId xmlns:a16="http://schemas.microsoft.com/office/drawing/2014/main" id="{D1739CC4-C0BC-4BEE-B290-3E9E76E6CFBB}"/>
              </a:ext>
            </a:extLst>
          </p:cNvPr>
          <p:cNvGrpSpPr/>
          <p:nvPr/>
        </p:nvGrpSpPr>
        <p:grpSpPr>
          <a:xfrm>
            <a:off x="6204933" y="2400643"/>
            <a:ext cx="186037" cy="710939"/>
            <a:chOff x="3050741" y="2881347"/>
            <a:chExt cx="186037" cy="710939"/>
          </a:xfrm>
        </p:grpSpPr>
        <p:sp>
          <p:nvSpPr>
            <p:cNvPr id="41" name="文本框 40">
              <a:extLst>
                <a:ext uri="{FF2B5EF4-FFF2-40B4-BE49-F238E27FC236}">
                  <a16:creationId xmlns:a16="http://schemas.microsoft.com/office/drawing/2014/main" id="{E2855E31-8A53-4789-93D3-44B0163E5224}"/>
                </a:ext>
              </a:extLst>
            </p:cNvPr>
            <p:cNvSpPr txBox="1"/>
            <p:nvPr/>
          </p:nvSpPr>
          <p:spPr>
            <a:xfrm>
              <a:off x="3050741" y="3222954"/>
              <a:ext cx="186037" cy="369332"/>
            </a:xfrm>
            <a:prstGeom prst="rect">
              <a:avLst/>
            </a:prstGeom>
            <a:noFill/>
          </p:spPr>
          <p:txBody>
            <a:bodyPr wrap="square">
              <a:spAutoFit/>
            </a:bodyPr>
            <a:lstStyle/>
            <a:p>
              <a:pPr algn="ctr"/>
              <a:r>
                <a:rPr lang="en-US" altLang="zh-CN" sz="1800" b="1" dirty="0">
                  <a:solidFill>
                    <a:schemeClr val="accent1">
                      <a:lumMod val="75000"/>
                    </a:schemeClr>
                  </a:solidFill>
                  <a:latin typeface="Arial Narrow" panose="020B0606020202030204" pitchFamily="34" charset="0"/>
                </a:rPr>
                <a:t>0</a:t>
              </a:r>
              <a:endParaRPr lang="zh-CN" altLang="en-US" dirty="0">
                <a:solidFill>
                  <a:schemeClr val="accent1">
                    <a:lumMod val="75000"/>
                  </a:schemeClr>
                </a:solidFill>
              </a:endParaRPr>
            </a:p>
          </p:txBody>
        </p:sp>
        <p:cxnSp>
          <p:nvCxnSpPr>
            <p:cNvPr id="7" name="直接箭头连接符 6">
              <a:extLst>
                <a:ext uri="{FF2B5EF4-FFF2-40B4-BE49-F238E27FC236}">
                  <a16:creationId xmlns:a16="http://schemas.microsoft.com/office/drawing/2014/main" id="{B40AF657-44D9-45A8-96A6-1A20777DE672}"/>
                </a:ext>
              </a:extLst>
            </p:cNvPr>
            <p:cNvCxnSpPr>
              <a:stCxn id="41" idx="0"/>
            </p:cNvCxnSpPr>
            <p:nvPr/>
          </p:nvCxnSpPr>
          <p:spPr>
            <a:xfrm flipV="1">
              <a:off x="3143760" y="2881347"/>
              <a:ext cx="2591" cy="341607"/>
            </a:xfrm>
            <a:prstGeom prst="straightConnector1">
              <a:avLst/>
            </a:prstGeom>
            <a:ln w="25400">
              <a:solidFill>
                <a:schemeClr val="accent1">
                  <a:lumMod val="75000"/>
                </a:schemeClr>
              </a:solidFill>
              <a:tailEnd type="triangle" w="med" len="lg"/>
            </a:ln>
          </p:spPr>
          <p:style>
            <a:lnRef idx="1">
              <a:schemeClr val="accent1"/>
            </a:lnRef>
            <a:fillRef idx="0">
              <a:schemeClr val="accent1"/>
            </a:fillRef>
            <a:effectRef idx="0">
              <a:schemeClr val="accent1"/>
            </a:effectRef>
            <a:fontRef idx="minor">
              <a:schemeClr val="tx1"/>
            </a:fontRef>
          </p:style>
        </p:cxnSp>
      </p:grpSp>
      <p:grpSp>
        <p:nvGrpSpPr>
          <p:cNvPr id="45" name="组合 44">
            <a:extLst>
              <a:ext uri="{FF2B5EF4-FFF2-40B4-BE49-F238E27FC236}">
                <a16:creationId xmlns:a16="http://schemas.microsoft.com/office/drawing/2014/main" id="{494626DA-B658-446C-82FE-52E5E6DCB0BD}"/>
              </a:ext>
            </a:extLst>
          </p:cNvPr>
          <p:cNvGrpSpPr/>
          <p:nvPr/>
        </p:nvGrpSpPr>
        <p:grpSpPr>
          <a:xfrm>
            <a:off x="7232262" y="2400643"/>
            <a:ext cx="186037" cy="710939"/>
            <a:chOff x="3050741" y="2881347"/>
            <a:chExt cx="186037" cy="710939"/>
          </a:xfrm>
        </p:grpSpPr>
        <p:sp>
          <p:nvSpPr>
            <p:cNvPr id="46" name="文本框 45">
              <a:extLst>
                <a:ext uri="{FF2B5EF4-FFF2-40B4-BE49-F238E27FC236}">
                  <a16:creationId xmlns:a16="http://schemas.microsoft.com/office/drawing/2014/main" id="{40286B7E-2F67-4C47-84CD-07DA9690DF36}"/>
                </a:ext>
              </a:extLst>
            </p:cNvPr>
            <p:cNvSpPr txBox="1"/>
            <p:nvPr/>
          </p:nvSpPr>
          <p:spPr>
            <a:xfrm>
              <a:off x="3050741" y="3222954"/>
              <a:ext cx="186037" cy="369332"/>
            </a:xfrm>
            <a:prstGeom prst="rect">
              <a:avLst/>
            </a:prstGeom>
            <a:noFill/>
          </p:spPr>
          <p:txBody>
            <a:bodyPr wrap="square">
              <a:spAutoFit/>
            </a:bodyPr>
            <a:lstStyle/>
            <a:p>
              <a:pPr algn="ctr"/>
              <a:r>
                <a:rPr lang="en-US" altLang="zh-CN" sz="1800" b="1" dirty="0">
                  <a:solidFill>
                    <a:schemeClr val="accent1">
                      <a:lumMod val="75000"/>
                    </a:schemeClr>
                  </a:solidFill>
                  <a:latin typeface="Arial Narrow" panose="020B0606020202030204" pitchFamily="34" charset="0"/>
                </a:rPr>
                <a:t>0</a:t>
              </a:r>
              <a:endParaRPr lang="zh-CN" altLang="en-US" dirty="0">
                <a:solidFill>
                  <a:schemeClr val="accent1">
                    <a:lumMod val="75000"/>
                  </a:schemeClr>
                </a:solidFill>
              </a:endParaRPr>
            </a:p>
          </p:txBody>
        </p:sp>
        <p:cxnSp>
          <p:nvCxnSpPr>
            <p:cNvPr id="47" name="直接箭头连接符 46">
              <a:extLst>
                <a:ext uri="{FF2B5EF4-FFF2-40B4-BE49-F238E27FC236}">
                  <a16:creationId xmlns:a16="http://schemas.microsoft.com/office/drawing/2014/main" id="{8C66A29F-C743-442A-A695-AC015C1B60C1}"/>
                </a:ext>
              </a:extLst>
            </p:cNvPr>
            <p:cNvCxnSpPr>
              <a:stCxn id="46" idx="0"/>
            </p:cNvCxnSpPr>
            <p:nvPr/>
          </p:nvCxnSpPr>
          <p:spPr>
            <a:xfrm flipV="1">
              <a:off x="3143760" y="2881347"/>
              <a:ext cx="2591" cy="341607"/>
            </a:xfrm>
            <a:prstGeom prst="straightConnector1">
              <a:avLst/>
            </a:prstGeom>
            <a:ln w="25400">
              <a:solidFill>
                <a:schemeClr val="accent1">
                  <a:lumMod val="75000"/>
                </a:schemeClr>
              </a:solidFill>
              <a:tailEnd type="triangle" w="med" len="lg"/>
            </a:ln>
          </p:spPr>
          <p:style>
            <a:lnRef idx="1">
              <a:schemeClr val="accent1"/>
            </a:lnRef>
            <a:fillRef idx="0">
              <a:schemeClr val="accent1"/>
            </a:fillRef>
            <a:effectRef idx="0">
              <a:schemeClr val="accent1"/>
            </a:effectRef>
            <a:fontRef idx="minor">
              <a:schemeClr val="tx1"/>
            </a:fontRef>
          </p:style>
        </p:cxnSp>
      </p:grpSp>
      <p:sp>
        <p:nvSpPr>
          <p:cNvPr id="50" name="íşlïḍè">
            <a:extLst>
              <a:ext uri="{FF2B5EF4-FFF2-40B4-BE49-F238E27FC236}">
                <a16:creationId xmlns:a16="http://schemas.microsoft.com/office/drawing/2014/main" id="{6274F249-A13F-46F0-B6C0-C987E11EB306}"/>
              </a:ext>
            </a:extLst>
          </p:cNvPr>
          <p:cNvSpPr txBox="1"/>
          <p:nvPr/>
        </p:nvSpPr>
        <p:spPr>
          <a:xfrm>
            <a:off x="985299" y="4288203"/>
            <a:ext cx="1922362" cy="400110"/>
          </a:xfrm>
          <a:prstGeom prst="rect">
            <a:avLst/>
          </a:prstGeom>
          <a:noFill/>
        </p:spPr>
        <p:txBody>
          <a:bodyPr wrap="square" lIns="91440" tIns="45720" rIns="91440" bIns="45720" anchor="ctr">
            <a:noAutofit/>
          </a:bodyPr>
          <a:lstStyle/>
          <a:p>
            <a:r>
              <a:rPr lang="zh-CN" altLang="en-US" b="1" dirty="0"/>
              <a:t>接收方的处理：</a:t>
            </a:r>
            <a:endParaRPr lang="en-US" altLang="zh-CN" b="1" dirty="0"/>
          </a:p>
        </p:txBody>
      </p:sp>
      <p:sp>
        <p:nvSpPr>
          <p:cNvPr id="51" name="íşlïḍè">
            <a:extLst>
              <a:ext uri="{FF2B5EF4-FFF2-40B4-BE49-F238E27FC236}">
                <a16:creationId xmlns:a16="http://schemas.microsoft.com/office/drawing/2014/main" id="{2BD222C3-0A84-4DC1-8EF6-0679215A0535}"/>
              </a:ext>
            </a:extLst>
          </p:cNvPr>
          <p:cNvSpPr txBox="1"/>
          <p:nvPr/>
        </p:nvSpPr>
        <p:spPr>
          <a:xfrm>
            <a:off x="1452012" y="4747293"/>
            <a:ext cx="10303615" cy="400110"/>
          </a:xfrm>
          <a:prstGeom prst="rect">
            <a:avLst/>
          </a:prstGeom>
          <a:noFill/>
        </p:spPr>
        <p:txBody>
          <a:bodyPr wrap="square" lIns="91440" tIns="45720" rIns="91440" bIns="45720" anchor="ctr">
            <a:noAutofit/>
          </a:bodyPr>
          <a:lstStyle/>
          <a:p>
            <a:r>
              <a:rPr lang="zh-CN" altLang="en-US" b="1" dirty="0"/>
              <a:t>对帧的数据载荷进行扫描，每出现</a:t>
            </a:r>
            <a:r>
              <a:rPr lang="en-US" altLang="zh-CN" b="1" dirty="0">
                <a:solidFill>
                  <a:schemeClr val="accent1">
                    <a:lumMod val="75000"/>
                  </a:schemeClr>
                </a:solidFill>
              </a:rPr>
              <a:t>5</a:t>
            </a:r>
            <a:r>
              <a:rPr lang="zh-CN" altLang="en-US" b="1" dirty="0">
                <a:solidFill>
                  <a:schemeClr val="accent1">
                    <a:lumMod val="75000"/>
                  </a:schemeClr>
                </a:solidFill>
              </a:rPr>
              <a:t>个连续的比特</a:t>
            </a:r>
            <a:r>
              <a:rPr lang="en-US" altLang="zh-CN" b="1" dirty="0">
                <a:solidFill>
                  <a:schemeClr val="accent1">
                    <a:lumMod val="75000"/>
                  </a:schemeClr>
                </a:solidFill>
              </a:rPr>
              <a:t>1</a:t>
            </a:r>
            <a:r>
              <a:rPr lang="zh-CN" altLang="en-US" b="1" dirty="0"/>
              <a:t>时，就把</a:t>
            </a:r>
            <a:r>
              <a:rPr lang="zh-CN" altLang="en-US" b="1" dirty="0">
                <a:solidFill>
                  <a:schemeClr val="accent1">
                    <a:lumMod val="75000"/>
                  </a:schemeClr>
                </a:solidFill>
              </a:rPr>
              <a:t>其后的一个比特</a:t>
            </a:r>
            <a:r>
              <a:rPr lang="en-US" altLang="zh-CN" b="1" dirty="0">
                <a:solidFill>
                  <a:schemeClr val="accent1">
                    <a:lumMod val="75000"/>
                  </a:schemeClr>
                </a:solidFill>
              </a:rPr>
              <a:t>0</a:t>
            </a:r>
            <a:r>
              <a:rPr lang="zh-CN" altLang="en-US" b="1" dirty="0">
                <a:solidFill>
                  <a:schemeClr val="accent1">
                    <a:lumMod val="75000"/>
                  </a:schemeClr>
                </a:solidFill>
              </a:rPr>
              <a:t>删除</a:t>
            </a:r>
            <a:r>
              <a:rPr lang="zh-CN" altLang="en-US" b="1" dirty="0"/>
              <a:t>。</a:t>
            </a:r>
            <a:endParaRPr lang="en-US" altLang="zh-CN" b="1" dirty="0"/>
          </a:p>
        </p:txBody>
      </p:sp>
    </p:spTree>
    <p:custDataLst>
      <p:tags r:id="rId1"/>
    </p:custDataLst>
    <p:extLst>
      <p:ext uri="{BB962C8B-B14F-4D97-AF65-F5344CB8AC3E}">
        <p14:creationId xmlns:p14="http://schemas.microsoft.com/office/powerpoint/2010/main" val="1551527206"/>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 presetClass="entr" presetSubtype="0" fill="hold" grpId="0" nodeType="withEffect">
                                  <p:stCondLst>
                                    <p:cond delay="0"/>
                                  </p:stCondLst>
                                  <p:iterate type="lt">
                                    <p:tmAbs val="100"/>
                                  </p:iterate>
                                  <p:childTnLst>
                                    <p:set>
                                      <p:cBhvr>
                                        <p:cTn id="6" dur="1" fill="hold">
                                          <p:stCondLst>
                                            <p:cond delay="0"/>
                                          </p:stCondLst>
                                        </p:cTn>
                                        <p:tgtEl>
                                          <p:spTgt spid="50"/>
                                        </p:tgtEl>
                                        <p:attrNameLst>
                                          <p:attrName>style.visibility</p:attrName>
                                        </p:attrNameLst>
                                      </p:cBhvr>
                                      <p:to>
                                        <p:strVal val="visible"/>
                                      </p:to>
                                    </p:set>
                                  </p:childTnLst>
                                </p:cTn>
                              </p:par>
                            </p:childTnLst>
                          </p:cTn>
                        </p:par>
                      </p:childTnLst>
                    </p:cTn>
                  </p:par>
                  <p:par>
                    <p:cTn id="7" fill="hold">
                      <p:stCondLst>
                        <p:cond delay="indefinite"/>
                      </p:stCondLst>
                      <p:childTnLst>
                        <p:par>
                          <p:cTn id="8" fill="hold">
                            <p:stCondLst>
                              <p:cond delay="0"/>
                            </p:stCondLst>
                            <p:childTnLst>
                              <p:par>
                                <p:cTn id="9" presetID="1" presetClass="entr" presetSubtype="0" fill="hold" grpId="0" nodeType="clickEffect">
                                  <p:stCondLst>
                                    <p:cond delay="0"/>
                                  </p:stCondLst>
                                  <p:iterate type="lt">
                                    <p:tmAbs val="100"/>
                                  </p:iterate>
                                  <p:childTnLst>
                                    <p:set>
                                      <p:cBhvr>
                                        <p:cTn id="10" dur="1" fill="hold">
                                          <p:stCondLst>
                                            <p:cond delay="0"/>
                                          </p:stCondLst>
                                        </p:cTn>
                                        <p:tgtEl>
                                          <p:spTgt spid="51"/>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0" grpId="0"/>
      <p:bldP spid="51" grpId="0"/>
    </p:bldLst>
  </p:timing>
</p:sld>
</file>

<file path=ppt/slides/slide23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4" name="组合 3">
            <a:extLst>
              <a:ext uri="{FF2B5EF4-FFF2-40B4-BE49-F238E27FC236}">
                <a16:creationId xmlns:a16="http://schemas.microsoft.com/office/drawing/2014/main" id="{9A1EA9F2-FCB6-48C3-935F-7AE7E3AD14AC}"/>
              </a:ext>
            </a:extLst>
          </p:cNvPr>
          <p:cNvGrpSpPr/>
          <p:nvPr/>
        </p:nvGrpSpPr>
        <p:grpSpPr>
          <a:xfrm>
            <a:off x="304800" y="749300"/>
            <a:ext cx="6192344" cy="400110"/>
            <a:chOff x="424117" y="898245"/>
            <a:chExt cx="6192344" cy="400110"/>
          </a:xfrm>
        </p:grpSpPr>
        <p:sp>
          <p:nvSpPr>
            <p:cNvPr id="2" name="平行四边形 1">
              <a:extLst>
                <a:ext uri="{FF2B5EF4-FFF2-40B4-BE49-F238E27FC236}">
                  <a16:creationId xmlns:a16="http://schemas.microsoft.com/office/drawing/2014/main" id="{1F5BAA3F-9845-4F89-A2DD-8222D3E4EDAC}"/>
                </a:ext>
              </a:extLst>
            </p:cNvPr>
            <p:cNvSpPr/>
            <p:nvPr/>
          </p:nvSpPr>
          <p:spPr>
            <a:xfrm>
              <a:off x="424117" y="898245"/>
              <a:ext cx="737650" cy="387090"/>
            </a:xfrm>
            <a:prstGeom prst="parallelogram">
              <a:avLst/>
            </a:prstGeom>
            <a:solidFill>
              <a:schemeClr val="accent3">
                <a:lumMod val="75000"/>
              </a:schemeClr>
            </a:solidFill>
            <a:ln>
              <a:solidFill>
                <a:schemeClr val="accent3">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CN" sz="2200" dirty="0">
                  <a:latin typeface="Impact" panose="020B0806030902050204" pitchFamily="34" charset="0"/>
                </a:rPr>
                <a:t>04</a:t>
              </a:r>
              <a:endParaRPr lang="zh-CN" altLang="en-US" sz="2200" dirty="0">
                <a:latin typeface="Impact" panose="020B0806030902050204" pitchFamily="34" charset="0"/>
              </a:endParaRPr>
            </a:p>
          </p:txBody>
        </p:sp>
        <p:sp>
          <p:nvSpPr>
            <p:cNvPr id="3" name="文本框 2">
              <a:extLst>
                <a:ext uri="{FF2B5EF4-FFF2-40B4-BE49-F238E27FC236}">
                  <a16:creationId xmlns:a16="http://schemas.microsoft.com/office/drawing/2014/main" id="{4D6BD736-A4D3-4F26-AFED-36E11F50F70B}"/>
                </a:ext>
              </a:extLst>
            </p:cNvPr>
            <p:cNvSpPr txBox="1"/>
            <p:nvPr/>
          </p:nvSpPr>
          <p:spPr>
            <a:xfrm>
              <a:off x="1161767" y="898245"/>
              <a:ext cx="5454694" cy="400110"/>
            </a:xfrm>
            <a:prstGeom prst="rect">
              <a:avLst/>
            </a:prstGeom>
            <a:noFill/>
          </p:spPr>
          <p:txBody>
            <a:bodyPr wrap="square" rtlCol="0">
              <a:spAutoFit/>
            </a:bodyPr>
            <a:lstStyle/>
            <a:p>
              <a:r>
                <a:rPr lang="en-US" altLang="zh-CN" sz="2000" b="1" dirty="0"/>
                <a:t>PPP</a:t>
              </a:r>
              <a:r>
                <a:rPr lang="zh-CN" altLang="en-US" sz="2000" b="1" dirty="0"/>
                <a:t>帧的差错检测</a:t>
              </a:r>
            </a:p>
          </p:txBody>
        </p:sp>
      </p:grpSp>
      <p:grpSp>
        <p:nvGrpSpPr>
          <p:cNvPr id="5" name="组合 4">
            <a:extLst>
              <a:ext uri="{FF2B5EF4-FFF2-40B4-BE49-F238E27FC236}">
                <a16:creationId xmlns:a16="http://schemas.microsoft.com/office/drawing/2014/main" id="{0C0BF97F-5827-4766-9887-DA75EA335D60}"/>
              </a:ext>
            </a:extLst>
          </p:cNvPr>
          <p:cNvGrpSpPr/>
          <p:nvPr/>
        </p:nvGrpSpPr>
        <p:grpSpPr>
          <a:xfrm>
            <a:off x="804428" y="1776307"/>
            <a:ext cx="10967153" cy="1144645"/>
            <a:chOff x="804428" y="1776307"/>
            <a:chExt cx="10967153" cy="1144645"/>
          </a:xfrm>
        </p:grpSpPr>
        <p:grpSp>
          <p:nvGrpSpPr>
            <p:cNvPr id="48" name="组合 47">
              <a:extLst>
                <a:ext uri="{FF2B5EF4-FFF2-40B4-BE49-F238E27FC236}">
                  <a16:creationId xmlns:a16="http://schemas.microsoft.com/office/drawing/2014/main" id="{9E550CF8-DC89-42D5-A037-9177BBC98D1F}"/>
                </a:ext>
              </a:extLst>
            </p:cNvPr>
            <p:cNvGrpSpPr/>
            <p:nvPr/>
          </p:nvGrpSpPr>
          <p:grpSpPr>
            <a:xfrm>
              <a:off x="804428" y="2467041"/>
              <a:ext cx="10966473" cy="453911"/>
              <a:chOff x="251846" y="2467041"/>
              <a:chExt cx="10966473" cy="453911"/>
            </a:xfrm>
          </p:grpSpPr>
          <p:cxnSp>
            <p:nvCxnSpPr>
              <p:cNvPr id="49" name="直接连接符 48">
                <a:extLst>
                  <a:ext uri="{FF2B5EF4-FFF2-40B4-BE49-F238E27FC236}">
                    <a16:creationId xmlns:a16="http://schemas.microsoft.com/office/drawing/2014/main" id="{5D60E612-A382-40A4-934A-CBEF03AD0BBB}"/>
                  </a:ext>
                </a:extLst>
              </p:cNvPr>
              <p:cNvCxnSpPr>
                <a:cxnSpLocks/>
              </p:cNvCxnSpPr>
              <p:nvPr/>
            </p:nvCxnSpPr>
            <p:spPr>
              <a:xfrm flipV="1">
                <a:off x="986545" y="2467041"/>
                <a:ext cx="0" cy="453911"/>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2" name="直接连接符 51">
                <a:extLst>
                  <a:ext uri="{FF2B5EF4-FFF2-40B4-BE49-F238E27FC236}">
                    <a16:creationId xmlns:a16="http://schemas.microsoft.com/office/drawing/2014/main" id="{1C4B31BE-839F-4C08-89C8-D0F356B419A6}"/>
                  </a:ext>
                </a:extLst>
              </p:cNvPr>
              <p:cNvCxnSpPr>
                <a:cxnSpLocks/>
              </p:cNvCxnSpPr>
              <p:nvPr/>
            </p:nvCxnSpPr>
            <p:spPr>
              <a:xfrm flipV="1">
                <a:off x="2426545" y="2467041"/>
                <a:ext cx="0" cy="453911"/>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grpSp>
            <p:nvGrpSpPr>
              <p:cNvPr id="53" name="组合 52">
                <a:extLst>
                  <a:ext uri="{FF2B5EF4-FFF2-40B4-BE49-F238E27FC236}">
                    <a16:creationId xmlns:a16="http://schemas.microsoft.com/office/drawing/2014/main" id="{EB522A41-52B2-4487-B154-09B1AD3D08E3}"/>
                  </a:ext>
                </a:extLst>
              </p:cNvPr>
              <p:cNvGrpSpPr/>
              <p:nvPr/>
            </p:nvGrpSpPr>
            <p:grpSpPr>
              <a:xfrm>
                <a:off x="994852" y="2522206"/>
                <a:ext cx="711693" cy="369332"/>
                <a:chOff x="1965697" y="3916641"/>
                <a:chExt cx="711693" cy="369332"/>
              </a:xfrm>
            </p:grpSpPr>
            <p:cxnSp>
              <p:nvCxnSpPr>
                <p:cNvPr id="105" name="直接箭头连接符 104">
                  <a:extLst>
                    <a:ext uri="{FF2B5EF4-FFF2-40B4-BE49-F238E27FC236}">
                      <a16:creationId xmlns:a16="http://schemas.microsoft.com/office/drawing/2014/main" id="{F30F320D-9C0C-4D7B-B39A-00D77F139C11}"/>
                    </a:ext>
                  </a:extLst>
                </p:cNvPr>
                <p:cNvCxnSpPr>
                  <a:cxnSpLocks/>
                </p:cNvCxnSpPr>
                <p:nvPr/>
              </p:nvCxnSpPr>
              <p:spPr>
                <a:xfrm>
                  <a:off x="1965697" y="4106161"/>
                  <a:ext cx="711693" cy="0"/>
                </a:xfrm>
                <a:prstGeom prst="straightConnector1">
                  <a:avLst/>
                </a:prstGeom>
                <a:ln w="12700">
                  <a:solidFill>
                    <a:schemeClr val="tx1"/>
                  </a:solidFill>
                  <a:headEnd type="triangle"/>
                  <a:tailEnd type="triangle"/>
                </a:ln>
              </p:spPr>
              <p:style>
                <a:lnRef idx="1">
                  <a:schemeClr val="accent1"/>
                </a:lnRef>
                <a:fillRef idx="0">
                  <a:schemeClr val="accent1"/>
                </a:fillRef>
                <a:effectRef idx="0">
                  <a:schemeClr val="accent1"/>
                </a:effectRef>
                <a:fontRef idx="minor">
                  <a:schemeClr val="tx1"/>
                </a:fontRef>
              </p:style>
            </p:cxnSp>
            <p:sp>
              <p:nvSpPr>
                <p:cNvPr id="106" name="文本框 105">
                  <a:extLst>
                    <a:ext uri="{FF2B5EF4-FFF2-40B4-BE49-F238E27FC236}">
                      <a16:creationId xmlns:a16="http://schemas.microsoft.com/office/drawing/2014/main" id="{38DB980D-6D94-4644-920F-600096A04E16}"/>
                    </a:ext>
                  </a:extLst>
                </p:cNvPr>
                <p:cNvSpPr txBox="1"/>
                <p:nvPr/>
              </p:nvSpPr>
              <p:spPr>
                <a:xfrm>
                  <a:off x="2087129" y="3916641"/>
                  <a:ext cx="447658" cy="369332"/>
                </a:xfrm>
                <a:prstGeom prst="rect">
                  <a:avLst/>
                </a:prstGeom>
                <a:solidFill>
                  <a:schemeClr val="bg1"/>
                </a:solidFill>
              </p:spPr>
              <p:txBody>
                <a:bodyPr wrap="square" rtlCol="0">
                  <a:spAutoFit/>
                </a:bodyPr>
                <a:lstStyle/>
                <a:p>
                  <a:pPr algn="ctr"/>
                  <a:r>
                    <a:rPr lang="en-US" altLang="zh-CN" b="1" dirty="0"/>
                    <a:t>1B</a:t>
                  </a:r>
                  <a:endParaRPr lang="zh-CN" altLang="en-US" b="1" dirty="0"/>
                </a:p>
              </p:txBody>
            </p:sp>
          </p:grpSp>
          <p:cxnSp>
            <p:nvCxnSpPr>
              <p:cNvPr id="56" name="直接连接符 55">
                <a:extLst>
                  <a:ext uri="{FF2B5EF4-FFF2-40B4-BE49-F238E27FC236}">
                    <a16:creationId xmlns:a16="http://schemas.microsoft.com/office/drawing/2014/main" id="{82D95C3F-A4B8-480A-BC84-D9EDB6EEBC70}"/>
                  </a:ext>
                </a:extLst>
              </p:cNvPr>
              <p:cNvCxnSpPr>
                <a:cxnSpLocks/>
              </p:cNvCxnSpPr>
              <p:nvPr/>
            </p:nvCxnSpPr>
            <p:spPr>
              <a:xfrm flipV="1">
                <a:off x="1706545" y="2467041"/>
                <a:ext cx="0" cy="453911"/>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7" name="直接连接符 56">
                <a:extLst>
                  <a:ext uri="{FF2B5EF4-FFF2-40B4-BE49-F238E27FC236}">
                    <a16:creationId xmlns:a16="http://schemas.microsoft.com/office/drawing/2014/main" id="{E6208267-3001-4B81-B30D-569270787B51}"/>
                  </a:ext>
                </a:extLst>
              </p:cNvPr>
              <p:cNvCxnSpPr>
                <a:cxnSpLocks/>
              </p:cNvCxnSpPr>
              <p:nvPr/>
            </p:nvCxnSpPr>
            <p:spPr>
              <a:xfrm flipV="1">
                <a:off x="3146545" y="2467041"/>
                <a:ext cx="0" cy="453911"/>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9" name="直接连接符 58">
                <a:extLst>
                  <a:ext uri="{FF2B5EF4-FFF2-40B4-BE49-F238E27FC236}">
                    <a16:creationId xmlns:a16="http://schemas.microsoft.com/office/drawing/2014/main" id="{062E05D4-96CD-4AC4-BE42-C4161891BCE5}"/>
                  </a:ext>
                </a:extLst>
              </p:cNvPr>
              <p:cNvCxnSpPr>
                <a:cxnSpLocks/>
              </p:cNvCxnSpPr>
              <p:nvPr/>
            </p:nvCxnSpPr>
            <p:spPr>
              <a:xfrm flipV="1">
                <a:off x="9056891" y="2467041"/>
                <a:ext cx="0" cy="453911"/>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62" name="直接连接符 61">
                <a:extLst>
                  <a:ext uri="{FF2B5EF4-FFF2-40B4-BE49-F238E27FC236}">
                    <a16:creationId xmlns:a16="http://schemas.microsoft.com/office/drawing/2014/main" id="{5FC9CB12-0323-4CBB-8481-FBAA5B1C58DA}"/>
                  </a:ext>
                </a:extLst>
              </p:cNvPr>
              <p:cNvCxnSpPr>
                <a:cxnSpLocks/>
              </p:cNvCxnSpPr>
              <p:nvPr/>
            </p:nvCxnSpPr>
            <p:spPr>
              <a:xfrm flipV="1">
                <a:off x="4586545" y="2467041"/>
                <a:ext cx="0" cy="453911"/>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63" name="直接箭头连接符 62">
                <a:extLst>
                  <a:ext uri="{FF2B5EF4-FFF2-40B4-BE49-F238E27FC236}">
                    <a16:creationId xmlns:a16="http://schemas.microsoft.com/office/drawing/2014/main" id="{ACC0C023-896F-47D0-8D2F-B45B1238C505}"/>
                  </a:ext>
                </a:extLst>
              </p:cNvPr>
              <p:cNvCxnSpPr>
                <a:cxnSpLocks/>
              </p:cNvCxnSpPr>
              <p:nvPr/>
            </p:nvCxnSpPr>
            <p:spPr>
              <a:xfrm>
                <a:off x="4586545" y="2719533"/>
                <a:ext cx="4470346" cy="0"/>
              </a:xfrm>
              <a:prstGeom prst="straightConnector1">
                <a:avLst/>
              </a:prstGeom>
              <a:ln w="12700">
                <a:solidFill>
                  <a:schemeClr val="tx1"/>
                </a:solidFill>
                <a:headEnd type="triangle"/>
                <a:tailEnd type="triangle"/>
              </a:ln>
            </p:spPr>
            <p:style>
              <a:lnRef idx="1">
                <a:schemeClr val="accent1"/>
              </a:lnRef>
              <a:fillRef idx="0">
                <a:schemeClr val="accent1"/>
              </a:fillRef>
              <a:effectRef idx="0">
                <a:schemeClr val="accent1"/>
              </a:effectRef>
              <a:fontRef idx="minor">
                <a:schemeClr val="tx1"/>
              </a:fontRef>
            </p:style>
          </p:cxnSp>
          <p:sp>
            <p:nvSpPr>
              <p:cNvPr id="64" name="文本框 63">
                <a:extLst>
                  <a:ext uri="{FF2B5EF4-FFF2-40B4-BE49-F238E27FC236}">
                    <a16:creationId xmlns:a16="http://schemas.microsoft.com/office/drawing/2014/main" id="{8B0A9F02-C642-40CF-A1B5-14A42DB33A61}"/>
                  </a:ext>
                </a:extLst>
              </p:cNvPr>
              <p:cNvSpPr txBox="1"/>
              <p:nvPr/>
            </p:nvSpPr>
            <p:spPr>
              <a:xfrm>
                <a:off x="5420138" y="2527060"/>
                <a:ext cx="2803160" cy="369332"/>
              </a:xfrm>
              <a:prstGeom prst="rect">
                <a:avLst/>
              </a:prstGeom>
              <a:solidFill>
                <a:schemeClr val="bg1"/>
              </a:solidFill>
            </p:spPr>
            <p:txBody>
              <a:bodyPr wrap="square" rtlCol="0">
                <a:spAutoFit/>
              </a:bodyPr>
              <a:lstStyle/>
              <a:p>
                <a:pPr algn="ctr"/>
                <a:r>
                  <a:rPr lang="en-US" altLang="zh-CN" b="1" dirty="0"/>
                  <a:t>≤ </a:t>
                </a:r>
                <a:r>
                  <a:rPr lang="zh-CN" altLang="en-US" b="1" dirty="0"/>
                  <a:t>最大传送单元</a:t>
                </a:r>
                <a:r>
                  <a:rPr lang="en-US" altLang="zh-CN" b="1" dirty="0"/>
                  <a:t>MTU=1500B</a:t>
                </a:r>
                <a:endParaRPr lang="zh-CN" altLang="en-US" b="1" dirty="0"/>
              </a:p>
            </p:txBody>
          </p:sp>
          <p:cxnSp>
            <p:nvCxnSpPr>
              <p:cNvPr id="65" name="直接连接符 64">
                <a:extLst>
                  <a:ext uri="{FF2B5EF4-FFF2-40B4-BE49-F238E27FC236}">
                    <a16:creationId xmlns:a16="http://schemas.microsoft.com/office/drawing/2014/main" id="{870DE1AA-4A34-4A8B-9A37-8B8E4F48BC5A}"/>
                  </a:ext>
                </a:extLst>
              </p:cNvPr>
              <p:cNvCxnSpPr>
                <a:cxnSpLocks/>
              </p:cNvCxnSpPr>
              <p:nvPr/>
            </p:nvCxnSpPr>
            <p:spPr>
              <a:xfrm flipV="1">
                <a:off x="10502204" y="2467041"/>
                <a:ext cx="0" cy="453911"/>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67" name="直接连接符 66">
                <a:extLst>
                  <a:ext uri="{FF2B5EF4-FFF2-40B4-BE49-F238E27FC236}">
                    <a16:creationId xmlns:a16="http://schemas.microsoft.com/office/drawing/2014/main" id="{234E417E-7CB8-42E1-8EA9-46E491627DC2}"/>
                  </a:ext>
                </a:extLst>
              </p:cNvPr>
              <p:cNvCxnSpPr>
                <a:cxnSpLocks/>
              </p:cNvCxnSpPr>
              <p:nvPr/>
            </p:nvCxnSpPr>
            <p:spPr>
              <a:xfrm flipV="1">
                <a:off x="11213898" y="2467041"/>
                <a:ext cx="0" cy="453911"/>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sp>
            <p:nvSpPr>
              <p:cNvPr id="68" name="文本框 67">
                <a:extLst>
                  <a:ext uri="{FF2B5EF4-FFF2-40B4-BE49-F238E27FC236}">
                    <a16:creationId xmlns:a16="http://schemas.microsoft.com/office/drawing/2014/main" id="{3709D16F-26B9-47AB-BBA0-6530EB4416BB}"/>
                  </a:ext>
                </a:extLst>
              </p:cNvPr>
              <p:cNvSpPr txBox="1"/>
              <p:nvPr/>
            </p:nvSpPr>
            <p:spPr>
              <a:xfrm>
                <a:off x="251846" y="2517873"/>
                <a:ext cx="683089" cy="369332"/>
              </a:xfrm>
              <a:prstGeom prst="rect">
                <a:avLst/>
              </a:prstGeom>
              <a:noFill/>
            </p:spPr>
            <p:txBody>
              <a:bodyPr wrap="square" rtlCol="0">
                <a:spAutoFit/>
              </a:bodyPr>
              <a:lstStyle/>
              <a:p>
                <a:pPr algn="ctr"/>
                <a:r>
                  <a:rPr lang="zh-CN" altLang="en-US" b="1" dirty="0"/>
                  <a:t>长度</a:t>
                </a:r>
              </a:p>
            </p:txBody>
          </p:sp>
          <p:grpSp>
            <p:nvGrpSpPr>
              <p:cNvPr id="69" name="组合 68">
                <a:extLst>
                  <a:ext uri="{FF2B5EF4-FFF2-40B4-BE49-F238E27FC236}">
                    <a16:creationId xmlns:a16="http://schemas.microsoft.com/office/drawing/2014/main" id="{4306E474-1048-430D-812B-5700D7B8E8EC}"/>
                  </a:ext>
                </a:extLst>
              </p:cNvPr>
              <p:cNvGrpSpPr/>
              <p:nvPr/>
            </p:nvGrpSpPr>
            <p:grpSpPr>
              <a:xfrm>
                <a:off x="1710929" y="2527060"/>
                <a:ext cx="711693" cy="369332"/>
                <a:chOff x="1965697" y="3916641"/>
                <a:chExt cx="711693" cy="369332"/>
              </a:xfrm>
            </p:grpSpPr>
            <p:cxnSp>
              <p:nvCxnSpPr>
                <p:cNvPr id="103" name="直接箭头连接符 102">
                  <a:extLst>
                    <a:ext uri="{FF2B5EF4-FFF2-40B4-BE49-F238E27FC236}">
                      <a16:creationId xmlns:a16="http://schemas.microsoft.com/office/drawing/2014/main" id="{F23487FC-ACBE-4D18-89CF-EECBC0AC4C74}"/>
                    </a:ext>
                  </a:extLst>
                </p:cNvPr>
                <p:cNvCxnSpPr>
                  <a:cxnSpLocks/>
                </p:cNvCxnSpPr>
                <p:nvPr/>
              </p:nvCxnSpPr>
              <p:spPr>
                <a:xfrm>
                  <a:off x="1965697" y="4106161"/>
                  <a:ext cx="711693" cy="0"/>
                </a:xfrm>
                <a:prstGeom prst="straightConnector1">
                  <a:avLst/>
                </a:prstGeom>
                <a:ln w="12700">
                  <a:solidFill>
                    <a:schemeClr val="tx1"/>
                  </a:solidFill>
                  <a:headEnd type="triangle"/>
                  <a:tailEnd type="triangle"/>
                </a:ln>
              </p:spPr>
              <p:style>
                <a:lnRef idx="1">
                  <a:schemeClr val="accent1"/>
                </a:lnRef>
                <a:fillRef idx="0">
                  <a:schemeClr val="accent1"/>
                </a:fillRef>
                <a:effectRef idx="0">
                  <a:schemeClr val="accent1"/>
                </a:effectRef>
                <a:fontRef idx="minor">
                  <a:schemeClr val="tx1"/>
                </a:fontRef>
              </p:style>
            </p:cxnSp>
            <p:sp>
              <p:nvSpPr>
                <p:cNvPr id="104" name="文本框 103">
                  <a:extLst>
                    <a:ext uri="{FF2B5EF4-FFF2-40B4-BE49-F238E27FC236}">
                      <a16:creationId xmlns:a16="http://schemas.microsoft.com/office/drawing/2014/main" id="{1033959D-EE4E-4DBD-91C1-BD63165AED92}"/>
                    </a:ext>
                  </a:extLst>
                </p:cNvPr>
                <p:cNvSpPr txBox="1"/>
                <p:nvPr/>
              </p:nvSpPr>
              <p:spPr>
                <a:xfrm>
                  <a:off x="2087129" y="3916641"/>
                  <a:ext cx="447658" cy="369332"/>
                </a:xfrm>
                <a:prstGeom prst="rect">
                  <a:avLst/>
                </a:prstGeom>
                <a:solidFill>
                  <a:schemeClr val="bg1"/>
                </a:solidFill>
              </p:spPr>
              <p:txBody>
                <a:bodyPr wrap="square" rtlCol="0">
                  <a:spAutoFit/>
                </a:bodyPr>
                <a:lstStyle/>
                <a:p>
                  <a:pPr algn="ctr"/>
                  <a:r>
                    <a:rPr lang="en-US" altLang="zh-CN" b="1" dirty="0"/>
                    <a:t>1B</a:t>
                  </a:r>
                  <a:endParaRPr lang="zh-CN" altLang="en-US" b="1" dirty="0"/>
                </a:p>
              </p:txBody>
            </p:sp>
          </p:grpSp>
          <p:cxnSp>
            <p:nvCxnSpPr>
              <p:cNvPr id="70" name="直接箭头连接符 69">
                <a:extLst>
                  <a:ext uri="{FF2B5EF4-FFF2-40B4-BE49-F238E27FC236}">
                    <a16:creationId xmlns:a16="http://schemas.microsoft.com/office/drawing/2014/main" id="{405176CD-FFE4-4D9D-99B9-1E17DC81AE73}"/>
                  </a:ext>
                </a:extLst>
              </p:cNvPr>
              <p:cNvCxnSpPr>
                <a:cxnSpLocks/>
              </p:cNvCxnSpPr>
              <p:nvPr/>
            </p:nvCxnSpPr>
            <p:spPr>
              <a:xfrm>
                <a:off x="2430840" y="2716580"/>
                <a:ext cx="711693" cy="0"/>
              </a:xfrm>
              <a:prstGeom prst="straightConnector1">
                <a:avLst/>
              </a:prstGeom>
              <a:ln w="12700">
                <a:solidFill>
                  <a:schemeClr val="tx1"/>
                </a:solidFill>
                <a:headEnd type="triangle"/>
                <a:tailEnd type="triangle"/>
              </a:ln>
            </p:spPr>
            <p:style>
              <a:lnRef idx="1">
                <a:schemeClr val="accent1"/>
              </a:lnRef>
              <a:fillRef idx="0">
                <a:schemeClr val="accent1"/>
              </a:fillRef>
              <a:effectRef idx="0">
                <a:schemeClr val="accent1"/>
              </a:effectRef>
              <a:fontRef idx="minor">
                <a:schemeClr val="tx1"/>
              </a:fontRef>
            </p:style>
          </p:cxnSp>
          <p:sp>
            <p:nvSpPr>
              <p:cNvPr id="96" name="文本框 95">
                <a:extLst>
                  <a:ext uri="{FF2B5EF4-FFF2-40B4-BE49-F238E27FC236}">
                    <a16:creationId xmlns:a16="http://schemas.microsoft.com/office/drawing/2014/main" id="{0F06EBA3-DF7C-4501-ABC3-A035B54279EA}"/>
                  </a:ext>
                </a:extLst>
              </p:cNvPr>
              <p:cNvSpPr txBox="1"/>
              <p:nvPr/>
            </p:nvSpPr>
            <p:spPr>
              <a:xfrm>
                <a:off x="2552272" y="2527060"/>
                <a:ext cx="447658" cy="369332"/>
              </a:xfrm>
              <a:prstGeom prst="rect">
                <a:avLst/>
              </a:prstGeom>
              <a:solidFill>
                <a:schemeClr val="bg1"/>
              </a:solidFill>
            </p:spPr>
            <p:txBody>
              <a:bodyPr wrap="square" rtlCol="0">
                <a:spAutoFit/>
              </a:bodyPr>
              <a:lstStyle/>
              <a:p>
                <a:pPr algn="ctr"/>
                <a:r>
                  <a:rPr lang="en-US" altLang="zh-CN" b="1" dirty="0"/>
                  <a:t>1B</a:t>
                </a:r>
                <a:endParaRPr lang="zh-CN" altLang="en-US" b="1" dirty="0"/>
              </a:p>
            </p:txBody>
          </p:sp>
          <p:cxnSp>
            <p:nvCxnSpPr>
              <p:cNvPr id="97" name="直接箭头连接符 96">
                <a:extLst>
                  <a:ext uri="{FF2B5EF4-FFF2-40B4-BE49-F238E27FC236}">
                    <a16:creationId xmlns:a16="http://schemas.microsoft.com/office/drawing/2014/main" id="{80384C31-D596-45B7-A2D0-BD91206204BE}"/>
                  </a:ext>
                </a:extLst>
              </p:cNvPr>
              <p:cNvCxnSpPr>
                <a:cxnSpLocks/>
              </p:cNvCxnSpPr>
              <p:nvPr/>
            </p:nvCxnSpPr>
            <p:spPr>
              <a:xfrm>
                <a:off x="3147616" y="2716580"/>
                <a:ext cx="1438929" cy="0"/>
              </a:xfrm>
              <a:prstGeom prst="straightConnector1">
                <a:avLst/>
              </a:prstGeom>
              <a:ln w="12700">
                <a:solidFill>
                  <a:schemeClr val="tx1"/>
                </a:solidFill>
                <a:headEnd type="triangle"/>
                <a:tailEnd type="triangle"/>
              </a:ln>
            </p:spPr>
            <p:style>
              <a:lnRef idx="1">
                <a:schemeClr val="accent1"/>
              </a:lnRef>
              <a:fillRef idx="0">
                <a:schemeClr val="accent1"/>
              </a:fillRef>
              <a:effectRef idx="0">
                <a:schemeClr val="accent1"/>
              </a:effectRef>
              <a:fontRef idx="minor">
                <a:schemeClr val="tx1"/>
              </a:fontRef>
            </p:style>
          </p:cxnSp>
          <p:sp>
            <p:nvSpPr>
              <p:cNvPr id="98" name="文本框 97">
                <a:extLst>
                  <a:ext uri="{FF2B5EF4-FFF2-40B4-BE49-F238E27FC236}">
                    <a16:creationId xmlns:a16="http://schemas.microsoft.com/office/drawing/2014/main" id="{8EEBD66B-8D9A-4D10-A050-9BBDEF8C9F9E}"/>
                  </a:ext>
                </a:extLst>
              </p:cNvPr>
              <p:cNvSpPr txBox="1"/>
              <p:nvPr/>
            </p:nvSpPr>
            <p:spPr>
              <a:xfrm>
                <a:off x="3644105" y="2530013"/>
                <a:ext cx="447658" cy="369332"/>
              </a:xfrm>
              <a:prstGeom prst="rect">
                <a:avLst/>
              </a:prstGeom>
              <a:solidFill>
                <a:schemeClr val="bg1"/>
              </a:solidFill>
            </p:spPr>
            <p:txBody>
              <a:bodyPr wrap="square" rtlCol="0">
                <a:spAutoFit/>
              </a:bodyPr>
              <a:lstStyle/>
              <a:p>
                <a:pPr algn="ctr"/>
                <a:r>
                  <a:rPr lang="en-US" altLang="zh-CN" b="1" dirty="0"/>
                  <a:t>2B</a:t>
                </a:r>
                <a:endParaRPr lang="zh-CN" altLang="en-US" b="1" dirty="0"/>
              </a:p>
            </p:txBody>
          </p:sp>
          <p:cxnSp>
            <p:nvCxnSpPr>
              <p:cNvPr id="99" name="直接箭头连接符 98">
                <a:extLst>
                  <a:ext uri="{FF2B5EF4-FFF2-40B4-BE49-F238E27FC236}">
                    <a16:creationId xmlns:a16="http://schemas.microsoft.com/office/drawing/2014/main" id="{EA107208-31FE-4C49-89B5-7CD52FE6FED8}"/>
                  </a:ext>
                </a:extLst>
              </p:cNvPr>
              <p:cNvCxnSpPr>
                <a:cxnSpLocks/>
              </p:cNvCxnSpPr>
              <p:nvPr/>
            </p:nvCxnSpPr>
            <p:spPr>
              <a:xfrm>
                <a:off x="9064468" y="2719533"/>
                <a:ext cx="1438929" cy="0"/>
              </a:xfrm>
              <a:prstGeom prst="straightConnector1">
                <a:avLst/>
              </a:prstGeom>
              <a:ln w="12700">
                <a:solidFill>
                  <a:schemeClr val="tx1"/>
                </a:solidFill>
                <a:headEnd type="triangle"/>
                <a:tailEnd type="triangle"/>
              </a:ln>
            </p:spPr>
            <p:style>
              <a:lnRef idx="1">
                <a:schemeClr val="accent1"/>
              </a:lnRef>
              <a:fillRef idx="0">
                <a:schemeClr val="accent1"/>
              </a:fillRef>
              <a:effectRef idx="0">
                <a:schemeClr val="accent1"/>
              </a:effectRef>
              <a:fontRef idx="minor">
                <a:schemeClr val="tx1"/>
              </a:fontRef>
            </p:style>
          </p:cxnSp>
          <p:sp>
            <p:nvSpPr>
              <p:cNvPr id="100" name="文本框 99">
                <a:extLst>
                  <a:ext uri="{FF2B5EF4-FFF2-40B4-BE49-F238E27FC236}">
                    <a16:creationId xmlns:a16="http://schemas.microsoft.com/office/drawing/2014/main" id="{CAF0CB55-AD2E-4660-AE92-DF3D034B1DB1}"/>
                  </a:ext>
                </a:extLst>
              </p:cNvPr>
              <p:cNvSpPr txBox="1"/>
              <p:nvPr/>
            </p:nvSpPr>
            <p:spPr>
              <a:xfrm>
                <a:off x="9560957" y="2530013"/>
                <a:ext cx="447658" cy="369332"/>
              </a:xfrm>
              <a:prstGeom prst="rect">
                <a:avLst/>
              </a:prstGeom>
              <a:solidFill>
                <a:schemeClr val="bg1"/>
              </a:solidFill>
            </p:spPr>
            <p:txBody>
              <a:bodyPr wrap="square" rtlCol="0">
                <a:spAutoFit/>
              </a:bodyPr>
              <a:lstStyle/>
              <a:p>
                <a:pPr algn="ctr"/>
                <a:r>
                  <a:rPr lang="en-US" altLang="zh-CN" b="1" dirty="0"/>
                  <a:t>2B</a:t>
                </a:r>
                <a:endParaRPr lang="zh-CN" altLang="en-US" b="1" dirty="0"/>
              </a:p>
            </p:txBody>
          </p:sp>
          <p:cxnSp>
            <p:nvCxnSpPr>
              <p:cNvPr id="101" name="直接箭头连接符 100">
                <a:extLst>
                  <a:ext uri="{FF2B5EF4-FFF2-40B4-BE49-F238E27FC236}">
                    <a16:creationId xmlns:a16="http://schemas.microsoft.com/office/drawing/2014/main" id="{A0FAD396-877B-4496-B88A-773D00A1D730}"/>
                  </a:ext>
                </a:extLst>
              </p:cNvPr>
              <p:cNvCxnSpPr>
                <a:cxnSpLocks/>
              </p:cNvCxnSpPr>
              <p:nvPr/>
            </p:nvCxnSpPr>
            <p:spPr>
              <a:xfrm>
                <a:off x="10506626" y="2716580"/>
                <a:ext cx="711693" cy="0"/>
              </a:xfrm>
              <a:prstGeom prst="straightConnector1">
                <a:avLst/>
              </a:prstGeom>
              <a:ln w="12700">
                <a:solidFill>
                  <a:schemeClr val="tx1"/>
                </a:solidFill>
                <a:headEnd type="triangle"/>
                <a:tailEnd type="triangle"/>
              </a:ln>
            </p:spPr>
            <p:style>
              <a:lnRef idx="1">
                <a:schemeClr val="accent1"/>
              </a:lnRef>
              <a:fillRef idx="0">
                <a:schemeClr val="accent1"/>
              </a:fillRef>
              <a:effectRef idx="0">
                <a:schemeClr val="accent1"/>
              </a:effectRef>
              <a:fontRef idx="minor">
                <a:schemeClr val="tx1"/>
              </a:fontRef>
            </p:style>
          </p:cxnSp>
          <p:sp>
            <p:nvSpPr>
              <p:cNvPr id="102" name="文本框 101">
                <a:extLst>
                  <a:ext uri="{FF2B5EF4-FFF2-40B4-BE49-F238E27FC236}">
                    <a16:creationId xmlns:a16="http://schemas.microsoft.com/office/drawing/2014/main" id="{4992BD7F-BE1E-4216-A580-64D7702B41FC}"/>
                  </a:ext>
                </a:extLst>
              </p:cNvPr>
              <p:cNvSpPr txBox="1"/>
              <p:nvPr/>
            </p:nvSpPr>
            <p:spPr>
              <a:xfrm>
                <a:off x="10628058" y="2527060"/>
                <a:ext cx="447658" cy="369332"/>
              </a:xfrm>
              <a:prstGeom prst="rect">
                <a:avLst/>
              </a:prstGeom>
              <a:solidFill>
                <a:schemeClr val="bg1"/>
              </a:solidFill>
            </p:spPr>
            <p:txBody>
              <a:bodyPr wrap="square" rtlCol="0">
                <a:spAutoFit/>
              </a:bodyPr>
              <a:lstStyle/>
              <a:p>
                <a:pPr algn="ctr"/>
                <a:r>
                  <a:rPr lang="en-US" altLang="zh-CN" b="1" dirty="0"/>
                  <a:t>1B</a:t>
                </a:r>
                <a:endParaRPr lang="zh-CN" altLang="en-US" b="1" dirty="0"/>
              </a:p>
            </p:txBody>
          </p:sp>
        </p:grpSp>
        <p:grpSp>
          <p:nvGrpSpPr>
            <p:cNvPr id="122" name="组合 121">
              <a:extLst>
                <a:ext uri="{FF2B5EF4-FFF2-40B4-BE49-F238E27FC236}">
                  <a16:creationId xmlns:a16="http://schemas.microsoft.com/office/drawing/2014/main" id="{2F7A4CDA-BC4C-414B-A1ED-D70421771040}"/>
                </a:ext>
              </a:extLst>
            </p:cNvPr>
            <p:cNvGrpSpPr/>
            <p:nvPr/>
          </p:nvGrpSpPr>
          <p:grpSpPr>
            <a:xfrm>
              <a:off x="1539127" y="1776307"/>
              <a:ext cx="10232454" cy="690734"/>
              <a:chOff x="1174187" y="4119972"/>
              <a:chExt cx="10232454" cy="690734"/>
            </a:xfrm>
          </p:grpSpPr>
          <p:sp>
            <p:nvSpPr>
              <p:cNvPr id="123" name="矩形 122">
                <a:extLst>
                  <a:ext uri="{FF2B5EF4-FFF2-40B4-BE49-F238E27FC236}">
                    <a16:creationId xmlns:a16="http://schemas.microsoft.com/office/drawing/2014/main" id="{83740A43-5CE3-4C09-B419-D21EF6244CB1}"/>
                  </a:ext>
                </a:extLst>
              </p:cNvPr>
              <p:cNvSpPr/>
              <p:nvPr/>
            </p:nvSpPr>
            <p:spPr>
              <a:xfrm>
                <a:off x="1174187" y="4119972"/>
                <a:ext cx="720000" cy="690734"/>
              </a:xfrm>
              <a:prstGeom prst="rect">
                <a:avLst/>
              </a:prstGeom>
              <a:solidFill>
                <a:schemeClr val="accent4"/>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zh-CN" altLang="en-US" b="1" dirty="0">
                    <a:latin typeface="Arial Black" panose="020B0A04020102020204" pitchFamily="34" charset="0"/>
                  </a:rPr>
                  <a:t>标志</a:t>
                </a:r>
                <a:endParaRPr lang="en-US" altLang="zh-CN" b="1" dirty="0">
                  <a:latin typeface="Arial Black" panose="020B0A04020102020204" pitchFamily="34" charset="0"/>
                </a:endParaRPr>
              </a:p>
              <a:p>
                <a:pPr algn="ctr"/>
                <a:r>
                  <a:rPr lang="en-US" altLang="zh-CN" b="1" dirty="0">
                    <a:latin typeface="Arial Black" panose="020B0A04020102020204" pitchFamily="34" charset="0"/>
                  </a:rPr>
                  <a:t>F</a:t>
                </a:r>
                <a:endParaRPr lang="zh-CN" altLang="en-US" b="1" dirty="0">
                  <a:latin typeface="Arial Black" panose="020B0A04020102020204" pitchFamily="34" charset="0"/>
                </a:endParaRPr>
              </a:p>
            </p:txBody>
          </p:sp>
          <p:sp>
            <p:nvSpPr>
              <p:cNvPr id="124" name="矩形 123">
                <a:extLst>
                  <a:ext uri="{FF2B5EF4-FFF2-40B4-BE49-F238E27FC236}">
                    <a16:creationId xmlns:a16="http://schemas.microsoft.com/office/drawing/2014/main" id="{483F7AC2-03CA-4C6B-BB7A-4429983C036D}"/>
                  </a:ext>
                </a:extLst>
              </p:cNvPr>
              <p:cNvSpPr/>
              <p:nvPr/>
            </p:nvSpPr>
            <p:spPr>
              <a:xfrm>
                <a:off x="1894187" y="4119972"/>
                <a:ext cx="720000" cy="690734"/>
              </a:xfrm>
              <a:prstGeom prst="rect">
                <a:avLst/>
              </a:prstGeom>
              <a:solidFill>
                <a:schemeClr val="accent4"/>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zh-CN" altLang="en-US" b="1" dirty="0">
                    <a:latin typeface="Arial Black" panose="020B0A04020102020204" pitchFamily="34" charset="0"/>
                  </a:rPr>
                  <a:t>地址</a:t>
                </a:r>
                <a:endParaRPr lang="en-US" altLang="zh-CN" b="1" dirty="0">
                  <a:latin typeface="Arial Black" panose="020B0A04020102020204" pitchFamily="34" charset="0"/>
                </a:endParaRPr>
              </a:p>
              <a:p>
                <a:pPr algn="ctr"/>
                <a:r>
                  <a:rPr lang="en-US" altLang="zh-CN" b="1" dirty="0">
                    <a:latin typeface="Arial Black" panose="020B0A04020102020204" pitchFamily="34" charset="0"/>
                  </a:rPr>
                  <a:t>A</a:t>
                </a:r>
                <a:endParaRPr lang="zh-CN" altLang="en-US" b="1" dirty="0">
                  <a:latin typeface="Arial Black" panose="020B0A04020102020204" pitchFamily="34" charset="0"/>
                </a:endParaRPr>
              </a:p>
            </p:txBody>
          </p:sp>
          <p:sp>
            <p:nvSpPr>
              <p:cNvPr id="125" name="矩形 124">
                <a:extLst>
                  <a:ext uri="{FF2B5EF4-FFF2-40B4-BE49-F238E27FC236}">
                    <a16:creationId xmlns:a16="http://schemas.microsoft.com/office/drawing/2014/main" id="{948D41B9-7923-418C-9BB0-B1B5F25E1EE2}"/>
                  </a:ext>
                </a:extLst>
              </p:cNvPr>
              <p:cNvSpPr/>
              <p:nvPr/>
            </p:nvSpPr>
            <p:spPr>
              <a:xfrm>
                <a:off x="2614187" y="4119972"/>
                <a:ext cx="720000" cy="690734"/>
              </a:xfrm>
              <a:prstGeom prst="rect">
                <a:avLst/>
              </a:prstGeom>
              <a:solidFill>
                <a:schemeClr val="accent4"/>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zh-CN" altLang="en-US" b="1" dirty="0">
                    <a:latin typeface="Arial Black" panose="020B0A04020102020204" pitchFamily="34" charset="0"/>
                  </a:rPr>
                  <a:t>控制</a:t>
                </a:r>
                <a:endParaRPr lang="en-US" altLang="zh-CN" b="1" dirty="0">
                  <a:latin typeface="Arial Black" panose="020B0A04020102020204" pitchFamily="34" charset="0"/>
                </a:endParaRPr>
              </a:p>
              <a:p>
                <a:pPr algn="ctr"/>
                <a:r>
                  <a:rPr lang="en-US" altLang="zh-CN" b="1" dirty="0">
                    <a:latin typeface="Arial Black" panose="020B0A04020102020204" pitchFamily="34" charset="0"/>
                  </a:rPr>
                  <a:t>C</a:t>
                </a:r>
                <a:endParaRPr lang="zh-CN" altLang="en-US" b="1" dirty="0">
                  <a:latin typeface="Arial Black" panose="020B0A04020102020204" pitchFamily="34" charset="0"/>
                </a:endParaRPr>
              </a:p>
            </p:txBody>
          </p:sp>
          <p:sp>
            <p:nvSpPr>
              <p:cNvPr id="126" name="矩形 125">
                <a:extLst>
                  <a:ext uri="{FF2B5EF4-FFF2-40B4-BE49-F238E27FC236}">
                    <a16:creationId xmlns:a16="http://schemas.microsoft.com/office/drawing/2014/main" id="{65BA3BBF-97C7-43E3-BCC3-FF1A6CB76047}"/>
                  </a:ext>
                </a:extLst>
              </p:cNvPr>
              <p:cNvSpPr/>
              <p:nvPr/>
            </p:nvSpPr>
            <p:spPr>
              <a:xfrm>
                <a:off x="3334187" y="4119972"/>
                <a:ext cx="1440000" cy="690734"/>
              </a:xfrm>
              <a:prstGeom prst="rect">
                <a:avLst/>
              </a:prstGeom>
              <a:solidFill>
                <a:schemeClr val="accent4"/>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zh-CN" altLang="en-US" b="1" dirty="0">
                    <a:latin typeface="Arial Black" panose="020B0A04020102020204" pitchFamily="34" charset="0"/>
                  </a:rPr>
                  <a:t>协议</a:t>
                </a:r>
                <a:endParaRPr lang="en-US" altLang="zh-CN" b="1" dirty="0">
                  <a:latin typeface="Arial Black" panose="020B0A04020102020204" pitchFamily="34" charset="0"/>
                </a:endParaRPr>
              </a:p>
              <a:p>
                <a:pPr algn="ctr"/>
                <a:r>
                  <a:rPr lang="en-US" altLang="zh-CN" b="1" dirty="0">
                    <a:latin typeface="Arial Black" panose="020B0A04020102020204" pitchFamily="34" charset="0"/>
                  </a:rPr>
                  <a:t>P</a:t>
                </a:r>
                <a:endParaRPr lang="zh-CN" altLang="en-US" b="1" dirty="0">
                  <a:latin typeface="Arial Black" panose="020B0A04020102020204" pitchFamily="34" charset="0"/>
                </a:endParaRPr>
              </a:p>
            </p:txBody>
          </p:sp>
          <p:sp>
            <p:nvSpPr>
              <p:cNvPr id="127" name="矩形 126">
                <a:extLst>
                  <a:ext uri="{FF2B5EF4-FFF2-40B4-BE49-F238E27FC236}">
                    <a16:creationId xmlns:a16="http://schemas.microsoft.com/office/drawing/2014/main" id="{C361D5B6-340A-4423-B2AE-74E21E9D8142}"/>
                  </a:ext>
                </a:extLst>
              </p:cNvPr>
              <p:cNvSpPr/>
              <p:nvPr/>
            </p:nvSpPr>
            <p:spPr>
              <a:xfrm>
                <a:off x="9246641" y="4119972"/>
                <a:ext cx="1440000" cy="690734"/>
              </a:xfrm>
              <a:prstGeom prst="rect">
                <a:avLst/>
              </a:prstGeom>
              <a:solidFill>
                <a:schemeClr val="accent4"/>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zh-CN" altLang="en-US" b="1" dirty="0">
                    <a:latin typeface="Arial Black" panose="020B0A04020102020204" pitchFamily="34" charset="0"/>
                  </a:rPr>
                  <a:t>帧检验序列</a:t>
                </a:r>
                <a:endParaRPr lang="en-US" altLang="zh-CN" b="1" dirty="0">
                  <a:latin typeface="Arial Black" panose="020B0A04020102020204" pitchFamily="34" charset="0"/>
                </a:endParaRPr>
              </a:p>
              <a:p>
                <a:pPr algn="ctr"/>
                <a:r>
                  <a:rPr lang="en-US" altLang="zh-CN" b="1" dirty="0">
                    <a:latin typeface="Arial Black" panose="020B0A04020102020204" pitchFamily="34" charset="0"/>
                  </a:rPr>
                  <a:t>FCS</a:t>
                </a:r>
                <a:endParaRPr lang="zh-CN" altLang="en-US" b="1" dirty="0">
                  <a:latin typeface="Arial Black" panose="020B0A04020102020204" pitchFamily="34" charset="0"/>
                </a:endParaRPr>
              </a:p>
            </p:txBody>
          </p:sp>
          <p:sp>
            <p:nvSpPr>
              <p:cNvPr id="128" name="矩形 127">
                <a:extLst>
                  <a:ext uri="{FF2B5EF4-FFF2-40B4-BE49-F238E27FC236}">
                    <a16:creationId xmlns:a16="http://schemas.microsoft.com/office/drawing/2014/main" id="{93DF61D9-9E61-49A9-A845-FADCC67DA0C6}"/>
                  </a:ext>
                </a:extLst>
              </p:cNvPr>
              <p:cNvSpPr/>
              <p:nvPr/>
            </p:nvSpPr>
            <p:spPr>
              <a:xfrm>
                <a:off x="10686641" y="4119972"/>
                <a:ext cx="720000" cy="690734"/>
              </a:xfrm>
              <a:prstGeom prst="rect">
                <a:avLst/>
              </a:prstGeom>
              <a:solidFill>
                <a:schemeClr val="accent4"/>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zh-CN" altLang="en-US" b="1" dirty="0">
                    <a:latin typeface="Arial Black" panose="020B0A04020102020204" pitchFamily="34" charset="0"/>
                  </a:rPr>
                  <a:t>标志</a:t>
                </a:r>
                <a:r>
                  <a:rPr lang="en-US" altLang="zh-CN" b="1" dirty="0">
                    <a:latin typeface="Arial Black" panose="020B0A04020102020204" pitchFamily="34" charset="0"/>
                  </a:rPr>
                  <a:t>F</a:t>
                </a:r>
                <a:endParaRPr lang="zh-CN" altLang="en-US" b="1" dirty="0">
                  <a:latin typeface="Arial Black" panose="020B0A04020102020204" pitchFamily="34" charset="0"/>
                </a:endParaRPr>
              </a:p>
            </p:txBody>
          </p:sp>
          <p:sp>
            <p:nvSpPr>
              <p:cNvPr id="129" name="矩形 128">
                <a:extLst>
                  <a:ext uri="{FF2B5EF4-FFF2-40B4-BE49-F238E27FC236}">
                    <a16:creationId xmlns:a16="http://schemas.microsoft.com/office/drawing/2014/main" id="{C833B8A3-A9D9-4702-9021-F3ADCA27AB4B}"/>
                  </a:ext>
                </a:extLst>
              </p:cNvPr>
              <p:cNvSpPr/>
              <p:nvPr/>
            </p:nvSpPr>
            <p:spPr>
              <a:xfrm>
                <a:off x="4774187" y="4119972"/>
                <a:ext cx="4472454" cy="690734"/>
              </a:xfrm>
              <a:prstGeom prst="rect">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zh-CN" altLang="en-US" b="1" dirty="0">
                    <a:solidFill>
                      <a:schemeClr val="tx1"/>
                    </a:solidFill>
                    <a:latin typeface="Arial Black" panose="020B0A04020102020204" pitchFamily="34" charset="0"/>
                  </a:rPr>
                  <a:t>封装上层的协议数据单元</a:t>
                </a:r>
                <a:r>
                  <a:rPr lang="en-US" altLang="zh-CN" b="1" dirty="0">
                    <a:solidFill>
                      <a:schemeClr val="tx1"/>
                    </a:solidFill>
                    <a:latin typeface="Arial Black" panose="020B0A04020102020204" pitchFamily="34" charset="0"/>
                  </a:rPr>
                  <a:t>PDU</a:t>
                </a:r>
                <a:endParaRPr lang="zh-CN" altLang="en-US" b="1" dirty="0">
                  <a:solidFill>
                    <a:schemeClr val="tx1"/>
                  </a:solidFill>
                  <a:latin typeface="Arial Black" panose="020B0A04020102020204" pitchFamily="34" charset="0"/>
                </a:endParaRPr>
              </a:p>
            </p:txBody>
          </p:sp>
        </p:grpSp>
      </p:grpSp>
    </p:spTree>
    <p:custDataLst>
      <p:tags r:id="rId1"/>
    </p:custDataLst>
    <p:extLst>
      <p:ext uri="{BB962C8B-B14F-4D97-AF65-F5344CB8AC3E}">
        <p14:creationId xmlns:p14="http://schemas.microsoft.com/office/powerpoint/2010/main" val="1194478778"/>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2" presetClass="entr" presetSubtype="1" fill="hold" nodeType="withEffect">
                                  <p:stCondLst>
                                    <p:cond delay="0"/>
                                  </p:stCondLst>
                                  <p:childTnLst>
                                    <p:set>
                                      <p:cBhvr>
                                        <p:cTn id="6" dur="1" fill="hold">
                                          <p:stCondLst>
                                            <p:cond delay="0"/>
                                          </p:stCondLst>
                                        </p:cTn>
                                        <p:tgtEl>
                                          <p:spTgt spid="4"/>
                                        </p:tgtEl>
                                        <p:attrNameLst>
                                          <p:attrName>style.visibility</p:attrName>
                                        </p:attrNameLst>
                                      </p:cBhvr>
                                      <p:to>
                                        <p:strVal val="visible"/>
                                      </p:to>
                                    </p:set>
                                    <p:anim calcmode="lin" valueType="num">
                                      <p:cBhvr additive="base">
                                        <p:cTn id="7" dur="1000"/>
                                        <p:tgtEl>
                                          <p:spTgt spid="4"/>
                                        </p:tgtEl>
                                        <p:attrNameLst>
                                          <p:attrName>ppt_y</p:attrName>
                                        </p:attrNameLst>
                                      </p:cBhvr>
                                      <p:tavLst>
                                        <p:tav tm="0">
                                          <p:val>
                                            <p:strVal val="#ppt_y-#ppt_h*1.125000"/>
                                          </p:val>
                                        </p:tav>
                                        <p:tav tm="100000">
                                          <p:val>
                                            <p:strVal val="#ppt_y"/>
                                          </p:val>
                                        </p:tav>
                                      </p:tavLst>
                                    </p:anim>
                                    <p:animEffect transition="in" filter="wipe(down)">
                                      <p:cBhvr>
                                        <p:cTn id="8" dur="1000"/>
                                        <p:tgtEl>
                                          <p:spTgt spid="4"/>
                                        </p:tgtEl>
                                      </p:cBhvr>
                                    </p:animEffect>
                                  </p:childTnLst>
                                </p:cTn>
                              </p:par>
                              <p:par>
                                <p:cTn id="9" presetID="30" presetClass="entr" presetSubtype="0" fill="hold" nodeType="withEffect">
                                  <p:stCondLst>
                                    <p:cond delay="0"/>
                                  </p:stCondLst>
                                  <p:childTnLst>
                                    <p:set>
                                      <p:cBhvr>
                                        <p:cTn id="10" dur="1" fill="hold">
                                          <p:stCondLst>
                                            <p:cond delay="0"/>
                                          </p:stCondLst>
                                        </p:cTn>
                                        <p:tgtEl>
                                          <p:spTgt spid="5"/>
                                        </p:tgtEl>
                                        <p:attrNameLst>
                                          <p:attrName>style.visibility</p:attrName>
                                        </p:attrNameLst>
                                      </p:cBhvr>
                                      <p:to>
                                        <p:strVal val="visible"/>
                                      </p:to>
                                    </p:set>
                                    <p:animEffect transition="in" filter="fade">
                                      <p:cBhvr>
                                        <p:cTn id="11" dur="800" decel="100000"/>
                                        <p:tgtEl>
                                          <p:spTgt spid="5"/>
                                        </p:tgtEl>
                                      </p:cBhvr>
                                    </p:animEffect>
                                    <p:anim calcmode="lin" valueType="num">
                                      <p:cBhvr>
                                        <p:cTn id="12" dur="800" decel="100000" fill="hold"/>
                                        <p:tgtEl>
                                          <p:spTgt spid="5"/>
                                        </p:tgtEl>
                                        <p:attrNameLst>
                                          <p:attrName>style.rotation</p:attrName>
                                        </p:attrNameLst>
                                      </p:cBhvr>
                                      <p:tavLst>
                                        <p:tav tm="0">
                                          <p:val>
                                            <p:fltVal val="-90"/>
                                          </p:val>
                                        </p:tav>
                                        <p:tav tm="100000">
                                          <p:val>
                                            <p:fltVal val="0"/>
                                          </p:val>
                                        </p:tav>
                                      </p:tavLst>
                                    </p:anim>
                                    <p:anim calcmode="lin" valueType="num">
                                      <p:cBhvr>
                                        <p:cTn id="13" dur="800" decel="100000" fill="hold"/>
                                        <p:tgtEl>
                                          <p:spTgt spid="5"/>
                                        </p:tgtEl>
                                        <p:attrNameLst>
                                          <p:attrName>ppt_x</p:attrName>
                                        </p:attrNameLst>
                                      </p:cBhvr>
                                      <p:tavLst>
                                        <p:tav tm="0">
                                          <p:val>
                                            <p:strVal val="#ppt_x+0.4"/>
                                          </p:val>
                                        </p:tav>
                                        <p:tav tm="100000">
                                          <p:val>
                                            <p:strVal val="#ppt_x-0.05"/>
                                          </p:val>
                                        </p:tav>
                                      </p:tavLst>
                                    </p:anim>
                                    <p:anim calcmode="lin" valueType="num">
                                      <p:cBhvr>
                                        <p:cTn id="14" dur="800" decel="100000" fill="hold"/>
                                        <p:tgtEl>
                                          <p:spTgt spid="5"/>
                                        </p:tgtEl>
                                        <p:attrNameLst>
                                          <p:attrName>ppt_y</p:attrName>
                                        </p:attrNameLst>
                                      </p:cBhvr>
                                      <p:tavLst>
                                        <p:tav tm="0">
                                          <p:val>
                                            <p:strVal val="#ppt_y-0.4"/>
                                          </p:val>
                                        </p:tav>
                                        <p:tav tm="100000">
                                          <p:val>
                                            <p:strVal val="#ppt_y+0.1"/>
                                          </p:val>
                                        </p:tav>
                                      </p:tavLst>
                                    </p:anim>
                                    <p:anim calcmode="lin" valueType="num">
                                      <p:cBhvr>
                                        <p:cTn id="15" dur="200" accel="100000" fill="hold">
                                          <p:stCondLst>
                                            <p:cond delay="800"/>
                                          </p:stCondLst>
                                        </p:cTn>
                                        <p:tgtEl>
                                          <p:spTgt spid="5"/>
                                        </p:tgtEl>
                                        <p:attrNameLst>
                                          <p:attrName>ppt_x</p:attrName>
                                        </p:attrNameLst>
                                      </p:cBhvr>
                                      <p:tavLst>
                                        <p:tav tm="0">
                                          <p:val>
                                            <p:strVal val="#ppt_x-0.05"/>
                                          </p:val>
                                        </p:tav>
                                        <p:tav tm="100000">
                                          <p:val>
                                            <p:strVal val="#ppt_x"/>
                                          </p:val>
                                        </p:tav>
                                      </p:tavLst>
                                    </p:anim>
                                    <p:anim calcmode="lin" valueType="num">
                                      <p:cBhvr>
                                        <p:cTn id="16" dur="200" accel="100000" fill="hold">
                                          <p:stCondLst>
                                            <p:cond delay="800"/>
                                          </p:stCondLst>
                                        </p:cTn>
                                        <p:tgtEl>
                                          <p:spTgt spid="5"/>
                                        </p:tgtEl>
                                        <p:attrNameLst>
                                          <p:attrName>ppt_y</p:attrName>
                                        </p:attrNameLst>
                                      </p:cBhvr>
                                      <p:tavLst>
                                        <p:tav tm="0">
                                          <p:val>
                                            <p:strVal val="#ppt_y+0.1"/>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23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7" name="组合 6">
            <a:extLst>
              <a:ext uri="{FF2B5EF4-FFF2-40B4-BE49-F238E27FC236}">
                <a16:creationId xmlns:a16="http://schemas.microsoft.com/office/drawing/2014/main" id="{221FF341-E4EE-4D3A-A334-353316D20596}"/>
              </a:ext>
            </a:extLst>
          </p:cNvPr>
          <p:cNvGrpSpPr/>
          <p:nvPr/>
        </p:nvGrpSpPr>
        <p:grpSpPr>
          <a:xfrm>
            <a:off x="2255739" y="1322396"/>
            <a:ext cx="7353734" cy="453911"/>
            <a:chOff x="2255739" y="1322396"/>
            <a:chExt cx="7353734" cy="453911"/>
          </a:xfrm>
        </p:grpSpPr>
        <p:cxnSp>
          <p:nvCxnSpPr>
            <p:cNvPr id="42" name="直接连接符 41">
              <a:extLst>
                <a:ext uri="{FF2B5EF4-FFF2-40B4-BE49-F238E27FC236}">
                  <a16:creationId xmlns:a16="http://schemas.microsoft.com/office/drawing/2014/main" id="{323CA90D-9B41-4830-BD93-91196727FC08}"/>
                </a:ext>
              </a:extLst>
            </p:cNvPr>
            <p:cNvCxnSpPr>
              <a:cxnSpLocks/>
            </p:cNvCxnSpPr>
            <p:nvPr/>
          </p:nvCxnSpPr>
          <p:spPr>
            <a:xfrm flipV="1">
              <a:off x="2259127" y="1322396"/>
              <a:ext cx="0" cy="453911"/>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3" name="直接连接符 42">
              <a:extLst>
                <a:ext uri="{FF2B5EF4-FFF2-40B4-BE49-F238E27FC236}">
                  <a16:creationId xmlns:a16="http://schemas.microsoft.com/office/drawing/2014/main" id="{FFDE4D66-0D0F-4C6D-9921-9E6608E86A83}"/>
                </a:ext>
              </a:extLst>
            </p:cNvPr>
            <p:cNvCxnSpPr>
              <a:cxnSpLocks/>
            </p:cNvCxnSpPr>
            <p:nvPr/>
          </p:nvCxnSpPr>
          <p:spPr>
            <a:xfrm flipV="1">
              <a:off x="9609473" y="1322396"/>
              <a:ext cx="0" cy="453911"/>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4" name="直接箭头连接符 43">
              <a:extLst>
                <a:ext uri="{FF2B5EF4-FFF2-40B4-BE49-F238E27FC236}">
                  <a16:creationId xmlns:a16="http://schemas.microsoft.com/office/drawing/2014/main" id="{FA5C9B65-2796-47AC-9127-3E83090E4ED4}"/>
                </a:ext>
              </a:extLst>
            </p:cNvPr>
            <p:cNvCxnSpPr>
              <a:cxnSpLocks/>
            </p:cNvCxnSpPr>
            <p:nvPr/>
          </p:nvCxnSpPr>
          <p:spPr>
            <a:xfrm>
              <a:off x="2255739" y="1559873"/>
              <a:ext cx="7353734" cy="0"/>
            </a:xfrm>
            <a:prstGeom prst="straightConnector1">
              <a:avLst/>
            </a:prstGeom>
            <a:ln w="12700">
              <a:solidFill>
                <a:schemeClr val="tx1"/>
              </a:solidFill>
              <a:headEnd type="triangle"/>
              <a:tailEnd type="triangle"/>
            </a:ln>
          </p:spPr>
          <p:style>
            <a:lnRef idx="1">
              <a:schemeClr val="accent1"/>
            </a:lnRef>
            <a:fillRef idx="0">
              <a:schemeClr val="accent1"/>
            </a:fillRef>
            <a:effectRef idx="0">
              <a:schemeClr val="accent1"/>
            </a:effectRef>
            <a:fontRef idx="minor">
              <a:schemeClr val="tx1"/>
            </a:fontRef>
          </p:style>
        </p:cxnSp>
        <p:sp>
          <p:nvSpPr>
            <p:cNvPr id="46" name="文本框 45">
              <a:extLst>
                <a:ext uri="{FF2B5EF4-FFF2-40B4-BE49-F238E27FC236}">
                  <a16:creationId xmlns:a16="http://schemas.microsoft.com/office/drawing/2014/main" id="{98A88FAD-8D72-403D-BFD1-C73C8D22E0E4}"/>
                </a:ext>
              </a:extLst>
            </p:cNvPr>
            <p:cNvSpPr txBox="1"/>
            <p:nvPr/>
          </p:nvSpPr>
          <p:spPr>
            <a:xfrm>
              <a:off x="5008091" y="1366497"/>
              <a:ext cx="1757282" cy="379656"/>
            </a:xfrm>
            <a:prstGeom prst="rect">
              <a:avLst/>
            </a:prstGeom>
            <a:solidFill>
              <a:schemeClr val="bg1"/>
            </a:solidFill>
          </p:spPr>
          <p:txBody>
            <a:bodyPr wrap="square" rtlCol="0">
              <a:spAutoFit/>
            </a:bodyPr>
            <a:lstStyle/>
            <a:p>
              <a:pPr algn="ctr"/>
              <a:r>
                <a:rPr lang="en-US" altLang="zh-CN" b="1" dirty="0"/>
                <a:t>FCS</a:t>
              </a:r>
              <a:r>
                <a:rPr lang="zh-CN" altLang="en-US" b="1" dirty="0"/>
                <a:t>的计算范围</a:t>
              </a:r>
            </a:p>
          </p:txBody>
        </p:sp>
      </p:grpSp>
      <p:grpSp>
        <p:nvGrpSpPr>
          <p:cNvPr id="4" name="组合 3">
            <a:extLst>
              <a:ext uri="{FF2B5EF4-FFF2-40B4-BE49-F238E27FC236}">
                <a16:creationId xmlns:a16="http://schemas.microsoft.com/office/drawing/2014/main" id="{9A1EA9F2-FCB6-48C3-935F-7AE7E3AD14AC}"/>
              </a:ext>
            </a:extLst>
          </p:cNvPr>
          <p:cNvGrpSpPr/>
          <p:nvPr/>
        </p:nvGrpSpPr>
        <p:grpSpPr>
          <a:xfrm>
            <a:off x="304800" y="749300"/>
            <a:ext cx="6192344" cy="400110"/>
            <a:chOff x="424117" y="898245"/>
            <a:chExt cx="6192344" cy="400110"/>
          </a:xfrm>
        </p:grpSpPr>
        <p:sp>
          <p:nvSpPr>
            <p:cNvPr id="2" name="平行四边形 1">
              <a:extLst>
                <a:ext uri="{FF2B5EF4-FFF2-40B4-BE49-F238E27FC236}">
                  <a16:creationId xmlns:a16="http://schemas.microsoft.com/office/drawing/2014/main" id="{1F5BAA3F-9845-4F89-A2DD-8222D3E4EDAC}"/>
                </a:ext>
              </a:extLst>
            </p:cNvPr>
            <p:cNvSpPr/>
            <p:nvPr/>
          </p:nvSpPr>
          <p:spPr>
            <a:xfrm>
              <a:off x="424117" y="898245"/>
              <a:ext cx="737650" cy="387090"/>
            </a:xfrm>
            <a:prstGeom prst="parallelogram">
              <a:avLst/>
            </a:prstGeom>
            <a:solidFill>
              <a:schemeClr val="accent3">
                <a:lumMod val="75000"/>
              </a:schemeClr>
            </a:solidFill>
            <a:ln>
              <a:solidFill>
                <a:schemeClr val="accent3">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CN" sz="2200" dirty="0">
                  <a:latin typeface="Impact" panose="020B0806030902050204" pitchFamily="34" charset="0"/>
                </a:rPr>
                <a:t>04</a:t>
              </a:r>
              <a:endParaRPr lang="zh-CN" altLang="en-US" sz="2200" dirty="0">
                <a:latin typeface="Impact" panose="020B0806030902050204" pitchFamily="34" charset="0"/>
              </a:endParaRPr>
            </a:p>
          </p:txBody>
        </p:sp>
        <p:sp>
          <p:nvSpPr>
            <p:cNvPr id="3" name="文本框 2">
              <a:extLst>
                <a:ext uri="{FF2B5EF4-FFF2-40B4-BE49-F238E27FC236}">
                  <a16:creationId xmlns:a16="http://schemas.microsoft.com/office/drawing/2014/main" id="{4D6BD736-A4D3-4F26-AFED-36E11F50F70B}"/>
                </a:ext>
              </a:extLst>
            </p:cNvPr>
            <p:cNvSpPr txBox="1"/>
            <p:nvPr/>
          </p:nvSpPr>
          <p:spPr>
            <a:xfrm>
              <a:off x="1161767" y="898245"/>
              <a:ext cx="5454694" cy="400110"/>
            </a:xfrm>
            <a:prstGeom prst="rect">
              <a:avLst/>
            </a:prstGeom>
            <a:noFill/>
          </p:spPr>
          <p:txBody>
            <a:bodyPr wrap="square" rtlCol="0">
              <a:spAutoFit/>
            </a:bodyPr>
            <a:lstStyle/>
            <a:p>
              <a:r>
                <a:rPr lang="en-US" altLang="zh-CN" sz="2000" b="1" dirty="0"/>
                <a:t>PPP</a:t>
              </a:r>
              <a:r>
                <a:rPr lang="zh-CN" altLang="en-US" sz="2000" b="1" dirty="0"/>
                <a:t>帧的差错检测</a:t>
              </a:r>
            </a:p>
          </p:txBody>
        </p:sp>
      </p:grpSp>
      <p:grpSp>
        <p:nvGrpSpPr>
          <p:cNvPr id="48" name="组合 47">
            <a:extLst>
              <a:ext uri="{FF2B5EF4-FFF2-40B4-BE49-F238E27FC236}">
                <a16:creationId xmlns:a16="http://schemas.microsoft.com/office/drawing/2014/main" id="{9E550CF8-DC89-42D5-A037-9177BBC98D1F}"/>
              </a:ext>
            </a:extLst>
          </p:cNvPr>
          <p:cNvGrpSpPr/>
          <p:nvPr/>
        </p:nvGrpSpPr>
        <p:grpSpPr>
          <a:xfrm>
            <a:off x="804428" y="2467041"/>
            <a:ext cx="10966473" cy="453911"/>
            <a:chOff x="251846" y="2467041"/>
            <a:chExt cx="10966473" cy="453911"/>
          </a:xfrm>
        </p:grpSpPr>
        <p:cxnSp>
          <p:nvCxnSpPr>
            <p:cNvPr id="49" name="直接连接符 48">
              <a:extLst>
                <a:ext uri="{FF2B5EF4-FFF2-40B4-BE49-F238E27FC236}">
                  <a16:creationId xmlns:a16="http://schemas.microsoft.com/office/drawing/2014/main" id="{5D60E612-A382-40A4-934A-CBEF03AD0BBB}"/>
                </a:ext>
              </a:extLst>
            </p:cNvPr>
            <p:cNvCxnSpPr>
              <a:cxnSpLocks/>
            </p:cNvCxnSpPr>
            <p:nvPr/>
          </p:nvCxnSpPr>
          <p:spPr>
            <a:xfrm flipV="1">
              <a:off x="986545" y="2467041"/>
              <a:ext cx="0" cy="453911"/>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2" name="直接连接符 51">
              <a:extLst>
                <a:ext uri="{FF2B5EF4-FFF2-40B4-BE49-F238E27FC236}">
                  <a16:creationId xmlns:a16="http://schemas.microsoft.com/office/drawing/2014/main" id="{1C4B31BE-839F-4C08-89C8-D0F356B419A6}"/>
                </a:ext>
              </a:extLst>
            </p:cNvPr>
            <p:cNvCxnSpPr>
              <a:cxnSpLocks/>
            </p:cNvCxnSpPr>
            <p:nvPr/>
          </p:nvCxnSpPr>
          <p:spPr>
            <a:xfrm flipV="1">
              <a:off x="2426545" y="2467041"/>
              <a:ext cx="0" cy="453911"/>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grpSp>
          <p:nvGrpSpPr>
            <p:cNvPr id="53" name="组合 52">
              <a:extLst>
                <a:ext uri="{FF2B5EF4-FFF2-40B4-BE49-F238E27FC236}">
                  <a16:creationId xmlns:a16="http://schemas.microsoft.com/office/drawing/2014/main" id="{EB522A41-52B2-4487-B154-09B1AD3D08E3}"/>
                </a:ext>
              </a:extLst>
            </p:cNvPr>
            <p:cNvGrpSpPr/>
            <p:nvPr/>
          </p:nvGrpSpPr>
          <p:grpSpPr>
            <a:xfrm>
              <a:off x="994852" y="2522206"/>
              <a:ext cx="711693" cy="369332"/>
              <a:chOff x="1965697" y="3916641"/>
              <a:chExt cx="711693" cy="369332"/>
            </a:xfrm>
          </p:grpSpPr>
          <p:cxnSp>
            <p:nvCxnSpPr>
              <p:cNvPr id="105" name="直接箭头连接符 104">
                <a:extLst>
                  <a:ext uri="{FF2B5EF4-FFF2-40B4-BE49-F238E27FC236}">
                    <a16:creationId xmlns:a16="http://schemas.microsoft.com/office/drawing/2014/main" id="{F30F320D-9C0C-4D7B-B39A-00D77F139C11}"/>
                  </a:ext>
                </a:extLst>
              </p:cNvPr>
              <p:cNvCxnSpPr>
                <a:cxnSpLocks/>
              </p:cNvCxnSpPr>
              <p:nvPr/>
            </p:nvCxnSpPr>
            <p:spPr>
              <a:xfrm>
                <a:off x="1965697" y="4106161"/>
                <a:ext cx="711693" cy="0"/>
              </a:xfrm>
              <a:prstGeom prst="straightConnector1">
                <a:avLst/>
              </a:prstGeom>
              <a:ln w="12700">
                <a:solidFill>
                  <a:schemeClr val="tx1"/>
                </a:solidFill>
                <a:headEnd type="triangle"/>
                <a:tailEnd type="triangle"/>
              </a:ln>
            </p:spPr>
            <p:style>
              <a:lnRef idx="1">
                <a:schemeClr val="accent1"/>
              </a:lnRef>
              <a:fillRef idx="0">
                <a:schemeClr val="accent1"/>
              </a:fillRef>
              <a:effectRef idx="0">
                <a:schemeClr val="accent1"/>
              </a:effectRef>
              <a:fontRef idx="minor">
                <a:schemeClr val="tx1"/>
              </a:fontRef>
            </p:style>
          </p:cxnSp>
          <p:sp>
            <p:nvSpPr>
              <p:cNvPr id="106" name="文本框 105">
                <a:extLst>
                  <a:ext uri="{FF2B5EF4-FFF2-40B4-BE49-F238E27FC236}">
                    <a16:creationId xmlns:a16="http://schemas.microsoft.com/office/drawing/2014/main" id="{38DB980D-6D94-4644-920F-600096A04E16}"/>
                  </a:ext>
                </a:extLst>
              </p:cNvPr>
              <p:cNvSpPr txBox="1"/>
              <p:nvPr/>
            </p:nvSpPr>
            <p:spPr>
              <a:xfrm>
                <a:off x="2087129" y="3916641"/>
                <a:ext cx="447658" cy="369332"/>
              </a:xfrm>
              <a:prstGeom prst="rect">
                <a:avLst/>
              </a:prstGeom>
              <a:solidFill>
                <a:schemeClr val="bg1"/>
              </a:solidFill>
            </p:spPr>
            <p:txBody>
              <a:bodyPr wrap="square" rtlCol="0">
                <a:spAutoFit/>
              </a:bodyPr>
              <a:lstStyle/>
              <a:p>
                <a:pPr algn="ctr"/>
                <a:r>
                  <a:rPr lang="en-US" altLang="zh-CN" b="1" dirty="0"/>
                  <a:t>1B</a:t>
                </a:r>
                <a:endParaRPr lang="zh-CN" altLang="en-US" b="1" dirty="0"/>
              </a:p>
            </p:txBody>
          </p:sp>
        </p:grpSp>
        <p:cxnSp>
          <p:nvCxnSpPr>
            <p:cNvPr id="56" name="直接连接符 55">
              <a:extLst>
                <a:ext uri="{FF2B5EF4-FFF2-40B4-BE49-F238E27FC236}">
                  <a16:creationId xmlns:a16="http://schemas.microsoft.com/office/drawing/2014/main" id="{82D95C3F-A4B8-480A-BC84-D9EDB6EEBC70}"/>
                </a:ext>
              </a:extLst>
            </p:cNvPr>
            <p:cNvCxnSpPr>
              <a:cxnSpLocks/>
            </p:cNvCxnSpPr>
            <p:nvPr/>
          </p:nvCxnSpPr>
          <p:spPr>
            <a:xfrm flipV="1">
              <a:off x="1706545" y="2467041"/>
              <a:ext cx="0" cy="453911"/>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7" name="直接连接符 56">
              <a:extLst>
                <a:ext uri="{FF2B5EF4-FFF2-40B4-BE49-F238E27FC236}">
                  <a16:creationId xmlns:a16="http://schemas.microsoft.com/office/drawing/2014/main" id="{E6208267-3001-4B81-B30D-569270787B51}"/>
                </a:ext>
              </a:extLst>
            </p:cNvPr>
            <p:cNvCxnSpPr>
              <a:cxnSpLocks/>
            </p:cNvCxnSpPr>
            <p:nvPr/>
          </p:nvCxnSpPr>
          <p:spPr>
            <a:xfrm flipV="1">
              <a:off x="3146545" y="2467041"/>
              <a:ext cx="0" cy="453911"/>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9" name="直接连接符 58">
              <a:extLst>
                <a:ext uri="{FF2B5EF4-FFF2-40B4-BE49-F238E27FC236}">
                  <a16:creationId xmlns:a16="http://schemas.microsoft.com/office/drawing/2014/main" id="{062E05D4-96CD-4AC4-BE42-C4161891BCE5}"/>
                </a:ext>
              </a:extLst>
            </p:cNvPr>
            <p:cNvCxnSpPr>
              <a:cxnSpLocks/>
            </p:cNvCxnSpPr>
            <p:nvPr/>
          </p:nvCxnSpPr>
          <p:spPr>
            <a:xfrm flipV="1">
              <a:off x="9056891" y="2467041"/>
              <a:ext cx="0" cy="453911"/>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62" name="直接连接符 61">
              <a:extLst>
                <a:ext uri="{FF2B5EF4-FFF2-40B4-BE49-F238E27FC236}">
                  <a16:creationId xmlns:a16="http://schemas.microsoft.com/office/drawing/2014/main" id="{5FC9CB12-0323-4CBB-8481-FBAA5B1C58DA}"/>
                </a:ext>
              </a:extLst>
            </p:cNvPr>
            <p:cNvCxnSpPr>
              <a:cxnSpLocks/>
            </p:cNvCxnSpPr>
            <p:nvPr/>
          </p:nvCxnSpPr>
          <p:spPr>
            <a:xfrm flipV="1">
              <a:off x="4586545" y="2467041"/>
              <a:ext cx="0" cy="453911"/>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63" name="直接箭头连接符 62">
              <a:extLst>
                <a:ext uri="{FF2B5EF4-FFF2-40B4-BE49-F238E27FC236}">
                  <a16:creationId xmlns:a16="http://schemas.microsoft.com/office/drawing/2014/main" id="{ACC0C023-896F-47D0-8D2F-B45B1238C505}"/>
                </a:ext>
              </a:extLst>
            </p:cNvPr>
            <p:cNvCxnSpPr>
              <a:cxnSpLocks/>
            </p:cNvCxnSpPr>
            <p:nvPr/>
          </p:nvCxnSpPr>
          <p:spPr>
            <a:xfrm>
              <a:off x="4586545" y="2719533"/>
              <a:ext cx="4470346" cy="0"/>
            </a:xfrm>
            <a:prstGeom prst="straightConnector1">
              <a:avLst/>
            </a:prstGeom>
            <a:ln w="12700">
              <a:solidFill>
                <a:schemeClr val="tx1"/>
              </a:solidFill>
              <a:headEnd type="triangle"/>
              <a:tailEnd type="triangle"/>
            </a:ln>
          </p:spPr>
          <p:style>
            <a:lnRef idx="1">
              <a:schemeClr val="accent1"/>
            </a:lnRef>
            <a:fillRef idx="0">
              <a:schemeClr val="accent1"/>
            </a:fillRef>
            <a:effectRef idx="0">
              <a:schemeClr val="accent1"/>
            </a:effectRef>
            <a:fontRef idx="minor">
              <a:schemeClr val="tx1"/>
            </a:fontRef>
          </p:style>
        </p:cxnSp>
        <p:sp>
          <p:nvSpPr>
            <p:cNvPr id="64" name="文本框 63">
              <a:extLst>
                <a:ext uri="{FF2B5EF4-FFF2-40B4-BE49-F238E27FC236}">
                  <a16:creationId xmlns:a16="http://schemas.microsoft.com/office/drawing/2014/main" id="{8B0A9F02-C642-40CF-A1B5-14A42DB33A61}"/>
                </a:ext>
              </a:extLst>
            </p:cNvPr>
            <p:cNvSpPr txBox="1"/>
            <p:nvPr/>
          </p:nvSpPr>
          <p:spPr>
            <a:xfrm>
              <a:off x="5420138" y="2527060"/>
              <a:ext cx="2803160" cy="369332"/>
            </a:xfrm>
            <a:prstGeom prst="rect">
              <a:avLst/>
            </a:prstGeom>
            <a:solidFill>
              <a:schemeClr val="bg1"/>
            </a:solidFill>
          </p:spPr>
          <p:txBody>
            <a:bodyPr wrap="square" rtlCol="0">
              <a:spAutoFit/>
            </a:bodyPr>
            <a:lstStyle/>
            <a:p>
              <a:pPr algn="ctr"/>
              <a:r>
                <a:rPr lang="en-US" altLang="zh-CN" b="1" dirty="0"/>
                <a:t>≤ </a:t>
              </a:r>
              <a:r>
                <a:rPr lang="zh-CN" altLang="en-US" b="1" dirty="0"/>
                <a:t>最大传送单元</a:t>
              </a:r>
              <a:r>
                <a:rPr lang="en-US" altLang="zh-CN" b="1" dirty="0"/>
                <a:t>MTU=1500B</a:t>
              </a:r>
              <a:endParaRPr lang="zh-CN" altLang="en-US" b="1" dirty="0"/>
            </a:p>
          </p:txBody>
        </p:sp>
        <p:cxnSp>
          <p:nvCxnSpPr>
            <p:cNvPr id="65" name="直接连接符 64">
              <a:extLst>
                <a:ext uri="{FF2B5EF4-FFF2-40B4-BE49-F238E27FC236}">
                  <a16:creationId xmlns:a16="http://schemas.microsoft.com/office/drawing/2014/main" id="{870DE1AA-4A34-4A8B-9A37-8B8E4F48BC5A}"/>
                </a:ext>
              </a:extLst>
            </p:cNvPr>
            <p:cNvCxnSpPr>
              <a:cxnSpLocks/>
            </p:cNvCxnSpPr>
            <p:nvPr/>
          </p:nvCxnSpPr>
          <p:spPr>
            <a:xfrm flipV="1">
              <a:off x="10502204" y="2467041"/>
              <a:ext cx="0" cy="453911"/>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67" name="直接连接符 66">
              <a:extLst>
                <a:ext uri="{FF2B5EF4-FFF2-40B4-BE49-F238E27FC236}">
                  <a16:creationId xmlns:a16="http://schemas.microsoft.com/office/drawing/2014/main" id="{234E417E-7CB8-42E1-8EA9-46E491627DC2}"/>
                </a:ext>
              </a:extLst>
            </p:cNvPr>
            <p:cNvCxnSpPr>
              <a:cxnSpLocks/>
            </p:cNvCxnSpPr>
            <p:nvPr/>
          </p:nvCxnSpPr>
          <p:spPr>
            <a:xfrm flipV="1">
              <a:off x="11213898" y="2467041"/>
              <a:ext cx="0" cy="453911"/>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sp>
          <p:nvSpPr>
            <p:cNvPr id="68" name="文本框 67">
              <a:extLst>
                <a:ext uri="{FF2B5EF4-FFF2-40B4-BE49-F238E27FC236}">
                  <a16:creationId xmlns:a16="http://schemas.microsoft.com/office/drawing/2014/main" id="{3709D16F-26B9-47AB-BBA0-6530EB4416BB}"/>
                </a:ext>
              </a:extLst>
            </p:cNvPr>
            <p:cNvSpPr txBox="1"/>
            <p:nvPr/>
          </p:nvSpPr>
          <p:spPr>
            <a:xfrm>
              <a:off x="251846" y="2517873"/>
              <a:ext cx="683089" cy="369332"/>
            </a:xfrm>
            <a:prstGeom prst="rect">
              <a:avLst/>
            </a:prstGeom>
            <a:noFill/>
          </p:spPr>
          <p:txBody>
            <a:bodyPr wrap="square" rtlCol="0">
              <a:spAutoFit/>
            </a:bodyPr>
            <a:lstStyle/>
            <a:p>
              <a:pPr algn="ctr"/>
              <a:r>
                <a:rPr lang="zh-CN" altLang="en-US" b="1" dirty="0"/>
                <a:t>长度</a:t>
              </a:r>
            </a:p>
          </p:txBody>
        </p:sp>
        <p:grpSp>
          <p:nvGrpSpPr>
            <p:cNvPr id="69" name="组合 68">
              <a:extLst>
                <a:ext uri="{FF2B5EF4-FFF2-40B4-BE49-F238E27FC236}">
                  <a16:creationId xmlns:a16="http://schemas.microsoft.com/office/drawing/2014/main" id="{4306E474-1048-430D-812B-5700D7B8E8EC}"/>
                </a:ext>
              </a:extLst>
            </p:cNvPr>
            <p:cNvGrpSpPr/>
            <p:nvPr/>
          </p:nvGrpSpPr>
          <p:grpSpPr>
            <a:xfrm>
              <a:off x="1710929" y="2527060"/>
              <a:ext cx="711693" cy="369332"/>
              <a:chOff x="1965697" y="3916641"/>
              <a:chExt cx="711693" cy="369332"/>
            </a:xfrm>
          </p:grpSpPr>
          <p:cxnSp>
            <p:nvCxnSpPr>
              <p:cNvPr id="103" name="直接箭头连接符 102">
                <a:extLst>
                  <a:ext uri="{FF2B5EF4-FFF2-40B4-BE49-F238E27FC236}">
                    <a16:creationId xmlns:a16="http://schemas.microsoft.com/office/drawing/2014/main" id="{F23487FC-ACBE-4D18-89CF-EECBC0AC4C74}"/>
                  </a:ext>
                </a:extLst>
              </p:cNvPr>
              <p:cNvCxnSpPr>
                <a:cxnSpLocks/>
              </p:cNvCxnSpPr>
              <p:nvPr/>
            </p:nvCxnSpPr>
            <p:spPr>
              <a:xfrm>
                <a:off x="1965697" y="4106161"/>
                <a:ext cx="711693" cy="0"/>
              </a:xfrm>
              <a:prstGeom prst="straightConnector1">
                <a:avLst/>
              </a:prstGeom>
              <a:ln w="12700">
                <a:solidFill>
                  <a:schemeClr val="tx1"/>
                </a:solidFill>
                <a:headEnd type="triangle"/>
                <a:tailEnd type="triangle"/>
              </a:ln>
            </p:spPr>
            <p:style>
              <a:lnRef idx="1">
                <a:schemeClr val="accent1"/>
              </a:lnRef>
              <a:fillRef idx="0">
                <a:schemeClr val="accent1"/>
              </a:fillRef>
              <a:effectRef idx="0">
                <a:schemeClr val="accent1"/>
              </a:effectRef>
              <a:fontRef idx="minor">
                <a:schemeClr val="tx1"/>
              </a:fontRef>
            </p:style>
          </p:cxnSp>
          <p:sp>
            <p:nvSpPr>
              <p:cNvPr id="104" name="文本框 103">
                <a:extLst>
                  <a:ext uri="{FF2B5EF4-FFF2-40B4-BE49-F238E27FC236}">
                    <a16:creationId xmlns:a16="http://schemas.microsoft.com/office/drawing/2014/main" id="{1033959D-EE4E-4DBD-91C1-BD63165AED92}"/>
                  </a:ext>
                </a:extLst>
              </p:cNvPr>
              <p:cNvSpPr txBox="1"/>
              <p:nvPr/>
            </p:nvSpPr>
            <p:spPr>
              <a:xfrm>
                <a:off x="2087129" y="3916641"/>
                <a:ext cx="447658" cy="369332"/>
              </a:xfrm>
              <a:prstGeom prst="rect">
                <a:avLst/>
              </a:prstGeom>
              <a:solidFill>
                <a:schemeClr val="bg1"/>
              </a:solidFill>
            </p:spPr>
            <p:txBody>
              <a:bodyPr wrap="square" rtlCol="0">
                <a:spAutoFit/>
              </a:bodyPr>
              <a:lstStyle/>
              <a:p>
                <a:pPr algn="ctr"/>
                <a:r>
                  <a:rPr lang="en-US" altLang="zh-CN" b="1" dirty="0"/>
                  <a:t>1B</a:t>
                </a:r>
                <a:endParaRPr lang="zh-CN" altLang="en-US" b="1" dirty="0"/>
              </a:p>
            </p:txBody>
          </p:sp>
        </p:grpSp>
        <p:cxnSp>
          <p:nvCxnSpPr>
            <p:cNvPr id="70" name="直接箭头连接符 69">
              <a:extLst>
                <a:ext uri="{FF2B5EF4-FFF2-40B4-BE49-F238E27FC236}">
                  <a16:creationId xmlns:a16="http://schemas.microsoft.com/office/drawing/2014/main" id="{405176CD-FFE4-4D9D-99B9-1E17DC81AE73}"/>
                </a:ext>
              </a:extLst>
            </p:cNvPr>
            <p:cNvCxnSpPr>
              <a:cxnSpLocks/>
            </p:cNvCxnSpPr>
            <p:nvPr/>
          </p:nvCxnSpPr>
          <p:spPr>
            <a:xfrm>
              <a:off x="2430840" y="2716580"/>
              <a:ext cx="711693" cy="0"/>
            </a:xfrm>
            <a:prstGeom prst="straightConnector1">
              <a:avLst/>
            </a:prstGeom>
            <a:ln w="12700">
              <a:solidFill>
                <a:schemeClr val="tx1"/>
              </a:solidFill>
              <a:headEnd type="triangle"/>
              <a:tailEnd type="triangle"/>
            </a:ln>
          </p:spPr>
          <p:style>
            <a:lnRef idx="1">
              <a:schemeClr val="accent1"/>
            </a:lnRef>
            <a:fillRef idx="0">
              <a:schemeClr val="accent1"/>
            </a:fillRef>
            <a:effectRef idx="0">
              <a:schemeClr val="accent1"/>
            </a:effectRef>
            <a:fontRef idx="minor">
              <a:schemeClr val="tx1"/>
            </a:fontRef>
          </p:style>
        </p:cxnSp>
        <p:sp>
          <p:nvSpPr>
            <p:cNvPr id="96" name="文本框 95">
              <a:extLst>
                <a:ext uri="{FF2B5EF4-FFF2-40B4-BE49-F238E27FC236}">
                  <a16:creationId xmlns:a16="http://schemas.microsoft.com/office/drawing/2014/main" id="{0F06EBA3-DF7C-4501-ABC3-A035B54279EA}"/>
                </a:ext>
              </a:extLst>
            </p:cNvPr>
            <p:cNvSpPr txBox="1"/>
            <p:nvPr/>
          </p:nvSpPr>
          <p:spPr>
            <a:xfrm>
              <a:off x="2552272" y="2527060"/>
              <a:ext cx="447658" cy="369332"/>
            </a:xfrm>
            <a:prstGeom prst="rect">
              <a:avLst/>
            </a:prstGeom>
            <a:solidFill>
              <a:schemeClr val="bg1"/>
            </a:solidFill>
          </p:spPr>
          <p:txBody>
            <a:bodyPr wrap="square" rtlCol="0">
              <a:spAutoFit/>
            </a:bodyPr>
            <a:lstStyle/>
            <a:p>
              <a:pPr algn="ctr"/>
              <a:r>
                <a:rPr lang="en-US" altLang="zh-CN" b="1" dirty="0"/>
                <a:t>1B</a:t>
              </a:r>
              <a:endParaRPr lang="zh-CN" altLang="en-US" b="1" dirty="0"/>
            </a:p>
          </p:txBody>
        </p:sp>
        <p:cxnSp>
          <p:nvCxnSpPr>
            <p:cNvPr id="97" name="直接箭头连接符 96">
              <a:extLst>
                <a:ext uri="{FF2B5EF4-FFF2-40B4-BE49-F238E27FC236}">
                  <a16:creationId xmlns:a16="http://schemas.microsoft.com/office/drawing/2014/main" id="{80384C31-D596-45B7-A2D0-BD91206204BE}"/>
                </a:ext>
              </a:extLst>
            </p:cNvPr>
            <p:cNvCxnSpPr>
              <a:cxnSpLocks/>
            </p:cNvCxnSpPr>
            <p:nvPr/>
          </p:nvCxnSpPr>
          <p:spPr>
            <a:xfrm>
              <a:off x="3147616" y="2716580"/>
              <a:ext cx="1438929" cy="0"/>
            </a:xfrm>
            <a:prstGeom prst="straightConnector1">
              <a:avLst/>
            </a:prstGeom>
            <a:ln w="12700">
              <a:solidFill>
                <a:schemeClr val="tx1"/>
              </a:solidFill>
              <a:headEnd type="triangle"/>
              <a:tailEnd type="triangle"/>
            </a:ln>
          </p:spPr>
          <p:style>
            <a:lnRef idx="1">
              <a:schemeClr val="accent1"/>
            </a:lnRef>
            <a:fillRef idx="0">
              <a:schemeClr val="accent1"/>
            </a:fillRef>
            <a:effectRef idx="0">
              <a:schemeClr val="accent1"/>
            </a:effectRef>
            <a:fontRef idx="minor">
              <a:schemeClr val="tx1"/>
            </a:fontRef>
          </p:style>
        </p:cxnSp>
        <p:sp>
          <p:nvSpPr>
            <p:cNvPr id="98" name="文本框 97">
              <a:extLst>
                <a:ext uri="{FF2B5EF4-FFF2-40B4-BE49-F238E27FC236}">
                  <a16:creationId xmlns:a16="http://schemas.microsoft.com/office/drawing/2014/main" id="{8EEBD66B-8D9A-4D10-A050-9BBDEF8C9F9E}"/>
                </a:ext>
              </a:extLst>
            </p:cNvPr>
            <p:cNvSpPr txBox="1"/>
            <p:nvPr/>
          </p:nvSpPr>
          <p:spPr>
            <a:xfrm>
              <a:off x="3644105" y="2530013"/>
              <a:ext cx="447658" cy="369332"/>
            </a:xfrm>
            <a:prstGeom prst="rect">
              <a:avLst/>
            </a:prstGeom>
            <a:solidFill>
              <a:schemeClr val="bg1"/>
            </a:solidFill>
          </p:spPr>
          <p:txBody>
            <a:bodyPr wrap="square" rtlCol="0">
              <a:spAutoFit/>
            </a:bodyPr>
            <a:lstStyle/>
            <a:p>
              <a:pPr algn="ctr"/>
              <a:r>
                <a:rPr lang="en-US" altLang="zh-CN" b="1" dirty="0"/>
                <a:t>2B</a:t>
              </a:r>
              <a:endParaRPr lang="zh-CN" altLang="en-US" b="1" dirty="0"/>
            </a:p>
          </p:txBody>
        </p:sp>
        <p:cxnSp>
          <p:nvCxnSpPr>
            <p:cNvPr id="99" name="直接箭头连接符 98">
              <a:extLst>
                <a:ext uri="{FF2B5EF4-FFF2-40B4-BE49-F238E27FC236}">
                  <a16:creationId xmlns:a16="http://schemas.microsoft.com/office/drawing/2014/main" id="{EA107208-31FE-4C49-89B5-7CD52FE6FED8}"/>
                </a:ext>
              </a:extLst>
            </p:cNvPr>
            <p:cNvCxnSpPr>
              <a:cxnSpLocks/>
            </p:cNvCxnSpPr>
            <p:nvPr/>
          </p:nvCxnSpPr>
          <p:spPr>
            <a:xfrm>
              <a:off x="9064468" y="2719533"/>
              <a:ext cx="1438929" cy="0"/>
            </a:xfrm>
            <a:prstGeom prst="straightConnector1">
              <a:avLst/>
            </a:prstGeom>
            <a:ln w="12700">
              <a:solidFill>
                <a:schemeClr val="tx1"/>
              </a:solidFill>
              <a:headEnd type="triangle"/>
              <a:tailEnd type="triangle"/>
            </a:ln>
          </p:spPr>
          <p:style>
            <a:lnRef idx="1">
              <a:schemeClr val="accent1"/>
            </a:lnRef>
            <a:fillRef idx="0">
              <a:schemeClr val="accent1"/>
            </a:fillRef>
            <a:effectRef idx="0">
              <a:schemeClr val="accent1"/>
            </a:effectRef>
            <a:fontRef idx="minor">
              <a:schemeClr val="tx1"/>
            </a:fontRef>
          </p:style>
        </p:cxnSp>
        <p:sp>
          <p:nvSpPr>
            <p:cNvPr id="100" name="文本框 99">
              <a:extLst>
                <a:ext uri="{FF2B5EF4-FFF2-40B4-BE49-F238E27FC236}">
                  <a16:creationId xmlns:a16="http://schemas.microsoft.com/office/drawing/2014/main" id="{CAF0CB55-AD2E-4660-AE92-DF3D034B1DB1}"/>
                </a:ext>
              </a:extLst>
            </p:cNvPr>
            <p:cNvSpPr txBox="1"/>
            <p:nvPr/>
          </p:nvSpPr>
          <p:spPr>
            <a:xfrm>
              <a:off x="9560957" y="2530013"/>
              <a:ext cx="447658" cy="369332"/>
            </a:xfrm>
            <a:prstGeom prst="rect">
              <a:avLst/>
            </a:prstGeom>
            <a:solidFill>
              <a:schemeClr val="bg1"/>
            </a:solidFill>
          </p:spPr>
          <p:txBody>
            <a:bodyPr wrap="square" rtlCol="0">
              <a:spAutoFit/>
            </a:bodyPr>
            <a:lstStyle/>
            <a:p>
              <a:pPr algn="ctr"/>
              <a:r>
                <a:rPr lang="en-US" altLang="zh-CN" b="1" dirty="0"/>
                <a:t>2B</a:t>
              </a:r>
              <a:endParaRPr lang="zh-CN" altLang="en-US" b="1" dirty="0"/>
            </a:p>
          </p:txBody>
        </p:sp>
        <p:cxnSp>
          <p:nvCxnSpPr>
            <p:cNvPr id="101" name="直接箭头连接符 100">
              <a:extLst>
                <a:ext uri="{FF2B5EF4-FFF2-40B4-BE49-F238E27FC236}">
                  <a16:creationId xmlns:a16="http://schemas.microsoft.com/office/drawing/2014/main" id="{A0FAD396-877B-4496-B88A-773D00A1D730}"/>
                </a:ext>
              </a:extLst>
            </p:cNvPr>
            <p:cNvCxnSpPr>
              <a:cxnSpLocks/>
            </p:cNvCxnSpPr>
            <p:nvPr/>
          </p:nvCxnSpPr>
          <p:spPr>
            <a:xfrm>
              <a:off x="10506626" y="2716580"/>
              <a:ext cx="711693" cy="0"/>
            </a:xfrm>
            <a:prstGeom prst="straightConnector1">
              <a:avLst/>
            </a:prstGeom>
            <a:ln w="12700">
              <a:solidFill>
                <a:schemeClr val="tx1"/>
              </a:solidFill>
              <a:headEnd type="triangle"/>
              <a:tailEnd type="triangle"/>
            </a:ln>
          </p:spPr>
          <p:style>
            <a:lnRef idx="1">
              <a:schemeClr val="accent1"/>
            </a:lnRef>
            <a:fillRef idx="0">
              <a:schemeClr val="accent1"/>
            </a:fillRef>
            <a:effectRef idx="0">
              <a:schemeClr val="accent1"/>
            </a:effectRef>
            <a:fontRef idx="minor">
              <a:schemeClr val="tx1"/>
            </a:fontRef>
          </p:style>
        </p:cxnSp>
        <p:sp>
          <p:nvSpPr>
            <p:cNvPr id="102" name="文本框 101">
              <a:extLst>
                <a:ext uri="{FF2B5EF4-FFF2-40B4-BE49-F238E27FC236}">
                  <a16:creationId xmlns:a16="http://schemas.microsoft.com/office/drawing/2014/main" id="{4992BD7F-BE1E-4216-A580-64D7702B41FC}"/>
                </a:ext>
              </a:extLst>
            </p:cNvPr>
            <p:cNvSpPr txBox="1"/>
            <p:nvPr/>
          </p:nvSpPr>
          <p:spPr>
            <a:xfrm>
              <a:off x="10628058" y="2527060"/>
              <a:ext cx="447658" cy="369332"/>
            </a:xfrm>
            <a:prstGeom prst="rect">
              <a:avLst/>
            </a:prstGeom>
            <a:solidFill>
              <a:schemeClr val="bg1"/>
            </a:solidFill>
          </p:spPr>
          <p:txBody>
            <a:bodyPr wrap="square" rtlCol="0">
              <a:spAutoFit/>
            </a:bodyPr>
            <a:lstStyle/>
            <a:p>
              <a:pPr algn="ctr"/>
              <a:r>
                <a:rPr lang="en-US" altLang="zh-CN" b="1" dirty="0"/>
                <a:t>1B</a:t>
              </a:r>
              <a:endParaRPr lang="zh-CN" altLang="en-US" b="1" dirty="0"/>
            </a:p>
          </p:txBody>
        </p:sp>
      </p:grpSp>
      <p:sp>
        <p:nvSpPr>
          <p:cNvPr id="123" name="矩形 122">
            <a:extLst>
              <a:ext uri="{FF2B5EF4-FFF2-40B4-BE49-F238E27FC236}">
                <a16:creationId xmlns:a16="http://schemas.microsoft.com/office/drawing/2014/main" id="{83740A43-5CE3-4C09-B419-D21EF6244CB1}"/>
              </a:ext>
            </a:extLst>
          </p:cNvPr>
          <p:cNvSpPr/>
          <p:nvPr/>
        </p:nvSpPr>
        <p:spPr>
          <a:xfrm>
            <a:off x="1539127" y="1776307"/>
            <a:ext cx="720000" cy="690734"/>
          </a:xfrm>
          <a:prstGeom prst="rect">
            <a:avLst/>
          </a:prstGeom>
          <a:solidFill>
            <a:schemeClr val="accent4"/>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zh-CN" altLang="en-US" b="1" dirty="0">
                <a:latin typeface="Arial Black" panose="020B0A04020102020204" pitchFamily="34" charset="0"/>
              </a:rPr>
              <a:t>标志</a:t>
            </a:r>
            <a:endParaRPr lang="en-US" altLang="zh-CN" b="1" dirty="0">
              <a:latin typeface="Arial Black" panose="020B0A04020102020204" pitchFamily="34" charset="0"/>
            </a:endParaRPr>
          </a:p>
          <a:p>
            <a:pPr algn="ctr"/>
            <a:r>
              <a:rPr lang="en-US" altLang="zh-CN" b="1" dirty="0">
                <a:latin typeface="Arial Black" panose="020B0A04020102020204" pitchFamily="34" charset="0"/>
              </a:rPr>
              <a:t>F</a:t>
            </a:r>
            <a:endParaRPr lang="zh-CN" altLang="en-US" b="1" dirty="0">
              <a:latin typeface="Arial Black" panose="020B0A04020102020204" pitchFamily="34" charset="0"/>
            </a:endParaRPr>
          </a:p>
        </p:txBody>
      </p:sp>
      <p:sp>
        <p:nvSpPr>
          <p:cNvPr id="124" name="矩形 123">
            <a:extLst>
              <a:ext uri="{FF2B5EF4-FFF2-40B4-BE49-F238E27FC236}">
                <a16:creationId xmlns:a16="http://schemas.microsoft.com/office/drawing/2014/main" id="{483F7AC2-03CA-4C6B-BB7A-4429983C036D}"/>
              </a:ext>
            </a:extLst>
          </p:cNvPr>
          <p:cNvSpPr/>
          <p:nvPr/>
        </p:nvSpPr>
        <p:spPr>
          <a:xfrm>
            <a:off x="2259127" y="1776307"/>
            <a:ext cx="720000" cy="690734"/>
          </a:xfrm>
          <a:prstGeom prst="rect">
            <a:avLst/>
          </a:prstGeom>
          <a:solidFill>
            <a:schemeClr val="accent4"/>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zh-CN" altLang="en-US" b="1" dirty="0">
                <a:latin typeface="Arial Black" panose="020B0A04020102020204" pitchFamily="34" charset="0"/>
              </a:rPr>
              <a:t>地址</a:t>
            </a:r>
            <a:endParaRPr lang="en-US" altLang="zh-CN" b="1" dirty="0">
              <a:latin typeface="Arial Black" panose="020B0A04020102020204" pitchFamily="34" charset="0"/>
            </a:endParaRPr>
          </a:p>
          <a:p>
            <a:pPr algn="ctr"/>
            <a:r>
              <a:rPr lang="en-US" altLang="zh-CN" b="1" dirty="0">
                <a:latin typeface="Arial Black" panose="020B0A04020102020204" pitchFamily="34" charset="0"/>
              </a:rPr>
              <a:t>A</a:t>
            </a:r>
            <a:endParaRPr lang="zh-CN" altLang="en-US" b="1" dirty="0">
              <a:latin typeface="Arial Black" panose="020B0A04020102020204" pitchFamily="34" charset="0"/>
            </a:endParaRPr>
          </a:p>
        </p:txBody>
      </p:sp>
      <p:sp>
        <p:nvSpPr>
          <p:cNvPr id="125" name="矩形 124">
            <a:extLst>
              <a:ext uri="{FF2B5EF4-FFF2-40B4-BE49-F238E27FC236}">
                <a16:creationId xmlns:a16="http://schemas.microsoft.com/office/drawing/2014/main" id="{948D41B9-7923-418C-9BB0-B1B5F25E1EE2}"/>
              </a:ext>
            </a:extLst>
          </p:cNvPr>
          <p:cNvSpPr/>
          <p:nvPr/>
        </p:nvSpPr>
        <p:spPr>
          <a:xfrm>
            <a:off x="2979127" y="1776307"/>
            <a:ext cx="720000" cy="690734"/>
          </a:xfrm>
          <a:prstGeom prst="rect">
            <a:avLst/>
          </a:prstGeom>
          <a:solidFill>
            <a:schemeClr val="accent4"/>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zh-CN" altLang="en-US" b="1" dirty="0">
                <a:latin typeface="Arial Black" panose="020B0A04020102020204" pitchFamily="34" charset="0"/>
              </a:rPr>
              <a:t>控制</a:t>
            </a:r>
            <a:endParaRPr lang="en-US" altLang="zh-CN" b="1" dirty="0">
              <a:latin typeface="Arial Black" panose="020B0A04020102020204" pitchFamily="34" charset="0"/>
            </a:endParaRPr>
          </a:p>
          <a:p>
            <a:pPr algn="ctr"/>
            <a:r>
              <a:rPr lang="en-US" altLang="zh-CN" b="1" dirty="0">
                <a:latin typeface="Arial Black" panose="020B0A04020102020204" pitchFamily="34" charset="0"/>
              </a:rPr>
              <a:t>C</a:t>
            </a:r>
            <a:endParaRPr lang="zh-CN" altLang="en-US" b="1" dirty="0">
              <a:latin typeface="Arial Black" panose="020B0A04020102020204" pitchFamily="34" charset="0"/>
            </a:endParaRPr>
          </a:p>
        </p:txBody>
      </p:sp>
      <p:sp>
        <p:nvSpPr>
          <p:cNvPr id="126" name="矩形 125">
            <a:extLst>
              <a:ext uri="{FF2B5EF4-FFF2-40B4-BE49-F238E27FC236}">
                <a16:creationId xmlns:a16="http://schemas.microsoft.com/office/drawing/2014/main" id="{65BA3BBF-97C7-43E3-BCC3-FF1A6CB76047}"/>
              </a:ext>
            </a:extLst>
          </p:cNvPr>
          <p:cNvSpPr/>
          <p:nvPr/>
        </p:nvSpPr>
        <p:spPr>
          <a:xfrm>
            <a:off x="3699127" y="1776307"/>
            <a:ext cx="1440000" cy="690734"/>
          </a:xfrm>
          <a:prstGeom prst="rect">
            <a:avLst/>
          </a:prstGeom>
          <a:solidFill>
            <a:schemeClr val="accent4"/>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zh-CN" altLang="en-US" b="1" dirty="0">
                <a:latin typeface="Arial Black" panose="020B0A04020102020204" pitchFamily="34" charset="0"/>
              </a:rPr>
              <a:t>协议</a:t>
            </a:r>
            <a:endParaRPr lang="en-US" altLang="zh-CN" b="1" dirty="0">
              <a:latin typeface="Arial Black" panose="020B0A04020102020204" pitchFamily="34" charset="0"/>
            </a:endParaRPr>
          </a:p>
          <a:p>
            <a:pPr algn="ctr"/>
            <a:r>
              <a:rPr lang="en-US" altLang="zh-CN" b="1" dirty="0">
                <a:latin typeface="Arial Black" panose="020B0A04020102020204" pitchFamily="34" charset="0"/>
              </a:rPr>
              <a:t>P</a:t>
            </a:r>
            <a:endParaRPr lang="zh-CN" altLang="en-US" b="1" dirty="0">
              <a:latin typeface="Arial Black" panose="020B0A04020102020204" pitchFamily="34" charset="0"/>
            </a:endParaRPr>
          </a:p>
        </p:txBody>
      </p:sp>
      <p:sp>
        <p:nvSpPr>
          <p:cNvPr id="127" name="矩形 126">
            <a:extLst>
              <a:ext uri="{FF2B5EF4-FFF2-40B4-BE49-F238E27FC236}">
                <a16:creationId xmlns:a16="http://schemas.microsoft.com/office/drawing/2014/main" id="{C361D5B6-340A-4423-B2AE-74E21E9D8142}"/>
              </a:ext>
            </a:extLst>
          </p:cNvPr>
          <p:cNvSpPr/>
          <p:nvPr/>
        </p:nvSpPr>
        <p:spPr>
          <a:xfrm>
            <a:off x="9611581" y="1776307"/>
            <a:ext cx="1440000" cy="690734"/>
          </a:xfrm>
          <a:prstGeom prst="rect">
            <a:avLst/>
          </a:prstGeom>
          <a:solidFill>
            <a:schemeClr val="accent4"/>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zh-CN" altLang="en-US" b="1" dirty="0">
                <a:latin typeface="Arial Black" panose="020B0A04020102020204" pitchFamily="34" charset="0"/>
              </a:rPr>
              <a:t>帧检验序列</a:t>
            </a:r>
            <a:endParaRPr lang="en-US" altLang="zh-CN" b="1" dirty="0">
              <a:latin typeface="Arial Black" panose="020B0A04020102020204" pitchFamily="34" charset="0"/>
            </a:endParaRPr>
          </a:p>
          <a:p>
            <a:pPr algn="ctr"/>
            <a:r>
              <a:rPr lang="en-US" altLang="zh-CN" b="1" dirty="0">
                <a:latin typeface="Arial Black" panose="020B0A04020102020204" pitchFamily="34" charset="0"/>
              </a:rPr>
              <a:t>FCS</a:t>
            </a:r>
            <a:endParaRPr lang="zh-CN" altLang="en-US" b="1" dirty="0">
              <a:latin typeface="Arial Black" panose="020B0A04020102020204" pitchFamily="34" charset="0"/>
            </a:endParaRPr>
          </a:p>
        </p:txBody>
      </p:sp>
      <p:sp>
        <p:nvSpPr>
          <p:cNvPr id="128" name="矩形 127">
            <a:extLst>
              <a:ext uri="{FF2B5EF4-FFF2-40B4-BE49-F238E27FC236}">
                <a16:creationId xmlns:a16="http://schemas.microsoft.com/office/drawing/2014/main" id="{93DF61D9-9E61-49A9-A845-FADCC67DA0C6}"/>
              </a:ext>
            </a:extLst>
          </p:cNvPr>
          <p:cNvSpPr/>
          <p:nvPr/>
        </p:nvSpPr>
        <p:spPr>
          <a:xfrm>
            <a:off x="11051581" y="1776307"/>
            <a:ext cx="720000" cy="690734"/>
          </a:xfrm>
          <a:prstGeom prst="rect">
            <a:avLst/>
          </a:prstGeom>
          <a:solidFill>
            <a:schemeClr val="accent4"/>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zh-CN" altLang="en-US" b="1" dirty="0">
                <a:latin typeface="Arial Black" panose="020B0A04020102020204" pitchFamily="34" charset="0"/>
              </a:rPr>
              <a:t>标志</a:t>
            </a:r>
            <a:r>
              <a:rPr lang="en-US" altLang="zh-CN" b="1" dirty="0">
                <a:latin typeface="Arial Black" panose="020B0A04020102020204" pitchFamily="34" charset="0"/>
              </a:rPr>
              <a:t>F</a:t>
            </a:r>
            <a:endParaRPr lang="zh-CN" altLang="en-US" b="1" dirty="0">
              <a:latin typeface="Arial Black" panose="020B0A04020102020204" pitchFamily="34" charset="0"/>
            </a:endParaRPr>
          </a:p>
        </p:txBody>
      </p:sp>
      <p:sp>
        <p:nvSpPr>
          <p:cNvPr id="129" name="矩形 128">
            <a:extLst>
              <a:ext uri="{FF2B5EF4-FFF2-40B4-BE49-F238E27FC236}">
                <a16:creationId xmlns:a16="http://schemas.microsoft.com/office/drawing/2014/main" id="{C833B8A3-A9D9-4702-9021-F3ADCA27AB4B}"/>
              </a:ext>
            </a:extLst>
          </p:cNvPr>
          <p:cNvSpPr/>
          <p:nvPr/>
        </p:nvSpPr>
        <p:spPr>
          <a:xfrm>
            <a:off x="5139127" y="1776307"/>
            <a:ext cx="4472454" cy="690734"/>
          </a:xfrm>
          <a:prstGeom prst="rect">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zh-CN" altLang="en-US" b="1" dirty="0">
                <a:solidFill>
                  <a:schemeClr val="tx1"/>
                </a:solidFill>
                <a:latin typeface="Arial Black" panose="020B0A04020102020204" pitchFamily="34" charset="0"/>
              </a:rPr>
              <a:t>封装上层的协议数据单元</a:t>
            </a:r>
            <a:r>
              <a:rPr lang="en-US" altLang="zh-CN" b="1" dirty="0">
                <a:solidFill>
                  <a:schemeClr val="tx1"/>
                </a:solidFill>
                <a:latin typeface="Arial Black" panose="020B0A04020102020204" pitchFamily="34" charset="0"/>
              </a:rPr>
              <a:t>PDU</a:t>
            </a:r>
            <a:endParaRPr lang="zh-CN" altLang="en-US" b="1" dirty="0">
              <a:solidFill>
                <a:schemeClr val="tx1"/>
              </a:solidFill>
              <a:latin typeface="Arial Black" panose="020B0A04020102020204" pitchFamily="34" charset="0"/>
            </a:endParaRPr>
          </a:p>
        </p:txBody>
      </p:sp>
      <p:sp>
        <p:nvSpPr>
          <p:cNvPr id="40" name="文本框 39">
            <a:extLst>
              <a:ext uri="{FF2B5EF4-FFF2-40B4-BE49-F238E27FC236}">
                <a16:creationId xmlns:a16="http://schemas.microsoft.com/office/drawing/2014/main" id="{DBF40900-2646-4F27-9BA0-280C806CD030}"/>
              </a:ext>
            </a:extLst>
          </p:cNvPr>
          <p:cNvSpPr txBox="1"/>
          <p:nvPr/>
        </p:nvSpPr>
        <p:spPr>
          <a:xfrm>
            <a:off x="1487518" y="3244334"/>
            <a:ext cx="7176258" cy="369332"/>
          </a:xfrm>
          <a:prstGeom prst="rect">
            <a:avLst/>
          </a:prstGeom>
          <a:noFill/>
        </p:spPr>
        <p:txBody>
          <a:bodyPr wrap="square" rtlCol="0">
            <a:spAutoFit/>
          </a:bodyPr>
          <a:lstStyle/>
          <a:p>
            <a:r>
              <a:rPr lang="zh-CN" altLang="en-US" b="1" dirty="0">
                <a:solidFill>
                  <a:schemeClr val="accent4"/>
                </a:solidFill>
              </a:rPr>
              <a:t>帧检验序列</a:t>
            </a:r>
            <a:r>
              <a:rPr lang="en-US" altLang="zh-CN" b="1" dirty="0">
                <a:solidFill>
                  <a:schemeClr val="accent4"/>
                </a:solidFill>
              </a:rPr>
              <a:t>FCS</a:t>
            </a:r>
            <a:r>
              <a:rPr lang="zh-CN" altLang="en-US" b="1" dirty="0"/>
              <a:t>字段：其值是使用循环冗余校验</a:t>
            </a:r>
            <a:r>
              <a:rPr lang="en-US" altLang="zh-CN" b="1" dirty="0"/>
              <a:t>CRC</a:t>
            </a:r>
            <a:r>
              <a:rPr lang="zh-CN" altLang="en-US" b="1" dirty="0"/>
              <a:t>计算出的检错码。</a:t>
            </a:r>
          </a:p>
        </p:txBody>
      </p:sp>
      <mc:AlternateContent xmlns:mc="http://schemas.openxmlformats.org/markup-compatibility/2006" xmlns:a14="http://schemas.microsoft.com/office/drawing/2010/main">
        <mc:Choice Requires="a14">
          <p:sp>
            <p:nvSpPr>
              <p:cNvPr id="41" name="文本框 40">
                <a:extLst>
                  <a:ext uri="{FF2B5EF4-FFF2-40B4-BE49-F238E27FC236}">
                    <a16:creationId xmlns:a16="http://schemas.microsoft.com/office/drawing/2014/main" id="{ECD588A9-DDC3-4B71-8304-65F6870D0A21}"/>
                  </a:ext>
                </a:extLst>
              </p:cNvPr>
              <p:cNvSpPr txBox="1"/>
              <p:nvPr/>
            </p:nvSpPr>
            <p:spPr>
              <a:xfrm>
                <a:off x="3695114" y="3680905"/>
                <a:ext cx="6705363" cy="379656"/>
              </a:xfrm>
              <a:prstGeom prst="rect">
                <a:avLst/>
              </a:prstGeom>
              <a:noFill/>
            </p:spPr>
            <p:txBody>
              <a:bodyPr wrap="square" rtlCol="0">
                <a:spAutoFit/>
              </a:bodyPr>
              <a:lstStyle/>
              <a:p>
                <a:r>
                  <a:rPr lang="en-US" altLang="zh-CN" b="1" dirty="0"/>
                  <a:t>CRC</a:t>
                </a:r>
                <a:r>
                  <a:rPr lang="zh-CN" altLang="en-US" b="1" dirty="0"/>
                  <a:t>采用的生成多项式为</a:t>
                </a:r>
                <a14:m>
                  <m:oMath xmlns:m="http://schemas.openxmlformats.org/officeDocument/2006/math">
                    <m:r>
                      <a:rPr lang="en-US" altLang="zh-CN" b="1" i="0" smtClean="0">
                        <a:latin typeface="Cambria Math" panose="02040503050406030204" pitchFamily="18" charset="0"/>
                      </a:rPr>
                      <m:t> </m:t>
                    </m:r>
                    <m:r>
                      <a:rPr lang="en-US" altLang="zh-CN" b="1" i="1" smtClean="0">
                        <a:latin typeface="Cambria Math" panose="02040503050406030204" pitchFamily="18" charset="0"/>
                      </a:rPr>
                      <m:t>𝑪𝑹𝑪</m:t>
                    </m:r>
                    <m:r>
                      <a:rPr lang="en-US" altLang="zh-CN" b="1" i="1" smtClean="0">
                        <a:latin typeface="Cambria Math" panose="02040503050406030204" pitchFamily="18" charset="0"/>
                      </a:rPr>
                      <m:t>−</m:t>
                    </m:r>
                    <m:r>
                      <a:rPr lang="en-US" altLang="zh-CN" b="1" i="1" smtClean="0">
                        <a:latin typeface="Cambria Math" panose="02040503050406030204" pitchFamily="18" charset="0"/>
                      </a:rPr>
                      <m:t>𝑪𝑪𝑰𝑻𝑻</m:t>
                    </m:r>
                    <m:r>
                      <a:rPr lang="en-US" altLang="zh-CN" b="1" i="1" smtClean="0">
                        <a:latin typeface="Cambria Math" panose="02040503050406030204" pitchFamily="18" charset="0"/>
                      </a:rPr>
                      <m:t>=</m:t>
                    </m:r>
                    <m:sSup>
                      <m:sSupPr>
                        <m:ctrlPr>
                          <a:rPr lang="en-US" altLang="zh-CN" b="1" i="1" smtClean="0">
                            <a:latin typeface="Cambria Math" panose="02040503050406030204" pitchFamily="18" charset="0"/>
                          </a:rPr>
                        </m:ctrlPr>
                      </m:sSupPr>
                      <m:e>
                        <m:r>
                          <a:rPr lang="en-US" altLang="zh-CN" b="1" i="1" smtClean="0">
                            <a:latin typeface="Cambria Math" panose="02040503050406030204" pitchFamily="18" charset="0"/>
                          </a:rPr>
                          <m:t>𝑿</m:t>
                        </m:r>
                      </m:e>
                      <m:sup>
                        <m:r>
                          <a:rPr lang="en-US" altLang="zh-CN" b="1" i="1" smtClean="0">
                            <a:latin typeface="Cambria Math" panose="02040503050406030204" pitchFamily="18" charset="0"/>
                          </a:rPr>
                          <m:t>𝟏𝟔</m:t>
                        </m:r>
                      </m:sup>
                    </m:sSup>
                    <m:r>
                      <a:rPr lang="en-US" altLang="zh-CN" b="1" i="1" smtClean="0">
                        <a:latin typeface="Cambria Math" panose="02040503050406030204" pitchFamily="18" charset="0"/>
                      </a:rPr>
                      <m:t>+</m:t>
                    </m:r>
                    <m:sSup>
                      <m:sSupPr>
                        <m:ctrlPr>
                          <a:rPr lang="en-US" altLang="zh-CN" b="1" i="1" smtClean="0">
                            <a:latin typeface="Cambria Math" panose="02040503050406030204" pitchFamily="18" charset="0"/>
                          </a:rPr>
                        </m:ctrlPr>
                      </m:sSupPr>
                      <m:e>
                        <m:r>
                          <a:rPr lang="en-US" altLang="zh-CN" b="1" i="1" smtClean="0">
                            <a:latin typeface="Cambria Math" panose="02040503050406030204" pitchFamily="18" charset="0"/>
                          </a:rPr>
                          <m:t>𝑿</m:t>
                        </m:r>
                      </m:e>
                      <m:sup>
                        <m:r>
                          <a:rPr lang="en-US" altLang="zh-CN" b="1" i="1" smtClean="0">
                            <a:latin typeface="Cambria Math" panose="02040503050406030204" pitchFamily="18" charset="0"/>
                          </a:rPr>
                          <m:t>𝟏𝟐</m:t>
                        </m:r>
                      </m:sup>
                    </m:sSup>
                    <m:r>
                      <a:rPr lang="en-US" altLang="zh-CN" b="1" i="1" smtClean="0">
                        <a:latin typeface="Cambria Math" panose="02040503050406030204" pitchFamily="18" charset="0"/>
                      </a:rPr>
                      <m:t>+</m:t>
                    </m:r>
                    <m:sSup>
                      <m:sSupPr>
                        <m:ctrlPr>
                          <a:rPr lang="en-US" altLang="zh-CN" b="1" i="1" smtClean="0">
                            <a:latin typeface="Cambria Math" panose="02040503050406030204" pitchFamily="18" charset="0"/>
                          </a:rPr>
                        </m:ctrlPr>
                      </m:sSupPr>
                      <m:e>
                        <m:r>
                          <a:rPr lang="en-US" altLang="zh-CN" b="1" i="1" smtClean="0">
                            <a:latin typeface="Cambria Math" panose="02040503050406030204" pitchFamily="18" charset="0"/>
                          </a:rPr>
                          <m:t>𝑿</m:t>
                        </m:r>
                      </m:e>
                      <m:sup>
                        <m:r>
                          <a:rPr lang="en-US" altLang="zh-CN" b="1" i="1" smtClean="0">
                            <a:latin typeface="Cambria Math" panose="02040503050406030204" pitchFamily="18" charset="0"/>
                          </a:rPr>
                          <m:t>𝟓</m:t>
                        </m:r>
                      </m:sup>
                    </m:sSup>
                    <m:r>
                      <a:rPr lang="en-US" altLang="zh-CN" b="1" i="1" smtClean="0">
                        <a:latin typeface="Cambria Math" panose="02040503050406030204" pitchFamily="18" charset="0"/>
                      </a:rPr>
                      <m:t>+</m:t>
                    </m:r>
                    <m:r>
                      <a:rPr lang="en-US" altLang="zh-CN" b="1" i="1" smtClean="0">
                        <a:latin typeface="Cambria Math" panose="02040503050406030204" pitchFamily="18" charset="0"/>
                      </a:rPr>
                      <m:t>𝟏</m:t>
                    </m:r>
                  </m:oMath>
                </a14:m>
                <a:endParaRPr lang="zh-CN" altLang="en-US" b="1" dirty="0"/>
              </a:p>
            </p:txBody>
          </p:sp>
        </mc:Choice>
        <mc:Fallback xmlns="">
          <p:sp>
            <p:nvSpPr>
              <p:cNvPr id="41" name="文本框 40">
                <a:extLst>
                  <a:ext uri="{FF2B5EF4-FFF2-40B4-BE49-F238E27FC236}">
                    <a16:creationId xmlns:a16="http://schemas.microsoft.com/office/drawing/2014/main" id="{ECD588A9-DDC3-4B71-8304-65F6870D0A21}"/>
                  </a:ext>
                </a:extLst>
              </p:cNvPr>
              <p:cNvSpPr txBox="1">
                <a:spLocks noRot="1" noChangeAspect="1" noMove="1" noResize="1" noEditPoints="1" noAdjustHandles="1" noChangeArrowheads="1" noChangeShapeType="1" noTextEdit="1"/>
              </p:cNvSpPr>
              <p:nvPr/>
            </p:nvSpPr>
            <p:spPr>
              <a:xfrm>
                <a:off x="3695114" y="3680905"/>
                <a:ext cx="6705363" cy="379656"/>
              </a:xfrm>
              <a:prstGeom prst="rect">
                <a:avLst/>
              </a:prstGeom>
              <a:blipFill>
                <a:blip r:embed="rId3"/>
                <a:stretch>
                  <a:fillRect l="-727" t="-6452" b="-25806"/>
                </a:stretch>
              </a:blipFill>
            </p:spPr>
            <p:txBody>
              <a:bodyPr/>
              <a:lstStyle/>
              <a:p>
                <a:r>
                  <a:rPr lang="zh-CN" altLang="en-US">
                    <a:noFill/>
                  </a:rPr>
                  <a:t> </a:t>
                </a:r>
              </a:p>
            </p:txBody>
          </p:sp>
        </mc:Fallback>
      </mc:AlternateContent>
    </p:spTree>
    <p:custDataLst>
      <p:tags r:id="rId1"/>
    </p:custDataLst>
    <p:extLst>
      <p:ext uri="{BB962C8B-B14F-4D97-AF65-F5344CB8AC3E}">
        <p14:creationId xmlns:p14="http://schemas.microsoft.com/office/powerpoint/2010/main" val="2367901098"/>
      </p:ext>
    </p:extLst>
  </p:cSld>
  <p:clrMapOvr>
    <a:masterClrMapping/>
  </p:clrMapOvr>
  <mc:AlternateContent xmlns:mc="http://schemas.openxmlformats.org/markup-compatibility/2006" xmlns:p14="http://schemas.microsoft.com/office/powerpoint/2010/main">
    <mc:Choice Requires="p14">
      <p:transition p14:dur="10"/>
    </mc:Choice>
    <mc:Fallback xmlns="">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8" presetClass="emph" presetSubtype="0" fill="hold" grpId="0" nodeType="withEffect">
                                  <p:stCondLst>
                                    <p:cond delay="0"/>
                                  </p:stCondLst>
                                  <p:childTnLst>
                                    <p:animRot by="21600000">
                                      <p:cBhvr>
                                        <p:cTn id="6" dur="1000" fill="hold"/>
                                        <p:tgtEl>
                                          <p:spTgt spid="127"/>
                                        </p:tgtEl>
                                        <p:attrNameLst>
                                          <p:attrName>r</p:attrName>
                                        </p:attrNameLst>
                                      </p:cBhvr>
                                    </p:animRot>
                                  </p:childTnLst>
                                </p:cTn>
                              </p:par>
                              <p:par>
                                <p:cTn id="7" presetID="1" presetClass="entr" presetSubtype="0" fill="hold" grpId="0" nodeType="withEffect">
                                  <p:stCondLst>
                                    <p:cond delay="0"/>
                                  </p:stCondLst>
                                  <p:iterate type="lt">
                                    <p:tmAbs val="100"/>
                                  </p:iterate>
                                  <p:childTnLst>
                                    <p:set>
                                      <p:cBhvr>
                                        <p:cTn id="8" dur="1" fill="hold">
                                          <p:stCondLst>
                                            <p:cond delay="0"/>
                                          </p:stCondLst>
                                        </p:cTn>
                                        <p:tgtEl>
                                          <p:spTgt spid="40"/>
                                        </p:tgtEl>
                                        <p:attrNameLst>
                                          <p:attrName>style.visibility</p:attrName>
                                        </p:attrNameLst>
                                      </p:cBhvr>
                                      <p:to>
                                        <p:strVal val="visible"/>
                                      </p:to>
                                    </p:set>
                                  </p:childTnLst>
                                </p:cTn>
                              </p:par>
                            </p:childTnLst>
                          </p:cTn>
                        </p:par>
                      </p:childTnLst>
                    </p:cTn>
                  </p:par>
                  <p:par>
                    <p:cTn id="9" fill="hold">
                      <p:stCondLst>
                        <p:cond delay="indefinite"/>
                      </p:stCondLst>
                      <p:childTnLst>
                        <p:par>
                          <p:cTn id="10" fill="hold">
                            <p:stCondLst>
                              <p:cond delay="0"/>
                            </p:stCondLst>
                            <p:childTnLst>
                              <p:par>
                                <p:cTn id="11" presetID="12" presetClass="entr" presetSubtype="1" fill="hold" grpId="0" nodeType="clickEffect">
                                  <p:stCondLst>
                                    <p:cond delay="0"/>
                                  </p:stCondLst>
                                  <p:childTnLst>
                                    <p:set>
                                      <p:cBhvr>
                                        <p:cTn id="12" dur="1" fill="hold">
                                          <p:stCondLst>
                                            <p:cond delay="0"/>
                                          </p:stCondLst>
                                        </p:cTn>
                                        <p:tgtEl>
                                          <p:spTgt spid="41"/>
                                        </p:tgtEl>
                                        <p:attrNameLst>
                                          <p:attrName>style.visibility</p:attrName>
                                        </p:attrNameLst>
                                      </p:cBhvr>
                                      <p:to>
                                        <p:strVal val="visible"/>
                                      </p:to>
                                    </p:set>
                                    <p:anim calcmode="lin" valueType="num">
                                      <p:cBhvr additive="base">
                                        <p:cTn id="13" dur="500"/>
                                        <p:tgtEl>
                                          <p:spTgt spid="41"/>
                                        </p:tgtEl>
                                        <p:attrNameLst>
                                          <p:attrName>ppt_y</p:attrName>
                                        </p:attrNameLst>
                                      </p:cBhvr>
                                      <p:tavLst>
                                        <p:tav tm="0">
                                          <p:val>
                                            <p:strVal val="#ppt_y-#ppt_h*1.125000"/>
                                          </p:val>
                                        </p:tav>
                                        <p:tav tm="100000">
                                          <p:val>
                                            <p:strVal val="#ppt_y"/>
                                          </p:val>
                                        </p:tav>
                                      </p:tavLst>
                                    </p:anim>
                                    <p:animEffect transition="in" filter="wipe(down)">
                                      <p:cBhvr>
                                        <p:cTn id="14" dur="500"/>
                                        <p:tgtEl>
                                          <p:spTgt spid="41"/>
                                        </p:tgtEl>
                                      </p:cBhvr>
                                    </p:animEffect>
                                  </p:childTnLst>
                                </p:cTn>
                              </p:par>
                            </p:childTnLst>
                          </p:cTn>
                        </p:par>
                      </p:childTnLst>
                    </p:cTn>
                  </p:par>
                  <p:par>
                    <p:cTn id="15" fill="hold">
                      <p:stCondLst>
                        <p:cond delay="indefinite"/>
                      </p:stCondLst>
                      <p:childTnLst>
                        <p:par>
                          <p:cTn id="16" fill="hold">
                            <p:stCondLst>
                              <p:cond delay="0"/>
                            </p:stCondLst>
                            <p:childTnLst>
                              <p:par>
                                <p:cTn id="17" presetID="12" presetClass="entr" presetSubtype="4" fill="hold" nodeType="clickEffect">
                                  <p:stCondLst>
                                    <p:cond delay="0"/>
                                  </p:stCondLst>
                                  <p:childTnLst>
                                    <p:set>
                                      <p:cBhvr>
                                        <p:cTn id="18" dur="1" fill="hold">
                                          <p:stCondLst>
                                            <p:cond delay="0"/>
                                          </p:stCondLst>
                                        </p:cTn>
                                        <p:tgtEl>
                                          <p:spTgt spid="7"/>
                                        </p:tgtEl>
                                        <p:attrNameLst>
                                          <p:attrName>style.visibility</p:attrName>
                                        </p:attrNameLst>
                                      </p:cBhvr>
                                      <p:to>
                                        <p:strVal val="visible"/>
                                      </p:to>
                                    </p:set>
                                    <p:anim calcmode="lin" valueType="num">
                                      <p:cBhvr additive="base">
                                        <p:cTn id="19" dur="500"/>
                                        <p:tgtEl>
                                          <p:spTgt spid="7"/>
                                        </p:tgtEl>
                                        <p:attrNameLst>
                                          <p:attrName>ppt_y</p:attrName>
                                        </p:attrNameLst>
                                      </p:cBhvr>
                                      <p:tavLst>
                                        <p:tav tm="0">
                                          <p:val>
                                            <p:strVal val="#ppt_y+#ppt_h*1.125000"/>
                                          </p:val>
                                        </p:tav>
                                        <p:tav tm="100000">
                                          <p:val>
                                            <p:strVal val="#ppt_y"/>
                                          </p:val>
                                        </p:tav>
                                      </p:tavLst>
                                    </p:anim>
                                    <p:animEffect transition="in" filter="wipe(up)">
                                      <p:cBhvr>
                                        <p:cTn id="20" dur="500"/>
                                        <p:tgtEl>
                                          <p:spTgt spid="7"/>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27" grpId="0" animBg="1"/>
      <p:bldP spid="40" grpId="0"/>
      <p:bldP spid="41" grpId="0"/>
    </p:bldLst>
  </p:timing>
</p:sld>
</file>

<file path=ppt/slides/slide23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4" name="组合 3">
            <a:extLst>
              <a:ext uri="{FF2B5EF4-FFF2-40B4-BE49-F238E27FC236}">
                <a16:creationId xmlns:a16="http://schemas.microsoft.com/office/drawing/2014/main" id="{9A1EA9F2-FCB6-48C3-935F-7AE7E3AD14AC}"/>
              </a:ext>
            </a:extLst>
          </p:cNvPr>
          <p:cNvGrpSpPr/>
          <p:nvPr/>
        </p:nvGrpSpPr>
        <p:grpSpPr>
          <a:xfrm>
            <a:off x="304800" y="749300"/>
            <a:ext cx="6192344" cy="400110"/>
            <a:chOff x="424117" y="898245"/>
            <a:chExt cx="6192344" cy="400110"/>
          </a:xfrm>
        </p:grpSpPr>
        <p:sp>
          <p:nvSpPr>
            <p:cNvPr id="2" name="平行四边形 1">
              <a:extLst>
                <a:ext uri="{FF2B5EF4-FFF2-40B4-BE49-F238E27FC236}">
                  <a16:creationId xmlns:a16="http://schemas.microsoft.com/office/drawing/2014/main" id="{1F5BAA3F-9845-4F89-A2DD-8222D3E4EDAC}"/>
                </a:ext>
              </a:extLst>
            </p:cNvPr>
            <p:cNvSpPr/>
            <p:nvPr/>
          </p:nvSpPr>
          <p:spPr>
            <a:xfrm>
              <a:off x="424117" y="898245"/>
              <a:ext cx="737650" cy="387090"/>
            </a:xfrm>
            <a:prstGeom prst="parallelogram">
              <a:avLst/>
            </a:prstGeom>
            <a:solidFill>
              <a:schemeClr val="accent3">
                <a:lumMod val="75000"/>
              </a:schemeClr>
            </a:solidFill>
            <a:ln>
              <a:solidFill>
                <a:schemeClr val="accent3">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CN" sz="2200" dirty="0">
                  <a:latin typeface="Impact" panose="020B0806030902050204" pitchFamily="34" charset="0"/>
                </a:rPr>
                <a:t>04</a:t>
              </a:r>
              <a:endParaRPr lang="zh-CN" altLang="en-US" sz="2200" dirty="0">
                <a:latin typeface="Impact" panose="020B0806030902050204" pitchFamily="34" charset="0"/>
              </a:endParaRPr>
            </a:p>
          </p:txBody>
        </p:sp>
        <p:sp>
          <p:nvSpPr>
            <p:cNvPr id="3" name="文本框 2">
              <a:extLst>
                <a:ext uri="{FF2B5EF4-FFF2-40B4-BE49-F238E27FC236}">
                  <a16:creationId xmlns:a16="http://schemas.microsoft.com/office/drawing/2014/main" id="{4D6BD736-A4D3-4F26-AFED-36E11F50F70B}"/>
                </a:ext>
              </a:extLst>
            </p:cNvPr>
            <p:cNvSpPr txBox="1"/>
            <p:nvPr/>
          </p:nvSpPr>
          <p:spPr>
            <a:xfrm>
              <a:off x="1161767" y="898245"/>
              <a:ext cx="5454694" cy="400110"/>
            </a:xfrm>
            <a:prstGeom prst="rect">
              <a:avLst/>
            </a:prstGeom>
            <a:noFill/>
          </p:spPr>
          <p:txBody>
            <a:bodyPr wrap="square" rtlCol="0">
              <a:spAutoFit/>
            </a:bodyPr>
            <a:lstStyle/>
            <a:p>
              <a:r>
                <a:rPr lang="en-US" altLang="zh-CN" sz="2000" b="1" dirty="0"/>
                <a:t>PPP</a:t>
              </a:r>
              <a:r>
                <a:rPr lang="zh-CN" altLang="en-US" sz="2000" b="1" dirty="0"/>
                <a:t>帧的差错检测</a:t>
              </a:r>
            </a:p>
          </p:txBody>
        </p:sp>
      </p:grpSp>
      <p:grpSp>
        <p:nvGrpSpPr>
          <p:cNvPr id="8" name="组合 7">
            <a:extLst>
              <a:ext uri="{FF2B5EF4-FFF2-40B4-BE49-F238E27FC236}">
                <a16:creationId xmlns:a16="http://schemas.microsoft.com/office/drawing/2014/main" id="{D7C7742F-A576-4258-A31C-BE01CB8E9F4F}"/>
              </a:ext>
            </a:extLst>
          </p:cNvPr>
          <p:cNvGrpSpPr/>
          <p:nvPr/>
        </p:nvGrpSpPr>
        <p:grpSpPr>
          <a:xfrm>
            <a:off x="837652" y="1136390"/>
            <a:ext cx="7727448" cy="5258722"/>
            <a:chOff x="837652" y="1136390"/>
            <a:chExt cx="7727448" cy="5258722"/>
          </a:xfrm>
        </p:grpSpPr>
        <p:pic>
          <p:nvPicPr>
            <p:cNvPr id="6" name="图片 5" descr="图形用户界面, 文本, 应用程序&#10;&#10;描述已自动生成">
              <a:extLst>
                <a:ext uri="{FF2B5EF4-FFF2-40B4-BE49-F238E27FC236}">
                  <a16:creationId xmlns:a16="http://schemas.microsoft.com/office/drawing/2014/main" id="{2D47AC7D-2940-488B-9279-89B66781119C}"/>
                </a:ext>
              </a:extLst>
            </p:cNvPr>
            <p:cNvPicPr>
              <a:picLocks noChangeAspect="1"/>
            </p:cNvPicPr>
            <p:nvPr/>
          </p:nvPicPr>
          <p:blipFill>
            <a:blip r:embed="rId3">
              <a:extLst>
                <a:ext uri="{28A0092B-C50C-407E-A947-70E740481C1C}">
                  <a14:useLocalDpi xmlns:a14="http://schemas.microsoft.com/office/drawing/2010/main" val="0"/>
                </a:ext>
              </a:extLst>
            </a:blip>
            <a:stretch>
              <a:fillRect/>
            </a:stretch>
          </p:blipFill>
          <p:spPr>
            <a:xfrm>
              <a:off x="1138066" y="1549656"/>
              <a:ext cx="4493059" cy="4845456"/>
            </a:xfrm>
            <a:prstGeom prst="rect">
              <a:avLst/>
            </a:prstGeom>
          </p:spPr>
        </p:pic>
        <p:sp>
          <p:nvSpPr>
            <p:cNvPr id="42" name="文本框 41">
              <a:extLst>
                <a:ext uri="{FF2B5EF4-FFF2-40B4-BE49-F238E27FC236}">
                  <a16:creationId xmlns:a16="http://schemas.microsoft.com/office/drawing/2014/main" id="{5DD9DAC8-94E4-43D8-9BBE-D7EF02DCA4E7}"/>
                </a:ext>
              </a:extLst>
            </p:cNvPr>
            <p:cNvSpPr txBox="1"/>
            <p:nvPr/>
          </p:nvSpPr>
          <p:spPr>
            <a:xfrm>
              <a:off x="837652" y="1136390"/>
              <a:ext cx="7727448" cy="379656"/>
            </a:xfrm>
            <a:prstGeom prst="rect">
              <a:avLst/>
            </a:prstGeom>
            <a:noFill/>
          </p:spPr>
          <p:txBody>
            <a:bodyPr wrap="square" rtlCol="0">
              <a:spAutoFit/>
            </a:bodyPr>
            <a:lstStyle/>
            <a:p>
              <a:pPr algn="ctr"/>
              <a:r>
                <a:rPr lang="en-US" altLang="zh-CN" b="1" dirty="0"/>
                <a:t>[RFC1662]</a:t>
              </a:r>
              <a:r>
                <a:rPr lang="zh-CN" altLang="en-US" b="1" dirty="0"/>
                <a:t>文档的附录部分给出了</a:t>
              </a:r>
              <a:r>
                <a:rPr lang="en-US" altLang="zh-CN" b="1" dirty="0"/>
                <a:t>FCS</a:t>
              </a:r>
              <a:r>
                <a:rPr lang="zh-CN" altLang="en-US" b="1" dirty="0"/>
                <a:t>的计算方法的</a:t>
              </a:r>
              <a:r>
                <a:rPr lang="en-US" altLang="zh-CN" b="1" dirty="0"/>
                <a:t>C</a:t>
              </a:r>
              <a:r>
                <a:rPr lang="zh-CN" altLang="en-US" b="1" dirty="0"/>
                <a:t>语言实现（查表法）</a:t>
              </a:r>
            </a:p>
          </p:txBody>
        </p:sp>
      </p:grpSp>
      <p:sp>
        <p:nvSpPr>
          <p:cNvPr id="7" name="矩形 6">
            <a:extLst>
              <a:ext uri="{FF2B5EF4-FFF2-40B4-BE49-F238E27FC236}">
                <a16:creationId xmlns:a16="http://schemas.microsoft.com/office/drawing/2014/main" id="{AE73D7C3-95F4-4135-9C67-B00C1465147B}"/>
              </a:ext>
            </a:extLst>
          </p:cNvPr>
          <p:cNvSpPr/>
          <p:nvPr/>
        </p:nvSpPr>
        <p:spPr>
          <a:xfrm>
            <a:off x="6319527" y="2252530"/>
            <a:ext cx="5321800" cy="2683136"/>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nSpc>
                <a:spcPct val="150000"/>
              </a:lnSpc>
            </a:pPr>
            <a:r>
              <a:rPr lang="zh-CN" altLang="en-US" b="1" dirty="0">
                <a:latin typeface="+mn-ea"/>
              </a:rPr>
              <a:t>         接收方每收到一个</a:t>
            </a:r>
            <a:r>
              <a:rPr lang="en-US" altLang="zh-CN" b="1" dirty="0">
                <a:latin typeface="+mn-ea"/>
              </a:rPr>
              <a:t>PPP</a:t>
            </a:r>
            <a:r>
              <a:rPr lang="zh-CN" altLang="en-US" b="1" dirty="0">
                <a:latin typeface="+mn-ea"/>
              </a:rPr>
              <a:t>帧，就进行</a:t>
            </a:r>
            <a:r>
              <a:rPr lang="en-US" altLang="zh-CN" b="1" dirty="0">
                <a:latin typeface="+mn-ea"/>
              </a:rPr>
              <a:t>CRC</a:t>
            </a:r>
            <a:r>
              <a:rPr lang="zh-CN" altLang="en-US" b="1" dirty="0">
                <a:latin typeface="+mn-ea"/>
              </a:rPr>
              <a:t>检验。若</a:t>
            </a:r>
            <a:r>
              <a:rPr lang="en-US" altLang="zh-CN" b="1" dirty="0">
                <a:latin typeface="+mn-ea"/>
              </a:rPr>
              <a:t>CRC</a:t>
            </a:r>
            <a:r>
              <a:rPr lang="zh-CN" altLang="en-US" b="1" dirty="0">
                <a:latin typeface="+mn-ea"/>
              </a:rPr>
              <a:t>检验正确，就收下这个帧；否则，就丢弃这个帧。</a:t>
            </a:r>
            <a:endParaRPr lang="en-US" altLang="zh-CN" b="1" dirty="0">
              <a:latin typeface="+mn-ea"/>
            </a:endParaRPr>
          </a:p>
          <a:p>
            <a:pPr>
              <a:lnSpc>
                <a:spcPct val="150000"/>
              </a:lnSpc>
            </a:pPr>
            <a:r>
              <a:rPr lang="zh-CN" altLang="en-US" b="1" dirty="0">
                <a:latin typeface="+mn-ea"/>
              </a:rPr>
              <a:t>        使用</a:t>
            </a:r>
            <a:r>
              <a:rPr lang="en-US" altLang="zh-CN" b="1" dirty="0">
                <a:latin typeface="+mn-ea"/>
              </a:rPr>
              <a:t>PPP</a:t>
            </a:r>
            <a:r>
              <a:rPr lang="zh-CN" altLang="en-US" b="1" dirty="0">
                <a:latin typeface="+mn-ea"/>
              </a:rPr>
              <a:t>的数据链路层，</a:t>
            </a:r>
            <a:r>
              <a:rPr lang="zh-CN" altLang="en-US" b="1" dirty="0">
                <a:solidFill>
                  <a:schemeClr val="tx1"/>
                </a:solidFill>
                <a:highlight>
                  <a:srgbClr val="F4B919"/>
                </a:highlight>
                <a:latin typeface="+mn-ea"/>
              </a:rPr>
              <a:t>向上提供的是不可靠数据传输服务</a:t>
            </a:r>
            <a:r>
              <a:rPr lang="zh-CN" altLang="en-US" b="1" dirty="0">
                <a:latin typeface="+mn-ea"/>
              </a:rPr>
              <a:t>。</a:t>
            </a:r>
          </a:p>
        </p:txBody>
      </p:sp>
    </p:spTree>
    <p:custDataLst>
      <p:tags r:id="rId1"/>
    </p:custDataLst>
    <p:extLst>
      <p:ext uri="{BB962C8B-B14F-4D97-AF65-F5344CB8AC3E}">
        <p14:creationId xmlns:p14="http://schemas.microsoft.com/office/powerpoint/2010/main" val="2197649586"/>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42" presetClass="entr" presetSubtype="0" fill="hold" nodeType="withEffect">
                                  <p:stCondLst>
                                    <p:cond delay="0"/>
                                  </p:stCondLst>
                                  <p:childTnLst>
                                    <p:set>
                                      <p:cBhvr>
                                        <p:cTn id="6" dur="1" fill="hold">
                                          <p:stCondLst>
                                            <p:cond delay="0"/>
                                          </p:stCondLst>
                                        </p:cTn>
                                        <p:tgtEl>
                                          <p:spTgt spid="8"/>
                                        </p:tgtEl>
                                        <p:attrNameLst>
                                          <p:attrName>style.visibility</p:attrName>
                                        </p:attrNameLst>
                                      </p:cBhvr>
                                      <p:to>
                                        <p:strVal val="visible"/>
                                      </p:to>
                                    </p:set>
                                    <p:animEffect transition="in" filter="fade">
                                      <p:cBhvr>
                                        <p:cTn id="7" dur="1000"/>
                                        <p:tgtEl>
                                          <p:spTgt spid="8"/>
                                        </p:tgtEl>
                                      </p:cBhvr>
                                    </p:animEffect>
                                    <p:anim calcmode="lin" valueType="num">
                                      <p:cBhvr>
                                        <p:cTn id="8" dur="1000" fill="hold"/>
                                        <p:tgtEl>
                                          <p:spTgt spid="8"/>
                                        </p:tgtEl>
                                        <p:attrNameLst>
                                          <p:attrName>ppt_x</p:attrName>
                                        </p:attrNameLst>
                                      </p:cBhvr>
                                      <p:tavLst>
                                        <p:tav tm="0">
                                          <p:val>
                                            <p:strVal val="#ppt_x"/>
                                          </p:val>
                                        </p:tav>
                                        <p:tav tm="100000">
                                          <p:val>
                                            <p:strVal val="#ppt_x"/>
                                          </p:val>
                                        </p:tav>
                                      </p:tavLst>
                                    </p:anim>
                                    <p:anim calcmode="lin" valueType="num">
                                      <p:cBhvr>
                                        <p:cTn id="9" dur="1000" fill="hold"/>
                                        <p:tgtEl>
                                          <p:spTgt spid="8"/>
                                        </p:tgtEl>
                                        <p:attrNameLst>
                                          <p:attrName>ppt_y</p:attrName>
                                        </p:attrNameLst>
                                      </p:cBhvr>
                                      <p:tavLst>
                                        <p:tav tm="0">
                                          <p:val>
                                            <p:strVal val="#ppt_y+.1"/>
                                          </p:val>
                                        </p:tav>
                                        <p:tav tm="100000">
                                          <p:val>
                                            <p:strVal val="#ppt_y"/>
                                          </p:val>
                                        </p:tav>
                                      </p:tavLst>
                                    </p:anim>
                                  </p:childTnLst>
                                </p:cTn>
                              </p:par>
                            </p:childTnLst>
                          </p:cTn>
                        </p:par>
                      </p:childTnLst>
                    </p:cTn>
                  </p:par>
                  <p:par>
                    <p:cTn id="10" fill="hold">
                      <p:stCondLst>
                        <p:cond delay="indefinite"/>
                      </p:stCondLst>
                      <p:childTnLst>
                        <p:par>
                          <p:cTn id="11" fill="hold">
                            <p:stCondLst>
                              <p:cond delay="0"/>
                            </p:stCondLst>
                            <p:childTnLst>
                              <p:par>
                                <p:cTn id="12" presetID="30" presetClass="entr" presetSubtype="0" fill="hold" grpId="0" nodeType="clickEffect">
                                  <p:stCondLst>
                                    <p:cond delay="0"/>
                                  </p:stCondLst>
                                  <p:childTnLst>
                                    <p:set>
                                      <p:cBhvr>
                                        <p:cTn id="13" dur="1" fill="hold">
                                          <p:stCondLst>
                                            <p:cond delay="0"/>
                                          </p:stCondLst>
                                        </p:cTn>
                                        <p:tgtEl>
                                          <p:spTgt spid="7"/>
                                        </p:tgtEl>
                                        <p:attrNameLst>
                                          <p:attrName>style.visibility</p:attrName>
                                        </p:attrNameLst>
                                      </p:cBhvr>
                                      <p:to>
                                        <p:strVal val="visible"/>
                                      </p:to>
                                    </p:set>
                                    <p:animEffect transition="in" filter="fade">
                                      <p:cBhvr>
                                        <p:cTn id="14" dur="800" decel="100000"/>
                                        <p:tgtEl>
                                          <p:spTgt spid="7"/>
                                        </p:tgtEl>
                                      </p:cBhvr>
                                    </p:animEffect>
                                    <p:anim calcmode="lin" valueType="num">
                                      <p:cBhvr>
                                        <p:cTn id="15" dur="800" decel="100000" fill="hold"/>
                                        <p:tgtEl>
                                          <p:spTgt spid="7"/>
                                        </p:tgtEl>
                                        <p:attrNameLst>
                                          <p:attrName>style.rotation</p:attrName>
                                        </p:attrNameLst>
                                      </p:cBhvr>
                                      <p:tavLst>
                                        <p:tav tm="0">
                                          <p:val>
                                            <p:fltVal val="-90"/>
                                          </p:val>
                                        </p:tav>
                                        <p:tav tm="100000">
                                          <p:val>
                                            <p:fltVal val="0"/>
                                          </p:val>
                                        </p:tav>
                                      </p:tavLst>
                                    </p:anim>
                                    <p:anim calcmode="lin" valueType="num">
                                      <p:cBhvr>
                                        <p:cTn id="16" dur="800" decel="100000" fill="hold"/>
                                        <p:tgtEl>
                                          <p:spTgt spid="7"/>
                                        </p:tgtEl>
                                        <p:attrNameLst>
                                          <p:attrName>ppt_x</p:attrName>
                                        </p:attrNameLst>
                                      </p:cBhvr>
                                      <p:tavLst>
                                        <p:tav tm="0">
                                          <p:val>
                                            <p:strVal val="#ppt_x+0.4"/>
                                          </p:val>
                                        </p:tav>
                                        <p:tav tm="100000">
                                          <p:val>
                                            <p:strVal val="#ppt_x-0.05"/>
                                          </p:val>
                                        </p:tav>
                                      </p:tavLst>
                                    </p:anim>
                                    <p:anim calcmode="lin" valueType="num">
                                      <p:cBhvr>
                                        <p:cTn id="17" dur="800" decel="100000" fill="hold"/>
                                        <p:tgtEl>
                                          <p:spTgt spid="7"/>
                                        </p:tgtEl>
                                        <p:attrNameLst>
                                          <p:attrName>ppt_y</p:attrName>
                                        </p:attrNameLst>
                                      </p:cBhvr>
                                      <p:tavLst>
                                        <p:tav tm="0">
                                          <p:val>
                                            <p:strVal val="#ppt_y-0.4"/>
                                          </p:val>
                                        </p:tav>
                                        <p:tav tm="100000">
                                          <p:val>
                                            <p:strVal val="#ppt_y+0.1"/>
                                          </p:val>
                                        </p:tav>
                                      </p:tavLst>
                                    </p:anim>
                                    <p:anim calcmode="lin" valueType="num">
                                      <p:cBhvr>
                                        <p:cTn id="18" dur="200" accel="100000" fill="hold">
                                          <p:stCondLst>
                                            <p:cond delay="800"/>
                                          </p:stCondLst>
                                        </p:cTn>
                                        <p:tgtEl>
                                          <p:spTgt spid="7"/>
                                        </p:tgtEl>
                                        <p:attrNameLst>
                                          <p:attrName>ppt_x</p:attrName>
                                        </p:attrNameLst>
                                      </p:cBhvr>
                                      <p:tavLst>
                                        <p:tav tm="0">
                                          <p:val>
                                            <p:strVal val="#ppt_x-0.05"/>
                                          </p:val>
                                        </p:tav>
                                        <p:tav tm="100000">
                                          <p:val>
                                            <p:strVal val="#ppt_x"/>
                                          </p:val>
                                        </p:tav>
                                      </p:tavLst>
                                    </p:anim>
                                    <p:anim calcmode="lin" valueType="num">
                                      <p:cBhvr>
                                        <p:cTn id="19" dur="200" accel="100000" fill="hold">
                                          <p:stCondLst>
                                            <p:cond delay="800"/>
                                          </p:stCondLst>
                                        </p:cTn>
                                        <p:tgtEl>
                                          <p:spTgt spid="7"/>
                                        </p:tgtEl>
                                        <p:attrNameLst>
                                          <p:attrName>ppt_y</p:attrName>
                                        </p:attrNameLst>
                                      </p:cBhvr>
                                      <p:tavLst>
                                        <p:tav tm="0">
                                          <p:val>
                                            <p:strVal val="#ppt_y+0.1"/>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7" grpId="0" animBg="1"/>
    </p:bldLst>
  </p:timing>
</p:sld>
</file>

<file path=ppt/slides/slide24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4" name="组合 3">
            <a:extLst>
              <a:ext uri="{FF2B5EF4-FFF2-40B4-BE49-F238E27FC236}">
                <a16:creationId xmlns:a16="http://schemas.microsoft.com/office/drawing/2014/main" id="{9A1EA9F2-FCB6-48C3-935F-7AE7E3AD14AC}"/>
              </a:ext>
            </a:extLst>
          </p:cNvPr>
          <p:cNvGrpSpPr/>
          <p:nvPr/>
        </p:nvGrpSpPr>
        <p:grpSpPr>
          <a:xfrm>
            <a:off x="304800" y="749300"/>
            <a:ext cx="6192344" cy="400110"/>
            <a:chOff x="424117" y="898245"/>
            <a:chExt cx="6192344" cy="400110"/>
          </a:xfrm>
        </p:grpSpPr>
        <p:sp>
          <p:nvSpPr>
            <p:cNvPr id="2" name="平行四边形 1">
              <a:extLst>
                <a:ext uri="{FF2B5EF4-FFF2-40B4-BE49-F238E27FC236}">
                  <a16:creationId xmlns:a16="http://schemas.microsoft.com/office/drawing/2014/main" id="{1F5BAA3F-9845-4F89-A2DD-8222D3E4EDAC}"/>
                </a:ext>
              </a:extLst>
            </p:cNvPr>
            <p:cNvSpPr/>
            <p:nvPr/>
          </p:nvSpPr>
          <p:spPr>
            <a:xfrm>
              <a:off x="424117" y="898245"/>
              <a:ext cx="737650" cy="387090"/>
            </a:xfrm>
            <a:prstGeom prst="parallelogram">
              <a:avLst/>
            </a:prstGeom>
            <a:solidFill>
              <a:schemeClr val="accent3">
                <a:lumMod val="75000"/>
              </a:schemeClr>
            </a:solidFill>
            <a:ln>
              <a:solidFill>
                <a:schemeClr val="accent3">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CN" sz="2200" dirty="0">
                  <a:latin typeface="Impact" panose="020B0806030902050204" pitchFamily="34" charset="0"/>
                </a:rPr>
                <a:t>05</a:t>
              </a:r>
              <a:endParaRPr lang="zh-CN" altLang="en-US" sz="2200" dirty="0">
                <a:latin typeface="Impact" panose="020B0806030902050204" pitchFamily="34" charset="0"/>
              </a:endParaRPr>
            </a:p>
          </p:txBody>
        </p:sp>
        <p:sp>
          <p:nvSpPr>
            <p:cNvPr id="3" name="文本框 2">
              <a:extLst>
                <a:ext uri="{FF2B5EF4-FFF2-40B4-BE49-F238E27FC236}">
                  <a16:creationId xmlns:a16="http://schemas.microsoft.com/office/drawing/2014/main" id="{4D6BD736-A4D3-4F26-AFED-36E11F50F70B}"/>
                </a:ext>
              </a:extLst>
            </p:cNvPr>
            <p:cNvSpPr txBox="1"/>
            <p:nvPr/>
          </p:nvSpPr>
          <p:spPr>
            <a:xfrm>
              <a:off x="1161767" y="898245"/>
              <a:ext cx="5454694" cy="400110"/>
            </a:xfrm>
            <a:prstGeom prst="rect">
              <a:avLst/>
            </a:prstGeom>
            <a:noFill/>
          </p:spPr>
          <p:txBody>
            <a:bodyPr wrap="square" rtlCol="0">
              <a:spAutoFit/>
            </a:bodyPr>
            <a:lstStyle/>
            <a:p>
              <a:r>
                <a:rPr lang="en-US" altLang="zh-CN" sz="2000" b="1" dirty="0"/>
                <a:t>PPP</a:t>
              </a:r>
              <a:r>
                <a:rPr lang="zh-CN" altLang="en-US" sz="2000" b="1" dirty="0"/>
                <a:t>的工作状态</a:t>
              </a:r>
            </a:p>
          </p:txBody>
        </p:sp>
      </p:grpSp>
      <p:sp>
        <p:nvSpPr>
          <p:cNvPr id="5" name="文本框 4">
            <a:extLst>
              <a:ext uri="{FF2B5EF4-FFF2-40B4-BE49-F238E27FC236}">
                <a16:creationId xmlns:a16="http://schemas.microsoft.com/office/drawing/2014/main" id="{403883E4-E26D-4541-81DA-7066B311E318}"/>
              </a:ext>
            </a:extLst>
          </p:cNvPr>
          <p:cNvSpPr txBox="1"/>
          <p:nvPr/>
        </p:nvSpPr>
        <p:spPr>
          <a:xfrm>
            <a:off x="3352157" y="749300"/>
            <a:ext cx="7019062" cy="369332"/>
          </a:xfrm>
          <a:prstGeom prst="rect">
            <a:avLst/>
          </a:prstGeom>
          <a:solidFill>
            <a:schemeClr val="bg1"/>
          </a:solidFill>
        </p:spPr>
        <p:txBody>
          <a:bodyPr wrap="square" rtlCol="0">
            <a:spAutoFit/>
          </a:bodyPr>
          <a:lstStyle/>
          <a:p>
            <a:r>
              <a:rPr lang="zh-CN" altLang="en-US" b="1" dirty="0">
                <a:solidFill>
                  <a:schemeClr val="accent3">
                    <a:lumMod val="75000"/>
                  </a:schemeClr>
                </a:solidFill>
              </a:rPr>
              <a:t>以用户主机拨号接入因特网服务提供者</a:t>
            </a:r>
            <a:r>
              <a:rPr lang="en-US" altLang="zh-CN" b="1" dirty="0">
                <a:solidFill>
                  <a:schemeClr val="accent3">
                    <a:lumMod val="75000"/>
                  </a:schemeClr>
                </a:solidFill>
              </a:rPr>
              <a:t>ISP</a:t>
            </a:r>
            <a:r>
              <a:rPr lang="zh-CN" altLang="en-US" b="1" dirty="0">
                <a:solidFill>
                  <a:schemeClr val="accent3">
                    <a:lumMod val="75000"/>
                  </a:schemeClr>
                </a:solidFill>
              </a:rPr>
              <a:t>的拨号服务器的过程为例</a:t>
            </a:r>
          </a:p>
        </p:txBody>
      </p:sp>
      <p:grpSp>
        <p:nvGrpSpPr>
          <p:cNvPr id="21" name="组合 20">
            <a:extLst>
              <a:ext uri="{FF2B5EF4-FFF2-40B4-BE49-F238E27FC236}">
                <a16:creationId xmlns:a16="http://schemas.microsoft.com/office/drawing/2014/main" id="{93C0C8E3-9C14-4BF1-9DA8-65C8C0E809C1}"/>
              </a:ext>
            </a:extLst>
          </p:cNvPr>
          <p:cNvGrpSpPr/>
          <p:nvPr/>
        </p:nvGrpSpPr>
        <p:grpSpPr>
          <a:xfrm>
            <a:off x="1504812" y="2250526"/>
            <a:ext cx="953871" cy="874930"/>
            <a:chOff x="1504812" y="2107412"/>
            <a:chExt cx="953871" cy="874930"/>
          </a:xfrm>
        </p:grpSpPr>
        <p:sp>
          <p:nvSpPr>
            <p:cNvPr id="6" name="椭圆 5">
              <a:extLst>
                <a:ext uri="{FF2B5EF4-FFF2-40B4-BE49-F238E27FC236}">
                  <a16:creationId xmlns:a16="http://schemas.microsoft.com/office/drawing/2014/main" id="{32B36820-E6F2-4D95-85A5-4098D94F8380}"/>
                </a:ext>
              </a:extLst>
            </p:cNvPr>
            <p:cNvSpPr/>
            <p:nvPr/>
          </p:nvSpPr>
          <p:spPr>
            <a:xfrm>
              <a:off x="1544283" y="2107412"/>
              <a:ext cx="874930" cy="874930"/>
            </a:xfrm>
            <a:prstGeom prst="ellipse">
              <a:avLst/>
            </a:prstGeom>
            <a:solidFill>
              <a:schemeClr val="tx1">
                <a:lumMod val="50000"/>
                <a:lumOff val="50000"/>
              </a:schemeClr>
            </a:solidFill>
            <a:ln>
              <a:solidFill>
                <a:schemeClr val="tx1"/>
              </a:solidFill>
            </a:ln>
          </p:spPr>
          <p:style>
            <a:lnRef idx="2">
              <a:schemeClr val="dk1">
                <a:shade val="50000"/>
              </a:schemeClr>
            </a:lnRef>
            <a:fillRef idx="1">
              <a:schemeClr val="dk1"/>
            </a:fillRef>
            <a:effectRef idx="0">
              <a:schemeClr val="dk1"/>
            </a:effectRef>
            <a:fontRef idx="minor">
              <a:schemeClr val="lt1"/>
            </a:fontRef>
          </p:style>
          <p:txBody>
            <a:bodyPr rtlCol="0" anchor="ctr"/>
            <a:lstStyle/>
            <a:p>
              <a:pPr algn="ctr"/>
              <a:endParaRPr lang="zh-CN" altLang="en-US" dirty="0"/>
            </a:p>
          </p:txBody>
        </p:sp>
        <p:sp>
          <p:nvSpPr>
            <p:cNvPr id="7" name="文本框 6">
              <a:extLst>
                <a:ext uri="{FF2B5EF4-FFF2-40B4-BE49-F238E27FC236}">
                  <a16:creationId xmlns:a16="http://schemas.microsoft.com/office/drawing/2014/main" id="{A410D8C5-198E-4B7B-851E-5AB5F6782475}"/>
                </a:ext>
              </a:extLst>
            </p:cNvPr>
            <p:cNvSpPr txBox="1"/>
            <p:nvPr/>
          </p:nvSpPr>
          <p:spPr>
            <a:xfrm>
              <a:off x="1504812" y="2314044"/>
              <a:ext cx="953871" cy="461665"/>
            </a:xfrm>
            <a:prstGeom prst="rect">
              <a:avLst/>
            </a:prstGeom>
            <a:noFill/>
          </p:spPr>
          <p:txBody>
            <a:bodyPr wrap="square" rtlCol="0">
              <a:spAutoFit/>
            </a:bodyPr>
            <a:lstStyle/>
            <a:p>
              <a:pPr algn="ctr"/>
              <a:r>
                <a:rPr lang="zh-CN" altLang="en-US" sz="2400" b="1" dirty="0">
                  <a:solidFill>
                    <a:schemeClr val="bg1"/>
                  </a:solidFill>
                </a:rPr>
                <a:t>静止</a:t>
              </a:r>
            </a:p>
          </p:txBody>
        </p:sp>
      </p:grpSp>
      <p:grpSp>
        <p:nvGrpSpPr>
          <p:cNvPr id="22" name="组合 21">
            <a:extLst>
              <a:ext uri="{FF2B5EF4-FFF2-40B4-BE49-F238E27FC236}">
                <a16:creationId xmlns:a16="http://schemas.microsoft.com/office/drawing/2014/main" id="{8DC4A2C4-2DA3-40CF-A242-8C79E28E7579}"/>
              </a:ext>
            </a:extLst>
          </p:cNvPr>
          <p:cNvGrpSpPr/>
          <p:nvPr/>
        </p:nvGrpSpPr>
        <p:grpSpPr>
          <a:xfrm>
            <a:off x="5619064" y="2250526"/>
            <a:ext cx="953871" cy="874930"/>
            <a:chOff x="5619064" y="2107412"/>
            <a:chExt cx="953871" cy="874930"/>
          </a:xfrm>
        </p:grpSpPr>
        <p:sp>
          <p:nvSpPr>
            <p:cNvPr id="8" name="椭圆 7">
              <a:extLst>
                <a:ext uri="{FF2B5EF4-FFF2-40B4-BE49-F238E27FC236}">
                  <a16:creationId xmlns:a16="http://schemas.microsoft.com/office/drawing/2014/main" id="{08E69405-E0BE-450A-84F7-4F0C019C37F8}"/>
                </a:ext>
              </a:extLst>
            </p:cNvPr>
            <p:cNvSpPr/>
            <p:nvPr/>
          </p:nvSpPr>
          <p:spPr>
            <a:xfrm>
              <a:off x="5658535" y="2107412"/>
              <a:ext cx="874930" cy="874930"/>
            </a:xfrm>
            <a:prstGeom prst="ellipse">
              <a:avLst/>
            </a:prstGeom>
            <a:solidFill>
              <a:schemeClr val="accent3"/>
            </a:solidFill>
            <a:ln>
              <a:solidFill>
                <a:schemeClr val="tx1"/>
              </a:solidFill>
            </a:ln>
          </p:spPr>
          <p:style>
            <a:lnRef idx="2">
              <a:schemeClr val="dk1">
                <a:shade val="50000"/>
              </a:schemeClr>
            </a:lnRef>
            <a:fillRef idx="1">
              <a:schemeClr val="dk1"/>
            </a:fillRef>
            <a:effectRef idx="0">
              <a:schemeClr val="dk1"/>
            </a:effectRef>
            <a:fontRef idx="minor">
              <a:schemeClr val="lt1"/>
            </a:fontRef>
          </p:style>
          <p:txBody>
            <a:bodyPr rtlCol="0" anchor="ctr"/>
            <a:lstStyle/>
            <a:p>
              <a:pPr algn="ctr"/>
              <a:endParaRPr lang="zh-CN" altLang="en-US" dirty="0"/>
            </a:p>
          </p:txBody>
        </p:sp>
        <p:sp>
          <p:nvSpPr>
            <p:cNvPr id="14" name="文本框 13">
              <a:extLst>
                <a:ext uri="{FF2B5EF4-FFF2-40B4-BE49-F238E27FC236}">
                  <a16:creationId xmlns:a16="http://schemas.microsoft.com/office/drawing/2014/main" id="{6D155045-9E97-4682-A3D6-0ED065052C72}"/>
                </a:ext>
              </a:extLst>
            </p:cNvPr>
            <p:cNvSpPr txBox="1"/>
            <p:nvPr/>
          </p:nvSpPr>
          <p:spPr>
            <a:xfrm>
              <a:off x="5619064" y="2312267"/>
              <a:ext cx="953871" cy="461665"/>
            </a:xfrm>
            <a:prstGeom prst="rect">
              <a:avLst/>
            </a:prstGeom>
            <a:noFill/>
          </p:spPr>
          <p:txBody>
            <a:bodyPr wrap="square" rtlCol="0">
              <a:spAutoFit/>
            </a:bodyPr>
            <a:lstStyle/>
            <a:p>
              <a:pPr algn="ctr"/>
              <a:r>
                <a:rPr lang="zh-CN" altLang="en-US" sz="2400" b="1" dirty="0">
                  <a:solidFill>
                    <a:schemeClr val="bg1"/>
                  </a:solidFill>
                </a:rPr>
                <a:t>建立</a:t>
              </a:r>
            </a:p>
          </p:txBody>
        </p:sp>
      </p:grpSp>
      <p:grpSp>
        <p:nvGrpSpPr>
          <p:cNvPr id="23" name="组合 22">
            <a:extLst>
              <a:ext uri="{FF2B5EF4-FFF2-40B4-BE49-F238E27FC236}">
                <a16:creationId xmlns:a16="http://schemas.microsoft.com/office/drawing/2014/main" id="{374F2C0D-B7E4-421D-AFEC-CD5BBA7EE28F}"/>
              </a:ext>
            </a:extLst>
          </p:cNvPr>
          <p:cNvGrpSpPr/>
          <p:nvPr/>
        </p:nvGrpSpPr>
        <p:grpSpPr>
          <a:xfrm>
            <a:off x="9727834" y="2250526"/>
            <a:ext cx="953871" cy="874930"/>
            <a:chOff x="9727834" y="2107412"/>
            <a:chExt cx="953871" cy="874930"/>
          </a:xfrm>
        </p:grpSpPr>
        <p:sp>
          <p:nvSpPr>
            <p:cNvPr id="9" name="椭圆 8">
              <a:extLst>
                <a:ext uri="{FF2B5EF4-FFF2-40B4-BE49-F238E27FC236}">
                  <a16:creationId xmlns:a16="http://schemas.microsoft.com/office/drawing/2014/main" id="{AFB39E64-C63A-485E-B206-1907C2B81B5C}"/>
                </a:ext>
              </a:extLst>
            </p:cNvPr>
            <p:cNvSpPr/>
            <p:nvPr/>
          </p:nvSpPr>
          <p:spPr>
            <a:xfrm>
              <a:off x="9772787" y="2107412"/>
              <a:ext cx="874930" cy="874930"/>
            </a:xfrm>
            <a:prstGeom prst="ellipse">
              <a:avLst/>
            </a:prstGeom>
            <a:solidFill>
              <a:schemeClr val="accent5"/>
            </a:solidFill>
            <a:ln>
              <a:solidFill>
                <a:schemeClr val="tx1"/>
              </a:solidFill>
            </a:ln>
          </p:spPr>
          <p:style>
            <a:lnRef idx="2">
              <a:schemeClr val="dk1">
                <a:shade val="50000"/>
              </a:schemeClr>
            </a:lnRef>
            <a:fillRef idx="1">
              <a:schemeClr val="dk1"/>
            </a:fillRef>
            <a:effectRef idx="0">
              <a:schemeClr val="dk1"/>
            </a:effectRef>
            <a:fontRef idx="minor">
              <a:schemeClr val="lt1"/>
            </a:fontRef>
          </p:style>
          <p:txBody>
            <a:bodyPr rtlCol="0" anchor="ctr"/>
            <a:lstStyle/>
            <a:p>
              <a:pPr algn="ctr"/>
              <a:endParaRPr lang="zh-CN" altLang="en-US" dirty="0"/>
            </a:p>
          </p:txBody>
        </p:sp>
        <p:sp>
          <p:nvSpPr>
            <p:cNvPr id="17" name="文本框 16">
              <a:extLst>
                <a:ext uri="{FF2B5EF4-FFF2-40B4-BE49-F238E27FC236}">
                  <a16:creationId xmlns:a16="http://schemas.microsoft.com/office/drawing/2014/main" id="{28474534-F426-4E8F-A275-0EF0CDA87575}"/>
                </a:ext>
              </a:extLst>
            </p:cNvPr>
            <p:cNvSpPr txBox="1"/>
            <p:nvPr/>
          </p:nvSpPr>
          <p:spPr>
            <a:xfrm>
              <a:off x="9727834" y="2312267"/>
              <a:ext cx="953871" cy="461665"/>
            </a:xfrm>
            <a:prstGeom prst="rect">
              <a:avLst/>
            </a:prstGeom>
            <a:noFill/>
          </p:spPr>
          <p:txBody>
            <a:bodyPr wrap="square" rtlCol="0">
              <a:spAutoFit/>
            </a:bodyPr>
            <a:lstStyle/>
            <a:p>
              <a:pPr algn="ctr"/>
              <a:r>
                <a:rPr lang="zh-CN" altLang="en-US" sz="2400" b="1" dirty="0">
                  <a:solidFill>
                    <a:schemeClr val="bg1"/>
                  </a:solidFill>
                </a:rPr>
                <a:t>鉴别</a:t>
              </a:r>
            </a:p>
          </p:txBody>
        </p:sp>
      </p:grpSp>
      <p:grpSp>
        <p:nvGrpSpPr>
          <p:cNvPr id="24" name="组合 23">
            <a:extLst>
              <a:ext uri="{FF2B5EF4-FFF2-40B4-BE49-F238E27FC236}">
                <a16:creationId xmlns:a16="http://schemas.microsoft.com/office/drawing/2014/main" id="{7D97DFC2-16EC-45B4-AD99-85C5739CA90A}"/>
              </a:ext>
            </a:extLst>
          </p:cNvPr>
          <p:cNvGrpSpPr/>
          <p:nvPr/>
        </p:nvGrpSpPr>
        <p:grpSpPr>
          <a:xfrm>
            <a:off x="9727834" y="4807022"/>
            <a:ext cx="953871" cy="874930"/>
            <a:chOff x="9727834" y="4966510"/>
            <a:chExt cx="953871" cy="874930"/>
          </a:xfrm>
        </p:grpSpPr>
        <p:sp>
          <p:nvSpPr>
            <p:cNvPr id="10" name="椭圆 9">
              <a:extLst>
                <a:ext uri="{FF2B5EF4-FFF2-40B4-BE49-F238E27FC236}">
                  <a16:creationId xmlns:a16="http://schemas.microsoft.com/office/drawing/2014/main" id="{917CE839-FAD2-4DEC-B890-C54B430F36FD}"/>
                </a:ext>
              </a:extLst>
            </p:cNvPr>
            <p:cNvSpPr/>
            <p:nvPr/>
          </p:nvSpPr>
          <p:spPr>
            <a:xfrm>
              <a:off x="9772787" y="4966510"/>
              <a:ext cx="874930" cy="874930"/>
            </a:xfrm>
            <a:prstGeom prst="ellipse">
              <a:avLst/>
            </a:prstGeom>
            <a:solidFill>
              <a:schemeClr val="accent6"/>
            </a:solidFill>
            <a:ln>
              <a:solidFill>
                <a:schemeClr val="tx1"/>
              </a:solidFill>
            </a:ln>
          </p:spPr>
          <p:style>
            <a:lnRef idx="2">
              <a:schemeClr val="dk1">
                <a:shade val="50000"/>
              </a:schemeClr>
            </a:lnRef>
            <a:fillRef idx="1">
              <a:schemeClr val="dk1"/>
            </a:fillRef>
            <a:effectRef idx="0">
              <a:schemeClr val="dk1"/>
            </a:effectRef>
            <a:fontRef idx="minor">
              <a:schemeClr val="lt1"/>
            </a:fontRef>
          </p:style>
          <p:txBody>
            <a:bodyPr rtlCol="0" anchor="ctr"/>
            <a:lstStyle/>
            <a:p>
              <a:pPr algn="ctr"/>
              <a:endParaRPr lang="zh-CN" altLang="en-US" dirty="0"/>
            </a:p>
          </p:txBody>
        </p:sp>
        <p:sp>
          <p:nvSpPr>
            <p:cNvPr id="18" name="文本框 17">
              <a:extLst>
                <a:ext uri="{FF2B5EF4-FFF2-40B4-BE49-F238E27FC236}">
                  <a16:creationId xmlns:a16="http://schemas.microsoft.com/office/drawing/2014/main" id="{36AFB98A-7875-41FD-82B6-BF32A76FF222}"/>
                </a:ext>
              </a:extLst>
            </p:cNvPr>
            <p:cNvSpPr txBox="1"/>
            <p:nvPr/>
          </p:nvSpPr>
          <p:spPr>
            <a:xfrm>
              <a:off x="9727834" y="5173142"/>
              <a:ext cx="953871" cy="461665"/>
            </a:xfrm>
            <a:prstGeom prst="rect">
              <a:avLst/>
            </a:prstGeom>
            <a:noFill/>
          </p:spPr>
          <p:txBody>
            <a:bodyPr wrap="square" rtlCol="0">
              <a:spAutoFit/>
            </a:bodyPr>
            <a:lstStyle/>
            <a:p>
              <a:pPr algn="ctr"/>
              <a:r>
                <a:rPr lang="zh-CN" altLang="en-US" sz="2400" b="1" dirty="0">
                  <a:solidFill>
                    <a:schemeClr val="bg1"/>
                  </a:solidFill>
                </a:rPr>
                <a:t>网络</a:t>
              </a:r>
            </a:p>
          </p:txBody>
        </p:sp>
      </p:grpSp>
      <p:grpSp>
        <p:nvGrpSpPr>
          <p:cNvPr id="25" name="组合 24">
            <a:extLst>
              <a:ext uri="{FF2B5EF4-FFF2-40B4-BE49-F238E27FC236}">
                <a16:creationId xmlns:a16="http://schemas.microsoft.com/office/drawing/2014/main" id="{2D652C64-3613-4670-822A-A022CA5636FC}"/>
              </a:ext>
            </a:extLst>
          </p:cNvPr>
          <p:cNvGrpSpPr/>
          <p:nvPr/>
        </p:nvGrpSpPr>
        <p:grpSpPr>
          <a:xfrm>
            <a:off x="5626739" y="4807022"/>
            <a:ext cx="953871" cy="874930"/>
            <a:chOff x="5626739" y="4966510"/>
            <a:chExt cx="953871" cy="874930"/>
          </a:xfrm>
        </p:grpSpPr>
        <p:sp>
          <p:nvSpPr>
            <p:cNvPr id="11" name="椭圆 10">
              <a:extLst>
                <a:ext uri="{FF2B5EF4-FFF2-40B4-BE49-F238E27FC236}">
                  <a16:creationId xmlns:a16="http://schemas.microsoft.com/office/drawing/2014/main" id="{83631765-026F-4007-99E7-F90E36FDC414}"/>
                </a:ext>
              </a:extLst>
            </p:cNvPr>
            <p:cNvSpPr/>
            <p:nvPr/>
          </p:nvSpPr>
          <p:spPr>
            <a:xfrm>
              <a:off x="5658535" y="4966510"/>
              <a:ext cx="874930" cy="874930"/>
            </a:xfrm>
            <a:prstGeom prst="ellipse">
              <a:avLst/>
            </a:prstGeom>
            <a:solidFill>
              <a:schemeClr val="accent4"/>
            </a:solidFill>
            <a:ln>
              <a:solidFill>
                <a:schemeClr val="tx1"/>
              </a:solidFill>
            </a:ln>
          </p:spPr>
          <p:style>
            <a:lnRef idx="2">
              <a:schemeClr val="dk1">
                <a:shade val="50000"/>
              </a:schemeClr>
            </a:lnRef>
            <a:fillRef idx="1">
              <a:schemeClr val="dk1"/>
            </a:fillRef>
            <a:effectRef idx="0">
              <a:schemeClr val="dk1"/>
            </a:effectRef>
            <a:fontRef idx="minor">
              <a:schemeClr val="lt1"/>
            </a:fontRef>
          </p:style>
          <p:txBody>
            <a:bodyPr rtlCol="0" anchor="ctr"/>
            <a:lstStyle/>
            <a:p>
              <a:pPr algn="ctr"/>
              <a:endParaRPr lang="zh-CN" altLang="en-US" dirty="0"/>
            </a:p>
          </p:txBody>
        </p:sp>
        <p:sp>
          <p:nvSpPr>
            <p:cNvPr id="19" name="文本框 18">
              <a:extLst>
                <a:ext uri="{FF2B5EF4-FFF2-40B4-BE49-F238E27FC236}">
                  <a16:creationId xmlns:a16="http://schemas.microsoft.com/office/drawing/2014/main" id="{B986F520-27B9-4F23-A470-DBE07B453B26}"/>
                </a:ext>
              </a:extLst>
            </p:cNvPr>
            <p:cNvSpPr txBox="1"/>
            <p:nvPr/>
          </p:nvSpPr>
          <p:spPr>
            <a:xfrm>
              <a:off x="5626739" y="5173142"/>
              <a:ext cx="953871" cy="461665"/>
            </a:xfrm>
            <a:prstGeom prst="rect">
              <a:avLst/>
            </a:prstGeom>
            <a:noFill/>
          </p:spPr>
          <p:txBody>
            <a:bodyPr wrap="square" rtlCol="0">
              <a:spAutoFit/>
            </a:bodyPr>
            <a:lstStyle/>
            <a:p>
              <a:pPr algn="ctr"/>
              <a:r>
                <a:rPr lang="zh-CN" altLang="en-US" sz="2400" b="1" dirty="0">
                  <a:solidFill>
                    <a:schemeClr val="bg1"/>
                  </a:solidFill>
                </a:rPr>
                <a:t>打开</a:t>
              </a:r>
            </a:p>
          </p:txBody>
        </p:sp>
      </p:grpSp>
      <p:grpSp>
        <p:nvGrpSpPr>
          <p:cNvPr id="26" name="组合 25">
            <a:extLst>
              <a:ext uri="{FF2B5EF4-FFF2-40B4-BE49-F238E27FC236}">
                <a16:creationId xmlns:a16="http://schemas.microsoft.com/office/drawing/2014/main" id="{00732E7D-EC6B-41D9-8E6A-82F3335DC077}"/>
              </a:ext>
            </a:extLst>
          </p:cNvPr>
          <p:cNvGrpSpPr/>
          <p:nvPr/>
        </p:nvGrpSpPr>
        <p:grpSpPr>
          <a:xfrm>
            <a:off x="1504811" y="4807022"/>
            <a:ext cx="953871" cy="874930"/>
            <a:chOff x="1504811" y="4966510"/>
            <a:chExt cx="953871" cy="874930"/>
          </a:xfrm>
        </p:grpSpPr>
        <p:sp>
          <p:nvSpPr>
            <p:cNvPr id="12" name="椭圆 11">
              <a:extLst>
                <a:ext uri="{FF2B5EF4-FFF2-40B4-BE49-F238E27FC236}">
                  <a16:creationId xmlns:a16="http://schemas.microsoft.com/office/drawing/2014/main" id="{32403DD7-2B4C-484D-9C45-82AA0AD1FD3F}"/>
                </a:ext>
              </a:extLst>
            </p:cNvPr>
            <p:cNvSpPr/>
            <p:nvPr/>
          </p:nvSpPr>
          <p:spPr>
            <a:xfrm>
              <a:off x="1544283" y="4966510"/>
              <a:ext cx="874930" cy="874930"/>
            </a:xfrm>
            <a:prstGeom prst="ellipse">
              <a:avLst/>
            </a:prstGeom>
            <a:solidFill>
              <a:schemeClr val="accent1"/>
            </a:solidFill>
            <a:ln>
              <a:solidFill>
                <a:schemeClr val="tx1"/>
              </a:solidFill>
            </a:ln>
          </p:spPr>
          <p:style>
            <a:lnRef idx="2">
              <a:schemeClr val="dk1">
                <a:shade val="50000"/>
              </a:schemeClr>
            </a:lnRef>
            <a:fillRef idx="1">
              <a:schemeClr val="dk1"/>
            </a:fillRef>
            <a:effectRef idx="0">
              <a:schemeClr val="dk1"/>
            </a:effectRef>
            <a:fontRef idx="minor">
              <a:schemeClr val="lt1"/>
            </a:fontRef>
          </p:style>
          <p:txBody>
            <a:bodyPr rtlCol="0" anchor="ctr"/>
            <a:lstStyle/>
            <a:p>
              <a:pPr algn="ctr"/>
              <a:endParaRPr lang="zh-CN" altLang="en-US" dirty="0"/>
            </a:p>
          </p:txBody>
        </p:sp>
        <p:sp>
          <p:nvSpPr>
            <p:cNvPr id="20" name="文本框 19">
              <a:extLst>
                <a:ext uri="{FF2B5EF4-FFF2-40B4-BE49-F238E27FC236}">
                  <a16:creationId xmlns:a16="http://schemas.microsoft.com/office/drawing/2014/main" id="{5EEF4048-8129-48E8-AC6E-49350E5956BD}"/>
                </a:ext>
              </a:extLst>
            </p:cNvPr>
            <p:cNvSpPr txBox="1"/>
            <p:nvPr/>
          </p:nvSpPr>
          <p:spPr>
            <a:xfrm>
              <a:off x="1504811" y="5192682"/>
              <a:ext cx="953871" cy="461665"/>
            </a:xfrm>
            <a:prstGeom prst="rect">
              <a:avLst/>
            </a:prstGeom>
            <a:noFill/>
          </p:spPr>
          <p:txBody>
            <a:bodyPr wrap="square" rtlCol="0">
              <a:spAutoFit/>
            </a:bodyPr>
            <a:lstStyle/>
            <a:p>
              <a:pPr algn="ctr"/>
              <a:r>
                <a:rPr lang="zh-CN" altLang="en-US" sz="2400" b="1" dirty="0">
                  <a:solidFill>
                    <a:schemeClr val="bg1"/>
                  </a:solidFill>
                </a:rPr>
                <a:t>终止</a:t>
              </a:r>
            </a:p>
          </p:txBody>
        </p:sp>
      </p:grpSp>
      <p:grpSp>
        <p:nvGrpSpPr>
          <p:cNvPr id="92" name="组合 91">
            <a:extLst>
              <a:ext uri="{FF2B5EF4-FFF2-40B4-BE49-F238E27FC236}">
                <a16:creationId xmlns:a16="http://schemas.microsoft.com/office/drawing/2014/main" id="{044A92B5-7970-47C0-8D8E-6795913856BB}"/>
              </a:ext>
            </a:extLst>
          </p:cNvPr>
          <p:cNvGrpSpPr/>
          <p:nvPr/>
        </p:nvGrpSpPr>
        <p:grpSpPr>
          <a:xfrm>
            <a:off x="2297432" y="1399147"/>
            <a:ext cx="3495584" cy="985860"/>
            <a:chOff x="2297432" y="1399147"/>
            <a:chExt cx="3495584" cy="985860"/>
          </a:xfrm>
        </p:grpSpPr>
        <p:cxnSp>
          <p:nvCxnSpPr>
            <p:cNvPr id="30" name="连接符: 曲线 29">
              <a:extLst>
                <a:ext uri="{FF2B5EF4-FFF2-40B4-BE49-F238E27FC236}">
                  <a16:creationId xmlns:a16="http://schemas.microsoft.com/office/drawing/2014/main" id="{D3714940-9841-40C3-8B51-7DE2EB11DE20}"/>
                </a:ext>
              </a:extLst>
            </p:cNvPr>
            <p:cNvCxnSpPr>
              <a:cxnSpLocks/>
              <a:stCxn id="6" idx="7"/>
              <a:endCxn id="8" idx="1"/>
            </p:cNvCxnSpPr>
            <p:nvPr/>
          </p:nvCxnSpPr>
          <p:spPr>
            <a:xfrm rot="5400000" flipH="1" flipV="1">
              <a:off x="4038874" y="630865"/>
              <a:ext cx="12700" cy="3495584"/>
            </a:xfrm>
            <a:prstGeom prst="curvedConnector3">
              <a:avLst>
                <a:gd name="adj1" fmla="val 2808906"/>
              </a:avLst>
            </a:prstGeom>
            <a:ln w="25400">
              <a:solidFill>
                <a:schemeClr val="tx1"/>
              </a:solidFill>
              <a:tailEnd type="triangle" w="med" len="lg"/>
            </a:ln>
          </p:spPr>
          <p:style>
            <a:lnRef idx="1">
              <a:schemeClr val="accent1"/>
            </a:lnRef>
            <a:fillRef idx="0">
              <a:schemeClr val="accent1"/>
            </a:fillRef>
            <a:effectRef idx="0">
              <a:schemeClr val="accent1"/>
            </a:effectRef>
            <a:fontRef idx="minor">
              <a:schemeClr val="tx1"/>
            </a:fontRef>
          </p:style>
        </p:cxnSp>
        <p:sp>
          <p:nvSpPr>
            <p:cNvPr id="84" name="文本框 83">
              <a:extLst>
                <a:ext uri="{FF2B5EF4-FFF2-40B4-BE49-F238E27FC236}">
                  <a16:creationId xmlns:a16="http://schemas.microsoft.com/office/drawing/2014/main" id="{BA521C3E-B75E-43E6-B25D-6C6A52075BE5}"/>
                </a:ext>
              </a:extLst>
            </p:cNvPr>
            <p:cNvSpPr txBox="1"/>
            <p:nvPr/>
          </p:nvSpPr>
          <p:spPr>
            <a:xfrm>
              <a:off x="2988584" y="1399147"/>
              <a:ext cx="2113280" cy="646331"/>
            </a:xfrm>
            <a:prstGeom prst="rect">
              <a:avLst/>
            </a:prstGeom>
            <a:noFill/>
          </p:spPr>
          <p:txBody>
            <a:bodyPr wrap="square" rtlCol="0">
              <a:spAutoFit/>
            </a:bodyPr>
            <a:lstStyle/>
            <a:p>
              <a:pPr algn="ctr"/>
              <a:r>
                <a:rPr lang="zh-CN" altLang="en-US" b="1" dirty="0"/>
                <a:t>检测到载波并</a:t>
              </a:r>
              <a:endParaRPr lang="en-US" altLang="zh-CN" b="1" dirty="0"/>
            </a:p>
            <a:p>
              <a:pPr algn="ctr"/>
              <a:r>
                <a:rPr lang="zh-CN" altLang="en-US" b="1" dirty="0"/>
                <a:t>建立物理层连接</a:t>
              </a:r>
            </a:p>
          </p:txBody>
        </p:sp>
      </p:grpSp>
      <p:grpSp>
        <p:nvGrpSpPr>
          <p:cNvPr id="93" name="组合 92">
            <a:extLst>
              <a:ext uri="{FF2B5EF4-FFF2-40B4-BE49-F238E27FC236}">
                <a16:creationId xmlns:a16="http://schemas.microsoft.com/office/drawing/2014/main" id="{93C67C45-A63E-4163-8438-0807E851A7C0}"/>
              </a:ext>
            </a:extLst>
          </p:cNvPr>
          <p:cNvGrpSpPr/>
          <p:nvPr/>
        </p:nvGrpSpPr>
        <p:grpSpPr>
          <a:xfrm>
            <a:off x="6411684" y="1646322"/>
            <a:ext cx="3495584" cy="738685"/>
            <a:chOff x="6411684" y="1646322"/>
            <a:chExt cx="3495584" cy="738685"/>
          </a:xfrm>
        </p:grpSpPr>
        <p:cxnSp>
          <p:nvCxnSpPr>
            <p:cNvPr id="36" name="连接符: 曲线 35">
              <a:extLst>
                <a:ext uri="{FF2B5EF4-FFF2-40B4-BE49-F238E27FC236}">
                  <a16:creationId xmlns:a16="http://schemas.microsoft.com/office/drawing/2014/main" id="{F51F0BD2-C416-41F6-98CA-CC2CDE76FF40}"/>
                </a:ext>
              </a:extLst>
            </p:cNvPr>
            <p:cNvCxnSpPr>
              <a:cxnSpLocks/>
              <a:stCxn id="8" idx="7"/>
              <a:endCxn id="9" idx="1"/>
            </p:cNvCxnSpPr>
            <p:nvPr/>
          </p:nvCxnSpPr>
          <p:spPr>
            <a:xfrm rot="5400000" flipH="1" flipV="1">
              <a:off x="8153126" y="630865"/>
              <a:ext cx="12700" cy="3495584"/>
            </a:xfrm>
            <a:prstGeom prst="curvedConnector3">
              <a:avLst>
                <a:gd name="adj1" fmla="val 2808906"/>
              </a:avLst>
            </a:prstGeom>
            <a:ln w="25400">
              <a:solidFill>
                <a:schemeClr val="tx1"/>
              </a:solidFill>
              <a:tailEnd type="triangle" w="med" len="lg"/>
            </a:ln>
          </p:spPr>
          <p:style>
            <a:lnRef idx="1">
              <a:schemeClr val="accent1"/>
            </a:lnRef>
            <a:fillRef idx="0">
              <a:schemeClr val="accent1"/>
            </a:fillRef>
            <a:effectRef idx="0">
              <a:schemeClr val="accent1"/>
            </a:effectRef>
            <a:fontRef idx="minor">
              <a:schemeClr val="tx1"/>
            </a:fontRef>
          </p:style>
        </p:cxnSp>
        <p:sp>
          <p:nvSpPr>
            <p:cNvPr id="85" name="文本框 84">
              <a:extLst>
                <a:ext uri="{FF2B5EF4-FFF2-40B4-BE49-F238E27FC236}">
                  <a16:creationId xmlns:a16="http://schemas.microsoft.com/office/drawing/2014/main" id="{1D0A379C-5CE9-44F2-B3B4-EDC1331E4204}"/>
                </a:ext>
              </a:extLst>
            </p:cNvPr>
            <p:cNvSpPr txBox="1"/>
            <p:nvPr/>
          </p:nvSpPr>
          <p:spPr>
            <a:xfrm>
              <a:off x="6985502" y="1646322"/>
              <a:ext cx="2113280" cy="369332"/>
            </a:xfrm>
            <a:prstGeom prst="rect">
              <a:avLst/>
            </a:prstGeom>
            <a:noFill/>
          </p:spPr>
          <p:txBody>
            <a:bodyPr wrap="square" rtlCol="0">
              <a:spAutoFit/>
            </a:bodyPr>
            <a:lstStyle/>
            <a:p>
              <a:pPr algn="ctr"/>
              <a:r>
                <a:rPr lang="en-US" altLang="zh-CN" b="1" dirty="0"/>
                <a:t>LCP</a:t>
              </a:r>
              <a:r>
                <a:rPr lang="zh-CN" altLang="en-US" b="1" dirty="0"/>
                <a:t>配置协商成功</a:t>
              </a:r>
            </a:p>
          </p:txBody>
        </p:sp>
      </p:grpSp>
      <p:grpSp>
        <p:nvGrpSpPr>
          <p:cNvPr id="96" name="组合 95">
            <a:extLst>
              <a:ext uri="{FF2B5EF4-FFF2-40B4-BE49-F238E27FC236}">
                <a16:creationId xmlns:a16="http://schemas.microsoft.com/office/drawing/2014/main" id="{9CFBAE8C-3419-46A0-A1DE-32F7F90080BA}"/>
              </a:ext>
            </a:extLst>
          </p:cNvPr>
          <p:cNvGrpSpPr/>
          <p:nvPr/>
        </p:nvGrpSpPr>
        <p:grpSpPr>
          <a:xfrm>
            <a:off x="2297432" y="2990975"/>
            <a:ext cx="3495584" cy="729708"/>
            <a:chOff x="2297432" y="2990975"/>
            <a:chExt cx="3495584" cy="729708"/>
          </a:xfrm>
        </p:grpSpPr>
        <p:cxnSp>
          <p:nvCxnSpPr>
            <p:cNvPr id="32" name="连接符: 曲线 31">
              <a:extLst>
                <a:ext uri="{FF2B5EF4-FFF2-40B4-BE49-F238E27FC236}">
                  <a16:creationId xmlns:a16="http://schemas.microsoft.com/office/drawing/2014/main" id="{80AEB664-0682-428D-9751-BFFB9465DBE0}"/>
                </a:ext>
              </a:extLst>
            </p:cNvPr>
            <p:cNvCxnSpPr>
              <a:cxnSpLocks/>
              <a:stCxn id="8" idx="3"/>
              <a:endCxn id="6" idx="5"/>
            </p:cNvCxnSpPr>
            <p:nvPr/>
          </p:nvCxnSpPr>
          <p:spPr>
            <a:xfrm rot="5400000">
              <a:off x="4038874" y="1249533"/>
              <a:ext cx="12700" cy="3495584"/>
            </a:xfrm>
            <a:prstGeom prst="curvedConnector3">
              <a:avLst>
                <a:gd name="adj1" fmla="val 2808906"/>
              </a:avLst>
            </a:prstGeom>
            <a:ln w="25400">
              <a:solidFill>
                <a:schemeClr val="tx1"/>
              </a:solidFill>
              <a:tailEnd type="triangle" w="med" len="lg"/>
            </a:ln>
          </p:spPr>
          <p:style>
            <a:lnRef idx="1">
              <a:schemeClr val="accent1"/>
            </a:lnRef>
            <a:fillRef idx="0">
              <a:schemeClr val="accent1"/>
            </a:fillRef>
            <a:effectRef idx="0">
              <a:schemeClr val="accent1"/>
            </a:effectRef>
            <a:fontRef idx="minor">
              <a:schemeClr val="tx1"/>
            </a:fontRef>
          </p:style>
        </p:cxnSp>
        <p:sp>
          <p:nvSpPr>
            <p:cNvPr id="86" name="文本框 85">
              <a:extLst>
                <a:ext uri="{FF2B5EF4-FFF2-40B4-BE49-F238E27FC236}">
                  <a16:creationId xmlns:a16="http://schemas.microsoft.com/office/drawing/2014/main" id="{713978D5-7EAD-4ACF-89B7-CCF5A030DDF7}"/>
                </a:ext>
              </a:extLst>
            </p:cNvPr>
            <p:cNvSpPr txBox="1"/>
            <p:nvPr/>
          </p:nvSpPr>
          <p:spPr>
            <a:xfrm>
              <a:off x="2988584" y="3351351"/>
              <a:ext cx="2113280" cy="369332"/>
            </a:xfrm>
            <a:prstGeom prst="rect">
              <a:avLst/>
            </a:prstGeom>
            <a:noFill/>
          </p:spPr>
          <p:txBody>
            <a:bodyPr wrap="square" rtlCol="0">
              <a:spAutoFit/>
            </a:bodyPr>
            <a:lstStyle/>
            <a:p>
              <a:pPr algn="ctr"/>
              <a:r>
                <a:rPr lang="en-US" altLang="zh-CN" b="1" dirty="0"/>
                <a:t>LCP</a:t>
              </a:r>
              <a:r>
                <a:rPr lang="zh-CN" altLang="en-US" b="1" dirty="0"/>
                <a:t>配置协商失败</a:t>
              </a:r>
            </a:p>
          </p:txBody>
        </p:sp>
      </p:grpSp>
      <p:grpSp>
        <p:nvGrpSpPr>
          <p:cNvPr id="95" name="组合 94">
            <a:extLst>
              <a:ext uri="{FF2B5EF4-FFF2-40B4-BE49-F238E27FC236}">
                <a16:creationId xmlns:a16="http://schemas.microsoft.com/office/drawing/2014/main" id="{34C0847D-2BDB-4C80-9ABB-6C788F24E508}"/>
              </a:ext>
            </a:extLst>
          </p:cNvPr>
          <p:cNvGrpSpPr/>
          <p:nvPr/>
        </p:nvGrpSpPr>
        <p:grpSpPr>
          <a:xfrm>
            <a:off x="2291082" y="2997325"/>
            <a:ext cx="7609836" cy="1937828"/>
            <a:chOff x="2291082" y="2997325"/>
            <a:chExt cx="7609836" cy="1937828"/>
          </a:xfrm>
        </p:grpSpPr>
        <p:cxnSp>
          <p:nvCxnSpPr>
            <p:cNvPr id="81" name="连接符: 曲线 80">
              <a:extLst>
                <a:ext uri="{FF2B5EF4-FFF2-40B4-BE49-F238E27FC236}">
                  <a16:creationId xmlns:a16="http://schemas.microsoft.com/office/drawing/2014/main" id="{C88B6167-3583-44B2-89C0-08CF587D4001}"/>
                </a:ext>
              </a:extLst>
            </p:cNvPr>
            <p:cNvCxnSpPr>
              <a:cxnSpLocks/>
              <a:stCxn id="9" idx="3"/>
              <a:endCxn id="12" idx="7"/>
            </p:cNvCxnSpPr>
            <p:nvPr/>
          </p:nvCxnSpPr>
          <p:spPr>
            <a:xfrm rot="5400000">
              <a:off x="5127086" y="161321"/>
              <a:ext cx="1937828" cy="7609836"/>
            </a:xfrm>
            <a:prstGeom prst="curvedConnector3">
              <a:avLst>
                <a:gd name="adj1" fmla="val 50000"/>
              </a:avLst>
            </a:prstGeom>
            <a:ln w="25400">
              <a:solidFill>
                <a:schemeClr val="tx1"/>
              </a:solidFill>
              <a:tailEnd type="triangle" w="med" len="lg"/>
            </a:ln>
          </p:spPr>
          <p:style>
            <a:lnRef idx="1">
              <a:schemeClr val="accent1"/>
            </a:lnRef>
            <a:fillRef idx="0">
              <a:schemeClr val="accent1"/>
            </a:fillRef>
            <a:effectRef idx="0">
              <a:schemeClr val="accent1"/>
            </a:effectRef>
            <a:fontRef idx="minor">
              <a:schemeClr val="tx1"/>
            </a:fontRef>
          </p:style>
        </p:cxnSp>
        <p:sp>
          <p:nvSpPr>
            <p:cNvPr id="87" name="文本框 86">
              <a:extLst>
                <a:ext uri="{FF2B5EF4-FFF2-40B4-BE49-F238E27FC236}">
                  <a16:creationId xmlns:a16="http://schemas.microsoft.com/office/drawing/2014/main" id="{C905C87D-BD2A-4FBE-B45F-FB313D2E263F}"/>
                </a:ext>
              </a:extLst>
            </p:cNvPr>
            <p:cNvSpPr txBox="1"/>
            <p:nvPr/>
          </p:nvSpPr>
          <p:spPr>
            <a:xfrm>
              <a:off x="6095999" y="3529364"/>
              <a:ext cx="1249580" cy="369332"/>
            </a:xfrm>
            <a:prstGeom prst="rect">
              <a:avLst/>
            </a:prstGeom>
            <a:noFill/>
          </p:spPr>
          <p:txBody>
            <a:bodyPr wrap="square" rtlCol="0">
              <a:spAutoFit/>
            </a:bodyPr>
            <a:lstStyle/>
            <a:p>
              <a:pPr algn="ctr"/>
              <a:r>
                <a:rPr lang="zh-CN" altLang="en-US" b="1" dirty="0"/>
                <a:t>鉴别失败</a:t>
              </a:r>
            </a:p>
          </p:txBody>
        </p:sp>
      </p:grpSp>
      <p:grpSp>
        <p:nvGrpSpPr>
          <p:cNvPr id="94" name="组合 93">
            <a:extLst>
              <a:ext uri="{FF2B5EF4-FFF2-40B4-BE49-F238E27FC236}">
                <a16:creationId xmlns:a16="http://schemas.microsoft.com/office/drawing/2014/main" id="{0171DEBD-6F6F-4539-BAE1-DD564E31D3A6}"/>
              </a:ext>
            </a:extLst>
          </p:cNvPr>
          <p:cNvGrpSpPr/>
          <p:nvPr/>
        </p:nvGrpSpPr>
        <p:grpSpPr>
          <a:xfrm>
            <a:off x="10681705" y="2686214"/>
            <a:ext cx="1418277" cy="2558273"/>
            <a:chOff x="10681705" y="2686214"/>
            <a:chExt cx="1418277" cy="2558273"/>
          </a:xfrm>
        </p:grpSpPr>
        <p:cxnSp>
          <p:nvCxnSpPr>
            <p:cNvPr id="58" name="连接符: 曲线 57">
              <a:extLst>
                <a:ext uri="{FF2B5EF4-FFF2-40B4-BE49-F238E27FC236}">
                  <a16:creationId xmlns:a16="http://schemas.microsoft.com/office/drawing/2014/main" id="{B44FB928-776E-4DE7-A61E-27AF0721A142}"/>
                </a:ext>
              </a:extLst>
            </p:cNvPr>
            <p:cNvCxnSpPr>
              <a:cxnSpLocks/>
              <a:stCxn id="17" idx="3"/>
              <a:endCxn id="18" idx="3"/>
            </p:cNvCxnSpPr>
            <p:nvPr/>
          </p:nvCxnSpPr>
          <p:spPr>
            <a:xfrm>
              <a:off x="10681705" y="2686214"/>
              <a:ext cx="12700" cy="2558273"/>
            </a:xfrm>
            <a:prstGeom prst="curvedConnector3">
              <a:avLst>
                <a:gd name="adj1" fmla="val 1800000"/>
              </a:avLst>
            </a:prstGeom>
            <a:ln w="25400">
              <a:solidFill>
                <a:schemeClr val="tx1"/>
              </a:solidFill>
              <a:tailEnd type="triangle" w="med" len="lg"/>
            </a:ln>
          </p:spPr>
          <p:style>
            <a:lnRef idx="1">
              <a:schemeClr val="accent1"/>
            </a:lnRef>
            <a:fillRef idx="0">
              <a:schemeClr val="accent1"/>
            </a:fillRef>
            <a:effectRef idx="0">
              <a:schemeClr val="accent1"/>
            </a:effectRef>
            <a:fontRef idx="minor">
              <a:schemeClr val="tx1"/>
            </a:fontRef>
          </p:style>
        </p:cxnSp>
        <p:sp>
          <p:nvSpPr>
            <p:cNvPr id="88" name="文本框 87">
              <a:extLst>
                <a:ext uri="{FF2B5EF4-FFF2-40B4-BE49-F238E27FC236}">
                  <a16:creationId xmlns:a16="http://schemas.microsoft.com/office/drawing/2014/main" id="{653BD67E-0D0D-4437-B97B-382126882855}"/>
                </a:ext>
              </a:extLst>
            </p:cNvPr>
            <p:cNvSpPr txBox="1"/>
            <p:nvPr/>
          </p:nvSpPr>
          <p:spPr>
            <a:xfrm>
              <a:off x="10850402" y="3303473"/>
              <a:ext cx="1249580" cy="923330"/>
            </a:xfrm>
            <a:prstGeom prst="rect">
              <a:avLst/>
            </a:prstGeom>
            <a:noFill/>
          </p:spPr>
          <p:txBody>
            <a:bodyPr wrap="square" rtlCol="0">
              <a:spAutoFit/>
            </a:bodyPr>
            <a:lstStyle/>
            <a:p>
              <a:pPr algn="ctr"/>
              <a:r>
                <a:rPr lang="zh-CN" altLang="en-US" b="1" dirty="0"/>
                <a:t>无需鉴别或</a:t>
              </a:r>
              <a:endParaRPr lang="en-US" altLang="zh-CN" b="1" dirty="0"/>
            </a:p>
            <a:p>
              <a:pPr algn="ctr"/>
              <a:r>
                <a:rPr lang="zh-CN" altLang="en-US" b="1" dirty="0"/>
                <a:t>鉴别成功</a:t>
              </a:r>
            </a:p>
          </p:txBody>
        </p:sp>
      </p:grpSp>
      <p:grpSp>
        <p:nvGrpSpPr>
          <p:cNvPr id="97" name="组合 96">
            <a:extLst>
              <a:ext uri="{FF2B5EF4-FFF2-40B4-BE49-F238E27FC236}">
                <a16:creationId xmlns:a16="http://schemas.microsoft.com/office/drawing/2014/main" id="{F1B1F444-EDA7-4F05-A007-1C4FE75D9EBB}"/>
              </a:ext>
            </a:extLst>
          </p:cNvPr>
          <p:cNvGrpSpPr/>
          <p:nvPr/>
        </p:nvGrpSpPr>
        <p:grpSpPr>
          <a:xfrm>
            <a:off x="6411684" y="5547471"/>
            <a:ext cx="3495584" cy="739277"/>
            <a:chOff x="6411684" y="5547471"/>
            <a:chExt cx="3495584" cy="739277"/>
          </a:xfrm>
        </p:grpSpPr>
        <p:cxnSp>
          <p:nvCxnSpPr>
            <p:cNvPr id="45" name="连接符: 曲线 44">
              <a:extLst>
                <a:ext uri="{FF2B5EF4-FFF2-40B4-BE49-F238E27FC236}">
                  <a16:creationId xmlns:a16="http://schemas.microsoft.com/office/drawing/2014/main" id="{05E707AE-784A-4E16-B71A-96EA18F258A1}"/>
                </a:ext>
              </a:extLst>
            </p:cNvPr>
            <p:cNvCxnSpPr>
              <a:cxnSpLocks/>
              <a:stCxn id="10" idx="3"/>
              <a:endCxn id="11" idx="5"/>
            </p:cNvCxnSpPr>
            <p:nvPr/>
          </p:nvCxnSpPr>
          <p:spPr>
            <a:xfrm rot="5400000">
              <a:off x="8153126" y="3806029"/>
              <a:ext cx="12700" cy="3495584"/>
            </a:xfrm>
            <a:prstGeom prst="curvedConnector3">
              <a:avLst>
                <a:gd name="adj1" fmla="val 2808906"/>
              </a:avLst>
            </a:prstGeom>
            <a:ln w="25400">
              <a:solidFill>
                <a:schemeClr val="tx1"/>
              </a:solidFill>
              <a:tailEnd type="triangle" w="med" len="lg"/>
            </a:ln>
          </p:spPr>
          <p:style>
            <a:lnRef idx="1">
              <a:schemeClr val="accent1"/>
            </a:lnRef>
            <a:fillRef idx="0">
              <a:schemeClr val="accent1"/>
            </a:fillRef>
            <a:effectRef idx="0">
              <a:schemeClr val="accent1"/>
            </a:effectRef>
            <a:fontRef idx="minor">
              <a:schemeClr val="tx1"/>
            </a:fontRef>
          </p:style>
        </p:cxnSp>
        <p:sp>
          <p:nvSpPr>
            <p:cNvPr id="89" name="文本框 88">
              <a:extLst>
                <a:ext uri="{FF2B5EF4-FFF2-40B4-BE49-F238E27FC236}">
                  <a16:creationId xmlns:a16="http://schemas.microsoft.com/office/drawing/2014/main" id="{2C127574-6181-4275-B138-06CFD8C34E29}"/>
                </a:ext>
              </a:extLst>
            </p:cNvPr>
            <p:cNvSpPr txBox="1"/>
            <p:nvPr/>
          </p:nvSpPr>
          <p:spPr>
            <a:xfrm>
              <a:off x="7102836" y="5917416"/>
              <a:ext cx="2113280" cy="369332"/>
            </a:xfrm>
            <a:prstGeom prst="rect">
              <a:avLst/>
            </a:prstGeom>
            <a:noFill/>
          </p:spPr>
          <p:txBody>
            <a:bodyPr wrap="square" rtlCol="0">
              <a:spAutoFit/>
            </a:bodyPr>
            <a:lstStyle/>
            <a:p>
              <a:pPr algn="ctr"/>
              <a:r>
                <a:rPr lang="en-US" altLang="zh-CN" b="1" dirty="0"/>
                <a:t>NCP</a:t>
              </a:r>
              <a:r>
                <a:rPr lang="zh-CN" altLang="en-US" b="1" dirty="0"/>
                <a:t>配置</a:t>
              </a:r>
            </a:p>
          </p:txBody>
        </p:sp>
      </p:grpSp>
      <p:grpSp>
        <p:nvGrpSpPr>
          <p:cNvPr id="98" name="组合 97">
            <a:extLst>
              <a:ext uri="{FF2B5EF4-FFF2-40B4-BE49-F238E27FC236}">
                <a16:creationId xmlns:a16="http://schemas.microsoft.com/office/drawing/2014/main" id="{E6AF0C46-47A5-474C-86C2-0EC7DEF0629C}"/>
              </a:ext>
            </a:extLst>
          </p:cNvPr>
          <p:cNvGrpSpPr/>
          <p:nvPr/>
        </p:nvGrpSpPr>
        <p:grpSpPr>
          <a:xfrm>
            <a:off x="2297432" y="5547471"/>
            <a:ext cx="3495584" cy="739277"/>
            <a:chOff x="2297432" y="5547471"/>
            <a:chExt cx="3495584" cy="739277"/>
          </a:xfrm>
        </p:grpSpPr>
        <p:cxnSp>
          <p:nvCxnSpPr>
            <p:cNvPr id="49" name="连接符: 曲线 48">
              <a:extLst>
                <a:ext uri="{FF2B5EF4-FFF2-40B4-BE49-F238E27FC236}">
                  <a16:creationId xmlns:a16="http://schemas.microsoft.com/office/drawing/2014/main" id="{E501E0B4-C862-485F-868B-EEE77960B95B}"/>
                </a:ext>
              </a:extLst>
            </p:cNvPr>
            <p:cNvCxnSpPr>
              <a:cxnSpLocks/>
              <a:stCxn id="11" idx="3"/>
              <a:endCxn id="12" idx="5"/>
            </p:cNvCxnSpPr>
            <p:nvPr/>
          </p:nvCxnSpPr>
          <p:spPr>
            <a:xfrm rot="5400000">
              <a:off x="4038874" y="3806029"/>
              <a:ext cx="12700" cy="3495584"/>
            </a:xfrm>
            <a:prstGeom prst="curvedConnector3">
              <a:avLst>
                <a:gd name="adj1" fmla="val 2808906"/>
              </a:avLst>
            </a:prstGeom>
            <a:ln w="25400">
              <a:solidFill>
                <a:schemeClr val="tx1"/>
              </a:solidFill>
              <a:tailEnd type="triangle" w="med" len="lg"/>
            </a:ln>
          </p:spPr>
          <p:style>
            <a:lnRef idx="1">
              <a:schemeClr val="accent1"/>
            </a:lnRef>
            <a:fillRef idx="0">
              <a:schemeClr val="accent1"/>
            </a:fillRef>
            <a:effectRef idx="0">
              <a:schemeClr val="accent1"/>
            </a:effectRef>
            <a:fontRef idx="minor">
              <a:schemeClr val="tx1"/>
            </a:fontRef>
          </p:style>
        </p:cxnSp>
        <p:sp>
          <p:nvSpPr>
            <p:cNvPr id="90" name="文本框 89">
              <a:extLst>
                <a:ext uri="{FF2B5EF4-FFF2-40B4-BE49-F238E27FC236}">
                  <a16:creationId xmlns:a16="http://schemas.microsoft.com/office/drawing/2014/main" id="{ACDCF140-F5F9-4CE2-996F-6EF66765C8F8}"/>
                </a:ext>
              </a:extLst>
            </p:cNvPr>
            <p:cNvSpPr txBox="1"/>
            <p:nvPr/>
          </p:nvSpPr>
          <p:spPr>
            <a:xfrm>
              <a:off x="2886996" y="5917416"/>
              <a:ext cx="2316456" cy="369332"/>
            </a:xfrm>
            <a:prstGeom prst="rect">
              <a:avLst/>
            </a:prstGeom>
            <a:noFill/>
          </p:spPr>
          <p:txBody>
            <a:bodyPr wrap="square" rtlCol="0">
              <a:spAutoFit/>
            </a:bodyPr>
            <a:lstStyle/>
            <a:p>
              <a:pPr algn="ctr"/>
              <a:r>
                <a:rPr lang="zh-CN" altLang="en-US" b="1" dirty="0"/>
                <a:t>出现故障或终止请求</a:t>
              </a:r>
            </a:p>
          </p:txBody>
        </p:sp>
      </p:grpSp>
      <p:grpSp>
        <p:nvGrpSpPr>
          <p:cNvPr id="99" name="组合 98">
            <a:extLst>
              <a:ext uri="{FF2B5EF4-FFF2-40B4-BE49-F238E27FC236}">
                <a16:creationId xmlns:a16="http://schemas.microsoft.com/office/drawing/2014/main" id="{ABE67EC2-BD11-46BD-A520-84BB64E31602}"/>
              </a:ext>
            </a:extLst>
          </p:cNvPr>
          <p:cNvGrpSpPr/>
          <p:nvPr/>
        </p:nvGrpSpPr>
        <p:grpSpPr>
          <a:xfrm>
            <a:off x="162747" y="2687991"/>
            <a:ext cx="1342064" cy="2576036"/>
            <a:chOff x="162747" y="2687991"/>
            <a:chExt cx="1342064" cy="2576036"/>
          </a:xfrm>
        </p:grpSpPr>
        <p:cxnSp>
          <p:nvCxnSpPr>
            <p:cNvPr id="53" name="连接符: 曲线 52">
              <a:extLst>
                <a:ext uri="{FF2B5EF4-FFF2-40B4-BE49-F238E27FC236}">
                  <a16:creationId xmlns:a16="http://schemas.microsoft.com/office/drawing/2014/main" id="{6753AB45-39E7-4C31-AA5A-6916383C8366}"/>
                </a:ext>
              </a:extLst>
            </p:cNvPr>
            <p:cNvCxnSpPr>
              <a:cxnSpLocks/>
              <a:stCxn id="20" idx="1"/>
              <a:endCxn id="7" idx="1"/>
            </p:cNvCxnSpPr>
            <p:nvPr/>
          </p:nvCxnSpPr>
          <p:spPr>
            <a:xfrm rot="10800000" flipH="1">
              <a:off x="1504810" y="2687991"/>
              <a:ext cx="1" cy="2576036"/>
            </a:xfrm>
            <a:prstGeom prst="curvedConnector3">
              <a:avLst>
                <a:gd name="adj1" fmla="val -22860000000"/>
              </a:avLst>
            </a:prstGeom>
            <a:ln w="25400">
              <a:solidFill>
                <a:schemeClr val="tx1"/>
              </a:solidFill>
              <a:tailEnd type="triangle" w="med" len="lg"/>
            </a:ln>
          </p:spPr>
          <p:style>
            <a:lnRef idx="1">
              <a:schemeClr val="accent1"/>
            </a:lnRef>
            <a:fillRef idx="0">
              <a:schemeClr val="accent1"/>
            </a:fillRef>
            <a:effectRef idx="0">
              <a:schemeClr val="accent1"/>
            </a:effectRef>
            <a:fontRef idx="minor">
              <a:schemeClr val="tx1"/>
            </a:fontRef>
          </p:style>
        </p:cxnSp>
        <p:sp>
          <p:nvSpPr>
            <p:cNvPr id="91" name="文本框 90">
              <a:extLst>
                <a:ext uri="{FF2B5EF4-FFF2-40B4-BE49-F238E27FC236}">
                  <a16:creationId xmlns:a16="http://schemas.microsoft.com/office/drawing/2014/main" id="{E8BD4037-9C83-486F-A6F3-081E64AD6590}"/>
                </a:ext>
              </a:extLst>
            </p:cNvPr>
            <p:cNvSpPr txBox="1"/>
            <p:nvPr/>
          </p:nvSpPr>
          <p:spPr>
            <a:xfrm>
              <a:off x="162747" y="3580472"/>
              <a:ext cx="1190526" cy="369332"/>
            </a:xfrm>
            <a:prstGeom prst="rect">
              <a:avLst/>
            </a:prstGeom>
            <a:noFill/>
          </p:spPr>
          <p:txBody>
            <a:bodyPr wrap="square" rtlCol="0">
              <a:spAutoFit/>
            </a:bodyPr>
            <a:lstStyle/>
            <a:p>
              <a:pPr algn="ctr"/>
              <a:r>
                <a:rPr lang="zh-CN" altLang="en-US" b="1" dirty="0"/>
                <a:t>载波停止</a:t>
              </a:r>
            </a:p>
          </p:txBody>
        </p:sp>
      </p:grpSp>
    </p:spTree>
    <p:custDataLst>
      <p:tags r:id="rId1"/>
    </p:custDataLst>
    <p:extLst>
      <p:ext uri="{BB962C8B-B14F-4D97-AF65-F5344CB8AC3E}">
        <p14:creationId xmlns:p14="http://schemas.microsoft.com/office/powerpoint/2010/main" val="4141828339"/>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2" presetClass="entr" presetSubtype="1" fill="hold" nodeType="withEffect">
                                  <p:stCondLst>
                                    <p:cond delay="0"/>
                                  </p:stCondLst>
                                  <p:childTnLst>
                                    <p:set>
                                      <p:cBhvr>
                                        <p:cTn id="6" dur="1" fill="hold">
                                          <p:stCondLst>
                                            <p:cond delay="0"/>
                                          </p:stCondLst>
                                        </p:cTn>
                                        <p:tgtEl>
                                          <p:spTgt spid="4"/>
                                        </p:tgtEl>
                                        <p:attrNameLst>
                                          <p:attrName>style.visibility</p:attrName>
                                        </p:attrNameLst>
                                      </p:cBhvr>
                                      <p:to>
                                        <p:strVal val="visible"/>
                                      </p:to>
                                    </p:set>
                                    <p:anim calcmode="lin" valueType="num">
                                      <p:cBhvr additive="base">
                                        <p:cTn id="7" dur="1000"/>
                                        <p:tgtEl>
                                          <p:spTgt spid="4"/>
                                        </p:tgtEl>
                                        <p:attrNameLst>
                                          <p:attrName>ppt_y</p:attrName>
                                        </p:attrNameLst>
                                      </p:cBhvr>
                                      <p:tavLst>
                                        <p:tav tm="0">
                                          <p:val>
                                            <p:strVal val="#ppt_y-#ppt_h*1.125000"/>
                                          </p:val>
                                        </p:tav>
                                        <p:tav tm="100000">
                                          <p:val>
                                            <p:strVal val="#ppt_y"/>
                                          </p:val>
                                        </p:tav>
                                      </p:tavLst>
                                    </p:anim>
                                    <p:animEffect transition="in" filter="wipe(down)">
                                      <p:cBhvr>
                                        <p:cTn id="8" dur="1000"/>
                                        <p:tgtEl>
                                          <p:spTgt spid="4"/>
                                        </p:tgtEl>
                                      </p:cBhvr>
                                    </p:animEffect>
                                  </p:childTnLst>
                                </p:cTn>
                              </p:par>
                            </p:childTnLst>
                          </p:cTn>
                        </p:par>
                      </p:childTnLst>
                    </p:cTn>
                  </p:par>
                  <p:par>
                    <p:cTn id="9" fill="hold">
                      <p:stCondLst>
                        <p:cond delay="indefinite"/>
                      </p:stCondLst>
                      <p:childTnLst>
                        <p:par>
                          <p:cTn id="10" fill="hold">
                            <p:stCondLst>
                              <p:cond delay="0"/>
                            </p:stCondLst>
                            <p:childTnLst>
                              <p:par>
                                <p:cTn id="11" presetID="2" presetClass="entr" presetSubtype="2" fill="hold" grpId="0" nodeType="clickEffect">
                                  <p:stCondLst>
                                    <p:cond delay="0"/>
                                  </p:stCondLst>
                                  <p:childTnLst>
                                    <p:set>
                                      <p:cBhvr>
                                        <p:cTn id="12" dur="1" fill="hold">
                                          <p:stCondLst>
                                            <p:cond delay="0"/>
                                          </p:stCondLst>
                                        </p:cTn>
                                        <p:tgtEl>
                                          <p:spTgt spid="5"/>
                                        </p:tgtEl>
                                        <p:attrNameLst>
                                          <p:attrName>style.visibility</p:attrName>
                                        </p:attrNameLst>
                                      </p:cBhvr>
                                      <p:to>
                                        <p:strVal val="visible"/>
                                      </p:to>
                                    </p:set>
                                    <p:anim calcmode="lin" valueType="num">
                                      <p:cBhvr additive="base">
                                        <p:cTn id="13" dur="500" fill="hold"/>
                                        <p:tgtEl>
                                          <p:spTgt spid="5"/>
                                        </p:tgtEl>
                                        <p:attrNameLst>
                                          <p:attrName>ppt_x</p:attrName>
                                        </p:attrNameLst>
                                      </p:cBhvr>
                                      <p:tavLst>
                                        <p:tav tm="0">
                                          <p:val>
                                            <p:strVal val="1+#ppt_w/2"/>
                                          </p:val>
                                        </p:tav>
                                        <p:tav tm="100000">
                                          <p:val>
                                            <p:strVal val="#ppt_x"/>
                                          </p:val>
                                        </p:tav>
                                      </p:tavLst>
                                    </p:anim>
                                    <p:anim calcmode="lin" valueType="num">
                                      <p:cBhvr additive="base">
                                        <p:cTn id="14" dur="500" fill="hold"/>
                                        <p:tgtEl>
                                          <p:spTgt spid="5"/>
                                        </p:tgtEl>
                                        <p:attrNameLst>
                                          <p:attrName>ppt_y</p:attrName>
                                        </p:attrNameLst>
                                      </p:cBhvr>
                                      <p:tavLst>
                                        <p:tav tm="0">
                                          <p:val>
                                            <p:strVal val="#ppt_y"/>
                                          </p:val>
                                        </p:tav>
                                        <p:tav tm="100000">
                                          <p:val>
                                            <p:strVal val="#ppt_y"/>
                                          </p:val>
                                        </p:tav>
                                      </p:tavLst>
                                    </p:anim>
                                  </p:childTnLst>
                                </p:cTn>
                              </p:par>
                            </p:childTnLst>
                          </p:cTn>
                        </p:par>
                      </p:childTnLst>
                    </p:cTn>
                  </p:par>
                  <p:par>
                    <p:cTn id="15" fill="hold">
                      <p:stCondLst>
                        <p:cond delay="indefinite"/>
                      </p:stCondLst>
                      <p:childTnLst>
                        <p:par>
                          <p:cTn id="16" fill="hold">
                            <p:stCondLst>
                              <p:cond delay="0"/>
                            </p:stCondLst>
                            <p:childTnLst>
                              <p:par>
                                <p:cTn id="17" presetID="49" presetClass="entr" presetSubtype="0" decel="100000" fill="hold" nodeType="clickEffect">
                                  <p:stCondLst>
                                    <p:cond delay="0"/>
                                  </p:stCondLst>
                                  <p:childTnLst>
                                    <p:set>
                                      <p:cBhvr>
                                        <p:cTn id="18" dur="1" fill="hold">
                                          <p:stCondLst>
                                            <p:cond delay="0"/>
                                          </p:stCondLst>
                                        </p:cTn>
                                        <p:tgtEl>
                                          <p:spTgt spid="21"/>
                                        </p:tgtEl>
                                        <p:attrNameLst>
                                          <p:attrName>style.visibility</p:attrName>
                                        </p:attrNameLst>
                                      </p:cBhvr>
                                      <p:to>
                                        <p:strVal val="visible"/>
                                      </p:to>
                                    </p:set>
                                    <p:anim calcmode="lin" valueType="num">
                                      <p:cBhvr>
                                        <p:cTn id="19" dur="500" fill="hold"/>
                                        <p:tgtEl>
                                          <p:spTgt spid="21"/>
                                        </p:tgtEl>
                                        <p:attrNameLst>
                                          <p:attrName>ppt_w</p:attrName>
                                        </p:attrNameLst>
                                      </p:cBhvr>
                                      <p:tavLst>
                                        <p:tav tm="0">
                                          <p:val>
                                            <p:fltVal val="0"/>
                                          </p:val>
                                        </p:tav>
                                        <p:tav tm="100000">
                                          <p:val>
                                            <p:strVal val="#ppt_w"/>
                                          </p:val>
                                        </p:tav>
                                      </p:tavLst>
                                    </p:anim>
                                    <p:anim calcmode="lin" valueType="num">
                                      <p:cBhvr>
                                        <p:cTn id="20" dur="500" fill="hold"/>
                                        <p:tgtEl>
                                          <p:spTgt spid="21"/>
                                        </p:tgtEl>
                                        <p:attrNameLst>
                                          <p:attrName>ppt_h</p:attrName>
                                        </p:attrNameLst>
                                      </p:cBhvr>
                                      <p:tavLst>
                                        <p:tav tm="0">
                                          <p:val>
                                            <p:fltVal val="0"/>
                                          </p:val>
                                        </p:tav>
                                        <p:tav tm="100000">
                                          <p:val>
                                            <p:strVal val="#ppt_h"/>
                                          </p:val>
                                        </p:tav>
                                      </p:tavLst>
                                    </p:anim>
                                    <p:anim calcmode="lin" valueType="num">
                                      <p:cBhvr>
                                        <p:cTn id="21" dur="500" fill="hold"/>
                                        <p:tgtEl>
                                          <p:spTgt spid="21"/>
                                        </p:tgtEl>
                                        <p:attrNameLst>
                                          <p:attrName>style.rotation</p:attrName>
                                        </p:attrNameLst>
                                      </p:cBhvr>
                                      <p:tavLst>
                                        <p:tav tm="0">
                                          <p:val>
                                            <p:fltVal val="360"/>
                                          </p:val>
                                        </p:tav>
                                        <p:tav tm="100000">
                                          <p:val>
                                            <p:fltVal val="0"/>
                                          </p:val>
                                        </p:tav>
                                      </p:tavLst>
                                    </p:anim>
                                    <p:animEffect transition="in" filter="fade">
                                      <p:cBhvr>
                                        <p:cTn id="22" dur="500"/>
                                        <p:tgtEl>
                                          <p:spTgt spid="21"/>
                                        </p:tgtEl>
                                      </p:cBhvr>
                                    </p:animEffect>
                                  </p:childTnLst>
                                </p:cTn>
                              </p:par>
                            </p:childTnLst>
                          </p:cTn>
                        </p:par>
                      </p:childTnLst>
                    </p:cTn>
                  </p:par>
                  <p:par>
                    <p:cTn id="23" fill="hold">
                      <p:stCondLst>
                        <p:cond delay="indefinite"/>
                      </p:stCondLst>
                      <p:childTnLst>
                        <p:par>
                          <p:cTn id="24" fill="hold">
                            <p:stCondLst>
                              <p:cond delay="0"/>
                            </p:stCondLst>
                            <p:childTnLst>
                              <p:par>
                                <p:cTn id="25" presetID="22" presetClass="entr" presetSubtype="8" fill="hold" nodeType="clickEffect">
                                  <p:stCondLst>
                                    <p:cond delay="0"/>
                                  </p:stCondLst>
                                  <p:childTnLst>
                                    <p:set>
                                      <p:cBhvr>
                                        <p:cTn id="26" dur="1" fill="hold">
                                          <p:stCondLst>
                                            <p:cond delay="0"/>
                                          </p:stCondLst>
                                        </p:cTn>
                                        <p:tgtEl>
                                          <p:spTgt spid="92"/>
                                        </p:tgtEl>
                                        <p:attrNameLst>
                                          <p:attrName>style.visibility</p:attrName>
                                        </p:attrNameLst>
                                      </p:cBhvr>
                                      <p:to>
                                        <p:strVal val="visible"/>
                                      </p:to>
                                    </p:set>
                                    <p:animEffect transition="in" filter="wipe(left)">
                                      <p:cBhvr>
                                        <p:cTn id="27" dur="1000"/>
                                        <p:tgtEl>
                                          <p:spTgt spid="92"/>
                                        </p:tgtEl>
                                      </p:cBhvr>
                                    </p:animEffect>
                                  </p:childTnLst>
                                </p:cTn>
                              </p:par>
                            </p:childTnLst>
                          </p:cTn>
                        </p:par>
                      </p:childTnLst>
                    </p:cTn>
                  </p:par>
                  <p:par>
                    <p:cTn id="28" fill="hold">
                      <p:stCondLst>
                        <p:cond delay="indefinite"/>
                      </p:stCondLst>
                      <p:childTnLst>
                        <p:par>
                          <p:cTn id="29" fill="hold">
                            <p:stCondLst>
                              <p:cond delay="0"/>
                            </p:stCondLst>
                            <p:childTnLst>
                              <p:par>
                                <p:cTn id="30" presetID="49" presetClass="entr" presetSubtype="0" decel="100000" fill="hold" nodeType="clickEffect">
                                  <p:stCondLst>
                                    <p:cond delay="0"/>
                                  </p:stCondLst>
                                  <p:childTnLst>
                                    <p:set>
                                      <p:cBhvr>
                                        <p:cTn id="31" dur="1" fill="hold">
                                          <p:stCondLst>
                                            <p:cond delay="0"/>
                                          </p:stCondLst>
                                        </p:cTn>
                                        <p:tgtEl>
                                          <p:spTgt spid="22"/>
                                        </p:tgtEl>
                                        <p:attrNameLst>
                                          <p:attrName>style.visibility</p:attrName>
                                        </p:attrNameLst>
                                      </p:cBhvr>
                                      <p:to>
                                        <p:strVal val="visible"/>
                                      </p:to>
                                    </p:set>
                                    <p:anim calcmode="lin" valueType="num">
                                      <p:cBhvr>
                                        <p:cTn id="32" dur="500" fill="hold"/>
                                        <p:tgtEl>
                                          <p:spTgt spid="22"/>
                                        </p:tgtEl>
                                        <p:attrNameLst>
                                          <p:attrName>ppt_w</p:attrName>
                                        </p:attrNameLst>
                                      </p:cBhvr>
                                      <p:tavLst>
                                        <p:tav tm="0">
                                          <p:val>
                                            <p:fltVal val="0"/>
                                          </p:val>
                                        </p:tav>
                                        <p:tav tm="100000">
                                          <p:val>
                                            <p:strVal val="#ppt_w"/>
                                          </p:val>
                                        </p:tav>
                                      </p:tavLst>
                                    </p:anim>
                                    <p:anim calcmode="lin" valueType="num">
                                      <p:cBhvr>
                                        <p:cTn id="33" dur="500" fill="hold"/>
                                        <p:tgtEl>
                                          <p:spTgt spid="22"/>
                                        </p:tgtEl>
                                        <p:attrNameLst>
                                          <p:attrName>ppt_h</p:attrName>
                                        </p:attrNameLst>
                                      </p:cBhvr>
                                      <p:tavLst>
                                        <p:tav tm="0">
                                          <p:val>
                                            <p:fltVal val="0"/>
                                          </p:val>
                                        </p:tav>
                                        <p:tav tm="100000">
                                          <p:val>
                                            <p:strVal val="#ppt_h"/>
                                          </p:val>
                                        </p:tav>
                                      </p:tavLst>
                                    </p:anim>
                                    <p:anim calcmode="lin" valueType="num">
                                      <p:cBhvr>
                                        <p:cTn id="34" dur="500" fill="hold"/>
                                        <p:tgtEl>
                                          <p:spTgt spid="22"/>
                                        </p:tgtEl>
                                        <p:attrNameLst>
                                          <p:attrName>style.rotation</p:attrName>
                                        </p:attrNameLst>
                                      </p:cBhvr>
                                      <p:tavLst>
                                        <p:tav tm="0">
                                          <p:val>
                                            <p:fltVal val="360"/>
                                          </p:val>
                                        </p:tav>
                                        <p:tav tm="100000">
                                          <p:val>
                                            <p:fltVal val="0"/>
                                          </p:val>
                                        </p:tav>
                                      </p:tavLst>
                                    </p:anim>
                                    <p:animEffect transition="in" filter="fade">
                                      <p:cBhvr>
                                        <p:cTn id="35" dur="500"/>
                                        <p:tgtEl>
                                          <p:spTgt spid="22"/>
                                        </p:tgtEl>
                                      </p:cBhvr>
                                    </p:animEffect>
                                  </p:childTnLst>
                                </p:cTn>
                              </p:par>
                            </p:childTnLst>
                          </p:cTn>
                        </p:par>
                      </p:childTnLst>
                    </p:cTn>
                  </p:par>
                  <p:par>
                    <p:cTn id="36" fill="hold">
                      <p:stCondLst>
                        <p:cond delay="indefinite"/>
                      </p:stCondLst>
                      <p:childTnLst>
                        <p:par>
                          <p:cTn id="37" fill="hold">
                            <p:stCondLst>
                              <p:cond delay="0"/>
                            </p:stCondLst>
                            <p:childTnLst>
                              <p:par>
                                <p:cTn id="38" presetID="22" presetClass="entr" presetSubtype="8" fill="hold" nodeType="clickEffect">
                                  <p:stCondLst>
                                    <p:cond delay="0"/>
                                  </p:stCondLst>
                                  <p:childTnLst>
                                    <p:set>
                                      <p:cBhvr>
                                        <p:cTn id="39" dur="1" fill="hold">
                                          <p:stCondLst>
                                            <p:cond delay="0"/>
                                          </p:stCondLst>
                                        </p:cTn>
                                        <p:tgtEl>
                                          <p:spTgt spid="93"/>
                                        </p:tgtEl>
                                        <p:attrNameLst>
                                          <p:attrName>style.visibility</p:attrName>
                                        </p:attrNameLst>
                                      </p:cBhvr>
                                      <p:to>
                                        <p:strVal val="visible"/>
                                      </p:to>
                                    </p:set>
                                    <p:animEffect transition="in" filter="wipe(left)">
                                      <p:cBhvr>
                                        <p:cTn id="40" dur="1000"/>
                                        <p:tgtEl>
                                          <p:spTgt spid="93"/>
                                        </p:tgtEl>
                                      </p:cBhvr>
                                    </p:animEffect>
                                  </p:childTnLst>
                                </p:cTn>
                              </p:par>
                            </p:childTnLst>
                          </p:cTn>
                        </p:par>
                      </p:childTnLst>
                    </p:cTn>
                  </p:par>
                  <p:par>
                    <p:cTn id="41" fill="hold">
                      <p:stCondLst>
                        <p:cond delay="indefinite"/>
                      </p:stCondLst>
                      <p:childTnLst>
                        <p:par>
                          <p:cTn id="42" fill="hold">
                            <p:stCondLst>
                              <p:cond delay="0"/>
                            </p:stCondLst>
                            <p:childTnLst>
                              <p:par>
                                <p:cTn id="43" presetID="49" presetClass="entr" presetSubtype="0" decel="100000" fill="hold" nodeType="clickEffect">
                                  <p:stCondLst>
                                    <p:cond delay="0"/>
                                  </p:stCondLst>
                                  <p:childTnLst>
                                    <p:set>
                                      <p:cBhvr>
                                        <p:cTn id="44" dur="1" fill="hold">
                                          <p:stCondLst>
                                            <p:cond delay="0"/>
                                          </p:stCondLst>
                                        </p:cTn>
                                        <p:tgtEl>
                                          <p:spTgt spid="23"/>
                                        </p:tgtEl>
                                        <p:attrNameLst>
                                          <p:attrName>style.visibility</p:attrName>
                                        </p:attrNameLst>
                                      </p:cBhvr>
                                      <p:to>
                                        <p:strVal val="visible"/>
                                      </p:to>
                                    </p:set>
                                    <p:anim calcmode="lin" valueType="num">
                                      <p:cBhvr>
                                        <p:cTn id="45" dur="500" fill="hold"/>
                                        <p:tgtEl>
                                          <p:spTgt spid="23"/>
                                        </p:tgtEl>
                                        <p:attrNameLst>
                                          <p:attrName>ppt_w</p:attrName>
                                        </p:attrNameLst>
                                      </p:cBhvr>
                                      <p:tavLst>
                                        <p:tav tm="0">
                                          <p:val>
                                            <p:fltVal val="0"/>
                                          </p:val>
                                        </p:tav>
                                        <p:tav tm="100000">
                                          <p:val>
                                            <p:strVal val="#ppt_w"/>
                                          </p:val>
                                        </p:tav>
                                      </p:tavLst>
                                    </p:anim>
                                    <p:anim calcmode="lin" valueType="num">
                                      <p:cBhvr>
                                        <p:cTn id="46" dur="500" fill="hold"/>
                                        <p:tgtEl>
                                          <p:spTgt spid="23"/>
                                        </p:tgtEl>
                                        <p:attrNameLst>
                                          <p:attrName>ppt_h</p:attrName>
                                        </p:attrNameLst>
                                      </p:cBhvr>
                                      <p:tavLst>
                                        <p:tav tm="0">
                                          <p:val>
                                            <p:fltVal val="0"/>
                                          </p:val>
                                        </p:tav>
                                        <p:tav tm="100000">
                                          <p:val>
                                            <p:strVal val="#ppt_h"/>
                                          </p:val>
                                        </p:tav>
                                      </p:tavLst>
                                    </p:anim>
                                    <p:anim calcmode="lin" valueType="num">
                                      <p:cBhvr>
                                        <p:cTn id="47" dur="500" fill="hold"/>
                                        <p:tgtEl>
                                          <p:spTgt spid="23"/>
                                        </p:tgtEl>
                                        <p:attrNameLst>
                                          <p:attrName>style.rotation</p:attrName>
                                        </p:attrNameLst>
                                      </p:cBhvr>
                                      <p:tavLst>
                                        <p:tav tm="0">
                                          <p:val>
                                            <p:fltVal val="360"/>
                                          </p:val>
                                        </p:tav>
                                        <p:tav tm="100000">
                                          <p:val>
                                            <p:fltVal val="0"/>
                                          </p:val>
                                        </p:tav>
                                      </p:tavLst>
                                    </p:anim>
                                    <p:animEffect transition="in" filter="fade">
                                      <p:cBhvr>
                                        <p:cTn id="48" dur="500"/>
                                        <p:tgtEl>
                                          <p:spTgt spid="23"/>
                                        </p:tgtEl>
                                      </p:cBhvr>
                                    </p:animEffect>
                                  </p:childTnLst>
                                </p:cTn>
                              </p:par>
                            </p:childTnLst>
                          </p:cTn>
                        </p:par>
                      </p:childTnLst>
                    </p:cTn>
                  </p:par>
                  <p:par>
                    <p:cTn id="49" fill="hold">
                      <p:stCondLst>
                        <p:cond delay="indefinite"/>
                      </p:stCondLst>
                      <p:childTnLst>
                        <p:par>
                          <p:cTn id="50" fill="hold">
                            <p:stCondLst>
                              <p:cond delay="0"/>
                            </p:stCondLst>
                            <p:childTnLst>
                              <p:par>
                                <p:cTn id="51" presetID="22" presetClass="entr" presetSubtype="2" fill="hold" nodeType="clickEffect">
                                  <p:stCondLst>
                                    <p:cond delay="0"/>
                                  </p:stCondLst>
                                  <p:childTnLst>
                                    <p:set>
                                      <p:cBhvr>
                                        <p:cTn id="52" dur="1" fill="hold">
                                          <p:stCondLst>
                                            <p:cond delay="0"/>
                                          </p:stCondLst>
                                        </p:cTn>
                                        <p:tgtEl>
                                          <p:spTgt spid="96"/>
                                        </p:tgtEl>
                                        <p:attrNameLst>
                                          <p:attrName>style.visibility</p:attrName>
                                        </p:attrNameLst>
                                      </p:cBhvr>
                                      <p:to>
                                        <p:strVal val="visible"/>
                                      </p:to>
                                    </p:set>
                                    <p:animEffect transition="in" filter="wipe(right)">
                                      <p:cBhvr>
                                        <p:cTn id="53" dur="1000"/>
                                        <p:tgtEl>
                                          <p:spTgt spid="96"/>
                                        </p:tgtEl>
                                      </p:cBhvr>
                                    </p:animEffect>
                                  </p:childTnLst>
                                </p:cTn>
                              </p:par>
                            </p:childTnLst>
                          </p:cTn>
                        </p:par>
                      </p:childTnLst>
                    </p:cTn>
                  </p:par>
                  <p:par>
                    <p:cTn id="54" fill="hold">
                      <p:stCondLst>
                        <p:cond delay="indefinite"/>
                      </p:stCondLst>
                      <p:childTnLst>
                        <p:par>
                          <p:cTn id="55" fill="hold">
                            <p:stCondLst>
                              <p:cond delay="0"/>
                            </p:stCondLst>
                            <p:childTnLst>
                              <p:par>
                                <p:cTn id="56" presetID="22" presetClass="entr" presetSubtype="1" fill="hold" nodeType="clickEffect">
                                  <p:stCondLst>
                                    <p:cond delay="0"/>
                                  </p:stCondLst>
                                  <p:childTnLst>
                                    <p:set>
                                      <p:cBhvr>
                                        <p:cTn id="57" dur="1" fill="hold">
                                          <p:stCondLst>
                                            <p:cond delay="0"/>
                                          </p:stCondLst>
                                        </p:cTn>
                                        <p:tgtEl>
                                          <p:spTgt spid="94"/>
                                        </p:tgtEl>
                                        <p:attrNameLst>
                                          <p:attrName>style.visibility</p:attrName>
                                        </p:attrNameLst>
                                      </p:cBhvr>
                                      <p:to>
                                        <p:strVal val="visible"/>
                                      </p:to>
                                    </p:set>
                                    <p:animEffect transition="in" filter="wipe(up)">
                                      <p:cBhvr>
                                        <p:cTn id="58" dur="1000"/>
                                        <p:tgtEl>
                                          <p:spTgt spid="94"/>
                                        </p:tgtEl>
                                      </p:cBhvr>
                                    </p:animEffect>
                                  </p:childTnLst>
                                </p:cTn>
                              </p:par>
                            </p:childTnLst>
                          </p:cTn>
                        </p:par>
                      </p:childTnLst>
                    </p:cTn>
                  </p:par>
                  <p:par>
                    <p:cTn id="59" fill="hold">
                      <p:stCondLst>
                        <p:cond delay="indefinite"/>
                      </p:stCondLst>
                      <p:childTnLst>
                        <p:par>
                          <p:cTn id="60" fill="hold">
                            <p:stCondLst>
                              <p:cond delay="0"/>
                            </p:stCondLst>
                            <p:childTnLst>
                              <p:par>
                                <p:cTn id="61" presetID="49" presetClass="entr" presetSubtype="0" decel="100000" fill="hold" nodeType="clickEffect">
                                  <p:stCondLst>
                                    <p:cond delay="0"/>
                                  </p:stCondLst>
                                  <p:childTnLst>
                                    <p:set>
                                      <p:cBhvr>
                                        <p:cTn id="62" dur="1" fill="hold">
                                          <p:stCondLst>
                                            <p:cond delay="0"/>
                                          </p:stCondLst>
                                        </p:cTn>
                                        <p:tgtEl>
                                          <p:spTgt spid="24"/>
                                        </p:tgtEl>
                                        <p:attrNameLst>
                                          <p:attrName>style.visibility</p:attrName>
                                        </p:attrNameLst>
                                      </p:cBhvr>
                                      <p:to>
                                        <p:strVal val="visible"/>
                                      </p:to>
                                    </p:set>
                                    <p:anim calcmode="lin" valueType="num">
                                      <p:cBhvr>
                                        <p:cTn id="63" dur="500" fill="hold"/>
                                        <p:tgtEl>
                                          <p:spTgt spid="24"/>
                                        </p:tgtEl>
                                        <p:attrNameLst>
                                          <p:attrName>ppt_w</p:attrName>
                                        </p:attrNameLst>
                                      </p:cBhvr>
                                      <p:tavLst>
                                        <p:tav tm="0">
                                          <p:val>
                                            <p:fltVal val="0"/>
                                          </p:val>
                                        </p:tav>
                                        <p:tav tm="100000">
                                          <p:val>
                                            <p:strVal val="#ppt_w"/>
                                          </p:val>
                                        </p:tav>
                                      </p:tavLst>
                                    </p:anim>
                                    <p:anim calcmode="lin" valueType="num">
                                      <p:cBhvr>
                                        <p:cTn id="64" dur="500" fill="hold"/>
                                        <p:tgtEl>
                                          <p:spTgt spid="24"/>
                                        </p:tgtEl>
                                        <p:attrNameLst>
                                          <p:attrName>ppt_h</p:attrName>
                                        </p:attrNameLst>
                                      </p:cBhvr>
                                      <p:tavLst>
                                        <p:tav tm="0">
                                          <p:val>
                                            <p:fltVal val="0"/>
                                          </p:val>
                                        </p:tav>
                                        <p:tav tm="100000">
                                          <p:val>
                                            <p:strVal val="#ppt_h"/>
                                          </p:val>
                                        </p:tav>
                                      </p:tavLst>
                                    </p:anim>
                                    <p:anim calcmode="lin" valueType="num">
                                      <p:cBhvr>
                                        <p:cTn id="65" dur="500" fill="hold"/>
                                        <p:tgtEl>
                                          <p:spTgt spid="24"/>
                                        </p:tgtEl>
                                        <p:attrNameLst>
                                          <p:attrName>style.rotation</p:attrName>
                                        </p:attrNameLst>
                                      </p:cBhvr>
                                      <p:tavLst>
                                        <p:tav tm="0">
                                          <p:val>
                                            <p:fltVal val="360"/>
                                          </p:val>
                                        </p:tav>
                                        <p:tav tm="100000">
                                          <p:val>
                                            <p:fltVal val="0"/>
                                          </p:val>
                                        </p:tav>
                                      </p:tavLst>
                                    </p:anim>
                                    <p:animEffect transition="in" filter="fade">
                                      <p:cBhvr>
                                        <p:cTn id="66" dur="500"/>
                                        <p:tgtEl>
                                          <p:spTgt spid="24"/>
                                        </p:tgtEl>
                                      </p:cBhvr>
                                    </p:animEffect>
                                  </p:childTnLst>
                                </p:cTn>
                              </p:par>
                            </p:childTnLst>
                          </p:cTn>
                        </p:par>
                      </p:childTnLst>
                    </p:cTn>
                  </p:par>
                  <p:par>
                    <p:cTn id="67" fill="hold">
                      <p:stCondLst>
                        <p:cond delay="indefinite"/>
                      </p:stCondLst>
                      <p:childTnLst>
                        <p:par>
                          <p:cTn id="68" fill="hold">
                            <p:stCondLst>
                              <p:cond delay="0"/>
                            </p:stCondLst>
                            <p:childTnLst>
                              <p:par>
                                <p:cTn id="69" presetID="22" presetClass="entr" presetSubtype="2" fill="hold" nodeType="clickEffect">
                                  <p:stCondLst>
                                    <p:cond delay="0"/>
                                  </p:stCondLst>
                                  <p:childTnLst>
                                    <p:set>
                                      <p:cBhvr>
                                        <p:cTn id="70" dur="1" fill="hold">
                                          <p:stCondLst>
                                            <p:cond delay="0"/>
                                          </p:stCondLst>
                                        </p:cTn>
                                        <p:tgtEl>
                                          <p:spTgt spid="95"/>
                                        </p:tgtEl>
                                        <p:attrNameLst>
                                          <p:attrName>style.visibility</p:attrName>
                                        </p:attrNameLst>
                                      </p:cBhvr>
                                      <p:to>
                                        <p:strVal val="visible"/>
                                      </p:to>
                                    </p:set>
                                    <p:animEffect transition="in" filter="wipe(right)">
                                      <p:cBhvr>
                                        <p:cTn id="71" dur="1000"/>
                                        <p:tgtEl>
                                          <p:spTgt spid="95"/>
                                        </p:tgtEl>
                                      </p:cBhvr>
                                    </p:animEffect>
                                  </p:childTnLst>
                                </p:cTn>
                              </p:par>
                            </p:childTnLst>
                          </p:cTn>
                        </p:par>
                      </p:childTnLst>
                    </p:cTn>
                  </p:par>
                  <p:par>
                    <p:cTn id="72" fill="hold">
                      <p:stCondLst>
                        <p:cond delay="indefinite"/>
                      </p:stCondLst>
                      <p:childTnLst>
                        <p:par>
                          <p:cTn id="73" fill="hold">
                            <p:stCondLst>
                              <p:cond delay="0"/>
                            </p:stCondLst>
                            <p:childTnLst>
                              <p:par>
                                <p:cTn id="74" presetID="49" presetClass="entr" presetSubtype="0" decel="100000" fill="hold" nodeType="clickEffect">
                                  <p:stCondLst>
                                    <p:cond delay="0"/>
                                  </p:stCondLst>
                                  <p:childTnLst>
                                    <p:set>
                                      <p:cBhvr>
                                        <p:cTn id="75" dur="1" fill="hold">
                                          <p:stCondLst>
                                            <p:cond delay="0"/>
                                          </p:stCondLst>
                                        </p:cTn>
                                        <p:tgtEl>
                                          <p:spTgt spid="26"/>
                                        </p:tgtEl>
                                        <p:attrNameLst>
                                          <p:attrName>style.visibility</p:attrName>
                                        </p:attrNameLst>
                                      </p:cBhvr>
                                      <p:to>
                                        <p:strVal val="visible"/>
                                      </p:to>
                                    </p:set>
                                    <p:anim calcmode="lin" valueType="num">
                                      <p:cBhvr>
                                        <p:cTn id="76" dur="500" fill="hold"/>
                                        <p:tgtEl>
                                          <p:spTgt spid="26"/>
                                        </p:tgtEl>
                                        <p:attrNameLst>
                                          <p:attrName>ppt_w</p:attrName>
                                        </p:attrNameLst>
                                      </p:cBhvr>
                                      <p:tavLst>
                                        <p:tav tm="0">
                                          <p:val>
                                            <p:fltVal val="0"/>
                                          </p:val>
                                        </p:tav>
                                        <p:tav tm="100000">
                                          <p:val>
                                            <p:strVal val="#ppt_w"/>
                                          </p:val>
                                        </p:tav>
                                      </p:tavLst>
                                    </p:anim>
                                    <p:anim calcmode="lin" valueType="num">
                                      <p:cBhvr>
                                        <p:cTn id="77" dur="500" fill="hold"/>
                                        <p:tgtEl>
                                          <p:spTgt spid="26"/>
                                        </p:tgtEl>
                                        <p:attrNameLst>
                                          <p:attrName>ppt_h</p:attrName>
                                        </p:attrNameLst>
                                      </p:cBhvr>
                                      <p:tavLst>
                                        <p:tav tm="0">
                                          <p:val>
                                            <p:fltVal val="0"/>
                                          </p:val>
                                        </p:tav>
                                        <p:tav tm="100000">
                                          <p:val>
                                            <p:strVal val="#ppt_h"/>
                                          </p:val>
                                        </p:tav>
                                      </p:tavLst>
                                    </p:anim>
                                    <p:anim calcmode="lin" valueType="num">
                                      <p:cBhvr>
                                        <p:cTn id="78" dur="500" fill="hold"/>
                                        <p:tgtEl>
                                          <p:spTgt spid="26"/>
                                        </p:tgtEl>
                                        <p:attrNameLst>
                                          <p:attrName>style.rotation</p:attrName>
                                        </p:attrNameLst>
                                      </p:cBhvr>
                                      <p:tavLst>
                                        <p:tav tm="0">
                                          <p:val>
                                            <p:fltVal val="360"/>
                                          </p:val>
                                        </p:tav>
                                        <p:tav tm="100000">
                                          <p:val>
                                            <p:fltVal val="0"/>
                                          </p:val>
                                        </p:tav>
                                      </p:tavLst>
                                    </p:anim>
                                    <p:animEffect transition="in" filter="fade">
                                      <p:cBhvr>
                                        <p:cTn id="79" dur="500"/>
                                        <p:tgtEl>
                                          <p:spTgt spid="26"/>
                                        </p:tgtEl>
                                      </p:cBhvr>
                                    </p:animEffect>
                                  </p:childTnLst>
                                </p:cTn>
                              </p:par>
                            </p:childTnLst>
                          </p:cTn>
                        </p:par>
                      </p:childTnLst>
                    </p:cTn>
                  </p:par>
                  <p:par>
                    <p:cTn id="80" fill="hold">
                      <p:stCondLst>
                        <p:cond delay="indefinite"/>
                      </p:stCondLst>
                      <p:childTnLst>
                        <p:par>
                          <p:cTn id="81" fill="hold">
                            <p:stCondLst>
                              <p:cond delay="0"/>
                            </p:stCondLst>
                            <p:childTnLst>
                              <p:par>
                                <p:cTn id="82" presetID="22" presetClass="entr" presetSubtype="2" fill="hold" nodeType="clickEffect">
                                  <p:stCondLst>
                                    <p:cond delay="0"/>
                                  </p:stCondLst>
                                  <p:childTnLst>
                                    <p:set>
                                      <p:cBhvr>
                                        <p:cTn id="83" dur="1" fill="hold">
                                          <p:stCondLst>
                                            <p:cond delay="0"/>
                                          </p:stCondLst>
                                        </p:cTn>
                                        <p:tgtEl>
                                          <p:spTgt spid="97"/>
                                        </p:tgtEl>
                                        <p:attrNameLst>
                                          <p:attrName>style.visibility</p:attrName>
                                        </p:attrNameLst>
                                      </p:cBhvr>
                                      <p:to>
                                        <p:strVal val="visible"/>
                                      </p:to>
                                    </p:set>
                                    <p:animEffect transition="in" filter="wipe(right)">
                                      <p:cBhvr>
                                        <p:cTn id="84" dur="1000"/>
                                        <p:tgtEl>
                                          <p:spTgt spid="97"/>
                                        </p:tgtEl>
                                      </p:cBhvr>
                                    </p:animEffect>
                                  </p:childTnLst>
                                </p:cTn>
                              </p:par>
                            </p:childTnLst>
                          </p:cTn>
                        </p:par>
                      </p:childTnLst>
                    </p:cTn>
                  </p:par>
                  <p:par>
                    <p:cTn id="85" fill="hold">
                      <p:stCondLst>
                        <p:cond delay="indefinite"/>
                      </p:stCondLst>
                      <p:childTnLst>
                        <p:par>
                          <p:cTn id="86" fill="hold">
                            <p:stCondLst>
                              <p:cond delay="0"/>
                            </p:stCondLst>
                            <p:childTnLst>
                              <p:par>
                                <p:cTn id="87" presetID="49" presetClass="entr" presetSubtype="0" decel="100000" fill="hold" nodeType="clickEffect">
                                  <p:stCondLst>
                                    <p:cond delay="0"/>
                                  </p:stCondLst>
                                  <p:childTnLst>
                                    <p:set>
                                      <p:cBhvr>
                                        <p:cTn id="88" dur="1" fill="hold">
                                          <p:stCondLst>
                                            <p:cond delay="0"/>
                                          </p:stCondLst>
                                        </p:cTn>
                                        <p:tgtEl>
                                          <p:spTgt spid="25"/>
                                        </p:tgtEl>
                                        <p:attrNameLst>
                                          <p:attrName>style.visibility</p:attrName>
                                        </p:attrNameLst>
                                      </p:cBhvr>
                                      <p:to>
                                        <p:strVal val="visible"/>
                                      </p:to>
                                    </p:set>
                                    <p:anim calcmode="lin" valueType="num">
                                      <p:cBhvr>
                                        <p:cTn id="89" dur="500" fill="hold"/>
                                        <p:tgtEl>
                                          <p:spTgt spid="25"/>
                                        </p:tgtEl>
                                        <p:attrNameLst>
                                          <p:attrName>ppt_w</p:attrName>
                                        </p:attrNameLst>
                                      </p:cBhvr>
                                      <p:tavLst>
                                        <p:tav tm="0">
                                          <p:val>
                                            <p:fltVal val="0"/>
                                          </p:val>
                                        </p:tav>
                                        <p:tav tm="100000">
                                          <p:val>
                                            <p:strVal val="#ppt_w"/>
                                          </p:val>
                                        </p:tav>
                                      </p:tavLst>
                                    </p:anim>
                                    <p:anim calcmode="lin" valueType="num">
                                      <p:cBhvr>
                                        <p:cTn id="90" dur="500" fill="hold"/>
                                        <p:tgtEl>
                                          <p:spTgt spid="25"/>
                                        </p:tgtEl>
                                        <p:attrNameLst>
                                          <p:attrName>ppt_h</p:attrName>
                                        </p:attrNameLst>
                                      </p:cBhvr>
                                      <p:tavLst>
                                        <p:tav tm="0">
                                          <p:val>
                                            <p:fltVal val="0"/>
                                          </p:val>
                                        </p:tav>
                                        <p:tav tm="100000">
                                          <p:val>
                                            <p:strVal val="#ppt_h"/>
                                          </p:val>
                                        </p:tav>
                                      </p:tavLst>
                                    </p:anim>
                                    <p:anim calcmode="lin" valueType="num">
                                      <p:cBhvr>
                                        <p:cTn id="91" dur="500" fill="hold"/>
                                        <p:tgtEl>
                                          <p:spTgt spid="25"/>
                                        </p:tgtEl>
                                        <p:attrNameLst>
                                          <p:attrName>style.rotation</p:attrName>
                                        </p:attrNameLst>
                                      </p:cBhvr>
                                      <p:tavLst>
                                        <p:tav tm="0">
                                          <p:val>
                                            <p:fltVal val="360"/>
                                          </p:val>
                                        </p:tav>
                                        <p:tav tm="100000">
                                          <p:val>
                                            <p:fltVal val="0"/>
                                          </p:val>
                                        </p:tav>
                                      </p:tavLst>
                                    </p:anim>
                                    <p:animEffect transition="in" filter="fade">
                                      <p:cBhvr>
                                        <p:cTn id="92" dur="500"/>
                                        <p:tgtEl>
                                          <p:spTgt spid="25"/>
                                        </p:tgtEl>
                                      </p:cBhvr>
                                    </p:animEffect>
                                  </p:childTnLst>
                                </p:cTn>
                              </p:par>
                            </p:childTnLst>
                          </p:cTn>
                        </p:par>
                      </p:childTnLst>
                    </p:cTn>
                  </p:par>
                  <p:par>
                    <p:cTn id="93" fill="hold">
                      <p:stCondLst>
                        <p:cond delay="indefinite"/>
                      </p:stCondLst>
                      <p:childTnLst>
                        <p:par>
                          <p:cTn id="94" fill="hold">
                            <p:stCondLst>
                              <p:cond delay="0"/>
                            </p:stCondLst>
                            <p:childTnLst>
                              <p:par>
                                <p:cTn id="95" presetID="22" presetClass="entr" presetSubtype="2" fill="hold" nodeType="clickEffect">
                                  <p:stCondLst>
                                    <p:cond delay="0"/>
                                  </p:stCondLst>
                                  <p:childTnLst>
                                    <p:set>
                                      <p:cBhvr>
                                        <p:cTn id="96" dur="1" fill="hold">
                                          <p:stCondLst>
                                            <p:cond delay="0"/>
                                          </p:stCondLst>
                                        </p:cTn>
                                        <p:tgtEl>
                                          <p:spTgt spid="98"/>
                                        </p:tgtEl>
                                        <p:attrNameLst>
                                          <p:attrName>style.visibility</p:attrName>
                                        </p:attrNameLst>
                                      </p:cBhvr>
                                      <p:to>
                                        <p:strVal val="visible"/>
                                      </p:to>
                                    </p:set>
                                    <p:animEffect transition="in" filter="wipe(right)">
                                      <p:cBhvr>
                                        <p:cTn id="97" dur="1000"/>
                                        <p:tgtEl>
                                          <p:spTgt spid="98"/>
                                        </p:tgtEl>
                                      </p:cBhvr>
                                    </p:animEffect>
                                  </p:childTnLst>
                                </p:cTn>
                              </p:par>
                            </p:childTnLst>
                          </p:cTn>
                        </p:par>
                      </p:childTnLst>
                    </p:cTn>
                  </p:par>
                  <p:par>
                    <p:cTn id="98" fill="hold">
                      <p:stCondLst>
                        <p:cond delay="indefinite"/>
                      </p:stCondLst>
                      <p:childTnLst>
                        <p:par>
                          <p:cTn id="99" fill="hold">
                            <p:stCondLst>
                              <p:cond delay="0"/>
                            </p:stCondLst>
                            <p:childTnLst>
                              <p:par>
                                <p:cTn id="100" presetID="22" presetClass="entr" presetSubtype="4" fill="hold" nodeType="clickEffect">
                                  <p:stCondLst>
                                    <p:cond delay="0"/>
                                  </p:stCondLst>
                                  <p:childTnLst>
                                    <p:set>
                                      <p:cBhvr>
                                        <p:cTn id="101" dur="1" fill="hold">
                                          <p:stCondLst>
                                            <p:cond delay="0"/>
                                          </p:stCondLst>
                                        </p:cTn>
                                        <p:tgtEl>
                                          <p:spTgt spid="99"/>
                                        </p:tgtEl>
                                        <p:attrNameLst>
                                          <p:attrName>style.visibility</p:attrName>
                                        </p:attrNameLst>
                                      </p:cBhvr>
                                      <p:to>
                                        <p:strVal val="visible"/>
                                      </p:to>
                                    </p:set>
                                    <p:animEffect transition="in" filter="wipe(down)">
                                      <p:cBhvr>
                                        <p:cTn id="102" dur="1000"/>
                                        <p:tgtEl>
                                          <p:spTgt spid="99"/>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 grpId="0" animBg="1"/>
    </p:bldLst>
  </p:timing>
</p:sld>
</file>

<file path=ppt/slides/slide24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3" name="组合 2">
            <a:extLst>
              <a:ext uri="{FF2B5EF4-FFF2-40B4-BE49-F238E27FC236}">
                <a16:creationId xmlns:a16="http://schemas.microsoft.com/office/drawing/2014/main" id="{EC90BE10-D9B4-A4DD-2F61-2C5491F21E3B}"/>
              </a:ext>
            </a:extLst>
          </p:cNvPr>
          <p:cNvGrpSpPr/>
          <p:nvPr/>
        </p:nvGrpSpPr>
        <p:grpSpPr>
          <a:xfrm>
            <a:off x="3720798" y="1188116"/>
            <a:ext cx="4804435" cy="1417496"/>
            <a:chOff x="4318674" y="1188116"/>
            <a:chExt cx="4804435" cy="1417496"/>
          </a:xfrm>
        </p:grpSpPr>
        <p:sp>
          <p:nvSpPr>
            <p:cNvPr id="12" name="íşlïḍè"/>
            <p:cNvSpPr txBox="1"/>
            <p:nvPr/>
          </p:nvSpPr>
          <p:spPr>
            <a:xfrm>
              <a:off x="4563496" y="1188116"/>
              <a:ext cx="4287076" cy="419100"/>
            </a:xfrm>
            <a:prstGeom prst="rect">
              <a:avLst/>
            </a:prstGeom>
            <a:noFill/>
          </p:spPr>
          <p:txBody>
            <a:bodyPr wrap="square" lIns="91440" tIns="45720" rIns="91440" bIns="45720" anchor="ctr">
              <a:noAutofit/>
            </a:bodyPr>
            <a:lstStyle/>
            <a:p>
              <a:pPr algn="ctr"/>
              <a:r>
                <a:rPr lang="en-US" altLang="zh-CN" sz="2400" b="1" dirty="0"/>
                <a:t>3.4 </a:t>
              </a:r>
              <a:r>
                <a:rPr lang="zh-CN" altLang="en-US" sz="2400" b="1" dirty="0"/>
                <a:t>共享式以太网</a:t>
              </a:r>
              <a:endParaRPr lang="en-US" altLang="zh-CN" sz="2400" b="1" dirty="0"/>
            </a:p>
          </p:txBody>
        </p:sp>
        <p:grpSp>
          <p:nvGrpSpPr>
            <p:cNvPr id="6" name="组合 5"/>
            <p:cNvGrpSpPr/>
            <p:nvPr/>
          </p:nvGrpSpPr>
          <p:grpSpPr>
            <a:xfrm>
              <a:off x="4318674" y="2010058"/>
              <a:ext cx="4804435" cy="595554"/>
              <a:chOff x="2345153" y="2200834"/>
              <a:chExt cx="4804435" cy="595554"/>
            </a:xfrm>
          </p:grpSpPr>
          <p:sp>
            <p:nvSpPr>
              <p:cNvPr id="5" name="平行四边形 4"/>
              <p:cNvSpPr/>
              <p:nvPr/>
            </p:nvSpPr>
            <p:spPr>
              <a:xfrm>
                <a:off x="2345153" y="2200834"/>
                <a:ext cx="828092" cy="595554"/>
              </a:xfrm>
              <a:prstGeom prst="parallelogram">
                <a:avLst/>
              </a:prstGeom>
              <a:solidFill>
                <a:schemeClr val="accent3">
                  <a:lumMod val="75000"/>
                </a:schemeClr>
              </a:solidFill>
              <a:ln>
                <a:solidFill>
                  <a:schemeClr val="accent3">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CN" sz="2800" dirty="0">
                    <a:latin typeface="Impact" panose="020B0806030902050204" pitchFamily="34" charset="0"/>
                  </a:rPr>
                  <a:t>01</a:t>
                </a:r>
                <a:endParaRPr lang="zh-CN" altLang="en-US" sz="2800" dirty="0">
                  <a:latin typeface="Impact" panose="020B0806030902050204" pitchFamily="34" charset="0"/>
                </a:endParaRPr>
              </a:p>
            </p:txBody>
          </p:sp>
          <p:sp>
            <p:nvSpPr>
              <p:cNvPr id="25" name="平行四边形 24"/>
              <p:cNvSpPr/>
              <p:nvPr/>
            </p:nvSpPr>
            <p:spPr>
              <a:xfrm>
                <a:off x="3020590" y="2200834"/>
                <a:ext cx="4128998" cy="595554"/>
              </a:xfrm>
              <a:prstGeom prst="parallelogram">
                <a:avLst/>
              </a:prstGeom>
              <a:noFill/>
              <a:ln>
                <a:solidFill>
                  <a:schemeClr val="accent3">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r>
                  <a:rPr lang="zh-CN" altLang="en-US" sz="2200" b="1" dirty="0">
                    <a:solidFill>
                      <a:schemeClr val="tx1"/>
                    </a:solidFill>
                    <a:latin typeface="Impact" panose="020B0806030902050204" pitchFamily="34" charset="0"/>
                  </a:rPr>
                  <a:t>共享式以太网</a:t>
                </a:r>
              </a:p>
            </p:txBody>
          </p:sp>
        </p:grpSp>
      </p:grpSp>
    </p:spTree>
    <p:extLst>
      <p:ext uri="{BB962C8B-B14F-4D97-AF65-F5344CB8AC3E}">
        <p14:creationId xmlns:p14="http://schemas.microsoft.com/office/powerpoint/2010/main" val="1086443654"/>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42" presetClass="entr" presetSubtype="0" fill="hold" nodeType="withEffect">
                                  <p:stCondLst>
                                    <p:cond delay="0"/>
                                  </p:stCondLst>
                                  <p:childTnLst>
                                    <p:set>
                                      <p:cBhvr>
                                        <p:cTn id="6" dur="1" fill="hold">
                                          <p:stCondLst>
                                            <p:cond delay="0"/>
                                          </p:stCondLst>
                                        </p:cTn>
                                        <p:tgtEl>
                                          <p:spTgt spid="3"/>
                                        </p:tgtEl>
                                        <p:attrNameLst>
                                          <p:attrName>style.visibility</p:attrName>
                                        </p:attrNameLst>
                                      </p:cBhvr>
                                      <p:to>
                                        <p:strVal val="visible"/>
                                      </p:to>
                                    </p:set>
                                    <p:animEffect transition="in" filter="fade">
                                      <p:cBhvr>
                                        <p:cTn id="7" dur="1000"/>
                                        <p:tgtEl>
                                          <p:spTgt spid="3"/>
                                        </p:tgtEl>
                                      </p:cBhvr>
                                    </p:animEffect>
                                    <p:anim calcmode="lin" valueType="num">
                                      <p:cBhvr>
                                        <p:cTn id="8" dur="1000" fill="hold"/>
                                        <p:tgtEl>
                                          <p:spTgt spid="3"/>
                                        </p:tgtEl>
                                        <p:attrNameLst>
                                          <p:attrName>ppt_x</p:attrName>
                                        </p:attrNameLst>
                                      </p:cBhvr>
                                      <p:tavLst>
                                        <p:tav tm="0">
                                          <p:val>
                                            <p:strVal val="#ppt_x"/>
                                          </p:val>
                                        </p:tav>
                                        <p:tav tm="100000">
                                          <p:val>
                                            <p:strVal val="#ppt_x"/>
                                          </p:val>
                                        </p:tav>
                                      </p:tavLst>
                                    </p:anim>
                                    <p:anim calcmode="lin" valueType="num">
                                      <p:cBhvr>
                                        <p:cTn id="9" dur="1000" fill="hold"/>
                                        <p:tgtEl>
                                          <p:spTgt spid="3"/>
                                        </p:tgtEl>
                                        <p:attrNameLst>
                                          <p:attrName>ppt_y</p:attrName>
                                        </p:attrNameLst>
                                      </p:cBhvr>
                                      <p:tavLst>
                                        <p:tav tm="0">
                                          <p:val>
                                            <p:strVal val="#ppt_y+.1"/>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24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4" name="组合 3">
            <a:extLst>
              <a:ext uri="{FF2B5EF4-FFF2-40B4-BE49-F238E27FC236}">
                <a16:creationId xmlns:a16="http://schemas.microsoft.com/office/drawing/2014/main" id="{9A1EA9F2-FCB6-48C3-935F-7AE7E3AD14AC}"/>
              </a:ext>
            </a:extLst>
          </p:cNvPr>
          <p:cNvGrpSpPr/>
          <p:nvPr/>
        </p:nvGrpSpPr>
        <p:grpSpPr>
          <a:xfrm>
            <a:off x="304800" y="749300"/>
            <a:ext cx="6192344" cy="400110"/>
            <a:chOff x="424117" y="898245"/>
            <a:chExt cx="6192344" cy="400110"/>
          </a:xfrm>
        </p:grpSpPr>
        <p:sp>
          <p:nvSpPr>
            <p:cNvPr id="2" name="平行四边形 1">
              <a:extLst>
                <a:ext uri="{FF2B5EF4-FFF2-40B4-BE49-F238E27FC236}">
                  <a16:creationId xmlns:a16="http://schemas.microsoft.com/office/drawing/2014/main" id="{1F5BAA3F-9845-4F89-A2DD-8222D3E4EDAC}"/>
                </a:ext>
              </a:extLst>
            </p:cNvPr>
            <p:cNvSpPr/>
            <p:nvPr/>
          </p:nvSpPr>
          <p:spPr>
            <a:xfrm>
              <a:off x="424117" y="898245"/>
              <a:ext cx="628306" cy="387090"/>
            </a:xfrm>
            <a:prstGeom prst="parallelogram">
              <a:avLst/>
            </a:prstGeom>
            <a:solidFill>
              <a:schemeClr val="accent3">
                <a:lumMod val="75000"/>
              </a:schemeClr>
            </a:solidFill>
            <a:ln>
              <a:solidFill>
                <a:schemeClr val="accent3">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CN" sz="2200" dirty="0">
                  <a:latin typeface="Impact" panose="020B0806030902050204" pitchFamily="34" charset="0"/>
                </a:rPr>
                <a:t>01</a:t>
              </a:r>
              <a:endParaRPr lang="zh-CN" altLang="en-US" sz="2200" dirty="0">
                <a:latin typeface="Impact" panose="020B0806030902050204" pitchFamily="34" charset="0"/>
              </a:endParaRPr>
            </a:p>
          </p:txBody>
        </p:sp>
        <p:sp>
          <p:nvSpPr>
            <p:cNvPr id="3" name="文本框 2">
              <a:extLst>
                <a:ext uri="{FF2B5EF4-FFF2-40B4-BE49-F238E27FC236}">
                  <a16:creationId xmlns:a16="http://schemas.microsoft.com/office/drawing/2014/main" id="{4D6BD736-A4D3-4F26-AFED-36E11F50F70B}"/>
                </a:ext>
              </a:extLst>
            </p:cNvPr>
            <p:cNvSpPr txBox="1"/>
            <p:nvPr/>
          </p:nvSpPr>
          <p:spPr>
            <a:xfrm>
              <a:off x="1052423" y="898245"/>
              <a:ext cx="5564038" cy="400110"/>
            </a:xfrm>
            <a:prstGeom prst="rect">
              <a:avLst/>
            </a:prstGeom>
            <a:noFill/>
          </p:spPr>
          <p:txBody>
            <a:bodyPr wrap="square" rtlCol="0">
              <a:spAutoFit/>
            </a:bodyPr>
            <a:lstStyle/>
            <a:p>
              <a:r>
                <a:rPr lang="zh-CN" altLang="en-US" sz="2000" b="1" dirty="0"/>
                <a:t>共享式以太网</a:t>
              </a:r>
            </a:p>
          </p:txBody>
        </p:sp>
      </p:grpSp>
      <p:grpSp>
        <p:nvGrpSpPr>
          <p:cNvPr id="20" name="组合 19">
            <a:extLst>
              <a:ext uri="{FF2B5EF4-FFF2-40B4-BE49-F238E27FC236}">
                <a16:creationId xmlns:a16="http://schemas.microsoft.com/office/drawing/2014/main" id="{5CFBA406-7F73-4FEC-A363-E9FE85CA3B11}"/>
              </a:ext>
            </a:extLst>
          </p:cNvPr>
          <p:cNvGrpSpPr/>
          <p:nvPr/>
        </p:nvGrpSpPr>
        <p:grpSpPr>
          <a:xfrm>
            <a:off x="933106" y="1235013"/>
            <a:ext cx="2203201" cy="753798"/>
            <a:chOff x="981499" y="2299747"/>
            <a:chExt cx="2203201" cy="753798"/>
          </a:xfrm>
        </p:grpSpPr>
        <p:sp>
          <p:nvSpPr>
            <p:cNvPr id="117" name="îsľiḋè">
              <a:extLst>
                <a:ext uri="{FF2B5EF4-FFF2-40B4-BE49-F238E27FC236}">
                  <a16:creationId xmlns:a16="http://schemas.microsoft.com/office/drawing/2014/main" id="{A283F860-CEFC-478B-AC86-62FDFD84320B}"/>
                </a:ext>
              </a:extLst>
            </p:cNvPr>
            <p:cNvSpPr txBox="1"/>
            <p:nvPr/>
          </p:nvSpPr>
          <p:spPr bwMode="auto">
            <a:xfrm>
              <a:off x="981500" y="2653945"/>
              <a:ext cx="2203200" cy="399600"/>
            </a:xfrm>
            <a:prstGeom prst="chevron">
              <a:avLst>
                <a:gd name="adj" fmla="val 20471"/>
              </a:avLst>
            </a:prstGeom>
            <a:ln/>
          </p:spPr>
          <p:style>
            <a:lnRef idx="2">
              <a:schemeClr val="accent4">
                <a:shade val="50000"/>
              </a:schemeClr>
            </a:lnRef>
            <a:fillRef idx="1">
              <a:schemeClr val="accent4"/>
            </a:fillRef>
            <a:effectRef idx="0">
              <a:schemeClr val="accent4"/>
            </a:effectRef>
            <a:fontRef idx="minor">
              <a:schemeClr val="lt1"/>
            </a:fontRef>
          </p:style>
          <p:txBody>
            <a:bodyPr wrap="square" lIns="36000" tIns="45720" rIns="36000" bIns="45720" anchor="ctr">
              <a:noAutofit/>
            </a:bodyPr>
            <a:lstStyle>
              <a:lvl1pPr eaLnBrk="0" hangingPunct="0">
                <a:defRPr sz="1900">
                  <a:solidFill>
                    <a:schemeClr val="tx1"/>
                  </a:solidFill>
                </a:defRPr>
              </a:lvl1pPr>
              <a:lvl2pPr marL="742950" indent="-285750" eaLnBrk="0" hangingPunct="0">
                <a:defRPr sz="1900">
                  <a:solidFill>
                    <a:schemeClr val="tx1"/>
                  </a:solidFill>
                </a:defRPr>
              </a:lvl2pPr>
              <a:lvl3pPr marL="1143000" indent="-228600" eaLnBrk="0" hangingPunct="0">
                <a:defRPr sz="1900">
                  <a:solidFill>
                    <a:schemeClr val="tx1"/>
                  </a:solidFill>
                </a:defRPr>
              </a:lvl3pPr>
              <a:lvl4pPr marL="1600200" indent="-228600" eaLnBrk="0" hangingPunct="0">
                <a:defRPr sz="1900">
                  <a:solidFill>
                    <a:schemeClr val="tx1"/>
                  </a:solidFill>
                </a:defRPr>
              </a:lvl4pPr>
              <a:lvl5pPr marL="2057400" indent="-228600" eaLnBrk="0" hangingPunct="0">
                <a:defRPr sz="1900">
                  <a:solidFill>
                    <a:schemeClr val="tx1"/>
                  </a:solidFill>
                </a:defRPr>
              </a:lvl5pPr>
              <a:lvl6pPr marL="2514600" indent="-228600" defTabSz="956945" eaLnBrk="0" fontAlgn="base" hangingPunct="0">
                <a:spcBef>
                  <a:spcPct val="0"/>
                </a:spcBef>
                <a:spcAft>
                  <a:spcPct val="0"/>
                </a:spcAft>
                <a:defRPr sz="1900">
                  <a:solidFill>
                    <a:schemeClr val="tx1"/>
                  </a:solidFill>
                </a:defRPr>
              </a:lvl6pPr>
              <a:lvl7pPr marL="2971800" indent="-228600" defTabSz="956945" eaLnBrk="0" fontAlgn="base" hangingPunct="0">
                <a:spcBef>
                  <a:spcPct val="0"/>
                </a:spcBef>
                <a:spcAft>
                  <a:spcPct val="0"/>
                </a:spcAft>
                <a:defRPr sz="1900">
                  <a:solidFill>
                    <a:schemeClr val="tx1"/>
                  </a:solidFill>
                </a:defRPr>
              </a:lvl7pPr>
              <a:lvl8pPr marL="3429000" indent="-228600" defTabSz="956945" eaLnBrk="0" fontAlgn="base" hangingPunct="0">
                <a:spcBef>
                  <a:spcPct val="0"/>
                </a:spcBef>
                <a:spcAft>
                  <a:spcPct val="0"/>
                </a:spcAft>
                <a:defRPr sz="1900">
                  <a:solidFill>
                    <a:schemeClr val="tx1"/>
                  </a:solidFill>
                </a:defRPr>
              </a:lvl8pPr>
              <a:lvl9pPr marL="3886200" indent="-228600" defTabSz="956945" eaLnBrk="0" fontAlgn="base" hangingPunct="0">
                <a:spcBef>
                  <a:spcPct val="0"/>
                </a:spcBef>
                <a:spcAft>
                  <a:spcPct val="0"/>
                </a:spcAft>
                <a:defRPr sz="1900">
                  <a:solidFill>
                    <a:schemeClr val="tx1"/>
                  </a:solidFill>
                </a:defRPr>
              </a:lvl9pPr>
            </a:lstStyle>
            <a:p>
              <a:pPr algn="ctr" eaLnBrk="1" hangingPunct="1"/>
              <a:r>
                <a:rPr lang="zh-CN" altLang="en-US" sz="1800" b="1" dirty="0">
                  <a:solidFill>
                    <a:schemeClr val="bg1"/>
                  </a:solidFill>
                </a:rPr>
                <a:t>以太网诞生</a:t>
              </a:r>
              <a:endParaRPr lang="en-US" altLang="zh-CN" sz="1800" b="1" dirty="0">
                <a:solidFill>
                  <a:schemeClr val="bg1"/>
                </a:solidFill>
              </a:endParaRPr>
            </a:p>
          </p:txBody>
        </p:sp>
        <p:sp>
          <p:nvSpPr>
            <p:cNvPr id="6" name="文本框 5">
              <a:extLst>
                <a:ext uri="{FF2B5EF4-FFF2-40B4-BE49-F238E27FC236}">
                  <a16:creationId xmlns:a16="http://schemas.microsoft.com/office/drawing/2014/main" id="{B89ACB8C-71D1-4209-B349-BA1E4C25E96F}"/>
                </a:ext>
              </a:extLst>
            </p:cNvPr>
            <p:cNvSpPr txBox="1"/>
            <p:nvPr/>
          </p:nvSpPr>
          <p:spPr>
            <a:xfrm>
              <a:off x="981499" y="2299747"/>
              <a:ext cx="2202941" cy="369332"/>
            </a:xfrm>
            <a:prstGeom prst="rect">
              <a:avLst/>
            </a:prstGeom>
            <a:noFill/>
          </p:spPr>
          <p:txBody>
            <a:bodyPr wrap="square" rtlCol="0">
              <a:spAutoFit/>
            </a:bodyPr>
            <a:lstStyle/>
            <a:p>
              <a:pPr algn="ctr"/>
              <a:r>
                <a:rPr lang="en-US" altLang="zh-CN" b="1" dirty="0">
                  <a:solidFill>
                    <a:schemeClr val="accent4"/>
                  </a:solidFill>
                  <a:latin typeface="Arial Black" panose="020B0A04020102020204" pitchFamily="34" charset="0"/>
                </a:rPr>
                <a:t>1975</a:t>
              </a:r>
              <a:r>
                <a:rPr lang="zh-CN" altLang="en-US" b="1" dirty="0">
                  <a:solidFill>
                    <a:schemeClr val="accent4"/>
                  </a:solidFill>
                  <a:latin typeface="Arial Black" panose="020B0A04020102020204" pitchFamily="34" charset="0"/>
                </a:rPr>
                <a:t>年</a:t>
              </a:r>
            </a:p>
          </p:txBody>
        </p:sp>
      </p:grpSp>
      <p:grpSp>
        <p:nvGrpSpPr>
          <p:cNvPr id="1024" name="组合 1023">
            <a:extLst>
              <a:ext uri="{FF2B5EF4-FFF2-40B4-BE49-F238E27FC236}">
                <a16:creationId xmlns:a16="http://schemas.microsoft.com/office/drawing/2014/main" id="{04FDA601-08F7-4207-9A04-4FD5A6C88FA9}"/>
              </a:ext>
            </a:extLst>
          </p:cNvPr>
          <p:cNvGrpSpPr/>
          <p:nvPr/>
        </p:nvGrpSpPr>
        <p:grpSpPr>
          <a:xfrm>
            <a:off x="1037668" y="2115066"/>
            <a:ext cx="2003557" cy="1860314"/>
            <a:chOff x="1037668" y="2115066"/>
            <a:chExt cx="2003557" cy="1860314"/>
          </a:xfrm>
        </p:grpSpPr>
        <p:pic>
          <p:nvPicPr>
            <p:cNvPr id="1026" name="Picture 2" descr="罗伯特 梅特卡夫">
              <a:extLst>
                <a:ext uri="{FF2B5EF4-FFF2-40B4-BE49-F238E27FC236}">
                  <a16:creationId xmlns:a16="http://schemas.microsoft.com/office/drawing/2014/main" id="{D5B80DD5-806D-455A-AAA2-5D133C2E91F6}"/>
                </a:ext>
              </a:extLst>
            </p:cNvPr>
            <p:cNvPicPr>
              <a:picLocks noChangeAspect="1" noChangeArrowheads="1"/>
            </p:cNvPicPr>
            <p:nvPr/>
          </p:nvPicPr>
          <p:blipFill>
            <a:blip r:embed="rId3">
              <a:clrChange>
                <a:clrFrom>
                  <a:srgbClr val="FDFDFD"/>
                </a:clrFrom>
                <a:clrTo>
                  <a:srgbClr val="FDFDFD">
                    <a:alpha val="0"/>
                  </a:srgbClr>
                </a:clrTo>
              </a:clrChange>
              <a:extLst>
                <a:ext uri="{28A0092B-C50C-407E-A947-70E740481C1C}">
                  <a14:useLocalDpi xmlns:a14="http://schemas.microsoft.com/office/drawing/2010/main" val="0"/>
                </a:ext>
              </a:extLst>
            </a:blip>
            <a:srcRect/>
            <a:stretch>
              <a:fillRect/>
            </a:stretch>
          </p:blipFill>
          <p:spPr bwMode="auto">
            <a:xfrm>
              <a:off x="1420785" y="2115066"/>
              <a:ext cx="1268227" cy="1268227"/>
            </a:xfrm>
            <a:prstGeom prst="rect">
              <a:avLst/>
            </a:prstGeom>
            <a:noFill/>
            <a:extLst>
              <a:ext uri="{909E8E84-426E-40DD-AFC4-6F175D3DCCD1}">
                <a14:hiddenFill xmlns:a14="http://schemas.microsoft.com/office/drawing/2010/main">
                  <a:solidFill>
                    <a:srgbClr val="FFFFFF"/>
                  </a:solidFill>
                </a14:hiddenFill>
              </a:ext>
            </a:extLst>
          </p:spPr>
        </p:pic>
        <p:sp>
          <p:nvSpPr>
            <p:cNvPr id="17" name="文本框 16">
              <a:extLst>
                <a:ext uri="{FF2B5EF4-FFF2-40B4-BE49-F238E27FC236}">
                  <a16:creationId xmlns:a16="http://schemas.microsoft.com/office/drawing/2014/main" id="{FF42F6C0-5B05-469D-936C-7815D5524C0A}"/>
                </a:ext>
              </a:extLst>
            </p:cNvPr>
            <p:cNvSpPr txBox="1"/>
            <p:nvPr/>
          </p:nvSpPr>
          <p:spPr>
            <a:xfrm>
              <a:off x="1037668" y="3421637"/>
              <a:ext cx="2003557" cy="307777"/>
            </a:xfrm>
            <a:prstGeom prst="rect">
              <a:avLst/>
            </a:prstGeom>
            <a:noFill/>
          </p:spPr>
          <p:txBody>
            <a:bodyPr wrap="square" rtlCol="0">
              <a:spAutoFit/>
            </a:bodyPr>
            <a:lstStyle/>
            <a:p>
              <a:pPr algn="ctr"/>
              <a:r>
                <a:rPr lang="zh-CN" altLang="en-US" sz="1400" b="1" dirty="0">
                  <a:latin typeface="Arial Narrow" panose="020B0606020202030204" pitchFamily="34" charset="0"/>
                </a:rPr>
                <a:t>（</a:t>
              </a:r>
              <a:r>
                <a:rPr lang="en-US" altLang="zh-CN" sz="1400" b="1" dirty="0">
                  <a:latin typeface="Arial Narrow" panose="020B0606020202030204" pitchFamily="34" charset="0"/>
                </a:rPr>
                <a:t> Robert Metcalfe, 1946</a:t>
              </a:r>
              <a:r>
                <a:rPr lang="zh-CN" altLang="en-US" sz="1400" b="1" dirty="0">
                  <a:latin typeface="Arial Narrow" panose="020B0606020202030204" pitchFamily="34" charset="0"/>
                </a:rPr>
                <a:t>）</a:t>
              </a:r>
            </a:p>
          </p:txBody>
        </p:sp>
        <p:sp>
          <p:nvSpPr>
            <p:cNvPr id="19" name="文本框 18">
              <a:extLst>
                <a:ext uri="{FF2B5EF4-FFF2-40B4-BE49-F238E27FC236}">
                  <a16:creationId xmlns:a16="http://schemas.microsoft.com/office/drawing/2014/main" id="{3DEB91DA-8648-4E52-AB1D-4A0A03E8C0ED}"/>
                </a:ext>
              </a:extLst>
            </p:cNvPr>
            <p:cNvSpPr txBox="1"/>
            <p:nvPr/>
          </p:nvSpPr>
          <p:spPr>
            <a:xfrm>
              <a:off x="1309807" y="3636826"/>
              <a:ext cx="1490182" cy="338554"/>
            </a:xfrm>
            <a:prstGeom prst="rect">
              <a:avLst/>
            </a:prstGeom>
            <a:noFill/>
          </p:spPr>
          <p:txBody>
            <a:bodyPr wrap="square" rtlCol="0">
              <a:spAutoFit/>
            </a:bodyPr>
            <a:lstStyle/>
            <a:p>
              <a:pPr algn="ctr"/>
              <a:r>
                <a:rPr lang="zh-CN" altLang="en-US" sz="1600" b="1" dirty="0"/>
                <a:t>美国</a:t>
              </a:r>
              <a:r>
                <a:rPr lang="en-US" altLang="zh-CN" sz="1600" b="1" dirty="0"/>
                <a:t>Xerox</a:t>
              </a:r>
              <a:r>
                <a:rPr lang="zh-CN" altLang="en-US" sz="1600" b="1" dirty="0"/>
                <a:t>公司</a:t>
              </a:r>
            </a:p>
          </p:txBody>
        </p:sp>
      </p:grpSp>
      <p:sp>
        <p:nvSpPr>
          <p:cNvPr id="146" name="矩形 145">
            <a:extLst>
              <a:ext uri="{FF2B5EF4-FFF2-40B4-BE49-F238E27FC236}">
                <a16:creationId xmlns:a16="http://schemas.microsoft.com/office/drawing/2014/main" id="{463DFC0D-73C8-4164-B9CC-ACD687C17BD2}"/>
              </a:ext>
            </a:extLst>
          </p:cNvPr>
          <p:cNvSpPr/>
          <p:nvPr/>
        </p:nvSpPr>
        <p:spPr>
          <a:xfrm>
            <a:off x="3490647" y="2131363"/>
            <a:ext cx="256976" cy="256976"/>
          </a:xfrm>
          <a:prstGeom prst="rect">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147" name="íşlïḍè">
            <a:extLst>
              <a:ext uri="{FF2B5EF4-FFF2-40B4-BE49-F238E27FC236}">
                <a16:creationId xmlns:a16="http://schemas.microsoft.com/office/drawing/2014/main" id="{DCE146A5-EEF4-4C2B-958A-EBCC3BC81332}"/>
              </a:ext>
            </a:extLst>
          </p:cNvPr>
          <p:cNvSpPr txBox="1"/>
          <p:nvPr/>
        </p:nvSpPr>
        <p:spPr>
          <a:xfrm>
            <a:off x="3807875" y="2077042"/>
            <a:ext cx="8079325" cy="369332"/>
          </a:xfrm>
          <a:prstGeom prst="rect">
            <a:avLst/>
          </a:prstGeom>
          <a:noFill/>
        </p:spPr>
        <p:txBody>
          <a:bodyPr wrap="square" lIns="91440" tIns="45720" rIns="91440" bIns="45720" anchor="ctr">
            <a:noAutofit/>
          </a:bodyPr>
          <a:lstStyle/>
          <a:p>
            <a:r>
              <a:rPr lang="zh-CN" altLang="en-US" b="1" dirty="0">
                <a:latin typeface="Arial Narrow" panose="020B0606020202030204" pitchFamily="34" charset="0"/>
              </a:rPr>
              <a:t>以太网（</a:t>
            </a:r>
            <a:r>
              <a:rPr lang="en-US" altLang="zh-CN" b="1" dirty="0">
                <a:solidFill>
                  <a:schemeClr val="accent1">
                    <a:lumMod val="75000"/>
                  </a:schemeClr>
                </a:solidFill>
                <a:latin typeface="Arial Narrow" panose="020B0606020202030204" pitchFamily="34" charset="0"/>
              </a:rPr>
              <a:t>Ethernet</a:t>
            </a:r>
            <a:r>
              <a:rPr lang="zh-CN" altLang="en-US" b="1" dirty="0">
                <a:latin typeface="Arial Narrow" panose="020B0606020202030204" pitchFamily="34" charset="0"/>
              </a:rPr>
              <a:t>）以曾经被假想的电磁波传播介质</a:t>
            </a:r>
            <a:r>
              <a:rPr lang="en-US" altLang="zh-CN" b="1" dirty="0">
                <a:latin typeface="Arial Narrow" panose="020B0606020202030204" pitchFamily="34" charset="0"/>
              </a:rPr>
              <a:t>——</a:t>
            </a:r>
            <a:r>
              <a:rPr lang="zh-CN" altLang="en-US" b="1" dirty="0">
                <a:solidFill>
                  <a:schemeClr val="accent1">
                    <a:lumMod val="75000"/>
                  </a:schemeClr>
                </a:solidFill>
                <a:latin typeface="Arial Narrow" panose="020B0606020202030204" pitchFamily="34" charset="0"/>
              </a:rPr>
              <a:t>以太</a:t>
            </a:r>
            <a:r>
              <a:rPr lang="zh-CN" altLang="en-US" b="1" dirty="0">
                <a:latin typeface="Arial Narrow" panose="020B0606020202030204" pitchFamily="34" charset="0"/>
              </a:rPr>
              <a:t>（</a:t>
            </a:r>
            <a:r>
              <a:rPr lang="en-US" altLang="zh-CN" b="1" dirty="0">
                <a:solidFill>
                  <a:schemeClr val="accent1">
                    <a:lumMod val="75000"/>
                  </a:schemeClr>
                </a:solidFill>
                <a:latin typeface="Arial Narrow" panose="020B0606020202030204" pitchFamily="34" charset="0"/>
              </a:rPr>
              <a:t>Ether</a:t>
            </a:r>
            <a:r>
              <a:rPr lang="zh-CN" altLang="en-US" b="1" dirty="0">
                <a:latin typeface="Arial Narrow" panose="020B0606020202030204" pitchFamily="34" charset="0"/>
              </a:rPr>
              <a:t>）来命名。</a:t>
            </a:r>
          </a:p>
        </p:txBody>
      </p:sp>
      <p:sp>
        <p:nvSpPr>
          <p:cNvPr id="150" name="矩形 149">
            <a:extLst>
              <a:ext uri="{FF2B5EF4-FFF2-40B4-BE49-F238E27FC236}">
                <a16:creationId xmlns:a16="http://schemas.microsoft.com/office/drawing/2014/main" id="{8294B296-722B-4EEE-A3D5-9C585C5D028C}"/>
              </a:ext>
            </a:extLst>
          </p:cNvPr>
          <p:cNvSpPr/>
          <p:nvPr/>
        </p:nvSpPr>
        <p:spPr>
          <a:xfrm>
            <a:off x="3490647" y="2631837"/>
            <a:ext cx="256976" cy="256976"/>
          </a:xfrm>
          <a:prstGeom prst="rect">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151" name="íşlïḍè">
            <a:extLst>
              <a:ext uri="{FF2B5EF4-FFF2-40B4-BE49-F238E27FC236}">
                <a16:creationId xmlns:a16="http://schemas.microsoft.com/office/drawing/2014/main" id="{9DC961F3-F707-4154-940E-4C0B46C5D953}"/>
              </a:ext>
            </a:extLst>
          </p:cNvPr>
          <p:cNvSpPr txBox="1"/>
          <p:nvPr/>
        </p:nvSpPr>
        <p:spPr>
          <a:xfrm>
            <a:off x="3807875" y="2577516"/>
            <a:ext cx="8204315" cy="637336"/>
          </a:xfrm>
          <a:prstGeom prst="rect">
            <a:avLst/>
          </a:prstGeom>
          <a:noFill/>
        </p:spPr>
        <p:txBody>
          <a:bodyPr wrap="square" lIns="91440" tIns="45720" rIns="91440" bIns="45720" anchor="ctr">
            <a:noAutofit/>
          </a:bodyPr>
          <a:lstStyle/>
          <a:p>
            <a:r>
              <a:rPr lang="zh-CN" altLang="en-US" b="1" dirty="0">
                <a:latin typeface="Arial Narrow" panose="020B0606020202030204" pitchFamily="34" charset="0"/>
              </a:rPr>
              <a:t>以太网最初采用无源电缆（不包含电源线）作为共享总线来传输帧，属于基带总线局域网，传输速率为</a:t>
            </a:r>
            <a:r>
              <a:rPr lang="en-US" altLang="zh-CN" b="1" dirty="0">
                <a:latin typeface="Arial Narrow" panose="020B0606020202030204" pitchFamily="34" charset="0"/>
              </a:rPr>
              <a:t>2.94Mb/s</a:t>
            </a:r>
            <a:r>
              <a:rPr lang="zh-CN" altLang="en-US" b="1" dirty="0">
                <a:latin typeface="Arial Narrow" panose="020B0606020202030204" pitchFamily="34" charset="0"/>
              </a:rPr>
              <a:t>。</a:t>
            </a:r>
          </a:p>
        </p:txBody>
      </p:sp>
      <p:grpSp>
        <p:nvGrpSpPr>
          <p:cNvPr id="1036" name="组合 1035">
            <a:extLst>
              <a:ext uri="{FF2B5EF4-FFF2-40B4-BE49-F238E27FC236}">
                <a16:creationId xmlns:a16="http://schemas.microsoft.com/office/drawing/2014/main" id="{9FE706ED-CC27-47C7-AC91-0A93C1C7E068}"/>
              </a:ext>
            </a:extLst>
          </p:cNvPr>
          <p:cNvGrpSpPr/>
          <p:nvPr/>
        </p:nvGrpSpPr>
        <p:grpSpPr>
          <a:xfrm>
            <a:off x="381462" y="4452843"/>
            <a:ext cx="5509169" cy="1993363"/>
            <a:chOff x="381462" y="4452843"/>
            <a:chExt cx="5509169" cy="1993363"/>
          </a:xfrm>
        </p:grpSpPr>
        <p:grpSp>
          <p:nvGrpSpPr>
            <p:cNvPr id="1030" name="组合 1029">
              <a:extLst>
                <a:ext uri="{FF2B5EF4-FFF2-40B4-BE49-F238E27FC236}">
                  <a16:creationId xmlns:a16="http://schemas.microsoft.com/office/drawing/2014/main" id="{2367013F-C646-4205-8110-989D470B974A}"/>
                </a:ext>
              </a:extLst>
            </p:cNvPr>
            <p:cNvGrpSpPr/>
            <p:nvPr/>
          </p:nvGrpSpPr>
          <p:grpSpPr>
            <a:xfrm>
              <a:off x="381462" y="4452843"/>
              <a:ext cx="5509169" cy="1474280"/>
              <a:chOff x="614190" y="4396732"/>
              <a:chExt cx="5509169" cy="1474280"/>
            </a:xfrm>
          </p:grpSpPr>
          <p:cxnSp>
            <p:nvCxnSpPr>
              <p:cNvPr id="152" name="直接连接符 151">
                <a:extLst>
                  <a:ext uri="{FF2B5EF4-FFF2-40B4-BE49-F238E27FC236}">
                    <a16:creationId xmlns:a16="http://schemas.microsoft.com/office/drawing/2014/main" id="{D45E634D-7214-4409-8D4B-CFE9A391D5B4}"/>
                  </a:ext>
                </a:extLst>
              </p:cNvPr>
              <p:cNvCxnSpPr>
                <a:cxnSpLocks/>
              </p:cNvCxnSpPr>
              <p:nvPr/>
            </p:nvCxnSpPr>
            <p:spPr>
              <a:xfrm>
                <a:off x="745822" y="4509494"/>
                <a:ext cx="5260273" cy="0"/>
              </a:xfrm>
              <a:prstGeom prst="line">
                <a:avLst/>
              </a:prstGeom>
              <a:ln w="152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53" name="直接连接符 152">
                <a:extLst>
                  <a:ext uri="{FF2B5EF4-FFF2-40B4-BE49-F238E27FC236}">
                    <a16:creationId xmlns:a16="http://schemas.microsoft.com/office/drawing/2014/main" id="{2C05543C-7AA2-4217-B375-BFF1D86D4EFA}"/>
                  </a:ext>
                </a:extLst>
              </p:cNvPr>
              <p:cNvCxnSpPr/>
              <p:nvPr/>
            </p:nvCxnSpPr>
            <p:spPr>
              <a:xfrm flipV="1">
                <a:off x="1300008" y="4537205"/>
                <a:ext cx="0" cy="812800"/>
              </a:xfrm>
              <a:prstGeom prst="line">
                <a:avLst/>
              </a:prstGeom>
              <a:ln w="152400">
                <a:solidFill>
                  <a:schemeClr val="tx1"/>
                </a:solidFill>
              </a:ln>
            </p:spPr>
            <p:style>
              <a:lnRef idx="1">
                <a:schemeClr val="accent1"/>
              </a:lnRef>
              <a:fillRef idx="0">
                <a:schemeClr val="accent1"/>
              </a:fillRef>
              <a:effectRef idx="0">
                <a:schemeClr val="accent1"/>
              </a:effectRef>
              <a:fontRef idx="minor">
                <a:schemeClr val="tx1"/>
              </a:fontRef>
            </p:style>
          </p:cxnSp>
          <p:pic>
            <p:nvPicPr>
              <p:cNvPr id="154" name="图形 153">
                <a:extLst>
                  <a:ext uri="{FF2B5EF4-FFF2-40B4-BE49-F238E27FC236}">
                    <a16:creationId xmlns:a16="http://schemas.microsoft.com/office/drawing/2014/main" id="{0B938BF8-4683-4842-BD20-284222EA15A8}"/>
                  </a:ext>
                </a:extLst>
              </p:cNvPr>
              <p:cNvPicPr>
                <a:picLocks noChangeAspect="1"/>
              </p:cNvPicPr>
              <p:nvPr/>
            </p:nvPicPr>
            <p:blipFill>
              <a:blip r:embed="rId4">
                <a:extLst>
                  <a:ext uri="{28A0092B-C50C-407E-A947-70E740481C1C}">
                    <a14:useLocalDpi xmlns:a14="http://schemas.microsoft.com/office/drawing/2010/main" val="0"/>
                  </a:ext>
                  <a:ext uri="{96DAC541-7B7A-43D3-8B79-37D633B846F1}">
                    <asvg:svgBlip xmlns:asvg="http://schemas.microsoft.com/office/drawing/2016/SVG/main" r:embed="rId5"/>
                  </a:ext>
                </a:extLst>
              </a:blip>
              <a:stretch>
                <a:fillRect/>
              </a:stretch>
            </p:blipFill>
            <p:spPr>
              <a:xfrm>
                <a:off x="839714" y="5229930"/>
                <a:ext cx="662814" cy="641082"/>
              </a:xfrm>
              <a:prstGeom prst="rect">
                <a:avLst/>
              </a:prstGeom>
            </p:spPr>
          </p:pic>
          <p:cxnSp>
            <p:nvCxnSpPr>
              <p:cNvPr id="155" name="直接连接符 154">
                <a:extLst>
                  <a:ext uri="{FF2B5EF4-FFF2-40B4-BE49-F238E27FC236}">
                    <a16:creationId xmlns:a16="http://schemas.microsoft.com/office/drawing/2014/main" id="{D5583C6C-C69E-4081-BD7D-96CA68D5ABC2}"/>
                  </a:ext>
                </a:extLst>
              </p:cNvPr>
              <p:cNvCxnSpPr/>
              <p:nvPr/>
            </p:nvCxnSpPr>
            <p:spPr>
              <a:xfrm flipV="1">
                <a:off x="3374847" y="4537205"/>
                <a:ext cx="0" cy="812800"/>
              </a:xfrm>
              <a:prstGeom prst="line">
                <a:avLst/>
              </a:prstGeom>
              <a:ln w="152400">
                <a:solidFill>
                  <a:schemeClr val="tx1"/>
                </a:solidFill>
                <a:tailEnd w="med" len="lg"/>
              </a:ln>
            </p:spPr>
            <p:style>
              <a:lnRef idx="1">
                <a:schemeClr val="accent1"/>
              </a:lnRef>
              <a:fillRef idx="0">
                <a:schemeClr val="accent1"/>
              </a:fillRef>
              <a:effectRef idx="0">
                <a:schemeClr val="accent1"/>
              </a:effectRef>
              <a:fontRef idx="minor">
                <a:schemeClr val="tx1"/>
              </a:fontRef>
            </p:style>
          </p:cxnSp>
          <p:pic>
            <p:nvPicPr>
              <p:cNvPr id="156" name="图形 155">
                <a:extLst>
                  <a:ext uri="{FF2B5EF4-FFF2-40B4-BE49-F238E27FC236}">
                    <a16:creationId xmlns:a16="http://schemas.microsoft.com/office/drawing/2014/main" id="{EF304BC6-BFD6-463C-8E89-9113699B7886}"/>
                  </a:ext>
                </a:extLst>
              </p:cNvPr>
              <p:cNvPicPr>
                <a:picLocks noChangeAspect="1"/>
              </p:cNvPicPr>
              <p:nvPr/>
            </p:nvPicPr>
            <p:blipFill>
              <a:blip r:embed="rId4">
                <a:extLst>
                  <a:ext uri="{28A0092B-C50C-407E-A947-70E740481C1C}">
                    <a14:useLocalDpi xmlns:a14="http://schemas.microsoft.com/office/drawing/2010/main" val="0"/>
                  </a:ext>
                  <a:ext uri="{96DAC541-7B7A-43D3-8B79-37D633B846F1}">
                    <asvg:svgBlip xmlns:asvg="http://schemas.microsoft.com/office/drawing/2016/SVG/main" r:embed="rId5"/>
                  </a:ext>
                </a:extLst>
              </a:blip>
              <a:stretch>
                <a:fillRect/>
              </a:stretch>
            </p:blipFill>
            <p:spPr>
              <a:xfrm>
                <a:off x="2917840" y="5229930"/>
                <a:ext cx="662814" cy="641082"/>
              </a:xfrm>
              <a:prstGeom prst="rect">
                <a:avLst/>
              </a:prstGeom>
            </p:spPr>
          </p:pic>
          <p:cxnSp>
            <p:nvCxnSpPr>
              <p:cNvPr id="157" name="直接连接符 156">
                <a:extLst>
                  <a:ext uri="{FF2B5EF4-FFF2-40B4-BE49-F238E27FC236}">
                    <a16:creationId xmlns:a16="http://schemas.microsoft.com/office/drawing/2014/main" id="{267621F7-5058-426D-88B5-C3B13D5F7F95}"/>
                  </a:ext>
                </a:extLst>
              </p:cNvPr>
              <p:cNvCxnSpPr/>
              <p:nvPr/>
            </p:nvCxnSpPr>
            <p:spPr>
              <a:xfrm flipV="1">
                <a:off x="5456261" y="4537205"/>
                <a:ext cx="0" cy="812800"/>
              </a:xfrm>
              <a:prstGeom prst="line">
                <a:avLst/>
              </a:prstGeom>
              <a:ln w="152400">
                <a:solidFill>
                  <a:schemeClr val="tx1"/>
                </a:solidFill>
              </a:ln>
            </p:spPr>
            <p:style>
              <a:lnRef idx="1">
                <a:schemeClr val="accent1"/>
              </a:lnRef>
              <a:fillRef idx="0">
                <a:schemeClr val="accent1"/>
              </a:fillRef>
              <a:effectRef idx="0">
                <a:schemeClr val="accent1"/>
              </a:effectRef>
              <a:fontRef idx="minor">
                <a:schemeClr val="tx1"/>
              </a:fontRef>
            </p:style>
          </p:cxnSp>
          <p:pic>
            <p:nvPicPr>
              <p:cNvPr id="158" name="图形 157">
                <a:extLst>
                  <a:ext uri="{FF2B5EF4-FFF2-40B4-BE49-F238E27FC236}">
                    <a16:creationId xmlns:a16="http://schemas.microsoft.com/office/drawing/2014/main" id="{6F3CDEA8-AF35-4A5A-83D6-C2F9AA6C08D8}"/>
                  </a:ext>
                </a:extLst>
              </p:cNvPr>
              <p:cNvPicPr>
                <a:picLocks noChangeAspect="1"/>
              </p:cNvPicPr>
              <p:nvPr/>
            </p:nvPicPr>
            <p:blipFill>
              <a:blip r:embed="rId4">
                <a:extLst>
                  <a:ext uri="{28A0092B-C50C-407E-A947-70E740481C1C}">
                    <a14:useLocalDpi xmlns:a14="http://schemas.microsoft.com/office/drawing/2010/main" val="0"/>
                  </a:ext>
                  <a:ext uri="{96DAC541-7B7A-43D3-8B79-37D633B846F1}">
                    <asvg:svgBlip xmlns:asvg="http://schemas.microsoft.com/office/drawing/2016/SVG/main" r:embed="rId5"/>
                  </a:ext>
                </a:extLst>
              </a:blip>
              <a:stretch>
                <a:fillRect/>
              </a:stretch>
            </p:blipFill>
            <p:spPr>
              <a:xfrm>
                <a:off x="4995967" y="5229930"/>
                <a:ext cx="662814" cy="641082"/>
              </a:xfrm>
              <a:prstGeom prst="rect">
                <a:avLst/>
              </a:prstGeom>
            </p:spPr>
          </p:pic>
          <p:sp>
            <p:nvSpPr>
              <p:cNvPr id="163" name="矩形 162">
                <a:extLst>
                  <a:ext uri="{FF2B5EF4-FFF2-40B4-BE49-F238E27FC236}">
                    <a16:creationId xmlns:a16="http://schemas.microsoft.com/office/drawing/2014/main" id="{9F3109BC-8C58-428F-ADED-7E4B7C52057D}"/>
                  </a:ext>
                </a:extLst>
              </p:cNvPr>
              <p:cNvSpPr/>
              <p:nvPr/>
            </p:nvSpPr>
            <p:spPr>
              <a:xfrm>
                <a:off x="614190" y="4396732"/>
                <a:ext cx="225524" cy="225524"/>
              </a:xfrm>
              <a:prstGeom prst="rect">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164" name="矩形 163">
                <a:extLst>
                  <a:ext uri="{FF2B5EF4-FFF2-40B4-BE49-F238E27FC236}">
                    <a16:creationId xmlns:a16="http://schemas.microsoft.com/office/drawing/2014/main" id="{F1F0AE9D-EAC8-437A-9FC7-A16FA1E3BF99}"/>
                  </a:ext>
                </a:extLst>
              </p:cNvPr>
              <p:cNvSpPr/>
              <p:nvPr/>
            </p:nvSpPr>
            <p:spPr>
              <a:xfrm>
                <a:off x="5897835" y="4396732"/>
                <a:ext cx="225524" cy="225524"/>
              </a:xfrm>
              <a:prstGeom prst="rect">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1029" name="文本框 1028">
                <a:extLst>
                  <a:ext uri="{FF2B5EF4-FFF2-40B4-BE49-F238E27FC236}">
                    <a16:creationId xmlns:a16="http://schemas.microsoft.com/office/drawing/2014/main" id="{EF5009DF-9ED7-4B08-8796-5688FE7D8D09}"/>
                  </a:ext>
                </a:extLst>
              </p:cNvPr>
              <p:cNvSpPr txBox="1"/>
              <p:nvPr/>
            </p:nvSpPr>
            <p:spPr>
              <a:xfrm>
                <a:off x="4037661" y="5336007"/>
                <a:ext cx="670999" cy="369332"/>
              </a:xfrm>
              <a:prstGeom prst="rect">
                <a:avLst/>
              </a:prstGeom>
              <a:noFill/>
            </p:spPr>
            <p:txBody>
              <a:bodyPr wrap="square" rtlCol="0">
                <a:spAutoFit/>
              </a:bodyPr>
              <a:lstStyle/>
              <a:p>
                <a:pPr algn="ctr"/>
                <a:r>
                  <a:rPr lang="en-US" altLang="zh-CN" b="1" dirty="0">
                    <a:latin typeface="+mn-ea"/>
                  </a:rPr>
                  <a:t>……</a:t>
                </a:r>
                <a:endParaRPr lang="zh-CN" altLang="en-US" b="1" dirty="0">
                  <a:latin typeface="+mn-ea"/>
                </a:endParaRPr>
              </a:p>
            </p:txBody>
          </p:sp>
        </p:grpSp>
        <p:sp>
          <p:nvSpPr>
            <p:cNvPr id="180" name="íşlïḍè">
              <a:extLst>
                <a:ext uri="{FF2B5EF4-FFF2-40B4-BE49-F238E27FC236}">
                  <a16:creationId xmlns:a16="http://schemas.microsoft.com/office/drawing/2014/main" id="{DFB858DD-5C78-4597-B058-8E66C2413C53}"/>
                </a:ext>
              </a:extLst>
            </p:cNvPr>
            <p:cNvSpPr txBox="1"/>
            <p:nvPr/>
          </p:nvSpPr>
          <p:spPr>
            <a:xfrm>
              <a:off x="1454039" y="5808870"/>
              <a:ext cx="3378381" cy="637336"/>
            </a:xfrm>
            <a:prstGeom prst="rect">
              <a:avLst/>
            </a:prstGeom>
            <a:noFill/>
          </p:spPr>
          <p:txBody>
            <a:bodyPr wrap="square" lIns="91440" tIns="45720" rIns="91440" bIns="45720" anchor="ctr">
              <a:noAutofit/>
            </a:bodyPr>
            <a:lstStyle/>
            <a:p>
              <a:pPr algn="ctr"/>
              <a:r>
                <a:rPr lang="zh-CN" altLang="en-US" b="1" dirty="0">
                  <a:latin typeface="Arial Narrow" panose="020B0606020202030204" pitchFamily="34" charset="0"/>
                </a:rPr>
                <a:t>使用共享总线的共享式以太网</a:t>
              </a:r>
            </a:p>
          </p:txBody>
        </p:sp>
      </p:grpSp>
      <p:grpSp>
        <p:nvGrpSpPr>
          <p:cNvPr id="1038" name="组合 1037">
            <a:extLst>
              <a:ext uri="{FF2B5EF4-FFF2-40B4-BE49-F238E27FC236}">
                <a16:creationId xmlns:a16="http://schemas.microsoft.com/office/drawing/2014/main" id="{63569141-4830-4B5D-AC7B-8E11E975E394}"/>
              </a:ext>
            </a:extLst>
          </p:cNvPr>
          <p:cNvGrpSpPr/>
          <p:nvPr/>
        </p:nvGrpSpPr>
        <p:grpSpPr>
          <a:xfrm>
            <a:off x="6914989" y="3817398"/>
            <a:ext cx="4430752" cy="2628808"/>
            <a:chOff x="6914989" y="3817398"/>
            <a:chExt cx="4430752" cy="2628808"/>
          </a:xfrm>
        </p:grpSpPr>
        <p:grpSp>
          <p:nvGrpSpPr>
            <p:cNvPr id="1037" name="组合 1036">
              <a:extLst>
                <a:ext uri="{FF2B5EF4-FFF2-40B4-BE49-F238E27FC236}">
                  <a16:creationId xmlns:a16="http://schemas.microsoft.com/office/drawing/2014/main" id="{2F7299C3-FA93-469A-A990-0A9FF8C1C256}"/>
                </a:ext>
              </a:extLst>
            </p:cNvPr>
            <p:cNvGrpSpPr/>
            <p:nvPr/>
          </p:nvGrpSpPr>
          <p:grpSpPr>
            <a:xfrm>
              <a:off x="6914989" y="3817398"/>
              <a:ext cx="4430752" cy="2628808"/>
              <a:chOff x="6914989" y="3817398"/>
              <a:chExt cx="4430752" cy="2628808"/>
            </a:xfrm>
          </p:grpSpPr>
          <p:cxnSp>
            <p:nvCxnSpPr>
              <p:cNvPr id="1035" name="直接连接符 1034">
                <a:extLst>
                  <a:ext uri="{FF2B5EF4-FFF2-40B4-BE49-F238E27FC236}">
                    <a16:creationId xmlns:a16="http://schemas.microsoft.com/office/drawing/2014/main" id="{3CDBFFE6-1B3C-4077-B589-362D1CE47B70}"/>
                  </a:ext>
                </a:extLst>
              </p:cNvPr>
              <p:cNvCxnSpPr/>
              <p:nvPr/>
            </p:nvCxnSpPr>
            <p:spPr>
              <a:xfrm flipV="1">
                <a:off x="9130365" y="4260426"/>
                <a:ext cx="0" cy="99491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033" name="直接连接符 1032">
                <a:extLst>
                  <a:ext uri="{FF2B5EF4-FFF2-40B4-BE49-F238E27FC236}">
                    <a16:creationId xmlns:a16="http://schemas.microsoft.com/office/drawing/2014/main" id="{210D97AA-89A5-454C-AE2D-9A8D63CE3B0E}"/>
                  </a:ext>
                </a:extLst>
              </p:cNvPr>
              <p:cNvCxnSpPr/>
              <p:nvPr/>
            </p:nvCxnSpPr>
            <p:spPr>
              <a:xfrm>
                <a:off x="7486239" y="5255336"/>
                <a:ext cx="3528095"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pic>
            <p:nvPicPr>
              <p:cNvPr id="182" name="图片 181" descr="文本&#10;&#10;描述已自动生成">
                <a:extLst>
                  <a:ext uri="{FF2B5EF4-FFF2-40B4-BE49-F238E27FC236}">
                    <a16:creationId xmlns:a16="http://schemas.microsoft.com/office/drawing/2014/main" id="{C862F23D-F273-4C54-A925-7E743660A6D2}"/>
                  </a:ext>
                </a:extLst>
              </p:cNvPr>
              <p:cNvPicPr>
                <a:picLocks noChangeAspect="1"/>
              </p:cNvPicPr>
              <p:nvPr/>
            </p:nvPicPr>
            <p:blipFill>
              <a:blip r:embed="rId6">
                <a:extLst>
                  <a:ext uri="{28A0092B-C50C-407E-A947-70E740481C1C}">
                    <a14:useLocalDpi xmlns:a14="http://schemas.microsoft.com/office/drawing/2010/main" val="0"/>
                  </a:ext>
                </a:extLst>
              </a:blip>
              <a:stretch>
                <a:fillRect/>
              </a:stretch>
            </p:blipFill>
            <p:spPr>
              <a:xfrm>
                <a:off x="8777630" y="4924647"/>
                <a:ext cx="705470" cy="661378"/>
              </a:xfrm>
              <a:prstGeom prst="rect">
                <a:avLst/>
              </a:prstGeom>
            </p:spPr>
          </p:pic>
          <p:pic>
            <p:nvPicPr>
              <p:cNvPr id="183" name="图形 182">
                <a:extLst>
                  <a:ext uri="{FF2B5EF4-FFF2-40B4-BE49-F238E27FC236}">
                    <a16:creationId xmlns:a16="http://schemas.microsoft.com/office/drawing/2014/main" id="{E65685C4-745A-4C44-9789-8439CE1B7AF4}"/>
                  </a:ext>
                </a:extLst>
              </p:cNvPr>
              <p:cNvPicPr>
                <a:picLocks noChangeAspect="1"/>
              </p:cNvPicPr>
              <p:nvPr/>
            </p:nvPicPr>
            <p:blipFill>
              <a:blip r:embed="rId4">
                <a:extLst>
                  <a:ext uri="{28A0092B-C50C-407E-A947-70E740481C1C}">
                    <a14:useLocalDpi xmlns:a14="http://schemas.microsoft.com/office/drawing/2010/main" val="0"/>
                  </a:ext>
                  <a:ext uri="{96DAC541-7B7A-43D3-8B79-37D633B846F1}">
                    <asvg:svgBlip xmlns:asvg="http://schemas.microsoft.com/office/drawing/2016/SVG/main" r:embed="rId5"/>
                  </a:ext>
                </a:extLst>
              </a:blip>
              <a:stretch>
                <a:fillRect/>
              </a:stretch>
            </p:blipFill>
            <p:spPr>
              <a:xfrm>
                <a:off x="6914989" y="4840926"/>
                <a:ext cx="662814" cy="641082"/>
              </a:xfrm>
              <a:prstGeom prst="rect">
                <a:avLst/>
              </a:prstGeom>
            </p:spPr>
          </p:pic>
          <p:pic>
            <p:nvPicPr>
              <p:cNvPr id="184" name="图形 183">
                <a:extLst>
                  <a:ext uri="{FF2B5EF4-FFF2-40B4-BE49-F238E27FC236}">
                    <a16:creationId xmlns:a16="http://schemas.microsoft.com/office/drawing/2014/main" id="{3A69013A-FC3B-4D23-BFD6-265752637E4C}"/>
                  </a:ext>
                </a:extLst>
              </p:cNvPr>
              <p:cNvPicPr>
                <a:picLocks noChangeAspect="1"/>
              </p:cNvPicPr>
              <p:nvPr/>
            </p:nvPicPr>
            <p:blipFill>
              <a:blip r:embed="rId4">
                <a:extLst>
                  <a:ext uri="{28A0092B-C50C-407E-A947-70E740481C1C}">
                    <a14:useLocalDpi xmlns:a14="http://schemas.microsoft.com/office/drawing/2010/main" val="0"/>
                  </a:ext>
                  <a:ext uri="{96DAC541-7B7A-43D3-8B79-37D633B846F1}">
                    <asvg:svgBlip xmlns:asvg="http://schemas.microsoft.com/office/drawing/2016/SVG/main" r:embed="rId5"/>
                  </a:ext>
                </a:extLst>
              </a:blip>
              <a:stretch>
                <a:fillRect/>
              </a:stretch>
            </p:blipFill>
            <p:spPr>
              <a:xfrm>
                <a:off x="10682927" y="4840926"/>
                <a:ext cx="662814" cy="641082"/>
              </a:xfrm>
              <a:prstGeom prst="rect">
                <a:avLst/>
              </a:prstGeom>
            </p:spPr>
          </p:pic>
          <p:pic>
            <p:nvPicPr>
              <p:cNvPr id="185" name="图形 184">
                <a:extLst>
                  <a:ext uri="{FF2B5EF4-FFF2-40B4-BE49-F238E27FC236}">
                    <a16:creationId xmlns:a16="http://schemas.microsoft.com/office/drawing/2014/main" id="{0D9CBBC2-6A53-4892-B8B5-59D0A4443DDE}"/>
                  </a:ext>
                </a:extLst>
              </p:cNvPr>
              <p:cNvPicPr>
                <a:picLocks noChangeAspect="1"/>
              </p:cNvPicPr>
              <p:nvPr/>
            </p:nvPicPr>
            <p:blipFill>
              <a:blip r:embed="rId4">
                <a:extLst>
                  <a:ext uri="{28A0092B-C50C-407E-A947-70E740481C1C}">
                    <a14:useLocalDpi xmlns:a14="http://schemas.microsoft.com/office/drawing/2010/main" val="0"/>
                  </a:ext>
                  <a:ext uri="{96DAC541-7B7A-43D3-8B79-37D633B846F1}">
                    <asvg:svgBlip xmlns:asvg="http://schemas.microsoft.com/office/drawing/2016/SVG/main" r:embed="rId5"/>
                  </a:ext>
                </a:extLst>
              </a:blip>
              <a:stretch>
                <a:fillRect/>
              </a:stretch>
            </p:blipFill>
            <p:spPr>
              <a:xfrm>
                <a:off x="8777630" y="3817398"/>
                <a:ext cx="662814" cy="641082"/>
              </a:xfrm>
              <a:prstGeom prst="rect">
                <a:avLst/>
              </a:prstGeom>
            </p:spPr>
          </p:pic>
          <p:sp>
            <p:nvSpPr>
              <p:cNvPr id="186" name="íşlïḍè">
                <a:extLst>
                  <a:ext uri="{FF2B5EF4-FFF2-40B4-BE49-F238E27FC236}">
                    <a16:creationId xmlns:a16="http://schemas.microsoft.com/office/drawing/2014/main" id="{4C85152B-FADF-4E7A-AEC1-C02B687582D1}"/>
                  </a:ext>
                </a:extLst>
              </p:cNvPr>
              <p:cNvSpPr txBox="1"/>
              <p:nvPr/>
            </p:nvSpPr>
            <p:spPr>
              <a:xfrm>
                <a:off x="9349237" y="5360102"/>
                <a:ext cx="886782" cy="417145"/>
              </a:xfrm>
              <a:prstGeom prst="rect">
                <a:avLst/>
              </a:prstGeom>
              <a:noFill/>
            </p:spPr>
            <p:txBody>
              <a:bodyPr wrap="square" lIns="91440" tIns="45720" rIns="91440" bIns="45720" anchor="ctr">
                <a:noAutofit/>
              </a:bodyPr>
              <a:lstStyle/>
              <a:p>
                <a:pPr algn="ctr"/>
                <a:r>
                  <a:rPr lang="zh-CN" altLang="en-US" b="1" dirty="0">
                    <a:latin typeface="Arial Narrow" panose="020B0606020202030204" pitchFamily="34" charset="0"/>
                  </a:rPr>
                  <a:t>集线器</a:t>
                </a:r>
              </a:p>
            </p:txBody>
          </p:sp>
          <p:sp>
            <p:nvSpPr>
              <p:cNvPr id="191" name="íşlïḍè">
                <a:extLst>
                  <a:ext uri="{FF2B5EF4-FFF2-40B4-BE49-F238E27FC236}">
                    <a16:creationId xmlns:a16="http://schemas.microsoft.com/office/drawing/2014/main" id="{6A4910AE-0451-49CE-BD40-51DDA28956FB}"/>
                  </a:ext>
                </a:extLst>
              </p:cNvPr>
              <p:cNvSpPr txBox="1"/>
              <p:nvPr/>
            </p:nvSpPr>
            <p:spPr>
              <a:xfrm>
                <a:off x="7419846" y="5808870"/>
                <a:ext cx="3378381" cy="637336"/>
              </a:xfrm>
              <a:prstGeom prst="rect">
                <a:avLst/>
              </a:prstGeom>
              <a:noFill/>
            </p:spPr>
            <p:txBody>
              <a:bodyPr wrap="square" lIns="91440" tIns="45720" rIns="91440" bIns="45720" anchor="ctr">
                <a:noAutofit/>
              </a:bodyPr>
              <a:lstStyle/>
              <a:p>
                <a:pPr algn="ctr"/>
                <a:r>
                  <a:rPr lang="zh-CN" altLang="en-US" b="1" dirty="0">
                    <a:latin typeface="Arial Narrow" panose="020B0606020202030204" pitchFamily="34" charset="0"/>
                  </a:rPr>
                  <a:t>使用集线器的共享式以太网</a:t>
                </a:r>
              </a:p>
            </p:txBody>
          </p:sp>
        </p:grpSp>
        <p:sp>
          <p:nvSpPr>
            <p:cNvPr id="194" name="文本框 193">
              <a:extLst>
                <a:ext uri="{FF2B5EF4-FFF2-40B4-BE49-F238E27FC236}">
                  <a16:creationId xmlns:a16="http://schemas.microsoft.com/office/drawing/2014/main" id="{BE3E3D28-E5FC-4E9B-88A6-40F109E3A467}"/>
                </a:ext>
              </a:extLst>
            </p:cNvPr>
            <p:cNvSpPr txBox="1"/>
            <p:nvPr/>
          </p:nvSpPr>
          <p:spPr>
            <a:xfrm rot="2034066">
              <a:off x="9994693" y="4362398"/>
              <a:ext cx="670999" cy="369332"/>
            </a:xfrm>
            <a:prstGeom prst="rect">
              <a:avLst/>
            </a:prstGeom>
            <a:noFill/>
          </p:spPr>
          <p:txBody>
            <a:bodyPr wrap="square" rtlCol="0">
              <a:spAutoFit/>
            </a:bodyPr>
            <a:lstStyle/>
            <a:p>
              <a:pPr algn="ctr"/>
              <a:r>
                <a:rPr lang="en-US" altLang="zh-CN" b="1" dirty="0">
                  <a:latin typeface="+mn-ea"/>
                </a:rPr>
                <a:t>……</a:t>
              </a:r>
              <a:endParaRPr lang="zh-CN" altLang="en-US" b="1" dirty="0">
                <a:latin typeface="+mn-ea"/>
              </a:endParaRPr>
            </a:p>
          </p:txBody>
        </p:sp>
      </p:grpSp>
    </p:spTree>
    <p:custDataLst>
      <p:tags r:id="rId1"/>
    </p:custDataLst>
    <p:extLst>
      <p:ext uri="{BB962C8B-B14F-4D97-AF65-F5344CB8AC3E}">
        <p14:creationId xmlns:p14="http://schemas.microsoft.com/office/powerpoint/2010/main" val="1006727596"/>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2" presetClass="entr" presetSubtype="1" fill="hold" nodeType="withEffect">
                                  <p:stCondLst>
                                    <p:cond delay="0"/>
                                  </p:stCondLst>
                                  <p:childTnLst>
                                    <p:set>
                                      <p:cBhvr>
                                        <p:cTn id="6" dur="1" fill="hold">
                                          <p:stCondLst>
                                            <p:cond delay="0"/>
                                          </p:stCondLst>
                                        </p:cTn>
                                        <p:tgtEl>
                                          <p:spTgt spid="4"/>
                                        </p:tgtEl>
                                        <p:attrNameLst>
                                          <p:attrName>style.visibility</p:attrName>
                                        </p:attrNameLst>
                                      </p:cBhvr>
                                      <p:to>
                                        <p:strVal val="visible"/>
                                      </p:to>
                                    </p:set>
                                    <p:anim calcmode="lin" valueType="num">
                                      <p:cBhvr additive="base">
                                        <p:cTn id="7" dur="1000"/>
                                        <p:tgtEl>
                                          <p:spTgt spid="4"/>
                                        </p:tgtEl>
                                        <p:attrNameLst>
                                          <p:attrName>ppt_y</p:attrName>
                                        </p:attrNameLst>
                                      </p:cBhvr>
                                      <p:tavLst>
                                        <p:tav tm="0">
                                          <p:val>
                                            <p:strVal val="#ppt_y-#ppt_h*1.125000"/>
                                          </p:val>
                                        </p:tav>
                                        <p:tav tm="100000">
                                          <p:val>
                                            <p:strVal val="#ppt_y"/>
                                          </p:val>
                                        </p:tav>
                                      </p:tavLst>
                                    </p:anim>
                                    <p:animEffect transition="in" filter="wipe(down)">
                                      <p:cBhvr>
                                        <p:cTn id="8" dur="1000"/>
                                        <p:tgtEl>
                                          <p:spTgt spid="4"/>
                                        </p:tgtEl>
                                      </p:cBhvr>
                                    </p:animEffect>
                                  </p:childTnLst>
                                </p:cTn>
                              </p:par>
                            </p:childTnLst>
                          </p:cTn>
                        </p:par>
                      </p:childTnLst>
                    </p:cTn>
                  </p:par>
                  <p:par>
                    <p:cTn id="9" fill="hold">
                      <p:stCondLst>
                        <p:cond delay="indefinite"/>
                      </p:stCondLst>
                      <p:childTnLst>
                        <p:par>
                          <p:cTn id="10" fill="hold">
                            <p:stCondLst>
                              <p:cond delay="0"/>
                            </p:stCondLst>
                            <p:childTnLst>
                              <p:par>
                                <p:cTn id="11" presetID="22" presetClass="entr" presetSubtype="8" fill="hold" nodeType="clickEffect">
                                  <p:stCondLst>
                                    <p:cond delay="0"/>
                                  </p:stCondLst>
                                  <p:childTnLst>
                                    <p:set>
                                      <p:cBhvr>
                                        <p:cTn id="12" dur="1" fill="hold">
                                          <p:stCondLst>
                                            <p:cond delay="0"/>
                                          </p:stCondLst>
                                        </p:cTn>
                                        <p:tgtEl>
                                          <p:spTgt spid="20"/>
                                        </p:tgtEl>
                                        <p:attrNameLst>
                                          <p:attrName>style.visibility</p:attrName>
                                        </p:attrNameLst>
                                      </p:cBhvr>
                                      <p:to>
                                        <p:strVal val="visible"/>
                                      </p:to>
                                    </p:set>
                                    <p:animEffect transition="in" filter="wipe(left)">
                                      <p:cBhvr>
                                        <p:cTn id="13" dur="500"/>
                                        <p:tgtEl>
                                          <p:spTgt spid="20"/>
                                        </p:tgtEl>
                                      </p:cBhvr>
                                    </p:animEffect>
                                  </p:childTnLst>
                                </p:cTn>
                              </p:par>
                            </p:childTnLst>
                          </p:cTn>
                        </p:par>
                        <p:par>
                          <p:cTn id="14" fill="hold">
                            <p:stCondLst>
                              <p:cond delay="500"/>
                            </p:stCondLst>
                            <p:childTnLst>
                              <p:par>
                                <p:cTn id="15" presetID="30" presetClass="entr" presetSubtype="0" fill="hold" nodeType="afterEffect">
                                  <p:stCondLst>
                                    <p:cond delay="0"/>
                                  </p:stCondLst>
                                  <p:childTnLst>
                                    <p:set>
                                      <p:cBhvr>
                                        <p:cTn id="16" dur="1" fill="hold">
                                          <p:stCondLst>
                                            <p:cond delay="0"/>
                                          </p:stCondLst>
                                        </p:cTn>
                                        <p:tgtEl>
                                          <p:spTgt spid="1024"/>
                                        </p:tgtEl>
                                        <p:attrNameLst>
                                          <p:attrName>style.visibility</p:attrName>
                                        </p:attrNameLst>
                                      </p:cBhvr>
                                      <p:to>
                                        <p:strVal val="visible"/>
                                      </p:to>
                                    </p:set>
                                    <p:animEffect transition="in" filter="fade">
                                      <p:cBhvr>
                                        <p:cTn id="17" dur="800" decel="100000"/>
                                        <p:tgtEl>
                                          <p:spTgt spid="1024"/>
                                        </p:tgtEl>
                                      </p:cBhvr>
                                    </p:animEffect>
                                    <p:anim calcmode="lin" valueType="num">
                                      <p:cBhvr>
                                        <p:cTn id="18" dur="800" decel="100000" fill="hold"/>
                                        <p:tgtEl>
                                          <p:spTgt spid="1024"/>
                                        </p:tgtEl>
                                        <p:attrNameLst>
                                          <p:attrName>style.rotation</p:attrName>
                                        </p:attrNameLst>
                                      </p:cBhvr>
                                      <p:tavLst>
                                        <p:tav tm="0">
                                          <p:val>
                                            <p:fltVal val="-90"/>
                                          </p:val>
                                        </p:tav>
                                        <p:tav tm="100000">
                                          <p:val>
                                            <p:fltVal val="0"/>
                                          </p:val>
                                        </p:tav>
                                      </p:tavLst>
                                    </p:anim>
                                    <p:anim calcmode="lin" valueType="num">
                                      <p:cBhvr>
                                        <p:cTn id="19" dur="800" decel="100000" fill="hold"/>
                                        <p:tgtEl>
                                          <p:spTgt spid="1024"/>
                                        </p:tgtEl>
                                        <p:attrNameLst>
                                          <p:attrName>ppt_x</p:attrName>
                                        </p:attrNameLst>
                                      </p:cBhvr>
                                      <p:tavLst>
                                        <p:tav tm="0">
                                          <p:val>
                                            <p:strVal val="#ppt_x+0.4"/>
                                          </p:val>
                                        </p:tav>
                                        <p:tav tm="100000">
                                          <p:val>
                                            <p:strVal val="#ppt_x-0.05"/>
                                          </p:val>
                                        </p:tav>
                                      </p:tavLst>
                                    </p:anim>
                                    <p:anim calcmode="lin" valueType="num">
                                      <p:cBhvr>
                                        <p:cTn id="20" dur="800" decel="100000" fill="hold"/>
                                        <p:tgtEl>
                                          <p:spTgt spid="1024"/>
                                        </p:tgtEl>
                                        <p:attrNameLst>
                                          <p:attrName>ppt_y</p:attrName>
                                        </p:attrNameLst>
                                      </p:cBhvr>
                                      <p:tavLst>
                                        <p:tav tm="0">
                                          <p:val>
                                            <p:strVal val="#ppt_y-0.4"/>
                                          </p:val>
                                        </p:tav>
                                        <p:tav tm="100000">
                                          <p:val>
                                            <p:strVal val="#ppt_y+0.1"/>
                                          </p:val>
                                        </p:tav>
                                      </p:tavLst>
                                    </p:anim>
                                    <p:anim calcmode="lin" valueType="num">
                                      <p:cBhvr>
                                        <p:cTn id="21" dur="200" accel="100000" fill="hold">
                                          <p:stCondLst>
                                            <p:cond delay="800"/>
                                          </p:stCondLst>
                                        </p:cTn>
                                        <p:tgtEl>
                                          <p:spTgt spid="1024"/>
                                        </p:tgtEl>
                                        <p:attrNameLst>
                                          <p:attrName>ppt_x</p:attrName>
                                        </p:attrNameLst>
                                      </p:cBhvr>
                                      <p:tavLst>
                                        <p:tav tm="0">
                                          <p:val>
                                            <p:strVal val="#ppt_x-0.05"/>
                                          </p:val>
                                        </p:tav>
                                        <p:tav tm="100000">
                                          <p:val>
                                            <p:strVal val="#ppt_x"/>
                                          </p:val>
                                        </p:tav>
                                      </p:tavLst>
                                    </p:anim>
                                    <p:anim calcmode="lin" valueType="num">
                                      <p:cBhvr>
                                        <p:cTn id="22" dur="200" accel="100000" fill="hold">
                                          <p:stCondLst>
                                            <p:cond delay="800"/>
                                          </p:stCondLst>
                                        </p:cTn>
                                        <p:tgtEl>
                                          <p:spTgt spid="1024"/>
                                        </p:tgtEl>
                                        <p:attrNameLst>
                                          <p:attrName>ppt_y</p:attrName>
                                        </p:attrNameLst>
                                      </p:cBhvr>
                                      <p:tavLst>
                                        <p:tav tm="0">
                                          <p:val>
                                            <p:strVal val="#ppt_y+0.1"/>
                                          </p:val>
                                        </p:tav>
                                        <p:tav tm="100000">
                                          <p:val>
                                            <p:strVal val="#ppt_y"/>
                                          </p:val>
                                        </p:tav>
                                      </p:tavLst>
                                    </p:anim>
                                  </p:childTnLst>
                                </p:cTn>
                              </p:par>
                            </p:childTnLst>
                          </p:cTn>
                        </p:par>
                      </p:childTnLst>
                    </p:cTn>
                  </p:par>
                  <p:par>
                    <p:cTn id="23" fill="hold">
                      <p:stCondLst>
                        <p:cond delay="indefinite"/>
                      </p:stCondLst>
                      <p:childTnLst>
                        <p:par>
                          <p:cTn id="24" fill="hold">
                            <p:stCondLst>
                              <p:cond delay="0"/>
                            </p:stCondLst>
                            <p:childTnLst>
                              <p:par>
                                <p:cTn id="25" presetID="49" presetClass="entr" presetSubtype="0" decel="100000" fill="hold" grpId="0" nodeType="clickEffect">
                                  <p:stCondLst>
                                    <p:cond delay="0"/>
                                  </p:stCondLst>
                                  <p:childTnLst>
                                    <p:set>
                                      <p:cBhvr>
                                        <p:cTn id="26" dur="1" fill="hold">
                                          <p:stCondLst>
                                            <p:cond delay="0"/>
                                          </p:stCondLst>
                                        </p:cTn>
                                        <p:tgtEl>
                                          <p:spTgt spid="146"/>
                                        </p:tgtEl>
                                        <p:attrNameLst>
                                          <p:attrName>style.visibility</p:attrName>
                                        </p:attrNameLst>
                                      </p:cBhvr>
                                      <p:to>
                                        <p:strVal val="visible"/>
                                      </p:to>
                                    </p:set>
                                    <p:anim calcmode="lin" valueType="num">
                                      <p:cBhvr>
                                        <p:cTn id="27" dur="500" fill="hold"/>
                                        <p:tgtEl>
                                          <p:spTgt spid="146"/>
                                        </p:tgtEl>
                                        <p:attrNameLst>
                                          <p:attrName>ppt_w</p:attrName>
                                        </p:attrNameLst>
                                      </p:cBhvr>
                                      <p:tavLst>
                                        <p:tav tm="0">
                                          <p:val>
                                            <p:fltVal val="0"/>
                                          </p:val>
                                        </p:tav>
                                        <p:tav tm="100000">
                                          <p:val>
                                            <p:strVal val="#ppt_w"/>
                                          </p:val>
                                        </p:tav>
                                      </p:tavLst>
                                    </p:anim>
                                    <p:anim calcmode="lin" valueType="num">
                                      <p:cBhvr>
                                        <p:cTn id="28" dur="500" fill="hold"/>
                                        <p:tgtEl>
                                          <p:spTgt spid="146"/>
                                        </p:tgtEl>
                                        <p:attrNameLst>
                                          <p:attrName>ppt_h</p:attrName>
                                        </p:attrNameLst>
                                      </p:cBhvr>
                                      <p:tavLst>
                                        <p:tav tm="0">
                                          <p:val>
                                            <p:fltVal val="0"/>
                                          </p:val>
                                        </p:tav>
                                        <p:tav tm="100000">
                                          <p:val>
                                            <p:strVal val="#ppt_h"/>
                                          </p:val>
                                        </p:tav>
                                      </p:tavLst>
                                    </p:anim>
                                    <p:anim calcmode="lin" valueType="num">
                                      <p:cBhvr>
                                        <p:cTn id="29" dur="500" fill="hold"/>
                                        <p:tgtEl>
                                          <p:spTgt spid="146"/>
                                        </p:tgtEl>
                                        <p:attrNameLst>
                                          <p:attrName>style.rotation</p:attrName>
                                        </p:attrNameLst>
                                      </p:cBhvr>
                                      <p:tavLst>
                                        <p:tav tm="0">
                                          <p:val>
                                            <p:fltVal val="360"/>
                                          </p:val>
                                        </p:tav>
                                        <p:tav tm="100000">
                                          <p:val>
                                            <p:fltVal val="0"/>
                                          </p:val>
                                        </p:tav>
                                      </p:tavLst>
                                    </p:anim>
                                    <p:animEffect transition="in" filter="fade">
                                      <p:cBhvr>
                                        <p:cTn id="30" dur="500"/>
                                        <p:tgtEl>
                                          <p:spTgt spid="146"/>
                                        </p:tgtEl>
                                      </p:cBhvr>
                                    </p:animEffect>
                                  </p:childTnLst>
                                </p:cTn>
                              </p:par>
                            </p:childTnLst>
                          </p:cTn>
                        </p:par>
                        <p:par>
                          <p:cTn id="31" fill="hold">
                            <p:stCondLst>
                              <p:cond delay="500"/>
                            </p:stCondLst>
                            <p:childTnLst>
                              <p:par>
                                <p:cTn id="32" presetID="1" presetClass="entr" presetSubtype="0" fill="hold" grpId="0" nodeType="afterEffect">
                                  <p:stCondLst>
                                    <p:cond delay="0"/>
                                  </p:stCondLst>
                                  <p:iterate type="lt">
                                    <p:tmAbs val="100"/>
                                  </p:iterate>
                                  <p:childTnLst>
                                    <p:set>
                                      <p:cBhvr>
                                        <p:cTn id="33" dur="1" fill="hold">
                                          <p:stCondLst>
                                            <p:cond delay="0"/>
                                          </p:stCondLst>
                                        </p:cTn>
                                        <p:tgtEl>
                                          <p:spTgt spid="147"/>
                                        </p:tgtEl>
                                        <p:attrNameLst>
                                          <p:attrName>style.visibility</p:attrName>
                                        </p:attrNameLst>
                                      </p:cBhvr>
                                      <p:to>
                                        <p:strVal val="visible"/>
                                      </p:to>
                                    </p:set>
                                  </p:childTnLst>
                                </p:cTn>
                              </p:par>
                            </p:childTnLst>
                          </p:cTn>
                        </p:par>
                      </p:childTnLst>
                    </p:cTn>
                  </p:par>
                  <p:par>
                    <p:cTn id="34" fill="hold">
                      <p:stCondLst>
                        <p:cond delay="indefinite"/>
                      </p:stCondLst>
                      <p:childTnLst>
                        <p:par>
                          <p:cTn id="35" fill="hold">
                            <p:stCondLst>
                              <p:cond delay="0"/>
                            </p:stCondLst>
                            <p:childTnLst>
                              <p:par>
                                <p:cTn id="36" presetID="49" presetClass="entr" presetSubtype="0" decel="100000" fill="hold" grpId="0" nodeType="clickEffect">
                                  <p:stCondLst>
                                    <p:cond delay="0"/>
                                  </p:stCondLst>
                                  <p:childTnLst>
                                    <p:set>
                                      <p:cBhvr>
                                        <p:cTn id="37" dur="1" fill="hold">
                                          <p:stCondLst>
                                            <p:cond delay="0"/>
                                          </p:stCondLst>
                                        </p:cTn>
                                        <p:tgtEl>
                                          <p:spTgt spid="150"/>
                                        </p:tgtEl>
                                        <p:attrNameLst>
                                          <p:attrName>style.visibility</p:attrName>
                                        </p:attrNameLst>
                                      </p:cBhvr>
                                      <p:to>
                                        <p:strVal val="visible"/>
                                      </p:to>
                                    </p:set>
                                    <p:anim calcmode="lin" valueType="num">
                                      <p:cBhvr>
                                        <p:cTn id="38" dur="500" fill="hold"/>
                                        <p:tgtEl>
                                          <p:spTgt spid="150"/>
                                        </p:tgtEl>
                                        <p:attrNameLst>
                                          <p:attrName>ppt_w</p:attrName>
                                        </p:attrNameLst>
                                      </p:cBhvr>
                                      <p:tavLst>
                                        <p:tav tm="0">
                                          <p:val>
                                            <p:fltVal val="0"/>
                                          </p:val>
                                        </p:tav>
                                        <p:tav tm="100000">
                                          <p:val>
                                            <p:strVal val="#ppt_w"/>
                                          </p:val>
                                        </p:tav>
                                      </p:tavLst>
                                    </p:anim>
                                    <p:anim calcmode="lin" valueType="num">
                                      <p:cBhvr>
                                        <p:cTn id="39" dur="500" fill="hold"/>
                                        <p:tgtEl>
                                          <p:spTgt spid="150"/>
                                        </p:tgtEl>
                                        <p:attrNameLst>
                                          <p:attrName>ppt_h</p:attrName>
                                        </p:attrNameLst>
                                      </p:cBhvr>
                                      <p:tavLst>
                                        <p:tav tm="0">
                                          <p:val>
                                            <p:fltVal val="0"/>
                                          </p:val>
                                        </p:tav>
                                        <p:tav tm="100000">
                                          <p:val>
                                            <p:strVal val="#ppt_h"/>
                                          </p:val>
                                        </p:tav>
                                      </p:tavLst>
                                    </p:anim>
                                    <p:anim calcmode="lin" valueType="num">
                                      <p:cBhvr>
                                        <p:cTn id="40" dur="500" fill="hold"/>
                                        <p:tgtEl>
                                          <p:spTgt spid="150"/>
                                        </p:tgtEl>
                                        <p:attrNameLst>
                                          <p:attrName>style.rotation</p:attrName>
                                        </p:attrNameLst>
                                      </p:cBhvr>
                                      <p:tavLst>
                                        <p:tav tm="0">
                                          <p:val>
                                            <p:fltVal val="360"/>
                                          </p:val>
                                        </p:tav>
                                        <p:tav tm="100000">
                                          <p:val>
                                            <p:fltVal val="0"/>
                                          </p:val>
                                        </p:tav>
                                      </p:tavLst>
                                    </p:anim>
                                    <p:animEffect transition="in" filter="fade">
                                      <p:cBhvr>
                                        <p:cTn id="41" dur="500"/>
                                        <p:tgtEl>
                                          <p:spTgt spid="150"/>
                                        </p:tgtEl>
                                      </p:cBhvr>
                                    </p:animEffect>
                                  </p:childTnLst>
                                </p:cTn>
                              </p:par>
                            </p:childTnLst>
                          </p:cTn>
                        </p:par>
                        <p:par>
                          <p:cTn id="42" fill="hold">
                            <p:stCondLst>
                              <p:cond delay="500"/>
                            </p:stCondLst>
                            <p:childTnLst>
                              <p:par>
                                <p:cTn id="43" presetID="1" presetClass="entr" presetSubtype="0" fill="hold" grpId="0" nodeType="afterEffect">
                                  <p:stCondLst>
                                    <p:cond delay="0"/>
                                  </p:stCondLst>
                                  <p:iterate type="lt">
                                    <p:tmAbs val="100"/>
                                  </p:iterate>
                                  <p:childTnLst>
                                    <p:set>
                                      <p:cBhvr>
                                        <p:cTn id="44" dur="1" fill="hold">
                                          <p:stCondLst>
                                            <p:cond delay="0"/>
                                          </p:stCondLst>
                                        </p:cTn>
                                        <p:tgtEl>
                                          <p:spTgt spid="151"/>
                                        </p:tgtEl>
                                        <p:attrNameLst>
                                          <p:attrName>style.visibility</p:attrName>
                                        </p:attrNameLst>
                                      </p:cBhvr>
                                      <p:to>
                                        <p:strVal val="visible"/>
                                      </p:to>
                                    </p:set>
                                  </p:childTnLst>
                                </p:cTn>
                              </p:par>
                            </p:childTnLst>
                          </p:cTn>
                        </p:par>
                      </p:childTnLst>
                    </p:cTn>
                  </p:par>
                  <p:par>
                    <p:cTn id="45" fill="hold">
                      <p:stCondLst>
                        <p:cond delay="indefinite"/>
                      </p:stCondLst>
                      <p:childTnLst>
                        <p:par>
                          <p:cTn id="46" fill="hold">
                            <p:stCondLst>
                              <p:cond delay="0"/>
                            </p:stCondLst>
                            <p:childTnLst>
                              <p:par>
                                <p:cTn id="47" presetID="30" presetClass="entr" presetSubtype="0" fill="hold" nodeType="clickEffect">
                                  <p:stCondLst>
                                    <p:cond delay="0"/>
                                  </p:stCondLst>
                                  <p:childTnLst>
                                    <p:set>
                                      <p:cBhvr>
                                        <p:cTn id="48" dur="1" fill="hold">
                                          <p:stCondLst>
                                            <p:cond delay="0"/>
                                          </p:stCondLst>
                                        </p:cTn>
                                        <p:tgtEl>
                                          <p:spTgt spid="1036"/>
                                        </p:tgtEl>
                                        <p:attrNameLst>
                                          <p:attrName>style.visibility</p:attrName>
                                        </p:attrNameLst>
                                      </p:cBhvr>
                                      <p:to>
                                        <p:strVal val="visible"/>
                                      </p:to>
                                    </p:set>
                                    <p:animEffect transition="in" filter="fade">
                                      <p:cBhvr>
                                        <p:cTn id="49" dur="800" decel="100000"/>
                                        <p:tgtEl>
                                          <p:spTgt spid="1036"/>
                                        </p:tgtEl>
                                      </p:cBhvr>
                                    </p:animEffect>
                                    <p:anim calcmode="lin" valueType="num">
                                      <p:cBhvr>
                                        <p:cTn id="50" dur="800" decel="100000" fill="hold"/>
                                        <p:tgtEl>
                                          <p:spTgt spid="1036"/>
                                        </p:tgtEl>
                                        <p:attrNameLst>
                                          <p:attrName>style.rotation</p:attrName>
                                        </p:attrNameLst>
                                      </p:cBhvr>
                                      <p:tavLst>
                                        <p:tav tm="0">
                                          <p:val>
                                            <p:fltVal val="-90"/>
                                          </p:val>
                                        </p:tav>
                                        <p:tav tm="100000">
                                          <p:val>
                                            <p:fltVal val="0"/>
                                          </p:val>
                                        </p:tav>
                                      </p:tavLst>
                                    </p:anim>
                                    <p:anim calcmode="lin" valueType="num">
                                      <p:cBhvr>
                                        <p:cTn id="51" dur="800" decel="100000" fill="hold"/>
                                        <p:tgtEl>
                                          <p:spTgt spid="1036"/>
                                        </p:tgtEl>
                                        <p:attrNameLst>
                                          <p:attrName>ppt_x</p:attrName>
                                        </p:attrNameLst>
                                      </p:cBhvr>
                                      <p:tavLst>
                                        <p:tav tm="0">
                                          <p:val>
                                            <p:strVal val="#ppt_x+0.4"/>
                                          </p:val>
                                        </p:tav>
                                        <p:tav tm="100000">
                                          <p:val>
                                            <p:strVal val="#ppt_x-0.05"/>
                                          </p:val>
                                        </p:tav>
                                      </p:tavLst>
                                    </p:anim>
                                    <p:anim calcmode="lin" valueType="num">
                                      <p:cBhvr>
                                        <p:cTn id="52" dur="800" decel="100000" fill="hold"/>
                                        <p:tgtEl>
                                          <p:spTgt spid="1036"/>
                                        </p:tgtEl>
                                        <p:attrNameLst>
                                          <p:attrName>ppt_y</p:attrName>
                                        </p:attrNameLst>
                                      </p:cBhvr>
                                      <p:tavLst>
                                        <p:tav tm="0">
                                          <p:val>
                                            <p:strVal val="#ppt_y-0.4"/>
                                          </p:val>
                                        </p:tav>
                                        <p:tav tm="100000">
                                          <p:val>
                                            <p:strVal val="#ppt_y+0.1"/>
                                          </p:val>
                                        </p:tav>
                                      </p:tavLst>
                                    </p:anim>
                                    <p:anim calcmode="lin" valueType="num">
                                      <p:cBhvr>
                                        <p:cTn id="53" dur="200" accel="100000" fill="hold">
                                          <p:stCondLst>
                                            <p:cond delay="800"/>
                                          </p:stCondLst>
                                        </p:cTn>
                                        <p:tgtEl>
                                          <p:spTgt spid="1036"/>
                                        </p:tgtEl>
                                        <p:attrNameLst>
                                          <p:attrName>ppt_x</p:attrName>
                                        </p:attrNameLst>
                                      </p:cBhvr>
                                      <p:tavLst>
                                        <p:tav tm="0">
                                          <p:val>
                                            <p:strVal val="#ppt_x-0.05"/>
                                          </p:val>
                                        </p:tav>
                                        <p:tav tm="100000">
                                          <p:val>
                                            <p:strVal val="#ppt_x"/>
                                          </p:val>
                                        </p:tav>
                                      </p:tavLst>
                                    </p:anim>
                                    <p:anim calcmode="lin" valueType="num">
                                      <p:cBhvr>
                                        <p:cTn id="54" dur="200" accel="100000" fill="hold">
                                          <p:stCondLst>
                                            <p:cond delay="800"/>
                                          </p:stCondLst>
                                        </p:cTn>
                                        <p:tgtEl>
                                          <p:spTgt spid="1036"/>
                                        </p:tgtEl>
                                        <p:attrNameLst>
                                          <p:attrName>ppt_y</p:attrName>
                                        </p:attrNameLst>
                                      </p:cBhvr>
                                      <p:tavLst>
                                        <p:tav tm="0">
                                          <p:val>
                                            <p:strVal val="#ppt_y+0.1"/>
                                          </p:val>
                                        </p:tav>
                                        <p:tav tm="100000">
                                          <p:val>
                                            <p:strVal val="#ppt_y"/>
                                          </p:val>
                                        </p:tav>
                                      </p:tavLst>
                                    </p:anim>
                                  </p:childTnLst>
                                </p:cTn>
                              </p:par>
                            </p:childTnLst>
                          </p:cTn>
                        </p:par>
                      </p:childTnLst>
                    </p:cTn>
                  </p:par>
                  <p:par>
                    <p:cTn id="55" fill="hold">
                      <p:stCondLst>
                        <p:cond delay="indefinite"/>
                      </p:stCondLst>
                      <p:childTnLst>
                        <p:par>
                          <p:cTn id="56" fill="hold">
                            <p:stCondLst>
                              <p:cond delay="0"/>
                            </p:stCondLst>
                            <p:childTnLst>
                              <p:par>
                                <p:cTn id="57" presetID="30" presetClass="entr" presetSubtype="0" fill="hold" nodeType="clickEffect">
                                  <p:stCondLst>
                                    <p:cond delay="0"/>
                                  </p:stCondLst>
                                  <p:childTnLst>
                                    <p:set>
                                      <p:cBhvr>
                                        <p:cTn id="58" dur="1" fill="hold">
                                          <p:stCondLst>
                                            <p:cond delay="0"/>
                                          </p:stCondLst>
                                        </p:cTn>
                                        <p:tgtEl>
                                          <p:spTgt spid="1038"/>
                                        </p:tgtEl>
                                        <p:attrNameLst>
                                          <p:attrName>style.visibility</p:attrName>
                                        </p:attrNameLst>
                                      </p:cBhvr>
                                      <p:to>
                                        <p:strVal val="visible"/>
                                      </p:to>
                                    </p:set>
                                    <p:animEffect transition="in" filter="fade">
                                      <p:cBhvr>
                                        <p:cTn id="59" dur="800" decel="100000"/>
                                        <p:tgtEl>
                                          <p:spTgt spid="1038"/>
                                        </p:tgtEl>
                                      </p:cBhvr>
                                    </p:animEffect>
                                    <p:anim calcmode="lin" valueType="num">
                                      <p:cBhvr>
                                        <p:cTn id="60" dur="800" decel="100000" fill="hold"/>
                                        <p:tgtEl>
                                          <p:spTgt spid="1038"/>
                                        </p:tgtEl>
                                        <p:attrNameLst>
                                          <p:attrName>style.rotation</p:attrName>
                                        </p:attrNameLst>
                                      </p:cBhvr>
                                      <p:tavLst>
                                        <p:tav tm="0">
                                          <p:val>
                                            <p:fltVal val="-90"/>
                                          </p:val>
                                        </p:tav>
                                        <p:tav tm="100000">
                                          <p:val>
                                            <p:fltVal val="0"/>
                                          </p:val>
                                        </p:tav>
                                      </p:tavLst>
                                    </p:anim>
                                    <p:anim calcmode="lin" valueType="num">
                                      <p:cBhvr>
                                        <p:cTn id="61" dur="800" decel="100000" fill="hold"/>
                                        <p:tgtEl>
                                          <p:spTgt spid="1038"/>
                                        </p:tgtEl>
                                        <p:attrNameLst>
                                          <p:attrName>ppt_x</p:attrName>
                                        </p:attrNameLst>
                                      </p:cBhvr>
                                      <p:tavLst>
                                        <p:tav tm="0">
                                          <p:val>
                                            <p:strVal val="#ppt_x+0.4"/>
                                          </p:val>
                                        </p:tav>
                                        <p:tav tm="100000">
                                          <p:val>
                                            <p:strVal val="#ppt_x-0.05"/>
                                          </p:val>
                                        </p:tav>
                                      </p:tavLst>
                                    </p:anim>
                                    <p:anim calcmode="lin" valueType="num">
                                      <p:cBhvr>
                                        <p:cTn id="62" dur="800" decel="100000" fill="hold"/>
                                        <p:tgtEl>
                                          <p:spTgt spid="1038"/>
                                        </p:tgtEl>
                                        <p:attrNameLst>
                                          <p:attrName>ppt_y</p:attrName>
                                        </p:attrNameLst>
                                      </p:cBhvr>
                                      <p:tavLst>
                                        <p:tav tm="0">
                                          <p:val>
                                            <p:strVal val="#ppt_y-0.4"/>
                                          </p:val>
                                        </p:tav>
                                        <p:tav tm="100000">
                                          <p:val>
                                            <p:strVal val="#ppt_y+0.1"/>
                                          </p:val>
                                        </p:tav>
                                      </p:tavLst>
                                    </p:anim>
                                    <p:anim calcmode="lin" valueType="num">
                                      <p:cBhvr>
                                        <p:cTn id="63" dur="200" accel="100000" fill="hold">
                                          <p:stCondLst>
                                            <p:cond delay="800"/>
                                          </p:stCondLst>
                                        </p:cTn>
                                        <p:tgtEl>
                                          <p:spTgt spid="1038"/>
                                        </p:tgtEl>
                                        <p:attrNameLst>
                                          <p:attrName>ppt_x</p:attrName>
                                        </p:attrNameLst>
                                      </p:cBhvr>
                                      <p:tavLst>
                                        <p:tav tm="0">
                                          <p:val>
                                            <p:strVal val="#ppt_x-0.05"/>
                                          </p:val>
                                        </p:tav>
                                        <p:tav tm="100000">
                                          <p:val>
                                            <p:strVal val="#ppt_x"/>
                                          </p:val>
                                        </p:tav>
                                      </p:tavLst>
                                    </p:anim>
                                    <p:anim calcmode="lin" valueType="num">
                                      <p:cBhvr>
                                        <p:cTn id="64" dur="200" accel="100000" fill="hold">
                                          <p:stCondLst>
                                            <p:cond delay="800"/>
                                          </p:stCondLst>
                                        </p:cTn>
                                        <p:tgtEl>
                                          <p:spTgt spid="1038"/>
                                        </p:tgtEl>
                                        <p:attrNameLst>
                                          <p:attrName>ppt_y</p:attrName>
                                        </p:attrNameLst>
                                      </p:cBhvr>
                                      <p:tavLst>
                                        <p:tav tm="0">
                                          <p:val>
                                            <p:strVal val="#ppt_y+0.1"/>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46" grpId="0" animBg="1"/>
      <p:bldP spid="147" grpId="0"/>
      <p:bldP spid="150" grpId="0" animBg="1"/>
      <p:bldP spid="151" grpId="0"/>
    </p:bldLst>
  </p:timing>
</p:sld>
</file>

<file path=ppt/slides/slide24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4" name="组合 3">
            <a:extLst>
              <a:ext uri="{FF2B5EF4-FFF2-40B4-BE49-F238E27FC236}">
                <a16:creationId xmlns:a16="http://schemas.microsoft.com/office/drawing/2014/main" id="{9A1EA9F2-FCB6-48C3-935F-7AE7E3AD14AC}"/>
              </a:ext>
            </a:extLst>
          </p:cNvPr>
          <p:cNvGrpSpPr/>
          <p:nvPr/>
        </p:nvGrpSpPr>
        <p:grpSpPr>
          <a:xfrm>
            <a:off x="304800" y="749300"/>
            <a:ext cx="6192344" cy="400110"/>
            <a:chOff x="424117" y="898245"/>
            <a:chExt cx="6192344" cy="400110"/>
          </a:xfrm>
        </p:grpSpPr>
        <p:sp>
          <p:nvSpPr>
            <p:cNvPr id="2" name="平行四边形 1">
              <a:extLst>
                <a:ext uri="{FF2B5EF4-FFF2-40B4-BE49-F238E27FC236}">
                  <a16:creationId xmlns:a16="http://schemas.microsoft.com/office/drawing/2014/main" id="{1F5BAA3F-9845-4F89-A2DD-8222D3E4EDAC}"/>
                </a:ext>
              </a:extLst>
            </p:cNvPr>
            <p:cNvSpPr/>
            <p:nvPr/>
          </p:nvSpPr>
          <p:spPr>
            <a:xfrm>
              <a:off x="424117" y="898245"/>
              <a:ext cx="628306" cy="387090"/>
            </a:xfrm>
            <a:prstGeom prst="parallelogram">
              <a:avLst/>
            </a:prstGeom>
            <a:solidFill>
              <a:schemeClr val="accent3">
                <a:lumMod val="75000"/>
              </a:schemeClr>
            </a:solidFill>
            <a:ln>
              <a:solidFill>
                <a:schemeClr val="accent3">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CN" sz="2200" dirty="0">
                  <a:latin typeface="Impact" panose="020B0806030902050204" pitchFamily="34" charset="0"/>
                </a:rPr>
                <a:t>01</a:t>
              </a:r>
              <a:endParaRPr lang="zh-CN" altLang="en-US" sz="2200" dirty="0">
                <a:latin typeface="Impact" panose="020B0806030902050204" pitchFamily="34" charset="0"/>
              </a:endParaRPr>
            </a:p>
          </p:txBody>
        </p:sp>
        <p:sp>
          <p:nvSpPr>
            <p:cNvPr id="3" name="文本框 2">
              <a:extLst>
                <a:ext uri="{FF2B5EF4-FFF2-40B4-BE49-F238E27FC236}">
                  <a16:creationId xmlns:a16="http://schemas.microsoft.com/office/drawing/2014/main" id="{4D6BD736-A4D3-4F26-AFED-36E11F50F70B}"/>
                </a:ext>
              </a:extLst>
            </p:cNvPr>
            <p:cNvSpPr txBox="1"/>
            <p:nvPr/>
          </p:nvSpPr>
          <p:spPr>
            <a:xfrm>
              <a:off x="1052423" y="898245"/>
              <a:ext cx="5564038" cy="400110"/>
            </a:xfrm>
            <a:prstGeom prst="rect">
              <a:avLst/>
            </a:prstGeom>
            <a:noFill/>
          </p:spPr>
          <p:txBody>
            <a:bodyPr wrap="square" rtlCol="0">
              <a:spAutoFit/>
            </a:bodyPr>
            <a:lstStyle/>
            <a:p>
              <a:r>
                <a:rPr lang="zh-CN" altLang="en-US" sz="2000" b="1" dirty="0"/>
                <a:t>共享式以太网</a:t>
              </a:r>
            </a:p>
          </p:txBody>
        </p:sp>
      </p:grpSp>
      <p:grpSp>
        <p:nvGrpSpPr>
          <p:cNvPr id="20" name="组合 19">
            <a:extLst>
              <a:ext uri="{FF2B5EF4-FFF2-40B4-BE49-F238E27FC236}">
                <a16:creationId xmlns:a16="http://schemas.microsoft.com/office/drawing/2014/main" id="{5CFBA406-7F73-4FEC-A363-E9FE85CA3B11}"/>
              </a:ext>
            </a:extLst>
          </p:cNvPr>
          <p:cNvGrpSpPr/>
          <p:nvPr/>
        </p:nvGrpSpPr>
        <p:grpSpPr>
          <a:xfrm>
            <a:off x="933106" y="1235013"/>
            <a:ext cx="2203201" cy="753798"/>
            <a:chOff x="981499" y="2299747"/>
            <a:chExt cx="2203201" cy="753798"/>
          </a:xfrm>
        </p:grpSpPr>
        <p:sp>
          <p:nvSpPr>
            <p:cNvPr id="117" name="îsľiḋè">
              <a:extLst>
                <a:ext uri="{FF2B5EF4-FFF2-40B4-BE49-F238E27FC236}">
                  <a16:creationId xmlns:a16="http://schemas.microsoft.com/office/drawing/2014/main" id="{A283F860-CEFC-478B-AC86-62FDFD84320B}"/>
                </a:ext>
              </a:extLst>
            </p:cNvPr>
            <p:cNvSpPr txBox="1"/>
            <p:nvPr/>
          </p:nvSpPr>
          <p:spPr bwMode="auto">
            <a:xfrm>
              <a:off x="981500" y="2653945"/>
              <a:ext cx="2203200" cy="399600"/>
            </a:xfrm>
            <a:prstGeom prst="chevron">
              <a:avLst>
                <a:gd name="adj" fmla="val 20471"/>
              </a:avLst>
            </a:prstGeom>
            <a:ln/>
          </p:spPr>
          <p:style>
            <a:lnRef idx="2">
              <a:schemeClr val="accent4">
                <a:shade val="50000"/>
              </a:schemeClr>
            </a:lnRef>
            <a:fillRef idx="1">
              <a:schemeClr val="accent4"/>
            </a:fillRef>
            <a:effectRef idx="0">
              <a:schemeClr val="accent4"/>
            </a:effectRef>
            <a:fontRef idx="minor">
              <a:schemeClr val="lt1"/>
            </a:fontRef>
          </p:style>
          <p:txBody>
            <a:bodyPr wrap="square" lIns="36000" tIns="45720" rIns="36000" bIns="45720" anchor="ctr">
              <a:noAutofit/>
            </a:bodyPr>
            <a:lstStyle>
              <a:lvl1pPr eaLnBrk="0" hangingPunct="0">
                <a:defRPr sz="1900">
                  <a:solidFill>
                    <a:schemeClr val="tx1"/>
                  </a:solidFill>
                </a:defRPr>
              </a:lvl1pPr>
              <a:lvl2pPr marL="742950" indent="-285750" eaLnBrk="0" hangingPunct="0">
                <a:defRPr sz="1900">
                  <a:solidFill>
                    <a:schemeClr val="tx1"/>
                  </a:solidFill>
                </a:defRPr>
              </a:lvl2pPr>
              <a:lvl3pPr marL="1143000" indent="-228600" eaLnBrk="0" hangingPunct="0">
                <a:defRPr sz="1900">
                  <a:solidFill>
                    <a:schemeClr val="tx1"/>
                  </a:solidFill>
                </a:defRPr>
              </a:lvl3pPr>
              <a:lvl4pPr marL="1600200" indent="-228600" eaLnBrk="0" hangingPunct="0">
                <a:defRPr sz="1900">
                  <a:solidFill>
                    <a:schemeClr val="tx1"/>
                  </a:solidFill>
                </a:defRPr>
              </a:lvl4pPr>
              <a:lvl5pPr marL="2057400" indent="-228600" eaLnBrk="0" hangingPunct="0">
                <a:defRPr sz="1900">
                  <a:solidFill>
                    <a:schemeClr val="tx1"/>
                  </a:solidFill>
                </a:defRPr>
              </a:lvl5pPr>
              <a:lvl6pPr marL="2514600" indent="-228600" defTabSz="956945" eaLnBrk="0" fontAlgn="base" hangingPunct="0">
                <a:spcBef>
                  <a:spcPct val="0"/>
                </a:spcBef>
                <a:spcAft>
                  <a:spcPct val="0"/>
                </a:spcAft>
                <a:defRPr sz="1900">
                  <a:solidFill>
                    <a:schemeClr val="tx1"/>
                  </a:solidFill>
                </a:defRPr>
              </a:lvl6pPr>
              <a:lvl7pPr marL="2971800" indent="-228600" defTabSz="956945" eaLnBrk="0" fontAlgn="base" hangingPunct="0">
                <a:spcBef>
                  <a:spcPct val="0"/>
                </a:spcBef>
                <a:spcAft>
                  <a:spcPct val="0"/>
                </a:spcAft>
                <a:defRPr sz="1900">
                  <a:solidFill>
                    <a:schemeClr val="tx1"/>
                  </a:solidFill>
                </a:defRPr>
              </a:lvl7pPr>
              <a:lvl8pPr marL="3429000" indent="-228600" defTabSz="956945" eaLnBrk="0" fontAlgn="base" hangingPunct="0">
                <a:spcBef>
                  <a:spcPct val="0"/>
                </a:spcBef>
                <a:spcAft>
                  <a:spcPct val="0"/>
                </a:spcAft>
                <a:defRPr sz="1900">
                  <a:solidFill>
                    <a:schemeClr val="tx1"/>
                  </a:solidFill>
                </a:defRPr>
              </a:lvl8pPr>
              <a:lvl9pPr marL="3886200" indent="-228600" defTabSz="956945" eaLnBrk="0" fontAlgn="base" hangingPunct="0">
                <a:spcBef>
                  <a:spcPct val="0"/>
                </a:spcBef>
                <a:spcAft>
                  <a:spcPct val="0"/>
                </a:spcAft>
                <a:defRPr sz="1900">
                  <a:solidFill>
                    <a:schemeClr val="tx1"/>
                  </a:solidFill>
                </a:defRPr>
              </a:lvl9pPr>
            </a:lstStyle>
            <a:p>
              <a:pPr algn="ctr" eaLnBrk="1" hangingPunct="1"/>
              <a:r>
                <a:rPr lang="zh-CN" altLang="en-US" sz="1800" b="1" dirty="0">
                  <a:solidFill>
                    <a:schemeClr val="bg1"/>
                  </a:solidFill>
                </a:rPr>
                <a:t>以太网诞生</a:t>
              </a:r>
              <a:endParaRPr lang="en-US" altLang="zh-CN" sz="1800" b="1" dirty="0">
                <a:solidFill>
                  <a:schemeClr val="bg1"/>
                </a:solidFill>
              </a:endParaRPr>
            </a:p>
          </p:txBody>
        </p:sp>
        <p:sp>
          <p:nvSpPr>
            <p:cNvPr id="6" name="文本框 5">
              <a:extLst>
                <a:ext uri="{FF2B5EF4-FFF2-40B4-BE49-F238E27FC236}">
                  <a16:creationId xmlns:a16="http://schemas.microsoft.com/office/drawing/2014/main" id="{B89ACB8C-71D1-4209-B349-BA1E4C25E96F}"/>
                </a:ext>
              </a:extLst>
            </p:cNvPr>
            <p:cNvSpPr txBox="1"/>
            <p:nvPr/>
          </p:nvSpPr>
          <p:spPr>
            <a:xfrm>
              <a:off x="981499" y="2299747"/>
              <a:ext cx="2202941" cy="369332"/>
            </a:xfrm>
            <a:prstGeom prst="rect">
              <a:avLst/>
            </a:prstGeom>
            <a:noFill/>
          </p:spPr>
          <p:txBody>
            <a:bodyPr wrap="square" rtlCol="0">
              <a:spAutoFit/>
            </a:bodyPr>
            <a:lstStyle/>
            <a:p>
              <a:pPr algn="ctr"/>
              <a:r>
                <a:rPr lang="en-US" altLang="zh-CN" b="1" dirty="0">
                  <a:solidFill>
                    <a:schemeClr val="accent4"/>
                  </a:solidFill>
                  <a:latin typeface="Arial Black" panose="020B0A04020102020204" pitchFamily="34" charset="0"/>
                </a:rPr>
                <a:t>1975</a:t>
              </a:r>
              <a:r>
                <a:rPr lang="zh-CN" altLang="en-US" b="1" dirty="0">
                  <a:solidFill>
                    <a:schemeClr val="accent4"/>
                  </a:solidFill>
                  <a:latin typeface="Arial Black" panose="020B0A04020102020204" pitchFamily="34" charset="0"/>
                </a:rPr>
                <a:t>年</a:t>
              </a:r>
            </a:p>
          </p:txBody>
        </p:sp>
      </p:grpSp>
      <p:grpSp>
        <p:nvGrpSpPr>
          <p:cNvPr id="1024" name="组合 1023">
            <a:extLst>
              <a:ext uri="{FF2B5EF4-FFF2-40B4-BE49-F238E27FC236}">
                <a16:creationId xmlns:a16="http://schemas.microsoft.com/office/drawing/2014/main" id="{04FDA601-08F7-4207-9A04-4FD5A6C88FA9}"/>
              </a:ext>
            </a:extLst>
          </p:cNvPr>
          <p:cNvGrpSpPr/>
          <p:nvPr/>
        </p:nvGrpSpPr>
        <p:grpSpPr>
          <a:xfrm>
            <a:off x="1037668" y="2115066"/>
            <a:ext cx="2003557" cy="1860314"/>
            <a:chOff x="1037668" y="2115066"/>
            <a:chExt cx="2003557" cy="1860314"/>
          </a:xfrm>
        </p:grpSpPr>
        <p:pic>
          <p:nvPicPr>
            <p:cNvPr id="1026" name="Picture 2" descr="罗伯特 梅特卡夫">
              <a:extLst>
                <a:ext uri="{FF2B5EF4-FFF2-40B4-BE49-F238E27FC236}">
                  <a16:creationId xmlns:a16="http://schemas.microsoft.com/office/drawing/2014/main" id="{D5B80DD5-806D-455A-AAA2-5D133C2E91F6}"/>
                </a:ext>
              </a:extLst>
            </p:cNvPr>
            <p:cNvPicPr>
              <a:picLocks noChangeAspect="1" noChangeArrowheads="1"/>
            </p:cNvPicPr>
            <p:nvPr/>
          </p:nvPicPr>
          <p:blipFill>
            <a:blip r:embed="rId3">
              <a:clrChange>
                <a:clrFrom>
                  <a:srgbClr val="FDFDFD"/>
                </a:clrFrom>
                <a:clrTo>
                  <a:srgbClr val="FDFDFD">
                    <a:alpha val="0"/>
                  </a:srgbClr>
                </a:clrTo>
              </a:clrChange>
              <a:extLst>
                <a:ext uri="{28A0092B-C50C-407E-A947-70E740481C1C}">
                  <a14:useLocalDpi xmlns:a14="http://schemas.microsoft.com/office/drawing/2010/main" val="0"/>
                </a:ext>
              </a:extLst>
            </a:blip>
            <a:srcRect/>
            <a:stretch>
              <a:fillRect/>
            </a:stretch>
          </p:blipFill>
          <p:spPr bwMode="auto">
            <a:xfrm>
              <a:off x="1420785" y="2115066"/>
              <a:ext cx="1268227" cy="1268227"/>
            </a:xfrm>
            <a:prstGeom prst="rect">
              <a:avLst/>
            </a:prstGeom>
            <a:noFill/>
            <a:extLst>
              <a:ext uri="{909E8E84-426E-40DD-AFC4-6F175D3DCCD1}">
                <a14:hiddenFill xmlns:a14="http://schemas.microsoft.com/office/drawing/2010/main">
                  <a:solidFill>
                    <a:srgbClr val="FFFFFF"/>
                  </a:solidFill>
                </a14:hiddenFill>
              </a:ext>
            </a:extLst>
          </p:spPr>
        </p:pic>
        <p:sp>
          <p:nvSpPr>
            <p:cNvPr id="17" name="文本框 16">
              <a:extLst>
                <a:ext uri="{FF2B5EF4-FFF2-40B4-BE49-F238E27FC236}">
                  <a16:creationId xmlns:a16="http://schemas.microsoft.com/office/drawing/2014/main" id="{FF42F6C0-5B05-469D-936C-7815D5524C0A}"/>
                </a:ext>
              </a:extLst>
            </p:cNvPr>
            <p:cNvSpPr txBox="1"/>
            <p:nvPr/>
          </p:nvSpPr>
          <p:spPr>
            <a:xfrm>
              <a:off x="1037668" y="3421637"/>
              <a:ext cx="2003557" cy="307777"/>
            </a:xfrm>
            <a:prstGeom prst="rect">
              <a:avLst/>
            </a:prstGeom>
            <a:noFill/>
          </p:spPr>
          <p:txBody>
            <a:bodyPr wrap="square" rtlCol="0">
              <a:spAutoFit/>
            </a:bodyPr>
            <a:lstStyle/>
            <a:p>
              <a:pPr algn="ctr"/>
              <a:r>
                <a:rPr lang="zh-CN" altLang="en-US" sz="1400" b="1" dirty="0">
                  <a:latin typeface="Arial Narrow" panose="020B0606020202030204" pitchFamily="34" charset="0"/>
                </a:rPr>
                <a:t>（</a:t>
              </a:r>
              <a:r>
                <a:rPr lang="en-US" altLang="zh-CN" sz="1400" b="1" dirty="0">
                  <a:latin typeface="Arial Narrow" panose="020B0606020202030204" pitchFamily="34" charset="0"/>
                </a:rPr>
                <a:t> Robert Metcalfe, 1946</a:t>
              </a:r>
              <a:r>
                <a:rPr lang="zh-CN" altLang="en-US" sz="1400" b="1" dirty="0">
                  <a:latin typeface="Arial Narrow" panose="020B0606020202030204" pitchFamily="34" charset="0"/>
                </a:rPr>
                <a:t>）</a:t>
              </a:r>
            </a:p>
          </p:txBody>
        </p:sp>
        <p:sp>
          <p:nvSpPr>
            <p:cNvPr id="19" name="文本框 18">
              <a:extLst>
                <a:ext uri="{FF2B5EF4-FFF2-40B4-BE49-F238E27FC236}">
                  <a16:creationId xmlns:a16="http://schemas.microsoft.com/office/drawing/2014/main" id="{3DEB91DA-8648-4E52-AB1D-4A0A03E8C0ED}"/>
                </a:ext>
              </a:extLst>
            </p:cNvPr>
            <p:cNvSpPr txBox="1"/>
            <p:nvPr/>
          </p:nvSpPr>
          <p:spPr>
            <a:xfrm>
              <a:off x="1309807" y="3636826"/>
              <a:ext cx="1490182" cy="338554"/>
            </a:xfrm>
            <a:prstGeom prst="rect">
              <a:avLst/>
            </a:prstGeom>
            <a:noFill/>
          </p:spPr>
          <p:txBody>
            <a:bodyPr wrap="square" rtlCol="0">
              <a:spAutoFit/>
            </a:bodyPr>
            <a:lstStyle/>
            <a:p>
              <a:pPr algn="ctr"/>
              <a:r>
                <a:rPr lang="zh-CN" altLang="en-US" sz="1600" b="1" dirty="0"/>
                <a:t>美国</a:t>
              </a:r>
              <a:r>
                <a:rPr lang="en-US" altLang="zh-CN" sz="1600" b="1" dirty="0"/>
                <a:t>Xerox</a:t>
              </a:r>
              <a:r>
                <a:rPr lang="zh-CN" altLang="en-US" sz="1600" b="1" dirty="0"/>
                <a:t>公司</a:t>
              </a:r>
            </a:p>
          </p:txBody>
        </p:sp>
      </p:grpSp>
      <p:grpSp>
        <p:nvGrpSpPr>
          <p:cNvPr id="129" name="组合 128">
            <a:extLst>
              <a:ext uri="{FF2B5EF4-FFF2-40B4-BE49-F238E27FC236}">
                <a16:creationId xmlns:a16="http://schemas.microsoft.com/office/drawing/2014/main" id="{FA48A3F3-3539-4F30-8EF6-B2012A57F9C3}"/>
              </a:ext>
            </a:extLst>
          </p:cNvPr>
          <p:cNvGrpSpPr/>
          <p:nvPr/>
        </p:nvGrpSpPr>
        <p:grpSpPr>
          <a:xfrm>
            <a:off x="5001172" y="1235013"/>
            <a:ext cx="2203201" cy="753798"/>
            <a:chOff x="981499" y="2299747"/>
            <a:chExt cx="2203201" cy="753798"/>
          </a:xfrm>
        </p:grpSpPr>
        <p:sp>
          <p:nvSpPr>
            <p:cNvPr id="130" name="îsľiḋè">
              <a:extLst>
                <a:ext uri="{FF2B5EF4-FFF2-40B4-BE49-F238E27FC236}">
                  <a16:creationId xmlns:a16="http://schemas.microsoft.com/office/drawing/2014/main" id="{F44B128A-41F3-447C-8319-41753647FAE1}"/>
                </a:ext>
              </a:extLst>
            </p:cNvPr>
            <p:cNvSpPr txBox="1"/>
            <p:nvPr/>
          </p:nvSpPr>
          <p:spPr bwMode="auto">
            <a:xfrm>
              <a:off x="981500" y="2653945"/>
              <a:ext cx="2203200" cy="399600"/>
            </a:xfrm>
            <a:prstGeom prst="chevron">
              <a:avLst>
                <a:gd name="adj" fmla="val 20471"/>
              </a:avLst>
            </a:prstGeom>
            <a:ln/>
          </p:spPr>
          <p:style>
            <a:lnRef idx="2">
              <a:schemeClr val="accent4">
                <a:shade val="50000"/>
              </a:schemeClr>
            </a:lnRef>
            <a:fillRef idx="1">
              <a:schemeClr val="accent4"/>
            </a:fillRef>
            <a:effectRef idx="0">
              <a:schemeClr val="accent4"/>
            </a:effectRef>
            <a:fontRef idx="minor">
              <a:schemeClr val="lt1"/>
            </a:fontRef>
          </p:style>
          <p:txBody>
            <a:bodyPr wrap="square" lIns="36000" tIns="45720" rIns="36000" bIns="45720" anchor="ctr">
              <a:noAutofit/>
            </a:bodyPr>
            <a:lstStyle>
              <a:lvl1pPr eaLnBrk="0" hangingPunct="0">
                <a:defRPr sz="1900">
                  <a:solidFill>
                    <a:schemeClr val="tx1"/>
                  </a:solidFill>
                </a:defRPr>
              </a:lvl1pPr>
              <a:lvl2pPr marL="742950" indent="-285750" eaLnBrk="0" hangingPunct="0">
                <a:defRPr sz="1900">
                  <a:solidFill>
                    <a:schemeClr val="tx1"/>
                  </a:solidFill>
                </a:defRPr>
              </a:lvl2pPr>
              <a:lvl3pPr marL="1143000" indent="-228600" eaLnBrk="0" hangingPunct="0">
                <a:defRPr sz="1900">
                  <a:solidFill>
                    <a:schemeClr val="tx1"/>
                  </a:solidFill>
                </a:defRPr>
              </a:lvl3pPr>
              <a:lvl4pPr marL="1600200" indent="-228600" eaLnBrk="0" hangingPunct="0">
                <a:defRPr sz="1900">
                  <a:solidFill>
                    <a:schemeClr val="tx1"/>
                  </a:solidFill>
                </a:defRPr>
              </a:lvl4pPr>
              <a:lvl5pPr marL="2057400" indent="-228600" eaLnBrk="0" hangingPunct="0">
                <a:defRPr sz="1900">
                  <a:solidFill>
                    <a:schemeClr val="tx1"/>
                  </a:solidFill>
                </a:defRPr>
              </a:lvl5pPr>
              <a:lvl6pPr marL="2514600" indent="-228600" defTabSz="956945" eaLnBrk="0" fontAlgn="base" hangingPunct="0">
                <a:spcBef>
                  <a:spcPct val="0"/>
                </a:spcBef>
                <a:spcAft>
                  <a:spcPct val="0"/>
                </a:spcAft>
                <a:defRPr sz="1900">
                  <a:solidFill>
                    <a:schemeClr val="tx1"/>
                  </a:solidFill>
                </a:defRPr>
              </a:lvl6pPr>
              <a:lvl7pPr marL="2971800" indent="-228600" defTabSz="956945" eaLnBrk="0" fontAlgn="base" hangingPunct="0">
                <a:spcBef>
                  <a:spcPct val="0"/>
                </a:spcBef>
                <a:spcAft>
                  <a:spcPct val="0"/>
                </a:spcAft>
                <a:defRPr sz="1900">
                  <a:solidFill>
                    <a:schemeClr val="tx1"/>
                  </a:solidFill>
                </a:defRPr>
              </a:lvl7pPr>
              <a:lvl8pPr marL="3429000" indent="-228600" defTabSz="956945" eaLnBrk="0" fontAlgn="base" hangingPunct="0">
                <a:spcBef>
                  <a:spcPct val="0"/>
                </a:spcBef>
                <a:spcAft>
                  <a:spcPct val="0"/>
                </a:spcAft>
                <a:defRPr sz="1900">
                  <a:solidFill>
                    <a:schemeClr val="tx1"/>
                  </a:solidFill>
                </a:defRPr>
              </a:lvl8pPr>
              <a:lvl9pPr marL="3886200" indent="-228600" defTabSz="956945" eaLnBrk="0" fontAlgn="base" hangingPunct="0">
                <a:spcBef>
                  <a:spcPct val="0"/>
                </a:spcBef>
                <a:spcAft>
                  <a:spcPct val="0"/>
                </a:spcAft>
                <a:defRPr sz="1900">
                  <a:solidFill>
                    <a:schemeClr val="tx1"/>
                  </a:solidFill>
                </a:defRPr>
              </a:lvl9pPr>
            </a:lstStyle>
            <a:p>
              <a:pPr algn="ctr" eaLnBrk="1" hangingPunct="1"/>
              <a:r>
                <a:rPr lang="zh-CN" altLang="en-US" sz="1800" b="1" dirty="0">
                  <a:solidFill>
                    <a:schemeClr val="bg1"/>
                  </a:solidFill>
                </a:rPr>
                <a:t>以太网里程碑论文</a:t>
              </a:r>
              <a:endParaRPr lang="en-US" altLang="zh-CN" sz="1800" b="1" dirty="0">
                <a:solidFill>
                  <a:schemeClr val="bg1"/>
                </a:solidFill>
              </a:endParaRPr>
            </a:p>
          </p:txBody>
        </p:sp>
        <p:sp>
          <p:nvSpPr>
            <p:cNvPr id="131" name="文本框 130">
              <a:extLst>
                <a:ext uri="{FF2B5EF4-FFF2-40B4-BE49-F238E27FC236}">
                  <a16:creationId xmlns:a16="http://schemas.microsoft.com/office/drawing/2014/main" id="{28A61E2C-BAE9-48AA-8BA5-801FEC0F6ABC}"/>
                </a:ext>
              </a:extLst>
            </p:cNvPr>
            <p:cNvSpPr txBox="1"/>
            <p:nvPr/>
          </p:nvSpPr>
          <p:spPr>
            <a:xfrm>
              <a:off x="981499" y="2299747"/>
              <a:ext cx="2202941" cy="369332"/>
            </a:xfrm>
            <a:prstGeom prst="rect">
              <a:avLst/>
            </a:prstGeom>
            <a:noFill/>
          </p:spPr>
          <p:txBody>
            <a:bodyPr wrap="square" rtlCol="0">
              <a:spAutoFit/>
            </a:bodyPr>
            <a:lstStyle/>
            <a:p>
              <a:pPr algn="ctr"/>
              <a:r>
                <a:rPr lang="en-US" altLang="zh-CN" b="1" dirty="0">
                  <a:solidFill>
                    <a:schemeClr val="accent4"/>
                  </a:solidFill>
                  <a:latin typeface="Arial Black" panose="020B0A04020102020204" pitchFamily="34" charset="0"/>
                </a:rPr>
                <a:t>1976</a:t>
              </a:r>
              <a:r>
                <a:rPr lang="zh-CN" altLang="en-US" b="1" dirty="0">
                  <a:solidFill>
                    <a:schemeClr val="accent4"/>
                  </a:solidFill>
                  <a:latin typeface="Arial Black" panose="020B0A04020102020204" pitchFamily="34" charset="0"/>
                </a:rPr>
                <a:t>年</a:t>
              </a:r>
            </a:p>
          </p:txBody>
        </p:sp>
      </p:grpSp>
      <p:grpSp>
        <p:nvGrpSpPr>
          <p:cNvPr id="132" name="组合 131">
            <a:extLst>
              <a:ext uri="{FF2B5EF4-FFF2-40B4-BE49-F238E27FC236}">
                <a16:creationId xmlns:a16="http://schemas.microsoft.com/office/drawing/2014/main" id="{820B1626-2DDD-4A79-96A9-93A779BD0EAC}"/>
              </a:ext>
            </a:extLst>
          </p:cNvPr>
          <p:cNvGrpSpPr/>
          <p:nvPr/>
        </p:nvGrpSpPr>
        <p:grpSpPr>
          <a:xfrm>
            <a:off x="9055692" y="1235013"/>
            <a:ext cx="2203201" cy="753798"/>
            <a:chOff x="981499" y="2299747"/>
            <a:chExt cx="2203201" cy="753798"/>
          </a:xfrm>
        </p:grpSpPr>
        <p:sp>
          <p:nvSpPr>
            <p:cNvPr id="133" name="îsľiḋè">
              <a:extLst>
                <a:ext uri="{FF2B5EF4-FFF2-40B4-BE49-F238E27FC236}">
                  <a16:creationId xmlns:a16="http://schemas.microsoft.com/office/drawing/2014/main" id="{C0539397-6655-4B10-AA9F-BEF464A9359B}"/>
                </a:ext>
              </a:extLst>
            </p:cNvPr>
            <p:cNvSpPr txBox="1"/>
            <p:nvPr/>
          </p:nvSpPr>
          <p:spPr bwMode="auto">
            <a:xfrm>
              <a:off x="981500" y="2653945"/>
              <a:ext cx="2203200" cy="399600"/>
            </a:xfrm>
            <a:prstGeom prst="chevron">
              <a:avLst>
                <a:gd name="adj" fmla="val 20471"/>
              </a:avLst>
            </a:prstGeom>
            <a:ln/>
          </p:spPr>
          <p:style>
            <a:lnRef idx="2">
              <a:schemeClr val="accent4">
                <a:shade val="50000"/>
              </a:schemeClr>
            </a:lnRef>
            <a:fillRef idx="1">
              <a:schemeClr val="accent4"/>
            </a:fillRef>
            <a:effectRef idx="0">
              <a:schemeClr val="accent4"/>
            </a:effectRef>
            <a:fontRef idx="minor">
              <a:schemeClr val="lt1"/>
            </a:fontRef>
          </p:style>
          <p:txBody>
            <a:bodyPr wrap="square" lIns="36000" tIns="45720" rIns="36000" bIns="45720" anchor="ctr">
              <a:noAutofit/>
            </a:bodyPr>
            <a:lstStyle>
              <a:lvl1pPr eaLnBrk="0" hangingPunct="0">
                <a:defRPr sz="1900">
                  <a:solidFill>
                    <a:schemeClr val="tx1"/>
                  </a:solidFill>
                </a:defRPr>
              </a:lvl1pPr>
              <a:lvl2pPr marL="742950" indent="-285750" eaLnBrk="0" hangingPunct="0">
                <a:defRPr sz="1900">
                  <a:solidFill>
                    <a:schemeClr val="tx1"/>
                  </a:solidFill>
                </a:defRPr>
              </a:lvl2pPr>
              <a:lvl3pPr marL="1143000" indent="-228600" eaLnBrk="0" hangingPunct="0">
                <a:defRPr sz="1900">
                  <a:solidFill>
                    <a:schemeClr val="tx1"/>
                  </a:solidFill>
                </a:defRPr>
              </a:lvl3pPr>
              <a:lvl4pPr marL="1600200" indent="-228600" eaLnBrk="0" hangingPunct="0">
                <a:defRPr sz="1900">
                  <a:solidFill>
                    <a:schemeClr val="tx1"/>
                  </a:solidFill>
                </a:defRPr>
              </a:lvl4pPr>
              <a:lvl5pPr marL="2057400" indent="-228600" eaLnBrk="0" hangingPunct="0">
                <a:defRPr sz="1900">
                  <a:solidFill>
                    <a:schemeClr val="tx1"/>
                  </a:solidFill>
                </a:defRPr>
              </a:lvl5pPr>
              <a:lvl6pPr marL="2514600" indent="-228600" defTabSz="956945" eaLnBrk="0" fontAlgn="base" hangingPunct="0">
                <a:spcBef>
                  <a:spcPct val="0"/>
                </a:spcBef>
                <a:spcAft>
                  <a:spcPct val="0"/>
                </a:spcAft>
                <a:defRPr sz="1900">
                  <a:solidFill>
                    <a:schemeClr val="tx1"/>
                  </a:solidFill>
                </a:defRPr>
              </a:lvl6pPr>
              <a:lvl7pPr marL="2971800" indent="-228600" defTabSz="956945" eaLnBrk="0" fontAlgn="base" hangingPunct="0">
                <a:spcBef>
                  <a:spcPct val="0"/>
                </a:spcBef>
                <a:spcAft>
                  <a:spcPct val="0"/>
                </a:spcAft>
                <a:defRPr sz="1900">
                  <a:solidFill>
                    <a:schemeClr val="tx1"/>
                  </a:solidFill>
                </a:defRPr>
              </a:lvl7pPr>
              <a:lvl8pPr marL="3429000" indent="-228600" defTabSz="956945" eaLnBrk="0" fontAlgn="base" hangingPunct="0">
                <a:spcBef>
                  <a:spcPct val="0"/>
                </a:spcBef>
                <a:spcAft>
                  <a:spcPct val="0"/>
                </a:spcAft>
                <a:defRPr sz="1900">
                  <a:solidFill>
                    <a:schemeClr val="tx1"/>
                  </a:solidFill>
                </a:defRPr>
              </a:lvl8pPr>
              <a:lvl9pPr marL="3886200" indent="-228600" defTabSz="956945" eaLnBrk="0" fontAlgn="base" hangingPunct="0">
                <a:spcBef>
                  <a:spcPct val="0"/>
                </a:spcBef>
                <a:spcAft>
                  <a:spcPct val="0"/>
                </a:spcAft>
                <a:defRPr sz="1900">
                  <a:solidFill>
                    <a:schemeClr val="tx1"/>
                  </a:solidFill>
                </a:defRPr>
              </a:lvl9pPr>
            </a:lstStyle>
            <a:p>
              <a:pPr algn="ctr" eaLnBrk="1" hangingPunct="1"/>
              <a:r>
                <a:rPr lang="en-US" altLang="zh-CN" sz="1800" b="1" dirty="0">
                  <a:solidFill>
                    <a:schemeClr val="bg1"/>
                  </a:solidFill>
                </a:rPr>
                <a:t>3Com</a:t>
              </a:r>
              <a:r>
                <a:rPr lang="zh-CN" altLang="en-US" sz="1800" b="1" dirty="0">
                  <a:solidFill>
                    <a:schemeClr val="bg1"/>
                  </a:solidFill>
                </a:rPr>
                <a:t>公司成立</a:t>
              </a:r>
              <a:endParaRPr lang="en-US" altLang="zh-CN" sz="1800" b="1" dirty="0">
                <a:solidFill>
                  <a:schemeClr val="bg1"/>
                </a:solidFill>
              </a:endParaRPr>
            </a:p>
          </p:txBody>
        </p:sp>
        <p:sp>
          <p:nvSpPr>
            <p:cNvPr id="134" name="文本框 133">
              <a:extLst>
                <a:ext uri="{FF2B5EF4-FFF2-40B4-BE49-F238E27FC236}">
                  <a16:creationId xmlns:a16="http://schemas.microsoft.com/office/drawing/2014/main" id="{B67ECF52-6780-4947-AB6B-1C1779FD9EA4}"/>
                </a:ext>
              </a:extLst>
            </p:cNvPr>
            <p:cNvSpPr txBox="1"/>
            <p:nvPr/>
          </p:nvSpPr>
          <p:spPr>
            <a:xfrm>
              <a:off x="981499" y="2299747"/>
              <a:ext cx="2202941" cy="369332"/>
            </a:xfrm>
            <a:prstGeom prst="rect">
              <a:avLst/>
            </a:prstGeom>
            <a:noFill/>
          </p:spPr>
          <p:txBody>
            <a:bodyPr wrap="square" rtlCol="0">
              <a:spAutoFit/>
            </a:bodyPr>
            <a:lstStyle/>
            <a:p>
              <a:pPr algn="ctr"/>
              <a:r>
                <a:rPr lang="en-US" altLang="zh-CN" b="1" dirty="0">
                  <a:solidFill>
                    <a:schemeClr val="accent4"/>
                  </a:solidFill>
                  <a:latin typeface="Arial Black" panose="020B0A04020102020204" pitchFamily="34" charset="0"/>
                </a:rPr>
                <a:t>1979</a:t>
              </a:r>
              <a:r>
                <a:rPr lang="zh-CN" altLang="en-US" b="1" dirty="0">
                  <a:solidFill>
                    <a:schemeClr val="accent4"/>
                  </a:solidFill>
                  <a:latin typeface="Arial Black" panose="020B0A04020102020204" pitchFamily="34" charset="0"/>
                </a:rPr>
                <a:t>年</a:t>
              </a:r>
            </a:p>
          </p:txBody>
        </p:sp>
      </p:grpSp>
      <p:grpSp>
        <p:nvGrpSpPr>
          <p:cNvPr id="8" name="组合 7">
            <a:extLst>
              <a:ext uri="{FF2B5EF4-FFF2-40B4-BE49-F238E27FC236}">
                <a16:creationId xmlns:a16="http://schemas.microsoft.com/office/drawing/2014/main" id="{235B8BED-5D8B-415B-8114-C1C89DBE5CCB}"/>
              </a:ext>
            </a:extLst>
          </p:cNvPr>
          <p:cNvGrpSpPr/>
          <p:nvPr/>
        </p:nvGrpSpPr>
        <p:grpSpPr>
          <a:xfrm>
            <a:off x="4796004" y="2266642"/>
            <a:ext cx="2613276" cy="1329563"/>
            <a:chOff x="4796004" y="2266642"/>
            <a:chExt cx="2613276" cy="1329563"/>
          </a:xfrm>
        </p:grpSpPr>
        <p:sp>
          <p:nvSpPr>
            <p:cNvPr id="30" name="文本框 29">
              <a:extLst>
                <a:ext uri="{FF2B5EF4-FFF2-40B4-BE49-F238E27FC236}">
                  <a16:creationId xmlns:a16="http://schemas.microsoft.com/office/drawing/2014/main" id="{52CD8AB3-C29E-47FE-B6EE-B9563E1AAED2}"/>
                </a:ext>
              </a:extLst>
            </p:cNvPr>
            <p:cNvSpPr txBox="1"/>
            <p:nvPr/>
          </p:nvSpPr>
          <p:spPr>
            <a:xfrm>
              <a:off x="4796004" y="3011430"/>
              <a:ext cx="2613276" cy="584775"/>
            </a:xfrm>
            <a:prstGeom prst="rect">
              <a:avLst/>
            </a:prstGeom>
            <a:noFill/>
          </p:spPr>
          <p:txBody>
            <a:bodyPr wrap="square">
              <a:spAutoFit/>
            </a:bodyPr>
            <a:lstStyle/>
            <a:p>
              <a:r>
                <a:rPr lang="zh-CN" altLang="en-US" sz="1600" b="1" dirty="0"/>
                <a:t>《以太网:局域计算机网络的分布式包交换技术》</a:t>
              </a:r>
            </a:p>
          </p:txBody>
        </p:sp>
        <p:sp>
          <p:nvSpPr>
            <p:cNvPr id="31" name="文本框 30">
              <a:extLst>
                <a:ext uri="{FF2B5EF4-FFF2-40B4-BE49-F238E27FC236}">
                  <a16:creationId xmlns:a16="http://schemas.microsoft.com/office/drawing/2014/main" id="{61C2A487-9CD7-4780-B447-C72FC1F1F751}"/>
                </a:ext>
              </a:extLst>
            </p:cNvPr>
            <p:cNvSpPr txBox="1"/>
            <p:nvPr/>
          </p:nvSpPr>
          <p:spPr>
            <a:xfrm>
              <a:off x="4994398" y="2266642"/>
              <a:ext cx="2202941" cy="584775"/>
            </a:xfrm>
            <a:prstGeom prst="rect">
              <a:avLst/>
            </a:prstGeom>
            <a:noFill/>
          </p:spPr>
          <p:txBody>
            <a:bodyPr wrap="square" rtlCol="0">
              <a:spAutoFit/>
            </a:bodyPr>
            <a:lstStyle/>
            <a:p>
              <a:pPr algn="ctr"/>
              <a:r>
                <a:rPr lang="en-US" altLang="zh-CN" sz="1600" b="1" dirty="0">
                  <a:latin typeface="Arial Narrow" panose="020B0606020202030204" pitchFamily="34" charset="0"/>
                </a:rPr>
                <a:t>Robert Metcalfe</a:t>
              </a:r>
              <a:r>
                <a:rPr lang="zh-CN" altLang="en-US" sz="1600" b="1" dirty="0">
                  <a:latin typeface="Arial Narrow" panose="020B0606020202030204" pitchFamily="34" charset="0"/>
                </a:rPr>
                <a:t>与助手</a:t>
              </a:r>
              <a:endParaRPr lang="en-US" altLang="zh-CN" sz="1600" b="1" dirty="0">
                <a:latin typeface="Arial Narrow" panose="020B0606020202030204" pitchFamily="34" charset="0"/>
              </a:endParaRPr>
            </a:p>
            <a:p>
              <a:pPr algn="ctr"/>
              <a:r>
                <a:rPr lang="en-US" altLang="zh-CN" sz="1600" b="1" dirty="0">
                  <a:latin typeface="Arial Narrow" panose="020B0606020202030204" pitchFamily="34" charset="0"/>
                </a:rPr>
                <a:t>David Boggs</a:t>
              </a:r>
              <a:r>
                <a:rPr lang="zh-CN" altLang="en-US" sz="1600" b="1" dirty="0">
                  <a:latin typeface="Arial Narrow" panose="020B0606020202030204" pitchFamily="34" charset="0"/>
                </a:rPr>
                <a:t>发表论文</a:t>
              </a:r>
            </a:p>
          </p:txBody>
        </p:sp>
      </p:grpSp>
      <p:grpSp>
        <p:nvGrpSpPr>
          <p:cNvPr id="9" name="组合 8">
            <a:extLst>
              <a:ext uri="{FF2B5EF4-FFF2-40B4-BE49-F238E27FC236}">
                <a16:creationId xmlns:a16="http://schemas.microsoft.com/office/drawing/2014/main" id="{C199D7F9-AE06-4AD4-AC50-93BDB268899E}"/>
              </a:ext>
            </a:extLst>
          </p:cNvPr>
          <p:cNvGrpSpPr/>
          <p:nvPr/>
        </p:nvGrpSpPr>
        <p:grpSpPr>
          <a:xfrm>
            <a:off x="8551044" y="2266642"/>
            <a:ext cx="3212234" cy="1338185"/>
            <a:chOff x="8551044" y="2266642"/>
            <a:chExt cx="3212234" cy="1338185"/>
          </a:xfrm>
        </p:grpSpPr>
        <p:sp>
          <p:nvSpPr>
            <p:cNvPr id="33" name="文本框 32">
              <a:extLst>
                <a:ext uri="{FF2B5EF4-FFF2-40B4-BE49-F238E27FC236}">
                  <a16:creationId xmlns:a16="http://schemas.microsoft.com/office/drawing/2014/main" id="{1DE00F9F-5CAC-4025-9952-1633F7EA339F}"/>
                </a:ext>
              </a:extLst>
            </p:cNvPr>
            <p:cNvSpPr txBox="1"/>
            <p:nvPr/>
          </p:nvSpPr>
          <p:spPr>
            <a:xfrm>
              <a:off x="8780221" y="2266642"/>
              <a:ext cx="2753881" cy="584775"/>
            </a:xfrm>
            <a:prstGeom prst="rect">
              <a:avLst/>
            </a:prstGeom>
            <a:noFill/>
          </p:spPr>
          <p:txBody>
            <a:bodyPr wrap="square" rtlCol="0">
              <a:spAutoFit/>
            </a:bodyPr>
            <a:lstStyle/>
            <a:p>
              <a:pPr algn="ctr"/>
              <a:r>
                <a:rPr lang="en-US" altLang="zh-CN" sz="1600" b="1" dirty="0">
                  <a:latin typeface="Arial Narrow" panose="020B0606020202030204" pitchFamily="34" charset="0"/>
                </a:rPr>
                <a:t>Robert Metcalfe</a:t>
              </a:r>
              <a:r>
                <a:rPr lang="zh-CN" altLang="en-US" sz="1600" b="1" dirty="0">
                  <a:latin typeface="Arial Narrow" panose="020B0606020202030204" pitchFamily="34" charset="0"/>
                </a:rPr>
                <a:t>离开</a:t>
              </a:r>
              <a:r>
                <a:rPr lang="en-US" altLang="zh-CN" sz="1600" b="1" dirty="0">
                  <a:latin typeface="Arial Narrow" panose="020B0606020202030204" pitchFamily="34" charset="0"/>
                </a:rPr>
                <a:t>Xerox</a:t>
              </a:r>
              <a:r>
                <a:rPr lang="zh-CN" altLang="en-US" sz="1600" b="1" dirty="0">
                  <a:latin typeface="Arial Narrow" panose="020B0606020202030204" pitchFamily="34" charset="0"/>
                </a:rPr>
                <a:t>公司</a:t>
              </a:r>
              <a:endParaRPr lang="en-US" altLang="zh-CN" sz="1600" b="1" dirty="0">
                <a:latin typeface="Arial Narrow" panose="020B0606020202030204" pitchFamily="34" charset="0"/>
              </a:endParaRPr>
            </a:p>
            <a:p>
              <a:pPr algn="ctr"/>
              <a:r>
                <a:rPr lang="zh-CN" altLang="en-US" sz="1600" b="1" dirty="0">
                  <a:latin typeface="Arial Narrow" panose="020B0606020202030204" pitchFamily="34" charset="0"/>
                </a:rPr>
                <a:t>成立</a:t>
              </a:r>
              <a:r>
                <a:rPr lang="en-US" altLang="zh-CN" sz="1600" b="1" dirty="0">
                  <a:latin typeface="Arial Narrow" panose="020B0606020202030204" pitchFamily="34" charset="0"/>
                </a:rPr>
                <a:t>3Com</a:t>
              </a:r>
              <a:r>
                <a:rPr lang="zh-CN" altLang="en-US" sz="1600" b="1" dirty="0">
                  <a:latin typeface="Arial Narrow" panose="020B0606020202030204" pitchFamily="34" charset="0"/>
                </a:rPr>
                <a:t>公司</a:t>
              </a:r>
            </a:p>
          </p:txBody>
        </p:sp>
        <p:sp>
          <p:nvSpPr>
            <p:cNvPr id="34" name="文本框 33">
              <a:extLst>
                <a:ext uri="{FF2B5EF4-FFF2-40B4-BE49-F238E27FC236}">
                  <a16:creationId xmlns:a16="http://schemas.microsoft.com/office/drawing/2014/main" id="{1780B887-B3AF-4AF5-86DA-6196F8D3698D}"/>
                </a:ext>
              </a:extLst>
            </p:cNvPr>
            <p:cNvSpPr txBox="1"/>
            <p:nvPr/>
          </p:nvSpPr>
          <p:spPr>
            <a:xfrm>
              <a:off x="8551044" y="3020052"/>
              <a:ext cx="3212234" cy="584775"/>
            </a:xfrm>
            <a:prstGeom prst="rect">
              <a:avLst/>
            </a:prstGeom>
            <a:noFill/>
          </p:spPr>
          <p:txBody>
            <a:bodyPr wrap="square" rtlCol="0">
              <a:spAutoFit/>
            </a:bodyPr>
            <a:lstStyle/>
            <a:p>
              <a:pPr algn="ctr"/>
              <a:r>
                <a:rPr lang="en-US" altLang="zh-CN" sz="1600" b="1" dirty="0">
                  <a:latin typeface="Arial Narrow" panose="020B0606020202030204" pitchFamily="34" charset="0"/>
                </a:rPr>
                <a:t>3Com</a:t>
              </a:r>
              <a:r>
                <a:rPr lang="zh-CN" altLang="en-US" sz="1600" b="1" dirty="0">
                  <a:latin typeface="Arial Narrow" panose="020B0606020202030204" pitchFamily="34" charset="0"/>
                </a:rPr>
                <a:t>游说</a:t>
              </a:r>
              <a:r>
                <a:rPr lang="en-US" altLang="zh-CN" sz="1600" b="1" dirty="0">
                  <a:latin typeface="Arial Narrow" panose="020B0606020202030204" pitchFamily="34" charset="0"/>
                </a:rPr>
                <a:t>DEC</a:t>
              </a:r>
              <a:r>
                <a:rPr lang="zh-CN" altLang="en-US" sz="1600" b="1" dirty="0">
                  <a:latin typeface="Arial Narrow" panose="020B0606020202030204" pitchFamily="34" charset="0"/>
                </a:rPr>
                <a:t>、</a:t>
              </a:r>
              <a:r>
                <a:rPr lang="en-US" altLang="zh-CN" sz="1600" b="1" dirty="0">
                  <a:latin typeface="Arial Narrow" panose="020B0606020202030204" pitchFamily="34" charset="0"/>
                </a:rPr>
                <a:t>Intel</a:t>
              </a:r>
              <a:r>
                <a:rPr lang="zh-CN" altLang="en-US" sz="1600" b="1" dirty="0">
                  <a:latin typeface="Arial Narrow" panose="020B0606020202030204" pitchFamily="34" charset="0"/>
                </a:rPr>
                <a:t>和</a:t>
              </a:r>
              <a:r>
                <a:rPr lang="en-US" altLang="zh-CN" sz="1600" b="1" dirty="0">
                  <a:latin typeface="Arial Narrow" panose="020B0606020202030204" pitchFamily="34" charset="0"/>
                </a:rPr>
                <a:t>Xerox</a:t>
              </a:r>
              <a:r>
                <a:rPr lang="zh-CN" altLang="en-US" sz="1600" b="1" dirty="0">
                  <a:latin typeface="Arial Narrow" panose="020B0606020202030204" pitchFamily="34" charset="0"/>
                </a:rPr>
                <a:t>公司，希望一起将以太网标准化</a:t>
              </a:r>
            </a:p>
          </p:txBody>
        </p:sp>
      </p:grpSp>
      <p:grpSp>
        <p:nvGrpSpPr>
          <p:cNvPr id="135" name="组合 134">
            <a:extLst>
              <a:ext uri="{FF2B5EF4-FFF2-40B4-BE49-F238E27FC236}">
                <a16:creationId xmlns:a16="http://schemas.microsoft.com/office/drawing/2014/main" id="{94033BE3-1C2F-4B44-A337-FCFEF469EAB8}"/>
              </a:ext>
            </a:extLst>
          </p:cNvPr>
          <p:cNvGrpSpPr/>
          <p:nvPr/>
        </p:nvGrpSpPr>
        <p:grpSpPr>
          <a:xfrm>
            <a:off x="933106" y="4267159"/>
            <a:ext cx="2203201" cy="753798"/>
            <a:chOff x="981499" y="2299747"/>
            <a:chExt cx="2203201" cy="753798"/>
          </a:xfrm>
        </p:grpSpPr>
        <p:sp>
          <p:nvSpPr>
            <p:cNvPr id="136" name="îsľiḋè">
              <a:extLst>
                <a:ext uri="{FF2B5EF4-FFF2-40B4-BE49-F238E27FC236}">
                  <a16:creationId xmlns:a16="http://schemas.microsoft.com/office/drawing/2014/main" id="{13F7CF9D-4052-41F2-BBF3-27F4DAB5FC8E}"/>
                </a:ext>
              </a:extLst>
            </p:cNvPr>
            <p:cNvSpPr txBox="1"/>
            <p:nvPr/>
          </p:nvSpPr>
          <p:spPr bwMode="auto">
            <a:xfrm>
              <a:off x="981500" y="2653945"/>
              <a:ext cx="2203200" cy="399600"/>
            </a:xfrm>
            <a:prstGeom prst="chevron">
              <a:avLst>
                <a:gd name="adj" fmla="val 20471"/>
              </a:avLst>
            </a:prstGeom>
            <a:ln/>
          </p:spPr>
          <p:style>
            <a:lnRef idx="2">
              <a:schemeClr val="accent4">
                <a:shade val="50000"/>
              </a:schemeClr>
            </a:lnRef>
            <a:fillRef idx="1">
              <a:schemeClr val="accent4"/>
            </a:fillRef>
            <a:effectRef idx="0">
              <a:schemeClr val="accent4"/>
            </a:effectRef>
            <a:fontRef idx="minor">
              <a:schemeClr val="lt1"/>
            </a:fontRef>
          </p:style>
          <p:txBody>
            <a:bodyPr wrap="square" lIns="36000" tIns="45720" rIns="36000" bIns="45720" anchor="ctr">
              <a:noAutofit/>
            </a:bodyPr>
            <a:lstStyle>
              <a:lvl1pPr eaLnBrk="0" hangingPunct="0">
                <a:defRPr sz="1900">
                  <a:solidFill>
                    <a:schemeClr val="tx1"/>
                  </a:solidFill>
                </a:defRPr>
              </a:lvl1pPr>
              <a:lvl2pPr marL="742950" indent="-285750" eaLnBrk="0" hangingPunct="0">
                <a:defRPr sz="1900">
                  <a:solidFill>
                    <a:schemeClr val="tx1"/>
                  </a:solidFill>
                </a:defRPr>
              </a:lvl2pPr>
              <a:lvl3pPr marL="1143000" indent="-228600" eaLnBrk="0" hangingPunct="0">
                <a:defRPr sz="1900">
                  <a:solidFill>
                    <a:schemeClr val="tx1"/>
                  </a:solidFill>
                </a:defRPr>
              </a:lvl3pPr>
              <a:lvl4pPr marL="1600200" indent="-228600" eaLnBrk="0" hangingPunct="0">
                <a:defRPr sz="1900">
                  <a:solidFill>
                    <a:schemeClr val="tx1"/>
                  </a:solidFill>
                </a:defRPr>
              </a:lvl4pPr>
              <a:lvl5pPr marL="2057400" indent="-228600" eaLnBrk="0" hangingPunct="0">
                <a:defRPr sz="1900">
                  <a:solidFill>
                    <a:schemeClr val="tx1"/>
                  </a:solidFill>
                </a:defRPr>
              </a:lvl5pPr>
              <a:lvl6pPr marL="2514600" indent="-228600" defTabSz="956945" eaLnBrk="0" fontAlgn="base" hangingPunct="0">
                <a:spcBef>
                  <a:spcPct val="0"/>
                </a:spcBef>
                <a:spcAft>
                  <a:spcPct val="0"/>
                </a:spcAft>
                <a:defRPr sz="1900">
                  <a:solidFill>
                    <a:schemeClr val="tx1"/>
                  </a:solidFill>
                </a:defRPr>
              </a:lvl6pPr>
              <a:lvl7pPr marL="2971800" indent="-228600" defTabSz="956945" eaLnBrk="0" fontAlgn="base" hangingPunct="0">
                <a:spcBef>
                  <a:spcPct val="0"/>
                </a:spcBef>
                <a:spcAft>
                  <a:spcPct val="0"/>
                </a:spcAft>
                <a:defRPr sz="1900">
                  <a:solidFill>
                    <a:schemeClr val="tx1"/>
                  </a:solidFill>
                </a:defRPr>
              </a:lvl7pPr>
              <a:lvl8pPr marL="3429000" indent="-228600" defTabSz="956945" eaLnBrk="0" fontAlgn="base" hangingPunct="0">
                <a:spcBef>
                  <a:spcPct val="0"/>
                </a:spcBef>
                <a:spcAft>
                  <a:spcPct val="0"/>
                </a:spcAft>
                <a:defRPr sz="1900">
                  <a:solidFill>
                    <a:schemeClr val="tx1"/>
                  </a:solidFill>
                </a:defRPr>
              </a:lvl8pPr>
              <a:lvl9pPr marL="3886200" indent="-228600" defTabSz="956945" eaLnBrk="0" fontAlgn="base" hangingPunct="0">
                <a:spcBef>
                  <a:spcPct val="0"/>
                </a:spcBef>
                <a:spcAft>
                  <a:spcPct val="0"/>
                </a:spcAft>
                <a:defRPr sz="1900">
                  <a:solidFill>
                    <a:schemeClr val="tx1"/>
                  </a:solidFill>
                </a:defRPr>
              </a:lvl9pPr>
            </a:lstStyle>
            <a:p>
              <a:pPr algn="ctr" eaLnBrk="1" hangingPunct="1"/>
              <a:r>
                <a:rPr lang="zh-CN" altLang="en-US" sz="1800" b="1" dirty="0">
                  <a:solidFill>
                    <a:schemeClr val="bg1"/>
                  </a:solidFill>
                </a:rPr>
                <a:t>以太网标准</a:t>
              </a:r>
              <a:r>
                <a:rPr lang="en-US" altLang="zh-CN" sz="1800" b="1" dirty="0">
                  <a:solidFill>
                    <a:schemeClr val="bg1"/>
                  </a:solidFill>
                </a:rPr>
                <a:t>V1</a:t>
              </a:r>
            </a:p>
          </p:txBody>
        </p:sp>
        <p:sp>
          <p:nvSpPr>
            <p:cNvPr id="137" name="文本框 136">
              <a:extLst>
                <a:ext uri="{FF2B5EF4-FFF2-40B4-BE49-F238E27FC236}">
                  <a16:creationId xmlns:a16="http://schemas.microsoft.com/office/drawing/2014/main" id="{37AE34D0-A4D8-4AC9-8F40-665B4653578C}"/>
                </a:ext>
              </a:extLst>
            </p:cNvPr>
            <p:cNvSpPr txBox="1"/>
            <p:nvPr/>
          </p:nvSpPr>
          <p:spPr>
            <a:xfrm>
              <a:off x="981499" y="2299747"/>
              <a:ext cx="2202941" cy="369332"/>
            </a:xfrm>
            <a:prstGeom prst="rect">
              <a:avLst/>
            </a:prstGeom>
            <a:noFill/>
          </p:spPr>
          <p:txBody>
            <a:bodyPr wrap="square" rtlCol="0">
              <a:spAutoFit/>
            </a:bodyPr>
            <a:lstStyle/>
            <a:p>
              <a:pPr algn="ctr"/>
              <a:r>
                <a:rPr lang="en-US" altLang="zh-CN" b="1" dirty="0">
                  <a:solidFill>
                    <a:schemeClr val="accent4"/>
                  </a:solidFill>
                  <a:latin typeface="Arial Black" panose="020B0A04020102020204" pitchFamily="34" charset="0"/>
                </a:rPr>
                <a:t>1980</a:t>
              </a:r>
              <a:r>
                <a:rPr lang="zh-CN" altLang="en-US" b="1" dirty="0">
                  <a:solidFill>
                    <a:schemeClr val="accent4"/>
                  </a:solidFill>
                  <a:latin typeface="Arial Black" panose="020B0A04020102020204" pitchFamily="34" charset="0"/>
                </a:rPr>
                <a:t>年</a:t>
              </a:r>
            </a:p>
          </p:txBody>
        </p:sp>
      </p:grpSp>
      <p:sp>
        <p:nvSpPr>
          <p:cNvPr id="36" name="文本框 35">
            <a:extLst>
              <a:ext uri="{FF2B5EF4-FFF2-40B4-BE49-F238E27FC236}">
                <a16:creationId xmlns:a16="http://schemas.microsoft.com/office/drawing/2014/main" id="{E8AF1820-0269-40E3-82E6-A9FC6A27FE4C}"/>
              </a:ext>
            </a:extLst>
          </p:cNvPr>
          <p:cNvSpPr txBox="1"/>
          <p:nvPr/>
        </p:nvSpPr>
        <p:spPr>
          <a:xfrm>
            <a:off x="933105" y="5174236"/>
            <a:ext cx="2202941" cy="338554"/>
          </a:xfrm>
          <a:prstGeom prst="rect">
            <a:avLst/>
          </a:prstGeom>
          <a:noFill/>
        </p:spPr>
        <p:txBody>
          <a:bodyPr wrap="square" rtlCol="0">
            <a:spAutoFit/>
          </a:bodyPr>
          <a:lstStyle/>
          <a:p>
            <a:pPr algn="ctr"/>
            <a:r>
              <a:rPr lang="en-US" altLang="zh-CN" sz="1600" b="1" dirty="0">
                <a:latin typeface="Arial Narrow" panose="020B0606020202030204" pitchFamily="34" charset="0"/>
              </a:rPr>
              <a:t>DIX Ethernet V1</a:t>
            </a:r>
            <a:endParaRPr lang="zh-CN" altLang="en-US" sz="1600" b="1" dirty="0">
              <a:latin typeface="Arial Narrow" panose="020B0606020202030204" pitchFamily="34" charset="0"/>
            </a:endParaRPr>
          </a:p>
        </p:txBody>
      </p:sp>
      <p:sp>
        <p:nvSpPr>
          <p:cNvPr id="39" name="文本框 38">
            <a:extLst>
              <a:ext uri="{FF2B5EF4-FFF2-40B4-BE49-F238E27FC236}">
                <a16:creationId xmlns:a16="http://schemas.microsoft.com/office/drawing/2014/main" id="{F02E4C6C-3703-4C2A-91A0-D3CF2237523B}"/>
              </a:ext>
            </a:extLst>
          </p:cNvPr>
          <p:cNvSpPr txBox="1"/>
          <p:nvPr/>
        </p:nvSpPr>
        <p:spPr>
          <a:xfrm>
            <a:off x="1540371" y="3882693"/>
            <a:ext cx="988407" cy="338554"/>
          </a:xfrm>
          <a:prstGeom prst="rect">
            <a:avLst/>
          </a:prstGeom>
          <a:noFill/>
        </p:spPr>
        <p:txBody>
          <a:bodyPr wrap="square">
            <a:spAutoFit/>
          </a:bodyPr>
          <a:lstStyle/>
          <a:p>
            <a:pPr algn="ctr"/>
            <a:r>
              <a:rPr lang="en-US" altLang="zh-CN" sz="1600" b="1" dirty="0">
                <a:latin typeface="Arial Narrow" panose="020B0606020202030204" pitchFamily="34" charset="0"/>
              </a:rPr>
              <a:t>2.94Mb/s</a:t>
            </a:r>
            <a:endParaRPr lang="zh-CN" altLang="en-US" sz="1600" dirty="0"/>
          </a:p>
        </p:txBody>
      </p:sp>
    </p:spTree>
    <p:custDataLst>
      <p:tags r:id="rId1"/>
    </p:custDataLst>
    <p:extLst>
      <p:ext uri="{BB962C8B-B14F-4D97-AF65-F5344CB8AC3E}">
        <p14:creationId xmlns:p14="http://schemas.microsoft.com/office/powerpoint/2010/main" val="1338384102"/>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2" presetClass="entr" presetSubtype="8" fill="hold" nodeType="withEffect">
                                  <p:stCondLst>
                                    <p:cond delay="0"/>
                                  </p:stCondLst>
                                  <p:childTnLst>
                                    <p:set>
                                      <p:cBhvr>
                                        <p:cTn id="6" dur="1" fill="hold">
                                          <p:stCondLst>
                                            <p:cond delay="0"/>
                                          </p:stCondLst>
                                        </p:cTn>
                                        <p:tgtEl>
                                          <p:spTgt spid="129"/>
                                        </p:tgtEl>
                                        <p:attrNameLst>
                                          <p:attrName>style.visibility</p:attrName>
                                        </p:attrNameLst>
                                      </p:cBhvr>
                                      <p:to>
                                        <p:strVal val="visible"/>
                                      </p:to>
                                    </p:set>
                                    <p:animEffect transition="in" filter="wipe(left)">
                                      <p:cBhvr>
                                        <p:cTn id="7" dur="500"/>
                                        <p:tgtEl>
                                          <p:spTgt spid="129"/>
                                        </p:tgtEl>
                                      </p:cBhvr>
                                    </p:animEffect>
                                  </p:childTnLst>
                                </p:cTn>
                              </p:par>
                            </p:childTnLst>
                          </p:cTn>
                        </p:par>
                        <p:par>
                          <p:cTn id="8" fill="hold">
                            <p:stCondLst>
                              <p:cond delay="500"/>
                            </p:stCondLst>
                            <p:childTnLst>
                              <p:par>
                                <p:cTn id="9" presetID="30" presetClass="entr" presetSubtype="0" fill="hold" nodeType="afterEffect">
                                  <p:stCondLst>
                                    <p:cond delay="0"/>
                                  </p:stCondLst>
                                  <p:childTnLst>
                                    <p:set>
                                      <p:cBhvr>
                                        <p:cTn id="10" dur="1" fill="hold">
                                          <p:stCondLst>
                                            <p:cond delay="0"/>
                                          </p:stCondLst>
                                        </p:cTn>
                                        <p:tgtEl>
                                          <p:spTgt spid="8"/>
                                        </p:tgtEl>
                                        <p:attrNameLst>
                                          <p:attrName>style.visibility</p:attrName>
                                        </p:attrNameLst>
                                      </p:cBhvr>
                                      <p:to>
                                        <p:strVal val="visible"/>
                                      </p:to>
                                    </p:set>
                                    <p:animEffect transition="in" filter="fade">
                                      <p:cBhvr>
                                        <p:cTn id="11" dur="800" decel="100000"/>
                                        <p:tgtEl>
                                          <p:spTgt spid="8"/>
                                        </p:tgtEl>
                                      </p:cBhvr>
                                    </p:animEffect>
                                    <p:anim calcmode="lin" valueType="num">
                                      <p:cBhvr>
                                        <p:cTn id="12" dur="800" decel="100000" fill="hold"/>
                                        <p:tgtEl>
                                          <p:spTgt spid="8"/>
                                        </p:tgtEl>
                                        <p:attrNameLst>
                                          <p:attrName>style.rotation</p:attrName>
                                        </p:attrNameLst>
                                      </p:cBhvr>
                                      <p:tavLst>
                                        <p:tav tm="0">
                                          <p:val>
                                            <p:fltVal val="-90"/>
                                          </p:val>
                                        </p:tav>
                                        <p:tav tm="100000">
                                          <p:val>
                                            <p:fltVal val="0"/>
                                          </p:val>
                                        </p:tav>
                                      </p:tavLst>
                                    </p:anim>
                                    <p:anim calcmode="lin" valueType="num">
                                      <p:cBhvr>
                                        <p:cTn id="13" dur="800" decel="100000" fill="hold"/>
                                        <p:tgtEl>
                                          <p:spTgt spid="8"/>
                                        </p:tgtEl>
                                        <p:attrNameLst>
                                          <p:attrName>ppt_x</p:attrName>
                                        </p:attrNameLst>
                                      </p:cBhvr>
                                      <p:tavLst>
                                        <p:tav tm="0">
                                          <p:val>
                                            <p:strVal val="#ppt_x+0.4"/>
                                          </p:val>
                                        </p:tav>
                                        <p:tav tm="100000">
                                          <p:val>
                                            <p:strVal val="#ppt_x-0.05"/>
                                          </p:val>
                                        </p:tav>
                                      </p:tavLst>
                                    </p:anim>
                                    <p:anim calcmode="lin" valueType="num">
                                      <p:cBhvr>
                                        <p:cTn id="14" dur="800" decel="100000" fill="hold"/>
                                        <p:tgtEl>
                                          <p:spTgt spid="8"/>
                                        </p:tgtEl>
                                        <p:attrNameLst>
                                          <p:attrName>ppt_y</p:attrName>
                                        </p:attrNameLst>
                                      </p:cBhvr>
                                      <p:tavLst>
                                        <p:tav tm="0">
                                          <p:val>
                                            <p:strVal val="#ppt_y-0.4"/>
                                          </p:val>
                                        </p:tav>
                                        <p:tav tm="100000">
                                          <p:val>
                                            <p:strVal val="#ppt_y+0.1"/>
                                          </p:val>
                                        </p:tav>
                                      </p:tavLst>
                                    </p:anim>
                                    <p:anim calcmode="lin" valueType="num">
                                      <p:cBhvr>
                                        <p:cTn id="15" dur="200" accel="100000" fill="hold">
                                          <p:stCondLst>
                                            <p:cond delay="800"/>
                                          </p:stCondLst>
                                        </p:cTn>
                                        <p:tgtEl>
                                          <p:spTgt spid="8"/>
                                        </p:tgtEl>
                                        <p:attrNameLst>
                                          <p:attrName>ppt_x</p:attrName>
                                        </p:attrNameLst>
                                      </p:cBhvr>
                                      <p:tavLst>
                                        <p:tav tm="0">
                                          <p:val>
                                            <p:strVal val="#ppt_x-0.05"/>
                                          </p:val>
                                        </p:tav>
                                        <p:tav tm="100000">
                                          <p:val>
                                            <p:strVal val="#ppt_x"/>
                                          </p:val>
                                        </p:tav>
                                      </p:tavLst>
                                    </p:anim>
                                    <p:anim calcmode="lin" valueType="num">
                                      <p:cBhvr>
                                        <p:cTn id="16" dur="200" accel="100000" fill="hold">
                                          <p:stCondLst>
                                            <p:cond delay="800"/>
                                          </p:stCondLst>
                                        </p:cTn>
                                        <p:tgtEl>
                                          <p:spTgt spid="8"/>
                                        </p:tgtEl>
                                        <p:attrNameLst>
                                          <p:attrName>ppt_y</p:attrName>
                                        </p:attrNameLst>
                                      </p:cBhvr>
                                      <p:tavLst>
                                        <p:tav tm="0">
                                          <p:val>
                                            <p:strVal val="#ppt_y+0.1"/>
                                          </p:val>
                                        </p:tav>
                                        <p:tav tm="100000">
                                          <p:val>
                                            <p:strVal val="#ppt_y"/>
                                          </p:val>
                                        </p:tav>
                                      </p:tavLst>
                                    </p:anim>
                                  </p:childTnLst>
                                </p:cTn>
                              </p:par>
                            </p:childTnLst>
                          </p:cTn>
                        </p:par>
                      </p:childTnLst>
                    </p:cTn>
                  </p:par>
                  <p:par>
                    <p:cTn id="17" fill="hold">
                      <p:stCondLst>
                        <p:cond delay="indefinite"/>
                      </p:stCondLst>
                      <p:childTnLst>
                        <p:par>
                          <p:cTn id="18" fill="hold">
                            <p:stCondLst>
                              <p:cond delay="0"/>
                            </p:stCondLst>
                            <p:childTnLst>
                              <p:par>
                                <p:cTn id="19" presetID="22" presetClass="entr" presetSubtype="8" fill="hold" nodeType="clickEffect">
                                  <p:stCondLst>
                                    <p:cond delay="0"/>
                                  </p:stCondLst>
                                  <p:childTnLst>
                                    <p:set>
                                      <p:cBhvr>
                                        <p:cTn id="20" dur="1" fill="hold">
                                          <p:stCondLst>
                                            <p:cond delay="0"/>
                                          </p:stCondLst>
                                        </p:cTn>
                                        <p:tgtEl>
                                          <p:spTgt spid="132"/>
                                        </p:tgtEl>
                                        <p:attrNameLst>
                                          <p:attrName>style.visibility</p:attrName>
                                        </p:attrNameLst>
                                      </p:cBhvr>
                                      <p:to>
                                        <p:strVal val="visible"/>
                                      </p:to>
                                    </p:set>
                                    <p:animEffect transition="in" filter="wipe(left)">
                                      <p:cBhvr>
                                        <p:cTn id="21" dur="500"/>
                                        <p:tgtEl>
                                          <p:spTgt spid="132"/>
                                        </p:tgtEl>
                                      </p:cBhvr>
                                    </p:animEffect>
                                  </p:childTnLst>
                                </p:cTn>
                              </p:par>
                            </p:childTnLst>
                          </p:cTn>
                        </p:par>
                        <p:par>
                          <p:cTn id="22" fill="hold">
                            <p:stCondLst>
                              <p:cond delay="500"/>
                            </p:stCondLst>
                            <p:childTnLst>
                              <p:par>
                                <p:cTn id="23" presetID="30" presetClass="entr" presetSubtype="0" fill="hold" nodeType="afterEffect">
                                  <p:stCondLst>
                                    <p:cond delay="0"/>
                                  </p:stCondLst>
                                  <p:childTnLst>
                                    <p:set>
                                      <p:cBhvr>
                                        <p:cTn id="24" dur="1" fill="hold">
                                          <p:stCondLst>
                                            <p:cond delay="0"/>
                                          </p:stCondLst>
                                        </p:cTn>
                                        <p:tgtEl>
                                          <p:spTgt spid="9"/>
                                        </p:tgtEl>
                                        <p:attrNameLst>
                                          <p:attrName>style.visibility</p:attrName>
                                        </p:attrNameLst>
                                      </p:cBhvr>
                                      <p:to>
                                        <p:strVal val="visible"/>
                                      </p:to>
                                    </p:set>
                                    <p:animEffect transition="in" filter="fade">
                                      <p:cBhvr>
                                        <p:cTn id="25" dur="800" decel="100000"/>
                                        <p:tgtEl>
                                          <p:spTgt spid="9"/>
                                        </p:tgtEl>
                                      </p:cBhvr>
                                    </p:animEffect>
                                    <p:anim calcmode="lin" valueType="num">
                                      <p:cBhvr>
                                        <p:cTn id="26" dur="800" decel="100000" fill="hold"/>
                                        <p:tgtEl>
                                          <p:spTgt spid="9"/>
                                        </p:tgtEl>
                                        <p:attrNameLst>
                                          <p:attrName>style.rotation</p:attrName>
                                        </p:attrNameLst>
                                      </p:cBhvr>
                                      <p:tavLst>
                                        <p:tav tm="0">
                                          <p:val>
                                            <p:fltVal val="-90"/>
                                          </p:val>
                                        </p:tav>
                                        <p:tav tm="100000">
                                          <p:val>
                                            <p:fltVal val="0"/>
                                          </p:val>
                                        </p:tav>
                                      </p:tavLst>
                                    </p:anim>
                                    <p:anim calcmode="lin" valueType="num">
                                      <p:cBhvr>
                                        <p:cTn id="27" dur="800" decel="100000" fill="hold"/>
                                        <p:tgtEl>
                                          <p:spTgt spid="9"/>
                                        </p:tgtEl>
                                        <p:attrNameLst>
                                          <p:attrName>ppt_x</p:attrName>
                                        </p:attrNameLst>
                                      </p:cBhvr>
                                      <p:tavLst>
                                        <p:tav tm="0">
                                          <p:val>
                                            <p:strVal val="#ppt_x+0.4"/>
                                          </p:val>
                                        </p:tav>
                                        <p:tav tm="100000">
                                          <p:val>
                                            <p:strVal val="#ppt_x-0.05"/>
                                          </p:val>
                                        </p:tav>
                                      </p:tavLst>
                                    </p:anim>
                                    <p:anim calcmode="lin" valueType="num">
                                      <p:cBhvr>
                                        <p:cTn id="28" dur="800" decel="100000" fill="hold"/>
                                        <p:tgtEl>
                                          <p:spTgt spid="9"/>
                                        </p:tgtEl>
                                        <p:attrNameLst>
                                          <p:attrName>ppt_y</p:attrName>
                                        </p:attrNameLst>
                                      </p:cBhvr>
                                      <p:tavLst>
                                        <p:tav tm="0">
                                          <p:val>
                                            <p:strVal val="#ppt_y-0.4"/>
                                          </p:val>
                                        </p:tav>
                                        <p:tav tm="100000">
                                          <p:val>
                                            <p:strVal val="#ppt_y+0.1"/>
                                          </p:val>
                                        </p:tav>
                                      </p:tavLst>
                                    </p:anim>
                                    <p:anim calcmode="lin" valueType="num">
                                      <p:cBhvr>
                                        <p:cTn id="29" dur="200" accel="100000" fill="hold">
                                          <p:stCondLst>
                                            <p:cond delay="800"/>
                                          </p:stCondLst>
                                        </p:cTn>
                                        <p:tgtEl>
                                          <p:spTgt spid="9"/>
                                        </p:tgtEl>
                                        <p:attrNameLst>
                                          <p:attrName>ppt_x</p:attrName>
                                        </p:attrNameLst>
                                      </p:cBhvr>
                                      <p:tavLst>
                                        <p:tav tm="0">
                                          <p:val>
                                            <p:strVal val="#ppt_x-0.05"/>
                                          </p:val>
                                        </p:tav>
                                        <p:tav tm="100000">
                                          <p:val>
                                            <p:strVal val="#ppt_x"/>
                                          </p:val>
                                        </p:tav>
                                      </p:tavLst>
                                    </p:anim>
                                    <p:anim calcmode="lin" valueType="num">
                                      <p:cBhvr>
                                        <p:cTn id="30" dur="200" accel="100000" fill="hold">
                                          <p:stCondLst>
                                            <p:cond delay="800"/>
                                          </p:stCondLst>
                                        </p:cTn>
                                        <p:tgtEl>
                                          <p:spTgt spid="9"/>
                                        </p:tgtEl>
                                        <p:attrNameLst>
                                          <p:attrName>ppt_y</p:attrName>
                                        </p:attrNameLst>
                                      </p:cBhvr>
                                      <p:tavLst>
                                        <p:tav tm="0">
                                          <p:val>
                                            <p:strVal val="#ppt_y+0.1"/>
                                          </p:val>
                                        </p:tav>
                                        <p:tav tm="100000">
                                          <p:val>
                                            <p:strVal val="#ppt_y"/>
                                          </p:val>
                                        </p:tav>
                                      </p:tavLst>
                                    </p:anim>
                                  </p:childTnLst>
                                </p:cTn>
                              </p:par>
                            </p:childTnLst>
                          </p:cTn>
                        </p:par>
                      </p:childTnLst>
                    </p:cTn>
                  </p:par>
                  <p:par>
                    <p:cTn id="31" fill="hold">
                      <p:stCondLst>
                        <p:cond delay="indefinite"/>
                      </p:stCondLst>
                      <p:childTnLst>
                        <p:par>
                          <p:cTn id="32" fill="hold">
                            <p:stCondLst>
                              <p:cond delay="0"/>
                            </p:stCondLst>
                            <p:childTnLst>
                              <p:par>
                                <p:cTn id="33" presetID="22" presetClass="entr" presetSubtype="8" fill="hold" nodeType="clickEffect">
                                  <p:stCondLst>
                                    <p:cond delay="0"/>
                                  </p:stCondLst>
                                  <p:childTnLst>
                                    <p:set>
                                      <p:cBhvr>
                                        <p:cTn id="34" dur="1" fill="hold">
                                          <p:stCondLst>
                                            <p:cond delay="0"/>
                                          </p:stCondLst>
                                        </p:cTn>
                                        <p:tgtEl>
                                          <p:spTgt spid="135"/>
                                        </p:tgtEl>
                                        <p:attrNameLst>
                                          <p:attrName>style.visibility</p:attrName>
                                        </p:attrNameLst>
                                      </p:cBhvr>
                                      <p:to>
                                        <p:strVal val="visible"/>
                                      </p:to>
                                    </p:set>
                                    <p:animEffect transition="in" filter="wipe(left)">
                                      <p:cBhvr>
                                        <p:cTn id="35" dur="500"/>
                                        <p:tgtEl>
                                          <p:spTgt spid="135"/>
                                        </p:tgtEl>
                                      </p:cBhvr>
                                    </p:animEffect>
                                  </p:childTnLst>
                                </p:cTn>
                              </p:par>
                            </p:childTnLst>
                          </p:cTn>
                        </p:par>
                        <p:par>
                          <p:cTn id="36" fill="hold">
                            <p:stCondLst>
                              <p:cond delay="500"/>
                            </p:stCondLst>
                            <p:childTnLst>
                              <p:par>
                                <p:cTn id="37" presetID="30" presetClass="entr" presetSubtype="0" fill="hold" grpId="0" nodeType="afterEffect">
                                  <p:stCondLst>
                                    <p:cond delay="0"/>
                                  </p:stCondLst>
                                  <p:childTnLst>
                                    <p:set>
                                      <p:cBhvr>
                                        <p:cTn id="38" dur="1" fill="hold">
                                          <p:stCondLst>
                                            <p:cond delay="0"/>
                                          </p:stCondLst>
                                        </p:cTn>
                                        <p:tgtEl>
                                          <p:spTgt spid="36"/>
                                        </p:tgtEl>
                                        <p:attrNameLst>
                                          <p:attrName>style.visibility</p:attrName>
                                        </p:attrNameLst>
                                      </p:cBhvr>
                                      <p:to>
                                        <p:strVal val="visible"/>
                                      </p:to>
                                    </p:set>
                                    <p:animEffect transition="in" filter="fade">
                                      <p:cBhvr>
                                        <p:cTn id="39" dur="800" decel="100000"/>
                                        <p:tgtEl>
                                          <p:spTgt spid="36"/>
                                        </p:tgtEl>
                                      </p:cBhvr>
                                    </p:animEffect>
                                    <p:anim calcmode="lin" valueType="num">
                                      <p:cBhvr>
                                        <p:cTn id="40" dur="800" decel="100000" fill="hold"/>
                                        <p:tgtEl>
                                          <p:spTgt spid="36"/>
                                        </p:tgtEl>
                                        <p:attrNameLst>
                                          <p:attrName>style.rotation</p:attrName>
                                        </p:attrNameLst>
                                      </p:cBhvr>
                                      <p:tavLst>
                                        <p:tav tm="0">
                                          <p:val>
                                            <p:fltVal val="-90"/>
                                          </p:val>
                                        </p:tav>
                                        <p:tav tm="100000">
                                          <p:val>
                                            <p:fltVal val="0"/>
                                          </p:val>
                                        </p:tav>
                                      </p:tavLst>
                                    </p:anim>
                                    <p:anim calcmode="lin" valueType="num">
                                      <p:cBhvr>
                                        <p:cTn id="41" dur="800" decel="100000" fill="hold"/>
                                        <p:tgtEl>
                                          <p:spTgt spid="36"/>
                                        </p:tgtEl>
                                        <p:attrNameLst>
                                          <p:attrName>ppt_x</p:attrName>
                                        </p:attrNameLst>
                                      </p:cBhvr>
                                      <p:tavLst>
                                        <p:tav tm="0">
                                          <p:val>
                                            <p:strVal val="#ppt_x+0.4"/>
                                          </p:val>
                                        </p:tav>
                                        <p:tav tm="100000">
                                          <p:val>
                                            <p:strVal val="#ppt_x-0.05"/>
                                          </p:val>
                                        </p:tav>
                                      </p:tavLst>
                                    </p:anim>
                                    <p:anim calcmode="lin" valueType="num">
                                      <p:cBhvr>
                                        <p:cTn id="42" dur="800" decel="100000" fill="hold"/>
                                        <p:tgtEl>
                                          <p:spTgt spid="36"/>
                                        </p:tgtEl>
                                        <p:attrNameLst>
                                          <p:attrName>ppt_y</p:attrName>
                                        </p:attrNameLst>
                                      </p:cBhvr>
                                      <p:tavLst>
                                        <p:tav tm="0">
                                          <p:val>
                                            <p:strVal val="#ppt_y-0.4"/>
                                          </p:val>
                                        </p:tav>
                                        <p:tav tm="100000">
                                          <p:val>
                                            <p:strVal val="#ppt_y+0.1"/>
                                          </p:val>
                                        </p:tav>
                                      </p:tavLst>
                                    </p:anim>
                                    <p:anim calcmode="lin" valueType="num">
                                      <p:cBhvr>
                                        <p:cTn id="43" dur="200" accel="100000" fill="hold">
                                          <p:stCondLst>
                                            <p:cond delay="800"/>
                                          </p:stCondLst>
                                        </p:cTn>
                                        <p:tgtEl>
                                          <p:spTgt spid="36"/>
                                        </p:tgtEl>
                                        <p:attrNameLst>
                                          <p:attrName>ppt_x</p:attrName>
                                        </p:attrNameLst>
                                      </p:cBhvr>
                                      <p:tavLst>
                                        <p:tav tm="0">
                                          <p:val>
                                            <p:strVal val="#ppt_x-0.05"/>
                                          </p:val>
                                        </p:tav>
                                        <p:tav tm="100000">
                                          <p:val>
                                            <p:strVal val="#ppt_x"/>
                                          </p:val>
                                        </p:tav>
                                      </p:tavLst>
                                    </p:anim>
                                    <p:anim calcmode="lin" valueType="num">
                                      <p:cBhvr>
                                        <p:cTn id="44" dur="200" accel="100000" fill="hold">
                                          <p:stCondLst>
                                            <p:cond delay="800"/>
                                          </p:stCondLst>
                                        </p:cTn>
                                        <p:tgtEl>
                                          <p:spTgt spid="36"/>
                                        </p:tgtEl>
                                        <p:attrNameLst>
                                          <p:attrName>ppt_y</p:attrName>
                                        </p:attrNameLst>
                                      </p:cBhvr>
                                      <p:tavLst>
                                        <p:tav tm="0">
                                          <p:val>
                                            <p:strVal val="#ppt_y+0.1"/>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6" grpId="0"/>
    </p:bldLst>
  </p:timing>
</p:sld>
</file>

<file path=ppt/slides/slide24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4" name="组合 3">
            <a:extLst>
              <a:ext uri="{FF2B5EF4-FFF2-40B4-BE49-F238E27FC236}">
                <a16:creationId xmlns:a16="http://schemas.microsoft.com/office/drawing/2014/main" id="{9A1EA9F2-FCB6-48C3-935F-7AE7E3AD14AC}"/>
              </a:ext>
            </a:extLst>
          </p:cNvPr>
          <p:cNvGrpSpPr/>
          <p:nvPr/>
        </p:nvGrpSpPr>
        <p:grpSpPr>
          <a:xfrm>
            <a:off x="304800" y="749300"/>
            <a:ext cx="6192344" cy="400110"/>
            <a:chOff x="424117" y="898245"/>
            <a:chExt cx="6192344" cy="400110"/>
          </a:xfrm>
        </p:grpSpPr>
        <p:sp>
          <p:nvSpPr>
            <p:cNvPr id="2" name="平行四边形 1">
              <a:extLst>
                <a:ext uri="{FF2B5EF4-FFF2-40B4-BE49-F238E27FC236}">
                  <a16:creationId xmlns:a16="http://schemas.microsoft.com/office/drawing/2014/main" id="{1F5BAA3F-9845-4F89-A2DD-8222D3E4EDAC}"/>
                </a:ext>
              </a:extLst>
            </p:cNvPr>
            <p:cNvSpPr/>
            <p:nvPr/>
          </p:nvSpPr>
          <p:spPr>
            <a:xfrm>
              <a:off x="424117" y="898245"/>
              <a:ext cx="628306" cy="387090"/>
            </a:xfrm>
            <a:prstGeom prst="parallelogram">
              <a:avLst/>
            </a:prstGeom>
            <a:solidFill>
              <a:schemeClr val="accent3">
                <a:lumMod val="75000"/>
              </a:schemeClr>
            </a:solidFill>
            <a:ln>
              <a:solidFill>
                <a:schemeClr val="accent3">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CN" sz="2200" dirty="0">
                  <a:latin typeface="Impact" panose="020B0806030902050204" pitchFamily="34" charset="0"/>
                </a:rPr>
                <a:t>01</a:t>
              </a:r>
              <a:endParaRPr lang="zh-CN" altLang="en-US" sz="2200" dirty="0">
                <a:latin typeface="Impact" panose="020B0806030902050204" pitchFamily="34" charset="0"/>
              </a:endParaRPr>
            </a:p>
          </p:txBody>
        </p:sp>
        <p:sp>
          <p:nvSpPr>
            <p:cNvPr id="3" name="文本框 2">
              <a:extLst>
                <a:ext uri="{FF2B5EF4-FFF2-40B4-BE49-F238E27FC236}">
                  <a16:creationId xmlns:a16="http://schemas.microsoft.com/office/drawing/2014/main" id="{4D6BD736-A4D3-4F26-AFED-36E11F50F70B}"/>
                </a:ext>
              </a:extLst>
            </p:cNvPr>
            <p:cNvSpPr txBox="1"/>
            <p:nvPr/>
          </p:nvSpPr>
          <p:spPr>
            <a:xfrm>
              <a:off x="1052423" y="898245"/>
              <a:ext cx="5564038" cy="400110"/>
            </a:xfrm>
            <a:prstGeom prst="rect">
              <a:avLst/>
            </a:prstGeom>
            <a:noFill/>
          </p:spPr>
          <p:txBody>
            <a:bodyPr wrap="square" rtlCol="0">
              <a:spAutoFit/>
            </a:bodyPr>
            <a:lstStyle/>
            <a:p>
              <a:r>
                <a:rPr lang="zh-CN" altLang="en-US" sz="2000" b="1" dirty="0"/>
                <a:t>共享式以太网</a:t>
              </a:r>
            </a:p>
          </p:txBody>
        </p:sp>
      </p:grpSp>
      <p:grpSp>
        <p:nvGrpSpPr>
          <p:cNvPr id="20" name="组合 19">
            <a:extLst>
              <a:ext uri="{FF2B5EF4-FFF2-40B4-BE49-F238E27FC236}">
                <a16:creationId xmlns:a16="http://schemas.microsoft.com/office/drawing/2014/main" id="{5CFBA406-7F73-4FEC-A363-E9FE85CA3B11}"/>
              </a:ext>
            </a:extLst>
          </p:cNvPr>
          <p:cNvGrpSpPr/>
          <p:nvPr/>
        </p:nvGrpSpPr>
        <p:grpSpPr>
          <a:xfrm>
            <a:off x="933106" y="1235013"/>
            <a:ext cx="2203201" cy="753798"/>
            <a:chOff x="981499" y="2299747"/>
            <a:chExt cx="2203201" cy="753798"/>
          </a:xfrm>
        </p:grpSpPr>
        <p:sp>
          <p:nvSpPr>
            <p:cNvPr id="117" name="îsľiḋè">
              <a:extLst>
                <a:ext uri="{FF2B5EF4-FFF2-40B4-BE49-F238E27FC236}">
                  <a16:creationId xmlns:a16="http://schemas.microsoft.com/office/drawing/2014/main" id="{A283F860-CEFC-478B-AC86-62FDFD84320B}"/>
                </a:ext>
              </a:extLst>
            </p:cNvPr>
            <p:cNvSpPr txBox="1"/>
            <p:nvPr/>
          </p:nvSpPr>
          <p:spPr bwMode="auto">
            <a:xfrm>
              <a:off x="981500" y="2653945"/>
              <a:ext cx="2203200" cy="399600"/>
            </a:xfrm>
            <a:prstGeom prst="chevron">
              <a:avLst>
                <a:gd name="adj" fmla="val 20471"/>
              </a:avLst>
            </a:prstGeom>
            <a:ln/>
          </p:spPr>
          <p:style>
            <a:lnRef idx="2">
              <a:schemeClr val="accent4">
                <a:shade val="50000"/>
              </a:schemeClr>
            </a:lnRef>
            <a:fillRef idx="1">
              <a:schemeClr val="accent4"/>
            </a:fillRef>
            <a:effectRef idx="0">
              <a:schemeClr val="accent4"/>
            </a:effectRef>
            <a:fontRef idx="minor">
              <a:schemeClr val="lt1"/>
            </a:fontRef>
          </p:style>
          <p:txBody>
            <a:bodyPr wrap="square" lIns="36000" tIns="45720" rIns="36000" bIns="45720" anchor="ctr">
              <a:noAutofit/>
            </a:bodyPr>
            <a:lstStyle>
              <a:lvl1pPr eaLnBrk="0" hangingPunct="0">
                <a:defRPr sz="1900">
                  <a:solidFill>
                    <a:schemeClr val="tx1"/>
                  </a:solidFill>
                </a:defRPr>
              </a:lvl1pPr>
              <a:lvl2pPr marL="742950" indent="-285750" eaLnBrk="0" hangingPunct="0">
                <a:defRPr sz="1900">
                  <a:solidFill>
                    <a:schemeClr val="tx1"/>
                  </a:solidFill>
                </a:defRPr>
              </a:lvl2pPr>
              <a:lvl3pPr marL="1143000" indent="-228600" eaLnBrk="0" hangingPunct="0">
                <a:defRPr sz="1900">
                  <a:solidFill>
                    <a:schemeClr val="tx1"/>
                  </a:solidFill>
                </a:defRPr>
              </a:lvl3pPr>
              <a:lvl4pPr marL="1600200" indent="-228600" eaLnBrk="0" hangingPunct="0">
                <a:defRPr sz="1900">
                  <a:solidFill>
                    <a:schemeClr val="tx1"/>
                  </a:solidFill>
                </a:defRPr>
              </a:lvl4pPr>
              <a:lvl5pPr marL="2057400" indent="-228600" eaLnBrk="0" hangingPunct="0">
                <a:defRPr sz="1900">
                  <a:solidFill>
                    <a:schemeClr val="tx1"/>
                  </a:solidFill>
                </a:defRPr>
              </a:lvl5pPr>
              <a:lvl6pPr marL="2514600" indent="-228600" defTabSz="956945" eaLnBrk="0" fontAlgn="base" hangingPunct="0">
                <a:spcBef>
                  <a:spcPct val="0"/>
                </a:spcBef>
                <a:spcAft>
                  <a:spcPct val="0"/>
                </a:spcAft>
                <a:defRPr sz="1900">
                  <a:solidFill>
                    <a:schemeClr val="tx1"/>
                  </a:solidFill>
                </a:defRPr>
              </a:lvl6pPr>
              <a:lvl7pPr marL="2971800" indent="-228600" defTabSz="956945" eaLnBrk="0" fontAlgn="base" hangingPunct="0">
                <a:spcBef>
                  <a:spcPct val="0"/>
                </a:spcBef>
                <a:spcAft>
                  <a:spcPct val="0"/>
                </a:spcAft>
                <a:defRPr sz="1900">
                  <a:solidFill>
                    <a:schemeClr val="tx1"/>
                  </a:solidFill>
                </a:defRPr>
              </a:lvl7pPr>
              <a:lvl8pPr marL="3429000" indent="-228600" defTabSz="956945" eaLnBrk="0" fontAlgn="base" hangingPunct="0">
                <a:spcBef>
                  <a:spcPct val="0"/>
                </a:spcBef>
                <a:spcAft>
                  <a:spcPct val="0"/>
                </a:spcAft>
                <a:defRPr sz="1900">
                  <a:solidFill>
                    <a:schemeClr val="tx1"/>
                  </a:solidFill>
                </a:defRPr>
              </a:lvl8pPr>
              <a:lvl9pPr marL="3886200" indent="-228600" defTabSz="956945" eaLnBrk="0" fontAlgn="base" hangingPunct="0">
                <a:spcBef>
                  <a:spcPct val="0"/>
                </a:spcBef>
                <a:spcAft>
                  <a:spcPct val="0"/>
                </a:spcAft>
                <a:defRPr sz="1900">
                  <a:solidFill>
                    <a:schemeClr val="tx1"/>
                  </a:solidFill>
                </a:defRPr>
              </a:lvl9pPr>
            </a:lstStyle>
            <a:p>
              <a:pPr algn="ctr" eaLnBrk="1" hangingPunct="1"/>
              <a:r>
                <a:rPr lang="zh-CN" altLang="en-US" sz="1800" b="1" dirty="0">
                  <a:solidFill>
                    <a:schemeClr val="bg1"/>
                  </a:solidFill>
                </a:rPr>
                <a:t>以太网诞生</a:t>
              </a:r>
              <a:endParaRPr lang="en-US" altLang="zh-CN" sz="1800" b="1" dirty="0">
                <a:solidFill>
                  <a:schemeClr val="bg1"/>
                </a:solidFill>
              </a:endParaRPr>
            </a:p>
          </p:txBody>
        </p:sp>
        <p:sp>
          <p:nvSpPr>
            <p:cNvPr id="6" name="文本框 5">
              <a:extLst>
                <a:ext uri="{FF2B5EF4-FFF2-40B4-BE49-F238E27FC236}">
                  <a16:creationId xmlns:a16="http://schemas.microsoft.com/office/drawing/2014/main" id="{B89ACB8C-71D1-4209-B349-BA1E4C25E96F}"/>
                </a:ext>
              </a:extLst>
            </p:cNvPr>
            <p:cNvSpPr txBox="1"/>
            <p:nvPr/>
          </p:nvSpPr>
          <p:spPr>
            <a:xfrm>
              <a:off x="981499" y="2299747"/>
              <a:ext cx="2202941" cy="369332"/>
            </a:xfrm>
            <a:prstGeom prst="rect">
              <a:avLst/>
            </a:prstGeom>
            <a:noFill/>
          </p:spPr>
          <p:txBody>
            <a:bodyPr wrap="square" rtlCol="0">
              <a:spAutoFit/>
            </a:bodyPr>
            <a:lstStyle/>
            <a:p>
              <a:pPr algn="ctr"/>
              <a:r>
                <a:rPr lang="en-US" altLang="zh-CN" b="1" dirty="0">
                  <a:solidFill>
                    <a:schemeClr val="accent4"/>
                  </a:solidFill>
                  <a:latin typeface="Arial Black" panose="020B0A04020102020204" pitchFamily="34" charset="0"/>
                </a:rPr>
                <a:t>1975</a:t>
              </a:r>
              <a:r>
                <a:rPr lang="zh-CN" altLang="en-US" b="1" dirty="0">
                  <a:solidFill>
                    <a:schemeClr val="accent4"/>
                  </a:solidFill>
                  <a:latin typeface="Arial Black" panose="020B0A04020102020204" pitchFamily="34" charset="0"/>
                </a:rPr>
                <a:t>年</a:t>
              </a:r>
            </a:p>
          </p:txBody>
        </p:sp>
      </p:grpSp>
      <p:grpSp>
        <p:nvGrpSpPr>
          <p:cNvPr id="1024" name="组合 1023">
            <a:extLst>
              <a:ext uri="{FF2B5EF4-FFF2-40B4-BE49-F238E27FC236}">
                <a16:creationId xmlns:a16="http://schemas.microsoft.com/office/drawing/2014/main" id="{04FDA601-08F7-4207-9A04-4FD5A6C88FA9}"/>
              </a:ext>
            </a:extLst>
          </p:cNvPr>
          <p:cNvGrpSpPr/>
          <p:nvPr/>
        </p:nvGrpSpPr>
        <p:grpSpPr>
          <a:xfrm>
            <a:off x="1037668" y="2115066"/>
            <a:ext cx="2003557" cy="1860314"/>
            <a:chOff x="1037668" y="2115066"/>
            <a:chExt cx="2003557" cy="1860314"/>
          </a:xfrm>
        </p:grpSpPr>
        <p:pic>
          <p:nvPicPr>
            <p:cNvPr id="1026" name="Picture 2" descr="罗伯特 梅特卡夫">
              <a:extLst>
                <a:ext uri="{FF2B5EF4-FFF2-40B4-BE49-F238E27FC236}">
                  <a16:creationId xmlns:a16="http://schemas.microsoft.com/office/drawing/2014/main" id="{D5B80DD5-806D-455A-AAA2-5D133C2E91F6}"/>
                </a:ext>
              </a:extLst>
            </p:cNvPr>
            <p:cNvPicPr>
              <a:picLocks noChangeAspect="1" noChangeArrowheads="1"/>
            </p:cNvPicPr>
            <p:nvPr/>
          </p:nvPicPr>
          <p:blipFill>
            <a:blip r:embed="rId3">
              <a:clrChange>
                <a:clrFrom>
                  <a:srgbClr val="FDFDFD"/>
                </a:clrFrom>
                <a:clrTo>
                  <a:srgbClr val="FDFDFD">
                    <a:alpha val="0"/>
                  </a:srgbClr>
                </a:clrTo>
              </a:clrChange>
              <a:extLst>
                <a:ext uri="{28A0092B-C50C-407E-A947-70E740481C1C}">
                  <a14:useLocalDpi xmlns:a14="http://schemas.microsoft.com/office/drawing/2010/main" val="0"/>
                </a:ext>
              </a:extLst>
            </a:blip>
            <a:srcRect/>
            <a:stretch>
              <a:fillRect/>
            </a:stretch>
          </p:blipFill>
          <p:spPr bwMode="auto">
            <a:xfrm>
              <a:off x="1420785" y="2115066"/>
              <a:ext cx="1268227" cy="1268227"/>
            </a:xfrm>
            <a:prstGeom prst="rect">
              <a:avLst/>
            </a:prstGeom>
            <a:noFill/>
            <a:extLst>
              <a:ext uri="{909E8E84-426E-40DD-AFC4-6F175D3DCCD1}">
                <a14:hiddenFill xmlns:a14="http://schemas.microsoft.com/office/drawing/2010/main">
                  <a:solidFill>
                    <a:srgbClr val="FFFFFF"/>
                  </a:solidFill>
                </a14:hiddenFill>
              </a:ext>
            </a:extLst>
          </p:spPr>
        </p:pic>
        <p:sp>
          <p:nvSpPr>
            <p:cNvPr id="17" name="文本框 16">
              <a:extLst>
                <a:ext uri="{FF2B5EF4-FFF2-40B4-BE49-F238E27FC236}">
                  <a16:creationId xmlns:a16="http://schemas.microsoft.com/office/drawing/2014/main" id="{FF42F6C0-5B05-469D-936C-7815D5524C0A}"/>
                </a:ext>
              </a:extLst>
            </p:cNvPr>
            <p:cNvSpPr txBox="1"/>
            <p:nvPr/>
          </p:nvSpPr>
          <p:spPr>
            <a:xfrm>
              <a:off x="1037668" y="3421637"/>
              <a:ext cx="2003557" cy="307777"/>
            </a:xfrm>
            <a:prstGeom prst="rect">
              <a:avLst/>
            </a:prstGeom>
            <a:noFill/>
          </p:spPr>
          <p:txBody>
            <a:bodyPr wrap="square" rtlCol="0">
              <a:spAutoFit/>
            </a:bodyPr>
            <a:lstStyle/>
            <a:p>
              <a:pPr algn="ctr"/>
              <a:r>
                <a:rPr lang="zh-CN" altLang="en-US" sz="1400" b="1" dirty="0">
                  <a:latin typeface="Arial Narrow" panose="020B0606020202030204" pitchFamily="34" charset="0"/>
                </a:rPr>
                <a:t>（</a:t>
              </a:r>
              <a:r>
                <a:rPr lang="en-US" altLang="zh-CN" sz="1400" b="1" dirty="0">
                  <a:latin typeface="Arial Narrow" panose="020B0606020202030204" pitchFamily="34" charset="0"/>
                </a:rPr>
                <a:t> Robert Metcalfe, 1946</a:t>
              </a:r>
              <a:r>
                <a:rPr lang="zh-CN" altLang="en-US" sz="1400" b="1" dirty="0">
                  <a:latin typeface="Arial Narrow" panose="020B0606020202030204" pitchFamily="34" charset="0"/>
                </a:rPr>
                <a:t>）</a:t>
              </a:r>
            </a:p>
          </p:txBody>
        </p:sp>
        <p:sp>
          <p:nvSpPr>
            <p:cNvPr id="19" name="文本框 18">
              <a:extLst>
                <a:ext uri="{FF2B5EF4-FFF2-40B4-BE49-F238E27FC236}">
                  <a16:creationId xmlns:a16="http://schemas.microsoft.com/office/drawing/2014/main" id="{3DEB91DA-8648-4E52-AB1D-4A0A03E8C0ED}"/>
                </a:ext>
              </a:extLst>
            </p:cNvPr>
            <p:cNvSpPr txBox="1"/>
            <p:nvPr/>
          </p:nvSpPr>
          <p:spPr>
            <a:xfrm>
              <a:off x="1309807" y="3636826"/>
              <a:ext cx="1490182" cy="338554"/>
            </a:xfrm>
            <a:prstGeom prst="rect">
              <a:avLst/>
            </a:prstGeom>
            <a:noFill/>
          </p:spPr>
          <p:txBody>
            <a:bodyPr wrap="square" rtlCol="0">
              <a:spAutoFit/>
            </a:bodyPr>
            <a:lstStyle/>
            <a:p>
              <a:pPr algn="ctr"/>
              <a:r>
                <a:rPr lang="zh-CN" altLang="en-US" sz="1600" b="1" dirty="0"/>
                <a:t>美国</a:t>
              </a:r>
              <a:r>
                <a:rPr lang="en-US" altLang="zh-CN" sz="1600" b="1" dirty="0"/>
                <a:t>Xerox</a:t>
              </a:r>
              <a:r>
                <a:rPr lang="zh-CN" altLang="en-US" sz="1600" b="1" dirty="0"/>
                <a:t>公司</a:t>
              </a:r>
            </a:p>
          </p:txBody>
        </p:sp>
      </p:grpSp>
      <p:grpSp>
        <p:nvGrpSpPr>
          <p:cNvPr id="129" name="组合 128">
            <a:extLst>
              <a:ext uri="{FF2B5EF4-FFF2-40B4-BE49-F238E27FC236}">
                <a16:creationId xmlns:a16="http://schemas.microsoft.com/office/drawing/2014/main" id="{FA48A3F3-3539-4F30-8EF6-B2012A57F9C3}"/>
              </a:ext>
            </a:extLst>
          </p:cNvPr>
          <p:cNvGrpSpPr/>
          <p:nvPr/>
        </p:nvGrpSpPr>
        <p:grpSpPr>
          <a:xfrm>
            <a:off x="5001172" y="1235013"/>
            <a:ext cx="2203201" cy="753798"/>
            <a:chOff x="981499" y="2299747"/>
            <a:chExt cx="2203201" cy="753798"/>
          </a:xfrm>
        </p:grpSpPr>
        <p:sp>
          <p:nvSpPr>
            <p:cNvPr id="130" name="îsľiḋè">
              <a:extLst>
                <a:ext uri="{FF2B5EF4-FFF2-40B4-BE49-F238E27FC236}">
                  <a16:creationId xmlns:a16="http://schemas.microsoft.com/office/drawing/2014/main" id="{F44B128A-41F3-447C-8319-41753647FAE1}"/>
                </a:ext>
              </a:extLst>
            </p:cNvPr>
            <p:cNvSpPr txBox="1"/>
            <p:nvPr/>
          </p:nvSpPr>
          <p:spPr bwMode="auto">
            <a:xfrm>
              <a:off x="981500" y="2653945"/>
              <a:ext cx="2203200" cy="399600"/>
            </a:xfrm>
            <a:prstGeom prst="chevron">
              <a:avLst>
                <a:gd name="adj" fmla="val 20471"/>
              </a:avLst>
            </a:prstGeom>
            <a:ln/>
          </p:spPr>
          <p:style>
            <a:lnRef idx="2">
              <a:schemeClr val="accent4">
                <a:shade val="50000"/>
              </a:schemeClr>
            </a:lnRef>
            <a:fillRef idx="1">
              <a:schemeClr val="accent4"/>
            </a:fillRef>
            <a:effectRef idx="0">
              <a:schemeClr val="accent4"/>
            </a:effectRef>
            <a:fontRef idx="minor">
              <a:schemeClr val="lt1"/>
            </a:fontRef>
          </p:style>
          <p:txBody>
            <a:bodyPr wrap="square" lIns="36000" tIns="45720" rIns="36000" bIns="45720" anchor="ctr">
              <a:noAutofit/>
            </a:bodyPr>
            <a:lstStyle>
              <a:lvl1pPr eaLnBrk="0" hangingPunct="0">
                <a:defRPr sz="1900">
                  <a:solidFill>
                    <a:schemeClr val="tx1"/>
                  </a:solidFill>
                </a:defRPr>
              </a:lvl1pPr>
              <a:lvl2pPr marL="742950" indent="-285750" eaLnBrk="0" hangingPunct="0">
                <a:defRPr sz="1900">
                  <a:solidFill>
                    <a:schemeClr val="tx1"/>
                  </a:solidFill>
                </a:defRPr>
              </a:lvl2pPr>
              <a:lvl3pPr marL="1143000" indent="-228600" eaLnBrk="0" hangingPunct="0">
                <a:defRPr sz="1900">
                  <a:solidFill>
                    <a:schemeClr val="tx1"/>
                  </a:solidFill>
                </a:defRPr>
              </a:lvl3pPr>
              <a:lvl4pPr marL="1600200" indent="-228600" eaLnBrk="0" hangingPunct="0">
                <a:defRPr sz="1900">
                  <a:solidFill>
                    <a:schemeClr val="tx1"/>
                  </a:solidFill>
                </a:defRPr>
              </a:lvl4pPr>
              <a:lvl5pPr marL="2057400" indent="-228600" eaLnBrk="0" hangingPunct="0">
                <a:defRPr sz="1900">
                  <a:solidFill>
                    <a:schemeClr val="tx1"/>
                  </a:solidFill>
                </a:defRPr>
              </a:lvl5pPr>
              <a:lvl6pPr marL="2514600" indent="-228600" defTabSz="956945" eaLnBrk="0" fontAlgn="base" hangingPunct="0">
                <a:spcBef>
                  <a:spcPct val="0"/>
                </a:spcBef>
                <a:spcAft>
                  <a:spcPct val="0"/>
                </a:spcAft>
                <a:defRPr sz="1900">
                  <a:solidFill>
                    <a:schemeClr val="tx1"/>
                  </a:solidFill>
                </a:defRPr>
              </a:lvl6pPr>
              <a:lvl7pPr marL="2971800" indent="-228600" defTabSz="956945" eaLnBrk="0" fontAlgn="base" hangingPunct="0">
                <a:spcBef>
                  <a:spcPct val="0"/>
                </a:spcBef>
                <a:spcAft>
                  <a:spcPct val="0"/>
                </a:spcAft>
                <a:defRPr sz="1900">
                  <a:solidFill>
                    <a:schemeClr val="tx1"/>
                  </a:solidFill>
                </a:defRPr>
              </a:lvl7pPr>
              <a:lvl8pPr marL="3429000" indent="-228600" defTabSz="956945" eaLnBrk="0" fontAlgn="base" hangingPunct="0">
                <a:spcBef>
                  <a:spcPct val="0"/>
                </a:spcBef>
                <a:spcAft>
                  <a:spcPct val="0"/>
                </a:spcAft>
                <a:defRPr sz="1900">
                  <a:solidFill>
                    <a:schemeClr val="tx1"/>
                  </a:solidFill>
                </a:defRPr>
              </a:lvl8pPr>
              <a:lvl9pPr marL="3886200" indent="-228600" defTabSz="956945" eaLnBrk="0" fontAlgn="base" hangingPunct="0">
                <a:spcBef>
                  <a:spcPct val="0"/>
                </a:spcBef>
                <a:spcAft>
                  <a:spcPct val="0"/>
                </a:spcAft>
                <a:defRPr sz="1900">
                  <a:solidFill>
                    <a:schemeClr val="tx1"/>
                  </a:solidFill>
                </a:defRPr>
              </a:lvl9pPr>
            </a:lstStyle>
            <a:p>
              <a:pPr algn="ctr" eaLnBrk="1" hangingPunct="1"/>
              <a:r>
                <a:rPr lang="zh-CN" altLang="en-US" sz="1800" b="1" dirty="0">
                  <a:solidFill>
                    <a:schemeClr val="bg1"/>
                  </a:solidFill>
                </a:rPr>
                <a:t>以太网里程碑论文</a:t>
              </a:r>
              <a:endParaRPr lang="en-US" altLang="zh-CN" sz="1800" b="1" dirty="0">
                <a:solidFill>
                  <a:schemeClr val="bg1"/>
                </a:solidFill>
              </a:endParaRPr>
            </a:p>
          </p:txBody>
        </p:sp>
        <p:sp>
          <p:nvSpPr>
            <p:cNvPr id="131" name="文本框 130">
              <a:extLst>
                <a:ext uri="{FF2B5EF4-FFF2-40B4-BE49-F238E27FC236}">
                  <a16:creationId xmlns:a16="http://schemas.microsoft.com/office/drawing/2014/main" id="{28A61E2C-BAE9-48AA-8BA5-801FEC0F6ABC}"/>
                </a:ext>
              </a:extLst>
            </p:cNvPr>
            <p:cNvSpPr txBox="1"/>
            <p:nvPr/>
          </p:nvSpPr>
          <p:spPr>
            <a:xfrm>
              <a:off x="981499" y="2299747"/>
              <a:ext cx="2202941" cy="369332"/>
            </a:xfrm>
            <a:prstGeom prst="rect">
              <a:avLst/>
            </a:prstGeom>
            <a:noFill/>
          </p:spPr>
          <p:txBody>
            <a:bodyPr wrap="square" rtlCol="0">
              <a:spAutoFit/>
            </a:bodyPr>
            <a:lstStyle/>
            <a:p>
              <a:pPr algn="ctr"/>
              <a:r>
                <a:rPr lang="en-US" altLang="zh-CN" b="1" dirty="0">
                  <a:solidFill>
                    <a:schemeClr val="accent4"/>
                  </a:solidFill>
                  <a:latin typeface="Arial Black" panose="020B0A04020102020204" pitchFamily="34" charset="0"/>
                </a:rPr>
                <a:t>1976</a:t>
              </a:r>
              <a:r>
                <a:rPr lang="zh-CN" altLang="en-US" b="1" dirty="0">
                  <a:solidFill>
                    <a:schemeClr val="accent4"/>
                  </a:solidFill>
                  <a:latin typeface="Arial Black" panose="020B0A04020102020204" pitchFamily="34" charset="0"/>
                </a:rPr>
                <a:t>年</a:t>
              </a:r>
            </a:p>
          </p:txBody>
        </p:sp>
      </p:grpSp>
      <p:grpSp>
        <p:nvGrpSpPr>
          <p:cNvPr id="132" name="组合 131">
            <a:extLst>
              <a:ext uri="{FF2B5EF4-FFF2-40B4-BE49-F238E27FC236}">
                <a16:creationId xmlns:a16="http://schemas.microsoft.com/office/drawing/2014/main" id="{820B1626-2DDD-4A79-96A9-93A779BD0EAC}"/>
              </a:ext>
            </a:extLst>
          </p:cNvPr>
          <p:cNvGrpSpPr/>
          <p:nvPr/>
        </p:nvGrpSpPr>
        <p:grpSpPr>
          <a:xfrm>
            <a:off x="9055692" y="1235013"/>
            <a:ext cx="2203201" cy="753798"/>
            <a:chOff x="981499" y="2299747"/>
            <a:chExt cx="2203201" cy="753798"/>
          </a:xfrm>
        </p:grpSpPr>
        <p:sp>
          <p:nvSpPr>
            <p:cNvPr id="133" name="îsľiḋè">
              <a:extLst>
                <a:ext uri="{FF2B5EF4-FFF2-40B4-BE49-F238E27FC236}">
                  <a16:creationId xmlns:a16="http://schemas.microsoft.com/office/drawing/2014/main" id="{C0539397-6655-4B10-AA9F-BEF464A9359B}"/>
                </a:ext>
              </a:extLst>
            </p:cNvPr>
            <p:cNvSpPr txBox="1"/>
            <p:nvPr/>
          </p:nvSpPr>
          <p:spPr bwMode="auto">
            <a:xfrm>
              <a:off x="981500" y="2653945"/>
              <a:ext cx="2203200" cy="399600"/>
            </a:xfrm>
            <a:prstGeom prst="chevron">
              <a:avLst>
                <a:gd name="adj" fmla="val 20471"/>
              </a:avLst>
            </a:prstGeom>
            <a:ln/>
          </p:spPr>
          <p:style>
            <a:lnRef idx="2">
              <a:schemeClr val="accent4">
                <a:shade val="50000"/>
              </a:schemeClr>
            </a:lnRef>
            <a:fillRef idx="1">
              <a:schemeClr val="accent4"/>
            </a:fillRef>
            <a:effectRef idx="0">
              <a:schemeClr val="accent4"/>
            </a:effectRef>
            <a:fontRef idx="minor">
              <a:schemeClr val="lt1"/>
            </a:fontRef>
          </p:style>
          <p:txBody>
            <a:bodyPr wrap="square" lIns="36000" tIns="45720" rIns="36000" bIns="45720" anchor="ctr">
              <a:noAutofit/>
            </a:bodyPr>
            <a:lstStyle>
              <a:lvl1pPr eaLnBrk="0" hangingPunct="0">
                <a:defRPr sz="1900">
                  <a:solidFill>
                    <a:schemeClr val="tx1"/>
                  </a:solidFill>
                </a:defRPr>
              </a:lvl1pPr>
              <a:lvl2pPr marL="742950" indent="-285750" eaLnBrk="0" hangingPunct="0">
                <a:defRPr sz="1900">
                  <a:solidFill>
                    <a:schemeClr val="tx1"/>
                  </a:solidFill>
                </a:defRPr>
              </a:lvl2pPr>
              <a:lvl3pPr marL="1143000" indent="-228600" eaLnBrk="0" hangingPunct="0">
                <a:defRPr sz="1900">
                  <a:solidFill>
                    <a:schemeClr val="tx1"/>
                  </a:solidFill>
                </a:defRPr>
              </a:lvl3pPr>
              <a:lvl4pPr marL="1600200" indent="-228600" eaLnBrk="0" hangingPunct="0">
                <a:defRPr sz="1900">
                  <a:solidFill>
                    <a:schemeClr val="tx1"/>
                  </a:solidFill>
                </a:defRPr>
              </a:lvl4pPr>
              <a:lvl5pPr marL="2057400" indent="-228600" eaLnBrk="0" hangingPunct="0">
                <a:defRPr sz="1900">
                  <a:solidFill>
                    <a:schemeClr val="tx1"/>
                  </a:solidFill>
                </a:defRPr>
              </a:lvl5pPr>
              <a:lvl6pPr marL="2514600" indent="-228600" defTabSz="956945" eaLnBrk="0" fontAlgn="base" hangingPunct="0">
                <a:spcBef>
                  <a:spcPct val="0"/>
                </a:spcBef>
                <a:spcAft>
                  <a:spcPct val="0"/>
                </a:spcAft>
                <a:defRPr sz="1900">
                  <a:solidFill>
                    <a:schemeClr val="tx1"/>
                  </a:solidFill>
                </a:defRPr>
              </a:lvl6pPr>
              <a:lvl7pPr marL="2971800" indent="-228600" defTabSz="956945" eaLnBrk="0" fontAlgn="base" hangingPunct="0">
                <a:spcBef>
                  <a:spcPct val="0"/>
                </a:spcBef>
                <a:spcAft>
                  <a:spcPct val="0"/>
                </a:spcAft>
                <a:defRPr sz="1900">
                  <a:solidFill>
                    <a:schemeClr val="tx1"/>
                  </a:solidFill>
                </a:defRPr>
              </a:lvl7pPr>
              <a:lvl8pPr marL="3429000" indent="-228600" defTabSz="956945" eaLnBrk="0" fontAlgn="base" hangingPunct="0">
                <a:spcBef>
                  <a:spcPct val="0"/>
                </a:spcBef>
                <a:spcAft>
                  <a:spcPct val="0"/>
                </a:spcAft>
                <a:defRPr sz="1900">
                  <a:solidFill>
                    <a:schemeClr val="tx1"/>
                  </a:solidFill>
                </a:defRPr>
              </a:lvl8pPr>
              <a:lvl9pPr marL="3886200" indent="-228600" defTabSz="956945" eaLnBrk="0" fontAlgn="base" hangingPunct="0">
                <a:spcBef>
                  <a:spcPct val="0"/>
                </a:spcBef>
                <a:spcAft>
                  <a:spcPct val="0"/>
                </a:spcAft>
                <a:defRPr sz="1900">
                  <a:solidFill>
                    <a:schemeClr val="tx1"/>
                  </a:solidFill>
                </a:defRPr>
              </a:lvl9pPr>
            </a:lstStyle>
            <a:p>
              <a:pPr algn="ctr" eaLnBrk="1" hangingPunct="1"/>
              <a:r>
                <a:rPr lang="en-US" altLang="zh-CN" sz="1800" b="1" dirty="0">
                  <a:solidFill>
                    <a:schemeClr val="bg1"/>
                  </a:solidFill>
                </a:rPr>
                <a:t>3Com</a:t>
              </a:r>
              <a:r>
                <a:rPr lang="zh-CN" altLang="en-US" sz="1800" b="1" dirty="0">
                  <a:solidFill>
                    <a:schemeClr val="bg1"/>
                  </a:solidFill>
                </a:rPr>
                <a:t>公司成立</a:t>
              </a:r>
              <a:endParaRPr lang="en-US" altLang="zh-CN" sz="1800" b="1" dirty="0">
                <a:solidFill>
                  <a:schemeClr val="bg1"/>
                </a:solidFill>
              </a:endParaRPr>
            </a:p>
          </p:txBody>
        </p:sp>
        <p:sp>
          <p:nvSpPr>
            <p:cNvPr id="134" name="文本框 133">
              <a:extLst>
                <a:ext uri="{FF2B5EF4-FFF2-40B4-BE49-F238E27FC236}">
                  <a16:creationId xmlns:a16="http://schemas.microsoft.com/office/drawing/2014/main" id="{B67ECF52-6780-4947-AB6B-1C1779FD9EA4}"/>
                </a:ext>
              </a:extLst>
            </p:cNvPr>
            <p:cNvSpPr txBox="1"/>
            <p:nvPr/>
          </p:nvSpPr>
          <p:spPr>
            <a:xfrm>
              <a:off x="981499" y="2299747"/>
              <a:ext cx="2202941" cy="369332"/>
            </a:xfrm>
            <a:prstGeom prst="rect">
              <a:avLst/>
            </a:prstGeom>
            <a:noFill/>
          </p:spPr>
          <p:txBody>
            <a:bodyPr wrap="square" rtlCol="0">
              <a:spAutoFit/>
            </a:bodyPr>
            <a:lstStyle/>
            <a:p>
              <a:pPr algn="ctr"/>
              <a:r>
                <a:rPr lang="en-US" altLang="zh-CN" b="1" dirty="0">
                  <a:solidFill>
                    <a:schemeClr val="accent4"/>
                  </a:solidFill>
                  <a:latin typeface="Arial Black" panose="020B0A04020102020204" pitchFamily="34" charset="0"/>
                </a:rPr>
                <a:t>1979</a:t>
              </a:r>
              <a:r>
                <a:rPr lang="zh-CN" altLang="en-US" b="1" dirty="0">
                  <a:solidFill>
                    <a:schemeClr val="accent4"/>
                  </a:solidFill>
                  <a:latin typeface="Arial Black" panose="020B0A04020102020204" pitchFamily="34" charset="0"/>
                </a:rPr>
                <a:t>年</a:t>
              </a:r>
            </a:p>
          </p:txBody>
        </p:sp>
      </p:grpSp>
      <p:grpSp>
        <p:nvGrpSpPr>
          <p:cNvPr id="138" name="组合 137">
            <a:extLst>
              <a:ext uri="{FF2B5EF4-FFF2-40B4-BE49-F238E27FC236}">
                <a16:creationId xmlns:a16="http://schemas.microsoft.com/office/drawing/2014/main" id="{25FAA6F7-64C6-47F5-8360-3EBFCFA48CD1}"/>
              </a:ext>
            </a:extLst>
          </p:cNvPr>
          <p:cNvGrpSpPr/>
          <p:nvPr/>
        </p:nvGrpSpPr>
        <p:grpSpPr>
          <a:xfrm>
            <a:off x="4994399" y="4267159"/>
            <a:ext cx="2203201" cy="753798"/>
            <a:chOff x="981499" y="2299747"/>
            <a:chExt cx="2203201" cy="753798"/>
          </a:xfrm>
        </p:grpSpPr>
        <p:sp>
          <p:nvSpPr>
            <p:cNvPr id="139" name="îsľiḋè">
              <a:extLst>
                <a:ext uri="{FF2B5EF4-FFF2-40B4-BE49-F238E27FC236}">
                  <a16:creationId xmlns:a16="http://schemas.microsoft.com/office/drawing/2014/main" id="{5CC9AB09-F993-48AC-AF11-9069FBE4D98D}"/>
                </a:ext>
              </a:extLst>
            </p:cNvPr>
            <p:cNvSpPr txBox="1"/>
            <p:nvPr/>
          </p:nvSpPr>
          <p:spPr bwMode="auto">
            <a:xfrm>
              <a:off x="981500" y="2653945"/>
              <a:ext cx="2203200" cy="399600"/>
            </a:xfrm>
            <a:prstGeom prst="chevron">
              <a:avLst>
                <a:gd name="adj" fmla="val 20471"/>
              </a:avLst>
            </a:prstGeom>
            <a:ln/>
          </p:spPr>
          <p:style>
            <a:lnRef idx="2">
              <a:schemeClr val="accent4">
                <a:shade val="50000"/>
              </a:schemeClr>
            </a:lnRef>
            <a:fillRef idx="1">
              <a:schemeClr val="accent4"/>
            </a:fillRef>
            <a:effectRef idx="0">
              <a:schemeClr val="accent4"/>
            </a:effectRef>
            <a:fontRef idx="minor">
              <a:schemeClr val="lt1"/>
            </a:fontRef>
          </p:style>
          <p:txBody>
            <a:bodyPr wrap="square" lIns="36000" tIns="45720" rIns="36000" bIns="45720" anchor="ctr">
              <a:noAutofit/>
            </a:bodyPr>
            <a:lstStyle>
              <a:lvl1pPr eaLnBrk="0" hangingPunct="0">
                <a:defRPr sz="1900">
                  <a:solidFill>
                    <a:schemeClr val="tx1"/>
                  </a:solidFill>
                </a:defRPr>
              </a:lvl1pPr>
              <a:lvl2pPr marL="742950" indent="-285750" eaLnBrk="0" hangingPunct="0">
                <a:defRPr sz="1900">
                  <a:solidFill>
                    <a:schemeClr val="tx1"/>
                  </a:solidFill>
                </a:defRPr>
              </a:lvl2pPr>
              <a:lvl3pPr marL="1143000" indent="-228600" eaLnBrk="0" hangingPunct="0">
                <a:defRPr sz="1900">
                  <a:solidFill>
                    <a:schemeClr val="tx1"/>
                  </a:solidFill>
                </a:defRPr>
              </a:lvl3pPr>
              <a:lvl4pPr marL="1600200" indent="-228600" eaLnBrk="0" hangingPunct="0">
                <a:defRPr sz="1900">
                  <a:solidFill>
                    <a:schemeClr val="tx1"/>
                  </a:solidFill>
                </a:defRPr>
              </a:lvl4pPr>
              <a:lvl5pPr marL="2057400" indent="-228600" eaLnBrk="0" hangingPunct="0">
                <a:defRPr sz="1900">
                  <a:solidFill>
                    <a:schemeClr val="tx1"/>
                  </a:solidFill>
                </a:defRPr>
              </a:lvl5pPr>
              <a:lvl6pPr marL="2514600" indent="-228600" defTabSz="956945" eaLnBrk="0" fontAlgn="base" hangingPunct="0">
                <a:spcBef>
                  <a:spcPct val="0"/>
                </a:spcBef>
                <a:spcAft>
                  <a:spcPct val="0"/>
                </a:spcAft>
                <a:defRPr sz="1900">
                  <a:solidFill>
                    <a:schemeClr val="tx1"/>
                  </a:solidFill>
                </a:defRPr>
              </a:lvl6pPr>
              <a:lvl7pPr marL="2971800" indent="-228600" defTabSz="956945" eaLnBrk="0" fontAlgn="base" hangingPunct="0">
                <a:spcBef>
                  <a:spcPct val="0"/>
                </a:spcBef>
                <a:spcAft>
                  <a:spcPct val="0"/>
                </a:spcAft>
                <a:defRPr sz="1900">
                  <a:solidFill>
                    <a:schemeClr val="tx1"/>
                  </a:solidFill>
                </a:defRPr>
              </a:lvl7pPr>
              <a:lvl8pPr marL="3429000" indent="-228600" defTabSz="956945" eaLnBrk="0" fontAlgn="base" hangingPunct="0">
                <a:spcBef>
                  <a:spcPct val="0"/>
                </a:spcBef>
                <a:spcAft>
                  <a:spcPct val="0"/>
                </a:spcAft>
                <a:defRPr sz="1900">
                  <a:solidFill>
                    <a:schemeClr val="tx1"/>
                  </a:solidFill>
                </a:defRPr>
              </a:lvl8pPr>
              <a:lvl9pPr marL="3886200" indent="-228600" defTabSz="956945" eaLnBrk="0" fontAlgn="base" hangingPunct="0">
                <a:spcBef>
                  <a:spcPct val="0"/>
                </a:spcBef>
                <a:spcAft>
                  <a:spcPct val="0"/>
                </a:spcAft>
                <a:defRPr sz="1900">
                  <a:solidFill>
                    <a:schemeClr val="tx1"/>
                  </a:solidFill>
                </a:defRPr>
              </a:lvl9pPr>
            </a:lstStyle>
            <a:p>
              <a:pPr algn="ctr" eaLnBrk="1" hangingPunct="1"/>
              <a:r>
                <a:rPr lang="zh-CN" altLang="en-US" sz="1800" b="1" dirty="0">
                  <a:solidFill>
                    <a:schemeClr val="bg1"/>
                  </a:solidFill>
                </a:rPr>
                <a:t>以太网标准</a:t>
              </a:r>
              <a:r>
                <a:rPr lang="en-US" altLang="zh-CN" sz="1800" b="1" dirty="0">
                  <a:solidFill>
                    <a:schemeClr val="bg1"/>
                  </a:solidFill>
                </a:rPr>
                <a:t>V2</a:t>
              </a:r>
            </a:p>
          </p:txBody>
        </p:sp>
        <p:sp>
          <p:nvSpPr>
            <p:cNvPr id="140" name="文本框 139">
              <a:extLst>
                <a:ext uri="{FF2B5EF4-FFF2-40B4-BE49-F238E27FC236}">
                  <a16:creationId xmlns:a16="http://schemas.microsoft.com/office/drawing/2014/main" id="{4AA6A0DD-1160-4D9D-B128-180742A3025A}"/>
                </a:ext>
              </a:extLst>
            </p:cNvPr>
            <p:cNvSpPr txBox="1"/>
            <p:nvPr/>
          </p:nvSpPr>
          <p:spPr>
            <a:xfrm>
              <a:off x="981499" y="2299747"/>
              <a:ext cx="2202941" cy="369332"/>
            </a:xfrm>
            <a:prstGeom prst="rect">
              <a:avLst/>
            </a:prstGeom>
            <a:noFill/>
          </p:spPr>
          <p:txBody>
            <a:bodyPr wrap="square" rtlCol="0">
              <a:spAutoFit/>
            </a:bodyPr>
            <a:lstStyle/>
            <a:p>
              <a:pPr algn="ctr"/>
              <a:r>
                <a:rPr lang="en-US" altLang="zh-CN" b="1" dirty="0">
                  <a:solidFill>
                    <a:schemeClr val="accent4"/>
                  </a:solidFill>
                  <a:latin typeface="Arial Black" panose="020B0A04020102020204" pitchFamily="34" charset="0"/>
                </a:rPr>
                <a:t>1982</a:t>
              </a:r>
              <a:r>
                <a:rPr lang="zh-CN" altLang="en-US" b="1" dirty="0">
                  <a:solidFill>
                    <a:schemeClr val="accent4"/>
                  </a:solidFill>
                  <a:latin typeface="Arial Black" panose="020B0A04020102020204" pitchFamily="34" charset="0"/>
                </a:rPr>
                <a:t>年</a:t>
              </a:r>
            </a:p>
          </p:txBody>
        </p:sp>
      </p:grpSp>
      <p:grpSp>
        <p:nvGrpSpPr>
          <p:cNvPr id="8" name="组合 7">
            <a:extLst>
              <a:ext uri="{FF2B5EF4-FFF2-40B4-BE49-F238E27FC236}">
                <a16:creationId xmlns:a16="http://schemas.microsoft.com/office/drawing/2014/main" id="{235B8BED-5D8B-415B-8114-C1C89DBE5CCB}"/>
              </a:ext>
            </a:extLst>
          </p:cNvPr>
          <p:cNvGrpSpPr/>
          <p:nvPr/>
        </p:nvGrpSpPr>
        <p:grpSpPr>
          <a:xfrm>
            <a:off x="4796004" y="2266642"/>
            <a:ext cx="2613276" cy="1329563"/>
            <a:chOff x="4796004" y="2266642"/>
            <a:chExt cx="2613276" cy="1329563"/>
          </a:xfrm>
        </p:grpSpPr>
        <p:sp>
          <p:nvSpPr>
            <p:cNvPr id="30" name="文本框 29">
              <a:extLst>
                <a:ext uri="{FF2B5EF4-FFF2-40B4-BE49-F238E27FC236}">
                  <a16:creationId xmlns:a16="http://schemas.microsoft.com/office/drawing/2014/main" id="{52CD8AB3-C29E-47FE-B6EE-B9563E1AAED2}"/>
                </a:ext>
              </a:extLst>
            </p:cNvPr>
            <p:cNvSpPr txBox="1"/>
            <p:nvPr/>
          </p:nvSpPr>
          <p:spPr>
            <a:xfrm>
              <a:off x="4796004" y="3011430"/>
              <a:ext cx="2613276" cy="584775"/>
            </a:xfrm>
            <a:prstGeom prst="rect">
              <a:avLst/>
            </a:prstGeom>
            <a:noFill/>
          </p:spPr>
          <p:txBody>
            <a:bodyPr wrap="square">
              <a:spAutoFit/>
            </a:bodyPr>
            <a:lstStyle/>
            <a:p>
              <a:r>
                <a:rPr lang="zh-CN" altLang="en-US" sz="1600" b="1" dirty="0"/>
                <a:t>《以太网:局域计算机网络的分布式包交换技术》</a:t>
              </a:r>
            </a:p>
          </p:txBody>
        </p:sp>
        <p:sp>
          <p:nvSpPr>
            <p:cNvPr id="31" name="文本框 30">
              <a:extLst>
                <a:ext uri="{FF2B5EF4-FFF2-40B4-BE49-F238E27FC236}">
                  <a16:creationId xmlns:a16="http://schemas.microsoft.com/office/drawing/2014/main" id="{61C2A487-9CD7-4780-B447-C72FC1F1F751}"/>
                </a:ext>
              </a:extLst>
            </p:cNvPr>
            <p:cNvSpPr txBox="1"/>
            <p:nvPr/>
          </p:nvSpPr>
          <p:spPr>
            <a:xfrm>
              <a:off x="4994398" y="2266642"/>
              <a:ext cx="2202941" cy="584775"/>
            </a:xfrm>
            <a:prstGeom prst="rect">
              <a:avLst/>
            </a:prstGeom>
            <a:noFill/>
          </p:spPr>
          <p:txBody>
            <a:bodyPr wrap="square" rtlCol="0">
              <a:spAutoFit/>
            </a:bodyPr>
            <a:lstStyle/>
            <a:p>
              <a:pPr algn="ctr"/>
              <a:r>
                <a:rPr lang="en-US" altLang="zh-CN" sz="1600" b="1" dirty="0">
                  <a:latin typeface="Arial Narrow" panose="020B0606020202030204" pitchFamily="34" charset="0"/>
                </a:rPr>
                <a:t>Robert Metcalfe</a:t>
              </a:r>
              <a:r>
                <a:rPr lang="zh-CN" altLang="en-US" sz="1600" b="1" dirty="0">
                  <a:latin typeface="Arial Narrow" panose="020B0606020202030204" pitchFamily="34" charset="0"/>
                </a:rPr>
                <a:t>与助手</a:t>
              </a:r>
              <a:endParaRPr lang="en-US" altLang="zh-CN" sz="1600" b="1" dirty="0">
                <a:latin typeface="Arial Narrow" panose="020B0606020202030204" pitchFamily="34" charset="0"/>
              </a:endParaRPr>
            </a:p>
            <a:p>
              <a:pPr algn="ctr"/>
              <a:r>
                <a:rPr lang="en-US" altLang="zh-CN" sz="1600" b="1" dirty="0">
                  <a:latin typeface="Arial Narrow" panose="020B0606020202030204" pitchFamily="34" charset="0"/>
                </a:rPr>
                <a:t>David Boggs</a:t>
              </a:r>
              <a:r>
                <a:rPr lang="zh-CN" altLang="en-US" sz="1600" b="1" dirty="0">
                  <a:latin typeface="Arial Narrow" panose="020B0606020202030204" pitchFamily="34" charset="0"/>
                </a:rPr>
                <a:t>发表论文</a:t>
              </a:r>
            </a:p>
          </p:txBody>
        </p:sp>
      </p:grpSp>
      <p:grpSp>
        <p:nvGrpSpPr>
          <p:cNvPr id="9" name="组合 8">
            <a:extLst>
              <a:ext uri="{FF2B5EF4-FFF2-40B4-BE49-F238E27FC236}">
                <a16:creationId xmlns:a16="http://schemas.microsoft.com/office/drawing/2014/main" id="{C199D7F9-AE06-4AD4-AC50-93BDB268899E}"/>
              </a:ext>
            </a:extLst>
          </p:cNvPr>
          <p:cNvGrpSpPr/>
          <p:nvPr/>
        </p:nvGrpSpPr>
        <p:grpSpPr>
          <a:xfrm>
            <a:off x="8551044" y="2266642"/>
            <a:ext cx="3212234" cy="1338185"/>
            <a:chOff x="8551044" y="2266642"/>
            <a:chExt cx="3212234" cy="1338185"/>
          </a:xfrm>
        </p:grpSpPr>
        <p:sp>
          <p:nvSpPr>
            <p:cNvPr id="33" name="文本框 32">
              <a:extLst>
                <a:ext uri="{FF2B5EF4-FFF2-40B4-BE49-F238E27FC236}">
                  <a16:creationId xmlns:a16="http://schemas.microsoft.com/office/drawing/2014/main" id="{1DE00F9F-5CAC-4025-9952-1633F7EA339F}"/>
                </a:ext>
              </a:extLst>
            </p:cNvPr>
            <p:cNvSpPr txBox="1"/>
            <p:nvPr/>
          </p:nvSpPr>
          <p:spPr>
            <a:xfrm>
              <a:off x="8780221" y="2266642"/>
              <a:ext cx="2753881" cy="584775"/>
            </a:xfrm>
            <a:prstGeom prst="rect">
              <a:avLst/>
            </a:prstGeom>
            <a:noFill/>
          </p:spPr>
          <p:txBody>
            <a:bodyPr wrap="square" rtlCol="0">
              <a:spAutoFit/>
            </a:bodyPr>
            <a:lstStyle/>
            <a:p>
              <a:pPr algn="ctr"/>
              <a:r>
                <a:rPr lang="en-US" altLang="zh-CN" sz="1600" b="1" dirty="0">
                  <a:latin typeface="Arial Narrow" panose="020B0606020202030204" pitchFamily="34" charset="0"/>
                </a:rPr>
                <a:t>Robert Metcalfe</a:t>
              </a:r>
              <a:r>
                <a:rPr lang="zh-CN" altLang="en-US" sz="1600" b="1" dirty="0">
                  <a:latin typeface="Arial Narrow" panose="020B0606020202030204" pitchFamily="34" charset="0"/>
                </a:rPr>
                <a:t>离开</a:t>
              </a:r>
              <a:r>
                <a:rPr lang="en-US" altLang="zh-CN" sz="1600" b="1" dirty="0">
                  <a:latin typeface="Arial Narrow" panose="020B0606020202030204" pitchFamily="34" charset="0"/>
                </a:rPr>
                <a:t>Xerox</a:t>
              </a:r>
              <a:r>
                <a:rPr lang="zh-CN" altLang="en-US" sz="1600" b="1" dirty="0">
                  <a:latin typeface="Arial Narrow" panose="020B0606020202030204" pitchFamily="34" charset="0"/>
                </a:rPr>
                <a:t>公司</a:t>
              </a:r>
              <a:endParaRPr lang="en-US" altLang="zh-CN" sz="1600" b="1" dirty="0">
                <a:latin typeface="Arial Narrow" panose="020B0606020202030204" pitchFamily="34" charset="0"/>
              </a:endParaRPr>
            </a:p>
            <a:p>
              <a:pPr algn="ctr"/>
              <a:r>
                <a:rPr lang="zh-CN" altLang="en-US" sz="1600" b="1" dirty="0">
                  <a:latin typeface="Arial Narrow" panose="020B0606020202030204" pitchFamily="34" charset="0"/>
                </a:rPr>
                <a:t>成立</a:t>
              </a:r>
              <a:r>
                <a:rPr lang="en-US" altLang="zh-CN" sz="1600" b="1" dirty="0">
                  <a:latin typeface="Arial Narrow" panose="020B0606020202030204" pitchFamily="34" charset="0"/>
                </a:rPr>
                <a:t>3Com</a:t>
              </a:r>
              <a:r>
                <a:rPr lang="zh-CN" altLang="en-US" sz="1600" b="1" dirty="0">
                  <a:latin typeface="Arial Narrow" panose="020B0606020202030204" pitchFamily="34" charset="0"/>
                </a:rPr>
                <a:t>公司</a:t>
              </a:r>
            </a:p>
          </p:txBody>
        </p:sp>
        <p:sp>
          <p:nvSpPr>
            <p:cNvPr id="34" name="文本框 33">
              <a:extLst>
                <a:ext uri="{FF2B5EF4-FFF2-40B4-BE49-F238E27FC236}">
                  <a16:creationId xmlns:a16="http://schemas.microsoft.com/office/drawing/2014/main" id="{1780B887-B3AF-4AF5-86DA-6196F8D3698D}"/>
                </a:ext>
              </a:extLst>
            </p:cNvPr>
            <p:cNvSpPr txBox="1"/>
            <p:nvPr/>
          </p:nvSpPr>
          <p:spPr>
            <a:xfrm>
              <a:off x="8551044" y="3020052"/>
              <a:ext cx="3212234" cy="584775"/>
            </a:xfrm>
            <a:prstGeom prst="rect">
              <a:avLst/>
            </a:prstGeom>
            <a:noFill/>
          </p:spPr>
          <p:txBody>
            <a:bodyPr wrap="square" rtlCol="0">
              <a:spAutoFit/>
            </a:bodyPr>
            <a:lstStyle/>
            <a:p>
              <a:pPr algn="ctr"/>
              <a:r>
                <a:rPr lang="en-US" altLang="zh-CN" sz="1600" b="1" dirty="0">
                  <a:latin typeface="Arial Narrow" panose="020B0606020202030204" pitchFamily="34" charset="0"/>
                </a:rPr>
                <a:t>3Com</a:t>
              </a:r>
              <a:r>
                <a:rPr lang="zh-CN" altLang="en-US" sz="1600" b="1" dirty="0">
                  <a:latin typeface="Arial Narrow" panose="020B0606020202030204" pitchFamily="34" charset="0"/>
                </a:rPr>
                <a:t>游说</a:t>
              </a:r>
              <a:r>
                <a:rPr lang="en-US" altLang="zh-CN" sz="1600" b="1" dirty="0">
                  <a:latin typeface="Arial Narrow" panose="020B0606020202030204" pitchFamily="34" charset="0"/>
                </a:rPr>
                <a:t>DEC</a:t>
              </a:r>
              <a:r>
                <a:rPr lang="zh-CN" altLang="en-US" sz="1600" b="1" dirty="0">
                  <a:latin typeface="Arial Narrow" panose="020B0606020202030204" pitchFamily="34" charset="0"/>
                </a:rPr>
                <a:t>、</a:t>
              </a:r>
              <a:r>
                <a:rPr lang="en-US" altLang="zh-CN" sz="1600" b="1" dirty="0">
                  <a:latin typeface="Arial Narrow" panose="020B0606020202030204" pitchFamily="34" charset="0"/>
                </a:rPr>
                <a:t>Intel</a:t>
              </a:r>
              <a:r>
                <a:rPr lang="zh-CN" altLang="en-US" sz="1600" b="1" dirty="0">
                  <a:latin typeface="Arial Narrow" panose="020B0606020202030204" pitchFamily="34" charset="0"/>
                </a:rPr>
                <a:t>和</a:t>
              </a:r>
              <a:r>
                <a:rPr lang="en-US" altLang="zh-CN" sz="1600" b="1" dirty="0">
                  <a:latin typeface="Arial Narrow" panose="020B0606020202030204" pitchFamily="34" charset="0"/>
                </a:rPr>
                <a:t>Xerox</a:t>
              </a:r>
              <a:r>
                <a:rPr lang="zh-CN" altLang="en-US" sz="1600" b="1" dirty="0">
                  <a:latin typeface="Arial Narrow" panose="020B0606020202030204" pitchFamily="34" charset="0"/>
                </a:rPr>
                <a:t>公司，希望一起将以太网标准化</a:t>
              </a:r>
            </a:p>
          </p:txBody>
        </p:sp>
      </p:grpSp>
      <p:grpSp>
        <p:nvGrpSpPr>
          <p:cNvPr id="135" name="组合 134">
            <a:extLst>
              <a:ext uri="{FF2B5EF4-FFF2-40B4-BE49-F238E27FC236}">
                <a16:creationId xmlns:a16="http://schemas.microsoft.com/office/drawing/2014/main" id="{94033BE3-1C2F-4B44-A337-FCFEF469EAB8}"/>
              </a:ext>
            </a:extLst>
          </p:cNvPr>
          <p:cNvGrpSpPr/>
          <p:nvPr/>
        </p:nvGrpSpPr>
        <p:grpSpPr>
          <a:xfrm>
            <a:off x="933106" y="4267159"/>
            <a:ext cx="2203201" cy="753798"/>
            <a:chOff x="981499" y="2299747"/>
            <a:chExt cx="2203201" cy="753798"/>
          </a:xfrm>
        </p:grpSpPr>
        <p:sp>
          <p:nvSpPr>
            <p:cNvPr id="136" name="îsľiḋè">
              <a:extLst>
                <a:ext uri="{FF2B5EF4-FFF2-40B4-BE49-F238E27FC236}">
                  <a16:creationId xmlns:a16="http://schemas.microsoft.com/office/drawing/2014/main" id="{13F7CF9D-4052-41F2-BBF3-27F4DAB5FC8E}"/>
                </a:ext>
              </a:extLst>
            </p:cNvPr>
            <p:cNvSpPr txBox="1"/>
            <p:nvPr/>
          </p:nvSpPr>
          <p:spPr bwMode="auto">
            <a:xfrm>
              <a:off x="981500" y="2653945"/>
              <a:ext cx="2203200" cy="399600"/>
            </a:xfrm>
            <a:prstGeom prst="chevron">
              <a:avLst>
                <a:gd name="adj" fmla="val 20471"/>
              </a:avLst>
            </a:prstGeom>
            <a:ln/>
          </p:spPr>
          <p:style>
            <a:lnRef idx="2">
              <a:schemeClr val="accent4">
                <a:shade val="50000"/>
              </a:schemeClr>
            </a:lnRef>
            <a:fillRef idx="1">
              <a:schemeClr val="accent4"/>
            </a:fillRef>
            <a:effectRef idx="0">
              <a:schemeClr val="accent4"/>
            </a:effectRef>
            <a:fontRef idx="minor">
              <a:schemeClr val="lt1"/>
            </a:fontRef>
          </p:style>
          <p:txBody>
            <a:bodyPr wrap="square" lIns="36000" tIns="45720" rIns="36000" bIns="45720" anchor="ctr">
              <a:noAutofit/>
            </a:bodyPr>
            <a:lstStyle>
              <a:lvl1pPr eaLnBrk="0" hangingPunct="0">
                <a:defRPr sz="1900">
                  <a:solidFill>
                    <a:schemeClr val="tx1"/>
                  </a:solidFill>
                </a:defRPr>
              </a:lvl1pPr>
              <a:lvl2pPr marL="742950" indent="-285750" eaLnBrk="0" hangingPunct="0">
                <a:defRPr sz="1900">
                  <a:solidFill>
                    <a:schemeClr val="tx1"/>
                  </a:solidFill>
                </a:defRPr>
              </a:lvl2pPr>
              <a:lvl3pPr marL="1143000" indent="-228600" eaLnBrk="0" hangingPunct="0">
                <a:defRPr sz="1900">
                  <a:solidFill>
                    <a:schemeClr val="tx1"/>
                  </a:solidFill>
                </a:defRPr>
              </a:lvl3pPr>
              <a:lvl4pPr marL="1600200" indent="-228600" eaLnBrk="0" hangingPunct="0">
                <a:defRPr sz="1900">
                  <a:solidFill>
                    <a:schemeClr val="tx1"/>
                  </a:solidFill>
                </a:defRPr>
              </a:lvl4pPr>
              <a:lvl5pPr marL="2057400" indent="-228600" eaLnBrk="0" hangingPunct="0">
                <a:defRPr sz="1900">
                  <a:solidFill>
                    <a:schemeClr val="tx1"/>
                  </a:solidFill>
                </a:defRPr>
              </a:lvl5pPr>
              <a:lvl6pPr marL="2514600" indent="-228600" defTabSz="956945" eaLnBrk="0" fontAlgn="base" hangingPunct="0">
                <a:spcBef>
                  <a:spcPct val="0"/>
                </a:spcBef>
                <a:spcAft>
                  <a:spcPct val="0"/>
                </a:spcAft>
                <a:defRPr sz="1900">
                  <a:solidFill>
                    <a:schemeClr val="tx1"/>
                  </a:solidFill>
                </a:defRPr>
              </a:lvl6pPr>
              <a:lvl7pPr marL="2971800" indent="-228600" defTabSz="956945" eaLnBrk="0" fontAlgn="base" hangingPunct="0">
                <a:spcBef>
                  <a:spcPct val="0"/>
                </a:spcBef>
                <a:spcAft>
                  <a:spcPct val="0"/>
                </a:spcAft>
                <a:defRPr sz="1900">
                  <a:solidFill>
                    <a:schemeClr val="tx1"/>
                  </a:solidFill>
                </a:defRPr>
              </a:lvl7pPr>
              <a:lvl8pPr marL="3429000" indent="-228600" defTabSz="956945" eaLnBrk="0" fontAlgn="base" hangingPunct="0">
                <a:spcBef>
                  <a:spcPct val="0"/>
                </a:spcBef>
                <a:spcAft>
                  <a:spcPct val="0"/>
                </a:spcAft>
                <a:defRPr sz="1900">
                  <a:solidFill>
                    <a:schemeClr val="tx1"/>
                  </a:solidFill>
                </a:defRPr>
              </a:lvl8pPr>
              <a:lvl9pPr marL="3886200" indent="-228600" defTabSz="956945" eaLnBrk="0" fontAlgn="base" hangingPunct="0">
                <a:spcBef>
                  <a:spcPct val="0"/>
                </a:spcBef>
                <a:spcAft>
                  <a:spcPct val="0"/>
                </a:spcAft>
                <a:defRPr sz="1900">
                  <a:solidFill>
                    <a:schemeClr val="tx1"/>
                  </a:solidFill>
                </a:defRPr>
              </a:lvl9pPr>
            </a:lstStyle>
            <a:p>
              <a:pPr algn="ctr" eaLnBrk="1" hangingPunct="1"/>
              <a:r>
                <a:rPr lang="zh-CN" altLang="en-US" sz="1800" b="1" dirty="0">
                  <a:solidFill>
                    <a:schemeClr val="bg1"/>
                  </a:solidFill>
                </a:rPr>
                <a:t>以太网标准</a:t>
              </a:r>
              <a:r>
                <a:rPr lang="en-US" altLang="zh-CN" sz="1800" b="1" dirty="0">
                  <a:solidFill>
                    <a:schemeClr val="bg1"/>
                  </a:solidFill>
                </a:rPr>
                <a:t>V1</a:t>
              </a:r>
            </a:p>
          </p:txBody>
        </p:sp>
        <p:sp>
          <p:nvSpPr>
            <p:cNvPr id="137" name="文本框 136">
              <a:extLst>
                <a:ext uri="{FF2B5EF4-FFF2-40B4-BE49-F238E27FC236}">
                  <a16:creationId xmlns:a16="http://schemas.microsoft.com/office/drawing/2014/main" id="{37AE34D0-A4D8-4AC9-8F40-665B4653578C}"/>
                </a:ext>
              </a:extLst>
            </p:cNvPr>
            <p:cNvSpPr txBox="1"/>
            <p:nvPr/>
          </p:nvSpPr>
          <p:spPr>
            <a:xfrm>
              <a:off x="981499" y="2299747"/>
              <a:ext cx="2202941" cy="369332"/>
            </a:xfrm>
            <a:prstGeom prst="rect">
              <a:avLst/>
            </a:prstGeom>
            <a:noFill/>
          </p:spPr>
          <p:txBody>
            <a:bodyPr wrap="square" rtlCol="0">
              <a:spAutoFit/>
            </a:bodyPr>
            <a:lstStyle/>
            <a:p>
              <a:pPr algn="ctr"/>
              <a:r>
                <a:rPr lang="en-US" altLang="zh-CN" b="1" dirty="0">
                  <a:solidFill>
                    <a:schemeClr val="accent4"/>
                  </a:solidFill>
                  <a:latin typeface="Arial Black" panose="020B0A04020102020204" pitchFamily="34" charset="0"/>
                </a:rPr>
                <a:t>1980</a:t>
              </a:r>
              <a:r>
                <a:rPr lang="zh-CN" altLang="en-US" b="1" dirty="0">
                  <a:solidFill>
                    <a:schemeClr val="accent4"/>
                  </a:solidFill>
                  <a:latin typeface="Arial Black" panose="020B0A04020102020204" pitchFamily="34" charset="0"/>
                </a:rPr>
                <a:t>年</a:t>
              </a:r>
            </a:p>
          </p:txBody>
        </p:sp>
      </p:grpSp>
      <p:sp>
        <p:nvSpPr>
          <p:cNvPr id="36" name="文本框 35">
            <a:extLst>
              <a:ext uri="{FF2B5EF4-FFF2-40B4-BE49-F238E27FC236}">
                <a16:creationId xmlns:a16="http://schemas.microsoft.com/office/drawing/2014/main" id="{E8AF1820-0269-40E3-82E6-A9FC6A27FE4C}"/>
              </a:ext>
            </a:extLst>
          </p:cNvPr>
          <p:cNvSpPr txBox="1"/>
          <p:nvPr/>
        </p:nvSpPr>
        <p:spPr>
          <a:xfrm>
            <a:off x="933105" y="5174236"/>
            <a:ext cx="2202941" cy="338554"/>
          </a:xfrm>
          <a:prstGeom prst="rect">
            <a:avLst/>
          </a:prstGeom>
          <a:noFill/>
        </p:spPr>
        <p:txBody>
          <a:bodyPr wrap="square" rtlCol="0">
            <a:spAutoFit/>
          </a:bodyPr>
          <a:lstStyle/>
          <a:p>
            <a:pPr algn="ctr"/>
            <a:r>
              <a:rPr lang="en-US" altLang="zh-CN" sz="1600" b="1" dirty="0">
                <a:latin typeface="Arial Narrow" panose="020B0606020202030204" pitchFamily="34" charset="0"/>
              </a:rPr>
              <a:t>DIX Ethernet V1</a:t>
            </a:r>
            <a:endParaRPr lang="zh-CN" altLang="en-US" sz="1600" b="1" dirty="0">
              <a:latin typeface="Arial Narrow" panose="020B0606020202030204" pitchFamily="34" charset="0"/>
            </a:endParaRPr>
          </a:p>
        </p:txBody>
      </p:sp>
      <p:grpSp>
        <p:nvGrpSpPr>
          <p:cNvPr id="7" name="组合 6">
            <a:extLst>
              <a:ext uri="{FF2B5EF4-FFF2-40B4-BE49-F238E27FC236}">
                <a16:creationId xmlns:a16="http://schemas.microsoft.com/office/drawing/2014/main" id="{DBA71684-6D47-40D7-B982-001F60311D80}"/>
              </a:ext>
            </a:extLst>
          </p:cNvPr>
          <p:cNvGrpSpPr/>
          <p:nvPr/>
        </p:nvGrpSpPr>
        <p:grpSpPr>
          <a:xfrm>
            <a:off x="9417063" y="3021128"/>
            <a:ext cx="1401619" cy="338554"/>
            <a:chOff x="9417063" y="3021128"/>
            <a:chExt cx="1401619" cy="338554"/>
          </a:xfrm>
        </p:grpSpPr>
        <p:sp>
          <p:nvSpPr>
            <p:cNvPr id="35" name="文本框 34">
              <a:extLst>
                <a:ext uri="{FF2B5EF4-FFF2-40B4-BE49-F238E27FC236}">
                  <a16:creationId xmlns:a16="http://schemas.microsoft.com/office/drawing/2014/main" id="{4419BAD3-96C3-4B3E-B81D-515FDAD4263D}"/>
                </a:ext>
              </a:extLst>
            </p:cNvPr>
            <p:cNvSpPr txBox="1"/>
            <p:nvPr/>
          </p:nvSpPr>
          <p:spPr>
            <a:xfrm>
              <a:off x="9417063" y="3021128"/>
              <a:ext cx="304939" cy="338554"/>
            </a:xfrm>
            <a:prstGeom prst="rect">
              <a:avLst/>
            </a:prstGeom>
            <a:noFill/>
          </p:spPr>
          <p:txBody>
            <a:bodyPr wrap="square">
              <a:spAutoFit/>
            </a:bodyPr>
            <a:lstStyle/>
            <a:p>
              <a:r>
                <a:rPr lang="en-US" altLang="zh-CN" sz="1600" b="1" dirty="0">
                  <a:solidFill>
                    <a:schemeClr val="accent1">
                      <a:lumMod val="75000"/>
                    </a:schemeClr>
                  </a:solidFill>
                  <a:latin typeface="Arial Narrow" panose="020B0606020202030204" pitchFamily="34" charset="0"/>
                </a:rPr>
                <a:t>D</a:t>
              </a:r>
              <a:endParaRPr lang="zh-CN" altLang="en-US" sz="1600" dirty="0">
                <a:solidFill>
                  <a:schemeClr val="accent1">
                    <a:lumMod val="75000"/>
                  </a:schemeClr>
                </a:solidFill>
              </a:endParaRPr>
            </a:p>
          </p:txBody>
        </p:sp>
        <p:sp>
          <p:nvSpPr>
            <p:cNvPr id="37" name="文本框 36">
              <a:extLst>
                <a:ext uri="{FF2B5EF4-FFF2-40B4-BE49-F238E27FC236}">
                  <a16:creationId xmlns:a16="http://schemas.microsoft.com/office/drawing/2014/main" id="{D6379AF7-509B-4B7B-8BA3-57F2CF0852E8}"/>
                </a:ext>
              </a:extLst>
            </p:cNvPr>
            <p:cNvSpPr txBox="1"/>
            <p:nvPr/>
          </p:nvSpPr>
          <p:spPr>
            <a:xfrm>
              <a:off x="9965403" y="3021128"/>
              <a:ext cx="304939" cy="338554"/>
            </a:xfrm>
            <a:prstGeom prst="rect">
              <a:avLst/>
            </a:prstGeom>
            <a:noFill/>
          </p:spPr>
          <p:txBody>
            <a:bodyPr wrap="square">
              <a:spAutoFit/>
            </a:bodyPr>
            <a:lstStyle/>
            <a:p>
              <a:r>
                <a:rPr lang="en-US" altLang="zh-CN" sz="1600" b="1" dirty="0">
                  <a:solidFill>
                    <a:schemeClr val="accent1">
                      <a:lumMod val="75000"/>
                    </a:schemeClr>
                  </a:solidFill>
                  <a:latin typeface="Arial Narrow" panose="020B0606020202030204" pitchFamily="34" charset="0"/>
                </a:rPr>
                <a:t>I</a:t>
              </a:r>
              <a:endParaRPr lang="zh-CN" altLang="en-US" sz="1600" dirty="0">
                <a:solidFill>
                  <a:schemeClr val="accent1">
                    <a:lumMod val="75000"/>
                  </a:schemeClr>
                </a:solidFill>
              </a:endParaRPr>
            </a:p>
          </p:txBody>
        </p:sp>
        <p:sp>
          <p:nvSpPr>
            <p:cNvPr id="38" name="文本框 37">
              <a:extLst>
                <a:ext uri="{FF2B5EF4-FFF2-40B4-BE49-F238E27FC236}">
                  <a16:creationId xmlns:a16="http://schemas.microsoft.com/office/drawing/2014/main" id="{74C9CC20-C2DA-4C41-9262-324787F88F17}"/>
                </a:ext>
              </a:extLst>
            </p:cNvPr>
            <p:cNvSpPr txBox="1"/>
            <p:nvPr/>
          </p:nvSpPr>
          <p:spPr>
            <a:xfrm>
              <a:off x="10513743" y="3021128"/>
              <a:ext cx="304939" cy="338554"/>
            </a:xfrm>
            <a:prstGeom prst="rect">
              <a:avLst/>
            </a:prstGeom>
            <a:noFill/>
          </p:spPr>
          <p:txBody>
            <a:bodyPr wrap="square">
              <a:spAutoFit/>
            </a:bodyPr>
            <a:lstStyle/>
            <a:p>
              <a:r>
                <a:rPr lang="en-US" altLang="zh-CN" sz="1600" b="1" dirty="0">
                  <a:solidFill>
                    <a:schemeClr val="accent1">
                      <a:lumMod val="75000"/>
                    </a:schemeClr>
                  </a:solidFill>
                  <a:latin typeface="Arial Narrow" panose="020B0606020202030204" pitchFamily="34" charset="0"/>
                </a:rPr>
                <a:t>X</a:t>
              </a:r>
              <a:endParaRPr lang="zh-CN" altLang="en-US" sz="1600" dirty="0">
                <a:solidFill>
                  <a:schemeClr val="accent1">
                    <a:lumMod val="75000"/>
                  </a:schemeClr>
                </a:solidFill>
              </a:endParaRPr>
            </a:p>
          </p:txBody>
        </p:sp>
      </p:grpSp>
      <p:sp>
        <p:nvSpPr>
          <p:cNvPr id="39" name="文本框 38">
            <a:extLst>
              <a:ext uri="{FF2B5EF4-FFF2-40B4-BE49-F238E27FC236}">
                <a16:creationId xmlns:a16="http://schemas.microsoft.com/office/drawing/2014/main" id="{67FE9A25-C3A9-485E-A45E-2606E58B613C}"/>
              </a:ext>
            </a:extLst>
          </p:cNvPr>
          <p:cNvSpPr txBox="1"/>
          <p:nvPr/>
        </p:nvSpPr>
        <p:spPr>
          <a:xfrm>
            <a:off x="1316385" y="5168818"/>
            <a:ext cx="462623" cy="338554"/>
          </a:xfrm>
          <a:prstGeom prst="rect">
            <a:avLst/>
          </a:prstGeom>
          <a:noFill/>
        </p:spPr>
        <p:txBody>
          <a:bodyPr wrap="square">
            <a:spAutoFit/>
          </a:bodyPr>
          <a:lstStyle/>
          <a:p>
            <a:r>
              <a:rPr lang="en-US" altLang="zh-CN" sz="1600" b="1" dirty="0">
                <a:solidFill>
                  <a:schemeClr val="accent1">
                    <a:lumMod val="75000"/>
                  </a:schemeClr>
                </a:solidFill>
                <a:latin typeface="Arial Narrow" panose="020B0606020202030204" pitchFamily="34" charset="0"/>
              </a:rPr>
              <a:t>DIX</a:t>
            </a:r>
            <a:endParaRPr lang="zh-CN" altLang="en-US" sz="1600" dirty="0">
              <a:solidFill>
                <a:schemeClr val="accent1">
                  <a:lumMod val="75000"/>
                </a:schemeClr>
              </a:solidFill>
            </a:endParaRPr>
          </a:p>
        </p:txBody>
      </p:sp>
      <p:sp>
        <p:nvSpPr>
          <p:cNvPr id="40" name="文本框 39">
            <a:extLst>
              <a:ext uri="{FF2B5EF4-FFF2-40B4-BE49-F238E27FC236}">
                <a16:creationId xmlns:a16="http://schemas.microsoft.com/office/drawing/2014/main" id="{A1A9F765-0B46-4E2B-8527-B703A1301E2F}"/>
              </a:ext>
            </a:extLst>
          </p:cNvPr>
          <p:cNvSpPr txBox="1"/>
          <p:nvPr/>
        </p:nvSpPr>
        <p:spPr>
          <a:xfrm>
            <a:off x="953427" y="5485956"/>
            <a:ext cx="2202941" cy="338554"/>
          </a:xfrm>
          <a:prstGeom prst="rect">
            <a:avLst/>
          </a:prstGeom>
          <a:noFill/>
        </p:spPr>
        <p:txBody>
          <a:bodyPr wrap="square" rtlCol="0">
            <a:spAutoFit/>
          </a:bodyPr>
          <a:lstStyle/>
          <a:p>
            <a:pPr algn="ctr"/>
            <a:r>
              <a:rPr lang="en-US" altLang="zh-CN" sz="1600" b="1" dirty="0">
                <a:latin typeface="Arial Narrow" panose="020B0606020202030204" pitchFamily="34" charset="0"/>
              </a:rPr>
              <a:t>10Mb/s</a:t>
            </a:r>
            <a:endParaRPr lang="zh-CN" altLang="en-US" sz="1600" b="1" dirty="0">
              <a:latin typeface="Arial Narrow" panose="020B0606020202030204" pitchFamily="34" charset="0"/>
            </a:endParaRPr>
          </a:p>
        </p:txBody>
      </p:sp>
      <p:sp>
        <p:nvSpPr>
          <p:cNvPr id="41" name="文本框 40">
            <a:extLst>
              <a:ext uri="{FF2B5EF4-FFF2-40B4-BE49-F238E27FC236}">
                <a16:creationId xmlns:a16="http://schemas.microsoft.com/office/drawing/2014/main" id="{643D1CF0-B389-49A4-967A-26F23EB06530}"/>
              </a:ext>
            </a:extLst>
          </p:cNvPr>
          <p:cNvSpPr txBox="1"/>
          <p:nvPr/>
        </p:nvSpPr>
        <p:spPr>
          <a:xfrm>
            <a:off x="4998643" y="5174236"/>
            <a:ext cx="2202941" cy="338554"/>
          </a:xfrm>
          <a:prstGeom prst="rect">
            <a:avLst/>
          </a:prstGeom>
          <a:noFill/>
        </p:spPr>
        <p:txBody>
          <a:bodyPr wrap="square" rtlCol="0">
            <a:spAutoFit/>
          </a:bodyPr>
          <a:lstStyle/>
          <a:p>
            <a:pPr algn="ctr"/>
            <a:r>
              <a:rPr lang="en-US" altLang="zh-CN" sz="1600" b="1" dirty="0">
                <a:latin typeface="Arial Narrow" panose="020B0606020202030204" pitchFamily="34" charset="0"/>
              </a:rPr>
              <a:t>DIX Ethernet V2</a:t>
            </a:r>
            <a:endParaRPr lang="zh-CN" altLang="en-US" sz="1600" b="1" dirty="0">
              <a:latin typeface="Arial Narrow" panose="020B0606020202030204" pitchFamily="34" charset="0"/>
            </a:endParaRPr>
          </a:p>
        </p:txBody>
      </p:sp>
      <p:sp>
        <p:nvSpPr>
          <p:cNvPr id="42" name="文本框 41">
            <a:extLst>
              <a:ext uri="{FF2B5EF4-FFF2-40B4-BE49-F238E27FC236}">
                <a16:creationId xmlns:a16="http://schemas.microsoft.com/office/drawing/2014/main" id="{72B3309A-8430-4F73-B557-6474B16C7494}"/>
              </a:ext>
            </a:extLst>
          </p:cNvPr>
          <p:cNvSpPr txBox="1"/>
          <p:nvPr/>
        </p:nvSpPr>
        <p:spPr>
          <a:xfrm>
            <a:off x="4797043" y="5485956"/>
            <a:ext cx="2613276" cy="338554"/>
          </a:xfrm>
          <a:prstGeom prst="rect">
            <a:avLst/>
          </a:prstGeom>
          <a:noFill/>
        </p:spPr>
        <p:txBody>
          <a:bodyPr wrap="square" rtlCol="0">
            <a:spAutoFit/>
          </a:bodyPr>
          <a:lstStyle/>
          <a:p>
            <a:pPr algn="ctr"/>
            <a:r>
              <a:rPr lang="zh-CN" altLang="en-US" sz="1600" b="1" dirty="0">
                <a:latin typeface="Arial Narrow" panose="020B0606020202030204" pitchFamily="34" charset="0"/>
              </a:rPr>
              <a:t>第一个局域网产品的标准</a:t>
            </a:r>
          </a:p>
        </p:txBody>
      </p:sp>
      <p:sp>
        <p:nvSpPr>
          <p:cNvPr id="45" name="文本框 44">
            <a:extLst>
              <a:ext uri="{FF2B5EF4-FFF2-40B4-BE49-F238E27FC236}">
                <a16:creationId xmlns:a16="http://schemas.microsoft.com/office/drawing/2014/main" id="{FAF161F8-BBCE-49DC-9ADD-C56FB7CB92DA}"/>
              </a:ext>
            </a:extLst>
          </p:cNvPr>
          <p:cNvSpPr txBox="1"/>
          <p:nvPr/>
        </p:nvSpPr>
        <p:spPr>
          <a:xfrm>
            <a:off x="1540371" y="3882693"/>
            <a:ext cx="988407" cy="338554"/>
          </a:xfrm>
          <a:prstGeom prst="rect">
            <a:avLst/>
          </a:prstGeom>
          <a:noFill/>
        </p:spPr>
        <p:txBody>
          <a:bodyPr wrap="square">
            <a:spAutoFit/>
          </a:bodyPr>
          <a:lstStyle/>
          <a:p>
            <a:pPr algn="ctr"/>
            <a:r>
              <a:rPr lang="en-US" altLang="zh-CN" sz="1600" b="1" dirty="0">
                <a:latin typeface="Arial Narrow" panose="020B0606020202030204" pitchFamily="34" charset="0"/>
              </a:rPr>
              <a:t>2.94Mb/s</a:t>
            </a:r>
            <a:endParaRPr lang="zh-CN" altLang="en-US" sz="1600" dirty="0"/>
          </a:p>
        </p:txBody>
      </p:sp>
    </p:spTree>
    <p:custDataLst>
      <p:tags r:id="rId1"/>
    </p:custDataLst>
    <p:extLst>
      <p:ext uri="{BB962C8B-B14F-4D97-AF65-F5344CB8AC3E}">
        <p14:creationId xmlns:p14="http://schemas.microsoft.com/office/powerpoint/2010/main" val="3369871356"/>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30" presetClass="entr" presetSubtype="0" fill="hold" nodeType="withEffect">
                                  <p:stCondLst>
                                    <p:cond delay="0"/>
                                  </p:stCondLst>
                                  <p:childTnLst>
                                    <p:set>
                                      <p:cBhvr>
                                        <p:cTn id="6" dur="1" fill="hold">
                                          <p:stCondLst>
                                            <p:cond delay="0"/>
                                          </p:stCondLst>
                                        </p:cTn>
                                        <p:tgtEl>
                                          <p:spTgt spid="7"/>
                                        </p:tgtEl>
                                        <p:attrNameLst>
                                          <p:attrName>style.visibility</p:attrName>
                                        </p:attrNameLst>
                                      </p:cBhvr>
                                      <p:to>
                                        <p:strVal val="visible"/>
                                      </p:to>
                                    </p:set>
                                    <p:animEffect transition="in" filter="fade">
                                      <p:cBhvr>
                                        <p:cTn id="7" dur="800" decel="100000"/>
                                        <p:tgtEl>
                                          <p:spTgt spid="7"/>
                                        </p:tgtEl>
                                      </p:cBhvr>
                                    </p:animEffect>
                                    <p:anim calcmode="lin" valueType="num">
                                      <p:cBhvr>
                                        <p:cTn id="8" dur="800" decel="100000" fill="hold"/>
                                        <p:tgtEl>
                                          <p:spTgt spid="7"/>
                                        </p:tgtEl>
                                        <p:attrNameLst>
                                          <p:attrName>style.rotation</p:attrName>
                                        </p:attrNameLst>
                                      </p:cBhvr>
                                      <p:tavLst>
                                        <p:tav tm="0">
                                          <p:val>
                                            <p:fltVal val="-90"/>
                                          </p:val>
                                        </p:tav>
                                        <p:tav tm="100000">
                                          <p:val>
                                            <p:fltVal val="0"/>
                                          </p:val>
                                        </p:tav>
                                      </p:tavLst>
                                    </p:anim>
                                    <p:anim calcmode="lin" valueType="num">
                                      <p:cBhvr>
                                        <p:cTn id="9" dur="800" decel="100000" fill="hold"/>
                                        <p:tgtEl>
                                          <p:spTgt spid="7"/>
                                        </p:tgtEl>
                                        <p:attrNameLst>
                                          <p:attrName>ppt_x</p:attrName>
                                        </p:attrNameLst>
                                      </p:cBhvr>
                                      <p:tavLst>
                                        <p:tav tm="0">
                                          <p:val>
                                            <p:strVal val="#ppt_x+0.4"/>
                                          </p:val>
                                        </p:tav>
                                        <p:tav tm="100000">
                                          <p:val>
                                            <p:strVal val="#ppt_x-0.05"/>
                                          </p:val>
                                        </p:tav>
                                      </p:tavLst>
                                    </p:anim>
                                    <p:anim calcmode="lin" valueType="num">
                                      <p:cBhvr>
                                        <p:cTn id="10" dur="800" decel="100000" fill="hold"/>
                                        <p:tgtEl>
                                          <p:spTgt spid="7"/>
                                        </p:tgtEl>
                                        <p:attrNameLst>
                                          <p:attrName>ppt_y</p:attrName>
                                        </p:attrNameLst>
                                      </p:cBhvr>
                                      <p:tavLst>
                                        <p:tav tm="0">
                                          <p:val>
                                            <p:strVal val="#ppt_y-0.4"/>
                                          </p:val>
                                        </p:tav>
                                        <p:tav tm="100000">
                                          <p:val>
                                            <p:strVal val="#ppt_y+0.1"/>
                                          </p:val>
                                        </p:tav>
                                      </p:tavLst>
                                    </p:anim>
                                    <p:anim calcmode="lin" valueType="num">
                                      <p:cBhvr>
                                        <p:cTn id="11" dur="200" accel="100000" fill="hold">
                                          <p:stCondLst>
                                            <p:cond delay="800"/>
                                          </p:stCondLst>
                                        </p:cTn>
                                        <p:tgtEl>
                                          <p:spTgt spid="7"/>
                                        </p:tgtEl>
                                        <p:attrNameLst>
                                          <p:attrName>ppt_x</p:attrName>
                                        </p:attrNameLst>
                                      </p:cBhvr>
                                      <p:tavLst>
                                        <p:tav tm="0">
                                          <p:val>
                                            <p:strVal val="#ppt_x-0.05"/>
                                          </p:val>
                                        </p:tav>
                                        <p:tav tm="100000">
                                          <p:val>
                                            <p:strVal val="#ppt_x"/>
                                          </p:val>
                                        </p:tav>
                                      </p:tavLst>
                                    </p:anim>
                                    <p:anim calcmode="lin" valueType="num">
                                      <p:cBhvr>
                                        <p:cTn id="12" dur="200" accel="100000" fill="hold">
                                          <p:stCondLst>
                                            <p:cond delay="800"/>
                                          </p:stCondLst>
                                        </p:cTn>
                                        <p:tgtEl>
                                          <p:spTgt spid="7"/>
                                        </p:tgtEl>
                                        <p:attrNameLst>
                                          <p:attrName>ppt_y</p:attrName>
                                        </p:attrNameLst>
                                      </p:cBhvr>
                                      <p:tavLst>
                                        <p:tav tm="0">
                                          <p:val>
                                            <p:strVal val="#ppt_y+0.1"/>
                                          </p:val>
                                        </p:tav>
                                        <p:tav tm="100000">
                                          <p:val>
                                            <p:strVal val="#ppt_y"/>
                                          </p:val>
                                        </p:tav>
                                      </p:tavLst>
                                    </p:anim>
                                  </p:childTnLst>
                                </p:cTn>
                              </p:par>
                            </p:childTnLst>
                          </p:cTn>
                        </p:par>
                        <p:par>
                          <p:cTn id="13" fill="hold">
                            <p:stCondLst>
                              <p:cond delay="1000"/>
                            </p:stCondLst>
                            <p:childTnLst>
                              <p:par>
                                <p:cTn id="14" presetID="10" presetClass="exit" presetSubtype="0" decel="50000" fill="hold" nodeType="afterEffect">
                                  <p:stCondLst>
                                    <p:cond delay="0"/>
                                  </p:stCondLst>
                                  <p:childTnLst>
                                    <p:animEffect transition="out" filter="fade">
                                      <p:cBhvr>
                                        <p:cTn id="15" dur="2000"/>
                                        <p:tgtEl>
                                          <p:spTgt spid="7"/>
                                        </p:tgtEl>
                                      </p:cBhvr>
                                    </p:animEffect>
                                    <p:set>
                                      <p:cBhvr>
                                        <p:cTn id="16" dur="1" fill="hold">
                                          <p:stCondLst>
                                            <p:cond delay="1999"/>
                                          </p:stCondLst>
                                        </p:cTn>
                                        <p:tgtEl>
                                          <p:spTgt spid="7"/>
                                        </p:tgtEl>
                                        <p:attrNameLst>
                                          <p:attrName>style.visibility</p:attrName>
                                        </p:attrNameLst>
                                      </p:cBhvr>
                                      <p:to>
                                        <p:strVal val="hidden"/>
                                      </p:to>
                                    </p:set>
                                  </p:childTnLst>
                                </p:cTn>
                              </p:par>
                              <p:par>
                                <p:cTn id="17" presetID="10" presetClass="entr" presetSubtype="0" decel="50000" fill="hold" grpId="0" nodeType="withEffect">
                                  <p:stCondLst>
                                    <p:cond delay="0"/>
                                  </p:stCondLst>
                                  <p:childTnLst>
                                    <p:set>
                                      <p:cBhvr>
                                        <p:cTn id="18" dur="1" fill="hold">
                                          <p:stCondLst>
                                            <p:cond delay="0"/>
                                          </p:stCondLst>
                                        </p:cTn>
                                        <p:tgtEl>
                                          <p:spTgt spid="39"/>
                                        </p:tgtEl>
                                        <p:attrNameLst>
                                          <p:attrName>style.visibility</p:attrName>
                                        </p:attrNameLst>
                                      </p:cBhvr>
                                      <p:to>
                                        <p:strVal val="visible"/>
                                      </p:to>
                                    </p:set>
                                    <p:animEffect transition="in" filter="fade">
                                      <p:cBhvr>
                                        <p:cTn id="19" dur="2000"/>
                                        <p:tgtEl>
                                          <p:spTgt spid="39"/>
                                        </p:tgtEl>
                                      </p:cBhvr>
                                    </p:animEffect>
                                  </p:childTnLst>
                                </p:cTn>
                              </p:par>
                              <p:par>
                                <p:cTn id="20" presetID="63" presetClass="path" presetSubtype="0" decel="50000" fill="hold" nodeType="withEffect">
                                  <p:stCondLst>
                                    <p:cond delay="0"/>
                                  </p:stCondLst>
                                  <p:childTnLst>
                                    <p:animMotion origin="layout" path="M 0 0 L -0.702934 0.313166 E" pathEditMode="relative" ptsTypes="">
                                      <p:cBhvr>
                                        <p:cTn id="21" dur="2000" fill="hold"/>
                                        <p:tgtEl>
                                          <p:spTgt spid="7"/>
                                        </p:tgtEl>
                                        <p:attrNameLst>
                                          <p:attrName>ppt_x</p:attrName>
                                          <p:attrName>ppt_y</p:attrName>
                                        </p:attrNameLst>
                                      </p:cBhvr>
                                    </p:animMotion>
                                  </p:childTnLst>
                                </p:cTn>
                              </p:par>
                              <p:par>
                                <p:cTn id="22" presetID="63" presetClass="path" presetSubtype="0" decel="50000" fill="hold" grpId="1" nodeType="withEffect">
                                  <p:stCondLst>
                                    <p:cond delay="0"/>
                                  </p:stCondLst>
                                  <p:childTnLst>
                                    <p:animMotion origin="layout" path="M 0.702934 -0.313166 L 0 0 E" pathEditMode="relative" ptsTypes="">
                                      <p:cBhvr>
                                        <p:cTn id="23" dur="2000" fill="hold"/>
                                        <p:tgtEl>
                                          <p:spTgt spid="39"/>
                                        </p:tgtEl>
                                        <p:attrNameLst>
                                          <p:attrName>ppt_x</p:attrName>
                                          <p:attrName>ppt_y</p:attrName>
                                        </p:attrNameLst>
                                      </p:cBhvr>
                                    </p:animMotion>
                                  </p:childTnLst>
                                </p:cTn>
                              </p:par>
                              <p:par>
                                <p:cTn id="24" presetID="6" presetClass="emph" presetSubtype="0" decel="50000" fill="hold" nodeType="withEffect">
                                  <p:stCondLst>
                                    <p:cond delay="0"/>
                                  </p:stCondLst>
                                  <p:childTnLst>
                                    <p:animScale>
                                      <p:cBhvr>
                                        <p:cTn id="25" dur="2000" fill="hold"/>
                                        <p:tgtEl>
                                          <p:spTgt spid="7"/>
                                        </p:tgtEl>
                                      </p:cBhvr>
                                      <p:by x="150000" y="150000"/>
                                      <p:from x="100000" y="100000"/>
                                      <p:to x="33006" y="100000"/>
                                    </p:animScale>
                                  </p:childTnLst>
                                </p:cTn>
                              </p:par>
                              <p:par>
                                <p:cTn id="26" presetID="6" presetClass="emph" presetSubtype="0" decel="50000" fill="hold" grpId="2" nodeType="withEffect">
                                  <p:stCondLst>
                                    <p:cond delay="0"/>
                                  </p:stCondLst>
                                  <p:childTnLst>
                                    <p:animScale>
                                      <p:cBhvr>
                                        <p:cTn id="27" dur="2000" fill="hold"/>
                                        <p:tgtEl>
                                          <p:spTgt spid="39"/>
                                        </p:tgtEl>
                                      </p:cBhvr>
                                      <p:by x="150000" y="150000"/>
                                      <p:from x="302972" y="100000"/>
                                      <p:to x="100000" y="100000"/>
                                    </p:animScale>
                                  </p:childTnLst>
                                </p:cTn>
                              </p:par>
                              <p:par>
                                <p:cTn id="28" presetID="10" presetClass="exit" presetSubtype="0" accel="50000" decel="50000" fill="hold" nodeType="withEffect">
                                  <p:stCondLst>
                                    <p:cond delay="0"/>
                                  </p:stCondLst>
                                  <p:childTnLst>
                                    <p:animEffect transition="out" filter="fade">
                                      <p:cBhvr>
                                        <p:cTn id="29" dur="2000"/>
                                        <p:tgtEl>
                                          <p:spTgt spid="7"/>
                                        </p:tgtEl>
                                      </p:cBhvr>
                                    </p:animEffect>
                                    <p:set>
                                      <p:cBhvr>
                                        <p:cTn id="30" dur="1" fill="hold">
                                          <p:stCondLst>
                                            <p:cond delay="1999"/>
                                          </p:stCondLst>
                                        </p:cTn>
                                        <p:tgtEl>
                                          <p:spTgt spid="7"/>
                                        </p:tgtEl>
                                        <p:attrNameLst>
                                          <p:attrName>style.visibility</p:attrName>
                                        </p:attrNameLst>
                                      </p:cBhvr>
                                      <p:to>
                                        <p:strVal val="hidden"/>
                                      </p:to>
                                    </p:set>
                                  </p:childTnLst>
                                </p:cTn>
                              </p:par>
                              <p:par>
                                <p:cTn id="31" presetID="10" presetClass="entr" presetSubtype="0" accel="50000" decel="50000" fill="hold" grpId="3" nodeType="withEffect">
                                  <p:stCondLst>
                                    <p:cond delay="0"/>
                                  </p:stCondLst>
                                  <p:childTnLst>
                                    <p:set>
                                      <p:cBhvr>
                                        <p:cTn id="32" dur="1" fill="hold">
                                          <p:stCondLst>
                                            <p:cond delay="0"/>
                                          </p:stCondLst>
                                        </p:cTn>
                                        <p:tgtEl>
                                          <p:spTgt spid="39"/>
                                        </p:tgtEl>
                                        <p:attrNameLst>
                                          <p:attrName>style.visibility</p:attrName>
                                        </p:attrNameLst>
                                      </p:cBhvr>
                                      <p:to>
                                        <p:strVal val="visible"/>
                                      </p:to>
                                    </p:set>
                                    <p:animEffect transition="in" filter="fade">
                                      <p:cBhvr>
                                        <p:cTn id="33" dur="2000"/>
                                        <p:tgtEl>
                                          <p:spTgt spid="39"/>
                                        </p:tgtEl>
                                      </p:cBhvr>
                                    </p:animEffect>
                                  </p:childTnLst>
                                </p:cTn>
                              </p:par>
                              <p:par>
                                <p:cTn id="34" presetID="63" presetClass="path" presetSubtype="0" accel="50000" decel="50000" fill="hold" nodeType="withEffect">
                                  <p:stCondLst>
                                    <p:cond delay="0"/>
                                  </p:stCondLst>
                                  <p:childTnLst>
                                    <p:animMotion origin="layout" path="M 0 0 L -0.702934 0.313166 E" pathEditMode="relative" ptsTypes="">
                                      <p:cBhvr>
                                        <p:cTn id="35" dur="2000" fill="hold"/>
                                        <p:tgtEl>
                                          <p:spTgt spid="7"/>
                                        </p:tgtEl>
                                        <p:attrNameLst>
                                          <p:attrName>ppt_x</p:attrName>
                                          <p:attrName>ppt_y</p:attrName>
                                        </p:attrNameLst>
                                      </p:cBhvr>
                                    </p:animMotion>
                                  </p:childTnLst>
                                </p:cTn>
                              </p:par>
                              <p:par>
                                <p:cTn id="36" presetID="63" presetClass="path" presetSubtype="0" accel="50000" decel="50000" fill="hold" grpId="4" nodeType="withEffect">
                                  <p:stCondLst>
                                    <p:cond delay="0"/>
                                  </p:stCondLst>
                                  <p:childTnLst>
                                    <p:animMotion origin="layout" path="M 0.702934 -0.313166 L 0 0 E" pathEditMode="relative" ptsTypes="">
                                      <p:cBhvr>
                                        <p:cTn id="37" dur="2000" fill="hold"/>
                                        <p:tgtEl>
                                          <p:spTgt spid="39"/>
                                        </p:tgtEl>
                                        <p:attrNameLst>
                                          <p:attrName>ppt_x</p:attrName>
                                          <p:attrName>ppt_y</p:attrName>
                                        </p:attrNameLst>
                                      </p:cBhvr>
                                    </p:animMotion>
                                  </p:childTnLst>
                                </p:cTn>
                              </p:par>
                              <p:par>
                                <p:cTn id="38" presetID="6" presetClass="emph" presetSubtype="0" accel="50000" decel="50000" fill="hold" nodeType="withEffect">
                                  <p:stCondLst>
                                    <p:cond delay="0"/>
                                  </p:stCondLst>
                                  <p:childTnLst>
                                    <p:animScale>
                                      <p:cBhvr>
                                        <p:cTn id="39" dur="2000" fill="hold"/>
                                        <p:tgtEl>
                                          <p:spTgt spid="7"/>
                                        </p:tgtEl>
                                      </p:cBhvr>
                                      <p:by x="150000" y="150000"/>
                                      <p:from x="100000" y="100000"/>
                                      <p:to x="33006" y="100000"/>
                                    </p:animScale>
                                  </p:childTnLst>
                                </p:cTn>
                              </p:par>
                              <p:par>
                                <p:cTn id="40" presetID="6" presetClass="emph" presetSubtype="0" accel="50000" decel="50000" fill="hold" grpId="5" nodeType="withEffect">
                                  <p:stCondLst>
                                    <p:cond delay="0"/>
                                  </p:stCondLst>
                                  <p:childTnLst>
                                    <p:animScale>
                                      <p:cBhvr>
                                        <p:cTn id="41" dur="2000" fill="hold"/>
                                        <p:tgtEl>
                                          <p:spTgt spid="39"/>
                                        </p:tgtEl>
                                      </p:cBhvr>
                                      <p:by x="150000" y="150000"/>
                                      <p:from x="302972" y="100000"/>
                                      <p:to x="100000" y="100000"/>
                                    </p:animScale>
                                  </p:childTnLst>
                                </p:cTn>
                              </p:par>
                            </p:childTnLst>
                          </p:cTn>
                        </p:par>
                      </p:childTnLst>
                    </p:cTn>
                  </p:par>
                  <p:par>
                    <p:cTn id="42" fill="hold">
                      <p:stCondLst>
                        <p:cond delay="indefinite"/>
                      </p:stCondLst>
                      <p:childTnLst>
                        <p:par>
                          <p:cTn id="43" fill="hold">
                            <p:stCondLst>
                              <p:cond delay="0"/>
                            </p:stCondLst>
                            <p:childTnLst>
                              <p:par>
                                <p:cTn id="44" presetID="47" presetClass="entr" presetSubtype="0" fill="hold" grpId="0" nodeType="clickEffect">
                                  <p:stCondLst>
                                    <p:cond delay="0"/>
                                  </p:stCondLst>
                                  <p:childTnLst>
                                    <p:set>
                                      <p:cBhvr>
                                        <p:cTn id="45" dur="1" fill="hold">
                                          <p:stCondLst>
                                            <p:cond delay="0"/>
                                          </p:stCondLst>
                                        </p:cTn>
                                        <p:tgtEl>
                                          <p:spTgt spid="40"/>
                                        </p:tgtEl>
                                        <p:attrNameLst>
                                          <p:attrName>style.visibility</p:attrName>
                                        </p:attrNameLst>
                                      </p:cBhvr>
                                      <p:to>
                                        <p:strVal val="visible"/>
                                      </p:to>
                                    </p:set>
                                    <p:animEffect transition="in" filter="fade">
                                      <p:cBhvr>
                                        <p:cTn id="46" dur="1000"/>
                                        <p:tgtEl>
                                          <p:spTgt spid="40"/>
                                        </p:tgtEl>
                                      </p:cBhvr>
                                    </p:animEffect>
                                    <p:anim calcmode="lin" valueType="num">
                                      <p:cBhvr>
                                        <p:cTn id="47" dur="1000" fill="hold"/>
                                        <p:tgtEl>
                                          <p:spTgt spid="40"/>
                                        </p:tgtEl>
                                        <p:attrNameLst>
                                          <p:attrName>ppt_x</p:attrName>
                                        </p:attrNameLst>
                                      </p:cBhvr>
                                      <p:tavLst>
                                        <p:tav tm="0">
                                          <p:val>
                                            <p:strVal val="#ppt_x"/>
                                          </p:val>
                                        </p:tav>
                                        <p:tav tm="100000">
                                          <p:val>
                                            <p:strVal val="#ppt_x"/>
                                          </p:val>
                                        </p:tav>
                                      </p:tavLst>
                                    </p:anim>
                                    <p:anim calcmode="lin" valueType="num">
                                      <p:cBhvr>
                                        <p:cTn id="48" dur="1000" fill="hold"/>
                                        <p:tgtEl>
                                          <p:spTgt spid="40"/>
                                        </p:tgtEl>
                                        <p:attrNameLst>
                                          <p:attrName>ppt_y</p:attrName>
                                        </p:attrNameLst>
                                      </p:cBhvr>
                                      <p:tavLst>
                                        <p:tav tm="0">
                                          <p:val>
                                            <p:strVal val="#ppt_y-.1"/>
                                          </p:val>
                                        </p:tav>
                                        <p:tav tm="100000">
                                          <p:val>
                                            <p:strVal val="#ppt_y"/>
                                          </p:val>
                                        </p:tav>
                                      </p:tavLst>
                                    </p:anim>
                                  </p:childTnLst>
                                </p:cTn>
                              </p:par>
                            </p:childTnLst>
                          </p:cTn>
                        </p:par>
                      </p:childTnLst>
                    </p:cTn>
                  </p:par>
                  <p:par>
                    <p:cTn id="49" fill="hold">
                      <p:stCondLst>
                        <p:cond delay="indefinite"/>
                      </p:stCondLst>
                      <p:childTnLst>
                        <p:par>
                          <p:cTn id="50" fill="hold">
                            <p:stCondLst>
                              <p:cond delay="0"/>
                            </p:stCondLst>
                            <p:childTnLst>
                              <p:par>
                                <p:cTn id="51" presetID="22" presetClass="entr" presetSubtype="8" fill="hold" nodeType="clickEffect">
                                  <p:stCondLst>
                                    <p:cond delay="0"/>
                                  </p:stCondLst>
                                  <p:childTnLst>
                                    <p:set>
                                      <p:cBhvr>
                                        <p:cTn id="52" dur="1" fill="hold">
                                          <p:stCondLst>
                                            <p:cond delay="0"/>
                                          </p:stCondLst>
                                        </p:cTn>
                                        <p:tgtEl>
                                          <p:spTgt spid="138"/>
                                        </p:tgtEl>
                                        <p:attrNameLst>
                                          <p:attrName>style.visibility</p:attrName>
                                        </p:attrNameLst>
                                      </p:cBhvr>
                                      <p:to>
                                        <p:strVal val="visible"/>
                                      </p:to>
                                    </p:set>
                                    <p:animEffect transition="in" filter="wipe(left)">
                                      <p:cBhvr>
                                        <p:cTn id="53" dur="500"/>
                                        <p:tgtEl>
                                          <p:spTgt spid="138"/>
                                        </p:tgtEl>
                                      </p:cBhvr>
                                    </p:animEffect>
                                  </p:childTnLst>
                                </p:cTn>
                              </p:par>
                            </p:childTnLst>
                          </p:cTn>
                        </p:par>
                        <p:par>
                          <p:cTn id="54" fill="hold">
                            <p:stCondLst>
                              <p:cond delay="500"/>
                            </p:stCondLst>
                            <p:childTnLst>
                              <p:par>
                                <p:cTn id="55" presetID="12" presetClass="entr" presetSubtype="8" fill="hold" grpId="0" nodeType="afterEffect">
                                  <p:stCondLst>
                                    <p:cond delay="0"/>
                                  </p:stCondLst>
                                  <p:childTnLst>
                                    <p:set>
                                      <p:cBhvr>
                                        <p:cTn id="56" dur="1" fill="hold">
                                          <p:stCondLst>
                                            <p:cond delay="0"/>
                                          </p:stCondLst>
                                        </p:cTn>
                                        <p:tgtEl>
                                          <p:spTgt spid="41"/>
                                        </p:tgtEl>
                                        <p:attrNameLst>
                                          <p:attrName>style.visibility</p:attrName>
                                        </p:attrNameLst>
                                      </p:cBhvr>
                                      <p:to>
                                        <p:strVal val="visible"/>
                                      </p:to>
                                    </p:set>
                                    <p:anim calcmode="lin" valueType="num">
                                      <p:cBhvr additive="base">
                                        <p:cTn id="57" dur="500"/>
                                        <p:tgtEl>
                                          <p:spTgt spid="41"/>
                                        </p:tgtEl>
                                        <p:attrNameLst>
                                          <p:attrName>ppt_x</p:attrName>
                                        </p:attrNameLst>
                                      </p:cBhvr>
                                      <p:tavLst>
                                        <p:tav tm="0">
                                          <p:val>
                                            <p:strVal val="#ppt_x-#ppt_w*1.125000"/>
                                          </p:val>
                                        </p:tav>
                                        <p:tav tm="100000">
                                          <p:val>
                                            <p:strVal val="#ppt_x"/>
                                          </p:val>
                                        </p:tav>
                                      </p:tavLst>
                                    </p:anim>
                                    <p:animEffect transition="in" filter="wipe(right)">
                                      <p:cBhvr>
                                        <p:cTn id="58" dur="500"/>
                                        <p:tgtEl>
                                          <p:spTgt spid="41"/>
                                        </p:tgtEl>
                                      </p:cBhvr>
                                    </p:animEffect>
                                  </p:childTnLst>
                                </p:cTn>
                              </p:par>
                            </p:childTnLst>
                          </p:cTn>
                        </p:par>
                      </p:childTnLst>
                    </p:cTn>
                  </p:par>
                  <p:par>
                    <p:cTn id="59" fill="hold">
                      <p:stCondLst>
                        <p:cond delay="indefinite"/>
                      </p:stCondLst>
                      <p:childTnLst>
                        <p:par>
                          <p:cTn id="60" fill="hold">
                            <p:stCondLst>
                              <p:cond delay="0"/>
                            </p:stCondLst>
                            <p:childTnLst>
                              <p:par>
                                <p:cTn id="61" presetID="47" presetClass="entr" presetSubtype="0" fill="hold" grpId="0" nodeType="clickEffect">
                                  <p:stCondLst>
                                    <p:cond delay="0"/>
                                  </p:stCondLst>
                                  <p:childTnLst>
                                    <p:set>
                                      <p:cBhvr>
                                        <p:cTn id="62" dur="1" fill="hold">
                                          <p:stCondLst>
                                            <p:cond delay="0"/>
                                          </p:stCondLst>
                                        </p:cTn>
                                        <p:tgtEl>
                                          <p:spTgt spid="42"/>
                                        </p:tgtEl>
                                        <p:attrNameLst>
                                          <p:attrName>style.visibility</p:attrName>
                                        </p:attrNameLst>
                                      </p:cBhvr>
                                      <p:to>
                                        <p:strVal val="visible"/>
                                      </p:to>
                                    </p:set>
                                    <p:animEffect transition="in" filter="fade">
                                      <p:cBhvr>
                                        <p:cTn id="63" dur="1000"/>
                                        <p:tgtEl>
                                          <p:spTgt spid="42"/>
                                        </p:tgtEl>
                                      </p:cBhvr>
                                    </p:animEffect>
                                    <p:anim calcmode="lin" valueType="num">
                                      <p:cBhvr>
                                        <p:cTn id="64" dur="1000" fill="hold"/>
                                        <p:tgtEl>
                                          <p:spTgt spid="42"/>
                                        </p:tgtEl>
                                        <p:attrNameLst>
                                          <p:attrName>ppt_x</p:attrName>
                                        </p:attrNameLst>
                                      </p:cBhvr>
                                      <p:tavLst>
                                        <p:tav tm="0">
                                          <p:val>
                                            <p:strVal val="#ppt_x"/>
                                          </p:val>
                                        </p:tav>
                                        <p:tav tm="100000">
                                          <p:val>
                                            <p:strVal val="#ppt_x"/>
                                          </p:val>
                                        </p:tav>
                                      </p:tavLst>
                                    </p:anim>
                                    <p:anim calcmode="lin" valueType="num">
                                      <p:cBhvr>
                                        <p:cTn id="65" dur="1000" fill="hold"/>
                                        <p:tgtEl>
                                          <p:spTgt spid="42"/>
                                        </p:tgtEl>
                                        <p:attrNameLst>
                                          <p:attrName>ppt_y</p:attrName>
                                        </p:attrNameLst>
                                      </p:cBhvr>
                                      <p:tavLst>
                                        <p:tav tm="0">
                                          <p:val>
                                            <p:strVal val="#ppt_y-.1"/>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9" grpId="0"/>
      <p:bldP spid="39" grpId="1"/>
      <p:bldP spid="39" grpId="2"/>
      <p:bldP spid="39" grpId="3"/>
      <p:bldP spid="39" grpId="4"/>
      <p:bldP spid="39" grpId="5"/>
      <p:bldP spid="40" grpId="0"/>
      <p:bldP spid="41" grpId="0"/>
      <p:bldP spid="42" grpId="0"/>
    </p:bldLst>
  </p:timing>
</p:sld>
</file>

<file path=ppt/slides/slide24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4" name="组合 3">
            <a:extLst>
              <a:ext uri="{FF2B5EF4-FFF2-40B4-BE49-F238E27FC236}">
                <a16:creationId xmlns:a16="http://schemas.microsoft.com/office/drawing/2014/main" id="{9A1EA9F2-FCB6-48C3-935F-7AE7E3AD14AC}"/>
              </a:ext>
            </a:extLst>
          </p:cNvPr>
          <p:cNvGrpSpPr/>
          <p:nvPr/>
        </p:nvGrpSpPr>
        <p:grpSpPr>
          <a:xfrm>
            <a:off x="304800" y="749300"/>
            <a:ext cx="6192344" cy="400110"/>
            <a:chOff x="424117" y="898245"/>
            <a:chExt cx="6192344" cy="400110"/>
          </a:xfrm>
        </p:grpSpPr>
        <p:sp>
          <p:nvSpPr>
            <p:cNvPr id="2" name="平行四边形 1">
              <a:extLst>
                <a:ext uri="{FF2B5EF4-FFF2-40B4-BE49-F238E27FC236}">
                  <a16:creationId xmlns:a16="http://schemas.microsoft.com/office/drawing/2014/main" id="{1F5BAA3F-9845-4F89-A2DD-8222D3E4EDAC}"/>
                </a:ext>
              </a:extLst>
            </p:cNvPr>
            <p:cNvSpPr/>
            <p:nvPr/>
          </p:nvSpPr>
          <p:spPr>
            <a:xfrm>
              <a:off x="424117" y="898245"/>
              <a:ext cx="628306" cy="387090"/>
            </a:xfrm>
            <a:prstGeom prst="parallelogram">
              <a:avLst/>
            </a:prstGeom>
            <a:solidFill>
              <a:schemeClr val="accent3">
                <a:lumMod val="75000"/>
              </a:schemeClr>
            </a:solidFill>
            <a:ln>
              <a:solidFill>
                <a:schemeClr val="accent3">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CN" sz="2200" dirty="0">
                  <a:latin typeface="Impact" panose="020B0806030902050204" pitchFamily="34" charset="0"/>
                </a:rPr>
                <a:t>01</a:t>
              </a:r>
              <a:endParaRPr lang="zh-CN" altLang="en-US" sz="2200" dirty="0">
                <a:latin typeface="Impact" panose="020B0806030902050204" pitchFamily="34" charset="0"/>
              </a:endParaRPr>
            </a:p>
          </p:txBody>
        </p:sp>
        <p:sp>
          <p:nvSpPr>
            <p:cNvPr id="3" name="文本框 2">
              <a:extLst>
                <a:ext uri="{FF2B5EF4-FFF2-40B4-BE49-F238E27FC236}">
                  <a16:creationId xmlns:a16="http://schemas.microsoft.com/office/drawing/2014/main" id="{4D6BD736-A4D3-4F26-AFED-36E11F50F70B}"/>
                </a:ext>
              </a:extLst>
            </p:cNvPr>
            <p:cNvSpPr txBox="1"/>
            <p:nvPr/>
          </p:nvSpPr>
          <p:spPr>
            <a:xfrm>
              <a:off x="1052423" y="898245"/>
              <a:ext cx="5564038" cy="400110"/>
            </a:xfrm>
            <a:prstGeom prst="rect">
              <a:avLst/>
            </a:prstGeom>
            <a:noFill/>
          </p:spPr>
          <p:txBody>
            <a:bodyPr wrap="square" rtlCol="0">
              <a:spAutoFit/>
            </a:bodyPr>
            <a:lstStyle/>
            <a:p>
              <a:r>
                <a:rPr lang="zh-CN" altLang="en-US" sz="2000" b="1" dirty="0"/>
                <a:t>共享式以太网</a:t>
              </a:r>
            </a:p>
          </p:txBody>
        </p:sp>
      </p:grpSp>
      <p:grpSp>
        <p:nvGrpSpPr>
          <p:cNvPr id="20" name="组合 19">
            <a:extLst>
              <a:ext uri="{FF2B5EF4-FFF2-40B4-BE49-F238E27FC236}">
                <a16:creationId xmlns:a16="http://schemas.microsoft.com/office/drawing/2014/main" id="{5CFBA406-7F73-4FEC-A363-E9FE85CA3B11}"/>
              </a:ext>
            </a:extLst>
          </p:cNvPr>
          <p:cNvGrpSpPr/>
          <p:nvPr/>
        </p:nvGrpSpPr>
        <p:grpSpPr>
          <a:xfrm>
            <a:off x="933106" y="1235013"/>
            <a:ext cx="2203201" cy="753798"/>
            <a:chOff x="981499" y="2299747"/>
            <a:chExt cx="2203201" cy="753798"/>
          </a:xfrm>
        </p:grpSpPr>
        <p:sp>
          <p:nvSpPr>
            <p:cNvPr id="117" name="îsľiḋè">
              <a:extLst>
                <a:ext uri="{FF2B5EF4-FFF2-40B4-BE49-F238E27FC236}">
                  <a16:creationId xmlns:a16="http://schemas.microsoft.com/office/drawing/2014/main" id="{A283F860-CEFC-478B-AC86-62FDFD84320B}"/>
                </a:ext>
              </a:extLst>
            </p:cNvPr>
            <p:cNvSpPr txBox="1"/>
            <p:nvPr/>
          </p:nvSpPr>
          <p:spPr bwMode="auto">
            <a:xfrm>
              <a:off x="981500" y="2653945"/>
              <a:ext cx="2203200" cy="399600"/>
            </a:xfrm>
            <a:prstGeom prst="chevron">
              <a:avLst>
                <a:gd name="adj" fmla="val 20471"/>
              </a:avLst>
            </a:prstGeom>
            <a:ln/>
          </p:spPr>
          <p:style>
            <a:lnRef idx="2">
              <a:schemeClr val="accent4">
                <a:shade val="50000"/>
              </a:schemeClr>
            </a:lnRef>
            <a:fillRef idx="1">
              <a:schemeClr val="accent4"/>
            </a:fillRef>
            <a:effectRef idx="0">
              <a:schemeClr val="accent4"/>
            </a:effectRef>
            <a:fontRef idx="minor">
              <a:schemeClr val="lt1"/>
            </a:fontRef>
          </p:style>
          <p:txBody>
            <a:bodyPr wrap="square" lIns="36000" tIns="45720" rIns="36000" bIns="45720" anchor="ctr">
              <a:noAutofit/>
            </a:bodyPr>
            <a:lstStyle>
              <a:lvl1pPr eaLnBrk="0" hangingPunct="0">
                <a:defRPr sz="1900">
                  <a:solidFill>
                    <a:schemeClr val="tx1"/>
                  </a:solidFill>
                </a:defRPr>
              </a:lvl1pPr>
              <a:lvl2pPr marL="742950" indent="-285750" eaLnBrk="0" hangingPunct="0">
                <a:defRPr sz="1900">
                  <a:solidFill>
                    <a:schemeClr val="tx1"/>
                  </a:solidFill>
                </a:defRPr>
              </a:lvl2pPr>
              <a:lvl3pPr marL="1143000" indent="-228600" eaLnBrk="0" hangingPunct="0">
                <a:defRPr sz="1900">
                  <a:solidFill>
                    <a:schemeClr val="tx1"/>
                  </a:solidFill>
                </a:defRPr>
              </a:lvl3pPr>
              <a:lvl4pPr marL="1600200" indent="-228600" eaLnBrk="0" hangingPunct="0">
                <a:defRPr sz="1900">
                  <a:solidFill>
                    <a:schemeClr val="tx1"/>
                  </a:solidFill>
                </a:defRPr>
              </a:lvl4pPr>
              <a:lvl5pPr marL="2057400" indent="-228600" eaLnBrk="0" hangingPunct="0">
                <a:defRPr sz="1900">
                  <a:solidFill>
                    <a:schemeClr val="tx1"/>
                  </a:solidFill>
                </a:defRPr>
              </a:lvl5pPr>
              <a:lvl6pPr marL="2514600" indent="-228600" defTabSz="956945" eaLnBrk="0" fontAlgn="base" hangingPunct="0">
                <a:spcBef>
                  <a:spcPct val="0"/>
                </a:spcBef>
                <a:spcAft>
                  <a:spcPct val="0"/>
                </a:spcAft>
                <a:defRPr sz="1900">
                  <a:solidFill>
                    <a:schemeClr val="tx1"/>
                  </a:solidFill>
                </a:defRPr>
              </a:lvl6pPr>
              <a:lvl7pPr marL="2971800" indent="-228600" defTabSz="956945" eaLnBrk="0" fontAlgn="base" hangingPunct="0">
                <a:spcBef>
                  <a:spcPct val="0"/>
                </a:spcBef>
                <a:spcAft>
                  <a:spcPct val="0"/>
                </a:spcAft>
                <a:defRPr sz="1900">
                  <a:solidFill>
                    <a:schemeClr val="tx1"/>
                  </a:solidFill>
                </a:defRPr>
              </a:lvl7pPr>
              <a:lvl8pPr marL="3429000" indent="-228600" defTabSz="956945" eaLnBrk="0" fontAlgn="base" hangingPunct="0">
                <a:spcBef>
                  <a:spcPct val="0"/>
                </a:spcBef>
                <a:spcAft>
                  <a:spcPct val="0"/>
                </a:spcAft>
                <a:defRPr sz="1900">
                  <a:solidFill>
                    <a:schemeClr val="tx1"/>
                  </a:solidFill>
                </a:defRPr>
              </a:lvl8pPr>
              <a:lvl9pPr marL="3886200" indent="-228600" defTabSz="956945" eaLnBrk="0" fontAlgn="base" hangingPunct="0">
                <a:spcBef>
                  <a:spcPct val="0"/>
                </a:spcBef>
                <a:spcAft>
                  <a:spcPct val="0"/>
                </a:spcAft>
                <a:defRPr sz="1900">
                  <a:solidFill>
                    <a:schemeClr val="tx1"/>
                  </a:solidFill>
                </a:defRPr>
              </a:lvl9pPr>
            </a:lstStyle>
            <a:p>
              <a:pPr algn="ctr" eaLnBrk="1" hangingPunct="1"/>
              <a:r>
                <a:rPr lang="zh-CN" altLang="en-US" sz="1800" b="1" dirty="0">
                  <a:solidFill>
                    <a:schemeClr val="bg1"/>
                  </a:solidFill>
                </a:rPr>
                <a:t>以太网诞生</a:t>
              </a:r>
              <a:endParaRPr lang="en-US" altLang="zh-CN" sz="1800" b="1" dirty="0">
                <a:solidFill>
                  <a:schemeClr val="bg1"/>
                </a:solidFill>
              </a:endParaRPr>
            </a:p>
          </p:txBody>
        </p:sp>
        <p:sp>
          <p:nvSpPr>
            <p:cNvPr id="6" name="文本框 5">
              <a:extLst>
                <a:ext uri="{FF2B5EF4-FFF2-40B4-BE49-F238E27FC236}">
                  <a16:creationId xmlns:a16="http://schemas.microsoft.com/office/drawing/2014/main" id="{B89ACB8C-71D1-4209-B349-BA1E4C25E96F}"/>
                </a:ext>
              </a:extLst>
            </p:cNvPr>
            <p:cNvSpPr txBox="1"/>
            <p:nvPr/>
          </p:nvSpPr>
          <p:spPr>
            <a:xfrm>
              <a:off x="981499" y="2299747"/>
              <a:ext cx="2202941" cy="369332"/>
            </a:xfrm>
            <a:prstGeom prst="rect">
              <a:avLst/>
            </a:prstGeom>
            <a:noFill/>
          </p:spPr>
          <p:txBody>
            <a:bodyPr wrap="square" rtlCol="0">
              <a:spAutoFit/>
            </a:bodyPr>
            <a:lstStyle/>
            <a:p>
              <a:pPr algn="ctr"/>
              <a:r>
                <a:rPr lang="en-US" altLang="zh-CN" b="1" dirty="0">
                  <a:solidFill>
                    <a:schemeClr val="accent4"/>
                  </a:solidFill>
                  <a:latin typeface="Arial Black" panose="020B0A04020102020204" pitchFamily="34" charset="0"/>
                </a:rPr>
                <a:t>1975</a:t>
              </a:r>
              <a:r>
                <a:rPr lang="zh-CN" altLang="en-US" b="1" dirty="0">
                  <a:solidFill>
                    <a:schemeClr val="accent4"/>
                  </a:solidFill>
                  <a:latin typeface="Arial Black" panose="020B0A04020102020204" pitchFamily="34" charset="0"/>
                </a:rPr>
                <a:t>年</a:t>
              </a:r>
            </a:p>
          </p:txBody>
        </p:sp>
      </p:grpSp>
      <p:grpSp>
        <p:nvGrpSpPr>
          <p:cNvPr id="1024" name="组合 1023">
            <a:extLst>
              <a:ext uri="{FF2B5EF4-FFF2-40B4-BE49-F238E27FC236}">
                <a16:creationId xmlns:a16="http://schemas.microsoft.com/office/drawing/2014/main" id="{04FDA601-08F7-4207-9A04-4FD5A6C88FA9}"/>
              </a:ext>
            </a:extLst>
          </p:cNvPr>
          <p:cNvGrpSpPr/>
          <p:nvPr/>
        </p:nvGrpSpPr>
        <p:grpSpPr>
          <a:xfrm>
            <a:off x="1037668" y="2115066"/>
            <a:ext cx="2003557" cy="1860314"/>
            <a:chOff x="1037668" y="2115066"/>
            <a:chExt cx="2003557" cy="1860314"/>
          </a:xfrm>
        </p:grpSpPr>
        <p:pic>
          <p:nvPicPr>
            <p:cNvPr id="1026" name="Picture 2" descr="罗伯特 梅特卡夫">
              <a:extLst>
                <a:ext uri="{FF2B5EF4-FFF2-40B4-BE49-F238E27FC236}">
                  <a16:creationId xmlns:a16="http://schemas.microsoft.com/office/drawing/2014/main" id="{D5B80DD5-806D-455A-AAA2-5D133C2E91F6}"/>
                </a:ext>
              </a:extLst>
            </p:cNvPr>
            <p:cNvPicPr>
              <a:picLocks noChangeAspect="1" noChangeArrowheads="1"/>
            </p:cNvPicPr>
            <p:nvPr/>
          </p:nvPicPr>
          <p:blipFill>
            <a:blip r:embed="rId3">
              <a:clrChange>
                <a:clrFrom>
                  <a:srgbClr val="FDFDFD"/>
                </a:clrFrom>
                <a:clrTo>
                  <a:srgbClr val="FDFDFD">
                    <a:alpha val="0"/>
                  </a:srgbClr>
                </a:clrTo>
              </a:clrChange>
              <a:extLst>
                <a:ext uri="{28A0092B-C50C-407E-A947-70E740481C1C}">
                  <a14:useLocalDpi xmlns:a14="http://schemas.microsoft.com/office/drawing/2010/main" val="0"/>
                </a:ext>
              </a:extLst>
            </a:blip>
            <a:srcRect/>
            <a:stretch>
              <a:fillRect/>
            </a:stretch>
          </p:blipFill>
          <p:spPr bwMode="auto">
            <a:xfrm>
              <a:off x="1420785" y="2115066"/>
              <a:ext cx="1268227" cy="1268227"/>
            </a:xfrm>
            <a:prstGeom prst="rect">
              <a:avLst/>
            </a:prstGeom>
            <a:noFill/>
            <a:extLst>
              <a:ext uri="{909E8E84-426E-40DD-AFC4-6F175D3DCCD1}">
                <a14:hiddenFill xmlns:a14="http://schemas.microsoft.com/office/drawing/2010/main">
                  <a:solidFill>
                    <a:srgbClr val="FFFFFF"/>
                  </a:solidFill>
                </a14:hiddenFill>
              </a:ext>
            </a:extLst>
          </p:spPr>
        </p:pic>
        <p:sp>
          <p:nvSpPr>
            <p:cNvPr id="17" name="文本框 16">
              <a:extLst>
                <a:ext uri="{FF2B5EF4-FFF2-40B4-BE49-F238E27FC236}">
                  <a16:creationId xmlns:a16="http://schemas.microsoft.com/office/drawing/2014/main" id="{FF42F6C0-5B05-469D-936C-7815D5524C0A}"/>
                </a:ext>
              </a:extLst>
            </p:cNvPr>
            <p:cNvSpPr txBox="1"/>
            <p:nvPr/>
          </p:nvSpPr>
          <p:spPr>
            <a:xfrm>
              <a:off x="1037668" y="3421637"/>
              <a:ext cx="2003557" cy="307777"/>
            </a:xfrm>
            <a:prstGeom prst="rect">
              <a:avLst/>
            </a:prstGeom>
            <a:noFill/>
          </p:spPr>
          <p:txBody>
            <a:bodyPr wrap="square" rtlCol="0">
              <a:spAutoFit/>
            </a:bodyPr>
            <a:lstStyle/>
            <a:p>
              <a:pPr algn="ctr"/>
              <a:r>
                <a:rPr lang="zh-CN" altLang="en-US" sz="1400" b="1" dirty="0">
                  <a:latin typeface="Arial Narrow" panose="020B0606020202030204" pitchFamily="34" charset="0"/>
                </a:rPr>
                <a:t>（</a:t>
              </a:r>
              <a:r>
                <a:rPr lang="en-US" altLang="zh-CN" sz="1400" b="1" dirty="0">
                  <a:latin typeface="Arial Narrow" panose="020B0606020202030204" pitchFamily="34" charset="0"/>
                </a:rPr>
                <a:t> Robert Metcalfe, 1946</a:t>
              </a:r>
              <a:r>
                <a:rPr lang="zh-CN" altLang="en-US" sz="1400" b="1" dirty="0">
                  <a:latin typeface="Arial Narrow" panose="020B0606020202030204" pitchFamily="34" charset="0"/>
                </a:rPr>
                <a:t>）</a:t>
              </a:r>
            </a:p>
          </p:txBody>
        </p:sp>
        <p:sp>
          <p:nvSpPr>
            <p:cNvPr id="19" name="文本框 18">
              <a:extLst>
                <a:ext uri="{FF2B5EF4-FFF2-40B4-BE49-F238E27FC236}">
                  <a16:creationId xmlns:a16="http://schemas.microsoft.com/office/drawing/2014/main" id="{3DEB91DA-8648-4E52-AB1D-4A0A03E8C0ED}"/>
                </a:ext>
              </a:extLst>
            </p:cNvPr>
            <p:cNvSpPr txBox="1"/>
            <p:nvPr/>
          </p:nvSpPr>
          <p:spPr>
            <a:xfrm>
              <a:off x="1309807" y="3636826"/>
              <a:ext cx="1490182" cy="338554"/>
            </a:xfrm>
            <a:prstGeom prst="rect">
              <a:avLst/>
            </a:prstGeom>
            <a:noFill/>
          </p:spPr>
          <p:txBody>
            <a:bodyPr wrap="square" rtlCol="0">
              <a:spAutoFit/>
            </a:bodyPr>
            <a:lstStyle/>
            <a:p>
              <a:pPr algn="ctr"/>
              <a:r>
                <a:rPr lang="zh-CN" altLang="en-US" sz="1600" b="1" dirty="0"/>
                <a:t>美国</a:t>
              </a:r>
              <a:r>
                <a:rPr lang="en-US" altLang="zh-CN" sz="1600" b="1" dirty="0"/>
                <a:t>Xerox</a:t>
              </a:r>
              <a:r>
                <a:rPr lang="zh-CN" altLang="en-US" sz="1600" b="1" dirty="0"/>
                <a:t>公司</a:t>
              </a:r>
            </a:p>
          </p:txBody>
        </p:sp>
      </p:grpSp>
      <p:grpSp>
        <p:nvGrpSpPr>
          <p:cNvPr id="129" name="组合 128">
            <a:extLst>
              <a:ext uri="{FF2B5EF4-FFF2-40B4-BE49-F238E27FC236}">
                <a16:creationId xmlns:a16="http://schemas.microsoft.com/office/drawing/2014/main" id="{FA48A3F3-3539-4F30-8EF6-B2012A57F9C3}"/>
              </a:ext>
            </a:extLst>
          </p:cNvPr>
          <p:cNvGrpSpPr/>
          <p:nvPr/>
        </p:nvGrpSpPr>
        <p:grpSpPr>
          <a:xfrm>
            <a:off x="5001172" y="1235013"/>
            <a:ext cx="2203201" cy="753798"/>
            <a:chOff x="981499" y="2299747"/>
            <a:chExt cx="2203201" cy="753798"/>
          </a:xfrm>
        </p:grpSpPr>
        <p:sp>
          <p:nvSpPr>
            <p:cNvPr id="130" name="îsľiḋè">
              <a:extLst>
                <a:ext uri="{FF2B5EF4-FFF2-40B4-BE49-F238E27FC236}">
                  <a16:creationId xmlns:a16="http://schemas.microsoft.com/office/drawing/2014/main" id="{F44B128A-41F3-447C-8319-41753647FAE1}"/>
                </a:ext>
              </a:extLst>
            </p:cNvPr>
            <p:cNvSpPr txBox="1"/>
            <p:nvPr/>
          </p:nvSpPr>
          <p:spPr bwMode="auto">
            <a:xfrm>
              <a:off x="981500" y="2653945"/>
              <a:ext cx="2203200" cy="399600"/>
            </a:xfrm>
            <a:prstGeom prst="chevron">
              <a:avLst>
                <a:gd name="adj" fmla="val 20471"/>
              </a:avLst>
            </a:prstGeom>
            <a:ln/>
          </p:spPr>
          <p:style>
            <a:lnRef idx="2">
              <a:schemeClr val="accent4">
                <a:shade val="50000"/>
              </a:schemeClr>
            </a:lnRef>
            <a:fillRef idx="1">
              <a:schemeClr val="accent4"/>
            </a:fillRef>
            <a:effectRef idx="0">
              <a:schemeClr val="accent4"/>
            </a:effectRef>
            <a:fontRef idx="minor">
              <a:schemeClr val="lt1"/>
            </a:fontRef>
          </p:style>
          <p:txBody>
            <a:bodyPr wrap="square" lIns="36000" tIns="45720" rIns="36000" bIns="45720" anchor="ctr">
              <a:noAutofit/>
            </a:bodyPr>
            <a:lstStyle>
              <a:lvl1pPr eaLnBrk="0" hangingPunct="0">
                <a:defRPr sz="1900">
                  <a:solidFill>
                    <a:schemeClr val="tx1"/>
                  </a:solidFill>
                </a:defRPr>
              </a:lvl1pPr>
              <a:lvl2pPr marL="742950" indent="-285750" eaLnBrk="0" hangingPunct="0">
                <a:defRPr sz="1900">
                  <a:solidFill>
                    <a:schemeClr val="tx1"/>
                  </a:solidFill>
                </a:defRPr>
              </a:lvl2pPr>
              <a:lvl3pPr marL="1143000" indent="-228600" eaLnBrk="0" hangingPunct="0">
                <a:defRPr sz="1900">
                  <a:solidFill>
                    <a:schemeClr val="tx1"/>
                  </a:solidFill>
                </a:defRPr>
              </a:lvl3pPr>
              <a:lvl4pPr marL="1600200" indent="-228600" eaLnBrk="0" hangingPunct="0">
                <a:defRPr sz="1900">
                  <a:solidFill>
                    <a:schemeClr val="tx1"/>
                  </a:solidFill>
                </a:defRPr>
              </a:lvl4pPr>
              <a:lvl5pPr marL="2057400" indent="-228600" eaLnBrk="0" hangingPunct="0">
                <a:defRPr sz="1900">
                  <a:solidFill>
                    <a:schemeClr val="tx1"/>
                  </a:solidFill>
                </a:defRPr>
              </a:lvl5pPr>
              <a:lvl6pPr marL="2514600" indent="-228600" defTabSz="956945" eaLnBrk="0" fontAlgn="base" hangingPunct="0">
                <a:spcBef>
                  <a:spcPct val="0"/>
                </a:spcBef>
                <a:spcAft>
                  <a:spcPct val="0"/>
                </a:spcAft>
                <a:defRPr sz="1900">
                  <a:solidFill>
                    <a:schemeClr val="tx1"/>
                  </a:solidFill>
                </a:defRPr>
              </a:lvl6pPr>
              <a:lvl7pPr marL="2971800" indent="-228600" defTabSz="956945" eaLnBrk="0" fontAlgn="base" hangingPunct="0">
                <a:spcBef>
                  <a:spcPct val="0"/>
                </a:spcBef>
                <a:spcAft>
                  <a:spcPct val="0"/>
                </a:spcAft>
                <a:defRPr sz="1900">
                  <a:solidFill>
                    <a:schemeClr val="tx1"/>
                  </a:solidFill>
                </a:defRPr>
              </a:lvl7pPr>
              <a:lvl8pPr marL="3429000" indent="-228600" defTabSz="956945" eaLnBrk="0" fontAlgn="base" hangingPunct="0">
                <a:spcBef>
                  <a:spcPct val="0"/>
                </a:spcBef>
                <a:spcAft>
                  <a:spcPct val="0"/>
                </a:spcAft>
                <a:defRPr sz="1900">
                  <a:solidFill>
                    <a:schemeClr val="tx1"/>
                  </a:solidFill>
                </a:defRPr>
              </a:lvl8pPr>
              <a:lvl9pPr marL="3886200" indent="-228600" defTabSz="956945" eaLnBrk="0" fontAlgn="base" hangingPunct="0">
                <a:spcBef>
                  <a:spcPct val="0"/>
                </a:spcBef>
                <a:spcAft>
                  <a:spcPct val="0"/>
                </a:spcAft>
                <a:defRPr sz="1900">
                  <a:solidFill>
                    <a:schemeClr val="tx1"/>
                  </a:solidFill>
                </a:defRPr>
              </a:lvl9pPr>
            </a:lstStyle>
            <a:p>
              <a:pPr algn="ctr" eaLnBrk="1" hangingPunct="1"/>
              <a:r>
                <a:rPr lang="zh-CN" altLang="en-US" sz="1800" b="1" dirty="0">
                  <a:solidFill>
                    <a:schemeClr val="bg1"/>
                  </a:solidFill>
                </a:rPr>
                <a:t>以太网里程碑论文</a:t>
              </a:r>
              <a:endParaRPr lang="en-US" altLang="zh-CN" sz="1800" b="1" dirty="0">
                <a:solidFill>
                  <a:schemeClr val="bg1"/>
                </a:solidFill>
              </a:endParaRPr>
            </a:p>
          </p:txBody>
        </p:sp>
        <p:sp>
          <p:nvSpPr>
            <p:cNvPr id="131" name="文本框 130">
              <a:extLst>
                <a:ext uri="{FF2B5EF4-FFF2-40B4-BE49-F238E27FC236}">
                  <a16:creationId xmlns:a16="http://schemas.microsoft.com/office/drawing/2014/main" id="{28A61E2C-BAE9-48AA-8BA5-801FEC0F6ABC}"/>
                </a:ext>
              </a:extLst>
            </p:cNvPr>
            <p:cNvSpPr txBox="1"/>
            <p:nvPr/>
          </p:nvSpPr>
          <p:spPr>
            <a:xfrm>
              <a:off x="981499" y="2299747"/>
              <a:ext cx="2202941" cy="369332"/>
            </a:xfrm>
            <a:prstGeom prst="rect">
              <a:avLst/>
            </a:prstGeom>
            <a:noFill/>
          </p:spPr>
          <p:txBody>
            <a:bodyPr wrap="square" rtlCol="0">
              <a:spAutoFit/>
            </a:bodyPr>
            <a:lstStyle/>
            <a:p>
              <a:pPr algn="ctr"/>
              <a:r>
                <a:rPr lang="en-US" altLang="zh-CN" b="1" dirty="0">
                  <a:solidFill>
                    <a:schemeClr val="accent4"/>
                  </a:solidFill>
                  <a:latin typeface="Arial Black" panose="020B0A04020102020204" pitchFamily="34" charset="0"/>
                </a:rPr>
                <a:t>1976</a:t>
              </a:r>
              <a:r>
                <a:rPr lang="zh-CN" altLang="en-US" b="1" dirty="0">
                  <a:solidFill>
                    <a:schemeClr val="accent4"/>
                  </a:solidFill>
                  <a:latin typeface="Arial Black" panose="020B0A04020102020204" pitchFamily="34" charset="0"/>
                </a:rPr>
                <a:t>年</a:t>
              </a:r>
            </a:p>
          </p:txBody>
        </p:sp>
      </p:grpSp>
      <p:grpSp>
        <p:nvGrpSpPr>
          <p:cNvPr id="132" name="组合 131">
            <a:extLst>
              <a:ext uri="{FF2B5EF4-FFF2-40B4-BE49-F238E27FC236}">
                <a16:creationId xmlns:a16="http://schemas.microsoft.com/office/drawing/2014/main" id="{820B1626-2DDD-4A79-96A9-93A779BD0EAC}"/>
              </a:ext>
            </a:extLst>
          </p:cNvPr>
          <p:cNvGrpSpPr/>
          <p:nvPr/>
        </p:nvGrpSpPr>
        <p:grpSpPr>
          <a:xfrm>
            <a:off x="9055692" y="1235013"/>
            <a:ext cx="2203201" cy="753798"/>
            <a:chOff x="981499" y="2299747"/>
            <a:chExt cx="2203201" cy="753798"/>
          </a:xfrm>
        </p:grpSpPr>
        <p:sp>
          <p:nvSpPr>
            <p:cNvPr id="133" name="îsľiḋè">
              <a:extLst>
                <a:ext uri="{FF2B5EF4-FFF2-40B4-BE49-F238E27FC236}">
                  <a16:creationId xmlns:a16="http://schemas.microsoft.com/office/drawing/2014/main" id="{C0539397-6655-4B10-AA9F-BEF464A9359B}"/>
                </a:ext>
              </a:extLst>
            </p:cNvPr>
            <p:cNvSpPr txBox="1"/>
            <p:nvPr/>
          </p:nvSpPr>
          <p:spPr bwMode="auto">
            <a:xfrm>
              <a:off x="981500" y="2653945"/>
              <a:ext cx="2203200" cy="399600"/>
            </a:xfrm>
            <a:prstGeom prst="chevron">
              <a:avLst>
                <a:gd name="adj" fmla="val 20471"/>
              </a:avLst>
            </a:prstGeom>
            <a:ln/>
          </p:spPr>
          <p:style>
            <a:lnRef idx="2">
              <a:schemeClr val="accent4">
                <a:shade val="50000"/>
              </a:schemeClr>
            </a:lnRef>
            <a:fillRef idx="1">
              <a:schemeClr val="accent4"/>
            </a:fillRef>
            <a:effectRef idx="0">
              <a:schemeClr val="accent4"/>
            </a:effectRef>
            <a:fontRef idx="minor">
              <a:schemeClr val="lt1"/>
            </a:fontRef>
          </p:style>
          <p:txBody>
            <a:bodyPr wrap="square" lIns="36000" tIns="45720" rIns="36000" bIns="45720" anchor="ctr">
              <a:noAutofit/>
            </a:bodyPr>
            <a:lstStyle>
              <a:lvl1pPr eaLnBrk="0" hangingPunct="0">
                <a:defRPr sz="1900">
                  <a:solidFill>
                    <a:schemeClr val="tx1"/>
                  </a:solidFill>
                </a:defRPr>
              </a:lvl1pPr>
              <a:lvl2pPr marL="742950" indent="-285750" eaLnBrk="0" hangingPunct="0">
                <a:defRPr sz="1900">
                  <a:solidFill>
                    <a:schemeClr val="tx1"/>
                  </a:solidFill>
                </a:defRPr>
              </a:lvl2pPr>
              <a:lvl3pPr marL="1143000" indent="-228600" eaLnBrk="0" hangingPunct="0">
                <a:defRPr sz="1900">
                  <a:solidFill>
                    <a:schemeClr val="tx1"/>
                  </a:solidFill>
                </a:defRPr>
              </a:lvl3pPr>
              <a:lvl4pPr marL="1600200" indent="-228600" eaLnBrk="0" hangingPunct="0">
                <a:defRPr sz="1900">
                  <a:solidFill>
                    <a:schemeClr val="tx1"/>
                  </a:solidFill>
                </a:defRPr>
              </a:lvl4pPr>
              <a:lvl5pPr marL="2057400" indent="-228600" eaLnBrk="0" hangingPunct="0">
                <a:defRPr sz="1900">
                  <a:solidFill>
                    <a:schemeClr val="tx1"/>
                  </a:solidFill>
                </a:defRPr>
              </a:lvl5pPr>
              <a:lvl6pPr marL="2514600" indent="-228600" defTabSz="956945" eaLnBrk="0" fontAlgn="base" hangingPunct="0">
                <a:spcBef>
                  <a:spcPct val="0"/>
                </a:spcBef>
                <a:spcAft>
                  <a:spcPct val="0"/>
                </a:spcAft>
                <a:defRPr sz="1900">
                  <a:solidFill>
                    <a:schemeClr val="tx1"/>
                  </a:solidFill>
                </a:defRPr>
              </a:lvl6pPr>
              <a:lvl7pPr marL="2971800" indent="-228600" defTabSz="956945" eaLnBrk="0" fontAlgn="base" hangingPunct="0">
                <a:spcBef>
                  <a:spcPct val="0"/>
                </a:spcBef>
                <a:spcAft>
                  <a:spcPct val="0"/>
                </a:spcAft>
                <a:defRPr sz="1900">
                  <a:solidFill>
                    <a:schemeClr val="tx1"/>
                  </a:solidFill>
                </a:defRPr>
              </a:lvl7pPr>
              <a:lvl8pPr marL="3429000" indent="-228600" defTabSz="956945" eaLnBrk="0" fontAlgn="base" hangingPunct="0">
                <a:spcBef>
                  <a:spcPct val="0"/>
                </a:spcBef>
                <a:spcAft>
                  <a:spcPct val="0"/>
                </a:spcAft>
                <a:defRPr sz="1900">
                  <a:solidFill>
                    <a:schemeClr val="tx1"/>
                  </a:solidFill>
                </a:defRPr>
              </a:lvl8pPr>
              <a:lvl9pPr marL="3886200" indent="-228600" defTabSz="956945" eaLnBrk="0" fontAlgn="base" hangingPunct="0">
                <a:spcBef>
                  <a:spcPct val="0"/>
                </a:spcBef>
                <a:spcAft>
                  <a:spcPct val="0"/>
                </a:spcAft>
                <a:defRPr sz="1900">
                  <a:solidFill>
                    <a:schemeClr val="tx1"/>
                  </a:solidFill>
                </a:defRPr>
              </a:lvl9pPr>
            </a:lstStyle>
            <a:p>
              <a:pPr algn="ctr" eaLnBrk="1" hangingPunct="1"/>
              <a:r>
                <a:rPr lang="en-US" altLang="zh-CN" sz="1800" b="1" dirty="0">
                  <a:solidFill>
                    <a:schemeClr val="bg1"/>
                  </a:solidFill>
                </a:rPr>
                <a:t>3Com</a:t>
              </a:r>
              <a:r>
                <a:rPr lang="zh-CN" altLang="en-US" sz="1800" b="1" dirty="0">
                  <a:solidFill>
                    <a:schemeClr val="bg1"/>
                  </a:solidFill>
                </a:rPr>
                <a:t>公司成立</a:t>
              </a:r>
              <a:endParaRPr lang="en-US" altLang="zh-CN" sz="1800" b="1" dirty="0">
                <a:solidFill>
                  <a:schemeClr val="bg1"/>
                </a:solidFill>
              </a:endParaRPr>
            </a:p>
          </p:txBody>
        </p:sp>
        <p:sp>
          <p:nvSpPr>
            <p:cNvPr id="134" name="文本框 133">
              <a:extLst>
                <a:ext uri="{FF2B5EF4-FFF2-40B4-BE49-F238E27FC236}">
                  <a16:creationId xmlns:a16="http://schemas.microsoft.com/office/drawing/2014/main" id="{B67ECF52-6780-4947-AB6B-1C1779FD9EA4}"/>
                </a:ext>
              </a:extLst>
            </p:cNvPr>
            <p:cNvSpPr txBox="1"/>
            <p:nvPr/>
          </p:nvSpPr>
          <p:spPr>
            <a:xfrm>
              <a:off x="981499" y="2299747"/>
              <a:ext cx="2202941" cy="369332"/>
            </a:xfrm>
            <a:prstGeom prst="rect">
              <a:avLst/>
            </a:prstGeom>
            <a:noFill/>
          </p:spPr>
          <p:txBody>
            <a:bodyPr wrap="square" rtlCol="0">
              <a:spAutoFit/>
            </a:bodyPr>
            <a:lstStyle/>
            <a:p>
              <a:pPr algn="ctr"/>
              <a:r>
                <a:rPr lang="en-US" altLang="zh-CN" b="1" dirty="0">
                  <a:solidFill>
                    <a:schemeClr val="accent4"/>
                  </a:solidFill>
                  <a:latin typeface="Arial Black" panose="020B0A04020102020204" pitchFamily="34" charset="0"/>
                </a:rPr>
                <a:t>1979</a:t>
              </a:r>
              <a:r>
                <a:rPr lang="zh-CN" altLang="en-US" b="1" dirty="0">
                  <a:solidFill>
                    <a:schemeClr val="accent4"/>
                  </a:solidFill>
                  <a:latin typeface="Arial Black" panose="020B0A04020102020204" pitchFamily="34" charset="0"/>
                </a:rPr>
                <a:t>年</a:t>
              </a:r>
            </a:p>
          </p:txBody>
        </p:sp>
      </p:grpSp>
      <p:grpSp>
        <p:nvGrpSpPr>
          <p:cNvPr id="138" name="组合 137">
            <a:extLst>
              <a:ext uri="{FF2B5EF4-FFF2-40B4-BE49-F238E27FC236}">
                <a16:creationId xmlns:a16="http://schemas.microsoft.com/office/drawing/2014/main" id="{25FAA6F7-64C6-47F5-8360-3EBFCFA48CD1}"/>
              </a:ext>
            </a:extLst>
          </p:cNvPr>
          <p:cNvGrpSpPr/>
          <p:nvPr/>
        </p:nvGrpSpPr>
        <p:grpSpPr>
          <a:xfrm>
            <a:off x="4994399" y="4267159"/>
            <a:ext cx="2203201" cy="753798"/>
            <a:chOff x="981499" y="2299747"/>
            <a:chExt cx="2203201" cy="753798"/>
          </a:xfrm>
        </p:grpSpPr>
        <p:sp>
          <p:nvSpPr>
            <p:cNvPr id="139" name="îsľiḋè">
              <a:extLst>
                <a:ext uri="{FF2B5EF4-FFF2-40B4-BE49-F238E27FC236}">
                  <a16:creationId xmlns:a16="http://schemas.microsoft.com/office/drawing/2014/main" id="{5CC9AB09-F993-48AC-AF11-9069FBE4D98D}"/>
                </a:ext>
              </a:extLst>
            </p:cNvPr>
            <p:cNvSpPr txBox="1"/>
            <p:nvPr/>
          </p:nvSpPr>
          <p:spPr bwMode="auto">
            <a:xfrm>
              <a:off x="981500" y="2653945"/>
              <a:ext cx="2203200" cy="399600"/>
            </a:xfrm>
            <a:prstGeom prst="chevron">
              <a:avLst>
                <a:gd name="adj" fmla="val 20471"/>
              </a:avLst>
            </a:prstGeom>
            <a:ln/>
          </p:spPr>
          <p:style>
            <a:lnRef idx="2">
              <a:schemeClr val="accent4">
                <a:shade val="50000"/>
              </a:schemeClr>
            </a:lnRef>
            <a:fillRef idx="1">
              <a:schemeClr val="accent4"/>
            </a:fillRef>
            <a:effectRef idx="0">
              <a:schemeClr val="accent4"/>
            </a:effectRef>
            <a:fontRef idx="minor">
              <a:schemeClr val="lt1"/>
            </a:fontRef>
          </p:style>
          <p:txBody>
            <a:bodyPr wrap="square" lIns="36000" tIns="45720" rIns="36000" bIns="45720" anchor="ctr">
              <a:noAutofit/>
            </a:bodyPr>
            <a:lstStyle>
              <a:lvl1pPr eaLnBrk="0" hangingPunct="0">
                <a:defRPr sz="1900">
                  <a:solidFill>
                    <a:schemeClr val="tx1"/>
                  </a:solidFill>
                </a:defRPr>
              </a:lvl1pPr>
              <a:lvl2pPr marL="742950" indent="-285750" eaLnBrk="0" hangingPunct="0">
                <a:defRPr sz="1900">
                  <a:solidFill>
                    <a:schemeClr val="tx1"/>
                  </a:solidFill>
                </a:defRPr>
              </a:lvl2pPr>
              <a:lvl3pPr marL="1143000" indent="-228600" eaLnBrk="0" hangingPunct="0">
                <a:defRPr sz="1900">
                  <a:solidFill>
                    <a:schemeClr val="tx1"/>
                  </a:solidFill>
                </a:defRPr>
              </a:lvl3pPr>
              <a:lvl4pPr marL="1600200" indent="-228600" eaLnBrk="0" hangingPunct="0">
                <a:defRPr sz="1900">
                  <a:solidFill>
                    <a:schemeClr val="tx1"/>
                  </a:solidFill>
                </a:defRPr>
              </a:lvl4pPr>
              <a:lvl5pPr marL="2057400" indent="-228600" eaLnBrk="0" hangingPunct="0">
                <a:defRPr sz="1900">
                  <a:solidFill>
                    <a:schemeClr val="tx1"/>
                  </a:solidFill>
                </a:defRPr>
              </a:lvl5pPr>
              <a:lvl6pPr marL="2514600" indent="-228600" defTabSz="956945" eaLnBrk="0" fontAlgn="base" hangingPunct="0">
                <a:spcBef>
                  <a:spcPct val="0"/>
                </a:spcBef>
                <a:spcAft>
                  <a:spcPct val="0"/>
                </a:spcAft>
                <a:defRPr sz="1900">
                  <a:solidFill>
                    <a:schemeClr val="tx1"/>
                  </a:solidFill>
                </a:defRPr>
              </a:lvl6pPr>
              <a:lvl7pPr marL="2971800" indent="-228600" defTabSz="956945" eaLnBrk="0" fontAlgn="base" hangingPunct="0">
                <a:spcBef>
                  <a:spcPct val="0"/>
                </a:spcBef>
                <a:spcAft>
                  <a:spcPct val="0"/>
                </a:spcAft>
                <a:defRPr sz="1900">
                  <a:solidFill>
                    <a:schemeClr val="tx1"/>
                  </a:solidFill>
                </a:defRPr>
              </a:lvl7pPr>
              <a:lvl8pPr marL="3429000" indent="-228600" defTabSz="956945" eaLnBrk="0" fontAlgn="base" hangingPunct="0">
                <a:spcBef>
                  <a:spcPct val="0"/>
                </a:spcBef>
                <a:spcAft>
                  <a:spcPct val="0"/>
                </a:spcAft>
                <a:defRPr sz="1900">
                  <a:solidFill>
                    <a:schemeClr val="tx1"/>
                  </a:solidFill>
                </a:defRPr>
              </a:lvl8pPr>
              <a:lvl9pPr marL="3886200" indent="-228600" defTabSz="956945" eaLnBrk="0" fontAlgn="base" hangingPunct="0">
                <a:spcBef>
                  <a:spcPct val="0"/>
                </a:spcBef>
                <a:spcAft>
                  <a:spcPct val="0"/>
                </a:spcAft>
                <a:defRPr sz="1900">
                  <a:solidFill>
                    <a:schemeClr val="tx1"/>
                  </a:solidFill>
                </a:defRPr>
              </a:lvl9pPr>
            </a:lstStyle>
            <a:p>
              <a:pPr algn="ctr" eaLnBrk="1" hangingPunct="1"/>
              <a:r>
                <a:rPr lang="zh-CN" altLang="en-US" sz="1800" b="1" dirty="0">
                  <a:solidFill>
                    <a:schemeClr val="bg1"/>
                  </a:solidFill>
                </a:rPr>
                <a:t>以太网标准</a:t>
              </a:r>
              <a:r>
                <a:rPr lang="en-US" altLang="zh-CN" sz="1800" b="1" dirty="0">
                  <a:solidFill>
                    <a:schemeClr val="bg1"/>
                  </a:solidFill>
                </a:rPr>
                <a:t>V2</a:t>
              </a:r>
            </a:p>
          </p:txBody>
        </p:sp>
        <p:sp>
          <p:nvSpPr>
            <p:cNvPr id="140" name="文本框 139">
              <a:extLst>
                <a:ext uri="{FF2B5EF4-FFF2-40B4-BE49-F238E27FC236}">
                  <a16:creationId xmlns:a16="http://schemas.microsoft.com/office/drawing/2014/main" id="{4AA6A0DD-1160-4D9D-B128-180742A3025A}"/>
                </a:ext>
              </a:extLst>
            </p:cNvPr>
            <p:cNvSpPr txBox="1"/>
            <p:nvPr/>
          </p:nvSpPr>
          <p:spPr>
            <a:xfrm>
              <a:off x="981499" y="2299747"/>
              <a:ext cx="2202941" cy="369332"/>
            </a:xfrm>
            <a:prstGeom prst="rect">
              <a:avLst/>
            </a:prstGeom>
            <a:noFill/>
          </p:spPr>
          <p:txBody>
            <a:bodyPr wrap="square" rtlCol="0">
              <a:spAutoFit/>
            </a:bodyPr>
            <a:lstStyle/>
            <a:p>
              <a:pPr algn="ctr"/>
              <a:r>
                <a:rPr lang="en-US" altLang="zh-CN" b="1" dirty="0">
                  <a:solidFill>
                    <a:schemeClr val="accent4"/>
                  </a:solidFill>
                  <a:latin typeface="Arial Black" panose="020B0A04020102020204" pitchFamily="34" charset="0"/>
                </a:rPr>
                <a:t>1982</a:t>
              </a:r>
              <a:r>
                <a:rPr lang="zh-CN" altLang="en-US" b="1" dirty="0">
                  <a:solidFill>
                    <a:schemeClr val="accent4"/>
                  </a:solidFill>
                  <a:latin typeface="Arial Black" panose="020B0A04020102020204" pitchFamily="34" charset="0"/>
                </a:rPr>
                <a:t>年</a:t>
              </a:r>
            </a:p>
          </p:txBody>
        </p:sp>
      </p:grpSp>
      <p:grpSp>
        <p:nvGrpSpPr>
          <p:cNvPr id="141" name="组合 140">
            <a:extLst>
              <a:ext uri="{FF2B5EF4-FFF2-40B4-BE49-F238E27FC236}">
                <a16:creationId xmlns:a16="http://schemas.microsoft.com/office/drawing/2014/main" id="{0E31477F-998B-4642-B362-DB0C0B6C6F4C}"/>
              </a:ext>
            </a:extLst>
          </p:cNvPr>
          <p:cNvGrpSpPr/>
          <p:nvPr/>
        </p:nvGrpSpPr>
        <p:grpSpPr>
          <a:xfrm>
            <a:off x="9055692" y="4267159"/>
            <a:ext cx="2203201" cy="753798"/>
            <a:chOff x="981499" y="2299747"/>
            <a:chExt cx="2203201" cy="753798"/>
          </a:xfrm>
        </p:grpSpPr>
        <p:sp>
          <p:nvSpPr>
            <p:cNvPr id="142" name="îsľiḋè">
              <a:extLst>
                <a:ext uri="{FF2B5EF4-FFF2-40B4-BE49-F238E27FC236}">
                  <a16:creationId xmlns:a16="http://schemas.microsoft.com/office/drawing/2014/main" id="{1D5619A6-F297-4E0E-8A1E-A147FA09F6DA}"/>
                </a:ext>
              </a:extLst>
            </p:cNvPr>
            <p:cNvSpPr txBox="1"/>
            <p:nvPr/>
          </p:nvSpPr>
          <p:spPr bwMode="auto">
            <a:xfrm>
              <a:off x="981500" y="2653945"/>
              <a:ext cx="2203200" cy="399600"/>
            </a:xfrm>
            <a:prstGeom prst="chevron">
              <a:avLst>
                <a:gd name="adj" fmla="val 20471"/>
              </a:avLst>
            </a:prstGeom>
            <a:ln/>
          </p:spPr>
          <p:style>
            <a:lnRef idx="2">
              <a:schemeClr val="accent4">
                <a:shade val="50000"/>
              </a:schemeClr>
            </a:lnRef>
            <a:fillRef idx="1">
              <a:schemeClr val="accent4"/>
            </a:fillRef>
            <a:effectRef idx="0">
              <a:schemeClr val="accent4"/>
            </a:effectRef>
            <a:fontRef idx="minor">
              <a:schemeClr val="lt1"/>
            </a:fontRef>
          </p:style>
          <p:txBody>
            <a:bodyPr wrap="square" lIns="36000" tIns="45720" rIns="36000" bIns="45720" anchor="ctr">
              <a:noAutofit/>
            </a:bodyPr>
            <a:lstStyle>
              <a:lvl1pPr eaLnBrk="0" hangingPunct="0">
                <a:defRPr sz="1900">
                  <a:solidFill>
                    <a:schemeClr val="tx1"/>
                  </a:solidFill>
                </a:defRPr>
              </a:lvl1pPr>
              <a:lvl2pPr marL="742950" indent="-285750" eaLnBrk="0" hangingPunct="0">
                <a:defRPr sz="1900">
                  <a:solidFill>
                    <a:schemeClr val="tx1"/>
                  </a:solidFill>
                </a:defRPr>
              </a:lvl2pPr>
              <a:lvl3pPr marL="1143000" indent="-228600" eaLnBrk="0" hangingPunct="0">
                <a:defRPr sz="1900">
                  <a:solidFill>
                    <a:schemeClr val="tx1"/>
                  </a:solidFill>
                </a:defRPr>
              </a:lvl3pPr>
              <a:lvl4pPr marL="1600200" indent="-228600" eaLnBrk="0" hangingPunct="0">
                <a:defRPr sz="1900">
                  <a:solidFill>
                    <a:schemeClr val="tx1"/>
                  </a:solidFill>
                </a:defRPr>
              </a:lvl4pPr>
              <a:lvl5pPr marL="2057400" indent="-228600" eaLnBrk="0" hangingPunct="0">
                <a:defRPr sz="1900">
                  <a:solidFill>
                    <a:schemeClr val="tx1"/>
                  </a:solidFill>
                </a:defRPr>
              </a:lvl5pPr>
              <a:lvl6pPr marL="2514600" indent="-228600" defTabSz="956945" eaLnBrk="0" fontAlgn="base" hangingPunct="0">
                <a:spcBef>
                  <a:spcPct val="0"/>
                </a:spcBef>
                <a:spcAft>
                  <a:spcPct val="0"/>
                </a:spcAft>
                <a:defRPr sz="1900">
                  <a:solidFill>
                    <a:schemeClr val="tx1"/>
                  </a:solidFill>
                </a:defRPr>
              </a:lvl6pPr>
              <a:lvl7pPr marL="2971800" indent="-228600" defTabSz="956945" eaLnBrk="0" fontAlgn="base" hangingPunct="0">
                <a:spcBef>
                  <a:spcPct val="0"/>
                </a:spcBef>
                <a:spcAft>
                  <a:spcPct val="0"/>
                </a:spcAft>
                <a:defRPr sz="1900">
                  <a:solidFill>
                    <a:schemeClr val="tx1"/>
                  </a:solidFill>
                </a:defRPr>
              </a:lvl7pPr>
              <a:lvl8pPr marL="3429000" indent="-228600" defTabSz="956945" eaLnBrk="0" fontAlgn="base" hangingPunct="0">
                <a:spcBef>
                  <a:spcPct val="0"/>
                </a:spcBef>
                <a:spcAft>
                  <a:spcPct val="0"/>
                </a:spcAft>
                <a:defRPr sz="1900">
                  <a:solidFill>
                    <a:schemeClr val="tx1"/>
                  </a:solidFill>
                </a:defRPr>
              </a:lvl8pPr>
              <a:lvl9pPr marL="3886200" indent="-228600" defTabSz="956945" eaLnBrk="0" fontAlgn="base" hangingPunct="0">
                <a:spcBef>
                  <a:spcPct val="0"/>
                </a:spcBef>
                <a:spcAft>
                  <a:spcPct val="0"/>
                </a:spcAft>
                <a:defRPr sz="1900">
                  <a:solidFill>
                    <a:schemeClr val="tx1"/>
                  </a:solidFill>
                </a:defRPr>
              </a:lvl9pPr>
            </a:lstStyle>
            <a:p>
              <a:pPr algn="ctr" eaLnBrk="1" hangingPunct="1"/>
              <a:r>
                <a:rPr lang="en-US" altLang="zh-CN" sz="1800" b="1" dirty="0">
                  <a:solidFill>
                    <a:schemeClr val="bg1"/>
                  </a:solidFill>
                </a:rPr>
                <a:t>IEEE </a:t>
              </a:r>
              <a:r>
                <a:rPr lang="zh-CN" altLang="en-US" sz="1800" b="1" dirty="0">
                  <a:solidFill>
                    <a:schemeClr val="bg1"/>
                  </a:solidFill>
                </a:rPr>
                <a:t>以太网标准</a:t>
              </a:r>
              <a:endParaRPr lang="en-US" altLang="zh-CN" sz="1800" b="1" dirty="0">
                <a:solidFill>
                  <a:schemeClr val="bg1"/>
                </a:solidFill>
              </a:endParaRPr>
            </a:p>
          </p:txBody>
        </p:sp>
        <p:sp>
          <p:nvSpPr>
            <p:cNvPr id="143" name="文本框 142">
              <a:extLst>
                <a:ext uri="{FF2B5EF4-FFF2-40B4-BE49-F238E27FC236}">
                  <a16:creationId xmlns:a16="http://schemas.microsoft.com/office/drawing/2014/main" id="{D47F6C64-A852-468A-9D9D-77CEE9C50E32}"/>
                </a:ext>
              </a:extLst>
            </p:cNvPr>
            <p:cNvSpPr txBox="1"/>
            <p:nvPr/>
          </p:nvSpPr>
          <p:spPr>
            <a:xfrm>
              <a:off x="981499" y="2299747"/>
              <a:ext cx="2202941" cy="369332"/>
            </a:xfrm>
            <a:prstGeom prst="rect">
              <a:avLst/>
            </a:prstGeom>
            <a:noFill/>
          </p:spPr>
          <p:txBody>
            <a:bodyPr wrap="square" rtlCol="0">
              <a:spAutoFit/>
            </a:bodyPr>
            <a:lstStyle/>
            <a:p>
              <a:pPr algn="ctr"/>
              <a:r>
                <a:rPr lang="en-US" altLang="zh-CN" b="1" dirty="0">
                  <a:solidFill>
                    <a:schemeClr val="accent4"/>
                  </a:solidFill>
                  <a:latin typeface="Arial Black" panose="020B0A04020102020204" pitchFamily="34" charset="0"/>
                </a:rPr>
                <a:t>1983</a:t>
              </a:r>
              <a:r>
                <a:rPr lang="zh-CN" altLang="en-US" b="1" dirty="0">
                  <a:solidFill>
                    <a:schemeClr val="accent4"/>
                  </a:solidFill>
                  <a:latin typeface="Arial Black" panose="020B0A04020102020204" pitchFamily="34" charset="0"/>
                </a:rPr>
                <a:t>年</a:t>
              </a:r>
            </a:p>
          </p:txBody>
        </p:sp>
      </p:grpSp>
      <p:grpSp>
        <p:nvGrpSpPr>
          <p:cNvPr id="8" name="组合 7">
            <a:extLst>
              <a:ext uri="{FF2B5EF4-FFF2-40B4-BE49-F238E27FC236}">
                <a16:creationId xmlns:a16="http://schemas.microsoft.com/office/drawing/2014/main" id="{235B8BED-5D8B-415B-8114-C1C89DBE5CCB}"/>
              </a:ext>
            </a:extLst>
          </p:cNvPr>
          <p:cNvGrpSpPr/>
          <p:nvPr/>
        </p:nvGrpSpPr>
        <p:grpSpPr>
          <a:xfrm>
            <a:off x="4796004" y="2266642"/>
            <a:ext cx="2613276" cy="1329563"/>
            <a:chOff x="4796004" y="2266642"/>
            <a:chExt cx="2613276" cy="1329563"/>
          </a:xfrm>
        </p:grpSpPr>
        <p:sp>
          <p:nvSpPr>
            <p:cNvPr id="30" name="文本框 29">
              <a:extLst>
                <a:ext uri="{FF2B5EF4-FFF2-40B4-BE49-F238E27FC236}">
                  <a16:creationId xmlns:a16="http://schemas.microsoft.com/office/drawing/2014/main" id="{52CD8AB3-C29E-47FE-B6EE-B9563E1AAED2}"/>
                </a:ext>
              </a:extLst>
            </p:cNvPr>
            <p:cNvSpPr txBox="1"/>
            <p:nvPr/>
          </p:nvSpPr>
          <p:spPr>
            <a:xfrm>
              <a:off x="4796004" y="3011430"/>
              <a:ext cx="2613276" cy="584775"/>
            </a:xfrm>
            <a:prstGeom prst="rect">
              <a:avLst/>
            </a:prstGeom>
            <a:noFill/>
          </p:spPr>
          <p:txBody>
            <a:bodyPr wrap="square">
              <a:spAutoFit/>
            </a:bodyPr>
            <a:lstStyle/>
            <a:p>
              <a:r>
                <a:rPr lang="zh-CN" altLang="en-US" sz="1600" b="1" dirty="0"/>
                <a:t>《以太网:局域计算机网络的分布式包交换技术》</a:t>
              </a:r>
            </a:p>
          </p:txBody>
        </p:sp>
        <p:sp>
          <p:nvSpPr>
            <p:cNvPr id="31" name="文本框 30">
              <a:extLst>
                <a:ext uri="{FF2B5EF4-FFF2-40B4-BE49-F238E27FC236}">
                  <a16:creationId xmlns:a16="http://schemas.microsoft.com/office/drawing/2014/main" id="{61C2A487-9CD7-4780-B447-C72FC1F1F751}"/>
                </a:ext>
              </a:extLst>
            </p:cNvPr>
            <p:cNvSpPr txBox="1"/>
            <p:nvPr/>
          </p:nvSpPr>
          <p:spPr>
            <a:xfrm>
              <a:off x="4994398" y="2266642"/>
              <a:ext cx="2202941" cy="584775"/>
            </a:xfrm>
            <a:prstGeom prst="rect">
              <a:avLst/>
            </a:prstGeom>
            <a:noFill/>
          </p:spPr>
          <p:txBody>
            <a:bodyPr wrap="square" rtlCol="0">
              <a:spAutoFit/>
            </a:bodyPr>
            <a:lstStyle/>
            <a:p>
              <a:pPr algn="ctr"/>
              <a:r>
                <a:rPr lang="en-US" altLang="zh-CN" sz="1600" b="1" dirty="0">
                  <a:latin typeface="Arial Narrow" panose="020B0606020202030204" pitchFamily="34" charset="0"/>
                </a:rPr>
                <a:t>Robert Metcalfe</a:t>
              </a:r>
              <a:r>
                <a:rPr lang="zh-CN" altLang="en-US" sz="1600" b="1" dirty="0">
                  <a:latin typeface="Arial Narrow" panose="020B0606020202030204" pitchFamily="34" charset="0"/>
                </a:rPr>
                <a:t>与助手</a:t>
              </a:r>
              <a:endParaRPr lang="en-US" altLang="zh-CN" sz="1600" b="1" dirty="0">
                <a:latin typeface="Arial Narrow" panose="020B0606020202030204" pitchFamily="34" charset="0"/>
              </a:endParaRPr>
            </a:p>
            <a:p>
              <a:pPr algn="ctr"/>
              <a:r>
                <a:rPr lang="en-US" altLang="zh-CN" sz="1600" b="1" dirty="0">
                  <a:latin typeface="Arial Narrow" panose="020B0606020202030204" pitchFamily="34" charset="0"/>
                </a:rPr>
                <a:t>David Boggs</a:t>
              </a:r>
              <a:r>
                <a:rPr lang="zh-CN" altLang="en-US" sz="1600" b="1" dirty="0">
                  <a:latin typeface="Arial Narrow" panose="020B0606020202030204" pitchFamily="34" charset="0"/>
                </a:rPr>
                <a:t>发表论文</a:t>
              </a:r>
            </a:p>
          </p:txBody>
        </p:sp>
      </p:grpSp>
      <p:grpSp>
        <p:nvGrpSpPr>
          <p:cNvPr id="9" name="组合 8">
            <a:extLst>
              <a:ext uri="{FF2B5EF4-FFF2-40B4-BE49-F238E27FC236}">
                <a16:creationId xmlns:a16="http://schemas.microsoft.com/office/drawing/2014/main" id="{C199D7F9-AE06-4AD4-AC50-93BDB268899E}"/>
              </a:ext>
            </a:extLst>
          </p:cNvPr>
          <p:cNvGrpSpPr/>
          <p:nvPr/>
        </p:nvGrpSpPr>
        <p:grpSpPr>
          <a:xfrm>
            <a:off x="8551044" y="2266642"/>
            <a:ext cx="3212234" cy="1338185"/>
            <a:chOff x="8551044" y="2266642"/>
            <a:chExt cx="3212234" cy="1338185"/>
          </a:xfrm>
        </p:grpSpPr>
        <p:sp>
          <p:nvSpPr>
            <p:cNvPr id="33" name="文本框 32">
              <a:extLst>
                <a:ext uri="{FF2B5EF4-FFF2-40B4-BE49-F238E27FC236}">
                  <a16:creationId xmlns:a16="http://schemas.microsoft.com/office/drawing/2014/main" id="{1DE00F9F-5CAC-4025-9952-1633F7EA339F}"/>
                </a:ext>
              </a:extLst>
            </p:cNvPr>
            <p:cNvSpPr txBox="1"/>
            <p:nvPr/>
          </p:nvSpPr>
          <p:spPr>
            <a:xfrm>
              <a:off x="8780221" y="2266642"/>
              <a:ext cx="2753881" cy="584775"/>
            </a:xfrm>
            <a:prstGeom prst="rect">
              <a:avLst/>
            </a:prstGeom>
            <a:noFill/>
          </p:spPr>
          <p:txBody>
            <a:bodyPr wrap="square" rtlCol="0">
              <a:spAutoFit/>
            </a:bodyPr>
            <a:lstStyle/>
            <a:p>
              <a:pPr algn="ctr"/>
              <a:r>
                <a:rPr lang="en-US" altLang="zh-CN" sz="1600" b="1" dirty="0">
                  <a:latin typeface="Arial Narrow" panose="020B0606020202030204" pitchFamily="34" charset="0"/>
                </a:rPr>
                <a:t>Robert Metcalfe</a:t>
              </a:r>
              <a:r>
                <a:rPr lang="zh-CN" altLang="en-US" sz="1600" b="1" dirty="0">
                  <a:latin typeface="Arial Narrow" panose="020B0606020202030204" pitchFamily="34" charset="0"/>
                </a:rPr>
                <a:t>离开</a:t>
              </a:r>
              <a:r>
                <a:rPr lang="en-US" altLang="zh-CN" sz="1600" b="1" dirty="0">
                  <a:latin typeface="Arial Narrow" panose="020B0606020202030204" pitchFamily="34" charset="0"/>
                </a:rPr>
                <a:t>Xerox</a:t>
              </a:r>
              <a:r>
                <a:rPr lang="zh-CN" altLang="en-US" sz="1600" b="1" dirty="0">
                  <a:latin typeface="Arial Narrow" panose="020B0606020202030204" pitchFamily="34" charset="0"/>
                </a:rPr>
                <a:t>公司</a:t>
              </a:r>
              <a:endParaRPr lang="en-US" altLang="zh-CN" sz="1600" b="1" dirty="0">
                <a:latin typeface="Arial Narrow" panose="020B0606020202030204" pitchFamily="34" charset="0"/>
              </a:endParaRPr>
            </a:p>
            <a:p>
              <a:pPr algn="ctr"/>
              <a:r>
                <a:rPr lang="zh-CN" altLang="en-US" sz="1600" b="1" dirty="0">
                  <a:latin typeface="Arial Narrow" panose="020B0606020202030204" pitchFamily="34" charset="0"/>
                </a:rPr>
                <a:t>成立</a:t>
              </a:r>
              <a:r>
                <a:rPr lang="en-US" altLang="zh-CN" sz="1600" b="1" dirty="0">
                  <a:latin typeface="Arial Narrow" panose="020B0606020202030204" pitchFamily="34" charset="0"/>
                </a:rPr>
                <a:t>3Com</a:t>
              </a:r>
              <a:r>
                <a:rPr lang="zh-CN" altLang="en-US" sz="1600" b="1" dirty="0">
                  <a:latin typeface="Arial Narrow" panose="020B0606020202030204" pitchFamily="34" charset="0"/>
                </a:rPr>
                <a:t>公司</a:t>
              </a:r>
            </a:p>
          </p:txBody>
        </p:sp>
        <p:sp>
          <p:nvSpPr>
            <p:cNvPr id="34" name="文本框 33">
              <a:extLst>
                <a:ext uri="{FF2B5EF4-FFF2-40B4-BE49-F238E27FC236}">
                  <a16:creationId xmlns:a16="http://schemas.microsoft.com/office/drawing/2014/main" id="{1780B887-B3AF-4AF5-86DA-6196F8D3698D}"/>
                </a:ext>
              </a:extLst>
            </p:cNvPr>
            <p:cNvSpPr txBox="1"/>
            <p:nvPr/>
          </p:nvSpPr>
          <p:spPr>
            <a:xfrm>
              <a:off x="8551044" y="3020052"/>
              <a:ext cx="3212234" cy="584775"/>
            </a:xfrm>
            <a:prstGeom prst="rect">
              <a:avLst/>
            </a:prstGeom>
            <a:noFill/>
          </p:spPr>
          <p:txBody>
            <a:bodyPr wrap="square" rtlCol="0">
              <a:spAutoFit/>
            </a:bodyPr>
            <a:lstStyle/>
            <a:p>
              <a:pPr algn="ctr"/>
              <a:r>
                <a:rPr lang="en-US" altLang="zh-CN" sz="1600" b="1" dirty="0">
                  <a:latin typeface="Arial Narrow" panose="020B0606020202030204" pitchFamily="34" charset="0"/>
                </a:rPr>
                <a:t>3Com</a:t>
              </a:r>
              <a:r>
                <a:rPr lang="zh-CN" altLang="en-US" sz="1600" b="1" dirty="0">
                  <a:latin typeface="Arial Narrow" panose="020B0606020202030204" pitchFamily="34" charset="0"/>
                </a:rPr>
                <a:t>游说</a:t>
              </a:r>
              <a:r>
                <a:rPr lang="en-US" altLang="zh-CN" sz="1600" b="1" dirty="0">
                  <a:latin typeface="Arial Narrow" panose="020B0606020202030204" pitchFamily="34" charset="0"/>
                </a:rPr>
                <a:t>DEC</a:t>
              </a:r>
              <a:r>
                <a:rPr lang="zh-CN" altLang="en-US" sz="1600" b="1" dirty="0">
                  <a:latin typeface="Arial Narrow" panose="020B0606020202030204" pitchFamily="34" charset="0"/>
                </a:rPr>
                <a:t>、</a:t>
              </a:r>
              <a:r>
                <a:rPr lang="en-US" altLang="zh-CN" sz="1600" b="1" dirty="0">
                  <a:latin typeface="Arial Narrow" panose="020B0606020202030204" pitchFamily="34" charset="0"/>
                </a:rPr>
                <a:t>Intel</a:t>
              </a:r>
              <a:r>
                <a:rPr lang="zh-CN" altLang="en-US" sz="1600" b="1" dirty="0">
                  <a:latin typeface="Arial Narrow" panose="020B0606020202030204" pitchFamily="34" charset="0"/>
                </a:rPr>
                <a:t>和</a:t>
              </a:r>
              <a:r>
                <a:rPr lang="en-US" altLang="zh-CN" sz="1600" b="1" dirty="0">
                  <a:latin typeface="Arial Narrow" panose="020B0606020202030204" pitchFamily="34" charset="0"/>
                </a:rPr>
                <a:t>Xerox</a:t>
              </a:r>
              <a:r>
                <a:rPr lang="zh-CN" altLang="en-US" sz="1600" b="1" dirty="0">
                  <a:latin typeface="Arial Narrow" panose="020B0606020202030204" pitchFamily="34" charset="0"/>
                </a:rPr>
                <a:t>公司，希望一起将以太网标准化</a:t>
              </a:r>
            </a:p>
          </p:txBody>
        </p:sp>
      </p:grpSp>
      <p:grpSp>
        <p:nvGrpSpPr>
          <p:cNvPr id="135" name="组合 134">
            <a:extLst>
              <a:ext uri="{FF2B5EF4-FFF2-40B4-BE49-F238E27FC236}">
                <a16:creationId xmlns:a16="http://schemas.microsoft.com/office/drawing/2014/main" id="{94033BE3-1C2F-4B44-A337-FCFEF469EAB8}"/>
              </a:ext>
            </a:extLst>
          </p:cNvPr>
          <p:cNvGrpSpPr/>
          <p:nvPr/>
        </p:nvGrpSpPr>
        <p:grpSpPr>
          <a:xfrm>
            <a:off x="933106" y="4267159"/>
            <a:ext cx="2203201" cy="753798"/>
            <a:chOff x="981499" y="2299747"/>
            <a:chExt cx="2203201" cy="753798"/>
          </a:xfrm>
        </p:grpSpPr>
        <p:sp>
          <p:nvSpPr>
            <p:cNvPr id="136" name="îsľiḋè">
              <a:extLst>
                <a:ext uri="{FF2B5EF4-FFF2-40B4-BE49-F238E27FC236}">
                  <a16:creationId xmlns:a16="http://schemas.microsoft.com/office/drawing/2014/main" id="{13F7CF9D-4052-41F2-BBF3-27F4DAB5FC8E}"/>
                </a:ext>
              </a:extLst>
            </p:cNvPr>
            <p:cNvSpPr txBox="1"/>
            <p:nvPr/>
          </p:nvSpPr>
          <p:spPr bwMode="auto">
            <a:xfrm>
              <a:off x="981500" y="2653945"/>
              <a:ext cx="2203200" cy="399600"/>
            </a:xfrm>
            <a:prstGeom prst="chevron">
              <a:avLst>
                <a:gd name="adj" fmla="val 20471"/>
              </a:avLst>
            </a:prstGeom>
            <a:ln/>
          </p:spPr>
          <p:style>
            <a:lnRef idx="2">
              <a:schemeClr val="accent4">
                <a:shade val="50000"/>
              </a:schemeClr>
            </a:lnRef>
            <a:fillRef idx="1">
              <a:schemeClr val="accent4"/>
            </a:fillRef>
            <a:effectRef idx="0">
              <a:schemeClr val="accent4"/>
            </a:effectRef>
            <a:fontRef idx="minor">
              <a:schemeClr val="lt1"/>
            </a:fontRef>
          </p:style>
          <p:txBody>
            <a:bodyPr wrap="square" lIns="36000" tIns="45720" rIns="36000" bIns="45720" anchor="ctr">
              <a:noAutofit/>
            </a:bodyPr>
            <a:lstStyle>
              <a:lvl1pPr eaLnBrk="0" hangingPunct="0">
                <a:defRPr sz="1900">
                  <a:solidFill>
                    <a:schemeClr val="tx1"/>
                  </a:solidFill>
                </a:defRPr>
              </a:lvl1pPr>
              <a:lvl2pPr marL="742950" indent="-285750" eaLnBrk="0" hangingPunct="0">
                <a:defRPr sz="1900">
                  <a:solidFill>
                    <a:schemeClr val="tx1"/>
                  </a:solidFill>
                </a:defRPr>
              </a:lvl2pPr>
              <a:lvl3pPr marL="1143000" indent="-228600" eaLnBrk="0" hangingPunct="0">
                <a:defRPr sz="1900">
                  <a:solidFill>
                    <a:schemeClr val="tx1"/>
                  </a:solidFill>
                </a:defRPr>
              </a:lvl3pPr>
              <a:lvl4pPr marL="1600200" indent="-228600" eaLnBrk="0" hangingPunct="0">
                <a:defRPr sz="1900">
                  <a:solidFill>
                    <a:schemeClr val="tx1"/>
                  </a:solidFill>
                </a:defRPr>
              </a:lvl4pPr>
              <a:lvl5pPr marL="2057400" indent="-228600" eaLnBrk="0" hangingPunct="0">
                <a:defRPr sz="1900">
                  <a:solidFill>
                    <a:schemeClr val="tx1"/>
                  </a:solidFill>
                </a:defRPr>
              </a:lvl5pPr>
              <a:lvl6pPr marL="2514600" indent="-228600" defTabSz="956945" eaLnBrk="0" fontAlgn="base" hangingPunct="0">
                <a:spcBef>
                  <a:spcPct val="0"/>
                </a:spcBef>
                <a:spcAft>
                  <a:spcPct val="0"/>
                </a:spcAft>
                <a:defRPr sz="1900">
                  <a:solidFill>
                    <a:schemeClr val="tx1"/>
                  </a:solidFill>
                </a:defRPr>
              </a:lvl6pPr>
              <a:lvl7pPr marL="2971800" indent="-228600" defTabSz="956945" eaLnBrk="0" fontAlgn="base" hangingPunct="0">
                <a:spcBef>
                  <a:spcPct val="0"/>
                </a:spcBef>
                <a:spcAft>
                  <a:spcPct val="0"/>
                </a:spcAft>
                <a:defRPr sz="1900">
                  <a:solidFill>
                    <a:schemeClr val="tx1"/>
                  </a:solidFill>
                </a:defRPr>
              </a:lvl7pPr>
              <a:lvl8pPr marL="3429000" indent="-228600" defTabSz="956945" eaLnBrk="0" fontAlgn="base" hangingPunct="0">
                <a:spcBef>
                  <a:spcPct val="0"/>
                </a:spcBef>
                <a:spcAft>
                  <a:spcPct val="0"/>
                </a:spcAft>
                <a:defRPr sz="1900">
                  <a:solidFill>
                    <a:schemeClr val="tx1"/>
                  </a:solidFill>
                </a:defRPr>
              </a:lvl8pPr>
              <a:lvl9pPr marL="3886200" indent="-228600" defTabSz="956945" eaLnBrk="0" fontAlgn="base" hangingPunct="0">
                <a:spcBef>
                  <a:spcPct val="0"/>
                </a:spcBef>
                <a:spcAft>
                  <a:spcPct val="0"/>
                </a:spcAft>
                <a:defRPr sz="1900">
                  <a:solidFill>
                    <a:schemeClr val="tx1"/>
                  </a:solidFill>
                </a:defRPr>
              </a:lvl9pPr>
            </a:lstStyle>
            <a:p>
              <a:pPr algn="ctr" eaLnBrk="1" hangingPunct="1"/>
              <a:r>
                <a:rPr lang="zh-CN" altLang="en-US" sz="1800" b="1" dirty="0">
                  <a:solidFill>
                    <a:schemeClr val="bg1"/>
                  </a:solidFill>
                </a:rPr>
                <a:t>以太网标准</a:t>
              </a:r>
              <a:r>
                <a:rPr lang="en-US" altLang="zh-CN" sz="1800" b="1" dirty="0">
                  <a:solidFill>
                    <a:schemeClr val="bg1"/>
                  </a:solidFill>
                </a:rPr>
                <a:t>V1</a:t>
              </a:r>
            </a:p>
          </p:txBody>
        </p:sp>
        <p:sp>
          <p:nvSpPr>
            <p:cNvPr id="137" name="文本框 136">
              <a:extLst>
                <a:ext uri="{FF2B5EF4-FFF2-40B4-BE49-F238E27FC236}">
                  <a16:creationId xmlns:a16="http://schemas.microsoft.com/office/drawing/2014/main" id="{37AE34D0-A4D8-4AC9-8F40-665B4653578C}"/>
                </a:ext>
              </a:extLst>
            </p:cNvPr>
            <p:cNvSpPr txBox="1"/>
            <p:nvPr/>
          </p:nvSpPr>
          <p:spPr>
            <a:xfrm>
              <a:off x="981499" y="2299747"/>
              <a:ext cx="2202941" cy="369332"/>
            </a:xfrm>
            <a:prstGeom prst="rect">
              <a:avLst/>
            </a:prstGeom>
            <a:noFill/>
          </p:spPr>
          <p:txBody>
            <a:bodyPr wrap="square" rtlCol="0">
              <a:spAutoFit/>
            </a:bodyPr>
            <a:lstStyle/>
            <a:p>
              <a:pPr algn="ctr"/>
              <a:r>
                <a:rPr lang="en-US" altLang="zh-CN" b="1" dirty="0">
                  <a:solidFill>
                    <a:schemeClr val="accent4"/>
                  </a:solidFill>
                  <a:latin typeface="Arial Black" panose="020B0A04020102020204" pitchFamily="34" charset="0"/>
                </a:rPr>
                <a:t>1980</a:t>
              </a:r>
              <a:r>
                <a:rPr lang="zh-CN" altLang="en-US" b="1" dirty="0">
                  <a:solidFill>
                    <a:schemeClr val="accent4"/>
                  </a:solidFill>
                  <a:latin typeface="Arial Black" panose="020B0A04020102020204" pitchFamily="34" charset="0"/>
                </a:rPr>
                <a:t>年</a:t>
              </a:r>
            </a:p>
          </p:txBody>
        </p:sp>
      </p:grpSp>
      <p:sp>
        <p:nvSpPr>
          <p:cNvPr id="36" name="文本框 35">
            <a:extLst>
              <a:ext uri="{FF2B5EF4-FFF2-40B4-BE49-F238E27FC236}">
                <a16:creationId xmlns:a16="http://schemas.microsoft.com/office/drawing/2014/main" id="{E8AF1820-0269-40E3-82E6-A9FC6A27FE4C}"/>
              </a:ext>
            </a:extLst>
          </p:cNvPr>
          <p:cNvSpPr txBox="1"/>
          <p:nvPr/>
        </p:nvSpPr>
        <p:spPr>
          <a:xfrm>
            <a:off x="933105" y="5174236"/>
            <a:ext cx="2202941" cy="338554"/>
          </a:xfrm>
          <a:prstGeom prst="rect">
            <a:avLst/>
          </a:prstGeom>
          <a:noFill/>
        </p:spPr>
        <p:txBody>
          <a:bodyPr wrap="square" rtlCol="0">
            <a:spAutoFit/>
          </a:bodyPr>
          <a:lstStyle/>
          <a:p>
            <a:pPr algn="ctr"/>
            <a:r>
              <a:rPr lang="en-US" altLang="zh-CN" sz="1600" b="1" dirty="0">
                <a:latin typeface="Arial Narrow" panose="020B0606020202030204" pitchFamily="34" charset="0"/>
              </a:rPr>
              <a:t>DIX Ethernet V1</a:t>
            </a:r>
            <a:endParaRPr lang="zh-CN" altLang="en-US" sz="1600" b="1" dirty="0">
              <a:latin typeface="Arial Narrow" panose="020B0606020202030204" pitchFamily="34" charset="0"/>
            </a:endParaRPr>
          </a:p>
        </p:txBody>
      </p:sp>
      <p:grpSp>
        <p:nvGrpSpPr>
          <p:cNvPr id="7" name="组合 6">
            <a:extLst>
              <a:ext uri="{FF2B5EF4-FFF2-40B4-BE49-F238E27FC236}">
                <a16:creationId xmlns:a16="http://schemas.microsoft.com/office/drawing/2014/main" id="{DBA71684-6D47-40D7-B982-001F60311D80}"/>
              </a:ext>
            </a:extLst>
          </p:cNvPr>
          <p:cNvGrpSpPr/>
          <p:nvPr/>
        </p:nvGrpSpPr>
        <p:grpSpPr>
          <a:xfrm>
            <a:off x="9417063" y="3021128"/>
            <a:ext cx="1401619" cy="338554"/>
            <a:chOff x="9417063" y="3021128"/>
            <a:chExt cx="1401619" cy="338554"/>
          </a:xfrm>
        </p:grpSpPr>
        <p:sp>
          <p:nvSpPr>
            <p:cNvPr id="35" name="文本框 34">
              <a:extLst>
                <a:ext uri="{FF2B5EF4-FFF2-40B4-BE49-F238E27FC236}">
                  <a16:creationId xmlns:a16="http://schemas.microsoft.com/office/drawing/2014/main" id="{4419BAD3-96C3-4B3E-B81D-515FDAD4263D}"/>
                </a:ext>
              </a:extLst>
            </p:cNvPr>
            <p:cNvSpPr txBox="1"/>
            <p:nvPr/>
          </p:nvSpPr>
          <p:spPr>
            <a:xfrm>
              <a:off x="9417063" y="3021128"/>
              <a:ext cx="304939" cy="338554"/>
            </a:xfrm>
            <a:prstGeom prst="rect">
              <a:avLst/>
            </a:prstGeom>
            <a:noFill/>
          </p:spPr>
          <p:txBody>
            <a:bodyPr wrap="square">
              <a:spAutoFit/>
            </a:bodyPr>
            <a:lstStyle/>
            <a:p>
              <a:r>
                <a:rPr lang="en-US" altLang="zh-CN" sz="1600" b="1" dirty="0">
                  <a:solidFill>
                    <a:schemeClr val="accent1">
                      <a:lumMod val="75000"/>
                    </a:schemeClr>
                  </a:solidFill>
                  <a:latin typeface="Arial Narrow" panose="020B0606020202030204" pitchFamily="34" charset="0"/>
                </a:rPr>
                <a:t>D</a:t>
              </a:r>
              <a:endParaRPr lang="zh-CN" altLang="en-US" sz="1600" dirty="0">
                <a:solidFill>
                  <a:schemeClr val="accent1">
                    <a:lumMod val="75000"/>
                  </a:schemeClr>
                </a:solidFill>
              </a:endParaRPr>
            </a:p>
          </p:txBody>
        </p:sp>
        <p:sp>
          <p:nvSpPr>
            <p:cNvPr id="37" name="文本框 36">
              <a:extLst>
                <a:ext uri="{FF2B5EF4-FFF2-40B4-BE49-F238E27FC236}">
                  <a16:creationId xmlns:a16="http://schemas.microsoft.com/office/drawing/2014/main" id="{D6379AF7-509B-4B7B-8BA3-57F2CF0852E8}"/>
                </a:ext>
              </a:extLst>
            </p:cNvPr>
            <p:cNvSpPr txBox="1"/>
            <p:nvPr/>
          </p:nvSpPr>
          <p:spPr>
            <a:xfrm>
              <a:off x="9965403" y="3021128"/>
              <a:ext cx="304939" cy="338554"/>
            </a:xfrm>
            <a:prstGeom prst="rect">
              <a:avLst/>
            </a:prstGeom>
            <a:noFill/>
          </p:spPr>
          <p:txBody>
            <a:bodyPr wrap="square">
              <a:spAutoFit/>
            </a:bodyPr>
            <a:lstStyle/>
            <a:p>
              <a:r>
                <a:rPr lang="en-US" altLang="zh-CN" sz="1600" b="1" dirty="0">
                  <a:solidFill>
                    <a:schemeClr val="accent1">
                      <a:lumMod val="75000"/>
                    </a:schemeClr>
                  </a:solidFill>
                  <a:latin typeface="Arial Narrow" panose="020B0606020202030204" pitchFamily="34" charset="0"/>
                </a:rPr>
                <a:t>I</a:t>
              </a:r>
              <a:endParaRPr lang="zh-CN" altLang="en-US" sz="1600" dirty="0">
                <a:solidFill>
                  <a:schemeClr val="accent1">
                    <a:lumMod val="75000"/>
                  </a:schemeClr>
                </a:solidFill>
              </a:endParaRPr>
            </a:p>
          </p:txBody>
        </p:sp>
        <p:sp>
          <p:nvSpPr>
            <p:cNvPr id="38" name="文本框 37">
              <a:extLst>
                <a:ext uri="{FF2B5EF4-FFF2-40B4-BE49-F238E27FC236}">
                  <a16:creationId xmlns:a16="http://schemas.microsoft.com/office/drawing/2014/main" id="{74C9CC20-C2DA-4C41-9262-324787F88F17}"/>
                </a:ext>
              </a:extLst>
            </p:cNvPr>
            <p:cNvSpPr txBox="1"/>
            <p:nvPr/>
          </p:nvSpPr>
          <p:spPr>
            <a:xfrm>
              <a:off x="10513743" y="3021128"/>
              <a:ext cx="304939" cy="338554"/>
            </a:xfrm>
            <a:prstGeom prst="rect">
              <a:avLst/>
            </a:prstGeom>
            <a:noFill/>
          </p:spPr>
          <p:txBody>
            <a:bodyPr wrap="square">
              <a:spAutoFit/>
            </a:bodyPr>
            <a:lstStyle/>
            <a:p>
              <a:r>
                <a:rPr lang="en-US" altLang="zh-CN" sz="1600" b="1" dirty="0">
                  <a:solidFill>
                    <a:schemeClr val="accent1">
                      <a:lumMod val="75000"/>
                    </a:schemeClr>
                  </a:solidFill>
                  <a:latin typeface="Arial Narrow" panose="020B0606020202030204" pitchFamily="34" charset="0"/>
                </a:rPr>
                <a:t>X</a:t>
              </a:r>
              <a:endParaRPr lang="zh-CN" altLang="en-US" sz="1600" dirty="0">
                <a:solidFill>
                  <a:schemeClr val="accent1">
                    <a:lumMod val="75000"/>
                  </a:schemeClr>
                </a:solidFill>
              </a:endParaRPr>
            </a:p>
          </p:txBody>
        </p:sp>
      </p:grpSp>
      <p:sp>
        <p:nvSpPr>
          <p:cNvPr id="39" name="文本框 38">
            <a:extLst>
              <a:ext uri="{FF2B5EF4-FFF2-40B4-BE49-F238E27FC236}">
                <a16:creationId xmlns:a16="http://schemas.microsoft.com/office/drawing/2014/main" id="{67FE9A25-C3A9-485E-A45E-2606E58B613C}"/>
              </a:ext>
            </a:extLst>
          </p:cNvPr>
          <p:cNvSpPr txBox="1"/>
          <p:nvPr/>
        </p:nvSpPr>
        <p:spPr>
          <a:xfrm>
            <a:off x="1316385" y="5168818"/>
            <a:ext cx="462623" cy="338554"/>
          </a:xfrm>
          <a:prstGeom prst="rect">
            <a:avLst/>
          </a:prstGeom>
          <a:noFill/>
        </p:spPr>
        <p:txBody>
          <a:bodyPr wrap="square">
            <a:spAutoFit/>
          </a:bodyPr>
          <a:lstStyle/>
          <a:p>
            <a:r>
              <a:rPr lang="en-US" altLang="zh-CN" sz="1600" b="1" dirty="0">
                <a:solidFill>
                  <a:schemeClr val="accent1">
                    <a:lumMod val="75000"/>
                  </a:schemeClr>
                </a:solidFill>
                <a:latin typeface="Arial Narrow" panose="020B0606020202030204" pitchFamily="34" charset="0"/>
              </a:rPr>
              <a:t>DIX</a:t>
            </a:r>
            <a:endParaRPr lang="zh-CN" altLang="en-US" sz="1600" dirty="0">
              <a:solidFill>
                <a:schemeClr val="accent1">
                  <a:lumMod val="75000"/>
                </a:schemeClr>
              </a:solidFill>
            </a:endParaRPr>
          </a:p>
        </p:txBody>
      </p:sp>
      <p:sp>
        <p:nvSpPr>
          <p:cNvPr id="40" name="文本框 39">
            <a:extLst>
              <a:ext uri="{FF2B5EF4-FFF2-40B4-BE49-F238E27FC236}">
                <a16:creationId xmlns:a16="http://schemas.microsoft.com/office/drawing/2014/main" id="{A1A9F765-0B46-4E2B-8527-B703A1301E2F}"/>
              </a:ext>
            </a:extLst>
          </p:cNvPr>
          <p:cNvSpPr txBox="1"/>
          <p:nvPr/>
        </p:nvSpPr>
        <p:spPr>
          <a:xfrm>
            <a:off x="953427" y="5485956"/>
            <a:ext cx="2202941" cy="338554"/>
          </a:xfrm>
          <a:prstGeom prst="rect">
            <a:avLst/>
          </a:prstGeom>
          <a:noFill/>
        </p:spPr>
        <p:txBody>
          <a:bodyPr wrap="square" rtlCol="0">
            <a:spAutoFit/>
          </a:bodyPr>
          <a:lstStyle/>
          <a:p>
            <a:pPr algn="ctr"/>
            <a:r>
              <a:rPr lang="en-US" altLang="zh-CN" sz="1600" b="1" dirty="0">
                <a:latin typeface="Arial Narrow" panose="020B0606020202030204" pitchFamily="34" charset="0"/>
              </a:rPr>
              <a:t>10Mb/s</a:t>
            </a:r>
            <a:endParaRPr lang="zh-CN" altLang="en-US" sz="1600" b="1" dirty="0">
              <a:latin typeface="Arial Narrow" panose="020B0606020202030204" pitchFamily="34" charset="0"/>
            </a:endParaRPr>
          </a:p>
        </p:txBody>
      </p:sp>
      <p:sp>
        <p:nvSpPr>
          <p:cNvPr id="41" name="文本框 40">
            <a:extLst>
              <a:ext uri="{FF2B5EF4-FFF2-40B4-BE49-F238E27FC236}">
                <a16:creationId xmlns:a16="http://schemas.microsoft.com/office/drawing/2014/main" id="{643D1CF0-B389-49A4-967A-26F23EB06530}"/>
              </a:ext>
            </a:extLst>
          </p:cNvPr>
          <p:cNvSpPr txBox="1"/>
          <p:nvPr/>
        </p:nvSpPr>
        <p:spPr>
          <a:xfrm>
            <a:off x="4998643" y="5174236"/>
            <a:ext cx="2202941" cy="338554"/>
          </a:xfrm>
          <a:prstGeom prst="rect">
            <a:avLst/>
          </a:prstGeom>
          <a:noFill/>
        </p:spPr>
        <p:txBody>
          <a:bodyPr wrap="square" rtlCol="0">
            <a:spAutoFit/>
          </a:bodyPr>
          <a:lstStyle/>
          <a:p>
            <a:pPr algn="ctr"/>
            <a:r>
              <a:rPr lang="en-US" altLang="zh-CN" sz="1600" b="1" dirty="0">
                <a:latin typeface="Arial Narrow" panose="020B0606020202030204" pitchFamily="34" charset="0"/>
              </a:rPr>
              <a:t>DIX Ethernet V2</a:t>
            </a:r>
            <a:endParaRPr lang="zh-CN" altLang="en-US" sz="1600" b="1" dirty="0">
              <a:latin typeface="Arial Narrow" panose="020B0606020202030204" pitchFamily="34" charset="0"/>
            </a:endParaRPr>
          </a:p>
        </p:txBody>
      </p:sp>
      <p:sp>
        <p:nvSpPr>
          <p:cNvPr id="42" name="文本框 41">
            <a:extLst>
              <a:ext uri="{FF2B5EF4-FFF2-40B4-BE49-F238E27FC236}">
                <a16:creationId xmlns:a16="http://schemas.microsoft.com/office/drawing/2014/main" id="{72B3309A-8430-4F73-B557-6474B16C7494}"/>
              </a:ext>
            </a:extLst>
          </p:cNvPr>
          <p:cNvSpPr txBox="1"/>
          <p:nvPr/>
        </p:nvSpPr>
        <p:spPr>
          <a:xfrm>
            <a:off x="4797043" y="5485956"/>
            <a:ext cx="2613276" cy="338554"/>
          </a:xfrm>
          <a:prstGeom prst="rect">
            <a:avLst/>
          </a:prstGeom>
          <a:noFill/>
        </p:spPr>
        <p:txBody>
          <a:bodyPr wrap="square" rtlCol="0">
            <a:spAutoFit/>
          </a:bodyPr>
          <a:lstStyle/>
          <a:p>
            <a:pPr algn="ctr"/>
            <a:r>
              <a:rPr lang="zh-CN" altLang="en-US" sz="1600" b="1" dirty="0">
                <a:latin typeface="Arial Narrow" panose="020B0606020202030204" pitchFamily="34" charset="0"/>
              </a:rPr>
              <a:t>第一个局域网产品的标准</a:t>
            </a:r>
          </a:p>
        </p:txBody>
      </p:sp>
      <p:sp>
        <p:nvSpPr>
          <p:cNvPr id="43" name="文本框 42">
            <a:extLst>
              <a:ext uri="{FF2B5EF4-FFF2-40B4-BE49-F238E27FC236}">
                <a16:creationId xmlns:a16="http://schemas.microsoft.com/office/drawing/2014/main" id="{03F20592-3B76-4E87-AC20-4DC80C131768}"/>
              </a:ext>
            </a:extLst>
          </p:cNvPr>
          <p:cNvSpPr txBox="1"/>
          <p:nvPr/>
        </p:nvSpPr>
        <p:spPr>
          <a:xfrm>
            <a:off x="9035632" y="5174236"/>
            <a:ext cx="2202941" cy="338554"/>
          </a:xfrm>
          <a:prstGeom prst="rect">
            <a:avLst/>
          </a:prstGeom>
          <a:noFill/>
        </p:spPr>
        <p:txBody>
          <a:bodyPr wrap="square" rtlCol="0">
            <a:spAutoFit/>
          </a:bodyPr>
          <a:lstStyle/>
          <a:p>
            <a:pPr algn="ctr"/>
            <a:r>
              <a:rPr lang="en-US" altLang="zh-CN" sz="1600" b="1" dirty="0">
                <a:latin typeface="Arial Narrow" panose="020B0606020202030204" pitchFamily="34" charset="0"/>
              </a:rPr>
              <a:t>IEEE 802.3 </a:t>
            </a:r>
            <a:r>
              <a:rPr lang="zh-CN" altLang="en-US" sz="1600" b="1" dirty="0">
                <a:latin typeface="Arial Narrow" panose="020B0606020202030204" pitchFamily="34" charset="0"/>
              </a:rPr>
              <a:t>以太网标准</a:t>
            </a:r>
          </a:p>
        </p:txBody>
      </p:sp>
      <p:sp>
        <p:nvSpPr>
          <p:cNvPr id="44" name="文本框 43">
            <a:extLst>
              <a:ext uri="{FF2B5EF4-FFF2-40B4-BE49-F238E27FC236}">
                <a16:creationId xmlns:a16="http://schemas.microsoft.com/office/drawing/2014/main" id="{978C0734-8D68-499F-B6D7-20C4D9C1C007}"/>
              </a:ext>
            </a:extLst>
          </p:cNvPr>
          <p:cNvSpPr txBox="1"/>
          <p:nvPr/>
        </p:nvSpPr>
        <p:spPr>
          <a:xfrm>
            <a:off x="8919410" y="5485956"/>
            <a:ext cx="2475501" cy="584775"/>
          </a:xfrm>
          <a:prstGeom prst="rect">
            <a:avLst/>
          </a:prstGeom>
          <a:noFill/>
        </p:spPr>
        <p:txBody>
          <a:bodyPr wrap="square" rtlCol="0">
            <a:spAutoFit/>
          </a:bodyPr>
          <a:lstStyle/>
          <a:p>
            <a:pPr algn="ctr"/>
            <a:r>
              <a:rPr lang="zh-CN" altLang="en-US" sz="1600" b="1" dirty="0">
                <a:latin typeface="Arial Narrow" panose="020B0606020202030204" pitchFamily="34" charset="0"/>
              </a:rPr>
              <a:t>对</a:t>
            </a:r>
            <a:r>
              <a:rPr lang="en-US" altLang="zh-CN" sz="1600" b="1" dirty="0">
                <a:latin typeface="Arial Narrow" panose="020B0606020202030204" pitchFamily="34" charset="0"/>
              </a:rPr>
              <a:t>DIX Ethernet V2</a:t>
            </a:r>
            <a:r>
              <a:rPr lang="zh-CN" altLang="en-US" sz="1600" b="1" dirty="0">
                <a:latin typeface="Arial Narrow" panose="020B0606020202030204" pitchFamily="34" charset="0"/>
              </a:rPr>
              <a:t>的帧格式</a:t>
            </a:r>
            <a:endParaRPr lang="en-US" altLang="zh-CN" sz="1600" b="1" dirty="0">
              <a:latin typeface="Arial Narrow" panose="020B0606020202030204" pitchFamily="34" charset="0"/>
            </a:endParaRPr>
          </a:p>
          <a:p>
            <a:pPr algn="ctr"/>
            <a:r>
              <a:rPr lang="zh-CN" altLang="en-US" sz="1600" b="1" dirty="0">
                <a:latin typeface="Arial Narrow" panose="020B0606020202030204" pitchFamily="34" charset="0"/>
              </a:rPr>
              <a:t>做了很小的改动</a:t>
            </a:r>
          </a:p>
        </p:txBody>
      </p:sp>
      <p:sp>
        <p:nvSpPr>
          <p:cNvPr id="45" name="文本框 44">
            <a:extLst>
              <a:ext uri="{FF2B5EF4-FFF2-40B4-BE49-F238E27FC236}">
                <a16:creationId xmlns:a16="http://schemas.microsoft.com/office/drawing/2014/main" id="{9C68D5D7-B9C3-4CDA-867A-0DE67FE7AD2D}"/>
              </a:ext>
            </a:extLst>
          </p:cNvPr>
          <p:cNvSpPr txBox="1"/>
          <p:nvPr/>
        </p:nvSpPr>
        <p:spPr>
          <a:xfrm>
            <a:off x="8899351" y="6039982"/>
            <a:ext cx="2475501" cy="338554"/>
          </a:xfrm>
          <a:prstGeom prst="rect">
            <a:avLst/>
          </a:prstGeom>
          <a:noFill/>
        </p:spPr>
        <p:txBody>
          <a:bodyPr wrap="square" rtlCol="0">
            <a:spAutoFit/>
          </a:bodyPr>
          <a:lstStyle/>
          <a:p>
            <a:pPr algn="ctr"/>
            <a:r>
              <a:rPr lang="zh-CN" altLang="en-US" sz="1600" b="1" dirty="0">
                <a:latin typeface="Arial Narrow" panose="020B0606020202030204" pitchFamily="34" charset="0"/>
              </a:rPr>
              <a:t>没有被广泛使用</a:t>
            </a:r>
          </a:p>
        </p:txBody>
      </p:sp>
      <p:sp>
        <p:nvSpPr>
          <p:cNvPr id="46" name="文本框 45">
            <a:extLst>
              <a:ext uri="{FF2B5EF4-FFF2-40B4-BE49-F238E27FC236}">
                <a16:creationId xmlns:a16="http://schemas.microsoft.com/office/drawing/2014/main" id="{49013391-35B7-484C-B2CB-5FC8565BEC90}"/>
              </a:ext>
            </a:extLst>
          </p:cNvPr>
          <p:cNvSpPr txBox="1"/>
          <p:nvPr/>
        </p:nvSpPr>
        <p:spPr>
          <a:xfrm>
            <a:off x="4858117" y="5824510"/>
            <a:ext cx="2475501" cy="338554"/>
          </a:xfrm>
          <a:prstGeom prst="rect">
            <a:avLst/>
          </a:prstGeom>
          <a:noFill/>
        </p:spPr>
        <p:txBody>
          <a:bodyPr wrap="square" rtlCol="0">
            <a:spAutoFit/>
          </a:bodyPr>
          <a:lstStyle/>
          <a:p>
            <a:pPr algn="ctr"/>
            <a:r>
              <a:rPr lang="zh-CN" altLang="en-US" sz="1600" b="1" dirty="0">
                <a:latin typeface="Arial Narrow" panose="020B0606020202030204" pitchFamily="34" charset="0"/>
              </a:rPr>
              <a:t>被大量使用</a:t>
            </a:r>
          </a:p>
        </p:txBody>
      </p:sp>
      <p:sp>
        <p:nvSpPr>
          <p:cNvPr id="5" name="箭头: 左右 4">
            <a:extLst>
              <a:ext uri="{FF2B5EF4-FFF2-40B4-BE49-F238E27FC236}">
                <a16:creationId xmlns:a16="http://schemas.microsoft.com/office/drawing/2014/main" id="{63EB0804-FB9B-4900-8326-84B0CE3B8293}"/>
              </a:ext>
            </a:extLst>
          </p:cNvPr>
          <p:cNvSpPr/>
          <p:nvPr/>
        </p:nvSpPr>
        <p:spPr>
          <a:xfrm>
            <a:off x="7227354" y="4445670"/>
            <a:ext cx="1836827" cy="734837"/>
          </a:xfrm>
          <a:prstGeom prst="leftRightArrow">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zh-CN" altLang="en-US" sz="1600" b="1" dirty="0"/>
              <a:t>相关硬件兼容</a:t>
            </a:r>
          </a:p>
        </p:txBody>
      </p:sp>
      <p:sp>
        <p:nvSpPr>
          <p:cNvPr id="47" name="文本框 46">
            <a:extLst>
              <a:ext uri="{FF2B5EF4-FFF2-40B4-BE49-F238E27FC236}">
                <a16:creationId xmlns:a16="http://schemas.microsoft.com/office/drawing/2014/main" id="{A288C1D7-6902-4806-9214-26567BC83307}"/>
              </a:ext>
            </a:extLst>
          </p:cNvPr>
          <p:cNvSpPr txBox="1"/>
          <p:nvPr/>
        </p:nvSpPr>
        <p:spPr>
          <a:xfrm>
            <a:off x="1540371" y="3882693"/>
            <a:ext cx="988407" cy="338554"/>
          </a:xfrm>
          <a:prstGeom prst="rect">
            <a:avLst/>
          </a:prstGeom>
          <a:noFill/>
        </p:spPr>
        <p:txBody>
          <a:bodyPr wrap="square">
            <a:spAutoFit/>
          </a:bodyPr>
          <a:lstStyle/>
          <a:p>
            <a:pPr algn="ctr"/>
            <a:r>
              <a:rPr lang="en-US" altLang="zh-CN" sz="1600" b="1" dirty="0">
                <a:latin typeface="Arial Narrow" panose="020B0606020202030204" pitchFamily="34" charset="0"/>
              </a:rPr>
              <a:t>2.94Mb/s</a:t>
            </a:r>
            <a:endParaRPr lang="zh-CN" altLang="en-US" sz="1600" dirty="0"/>
          </a:p>
        </p:txBody>
      </p:sp>
    </p:spTree>
    <p:custDataLst>
      <p:tags r:id="rId1"/>
    </p:custDataLst>
    <p:extLst>
      <p:ext uri="{BB962C8B-B14F-4D97-AF65-F5344CB8AC3E}">
        <p14:creationId xmlns:p14="http://schemas.microsoft.com/office/powerpoint/2010/main" val="2248067454"/>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2" presetClass="entr" presetSubtype="8" fill="hold" nodeType="withEffect">
                                  <p:stCondLst>
                                    <p:cond delay="0"/>
                                  </p:stCondLst>
                                  <p:childTnLst>
                                    <p:set>
                                      <p:cBhvr>
                                        <p:cTn id="6" dur="1" fill="hold">
                                          <p:stCondLst>
                                            <p:cond delay="0"/>
                                          </p:stCondLst>
                                        </p:cTn>
                                        <p:tgtEl>
                                          <p:spTgt spid="141"/>
                                        </p:tgtEl>
                                        <p:attrNameLst>
                                          <p:attrName>style.visibility</p:attrName>
                                        </p:attrNameLst>
                                      </p:cBhvr>
                                      <p:to>
                                        <p:strVal val="visible"/>
                                      </p:to>
                                    </p:set>
                                    <p:animEffect transition="in" filter="wipe(left)">
                                      <p:cBhvr>
                                        <p:cTn id="7" dur="500"/>
                                        <p:tgtEl>
                                          <p:spTgt spid="141"/>
                                        </p:tgtEl>
                                      </p:cBhvr>
                                    </p:animEffect>
                                  </p:childTnLst>
                                </p:cTn>
                              </p:par>
                            </p:childTnLst>
                          </p:cTn>
                        </p:par>
                        <p:par>
                          <p:cTn id="8" fill="hold">
                            <p:stCondLst>
                              <p:cond delay="500"/>
                            </p:stCondLst>
                            <p:childTnLst>
                              <p:par>
                                <p:cTn id="9" presetID="12" presetClass="entr" presetSubtype="8" fill="hold" grpId="0" nodeType="afterEffect">
                                  <p:stCondLst>
                                    <p:cond delay="0"/>
                                  </p:stCondLst>
                                  <p:childTnLst>
                                    <p:set>
                                      <p:cBhvr>
                                        <p:cTn id="10" dur="1" fill="hold">
                                          <p:stCondLst>
                                            <p:cond delay="0"/>
                                          </p:stCondLst>
                                        </p:cTn>
                                        <p:tgtEl>
                                          <p:spTgt spid="43"/>
                                        </p:tgtEl>
                                        <p:attrNameLst>
                                          <p:attrName>style.visibility</p:attrName>
                                        </p:attrNameLst>
                                      </p:cBhvr>
                                      <p:to>
                                        <p:strVal val="visible"/>
                                      </p:to>
                                    </p:set>
                                    <p:anim calcmode="lin" valueType="num">
                                      <p:cBhvr additive="base">
                                        <p:cTn id="11" dur="500"/>
                                        <p:tgtEl>
                                          <p:spTgt spid="43"/>
                                        </p:tgtEl>
                                        <p:attrNameLst>
                                          <p:attrName>ppt_x</p:attrName>
                                        </p:attrNameLst>
                                      </p:cBhvr>
                                      <p:tavLst>
                                        <p:tav tm="0">
                                          <p:val>
                                            <p:strVal val="#ppt_x-#ppt_w*1.125000"/>
                                          </p:val>
                                        </p:tav>
                                        <p:tav tm="100000">
                                          <p:val>
                                            <p:strVal val="#ppt_x"/>
                                          </p:val>
                                        </p:tav>
                                      </p:tavLst>
                                    </p:anim>
                                    <p:animEffect transition="in" filter="wipe(right)">
                                      <p:cBhvr>
                                        <p:cTn id="12" dur="500"/>
                                        <p:tgtEl>
                                          <p:spTgt spid="43"/>
                                        </p:tgtEl>
                                      </p:cBhvr>
                                    </p:animEffect>
                                  </p:childTnLst>
                                </p:cTn>
                              </p:par>
                            </p:childTnLst>
                          </p:cTn>
                        </p:par>
                      </p:childTnLst>
                    </p:cTn>
                  </p:par>
                  <p:par>
                    <p:cTn id="13" fill="hold">
                      <p:stCondLst>
                        <p:cond delay="indefinite"/>
                      </p:stCondLst>
                      <p:childTnLst>
                        <p:par>
                          <p:cTn id="14" fill="hold">
                            <p:stCondLst>
                              <p:cond delay="0"/>
                            </p:stCondLst>
                            <p:childTnLst>
                              <p:par>
                                <p:cTn id="15" presetID="47" presetClass="entr" presetSubtype="0" fill="hold" grpId="0" nodeType="clickEffect">
                                  <p:stCondLst>
                                    <p:cond delay="0"/>
                                  </p:stCondLst>
                                  <p:childTnLst>
                                    <p:set>
                                      <p:cBhvr>
                                        <p:cTn id="16" dur="1" fill="hold">
                                          <p:stCondLst>
                                            <p:cond delay="0"/>
                                          </p:stCondLst>
                                        </p:cTn>
                                        <p:tgtEl>
                                          <p:spTgt spid="44"/>
                                        </p:tgtEl>
                                        <p:attrNameLst>
                                          <p:attrName>style.visibility</p:attrName>
                                        </p:attrNameLst>
                                      </p:cBhvr>
                                      <p:to>
                                        <p:strVal val="visible"/>
                                      </p:to>
                                    </p:set>
                                    <p:animEffect transition="in" filter="fade">
                                      <p:cBhvr>
                                        <p:cTn id="17" dur="1000"/>
                                        <p:tgtEl>
                                          <p:spTgt spid="44"/>
                                        </p:tgtEl>
                                      </p:cBhvr>
                                    </p:animEffect>
                                    <p:anim calcmode="lin" valueType="num">
                                      <p:cBhvr>
                                        <p:cTn id="18" dur="1000" fill="hold"/>
                                        <p:tgtEl>
                                          <p:spTgt spid="44"/>
                                        </p:tgtEl>
                                        <p:attrNameLst>
                                          <p:attrName>ppt_x</p:attrName>
                                        </p:attrNameLst>
                                      </p:cBhvr>
                                      <p:tavLst>
                                        <p:tav tm="0">
                                          <p:val>
                                            <p:strVal val="#ppt_x"/>
                                          </p:val>
                                        </p:tav>
                                        <p:tav tm="100000">
                                          <p:val>
                                            <p:strVal val="#ppt_x"/>
                                          </p:val>
                                        </p:tav>
                                      </p:tavLst>
                                    </p:anim>
                                    <p:anim calcmode="lin" valueType="num">
                                      <p:cBhvr>
                                        <p:cTn id="19" dur="1000" fill="hold"/>
                                        <p:tgtEl>
                                          <p:spTgt spid="44"/>
                                        </p:tgtEl>
                                        <p:attrNameLst>
                                          <p:attrName>ppt_y</p:attrName>
                                        </p:attrNameLst>
                                      </p:cBhvr>
                                      <p:tavLst>
                                        <p:tav tm="0">
                                          <p:val>
                                            <p:strVal val="#ppt_y-.1"/>
                                          </p:val>
                                        </p:tav>
                                        <p:tav tm="100000">
                                          <p:val>
                                            <p:strVal val="#ppt_y"/>
                                          </p:val>
                                        </p:tav>
                                      </p:tavLst>
                                    </p:anim>
                                  </p:childTnLst>
                                </p:cTn>
                              </p:par>
                            </p:childTnLst>
                          </p:cTn>
                        </p:par>
                      </p:childTnLst>
                    </p:cTn>
                  </p:par>
                  <p:par>
                    <p:cTn id="20" fill="hold">
                      <p:stCondLst>
                        <p:cond delay="indefinite"/>
                      </p:stCondLst>
                      <p:childTnLst>
                        <p:par>
                          <p:cTn id="21" fill="hold">
                            <p:stCondLst>
                              <p:cond delay="0"/>
                            </p:stCondLst>
                            <p:childTnLst>
                              <p:par>
                                <p:cTn id="22" presetID="47" presetClass="entr" presetSubtype="0" fill="hold" grpId="0" nodeType="clickEffect">
                                  <p:stCondLst>
                                    <p:cond delay="0"/>
                                  </p:stCondLst>
                                  <p:childTnLst>
                                    <p:set>
                                      <p:cBhvr>
                                        <p:cTn id="23" dur="1" fill="hold">
                                          <p:stCondLst>
                                            <p:cond delay="0"/>
                                          </p:stCondLst>
                                        </p:cTn>
                                        <p:tgtEl>
                                          <p:spTgt spid="45"/>
                                        </p:tgtEl>
                                        <p:attrNameLst>
                                          <p:attrName>style.visibility</p:attrName>
                                        </p:attrNameLst>
                                      </p:cBhvr>
                                      <p:to>
                                        <p:strVal val="visible"/>
                                      </p:to>
                                    </p:set>
                                    <p:animEffect transition="in" filter="fade">
                                      <p:cBhvr>
                                        <p:cTn id="24" dur="1000"/>
                                        <p:tgtEl>
                                          <p:spTgt spid="45"/>
                                        </p:tgtEl>
                                      </p:cBhvr>
                                    </p:animEffect>
                                    <p:anim calcmode="lin" valueType="num">
                                      <p:cBhvr>
                                        <p:cTn id="25" dur="1000" fill="hold"/>
                                        <p:tgtEl>
                                          <p:spTgt spid="45"/>
                                        </p:tgtEl>
                                        <p:attrNameLst>
                                          <p:attrName>ppt_x</p:attrName>
                                        </p:attrNameLst>
                                      </p:cBhvr>
                                      <p:tavLst>
                                        <p:tav tm="0">
                                          <p:val>
                                            <p:strVal val="#ppt_x"/>
                                          </p:val>
                                        </p:tav>
                                        <p:tav tm="100000">
                                          <p:val>
                                            <p:strVal val="#ppt_x"/>
                                          </p:val>
                                        </p:tav>
                                      </p:tavLst>
                                    </p:anim>
                                    <p:anim calcmode="lin" valueType="num">
                                      <p:cBhvr>
                                        <p:cTn id="26" dur="1000" fill="hold"/>
                                        <p:tgtEl>
                                          <p:spTgt spid="45"/>
                                        </p:tgtEl>
                                        <p:attrNameLst>
                                          <p:attrName>ppt_y</p:attrName>
                                        </p:attrNameLst>
                                      </p:cBhvr>
                                      <p:tavLst>
                                        <p:tav tm="0">
                                          <p:val>
                                            <p:strVal val="#ppt_y-.1"/>
                                          </p:val>
                                        </p:tav>
                                        <p:tav tm="100000">
                                          <p:val>
                                            <p:strVal val="#ppt_y"/>
                                          </p:val>
                                        </p:tav>
                                      </p:tavLst>
                                    </p:anim>
                                  </p:childTnLst>
                                </p:cTn>
                              </p:par>
                            </p:childTnLst>
                          </p:cTn>
                        </p:par>
                      </p:childTnLst>
                    </p:cTn>
                  </p:par>
                  <p:par>
                    <p:cTn id="27" fill="hold">
                      <p:stCondLst>
                        <p:cond delay="indefinite"/>
                      </p:stCondLst>
                      <p:childTnLst>
                        <p:par>
                          <p:cTn id="28" fill="hold">
                            <p:stCondLst>
                              <p:cond delay="0"/>
                            </p:stCondLst>
                            <p:childTnLst>
                              <p:par>
                                <p:cTn id="29" presetID="47" presetClass="entr" presetSubtype="0" fill="hold" grpId="0" nodeType="clickEffect">
                                  <p:stCondLst>
                                    <p:cond delay="0"/>
                                  </p:stCondLst>
                                  <p:childTnLst>
                                    <p:set>
                                      <p:cBhvr>
                                        <p:cTn id="30" dur="1" fill="hold">
                                          <p:stCondLst>
                                            <p:cond delay="0"/>
                                          </p:stCondLst>
                                        </p:cTn>
                                        <p:tgtEl>
                                          <p:spTgt spid="46"/>
                                        </p:tgtEl>
                                        <p:attrNameLst>
                                          <p:attrName>style.visibility</p:attrName>
                                        </p:attrNameLst>
                                      </p:cBhvr>
                                      <p:to>
                                        <p:strVal val="visible"/>
                                      </p:to>
                                    </p:set>
                                    <p:animEffect transition="in" filter="fade">
                                      <p:cBhvr>
                                        <p:cTn id="31" dur="1000"/>
                                        <p:tgtEl>
                                          <p:spTgt spid="46"/>
                                        </p:tgtEl>
                                      </p:cBhvr>
                                    </p:animEffect>
                                    <p:anim calcmode="lin" valueType="num">
                                      <p:cBhvr>
                                        <p:cTn id="32" dur="1000" fill="hold"/>
                                        <p:tgtEl>
                                          <p:spTgt spid="46"/>
                                        </p:tgtEl>
                                        <p:attrNameLst>
                                          <p:attrName>ppt_x</p:attrName>
                                        </p:attrNameLst>
                                      </p:cBhvr>
                                      <p:tavLst>
                                        <p:tav tm="0">
                                          <p:val>
                                            <p:strVal val="#ppt_x"/>
                                          </p:val>
                                        </p:tav>
                                        <p:tav tm="100000">
                                          <p:val>
                                            <p:strVal val="#ppt_x"/>
                                          </p:val>
                                        </p:tav>
                                      </p:tavLst>
                                    </p:anim>
                                    <p:anim calcmode="lin" valueType="num">
                                      <p:cBhvr>
                                        <p:cTn id="33" dur="1000" fill="hold"/>
                                        <p:tgtEl>
                                          <p:spTgt spid="46"/>
                                        </p:tgtEl>
                                        <p:attrNameLst>
                                          <p:attrName>ppt_y</p:attrName>
                                        </p:attrNameLst>
                                      </p:cBhvr>
                                      <p:tavLst>
                                        <p:tav tm="0">
                                          <p:val>
                                            <p:strVal val="#ppt_y-.1"/>
                                          </p:val>
                                        </p:tav>
                                        <p:tav tm="100000">
                                          <p:val>
                                            <p:strVal val="#ppt_y"/>
                                          </p:val>
                                        </p:tav>
                                      </p:tavLst>
                                    </p:anim>
                                  </p:childTnLst>
                                </p:cTn>
                              </p:par>
                            </p:childTnLst>
                          </p:cTn>
                        </p:par>
                      </p:childTnLst>
                    </p:cTn>
                  </p:par>
                  <p:par>
                    <p:cTn id="34" fill="hold">
                      <p:stCondLst>
                        <p:cond delay="indefinite"/>
                      </p:stCondLst>
                      <p:childTnLst>
                        <p:par>
                          <p:cTn id="35" fill="hold">
                            <p:stCondLst>
                              <p:cond delay="0"/>
                            </p:stCondLst>
                            <p:childTnLst>
                              <p:par>
                                <p:cTn id="36" presetID="53" presetClass="entr" presetSubtype="16" fill="hold" grpId="0" nodeType="clickEffect">
                                  <p:stCondLst>
                                    <p:cond delay="0"/>
                                  </p:stCondLst>
                                  <p:childTnLst>
                                    <p:set>
                                      <p:cBhvr>
                                        <p:cTn id="37" dur="1" fill="hold">
                                          <p:stCondLst>
                                            <p:cond delay="0"/>
                                          </p:stCondLst>
                                        </p:cTn>
                                        <p:tgtEl>
                                          <p:spTgt spid="5"/>
                                        </p:tgtEl>
                                        <p:attrNameLst>
                                          <p:attrName>style.visibility</p:attrName>
                                        </p:attrNameLst>
                                      </p:cBhvr>
                                      <p:to>
                                        <p:strVal val="visible"/>
                                      </p:to>
                                    </p:set>
                                    <p:anim calcmode="lin" valueType="num">
                                      <p:cBhvr>
                                        <p:cTn id="38" dur="500" fill="hold"/>
                                        <p:tgtEl>
                                          <p:spTgt spid="5"/>
                                        </p:tgtEl>
                                        <p:attrNameLst>
                                          <p:attrName>ppt_w</p:attrName>
                                        </p:attrNameLst>
                                      </p:cBhvr>
                                      <p:tavLst>
                                        <p:tav tm="0">
                                          <p:val>
                                            <p:fltVal val="0"/>
                                          </p:val>
                                        </p:tav>
                                        <p:tav tm="100000">
                                          <p:val>
                                            <p:strVal val="#ppt_w"/>
                                          </p:val>
                                        </p:tav>
                                      </p:tavLst>
                                    </p:anim>
                                    <p:anim calcmode="lin" valueType="num">
                                      <p:cBhvr>
                                        <p:cTn id="39" dur="500" fill="hold"/>
                                        <p:tgtEl>
                                          <p:spTgt spid="5"/>
                                        </p:tgtEl>
                                        <p:attrNameLst>
                                          <p:attrName>ppt_h</p:attrName>
                                        </p:attrNameLst>
                                      </p:cBhvr>
                                      <p:tavLst>
                                        <p:tav tm="0">
                                          <p:val>
                                            <p:fltVal val="0"/>
                                          </p:val>
                                        </p:tav>
                                        <p:tav tm="100000">
                                          <p:val>
                                            <p:strVal val="#ppt_h"/>
                                          </p:val>
                                        </p:tav>
                                      </p:tavLst>
                                    </p:anim>
                                    <p:animEffect transition="in" filter="fade">
                                      <p:cBhvr>
                                        <p:cTn id="40" dur="500"/>
                                        <p:tgtEl>
                                          <p:spTgt spid="5"/>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3" grpId="0"/>
      <p:bldP spid="44" grpId="0"/>
      <p:bldP spid="45" grpId="0"/>
      <p:bldP spid="46" grpId="0"/>
      <p:bldP spid="5" grpId="0" animBg="1"/>
    </p:bldLst>
  </p:timing>
</p:sld>
</file>

<file path=ppt/slides/slide24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10" name="同学们好">
            <a:hlinkClick r:id="" action="ppaction://media"/>
            <a:extLst>
              <a:ext uri="{FF2B5EF4-FFF2-40B4-BE49-F238E27FC236}">
                <a16:creationId xmlns:a16="http://schemas.microsoft.com/office/drawing/2014/main" id="{7962541F-0E26-4B2C-8A2A-2F9CC614E7FA}"/>
              </a:ext>
            </a:extLst>
          </p:cNvPr>
          <p:cNvPicPr>
            <a:picLocks noChangeAspect="1"/>
          </p:cNvPicPr>
          <p:nvPr>
            <a:videoFile r:link="rId2"/>
            <p:extLst>
              <p:ext uri="{DAA4B4D4-6D71-4841-9C94-3DE7FCFB9230}">
                <p14:media xmlns:p14="http://schemas.microsoft.com/office/powerpoint/2010/main" r:embed="rId1"/>
              </p:ext>
            </p:extLst>
          </p:nvPr>
        </p:nvPicPr>
        <p:blipFill>
          <a:blip r:embed="rId4"/>
          <a:stretch>
            <a:fillRect/>
          </a:stretch>
        </p:blipFill>
        <p:spPr>
          <a:xfrm>
            <a:off x="9067420" y="2157984"/>
            <a:ext cx="2822104" cy="3819388"/>
          </a:xfrm>
          <a:prstGeom prst="rect">
            <a:avLst/>
          </a:prstGeom>
        </p:spPr>
      </p:pic>
      <p:grpSp>
        <p:nvGrpSpPr>
          <p:cNvPr id="8" name="组合 7">
            <a:extLst>
              <a:ext uri="{FF2B5EF4-FFF2-40B4-BE49-F238E27FC236}">
                <a16:creationId xmlns:a16="http://schemas.microsoft.com/office/drawing/2014/main" id="{EB820EA9-0788-4B08-9F41-8859849076A3}"/>
              </a:ext>
            </a:extLst>
          </p:cNvPr>
          <p:cNvGrpSpPr/>
          <p:nvPr/>
        </p:nvGrpSpPr>
        <p:grpSpPr>
          <a:xfrm>
            <a:off x="304800" y="749300"/>
            <a:ext cx="6192344" cy="400110"/>
            <a:chOff x="424117" y="898245"/>
            <a:chExt cx="6192344" cy="400110"/>
          </a:xfrm>
        </p:grpSpPr>
        <p:sp>
          <p:nvSpPr>
            <p:cNvPr id="9" name="平行四边形 8">
              <a:extLst>
                <a:ext uri="{FF2B5EF4-FFF2-40B4-BE49-F238E27FC236}">
                  <a16:creationId xmlns:a16="http://schemas.microsoft.com/office/drawing/2014/main" id="{7D765C99-06D5-490B-807B-260A97676A68}"/>
                </a:ext>
              </a:extLst>
            </p:cNvPr>
            <p:cNvSpPr/>
            <p:nvPr/>
          </p:nvSpPr>
          <p:spPr>
            <a:xfrm>
              <a:off x="424117" y="898245"/>
              <a:ext cx="628306" cy="387090"/>
            </a:xfrm>
            <a:prstGeom prst="parallelogram">
              <a:avLst/>
            </a:prstGeom>
            <a:solidFill>
              <a:schemeClr val="accent3">
                <a:lumMod val="75000"/>
              </a:schemeClr>
            </a:solidFill>
            <a:ln>
              <a:solidFill>
                <a:schemeClr val="accent3">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CN" sz="2200" dirty="0">
                  <a:latin typeface="Impact" panose="020B0806030902050204" pitchFamily="34" charset="0"/>
                </a:rPr>
                <a:t>01</a:t>
              </a:r>
              <a:endParaRPr lang="zh-CN" altLang="en-US" sz="2200" dirty="0">
                <a:latin typeface="Impact" panose="020B0806030902050204" pitchFamily="34" charset="0"/>
              </a:endParaRPr>
            </a:p>
          </p:txBody>
        </p:sp>
        <p:sp>
          <p:nvSpPr>
            <p:cNvPr id="11" name="文本框 10">
              <a:extLst>
                <a:ext uri="{FF2B5EF4-FFF2-40B4-BE49-F238E27FC236}">
                  <a16:creationId xmlns:a16="http://schemas.microsoft.com/office/drawing/2014/main" id="{31CA4E81-2D1B-48EE-BCAB-960D6292D597}"/>
                </a:ext>
              </a:extLst>
            </p:cNvPr>
            <p:cNvSpPr txBox="1"/>
            <p:nvPr/>
          </p:nvSpPr>
          <p:spPr>
            <a:xfrm>
              <a:off x="1052423" y="898245"/>
              <a:ext cx="5564038" cy="400110"/>
            </a:xfrm>
            <a:prstGeom prst="rect">
              <a:avLst/>
            </a:prstGeom>
            <a:noFill/>
          </p:spPr>
          <p:txBody>
            <a:bodyPr wrap="square" rtlCol="0">
              <a:spAutoFit/>
            </a:bodyPr>
            <a:lstStyle/>
            <a:p>
              <a:r>
                <a:rPr lang="zh-CN" altLang="en-US" sz="2000" b="1" dirty="0"/>
                <a:t>共享式以太网</a:t>
              </a:r>
            </a:p>
          </p:txBody>
        </p:sp>
      </p:grpSp>
      <p:sp>
        <p:nvSpPr>
          <p:cNvPr id="3" name="对话气泡: 椭圆形 2">
            <a:extLst>
              <a:ext uri="{FF2B5EF4-FFF2-40B4-BE49-F238E27FC236}">
                <a16:creationId xmlns:a16="http://schemas.microsoft.com/office/drawing/2014/main" id="{0E8DA9D6-70C6-4A96-98C7-F035EE560878}"/>
              </a:ext>
            </a:extLst>
          </p:cNvPr>
          <p:cNvSpPr/>
          <p:nvPr/>
        </p:nvSpPr>
        <p:spPr>
          <a:xfrm>
            <a:off x="1716967" y="1063890"/>
            <a:ext cx="6959966" cy="3665992"/>
          </a:xfrm>
          <a:prstGeom prst="wedgeEllipseCallout">
            <a:avLst>
              <a:gd name="adj1" fmla="val 54754"/>
              <a:gd name="adj2" fmla="val 14786"/>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nSpc>
                <a:spcPct val="150000"/>
              </a:lnSpc>
            </a:pPr>
            <a:r>
              <a:rPr lang="zh-CN" altLang="en-US" sz="2000" b="1" dirty="0">
                <a:latin typeface="Arial Narrow" panose="020B0606020202030204" pitchFamily="34" charset="0"/>
              </a:rPr>
              <a:t>         以太网目前已经从传统的</a:t>
            </a:r>
            <a:r>
              <a:rPr lang="zh-CN" altLang="en-US" sz="2000" b="1" dirty="0">
                <a:solidFill>
                  <a:schemeClr val="tx1"/>
                </a:solidFill>
                <a:highlight>
                  <a:srgbClr val="F4B919"/>
                </a:highlight>
                <a:latin typeface="Arial Narrow" panose="020B0606020202030204" pitchFamily="34" charset="0"/>
              </a:rPr>
              <a:t>共享式以太网</a:t>
            </a:r>
            <a:r>
              <a:rPr lang="zh-CN" altLang="en-US" sz="2000" b="1" dirty="0">
                <a:latin typeface="Arial Narrow" panose="020B0606020202030204" pitchFamily="34" charset="0"/>
              </a:rPr>
              <a:t>发展到</a:t>
            </a:r>
            <a:r>
              <a:rPr lang="zh-CN" altLang="en-US" sz="2000" b="1" dirty="0">
                <a:solidFill>
                  <a:schemeClr val="tx1"/>
                </a:solidFill>
                <a:highlight>
                  <a:srgbClr val="F4B919"/>
                </a:highlight>
                <a:latin typeface="Arial Narrow" panose="020B0606020202030204" pitchFamily="34" charset="0"/>
              </a:rPr>
              <a:t>交换式以太网</a:t>
            </a:r>
            <a:r>
              <a:rPr lang="zh-CN" altLang="en-US" sz="2000" b="1" dirty="0">
                <a:latin typeface="Arial Narrow" panose="020B0606020202030204" pitchFamily="34" charset="0"/>
              </a:rPr>
              <a:t>，传输速率已经从</a:t>
            </a:r>
            <a:r>
              <a:rPr lang="en-US" altLang="zh-CN" sz="2000" b="1" dirty="0">
                <a:latin typeface="Arial Narrow" panose="020B0606020202030204" pitchFamily="34" charset="0"/>
              </a:rPr>
              <a:t>10Mb/s</a:t>
            </a:r>
            <a:r>
              <a:rPr lang="zh-CN" altLang="en-US" sz="2000" b="1" dirty="0">
                <a:latin typeface="Arial Narrow" panose="020B0606020202030204" pitchFamily="34" charset="0"/>
              </a:rPr>
              <a:t>提高到</a:t>
            </a:r>
            <a:r>
              <a:rPr lang="en-US" altLang="zh-CN" sz="2000" b="1" dirty="0">
                <a:latin typeface="Arial Narrow" panose="020B0606020202030204" pitchFamily="34" charset="0"/>
              </a:rPr>
              <a:t>100Mb/s</a:t>
            </a:r>
            <a:r>
              <a:rPr lang="zh-CN" altLang="en-US" sz="2000" b="1" dirty="0">
                <a:latin typeface="Arial Narrow" panose="020B0606020202030204" pitchFamily="34" charset="0"/>
              </a:rPr>
              <a:t>、</a:t>
            </a:r>
            <a:r>
              <a:rPr lang="en-US" altLang="zh-CN" sz="2000" b="1" dirty="0">
                <a:latin typeface="Arial Narrow" panose="020B0606020202030204" pitchFamily="34" charset="0"/>
              </a:rPr>
              <a:t>1Gb/s</a:t>
            </a:r>
            <a:r>
              <a:rPr lang="zh-CN" altLang="en-US" sz="2000" b="1" dirty="0">
                <a:latin typeface="Arial Narrow" panose="020B0606020202030204" pitchFamily="34" charset="0"/>
              </a:rPr>
              <a:t>甚至</a:t>
            </a:r>
            <a:r>
              <a:rPr lang="en-US" altLang="zh-CN" sz="2000" b="1" dirty="0">
                <a:latin typeface="Arial Narrow" panose="020B0606020202030204" pitchFamily="34" charset="0"/>
              </a:rPr>
              <a:t>10Gb/s</a:t>
            </a:r>
            <a:r>
              <a:rPr lang="zh-CN" altLang="en-US" sz="2000" b="1" dirty="0">
                <a:latin typeface="Arial Narrow" panose="020B0606020202030204" pitchFamily="34" charset="0"/>
              </a:rPr>
              <a:t>。</a:t>
            </a:r>
            <a:endParaRPr lang="en-US" altLang="zh-CN" sz="2000" b="1" dirty="0">
              <a:latin typeface="Arial Narrow" panose="020B0606020202030204" pitchFamily="34" charset="0"/>
            </a:endParaRPr>
          </a:p>
          <a:p>
            <a:pPr>
              <a:lnSpc>
                <a:spcPct val="150000"/>
              </a:lnSpc>
            </a:pPr>
            <a:r>
              <a:rPr lang="zh-CN" altLang="en-US" sz="2000" b="1" dirty="0">
                <a:latin typeface="Arial Narrow" panose="020B0606020202030204" pitchFamily="34" charset="0"/>
              </a:rPr>
              <a:t>         我们会首先介绍最早流行的传输速率为</a:t>
            </a:r>
            <a:r>
              <a:rPr lang="en-US" altLang="zh-CN" sz="2000" b="1" dirty="0">
                <a:latin typeface="Arial Narrow" panose="020B0606020202030204" pitchFamily="34" charset="0"/>
              </a:rPr>
              <a:t>10Mb/s</a:t>
            </a:r>
            <a:r>
              <a:rPr lang="zh-CN" altLang="en-US" sz="2000" b="1" dirty="0">
                <a:latin typeface="Arial Narrow" panose="020B0606020202030204" pitchFamily="34" charset="0"/>
              </a:rPr>
              <a:t>的共享式以太网的相关知识。</a:t>
            </a:r>
          </a:p>
        </p:txBody>
      </p:sp>
    </p:spTree>
    <p:extLst>
      <p:ext uri="{BB962C8B-B14F-4D97-AF65-F5344CB8AC3E}">
        <p14:creationId xmlns:p14="http://schemas.microsoft.com/office/powerpoint/2010/main" val="4151576106"/>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2" presetClass="entr" presetSubtype="2" fill="hold" grpId="0" nodeType="withEffect">
                                  <p:stCondLst>
                                    <p:cond delay="0"/>
                                  </p:stCondLst>
                                  <p:childTnLst>
                                    <p:set>
                                      <p:cBhvr>
                                        <p:cTn id="6" dur="1" fill="hold">
                                          <p:stCondLst>
                                            <p:cond delay="0"/>
                                          </p:stCondLst>
                                        </p:cTn>
                                        <p:tgtEl>
                                          <p:spTgt spid="3"/>
                                        </p:tgtEl>
                                        <p:attrNameLst>
                                          <p:attrName>style.visibility</p:attrName>
                                        </p:attrNameLst>
                                      </p:cBhvr>
                                      <p:to>
                                        <p:strVal val="visible"/>
                                      </p:to>
                                    </p:set>
                                    <p:animEffect transition="in" filter="wipe(right)">
                                      <p:cBhvr>
                                        <p:cTn id="7" dur="500"/>
                                        <p:tgtEl>
                                          <p:spTgt spid="3"/>
                                        </p:tgtEl>
                                      </p:cBhvr>
                                    </p:animEffect>
                                  </p:childTnLst>
                                </p:cTn>
                              </p:par>
                            </p:childTnLst>
                          </p:cTn>
                        </p:par>
                        <p:par>
                          <p:cTn id="8" fill="hold">
                            <p:stCondLst>
                              <p:cond delay="500"/>
                            </p:stCondLst>
                            <p:childTnLst>
                              <p:par>
                                <p:cTn id="9" presetID="1" presetClass="mediacall" presetSubtype="0" fill="hold" nodeType="afterEffect">
                                  <p:stCondLst>
                                    <p:cond delay="0"/>
                                  </p:stCondLst>
                                  <p:childTnLst>
                                    <p:cmd type="call" cmd="playFrom(0.0)">
                                      <p:cBhvr>
                                        <p:cTn id="10" dur="69000" fill="hold"/>
                                        <p:tgtEl>
                                          <p:spTgt spid="10"/>
                                        </p:tgtEl>
                                      </p:cBhvr>
                                    </p:cmd>
                                  </p:childTnLst>
                                </p:cTn>
                              </p:par>
                            </p:childTnLst>
                          </p:cTn>
                        </p:par>
                      </p:childTnLst>
                    </p:cTn>
                  </p:par>
                </p:childTnLst>
              </p:cTn>
              <p:prevCondLst>
                <p:cond evt="onPrev" delay="0">
                  <p:tgtEl>
                    <p:sldTgt/>
                  </p:tgtEl>
                </p:cond>
              </p:prevCondLst>
              <p:nextCondLst>
                <p:cond evt="onNext" delay="0">
                  <p:tgtEl>
                    <p:sldTgt/>
                  </p:tgtEl>
                </p:cond>
              </p:nextCondLst>
            </p:seq>
            <p:video>
              <p:cMediaNode vol="80000">
                <p:cTn id="11" fill="hold" display="0">
                  <p:stCondLst>
                    <p:cond delay="indefinite"/>
                  </p:stCondLst>
                </p:cTn>
                <p:tgtEl>
                  <p:spTgt spid="10"/>
                </p:tgtEl>
              </p:cMediaNode>
            </p:video>
          </p:childTnLst>
        </p:cTn>
      </p:par>
    </p:tnLst>
    <p:bldLst>
      <p:bldP spid="3" grpId="0" animBg="1"/>
    </p:bldLst>
  </p:timing>
</p:sld>
</file>

<file path=ppt/slides/slide24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2" name="组合 1">
            <a:extLst>
              <a:ext uri="{FF2B5EF4-FFF2-40B4-BE49-F238E27FC236}">
                <a16:creationId xmlns:a16="http://schemas.microsoft.com/office/drawing/2014/main" id="{C05EC8F8-E91C-63A6-08E6-B7EA534A025A}"/>
              </a:ext>
            </a:extLst>
          </p:cNvPr>
          <p:cNvGrpSpPr/>
          <p:nvPr/>
        </p:nvGrpSpPr>
        <p:grpSpPr>
          <a:xfrm>
            <a:off x="3315161" y="1188116"/>
            <a:ext cx="5601959" cy="2606668"/>
            <a:chOff x="3315161" y="1188116"/>
            <a:chExt cx="5601959" cy="2606668"/>
          </a:xfrm>
        </p:grpSpPr>
        <p:sp>
          <p:nvSpPr>
            <p:cNvPr id="12" name="íşlïḍè"/>
            <p:cNvSpPr txBox="1"/>
            <p:nvPr/>
          </p:nvSpPr>
          <p:spPr>
            <a:xfrm>
              <a:off x="3965620" y="1188116"/>
              <a:ext cx="4287076" cy="419100"/>
            </a:xfrm>
            <a:prstGeom prst="rect">
              <a:avLst/>
            </a:prstGeom>
            <a:noFill/>
          </p:spPr>
          <p:txBody>
            <a:bodyPr wrap="square" lIns="91440" tIns="45720" rIns="91440" bIns="45720" anchor="ctr">
              <a:noAutofit/>
            </a:bodyPr>
            <a:lstStyle/>
            <a:p>
              <a:pPr algn="ctr"/>
              <a:r>
                <a:rPr lang="en-US" altLang="zh-CN" sz="2400" b="1" dirty="0"/>
                <a:t>3.4.1 </a:t>
              </a:r>
              <a:r>
                <a:rPr lang="zh-CN" altLang="en-US" sz="2400" b="1" dirty="0"/>
                <a:t>网络适配器和</a:t>
              </a:r>
              <a:r>
                <a:rPr lang="en-US" altLang="zh-CN" sz="2400" b="1" dirty="0"/>
                <a:t>MAC</a:t>
              </a:r>
              <a:r>
                <a:rPr lang="zh-CN" altLang="en-US" sz="2400" b="1" dirty="0"/>
                <a:t>地址</a:t>
              </a:r>
              <a:endParaRPr lang="en-US" altLang="zh-CN" sz="2400" b="1" dirty="0"/>
            </a:p>
          </p:txBody>
        </p:sp>
        <p:grpSp>
          <p:nvGrpSpPr>
            <p:cNvPr id="6" name="组合 5"/>
            <p:cNvGrpSpPr/>
            <p:nvPr/>
          </p:nvGrpSpPr>
          <p:grpSpPr>
            <a:xfrm>
              <a:off x="3315161" y="2010058"/>
              <a:ext cx="5601959" cy="595554"/>
              <a:chOff x="1183243" y="2200834"/>
              <a:chExt cx="5601959" cy="595554"/>
            </a:xfrm>
          </p:grpSpPr>
          <p:sp>
            <p:nvSpPr>
              <p:cNvPr id="5" name="平行四边形 4"/>
              <p:cNvSpPr/>
              <p:nvPr/>
            </p:nvSpPr>
            <p:spPr>
              <a:xfrm>
                <a:off x="1183243" y="2200834"/>
                <a:ext cx="828092" cy="595554"/>
              </a:xfrm>
              <a:prstGeom prst="parallelogram">
                <a:avLst/>
              </a:prstGeom>
              <a:solidFill>
                <a:schemeClr val="accent3">
                  <a:lumMod val="75000"/>
                </a:schemeClr>
              </a:solidFill>
              <a:ln>
                <a:solidFill>
                  <a:schemeClr val="accent3">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CN" sz="2800" dirty="0">
                    <a:latin typeface="Impact" panose="020B0806030902050204" pitchFamily="34" charset="0"/>
                  </a:rPr>
                  <a:t>01</a:t>
                </a:r>
                <a:endParaRPr lang="zh-CN" altLang="en-US" sz="2800" dirty="0">
                  <a:latin typeface="Impact" panose="020B0806030902050204" pitchFamily="34" charset="0"/>
                </a:endParaRPr>
              </a:p>
            </p:txBody>
          </p:sp>
          <p:sp>
            <p:nvSpPr>
              <p:cNvPr id="25" name="平行四边形 24"/>
              <p:cNvSpPr/>
              <p:nvPr/>
            </p:nvSpPr>
            <p:spPr>
              <a:xfrm>
                <a:off x="1858679" y="2200834"/>
                <a:ext cx="4926523" cy="595554"/>
              </a:xfrm>
              <a:prstGeom prst="parallelogram">
                <a:avLst/>
              </a:prstGeom>
              <a:noFill/>
              <a:ln>
                <a:solidFill>
                  <a:schemeClr val="accent3">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r>
                  <a:rPr lang="zh-CN" altLang="en-US" sz="2200" b="1" dirty="0">
                    <a:solidFill>
                      <a:schemeClr val="tx1"/>
                    </a:solidFill>
                    <a:latin typeface="Impact" panose="020B0806030902050204" pitchFamily="34" charset="0"/>
                  </a:rPr>
                  <a:t>网络适配器</a:t>
                </a:r>
              </a:p>
            </p:txBody>
          </p:sp>
        </p:grpSp>
        <p:grpSp>
          <p:nvGrpSpPr>
            <p:cNvPr id="32" name="组合 31"/>
            <p:cNvGrpSpPr/>
            <p:nvPr/>
          </p:nvGrpSpPr>
          <p:grpSpPr>
            <a:xfrm>
              <a:off x="3315161" y="3199230"/>
              <a:ext cx="5601959" cy="595554"/>
              <a:chOff x="1183242" y="3390006"/>
              <a:chExt cx="5601959" cy="595554"/>
            </a:xfrm>
          </p:grpSpPr>
          <p:sp>
            <p:nvSpPr>
              <p:cNvPr id="27" name="平行四边形 26"/>
              <p:cNvSpPr/>
              <p:nvPr/>
            </p:nvSpPr>
            <p:spPr>
              <a:xfrm>
                <a:off x="1183242" y="3390006"/>
                <a:ext cx="828092" cy="595554"/>
              </a:xfrm>
              <a:prstGeom prst="parallelogram">
                <a:avLst/>
              </a:prstGeom>
              <a:solidFill>
                <a:schemeClr val="accent3">
                  <a:lumMod val="75000"/>
                </a:schemeClr>
              </a:solidFill>
              <a:ln>
                <a:solidFill>
                  <a:schemeClr val="accent3">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CN" sz="2800" dirty="0">
                    <a:latin typeface="Impact" panose="020B0806030902050204" pitchFamily="34" charset="0"/>
                  </a:rPr>
                  <a:t>02</a:t>
                </a:r>
                <a:endParaRPr lang="zh-CN" altLang="en-US" sz="2800" dirty="0">
                  <a:latin typeface="Impact" panose="020B0806030902050204" pitchFamily="34" charset="0"/>
                </a:endParaRPr>
              </a:p>
            </p:txBody>
          </p:sp>
          <p:sp>
            <p:nvSpPr>
              <p:cNvPr id="28" name="平行四边形 27"/>
              <p:cNvSpPr/>
              <p:nvPr/>
            </p:nvSpPr>
            <p:spPr>
              <a:xfrm>
                <a:off x="1858679" y="3390006"/>
                <a:ext cx="4926522" cy="595554"/>
              </a:xfrm>
              <a:prstGeom prst="parallelogram">
                <a:avLst/>
              </a:prstGeom>
              <a:noFill/>
              <a:ln>
                <a:solidFill>
                  <a:schemeClr val="accent3">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r>
                  <a:rPr lang="en-US" altLang="zh-CN" sz="2200" b="1" dirty="0">
                    <a:solidFill>
                      <a:schemeClr val="tx1"/>
                    </a:solidFill>
                    <a:latin typeface="+mn-ea"/>
                  </a:rPr>
                  <a:t>MAC</a:t>
                </a:r>
                <a:r>
                  <a:rPr lang="zh-CN" altLang="en-US" sz="2200" b="1" dirty="0">
                    <a:solidFill>
                      <a:schemeClr val="tx1"/>
                    </a:solidFill>
                    <a:latin typeface="Impact" panose="020B0806030902050204" pitchFamily="34" charset="0"/>
                  </a:rPr>
                  <a:t>地址</a:t>
                </a:r>
              </a:p>
            </p:txBody>
          </p:sp>
        </p:grpSp>
      </p:grpSp>
    </p:spTree>
    <p:extLst>
      <p:ext uri="{BB962C8B-B14F-4D97-AF65-F5344CB8AC3E}">
        <p14:creationId xmlns:p14="http://schemas.microsoft.com/office/powerpoint/2010/main" val="83207731"/>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42" presetClass="entr" presetSubtype="0" fill="hold" nodeType="withEffect">
                                  <p:stCondLst>
                                    <p:cond delay="0"/>
                                  </p:stCondLst>
                                  <p:childTnLst>
                                    <p:set>
                                      <p:cBhvr>
                                        <p:cTn id="6" dur="1" fill="hold">
                                          <p:stCondLst>
                                            <p:cond delay="0"/>
                                          </p:stCondLst>
                                        </p:cTn>
                                        <p:tgtEl>
                                          <p:spTgt spid="2"/>
                                        </p:tgtEl>
                                        <p:attrNameLst>
                                          <p:attrName>style.visibility</p:attrName>
                                        </p:attrNameLst>
                                      </p:cBhvr>
                                      <p:to>
                                        <p:strVal val="visible"/>
                                      </p:to>
                                    </p:set>
                                    <p:animEffect transition="in" filter="fade">
                                      <p:cBhvr>
                                        <p:cTn id="7" dur="1000"/>
                                        <p:tgtEl>
                                          <p:spTgt spid="2"/>
                                        </p:tgtEl>
                                      </p:cBhvr>
                                    </p:animEffect>
                                    <p:anim calcmode="lin" valueType="num">
                                      <p:cBhvr>
                                        <p:cTn id="8" dur="1000" fill="hold"/>
                                        <p:tgtEl>
                                          <p:spTgt spid="2"/>
                                        </p:tgtEl>
                                        <p:attrNameLst>
                                          <p:attrName>ppt_x</p:attrName>
                                        </p:attrNameLst>
                                      </p:cBhvr>
                                      <p:tavLst>
                                        <p:tav tm="0">
                                          <p:val>
                                            <p:strVal val="#ppt_x"/>
                                          </p:val>
                                        </p:tav>
                                        <p:tav tm="100000">
                                          <p:val>
                                            <p:strVal val="#ppt_x"/>
                                          </p:val>
                                        </p:tav>
                                      </p:tavLst>
                                    </p:anim>
                                    <p:anim calcmode="lin" valueType="num">
                                      <p:cBhvr>
                                        <p:cTn id="9" dur="1000" fill="hold"/>
                                        <p:tgtEl>
                                          <p:spTgt spid="2"/>
                                        </p:tgtEl>
                                        <p:attrNameLst>
                                          <p:attrName>ppt_y</p:attrName>
                                        </p:attrNameLst>
                                      </p:cBhvr>
                                      <p:tavLst>
                                        <p:tav tm="0">
                                          <p:val>
                                            <p:strVal val="#ppt_y+.1"/>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24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4" name="组合 3">
            <a:extLst>
              <a:ext uri="{FF2B5EF4-FFF2-40B4-BE49-F238E27FC236}">
                <a16:creationId xmlns:a16="http://schemas.microsoft.com/office/drawing/2014/main" id="{9A1EA9F2-FCB6-48C3-935F-7AE7E3AD14AC}"/>
              </a:ext>
            </a:extLst>
          </p:cNvPr>
          <p:cNvGrpSpPr/>
          <p:nvPr/>
        </p:nvGrpSpPr>
        <p:grpSpPr>
          <a:xfrm>
            <a:off x="304800" y="749300"/>
            <a:ext cx="6192344" cy="400110"/>
            <a:chOff x="424117" y="898245"/>
            <a:chExt cx="6192344" cy="400110"/>
          </a:xfrm>
        </p:grpSpPr>
        <p:sp>
          <p:nvSpPr>
            <p:cNvPr id="2" name="平行四边形 1">
              <a:extLst>
                <a:ext uri="{FF2B5EF4-FFF2-40B4-BE49-F238E27FC236}">
                  <a16:creationId xmlns:a16="http://schemas.microsoft.com/office/drawing/2014/main" id="{1F5BAA3F-9845-4F89-A2DD-8222D3E4EDAC}"/>
                </a:ext>
              </a:extLst>
            </p:cNvPr>
            <p:cNvSpPr/>
            <p:nvPr/>
          </p:nvSpPr>
          <p:spPr>
            <a:xfrm>
              <a:off x="424117" y="898245"/>
              <a:ext cx="628306" cy="387090"/>
            </a:xfrm>
            <a:prstGeom prst="parallelogram">
              <a:avLst/>
            </a:prstGeom>
            <a:solidFill>
              <a:schemeClr val="accent3">
                <a:lumMod val="75000"/>
              </a:schemeClr>
            </a:solidFill>
            <a:ln>
              <a:solidFill>
                <a:schemeClr val="accent3">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CN" sz="2200" dirty="0">
                  <a:latin typeface="Impact" panose="020B0806030902050204" pitchFamily="34" charset="0"/>
                </a:rPr>
                <a:t>01</a:t>
              </a:r>
              <a:endParaRPr lang="zh-CN" altLang="en-US" sz="2200" dirty="0">
                <a:latin typeface="Impact" panose="020B0806030902050204" pitchFamily="34" charset="0"/>
              </a:endParaRPr>
            </a:p>
          </p:txBody>
        </p:sp>
        <p:sp>
          <p:nvSpPr>
            <p:cNvPr id="3" name="文本框 2">
              <a:extLst>
                <a:ext uri="{FF2B5EF4-FFF2-40B4-BE49-F238E27FC236}">
                  <a16:creationId xmlns:a16="http://schemas.microsoft.com/office/drawing/2014/main" id="{4D6BD736-A4D3-4F26-AFED-36E11F50F70B}"/>
                </a:ext>
              </a:extLst>
            </p:cNvPr>
            <p:cNvSpPr txBox="1"/>
            <p:nvPr/>
          </p:nvSpPr>
          <p:spPr>
            <a:xfrm>
              <a:off x="1052423" y="898245"/>
              <a:ext cx="5564038" cy="400110"/>
            </a:xfrm>
            <a:prstGeom prst="rect">
              <a:avLst/>
            </a:prstGeom>
            <a:noFill/>
          </p:spPr>
          <p:txBody>
            <a:bodyPr wrap="square" rtlCol="0">
              <a:spAutoFit/>
            </a:bodyPr>
            <a:lstStyle/>
            <a:p>
              <a:r>
                <a:rPr lang="zh-CN" altLang="en-US" sz="2000" b="1" dirty="0"/>
                <a:t>网络适配器</a:t>
              </a:r>
            </a:p>
          </p:txBody>
        </p:sp>
      </p:grpSp>
      <p:sp>
        <p:nvSpPr>
          <p:cNvPr id="40" name="矩形 39">
            <a:extLst>
              <a:ext uri="{FF2B5EF4-FFF2-40B4-BE49-F238E27FC236}">
                <a16:creationId xmlns:a16="http://schemas.microsoft.com/office/drawing/2014/main" id="{BCD66B3D-D3F7-4440-9406-4ECBF941DE41}"/>
              </a:ext>
            </a:extLst>
          </p:cNvPr>
          <p:cNvSpPr/>
          <p:nvPr/>
        </p:nvSpPr>
        <p:spPr>
          <a:xfrm>
            <a:off x="1056633" y="1335374"/>
            <a:ext cx="256976" cy="256976"/>
          </a:xfrm>
          <a:prstGeom prst="rect">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41" name="íşlïḍè">
            <a:extLst>
              <a:ext uri="{FF2B5EF4-FFF2-40B4-BE49-F238E27FC236}">
                <a16:creationId xmlns:a16="http://schemas.microsoft.com/office/drawing/2014/main" id="{0216106F-37A5-40E5-BDEA-DFCA29F868ED}"/>
              </a:ext>
            </a:extLst>
          </p:cNvPr>
          <p:cNvSpPr txBox="1"/>
          <p:nvPr/>
        </p:nvSpPr>
        <p:spPr>
          <a:xfrm>
            <a:off x="1373861" y="1281053"/>
            <a:ext cx="10276516" cy="369332"/>
          </a:xfrm>
          <a:prstGeom prst="rect">
            <a:avLst/>
          </a:prstGeom>
          <a:noFill/>
        </p:spPr>
        <p:txBody>
          <a:bodyPr wrap="square" lIns="91440" tIns="45720" rIns="91440" bIns="45720" anchor="ctr">
            <a:noAutofit/>
          </a:bodyPr>
          <a:lstStyle/>
          <a:p>
            <a:r>
              <a:rPr lang="zh-CN" altLang="en-US" b="1" dirty="0">
                <a:latin typeface="Arial Narrow" panose="020B0606020202030204" pitchFamily="34" charset="0"/>
              </a:rPr>
              <a:t>要将计算机连接到以太网，需要使用相应的</a:t>
            </a:r>
            <a:r>
              <a:rPr lang="zh-CN" altLang="en-US" b="1" dirty="0">
                <a:solidFill>
                  <a:schemeClr val="accent1">
                    <a:lumMod val="75000"/>
                  </a:schemeClr>
                </a:solidFill>
                <a:latin typeface="Arial Narrow" panose="020B0606020202030204" pitchFamily="34" charset="0"/>
              </a:rPr>
              <a:t>网络适配器</a:t>
            </a:r>
            <a:r>
              <a:rPr lang="zh-CN" altLang="en-US" b="1" dirty="0">
                <a:latin typeface="Arial Narrow" panose="020B0606020202030204" pitchFamily="34" charset="0"/>
              </a:rPr>
              <a:t>（</a:t>
            </a:r>
            <a:r>
              <a:rPr lang="en-US" altLang="zh-CN" b="1" dirty="0">
                <a:latin typeface="Arial Narrow" panose="020B0606020202030204" pitchFamily="34" charset="0"/>
              </a:rPr>
              <a:t>Adapter</a:t>
            </a:r>
            <a:r>
              <a:rPr lang="zh-CN" altLang="en-US" b="1" dirty="0">
                <a:latin typeface="Arial Narrow" panose="020B0606020202030204" pitchFamily="34" charset="0"/>
              </a:rPr>
              <a:t>），网络适配器一般简称为“</a:t>
            </a:r>
            <a:r>
              <a:rPr lang="zh-CN" altLang="en-US" b="1" dirty="0">
                <a:solidFill>
                  <a:schemeClr val="accent1">
                    <a:lumMod val="75000"/>
                  </a:schemeClr>
                </a:solidFill>
                <a:latin typeface="Arial Narrow" panose="020B0606020202030204" pitchFamily="34" charset="0"/>
              </a:rPr>
              <a:t>网卡</a:t>
            </a:r>
            <a:r>
              <a:rPr lang="zh-CN" altLang="en-US" b="1" dirty="0">
                <a:latin typeface="Arial Narrow" panose="020B0606020202030204" pitchFamily="34" charset="0"/>
              </a:rPr>
              <a:t>”。</a:t>
            </a:r>
          </a:p>
        </p:txBody>
      </p:sp>
      <p:grpSp>
        <p:nvGrpSpPr>
          <p:cNvPr id="5" name="组合 4">
            <a:extLst>
              <a:ext uri="{FF2B5EF4-FFF2-40B4-BE49-F238E27FC236}">
                <a16:creationId xmlns:a16="http://schemas.microsoft.com/office/drawing/2014/main" id="{D1FF5601-75F7-4F22-AFEC-72151CB3B5B9}"/>
              </a:ext>
            </a:extLst>
          </p:cNvPr>
          <p:cNvGrpSpPr/>
          <p:nvPr/>
        </p:nvGrpSpPr>
        <p:grpSpPr>
          <a:xfrm>
            <a:off x="620438" y="2232000"/>
            <a:ext cx="10964279" cy="2628808"/>
            <a:chOff x="586831" y="2396460"/>
            <a:chExt cx="10964279" cy="2628808"/>
          </a:xfrm>
        </p:grpSpPr>
        <p:grpSp>
          <p:nvGrpSpPr>
            <p:cNvPr id="42" name="组合 41">
              <a:extLst>
                <a:ext uri="{FF2B5EF4-FFF2-40B4-BE49-F238E27FC236}">
                  <a16:creationId xmlns:a16="http://schemas.microsoft.com/office/drawing/2014/main" id="{ACC4AFF4-4F8F-42E9-8F74-E15ECA9AEFB3}"/>
                </a:ext>
              </a:extLst>
            </p:cNvPr>
            <p:cNvGrpSpPr/>
            <p:nvPr/>
          </p:nvGrpSpPr>
          <p:grpSpPr>
            <a:xfrm>
              <a:off x="586831" y="3031905"/>
              <a:ext cx="5509169" cy="1993363"/>
              <a:chOff x="381462" y="4452843"/>
              <a:chExt cx="5509169" cy="1993363"/>
            </a:xfrm>
          </p:grpSpPr>
          <p:grpSp>
            <p:nvGrpSpPr>
              <p:cNvPr id="43" name="组合 42">
                <a:extLst>
                  <a:ext uri="{FF2B5EF4-FFF2-40B4-BE49-F238E27FC236}">
                    <a16:creationId xmlns:a16="http://schemas.microsoft.com/office/drawing/2014/main" id="{7290135E-1689-4ADB-904D-2BC94C1EBBE8}"/>
                  </a:ext>
                </a:extLst>
              </p:cNvPr>
              <p:cNvGrpSpPr/>
              <p:nvPr/>
            </p:nvGrpSpPr>
            <p:grpSpPr>
              <a:xfrm>
                <a:off x="381462" y="4452843"/>
                <a:ext cx="5509169" cy="1474280"/>
                <a:chOff x="614190" y="4396732"/>
                <a:chExt cx="5509169" cy="1474280"/>
              </a:xfrm>
            </p:grpSpPr>
            <p:cxnSp>
              <p:nvCxnSpPr>
                <p:cNvPr id="45" name="直接连接符 44">
                  <a:extLst>
                    <a:ext uri="{FF2B5EF4-FFF2-40B4-BE49-F238E27FC236}">
                      <a16:creationId xmlns:a16="http://schemas.microsoft.com/office/drawing/2014/main" id="{CF25AE11-9337-42C1-B461-2B094F3FF441}"/>
                    </a:ext>
                  </a:extLst>
                </p:cNvPr>
                <p:cNvCxnSpPr>
                  <a:cxnSpLocks/>
                </p:cNvCxnSpPr>
                <p:nvPr/>
              </p:nvCxnSpPr>
              <p:spPr>
                <a:xfrm>
                  <a:off x="745822" y="4509494"/>
                  <a:ext cx="5260273" cy="0"/>
                </a:xfrm>
                <a:prstGeom prst="line">
                  <a:avLst/>
                </a:prstGeom>
                <a:ln w="152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6" name="直接连接符 45">
                  <a:extLst>
                    <a:ext uri="{FF2B5EF4-FFF2-40B4-BE49-F238E27FC236}">
                      <a16:creationId xmlns:a16="http://schemas.microsoft.com/office/drawing/2014/main" id="{68F324E7-1E7B-4122-B649-A70071C4A6D7}"/>
                    </a:ext>
                  </a:extLst>
                </p:cNvPr>
                <p:cNvCxnSpPr/>
                <p:nvPr/>
              </p:nvCxnSpPr>
              <p:spPr>
                <a:xfrm flipV="1">
                  <a:off x="1300008" y="4537205"/>
                  <a:ext cx="0" cy="812800"/>
                </a:xfrm>
                <a:prstGeom prst="line">
                  <a:avLst/>
                </a:prstGeom>
                <a:ln w="152400">
                  <a:solidFill>
                    <a:schemeClr val="tx1"/>
                  </a:solidFill>
                </a:ln>
              </p:spPr>
              <p:style>
                <a:lnRef idx="1">
                  <a:schemeClr val="accent1"/>
                </a:lnRef>
                <a:fillRef idx="0">
                  <a:schemeClr val="accent1"/>
                </a:fillRef>
                <a:effectRef idx="0">
                  <a:schemeClr val="accent1"/>
                </a:effectRef>
                <a:fontRef idx="minor">
                  <a:schemeClr val="tx1"/>
                </a:fontRef>
              </p:style>
            </p:cxnSp>
            <p:pic>
              <p:nvPicPr>
                <p:cNvPr id="47" name="图形 46">
                  <a:extLst>
                    <a:ext uri="{FF2B5EF4-FFF2-40B4-BE49-F238E27FC236}">
                      <a16:creationId xmlns:a16="http://schemas.microsoft.com/office/drawing/2014/main" id="{2F188BC2-B766-4124-BD49-EAFEE881A38F}"/>
                    </a:ext>
                  </a:extLst>
                </p:cNvPr>
                <p:cNvPicPr>
                  <a:picLocks noChangeAspect="1"/>
                </p:cNvPicPr>
                <p:nvPr/>
              </p:nvPicPr>
              <p:blipFill>
                <a:blip r:embed="rId3">
                  <a:extLst>
                    <a:ext uri="{28A0092B-C50C-407E-A947-70E740481C1C}">
                      <a14:useLocalDpi xmlns:a14="http://schemas.microsoft.com/office/drawing/2010/main" val="0"/>
                    </a:ext>
                    <a:ext uri="{96DAC541-7B7A-43D3-8B79-37D633B846F1}">
                      <asvg:svgBlip xmlns:asvg="http://schemas.microsoft.com/office/drawing/2016/SVG/main" r:embed="rId4"/>
                    </a:ext>
                  </a:extLst>
                </a:blip>
                <a:stretch>
                  <a:fillRect/>
                </a:stretch>
              </p:blipFill>
              <p:spPr>
                <a:xfrm>
                  <a:off x="839714" y="5229930"/>
                  <a:ext cx="662814" cy="641082"/>
                </a:xfrm>
                <a:prstGeom prst="rect">
                  <a:avLst/>
                </a:prstGeom>
              </p:spPr>
            </p:pic>
            <p:cxnSp>
              <p:nvCxnSpPr>
                <p:cNvPr id="48" name="直接连接符 47">
                  <a:extLst>
                    <a:ext uri="{FF2B5EF4-FFF2-40B4-BE49-F238E27FC236}">
                      <a16:creationId xmlns:a16="http://schemas.microsoft.com/office/drawing/2014/main" id="{4EAB45B4-373A-4ECC-AEA3-0CD6AD6A47BB}"/>
                    </a:ext>
                  </a:extLst>
                </p:cNvPr>
                <p:cNvCxnSpPr/>
                <p:nvPr/>
              </p:nvCxnSpPr>
              <p:spPr>
                <a:xfrm flipV="1">
                  <a:off x="3374847" y="4537205"/>
                  <a:ext cx="0" cy="812800"/>
                </a:xfrm>
                <a:prstGeom prst="line">
                  <a:avLst/>
                </a:prstGeom>
                <a:ln w="152400">
                  <a:solidFill>
                    <a:schemeClr val="tx1"/>
                  </a:solidFill>
                  <a:tailEnd w="med" len="lg"/>
                </a:ln>
              </p:spPr>
              <p:style>
                <a:lnRef idx="1">
                  <a:schemeClr val="accent1"/>
                </a:lnRef>
                <a:fillRef idx="0">
                  <a:schemeClr val="accent1"/>
                </a:fillRef>
                <a:effectRef idx="0">
                  <a:schemeClr val="accent1"/>
                </a:effectRef>
                <a:fontRef idx="minor">
                  <a:schemeClr val="tx1"/>
                </a:fontRef>
              </p:style>
            </p:cxnSp>
            <p:pic>
              <p:nvPicPr>
                <p:cNvPr id="49" name="图形 48">
                  <a:extLst>
                    <a:ext uri="{FF2B5EF4-FFF2-40B4-BE49-F238E27FC236}">
                      <a16:creationId xmlns:a16="http://schemas.microsoft.com/office/drawing/2014/main" id="{7D68CE9E-EEA6-4751-AC4F-25828AABA975}"/>
                    </a:ext>
                  </a:extLst>
                </p:cNvPr>
                <p:cNvPicPr>
                  <a:picLocks noChangeAspect="1"/>
                </p:cNvPicPr>
                <p:nvPr/>
              </p:nvPicPr>
              <p:blipFill>
                <a:blip r:embed="rId3">
                  <a:extLst>
                    <a:ext uri="{28A0092B-C50C-407E-A947-70E740481C1C}">
                      <a14:useLocalDpi xmlns:a14="http://schemas.microsoft.com/office/drawing/2010/main" val="0"/>
                    </a:ext>
                    <a:ext uri="{96DAC541-7B7A-43D3-8B79-37D633B846F1}">
                      <asvg:svgBlip xmlns:asvg="http://schemas.microsoft.com/office/drawing/2016/SVG/main" r:embed="rId4"/>
                    </a:ext>
                  </a:extLst>
                </a:blip>
                <a:stretch>
                  <a:fillRect/>
                </a:stretch>
              </p:blipFill>
              <p:spPr>
                <a:xfrm>
                  <a:off x="2917840" y="5229930"/>
                  <a:ext cx="662814" cy="641082"/>
                </a:xfrm>
                <a:prstGeom prst="rect">
                  <a:avLst/>
                </a:prstGeom>
              </p:spPr>
            </p:pic>
            <p:cxnSp>
              <p:nvCxnSpPr>
                <p:cNvPr id="50" name="直接连接符 49">
                  <a:extLst>
                    <a:ext uri="{FF2B5EF4-FFF2-40B4-BE49-F238E27FC236}">
                      <a16:creationId xmlns:a16="http://schemas.microsoft.com/office/drawing/2014/main" id="{866DE1FD-FE69-43AD-A3E9-EB682A52429D}"/>
                    </a:ext>
                  </a:extLst>
                </p:cNvPr>
                <p:cNvCxnSpPr/>
                <p:nvPr/>
              </p:nvCxnSpPr>
              <p:spPr>
                <a:xfrm flipV="1">
                  <a:off x="5456261" y="4537205"/>
                  <a:ext cx="0" cy="812800"/>
                </a:xfrm>
                <a:prstGeom prst="line">
                  <a:avLst/>
                </a:prstGeom>
                <a:ln w="152400">
                  <a:solidFill>
                    <a:schemeClr val="tx1"/>
                  </a:solidFill>
                </a:ln>
              </p:spPr>
              <p:style>
                <a:lnRef idx="1">
                  <a:schemeClr val="accent1"/>
                </a:lnRef>
                <a:fillRef idx="0">
                  <a:schemeClr val="accent1"/>
                </a:fillRef>
                <a:effectRef idx="0">
                  <a:schemeClr val="accent1"/>
                </a:effectRef>
                <a:fontRef idx="minor">
                  <a:schemeClr val="tx1"/>
                </a:fontRef>
              </p:style>
            </p:cxnSp>
            <p:pic>
              <p:nvPicPr>
                <p:cNvPr id="51" name="图形 50">
                  <a:extLst>
                    <a:ext uri="{FF2B5EF4-FFF2-40B4-BE49-F238E27FC236}">
                      <a16:creationId xmlns:a16="http://schemas.microsoft.com/office/drawing/2014/main" id="{0FE605DE-3103-4C7B-AFC0-03272ED69FD7}"/>
                    </a:ext>
                  </a:extLst>
                </p:cNvPr>
                <p:cNvPicPr>
                  <a:picLocks noChangeAspect="1"/>
                </p:cNvPicPr>
                <p:nvPr/>
              </p:nvPicPr>
              <p:blipFill>
                <a:blip r:embed="rId3">
                  <a:extLst>
                    <a:ext uri="{28A0092B-C50C-407E-A947-70E740481C1C}">
                      <a14:useLocalDpi xmlns:a14="http://schemas.microsoft.com/office/drawing/2010/main" val="0"/>
                    </a:ext>
                    <a:ext uri="{96DAC541-7B7A-43D3-8B79-37D633B846F1}">
                      <asvg:svgBlip xmlns:asvg="http://schemas.microsoft.com/office/drawing/2016/SVG/main" r:embed="rId4"/>
                    </a:ext>
                  </a:extLst>
                </a:blip>
                <a:stretch>
                  <a:fillRect/>
                </a:stretch>
              </p:blipFill>
              <p:spPr>
                <a:xfrm>
                  <a:off x="4995967" y="5229930"/>
                  <a:ext cx="662814" cy="641082"/>
                </a:xfrm>
                <a:prstGeom prst="rect">
                  <a:avLst/>
                </a:prstGeom>
              </p:spPr>
            </p:pic>
            <p:sp>
              <p:nvSpPr>
                <p:cNvPr id="52" name="矩形 51">
                  <a:extLst>
                    <a:ext uri="{FF2B5EF4-FFF2-40B4-BE49-F238E27FC236}">
                      <a16:creationId xmlns:a16="http://schemas.microsoft.com/office/drawing/2014/main" id="{ADC443E8-4D96-4857-9A04-ABD5711A1A74}"/>
                    </a:ext>
                  </a:extLst>
                </p:cNvPr>
                <p:cNvSpPr/>
                <p:nvPr/>
              </p:nvSpPr>
              <p:spPr>
                <a:xfrm>
                  <a:off x="614190" y="4396732"/>
                  <a:ext cx="225524" cy="225524"/>
                </a:xfrm>
                <a:prstGeom prst="rect">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53" name="矩形 52">
                  <a:extLst>
                    <a:ext uri="{FF2B5EF4-FFF2-40B4-BE49-F238E27FC236}">
                      <a16:creationId xmlns:a16="http://schemas.microsoft.com/office/drawing/2014/main" id="{01A3652D-2CBA-416D-BA7E-94C923ABB90D}"/>
                    </a:ext>
                  </a:extLst>
                </p:cNvPr>
                <p:cNvSpPr/>
                <p:nvPr/>
              </p:nvSpPr>
              <p:spPr>
                <a:xfrm>
                  <a:off x="5897835" y="4396732"/>
                  <a:ext cx="225524" cy="225524"/>
                </a:xfrm>
                <a:prstGeom prst="rect">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54" name="文本框 53">
                  <a:extLst>
                    <a:ext uri="{FF2B5EF4-FFF2-40B4-BE49-F238E27FC236}">
                      <a16:creationId xmlns:a16="http://schemas.microsoft.com/office/drawing/2014/main" id="{BBA22127-B536-44B1-B693-65757BD445DD}"/>
                    </a:ext>
                  </a:extLst>
                </p:cNvPr>
                <p:cNvSpPr txBox="1"/>
                <p:nvPr/>
              </p:nvSpPr>
              <p:spPr>
                <a:xfrm>
                  <a:off x="4037661" y="5336007"/>
                  <a:ext cx="670999" cy="369332"/>
                </a:xfrm>
                <a:prstGeom prst="rect">
                  <a:avLst/>
                </a:prstGeom>
                <a:noFill/>
              </p:spPr>
              <p:txBody>
                <a:bodyPr wrap="square" rtlCol="0">
                  <a:spAutoFit/>
                </a:bodyPr>
                <a:lstStyle/>
                <a:p>
                  <a:pPr algn="ctr"/>
                  <a:r>
                    <a:rPr lang="en-US" altLang="zh-CN" b="1" dirty="0">
                      <a:latin typeface="+mn-ea"/>
                    </a:rPr>
                    <a:t>……</a:t>
                  </a:r>
                  <a:endParaRPr lang="zh-CN" altLang="en-US" b="1" dirty="0">
                    <a:latin typeface="+mn-ea"/>
                  </a:endParaRPr>
                </a:p>
              </p:txBody>
            </p:sp>
          </p:grpSp>
          <p:sp>
            <p:nvSpPr>
              <p:cNvPr id="44" name="íşlïḍè">
                <a:extLst>
                  <a:ext uri="{FF2B5EF4-FFF2-40B4-BE49-F238E27FC236}">
                    <a16:creationId xmlns:a16="http://schemas.microsoft.com/office/drawing/2014/main" id="{BCEECEFC-0CAA-4B03-9E17-21E4EF49FD01}"/>
                  </a:ext>
                </a:extLst>
              </p:cNvPr>
              <p:cNvSpPr txBox="1"/>
              <p:nvPr/>
            </p:nvSpPr>
            <p:spPr>
              <a:xfrm>
                <a:off x="1454039" y="5808870"/>
                <a:ext cx="3378381" cy="637336"/>
              </a:xfrm>
              <a:prstGeom prst="rect">
                <a:avLst/>
              </a:prstGeom>
              <a:noFill/>
            </p:spPr>
            <p:txBody>
              <a:bodyPr wrap="square" lIns="91440" tIns="45720" rIns="91440" bIns="45720" anchor="ctr">
                <a:noAutofit/>
              </a:bodyPr>
              <a:lstStyle/>
              <a:p>
                <a:pPr algn="ctr"/>
                <a:r>
                  <a:rPr lang="zh-CN" altLang="en-US" b="1" dirty="0">
                    <a:latin typeface="Arial Narrow" panose="020B0606020202030204" pitchFamily="34" charset="0"/>
                  </a:rPr>
                  <a:t>使用共享总线的共享式以太网</a:t>
                </a:r>
              </a:p>
            </p:txBody>
          </p:sp>
        </p:grpSp>
        <p:grpSp>
          <p:nvGrpSpPr>
            <p:cNvPr id="55" name="组合 54">
              <a:extLst>
                <a:ext uri="{FF2B5EF4-FFF2-40B4-BE49-F238E27FC236}">
                  <a16:creationId xmlns:a16="http://schemas.microsoft.com/office/drawing/2014/main" id="{95F51EA5-09B7-4601-8960-ACD25D232115}"/>
                </a:ext>
              </a:extLst>
            </p:cNvPr>
            <p:cNvGrpSpPr/>
            <p:nvPr/>
          </p:nvGrpSpPr>
          <p:grpSpPr>
            <a:xfrm>
              <a:off x="7120358" y="2396460"/>
              <a:ext cx="4430752" cy="2628808"/>
              <a:chOff x="6914989" y="3817398"/>
              <a:chExt cx="4430752" cy="2628808"/>
            </a:xfrm>
          </p:grpSpPr>
          <p:grpSp>
            <p:nvGrpSpPr>
              <p:cNvPr id="56" name="组合 55">
                <a:extLst>
                  <a:ext uri="{FF2B5EF4-FFF2-40B4-BE49-F238E27FC236}">
                    <a16:creationId xmlns:a16="http://schemas.microsoft.com/office/drawing/2014/main" id="{4F815A06-DC0E-427D-9521-76497E7C3DD5}"/>
                  </a:ext>
                </a:extLst>
              </p:cNvPr>
              <p:cNvGrpSpPr/>
              <p:nvPr/>
            </p:nvGrpSpPr>
            <p:grpSpPr>
              <a:xfrm>
                <a:off x="6914989" y="3817398"/>
                <a:ext cx="4430752" cy="2628808"/>
                <a:chOff x="6914989" y="3817398"/>
                <a:chExt cx="4430752" cy="2628808"/>
              </a:xfrm>
            </p:grpSpPr>
            <p:cxnSp>
              <p:nvCxnSpPr>
                <p:cNvPr id="58" name="直接连接符 57">
                  <a:extLst>
                    <a:ext uri="{FF2B5EF4-FFF2-40B4-BE49-F238E27FC236}">
                      <a16:creationId xmlns:a16="http://schemas.microsoft.com/office/drawing/2014/main" id="{630035A7-DFB3-4617-89C4-FE76264D2800}"/>
                    </a:ext>
                  </a:extLst>
                </p:cNvPr>
                <p:cNvCxnSpPr/>
                <p:nvPr/>
              </p:nvCxnSpPr>
              <p:spPr>
                <a:xfrm flipV="1">
                  <a:off x="9130365" y="4260426"/>
                  <a:ext cx="0" cy="99491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9" name="直接连接符 58">
                  <a:extLst>
                    <a:ext uri="{FF2B5EF4-FFF2-40B4-BE49-F238E27FC236}">
                      <a16:creationId xmlns:a16="http://schemas.microsoft.com/office/drawing/2014/main" id="{490B05CE-B4EE-4F1B-BDB9-88C446161E26}"/>
                    </a:ext>
                  </a:extLst>
                </p:cNvPr>
                <p:cNvCxnSpPr/>
                <p:nvPr/>
              </p:nvCxnSpPr>
              <p:spPr>
                <a:xfrm>
                  <a:off x="7486239" y="5255336"/>
                  <a:ext cx="3528095"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pic>
              <p:nvPicPr>
                <p:cNvPr id="60" name="图片 59" descr="文本&#10;&#10;描述已自动生成">
                  <a:extLst>
                    <a:ext uri="{FF2B5EF4-FFF2-40B4-BE49-F238E27FC236}">
                      <a16:creationId xmlns:a16="http://schemas.microsoft.com/office/drawing/2014/main" id="{20C8B452-7CE1-4869-87DD-848F08D851AD}"/>
                    </a:ext>
                  </a:extLst>
                </p:cNvPr>
                <p:cNvPicPr>
                  <a:picLocks noChangeAspect="1"/>
                </p:cNvPicPr>
                <p:nvPr/>
              </p:nvPicPr>
              <p:blipFill>
                <a:blip r:embed="rId5">
                  <a:extLst>
                    <a:ext uri="{28A0092B-C50C-407E-A947-70E740481C1C}">
                      <a14:useLocalDpi xmlns:a14="http://schemas.microsoft.com/office/drawing/2010/main" val="0"/>
                    </a:ext>
                  </a:extLst>
                </a:blip>
                <a:stretch>
                  <a:fillRect/>
                </a:stretch>
              </p:blipFill>
              <p:spPr>
                <a:xfrm>
                  <a:off x="8777630" y="4924647"/>
                  <a:ext cx="705470" cy="661378"/>
                </a:xfrm>
                <a:prstGeom prst="rect">
                  <a:avLst/>
                </a:prstGeom>
              </p:spPr>
            </p:pic>
            <p:pic>
              <p:nvPicPr>
                <p:cNvPr id="61" name="图形 60">
                  <a:extLst>
                    <a:ext uri="{FF2B5EF4-FFF2-40B4-BE49-F238E27FC236}">
                      <a16:creationId xmlns:a16="http://schemas.microsoft.com/office/drawing/2014/main" id="{B92ACD68-CD1A-49A2-9D7A-9EABF93F446A}"/>
                    </a:ext>
                  </a:extLst>
                </p:cNvPr>
                <p:cNvPicPr>
                  <a:picLocks noChangeAspect="1"/>
                </p:cNvPicPr>
                <p:nvPr/>
              </p:nvPicPr>
              <p:blipFill>
                <a:blip r:embed="rId3">
                  <a:extLst>
                    <a:ext uri="{28A0092B-C50C-407E-A947-70E740481C1C}">
                      <a14:useLocalDpi xmlns:a14="http://schemas.microsoft.com/office/drawing/2010/main" val="0"/>
                    </a:ext>
                    <a:ext uri="{96DAC541-7B7A-43D3-8B79-37D633B846F1}">
                      <asvg:svgBlip xmlns:asvg="http://schemas.microsoft.com/office/drawing/2016/SVG/main" r:embed="rId4"/>
                    </a:ext>
                  </a:extLst>
                </a:blip>
                <a:stretch>
                  <a:fillRect/>
                </a:stretch>
              </p:blipFill>
              <p:spPr>
                <a:xfrm>
                  <a:off x="6914989" y="4840926"/>
                  <a:ext cx="662814" cy="641082"/>
                </a:xfrm>
                <a:prstGeom prst="rect">
                  <a:avLst/>
                </a:prstGeom>
              </p:spPr>
            </p:pic>
            <p:pic>
              <p:nvPicPr>
                <p:cNvPr id="62" name="图形 61">
                  <a:extLst>
                    <a:ext uri="{FF2B5EF4-FFF2-40B4-BE49-F238E27FC236}">
                      <a16:creationId xmlns:a16="http://schemas.microsoft.com/office/drawing/2014/main" id="{E8DB755F-27FF-4447-A58C-834A7B9880CA}"/>
                    </a:ext>
                  </a:extLst>
                </p:cNvPr>
                <p:cNvPicPr>
                  <a:picLocks noChangeAspect="1"/>
                </p:cNvPicPr>
                <p:nvPr/>
              </p:nvPicPr>
              <p:blipFill>
                <a:blip r:embed="rId3">
                  <a:extLst>
                    <a:ext uri="{28A0092B-C50C-407E-A947-70E740481C1C}">
                      <a14:useLocalDpi xmlns:a14="http://schemas.microsoft.com/office/drawing/2010/main" val="0"/>
                    </a:ext>
                    <a:ext uri="{96DAC541-7B7A-43D3-8B79-37D633B846F1}">
                      <asvg:svgBlip xmlns:asvg="http://schemas.microsoft.com/office/drawing/2016/SVG/main" r:embed="rId4"/>
                    </a:ext>
                  </a:extLst>
                </a:blip>
                <a:stretch>
                  <a:fillRect/>
                </a:stretch>
              </p:blipFill>
              <p:spPr>
                <a:xfrm>
                  <a:off x="10682927" y="4840926"/>
                  <a:ext cx="662814" cy="641082"/>
                </a:xfrm>
                <a:prstGeom prst="rect">
                  <a:avLst/>
                </a:prstGeom>
              </p:spPr>
            </p:pic>
            <p:pic>
              <p:nvPicPr>
                <p:cNvPr id="63" name="图形 62">
                  <a:extLst>
                    <a:ext uri="{FF2B5EF4-FFF2-40B4-BE49-F238E27FC236}">
                      <a16:creationId xmlns:a16="http://schemas.microsoft.com/office/drawing/2014/main" id="{45CF57C5-7C8A-4E14-909F-4DA988808FA4}"/>
                    </a:ext>
                  </a:extLst>
                </p:cNvPr>
                <p:cNvPicPr>
                  <a:picLocks noChangeAspect="1"/>
                </p:cNvPicPr>
                <p:nvPr/>
              </p:nvPicPr>
              <p:blipFill>
                <a:blip r:embed="rId3">
                  <a:extLst>
                    <a:ext uri="{28A0092B-C50C-407E-A947-70E740481C1C}">
                      <a14:useLocalDpi xmlns:a14="http://schemas.microsoft.com/office/drawing/2010/main" val="0"/>
                    </a:ext>
                    <a:ext uri="{96DAC541-7B7A-43D3-8B79-37D633B846F1}">
                      <asvg:svgBlip xmlns:asvg="http://schemas.microsoft.com/office/drawing/2016/SVG/main" r:embed="rId4"/>
                    </a:ext>
                  </a:extLst>
                </a:blip>
                <a:stretch>
                  <a:fillRect/>
                </a:stretch>
              </p:blipFill>
              <p:spPr>
                <a:xfrm>
                  <a:off x="8777630" y="3817398"/>
                  <a:ext cx="662814" cy="641082"/>
                </a:xfrm>
                <a:prstGeom prst="rect">
                  <a:avLst/>
                </a:prstGeom>
              </p:spPr>
            </p:pic>
            <p:sp>
              <p:nvSpPr>
                <p:cNvPr id="64" name="íşlïḍè">
                  <a:extLst>
                    <a:ext uri="{FF2B5EF4-FFF2-40B4-BE49-F238E27FC236}">
                      <a16:creationId xmlns:a16="http://schemas.microsoft.com/office/drawing/2014/main" id="{546C27FD-2763-445C-9CFB-2D9622485FF0}"/>
                    </a:ext>
                  </a:extLst>
                </p:cNvPr>
                <p:cNvSpPr txBox="1"/>
                <p:nvPr/>
              </p:nvSpPr>
              <p:spPr>
                <a:xfrm>
                  <a:off x="9349237" y="5360102"/>
                  <a:ext cx="886782" cy="417145"/>
                </a:xfrm>
                <a:prstGeom prst="rect">
                  <a:avLst/>
                </a:prstGeom>
                <a:noFill/>
              </p:spPr>
              <p:txBody>
                <a:bodyPr wrap="square" lIns="91440" tIns="45720" rIns="91440" bIns="45720" anchor="ctr">
                  <a:noAutofit/>
                </a:bodyPr>
                <a:lstStyle/>
                <a:p>
                  <a:pPr algn="ctr"/>
                  <a:r>
                    <a:rPr lang="zh-CN" altLang="en-US" b="1" dirty="0">
                      <a:latin typeface="Arial Narrow" panose="020B0606020202030204" pitchFamily="34" charset="0"/>
                    </a:rPr>
                    <a:t>集线器</a:t>
                  </a:r>
                </a:p>
              </p:txBody>
            </p:sp>
            <p:sp>
              <p:nvSpPr>
                <p:cNvPr id="65" name="íşlïḍè">
                  <a:extLst>
                    <a:ext uri="{FF2B5EF4-FFF2-40B4-BE49-F238E27FC236}">
                      <a16:creationId xmlns:a16="http://schemas.microsoft.com/office/drawing/2014/main" id="{55719F4F-2615-4AE6-A881-B68282E87141}"/>
                    </a:ext>
                  </a:extLst>
                </p:cNvPr>
                <p:cNvSpPr txBox="1"/>
                <p:nvPr/>
              </p:nvSpPr>
              <p:spPr>
                <a:xfrm>
                  <a:off x="7419846" y="5808870"/>
                  <a:ext cx="3378381" cy="637336"/>
                </a:xfrm>
                <a:prstGeom prst="rect">
                  <a:avLst/>
                </a:prstGeom>
                <a:noFill/>
              </p:spPr>
              <p:txBody>
                <a:bodyPr wrap="square" lIns="91440" tIns="45720" rIns="91440" bIns="45720" anchor="ctr">
                  <a:noAutofit/>
                </a:bodyPr>
                <a:lstStyle/>
                <a:p>
                  <a:pPr algn="ctr"/>
                  <a:r>
                    <a:rPr lang="zh-CN" altLang="en-US" b="1" dirty="0">
                      <a:latin typeface="Arial Narrow" panose="020B0606020202030204" pitchFamily="34" charset="0"/>
                    </a:rPr>
                    <a:t>使用集线器的共享式以太网</a:t>
                  </a:r>
                </a:p>
              </p:txBody>
            </p:sp>
          </p:grpSp>
          <p:sp>
            <p:nvSpPr>
              <p:cNvPr id="57" name="文本框 56">
                <a:extLst>
                  <a:ext uri="{FF2B5EF4-FFF2-40B4-BE49-F238E27FC236}">
                    <a16:creationId xmlns:a16="http://schemas.microsoft.com/office/drawing/2014/main" id="{CC984519-DB96-4420-9397-67ED701333F9}"/>
                  </a:ext>
                </a:extLst>
              </p:cNvPr>
              <p:cNvSpPr txBox="1"/>
              <p:nvPr/>
            </p:nvSpPr>
            <p:spPr>
              <a:xfrm rot="2034066">
                <a:off x="9994693" y="4362398"/>
                <a:ext cx="670999" cy="369332"/>
              </a:xfrm>
              <a:prstGeom prst="rect">
                <a:avLst/>
              </a:prstGeom>
              <a:noFill/>
            </p:spPr>
            <p:txBody>
              <a:bodyPr wrap="square" rtlCol="0">
                <a:spAutoFit/>
              </a:bodyPr>
              <a:lstStyle/>
              <a:p>
                <a:pPr algn="ctr"/>
                <a:r>
                  <a:rPr lang="en-US" altLang="zh-CN" b="1" dirty="0">
                    <a:latin typeface="+mn-ea"/>
                  </a:rPr>
                  <a:t>……</a:t>
                </a:r>
                <a:endParaRPr lang="zh-CN" altLang="en-US" b="1" dirty="0">
                  <a:latin typeface="+mn-ea"/>
                </a:endParaRPr>
              </a:p>
            </p:txBody>
          </p:sp>
        </p:grpSp>
      </p:grpSp>
      <p:pic>
        <p:nvPicPr>
          <p:cNvPr id="67" name="图片 66" descr="卡通人物&#10;&#10;中度可信度描述已自动生成">
            <a:extLst>
              <a:ext uri="{FF2B5EF4-FFF2-40B4-BE49-F238E27FC236}">
                <a16:creationId xmlns:a16="http://schemas.microsoft.com/office/drawing/2014/main" id="{18766F45-AA11-476F-AB95-BD8BD712C3F7}"/>
              </a:ext>
            </a:extLst>
          </p:cNvPr>
          <p:cNvPicPr>
            <a:picLocks noChangeAspect="1"/>
          </p:cNvPicPr>
          <p:nvPr/>
        </p:nvPicPr>
        <p:blipFill>
          <a:blip r:embed="rId6" cstate="print">
            <a:clrChange>
              <a:clrFrom>
                <a:srgbClr val="FFFFFF"/>
              </a:clrFrom>
              <a:clrTo>
                <a:srgbClr val="FFFFFF">
                  <a:alpha val="0"/>
                </a:srgbClr>
              </a:clrTo>
            </a:clrChange>
            <a:extLst>
              <a:ext uri="{28A0092B-C50C-407E-A947-70E740481C1C}">
                <a14:useLocalDpi xmlns:a14="http://schemas.microsoft.com/office/drawing/2010/main" val="0"/>
              </a:ext>
            </a:extLst>
          </a:blip>
          <a:stretch>
            <a:fillRect/>
          </a:stretch>
        </p:blipFill>
        <p:spPr>
          <a:xfrm>
            <a:off x="853714" y="3563008"/>
            <a:ext cx="662814" cy="532985"/>
          </a:xfrm>
          <a:prstGeom prst="rect">
            <a:avLst/>
          </a:prstGeom>
        </p:spPr>
      </p:pic>
      <p:sp>
        <p:nvSpPr>
          <p:cNvPr id="70" name="íşlïḍè">
            <a:extLst>
              <a:ext uri="{FF2B5EF4-FFF2-40B4-BE49-F238E27FC236}">
                <a16:creationId xmlns:a16="http://schemas.microsoft.com/office/drawing/2014/main" id="{3478E98F-8EFC-48A1-8C3D-AF434C41C233}"/>
              </a:ext>
            </a:extLst>
          </p:cNvPr>
          <p:cNvSpPr txBox="1"/>
          <p:nvPr/>
        </p:nvSpPr>
        <p:spPr>
          <a:xfrm>
            <a:off x="1439027" y="3567739"/>
            <a:ext cx="656677" cy="369332"/>
          </a:xfrm>
          <a:prstGeom prst="rect">
            <a:avLst/>
          </a:prstGeom>
          <a:noFill/>
        </p:spPr>
        <p:txBody>
          <a:bodyPr wrap="square" lIns="91440" tIns="45720" rIns="91440" bIns="45720" anchor="ctr">
            <a:noAutofit/>
          </a:bodyPr>
          <a:lstStyle/>
          <a:p>
            <a:pPr algn="ctr"/>
            <a:r>
              <a:rPr lang="zh-CN" altLang="en-US" b="1" dirty="0">
                <a:latin typeface="Arial Narrow" panose="020B0606020202030204" pitchFamily="34" charset="0"/>
              </a:rPr>
              <a:t>网卡</a:t>
            </a:r>
          </a:p>
        </p:txBody>
      </p:sp>
      <p:pic>
        <p:nvPicPr>
          <p:cNvPr id="68" name="图片 67" descr="卡通人物&#10;&#10;中度可信度描述已自动生成">
            <a:extLst>
              <a:ext uri="{FF2B5EF4-FFF2-40B4-BE49-F238E27FC236}">
                <a16:creationId xmlns:a16="http://schemas.microsoft.com/office/drawing/2014/main" id="{693FF1D4-2F7F-4500-8C4B-59515E339C94}"/>
              </a:ext>
            </a:extLst>
          </p:cNvPr>
          <p:cNvPicPr>
            <a:picLocks noChangeAspect="1"/>
          </p:cNvPicPr>
          <p:nvPr/>
        </p:nvPicPr>
        <p:blipFill>
          <a:blip r:embed="rId6" cstate="print">
            <a:clrChange>
              <a:clrFrom>
                <a:srgbClr val="FFFFFF"/>
              </a:clrFrom>
              <a:clrTo>
                <a:srgbClr val="FFFFFF">
                  <a:alpha val="0"/>
                </a:srgbClr>
              </a:clrTo>
            </a:clrChange>
            <a:extLst>
              <a:ext uri="{28A0092B-C50C-407E-A947-70E740481C1C}">
                <a14:useLocalDpi xmlns:a14="http://schemas.microsoft.com/office/drawing/2010/main" val="0"/>
              </a:ext>
            </a:extLst>
          </a:blip>
          <a:stretch>
            <a:fillRect/>
          </a:stretch>
        </p:blipFill>
        <p:spPr>
          <a:xfrm>
            <a:off x="2980659" y="3563008"/>
            <a:ext cx="662814" cy="532985"/>
          </a:xfrm>
          <a:prstGeom prst="rect">
            <a:avLst/>
          </a:prstGeom>
        </p:spPr>
      </p:pic>
      <p:sp>
        <p:nvSpPr>
          <p:cNvPr id="71" name="íşlïḍè">
            <a:extLst>
              <a:ext uri="{FF2B5EF4-FFF2-40B4-BE49-F238E27FC236}">
                <a16:creationId xmlns:a16="http://schemas.microsoft.com/office/drawing/2014/main" id="{BD2416C3-C86C-4B8F-AF72-38A89AB25420}"/>
              </a:ext>
            </a:extLst>
          </p:cNvPr>
          <p:cNvSpPr txBox="1"/>
          <p:nvPr/>
        </p:nvSpPr>
        <p:spPr>
          <a:xfrm>
            <a:off x="3571917" y="3567739"/>
            <a:ext cx="656677" cy="369332"/>
          </a:xfrm>
          <a:prstGeom prst="rect">
            <a:avLst/>
          </a:prstGeom>
          <a:noFill/>
        </p:spPr>
        <p:txBody>
          <a:bodyPr wrap="square" lIns="91440" tIns="45720" rIns="91440" bIns="45720" anchor="ctr">
            <a:noAutofit/>
          </a:bodyPr>
          <a:lstStyle/>
          <a:p>
            <a:pPr algn="ctr"/>
            <a:r>
              <a:rPr lang="zh-CN" altLang="en-US" b="1" dirty="0">
                <a:latin typeface="Arial Narrow" panose="020B0606020202030204" pitchFamily="34" charset="0"/>
              </a:rPr>
              <a:t>网卡</a:t>
            </a:r>
          </a:p>
        </p:txBody>
      </p:sp>
      <p:pic>
        <p:nvPicPr>
          <p:cNvPr id="69" name="图片 68" descr="卡通人物&#10;&#10;中度可信度描述已自动生成">
            <a:extLst>
              <a:ext uri="{FF2B5EF4-FFF2-40B4-BE49-F238E27FC236}">
                <a16:creationId xmlns:a16="http://schemas.microsoft.com/office/drawing/2014/main" id="{0C7D1456-8A65-48D9-92CB-AC5AB34B7FBE}"/>
              </a:ext>
            </a:extLst>
          </p:cNvPr>
          <p:cNvPicPr>
            <a:picLocks noChangeAspect="1"/>
          </p:cNvPicPr>
          <p:nvPr/>
        </p:nvPicPr>
        <p:blipFill>
          <a:blip r:embed="rId6" cstate="print">
            <a:clrChange>
              <a:clrFrom>
                <a:srgbClr val="FFFFFF"/>
              </a:clrFrom>
              <a:clrTo>
                <a:srgbClr val="FFFFFF">
                  <a:alpha val="0"/>
                </a:srgbClr>
              </a:clrTo>
            </a:clrChange>
            <a:extLst>
              <a:ext uri="{28A0092B-C50C-407E-A947-70E740481C1C}">
                <a14:useLocalDpi xmlns:a14="http://schemas.microsoft.com/office/drawing/2010/main" val="0"/>
              </a:ext>
            </a:extLst>
          </a:blip>
          <a:stretch>
            <a:fillRect/>
          </a:stretch>
        </p:blipFill>
        <p:spPr>
          <a:xfrm>
            <a:off x="5045235" y="3563008"/>
            <a:ext cx="662814" cy="532985"/>
          </a:xfrm>
          <a:prstGeom prst="rect">
            <a:avLst/>
          </a:prstGeom>
        </p:spPr>
      </p:pic>
      <p:sp>
        <p:nvSpPr>
          <p:cNvPr id="72" name="íşlïḍè">
            <a:extLst>
              <a:ext uri="{FF2B5EF4-FFF2-40B4-BE49-F238E27FC236}">
                <a16:creationId xmlns:a16="http://schemas.microsoft.com/office/drawing/2014/main" id="{13FF4F50-5BFE-4F4E-A723-254240FF45FB}"/>
              </a:ext>
            </a:extLst>
          </p:cNvPr>
          <p:cNvSpPr txBox="1"/>
          <p:nvPr/>
        </p:nvSpPr>
        <p:spPr>
          <a:xfrm>
            <a:off x="5622622" y="3567739"/>
            <a:ext cx="656677" cy="369332"/>
          </a:xfrm>
          <a:prstGeom prst="rect">
            <a:avLst/>
          </a:prstGeom>
          <a:noFill/>
        </p:spPr>
        <p:txBody>
          <a:bodyPr wrap="square" lIns="91440" tIns="45720" rIns="91440" bIns="45720" anchor="ctr">
            <a:noAutofit/>
          </a:bodyPr>
          <a:lstStyle/>
          <a:p>
            <a:pPr algn="ctr"/>
            <a:r>
              <a:rPr lang="zh-CN" altLang="en-US" b="1" dirty="0">
                <a:latin typeface="Arial Narrow" panose="020B0606020202030204" pitchFamily="34" charset="0"/>
              </a:rPr>
              <a:t>网卡</a:t>
            </a:r>
          </a:p>
        </p:txBody>
      </p:sp>
      <p:grpSp>
        <p:nvGrpSpPr>
          <p:cNvPr id="7" name="组合 6">
            <a:extLst>
              <a:ext uri="{FF2B5EF4-FFF2-40B4-BE49-F238E27FC236}">
                <a16:creationId xmlns:a16="http://schemas.microsoft.com/office/drawing/2014/main" id="{E011E08A-69B5-4493-8811-D1F6A6016D9C}"/>
              </a:ext>
            </a:extLst>
          </p:cNvPr>
          <p:cNvGrpSpPr/>
          <p:nvPr/>
        </p:nvGrpSpPr>
        <p:grpSpPr>
          <a:xfrm>
            <a:off x="7415035" y="3697883"/>
            <a:ext cx="1234064" cy="532985"/>
            <a:chOff x="7415035" y="3697883"/>
            <a:chExt cx="1234064" cy="532985"/>
          </a:xfrm>
        </p:grpSpPr>
        <p:pic>
          <p:nvPicPr>
            <p:cNvPr id="73" name="图片 72" descr="卡通人物&#10;&#10;中度可信度描述已自动生成">
              <a:extLst>
                <a:ext uri="{FF2B5EF4-FFF2-40B4-BE49-F238E27FC236}">
                  <a16:creationId xmlns:a16="http://schemas.microsoft.com/office/drawing/2014/main" id="{5F9CEB76-6111-4261-8E5F-E1D9F236F86C}"/>
                </a:ext>
              </a:extLst>
            </p:cNvPr>
            <p:cNvPicPr>
              <a:picLocks noChangeAspect="1"/>
            </p:cNvPicPr>
            <p:nvPr/>
          </p:nvPicPr>
          <p:blipFill>
            <a:blip r:embed="rId6" cstate="print">
              <a:clrChange>
                <a:clrFrom>
                  <a:srgbClr val="FFFFFF"/>
                </a:clrFrom>
                <a:clrTo>
                  <a:srgbClr val="FFFFFF">
                    <a:alpha val="0"/>
                  </a:srgbClr>
                </a:clrTo>
              </a:clrChange>
              <a:extLst>
                <a:ext uri="{28A0092B-C50C-407E-A947-70E740481C1C}">
                  <a14:useLocalDpi xmlns:a14="http://schemas.microsoft.com/office/drawing/2010/main" val="0"/>
                </a:ext>
              </a:extLst>
            </a:blip>
            <a:stretch>
              <a:fillRect/>
            </a:stretch>
          </p:blipFill>
          <p:spPr>
            <a:xfrm>
              <a:off x="7415035" y="3697883"/>
              <a:ext cx="662814" cy="532985"/>
            </a:xfrm>
            <a:prstGeom prst="rect">
              <a:avLst/>
            </a:prstGeom>
          </p:spPr>
        </p:pic>
        <p:sp>
          <p:nvSpPr>
            <p:cNvPr id="74" name="íşlïḍè">
              <a:extLst>
                <a:ext uri="{FF2B5EF4-FFF2-40B4-BE49-F238E27FC236}">
                  <a16:creationId xmlns:a16="http://schemas.microsoft.com/office/drawing/2014/main" id="{C0B2DDE6-902A-4E21-B1C3-1A5A5A0D27E4}"/>
                </a:ext>
              </a:extLst>
            </p:cNvPr>
            <p:cNvSpPr txBox="1"/>
            <p:nvPr/>
          </p:nvSpPr>
          <p:spPr>
            <a:xfrm>
              <a:off x="7992422" y="3702614"/>
              <a:ext cx="656677" cy="369332"/>
            </a:xfrm>
            <a:prstGeom prst="rect">
              <a:avLst/>
            </a:prstGeom>
            <a:noFill/>
          </p:spPr>
          <p:txBody>
            <a:bodyPr wrap="square" lIns="91440" tIns="45720" rIns="91440" bIns="45720" anchor="ctr">
              <a:noAutofit/>
            </a:bodyPr>
            <a:lstStyle/>
            <a:p>
              <a:pPr algn="ctr"/>
              <a:r>
                <a:rPr lang="zh-CN" altLang="en-US" b="1" dirty="0">
                  <a:latin typeface="Arial Narrow" panose="020B0606020202030204" pitchFamily="34" charset="0"/>
                </a:rPr>
                <a:t>网卡</a:t>
              </a:r>
            </a:p>
          </p:txBody>
        </p:sp>
      </p:grpSp>
      <p:grpSp>
        <p:nvGrpSpPr>
          <p:cNvPr id="9" name="组合 8">
            <a:extLst>
              <a:ext uri="{FF2B5EF4-FFF2-40B4-BE49-F238E27FC236}">
                <a16:creationId xmlns:a16="http://schemas.microsoft.com/office/drawing/2014/main" id="{8D2B5EB2-A98E-4A31-BB59-5F6073D3B097}"/>
              </a:ext>
            </a:extLst>
          </p:cNvPr>
          <p:cNvGrpSpPr/>
          <p:nvPr/>
        </p:nvGrpSpPr>
        <p:grpSpPr>
          <a:xfrm>
            <a:off x="8498677" y="2297113"/>
            <a:ext cx="777399" cy="776973"/>
            <a:chOff x="8498677" y="2297113"/>
            <a:chExt cx="777399" cy="776973"/>
          </a:xfrm>
        </p:grpSpPr>
        <p:pic>
          <p:nvPicPr>
            <p:cNvPr id="75" name="图片 74" descr="卡通人物&#10;&#10;中度可信度描述已自动生成">
              <a:extLst>
                <a:ext uri="{FF2B5EF4-FFF2-40B4-BE49-F238E27FC236}">
                  <a16:creationId xmlns:a16="http://schemas.microsoft.com/office/drawing/2014/main" id="{6A52B26F-71C1-4173-9B10-67C00CB00556}"/>
                </a:ext>
              </a:extLst>
            </p:cNvPr>
            <p:cNvPicPr>
              <a:picLocks noChangeAspect="1"/>
            </p:cNvPicPr>
            <p:nvPr/>
          </p:nvPicPr>
          <p:blipFill>
            <a:blip r:embed="rId6" cstate="print">
              <a:clrChange>
                <a:clrFrom>
                  <a:srgbClr val="FFFFFF"/>
                </a:clrFrom>
                <a:clrTo>
                  <a:srgbClr val="FFFFFF">
                    <a:alpha val="0"/>
                  </a:srgbClr>
                </a:clrTo>
              </a:clrChange>
              <a:extLst>
                <a:ext uri="{28A0092B-C50C-407E-A947-70E740481C1C}">
                  <a14:useLocalDpi xmlns:a14="http://schemas.microsoft.com/office/drawing/2010/main" val="0"/>
                </a:ext>
              </a:extLst>
            </a:blip>
            <a:stretch>
              <a:fillRect/>
            </a:stretch>
          </p:blipFill>
          <p:spPr>
            <a:xfrm>
              <a:off x="8498677" y="2297113"/>
              <a:ext cx="662814" cy="532985"/>
            </a:xfrm>
            <a:prstGeom prst="rect">
              <a:avLst/>
            </a:prstGeom>
          </p:spPr>
        </p:pic>
        <p:sp>
          <p:nvSpPr>
            <p:cNvPr id="76" name="íşlïḍè">
              <a:extLst>
                <a:ext uri="{FF2B5EF4-FFF2-40B4-BE49-F238E27FC236}">
                  <a16:creationId xmlns:a16="http://schemas.microsoft.com/office/drawing/2014/main" id="{DFB61BFE-9DFD-4649-A3F9-FE2209D31336}"/>
                </a:ext>
              </a:extLst>
            </p:cNvPr>
            <p:cNvSpPr txBox="1"/>
            <p:nvPr/>
          </p:nvSpPr>
          <p:spPr>
            <a:xfrm>
              <a:off x="8619399" y="2704754"/>
              <a:ext cx="656677" cy="369332"/>
            </a:xfrm>
            <a:prstGeom prst="rect">
              <a:avLst/>
            </a:prstGeom>
            <a:noFill/>
          </p:spPr>
          <p:txBody>
            <a:bodyPr wrap="square" lIns="91440" tIns="45720" rIns="91440" bIns="45720" anchor="ctr">
              <a:noAutofit/>
            </a:bodyPr>
            <a:lstStyle/>
            <a:p>
              <a:pPr algn="ctr"/>
              <a:r>
                <a:rPr lang="zh-CN" altLang="en-US" b="1" dirty="0">
                  <a:latin typeface="Arial Narrow" panose="020B0606020202030204" pitchFamily="34" charset="0"/>
                </a:rPr>
                <a:t>网卡</a:t>
              </a:r>
            </a:p>
          </p:txBody>
        </p:sp>
      </p:grpSp>
      <p:grpSp>
        <p:nvGrpSpPr>
          <p:cNvPr id="8" name="组合 7">
            <a:extLst>
              <a:ext uri="{FF2B5EF4-FFF2-40B4-BE49-F238E27FC236}">
                <a16:creationId xmlns:a16="http://schemas.microsoft.com/office/drawing/2014/main" id="{939DA546-7F32-4B81-B283-108356D64ACE}"/>
              </a:ext>
            </a:extLst>
          </p:cNvPr>
          <p:cNvGrpSpPr/>
          <p:nvPr/>
        </p:nvGrpSpPr>
        <p:grpSpPr>
          <a:xfrm>
            <a:off x="10979990" y="3787995"/>
            <a:ext cx="890546" cy="721784"/>
            <a:chOff x="10979990" y="3787995"/>
            <a:chExt cx="890546" cy="721784"/>
          </a:xfrm>
        </p:grpSpPr>
        <p:pic>
          <p:nvPicPr>
            <p:cNvPr id="77" name="图片 76" descr="卡通人物&#10;&#10;中度可信度描述已自动生成">
              <a:extLst>
                <a:ext uri="{FF2B5EF4-FFF2-40B4-BE49-F238E27FC236}">
                  <a16:creationId xmlns:a16="http://schemas.microsoft.com/office/drawing/2014/main" id="{BD3688EA-2302-479F-8217-D6C9E160FABB}"/>
                </a:ext>
              </a:extLst>
            </p:cNvPr>
            <p:cNvPicPr>
              <a:picLocks noChangeAspect="1"/>
            </p:cNvPicPr>
            <p:nvPr/>
          </p:nvPicPr>
          <p:blipFill>
            <a:blip r:embed="rId6" cstate="print">
              <a:clrChange>
                <a:clrFrom>
                  <a:srgbClr val="FFFFFF"/>
                </a:clrFrom>
                <a:clrTo>
                  <a:srgbClr val="FFFFFF">
                    <a:alpha val="0"/>
                  </a:srgbClr>
                </a:clrTo>
              </a:clrChange>
              <a:extLst>
                <a:ext uri="{28A0092B-C50C-407E-A947-70E740481C1C}">
                  <a14:useLocalDpi xmlns:a14="http://schemas.microsoft.com/office/drawing/2010/main" val="0"/>
                </a:ext>
              </a:extLst>
            </a:blip>
            <a:stretch>
              <a:fillRect/>
            </a:stretch>
          </p:blipFill>
          <p:spPr>
            <a:xfrm>
              <a:off x="10979990" y="3787995"/>
              <a:ext cx="662814" cy="532985"/>
            </a:xfrm>
            <a:prstGeom prst="rect">
              <a:avLst/>
            </a:prstGeom>
          </p:spPr>
        </p:pic>
        <p:sp>
          <p:nvSpPr>
            <p:cNvPr id="78" name="íşlïḍè">
              <a:extLst>
                <a:ext uri="{FF2B5EF4-FFF2-40B4-BE49-F238E27FC236}">
                  <a16:creationId xmlns:a16="http://schemas.microsoft.com/office/drawing/2014/main" id="{88E4BED5-5C6D-42B4-811E-BF76BCEBE4A2}"/>
                </a:ext>
              </a:extLst>
            </p:cNvPr>
            <p:cNvSpPr txBox="1"/>
            <p:nvPr/>
          </p:nvSpPr>
          <p:spPr>
            <a:xfrm>
              <a:off x="11213859" y="4140447"/>
              <a:ext cx="656677" cy="369332"/>
            </a:xfrm>
            <a:prstGeom prst="rect">
              <a:avLst/>
            </a:prstGeom>
            <a:noFill/>
          </p:spPr>
          <p:txBody>
            <a:bodyPr wrap="square" lIns="91440" tIns="45720" rIns="91440" bIns="45720" anchor="ctr">
              <a:noAutofit/>
            </a:bodyPr>
            <a:lstStyle/>
            <a:p>
              <a:pPr algn="ctr"/>
              <a:r>
                <a:rPr lang="zh-CN" altLang="en-US" b="1" dirty="0">
                  <a:latin typeface="Arial Narrow" panose="020B0606020202030204" pitchFamily="34" charset="0"/>
                </a:rPr>
                <a:t>网卡</a:t>
              </a:r>
            </a:p>
          </p:txBody>
        </p:sp>
      </p:grpSp>
    </p:spTree>
    <p:custDataLst>
      <p:tags r:id="rId1"/>
    </p:custDataLst>
    <p:extLst>
      <p:ext uri="{BB962C8B-B14F-4D97-AF65-F5344CB8AC3E}">
        <p14:creationId xmlns:p14="http://schemas.microsoft.com/office/powerpoint/2010/main" val="581308849"/>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2" presetClass="entr" presetSubtype="1" fill="hold" nodeType="withEffect">
                                  <p:stCondLst>
                                    <p:cond delay="0"/>
                                  </p:stCondLst>
                                  <p:childTnLst>
                                    <p:set>
                                      <p:cBhvr>
                                        <p:cTn id="6" dur="1" fill="hold">
                                          <p:stCondLst>
                                            <p:cond delay="0"/>
                                          </p:stCondLst>
                                        </p:cTn>
                                        <p:tgtEl>
                                          <p:spTgt spid="4"/>
                                        </p:tgtEl>
                                        <p:attrNameLst>
                                          <p:attrName>style.visibility</p:attrName>
                                        </p:attrNameLst>
                                      </p:cBhvr>
                                      <p:to>
                                        <p:strVal val="visible"/>
                                      </p:to>
                                    </p:set>
                                    <p:anim calcmode="lin" valueType="num">
                                      <p:cBhvr additive="base">
                                        <p:cTn id="7" dur="1000"/>
                                        <p:tgtEl>
                                          <p:spTgt spid="4"/>
                                        </p:tgtEl>
                                        <p:attrNameLst>
                                          <p:attrName>ppt_y</p:attrName>
                                        </p:attrNameLst>
                                      </p:cBhvr>
                                      <p:tavLst>
                                        <p:tav tm="0">
                                          <p:val>
                                            <p:strVal val="#ppt_y-#ppt_h*1.125000"/>
                                          </p:val>
                                        </p:tav>
                                        <p:tav tm="100000">
                                          <p:val>
                                            <p:strVal val="#ppt_y"/>
                                          </p:val>
                                        </p:tav>
                                      </p:tavLst>
                                    </p:anim>
                                    <p:animEffect transition="in" filter="wipe(down)">
                                      <p:cBhvr>
                                        <p:cTn id="8" dur="1000"/>
                                        <p:tgtEl>
                                          <p:spTgt spid="4"/>
                                        </p:tgtEl>
                                      </p:cBhvr>
                                    </p:animEffect>
                                  </p:childTnLst>
                                </p:cTn>
                              </p:par>
                            </p:childTnLst>
                          </p:cTn>
                        </p:par>
                      </p:childTnLst>
                    </p:cTn>
                  </p:par>
                  <p:par>
                    <p:cTn id="9" fill="hold">
                      <p:stCondLst>
                        <p:cond delay="indefinite"/>
                      </p:stCondLst>
                      <p:childTnLst>
                        <p:par>
                          <p:cTn id="10" fill="hold">
                            <p:stCondLst>
                              <p:cond delay="0"/>
                            </p:stCondLst>
                            <p:childTnLst>
                              <p:par>
                                <p:cTn id="11" presetID="49" presetClass="entr" presetSubtype="0" decel="100000" fill="hold" grpId="0" nodeType="clickEffect">
                                  <p:stCondLst>
                                    <p:cond delay="0"/>
                                  </p:stCondLst>
                                  <p:childTnLst>
                                    <p:set>
                                      <p:cBhvr>
                                        <p:cTn id="12" dur="1" fill="hold">
                                          <p:stCondLst>
                                            <p:cond delay="0"/>
                                          </p:stCondLst>
                                        </p:cTn>
                                        <p:tgtEl>
                                          <p:spTgt spid="40"/>
                                        </p:tgtEl>
                                        <p:attrNameLst>
                                          <p:attrName>style.visibility</p:attrName>
                                        </p:attrNameLst>
                                      </p:cBhvr>
                                      <p:to>
                                        <p:strVal val="visible"/>
                                      </p:to>
                                    </p:set>
                                    <p:anim calcmode="lin" valueType="num">
                                      <p:cBhvr>
                                        <p:cTn id="13" dur="500" fill="hold"/>
                                        <p:tgtEl>
                                          <p:spTgt spid="40"/>
                                        </p:tgtEl>
                                        <p:attrNameLst>
                                          <p:attrName>ppt_w</p:attrName>
                                        </p:attrNameLst>
                                      </p:cBhvr>
                                      <p:tavLst>
                                        <p:tav tm="0">
                                          <p:val>
                                            <p:fltVal val="0"/>
                                          </p:val>
                                        </p:tav>
                                        <p:tav tm="100000">
                                          <p:val>
                                            <p:strVal val="#ppt_w"/>
                                          </p:val>
                                        </p:tav>
                                      </p:tavLst>
                                    </p:anim>
                                    <p:anim calcmode="lin" valueType="num">
                                      <p:cBhvr>
                                        <p:cTn id="14" dur="500" fill="hold"/>
                                        <p:tgtEl>
                                          <p:spTgt spid="40"/>
                                        </p:tgtEl>
                                        <p:attrNameLst>
                                          <p:attrName>ppt_h</p:attrName>
                                        </p:attrNameLst>
                                      </p:cBhvr>
                                      <p:tavLst>
                                        <p:tav tm="0">
                                          <p:val>
                                            <p:fltVal val="0"/>
                                          </p:val>
                                        </p:tav>
                                        <p:tav tm="100000">
                                          <p:val>
                                            <p:strVal val="#ppt_h"/>
                                          </p:val>
                                        </p:tav>
                                      </p:tavLst>
                                    </p:anim>
                                    <p:anim calcmode="lin" valueType="num">
                                      <p:cBhvr>
                                        <p:cTn id="15" dur="500" fill="hold"/>
                                        <p:tgtEl>
                                          <p:spTgt spid="40"/>
                                        </p:tgtEl>
                                        <p:attrNameLst>
                                          <p:attrName>style.rotation</p:attrName>
                                        </p:attrNameLst>
                                      </p:cBhvr>
                                      <p:tavLst>
                                        <p:tav tm="0">
                                          <p:val>
                                            <p:fltVal val="360"/>
                                          </p:val>
                                        </p:tav>
                                        <p:tav tm="100000">
                                          <p:val>
                                            <p:fltVal val="0"/>
                                          </p:val>
                                        </p:tav>
                                      </p:tavLst>
                                    </p:anim>
                                    <p:animEffect transition="in" filter="fade">
                                      <p:cBhvr>
                                        <p:cTn id="16" dur="500"/>
                                        <p:tgtEl>
                                          <p:spTgt spid="40"/>
                                        </p:tgtEl>
                                      </p:cBhvr>
                                    </p:animEffect>
                                  </p:childTnLst>
                                </p:cTn>
                              </p:par>
                            </p:childTnLst>
                          </p:cTn>
                        </p:par>
                        <p:par>
                          <p:cTn id="17" fill="hold">
                            <p:stCondLst>
                              <p:cond delay="500"/>
                            </p:stCondLst>
                            <p:childTnLst>
                              <p:par>
                                <p:cTn id="18" presetID="1" presetClass="entr" presetSubtype="0" fill="hold" grpId="0" nodeType="afterEffect">
                                  <p:stCondLst>
                                    <p:cond delay="0"/>
                                  </p:stCondLst>
                                  <p:iterate type="lt">
                                    <p:tmAbs val="100"/>
                                  </p:iterate>
                                  <p:childTnLst>
                                    <p:set>
                                      <p:cBhvr>
                                        <p:cTn id="19" dur="1" fill="hold">
                                          <p:stCondLst>
                                            <p:cond delay="0"/>
                                          </p:stCondLst>
                                        </p:cTn>
                                        <p:tgtEl>
                                          <p:spTgt spid="41"/>
                                        </p:tgtEl>
                                        <p:attrNameLst>
                                          <p:attrName>style.visibility</p:attrName>
                                        </p:attrNameLst>
                                      </p:cBhvr>
                                      <p:to>
                                        <p:strVal val="visible"/>
                                      </p:to>
                                    </p:set>
                                  </p:childTnLst>
                                </p:cTn>
                              </p:par>
                            </p:childTnLst>
                          </p:cTn>
                        </p:par>
                      </p:childTnLst>
                    </p:cTn>
                  </p:par>
                  <p:par>
                    <p:cTn id="20" fill="hold">
                      <p:stCondLst>
                        <p:cond delay="indefinite"/>
                      </p:stCondLst>
                      <p:childTnLst>
                        <p:par>
                          <p:cTn id="21" fill="hold">
                            <p:stCondLst>
                              <p:cond delay="0"/>
                            </p:stCondLst>
                            <p:childTnLst>
                              <p:par>
                                <p:cTn id="22" presetID="30" presetClass="entr" presetSubtype="0" fill="hold" nodeType="clickEffect">
                                  <p:stCondLst>
                                    <p:cond delay="0"/>
                                  </p:stCondLst>
                                  <p:childTnLst>
                                    <p:set>
                                      <p:cBhvr>
                                        <p:cTn id="23" dur="1" fill="hold">
                                          <p:stCondLst>
                                            <p:cond delay="0"/>
                                          </p:stCondLst>
                                        </p:cTn>
                                        <p:tgtEl>
                                          <p:spTgt spid="5"/>
                                        </p:tgtEl>
                                        <p:attrNameLst>
                                          <p:attrName>style.visibility</p:attrName>
                                        </p:attrNameLst>
                                      </p:cBhvr>
                                      <p:to>
                                        <p:strVal val="visible"/>
                                      </p:to>
                                    </p:set>
                                    <p:animEffect transition="in" filter="fade">
                                      <p:cBhvr>
                                        <p:cTn id="24" dur="800" decel="100000"/>
                                        <p:tgtEl>
                                          <p:spTgt spid="5"/>
                                        </p:tgtEl>
                                      </p:cBhvr>
                                    </p:animEffect>
                                    <p:anim calcmode="lin" valueType="num">
                                      <p:cBhvr>
                                        <p:cTn id="25" dur="800" decel="100000" fill="hold"/>
                                        <p:tgtEl>
                                          <p:spTgt spid="5"/>
                                        </p:tgtEl>
                                        <p:attrNameLst>
                                          <p:attrName>style.rotation</p:attrName>
                                        </p:attrNameLst>
                                      </p:cBhvr>
                                      <p:tavLst>
                                        <p:tav tm="0">
                                          <p:val>
                                            <p:fltVal val="-90"/>
                                          </p:val>
                                        </p:tav>
                                        <p:tav tm="100000">
                                          <p:val>
                                            <p:fltVal val="0"/>
                                          </p:val>
                                        </p:tav>
                                      </p:tavLst>
                                    </p:anim>
                                    <p:anim calcmode="lin" valueType="num">
                                      <p:cBhvr>
                                        <p:cTn id="26" dur="800" decel="100000" fill="hold"/>
                                        <p:tgtEl>
                                          <p:spTgt spid="5"/>
                                        </p:tgtEl>
                                        <p:attrNameLst>
                                          <p:attrName>ppt_x</p:attrName>
                                        </p:attrNameLst>
                                      </p:cBhvr>
                                      <p:tavLst>
                                        <p:tav tm="0">
                                          <p:val>
                                            <p:strVal val="#ppt_x+0.4"/>
                                          </p:val>
                                        </p:tav>
                                        <p:tav tm="100000">
                                          <p:val>
                                            <p:strVal val="#ppt_x-0.05"/>
                                          </p:val>
                                        </p:tav>
                                      </p:tavLst>
                                    </p:anim>
                                    <p:anim calcmode="lin" valueType="num">
                                      <p:cBhvr>
                                        <p:cTn id="27" dur="800" decel="100000" fill="hold"/>
                                        <p:tgtEl>
                                          <p:spTgt spid="5"/>
                                        </p:tgtEl>
                                        <p:attrNameLst>
                                          <p:attrName>ppt_y</p:attrName>
                                        </p:attrNameLst>
                                      </p:cBhvr>
                                      <p:tavLst>
                                        <p:tav tm="0">
                                          <p:val>
                                            <p:strVal val="#ppt_y-0.4"/>
                                          </p:val>
                                        </p:tav>
                                        <p:tav tm="100000">
                                          <p:val>
                                            <p:strVal val="#ppt_y+0.1"/>
                                          </p:val>
                                        </p:tav>
                                      </p:tavLst>
                                    </p:anim>
                                    <p:anim calcmode="lin" valueType="num">
                                      <p:cBhvr>
                                        <p:cTn id="28" dur="200" accel="100000" fill="hold">
                                          <p:stCondLst>
                                            <p:cond delay="800"/>
                                          </p:stCondLst>
                                        </p:cTn>
                                        <p:tgtEl>
                                          <p:spTgt spid="5"/>
                                        </p:tgtEl>
                                        <p:attrNameLst>
                                          <p:attrName>ppt_x</p:attrName>
                                        </p:attrNameLst>
                                      </p:cBhvr>
                                      <p:tavLst>
                                        <p:tav tm="0">
                                          <p:val>
                                            <p:strVal val="#ppt_x-0.05"/>
                                          </p:val>
                                        </p:tav>
                                        <p:tav tm="100000">
                                          <p:val>
                                            <p:strVal val="#ppt_x"/>
                                          </p:val>
                                        </p:tav>
                                      </p:tavLst>
                                    </p:anim>
                                    <p:anim calcmode="lin" valueType="num">
                                      <p:cBhvr>
                                        <p:cTn id="29" dur="200" accel="100000" fill="hold">
                                          <p:stCondLst>
                                            <p:cond delay="800"/>
                                          </p:stCondLst>
                                        </p:cTn>
                                        <p:tgtEl>
                                          <p:spTgt spid="5"/>
                                        </p:tgtEl>
                                        <p:attrNameLst>
                                          <p:attrName>ppt_y</p:attrName>
                                        </p:attrNameLst>
                                      </p:cBhvr>
                                      <p:tavLst>
                                        <p:tav tm="0">
                                          <p:val>
                                            <p:strVal val="#ppt_y+0.1"/>
                                          </p:val>
                                        </p:tav>
                                        <p:tav tm="100000">
                                          <p:val>
                                            <p:strVal val="#ppt_y"/>
                                          </p:val>
                                        </p:tav>
                                      </p:tavLst>
                                    </p:anim>
                                  </p:childTnLst>
                                </p:cTn>
                              </p:par>
                            </p:childTnLst>
                          </p:cTn>
                        </p:par>
                      </p:childTnLst>
                    </p:cTn>
                  </p:par>
                  <p:par>
                    <p:cTn id="30" fill="hold">
                      <p:stCondLst>
                        <p:cond delay="indefinite"/>
                      </p:stCondLst>
                      <p:childTnLst>
                        <p:par>
                          <p:cTn id="31" fill="hold">
                            <p:stCondLst>
                              <p:cond delay="0"/>
                            </p:stCondLst>
                            <p:childTnLst>
                              <p:par>
                                <p:cTn id="32" presetID="12" presetClass="entr" presetSubtype="4" fill="hold" nodeType="clickEffect">
                                  <p:stCondLst>
                                    <p:cond delay="0"/>
                                  </p:stCondLst>
                                  <p:childTnLst>
                                    <p:set>
                                      <p:cBhvr>
                                        <p:cTn id="33" dur="1" fill="hold">
                                          <p:stCondLst>
                                            <p:cond delay="0"/>
                                          </p:stCondLst>
                                        </p:cTn>
                                        <p:tgtEl>
                                          <p:spTgt spid="67"/>
                                        </p:tgtEl>
                                        <p:attrNameLst>
                                          <p:attrName>style.visibility</p:attrName>
                                        </p:attrNameLst>
                                      </p:cBhvr>
                                      <p:to>
                                        <p:strVal val="visible"/>
                                      </p:to>
                                    </p:set>
                                    <p:anim calcmode="lin" valueType="num">
                                      <p:cBhvr additive="base">
                                        <p:cTn id="34" dur="500"/>
                                        <p:tgtEl>
                                          <p:spTgt spid="67"/>
                                        </p:tgtEl>
                                        <p:attrNameLst>
                                          <p:attrName>ppt_y</p:attrName>
                                        </p:attrNameLst>
                                      </p:cBhvr>
                                      <p:tavLst>
                                        <p:tav tm="0">
                                          <p:val>
                                            <p:strVal val="#ppt_y+#ppt_h*1.125000"/>
                                          </p:val>
                                        </p:tav>
                                        <p:tav tm="100000">
                                          <p:val>
                                            <p:strVal val="#ppt_y"/>
                                          </p:val>
                                        </p:tav>
                                      </p:tavLst>
                                    </p:anim>
                                    <p:animEffect transition="in" filter="wipe(up)">
                                      <p:cBhvr>
                                        <p:cTn id="35" dur="500"/>
                                        <p:tgtEl>
                                          <p:spTgt spid="67"/>
                                        </p:tgtEl>
                                      </p:cBhvr>
                                    </p:animEffect>
                                  </p:childTnLst>
                                </p:cTn>
                              </p:par>
                              <p:par>
                                <p:cTn id="36" presetID="12" presetClass="entr" presetSubtype="4" fill="hold" grpId="0" nodeType="withEffect">
                                  <p:stCondLst>
                                    <p:cond delay="0"/>
                                  </p:stCondLst>
                                  <p:childTnLst>
                                    <p:set>
                                      <p:cBhvr>
                                        <p:cTn id="37" dur="1" fill="hold">
                                          <p:stCondLst>
                                            <p:cond delay="0"/>
                                          </p:stCondLst>
                                        </p:cTn>
                                        <p:tgtEl>
                                          <p:spTgt spid="70"/>
                                        </p:tgtEl>
                                        <p:attrNameLst>
                                          <p:attrName>style.visibility</p:attrName>
                                        </p:attrNameLst>
                                      </p:cBhvr>
                                      <p:to>
                                        <p:strVal val="visible"/>
                                      </p:to>
                                    </p:set>
                                    <p:anim calcmode="lin" valueType="num">
                                      <p:cBhvr additive="base">
                                        <p:cTn id="38" dur="500"/>
                                        <p:tgtEl>
                                          <p:spTgt spid="70"/>
                                        </p:tgtEl>
                                        <p:attrNameLst>
                                          <p:attrName>ppt_y</p:attrName>
                                        </p:attrNameLst>
                                      </p:cBhvr>
                                      <p:tavLst>
                                        <p:tav tm="0">
                                          <p:val>
                                            <p:strVal val="#ppt_y+#ppt_h*1.125000"/>
                                          </p:val>
                                        </p:tav>
                                        <p:tav tm="100000">
                                          <p:val>
                                            <p:strVal val="#ppt_y"/>
                                          </p:val>
                                        </p:tav>
                                      </p:tavLst>
                                    </p:anim>
                                    <p:animEffect transition="in" filter="wipe(up)">
                                      <p:cBhvr>
                                        <p:cTn id="39" dur="500"/>
                                        <p:tgtEl>
                                          <p:spTgt spid="70"/>
                                        </p:tgtEl>
                                      </p:cBhvr>
                                    </p:animEffect>
                                  </p:childTnLst>
                                </p:cTn>
                              </p:par>
                              <p:par>
                                <p:cTn id="40" presetID="12" presetClass="entr" presetSubtype="4" fill="hold" nodeType="withEffect">
                                  <p:stCondLst>
                                    <p:cond delay="0"/>
                                  </p:stCondLst>
                                  <p:childTnLst>
                                    <p:set>
                                      <p:cBhvr>
                                        <p:cTn id="41" dur="1" fill="hold">
                                          <p:stCondLst>
                                            <p:cond delay="0"/>
                                          </p:stCondLst>
                                        </p:cTn>
                                        <p:tgtEl>
                                          <p:spTgt spid="68"/>
                                        </p:tgtEl>
                                        <p:attrNameLst>
                                          <p:attrName>style.visibility</p:attrName>
                                        </p:attrNameLst>
                                      </p:cBhvr>
                                      <p:to>
                                        <p:strVal val="visible"/>
                                      </p:to>
                                    </p:set>
                                    <p:anim calcmode="lin" valueType="num">
                                      <p:cBhvr additive="base">
                                        <p:cTn id="42" dur="500"/>
                                        <p:tgtEl>
                                          <p:spTgt spid="68"/>
                                        </p:tgtEl>
                                        <p:attrNameLst>
                                          <p:attrName>ppt_y</p:attrName>
                                        </p:attrNameLst>
                                      </p:cBhvr>
                                      <p:tavLst>
                                        <p:tav tm="0">
                                          <p:val>
                                            <p:strVal val="#ppt_y+#ppt_h*1.125000"/>
                                          </p:val>
                                        </p:tav>
                                        <p:tav tm="100000">
                                          <p:val>
                                            <p:strVal val="#ppt_y"/>
                                          </p:val>
                                        </p:tav>
                                      </p:tavLst>
                                    </p:anim>
                                    <p:animEffect transition="in" filter="wipe(up)">
                                      <p:cBhvr>
                                        <p:cTn id="43" dur="500"/>
                                        <p:tgtEl>
                                          <p:spTgt spid="68"/>
                                        </p:tgtEl>
                                      </p:cBhvr>
                                    </p:animEffect>
                                  </p:childTnLst>
                                </p:cTn>
                              </p:par>
                              <p:par>
                                <p:cTn id="44" presetID="12" presetClass="entr" presetSubtype="4" fill="hold" grpId="0" nodeType="withEffect">
                                  <p:stCondLst>
                                    <p:cond delay="0"/>
                                  </p:stCondLst>
                                  <p:childTnLst>
                                    <p:set>
                                      <p:cBhvr>
                                        <p:cTn id="45" dur="1" fill="hold">
                                          <p:stCondLst>
                                            <p:cond delay="0"/>
                                          </p:stCondLst>
                                        </p:cTn>
                                        <p:tgtEl>
                                          <p:spTgt spid="71"/>
                                        </p:tgtEl>
                                        <p:attrNameLst>
                                          <p:attrName>style.visibility</p:attrName>
                                        </p:attrNameLst>
                                      </p:cBhvr>
                                      <p:to>
                                        <p:strVal val="visible"/>
                                      </p:to>
                                    </p:set>
                                    <p:anim calcmode="lin" valueType="num">
                                      <p:cBhvr additive="base">
                                        <p:cTn id="46" dur="500"/>
                                        <p:tgtEl>
                                          <p:spTgt spid="71"/>
                                        </p:tgtEl>
                                        <p:attrNameLst>
                                          <p:attrName>ppt_y</p:attrName>
                                        </p:attrNameLst>
                                      </p:cBhvr>
                                      <p:tavLst>
                                        <p:tav tm="0">
                                          <p:val>
                                            <p:strVal val="#ppt_y+#ppt_h*1.125000"/>
                                          </p:val>
                                        </p:tav>
                                        <p:tav tm="100000">
                                          <p:val>
                                            <p:strVal val="#ppt_y"/>
                                          </p:val>
                                        </p:tav>
                                      </p:tavLst>
                                    </p:anim>
                                    <p:animEffect transition="in" filter="wipe(up)">
                                      <p:cBhvr>
                                        <p:cTn id="47" dur="500"/>
                                        <p:tgtEl>
                                          <p:spTgt spid="71"/>
                                        </p:tgtEl>
                                      </p:cBhvr>
                                    </p:animEffect>
                                  </p:childTnLst>
                                </p:cTn>
                              </p:par>
                              <p:par>
                                <p:cTn id="48" presetID="12" presetClass="entr" presetSubtype="4" fill="hold" nodeType="withEffect">
                                  <p:stCondLst>
                                    <p:cond delay="0"/>
                                  </p:stCondLst>
                                  <p:childTnLst>
                                    <p:set>
                                      <p:cBhvr>
                                        <p:cTn id="49" dur="1" fill="hold">
                                          <p:stCondLst>
                                            <p:cond delay="0"/>
                                          </p:stCondLst>
                                        </p:cTn>
                                        <p:tgtEl>
                                          <p:spTgt spid="69"/>
                                        </p:tgtEl>
                                        <p:attrNameLst>
                                          <p:attrName>style.visibility</p:attrName>
                                        </p:attrNameLst>
                                      </p:cBhvr>
                                      <p:to>
                                        <p:strVal val="visible"/>
                                      </p:to>
                                    </p:set>
                                    <p:anim calcmode="lin" valueType="num">
                                      <p:cBhvr additive="base">
                                        <p:cTn id="50" dur="500"/>
                                        <p:tgtEl>
                                          <p:spTgt spid="69"/>
                                        </p:tgtEl>
                                        <p:attrNameLst>
                                          <p:attrName>ppt_y</p:attrName>
                                        </p:attrNameLst>
                                      </p:cBhvr>
                                      <p:tavLst>
                                        <p:tav tm="0">
                                          <p:val>
                                            <p:strVal val="#ppt_y+#ppt_h*1.125000"/>
                                          </p:val>
                                        </p:tav>
                                        <p:tav tm="100000">
                                          <p:val>
                                            <p:strVal val="#ppt_y"/>
                                          </p:val>
                                        </p:tav>
                                      </p:tavLst>
                                    </p:anim>
                                    <p:animEffect transition="in" filter="wipe(up)">
                                      <p:cBhvr>
                                        <p:cTn id="51" dur="500"/>
                                        <p:tgtEl>
                                          <p:spTgt spid="69"/>
                                        </p:tgtEl>
                                      </p:cBhvr>
                                    </p:animEffect>
                                  </p:childTnLst>
                                </p:cTn>
                              </p:par>
                              <p:par>
                                <p:cTn id="52" presetID="12" presetClass="entr" presetSubtype="4" fill="hold" grpId="0" nodeType="withEffect">
                                  <p:stCondLst>
                                    <p:cond delay="0"/>
                                  </p:stCondLst>
                                  <p:childTnLst>
                                    <p:set>
                                      <p:cBhvr>
                                        <p:cTn id="53" dur="1" fill="hold">
                                          <p:stCondLst>
                                            <p:cond delay="0"/>
                                          </p:stCondLst>
                                        </p:cTn>
                                        <p:tgtEl>
                                          <p:spTgt spid="72"/>
                                        </p:tgtEl>
                                        <p:attrNameLst>
                                          <p:attrName>style.visibility</p:attrName>
                                        </p:attrNameLst>
                                      </p:cBhvr>
                                      <p:to>
                                        <p:strVal val="visible"/>
                                      </p:to>
                                    </p:set>
                                    <p:anim calcmode="lin" valueType="num">
                                      <p:cBhvr additive="base">
                                        <p:cTn id="54" dur="500"/>
                                        <p:tgtEl>
                                          <p:spTgt spid="72"/>
                                        </p:tgtEl>
                                        <p:attrNameLst>
                                          <p:attrName>ppt_y</p:attrName>
                                        </p:attrNameLst>
                                      </p:cBhvr>
                                      <p:tavLst>
                                        <p:tav tm="0">
                                          <p:val>
                                            <p:strVal val="#ppt_y+#ppt_h*1.125000"/>
                                          </p:val>
                                        </p:tav>
                                        <p:tav tm="100000">
                                          <p:val>
                                            <p:strVal val="#ppt_y"/>
                                          </p:val>
                                        </p:tav>
                                      </p:tavLst>
                                    </p:anim>
                                    <p:animEffect transition="in" filter="wipe(up)">
                                      <p:cBhvr>
                                        <p:cTn id="55" dur="500"/>
                                        <p:tgtEl>
                                          <p:spTgt spid="72"/>
                                        </p:tgtEl>
                                      </p:cBhvr>
                                    </p:animEffect>
                                  </p:childTnLst>
                                </p:cTn>
                              </p:par>
                              <p:par>
                                <p:cTn id="56" presetID="12" presetClass="entr" presetSubtype="1" fill="hold" nodeType="withEffect">
                                  <p:stCondLst>
                                    <p:cond delay="0"/>
                                  </p:stCondLst>
                                  <p:childTnLst>
                                    <p:set>
                                      <p:cBhvr>
                                        <p:cTn id="57" dur="1" fill="hold">
                                          <p:stCondLst>
                                            <p:cond delay="0"/>
                                          </p:stCondLst>
                                        </p:cTn>
                                        <p:tgtEl>
                                          <p:spTgt spid="7"/>
                                        </p:tgtEl>
                                        <p:attrNameLst>
                                          <p:attrName>style.visibility</p:attrName>
                                        </p:attrNameLst>
                                      </p:cBhvr>
                                      <p:to>
                                        <p:strVal val="visible"/>
                                      </p:to>
                                    </p:set>
                                    <p:anim calcmode="lin" valueType="num">
                                      <p:cBhvr additive="base">
                                        <p:cTn id="58" dur="500"/>
                                        <p:tgtEl>
                                          <p:spTgt spid="7"/>
                                        </p:tgtEl>
                                        <p:attrNameLst>
                                          <p:attrName>ppt_y</p:attrName>
                                        </p:attrNameLst>
                                      </p:cBhvr>
                                      <p:tavLst>
                                        <p:tav tm="0">
                                          <p:val>
                                            <p:strVal val="#ppt_y-#ppt_h*1.125000"/>
                                          </p:val>
                                        </p:tav>
                                        <p:tav tm="100000">
                                          <p:val>
                                            <p:strVal val="#ppt_y"/>
                                          </p:val>
                                        </p:tav>
                                      </p:tavLst>
                                    </p:anim>
                                    <p:animEffect transition="in" filter="wipe(down)">
                                      <p:cBhvr>
                                        <p:cTn id="59" dur="500"/>
                                        <p:tgtEl>
                                          <p:spTgt spid="7"/>
                                        </p:tgtEl>
                                      </p:cBhvr>
                                    </p:animEffect>
                                  </p:childTnLst>
                                </p:cTn>
                              </p:par>
                              <p:par>
                                <p:cTn id="60" presetID="12" presetClass="entr" presetSubtype="2" fill="hold" nodeType="withEffect">
                                  <p:stCondLst>
                                    <p:cond delay="0"/>
                                  </p:stCondLst>
                                  <p:childTnLst>
                                    <p:set>
                                      <p:cBhvr>
                                        <p:cTn id="61" dur="1" fill="hold">
                                          <p:stCondLst>
                                            <p:cond delay="0"/>
                                          </p:stCondLst>
                                        </p:cTn>
                                        <p:tgtEl>
                                          <p:spTgt spid="9"/>
                                        </p:tgtEl>
                                        <p:attrNameLst>
                                          <p:attrName>style.visibility</p:attrName>
                                        </p:attrNameLst>
                                      </p:cBhvr>
                                      <p:to>
                                        <p:strVal val="visible"/>
                                      </p:to>
                                    </p:set>
                                    <p:anim calcmode="lin" valueType="num">
                                      <p:cBhvr additive="base">
                                        <p:cTn id="62" dur="500"/>
                                        <p:tgtEl>
                                          <p:spTgt spid="9"/>
                                        </p:tgtEl>
                                        <p:attrNameLst>
                                          <p:attrName>ppt_x</p:attrName>
                                        </p:attrNameLst>
                                      </p:cBhvr>
                                      <p:tavLst>
                                        <p:tav tm="0">
                                          <p:val>
                                            <p:strVal val="#ppt_x+#ppt_w*1.125000"/>
                                          </p:val>
                                        </p:tav>
                                        <p:tav tm="100000">
                                          <p:val>
                                            <p:strVal val="#ppt_x"/>
                                          </p:val>
                                        </p:tav>
                                      </p:tavLst>
                                    </p:anim>
                                    <p:animEffect transition="in" filter="wipe(left)">
                                      <p:cBhvr>
                                        <p:cTn id="63" dur="500"/>
                                        <p:tgtEl>
                                          <p:spTgt spid="9"/>
                                        </p:tgtEl>
                                      </p:cBhvr>
                                    </p:animEffect>
                                  </p:childTnLst>
                                </p:cTn>
                              </p:par>
                              <p:par>
                                <p:cTn id="64" presetID="12" presetClass="entr" presetSubtype="1" fill="hold" nodeType="withEffect">
                                  <p:stCondLst>
                                    <p:cond delay="0"/>
                                  </p:stCondLst>
                                  <p:childTnLst>
                                    <p:set>
                                      <p:cBhvr>
                                        <p:cTn id="65" dur="1" fill="hold">
                                          <p:stCondLst>
                                            <p:cond delay="0"/>
                                          </p:stCondLst>
                                        </p:cTn>
                                        <p:tgtEl>
                                          <p:spTgt spid="8"/>
                                        </p:tgtEl>
                                        <p:attrNameLst>
                                          <p:attrName>style.visibility</p:attrName>
                                        </p:attrNameLst>
                                      </p:cBhvr>
                                      <p:to>
                                        <p:strVal val="visible"/>
                                      </p:to>
                                    </p:set>
                                    <p:anim calcmode="lin" valueType="num">
                                      <p:cBhvr additive="base">
                                        <p:cTn id="66" dur="500"/>
                                        <p:tgtEl>
                                          <p:spTgt spid="8"/>
                                        </p:tgtEl>
                                        <p:attrNameLst>
                                          <p:attrName>ppt_y</p:attrName>
                                        </p:attrNameLst>
                                      </p:cBhvr>
                                      <p:tavLst>
                                        <p:tav tm="0">
                                          <p:val>
                                            <p:strVal val="#ppt_y-#ppt_h*1.125000"/>
                                          </p:val>
                                        </p:tav>
                                        <p:tav tm="100000">
                                          <p:val>
                                            <p:strVal val="#ppt_y"/>
                                          </p:val>
                                        </p:tav>
                                      </p:tavLst>
                                    </p:anim>
                                    <p:animEffect transition="in" filter="wipe(down)">
                                      <p:cBhvr>
                                        <p:cTn id="67" dur="500"/>
                                        <p:tgtEl>
                                          <p:spTgt spid="8"/>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0" grpId="0" animBg="1"/>
      <p:bldP spid="41" grpId="0"/>
      <p:bldP spid="70" grpId="0"/>
      <p:bldP spid="71" grpId="0"/>
      <p:bldP spid="72" grpId="0"/>
    </p:bldLst>
  </p:timing>
</p:sld>
</file>

<file path=ppt/slides/slide24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4" name="íşlïḍè">
            <a:extLst>
              <a:ext uri="{FF2B5EF4-FFF2-40B4-BE49-F238E27FC236}">
                <a16:creationId xmlns:a16="http://schemas.microsoft.com/office/drawing/2014/main" id="{FFAC21CD-706D-4AA7-B0EB-A133FC2C378E}"/>
              </a:ext>
            </a:extLst>
          </p:cNvPr>
          <p:cNvSpPr txBox="1"/>
          <p:nvPr/>
        </p:nvSpPr>
        <p:spPr>
          <a:xfrm>
            <a:off x="6854779" y="3499166"/>
            <a:ext cx="4091707" cy="369332"/>
          </a:xfrm>
          <a:prstGeom prst="rect">
            <a:avLst/>
          </a:prstGeom>
          <a:noFill/>
        </p:spPr>
        <p:txBody>
          <a:bodyPr wrap="square" lIns="91440" tIns="45720" rIns="91440" bIns="45720" anchor="ctr">
            <a:noAutofit/>
          </a:bodyPr>
          <a:lstStyle/>
          <a:p>
            <a:r>
              <a:rPr lang="zh-CN" altLang="en-US" b="1" dirty="0">
                <a:latin typeface="Arial Narrow" panose="020B0606020202030204" pitchFamily="34" charset="0"/>
              </a:rPr>
              <a:t>实现以太网的数据链路层和物理层功能</a:t>
            </a:r>
          </a:p>
        </p:txBody>
      </p:sp>
      <p:sp>
        <p:nvSpPr>
          <p:cNvPr id="25" name="íşlïḍè">
            <a:extLst>
              <a:ext uri="{FF2B5EF4-FFF2-40B4-BE49-F238E27FC236}">
                <a16:creationId xmlns:a16="http://schemas.microsoft.com/office/drawing/2014/main" id="{F1D6A8DA-3245-4519-821E-1134DEEA3761}"/>
              </a:ext>
            </a:extLst>
          </p:cNvPr>
          <p:cNvSpPr txBox="1"/>
          <p:nvPr/>
        </p:nvSpPr>
        <p:spPr>
          <a:xfrm>
            <a:off x="6854779" y="2237576"/>
            <a:ext cx="4091707" cy="369332"/>
          </a:xfrm>
          <a:prstGeom prst="rect">
            <a:avLst/>
          </a:prstGeom>
          <a:noFill/>
        </p:spPr>
        <p:txBody>
          <a:bodyPr wrap="square" lIns="91440" tIns="45720" rIns="91440" bIns="45720" anchor="ctr">
            <a:noAutofit/>
          </a:bodyPr>
          <a:lstStyle/>
          <a:p>
            <a:r>
              <a:rPr lang="zh-CN" altLang="en-US" b="1" dirty="0">
                <a:latin typeface="Arial Narrow" panose="020B0606020202030204" pitchFamily="34" charset="0"/>
              </a:rPr>
              <a:t>存储</a:t>
            </a:r>
            <a:r>
              <a:rPr lang="en-US" altLang="zh-CN" b="1" dirty="0">
                <a:latin typeface="Arial Narrow" panose="020B0606020202030204" pitchFamily="34" charset="0"/>
              </a:rPr>
              <a:t>MAC</a:t>
            </a:r>
            <a:r>
              <a:rPr lang="zh-CN" altLang="en-US" b="1" dirty="0">
                <a:latin typeface="Arial Narrow" panose="020B0606020202030204" pitchFamily="34" charset="0"/>
              </a:rPr>
              <a:t>地址和网卡的相关信息</a:t>
            </a:r>
          </a:p>
        </p:txBody>
      </p:sp>
      <p:sp>
        <p:nvSpPr>
          <p:cNvPr id="26" name="íşlïḍè">
            <a:extLst>
              <a:ext uri="{FF2B5EF4-FFF2-40B4-BE49-F238E27FC236}">
                <a16:creationId xmlns:a16="http://schemas.microsoft.com/office/drawing/2014/main" id="{FDB779D7-D069-4B39-BA28-F1BCDADC2D5C}"/>
              </a:ext>
            </a:extLst>
          </p:cNvPr>
          <p:cNvSpPr txBox="1"/>
          <p:nvPr/>
        </p:nvSpPr>
        <p:spPr>
          <a:xfrm>
            <a:off x="6854778" y="2870451"/>
            <a:ext cx="5229775" cy="369332"/>
          </a:xfrm>
          <a:prstGeom prst="rect">
            <a:avLst/>
          </a:prstGeom>
          <a:noFill/>
        </p:spPr>
        <p:txBody>
          <a:bodyPr wrap="square" lIns="91440" tIns="45720" rIns="91440" bIns="45720" anchor="ctr">
            <a:noAutofit/>
          </a:bodyPr>
          <a:lstStyle/>
          <a:p>
            <a:r>
              <a:rPr lang="zh-CN" altLang="en-US" b="1" dirty="0">
                <a:latin typeface="Arial Narrow" panose="020B0606020202030204" pitchFamily="34" charset="0"/>
              </a:rPr>
              <a:t>安装用于网络无盘工作站启动的</a:t>
            </a:r>
            <a:r>
              <a:rPr lang="en-US" altLang="zh-CN" b="1" dirty="0">
                <a:latin typeface="Arial Narrow" panose="020B0606020202030204" pitchFamily="34" charset="0"/>
              </a:rPr>
              <a:t>BootROM</a:t>
            </a:r>
            <a:r>
              <a:rPr lang="zh-CN" altLang="en-US" b="1" dirty="0">
                <a:latin typeface="Arial Narrow" panose="020B0606020202030204" pitchFamily="34" charset="0"/>
              </a:rPr>
              <a:t>芯片</a:t>
            </a:r>
          </a:p>
        </p:txBody>
      </p:sp>
      <p:sp>
        <p:nvSpPr>
          <p:cNvPr id="27" name="íşlïḍè">
            <a:extLst>
              <a:ext uri="{FF2B5EF4-FFF2-40B4-BE49-F238E27FC236}">
                <a16:creationId xmlns:a16="http://schemas.microsoft.com/office/drawing/2014/main" id="{CA31537E-30F8-49CB-8512-B945B52D4ECE}"/>
              </a:ext>
            </a:extLst>
          </p:cNvPr>
          <p:cNvSpPr txBox="1"/>
          <p:nvPr/>
        </p:nvSpPr>
        <p:spPr>
          <a:xfrm>
            <a:off x="6854778" y="4855161"/>
            <a:ext cx="5032421" cy="369332"/>
          </a:xfrm>
          <a:prstGeom prst="rect">
            <a:avLst/>
          </a:prstGeom>
          <a:noFill/>
        </p:spPr>
        <p:txBody>
          <a:bodyPr wrap="square" lIns="91440" tIns="45720" rIns="91440" bIns="45720" anchor="ctr">
            <a:noAutofit/>
          </a:bodyPr>
          <a:lstStyle/>
          <a:p>
            <a:r>
              <a:rPr lang="zh-CN" altLang="en-US" b="1" dirty="0">
                <a:latin typeface="Arial Narrow" panose="020B0606020202030204" pitchFamily="34" charset="0"/>
              </a:rPr>
              <a:t>隔离核心芯片与</a:t>
            </a:r>
            <a:r>
              <a:rPr lang="en-US" altLang="zh-CN" b="1" dirty="0">
                <a:latin typeface="Arial Narrow" panose="020B0606020202030204" pitchFamily="34" charset="0"/>
              </a:rPr>
              <a:t>RJ45</a:t>
            </a:r>
            <a:r>
              <a:rPr lang="zh-CN" altLang="en-US" b="1" dirty="0">
                <a:latin typeface="Arial Narrow" panose="020B0606020202030204" pitchFamily="34" charset="0"/>
              </a:rPr>
              <a:t>网络接口，以便提高抗干扰能力并对核心芯片进行防雷击保护</a:t>
            </a:r>
          </a:p>
        </p:txBody>
      </p:sp>
      <p:sp>
        <p:nvSpPr>
          <p:cNvPr id="29" name="íşlïḍè">
            <a:extLst>
              <a:ext uri="{FF2B5EF4-FFF2-40B4-BE49-F238E27FC236}">
                <a16:creationId xmlns:a16="http://schemas.microsoft.com/office/drawing/2014/main" id="{63EA189F-D83B-4F0E-A1CB-EE3E9442DA91}"/>
              </a:ext>
            </a:extLst>
          </p:cNvPr>
          <p:cNvSpPr txBox="1"/>
          <p:nvPr/>
        </p:nvSpPr>
        <p:spPr>
          <a:xfrm>
            <a:off x="6854780" y="5536514"/>
            <a:ext cx="1953722" cy="369332"/>
          </a:xfrm>
          <a:prstGeom prst="rect">
            <a:avLst/>
          </a:prstGeom>
          <a:noFill/>
        </p:spPr>
        <p:txBody>
          <a:bodyPr wrap="square" lIns="91440" tIns="45720" rIns="91440" bIns="45720" anchor="ctr">
            <a:noAutofit/>
          </a:bodyPr>
          <a:lstStyle/>
          <a:p>
            <a:r>
              <a:rPr lang="zh-CN" altLang="en-US" b="1" dirty="0">
                <a:latin typeface="Arial Narrow" panose="020B0606020202030204" pitchFamily="34" charset="0"/>
              </a:rPr>
              <a:t>连接双绞线电缆</a:t>
            </a:r>
          </a:p>
        </p:txBody>
      </p:sp>
      <p:sp>
        <p:nvSpPr>
          <p:cNvPr id="30" name="íşlïḍè">
            <a:extLst>
              <a:ext uri="{FF2B5EF4-FFF2-40B4-BE49-F238E27FC236}">
                <a16:creationId xmlns:a16="http://schemas.microsoft.com/office/drawing/2014/main" id="{C11691D5-D3AC-4D8B-A22B-42C75A1FDCEA}"/>
              </a:ext>
            </a:extLst>
          </p:cNvPr>
          <p:cNvSpPr txBox="1"/>
          <p:nvPr/>
        </p:nvSpPr>
        <p:spPr>
          <a:xfrm>
            <a:off x="6854778" y="4174925"/>
            <a:ext cx="1953724" cy="369332"/>
          </a:xfrm>
          <a:prstGeom prst="rect">
            <a:avLst/>
          </a:prstGeom>
          <a:noFill/>
        </p:spPr>
        <p:txBody>
          <a:bodyPr wrap="square" lIns="91440" tIns="45720" rIns="91440" bIns="45720" anchor="ctr">
            <a:noAutofit/>
          </a:bodyPr>
          <a:lstStyle/>
          <a:p>
            <a:r>
              <a:rPr lang="zh-CN" altLang="en-US" b="1" dirty="0">
                <a:latin typeface="Arial Narrow" panose="020B0606020202030204" pitchFamily="34" charset="0"/>
              </a:rPr>
              <a:t>连接计算机主板</a:t>
            </a:r>
          </a:p>
        </p:txBody>
      </p:sp>
      <p:grpSp>
        <p:nvGrpSpPr>
          <p:cNvPr id="4" name="组合 3">
            <a:extLst>
              <a:ext uri="{FF2B5EF4-FFF2-40B4-BE49-F238E27FC236}">
                <a16:creationId xmlns:a16="http://schemas.microsoft.com/office/drawing/2014/main" id="{9A1EA9F2-FCB6-48C3-935F-7AE7E3AD14AC}"/>
              </a:ext>
            </a:extLst>
          </p:cNvPr>
          <p:cNvGrpSpPr/>
          <p:nvPr/>
        </p:nvGrpSpPr>
        <p:grpSpPr>
          <a:xfrm>
            <a:off x="304800" y="749300"/>
            <a:ext cx="6192344" cy="400110"/>
            <a:chOff x="424117" y="898245"/>
            <a:chExt cx="6192344" cy="400110"/>
          </a:xfrm>
        </p:grpSpPr>
        <p:sp>
          <p:nvSpPr>
            <p:cNvPr id="2" name="平行四边形 1">
              <a:extLst>
                <a:ext uri="{FF2B5EF4-FFF2-40B4-BE49-F238E27FC236}">
                  <a16:creationId xmlns:a16="http://schemas.microsoft.com/office/drawing/2014/main" id="{1F5BAA3F-9845-4F89-A2DD-8222D3E4EDAC}"/>
                </a:ext>
              </a:extLst>
            </p:cNvPr>
            <p:cNvSpPr/>
            <p:nvPr/>
          </p:nvSpPr>
          <p:spPr>
            <a:xfrm>
              <a:off x="424117" y="898245"/>
              <a:ext cx="628306" cy="387090"/>
            </a:xfrm>
            <a:prstGeom prst="parallelogram">
              <a:avLst/>
            </a:prstGeom>
            <a:solidFill>
              <a:schemeClr val="accent3">
                <a:lumMod val="75000"/>
              </a:schemeClr>
            </a:solidFill>
            <a:ln>
              <a:solidFill>
                <a:schemeClr val="accent3">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CN" sz="2200" dirty="0">
                  <a:latin typeface="Impact" panose="020B0806030902050204" pitchFamily="34" charset="0"/>
                </a:rPr>
                <a:t>01</a:t>
              </a:r>
              <a:endParaRPr lang="zh-CN" altLang="en-US" sz="2200" dirty="0">
                <a:latin typeface="Impact" panose="020B0806030902050204" pitchFamily="34" charset="0"/>
              </a:endParaRPr>
            </a:p>
          </p:txBody>
        </p:sp>
        <p:sp>
          <p:nvSpPr>
            <p:cNvPr id="3" name="文本框 2">
              <a:extLst>
                <a:ext uri="{FF2B5EF4-FFF2-40B4-BE49-F238E27FC236}">
                  <a16:creationId xmlns:a16="http://schemas.microsoft.com/office/drawing/2014/main" id="{4D6BD736-A4D3-4F26-AFED-36E11F50F70B}"/>
                </a:ext>
              </a:extLst>
            </p:cNvPr>
            <p:cNvSpPr txBox="1"/>
            <p:nvPr/>
          </p:nvSpPr>
          <p:spPr>
            <a:xfrm>
              <a:off x="1052423" y="898245"/>
              <a:ext cx="5564038" cy="400110"/>
            </a:xfrm>
            <a:prstGeom prst="rect">
              <a:avLst/>
            </a:prstGeom>
            <a:noFill/>
          </p:spPr>
          <p:txBody>
            <a:bodyPr wrap="square" rtlCol="0">
              <a:spAutoFit/>
            </a:bodyPr>
            <a:lstStyle/>
            <a:p>
              <a:r>
                <a:rPr lang="zh-CN" altLang="en-US" sz="2000" b="1" dirty="0"/>
                <a:t>网络适配器</a:t>
              </a:r>
            </a:p>
          </p:txBody>
        </p:sp>
      </p:grpSp>
      <p:sp>
        <p:nvSpPr>
          <p:cNvPr id="40" name="矩形 39">
            <a:extLst>
              <a:ext uri="{FF2B5EF4-FFF2-40B4-BE49-F238E27FC236}">
                <a16:creationId xmlns:a16="http://schemas.microsoft.com/office/drawing/2014/main" id="{BCD66B3D-D3F7-4440-9406-4ECBF941DE41}"/>
              </a:ext>
            </a:extLst>
          </p:cNvPr>
          <p:cNvSpPr/>
          <p:nvPr/>
        </p:nvSpPr>
        <p:spPr>
          <a:xfrm>
            <a:off x="1056633" y="1335374"/>
            <a:ext cx="256976" cy="256976"/>
          </a:xfrm>
          <a:prstGeom prst="rect">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41" name="íşlïḍè">
            <a:extLst>
              <a:ext uri="{FF2B5EF4-FFF2-40B4-BE49-F238E27FC236}">
                <a16:creationId xmlns:a16="http://schemas.microsoft.com/office/drawing/2014/main" id="{0216106F-37A5-40E5-BDEA-DFCA29F868ED}"/>
              </a:ext>
            </a:extLst>
          </p:cNvPr>
          <p:cNvSpPr txBox="1"/>
          <p:nvPr/>
        </p:nvSpPr>
        <p:spPr>
          <a:xfrm>
            <a:off x="1373861" y="1281053"/>
            <a:ext cx="10276516" cy="369332"/>
          </a:xfrm>
          <a:prstGeom prst="rect">
            <a:avLst/>
          </a:prstGeom>
          <a:noFill/>
        </p:spPr>
        <p:txBody>
          <a:bodyPr wrap="square" lIns="91440" tIns="45720" rIns="91440" bIns="45720" anchor="ctr">
            <a:noAutofit/>
          </a:bodyPr>
          <a:lstStyle/>
          <a:p>
            <a:r>
              <a:rPr lang="zh-CN" altLang="en-US" b="1" dirty="0">
                <a:latin typeface="Arial Narrow" panose="020B0606020202030204" pitchFamily="34" charset="0"/>
              </a:rPr>
              <a:t>要将计算机连接到以太网，需要使用相应的</a:t>
            </a:r>
            <a:r>
              <a:rPr lang="zh-CN" altLang="en-US" b="1" dirty="0">
                <a:solidFill>
                  <a:schemeClr val="accent1">
                    <a:lumMod val="75000"/>
                  </a:schemeClr>
                </a:solidFill>
                <a:latin typeface="Arial Narrow" panose="020B0606020202030204" pitchFamily="34" charset="0"/>
              </a:rPr>
              <a:t>网络适配器</a:t>
            </a:r>
            <a:r>
              <a:rPr lang="zh-CN" altLang="en-US" b="1" dirty="0">
                <a:latin typeface="Arial Narrow" panose="020B0606020202030204" pitchFamily="34" charset="0"/>
              </a:rPr>
              <a:t>（</a:t>
            </a:r>
            <a:r>
              <a:rPr lang="en-US" altLang="zh-CN" b="1" dirty="0">
                <a:latin typeface="Arial Narrow" panose="020B0606020202030204" pitchFamily="34" charset="0"/>
              </a:rPr>
              <a:t>Adapter</a:t>
            </a:r>
            <a:r>
              <a:rPr lang="zh-CN" altLang="en-US" b="1" dirty="0">
                <a:latin typeface="Arial Narrow" panose="020B0606020202030204" pitchFamily="34" charset="0"/>
              </a:rPr>
              <a:t>），网络适配器一般简称为“</a:t>
            </a:r>
            <a:r>
              <a:rPr lang="zh-CN" altLang="en-US" b="1" dirty="0">
                <a:solidFill>
                  <a:schemeClr val="accent1">
                    <a:lumMod val="75000"/>
                  </a:schemeClr>
                </a:solidFill>
                <a:latin typeface="Arial Narrow" panose="020B0606020202030204" pitchFamily="34" charset="0"/>
              </a:rPr>
              <a:t>网卡</a:t>
            </a:r>
            <a:r>
              <a:rPr lang="zh-CN" altLang="en-US" b="1" dirty="0">
                <a:latin typeface="Arial Narrow" panose="020B0606020202030204" pitchFamily="34" charset="0"/>
              </a:rPr>
              <a:t>”。</a:t>
            </a:r>
          </a:p>
        </p:txBody>
      </p:sp>
      <p:pic>
        <p:nvPicPr>
          <p:cNvPr id="67" name="图片 66" descr="卡通人物&#10;&#10;中度可信度描述已自动生成">
            <a:extLst>
              <a:ext uri="{FF2B5EF4-FFF2-40B4-BE49-F238E27FC236}">
                <a16:creationId xmlns:a16="http://schemas.microsoft.com/office/drawing/2014/main" id="{18766F45-AA11-476F-AB95-BD8BD712C3F7}"/>
              </a:ext>
            </a:extLst>
          </p:cNvPr>
          <p:cNvPicPr>
            <a:picLocks noChangeAspect="1"/>
          </p:cNvPicPr>
          <p:nvPr/>
        </p:nvPicPr>
        <p:blipFill>
          <a:blip r:embed="rId3">
            <a:clrChange>
              <a:clrFrom>
                <a:srgbClr val="FFFFFF"/>
              </a:clrFrom>
              <a:clrTo>
                <a:srgbClr val="FFFFFF">
                  <a:alpha val="0"/>
                </a:srgbClr>
              </a:clrTo>
            </a:clrChange>
            <a:extLst>
              <a:ext uri="{28A0092B-C50C-407E-A947-70E740481C1C}">
                <a14:useLocalDpi xmlns:a14="http://schemas.microsoft.com/office/drawing/2010/main" val="0"/>
              </a:ext>
            </a:extLst>
          </a:blip>
          <a:stretch>
            <a:fillRect/>
          </a:stretch>
        </p:blipFill>
        <p:spPr>
          <a:xfrm>
            <a:off x="1121360" y="2677075"/>
            <a:ext cx="2954767" cy="2376000"/>
          </a:xfrm>
          <a:prstGeom prst="rect">
            <a:avLst/>
          </a:prstGeom>
        </p:spPr>
      </p:pic>
      <p:sp>
        <p:nvSpPr>
          <p:cNvPr id="66" name="矩形 65">
            <a:extLst>
              <a:ext uri="{FF2B5EF4-FFF2-40B4-BE49-F238E27FC236}">
                <a16:creationId xmlns:a16="http://schemas.microsoft.com/office/drawing/2014/main" id="{826EEA33-4F6B-47AF-AFC1-5D30043AEB48}"/>
              </a:ext>
            </a:extLst>
          </p:cNvPr>
          <p:cNvSpPr/>
          <p:nvPr/>
        </p:nvSpPr>
        <p:spPr>
          <a:xfrm>
            <a:off x="4923979" y="2167410"/>
            <a:ext cx="1881266" cy="509665"/>
          </a:xfrm>
          <a:prstGeom prst="rect">
            <a:avLst/>
          </a:prstGeom>
          <a:solidFill>
            <a:schemeClr val="accent4"/>
          </a:solidFill>
          <a:ln>
            <a:solidFill>
              <a:srgbClr val="52BCC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CN" b="1" dirty="0">
                <a:solidFill>
                  <a:schemeClr val="bg1"/>
                </a:solidFill>
                <a:latin typeface="Arial Narrow" panose="020B0606020202030204" pitchFamily="34" charset="0"/>
              </a:rPr>
              <a:t>EEPROM</a:t>
            </a:r>
          </a:p>
        </p:txBody>
      </p:sp>
      <p:sp>
        <p:nvSpPr>
          <p:cNvPr id="79" name="矩形 78">
            <a:extLst>
              <a:ext uri="{FF2B5EF4-FFF2-40B4-BE49-F238E27FC236}">
                <a16:creationId xmlns:a16="http://schemas.microsoft.com/office/drawing/2014/main" id="{2C427C6B-19FF-402E-ACAB-B8E4826363D9}"/>
              </a:ext>
            </a:extLst>
          </p:cNvPr>
          <p:cNvSpPr/>
          <p:nvPr/>
        </p:nvSpPr>
        <p:spPr>
          <a:xfrm>
            <a:off x="4923979" y="2798205"/>
            <a:ext cx="1881266" cy="509665"/>
          </a:xfrm>
          <a:prstGeom prst="rect">
            <a:avLst/>
          </a:prstGeom>
          <a:solidFill>
            <a:schemeClr val="tx2"/>
          </a:solidFill>
          <a:ln>
            <a:solidFill>
              <a:srgbClr val="A1B5D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CN" b="1" dirty="0" err="1">
                <a:solidFill>
                  <a:schemeClr val="bg1"/>
                </a:solidFill>
                <a:latin typeface="Arial Narrow" panose="020B0606020202030204" pitchFamily="34" charset="0"/>
              </a:rPr>
              <a:t>BootROM</a:t>
            </a:r>
            <a:r>
              <a:rPr lang="zh-CN" altLang="en-US" b="1" dirty="0">
                <a:solidFill>
                  <a:schemeClr val="bg1"/>
                </a:solidFill>
                <a:latin typeface="Arial Narrow" panose="020B0606020202030204" pitchFamily="34" charset="0"/>
              </a:rPr>
              <a:t>插槽</a:t>
            </a:r>
            <a:endParaRPr lang="en-US" altLang="zh-CN" b="1" dirty="0">
              <a:solidFill>
                <a:schemeClr val="bg1"/>
              </a:solidFill>
              <a:latin typeface="Arial Narrow" panose="020B0606020202030204" pitchFamily="34" charset="0"/>
            </a:endParaRPr>
          </a:p>
        </p:txBody>
      </p:sp>
      <p:sp>
        <p:nvSpPr>
          <p:cNvPr id="80" name="矩形 79">
            <a:extLst>
              <a:ext uri="{FF2B5EF4-FFF2-40B4-BE49-F238E27FC236}">
                <a16:creationId xmlns:a16="http://schemas.microsoft.com/office/drawing/2014/main" id="{98704C2E-646B-4C29-A03B-161ADB6D0583}"/>
              </a:ext>
            </a:extLst>
          </p:cNvPr>
          <p:cNvSpPr/>
          <p:nvPr/>
        </p:nvSpPr>
        <p:spPr>
          <a:xfrm>
            <a:off x="4923979" y="3429000"/>
            <a:ext cx="1881266" cy="509665"/>
          </a:xfrm>
          <a:prstGeom prst="rect">
            <a:avLst/>
          </a:prstGeom>
          <a:solidFill>
            <a:schemeClr val="accent1"/>
          </a:solidFill>
          <a:ln>
            <a:solidFill>
              <a:srgbClr val="F3818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zh-CN" altLang="en-US" b="1" dirty="0">
                <a:solidFill>
                  <a:schemeClr val="bg1"/>
                </a:solidFill>
                <a:latin typeface="Arial Narrow" panose="020B0606020202030204" pitchFamily="34" charset="0"/>
              </a:rPr>
              <a:t>核心芯片</a:t>
            </a:r>
            <a:endParaRPr lang="en-US" altLang="zh-CN" b="1" dirty="0">
              <a:solidFill>
                <a:schemeClr val="bg1"/>
              </a:solidFill>
              <a:latin typeface="Arial Narrow" panose="020B0606020202030204" pitchFamily="34" charset="0"/>
            </a:endParaRPr>
          </a:p>
        </p:txBody>
      </p:sp>
      <p:sp>
        <p:nvSpPr>
          <p:cNvPr id="81" name="矩形 80">
            <a:extLst>
              <a:ext uri="{FF2B5EF4-FFF2-40B4-BE49-F238E27FC236}">
                <a16:creationId xmlns:a16="http://schemas.microsoft.com/office/drawing/2014/main" id="{184159D4-C9E0-4C82-9AFA-FB0E163F6579}"/>
              </a:ext>
            </a:extLst>
          </p:cNvPr>
          <p:cNvSpPr/>
          <p:nvPr/>
        </p:nvSpPr>
        <p:spPr>
          <a:xfrm>
            <a:off x="4923979" y="4784995"/>
            <a:ext cx="1881266" cy="509665"/>
          </a:xfrm>
          <a:prstGeom prst="rect">
            <a:avLst/>
          </a:prstGeom>
          <a:solidFill>
            <a:schemeClr val="accent6"/>
          </a:solidFill>
          <a:ln>
            <a:solidFill>
              <a:srgbClr val="FECB5D"/>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zh-CN" altLang="en-US" b="1" dirty="0">
                <a:solidFill>
                  <a:schemeClr val="bg1"/>
                </a:solidFill>
                <a:latin typeface="Arial Narrow" panose="020B0606020202030204" pitchFamily="34" charset="0"/>
              </a:rPr>
              <a:t>网络隔离变压器</a:t>
            </a:r>
            <a:endParaRPr lang="en-US" altLang="zh-CN" b="1" dirty="0">
              <a:solidFill>
                <a:schemeClr val="bg1"/>
              </a:solidFill>
              <a:latin typeface="Arial Narrow" panose="020B0606020202030204" pitchFamily="34" charset="0"/>
            </a:endParaRPr>
          </a:p>
        </p:txBody>
      </p:sp>
      <p:sp>
        <p:nvSpPr>
          <p:cNvPr id="82" name="矩形 81">
            <a:extLst>
              <a:ext uri="{FF2B5EF4-FFF2-40B4-BE49-F238E27FC236}">
                <a16:creationId xmlns:a16="http://schemas.microsoft.com/office/drawing/2014/main" id="{A07DC8C4-E564-4F0F-BC3D-EB0FE6943320}"/>
              </a:ext>
            </a:extLst>
          </p:cNvPr>
          <p:cNvSpPr/>
          <p:nvPr/>
        </p:nvSpPr>
        <p:spPr>
          <a:xfrm>
            <a:off x="4923979" y="5466348"/>
            <a:ext cx="1881266" cy="509665"/>
          </a:xfrm>
          <a:prstGeom prst="rect">
            <a:avLst/>
          </a:prstGeom>
          <a:solidFill>
            <a:schemeClr val="accent5"/>
          </a:solidFill>
          <a:ln>
            <a:solidFill>
              <a:srgbClr val="A582DD"/>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CN" b="1" dirty="0">
                <a:solidFill>
                  <a:schemeClr val="bg1"/>
                </a:solidFill>
                <a:latin typeface="Arial Narrow" panose="020B0606020202030204" pitchFamily="34" charset="0"/>
              </a:rPr>
              <a:t>RJ45</a:t>
            </a:r>
            <a:r>
              <a:rPr lang="zh-CN" altLang="en-US" b="1" dirty="0">
                <a:solidFill>
                  <a:schemeClr val="bg1"/>
                </a:solidFill>
                <a:latin typeface="Arial Narrow" panose="020B0606020202030204" pitchFamily="34" charset="0"/>
              </a:rPr>
              <a:t>网络接口</a:t>
            </a:r>
            <a:endParaRPr lang="en-US" altLang="zh-CN" b="1" dirty="0">
              <a:solidFill>
                <a:schemeClr val="bg1"/>
              </a:solidFill>
              <a:latin typeface="Arial Narrow" panose="020B0606020202030204" pitchFamily="34" charset="0"/>
            </a:endParaRPr>
          </a:p>
        </p:txBody>
      </p:sp>
      <p:sp>
        <p:nvSpPr>
          <p:cNvPr id="83" name="矩形 82">
            <a:extLst>
              <a:ext uri="{FF2B5EF4-FFF2-40B4-BE49-F238E27FC236}">
                <a16:creationId xmlns:a16="http://schemas.microsoft.com/office/drawing/2014/main" id="{A840AF23-A48F-4AF3-A4F3-10E5738797E8}"/>
              </a:ext>
            </a:extLst>
          </p:cNvPr>
          <p:cNvSpPr/>
          <p:nvPr/>
        </p:nvSpPr>
        <p:spPr>
          <a:xfrm>
            <a:off x="4923979" y="4105940"/>
            <a:ext cx="1881266" cy="509665"/>
          </a:xfrm>
          <a:prstGeom prst="rect">
            <a:avLst/>
          </a:prstGeom>
          <a:solidFill>
            <a:schemeClr val="accent3"/>
          </a:solidFill>
          <a:ln>
            <a:solidFill>
              <a:srgbClr val="5EB6F5"/>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CN" b="1" dirty="0">
                <a:solidFill>
                  <a:schemeClr val="bg1"/>
                </a:solidFill>
                <a:latin typeface="Arial Narrow" panose="020B0606020202030204" pitchFamily="34" charset="0"/>
              </a:rPr>
              <a:t>PCI</a:t>
            </a:r>
            <a:r>
              <a:rPr lang="zh-CN" altLang="en-US" b="1" dirty="0">
                <a:solidFill>
                  <a:schemeClr val="bg1"/>
                </a:solidFill>
                <a:latin typeface="Arial Narrow" panose="020B0606020202030204" pitchFamily="34" charset="0"/>
              </a:rPr>
              <a:t>接口</a:t>
            </a:r>
            <a:endParaRPr lang="en-US" altLang="zh-CN" b="1" dirty="0">
              <a:solidFill>
                <a:schemeClr val="bg1"/>
              </a:solidFill>
              <a:latin typeface="Arial Narrow" panose="020B0606020202030204" pitchFamily="34" charset="0"/>
            </a:endParaRPr>
          </a:p>
        </p:txBody>
      </p:sp>
      <p:cxnSp>
        <p:nvCxnSpPr>
          <p:cNvPr id="84" name="直接连接符 83">
            <a:extLst>
              <a:ext uri="{FF2B5EF4-FFF2-40B4-BE49-F238E27FC236}">
                <a16:creationId xmlns:a16="http://schemas.microsoft.com/office/drawing/2014/main" id="{14800CD8-816B-498F-BD77-9C6F5993E84B}"/>
              </a:ext>
            </a:extLst>
          </p:cNvPr>
          <p:cNvCxnSpPr>
            <a:cxnSpLocks/>
            <a:stCxn id="66" idx="1"/>
          </p:cNvCxnSpPr>
          <p:nvPr/>
        </p:nvCxnSpPr>
        <p:spPr>
          <a:xfrm flipH="1">
            <a:off x="3145146" y="2422243"/>
            <a:ext cx="1778833" cy="0"/>
          </a:xfrm>
          <a:prstGeom prst="line">
            <a:avLst/>
          </a:prstGeom>
          <a:ln w="25400" cap="rnd">
            <a:solidFill>
              <a:schemeClr val="accent4"/>
            </a:solidFill>
            <a:round/>
          </a:ln>
        </p:spPr>
        <p:style>
          <a:lnRef idx="1">
            <a:schemeClr val="accent1"/>
          </a:lnRef>
          <a:fillRef idx="0">
            <a:schemeClr val="accent1"/>
          </a:fillRef>
          <a:effectRef idx="0">
            <a:schemeClr val="accent1"/>
          </a:effectRef>
          <a:fontRef idx="minor">
            <a:schemeClr val="tx1"/>
          </a:fontRef>
        </p:style>
      </p:cxnSp>
      <p:cxnSp>
        <p:nvCxnSpPr>
          <p:cNvPr id="85" name="直接连接符 84">
            <a:extLst>
              <a:ext uri="{FF2B5EF4-FFF2-40B4-BE49-F238E27FC236}">
                <a16:creationId xmlns:a16="http://schemas.microsoft.com/office/drawing/2014/main" id="{DDBF1101-F5E5-4058-9076-F25BC3EB143F}"/>
              </a:ext>
            </a:extLst>
          </p:cNvPr>
          <p:cNvCxnSpPr>
            <a:cxnSpLocks/>
          </p:cNvCxnSpPr>
          <p:nvPr/>
        </p:nvCxnSpPr>
        <p:spPr>
          <a:xfrm flipH="1" flipV="1">
            <a:off x="3845366" y="3058093"/>
            <a:ext cx="1078616" cy="1"/>
          </a:xfrm>
          <a:prstGeom prst="line">
            <a:avLst/>
          </a:prstGeom>
          <a:ln w="25400">
            <a:solidFill>
              <a:schemeClr val="tx2"/>
            </a:solidFill>
            <a:headEnd w="med" len="lg"/>
            <a:tailEnd type="triangle" w="med" len="lg"/>
          </a:ln>
        </p:spPr>
        <p:style>
          <a:lnRef idx="1">
            <a:schemeClr val="accent1"/>
          </a:lnRef>
          <a:fillRef idx="0">
            <a:schemeClr val="accent1"/>
          </a:fillRef>
          <a:effectRef idx="0">
            <a:schemeClr val="accent1"/>
          </a:effectRef>
          <a:fontRef idx="minor">
            <a:schemeClr val="tx1"/>
          </a:fontRef>
        </p:style>
      </p:cxnSp>
      <p:cxnSp>
        <p:nvCxnSpPr>
          <p:cNvPr id="86" name="直接连接符 85">
            <a:extLst>
              <a:ext uri="{FF2B5EF4-FFF2-40B4-BE49-F238E27FC236}">
                <a16:creationId xmlns:a16="http://schemas.microsoft.com/office/drawing/2014/main" id="{73ED0638-3642-4CB8-9276-2E319E4EC875}"/>
              </a:ext>
            </a:extLst>
          </p:cNvPr>
          <p:cNvCxnSpPr>
            <a:cxnSpLocks/>
            <a:stCxn id="80" idx="1"/>
          </p:cNvCxnSpPr>
          <p:nvPr/>
        </p:nvCxnSpPr>
        <p:spPr>
          <a:xfrm flipH="1">
            <a:off x="3228275" y="3683833"/>
            <a:ext cx="1695704" cy="0"/>
          </a:xfrm>
          <a:prstGeom prst="line">
            <a:avLst/>
          </a:prstGeom>
          <a:ln w="25400">
            <a:solidFill>
              <a:schemeClr val="accent1"/>
            </a:solidFill>
            <a:headEnd w="med" len="lg"/>
            <a:tailEnd type="triangle" w="med" len="lg"/>
          </a:ln>
        </p:spPr>
        <p:style>
          <a:lnRef idx="1">
            <a:schemeClr val="accent1"/>
          </a:lnRef>
          <a:fillRef idx="0">
            <a:schemeClr val="accent1"/>
          </a:fillRef>
          <a:effectRef idx="0">
            <a:schemeClr val="accent1"/>
          </a:effectRef>
          <a:fontRef idx="minor">
            <a:schemeClr val="tx1"/>
          </a:fontRef>
        </p:style>
      </p:cxnSp>
      <p:cxnSp>
        <p:nvCxnSpPr>
          <p:cNvPr id="87" name="直接箭头连接符 86">
            <a:extLst>
              <a:ext uri="{FF2B5EF4-FFF2-40B4-BE49-F238E27FC236}">
                <a16:creationId xmlns:a16="http://schemas.microsoft.com/office/drawing/2014/main" id="{5C9BFD03-0D44-4194-9C3F-9D9522CF903C}"/>
              </a:ext>
            </a:extLst>
          </p:cNvPr>
          <p:cNvCxnSpPr>
            <a:cxnSpLocks/>
          </p:cNvCxnSpPr>
          <p:nvPr/>
        </p:nvCxnSpPr>
        <p:spPr>
          <a:xfrm>
            <a:off x="3145146" y="2422242"/>
            <a:ext cx="0" cy="698704"/>
          </a:xfrm>
          <a:prstGeom prst="straightConnector1">
            <a:avLst/>
          </a:prstGeom>
          <a:ln w="25400" cap="rnd">
            <a:solidFill>
              <a:schemeClr val="accent4"/>
            </a:solidFill>
            <a:round/>
            <a:tailEnd type="triangle" w="med" len="lg"/>
          </a:ln>
        </p:spPr>
        <p:style>
          <a:lnRef idx="1">
            <a:schemeClr val="accent1"/>
          </a:lnRef>
          <a:fillRef idx="0">
            <a:schemeClr val="accent1"/>
          </a:fillRef>
          <a:effectRef idx="0">
            <a:schemeClr val="accent1"/>
          </a:effectRef>
          <a:fontRef idx="minor">
            <a:schemeClr val="tx1"/>
          </a:fontRef>
        </p:style>
      </p:cxnSp>
      <p:cxnSp>
        <p:nvCxnSpPr>
          <p:cNvPr id="88" name="直接连接符 87">
            <a:extLst>
              <a:ext uri="{FF2B5EF4-FFF2-40B4-BE49-F238E27FC236}">
                <a16:creationId xmlns:a16="http://schemas.microsoft.com/office/drawing/2014/main" id="{AD49B886-C46D-41A8-8593-F8282C747457}"/>
              </a:ext>
            </a:extLst>
          </p:cNvPr>
          <p:cNvCxnSpPr>
            <a:cxnSpLocks/>
            <a:stCxn id="83" idx="1"/>
          </p:cNvCxnSpPr>
          <p:nvPr/>
        </p:nvCxnSpPr>
        <p:spPr>
          <a:xfrm flipH="1">
            <a:off x="3523837" y="4360773"/>
            <a:ext cx="1400142" cy="0"/>
          </a:xfrm>
          <a:prstGeom prst="line">
            <a:avLst/>
          </a:prstGeom>
          <a:ln w="25400" cap="rnd">
            <a:solidFill>
              <a:schemeClr val="accent3"/>
            </a:solidFill>
            <a:round/>
          </a:ln>
        </p:spPr>
        <p:style>
          <a:lnRef idx="1">
            <a:schemeClr val="accent1"/>
          </a:lnRef>
          <a:fillRef idx="0">
            <a:schemeClr val="accent1"/>
          </a:fillRef>
          <a:effectRef idx="0">
            <a:schemeClr val="accent1"/>
          </a:effectRef>
          <a:fontRef idx="minor">
            <a:schemeClr val="tx1"/>
          </a:fontRef>
        </p:style>
      </p:cxnSp>
      <p:cxnSp>
        <p:nvCxnSpPr>
          <p:cNvPr id="89" name="直接箭头连接符 88">
            <a:extLst>
              <a:ext uri="{FF2B5EF4-FFF2-40B4-BE49-F238E27FC236}">
                <a16:creationId xmlns:a16="http://schemas.microsoft.com/office/drawing/2014/main" id="{2C351419-3BAF-473F-BC76-E803438EB62A}"/>
              </a:ext>
            </a:extLst>
          </p:cNvPr>
          <p:cNvCxnSpPr>
            <a:cxnSpLocks/>
          </p:cNvCxnSpPr>
          <p:nvPr/>
        </p:nvCxnSpPr>
        <p:spPr>
          <a:xfrm flipV="1">
            <a:off x="3526300" y="4104476"/>
            <a:ext cx="0" cy="255115"/>
          </a:xfrm>
          <a:prstGeom prst="straightConnector1">
            <a:avLst/>
          </a:prstGeom>
          <a:ln w="25400" cap="rnd">
            <a:solidFill>
              <a:schemeClr val="accent3"/>
            </a:solidFill>
            <a:round/>
            <a:tailEnd type="triangle" w="med" len="lg"/>
          </a:ln>
        </p:spPr>
        <p:style>
          <a:lnRef idx="1">
            <a:schemeClr val="accent1"/>
          </a:lnRef>
          <a:fillRef idx="0">
            <a:schemeClr val="accent1"/>
          </a:fillRef>
          <a:effectRef idx="0">
            <a:schemeClr val="accent1"/>
          </a:effectRef>
          <a:fontRef idx="minor">
            <a:schemeClr val="tx1"/>
          </a:fontRef>
        </p:style>
      </p:cxnSp>
      <p:cxnSp>
        <p:nvCxnSpPr>
          <p:cNvPr id="90" name="直接连接符 89">
            <a:extLst>
              <a:ext uri="{FF2B5EF4-FFF2-40B4-BE49-F238E27FC236}">
                <a16:creationId xmlns:a16="http://schemas.microsoft.com/office/drawing/2014/main" id="{0C7BEF01-2CC1-4218-8E04-DAE5E58308CA}"/>
              </a:ext>
            </a:extLst>
          </p:cNvPr>
          <p:cNvCxnSpPr>
            <a:cxnSpLocks/>
            <a:stCxn id="81" idx="1"/>
          </p:cNvCxnSpPr>
          <p:nvPr/>
        </p:nvCxnSpPr>
        <p:spPr>
          <a:xfrm flipH="1">
            <a:off x="2498601" y="5039828"/>
            <a:ext cx="2425378" cy="0"/>
          </a:xfrm>
          <a:prstGeom prst="line">
            <a:avLst/>
          </a:prstGeom>
          <a:ln w="25400" cap="rnd">
            <a:solidFill>
              <a:schemeClr val="accent6"/>
            </a:solidFill>
            <a:round/>
          </a:ln>
        </p:spPr>
        <p:style>
          <a:lnRef idx="1">
            <a:schemeClr val="accent1"/>
          </a:lnRef>
          <a:fillRef idx="0">
            <a:schemeClr val="accent1"/>
          </a:fillRef>
          <a:effectRef idx="0">
            <a:schemeClr val="accent1"/>
          </a:effectRef>
          <a:fontRef idx="minor">
            <a:schemeClr val="tx1"/>
          </a:fontRef>
        </p:style>
      </p:cxnSp>
      <p:cxnSp>
        <p:nvCxnSpPr>
          <p:cNvPr id="91" name="直接箭头连接符 90">
            <a:extLst>
              <a:ext uri="{FF2B5EF4-FFF2-40B4-BE49-F238E27FC236}">
                <a16:creationId xmlns:a16="http://schemas.microsoft.com/office/drawing/2014/main" id="{EC8D1201-2F50-4241-9B6F-23197F63B679}"/>
              </a:ext>
            </a:extLst>
          </p:cNvPr>
          <p:cNvCxnSpPr>
            <a:cxnSpLocks/>
          </p:cNvCxnSpPr>
          <p:nvPr/>
        </p:nvCxnSpPr>
        <p:spPr>
          <a:xfrm flipV="1">
            <a:off x="2498601" y="4227108"/>
            <a:ext cx="0" cy="812720"/>
          </a:xfrm>
          <a:prstGeom prst="straightConnector1">
            <a:avLst/>
          </a:prstGeom>
          <a:ln w="25400" cap="rnd">
            <a:solidFill>
              <a:schemeClr val="accent6"/>
            </a:solidFill>
            <a:round/>
            <a:tailEnd type="triangle" w="med" len="lg"/>
          </a:ln>
        </p:spPr>
        <p:style>
          <a:lnRef idx="1">
            <a:schemeClr val="accent1"/>
          </a:lnRef>
          <a:fillRef idx="0">
            <a:schemeClr val="accent1"/>
          </a:fillRef>
          <a:effectRef idx="0">
            <a:schemeClr val="accent1"/>
          </a:effectRef>
          <a:fontRef idx="minor">
            <a:schemeClr val="tx1"/>
          </a:fontRef>
        </p:style>
      </p:cxnSp>
      <p:cxnSp>
        <p:nvCxnSpPr>
          <p:cNvPr id="92" name="直接连接符 91">
            <a:extLst>
              <a:ext uri="{FF2B5EF4-FFF2-40B4-BE49-F238E27FC236}">
                <a16:creationId xmlns:a16="http://schemas.microsoft.com/office/drawing/2014/main" id="{3804D749-76E4-495F-81FE-721C5ED3642F}"/>
              </a:ext>
            </a:extLst>
          </p:cNvPr>
          <p:cNvCxnSpPr>
            <a:cxnSpLocks/>
          </p:cNvCxnSpPr>
          <p:nvPr/>
        </p:nvCxnSpPr>
        <p:spPr>
          <a:xfrm flipH="1">
            <a:off x="2212273" y="5721180"/>
            <a:ext cx="2711706" cy="0"/>
          </a:xfrm>
          <a:prstGeom prst="line">
            <a:avLst/>
          </a:prstGeom>
          <a:ln w="25400" cap="rnd">
            <a:solidFill>
              <a:schemeClr val="accent5"/>
            </a:solidFill>
            <a:round/>
          </a:ln>
        </p:spPr>
        <p:style>
          <a:lnRef idx="1">
            <a:schemeClr val="accent1"/>
          </a:lnRef>
          <a:fillRef idx="0">
            <a:schemeClr val="accent1"/>
          </a:fillRef>
          <a:effectRef idx="0">
            <a:schemeClr val="accent1"/>
          </a:effectRef>
          <a:fontRef idx="minor">
            <a:schemeClr val="tx1"/>
          </a:fontRef>
        </p:style>
      </p:cxnSp>
      <p:cxnSp>
        <p:nvCxnSpPr>
          <p:cNvPr id="93" name="直接箭头连接符 92">
            <a:extLst>
              <a:ext uri="{FF2B5EF4-FFF2-40B4-BE49-F238E27FC236}">
                <a16:creationId xmlns:a16="http://schemas.microsoft.com/office/drawing/2014/main" id="{3EEF230C-770F-4013-8D4F-3B3462C484BB}"/>
              </a:ext>
            </a:extLst>
          </p:cNvPr>
          <p:cNvCxnSpPr>
            <a:cxnSpLocks/>
          </p:cNvCxnSpPr>
          <p:nvPr/>
        </p:nvCxnSpPr>
        <p:spPr>
          <a:xfrm flipV="1">
            <a:off x="2212273" y="4245579"/>
            <a:ext cx="0" cy="1475601"/>
          </a:xfrm>
          <a:prstGeom prst="straightConnector1">
            <a:avLst/>
          </a:prstGeom>
          <a:ln w="25400" cap="rnd">
            <a:solidFill>
              <a:schemeClr val="accent5"/>
            </a:solidFill>
            <a:round/>
            <a:tailEnd type="triangle" w="med" len="lg"/>
          </a:ln>
        </p:spPr>
        <p:style>
          <a:lnRef idx="1">
            <a:schemeClr val="accent1"/>
          </a:lnRef>
          <a:fillRef idx="0">
            <a:schemeClr val="accent1"/>
          </a:fillRef>
          <a:effectRef idx="0">
            <a:schemeClr val="accent1"/>
          </a:effectRef>
          <a:fontRef idx="minor">
            <a:schemeClr val="tx1"/>
          </a:fontRef>
        </p:style>
      </p:cxnSp>
    </p:spTree>
    <p:custDataLst>
      <p:tags r:id="rId1"/>
    </p:custDataLst>
    <p:extLst>
      <p:ext uri="{BB962C8B-B14F-4D97-AF65-F5344CB8AC3E}">
        <p14:creationId xmlns:p14="http://schemas.microsoft.com/office/powerpoint/2010/main" val="12053521"/>
      </p:ext>
    </p:extLst>
  </p:cSld>
  <p:clrMapOvr>
    <a:masterClrMapping/>
  </p:clrMapOvr>
  <mc:AlternateContent xmlns:mc="http://schemas.openxmlformats.org/markup-compatibility/2006" xmlns:p159="http://schemas.microsoft.com/office/powerpoint/2015/09/main">
    <mc:Choice Requires="p159">
      <p:transition spd="slow">
        <p159:morph option="byObject"/>
      </p:transition>
    </mc:Choice>
    <mc:Fallback xmlns="">
      <p:transition spd="slow">
        <p:fade/>
      </p:transition>
    </mc:Fallback>
  </mc:AlternateContent>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53" presetClass="entr" presetSubtype="16" fill="hold" grpId="0" nodeType="clickEffect">
                                  <p:stCondLst>
                                    <p:cond delay="0"/>
                                  </p:stCondLst>
                                  <p:childTnLst>
                                    <p:set>
                                      <p:cBhvr>
                                        <p:cTn id="6" dur="1" fill="hold">
                                          <p:stCondLst>
                                            <p:cond delay="0"/>
                                          </p:stCondLst>
                                        </p:cTn>
                                        <p:tgtEl>
                                          <p:spTgt spid="80"/>
                                        </p:tgtEl>
                                        <p:attrNameLst>
                                          <p:attrName>style.visibility</p:attrName>
                                        </p:attrNameLst>
                                      </p:cBhvr>
                                      <p:to>
                                        <p:strVal val="visible"/>
                                      </p:to>
                                    </p:set>
                                    <p:anim calcmode="lin" valueType="num">
                                      <p:cBhvr>
                                        <p:cTn id="7" dur="500" fill="hold"/>
                                        <p:tgtEl>
                                          <p:spTgt spid="80"/>
                                        </p:tgtEl>
                                        <p:attrNameLst>
                                          <p:attrName>ppt_w</p:attrName>
                                        </p:attrNameLst>
                                      </p:cBhvr>
                                      <p:tavLst>
                                        <p:tav tm="0">
                                          <p:val>
                                            <p:fltVal val="0"/>
                                          </p:val>
                                        </p:tav>
                                        <p:tav tm="100000">
                                          <p:val>
                                            <p:strVal val="#ppt_w"/>
                                          </p:val>
                                        </p:tav>
                                      </p:tavLst>
                                    </p:anim>
                                    <p:anim calcmode="lin" valueType="num">
                                      <p:cBhvr>
                                        <p:cTn id="8" dur="500" fill="hold"/>
                                        <p:tgtEl>
                                          <p:spTgt spid="80"/>
                                        </p:tgtEl>
                                        <p:attrNameLst>
                                          <p:attrName>ppt_h</p:attrName>
                                        </p:attrNameLst>
                                      </p:cBhvr>
                                      <p:tavLst>
                                        <p:tav tm="0">
                                          <p:val>
                                            <p:fltVal val="0"/>
                                          </p:val>
                                        </p:tav>
                                        <p:tav tm="100000">
                                          <p:val>
                                            <p:strVal val="#ppt_h"/>
                                          </p:val>
                                        </p:tav>
                                      </p:tavLst>
                                    </p:anim>
                                    <p:animEffect transition="in" filter="fade">
                                      <p:cBhvr>
                                        <p:cTn id="9" dur="500"/>
                                        <p:tgtEl>
                                          <p:spTgt spid="80"/>
                                        </p:tgtEl>
                                      </p:cBhvr>
                                    </p:animEffect>
                                  </p:childTnLst>
                                </p:cTn>
                              </p:par>
                            </p:childTnLst>
                          </p:cTn>
                        </p:par>
                        <p:par>
                          <p:cTn id="10" fill="hold">
                            <p:stCondLst>
                              <p:cond delay="500"/>
                            </p:stCondLst>
                            <p:childTnLst>
                              <p:par>
                                <p:cTn id="11" presetID="22" presetClass="entr" presetSubtype="2" fill="hold" nodeType="afterEffect">
                                  <p:stCondLst>
                                    <p:cond delay="0"/>
                                  </p:stCondLst>
                                  <p:childTnLst>
                                    <p:set>
                                      <p:cBhvr>
                                        <p:cTn id="12" dur="1" fill="hold">
                                          <p:stCondLst>
                                            <p:cond delay="0"/>
                                          </p:stCondLst>
                                        </p:cTn>
                                        <p:tgtEl>
                                          <p:spTgt spid="86"/>
                                        </p:tgtEl>
                                        <p:attrNameLst>
                                          <p:attrName>style.visibility</p:attrName>
                                        </p:attrNameLst>
                                      </p:cBhvr>
                                      <p:to>
                                        <p:strVal val="visible"/>
                                      </p:to>
                                    </p:set>
                                    <p:animEffect transition="in" filter="wipe(right)">
                                      <p:cBhvr>
                                        <p:cTn id="13" dur="500"/>
                                        <p:tgtEl>
                                          <p:spTgt spid="86"/>
                                        </p:tgtEl>
                                      </p:cBhvr>
                                    </p:animEffect>
                                  </p:childTnLst>
                                </p:cTn>
                              </p:par>
                            </p:childTnLst>
                          </p:cTn>
                        </p:par>
                      </p:childTnLst>
                    </p:cTn>
                  </p:par>
                  <p:par>
                    <p:cTn id="14" fill="hold">
                      <p:stCondLst>
                        <p:cond delay="indefinite"/>
                      </p:stCondLst>
                      <p:childTnLst>
                        <p:par>
                          <p:cTn id="15" fill="hold">
                            <p:stCondLst>
                              <p:cond delay="0"/>
                            </p:stCondLst>
                            <p:childTnLst>
                              <p:par>
                                <p:cTn id="16" presetID="12" presetClass="entr" presetSubtype="8" fill="hold" grpId="0" nodeType="clickEffect">
                                  <p:stCondLst>
                                    <p:cond delay="0"/>
                                  </p:stCondLst>
                                  <p:childTnLst>
                                    <p:set>
                                      <p:cBhvr>
                                        <p:cTn id="17" dur="1" fill="hold">
                                          <p:stCondLst>
                                            <p:cond delay="0"/>
                                          </p:stCondLst>
                                        </p:cTn>
                                        <p:tgtEl>
                                          <p:spTgt spid="24"/>
                                        </p:tgtEl>
                                        <p:attrNameLst>
                                          <p:attrName>style.visibility</p:attrName>
                                        </p:attrNameLst>
                                      </p:cBhvr>
                                      <p:to>
                                        <p:strVal val="visible"/>
                                      </p:to>
                                    </p:set>
                                    <p:anim calcmode="lin" valueType="num">
                                      <p:cBhvr additive="base">
                                        <p:cTn id="18" dur="500"/>
                                        <p:tgtEl>
                                          <p:spTgt spid="24"/>
                                        </p:tgtEl>
                                        <p:attrNameLst>
                                          <p:attrName>ppt_x</p:attrName>
                                        </p:attrNameLst>
                                      </p:cBhvr>
                                      <p:tavLst>
                                        <p:tav tm="0">
                                          <p:val>
                                            <p:strVal val="#ppt_x-#ppt_w*1.125000"/>
                                          </p:val>
                                        </p:tav>
                                        <p:tav tm="100000">
                                          <p:val>
                                            <p:strVal val="#ppt_x"/>
                                          </p:val>
                                        </p:tav>
                                      </p:tavLst>
                                    </p:anim>
                                    <p:animEffect transition="in" filter="wipe(right)">
                                      <p:cBhvr>
                                        <p:cTn id="19" dur="500"/>
                                        <p:tgtEl>
                                          <p:spTgt spid="24"/>
                                        </p:tgtEl>
                                      </p:cBhvr>
                                    </p:animEffect>
                                  </p:childTnLst>
                                </p:cTn>
                              </p:par>
                            </p:childTnLst>
                          </p:cTn>
                        </p:par>
                      </p:childTnLst>
                    </p:cTn>
                  </p:par>
                  <p:par>
                    <p:cTn id="20" fill="hold">
                      <p:stCondLst>
                        <p:cond delay="indefinite"/>
                      </p:stCondLst>
                      <p:childTnLst>
                        <p:par>
                          <p:cTn id="21" fill="hold">
                            <p:stCondLst>
                              <p:cond delay="0"/>
                            </p:stCondLst>
                            <p:childTnLst>
                              <p:par>
                                <p:cTn id="22" presetID="53" presetClass="entr" presetSubtype="16" fill="hold" grpId="0" nodeType="clickEffect">
                                  <p:stCondLst>
                                    <p:cond delay="0"/>
                                  </p:stCondLst>
                                  <p:childTnLst>
                                    <p:set>
                                      <p:cBhvr>
                                        <p:cTn id="23" dur="1" fill="hold">
                                          <p:stCondLst>
                                            <p:cond delay="0"/>
                                          </p:stCondLst>
                                        </p:cTn>
                                        <p:tgtEl>
                                          <p:spTgt spid="66"/>
                                        </p:tgtEl>
                                        <p:attrNameLst>
                                          <p:attrName>style.visibility</p:attrName>
                                        </p:attrNameLst>
                                      </p:cBhvr>
                                      <p:to>
                                        <p:strVal val="visible"/>
                                      </p:to>
                                    </p:set>
                                    <p:anim calcmode="lin" valueType="num">
                                      <p:cBhvr>
                                        <p:cTn id="24" dur="500" fill="hold"/>
                                        <p:tgtEl>
                                          <p:spTgt spid="66"/>
                                        </p:tgtEl>
                                        <p:attrNameLst>
                                          <p:attrName>ppt_w</p:attrName>
                                        </p:attrNameLst>
                                      </p:cBhvr>
                                      <p:tavLst>
                                        <p:tav tm="0">
                                          <p:val>
                                            <p:fltVal val="0"/>
                                          </p:val>
                                        </p:tav>
                                        <p:tav tm="100000">
                                          <p:val>
                                            <p:strVal val="#ppt_w"/>
                                          </p:val>
                                        </p:tav>
                                      </p:tavLst>
                                    </p:anim>
                                    <p:anim calcmode="lin" valueType="num">
                                      <p:cBhvr>
                                        <p:cTn id="25" dur="500" fill="hold"/>
                                        <p:tgtEl>
                                          <p:spTgt spid="66"/>
                                        </p:tgtEl>
                                        <p:attrNameLst>
                                          <p:attrName>ppt_h</p:attrName>
                                        </p:attrNameLst>
                                      </p:cBhvr>
                                      <p:tavLst>
                                        <p:tav tm="0">
                                          <p:val>
                                            <p:fltVal val="0"/>
                                          </p:val>
                                        </p:tav>
                                        <p:tav tm="100000">
                                          <p:val>
                                            <p:strVal val="#ppt_h"/>
                                          </p:val>
                                        </p:tav>
                                      </p:tavLst>
                                    </p:anim>
                                    <p:animEffect transition="in" filter="fade">
                                      <p:cBhvr>
                                        <p:cTn id="26" dur="500"/>
                                        <p:tgtEl>
                                          <p:spTgt spid="66"/>
                                        </p:tgtEl>
                                      </p:cBhvr>
                                    </p:animEffect>
                                  </p:childTnLst>
                                </p:cTn>
                              </p:par>
                            </p:childTnLst>
                          </p:cTn>
                        </p:par>
                        <p:par>
                          <p:cTn id="27" fill="hold">
                            <p:stCondLst>
                              <p:cond delay="500"/>
                            </p:stCondLst>
                            <p:childTnLst>
                              <p:par>
                                <p:cTn id="28" presetID="22" presetClass="entr" presetSubtype="2" fill="hold" nodeType="afterEffect">
                                  <p:stCondLst>
                                    <p:cond delay="0"/>
                                  </p:stCondLst>
                                  <p:childTnLst>
                                    <p:set>
                                      <p:cBhvr>
                                        <p:cTn id="29" dur="1" fill="hold">
                                          <p:stCondLst>
                                            <p:cond delay="0"/>
                                          </p:stCondLst>
                                        </p:cTn>
                                        <p:tgtEl>
                                          <p:spTgt spid="84"/>
                                        </p:tgtEl>
                                        <p:attrNameLst>
                                          <p:attrName>style.visibility</p:attrName>
                                        </p:attrNameLst>
                                      </p:cBhvr>
                                      <p:to>
                                        <p:strVal val="visible"/>
                                      </p:to>
                                    </p:set>
                                    <p:animEffect transition="in" filter="wipe(right)">
                                      <p:cBhvr>
                                        <p:cTn id="30" dur="500"/>
                                        <p:tgtEl>
                                          <p:spTgt spid="84"/>
                                        </p:tgtEl>
                                      </p:cBhvr>
                                    </p:animEffect>
                                  </p:childTnLst>
                                </p:cTn>
                              </p:par>
                            </p:childTnLst>
                          </p:cTn>
                        </p:par>
                        <p:par>
                          <p:cTn id="31" fill="hold">
                            <p:stCondLst>
                              <p:cond delay="1000"/>
                            </p:stCondLst>
                            <p:childTnLst>
                              <p:par>
                                <p:cTn id="32" presetID="22" presetClass="entr" presetSubtype="1" fill="hold" nodeType="afterEffect">
                                  <p:stCondLst>
                                    <p:cond delay="0"/>
                                  </p:stCondLst>
                                  <p:childTnLst>
                                    <p:set>
                                      <p:cBhvr>
                                        <p:cTn id="33" dur="1" fill="hold">
                                          <p:stCondLst>
                                            <p:cond delay="0"/>
                                          </p:stCondLst>
                                        </p:cTn>
                                        <p:tgtEl>
                                          <p:spTgt spid="87"/>
                                        </p:tgtEl>
                                        <p:attrNameLst>
                                          <p:attrName>style.visibility</p:attrName>
                                        </p:attrNameLst>
                                      </p:cBhvr>
                                      <p:to>
                                        <p:strVal val="visible"/>
                                      </p:to>
                                    </p:set>
                                    <p:animEffect transition="in" filter="wipe(up)">
                                      <p:cBhvr>
                                        <p:cTn id="34" dur="500"/>
                                        <p:tgtEl>
                                          <p:spTgt spid="87"/>
                                        </p:tgtEl>
                                      </p:cBhvr>
                                    </p:animEffect>
                                  </p:childTnLst>
                                </p:cTn>
                              </p:par>
                            </p:childTnLst>
                          </p:cTn>
                        </p:par>
                      </p:childTnLst>
                    </p:cTn>
                  </p:par>
                  <p:par>
                    <p:cTn id="35" fill="hold">
                      <p:stCondLst>
                        <p:cond delay="indefinite"/>
                      </p:stCondLst>
                      <p:childTnLst>
                        <p:par>
                          <p:cTn id="36" fill="hold">
                            <p:stCondLst>
                              <p:cond delay="0"/>
                            </p:stCondLst>
                            <p:childTnLst>
                              <p:par>
                                <p:cTn id="37" presetID="12" presetClass="entr" presetSubtype="8" fill="hold" grpId="0" nodeType="clickEffect">
                                  <p:stCondLst>
                                    <p:cond delay="0"/>
                                  </p:stCondLst>
                                  <p:childTnLst>
                                    <p:set>
                                      <p:cBhvr>
                                        <p:cTn id="38" dur="1" fill="hold">
                                          <p:stCondLst>
                                            <p:cond delay="0"/>
                                          </p:stCondLst>
                                        </p:cTn>
                                        <p:tgtEl>
                                          <p:spTgt spid="25"/>
                                        </p:tgtEl>
                                        <p:attrNameLst>
                                          <p:attrName>style.visibility</p:attrName>
                                        </p:attrNameLst>
                                      </p:cBhvr>
                                      <p:to>
                                        <p:strVal val="visible"/>
                                      </p:to>
                                    </p:set>
                                    <p:anim calcmode="lin" valueType="num">
                                      <p:cBhvr additive="base">
                                        <p:cTn id="39" dur="500"/>
                                        <p:tgtEl>
                                          <p:spTgt spid="25"/>
                                        </p:tgtEl>
                                        <p:attrNameLst>
                                          <p:attrName>ppt_x</p:attrName>
                                        </p:attrNameLst>
                                      </p:cBhvr>
                                      <p:tavLst>
                                        <p:tav tm="0">
                                          <p:val>
                                            <p:strVal val="#ppt_x-#ppt_w*1.125000"/>
                                          </p:val>
                                        </p:tav>
                                        <p:tav tm="100000">
                                          <p:val>
                                            <p:strVal val="#ppt_x"/>
                                          </p:val>
                                        </p:tav>
                                      </p:tavLst>
                                    </p:anim>
                                    <p:animEffect transition="in" filter="wipe(right)">
                                      <p:cBhvr>
                                        <p:cTn id="40" dur="500"/>
                                        <p:tgtEl>
                                          <p:spTgt spid="25"/>
                                        </p:tgtEl>
                                      </p:cBhvr>
                                    </p:animEffect>
                                  </p:childTnLst>
                                </p:cTn>
                              </p:par>
                            </p:childTnLst>
                          </p:cTn>
                        </p:par>
                      </p:childTnLst>
                    </p:cTn>
                  </p:par>
                  <p:par>
                    <p:cTn id="41" fill="hold">
                      <p:stCondLst>
                        <p:cond delay="indefinite"/>
                      </p:stCondLst>
                      <p:childTnLst>
                        <p:par>
                          <p:cTn id="42" fill="hold">
                            <p:stCondLst>
                              <p:cond delay="0"/>
                            </p:stCondLst>
                            <p:childTnLst>
                              <p:par>
                                <p:cTn id="43" presetID="53" presetClass="entr" presetSubtype="16" fill="hold" grpId="0" nodeType="clickEffect">
                                  <p:stCondLst>
                                    <p:cond delay="0"/>
                                  </p:stCondLst>
                                  <p:childTnLst>
                                    <p:set>
                                      <p:cBhvr>
                                        <p:cTn id="44" dur="1" fill="hold">
                                          <p:stCondLst>
                                            <p:cond delay="0"/>
                                          </p:stCondLst>
                                        </p:cTn>
                                        <p:tgtEl>
                                          <p:spTgt spid="79"/>
                                        </p:tgtEl>
                                        <p:attrNameLst>
                                          <p:attrName>style.visibility</p:attrName>
                                        </p:attrNameLst>
                                      </p:cBhvr>
                                      <p:to>
                                        <p:strVal val="visible"/>
                                      </p:to>
                                    </p:set>
                                    <p:anim calcmode="lin" valueType="num">
                                      <p:cBhvr>
                                        <p:cTn id="45" dur="500" fill="hold"/>
                                        <p:tgtEl>
                                          <p:spTgt spid="79"/>
                                        </p:tgtEl>
                                        <p:attrNameLst>
                                          <p:attrName>ppt_w</p:attrName>
                                        </p:attrNameLst>
                                      </p:cBhvr>
                                      <p:tavLst>
                                        <p:tav tm="0">
                                          <p:val>
                                            <p:fltVal val="0"/>
                                          </p:val>
                                        </p:tav>
                                        <p:tav tm="100000">
                                          <p:val>
                                            <p:strVal val="#ppt_w"/>
                                          </p:val>
                                        </p:tav>
                                      </p:tavLst>
                                    </p:anim>
                                    <p:anim calcmode="lin" valueType="num">
                                      <p:cBhvr>
                                        <p:cTn id="46" dur="500" fill="hold"/>
                                        <p:tgtEl>
                                          <p:spTgt spid="79"/>
                                        </p:tgtEl>
                                        <p:attrNameLst>
                                          <p:attrName>ppt_h</p:attrName>
                                        </p:attrNameLst>
                                      </p:cBhvr>
                                      <p:tavLst>
                                        <p:tav tm="0">
                                          <p:val>
                                            <p:fltVal val="0"/>
                                          </p:val>
                                        </p:tav>
                                        <p:tav tm="100000">
                                          <p:val>
                                            <p:strVal val="#ppt_h"/>
                                          </p:val>
                                        </p:tav>
                                      </p:tavLst>
                                    </p:anim>
                                    <p:animEffect transition="in" filter="fade">
                                      <p:cBhvr>
                                        <p:cTn id="47" dur="500"/>
                                        <p:tgtEl>
                                          <p:spTgt spid="79"/>
                                        </p:tgtEl>
                                      </p:cBhvr>
                                    </p:animEffect>
                                  </p:childTnLst>
                                </p:cTn>
                              </p:par>
                            </p:childTnLst>
                          </p:cTn>
                        </p:par>
                        <p:par>
                          <p:cTn id="48" fill="hold">
                            <p:stCondLst>
                              <p:cond delay="500"/>
                            </p:stCondLst>
                            <p:childTnLst>
                              <p:par>
                                <p:cTn id="49" presetID="22" presetClass="entr" presetSubtype="2" fill="hold" nodeType="afterEffect">
                                  <p:stCondLst>
                                    <p:cond delay="0"/>
                                  </p:stCondLst>
                                  <p:childTnLst>
                                    <p:set>
                                      <p:cBhvr>
                                        <p:cTn id="50" dur="1" fill="hold">
                                          <p:stCondLst>
                                            <p:cond delay="0"/>
                                          </p:stCondLst>
                                        </p:cTn>
                                        <p:tgtEl>
                                          <p:spTgt spid="85"/>
                                        </p:tgtEl>
                                        <p:attrNameLst>
                                          <p:attrName>style.visibility</p:attrName>
                                        </p:attrNameLst>
                                      </p:cBhvr>
                                      <p:to>
                                        <p:strVal val="visible"/>
                                      </p:to>
                                    </p:set>
                                    <p:animEffect transition="in" filter="wipe(right)">
                                      <p:cBhvr>
                                        <p:cTn id="51" dur="500"/>
                                        <p:tgtEl>
                                          <p:spTgt spid="85"/>
                                        </p:tgtEl>
                                      </p:cBhvr>
                                    </p:animEffect>
                                  </p:childTnLst>
                                </p:cTn>
                              </p:par>
                            </p:childTnLst>
                          </p:cTn>
                        </p:par>
                      </p:childTnLst>
                    </p:cTn>
                  </p:par>
                  <p:par>
                    <p:cTn id="52" fill="hold">
                      <p:stCondLst>
                        <p:cond delay="indefinite"/>
                      </p:stCondLst>
                      <p:childTnLst>
                        <p:par>
                          <p:cTn id="53" fill="hold">
                            <p:stCondLst>
                              <p:cond delay="0"/>
                            </p:stCondLst>
                            <p:childTnLst>
                              <p:par>
                                <p:cTn id="54" presetID="12" presetClass="entr" presetSubtype="8" fill="hold" grpId="0" nodeType="clickEffect">
                                  <p:stCondLst>
                                    <p:cond delay="0"/>
                                  </p:stCondLst>
                                  <p:childTnLst>
                                    <p:set>
                                      <p:cBhvr>
                                        <p:cTn id="55" dur="1" fill="hold">
                                          <p:stCondLst>
                                            <p:cond delay="0"/>
                                          </p:stCondLst>
                                        </p:cTn>
                                        <p:tgtEl>
                                          <p:spTgt spid="26"/>
                                        </p:tgtEl>
                                        <p:attrNameLst>
                                          <p:attrName>style.visibility</p:attrName>
                                        </p:attrNameLst>
                                      </p:cBhvr>
                                      <p:to>
                                        <p:strVal val="visible"/>
                                      </p:to>
                                    </p:set>
                                    <p:anim calcmode="lin" valueType="num">
                                      <p:cBhvr additive="base">
                                        <p:cTn id="56" dur="500"/>
                                        <p:tgtEl>
                                          <p:spTgt spid="26"/>
                                        </p:tgtEl>
                                        <p:attrNameLst>
                                          <p:attrName>ppt_x</p:attrName>
                                        </p:attrNameLst>
                                      </p:cBhvr>
                                      <p:tavLst>
                                        <p:tav tm="0">
                                          <p:val>
                                            <p:strVal val="#ppt_x-#ppt_w*1.125000"/>
                                          </p:val>
                                        </p:tav>
                                        <p:tav tm="100000">
                                          <p:val>
                                            <p:strVal val="#ppt_x"/>
                                          </p:val>
                                        </p:tav>
                                      </p:tavLst>
                                    </p:anim>
                                    <p:animEffect transition="in" filter="wipe(right)">
                                      <p:cBhvr>
                                        <p:cTn id="57" dur="500"/>
                                        <p:tgtEl>
                                          <p:spTgt spid="26"/>
                                        </p:tgtEl>
                                      </p:cBhvr>
                                    </p:animEffect>
                                  </p:childTnLst>
                                </p:cTn>
                              </p:par>
                            </p:childTnLst>
                          </p:cTn>
                        </p:par>
                      </p:childTnLst>
                    </p:cTn>
                  </p:par>
                  <p:par>
                    <p:cTn id="58" fill="hold">
                      <p:stCondLst>
                        <p:cond delay="indefinite"/>
                      </p:stCondLst>
                      <p:childTnLst>
                        <p:par>
                          <p:cTn id="59" fill="hold">
                            <p:stCondLst>
                              <p:cond delay="0"/>
                            </p:stCondLst>
                            <p:childTnLst>
                              <p:par>
                                <p:cTn id="60" presetID="53" presetClass="entr" presetSubtype="16" fill="hold" grpId="0" nodeType="clickEffect">
                                  <p:stCondLst>
                                    <p:cond delay="0"/>
                                  </p:stCondLst>
                                  <p:childTnLst>
                                    <p:set>
                                      <p:cBhvr>
                                        <p:cTn id="61" dur="1" fill="hold">
                                          <p:stCondLst>
                                            <p:cond delay="0"/>
                                          </p:stCondLst>
                                        </p:cTn>
                                        <p:tgtEl>
                                          <p:spTgt spid="81"/>
                                        </p:tgtEl>
                                        <p:attrNameLst>
                                          <p:attrName>style.visibility</p:attrName>
                                        </p:attrNameLst>
                                      </p:cBhvr>
                                      <p:to>
                                        <p:strVal val="visible"/>
                                      </p:to>
                                    </p:set>
                                    <p:anim calcmode="lin" valueType="num">
                                      <p:cBhvr>
                                        <p:cTn id="62" dur="500" fill="hold"/>
                                        <p:tgtEl>
                                          <p:spTgt spid="81"/>
                                        </p:tgtEl>
                                        <p:attrNameLst>
                                          <p:attrName>ppt_w</p:attrName>
                                        </p:attrNameLst>
                                      </p:cBhvr>
                                      <p:tavLst>
                                        <p:tav tm="0">
                                          <p:val>
                                            <p:fltVal val="0"/>
                                          </p:val>
                                        </p:tav>
                                        <p:tav tm="100000">
                                          <p:val>
                                            <p:strVal val="#ppt_w"/>
                                          </p:val>
                                        </p:tav>
                                      </p:tavLst>
                                    </p:anim>
                                    <p:anim calcmode="lin" valueType="num">
                                      <p:cBhvr>
                                        <p:cTn id="63" dur="500" fill="hold"/>
                                        <p:tgtEl>
                                          <p:spTgt spid="81"/>
                                        </p:tgtEl>
                                        <p:attrNameLst>
                                          <p:attrName>ppt_h</p:attrName>
                                        </p:attrNameLst>
                                      </p:cBhvr>
                                      <p:tavLst>
                                        <p:tav tm="0">
                                          <p:val>
                                            <p:fltVal val="0"/>
                                          </p:val>
                                        </p:tav>
                                        <p:tav tm="100000">
                                          <p:val>
                                            <p:strVal val="#ppt_h"/>
                                          </p:val>
                                        </p:tav>
                                      </p:tavLst>
                                    </p:anim>
                                    <p:animEffect transition="in" filter="fade">
                                      <p:cBhvr>
                                        <p:cTn id="64" dur="500"/>
                                        <p:tgtEl>
                                          <p:spTgt spid="81"/>
                                        </p:tgtEl>
                                      </p:cBhvr>
                                    </p:animEffect>
                                  </p:childTnLst>
                                </p:cTn>
                              </p:par>
                            </p:childTnLst>
                          </p:cTn>
                        </p:par>
                        <p:par>
                          <p:cTn id="65" fill="hold">
                            <p:stCondLst>
                              <p:cond delay="500"/>
                            </p:stCondLst>
                            <p:childTnLst>
                              <p:par>
                                <p:cTn id="66" presetID="22" presetClass="entr" presetSubtype="2" fill="hold" nodeType="afterEffect">
                                  <p:stCondLst>
                                    <p:cond delay="0"/>
                                  </p:stCondLst>
                                  <p:childTnLst>
                                    <p:set>
                                      <p:cBhvr>
                                        <p:cTn id="67" dur="1" fill="hold">
                                          <p:stCondLst>
                                            <p:cond delay="0"/>
                                          </p:stCondLst>
                                        </p:cTn>
                                        <p:tgtEl>
                                          <p:spTgt spid="90"/>
                                        </p:tgtEl>
                                        <p:attrNameLst>
                                          <p:attrName>style.visibility</p:attrName>
                                        </p:attrNameLst>
                                      </p:cBhvr>
                                      <p:to>
                                        <p:strVal val="visible"/>
                                      </p:to>
                                    </p:set>
                                    <p:animEffect transition="in" filter="wipe(right)">
                                      <p:cBhvr>
                                        <p:cTn id="68" dur="500"/>
                                        <p:tgtEl>
                                          <p:spTgt spid="90"/>
                                        </p:tgtEl>
                                      </p:cBhvr>
                                    </p:animEffect>
                                  </p:childTnLst>
                                </p:cTn>
                              </p:par>
                            </p:childTnLst>
                          </p:cTn>
                        </p:par>
                        <p:par>
                          <p:cTn id="69" fill="hold">
                            <p:stCondLst>
                              <p:cond delay="1000"/>
                            </p:stCondLst>
                            <p:childTnLst>
                              <p:par>
                                <p:cTn id="70" presetID="22" presetClass="entr" presetSubtype="4" fill="hold" nodeType="afterEffect">
                                  <p:stCondLst>
                                    <p:cond delay="0"/>
                                  </p:stCondLst>
                                  <p:childTnLst>
                                    <p:set>
                                      <p:cBhvr>
                                        <p:cTn id="71" dur="1" fill="hold">
                                          <p:stCondLst>
                                            <p:cond delay="0"/>
                                          </p:stCondLst>
                                        </p:cTn>
                                        <p:tgtEl>
                                          <p:spTgt spid="91"/>
                                        </p:tgtEl>
                                        <p:attrNameLst>
                                          <p:attrName>style.visibility</p:attrName>
                                        </p:attrNameLst>
                                      </p:cBhvr>
                                      <p:to>
                                        <p:strVal val="visible"/>
                                      </p:to>
                                    </p:set>
                                    <p:animEffect transition="in" filter="wipe(down)">
                                      <p:cBhvr>
                                        <p:cTn id="72" dur="500"/>
                                        <p:tgtEl>
                                          <p:spTgt spid="91"/>
                                        </p:tgtEl>
                                      </p:cBhvr>
                                    </p:animEffect>
                                  </p:childTnLst>
                                </p:cTn>
                              </p:par>
                            </p:childTnLst>
                          </p:cTn>
                        </p:par>
                      </p:childTnLst>
                    </p:cTn>
                  </p:par>
                  <p:par>
                    <p:cTn id="73" fill="hold">
                      <p:stCondLst>
                        <p:cond delay="indefinite"/>
                      </p:stCondLst>
                      <p:childTnLst>
                        <p:par>
                          <p:cTn id="74" fill="hold">
                            <p:stCondLst>
                              <p:cond delay="0"/>
                            </p:stCondLst>
                            <p:childTnLst>
                              <p:par>
                                <p:cTn id="75" presetID="12" presetClass="entr" presetSubtype="8" fill="hold" grpId="0" nodeType="clickEffect">
                                  <p:stCondLst>
                                    <p:cond delay="0"/>
                                  </p:stCondLst>
                                  <p:childTnLst>
                                    <p:set>
                                      <p:cBhvr>
                                        <p:cTn id="76" dur="1" fill="hold">
                                          <p:stCondLst>
                                            <p:cond delay="0"/>
                                          </p:stCondLst>
                                        </p:cTn>
                                        <p:tgtEl>
                                          <p:spTgt spid="27"/>
                                        </p:tgtEl>
                                        <p:attrNameLst>
                                          <p:attrName>style.visibility</p:attrName>
                                        </p:attrNameLst>
                                      </p:cBhvr>
                                      <p:to>
                                        <p:strVal val="visible"/>
                                      </p:to>
                                    </p:set>
                                    <p:anim calcmode="lin" valueType="num">
                                      <p:cBhvr additive="base">
                                        <p:cTn id="77" dur="500"/>
                                        <p:tgtEl>
                                          <p:spTgt spid="27"/>
                                        </p:tgtEl>
                                        <p:attrNameLst>
                                          <p:attrName>ppt_x</p:attrName>
                                        </p:attrNameLst>
                                      </p:cBhvr>
                                      <p:tavLst>
                                        <p:tav tm="0">
                                          <p:val>
                                            <p:strVal val="#ppt_x-#ppt_w*1.125000"/>
                                          </p:val>
                                        </p:tav>
                                        <p:tav tm="100000">
                                          <p:val>
                                            <p:strVal val="#ppt_x"/>
                                          </p:val>
                                        </p:tav>
                                      </p:tavLst>
                                    </p:anim>
                                    <p:animEffect transition="in" filter="wipe(right)">
                                      <p:cBhvr>
                                        <p:cTn id="78" dur="500"/>
                                        <p:tgtEl>
                                          <p:spTgt spid="27"/>
                                        </p:tgtEl>
                                      </p:cBhvr>
                                    </p:animEffect>
                                  </p:childTnLst>
                                </p:cTn>
                              </p:par>
                            </p:childTnLst>
                          </p:cTn>
                        </p:par>
                      </p:childTnLst>
                    </p:cTn>
                  </p:par>
                  <p:par>
                    <p:cTn id="79" fill="hold">
                      <p:stCondLst>
                        <p:cond delay="indefinite"/>
                      </p:stCondLst>
                      <p:childTnLst>
                        <p:par>
                          <p:cTn id="80" fill="hold">
                            <p:stCondLst>
                              <p:cond delay="0"/>
                            </p:stCondLst>
                            <p:childTnLst>
                              <p:par>
                                <p:cTn id="81" presetID="53" presetClass="entr" presetSubtype="16" fill="hold" grpId="0" nodeType="clickEffect">
                                  <p:stCondLst>
                                    <p:cond delay="0"/>
                                  </p:stCondLst>
                                  <p:childTnLst>
                                    <p:set>
                                      <p:cBhvr>
                                        <p:cTn id="82" dur="1" fill="hold">
                                          <p:stCondLst>
                                            <p:cond delay="0"/>
                                          </p:stCondLst>
                                        </p:cTn>
                                        <p:tgtEl>
                                          <p:spTgt spid="82"/>
                                        </p:tgtEl>
                                        <p:attrNameLst>
                                          <p:attrName>style.visibility</p:attrName>
                                        </p:attrNameLst>
                                      </p:cBhvr>
                                      <p:to>
                                        <p:strVal val="visible"/>
                                      </p:to>
                                    </p:set>
                                    <p:anim calcmode="lin" valueType="num">
                                      <p:cBhvr>
                                        <p:cTn id="83" dur="500" fill="hold"/>
                                        <p:tgtEl>
                                          <p:spTgt spid="82"/>
                                        </p:tgtEl>
                                        <p:attrNameLst>
                                          <p:attrName>ppt_w</p:attrName>
                                        </p:attrNameLst>
                                      </p:cBhvr>
                                      <p:tavLst>
                                        <p:tav tm="0">
                                          <p:val>
                                            <p:fltVal val="0"/>
                                          </p:val>
                                        </p:tav>
                                        <p:tav tm="100000">
                                          <p:val>
                                            <p:strVal val="#ppt_w"/>
                                          </p:val>
                                        </p:tav>
                                      </p:tavLst>
                                    </p:anim>
                                    <p:anim calcmode="lin" valueType="num">
                                      <p:cBhvr>
                                        <p:cTn id="84" dur="500" fill="hold"/>
                                        <p:tgtEl>
                                          <p:spTgt spid="82"/>
                                        </p:tgtEl>
                                        <p:attrNameLst>
                                          <p:attrName>ppt_h</p:attrName>
                                        </p:attrNameLst>
                                      </p:cBhvr>
                                      <p:tavLst>
                                        <p:tav tm="0">
                                          <p:val>
                                            <p:fltVal val="0"/>
                                          </p:val>
                                        </p:tav>
                                        <p:tav tm="100000">
                                          <p:val>
                                            <p:strVal val="#ppt_h"/>
                                          </p:val>
                                        </p:tav>
                                      </p:tavLst>
                                    </p:anim>
                                    <p:animEffect transition="in" filter="fade">
                                      <p:cBhvr>
                                        <p:cTn id="85" dur="500"/>
                                        <p:tgtEl>
                                          <p:spTgt spid="82"/>
                                        </p:tgtEl>
                                      </p:cBhvr>
                                    </p:animEffect>
                                  </p:childTnLst>
                                </p:cTn>
                              </p:par>
                            </p:childTnLst>
                          </p:cTn>
                        </p:par>
                        <p:par>
                          <p:cTn id="86" fill="hold">
                            <p:stCondLst>
                              <p:cond delay="500"/>
                            </p:stCondLst>
                            <p:childTnLst>
                              <p:par>
                                <p:cTn id="87" presetID="22" presetClass="entr" presetSubtype="2" fill="hold" nodeType="afterEffect">
                                  <p:stCondLst>
                                    <p:cond delay="0"/>
                                  </p:stCondLst>
                                  <p:childTnLst>
                                    <p:set>
                                      <p:cBhvr>
                                        <p:cTn id="88" dur="1" fill="hold">
                                          <p:stCondLst>
                                            <p:cond delay="0"/>
                                          </p:stCondLst>
                                        </p:cTn>
                                        <p:tgtEl>
                                          <p:spTgt spid="92"/>
                                        </p:tgtEl>
                                        <p:attrNameLst>
                                          <p:attrName>style.visibility</p:attrName>
                                        </p:attrNameLst>
                                      </p:cBhvr>
                                      <p:to>
                                        <p:strVal val="visible"/>
                                      </p:to>
                                    </p:set>
                                    <p:animEffect transition="in" filter="wipe(right)">
                                      <p:cBhvr>
                                        <p:cTn id="89" dur="500"/>
                                        <p:tgtEl>
                                          <p:spTgt spid="92"/>
                                        </p:tgtEl>
                                      </p:cBhvr>
                                    </p:animEffect>
                                  </p:childTnLst>
                                </p:cTn>
                              </p:par>
                            </p:childTnLst>
                          </p:cTn>
                        </p:par>
                        <p:par>
                          <p:cTn id="90" fill="hold">
                            <p:stCondLst>
                              <p:cond delay="1000"/>
                            </p:stCondLst>
                            <p:childTnLst>
                              <p:par>
                                <p:cTn id="91" presetID="22" presetClass="entr" presetSubtype="4" fill="hold" nodeType="afterEffect">
                                  <p:stCondLst>
                                    <p:cond delay="0"/>
                                  </p:stCondLst>
                                  <p:childTnLst>
                                    <p:set>
                                      <p:cBhvr>
                                        <p:cTn id="92" dur="1" fill="hold">
                                          <p:stCondLst>
                                            <p:cond delay="0"/>
                                          </p:stCondLst>
                                        </p:cTn>
                                        <p:tgtEl>
                                          <p:spTgt spid="93"/>
                                        </p:tgtEl>
                                        <p:attrNameLst>
                                          <p:attrName>style.visibility</p:attrName>
                                        </p:attrNameLst>
                                      </p:cBhvr>
                                      <p:to>
                                        <p:strVal val="visible"/>
                                      </p:to>
                                    </p:set>
                                    <p:animEffect transition="in" filter="wipe(down)">
                                      <p:cBhvr>
                                        <p:cTn id="93" dur="500"/>
                                        <p:tgtEl>
                                          <p:spTgt spid="93"/>
                                        </p:tgtEl>
                                      </p:cBhvr>
                                    </p:animEffect>
                                  </p:childTnLst>
                                </p:cTn>
                              </p:par>
                            </p:childTnLst>
                          </p:cTn>
                        </p:par>
                      </p:childTnLst>
                    </p:cTn>
                  </p:par>
                  <p:par>
                    <p:cTn id="94" fill="hold">
                      <p:stCondLst>
                        <p:cond delay="indefinite"/>
                      </p:stCondLst>
                      <p:childTnLst>
                        <p:par>
                          <p:cTn id="95" fill="hold">
                            <p:stCondLst>
                              <p:cond delay="0"/>
                            </p:stCondLst>
                            <p:childTnLst>
                              <p:par>
                                <p:cTn id="96" presetID="12" presetClass="entr" presetSubtype="8" fill="hold" grpId="0" nodeType="clickEffect">
                                  <p:stCondLst>
                                    <p:cond delay="0"/>
                                  </p:stCondLst>
                                  <p:childTnLst>
                                    <p:set>
                                      <p:cBhvr>
                                        <p:cTn id="97" dur="1" fill="hold">
                                          <p:stCondLst>
                                            <p:cond delay="0"/>
                                          </p:stCondLst>
                                        </p:cTn>
                                        <p:tgtEl>
                                          <p:spTgt spid="29"/>
                                        </p:tgtEl>
                                        <p:attrNameLst>
                                          <p:attrName>style.visibility</p:attrName>
                                        </p:attrNameLst>
                                      </p:cBhvr>
                                      <p:to>
                                        <p:strVal val="visible"/>
                                      </p:to>
                                    </p:set>
                                    <p:anim calcmode="lin" valueType="num">
                                      <p:cBhvr additive="base">
                                        <p:cTn id="98" dur="500"/>
                                        <p:tgtEl>
                                          <p:spTgt spid="29"/>
                                        </p:tgtEl>
                                        <p:attrNameLst>
                                          <p:attrName>ppt_x</p:attrName>
                                        </p:attrNameLst>
                                      </p:cBhvr>
                                      <p:tavLst>
                                        <p:tav tm="0">
                                          <p:val>
                                            <p:strVal val="#ppt_x-#ppt_w*1.125000"/>
                                          </p:val>
                                        </p:tav>
                                        <p:tav tm="100000">
                                          <p:val>
                                            <p:strVal val="#ppt_x"/>
                                          </p:val>
                                        </p:tav>
                                      </p:tavLst>
                                    </p:anim>
                                    <p:animEffect transition="in" filter="wipe(right)">
                                      <p:cBhvr>
                                        <p:cTn id="99" dur="500"/>
                                        <p:tgtEl>
                                          <p:spTgt spid="29"/>
                                        </p:tgtEl>
                                      </p:cBhvr>
                                    </p:animEffect>
                                  </p:childTnLst>
                                </p:cTn>
                              </p:par>
                            </p:childTnLst>
                          </p:cTn>
                        </p:par>
                      </p:childTnLst>
                    </p:cTn>
                  </p:par>
                  <p:par>
                    <p:cTn id="100" fill="hold">
                      <p:stCondLst>
                        <p:cond delay="indefinite"/>
                      </p:stCondLst>
                      <p:childTnLst>
                        <p:par>
                          <p:cTn id="101" fill="hold">
                            <p:stCondLst>
                              <p:cond delay="0"/>
                            </p:stCondLst>
                            <p:childTnLst>
                              <p:par>
                                <p:cTn id="102" presetID="53" presetClass="entr" presetSubtype="16" fill="hold" grpId="0" nodeType="clickEffect">
                                  <p:stCondLst>
                                    <p:cond delay="0"/>
                                  </p:stCondLst>
                                  <p:childTnLst>
                                    <p:set>
                                      <p:cBhvr>
                                        <p:cTn id="103" dur="1" fill="hold">
                                          <p:stCondLst>
                                            <p:cond delay="0"/>
                                          </p:stCondLst>
                                        </p:cTn>
                                        <p:tgtEl>
                                          <p:spTgt spid="83"/>
                                        </p:tgtEl>
                                        <p:attrNameLst>
                                          <p:attrName>style.visibility</p:attrName>
                                        </p:attrNameLst>
                                      </p:cBhvr>
                                      <p:to>
                                        <p:strVal val="visible"/>
                                      </p:to>
                                    </p:set>
                                    <p:anim calcmode="lin" valueType="num">
                                      <p:cBhvr>
                                        <p:cTn id="104" dur="500" fill="hold"/>
                                        <p:tgtEl>
                                          <p:spTgt spid="83"/>
                                        </p:tgtEl>
                                        <p:attrNameLst>
                                          <p:attrName>ppt_w</p:attrName>
                                        </p:attrNameLst>
                                      </p:cBhvr>
                                      <p:tavLst>
                                        <p:tav tm="0">
                                          <p:val>
                                            <p:fltVal val="0"/>
                                          </p:val>
                                        </p:tav>
                                        <p:tav tm="100000">
                                          <p:val>
                                            <p:strVal val="#ppt_w"/>
                                          </p:val>
                                        </p:tav>
                                      </p:tavLst>
                                    </p:anim>
                                    <p:anim calcmode="lin" valueType="num">
                                      <p:cBhvr>
                                        <p:cTn id="105" dur="500" fill="hold"/>
                                        <p:tgtEl>
                                          <p:spTgt spid="83"/>
                                        </p:tgtEl>
                                        <p:attrNameLst>
                                          <p:attrName>ppt_h</p:attrName>
                                        </p:attrNameLst>
                                      </p:cBhvr>
                                      <p:tavLst>
                                        <p:tav tm="0">
                                          <p:val>
                                            <p:fltVal val="0"/>
                                          </p:val>
                                        </p:tav>
                                        <p:tav tm="100000">
                                          <p:val>
                                            <p:strVal val="#ppt_h"/>
                                          </p:val>
                                        </p:tav>
                                      </p:tavLst>
                                    </p:anim>
                                    <p:animEffect transition="in" filter="fade">
                                      <p:cBhvr>
                                        <p:cTn id="106" dur="500"/>
                                        <p:tgtEl>
                                          <p:spTgt spid="83"/>
                                        </p:tgtEl>
                                      </p:cBhvr>
                                    </p:animEffect>
                                  </p:childTnLst>
                                </p:cTn>
                              </p:par>
                            </p:childTnLst>
                          </p:cTn>
                        </p:par>
                        <p:par>
                          <p:cTn id="107" fill="hold">
                            <p:stCondLst>
                              <p:cond delay="500"/>
                            </p:stCondLst>
                            <p:childTnLst>
                              <p:par>
                                <p:cTn id="108" presetID="22" presetClass="entr" presetSubtype="2" fill="hold" nodeType="afterEffect">
                                  <p:stCondLst>
                                    <p:cond delay="0"/>
                                  </p:stCondLst>
                                  <p:childTnLst>
                                    <p:set>
                                      <p:cBhvr>
                                        <p:cTn id="109" dur="1" fill="hold">
                                          <p:stCondLst>
                                            <p:cond delay="0"/>
                                          </p:stCondLst>
                                        </p:cTn>
                                        <p:tgtEl>
                                          <p:spTgt spid="88"/>
                                        </p:tgtEl>
                                        <p:attrNameLst>
                                          <p:attrName>style.visibility</p:attrName>
                                        </p:attrNameLst>
                                      </p:cBhvr>
                                      <p:to>
                                        <p:strVal val="visible"/>
                                      </p:to>
                                    </p:set>
                                    <p:animEffect transition="in" filter="wipe(right)">
                                      <p:cBhvr>
                                        <p:cTn id="110" dur="500"/>
                                        <p:tgtEl>
                                          <p:spTgt spid="88"/>
                                        </p:tgtEl>
                                      </p:cBhvr>
                                    </p:animEffect>
                                  </p:childTnLst>
                                </p:cTn>
                              </p:par>
                            </p:childTnLst>
                          </p:cTn>
                        </p:par>
                        <p:par>
                          <p:cTn id="111" fill="hold">
                            <p:stCondLst>
                              <p:cond delay="1000"/>
                            </p:stCondLst>
                            <p:childTnLst>
                              <p:par>
                                <p:cTn id="112" presetID="22" presetClass="entr" presetSubtype="4" fill="hold" nodeType="afterEffect">
                                  <p:stCondLst>
                                    <p:cond delay="0"/>
                                  </p:stCondLst>
                                  <p:childTnLst>
                                    <p:set>
                                      <p:cBhvr>
                                        <p:cTn id="113" dur="1" fill="hold">
                                          <p:stCondLst>
                                            <p:cond delay="0"/>
                                          </p:stCondLst>
                                        </p:cTn>
                                        <p:tgtEl>
                                          <p:spTgt spid="89"/>
                                        </p:tgtEl>
                                        <p:attrNameLst>
                                          <p:attrName>style.visibility</p:attrName>
                                        </p:attrNameLst>
                                      </p:cBhvr>
                                      <p:to>
                                        <p:strVal val="visible"/>
                                      </p:to>
                                    </p:set>
                                    <p:animEffect transition="in" filter="wipe(down)">
                                      <p:cBhvr>
                                        <p:cTn id="114" dur="500"/>
                                        <p:tgtEl>
                                          <p:spTgt spid="89"/>
                                        </p:tgtEl>
                                      </p:cBhvr>
                                    </p:animEffect>
                                  </p:childTnLst>
                                </p:cTn>
                              </p:par>
                            </p:childTnLst>
                          </p:cTn>
                        </p:par>
                      </p:childTnLst>
                    </p:cTn>
                  </p:par>
                  <p:par>
                    <p:cTn id="115" fill="hold">
                      <p:stCondLst>
                        <p:cond delay="indefinite"/>
                      </p:stCondLst>
                      <p:childTnLst>
                        <p:par>
                          <p:cTn id="116" fill="hold">
                            <p:stCondLst>
                              <p:cond delay="0"/>
                            </p:stCondLst>
                            <p:childTnLst>
                              <p:par>
                                <p:cTn id="117" presetID="12" presetClass="entr" presetSubtype="8" fill="hold" grpId="0" nodeType="clickEffect">
                                  <p:stCondLst>
                                    <p:cond delay="0"/>
                                  </p:stCondLst>
                                  <p:childTnLst>
                                    <p:set>
                                      <p:cBhvr>
                                        <p:cTn id="118" dur="1" fill="hold">
                                          <p:stCondLst>
                                            <p:cond delay="0"/>
                                          </p:stCondLst>
                                        </p:cTn>
                                        <p:tgtEl>
                                          <p:spTgt spid="30"/>
                                        </p:tgtEl>
                                        <p:attrNameLst>
                                          <p:attrName>style.visibility</p:attrName>
                                        </p:attrNameLst>
                                      </p:cBhvr>
                                      <p:to>
                                        <p:strVal val="visible"/>
                                      </p:to>
                                    </p:set>
                                    <p:anim calcmode="lin" valueType="num">
                                      <p:cBhvr additive="base">
                                        <p:cTn id="119" dur="500"/>
                                        <p:tgtEl>
                                          <p:spTgt spid="30"/>
                                        </p:tgtEl>
                                        <p:attrNameLst>
                                          <p:attrName>ppt_x</p:attrName>
                                        </p:attrNameLst>
                                      </p:cBhvr>
                                      <p:tavLst>
                                        <p:tav tm="0">
                                          <p:val>
                                            <p:strVal val="#ppt_x-#ppt_w*1.125000"/>
                                          </p:val>
                                        </p:tav>
                                        <p:tav tm="100000">
                                          <p:val>
                                            <p:strVal val="#ppt_x"/>
                                          </p:val>
                                        </p:tav>
                                      </p:tavLst>
                                    </p:anim>
                                    <p:animEffect transition="in" filter="wipe(right)">
                                      <p:cBhvr>
                                        <p:cTn id="120" dur="500"/>
                                        <p:tgtEl>
                                          <p:spTgt spid="30"/>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4" grpId="0"/>
      <p:bldP spid="25" grpId="0"/>
      <p:bldP spid="26" grpId="0"/>
      <p:bldP spid="27" grpId="0"/>
      <p:bldP spid="29" grpId="0"/>
      <p:bldP spid="30" grpId="0"/>
      <p:bldP spid="66" grpId="0" animBg="1"/>
      <p:bldP spid="79" grpId="0" animBg="1"/>
      <p:bldP spid="80" grpId="0" animBg="1"/>
      <p:bldP spid="81" grpId="0" animBg="1"/>
      <p:bldP spid="82" grpId="0" animBg="1"/>
      <p:bldP spid="83" grpId="0" animBg="1"/>
    </p:bldLst>
  </p:timing>
</p:sld>
</file>

<file path=ppt/slides/slide25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4" name="组合 3">
            <a:extLst>
              <a:ext uri="{FF2B5EF4-FFF2-40B4-BE49-F238E27FC236}">
                <a16:creationId xmlns:a16="http://schemas.microsoft.com/office/drawing/2014/main" id="{9A1EA9F2-FCB6-48C3-935F-7AE7E3AD14AC}"/>
              </a:ext>
            </a:extLst>
          </p:cNvPr>
          <p:cNvGrpSpPr/>
          <p:nvPr/>
        </p:nvGrpSpPr>
        <p:grpSpPr>
          <a:xfrm>
            <a:off x="304800" y="749300"/>
            <a:ext cx="6192344" cy="400110"/>
            <a:chOff x="424117" y="898245"/>
            <a:chExt cx="6192344" cy="400110"/>
          </a:xfrm>
        </p:grpSpPr>
        <p:sp>
          <p:nvSpPr>
            <p:cNvPr id="2" name="平行四边形 1">
              <a:extLst>
                <a:ext uri="{FF2B5EF4-FFF2-40B4-BE49-F238E27FC236}">
                  <a16:creationId xmlns:a16="http://schemas.microsoft.com/office/drawing/2014/main" id="{1F5BAA3F-9845-4F89-A2DD-8222D3E4EDAC}"/>
                </a:ext>
              </a:extLst>
            </p:cNvPr>
            <p:cNvSpPr/>
            <p:nvPr/>
          </p:nvSpPr>
          <p:spPr>
            <a:xfrm>
              <a:off x="424117" y="898245"/>
              <a:ext cx="628306" cy="387090"/>
            </a:xfrm>
            <a:prstGeom prst="parallelogram">
              <a:avLst/>
            </a:prstGeom>
            <a:solidFill>
              <a:schemeClr val="accent3">
                <a:lumMod val="75000"/>
              </a:schemeClr>
            </a:solidFill>
            <a:ln>
              <a:solidFill>
                <a:schemeClr val="accent3">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CN" sz="2200" dirty="0">
                  <a:latin typeface="Impact" panose="020B0806030902050204" pitchFamily="34" charset="0"/>
                </a:rPr>
                <a:t>01</a:t>
              </a:r>
              <a:endParaRPr lang="zh-CN" altLang="en-US" sz="2200" dirty="0">
                <a:latin typeface="Impact" panose="020B0806030902050204" pitchFamily="34" charset="0"/>
              </a:endParaRPr>
            </a:p>
          </p:txBody>
        </p:sp>
        <p:sp>
          <p:nvSpPr>
            <p:cNvPr id="3" name="文本框 2">
              <a:extLst>
                <a:ext uri="{FF2B5EF4-FFF2-40B4-BE49-F238E27FC236}">
                  <a16:creationId xmlns:a16="http://schemas.microsoft.com/office/drawing/2014/main" id="{4D6BD736-A4D3-4F26-AFED-36E11F50F70B}"/>
                </a:ext>
              </a:extLst>
            </p:cNvPr>
            <p:cNvSpPr txBox="1"/>
            <p:nvPr/>
          </p:nvSpPr>
          <p:spPr>
            <a:xfrm>
              <a:off x="1052423" y="898245"/>
              <a:ext cx="5564038" cy="400110"/>
            </a:xfrm>
            <a:prstGeom prst="rect">
              <a:avLst/>
            </a:prstGeom>
            <a:noFill/>
          </p:spPr>
          <p:txBody>
            <a:bodyPr wrap="square" rtlCol="0">
              <a:spAutoFit/>
            </a:bodyPr>
            <a:lstStyle/>
            <a:p>
              <a:r>
                <a:rPr lang="zh-CN" altLang="en-US" sz="2000" b="1" dirty="0"/>
                <a:t>网络适配器</a:t>
              </a:r>
            </a:p>
          </p:txBody>
        </p:sp>
      </p:grpSp>
      <p:sp>
        <p:nvSpPr>
          <p:cNvPr id="40" name="矩形 39">
            <a:extLst>
              <a:ext uri="{FF2B5EF4-FFF2-40B4-BE49-F238E27FC236}">
                <a16:creationId xmlns:a16="http://schemas.microsoft.com/office/drawing/2014/main" id="{BCD66B3D-D3F7-4440-9406-4ECBF941DE41}"/>
              </a:ext>
            </a:extLst>
          </p:cNvPr>
          <p:cNvSpPr/>
          <p:nvPr/>
        </p:nvSpPr>
        <p:spPr>
          <a:xfrm>
            <a:off x="1056633" y="1335374"/>
            <a:ext cx="256976" cy="256976"/>
          </a:xfrm>
          <a:prstGeom prst="rect">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41" name="íşlïḍè">
            <a:extLst>
              <a:ext uri="{FF2B5EF4-FFF2-40B4-BE49-F238E27FC236}">
                <a16:creationId xmlns:a16="http://schemas.microsoft.com/office/drawing/2014/main" id="{0216106F-37A5-40E5-BDEA-DFCA29F868ED}"/>
              </a:ext>
            </a:extLst>
          </p:cNvPr>
          <p:cNvSpPr txBox="1"/>
          <p:nvPr/>
        </p:nvSpPr>
        <p:spPr>
          <a:xfrm>
            <a:off x="1373861" y="1281053"/>
            <a:ext cx="10276516" cy="369332"/>
          </a:xfrm>
          <a:prstGeom prst="rect">
            <a:avLst/>
          </a:prstGeom>
          <a:noFill/>
        </p:spPr>
        <p:txBody>
          <a:bodyPr wrap="square" lIns="91440" tIns="45720" rIns="91440" bIns="45720" anchor="ctr">
            <a:noAutofit/>
          </a:bodyPr>
          <a:lstStyle/>
          <a:p>
            <a:r>
              <a:rPr lang="zh-CN" altLang="en-US" b="1" dirty="0">
                <a:latin typeface="Arial Narrow" panose="020B0606020202030204" pitchFamily="34" charset="0"/>
              </a:rPr>
              <a:t>要将计算机连接到以太网，需要使用相应的</a:t>
            </a:r>
            <a:r>
              <a:rPr lang="zh-CN" altLang="en-US" b="1" dirty="0">
                <a:solidFill>
                  <a:schemeClr val="accent1">
                    <a:lumMod val="75000"/>
                  </a:schemeClr>
                </a:solidFill>
                <a:latin typeface="Arial Narrow" panose="020B0606020202030204" pitchFamily="34" charset="0"/>
              </a:rPr>
              <a:t>网络适配器</a:t>
            </a:r>
            <a:r>
              <a:rPr lang="zh-CN" altLang="en-US" b="1" dirty="0">
                <a:latin typeface="Arial Narrow" panose="020B0606020202030204" pitchFamily="34" charset="0"/>
              </a:rPr>
              <a:t>（</a:t>
            </a:r>
            <a:r>
              <a:rPr lang="en-US" altLang="zh-CN" b="1" dirty="0">
                <a:latin typeface="Arial Narrow" panose="020B0606020202030204" pitchFamily="34" charset="0"/>
              </a:rPr>
              <a:t>Adapter</a:t>
            </a:r>
            <a:r>
              <a:rPr lang="zh-CN" altLang="en-US" b="1" dirty="0">
                <a:latin typeface="Arial Narrow" panose="020B0606020202030204" pitchFamily="34" charset="0"/>
              </a:rPr>
              <a:t>），网络适配器一般简称为“</a:t>
            </a:r>
            <a:r>
              <a:rPr lang="zh-CN" altLang="en-US" b="1" dirty="0">
                <a:solidFill>
                  <a:schemeClr val="accent1">
                    <a:lumMod val="75000"/>
                  </a:schemeClr>
                </a:solidFill>
                <a:latin typeface="Arial Narrow" panose="020B0606020202030204" pitchFamily="34" charset="0"/>
              </a:rPr>
              <a:t>网卡</a:t>
            </a:r>
            <a:r>
              <a:rPr lang="zh-CN" altLang="en-US" b="1" dirty="0">
                <a:latin typeface="Arial Narrow" panose="020B0606020202030204" pitchFamily="34" charset="0"/>
              </a:rPr>
              <a:t>”。</a:t>
            </a:r>
          </a:p>
        </p:txBody>
      </p:sp>
      <p:grpSp>
        <p:nvGrpSpPr>
          <p:cNvPr id="11" name="组合 10">
            <a:extLst>
              <a:ext uri="{FF2B5EF4-FFF2-40B4-BE49-F238E27FC236}">
                <a16:creationId xmlns:a16="http://schemas.microsoft.com/office/drawing/2014/main" id="{8A3113D1-6476-4E3F-A71B-7C810E91D4CE}"/>
              </a:ext>
            </a:extLst>
          </p:cNvPr>
          <p:cNvGrpSpPr/>
          <p:nvPr/>
        </p:nvGrpSpPr>
        <p:grpSpPr>
          <a:xfrm>
            <a:off x="524174" y="3976013"/>
            <a:ext cx="11156805" cy="1852341"/>
            <a:chOff x="517597" y="2574810"/>
            <a:chExt cx="11156805" cy="1852341"/>
          </a:xfrm>
        </p:grpSpPr>
        <p:sp>
          <p:nvSpPr>
            <p:cNvPr id="99" name="矩形 98">
              <a:extLst>
                <a:ext uri="{FF2B5EF4-FFF2-40B4-BE49-F238E27FC236}">
                  <a16:creationId xmlns:a16="http://schemas.microsoft.com/office/drawing/2014/main" id="{3CCF4FCA-19C3-4CF0-BE2C-35256B4FE7D1}"/>
                </a:ext>
              </a:extLst>
            </p:cNvPr>
            <p:cNvSpPr/>
            <p:nvPr/>
          </p:nvSpPr>
          <p:spPr>
            <a:xfrm>
              <a:off x="517597" y="2579690"/>
              <a:ext cx="3710228" cy="1847461"/>
            </a:xfrm>
            <a:prstGeom prst="rect">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ltLang="zh-CN" b="1" dirty="0">
                <a:latin typeface="Arial Narrow" panose="020B0606020202030204" pitchFamily="34" charset="0"/>
              </a:endParaRPr>
            </a:p>
          </p:txBody>
        </p:sp>
        <p:sp>
          <p:nvSpPr>
            <p:cNvPr id="100" name="文本框 99">
              <a:extLst>
                <a:ext uri="{FF2B5EF4-FFF2-40B4-BE49-F238E27FC236}">
                  <a16:creationId xmlns:a16="http://schemas.microsoft.com/office/drawing/2014/main" id="{0ED9976D-9D09-463C-AF45-332F34419DCB}"/>
                </a:ext>
              </a:extLst>
            </p:cNvPr>
            <p:cNvSpPr txBox="1"/>
            <p:nvPr/>
          </p:nvSpPr>
          <p:spPr>
            <a:xfrm>
              <a:off x="1758611" y="2751535"/>
              <a:ext cx="1175657" cy="369332"/>
            </a:xfrm>
            <a:prstGeom prst="rect">
              <a:avLst/>
            </a:prstGeom>
            <a:noFill/>
          </p:spPr>
          <p:txBody>
            <a:bodyPr wrap="square" rtlCol="0">
              <a:spAutoFit/>
            </a:bodyPr>
            <a:lstStyle/>
            <a:p>
              <a:pPr algn="ctr"/>
              <a:r>
                <a:rPr lang="zh-CN" altLang="en-US" b="1" dirty="0">
                  <a:latin typeface="Arial Narrow" panose="020B0606020202030204" pitchFamily="34" charset="0"/>
                </a:rPr>
                <a:t>计算机</a:t>
              </a:r>
            </a:p>
          </p:txBody>
        </p:sp>
        <p:sp>
          <p:nvSpPr>
            <p:cNvPr id="101" name="矩形 100">
              <a:extLst>
                <a:ext uri="{FF2B5EF4-FFF2-40B4-BE49-F238E27FC236}">
                  <a16:creationId xmlns:a16="http://schemas.microsoft.com/office/drawing/2014/main" id="{DB691430-8D70-4E54-BD96-1C76A6C26855}"/>
                </a:ext>
              </a:extLst>
            </p:cNvPr>
            <p:cNvSpPr/>
            <p:nvPr/>
          </p:nvSpPr>
          <p:spPr>
            <a:xfrm>
              <a:off x="640493" y="3319142"/>
              <a:ext cx="875522" cy="909734"/>
            </a:xfrm>
            <a:prstGeom prst="rect">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CN" b="1" dirty="0">
                  <a:solidFill>
                    <a:schemeClr val="tx1"/>
                  </a:solidFill>
                  <a:latin typeface="Arial Narrow" panose="020B0606020202030204" pitchFamily="34" charset="0"/>
                </a:rPr>
                <a:t>CPU</a:t>
              </a:r>
              <a:r>
                <a:rPr lang="zh-CN" altLang="en-US" b="1" dirty="0">
                  <a:solidFill>
                    <a:schemeClr val="tx1"/>
                  </a:solidFill>
                  <a:latin typeface="Arial Narrow" panose="020B0606020202030204" pitchFamily="34" charset="0"/>
                </a:rPr>
                <a:t>和</a:t>
              </a:r>
              <a:endParaRPr lang="en-US" altLang="zh-CN" b="1" dirty="0">
                <a:solidFill>
                  <a:schemeClr val="tx1"/>
                </a:solidFill>
                <a:latin typeface="Arial Narrow" panose="020B0606020202030204" pitchFamily="34" charset="0"/>
              </a:endParaRPr>
            </a:p>
            <a:p>
              <a:pPr algn="ctr"/>
              <a:r>
                <a:rPr lang="zh-CN" altLang="en-US" b="1" dirty="0">
                  <a:solidFill>
                    <a:schemeClr val="tx1"/>
                  </a:solidFill>
                  <a:latin typeface="Arial Narrow" panose="020B0606020202030204" pitchFamily="34" charset="0"/>
                </a:rPr>
                <a:t>存储器</a:t>
              </a:r>
            </a:p>
          </p:txBody>
        </p:sp>
        <p:sp>
          <p:nvSpPr>
            <p:cNvPr id="102" name="箭头: 左右 101">
              <a:extLst>
                <a:ext uri="{FF2B5EF4-FFF2-40B4-BE49-F238E27FC236}">
                  <a16:creationId xmlns:a16="http://schemas.microsoft.com/office/drawing/2014/main" id="{BBE4DF64-4275-488F-A75C-78135844B647}"/>
                </a:ext>
              </a:extLst>
            </p:cNvPr>
            <p:cNvSpPr/>
            <p:nvPr/>
          </p:nvSpPr>
          <p:spPr>
            <a:xfrm>
              <a:off x="1516015" y="3391454"/>
              <a:ext cx="1660850" cy="765110"/>
            </a:xfrm>
            <a:prstGeom prst="leftRightArrow">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zh-CN" altLang="en-US" b="1" dirty="0">
                  <a:solidFill>
                    <a:schemeClr val="accent4"/>
                  </a:solidFill>
                  <a:latin typeface="Arial Narrow" panose="020B0606020202030204" pitchFamily="34" charset="0"/>
                </a:rPr>
                <a:t>并行传输</a:t>
              </a:r>
            </a:p>
          </p:txBody>
        </p:sp>
        <p:sp>
          <p:nvSpPr>
            <p:cNvPr id="103" name="矩形 102">
              <a:extLst>
                <a:ext uri="{FF2B5EF4-FFF2-40B4-BE49-F238E27FC236}">
                  <a16:creationId xmlns:a16="http://schemas.microsoft.com/office/drawing/2014/main" id="{7453B9C3-3AC4-4061-8B5C-900065E16CE7}"/>
                </a:ext>
              </a:extLst>
            </p:cNvPr>
            <p:cNvSpPr/>
            <p:nvPr/>
          </p:nvSpPr>
          <p:spPr>
            <a:xfrm>
              <a:off x="3176865" y="3319142"/>
              <a:ext cx="875522" cy="909734"/>
            </a:xfrm>
            <a:prstGeom prst="rect">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zh-CN" altLang="en-US" b="1" dirty="0">
                  <a:solidFill>
                    <a:schemeClr val="tx1"/>
                  </a:solidFill>
                  <a:latin typeface="Arial Narrow" panose="020B0606020202030204" pitchFamily="34" charset="0"/>
                </a:rPr>
                <a:t>网卡</a:t>
              </a:r>
            </a:p>
          </p:txBody>
        </p:sp>
        <p:sp>
          <p:nvSpPr>
            <p:cNvPr id="104" name="云形 103">
              <a:extLst>
                <a:ext uri="{FF2B5EF4-FFF2-40B4-BE49-F238E27FC236}">
                  <a16:creationId xmlns:a16="http://schemas.microsoft.com/office/drawing/2014/main" id="{4B9EEFB3-33E6-4DF7-AC24-88FE6FEB8B4F}"/>
                </a:ext>
              </a:extLst>
            </p:cNvPr>
            <p:cNvSpPr/>
            <p:nvPr/>
          </p:nvSpPr>
          <p:spPr>
            <a:xfrm>
              <a:off x="5366768" y="3305147"/>
              <a:ext cx="1402701" cy="961053"/>
            </a:xfrm>
            <a:prstGeom prst="cloud">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zh-CN" altLang="en-US" b="1" dirty="0">
                  <a:solidFill>
                    <a:schemeClr val="tx1"/>
                  </a:solidFill>
                  <a:latin typeface="Arial Narrow" panose="020B0606020202030204" pitchFamily="34" charset="0"/>
                </a:rPr>
                <a:t>局域网</a:t>
              </a:r>
            </a:p>
          </p:txBody>
        </p:sp>
        <p:grpSp>
          <p:nvGrpSpPr>
            <p:cNvPr id="105" name="组合 104">
              <a:extLst>
                <a:ext uri="{FF2B5EF4-FFF2-40B4-BE49-F238E27FC236}">
                  <a16:creationId xmlns:a16="http://schemas.microsoft.com/office/drawing/2014/main" id="{5C67930C-AD63-42FA-8FC3-CAB4EF91B2AB}"/>
                </a:ext>
              </a:extLst>
            </p:cNvPr>
            <p:cNvGrpSpPr/>
            <p:nvPr/>
          </p:nvGrpSpPr>
          <p:grpSpPr>
            <a:xfrm>
              <a:off x="4052387" y="3343246"/>
              <a:ext cx="1318732" cy="442428"/>
              <a:chOff x="4052387" y="3343246"/>
              <a:chExt cx="1318732" cy="442428"/>
            </a:xfrm>
          </p:grpSpPr>
          <p:cxnSp>
            <p:nvCxnSpPr>
              <p:cNvPr id="106" name="直接箭头连接符 105">
                <a:extLst>
                  <a:ext uri="{FF2B5EF4-FFF2-40B4-BE49-F238E27FC236}">
                    <a16:creationId xmlns:a16="http://schemas.microsoft.com/office/drawing/2014/main" id="{F510C7A7-21D0-4C41-98A1-5D4F26D55679}"/>
                  </a:ext>
                </a:extLst>
              </p:cNvPr>
              <p:cNvCxnSpPr>
                <a:stCxn id="103" idx="3"/>
                <a:endCxn id="104" idx="2"/>
              </p:cNvCxnSpPr>
              <p:nvPr/>
            </p:nvCxnSpPr>
            <p:spPr>
              <a:xfrm>
                <a:off x="4052387" y="3774009"/>
                <a:ext cx="1318732" cy="11665"/>
              </a:xfrm>
              <a:prstGeom prst="straightConnector1">
                <a:avLst/>
              </a:prstGeom>
              <a:ln w="25400">
                <a:solidFill>
                  <a:schemeClr val="tx1"/>
                </a:solidFill>
                <a:headEnd type="triangle" w="lg" len="lg"/>
                <a:tailEnd type="triangle" w="lg" len="lg"/>
              </a:ln>
            </p:spPr>
            <p:style>
              <a:lnRef idx="1">
                <a:schemeClr val="accent1"/>
              </a:lnRef>
              <a:fillRef idx="0">
                <a:schemeClr val="accent1"/>
              </a:fillRef>
              <a:effectRef idx="0">
                <a:schemeClr val="accent1"/>
              </a:effectRef>
              <a:fontRef idx="minor">
                <a:schemeClr val="tx1"/>
              </a:fontRef>
            </p:style>
          </p:cxnSp>
          <p:sp>
            <p:nvSpPr>
              <p:cNvPr id="107" name="文本框 106">
                <a:extLst>
                  <a:ext uri="{FF2B5EF4-FFF2-40B4-BE49-F238E27FC236}">
                    <a16:creationId xmlns:a16="http://schemas.microsoft.com/office/drawing/2014/main" id="{F3886C73-91EC-493C-9960-FDC9F055E1B1}"/>
                  </a:ext>
                </a:extLst>
              </p:cNvPr>
              <p:cNvSpPr txBox="1"/>
              <p:nvPr/>
            </p:nvSpPr>
            <p:spPr>
              <a:xfrm>
                <a:off x="4191111" y="3343246"/>
                <a:ext cx="1175657" cy="369332"/>
              </a:xfrm>
              <a:prstGeom prst="rect">
                <a:avLst/>
              </a:prstGeom>
              <a:noFill/>
            </p:spPr>
            <p:txBody>
              <a:bodyPr wrap="square" rtlCol="0">
                <a:spAutoFit/>
              </a:bodyPr>
              <a:lstStyle/>
              <a:p>
                <a:pPr algn="ctr"/>
                <a:r>
                  <a:rPr lang="zh-CN" altLang="en-US" b="1" dirty="0">
                    <a:solidFill>
                      <a:schemeClr val="accent3"/>
                    </a:solidFill>
                    <a:latin typeface="Arial Narrow" panose="020B0606020202030204" pitchFamily="34" charset="0"/>
                  </a:rPr>
                  <a:t>串行传输</a:t>
                </a:r>
              </a:p>
            </p:txBody>
          </p:sp>
        </p:grpSp>
        <p:sp>
          <p:nvSpPr>
            <p:cNvPr id="108" name="矩形 107">
              <a:extLst>
                <a:ext uri="{FF2B5EF4-FFF2-40B4-BE49-F238E27FC236}">
                  <a16:creationId xmlns:a16="http://schemas.microsoft.com/office/drawing/2014/main" id="{97622B8E-61A7-4D2C-8F03-60CCB714BB7F}"/>
                </a:ext>
              </a:extLst>
            </p:cNvPr>
            <p:cNvSpPr/>
            <p:nvPr/>
          </p:nvSpPr>
          <p:spPr>
            <a:xfrm>
              <a:off x="7964174" y="2574810"/>
              <a:ext cx="3710228" cy="1847461"/>
            </a:xfrm>
            <a:prstGeom prst="rect">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ltLang="zh-CN" b="1" dirty="0">
                <a:latin typeface="Arial Narrow" panose="020B0606020202030204" pitchFamily="34" charset="0"/>
              </a:endParaRPr>
            </a:p>
          </p:txBody>
        </p:sp>
        <p:sp>
          <p:nvSpPr>
            <p:cNvPr id="109" name="文本框 108">
              <a:extLst>
                <a:ext uri="{FF2B5EF4-FFF2-40B4-BE49-F238E27FC236}">
                  <a16:creationId xmlns:a16="http://schemas.microsoft.com/office/drawing/2014/main" id="{78938721-ED87-4FF8-84E5-DBE3C4997E9E}"/>
                </a:ext>
              </a:extLst>
            </p:cNvPr>
            <p:cNvSpPr txBox="1"/>
            <p:nvPr/>
          </p:nvSpPr>
          <p:spPr>
            <a:xfrm>
              <a:off x="9270968" y="2746655"/>
              <a:ext cx="1175657" cy="369332"/>
            </a:xfrm>
            <a:prstGeom prst="rect">
              <a:avLst/>
            </a:prstGeom>
            <a:noFill/>
          </p:spPr>
          <p:txBody>
            <a:bodyPr wrap="square" rtlCol="0">
              <a:spAutoFit/>
            </a:bodyPr>
            <a:lstStyle/>
            <a:p>
              <a:pPr algn="ctr"/>
              <a:r>
                <a:rPr lang="zh-CN" altLang="en-US" b="1" dirty="0">
                  <a:latin typeface="Arial Narrow" panose="020B0606020202030204" pitchFamily="34" charset="0"/>
                </a:rPr>
                <a:t>计算机</a:t>
              </a:r>
            </a:p>
          </p:txBody>
        </p:sp>
        <p:sp>
          <p:nvSpPr>
            <p:cNvPr id="110" name="矩形 109">
              <a:extLst>
                <a:ext uri="{FF2B5EF4-FFF2-40B4-BE49-F238E27FC236}">
                  <a16:creationId xmlns:a16="http://schemas.microsoft.com/office/drawing/2014/main" id="{6BBD4843-EAEA-438D-97EA-72E822953090}"/>
                </a:ext>
              </a:extLst>
            </p:cNvPr>
            <p:cNvSpPr/>
            <p:nvPr/>
          </p:nvSpPr>
          <p:spPr>
            <a:xfrm>
              <a:off x="8152850" y="3314262"/>
              <a:ext cx="875522" cy="909734"/>
            </a:xfrm>
            <a:prstGeom prst="rect">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CN" b="1" dirty="0">
                  <a:solidFill>
                    <a:schemeClr val="tx1"/>
                  </a:solidFill>
                  <a:latin typeface="Arial Narrow" panose="020B0606020202030204" pitchFamily="34" charset="0"/>
                </a:rPr>
                <a:t>CPU</a:t>
              </a:r>
              <a:r>
                <a:rPr lang="zh-CN" altLang="en-US" b="1" dirty="0">
                  <a:solidFill>
                    <a:schemeClr val="tx1"/>
                  </a:solidFill>
                  <a:latin typeface="Arial Narrow" panose="020B0606020202030204" pitchFamily="34" charset="0"/>
                </a:rPr>
                <a:t>和</a:t>
              </a:r>
              <a:endParaRPr lang="en-US" altLang="zh-CN" b="1" dirty="0">
                <a:solidFill>
                  <a:schemeClr val="tx1"/>
                </a:solidFill>
                <a:latin typeface="Arial Narrow" panose="020B0606020202030204" pitchFamily="34" charset="0"/>
              </a:endParaRPr>
            </a:p>
            <a:p>
              <a:pPr algn="ctr"/>
              <a:r>
                <a:rPr lang="zh-CN" altLang="en-US" b="1" dirty="0">
                  <a:solidFill>
                    <a:schemeClr val="tx1"/>
                  </a:solidFill>
                  <a:latin typeface="Arial Narrow" panose="020B0606020202030204" pitchFamily="34" charset="0"/>
                </a:rPr>
                <a:t>存储器</a:t>
              </a:r>
            </a:p>
          </p:txBody>
        </p:sp>
        <p:sp>
          <p:nvSpPr>
            <p:cNvPr id="111" name="箭头: 左右 110">
              <a:extLst>
                <a:ext uri="{FF2B5EF4-FFF2-40B4-BE49-F238E27FC236}">
                  <a16:creationId xmlns:a16="http://schemas.microsoft.com/office/drawing/2014/main" id="{CE5A1010-2AF1-45AE-852C-0BDEA7431BA4}"/>
                </a:ext>
              </a:extLst>
            </p:cNvPr>
            <p:cNvSpPr/>
            <p:nvPr/>
          </p:nvSpPr>
          <p:spPr>
            <a:xfrm>
              <a:off x="9028372" y="3386574"/>
              <a:ext cx="1660850" cy="765110"/>
            </a:xfrm>
            <a:prstGeom prst="leftRightArrow">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zh-CN" altLang="en-US" b="1" dirty="0">
                  <a:solidFill>
                    <a:schemeClr val="accent4"/>
                  </a:solidFill>
                  <a:latin typeface="Arial Narrow" panose="020B0606020202030204" pitchFamily="34" charset="0"/>
                </a:rPr>
                <a:t>并行传输</a:t>
              </a:r>
            </a:p>
          </p:txBody>
        </p:sp>
        <p:sp>
          <p:nvSpPr>
            <p:cNvPr id="112" name="矩形 111">
              <a:extLst>
                <a:ext uri="{FF2B5EF4-FFF2-40B4-BE49-F238E27FC236}">
                  <a16:creationId xmlns:a16="http://schemas.microsoft.com/office/drawing/2014/main" id="{632A9B4C-3701-48B6-9106-4D5BDEF55F07}"/>
                </a:ext>
              </a:extLst>
            </p:cNvPr>
            <p:cNvSpPr/>
            <p:nvPr/>
          </p:nvSpPr>
          <p:spPr>
            <a:xfrm>
              <a:off x="10689222" y="3314262"/>
              <a:ext cx="875522" cy="909734"/>
            </a:xfrm>
            <a:prstGeom prst="rect">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zh-CN" altLang="en-US" b="1" dirty="0">
                  <a:solidFill>
                    <a:schemeClr val="tx1"/>
                  </a:solidFill>
                  <a:latin typeface="Arial Narrow" panose="020B0606020202030204" pitchFamily="34" charset="0"/>
                </a:rPr>
                <a:t>网卡</a:t>
              </a:r>
            </a:p>
          </p:txBody>
        </p:sp>
        <p:grpSp>
          <p:nvGrpSpPr>
            <p:cNvPr id="113" name="组合 112">
              <a:extLst>
                <a:ext uri="{FF2B5EF4-FFF2-40B4-BE49-F238E27FC236}">
                  <a16:creationId xmlns:a16="http://schemas.microsoft.com/office/drawing/2014/main" id="{74EC804B-A016-4FA3-97D1-36052BC83764}"/>
                </a:ext>
              </a:extLst>
            </p:cNvPr>
            <p:cNvGrpSpPr/>
            <p:nvPr/>
          </p:nvGrpSpPr>
          <p:grpSpPr>
            <a:xfrm>
              <a:off x="6788724" y="3343246"/>
              <a:ext cx="1318732" cy="448260"/>
              <a:chOff x="6788724" y="3343246"/>
              <a:chExt cx="1318732" cy="448260"/>
            </a:xfrm>
          </p:grpSpPr>
          <p:sp>
            <p:nvSpPr>
              <p:cNvPr id="114" name="文本框 113">
                <a:extLst>
                  <a:ext uri="{FF2B5EF4-FFF2-40B4-BE49-F238E27FC236}">
                    <a16:creationId xmlns:a16="http://schemas.microsoft.com/office/drawing/2014/main" id="{10B7EA1D-C821-4015-BEA1-443332A6C459}"/>
                  </a:ext>
                </a:extLst>
              </p:cNvPr>
              <p:cNvSpPr txBox="1"/>
              <p:nvPr/>
            </p:nvSpPr>
            <p:spPr>
              <a:xfrm>
                <a:off x="6825626" y="3343246"/>
                <a:ext cx="1175657" cy="369332"/>
              </a:xfrm>
              <a:prstGeom prst="rect">
                <a:avLst/>
              </a:prstGeom>
              <a:noFill/>
            </p:spPr>
            <p:txBody>
              <a:bodyPr wrap="square" rtlCol="0">
                <a:spAutoFit/>
              </a:bodyPr>
              <a:lstStyle/>
              <a:p>
                <a:pPr algn="ctr"/>
                <a:r>
                  <a:rPr lang="zh-CN" altLang="en-US" b="1" dirty="0">
                    <a:solidFill>
                      <a:schemeClr val="accent3"/>
                    </a:solidFill>
                    <a:latin typeface="Arial Narrow" panose="020B0606020202030204" pitchFamily="34" charset="0"/>
                  </a:rPr>
                  <a:t>串行传输</a:t>
                </a:r>
              </a:p>
            </p:txBody>
          </p:sp>
          <p:cxnSp>
            <p:nvCxnSpPr>
              <p:cNvPr id="115" name="直接箭头连接符 114">
                <a:extLst>
                  <a:ext uri="{FF2B5EF4-FFF2-40B4-BE49-F238E27FC236}">
                    <a16:creationId xmlns:a16="http://schemas.microsoft.com/office/drawing/2014/main" id="{B8926782-0C97-430B-8FB9-5AF416464689}"/>
                  </a:ext>
                </a:extLst>
              </p:cNvPr>
              <p:cNvCxnSpPr/>
              <p:nvPr/>
            </p:nvCxnSpPr>
            <p:spPr>
              <a:xfrm>
                <a:off x="6788724" y="3779841"/>
                <a:ext cx="1318732" cy="11665"/>
              </a:xfrm>
              <a:prstGeom prst="straightConnector1">
                <a:avLst/>
              </a:prstGeom>
              <a:ln w="25400">
                <a:solidFill>
                  <a:schemeClr val="tx1"/>
                </a:solidFill>
                <a:headEnd type="triangle" w="lg" len="lg"/>
                <a:tailEnd type="triangle" w="lg" len="lg"/>
              </a:ln>
            </p:spPr>
            <p:style>
              <a:lnRef idx="1">
                <a:schemeClr val="accent1"/>
              </a:lnRef>
              <a:fillRef idx="0">
                <a:schemeClr val="accent1"/>
              </a:fillRef>
              <a:effectRef idx="0">
                <a:schemeClr val="accent1"/>
              </a:effectRef>
              <a:fontRef idx="minor">
                <a:schemeClr val="tx1"/>
              </a:fontRef>
            </p:style>
          </p:cxnSp>
        </p:grpSp>
      </p:grpSp>
    </p:spTree>
    <p:custDataLst>
      <p:tags r:id="rId1"/>
    </p:custDataLst>
    <p:extLst>
      <p:ext uri="{BB962C8B-B14F-4D97-AF65-F5344CB8AC3E}">
        <p14:creationId xmlns:p14="http://schemas.microsoft.com/office/powerpoint/2010/main" val="2712064675"/>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30" presetClass="entr" presetSubtype="0" fill="hold" nodeType="withEffect">
                                  <p:stCondLst>
                                    <p:cond delay="0"/>
                                  </p:stCondLst>
                                  <p:childTnLst>
                                    <p:set>
                                      <p:cBhvr>
                                        <p:cTn id="6" dur="1" fill="hold">
                                          <p:stCondLst>
                                            <p:cond delay="0"/>
                                          </p:stCondLst>
                                        </p:cTn>
                                        <p:tgtEl>
                                          <p:spTgt spid="11"/>
                                        </p:tgtEl>
                                        <p:attrNameLst>
                                          <p:attrName>style.visibility</p:attrName>
                                        </p:attrNameLst>
                                      </p:cBhvr>
                                      <p:to>
                                        <p:strVal val="visible"/>
                                      </p:to>
                                    </p:set>
                                    <p:animEffect transition="in" filter="fade">
                                      <p:cBhvr>
                                        <p:cTn id="7" dur="800" decel="100000"/>
                                        <p:tgtEl>
                                          <p:spTgt spid="11"/>
                                        </p:tgtEl>
                                      </p:cBhvr>
                                    </p:animEffect>
                                    <p:anim calcmode="lin" valueType="num">
                                      <p:cBhvr>
                                        <p:cTn id="8" dur="800" decel="100000" fill="hold"/>
                                        <p:tgtEl>
                                          <p:spTgt spid="11"/>
                                        </p:tgtEl>
                                        <p:attrNameLst>
                                          <p:attrName>style.rotation</p:attrName>
                                        </p:attrNameLst>
                                      </p:cBhvr>
                                      <p:tavLst>
                                        <p:tav tm="0">
                                          <p:val>
                                            <p:fltVal val="-90"/>
                                          </p:val>
                                        </p:tav>
                                        <p:tav tm="100000">
                                          <p:val>
                                            <p:fltVal val="0"/>
                                          </p:val>
                                        </p:tav>
                                      </p:tavLst>
                                    </p:anim>
                                    <p:anim calcmode="lin" valueType="num">
                                      <p:cBhvr>
                                        <p:cTn id="9" dur="800" decel="100000" fill="hold"/>
                                        <p:tgtEl>
                                          <p:spTgt spid="11"/>
                                        </p:tgtEl>
                                        <p:attrNameLst>
                                          <p:attrName>ppt_x</p:attrName>
                                        </p:attrNameLst>
                                      </p:cBhvr>
                                      <p:tavLst>
                                        <p:tav tm="0">
                                          <p:val>
                                            <p:strVal val="#ppt_x+0.4"/>
                                          </p:val>
                                        </p:tav>
                                        <p:tav tm="100000">
                                          <p:val>
                                            <p:strVal val="#ppt_x-0.05"/>
                                          </p:val>
                                        </p:tav>
                                      </p:tavLst>
                                    </p:anim>
                                    <p:anim calcmode="lin" valueType="num">
                                      <p:cBhvr>
                                        <p:cTn id="10" dur="800" decel="100000" fill="hold"/>
                                        <p:tgtEl>
                                          <p:spTgt spid="11"/>
                                        </p:tgtEl>
                                        <p:attrNameLst>
                                          <p:attrName>ppt_y</p:attrName>
                                        </p:attrNameLst>
                                      </p:cBhvr>
                                      <p:tavLst>
                                        <p:tav tm="0">
                                          <p:val>
                                            <p:strVal val="#ppt_y-0.4"/>
                                          </p:val>
                                        </p:tav>
                                        <p:tav tm="100000">
                                          <p:val>
                                            <p:strVal val="#ppt_y+0.1"/>
                                          </p:val>
                                        </p:tav>
                                      </p:tavLst>
                                    </p:anim>
                                    <p:anim calcmode="lin" valueType="num">
                                      <p:cBhvr>
                                        <p:cTn id="11" dur="200" accel="100000" fill="hold">
                                          <p:stCondLst>
                                            <p:cond delay="800"/>
                                          </p:stCondLst>
                                        </p:cTn>
                                        <p:tgtEl>
                                          <p:spTgt spid="11"/>
                                        </p:tgtEl>
                                        <p:attrNameLst>
                                          <p:attrName>ppt_x</p:attrName>
                                        </p:attrNameLst>
                                      </p:cBhvr>
                                      <p:tavLst>
                                        <p:tav tm="0">
                                          <p:val>
                                            <p:strVal val="#ppt_x-0.05"/>
                                          </p:val>
                                        </p:tav>
                                        <p:tav tm="100000">
                                          <p:val>
                                            <p:strVal val="#ppt_x"/>
                                          </p:val>
                                        </p:tav>
                                      </p:tavLst>
                                    </p:anim>
                                    <p:anim calcmode="lin" valueType="num">
                                      <p:cBhvr>
                                        <p:cTn id="12" dur="200" accel="100000" fill="hold">
                                          <p:stCondLst>
                                            <p:cond delay="800"/>
                                          </p:stCondLst>
                                        </p:cTn>
                                        <p:tgtEl>
                                          <p:spTgt spid="11"/>
                                        </p:tgtEl>
                                        <p:attrNameLst>
                                          <p:attrName>ppt_y</p:attrName>
                                        </p:attrNameLst>
                                      </p:cBhvr>
                                      <p:tavLst>
                                        <p:tav tm="0">
                                          <p:val>
                                            <p:strVal val="#ppt_y+0.1"/>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25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4" name="组合 3">
            <a:extLst>
              <a:ext uri="{FF2B5EF4-FFF2-40B4-BE49-F238E27FC236}">
                <a16:creationId xmlns:a16="http://schemas.microsoft.com/office/drawing/2014/main" id="{9A1EA9F2-FCB6-48C3-935F-7AE7E3AD14AC}"/>
              </a:ext>
            </a:extLst>
          </p:cNvPr>
          <p:cNvGrpSpPr/>
          <p:nvPr/>
        </p:nvGrpSpPr>
        <p:grpSpPr>
          <a:xfrm>
            <a:off x="304800" y="749300"/>
            <a:ext cx="6192344" cy="400110"/>
            <a:chOff x="424117" y="898245"/>
            <a:chExt cx="6192344" cy="400110"/>
          </a:xfrm>
        </p:grpSpPr>
        <p:sp>
          <p:nvSpPr>
            <p:cNvPr id="2" name="平行四边形 1">
              <a:extLst>
                <a:ext uri="{FF2B5EF4-FFF2-40B4-BE49-F238E27FC236}">
                  <a16:creationId xmlns:a16="http://schemas.microsoft.com/office/drawing/2014/main" id="{1F5BAA3F-9845-4F89-A2DD-8222D3E4EDAC}"/>
                </a:ext>
              </a:extLst>
            </p:cNvPr>
            <p:cNvSpPr/>
            <p:nvPr/>
          </p:nvSpPr>
          <p:spPr>
            <a:xfrm>
              <a:off x="424117" y="898245"/>
              <a:ext cx="628306" cy="387090"/>
            </a:xfrm>
            <a:prstGeom prst="parallelogram">
              <a:avLst/>
            </a:prstGeom>
            <a:solidFill>
              <a:schemeClr val="accent3">
                <a:lumMod val="75000"/>
              </a:schemeClr>
            </a:solidFill>
            <a:ln>
              <a:solidFill>
                <a:schemeClr val="accent3">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CN" sz="2200" dirty="0">
                  <a:latin typeface="Impact" panose="020B0806030902050204" pitchFamily="34" charset="0"/>
                </a:rPr>
                <a:t>01</a:t>
              </a:r>
              <a:endParaRPr lang="zh-CN" altLang="en-US" sz="2200" dirty="0">
                <a:latin typeface="Impact" panose="020B0806030902050204" pitchFamily="34" charset="0"/>
              </a:endParaRPr>
            </a:p>
          </p:txBody>
        </p:sp>
        <p:sp>
          <p:nvSpPr>
            <p:cNvPr id="3" name="文本框 2">
              <a:extLst>
                <a:ext uri="{FF2B5EF4-FFF2-40B4-BE49-F238E27FC236}">
                  <a16:creationId xmlns:a16="http://schemas.microsoft.com/office/drawing/2014/main" id="{4D6BD736-A4D3-4F26-AFED-36E11F50F70B}"/>
                </a:ext>
              </a:extLst>
            </p:cNvPr>
            <p:cNvSpPr txBox="1"/>
            <p:nvPr/>
          </p:nvSpPr>
          <p:spPr>
            <a:xfrm>
              <a:off x="1052423" y="898245"/>
              <a:ext cx="5564038" cy="400110"/>
            </a:xfrm>
            <a:prstGeom prst="rect">
              <a:avLst/>
            </a:prstGeom>
            <a:noFill/>
          </p:spPr>
          <p:txBody>
            <a:bodyPr wrap="square" rtlCol="0">
              <a:spAutoFit/>
            </a:bodyPr>
            <a:lstStyle/>
            <a:p>
              <a:r>
                <a:rPr lang="zh-CN" altLang="en-US" sz="2000" b="1" dirty="0"/>
                <a:t>网络适配器</a:t>
              </a:r>
            </a:p>
          </p:txBody>
        </p:sp>
      </p:grpSp>
      <p:sp>
        <p:nvSpPr>
          <p:cNvPr id="40" name="矩形 39">
            <a:extLst>
              <a:ext uri="{FF2B5EF4-FFF2-40B4-BE49-F238E27FC236}">
                <a16:creationId xmlns:a16="http://schemas.microsoft.com/office/drawing/2014/main" id="{BCD66B3D-D3F7-4440-9406-4ECBF941DE41}"/>
              </a:ext>
            </a:extLst>
          </p:cNvPr>
          <p:cNvSpPr/>
          <p:nvPr/>
        </p:nvSpPr>
        <p:spPr>
          <a:xfrm>
            <a:off x="1056633" y="1335374"/>
            <a:ext cx="256976" cy="256976"/>
          </a:xfrm>
          <a:prstGeom prst="rect">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41" name="íşlïḍè">
            <a:extLst>
              <a:ext uri="{FF2B5EF4-FFF2-40B4-BE49-F238E27FC236}">
                <a16:creationId xmlns:a16="http://schemas.microsoft.com/office/drawing/2014/main" id="{0216106F-37A5-40E5-BDEA-DFCA29F868ED}"/>
              </a:ext>
            </a:extLst>
          </p:cNvPr>
          <p:cNvSpPr txBox="1"/>
          <p:nvPr/>
        </p:nvSpPr>
        <p:spPr>
          <a:xfrm>
            <a:off x="1373861" y="1281053"/>
            <a:ext cx="10276516" cy="369332"/>
          </a:xfrm>
          <a:prstGeom prst="rect">
            <a:avLst/>
          </a:prstGeom>
          <a:noFill/>
        </p:spPr>
        <p:txBody>
          <a:bodyPr wrap="square" lIns="91440" tIns="45720" rIns="91440" bIns="45720" anchor="ctr">
            <a:noAutofit/>
          </a:bodyPr>
          <a:lstStyle/>
          <a:p>
            <a:r>
              <a:rPr lang="zh-CN" altLang="en-US" b="1" dirty="0">
                <a:latin typeface="Arial Narrow" panose="020B0606020202030204" pitchFamily="34" charset="0"/>
              </a:rPr>
              <a:t>要将计算机连接到以太网，需要使用相应的</a:t>
            </a:r>
            <a:r>
              <a:rPr lang="zh-CN" altLang="en-US" b="1" dirty="0">
                <a:solidFill>
                  <a:schemeClr val="accent1">
                    <a:lumMod val="75000"/>
                  </a:schemeClr>
                </a:solidFill>
                <a:latin typeface="Arial Narrow" panose="020B0606020202030204" pitchFamily="34" charset="0"/>
              </a:rPr>
              <a:t>网络适配器</a:t>
            </a:r>
            <a:r>
              <a:rPr lang="zh-CN" altLang="en-US" b="1" dirty="0">
                <a:latin typeface="Arial Narrow" panose="020B0606020202030204" pitchFamily="34" charset="0"/>
              </a:rPr>
              <a:t>（</a:t>
            </a:r>
            <a:r>
              <a:rPr lang="en-US" altLang="zh-CN" b="1" dirty="0">
                <a:latin typeface="Arial Narrow" panose="020B0606020202030204" pitchFamily="34" charset="0"/>
              </a:rPr>
              <a:t>Adapter</a:t>
            </a:r>
            <a:r>
              <a:rPr lang="zh-CN" altLang="en-US" b="1" dirty="0">
                <a:latin typeface="Arial Narrow" panose="020B0606020202030204" pitchFamily="34" charset="0"/>
              </a:rPr>
              <a:t>），网络适配器一般简称为“</a:t>
            </a:r>
            <a:r>
              <a:rPr lang="zh-CN" altLang="en-US" b="1" dirty="0">
                <a:solidFill>
                  <a:schemeClr val="accent1">
                    <a:lumMod val="75000"/>
                  </a:schemeClr>
                </a:solidFill>
                <a:latin typeface="Arial Narrow" panose="020B0606020202030204" pitchFamily="34" charset="0"/>
              </a:rPr>
              <a:t>网卡</a:t>
            </a:r>
            <a:r>
              <a:rPr lang="zh-CN" altLang="en-US" b="1" dirty="0">
                <a:latin typeface="Arial Narrow" panose="020B0606020202030204" pitchFamily="34" charset="0"/>
              </a:rPr>
              <a:t>”。</a:t>
            </a:r>
          </a:p>
        </p:txBody>
      </p:sp>
      <p:sp>
        <p:nvSpPr>
          <p:cNvPr id="66" name="矩形 65">
            <a:extLst>
              <a:ext uri="{FF2B5EF4-FFF2-40B4-BE49-F238E27FC236}">
                <a16:creationId xmlns:a16="http://schemas.microsoft.com/office/drawing/2014/main" id="{AD613D33-3394-4B8F-A9B4-AC551A738D56}"/>
              </a:ext>
            </a:extLst>
          </p:cNvPr>
          <p:cNvSpPr/>
          <p:nvPr/>
        </p:nvSpPr>
        <p:spPr>
          <a:xfrm>
            <a:off x="1056633" y="1832635"/>
            <a:ext cx="256976" cy="256976"/>
          </a:xfrm>
          <a:prstGeom prst="rect">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79" name="íşlïḍè">
            <a:extLst>
              <a:ext uri="{FF2B5EF4-FFF2-40B4-BE49-F238E27FC236}">
                <a16:creationId xmlns:a16="http://schemas.microsoft.com/office/drawing/2014/main" id="{A2D80471-EFE8-48B8-83E1-5E42F3196618}"/>
              </a:ext>
            </a:extLst>
          </p:cNvPr>
          <p:cNvSpPr txBox="1"/>
          <p:nvPr/>
        </p:nvSpPr>
        <p:spPr>
          <a:xfrm>
            <a:off x="1373861" y="1778314"/>
            <a:ext cx="10276516" cy="369332"/>
          </a:xfrm>
          <a:prstGeom prst="rect">
            <a:avLst/>
          </a:prstGeom>
          <a:noFill/>
        </p:spPr>
        <p:txBody>
          <a:bodyPr wrap="square" lIns="91440" tIns="45720" rIns="91440" bIns="45720" anchor="ctr">
            <a:noAutofit/>
          </a:bodyPr>
          <a:lstStyle/>
          <a:p>
            <a:r>
              <a:rPr lang="zh-CN" altLang="en-US" b="1" dirty="0">
                <a:latin typeface="Arial Narrow" panose="020B0606020202030204" pitchFamily="34" charset="0"/>
              </a:rPr>
              <a:t>在计算机内部，</a:t>
            </a:r>
            <a:r>
              <a:rPr lang="zh-CN" altLang="en-US" b="1" dirty="0">
                <a:solidFill>
                  <a:schemeClr val="accent1">
                    <a:lumMod val="75000"/>
                  </a:schemeClr>
                </a:solidFill>
                <a:latin typeface="Arial Narrow" panose="020B0606020202030204" pitchFamily="34" charset="0"/>
              </a:rPr>
              <a:t>网卡与</a:t>
            </a:r>
            <a:r>
              <a:rPr lang="en-US" altLang="zh-CN" b="1" dirty="0">
                <a:solidFill>
                  <a:schemeClr val="accent1">
                    <a:lumMod val="75000"/>
                  </a:schemeClr>
                </a:solidFill>
                <a:latin typeface="Arial Narrow" panose="020B0606020202030204" pitchFamily="34" charset="0"/>
              </a:rPr>
              <a:t>CPU</a:t>
            </a:r>
            <a:r>
              <a:rPr lang="zh-CN" altLang="en-US" b="1" dirty="0">
                <a:latin typeface="Arial Narrow" panose="020B0606020202030204" pitchFamily="34" charset="0"/>
              </a:rPr>
              <a:t>之间的通信，一般是通过计算机主板上的</a:t>
            </a:r>
            <a:r>
              <a:rPr lang="en-US" altLang="zh-CN" b="1" dirty="0">
                <a:latin typeface="Arial Narrow" panose="020B0606020202030204" pitchFamily="34" charset="0"/>
              </a:rPr>
              <a:t>I/O</a:t>
            </a:r>
            <a:r>
              <a:rPr lang="zh-CN" altLang="en-US" b="1" dirty="0">
                <a:latin typeface="Arial Narrow" panose="020B0606020202030204" pitchFamily="34" charset="0"/>
              </a:rPr>
              <a:t>总线以</a:t>
            </a:r>
            <a:r>
              <a:rPr lang="zh-CN" altLang="en-US" b="1" dirty="0">
                <a:solidFill>
                  <a:schemeClr val="accent1">
                    <a:lumMod val="75000"/>
                  </a:schemeClr>
                </a:solidFill>
                <a:latin typeface="Arial Narrow" panose="020B0606020202030204" pitchFamily="34" charset="0"/>
              </a:rPr>
              <a:t>并行传输</a:t>
            </a:r>
            <a:r>
              <a:rPr lang="zh-CN" altLang="en-US" b="1" dirty="0">
                <a:latin typeface="Arial Narrow" panose="020B0606020202030204" pitchFamily="34" charset="0"/>
              </a:rPr>
              <a:t>方式进行。</a:t>
            </a:r>
          </a:p>
        </p:txBody>
      </p:sp>
      <p:sp>
        <p:nvSpPr>
          <p:cNvPr id="80" name="矩形 79">
            <a:extLst>
              <a:ext uri="{FF2B5EF4-FFF2-40B4-BE49-F238E27FC236}">
                <a16:creationId xmlns:a16="http://schemas.microsoft.com/office/drawing/2014/main" id="{F2906CC6-BA35-4C4B-A514-7E709C1EEC87}"/>
              </a:ext>
            </a:extLst>
          </p:cNvPr>
          <p:cNvSpPr/>
          <p:nvPr/>
        </p:nvSpPr>
        <p:spPr>
          <a:xfrm>
            <a:off x="1056633" y="2384217"/>
            <a:ext cx="256976" cy="256976"/>
          </a:xfrm>
          <a:prstGeom prst="rect">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81" name="íşlïḍè">
            <a:extLst>
              <a:ext uri="{FF2B5EF4-FFF2-40B4-BE49-F238E27FC236}">
                <a16:creationId xmlns:a16="http://schemas.microsoft.com/office/drawing/2014/main" id="{28F8415B-A280-4C30-8CC0-5E2D339B1945}"/>
              </a:ext>
            </a:extLst>
          </p:cNvPr>
          <p:cNvSpPr txBox="1"/>
          <p:nvPr/>
        </p:nvSpPr>
        <p:spPr>
          <a:xfrm>
            <a:off x="1373861" y="2329895"/>
            <a:ext cx="10276516" cy="656705"/>
          </a:xfrm>
          <a:prstGeom prst="rect">
            <a:avLst/>
          </a:prstGeom>
          <a:noFill/>
        </p:spPr>
        <p:txBody>
          <a:bodyPr wrap="square" lIns="91440" tIns="45720" rIns="91440" bIns="45720" anchor="ctr">
            <a:noAutofit/>
          </a:bodyPr>
          <a:lstStyle/>
          <a:p>
            <a:r>
              <a:rPr lang="zh-CN" altLang="en-US" b="1" dirty="0">
                <a:solidFill>
                  <a:schemeClr val="accent1">
                    <a:lumMod val="75000"/>
                  </a:schemeClr>
                </a:solidFill>
                <a:latin typeface="Arial Narrow" panose="020B0606020202030204" pitchFamily="34" charset="0"/>
              </a:rPr>
              <a:t>网卡与外部以太网</a:t>
            </a:r>
            <a:r>
              <a:rPr lang="zh-CN" altLang="en-US" b="1" dirty="0">
                <a:latin typeface="Arial Narrow" panose="020B0606020202030204" pitchFamily="34" charset="0"/>
              </a:rPr>
              <a:t>（局域网）之间的通信，一般是通过传输媒体（同轴电缆、双绞线电缆、光纤）以</a:t>
            </a:r>
            <a:r>
              <a:rPr lang="zh-CN" altLang="en-US" b="1" dirty="0">
                <a:solidFill>
                  <a:schemeClr val="accent1">
                    <a:lumMod val="75000"/>
                  </a:schemeClr>
                </a:solidFill>
                <a:latin typeface="Arial Narrow" panose="020B0606020202030204" pitchFamily="34" charset="0"/>
              </a:rPr>
              <a:t>串行方式</a:t>
            </a:r>
            <a:r>
              <a:rPr lang="zh-CN" altLang="en-US" b="1" dirty="0">
                <a:latin typeface="Arial Narrow" panose="020B0606020202030204" pitchFamily="34" charset="0"/>
              </a:rPr>
              <a:t>进行的。</a:t>
            </a:r>
          </a:p>
        </p:txBody>
      </p:sp>
      <p:sp>
        <p:nvSpPr>
          <p:cNvPr id="99" name="矩形 98">
            <a:extLst>
              <a:ext uri="{FF2B5EF4-FFF2-40B4-BE49-F238E27FC236}">
                <a16:creationId xmlns:a16="http://schemas.microsoft.com/office/drawing/2014/main" id="{3CCF4FCA-19C3-4CF0-BE2C-35256B4FE7D1}"/>
              </a:ext>
            </a:extLst>
          </p:cNvPr>
          <p:cNvSpPr/>
          <p:nvPr/>
        </p:nvSpPr>
        <p:spPr>
          <a:xfrm>
            <a:off x="524174" y="3980893"/>
            <a:ext cx="3710228" cy="1847461"/>
          </a:xfrm>
          <a:prstGeom prst="rect">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ltLang="zh-CN" b="1" dirty="0">
              <a:latin typeface="Arial Narrow" panose="020B0606020202030204" pitchFamily="34" charset="0"/>
            </a:endParaRPr>
          </a:p>
        </p:txBody>
      </p:sp>
      <p:sp>
        <p:nvSpPr>
          <p:cNvPr id="100" name="文本框 99">
            <a:extLst>
              <a:ext uri="{FF2B5EF4-FFF2-40B4-BE49-F238E27FC236}">
                <a16:creationId xmlns:a16="http://schemas.microsoft.com/office/drawing/2014/main" id="{0ED9976D-9D09-463C-AF45-332F34419DCB}"/>
              </a:ext>
            </a:extLst>
          </p:cNvPr>
          <p:cNvSpPr txBox="1"/>
          <p:nvPr/>
        </p:nvSpPr>
        <p:spPr>
          <a:xfrm>
            <a:off x="1765188" y="4152738"/>
            <a:ext cx="1175657" cy="369332"/>
          </a:xfrm>
          <a:prstGeom prst="rect">
            <a:avLst/>
          </a:prstGeom>
          <a:noFill/>
        </p:spPr>
        <p:txBody>
          <a:bodyPr wrap="square" rtlCol="0">
            <a:spAutoFit/>
          </a:bodyPr>
          <a:lstStyle/>
          <a:p>
            <a:pPr algn="ctr"/>
            <a:r>
              <a:rPr lang="zh-CN" altLang="en-US" b="1" dirty="0">
                <a:latin typeface="Arial Narrow" panose="020B0606020202030204" pitchFamily="34" charset="0"/>
              </a:rPr>
              <a:t>计算机</a:t>
            </a:r>
          </a:p>
        </p:txBody>
      </p:sp>
      <p:sp>
        <p:nvSpPr>
          <p:cNvPr id="101" name="矩形 100">
            <a:extLst>
              <a:ext uri="{FF2B5EF4-FFF2-40B4-BE49-F238E27FC236}">
                <a16:creationId xmlns:a16="http://schemas.microsoft.com/office/drawing/2014/main" id="{DB691430-8D70-4E54-BD96-1C76A6C26855}"/>
              </a:ext>
            </a:extLst>
          </p:cNvPr>
          <p:cNvSpPr/>
          <p:nvPr/>
        </p:nvSpPr>
        <p:spPr>
          <a:xfrm>
            <a:off x="647070" y="4720345"/>
            <a:ext cx="875522" cy="909734"/>
          </a:xfrm>
          <a:prstGeom prst="rect">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CN" b="1" dirty="0">
                <a:solidFill>
                  <a:schemeClr val="tx1"/>
                </a:solidFill>
                <a:latin typeface="Arial Narrow" panose="020B0606020202030204" pitchFamily="34" charset="0"/>
              </a:rPr>
              <a:t>CPU</a:t>
            </a:r>
            <a:r>
              <a:rPr lang="zh-CN" altLang="en-US" b="1" dirty="0">
                <a:solidFill>
                  <a:schemeClr val="tx1"/>
                </a:solidFill>
                <a:latin typeface="Arial Narrow" panose="020B0606020202030204" pitchFamily="34" charset="0"/>
              </a:rPr>
              <a:t>和</a:t>
            </a:r>
            <a:endParaRPr lang="en-US" altLang="zh-CN" b="1" dirty="0">
              <a:solidFill>
                <a:schemeClr val="tx1"/>
              </a:solidFill>
              <a:latin typeface="Arial Narrow" panose="020B0606020202030204" pitchFamily="34" charset="0"/>
            </a:endParaRPr>
          </a:p>
          <a:p>
            <a:pPr algn="ctr"/>
            <a:r>
              <a:rPr lang="zh-CN" altLang="en-US" b="1" dirty="0">
                <a:solidFill>
                  <a:schemeClr val="tx1"/>
                </a:solidFill>
                <a:latin typeface="Arial Narrow" panose="020B0606020202030204" pitchFamily="34" charset="0"/>
              </a:rPr>
              <a:t>存储器</a:t>
            </a:r>
          </a:p>
        </p:txBody>
      </p:sp>
      <p:sp>
        <p:nvSpPr>
          <p:cNvPr id="102" name="箭头: 左右 101">
            <a:extLst>
              <a:ext uri="{FF2B5EF4-FFF2-40B4-BE49-F238E27FC236}">
                <a16:creationId xmlns:a16="http://schemas.microsoft.com/office/drawing/2014/main" id="{BBE4DF64-4275-488F-A75C-78135844B647}"/>
              </a:ext>
            </a:extLst>
          </p:cNvPr>
          <p:cNvSpPr/>
          <p:nvPr/>
        </p:nvSpPr>
        <p:spPr>
          <a:xfrm>
            <a:off x="1522592" y="4792657"/>
            <a:ext cx="1660850" cy="765110"/>
          </a:xfrm>
          <a:prstGeom prst="leftRightArrow">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zh-CN" altLang="en-US" b="1" dirty="0">
                <a:solidFill>
                  <a:schemeClr val="accent4"/>
                </a:solidFill>
                <a:latin typeface="Arial Narrow" panose="020B0606020202030204" pitchFamily="34" charset="0"/>
              </a:rPr>
              <a:t>并行传输</a:t>
            </a:r>
          </a:p>
        </p:txBody>
      </p:sp>
      <p:sp>
        <p:nvSpPr>
          <p:cNvPr id="103" name="矩形 102">
            <a:extLst>
              <a:ext uri="{FF2B5EF4-FFF2-40B4-BE49-F238E27FC236}">
                <a16:creationId xmlns:a16="http://schemas.microsoft.com/office/drawing/2014/main" id="{7453B9C3-3AC4-4061-8B5C-900065E16CE7}"/>
              </a:ext>
            </a:extLst>
          </p:cNvPr>
          <p:cNvSpPr/>
          <p:nvPr/>
        </p:nvSpPr>
        <p:spPr>
          <a:xfrm>
            <a:off x="3183442" y="4720345"/>
            <a:ext cx="875522" cy="909734"/>
          </a:xfrm>
          <a:prstGeom prst="rect">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zh-CN" altLang="en-US" b="1" dirty="0">
                <a:solidFill>
                  <a:schemeClr val="tx1"/>
                </a:solidFill>
                <a:latin typeface="Arial Narrow" panose="020B0606020202030204" pitchFamily="34" charset="0"/>
              </a:rPr>
              <a:t>网卡</a:t>
            </a:r>
          </a:p>
        </p:txBody>
      </p:sp>
      <p:sp>
        <p:nvSpPr>
          <p:cNvPr id="104" name="云形 103">
            <a:extLst>
              <a:ext uri="{FF2B5EF4-FFF2-40B4-BE49-F238E27FC236}">
                <a16:creationId xmlns:a16="http://schemas.microsoft.com/office/drawing/2014/main" id="{4B9EEFB3-33E6-4DF7-AC24-88FE6FEB8B4F}"/>
              </a:ext>
            </a:extLst>
          </p:cNvPr>
          <p:cNvSpPr/>
          <p:nvPr/>
        </p:nvSpPr>
        <p:spPr>
          <a:xfrm>
            <a:off x="5373345" y="4706350"/>
            <a:ext cx="1402701" cy="961053"/>
          </a:xfrm>
          <a:prstGeom prst="cloud">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zh-CN" altLang="en-US" b="1" dirty="0">
                <a:solidFill>
                  <a:schemeClr val="tx1"/>
                </a:solidFill>
                <a:latin typeface="Arial Narrow" panose="020B0606020202030204" pitchFamily="34" charset="0"/>
              </a:rPr>
              <a:t>局域网</a:t>
            </a:r>
          </a:p>
        </p:txBody>
      </p:sp>
      <p:grpSp>
        <p:nvGrpSpPr>
          <p:cNvPr id="105" name="组合 104">
            <a:extLst>
              <a:ext uri="{FF2B5EF4-FFF2-40B4-BE49-F238E27FC236}">
                <a16:creationId xmlns:a16="http://schemas.microsoft.com/office/drawing/2014/main" id="{5C67930C-AD63-42FA-8FC3-CAB4EF91B2AB}"/>
              </a:ext>
            </a:extLst>
          </p:cNvPr>
          <p:cNvGrpSpPr/>
          <p:nvPr/>
        </p:nvGrpSpPr>
        <p:grpSpPr>
          <a:xfrm>
            <a:off x="4058964" y="4744449"/>
            <a:ext cx="1318732" cy="442428"/>
            <a:chOff x="4052387" y="3343246"/>
            <a:chExt cx="1318732" cy="442428"/>
          </a:xfrm>
        </p:grpSpPr>
        <p:cxnSp>
          <p:nvCxnSpPr>
            <p:cNvPr id="106" name="直接箭头连接符 105">
              <a:extLst>
                <a:ext uri="{FF2B5EF4-FFF2-40B4-BE49-F238E27FC236}">
                  <a16:creationId xmlns:a16="http://schemas.microsoft.com/office/drawing/2014/main" id="{F510C7A7-21D0-4C41-98A1-5D4F26D55679}"/>
                </a:ext>
              </a:extLst>
            </p:cNvPr>
            <p:cNvCxnSpPr>
              <a:stCxn id="103" idx="3"/>
              <a:endCxn id="104" idx="2"/>
            </p:cNvCxnSpPr>
            <p:nvPr/>
          </p:nvCxnSpPr>
          <p:spPr>
            <a:xfrm>
              <a:off x="4052387" y="3774009"/>
              <a:ext cx="1318732" cy="11665"/>
            </a:xfrm>
            <a:prstGeom prst="straightConnector1">
              <a:avLst/>
            </a:prstGeom>
            <a:ln w="25400">
              <a:solidFill>
                <a:schemeClr val="tx1"/>
              </a:solidFill>
              <a:headEnd type="triangle" w="lg" len="lg"/>
              <a:tailEnd type="triangle" w="lg" len="lg"/>
            </a:ln>
          </p:spPr>
          <p:style>
            <a:lnRef idx="1">
              <a:schemeClr val="accent1"/>
            </a:lnRef>
            <a:fillRef idx="0">
              <a:schemeClr val="accent1"/>
            </a:fillRef>
            <a:effectRef idx="0">
              <a:schemeClr val="accent1"/>
            </a:effectRef>
            <a:fontRef idx="minor">
              <a:schemeClr val="tx1"/>
            </a:fontRef>
          </p:style>
        </p:cxnSp>
        <p:sp>
          <p:nvSpPr>
            <p:cNvPr id="107" name="文本框 106">
              <a:extLst>
                <a:ext uri="{FF2B5EF4-FFF2-40B4-BE49-F238E27FC236}">
                  <a16:creationId xmlns:a16="http://schemas.microsoft.com/office/drawing/2014/main" id="{F3886C73-91EC-493C-9960-FDC9F055E1B1}"/>
                </a:ext>
              </a:extLst>
            </p:cNvPr>
            <p:cNvSpPr txBox="1"/>
            <p:nvPr/>
          </p:nvSpPr>
          <p:spPr>
            <a:xfrm>
              <a:off x="4191111" y="3343246"/>
              <a:ext cx="1175657" cy="369332"/>
            </a:xfrm>
            <a:prstGeom prst="rect">
              <a:avLst/>
            </a:prstGeom>
            <a:noFill/>
          </p:spPr>
          <p:txBody>
            <a:bodyPr wrap="square" rtlCol="0">
              <a:spAutoFit/>
            </a:bodyPr>
            <a:lstStyle/>
            <a:p>
              <a:pPr algn="ctr"/>
              <a:r>
                <a:rPr lang="zh-CN" altLang="en-US" b="1" dirty="0">
                  <a:solidFill>
                    <a:schemeClr val="accent3"/>
                  </a:solidFill>
                  <a:latin typeface="Arial Narrow" panose="020B0606020202030204" pitchFamily="34" charset="0"/>
                </a:rPr>
                <a:t>串行传输</a:t>
              </a:r>
            </a:p>
          </p:txBody>
        </p:sp>
      </p:grpSp>
      <p:sp>
        <p:nvSpPr>
          <p:cNvPr id="108" name="矩形 107">
            <a:extLst>
              <a:ext uri="{FF2B5EF4-FFF2-40B4-BE49-F238E27FC236}">
                <a16:creationId xmlns:a16="http://schemas.microsoft.com/office/drawing/2014/main" id="{97622B8E-61A7-4D2C-8F03-60CCB714BB7F}"/>
              </a:ext>
            </a:extLst>
          </p:cNvPr>
          <p:cNvSpPr/>
          <p:nvPr/>
        </p:nvSpPr>
        <p:spPr>
          <a:xfrm>
            <a:off x="7970751" y="3976013"/>
            <a:ext cx="3710228" cy="1847461"/>
          </a:xfrm>
          <a:prstGeom prst="rect">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ltLang="zh-CN" b="1" dirty="0">
              <a:latin typeface="Arial Narrow" panose="020B0606020202030204" pitchFamily="34" charset="0"/>
            </a:endParaRPr>
          </a:p>
        </p:txBody>
      </p:sp>
      <p:sp>
        <p:nvSpPr>
          <p:cNvPr id="109" name="文本框 108">
            <a:extLst>
              <a:ext uri="{FF2B5EF4-FFF2-40B4-BE49-F238E27FC236}">
                <a16:creationId xmlns:a16="http://schemas.microsoft.com/office/drawing/2014/main" id="{78938721-ED87-4FF8-84E5-DBE3C4997E9E}"/>
              </a:ext>
            </a:extLst>
          </p:cNvPr>
          <p:cNvSpPr txBox="1"/>
          <p:nvPr/>
        </p:nvSpPr>
        <p:spPr>
          <a:xfrm>
            <a:off x="9277545" y="4147858"/>
            <a:ext cx="1175657" cy="369332"/>
          </a:xfrm>
          <a:prstGeom prst="rect">
            <a:avLst/>
          </a:prstGeom>
          <a:noFill/>
        </p:spPr>
        <p:txBody>
          <a:bodyPr wrap="square" rtlCol="0">
            <a:spAutoFit/>
          </a:bodyPr>
          <a:lstStyle/>
          <a:p>
            <a:pPr algn="ctr"/>
            <a:r>
              <a:rPr lang="zh-CN" altLang="en-US" b="1" dirty="0">
                <a:latin typeface="Arial Narrow" panose="020B0606020202030204" pitchFamily="34" charset="0"/>
              </a:rPr>
              <a:t>计算机</a:t>
            </a:r>
          </a:p>
        </p:txBody>
      </p:sp>
      <p:sp>
        <p:nvSpPr>
          <p:cNvPr id="110" name="矩形 109">
            <a:extLst>
              <a:ext uri="{FF2B5EF4-FFF2-40B4-BE49-F238E27FC236}">
                <a16:creationId xmlns:a16="http://schemas.microsoft.com/office/drawing/2014/main" id="{6BBD4843-EAEA-438D-97EA-72E822953090}"/>
              </a:ext>
            </a:extLst>
          </p:cNvPr>
          <p:cNvSpPr/>
          <p:nvPr/>
        </p:nvSpPr>
        <p:spPr>
          <a:xfrm>
            <a:off x="8159427" y="4715465"/>
            <a:ext cx="875522" cy="909734"/>
          </a:xfrm>
          <a:prstGeom prst="rect">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CN" b="1" dirty="0">
                <a:solidFill>
                  <a:schemeClr val="tx1"/>
                </a:solidFill>
                <a:latin typeface="Arial Narrow" panose="020B0606020202030204" pitchFamily="34" charset="0"/>
              </a:rPr>
              <a:t>CPU</a:t>
            </a:r>
            <a:r>
              <a:rPr lang="zh-CN" altLang="en-US" b="1" dirty="0">
                <a:solidFill>
                  <a:schemeClr val="tx1"/>
                </a:solidFill>
                <a:latin typeface="Arial Narrow" panose="020B0606020202030204" pitchFamily="34" charset="0"/>
              </a:rPr>
              <a:t>和</a:t>
            </a:r>
            <a:endParaRPr lang="en-US" altLang="zh-CN" b="1" dirty="0">
              <a:solidFill>
                <a:schemeClr val="tx1"/>
              </a:solidFill>
              <a:latin typeface="Arial Narrow" panose="020B0606020202030204" pitchFamily="34" charset="0"/>
            </a:endParaRPr>
          </a:p>
          <a:p>
            <a:pPr algn="ctr"/>
            <a:r>
              <a:rPr lang="zh-CN" altLang="en-US" b="1" dirty="0">
                <a:solidFill>
                  <a:schemeClr val="tx1"/>
                </a:solidFill>
                <a:latin typeface="Arial Narrow" panose="020B0606020202030204" pitchFamily="34" charset="0"/>
              </a:rPr>
              <a:t>存储器</a:t>
            </a:r>
          </a:p>
        </p:txBody>
      </p:sp>
      <p:sp>
        <p:nvSpPr>
          <p:cNvPr id="111" name="箭头: 左右 110">
            <a:extLst>
              <a:ext uri="{FF2B5EF4-FFF2-40B4-BE49-F238E27FC236}">
                <a16:creationId xmlns:a16="http://schemas.microsoft.com/office/drawing/2014/main" id="{CE5A1010-2AF1-45AE-852C-0BDEA7431BA4}"/>
              </a:ext>
            </a:extLst>
          </p:cNvPr>
          <p:cNvSpPr/>
          <p:nvPr/>
        </p:nvSpPr>
        <p:spPr>
          <a:xfrm>
            <a:off x="9034949" y="4787777"/>
            <a:ext cx="1660850" cy="765110"/>
          </a:xfrm>
          <a:prstGeom prst="leftRightArrow">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zh-CN" altLang="en-US" b="1" dirty="0">
                <a:solidFill>
                  <a:schemeClr val="accent4"/>
                </a:solidFill>
                <a:latin typeface="Arial Narrow" panose="020B0606020202030204" pitchFamily="34" charset="0"/>
              </a:rPr>
              <a:t>并行传输</a:t>
            </a:r>
          </a:p>
        </p:txBody>
      </p:sp>
      <p:sp>
        <p:nvSpPr>
          <p:cNvPr id="112" name="矩形 111">
            <a:extLst>
              <a:ext uri="{FF2B5EF4-FFF2-40B4-BE49-F238E27FC236}">
                <a16:creationId xmlns:a16="http://schemas.microsoft.com/office/drawing/2014/main" id="{632A9B4C-3701-48B6-9106-4D5BDEF55F07}"/>
              </a:ext>
            </a:extLst>
          </p:cNvPr>
          <p:cNvSpPr/>
          <p:nvPr/>
        </p:nvSpPr>
        <p:spPr>
          <a:xfrm>
            <a:off x="10695799" y="4715465"/>
            <a:ext cx="875522" cy="909734"/>
          </a:xfrm>
          <a:prstGeom prst="rect">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zh-CN" altLang="en-US" b="1" dirty="0">
                <a:solidFill>
                  <a:schemeClr val="tx1"/>
                </a:solidFill>
                <a:latin typeface="Arial Narrow" panose="020B0606020202030204" pitchFamily="34" charset="0"/>
              </a:rPr>
              <a:t>网卡</a:t>
            </a:r>
          </a:p>
        </p:txBody>
      </p:sp>
      <p:grpSp>
        <p:nvGrpSpPr>
          <p:cNvPr id="113" name="组合 112">
            <a:extLst>
              <a:ext uri="{FF2B5EF4-FFF2-40B4-BE49-F238E27FC236}">
                <a16:creationId xmlns:a16="http://schemas.microsoft.com/office/drawing/2014/main" id="{74EC804B-A016-4FA3-97D1-36052BC83764}"/>
              </a:ext>
            </a:extLst>
          </p:cNvPr>
          <p:cNvGrpSpPr/>
          <p:nvPr/>
        </p:nvGrpSpPr>
        <p:grpSpPr>
          <a:xfrm>
            <a:off x="6795301" y="4744449"/>
            <a:ext cx="1318732" cy="448260"/>
            <a:chOff x="6788724" y="3343246"/>
            <a:chExt cx="1318732" cy="448260"/>
          </a:xfrm>
        </p:grpSpPr>
        <p:sp>
          <p:nvSpPr>
            <p:cNvPr id="114" name="文本框 113">
              <a:extLst>
                <a:ext uri="{FF2B5EF4-FFF2-40B4-BE49-F238E27FC236}">
                  <a16:creationId xmlns:a16="http://schemas.microsoft.com/office/drawing/2014/main" id="{10B7EA1D-C821-4015-BEA1-443332A6C459}"/>
                </a:ext>
              </a:extLst>
            </p:cNvPr>
            <p:cNvSpPr txBox="1"/>
            <p:nvPr/>
          </p:nvSpPr>
          <p:spPr>
            <a:xfrm>
              <a:off x="6825626" y="3343246"/>
              <a:ext cx="1175657" cy="369332"/>
            </a:xfrm>
            <a:prstGeom prst="rect">
              <a:avLst/>
            </a:prstGeom>
            <a:noFill/>
          </p:spPr>
          <p:txBody>
            <a:bodyPr wrap="square" rtlCol="0">
              <a:spAutoFit/>
            </a:bodyPr>
            <a:lstStyle/>
            <a:p>
              <a:pPr algn="ctr"/>
              <a:r>
                <a:rPr lang="zh-CN" altLang="en-US" b="1" dirty="0">
                  <a:solidFill>
                    <a:schemeClr val="accent3"/>
                  </a:solidFill>
                  <a:latin typeface="Arial Narrow" panose="020B0606020202030204" pitchFamily="34" charset="0"/>
                </a:rPr>
                <a:t>串行传输</a:t>
              </a:r>
            </a:p>
          </p:txBody>
        </p:sp>
        <p:cxnSp>
          <p:nvCxnSpPr>
            <p:cNvPr id="115" name="直接箭头连接符 114">
              <a:extLst>
                <a:ext uri="{FF2B5EF4-FFF2-40B4-BE49-F238E27FC236}">
                  <a16:creationId xmlns:a16="http://schemas.microsoft.com/office/drawing/2014/main" id="{B8926782-0C97-430B-8FB9-5AF416464689}"/>
                </a:ext>
              </a:extLst>
            </p:cNvPr>
            <p:cNvCxnSpPr/>
            <p:nvPr/>
          </p:nvCxnSpPr>
          <p:spPr>
            <a:xfrm>
              <a:off x="6788724" y="3779841"/>
              <a:ext cx="1318732" cy="11665"/>
            </a:xfrm>
            <a:prstGeom prst="straightConnector1">
              <a:avLst/>
            </a:prstGeom>
            <a:ln w="25400">
              <a:solidFill>
                <a:schemeClr val="tx1"/>
              </a:solidFill>
              <a:headEnd type="triangle" w="lg" len="lg"/>
              <a:tailEnd type="triangle" w="lg" len="lg"/>
            </a:ln>
          </p:spPr>
          <p:style>
            <a:lnRef idx="1">
              <a:schemeClr val="accent1"/>
            </a:lnRef>
            <a:fillRef idx="0">
              <a:schemeClr val="accent1"/>
            </a:fillRef>
            <a:effectRef idx="0">
              <a:schemeClr val="accent1"/>
            </a:effectRef>
            <a:fontRef idx="minor">
              <a:schemeClr val="tx1"/>
            </a:fontRef>
          </p:style>
        </p:cxnSp>
      </p:grpSp>
    </p:spTree>
    <p:custDataLst>
      <p:tags r:id="rId1"/>
    </p:custDataLst>
    <p:extLst>
      <p:ext uri="{BB962C8B-B14F-4D97-AF65-F5344CB8AC3E}">
        <p14:creationId xmlns:p14="http://schemas.microsoft.com/office/powerpoint/2010/main" val="2624982119"/>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49" presetClass="entr" presetSubtype="0" decel="100000" fill="hold" grpId="0" nodeType="withEffect">
                                  <p:stCondLst>
                                    <p:cond delay="0"/>
                                  </p:stCondLst>
                                  <p:childTnLst>
                                    <p:set>
                                      <p:cBhvr>
                                        <p:cTn id="6" dur="1" fill="hold">
                                          <p:stCondLst>
                                            <p:cond delay="0"/>
                                          </p:stCondLst>
                                        </p:cTn>
                                        <p:tgtEl>
                                          <p:spTgt spid="66"/>
                                        </p:tgtEl>
                                        <p:attrNameLst>
                                          <p:attrName>style.visibility</p:attrName>
                                        </p:attrNameLst>
                                      </p:cBhvr>
                                      <p:to>
                                        <p:strVal val="visible"/>
                                      </p:to>
                                    </p:set>
                                    <p:anim calcmode="lin" valueType="num">
                                      <p:cBhvr>
                                        <p:cTn id="7" dur="500" fill="hold"/>
                                        <p:tgtEl>
                                          <p:spTgt spid="66"/>
                                        </p:tgtEl>
                                        <p:attrNameLst>
                                          <p:attrName>ppt_w</p:attrName>
                                        </p:attrNameLst>
                                      </p:cBhvr>
                                      <p:tavLst>
                                        <p:tav tm="0">
                                          <p:val>
                                            <p:fltVal val="0"/>
                                          </p:val>
                                        </p:tav>
                                        <p:tav tm="100000">
                                          <p:val>
                                            <p:strVal val="#ppt_w"/>
                                          </p:val>
                                        </p:tav>
                                      </p:tavLst>
                                    </p:anim>
                                    <p:anim calcmode="lin" valueType="num">
                                      <p:cBhvr>
                                        <p:cTn id="8" dur="500" fill="hold"/>
                                        <p:tgtEl>
                                          <p:spTgt spid="66"/>
                                        </p:tgtEl>
                                        <p:attrNameLst>
                                          <p:attrName>ppt_h</p:attrName>
                                        </p:attrNameLst>
                                      </p:cBhvr>
                                      <p:tavLst>
                                        <p:tav tm="0">
                                          <p:val>
                                            <p:fltVal val="0"/>
                                          </p:val>
                                        </p:tav>
                                        <p:tav tm="100000">
                                          <p:val>
                                            <p:strVal val="#ppt_h"/>
                                          </p:val>
                                        </p:tav>
                                      </p:tavLst>
                                    </p:anim>
                                    <p:anim calcmode="lin" valueType="num">
                                      <p:cBhvr>
                                        <p:cTn id="9" dur="500" fill="hold"/>
                                        <p:tgtEl>
                                          <p:spTgt spid="66"/>
                                        </p:tgtEl>
                                        <p:attrNameLst>
                                          <p:attrName>style.rotation</p:attrName>
                                        </p:attrNameLst>
                                      </p:cBhvr>
                                      <p:tavLst>
                                        <p:tav tm="0">
                                          <p:val>
                                            <p:fltVal val="360"/>
                                          </p:val>
                                        </p:tav>
                                        <p:tav tm="100000">
                                          <p:val>
                                            <p:fltVal val="0"/>
                                          </p:val>
                                        </p:tav>
                                      </p:tavLst>
                                    </p:anim>
                                    <p:animEffect transition="in" filter="fade">
                                      <p:cBhvr>
                                        <p:cTn id="10" dur="500"/>
                                        <p:tgtEl>
                                          <p:spTgt spid="66"/>
                                        </p:tgtEl>
                                      </p:cBhvr>
                                    </p:animEffect>
                                  </p:childTnLst>
                                </p:cTn>
                              </p:par>
                            </p:childTnLst>
                          </p:cTn>
                        </p:par>
                        <p:par>
                          <p:cTn id="11" fill="hold">
                            <p:stCondLst>
                              <p:cond delay="500"/>
                            </p:stCondLst>
                            <p:childTnLst>
                              <p:par>
                                <p:cTn id="12" presetID="1" presetClass="entr" presetSubtype="0" fill="hold" grpId="0" nodeType="afterEffect">
                                  <p:stCondLst>
                                    <p:cond delay="0"/>
                                  </p:stCondLst>
                                  <p:iterate type="lt">
                                    <p:tmAbs val="100"/>
                                  </p:iterate>
                                  <p:childTnLst>
                                    <p:set>
                                      <p:cBhvr>
                                        <p:cTn id="13" dur="1" fill="hold">
                                          <p:stCondLst>
                                            <p:cond delay="0"/>
                                          </p:stCondLst>
                                        </p:cTn>
                                        <p:tgtEl>
                                          <p:spTgt spid="79"/>
                                        </p:tgtEl>
                                        <p:attrNameLst>
                                          <p:attrName>style.visibility</p:attrName>
                                        </p:attrNameLst>
                                      </p:cBhvr>
                                      <p:to>
                                        <p:strVal val="visible"/>
                                      </p:to>
                                    </p:set>
                                  </p:childTnLst>
                                </p:cTn>
                              </p:par>
                              <p:par>
                                <p:cTn id="14" presetID="8" presetClass="emph" presetSubtype="0" fill="hold" grpId="0" nodeType="withEffect">
                                  <p:stCondLst>
                                    <p:cond delay="0"/>
                                  </p:stCondLst>
                                  <p:childTnLst>
                                    <p:animRot by="21600000">
                                      <p:cBhvr>
                                        <p:cTn id="15" dur="1000" fill="hold"/>
                                        <p:tgtEl>
                                          <p:spTgt spid="102"/>
                                        </p:tgtEl>
                                        <p:attrNameLst>
                                          <p:attrName>r</p:attrName>
                                        </p:attrNameLst>
                                      </p:cBhvr>
                                    </p:animRot>
                                  </p:childTnLst>
                                </p:cTn>
                              </p:par>
                              <p:par>
                                <p:cTn id="16" presetID="8" presetClass="emph" presetSubtype="0" fill="hold" grpId="0" nodeType="withEffect">
                                  <p:stCondLst>
                                    <p:cond delay="0"/>
                                  </p:stCondLst>
                                  <p:childTnLst>
                                    <p:animRot by="21600000">
                                      <p:cBhvr>
                                        <p:cTn id="17" dur="1000" fill="hold"/>
                                        <p:tgtEl>
                                          <p:spTgt spid="111"/>
                                        </p:tgtEl>
                                        <p:attrNameLst>
                                          <p:attrName>r</p:attrName>
                                        </p:attrNameLst>
                                      </p:cBhvr>
                                    </p:animRot>
                                  </p:childTnLst>
                                </p:cTn>
                              </p:par>
                            </p:childTnLst>
                          </p:cTn>
                        </p:par>
                      </p:childTnLst>
                    </p:cTn>
                  </p:par>
                  <p:par>
                    <p:cTn id="18" fill="hold">
                      <p:stCondLst>
                        <p:cond delay="indefinite"/>
                      </p:stCondLst>
                      <p:childTnLst>
                        <p:par>
                          <p:cTn id="19" fill="hold">
                            <p:stCondLst>
                              <p:cond delay="0"/>
                            </p:stCondLst>
                            <p:childTnLst>
                              <p:par>
                                <p:cTn id="20" presetID="49" presetClass="entr" presetSubtype="0" decel="100000" fill="hold" grpId="0" nodeType="clickEffect">
                                  <p:stCondLst>
                                    <p:cond delay="0"/>
                                  </p:stCondLst>
                                  <p:childTnLst>
                                    <p:set>
                                      <p:cBhvr>
                                        <p:cTn id="21" dur="1" fill="hold">
                                          <p:stCondLst>
                                            <p:cond delay="0"/>
                                          </p:stCondLst>
                                        </p:cTn>
                                        <p:tgtEl>
                                          <p:spTgt spid="80"/>
                                        </p:tgtEl>
                                        <p:attrNameLst>
                                          <p:attrName>style.visibility</p:attrName>
                                        </p:attrNameLst>
                                      </p:cBhvr>
                                      <p:to>
                                        <p:strVal val="visible"/>
                                      </p:to>
                                    </p:set>
                                    <p:anim calcmode="lin" valueType="num">
                                      <p:cBhvr>
                                        <p:cTn id="22" dur="500" fill="hold"/>
                                        <p:tgtEl>
                                          <p:spTgt spid="80"/>
                                        </p:tgtEl>
                                        <p:attrNameLst>
                                          <p:attrName>ppt_w</p:attrName>
                                        </p:attrNameLst>
                                      </p:cBhvr>
                                      <p:tavLst>
                                        <p:tav tm="0">
                                          <p:val>
                                            <p:fltVal val="0"/>
                                          </p:val>
                                        </p:tav>
                                        <p:tav tm="100000">
                                          <p:val>
                                            <p:strVal val="#ppt_w"/>
                                          </p:val>
                                        </p:tav>
                                      </p:tavLst>
                                    </p:anim>
                                    <p:anim calcmode="lin" valueType="num">
                                      <p:cBhvr>
                                        <p:cTn id="23" dur="500" fill="hold"/>
                                        <p:tgtEl>
                                          <p:spTgt spid="80"/>
                                        </p:tgtEl>
                                        <p:attrNameLst>
                                          <p:attrName>ppt_h</p:attrName>
                                        </p:attrNameLst>
                                      </p:cBhvr>
                                      <p:tavLst>
                                        <p:tav tm="0">
                                          <p:val>
                                            <p:fltVal val="0"/>
                                          </p:val>
                                        </p:tav>
                                        <p:tav tm="100000">
                                          <p:val>
                                            <p:strVal val="#ppt_h"/>
                                          </p:val>
                                        </p:tav>
                                      </p:tavLst>
                                    </p:anim>
                                    <p:anim calcmode="lin" valueType="num">
                                      <p:cBhvr>
                                        <p:cTn id="24" dur="500" fill="hold"/>
                                        <p:tgtEl>
                                          <p:spTgt spid="80"/>
                                        </p:tgtEl>
                                        <p:attrNameLst>
                                          <p:attrName>style.rotation</p:attrName>
                                        </p:attrNameLst>
                                      </p:cBhvr>
                                      <p:tavLst>
                                        <p:tav tm="0">
                                          <p:val>
                                            <p:fltVal val="360"/>
                                          </p:val>
                                        </p:tav>
                                        <p:tav tm="100000">
                                          <p:val>
                                            <p:fltVal val="0"/>
                                          </p:val>
                                        </p:tav>
                                      </p:tavLst>
                                    </p:anim>
                                    <p:animEffect transition="in" filter="fade">
                                      <p:cBhvr>
                                        <p:cTn id="25" dur="500"/>
                                        <p:tgtEl>
                                          <p:spTgt spid="80"/>
                                        </p:tgtEl>
                                      </p:cBhvr>
                                    </p:animEffect>
                                  </p:childTnLst>
                                </p:cTn>
                              </p:par>
                            </p:childTnLst>
                          </p:cTn>
                        </p:par>
                        <p:par>
                          <p:cTn id="26" fill="hold">
                            <p:stCondLst>
                              <p:cond delay="500"/>
                            </p:stCondLst>
                            <p:childTnLst>
                              <p:par>
                                <p:cTn id="27" presetID="1" presetClass="entr" presetSubtype="0" fill="hold" grpId="0" nodeType="afterEffect">
                                  <p:stCondLst>
                                    <p:cond delay="0"/>
                                  </p:stCondLst>
                                  <p:iterate type="lt">
                                    <p:tmAbs val="100"/>
                                  </p:iterate>
                                  <p:childTnLst>
                                    <p:set>
                                      <p:cBhvr>
                                        <p:cTn id="28" dur="1" fill="hold">
                                          <p:stCondLst>
                                            <p:cond delay="0"/>
                                          </p:stCondLst>
                                        </p:cTn>
                                        <p:tgtEl>
                                          <p:spTgt spid="81"/>
                                        </p:tgtEl>
                                        <p:attrNameLst>
                                          <p:attrName>style.visibility</p:attrName>
                                        </p:attrNameLst>
                                      </p:cBhvr>
                                      <p:to>
                                        <p:strVal val="visible"/>
                                      </p:to>
                                    </p:set>
                                  </p:childTnLst>
                                </p:cTn>
                              </p:par>
                              <p:par>
                                <p:cTn id="29" presetID="8" presetClass="emph" presetSubtype="0" fill="hold" nodeType="withEffect">
                                  <p:stCondLst>
                                    <p:cond delay="0"/>
                                  </p:stCondLst>
                                  <p:childTnLst>
                                    <p:animRot by="21600000">
                                      <p:cBhvr>
                                        <p:cTn id="30" dur="1000" fill="hold"/>
                                        <p:tgtEl>
                                          <p:spTgt spid="105"/>
                                        </p:tgtEl>
                                        <p:attrNameLst>
                                          <p:attrName>r</p:attrName>
                                        </p:attrNameLst>
                                      </p:cBhvr>
                                    </p:animRot>
                                  </p:childTnLst>
                                </p:cTn>
                              </p:par>
                              <p:par>
                                <p:cTn id="31" presetID="8" presetClass="emph" presetSubtype="0" fill="hold" nodeType="withEffect">
                                  <p:stCondLst>
                                    <p:cond delay="0"/>
                                  </p:stCondLst>
                                  <p:childTnLst>
                                    <p:animRot by="21600000">
                                      <p:cBhvr>
                                        <p:cTn id="32" dur="1000" fill="hold"/>
                                        <p:tgtEl>
                                          <p:spTgt spid="113"/>
                                        </p:tgtEl>
                                        <p:attrNameLst>
                                          <p:attrName>r</p:attrName>
                                        </p:attrNameLst>
                                      </p:cBhvr>
                                    </p:animRo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66" grpId="0" animBg="1"/>
      <p:bldP spid="79" grpId="0"/>
      <p:bldP spid="80" grpId="0" animBg="1"/>
      <p:bldP spid="81" grpId="0"/>
      <p:bldP spid="102" grpId="0" animBg="1"/>
      <p:bldP spid="111" grpId="0" animBg="1"/>
    </p:bldLst>
  </p:timing>
</p:sld>
</file>

<file path=ppt/slides/slide25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4" name="组合 3">
            <a:extLst>
              <a:ext uri="{FF2B5EF4-FFF2-40B4-BE49-F238E27FC236}">
                <a16:creationId xmlns:a16="http://schemas.microsoft.com/office/drawing/2014/main" id="{9A1EA9F2-FCB6-48C3-935F-7AE7E3AD14AC}"/>
              </a:ext>
            </a:extLst>
          </p:cNvPr>
          <p:cNvGrpSpPr/>
          <p:nvPr/>
        </p:nvGrpSpPr>
        <p:grpSpPr>
          <a:xfrm>
            <a:off x="304800" y="749300"/>
            <a:ext cx="6192344" cy="400110"/>
            <a:chOff x="424117" y="898245"/>
            <a:chExt cx="6192344" cy="400110"/>
          </a:xfrm>
        </p:grpSpPr>
        <p:sp>
          <p:nvSpPr>
            <p:cNvPr id="2" name="平行四边形 1">
              <a:extLst>
                <a:ext uri="{FF2B5EF4-FFF2-40B4-BE49-F238E27FC236}">
                  <a16:creationId xmlns:a16="http://schemas.microsoft.com/office/drawing/2014/main" id="{1F5BAA3F-9845-4F89-A2DD-8222D3E4EDAC}"/>
                </a:ext>
              </a:extLst>
            </p:cNvPr>
            <p:cNvSpPr/>
            <p:nvPr/>
          </p:nvSpPr>
          <p:spPr>
            <a:xfrm>
              <a:off x="424117" y="898245"/>
              <a:ext cx="628306" cy="387090"/>
            </a:xfrm>
            <a:prstGeom prst="parallelogram">
              <a:avLst/>
            </a:prstGeom>
            <a:solidFill>
              <a:schemeClr val="accent3">
                <a:lumMod val="75000"/>
              </a:schemeClr>
            </a:solidFill>
            <a:ln>
              <a:solidFill>
                <a:schemeClr val="accent3">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CN" sz="2200" dirty="0">
                  <a:latin typeface="Impact" panose="020B0806030902050204" pitchFamily="34" charset="0"/>
                </a:rPr>
                <a:t>01</a:t>
              </a:r>
              <a:endParaRPr lang="zh-CN" altLang="en-US" sz="2200" dirty="0">
                <a:latin typeface="Impact" panose="020B0806030902050204" pitchFamily="34" charset="0"/>
              </a:endParaRPr>
            </a:p>
          </p:txBody>
        </p:sp>
        <p:sp>
          <p:nvSpPr>
            <p:cNvPr id="3" name="文本框 2">
              <a:extLst>
                <a:ext uri="{FF2B5EF4-FFF2-40B4-BE49-F238E27FC236}">
                  <a16:creationId xmlns:a16="http://schemas.microsoft.com/office/drawing/2014/main" id="{4D6BD736-A4D3-4F26-AFED-36E11F50F70B}"/>
                </a:ext>
              </a:extLst>
            </p:cNvPr>
            <p:cNvSpPr txBox="1"/>
            <p:nvPr/>
          </p:nvSpPr>
          <p:spPr>
            <a:xfrm>
              <a:off x="1052423" y="898245"/>
              <a:ext cx="5564038" cy="400110"/>
            </a:xfrm>
            <a:prstGeom prst="rect">
              <a:avLst/>
            </a:prstGeom>
            <a:noFill/>
          </p:spPr>
          <p:txBody>
            <a:bodyPr wrap="square" rtlCol="0">
              <a:spAutoFit/>
            </a:bodyPr>
            <a:lstStyle/>
            <a:p>
              <a:r>
                <a:rPr lang="zh-CN" altLang="en-US" sz="2000" b="1" dirty="0"/>
                <a:t>网络适配器</a:t>
              </a:r>
            </a:p>
          </p:txBody>
        </p:sp>
      </p:grpSp>
      <p:sp>
        <p:nvSpPr>
          <p:cNvPr id="40" name="矩形 39">
            <a:extLst>
              <a:ext uri="{FF2B5EF4-FFF2-40B4-BE49-F238E27FC236}">
                <a16:creationId xmlns:a16="http://schemas.microsoft.com/office/drawing/2014/main" id="{BCD66B3D-D3F7-4440-9406-4ECBF941DE41}"/>
              </a:ext>
            </a:extLst>
          </p:cNvPr>
          <p:cNvSpPr/>
          <p:nvPr/>
        </p:nvSpPr>
        <p:spPr>
          <a:xfrm>
            <a:off x="1056633" y="1335374"/>
            <a:ext cx="256976" cy="256976"/>
          </a:xfrm>
          <a:prstGeom prst="rect">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41" name="íşlïḍè">
            <a:extLst>
              <a:ext uri="{FF2B5EF4-FFF2-40B4-BE49-F238E27FC236}">
                <a16:creationId xmlns:a16="http://schemas.microsoft.com/office/drawing/2014/main" id="{0216106F-37A5-40E5-BDEA-DFCA29F868ED}"/>
              </a:ext>
            </a:extLst>
          </p:cNvPr>
          <p:cNvSpPr txBox="1"/>
          <p:nvPr/>
        </p:nvSpPr>
        <p:spPr>
          <a:xfrm>
            <a:off x="1373861" y="1281053"/>
            <a:ext cx="10276516" cy="369332"/>
          </a:xfrm>
          <a:prstGeom prst="rect">
            <a:avLst/>
          </a:prstGeom>
          <a:noFill/>
        </p:spPr>
        <p:txBody>
          <a:bodyPr wrap="square" lIns="91440" tIns="45720" rIns="91440" bIns="45720" anchor="ctr">
            <a:noAutofit/>
          </a:bodyPr>
          <a:lstStyle/>
          <a:p>
            <a:r>
              <a:rPr lang="zh-CN" altLang="en-US" b="1" dirty="0">
                <a:latin typeface="Arial Narrow" panose="020B0606020202030204" pitchFamily="34" charset="0"/>
              </a:rPr>
              <a:t>要将计算机连接到以太网，需要使用相应的</a:t>
            </a:r>
            <a:r>
              <a:rPr lang="zh-CN" altLang="en-US" b="1" dirty="0">
                <a:solidFill>
                  <a:schemeClr val="accent1">
                    <a:lumMod val="75000"/>
                  </a:schemeClr>
                </a:solidFill>
                <a:latin typeface="Arial Narrow" panose="020B0606020202030204" pitchFamily="34" charset="0"/>
              </a:rPr>
              <a:t>网络适配器</a:t>
            </a:r>
            <a:r>
              <a:rPr lang="zh-CN" altLang="en-US" b="1" dirty="0">
                <a:latin typeface="Arial Narrow" panose="020B0606020202030204" pitchFamily="34" charset="0"/>
              </a:rPr>
              <a:t>（</a:t>
            </a:r>
            <a:r>
              <a:rPr lang="en-US" altLang="zh-CN" b="1" dirty="0">
                <a:latin typeface="Arial Narrow" panose="020B0606020202030204" pitchFamily="34" charset="0"/>
              </a:rPr>
              <a:t>Adapter</a:t>
            </a:r>
            <a:r>
              <a:rPr lang="zh-CN" altLang="en-US" b="1" dirty="0">
                <a:latin typeface="Arial Narrow" panose="020B0606020202030204" pitchFamily="34" charset="0"/>
              </a:rPr>
              <a:t>），网络适配器一般简称为“</a:t>
            </a:r>
            <a:r>
              <a:rPr lang="zh-CN" altLang="en-US" b="1" dirty="0">
                <a:solidFill>
                  <a:schemeClr val="accent1">
                    <a:lumMod val="75000"/>
                  </a:schemeClr>
                </a:solidFill>
                <a:latin typeface="Arial Narrow" panose="020B0606020202030204" pitchFamily="34" charset="0"/>
              </a:rPr>
              <a:t>网卡</a:t>
            </a:r>
            <a:r>
              <a:rPr lang="zh-CN" altLang="en-US" b="1" dirty="0">
                <a:latin typeface="Arial Narrow" panose="020B0606020202030204" pitchFamily="34" charset="0"/>
              </a:rPr>
              <a:t>”。</a:t>
            </a:r>
          </a:p>
        </p:txBody>
      </p:sp>
      <p:sp>
        <p:nvSpPr>
          <p:cNvPr id="66" name="矩形 65">
            <a:extLst>
              <a:ext uri="{FF2B5EF4-FFF2-40B4-BE49-F238E27FC236}">
                <a16:creationId xmlns:a16="http://schemas.microsoft.com/office/drawing/2014/main" id="{AD613D33-3394-4B8F-A9B4-AC551A738D56}"/>
              </a:ext>
            </a:extLst>
          </p:cNvPr>
          <p:cNvSpPr/>
          <p:nvPr/>
        </p:nvSpPr>
        <p:spPr>
          <a:xfrm>
            <a:off x="1056633" y="1832635"/>
            <a:ext cx="256976" cy="256976"/>
          </a:xfrm>
          <a:prstGeom prst="rect">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79" name="íşlïḍè">
            <a:extLst>
              <a:ext uri="{FF2B5EF4-FFF2-40B4-BE49-F238E27FC236}">
                <a16:creationId xmlns:a16="http://schemas.microsoft.com/office/drawing/2014/main" id="{A2D80471-EFE8-48B8-83E1-5E42F3196618}"/>
              </a:ext>
            </a:extLst>
          </p:cNvPr>
          <p:cNvSpPr txBox="1"/>
          <p:nvPr/>
        </p:nvSpPr>
        <p:spPr>
          <a:xfrm>
            <a:off x="1373861" y="1778314"/>
            <a:ext cx="10276516" cy="369332"/>
          </a:xfrm>
          <a:prstGeom prst="rect">
            <a:avLst/>
          </a:prstGeom>
          <a:noFill/>
        </p:spPr>
        <p:txBody>
          <a:bodyPr wrap="square" lIns="91440" tIns="45720" rIns="91440" bIns="45720" anchor="ctr">
            <a:noAutofit/>
          </a:bodyPr>
          <a:lstStyle/>
          <a:p>
            <a:r>
              <a:rPr lang="zh-CN" altLang="en-US" b="1" dirty="0">
                <a:latin typeface="Arial Narrow" panose="020B0606020202030204" pitchFamily="34" charset="0"/>
              </a:rPr>
              <a:t>在计算机内部，</a:t>
            </a:r>
            <a:r>
              <a:rPr lang="zh-CN" altLang="en-US" b="1" dirty="0">
                <a:solidFill>
                  <a:schemeClr val="accent1">
                    <a:lumMod val="75000"/>
                  </a:schemeClr>
                </a:solidFill>
                <a:latin typeface="Arial Narrow" panose="020B0606020202030204" pitchFamily="34" charset="0"/>
              </a:rPr>
              <a:t>网卡与</a:t>
            </a:r>
            <a:r>
              <a:rPr lang="en-US" altLang="zh-CN" b="1" dirty="0">
                <a:solidFill>
                  <a:schemeClr val="accent1">
                    <a:lumMod val="75000"/>
                  </a:schemeClr>
                </a:solidFill>
                <a:latin typeface="Arial Narrow" panose="020B0606020202030204" pitchFamily="34" charset="0"/>
              </a:rPr>
              <a:t>CPU</a:t>
            </a:r>
            <a:r>
              <a:rPr lang="zh-CN" altLang="en-US" b="1" dirty="0">
                <a:latin typeface="Arial Narrow" panose="020B0606020202030204" pitchFamily="34" charset="0"/>
              </a:rPr>
              <a:t>之间的通信，一般是通过计算机主板上的</a:t>
            </a:r>
            <a:r>
              <a:rPr lang="en-US" altLang="zh-CN" b="1" dirty="0">
                <a:latin typeface="Arial Narrow" panose="020B0606020202030204" pitchFamily="34" charset="0"/>
              </a:rPr>
              <a:t>I/O</a:t>
            </a:r>
            <a:r>
              <a:rPr lang="zh-CN" altLang="en-US" b="1" dirty="0">
                <a:latin typeface="Arial Narrow" panose="020B0606020202030204" pitchFamily="34" charset="0"/>
              </a:rPr>
              <a:t>总线以</a:t>
            </a:r>
            <a:r>
              <a:rPr lang="zh-CN" altLang="en-US" b="1" dirty="0">
                <a:solidFill>
                  <a:schemeClr val="accent1">
                    <a:lumMod val="75000"/>
                  </a:schemeClr>
                </a:solidFill>
                <a:latin typeface="Arial Narrow" panose="020B0606020202030204" pitchFamily="34" charset="0"/>
              </a:rPr>
              <a:t>并行传输</a:t>
            </a:r>
            <a:r>
              <a:rPr lang="zh-CN" altLang="en-US" b="1" dirty="0">
                <a:latin typeface="Arial Narrow" panose="020B0606020202030204" pitchFamily="34" charset="0"/>
              </a:rPr>
              <a:t>方式进行。</a:t>
            </a:r>
          </a:p>
        </p:txBody>
      </p:sp>
      <p:sp>
        <p:nvSpPr>
          <p:cNvPr id="80" name="矩形 79">
            <a:extLst>
              <a:ext uri="{FF2B5EF4-FFF2-40B4-BE49-F238E27FC236}">
                <a16:creationId xmlns:a16="http://schemas.microsoft.com/office/drawing/2014/main" id="{F2906CC6-BA35-4C4B-A514-7E709C1EEC87}"/>
              </a:ext>
            </a:extLst>
          </p:cNvPr>
          <p:cNvSpPr/>
          <p:nvPr/>
        </p:nvSpPr>
        <p:spPr>
          <a:xfrm>
            <a:off x="1056633" y="2384217"/>
            <a:ext cx="256976" cy="256976"/>
          </a:xfrm>
          <a:prstGeom prst="rect">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81" name="íşlïḍè">
            <a:extLst>
              <a:ext uri="{FF2B5EF4-FFF2-40B4-BE49-F238E27FC236}">
                <a16:creationId xmlns:a16="http://schemas.microsoft.com/office/drawing/2014/main" id="{28F8415B-A280-4C30-8CC0-5E2D339B1945}"/>
              </a:ext>
            </a:extLst>
          </p:cNvPr>
          <p:cNvSpPr txBox="1"/>
          <p:nvPr/>
        </p:nvSpPr>
        <p:spPr>
          <a:xfrm>
            <a:off x="1373861" y="2329895"/>
            <a:ext cx="10276516" cy="656705"/>
          </a:xfrm>
          <a:prstGeom prst="rect">
            <a:avLst/>
          </a:prstGeom>
          <a:noFill/>
        </p:spPr>
        <p:txBody>
          <a:bodyPr wrap="square" lIns="91440" tIns="45720" rIns="91440" bIns="45720" anchor="ctr">
            <a:noAutofit/>
          </a:bodyPr>
          <a:lstStyle/>
          <a:p>
            <a:r>
              <a:rPr lang="zh-CN" altLang="en-US" b="1" dirty="0">
                <a:solidFill>
                  <a:schemeClr val="accent1">
                    <a:lumMod val="75000"/>
                  </a:schemeClr>
                </a:solidFill>
                <a:latin typeface="Arial Narrow" panose="020B0606020202030204" pitchFamily="34" charset="0"/>
              </a:rPr>
              <a:t>网卡与外部以太网</a:t>
            </a:r>
            <a:r>
              <a:rPr lang="zh-CN" altLang="en-US" b="1" dirty="0">
                <a:latin typeface="Arial Narrow" panose="020B0606020202030204" pitchFamily="34" charset="0"/>
              </a:rPr>
              <a:t>（局域网）之间的通信，一般是通过传输媒体（同轴电缆、双绞线电缆、光纤）以</a:t>
            </a:r>
            <a:r>
              <a:rPr lang="zh-CN" altLang="en-US" b="1" dirty="0">
                <a:solidFill>
                  <a:schemeClr val="accent1">
                    <a:lumMod val="75000"/>
                  </a:schemeClr>
                </a:solidFill>
                <a:latin typeface="Arial Narrow" panose="020B0606020202030204" pitchFamily="34" charset="0"/>
              </a:rPr>
              <a:t>串行方式</a:t>
            </a:r>
            <a:r>
              <a:rPr lang="zh-CN" altLang="en-US" b="1" dirty="0">
                <a:latin typeface="Arial Narrow" panose="020B0606020202030204" pitchFamily="34" charset="0"/>
              </a:rPr>
              <a:t>进行的。</a:t>
            </a:r>
          </a:p>
        </p:txBody>
      </p:sp>
      <p:sp>
        <p:nvSpPr>
          <p:cNvPr id="29" name="矩形 28">
            <a:extLst>
              <a:ext uri="{FF2B5EF4-FFF2-40B4-BE49-F238E27FC236}">
                <a16:creationId xmlns:a16="http://schemas.microsoft.com/office/drawing/2014/main" id="{6B4DA3BE-E8B5-4745-A825-2B1483F65427}"/>
              </a:ext>
            </a:extLst>
          </p:cNvPr>
          <p:cNvSpPr/>
          <p:nvPr/>
        </p:nvSpPr>
        <p:spPr>
          <a:xfrm>
            <a:off x="1056633" y="3133346"/>
            <a:ext cx="256976" cy="256976"/>
          </a:xfrm>
          <a:prstGeom prst="rect">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30" name="íşlïḍè">
            <a:extLst>
              <a:ext uri="{FF2B5EF4-FFF2-40B4-BE49-F238E27FC236}">
                <a16:creationId xmlns:a16="http://schemas.microsoft.com/office/drawing/2014/main" id="{F53428C7-88A3-479F-BDFC-05412D8842EB}"/>
              </a:ext>
            </a:extLst>
          </p:cNvPr>
          <p:cNvSpPr txBox="1"/>
          <p:nvPr/>
        </p:nvSpPr>
        <p:spPr>
          <a:xfrm>
            <a:off x="1373861" y="3079024"/>
            <a:ext cx="10276516" cy="909734"/>
          </a:xfrm>
          <a:prstGeom prst="rect">
            <a:avLst/>
          </a:prstGeom>
          <a:noFill/>
        </p:spPr>
        <p:txBody>
          <a:bodyPr wrap="square" lIns="91440" tIns="45720" rIns="91440" bIns="45720" anchor="ctr">
            <a:noAutofit/>
          </a:bodyPr>
          <a:lstStyle/>
          <a:p>
            <a:r>
              <a:rPr lang="zh-CN" altLang="en-US" b="1" dirty="0">
                <a:latin typeface="Arial Narrow" panose="020B0606020202030204" pitchFamily="34" charset="0"/>
              </a:rPr>
              <a:t>网卡除要</a:t>
            </a:r>
            <a:r>
              <a:rPr lang="zh-CN" altLang="en-US" b="1" dirty="0">
                <a:solidFill>
                  <a:schemeClr val="accent1">
                    <a:lumMod val="75000"/>
                  </a:schemeClr>
                </a:solidFill>
                <a:latin typeface="Arial Narrow" panose="020B0606020202030204" pitchFamily="34" charset="0"/>
              </a:rPr>
              <a:t>实现物理层和数据链路层功能</a:t>
            </a:r>
            <a:r>
              <a:rPr lang="zh-CN" altLang="en-US" b="1" dirty="0">
                <a:latin typeface="Arial Narrow" panose="020B0606020202030204" pitchFamily="34" charset="0"/>
              </a:rPr>
              <a:t>，其另外一个重要功能就是要进行</a:t>
            </a:r>
            <a:r>
              <a:rPr lang="zh-CN" altLang="en-US" b="1" dirty="0">
                <a:solidFill>
                  <a:schemeClr val="accent1">
                    <a:lumMod val="75000"/>
                  </a:schemeClr>
                </a:solidFill>
                <a:latin typeface="Arial Narrow" panose="020B0606020202030204" pitchFamily="34" charset="0"/>
              </a:rPr>
              <a:t>并行传输和串行传输</a:t>
            </a:r>
            <a:r>
              <a:rPr lang="zh-CN" altLang="en-US" b="1" dirty="0">
                <a:latin typeface="Arial Narrow" panose="020B0606020202030204" pitchFamily="34" charset="0"/>
              </a:rPr>
              <a:t>的转换。由于网络的传输速率和计算机内部总线上的传输速率并不相同，因此在网卡的核心芯片中都会包含用于缓存数据的存储器。</a:t>
            </a:r>
          </a:p>
        </p:txBody>
      </p:sp>
      <p:sp>
        <p:nvSpPr>
          <p:cNvPr id="31" name="矩形 30">
            <a:extLst>
              <a:ext uri="{FF2B5EF4-FFF2-40B4-BE49-F238E27FC236}">
                <a16:creationId xmlns:a16="http://schemas.microsoft.com/office/drawing/2014/main" id="{04C7A9B9-4315-4CF0-9BA3-9E46062E3A1C}"/>
              </a:ext>
            </a:extLst>
          </p:cNvPr>
          <p:cNvSpPr/>
          <p:nvPr/>
        </p:nvSpPr>
        <p:spPr>
          <a:xfrm>
            <a:off x="1056633" y="4175017"/>
            <a:ext cx="256976" cy="256976"/>
          </a:xfrm>
          <a:prstGeom prst="rect">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32" name="íşlïḍè">
            <a:extLst>
              <a:ext uri="{FF2B5EF4-FFF2-40B4-BE49-F238E27FC236}">
                <a16:creationId xmlns:a16="http://schemas.microsoft.com/office/drawing/2014/main" id="{A6AE480F-D87A-46A9-9B7F-D408728E8476}"/>
              </a:ext>
            </a:extLst>
          </p:cNvPr>
          <p:cNvSpPr txBox="1"/>
          <p:nvPr/>
        </p:nvSpPr>
        <p:spPr>
          <a:xfrm>
            <a:off x="1373861" y="4120695"/>
            <a:ext cx="10276516" cy="648658"/>
          </a:xfrm>
          <a:prstGeom prst="rect">
            <a:avLst/>
          </a:prstGeom>
          <a:noFill/>
        </p:spPr>
        <p:txBody>
          <a:bodyPr wrap="square" lIns="91440" tIns="45720" rIns="91440" bIns="45720" anchor="ctr">
            <a:noAutofit/>
          </a:bodyPr>
          <a:lstStyle/>
          <a:p>
            <a:r>
              <a:rPr lang="zh-CN" altLang="en-US" b="1" dirty="0">
                <a:latin typeface="Arial Narrow" panose="020B0606020202030204" pitchFamily="34" charset="0"/>
              </a:rPr>
              <a:t>在确保网卡硬件正确的情况下，为了使网卡正常工作，还必须要在计算机的操作系统中为网卡安装相应的设备驱动程序。</a:t>
            </a:r>
            <a:r>
              <a:rPr lang="zh-CN" altLang="en-US" b="1" dirty="0">
                <a:solidFill>
                  <a:schemeClr val="accent1">
                    <a:lumMod val="75000"/>
                  </a:schemeClr>
                </a:solidFill>
                <a:latin typeface="Arial Narrow" panose="020B0606020202030204" pitchFamily="34" charset="0"/>
              </a:rPr>
              <a:t>驱动程序</a:t>
            </a:r>
            <a:r>
              <a:rPr lang="zh-CN" altLang="en-US" b="1" dirty="0">
                <a:latin typeface="Arial Narrow" panose="020B0606020202030204" pitchFamily="34" charset="0"/>
              </a:rPr>
              <a:t>负责驱动网卡发送和接收帧。</a:t>
            </a:r>
          </a:p>
        </p:txBody>
      </p:sp>
    </p:spTree>
    <p:custDataLst>
      <p:tags r:id="rId1"/>
    </p:custDataLst>
    <p:extLst>
      <p:ext uri="{BB962C8B-B14F-4D97-AF65-F5344CB8AC3E}">
        <p14:creationId xmlns:p14="http://schemas.microsoft.com/office/powerpoint/2010/main" val="2181828343"/>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49" presetClass="entr" presetSubtype="0" decel="100000" fill="hold" grpId="0" nodeType="withEffect">
                                  <p:stCondLst>
                                    <p:cond delay="0"/>
                                  </p:stCondLst>
                                  <p:childTnLst>
                                    <p:set>
                                      <p:cBhvr>
                                        <p:cTn id="6" dur="1" fill="hold">
                                          <p:stCondLst>
                                            <p:cond delay="0"/>
                                          </p:stCondLst>
                                        </p:cTn>
                                        <p:tgtEl>
                                          <p:spTgt spid="29"/>
                                        </p:tgtEl>
                                        <p:attrNameLst>
                                          <p:attrName>style.visibility</p:attrName>
                                        </p:attrNameLst>
                                      </p:cBhvr>
                                      <p:to>
                                        <p:strVal val="visible"/>
                                      </p:to>
                                    </p:set>
                                    <p:anim calcmode="lin" valueType="num">
                                      <p:cBhvr>
                                        <p:cTn id="7" dur="500" fill="hold"/>
                                        <p:tgtEl>
                                          <p:spTgt spid="29"/>
                                        </p:tgtEl>
                                        <p:attrNameLst>
                                          <p:attrName>ppt_w</p:attrName>
                                        </p:attrNameLst>
                                      </p:cBhvr>
                                      <p:tavLst>
                                        <p:tav tm="0">
                                          <p:val>
                                            <p:fltVal val="0"/>
                                          </p:val>
                                        </p:tav>
                                        <p:tav tm="100000">
                                          <p:val>
                                            <p:strVal val="#ppt_w"/>
                                          </p:val>
                                        </p:tav>
                                      </p:tavLst>
                                    </p:anim>
                                    <p:anim calcmode="lin" valueType="num">
                                      <p:cBhvr>
                                        <p:cTn id="8" dur="500" fill="hold"/>
                                        <p:tgtEl>
                                          <p:spTgt spid="29"/>
                                        </p:tgtEl>
                                        <p:attrNameLst>
                                          <p:attrName>ppt_h</p:attrName>
                                        </p:attrNameLst>
                                      </p:cBhvr>
                                      <p:tavLst>
                                        <p:tav tm="0">
                                          <p:val>
                                            <p:fltVal val="0"/>
                                          </p:val>
                                        </p:tav>
                                        <p:tav tm="100000">
                                          <p:val>
                                            <p:strVal val="#ppt_h"/>
                                          </p:val>
                                        </p:tav>
                                      </p:tavLst>
                                    </p:anim>
                                    <p:anim calcmode="lin" valueType="num">
                                      <p:cBhvr>
                                        <p:cTn id="9" dur="500" fill="hold"/>
                                        <p:tgtEl>
                                          <p:spTgt spid="29"/>
                                        </p:tgtEl>
                                        <p:attrNameLst>
                                          <p:attrName>style.rotation</p:attrName>
                                        </p:attrNameLst>
                                      </p:cBhvr>
                                      <p:tavLst>
                                        <p:tav tm="0">
                                          <p:val>
                                            <p:fltVal val="360"/>
                                          </p:val>
                                        </p:tav>
                                        <p:tav tm="100000">
                                          <p:val>
                                            <p:fltVal val="0"/>
                                          </p:val>
                                        </p:tav>
                                      </p:tavLst>
                                    </p:anim>
                                    <p:animEffect transition="in" filter="fade">
                                      <p:cBhvr>
                                        <p:cTn id="10" dur="500"/>
                                        <p:tgtEl>
                                          <p:spTgt spid="29"/>
                                        </p:tgtEl>
                                      </p:cBhvr>
                                    </p:animEffect>
                                  </p:childTnLst>
                                </p:cTn>
                              </p:par>
                            </p:childTnLst>
                          </p:cTn>
                        </p:par>
                        <p:par>
                          <p:cTn id="11" fill="hold">
                            <p:stCondLst>
                              <p:cond delay="500"/>
                            </p:stCondLst>
                            <p:childTnLst>
                              <p:par>
                                <p:cTn id="12" presetID="1" presetClass="entr" presetSubtype="0" fill="hold" grpId="0" nodeType="afterEffect">
                                  <p:stCondLst>
                                    <p:cond delay="0"/>
                                  </p:stCondLst>
                                  <p:iterate type="lt">
                                    <p:tmAbs val="100"/>
                                  </p:iterate>
                                  <p:childTnLst>
                                    <p:set>
                                      <p:cBhvr>
                                        <p:cTn id="13" dur="1" fill="hold">
                                          <p:stCondLst>
                                            <p:cond delay="0"/>
                                          </p:stCondLst>
                                        </p:cTn>
                                        <p:tgtEl>
                                          <p:spTgt spid="30"/>
                                        </p:tgtEl>
                                        <p:attrNameLst>
                                          <p:attrName>style.visibility</p:attrName>
                                        </p:attrNameLst>
                                      </p:cBhvr>
                                      <p:to>
                                        <p:strVal val="visible"/>
                                      </p:to>
                                    </p:set>
                                  </p:childTnLst>
                                </p:cTn>
                              </p:par>
                            </p:childTnLst>
                          </p:cTn>
                        </p:par>
                      </p:childTnLst>
                    </p:cTn>
                  </p:par>
                  <p:par>
                    <p:cTn id="14" fill="hold">
                      <p:stCondLst>
                        <p:cond delay="indefinite"/>
                      </p:stCondLst>
                      <p:childTnLst>
                        <p:par>
                          <p:cTn id="15" fill="hold">
                            <p:stCondLst>
                              <p:cond delay="0"/>
                            </p:stCondLst>
                            <p:childTnLst>
                              <p:par>
                                <p:cTn id="16" presetID="49" presetClass="entr" presetSubtype="0" decel="100000" fill="hold" grpId="0" nodeType="clickEffect">
                                  <p:stCondLst>
                                    <p:cond delay="0"/>
                                  </p:stCondLst>
                                  <p:childTnLst>
                                    <p:set>
                                      <p:cBhvr>
                                        <p:cTn id="17" dur="1" fill="hold">
                                          <p:stCondLst>
                                            <p:cond delay="0"/>
                                          </p:stCondLst>
                                        </p:cTn>
                                        <p:tgtEl>
                                          <p:spTgt spid="31"/>
                                        </p:tgtEl>
                                        <p:attrNameLst>
                                          <p:attrName>style.visibility</p:attrName>
                                        </p:attrNameLst>
                                      </p:cBhvr>
                                      <p:to>
                                        <p:strVal val="visible"/>
                                      </p:to>
                                    </p:set>
                                    <p:anim calcmode="lin" valueType="num">
                                      <p:cBhvr>
                                        <p:cTn id="18" dur="500" fill="hold"/>
                                        <p:tgtEl>
                                          <p:spTgt spid="31"/>
                                        </p:tgtEl>
                                        <p:attrNameLst>
                                          <p:attrName>ppt_w</p:attrName>
                                        </p:attrNameLst>
                                      </p:cBhvr>
                                      <p:tavLst>
                                        <p:tav tm="0">
                                          <p:val>
                                            <p:fltVal val="0"/>
                                          </p:val>
                                        </p:tav>
                                        <p:tav tm="100000">
                                          <p:val>
                                            <p:strVal val="#ppt_w"/>
                                          </p:val>
                                        </p:tav>
                                      </p:tavLst>
                                    </p:anim>
                                    <p:anim calcmode="lin" valueType="num">
                                      <p:cBhvr>
                                        <p:cTn id="19" dur="500" fill="hold"/>
                                        <p:tgtEl>
                                          <p:spTgt spid="31"/>
                                        </p:tgtEl>
                                        <p:attrNameLst>
                                          <p:attrName>ppt_h</p:attrName>
                                        </p:attrNameLst>
                                      </p:cBhvr>
                                      <p:tavLst>
                                        <p:tav tm="0">
                                          <p:val>
                                            <p:fltVal val="0"/>
                                          </p:val>
                                        </p:tav>
                                        <p:tav tm="100000">
                                          <p:val>
                                            <p:strVal val="#ppt_h"/>
                                          </p:val>
                                        </p:tav>
                                      </p:tavLst>
                                    </p:anim>
                                    <p:anim calcmode="lin" valueType="num">
                                      <p:cBhvr>
                                        <p:cTn id="20" dur="500" fill="hold"/>
                                        <p:tgtEl>
                                          <p:spTgt spid="31"/>
                                        </p:tgtEl>
                                        <p:attrNameLst>
                                          <p:attrName>style.rotation</p:attrName>
                                        </p:attrNameLst>
                                      </p:cBhvr>
                                      <p:tavLst>
                                        <p:tav tm="0">
                                          <p:val>
                                            <p:fltVal val="360"/>
                                          </p:val>
                                        </p:tav>
                                        <p:tav tm="100000">
                                          <p:val>
                                            <p:fltVal val="0"/>
                                          </p:val>
                                        </p:tav>
                                      </p:tavLst>
                                    </p:anim>
                                    <p:animEffect transition="in" filter="fade">
                                      <p:cBhvr>
                                        <p:cTn id="21" dur="500"/>
                                        <p:tgtEl>
                                          <p:spTgt spid="31"/>
                                        </p:tgtEl>
                                      </p:cBhvr>
                                    </p:animEffect>
                                  </p:childTnLst>
                                </p:cTn>
                              </p:par>
                            </p:childTnLst>
                          </p:cTn>
                        </p:par>
                        <p:par>
                          <p:cTn id="22" fill="hold">
                            <p:stCondLst>
                              <p:cond delay="500"/>
                            </p:stCondLst>
                            <p:childTnLst>
                              <p:par>
                                <p:cTn id="23" presetID="1" presetClass="entr" presetSubtype="0" fill="hold" grpId="0" nodeType="afterEffect">
                                  <p:stCondLst>
                                    <p:cond delay="0"/>
                                  </p:stCondLst>
                                  <p:iterate type="lt">
                                    <p:tmAbs val="100"/>
                                  </p:iterate>
                                  <p:childTnLst>
                                    <p:set>
                                      <p:cBhvr>
                                        <p:cTn id="24" dur="1" fill="hold">
                                          <p:stCondLst>
                                            <p:cond delay="0"/>
                                          </p:stCondLst>
                                        </p:cTn>
                                        <p:tgtEl>
                                          <p:spTgt spid="32"/>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9" grpId="0" animBg="1"/>
      <p:bldP spid="30" grpId="0"/>
      <p:bldP spid="31" grpId="0" animBg="1"/>
      <p:bldP spid="32" grpId="0"/>
    </p:bldLst>
  </p:timing>
</p:sld>
</file>

<file path=ppt/slides/slide25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4" name="组合 3">
            <a:extLst>
              <a:ext uri="{FF2B5EF4-FFF2-40B4-BE49-F238E27FC236}">
                <a16:creationId xmlns:a16="http://schemas.microsoft.com/office/drawing/2014/main" id="{9A1EA9F2-FCB6-48C3-935F-7AE7E3AD14AC}"/>
              </a:ext>
            </a:extLst>
          </p:cNvPr>
          <p:cNvGrpSpPr/>
          <p:nvPr/>
        </p:nvGrpSpPr>
        <p:grpSpPr>
          <a:xfrm>
            <a:off x="304799" y="749300"/>
            <a:ext cx="6192345" cy="400110"/>
            <a:chOff x="424116" y="898245"/>
            <a:chExt cx="6192345" cy="400110"/>
          </a:xfrm>
        </p:grpSpPr>
        <p:sp>
          <p:nvSpPr>
            <p:cNvPr id="2" name="平行四边形 1">
              <a:extLst>
                <a:ext uri="{FF2B5EF4-FFF2-40B4-BE49-F238E27FC236}">
                  <a16:creationId xmlns:a16="http://schemas.microsoft.com/office/drawing/2014/main" id="{1F5BAA3F-9845-4F89-A2DD-8222D3E4EDAC}"/>
                </a:ext>
              </a:extLst>
            </p:cNvPr>
            <p:cNvSpPr/>
            <p:nvPr/>
          </p:nvSpPr>
          <p:spPr>
            <a:xfrm>
              <a:off x="424116" y="898245"/>
              <a:ext cx="695119" cy="387090"/>
            </a:xfrm>
            <a:prstGeom prst="parallelogram">
              <a:avLst/>
            </a:prstGeom>
            <a:solidFill>
              <a:schemeClr val="accent3">
                <a:lumMod val="75000"/>
              </a:schemeClr>
            </a:solidFill>
            <a:ln>
              <a:solidFill>
                <a:schemeClr val="accent3">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CN" sz="2200" dirty="0">
                  <a:latin typeface="Impact" panose="020B0806030902050204" pitchFamily="34" charset="0"/>
                </a:rPr>
                <a:t>02</a:t>
              </a:r>
              <a:endParaRPr lang="zh-CN" altLang="en-US" sz="2200" dirty="0">
                <a:latin typeface="Impact" panose="020B0806030902050204" pitchFamily="34" charset="0"/>
              </a:endParaRPr>
            </a:p>
          </p:txBody>
        </p:sp>
        <p:sp>
          <p:nvSpPr>
            <p:cNvPr id="3" name="文本框 2">
              <a:extLst>
                <a:ext uri="{FF2B5EF4-FFF2-40B4-BE49-F238E27FC236}">
                  <a16:creationId xmlns:a16="http://schemas.microsoft.com/office/drawing/2014/main" id="{4D6BD736-A4D3-4F26-AFED-36E11F50F70B}"/>
                </a:ext>
              </a:extLst>
            </p:cNvPr>
            <p:cNvSpPr txBox="1"/>
            <p:nvPr/>
          </p:nvSpPr>
          <p:spPr>
            <a:xfrm>
              <a:off x="1119235" y="898245"/>
              <a:ext cx="5497226" cy="400110"/>
            </a:xfrm>
            <a:prstGeom prst="rect">
              <a:avLst/>
            </a:prstGeom>
            <a:noFill/>
          </p:spPr>
          <p:txBody>
            <a:bodyPr wrap="square" rtlCol="0">
              <a:spAutoFit/>
            </a:bodyPr>
            <a:lstStyle/>
            <a:p>
              <a:r>
                <a:rPr lang="en-US" altLang="zh-CN" sz="2000" b="1" dirty="0"/>
                <a:t>MAC</a:t>
              </a:r>
              <a:r>
                <a:rPr lang="zh-CN" altLang="en-US" sz="2000" b="1" dirty="0"/>
                <a:t>地址</a:t>
              </a:r>
            </a:p>
          </p:txBody>
        </p:sp>
      </p:grpSp>
      <p:grpSp>
        <p:nvGrpSpPr>
          <p:cNvPr id="44" name="组合 43">
            <a:extLst>
              <a:ext uri="{FF2B5EF4-FFF2-40B4-BE49-F238E27FC236}">
                <a16:creationId xmlns:a16="http://schemas.microsoft.com/office/drawing/2014/main" id="{B03ACBC9-DA26-4331-B9EA-595E763D8DD4}"/>
              </a:ext>
            </a:extLst>
          </p:cNvPr>
          <p:cNvGrpSpPr/>
          <p:nvPr/>
        </p:nvGrpSpPr>
        <p:grpSpPr>
          <a:xfrm>
            <a:off x="2064813" y="1372318"/>
            <a:ext cx="8074065" cy="902118"/>
            <a:chOff x="2064813" y="1724531"/>
            <a:chExt cx="8074065" cy="902118"/>
          </a:xfrm>
        </p:grpSpPr>
        <p:cxnSp>
          <p:nvCxnSpPr>
            <p:cNvPr id="36" name="直接连接符 35">
              <a:extLst>
                <a:ext uri="{FF2B5EF4-FFF2-40B4-BE49-F238E27FC236}">
                  <a16:creationId xmlns:a16="http://schemas.microsoft.com/office/drawing/2014/main" id="{0B49BA7C-417B-42FB-B9CA-686B2FB1B386}"/>
                </a:ext>
              </a:extLst>
            </p:cNvPr>
            <p:cNvCxnSpPr/>
            <p:nvPr/>
          </p:nvCxnSpPr>
          <p:spPr>
            <a:xfrm>
              <a:off x="2508982" y="2151142"/>
              <a:ext cx="736020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pic>
          <p:nvPicPr>
            <p:cNvPr id="30" name="图形 29">
              <a:extLst>
                <a:ext uri="{FF2B5EF4-FFF2-40B4-BE49-F238E27FC236}">
                  <a16:creationId xmlns:a16="http://schemas.microsoft.com/office/drawing/2014/main" id="{E605B43E-1FAF-403E-9B0E-F51240EE3C1E}"/>
                </a:ext>
              </a:extLst>
            </p:cNvPr>
            <p:cNvPicPr>
              <a:picLocks noChangeAspect="1"/>
            </p:cNvPicPr>
            <p:nvPr/>
          </p:nvPicPr>
          <p:blipFill>
            <a:blip r:embed="rId3">
              <a:extLst>
                <a:ext uri="{28A0092B-C50C-407E-A947-70E740481C1C}">
                  <a14:useLocalDpi xmlns:a14="http://schemas.microsoft.com/office/drawing/2010/main" val="0"/>
                </a:ext>
                <a:ext uri="{96DAC541-7B7A-43D3-8B79-37D633B846F1}">
                  <asvg:svgBlip xmlns:asvg="http://schemas.microsoft.com/office/drawing/2016/SVG/main" r:embed="rId4"/>
                </a:ext>
              </a:extLst>
            </a:blip>
            <a:stretch>
              <a:fillRect/>
            </a:stretch>
          </p:blipFill>
          <p:spPr>
            <a:xfrm>
              <a:off x="2064813" y="1724531"/>
              <a:ext cx="662814" cy="641082"/>
            </a:xfrm>
            <a:prstGeom prst="rect">
              <a:avLst/>
            </a:prstGeom>
          </p:spPr>
        </p:pic>
        <p:pic>
          <p:nvPicPr>
            <p:cNvPr id="31" name="图形 30">
              <a:extLst>
                <a:ext uri="{FF2B5EF4-FFF2-40B4-BE49-F238E27FC236}">
                  <a16:creationId xmlns:a16="http://schemas.microsoft.com/office/drawing/2014/main" id="{910A1E2E-47F4-43BE-A251-1CA11376CACF}"/>
                </a:ext>
              </a:extLst>
            </p:cNvPr>
            <p:cNvPicPr>
              <a:picLocks noChangeAspect="1"/>
            </p:cNvPicPr>
            <p:nvPr/>
          </p:nvPicPr>
          <p:blipFill>
            <a:blip r:embed="rId3">
              <a:extLst>
                <a:ext uri="{28A0092B-C50C-407E-A947-70E740481C1C}">
                  <a14:useLocalDpi xmlns:a14="http://schemas.microsoft.com/office/drawing/2010/main" val="0"/>
                </a:ext>
                <a:ext uri="{96DAC541-7B7A-43D3-8B79-37D633B846F1}">
                  <asvg:svgBlip xmlns:asvg="http://schemas.microsoft.com/office/drawing/2016/SVG/main" r:embed="rId4"/>
                </a:ext>
              </a:extLst>
            </a:blip>
            <a:stretch>
              <a:fillRect/>
            </a:stretch>
          </p:blipFill>
          <p:spPr>
            <a:xfrm>
              <a:off x="9476064" y="1724531"/>
              <a:ext cx="662814" cy="641082"/>
            </a:xfrm>
            <a:prstGeom prst="rect">
              <a:avLst/>
            </a:prstGeom>
          </p:spPr>
        </p:pic>
        <p:sp>
          <p:nvSpPr>
            <p:cNvPr id="38" name="íşlïḍè">
              <a:extLst>
                <a:ext uri="{FF2B5EF4-FFF2-40B4-BE49-F238E27FC236}">
                  <a16:creationId xmlns:a16="http://schemas.microsoft.com/office/drawing/2014/main" id="{397CED25-F0AC-4CA1-AE77-79717093F71D}"/>
                </a:ext>
              </a:extLst>
            </p:cNvPr>
            <p:cNvSpPr txBox="1"/>
            <p:nvPr/>
          </p:nvSpPr>
          <p:spPr>
            <a:xfrm>
              <a:off x="5296761" y="2334398"/>
              <a:ext cx="1607750" cy="292251"/>
            </a:xfrm>
            <a:prstGeom prst="rect">
              <a:avLst/>
            </a:prstGeom>
            <a:noFill/>
          </p:spPr>
          <p:txBody>
            <a:bodyPr wrap="square" lIns="91440" tIns="45720" rIns="91440" bIns="45720" anchor="ctr">
              <a:noAutofit/>
            </a:bodyPr>
            <a:lstStyle/>
            <a:p>
              <a:pPr algn="ctr"/>
              <a:r>
                <a:rPr lang="zh-CN" altLang="en-US" b="1" dirty="0">
                  <a:latin typeface="Arial Narrow" panose="020B0606020202030204" pitchFamily="34" charset="0"/>
                </a:rPr>
                <a:t>点对点信道</a:t>
              </a:r>
            </a:p>
          </p:txBody>
        </p:sp>
      </p:grpSp>
      <p:grpSp>
        <p:nvGrpSpPr>
          <p:cNvPr id="52" name="组合 51">
            <a:extLst>
              <a:ext uri="{FF2B5EF4-FFF2-40B4-BE49-F238E27FC236}">
                <a16:creationId xmlns:a16="http://schemas.microsoft.com/office/drawing/2014/main" id="{57A40B9E-0614-47C6-824B-ACFB393850ED}"/>
              </a:ext>
            </a:extLst>
          </p:cNvPr>
          <p:cNvGrpSpPr/>
          <p:nvPr/>
        </p:nvGrpSpPr>
        <p:grpSpPr>
          <a:xfrm>
            <a:off x="2018761" y="3467355"/>
            <a:ext cx="8489187" cy="1851961"/>
            <a:chOff x="2018761" y="3629914"/>
            <a:chExt cx="8489187" cy="1851961"/>
          </a:xfrm>
        </p:grpSpPr>
        <p:cxnSp>
          <p:nvCxnSpPr>
            <p:cNvPr id="21" name="直接连接符 20">
              <a:extLst>
                <a:ext uri="{FF2B5EF4-FFF2-40B4-BE49-F238E27FC236}">
                  <a16:creationId xmlns:a16="http://schemas.microsoft.com/office/drawing/2014/main" id="{D140A53E-F79C-45A8-BC96-67C7878F0FA3}"/>
                </a:ext>
              </a:extLst>
            </p:cNvPr>
            <p:cNvCxnSpPr/>
            <p:nvPr/>
          </p:nvCxnSpPr>
          <p:spPr>
            <a:xfrm flipV="1">
              <a:off x="2605907" y="3770387"/>
              <a:ext cx="0" cy="812800"/>
            </a:xfrm>
            <a:prstGeom prst="line">
              <a:avLst/>
            </a:prstGeom>
            <a:ln w="152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3" name="直接连接符 22">
              <a:extLst>
                <a:ext uri="{FF2B5EF4-FFF2-40B4-BE49-F238E27FC236}">
                  <a16:creationId xmlns:a16="http://schemas.microsoft.com/office/drawing/2014/main" id="{07000380-610D-4E4F-AF1F-2285F70C4580}"/>
                </a:ext>
              </a:extLst>
            </p:cNvPr>
            <p:cNvCxnSpPr/>
            <p:nvPr/>
          </p:nvCxnSpPr>
          <p:spPr>
            <a:xfrm flipV="1">
              <a:off x="5022820" y="3770387"/>
              <a:ext cx="0" cy="812800"/>
            </a:xfrm>
            <a:prstGeom prst="line">
              <a:avLst/>
            </a:prstGeom>
            <a:ln w="152400">
              <a:solidFill>
                <a:schemeClr val="tx1"/>
              </a:solidFill>
              <a:tailEnd w="med" len="lg"/>
            </a:ln>
          </p:spPr>
          <p:style>
            <a:lnRef idx="1">
              <a:schemeClr val="accent1"/>
            </a:lnRef>
            <a:fillRef idx="0">
              <a:schemeClr val="accent1"/>
            </a:fillRef>
            <a:effectRef idx="0">
              <a:schemeClr val="accent1"/>
            </a:effectRef>
            <a:fontRef idx="minor">
              <a:schemeClr val="tx1"/>
            </a:fontRef>
          </p:style>
        </p:cxnSp>
        <p:cxnSp>
          <p:nvCxnSpPr>
            <p:cNvPr id="25" name="直接连接符 24">
              <a:extLst>
                <a:ext uri="{FF2B5EF4-FFF2-40B4-BE49-F238E27FC236}">
                  <a16:creationId xmlns:a16="http://schemas.microsoft.com/office/drawing/2014/main" id="{24EDF21C-94B3-4483-837B-80D7CA8AEB6B}"/>
                </a:ext>
              </a:extLst>
            </p:cNvPr>
            <p:cNvCxnSpPr/>
            <p:nvPr/>
          </p:nvCxnSpPr>
          <p:spPr>
            <a:xfrm flipV="1">
              <a:off x="7498946" y="3770387"/>
              <a:ext cx="0" cy="812800"/>
            </a:xfrm>
            <a:prstGeom prst="line">
              <a:avLst/>
            </a:prstGeom>
            <a:ln w="152400">
              <a:solidFill>
                <a:schemeClr val="tx1"/>
              </a:solidFill>
            </a:ln>
          </p:spPr>
          <p:style>
            <a:lnRef idx="1">
              <a:schemeClr val="accent1"/>
            </a:lnRef>
            <a:fillRef idx="0">
              <a:schemeClr val="accent1"/>
            </a:fillRef>
            <a:effectRef idx="0">
              <a:schemeClr val="accent1"/>
            </a:effectRef>
            <a:fontRef idx="minor">
              <a:schemeClr val="tx1"/>
            </a:fontRef>
          </p:style>
        </p:cxnSp>
        <p:grpSp>
          <p:nvGrpSpPr>
            <p:cNvPr id="42" name="组合 41">
              <a:extLst>
                <a:ext uri="{FF2B5EF4-FFF2-40B4-BE49-F238E27FC236}">
                  <a16:creationId xmlns:a16="http://schemas.microsoft.com/office/drawing/2014/main" id="{1CC224D6-12E1-44D7-A886-4B677003A990}"/>
                </a:ext>
              </a:extLst>
            </p:cNvPr>
            <p:cNvGrpSpPr/>
            <p:nvPr/>
          </p:nvGrpSpPr>
          <p:grpSpPr>
            <a:xfrm>
              <a:off x="2018761" y="3629914"/>
              <a:ext cx="8489187" cy="225524"/>
              <a:chOff x="1920089" y="3629914"/>
              <a:chExt cx="8489187" cy="225524"/>
            </a:xfrm>
          </p:grpSpPr>
          <p:cxnSp>
            <p:nvCxnSpPr>
              <p:cNvPr id="20" name="直接连接符 19">
                <a:extLst>
                  <a:ext uri="{FF2B5EF4-FFF2-40B4-BE49-F238E27FC236}">
                    <a16:creationId xmlns:a16="http://schemas.microsoft.com/office/drawing/2014/main" id="{B1BB9209-60AB-481D-9583-A468BBA20152}"/>
                  </a:ext>
                </a:extLst>
              </p:cNvPr>
              <p:cNvCxnSpPr>
                <a:cxnSpLocks/>
                <a:endCxn id="28" idx="3"/>
              </p:cNvCxnSpPr>
              <p:nvPr/>
            </p:nvCxnSpPr>
            <p:spPr>
              <a:xfrm>
                <a:off x="2051721" y="3742676"/>
                <a:ext cx="8357555" cy="0"/>
              </a:xfrm>
              <a:prstGeom prst="line">
                <a:avLst/>
              </a:prstGeom>
              <a:ln w="152400">
                <a:solidFill>
                  <a:schemeClr val="tx1"/>
                </a:solidFill>
              </a:ln>
            </p:spPr>
            <p:style>
              <a:lnRef idx="1">
                <a:schemeClr val="accent1"/>
              </a:lnRef>
              <a:fillRef idx="0">
                <a:schemeClr val="accent1"/>
              </a:fillRef>
              <a:effectRef idx="0">
                <a:schemeClr val="accent1"/>
              </a:effectRef>
              <a:fontRef idx="minor">
                <a:schemeClr val="tx1"/>
              </a:fontRef>
            </p:style>
          </p:cxnSp>
          <p:sp>
            <p:nvSpPr>
              <p:cNvPr id="27" name="矩形 26">
                <a:extLst>
                  <a:ext uri="{FF2B5EF4-FFF2-40B4-BE49-F238E27FC236}">
                    <a16:creationId xmlns:a16="http://schemas.microsoft.com/office/drawing/2014/main" id="{3088066B-37B0-4753-B025-A9C4A9DBE759}"/>
                  </a:ext>
                </a:extLst>
              </p:cNvPr>
              <p:cNvSpPr/>
              <p:nvPr/>
            </p:nvSpPr>
            <p:spPr>
              <a:xfrm>
                <a:off x="1920089" y="3629914"/>
                <a:ext cx="225524" cy="225524"/>
              </a:xfrm>
              <a:prstGeom prst="rect">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28" name="矩形 27">
                <a:extLst>
                  <a:ext uri="{FF2B5EF4-FFF2-40B4-BE49-F238E27FC236}">
                    <a16:creationId xmlns:a16="http://schemas.microsoft.com/office/drawing/2014/main" id="{592837BA-D312-4B02-9754-A33B4D43ECD9}"/>
                  </a:ext>
                </a:extLst>
              </p:cNvPr>
              <p:cNvSpPr/>
              <p:nvPr/>
            </p:nvSpPr>
            <p:spPr>
              <a:xfrm>
                <a:off x="10183752" y="3629914"/>
                <a:ext cx="225524" cy="225524"/>
              </a:xfrm>
              <a:prstGeom prst="rect">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grpSp>
        <p:sp>
          <p:nvSpPr>
            <p:cNvPr id="19" name="íşlïḍè">
              <a:extLst>
                <a:ext uri="{FF2B5EF4-FFF2-40B4-BE49-F238E27FC236}">
                  <a16:creationId xmlns:a16="http://schemas.microsoft.com/office/drawing/2014/main" id="{D82D0EE9-BCE7-4FB3-B3CF-414981DECE6F}"/>
                </a:ext>
              </a:extLst>
            </p:cNvPr>
            <p:cNvSpPr txBox="1"/>
            <p:nvPr/>
          </p:nvSpPr>
          <p:spPr>
            <a:xfrm>
              <a:off x="5414767" y="5018676"/>
              <a:ext cx="1362463" cy="463199"/>
            </a:xfrm>
            <a:prstGeom prst="rect">
              <a:avLst/>
            </a:prstGeom>
            <a:noFill/>
          </p:spPr>
          <p:txBody>
            <a:bodyPr wrap="square" lIns="91440" tIns="45720" rIns="91440" bIns="45720" anchor="ctr">
              <a:noAutofit/>
            </a:bodyPr>
            <a:lstStyle/>
            <a:p>
              <a:pPr algn="ctr"/>
              <a:r>
                <a:rPr lang="zh-CN" altLang="en-US" b="1" dirty="0">
                  <a:latin typeface="Arial Narrow" panose="020B0606020202030204" pitchFamily="34" charset="0"/>
                </a:rPr>
                <a:t>广播信道</a:t>
              </a:r>
            </a:p>
          </p:txBody>
        </p:sp>
        <p:cxnSp>
          <p:nvCxnSpPr>
            <p:cNvPr id="41" name="直接连接符 40">
              <a:extLst>
                <a:ext uri="{FF2B5EF4-FFF2-40B4-BE49-F238E27FC236}">
                  <a16:creationId xmlns:a16="http://schemas.microsoft.com/office/drawing/2014/main" id="{3E3D9334-DC5E-41BA-9E7D-EB77BC46305D}"/>
                </a:ext>
              </a:extLst>
            </p:cNvPr>
            <p:cNvCxnSpPr/>
            <p:nvPr/>
          </p:nvCxnSpPr>
          <p:spPr>
            <a:xfrm flipV="1">
              <a:off x="9966946" y="3764397"/>
              <a:ext cx="0" cy="812800"/>
            </a:xfrm>
            <a:prstGeom prst="line">
              <a:avLst/>
            </a:prstGeom>
            <a:ln w="152400">
              <a:solidFill>
                <a:schemeClr val="tx1"/>
              </a:solidFill>
            </a:ln>
          </p:spPr>
          <p:style>
            <a:lnRef idx="1">
              <a:schemeClr val="accent1"/>
            </a:lnRef>
            <a:fillRef idx="0">
              <a:schemeClr val="accent1"/>
            </a:fillRef>
            <a:effectRef idx="0">
              <a:schemeClr val="accent1"/>
            </a:effectRef>
            <a:fontRef idx="minor">
              <a:schemeClr val="tx1"/>
            </a:fontRef>
          </p:style>
        </p:cxnSp>
        <p:pic>
          <p:nvPicPr>
            <p:cNvPr id="22" name="图形 21">
              <a:extLst>
                <a:ext uri="{FF2B5EF4-FFF2-40B4-BE49-F238E27FC236}">
                  <a16:creationId xmlns:a16="http://schemas.microsoft.com/office/drawing/2014/main" id="{147196D6-EE10-4D07-BD48-FF4D4C22EAEE}"/>
                </a:ext>
              </a:extLst>
            </p:cNvPr>
            <p:cNvPicPr>
              <a:picLocks noChangeAspect="1"/>
            </p:cNvPicPr>
            <p:nvPr/>
          </p:nvPicPr>
          <p:blipFill>
            <a:blip r:embed="rId3">
              <a:extLst>
                <a:ext uri="{28A0092B-C50C-407E-A947-70E740481C1C}">
                  <a14:useLocalDpi xmlns:a14="http://schemas.microsoft.com/office/drawing/2010/main" val="0"/>
                </a:ext>
                <a:ext uri="{96DAC541-7B7A-43D3-8B79-37D633B846F1}">
                  <asvg:svgBlip xmlns:asvg="http://schemas.microsoft.com/office/drawing/2016/SVG/main" r:embed="rId4"/>
                </a:ext>
              </a:extLst>
            </a:blip>
            <a:stretch>
              <a:fillRect/>
            </a:stretch>
          </p:blipFill>
          <p:spPr>
            <a:xfrm>
              <a:off x="2064813" y="4377594"/>
              <a:ext cx="662814" cy="641082"/>
            </a:xfrm>
            <a:prstGeom prst="rect">
              <a:avLst/>
            </a:prstGeom>
          </p:spPr>
        </p:pic>
        <p:pic>
          <p:nvPicPr>
            <p:cNvPr id="24" name="图形 23">
              <a:extLst>
                <a:ext uri="{FF2B5EF4-FFF2-40B4-BE49-F238E27FC236}">
                  <a16:creationId xmlns:a16="http://schemas.microsoft.com/office/drawing/2014/main" id="{EAB63B73-1AF4-4A38-8986-514E9F3CD325}"/>
                </a:ext>
              </a:extLst>
            </p:cNvPr>
            <p:cNvPicPr>
              <a:picLocks noChangeAspect="1"/>
            </p:cNvPicPr>
            <p:nvPr/>
          </p:nvPicPr>
          <p:blipFill>
            <a:blip r:embed="rId3">
              <a:extLst>
                <a:ext uri="{28A0092B-C50C-407E-A947-70E740481C1C}">
                  <a14:useLocalDpi xmlns:a14="http://schemas.microsoft.com/office/drawing/2010/main" val="0"/>
                </a:ext>
                <a:ext uri="{96DAC541-7B7A-43D3-8B79-37D633B846F1}">
                  <asvg:svgBlip xmlns:asvg="http://schemas.microsoft.com/office/drawing/2016/SVG/main" r:embed="rId4"/>
                </a:ext>
              </a:extLst>
            </a:blip>
            <a:stretch>
              <a:fillRect/>
            </a:stretch>
          </p:blipFill>
          <p:spPr>
            <a:xfrm>
              <a:off x="4535230" y="4377594"/>
              <a:ext cx="662814" cy="641082"/>
            </a:xfrm>
            <a:prstGeom prst="rect">
              <a:avLst/>
            </a:prstGeom>
          </p:spPr>
        </p:pic>
        <p:pic>
          <p:nvPicPr>
            <p:cNvPr id="26" name="图形 25">
              <a:extLst>
                <a:ext uri="{FF2B5EF4-FFF2-40B4-BE49-F238E27FC236}">
                  <a16:creationId xmlns:a16="http://schemas.microsoft.com/office/drawing/2014/main" id="{4DE01D43-511C-4B9A-9214-7B6BCE67BAF8}"/>
                </a:ext>
              </a:extLst>
            </p:cNvPr>
            <p:cNvPicPr>
              <a:picLocks noChangeAspect="1"/>
            </p:cNvPicPr>
            <p:nvPr/>
          </p:nvPicPr>
          <p:blipFill>
            <a:blip r:embed="rId3">
              <a:extLst>
                <a:ext uri="{28A0092B-C50C-407E-A947-70E740481C1C}">
                  <a14:useLocalDpi xmlns:a14="http://schemas.microsoft.com/office/drawing/2010/main" val="0"/>
                </a:ext>
                <a:ext uri="{96DAC541-7B7A-43D3-8B79-37D633B846F1}">
                  <asvg:svgBlip xmlns:asvg="http://schemas.microsoft.com/office/drawing/2016/SVG/main" r:embed="rId4"/>
                </a:ext>
              </a:extLst>
            </a:blip>
            <a:stretch>
              <a:fillRect/>
            </a:stretch>
          </p:blipFill>
          <p:spPr>
            <a:xfrm>
              <a:off x="9476064" y="4377594"/>
              <a:ext cx="662814" cy="641082"/>
            </a:xfrm>
            <a:prstGeom prst="rect">
              <a:avLst/>
            </a:prstGeom>
          </p:spPr>
        </p:pic>
        <p:pic>
          <p:nvPicPr>
            <p:cNvPr id="39" name="图形 38">
              <a:extLst>
                <a:ext uri="{FF2B5EF4-FFF2-40B4-BE49-F238E27FC236}">
                  <a16:creationId xmlns:a16="http://schemas.microsoft.com/office/drawing/2014/main" id="{8BEDA2E6-C612-4550-90B3-45F9C9E9EBF3}"/>
                </a:ext>
              </a:extLst>
            </p:cNvPr>
            <p:cNvPicPr>
              <a:picLocks noChangeAspect="1"/>
            </p:cNvPicPr>
            <p:nvPr/>
          </p:nvPicPr>
          <p:blipFill>
            <a:blip r:embed="rId3">
              <a:extLst>
                <a:ext uri="{28A0092B-C50C-407E-A947-70E740481C1C}">
                  <a14:useLocalDpi xmlns:a14="http://schemas.microsoft.com/office/drawing/2010/main" val="0"/>
                </a:ext>
                <a:ext uri="{96DAC541-7B7A-43D3-8B79-37D633B846F1}">
                  <asvg:svgBlip xmlns:asvg="http://schemas.microsoft.com/office/drawing/2016/SVG/main" r:embed="rId4"/>
                </a:ext>
              </a:extLst>
            </a:blip>
            <a:stretch>
              <a:fillRect/>
            </a:stretch>
          </p:blipFill>
          <p:spPr>
            <a:xfrm>
              <a:off x="7005647" y="4377594"/>
              <a:ext cx="662814" cy="641082"/>
            </a:xfrm>
            <a:prstGeom prst="rect">
              <a:avLst/>
            </a:prstGeom>
          </p:spPr>
        </p:pic>
      </p:grpSp>
      <p:sp>
        <p:nvSpPr>
          <p:cNvPr id="43" name="íşlïḍè">
            <a:extLst>
              <a:ext uri="{FF2B5EF4-FFF2-40B4-BE49-F238E27FC236}">
                <a16:creationId xmlns:a16="http://schemas.microsoft.com/office/drawing/2014/main" id="{E1889736-840C-4386-8CEF-10D980FF285D}"/>
              </a:ext>
            </a:extLst>
          </p:cNvPr>
          <p:cNvSpPr txBox="1"/>
          <p:nvPr/>
        </p:nvSpPr>
        <p:spPr>
          <a:xfrm>
            <a:off x="4482467" y="2333011"/>
            <a:ext cx="3227065" cy="292251"/>
          </a:xfrm>
          <a:prstGeom prst="rect">
            <a:avLst/>
          </a:prstGeom>
          <a:noFill/>
        </p:spPr>
        <p:txBody>
          <a:bodyPr wrap="square" lIns="91440" tIns="45720" rIns="91440" bIns="45720" anchor="ctr">
            <a:noAutofit/>
          </a:bodyPr>
          <a:lstStyle/>
          <a:p>
            <a:pPr algn="ctr"/>
            <a:r>
              <a:rPr lang="zh-CN" altLang="en-US" b="1" dirty="0">
                <a:solidFill>
                  <a:schemeClr val="accent4"/>
                </a:solidFill>
                <a:latin typeface="Arial Narrow" panose="020B0606020202030204" pitchFamily="34" charset="0"/>
              </a:rPr>
              <a:t>数据链路层不需要使用地址</a:t>
            </a:r>
          </a:p>
        </p:txBody>
      </p:sp>
      <p:grpSp>
        <p:nvGrpSpPr>
          <p:cNvPr id="54" name="组合 53">
            <a:extLst>
              <a:ext uri="{FF2B5EF4-FFF2-40B4-BE49-F238E27FC236}">
                <a16:creationId xmlns:a16="http://schemas.microsoft.com/office/drawing/2014/main" id="{6D7C2406-A689-4157-8460-50480BA3E90B}"/>
              </a:ext>
            </a:extLst>
          </p:cNvPr>
          <p:cNvGrpSpPr/>
          <p:nvPr/>
        </p:nvGrpSpPr>
        <p:grpSpPr>
          <a:xfrm>
            <a:off x="5323845" y="4280951"/>
            <a:ext cx="1544306" cy="336539"/>
            <a:chOff x="5323845" y="4280951"/>
            <a:chExt cx="1544306" cy="336539"/>
          </a:xfrm>
        </p:grpSpPr>
        <p:cxnSp>
          <p:nvCxnSpPr>
            <p:cNvPr id="46" name="直接箭头连接符 45">
              <a:extLst>
                <a:ext uri="{FF2B5EF4-FFF2-40B4-BE49-F238E27FC236}">
                  <a16:creationId xmlns:a16="http://schemas.microsoft.com/office/drawing/2014/main" id="{A2C65660-B138-472D-9596-AEEA8D8ADF9A}"/>
                </a:ext>
              </a:extLst>
            </p:cNvPr>
            <p:cNvCxnSpPr>
              <a:cxnSpLocks/>
            </p:cNvCxnSpPr>
            <p:nvPr/>
          </p:nvCxnSpPr>
          <p:spPr>
            <a:xfrm>
              <a:off x="5323845" y="4617490"/>
              <a:ext cx="1544306" cy="0"/>
            </a:xfrm>
            <a:prstGeom prst="straightConnector1">
              <a:avLst/>
            </a:prstGeom>
            <a:ln w="38100">
              <a:solidFill>
                <a:schemeClr val="tx1"/>
              </a:solidFill>
              <a:prstDash val="dash"/>
              <a:tailEnd type="triangle"/>
            </a:ln>
          </p:spPr>
          <p:style>
            <a:lnRef idx="1">
              <a:schemeClr val="accent1"/>
            </a:lnRef>
            <a:fillRef idx="0">
              <a:schemeClr val="accent1"/>
            </a:fillRef>
            <a:effectRef idx="0">
              <a:schemeClr val="accent1"/>
            </a:effectRef>
            <a:fontRef idx="minor">
              <a:schemeClr val="tx1"/>
            </a:fontRef>
          </p:style>
        </p:cxnSp>
        <p:sp>
          <p:nvSpPr>
            <p:cNvPr id="53" name="íşlïḍè">
              <a:extLst>
                <a:ext uri="{FF2B5EF4-FFF2-40B4-BE49-F238E27FC236}">
                  <a16:creationId xmlns:a16="http://schemas.microsoft.com/office/drawing/2014/main" id="{6BD8BC68-1B75-4FB6-9911-70ED85C3BF11}"/>
                </a:ext>
              </a:extLst>
            </p:cNvPr>
            <p:cNvSpPr txBox="1"/>
            <p:nvPr/>
          </p:nvSpPr>
          <p:spPr>
            <a:xfrm>
              <a:off x="5632036" y="4280951"/>
              <a:ext cx="927924" cy="267374"/>
            </a:xfrm>
            <a:prstGeom prst="rect">
              <a:avLst/>
            </a:prstGeom>
            <a:noFill/>
          </p:spPr>
          <p:txBody>
            <a:bodyPr wrap="square" lIns="91440" tIns="45720" rIns="91440" bIns="45720" anchor="ctr">
              <a:noAutofit/>
            </a:bodyPr>
            <a:lstStyle/>
            <a:p>
              <a:pPr algn="ctr"/>
              <a:r>
                <a:rPr lang="zh-CN" altLang="en-US" b="1" dirty="0">
                  <a:latin typeface="Arial Narrow" panose="020B0606020202030204" pitchFamily="34" charset="0"/>
                </a:rPr>
                <a:t>发送帧</a:t>
              </a:r>
            </a:p>
          </p:txBody>
        </p:sp>
      </p:grpSp>
    </p:spTree>
    <p:custDataLst>
      <p:tags r:id="rId1"/>
    </p:custDataLst>
    <p:extLst>
      <p:ext uri="{BB962C8B-B14F-4D97-AF65-F5344CB8AC3E}">
        <p14:creationId xmlns:p14="http://schemas.microsoft.com/office/powerpoint/2010/main" val="3773182201"/>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2" presetClass="entr" presetSubtype="1" fill="hold" nodeType="withEffect">
                                  <p:stCondLst>
                                    <p:cond delay="0"/>
                                  </p:stCondLst>
                                  <p:childTnLst>
                                    <p:set>
                                      <p:cBhvr>
                                        <p:cTn id="6" dur="1" fill="hold">
                                          <p:stCondLst>
                                            <p:cond delay="0"/>
                                          </p:stCondLst>
                                        </p:cTn>
                                        <p:tgtEl>
                                          <p:spTgt spid="4"/>
                                        </p:tgtEl>
                                        <p:attrNameLst>
                                          <p:attrName>style.visibility</p:attrName>
                                        </p:attrNameLst>
                                      </p:cBhvr>
                                      <p:to>
                                        <p:strVal val="visible"/>
                                      </p:to>
                                    </p:set>
                                    <p:anim calcmode="lin" valueType="num">
                                      <p:cBhvr additive="base">
                                        <p:cTn id="7" dur="1000"/>
                                        <p:tgtEl>
                                          <p:spTgt spid="4"/>
                                        </p:tgtEl>
                                        <p:attrNameLst>
                                          <p:attrName>ppt_y</p:attrName>
                                        </p:attrNameLst>
                                      </p:cBhvr>
                                      <p:tavLst>
                                        <p:tav tm="0">
                                          <p:val>
                                            <p:strVal val="#ppt_y-#ppt_h*1.125000"/>
                                          </p:val>
                                        </p:tav>
                                        <p:tav tm="100000">
                                          <p:val>
                                            <p:strVal val="#ppt_y"/>
                                          </p:val>
                                        </p:tav>
                                      </p:tavLst>
                                    </p:anim>
                                    <p:animEffect transition="in" filter="wipe(down)">
                                      <p:cBhvr>
                                        <p:cTn id="8" dur="1000"/>
                                        <p:tgtEl>
                                          <p:spTgt spid="4"/>
                                        </p:tgtEl>
                                      </p:cBhvr>
                                    </p:animEffect>
                                  </p:childTnLst>
                                </p:cTn>
                              </p:par>
                            </p:childTnLst>
                          </p:cTn>
                        </p:par>
                      </p:childTnLst>
                    </p:cTn>
                  </p:par>
                  <p:par>
                    <p:cTn id="9" fill="hold">
                      <p:stCondLst>
                        <p:cond delay="indefinite"/>
                      </p:stCondLst>
                      <p:childTnLst>
                        <p:par>
                          <p:cTn id="10" fill="hold">
                            <p:stCondLst>
                              <p:cond delay="0"/>
                            </p:stCondLst>
                            <p:childTnLst>
                              <p:par>
                                <p:cTn id="11" presetID="30" presetClass="entr" presetSubtype="0" fill="hold" nodeType="clickEffect">
                                  <p:stCondLst>
                                    <p:cond delay="0"/>
                                  </p:stCondLst>
                                  <p:childTnLst>
                                    <p:set>
                                      <p:cBhvr>
                                        <p:cTn id="12" dur="1" fill="hold">
                                          <p:stCondLst>
                                            <p:cond delay="0"/>
                                          </p:stCondLst>
                                        </p:cTn>
                                        <p:tgtEl>
                                          <p:spTgt spid="44"/>
                                        </p:tgtEl>
                                        <p:attrNameLst>
                                          <p:attrName>style.visibility</p:attrName>
                                        </p:attrNameLst>
                                      </p:cBhvr>
                                      <p:to>
                                        <p:strVal val="visible"/>
                                      </p:to>
                                    </p:set>
                                    <p:animEffect transition="in" filter="fade">
                                      <p:cBhvr>
                                        <p:cTn id="13" dur="800" decel="100000"/>
                                        <p:tgtEl>
                                          <p:spTgt spid="44"/>
                                        </p:tgtEl>
                                      </p:cBhvr>
                                    </p:animEffect>
                                    <p:anim calcmode="lin" valueType="num">
                                      <p:cBhvr>
                                        <p:cTn id="14" dur="800" decel="100000" fill="hold"/>
                                        <p:tgtEl>
                                          <p:spTgt spid="44"/>
                                        </p:tgtEl>
                                        <p:attrNameLst>
                                          <p:attrName>style.rotation</p:attrName>
                                        </p:attrNameLst>
                                      </p:cBhvr>
                                      <p:tavLst>
                                        <p:tav tm="0">
                                          <p:val>
                                            <p:fltVal val="-90"/>
                                          </p:val>
                                        </p:tav>
                                        <p:tav tm="100000">
                                          <p:val>
                                            <p:fltVal val="0"/>
                                          </p:val>
                                        </p:tav>
                                      </p:tavLst>
                                    </p:anim>
                                    <p:anim calcmode="lin" valueType="num">
                                      <p:cBhvr>
                                        <p:cTn id="15" dur="800" decel="100000" fill="hold"/>
                                        <p:tgtEl>
                                          <p:spTgt spid="44"/>
                                        </p:tgtEl>
                                        <p:attrNameLst>
                                          <p:attrName>ppt_x</p:attrName>
                                        </p:attrNameLst>
                                      </p:cBhvr>
                                      <p:tavLst>
                                        <p:tav tm="0">
                                          <p:val>
                                            <p:strVal val="#ppt_x+0.4"/>
                                          </p:val>
                                        </p:tav>
                                        <p:tav tm="100000">
                                          <p:val>
                                            <p:strVal val="#ppt_x-0.05"/>
                                          </p:val>
                                        </p:tav>
                                      </p:tavLst>
                                    </p:anim>
                                    <p:anim calcmode="lin" valueType="num">
                                      <p:cBhvr>
                                        <p:cTn id="16" dur="800" decel="100000" fill="hold"/>
                                        <p:tgtEl>
                                          <p:spTgt spid="44"/>
                                        </p:tgtEl>
                                        <p:attrNameLst>
                                          <p:attrName>ppt_y</p:attrName>
                                        </p:attrNameLst>
                                      </p:cBhvr>
                                      <p:tavLst>
                                        <p:tav tm="0">
                                          <p:val>
                                            <p:strVal val="#ppt_y-0.4"/>
                                          </p:val>
                                        </p:tav>
                                        <p:tav tm="100000">
                                          <p:val>
                                            <p:strVal val="#ppt_y+0.1"/>
                                          </p:val>
                                        </p:tav>
                                      </p:tavLst>
                                    </p:anim>
                                    <p:anim calcmode="lin" valueType="num">
                                      <p:cBhvr>
                                        <p:cTn id="17" dur="200" accel="100000" fill="hold">
                                          <p:stCondLst>
                                            <p:cond delay="800"/>
                                          </p:stCondLst>
                                        </p:cTn>
                                        <p:tgtEl>
                                          <p:spTgt spid="44"/>
                                        </p:tgtEl>
                                        <p:attrNameLst>
                                          <p:attrName>ppt_x</p:attrName>
                                        </p:attrNameLst>
                                      </p:cBhvr>
                                      <p:tavLst>
                                        <p:tav tm="0">
                                          <p:val>
                                            <p:strVal val="#ppt_x-0.05"/>
                                          </p:val>
                                        </p:tav>
                                        <p:tav tm="100000">
                                          <p:val>
                                            <p:strVal val="#ppt_x"/>
                                          </p:val>
                                        </p:tav>
                                      </p:tavLst>
                                    </p:anim>
                                    <p:anim calcmode="lin" valueType="num">
                                      <p:cBhvr>
                                        <p:cTn id="18" dur="200" accel="100000" fill="hold">
                                          <p:stCondLst>
                                            <p:cond delay="800"/>
                                          </p:stCondLst>
                                        </p:cTn>
                                        <p:tgtEl>
                                          <p:spTgt spid="44"/>
                                        </p:tgtEl>
                                        <p:attrNameLst>
                                          <p:attrName>ppt_y</p:attrName>
                                        </p:attrNameLst>
                                      </p:cBhvr>
                                      <p:tavLst>
                                        <p:tav tm="0">
                                          <p:val>
                                            <p:strVal val="#ppt_y+0.1"/>
                                          </p:val>
                                        </p:tav>
                                        <p:tav tm="100000">
                                          <p:val>
                                            <p:strVal val="#ppt_y"/>
                                          </p:val>
                                        </p:tav>
                                      </p:tavLst>
                                    </p:anim>
                                  </p:childTnLst>
                                </p:cTn>
                              </p:par>
                            </p:childTnLst>
                          </p:cTn>
                        </p:par>
                      </p:childTnLst>
                    </p:cTn>
                  </p:par>
                  <p:par>
                    <p:cTn id="19" fill="hold">
                      <p:stCondLst>
                        <p:cond delay="indefinite"/>
                      </p:stCondLst>
                      <p:childTnLst>
                        <p:par>
                          <p:cTn id="20" fill="hold">
                            <p:stCondLst>
                              <p:cond delay="0"/>
                            </p:stCondLst>
                            <p:childTnLst>
                              <p:par>
                                <p:cTn id="21" presetID="47" presetClass="entr" presetSubtype="0" fill="hold" grpId="0" nodeType="clickEffect">
                                  <p:stCondLst>
                                    <p:cond delay="0"/>
                                  </p:stCondLst>
                                  <p:childTnLst>
                                    <p:set>
                                      <p:cBhvr>
                                        <p:cTn id="22" dur="1" fill="hold">
                                          <p:stCondLst>
                                            <p:cond delay="0"/>
                                          </p:stCondLst>
                                        </p:cTn>
                                        <p:tgtEl>
                                          <p:spTgt spid="43"/>
                                        </p:tgtEl>
                                        <p:attrNameLst>
                                          <p:attrName>style.visibility</p:attrName>
                                        </p:attrNameLst>
                                      </p:cBhvr>
                                      <p:to>
                                        <p:strVal val="visible"/>
                                      </p:to>
                                    </p:set>
                                    <p:animEffect transition="in" filter="fade">
                                      <p:cBhvr>
                                        <p:cTn id="23" dur="1000"/>
                                        <p:tgtEl>
                                          <p:spTgt spid="43"/>
                                        </p:tgtEl>
                                      </p:cBhvr>
                                    </p:animEffect>
                                    <p:anim calcmode="lin" valueType="num">
                                      <p:cBhvr>
                                        <p:cTn id="24" dur="1000" fill="hold"/>
                                        <p:tgtEl>
                                          <p:spTgt spid="43"/>
                                        </p:tgtEl>
                                        <p:attrNameLst>
                                          <p:attrName>ppt_x</p:attrName>
                                        </p:attrNameLst>
                                      </p:cBhvr>
                                      <p:tavLst>
                                        <p:tav tm="0">
                                          <p:val>
                                            <p:strVal val="#ppt_x"/>
                                          </p:val>
                                        </p:tav>
                                        <p:tav tm="100000">
                                          <p:val>
                                            <p:strVal val="#ppt_x"/>
                                          </p:val>
                                        </p:tav>
                                      </p:tavLst>
                                    </p:anim>
                                    <p:anim calcmode="lin" valueType="num">
                                      <p:cBhvr>
                                        <p:cTn id="25" dur="1000" fill="hold"/>
                                        <p:tgtEl>
                                          <p:spTgt spid="43"/>
                                        </p:tgtEl>
                                        <p:attrNameLst>
                                          <p:attrName>ppt_y</p:attrName>
                                        </p:attrNameLst>
                                      </p:cBhvr>
                                      <p:tavLst>
                                        <p:tav tm="0">
                                          <p:val>
                                            <p:strVal val="#ppt_y-.1"/>
                                          </p:val>
                                        </p:tav>
                                        <p:tav tm="100000">
                                          <p:val>
                                            <p:strVal val="#ppt_y"/>
                                          </p:val>
                                        </p:tav>
                                      </p:tavLst>
                                    </p:anim>
                                  </p:childTnLst>
                                </p:cTn>
                              </p:par>
                            </p:childTnLst>
                          </p:cTn>
                        </p:par>
                      </p:childTnLst>
                    </p:cTn>
                  </p:par>
                  <p:par>
                    <p:cTn id="26" fill="hold">
                      <p:stCondLst>
                        <p:cond delay="indefinite"/>
                      </p:stCondLst>
                      <p:childTnLst>
                        <p:par>
                          <p:cTn id="27" fill="hold">
                            <p:stCondLst>
                              <p:cond delay="0"/>
                            </p:stCondLst>
                            <p:childTnLst>
                              <p:par>
                                <p:cTn id="28" presetID="30" presetClass="entr" presetSubtype="0" fill="hold" nodeType="clickEffect">
                                  <p:stCondLst>
                                    <p:cond delay="0"/>
                                  </p:stCondLst>
                                  <p:childTnLst>
                                    <p:set>
                                      <p:cBhvr>
                                        <p:cTn id="29" dur="1" fill="hold">
                                          <p:stCondLst>
                                            <p:cond delay="0"/>
                                          </p:stCondLst>
                                        </p:cTn>
                                        <p:tgtEl>
                                          <p:spTgt spid="52"/>
                                        </p:tgtEl>
                                        <p:attrNameLst>
                                          <p:attrName>style.visibility</p:attrName>
                                        </p:attrNameLst>
                                      </p:cBhvr>
                                      <p:to>
                                        <p:strVal val="visible"/>
                                      </p:to>
                                    </p:set>
                                    <p:animEffect transition="in" filter="fade">
                                      <p:cBhvr>
                                        <p:cTn id="30" dur="800" decel="100000"/>
                                        <p:tgtEl>
                                          <p:spTgt spid="52"/>
                                        </p:tgtEl>
                                      </p:cBhvr>
                                    </p:animEffect>
                                    <p:anim calcmode="lin" valueType="num">
                                      <p:cBhvr>
                                        <p:cTn id="31" dur="800" decel="100000" fill="hold"/>
                                        <p:tgtEl>
                                          <p:spTgt spid="52"/>
                                        </p:tgtEl>
                                        <p:attrNameLst>
                                          <p:attrName>style.rotation</p:attrName>
                                        </p:attrNameLst>
                                      </p:cBhvr>
                                      <p:tavLst>
                                        <p:tav tm="0">
                                          <p:val>
                                            <p:fltVal val="-90"/>
                                          </p:val>
                                        </p:tav>
                                        <p:tav tm="100000">
                                          <p:val>
                                            <p:fltVal val="0"/>
                                          </p:val>
                                        </p:tav>
                                      </p:tavLst>
                                    </p:anim>
                                    <p:anim calcmode="lin" valueType="num">
                                      <p:cBhvr>
                                        <p:cTn id="32" dur="800" decel="100000" fill="hold"/>
                                        <p:tgtEl>
                                          <p:spTgt spid="52"/>
                                        </p:tgtEl>
                                        <p:attrNameLst>
                                          <p:attrName>ppt_x</p:attrName>
                                        </p:attrNameLst>
                                      </p:cBhvr>
                                      <p:tavLst>
                                        <p:tav tm="0">
                                          <p:val>
                                            <p:strVal val="#ppt_x+0.4"/>
                                          </p:val>
                                        </p:tav>
                                        <p:tav tm="100000">
                                          <p:val>
                                            <p:strVal val="#ppt_x-0.05"/>
                                          </p:val>
                                        </p:tav>
                                      </p:tavLst>
                                    </p:anim>
                                    <p:anim calcmode="lin" valueType="num">
                                      <p:cBhvr>
                                        <p:cTn id="33" dur="800" decel="100000" fill="hold"/>
                                        <p:tgtEl>
                                          <p:spTgt spid="52"/>
                                        </p:tgtEl>
                                        <p:attrNameLst>
                                          <p:attrName>ppt_y</p:attrName>
                                        </p:attrNameLst>
                                      </p:cBhvr>
                                      <p:tavLst>
                                        <p:tav tm="0">
                                          <p:val>
                                            <p:strVal val="#ppt_y-0.4"/>
                                          </p:val>
                                        </p:tav>
                                        <p:tav tm="100000">
                                          <p:val>
                                            <p:strVal val="#ppt_y+0.1"/>
                                          </p:val>
                                        </p:tav>
                                      </p:tavLst>
                                    </p:anim>
                                    <p:anim calcmode="lin" valueType="num">
                                      <p:cBhvr>
                                        <p:cTn id="34" dur="200" accel="100000" fill="hold">
                                          <p:stCondLst>
                                            <p:cond delay="800"/>
                                          </p:stCondLst>
                                        </p:cTn>
                                        <p:tgtEl>
                                          <p:spTgt spid="52"/>
                                        </p:tgtEl>
                                        <p:attrNameLst>
                                          <p:attrName>ppt_x</p:attrName>
                                        </p:attrNameLst>
                                      </p:cBhvr>
                                      <p:tavLst>
                                        <p:tav tm="0">
                                          <p:val>
                                            <p:strVal val="#ppt_x-0.05"/>
                                          </p:val>
                                        </p:tav>
                                        <p:tav tm="100000">
                                          <p:val>
                                            <p:strVal val="#ppt_x"/>
                                          </p:val>
                                        </p:tav>
                                      </p:tavLst>
                                    </p:anim>
                                    <p:anim calcmode="lin" valueType="num">
                                      <p:cBhvr>
                                        <p:cTn id="35" dur="200" accel="100000" fill="hold">
                                          <p:stCondLst>
                                            <p:cond delay="800"/>
                                          </p:stCondLst>
                                        </p:cTn>
                                        <p:tgtEl>
                                          <p:spTgt spid="52"/>
                                        </p:tgtEl>
                                        <p:attrNameLst>
                                          <p:attrName>ppt_y</p:attrName>
                                        </p:attrNameLst>
                                      </p:cBhvr>
                                      <p:tavLst>
                                        <p:tav tm="0">
                                          <p:val>
                                            <p:strVal val="#ppt_y+0.1"/>
                                          </p:val>
                                        </p:tav>
                                        <p:tav tm="100000">
                                          <p:val>
                                            <p:strVal val="#ppt_y"/>
                                          </p:val>
                                        </p:tav>
                                      </p:tavLst>
                                    </p:anim>
                                  </p:childTnLst>
                                </p:cTn>
                              </p:par>
                            </p:childTnLst>
                          </p:cTn>
                        </p:par>
                      </p:childTnLst>
                    </p:cTn>
                  </p:par>
                  <p:par>
                    <p:cTn id="36" fill="hold">
                      <p:stCondLst>
                        <p:cond delay="indefinite"/>
                      </p:stCondLst>
                      <p:childTnLst>
                        <p:par>
                          <p:cTn id="37" fill="hold">
                            <p:stCondLst>
                              <p:cond delay="0"/>
                            </p:stCondLst>
                            <p:childTnLst>
                              <p:par>
                                <p:cTn id="38" presetID="22" presetClass="entr" presetSubtype="8" fill="hold" nodeType="clickEffect">
                                  <p:stCondLst>
                                    <p:cond delay="0"/>
                                  </p:stCondLst>
                                  <p:childTnLst>
                                    <p:set>
                                      <p:cBhvr>
                                        <p:cTn id="39" dur="1" fill="hold">
                                          <p:stCondLst>
                                            <p:cond delay="0"/>
                                          </p:stCondLst>
                                        </p:cTn>
                                        <p:tgtEl>
                                          <p:spTgt spid="54"/>
                                        </p:tgtEl>
                                        <p:attrNameLst>
                                          <p:attrName>style.visibility</p:attrName>
                                        </p:attrNameLst>
                                      </p:cBhvr>
                                      <p:to>
                                        <p:strVal val="visible"/>
                                      </p:to>
                                    </p:set>
                                    <p:animEffect transition="in" filter="wipe(left)">
                                      <p:cBhvr>
                                        <p:cTn id="40" dur="1000"/>
                                        <p:tgtEl>
                                          <p:spTgt spid="54"/>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3" grpId="0"/>
    </p:bldLst>
  </p:timing>
</p:sld>
</file>

<file path=ppt/slides/slide25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4" name="组合 3">
            <a:extLst>
              <a:ext uri="{FF2B5EF4-FFF2-40B4-BE49-F238E27FC236}">
                <a16:creationId xmlns:a16="http://schemas.microsoft.com/office/drawing/2014/main" id="{9A1EA9F2-FCB6-48C3-935F-7AE7E3AD14AC}"/>
              </a:ext>
            </a:extLst>
          </p:cNvPr>
          <p:cNvGrpSpPr/>
          <p:nvPr/>
        </p:nvGrpSpPr>
        <p:grpSpPr>
          <a:xfrm>
            <a:off x="304799" y="749300"/>
            <a:ext cx="6192345" cy="400110"/>
            <a:chOff x="424116" y="898245"/>
            <a:chExt cx="6192345" cy="400110"/>
          </a:xfrm>
        </p:grpSpPr>
        <p:sp>
          <p:nvSpPr>
            <p:cNvPr id="2" name="平行四边形 1">
              <a:extLst>
                <a:ext uri="{FF2B5EF4-FFF2-40B4-BE49-F238E27FC236}">
                  <a16:creationId xmlns:a16="http://schemas.microsoft.com/office/drawing/2014/main" id="{1F5BAA3F-9845-4F89-A2DD-8222D3E4EDAC}"/>
                </a:ext>
              </a:extLst>
            </p:cNvPr>
            <p:cNvSpPr/>
            <p:nvPr/>
          </p:nvSpPr>
          <p:spPr>
            <a:xfrm>
              <a:off x="424116" y="898245"/>
              <a:ext cx="695119" cy="387090"/>
            </a:xfrm>
            <a:prstGeom prst="parallelogram">
              <a:avLst/>
            </a:prstGeom>
            <a:solidFill>
              <a:schemeClr val="accent3">
                <a:lumMod val="75000"/>
              </a:schemeClr>
            </a:solidFill>
            <a:ln>
              <a:solidFill>
                <a:schemeClr val="accent3">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CN" sz="2200" dirty="0">
                  <a:latin typeface="Impact" panose="020B0806030902050204" pitchFamily="34" charset="0"/>
                </a:rPr>
                <a:t>02</a:t>
              </a:r>
              <a:endParaRPr lang="zh-CN" altLang="en-US" sz="2200" dirty="0">
                <a:latin typeface="Impact" panose="020B0806030902050204" pitchFamily="34" charset="0"/>
              </a:endParaRPr>
            </a:p>
          </p:txBody>
        </p:sp>
        <p:sp>
          <p:nvSpPr>
            <p:cNvPr id="3" name="文本框 2">
              <a:extLst>
                <a:ext uri="{FF2B5EF4-FFF2-40B4-BE49-F238E27FC236}">
                  <a16:creationId xmlns:a16="http://schemas.microsoft.com/office/drawing/2014/main" id="{4D6BD736-A4D3-4F26-AFED-36E11F50F70B}"/>
                </a:ext>
              </a:extLst>
            </p:cNvPr>
            <p:cNvSpPr txBox="1"/>
            <p:nvPr/>
          </p:nvSpPr>
          <p:spPr>
            <a:xfrm>
              <a:off x="1119235" y="898245"/>
              <a:ext cx="5497226" cy="400110"/>
            </a:xfrm>
            <a:prstGeom prst="rect">
              <a:avLst/>
            </a:prstGeom>
            <a:noFill/>
          </p:spPr>
          <p:txBody>
            <a:bodyPr wrap="square" rtlCol="0">
              <a:spAutoFit/>
            </a:bodyPr>
            <a:lstStyle/>
            <a:p>
              <a:r>
                <a:rPr lang="en-US" altLang="zh-CN" sz="2000" b="1" dirty="0"/>
                <a:t>MAC</a:t>
              </a:r>
              <a:r>
                <a:rPr lang="zh-CN" altLang="en-US" sz="2000" b="1" dirty="0"/>
                <a:t>地址</a:t>
              </a:r>
            </a:p>
          </p:txBody>
        </p:sp>
      </p:grpSp>
      <p:grpSp>
        <p:nvGrpSpPr>
          <p:cNvPr id="44" name="组合 43">
            <a:extLst>
              <a:ext uri="{FF2B5EF4-FFF2-40B4-BE49-F238E27FC236}">
                <a16:creationId xmlns:a16="http://schemas.microsoft.com/office/drawing/2014/main" id="{B03ACBC9-DA26-4331-B9EA-595E763D8DD4}"/>
              </a:ext>
            </a:extLst>
          </p:cNvPr>
          <p:cNvGrpSpPr/>
          <p:nvPr/>
        </p:nvGrpSpPr>
        <p:grpSpPr>
          <a:xfrm>
            <a:off x="2064813" y="1372318"/>
            <a:ext cx="8074065" cy="902118"/>
            <a:chOff x="2064813" y="1724531"/>
            <a:chExt cx="8074065" cy="902118"/>
          </a:xfrm>
        </p:grpSpPr>
        <p:cxnSp>
          <p:nvCxnSpPr>
            <p:cNvPr id="36" name="直接连接符 35">
              <a:extLst>
                <a:ext uri="{FF2B5EF4-FFF2-40B4-BE49-F238E27FC236}">
                  <a16:creationId xmlns:a16="http://schemas.microsoft.com/office/drawing/2014/main" id="{0B49BA7C-417B-42FB-B9CA-686B2FB1B386}"/>
                </a:ext>
              </a:extLst>
            </p:cNvPr>
            <p:cNvCxnSpPr/>
            <p:nvPr/>
          </p:nvCxnSpPr>
          <p:spPr>
            <a:xfrm>
              <a:off x="2508982" y="2151142"/>
              <a:ext cx="736020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pic>
          <p:nvPicPr>
            <p:cNvPr id="30" name="图形 29">
              <a:extLst>
                <a:ext uri="{FF2B5EF4-FFF2-40B4-BE49-F238E27FC236}">
                  <a16:creationId xmlns:a16="http://schemas.microsoft.com/office/drawing/2014/main" id="{E605B43E-1FAF-403E-9B0E-F51240EE3C1E}"/>
                </a:ext>
              </a:extLst>
            </p:cNvPr>
            <p:cNvPicPr>
              <a:picLocks noChangeAspect="1"/>
            </p:cNvPicPr>
            <p:nvPr/>
          </p:nvPicPr>
          <p:blipFill>
            <a:blip r:embed="rId3">
              <a:extLst>
                <a:ext uri="{28A0092B-C50C-407E-A947-70E740481C1C}">
                  <a14:useLocalDpi xmlns:a14="http://schemas.microsoft.com/office/drawing/2010/main" val="0"/>
                </a:ext>
                <a:ext uri="{96DAC541-7B7A-43D3-8B79-37D633B846F1}">
                  <asvg:svgBlip xmlns:asvg="http://schemas.microsoft.com/office/drawing/2016/SVG/main" r:embed="rId4"/>
                </a:ext>
              </a:extLst>
            </a:blip>
            <a:stretch>
              <a:fillRect/>
            </a:stretch>
          </p:blipFill>
          <p:spPr>
            <a:xfrm>
              <a:off x="2064813" y="1724531"/>
              <a:ext cx="662814" cy="641082"/>
            </a:xfrm>
            <a:prstGeom prst="rect">
              <a:avLst/>
            </a:prstGeom>
          </p:spPr>
        </p:pic>
        <p:pic>
          <p:nvPicPr>
            <p:cNvPr id="31" name="图形 30">
              <a:extLst>
                <a:ext uri="{FF2B5EF4-FFF2-40B4-BE49-F238E27FC236}">
                  <a16:creationId xmlns:a16="http://schemas.microsoft.com/office/drawing/2014/main" id="{910A1E2E-47F4-43BE-A251-1CA11376CACF}"/>
                </a:ext>
              </a:extLst>
            </p:cNvPr>
            <p:cNvPicPr>
              <a:picLocks noChangeAspect="1"/>
            </p:cNvPicPr>
            <p:nvPr/>
          </p:nvPicPr>
          <p:blipFill>
            <a:blip r:embed="rId3">
              <a:extLst>
                <a:ext uri="{28A0092B-C50C-407E-A947-70E740481C1C}">
                  <a14:useLocalDpi xmlns:a14="http://schemas.microsoft.com/office/drawing/2010/main" val="0"/>
                </a:ext>
                <a:ext uri="{96DAC541-7B7A-43D3-8B79-37D633B846F1}">
                  <asvg:svgBlip xmlns:asvg="http://schemas.microsoft.com/office/drawing/2016/SVG/main" r:embed="rId4"/>
                </a:ext>
              </a:extLst>
            </a:blip>
            <a:stretch>
              <a:fillRect/>
            </a:stretch>
          </p:blipFill>
          <p:spPr>
            <a:xfrm>
              <a:off x="9476064" y="1724531"/>
              <a:ext cx="662814" cy="641082"/>
            </a:xfrm>
            <a:prstGeom prst="rect">
              <a:avLst/>
            </a:prstGeom>
          </p:spPr>
        </p:pic>
        <p:sp>
          <p:nvSpPr>
            <p:cNvPr id="38" name="íşlïḍè">
              <a:extLst>
                <a:ext uri="{FF2B5EF4-FFF2-40B4-BE49-F238E27FC236}">
                  <a16:creationId xmlns:a16="http://schemas.microsoft.com/office/drawing/2014/main" id="{397CED25-F0AC-4CA1-AE77-79717093F71D}"/>
                </a:ext>
              </a:extLst>
            </p:cNvPr>
            <p:cNvSpPr txBox="1"/>
            <p:nvPr/>
          </p:nvSpPr>
          <p:spPr>
            <a:xfrm>
              <a:off x="5296761" y="2334398"/>
              <a:ext cx="1607750" cy="292251"/>
            </a:xfrm>
            <a:prstGeom prst="rect">
              <a:avLst/>
            </a:prstGeom>
            <a:noFill/>
          </p:spPr>
          <p:txBody>
            <a:bodyPr wrap="square" lIns="91440" tIns="45720" rIns="91440" bIns="45720" anchor="ctr">
              <a:noAutofit/>
            </a:bodyPr>
            <a:lstStyle/>
            <a:p>
              <a:pPr algn="ctr"/>
              <a:r>
                <a:rPr lang="zh-CN" altLang="en-US" b="1" dirty="0">
                  <a:latin typeface="Arial Narrow" panose="020B0606020202030204" pitchFamily="34" charset="0"/>
                </a:rPr>
                <a:t>点对点信道</a:t>
              </a:r>
            </a:p>
          </p:txBody>
        </p:sp>
      </p:grpSp>
      <p:cxnSp>
        <p:nvCxnSpPr>
          <p:cNvPr id="21" name="直接连接符 20">
            <a:extLst>
              <a:ext uri="{FF2B5EF4-FFF2-40B4-BE49-F238E27FC236}">
                <a16:creationId xmlns:a16="http://schemas.microsoft.com/office/drawing/2014/main" id="{D140A53E-F79C-45A8-BC96-67C7878F0FA3}"/>
              </a:ext>
            </a:extLst>
          </p:cNvPr>
          <p:cNvCxnSpPr/>
          <p:nvPr/>
        </p:nvCxnSpPr>
        <p:spPr>
          <a:xfrm flipV="1">
            <a:off x="2605907" y="3607828"/>
            <a:ext cx="0" cy="812800"/>
          </a:xfrm>
          <a:prstGeom prst="line">
            <a:avLst/>
          </a:prstGeom>
          <a:ln w="152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3" name="直接连接符 22">
            <a:extLst>
              <a:ext uri="{FF2B5EF4-FFF2-40B4-BE49-F238E27FC236}">
                <a16:creationId xmlns:a16="http://schemas.microsoft.com/office/drawing/2014/main" id="{07000380-610D-4E4F-AF1F-2285F70C4580}"/>
              </a:ext>
            </a:extLst>
          </p:cNvPr>
          <p:cNvCxnSpPr/>
          <p:nvPr/>
        </p:nvCxnSpPr>
        <p:spPr>
          <a:xfrm flipV="1">
            <a:off x="5022820" y="3607828"/>
            <a:ext cx="0" cy="812800"/>
          </a:xfrm>
          <a:prstGeom prst="line">
            <a:avLst/>
          </a:prstGeom>
          <a:ln w="152400">
            <a:solidFill>
              <a:schemeClr val="tx1"/>
            </a:solidFill>
            <a:tailEnd w="med" len="lg"/>
          </a:ln>
        </p:spPr>
        <p:style>
          <a:lnRef idx="1">
            <a:schemeClr val="accent1"/>
          </a:lnRef>
          <a:fillRef idx="0">
            <a:schemeClr val="accent1"/>
          </a:fillRef>
          <a:effectRef idx="0">
            <a:schemeClr val="accent1"/>
          </a:effectRef>
          <a:fontRef idx="minor">
            <a:schemeClr val="tx1"/>
          </a:fontRef>
        </p:style>
      </p:cxnSp>
      <p:cxnSp>
        <p:nvCxnSpPr>
          <p:cNvPr id="25" name="直接连接符 24">
            <a:extLst>
              <a:ext uri="{FF2B5EF4-FFF2-40B4-BE49-F238E27FC236}">
                <a16:creationId xmlns:a16="http://schemas.microsoft.com/office/drawing/2014/main" id="{24EDF21C-94B3-4483-837B-80D7CA8AEB6B}"/>
              </a:ext>
            </a:extLst>
          </p:cNvPr>
          <p:cNvCxnSpPr/>
          <p:nvPr/>
        </p:nvCxnSpPr>
        <p:spPr>
          <a:xfrm flipV="1">
            <a:off x="7498946" y="3607828"/>
            <a:ext cx="0" cy="812800"/>
          </a:xfrm>
          <a:prstGeom prst="line">
            <a:avLst/>
          </a:prstGeom>
          <a:ln w="152400">
            <a:solidFill>
              <a:schemeClr val="tx1"/>
            </a:solidFill>
          </a:ln>
        </p:spPr>
        <p:style>
          <a:lnRef idx="1">
            <a:schemeClr val="accent1"/>
          </a:lnRef>
          <a:fillRef idx="0">
            <a:schemeClr val="accent1"/>
          </a:fillRef>
          <a:effectRef idx="0">
            <a:schemeClr val="accent1"/>
          </a:effectRef>
          <a:fontRef idx="minor">
            <a:schemeClr val="tx1"/>
          </a:fontRef>
        </p:style>
      </p:cxnSp>
      <p:grpSp>
        <p:nvGrpSpPr>
          <p:cNvPr id="42" name="组合 41">
            <a:extLst>
              <a:ext uri="{FF2B5EF4-FFF2-40B4-BE49-F238E27FC236}">
                <a16:creationId xmlns:a16="http://schemas.microsoft.com/office/drawing/2014/main" id="{1CC224D6-12E1-44D7-A886-4B677003A990}"/>
              </a:ext>
            </a:extLst>
          </p:cNvPr>
          <p:cNvGrpSpPr/>
          <p:nvPr/>
        </p:nvGrpSpPr>
        <p:grpSpPr>
          <a:xfrm>
            <a:off x="2018761" y="3467355"/>
            <a:ext cx="8489187" cy="225524"/>
            <a:chOff x="1920089" y="3629914"/>
            <a:chExt cx="8489187" cy="225524"/>
          </a:xfrm>
        </p:grpSpPr>
        <p:cxnSp>
          <p:nvCxnSpPr>
            <p:cNvPr id="20" name="直接连接符 19">
              <a:extLst>
                <a:ext uri="{FF2B5EF4-FFF2-40B4-BE49-F238E27FC236}">
                  <a16:creationId xmlns:a16="http://schemas.microsoft.com/office/drawing/2014/main" id="{B1BB9209-60AB-481D-9583-A468BBA20152}"/>
                </a:ext>
              </a:extLst>
            </p:cNvPr>
            <p:cNvCxnSpPr>
              <a:cxnSpLocks/>
              <a:endCxn id="28" idx="3"/>
            </p:cNvCxnSpPr>
            <p:nvPr/>
          </p:nvCxnSpPr>
          <p:spPr>
            <a:xfrm>
              <a:off x="2051721" y="3742676"/>
              <a:ext cx="8357555" cy="0"/>
            </a:xfrm>
            <a:prstGeom prst="line">
              <a:avLst/>
            </a:prstGeom>
            <a:ln w="152400">
              <a:solidFill>
                <a:schemeClr val="tx1"/>
              </a:solidFill>
            </a:ln>
          </p:spPr>
          <p:style>
            <a:lnRef idx="1">
              <a:schemeClr val="accent1"/>
            </a:lnRef>
            <a:fillRef idx="0">
              <a:schemeClr val="accent1"/>
            </a:fillRef>
            <a:effectRef idx="0">
              <a:schemeClr val="accent1"/>
            </a:effectRef>
            <a:fontRef idx="minor">
              <a:schemeClr val="tx1"/>
            </a:fontRef>
          </p:style>
        </p:cxnSp>
        <p:sp>
          <p:nvSpPr>
            <p:cNvPr id="27" name="矩形 26">
              <a:extLst>
                <a:ext uri="{FF2B5EF4-FFF2-40B4-BE49-F238E27FC236}">
                  <a16:creationId xmlns:a16="http://schemas.microsoft.com/office/drawing/2014/main" id="{3088066B-37B0-4753-B025-A9C4A9DBE759}"/>
                </a:ext>
              </a:extLst>
            </p:cNvPr>
            <p:cNvSpPr/>
            <p:nvPr/>
          </p:nvSpPr>
          <p:spPr>
            <a:xfrm>
              <a:off x="1920089" y="3629914"/>
              <a:ext cx="225524" cy="225524"/>
            </a:xfrm>
            <a:prstGeom prst="rect">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28" name="矩形 27">
              <a:extLst>
                <a:ext uri="{FF2B5EF4-FFF2-40B4-BE49-F238E27FC236}">
                  <a16:creationId xmlns:a16="http://schemas.microsoft.com/office/drawing/2014/main" id="{592837BA-D312-4B02-9754-A33B4D43ECD9}"/>
                </a:ext>
              </a:extLst>
            </p:cNvPr>
            <p:cNvSpPr/>
            <p:nvPr/>
          </p:nvSpPr>
          <p:spPr>
            <a:xfrm>
              <a:off x="10183752" y="3629914"/>
              <a:ext cx="225524" cy="225524"/>
            </a:xfrm>
            <a:prstGeom prst="rect">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grpSp>
      <p:sp>
        <p:nvSpPr>
          <p:cNvPr id="19" name="íşlïḍè">
            <a:extLst>
              <a:ext uri="{FF2B5EF4-FFF2-40B4-BE49-F238E27FC236}">
                <a16:creationId xmlns:a16="http://schemas.microsoft.com/office/drawing/2014/main" id="{D82D0EE9-BCE7-4FB3-B3CF-414981DECE6F}"/>
              </a:ext>
            </a:extLst>
          </p:cNvPr>
          <p:cNvSpPr txBox="1"/>
          <p:nvPr/>
        </p:nvSpPr>
        <p:spPr>
          <a:xfrm>
            <a:off x="5414767" y="4856117"/>
            <a:ext cx="1362463" cy="463199"/>
          </a:xfrm>
          <a:prstGeom prst="rect">
            <a:avLst/>
          </a:prstGeom>
          <a:noFill/>
        </p:spPr>
        <p:txBody>
          <a:bodyPr wrap="square" lIns="91440" tIns="45720" rIns="91440" bIns="45720" anchor="ctr">
            <a:noAutofit/>
          </a:bodyPr>
          <a:lstStyle/>
          <a:p>
            <a:pPr algn="ctr"/>
            <a:r>
              <a:rPr lang="zh-CN" altLang="en-US" b="1" dirty="0">
                <a:latin typeface="Arial Narrow" panose="020B0606020202030204" pitchFamily="34" charset="0"/>
              </a:rPr>
              <a:t>广播信道</a:t>
            </a:r>
          </a:p>
        </p:txBody>
      </p:sp>
      <p:cxnSp>
        <p:nvCxnSpPr>
          <p:cNvPr id="41" name="直接连接符 40">
            <a:extLst>
              <a:ext uri="{FF2B5EF4-FFF2-40B4-BE49-F238E27FC236}">
                <a16:creationId xmlns:a16="http://schemas.microsoft.com/office/drawing/2014/main" id="{3E3D9334-DC5E-41BA-9E7D-EB77BC46305D}"/>
              </a:ext>
            </a:extLst>
          </p:cNvPr>
          <p:cNvCxnSpPr/>
          <p:nvPr/>
        </p:nvCxnSpPr>
        <p:spPr>
          <a:xfrm flipV="1">
            <a:off x="9966946" y="3601838"/>
            <a:ext cx="0" cy="812800"/>
          </a:xfrm>
          <a:prstGeom prst="line">
            <a:avLst/>
          </a:prstGeom>
          <a:ln w="152400">
            <a:solidFill>
              <a:schemeClr val="tx1"/>
            </a:solidFill>
          </a:ln>
        </p:spPr>
        <p:style>
          <a:lnRef idx="1">
            <a:schemeClr val="accent1"/>
          </a:lnRef>
          <a:fillRef idx="0">
            <a:schemeClr val="accent1"/>
          </a:fillRef>
          <a:effectRef idx="0">
            <a:schemeClr val="accent1"/>
          </a:effectRef>
          <a:fontRef idx="minor">
            <a:schemeClr val="tx1"/>
          </a:fontRef>
        </p:style>
      </p:cxnSp>
      <p:pic>
        <p:nvPicPr>
          <p:cNvPr id="22" name="图形 21">
            <a:extLst>
              <a:ext uri="{FF2B5EF4-FFF2-40B4-BE49-F238E27FC236}">
                <a16:creationId xmlns:a16="http://schemas.microsoft.com/office/drawing/2014/main" id="{147196D6-EE10-4D07-BD48-FF4D4C22EAEE}"/>
              </a:ext>
            </a:extLst>
          </p:cNvPr>
          <p:cNvPicPr>
            <a:picLocks noChangeAspect="1"/>
          </p:cNvPicPr>
          <p:nvPr/>
        </p:nvPicPr>
        <p:blipFill>
          <a:blip r:embed="rId3">
            <a:extLst>
              <a:ext uri="{28A0092B-C50C-407E-A947-70E740481C1C}">
                <a14:useLocalDpi xmlns:a14="http://schemas.microsoft.com/office/drawing/2010/main" val="0"/>
              </a:ext>
              <a:ext uri="{96DAC541-7B7A-43D3-8B79-37D633B846F1}">
                <asvg:svgBlip xmlns:asvg="http://schemas.microsoft.com/office/drawing/2016/SVG/main" r:embed="rId4"/>
              </a:ext>
            </a:extLst>
          </a:blip>
          <a:stretch>
            <a:fillRect/>
          </a:stretch>
        </p:blipFill>
        <p:spPr>
          <a:xfrm>
            <a:off x="2064813" y="4215035"/>
            <a:ext cx="662814" cy="641082"/>
          </a:xfrm>
          <a:prstGeom prst="rect">
            <a:avLst/>
          </a:prstGeom>
        </p:spPr>
      </p:pic>
      <p:pic>
        <p:nvPicPr>
          <p:cNvPr id="26" name="图形 25">
            <a:extLst>
              <a:ext uri="{FF2B5EF4-FFF2-40B4-BE49-F238E27FC236}">
                <a16:creationId xmlns:a16="http://schemas.microsoft.com/office/drawing/2014/main" id="{4DE01D43-511C-4B9A-9214-7B6BCE67BAF8}"/>
              </a:ext>
            </a:extLst>
          </p:cNvPr>
          <p:cNvPicPr>
            <a:picLocks noChangeAspect="1"/>
          </p:cNvPicPr>
          <p:nvPr/>
        </p:nvPicPr>
        <p:blipFill>
          <a:blip r:embed="rId3">
            <a:extLst>
              <a:ext uri="{28A0092B-C50C-407E-A947-70E740481C1C}">
                <a14:useLocalDpi xmlns:a14="http://schemas.microsoft.com/office/drawing/2010/main" val="0"/>
              </a:ext>
              <a:ext uri="{96DAC541-7B7A-43D3-8B79-37D633B846F1}">
                <asvg:svgBlip xmlns:asvg="http://schemas.microsoft.com/office/drawing/2016/SVG/main" r:embed="rId4"/>
              </a:ext>
            </a:extLst>
          </a:blip>
          <a:stretch>
            <a:fillRect/>
          </a:stretch>
        </p:blipFill>
        <p:spPr>
          <a:xfrm>
            <a:off x="9476064" y="4215035"/>
            <a:ext cx="662814" cy="641082"/>
          </a:xfrm>
          <a:prstGeom prst="rect">
            <a:avLst/>
          </a:prstGeom>
        </p:spPr>
      </p:pic>
      <p:pic>
        <p:nvPicPr>
          <p:cNvPr id="39" name="图形 38">
            <a:extLst>
              <a:ext uri="{FF2B5EF4-FFF2-40B4-BE49-F238E27FC236}">
                <a16:creationId xmlns:a16="http://schemas.microsoft.com/office/drawing/2014/main" id="{8BEDA2E6-C612-4550-90B3-45F9C9E9EBF3}"/>
              </a:ext>
            </a:extLst>
          </p:cNvPr>
          <p:cNvPicPr>
            <a:picLocks noChangeAspect="1"/>
          </p:cNvPicPr>
          <p:nvPr/>
        </p:nvPicPr>
        <p:blipFill>
          <a:blip r:embed="rId3">
            <a:extLst>
              <a:ext uri="{28A0092B-C50C-407E-A947-70E740481C1C}">
                <a14:useLocalDpi xmlns:a14="http://schemas.microsoft.com/office/drawing/2010/main" val="0"/>
              </a:ext>
              <a:ext uri="{96DAC541-7B7A-43D3-8B79-37D633B846F1}">
                <asvg:svgBlip xmlns:asvg="http://schemas.microsoft.com/office/drawing/2016/SVG/main" r:embed="rId4"/>
              </a:ext>
            </a:extLst>
          </a:blip>
          <a:stretch>
            <a:fillRect/>
          </a:stretch>
        </p:blipFill>
        <p:spPr>
          <a:xfrm>
            <a:off x="7005647" y="4215035"/>
            <a:ext cx="662814" cy="641082"/>
          </a:xfrm>
          <a:prstGeom prst="rect">
            <a:avLst/>
          </a:prstGeom>
        </p:spPr>
      </p:pic>
      <p:sp>
        <p:nvSpPr>
          <p:cNvPr id="43" name="íşlïḍè">
            <a:extLst>
              <a:ext uri="{FF2B5EF4-FFF2-40B4-BE49-F238E27FC236}">
                <a16:creationId xmlns:a16="http://schemas.microsoft.com/office/drawing/2014/main" id="{E1889736-840C-4386-8CEF-10D980FF285D}"/>
              </a:ext>
            </a:extLst>
          </p:cNvPr>
          <p:cNvSpPr txBox="1"/>
          <p:nvPr/>
        </p:nvSpPr>
        <p:spPr>
          <a:xfrm>
            <a:off x="4482467" y="2333011"/>
            <a:ext cx="3227065" cy="292251"/>
          </a:xfrm>
          <a:prstGeom prst="rect">
            <a:avLst/>
          </a:prstGeom>
          <a:noFill/>
        </p:spPr>
        <p:txBody>
          <a:bodyPr wrap="square" lIns="91440" tIns="45720" rIns="91440" bIns="45720" anchor="ctr">
            <a:noAutofit/>
          </a:bodyPr>
          <a:lstStyle/>
          <a:p>
            <a:pPr algn="ctr"/>
            <a:r>
              <a:rPr lang="zh-CN" altLang="en-US" b="1" dirty="0">
                <a:solidFill>
                  <a:schemeClr val="accent4"/>
                </a:solidFill>
                <a:latin typeface="Arial Narrow" panose="020B0606020202030204" pitchFamily="34" charset="0"/>
              </a:rPr>
              <a:t>数据链路层不需要使用地址</a:t>
            </a:r>
          </a:p>
        </p:txBody>
      </p:sp>
      <p:grpSp>
        <p:nvGrpSpPr>
          <p:cNvPr id="54" name="组合 53">
            <a:extLst>
              <a:ext uri="{FF2B5EF4-FFF2-40B4-BE49-F238E27FC236}">
                <a16:creationId xmlns:a16="http://schemas.microsoft.com/office/drawing/2014/main" id="{6D7C2406-A689-4157-8460-50480BA3E90B}"/>
              </a:ext>
            </a:extLst>
          </p:cNvPr>
          <p:cNvGrpSpPr/>
          <p:nvPr/>
        </p:nvGrpSpPr>
        <p:grpSpPr>
          <a:xfrm>
            <a:off x="5323845" y="4280951"/>
            <a:ext cx="1544306" cy="336539"/>
            <a:chOff x="5323845" y="4280951"/>
            <a:chExt cx="1544306" cy="336539"/>
          </a:xfrm>
        </p:grpSpPr>
        <p:cxnSp>
          <p:nvCxnSpPr>
            <p:cNvPr id="46" name="直接箭头连接符 45">
              <a:extLst>
                <a:ext uri="{FF2B5EF4-FFF2-40B4-BE49-F238E27FC236}">
                  <a16:creationId xmlns:a16="http://schemas.microsoft.com/office/drawing/2014/main" id="{A2C65660-B138-472D-9596-AEEA8D8ADF9A}"/>
                </a:ext>
              </a:extLst>
            </p:cNvPr>
            <p:cNvCxnSpPr>
              <a:cxnSpLocks/>
            </p:cNvCxnSpPr>
            <p:nvPr/>
          </p:nvCxnSpPr>
          <p:spPr>
            <a:xfrm>
              <a:off x="5323845" y="4617490"/>
              <a:ext cx="1544306" cy="0"/>
            </a:xfrm>
            <a:prstGeom prst="straightConnector1">
              <a:avLst/>
            </a:prstGeom>
            <a:ln w="38100">
              <a:solidFill>
                <a:schemeClr val="tx1"/>
              </a:solidFill>
              <a:prstDash val="dash"/>
              <a:tailEnd type="triangle"/>
            </a:ln>
          </p:spPr>
          <p:style>
            <a:lnRef idx="1">
              <a:schemeClr val="accent1"/>
            </a:lnRef>
            <a:fillRef idx="0">
              <a:schemeClr val="accent1"/>
            </a:fillRef>
            <a:effectRef idx="0">
              <a:schemeClr val="accent1"/>
            </a:effectRef>
            <a:fontRef idx="minor">
              <a:schemeClr val="tx1"/>
            </a:fontRef>
          </p:style>
        </p:cxnSp>
        <p:sp>
          <p:nvSpPr>
            <p:cNvPr id="53" name="íşlïḍè">
              <a:extLst>
                <a:ext uri="{FF2B5EF4-FFF2-40B4-BE49-F238E27FC236}">
                  <a16:creationId xmlns:a16="http://schemas.microsoft.com/office/drawing/2014/main" id="{6BD8BC68-1B75-4FB6-9911-70ED85C3BF11}"/>
                </a:ext>
              </a:extLst>
            </p:cNvPr>
            <p:cNvSpPr txBox="1"/>
            <p:nvPr/>
          </p:nvSpPr>
          <p:spPr>
            <a:xfrm>
              <a:off x="5632036" y="4280951"/>
              <a:ext cx="927924" cy="267374"/>
            </a:xfrm>
            <a:prstGeom prst="rect">
              <a:avLst/>
            </a:prstGeom>
            <a:noFill/>
          </p:spPr>
          <p:txBody>
            <a:bodyPr wrap="square" lIns="91440" tIns="45720" rIns="91440" bIns="45720" anchor="ctr">
              <a:noAutofit/>
            </a:bodyPr>
            <a:lstStyle/>
            <a:p>
              <a:pPr algn="ctr"/>
              <a:r>
                <a:rPr lang="zh-CN" altLang="en-US" b="1" dirty="0">
                  <a:latin typeface="Arial Narrow" panose="020B0606020202030204" pitchFamily="34" charset="0"/>
                </a:rPr>
                <a:t>发送帧</a:t>
              </a:r>
            </a:p>
          </p:txBody>
        </p:sp>
      </p:grpSp>
      <p:cxnSp>
        <p:nvCxnSpPr>
          <p:cNvPr id="56" name="直接箭头连接符 55">
            <a:extLst>
              <a:ext uri="{FF2B5EF4-FFF2-40B4-BE49-F238E27FC236}">
                <a16:creationId xmlns:a16="http://schemas.microsoft.com/office/drawing/2014/main" id="{7A19B750-7983-40E8-87EB-2DE084E2424A}"/>
              </a:ext>
            </a:extLst>
          </p:cNvPr>
          <p:cNvCxnSpPr/>
          <p:nvPr/>
        </p:nvCxnSpPr>
        <p:spPr>
          <a:xfrm flipV="1">
            <a:off x="5022820" y="3601838"/>
            <a:ext cx="0" cy="773654"/>
          </a:xfrm>
          <a:prstGeom prst="straightConnector1">
            <a:avLst/>
          </a:prstGeom>
          <a:ln w="50800" cap="rnd">
            <a:solidFill>
              <a:schemeClr val="accent6"/>
            </a:solidFill>
            <a:round/>
            <a:tailEnd type="triangle" w="med" len="med"/>
          </a:ln>
        </p:spPr>
        <p:style>
          <a:lnRef idx="1">
            <a:schemeClr val="accent1"/>
          </a:lnRef>
          <a:fillRef idx="0">
            <a:schemeClr val="accent1"/>
          </a:fillRef>
          <a:effectRef idx="0">
            <a:schemeClr val="accent1"/>
          </a:effectRef>
          <a:fontRef idx="minor">
            <a:schemeClr val="tx1"/>
          </a:fontRef>
        </p:style>
      </p:cxnSp>
      <p:pic>
        <p:nvPicPr>
          <p:cNvPr id="24" name="图形 23">
            <a:extLst>
              <a:ext uri="{FF2B5EF4-FFF2-40B4-BE49-F238E27FC236}">
                <a16:creationId xmlns:a16="http://schemas.microsoft.com/office/drawing/2014/main" id="{EAB63B73-1AF4-4A38-8986-514E9F3CD325}"/>
              </a:ext>
            </a:extLst>
          </p:cNvPr>
          <p:cNvPicPr>
            <a:picLocks noChangeAspect="1"/>
          </p:cNvPicPr>
          <p:nvPr/>
        </p:nvPicPr>
        <p:blipFill>
          <a:blip r:embed="rId3">
            <a:extLst>
              <a:ext uri="{28A0092B-C50C-407E-A947-70E740481C1C}">
                <a14:useLocalDpi xmlns:a14="http://schemas.microsoft.com/office/drawing/2010/main" val="0"/>
              </a:ext>
              <a:ext uri="{96DAC541-7B7A-43D3-8B79-37D633B846F1}">
                <asvg:svgBlip xmlns:asvg="http://schemas.microsoft.com/office/drawing/2016/SVG/main" r:embed="rId4"/>
              </a:ext>
            </a:extLst>
          </a:blip>
          <a:stretch>
            <a:fillRect/>
          </a:stretch>
        </p:blipFill>
        <p:spPr>
          <a:xfrm>
            <a:off x="4535230" y="4215035"/>
            <a:ext cx="662814" cy="641082"/>
          </a:xfrm>
          <a:prstGeom prst="rect">
            <a:avLst/>
          </a:prstGeom>
        </p:spPr>
      </p:pic>
      <p:cxnSp>
        <p:nvCxnSpPr>
          <p:cNvPr id="6" name="直接箭头连接符 5">
            <a:extLst>
              <a:ext uri="{FF2B5EF4-FFF2-40B4-BE49-F238E27FC236}">
                <a16:creationId xmlns:a16="http://schemas.microsoft.com/office/drawing/2014/main" id="{EBFA96C8-6C8B-45DF-945E-616889A43BB7}"/>
              </a:ext>
            </a:extLst>
          </p:cNvPr>
          <p:cNvCxnSpPr>
            <a:cxnSpLocks/>
          </p:cNvCxnSpPr>
          <p:nvPr/>
        </p:nvCxnSpPr>
        <p:spPr>
          <a:xfrm>
            <a:off x="5022820" y="3581519"/>
            <a:ext cx="5317762" cy="0"/>
          </a:xfrm>
          <a:prstGeom prst="straightConnector1">
            <a:avLst/>
          </a:prstGeom>
          <a:ln w="50800" cap="rnd">
            <a:solidFill>
              <a:schemeClr val="accent6"/>
            </a:solidFill>
            <a:round/>
            <a:tailEnd type="triangle" w="med" len="med"/>
          </a:ln>
        </p:spPr>
        <p:style>
          <a:lnRef idx="1">
            <a:schemeClr val="accent1"/>
          </a:lnRef>
          <a:fillRef idx="0">
            <a:schemeClr val="accent1"/>
          </a:fillRef>
          <a:effectRef idx="0">
            <a:schemeClr val="accent1"/>
          </a:effectRef>
          <a:fontRef idx="minor">
            <a:schemeClr val="tx1"/>
          </a:fontRef>
        </p:style>
      </p:cxnSp>
      <p:cxnSp>
        <p:nvCxnSpPr>
          <p:cNvPr id="9" name="直接箭头连接符 8">
            <a:extLst>
              <a:ext uri="{FF2B5EF4-FFF2-40B4-BE49-F238E27FC236}">
                <a16:creationId xmlns:a16="http://schemas.microsoft.com/office/drawing/2014/main" id="{912436A7-C909-4451-8C15-E76FC00614A4}"/>
              </a:ext>
            </a:extLst>
          </p:cNvPr>
          <p:cNvCxnSpPr>
            <a:cxnSpLocks/>
          </p:cNvCxnSpPr>
          <p:nvPr/>
        </p:nvCxnSpPr>
        <p:spPr>
          <a:xfrm flipH="1">
            <a:off x="2244285" y="3581519"/>
            <a:ext cx="2811810" cy="0"/>
          </a:xfrm>
          <a:prstGeom prst="straightConnector1">
            <a:avLst/>
          </a:prstGeom>
          <a:ln w="50800" cap="rnd">
            <a:solidFill>
              <a:schemeClr val="accent6"/>
            </a:solidFill>
            <a:round/>
            <a:tailEnd type="triangle" w="med" len="med"/>
          </a:ln>
        </p:spPr>
        <p:style>
          <a:lnRef idx="1">
            <a:schemeClr val="accent1"/>
          </a:lnRef>
          <a:fillRef idx="0">
            <a:schemeClr val="accent1"/>
          </a:fillRef>
          <a:effectRef idx="0">
            <a:schemeClr val="accent1"/>
          </a:effectRef>
          <a:fontRef idx="minor">
            <a:schemeClr val="tx1"/>
          </a:fontRef>
        </p:style>
      </p:cxnSp>
      <p:cxnSp>
        <p:nvCxnSpPr>
          <p:cNvPr id="13" name="直接箭头连接符 12">
            <a:extLst>
              <a:ext uri="{FF2B5EF4-FFF2-40B4-BE49-F238E27FC236}">
                <a16:creationId xmlns:a16="http://schemas.microsoft.com/office/drawing/2014/main" id="{3DE60C78-519F-4DEB-A6E8-C799BC53FD56}"/>
              </a:ext>
            </a:extLst>
          </p:cNvPr>
          <p:cNvCxnSpPr>
            <a:cxnSpLocks/>
          </p:cNvCxnSpPr>
          <p:nvPr/>
        </p:nvCxnSpPr>
        <p:spPr>
          <a:xfrm>
            <a:off x="9966946" y="3595065"/>
            <a:ext cx="0" cy="700834"/>
          </a:xfrm>
          <a:prstGeom prst="straightConnector1">
            <a:avLst/>
          </a:prstGeom>
          <a:ln w="50800" cap="rnd">
            <a:solidFill>
              <a:schemeClr val="accent6"/>
            </a:solidFill>
            <a:round/>
            <a:tailEnd type="triangle" w="med" len="med"/>
          </a:ln>
        </p:spPr>
        <p:style>
          <a:lnRef idx="1">
            <a:schemeClr val="accent1"/>
          </a:lnRef>
          <a:fillRef idx="0">
            <a:schemeClr val="accent1"/>
          </a:fillRef>
          <a:effectRef idx="0">
            <a:schemeClr val="accent1"/>
          </a:effectRef>
          <a:fontRef idx="minor">
            <a:schemeClr val="tx1"/>
          </a:fontRef>
        </p:style>
      </p:cxnSp>
      <p:cxnSp>
        <p:nvCxnSpPr>
          <p:cNvPr id="40" name="直接箭头连接符 39">
            <a:extLst>
              <a:ext uri="{FF2B5EF4-FFF2-40B4-BE49-F238E27FC236}">
                <a16:creationId xmlns:a16="http://schemas.microsoft.com/office/drawing/2014/main" id="{E03E18E1-6C9B-441A-B4DE-55425EC415AB}"/>
              </a:ext>
            </a:extLst>
          </p:cNvPr>
          <p:cNvCxnSpPr>
            <a:cxnSpLocks/>
          </p:cNvCxnSpPr>
          <p:nvPr/>
        </p:nvCxnSpPr>
        <p:spPr>
          <a:xfrm>
            <a:off x="7498946" y="3601838"/>
            <a:ext cx="0" cy="700834"/>
          </a:xfrm>
          <a:prstGeom prst="straightConnector1">
            <a:avLst/>
          </a:prstGeom>
          <a:ln w="50800" cap="rnd">
            <a:solidFill>
              <a:schemeClr val="accent6"/>
            </a:solidFill>
            <a:round/>
            <a:tailEnd type="triangle" w="med" len="med"/>
          </a:ln>
        </p:spPr>
        <p:style>
          <a:lnRef idx="1">
            <a:schemeClr val="accent1"/>
          </a:lnRef>
          <a:fillRef idx="0">
            <a:schemeClr val="accent1"/>
          </a:fillRef>
          <a:effectRef idx="0">
            <a:schemeClr val="accent1"/>
          </a:effectRef>
          <a:fontRef idx="minor">
            <a:schemeClr val="tx1"/>
          </a:fontRef>
        </p:style>
      </p:cxnSp>
      <p:cxnSp>
        <p:nvCxnSpPr>
          <p:cNvPr id="45" name="直接箭头连接符 44">
            <a:extLst>
              <a:ext uri="{FF2B5EF4-FFF2-40B4-BE49-F238E27FC236}">
                <a16:creationId xmlns:a16="http://schemas.microsoft.com/office/drawing/2014/main" id="{F1FD2EF4-08F0-40A1-832A-5D493BCCE8B1}"/>
              </a:ext>
            </a:extLst>
          </p:cNvPr>
          <p:cNvCxnSpPr>
            <a:cxnSpLocks/>
          </p:cNvCxnSpPr>
          <p:nvPr/>
        </p:nvCxnSpPr>
        <p:spPr>
          <a:xfrm>
            <a:off x="2610160" y="3601838"/>
            <a:ext cx="0" cy="700834"/>
          </a:xfrm>
          <a:prstGeom prst="straightConnector1">
            <a:avLst/>
          </a:prstGeom>
          <a:ln w="50800" cap="rnd">
            <a:solidFill>
              <a:schemeClr val="accent6"/>
            </a:solidFill>
            <a:round/>
            <a:tailEnd type="triangle" w="med" len="med"/>
          </a:ln>
        </p:spPr>
        <p:style>
          <a:lnRef idx="1">
            <a:schemeClr val="accent1"/>
          </a:lnRef>
          <a:fillRef idx="0">
            <a:schemeClr val="accent1"/>
          </a:fillRef>
          <a:effectRef idx="0">
            <a:schemeClr val="accent1"/>
          </a:effectRef>
          <a:fontRef idx="minor">
            <a:schemeClr val="tx1"/>
          </a:fontRef>
        </p:style>
      </p:cxnSp>
    </p:spTree>
    <p:custDataLst>
      <p:tags r:id="rId1"/>
    </p:custDataLst>
    <p:extLst>
      <p:ext uri="{BB962C8B-B14F-4D97-AF65-F5344CB8AC3E}">
        <p14:creationId xmlns:p14="http://schemas.microsoft.com/office/powerpoint/2010/main" val="3277725864"/>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2" presetClass="entr" presetSubtype="4" fill="hold" nodeType="withEffect">
                                  <p:stCondLst>
                                    <p:cond delay="0"/>
                                  </p:stCondLst>
                                  <p:childTnLst>
                                    <p:set>
                                      <p:cBhvr>
                                        <p:cTn id="6" dur="1" fill="hold">
                                          <p:stCondLst>
                                            <p:cond delay="0"/>
                                          </p:stCondLst>
                                        </p:cTn>
                                        <p:tgtEl>
                                          <p:spTgt spid="56"/>
                                        </p:tgtEl>
                                        <p:attrNameLst>
                                          <p:attrName>style.visibility</p:attrName>
                                        </p:attrNameLst>
                                      </p:cBhvr>
                                      <p:to>
                                        <p:strVal val="visible"/>
                                      </p:to>
                                    </p:set>
                                    <p:animEffect transition="in" filter="wipe(down)">
                                      <p:cBhvr>
                                        <p:cTn id="7" dur="500"/>
                                        <p:tgtEl>
                                          <p:spTgt spid="56"/>
                                        </p:tgtEl>
                                      </p:cBhvr>
                                    </p:animEffect>
                                  </p:childTnLst>
                                </p:cTn>
                              </p:par>
                            </p:childTnLst>
                          </p:cTn>
                        </p:par>
                        <p:par>
                          <p:cTn id="8" fill="hold">
                            <p:stCondLst>
                              <p:cond delay="500"/>
                            </p:stCondLst>
                            <p:childTnLst>
                              <p:par>
                                <p:cTn id="9" presetID="22" presetClass="entr" presetSubtype="2" fill="hold" nodeType="afterEffect">
                                  <p:stCondLst>
                                    <p:cond delay="0"/>
                                  </p:stCondLst>
                                  <p:childTnLst>
                                    <p:set>
                                      <p:cBhvr>
                                        <p:cTn id="10" dur="1" fill="hold">
                                          <p:stCondLst>
                                            <p:cond delay="0"/>
                                          </p:stCondLst>
                                        </p:cTn>
                                        <p:tgtEl>
                                          <p:spTgt spid="9"/>
                                        </p:tgtEl>
                                        <p:attrNameLst>
                                          <p:attrName>style.visibility</p:attrName>
                                        </p:attrNameLst>
                                      </p:cBhvr>
                                      <p:to>
                                        <p:strVal val="visible"/>
                                      </p:to>
                                    </p:set>
                                    <p:animEffect transition="in" filter="wipe(right)">
                                      <p:cBhvr>
                                        <p:cTn id="11" dur="1800"/>
                                        <p:tgtEl>
                                          <p:spTgt spid="9"/>
                                        </p:tgtEl>
                                      </p:cBhvr>
                                    </p:animEffect>
                                  </p:childTnLst>
                                </p:cTn>
                              </p:par>
                              <p:par>
                                <p:cTn id="12" presetID="22" presetClass="entr" presetSubtype="8" fill="hold" nodeType="withEffect">
                                  <p:stCondLst>
                                    <p:cond delay="0"/>
                                  </p:stCondLst>
                                  <p:childTnLst>
                                    <p:set>
                                      <p:cBhvr>
                                        <p:cTn id="13" dur="1" fill="hold">
                                          <p:stCondLst>
                                            <p:cond delay="0"/>
                                          </p:stCondLst>
                                        </p:cTn>
                                        <p:tgtEl>
                                          <p:spTgt spid="6"/>
                                        </p:tgtEl>
                                        <p:attrNameLst>
                                          <p:attrName>style.visibility</p:attrName>
                                        </p:attrNameLst>
                                      </p:cBhvr>
                                      <p:to>
                                        <p:strVal val="visible"/>
                                      </p:to>
                                    </p:set>
                                    <p:animEffect transition="in" filter="wipe(left)">
                                      <p:cBhvr>
                                        <p:cTn id="14" dur="3400"/>
                                        <p:tgtEl>
                                          <p:spTgt spid="6"/>
                                        </p:tgtEl>
                                      </p:cBhvr>
                                    </p:animEffect>
                                  </p:childTnLst>
                                </p:cTn>
                              </p:par>
                              <p:par>
                                <p:cTn id="15" presetID="22" presetClass="entr" presetSubtype="1" fill="hold" nodeType="withEffect">
                                  <p:stCondLst>
                                    <p:cond delay="1400"/>
                                  </p:stCondLst>
                                  <p:childTnLst>
                                    <p:set>
                                      <p:cBhvr>
                                        <p:cTn id="16" dur="1" fill="hold">
                                          <p:stCondLst>
                                            <p:cond delay="0"/>
                                          </p:stCondLst>
                                        </p:cTn>
                                        <p:tgtEl>
                                          <p:spTgt spid="45"/>
                                        </p:tgtEl>
                                        <p:attrNameLst>
                                          <p:attrName>style.visibility</p:attrName>
                                        </p:attrNameLst>
                                      </p:cBhvr>
                                      <p:to>
                                        <p:strVal val="visible"/>
                                      </p:to>
                                    </p:set>
                                    <p:animEffect transition="in" filter="wipe(up)">
                                      <p:cBhvr>
                                        <p:cTn id="17" dur="500"/>
                                        <p:tgtEl>
                                          <p:spTgt spid="45"/>
                                        </p:tgtEl>
                                      </p:cBhvr>
                                    </p:animEffect>
                                  </p:childTnLst>
                                </p:cTn>
                              </p:par>
                              <p:par>
                                <p:cTn id="18" presetID="22" presetClass="entr" presetSubtype="1" fill="hold" nodeType="withEffect">
                                  <p:stCondLst>
                                    <p:cond delay="1400"/>
                                  </p:stCondLst>
                                  <p:childTnLst>
                                    <p:set>
                                      <p:cBhvr>
                                        <p:cTn id="19" dur="1" fill="hold">
                                          <p:stCondLst>
                                            <p:cond delay="0"/>
                                          </p:stCondLst>
                                        </p:cTn>
                                        <p:tgtEl>
                                          <p:spTgt spid="40"/>
                                        </p:tgtEl>
                                        <p:attrNameLst>
                                          <p:attrName>style.visibility</p:attrName>
                                        </p:attrNameLst>
                                      </p:cBhvr>
                                      <p:to>
                                        <p:strVal val="visible"/>
                                      </p:to>
                                    </p:set>
                                    <p:animEffect transition="in" filter="wipe(up)">
                                      <p:cBhvr>
                                        <p:cTn id="20" dur="500"/>
                                        <p:tgtEl>
                                          <p:spTgt spid="40"/>
                                        </p:tgtEl>
                                      </p:cBhvr>
                                    </p:animEffect>
                                  </p:childTnLst>
                                </p:cTn>
                              </p:par>
                              <p:par>
                                <p:cTn id="21" presetID="22" presetClass="entr" presetSubtype="1" fill="hold" nodeType="withEffect">
                                  <p:stCondLst>
                                    <p:cond delay="3000"/>
                                  </p:stCondLst>
                                  <p:childTnLst>
                                    <p:set>
                                      <p:cBhvr>
                                        <p:cTn id="22" dur="1" fill="hold">
                                          <p:stCondLst>
                                            <p:cond delay="0"/>
                                          </p:stCondLst>
                                        </p:cTn>
                                        <p:tgtEl>
                                          <p:spTgt spid="13"/>
                                        </p:tgtEl>
                                        <p:attrNameLst>
                                          <p:attrName>style.visibility</p:attrName>
                                        </p:attrNameLst>
                                      </p:cBhvr>
                                      <p:to>
                                        <p:strVal val="visible"/>
                                      </p:to>
                                    </p:set>
                                    <p:animEffect transition="in" filter="wipe(up)">
                                      <p:cBhvr>
                                        <p:cTn id="23" dur="500"/>
                                        <p:tgtEl>
                                          <p:spTgt spid="13"/>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25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3" name="íşlïḍè">
            <a:extLst>
              <a:ext uri="{FF2B5EF4-FFF2-40B4-BE49-F238E27FC236}">
                <a16:creationId xmlns:a16="http://schemas.microsoft.com/office/drawing/2014/main" id="{24BF55F5-EBAF-44C7-931E-05CCF4E776B8}"/>
              </a:ext>
            </a:extLst>
          </p:cNvPr>
          <p:cNvSpPr txBox="1"/>
          <p:nvPr/>
        </p:nvSpPr>
        <p:spPr>
          <a:xfrm>
            <a:off x="2695706" y="4191979"/>
            <a:ext cx="1754840" cy="641082"/>
          </a:xfrm>
          <a:prstGeom prst="rect">
            <a:avLst/>
          </a:prstGeom>
          <a:noFill/>
        </p:spPr>
        <p:txBody>
          <a:bodyPr wrap="square" lIns="91440" tIns="45720" rIns="91440" bIns="45720" anchor="ctr">
            <a:noAutofit/>
          </a:bodyPr>
          <a:lstStyle/>
          <a:p>
            <a:r>
              <a:rPr lang="zh-CN" altLang="en-US" b="1" dirty="0">
                <a:latin typeface="Arial Narrow" panose="020B0606020202030204" pitchFamily="34" charset="0"/>
              </a:rPr>
              <a:t>这是发送</a:t>
            </a:r>
            <a:endParaRPr lang="en-US" altLang="zh-CN" b="1" dirty="0">
              <a:latin typeface="Arial Narrow" panose="020B0606020202030204" pitchFamily="34" charset="0"/>
            </a:endParaRPr>
          </a:p>
          <a:p>
            <a:r>
              <a:rPr lang="zh-CN" altLang="en-US" b="1" dirty="0">
                <a:latin typeface="Arial Narrow" panose="020B0606020202030204" pitchFamily="34" charset="0"/>
              </a:rPr>
              <a:t>给我的帧？</a:t>
            </a:r>
          </a:p>
        </p:txBody>
      </p:sp>
      <p:sp>
        <p:nvSpPr>
          <p:cNvPr id="34" name="íşlïḍè">
            <a:extLst>
              <a:ext uri="{FF2B5EF4-FFF2-40B4-BE49-F238E27FC236}">
                <a16:creationId xmlns:a16="http://schemas.microsoft.com/office/drawing/2014/main" id="{270A6616-8962-438B-9D0A-D78E83CB862C}"/>
              </a:ext>
            </a:extLst>
          </p:cNvPr>
          <p:cNvSpPr txBox="1"/>
          <p:nvPr/>
        </p:nvSpPr>
        <p:spPr>
          <a:xfrm>
            <a:off x="7694842" y="4191979"/>
            <a:ext cx="1754840" cy="641082"/>
          </a:xfrm>
          <a:prstGeom prst="rect">
            <a:avLst/>
          </a:prstGeom>
          <a:noFill/>
        </p:spPr>
        <p:txBody>
          <a:bodyPr wrap="square" lIns="91440" tIns="45720" rIns="91440" bIns="45720" anchor="ctr">
            <a:noAutofit/>
          </a:bodyPr>
          <a:lstStyle/>
          <a:p>
            <a:r>
              <a:rPr lang="zh-CN" altLang="en-US" b="1" dirty="0">
                <a:latin typeface="Arial Narrow" panose="020B0606020202030204" pitchFamily="34" charset="0"/>
              </a:rPr>
              <a:t>这是发送</a:t>
            </a:r>
            <a:endParaRPr lang="en-US" altLang="zh-CN" b="1" dirty="0">
              <a:latin typeface="Arial Narrow" panose="020B0606020202030204" pitchFamily="34" charset="0"/>
            </a:endParaRPr>
          </a:p>
          <a:p>
            <a:r>
              <a:rPr lang="zh-CN" altLang="en-US" b="1" dirty="0">
                <a:latin typeface="Arial Narrow" panose="020B0606020202030204" pitchFamily="34" charset="0"/>
              </a:rPr>
              <a:t>给我的帧？</a:t>
            </a:r>
          </a:p>
        </p:txBody>
      </p:sp>
      <p:sp>
        <p:nvSpPr>
          <p:cNvPr id="35" name="íşlïḍè">
            <a:extLst>
              <a:ext uri="{FF2B5EF4-FFF2-40B4-BE49-F238E27FC236}">
                <a16:creationId xmlns:a16="http://schemas.microsoft.com/office/drawing/2014/main" id="{51AA905A-09DC-46B5-B61E-129D5B0D10A2}"/>
              </a:ext>
            </a:extLst>
          </p:cNvPr>
          <p:cNvSpPr txBox="1"/>
          <p:nvPr/>
        </p:nvSpPr>
        <p:spPr>
          <a:xfrm>
            <a:off x="10084412" y="4191979"/>
            <a:ext cx="1754840" cy="641082"/>
          </a:xfrm>
          <a:prstGeom prst="rect">
            <a:avLst/>
          </a:prstGeom>
          <a:noFill/>
        </p:spPr>
        <p:txBody>
          <a:bodyPr wrap="square" lIns="91440" tIns="45720" rIns="91440" bIns="45720" anchor="ctr">
            <a:noAutofit/>
          </a:bodyPr>
          <a:lstStyle/>
          <a:p>
            <a:r>
              <a:rPr lang="zh-CN" altLang="en-US" b="1" dirty="0">
                <a:latin typeface="Arial Narrow" panose="020B0606020202030204" pitchFamily="34" charset="0"/>
              </a:rPr>
              <a:t>这是发送</a:t>
            </a:r>
            <a:endParaRPr lang="en-US" altLang="zh-CN" b="1" dirty="0">
              <a:latin typeface="Arial Narrow" panose="020B0606020202030204" pitchFamily="34" charset="0"/>
            </a:endParaRPr>
          </a:p>
          <a:p>
            <a:r>
              <a:rPr lang="zh-CN" altLang="en-US" b="1" dirty="0">
                <a:latin typeface="Arial Narrow" panose="020B0606020202030204" pitchFamily="34" charset="0"/>
              </a:rPr>
              <a:t>给我的帧？</a:t>
            </a:r>
          </a:p>
        </p:txBody>
      </p:sp>
      <p:grpSp>
        <p:nvGrpSpPr>
          <p:cNvPr id="4" name="组合 3">
            <a:extLst>
              <a:ext uri="{FF2B5EF4-FFF2-40B4-BE49-F238E27FC236}">
                <a16:creationId xmlns:a16="http://schemas.microsoft.com/office/drawing/2014/main" id="{9A1EA9F2-FCB6-48C3-935F-7AE7E3AD14AC}"/>
              </a:ext>
            </a:extLst>
          </p:cNvPr>
          <p:cNvGrpSpPr/>
          <p:nvPr/>
        </p:nvGrpSpPr>
        <p:grpSpPr>
          <a:xfrm>
            <a:off x="304799" y="749300"/>
            <a:ext cx="6192345" cy="400110"/>
            <a:chOff x="424116" y="898245"/>
            <a:chExt cx="6192345" cy="400110"/>
          </a:xfrm>
        </p:grpSpPr>
        <p:sp>
          <p:nvSpPr>
            <p:cNvPr id="2" name="平行四边形 1">
              <a:extLst>
                <a:ext uri="{FF2B5EF4-FFF2-40B4-BE49-F238E27FC236}">
                  <a16:creationId xmlns:a16="http://schemas.microsoft.com/office/drawing/2014/main" id="{1F5BAA3F-9845-4F89-A2DD-8222D3E4EDAC}"/>
                </a:ext>
              </a:extLst>
            </p:cNvPr>
            <p:cNvSpPr/>
            <p:nvPr/>
          </p:nvSpPr>
          <p:spPr>
            <a:xfrm>
              <a:off x="424116" y="898245"/>
              <a:ext cx="695119" cy="387090"/>
            </a:xfrm>
            <a:prstGeom prst="parallelogram">
              <a:avLst/>
            </a:prstGeom>
            <a:solidFill>
              <a:schemeClr val="accent3">
                <a:lumMod val="75000"/>
              </a:schemeClr>
            </a:solidFill>
            <a:ln>
              <a:solidFill>
                <a:schemeClr val="accent3">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CN" sz="2200" dirty="0">
                  <a:latin typeface="Impact" panose="020B0806030902050204" pitchFamily="34" charset="0"/>
                </a:rPr>
                <a:t>02</a:t>
              </a:r>
              <a:endParaRPr lang="zh-CN" altLang="en-US" sz="2200" dirty="0">
                <a:latin typeface="Impact" panose="020B0806030902050204" pitchFamily="34" charset="0"/>
              </a:endParaRPr>
            </a:p>
          </p:txBody>
        </p:sp>
        <p:sp>
          <p:nvSpPr>
            <p:cNvPr id="3" name="文本框 2">
              <a:extLst>
                <a:ext uri="{FF2B5EF4-FFF2-40B4-BE49-F238E27FC236}">
                  <a16:creationId xmlns:a16="http://schemas.microsoft.com/office/drawing/2014/main" id="{4D6BD736-A4D3-4F26-AFED-36E11F50F70B}"/>
                </a:ext>
              </a:extLst>
            </p:cNvPr>
            <p:cNvSpPr txBox="1"/>
            <p:nvPr/>
          </p:nvSpPr>
          <p:spPr>
            <a:xfrm>
              <a:off x="1119235" y="898245"/>
              <a:ext cx="5497226" cy="400110"/>
            </a:xfrm>
            <a:prstGeom prst="rect">
              <a:avLst/>
            </a:prstGeom>
            <a:noFill/>
          </p:spPr>
          <p:txBody>
            <a:bodyPr wrap="square" rtlCol="0">
              <a:spAutoFit/>
            </a:bodyPr>
            <a:lstStyle/>
            <a:p>
              <a:r>
                <a:rPr lang="en-US" altLang="zh-CN" sz="2000" b="1" dirty="0"/>
                <a:t>MAC</a:t>
              </a:r>
              <a:r>
                <a:rPr lang="zh-CN" altLang="en-US" sz="2000" b="1" dirty="0"/>
                <a:t>地址</a:t>
              </a:r>
            </a:p>
          </p:txBody>
        </p:sp>
      </p:grpSp>
      <p:grpSp>
        <p:nvGrpSpPr>
          <p:cNvPr id="44" name="组合 43">
            <a:extLst>
              <a:ext uri="{FF2B5EF4-FFF2-40B4-BE49-F238E27FC236}">
                <a16:creationId xmlns:a16="http://schemas.microsoft.com/office/drawing/2014/main" id="{B03ACBC9-DA26-4331-B9EA-595E763D8DD4}"/>
              </a:ext>
            </a:extLst>
          </p:cNvPr>
          <p:cNvGrpSpPr/>
          <p:nvPr/>
        </p:nvGrpSpPr>
        <p:grpSpPr>
          <a:xfrm>
            <a:off x="2064813" y="1372318"/>
            <a:ext cx="8074065" cy="902118"/>
            <a:chOff x="2064813" y="1724531"/>
            <a:chExt cx="8074065" cy="902118"/>
          </a:xfrm>
        </p:grpSpPr>
        <p:cxnSp>
          <p:nvCxnSpPr>
            <p:cNvPr id="36" name="直接连接符 35">
              <a:extLst>
                <a:ext uri="{FF2B5EF4-FFF2-40B4-BE49-F238E27FC236}">
                  <a16:creationId xmlns:a16="http://schemas.microsoft.com/office/drawing/2014/main" id="{0B49BA7C-417B-42FB-B9CA-686B2FB1B386}"/>
                </a:ext>
              </a:extLst>
            </p:cNvPr>
            <p:cNvCxnSpPr/>
            <p:nvPr/>
          </p:nvCxnSpPr>
          <p:spPr>
            <a:xfrm>
              <a:off x="2508982" y="2151142"/>
              <a:ext cx="736020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pic>
          <p:nvPicPr>
            <p:cNvPr id="30" name="图形 29">
              <a:extLst>
                <a:ext uri="{FF2B5EF4-FFF2-40B4-BE49-F238E27FC236}">
                  <a16:creationId xmlns:a16="http://schemas.microsoft.com/office/drawing/2014/main" id="{E605B43E-1FAF-403E-9B0E-F51240EE3C1E}"/>
                </a:ext>
              </a:extLst>
            </p:cNvPr>
            <p:cNvPicPr>
              <a:picLocks noChangeAspect="1"/>
            </p:cNvPicPr>
            <p:nvPr/>
          </p:nvPicPr>
          <p:blipFill>
            <a:blip r:embed="rId3">
              <a:extLst>
                <a:ext uri="{28A0092B-C50C-407E-A947-70E740481C1C}">
                  <a14:useLocalDpi xmlns:a14="http://schemas.microsoft.com/office/drawing/2010/main" val="0"/>
                </a:ext>
                <a:ext uri="{96DAC541-7B7A-43D3-8B79-37D633B846F1}">
                  <asvg:svgBlip xmlns:asvg="http://schemas.microsoft.com/office/drawing/2016/SVG/main" r:embed="rId4"/>
                </a:ext>
              </a:extLst>
            </a:blip>
            <a:stretch>
              <a:fillRect/>
            </a:stretch>
          </p:blipFill>
          <p:spPr>
            <a:xfrm>
              <a:off x="2064813" y="1724531"/>
              <a:ext cx="662814" cy="641082"/>
            </a:xfrm>
            <a:prstGeom prst="rect">
              <a:avLst/>
            </a:prstGeom>
          </p:spPr>
        </p:pic>
        <p:pic>
          <p:nvPicPr>
            <p:cNvPr id="31" name="图形 30">
              <a:extLst>
                <a:ext uri="{FF2B5EF4-FFF2-40B4-BE49-F238E27FC236}">
                  <a16:creationId xmlns:a16="http://schemas.microsoft.com/office/drawing/2014/main" id="{910A1E2E-47F4-43BE-A251-1CA11376CACF}"/>
                </a:ext>
              </a:extLst>
            </p:cNvPr>
            <p:cNvPicPr>
              <a:picLocks noChangeAspect="1"/>
            </p:cNvPicPr>
            <p:nvPr/>
          </p:nvPicPr>
          <p:blipFill>
            <a:blip r:embed="rId3">
              <a:extLst>
                <a:ext uri="{28A0092B-C50C-407E-A947-70E740481C1C}">
                  <a14:useLocalDpi xmlns:a14="http://schemas.microsoft.com/office/drawing/2010/main" val="0"/>
                </a:ext>
                <a:ext uri="{96DAC541-7B7A-43D3-8B79-37D633B846F1}">
                  <asvg:svgBlip xmlns:asvg="http://schemas.microsoft.com/office/drawing/2016/SVG/main" r:embed="rId4"/>
                </a:ext>
              </a:extLst>
            </a:blip>
            <a:stretch>
              <a:fillRect/>
            </a:stretch>
          </p:blipFill>
          <p:spPr>
            <a:xfrm>
              <a:off x="9476064" y="1724531"/>
              <a:ext cx="662814" cy="641082"/>
            </a:xfrm>
            <a:prstGeom prst="rect">
              <a:avLst/>
            </a:prstGeom>
          </p:spPr>
        </p:pic>
        <p:sp>
          <p:nvSpPr>
            <p:cNvPr id="38" name="íşlïḍè">
              <a:extLst>
                <a:ext uri="{FF2B5EF4-FFF2-40B4-BE49-F238E27FC236}">
                  <a16:creationId xmlns:a16="http://schemas.microsoft.com/office/drawing/2014/main" id="{397CED25-F0AC-4CA1-AE77-79717093F71D}"/>
                </a:ext>
              </a:extLst>
            </p:cNvPr>
            <p:cNvSpPr txBox="1"/>
            <p:nvPr/>
          </p:nvSpPr>
          <p:spPr>
            <a:xfrm>
              <a:off x="5296761" y="2334398"/>
              <a:ext cx="1607750" cy="292251"/>
            </a:xfrm>
            <a:prstGeom prst="rect">
              <a:avLst/>
            </a:prstGeom>
            <a:noFill/>
          </p:spPr>
          <p:txBody>
            <a:bodyPr wrap="square" lIns="91440" tIns="45720" rIns="91440" bIns="45720" anchor="ctr">
              <a:noAutofit/>
            </a:bodyPr>
            <a:lstStyle/>
            <a:p>
              <a:pPr algn="ctr"/>
              <a:r>
                <a:rPr lang="zh-CN" altLang="en-US" b="1" dirty="0">
                  <a:latin typeface="Arial Narrow" panose="020B0606020202030204" pitchFamily="34" charset="0"/>
                </a:rPr>
                <a:t>点对点信道</a:t>
              </a:r>
            </a:p>
          </p:txBody>
        </p:sp>
      </p:grpSp>
      <p:cxnSp>
        <p:nvCxnSpPr>
          <p:cNvPr id="21" name="直接连接符 20">
            <a:extLst>
              <a:ext uri="{FF2B5EF4-FFF2-40B4-BE49-F238E27FC236}">
                <a16:creationId xmlns:a16="http://schemas.microsoft.com/office/drawing/2014/main" id="{D140A53E-F79C-45A8-BC96-67C7878F0FA3}"/>
              </a:ext>
            </a:extLst>
          </p:cNvPr>
          <p:cNvCxnSpPr/>
          <p:nvPr/>
        </p:nvCxnSpPr>
        <p:spPr>
          <a:xfrm flipV="1">
            <a:off x="2605907" y="3607828"/>
            <a:ext cx="0" cy="812800"/>
          </a:xfrm>
          <a:prstGeom prst="line">
            <a:avLst/>
          </a:prstGeom>
          <a:ln w="152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3" name="直接连接符 22">
            <a:extLst>
              <a:ext uri="{FF2B5EF4-FFF2-40B4-BE49-F238E27FC236}">
                <a16:creationId xmlns:a16="http://schemas.microsoft.com/office/drawing/2014/main" id="{07000380-610D-4E4F-AF1F-2285F70C4580}"/>
              </a:ext>
            </a:extLst>
          </p:cNvPr>
          <p:cNvCxnSpPr/>
          <p:nvPr/>
        </p:nvCxnSpPr>
        <p:spPr>
          <a:xfrm flipV="1">
            <a:off x="5022820" y="3607828"/>
            <a:ext cx="0" cy="812800"/>
          </a:xfrm>
          <a:prstGeom prst="line">
            <a:avLst/>
          </a:prstGeom>
          <a:ln w="152400">
            <a:solidFill>
              <a:schemeClr val="tx1"/>
            </a:solidFill>
            <a:tailEnd w="med" len="lg"/>
          </a:ln>
        </p:spPr>
        <p:style>
          <a:lnRef idx="1">
            <a:schemeClr val="accent1"/>
          </a:lnRef>
          <a:fillRef idx="0">
            <a:schemeClr val="accent1"/>
          </a:fillRef>
          <a:effectRef idx="0">
            <a:schemeClr val="accent1"/>
          </a:effectRef>
          <a:fontRef idx="minor">
            <a:schemeClr val="tx1"/>
          </a:fontRef>
        </p:style>
      </p:cxnSp>
      <p:cxnSp>
        <p:nvCxnSpPr>
          <p:cNvPr id="25" name="直接连接符 24">
            <a:extLst>
              <a:ext uri="{FF2B5EF4-FFF2-40B4-BE49-F238E27FC236}">
                <a16:creationId xmlns:a16="http://schemas.microsoft.com/office/drawing/2014/main" id="{24EDF21C-94B3-4483-837B-80D7CA8AEB6B}"/>
              </a:ext>
            </a:extLst>
          </p:cNvPr>
          <p:cNvCxnSpPr/>
          <p:nvPr/>
        </p:nvCxnSpPr>
        <p:spPr>
          <a:xfrm flipV="1">
            <a:off x="7498946" y="3607828"/>
            <a:ext cx="0" cy="812800"/>
          </a:xfrm>
          <a:prstGeom prst="line">
            <a:avLst/>
          </a:prstGeom>
          <a:ln w="152400">
            <a:solidFill>
              <a:schemeClr val="tx1"/>
            </a:solidFill>
          </a:ln>
        </p:spPr>
        <p:style>
          <a:lnRef idx="1">
            <a:schemeClr val="accent1"/>
          </a:lnRef>
          <a:fillRef idx="0">
            <a:schemeClr val="accent1"/>
          </a:fillRef>
          <a:effectRef idx="0">
            <a:schemeClr val="accent1"/>
          </a:effectRef>
          <a:fontRef idx="minor">
            <a:schemeClr val="tx1"/>
          </a:fontRef>
        </p:style>
      </p:cxnSp>
      <p:grpSp>
        <p:nvGrpSpPr>
          <p:cNvPr id="42" name="组合 41">
            <a:extLst>
              <a:ext uri="{FF2B5EF4-FFF2-40B4-BE49-F238E27FC236}">
                <a16:creationId xmlns:a16="http://schemas.microsoft.com/office/drawing/2014/main" id="{1CC224D6-12E1-44D7-A886-4B677003A990}"/>
              </a:ext>
            </a:extLst>
          </p:cNvPr>
          <p:cNvGrpSpPr/>
          <p:nvPr/>
        </p:nvGrpSpPr>
        <p:grpSpPr>
          <a:xfrm>
            <a:off x="2018761" y="3467355"/>
            <a:ext cx="8489187" cy="225524"/>
            <a:chOff x="1920089" y="3629914"/>
            <a:chExt cx="8489187" cy="225524"/>
          </a:xfrm>
        </p:grpSpPr>
        <p:cxnSp>
          <p:nvCxnSpPr>
            <p:cNvPr id="20" name="直接连接符 19">
              <a:extLst>
                <a:ext uri="{FF2B5EF4-FFF2-40B4-BE49-F238E27FC236}">
                  <a16:creationId xmlns:a16="http://schemas.microsoft.com/office/drawing/2014/main" id="{B1BB9209-60AB-481D-9583-A468BBA20152}"/>
                </a:ext>
              </a:extLst>
            </p:cNvPr>
            <p:cNvCxnSpPr>
              <a:cxnSpLocks/>
              <a:endCxn id="28" idx="3"/>
            </p:cNvCxnSpPr>
            <p:nvPr/>
          </p:nvCxnSpPr>
          <p:spPr>
            <a:xfrm>
              <a:off x="2051721" y="3742676"/>
              <a:ext cx="8357555" cy="0"/>
            </a:xfrm>
            <a:prstGeom prst="line">
              <a:avLst/>
            </a:prstGeom>
            <a:ln w="152400">
              <a:solidFill>
                <a:schemeClr val="tx1"/>
              </a:solidFill>
            </a:ln>
          </p:spPr>
          <p:style>
            <a:lnRef idx="1">
              <a:schemeClr val="accent1"/>
            </a:lnRef>
            <a:fillRef idx="0">
              <a:schemeClr val="accent1"/>
            </a:fillRef>
            <a:effectRef idx="0">
              <a:schemeClr val="accent1"/>
            </a:effectRef>
            <a:fontRef idx="minor">
              <a:schemeClr val="tx1"/>
            </a:fontRef>
          </p:style>
        </p:cxnSp>
        <p:sp>
          <p:nvSpPr>
            <p:cNvPr id="27" name="矩形 26">
              <a:extLst>
                <a:ext uri="{FF2B5EF4-FFF2-40B4-BE49-F238E27FC236}">
                  <a16:creationId xmlns:a16="http://schemas.microsoft.com/office/drawing/2014/main" id="{3088066B-37B0-4753-B025-A9C4A9DBE759}"/>
                </a:ext>
              </a:extLst>
            </p:cNvPr>
            <p:cNvSpPr/>
            <p:nvPr/>
          </p:nvSpPr>
          <p:spPr>
            <a:xfrm>
              <a:off x="1920089" y="3629914"/>
              <a:ext cx="225524" cy="225524"/>
            </a:xfrm>
            <a:prstGeom prst="rect">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28" name="矩形 27">
              <a:extLst>
                <a:ext uri="{FF2B5EF4-FFF2-40B4-BE49-F238E27FC236}">
                  <a16:creationId xmlns:a16="http://schemas.microsoft.com/office/drawing/2014/main" id="{592837BA-D312-4B02-9754-A33B4D43ECD9}"/>
                </a:ext>
              </a:extLst>
            </p:cNvPr>
            <p:cNvSpPr/>
            <p:nvPr/>
          </p:nvSpPr>
          <p:spPr>
            <a:xfrm>
              <a:off x="10183752" y="3629914"/>
              <a:ext cx="225524" cy="225524"/>
            </a:xfrm>
            <a:prstGeom prst="rect">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grpSp>
      <p:sp>
        <p:nvSpPr>
          <p:cNvPr id="19" name="íşlïḍè">
            <a:extLst>
              <a:ext uri="{FF2B5EF4-FFF2-40B4-BE49-F238E27FC236}">
                <a16:creationId xmlns:a16="http://schemas.microsoft.com/office/drawing/2014/main" id="{D82D0EE9-BCE7-4FB3-B3CF-414981DECE6F}"/>
              </a:ext>
            </a:extLst>
          </p:cNvPr>
          <p:cNvSpPr txBox="1"/>
          <p:nvPr/>
        </p:nvSpPr>
        <p:spPr>
          <a:xfrm>
            <a:off x="5414767" y="4856117"/>
            <a:ext cx="1362463" cy="463199"/>
          </a:xfrm>
          <a:prstGeom prst="rect">
            <a:avLst/>
          </a:prstGeom>
          <a:noFill/>
        </p:spPr>
        <p:txBody>
          <a:bodyPr wrap="square" lIns="91440" tIns="45720" rIns="91440" bIns="45720" anchor="ctr">
            <a:noAutofit/>
          </a:bodyPr>
          <a:lstStyle/>
          <a:p>
            <a:pPr algn="ctr"/>
            <a:r>
              <a:rPr lang="zh-CN" altLang="en-US" b="1" dirty="0">
                <a:latin typeface="Arial Narrow" panose="020B0606020202030204" pitchFamily="34" charset="0"/>
              </a:rPr>
              <a:t>广播信道</a:t>
            </a:r>
          </a:p>
        </p:txBody>
      </p:sp>
      <p:cxnSp>
        <p:nvCxnSpPr>
          <p:cNvPr id="41" name="直接连接符 40">
            <a:extLst>
              <a:ext uri="{FF2B5EF4-FFF2-40B4-BE49-F238E27FC236}">
                <a16:creationId xmlns:a16="http://schemas.microsoft.com/office/drawing/2014/main" id="{3E3D9334-DC5E-41BA-9E7D-EB77BC46305D}"/>
              </a:ext>
            </a:extLst>
          </p:cNvPr>
          <p:cNvCxnSpPr/>
          <p:nvPr/>
        </p:nvCxnSpPr>
        <p:spPr>
          <a:xfrm flipV="1">
            <a:off x="9966946" y="3601838"/>
            <a:ext cx="0" cy="812800"/>
          </a:xfrm>
          <a:prstGeom prst="line">
            <a:avLst/>
          </a:prstGeom>
          <a:ln w="152400">
            <a:solidFill>
              <a:schemeClr val="tx1"/>
            </a:solidFill>
          </a:ln>
        </p:spPr>
        <p:style>
          <a:lnRef idx="1">
            <a:schemeClr val="accent1"/>
          </a:lnRef>
          <a:fillRef idx="0">
            <a:schemeClr val="accent1"/>
          </a:fillRef>
          <a:effectRef idx="0">
            <a:schemeClr val="accent1"/>
          </a:effectRef>
          <a:fontRef idx="minor">
            <a:schemeClr val="tx1"/>
          </a:fontRef>
        </p:style>
      </p:cxnSp>
      <p:pic>
        <p:nvPicPr>
          <p:cNvPr id="22" name="图形 21">
            <a:extLst>
              <a:ext uri="{FF2B5EF4-FFF2-40B4-BE49-F238E27FC236}">
                <a16:creationId xmlns:a16="http://schemas.microsoft.com/office/drawing/2014/main" id="{147196D6-EE10-4D07-BD48-FF4D4C22EAEE}"/>
              </a:ext>
            </a:extLst>
          </p:cNvPr>
          <p:cNvPicPr>
            <a:picLocks noChangeAspect="1"/>
          </p:cNvPicPr>
          <p:nvPr/>
        </p:nvPicPr>
        <p:blipFill>
          <a:blip r:embed="rId3">
            <a:extLst>
              <a:ext uri="{28A0092B-C50C-407E-A947-70E740481C1C}">
                <a14:useLocalDpi xmlns:a14="http://schemas.microsoft.com/office/drawing/2010/main" val="0"/>
              </a:ext>
              <a:ext uri="{96DAC541-7B7A-43D3-8B79-37D633B846F1}">
                <asvg:svgBlip xmlns:asvg="http://schemas.microsoft.com/office/drawing/2016/SVG/main" r:embed="rId4"/>
              </a:ext>
            </a:extLst>
          </a:blip>
          <a:stretch>
            <a:fillRect/>
          </a:stretch>
        </p:blipFill>
        <p:spPr>
          <a:xfrm>
            <a:off x="2064813" y="4215035"/>
            <a:ext cx="662814" cy="641082"/>
          </a:xfrm>
          <a:prstGeom prst="rect">
            <a:avLst/>
          </a:prstGeom>
        </p:spPr>
      </p:pic>
      <p:pic>
        <p:nvPicPr>
          <p:cNvPr id="26" name="图形 25">
            <a:extLst>
              <a:ext uri="{FF2B5EF4-FFF2-40B4-BE49-F238E27FC236}">
                <a16:creationId xmlns:a16="http://schemas.microsoft.com/office/drawing/2014/main" id="{4DE01D43-511C-4B9A-9214-7B6BCE67BAF8}"/>
              </a:ext>
            </a:extLst>
          </p:cNvPr>
          <p:cNvPicPr>
            <a:picLocks noChangeAspect="1"/>
          </p:cNvPicPr>
          <p:nvPr/>
        </p:nvPicPr>
        <p:blipFill>
          <a:blip r:embed="rId3">
            <a:extLst>
              <a:ext uri="{28A0092B-C50C-407E-A947-70E740481C1C}">
                <a14:useLocalDpi xmlns:a14="http://schemas.microsoft.com/office/drawing/2010/main" val="0"/>
              </a:ext>
              <a:ext uri="{96DAC541-7B7A-43D3-8B79-37D633B846F1}">
                <asvg:svgBlip xmlns:asvg="http://schemas.microsoft.com/office/drawing/2016/SVG/main" r:embed="rId4"/>
              </a:ext>
            </a:extLst>
          </a:blip>
          <a:stretch>
            <a:fillRect/>
          </a:stretch>
        </p:blipFill>
        <p:spPr>
          <a:xfrm>
            <a:off x="9476064" y="4215035"/>
            <a:ext cx="662814" cy="641082"/>
          </a:xfrm>
          <a:prstGeom prst="rect">
            <a:avLst/>
          </a:prstGeom>
        </p:spPr>
      </p:pic>
      <p:pic>
        <p:nvPicPr>
          <p:cNvPr id="39" name="图形 38">
            <a:extLst>
              <a:ext uri="{FF2B5EF4-FFF2-40B4-BE49-F238E27FC236}">
                <a16:creationId xmlns:a16="http://schemas.microsoft.com/office/drawing/2014/main" id="{8BEDA2E6-C612-4550-90B3-45F9C9E9EBF3}"/>
              </a:ext>
            </a:extLst>
          </p:cNvPr>
          <p:cNvPicPr>
            <a:picLocks noChangeAspect="1"/>
          </p:cNvPicPr>
          <p:nvPr/>
        </p:nvPicPr>
        <p:blipFill>
          <a:blip r:embed="rId3">
            <a:extLst>
              <a:ext uri="{28A0092B-C50C-407E-A947-70E740481C1C}">
                <a14:useLocalDpi xmlns:a14="http://schemas.microsoft.com/office/drawing/2010/main" val="0"/>
              </a:ext>
              <a:ext uri="{96DAC541-7B7A-43D3-8B79-37D633B846F1}">
                <asvg:svgBlip xmlns:asvg="http://schemas.microsoft.com/office/drawing/2016/SVG/main" r:embed="rId4"/>
              </a:ext>
            </a:extLst>
          </a:blip>
          <a:stretch>
            <a:fillRect/>
          </a:stretch>
        </p:blipFill>
        <p:spPr>
          <a:xfrm>
            <a:off x="7005647" y="4215035"/>
            <a:ext cx="662814" cy="641082"/>
          </a:xfrm>
          <a:prstGeom prst="rect">
            <a:avLst/>
          </a:prstGeom>
        </p:spPr>
      </p:pic>
      <p:sp>
        <p:nvSpPr>
          <p:cNvPr id="43" name="íşlïḍè">
            <a:extLst>
              <a:ext uri="{FF2B5EF4-FFF2-40B4-BE49-F238E27FC236}">
                <a16:creationId xmlns:a16="http://schemas.microsoft.com/office/drawing/2014/main" id="{E1889736-840C-4386-8CEF-10D980FF285D}"/>
              </a:ext>
            </a:extLst>
          </p:cNvPr>
          <p:cNvSpPr txBox="1"/>
          <p:nvPr/>
        </p:nvSpPr>
        <p:spPr>
          <a:xfrm>
            <a:off x="4482467" y="2333011"/>
            <a:ext cx="3227065" cy="292251"/>
          </a:xfrm>
          <a:prstGeom prst="rect">
            <a:avLst/>
          </a:prstGeom>
          <a:noFill/>
        </p:spPr>
        <p:txBody>
          <a:bodyPr wrap="square" lIns="91440" tIns="45720" rIns="91440" bIns="45720" anchor="ctr">
            <a:noAutofit/>
          </a:bodyPr>
          <a:lstStyle/>
          <a:p>
            <a:pPr algn="ctr"/>
            <a:r>
              <a:rPr lang="zh-CN" altLang="en-US" b="1" dirty="0">
                <a:solidFill>
                  <a:schemeClr val="accent4"/>
                </a:solidFill>
                <a:latin typeface="Arial Narrow" panose="020B0606020202030204" pitchFamily="34" charset="0"/>
              </a:rPr>
              <a:t>数据链路层不需要使用地址</a:t>
            </a:r>
          </a:p>
        </p:txBody>
      </p:sp>
      <p:grpSp>
        <p:nvGrpSpPr>
          <p:cNvPr id="54" name="组合 53">
            <a:extLst>
              <a:ext uri="{FF2B5EF4-FFF2-40B4-BE49-F238E27FC236}">
                <a16:creationId xmlns:a16="http://schemas.microsoft.com/office/drawing/2014/main" id="{6D7C2406-A689-4157-8460-50480BA3E90B}"/>
              </a:ext>
            </a:extLst>
          </p:cNvPr>
          <p:cNvGrpSpPr/>
          <p:nvPr/>
        </p:nvGrpSpPr>
        <p:grpSpPr>
          <a:xfrm>
            <a:off x="5323845" y="4280951"/>
            <a:ext cx="1544306" cy="336539"/>
            <a:chOff x="5323845" y="4280951"/>
            <a:chExt cx="1544306" cy="336539"/>
          </a:xfrm>
        </p:grpSpPr>
        <p:cxnSp>
          <p:nvCxnSpPr>
            <p:cNvPr id="46" name="直接箭头连接符 45">
              <a:extLst>
                <a:ext uri="{FF2B5EF4-FFF2-40B4-BE49-F238E27FC236}">
                  <a16:creationId xmlns:a16="http://schemas.microsoft.com/office/drawing/2014/main" id="{A2C65660-B138-472D-9596-AEEA8D8ADF9A}"/>
                </a:ext>
              </a:extLst>
            </p:cNvPr>
            <p:cNvCxnSpPr>
              <a:cxnSpLocks/>
            </p:cNvCxnSpPr>
            <p:nvPr/>
          </p:nvCxnSpPr>
          <p:spPr>
            <a:xfrm>
              <a:off x="5323845" y="4617490"/>
              <a:ext cx="1544306" cy="0"/>
            </a:xfrm>
            <a:prstGeom prst="straightConnector1">
              <a:avLst/>
            </a:prstGeom>
            <a:ln w="38100">
              <a:solidFill>
                <a:schemeClr val="tx1"/>
              </a:solidFill>
              <a:prstDash val="dash"/>
              <a:tailEnd type="triangle"/>
            </a:ln>
          </p:spPr>
          <p:style>
            <a:lnRef idx="1">
              <a:schemeClr val="accent1"/>
            </a:lnRef>
            <a:fillRef idx="0">
              <a:schemeClr val="accent1"/>
            </a:fillRef>
            <a:effectRef idx="0">
              <a:schemeClr val="accent1"/>
            </a:effectRef>
            <a:fontRef idx="minor">
              <a:schemeClr val="tx1"/>
            </a:fontRef>
          </p:style>
        </p:cxnSp>
        <p:sp>
          <p:nvSpPr>
            <p:cNvPr id="53" name="íşlïḍè">
              <a:extLst>
                <a:ext uri="{FF2B5EF4-FFF2-40B4-BE49-F238E27FC236}">
                  <a16:creationId xmlns:a16="http://schemas.microsoft.com/office/drawing/2014/main" id="{6BD8BC68-1B75-4FB6-9911-70ED85C3BF11}"/>
                </a:ext>
              </a:extLst>
            </p:cNvPr>
            <p:cNvSpPr txBox="1"/>
            <p:nvPr/>
          </p:nvSpPr>
          <p:spPr>
            <a:xfrm>
              <a:off x="5632036" y="4280951"/>
              <a:ext cx="927924" cy="267374"/>
            </a:xfrm>
            <a:prstGeom prst="rect">
              <a:avLst/>
            </a:prstGeom>
            <a:noFill/>
          </p:spPr>
          <p:txBody>
            <a:bodyPr wrap="square" lIns="91440" tIns="45720" rIns="91440" bIns="45720" anchor="ctr">
              <a:noAutofit/>
            </a:bodyPr>
            <a:lstStyle/>
            <a:p>
              <a:pPr algn="ctr"/>
              <a:r>
                <a:rPr lang="zh-CN" altLang="en-US" b="1" dirty="0">
                  <a:latin typeface="Arial Narrow" panose="020B0606020202030204" pitchFamily="34" charset="0"/>
                </a:rPr>
                <a:t>发送帧</a:t>
              </a:r>
            </a:p>
          </p:txBody>
        </p:sp>
      </p:grpSp>
      <p:cxnSp>
        <p:nvCxnSpPr>
          <p:cNvPr id="56" name="直接箭头连接符 55">
            <a:extLst>
              <a:ext uri="{FF2B5EF4-FFF2-40B4-BE49-F238E27FC236}">
                <a16:creationId xmlns:a16="http://schemas.microsoft.com/office/drawing/2014/main" id="{7A19B750-7983-40E8-87EB-2DE084E2424A}"/>
              </a:ext>
            </a:extLst>
          </p:cNvPr>
          <p:cNvCxnSpPr/>
          <p:nvPr/>
        </p:nvCxnSpPr>
        <p:spPr>
          <a:xfrm flipV="1">
            <a:off x="5022820" y="3601838"/>
            <a:ext cx="0" cy="773654"/>
          </a:xfrm>
          <a:prstGeom prst="straightConnector1">
            <a:avLst/>
          </a:prstGeom>
          <a:ln w="50800" cap="rnd">
            <a:solidFill>
              <a:schemeClr val="accent6"/>
            </a:solidFill>
            <a:round/>
            <a:tailEnd type="triangle" w="med" len="med"/>
          </a:ln>
        </p:spPr>
        <p:style>
          <a:lnRef idx="1">
            <a:schemeClr val="accent1"/>
          </a:lnRef>
          <a:fillRef idx="0">
            <a:schemeClr val="accent1"/>
          </a:fillRef>
          <a:effectRef idx="0">
            <a:schemeClr val="accent1"/>
          </a:effectRef>
          <a:fontRef idx="minor">
            <a:schemeClr val="tx1"/>
          </a:fontRef>
        </p:style>
      </p:cxnSp>
      <p:pic>
        <p:nvPicPr>
          <p:cNvPr id="24" name="图形 23">
            <a:extLst>
              <a:ext uri="{FF2B5EF4-FFF2-40B4-BE49-F238E27FC236}">
                <a16:creationId xmlns:a16="http://schemas.microsoft.com/office/drawing/2014/main" id="{EAB63B73-1AF4-4A38-8986-514E9F3CD325}"/>
              </a:ext>
            </a:extLst>
          </p:cNvPr>
          <p:cNvPicPr>
            <a:picLocks noChangeAspect="1"/>
          </p:cNvPicPr>
          <p:nvPr/>
        </p:nvPicPr>
        <p:blipFill>
          <a:blip r:embed="rId3">
            <a:extLst>
              <a:ext uri="{28A0092B-C50C-407E-A947-70E740481C1C}">
                <a14:useLocalDpi xmlns:a14="http://schemas.microsoft.com/office/drawing/2010/main" val="0"/>
              </a:ext>
              <a:ext uri="{96DAC541-7B7A-43D3-8B79-37D633B846F1}">
                <asvg:svgBlip xmlns:asvg="http://schemas.microsoft.com/office/drawing/2016/SVG/main" r:embed="rId4"/>
              </a:ext>
            </a:extLst>
          </a:blip>
          <a:stretch>
            <a:fillRect/>
          </a:stretch>
        </p:blipFill>
        <p:spPr>
          <a:xfrm>
            <a:off x="4535230" y="4215035"/>
            <a:ext cx="662814" cy="641082"/>
          </a:xfrm>
          <a:prstGeom prst="rect">
            <a:avLst/>
          </a:prstGeom>
        </p:spPr>
      </p:pic>
      <p:cxnSp>
        <p:nvCxnSpPr>
          <p:cNvPr id="6" name="直接箭头连接符 5">
            <a:extLst>
              <a:ext uri="{FF2B5EF4-FFF2-40B4-BE49-F238E27FC236}">
                <a16:creationId xmlns:a16="http://schemas.microsoft.com/office/drawing/2014/main" id="{EBFA96C8-6C8B-45DF-945E-616889A43BB7}"/>
              </a:ext>
            </a:extLst>
          </p:cNvPr>
          <p:cNvCxnSpPr>
            <a:cxnSpLocks/>
          </p:cNvCxnSpPr>
          <p:nvPr/>
        </p:nvCxnSpPr>
        <p:spPr>
          <a:xfrm>
            <a:off x="5022820" y="3581519"/>
            <a:ext cx="5317762" cy="0"/>
          </a:xfrm>
          <a:prstGeom prst="straightConnector1">
            <a:avLst/>
          </a:prstGeom>
          <a:ln w="50800" cap="rnd">
            <a:solidFill>
              <a:schemeClr val="accent6"/>
            </a:solidFill>
            <a:round/>
            <a:tailEnd type="triangle" w="med" len="med"/>
          </a:ln>
        </p:spPr>
        <p:style>
          <a:lnRef idx="1">
            <a:schemeClr val="accent1"/>
          </a:lnRef>
          <a:fillRef idx="0">
            <a:schemeClr val="accent1"/>
          </a:fillRef>
          <a:effectRef idx="0">
            <a:schemeClr val="accent1"/>
          </a:effectRef>
          <a:fontRef idx="minor">
            <a:schemeClr val="tx1"/>
          </a:fontRef>
        </p:style>
      </p:cxnSp>
      <p:cxnSp>
        <p:nvCxnSpPr>
          <p:cNvPr id="9" name="直接箭头连接符 8">
            <a:extLst>
              <a:ext uri="{FF2B5EF4-FFF2-40B4-BE49-F238E27FC236}">
                <a16:creationId xmlns:a16="http://schemas.microsoft.com/office/drawing/2014/main" id="{912436A7-C909-4451-8C15-E76FC00614A4}"/>
              </a:ext>
            </a:extLst>
          </p:cNvPr>
          <p:cNvCxnSpPr>
            <a:cxnSpLocks/>
          </p:cNvCxnSpPr>
          <p:nvPr/>
        </p:nvCxnSpPr>
        <p:spPr>
          <a:xfrm flipH="1">
            <a:off x="2244285" y="3581519"/>
            <a:ext cx="2811810" cy="0"/>
          </a:xfrm>
          <a:prstGeom prst="straightConnector1">
            <a:avLst/>
          </a:prstGeom>
          <a:ln w="50800" cap="rnd">
            <a:solidFill>
              <a:schemeClr val="accent6"/>
            </a:solidFill>
            <a:round/>
            <a:tailEnd type="triangle" w="med" len="med"/>
          </a:ln>
        </p:spPr>
        <p:style>
          <a:lnRef idx="1">
            <a:schemeClr val="accent1"/>
          </a:lnRef>
          <a:fillRef idx="0">
            <a:schemeClr val="accent1"/>
          </a:fillRef>
          <a:effectRef idx="0">
            <a:schemeClr val="accent1"/>
          </a:effectRef>
          <a:fontRef idx="minor">
            <a:schemeClr val="tx1"/>
          </a:fontRef>
        </p:style>
      </p:cxnSp>
      <p:cxnSp>
        <p:nvCxnSpPr>
          <p:cNvPr id="13" name="直接箭头连接符 12">
            <a:extLst>
              <a:ext uri="{FF2B5EF4-FFF2-40B4-BE49-F238E27FC236}">
                <a16:creationId xmlns:a16="http://schemas.microsoft.com/office/drawing/2014/main" id="{3DE60C78-519F-4DEB-A6E8-C799BC53FD56}"/>
              </a:ext>
            </a:extLst>
          </p:cNvPr>
          <p:cNvCxnSpPr>
            <a:cxnSpLocks/>
          </p:cNvCxnSpPr>
          <p:nvPr/>
        </p:nvCxnSpPr>
        <p:spPr>
          <a:xfrm>
            <a:off x="9966946" y="3595065"/>
            <a:ext cx="0" cy="700834"/>
          </a:xfrm>
          <a:prstGeom prst="straightConnector1">
            <a:avLst/>
          </a:prstGeom>
          <a:ln w="50800" cap="rnd">
            <a:solidFill>
              <a:schemeClr val="accent6"/>
            </a:solidFill>
            <a:round/>
            <a:tailEnd type="triangle" w="med" len="med"/>
          </a:ln>
        </p:spPr>
        <p:style>
          <a:lnRef idx="1">
            <a:schemeClr val="accent1"/>
          </a:lnRef>
          <a:fillRef idx="0">
            <a:schemeClr val="accent1"/>
          </a:fillRef>
          <a:effectRef idx="0">
            <a:schemeClr val="accent1"/>
          </a:effectRef>
          <a:fontRef idx="minor">
            <a:schemeClr val="tx1"/>
          </a:fontRef>
        </p:style>
      </p:cxnSp>
      <p:cxnSp>
        <p:nvCxnSpPr>
          <p:cNvPr id="40" name="直接箭头连接符 39">
            <a:extLst>
              <a:ext uri="{FF2B5EF4-FFF2-40B4-BE49-F238E27FC236}">
                <a16:creationId xmlns:a16="http://schemas.microsoft.com/office/drawing/2014/main" id="{E03E18E1-6C9B-441A-B4DE-55425EC415AB}"/>
              </a:ext>
            </a:extLst>
          </p:cNvPr>
          <p:cNvCxnSpPr>
            <a:cxnSpLocks/>
          </p:cNvCxnSpPr>
          <p:nvPr/>
        </p:nvCxnSpPr>
        <p:spPr>
          <a:xfrm>
            <a:off x="7498946" y="3601838"/>
            <a:ext cx="0" cy="700834"/>
          </a:xfrm>
          <a:prstGeom prst="straightConnector1">
            <a:avLst/>
          </a:prstGeom>
          <a:ln w="50800" cap="rnd">
            <a:solidFill>
              <a:schemeClr val="accent6"/>
            </a:solidFill>
            <a:round/>
            <a:tailEnd type="triangle" w="med" len="med"/>
          </a:ln>
        </p:spPr>
        <p:style>
          <a:lnRef idx="1">
            <a:schemeClr val="accent1"/>
          </a:lnRef>
          <a:fillRef idx="0">
            <a:schemeClr val="accent1"/>
          </a:fillRef>
          <a:effectRef idx="0">
            <a:schemeClr val="accent1"/>
          </a:effectRef>
          <a:fontRef idx="minor">
            <a:schemeClr val="tx1"/>
          </a:fontRef>
        </p:style>
      </p:cxnSp>
      <p:cxnSp>
        <p:nvCxnSpPr>
          <p:cNvPr id="45" name="直接箭头连接符 44">
            <a:extLst>
              <a:ext uri="{FF2B5EF4-FFF2-40B4-BE49-F238E27FC236}">
                <a16:creationId xmlns:a16="http://schemas.microsoft.com/office/drawing/2014/main" id="{F1FD2EF4-08F0-40A1-832A-5D493BCCE8B1}"/>
              </a:ext>
            </a:extLst>
          </p:cNvPr>
          <p:cNvCxnSpPr>
            <a:cxnSpLocks/>
          </p:cNvCxnSpPr>
          <p:nvPr/>
        </p:nvCxnSpPr>
        <p:spPr>
          <a:xfrm>
            <a:off x="2610160" y="3601838"/>
            <a:ext cx="0" cy="700834"/>
          </a:xfrm>
          <a:prstGeom prst="straightConnector1">
            <a:avLst/>
          </a:prstGeom>
          <a:ln w="50800" cap="rnd">
            <a:solidFill>
              <a:schemeClr val="accent6"/>
            </a:solidFill>
            <a:round/>
            <a:tailEnd type="triangle" w="med" len="med"/>
          </a:ln>
        </p:spPr>
        <p:style>
          <a:lnRef idx="1">
            <a:schemeClr val="accent1"/>
          </a:lnRef>
          <a:fillRef idx="0">
            <a:schemeClr val="accent1"/>
          </a:fillRef>
          <a:effectRef idx="0">
            <a:schemeClr val="accent1"/>
          </a:effectRef>
          <a:fontRef idx="minor">
            <a:schemeClr val="tx1"/>
          </a:fontRef>
        </p:style>
      </p:cxnSp>
      <p:sp>
        <p:nvSpPr>
          <p:cNvPr id="37" name="íşlïḍè">
            <a:extLst>
              <a:ext uri="{FF2B5EF4-FFF2-40B4-BE49-F238E27FC236}">
                <a16:creationId xmlns:a16="http://schemas.microsoft.com/office/drawing/2014/main" id="{18D5C85A-EB99-4856-BEA2-A41E7F4DEC23}"/>
              </a:ext>
            </a:extLst>
          </p:cNvPr>
          <p:cNvSpPr txBox="1"/>
          <p:nvPr/>
        </p:nvSpPr>
        <p:spPr>
          <a:xfrm>
            <a:off x="3989088" y="5367883"/>
            <a:ext cx="4227358" cy="292251"/>
          </a:xfrm>
          <a:prstGeom prst="rect">
            <a:avLst/>
          </a:prstGeom>
          <a:noFill/>
        </p:spPr>
        <p:txBody>
          <a:bodyPr wrap="square" lIns="91440" tIns="45720" rIns="91440" bIns="45720" anchor="ctr">
            <a:noAutofit/>
          </a:bodyPr>
          <a:lstStyle/>
          <a:p>
            <a:pPr algn="ctr"/>
            <a:r>
              <a:rPr lang="zh-CN" altLang="en-US" b="1" dirty="0">
                <a:solidFill>
                  <a:schemeClr val="accent1">
                    <a:lumMod val="75000"/>
                  </a:schemeClr>
                </a:solidFill>
                <a:latin typeface="Arial Narrow" panose="020B0606020202030204" pitchFamily="34" charset="0"/>
              </a:rPr>
              <a:t>数据链路层必须使用地址来区分各主机</a:t>
            </a:r>
          </a:p>
        </p:txBody>
      </p:sp>
    </p:spTree>
    <p:custDataLst>
      <p:tags r:id="rId1"/>
    </p:custDataLst>
    <p:extLst>
      <p:ext uri="{BB962C8B-B14F-4D97-AF65-F5344CB8AC3E}">
        <p14:creationId xmlns:p14="http://schemas.microsoft.com/office/powerpoint/2010/main" val="2743813134"/>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2" presetClass="entr" presetSubtype="8" fill="hold" grpId="0" nodeType="withEffect">
                                  <p:stCondLst>
                                    <p:cond delay="0"/>
                                  </p:stCondLst>
                                  <p:childTnLst>
                                    <p:set>
                                      <p:cBhvr>
                                        <p:cTn id="6" dur="1" fill="hold">
                                          <p:stCondLst>
                                            <p:cond delay="0"/>
                                          </p:stCondLst>
                                        </p:cTn>
                                        <p:tgtEl>
                                          <p:spTgt spid="33"/>
                                        </p:tgtEl>
                                        <p:attrNameLst>
                                          <p:attrName>style.visibility</p:attrName>
                                        </p:attrNameLst>
                                      </p:cBhvr>
                                      <p:to>
                                        <p:strVal val="visible"/>
                                      </p:to>
                                    </p:set>
                                    <p:anim calcmode="lin" valueType="num">
                                      <p:cBhvr additive="base">
                                        <p:cTn id="7" dur="500"/>
                                        <p:tgtEl>
                                          <p:spTgt spid="33"/>
                                        </p:tgtEl>
                                        <p:attrNameLst>
                                          <p:attrName>ppt_x</p:attrName>
                                        </p:attrNameLst>
                                      </p:cBhvr>
                                      <p:tavLst>
                                        <p:tav tm="0">
                                          <p:val>
                                            <p:strVal val="#ppt_x-#ppt_w*1.125000"/>
                                          </p:val>
                                        </p:tav>
                                        <p:tav tm="100000">
                                          <p:val>
                                            <p:strVal val="#ppt_x"/>
                                          </p:val>
                                        </p:tav>
                                      </p:tavLst>
                                    </p:anim>
                                    <p:animEffect transition="in" filter="wipe(right)">
                                      <p:cBhvr>
                                        <p:cTn id="8" dur="500"/>
                                        <p:tgtEl>
                                          <p:spTgt spid="33"/>
                                        </p:tgtEl>
                                      </p:cBhvr>
                                    </p:animEffect>
                                  </p:childTnLst>
                                </p:cTn>
                              </p:par>
                              <p:par>
                                <p:cTn id="9" presetID="12" presetClass="entr" presetSubtype="8" fill="hold" grpId="0" nodeType="withEffect">
                                  <p:stCondLst>
                                    <p:cond delay="0"/>
                                  </p:stCondLst>
                                  <p:childTnLst>
                                    <p:set>
                                      <p:cBhvr>
                                        <p:cTn id="10" dur="1" fill="hold">
                                          <p:stCondLst>
                                            <p:cond delay="0"/>
                                          </p:stCondLst>
                                        </p:cTn>
                                        <p:tgtEl>
                                          <p:spTgt spid="34"/>
                                        </p:tgtEl>
                                        <p:attrNameLst>
                                          <p:attrName>style.visibility</p:attrName>
                                        </p:attrNameLst>
                                      </p:cBhvr>
                                      <p:to>
                                        <p:strVal val="visible"/>
                                      </p:to>
                                    </p:set>
                                    <p:anim calcmode="lin" valueType="num">
                                      <p:cBhvr additive="base">
                                        <p:cTn id="11" dur="500"/>
                                        <p:tgtEl>
                                          <p:spTgt spid="34"/>
                                        </p:tgtEl>
                                        <p:attrNameLst>
                                          <p:attrName>ppt_x</p:attrName>
                                        </p:attrNameLst>
                                      </p:cBhvr>
                                      <p:tavLst>
                                        <p:tav tm="0">
                                          <p:val>
                                            <p:strVal val="#ppt_x-#ppt_w*1.125000"/>
                                          </p:val>
                                        </p:tav>
                                        <p:tav tm="100000">
                                          <p:val>
                                            <p:strVal val="#ppt_x"/>
                                          </p:val>
                                        </p:tav>
                                      </p:tavLst>
                                    </p:anim>
                                    <p:animEffect transition="in" filter="wipe(right)">
                                      <p:cBhvr>
                                        <p:cTn id="12" dur="500"/>
                                        <p:tgtEl>
                                          <p:spTgt spid="34"/>
                                        </p:tgtEl>
                                      </p:cBhvr>
                                    </p:animEffect>
                                  </p:childTnLst>
                                </p:cTn>
                              </p:par>
                              <p:par>
                                <p:cTn id="13" presetID="12" presetClass="entr" presetSubtype="8" fill="hold" grpId="0" nodeType="withEffect">
                                  <p:stCondLst>
                                    <p:cond delay="0"/>
                                  </p:stCondLst>
                                  <p:childTnLst>
                                    <p:set>
                                      <p:cBhvr>
                                        <p:cTn id="14" dur="1" fill="hold">
                                          <p:stCondLst>
                                            <p:cond delay="0"/>
                                          </p:stCondLst>
                                        </p:cTn>
                                        <p:tgtEl>
                                          <p:spTgt spid="35"/>
                                        </p:tgtEl>
                                        <p:attrNameLst>
                                          <p:attrName>style.visibility</p:attrName>
                                        </p:attrNameLst>
                                      </p:cBhvr>
                                      <p:to>
                                        <p:strVal val="visible"/>
                                      </p:to>
                                    </p:set>
                                    <p:anim calcmode="lin" valueType="num">
                                      <p:cBhvr additive="base">
                                        <p:cTn id="15" dur="500"/>
                                        <p:tgtEl>
                                          <p:spTgt spid="35"/>
                                        </p:tgtEl>
                                        <p:attrNameLst>
                                          <p:attrName>ppt_x</p:attrName>
                                        </p:attrNameLst>
                                      </p:cBhvr>
                                      <p:tavLst>
                                        <p:tav tm="0">
                                          <p:val>
                                            <p:strVal val="#ppt_x-#ppt_w*1.125000"/>
                                          </p:val>
                                        </p:tav>
                                        <p:tav tm="100000">
                                          <p:val>
                                            <p:strVal val="#ppt_x"/>
                                          </p:val>
                                        </p:tav>
                                      </p:tavLst>
                                    </p:anim>
                                    <p:animEffect transition="in" filter="wipe(right)">
                                      <p:cBhvr>
                                        <p:cTn id="16" dur="500"/>
                                        <p:tgtEl>
                                          <p:spTgt spid="35"/>
                                        </p:tgtEl>
                                      </p:cBhvr>
                                    </p:animEffect>
                                  </p:childTnLst>
                                </p:cTn>
                              </p:par>
                            </p:childTnLst>
                          </p:cTn>
                        </p:par>
                      </p:childTnLst>
                    </p:cTn>
                  </p:par>
                  <p:par>
                    <p:cTn id="17" fill="hold">
                      <p:stCondLst>
                        <p:cond delay="indefinite"/>
                      </p:stCondLst>
                      <p:childTnLst>
                        <p:par>
                          <p:cTn id="18" fill="hold">
                            <p:stCondLst>
                              <p:cond delay="0"/>
                            </p:stCondLst>
                            <p:childTnLst>
                              <p:par>
                                <p:cTn id="19" presetID="47" presetClass="entr" presetSubtype="0" fill="hold" grpId="0" nodeType="clickEffect">
                                  <p:stCondLst>
                                    <p:cond delay="0"/>
                                  </p:stCondLst>
                                  <p:childTnLst>
                                    <p:set>
                                      <p:cBhvr>
                                        <p:cTn id="20" dur="1" fill="hold">
                                          <p:stCondLst>
                                            <p:cond delay="0"/>
                                          </p:stCondLst>
                                        </p:cTn>
                                        <p:tgtEl>
                                          <p:spTgt spid="37"/>
                                        </p:tgtEl>
                                        <p:attrNameLst>
                                          <p:attrName>style.visibility</p:attrName>
                                        </p:attrNameLst>
                                      </p:cBhvr>
                                      <p:to>
                                        <p:strVal val="visible"/>
                                      </p:to>
                                    </p:set>
                                    <p:animEffect transition="in" filter="fade">
                                      <p:cBhvr>
                                        <p:cTn id="21" dur="1000"/>
                                        <p:tgtEl>
                                          <p:spTgt spid="37"/>
                                        </p:tgtEl>
                                      </p:cBhvr>
                                    </p:animEffect>
                                    <p:anim calcmode="lin" valueType="num">
                                      <p:cBhvr>
                                        <p:cTn id="22" dur="1000" fill="hold"/>
                                        <p:tgtEl>
                                          <p:spTgt spid="37"/>
                                        </p:tgtEl>
                                        <p:attrNameLst>
                                          <p:attrName>ppt_x</p:attrName>
                                        </p:attrNameLst>
                                      </p:cBhvr>
                                      <p:tavLst>
                                        <p:tav tm="0">
                                          <p:val>
                                            <p:strVal val="#ppt_x"/>
                                          </p:val>
                                        </p:tav>
                                        <p:tav tm="100000">
                                          <p:val>
                                            <p:strVal val="#ppt_x"/>
                                          </p:val>
                                        </p:tav>
                                      </p:tavLst>
                                    </p:anim>
                                    <p:anim calcmode="lin" valueType="num">
                                      <p:cBhvr>
                                        <p:cTn id="23" dur="1000" fill="hold"/>
                                        <p:tgtEl>
                                          <p:spTgt spid="37"/>
                                        </p:tgtEl>
                                        <p:attrNameLst>
                                          <p:attrName>ppt_y</p:attrName>
                                        </p:attrNameLst>
                                      </p:cBhvr>
                                      <p:tavLst>
                                        <p:tav tm="0">
                                          <p:val>
                                            <p:strVal val="#ppt_y-.1"/>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3" grpId="0"/>
      <p:bldP spid="34" grpId="0"/>
      <p:bldP spid="35" grpId="0"/>
      <p:bldP spid="37" grpId="0"/>
    </p:bldLst>
  </p:timing>
</p:sld>
</file>

<file path=ppt/slides/slide25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5" name="组合 4">
            <a:extLst>
              <a:ext uri="{FF2B5EF4-FFF2-40B4-BE49-F238E27FC236}">
                <a16:creationId xmlns:a16="http://schemas.microsoft.com/office/drawing/2014/main" id="{841E27AC-2181-4B83-AC34-125D5B43438B}"/>
              </a:ext>
            </a:extLst>
          </p:cNvPr>
          <p:cNvGrpSpPr/>
          <p:nvPr/>
        </p:nvGrpSpPr>
        <p:grpSpPr>
          <a:xfrm>
            <a:off x="2267732" y="4873710"/>
            <a:ext cx="7699214" cy="256976"/>
            <a:chOff x="2267732" y="4873710"/>
            <a:chExt cx="7699214" cy="256976"/>
          </a:xfrm>
        </p:grpSpPr>
        <p:sp>
          <p:nvSpPr>
            <p:cNvPr id="49" name="íşlïḍè">
              <a:extLst>
                <a:ext uri="{FF2B5EF4-FFF2-40B4-BE49-F238E27FC236}">
                  <a16:creationId xmlns:a16="http://schemas.microsoft.com/office/drawing/2014/main" id="{EDF6BADE-9BBF-4ABE-856A-9F50E46669B9}"/>
                </a:ext>
              </a:extLst>
            </p:cNvPr>
            <p:cNvSpPr txBox="1"/>
            <p:nvPr/>
          </p:nvSpPr>
          <p:spPr>
            <a:xfrm>
              <a:off x="2267732" y="4873710"/>
              <a:ext cx="256976" cy="256976"/>
            </a:xfrm>
            <a:prstGeom prst="rect">
              <a:avLst/>
            </a:prstGeom>
            <a:noFill/>
          </p:spPr>
          <p:txBody>
            <a:bodyPr wrap="square" lIns="91440" tIns="45720" rIns="91440" bIns="45720" anchor="ctr">
              <a:noAutofit/>
            </a:bodyPr>
            <a:lstStyle/>
            <a:p>
              <a:pPr algn="ctr"/>
              <a:r>
                <a:rPr lang="en-US" altLang="zh-CN" b="1" dirty="0">
                  <a:latin typeface="Arial Narrow" panose="020B0606020202030204" pitchFamily="34" charset="0"/>
                </a:rPr>
                <a:t>A</a:t>
              </a:r>
              <a:endParaRPr lang="zh-CN" altLang="en-US" b="1" dirty="0">
                <a:latin typeface="Arial Narrow" panose="020B0606020202030204" pitchFamily="34" charset="0"/>
              </a:endParaRPr>
            </a:p>
          </p:txBody>
        </p:sp>
        <p:sp>
          <p:nvSpPr>
            <p:cNvPr id="50" name="íşlïḍè">
              <a:extLst>
                <a:ext uri="{FF2B5EF4-FFF2-40B4-BE49-F238E27FC236}">
                  <a16:creationId xmlns:a16="http://schemas.microsoft.com/office/drawing/2014/main" id="{57BECEDA-F7D8-4F34-9CD1-E9350B86363C}"/>
                </a:ext>
              </a:extLst>
            </p:cNvPr>
            <p:cNvSpPr txBox="1"/>
            <p:nvPr/>
          </p:nvSpPr>
          <p:spPr>
            <a:xfrm>
              <a:off x="4765844" y="4873710"/>
              <a:ext cx="256976" cy="256976"/>
            </a:xfrm>
            <a:prstGeom prst="rect">
              <a:avLst/>
            </a:prstGeom>
            <a:noFill/>
          </p:spPr>
          <p:txBody>
            <a:bodyPr wrap="square" lIns="91440" tIns="45720" rIns="91440" bIns="45720" anchor="ctr">
              <a:noAutofit/>
            </a:bodyPr>
            <a:lstStyle/>
            <a:p>
              <a:pPr algn="ctr"/>
              <a:r>
                <a:rPr lang="en-US" altLang="zh-CN" b="1" dirty="0">
                  <a:latin typeface="Arial Narrow" panose="020B0606020202030204" pitchFamily="34" charset="0"/>
                </a:rPr>
                <a:t>B</a:t>
              </a:r>
              <a:endParaRPr lang="zh-CN" altLang="en-US" b="1" dirty="0">
                <a:latin typeface="Arial Narrow" panose="020B0606020202030204" pitchFamily="34" charset="0"/>
              </a:endParaRPr>
            </a:p>
          </p:txBody>
        </p:sp>
        <p:sp>
          <p:nvSpPr>
            <p:cNvPr id="51" name="íşlïḍè">
              <a:extLst>
                <a:ext uri="{FF2B5EF4-FFF2-40B4-BE49-F238E27FC236}">
                  <a16:creationId xmlns:a16="http://schemas.microsoft.com/office/drawing/2014/main" id="{7D84EDE9-63B1-45A5-8782-E9774CC38D16}"/>
                </a:ext>
              </a:extLst>
            </p:cNvPr>
            <p:cNvSpPr txBox="1"/>
            <p:nvPr/>
          </p:nvSpPr>
          <p:spPr>
            <a:xfrm>
              <a:off x="7208544" y="4879859"/>
              <a:ext cx="321299" cy="250827"/>
            </a:xfrm>
            <a:prstGeom prst="rect">
              <a:avLst/>
            </a:prstGeom>
            <a:noFill/>
          </p:spPr>
          <p:txBody>
            <a:bodyPr wrap="square" lIns="91440" tIns="45720" rIns="91440" bIns="45720" anchor="ctr">
              <a:noAutofit/>
            </a:bodyPr>
            <a:lstStyle/>
            <a:p>
              <a:pPr algn="ctr"/>
              <a:r>
                <a:rPr lang="en-US" altLang="zh-CN" b="1" dirty="0">
                  <a:latin typeface="Arial Narrow" panose="020B0606020202030204" pitchFamily="34" charset="0"/>
                </a:rPr>
                <a:t>C</a:t>
              </a:r>
              <a:endParaRPr lang="zh-CN" altLang="en-US" b="1" dirty="0">
                <a:latin typeface="Arial Narrow" panose="020B0606020202030204" pitchFamily="34" charset="0"/>
              </a:endParaRPr>
            </a:p>
          </p:txBody>
        </p:sp>
        <p:sp>
          <p:nvSpPr>
            <p:cNvPr id="52" name="íşlïḍè">
              <a:extLst>
                <a:ext uri="{FF2B5EF4-FFF2-40B4-BE49-F238E27FC236}">
                  <a16:creationId xmlns:a16="http://schemas.microsoft.com/office/drawing/2014/main" id="{3692CE17-6C30-4B70-918D-35DD431CF29C}"/>
                </a:ext>
              </a:extLst>
            </p:cNvPr>
            <p:cNvSpPr txBox="1"/>
            <p:nvPr/>
          </p:nvSpPr>
          <p:spPr>
            <a:xfrm>
              <a:off x="9709970" y="4873710"/>
              <a:ext cx="256976" cy="256976"/>
            </a:xfrm>
            <a:prstGeom prst="rect">
              <a:avLst/>
            </a:prstGeom>
            <a:noFill/>
          </p:spPr>
          <p:txBody>
            <a:bodyPr wrap="square" lIns="91440" tIns="45720" rIns="91440" bIns="45720" anchor="ctr">
              <a:noAutofit/>
            </a:bodyPr>
            <a:lstStyle/>
            <a:p>
              <a:pPr algn="ctr"/>
              <a:r>
                <a:rPr lang="en-US" altLang="zh-CN" b="1" dirty="0">
                  <a:latin typeface="Arial Narrow" panose="020B0606020202030204" pitchFamily="34" charset="0"/>
                </a:rPr>
                <a:t>D</a:t>
              </a:r>
              <a:endParaRPr lang="zh-CN" altLang="en-US" b="1" dirty="0">
                <a:latin typeface="Arial Narrow" panose="020B0606020202030204" pitchFamily="34" charset="0"/>
              </a:endParaRPr>
            </a:p>
          </p:txBody>
        </p:sp>
      </p:grpSp>
      <p:sp>
        <p:nvSpPr>
          <p:cNvPr id="33" name="íşlïḍè">
            <a:extLst>
              <a:ext uri="{FF2B5EF4-FFF2-40B4-BE49-F238E27FC236}">
                <a16:creationId xmlns:a16="http://schemas.microsoft.com/office/drawing/2014/main" id="{24BF55F5-EBAF-44C7-931E-05CCF4E776B8}"/>
              </a:ext>
            </a:extLst>
          </p:cNvPr>
          <p:cNvSpPr txBox="1"/>
          <p:nvPr/>
        </p:nvSpPr>
        <p:spPr>
          <a:xfrm>
            <a:off x="2695706" y="4191979"/>
            <a:ext cx="1754840" cy="641082"/>
          </a:xfrm>
          <a:prstGeom prst="rect">
            <a:avLst/>
          </a:prstGeom>
          <a:noFill/>
        </p:spPr>
        <p:txBody>
          <a:bodyPr wrap="square" lIns="91440" tIns="45720" rIns="91440" bIns="45720" anchor="ctr">
            <a:noAutofit/>
          </a:bodyPr>
          <a:lstStyle/>
          <a:p>
            <a:r>
              <a:rPr lang="zh-CN" altLang="en-US" b="1" dirty="0">
                <a:latin typeface="Arial Narrow" panose="020B0606020202030204" pitchFamily="34" charset="0"/>
              </a:rPr>
              <a:t>这是发送</a:t>
            </a:r>
            <a:endParaRPr lang="en-US" altLang="zh-CN" b="1" dirty="0">
              <a:latin typeface="Arial Narrow" panose="020B0606020202030204" pitchFamily="34" charset="0"/>
            </a:endParaRPr>
          </a:p>
          <a:p>
            <a:r>
              <a:rPr lang="zh-CN" altLang="en-US" b="1" dirty="0">
                <a:latin typeface="Arial Narrow" panose="020B0606020202030204" pitchFamily="34" charset="0"/>
              </a:rPr>
              <a:t>给我的帧？</a:t>
            </a:r>
          </a:p>
        </p:txBody>
      </p:sp>
      <p:sp>
        <p:nvSpPr>
          <p:cNvPr id="34" name="íşlïḍè">
            <a:extLst>
              <a:ext uri="{FF2B5EF4-FFF2-40B4-BE49-F238E27FC236}">
                <a16:creationId xmlns:a16="http://schemas.microsoft.com/office/drawing/2014/main" id="{270A6616-8962-438B-9D0A-D78E83CB862C}"/>
              </a:ext>
            </a:extLst>
          </p:cNvPr>
          <p:cNvSpPr txBox="1"/>
          <p:nvPr/>
        </p:nvSpPr>
        <p:spPr>
          <a:xfrm>
            <a:off x="7694842" y="4191979"/>
            <a:ext cx="1754840" cy="641082"/>
          </a:xfrm>
          <a:prstGeom prst="rect">
            <a:avLst/>
          </a:prstGeom>
          <a:noFill/>
        </p:spPr>
        <p:txBody>
          <a:bodyPr wrap="square" lIns="91440" tIns="45720" rIns="91440" bIns="45720" anchor="ctr">
            <a:noAutofit/>
          </a:bodyPr>
          <a:lstStyle/>
          <a:p>
            <a:r>
              <a:rPr lang="zh-CN" altLang="en-US" b="1" dirty="0">
                <a:latin typeface="Arial Narrow" panose="020B0606020202030204" pitchFamily="34" charset="0"/>
              </a:rPr>
              <a:t>这是发送</a:t>
            </a:r>
            <a:endParaRPr lang="en-US" altLang="zh-CN" b="1" dirty="0">
              <a:latin typeface="Arial Narrow" panose="020B0606020202030204" pitchFamily="34" charset="0"/>
            </a:endParaRPr>
          </a:p>
          <a:p>
            <a:r>
              <a:rPr lang="zh-CN" altLang="en-US" b="1" dirty="0">
                <a:latin typeface="Arial Narrow" panose="020B0606020202030204" pitchFamily="34" charset="0"/>
              </a:rPr>
              <a:t>给我的帧？</a:t>
            </a:r>
          </a:p>
        </p:txBody>
      </p:sp>
      <p:sp>
        <p:nvSpPr>
          <p:cNvPr id="35" name="íşlïḍè">
            <a:extLst>
              <a:ext uri="{FF2B5EF4-FFF2-40B4-BE49-F238E27FC236}">
                <a16:creationId xmlns:a16="http://schemas.microsoft.com/office/drawing/2014/main" id="{51AA905A-09DC-46B5-B61E-129D5B0D10A2}"/>
              </a:ext>
            </a:extLst>
          </p:cNvPr>
          <p:cNvSpPr txBox="1"/>
          <p:nvPr/>
        </p:nvSpPr>
        <p:spPr>
          <a:xfrm>
            <a:off x="10084412" y="4191979"/>
            <a:ext cx="1754840" cy="641082"/>
          </a:xfrm>
          <a:prstGeom prst="rect">
            <a:avLst/>
          </a:prstGeom>
          <a:noFill/>
        </p:spPr>
        <p:txBody>
          <a:bodyPr wrap="square" lIns="91440" tIns="45720" rIns="91440" bIns="45720" anchor="ctr">
            <a:noAutofit/>
          </a:bodyPr>
          <a:lstStyle/>
          <a:p>
            <a:r>
              <a:rPr lang="zh-CN" altLang="en-US" b="1" dirty="0">
                <a:latin typeface="Arial Narrow" panose="020B0606020202030204" pitchFamily="34" charset="0"/>
              </a:rPr>
              <a:t>这是发送</a:t>
            </a:r>
            <a:endParaRPr lang="en-US" altLang="zh-CN" b="1" dirty="0">
              <a:latin typeface="Arial Narrow" panose="020B0606020202030204" pitchFamily="34" charset="0"/>
            </a:endParaRPr>
          </a:p>
          <a:p>
            <a:r>
              <a:rPr lang="zh-CN" altLang="en-US" b="1" dirty="0">
                <a:latin typeface="Arial Narrow" panose="020B0606020202030204" pitchFamily="34" charset="0"/>
              </a:rPr>
              <a:t>给我的帧？</a:t>
            </a:r>
          </a:p>
        </p:txBody>
      </p:sp>
      <p:grpSp>
        <p:nvGrpSpPr>
          <p:cNvPr id="4" name="组合 3">
            <a:extLst>
              <a:ext uri="{FF2B5EF4-FFF2-40B4-BE49-F238E27FC236}">
                <a16:creationId xmlns:a16="http://schemas.microsoft.com/office/drawing/2014/main" id="{9A1EA9F2-FCB6-48C3-935F-7AE7E3AD14AC}"/>
              </a:ext>
            </a:extLst>
          </p:cNvPr>
          <p:cNvGrpSpPr/>
          <p:nvPr/>
        </p:nvGrpSpPr>
        <p:grpSpPr>
          <a:xfrm>
            <a:off x="304799" y="749300"/>
            <a:ext cx="6192345" cy="400110"/>
            <a:chOff x="424116" y="898245"/>
            <a:chExt cx="6192345" cy="400110"/>
          </a:xfrm>
        </p:grpSpPr>
        <p:sp>
          <p:nvSpPr>
            <p:cNvPr id="2" name="平行四边形 1">
              <a:extLst>
                <a:ext uri="{FF2B5EF4-FFF2-40B4-BE49-F238E27FC236}">
                  <a16:creationId xmlns:a16="http://schemas.microsoft.com/office/drawing/2014/main" id="{1F5BAA3F-9845-4F89-A2DD-8222D3E4EDAC}"/>
                </a:ext>
              </a:extLst>
            </p:cNvPr>
            <p:cNvSpPr/>
            <p:nvPr/>
          </p:nvSpPr>
          <p:spPr>
            <a:xfrm>
              <a:off x="424116" y="898245"/>
              <a:ext cx="695119" cy="387090"/>
            </a:xfrm>
            <a:prstGeom prst="parallelogram">
              <a:avLst/>
            </a:prstGeom>
            <a:solidFill>
              <a:schemeClr val="accent3">
                <a:lumMod val="75000"/>
              </a:schemeClr>
            </a:solidFill>
            <a:ln>
              <a:solidFill>
                <a:schemeClr val="accent3">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CN" sz="2200" dirty="0">
                  <a:latin typeface="Impact" panose="020B0806030902050204" pitchFamily="34" charset="0"/>
                </a:rPr>
                <a:t>02</a:t>
              </a:r>
              <a:endParaRPr lang="zh-CN" altLang="en-US" sz="2200" dirty="0">
                <a:latin typeface="Impact" panose="020B0806030902050204" pitchFamily="34" charset="0"/>
              </a:endParaRPr>
            </a:p>
          </p:txBody>
        </p:sp>
        <p:sp>
          <p:nvSpPr>
            <p:cNvPr id="3" name="文本框 2">
              <a:extLst>
                <a:ext uri="{FF2B5EF4-FFF2-40B4-BE49-F238E27FC236}">
                  <a16:creationId xmlns:a16="http://schemas.microsoft.com/office/drawing/2014/main" id="{4D6BD736-A4D3-4F26-AFED-36E11F50F70B}"/>
                </a:ext>
              </a:extLst>
            </p:cNvPr>
            <p:cNvSpPr txBox="1"/>
            <p:nvPr/>
          </p:nvSpPr>
          <p:spPr>
            <a:xfrm>
              <a:off x="1119235" y="898245"/>
              <a:ext cx="5497226" cy="400110"/>
            </a:xfrm>
            <a:prstGeom prst="rect">
              <a:avLst/>
            </a:prstGeom>
            <a:noFill/>
          </p:spPr>
          <p:txBody>
            <a:bodyPr wrap="square" rtlCol="0">
              <a:spAutoFit/>
            </a:bodyPr>
            <a:lstStyle/>
            <a:p>
              <a:r>
                <a:rPr lang="en-US" altLang="zh-CN" sz="2000" b="1" dirty="0"/>
                <a:t>MAC</a:t>
              </a:r>
              <a:r>
                <a:rPr lang="zh-CN" altLang="en-US" sz="2000" b="1" dirty="0"/>
                <a:t>地址</a:t>
              </a:r>
            </a:p>
          </p:txBody>
        </p:sp>
      </p:grpSp>
      <p:cxnSp>
        <p:nvCxnSpPr>
          <p:cNvPr id="21" name="直接连接符 20">
            <a:extLst>
              <a:ext uri="{FF2B5EF4-FFF2-40B4-BE49-F238E27FC236}">
                <a16:creationId xmlns:a16="http://schemas.microsoft.com/office/drawing/2014/main" id="{D140A53E-F79C-45A8-BC96-67C7878F0FA3}"/>
              </a:ext>
            </a:extLst>
          </p:cNvPr>
          <p:cNvCxnSpPr/>
          <p:nvPr/>
        </p:nvCxnSpPr>
        <p:spPr>
          <a:xfrm flipV="1">
            <a:off x="2605907" y="3607828"/>
            <a:ext cx="0" cy="812800"/>
          </a:xfrm>
          <a:prstGeom prst="line">
            <a:avLst/>
          </a:prstGeom>
          <a:ln w="152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3" name="直接连接符 22">
            <a:extLst>
              <a:ext uri="{FF2B5EF4-FFF2-40B4-BE49-F238E27FC236}">
                <a16:creationId xmlns:a16="http://schemas.microsoft.com/office/drawing/2014/main" id="{07000380-610D-4E4F-AF1F-2285F70C4580}"/>
              </a:ext>
            </a:extLst>
          </p:cNvPr>
          <p:cNvCxnSpPr/>
          <p:nvPr/>
        </p:nvCxnSpPr>
        <p:spPr>
          <a:xfrm flipV="1">
            <a:off x="5022820" y="3607828"/>
            <a:ext cx="0" cy="812800"/>
          </a:xfrm>
          <a:prstGeom prst="line">
            <a:avLst/>
          </a:prstGeom>
          <a:ln w="152400">
            <a:solidFill>
              <a:schemeClr val="tx1"/>
            </a:solidFill>
            <a:tailEnd w="med" len="lg"/>
          </a:ln>
        </p:spPr>
        <p:style>
          <a:lnRef idx="1">
            <a:schemeClr val="accent1"/>
          </a:lnRef>
          <a:fillRef idx="0">
            <a:schemeClr val="accent1"/>
          </a:fillRef>
          <a:effectRef idx="0">
            <a:schemeClr val="accent1"/>
          </a:effectRef>
          <a:fontRef idx="minor">
            <a:schemeClr val="tx1"/>
          </a:fontRef>
        </p:style>
      </p:cxnSp>
      <p:cxnSp>
        <p:nvCxnSpPr>
          <p:cNvPr id="25" name="直接连接符 24">
            <a:extLst>
              <a:ext uri="{FF2B5EF4-FFF2-40B4-BE49-F238E27FC236}">
                <a16:creationId xmlns:a16="http://schemas.microsoft.com/office/drawing/2014/main" id="{24EDF21C-94B3-4483-837B-80D7CA8AEB6B}"/>
              </a:ext>
            </a:extLst>
          </p:cNvPr>
          <p:cNvCxnSpPr/>
          <p:nvPr/>
        </p:nvCxnSpPr>
        <p:spPr>
          <a:xfrm flipV="1">
            <a:off x="7498946" y="3607828"/>
            <a:ext cx="0" cy="812800"/>
          </a:xfrm>
          <a:prstGeom prst="line">
            <a:avLst/>
          </a:prstGeom>
          <a:ln w="152400">
            <a:solidFill>
              <a:schemeClr val="tx1"/>
            </a:solidFill>
          </a:ln>
        </p:spPr>
        <p:style>
          <a:lnRef idx="1">
            <a:schemeClr val="accent1"/>
          </a:lnRef>
          <a:fillRef idx="0">
            <a:schemeClr val="accent1"/>
          </a:fillRef>
          <a:effectRef idx="0">
            <a:schemeClr val="accent1"/>
          </a:effectRef>
          <a:fontRef idx="minor">
            <a:schemeClr val="tx1"/>
          </a:fontRef>
        </p:style>
      </p:cxnSp>
      <p:grpSp>
        <p:nvGrpSpPr>
          <p:cNvPr id="42" name="组合 41">
            <a:extLst>
              <a:ext uri="{FF2B5EF4-FFF2-40B4-BE49-F238E27FC236}">
                <a16:creationId xmlns:a16="http://schemas.microsoft.com/office/drawing/2014/main" id="{1CC224D6-12E1-44D7-A886-4B677003A990}"/>
              </a:ext>
            </a:extLst>
          </p:cNvPr>
          <p:cNvGrpSpPr/>
          <p:nvPr/>
        </p:nvGrpSpPr>
        <p:grpSpPr>
          <a:xfrm>
            <a:off x="2018761" y="3467355"/>
            <a:ext cx="8489187" cy="225524"/>
            <a:chOff x="1920089" y="3629914"/>
            <a:chExt cx="8489187" cy="225524"/>
          </a:xfrm>
        </p:grpSpPr>
        <p:cxnSp>
          <p:nvCxnSpPr>
            <p:cNvPr id="20" name="直接连接符 19">
              <a:extLst>
                <a:ext uri="{FF2B5EF4-FFF2-40B4-BE49-F238E27FC236}">
                  <a16:creationId xmlns:a16="http://schemas.microsoft.com/office/drawing/2014/main" id="{B1BB9209-60AB-481D-9583-A468BBA20152}"/>
                </a:ext>
              </a:extLst>
            </p:cNvPr>
            <p:cNvCxnSpPr>
              <a:cxnSpLocks/>
              <a:endCxn id="28" idx="3"/>
            </p:cNvCxnSpPr>
            <p:nvPr/>
          </p:nvCxnSpPr>
          <p:spPr>
            <a:xfrm>
              <a:off x="2051721" y="3742676"/>
              <a:ext cx="8357555" cy="0"/>
            </a:xfrm>
            <a:prstGeom prst="line">
              <a:avLst/>
            </a:prstGeom>
            <a:ln w="152400">
              <a:solidFill>
                <a:schemeClr val="tx1"/>
              </a:solidFill>
            </a:ln>
          </p:spPr>
          <p:style>
            <a:lnRef idx="1">
              <a:schemeClr val="accent1"/>
            </a:lnRef>
            <a:fillRef idx="0">
              <a:schemeClr val="accent1"/>
            </a:fillRef>
            <a:effectRef idx="0">
              <a:schemeClr val="accent1"/>
            </a:effectRef>
            <a:fontRef idx="minor">
              <a:schemeClr val="tx1"/>
            </a:fontRef>
          </p:style>
        </p:cxnSp>
        <p:sp>
          <p:nvSpPr>
            <p:cNvPr id="27" name="矩形 26">
              <a:extLst>
                <a:ext uri="{FF2B5EF4-FFF2-40B4-BE49-F238E27FC236}">
                  <a16:creationId xmlns:a16="http://schemas.microsoft.com/office/drawing/2014/main" id="{3088066B-37B0-4753-B025-A9C4A9DBE759}"/>
                </a:ext>
              </a:extLst>
            </p:cNvPr>
            <p:cNvSpPr/>
            <p:nvPr/>
          </p:nvSpPr>
          <p:spPr>
            <a:xfrm>
              <a:off x="1920089" y="3629914"/>
              <a:ext cx="225524" cy="225524"/>
            </a:xfrm>
            <a:prstGeom prst="rect">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28" name="矩形 27">
              <a:extLst>
                <a:ext uri="{FF2B5EF4-FFF2-40B4-BE49-F238E27FC236}">
                  <a16:creationId xmlns:a16="http://schemas.microsoft.com/office/drawing/2014/main" id="{592837BA-D312-4B02-9754-A33B4D43ECD9}"/>
                </a:ext>
              </a:extLst>
            </p:cNvPr>
            <p:cNvSpPr/>
            <p:nvPr/>
          </p:nvSpPr>
          <p:spPr>
            <a:xfrm>
              <a:off x="10183752" y="3629914"/>
              <a:ext cx="225524" cy="225524"/>
            </a:xfrm>
            <a:prstGeom prst="rect">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grpSp>
      <p:sp>
        <p:nvSpPr>
          <p:cNvPr id="19" name="íşlïḍè">
            <a:extLst>
              <a:ext uri="{FF2B5EF4-FFF2-40B4-BE49-F238E27FC236}">
                <a16:creationId xmlns:a16="http://schemas.microsoft.com/office/drawing/2014/main" id="{D82D0EE9-BCE7-4FB3-B3CF-414981DECE6F}"/>
              </a:ext>
            </a:extLst>
          </p:cNvPr>
          <p:cNvSpPr txBox="1"/>
          <p:nvPr/>
        </p:nvSpPr>
        <p:spPr>
          <a:xfrm>
            <a:off x="5414767" y="4856117"/>
            <a:ext cx="1362463" cy="463199"/>
          </a:xfrm>
          <a:prstGeom prst="rect">
            <a:avLst/>
          </a:prstGeom>
          <a:noFill/>
        </p:spPr>
        <p:txBody>
          <a:bodyPr wrap="square" lIns="91440" tIns="45720" rIns="91440" bIns="45720" anchor="ctr">
            <a:noAutofit/>
          </a:bodyPr>
          <a:lstStyle/>
          <a:p>
            <a:pPr algn="ctr"/>
            <a:r>
              <a:rPr lang="zh-CN" altLang="en-US" b="1" dirty="0">
                <a:latin typeface="Arial Narrow" panose="020B0606020202030204" pitchFamily="34" charset="0"/>
              </a:rPr>
              <a:t>广播信道</a:t>
            </a:r>
          </a:p>
        </p:txBody>
      </p:sp>
      <p:cxnSp>
        <p:nvCxnSpPr>
          <p:cNvPr id="41" name="直接连接符 40">
            <a:extLst>
              <a:ext uri="{FF2B5EF4-FFF2-40B4-BE49-F238E27FC236}">
                <a16:creationId xmlns:a16="http://schemas.microsoft.com/office/drawing/2014/main" id="{3E3D9334-DC5E-41BA-9E7D-EB77BC46305D}"/>
              </a:ext>
            </a:extLst>
          </p:cNvPr>
          <p:cNvCxnSpPr/>
          <p:nvPr/>
        </p:nvCxnSpPr>
        <p:spPr>
          <a:xfrm flipV="1">
            <a:off x="9966946" y="3601838"/>
            <a:ext cx="0" cy="812800"/>
          </a:xfrm>
          <a:prstGeom prst="line">
            <a:avLst/>
          </a:prstGeom>
          <a:ln w="152400">
            <a:solidFill>
              <a:schemeClr val="tx1"/>
            </a:solidFill>
          </a:ln>
        </p:spPr>
        <p:style>
          <a:lnRef idx="1">
            <a:schemeClr val="accent1"/>
          </a:lnRef>
          <a:fillRef idx="0">
            <a:schemeClr val="accent1"/>
          </a:fillRef>
          <a:effectRef idx="0">
            <a:schemeClr val="accent1"/>
          </a:effectRef>
          <a:fontRef idx="minor">
            <a:schemeClr val="tx1"/>
          </a:fontRef>
        </p:style>
      </p:cxnSp>
      <p:pic>
        <p:nvPicPr>
          <p:cNvPr id="22" name="图形 21">
            <a:extLst>
              <a:ext uri="{FF2B5EF4-FFF2-40B4-BE49-F238E27FC236}">
                <a16:creationId xmlns:a16="http://schemas.microsoft.com/office/drawing/2014/main" id="{147196D6-EE10-4D07-BD48-FF4D4C22EAEE}"/>
              </a:ext>
            </a:extLst>
          </p:cNvPr>
          <p:cNvPicPr>
            <a:picLocks noChangeAspect="1"/>
          </p:cNvPicPr>
          <p:nvPr/>
        </p:nvPicPr>
        <p:blipFill>
          <a:blip r:embed="rId3">
            <a:extLst>
              <a:ext uri="{28A0092B-C50C-407E-A947-70E740481C1C}">
                <a14:useLocalDpi xmlns:a14="http://schemas.microsoft.com/office/drawing/2010/main" val="0"/>
              </a:ext>
              <a:ext uri="{96DAC541-7B7A-43D3-8B79-37D633B846F1}">
                <asvg:svgBlip xmlns:asvg="http://schemas.microsoft.com/office/drawing/2016/SVG/main" r:embed="rId4"/>
              </a:ext>
            </a:extLst>
          </a:blip>
          <a:stretch>
            <a:fillRect/>
          </a:stretch>
        </p:blipFill>
        <p:spPr>
          <a:xfrm>
            <a:off x="2064813" y="4215035"/>
            <a:ext cx="662814" cy="641082"/>
          </a:xfrm>
          <a:prstGeom prst="rect">
            <a:avLst/>
          </a:prstGeom>
        </p:spPr>
      </p:pic>
      <p:pic>
        <p:nvPicPr>
          <p:cNvPr id="26" name="图形 25">
            <a:extLst>
              <a:ext uri="{FF2B5EF4-FFF2-40B4-BE49-F238E27FC236}">
                <a16:creationId xmlns:a16="http://schemas.microsoft.com/office/drawing/2014/main" id="{4DE01D43-511C-4B9A-9214-7B6BCE67BAF8}"/>
              </a:ext>
            </a:extLst>
          </p:cNvPr>
          <p:cNvPicPr>
            <a:picLocks noChangeAspect="1"/>
          </p:cNvPicPr>
          <p:nvPr/>
        </p:nvPicPr>
        <p:blipFill>
          <a:blip r:embed="rId3">
            <a:extLst>
              <a:ext uri="{28A0092B-C50C-407E-A947-70E740481C1C}">
                <a14:useLocalDpi xmlns:a14="http://schemas.microsoft.com/office/drawing/2010/main" val="0"/>
              </a:ext>
              <a:ext uri="{96DAC541-7B7A-43D3-8B79-37D633B846F1}">
                <asvg:svgBlip xmlns:asvg="http://schemas.microsoft.com/office/drawing/2016/SVG/main" r:embed="rId4"/>
              </a:ext>
            </a:extLst>
          </a:blip>
          <a:stretch>
            <a:fillRect/>
          </a:stretch>
        </p:blipFill>
        <p:spPr>
          <a:xfrm>
            <a:off x="9476064" y="4215035"/>
            <a:ext cx="662814" cy="641082"/>
          </a:xfrm>
          <a:prstGeom prst="rect">
            <a:avLst/>
          </a:prstGeom>
        </p:spPr>
      </p:pic>
      <p:pic>
        <p:nvPicPr>
          <p:cNvPr id="39" name="图形 38">
            <a:extLst>
              <a:ext uri="{FF2B5EF4-FFF2-40B4-BE49-F238E27FC236}">
                <a16:creationId xmlns:a16="http://schemas.microsoft.com/office/drawing/2014/main" id="{8BEDA2E6-C612-4550-90B3-45F9C9E9EBF3}"/>
              </a:ext>
            </a:extLst>
          </p:cNvPr>
          <p:cNvPicPr>
            <a:picLocks noChangeAspect="1"/>
          </p:cNvPicPr>
          <p:nvPr/>
        </p:nvPicPr>
        <p:blipFill>
          <a:blip r:embed="rId3">
            <a:extLst>
              <a:ext uri="{28A0092B-C50C-407E-A947-70E740481C1C}">
                <a14:useLocalDpi xmlns:a14="http://schemas.microsoft.com/office/drawing/2010/main" val="0"/>
              </a:ext>
              <a:ext uri="{96DAC541-7B7A-43D3-8B79-37D633B846F1}">
                <asvg:svgBlip xmlns:asvg="http://schemas.microsoft.com/office/drawing/2016/SVG/main" r:embed="rId4"/>
              </a:ext>
            </a:extLst>
          </a:blip>
          <a:stretch>
            <a:fillRect/>
          </a:stretch>
        </p:blipFill>
        <p:spPr>
          <a:xfrm>
            <a:off x="7005647" y="4215035"/>
            <a:ext cx="662814" cy="641082"/>
          </a:xfrm>
          <a:prstGeom prst="rect">
            <a:avLst/>
          </a:prstGeom>
        </p:spPr>
      </p:pic>
      <p:grpSp>
        <p:nvGrpSpPr>
          <p:cNvPr id="54" name="组合 53">
            <a:extLst>
              <a:ext uri="{FF2B5EF4-FFF2-40B4-BE49-F238E27FC236}">
                <a16:creationId xmlns:a16="http://schemas.microsoft.com/office/drawing/2014/main" id="{6D7C2406-A689-4157-8460-50480BA3E90B}"/>
              </a:ext>
            </a:extLst>
          </p:cNvPr>
          <p:cNvGrpSpPr/>
          <p:nvPr/>
        </p:nvGrpSpPr>
        <p:grpSpPr>
          <a:xfrm>
            <a:off x="5323845" y="4280951"/>
            <a:ext cx="1544306" cy="336539"/>
            <a:chOff x="5323845" y="4280951"/>
            <a:chExt cx="1544306" cy="336539"/>
          </a:xfrm>
        </p:grpSpPr>
        <p:cxnSp>
          <p:nvCxnSpPr>
            <p:cNvPr id="46" name="直接箭头连接符 45">
              <a:extLst>
                <a:ext uri="{FF2B5EF4-FFF2-40B4-BE49-F238E27FC236}">
                  <a16:creationId xmlns:a16="http://schemas.microsoft.com/office/drawing/2014/main" id="{A2C65660-B138-472D-9596-AEEA8D8ADF9A}"/>
                </a:ext>
              </a:extLst>
            </p:cNvPr>
            <p:cNvCxnSpPr>
              <a:cxnSpLocks/>
            </p:cNvCxnSpPr>
            <p:nvPr/>
          </p:nvCxnSpPr>
          <p:spPr>
            <a:xfrm>
              <a:off x="5323845" y="4617490"/>
              <a:ext cx="1544306" cy="0"/>
            </a:xfrm>
            <a:prstGeom prst="straightConnector1">
              <a:avLst/>
            </a:prstGeom>
            <a:ln w="38100">
              <a:solidFill>
                <a:schemeClr val="tx1"/>
              </a:solidFill>
              <a:prstDash val="dash"/>
              <a:tailEnd type="triangle"/>
            </a:ln>
          </p:spPr>
          <p:style>
            <a:lnRef idx="1">
              <a:schemeClr val="accent1"/>
            </a:lnRef>
            <a:fillRef idx="0">
              <a:schemeClr val="accent1"/>
            </a:fillRef>
            <a:effectRef idx="0">
              <a:schemeClr val="accent1"/>
            </a:effectRef>
            <a:fontRef idx="minor">
              <a:schemeClr val="tx1"/>
            </a:fontRef>
          </p:style>
        </p:cxnSp>
        <p:sp>
          <p:nvSpPr>
            <p:cNvPr id="53" name="íşlïḍè">
              <a:extLst>
                <a:ext uri="{FF2B5EF4-FFF2-40B4-BE49-F238E27FC236}">
                  <a16:creationId xmlns:a16="http://schemas.microsoft.com/office/drawing/2014/main" id="{6BD8BC68-1B75-4FB6-9911-70ED85C3BF11}"/>
                </a:ext>
              </a:extLst>
            </p:cNvPr>
            <p:cNvSpPr txBox="1"/>
            <p:nvPr/>
          </p:nvSpPr>
          <p:spPr>
            <a:xfrm>
              <a:off x="5632036" y="4280951"/>
              <a:ext cx="927924" cy="267374"/>
            </a:xfrm>
            <a:prstGeom prst="rect">
              <a:avLst/>
            </a:prstGeom>
            <a:noFill/>
          </p:spPr>
          <p:txBody>
            <a:bodyPr wrap="square" lIns="91440" tIns="45720" rIns="91440" bIns="45720" anchor="ctr">
              <a:noAutofit/>
            </a:bodyPr>
            <a:lstStyle/>
            <a:p>
              <a:pPr algn="ctr"/>
              <a:r>
                <a:rPr lang="zh-CN" altLang="en-US" b="1" dirty="0">
                  <a:latin typeface="Arial Narrow" panose="020B0606020202030204" pitchFamily="34" charset="0"/>
                </a:rPr>
                <a:t>发送帧</a:t>
              </a:r>
            </a:p>
          </p:txBody>
        </p:sp>
      </p:grpSp>
      <p:cxnSp>
        <p:nvCxnSpPr>
          <p:cNvPr id="56" name="直接箭头连接符 55">
            <a:extLst>
              <a:ext uri="{FF2B5EF4-FFF2-40B4-BE49-F238E27FC236}">
                <a16:creationId xmlns:a16="http://schemas.microsoft.com/office/drawing/2014/main" id="{7A19B750-7983-40E8-87EB-2DE084E2424A}"/>
              </a:ext>
            </a:extLst>
          </p:cNvPr>
          <p:cNvCxnSpPr/>
          <p:nvPr/>
        </p:nvCxnSpPr>
        <p:spPr>
          <a:xfrm flipV="1">
            <a:off x="5022820" y="3601838"/>
            <a:ext cx="0" cy="773654"/>
          </a:xfrm>
          <a:prstGeom prst="straightConnector1">
            <a:avLst/>
          </a:prstGeom>
          <a:ln w="50800" cap="rnd">
            <a:solidFill>
              <a:schemeClr val="accent6"/>
            </a:solidFill>
            <a:round/>
            <a:tailEnd type="triangle" w="med" len="med"/>
          </a:ln>
        </p:spPr>
        <p:style>
          <a:lnRef idx="1">
            <a:schemeClr val="accent1"/>
          </a:lnRef>
          <a:fillRef idx="0">
            <a:schemeClr val="accent1"/>
          </a:fillRef>
          <a:effectRef idx="0">
            <a:schemeClr val="accent1"/>
          </a:effectRef>
          <a:fontRef idx="minor">
            <a:schemeClr val="tx1"/>
          </a:fontRef>
        </p:style>
      </p:cxnSp>
      <p:pic>
        <p:nvPicPr>
          <p:cNvPr id="24" name="图形 23">
            <a:extLst>
              <a:ext uri="{FF2B5EF4-FFF2-40B4-BE49-F238E27FC236}">
                <a16:creationId xmlns:a16="http://schemas.microsoft.com/office/drawing/2014/main" id="{EAB63B73-1AF4-4A38-8986-514E9F3CD325}"/>
              </a:ext>
            </a:extLst>
          </p:cNvPr>
          <p:cNvPicPr>
            <a:picLocks noChangeAspect="1"/>
          </p:cNvPicPr>
          <p:nvPr/>
        </p:nvPicPr>
        <p:blipFill>
          <a:blip r:embed="rId3">
            <a:extLst>
              <a:ext uri="{28A0092B-C50C-407E-A947-70E740481C1C}">
                <a14:useLocalDpi xmlns:a14="http://schemas.microsoft.com/office/drawing/2010/main" val="0"/>
              </a:ext>
              <a:ext uri="{96DAC541-7B7A-43D3-8B79-37D633B846F1}">
                <asvg:svgBlip xmlns:asvg="http://schemas.microsoft.com/office/drawing/2016/SVG/main" r:embed="rId4"/>
              </a:ext>
            </a:extLst>
          </a:blip>
          <a:stretch>
            <a:fillRect/>
          </a:stretch>
        </p:blipFill>
        <p:spPr>
          <a:xfrm>
            <a:off x="4535230" y="4215035"/>
            <a:ext cx="662814" cy="641082"/>
          </a:xfrm>
          <a:prstGeom prst="rect">
            <a:avLst/>
          </a:prstGeom>
        </p:spPr>
      </p:pic>
      <p:cxnSp>
        <p:nvCxnSpPr>
          <p:cNvPr id="6" name="直接箭头连接符 5">
            <a:extLst>
              <a:ext uri="{FF2B5EF4-FFF2-40B4-BE49-F238E27FC236}">
                <a16:creationId xmlns:a16="http://schemas.microsoft.com/office/drawing/2014/main" id="{EBFA96C8-6C8B-45DF-945E-616889A43BB7}"/>
              </a:ext>
            </a:extLst>
          </p:cNvPr>
          <p:cNvCxnSpPr>
            <a:cxnSpLocks/>
          </p:cNvCxnSpPr>
          <p:nvPr/>
        </p:nvCxnSpPr>
        <p:spPr>
          <a:xfrm>
            <a:off x="5022820" y="3581519"/>
            <a:ext cx="5317762" cy="0"/>
          </a:xfrm>
          <a:prstGeom prst="straightConnector1">
            <a:avLst/>
          </a:prstGeom>
          <a:ln w="50800" cap="rnd">
            <a:solidFill>
              <a:schemeClr val="accent6"/>
            </a:solidFill>
            <a:round/>
            <a:tailEnd type="triangle" w="med" len="med"/>
          </a:ln>
        </p:spPr>
        <p:style>
          <a:lnRef idx="1">
            <a:schemeClr val="accent1"/>
          </a:lnRef>
          <a:fillRef idx="0">
            <a:schemeClr val="accent1"/>
          </a:fillRef>
          <a:effectRef idx="0">
            <a:schemeClr val="accent1"/>
          </a:effectRef>
          <a:fontRef idx="minor">
            <a:schemeClr val="tx1"/>
          </a:fontRef>
        </p:style>
      </p:cxnSp>
      <p:cxnSp>
        <p:nvCxnSpPr>
          <p:cNvPr id="9" name="直接箭头连接符 8">
            <a:extLst>
              <a:ext uri="{FF2B5EF4-FFF2-40B4-BE49-F238E27FC236}">
                <a16:creationId xmlns:a16="http://schemas.microsoft.com/office/drawing/2014/main" id="{912436A7-C909-4451-8C15-E76FC00614A4}"/>
              </a:ext>
            </a:extLst>
          </p:cNvPr>
          <p:cNvCxnSpPr>
            <a:cxnSpLocks/>
          </p:cNvCxnSpPr>
          <p:nvPr/>
        </p:nvCxnSpPr>
        <p:spPr>
          <a:xfrm flipH="1">
            <a:off x="2244285" y="3581519"/>
            <a:ext cx="2811810" cy="0"/>
          </a:xfrm>
          <a:prstGeom prst="straightConnector1">
            <a:avLst/>
          </a:prstGeom>
          <a:ln w="50800" cap="rnd">
            <a:solidFill>
              <a:schemeClr val="accent6"/>
            </a:solidFill>
            <a:round/>
            <a:tailEnd type="triangle" w="med" len="med"/>
          </a:ln>
        </p:spPr>
        <p:style>
          <a:lnRef idx="1">
            <a:schemeClr val="accent1"/>
          </a:lnRef>
          <a:fillRef idx="0">
            <a:schemeClr val="accent1"/>
          </a:fillRef>
          <a:effectRef idx="0">
            <a:schemeClr val="accent1"/>
          </a:effectRef>
          <a:fontRef idx="minor">
            <a:schemeClr val="tx1"/>
          </a:fontRef>
        </p:style>
      </p:cxnSp>
      <p:cxnSp>
        <p:nvCxnSpPr>
          <p:cNvPr id="13" name="直接箭头连接符 12">
            <a:extLst>
              <a:ext uri="{FF2B5EF4-FFF2-40B4-BE49-F238E27FC236}">
                <a16:creationId xmlns:a16="http://schemas.microsoft.com/office/drawing/2014/main" id="{3DE60C78-519F-4DEB-A6E8-C799BC53FD56}"/>
              </a:ext>
            </a:extLst>
          </p:cNvPr>
          <p:cNvCxnSpPr>
            <a:cxnSpLocks/>
          </p:cNvCxnSpPr>
          <p:nvPr/>
        </p:nvCxnSpPr>
        <p:spPr>
          <a:xfrm>
            <a:off x="9966946" y="3595065"/>
            <a:ext cx="0" cy="700834"/>
          </a:xfrm>
          <a:prstGeom prst="straightConnector1">
            <a:avLst/>
          </a:prstGeom>
          <a:ln w="50800" cap="rnd">
            <a:solidFill>
              <a:schemeClr val="accent6"/>
            </a:solidFill>
            <a:round/>
            <a:tailEnd type="triangle" w="med" len="med"/>
          </a:ln>
        </p:spPr>
        <p:style>
          <a:lnRef idx="1">
            <a:schemeClr val="accent1"/>
          </a:lnRef>
          <a:fillRef idx="0">
            <a:schemeClr val="accent1"/>
          </a:fillRef>
          <a:effectRef idx="0">
            <a:schemeClr val="accent1"/>
          </a:effectRef>
          <a:fontRef idx="minor">
            <a:schemeClr val="tx1"/>
          </a:fontRef>
        </p:style>
      </p:cxnSp>
      <p:cxnSp>
        <p:nvCxnSpPr>
          <p:cNvPr id="40" name="直接箭头连接符 39">
            <a:extLst>
              <a:ext uri="{FF2B5EF4-FFF2-40B4-BE49-F238E27FC236}">
                <a16:creationId xmlns:a16="http://schemas.microsoft.com/office/drawing/2014/main" id="{E03E18E1-6C9B-441A-B4DE-55425EC415AB}"/>
              </a:ext>
            </a:extLst>
          </p:cNvPr>
          <p:cNvCxnSpPr>
            <a:cxnSpLocks/>
          </p:cNvCxnSpPr>
          <p:nvPr/>
        </p:nvCxnSpPr>
        <p:spPr>
          <a:xfrm>
            <a:off x="7498946" y="3601838"/>
            <a:ext cx="0" cy="700834"/>
          </a:xfrm>
          <a:prstGeom prst="straightConnector1">
            <a:avLst/>
          </a:prstGeom>
          <a:ln w="50800" cap="rnd">
            <a:solidFill>
              <a:schemeClr val="accent6"/>
            </a:solidFill>
            <a:round/>
            <a:tailEnd type="triangle" w="med" len="med"/>
          </a:ln>
        </p:spPr>
        <p:style>
          <a:lnRef idx="1">
            <a:schemeClr val="accent1"/>
          </a:lnRef>
          <a:fillRef idx="0">
            <a:schemeClr val="accent1"/>
          </a:fillRef>
          <a:effectRef idx="0">
            <a:schemeClr val="accent1"/>
          </a:effectRef>
          <a:fontRef idx="minor">
            <a:schemeClr val="tx1"/>
          </a:fontRef>
        </p:style>
      </p:cxnSp>
      <p:cxnSp>
        <p:nvCxnSpPr>
          <p:cNvPr id="45" name="直接箭头连接符 44">
            <a:extLst>
              <a:ext uri="{FF2B5EF4-FFF2-40B4-BE49-F238E27FC236}">
                <a16:creationId xmlns:a16="http://schemas.microsoft.com/office/drawing/2014/main" id="{F1FD2EF4-08F0-40A1-832A-5D493BCCE8B1}"/>
              </a:ext>
            </a:extLst>
          </p:cNvPr>
          <p:cNvCxnSpPr>
            <a:cxnSpLocks/>
          </p:cNvCxnSpPr>
          <p:nvPr/>
        </p:nvCxnSpPr>
        <p:spPr>
          <a:xfrm>
            <a:off x="2610160" y="3601838"/>
            <a:ext cx="0" cy="700834"/>
          </a:xfrm>
          <a:prstGeom prst="straightConnector1">
            <a:avLst/>
          </a:prstGeom>
          <a:ln w="50800" cap="rnd">
            <a:solidFill>
              <a:schemeClr val="accent6"/>
            </a:solidFill>
            <a:round/>
            <a:tailEnd type="triangle" w="med" len="med"/>
          </a:ln>
        </p:spPr>
        <p:style>
          <a:lnRef idx="1">
            <a:schemeClr val="accent1"/>
          </a:lnRef>
          <a:fillRef idx="0">
            <a:schemeClr val="accent1"/>
          </a:fillRef>
          <a:effectRef idx="0">
            <a:schemeClr val="accent1"/>
          </a:effectRef>
          <a:fontRef idx="minor">
            <a:schemeClr val="tx1"/>
          </a:fontRef>
        </p:style>
      </p:cxnSp>
      <p:sp>
        <p:nvSpPr>
          <p:cNvPr id="47" name="矩形 46">
            <a:extLst>
              <a:ext uri="{FF2B5EF4-FFF2-40B4-BE49-F238E27FC236}">
                <a16:creationId xmlns:a16="http://schemas.microsoft.com/office/drawing/2014/main" id="{B5D2ECE4-12E5-4037-99C6-FECD828BCF2C}"/>
              </a:ext>
            </a:extLst>
          </p:cNvPr>
          <p:cNvSpPr/>
          <p:nvPr/>
        </p:nvSpPr>
        <p:spPr>
          <a:xfrm>
            <a:off x="1056633" y="1335374"/>
            <a:ext cx="256976" cy="256976"/>
          </a:xfrm>
          <a:prstGeom prst="rect">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48" name="íşlïḍè">
            <a:extLst>
              <a:ext uri="{FF2B5EF4-FFF2-40B4-BE49-F238E27FC236}">
                <a16:creationId xmlns:a16="http://schemas.microsoft.com/office/drawing/2014/main" id="{3A8ED235-C46A-40A6-B687-AE21B4C08B05}"/>
              </a:ext>
            </a:extLst>
          </p:cNvPr>
          <p:cNvSpPr txBox="1"/>
          <p:nvPr/>
        </p:nvSpPr>
        <p:spPr>
          <a:xfrm>
            <a:off x="1373861" y="1281053"/>
            <a:ext cx="10276516" cy="567788"/>
          </a:xfrm>
          <a:prstGeom prst="rect">
            <a:avLst/>
          </a:prstGeom>
          <a:noFill/>
        </p:spPr>
        <p:txBody>
          <a:bodyPr wrap="square" lIns="91440" tIns="45720" rIns="91440" bIns="45720" anchor="ctr">
            <a:noAutofit/>
          </a:bodyPr>
          <a:lstStyle/>
          <a:p>
            <a:r>
              <a:rPr lang="zh-CN" altLang="en-US" b="1" dirty="0">
                <a:latin typeface="Arial Narrow" panose="020B0606020202030204" pitchFamily="34" charset="0"/>
              </a:rPr>
              <a:t>当多个主机连接在同一个广播信道上，要想实现两个主机之间的通信，则每个主机都必须有一个</a:t>
            </a:r>
            <a:r>
              <a:rPr lang="zh-CN" altLang="en-US" b="1" dirty="0">
                <a:solidFill>
                  <a:schemeClr val="accent1">
                    <a:lumMod val="75000"/>
                  </a:schemeClr>
                </a:solidFill>
                <a:latin typeface="Arial Narrow" panose="020B0606020202030204" pitchFamily="34" charset="0"/>
              </a:rPr>
              <a:t>唯一</a:t>
            </a:r>
            <a:endParaRPr lang="en-US" altLang="zh-CN" b="1" dirty="0">
              <a:solidFill>
                <a:schemeClr val="accent1">
                  <a:lumMod val="75000"/>
                </a:schemeClr>
              </a:solidFill>
              <a:latin typeface="Arial Narrow" panose="020B0606020202030204" pitchFamily="34" charset="0"/>
            </a:endParaRPr>
          </a:p>
          <a:p>
            <a:r>
              <a:rPr lang="zh-CN" altLang="en-US" b="1" dirty="0">
                <a:solidFill>
                  <a:schemeClr val="accent1">
                    <a:lumMod val="75000"/>
                  </a:schemeClr>
                </a:solidFill>
                <a:latin typeface="Arial Narrow" panose="020B0606020202030204" pitchFamily="34" charset="0"/>
              </a:rPr>
              <a:t>的标识</a:t>
            </a:r>
            <a:r>
              <a:rPr lang="zh-CN" altLang="en-US" b="1" dirty="0">
                <a:latin typeface="Arial Narrow" panose="020B0606020202030204" pitchFamily="34" charset="0"/>
              </a:rPr>
              <a:t>，即一个</a:t>
            </a:r>
            <a:r>
              <a:rPr lang="zh-CN" altLang="en-US" b="1" dirty="0">
                <a:solidFill>
                  <a:schemeClr val="accent1">
                    <a:lumMod val="75000"/>
                  </a:schemeClr>
                </a:solidFill>
                <a:latin typeface="Arial Narrow" panose="020B0606020202030204" pitchFamily="34" charset="0"/>
              </a:rPr>
              <a:t>数据链路层地址</a:t>
            </a:r>
            <a:r>
              <a:rPr lang="zh-CN" altLang="en-US" b="1" dirty="0">
                <a:latin typeface="Arial Narrow" panose="020B0606020202030204" pitchFamily="34" charset="0"/>
              </a:rPr>
              <a:t>。</a:t>
            </a:r>
          </a:p>
        </p:txBody>
      </p:sp>
    </p:spTree>
    <p:custDataLst>
      <p:tags r:id="rId1"/>
    </p:custDataLst>
    <p:extLst>
      <p:ext uri="{BB962C8B-B14F-4D97-AF65-F5344CB8AC3E}">
        <p14:creationId xmlns:p14="http://schemas.microsoft.com/office/powerpoint/2010/main" val="2228654996"/>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49" presetClass="entr" presetSubtype="0" decel="100000" fill="hold" grpId="0" nodeType="withEffect">
                                  <p:stCondLst>
                                    <p:cond delay="0"/>
                                  </p:stCondLst>
                                  <p:childTnLst>
                                    <p:set>
                                      <p:cBhvr>
                                        <p:cTn id="6" dur="1" fill="hold">
                                          <p:stCondLst>
                                            <p:cond delay="0"/>
                                          </p:stCondLst>
                                        </p:cTn>
                                        <p:tgtEl>
                                          <p:spTgt spid="47"/>
                                        </p:tgtEl>
                                        <p:attrNameLst>
                                          <p:attrName>style.visibility</p:attrName>
                                        </p:attrNameLst>
                                      </p:cBhvr>
                                      <p:to>
                                        <p:strVal val="visible"/>
                                      </p:to>
                                    </p:set>
                                    <p:anim calcmode="lin" valueType="num">
                                      <p:cBhvr>
                                        <p:cTn id="7" dur="500" fill="hold"/>
                                        <p:tgtEl>
                                          <p:spTgt spid="47"/>
                                        </p:tgtEl>
                                        <p:attrNameLst>
                                          <p:attrName>ppt_w</p:attrName>
                                        </p:attrNameLst>
                                      </p:cBhvr>
                                      <p:tavLst>
                                        <p:tav tm="0">
                                          <p:val>
                                            <p:fltVal val="0"/>
                                          </p:val>
                                        </p:tav>
                                        <p:tav tm="100000">
                                          <p:val>
                                            <p:strVal val="#ppt_w"/>
                                          </p:val>
                                        </p:tav>
                                      </p:tavLst>
                                    </p:anim>
                                    <p:anim calcmode="lin" valueType="num">
                                      <p:cBhvr>
                                        <p:cTn id="8" dur="500" fill="hold"/>
                                        <p:tgtEl>
                                          <p:spTgt spid="47"/>
                                        </p:tgtEl>
                                        <p:attrNameLst>
                                          <p:attrName>ppt_h</p:attrName>
                                        </p:attrNameLst>
                                      </p:cBhvr>
                                      <p:tavLst>
                                        <p:tav tm="0">
                                          <p:val>
                                            <p:fltVal val="0"/>
                                          </p:val>
                                        </p:tav>
                                        <p:tav tm="100000">
                                          <p:val>
                                            <p:strVal val="#ppt_h"/>
                                          </p:val>
                                        </p:tav>
                                      </p:tavLst>
                                    </p:anim>
                                    <p:anim calcmode="lin" valueType="num">
                                      <p:cBhvr>
                                        <p:cTn id="9" dur="500" fill="hold"/>
                                        <p:tgtEl>
                                          <p:spTgt spid="47"/>
                                        </p:tgtEl>
                                        <p:attrNameLst>
                                          <p:attrName>style.rotation</p:attrName>
                                        </p:attrNameLst>
                                      </p:cBhvr>
                                      <p:tavLst>
                                        <p:tav tm="0">
                                          <p:val>
                                            <p:fltVal val="360"/>
                                          </p:val>
                                        </p:tav>
                                        <p:tav tm="100000">
                                          <p:val>
                                            <p:fltVal val="0"/>
                                          </p:val>
                                        </p:tav>
                                      </p:tavLst>
                                    </p:anim>
                                    <p:animEffect transition="in" filter="fade">
                                      <p:cBhvr>
                                        <p:cTn id="10" dur="500"/>
                                        <p:tgtEl>
                                          <p:spTgt spid="47"/>
                                        </p:tgtEl>
                                      </p:cBhvr>
                                    </p:animEffect>
                                  </p:childTnLst>
                                </p:cTn>
                              </p:par>
                            </p:childTnLst>
                          </p:cTn>
                        </p:par>
                        <p:par>
                          <p:cTn id="11" fill="hold">
                            <p:stCondLst>
                              <p:cond delay="500"/>
                            </p:stCondLst>
                            <p:childTnLst>
                              <p:par>
                                <p:cTn id="12" presetID="1" presetClass="entr" presetSubtype="0" fill="hold" grpId="0" nodeType="afterEffect">
                                  <p:stCondLst>
                                    <p:cond delay="0"/>
                                  </p:stCondLst>
                                  <p:iterate type="lt">
                                    <p:tmAbs val="100"/>
                                  </p:iterate>
                                  <p:childTnLst>
                                    <p:set>
                                      <p:cBhvr>
                                        <p:cTn id="13" dur="1" fill="hold">
                                          <p:stCondLst>
                                            <p:cond delay="0"/>
                                          </p:stCondLst>
                                        </p:cTn>
                                        <p:tgtEl>
                                          <p:spTgt spid="48"/>
                                        </p:tgtEl>
                                        <p:attrNameLst>
                                          <p:attrName>style.visibility</p:attrName>
                                        </p:attrNameLst>
                                      </p:cBhvr>
                                      <p:to>
                                        <p:strVal val="visible"/>
                                      </p:to>
                                    </p:set>
                                  </p:childTnLst>
                                </p:cTn>
                              </p:par>
                            </p:childTnLst>
                          </p:cTn>
                        </p:par>
                      </p:childTnLst>
                    </p:cTn>
                  </p:par>
                  <p:par>
                    <p:cTn id="14" fill="hold">
                      <p:stCondLst>
                        <p:cond delay="indefinite"/>
                      </p:stCondLst>
                      <p:childTnLst>
                        <p:par>
                          <p:cTn id="15" fill="hold">
                            <p:stCondLst>
                              <p:cond delay="0"/>
                            </p:stCondLst>
                            <p:childTnLst>
                              <p:par>
                                <p:cTn id="16" presetID="12" presetClass="entr" presetSubtype="1" fill="hold" nodeType="clickEffect">
                                  <p:stCondLst>
                                    <p:cond delay="0"/>
                                  </p:stCondLst>
                                  <p:childTnLst>
                                    <p:set>
                                      <p:cBhvr>
                                        <p:cTn id="17" dur="1" fill="hold">
                                          <p:stCondLst>
                                            <p:cond delay="0"/>
                                          </p:stCondLst>
                                        </p:cTn>
                                        <p:tgtEl>
                                          <p:spTgt spid="5"/>
                                        </p:tgtEl>
                                        <p:attrNameLst>
                                          <p:attrName>style.visibility</p:attrName>
                                        </p:attrNameLst>
                                      </p:cBhvr>
                                      <p:to>
                                        <p:strVal val="visible"/>
                                      </p:to>
                                    </p:set>
                                    <p:anim calcmode="lin" valueType="num">
                                      <p:cBhvr additive="base">
                                        <p:cTn id="18" dur="500"/>
                                        <p:tgtEl>
                                          <p:spTgt spid="5"/>
                                        </p:tgtEl>
                                        <p:attrNameLst>
                                          <p:attrName>ppt_y</p:attrName>
                                        </p:attrNameLst>
                                      </p:cBhvr>
                                      <p:tavLst>
                                        <p:tav tm="0">
                                          <p:val>
                                            <p:strVal val="#ppt_y-#ppt_h*1.125000"/>
                                          </p:val>
                                        </p:tav>
                                        <p:tav tm="100000">
                                          <p:val>
                                            <p:strVal val="#ppt_y"/>
                                          </p:val>
                                        </p:tav>
                                      </p:tavLst>
                                    </p:anim>
                                    <p:animEffect transition="in" filter="wipe(down)">
                                      <p:cBhvr>
                                        <p:cTn id="19" dur="500"/>
                                        <p:tgtEl>
                                          <p:spTgt spid="5"/>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7" grpId="0" animBg="1"/>
      <p:bldP spid="48" grpId="0"/>
    </p:bldLst>
  </p:timing>
</p:sld>
</file>

<file path=ppt/slides/slide25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5" name="组合 4">
            <a:extLst>
              <a:ext uri="{FF2B5EF4-FFF2-40B4-BE49-F238E27FC236}">
                <a16:creationId xmlns:a16="http://schemas.microsoft.com/office/drawing/2014/main" id="{841E27AC-2181-4B83-AC34-125D5B43438B}"/>
              </a:ext>
            </a:extLst>
          </p:cNvPr>
          <p:cNvGrpSpPr/>
          <p:nvPr/>
        </p:nvGrpSpPr>
        <p:grpSpPr>
          <a:xfrm>
            <a:off x="2267732" y="4873710"/>
            <a:ext cx="7699214" cy="256976"/>
            <a:chOff x="2267732" y="4873710"/>
            <a:chExt cx="7699214" cy="256976"/>
          </a:xfrm>
        </p:grpSpPr>
        <p:sp>
          <p:nvSpPr>
            <p:cNvPr id="49" name="íşlïḍè">
              <a:extLst>
                <a:ext uri="{FF2B5EF4-FFF2-40B4-BE49-F238E27FC236}">
                  <a16:creationId xmlns:a16="http://schemas.microsoft.com/office/drawing/2014/main" id="{EDF6BADE-9BBF-4ABE-856A-9F50E46669B9}"/>
                </a:ext>
              </a:extLst>
            </p:cNvPr>
            <p:cNvSpPr txBox="1"/>
            <p:nvPr/>
          </p:nvSpPr>
          <p:spPr>
            <a:xfrm>
              <a:off x="2267732" y="4873710"/>
              <a:ext cx="256976" cy="256976"/>
            </a:xfrm>
            <a:prstGeom prst="rect">
              <a:avLst/>
            </a:prstGeom>
            <a:noFill/>
          </p:spPr>
          <p:txBody>
            <a:bodyPr wrap="square" lIns="91440" tIns="45720" rIns="91440" bIns="45720" anchor="ctr">
              <a:noAutofit/>
            </a:bodyPr>
            <a:lstStyle/>
            <a:p>
              <a:pPr algn="ctr"/>
              <a:r>
                <a:rPr lang="en-US" altLang="zh-CN" b="1" dirty="0">
                  <a:latin typeface="Arial Narrow" panose="020B0606020202030204" pitchFamily="34" charset="0"/>
                </a:rPr>
                <a:t>A</a:t>
              </a:r>
              <a:endParaRPr lang="zh-CN" altLang="en-US" b="1" dirty="0">
                <a:latin typeface="Arial Narrow" panose="020B0606020202030204" pitchFamily="34" charset="0"/>
              </a:endParaRPr>
            </a:p>
          </p:txBody>
        </p:sp>
        <p:sp>
          <p:nvSpPr>
            <p:cNvPr id="50" name="íşlïḍè">
              <a:extLst>
                <a:ext uri="{FF2B5EF4-FFF2-40B4-BE49-F238E27FC236}">
                  <a16:creationId xmlns:a16="http://schemas.microsoft.com/office/drawing/2014/main" id="{57BECEDA-F7D8-4F34-9CD1-E9350B86363C}"/>
                </a:ext>
              </a:extLst>
            </p:cNvPr>
            <p:cNvSpPr txBox="1"/>
            <p:nvPr/>
          </p:nvSpPr>
          <p:spPr>
            <a:xfrm>
              <a:off x="4765844" y="4873710"/>
              <a:ext cx="256976" cy="256976"/>
            </a:xfrm>
            <a:prstGeom prst="rect">
              <a:avLst/>
            </a:prstGeom>
            <a:noFill/>
          </p:spPr>
          <p:txBody>
            <a:bodyPr wrap="square" lIns="91440" tIns="45720" rIns="91440" bIns="45720" anchor="ctr">
              <a:noAutofit/>
            </a:bodyPr>
            <a:lstStyle/>
            <a:p>
              <a:pPr algn="ctr"/>
              <a:r>
                <a:rPr lang="en-US" altLang="zh-CN" b="1" dirty="0">
                  <a:latin typeface="Arial Narrow" panose="020B0606020202030204" pitchFamily="34" charset="0"/>
                </a:rPr>
                <a:t>B</a:t>
              </a:r>
              <a:endParaRPr lang="zh-CN" altLang="en-US" b="1" dirty="0">
                <a:latin typeface="Arial Narrow" panose="020B0606020202030204" pitchFamily="34" charset="0"/>
              </a:endParaRPr>
            </a:p>
          </p:txBody>
        </p:sp>
        <p:sp>
          <p:nvSpPr>
            <p:cNvPr id="51" name="íşlïḍè">
              <a:extLst>
                <a:ext uri="{FF2B5EF4-FFF2-40B4-BE49-F238E27FC236}">
                  <a16:creationId xmlns:a16="http://schemas.microsoft.com/office/drawing/2014/main" id="{7D84EDE9-63B1-45A5-8782-E9774CC38D16}"/>
                </a:ext>
              </a:extLst>
            </p:cNvPr>
            <p:cNvSpPr txBox="1"/>
            <p:nvPr/>
          </p:nvSpPr>
          <p:spPr>
            <a:xfrm>
              <a:off x="7208544" y="4879859"/>
              <a:ext cx="321299" cy="250827"/>
            </a:xfrm>
            <a:prstGeom prst="rect">
              <a:avLst/>
            </a:prstGeom>
            <a:noFill/>
          </p:spPr>
          <p:txBody>
            <a:bodyPr wrap="square" lIns="91440" tIns="45720" rIns="91440" bIns="45720" anchor="ctr">
              <a:noAutofit/>
            </a:bodyPr>
            <a:lstStyle/>
            <a:p>
              <a:pPr algn="ctr"/>
              <a:r>
                <a:rPr lang="en-US" altLang="zh-CN" b="1" dirty="0">
                  <a:latin typeface="Arial Narrow" panose="020B0606020202030204" pitchFamily="34" charset="0"/>
                </a:rPr>
                <a:t>C</a:t>
              </a:r>
              <a:endParaRPr lang="zh-CN" altLang="en-US" b="1" dirty="0">
                <a:latin typeface="Arial Narrow" panose="020B0606020202030204" pitchFamily="34" charset="0"/>
              </a:endParaRPr>
            </a:p>
          </p:txBody>
        </p:sp>
        <p:sp>
          <p:nvSpPr>
            <p:cNvPr id="52" name="íşlïḍè">
              <a:extLst>
                <a:ext uri="{FF2B5EF4-FFF2-40B4-BE49-F238E27FC236}">
                  <a16:creationId xmlns:a16="http://schemas.microsoft.com/office/drawing/2014/main" id="{3692CE17-6C30-4B70-918D-35DD431CF29C}"/>
                </a:ext>
              </a:extLst>
            </p:cNvPr>
            <p:cNvSpPr txBox="1"/>
            <p:nvPr/>
          </p:nvSpPr>
          <p:spPr>
            <a:xfrm>
              <a:off x="9709970" y="4873710"/>
              <a:ext cx="256976" cy="256976"/>
            </a:xfrm>
            <a:prstGeom prst="rect">
              <a:avLst/>
            </a:prstGeom>
            <a:noFill/>
          </p:spPr>
          <p:txBody>
            <a:bodyPr wrap="square" lIns="91440" tIns="45720" rIns="91440" bIns="45720" anchor="ctr">
              <a:noAutofit/>
            </a:bodyPr>
            <a:lstStyle/>
            <a:p>
              <a:pPr algn="ctr"/>
              <a:r>
                <a:rPr lang="en-US" altLang="zh-CN" b="1" dirty="0">
                  <a:latin typeface="Arial Narrow" panose="020B0606020202030204" pitchFamily="34" charset="0"/>
                </a:rPr>
                <a:t>D</a:t>
              </a:r>
              <a:endParaRPr lang="zh-CN" altLang="en-US" b="1" dirty="0">
                <a:latin typeface="Arial Narrow" panose="020B0606020202030204" pitchFamily="34" charset="0"/>
              </a:endParaRPr>
            </a:p>
          </p:txBody>
        </p:sp>
      </p:grpSp>
      <p:sp>
        <p:nvSpPr>
          <p:cNvPr id="33" name="íşlïḍè">
            <a:extLst>
              <a:ext uri="{FF2B5EF4-FFF2-40B4-BE49-F238E27FC236}">
                <a16:creationId xmlns:a16="http://schemas.microsoft.com/office/drawing/2014/main" id="{24BF55F5-EBAF-44C7-931E-05CCF4E776B8}"/>
              </a:ext>
            </a:extLst>
          </p:cNvPr>
          <p:cNvSpPr txBox="1"/>
          <p:nvPr/>
        </p:nvSpPr>
        <p:spPr>
          <a:xfrm>
            <a:off x="2695706" y="4191979"/>
            <a:ext cx="1754840" cy="641082"/>
          </a:xfrm>
          <a:prstGeom prst="rect">
            <a:avLst/>
          </a:prstGeom>
          <a:noFill/>
        </p:spPr>
        <p:txBody>
          <a:bodyPr wrap="square" lIns="91440" tIns="45720" rIns="91440" bIns="45720" anchor="ctr">
            <a:noAutofit/>
          </a:bodyPr>
          <a:lstStyle/>
          <a:p>
            <a:r>
              <a:rPr lang="zh-CN" altLang="en-US" b="1" dirty="0">
                <a:latin typeface="Arial Narrow" panose="020B0606020202030204" pitchFamily="34" charset="0"/>
              </a:rPr>
              <a:t>这是发送</a:t>
            </a:r>
            <a:endParaRPr lang="en-US" altLang="zh-CN" b="1" dirty="0">
              <a:latin typeface="Arial Narrow" panose="020B0606020202030204" pitchFamily="34" charset="0"/>
            </a:endParaRPr>
          </a:p>
          <a:p>
            <a:r>
              <a:rPr lang="zh-CN" altLang="en-US" b="1" dirty="0">
                <a:latin typeface="Arial Narrow" panose="020B0606020202030204" pitchFamily="34" charset="0"/>
              </a:rPr>
              <a:t>给我的帧？</a:t>
            </a:r>
          </a:p>
        </p:txBody>
      </p:sp>
      <p:sp>
        <p:nvSpPr>
          <p:cNvPr id="34" name="íşlïḍè">
            <a:extLst>
              <a:ext uri="{FF2B5EF4-FFF2-40B4-BE49-F238E27FC236}">
                <a16:creationId xmlns:a16="http://schemas.microsoft.com/office/drawing/2014/main" id="{270A6616-8962-438B-9D0A-D78E83CB862C}"/>
              </a:ext>
            </a:extLst>
          </p:cNvPr>
          <p:cNvSpPr txBox="1"/>
          <p:nvPr/>
        </p:nvSpPr>
        <p:spPr>
          <a:xfrm>
            <a:off x="7694842" y="4191979"/>
            <a:ext cx="1754840" cy="641082"/>
          </a:xfrm>
          <a:prstGeom prst="rect">
            <a:avLst/>
          </a:prstGeom>
          <a:noFill/>
        </p:spPr>
        <p:txBody>
          <a:bodyPr wrap="square" lIns="91440" tIns="45720" rIns="91440" bIns="45720" anchor="ctr">
            <a:noAutofit/>
          </a:bodyPr>
          <a:lstStyle/>
          <a:p>
            <a:r>
              <a:rPr lang="zh-CN" altLang="en-US" b="1" dirty="0">
                <a:latin typeface="Arial Narrow" panose="020B0606020202030204" pitchFamily="34" charset="0"/>
              </a:rPr>
              <a:t>这是发送</a:t>
            </a:r>
            <a:endParaRPr lang="en-US" altLang="zh-CN" b="1" dirty="0">
              <a:latin typeface="Arial Narrow" panose="020B0606020202030204" pitchFamily="34" charset="0"/>
            </a:endParaRPr>
          </a:p>
          <a:p>
            <a:r>
              <a:rPr lang="zh-CN" altLang="en-US" b="1" dirty="0">
                <a:latin typeface="Arial Narrow" panose="020B0606020202030204" pitchFamily="34" charset="0"/>
              </a:rPr>
              <a:t>给我的帧？</a:t>
            </a:r>
          </a:p>
        </p:txBody>
      </p:sp>
      <p:sp>
        <p:nvSpPr>
          <p:cNvPr id="35" name="íşlïḍè">
            <a:extLst>
              <a:ext uri="{FF2B5EF4-FFF2-40B4-BE49-F238E27FC236}">
                <a16:creationId xmlns:a16="http://schemas.microsoft.com/office/drawing/2014/main" id="{51AA905A-09DC-46B5-B61E-129D5B0D10A2}"/>
              </a:ext>
            </a:extLst>
          </p:cNvPr>
          <p:cNvSpPr txBox="1"/>
          <p:nvPr/>
        </p:nvSpPr>
        <p:spPr>
          <a:xfrm>
            <a:off x="10084412" y="4191979"/>
            <a:ext cx="1754840" cy="641082"/>
          </a:xfrm>
          <a:prstGeom prst="rect">
            <a:avLst/>
          </a:prstGeom>
          <a:noFill/>
        </p:spPr>
        <p:txBody>
          <a:bodyPr wrap="square" lIns="91440" tIns="45720" rIns="91440" bIns="45720" anchor="ctr">
            <a:noAutofit/>
          </a:bodyPr>
          <a:lstStyle/>
          <a:p>
            <a:r>
              <a:rPr lang="zh-CN" altLang="en-US" b="1" dirty="0">
                <a:latin typeface="Arial Narrow" panose="020B0606020202030204" pitchFamily="34" charset="0"/>
              </a:rPr>
              <a:t>这是发送</a:t>
            </a:r>
            <a:endParaRPr lang="en-US" altLang="zh-CN" b="1" dirty="0">
              <a:latin typeface="Arial Narrow" panose="020B0606020202030204" pitchFamily="34" charset="0"/>
            </a:endParaRPr>
          </a:p>
          <a:p>
            <a:r>
              <a:rPr lang="zh-CN" altLang="en-US" b="1" dirty="0">
                <a:latin typeface="Arial Narrow" panose="020B0606020202030204" pitchFamily="34" charset="0"/>
              </a:rPr>
              <a:t>给我的帧？</a:t>
            </a:r>
          </a:p>
        </p:txBody>
      </p:sp>
      <p:grpSp>
        <p:nvGrpSpPr>
          <p:cNvPr id="4" name="组合 3">
            <a:extLst>
              <a:ext uri="{FF2B5EF4-FFF2-40B4-BE49-F238E27FC236}">
                <a16:creationId xmlns:a16="http://schemas.microsoft.com/office/drawing/2014/main" id="{9A1EA9F2-FCB6-48C3-935F-7AE7E3AD14AC}"/>
              </a:ext>
            </a:extLst>
          </p:cNvPr>
          <p:cNvGrpSpPr/>
          <p:nvPr/>
        </p:nvGrpSpPr>
        <p:grpSpPr>
          <a:xfrm>
            <a:off x="304799" y="749300"/>
            <a:ext cx="6192345" cy="400110"/>
            <a:chOff x="424116" y="898245"/>
            <a:chExt cx="6192345" cy="400110"/>
          </a:xfrm>
        </p:grpSpPr>
        <p:sp>
          <p:nvSpPr>
            <p:cNvPr id="2" name="平行四边形 1">
              <a:extLst>
                <a:ext uri="{FF2B5EF4-FFF2-40B4-BE49-F238E27FC236}">
                  <a16:creationId xmlns:a16="http://schemas.microsoft.com/office/drawing/2014/main" id="{1F5BAA3F-9845-4F89-A2DD-8222D3E4EDAC}"/>
                </a:ext>
              </a:extLst>
            </p:cNvPr>
            <p:cNvSpPr/>
            <p:nvPr/>
          </p:nvSpPr>
          <p:spPr>
            <a:xfrm>
              <a:off x="424116" y="898245"/>
              <a:ext cx="695119" cy="387090"/>
            </a:xfrm>
            <a:prstGeom prst="parallelogram">
              <a:avLst/>
            </a:prstGeom>
            <a:solidFill>
              <a:schemeClr val="accent3">
                <a:lumMod val="75000"/>
              </a:schemeClr>
            </a:solidFill>
            <a:ln>
              <a:solidFill>
                <a:schemeClr val="accent3">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CN" sz="2200" dirty="0">
                  <a:latin typeface="Impact" panose="020B0806030902050204" pitchFamily="34" charset="0"/>
                </a:rPr>
                <a:t>02</a:t>
              </a:r>
              <a:endParaRPr lang="zh-CN" altLang="en-US" sz="2200" dirty="0">
                <a:latin typeface="Impact" panose="020B0806030902050204" pitchFamily="34" charset="0"/>
              </a:endParaRPr>
            </a:p>
          </p:txBody>
        </p:sp>
        <p:sp>
          <p:nvSpPr>
            <p:cNvPr id="3" name="文本框 2">
              <a:extLst>
                <a:ext uri="{FF2B5EF4-FFF2-40B4-BE49-F238E27FC236}">
                  <a16:creationId xmlns:a16="http://schemas.microsoft.com/office/drawing/2014/main" id="{4D6BD736-A4D3-4F26-AFED-36E11F50F70B}"/>
                </a:ext>
              </a:extLst>
            </p:cNvPr>
            <p:cNvSpPr txBox="1"/>
            <p:nvPr/>
          </p:nvSpPr>
          <p:spPr>
            <a:xfrm>
              <a:off x="1119235" y="898245"/>
              <a:ext cx="5497226" cy="400110"/>
            </a:xfrm>
            <a:prstGeom prst="rect">
              <a:avLst/>
            </a:prstGeom>
            <a:noFill/>
          </p:spPr>
          <p:txBody>
            <a:bodyPr wrap="square" rtlCol="0">
              <a:spAutoFit/>
            </a:bodyPr>
            <a:lstStyle/>
            <a:p>
              <a:r>
                <a:rPr lang="en-US" altLang="zh-CN" sz="2000" b="1" dirty="0"/>
                <a:t>MAC</a:t>
              </a:r>
              <a:r>
                <a:rPr lang="zh-CN" altLang="en-US" sz="2000" b="1" dirty="0"/>
                <a:t>地址</a:t>
              </a:r>
            </a:p>
          </p:txBody>
        </p:sp>
      </p:grpSp>
      <p:cxnSp>
        <p:nvCxnSpPr>
          <p:cNvPr id="21" name="直接连接符 20">
            <a:extLst>
              <a:ext uri="{FF2B5EF4-FFF2-40B4-BE49-F238E27FC236}">
                <a16:creationId xmlns:a16="http://schemas.microsoft.com/office/drawing/2014/main" id="{D140A53E-F79C-45A8-BC96-67C7878F0FA3}"/>
              </a:ext>
            </a:extLst>
          </p:cNvPr>
          <p:cNvCxnSpPr/>
          <p:nvPr/>
        </p:nvCxnSpPr>
        <p:spPr>
          <a:xfrm flipV="1">
            <a:off x="2605907" y="3607828"/>
            <a:ext cx="0" cy="812800"/>
          </a:xfrm>
          <a:prstGeom prst="line">
            <a:avLst/>
          </a:prstGeom>
          <a:ln w="152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3" name="直接连接符 22">
            <a:extLst>
              <a:ext uri="{FF2B5EF4-FFF2-40B4-BE49-F238E27FC236}">
                <a16:creationId xmlns:a16="http://schemas.microsoft.com/office/drawing/2014/main" id="{07000380-610D-4E4F-AF1F-2285F70C4580}"/>
              </a:ext>
            </a:extLst>
          </p:cNvPr>
          <p:cNvCxnSpPr/>
          <p:nvPr/>
        </p:nvCxnSpPr>
        <p:spPr>
          <a:xfrm flipV="1">
            <a:off x="5022820" y="3607828"/>
            <a:ext cx="0" cy="812800"/>
          </a:xfrm>
          <a:prstGeom prst="line">
            <a:avLst/>
          </a:prstGeom>
          <a:ln w="152400">
            <a:solidFill>
              <a:schemeClr val="tx1"/>
            </a:solidFill>
            <a:tailEnd w="med" len="lg"/>
          </a:ln>
        </p:spPr>
        <p:style>
          <a:lnRef idx="1">
            <a:schemeClr val="accent1"/>
          </a:lnRef>
          <a:fillRef idx="0">
            <a:schemeClr val="accent1"/>
          </a:fillRef>
          <a:effectRef idx="0">
            <a:schemeClr val="accent1"/>
          </a:effectRef>
          <a:fontRef idx="minor">
            <a:schemeClr val="tx1"/>
          </a:fontRef>
        </p:style>
      </p:cxnSp>
      <p:cxnSp>
        <p:nvCxnSpPr>
          <p:cNvPr id="25" name="直接连接符 24">
            <a:extLst>
              <a:ext uri="{FF2B5EF4-FFF2-40B4-BE49-F238E27FC236}">
                <a16:creationId xmlns:a16="http://schemas.microsoft.com/office/drawing/2014/main" id="{24EDF21C-94B3-4483-837B-80D7CA8AEB6B}"/>
              </a:ext>
            </a:extLst>
          </p:cNvPr>
          <p:cNvCxnSpPr/>
          <p:nvPr/>
        </p:nvCxnSpPr>
        <p:spPr>
          <a:xfrm flipV="1">
            <a:off x="7498946" y="3607828"/>
            <a:ext cx="0" cy="812800"/>
          </a:xfrm>
          <a:prstGeom prst="line">
            <a:avLst/>
          </a:prstGeom>
          <a:ln w="152400">
            <a:solidFill>
              <a:schemeClr val="tx1"/>
            </a:solidFill>
          </a:ln>
        </p:spPr>
        <p:style>
          <a:lnRef idx="1">
            <a:schemeClr val="accent1"/>
          </a:lnRef>
          <a:fillRef idx="0">
            <a:schemeClr val="accent1"/>
          </a:fillRef>
          <a:effectRef idx="0">
            <a:schemeClr val="accent1"/>
          </a:effectRef>
          <a:fontRef idx="minor">
            <a:schemeClr val="tx1"/>
          </a:fontRef>
        </p:style>
      </p:cxnSp>
      <p:grpSp>
        <p:nvGrpSpPr>
          <p:cNvPr id="42" name="组合 41">
            <a:extLst>
              <a:ext uri="{FF2B5EF4-FFF2-40B4-BE49-F238E27FC236}">
                <a16:creationId xmlns:a16="http://schemas.microsoft.com/office/drawing/2014/main" id="{1CC224D6-12E1-44D7-A886-4B677003A990}"/>
              </a:ext>
            </a:extLst>
          </p:cNvPr>
          <p:cNvGrpSpPr/>
          <p:nvPr/>
        </p:nvGrpSpPr>
        <p:grpSpPr>
          <a:xfrm>
            <a:off x="2018761" y="3467355"/>
            <a:ext cx="8489187" cy="225524"/>
            <a:chOff x="1920089" y="3629914"/>
            <a:chExt cx="8489187" cy="225524"/>
          </a:xfrm>
        </p:grpSpPr>
        <p:cxnSp>
          <p:nvCxnSpPr>
            <p:cNvPr id="20" name="直接连接符 19">
              <a:extLst>
                <a:ext uri="{FF2B5EF4-FFF2-40B4-BE49-F238E27FC236}">
                  <a16:creationId xmlns:a16="http://schemas.microsoft.com/office/drawing/2014/main" id="{B1BB9209-60AB-481D-9583-A468BBA20152}"/>
                </a:ext>
              </a:extLst>
            </p:cNvPr>
            <p:cNvCxnSpPr>
              <a:cxnSpLocks/>
              <a:endCxn id="28" idx="3"/>
            </p:cNvCxnSpPr>
            <p:nvPr/>
          </p:nvCxnSpPr>
          <p:spPr>
            <a:xfrm>
              <a:off x="2051721" y="3742676"/>
              <a:ext cx="8357555" cy="0"/>
            </a:xfrm>
            <a:prstGeom prst="line">
              <a:avLst/>
            </a:prstGeom>
            <a:ln w="152400">
              <a:solidFill>
                <a:schemeClr val="tx1"/>
              </a:solidFill>
            </a:ln>
          </p:spPr>
          <p:style>
            <a:lnRef idx="1">
              <a:schemeClr val="accent1"/>
            </a:lnRef>
            <a:fillRef idx="0">
              <a:schemeClr val="accent1"/>
            </a:fillRef>
            <a:effectRef idx="0">
              <a:schemeClr val="accent1"/>
            </a:effectRef>
            <a:fontRef idx="minor">
              <a:schemeClr val="tx1"/>
            </a:fontRef>
          </p:style>
        </p:cxnSp>
        <p:sp>
          <p:nvSpPr>
            <p:cNvPr id="27" name="矩形 26">
              <a:extLst>
                <a:ext uri="{FF2B5EF4-FFF2-40B4-BE49-F238E27FC236}">
                  <a16:creationId xmlns:a16="http://schemas.microsoft.com/office/drawing/2014/main" id="{3088066B-37B0-4753-B025-A9C4A9DBE759}"/>
                </a:ext>
              </a:extLst>
            </p:cNvPr>
            <p:cNvSpPr/>
            <p:nvPr/>
          </p:nvSpPr>
          <p:spPr>
            <a:xfrm>
              <a:off x="1920089" y="3629914"/>
              <a:ext cx="225524" cy="225524"/>
            </a:xfrm>
            <a:prstGeom prst="rect">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28" name="矩形 27">
              <a:extLst>
                <a:ext uri="{FF2B5EF4-FFF2-40B4-BE49-F238E27FC236}">
                  <a16:creationId xmlns:a16="http://schemas.microsoft.com/office/drawing/2014/main" id="{592837BA-D312-4B02-9754-A33B4D43ECD9}"/>
                </a:ext>
              </a:extLst>
            </p:cNvPr>
            <p:cNvSpPr/>
            <p:nvPr/>
          </p:nvSpPr>
          <p:spPr>
            <a:xfrm>
              <a:off x="10183752" y="3629914"/>
              <a:ext cx="225524" cy="225524"/>
            </a:xfrm>
            <a:prstGeom prst="rect">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grpSp>
      <p:sp>
        <p:nvSpPr>
          <p:cNvPr id="19" name="íşlïḍè">
            <a:extLst>
              <a:ext uri="{FF2B5EF4-FFF2-40B4-BE49-F238E27FC236}">
                <a16:creationId xmlns:a16="http://schemas.microsoft.com/office/drawing/2014/main" id="{D82D0EE9-BCE7-4FB3-B3CF-414981DECE6F}"/>
              </a:ext>
            </a:extLst>
          </p:cNvPr>
          <p:cNvSpPr txBox="1"/>
          <p:nvPr/>
        </p:nvSpPr>
        <p:spPr>
          <a:xfrm>
            <a:off x="5414767" y="4856117"/>
            <a:ext cx="1362463" cy="463199"/>
          </a:xfrm>
          <a:prstGeom prst="rect">
            <a:avLst/>
          </a:prstGeom>
          <a:noFill/>
        </p:spPr>
        <p:txBody>
          <a:bodyPr wrap="square" lIns="91440" tIns="45720" rIns="91440" bIns="45720" anchor="ctr">
            <a:noAutofit/>
          </a:bodyPr>
          <a:lstStyle/>
          <a:p>
            <a:pPr algn="ctr"/>
            <a:r>
              <a:rPr lang="zh-CN" altLang="en-US" b="1" dirty="0">
                <a:latin typeface="Arial Narrow" panose="020B0606020202030204" pitchFamily="34" charset="0"/>
              </a:rPr>
              <a:t>广播信道</a:t>
            </a:r>
          </a:p>
        </p:txBody>
      </p:sp>
      <p:cxnSp>
        <p:nvCxnSpPr>
          <p:cNvPr id="41" name="直接连接符 40">
            <a:extLst>
              <a:ext uri="{FF2B5EF4-FFF2-40B4-BE49-F238E27FC236}">
                <a16:creationId xmlns:a16="http://schemas.microsoft.com/office/drawing/2014/main" id="{3E3D9334-DC5E-41BA-9E7D-EB77BC46305D}"/>
              </a:ext>
            </a:extLst>
          </p:cNvPr>
          <p:cNvCxnSpPr/>
          <p:nvPr/>
        </p:nvCxnSpPr>
        <p:spPr>
          <a:xfrm flipV="1">
            <a:off x="9966946" y="3601838"/>
            <a:ext cx="0" cy="812800"/>
          </a:xfrm>
          <a:prstGeom prst="line">
            <a:avLst/>
          </a:prstGeom>
          <a:ln w="152400">
            <a:solidFill>
              <a:schemeClr val="tx1"/>
            </a:solidFill>
          </a:ln>
        </p:spPr>
        <p:style>
          <a:lnRef idx="1">
            <a:schemeClr val="accent1"/>
          </a:lnRef>
          <a:fillRef idx="0">
            <a:schemeClr val="accent1"/>
          </a:fillRef>
          <a:effectRef idx="0">
            <a:schemeClr val="accent1"/>
          </a:effectRef>
          <a:fontRef idx="minor">
            <a:schemeClr val="tx1"/>
          </a:fontRef>
        </p:style>
      </p:cxnSp>
      <p:pic>
        <p:nvPicPr>
          <p:cNvPr id="22" name="图形 21">
            <a:extLst>
              <a:ext uri="{FF2B5EF4-FFF2-40B4-BE49-F238E27FC236}">
                <a16:creationId xmlns:a16="http://schemas.microsoft.com/office/drawing/2014/main" id="{147196D6-EE10-4D07-BD48-FF4D4C22EAEE}"/>
              </a:ext>
            </a:extLst>
          </p:cNvPr>
          <p:cNvPicPr>
            <a:picLocks noChangeAspect="1"/>
          </p:cNvPicPr>
          <p:nvPr/>
        </p:nvPicPr>
        <p:blipFill>
          <a:blip r:embed="rId3">
            <a:extLst>
              <a:ext uri="{28A0092B-C50C-407E-A947-70E740481C1C}">
                <a14:useLocalDpi xmlns:a14="http://schemas.microsoft.com/office/drawing/2010/main" val="0"/>
              </a:ext>
              <a:ext uri="{96DAC541-7B7A-43D3-8B79-37D633B846F1}">
                <asvg:svgBlip xmlns:asvg="http://schemas.microsoft.com/office/drawing/2016/SVG/main" r:embed="rId4"/>
              </a:ext>
            </a:extLst>
          </a:blip>
          <a:stretch>
            <a:fillRect/>
          </a:stretch>
        </p:blipFill>
        <p:spPr>
          <a:xfrm>
            <a:off x="2064813" y="4215035"/>
            <a:ext cx="662814" cy="641082"/>
          </a:xfrm>
          <a:prstGeom prst="rect">
            <a:avLst/>
          </a:prstGeom>
        </p:spPr>
      </p:pic>
      <p:pic>
        <p:nvPicPr>
          <p:cNvPr id="26" name="图形 25">
            <a:extLst>
              <a:ext uri="{FF2B5EF4-FFF2-40B4-BE49-F238E27FC236}">
                <a16:creationId xmlns:a16="http://schemas.microsoft.com/office/drawing/2014/main" id="{4DE01D43-511C-4B9A-9214-7B6BCE67BAF8}"/>
              </a:ext>
            </a:extLst>
          </p:cNvPr>
          <p:cNvPicPr>
            <a:picLocks noChangeAspect="1"/>
          </p:cNvPicPr>
          <p:nvPr/>
        </p:nvPicPr>
        <p:blipFill>
          <a:blip r:embed="rId3">
            <a:extLst>
              <a:ext uri="{28A0092B-C50C-407E-A947-70E740481C1C}">
                <a14:useLocalDpi xmlns:a14="http://schemas.microsoft.com/office/drawing/2010/main" val="0"/>
              </a:ext>
              <a:ext uri="{96DAC541-7B7A-43D3-8B79-37D633B846F1}">
                <asvg:svgBlip xmlns:asvg="http://schemas.microsoft.com/office/drawing/2016/SVG/main" r:embed="rId4"/>
              </a:ext>
            </a:extLst>
          </a:blip>
          <a:stretch>
            <a:fillRect/>
          </a:stretch>
        </p:blipFill>
        <p:spPr>
          <a:xfrm>
            <a:off x="9476064" y="4215035"/>
            <a:ext cx="662814" cy="641082"/>
          </a:xfrm>
          <a:prstGeom prst="rect">
            <a:avLst/>
          </a:prstGeom>
        </p:spPr>
      </p:pic>
      <p:pic>
        <p:nvPicPr>
          <p:cNvPr id="39" name="图形 38">
            <a:extLst>
              <a:ext uri="{FF2B5EF4-FFF2-40B4-BE49-F238E27FC236}">
                <a16:creationId xmlns:a16="http://schemas.microsoft.com/office/drawing/2014/main" id="{8BEDA2E6-C612-4550-90B3-45F9C9E9EBF3}"/>
              </a:ext>
            </a:extLst>
          </p:cNvPr>
          <p:cNvPicPr>
            <a:picLocks noChangeAspect="1"/>
          </p:cNvPicPr>
          <p:nvPr/>
        </p:nvPicPr>
        <p:blipFill>
          <a:blip r:embed="rId3">
            <a:extLst>
              <a:ext uri="{28A0092B-C50C-407E-A947-70E740481C1C}">
                <a14:useLocalDpi xmlns:a14="http://schemas.microsoft.com/office/drawing/2010/main" val="0"/>
              </a:ext>
              <a:ext uri="{96DAC541-7B7A-43D3-8B79-37D633B846F1}">
                <asvg:svgBlip xmlns:asvg="http://schemas.microsoft.com/office/drawing/2016/SVG/main" r:embed="rId4"/>
              </a:ext>
            </a:extLst>
          </a:blip>
          <a:stretch>
            <a:fillRect/>
          </a:stretch>
        </p:blipFill>
        <p:spPr>
          <a:xfrm>
            <a:off x="7005647" y="4215035"/>
            <a:ext cx="662814" cy="641082"/>
          </a:xfrm>
          <a:prstGeom prst="rect">
            <a:avLst/>
          </a:prstGeom>
        </p:spPr>
      </p:pic>
      <p:grpSp>
        <p:nvGrpSpPr>
          <p:cNvPr id="54" name="组合 53">
            <a:extLst>
              <a:ext uri="{FF2B5EF4-FFF2-40B4-BE49-F238E27FC236}">
                <a16:creationId xmlns:a16="http://schemas.microsoft.com/office/drawing/2014/main" id="{6D7C2406-A689-4157-8460-50480BA3E90B}"/>
              </a:ext>
            </a:extLst>
          </p:cNvPr>
          <p:cNvGrpSpPr/>
          <p:nvPr/>
        </p:nvGrpSpPr>
        <p:grpSpPr>
          <a:xfrm>
            <a:off x="5323845" y="4280951"/>
            <a:ext cx="1544306" cy="336539"/>
            <a:chOff x="5323845" y="4280951"/>
            <a:chExt cx="1544306" cy="336539"/>
          </a:xfrm>
        </p:grpSpPr>
        <p:cxnSp>
          <p:nvCxnSpPr>
            <p:cNvPr id="46" name="直接箭头连接符 45">
              <a:extLst>
                <a:ext uri="{FF2B5EF4-FFF2-40B4-BE49-F238E27FC236}">
                  <a16:creationId xmlns:a16="http://schemas.microsoft.com/office/drawing/2014/main" id="{A2C65660-B138-472D-9596-AEEA8D8ADF9A}"/>
                </a:ext>
              </a:extLst>
            </p:cNvPr>
            <p:cNvCxnSpPr>
              <a:cxnSpLocks/>
            </p:cNvCxnSpPr>
            <p:nvPr/>
          </p:nvCxnSpPr>
          <p:spPr>
            <a:xfrm>
              <a:off x="5323845" y="4617490"/>
              <a:ext cx="1544306" cy="0"/>
            </a:xfrm>
            <a:prstGeom prst="straightConnector1">
              <a:avLst/>
            </a:prstGeom>
            <a:ln w="38100">
              <a:solidFill>
                <a:schemeClr val="tx1"/>
              </a:solidFill>
              <a:prstDash val="dash"/>
              <a:tailEnd type="triangle"/>
            </a:ln>
          </p:spPr>
          <p:style>
            <a:lnRef idx="1">
              <a:schemeClr val="accent1"/>
            </a:lnRef>
            <a:fillRef idx="0">
              <a:schemeClr val="accent1"/>
            </a:fillRef>
            <a:effectRef idx="0">
              <a:schemeClr val="accent1"/>
            </a:effectRef>
            <a:fontRef idx="minor">
              <a:schemeClr val="tx1"/>
            </a:fontRef>
          </p:style>
        </p:cxnSp>
        <p:sp>
          <p:nvSpPr>
            <p:cNvPr id="53" name="íşlïḍè">
              <a:extLst>
                <a:ext uri="{FF2B5EF4-FFF2-40B4-BE49-F238E27FC236}">
                  <a16:creationId xmlns:a16="http://schemas.microsoft.com/office/drawing/2014/main" id="{6BD8BC68-1B75-4FB6-9911-70ED85C3BF11}"/>
                </a:ext>
              </a:extLst>
            </p:cNvPr>
            <p:cNvSpPr txBox="1"/>
            <p:nvPr/>
          </p:nvSpPr>
          <p:spPr>
            <a:xfrm>
              <a:off x="5632036" y="4280951"/>
              <a:ext cx="927924" cy="267374"/>
            </a:xfrm>
            <a:prstGeom prst="rect">
              <a:avLst/>
            </a:prstGeom>
            <a:noFill/>
          </p:spPr>
          <p:txBody>
            <a:bodyPr wrap="square" lIns="91440" tIns="45720" rIns="91440" bIns="45720" anchor="ctr">
              <a:noAutofit/>
            </a:bodyPr>
            <a:lstStyle/>
            <a:p>
              <a:pPr algn="ctr"/>
              <a:r>
                <a:rPr lang="zh-CN" altLang="en-US" b="1" dirty="0">
                  <a:latin typeface="Arial Narrow" panose="020B0606020202030204" pitchFamily="34" charset="0"/>
                </a:rPr>
                <a:t>发送帧</a:t>
              </a:r>
            </a:p>
          </p:txBody>
        </p:sp>
      </p:grpSp>
      <p:cxnSp>
        <p:nvCxnSpPr>
          <p:cNvPr id="6" name="直接箭头连接符 5">
            <a:extLst>
              <a:ext uri="{FF2B5EF4-FFF2-40B4-BE49-F238E27FC236}">
                <a16:creationId xmlns:a16="http://schemas.microsoft.com/office/drawing/2014/main" id="{EBFA96C8-6C8B-45DF-945E-616889A43BB7}"/>
              </a:ext>
            </a:extLst>
          </p:cNvPr>
          <p:cNvCxnSpPr>
            <a:cxnSpLocks/>
          </p:cNvCxnSpPr>
          <p:nvPr/>
        </p:nvCxnSpPr>
        <p:spPr>
          <a:xfrm>
            <a:off x="5022820" y="3581519"/>
            <a:ext cx="5317762" cy="0"/>
          </a:xfrm>
          <a:prstGeom prst="straightConnector1">
            <a:avLst/>
          </a:prstGeom>
          <a:ln w="50800" cap="rnd">
            <a:solidFill>
              <a:schemeClr val="accent6"/>
            </a:solidFill>
            <a:round/>
            <a:tailEnd type="triangle" w="med" len="med"/>
          </a:ln>
        </p:spPr>
        <p:style>
          <a:lnRef idx="1">
            <a:schemeClr val="accent1"/>
          </a:lnRef>
          <a:fillRef idx="0">
            <a:schemeClr val="accent1"/>
          </a:fillRef>
          <a:effectRef idx="0">
            <a:schemeClr val="accent1"/>
          </a:effectRef>
          <a:fontRef idx="minor">
            <a:schemeClr val="tx1"/>
          </a:fontRef>
        </p:style>
      </p:cxnSp>
      <p:cxnSp>
        <p:nvCxnSpPr>
          <p:cNvPr id="9" name="直接箭头连接符 8">
            <a:extLst>
              <a:ext uri="{FF2B5EF4-FFF2-40B4-BE49-F238E27FC236}">
                <a16:creationId xmlns:a16="http://schemas.microsoft.com/office/drawing/2014/main" id="{912436A7-C909-4451-8C15-E76FC00614A4}"/>
              </a:ext>
            </a:extLst>
          </p:cNvPr>
          <p:cNvCxnSpPr>
            <a:cxnSpLocks/>
          </p:cNvCxnSpPr>
          <p:nvPr/>
        </p:nvCxnSpPr>
        <p:spPr>
          <a:xfrm flipH="1">
            <a:off x="2244285" y="3581519"/>
            <a:ext cx="2811810" cy="0"/>
          </a:xfrm>
          <a:prstGeom prst="straightConnector1">
            <a:avLst/>
          </a:prstGeom>
          <a:ln w="50800" cap="rnd">
            <a:solidFill>
              <a:schemeClr val="accent6"/>
            </a:solidFill>
            <a:round/>
            <a:tailEnd type="triangle" w="med" len="med"/>
          </a:ln>
        </p:spPr>
        <p:style>
          <a:lnRef idx="1">
            <a:schemeClr val="accent1"/>
          </a:lnRef>
          <a:fillRef idx="0">
            <a:schemeClr val="accent1"/>
          </a:fillRef>
          <a:effectRef idx="0">
            <a:schemeClr val="accent1"/>
          </a:effectRef>
          <a:fontRef idx="minor">
            <a:schemeClr val="tx1"/>
          </a:fontRef>
        </p:style>
      </p:cxnSp>
      <p:cxnSp>
        <p:nvCxnSpPr>
          <p:cNvPr id="13" name="直接箭头连接符 12">
            <a:extLst>
              <a:ext uri="{FF2B5EF4-FFF2-40B4-BE49-F238E27FC236}">
                <a16:creationId xmlns:a16="http://schemas.microsoft.com/office/drawing/2014/main" id="{3DE60C78-519F-4DEB-A6E8-C799BC53FD56}"/>
              </a:ext>
            </a:extLst>
          </p:cNvPr>
          <p:cNvCxnSpPr>
            <a:cxnSpLocks/>
          </p:cNvCxnSpPr>
          <p:nvPr/>
        </p:nvCxnSpPr>
        <p:spPr>
          <a:xfrm>
            <a:off x="9966946" y="3595065"/>
            <a:ext cx="0" cy="700834"/>
          </a:xfrm>
          <a:prstGeom prst="straightConnector1">
            <a:avLst/>
          </a:prstGeom>
          <a:ln w="50800" cap="rnd">
            <a:solidFill>
              <a:schemeClr val="accent6"/>
            </a:solidFill>
            <a:round/>
            <a:tailEnd type="triangle" w="med" len="med"/>
          </a:ln>
        </p:spPr>
        <p:style>
          <a:lnRef idx="1">
            <a:schemeClr val="accent1"/>
          </a:lnRef>
          <a:fillRef idx="0">
            <a:schemeClr val="accent1"/>
          </a:fillRef>
          <a:effectRef idx="0">
            <a:schemeClr val="accent1"/>
          </a:effectRef>
          <a:fontRef idx="minor">
            <a:schemeClr val="tx1"/>
          </a:fontRef>
        </p:style>
      </p:cxnSp>
      <p:cxnSp>
        <p:nvCxnSpPr>
          <p:cNvPr id="40" name="直接箭头连接符 39">
            <a:extLst>
              <a:ext uri="{FF2B5EF4-FFF2-40B4-BE49-F238E27FC236}">
                <a16:creationId xmlns:a16="http://schemas.microsoft.com/office/drawing/2014/main" id="{E03E18E1-6C9B-441A-B4DE-55425EC415AB}"/>
              </a:ext>
            </a:extLst>
          </p:cNvPr>
          <p:cNvCxnSpPr>
            <a:cxnSpLocks/>
          </p:cNvCxnSpPr>
          <p:nvPr/>
        </p:nvCxnSpPr>
        <p:spPr>
          <a:xfrm>
            <a:off x="7498946" y="3601838"/>
            <a:ext cx="0" cy="700834"/>
          </a:xfrm>
          <a:prstGeom prst="straightConnector1">
            <a:avLst/>
          </a:prstGeom>
          <a:ln w="50800" cap="rnd">
            <a:solidFill>
              <a:schemeClr val="accent6"/>
            </a:solidFill>
            <a:round/>
            <a:tailEnd type="triangle" w="med" len="med"/>
          </a:ln>
        </p:spPr>
        <p:style>
          <a:lnRef idx="1">
            <a:schemeClr val="accent1"/>
          </a:lnRef>
          <a:fillRef idx="0">
            <a:schemeClr val="accent1"/>
          </a:fillRef>
          <a:effectRef idx="0">
            <a:schemeClr val="accent1"/>
          </a:effectRef>
          <a:fontRef idx="minor">
            <a:schemeClr val="tx1"/>
          </a:fontRef>
        </p:style>
      </p:cxnSp>
      <p:cxnSp>
        <p:nvCxnSpPr>
          <p:cNvPr id="45" name="直接箭头连接符 44">
            <a:extLst>
              <a:ext uri="{FF2B5EF4-FFF2-40B4-BE49-F238E27FC236}">
                <a16:creationId xmlns:a16="http://schemas.microsoft.com/office/drawing/2014/main" id="{F1FD2EF4-08F0-40A1-832A-5D493BCCE8B1}"/>
              </a:ext>
            </a:extLst>
          </p:cNvPr>
          <p:cNvCxnSpPr>
            <a:cxnSpLocks/>
          </p:cNvCxnSpPr>
          <p:nvPr/>
        </p:nvCxnSpPr>
        <p:spPr>
          <a:xfrm>
            <a:off x="2610160" y="3601838"/>
            <a:ext cx="0" cy="700834"/>
          </a:xfrm>
          <a:prstGeom prst="straightConnector1">
            <a:avLst/>
          </a:prstGeom>
          <a:ln w="50800" cap="rnd">
            <a:solidFill>
              <a:schemeClr val="accent6"/>
            </a:solidFill>
            <a:round/>
            <a:tailEnd type="triangle" w="med" len="med"/>
          </a:ln>
        </p:spPr>
        <p:style>
          <a:lnRef idx="1">
            <a:schemeClr val="accent1"/>
          </a:lnRef>
          <a:fillRef idx="0">
            <a:schemeClr val="accent1"/>
          </a:fillRef>
          <a:effectRef idx="0">
            <a:schemeClr val="accent1"/>
          </a:effectRef>
          <a:fontRef idx="minor">
            <a:schemeClr val="tx1"/>
          </a:fontRef>
        </p:style>
      </p:cxnSp>
      <p:sp>
        <p:nvSpPr>
          <p:cNvPr id="47" name="矩形 46">
            <a:extLst>
              <a:ext uri="{FF2B5EF4-FFF2-40B4-BE49-F238E27FC236}">
                <a16:creationId xmlns:a16="http://schemas.microsoft.com/office/drawing/2014/main" id="{B5D2ECE4-12E5-4037-99C6-FECD828BCF2C}"/>
              </a:ext>
            </a:extLst>
          </p:cNvPr>
          <p:cNvSpPr/>
          <p:nvPr/>
        </p:nvSpPr>
        <p:spPr>
          <a:xfrm>
            <a:off x="1056633" y="1335374"/>
            <a:ext cx="256976" cy="256976"/>
          </a:xfrm>
          <a:prstGeom prst="rect">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48" name="íşlïḍè">
            <a:extLst>
              <a:ext uri="{FF2B5EF4-FFF2-40B4-BE49-F238E27FC236}">
                <a16:creationId xmlns:a16="http://schemas.microsoft.com/office/drawing/2014/main" id="{3A8ED235-C46A-40A6-B687-AE21B4C08B05}"/>
              </a:ext>
            </a:extLst>
          </p:cNvPr>
          <p:cNvSpPr txBox="1"/>
          <p:nvPr/>
        </p:nvSpPr>
        <p:spPr>
          <a:xfrm>
            <a:off x="1373861" y="1281053"/>
            <a:ext cx="10276516" cy="567788"/>
          </a:xfrm>
          <a:prstGeom prst="rect">
            <a:avLst/>
          </a:prstGeom>
          <a:noFill/>
        </p:spPr>
        <p:txBody>
          <a:bodyPr wrap="square" lIns="91440" tIns="45720" rIns="91440" bIns="45720" anchor="ctr">
            <a:noAutofit/>
          </a:bodyPr>
          <a:lstStyle/>
          <a:p>
            <a:r>
              <a:rPr lang="zh-CN" altLang="en-US" b="1" dirty="0">
                <a:latin typeface="Arial Narrow" panose="020B0606020202030204" pitchFamily="34" charset="0"/>
              </a:rPr>
              <a:t>当多个主机连接在同一个广播信道上，要想实现两个主机之间的通信，则每个主机都必须有一个</a:t>
            </a:r>
            <a:r>
              <a:rPr lang="zh-CN" altLang="en-US" b="1" dirty="0">
                <a:solidFill>
                  <a:schemeClr val="accent1">
                    <a:lumMod val="75000"/>
                  </a:schemeClr>
                </a:solidFill>
                <a:latin typeface="Arial Narrow" panose="020B0606020202030204" pitchFamily="34" charset="0"/>
              </a:rPr>
              <a:t>唯一</a:t>
            </a:r>
            <a:endParaRPr lang="en-US" altLang="zh-CN" b="1" dirty="0">
              <a:solidFill>
                <a:schemeClr val="accent1">
                  <a:lumMod val="75000"/>
                </a:schemeClr>
              </a:solidFill>
              <a:latin typeface="Arial Narrow" panose="020B0606020202030204" pitchFamily="34" charset="0"/>
            </a:endParaRPr>
          </a:p>
          <a:p>
            <a:r>
              <a:rPr lang="zh-CN" altLang="en-US" b="1" dirty="0">
                <a:solidFill>
                  <a:schemeClr val="accent1">
                    <a:lumMod val="75000"/>
                  </a:schemeClr>
                </a:solidFill>
                <a:latin typeface="Arial Narrow" panose="020B0606020202030204" pitchFamily="34" charset="0"/>
              </a:rPr>
              <a:t>的标识</a:t>
            </a:r>
            <a:r>
              <a:rPr lang="zh-CN" altLang="en-US" b="1" dirty="0">
                <a:latin typeface="Arial Narrow" panose="020B0606020202030204" pitchFamily="34" charset="0"/>
              </a:rPr>
              <a:t>，即一个</a:t>
            </a:r>
            <a:r>
              <a:rPr lang="zh-CN" altLang="en-US" b="1" dirty="0">
                <a:solidFill>
                  <a:schemeClr val="accent1">
                    <a:lumMod val="75000"/>
                  </a:schemeClr>
                </a:solidFill>
                <a:latin typeface="Arial Narrow" panose="020B0606020202030204" pitchFamily="34" charset="0"/>
              </a:rPr>
              <a:t>数据链路层地址</a:t>
            </a:r>
            <a:r>
              <a:rPr lang="zh-CN" altLang="en-US" b="1" dirty="0">
                <a:latin typeface="Arial Narrow" panose="020B0606020202030204" pitchFamily="34" charset="0"/>
              </a:rPr>
              <a:t>。</a:t>
            </a:r>
          </a:p>
        </p:txBody>
      </p:sp>
      <p:sp>
        <p:nvSpPr>
          <p:cNvPr id="38" name="矩形 37">
            <a:extLst>
              <a:ext uri="{FF2B5EF4-FFF2-40B4-BE49-F238E27FC236}">
                <a16:creationId xmlns:a16="http://schemas.microsoft.com/office/drawing/2014/main" id="{3F8BB29A-850B-4F3D-8F5C-FCAEDD32EEBD}"/>
              </a:ext>
            </a:extLst>
          </p:cNvPr>
          <p:cNvSpPr/>
          <p:nvPr/>
        </p:nvSpPr>
        <p:spPr>
          <a:xfrm>
            <a:off x="1056633" y="2085766"/>
            <a:ext cx="256976" cy="256976"/>
          </a:xfrm>
          <a:prstGeom prst="rect">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43" name="íşlïḍè">
            <a:extLst>
              <a:ext uri="{FF2B5EF4-FFF2-40B4-BE49-F238E27FC236}">
                <a16:creationId xmlns:a16="http://schemas.microsoft.com/office/drawing/2014/main" id="{0F1E4A39-A7FF-4D5D-82C5-EC7AAE6D762B}"/>
              </a:ext>
            </a:extLst>
          </p:cNvPr>
          <p:cNvSpPr txBox="1"/>
          <p:nvPr/>
        </p:nvSpPr>
        <p:spPr>
          <a:xfrm>
            <a:off x="1373861" y="2031444"/>
            <a:ext cx="10276516" cy="685515"/>
          </a:xfrm>
          <a:prstGeom prst="rect">
            <a:avLst/>
          </a:prstGeom>
          <a:noFill/>
        </p:spPr>
        <p:txBody>
          <a:bodyPr wrap="square" lIns="91440" tIns="45720" rIns="91440" bIns="45720" anchor="ctr">
            <a:noAutofit/>
          </a:bodyPr>
          <a:lstStyle/>
          <a:p>
            <a:r>
              <a:rPr lang="zh-CN" altLang="en-US" b="1" dirty="0">
                <a:latin typeface="Arial Narrow" panose="020B0606020202030204" pitchFamily="34" charset="0"/>
              </a:rPr>
              <a:t>在每个主机发送的</a:t>
            </a:r>
            <a:r>
              <a:rPr lang="zh-CN" altLang="en-US" b="1" dirty="0">
                <a:solidFill>
                  <a:schemeClr val="accent1">
                    <a:lumMod val="75000"/>
                  </a:schemeClr>
                </a:solidFill>
                <a:latin typeface="Arial Narrow" panose="020B0606020202030204" pitchFamily="34" charset="0"/>
              </a:rPr>
              <a:t>帧的首部</a:t>
            </a:r>
            <a:r>
              <a:rPr lang="zh-CN" altLang="en-US" b="1" dirty="0">
                <a:latin typeface="Arial Narrow" panose="020B0606020202030204" pitchFamily="34" charset="0"/>
              </a:rPr>
              <a:t>中，都</a:t>
            </a:r>
            <a:r>
              <a:rPr lang="zh-CN" altLang="en-US" b="1" dirty="0">
                <a:solidFill>
                  <a:schemeClr val="accent1">
                    <a:lumMod val="75000"/>
                  </a:schemeClr>
                </a:solidFill>
                <a:latin typeface="Arial Narrow" panose="020B0606020202030204" pitchFamily="34" charset="0"/>
              </a:rPr>
              <a:t>携带</a:t>
            </a:r>
            <a:r>
              <a:rPr lang="zh-CN" altLang="en-US" b="1" dirty="0">
                <a:latin typeface="Arial Narrow" panose="020B0606020202030204" pitchFamily="34" charset="0"/>
              </a:rPr>
              <a:t>有发送主机（源主机）和接收主机（目的主机）的</a:t>
            </a:r>
            <a:r>
              <a:rPr lang="zh-CN" altLang="en-US" b="1" dirty="0">
                <a:solidFill>
                  <a:schemeClr val="accent1">
                    <a:lumMod val="75000"/>
                  </a:schemeClr>
                </a:solidFill>
                <a:latin typeface="Arial Narrow" panose="020B0606020202030204" pitchFamily="34" charset="0"/>
              </a:rPr>
              <a:t>数据链路层地址</a:t>
            </a:r>
            <a:r>
              <a:rPr lang="zh-CN" altLang="en-US" b="1" dirty="0">
                <a:latin typeface="Arial Narrow" panose="020B0606020202030204" pitchFamily="34" charset="0"/>
              </a:rPr>
              <a:t>。由于这类地址是用于</a:t>
            </a:r>
            <a:r>
              <a:rPr lang="zh-CN" altLang="en-US" b="1" dirty="0">
                <a:solidFill>
                  <a:schemeClr val="accent1">
                    <a:lumMod val="75000"/>
                  </a:schemeClr>
                </a:solidFill>
                <a:latin typeface="Arial Narrow" panose="020B0606020202030204" pitchFamily="34" charset="0"/>
              </a:rPr>
              <a:t>媒体接入控制</a:t>
            </a:r>
            <a:r>
              <a:rPr lang="zh-CN" altLang="en-US" b="1" dirty="0">
                <a:latin typeface="Arial Narrow" panose="020B0606020202030204" pitchFamily="34" charset="0"/>
              </a:rPr>
              <a:t>（</a:t>
            </a:r>
            <a:r>
              <a:rPr lang="en-US" altLang="zh-CN" b="1" dirty="0">
                <a:solidFill>
                  <a:schemeClr val="accent1">
                    <a:lumMod val="75000"/>
                  </a:schemeClr>
                </a:solidFill>
                <a:latin typeface="Arial Narrow" panose="020B0606020202030204" pitchFamily="34" charset="0"/>
              </a:rPr>
              <a:t>M</a:t>
            </a:r>
            <a:r>
              <a:rPr lang="en-US" altLang="zh-CN" b="1" dirty="0">
                <a:latin typeface="Arial Narrow" panose="020B0606020202030204" pitchFamily="34" charset="0"/>
              </a:rPr>
              <a:t>edium </a:t>
            </a:r>
            <a:r>
              <a:rPr lang="en-US" altLang="zh-CN" b="1" dirty="0">
                <a:solidFill>
                  <a:schemeClr val="accent1">
                    <a:lumMod val="75000"/>
                  </a:schemeClr>
                </a:solidFill>
                <a:latin typeface="Arial Narrow" panose="020B0606020202030204" pitchFamily="34" charset="0"/>
              </a:rPr>
              <a:t>A</a:t>
            </a:r>
            <a:r>
              <a:rPr lang="en-US" altLang="zh-CN" b="1" dirty="0">
                <a:latin typeface="Arial Narrow" panose="020B0606020202030204" pitchFamily="34" charset="0"/>
              </a:rPr>
              <a:t>ccess </a:t>
            </a:r>
            <a:r>
              <a:rPr lang="en-US" altLang="zh-CN" b="1" dirty="0">
                <a:solidFill>
                  <a:schemeClr val="accent1">
                    <a:lumMod val="75000"/>
                  </a:schemeClr>
                </a:solidFill>
                <a:latin typeface="Arial Narrow" panose="020B0606020202030204" pitchFamily="34" charset="0"/>
              </a:rPr>
              <a:t>C</a:t>
            </a:r>
            <a:r>
              <a:rPr lang="en-US" altLang="zh-CN" b="1" dirty="0">
                <a:latin typeface="Arial Narrow" panose="020B0606020202030204" pitchFamily="34" charset="0"/>
              </a:rPr>
              <a:t>ontrol</a:t>
            </a:r>
            <a:r>
              <a:rPr lang="zh-CN" altLang="en-US" b="1" dirty="0">
                <a:latin typeface="Arial Narrow" panose="020B0606020202030204" pitchFamily="34" charset="0"/>
              </a:rPr>
              <a:t>，</a:t>
            </a:r>
            <a:r>
              <a:rPr lang="en-US" altLang="zh-CN" b="1" dirty="0">
                <a:solidFill>
                  <a:schemeClr val="accent1">
                    <a:lumMod val="75000"/>
                  </a:schemeClr>
                </a:solidFill>
                <a:latin typeface="Arial Narrow" panose="020B0606020202030204" pitchFamily="34" charset="0"/>
              </a:rPr>
              <a:t>MAC</a:t>
            </a:r>
            <a:r>
              <a:rPr lang="zh-CN" altLang="en-US" b="1" dirty="0">
                <a:latin typeface="Arial Narrow" panose="020B0606020202030204" pitchFamily="34" charset="0"/>
              </a:rPr>
              <a:t>）的，因此被称为</a:t>
            </a:r>
            <a:r>
              <a:rPr lang="en-US" altLang="zh-CN" b="1" dirty="0">
                <a:solidFill>
                  <a:schemeClr val="accent1">
                    <a:lumMod val="75000"/>
                  </a:schemeClr>
                </a:solidFill>
                <a:latin typeface="Arial Narrow" panose="020B0606020202030204" pitchFamily="34" charset="0"/>
              </a:rPr>
              <a:t>MAC</a:t>
            </a:r>
            <a:r>
              <a:rPr lang="zh-CN" altLang="en-US" b="1" dirty="0">
                <a:solidFill>
                  <a:schemeClr val="accent1">
                    <a:lumMod val="75000"/>
                  </a:schemeClr>
                </a:solidFill>
                <a:latin typeface="Arial Narrow" panose="020B0606020202030204" pitchFamily="34" charset="0"/>
              </a:rPr>
              <a:t>地址</a:t>
            </a:r>
            <a:r>
              <a:rPr lang="zh-CN" altLang="en-US" b="1" dirty="0">
                <a:latin typeface="Arial Narrow" panose="020B0606020202030204" pitchFamily="34" charset="0"/>
              </a:rPr>
              <a:t>。</a:t>
            </a:r>
          </a:p>
        </p:txBody>
      </p:sp>
      <p:sp>
        <p:nvSpPr>
          <p:cNvPr id="7" name="矩形 6">
            <a:extLst>
              <a:ext uri="{FF2B5EF4-FFF2-40B4-BE49-F238E27FC236}">
                <a16:creationId xmlns:a16="http://schemas.microsoft.com/office/drawing/2014/main" id="{4BC9C696-1ED4-43F1-ADF8-4332E03DDE71}"/>
              </a:ext>
            </a:extLst>
          </p:cNvPr>
          <p:cNvSpPr/>
          <p:nvPr/>
        </p:nvSpPr>
        <p:spPr>
          <a:xfrm>
            <a:off x="5198331" y="3710258"/>
            <a:ext cx="1816475" cy="256976"/>
          </a:xfrm>
          <a:prstGeom prst="rect">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44" name="矩形 43">
            <a:extLst>
              <a:ext uri="{FF2B5EF4-FFF2-40B4-BE49-F238E27FC236}">
                <a16:creationId xmlns:a16="http://schemas.microsoft.com/office/drawing/2014/main" id="{EC803985-58E3-4217-984C-6AE175B288CA}"/>
              </a:ext>
            </a:extLst>
          </p:cNvPr>
          <p:cNvSpPr/>
          <p:nvPr/>
        </p:nvSpPr>
        <p:spPr>
          <a:xfrm>
            <a:off x="5196426" y="3710258"/>
            <a:ext cx="308162" cy="256976"/>
          </a:xfrm>
          <a:prstGeom prst="rect">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CN" b="1" dirty="0">
                <a:solidFill>
                  <a:schemeClr val="tx1"/>
                </a:solidFill>
              </a:rPr>
              <a:t>C</a:t>
            </a:r>
            <a:endParaRPr lang="zh-CN" altLang="en-US" b="1" dirty="0">
              <a:solidFill>
                <a:schemeClr val="tx1"/>
              </a:solidFill>
            </a:endParaRPr>
          </a:p>
        </p:txBody>
      </p:sp>
      <p:sp>
        <p:nvSpPr>
          <p:cNvPr id="55" name="矩形 54">
            <a:extLst>
              <a:ext uri="{FF2B5EF4-FFF2-40B4-BE49-F238E27FC236}">
                <a16:creationId xmlns:a16="http://schemas.microsoft.com/office/drawing/2014/main" id="{05832307-9A91-4F29-A477-BB02FC982459}"/>
              </a:ext>
            </a:extLst>
          </p:cNvPr>
          <p:cNvSpPr/>
          <p:nvPr/>
        </p:nvSpPr>
        <p:spPr>
          <a:xfrm>
            <a:off x="5504588" y="3710258"/>
            <a:ext cx="308162" cy="256976"/>
          </a:xfrm>
          <a:prstGeom prst="rect">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CN" b="1" dirty="0">
                <a:solidFill>
                  <a:schemeClr val="tx1"/>
                </a:solidFill>
              </a:rPr>
              <a:t>B</a:t>
            </a:r>
            <a:endParaRPr lang="zh-CN" altLang="en-US" b="1" dirty="0">
              <a:solidFill>
                <a:schemeClr val="tx1"/>
              </a:solidFill>
            </a:endParaRPr>
          </a:p>
        </p:txBody>
      </p:sp>
      <p:cxnSp>
        <p:nvCxnSpPr>
          <p:cNvPr id="57" name="直接箭头连接符 56">
            <a:extLst>
              <a:ext uri="{FF2B5EF4-FFF2-40B4-BE49-F238E27FC236}">
                <a16:creationId xmlns:a16="http://schemas.microsoft.com/office/drawing/2014/main" id="{13BA03DB-23E8-4B99-9EE9-52DB928D34E2}"/>
              </a:ext>
            </a:extLst>
          </p:cNvPr>
          <p:cNvCxnSpPr/>
          <p:nvPr/>
        </p:nvCxnSpPr>
        <p:spPr>
          <a:xfrm flipV="1">
            <a:off x="5022820" y="3601838"/>
            <a:ext cx="0" cy="773654"/>
          </a:xfrm>
          <a:prstGeom prst="straightConnector1">
            <a:avLst/>
          </a:prstGeom>
          <a:ln w="50800" cap="rnd">
            <a:solidFill>
              <a:schemeClr val="accent6"/>
            </a:solidFill>
            <a:round/>
            <a:tailEnd type="triangle" w="med" len="med"/>
          </a:ln>
        </p:spPr>
        <p:style>
          <a:lnRef idx="1">
            <a:schemeClr val="accent1"/>
          </a:lnRef>
          <a:fillRef idx="0">
            <a:schemeClr val="accent1"/>
          </a:fillRef>
          <a:effectRef idx="0">
            <a:schemeClr val="accent1"/>
          </a:effectRef>
          <a:fontRef idx="minor">
            <a:schemeClr val="tx1"/>
          </a:fontRef>
        </p:style>
      </p:cxnSp>
      <p:pic>
        <p:nvPicPr>
          <p:cNvPr id="24" name="图形 23">
            <a:extLst>
              <a:ext uri="{FF2B5EF4-FFF2-40B4-BE49-F238E27FC236}">
                <a16:creationId xmlns:a16="http://schemas.microsoft.com/office/drawing/2014/main" id="{EAB63B73-1AF4-4A38-8986-514E9F3CD325}"/>
              </a:ext>
            </a:extLst>
          </p:cNvPr>
          <p:cNvPicPr>
            <a:picLocks noChangeAspect="1"/>
          </p:cNvPicPr>
          <p:nvPr/>
        </p:nvPicPr>
        <p:blipFill>
          <a:blip r:embed="rId3">
            <a:extLst>
              <a:ext uri="{28A0092B-C50C-407E-A947-70E740481C1C}">
                <a14:useLocalDpi xmlns:a14="http://schemas.microsoft.com/office/drawing/2010/main" val="0"/>
              </a:ext>
              <a:ext uri="{96DAC541-7B7A-43D3-8B79-37D633B846F1}">
                <asvg:svgBlip xmlns:asvg="http://schemas.microsoft.com/office/drawing/2016/SVG/main" r:embed="rId4"/>
              </a:ext>
            </a:extLst>
          </a:blip>
          <a:stretch>
            <a:fillRect/>
          </a:stretch>
        </p:blipFill>
        <p:spPr>
          <a:xfrm>
            <a:off x="4535230" y="4215035"/>
            <a:ext cx="662814" cy="641082"/>
          </a:xfrm>
          <a:prstGeom prst="rect">
            <a:avLst/>
          </a:prstGeom>
        </p:spPr>
      </p:pic>
    </p:spTree>
    <p:custDataLst>
      <p:tags r:id="rId1"/>
    </p:custDataLst>
    <p:extLst>
      <p:ext uri="{BB962C8B-B14F-4D97-AF65-F5344CB8AC3E}">
        <p14:creationId xmlns:p14="http://schemas.microsoft.com/office/powerpoint/2010/main" val="547661888"/>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49" presetClass="entr" presetSubtype="0" decel="100000" fill="hold" grpId="0" nodeType="withEffect">
                                  <p:stCondLst>
                                    <p:cond delay="0"/>
                                  </p:stCondLst>
                                  <p:childTnLst>
                                    <p:set>
                                      <p:cBhvr>
                                        <p:cTn id="6" dur="1" fill="hold">
                                          <p:stCondLst>
                                            <p:cond delay="0"/>
                                          </p:stCondLst>
                                        </p:cTn>
                                        <p:tgtEl>
                                          <p:spTgt spid="38"/>
                                        </p:tgtEl>
                                        <p:attrNameLst>
                                          <p:attrName>style.visibility</p:attrName>
                                        </p:attrNameLst>
                                      </p:cBhvr>
                                      <p:to>
                                        <p:strVal val="visible"/>
                                      </p:to>
                                    </p:set>
                                    <p:anim calcmode="lin" valueType="num">
                                      <p:cBhvr>
                                        <p:cTn id="7" dur="500" fill="hold"/>
                                        <p:tgtEl>
                                          <p:spTgt spid="38"/>
                                        </p:tgtEl>
                                        <p:attrNameLst>
                                          <p:attrName>ppt_w</p:attrName>
                                        </p:attrNameLst>
                                      </p:cBhvr>
                                      <p:tavLst>
                                        <p:tav tm="0">
                                          <p:val>
                                            <p:fltVal val="0"/>
                                          </p:val>
                                        </p:tav>
                                        <p:tav tm="100000">
                                          <p:val>
                                            <p:strVal val="#ppt_w"/>
                                          </p:val>
                                        </p:tav>
                                      </p:tavLst>
                                    </p:anim>
                                    <p:anim calcmode="lin" valueType="num">
                                      <p:cBhvr>
                                        <p:cTn id="8" dur="500" fill="hold"/>
                                        <p:tgtEl>
                                          <p:spTgt spid="38"/>
                                        </p:tgtEl>
                                        <p:attrNameLst>
                                          <p:attrName>ppt_h</p:attrName>
                                        </p:attrNameLst>
                                      </p:cBhvr>
                                      <p:tavLst>
                                        <p:tav tm="0">
                                          <p:val>
                                            <p:fltVal val="0"/>
                                          </p:val>
                                        </p:tav>
                                        <p:tav tm="100000">
                                          <p:val>
                                            <p:strVal val="#ppt_h"/>
                                          </p:val>
                                        </p:tav>
                                      </p:tavLst>
                                    </p:anim>
                                    <p:anim calcmode="lin" valueType="num">
                                      <p:cBhvr>
                                        <p:cTn id="9" dur="500" fill="hold"/>
                                        <p:tgtEl>
                                          <p:spTgt spid="38"/>
                                        </p:tgtEl>
                                        <p:attrNameLst>
                                          <p:attrName>style.rotation</p:attrName>
                                        </p:attrNameLst>
                                      </p:cBhvr>
                                      <p:tavLst>
                                        <p:tav tm="0">
                                          <p:val>
                                            <p:fltVal val="360"/>
                                          </p:val>
                                        </p:tav>
                                        <p:tav tm="100000">
                                          <p:val>
                                            <p:fltVal val="0"/>
                                          </p:val>
                                        </p:tav>
                                      </p:tavLst>
                                    </p:anim>
                                    <p:animEffect transition="in" filter="fade">
                                      <p:cBhvr>
                                        <p:cTn id="10" dur="500"/>
                                        <p:tgtEl>
                                          <p:spTgt spid="38"/>
                                        </p:tgtEl>
                                      </p:cBhvr>
                                    </p:animEffect>
                                  </p:childTnLst>
                                </p:cTn>
                              </p:par>
                            </p:childTnLst>
                          </p:cTn>
                        </p:par>
                        <p:par>
                          <p:cTn id="11" fill="hold">
                            <p:stCondLst>
                              <p:cond delay="500"/>
                            </p:stCondLst>
                            <p:childTnLst>
                              <p:par>
                                <p:cTn id="12" presetID="1" presetClass="entr" presetSubtype="0" fill="hold" grpId="0" nodeType="afterEffect">
                                  <p:stCondLst>
                                    <p:cond delay="0"/>
                                  </p:stCondLst>
                                  <p:iterate type="lt">
                                    <p:tmAbs val="100"/>
                                  </p:iterate>
                                  <p:childTnLst>
                                    <p:set>
                                      <p:cBhvr>
                                        <p:cTn id="13" dur="1" fill="hold">
                                          <p:stCondLst>
                                            <p:cond delay="0"/>
                                          </p:stCondLst>
                                        </p:cTn>
                                        <p:tgtEl>
                                          <p:spTgt spid="43"/>
                                        </p:tgtEl>
                                        <p:attrNameLst>
                                          <p:attrName>style.visibility</p:attrName>
                                        </p:attrNameLst>
                                      </p:cBhvr>
                                      <p:to>
                                        <p:strVal val="visible"/>
                                      </p:to>
                                    </p:set>
                                  </p:childTnLst>
                                </p:cTn>
                              </p:par>
                            </p:childTnLst>
                          </p:cTn>
                        </p:par>
                      </p:childTnLst>
                    </p:cTn>
                  </p:par>
                  <p:par>
                    <p:cTn id="14" fill="hold">
                      <p:stCondLst>
                        <p:cond delay="indefinite"/>
                      </p:stCondLst>
                      <p:childTnLst>
                        <p:par>
                          <p:cTn id="15" fill="hold">
                            <p:stCondLst>
                              <p:cond delay="0"/>
                            </p:stCondLst>
                            <p:childTnLst>
                              <p:par>
                                <p:cTn id="16" presetID="42" presetClass="entr" presetSubtype="0" fill="hold" grpId="0" nodeType="clickEffect">
                                  <p:stCondLst>
                                    <p:cond delay="0"/>
                                  </p:stCondLst>
                                  <p:childTnLst>
                                    <p:set>
                                      <p:cBhvr>
                                        <p:cTn id="17" dur="1" fill="hold">
                                          <p:stCondLst>
                                            <p:cond delay="0"/>
                                          </p:stCondLst>
                                        </p:cTn>
                                        <p:tgtEl>
                                          <p:spTgt spid="7"/>
                                        </p:tgtEl>
                                        <p:attrNameLst>
                                          <p:attrName>style.visibility</p:attrName>
                                        </p:attrNameLst>
                                      </p:cBhvr>
                                      <p:to>
                                        <p:strVal val="visible"/>
                                      </p:to>
                                    </p:set>
                                    <p:animEffect transition="in" filter="fade">
                                      <p:cBhvr>
                                        <p:cTn id="18" dur="1000"/>
                                        <p:tgtEl>
                                          <p:spTgt spid="7"/>
                                        </p:tgtEl>
                                      </p:cBhvr>
                                    </p:animEffect>
                                    <p:anim calcmode="lin" valueType="num">
                                      <p:cBhvr>
                                        <p:cTn id="19" dur="1000" fill="hold"/>
                                        <p:tgtEl>
                                          <p:spTgt spid="7"/>
                                        </p:tgtEl>
                                        <p:attrNameLst>
                                          <p:attrName>ppt_x</p:attrName>
                                        </p:attrNameLst>
                                      </p:cBhvr>
                                      <p:tavLst>
                                        <p:tav tm="0">
                                          <p:val>
                                            <p:strVal val="#ppt_x"/>
                                          </p:val>
                                        </p:tav>
                                        <p:tav tm="100000">
                                          <p:val>
                                            <p:strVal val="#ppt_x"/>
                                          </p:val>
                                        </p:tav>
                                      </p:tavLst>
                                    </p:anim>
                                    <p:anim calcmode="lin" valueType="num">
                                      <p:cBhvr>
                                        <p:cTn id="20" dur="1000" fill="hold"/>
                                        <p:tgtEl>
                                          <p:spTgt spid="7"/>
                                        </p:tgtEl>
                                        <p:attrNameLst>
                                          <p:attrName>ppt_y</p:attrName>
                                        </p:attrNameLst>
                                      </p:cBhvr>
                                      <p:tavLst>
                                        <p:tav tm="0">
                                          <p:val>
                                            <p:strVal val="#ppt_y+.1"/>
                                          </p:val>
                                        </p:tav>
                                        <p:tav tm="100000">
                                          <p:val>
                                            <p:strVal val="#ppt_y"/>
                                          </p:val>
                                        </p:tav>
                                      </p:tavLst>
                                    </p:anim>
                                  </p:childTnLst>
                                </p:cTn>
                              </p:par>
                              <p:par>
                                <p:cTn id="21" presetID="42" presetClass="entr" presetSubtype="0" fill="hold" grpId="0" nodeType="withEffect">
                                  <p:stCondLst>
                                    <p:cond delay="0"/>
                                  </p:stCondLst>
                                  <p:childTnLst>
                                    <p:set>
                                      <p:cBhvr>
                                        <p:cTn id="22" dur="1" fill="hold">
                                          <p:stCondLst>
                                            <p:cond delay="0"/>
                                          </p:stCondLst>
                                        </p:cTn>
                                        <p:tgtEl>
                                          <p:spTgt spid="44"/>
                                        </p:tgtEl>
                                        <p:attrNameLst>
                                          <p:attrName>style.visibility</p:attrName>
                                        </p:attrNameLst>
                                      </p:cBhvr>
                                      <p:to>
                                        <p:strVal val="visible"/>
                                      </p:to>
                                    </p:set>
                                    <p:animEffect transition="in" filter="fade">
                                      <p:cBhvr>
                                        <p:cTn id="23" dur="1000"/>
                                        <p:tgtEl>
                                          <p:spTgt spid="44"/>
                                        </p:tgtEl>
                                      </p:cBhvr>
                                    </p:animEffect>
                                    <p:anim calcmode="lin" valueType="num">
                                      <p:cBhvr>
                                        <p:cTn id="24" dur="1000" fill="hold"/>
                                        <p:tgtEl>
                                          <p:spTgt spid="44"/>
                                        </p:tgtEl>
                                        <p:attrNameLst>
                                          <p:attrName>ppt_x</p:attrName>
                                        </p:attrNameLst>
                                      </p:cBhvr>
                                      <p:tavLst>
                                        <p:tav tm="0">
                                          <p:val>
                                            <p:strVal val="#ppt_x"/>
                                          </p:val>
                                        </p:tav>
                                        <p:tav tm="100000">
                                          <p:val>
                                            <p:strVal val="#ppt_x"/>
                                          </p:val>
                                        </p:tav>
                                      </p:tavLst>
                                    </p:anim>
                                    <p:anim calcmode="lin" valueType="num">
                                      <p:cBhvr>
                                        <p:cTn id="25" dur="1000" fill="hold"/>
                                        <p:tgtEl>
                                          <p:spTgt spid="44"/>
                                        </p:tgtEl>
                                        <p:attrNameLst>
                                          <p:attrName>ppt_y</p:attrName>
                                        </p:attrNameLst>
                                      </p:cBhvr>
                                      <p:tavLst>
                                        <p:tav tm="0">
                                          <p:val>
                                            <p:strVal val="#ppt_y+.1"/>
                                          </p:val>
                                        </p:tav>
                                        <p:tav tm="100000">
                                          <p:val>
                                            <p:strVal val="#ppt_y"/>
                                          </p:val>
                                        </p:tav>
                                      </p:tavLst>
                                    </p:anim>
                                  </p:childTnLst>
                                </p:cTn>
                              </p:par>
                              <p:par>
                                <p:cTn id="26" presetID="42" presetClass="entr" presetSubtype="0" fill="hold" grpId="0" nodeType="withEffect">
                                  <p:stCondLst>
                                    <p:cond delay="0"/>
                                  </p:stCondLst>
                                  <p:childTnLst>
                                    <p:set>
                                      <p:cBhvr>
                                        <p:cTn id="27" dur="1" fill="hold">
                                          <p:stCondLst>
                                            <p:cond delay="0"/>
                                          </p:stCondLst>
                                        </p:cTn>
                                        <p:tgtEl>
                                          <p:spTgt spid="55"/>
                                        </p:tgtEl>
                                        <p:attrNameLst>
                                          <p:attrName>style.visibility</p:attrName>
                                        </p:attrNameLst>
                                      </p:cBhvr>
                                      <p:to>
                                        <p:strVal val="visible"/>
                                      </p:to>
                                    </p:set>
                                    <p:animEffect transition="in" filter="fade">
                                      <p:cBhvr>
                                        <p:cTn id="28" dur="1000"/>
                                        <p:tgtEl>
                                          <p:spTgt spid="55"/>
                                        </p:tgtEl>
                                      </p:cBhvr>
                                    </p:animEffect>
                                    <p:anim calcmode="lin" valueType="num">
                                      <p:cBhvr>
                                        <p:cTn id="29" dur="1000" fill="hold"/>
                                        <p:tgtEl>
                                          <p:spTgt spid="55"/>
                                        </p:tgtEl>
                                        <p:attrNameLst>
                                          <p:attrName>ppt_x</p:attrName>
                                        </p:attrNameLst>
                                      </p:cBhvr>
                                      <p:tavLst>
                                        <p:tav tm="0">
                                          <p:val>
                                            <p:strVal val="#ppt_x"/>
                                          </p:val>
                                        </p:tav>
                                        <p:tav tm="100000">
                                          <p:val>
                                            <p:strVal val="#ppt_x"/>
                                          </p:val>
                                        </p:tav>
                                      </p:tavLst>
                                    </p:anim>
                                    <p:anim calcmode="lin" valueType="num">
                                      <p:cBhvr>
                                        <p:cTn id="30" dur="1000" fill="hold"/>
                                        <p:tgtEl>
                                          <p:spTgt spid="55"/>
                                        </p:tgtEl>
                                        <p:attrNameLst>
                                          <p:attrName>ppt_y</p:attrName>
                                        </p:attrNameLst>
                                      </p:cBhvr>
                                      <p:tavLst>
                                        <p:tav tm="0">
                                          <p:val>
                                            <p:strVal val="#ppt_y+.1"/>
                                          </p:val>
                                        </p:tav>
                                        <p:tav tm="100000">
                                          <p:val>
                                            <p:strVal val="#ppt_y"/>
                                          </p:val>
                                        </p:tav>
                                      </p:tavLst>
                                    </p:anim>
                                  </p:childTnLst>
                                </p:cTn>
                              </p:par>
                            </p:childTnLst>
                          </p:cTn>
                        </p:par>
                      </p:childTnLst>
                    </p:cTn>
                  </p:par>
                  <p:par>
                    <p:cTn id="31" fill="hold">
                      <p:stCondLst>
                        <p:cond delay="indefinite"/>
                      </p:stCondLst>
                      <p:childTnLst>
                        <p:par>
                          <p:cTn id="32" fill="hold">
                            <p:stCondLst>
                              <p:cond delay="0"/>
                            </p:stCondLst>
                            <p:childTnLst>
                              <p:par>
                                <p:cTn id="33" presetID="8" presetClass="emph" presetSubtype="0" fill="hold" grpId="1" nodeType="clickEffect">
                                  <p:stCondLst>
                                    <p:cond delay="0"/>
                                  </p:stCondLst>
                                  <p:childTnLst>
                                    <p:animRot by="21600000">
                                      <p:cBhvr>
                                        <p:cTn id="34" dur="1000" fill="hold"/>
                                        <p:tgtEl>
                                          <p:spTgt spid="44"/>
                                        </p:tgtEl>
                                        <p:attrNameLst>
                                          <p:attrName>r</p:attrName>
                                        </p:attrNameLst>
                                      </p:cBhvr>
                                    </p:animRot>
                                  </p:childTnLst>
                                </p:cTn>
                              </p:par>
                            </p:childTnLst>
                          </p:cTn>
                        </p:par>
                      </p:childTnLst>
                    </p:cTn>
                  </p:par>
                  <p:par>
                    <p:cTn id="35" fill="hold">
                      <p:stCondLst>
                        <p:cond delay="indefinite"/>
                      </p:stCondLst>
                      <p:childTnLst>
                        <p:par>
                          <p:cTn id="36" fill="hold">
                            <p:stCondLst>
                              <p:cond delay="0"/>
                            </p:stCondLst>
                            <p:childTnLst>
                              <p:par>
                                <p:cTn id="37" presetID="8" presetClass="emph" presetSubtype="0" fill="hold" grpId="1" nodeType="clickEffect">
                                  <p:stCondLst>
                                    <p:cond delay="0"/>
                                  </p:stCondLst>
                                  <p:childTnLst>
                                    <p:animRot by="21600000">
                                      <p:cBhvr>
                                        <p:cTn id="38" dur="1000" fill="hold"/>
                                        <p:tgtEl>
                                          <p:spTgt spid="55"/>
                                        </p:tgtEl>
                                        <p:attrNameLst>
                                          <p:attrName>r</p:attrName>
                                        </p:attrNameLst>
                                      </p:cBhvr>
                                    </p:animRo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8" grpId="0" animBg="1"/>
      <p:bldP spid="43" grpId="0"/>
      <p:bldP spid="7" grpId="0" animBg="1"/>
      <p:bldP spid="44" grpId="0" animBg="1"/>
      <p:bldP spid="44" grpId="1" animBg="1"/>
      <p:bldP spid="55" grpId="0" animBg="1"/>
      <p:bldP spid="55" grpId="1" animBg="1"/>
    </p:bldLst>
  </p:timing>
</p:sld>
</file>

<file path=ppt/slides/slide25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5" name="组合 4">
            <a:extLst>
              <a:ext uri="{FF2B5EF4-FFF2-40B4-BE49-F238E27FC236}">
                <a16:creationId xmlns:a16="http://schemas.microsoft.com/office/drawing/2014/main" id="{841E27AC-2181-4B83-AC34-125D5B43438B}"/>
              </a:ext>
            </a:extLst>
          </p:cNvPr>
          <p:cNvGrpSpPr/>
          <p:nvPr/>
        </p:nvGrpSpPr>
        <p:grpSpPr>
          <a:xfrm>
            <a:off x="2267732" y="4873710"/>
            <a:ext cx="7699214" cy="256976"/>
            <a:chOff x="2267732" y="4873710"/>
            <a:chExt cx="7699214" cy="256976"/>
          </a:xfrm>
        </p:grpSpPr>
        <p:sp>
          <p:nvSpPr>
            <p:cNvPr id="49" name="íşlïḍè">
              <a:extLst>
                <a:ext uri="{FF2B5EF4-FFF2-40B4-BE49-F238E27FC236}">
                  <a16:creationId xmlns:a16="http://schemas.microsoft.com/office/drawing/2014/main" id="{EDF6BADE-9BBF-4ABE-856A-9F50E46669B9}"/>
                </a:ext>
              </a:extLst>
            </p:cNvPr>
            <p:cNvSpPr txBox="1"/>
            <p:nvPr/>
          </p:nvSpPr>
          <p:spPr>
            <a:xfrm>
              <a:off x="2267732" y="4873710"/>
              <a:ext cx="256976" cy="256976"/>
            </a:xfrm>
            <a:prstGeom prst="rect">
              <a:avLst/>
            </a:prstGeom>
            <a:noFill/>
          </p:spPr>
          <p:txBody>
            <a:bodyPr wrap="square" lIns="91440" tIns="45720" rIns="91440" bIns="45720" anchor="ctr">
              <a:noAutofit/>
            </a:bodyPr>
            <a:lstStyle/>
            <a:p>
              <a:pPr algn="ctr"/>
              <a:r>
                <a:rPr lang="en-US" altLang="zh-CN" b="1" dirty="0">
                  <a:latin typeface="Arial Narrow" panose="020B0606020202030204" pitchFamily="34" charset="0"/>
                </a:rPr>
                <a:t>A</a:t>
              </a:r>
              <a:endParaRPr lang="zh-CN" altLang="en-US" b="1" dirty="0">
                <a:latin typeface="Arial Narrow" panose="020B0606020202030204" pitchFamily="34" charset="0"/>
              </a:endParaRPr>
            </a:p>
          </p:txBody>
        </p:sp>
        <p:sp>
          <p:nvSpPr>
            <p:cNvPr id="50" name="íşlïḍè">
              <a:extLst>
                <a:ext uri="{FF2B5EF4-FFF2-40B4-BE49-F238E27FC236}">
                  <a16:creationId xmlns:a16="http://schemas.microsoft.com/office/drawing/2014/main" id="{57BECEDA-F7D8-4F34-9CD1-E9350B86363C}"/>
                </a:ext>
              </a:extLst>
            </p:cNvPr>
            <p:cNvSpPr txBox="1"/>
            <p:nvPr/>
          </p:nvSpPr>
          <p:spPr>
            <a:xfrm>
              <a:off x="4765844" y="4873710"/>
              <a:ext cx="256976" cy="256976"/>
            </a:xfrm>
            <a:prstGeom prst="rect">
              <a:avLst/>
            </a:prstGeom>
            <a:noFill/>
          </p:spPr>
          <p:txBody>
            <a:bodyPr wrap="square" lIns="91440" tIns="45720" rIns="91440" bIns="45720" anchor="ctr">
              <a:noAutofit/>
            </a:bodyPr>
            <a:lstStyle/>
            <a:p>
              <a:pPr algn="ctr"/>
              <a:r>
                <a:rPr lang="en-US" altLang="zh-CN" b="1" dirty="0">
                  <a:latin typeface="Arial Narrow" panose="020B0606020202030204" pitchFamily="34" charset="0"/>
                </a:rPr>
                <a:t>B</a:t>
              </a:r>
              <a:endParaRPr lang="zh-CN" altLang="en-US" b="1" dirty="0">
                <a:latin typeface="Arial Narrow" panose="020B0606020202030204" pitchFamily="34" charset="0"/>
              </a:endParaRPr>
            </a:p>
          </p:txBody>
        </p:sp>
        <p:sp>
          <p:nvSpPr>
            <p:cNvPr id="51" name="íşlïḍè">
              <a:extLst>
                <a:ext uri="{FF2B5EF4-FFF2-40B4-BE49-F238E27FC236}">
                  <a16:creationId xmlns:a16="http://schemas.microsoft.com/office/drawing/2014/main" id="{7D84EDE9-63B1-45A5-8782-E9774CC38D16}"/>
                </a:ext>
              </a:extLst>
            </p:cNvPr>
            <p:cNvSpPr txBox="1"/>
            <p:nvPr/>
          </p:nvSpPr>
          <p:spPr>
            <a:xfrm>
              <a:off x="7208544" y="4879859"/>
              <a:ext cx="321299" cy="250827"/>
            </a:xfrm>
            <a:prstGeom prst="rect">
              <a:avLst/>
            </a:prstGeom>
            <a:noFill/>
          </p:spPr>
          <p:txBody>
            <a:bodyPr wrap="square" lIns="91440" tIns="45720" rIns="91440" bIns="45720" anchor="ctr">
              <a:noAutofit/>
            </a:bodyPr>
            <a:lstStyle/>
            <a:p>
              <a:pPr algn="ctr"/>
              <a:r>
                <a:rPr lang="en-US" altLang="zh-CN" b="1" dirty="0">
                  <a:latin typeface="Arial Narrow" panose="020B0606020202030204" pitchFamily="34" charset="0"/>
                </a:rPr>
                <a:t>C</a:t>
              </a:r>
              <a:endParaRPr lang="zh-CN" altLang="en-US" b="1" dirty="0">
                <a:latin typeface="Arial Narrow" panose="020B0606020202030204" pitchFamily="34" charset="0"/>
              </a:endParaRPr>
            </a:p>
          </p:txBody>
        </p:sp>
        <p:sp>
          <p:nvSpPr>
            <p:cNvPr id="52" name="íşlïḍè">
              <a:extLst>
                <a:ext uri="{FF2B5EF4-FFF2-40B4-BE49-F238E27FC236}">
                  <a16:creationId xmlns:a16="http://schemas.microsoft.com/office/drawing/2014/main" id="{3692CE17-6C30-4B70-918D-35DD431CF29C}"/>
                </a:ext>
              </a:extLst>
            </p:cNvPr>
            <p:cNvSpPr txBox="1"/>
            <p:nvPr/>
          </p:nvSpPr>
          <p:spPr>
            <a:xfrm>
              <a:off x="9709970" y="4873710"/>
              <a:ext cx="256976" cy="256976"/>
            </a:xfrm>
            <a:prstGeom prst="rect">
              <a:avLst/>
            </a:prstGeom>
            <a:noFill/>
          </p:spPr>
          <p:txBody>
            <a:bodyPr wrap="square" lIns="91440" tIns="45720" rIns="91440" bIns="45720" anchor="ctr">
              <a:noAutofit/>
            </a:bodyPr>
            <a:lstStyle/>
            <a:p>
              <a:pPr algn="ctr"/>
              <a:r>
                <a:rPr lang="en-US" altLang="zh-CN" b="1" dirty="0">
                  <a:latin typeface="Arial Narrow" panose="020B0606020202030204" pitchFamily="34" charset="0"/>
                </a:rPr>
                <a:t>D</a:t>
              </a:r>
              <a:endParaRPr lang="zh-CN" altLang="en-US" b="1" dirty="0">
                <a:latin typeface="Arial Narrow" panose="020B0606020202030204" pitchFamily="34" charset="0"/>
              </a:endParaRPr>
            </a:p>
          </p:txBody>
        </p:sp>
      </p:grpSp>
      <p:sp>
        <p:nvSpPr>
          <p:cNvPr id="33" name="íşlïḍè">
            <a:extLst>
              <a:ext uri="{FF2B5EF4-FFF2-40B4-BE49-F238E27FC236}">
                <a16:creationId xmlns:a16="http://schemas.microsoft.com/office/drawing/2014/main" id="{24BF55F5-EBAF-44C7-931E-05CCF4E776B8}"/>
              </a:ext>
            </a:extLst>
          </p:cNvPr>
          <p:cNvSpPr txBox="1"/>
          <p:nvPr/>
        </p:nvSpPr>
        <p:spPr>
          <a:xfrm>
            <a:off x="2695706" y="4191979"/>
            <a:ext cx="1754840" cy="641082"/>
          </a:xfrm>
          <a:prstGeom prst="rect">
            <a:avLst/>
          </a:prstGeom>
          <a:noFill/>
        </p:spPr>
        <p:txBody>
          <a:bodyPr wrap="square" lIns="91440" tIns="45720" rIns="91440" bIns="45720" anchor="ctr">
            <a:noAutofit/>
          </a:bodyPr>
          <a:lstStyle/>
          <a:p>
            <a:r>
              <a:rPr lang="zh-CN" altLang="en-US" b="1" dirty="0">
                <a:latin typeface="Arial Narrow" panose="020B0606020202030204" pitchFamily="34" charset="0"/>
              </a:rPr>
              <a:t>这是发送</a:t>
            </a:r>
            <a:endParaRPr lang="en-US" altLang="zh-CN" b="1" dirty="0">
              <a:latin typeface="Arial Narrow" panose="020B0606020202030204" pitchFamily="34" charset="0"/>
            </a:endParaRPr>
          </a:p>
          <a:p>
            <a:r>
              <a:rPr lang="zh-CN" altLang="en-US" b="1" dirty="0">
                <a:latin typeface="Arial Narrow" panose="020B0606020202030204" pitchFamily="34" charset="0"/>
              </a:rPr>
              <a:t>给我的帧？</a:t>
            </a:r>
          </a:p>
        </p:txBody>
      </p:sp>
      <p:sp>
        <p:nvSpPr>
          <p:cNvPr id="34" name="íşlïḍè">
            <a:extLst>
              <a:ext uri="{FF2B5EF4-FFF2-40B4-BE49-F238E27FC236}">
                <a16:creationId xmlns:a16="http://schemas.microsoft.com/office/drawing/2014/main" id="{270A6616-8962-438B-9D0A-D78E83CB862C}"/>
              </a:ext>
            </a:extLst>
          </p:cNvPr>
          <p:cNvSpPr txBox="1"/>
          <p:nvPr/>
        </p:nvSpPr>
        <p:spPr>
          <a:xfrm>
            <a:off x="7694842" y="4191979"/>
            <a:ext cx="1754840" cy="641082"/>
          </a:xfrm>
          <a:prstGeom prst="rect">
            <a:avLst/>
          </a:prstGeom>
          <a:noFill/>
        </p:spPr>
        <p:txBody>
          <a:bodyPr wrap="square" lIns="91440" tIns="45720" rIns="91440" bIns="45720" anchor="ctr">
            <a:noAutofit/>
          </a:bodyPr>
          <a:lstStyle/>
          <a:p>
            <a:r>
              <a:rPr lang="zh-CN" altLang="en-US" b="1" dirty="0">
                <a:latin typeface="Arial Narrow" panose="020B0606020202030204" pitchFamily="34" charset="0"/>
              </a:rPr>
              <a:t>这是发送</a:t>
            </a:r>
            <a:endParaRPr lang="en-US" altLang="zh-CN" b="1" dirty="0">
              <a:latin typeface="Arial Narrow" panose="020B0606020202030204" pitchFamily="34" charset="0"/>
            </a:endParaRPr>
          </a:p>
          <a:p>
            <a:r>
              <a:rPr lang="zh-CN" altLang="en-US" b="1" dirty="0">
                <a:latin typeface="Arial Narrow" panose="020B0606020202030204" pitchFamily="34" charset="0"/>
              </a:rPr>
              <a:t>给我的帧？</a:t>
            </a:r>
          </a:p>
        </p:txBody>
      </p:sp>
      <p:sp>
        <p:nvSpPr>
          <p:cNvPr id="35" name="íşlïḍè">
            <a:extLst>
              <a:ext uri="{FF2B5EF4-FFF2-40B4-BE49-F238E27FC236}">
                <a16:creationId xmlns:a16="http://schemas.microsoft.com/office/drawing/2014/main" id="{51AA905A-09DC-46B5-B61E-129D5B0D10A2}"/>
              </a:ext>
            </a:extLst>
          </p:cNvPr>
          <p:cNvSpPr txBox="1"/>
          <p:nvPr/>
        </p:nvSpPr>
        <p:spPr>
          <a:xfrm>
            <a:off x="10084412" y="4191979"/>
            <a:ext cx="1754840" cy="641082"/>
          </a:xfrm>
          <a:prstGeom prst="rect">
            <a:avLst/>
          </a:prstGeom>
          <a:noFill/>
        </p:spPr>
        <p:txBody>
          <a:bodyPr wrap="square" lIns="91440" tIns="45720" rIns="91440" bIns="45720" anchor="ctr">
            <a:noAutofit/>
          </a:bodyPr>
          <a:lstStyle/>
          <a:p>
            <a:r>
              <a:rPr lang="zh-CN" altLang="en-US" b="1" dirty="0">
                <a:latin typeface="Arial Narrow" panose="020B0606020202030204" pitchFamily="34" charset="0"/>
              </a:rPr>
              <a:t>这是发送</a:t>
            </a:r>
            <a:endParaRPr lang="en-US" altLang="zh-CN" b="1" dirty="0">
              <a:latin typeface="Arial Narrow" panose="020B0606020202030204" pitchFamily="34" charset="0"/>
            </a:endParaRPr>
          </a:p>
          <a:p>
            <a:r>
              <a:rPr lang="zh-CN" altLang="en-US" b="1" dirty="0">
                <a:latin typeface="Arial Narrow" panose="020B0606020202030204" pitchFamily="34" charset="0"/>
              </a:rPr>
              <a:t>给我的帧？</a:t>
            </a:r>
          </a:p>
        </p:txBody>
      </p:sp>
      <p:grpSp>
        <p:nvGrpSpPr>
          <p:cNvPr id="4" name="组合 3">
            <a:extLst>
              <a:ext uri="{FF2B5EF4-FFF2-40B4-BE49-F238E27FC236}">
                <a16:creationId xmlns:a16="http://schemas.microsoft.com/office/drawing/2014/main" id="{9A1EA9F2-FCB6-48C3-935F-7AE7E3AD14AC}"/>
              </a:ext>
            </a:extLst>
          </p:cNvPr>
          <p:cNvGrpSpPr/>
          <p:nvPr/>
        </p:nvGrpSpPr>
        <p:grpSpPr>
          <a:xfrm>
            <a:off x="304799" y="749300"/>
            <a:ext cx="6192345" cy="400110"/>
            <a:chOff x="424116" y="898245"/>
            <a:chExt cx="6192345" cy="400110"/>
          </a:xfrm>
        </p:grpSpPr>
        <p:sp>
          <p:nvSpPr>
            <p:cNvPr id="2" name="平行四边形 1">
              <a:extLst>
                <a:ext uri="{FF2B5EF4-FFF2-40B4-BE49-F238E27FC236}">
                  <a16:creationId xmlns:a16="http://schemas.microsoft.com/office/drawing/2014/main" id="{1F5BAA3F-9845-4F89-A2DD-8222D3E4EDAC}"/>
                </a:ext>
              </a:extLst>
            </p:cNvPr>
            <p:cNvSpPr/>
            <p:nvPr/>
          </p:nvSpPr>
          <p:spPr>
            <a:xfrm>
              <a:off x="424116" y="898245"/>
              <a:ext cx="695119" cy="387090"/>
            </a:xfrm>
            <a:prstGeom prst="parallelogram">
              <a:avLst/>
            </a:prstGeom>
            <a:solidFill>
              <a:schemeClr val="accent3">
                <a:lumMod val="75000"/>
              </a:schemeClr>
            </a:solidFill>
            <a:ln>
              <a:solidFill>
                <a:schemeClr val="accent3">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CN" sz="2200" dirty="0">
                  <a:latin typeface="Impact" panose="020B0806030902050204" pitchFamily="34" charset="0"/>
                </a:rPr>
                <a:t>02</a:t>
              </a:r>
              <a:endParaRPr lang="zh-CN" altLang="en-US" sz="2200" dirty="0">
                <a:latin typeface="Impact" panose="020B0806030902050204" pitchFamily="34" charset="0"/>
              </a:endParaRPr>
            </a:p>
          </p:txBody>
        </p:sp>
        <p:sp>
          <p:nvSpPr>
            <p:cNvPr id="3" name="文本框 2">
              <a:extLst>
                <a:ext uri="{FF2B5EF4-FFF2-40B4-BE49-F238E27FC236}">
                  <a16:creationId xmlns:a16="http://schemas.microsoft.com/office/drawing/2014/main" id="{4D6BD736-A4D3-4F26-AFED-36E11F50F70B}"/>
                </a:ext>
              </a:extLst>
            </p:cNvPr>
            <p:cNvSpPr txBox="1"/>
            <p:nvPr/>
          </p:nvSpPr>
          <p:spPr>
            <a:xfrm>
              <a:off x="1119235" y="898245"/>
              <a:ext cx="5497226" cy="400110"/>
            </a:xfrm>
            <a:prstGeom prst="rect">
              <a:avLst/>
            </a:prstGeom>
            <a:noFill/>
          </p:spPr>
          <p:txBody>
            <a:bodyPr wrap="square" rtlCol="0">
              <a:spAutoFit/>
            </a:bodyPr>
            <a:lstStyle/>
            <a:p>
              <a:r>
                <a:rPr lang="en-US" altLang="zh-CN" sz="2000" b="1" dirty="0"/>
                <a:t>MAC</a:t>
              </a:r>
              <a:r>
                <a:rPr lang="zh-CN" altLang="en-US" sz="2000" b="1" dirty="0"/>
                <a:t>地址</a:t>
              </a:r>
            </a:p>
          </p:txBody>
        </p:sp>
      </p:grpSp>
      <p:cxnSp>
        <p:nvCxnSpPr>
          <p:cNvPr id="21" name="直接连接符 20">
            <a:extLst>
              <a:ext uri="{FF2B5EF4-FFF2-40B4-BE49-F238E27FC236}">
                <a16:creationId xmlns:a16="http://schemas.microsoft.com/office/drawing/2014/main" id="{D140A53E-F79C-45A8-BC96-67C7878F0FA3}"/>
              </a:ext>
            </a:extLst>
          </p:cNvPr>
          <p:cNvCxnSpPr/>
          <p:nvPr/>
        </p:nvCxnSpPr>
        <p:spPr>
          <a:xfrm flipV="1">
            <a:off x="2605907" y="3607828"/>
            <a:ext cx="0" cy="812800"/>
          </a:xfrm>
          <a:prstGeom prst="line">
            <a:avLst/>
          </a:prstGeom>
          <a:ln w="152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3" name="直接连接符 22">
            <a:extLst>
              <a:ext uri="{FF2B5EF4-FFF2-40B4-BE49-F238E27FC236}">
                <a16:creationId xmlns:a16="http://schemas.microsoft.com/office/drawing/2014/main" id="{07000380-610D-4E4F-AF1F-2285F70C4580}"/>
              </a:ext>
            </a:extLst>
          </p:cNvPr>
          <p:cNvCxnSpPr/>
          <p:nvPr/>
        </p:nvCxnSpPr>
        <p:spPr>
          <a:xfrm flipV="1">
            <a:off x="5022820" y="3607828"/>
            <a:ext cx="0" cy="812800"/>
          </a:xfrm>
          <a:prstGeom prst="line">
            <a:avLst/>
          </a:prstGeom>
          <a:ln w="152400">
            <a:solidFill>
              <a:schemeClr val="tx1"/>
            </a:solidFill>
            <a:tailEnd w="med" len="lg"/>
          </a:ln>
        </p:spPr>
        <p:style>
          <a:lnRef idx="1">
            <a:schemeClr val="accent1"/>
          </a:lnRef>
          <a:fillRef idx="0">
            <a:schemeClr val="accent1"/>
          </a:fillRef>
          <a:effectRef idx="0">
            <a:schemeClr val="accent1"/>
          </a:effectRef>
          <a:fontRef idx="minor">
            <a:schemeClr val="tx1"/>
          </a:fontRef>
        </p:style>
      </p:cxnSp>
      <p:cxnSp>
        <p:nvCxnSpPr>
          <p:cNvPr id="25" name="直接连接符 24">
            <a:extLst>
              <a:ext uri="{FF2B5EF4-FFF2-40B4-BE49-F238E27FC236}">
                <a16:creationId xmlns:a16="http://schemas.microsoft.com/office/drawing/2014/main" id="{24EDF21C-94B3-4483-837B-80D7CA8AEB6B}"/>
              </a:ext>
            </a:extLst>
          </p:cNvPr>
          <p:cNvCxnSpPr/>
          <p:nvPr/>
        </p:nvCxnSpPr>
        <p:spPr>
          <a:xfrm flipV="1">
            <a:off x="7498946" y="3607828"/>
            <a:ext cx="0" cy="812800"/>
          </a:xfrm>
          <a:prstGeom prst="line">
            <a:avLst/>
          </a:prstGeom>
          <a:ln w="152400">
            <a:solidFill>
              <a:schemeClr val="tx1"/>
            </a:solidFill>
          </a:ln>
        </p:spPr>
        <p:style>
          <a:lnRef idx="1">
            <a:schemeClr val="accent1"/>
          </a:lnRef>
          <a:fillRef idx="0">
            <a:schemeClr val="accent1"/>
          </a:fillRef>
          <a:effectRef idx="0">
            <a:schemeClr val="accent1"/>
          </a:effectRef>
          <a:fontRef idx="minor">
            <a:schemeClr val="tx1"/>
          </a:fontRef>
        </p:style>
      </p:cxnSp>
      <p:grpSp>
        <p:nvGrpSpPr>
          <p:cNvPr id="42" name="组合 41">
            <a:extLst>
              <a:ext uri="{FF2B5EF4-FFF2-40B4-BE49-F238E27FC236}">
                <a16:creationId xmlns:a16="http://schemas.microsoft.com/office/drawing/2014/main" id="{1CC224D6-12E1-44D7-A886-4B677003A990}"/>
              </a:ext>
            </a:extLst>
          </p:cNvPr>
          <p:cNvGrpSpPr/>
          <p:nvPr/>
        </p:nvGrpSpPr>
        <p:grpSpPr>
          <a:xfrm>
            <a:off x="2018761" y="3467355"/>
            <a:ext cx="8489187" cy="225524"/>
            <a:chOff x="1920089" y="3629914"/>
            <a:chExt cx="8489187" cy="225524"/>
          </a:xfrm>
        </p:grpSpPr>
        <p:cxnSp>
          <p:nvCxnSpPr>
            <p:cNvPr id="20" name="直接连接符 19">
              <a:extLst>
                <a:ext uri="{FF2B5EF4-FFF2-40B4-BE49-F238E27FC236}">
                  <a16:creationId xmlns:a16="http://schemas.microsoft.com/office/drawing/2014/main" id="{B1BB9209-60AB-481D-9583-A468BBA20152}"/>
                </a:ext>
              </a:extLst>
            </p:cNvPr>
            <p:cNvCxnSpPr>
              <a:cxnSpLocks/>
              <a:endCxn id="28" idx="3"/>
            </p:cNvCxnSpPr>
            <p:nvPr/>
          </p:nvCxnSpPr>
          <p:spPr>
            <a:xfrm>
              <a:off x="2051721" y="3742676"/>
              <a:ext cx="8357555" cy="0"/>
            </a:xfrm>
            <a:prstGeom prst="line">
              <a:avLst/>
            </a:prstGeom>
            <a:ln w="152400">
              <a:solidFill>
                <a:schemeClr val="tx1"/>
              </a:solidFill>
            </a:ln>
          </p:spPr>
          <p:style>
            <a:lnRef idx="1">
              <a:schemeClr val="accent1"/>
            </a:lnRef>
            <a:fillRef idx="0">
              <a:schemeClr val="accent1"/>
            </a:fillRef>
            <a:effectRef idx="0">
              <a:schemeClr val="accent1"/>
            </a:effectRef>
            <a:fontRef idx="minor">
              <a:schemeClr val="tx1"/>
            </a:fontRef>
          </p:style>
        </p:cxnSp>
        <p:sp>
          <p:nvSpPr>
            <p:cNvPr id="27" name="矩形 26">
              <a:extLst>
                <a:ext uri="{FF2B5EF4-FFF2-40B4-BE49-F238E27FC236}">
                  <a16:creationId xmlns:a16="http://schemas.microsoft.com/office/drawing/2014/main" id="{3088066B-37B0-4753-B025-A9C4A9DBE759}"/>
                </a:ext>
              </a:extLst>
            </p:cNvPr>
            <p:cNvSpPr/>
            <p:nvPr/>
          </p:nvSpPr>
          <p:spPr>
            <a:xfrm>
              <a:off x="1920089" y="3629914"/>
              <a:ext cx="225524" cy="225524"/>
            </a:xfrm>
            <a:prstGeom prst="rect">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28" name="矩形 27">
              <a:extLst>
                <a:ext uri="{FF2B5EF4-FFF2-40B4-BE49-F238E27FC236}">
                  <a16:creationId xmlns:a16="http://schemas.microsoft.com/office/drawing/2014/main" id="{592837BA-D312-4B02-9754-A33B4D43ECD9}"/>
                </a:ext>
              </a:extLst>
            </p:cNvPr>
            <p:cNvSpPr/>
            <p:nvPr/>
          </p:nvSpPr>
          <p:spPr>
            <a:xfrm>
              <a:off x="10183752" y="3629914"/>
              <a:ext cx="225524" cy="225524"/>
            </a:xfrm>
            <a:prstGeom prst="rect">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grpSp>
      <p:sp>
        <p:nvSpPr>
          <p:cNvPr id="19" name="íşlïḍè">
            <a:extLst>
              <a:ext uri="{FF2B5EF4-FFF2-40B4-BE49-F238E27FC236}">
                <a16:creationId xmlns:a16="http://schemas.microsoft.com/office/drawing/2014/main" id="{D82D0EE9-BCE7-4FB3-B3CF-414981DECE6F}"/>
              </a:ext>
            </a:extLst>
          </p:cNvPr>
          <p:cNvSpPr txBox="1"/>
          <p:nvPr/>
        </p:nvSpPr>
        <p:spPr>
          <a:xfrm>
            <a:off x="5414767" y="4856117"/>
            <a:ext cx="1362463" cy="463199"/>
          </a:xfrm>
          <a:prstGeom prst="rect">
            <a:avLst/>
          </a:prstGeom>
          <a:noFill/>
        </p:spPr>
        <p:txBody>
          <a:bodyPr wrap="square" lIns="91440" tIns="45720" rIns="91440" bIns="45720" anchor="ctr">
            <a:noAutofit/>
          </a:bodyPr>
          <a:lstStyle/>
          <a:p>
            <a:pPr algn="ctr"/>
            <a:r>
              <a:rPr lang="zh-CN" altLang="en-US" b="1" dirty="0">
                <a:latin typeface="Arial Narrow" panose="020B0606020202030204" pitchFamily="34" charset="0"/>
              </a:rPr>
              <a:t>广播信道</a:t>
            </a:r>
          </a:p>
        </p:txBody>
      </p:sp>
      <p:cxnSp>
        <p:nvCxnSpPr>
          <p:cNvPr id="41" name="直接连接符 40">
            <a:extLst>
              <a:ext uri="{FF2B5EF4-FFF2-40B4-BE49-F238E27FC236}">
                <a16:creationId xmlns:a16="http://schemas.microsoft.com/office/drawing/2014/main" id="{3E3D9334-DC5E-41BA-9E7D-EB77BC46305D}"/>
              </a:ext>
            </a:extLst>
          </p:cNvPr>
          <p:cNvCxnSpPr/>
          <p:nvPr/>
        </p:nvCxnSpPr>
        <p:spPr>
          <a:xfrm flipV="1">
            <a:off x="9966946" y="3601838"/>
            <a:ext cx="0" cy="812800"/>
          </a:xfrm>
          <a:prstGeom prst="line">
            <a:avLst/>
          </a:prstGeom>
          <a:ln w="152400">
            <a:solidFill>
              <a:schemeClr val="tx1"/>
            </a:solidFill>
          </a:ln>
        </p:spPr>
        <p:style>
          <a:lnRef idx="1">
            <a:schemeClr val="accent1"/>
          </a:lnRef>
          <a:fillRef idx="0">
            <a:schemeClr val="accent1"/>
          </a:fillRef>
          <a:effectRef idx="0">
            <a:schemeClr val="accent1"/>
          </a:effectRef>
          <a:fontRef idx="minor">
            <a:schemeClr val="tx1"/>
          </a:fontRef>
        </p:style>
      </p:cxnSp>
      <p:pic>
        <p:nvPicPr>
          <p:cNvPr id="22" name="图形 21">
            <a:extLst>
              <a:ext uri="{FF2B5EF4-FFF2-40B4-BE49-F238E27FC236}">
                <a16:creationId xmlns:a16="http://schemas.microsoft.com/office/drawing/2014/main" id="{147196D6-EE10-4D07-BD48-FF4D4C22EAEE}"/>
              </a:ext>
            </a:extLst>
          </p:cNvPr>
          <p:cNvPicPr>
            <a:picLocks noChangeAspect="1"/>
          </p:cNvPicPr>
          <p:nvPr/>
        </p:nvPicPr>
        <p:blipFill>
          <a:blip r:embed="rId3">
            <a:extLst>
              <a:ext uri="{28A0092B-C50C-407E-A947-70E740481C1C}">
                <a14:useLocalDpi xmlns:a14="http://schemas.microsoft.com/office/drawing/2010/main" val="0"/>
              </a:ext>
              <a:ext uri="{96DAC541-7B7A-43D3-8B79-37D633B846F1}">
                <asvg:svgBlip xmlns:asvg="http://schemas.microsoft.com/office/drawing/2016/SVG/main" r:embed="rId4"/>
              </a:ext>
            </a:extLst>
          </a:blip>
          <a:stretch>
            <a:fillRect/>
          </a:stretch>
        </p:blipFill>
        <p:spPr>
          <a:xfrm>
            <a:off x="2064813" y="4215035"/>
            <a:ext cx="662814" cy="641082"/>
          </a:xfrm>
          <a:prstGeom prst="rect">
            <a:avLst/>
          </a:prstGeom>
        </p:spPr>
      </p:pic>
      <p:pic>
        <p:nvPicPr>
          <p:cNvPr id="26" name="图形 25">
            <a:extLst>
              <a:ext uri="{FF2B5EF4-FFF2-40B4-BE49-F238E27FC236}">
                <a16:creationId xmlns:a16="http://schemas.microsoft.com/office/drawing/2014/main" id="{4DE01D43-511C-4B9A-9214-7B6BCE67BAF8}"/>
              </a:ext>
            </a:extLst>
          </p:cNvPr>
          <p:cNvPicPr>
            <a:picLocks noChangeAspect="1"/>
          </p:cNvPicPr>
          <p:nvPr/>
        </p:nvPicPr>
        <p:blipFill>
          <a:blip r:embed="rId3">
            <a:extLst>
              <a:ext uri="{28A0092B-C50C-407E-A947-70E740481C1C}">
                <a14:useLocalDpi xmlns:a14="http://schemas.microsoft.com/office/drawing/2010/main" val="0"/>
              </a:ext>
              <a:ext uri="{96DAC541-7B7A-43D3-8B79-37D633B846F1}">
                <asvg:svgBlip xmlns:asvg="http://schemas.microsoft.com/office/drawing/2016/SVG/main" r:embed="rId4"/>
              </a:ext>
            </a:extLst>
          </a:blip>
          <a:stretch>
            <a:fillRect/>
          </a:stretch>
        </p:blipFill>
        <p:spPr>
          <a:xfrm>
            <a:off x="9476064" y="4215035"/>
            <a:ext cx="662814" cy="641082"/>
          </a:xfrm>
          <a:prstGeom prst="rect">
            <a:avLst/>
          </a:prstGeom>
        </p:spPr>
      </p:pic>
      <p:pic>
        <p:nvPicPr>
          <p:cNvPr id="39" name="图形 38">
            <a:extLst>
              <a:ext uri="{FF2B5EF4-FFF2-40B4-BE49-F238E27FC236}">
                <a16:creationId xmlns:a16="http://schemas.microsoft.com/office/drawing/2014/main" id="{8BEDA2E6-C612-4550-90B3-45F9C9E9EBF3}"/>
              </a:ext>
            </a:extLst>
          </p:cNvPr>
          <p:cNvPicPr>
            <a:picLocks noChangeAspect="1"/>
          </p:cNvPicPr>
          <p:nvPr/>
        </p:nvPicPr>
        <p:blipFill>
          <a:blip r:embed="rId3">
            <a:extLst>
              <a:ext uri="{28A0092B-C50C-407E-A947-70E740481C1C}">
                <a14:useLocalDpi xmlns:a14="http://schemas.microsoft.com/office/drawing/2010/main" val="0"/>
              </a:ext>
              <a:ext uri="{96DAC541-7B7A-43D3-8B79-37D633B846F1}">
                <asvg:svgBlip xmlns:asvg="http://schemas.microsoft.com/office/drawing/2016/SVG/main" r:embed="rId4"/>
              </a:ext>
            </a:extLst>
          </a:blip>
          <a:stretch>
            <a:fillRect/>
          </a:stretch>
        </p:blipFill>
        <p:spPr>
          <a:xfrm>
            <a:off x="7005647" y="4215035"/>
            <a:ext cx="662814" cy="641082"/>
          </a:xfrm>
          <a:prstGeom prst="rect">
            <a:avLst/>
          </a:prstGeom>
        </p:spPr>
      </p:pic>
      <p:grpSp>
        <p:nvGrpSpPr>
          <p:cNvPr id="54" name="组合 53">
            <a:extLst>
              <a:ext uri="{FF2B5EF4-FFF2-40B4-BE49-F238E27FC236}">
                <a16:creationId xmlns:a16="http://schemas.microsoft.com/office/drawing/2014/main" id="{6D7C2406-A689-4157-8460-50480BA3E90B}"/>
              </a:ext>
            </a:extLst>
          </p:cNvPr>
          <p:cNvGrpSpPr/>
          <p:nvPr/>
        </p:nvGrpSpPr>
        <p:grpSpPr>
          <a:xfrm>
            <a:off x="5323845" y="4280951"/>
            <a:ext cx="1544306" cy="336539"/>
            <a:chOff x="5323845" y="4280951"/>
            <a:chExt cx="1544306" cy="336539"/>
          </a:xfrm>
        </p:grpSpPr>
        <p:cxnSp>
          <p:nvCxnSpPr>
            <p:cNvPr id="46" name="直接箭头连接符 45">
              <a:extLst>
                <a:ext uri="{FF2B5EF4-FFF2-40B4-BE49-F238E27FC236}">
                  <a16:creationId xmlns:a16="http://schemas.microsoft.com/office/drawing/2014/main" id="{A2C65660-B138-472D-9596-AEEA8D8ADF9A}"/>
                </a:ext>
              </a:extLst>
            </p:cNvPr>
            <p:cNvCxnSpPr>
              <a:cxnSpLocks/>
            </p:cNvCxnSpPr>
            <p:nvPr/>
          </p:nvCxnSpPr>
          <p:spPr>
            <a:xfrm>
              <a:off x="5323845" y="4617490"/>
              <a:ext cx="1544306" cy="0"/>
            </a:xfrm>
            <a:prstGeom prst="straightConnector1">
              <a:avLst/>
            </a:prstGeom>
            <a:ln w="38100">
              <a:solidFill>
                <a:schemeClr val="tx1"/>
              </a:solidFill>
              <a:prstDash val="dash"/>
              <a:tailEnd type="triangle"/>
            </a:ln>
          </p:spPr>
          <p:style>
            <a:lnRef idx="1">
              <a:schemeClr val="accent1"/>
            </a:lnRef>
            <a:fillRef idx="0">
              <a:schemeClr val="accent1"/>
            </a:fillRef>
            <a:effectRef idx="0">
              <a:schemeClr val="accent1"/>
            </a:effectRef>
            <a:fontRef idx="minor">
              <a:schemeClr val="tx1"/>
            </a:fontRef>
          </p:style>
        </p:cxnSp>
        <p:sp>
          <p:nvSpPr>
            <p:cNvPr id="53" name="íşlïḍè">
              <a:extLst>
                <a:ext uri="{FF2B5EF4-FFF2-40B4-BE49-F238E27FC236}">
                  <a16:creationId xmlns:a16="http://schemas.microsoft.com/office/drawing/2014/main" id="{6BD8BC68-1B75-4FB6-9911-70ED85C3BF11}"/>
                </a:ext>
              </a:extLst>
            </p:cNvPr>
            <p:cNvSpPr txBox="1"/>
            <p:nvPr/>
          </p:nvSpPr>
          <p:spPr>
            <a:xfrm>
              <a:off x="5632036" y="4280951"/>
              <a:ext cx="927924" cy="267374"/>
            </a:xfrm>
            <a:prstGeom prst="rect">
              <a:avLst/>
            </a:prstGeom>
            <a:noFill/>
          </p:spPr>
          <p:txBody>
            <a:bodyPr wrap="square" lIns="91440" tIns="45720" rIns="91440" bIns="45720" anchor="ctr">
              <a:noAutofit/>
            </a:bodyPr>
            <a:lstStyle/>
            <a:p>
              <a:pPr algn="ctr"/>
              <a:r>
                <a:rPr lang="zh-CN" altLang="en-US" b="1" dirty="0">
                  <a:latin typeface="Arial Narrow" panose="020B0606020202030204" pitchFamily="34" charset="0"/>
                </a:rPr>
                <a:t>发送帧</a:t>
              </a:r>
            </a:p>
          </p:txBody>
        </p:sp>
      </p:grpSp>
      <p:cxnSp>
        <p:nvCxnSpPr>
          <p:cNvPr id="56" name="直接箭头连接符 55">
            <a:extLst>
              <a:ext uri="{FF2B5EF4-FFF2-40B4-BE49-F238E27FC236}">
                <a16:creationId xmlns:a16="http://schemas.microsoft.com/office/drawing/2014/main" id="{7A19B750-7983-40E8-87EB-2DE084E2424A}"/>
              </a:ext>
            </a:extLst>
          </p:cNvPr>
          <p:cNvCxnSpPr/>
          <p:nvPr/>
        </p:nvCxnSpPr>
        <p:spPr>
          <a:xfrm flipV="1">
            <a:off x="5022820" y="3601838"/>
            <a:ext cx="0" cy="773654"/>
          </a:xfrm>
          <a:prstGeom prst="straightConnector1">
            <a:avLst/>
          </a:prstGeom>
          <a:ln w="50800" cap="rnd">
            <a:solidFill>
              <a:schemeClr val="accent6"/>
            </a:solidFill>
            <a:round/>
            <a:tailEnd type="triangle" w="med" len="med"/>
          </a:ln>
        </p:spPr>
        <p:style>
          <a:lnRef idx="1">
            <a:schemeClr val="accent1"/>
          </a:lnRef>
          <a:fillRef idx="0">
            <a:schemeClr val="accent1"/>
          </a:fillRef>
          <a:effectRef idx="0">
            <a:schemeClr val="accent1"/>
          </a:effectRef>
          <a:fontRef idx="minor">
            <a:schemeClr val="tx1"/>
          </a:fontRef>
        </p:style>
      </p:cxnSp>
      <p:pic>
        <p:nvPicPr>
          <p:cNvPr id="24" name="图形 23">
            <a:extLst>
              <a:ext uri="{FF2B5EF4-FFF2-40B4-BE49-F238E27FC236}">
                <a16:creationId xmlns:a16="http://schemas.microsoft.com/office/drawing/2014/main" id="{EAB63B73-1AF4-4A38-8986-514E9F3CD325}"/>
              </a:ext>
            </a:extLst>
          </p:cNvPr>
          <p:cNvPicPr>
            <a:picLocks noChangeAspect="1"/>
          </p:cNvPicPr>
          <p:nvPr/>
        </p:nvPicPr>
        <p:blipFill>
          <a:blip r:embed="rId3">
            <a:extLst>
              <a:ext uri="{28A0092B-C50C-407E-A947-70E740481C1C}">
                <a14:useLocalDpi xmlns:a14="http://schemas.microsoft.com/office/drawing/2010/main" val="0"/>
              </a:ext>
              <a:ext uri="{96DAC541-7B7A-43D3-8B79-37D633B846F1}">
                <asvg:svgBlip xmlns:asvg="http://schemas.microsoft.com/office/drawing/2016/SVG/main" r:embed="rId4"/>
              </a:ext>
            </a:extLst>
          </a:blip>
          <a:stretch>
            <a:fillRect/>
          </a:stretch>
        </p:blipFill>
        <p:spPr>
          <a:xfrm>
            <a:off x="4535230" y="4215035"/>
            <a:ext cx="662814" cy="641082"/>
          </a:xfrm>
          <a:prstGeom prst="rect">
            <a:avLst/>
          </a:prstGeom>
        </p:spPr>
      </p:pic>
      <p:cxnSp>
        <p:nvCxnSpPr>
          <p:cNvPr id="6" name="直接箭头连接符 5">
            <a:extLst>
              <a:ext uri="{FF2B5EF4-FFF2-40B4-BE49-F238E27FC236}">
                <a16:creationId xmlns:a16="http://schemas.microsoft.com/office/drawing/2014/main" id="{EBFA96C8-6C8B-45DF-945E-616889A43BB7}"/>
              </a:ext>
            </a:extLst>
          </p:cNvPr>
          <p:cNvCxnSpPr>
            <a:cxnSpLocks/>
          </p:cNvCxnSpPr>
          <p:nvPr/>
        </p:nvCxnSpPr>
        <p:spPr>
          <a:xfrm>
            <a:off x="5022820" y="3581519"/>
            <a:ext cx="5317762" cy="0"/>
          </a:xfrm>
          <a:prstGeom prst="straightConnector1">
            <a:avLst/>
          </a:prstGeom>
          <a:ln w="50800" cap="rnd">
            <a:solidFill>
              <a:schemeClr val="accent6"/>
            </a:solidFill>
            <a:round/>
            <a:tailEnd type="triangle" w="med" len="med"/>
          </a:ln>
        </p:spPr>
        <p:style>
          <a:lnRef idx="1">
            <a:schemeClr val="accent1"/>
          </a:lnRef>
          <a:fillRef idx="0">
            <a:schemeClr val="accent1"/>
          </a:fillRef>
          <a:effectRef idx="0">
            <a:schemeClr val="accent1"/>
          </a:effectRef>
          <a:fontRef idx="minor">
            <a:schemeClr val="tx1"/>
          </a:fontRef>
        </p:style>
      </p:cxnSp>
      <p:cxnSp>
        <p:nvCxnSpPr>
          <p:cNvPr id="9" name="直接箭头连接符 8">
            <a:extLst>
              <a:ext uri="{FF2B5EF4-FFF2-40B4-BE49-F238E27FC236}">
                <a16:creationId xmlns:a16="http://schemas.microsoft.com/office/drawing/2014/main" id="{912436A7-C909-4451-8C15-E76FC00614A4}"/>
              </a:ext>
            </a:extLst>
          </p:cNvPr>
          <p:cNvCxnSpPr>
            <a:cxnSpLocks/>
          </p:cNvCxnSpPr>
          <p:nvPr/>
        </p:nvCxnSpPr>
        <p:spPr>
          <a:xfrm flipH="1">
            <a:off x="2244285" y="3581519"/>
            <a:ext cx="2811810" cy="0"/>
          </a:xfrm>
          <a:prstGeom prst="straightConnector1">
            <a:avLst/>
          </a:prstGeom>
          <a:ln w="50800" cap="rnd">
            <a:solidFill>
              <a:schemeClr val="accent6"/>
            </a:solidFill>
            <a:round/>
            <a:tailEnd type="triangle" w="med" len="med"/>
          </a:ln>
        </p:spPr>
        <p:style>
          <a:lnRef idx="1">
            <a:schemeClr val="accent1"/>
          </a:lnRef>
          <a:fillRef idx="0">
            <a:schemeClr val="accent1"/>
          </a:fillRef>
          <a:effectRef idx="0">
            <a:schemeClr val="accent1"/>
          </a:effectRef>
          <a:fontRef idx="minor">
            <a:schemeClr val="tx1"/>
          </a:fontRef>
        </p:style>
      </p:cxnSp>
      <p:cxnSp>
        <p:nvCxnSpPr>
          <p:cNvPr id="13" name="直接箭头连接符 12">
            <a:extLst>
              <a:ext uri="{FF2B5EF4-FFF2-40B4-BE49-F238E27FC236}">
                <a16:creationId xmlns:a16="http://schemas.microsoft.com/office/drawing/2014/main" id="{3DE60C78-519F-4DEB-A6E8-C799BC53FD56}"/>
              </a:ext>
            </a:extLst>
          </p:cNvPr>
          <p:cNvCxnSpPr>
            <a:cxnSpLocks/>
          </p:cNvCxnSpPr>
          <p:nvPr/>
        </p:nvCxnSpPr>
        <p:spPr>
          <a:xfrm>
            <a:off x="9966946" y="3595065"/>
            <a:ext cx="0" cy="700834"/>
          </a:xfrm>
          <a:prstGeom prst="straightConnector1">
            <a:avLst/>
          </a:prstGeom>
          <a:ln w="50800" cap="rnd">
            <a:solidFill>
              <a:schemeClr val="accent6"/>
            </a:solidFill>
            <a:round/>
            <a:tailEnd type="triangle" w="med" len="med"/>
          </a:ln>
        </p:spPr>
        <p:style>
          <a:lnRef idx="1">
            <a:schemeClr val="accent1"/>
          </a:lnRef>
          <a:fillRef idx="0">
            <a:schemeClr val="accent1"/>
          </a:fillRef>
          <a:effectRef idx="0">
            <a:schemeClr val="accent1"/>
          </a:effectRef>
          <a:fontRef idx="minor">
            <a:schemeClr val="tx1"/>
          </a:fontRef>
        </p:style>
      </p:cxnSp>
      <p:cxnSp>
        <p:nvCxnSpPr>
          <p:cNvPr id="40" name="直接箭头连接符 39">
            <a:extLst>
              <a:ext uri="{FF2B5EF4-FFF2-40B4-BE49-F238E27FC236}">
                <a16:creationId xmlns:a16="http://schemas.microsoft.com/office/drawing/2014/main" id="{E03E18E1-6C9B-441A-B4DE-55425EC415AB}"/>
              </a:ext>
            </a:extLst>
          </p:cNvPr>
          <p:cNvCxnSpPr>
            <a:cxnSpLocks/>
          </p:cNvCxnSpPr>
          <p:nvPr/>
        </p:nvCxnSpPr>
        <p:spPr>
          <a:xfrm>
            <a:off x="7498946" y="3601838"/>
            <a:ext cx="0" cy="700834"/>
          </a:xfrm>
          <a:prstGeom prst="straightConnector1">
            <a:avLst/>
          </a:prstGeom>
          <a:ln w="50800" cap="rnd">
            <a:solidFill>
              <a:schemeClr val="accent6"/>
            </a:solidFill>
            <a:round/>
            <a:tailEnd type="triangle" w="med" len="med"/>
          </a:ln>
        </p:spPr>
        <p:style>
          <a:lnRef idx="1">
            <a:schemeClr val="accent1"/>
          </a:lnRef>
          <a:fillRef idx="0">
            <a:schemeClr val="accent1"/>
          </a:fillRef>
          <a:effectRef idx="0">
            <a:schemeClr val="accent1"/>
          </a:effectRef>
          <a:fontRef idx="minor">
            <a:schemeClr val="tx1"/>
          </a:fontRef>
        </p:style>
      </p:cxnSp>
      <p:cxnSp>
        <p:nvCxnSpPr>
          <p:cNvPr id="45" name="直接箭头连接符 44">
            <a:extLst>
              <a:ext uri="{FF2B5EF4-FFF2-40B4-BE49-F238E27FC236}">
                <a16:creationId xmlns:a16="http://schemas.microsoft.com/office/drawing/2014/main" id="{F1FD2EF4-08F0-40A1-832A-5D493BCCE8B1}"/>
              </a:ext>
            </a:extLst>
          </p:cNvPr>
          <p:cNvCxnSpPr>
            <a:cxnSpLocks/>
          </p:cNvCxnSpPr>
          <p:nvPr/>
        </p:nvCxnSpPr>
        <p:spPr>
          <a:xfrm>
            <a:off x="2610160" y="3601838"/>
            <a:ext cx="0" cy="700834"/>
          </a:xfrm>
          <a:prstGeom prst="straightConnector1">
            <a:avLst/>
          </a:prstGeom>
          <a:ln w="50800" cap="rnd">
            <a:solidFill>
              <a:schemeClr val="accent6"/>
            </a:solidFill>
            <a:round/>
            <a:tailEnd type="triangle" w="med" len="med"/>
          </a:ln>
        </p:spPr>
        <p:style>
          <a:lnRef idx="1">
            <a:schemeClr val="accent1"/>
          </a:lnRef>
          <a:fillRef idx="0">
            <a:schemeClr val="accent1"/>
          </a:fillRef>
          <a:effectRef idx="0">
            <a:schemeClr val="accent1"/>
          </a:effectRef>
          <a:fontRef idx="minor">
            <a:schemeClr val="tx1"/>
          </a:fontRef>
        </p:style>
      </p:cxnSp>
      <p:sp>
        <p:nvSpPr>
          <p:cNvPr id="47" name="矩形 46">
            <a:extLst>
              <a:ext uri="{FF2B5EF4-FFF2-40B4-BE49-F238E27FC236}">
                <a16:creationId xmlns:a16="http://schemas.microsoft.com/office/drawing/2014/main" id="{B5D2ECE4-12E5-4037-99C6-FECD828BCF2C}"/>
              </a:ext>
            </a:extLst>
          </p:cNvPr>
          <p:cNvSpPr/>
          <p:nvPr/>
        </p:nvSpPr>
        <p:spPr>
          <a:xfrm>
            <a:off x="1056633" y="1335374"/>
            <a:ext cx="256976" cy="256976"/>
          </a:xfrm>
          <a:prstGeom prst="rect">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48" name="íşlïḍè">
            <a:extLst>
              <a:ext uri="{FF2B5EF4-FFF2-40B4-BE49-F238E27FC236}">
                <a16:creationId xmlns:a16="http://schemas.microsoft.com/office/drawing/2014/main" id="{3A8ED235-C46A-40A6-B687-AE21B4C08B05}"/>
              </a:ext>
            </a:extLst>
          </p:cNvPr>
          <p:cNvSpPr txBox="1"/>
          <p:nvPr/>
        </p:nvSpPr>
        <p:spPr>
          <a:xfrm>
            <a:off x="1373861" y="1281053"/>
            <a:ext cx="10276516" cy="567788"/>
          </a:xfrm>
          <a:prstGeom prst="rect">
            <a:avLst/>
          </a:prstGeom>
          <a:noFill/>
        </p:spPr>
        <p:txBody>
          <a:bodyPr wrap="square" lIns="91440" tIns="45720" rIns="91440" bIns="45720" anchor="ctr">
            <a:noAutofit/>
          </a:bodyPr>
          <a:lstStyle/>
          <a:p>
            <a:r>
              <a:rPr lang="zh-CN" altLang="en-US" b="1" dirty="0">
                <a:latin typeface="Arial Narrow" panose="020B0606020202030204" pitchFamily="34" charset="0"/>
              </a:rPr>
              <a:t>当多个主机连接在同一个广播信道上，要想实现两个主机之间的通信，则每个主机都必须有一个</a:t>
            </a:r>
            <a:r>
              <a:rPr lang="zh-CN" altLang="en-US" b="1" dirty="0">
                <a:solidFill>
                  <a:schemeClr val="accent1">
                    <a:lumMod val="75000"/>
                  </a:schemeClr>
                </a:solidFill>
                <a:latin typeface="Arial Narrow" panose="020B0606020202030204" pitchFamily="34" charset="0"/>
              </a:rPr>
              <a:t>唯一</a:t>
            </a:r>
            <a:endParaRPr lang="en-US" altLang="zh-CN" b="1" dirty="0">
              <a:solidFill>
                <a:schemeClr val="accent1">
                  <a:lumMod val="75000"/>
                </a:schemeClr>
              </a:solidFill>
              <a:latin typeface="Arial Narrow" panose="020B0606020202030204" pitchFamily="34" charset="0"/>
            </a:endParaRPr>
          </a:p>
          <a:p>
            <a:r>
              <a:rPr lang="zh-CN" altLang="en-US" b="1" dirty="0">
                <a:solidFill>
                  <a:schemeClr val="accent1">
                    <a:lumMod val="75000"/>
                  </a:schemeClr>
                </a:solidFill>
                <a:latin typeface="Arial Narrow" panose="020B0606020202030204" pitchFamily="34" charset="0"/>
              </a:rPr>
              <a:t>的标识</a:t>
            </a:r>
            <a:r>
              <a:rPr lang="zh-CN" altLang="en-US" b="1" dirty="0">
                <a:latin typeface="Arial Narrow" panose="020B0606020202030204" pitchFamily="34" charset="0"/>
              </a:rPr>
              <a:t>，即一个</a:t>
            </a:r>
            <a:r>
              <a:rPr lang="zh-CN" altLang="en-US" b="1" dirty="0">
                <a:solidFill>
                  <a:schemeClr val="accent1">
                    <a:lumMod val="75000"/>
                  </a:schemeClr>
                </a:solidFill>
                <a:latin typeface="Arial Narrow" panose="020B0606020202030204" pitchFamily="34" charset="0"/>
              </a:rPr>
              <a:t>数据链路层地址</a:t>
            </a:r>
            <a:r>
              <a:rPr lang="zh-CN" altLang="en-US" b="1" dirty="0">
                <a:latin typeface="Arial Narrow" panose="020B0606020202030204" pitchFamily="34" charset="0"/>
              </a:rPr>
              <a:t>。</a:t>
            </a:r>
          </a:p>
        </p:txBody>
      </p:sp>
      <p:sp>
        <p:nvSpPr>
          <p:cNvPr id="38" name="矩形 37">
            <a:extLst>
              <a:ext uri="{FF2B5EF4-FFF2-40B4-BE49-F238E27FC236}">
                <a16:creationId xmlns:a16="http://schemas.microsoft.com/office/drawing/2014/main" id="{3F8BB29A-850B-4F3D-8F5C-FCAEDD32EEBD}"/>
              </a:ext>
            </a:extLst>
          </p:cNvPr>
          <p:cNvSpPr/>
          <p:nvPr/>
        </p:nvSpPr>
        <p:spPr>
          <a:xfrm>
            <a:off x="1056633" y="2085766"/>
            <a:ext cx="256976" cy="256976"/>
          </a:xfrm>
          <a:prstGeom prst="rect">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43" name="íşlïḍè">
            <a:extLst>
              <a:ext uri="{FF2B5EF4-FFF2-40B4-BE49-F238E27FC236}">
                <a16:creationId xmlns:a16="http://schemas.microsoft.com/office/drawing/2014/main" id="{0F1E4A39-A7FF-4D5D-82C5-EC7AAE6D762B}"/>
              </a:ext>
            </a:extLst>
          </p:cNvPr>
          <p:cNvSpPr txBox="1"/>
          <p:nvPr/>
        </p:nvSpPr>
        <p:spPr>
          <a:xfrm>
            <a:off x="1373861" y="2031444"/>
            <a:ext cx="10276516" cy="685515"/>
          </a:xfrm>
          <a:prstGeom prst="rect">
            <a:avLst/>
          </a:prstGeom>
          <a:noFill/>
        </p:spPr>
        <p:txBody>
          <a:bodyPr wrap="square" lIns="91440" tIns="45720" rIns="91440" bIns="45720" anchor="ctr">
            <a:noAutofit/>
          </a:bodyPr>
          <a:lstStyle/>
          <a:p>
            <a:r>
              <a:rPr lang="zh-CN" altLang="en-US" b="1" dirty="0">
                <a:latin typeface="Arial Narrow" panose="020B0606020202030204" pitchFamily="34" charset="0"/>
              </a:rPr>
              <a:t>在每个主机发送的</a:t>
            </a:r>
            <a:r>
              <a:rPr lang="zh-CN" altLang="en-US" b="1" dirty="0">
                <a:solidFill>
                  <a:schemeClr val="accent1">
                    <a:lumMod val="75000"/>
                  </a:schemeClr>
                </a:solidFill>
                <a:latin typeface="Arial Narrow" panose="020B0606020202030204" pitchFamily="34" charset="0"/>
              </a:rPr>
              <a:t>帧的首部</a:t>
            </a:r>
            <a:r>
              <a:rPr lang="zh-CN" altLang="en-US" b="1" dirty="0">
                <a:latin typeface="Arial Narrow" panose="020B0606020202030204" pitchFamily="34" charset="0"/>
              </a:rPr>
              <a:t>中，都</a:t>
            </a:r>
            <a:r>
              <a:rPr lang="zh-CN" altLang="en-US" b="1" dirty="0">
                <a:solidFill>
                  <a:schemeClr val="accent1">
                    <a:lumMod val="75000"/>
                  </a:schemeClr>
                </a:solidFill>
                <a:latin typeface="Arial Narrow" panose="020B0606020202030204" pitchFamily="34" charset="0"/>
              </a:rPr>
              <a:t>携带</a:t>
            </a:r>
            <a:r>
              <a:rPr lang="zh-CN" altLang="en-US" b="1" dirty="0">
                <a:latin typeface="Arial Narrow" panose="020B0606020202030204" pitchFamily="34" charset="0"/>
              </a:rPr>
              <a:t>有发送主机（源主机）和接收主机（目的主机）的</a:t>
            </a:r>
            <a:r>
              <a:rPr lang="zh-CN" altLang="en-US" b="1" dirty="0">
                <a:solidFill>
                  <a:schemeClr val="accent1">
                    <a:lumMod val="75000"/>
                  </a:schemeClr>
                </a:solidFill>
                <a:latin typeface="Arial Narrow" panose="020B0606020202030204" pitchFamily="34" charset="0"/>
              </a:rPr>
              <a:t>数据链路层地址</a:t>
            </a:r>
            <a:r>
              <a:rPr lang="zh-CN" altLang="en-US" b="1" dirty="0">
                <a:latin typeface="Arial Narrow" panose="020B0606020202030204" pitchFamily="34" charset="0"/>
              </a:rPr>
              <a:t>。由于这类地址是用于</a:t>
            </a:r>
            <a:r>
              <a:rPr lang="zh-CN" altLang="en-US" b="1" dirty="0">
                <a:solidFill>
                  <a:schemeClr val="accent1">
                    <a:lumMod val="75000"/>
                  </a:schemeClr>
                </a:solidFill>
                <a:latin typeface="Arial Narrow" panose="020B0606020202030204" pitchFamily="34" charset="0"/>
              </a:rPr>
              <a:t>媒体接入控制</a:t>
            </a:r>
            <a:r>
              <a:rPr lang="zh-CN" altLang="en-US" b="1" dirty="0">
                <a:latin typeface="Arial Narrow" panose="020B0606020202030204" pitchFamily="34" charset="0"/>
              </a:rPr>
              <a:t>（</a:t>
            </a:r>
            <a:r>
              <a:rPr lang="en-US" altLang="zh-CN" b="1" dirty="0">
                <a:solidFill>
                  <a:schemeClr val="accent1">
                    <a:lumMod val="75000"/>
                  </a:schemeClr>
                </a:solidFill>
                <a:latin typeface="Arial Narrow" panose="020B0606020202030204" pitchFamily="34" charset="0"/>
              </a:rPr>
              <a:t>M</a:t>
            </a:r>
            <a:r>
              <a:rPr lang="en-US" altLang="zh-CN" b="1" dirty="0">
                <a:latin typeface="Arial Narrow" panose="020B0606020202030204" pitchFamily="34" charset="0"/>
              </a:rPr>
              <a:t>edium </a:t>
            </a:r>
            <a:r>
              <a:rPr lang="en-US" altLang="zh-CN" b="1" dirty="0">
                <a:solidFill>
                  <a:schemeClr val="accent1">
                    <a:lumMod val="75000"/>
                  </a:schemeClr>
                </a:solidFill>
                <a:latin typeface="Arial Narrow" panose="020B0606020202030204" pitchFamily="34" charset="0"/>
              </a:rPr>
              <a:t>A</a:t>
            </a:r>
            <a:r>
              <a:rPr lang="en-US" altLang="zh-CN" b="1" dirty="0">
                <a:latin typeface="Arial Narrow" panose="020B0606020202030204" pitchFamily="34" charset="0"/>
              </a:rPr>
              <a:t>ccess </a:t>
            </a:r>
            <a:r>
              <a:rPr lang="en-US" altLang="zh-CN" b="1" dirty="0">
                <a:solidFill>
                  <a:schemeClr val="accent1">
                    <a:lumMod val="75000"/>
                  </a:schemeClr>
                </a:solidFill>
                <a:latin typeface="Arial Narrow" panose="020B0606020202030204" pitchFamily="34" charset="0"/>
              </a:rPr>
              <a:t>C</a:t>
            </a:r>
            <a:r>
              <a:rPr lang="en-US" altLang="zh-CN" b="1" dirty="0">
                <a:latin typeface="Arial Narrow" panose="020B0606020202030204" pitchFamily="34" charset="0"/>
              </a:rPr>
              <a:t>ontrol</a:t>
            </a:r>
            <a:r>
              <a:rPr lang="zh-CN" altLang="en-US" b="1" dirty="0">
                <a:latin typeface="Arial Narrow" panose="020B0606020202030204" pitchFamily="34" charset="0"/>
              </a:rPr>
              <a:t>，</a:t>
            </a:r>
            <a:r>
              <a:rPr lang="en-US" altLang="zh-CN" b="1" dirty="0">
                <a:solidFill>
                  <a:schemeClr val="accent1">
                    <a:lumMod val="75000"/>
                  </a:schemeClr>
                </a:solidFill>
                <a:latin typeface="Arial Narrow" panose="020B0606020202030204" pitchFamily="34" charset="0"/>
              </a:rPr>
              <a:t>MAC</a:t>
            </a:r>
            <a:r>
              <a:rPr lang="zh-CN" altLang="en-US" b="1" dirty="0">
                <a:latin typeface="Arial Narrow" panose="020B0606020202030204" pitchFamily="34" charset="0"/>
              </a:rPr>
              <a:t>）的，因此被称为</a:t>
            </a:r>
            <a:r>
              <a:rPr lang="en-US" altLang="zh-CN" b="1" dirty="0">
                <a:solidFill>
                  <a:schemeClr val="accent1">
                    <a:lumMod val="75000"/>
                  </a:schemeClr>
                </a:solidFill>
                <a:latin typeface="Arial Narrow" panose="020B0606020202030204" pitchFamily="34" charset="0"/>
              </a:rPr>
              <a:t>MAC</a:t>
            </a:r>
            <a:r>
              <a:rPr lang="zh-CN" altLang="en-US" b="1" dirty="0">
                <a:solidFill>
                  <a:schemeClr val="accent1">
                    <a:lumMod val="75000"/>
                  </a:schemeClr>
                </a:solidFill>
                <a:latin typeface="Arial Narrow" panose="020B0606020202030204" pitchFamily="34" charset="0"/>
              </a:rPr>
              <a:t>地址</a:t>
            </a:r>
            <a:r>
              <a:rPr lang="zh-CN" altLang="en-US" b="1" dirty="0">
                <a:latin typeface="Arial Narrow" panose="020B0606020202030204" pitchFamily="34" charset="0"/>
              </a:rPr>
              <a:t>。</a:t>
            </a:r>
          </a:p>
        </p:txBody>
      </p:sp>
      <p:sp>
        <p:nvSpPr>
          <p:cNvPr id="7" name="矩形 6">
            <a:extLst>
              <a:ext uri="{FF2B5EF4-FFF2-40B4-BE49-F238E27FC236}">
                <a16:creationId xmlns:a16="http://schemas.microsoft.com/office/drawing/2014/main" id="{4BC9C696-1ED4-43F1-ADF8-4332E03DDE71}"/>
              </a:ext>
            </a:extLst>
          </p:cNvPr>
          <p:cNvSpPr/>
          <p:nvPr/>
        </p:nvSpPr>
        <p:spPr>
          <a:xfrm>
            <a:off x="5198331" y="3710258"/>
            <a:ext cx="1816475" cy="256976"/>
          </a:xfrm>
          <a:prstGeom prst="rect">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44" name="矩形 43">
            <a:extLst>
              <a:ext uri="{FF2B5EF4-FFF2-40B4-BE49-F238E27FC236}">
                <a16:creationId xmlns:a16="http://schemas.microsoft.com/office/drawing/2014/main" id="{EC803985-58E3-4217-984C-6AE175B288CA}"/>
              </a:ext>
            </a:extLst>
          </p:cNvPr>
          <p:cNvSpPr/>
          <p:nvPr/>
        </p:nvSpPr>
        <p:spPr>
          <a:xfrm>
            <a:off x="5196426" y="3710258"/>
            <a:ext cx="308162" cy="256976"/>
          </a:xfrm>
          <a:prstGeom prst="rect">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CN" b="1" dirty="0">
                <a:solidFill>
                  <a:schemeClr val="tx1"/>
                </a:solidFill>
              </a:rPr>
              <a:t>C</a:t>
            </a:r>
            <a:endParaRPr lang="zh-CN" altLang="en-US" b="1" dirty="0">
              <a:solidFill>
                <a:schemeClr val="tx1"/>
              </a:solidFill>
            </a:endParaRPr>
          </a:p>
        </p:txBody>
      </p:sp>
      <p:sp>
        <p:nvSpPr>
          <p:cNvPr id="55" name="矩形 54">
            <a:extLst>
              <a:ext uri="{FF2B5EF4-FFF2-40B4-BE49-F238E27FC236}">
                <a16:creationId xmlns:a16="http://schemas.microsoft.com/office/drawing/2014/main" id="{05832307-9A91-4F29-A477-BB02FC982459}"/>
              </a:ext>
            </a:extLst>
          </p:cNvPr>
          <p:cNvSpPr/>
          <p:nvPr/>
        </p:nvSpPr>
        <p:spPr>
          <a:xfrm>
            <a:off x="5504588" y="3710258"/>
            <a:ext cx="308162" cy="256976"/>
          </a:xfrm>
          <a:prstGeom prst="rect">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CN" b="1" dirty="0">
                <a:solidFill>
                  <a:schemeClr val="tx1"/>
                </a:solidFill>
              </a:rPr>
              <a:t>B</a:t>
            </a:r>
            <a:endParaRPr lang="zh-CN" altLang="en-US" b="1" dirty="0">
              <a:solidFill>
                <a:schemeClr val="tx1"/>
              </a:solidFill>
            </a:endParaRPr>
          </a:p>
        </p:txBody>
      </p:sp>
      <p:sp>
        <p:nvSpPr>
          <p:cNvPr id="57" name="矩形 56">
            <a:extLst>
              <a:ext uri="{FF2B5EF4-FFF2-40B4-BE49-F238E27FC236}">
                <a16:creationId xmlns:a16="http://schemas.microsoft.com/office/drawing/2014/main" id="{26B7C04B-72F8-45DC-9A12-2F9E7C6EA442}"/>
              </a:ext>
            </a:extLst>
          </p:cNvPr>
          <p:cNvSpPr/>
          <p:nvPr/>
        </p:nvSpPr>
        <p:spPr>
          <a:xfrm>
            <a:off x="2605907" y="4873710"/>
            <a:ext cx="1816475" cy="256976"/>
          </a:xfrm>
          <a:prstGeom prst="rect">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58" name="矩形 57">
            <a:extLst>
              <a:ext uri="{FF2B5EF4-FFF2-40B4-BE49-F238E27FC236}">
                <a16:creationId xmlns:a16="http://schemas.microsoft.com/office/drawing/2014/main" id="{BFAED27C-B448-407A-9F40-78E4603AF41E}"/>
              </a:ext>
            </a:extLst>
          </p:cNvPr>
          <p:cNvSpPr/>
          <p:nvPr/>
        </p:nvSpPr>
        <p:spPr>
          <a:xfrm>
            <a:off x="2604002" y="4873710"/>
            <a:ext cx="308162" cy="256976"/>
          </a:xfrm>
          <a:prstGeom prst="rect">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CN" b="1" dirty="0">
                <a:solidFill>
                  <a:schemeClr val="tx1"/>
                </a:solidFill>
              </a:rPr>
              <a:t>C</a:t>
            </a:r>
            <a:endParaRPr lang="zh-CN" altLang="en-US" b="1" dirty="0">
              <a:solidFill>
                <a:schemeClr val="tx1"/>
              </a:solidFill>
            </a:endParaRPr>
          </a:p>
        </p:txBody>
      </p:sp>
      <p:sp>
        <p:nvSpPr>
          <p:cNvPr id="59" name="矩形 58">
            <a:extLst>
              <a:ext uri="{FF2B5EF4-FFF2-40B4-BE49-F238E27FC236}">
                <a16:creationId xmlns:a16="http://schemas.microsoft.com/office/drawing/2014/main" id="{B22C95BE-39ED-4FB0-9262-85B9D5C21712}"/>
              </a:ext>
            </a:extLst>
          </p:cNvPr>
          <p:cNvSpPr/>
          <p:nvPr/>
        </p:nvSpPr>
        <p:spPr>
          <a:xfrm>
            <a:off x="2912164" y="4873710"/>
            <a:ext cx="308162" cy="256976"/>
          </a:xfrm>
          <a:prstGeom prst="rect">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CN" b="1" dirty="0">
                <a:solidFill>
                  <a:schemeClr val="tx1"/>
                </a:solidFill>
              </a:rPr>
              <a:t>B</a:t>
            </a:r>
            <a:endParaRPr lang="zh-CN" altLang="en-US" b="1" dirty="0">
              <a:solidFill>
                <a:schemeClr val="tx1"/>
              </a:solidFill>
            </a:endParaRPr>
          </a:p>
        </p:txBody>
      </p:sp>
      <p:sp>
        <p:nvSpPr>
          <p:cNvPr id="60" name="矩形 59">
            <a:extLst>
              <a:ext uri="{FF2B5EF4-FFF2-40B4-BE49-F238E27FC236}">
                <a16:creationId xmlns:a16="http://schemas.microsoft.com/office/drawing/2014/main" id="{AC76055D-CCDE-47DD-A889-24F278C820CE}"/>
              </a:ext>
            </a:extLst>
          </p:cNvPr>
          <p:cNvSpPr/>
          <p:nvPr/>
        </p:nvSpPr>
        <p:spPr>
          <a:xfrm>
            <a:off x="7626076" y="4873710"/>
            <a:ext cx="1816475" cy="256976"/>
          </a:xfrm>
          <a:prstGeom prst="rect">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61" name="矩形 60">
            <a:extLst>
              <a:ext uri="{FF2B5EF4-FFF2-40B4-BE49-F238E27FC236}">
                <a16:creationId xmlns:a16="http://schemas.microsoft.com/office/drawing/2014/main" id="{11D3ABC1-B047-4FCD-9F01-889D83573627}"/>
              </a:ext>
            </a:extLst>
          </p:cNvPr>
          <p:cNvSpPr/>
          <p:nvPr/>
        </p:nvSpPr>
        <p:spPr>
          <a:xfrm>
            <a:off x="7624171" y="4873710"/>
            <a:ext cx="308162" cy="256976"/>
          </a:xfrm>
          <a:prstGeom prst="rect">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CN" b="1" dirty="0">
                <a:solidFill>
                  <a:schemeClr val="tx1"/>
                </a:solidFill>
              </a:rPr>
              <a:t>C</a:t>
            </a:r>
            <a:endParaRPr lang="zh-CN" altLang="en-US" b="1" dirty="0">
              <a:solidFill>
                <a:schemeClr val="tx1"/>
              </a:solidFill>
            </a:endParaRPr>
          </a:p>
        </p:txBody>
      </p:sp>
      <p:sp>
        <p:nvSpPr>
          <p:cNvPr id="62" name="矩形 61">
            <a:extLst>
              <a:ext uri="{FF2B5EF4-FFF2-40B4-BE49-F238E27FC236}">
                <a16:creationId xmlns:a16="http://schemas.microsoft.com/office/drawing/2014/main" id="{A4104ABB-9188-4C88-BE96-F5D44B97E2D6}"/>
              </a:ext>
            </a:extLst>
          </p:cNvPr>
          <p:cNvSpPr/>
          <p:nvPr/>
        </p:nvSpPr>
        <p:spPr>
          <a:xfrm>
            <a:off x="7932333" y="4873710"/>
            <a:ext cx="308162" cy="256976"/>
          </a:xfrm>
          <a:prstGeom prst="rect">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CN" b="1" dirty="0">
                <a:solidFill>
                  <a:schemeClr val="tx1"/>
                </a:solidFill>
              </a:rPr>
              <a:t>B</a:t>
            </a:r>
            <a:endParaRPr lang="zh-CN" altLang="en-US" b="1" dirty="0">
              <a:solidFill>
                <a:schemeClr val="tx1"/>
              </a:solidFill>
            </a:endParaRPr>
          </a:p>
        </p:txBody>
      </p:sp>
      <p:sp>
        <p:nvSpPr>
          <p:cNvPr id="63" name="矩形 62">
            <a:extLst>
              <a:ext uri="{FF2B5EF4-FFF2-40B4-BE49-F238E27FC236}">
                <a16:creationId xmlns:a16="http://schemas.microsoft.com/office/drawing/2014/main" id="{5195E787-6CA5-423D-9D12-597753E2BB8E}"/>
              </a:ext>
            </a:extLst>
          </p:cNvPr>
          <p:cNvSpPr/>
          <p:nvPr/>
        </p:nvSpPr>
        <p:spPr>
          <a:xfrm>
            <a:off x="10070725" y="4873710"/>
            <a:ext cx="1816475" cy="256976"/>
          </a:xfrm>
          <a:prstGeom prst="rect">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64" name="矩形 63">
            <a:extLst>
              <a:ext uri="{FF2B5EF4-FFF2-40B4-BE49-F238E27FC236}">
                <a16:creationId xmlns:a16="http://schemas.microsoft.com/office/drawing/2014/main" id="{DEE5ABF5-B087-448E-A54E-17BCA52D1684}"/>
              </a:ext>
            </a:extLst>
          </p:cNvPr>
          <p:cNvSpPr/>
          <p:nvPr/>
        </p:nvSpPr>
        <p:spPr>
          <a:xfrm>
            <a:off x="10068820" y="4873710"/>
            <a:ext cx="308162" cy="256976"/>
          </a:xfrm>
          <a:prstGeom prst="rect">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CN" b="1" dirty="0">
                <a:solidFill>
                  <a:schemeClr val="tx1"/>
                </a:solidFill>
              </a:rPr>
              <a:t>C</a:t>
            </a:r>
            <a:endParaRPr lang="zh-CN" altLang="en-US" b="1" dirty="0">
              <a:solidFill>
                <a:schemeClr val="tx1"/>
              </a:solidFill>
            </a:endParaRPr>
          </a:p>
        </p:txBody>
      </p:sp>
      <p:sp>
        <p:nvSpPr>
          <p:cNvPr id="65" name="矩形 64">
            <a:extLst>
              <a:ext uri="{FF2B5EF4-FFF2-40B4-BE49-F238E27FC236}">
                <a16:creationId xmlns:a16="http://schemas.microsoft.com/office/drawing/2014/main" id="{57B75B10-0BD8-4152-B296-DE457AF660FA}"/>
              </a:ext>
            </a:extLst>
          </p:cNvPr>
          <p:cNvSpPr/>
          <p:nvPr/>
        </p:nvSpPr>
        <p:spPr>
          <a:xfrm>
            <a:off x="10376982" y="4873710"/>
            <a:ext cx="308162" cy="256976"/>
          </a:xfrm>
          <a:prstGeom prst="rect">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CN" b="1" dirty="0">
                <a:solidFill>
                  <a:schemeClr val="tx1"/>
                </a:solidFill>
              </a:rPr>
              <a:t>B</a:t>
            </a:r>
            <a:endParaRPr lang="zh-CN" altLang="en-US" b="1" dirty="0">
              <a:solidFill>
                <a:schemeClr val="tx1"/>
              </a:solidFill>
            </a:endParaRPr>
          </a:p>
        </p:txBody>
      </p:sp>
    </p:spTree>
    <p:custDataLst>
      <p:tags r:id="rId1"/>
    </p:custDataLst>
    <p:extLst>
      <p:ext uri="{BB962C8B-B14F-4D97-AF65-F5344CB8AC3E}">
        <p14:creationId xmlns:p14="http://schemas.microsoft.com/office/powerpoint/2010/main" val="3614407765"/>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47" presetClass="entr" presetSubtype="0" fill="hold" grpId="0" nodeType="withEffect">
                                  <p:stCondLst>
                                    <p:cond delay="0"/>
                                  </p:stCondLst>
                                  <p:childTnLst>
                                    <p:set>
                                      <p:cBhvr>
                                        <p:cTn id="6" dur="1" fill="hold">
                                          <p:stCondLst>
                                            <p:cond delay="0"/>
                                          </p:stCondLst>
                                        </p:cTn>
                                        <p:tgtEl>
                                          <p:spTgt spid="57"/>
                                        </p:tgtEl>
                                        <p:attrNameLst>
                                          <p:attrName>style.visibility</p:attrName>
                                        </p:attrNameLst>
                                      </p:cBhvr>
                                      <p:to>
                                        <p:strVal val="visible"/>
                                      </p:to>
                                    </p:set>
                                    <p:animEffect transition="in" filter="fade">
                                      <p:cBhvr>
                                        <p:cTn id="7" dur="1000"/>
                                        <p:tgtEl>
                                          <p:spTgt spid="57"/>
                                        </p:tgtEl>
                                      </p:cBhvr>
                                    </p:animEffect>
                                    <p:anim calcmode="lin" valueType="num">
                                      <p:cBhvr>
                                        <p:cTn id="8" dur="1000" fill="hold"/>
                                        <p:tgtEl>
                                          <p:spTgt spid="57"/>
                                        </p:tgtEl>
                                        <p:attrNameLst>
                                          <p:attrName>ppt_x</p:attrName>
                                        </p:attrNameLst>
                                      </p:cBhvr>
                                      <p:tavLst>
                                        <p:tav tm="0">
                                          <p:val>
                                            <p:strVal val="#ppt_x"/>
                                          </p:val>
                                        </p:tav>
                                        <p:tav tm="100000">
                                          <p:val>
                                            <p:strVal val="#ppt_x"/>
                                          </p:val>
                                        </p:tav>
                                      </p:tavLst>
                                    </p:anim>
                                    <p:anim calcmode="lin" valueType="num">
                                      <p:cBhvr>
                                        <p:cTn id="9" dur="1000" fill="hold"/>
                                        <p:tgtEl>
                                          <p:spTgt spid="57"/>
                                        </p:tgtEl>
                                        <p:attrNameLst>
                                          <p:attrName>ppt_y</p:attrName>
                                        </p:attrNameLst>
                                      </p:cBhvr>
                                      <p:tavLst>
                                        <p:tav tm="0">
                                          <p:val>
                                            <p:strVal val="#ppt_y-.1"/>
                                          </p:val>
                                        </p:tav>
                                        <p:tav tm="100000">
                                          <p:val>
                                            <p:strVal val="#ppt_y"/>
                                          </p:val>
                                        </p:tav>
                                      </p:tavLst>
                                    </p:anim>
                                  </p:childTnLst>
                                </p:cTn>
                              </p:par>
                              <p:par>
                                <p:cTn id="10" presetID="47" presetClass="entr" presetSubtype="0" fill="hold" grpId="0" nodeType="withEffect">
                                  <p:stCondLst>
                                    <p:cond delay="0"/>
                                  </p:stCondLst>
                                  <p:childTnLst>
                                    <p:set>
                                      <p:cBhvr>
                                        <p:cTn id="11" dur="1" fill="hold">
                                          <p:stCondLst>
                                            <p:cond delay="0"/>
                                          </p:stCondLst>
                                        </p:cTn>
                                        <p:tgtEl>
                                          <p:spTgt spid="58"/>
                                        </p:tgtEl>
                                        <p:attrNameLst>
                                          <p:attrName>style.visibility</p:attrName>
                                        </p:attrNameLst>
                                      </p:cBhvr>
                                      <p:to>
                                        <p:strVal val="visible"/>
                                      </p:to>
                                    </p:set>
                                    <p:animEffect transition="in" filter="fade">
                                      <p:cBhvr>
                                        <p:cTn id="12" dur="1000"/>
                                        <p:tgtEl>
                                          <p:spTgt spid="58"/>
                                        </p:tgtEl>
                                      </p:cBhvr>
                                    </p:animEffect>
                                    <p:anim calcmode="lin" valueType="num">
                                      <p:cBhvr>
                                        <p:cTn id="13" dur="1000" fill="hold"/>
                                        <p:tgtEl>
                                          <p:spTgt spid="58"/>
                                        </p:tgtEl>
                                        <p:attrNameLst>
                                          <p:attrName>ppt_x</p:attrName>
                                        </p:attrNameLst>
                                      </p:cBhvr>
                                      <p:tavLst>
                                        <p:tav tm="0">
                                          <p:val>
                                            <p:strVal val="#ppt_x"/>
                                          </p:val>
                                        </p:tav>
                                        <p:tav tm="100000">
                                          <p:val>
                                            <p:strVal val="#ppt_x"/>
                                          </p:val>
                                        </p:tav>
                                      </p:tavLst>
                                    </p:anim>
                                    <p:anim calcmode="lin" valueType="num">
                                      <p:cBhvr>
                                        <p:cTn id="14" dur="1000" fill="hold"/>
                                        <p:tgtEl>
                                          <p:spTgt spid="58"/>
                                        </p:tgtEl>
                                        <p:attrNameLst>
                                          <p:attrName>ppt_y</p:attrName>
                                        </p:attrNameLst>
                                      </p:cBhvr>
                                      <p:tavLst>
                                        <p:tav tm="0">
                                          <p:val>
                                            <p:strVal val="#ppt_y-.1"/>
                                          </p:val>
                                        </p:tav>
                                        <p:tav tm="100000">
                                          <p:val>
                                            <p:strVal val="#ppt_y"/>
                                          </p:val>
                                        </p:tav>
                                      </p:tavLst>
                                    </p:anim>
                                  </p:childTnLst>
                                </p:cTn>
                              </p:par>
                              <p:par>
                                <p:cTn id="15" presetID="47" presetClass="entr" presetSubtype="0" fill="hold" grpId="0" nodeType="withEffect">
                                  <p:stCondLst>
                                    <p:cond delay="0"/>
                                  </p:stCondLst>
                                  <p:childTnLst>
                                    <p:set>
                                      <p:cBhvr>
                                        <p:cTn id="16" dur="1" fill="hold">
                                          <p:stCondLst>
                                            <p:cond delay="0"/>
                                          </p:stCondLst>
                                        </p:cTn>
                                        <p:tgtEl>
                                          <p:spTgt spid="59"/>
                                        </p:tgtEl>
                                        <p:attrNameLst>
                                          <p:attrName>style.visibility</p:attrName>
                                        </p:attrNameLst>
                                      </p:cBhvr>
                                      <p:to>
                                        <p:strVal val="visible"/>
                                      </p:to>
                                    </p:set>
                                    <p:animEffect transition="in" filter="fade">
                                      <p:cBhvr>
                                        <p:cTn id="17" dur="1000"/>
                                        <p:tgtEl>
                                          <p:spTgt spid="59"/>
                                        </p:tgtEl>
                                      </p:cBhvr>
                                    </p:animEffect>
                                    <p:anim calcmode="lin" valueType="num">
                                      <p:cBhvr>
                                        <p:cTn id="18" dur="1000" fill="hold"/>
                                        <p:tgtEl>
                                          <p:spTgt spid="59"/>
                                        </p:tgtEl>
                                        <p:attrNameLst>
                                          <p:attrName>ppt_x</p:attrName>
                                        </p:attrNameLst>
                                      </p:cBhvr>
                                      <p:tavLst>
                                        <p:tav tm="0">
                                          <p:val>
                                            <p:strVal val="#ppt_x"/>
                                          </p:val>
                                        </p:tav>
                                        <p:tav tm="100000">
                                          <p:val>
                                            <p:strVal val="#ppt_x"/>
                                          </p:val>
                                        </p:tav>
                                      </p:tavLst>
                                    </p:anim>
                                    <p:anim calcmode="lin" valueType="num">
                                      <p:cBhvr>
                                        <p:cTn id="19" dur="1000" fill="hold"/>
                                        <p:tgtEl>
                                          <p:spTgt spid="59"/>
                                        </p:tgtEl>
                                        <p:attrNameLst>
                                          <p:attrName>ppt_y</p:attrName>
                                        </p:attrNameLst>
                                      </p:cBhvr>
                                      <p:tavLst>
                                        <p:tav tm="0">
                                          <p:val>
                                            <p:strVal val="#ppt_y-.1"/>
                                          </p:val>
                                        </p:tav>
                                        <p:tav tm="100000">
                                          <p:val>
                                            <p:strVal val="#ppt_y"/>
                                          </p:val>
                                        </p:tav>
                                      </p:tavLst>
                                    </p:anim>
                                  </p:childTnLst>
                                </p:cTn>
                              </p:par>
                              <p:par>
                                <p:cTn id="20" presetID="47" presetClass="entr" presetSubtype="0" fill="hold" grpId="0" nodeType="withEffect">
                                  <p:stCondLst>
                                    <p:cond delay="0"/>
                                  </p:stCondLst>
                                  <p:childTnLst>
                                    <p:set>
                                      <p:cBhvr>
                                        <p:cTn id="21" dur="1" fill="hold">
                                          <p:stCondLst>
                                            <p:cond delay="0"/>
                                          </p:stCondLst>
                                        </p:cTn>
                                        <p:tgtEl>
                                          <p:spTgt spid="62"/>
                                        </p:tgtEl>
                                        <p:attrNameLst>
                                          <p:attrName>style.visibility</p:attrName>
                                        </p:attrNameLst>
                                      </p:cBhvr>
                                      <p:to>
                                        <p:strVal val="visible"/>
                                      </p:to>
                                    </p:set>
                                    <p:animEffect transition="in" filter="fade">
                                      <p:cBhvr>
                                        <p:cTn id="22" dur="1000"/>
                                        <p:tgtEl>
                                          <p:spTgt spid="62"/>
                                        </p:tgtEl>
                                      </p:cBhvr>
                                    </p:animEffect>
                                    <p:anim calcmode="lin" valueType="num">
                                      <p:cBhvr>
                                        <p:cTn id="23" dur="1000" fill="hold"/>
                                        <p:tgtEl>
                                          <p:spTgt spid="62"/>
                                        </p:tgtEl>
                                        <p:attrNameLst>
                                          <p:attrName>ppt_x</p:attrName>
                                        </p:attrNameLst>
                                      </p:cBhvr>
                                      <p:tavLst>
                                        <p:tav tm="0">
                                          <p:val>
                                            <p:strVal val="#ppt_x"/>
                                          </p:val>
                                        </p:tav>
                                        <p:tav tm="100000">
                                          <p:val>
                                            <p:strVal val="#ppt_x"/>
                                          </p:val>
                                        </p:tav>
                                      </p:tavLst>
                                    </p:anim>
                                    <p:anim calcmode="lin" valueType="num">
                                      <p:cBhvr>
                                        <p:cTn id="24" dur="1000" fill="hold"/>
                                        <p:tgtEl>
                                          <p:spTgt spid="62"/>
                                        </p:tgtEl>
                                        <p:attrNameLst>
                                          <p:attrName>ppt_y</p:attrName>
                                        </p:attrNameLst>
                                      </p:cBhvr>
                                      <p:tavLst>
                                        <p:tav tm="0">
                                          <p:val>
                                            <p:strVal val="#ppt_y-.1"/>
                                          </p:val>
                                        </p:tav>
                                        <p:tav tm="100000">
                                          <p:val>
                                            <p:strVal val="#ppt_y"/>
                                          </p:val>
                                        </p:tav>
                                      </p:tavLst>
                                    </p:anim>
                                  </p:childTnLst>
                                </p:cTn>
                              </p:par>
                              <p:par>
                                <p:cTn id="25" presetID="47" presetClass="entr" presetSubtype="0" fill="hold" grpId="0" nodeType="withEffect">
                                  <p:stCondLst>
                                    <p:cond delay="0"/>
                                  </p:stCondLst>
                                  <p:childTnLst>
                                    <p:set>
                                      <p:cBhvr>
                                        <p:cTn id="26" dur="1" fill="hold">
                                          <p:stCondLst>
                                            <p:cond delay="0"/>
                                          </p:stCondLst>
                                        </p:cTn>
                                        <p:tgtEl>
                                          <p:spTgt spid="61"/>
                                        </p:tgtEl>
                                        <p:attrNameLst>
                                          <p:attrName>style.visibility</p:attrName>
                                        </p:attrNameLst>
                                      </p:cBhvr>
                                      <p:to>
                                        <p:strVal val="visible"/>
                                      </p:to>
                                    </p:set>
                                    <p:animEffect transition="in" filter="fade">
                                      <p:cBhvr>
                                        <p:cTn id="27" dur="1000"/>
                                        <p:tgtEl>
                                          <p:spTgt spid="61"/>
                                        </p:tgtEl>
                                      </p:cBhvr>
                                    </p:animEffect>
                                    <p:anim calcmode="lin" valueType="num">
                                      <p:cBhvr>
                                        <p:cTn id="28" dur="1000" fill="hold"/>
                                        <p:tgtEl>
                                          <p:spTgt spid="61"/>
                                        </p:tgtEl>
                                        <p:attrNameLst>
                                          <p:attrName>ppt_x</p:attrName>
                                        </p:attrNameLst>
                                      </p:cBhvr>
                                      <p:tavLst>
                                        <p:tav tm="0">
                                          <p:val>
                                            <p:strVal val="#ppt_x"/>
                                          </p:val>
                                        </p:tav>
                                        <p:tav tm="100000">
                                          <p:val>
                                            <p:strVal val="#ppt_x"/>
                                          </p:val>
                                        </p:tav>
                                      </p:tavLst>
                                    </p:anim>
                                    <p:anim calcmode="lin" valueType="num">
                                      <p:cBhvr>
                                        <p:cTn id="29" dur="1000" fill="hold"/>
                                        <p:tgtEl>
                                          <p:spTgt spid="61"/>
                                        </p:tgtEl>
                                        <p:attrNameLst>
                                          <p:attrName>ppt_y</p:attrName>
                                        </p:attrNameLst>
                                      </p:cBhvr>
                                      <p:tavLst>
                                        <p:tav tm="0">
                                          <p:val>
                                            <p:strVal val="#ppt_y-.1"/>
                                          </p:val>
                                        </p:tav>
                                        <p:tav tm="100000">
                                          <p:val>
                                            <p:strVal val="#ppt_y"/>
                                          </p:val>
                                        </p:tav>
                                      </p:tavLst>
                                    </p:anim>
                                  </p:childTnLst>
                                </p:cTn>
                              </p:par>
                              <p:par>
                                <p:cTn id="30" presetID="47" presetClass="entr" presetSubtype="0" fill="hold" grpId="0" nodeType="withEffect">
                                  <p:stCondLst>
                                    <p:cond delay="0"/>
                                  </p:stCondLst>
                                  <p:childTnLst>
                                    <p:set>
                                      <p:cBhvr>
                                        <p:cTn id="31" dur="1" fill="hold">
                                          <p:stCondLst>
                                            <p:cond delay="0"/>
                                          </p:stCondLst>
                                        </p:cTn>
                                        <p:tgtEl>
                                          <p:spTgt spid="60"/>
                                        </p:tgtEl>
                                        <p:attrNameLst>
                                          <p:attrName>style.visibility</p:attrName>
                                        </p:attrNameLst>
                                      </p:cBhvr>
                                      <p:to>
                                        <p:strVal val="visible"/>
                                      </p:to>
                                    </p:set>
                                    <p:animEffect transition="in" filter="fade">
                                      <p:cBhvr>
                                        <p:cTn id="32" dur="1000"/>
                                        <p:tgtEl>
                                          <p:spTgt spid="60"/>
                                        </p:tgtEl>
                                      </p:cBhvr>
                                    </p:animEffect>
                                    <p:anim calcmode="lin" valueType="num">
                                      <p:cBhvr>
                                        <p:cTn id="33" dur="1000" fill="hold"/>
                                        <p:tgtEl>
                                          <p:spTgt spid="60"/>
                                        </p:tgtEl>
                                        <p:attrNameLst>
                                          <p:attrName>ppt_x</p:attrName>
                                        </p:attrNameLst>
                                      </p:cBhvr>
                                      <p:tavLst>
                                        <p:tav tm="0">
                                          <p:val>
                                            <p:strVal val="#ppt_x"/>
                                          </p:val>
                                        </p:tav>
                                        <p:tav tm="100000">
                                          <p:val>
                                            <p:strVal val="#ppt_x"/>
                                          </p:val>
                                        </p:tav>
                                      </p:tavLst>
                                    </p:anim>
                                    <p:anim calcmode="lin" valueType="num">
                                      <p:cBhvr>
                                        <p:cTn id="34" dur="1000" fill="hold"/>
                                        <p:tgtEl>
                                          <p:spTgt spid="60"/>
                                        </p:tgtEl>
                                        <p:attrNameLst>
                                          <p:attrName>ppt_y</p:attrName>
                                        </p:attrNameLst>
                                      </p:cBhvr>
                                      <p:tavLst>
                                        <p:tav tm="0">
                                          <p:val>
                                            <p:strVal val="#ppt_y-.1"/>
                                          </p:val>
                                        </p:tav>
                                        <p:tav tm="100000">
                                          <p:val>
                                            <p:strVal val="#ppt_y"/>
                                          </p:val>
                                        </p:tav>
                                      </p:tavLst>
                                    </p:anim>
                                  </p:childTnLst>
                                </p:cTn>
                              </p:par>
                              <p:par>
                                <p:cTn id="35" presetID="47" presetClass="entr" presetSubtype="0" fill="hold" grpId="0" nodeType="withEffect">
                                  <p:stCondLst>
                                    <p:cond delay="0"/>
                                  </p:stCondLst>
                                  <p:childTnLst>
                                    <p:set>
                                      <p:cBhvr>
                                        <p:cTn id="36" dur="1" fill="hold">
                                          <p:stCondLst>
                                            <p:cond delay="0"/>
                                          </p:stCondLst>
                                        </p:cTn>
                                        <p:tgtEl>
                                          <p:spTgt spid="64"/>
                                        </p:tgtEl>
                                        <p:attrNameLst>
                                          <p:attrName>style.visibility</p:attrName>
                                        </p:attrNameLst>
                                      </p:cBhvr>
                                      <p:to>
                                        <p:strVal val="visible"/>
                                      </p:to>
                                    </p:set>
                                    <p:animEffect transition="in" filter="fade">
                                      <p:cBhvr>
                                        <p:cTn id="37" dur="1000"/>
                                        <p:tgtEl>
                                          <p:spTgt spid="64"/>
                                        </p:tgtEl>
                                      </p:cBhvr>
                                    </p:animEffect>
                                    <p:anim calcmode="lin" valueType="num">
                                      <p:cBhvr>
                                        <p:cTn id="38" dur="1000" fill="hold"/>
                                        <p:tgtEl>
                                          <p:spTgt spid="64"/>
                                        </p:tgtEl>
                                        <p:attrNameLst>
                                          <p:attrName>ppt_x</p:attrName>
                                        </p:attrNameLst>
                                      </p:cBhvr>
                                      <p:tavLst>
                                        <p:tav tm="0">
                                          <p:val>
                                            <p:strVal val="#ppt_x"/>
                                          </p:val>
                                        </p:tav>
                                        <p:tav tm="100000">
                                          <p:val>
                                            <p:strVal val="#ppt_x"/>
                                          </p:val>
                                        </p:tav>
                                      </p:tavLst>
                                    </p:anim>
                                    <p:anim calcmode="lin" valueType="num">
                                      <p:cBhvr>
                                        <p:cTn id="39" dur="1000" fill="hold"/>
                                        <p:tgtEl>
                                          <p:spTgt spid="64"/>
                                        </p:tgtEl>
                                        <p:attrNameLst>
                                          <p:attrName>ppt_y</p:attrName>
                                        </p:attrNameLst>
                                      </p:cBhvr>
                                      <p:tavLst>
                                        <p:tav tm="0">
                                          <p:val>
                                            <p:strVal val="#ppt_y-.1"/>
                                          </p:val>
                                        </p:tav>
                                        <p:tav tm="100000">
                                          <p:val>
                                            <p:strVal val="#ppt_y"/>
                                          </p:val>
                                        </p:tav>
                                      </p:tavLst>
                                    </p:anim>
                                  </p:childTnLst>
                                </p:cTn>
                              </p:par>
                              <p:par>
                                <p:cTn id="40" presetID="47" presetClass="entr" presetSubtype="0" fill="hold" grpId="0" nodeType="withEffect">
                                  <p:stCondLst>
                                    <p:cond delay="0"/>
                                  </p:stCondLst>
                                  <p:childTnLst>
                                    <p:set>
                                      <p:cBhvr>
                                        <p:cTn id="41" dur="1" fill="hold">
                                          <p:stCondLst>
                                            <p:cond delay="0"/>
                                          </p:stCondLst>
                                        </p:cTn>
                                        <p:tgtEl>
                                          <p:spTgt spid="65"/>
                                        </p:tgtEl>
                                        <p:attrNameLst>
                                          <p:attrName>style.visibility</p:attrName>
                                        </p:attrNameLst>
                                      </p:cBhvr>
                                      <p:to>
                                        <p:strVal val="visible"/>
                                      </p:to>
                                    </p:set>
                                    <p:animEffect transition="in" filter="fade">
                                      <p:cBhvr>
                                        <p:cTn id="42" dur="1000"/>
                                        <p:tgtEl>
                                          <p:spTgt spid="65"/>
                                        </p:tgtEl>
                                      </p:cBhvr>
                                    </p:animEffect>
                                    <p:anim calcmode="lin" valueType="num">
                                      <p:cBhvr>
                                        <p:cTn id="43" dur="1000" fill="hold"/>
                                        <p:tgtEl>
                                          <p:spTgt spid="65"/>
                                        </p:tgtEl>
                                        <p:attrNameLst>
                                          <p:attrName>ppt_x</p:attrName>
                                        </p:attrNameLst>
                                      </p:cBhvr>
                                      <p:tavLst>
                                        <p:tav tm="0">
                                          <p:val>
                                            <p:strVal val="#ppt_x"/>
                                          </p:val>
                                        </p:tav>
                                        <p:tav tm="100000">
                                          <p:val>
                                            <p:strVal val="#ppt_x"/>
                                          </p:val>
                                        </p:tav>
                                      </p:tavLst>
                                    </p:anim>
                                    <p:anim calcmode="lin" valueType="num">
                                      <p:cBhvr>
                                        <p:cTn id="44" dur="1000" fill="hold"/>
                                        <p:tgtEl>
                                          <p:spTgt spid="65"/>
                                        </p:tgtEl>
                                        <p:attrNameLst>
                                          <p:attrName>ppt_y</p:attrName>
                                        </p:attrNameLst>
                                      </p:cBhvr>
                                      <p:tavLst>
                                        <p:tav tm="0">
                                          <p:val>
                                            <p:strVal val="#ppt_y-.1"/>
                                          </p:val>
                                        </p:tav>
                                        <p:tav tm="100000">
                                          <p:val>
                                            <p:strVal val="#ppt_y"/>
                                          </p:val>
                                        </p:tav>
                                      </p:tavLst>
                                    </p:anim>
                                  </p:childTnLst>
                                </p:cTn>
                              </p:par>
                              <p:par>
                                <p:cTn id="45" presetID="47" presetClass="entr" presetSubtype="0" fill="hold" grpId="0" nodeType="withEffect">
                                  <p:stCondLst>
                                    <p:cond delay="0"/>
                                  </p:stCondLst>
                                  <p:childTnLst>
                                    <p:set>
                                      <p:cBhvr>
                                        <p:cTn id="46" dur="1" fill="hold">
                                          <p:stCondLst>
                                            <p:cond delay="0"/>
                                          </p:stCondLst>
                                        </p:cTn>
                                        <p:tgtEl>
                                          <p:spTgt spid="63"/>
                                        </p:tgtEl>
                                        <p:attrNameLst>
                                          <p:attrName>style.visibility</p:attrName>
                                        </p:attrNameLst>
                                      </p:cBhvr>
                                      <p:to>
                                        <p:strVal val="visible"/>
                                      </p:to>
                                    </p:set>
                                    <p:animEffect transition="in" filter="fade">
                                      <p:cBhvr>
                                        <p:cTn id="47" dur="1000"/>
                                        <p:tgtEl>
                                          <p:spTgt spid="63"/>
                                        </p:tgtEl>
                                      </p:cBhvr>
                                    </p:animEffect>
                                    <p:anim calcmode="lin" valueType="num">
                                      <p:cBhvr>
                                        <p:cTn id="48" dur="1000" fill="hold"/>
                                        <p:tgtEl>
                                          <p:spTgt spid="63"/>
                                        </p:tgtEl>
                                        <p:attrNameLst>
                                          <p:attrName>ppt_x</p:attrName>
                                        </p:attrNameLst>
                                      </p:cBhvr>
                                      <p:tavLst>
                                        <p:tav tm="0">
                                          <p:val>
                                            <p:strVal val="#ppt_x"/>
                                          </p:val>
                                        </p:tav>
                                        <p:tav tm="100000">
                                          <p:val>
                                            <p:strVal val="#ppt_x"/>
                                          </p:val>
                                        </p:tav>
                                      </p:tavLst>
                                    </p:anim>
                                    <p:anim calcmode="lin" valueType="num">
                                      <p:cBhvr>
                                        <p:cTn id="49" dur="1000" fill="hold"/>
                                        <p:tgtEl>
                                          <p:spTgt spid="63"/>
                                        </p:tgtEl>
                                        <p:attrNameLst>
                                          <p:attrName>ppt_y</p:attrName>
                                        </p:attrNameLst>
                                      </p:cBhvr>
                                      <p:tavLst>
                                        <p:tav tm="0">
                                          <p:val>
                                            <p:strVal val="#ppt_y-.1"/>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7" grpId="0" animBg="1"/>
      <p:bldP spid="58" grpId="0" animBg="1"/>
      <p:bldP spid="59" grpId="0" animBg="1"/>
      <p:bldP spid="60" grpId="0" animBg="1"/>
      <p:bldP spid="61" grpId="0" animBg="1"/>
      <p:bldP spid="62" grpId="0" animBg="1"/>
      <p:bldP spid="63" grpId="0" animBg="1"/>
      <p:bldP spid="64" grpId="0" animBg="1"/>
      <p:bldP spid="65" grpId="0" animBg="1"/>
    </p:bldLst>
  </p:timing>
</p:sld>
</file>

<file path=ppt/slides/slide25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5" name="组合 4">
            <a:extLst>
              <a:ext uri="{FF2B5EF4-FFF2-40B4-BE49-F238E27FC236}">
                <a16:creationId xmlns:a16="http://schemas.microsoft.com/office/drawing/2014/main" id="{841E27AC-2181-4B83-AC34-125D5B43438B}"/>
              </a:ext>
            </a:extLst>
          </p:cNvPr>
          <p:cNvGrpSpPr/>
          <p:nvPr/>
        </p:nvGrpSpPr>
        <p:grpSpPr>
          <a:xfrm>
            <a:off x="2267732" y="4873710"/>
            <a:ext cx="7699214" cy="256976"/>
            <a:chOff x="2267732" y="4873710"/>
            <a:chExt cx="7699214" cy="256976"/>
          </a:xfrm>
        </p:grpSpPr>
        <p:sp>
          <p:nvSpPr>
            <p:cNvPr id="49" name="íşlïḍè">
              <a:extLst>
                <a:ext uri="{FF2B5EF4-FFF2-40B4-BE49-F238E27FC236}">
                  <a16:creationId xmlns:a16="http://schemas.microsoft.com/office/drawing/2014/main" id="{EDF6BADE-9BBF-4ABE-856A-9F50E46669B9}"/>
                </a:ext>
              </a:extLst>
            </p:cNvPr>
            <p:cNvSpPr txBox="1"/>
            <p:nvPr/>
          </p:nvSpPr>
          <p:spPr>
            <a:xfrm>
              <a:off x="2267732" y="4873710"/>
              <a:ext cx="256976" cy="256976"/>
            </a:xfrm>
            <a:prstGeom prst="rect">
              <a:avLst/>
            </a:prstGeom>
            <a:noFill/>
          </p:spPr>
          <p:txBody>
            <a:bodyPr wrap="square" lIns="91440" tIns="45720" rIns="91440" bIns="45720" anchor="ctr">
              <a:noAutofit/>
            </a:bodyPr>
            <a:lstStyle/>
            <a:p>
              <a:pPr algn="ctr"/>
              <a:r>
                <a:rPr lang="en-US" altLang="zh-CN" b="1" dirty="0">
                  <a:latin typeface="Arial Narrow" panose="020B0606020202030204" pitchFamily="34" charset="0"/>
                </a:rPr>
                <a:t>A</a:t>
              </a:r>
              <a:endParaRPr lang="zh-CN" altLang="en-US" b="1" dirty="0">
                <a:latin typeface="Arial Narrow" panose="020B0606020202030204" pitchFamily="34" charset="0"/>
              </a:endParaRPr>
            </a:p>
          </p:txBody>
        </p:sp>
        <p:sp>
          <p:nvSpPr>
            <p:cNvPr id="50" name="íşlïḍè">
              <a:extLst>
                <a:ext uri="{FF2B5EF4-FFF2-40B4-BE49-F238E27FC236}">
                  <a16:creationId xmlns:a16="http://schemas.microsoft.com/office/drawing/2014/main" id="{57BECEDA-F7D8-4F34-9CD1-E9350B86363C}"/>
                </a:ext>
              </a:extLst>
            </p:cNvPr>
            <p:cNvSpPr txBox="1"/>
            <p:nvPr/>
          </p:nvSpPr>
          <p:spPr>
            <a:xfrm>
              <a:off x="4765844" y="4873710"/>
              <a:ext cx="256976" cy="256976"/>
            </a:xfrm>
            <a:prstGeom prst="rect">
              <a:avLst/>
            </a:prstGeom>
            <a:noFill/>
          </p:spPr>
          <p:txBody>
            <a:bodyPr wrap="square" lIns="91440" tIns="45720" rIns="91440" bIns="45720" anchor="ctr">
              <a:noAutofit/>
            </a:bodyPr>
            <a:lstStyle/>
            <a:p>
              <a:pPr algn="ctr"/>
              <a:r>
                <a:rPr lang="en-US" altLang="zh-CN" b="1" dirty="0">
                  <a:latin typeface="Arial Narrow" panose="020B0606020202030204" pitchFamily="34" charset="0"/>
                </a:rPr>
                <a:t>B</a:t>
              </a:r>
              <a:endParaRPr lang="zh-CN" altLang="en-US" b="1" dirty="0">
                <a:latin typeface="Arial Narrow" panose="020B0606020202030204" pitchFamily="34" charset="0"/>
              </a:endParaRPr>
            </a:p>
          </p:txBody>
        </p:sp>
        <p:sp>
          <p:nvSpPr>
            <p:cNvPr id="51" name="íşlïḍè">
              <a:extLst>
                <a:ext uri="{FF2B5EF4-FFF2-40B4-BE49-F238E27FC236}">
                  <a16:creationId xmlns:a16="http://schemas.microsoft.com/office/drawing/2014/main" id="{7D84EDE9-63B1-45A5-8782-E9774CC38D16}"/>
                </a:ext>
              </a:extLst>
            </p:cNvPr>
            <p:cNvSpPr txBox="1"/>
            <p:nvPr/>
          </p:nvSpPr>
          <p:spPr>
            <a:xfrm>
              <a:off x="7208544" y="4879859"/>
              <a:ext cx="321299" cy="250827"/>
            </a:xfrm>
            <a:prstGeom prst="rect">
              <a:avLst/>
            </a:prstGeom>
            <a:noFill/>
          </p:spPr>
          <p:txBody>
            <a:bodyPr wrap="square" lIns="91440" tIns="45720" rIns="91440" bIns="45720" anchor="ctr">
              <a:noAutofit/>
            </a:bodyPr>
            <a:lstStyle/>
            <a:p>
              <a:pPr algn="ctr"/>
              <a:r>
                <a:rPr lang="en-US" altLang="zh-CN" b="1" dirty="0">
                  <a:latin typeface="Arial Narrow" panose="020B0606020202030204" pitchFamily="34" charset="0"/>
                </a:rPr>
                <a:t>C</a:t>
              </a:r>
              <a:endParaRPr lang="zh-CN" altLang="en-US" b="1" dirty="0">
                <a:latin typeface="Arial Narrow" panose="020B0606020202030204" pitchFamily="34" charset="0"/>
              </a:endParaRPr>
            </a:p>
          </p:txBody>
        </p:sp>
        <p:sp>
          <p:nvSpPr>
            <p:cNvPr id="52" name="íşlïḍè">
              <a:extLst>
                <a:ext uri="{FF2B5EF4-FFF2-40B4-BE49-F238E27FC236}">
                  <a16:creationId xmlns:a16="http://schemas.microsoft.com/office/drawing/2014/main" id="{3692CE17-6C30-4B70-918D-35DD431CF29C}"/>
                </a:ext>
              </a:extLst>
            </p:cNvPr>
            <p:cNvSpPr txBox="1"/>
            <p:nvPr/>
          </p:nvSpPr>
          <p:spPr>
            <a:xfrm>
              <a:off x="9709970" y="4873710"/>
              <a:ext cx="256976" cy="256976"/>
            </a:xfrm>
            <a:prstGeom prst="rect">
              <a:avLst/>
            </a:prstGeom>
            <a:noFill/>
          </p:spPr>
          <p:txBody>
            <a:bodyPr wrap="square" lIns="91440" tIns="45720" rIns="91440" bIns="45720" anchor="ctr">
              <a:noAutofit/>
            </a:bodyPr>
            <a:lstStyle/>
            <a:p>
              <a:pPr algn="ctr"/>
              <a:r>
                <a:rPr lang="en-US" altLang="zh-CN" b="1" dirty="0">
                  <a:latin typeface="Arial Narrow" panose="020B0606020202030204" pitchFamily="34" charset="0"/>
                </a:rPr>
                <a:t>D</a:t>
              </a:r>
              <a:endParaRPr lang="zh-CN" altLang="en-US" b="1" dirty="0">
                <a:latin typeface="Arial Narrow" panose="020B0606020202030204" pitchFamily="34" charset="0"/>
              </a:endParaRPr>
            </a:p>
          </p:txBody>
        </p:sp>
      </p:grpSp>
      <p:sp>
        <p:nvSpPr>
          <p:cNvPr id="33" name="íşlïḍè">
            <a:extLst>
              <a:ext uri="{FF2B5EF4-FFF2-40B4-BE49-F238E27FC236}">
                <a16:creationId xmlns:a16="http://schemas.microsoft.com/office/drawing/2014/main" id="{24BF55F5-EBAF-44C7-931E-05CCF4E776B8}"/>
              </a:ext>
            </a:extLst>
          </p:cNvPr>
          <p:cNvSpPr txBox="1"/>
          <p:nvPr/>
        </p:nvSpPr>
        <p:spPr>
          <a:xfrm>
            <a:off x="2695706" y="4191979"/>
            <a:ext cx="1754840" cy="641082"/>
          </a:xfrm>
          <a:prstGeom prst="rect">
            <a:avLst/>
          </a:prstGeom>
          <a:noFill/>
        </p:spPr>
        <p:txBody>
          <a:bodyPr wrap="square" lIns="91440" tIns="45720" rIns="91440" bIns="45720" anchor="ctr">
            <a:noAutofit/>
          </a:bodyPr>
          <a:lstStyle/>
          <a:p>
            <a:r>
              <a:rPr lang="zh-CN" altLang="en-US" b="1" dirty="0">
                <a:latin typeface="Arial Narrow" panose="020B0606020202030204" pitchFamily="34" charset="0"/>
              </a:rPr>
              <a:t>这是发送</a:t>
            </a:r>
            <a:endParaRPr lang="en-US" altLang="zh-CN" b="1" dirty="0">
              <a:latin typeface="Arial Narrow" panose="020B0606020202030204" pitchFamily="34" charset="0"/>
            </a:endParaRPr>
          </a:p>
          <a:p>
            <a:r>
              <a:rPr lang="zh-CN" altLang="en-US" b="1" dirty="0">
                <a:latin typeface="Arial Narrow" panose="020B0606020202030204" pitchFamily="34" charset="0"/>
              </a:rPr>
              <a:t>给我的帧？</a:t>
            </a:r>
          </a:p>
        </p:txBody>
      </p:sp>
      <p:sp>
        <p:nvSpPr>
          <p:cNvPr id="34" name="íşlïḍè">
            <a:extLst>
              <a:ext uri="{FF2B5EF4-FFF2-40B4-BE49-F238E27FC236}">
                <a16:creationId xmlns:a16="http://schemas.microsoft.com/office/drawing/2014/main" id="{270A6616-8962-438B-9D0A-D78E83CB862C}"/>
              </a:ext>
            </a:extLst>
          </p:cNvPr>
          <p:cNvSpPr txBox="1"/>
          <p:nvPr/>
        </p:nvSpPr>
        <p:spPr>
          <a:xfrm>
            <a:off x="7694842" y="4191979"/>
            <a:ext cx="1754840" cy="641082"/>
          </a:xfrm>
          <a:prstGeom prst="rect">
            <a:avLst/>
          </a:prstGeom>
          <a:noFill/>
        </p:spPr>
        <p:txBody>
          <a:bodyPr wrap="square" lIns="91440" tIns="45720" rIns="91440" bIns="45720" anchor="ctr">
            <a:noAutofit/>
          </a:bodyPr>
          <a:lstStyle/>
          <a:p>
            <a:r>
              <a:rPr lang="zh-CN" altLang="en-US" b="1" dirty="0">
                <a:latin typeface="Arial Narrow" panose="020B0606020202030204" pitchFamily="34" charset="0"/>
              </a:rPr>
              <a:t>这是发送</a:t>
            </a:r>
            <a:endParaRPr lang="en-US" altLang="zh-CN" b="1" dirty="0">
              <a:latin typeface="Arial Narrow" panose="020B0606020202030204" pitchFamily="34" charset="0"/>
            </a:endParaRPr>
          </a:p>
          <a:p>
            <a:r>
              <a:rPr lang="zh-CN" altLang="en-US" b="1" dirty="0">
                <a:latin typeface="Arial Narrow" panose="020B0606020202030204" pitchFamily="34" charset="0"/>
              </a:rPr>
              <a:t>给我的帧？</a:t>
            </a:r>
          </a:p>
        </p:txBody>
      </p:sp>
      <p:sp>
        <p:nvSpPr>
          <p:cNvPr id="35" name="íşlïḍè">
            <a:extLst>
              <a:ext uri="{FF2B5EF4-FFF2-40B4-BE49-F238E27FC236}">
                <a16:creationId xmlns:a16="http://schemas.microsoft.com/office/drawing/2014/main" id="{51AA905A-09DC-46B5-B61E-129D5B0D10A2}"/>
              </a:ext>
            </a:extLst>
          </p:cNvPr>
          <p:cNvSpPr txBox="1"/>
          <p:nvPr/>
        </p:nvSpPr>
        <p:spPr>
          <a:xfrm>
            <a:off x="10084412" y="4191979"/>
            <a:ext cx="1754840" cy="641082"/>
          </a:xfrm>
          <a:prstGeom prst="rect">
            <a:avLst/>
          </a:prstGeom>
          <a:noFill/>
        </p:spPr>
        <p:txBody>
          <a:bodyPr wrap="square" lIns="91440" tIns="45720" rIns="91440" bIns="45720" anchor="ctr">
            <a:noAutofit/>
          </a:bodyPr>
          <a:lstStyle/>
          <a:p>
            <a:r>
              <a:rPr lang="zh-CN" altLang="en-US" b="1" dirty="0">
                <a:latin typeface="Arial Narrow" panose="020B0606020202030204" pitchFamily="34" charset="0"/>
              </a:rPr>
              <a:t>这是发送</a:t>
            </a:r>
            <a:endParaRPr lang="en-US" altLang="zh-CN" b="1" dirty="0">
              <a:latin typeface="Arial Narrow" panose="020B0606020202030204" pitchFamily="34" charset="0"/>
            </a:endParaRPr>
          </a:p>
          <a:p>
            <a:r>
              <a:rPr lang="zh-CN" altLang="en-US" b="1" dirty="0">
                <a:latin typeface="Arial Narrow" panose="020B0606020202030204" pitchFamily="34" charset="0"/>
              </a:rPr>
              <a:t>给我的帧？</a:t>
            </a:r>
          </a:p>
        </p:txBody>
      </p:sp>
      <p:grpSp>
        <p:nvGrpSpPr>
          <p:cNvPr id="4" name="组合 3">
            <a:extLst>
              <a:ext uri="{FF2B5EF4-FFF2-40B4-BE49-F238E27FC236}">
                <a16:creationId xmlns:a16="http://schemas.microsoft.com/office/drawing/2014/main" id="{9A1EA9F2-FCB6-48C3-935F-7AE7E3AD14AC}"/>
              </a:ext>
            </a:extLst>
          </p:cNvPr>
          <p:cNvGrpSpPr/>
          <p:nvPr/>
        </p:nvGrpSpPr>
        <p:grpSpPr>
          <a:xfrm>
            <a:off x="304799" y="749300"/>
            <a:ext cx="6192345" cy="400110"/>
            <a:chOff x="424116" y="898245"/>
            <a:chExt cx="6192345" cy="400110"/>
          </a:xfrm>
        </p:grpSpPr>
        <p:sp>
          <p:nvSpPr>
            <p:cNvPr id="2" name="平行四边形 1">
              <a:extLst>
                <a:ext uri="{FF2B5EF4-FFF2-40B4-BE49-F238E27FC236}">
                  <a16:creationId xmlns:a16="http://schemas.microsoft.com/office/drawing/2014/main" id="{1F5BAA3F-9845-4F89-A2DD-8222D3E4EDAC}"/>
                </a:ext>
              </a:extLst>
            </p:cNvPr>
            <p:cNvSpPr/>
            <p:nvPr/>
          </p:nvSpPr>
          <p:spPr>
            <a:xfrm>
              <a:off x="424116" y="898245"/>
              <a:ext cx="695119" cy="387090"/>
            </a:xfrm>
            <a:prstGeom prst="parallelogram">
              <a:avLst/>
            </a:prstGeom>
            <a:solidFill>
              <a:schemeClr val="accent3">
                <a:lumMod val="75000"/>
              </a:schemeClr>
            </a:solidFill>
            <a:ln>
              <a:solidFill>
                <a:schemeClr val="accent3">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CN" sz="2200" dirty="0">
                  <a:latin typeface="Impact" panose="020B0806030902050204" pitchFamily="34" charset="0"/>
                </a:rPr>
                <a:t>02</a:t>
              </a:r>
              <a:endParaRPr lang="zh-CN" altLang="en-US" sz="2200" dirty="0">
                <a:latin typeface="Impact" panose="020B0806030902050204" pitchFamily="34" charset="0"/>
              </a:endParaRPr>
            </a:p>
          </p:txBody>
        </p:sp>
        <p:sp>
          <p:nvSpPr>
            <p:cNvPr id="3" name="文本框 2">
              <a:extLst>
                <a:ext uri="{FF2B5EF4-FFF2-40B4-BE49-F238E27FC236}">
                  <a16:creationId xmlns:a16="http://schemas.microsoft.com/office/drawing/2014/main" id="{4D6BD736-A4D3-4F26-AFED-36E11F50F70B}"/>
                </a:ext>
              </a:extLst>
            </p:cNvPr>
            <p:cNvSpPr txBox="1"/>
            <p:nvPr/>
          </p:nvSpPr>
          <p:spPr>
            <a:xfrm>
              <a:off x="1119235" y="898245"/>
              <a:ext cx="5497226" cy="400110"/>
            </a:xfrm>
            <a:prstGeom prst="rect">
              <a:avLst/>
            </a:prstGeom>
            <a:noFill/>
          </p:spPr>
          <p:txBody>
            <a:bodyPr wrap="square" rtlCol="0">
              <a:spAutoFit/>
            </a:bodyPr>
            <a:lstStyle/>
            <a:p>
              <a:r>
                <a:rPr lang="en-US" altLang="zh-CN" sz="2000" b="1" dirty="0"/>
                <a:t>MAC</a:t>
              </a:r>
              <a:r>
                <a:rPr lang="zh-CN" altLang="en-US" sz="2000" b="1" dirty="0"/>
                <a:t>地址</a:t>
              </a:r>
            </a:p>
          </p:txBody>
        </p:sp>
      </p:grpSp>
      <p:cxnSp>
        <p:nvCxnSpPr>
          <p:cNvPr id="21" name="直接连接符 20">
            <a:extLst>
              <a:ext uri="{FF2B5EF4-FFF2-40B4-BE49-F238E27FC236}">
                <a16:creationId xmlns:a16="http://schemas.microsoft.com/office/drawing/2014/main" id="{D140A53E-F79C-45A8-BC96-67C7878F0FA3}"/>
              </a:ext>
            </a:extLst>
          </p:cNvPr>
          <p:cNvCxnSpPr/>
          <p:nvPr/>
        </p:nvCxnSpPr>
        <p:spPr>
          <a:xfrm flipV="1">
            <a:off x="2605907" y="3607828"/>
            <a:ext cx="0" cy="812800"/>
          </a:xfrm>
          <a:prstGeom prst="line">
            <a:avLst/>
          </a:prstGeom>
          <a:ln w="152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3" name="直接连接符 22">
            <a:extLst>
              <a:ext uri="{FF2B5EF4-FFF2-40B4-BE49-F238E27FC236}">
                <a16:creationId xmlns:a16="http://schemas.microsoft.com/office/drawing/2014/main" id="{07000380-610D-4E4F-AF1F-2285F70C4580}"/>
              </a:ext>
            </a:extLst>
          </p:cNvPr>
          <p:cNvCxnSpPr/>
          <p:nvPr/>
        </p:nvCxnSpPr>
        <p:spPr>
          <a:xfrm flipV="1">
            <a:off x="5022820" y="3607828"/>
            <a:ext cx="0" cy="812800"/>
          </a:xfrm>
          <a:prstGeom prst="line">
            <a:avLst/>
          </a:prstGeom>
          <a:ln w="152400">
            <a:solidFill>
              <a:schemeClr val="tx1"/>
            </a:solidFill>
            <a:tailEnd w="med" len="lg"/>
          </a:ln>
        </p:spPr>
        <p:style>
          <a:lnRef idx="1">
            <a:schemeClr val="accent1"/>
          </a:lnRef>
          <a:fillRef idx="0">
            <a:schemeClr val="accent1"/>
          </a:fillRef>
          <a:effectRef idx="0">
            <a:schemeClr val="accent1"/>
          </a:effectRef>
          <a:fontRef idx="minor">
            <a:schemeClr val="tx1"/>
          </a:fontRef>
        </p:style>
      </p:cxnSp>
      <p:cxnSp>
        <p:nvCxnSpPr>
          <p:cNvPr id="25" name="直接连接符 24">
            <a:extLst>
              <a:ext uri="{FF2B5EF4-FFF2-40B4-BE49-F238E27FC236}">
                <a16:creationId xmlns:a16="http://schemas.microsoft.com/office/drawing/2014/main" id="{24EDF21C-94B3-4483-837B-80D7CA8AEB6B}"/>
              </a:ext>
            </a:extLst>
          </p:cNvPr>
          <p:cNvCxnSpPr/>
          <p:nvPr/>
        </p:nvCxnSpPr>
        <p:spPr>
          <a:xfrm flipV="1">
            <a:off x="7498946" y="3607828"/>
            <a:ext cx="0" cy="812800"/>
          </a:xfrm>
          <a:prstGeom prst="line">
            <a:avLst/>
          </a:prstGeom>
          <a:ln w="152400">
            <a:solidFill>
              <a:schemeClr val="tx1"/>
            </a:solidFill>
          </a:ln>
        </p:spPr>
        <p:style>
          <a:lnRef idx="1">
            <a:schemeClr val="accent1"/>
          </a:lnRef>
          <a:fillRef idx="0">
            <a:schemeClr val="accent1"/>
          </a:fillRef>
          <a:effectRef idx="0">
            <a:schemeClr val="accent1"/>
          </a:effectRef>
          <a:fontRef idx="minor">
            <a:schemeClr val="tx1"/>
          </a:fontRef>
        </p:style>
      </p:cxnSp>
      <p:grpSp>
        <p:nvGrpSpPr>
          <p:cNvPr id="42" name="组合 41">
            <a:extLst>
              <a:ext uri="{FF2B5EF4-FFF2-40B4-BE49-F238E27FC236}">
                <a16:creationId xmlns:a16="http://schemas.microsoft.com/office/drawing/2014/main" id="{1CC224D6-12E1-44D7-A886-4B677003A990}"/>
              </a:ext>
            </a:extLst>
          </p:cNvPr>
          <p:cNvGrpSpPr/>
          <p:nvPr/>
        </p:nvGrpSpPr>
        <p:grpSpPr>
          <a:xfrm>
            <a:off x="2018761" y="3467355"/>
            <a:ext cx="8489187" cy="225524"/>
            <a:chOff x="1920089" y="3629914"/>
            <a:chExt cx="8489187" cy="225524"/>
          </a:xfrm>
        </p:grpSpPr>
        <p:cxnSp>
          <p:nvCxnSpPr>
            <p:cNvPr id="20" name="直接连接符 19">
              <a:extLst>
                <a:ext uri="{FF2B5EF4-FFF2-40B4-BE49-F238E27FC236}">
                  <a16:creationId xmlns:a16="http://schemas.microsoft.com/office/drawing/2014/main" id="{B1BB9209-60AB-481D-9583-A468BBA20152}"/>
                </a:ext>
              </a:extLst>
            </p:cNvPr>
            <p:cNvCxnSpPr>
              <a:cxnSpLocks/>
              <a:endCxn id="28" idx="3"/>
            </p:cNvCxnSpPr>
            <p:nvPr/>
          </p:nvCxnSpPr>
          <p:spPr>
            <a:xfrm>
              <a:off x="2051721" y="3742676"/>
              <a:ext cx="8357555" cy="0"/>
            </a:xfrm>
            <a:prstGeom prst="line">
              <a:avLst/>
            </a:prstGeom>
            <a:ln w="152400">
              <a:solidFill>
                <a:schemeClr val="tx1"/>
              </a:solidFill>
            </a:ln>
          </p:spPr>
          <p:style>
            <a:lnRef idx="1">
              <a:schemeClr val="accent1"/>
            </a:lnRef>
            <a:fillRef idx="0">
              <a:schemeClr val="accent1"/>
            </a:fillRef>
            <a:effectRef idx="0">
              <a:schemeClr val="accent1"/>
            </a:effectRef>
            <a:fontRef idx="minor">
              <a:schemeClr val="tx1"/>
            </a:fontRef>
          </p:style>
        </p:cxnSp>
        <p:sp>
          <p:nvSpPr>
            <p:cNvPr id="27" name="矩形 26">
              <a:extLst>
                <a:ext uri="{FF2B5EF4-FFF2-40B4-BE49-F238E27FC236}">
                  <a16:creationId xmlns:a16="http://schemas.microsoft.com/office/drawing/2014/main" id="{3088066B-37B0-4753-B025-A9C4A9DBE759}"/>
                </a:ext>
              </a:extLst>
            </p:cNvPr>
            <p:cNvSpPr/>
            <p:nvPr/>
          </p:nvSpPr>
          <p:spPr>
            <a:xfrm>
              <a:off x="1920089" y="3629914"/>
              <a:ext cx="225524" cy="225524"/>
            </a:xfrm>
            <a:prstGeom prst="rect">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28" name="矩形 27">
              <a:extLst>
                <a:ext uri="{FF2B5EF4-FFF2-40B4-BE49-F238E27FC236}">
                  <a16:creationId xmlns:a16="http://schemas.microsoft.com/office/drawing/2014/main" id="{592837BA-D312-4B02-9754-A33B4D43ECD9}"/>
                </a:ext>
              </a:extLst>
            </p:cNvPr>
            <p:cNvSpPr/>
            <p:nvPr/>
          </p:nvSpPr>
          <p:spPr>
            <a:xfrm>
              <a:off x="10183752" y="3629914"/>
              <a:ext cx="225524" cy="225524"/>
            </a:xfrm>
            <a:prstGeom prst="rect">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grpSp>
      <p:sp>
        <p:nvSpPr>
          <p:cNvPr id="19" name="íşlïḍè">
            <a:extLst>
              <a:ext uri="{FF2B5EF4-FFF2-40B4-BE49-F238E27FC236}">
                <a16:creationId xmlns:a16="http://schemas.microsoft.com/office/drawing/2014/main" id="{D82D0EE9-BCE7-4FB3-B3CF-414981DECE6F}"/>
              </a:ext>
            </a:extLst>
          </p:cNvPr>
          <p:cNvSpPr txBox="1"/>
          <p:nvPr/>
        </p:nvSpPr>
        <p:spPr>
          <a:xfrm>
            <a:off x="5414767" y="4856117"/>
            <a:ext cx="1362463" cy="463199"/>
          </a:xfrm>
          <a:prstGeom prst="rect">
            <a:avLst/>
          </a:prstGeom>
          <a:noFill/>
        </p:spPr>
        <p:txBody>
          <a:bodyPr wrap="square" lIns="91440" tIns="45720" rIns="91440" bIns="45720" anchor="ctr">
            <a:noAutofit/>
          </a:bodyPr>
          <a:lstStyle/>
          <a:p>
            <a:pPr algn="ctr"/>
            <a:r>
              <a:rPr lang="zh-CN" altLang="en-US" b="1" dirty="0">
                <a:latin typeface="Arial Narrow" panose="020B0606020202030204" pitchFamily="34" charset="0"/>
              </a:rPr>
              <a:t>广播信道</a:t>
            </a:r>
          </a:p>
        </p:txBody>
      </p:sp>
      <p:cxnSp>
        <p:nvCxnSpPr>
          <p:cNvPr id="41" name="直接连接符 40">
            <a:extLst>
              <a:ext uri="{FF2B5EF4-FFF2-40B4-BE49-F238E27FC236}">
                <a16:creationId xmlns:a16="http://schemas.microsoft.com/office/drawing/2014/main" id="{3E3D9334-DC5E-41BA-9E7D-EB77BC46305D}"/>
              </a:ext>
            </a:extLst>
          </p:cNvPr>
          <p:cNvCxnSpPr/>
          <p:nvPr/>
        </p:nvCxnSpPr>
        <p:spPr>
          <a:xfrm flipV="1">
            <a:off x="9966946" y="3601838"/>
            <a:ext cx="0" cy="812800"/>
          </a:xfrm>
          <a:prstGeom prst="line">
            <a:avLst/>
          </a:prstGeom>
          <a:ln w="152400">
            <a:solidFill>
              <a:schemeClr val="tx1"/>
            </a:solidFill>
          </a:ln>
        </p:spPr>
        <p:style>
          <a:lnRef idx="1">
            <a:schemeClr val="accent1"/>
          </a:lnRef>
          <a:fillRef idx="0">
            <a:schemeClr val="accent1"/>
          </a:fillRef>
          <a:effectRef idx="0">
            <a:schemeClr val="accent1"/>
          </a:effectRef>
          <a:fontRef idx="minor">
            <a:schemeClr val="tx1"/>
          </a:fontRef>
        </p:style>
      </p:cxnSp>
      <p:pic>
        <p:nvPicPr>
          <p:cNvPr id="22" name="图形 21">
            <a:extLst>
              <a:ext uri="{FF2B5EF4-FFF2-40B4-BE49-F238E27FC236}">
                <a16:creationId xmlns:a16="http://schemas.microsoft.com/office/drawing/2014/main" id="{147196D6-EE10-4D07-BD48-FF4D4C22EAEE}"/>
              </a:ext>
            </a:extLst>
          </p:cNvPr>
          <p:cNvPicPr>
            <a:picLocks noChangeAspect="1"/>
          </p:cNvPicPr>
          <p:nvPr/>
        </p:nvPicPr>
        <p:blipFill>
          <a:blip r:embed="rId3">
            <a:extLst>
              <a:ext uri="{28A0092B-C50C-407E-A947-70E740481C1C}">
                <a14:useLocalDpi xmlns:a14="http://schemas.microsoft.com/office/drawing/2010/main" val="0"/>
              </a:ext>
              <a:ext uri="{96DAC541-7B7A-43D3-8B79-37D633B846F1}">
                <asvg:svgBlip xmlns:asvg="http://schemas.microsoft.com/office/drawing/2016/SVG/main" r:embed="rId4"/>
              </a:ext>
            </a:extLst>
          </a:blip>
          <a:stretch>
            <a:fillRect/>
          </a:stretch>
        </p:blipFill>
        <p:spPr>
          <a:xfrm>
            <a:off x="2064813" y="4215035"/>
            <a:ext cx="662814" cy="641082"/>
          </a:xfrm>
          <a:prstGeom prst="rect">
            <a:avLst/>
          </a:prstGeom>
        </p:spPr>
      </p:pic>
      <p:pic>
        <p:nvPicPr>
          <p:cNvPr id="26" name="图形 25">
            <a:extLst>
              <a:ext uri="{FF2B5EF4-FFF2-40B4-BE49-F238E27FC236}">
                <a16:creationId xmlns:a16="http://schemas.microsoft.com/office/drawing/2014/main" id="{4DE01D43-511C-4B9A-9214-7B6BCE67BAF8}"/>
              </a:ext>
            </a:extLst>
          </p:cNvPr>
          <p:cNvPicPr>
            <a:picLocks noChangeAspect="1"/>
          </p:cNvPicPr>
          <p:nvPr/>
        </p:nvPicPr>
        <p:blipFill>
          <a:blip r:embed="rId3">
            <a:extLst>
              <a:ext uri="{28A0092B-C50C-407E-A947-70E740481C1C}">
                <a14:useLocalDpi xmlns:a14="http://schemas.microsoft.com/office/drawing/2010/main" val="0"/>
              </a:ext>
              <a:ext uri="{96DAC541-7B7A-43D3-8B79-37D633B846F1}">
                <asvg:svgBlip xmlns:asvg="http://schemas.microsoft.com/office/drawing/2016/SVG/main" r:embed="rId4"/>
              </a:ext>
            </a:extLst>
          </a:blip>
          <a:stretch>
            <a:fillRect/>
          </a:stretch>
        </p:blipFill>
        <p:spPr>
          <a:xfrm>
            <a:off x="9476064" y="4215035"/>
            <a:ext cx="662814" cy="641082"/>
          </a:xfrm>
          <a:prstGeom prst="rect">
            <a:avLst/>
          </a:prstGeom>
        </p:spPr>
      </p:pic>
      <p:pic>
        <p:nvPicPr>
          <p:cNvPr id="39" name="图形 38">
            <a:extLst>
              <a:ext uri="{FF2B5EF4-FFF2-40B4-BE49-F238E27FC236}">
                <a16:creationId xmlns:a16="http://schemas.microsoft.com/office/drawing/2014/main" id="{8BEDA2E6-C612-4550-90B3-45F9C9E9EBF3}"/>
              </a:ext>
            </a:extLst>
          </p:cNvPr>
          <p:cNvPicPr>
            <a:picLocks noChangeAspect="1"/>
          </p:cNvPicPr>
          <p:nvPr/>
        </p:nvPicPr>
        <p:blipFill>
          <a:blip r:embed="rId3">
            <a:extLst>
              <a:ext uri="{28A0092B-C50C-407E-A947-70E740481C1C}">
                <a14:useLocalDpi xmlns:a14="http://schemas.microsoft.com/office/drawing/2010/main" val="0"/>
              </a:ext>
              <a:ext uri="{96DAC541-7B7A-43D3-8B79-37D633B846F1}">
                <asvg:svgBlip xmlns:asvg="http://schemas.microsoft.com/office/drawing/2016/SVG/main" r:embed="rId4"/>
              </a:ext>
            </a:extLst>
          </a:blip>
          <a:stretch>
            <a:fillRect/>
          </a:stretch>
        </p:blipFill>
        <p:spPr>
          <a:xfrm>
            <a:off x="7005647" y="4215035"/>
            <a:ext cx="662814" cy="641082"/>
          </a:xfrm>
          <a:prstGeom prst="rect">
            <a:avLst/>
          </a:prstGeom>
        </p:spPr>
      </p:pic>
      <p:grpSp>
        <p:nvGrpSpPr>
          <p:cNvPr id="54" name="组合 53">
            <a:extLst>
              <a:ext uri="{FF2B5EF4-FFF2-40B4-BE49-F238E27FC236}">
                <a16:creationId xmlns:a16="http://schemas.microsoft.com/office/drawing/2014/main" id="{6D7C2406-A689-4157-8460-50480BA3E90B}"/>
              </a:ext>
            </a:extLst>
          </p:cNvPr>
          <p:cNvGrpSpPr/>
          <p:nvPr/>
        </p:nvGrpSpPr>
        <p:grpSpPr>
          <a:xfrm>
            <a:off x="5323845" y="4280951"/>
            <a:ext cx="1544306" cy="336539"/>
            <a:chOff x="5323845" y="4280951"/>
            <a:chExt cx="1544306" cy="336539"/>
          </a:xfrm>
        </p:grpSpPr>
        <p:cxnSp>
          <p:nvCxnSpPr>
            <p:cNvPr id="46" name="直接箭头连接符 45">
              <a:extLst>
                <a:ext uri="{FF2B5EF4-FFF2-40B4-BE49-F238E27FC236}">
                  <a16:creationId xmlns:a16="http://schemas.microsoft.com/office/drawing/2014/main" id="{A2C65660-B138-472D-9596-AEEA8D8ADF9A}"/>
                </a:ext>
              </a:extLst>
            </p:cNvPr>
            <p:cNvCxnSpPr>
              <a:cxnSpLocks/>
            </p:cNvCxnSpPr>
            <p:nvPr/>
          </p:nvCxnSpPr>
          <p:spPr>
            <a:xfrm>
              <a:off x="5323845" y="4617490"/>
              <a:ext cx="1544306" cy="0"/>
            </a:xfrm>
            <a:prstGeom prst="straightConnector1">
              <a:avLst/>
            </a:prstGeom>
            <a:ln w="38100">
              <a:solidFill>
                <a:schemeClr val="tx1"/>
              </a:solidFill>
              <a:prstDash val="dash"/>
              <a:tailEnd type="triangle"/>
            </a:ln>
          </p:spPr>
          <p:style>
            <a:lnRef idx="1">
              <a:schemeClr val="accent1"/>
            </a:lnRef>
            <a:fillRef idx="0">
              <a:schemeClr val="accent1"/>
            </a:fillRef>
            <a:effectRef idx="0">
              <a:schemeClr val="accent1"/>
            </a:effectRef>
            <a:fontRef idx="minor">
              <a:schemeClr val="tx1"/>
            </a:fontRef>
          </p:style>
        </p:cxnSp>
        <p:sp>
          <p:nvSpPr>
            <p:cNvPr id="53" name="íşlïḍè">
              <a:extLst>
                <a:ext uri="{FF2B5EF4-FFF2-40B4-BE49-F238E27FC236}">
                  <a16:creationId xmlns:a16="http://schemas.microsoft.com/office/drawing/2014/main" id="{6BD8BC68-1B75-4FB6-9911-70ED85C3BF11}"/>
                </a:ext>
              </a:extLst>
            </p:cNvPr>
            <p:cNvSpPr txBox="1"/>
            <p:nvPr/>
          </p:nvSpPr>
          <p:spPr>
            <a:xfrm>
              <a:off x="5632036" y="4280951"/>
              <a:ext cx="927924" cy="267374"/>
            </a:xfrm>
            <a:prstGeom prst="rect">
              <a:avLst/>
            </a:prstGeom>
            <a:noFill/>
          </p:spPr>
          <p:txBody>
            <a:bodyPr wrap="square" lIns="91440" tIns="45720" rIns="91440" bIns="45720" anchor="ctr">
              <a:noAutofit/>
            </a:bodyPr>
            <a:lstStyle/>
            <a:p>
              <a:pPr algn="ctr"/>
              <a:r>
                <a:rPr lang="zh-CN" altLang="en-US" b="1" dirty="0">
                  <a:latin typeface="Arial Narrow" panose="020B0606020202030204" pitchFamily="34" charset="0"/>
                </a:rPr>
                <a:t>发送帧</a:t>
              </a:r>
            </a:p>
          </p:txBody>
        </p:sp>
      </p:grpSp>
      <p:cxnSp>
        <p:nvCxnSpPr>
          <p:cNvPr id="56" name="直接箭头连接符 55">
            <a:extLst>
              <a:ext uri="{FF2B5EF4-FFF2-40B4-BE49-F238E27FC236}">
                <a16:creationId xmlns:a16="http://schemas.microsoft.com/office/drawing/2014/main" id="{7A19B750-7983-40E8-87EB-2DE084E2424A}"/>
              </a:ext>
            </a:extLst>
          </p:cNvPr>
          <p:cNvCxnSpPr/>
          <p:nvPr/>
        </p:nvCxnSpPr>
        <p:spPr>
          <a:xfrm flipV="1">
            <a:off x="5022820" y="3601838"/>
            <a:ext cx="0" cy="773654"/>
          </a:xfrm>
          <a:prstGeom prst="straightConnector1">
            <a:avLst/>
          </a:prstGeom>
          <a:ln w="50800" cap="rnd">
            <a:solidFill>
              <a:schemeClr val="accent6"/>
            </a:solidFill>
            <a:round/>
            <a:tailEnd type="triangle" w="med" len="med"/>
          </a:ln>
        </p:spPr>
        <p:style>
          <a:lnRef idx="1">
            <a:schemeClr val="accent1"/>
          </a:lnRef>
          <a:fillRef idx="0">
            <a:schemeClr val="accent1"/>
          </a:fillRef>
          <a:effectRef idx="0">
            <a:schemeClr val="accent1"/>
          </a:effectRef>
          <a:fontRef idx="minor">
            <a:schemeClr val="tx1"/>
          </a:fontRef>
        </p:style>
      </p:cxnSp>
      <p:pic>
        <p:nvPicPr>
          <p:cNvPr id="24" name="图形 23">
            <a:extLst>
              <a:ext uri="{FF2B5EF4-FFF2-40B4-BE49-F238E27FC236}">
                <a16:creationId xmlns:a16="http://schemas.microsoft.com/office/drawing/2014/main" id="{EAB63B73-1AF4-4A38-8986-514E9F3CD325}"/>
              </a:ext>
            </a:extLst>
          </p:cNvPr>
          <p:cNvPicPr>
            <a:picLocks noChangeAspect="1"/>
          </p:cNvPicPr>
          <p:nvPr/>
        </p:nvPicPr>
        <p:blipFill>
          <a:blip r:embed="rId3">
            <a:extLst>
              <a:ext uri="{28A0092B-C50C-407E-A947-70E740481C1C}">
                <a14:useLocalDpi xmlns:a14="http://schemas.microsoft.com/office/drawing/2010/main" val="0"/>
              </a:ext>
              <a:ext uri="{96DAC541-7B7A-43D3-8B79-37D633B846F1}">
                <asvg:svgBlip xmlns:asvg="http://schemas.microsoft.com/office/drawing/2016/SVG/main" r:embed="rId4"/>
              </a:ext>
            </a:extLst>
          </a:blip>
          <a:stretch>
            <a:fillRect/>
          </a:stretch>
        </p:blipFill>
        <p:spPr>
          <a:xfrm>
            <a:off x="4535230" y="4215035"/>
            <a:ext cx="662814" cy="641082"/>
          </a:xfrm>
          <a:prstGeom prst="rect">
            <a:avLst/>
          </a:prstGeom>
        </p:spPr>
      </p:pic>
      <p:cxnSp>
        <p:nvCxnSpPr>
          <p:cNvPr id="6" name="直接箭头连接符 5">
            <a:extLst>
              <a:ext uri="{FF2B5EF4-FFF2-40B4-BE49-F238E27FC236}">
                <a16:creationId xmlns:a16="http://schemas.microsoft.com/office/drawing/2014/main" id="{EBFA96C8-6C8B-45DF-945E-616889A43BB7}"/>
              </a:ext>
            </a:extLst>
          </p:cNvPr>
          <p:cNvCxnSpPr>
            <a:cxnSpLocks/>
          </p:cNvCxnSpPr>
          <p:nvPr/>
        </p:nvCxnSpPr>
        <p:spPr>
          <a:xfrm>
            <a:off x="5022820" y="3581519"/>
            <a:ext cx="5317762" cy="0"/>
          </a:xfrm>
          <a:prstGeom prst="straightConnector1">
            <a:avLst/>
          </a:prstGeom>
          <a:ln w="50800" cap="rnd">
            <a:solidFill>
              <a:schemeClr val="accent6"/>
            </a:solidFill>
            <a:round/>
            <a:tailEnd type="triangle" w="med" len="med"/>
          </a:ln>
        </p:spPr>
        <p:style>
          <a:lnRef idx="1">
            <a:schemeClr val="accent1"/>
          </a:lnRef>
          <a:fillRef idx="0">
            <a:schemeClr val="accent1"/>
          </a:fillRef>
          <a:effectRef idx="0">
            <a:schemeClr val="accent1"/>
          </a:effectRef>
          <a:fontRef idx="minor">
            <a:schemeClr val="tx1"/>
          </a:fontRef>
        </p:style>
      </p:cxnSp>
      <p:cxnSp>
        <p:nvCxnSpPr>
          <p:cNvPr id="9" name="直接箭头连接符 8">
            <a:extLst>
              <a:ext uri="{FF2B5EF4-FFF2-40B4-BE49-F238E27FC236}">
                <a16:creationId xmlns:a16="http://schemas.microsoft.com/office/drawing/2014/main" id="{912436A7-C909-4451-8C15-E76FC00614A4}"/>
              </a:ext>
            </a:extLst>
          </p:cNvPr>
          <p:cNvCxnSpPr>
            <a:cxnSpLocks/>
          </p:cNvCxnSpPr>
          <p:nvPr/>
        </p:nvCxnSpPr>
        <p:spPr>
          <a:xfrm flipH="1">
            <a:off x="2244285" y="3581519"/>
            <a:ext cx="2811810" cy="0"/>
          </a:xfrm>
          <a:prstGeom prst="straightConnector1">
            <a:avLst/>
          </a:prstGeom>
          <a:ln w="50800" cap="rnd">
            <a:solidFill>
              <a:schemeClr val="accent6"/>
            </a:solidFill>
            <a:round/>
            <a:tailEnd type="triangle" w="med" len="med"/>
          </a:ln>
        </p:spPr>
        <p:style>
          <a:lnRef idx="1">
            <a:schemeClr val="accent1"/>
          </a:lnRef>
          <a:fillRef idx="0">
            <a:schemeClr val="accent1"/>
          </a:fillRef>
          <a:effectRef idx="0">
            <a:schemeClr val="accent1"/>
          </a:effectRef>
          <a:fontRef idx="minor">
            <a:schemeClr val="tx1"/>
          </a:fontRef>
        </p:style>
      </p:cxnSp>
      <p:cxnSp>
        <p:nvCxnSpPr>
          <p:cNvPr id="13" name="直接箭头连接符 12">
            <a:extLst>
              <a:ext uri="{FF2B5EF4-FFF2-40B4-BE49-F238E27FC236}">
                <a16:creationId xmlns:a16="http://schemas.microsoft.com/office/drawing/2014/main" id="{3DE60C78-519F-4DEB-A6E8-C799BC53FD56}"/>
              </a:ext>
            </a:extLst>
          </p:cNvPr>
          <p:cNvCxnSpPr>
            <a:cxnSpLocks/>
          </p:cNvCxnSpPr>
          <p:nvPr/>
        </p:nvCxnSpPr>
        <p:spPr>
          <a:xfrm>
            <a:off x="9966946" y="3595065"/>
            <a:ext cx="0" cy="700834"/>
          </a:xfrm>
          <a:prstGeom prst="straightConnector1">
            <a:avLst/>
          </a:prstGeom>
          <a:ln w="50800" cap="rnd">
            <a:solidFill>
              <a:schemeClr val="accent6"/>
            </a:solidFill>
            <a:round/>
            <a:tailEnd type="triangle" w="med" len="med"/>
          </a:ln>
        </p:spPr>
        <p:style>
          <a:lnRef idx="1">
            <a:schemeClr val="accent1"/>
          </a:lnRef>
          <a:fillRef idx="0">
            <a:schemeClr val="accent1"/>
          </a:fillRef>
          <a:effectRef idx="0">
            <a:schemeClr val="accent1"/>
          </a:effectRef>
          <a:fontRef idx="minor">
            <a:schemeClr val="tx1"/>
          </a:fontRef>
        </p:style>
      </p:cxnSp>
      <p:cxnSp>
        <p:nvCxnSpPr>
          <p:cNvPr id="40" name="直接箭头连接符 39">
            <a:extLst>
              <a:ext uri="{FF2B5EF4-FFF2-40B4-BE49-F238E27FC236}">
                <a16:creationId xmlns:a16="http://schemas.microsoft.com/office/drawing/2014/main" id="{E03E18E1-6C9B-441A-B4DE-55425EC415AB}"/>
              </a:ext>
            </a:extLst>
          </p:cNvPr>
          <p:cNvCxnSpPr>
            <a:cxnSpLocks/>
          </p:cNvCxnSpPr>
          <p:nvPr/>
        </p:nvCxnSpPr>
        <p:spPr>
          <a:xfrm>
            <a:off x="7498946" y="3601838"/>
            <a:ext cx="0" cy="700834"/>
          </a:xfrm>
          <a:prstGeom prst="straightConnector1">
            <a:avLst/>
          </a:prstGeom>
          <a:ln w="50800" cap="rnd">
            <a:solidFill>
              <a:schemeClr val="accent6"/>
            </a:solidFill>
            <a:round/>
            <a:tailEnd type="triangle" w="med" len="med"/>
          </a:ln>
        </p:spPr>
        <p:style>
          <a:lnRef idx="1">
            <a:schemeClr val="accent1"/>
          </a:lnRef>
          <a:fillRef idx="0">
            <a:schemeClr val="accent1"/>
          </a:fillRef>
          <a:effectRef idx="0">
            <a:schemeClr val="accent1"/>
          </a:effectRef>
          <a:fontRef idx="minor">
            <a:schemeClr val="tx1"/>
          </a:fontRef>
        </p:style>
      </p:cxnSp>
      <p:cxnSp>
        <p:nvCxnSpPr>
          <p:cNvPr id="45" name="直接箭头连接符 44">
            <a:extLst>
              <a:ext uri="{FF2B5EF4-FFF2-40B4-BE49-F238E27FC236}">
                <a16:creationId xmlns:a16="http://schemas.microsoft.com/office/drawing/2014/main" id="{F1FD2EF4-08F0-40A1-832A-5D493BCCE8B1}"/>
              </a:ext>
            </a:extLst>
          </p:cNvPr>
          <p:cNvCxnSpPr>
            <a:cxnSpLocks/>
          </p:cNvCxnSpPr>
          <p:nvPr/>
        </p:nvCxnSpPr>
        <p:spPr>
          <a:xfrm>
            <a:off x="2610160" y="3601838"/>
            <a:ext cx="0" cy="700834"/>
          </a:xfrm>
          <a:prstGeom prst="straightConnector1">
            <a:avLst/>
          </a:prstGeom>
          <a:ln w="50800" cap="rnd">
            <a:solidFill>
              <a:schemeClr val="accent6"/>
            </a:solidFill>
            <a:round/>
            <a:tailEnd type="triangle" w="med" len="med"/>
          </a:ln>
        </p:spPr>
        <p:style>
          <a:lnRef idx="1">
            <a:schemeClr val="accent1"/>
          </a:lnRef>
          <a:fillRef idx="0">
            <a:schemeClr val="accent1"/>
          </a:fillRef>
          <a:effectRef idx="0">
            <a:schemeClr val="accent1"/>
          </a:effectRef>
          <a:fontRef idx="minor">
            <a:schemeClr val="tx1"/>
          </a:fontRef>
        </p:style>
      </p:cxnSp>
      <p:sp>
        <p:nvSpPr>
          <p:cNvPr id="47" name="矩形 46">
            <a:extLst>
              <a:ext uri="{FF2B5EF4-FFF2-40B4-BE49-F238E27FC236}">
                <a16:creationId xmlns:a16="http://schemas.microsoft.com/office/drawing/2014/main" id="{B5D2ECE4-12E5-4037-99C6-FECD828BCF2C}"/>
              </a:ext>
            </a:extLst>
          </p:cNvPr>
          <p:cNvSpPr/>
          <p:nvPr/>
        </p:nvSpPr>
        <p:spPr>
          <a:xfrm>
            <a:off x="1056633" y="1335374"/>
            <a:ext cx="256976" cy="256976"/>
          </a:xfrm>
          <a:prstGeom prst="rect">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48" name="íşlïḍè">
            <a:extLst>
              <a:ext uri="{FF2B5EF4-FFF2-40B4-BE49-F238E27FC236}">
                <a16:creationId xmlns:a16="http://schemas.microsoft.com/office/drawing/2014/main" id="{3A8ED235-C46A-40A6-B687-AE21B4C08B05}"/>
              </a:ext>
            </a:extLst>
          </p:cNvPr>
          <p:cNvSpPr txBox="1"/>
          <p:nvPr/>
        </p:nvSpPr>
        <p:spPr>
          <a:xfrm>
            <a:off x="1373861" y="1281053"/>
            <a:ext cx="10276516" cy="567788"/>
          </a:xfrm>
          <a:prstGeom prst="rect">
            <a:avLst/>
          </a:prstGeom>
          <a:noFill/>
        </p:spPr>
        <p:txBody>
          <a:bodyPr wrap="square" lIns="91440" tIns="45720" rIns="91440" bIns="45720" anchor="ctr">
            <a:noAutofit/>
          </a:bodyPr>
          <a:lstStyle/>
          <a:p>
            <a:r>
              <a:rPr lang="zh-CN" altLang="en-US" b="1" dirty="0">
                <a:latin typeface="Arial Narrow" panose="020B0606020202030204" pitchFamily="34" charset="0"/>
              </a:rPr>
              <a:t>当多个主机连接在同一个广播信道上，要想实现两个主机之间的通信，则每个主机都必须有一个</a:t>
            </a:r>
            <a:r>
              <a:rPr lang="zh-CN" altLang="en-US" b="1" dirty="0">
                <a:solidFill>
                  <a:schemeClr val="accent1">
                    <a:lumMod val="75000"/>
                  </a:schemeClr>
                </a:solidFill>
                <a:latin typeface="Arial Narrow" panose="020B0606020202030204" pitchFamily="34" charset="0"/>
              </a:rPr>
              <a:t>唯一</a:t>
            </a:r>
            <a:endParaRPr lang="en-US" altLang="zh-CN" b="1" dirty="0">
              <a:solidFill>
                <a:schemeClr val="accent1">
                  <a:lumMod val="75000"/>
                </a:schemeClr>
              </a:solidFill>
              <a:latin typeface="Arial Narrow" panose="020B0606020202030204" pitchFamily="34" charset="0"/>
            </a:endParaRPr>
          </a:p>
          <a:p>
            <a:r>
              <a:rPr lang="zh-CN" altLang="en-US" b="1" dirty="0">
                <a:solidFill>
                  <a:schemeClr val="accent1">
                    <a:lumMod val="75000"/>
                  </a:schemeClr>
                </a:solidFill>
                <a:latin typeface="Arial Narrow" panose="020B0606020202030204" pitchFamily="34" charset="0"/>
              </a:rPr>
              <a:t>的标识</a:t>
            </a:r>
            <a:r>
              <a:rPr lang="zh-CN" altLang="en-US" b="1" dirty="0">
                <a:latin typeface="Arial Narrow" panose="020B0606020202030204" pitchFamily="34" charset="0"/>
              </a:rPr>
              <a:t>，即一个</a:t>
            </a:r>
            <a:r>
              <a:rPr lang="zh-CN" altLang="en-US" b="1" dirty="0">
                <a:solidFill>
                  <a:schemeClr val="accent1">
                    <a:lumMod val="75000"/>
                  </a:schemeClr>
                </a:solidFill>
                <a:latin typeface="Arial Narrow" panose="020B0606020202030204" pitchFamily="34" charset="0"/>
              </a:rPr>
              <a:t>数据链路层地址</a:t>
            </a:r>
            <a:r>
              <a:rPr lang="zh-CN" altLang="en-US" b="1" dirty="0">
                <a:latin typeface="Arial Narrow" panose="020B0606020202030204" pitchFamily="34" charset="0"/>
              </a:rPr>
              <a:t>。</a:t>
            </a:r>
          </a:p>
        </p:txBody>
      </p:sp>
      <p:sp>
        <p:nvSpPr>
          <p:cNvPr id="38" name="矩形 37">
            <a:extLst>
              <a:ext uri="{FF2B5EF4-FFF2-40B4-BE49-F238E27FC236}">
                <a16:creationId xmlns:a16="http://schemas.microsoft.com/office/drawing/2014/main" id="{3F8BB29A-850B-4F3D-8F5C-FCAEDD32EEBD}"/>
              </a:ext>
            </a:extLst>
          </p:cNvPr>
          <p:cNvSpPr/>
          <p:nvPr/>
        </p:nvSpPr>
        <p:spPr>
          <a:xfrm>
            <a:off x="1056633" y="2085766"/>
            <a:ext cx="256976" cy="256976"/>
          </a:xfrm>
          <a:prstGeom prst="rect">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43" name="íşlïḍè">
            <a:extLst>
              <a:ext uri="{FF2B5EF4-FFF2-40B4-BE49-F238E27FC236}">
                <a16:creationId xmlns:a16="http://schemas.microsoft.com/office/drawing/2014/main" id="{0F1E4A39-A7FF-4D5D-82C5-EC7AAE6D762B}"/>
              </a:ext>
            </a:extLst>
          </p:cNvPr>
          <p:cNvSpPr txBox="1"/>
          <p:nvPr/>
        </p:nvSpPr>
        <p:spPr>
          <a:xfrm>
            <a:off x="1373861" y="2031444"/>
            <a:ext cx="10276516" cy="685515"/>
          </a:xfrm>
          <a:prstGeom prst="rect">
            <a:avLst/>
          </a:prstGeom>
          <a:noFill/>
        </p:spPr>
        <p:txBody>
          <a:bodyPr wrap="square" lIns="91440" tIns="45720" rIns="91440" bIns="45720" anchor="ctr">
            <a:noAutofit/>
          </a:bodyPr>
          <a:lstStyle/>
          <a:p>
            <a:r>
              <a:rPr lang="zh-CN" altLang="en-US" b="1" dirty="0">
                <a:latin typeface="Arial Narrow" panose="020B0606020202030204" pitchFamily="34" charset="0"/>
              </a:rPr>
              <a:t>在每个主机发送的</a:t>
            </a:r>
            <a:r>
              <a:rPr lang="zh-CN" altLang="en-US" b="1" dirty="0">
                <a:solidFill>
                  <a:schemeClr val="accent1">
                    <a:lumMod val="75000"/>
                  </a:schemeClr>
                </a:solidFill>
                <a:latin typeface="Arial Narrow" panose="020B0606020202030204" pitchFamily="34" charset="0"/>
              </a:rPr>
              <a:t>帧的首部</a:t>
            </a:r>
            <a:r>
              <a:rPr lang="zh-CN" altLang="en-US" b="1" dirty="0">
                <a:latin typeface="Arial Narrow" panose="020B0606020202030204" pitchFamily="34" charset="0"/>
              </a:rPr>
              <a:t>中，都</a:t>
            </a:r>
            <a:r>
              <a:rPr lang="zh-CN" altLang="en-US" b="1" dirty="0">
                <a:solidFill>
                  <a:schemeClr val="accent1">
                    <a:lumMod val="75000"/>
                  </a:schemeClr>
                </a:solidFill>
                <a:latin typeface="Arial Narrow" panose="020B0606020202030204" pitchFamily="34" charset="0"/>
              </a:rPr>
              <a:t>携带</a:t>
            </a:r>
            <a:r>
              <a:rPr lang="zh-CN" altLang="en-US" b="1" dirty="0">
                <a:latin typeface="Arial Narrow" panose="020B0606020202030204" pitchFamily="34" charset="0"/>
              </a:rPr>
              <a:t>有发送主机（源主机）和接收主机（目的主机）的</a:t>
            </a:r>
            <a:r>
              <a:rPr lang="zh-CN" altLang="en-US" b="1" dirty="0">
                <a:solidFill>
                  <a:schemeClr val="accent1">
                    <a:lumMod val="75000"/>
                  </a:schemeClr>
                </a:solidFill>
                <a:latin typeface="Arial Narrow" panose="020B0606020202030204" pitchFamily="34" charset="0"/>
              </a:rPr>
              <a:t>数据链路层地址</a:t>
            </a:r>
            <a:r>
              <a:rPr lang="zh-CN" altLang="en-US" b="1" dirty="0">
                <a:latin typeface="Arial Narrow" panose="020B0606020202030204" pitchFamily="34" charset="0"/>
              </a:rPr>
              <a:t>。由于这类地址是用于</a:t>
            </a:r>
            <a:r>
              <a:rPr lang="zh-CN" altLang="en-US" b="1" dirty="0">
                <a:solidFill>
                  <a:schemeClr val="accent1">
                    <a:lumMod val="75000"/>
                  </a:schemeClr>
                </a:solidFill>
                <a:latin typeface="Arial Narrow" panose="020B0606020202030204" pitchFamily="34" charset="0"/>
              </a:rPr>
              <a:t>媒体接入控制</a:t>
            </a:r>
            <a:r>
              <a:rPr lang="zh-CN" altLang="en-US" b="1" dirty="0">
                <a:latin typeface="Arial Narrow" panose="020B0606020202030204" pitchFamily="34" charset="0"/>
              </a:rPr>
              <a:t>（</a:t>
            </a:r>
            <a:r>
              <a:rPr lang="en-US" altLang="zh-CN" b="1" dirty="0">
                <a:solidFill>
                  <a:schemeClr val="accent1">
                    <a:lumMod val="75000"/>
                  </a:schemeClr>
                </a:solidFill>
                <a:latin typeface="Arial Narrow" panose="020B0606020202030204" pitchFamily="34" charset="0"/>
              </a:rPr>
              <a:t>M</a:t>
            </a:r>
            <a:r>
              <a:rPr lang="en-US" altLang="zh-CN" b="1" dirty="0">
                <a:latin typeface="Arial Narrow" panose="020B0606020202030204" pitchFamily="34" charset="0"/>
              </a:rPr>
              <a:t>edium </a:t>
            </a:r>
            <a:r>
              <a:rPr lang="en-US" altLang="zh-CN" b="1" dirty="0">
                <a:solidFill>
                  <a:schemeClr val="accent1">
                    <a:lumMod val="75000"/>
                  </a:schemeClr>
                </a:solidFill>
                <a:latin typeface="Arial Narrow" panose="020B0606020202030204" pitchFamily="34" charset="0"/>
              </a:rPr>
              <a:t>A</a:t>
            </a:r>
            <a:r>
              <a:rPr lang="en-US" altLang="zh-CN" b="1" dirty="0">
                <a:latin typeface="Arial Narrow" panose="020B0606020202030204" pitchFamily="34" charset="0"/>
              </a:rPr>
              <a:t>ccess </a:t>
            </a:r>
            <a:r>
              <a:rPr lang="en-US" altLang="zh-CN" b="1" dirty="0">
                <a:solidFill>
                  <a:schemeClr val="accent1">
                    <a:lumMod val="75000"/>
                  </a:schemeClr>
                </a:solidFill>
                <a:latin typeface="Arial Narrow" panose="020B0606020202030204" pitchFamily="34" charset="0"/>
              </a:rPr>
              <a:t>C</a:t>
            </a:r>
            <a:r>
              <a:rPr lang="en-US" altLang="zh-CN" b="1" dirty="0">
                <a:latin typeface="Arial Narrow" panose="020B0606020202030204" pitchFamily="34" charset="0"/>
              </a:rPr>
              <a:t>ontrol</a:t>
            </a:r>
            <a:r>
              <a:rPr lang="zh-CN" altLang="en-US" b="1" dirty="0">
                <a:latin typeface="Arial Narrow" panose="020B0606020202030204" pitchFamily="34" charset="0"/>
              </a:rPr>
              <a:t>，</a:t>
            </a:r>
            <a:r>
              <a:rPr lang="en-US" altLang="zh-CN" b="1" dirty="0">
                <a:solidFill>
                  <a:schemeClr val="accent1">
                    <a:lumMod val="75000"/>
                  </a:schemeClr>
                </a:solidFill>
                <a:latin typeface="Arial Narrow" panose="020B0606020202030204" pitchFamily="34" charset="0"/>
              </a:rPr>
              <a:t>MAC</a:t>
            </a:r>
            <a:r>
              <a:rPr lang="zh-CN" altLang="en-US" b="1" dirty="0">
                <a:latin typeface="Arial Narrow" panose="020B0606020202030204" pitchFamily="34" charset="0"/>
              </a:rPr>
              <a:t>）的，因此被称为</a:t>
            </a:r>
            <a:r>
              <a:rPr lang="en-US" altLang="zh-CN" b="1" dirty="0">
                <a:solidFill>
                  <a:schemeClr val="accent1">
                    <a:lumMod val="75000"/>
                  </a:schemeClr>
                </a:solidFill>
                <a:latin typeface="Arial Narrow" panose="020B0606020202030204" pitchFamily="34" charset="0"/>
              </a:rPr>
              <a:t>MAC</a:t>
            </a:r>
            <a:r>
              <a:rPr lang="zh-CN" altLang="en-US" b="1" dirty="0">
                <a:solidFill>
                  <a:schemeClr val="accent1">
                    <a:lumMod val="75000"/>
                  </a:schemeClr>
                </a:solidFill>
                <a:latin typeface="Arial Narrow" panose="020B0606020202030204" pitchFamily="34" charset="0"/>
              </a:rPr>
              <a:t>地址</a:t>
            </a:r>
            <a:r>
              <a:rPr lang="zh-CN" altLang="en-US" b="1" dirty="0">
                <a:latin typeface="Arial Narrow" panose="020B0606020202030204" pitchFamily="34" charset="0"/>
              </a:rPr>
              <a:t>。</a:t>
            </a:r>
          </a:p>
        </p:txBody>
      </p:sp>
      <p:sp>
        <p:nvSpPr>
          <p:cNvPr id="7" name="矩形 6">
            <a:extLst>
              <a:ext uri="{FF2B5EF4-FFF2-40B4-BE49-F238E27FC236}">
                <a16:creationId xmlns:a16="http://schemas.microsoft.com/office/drawing/2014/main" id="{4BC9C696-1ED4-43F1-ADF8-4332E03DDE71}"/>
              </a:ext>
            </a:extLst>
          </p:cNvPr>
          <p:cNvSpPr/>
          <p:nvPr/>
        </p:nvSpPr>
        <p:spPr>
          <a:xfrm>
            <a:off x="5198331" y="3710258"/>
            <a:ext cx="1816475" cy="256976"/>
          </a:xfrm>
          <a:prstGeom prst="rect">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44" name="矩形 43">
            <a:extLst>
              <a:ext uri="{FF2B5EF4-FFF2-40B4-BE49-F238E27FC236}">
                <a16:creationId xmlns:a16="http://schemas.microsoft.com/office/drawing/2014/main" id="{EC803985-58E3-4217-984C-6AE175B288CA}"/>
              </a:ext>
            </a:extLst>
          </p:cNvPr>
          <p:cNvSpPr/>
          <p:nvPr/>
        </p:nvSpPr>
        <p:spPr>
          <a:xfrm>
            <a:off x="5196426" y="3710258"/>
            <a:ext cx="308162" cy="256976"/>
          </a:xfrm>
          <a:prstGeom prst="rect">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CN" b="1" dirty="0">
                <a:solidFill>
                  <a:schemeClr val="tx1"/>
                </a:solidFill>
              </a:rPr>
              <a:t>C</a:t>
            </a:r>
            <a:endParaRPr lang="zh-CN" altLang="en-US" b="1" dirty="0">
              <a:solidFill>
                <a:schemeClr val="tx1"/>
              </a:solidFill>
            </a:endParaRPr>
          </a:p>
        </p:txBody>
      </p:sp>
      <p:sp>
        <p:nvSpPr>
          <p:cNvPr id="55" name="矩形 54">
            <a:extLst>
              <a:ext uri="{FF2B5EF4-FFF2-40B4-BE49-F238E27FC236}">
                <a16:creationId xmlns:a16="http://schemas.microsoft.com/office/drawing/2014/main" id="{05832307-9A91-4F29-A477-BB02FC982459}"/>
              </a:ext>
            </a:extLst>
          </p:cNvPr>
          <p:cNvSpPr/>
          <p:nvPr/>
        </p:nvSpPr>
        <p:spPr>
          <a:xfrm>
            <a:off x="5504588" y="3710258"/>
            <a:ext cx="308162" cy="256976"/>
          </a:xfrm>
          <a:prstGeom prst="rect">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CN" b="1" dirty="0">
                <a:solidFill>
                  <a:schemeClr val="tx1"/>
                </a:solidFill>
              </a:rPr>
              <a:t>B</a:t>
            </a:r>
            <a:endParaRPr lang="zh-CN" altLang="en-US" b="1" dirty="0">
              <a:solidFill>
                <a:schemeClr val="tx1"/>
              </a:solidFill>
            </a:endParaRPr>
          </a:p>
        </p:txBody>
      </p:sp>
      <p:sp>
        <p:nvSpPr>
          <p:cNvPr id="57" name="矩形 56">
            <a:extLst>
              <a:ext uri="{FF2B5EF4-FFF2-40B4-BE49-F238E27FC236}">
                <a16:creationId xmlns:a16="http://schemas.microsoft.com/office/drawing/2014/main" id="{26B7C04B-72F8-45DC-9A12-2F9E7C6EA442}"/>
              </a:ext>
            </a:extLst>
          </p:cNvPr>
          <p:cNvSpPr/>
          <p:nvPr/>
        </p:nvSpPr>
        <p:spPr>
          <a:xfrm>
            <a:off x="2605907" y="4873710"/>
            <a:ext cx="1816475" cy="256976"/>
          </a:xfrm>
          <a:prstGeom prst="rect">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58" name="矩形 57">
            <a:extLst>
              <a:ext uri="{FF2B5EF4-FFF2-40B4-BE49-F238E27FC236}">
                <a16:creationId xmlns:a16="http://schemas.microsoft.com/office/drawing/2014/main" id="{BFAED27C-B448-407A-9F40-78E4603AF41E}"/>
              </a:ext>
            </a:extLst>
          </p:cNvPr>
          <p:cNvSpPr/>
          <p:nvPr/>
        </p:nvSpPr>
        <p:spPr>
          <a:xfrm>
            <a:off x="2604002" y="4873710"/>
            <a:ext cx="308162" cy="256976"/>
          </a:xfrm>
          <a:prstGeom prst="rect">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CN" b="1" dirty="0">
                <a:solidFill>
                  <a:schemeClr val="tx1"/>
                </a:solidFill>
              </a:rPr>
              <a:t>C</a:t>
            </a:r>
            <a:endParaRPr lang="zh-CN" altLang="en-US" b="1" dirty="0">
              <a:solidFill>
                <a:schemeClr val="tx1"/>
              </a:solidFill>
            </a:endParaRPr>
          </a:p>
        </p:txBody>
      </p:sp>
      <p:sp>
        <p:nvSpPr>
          <p:cNvPr id="59" name="矩形 58">
            <a:extLst>
              <a:ext uri="{FF2B5EF4-FFF2-40B4-BE49-F238E27FC236}">
                <a16:creationId xmlns:a16="http://schemas.microsoft.com/office/drawing/2014/main" id="{B22C95BE-39ED-4FB0-9262-85B9D5C21712}"/>
              </a:ext>
            </a:extLst>
          </p:cNvPr>
          <p:cNvSpPr/>
          <p:nvPr/>
        </p:nvSpPr>
        <p:spPr>
          <a:xfrm>
            <a:off x="2912164" y="4873710"/>
            <a:ext cx="308162" cy="256976"/>
          </a:xfrm>
          <a:prstGeom prst="rect">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CN" b="1" dirty="0">
                <a:solidFill>
                  <a:schemeClr val="tx1"/>
                </a:solidFill>
              </a:rPr>
              <a:t>B</a:t>
            </a:r>
            <a:endParaRPr lang="zh-CN" altLang="en-US" b="1" dirty="0">
              <a:solidFill>
                <a:schemeClr val="tx1"/>
              </a:solidFill>
            </a:endParaRPr>
          </a:p>
        </p:txBody>
      </p:sp>
      <p:sp>
        <p:nvSpPr>
          <p:cNvPr id="60" name="矩形 59">
            <a:extLst>
              <a:ext uri="{FF2B5EF4-FFF2-40B4-BE49-F238E27FC236}">
                <a16:creationId xmlns:a16="http://schemas.microsoft.com/office/drawing/2014/main" id="{AC76055D-CCDE-47DD-A889-24F278C820CE}"/>
              </a:ext>
            </a:extLst>
          </p:cNvPr>
          <p:cNvSpPr/>
          <p:nvPr/>
        </p:nvSpPr>
        <p:spPr>
          <a:xfrm>
            <a:off x="7626076" y="4873710"/>
            <a:ext cx="1816475" cy="256976"/>
          </a:xfrm>
          <a:prstGeom prst="rect">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61" name="矩形 60">
            <a:extLst>
              <a:ext uri="{FF2B5EF4-FFF2-40B4-BE49-F238E27FC236}">
                <a16:creationId xmlns:a16="http://schemas.microsoft.com/office/drawing/2014/main" id="{11D3ABC1-B047-4FCD-9F01-889D83573627}"/>
              </a:ext>
            </a:extLst>
          </p:cNvPr>
          <p:cNvSpPr/>
          <p:nvPr/>
        </p:nvSpPr>
        <p:spPr>
          <a:xfrm>
            <a:off x="7624171" y="4873710"/>
            <a:ext cx="308162" cy="256976"/>
          </a:xfrm>
          <a:prstGeom prst="rect">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CN" b="1" dirty="0">
                <a:solidFill>
                  <a:schemeClr val="tx1"/>
                </a:solidFill>
              </a:rPr>
              <a:t>C</a:t>
            </a:r>
            <a:endParaRPr lang="zh-CN" altLang="en-US" b="1" dirty="0">
              <a:solidFill>
                <a:schemeClr val="tx1"/>
              </a:solidFill>
            </a:endParaRPr>
          </a:p>
        </p:txBody>
      </p:sp>
      <p:sp>
        <p:nvSpPr>
          <p:cNvPr id="62" name="矩形 61">
            <a:extLst>
              <a:ext uri="{FF2B5EF4-FFF2-40B4-BE49-F238E27FC236}">
                <a16:creationId xmlns:a16="http://schemas.microsoft.com/office/drawing/2014/main" id="{A4104ABB-9188-4C88-BE96-F5D44B97E2D6}"/>
              </a:ext>
            </a:extLst>
          </p:cNvPr>
          <p:cNvSpPr/>
          <p:nvPr/>
        </p:nvSpPr>
        <p:spPr>
          <a:xfrm>
            <a:off x="7932333" y="4873710"/>
            <a:ext cx="308162" cy="256976"/>
          </a:xfrm>
          <a:prstGeom prst="rect">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CN" b="1" dirty="0">
                <a:solidFill>
                  <a:schemeClr val="tx1"/>
                </a:solidFill>
              </a:rPr>
              <a:t>B</a:t>
            </a:r>
            <a:endParaRPr lang="zh-CN" altLang="en-US" b="1" dirty="0">
              <a:solidFill>
                <a:schemeClr val="tx1"/>
              </a:solidFill>
            </a:endParaRPr>
          </a:p>
        </p:txBody>
      </p:sp>
      <p:sp>
        <p:nvSpPr>
          <p:cNvPr id="63" name="矩形 62">
            <a:extLst>
              <a:ext uri="{FF2B5EF4-FFF2-40B4-BE49-F238E27FC236}">
                <a16:creationId xmlns:a16="http://schemas.microsoft.com/office/drawing/2014/main" id="{5195E787-6CA5-423D-9D12-597753E2BB8E}"/>
              </a:ext>
            </a:extLst>
          </p:cNvPr>
          <p:cNvSpPr/>
          <p:nvPr/>
        </p:nvSpPr>
        <p:spPr>
          <a:xfrm>
            <a:off x="10070725" y="4873710"/>
            <a:ext cx="1816475" cy="256976"/>
          </a:xfrm>
          <a:prstGeom prst="rect">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64" name="矩形 63">
            <a:extLst>
              <a:ext uri="{FF2B5EF4-FFF2-40B4-BE49-F238E27FC236}">
                <a16:creationId xmlns:a16="http://schemas.microsoft.com/office/drawing/2014/main" id="{DEE5ABF5-B087-448E-A54E-17BCA52D1684}"/>
              </a:ext>
            </a:extLst>
          </p:cNvPr>
          <p:cNvSpPr/>
          <p:nvPr/>
        </p:nvSpPr>
        <p:spPr>
          <a:xfrm>
            <a:off x="10068820" y="4873710"/>
            <a:ext cx="308162" cy="256976"/>
          </a:xfrm>
          <a:prstGeom prst="rect">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CN" b="1" dirty="0">
                <a:solidFill>
                  <a:schemeClr val="tx1"/>
                </a:solidFill>
              </a:rPr>
              <a:t>C</a:t>
            </a:r>
            <a:endParaRPr lang="zh-CN" altLang="en-US" b="1" dirty="0">
              <a:solidFill>
                <a:schemeClr val="tx1"/>
              </a:solidFill>
            </a:endParaRPr>
          </a:p>
        </p:txBody>
      </p:sp>
      <p:sp>
        <p:nvSpPr>
          <p:cNvPr id="65" name="矩形 64">
            <a:extLst>
              <a:ext uri="{FF2B5EF4-FFF2-40B4-BE49-F238E27FC236}">
                <a16:creationId xmlns:a16="http://schemas.microsoft.com/office/drawing/2014/main" id="{57B75B10-0BD8-4152-B296-DE457AF660FA}"/>
              </a:ext>
            </a:extLst>
          </p:cNvPr>
          <p:cNvSpPr/>
          <p:nvPr/>
        </p:nvSpPr>
        <p:spPr>
          <a:xfrm>
            <a:off x="10376982" y="4873710"/>
            <a:ext cx="308162" cy="256976"/>
          </a:xfrm>
          <a:prstGeom prst="rect">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CN" b="1" dirty="0">
                <a:solidFill>
                  <a:schemeClr val="tx1"/>
                </a:solidFill>
              </a:rPr>
              <a:t>B</a:t>
            </a:r>
            <a:endParaRPr lang="zh-CN" altLang="en-US" b="1" dirty="0">
              <a:solidFill>
                <a:schemeClr val="tx1"/>
              </a:solidFill>
            </a:endParaRPr>
          </a:p>
        </p:txBody>
      </p:sp>
      <p:grpSp>
        <p:nvGrpSpPr>
          <p:cNvPr id="11" name="组合 10">
            <a:extLst>
              <a:ext uri="{FF2B5EF4-FFF2-40B4-BE49-F238E27FC236}">
                <a16:creationId xmlns:a16="http://schemas.microsoft.com/office/drawing/2014/main" id="{E7C5C4E3-8247-44F8-B698-15C1DCA77EDF}"/>
              </a:ext>
            </a:extLst>
          </p:cNvPr>
          <p:cNvGrpSpPr/>
          <p:nvPr/>
        </p:nvGrpSpPr>
        <p:grpSpPr>
          <a:xfrm>
            <a:off x="2085132" y="4834448"/>
            <a:ext cx="947133" cy="837419"/>
            <a:chOff x="2085132" y="4834448"/>
            <a:chExt cx="947133" cy="837419"/>
          </a:xfrm>
        </p:grpSpPr>
        <p:sp>
          <p:nvSpPr>
            <p:cNvPr id="8" name="矩形 7">
              <a:extLst>
                <a:ext uri="{FF2B5EF4-FFF2-40B4-BE49-F238E27FC236}">
                  <a16:creationId xmlns:a16="http://schemas.microsoft.com/office/drawing/2014/main" id="{E7987E7F-0AB6-4B8D-97FD-DB5BFB56193F}"/>
                </a:ext>
              </a:extLst>
            </p:cNvPr>
            <p:cNvSpPr/>
            <p:nvPr/>
          </p:nvSpPr>
          <p:spPr>
            <a:xfrm>
              <a:off x="2200833" y="4834448"/>
              <a:ext cx="735738" cy="335499"/>
            </a:xfrm>
            <a:prstGeom prst="rect">
              <a:avLst/>
            </a:prstGeom>
            <a:noFill/>
            <a:ln w="25400">
              <a:solidFill>
                <a:schemeClr val="accent1">
                  <a:lumMod val="75000"/>
                </a:schemeClr>
              </a:solidFill>
              <a:prstDash val="sys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66" name="íşlïḍè">
              <a:extLst>
                <a:ext uri="{FF2B5EF4-FFF2-40B4-BE49-F238E27FC236}">
                  <a16:creationId xmlns:a16="http://schemas.microsoft.com/office/drawing/2014/main" id="{E6875513-E418-4320-ABC0-4C6D904D72A0}"/>
                </a:ext>
              </a:extLst>
            </p:cNvPr>
            <p:cNvSpPr txBox="1"/>
            <p:nvPr/>
          </p:nvSpPr>
          <p:spPr>
            <a:xfrm>
              <a:off x="2085132" y="5208668"/>
              <a:ext cx="947133" cy="463199"/>
            </a:xfrm>
            <a:prstGeom prst="rect">
              <a:avLst/>
            </a:prstGeom>
            <a:noFill/>
          </p:spPr>
          <p:txBody>
            <a:bodyPr wrap="square" lIns="91440" tIns="45720" rIns="91440" bIns="45720" anchor="ctr">
              <a:noAutofit/>
            </a:bodyPr>
            <a:lstStyle/>
            <a:p>
              <a:pPr algn="ctr"/>
              <a:r>
                <a:rPr lang="zh-CN" altLang="en-US" b="1" dirty="0">
                  <a:solidFill>
                    <a:schemeClr val="accent1">
                      <a:lumMod val="75000"/>
                    </a:schemeClr>
                  </a:solidFill>
                  <a:latin typeface="Arial Narrow" panose="020B0606020202030204" pitchFamily="34" charset="0"/>
                </a:rPr>
                <a:t>不匹配</a:t>
              </a:r>
            </a:p>
          </p:txBody>
        </p:sp>
      </p:grpSp>
      <p:grpSp>
        <p:nvGrpSpPr>
          <p:cNvPr id="14" name="组合 13">
            <a:extLst>
              <a:ext uri="{FF2B5EF4-FFF2-40B4-BE49-F238E27FC236}">
                <a16:creationId xmlns:a16="http://schemas.microsoft.com/office/drawing/2014/main" id="{526F9952-E661-41F6-BC13-A2FADF0F1A39}"/>
              </a:ext>
            </a:extLst>
          </p:cNvPr>
          <p:cNvGrpSpPr/>
          <p:nvPr/>
        </p:nvGrpSpPr>
        <p:grpSpPr>
          <a:xfrm>
            <a:off x="9551465" y="4834448"/>
            <a:ext cx="947133" cy="837419"/>
            <a:chOff x="9551465" y="4834448"/>
            <a:chExt cx="947133" cy="837419"/>
          </a:xfrm>
        </p:grpSpPr>
        <p:sp>
          <p:nvSpPr>
            <p:cNvPr id="68" name="矩形 67">
              <a:extLst>
                <a:ext uri="{FF2B5EF4-FFF2-40B4-BE49-F238E27FC236}">
                  <a16:creationId xmlns:a16="http://schemas.microsoft.com/office/drawing/2014/main" id="{661BE628-938B-458D-AA6E-0F5006BEAF89}"/>
                </a:ext>
              </a:extLst>
            </p:cNvPr>
            <p:cNvSpPr/>
            <p:nvPr/>
          </p:nvSpPr>
          <p:spPr>
            <a:xfrm>
              <a:off x="9667166" y="4834448"/>
              <a:ext cx="735738" cy="335499"/>
            </a:xfrm>
            <a:prstGeom prst="rect">
              <a:avLst/>
            </a:prstGeom>
            <a:noFill/>
            <a:ln w="25400">
              <a:solidFill>
                <a:schemeClr val="accent1">
                  <a:lumMod val="75000"/>
                </a:schemeClr>
              </a:solidFill>
              <a:prstDash val="sys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69" name="íşlïḍè">
              <a:extLst>
                <a:ext uri="{FF2B5EF4-FFF2-40B4-BE49-F238E27FC236}">
                  <a16:creationId xmlns:a16="http://schemas.microsoft.com/office/drawing/2014/main" id="{0F357203-D0AE-4073-BFBB-8C80B6F366D2}"/>
                </a:ext>
              </a:extLst>
            </p:cNvPr>
            <p:cNvSpPr txBox="1"/>
            <p:nvPr/>
          </p:nvSpPr>
          <p:spPr>
            <a:xfrm>
              <a:off x="9551465" y="5208668"/>
              <a:ext cx="947133" cy="463199"/>
            </a:xfrm>
            <a:prstGeom prst="rect">
              <a:avLst/>
            </a:prstGeom>
            <a:noFill/>
          </p:spPr>
          <p:txBody>
            <a:bodyPr wrap="square" lIns="91440" tIns="45720" rIns="91440" bIns="45720" anchor="ctr">
              <a:noAutofit/>
            </a:bodyPr>
            <a:lstStyle/>
            <a:p>
              <a:pPr algn="ctr"/>
              <a:r>
                <a:rPr lang="zh-CN" altLang="en-US" b="1" dirty="0">
                  <a:solidFill>
                    <a:schemeClr val="accent1">
                      <a:lumMod val="75000"/>
                    </a:schemeClr>
                  </a:solidFill>
                  <a:latin typeface="Arial Narrow" panose="020B0606020202030204" pitchFamily="34" charset="0"/>
                </a:rPr>
                <a:t>不匹配</a:t>
              </a:r>
            </a:p>
          </p:txBody>
        </p:sp>
      </p:grpSp>
      <p:grpSp>
        <p:nvGrpSpPr>
          <p:cNvPr id="12" name="组合 11">
            <a:extLst>
              <a:ext uri="{FF2B5EF4-FFF2-40B4-BE49-F238E27FC236}">
                <a16:creationId xmlns:a16="http://schemas.microsoft.com/office/drawing/2014/main" id="{21C5DD61-8C4F-45EA-A860-4627705611EB}"/>
              </a:ext>
            </a:extLst>
          </p:cNvPr>
          <p:cNvGrpSpPr/>
          <p:nvPr/>
        </p:nvGrpSpPr>
        <p:grpSpPr>
          <a:xfrm>
            <a:off x="7106490" y="4834448"/>
            <a:ext cx="947133" cy="837419"/>
            <a:chOff x="7106490" y="4834448"/>
            <a:chExt cx="947133" cy="837419"/>
          </a:xfrm>
        </p:grpSpPr>
        <p:sp>
          <p:nvSpPr>
            <p:cNvPr id="71" name="矩形 70">
              <a:extLst>
                <a:ext uri="{FF2B5EF4-FFF2-40B4-BE49-F238E27FC236}">
                  <a16:creationId xmlns:a16="http://schemas.microsoft.com/office/drawing/2014/main" id="{BD64B71A-BD4E-40D6-9330-4D5EE1E2BC98}"/>
                </a:ext>
              </a:extLst>
            </p:cNvPr>
            <p:cNvSpPr/>
            <p:nvPr/>
          </p:nvSpPr>
          <p:spPr>
            <a:xfrm>
              <a:off x="7222191" y="4834448"/>
              <a:ext cx="735738" cy="335499"/>
            </a:xfrm>
            <a:prstGeom prst="rect">
              <a:avLst/>
            </a:prstGeom>
            <a:noFill/>
            <a:ln w="25400">
              <a:solidFill>
                <a:schemeClr val="accent4"/>
              </a:solidFill>
              <a:prstDash val="sys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72" name="íşlïḍè">
              <a:extLst>
                <a:ext uri="{FF2B5EF4-FFF2-40B4-BE49-F238E27FC236}">
                  <a16:creationId xmlns:a16="http://schemas.microsoft.com/office/drawing/2014/main" id="{4D9C1933-A256-4B81-A962-18A22A128031}"/>
                </a:ext>
              </a:extLst>
            </p:cNvPr>
            <p:cNvSpPr txBox="1"/>
            <p:nvPr/>
          </p:nvSpPr>
          <p:spPr>
            <a:xfrm>
              <a:off x="7106490" y="5208668"/>
              <a:ext cx="947133" cy="463199"/>
            </a:xfrm>
            <a:prstGeom prst="rect">
              <a:avLst/>
            </a:prstGeom>
            <a:noFill/>
          </p:spPr>
          <p:txBody>
            <a:bodyPr wrap="square" lIns="91440" tIns="45720" rIns="91440" bIns="45720" anchor="ctr">
              <a:noAutofit/>
            </a:bodyPr>
            <a:lstStyle/>
            <a:p>
              <a:pPr algn="ctr"/>
              <a:r>
                <a:rPr lang="zh-CN" altLang="en-US" b="1" dirty="0">
                  <a:solidFill>
                    <a:schemeClr val="accent4"/>
                  </a:solidFill>
                  <a:latin typeface="Arial Narrow" panose="020B0606020202030204" pitchFamily="34" charset="0"/>
                </a:rPr>
                <a:t>匹配</a:t>
              </a:r>
            </a:p>
          </p:txBody>
        </p:sp>
      </p:grpSp>
    </p:spTree>
    <p:custDataLst>
      <p:tags r:id="rId1"/>
    </p:custDataLst>
    <p:extLst>
      <p:ext uri="{BB962C8B-B14F-4D97-AF65-F5344CB8AC3E}">
        <p14:creationId xmlns:p14="http://schemas.microsoft.com/office/powerpoint/2010/main" val="175022298"/>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2" presetClass="entr" presetSubtype="4" fill="hold" nodeType="withEffect">
                                  <p:stCondLst>
                                    <p:cond delay="0"/>
                                  </p:stCondLst>
                                  <p:childTnLst>
                                    <p:set>
                                      <p:cBhvr>
                                        <p:cTn id="6" dur="1" fill="hold">
                                          <p:stCondLst>
                                            <p:cond delay="0"/>
                                          </p:stCondLst>
                                        </p:cTn>
                                        <p:tgtEl>
                                          <p:spTgt spid="11"/>
                                        </p:tgtEl>
                                        <p:attrNameLst>
                                          <p:attrName>style.visibility</p:attrName>
                                        </p:attrNameLst>
                                      </p:cBhvr>
                                      <p:to>
                                        <p:strVal val="visible"/>
                                      </p:to>
                                    </p:set>
                                    <p:anim calcmode="lin" valueType="num">
                                      <p:cBhvr additive="base">
                                        <p:cTn id="7" dur="500"/>
                                        <p:tgtEl>
                                          <p:spTgt spid="11"/>
                                        </p:tgtEl>
                                        <p:attrNameLst>
                                          <p:attrName>ppt_y</p:attrName>
                                        </p:attrNameLst>
                                      </p:cBhvr>
                                      <p:tavLst>
                                        <p:tav tm="0">
                                          <p:val>
                                            <p:strVal val="#ppt_y+#ppt_h*1.125000"/>
                                          </p:val>
                                        </p:tav>
                                        <p:tav tm="100000">
                                          <p:val>
                                            <p:strVal val="#ppt_y"/>
                                          </p:val>
                                        </p:tav>
                                      </p:tavLst>
                                    </p:anim>
                                    <p:animEffect transition="in" filter="wipe(up)">
                                      <p:cBhvr>
                                        <p:cTn id="8" dur="500"/>
                                        <p:tgtEl>
                                          <p:spTgt spid="11"/>
                                        </p:tgtEl>
                                      </p:cBhvr>
                                    </p:animEffect>
                                  </p:childTnLst>
                                </p:cTn>
                              </p:par>
                              <p:par>
                                <p:cTn id="9" presetID="12" presetClass="entr" presetSubtype="4" fill="hold" nodeType="withEffect">
                                  <p:stCondLst>
                                    <p:cond delay="0"/>
                                  </p:stCondLst>
                                  <p:childTnLst>
                                    <p:set>
                                      <p:cBhvr>
                                        <p:cTn id="10" dur="1" fill="hold">
                                          <p:stCondLst>
                                            <p:cond delay="0"/>
                                          </p:stCondLst>
                                        </p:cTn>
                                        <p:tgtEl>
                                          <p:spTgt spid="12"/>
                                        </p:tgtEl>
                                        <p:attrNameLst>
                                          <p:attrName>style.visibility</p:attrName>
                                        </p:attrNameLst>
                                      </p:cBhvr>
                                      <p:to>
                                        <p:strVal val="visible"/>
                                      </p:to>
                                    </p:set>
                                    <p:anim calcmode="lin" valueType="num">
                                      <p:cBhvr additive="base">
                                        <p:cTn id="11" dur="500"/>
                                        <p:tgtEl>
                                          <p:spTgt spid="12"/>
                                        </p:tgtEl>
                                        <p:attrNameLst>
                                          <p:attrName>ppt_y</p:attrName>
                                        </p:attrNameLst>
                                      </p:cBhvr>
                                      <p:tavLst>
                                        <p:tav tm="0">
                                          <p:val>
                                            <p:strVal val="#ppt_y+#ppt_h*1.125000"/>
                                          </p:val>
                                        </p:tav>
                                        <p:tav tm="100000">
                                          <p:val>
                                            <p:strVal val="#ppt_y"/>
                                          </p:val>
                                        </p:tav>
                                      </p:tavLst>
                                    </p:anim>
                                    <p:animEffect transition="in" filter="wipe(up)">
                                      <p:cBhvr>
                                        <p:cTn id="12" dur="500"/>
                                        <p:tgtEl>
                                          <p:spTgt spid="12"/>
                                        </p:tgtEl>
                                      </p:cBhvr>
                                    </p:animEffect>
                                  </p:childTnLst>
                                </p:cTn>
                              </p:par>
                              <p:par>
                                <p:cTn id="13" presetID="12" presetClass="entr" presetSubtype="4" fill="hold" nodeType="withEffect">
                                  <p:stCondLst>
                                    <p:cond delay="0"/>
                                  </p:stCondLst>
                                  <p:childTnLst>
                                    <p:set>
                                      <p:cBhvr>
                                        <p:cTn id="14" dur="1" fill="hold">
                                          <p:stCondLst>
                                            <p:cond delay="0"/>
                                          </p:stCondLst>
                                        </p:cTn>
                                        <p:tgtEl>
                                          <p:spTgt spid="14"/>
                                        </p:tgtEl>
                                        <p:attrNameLst>
                                          <p:attrName>style.visibility</p:attrName>
                                        </p:attrNameLst>
                                      </p:cBhvr>
                                      <p:to>
                                        <p:strVal val="visible"/>
                                      </p:to>
                                    </p:set>
                                    <p:anim calcmode="lin" valueType="num">
                                      <p:cBhvr additive="base">
                                        <p:cTn id="15" dur="500"/>
                                        <p:tgtEl>
                                          <p:spTgt spid="14"/>
                                        </p:tgtEl>
                                        <p:attrNameLst>
                                          <p:attrName>ppt_y</p:attrName>
                                        </p:attrNameLst>
                                      </p:cBhvr>
                                      <p:tavLst>
                                        <p:tav tm="0">
                                          <p:val>
                                            <p:strVal val="#ppt_y+#ppt_h*1.125000"/>
                                          </p:val>
                                        </p:tav>
                                        <p:tav tm="100000">
                                          <p:val>
                                            <p:strVal val="#ppt_y"/>
                                          </p:val>
                                        </p:tav>
                                      </p:tavLst>
                                    </p:anim>
                                    <p:animEffect transition="in" filter="wipe(up)">
                                      <p:cBhvr>
                                        <p:cTn id="16" dur="500"/>
                                        <p:tgtEl>
                                          <p:spTgt spid="14"/>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26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5" name="组合 4">
            <a:extLst>
              <a:ext uri="{FF2B5EF4-FFF2-40B4-BE49-F238E27FC236}">
                <a16:creationId xmlns:a16="http://schemas.microsoft.com/office/drawing/2014/main" id="{841E27AC-2181-4B83-AC34-125D5B43438B}"/>
              </a:ext>
            </a:extLst>
          </p:cNvPr>
          <p:cNvGrpSpPr/>
          <p:nvPr/>
        </p:nvGrpSpPr>
        <p:grpSpPr>
          <a:xfrm>
            <a:off x="2267732" y="4873710"/>
            <a:ext cx="7699214" cy="256976"/>
            <a:chOff x="2267732" y="4873710"/>
            <a:chExt cx="7699214" cy="256976"/>
          </a:xfrm>
        </p:grpSpPr>
        <p:sp>
          <p:nvSpPr>
            <p:cNvPr id="49" name="íşlïḍè">
              <a:extLst>
                <a:ext uri="{FF2B5EF4-FFF2-40B4-BE49-F238E27FC236}">
                  <a16:creationId xmlns:a16="http://schemas.microsoft.com/office/drawing/2014/main" id="{EDF6BADE-9BBF-4ABE-856A-9F50E46669B9}"/>
                </a:ext>
              </a:extLst>
            </p:cNvPr>
            <p:cNvSpPr txBox="1"/>
            <p:nvPr/>
          </p:nvSpPr>
          <p:spPr>
            <a:xfrm>
              <a:off x="2267732" y="4873710"/>
              <a:ext cx="256976" cy="256976"/>
            </a:xfrm>
            <a:prstGeom prst="rect">
              <a:avLst/>
            </a:prstGeom>
            <a:noFill/>
          </p:spPr>
          <p:txBody>
            <a:bodyPr wrap="square" lIns="91440" tIns="45720" rIns="91440" bIns="45720" anchor="ctr">
              <a:noAutofit/>
            </a:bodyPr>
            <a:lstStyle/>
            <a:p>
              <a:pPr algn="ctr"/>
              <a:r>
                <a:rPr lang="en-US" altLang="zh-CN" b="1" dirty="0">
                  <a:latin typeface="Arial Narrow" panose="020B0606020202030204" pitchFamily="34" charset="0"/>
                </a:rPr>
                <a:t>A</a:t>
              </a:r>
              <a:endParaRPr lang="zh-CN" altLang="en-US" b="1" dirty="0">
                <a:latin typeface="Arial Narrow" panose="020B0606020202030204" pitchFamily="34" charset="0"/>
              </a:endParaRPr>
            </a:p>
          </p:txBody>
        </p:sp>
        <p:sp>
          <p:nvSpPr>
            <p:cNvPr id="50" name="íşlïḍè">
              <a:extLst>
                <a:ext uri="{FF2B5EF4-FFF2-40B4-BE49-F238E27FC236}">
                  <a16:creationId xmlns:a16="http://schemas.microsoft.com/office/drawing/2014/main" id="{57BECEDA-F7D8-4F34-9CD1-E9350B86363C}"/>
                </a:ext>
              </a:extLst>
            </p:cNvPr>
            <p:cNvSpPr txBox="1"/>
            <p:nvPr/>
          </p:nvSpPr>
          <p:spPr>
            <a:xfrm>
              <a:off x="4765844" y="4873710"/>
              <a:ext cx="256976" cy="256976"/>
            </a:xfrm>
            <a:prstGeom prst="rect">
              <a:avLst/>
            </a:prstGeom>
            <a:noFill/>
          </p:spPr>
          <p:txBody>
            <a:bodyPr wrap="square" lIns="91440" tIns="45720" rIns="91440" bIns="45720" anchor="ctr">
              <a:noAutofit/>
            </a:bodyPr>
            <a:lstStyle/>
            <a:p>
              <a:pPr algn="ctr"/>
              <a:r>
                <a:rPr lang="en-US" altLang="zh-CN" b="1" dirty="0">
                  <a:latin typeface="Arial Narrow" panose="020B0606020202030204" pitchFamily="34" charset="0"/>
                </a:rPr>
                <a:t>B</a:t>
              </a:r>
              <a:endParaRPr lang="zh-CN" altLang="en-US" b="1" dirty="0">
                <a:latin typeface="Arial Narrow" panose="020B0606020202030204" pitchFamily="34" charset="0"/>
              </a:endParaRPr>
            </a:p>
          </p:txBody>
        </p:sp>
        <p:sp>
          <p:nvSpPr>
            <p:cNvPr id="51" name="íşlïḍè">
              <a:extLst>
                <a:ext uri="{FF2B5EF4-FFF2-40B4-BE49-F238E27FC236}">
                  <a16:creationId xmlns:a16="http://schemas.microsoft.com/office/drawing/2014/main" id="{7D84EDE9-63B1-45A5-8782-E9774CC38D16}"/>
                </a:ext>
              </a:extLst>
            </p:cNvPr>
            <p:cNvSpPr txBox="1"/>
            <p:nvPr/>
          </p:nvSpPr>
          <p:spPr>
            <a:xfrm>
              <a:off x="7208544" y="4879859"/>
              <a:ext cx="321299" cy="250827"/>
            </a:xfrm>
            <a:prstGeom prst="rect">
              <a:avLst/>
            </a:prstGeom>
            <a:noFill/>
          </p:spPr>
          <p:txBody>
            <a:bodyPr wrap="square" lIns="91440" tIns="45720" rIns="91440" bIns="45720" anchor="ctr">
              <a:noAutofit/>
            </a:bodyPr>
            <a:lstStyle/>
            <a:p>
              <a:pPr algn="ctr"/>
              <a:r>
                <a:rPr lang="en-US" altLang="zh-CN" b="1" dirty="0">
                  <a:latin typeface="Arial Narrow" panose="020B0606020202030204" pitchFamily="34" charset="0"/>
                </a:rPr>
                <a:t>C</a:t>
              </a:r>
              <a:endParaRPr lang="zh-CN" altLang="en-US" b="1" dirty="0">
                <a:latin typeface="Arial Narrow" panose="020B0606020202030204" pitchFamily="34" charset="0"/>
              </a:endParaRPr>
            </a:p>
          </p:txBody>
        </p:sp>
        <p:sp>
          <p:nvSpPr>
            <p:cNvPr id="52" name="íşlïḍè">
              <a:extLst>
                <a:ext uri="{FF2B5EF4-FFF2-40B4-BE49-F238E27FC236}">
                  <a16:creationId xmlns:a16="http://schemas.microsoft.com/office/drawing/2014/main" id="{3692CE17-6C30-4B70-918D-35DD431CF29C}"/>
                </a:ext>
              </a:extLst>
            </p:cNvPr>
            <p:cNvSpPr txBox="1"/>
            <p:nvPr/>
          </p:nvSpPr>
          <p:spPr>
            <a:xfrm>
              <a:off x="9709970" y="4873710"/>
              <a:ext cx="256976" cy="256976"/>
            </a:xfrm>
            <a:prstGeom prst="rect">
              <a:avLst/>
            </a:prstGeom>
            <a:noFill/>
          </p:spPr>
          <p:txBody>
            <a:bodyPr wrap="square" lIns="91440" tIns="45720" rIns="91440" bIns="45720" anchor="ctr">
              <a:noAutofit/>
            </a:bodyPr>
            <a:lstStyle/>
            <a:p>
              <a:pPr algn="ctr"/>
              <a:r>
                <a:rPr lang="en-US" altLang="zh-CN" b="1" dirty="0">
                  <a:latin typeface="Arial Narrow" panose="020B0606020202030204" pitchFamily="34" charset="0"/>
                </a:rPr>
                <a:t>D</a:t>
              </a:r>
              <a:endParaRPr lang="zh-CN" altLang="en-US" b="1" dirty="0">
                <a:latin typeface="Arial Narrow" panose="020B0606020202030204" pitchFamily="34" charset="0"/>
              </a:endParaRPr>
            </a:p>
          </p:txBody>
        </p:sp>
      </p:grpSp>
      <p:sp>
        <p:nvSpPr>
          <p:cNvPr id="33" name="íşlïḍè">
            <a:extLst>
              <a:ext uri="{FF2B5EF4-FFF2-40B4-BE49-F238E27FC236}">
                <a16:creationId xmlns:a16="http://schemas.microsoft.com/office/drawing/2014/main" id="{24BF55F5-EBAF-44C7-931E-05CCF4E776B8}"/>
              </a:ext>
            </a:extLst>
          </p:cNvPr>
          <p:cNvSpPr txBox="1"/>
          <p:nvPr/>
        </p:nvSpPr>
        <p:spPr>
          <a:xfrm>
            <a:off x="2695706" y="4191979"/>
            <a:ext cx="1754840" cy="641082"/>
          </a:xfrm>
          <a:prstGeom prst="rect">
            <a:avLst/>
          </a:prstGeom>
          <a:noFill/>
        </p:spPr>
        <p:txBody>
          <a:bodyPr wrap="square" lIns="91440" tIns="45720" rIns="91440" bIns="45720" anchor="ctr">
            <a:noAutofit/>
          </a:bodyPr>
          <a:lstStyle/>
          <a:p>
            <a:r>
              <a:rPr lang="zh-CN" altLang="en-US" b="1" dirty="0">
                <a:solidFill>
                  <a:schemeClr val="accent1">
                    <a:lumMod val="75000"/>
                  </a:schemeClr>
                </a:solidFill>
                <a:latin typeface="Arial Narrow" panose="020B0606020202030204" pitchFamily="34" charset="0"/>
              </a:rPr>
              <a:t>丢弃该帧</a:t>
            </a:r>
          </a:p>
        </p:txBody>
      </p:sp>
      <p:sp>
        <p:nvSpPr>
          <p:cNvPr id="34" name="íşlïḍè">
            <a:extLst>
              <a:ext uri="{FF2B5EF4-FFF2-40B4-BE49-F238E27FC236}">
                <a16:creationId xmlns:a16="http://schemas.microsoft.com/office/drawing/2014/main" id="{270A6616-8962-438B-9D0A-D78E83CB862C}"/>
              </a:ext>
            </a:extLst>
          </p:cNvPr>
          <p:cNvSpPr txBox="1"/>
          <p:nvPr/>
        </p:nvSpPr>
        <p:spPr>
          <a:xfrm>
            <a:off x="7694842" y="4191979"/>
            <a:ext cx="1754840" cy="641082"/>
          </a:xfrm>
          <a:prstGeom prst="rect">
            <a:avLst/>
          </a:prstGeom>
          <a:noFill/>
        </p:spPr>
        <p:txBody>
          <a:bodyPr wrap="square" lIns="91440" tIns="45720" rIns="91440" bIns="45720" anchor="ctr">
            <a:noAutofit/>
          </a:bodyPr>
          <a:lstStyle/>
          <a:p>
            <a:r>
              <a:rPr lang="zh-CN" altLang="en-US" b="1" dirty="0">
                <a:solidFill>
                  <a:schemeClr val="accent4"/>
                </a:solidFill>
                <a:latin typeface="Arial Narrow" panose="020B0606020202030204" pitchFamily="34" charset="0"/>
              </a:rPr>
              <a:t>接受该帧</a:t>
            </a:r>
          </a:p>
        </p:txBody>
      </p:sp>
      <p:sp>
        <p:nvSpPr>
          <p:cNvPr id="35" name="íşlïḍè">
            <a:extLst>
              <a:ext uri="{FF2B5EF4-FFF2-40B4-BE49-F238E27FC236}">
                <a16:creationId xmlns:a16="http://schemas.microsoft.com/office/drawing/2014/main" id="{51AA905A-09DC-46B5-B61E-129D5B0D10A2}"/>
              </a:ext>
            </a:extLst>
          </p:cNvPr>
          <p:cNvSpPr txBox="1"/>
          <p:nvPr/>
        </p:nvSpPr>
        <p:spPr>
          <a:xfrm>
            <a:off x="10084412" y="4191979"/>
            <a:ext cx="1754840" cy="641082"/>
          </a:xfrm>
          <a:prstGeom prst="rect">
            <a:avLst/>
          </a:prstGeom>
          <a:noFill/>
        </p:spPr>
        <p:txBody>
          <a:bodyPr wrap="square" lIns="91440" tIns="45720" rIns="91440" bIns="45720" anchor="ctr">
            <a:noAutofit/>
          </a:bodyPr>
          <a:lstStyle/>
          <a:p>
            <a:r>
              <a:rPr lang="zh-CN" altLang="en-US" b="1" dirty="0">
                <a:solidFill>
                  <a:schemeClr val="accent1">
                    <a:lumMod val="75000"/>
                  </a:schemeClr>
                </a:solidFill>
                <a:latin typeface="Arial Narrow" panose="020B0606020202030204" pitchFamily="34" charset="0"/>
              </a:rPr>
              <a:t>丢弃该帧</a:t>
            </a:r>
          </a:p>
        </p:txBody>
      </p:sp>
      <p:grpSp>
        <p:nvGrpSpPr>
          <p:cNvPr id="4" name="组合 3">
            <a:extLst>
              <a:ext uri="{FF2B5EF4-FFF2-40B4-BE49-F238E27FC236}">
                <a16:creationId xmlns:a16="http://schemas.microsoft.com/office/drawing/2014/main" id="{9A1EA9F2-FCB6-48C3-935F-7AE7E3AD14AC}"/>
              </a:ext>
            </a:extLst>
          </p:cNvPr>
          <p:cNvGrpSpPr/>
          <p:nvPr/>
        </p:nvGrpSpPr>
        <p:grpSpPr>
          <a:xfrm>
            <a:off x="304799" y="749300"/>
            <a:ext cx="6192345" cy="400110"/>
            <a:chOff x="424116" y="898245"/>
            <a:chExt cx="6192345" cy="400110"/>
          </a:xfrm>
        </p:grpSpPr>
        <p:sp>
          <p:nvSpPr>
            <p:cNvPr id="2" name="平行四边形 1">
              <a:extLst>
                <a:ext uri="{FF2B5EF4-FFF2-40B4-BE49-F238E27FC236}">
                  <a16:creationId xmlns:a16="http://schemas.microsoft.com/office/drawing/2014/main" id="{1F5BAA3F-9845-4F89-A2DD-8222D3E4EDAC}"/>
                </a:ext>
              </a:extLst>
            </p:cNvPr>
            <p:cNvSpPr/>
            <p:nvPr/>
          </p:nvSpPr>
          <p:spPr>
            <a:xfrm>
              <a:off x="424116" y="898245"/>
              <a:ext cx="695119" cy="387090"/>
            </a:xfrm>
            <a:prstGeom prst="parallelogram">
              <a:avLst/>
            </a:prstGeom>
            <a:solidFill>
              <a:schemeClr val="accent3">
                <a:lumMod val="75000"/>
              </a:schemeClr>
            </a:solidFill>
            <a:ln>
              <a:solidFill>
                <a:schemeClr val="accent3">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CN" sz="2200" dirty="0">
                  <a:latin typeface="Impact" panose="020B0806030902050204" pitchFamily="34" charset="0"/>
                </a:rPr>
                <a:t>02</a:t>
              </a:r>
              <a:endParaRPr lang="zh-CN" altLang="en-US" sz="2200" dirty="0">
                <a:latin typeface="Impact" panose="020B0806030902050204" pitchFamily="34" charset="0"/>
              </a:endParaRPr>
            </a:p>
          </p:txBody>
        </p:sp>
        <p:sp>
          <p:nvSpPr>
            <p:cNvPr id="3" name="文本框 2">
              <a:extLst>
                <a:ext uri="{FF2B5EF4-FFF2-40B4-BE49-F238E27FC236}">
                  <a16:creationId xmlns:a16="http://schemas.microsoft.com/office/drawing/2014/main" id="{4D6BD736-A4D3-4F26-AFED-36E11F50F70B}"/>
                </a:ext>
              </a:extLst>
            </p:cNvPr>
            <p:cNvSpPr txBox="1"/>
            <p:nvPr/>
          </p:nvSpPr>
          <p:spPr>
            <a:xfrm>
              <a:off x="1119235" y="898245"/>
              <a:ext cx="5497226" cy="400110"/>
            </a:xfrm>
            <a:prstGeom prst="rect">
              <a:avLst/>
            </a:prstGeom>
            <a:noFill/>
          </p:spPr>
          <p:txBody>
            <a:bodyPr wrap="square" rtlCol="0">
              <a:spAutoFit/>
            </a:bodyPr>
            <a:lstStyle/>
            <a:p>
              <a:r>
                <a:rPr lang="en-US" altLang="zh-CN" sz="2000" b="1" dirty="0"/>
                <a:t>MAC</a:t>
              </a:r>
              <a:r>
                <a:rPr lang="zh-CN" altLang="en-US" sz="2000" b="1" dirty="0"/>
                <a:t>地址</a:t>
              </a:r>
            </a:p>
          </p:txBody>
        </p:sp>
      </p:grpSp>
      <p:cxnSp>
        <p:nvCxnSpPr>
          <p:cNvPr id="21" name="直接连接符 20">
            <a:extLst>
              <a:ext uri="{FF2B5EF4-FFF2-40B4-BE49-F238E27FC236}">
                <a16:creationId xmlns:a16="http://schemas.microsoft.com/office/drawing/2014/main" id="{D140A53E-F79C-45A8-BC96-67C7878F0FA3}"/>
              </a:ext>
            </a:extLst>
          </p:cNvPr>
          <p:cNvCxnSpPr/>
          <p:nvPr/>
        </p:nvCxnSpPr>
        <p:spPr>
          <a:xfrm flipV="1">
            <a:off x="2605907" y="3607828"/>
            <a:ext cx="0" cy="812800"/>
          </a:xfrm>
          <a:prstGeom prst="line">
            <a:avLst/>
          </a:prstGeom>
          <a:ln w="152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3" name="直接连接符 22">
            <a:extLst>
              <a:ext uri="{FF2B5EF4-FFF2-40B4-BE49-F238E27FC236}">
                <a16:creationId xmlns:a16="http://schemas.microsoft.com/office/drawing/2014/main" id="{07000380-610D-4E4F-AF1F-2285F70C4580}"/>
              </a:ext>
            </a:extLst>
          </p:cNvPr>
          <p:cNvCxnSpPr/>
          <p:nvPr/>
        </p:nvCxnSpPr>
        <p:spPr>
          <a:xfrm flipV="1">
            <a:off x="5022820" y="3607828"/>
            <a:ext cx="0" cy="812800"/>
          </a:xfrm>
          <a:prstGeom prst="line">
            <a:avLst/>
          </a:prstGeom>
          <a:ln w="152400">
            <a:solidFill>
              <a:schemeClr val="tx1"/>
            </a:solidFill>
            <a:tailEnd w="med" len="lg"/>
          </a:ln>
        </p:spPr>
        <p:style>
          <a:lnRef idx="1">
            <a:schemeClr val="accent1"/>
          </a:lnRef>
          <a:fillRef idx="0">
            <a:schemeClr val="accent1"/>
          </a:fillRef>
          <a:effectRef idx="0">
            <a:schemeClr val="accent1"/>
          </a:effectRef>
          <a:fontRef idx="minor">
            <a:schemeClr val="tx1"/>
          </a:fontRef>
        </p:style>
      </p:cxnSp>
      <p:cxnSp>
        <p:nvCxnSpPr>
          <p:cNvPr id="25" name="直接连接符 24">
            <a:extLst>
              <a:ext uri="{FF2B5EF4-FFF2-40B4-BE49-F238E27FC236}">
                <a16:creationId xmlns:a16="http://schemas.microsoft.com/office/drawing/2014/main" id="{24EDF21C-94B3-4483-837B-80D7CA8AEB6B}"/>
              </a:ext>
            </a:extLst>
          </p:cNvPr>
          <p:cNvCxnSpPr/>
          <p:nvPr/>
        </p:nvCxnSpPr>
        <p:spPr>
          <a:xfrm flipV="1">
            <a:off x="7498946" y="3607828"/>
            <a:ext cx="0" cy="812800"/>
          </a:xfrm>
          <a:prstGeom prst="line">
            <a:avLst/>
          </a:prstGeom>
          <a:ln w="152400">
            <a:solidFill>
              <a:schemeClr val="tx1"/>
            </a:solidFill>
          </a:ln>
        </p:spPr>
        <p:style>
          <a:lnRef idx="1">
            <a:schemeClr val="accent1"/>
          </a:lnRef>
          <a:fillRef idx="0">
            <a:schemeClr val="accent1"/>
          </a:fillRef>
          <a:effectRef idx="0">
            <a:schemeClr val="accent1"/>
          </a:effectRef>
          <a:fontRef idx="minor">
            <a:schemeClr val="tx1"/>
          </a:fontRef>
        </p:style>
      </p:cxnSp>
      <p:grpSp>
        <p:nvGrpSpPr>
          <p:cNvPr id="42" name="组合 41">
            <a:extLst>
              <a:ext uri="{FF2B5EF4-FFF2-40B4-BE49-F238E27FC236}">
                <a16:creationId xmlns:a16="http://schemas.microsoft.com/office/drawing/2014/main" id="{1CC224D6-12E1-44D7-A886-4B677003A990}"/>
              </a:ext>
            </a:extLst>
          </p:cNvPr>
          <p:cNvGrpSpPr/>
          <p:nvPr/>
        </p:nvGrpSpPr>
        <p:grpSpPr>
          <a:xfrm>
            <a:off x="2018761" y="3467355"/>
            <a:ext cx="8489187" cy="225524"/>
            <a:chOff x="1920089" y="3629914"/>
            <a:chExt cx="8489187" cy="225524"/>
          </a:xfrm>
        </p:grpSpPr>
        <p:cxnSp>
          <p:nvCxnSpPr>
            <p:cNvPr id="20" name="直接连接符 19">
              <a:extLst>
                <a:ext uri="{FF2B5EF4-FFF2-40B4-BE49-F238E27FC236}">
                  <a16:creationId xmlns:a16="http://schemas.microsoft.com/office/drawing/2014/main" id="{B1BB9209-60AB-481D-9583-A468BBA20152}"/>
                </a:ext>
              </a:extLst>
            </p:cNvPr>
            <p:cNvCxnSpPr>
              <a:cxnSpLocks/>
              <a:endCxn id="28" idx="3"/>
            </p:cNvCxnSpPr>
            <p:nvPr/>
          </p:nvCxnSpPr>
          <p:spPr>
            <a:xfrm>
              <a:off x="2051721" y="3742676"/>
              <a:ext cx="8357555" cy="0"/>
            </a:xfrm>
            <a:prstGeom prst="line">
              <a:avLst/>
            </a:prstGeom>
            <a:ln w="152400">
              <a:solidFill>
                <a:schemeClr val="tx1"/>
              </a:solidFill>
            </a:ln>
          </p:spPr>
          <p:style>
            <a:lnRef idx="1">
              <a:schemeClr val="accent1"/>
            </a:lnRef>
            <a:fillRef idx="0">
              <a:schemeClr val="accent1"/>
            </a:fillRef>
            <a:effectRef idx="0">
              <a:schemeClr val="accent1"/>
            </a:effectRef>
            <a:fontRef idx="minor">
              <a:schemeClr val="tx1"/>
            </a:fontRef>
          </p:style>
        </p:cxnSp>
        <p:sp>
          <p:nvSpPr>
            <p:cNvPr id="27" name="矩形 26">
              <a:extLst>
                <a:ext uri="{FF2B5EF4-FFF2-40B4-BE49-F238E27FC236}">
                  <a16:creationId xmlns:a16="http://schemas.microsoft.com/office/drawing/2014/main" id="{3088066B-37B0-4753-B025-A9C4A9DBE759}"/>
                </a:ext>
              </a:extLst>
            </p:cNvPr>
            <p:cNvSpPr/>
            <p:nvPr/>
          </p:nvSpPr>
          <p:spPr>
            <a:xfrm>
              <a:off x="1920089" y="3629914"/>
              <a:ext cx="225524" cy="225524"/>
            </a:xfrm>
            <a:prstGeom prst="rect">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28" name="矩形 27">
              <a:extLst>
                <a:ext uri="{FF2B5EF4-FFF2-40B4-BE49-F238E27FC236}">
                  <a16:creationId xmlns:a16="http://schemas.microsoft.com/office/drawing/2014/main" id="{592837BA-D312-4B02-9754-A33B4D43ECD9}"/>
                </a:ext>
              </a:extLst>
            </p:cNvPr>
            <p:cNvSpPr/>
            <p:nvPr/>
          </p:nvSpPr>
          <p:spPr>
            <a:xfrm>
              <a:off x="10183752" y="3629914"/>
              <a:ext cx="225524" cy="225524"/>
            </a:xfrm>
            <a:prstGeom prst="rect">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grpSp>
      <p:sp>
        <p:nvSpPr>
          <p:cNvPr id="19" name="íşlïḍè">
            <a:extLst>
              <a:ext uri="{FF2B5EF4-FFF2-40B4-BE49-F238E27FC236}">
                <a16:creationId xmlns:a16="http://schemas.microsoft.com/office/drawing/2014/main" id="{D82D0EE9-BCE7-4FB3-B3CF-414981DECE6F}"/>
              </a:ext>
            </a:extLst>
          </p:cNvPr>
          <p:cNvSpPr txBox="1"/>
          <p:nvPr/>
        </p:nvSpPr>
        <p:spPr>
          <a:xfrm>
            <a:off x="5414767" y="4856117"/>
            <a:ext cx="1362463" cy="463199"/>
          </a:xfrm>
          <a:prstGeom prst="rect">
            <a:avLst/>
          </a:prstGeom>
          <a:noFill/>
        </p:spPr>
        <p:txBody>
          <a:bodyPr wrap="square" lIns="91440" tIns="45720" rIns="91440" bIns="45720" anchor="ctr">
            <a:noAutofit/>
          </a:bodyPr>
          <a:lstStyle/>
          <a:p>
            <a:pPr algn="ctr"/>
            <a:r>
              <a:rPr lang="zh-CN" altLang="en-US" b="1" dirty="0">
                <a:latin typeface="Arial Narrow" panose="020B0606020202030204" pitchFamily="34" charset="0"/>
              </a:rPr>
              <a:t>广播信道</a:t>
            </a:r>
          </a:p>
        </p:txBody>
      </p:sp>
      <p:cxnSp>
        <p:nvCxnSpPr>
          <p:cNvPr id="41" name="直接连接符 40">
            <a:extLst>
              <a:ext uri="{FF2B5EF4-FFF2-40B4-BE49-F238E27FC236}">
                <a16:creationId xmlns:a16="http://schemas.microsoft.com/office/drawing/2014/main" id="{3E3D9334-DC5E-41BA-9E7D-EB77BC46305D}"/>
              </a:ext>
            </a:extLst>
          </p:cNvPr>
          <p:cNvCxnSpPr/>
          <p:nvPr/>
        </p:nvCxnSpPr>
        <p:spPr>
          <a:xfrm flipV="1">
            <a:off x="9966946" y="3601838"/>
            <a:ext cx="0" cy="812800"/>
          </a:xfrm>
          <a:prstGeom prst="line">
            <a:avLst/>
          </a:prstGeom>
          <a:ln w="152400">
            <a:solidFill>
              <a:schemeClr val="tx1"/>
            </a:solidFill>
          </a:ln>
        </p:spPr>
        <p:style>
          <a:lnRef idx="1">
            <a:schemeClr val="accent1"/>
          </a:lnRef>
          <a:fillRef idx="0">
            <a:schemeClr val="accent1"/>
          </a:fillRef>
          <a:effectRef idx="0">
            <a:schemeClr val="accent1"/>
          </a:effectRef>
          <a:fontRef idx="minor">
            <a:schemeClr val="tx1"/>
          </a:fontRef>
        </p:style>
      </p:cxnSp>
      <p:pic>
        <p:nvPicPr>
          <p:cNvPr id="22" name="图形 21">
            <a:extLst>
              <a:ext uri="{FF2B5EF4-FFF2-40B4-BE49-F238E27FC236}">
                <a16:creationId xmlns:a16="http://schemas.microsoft.com/office/drawing/2014/main" id="{147196D6-EE10-4D07-BD48-FF4D4C22EAEE}"/>
              </a:ext>
            </a:extLst>
          </p:cNvPr>
          <p:cNvPicPr>
            <a:picLocks noChangeAspect="1"/>
          </p:cNvPicPr>
          <p:nvPr/>
        </p:nvPicPr>
        <p:blipFill>
          <a:blip r:embed="rId3">
            <a:extLst>
              <a:ext uri="{28A0092B-C50C-407E-A947-70E740481C1C}">
                <a14:useLocalDpi xmlns:a14="http://schemas.microsoft.com/office/drawing/2010/main" val="0"/>
              </a:ext>
              <a:ext uri="{96DAC541-7B7A-43D3-8B79-37D633B846F1}">
                <asvg:svgBlip xmlns:asvg="http://schemas.microsoft.com/office/drawing/2016/SVG/main" r:embed="rId4"/>
              </a:ext>
            </a:extLst>
          </a:blip>
          <a:stretch>
            <a:fillRect/>
          </a:stretch>
        </p:blipFill>
        <p:spPr>
          <a:xfrm>
            <a:off x="2064813" y="4215035"/>
            <a:ext cx="662814" cy="641082"/>
          </a:xfrm>
          <a:prstGeom prst="rect">
            <a:avLst/>
          </a:prstGeom>
        </p:spPr>
      </p:pic>
      <p:pic>
        <p:nvPicPr>
          <p:cNvPr id="26" name="图形 25">
            <a:extLst>
              <a:ext uri="{FF2B5EF4-FFF2-40B4-BE49-F238E27FC236}">
                <a16:creationId xmlns:a16="http://schemas.microsoft.com/office/drawing/2014/main" id="{4DE01D43-511C-4B9A-9214-7B6BCE67BAF8}"/>
              </a:ext>
            </a:extLst>
          </p:cNvPr>
          <p:cNvPicPr>
            <a:picLocks noChangeAspect="1"/>
          </p:cNvPicPr>
          <p:nvPr/>
        </p:nvPicPr>
        <p:blipFill>
          <a:blip r:embed="rId3">
            <a:extLst>
              <a:ext uri="{28A0092B-C50C-407E-A947-70E740481C1C}">
                <a14:useLocalDpi xmlns:a14="http://schemas.microsoft.com/office/drawing/2010/main" val="0"/>
              </a:ext>
              <a:ext uri="{96DAC541-7B7A-43D3-8B79-37D633B846F1}">
                <asvg:svgBlip xmlns:asvg="http://schemas.microsoft.com/office/drawing/2016/SVG/main" r:embed="rId4"/>
              </a:ext>
            </a:extLst>
          </a:blip>
          <a:stretch>
            <a:fillRect/>
          </a:stretch>
        </p:blipFill>
        <p:spPr>
          <a:xfrm>
            <a:off x="9476064" y="4215035"/>
            <a:ext cx="662814" cy="641082"/>
          </a:xfrm>
          <a:prstGeom prst="rect">
            <a:avLst/>
          </a:prstGeom>
        </p:spPr>
      </p:pic>
      <p:pic>
        <p:nvPicPr>
          <p:cNvPr id="39" name="图形 38">
            <a:extLst>
              <a:ext uri="{FF2B5EF4-FFF2-40B4-BE49-F238E27FC236}">
                <a16:creationId xmlns:a16="http://schemas.microsoft.com/office/drawing/2014/main" id="{8BEDA2E6-C612-4550-90B3-45F9C9E9EBF3}"/>
              </a:ext>
            </a:extLst>
          </p:cNvPr>
          <p:cNvPicPr>
            <a:picLocks noChangeAspect="1"/>
          </p:cNvPicPr>
          <p:nvPr/>
        </p:nvPicPr>
        <p:blipFill>
          <a:blip r:embed="rId3">
            <a:extLst>
              <a:ext uri="{28A0092B-C50C-407E-A947-70E740481C1C}">
                <a14:useLocalDpi xmlns:a14="http://schemas.microsoft.com/office/drawing/2010/main" val="0"/>
              </a:ext>
              <a:ext uri="{96DAC541-7B7A-43D3-8B79-37D633B846F1}">
                <asvg:svgBlip xmlns:asvg="http://schemas.microsoft.com/office/drawing/2016/SVG/main" r:embed="rId4"/>
              </a:ext>
            </a:extLst>
          </a:blip>
          <a:stretch>
            <a:fillRect/>
          </a:stretch>
        </p:blipFill>
        <p:spPr>
          <a:xfrm>
            <a:off x="7005647" y="4215035"/>
            <a:ext cx="662814" cy="641082"/>
          </a:xfrm>
          <a:prstGeom prst="rect">
            <a:avLst/>
          </a:prstGeom>
        </p:spPr>
      </p:pic>
      <p:grpSp>
        <p:nvGrpSpPr>
          <p:cNvPr id="54" name="组合 53">
            <a:extLst>
              <a:ext uri="{FF2B5EF4-FFF2-40B4-BE49-F238E27FC236}">
                <a16:creationId xmlns:a16="http://schemas.microsoft.com/office/drawing/2014/main" id="{6D7C2406-A689-4157-8460-50480BA3E90B}"/>
              </a:ext>
            </a:extLst>
          </p:cNvPr>
          <p:cNvGrpSpPr/>
          <p:nvPr/>
        </p:nvGrpSpPr>
        <p:grpSpPr>
          <a:xfrm>
            <a:off x="5323845" y="4280951"/>
            <a:ext cx="1544306" cy="336539"/>
            <a:chOff x="5323845" y="4280951"/>
            <a:chExt cx="1544306" cy="336539"/>
          </a:xfrm>
        </p:grpSpPr>
        <p:cxnSp>
          <p:nvCxnSpPr>
            <p:cNvPr id="46" name="直接箭头连接符 45">
              <a:extLst>
                <a:ext uri="{FF2B5EF4-FFF2-40B4-BE49-F238E27FC236}">
                  <a16:creationId xmlns:a16="http://schemas.microsoft.com/office/drawing/2014/main" id="{A2C65660-B138-472D-9596-AEEA8D8ADF9A}"/>
                </a:ext>
              </a:extLst>
            </p:cNvPr>
            <p:cNvCxnSpPr>
              <a:cxnSpLocks/>
            </p:cNvCxnSpPr>
            <p:nvPr/>
          </p:nvCxnSpPr>
          <p:spPr>
            <a:xfrm>
              <a:off x="5323845" y="4617490"/>
              <a:ext cx="1544306" cy="0"/>
            </a:xfrm>
            <a:prstGeom prst="straightConnector1">
              <a:avLst/>
            </a:prstGeom>
            <a:ln w="38100">
              <a:solidFill>
                <a:schemeClr val="tx1"/>
              </a:solidFill>
              <a:prstDash val="dash"/>
              <a:tailEnd type="triangle"/>
            </a:ln>
          </p:spPr>
          <p:style>
            <a:lnRef idx="1">
              <a:schemeClr val="accent1"/>
            </a:lnRef>
            <a:fillRef idx="0">
              <a:schemeClr val="accent1"/>
            </a:fillRef>
            <a:effectRef idx="0">
              <a:schemeClr val="accent1"/>
            </a:effectRef>
            <a:fontRef idx="minor">
              <a:schemeClr val="tx1"/>
            </a:fontRef>
          </p:style>
        </p:cxnSp>
        <p:sp>
          <p:nvSpPr>
            <p:cNvPr id="53" name="íşlïḍè">
              <a:extLst>
                <a:ext uri="{FF2B5EF4-FFF2-40B4-BE49-F238E27FC236}">
                  <a16:creationId xmlns:a16="http://schemas.microsoft.com/office/drawing/2014/main" id="{6BD8BC68-1B75-4FB6-9911-70ED85C3BF11}"/>
                </a:ext>
              </a:extLst>
            </p:cNvPr>
            <p:cNvSpPr txBox="1"/>
            <p:nvPr/>
          </p:nvSpPr>
          <p:spPr>
            <a:xfrm>
              <a:off x="5632036" y="4280951"/>
              <a:ext cx="927924" cy="267374"/>
            </a:xfrm>
            <a:prstGeom prst="rect">
              <a:avLst/>
            </a:prstGeom>
            <a:noFill/>
          </p:spPr>
          <p:txBody>
            <a:bodyPr wrap="square" lIns="91440" tIns="45720" rIns="91440" bIns="45720" anchor="ctr">
              <a:noAutofit/>
            </a:bodyPr>
            <a:lstStyle/>
            <a:p>
              <a:pPr algn="ctr"/>
              <a:r>
                <a:rPr lang="zh-CN" altLang="en-US" b="1" dirty="0">
                  <a:latin typeface="Arial Narrow" panose="020B0606020202030204" pitchFamily="34" charset="0"/>
                </a:rPr>
                <a:t>发送帧</a:t>
              </a:r>
            </a:p>
          </p:txBody>
        </p:sp>
      </p:grpSp>
      <p:cxnSp>
        <p:nvCxnSpPr>
          <p:cNvPr id="56" name="直接箭头连接符 55">
            <a:extLst>
              <a:ext uri="{FF2B5EF4-FFF2-40B4-BE49-F238E27FC236}">
                <a16:creationId xmlns:a16="http://schemas.microsoft.com/office/drawing/2014/main" id="{7A19B750-7983-40E8-87EB-2DE084E2424A}"/>
              </a:ext>
            </a:extLst>
          </p:cNvPr>
          <p:cNvCxnSpPr/>
          <p:nvPr/>
        </p:nvCxnSpPr>
        <p:spPr>
          <a:xfrm flipV="1">
            <a:off x="5022820" y="3601838"/>
            <a:ext cx="0" cy="773654"/>
          </a:xfrm>
          <a:prstGeom prst="straightConnector1">
            <a:avLst/>
          </a:prstGeom>
          <a:ln w="50800" cap="rnd">
            <a:solidFill>
              <a:schemeClr val="accent6"/>
            </a:solidFill>
            <a:round/>
            <a:tailEnd type="triangle" w="med" len="med"/>
          </a:ln>
        </p:spPr>
        <p:style>
          <a:lnRef idx="1">
            <a:schemeClr val="accent1"/>
          </a:lnRef>
          <a:fillRef idx="0">
            <a:schemeClr val="accent1"/>
          </a:fillRef>
          <a:effectRef idx="0">
            <a:schemeClr val="accent1"/>
          </a:effectRef>
          <a:fontRef idx="minor">
            <a:schemeClr val="tx1"/>
          </a:fontRef>
        </p:style>
      </p:cxnSp>
      <p:pic>
        <p:nvPicPr>
          <p:cNvPr id="24" name="图形 23">
            <a:extLst>
              <a:ext uri="{FF2B5EF4-FFF2-40B4-BE49-F238E27FC236}">
                <a16:creationId xmlns:a16="http://schemas.microsoft.com/office/drawing/2014/main" id="{EAB63B73-1AF4-4A38-8986-514E9F3CD325}"/>
              </a:ext>
            </a:extLst>
          </p:cNvPr>
          <p:cNvPicPr>
            <a:picLocks noChangeAspect="1"/>
          </p:cNvPicPr>
          <p:nvPr/>
        </p:nvPicPr>
        <p:blipFill>
          <a:blip r:embed="rId3">
            <a:extLst>
              <a:ext uri="{28A0092B-C50C-407E-A947-70E740481C1C}">
                <a14:useLocalDpi xmlns:a14="http://schemas.microsoft.com/office/drawing/2010/main" val="0"/>
              </a:ext>
              <a:ext uri="{96DAC541-7B7A-43D3-8B79-37D633B846F1}">
                <asvg:svgBlip xmlns:asvg="http://schemas.microsoft.com/office/drawing/2016/SVG/main" r:embed="rId4"/>
              </a:ext>
            </a:extLst>
          </a:blip>
          <a:stretch>
            <a:fillRect/>
          </a:stretch>
        </p:blipFill>
        <p:spPr>
          <a:xfrm>
            <a:off x="4535230" y="4215035"/>
            <a:ext cx="662814" cy="641082"/>
          </a:xfrm>
          <a:prstGeom prst="rect">
            <a:avLst/>
          </a:prstGeom>
        </p:spPr>
      </p:pic>
      <p:cxnSp>
        <p:nvCxnSpPr>
          <p:cNvPr id="6" name="直接箭头连接符 5">
            <a:extLst>
              <a:ext uri="{FF2B5EF4-FFF2-40B4-BE49-F238E27FC236}">
                <a16:creationId xmlns:a16="http://schemas.microsoft.com/office/drawing/2014/main" id="{EBFA96C8-6C8B-45DF-945E-616889A43BB7}"/>
              </a:ext>
            </a:extLst>
          </p:cNvPr>
          <p:cNvCxnSpPr>
            <a:cxnSpLocks/>
          </p:cNvCxnSpPr>
          <p:nvPr/>
        </p:nvCxnSpPr>
        <p:spPr>
          <a:xfrm>
            <a:off x="5022820" y="3581519"/>
            <a:ext cx="5317762" cy="0"/>
          </a:xfrm>
          <a:prstGeom prst="straightConnector1">
            <a:avLst/>
          </a:prstGeom>
          <a:ln w="50800" cap="rnd">
            <a:solidFill>
              <a:schemeClr val="accent6"/>
            </a:solidFill>
            <a:round/>
            <a:tailEnd type="triangle" w="med" len="med"/>
          </a:ln>
        </p:spPr>
        <p:style>
          <a:lnRef idx="1">
            <a:schemeClr val="accent1"/>
          </a:lnRef>
          <a:fillRef idx="0">
            <a:schemeClr val="accent1"/>
          </a:fillRef>
          <a:effectRef idx="0">
            <a:schemeClr val="accent1"/>
          </a:effectRef>
          <a:fontRef idx="minor">
            <a:schemeClr val="tx1"/>
          </a:fontRef>
        </p:style>
      </p:cxnSp>
      <p:cxnSp>
        <p:nvCxnSpPr>
          <p:cNvPr id="9" name="直接箭头连接符 8">
            <a:extLst>
              <a:ext uri="{FF2B5EF4-FFF2-40B4-BE49-F238E27FC236}">
                <a16:creationId xmlns:a16="http://schemas.microsoft.com/office/drawing/2014/main" id="{912436A7-C909-4451-8C15-E76FC00614A4}"/>
              </a:ext>
            </a:extLst>
          </p:cNvPr>
          <p:cNvCxnSpPr>
            <a:cxnSpLocks/>
          </p:cNvCxnSpPr>
          <p:nvPr/>
        </p:nvCxnSpPr>
        <p:spPr>
          <a:xfrm flipH="1">
            <a:off x="2244285" y="3581519"/>
            <a:ext cx="2811810" cy="0"/>
          </a:xfrm>
          <a:prstGeom prst="straightConnector1">
            <a:avLst/>
          </a:prstGeom>
          <a:ln w="50800" cap="rnd">
            <a:solidFill>
              <a:schemeClr val="accent6"/>
            </a:solidFill>
            <a:round/>
            <a:tailEnd type="triangle" w="med" len="med"/>
          </a:ln>
        </p:spPr>
        <p:style>
          <a:lnRef idx="1">
            <a:schemeClr val="accent1"/>
          </a:lnRef>
          <a:fillRef idx="0">
            <a:schemeClr val="accent1"/>
          </a:fillRef>
          <a:effectRef idx="0">
            <a:schemeClr val="accent1"/>
          </a:effectRef>
          <a:fontRef idx="minor">
            <a:schemeClr val="tx1"/>
          </a:fontRef>
        </p:style>
      </p:cxnSp>
      <p:cxnSp>
        <p:nvCxnSpPr>
          <p:cNvPr id="13" name="直接箭头连接符 12">
            <a:extLst>
              <a:ext uri="{FF2B5EF4-FFF2-40B4-BE49-F238E27FC236}">
                <a16:creationId xmlns:a16="http://schemas.microsoft.com/office/drawing/2014/main" id="{3DE60C78-519F-4DEB-A6E8-C799BC53FD56}"/>
              </a:ext>
            </a:extLst>
          </p:cNvPr>
          <p:cNvCxnSpPr>
            <a:cxnSpLocks/>
          </p:cNvCxnSpPr>
          <p:nvPr/>
        </p:nvCxnSpPr>
        <p:spPr>
          <a:xfrm>
            <a:off x="9966946" y="3595065"/>
            <a:ext cx="0" cy="700834"/>
          </a:xfrm>
          <a:prstGeom prst="straightConnector1">
            <a:avLst/>
          </a:prstGeom>
          <a:ln w="50800" cap="rnd">
            <a:solidFill>
              <a:schemeClr val="accent6"/>
            </a:solidFill>
            <a:round/>
            <a:tailEnd type="triangle" w="med" len="med"/>
          </a:ln>
        </p:spPr>
        <p:style>
          <a:lnRef idx="1">
            <a:schemeClr val="accent1"/>
          </a:lnRef>
          <a:fillRef idx="0">
            <a:schemeClr val="accent1"/>
          </a:fillRef>
          <a:effectRef idx="0">
            <a:schemeClr val="accent1"/>
          </a:effectRef>
          <a:fontRef idx="minor">
            <a:schemeClr val="tx1"/>
          </a:fontRef>
        </p:style>
      </p:cxnSp>
      <p:cxnSp>
        <p:nvCxnSpPr>
          <p:cNvPr id="40" name="直接箭头连接符 39">
            <a:extLst>
              <a:ext uri="{FF2B5EF4-FFF2-40B4-BE49-F238E27FC236}">
                <a16:creationId xmlns:a16="http://schemas.microsoft.com/office/drawing/2014/main" id="{E03E18E1-6C9B-441A-B4DE-55425EC415AB}"/>
              </a:ext>
            </a:extLst>
          </p:cNvPr>
          <p:cNvCxnSpPr>
            <a:cxnSpLocks/>
          </p:cNvCxnSpPr>
          <p:nvPr/>
        </p:nvCxnSpPr>
        <p:spPr>
          <a:xfrm>
            <a:off x="7498946" y="3601838"/>
            <a:ext cx="0" cy="700834"/>
          </a:xfrm>
          <a:prstGeom prst="straightConnector1">
            <a:avLst/>
          </a:prstGeom>
          <a:ln w="50800" cap="rnd">
            <a:solidFill>
              <a:schemeClr val="accent6"/>
            </a:solidFill>
            <a:round/>
            <a:tailEnd type="triangle" w="med" len="med"/>
          </a:ln>
        </p:spPr>
        <p:style>
          <a:lnRef idx="1">
            <a:schemeClr val="accent1"/>
          </a:lnRef>
          <a:fillRef idx="0">
            <a:schemeClr val="accent1"/>
          </a:fillRef>
          <a:effectRef idx="0">
            <a:schemeClr val="accent1"/>
          </a:effectRef>
          <a:fontRef idx="minor">
            <a:schemeClr val="tx1"/>
          </a:fontRef>
        </p:style>
      </p:cxnSp>
      <p:cxnSp>
        <p:nvCxnSpPr>
          <p:cNvPr id="45" name="直接箭头连接符 44">
            <a:extLst>
              <a:ext uri="{FF2B5EF4-FFF2-40B4-BE49-F238E27FC236}">
                <a16:creationId xmlns:a16="http://schemas.microsoft.com/office/drawing/2014/main" id="{F1FD2EF4-08F0-40A1-832A-5D493BCCE8B1}"/>
              </a:ext>
            </a:extLst>
          </p:cNvPr>
          <p:cNvCxnSpPr>
            <a:cxnSpLocks/>
          </p:cNvCxnSpPr>
          <p:nvPr/>
        </p:nvCxnSpPr>
        <p:spPr>
          <a:xfrm>
            <a:off x="2610160" y="3601838"/>
            <a:ext cx="0" cy="700834"/>
          </a:xfrm>
          <a:prstGeom prst="straightConnector1">
            <a:avLst/>
          </a:prstGeom>
          <a:ln w="50800" cap="rnd">
            <a:solidFill>
              <a:schemeClr val="accent6"/>
            </a:solidFill>
            <a:round/>
            <a:tailEnd type="triangle" w="med" len="med"/>
          </a:ln>
        </p:spPr>
        <p:style>
          <a:lnRef idx="1">
            <a:schemeClr val="accent1"/>
          </a:lnRef>
          <a:fillRef idx="0">
            <a:schemeClr val="accent1"/>
          </a:fillRef>
          <a:effectRef idx="0">
            <a:schemeClr val="accent1"/>
          </a:effectRef>
          <a:fontRef idx="minor">
            <a:schemeClr val="tx1"/>
          </a:fontRef>
        </p:style>
      </p:cxnSp>
      <p:sp>
        <p:nvSpPr>
          <p:cNvPr id="47" name="矩形 46">
            <a:extLst>
              <a:ext uri="{FF2B5EF4-FFF2-40B4-BE49-F238E27FC236}">
                <a16:creationId xmlns:a16="http://schemas.microsoft.com/office/drawing/2014/main" id="{B5D2ECE4-12E5-4037-99C6-FECD828BCF2C}"/>
              </a:ext>
            </a:extLst>
          </p:cNvPr>
          <p:cNvSpPr/>
          <p:nvPr/>
        </p:nvSpPr>
        <p:spPr>
          <a:xfrm>
            <a:off x="1056633" y="1335374"/>
            <a:ext cx="256976" cy="256976"/>
          </a:xfrm>
          <a:prstGeom prst="rect">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48" name="íşlïḍè">
            <a:extLst>
              <a:ext uri="{FF2B5EF4-FFF2-40B4-BE49-F238E27FC236}">
                <a16:creationId xmlns:a16="http://schemas.microsoft.com/office/drawing/2014/main" id="{3A8ED235-C46A-40A6-B687-AE21B4C08B05}"/>
              </a:ext>
            </a:extLst>
          </p:cNvPr>
          <p:cNvSpPr txBox="1"/>
          <p:nvPr/>
        </p:nvSpPr>
        <p:spPr>
          <a:xfrm>
            <a:off x="1373861" y="1281053"/>
            <a:ext cx="10276516" cy="567788"/>
          </a:xfrm>
          <a:prstGeom prst="rect">
            <a:avLst/>
          </a:prstGeom>
          <a:noFill/>
        </p:spPr>
        <p:txBody>
          <a:bodyPr wrap="square" lIns="91440" tIns="45720" rIns="91440" bIns="45720" anchor="ctr">
            <a:noAutofit/>
          </a:bodyPr>
          <a:lstStyle/>
          <a:p>
            <a:r>
              <a:rPr lang="zh-CN" altLang="en-US" b="1" dirty="0">
                <a:latin typeface="Arial Narrow" panose="020B0606020202030204" pitchFamily="34" charset="0"/>
              </a:rPr>
              <a:t>当多个主机连接在同一个广播信道上，要想实现两个主机之间的通信，则每个主机都必须有一个</a:t>
            </a:r>
            <a:r>
              <a:rPr lang="zh-CN" altLang="en-US" b="1" dirty="0">
                <a:solidFill>
                  <a:schemeClr val="accent1">
                    <a:lumMod val="75000"/>
                  </a:schemeClr>
                </a:solidFill>
                <a:latin typeface="Arial Narrow" panose="020B0606020202030204" pitchFamily="34" charset="0"/>
              </a:rPr>
              <a:t>唯一</a:t>
            </a:r>
            <a:endParaRPr lang="en-US" altLang="zh-CN" b="1" dirty="0">
              <a:solidFill>
                <a:schemeClr val="accent1">
                  <a:lumMod val="75000"/>
                </a:schemeClr>
              </a:solidFill>
              <a:latin typeface="Arial Narrow" panose="020B0606020202030204" pitchFamily="34" charset="0"/>
            </a:endParaRPr>
          </a:p>
          <a:p>
            <a:r>
              <a:rPr lang="zh-CN" altLang="en-US" b="1" dirty="0">
                <a:solidFill>
                  <a:schemeClr val="accent1">
                    <a:lumMod val="75000"/>
                  </a:schemeClr>
                </a:solidFill>
                <a:latin typeface="Arial Narrow" panose="020B0606020202030204" pitchFamily="34" charset="0"/>
              </a:rPr>
              <a:t>的标识</a:t>
            </a:r>
            <a:r>
              <a:rPr lang="zh-CN" altLang="en-US" b="1" dirty="0">
                <a:latin typeface="Arial Narrow" panose="020B0606020202030204" pitchFamily="34" charset="0"/>
              </a:rPr>
              <a:t>，即一个</a:t>
            </a:r>
            <a:r>
              <a:rPr lang="zh-CN" altLang="en-US" b="1" dirty="0">
                <a:solidFill>
                  <a:schemeClr val="accent1">
                    <a:lumMod val="75000"/>
                  </a:schemeClr>
                </a:solidFill>
                <a:latin typeface="Arial Narrow" panose="020B0606020202030204" pitchFamily="34" charset="0"/>
              </a:rPr>
              <a:t>数据链路层地址</a:t>
            </a:r>
            <a:r>
              <a:rPr lang="zh-CN" altLang="en-US" b="1" dirty="0">
                <a:latin typeface="Arial Narrow" panose="020B0606020202030204" pitchFamily="34" charset="0"/>
              </a:rPr>
              <a:t>。</a:t>
            </a:r>
          </a:p>
        </p:txBody>
      </p:sp>
      <p:sp>
        <p:nvSpPr>
          <p:cNvPr id="38" name="矩形 37">
            <a:extLst>
              <a:ext uri="{FF2B5EF4-FFF2-40B4-BE49-F238E27FC236}">
                <a16:creationId xmlns:a16="http://schemas.microsoft.com/office/drawing/2014/main" id="{3F8BB29A-850B-4F3D-8F5C-FCAEDD32EEBD}"/>
              </a:ext>
            </a:extLst>
          </p:cNvPr>
          <p:cNvSpPr/>
          <p:nvPr/>
        </p:nvSpPr>
        <p:spPr>
          <a:xfrm>
            <a:off x="1056633" y="2085766"/>
            <a:ext cx="256976" cy="256976"/>
          </a:xfrm>
          <a:prstGeom prst="rect">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43" name="íşlïḍè">
            <a:extLst>
              <a:ext uri="{FF2B5EF4-FFF2-40B4-BE49-F238E27FC236}">
                <a16:creationId xmlns:a16="http://schemas.microsoft.com/office/drawing/2014/main" id="{0F1E4A39-A7FF-4D5D-82C5-EC7AAE6D762B}"/>
              </a:ext>
            </a:extLst>
          </p:cNvPr>
          <p:cNvSpPr txBox="1"/>
          <p:nvPr/>
        </p:nvSpPr>
        <p:spPr>
          <a:xfrm>
            <a:off x="1373861" y="2031444"/>
            <a:ext cx="10276516" cy="685515"/>
          </a:xfrm>
          <a:prstGeom prst="rect">
            <a:avLst/>
          </a:prstGeom>
          <a:noFill/>
        </p:spPr>
        <p:txBody>
          <a:bodyPr wrap="square" lIns="91440" tIns="45720" rIns="91440" bIns="45720" anchor="ctr">
            <a:noAutofit/>
          </a:bodyPr>
          <a:lstStyle/>
          <a:p>
            <a:r>
              <a:rPr lang="zh-CN" altLang="en-US" b="1" dirty="0">
                <a:latin typeface="Arial Narrow" panose="020B0606020202030204" pitchFamily="34" charset="0"/>
              </a:rPr>
              <a:t>在每个主机发送的</a:t>
            </a:r>
            <a:r>
              <a:rPr lang="zh-CN" altLang="en-US" b="1" dirty="0">
                <a:solidFill>
                  <a:schemeClr val="accent1">
                    <a:lumMod val="75000"/>
                  </a:schemeClr>
                </a:solidFill>
                <a:latin typeface="Arial Narrow" panose="020B0606020202030204" pitchFamily="34" charset="0"/>
              </a:rPr>
              <a:t>帧的首部</a:t>
            </a:r>
            <a:r>
              <a:rPr lang="zh-CN" altLang="en-US" b="1" dirty="0">
                <a:latin typeface="Arial Narrow" panose="020B0606020202030204" pitchFamily="34" charset="0"/>
              </a:rPr>
              <a:t>中，都</a:t>
            </a:r>
            <a:r>
              <a:rPr lang="zh-CN" altLang="en-US" b="1" dirty="0">
                <a:solidFill>
                  <a:schemeClr val="accent1">
                    <a:lumMod val="75000"/>
                  </a:schemeClr>
                </a:solidFill>
                <a:latin typeface="Arial Narrow" panose="020B0606020202030204" pitchFamily="34" charset="0"/>
              </a:rPr>
              <a:t>携带</a:t>
            </a:r>
            <a:r>
              <a:rPr lang="zh-CN" altLang="en-US" b="1" dirty="0">
                <a:latin typeface="Arial Narrow" panose="020B0606020202030204" pitchFamily="34" charset="0"/>
              </a:rPr>
              <a:t>有发送主机（源主机）和接收主机（目的主机）的</a:t>
            </a:r>
            <a:r>
              <a:rPr lang="zh-CN" altLang="en-US" b="1" dirty="0">
                <a:solidFill>
                  <a:schemeClr val="accent1">
                    <a:lumMod val="75000"/>
                  </a:schemeClr>
                </a:solidFill>
                <a:latin typeface="Arial Narrow" panose="020B0606020202030204" pitchFamily="34" charset="0"/>
              </a:rPr>
              <a:t>数据链路层地址</a:t>
            </a:r>
            <a:r>
              <a:rPr lang="zh-CN" altLang="en-US" b="1" dirty="0">
                <a:latin typeface="Arial Narrow" panose="020B0606020202030204" pitchFamily="34" charset="0"/>
              </a:rPr>
              <a:t>。由于这类地址是用于</a:t>
            </a:r>
            <a:r>
              <a:rPr lang="zh-CN" altLang="en-US" b="1" dirty="0">
                <a:solidFill>
                  <a:schemeClr val="accent1">
                    <a:lumMod val="75000"/>
                  </a:schemeClr>
                </a:solidFill>
                <a:latin typeface="Arial Narrow" panose="020B0606020202030204" pitchFamily="34" charset="0"/>
              </a:rPr>
              <a:t>媒体接入控制</a:t>
            </a:r>
            <a:r>
              <a:rPr lang="zh-CN" altLang="en-US" b="1" dirty="0">
                <a:latin typeface="Arial Narrow" panose="020B0606020202030204" pitchFamily="34" charset="0"/>
              </a:rPr>
              <a:t>（</a:t>
            </a:r>
            <a:r>
              <a:rPr lang="en-US" altLang="zh-CN" b="1" dirty="0">
                <a:solidFill>
                  <a:schemeClr val="accent1">
                    <a:lumMod val="75000"/>
                  </a:schemeClr>
                </a:solidFill>
                <a:latin typeface="Arial Narrow" panose="020B0606020202030204" pitchFamily="34" charset="0"/>
              </a:rPr>
              <a:t>M</a:t>
            </a:r>
            <a:r>
              <a:rPr lang="en-US" altLang="zh-CN" b="1" dirty="0">
                <a:latin typeface="Arial Narrow" panose="020B0606020202030204" pitchFamily="34" charset="0"/>
              </a:rPr>
              <a:t>edium </a:t>
            </a:r>
            <a:r>
              <a:rPr lang="en-US" altLang="zh-CN" b="1" dirty="0">
                <a:solidFill>
                  <a:schemeClr val="accent1">
                    <a:lumMod val="75000"/>
                  </a:schemeClr>
                </a:solidFill>
                <a:latin typeface="Arial Narrow" panose="020B0606020202030204" pitchFamily="34" charset="0"/>
              </a:rPr>
              <a:t>A</a:t>
            </a:r>
            <a:r>
              <a:rPr lang="en-US" altLang="zh-CN" b="1" dirty="0">
                <a:latin typeface="Arial Narrow" panose="020B0606020202030204" pitchFamily="34" charset="0"/>
              </a:rPr>
              <a:t>ccess </a:t>
            </a:r>
            <a:r>
              <a:rPr lang="en-US" altLang="zh-CN" b="1" dirty="0">
                <a:solidFill>
                  <a:schemeClr val="accent1">
                    <a:lumMod val="75000"/>
                  </a:schemeClr>
                </a:solidFill>
                <a:latin typeface="Arial Narrow" panose="020B0606020202030204" pitchFamily="34" charset="0"/>
              </a:rPr>
              <a:t>C</a:t>
            </a:r>
            <a:r>
              <a:rPr lang="en-US" altLang="zh-CN" b="1" dirty="0">
                <a:latin typeface="Arial Narrow" panose="020B0606020202030204" pitchFamily="34" charset="0"/>
              </a:rPr>
              <a:t>ontrol</a:t>
            </a:r>
            <a:r>
              <a:rPr lang="zh-CN" altLang="en-US" b="1" dirty="0">
                <a:latin typeface="Arial Narrow" panose="020B0606020202030204" pitchFamily="34" charset="0"/>
              </a:rPr>
              <a:t>，</a:t>
            </a:r>
            <a:r>
              <a:rPr lang="en-US" altLang="zh-CN" b="1" dirty="0">
                <a:solidFill>
                  <a:schemeClr val="accent1">
                    <a:lumMod val="75000"/>
                  </a:schemeClr>
                </a:solidFill>
                <a:latin typeface="Arial Narrow" panose="020B0606020202030204" pitchFamily="34" charset="0"/>
              </a:rPr>
              <a:t>MAC</a:t>
            </a:r>
            <a:r>
              <a:rPr lang="zh-CN" altLang="en-US" b="1" dirty="0">
                <a:latin typeface="Arial Narrow" panose="020B0606020202030204" pitchFamily="34" charset="0"/>
              </a:rPr>
              <a:t>）的，因此被称为</a:t>
            </a:r>
            <a:r>
              <a:rPr lang="en-US" altLang="zh-CN" b="1" dirty="0">
                <a:solidFill>
                  <a:schemeClr val="accent1">
                    <a:lumMod val="75000"/>
                  </a:schemeClr>
                </a:solidFill>
                <a:latin typeface="Arial Narrow" panose="020B0606020202030204" pitchFamily="34" charset="0"/>
              </a:rPr>
              <a:t>MAC</a:t>
            </a:r>
            <a:r>
              <a:rPr lang="zh-CN" altLang="en-US" b="1" dirty="0">
                <a:solidFill>
                  <a:schemeClr val="accent1">
                    <a:lumMod val="75000"/>
                  </a:schemeClr>
                </a:solidFill>
                <a:latin typeface="Arial Narrow" panose="020B0606020202030204" pitchFamily="34" charset="0"/>
              </a:rPr>
              <a:t>地址</a:t>
            </a:r>
            <a:r>
              <a:rPr lang="zh-CN" altLang="en-US" b="1" dirty="0">
                <a:latin typeface="Arial Narrow" panose="020B0606020202030204" pitchFamily="34" charset="0"/>
              </a:rPr>
              <a:t>。</a:t>
            </a:r>
          </a:p>
        </p:txBody>
      </p:sp>
      <p:sp>
        <p:nvSpPr>
          <p:cNvPr id="7" name="矩形 6">
            <a:extLst>
              <a:ext uri="{FF2B5EF4-FFF2-40B4-BE49-F238E27FC236}">
                <a16:creationId xmlns:a16="http://schemas.microsoft.com/office/drawing/2014/main" id="{4BC9C696-1ED4-43F1-ADF8-4332E03DDE71}"/>
              </a:ext>
            </a:extLst>
          </p:cNvPr>
          <p:cNvSpPr/>
          <p:nvPr/>
        </p:nvSpPr>
        <p:spPr>
          <a:xfrm>
            <a:off x="5198331" y="3710258"/>
            <a:ext cx="1816475" cy="256976"/>
          </a:xfrm>
          <a:prstGeom prst="rect">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44" name="矩形 43">
            <a:extLst>
              <a:ext uri="{FF2B5EF4-FFF2-40B4-BE49-F238E27FC236}">
                <a16:creationId xmlns:a16="http://schemas.microsoft.com/office/drawing/2014/main" id="{EC803985-58E3-4217-984C-6AE175B288CA}"/>
              </a:ext>
            </a:extLst>
          </p:cNvPr>
          <p:cNvSpPr/>
          <p:nvPr/>
        </p:nvSpPr>
        <p:spPr>
          <a:xfrm>
            <a:off x="5196426" y="3710258"/>
            <a:ext cx="308162" cy="256976"/>
          </a:xfrm>
          <a:prstGeom prst="rect">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CN" b="1" dirty="0">
                <a:solidFill>
                  <a:schemeClr val="tx1"/>
                </a:solidFill>
              </a:rPr>
              <a:t>C</a:t>
            </a:r>
            <a:endParaRPr lang="zh-CN" altLang="en-US" b="1" dirty="0">
              <a:solidFill>
                <a:schemeClr val="tx1"/>
              </a:solidFill>
            </a:endParaRPr>
          </a:p>
        </p:txBody>
      </p:sp>
      <p:sp>
        <p:nvSpPr>
          <p:cNvPr id="55" name="矩形 54">
            <a:extLst>
              <a:ext uri="{FF2B5EF4-FFF2-40B4-BE49-F238E27FC236}">
                <a16:creationId xmlns:a16="http://schemas.microsoft.com/office/drawing/2014/main" id="{05832307-9A91-4F29-A477-BB02FC982459}"/>
              </a:ext>
            </a:extLst>
          </p:cNvPr>
          <p:cNvSpPr/>
          <p:nvPr/>
        </p:nvSpPr>
        <p:spPr>
          <a:xfrm>
            <a:off x="5504588" y="3710258"/>
            <a:ext cx="308162" cy="256976"/>
          </a:xfrm>
          <a:prstGeom prst="rect">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CN" b="1" dirty="0">
                <a:solidFill>
                  <a:schemeClr val="tx1"/>
                </a:solidFill>
              </a:rPr>
              <a:t>B</a:t>
            </a:r>
            <a:endParaRPr lang="zh-CN" altLang="en-US" b="1" dirty="0">
              <a:solidFill>
                <a:schemeClr val="tx1"/>
              </a:solidFill>
            </a:endParaRPr>
          </a:p>
        </p:txBody>
      </p:sp>
      <p:sp>
        <p:nvSpPr>
          <p:cNvPr id="57" name="矩形 56">
            <a:extLst>
              <a:ext uri="{FF2B5EF4-FFF2-40B4-BE49-F238E27FC236}">
                <a16:creationId xmlns:a16="http://schemas.microsoft.com/office/drawing/2014/main" id="{26B7C04B-72F8-45DC-9A12-2F9E7C6EA442}"/>
              </a:ext>
            </a:extLst>
          </p:cNvPr>
          <p:cNvSpPr/>
          <p:nvPr/>
        </p:nvSpPr>
        <p:spPr>
          <a:xfrm>
            <a:off x="2605907" y="4873710"/>
            <a:ext cx="1816475" cy="256976"/>
          </a:xfrm>
          <a:prstGeom prst="rect">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58" name="矩形 57">
            <a:extLst>
              <a:ext uri="{FF2B5EF4-FFF2-40B4-BE49-F238E27FC236}">
                <a16:creationId xmlns:a16="http://schemas.microsoft.com/office/drawing/2014/main" id="{BFAED27C-B448-407A-9F40-78E4603AF41E}"/>
              </a:ext>
            </a:extLst>
          </p:cNvPr>
          <p:cNvSpPr/>
          <p:nvPr/>
        </p:nvSpPr>
        <p:spPr>
          <a:xfrm>
            <a:off x="2604002" y="4873710"/>
            <a:ext cx="308162" cy="256976"/>
          </a:xfrm>
          <a:prstGeom prst="rect">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CN" b="1" dirty="0">
                <a:solidFill>
                  <a:schemeClr val="tx1"/>
                </a:solidFill>
              </a:rPr>
              <a:t>C</a:t>
            </a:r>
            <a:endParaRPr lang="zh-CN" altLang="en-US" b="1" dirty="0">
              <a:solidFill>
                <a:schemeClr val="tx1"/>
              </a:solidFill>
            </a:endParaRPr>
          </a:p>
        </p:txBody>
      </p:sp>
      <p:sp>
        <p:nvSpPr>
          <p:cNvPr id="59" name="矩形 58">
            <a:extLst>
              <a:ext uri="{FF2B5EF4-FFF2-40B4-BE49-F238E27FC236}">
                <a16:creationId xmlns:a16="http://schemas.microsoft.com/office/drawing/2014/main" id="{B22C95BE-39ED-4FB0-9262-85B9D5C21712}"/>
              </a:ext>
            </a:extLst>
          </p:cNvPr>
          <p:cNvSpPr/>
          <p:nvPr/>
        </p:nvSpPr>
        <p:spPr>
          <a:xfrm>
            <a:off x="2912164" y="4873710"/>
            <a:ext cx="308162" cy="256976"/>
          </a:xfrm>
          <a:prstGeom prst="rect">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CN" b="1" dirty="0">
                <a:solidFill>
                  <a:schemeClr val="tx1"/>
                </a:solidFill>
              </a:rPr>
              <a:t>B</a:t>
            </a:r>
            <a:endParaRPr lang="zh-CN" altLang="en-US" b="1" dirty="0">
              <a:solidFill>
                <a:schemeClr val="tx1"/>
              </a:solidFill>
            </a:endParaRPr>
          </a:p>
        </p:txBody>
      </p:sp>
      <p:sp>
        <p:nvSpPr>
          <p:cNvPr id="60" name="矩形 59">
            <a:extLst>
              <a:ext uri="{FF2B5EF4-FFF2-40B4-BE49-F238E27FC236}">
                <a16:creationId xmlns:a16="http://schemas.microsoft.com/office/drawing/2014/main" id="{AC76055D-CCDE-47DD-A889-24F278C820CE}"/>
              </a:ext>
            </a:extLst>
          </p:cNvPr>
          <p:cNvSpPr/>
          <p:nvPr/>
        </p:nvSpPr>
        <p:spPr>
          <a:xfrm>
            <a:off x="7626076" y="4873710"/>
            <a:ext cx="1816475" cy="256976"/>
          </a:xfrm>
          <a:prstGeom prst="rect">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61" name="矩形 60">
            <a:extLst>
              <a:ext uri="{FF2B5EF4-FFF2-40B4-BE49-F238E27FC236}">
                <a16:creationId xmlns:a16="http://schemas.microsoft.com/office/drawing/2014/main" id="{11D3ABC1-B047-4FCD-9F01-889D83573627}"/>
              </a:ext>
            </a:extLst>
          </p:cNvPr>
          <p:cNvSpPr/>
          <p:nvPr/>
        </p:nvSpPr>
        <p:spPr>
          <a:xfrm>
            <a:off x="7624171" y="4873710"/>
            <a:ext cx="308162" cy="256976"/>
          </a:xfrm>
          <a:prstGeom prst="rect">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CN" b="1" dirty="0">
                <a:solidFill>
                  <a:schemeClr val="tx1"/>
                </a:solidFill>
              </a:rPr>
              <a:t>C</a:t>
            </a:r>
            <a:endParaRPr lang="zh-CN" altLang="en-US" b="1" dirty="0">
              <a:solidFill>
                <a:schemeClr val="tx1"/>
              </a:solidFill>
            </a:endParaRPr>
          </a:p>
        </p:txBody>
      </p:sp>
      <p:sp>
        <p:nvSpPr>
          <p:cNvPr id="62" name="矩形 61">
            <a:extLst>
              <a:ext uri="{FF2B5EF4-FFF2-40B4-BE49-F238E27FC236}">
                <a16:creationId xmlns:a16="http://schemas.microsoft.com/office/drawing/2014/main" id="{A4104ABB-9188-4C88-BE96-F5D44B97E2D6}"/>
              </a:ext>
            </a:extLst>
          </p:cNvPr>
          <p:cNvSpPr/>
          <p:nvPr/>
        </p:nvSpPr>
        <p:spPr>
          <a:xfrm>
            <a:off x="7932333" y="4873710"/>
            <a:ext cx="308162" cy="256976"/>
          </a:xfrm>
          <a:prstGeom prst="rect">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CN" b="1" dirty="0">
                <a:solidFill>
                  <a:schemeClr val="tx1"/>
                </a:solidFill>
              </a:rPr>
              <a:t>B</a:t>
            </a:r>
            <a:endParaRPr lang="zh-CN" altLang="en-US" b="1" dirty="0">
              <a:solidFill>
                <a:schemeClr val="tx1"/>
              </a:solidFill>
            </a:endParaRPr>
          </a:p>
        </p:txBody>
      </p:sp>
      <p:sp>
        <p:nvSpPr>
          <p:cNvPr id="63" name="矩形 62">
            <a:extLst>
              <a:ext uri="{FF2B5EF4-FFF2-40B4-BE49-F238E27FC236}">
                <a16:creationId xmlns:a16="http://schemas.microsoft.com/office/drawing/2014/main" id="{5195E787-6CA5-423D-9D12-597753E2BB8E}"/>
              </a:ext>
            </a:extLst>
          </p:cNvPr>
          <p:cNvSpPr/>
          <p:nvPr/>
        </p:nvSpPr>
        <p:spPr>
          <a:xfrm>
            <a:off x="10070725" y="4873710"/>
            <a:ext cx="1816475" cy="256976"/>
          </a:xfrm>
          <a:prstGeom prst="rect">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64" name="矩形 63">
            <a:extLst>
              <a:ext uri="{FF2B5EF4-FFF2-40B4-BE49-F238E27FC236}">
                <a16:creationId xmlns:a16="http://schemas.microsoft.com/office/drawing/2014/main" id="{DEE5ABF5-B087-448E-A54E-17BCA52D1684}"/>
              </a:ext>
            </a:extLst>
          </p:cNvPr>
          <p:cNvSpPr/>
          <p:nvPr/>
        </p:nvSpPr>
        <p:spPr>
          <a:xfrm>
            <a:off x="10068820" y="4873710"/>
            <a:ext cx="308162" cy="256976"/>
          </a:xfrm>
          <a:prstGeom prst="rect">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CN" b="1" dirty="0">
                <a:solidFill>
                  <a:schemeClr val="tx1"/>
                </a:solidFill>
              </a:rPr>
              <a:t>C</a:t>
            </a:r>
            <a:endParaRPr lang="zh-CN" altLang="en-US" b="1" dirty="0">
              <a:solidFill>
                <a:schemeClr val="tx1"/>
              </a:solidFill>
            </a:endParaRPr>
          </a:p>
        </p:txBody>
      </p:sp>
      <p:sp>
        <p:nvSpPr>
          <p:cNvPr id="65" name="矩形 64">
            <a:extLst>
              <a:ext uri="{FF2B5EF4-FFF2-40B4-BE49-F238E27FC236}">
                <a16:creationId xmlns:a16="http://schemas.microsoft.com/office/drawing/2014/main" id="{57B75B10-0BD8-4152-B296-DE457AF660FA}"/>
              </a:ext>
            </a:extLst>
          </p:cNvPr>
          <p:cNvSpPr/>
          <p:nvPr/>
        </p:nvSpPr>
        <p:spPr>
          <a:xfrm>
            <a:off x="10376982" y="4873710"/>
            <a:ext cx="308162" cy="256976"/>
          </a:xfrm>
          <a:prstGeom prst="rect">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CN" b="1" dirty="0">
                <a:solidFill>
                  <a:schemeClr val="tx1"/>
                </a:solidFill>
              </a:rPr>
              <a:t>B</a:t>
            </a:r>
            <a:endParaRPr lang="zh-CN" altLang="en-US" b="1" dirty="0">
              <a:solidFill>
                <a:schemeClr val="tx1"/>
              </a:solidFill>
            </a:endParaRPr>
          </a:p>
        </p:txBody>
      </p:sp>
      <p:grpSp>
        <p:nvGrpSpPr>
          <p:cNvPr id="11" name="组合 10">
            <a:extLst>
              <a:ext uri="{FF2B5EF4-FFF2-40B4-BE49-F238E27FC236}">
                <a16:creationId xmlns:a16="http://schemas.microsoft.com/office/drawing/2014/main" id="{E7C5C4E3-8247-44F8-B698-15C1DCA77EDF}"/>
              </a:ext>
            </a:extLst>
          </p:cNvPr>
          <p:cNvGrpSpPr/>
          <p:nvPr/>
        </p:nvGrpSpPr>
        <p:grpSpPr>
          <a:xfrm>
            <a:off x="2085132" y="4834448"/>
            <a:ext cx="947133" cy="837419"/>
            <a:chOff x="2085132" y="4834448"/>
            <a:chExt cx="947133" cy="837419"/>
          </a:xfrm>
        </p:grpSpPr>
        <p:sp>
          <p:nvSpPr>
            <p:cNvPr id="8" name="矩形 7">
              <a:extLst>
                <a:ext uri="{FF2B5EF4-FFF2-40B4-BE49-F238E27FC236}">
                  <a16:creationId xmlns:a16="http://schemas.microsoft.com/office/drawing/2014/main" id="{E7987E7F-0AB6-4B8D-97FD-DB5BFB56193F}"/>
                </a:ext>
              </a:extLst>
            </p:cNvPr>
            <p:cNvSpPr/>
            <p:nvPr/>
          </p:nvSpPr>
          <p:spPr>
            <a:xfrm>
              <a:off x="2200833" y="4834448"/>
              <a:ext cx="735738" cy="335499"/>
            </a:xfrm>
            <a:prstGeom prst="rect">
              <a:avLst/>
            </a:prstGeom>
            <a:noFill/>
            <a:ln w="25400">
              <a:solidFill>
                <a:schemeClr val="accent1">
                  <a:lumMod val="75000"/>
                </a:schemeClr>
              </a:solidFill>
              <a:prstDash val="sys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66" name="íşlïḍè">
              <a:extLst>
                <a:ext uri="{FF2B5EF4-FFF2-40B4-BE49-F238E27FC236}">
                  <a16:creationId xmlns:a16="http://schemas.microsoft.com/office/drawing/2014/main" id="{E6875513-E418-4320-ABC0-4C6D904D72A0}"/>
                </a:ext>
              </a:extLst>
            </p:cNvPr>
            <p:cNvSpPr txBox="1"/>
            <p:nvPr/>
          </p:nvSpPr>
          <p:spPr>
            <a:xfrm>
              <a:off x="2085132" y="5208668"/>
              <a:ext cx="947133" cy="463199"/>
            </a:xfrm>
            <a:prstGeom prst="rect">
              <a:avLst/>
            </a:prstGeom>
            <a:noFill/>
          </p:spPr>
          <p:txBody>
            <a:bodyPr wrap="square" lIns="91440" tIns="45720" rIns="91440" bIns="45720" anchor="ctr">
              <a:noAutofit/>
            </a:bodyPr>
            <a:lstStyle/>
            <a:p>
              <a:pPr algn="ctr"/>
              <a:r>
                <a:rPr lang="zh-CN" altLang="en-US" b="1" dirty="0">
                  <a:solidFill>
                    <a:schemeClr val="accent1">
                      <a:lumMod val="75000"/>
                    </a:schemeClr>
                  </a:solidFill>
                  <a:latin typeface="Arial Narrow" panose="020B0606020202030204" pitchFamily="34" charset="0"/>
                </a:rPr>
                <a:t>不匹配</a:t>
              </a:r>
            </a:p>
          </p:txBody>
        </p:sp>
      </p:grpSp>
      <p:grpSp>
        <p:nvGrpSpPr>
          <p:cNvPr id="14" name="组合 13">
            <a:extLst>
              <a:ext uri="{FF2B5EF4-FFF2-40B4-BE49-F238E27FC236}">
                <a16:creationId xmlns:a16="http://schemas.microsoft.com/office/drawing/2014/main" id="{526F9952-E661-41F6-BC13-A2FADF0F1A39}"/>
              </a:ext>
            </a:extLst>
          </p:cNvPr>
          <p:cNvGrpSpPr/>
          <p:nvPr/>
        </p:nvGrpSpPr>
        <p:grpSpPr>
          <a:xfrm>
            <a:off x="9551465" y="4834448"/>
            <a:ext cx="947133" cy="837419"/>
            <a:chOff x="9551465" y="4834448"/>
            <a:chExt cx="947133" cy="837419"/>
          </a:xfrm>
        </p:grpSpPr>
        <p:sp>
          <p:nvSpPr>
            <p:cNvPr id="68" name="矩形 67">
              <a:extLst>
                <a:ext uri="{FF2B5EF4-FFF2-40B4-BE49-F238E27FC236}">
                  <a16:creationId xmlns:a16="http://schemas.microsoft.com/office/drawing/2014/main" id="{661BE628-938B-458D-AA6E-0F5006BEAF89}"/>
                </a:ext>
              </a:extLst>
            </p:cNvPr>
            <p:cNvSpPr/>
            <p:nvPr/>
          </p:nvSpPr>
          <p:spPr>
            <a:xfrm>
              <a:off x="9667166" y="4834448"/>
              <a:ext cx="735738" cy="335499"/>
            </a:xfrm>
            <a:prstGeom prst="rect">
              <a:avLst/>
            </a:prstGeom>
            <a:noFill/>
            <a:ln w="25400">
              <a:solidFill>
                <a:schemeClr val="accent1">
                  <a:lumMod val="75000"/>
                </a:schemeClr>
              </a:solidFill>
              <a:prstDash val="sys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69" name="íşlïḍè">
              <a:extLst>
                <a:ext uri="{FF2B5EF4-FFF2-40B4-BE49-F238E27FC236}">
                  <a16:creationId xmlns:a16="http://schemas.microsoft.com/office/drawing/2014/main" id="{0F357203-D0AE-4073-BFBB-8C80B6F366D2}"/>
                </a:ext>
              </a:extLst>
            </p:cNvPr>
            <p:cNvSpPr txBox="1"/>
            <p:nvPr/>
          </p:nvSpPr>
          <p:spPr>
            <a:xfrm>
              <a:off x="9551465" y="5208668"/>
              <a:ext cx="947133" cy="463199"/>
            </a:xfrm>
            <a:prstGeom prst="rect">
              <a:avLst/>
            </a:prstGeom>
            <a:noFill/>
          </p:spPr>
          <p:txBody>
            <a:bodyPr wrap="square" lIns="91440" tIns="45720" rIns="91440" bIns="45720" anchor="ctr">
              <a:noAutofit/>
            </a:bodyPr>
            <a:lstStyle/>
            <a:p>
              <a:pPr algn="ctr"/>
              <a:r>
                <a:rPr lang="zh-CN" altLang="en-US" b="1" dirty="0">
                  <a:solidFill>
                    <a:schemeClr val="accent1">
                      <a:lumMod val="75000"/>
                    </a:schemeClr>
                  </a:solidFill>
                  <a:latin typeface="Arial Narrow" panose="020B0606020202030204" pitchFamily="34" charset="0"/>
                </a:rPr>
                <a:t>不匹配</a:t>
              </a:r>
            </a:p>
          </p:txBody>
        </p:sp>
      </p:grpSp>
      <p:grpSp>
        <p:nvGrpSpPr>
          <p:cNvPr id="12" name="组合 11">
            <a:extLst>
              <a:ext uri="{FF2B5EF4-FFF2-40B4-BE49-F238E27FC236}">
                <a16:creationId xmlns:a16="http://schemas.microsoft.com/office/drawing/2014/main" id="{21C5DD61-8C4F-45EA-A860-4627705611EB}"/>
              </a:ext>
            </a:extLst>
          </p:cNvPr>
          <p:cNvGrpSpPr/>
          <p:nvPr/>
        </p:nvGrpSpPr>
        <p:grpSpPr>
          <a:xfrm>
            <a:off x="7106490" y="4834448"/>
            <a:ext cx="947133" cy="837419"/>
            <a:chOff x="7106490" y="4834448"/>
            <a:chExt cx="947133" cy="837419"/>
          </a:xfrm>
        </p:grpSpPr>
        <p:sp>
          <p:nvSpPr>
            <p:cNvPr id="71" name="矩形 70">
              <a:extLst>
                <a:ext uri="{FF2B5EF4-FFF2-40B4-BE49-F238E27FC236}">
                  <a16:creationId xmlns:a16="http://schemas.microsoft.com/office/drawing/2014/main" id="{BD64B71A-BD4E-40D6-9330-4D5EE1E2BC98}"/>
                </a:ext>
              </a:extLst>
            </p:cNvPr>
            <p:cNvSpPr/>
            <p:nvPr/>
          </p:nvSpPr>
          <p:spPr>
            <a:xfrm>
              <a:off x="7222191" y="4834448"/>
              <a:ext cx="735738" cy="335499"/>
            </a:xfrm>
            <a:prstGeom prst="rect">
              <a:avLst/>
            </a:prstGeom>
            <a:noFill/>
            <a:ln w="25400">
              <a:solidFill>
                <a:schemeClr val="accent4"/>
              </a:solidFill>
              <a:prstDash val="sys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72" name="íşlïḍè">
              <a:extLst>
                <a:ext uri="{FF2B5EF4-FFF2-40B4-BE49-F238E27FC236}">
                  <a16:creationId xmlns:a16="http://schemas.microsoft.com/office/drawing/2014/main" id="{4D9C1933-A256-4B81-A962-18A22A128031}"/>
                </a:ext>
              </a:extLst>
            </p:cNvPr>
            <p:cNvSpPr txBox="1"/>
            <p:nvPr/>
          </p:nvSpPr>
          <p:spPr>
            <a:xfrm>
              <a:off x="7106490" y="5208668"/>
              <a:ext cx="947133" cy="463199"/>
            </a:xfrm>
            <a:prstGeom prst="rect">
              <a:avLst/>
            </a:prstGeom>
            <a:noFill/>
          </p:spPr>
          <p:txBody>
            <a:bodyPr wrap="square" lIns="91440" tIns="45720" rIns="91440" bIns="45720" anchor="ctr">
              <a:noAutofit/>
            </a:bodyPr>
            <a:lstStyle/>
            <a:p>
              <a:pPr algn="ctr"/>
              <a:r>
                <a:rPr lang="zh-CN" altLang="en-US" b="1" dirty="0">
                  <a:solidFill>
                    <a:schemeClr val="accent4"/>
                  </a:solidFill>
                  <a:latin typeface="Arial Narrow" panose="020B0606020202030204" pitchFamily="34" charset="0"/>
                </a:rPr>
                <a:t>匹配</a:t>
              </a:r>
            </a:p>
          </p:txBody>
        </p:sp>
      </p:grpSp>
    </p:spTree>
    <p:custDataLst>
      <p:tags r:id="rId1"/>
    </p:custDataLst>
    <p:extLst>
      <p:ext uri="{BB962C8B-B14F-4D97-AF65-F5344CB8AC3E}">
        <p14:creationId xmlns:p14="http://schemas.microsoft.com/office/powerpoint/2010/main" val="2870735659"/>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2" presetClass="entr" presetSubtype="4" fill="hold" grpId="0" nodeType="withEffect">
                                  <p:stCondLst>
                                    <p:cond delay="0"/>
                                  </p:stCondLst>
                                  <p:childTnLst>
                                    <p:set>
                                      <p:cBhvr>
                                        <p:cTn id="6" dur="1" fill="hold">
                                          <p:stCondLst>
                                            <p:cond delay="0"/>
                                          </p:stCondLst>
                                        </p:cTn>
                                        <p:tgtEl>
                                          <p:spTgt spid="33"/>
                                        </p:tgtEl>
                                        <p:attrNameLst>
                                          <p:attrName>style.visibility</p:attrName>
                                        </p:attrNameLst>
                                      </p:cBhvr>
                                      <p:to>
                                        <p:strVal val="visible"/>
                                      </p:to>
                                    </p:set>
                                    <p:anim calcmode="lin" valueType="num">
                                      <p:cBhvr additive="base">
                                        <p:cTn id="7" dur="500"/>
                                        <p:tgtEl>
                                          <p:spTgt spid="33"/>
                                        </p:tgtEl>
                                        <p:attrNameLst>
                                          <p:attrName>ppt_y</p:attrName>
                                        </p:attrNameLst>
                                      </p:cBhvr>
                                      <p:tavLst>
                                        <p:tav tm="0">
                                          <p:val>
                                            <p:strVal val="#ppt_y+#ppt_h*1.125000"/>
                                          </p:val>
                                        </p:tav>
                                        <p:tav tm="100000">
                                          <p:val>
                                            <p:strVal val="#ppt_y"/>
                                          </p:val>
                                        </p:tav>
                                      </p:tavLst>
                                    </p:anim>
                                    <p:animEffect transition="in" filter="wipe(up)">
                                      <p:cBhvr>
                                        <p:cTn id="8" dur="500"/>
                                        <p:tgtEl>
                                          <p:spTgt spid="33"/>
                                        </p:tgtEl>
                                      </p:cBhvr>
                                    </p:animEffect>
                                  </p:childTnLst>
                                </p:cTn>
                              </p:par>
                              <p:par>
                                <p:cTn id="9" presetID="12" presetClass="entr" presetSubtype="4" fill="hold" grpId="0" nodeType="withEffect">
                                  <p:stCondLst>
                                    <p:cond delay="0"/>
                                  </p:stCondLst>
                                  <p:childTnLst>
                                    <p:set>
                                      <p:cBhvr>
                                        <p:cTn id="10" dur="1" fill="hold">
                                          <p:stCondLst>
                                            <p:cond delay="0"/>
                                          </p:stCondLst>
                                        </p:cTn>
                                        <p:tgtEl>
                                          <p:spTgt spid="34"/>
                                        </p:tgtEl>
                                        <p:attrNameLst>
                                          <p:attrName>style.visibility</p:attrName>
                                        </p:attrNameLst>
                                      </p:cBhvr>
                                      <p:to>
                                        <p:strVal val="visible"/>
                                      </p:to>
                                    </p:set>
                                    <p:anim calcmode="lin" valueType="num">
                                      <p:cBhvr additive="base">
                                        <p:cTn id="11" dur="500"/>
                                        <p:tgtEl>
                                          <p:spTgt spid="34"/>
                                        </p:tgtEl>
                                        <p:attrNameLst>
                                          <p:attrName>ppt_y</p:attrName>
                                        </p:attrNameLst>
                                      </p:cBhvr>
                                      <p:tavLst>
                                        <p:tav tm="0">
                                          <p:val>
                                            <p:strVal val="#ppt_y+#ppt_h*1.125000"/>
                                          </p:val>
                                        </p:tav>
                                        <p:tav tm="100000">
                                          <p:val>
                                            <p:strVal val="#ppt_y"/>
                                          </p:val>
                                        </p:tav>
                                      </p:tavLst>
                                    </p:anim>
                                    <p:animEffect transition="in" filter="wipe(up)">
                                      <p:cBhvr>
                                        <p:cTn id="12" dur="500"/>
                                        <p:tgtEl>
                                          <p:spTgt spid="34"/>
                                        </p:tgtEl>
                                      </p:cBhvr>
                                    </p:animEffect>
                                  </p:childTnLst>
                                </p:cTn>
                              </p:par>
                              <p:par>
                                <p:cTn id="13" presetID="12" presetClass="entr" presetSubtype="4" fill="hold" grpId="0" nodeType="withEffect">
                                  <p:stCondLst>
                                    <p:cond delay="0"/>
                                  </p:stCondLst>
                                  <p:childTnLst>
                                    <p:set>
                                      <p:cBhvr>
                                        <p:cTn id="14" dur="1" fill="hold">
                                          <p:stCondLst>
                                            <p:cond delay="0"/>
                                          </p:stCondLst>
                                        </p:cTn>
                                        <p:tgtEl>
                                          <p:spTgt spid="35"/>
                                        </p:tgtEl>
                                        <p:attrNameLst>
                                          <p:attrName>style.visibility</p:attrName>
                                        </p:attrNameLst>
                                      </p:cBhvr>
                                      <p:to>
                                        <p:strVal val="visible"/>
                                      </p:to>
                                    </p:set>
                                    <p:anim calcmode="lin" valueType="num">
                                      <p:cBhvr additive="base">
                                        <p:cTn id="15" dur="500"/>
                                        <p:tgtEl>
                                          <p:spTgt spid="35"/>
                                        </p:tgtEl>
                                        <p:attrNameLst>
                                          <p:attrName>ppt_y</p:attrName>
                                        </p:attrNameLst>
                                      </p:cBhvr>
                                      <p:tavLst>
                                        <p:tav tm="0">
                                          <p:val>
                                            <p:strVal val="#ppt_y+#ppt_h*1.125000"/>
                                          </p:val>
                                        </p:tav>
                                        <p:tav tm="100000">
                                          <p:val>
                                            <p:strVal val="#ppt_y"/>
                                          </p:val>
                                        </p:tav>
                                      </p:tavLst>
                                    </p:anim>
                                    <p:animEffect transition="in" filter="wipe(up)">
                                      <p:cBhvr>
                                        <p:cTn id="16" dur="500"/>
                                        <p:tgtEl>
                                          <p:spTgt spid="35"/>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3" grpId="0"/>
      <p:bldP spid="34" grpId="0"/>
      <p:bldP spid="35" grpId="0"/>
    </p:bldLst>
  </p:timing>
</p:sld>
</file>

<file path=ppt/slides/slide26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4" name="组合 3">
            <a:extLst>
              <a:ext uri="{FF2B5EF4-FFF2-40B4-BE49-F238E27FC236}">
                <a16:creationId xmlns:a16="http://schemas.microsoft.com/office/drawing/2014/main" id="{9A1EA9F2-FCB6-48C3-935F-7AE7E3AD14AC}"/>
              </a:ext>
            </a:extLst>
          </p:cNvPr>
          <p:cNvGrpSpPr/>
          <p:nvPr/>
        </p:nvGrpSpPr>
        <p:grpSpPr>
          <a:xfrm>
            <a:off x="304799" y="749300"/>
            <a:ext cx="6192345" cy="400110"/>
            <a:chOff x="424116" y="898245"/>
            <a:chExt cx="6192345" cy="400110"/>
          </a:xfrm>
        </p:grpSpPr>
        <p:sp>
          <p:nvSpPr>
            <p:cNvPr id="2" name="平行四边形 1">
              <a:extLst>
                <a:ext uri="{FF2B5EF4-FFF2-40B4-BE49-F238E27FC236}">
                  <a16:creationId xmlns:a16="http://schemas.microsoft.com/office/drawing/2014/main" id="{1F5BAA3F-9845-4F89-A2DD-8222D3E4EDAC}"/>
                </a:ext>
              </a:extLst>
            </p:cNvPr>
            <p:cNvSpPr/>
            <p:nvPr/>
          </p:nvSpPr>
          <p:spPr>
            <a:xfrm>
              <a:off x="424116" y="898245"/>
              <a:ext cx="695119" cy="387090"/>
            </a:xfrm>
            <a:prstGeom prst="parallelogram">
              <a:avLst/>
            </a:prstGeom>
            <a:solidFill>
              <a:schemeClr val="accent3">
                <a:lumMod val="75000"/>
              </a:schemeClr>
            </a:solidFill>
            <a:ln>
              <a:solidFill>
                <a:schemeClr val="accent3">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CN" sz="2200" dirty="0">
                  <a:latin typeface="Impact" panose="020B0806030902050204" pitchFamily="34" charset="0"/>
                </a:rPr>
                <a:t>02</a:t>
              </a:r>
              <a:endParaRPr lang="zh-CN" altLang="en-US" sz="2200" dirty="0">
                <a:latin typeface="Impact" panose="020B0806030902050204" pitchFamily="34" charset="0"/>
              </a:endParaRPr>
            </a:p>
          </p:txBody>
        </p:sp>
        <p:sp>
          <p:nvSpPr>
            <p:cNvPr id="3" name="文本框 2">
              <a:extLst>
                <a:ext uri="{FF2B5EF4-FFF2-40B4-BE49-F238E27FC236}">
                  <a16:creationId xmlns:a16="http://schemas.microsoft.com/office/drawing/2014/main" id="{4D6BD736-A4D3-4F26-AFED-36E11F50F70B}"/>
                </a:ext>
              </a:extLst>
            </p:cNvPr>
            <p:cNvSpPr txBox="1"/>
            <p:nvPr/>
          </p:nvSpPr>
          <p:spPr>
            <a:xfrm>
              <a:off x="1119235" y="898245"/>
              <a:ext cx="5497226" cy="400110"/>
            </a:xfrm>
            <a:prstGeom prst="rect">
              <a:avLst/>
            </a:prstGeom>
            <a:noFill/>
          </p:spPr>
          <p:txBody>
            <a:bodyPr wrap="square" rtlCol="0">
              <a:spAutoFit/>
            </a:bodyPr>
            <a:lstStyle/>
            <a:p>
              <a:r>
                <a:rPr lang="en-US" altLang="zh-CN" sz="2000" b="1" dirty="0"/>
                <a:t>MAC</a:t>
              </a:r>
              <a:r>
                <a:rPr lang="zh-CN" altLang="en-US" sz="2000" b="1" dirty="0"/>
                <a:t>地址</a:t>
              </a:r>
            </a:p>
          </p:txBody>
        </p:sp>
      </p:grpSp>
      <p:sp>
        <p:nvSpPr>
          <p:cNvPr id="47" name="矩形 46">
            <a:extLst>
              <a:ext uri="{FF2B5EF4-FFF2-40B4-BE49-F238E27FC236}">
                <a16:creationId xmlns:a16="http://schemas.microsoft.com/office/drawing/2014/main" id="{B5D2ECE4-12E5-4037-99C6-FECD828BCF2C}"/>
              </a:ext>
            </a:extLst>
          </p:cNvPr>
          <p:cNvSpPr/>
          <p:nvPr/>
        </p:nvSpPr>
        <p:spPr>
          <a:xfrm>
            <a:off x="1056633" y="1335374"/>
            <a:ext cx="256976" cy="256976"/>
          </a:xfrm>
          <a:prstGeom prst="rect">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48" name="íşlïḍè">
            <a:extLst>
              <a:ext uri="{FF2B5EF4-FFF2-40B4-BE49-F238E27FC236}">
                <a16:creationId xmlns:a16="http://schemas.microsoft.com/office/drawing/2014/main" id="{3A8ED235-C46A-40A6-B687-AE21B4C08B05}"/>
              </a:ext>
            </a:extLst>
          </p:cNvPr>
          <p:cNvSpPr txBox="1"/>
          <p:nvPr/>
        </p:nvSpPr>
        <p:spPr>
          <a:xfrm>
            <a:off x="1373861" y="1281053"/>
            <a:ext cx="10276516" cy="400110"/>
          </a:xfrm>
          <a:prstGeom prst="rect">
            <a:avLst/>
          </a:prstGeom>
          <a:noFill/>
        </p:spPr>
        <p:txBody>
          <a:bodyPr wrap="square" lIns="91440" tIns="45720" rIns="91440" bIns="45720" anchor="ctr">
            <a:noAutofit/>
          </a:bodyPr>
          <a:lstStyle/>
          <a:p>
            <a:r>
              <a:rPr lang="en-US" altLang="zh-CN" b="1" dirty="0">
                <a:solidFill>
                  <a:schemeClr val="accent1">
                    <a:lumMod val="75000"/>
                  </a:schemeClr>
                </a:solidFill>
                <a:latin typeface="Arial Narrow" panose="020B0606020202030204" pitchFamily="34" charset="0"/>
              </a:rPr>
              <a:t>MAC</a:t>
            </a:r>
            <a:r>
              <a:rPr lang="zh-CN" altLang="en-US" b="1" dirty="0">
                <a:solidFill>
                  <a:schemeClr val="accent1">
                    <a:lumMod val="75000"/>
                  </a:schemeClr>
                </a:solidFill>
                <a:latin typeface="Arial Narrow" panose="020B0606020202030204" pitchFamily="34" charset="0"/>
              </a:rPr>
              <a:t>地址</a:t>
            </a:r>
            <a:r>
              <a:rPr lang="zh-CN" altLang="en-US" b="1" dirty="0">
                <a:latin typeface="Arial Narrow" panose="020B0606020202030204" pitchFamily="34" charset="0"/>
              </a:rPr>
              <a:t>一般被固化在网卡的电可擦可编程只读存储器</a:t>
            </a:r>
            <a:r>
              <a:rPr lang="en-US" altLang="zh-CN" b="1" dirty="0">
                <a:latin typeface="Arial Narrow" panose="020B0606020202030204" pitchFamily="34" charset="0"/>
              </a:rPr>
              <a:t>EEPROM</a:t>
            </a:r>
            <a:r>
              <a:rPr lang="zh-CN" altLang="en-US" b="1" dirty="0">
                <a:latin typeface="Arial Narrow" panose="020B0606020202030204" pitchFamily="34" charset="0"/>
              </a:rPr>
              <a:t>中，因此</a:t>
            </a:r>
            <a:r>
              <a:rPr lang="en-US" altLang="zh-CN" b="1" dirty="0">
                <a:latin typeface="Arial Narrow" panose="020B0606020202030204" pitchFamily="34" charset="0"/>
              </a:rPr>
              <a:t>MAC</a:t>
            </a:r>
            <a:r>
              <a:rPr lang="zh-CN" altLang="en-US" b="1" dirty="0">
                <a:latin typeface="Arial Narrow" panose="020B0606020202030204" pitchFamily="34" charset="0"/>
              </a:rPr>
              <a:t>地址也被称为</a:t>
            </a:r>
            <a:r>
              <a:rPr lang="zh-CN" altLang="en-US" b="1" dirty="0">
                <a:solidFill>
                  <a:schemeClr val="accent1">
                    <a:lumMod val="75000"/>
                  </a:schemeClr>
                </a:solidFill>
                <a:latin typeface="Arial Narrow" panose="020B0606020202030204" pitchFamily="34" charset="0"/>
              </a:rPr>
              <a:t>硬件地址</a:t>
            </a:r>
            <a:r>
              <a:rPr lang="zh-CN" altLang="en-US" b="1" dirty="0">
                <a:latin typeface="Arial Narrow" panose="020B0606020202030204" pitchFamily="34" charset="0"/>
              </a:rPr>
              <a:t>。</a:t>
            </a:r>
          </a:p>
        </p:txBody>
      </p:sp>
      <p:sp>
        <p:nvSpPr>
          <p:cNvPr id="67" name="矩形 66">
            <a:extLst>
              <a:ext uri="{FF2B5EF4-FFF2-40B4-BE49-F238E27FC236}">
                <a16:creationId xmlns:a16="http://schemas.microsoft.com/office/drawing/2014/main" id="{2A63BCDB-6F67-4D43-A9D4-3D5FFD294959}"/>
              </a:ext>
            </a:extLst>
          </p:cNvPr>
          <p:cNvSpPr/>
          <p:nvPr/>
        </p:nvSpPr>
        <p:spPr>
          <a:xfrm>
            <a:off x="1056633" y="1867127"/>
            <a:ext cx="256976" cy="256976"/>
          </a:xfrm>
          <a:prstGeom prst="rect">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70" name="íşlïḍè">
            <a:extLst>
              <a:ext uri="{FF2B5EF4-FFF2-40B4-BE49-F238E27FC236}">
                <a16:creationId xmlns:a16="http://schemas.microsoft.com/office/drawing/2014/main" id="{BB1CC639-26C8-46AE-BAE9-9ACCAB8178F3}"/>
              </a:ext>
            </a:extLst>
          </p:cNvPr>
          <p:cNvSpPr txBox="1"/>
          <p:nvPr/>
        </p:nvSpPr>
        <p:spPr>
          <a:xfrm>
            <a:off x="1373861" y="1812806"/>
            <a:ext cx="3527060" cy="400110"/>
          </a:xfrm>
          <a:prstGeom prst="rect">
            <a:avLst/>
          </a:prstGeom>
          <a:noFill/>
        </p:spPr>
        <p:txBody>
          <a:bodyPr wrap="square" lIns="91440" tIns="45720" rIns="91440" bIns="45720" anchor="ctr">
            <a:noAutofit/>
          </a:bodyPr>
          <a:lstStyle/>
          <a:p>
            <a:r>
              <a:rPr lang="en-US" altLang="zh-CN" b="1" dirty="0">
                <a:latin typeface="Arial Narrow" panose="020B0606020202030204" pitchFamily="34" charset="0"/>
              </a:rPr>
              <a:t>MAC</a:t>
            </a:r>
            <a:r>
              <a:rPr lang="zh-CN" altLang="en-US" b="1" dirty="0">
                <a:latin typeface="Arial Narrow" panose="020B0606020202030204" pitchFamily="34" charset="0"/>
              </a:rPr>
              <a:t>地址有时也被称为</a:t>
            </a:r>
            <a:r>
              <a:rPr lang="zh-CN" altLang="en-US" b="1" dirty="0">
                <a:solidFill>
                  <a:schemeClr val="accent1">
                    <a:lumMod val="75000"/>
                  </a:schemeClr>
                </a:solidFill>
                <a:latin typeface="Arial Narrow" panose="020B0606020202030204" pitchFamily="34" charset="0"/>
              </a:rPr>
              <a:t>物理地址</a:t>
            </a:r>
            <a:r>
              <a:rPr lang="zh-CN" altLang="en-US" b="1" dirty="0">
                <a:latin typeface="Arial Narrow" panose="020B0606020202030204" pitchFamily="34" charset="0"/>
              </a:rPr>
              <a:t>。</a:t>
            </a:r>
          </a:p>
        </p:txBody>
      </p:sp>
      <p:grpSp>
        <p:nvGrpSpPr>
          <p:cNvPr id="15" name="组合 14">
            <a:extLst>
              <a:ext uri="{FF2B5EF4-FFF2-40B4-BE49-F238E27FC236}">
                <a16:creationId xmlns:a16="http://schemas.microsoft.com/office/drawing/2014/main" id="{04684DBF-1D35-441C-9A86-A2B41ACD6478}"/>
              </a:ext>
            </a:extLst>
          </p:cNvPr>
          <p:cNvGrpSpPr/>
          <p:nvPr/>
        </p:nvGrpSpPr>
        <p:grpSpPr>
          <a:xfrm>
            <a:off x="6209621" y="1657184"/>
            <a:ext cx="5440756" cy="4739334"/>
            <a:chOff x="6209621" y="1657184"/>
            <a:chExt cx="5440756" cy="4739334"/>
          </a:xfrm>
        </p:grpSpPr>
        <p:pic>
          <p:nvPicPr>
            <p:cNvPr id="73" name="图片 72" descr="文本&#10;&#10;描述已自动生成">
              <a:extLst>
                <a:ext uri="{FF2B5EF4-FFF2-40B4-BE49-F238E27FC236}">
                  <a16:creationId xmlns:a16="http://schemas.microsoft.com/office/drawing/2014/main" id="{84C44E6D-0D5B-4F2E-9D21-304FBA1AD5F2}"/>
                </a:ext>
              </a:extLst>
            </p:cNvPr>
            <p:cNvPicPr>
              <a:picLocks noChangeAspect="1"/>
            </p:cNvPicPr>
            <p:nvPr/>
          </p:nvPicPr>
          <p:blipFill>
            <a:blip r:embed="rId3">
              <a:extLst>
                <a:ext uri="{28A0092B-C50C-407E-A947-70E740481C1C}">
                  <a14:useLocalDpi xmlns:a14="http://schemas.microsoft.com/office/drawing/2010/main" val="0"/>
                </a:ext>
              </a:extLst>
            </a:blip>
            <a:stretch>
              <a:fillRect/>
            </a:stretch>
          </p:blipFill>
          <p:spPr>
            <a:xfrm>
              <a:off x="6209621" y="1657184"/>
              <a:ext cx="5440756" cy="4739334"/>
            </a:xfrm>
            <a:prstGeom prst="rect">
              <a:avLst/>
            </a:prstGeom>
          </p:spPr>
        </p:pic>
        <p:sp>
          <p:nvSpPr>
            <p:cNvPr id="10" name="矩形 9">
              <a:extLst>
                <a:ext uri="{FF2B5EF4-FFF2-40B4-BE49-F238E27FC236}">
                  <a16:creationId xmlns:a16="http://schemas.microsoft.com/office/drawing/2014/main" id="{E7905BAD-E717-4ED0-9C45-2AAA31EF5434}"/>
                </a:ext>
              </a:extLst>
            </p:cNvPr>
            <p:cNvSpPr/>
            <p:nvPr/>
          </p:nvSpPr>
          <p:spPr>
            <a:xfrm>
              <a:off x="9236097" y="4040007"/>
              <a:ext cx="552587" cy="137287"/>
            </a:xfrm>
            <a:prstGeom prst="rect">
              <a:avLst/>
            </a:prstGeom>
            <a:solidFill>
              <a:schemeClr val="bg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74" name="矩形 73">
              <a:extLst>
                <a:ext uri="{FF2B5EF4-FFF2-40B4-BE49-F238E27FC236}">
                  <a16:creationId xmlns:a16="http://schemas.microsoft.com/office/drawing/2014/main" id="{15338232-950A-48C0-B522-3D02678F0034}"/>
                </a:ext>
              </a:extLst>
            </p:cNvPr>
            <p:cNvSpPr/>
            <p:nvPr/>
          </p:nvSpPr>
          <p:spPr>
            <a:xfrm>
              <a:off x="10769964" y="5415301"/>
              <a:ext cx="552587" cy="137287"/>
            </a:xfrm>
            <a:prstGeom prst="rect">
              <a:avLst/>
            </a:prstGeom>
            <a:solidFill>
              <a:schemeClr val="bg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grpSp>
      <p:grpSp>
        <p:nvGrpSpPr>
          <p:cNvPr id="18" name="组合 17">
            <a:extLst>
              <a:ext uri="{FF2B5EF4-FFF2-40B4-BE49-F238E27FC236}">
                <a16:creationId xmlns:a16="http://schemas.microsoft.com/office/drawing/2014/main" id="{BC7D1EFD-E736-4E5D-8C35-EFF4C00E8A2F}"/>
              </a:ext>
            </a:extLst>
          </p:cNvPr>
          <p:cNvGrpSpPr/>
          <p:nvPr/>
        </p:nvGrpSpPr>
        <p:grpSpPr>
          <a:xfrm>
            <a:off x="7590910" y="2183197"/>
            <a:ext cx="3227229" cy="326973"/>
            <a:chOff x="7590910" y="2183197"/>
            <a:chExt cx="3227229" cy="326973"/>
          </a:xfrm>
        </p:grpSpPr>
        <p:sp>
          <p:nvSpPr>
            <p:cNvPr id="16" name="矩形 15">
              <a:extLst>
                <a:ext uri="{FF2B5EF4-FFF2-40B4-BE49-F238E27FC236}">
                  <a16:creationId xmlns:a16="http://schemas.microsoft.com/office/drawing/2014/main" id="{7950903B-0BFA-4218-9AD4-A72CFA8EE51C}"/>
                </a:ext>
              </a:extLst>
            </p:cNvPr>
            <p:cNvSpPr/>
            <p:nvPr/>
          </p:nvSpPr>
          <p:spPr>
            <a:xfrm>
              <a:off x="7590910" y="2219689"/>
              <a:ext cx="848616" cy="253990"/>
            </a:xfrm>
            <a:prstGeom prst="rect">
              <a:avLst/>
            </a:prstGeom>
            <a:noFill/>
            <a:ln w="25400">
              <a:solidFill>
                <a:schemeClr val="accent1"/>
              </a:solidFill>
              <a:prstDash val="sysDot"/>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17" name="矩形 16">
              <a:extLst>
                <a:ext uri="{FF2B5EF4-FFF2-40B4-BE49-F238E27FC236}">
                  <a16:creationId xmlns:a16="http://schemas.microsoft.com/office/drawing/2014/main" id="{50A77104-9033-42E0-B268-CA32CBC71E08}"/>
                </a:ext>
              </a:extLst>
            </p:cNvPr>
            <p:cNvSpPr/>
            <p:nvPr/>
          </p:nvSpPr>
          <p:spPr>
            <a:xfrm>
              <a:off x="8555846" y="2183197"/>
              <a:ext cx="2262293" cy="3269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zh-CN" altLang="en-US" b="1" dirty="0"/>
                <a:t>查看</a:t>
              </a:r>
              <a:r>
                <a:rPr lang="en-US" altLang="zh-CN" b="1" dirty="0"/>
                <a:t>TCP/IP</a:t>
              </a:r>
              <a:r>
                <a:rPr lang="zh-CN" altLang="en-US" b="1" dirty="0"/>
                <a:t>配置信息</a:t>
              </a:r>
            </a:p>
          </p:txBody>
        </p:sp>
      </p:grpSp>
      <p:sp>
        <p:nvSpPr>
          <p:cNvPr id="75" name="矩形 74">
            <a:extLst>
              <a:ext uri="{FF2B5EF4-FFF2-40B4-BE49-F238E27FC236}">
                <a16:creationId xmlns:a16="http://schemas.microsoft.com/office/drawing/2014/main" id="{B7DE7EC2-DD0E-4CD1-BE3B-45BBFBCE7305}"/>
              </a:ext>
            </a:extLst>
          </p:cNvPr>
          <p:cNvSpPr/>
          <p:nvPr/>
        </p:nvSpPr>
        <p:spPr>
          <a:xfrm>
            <a:off x="6339723" y="4040007"/>
            <a:ext cx="609717" cy="137287"/>
          </a:xfrm>
          <a:prstGeom prst="rect">
            <a:avLst/>
          </a:prstGeom>
          <a:noFill/>
          <a:ln w="25400">
            <a:solidFill>
              <a:schemeClr val="accent1"/>
            </a:solidFill>
            <a:prstDash val="sysDot"/>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29" name="对话气泡: 圆角矩形 28">
            <a:extLst>
              <a:ext uri="{FF2B5EF4-FFF2-40B4-BE49-F238E27FC236}">
                <a16:creationId xmlns:a16="http://schemas.microsoft.com/office/drawing/2014/main" id="{A87283BA-89A0-4741-B1B6-AA9629E165CF}"/>
              </a:ext>
            </a:extLst>
          </p:cNvPr>
          <p:cNvSpPr/>
          <p:nvPr/>
        </p:nvSpPr>
        <p:spPr>
          <a:xfrm>
            <a:off x="1056633" y="2798331"/>
            <a:ext cx="3923229" cy="1846753"/>
          </a:xfrm>
          <a:prstGeom prst="wedgeRoundRectCallout">
            <a:avLst>
              <a:gd name="adj1" fmla="val 24195"/>
              <a:gd name="adj2" fmla="val -85238"/>
              <a:gd name="adj3" fmla="val 16667"/>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nSpc>
                <a:spcPct val="150000"/>
              </a:lnSpc>
            </a:pPr>
            <a:r>
              <a:rPr lang="zh-CN" altLang="en-US" b="1" dirty="0"/>
              <a:t>         不要被物理地址中的“物理”二字误导，误认为物理地址属于网络体系结构中物理层的范畴。</a:t>
            </a:r>
            <a:endParaRPr lang="en-US" altLang="zh-CN" b="1" dirty="0"/>
          </a:p>
          <a:p>
            <a:pPr>
              <a:lnSpc>
                <a:spcPct val="150000"/>
              </a:lnSpc>
            </a:pPr>
            <a:r>
              <a:rPr lang="zh-CN" altLang="en-US" b="1" dirty="0"/>
              <a:t>         物理地址属于数据链路层范畴。</a:t>
            </a:r>
          </a:p>
        </p:txBody>
      </p:sp>
    </p:spTree>
    <p:custDataLst>
      <p:tags r:id="rId1"/>
    </p:custDataLst>
    <p:extLst>
      <p:ext uri="{BB962C8B-B14F-4D97-AF65-F5344CB8AC3E}">
        <p14:creationId xmlns:p14="http://schemas.microsoft.com/office/powerpoint/2010/main" val="3668904077"/>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49" presetClass="entr" presetSubtype="0" decel="100000" fill="hold" grpId="0" nodeType="withEffect">
                                  <p:stCondLst>
                                    <p:cond delay="0"/>
                                  </p:stCondLst>
                                  <p:childTnLst>
                                    <p:set>
                                      <p:cBhvr>
                                        <p:cTn id="6" dur="1" fill="hold">
                                          <p:stCondLst>
                                            <p:cond delay="0"/>
                                          </p:stCondLst>
                                        </p:cTn>
                                        <p:tgtEl>
                                          <p:spTgt spid="47"/>
                                        </p:tgtEl>
                                        <p:attrNameLst>
                                          <p:attrName>style.visibility</p:attrName>
                                        </p:attrNameLst>
                                      </p:cBhvr>
                                      <p:to>
                                        <p:strVal val="visible"/>
                                      </p:to>
                                    </p:set>
                                    <p:anim calcmode="lin" valueType="num">
                                      <p:cBhvr>
                                        <p:cTn id="7" dur="500" fill="hold"/>
                                        <p:tgtEl>
                                          <p:spTgt spid="47"/>
                                        </p:tgtEl>
                                        <p:attrNameLst>
                                          <p:attrName>ppt_w</p:attrName>
                                        </p:attrNameLst>
                                      </p:cBhvr>
                                      <p:tavLst>
                                        <p:tav tm="0">
                                          <p:val>
                                            <p:fltVal val="0"/>
                                          </p:val>
                                        </p:tav>
                                        <p:tav tm="100000">
                                          <p:val>
                                            <p:strVal val="#ppt_w"/>
                                          </p:val>
                                        </p:tav>
                                      </p:tavLst>
                                    </p:anim>
                                    <p:anim calcmode="lin" valueType="num">
                                      <p:cBhvr>
                                        <p:cTn id="8" dur="500" fill="hold"/>
                                        <p:tgtEl>
                                          <p:spTgt spid="47"/>
                                        </p:tgtEl>
                                        <p:attrNameLst>
                                          <p:attrName>ppt_h</p:attrName>
                                        </p:attrNameLst>
                                      </p:cBhvr>
                                      <p:tavLst>
                                        <p:tav tm="0">
                                          <p:val>
                                            <p:fltVal val="0"/>
                                          </p:val>
                                        </p:tav>
                                        <p:tav tm="100000">
                                          <p:val>
                                            <p:strVal val="#ppt_h"/>
                                          </p:val>
                                        </p:tav>
                                      </p:tavLst>
                                    </p:anim>
                                    <p:anim calcmode="lin" valueType="num">
                                      <p:cBhvr>
                                        <p:cTn id="9" dur="500" fill="hold"/>
                                        <p:tgtEl>
                                          <p:spTgt spid="47"/>
                                        </p:tgtEl>
                                        <p:attrNameLst>
                                          <p:attrName>style.rotation</p:attrName>
                                        </p:attrNameLst>
                                      </p:cBhvr>
                                      <p:tavLst>
                                        <p:tav tm="0">
                                          <p:val>
                                            <p:fltVal val="360"/>
                                          </p:val>
                                        </p:tav>
                                        <p:tav tm="100000">
                                          <p:val>
                                            <p:fltVal val="0"/>
                                          </p:val>
                                        </p:tav>
                                      </p:tavLst>
                                    </p:anim>
                                    <p:animEffect transition="in" filter="fade">
                                      <p:cBhvr>
                                        <p:cTn id="10" dur="500"/>
                                        <p:tgtEl>
                                          <p:spTgt spid="47"/>
                                        </p:tgtEl>
                                      </p:cBhvr>
                                    </p:animEffect>
                                  </p:childTnLst>
                                </p:cTn>
                              </p:par>
                            </p:childTnLst>
                          </p:cTn>
                        </p:par>
                        <p:par>
                          <p:cTn id="11" fill="hold">
                            <p:stCondLst>
                              <p:cond delay="500"/>
                            </p:stCondLst>
                            <p:childTnLst>
                              <p:par>
                                <p:cTn id="12" presetID="1" presetClass="entr" presetSubtype="0" fill="hold" grpId="0" nodeType="afterEffect">
                                  <p:stCondLst>
                                    <p:cond delay="0"/>
                                  </p:stCondLst>
                                  <p:iterate type="lt">
                                    <p:tmAbs val="100"/>
                                  </p:iterate>
                                  <p:childTnLst>
                                    <p:set>
                                      <p:cBhvr>
                                        <p:cTn id="13" dur="1" fill="hold">
                                          <p:stCondLst>
                                            <p:cond delay="0"/>
                                          </p:stCondLst>
                                        </p:cTn>
                                        <p:tgtEl>
                                          <p:spTgt spid="48"/>
                                        </p:tgtEl>
                                        <p:attrNameLst>
                                          <p:attrName>style.visibility</p:attrName>
                                        </p:attrNameLst>
                                      </p:cBhvr>
                                      <p:to>
                                        <p:strVal val="visible"/>
                                      </p:to>
                                    </p:set>
                                  </p:childTnLst>
                                </p:cTn>
                              </p:par>
                            </p:childTnLst>
                          </p:cTn>
                        </p:par>
                      </p:childTnLst>
                    </p:cTn>
                  </p:par>
                  <p:par>
                    <p:cTn id="14" fill="hold">
                      <p:stCondLst>
                        <p:cond delay="indefinite"/>
                      </p:stCondLst>
                      <p:childTnLst>
                        <p:par>
                          <p:cTn id="15" fill="hold">
                            <p:stCondLst>
                              <p:cond delay="0"/>
                            </p:stCondLst>
                            <p:childTnLst>
                              <p:par>
                                <p:cTn id="16" presetID="49" presetClass="entr" presetSubtype="0" decel="100000" fill="hold" grpId="0" nodeType="clickEffect">
                                  <p:stCondLst>
                                    <p:cond delay="0"/>
                                  </p:stCondLst>
                                  <p:childTnLst>
                                    <p:set>
                                      <p:cBhvr>
                                        <p:cTn id="17" dur="1" fill="hold">
                                          <p:stCondLst>
                                            <p:cond delay="0"/>
                                          </p:stCondLst>
                                        </p:cTn>
                                        <p:tgtEl>
                                          <p:spTgt spid="67"/>
                                        </p:tgtEl>
                                        <p:attrNameLst>
                                          <p:attrName>style.visibility</p:attrName>
                                        </p:attrNameLst>
                                      </p:cBhvr>
                                      <p:to>
                                        <p:strVal val="visible"/>
                                      </p:to>
                                    </p:set>
                                    <p:anim calcmode="lin" valueType="num">
                                      <p:cBhvr>
                                        <p:cTn id="18" dur="500" fill="hold"/>
                                        <p:tgtEl>
                                          <p:spTgt spid="67"/>
                                        </p:tgtEl>
                                        <p:attrNameLst>
                                          <p:attrName>ppt_w</p:attrName>
                                        </p:attrNameLst>
                                      </p:cBhvr>
                                      <p:tavLst>
                                        <p:tav tm="0">
                                          <p:val>
                                            <p:fltVal val="0"/>
                                          </p:val>
                                        </p:tav>
                                        <p:tav tm="100000">
                                          <p:val>
                                            <p:strVal val="#ppt_w"/>
                                          </p:val>
                                        </p:tav>
                                      </p:tavLst>
                                    </p:anim>
                                    <p:anim calcmode="lin" valueType="num">
                                      <p:cBhvr>
                                        <p:cTn id="19" dur="500" fill="hold"/>
                                        <p:tgtEl>
                                          <p:spTgt spid="67"/>
                                        </p:tgtEl>
                                        <p:attrNameLst>
                                          <p:attrName>ppt_h</p:attrName>
                                        </p:attrNameLst>
                                      </p:cBhvr>
                                      <p:tavLst>
                                        <p:tav tm="0">
                                          <p:val>
                                            <p:fltVal val="0"/>
                                          </p:val>
                                        </p:tav>
                                        <p:tav tm="100000">
                                          <p:val>
                                            <p:strVal val="#ppt_h"/>
                                          </p:val>
                                        </p:tav>
                                      </p:tavLst>
                                    </p:anim>
                                    <p:anim calcmode="lin" valueType="num">
                                      <p:cBhvr>
                                        <p:cTn id="20" dur="500" fill="hold"/>
                                        <p:tgtEl>
                                          <p:spTgt spid="67"/>
                                        </p:tgtEl>
                                        <p:attrNameLst>
                                          <p:attrName>style.rotation</p:attrName>
                                        </p:attrNameLst>
                                      </p:cBhvr>
                                      <p:tavLst>
                                        <p:tav tm="0">
                                          <p:val>
                                            <p:fltVal val="360"/>
                                          </p:val>
                                        </p:tav>
                                        <p:tav tm="100000">
                                          <p:val>
                                            <p:fltVal val="0"/>
                                          </p:val>
                                        </p:tav>
                                      </p:tavLst>
                                    </p:anim>
                                    <p:animEffect transition="in" filter="fade">
                                      <p:cBhvr>
                                        <p:cTn id="21" dur="500"/>
                                        <p:tgtEl>
                                          <p:spTgt spid="67"/>
                                        </p:tgtEl>
                                      </p:cBhvr>
                                    </p:animEffect>
                                  </p:childTnLst>
                                </p:cTn>
                              </p:par>
                            </p:childTnLst>
                          </p:cTn>
                        </p:par>
                        <p:par>
                          <p:cTn id="22" fill="hold">
                            <p:stCondLst>
                              <p:cond delay="500"/>
                            </p:stCondLst>
                            <p:childTnLst>
                              <p:par>
                                <p:cTn id="23" presetID="1" presetClass="entr" presetSubtype="0" fill="hold" grpId="0" nodeType="afterEffect">
                                  <p:stCondLst>
                                    <p:cond delay="0"/>
                                  </p:stCondLst>
                                  <p:iterate type="lt">
                                    <p:tmAbs val="100"/>
                                  </p:iterate>
                                  <p:childTnLst>
                                    <p:set>
                                      <p:cBhvr>
                                        <p:cTn id="24" dur="1" fill="hold">
                                          <p:stCondLst>
                                            <p:cond delay="0"/>
                                          </p:stCondLst>
                                        </p:cTn>
                                        <p:tgtEl>
                                          <p:spTgt spid="70"/>
                                        </p:tgtEl>
                                        <p:attrNameLst>
                                          <p:attrName>style.visibility</p:attrName>
                                        </p:attrNameLst>
                                      </p:cBhvr>
                                      <p:to>
                                        <p:strVal val="visible"/>
                                      </p:to>
                                    </p:set>
                                  </p:childTnLst>
                                </p:cTn>
                              </p:par>
                            </p:childTnLst>
                          </p:cTn>
                        </p:par>
                      </p:childTnLst>
                    </p:cTn>
                  </p:par>
                  <p:par>
                    <p:cTn id="25" fill="hold">
                      <p:stCondLst>
                        <p:cond delay="indefinite"/>
                      </p:stCondLst>
                      <p:childTnLst>
                        <p:par>
                          <p:cTn id="26" fill="hold">
                            <p:stCondLst>
                              <p:cond delay="0"/>
                            </p:stCondLst>
                            <p:childTnLst>
                              <p:par>
                                <p:cTn id="27" presetID="2" presetClass="entr" presetSubtype="2" fill="hold" nodeType="clickEffect">
                                  <p:stCondLst>
                                    <p:cond delay="0"/>
                                  </p:stCondLst>
                                  <p:childTnLst>
                                    <p:set>
                                      <p:cBhvr>
                                        <p:cTn id="28" dur="1" fill="hold">
                                          <p:stCondLst>
                                            <p:cond delay="0"/>
                                          </p:stCondLst>
                                        </p:cTn>
                                        <p:tgtEl>
                                          <p:spTgt spid="15"/>
                                        </p:tgtEl>
                                        <p:attrNameLst>
                                          <p:attrName>style.visibility</p:attrName>
                                        </p:attrNameLst>
                                      </p:cBhvr>
                                      <p:to>
                                        <p:strVal val="visible"/>
                                      </p:to>
                                    </p:set>
                                    <p:anim calcmode="lin" valueType="num">
                                      <p:cBhvr additive="base">
                                        <p:cTn id="29" dur="500" fill="hold"/>
                                        <p:tgtEl>
                                          <p:spTgt spid="15"/>
                                        </p:tgtEl>
                                        <p:attrNameLst>
                                          <p:attrName>ppt_x</p:attrName>
                                        </p:attrNameLst>
                                      </p:cBhvr>
                                      <p:tavLst>
                                        <p:tav tm="0">
                                          <p:val>
                                            <p:strVal val="1+#ppt_w/2"/>
                                          </p:val>
                                        </p:tav>
                                        <p:tav tm="100000">
                                          <p:val>
                                            <p:strVal val="#ppt_x"/>
                                          </p:val>
                                        </p:tav>
                                      </p:tavLst>
                                    </p:anim>
                                    <p:anim calcmode="lin" valueType="num">
                                      <p:cBhvr additive="base">
                                        <p:cTn id="30" dur="500" fill="hold"/>
                                        <p:tgtEl>
                                          <p:spTgt spid="15"/>
                                        </p:tgtEl>
                                        <p:attrNameLst>
                                          <p:attrName>ppt_y</p:attrName>
                                        </p:attrNameLst>
                                      </p:cBhvr>
                                      <p:tavLst>
                                        <p:tav tm="0">
                                          <p:val>
                                            <p:strVal val="#ppt_y"/>
                                          </p:val>
                                        </p:tav>
                                        <p:tav tm="100000">
                                          <p:val>
                                            <p:strVal val="#ppt_y"/>
                                          </p:val>
                                        </p:tav>
                                      </p:tavLst>
                                    </p:anim>
                                  </p:childTnLst>
                                </p:cTn>
                              </p:par>
                            </p:childTnLst>
                          </p:cTn>
                        </p:par>
                      </p:childTnLst>
                    </p:cTn>
                  </p:par>
                  <p:par>
                    <p:cTn id="31" fill="hold">
                      <p:stCondLst>
                        <p:cond delay="indefinite"/>
                      </p:stCondLst>
                      <p:childTnLst>
                        <p:par>
                          <p:cTn id="32" fill="hold">
                            <p:stCondLst>
                              <p:cond delay="0"/>
                            </p:stCondLst>
                            <p:childTnLst>
                              <p:par>
                                <p:cTn id="33" presetID="22" presetClass="entr" presetSubtype="8" fill="hold" nodeType="clickEffect">
                                  <p:stCondLst>
                                    <p:cond delay="0"/>
                                  </p:stCondLst>
                                  <p:childTnLst>
                                    <p:set>
                                      <p:cBhvr>
                                        <p:cTn id="34" dur="1" fill="hold">
                                          <p:stCondLst>
                                            <p:cond delay="0"/>
                                          </p:stCondLst>
                                        </p:cTn>
                                        <p:tgtEl>
                                          <p:spTgt spid="18"/>
                                        </p:tgtEl>
                                        <p:attrNameLst>
                                          <p:attrName>style.visibility</p:attrName>
                                        </p:attrNameLst>
                                      </p:cBhvr>
                                      <p:to>
                                        <p:strVal val="visible"/>
                                      </p:to>
                                    </p:set>
                                    <p:animEffect transition="in" filter="wipe(left)">
                                      <p:cBhvr>
                                        <p:cTn id="35" dur="1000"/>
                                        <p:tgtEl>
                                          <p:spTgt spid="18"/>
                                        </p:tgtEl>
                                      </p:cBhvr>
                                    </p:animEffect>
                                  </p:childTnLst>
                                </p:cTn>
                              </p:par>
                            </p:childTnLst>
                          </p:cTn>
                        </p:par>
                      </p:childTnLst>
                    </p:cTn>
                  </p:par>
                  <p:par>
                    <p:cTn id="36" fill="hold">
                      <p:stCondLst>
                        <p:cond delay="indefinite"/>
                      </p:stCondLst>
                      <p:childTnLst>
                        <p:par>
                          <p:cTn id="37" fill="hold">
                            <p:stCondLst>
                              <p:cond delay="0"/>
                            </p:stCondLst>
                            <p:childTnLst>
                              <p:par>
                                <p:cTn id="38" presetID="30" presetClass="entr" presetSubtype="0" fill="hold" grpId="0" nodeType="clickEffect">
                                  <p:stCondLst>
                                    <p:cond delay="0"/>
                                  </p:stCondLst>
                                  <p:childTnLst>
                                    <p:set>
                                      <p:cBhvr>
                                        <p:cTn id="39" dur="1" fill="hold">
                                          <p:stCondLst>
                                            <p:cond delay="0"/>
                                          </p:stCondLst>
                                        </p:cTn>
                                        <p:tgtEl>
                                          <p:spTgt spid="75"/>
                                        </p:tgtEl>
                                        <p:attrNameLst>
                                          <p:attrName>style.visibility</p:attrName>
                                        </p:attrNameLst>
                                      </p:cBhvr>
                                      <p:to>
                                        <p:strVal val="visible"/>
                                      </p:to>
                                    </p:set>
                                    <p:animEffect transition="in" filter="fade">
                                      <p:cBhvr>
                                        <p:cTn id="40" dur="800" decel="100000"/>
                                        <p:tgtEl>
                                          <p:spTgt spid="75"/>
                                        </p:tgtEl>
                                      </p:cBhvr>
                                    </p:animEffect>
                                    <p:anim calcmode="lin" valueType="num">
                                      <p:cBhvr>
                                        <p:cTn id="41" dur="800" decel="100000" fill="hold"/>
                                        <p:tgtEl>
                                          <p:spTgt spid="75"/>
                                        </p:tgtEl>
                                        <p:attrNameLst>
                                          <p:attrName>style.rotation</p:attrName>
                                        </p:attrNameLst>
                                      </p:cBhvr>
                                      <p:tavLst>
                                        <p:tav tm="0">
                                          <p:val>
                                            <p:fltVal val="-90"/>
                                          </p:val>
                                        </p:tav>
                                        <p:tav tm="100000">
                                          <p:val>
                                            <p:fltVal val="0"/>
                                          </p:val>
                                        </p:tav>
                                      </p:tavLst>
                                    </p:anim>
                                    <p:anim calcmode="lin" valueType="num">
                                      <p:cBhvr>
                                        <p:cTn id="42" dur="800" decel="100000" fill="hold"/>
                                        <p:tgtEl>
                                          <p:spTgt spid="75"/>
                                        </p:tgtEl>
                                        <p:attrNameLst>
                                          <p:attrName>ppt_x</p:attrName>
                                        </p:attrNameLst>
                                      </p:cBhvr>
                                      <p:tavLst>
                                        <p:tav tm="0">
                                          <p:val>
                                            <p:strVal val="#ppt_x+0.4"/>
                                          </p:val>
                                        </p:tav>
                                        <p:tav tm="100000">
                                          <p:val>
                                            <p:strVal val="#ppt_x-0.05"/>
                                          </p:val>
                                        </p:tav>
                                      </p:tavLst>
                                    </p:anim>
                                    <p:anim calcmode="lin" valueType="num">
                                      <p:cBhvr>
                                        <p:cTn id="43" dur="800" decel="100000" fill="hold"/>
                                        <p:tgtEl>
                                          <p:spTgt spid="75"/>
                                        </p:tgtEl>
                                        <p:attrNameLst>
                                          <p:attrName>ppt_y</p:attrName>
                                        </p:attrNameLst>
                                      </p:cBhvr>
                                      <p:tavLst>
                                        <p:tav tm="0">
                                          <p:val>
                                            <p:strVal val="#ppt_y-0.4"/>
                                          </p:val>
                                        </p:tav>
                                        <p:tav tm="100000">
                                          <p:val>
                                            <p:strVal val="#ppt_y+0.1"/>
                                          </p:val>
                                        </p:tav>
                                      </p:tavLst>
                                    </p:anim>
                                    <p:anim calcmode="lin" valueType="num">
                                      <p:cBhvr>
                                        <p:cTn id="44" dur="200" accel="100000" fill="hold">
                                          <p:stCondLst>
                                            <p:cond delay="800"/>
                                          </p:stCondLst>
                                        </p:cTn>
                                        <p:tgtEl>
                                          <p:spTgt spid="75"/>
                                        </p:tgtEl>
                                        <p:attrNameLst>
                                          <p:attrName>ppt_x</p:attrName>
                                        </p:attrNameLst>
                                      </p:cBhvr>
                                      <p:tavLst>
                                        <p:tav tm="0">
                                          <p:val>
                                            <p:strVal val="#ppt_x-0.05"/>
                                          </p:val>
                                        </p:tav>
                                        <p:tav tm="100000">
                                          <p:val>
                                            <p:strVal val="#ppt_x"/>
                                          </p:val>
                                        </p:tav>
                                      </p:tavLst>
                                    </p:anim>
                                    <p:anim calcmode="lin" valueType="num">
                                      <p:cBhvr>
                                        <p:cTn id="45" dur="200" accel="100000" fill="hold">
                                          <p:stCondLst>
                                            <p:cond delay="800"/>
                                          </p:stCondLst>
                                        </p:cTn>
                                        <p:tgtEl>
                                          <p:spTgt spid="75"/>
                                        </p:tgtEl>
                                        <p:attrNameLst>
                                          <p:attrName>ppt_y</p:attrName>
                                        </p:attrNameLst>
                                      </p:cBhvr>
                                      <p:tavLst>
                                        <p:tav tm="0">
                                          <p:val>
                                            <p:strVal val="#ppt_y+0.1"/>
                                          </p:val>
                                        </p:tav>
                                        <p:tav tm="100000">
                                          <p:val>
                                            <p:strVal val="#ppt_y"/>
                                          </p:val>
                                        </p:tav>
                                      </p:tavLst>
                                    </p:anim>
                                  </p:childTnLst>
                                </p:cTn>
                              </p:par>
                            </p:childTnLst>
                          </p:cTn>
                        </p:par>
                      </p:childTnLst>
                    </p:cTn>
                  </p:par>
                  <p:par>
                    <p:cTn id="46" fill="hold">
                      <p:stCondLst>
                        <p:cond delay="indefinite"/>
                      </p:stCondLst>
                      <p:childTnLst>
                        <p:par>
                          <p:cTn id="47" fill="hold">
                            <p:stCondLst>
                              <p:cond delay="0"/>
                            </p:stCondLst>
                            <p:childTnLst>
                              <p:par>
                                <p:cTn id="48" presetID="2" presetClass="entr" presetSubtype="4" fill="hold" grpId="0" nodeType="clickEffect">
                                  <p:stCondLst>
                                    <p:cond delay="0"/>
                                  </p:stCondLst>
                                  <p:childTnLst>
                                    <p:set>
                                      <p:cBhvr>
                                        <p:cTn id="49" dur="1" fill="hold">
                                          <p:stCondLst>
                                            <p:cond delay="0"/>
                                          </p:stCondLst>
                                        </p:cTn>
                                        <p:tgtEl>
                                          <p:spTgt spid="29"/>
                                        </p:tgtEl>
                                        <p:attrNameLst>
                                          <p:attrName>style.visibility</p:attrName>
                                        </p:attrNameLst>
                                      </p:cBhvr>
                                      <p:to>
                                        <p:strVal val="visible"/>
                                      </p:to>
                                    </p:set>
                                    <p:anim calcmode="lin" valueType="num">
                                      <p:cBhvr additive="base">
                                        <p:cTn id="50" dur="500" fill="hold"/>
                                        <p:tgtEl>
                                          <p:spTgt spid="29"/>
                                        </p:tgtEl>
                                        <p:attrNameLst>
                                          <p:attrName>ppt_x</p:attrName>
                                        </p:attrNameLst>
                                      </p:cBhvr>
                                      <p:tavLst>
                                        <p:tav tm="0">
                                          <p:val>
                                            <p:strVal val="#ppt_x"/>
                                          </p:val>
                                        </p:tav>
                                        <p:tav tm="100000">
                                          <p:val>
                                            <p:strVal val="#ppt_x"/>
                                          </p:val>
                                        </p:tav>
                                      </p:tavLst>
                                    </p:anim>
                                    <p:anim calcmode="lin" valueType="num">
                                      <p:cBhvr additive="base">
                                        <p:cTn id="51" dur="500" fill="hold"/>
                                        <p:tgtEl>
                                          <p:spTgt spid="29"/>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7" grpId="0" animBg="1"/>
      <p:bldP spid="48" grpId="0"/>
      <p:bldP spid="67" grpId="0" animBg="1"/>
      <p:bldP spid="70" grpId="0"/>
      <p:bldP spid="75" grpId="0" animBg="1"/>
      <p:bldP spid="29" grpId="0" animBg="1"/>
    </p:bldLst>
  </p:timing>
</p:sld>
</file>

<file path=ppt/slides/slide26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5" name="文本框 34">
            <a:extLst>
              <a:ext uri="{FF2B5EF4-FFF2-40B4-BE49-F238E27FC236}">
                <a16:creationId xmlns:a16="http://schemas.microsoft.com/office/drawing/2014/main" id="{C74055CF-EA9D-44FD-AC5A-B0F430FDBA34}"/>
              </a:ext>
            </a:extLst>
          </p:cNvPr>
          <p:cNvSpPr txBox="1"/>
          <p:nvPr/>
        </p:nvSpPr>
        <p:spPr>
          <a:xfrm>
            <a:off x="4125428" y="1755930"/>
            <a:ext cx="3551374" cy="369332"/>
          </a:xfrm>
          <a:prstGeom prst="rect">
            <a:avLst/>
          </a:prstGeom>
          <a:noFill/>
        </p:spPr>
        <p:txBody>
          <a:bodyPr wrap="square" rtlCol="0">
            <a:spAutoFit/>
          </a:bodyPr>
          <a:lstStyle/>
          <a:p>
            <a:r>
              <a:rPr lang="zh-CN" altLang="en-US" b="1" dirty="0">
                <a:solidFill>
                  <a:schemeClr val="tx2"/>
                </a:solidFill>
                <a:latin typeface="Arial Narrow" panose="020B0606020202030204" pitchFamily="34" charset="0"/>
              </a:rPr>
              <a:t>物理层接口的机械特性</a:t>
            </a:r>
          </a:p>
        </p:txBody>
      </p:sp>
      <p:sp>
        <p:nvSpPr>
          <p:cNvPr id="42" name="文本框 41">
            <a:extLst>
              <a:ext uri="{FF2B5EF4-FFF2-40B4-BE49-F238E27FC236}">
                <a16:creationId xmlns:a16="http://schemas.microsoft.com/office/drawing/2014/main" id="{8D1E9531-16A4-4F8A-A872-80677ABEEC94}"/>
              </a:ext>
            </a:extLst>
          </p:cNvPr>
          <p:cNvSpPr txBox="1"/>
          <p:nvPr/>
        </p:nvSpPr>
        <p:spPr>
          <a:xfrm>
            <a:off x="4125428" y="2243593"/>
            <a:ext cx="3551374" cy="369332"/>
          </a:xfrm>
          <a:prstGeom prst="rect">
            <a:avLst/>
          </a:prstGeom>
          <a:noFill/>
        </p:spPr>
        <p:txBody>
          <a:bodyPr wrap="square" rtlCol="0">
            <a:spAutoFit/>
          </a:bodyPr>
          <a:lstStyle/>
          <a:p>
            <a:r>
              <a:rPr lang="zh-CN" altLang="en-US" b="1" dirty="0">
                <a:solidFill>
                  <a:schemeClr val="tx2"/>
                </a:solidFill>
                <a:latin typeface="Arial Narrow" panose="020B0606020202030204" pitchFamily="34" charset="0"/>
              </a:rPr>
              <a:t>物理层接口的功能特性</a:t>
            </a:r>
          </a:p>
        </p:txBody>
      </p:sp>
      <p:sp>
        <p:nvSpPr>
          <p:cNvPr id="43" name="文本框 42">
            <a:extLst>
              <a:ext uri="{FF2B5EF4-FFF2-40B4-BE49-F238E27FC236}">
                <a16:creationId xmlns:a16="http://schemas.microsoft.com/office/drawing/2014/main" id="{14821573-6796-4A22-9CA8-843F20CE04BD}"/>
              </a:ext>
            </a:extLst>
          </p:cNvPr>
          <p:cNvSpPr txBox="1"/>
          <p:nvPr/>
        </p:nvSpPr>
        <p:spPr>
          <a:xfrm>
            <a:off x="4125428" y="3211132"/>
            <a:ext cx="3551374" cy="369332"/>
          </a:xfrm>
          <a:prstGeom prst="rect">
            <a:avLst/>
          </a:prstGeom>
          <a:noFill/>
        </p:spPr>
        <p:txBody>
          <a:bodyPr wrap="square" rtlCol="0">
            <a:spAutoFit/>
          </a:bodyPr>
          <a:lstStyle/>
          <a:p>
            <a:r>
              <a:rPr lang="zh-CN" altLang="en-US" b="1" dirty="0">
                <a:solidFill>
                  <a:schemeClr val="tx2"/>
                </a:solidFill>
                <a:latin typeface="Arial Narrow" panose="020B0606020202030204" pitchFamily="34" charset="0"/>
              </a:rPr>
              <a:t>物理层接口的电气特性</a:t>
            </a:r>
          </a:p>
        </p:txBody>
      </p:sp>
      <p:grpSp>
        <p:nvGrpSpPr>
          <p:cNvPr id="4" name="组合 3">
            <a:extLst>
              <a:ext uri="{FF2B5EF4-FFF2-40B4-BE49-F238E27FC236}">
                <a16:creationId xmlns:a16="http://schemas.microsoft.com/office/drawing/2014/main" id="{9A1EA9F2-FCB6-48C3-935F-7AE7E3AD14AC}"/>
              </a:ext>
            </a:extLst>
          </p:cNvPr>
          <p:cNvGrpSpPr/>
          <p:nvPr/>
        </p:nvGrpSpPr>
        <p:grpSpPr>
          <a:xfrm>
            <a:off x="304799" y="749300"/>
            <a:ext cx="6192345" cy="400110"/>
            <a:chOff x="424116" y="898245"/>
            <a:chExt cx="6192345" cy="400110"/>
          </a:xfrm>
        </p:grpSpPr>
        <p:sp>
          <p:nvSpPr>
            <p:cNvPr id="2" name="平行四边形 1">
              <a:extLst>
                <a:ext uri="{FF2B5EF4-FFF2-40B4-BE49-F238E27FC236}">
                  <a16:creationId xmlns:a16="http://schemas.microsoft.com/office/drawing/2014/main" id="{1F5BAA3F-9845-4F89-A2DD-8222D3E4EDAC}"/>
                </a:ext>
              </a:extLst>
            </p:cNvPr>
            <p:cNvSpPr/>
            <p:nvPr/>
          </p:nvSpPr>
          <p:spPr>
            <a:xfrm>
              <a:off x="424116" y="898245"/>
              <a:ext cx="695119" cy="387090"/>
            </a:xfrm>
            <a:prstGeom prst="parallelogram">
              <a:avLst/>
            </a:prstGeom>
            <a:solidFill>
              <a:schemeClr val="accent3">
                <a:lumMod val="75000"/>
              </a:schemeClr>
            </a:solidFill>
            <a:ln>
              <a:solidFill>
                <a:schemeClr val="accent3">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CN" sz="2200" dirty="0">
                  <a:latin typeface="Impact" panose="020B0806030902050204" pitchFamily="34" charset="0"/>
                </a:rPr>
                <a:t>02</a:t>
              </a:r>
              <a:endParaRPr lang="zh-CN" altLang="en-US" sz="2200" dirty="0">
                <a:latin typeface="Impact" panose="020B0806030902050204" pitchFamily="34" charset="0"/>
              </a:endParaRPr>
            </a:p>
          </p:txBody>
        </p:sp>
        <p:sp>
          <p:nvSpPr>
            <p:cNvPr id="3" name="文本框 2">
              <a:extLst>
                <a:ext uri="{FF2B5EF4-FFF2-40B4-BE49-F238E27FC236}">
                  <a16:creationId xmlns:a16="http://schemas.microsoft.com/office/drawing/2014/main" id="{4D6BD736-A4D3-4F26-AFED-36E11F50F70B}"/>
                </a:ext>
              </a:extLst>
            </p:cNvPr>
            <p:cNvSpPr txBox="1"/>
            <p:nvPr/>
          </p:nvSpPr>
          <p:spPr>
            <a:xfrm>
              <a:off x="1119235" y="898245"/>
              <a:ext cx="5497226" cy="400110"/>
            </a:xfrm>
            <a:prstGeom prst="rect">
              <a:avLst/>
            </a:prstGeom>
            <a:noFill/>
          </p:spPr>
          <p:txBody>
            <a:bodyPr wrap="square" rtlCol="0">
              <a:spAutoFit/>
            </a:bodyPr>
            <a:lstStyle/>
            <a:p>
              <a:r>
                <a:rPr lang="en-US" altLang="zh-CN" sz="2000" b="1" dirty="0"/>
                <a:t>MAC</a:t>
              </a:r>
              <a:r>
                <a:rPr lang="zh-CN" altLang="en-US" sz="2000" b="1" dirty="0"/>
                <a:t>地址</a:t>
              </a:r>
            </a:p>
          </p:txBody>
        </p:sp>
      </p:grpSp>
      <p:grpSp>
        <p:nvGrpSpPr>
          <p:cNvPr id="11" name="组合 10">
            <a:extLst>
              <a:ext uri="{FF2B5EF4-FFF2-40B4-BE49-F238E27FC236}">
                <a16:creationId xmlns:a16="http://schemas.microsoft.com/office/drawing/2014/main" id="{235CE5A4-C50E-4528-90C0-6CCC26652808}"/>
              </a:ext>
            </a:extLst>
          </p:cNvPr>
          <p:cNvGrpSpPr/>
          <p:nvPr/>
        </p:nvGrpSpPr>
        <p:grpSpPr>
          <a:xfrm>
            <a:off x="872737" y="1294875"/>
            <a:ext cx="9836926" cy="2283466"/>
            <a:chOff x="872737" y="1294875"/>
            <a:chExt cx="9836926" cy="2283466"/>
          </a:xfrm>
        </p:grpSpPr>
        <p:sp>
          <p:nvSpPr>
            <p:cNvPr id="20" name="文本框 19">
              <a:extLst>
                <a:ext uri="{FF2B5EF4-FFF2-40B4-BE49-F238E27FC236}">
                  <a16:creationId xmlns:a16="http://schemas.microsoft.com/office/drawing/2014/main" id="{14A9F2AE-0729-4D70-B82C-6BAEFCD25834}"/>
                </a:ext>
              </a:extLst>
            </p:cNvPr>
            <p:cNvSpPr txBox="1"/>
            <p:nvPr/>
          </p:nvSpPr>
          <p:spPr>
            <a:xfrm>
              <a:off x="872737" y="1294875"/>
              <a:ext cx="9836926" cy="369332"/>
            </a:xfrm>
            <a:prstGeom prst="rect">
              <a:avLst/>
            </a:prstGeom>
            <a:noFill/>
          </p:spPr>
          <p:txBody>
            <a:bodyPr wrap="square" rtlCol="0">
              <a:spAutoFit/>
            </a:bodyPr>
            <a:lstStyle/>
            <a:p>
              <a:r>
                <a:rPr lang="en-US" altLang="zh-CN" b="1" dirty="0">
                  <a:latin typeface="Arial Narrow" panose="020B0606020202030204" pitchFamily="34" charset="0"/>
                </a:rPr>
                <a:t>【2018</a:t>
              </a:r>
              <a:r>
                <a:rPr lang="zh-CN" altLang="en-US" b="1" dirty="0">
                  <a:latin typeface="Arial Narrow" panose="020B0606020202030204" pitchFamily="34" charset="0"/>
                </a:rPr>
                <a:t>年 题</a:t>
              </a:r>
              <a:r>
                <a:rPr lang="en-US" altLang="zh-CN" b="1" dirty="0">
                  <a:latin typeface="Arial Narrow" panose="020B0606020202030204" pitchFamily="34" charset="0"/>
                </a:rPr>
                <a:t>34】</a:t>
              </a:r>
              <a:r>
                <a:rPr lang="zh-CN" altLang="en-US" b="1" dirty="0">
                  <a:latin typeface="Arial Narrow" panose="020B0606020202030204" pitchFamily="34" charset="0"/>
                </a:rPr>
                <a:t>下列选项中，不属于物理层接口规范定义范畴的是（      ）。</a:t>
              </a:r>
            </a:p>
          </p:txBody>
        </p:sp>
        <p:sp>
          <p:nvSpPr>
            <p:cNvPr id="21" name="文本框 20">
              <a:extLst>
                <a:ext uri="{FF2B5EF4-FFF2-40B4-BE49-F238E27FC236}">
                  <a16:creationId xmlns:a16="http://schemas.microsoft.com/office/drawing/2014/main" id="{8B2BC77A-7C1B-4F65-9B6B-2AB05CA9DA19}"/>
                </a:ext>
              </a:extLst>
            </p:cNvPr>
            <p:cNvSpPr txBox="1"/>
            <p:nvPr/>
          </p:nvSpPr>
          <p:spPr>
            <a:xfrm>
              <a:off x="2494132" y="1760885"/>
              <a:ext cx="1363579" cy="369332"/>
            </a:xfrm>
            <a:prstGeom prst="rect">
              <a:avLst/>
            </a:prstGeom>
            <a:noFill/>
          </p:spPr>
          <p:txBody>
            <a:bodyPr wrap="square" rtlCol="0">
              <a:spAutoFit/>
            </a:bodyPr>
            <a:lstStyle/>
            <a:p>
              <a:r>
                <a:rPr lang="en-US" altLang="zh-CN" b="1" dirty="0">
                  <a:latin typeface="Arial Narrow" panose="020B0606020202030204" pitchFamily="34" charset="0"/>
                </a:rPr>
                <a:t>A. </a:t>
              </a:r>
              <a:r>
                <a:rPr lang="zh-CN" altLang="en-US" b="1" dirty="0">
                  <a:latin typeface="Arial Narrow" panose="020B0606020202030204" pitchFamily="34" charset="0"/>
                </a:rPr>
                <a:t>接口形状</a:t>
              </a:r>
            </a:p>
          </p:txBody>
        </p:sp>
        <p:sp>
          <p:nvSpPr>
            <p:cNvPr id="22" name="文本框 21">
              <a:extLst>
                <a:ext uri="{FF2B5EF4-FFF2-40B4-BE49-F238E27FC236}">
                  <a16:creationId xmlns:a16="http://schemas.microsoft.com/office/drawing/2014/main" id="{195DC5F5-11B6-4609-BD3E-D4DB6C8609B5}"/>
                </a:ext>
              </a:extLst>
            </p:cNvPr>
            <p:cNvSpPr txBox="1"/>
            <p:nvPr/>
          </p:nvSpPr>
          <p:spPr>
            <a:xfrm>
              <a:off x="2494132" y="2243593"/>
              <a:ext cx="1363579" cy="369332"/>
            </a:xfrm>
            <a:prstGeom prst="rect">
              <a:avLst/>
            </a:prstGeom>
            <a:noFill/>
          </p:spPr>
          <p:txBody>
            <a:bodyPr wrap="square" rtlCol="0">
              <a:spAutoFit/>
            </a:bodyPr>
            <a:lstStyle/>
            <a:p>
              <a:r>
                <a:rPr lang="en-US" altLang="zh-CN" b="1" dirty="0">
                  <a:latin typeface="Arial Narrow" panose="020B0606020202030204" pitchFamily="34" charset="0"/>
                </a:rPr>
                <a:t>B. </a:t>
              </a:r>
              <a:r>
                <a:rPr lang="zh-CN" altLang="en-US" b="1" dirty="0">
                  <a:latin typeface="Arial Narrow" panose="020B0606020202030204" pitchFamily="34" charset="0"/>
                </a:rPr>
                <a:t>引脚功能</a:t>
              </a:r>
            </a:p>
          </p:txBody>
        </p:sp>
        <p:sp>
          <p:nvSpPr>
            <p:cNvPr id="23" name="文本框 22">
              <a:extLst>
                <a:ext uri="{FF2B5EF4-FFF2-40B4-BE49-F238E27FC236}">
                  <a16:creationId xmlns:a16="http://schemas.microsoft.com/office/drawing/2014/main" id="{743AAE09-5695-4B0E-B1E3-1EF141C3BD8D}"/>
                </a:ext>
              </a:extLst>
            </p:cNvPr>
            <p:cNvSpPr txBox="1"/>
            <p:nvPr/>
          </p:nvSpPr>
          <p:spPr>
            <a:xfrm>
              <a:off x="2494132" y="2726301"/>
              <a:ext cx="1363579" cy="369332"/>
            </a:xfrm>
            <a:prstGeom prst="rect">
              <a:avLst/>
            </a:prstGeom>
            <a:noFill/>
          </p:spPr>
          <p:txBody>
            <a:bodyPr wrap="square" rtlCol="0">
              <a:spAutoFit/>
            </a:bodyPr>
            <a:lstStyle/>
            <a:p>
              <a:r>
                <a:rPr lang="en-US" altLang="zh-CN" b="1" dirty="0">
                  <a:latin typeface="Arial Narrow" panose="020B0606020202030204" pitchFamily="34" charset="0"/>
                </a:rPr>
                <a:t>C. </a:t>
              </a:r>
              <a:r>
                <a:rPr lang="zh-CN" altLang="en-US" b="1" dirty="0">
                  <a:latin typeface="Arial Narrow" panose="020B0606020202030204" pitchFamily="34" charset="0"/>
                </a:rPr>
                <a:t>物理地址</a:t>
              </a:r>
            </a:p>
          </p:txBody>
        </p:sp>
        <p:sp>
          <p:nvSpPr>
            <p:cNvPr id="24" name="文本框 23">
              <a:extLst>
                <a:ext uri="{FF2B5EF4-FFF2-40B4-BE49-F238E27FC236}">
                  <a16:creationId xmlns:a16="http://schemas.microsoft.com/office/drawing/2014/main" id="{3554EFCD-9701-430B-BECF-6ECBED2E750A}"/>
                </a:ext>
              </a:extLst>
            </p:cNvPr>
            <p:cNvSpPr txBox="1"/>
            <p:nvPr/>
          </p:nvSpPr>
          <p:spPr>
            <a:xfrm>
              <a:off x="2494132" y="3209009"/>
              <a:ext cx="1363579" cy="369332"/>
            </a:xfrm>
            <a:prstGeom prst="rect">
              <a:avLst/>
            </a:prstGeom>
            <a:noFill/>
          </p:spPr>
          <p:txBody>
            <a:bodyPr wrap="square" rtlCol="0">
              <a:spAutoFit/>
            </a:bodyPr>
            <a:lstStyle/>
            <a:p>
              <a:r>
                <a:rPr lang="en-US" altLang="zh-CN" b="1" dirty="0">
                  <a:latin typeface="Arial Narrow" panose="020B0606020202030204" pitchFamily="34" charset="0"/>
                </a:rPr>
                <a:t>D. </a:t>
              </a:r>
              <a:r>
                <a:rPr lang="zh-CN" altLang="en-US" b="1" dirty="0">
                  <a:latin typeface="Arial Narrow" panose="020B0606020202030204" pitchFamily="34" charset="0"/>
                </a:rPr>
                <a:t>信号电平</a:t>
              </a:r>
            </a:p>
          </p:txBody>
        </p:sp>
      </p:grpSp>
      <p:sp>
        <p:nvSpPr>
          <p:cNvPr id="25" name="文本框 24">
            <a:extLst>
              <a:ext uri="{FF2B5EF4-FFF2-40B4-BE49-F238E27FC236}">
                <a16:creationId xmlns:a16="http://schemas.microsoft.com/office/drawing/2014/main" id="{87481F2E-EB0B-4E3F-A4D7-D8E3B147711D}"/>
              </a:ext>
            </a:extLst>
          </p:cNvPr>
          <p:cNvSpPr txBox="1"/>
          <p:nvPr/>
        </p:nvSpPr>
        <p:spPr>
          <a:xfrm>
            <a:off x="7765645" y="1237665"/>
            <a:ext cx="407927" cy="523220"/>
          </a:xfrm>
          <a:prstGeom prst="rect">
            <a:avLst/>
          </a:prstGeom>
          <a:noFill/>
        </p:spPr>
        <p:txBody>
          <a:bodyPr wrap="square" rtlCol="0">
            <a:spAutoFit/>
          </a:bodyPr>
          <a:lstStyle/>
          <a:p>
            <a:pPr algn="ctr"/>
            <a:r>
              <a:rPr lang="en-US" altLang="zh-CN" sz="2800" b="1" dirty="0">
                <a:solidFill>
                  <a:schemeClr val="accent1">
                    <a:lumMod val="75000"/>
                  </a:schemeClr>
                </a:solidFill>
                <a:latin typeface="Arial Black" panose="020B0A04020102020204" pitchFamily="34" charset="0"/>
              </a:rPr>
              <a:t>C</a:t>
            </a:r>
            <a:endParaRPr lang="zh-CN" altLang="en-US" sz="2800" b="1" dirty="0">
              <a:solidFill>
                <a:schemeClr val="accent1">
                  <a:lumMod val="75000"/>
                </a:schemeClr>
              </a:solidFill>
              <a:latin typeface="Arial Black" panose="020B0A04020102020204" pitchFamily="34" charset="0"/>
            </a:endParaRPr>
          </a:p>
        </p:txBody>
      </p:sp>
      <p:sp>
        <p:nvSpPr>
          <p:cNvPr id="32" name="文本框 31">
            <a:extLst>
              <a:ext uri="{FF2B5EF4-FFF2-40B4-BE49-F238E27FC236}">
                <a16:creationId xmlns:a16="http://schemas.microsoft.com/office/drawing/2014/main" id="{A2E70C6E-F5BD-4239-A444-B7651ADFCD64}"/>
              </a:ext>
            </a:extLst>
          </p:cNvPr>
          <p:cNvSpPr txBox="1"/>
          <p:nvPr/>
        </p:nvSpPr>
        <p:spPr>
          <a:xfrm>
            <a:off x="1085439" y="3703454"/>
            <a:ext cx="697314" cy="369332"/>
          </a:xfrm>
          <a:prstGeom prst="rect">
            <a:avLst/>
          </a:prstGeom>
          <a:noFill/>
        </p:spPr>
        <p:txBody>
          <a:bodyPr wrap="square" rtlCol="0">
            <a:spAutoFit/>
          </a:bodyPr>
          <a:lstStyle/>
          <a:p>
            <a:r>
              <a:rPr lang="zh-CN" altLang="en-US" b="1" dirty="0">
                <a:latin typeface="Arial Narrow" panose="020B0606020202030204" pitchFamily="34" charset="0"/>
              </a:rPr>
              <a:t>解析</a:t>
            </a:r>
          </a:p>
        </p:txBody>
      </p:sp>
      <p:grpSp>
        <p:nvGrpSpPr>
          <p:cNvPr id="34" name="组合 33">
            <a:extLst>
              <a:ext uri="{FF2B5EF4-FFF2-40B4-BE49-F238E27FC236}">
                <a16:creationId xmlns:a16="http://schemas.microsoft.com/office/drawing/2014/main" id="{CD32C15B-936F-4BDF-8092-85CB1C2CFF4E}"/>
              </a:ext>
            </a:extLst>
          </p:cNvPr>
          <p:cNvGrpSpPr/>
          <p:nvPr/>
        </p:nvGrpSpPr>
        <p:grpSpPr>
          <a:xfrm>
            <a:off x="1782753" y="4245076"/>
            <a:ext cx="9610021" cy="2020354"/>
            <a:chOff x="1782753" y="4245076"/>
            <a:chExt cx="9610021" cy="2020354"/>
          </a:xfrm>
        </p:grpSpPr>
        <p:pic>
          <p:nvPicPr>
            <p:cNvPr id="13" name="图片 12">
              <a:extLst>
                <a:ext uri="{FF2B5EF4-FFF2-40B4-BE49-F238E27FC236}">
                  <a16:creationId xmlns:a16="http://schemas.microsoft.com/office/drawing/2014/main" id="{168EAEE0-8DCE-4B9A-8A41-E0A1A4C0C449}"/>
                </a:ext>
              </a:extLst>
            </p:cNvPr>
            <p:cNvPicPr>
              <a:picLocks noChangeAspect="1"/>
            </p:cNvPicPr>
            <p:nvPr/>
          </p:nvPicPr>
          <p:blipFill>
            <a:blip r:embed="rId3" cstate="print">
              <a:extLst>
                <a:ext uri="{28A0092B-C50C-407E-A947-70E740481C1C}">
                  <a14:useLocalDpi xmlns:a14="http://schemas.microsoft.com/office/drawing/2010/main" val="0"/>
                </a:ext>
              </a:extLst>
            </a:blip>
            <a:srcRect/>
            <a:stretch/>
          </p:blipFill>
          <p:spPr>
            <a:xfrm>
              <a:off x="1782753" y="4245076"/>
              <a:ext cx="4559416" cy="2020354"/>
            </a:xfrm>
            <a:prstGeom prst="rect">
              <a:avLst/>
            </a:prstGeom>
          </p:spPr>
        </p:pic>
        <p:pic>
          <p:nvPicPr>
            <p:cNvPr id="33" name="图片 32">
              <a:extLst>
                <a:ext uri="{FF2B5EF4-FFF2-40B4-BE49-F238E27FC236}">
                  <a16:creationId xmlns:a16="http://schemas.microsoft.com/office/drawing/2014/main" id="{D967AA40-EAFC-4084-A06A-A480F94485B0}"/>
                </a:ext>
              </a:extLst>
            </p:cNvPr>
            <p:cNvPicPr>
              <a:picLocks noChangeAspect="1"/>
            </p:cNvPicPr>
            <p:nvPr/>
          </p:nvPicPr>
          <p:blipFill>
            <a:blip r:embed="rId4" cstate="print">
              <a:extLst>
                <a:ext uri="{28A0092B-C50C-407E-A947-70E740481C1C}">
                  <a14:useLocalDpi xmlns:a14="http://schemas.microsoft.com/office/drawing/2010/main" val="0"/>
                </a:ext>
              </a:extLst>
            </a:blip>
            <a:srcRect/>
            <a:stretch/>
          </p:blipFill>
          <p:spPr>
            <a:xfrm>
              <a:off x="6833358" y="4245076"/>
              <a:ext cx="4559416" cy="2020354"/>
            </a:xfrm>
            <a:prstGeom prst="rect">
              <a:avLst/>
            </a:prstGeom>
          </p:spPr>
        </p:pic>
      </p:grpSp>
      <p:sp>
        <p:nvSpPr>
          <p:cNvPr id="50" name="文本框 49">
            <a:extLst>
              <a:ext uri="{FF2B5EF4-FFF2-40B4-BE49-F238E27FC236}">
                <a16:creationId xmlns:a16="http://schemas.microsoft.com/office/drawing/2014/main" id="{A4240482-A772-45A9-9951-C2BC5967A1CE}"/>
              </a:ext>
            </a:extLst>
          </p:cNvPr>
          <p:cNvSpPr txBox="1"/>
          <p:nvPr/>
        </p:nvSpPr>
        <p:spPr>
          <a:xfrm>
            <a:off x="4125428" y="2723469"/>
            <a:ext cx="2558244" cy="369332"/>
          </a:xfrm>
          <a:prstGeom prst="rect">
            <a:avLst/>
          </a:prstGeom>
          <a:noFill/>
        </p:spPr>
        <p:txBody>
          <a:bodyPr wrap="square" rtlCol="0">
            <a:spAutoFit/>
          </a:bodyPr>
          <a:lstStyle/>
          <a:p>
            <a:r>
              <a:rPr lang="zh-CN" altLang="en-US" b="1" dirty="0">
                <a:solidFill>
                  <a:schemeClr val="accent1">
                    <a:lumMod val="75000"/>
                  </a:schemeClr>
                </a:solidFill>
                <a:latin typeface="Arial Narrow" panose="020B0606020202030204" pitchFamily="34" charset="0"/>
              </a:rPr>
              <a:t>数据链路层使用的地址</a:t>
            </a:r>
          </a:p>
        </p:txBody>
      </p:sp>
      <p:sp>
        <p:nvSpPr>
          <p:cNvPr id="51" name="文本框 50">
            <a:extLst>
              <a:ext uri="{FF2B5EF4-FFF2-40B4-BE49-F238E27FC236}">
                <a16:creationId xmlns:a16="http://schemas.microsoft.com/office/drawing/2014/main" id="{97B647A7-C5B1-4CA8-BFB7-074AB5756F32}"/>
              </a:ext>
            </a:extLst>
          </p:cNvPr>
          <p:cNvSpPr txBox="1"/>
          <p:nvPr/>
        </p:nvSpPr>
        <p:spPr>
          <a:xfrm>
            <a:off x="6683671" y="2723469"/>
            <a:ext cx="3453669" cy="369332"/>
          </a:xfrm>
          <a:prstGeom prst="rect">
            <a:avLst/>
          </a:prstGeom>
          <a:noFill/>
        </p:spPr>
        <p:txBody>
          <a:bodyPr wrap="square" rtlCol="0">
            <a:spAutoFit/>
          </a:bodyPr>
          <a:lstStyle/>
          <a:p>
            <a:r>
              <a:rPr lang="zh-CN" altLang="en-US" b="1" dirty="0">
                <a:solidFill>
                  <a:schemeClr val="accent1">
                    <a:lumMod val="75000"/>
                  </a:schemeClr>
                </a:solidFill>
                <a:latin typeface="Arial Narrow" panose="020B0606020202030204" pitchFamily="34" charset="0"/>
              </a:rPr>
              <a:t>又称为硬件地址或</a:t>
            </a:r>
            <a:r>
              <a:rPr lang="en-US" altLang="zh-CN" b="1" dirty="0">
                <a:solidFill>
                  <a:schemeClr val="accent1">
                    <a:lumMod val="75000"/>
                  </a:schemeClr>
                </a:solidFill>
                <a:latin typeface="Arial Narrow" panose="020B0606020202030204" pitchFamily="34" charset="0"/>
              </a:rPr>
              <a:t>MAC</a:t>
            </a:r>
            <a:r>
              <a:rPr lang="zh-CN" altLang="en-US" b="1" dirty="0">
                <a:solidFill>
                  <a:schemeClr val="accent1">
                    <a:lumMod val="75000"/>
                  </a:schemeClr>
                </a:solidFill>
                <a:latin typeface="Arial Narrow" panose="020B0606020202030204" pitchFamily="34" charset="0"/>
              </a:rPr>
              <a:t>地址</a:t>
            </a:r>
          </a:p>
        </p:txBody>
      </p:sp>
    </p:spTree>
    <p:custDataLst>
      <p:tags r:id="rId1"/>
    </p:custDataLst>
    <p:extLst>
      <p:ext uri="{BB962C8B-B14F-4D97-AF65-F5344CB8AC3E}">
        <p14:creationId xmlns:p14="http://schemas.microsoft.com/office/powerpoint/2010/main" val="2784510860"/>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30" presetClass="entr" presetSubtype="0" fill="hold" nodeType="withEffect">
                                  <p:stCondLst>
                                    <p:cond delay="0"/>
                                  </p:stCondLst>
                                  <p:childTnLst>
                                    <p:set>
                                      <p:cBhvr>
                                        <p:cTn id="6" dur="1" fill="hold">
                                          <p:stCondLst>
                                            <p:cond delay="0"/>
                                          </p:stCondLst>
                                        </p:cTn>
                                        <p:tgtEl>
                                          <p:spTgt spid="11"/>
                                        </p:tgtEl>
                                        <p:attrNameLst>
                                          <p:attrName>style.visibility</p:attrName>
                                        </p:attrNameLst>
                                      </p:cBhvr>
                                      <p:to>
                                        <p:strVal val="visible"/>
                                      </p:to>
                                    </p:set>
                                    <p:animEffect transition="in" filter="fade">
                                      <p:cBhvr>
                                        <p:cTn id="7" dur="800" decel="100000"/>
                                        <p:tgtEl>
                                          <p:spTgt spid="11"/>
                                        </p:tgtEl>
                                      </p:cBhvr>
                                    </p:animEffect>
                                    <p:anim calcmode="lin" valueType="num">
                                      <p:cBhvr>
                                        <p:cTn id="8" dur="800" decel="100000" fill="hold"/>
                                        <p:tgtEl>
                                          <p:spTgt spid="11"/>
                                        </p:tgtEl>
                                        <p:attrNameLst>
                                          <p:attrName>style.rotation</p:attrName>
                                        </p:attrNameLst>
                                      </p:cBhvr>
                                      <p:tavLst>
                                        <p:tav tm="0">
                                          <p:val>
                                            <p:fltVal val="-90"/>
                                          </p:val>
                                        </p:tav>
                                        <p:tav tm="100000">
                                          <p:val>
                                            <p:fltVal val="0"/>
                                          </p:val>
                                        </p:tav>
                                      </p:tavLst>
                                    </p:anim>
                                    <p:anim calcmode="lin" valueType="num">
                                      <p:cBhvr>
                                        <p:cTn id="9" dur="800" decel="100000" fill="hold"/>
                                        <p:tgtEl>
                                          <p:spTgt spid="11"/>
                                        </p:tgtEl>
                                        <p:attrNameLst>
                                          <p:attrName>ppt_x</p:attrName>
                                        </p:attrNameLst>
                                      </p:cBhvr>
                                      <p:tavLst>
                                        <p:tav tm="0">
                                          <p:val>
                                            <p:strVal val="#ppt_x+0.4"/>
                                          </p:val>
                                        </p:tav>
                                        <p:tav tm="100000">
                                          <p:val>
                                            <p:strVal val="#ppt_x-0.05"/>
                                          </p:val>
                                        </p:tav>
                                      </p:tavLst>
                                    </p:anim>
                                    <p:anim calcmode="lin" valueType="num">
                                      <p:cBhvr>
                                        <p:cTn id="10" dur="800" decel="100000" fill="hold"/>
                                        <p:tgtEl>
                                          <p:spTgt spid="11"/>
                                        </p:tgtEl>
                                        <p:attrNameLst>
                                          <p:attrName>ppt_y</p:attrName>
                                        </p:attrNameLst>
                                      </p:cBhvr>
                                      <p:tavLst>
                                        <p:tav tm="0">
                                          <p:val>
                                            <p:strVal val="#ppt_y-0.4"/>
                                          </p:val>
                                        </p:tav>
                                        <p:tav tm="100000">
                                          <p:val>
                                            <p:strVal val="#ppt_y+0.1"/>
                                          </p:val>
                                        </p:tav>
                                      </p:tavLst>
                                    </p:anim>
                                    <p:anim calcmode="lin" valueType="num">
                                      <p:cBhvr>
                                        <p:cTn id="11" dur="200" accel="100000" fill="hold">
                                          <p:stCondLst>
                                            <p:cond delay="800"/>
                                          </p:stCondLst>
                                        </p:cTn>
                                        <p:tgtEl>
                                          <p:spTgt spid="11"/>
                                        </p:tgtEl>
                                        <p:attrNameLst>
                                          <p:attrName>ppt_x</p:attrName>
                                        </p:attrNameLst>
                                      </p:cBhvr>
                                      <p:tavLst>
                                        <p:tav tm="0">
                                          <p:val>
                                            <p:strVal val="#ppt_x-0.05"/>
                                          </p:val>
                                        </p:tav>
                                        <p:tav tm="100000">
                                          <p:val>
                                            <p:strVal val="#ppt_x"/>
                                          </p:val>
                                        </p:tav>
                                      </p:tavLst>
                                    </p:anim>
                                    <p:anim calcmode="lin" valueType="num">
                                      <p:cBhvr>
                                        <p:cTn id="12" dur="200" accel="100000" fill="hold">
                                          <p:stCondLst>
                                            <p:cond delay="800"/>
                                          </p:stCondLst>
                                        </p:cTn>
                                        <p:tgtEl>
                                          <p:spTgt spid="11"/>
                                        </p:tgtEl>
                                        <p:attrNameLst>
                                          <p:attrName>ppt_y</p:attrName>
                                        </p:attrNameLst>
                                      </p:cBhvr>
                                      <p:tavLst>
                                        <p:tav tm="0">
                                          <p:val>
                                            <p:strVal val="#ppt_y+0.1"/>
                                          </p:val>
                                        </p:tav>
                                        <p:tav tm="100000">
                                          <p:val>
                                            <p:strVal val="#ppt_y"/>
                                          </p:val>
                                        </p:tav>
                                      </p:tavLst>
                                    </p:anim>
                                  </p:childTnLst>
                                </p:cTn>
                              </p:par>
                            </p:childTnLst>
                          </p:cTn>
                        </p:par>
                      </p:childTnLst>
                    </p:cTn>
                  </p:par>
                  <p:par>
                    <p:cTn id="13" fill="hold">
                      <p:stCondLst>
                        <p:cond delay="indefinite"/>
                      </p:stCondLst>
                      <p:childTnLst>
                        <p:par>
                          <p:cTn id="14" fill="hold">
                            <p:stCondLst>
                              <p:cond delay="0"/>
                            </p:stCondLst>
                            <p:childTnLst>
                              <p:par>
                                <p:cTn id="15" presetID="30" presetClass="entr" presetSubtype="0" fill="hold" grpId="0" nodeType="clickEffect">
                                  <p:stCondLst>
                                    <p:cond delay="0"/>
                                  </p:stCondLst>
                                  <p:childTnLst>
                                    <p:set>
                                      <p:cBhvr>
                                        <p:cTn id="16" dur="1" fill="hold">
                                          <p:stCondLst>
                                            <p:cond delay="0"/>
                                          </p:stCondLst>
                                        </p:cTn>
                                        <p:tgtEl>
                                          <p:spTgt spid="25"/>
                                        </p:tgtEl>
                                        <p:attrNameLst>
                                          <p:attrName>style.visibility</p:attrName>
                                        </p:attrNameLst>
                                      </p:cBhvr>
                                      <p:to>
                                        <p:strVal val="visible"/>
                                      </p:to>
                                    </p:set>
                                    <p:animEffect transition="in" filter="fade">
                                      <p:cBhvr>
                                        <p:cTn id="17" dur="800" decel="100000"/>
                                        <p:tgtEl>
                                          <p:spTgt spid="25"/>
                                        </p:tgtEl>
                                      </p:cBhvr>
                                    </p:animEffect>
                                    <p:anim calcmode="lin" valueType="num">
                                      <p:cBhvr>
                                        <p:cTn id="18" dur="800" decel="100000" fill="hold"/>
                                        <p:tgtEl>
                                          <p:spTgt spid="25"/>
                                        </p:tgtEl>
                                        <p:attrNameLst>
                                          <p:attrName>style.rotation</p:attrName>
                                        </p:attrNameLst>
                                      </p:cBhvr>
                                      <p:tavLst>
                                        <p:tav tm="0">
                                          <p:val>
                                            <p:fltVal val="-90"/>
                                          </p:val>
                                        </p:tav>
                                        <p:tav tm="100000">
                                          <p:val>
                                            <p:fltVal val="0"/>
                                          </p:val>
                                        </p:tav>
                                      </p:tavLst>
                                    </p:anim>
                                    <p:anim calcmode="lin" valueType="num">
                                      <p:cBhvr>
                                        <p:cTn id="19" dur="800" decel="100000" fill="hold"/>
                                        <p:tgtEl>
                                          <p:spTgt spid="25"/>
                                        </p:tgtEl>
                                        <p:attrNameLst>
                                          <p:attrName>ppt_x</p:attrName>
                                        </p:attrNameLst>
                                      </p:cBhvr>
                                      <p:tavLst>
                                        <p:tav tm="0">
                                          <p:val>
                                            <p:strVal val="#ppt_x+0.4"/>
                                          </p:val>
                                        </p:tav>
                                        <p:tav tm="100000">
                                          <p:val>
                                            <p:strVal val="#ppt_x-0.05"/>
                                          </p:val>
                                        </p:tav>
                                      </p:tavLst>
                                    </p:anim>
                                    <p:anim calcmode="lin" valueType="num">
                                      <p:cBhvr>
                                        <p:cTn id="20" dur="800" decel="100000" fill="hold"/>
                                        <p:tgtEl>
                                          <p:spTgt spid="25"/>
                                        </p:tgtEl>
                                        <p:attrNameLst>
                                          <p:attrName>ppt_y</p:attrName>
                                        </p:attrNameLst>
                                      </p:cBhvr>
                                      <p:tavLst>
                                        <p:tav tm="0">
                                          <p:val>
                                            <p:strVal val="#ppt_y-0.4"/>
                                          </p:val>
                                        </p:tav>
                                        <p:tav tm="100000">
                                          <p:val>
                                            <p:strVal val="#ppt_y+0.1"/>
                                          </p:val>
                                        </p:tav>
                                      </p:tavLst>
                                    </p:anim>
                                    <p:anim calcmode="lin" valueType="num">
                                      <p:cBhvr>
                                        <p:cTn id="21" dur="200" accel="100000" fill="hold">
                                          <p:stCondLst>
                                            <p:cond delay="800"/>
                                          </p:stCondLst>
                                        </p:cTn>
                                        <p:tgtEl>
                                          <p:spTgt spid="25"/>
                                        </p:tgtEl>
                                        <p:attrNameLst>
                                          <p:attrName>ppt_x</p:attrName>
                                        </p:attrNameLst>
                                      </p:cBhvr>
                                      <p:tavLst>
                                        <p:tav tm="0">
                                          <p:val>
                                            <p:strVal val="#ppt_x-0.05"/>
                                          </p:val>
                                        </p:tav>
                                        <p:tav tm="100000">
                                          <p:val>
                                            <p:strVal val="#ppt_x"/>
                                          </p:val>
                                        </p:tav>
                                      </p:tavLst>
                                    </p:anim>
                                    <p:anim calcmode="lin" valueType="num">
                                      <p:cBhvr>
                                        <p:cTn id="22" dur="200" accel="100000" fill="hold">
                                          <p:stCondLst>
                                            <p:cond delay="800"/>
                                          </p:stCondLst>
                                        </p:cTn>
                                        <p:tgtEl>
                                          <p:spTgt spid="25"/>
                                        </p:tgtEl>
                                        <p:attrNameLst>
                                          <p:attrName>ppt_y</p:attrName>
                                        </p:attrNameLst>
                                      </p:cBhvr>
                                      <p:tavLst>
                                        <p:tav tm="0">
                                          <p:val>
                                            <p:strVal val="#ppt_y+0.1"/>
                                          </p:val>
                                        </p:tav>
                                        <p:tav tm="100000">
                                          <p:val>
                                            <p:strVal val="#ppt_y"/>
                                          </p:val>
                                        </p:tav>
                                      </p:tavLst>
                                    </p:anim>
                                  </p:childTnLst>
                                </p:cTn>
                              </p:par>
                            </p:childTnLst>
                          </p:cTn>
                        </p:par>
                      </p:childTnLst>
                    </p:cTn>
                  </p:par>
                  <p:par>
                    <p:cTn id="23" fill="hold">
                      <p:stCondLst>
                        <p:cond delay="indefinite"/>
                      </p:stCondLst>
                      <p:childTnLst>
                        <p:par>
                          <p:cTn id="24" fill="hold">
                            <p:stCondLst>
                              <p:cond delay="0"/>
                            </p:stCondLst>
                            <p:childTnLst>
                              <p:par>
                                <p:cTn id="25" presetID="53" presetClass="entr" presetSubtype="16" fill="hold" grpId="0" nodeType="clickEffect">
                                  <p:stCondLst>
                                    <p:cond delay="0"/>
                                  </p:stCondLst>
                                  <p:childTnLst>
                                    <p:set>
                                      <p:cBhvr>
                                        <p:cTn id="26" dur="1" fill="hold">
                                          <p:stCondLst>
                                            <p:cond delay="0"/>
                                          </p:stCondLst>
                                        </p:cTn>
                                        <p:tgtEl>
                                          <p:spTgt spid="32"/>
                                        </p:tgtEl>
                                        <p:attrNameLst>
                                          <p:attrName>style.visibility</p:attrName>
                                        </p:attrNameLst>
                                      </p:cBhvr>
                                      <p:to>
                                        <p:strVal val="visible"/>
                                      </p:to>
                                    </p:set>
                                    <p:anim calcmode="lin" valueType="num">
                                      <p:cBhvr>
                                        <p:cTn id="27" dur="500" fill="hold"/>
                                        <p:tgtEl>
                                          <p:spTgt spid="32"/>
                                        </p:tgtEl>
                                        <p:attrNameLst>
                                          <p:attrName>ppt_w</p:attrName>
                                        </p:attrNameLst>
                                      </p:cBhvr>
                                      <p:tavLst>
                                        <p:tav tm="0">
                                          <p:val>
                                            <p:fltVal val="0"/>
                                          </p:val>
                                        </p:tav>
                                        <p:tav tm="100000">
                                          <p:val>
                                            <p:strVal val="#ppt_w"/>
                                          </p:val>
                                        </p:tav>
                                      </p:tavLst>
                                    </p:anim>
                                    <p:anim calcmode="lin" valueType="num">
                                      <p:cBhvr>
                                        <p:cTn id="28" dur="500" fill="hold"/>
                                        <p:tgtEl>
                                          <p:spTgt spid="32"/>
                                        </p:tgtEl>
                                        <p:attrNameLst>
                                          <p:attrName>ppt_h</p:attrName>
                                        </p:attrNameLst>
                                      </p:cBhvr>
                                      <p:tavLst>
                                        <p:tav tm="0">
                                          <p:val>
                                            <p:fltVal val="0"/>
                                          </p:val>
                                        </p:tav>
                                        <p:tav tm="100000">
                                          <p:val>
                                            <p:strVal val="#ppt_h"/>
                                          </p:val>
                                        </p:tav>
                                      </p:tavLst>
                                    </p:anim>
                                    <p:animEffect transition="in" filter="fade">
                                      <p:cBhvr>
                                        <p:cTn id="29" dur="500"/>
                                        <p:tgtEl>
                                          <p:spTgt spid="32"/>
                                        </p:tgtEl>
                                      </p:cBhvr>
                                    </p:animEffect>
                                  </p:childTnLst>
                                </p:cTn>
                              </p:par>
                            </p:childTnLst>
                          </p:cTn>
                        </p:par>
                      </p:childTnLst>
                    </p:cTn>
                  </p:par>
                  <p:par>
                    <p:cTn id="30" fill="hold">
                      <p:stCondLst>
                        <p:cond delay="indefinite"/>
                      </p:stCondLst>
                      <p:childTnLst>
                        <p:par>
                          <p:cTn id="31" fill="hold">
                            <p:stCondLst>
                              <p:cond delay="0"/>
                            </p:stCondLst>
                            <p:childTnLst>
                              <p:par>
                                <p:cTn id="32" presetID="42" presetClass="entr" presetSubtype="0" fill="hold" nodeType="clickEffect">
                                  <p:stCondLst>
                                    <p:cond delay="0"/>
                                  </p:stCondLst>
                                  <p:childTnLst>
                                    <p:set>
                                      <p:cBhvr>
                                        <p:cTn id="33" dur="1" fill="hold">
                                          <p:stCondLst>
                                            <p:cond delay="0"/>
                                          </p:stCondLst>
                                        </p:cTn>
                                        <p:tgtEl>
                                          <p:spTgt spid="34"/>
                                        </p:tgtEl>
                                        <p:attrNameLst>
                                          <p:attrName>style.visibility</p:attrName>
                                        </p:attrNameLst>
                                      </p:cBhvr>
                                      <p:to>
                                        <p:strVal val="visible"/>
                                      </p:to>
                                    </p:set>
                                    <p:animEffect transition="in" filter="fade">
                                      <p:cBhvr>
                                        <p:cTn id="34" dur="1000"/>
                                        <p:tgtEl>
                                          <p:spTgt spid="34"/>
                                        </p:tgtEl>
                                      </p:cBhvr>
                                    </p:animEffect>
                                    <p:anim calcmode="lin" valueType="num">
                                      <p:cBhvr>
                                        <p:cTn id="35" dur="1000" fill="hold"/>
                                        <p:tgtEl>
                                          <p:spTgt spid="34"/>
                                        </p:tgtEl>
                                        <p:attrNameLst>
                                          <p:attrName>ppt_x</p:attrName>
                                        </p:attrNameLst>
                                      </p:cBhvr>
                                      <p:tavLst>
                                        <p:tav tm="0">
                                          <p:val>
                                            <p:strVal val="#ppt_x"/>
                                          </p:val>
                                        </p:tav>
                                        <p:tav tm="100000">
                                          <p:val>
                                            <p:strVal val="#ppt_x"/>
                                          </p:val>
                                        </p:tav>
                                      </p:tavLst>
                                    </p:anim>
                                    <p:anim calcmode="lin" valueType="num">
                                      <p:cBhvr>
                                        <p:cTn id="36" dur="1000" fill="hold"/>
                                        <p:tgtEl>
                                          <p:spTgt spid="34"/>
                                        </p:tgtEl>
                                        <p:attrNameLst>
                                          <p:attrName>ppt_y</p:attrName>
                                        </p:attrNameLst>
                                      </p:cBhvr>
                                      <p:tavLst>
                                        <p:tav tm="0">
                                          <p:val>
                                            <p:strVal val="#ppt_y+.1"/>
                                          </p:val>
                                        </p:tav>
                                        <p:tav tm="100000">
                                          <p:val>
                                            <p:strVal val="#ppt_y"/>
                                          </p:val>
                                        </p:tav>
                                      </p:tavLst>
                                    </p:anim>
                                  </p:childTnLst>
                                </p:cTn>
                              </p:par>
                            </p:childTnLst>
                          </p:cTn>
                        </p:par>
                      </p:childTnLst>
                    </p:cTn>
                  </p:par>
                  <p:par>
                    <p:cTn id="37" fill="hold">
                      <p:stCondLst>
                        <p:cond delay="indefinite"/>
                      </p:stCondLst>
                      <p:childTnLst>
                        <p:par>
                          <p:cTn id="38" fill="hold">
                            <p:stCondLst>
                              <p:cond delay="0"/>
                            </p:stCondLst>
                            <p:childTnLst>
                              <p:par>
                                <p:cTn id="39" presetID="12" presetClass="entr" presetSubtype="8" fill="hold" grpId="0" nodeType="clickEffect">
                                  <p:stCondLst>
                                    <p:cond delay="0"/>
                                  </p:stCondLst>
                                  <p:childTnLst>
                                    <p:set>
                                      <p:cBhvr>
                                        <p:cTn id="40" dur="1" fill="hold">
                                          <p:stCondLst>
                                            <p:cond delay="0"/>
                                          </p:stCondLst>
                                        </p:cTn>
                                        <p:tgtEl>
                                          <p:spTgt spid="35"/>
                                        </p:tgtEl>
                                        <p:attrNameLst>
                                          <p:attrName>style.visibility</p:attrName>
                                        </p:attrNameLst>
                                      </p:cBhvr>
                                      <p:to>
                                        <p:strVal val="visible"/>
                                      </p:to>
                                    </p:set>
                                    <p:anim calcmode="lin" valueType="num">
                                      <p:cBhvr additive="base">
                                        <p:cTn id="41" dur="500"/>
                                        <p:tgtEl>
                                          <p:spTgt spid="35"/>
                                        </p:tgtEl>
                                        <p:attrNameLst>
                                          <p:attrName>ppt_x</p:attrName>
                                        </p:attrNameLst>
                                      </p:cBhvr>
                                      <p:tavLst>
                                        <p:tav tm="0">
                                          <p:val>
                                            <p:strVal val="#ppt_x-#ppt_w*1.125000"/>
                                          </p:val>
                                        </p:tav>
                                        <p:tav tm="100000">
                                          <p:val>
                                            <p:strVal val="#ppt_x"/>
                                          </p:val>
                                        </p:tav>
                                      </p:tavLst>
                                    </p:anim>
                                    <p:animEffect transition="in" filter="wipe(right)">
                                      <p:cBhvr>
                                        <p:cTn id="42" dur="500"/>
                                        <p:tgtEl>
                                          <p:spTgt spid="35"/>
                                        </p:tgtEl>
                                      </p:cBhvr>
                                    </p:animEffect>
                                  </p:childTnLst>
                                </p:cTn>
                              </p:par>
                            </p:childTnLst>
                          </p:cTn>
                        </p:par>
                      </p:childTnLst>
                    </p:cTn>
                  </p:par>
                  <p:par>
                    <p:cTn id="43" fill="hold">
                      <p:stCondLst>
                        <p:cond delay="indefinite"/>
                      </p:stCondLst>
                      <p:childTnLst>
                        <p:par>
                          <p:cTn id="44" fill="hold">
                            <p:stCondLst>
                              <p:cond delay="0"/>
                            </p:stCondLst>
                            <p:childTnLst>
                              <p:par>
                                <p:cTn id="45" presetID="12" presetClass="entr" presetSubtype="8" fill="hold" grpId="0" nodeType="clickEffect">
                                  <p:stCondLst>
                                    <p:cond delay="0"/>
                                  </p:stCondLst>
                                  <p:childTnLst>
                                    <p:set>
                                      <p:cBhvr>
                                        <p:cTn id="46" dur="1" fill="hold">
                                          <p:stCondLst>
                                            <p:cond delay="0"/>
                                          </p:stCondLst>
                                        </p:cTn>
                                        <p:tgtEl>
                                          <p:spTgt spid="42"/>
                                        </p:tgtEl>
                                        <p:attrNameLst>
                                          <p:attrName>style.visibility</p:attrName>
                                        </p:attrNameLst>
                                      </p:cBhvr>
                                      <p:to>
                                        <p:strVal val="visible"/>
                                      </p:to>
                                    </p:set>
                                    <p:anim calcmode="lin" valueType="num">
                                      <p:cBhvr additive="base">
                                        <p:cTn id="47" dur="500"/>
                                        <p:tgtEl>
                                          <p:spTgt spid="42"/>
                                        </p:tgtEl>
                                        <p:attrNameLst>
                                          <p:attrName>ppt_x</p:attrName>
                                        </p:attrNameLst>
                                      </p:cBhvr>
                                      <p:tavLst>
                                        <p:tav tm="0">
                                          <p:val>
                                            <p:strVal val="#ppt_x-#ppt_w*1.125000"/>
                                          </p:val>
                                        </p:tav>
                                        <p:tav tm="100000">
                                          <p:val>
                                            <p:strVal val="#ppt_x"/>
                                          </p:val>
                                        </p:tav>
                                      </p:tavLst>
                                    </p:anim>
                                    <p:animEffect transition="in" filter="wipe(right)">
                                      <p:cBhvr>
                                        <p:cTn id="48" dur="500"/>
                                        <p:tgtEl>
                                          <p:spTgt spid="42"/>
                                        </p:tgtEl>
                                      </p:cBhvr>
                                    </p:animEffect>
                                  </p:childTnLst>
                                </p:cTn>
                              </p:par>
                            </p:childTnLst>
                          </p:cTn>
                        </p:par>
                      </p:childTnLst>
                    </p:cTn>
                  </p:par>
                  <p:par>
                    <p:cTn id="49" fill="hold">
                      <p:stCondLst>
                        <p:cond delay="indefinite"/>
                      </p:stCondLst>
                      <p:childTnLst>
                        <p:par>
                          <p:cTn id="50" fill="hold">
                            <p:stCondLst>
                              <p:cond delay="0"/>
                            </p:stCondLst>
                            <p:childTnLst>
                              <p:par>
                                <p:cTn id="51" presetID="12" presetClass="entr" presetSubtype="8" fill="hold" grpId="0" nodeType="clickEffect">
                                  <p:stCondLst>
                                    <p:cond delay="0"/>
                                  </p:stCondLst>
                                  <p:childTnLst>
                                    <p:set>
                                      <p:cBhvr>
                                        <p:cTn id="52" dur="1" fill="hold">
                                          <p:stCondLst>
                                            <p:cond delay="0"/>
                                          </p:stCondLst>
                                        </p:cTn>
                                        <p:tgtEl>
                                          <p:spTgt spid="43"/>
                                        </p:tgtEl>
                                        <p:attrNameLst>
                                          <p:attrName>style.visibility</p:attrName>
                                        </p:attrNameLst>
                                      </p:cBhvr>
                                      <p:to>
                                        <p:strVal val="visible"/>
                                      </p:to>
                                    </p:set>
                                    <p:anim calcmode="lin" valueType="num">
                                      <p:cBhvr additive="base">
                                        <p:cTn id="53" dur="500"/>
                                        <p:tgtEl>
                                          <p:spTgt spid="43"/>
                                        </p:tgtEl>
                                        <p:attrNameLst>
                                          <p:attrName>ppt_x</p:attrName>
                                        </p:attrNameLst>
                                      </p:cBhvr>
                                      <p:tavLst>
                                        <p:tav tm="0">
                                          <p:val>
                                            <p:strVal val="#ppt_x-#ppt_w*1.125000"/>
                                          </p:val>
                                        </p:tav>
                                        <p:tav tm="100000">
                                          <p:val>
                                            <p:strVal val="#ppt_x"/>
                                          </p:val>
                                        </p:tav>
                                      </p:tavLst>
                                    </p:anim>
                                    <p:animEffect transition="in" filter="wipe(right)">
                                      <p:cBhvr>
                                        <p:cTn id="54" dur="500"/>
                                        <p:tgtEl>
                                          <p:spTgt spid="43"/>
                                        </p:tgtEl>
                                      </p:cBhvr>
                                    </p:animEffect>
                                  </p:childTnLst>
                                </p:cTn>
                              </p:par>
                            </p:childTnLst>
                          </p:cTn>
                        </p:par>
                      </p:childTnLst>
                    </p:cTn>
                  </p:par>
                  <p:par>
                    <p:cTn id="55" fill="hold">
                      <p:stCondLst>
                        <p:cond delay="indefinite"/>
                      </p:stCondLst>
                      <p:childTnLst>
                        <p:par>
                          <p:cTn id="56" fill="hold">
                            <p:stCondLst>
                              <p:cond delay="0"/>
                            </p:stCondLst>
                            <p:childTnLst>
                              <p:par>
                                <p:cTn id="57" presetID="12" presetClass="entr" presetSubtype="8" fill="hold" grpId="0" nodeType="clickEffect">
                                  <p:stCondLst>
                                    <p:cond delay="0"/>
                                  </p:stCondLst>
                                  <p:childTnLst>
                                    <p:set>
                                      <p:cBhvr>
                                        <p:cTn id="58" dur="1" fill="hold">
                                          <p:stCondLst>
                                            <p:cond delay="0"/>
                                          </p:stCondLst>
                                        </p:cTn>
                                        <p:tgtEl>
                                          <p:spTgt spid="50"/>
                                        </p:tgtEl>
                                        <p:attrNameLst>
                                          <p:attrName>style.visibility</p:attrName>
                                        </p:attrNameLst>
                                      </p:cBhvr>
                                      <p:to>
                                        <p:strVal val="visible"/>
                                      </p:to>
                                    </p:set>
                                    <p:anim calcmode="lin" valueType="num">
                                      <p:cBhvr additive="base">
                                        <p:cTn id="59" dur="500"/>
                                        <p:tgtEl>
                                          <p:spTgt spid="50"/>
                                        </p:tgtEl>
                                        <p:attrNameLst>
                                          <p:attrName>ppt_x</p:attrName>
                                        </p:attrNameLst>
                                      </p:cBhvr>
                                      <p:tavLst>
                                        <p:tav tm="0">
                                          <p:val>
                                            <p:strVal val="#ppt_x-#ppt_w*1.125000"/>
                                          </p:val>
                                        </p:tav>
                                        <p:tav tm="100000">
                                          <p:val>
                                            <p:strVal val="#ppt_x"/>
                                          </p:val>
                                        </p:tav>
                                      </p:tavLst>
                                    </p:anim>
                                    <p:animEffect transition="in" filter="wipe(right)">
                                      <p:cBhvr>
                                        <p:cTn id="60" dur="500"/>
                                        <p:tgtEl>
                                          <p:spTgt spid="50"/>
                                        </p:tgtEl>
                                      </p:cBhvr>
                                    </p:animEffect>
                                  </p:childTnLst>
                                </p:cTn>
                              </p:par>
                            </p:childTnLst>
                          </p:cTn>
                        </p:par>
                      </p:childTnLst>
                    </p:cTn>
                  </p:par>
                  <p:par>
                    <p:cTn id="61" fill="hold">
                      <p:stCondLst>
                        <p:cond delay="indefinite"/>
                      </p:stCondLst>
                      <p:childTnLst>
                        <p:par>
                          <p:cTn id="62" fill="hold">
                            <p:stCondLst>
                              <p:cond delay="0"/>
                            </p:stCondLst>
                            <p:childTnLst>
                              <p:par>
                                <p:cTn id="63" presetID="12" presetClass="entr" presetSubtype="8" fill="hold" grpId="0" nodeType="clickEffect">
                                  <p:stCondLst>
                                    <p:cond delay="0"/>
                                  </p:stCondLst>
                                  <p:childTnLst>
                                    <p:set>
                                      <p:cBhvr>
                                        <p:cTn id="64" dur="1" fill="hold">
                                          <p:stCondLst>
                                            <p:cond delay="0"/>
                                          </p:stCondLst>
                                        </p:cTn>
                                        <p:tgtEl>
                                          <p:spTgt spid="51"/>
                                        </p:tgtEl>
                                        <p:attrNameLst>
                                          <p:attrName>style.visibility</p:attrName>
                                        </p:attrNameLst>
                                      </p:cBhvr>
                                      <p:to>
                                        <p:strVal val="visible"/>
                                      </p:to>
                                    </p:set>
                                    <p:anim calcmode="lin" valueType="num">
                                      <p:cBhvr additive="base">
                                        <p:cTn id="65" dur="500"/>
                                        <p:tgtEl>
                                          <p:spTgt spid="51"/>
                                        </p:tgtEl>
                                        <p:attrNameLst>
                                          <p:attrName>ppt_x</p:attrName>
                                        </p:attrNameLst>
                                      </p:cBhvr>
                                      <p:tavLst>
                                        <p:tav tm="0">
                                          <p:val>
                                            <p:strVal val="#ppt_x-#ppt_w*1.125000"/>
                                          </p:val>
                                        </p:tav>
                                        <p:tav tm="100000">
                                          <p:val>
                                            <p:strVal val="#ppt_x"/>
                                          </p:val>
                                        </p:tav>
                                      </p:tavLst>
                                    </p:anim>
                                    <p:animEffect transition="in" filter="wipe(right)">
                                      <p:cBhvr>
                                        <p:cTn id="66" dur="500"/>
                                        <p:tgtEl>
                                          <p:spTgt spid="51"/>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5" grpId="0"/>
      <p:bldP spid="42" grpId="0"/>
      <p:bldP spid="43" grpId="0"/>
      <p:bldP spid="25" grpId="0"/>
      <p:bldP spid="32" grpId="0"/>
      <p:bldP spid="50" grpId="0"/>
      <p:bldP spid="51" grpId="0"/>
    </p:bldLst>
  </p:timing>
</p:sld>
</file>

<file path=ppt/slides/slide26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4" name="组合 3">
            <a:extLst>
              <a:ext uri="{FF2B5EF4-FFF2-40B4-BE49-F238E27FC236}">
                <a16:creationId xmlns:a16="http://schemas.microsoft.com/office/drawing/2014/main" id="{9A1EA9F2-FCB6-48C3-935F-7AE7E3AD14AC}"/>
              </a:ext>
            </a:extLst>
          </p:cNvPr>
          <p:cNvGrpSpPr/>
          <p:nvPr/>
        </p:nvGrpSpPr>
        <p:grpSpPr>
          <a:xfrm>
            <a:off x="304799" y="749300"/>
            <a:ext cx="6192345" cy="400110"/>
            <a:chOff x="424116" y="898245"/>
            <a:chExt cx="6192345" cy="400110"/>
          </a:xfrm>
        </p:grpSpPr>
        <p:sp>
          <p:nvSpPr>
            <p:cNvPr id="2" name="平行四边形 1">
              <a:extLst>
                <a:ext uri="{FF2B5EF4-FFF2-40B4-BE49-F238E27FC236}">
                  <a16:creationId xmlns:a16="http://schemas.microsoft.com/office/drawing/2014/main" id="{1F5BAA3F-9845-4F89-A2DD-8222D3E4EDAC}"/>
                </a:ext>
              </a:extLst>
            </p:cNvPr>
            <p:cNvSpPr/>
            <p:nvPr/>
          </p:nvSpPr>
          <p:spPr>
            <a:xfrm>
              <a:off x="424116" y="898245"/>
              <a:ext cx="695119" cy="387090"/>
            </a:xfrm>
            <a:prstGeom prst="parallelogram">
              <a:avLst/>
            </a:prstGeom>
            <a:solidFill>
              <a:schemeClr val="accent3">
                <a:lumMod val="75000"/>
              </a:schemeClr>
            </a:solidFill>
            <a:ln>
              <a:solidFill>
                <a:schemeClr val="accent3">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CN" sz="2200" dirty="0">
                  <a:latin typeface="Impact" panose="020B0806030902050204" pitchFamily="34" charset="0"/>
                </a:rPr>
                <a:t>02</a:t>
              </a:r>
              <a:endParaRPr lang="zh-CN" altLang="en-US" sz="2200" dirty="0">
                <a:latin typeface="Impact" panose="020B0806030902050204" pitchFamily="34" charset="0"/>
              </a:endParaRPr>
            </a:p>
          </p:txBody>
        </p:sp>
        <p:sp>
          <p:nvSpPr>
            <p:cNvPr id="3" name="文本框 2">
              <a:extLst>
                <a:ext uri="{FF2B5EF4-FFF2-40B4-BE49-F238E27FC236}">
                  <a16:creationId xmlns:a16="http://schemas.microsoft.com/office/drawing/2014/main" id="{4D6BD736-A4D3-4F26-AFED-36E11F50F70B}"/>
                </a:ext>
              </a:extLst>
            </p:cNvPr>
            <p:cNvSpPr txBox="1"/>
            <p:nvPr/>
          </p:nvSpPr>
          <p:spPr>
            <a:xfrm>
              <a:off x="1119235" y="898245"/>
              <a:ext cx="5497226" cy="400110"/>
            </a:xfrm>
            <a:prstGeom prst="rect">
              <a:avLst/>
            </a:prstGeom>
            <a:noFill/>
          </p:spPr>
          <p:txBody>
            <a:bodyPr wrap="square" rtlCol="0">
              <a:spAutoFit/>
            </a:bodyPr>
            <a:lstStyle/>
            <a:p>
              <a:r>
                <a:rPr lang="en-US" altLang="zh-CN" sz="2000" b="1" dirty="0"/>
                <a:t>MAC</a:t>
              </a:r>
              <a:r>
                <a:rPr lang="zh-CN" altLang="en-US" sz="2000" b="1" dirty="0"/>
                <a:t>地址</a:t>
              </a:r>
            </a:p>
          </p:txBody>
        </p:sp>
      </p:grpSp>
      <p:sp>
        <p:nvSpPr>
          <p:cNvPr id="47" name="矩形 46">
            <a:extLst>
              <a:ext uri="{FF2B5EF4-FFF2-40B4-BE49-F238E27FC236}">
                <a16:creationId xmlns:a16="http://schemas.microsoft.com/office/drawing/2014/main" id="{B5D2ECE4-12E5-4037-99C6-FECD828BCF2C}"/>
              </a:ext>
            </a:extLst>
          </p:cNvPr>
          <p:cNvSpPr/>
          <p:nvPr/>
        </p:nvSpPr>
        <p:spPr>
          <a:xfrm>
            <a:off x="1056633" y="1335374"/>
            <a:ext cx="256976" cy="256976"/>
          </a:xfrm>
          <a:prstGeom prst="rect">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48" name="íşlïḍè">
            <a:extLst>
              <a:ext uri="{FF2B5EF4-FFF2-40B4-BE49-F238E27FC236}">
                <a16:creationId xmlns:a16="http://schemas.microsoft.com/office/drawing/2014/main" id="{3A8ED235-C46A-40A6-B687-AE21B4C08B05}"/>
              </a:ext>
            </a:extLst>
          </p:cNvPr>
          <p:cNvSpPr txBox="1"/>
          <p:nvPr/>
        </p:nvSpPr>
        <p:spPr>
          <a:xfrm>
            <a:off x="1373861" y="1281053"/>
            <a:ext cx="5915025" cy="400110"/>
          </a:xfrm>
          <a:prstGeom prst="rect">
            <a:avLst/>
          </a:prstGeom>
          <a:noFill/>
        </p:spPr>
        <p:txBody>
          <a:bodyPr wrap="square" lIns="91440" tIns="45720" rIns="91440" bIns="45720" anchor="ctr">
            <a:noAutofit/>
          </a:bodyPr>
          <a:lstStyle/>
          <a:p>
            <a:r>
              <a:rPr lang="zh-CN" altLang="en-US" b="1" dirty="0">
                <a:latin typeface="Arial Narrow" panose="020B0606020202030204" pitchFamily="34" charset="0"/>
              </a:rPr>
              <a:t>一般情况下，普通用户计算机中往往会包含两块网卡：</a:t>
            </a:r>
          </a:p>
        </p:txBody>
      </p:sp>
      <p:sp>
        <p:nvSpPr>
          <p:cNvPr id="67" name="矩形 66">
            <a:extLst>
              <a:ext uri="{FF2B5EF4-FFF2-40B4-BE49-F238E27FC236}">
                <a16:creationId xmlns:a16="http://schemas.microsoft.com/office/drawing/2014/main" id="{189F0FBD-64C0-46FD-87DB-FA45E45E3942}"/>
              </a:ext>
            </a:extLst>
          </p:cNvPr>
          <p:cNvSpPr/>
          <p:nvPr/>
        </p:nvSpPr>
        <p:spPr>
          <a:xfrm>
            <a:off x="1491905" y="1867127"/>
            <a:ext cx="256976" cy="256976"/>
          </a:xfrm>
          <a:prstGeom prst="rect">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70" name="íşlïḍè">
            <a:extLst>
              <a:ext uri="{FF2B5EF4-FFF2-40B4-BE49-F238E27FC236}">
                <a16:creationId xmlns:a16="http://schemas.microsoft.com/office/drawing/2014/main" id="{659986BC-F430-4212-9715-FE37730B25C5}"/>
              </a:ext>
            </a:extLst>
          </p:cNvPr>
          <p:cNvSpPr txBox="1"/>
          <p:nvPr/>
        </p:nvSpPr>
        <p:spPr>
          <a:xfrm>
            <a:off x="1809133" y="1812806"/>
            <a:ext cx="5915025" cy="400110"/>
          </a:xfrm>
          <a:prstGeom prst="rect">
            <a:avLst/>
          </a:prstGeom>
          <a:noFill/>
        </p:spPr>
        <p:txBody>
          <a:bodyPr wrap="square" lIns="91440" tIns="45720" rIns="91440" bIns="45720" anchor="ctr">
            <a:noAutofit/>
          </a:bodyPr>
          <a:lstStyle/>
          <a:p>
            <a:r>
              <a:rPr lang="zh-CN" altLang="en-US" b="1" dirty="0">
                <a:latin typeface="Arial Narrow" panose="020B0606020202030204" pitchFamily="34" charset="0"/>
              </a:rPr>
              <a:t>一块是用于接入有线局域网的</a:t>
            </a:r>
            <a:r>
              <a:rPr lang="zh-CN" altLang="en-US" b="1" dirty="0">
                <a:solidFill>
                  <a:schemeClr val="accent1">
                    <a:lumMod val="75000"/>
                  </a:schemeClr>
                </a:solidFill>
                <a:latin typeface="Arial Narrow" panose="020B0606020202030204" pitchFamily="34" charset="0"/>
              </a:rPr>
              <a:t>以太网卡</a:t>
            </a:r>
          </a:p>
        </p:txBody>
      </p:sp>
      <p:sp>
        <p:nvSpPr>
          <p:cNvPr id="73" name="矩形 72">
            <a:extLst>
              <a:ext uri="{FF2B5EF4-FFF2-40B4-BE49-F238E27FC236}">
                <a16:creationId xmlns:a16="http://schemas.microsoft.com/office/drawing/2014/main" id="{B74278C0-FA85-4314-ACC0-0A39E9850774}"/>
              </a:ext>
            </a:extLst>
          </p:cNvPr>
          <p:cNvSpPr/>
          <p:nvPr/>
        </p:nvSpPr>
        <p:spPr>
          <a:xfrm>
            <a:off x="1491905" y="2364388"/>
            <a:ext cx="256976" cy="256976"/>
          </a:xfrm>
          <a:prstGeom prst="rect">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74" name="íşlïḍè">
            <a:extLst>
              <a:ext uri="{FF2B5EF4-FFF2-40B4-BE49-F238E27FC236}">
                <a16:creationId xmlns:a16="http://schemas.microsoft.com/office/drawing/2014/main" id="{0EB5C548-6447-4B97-A8DE-F2B97921A442}"/>
              </a:ext>
            </a:extLst>
          </p:cNvPr>
          <p:cNvSpPr txBox="1"/>
          <p:nvPr/>
        </p:nvSpPr>
        <p:spPr>
          <a:xfrm>
            <a:off x="1809133" y="2310067"/>
            <a:ext cx="5915025" cy="400110"/>
          </a:xfrm>
          <a:prstGeom prst="rect">
            <a:avLst/>
          </a:prstGeom>
          <a:noFill/>
        </p:spPr>
        <p:txBody>
          <a:bodyPr wrap="square" lIns="91440" tIns="45720" rIns="91440" bIns="45720" anchor="ctr">
            <a:noAutofit/>
          </a:bodyPr>
          <a:lstStyle/>
          <a:p>
            <a:r>
              <a:rPr lang="zh-CN" altLang="en-US" b="1" dirty="0">
                <a:latin typeface="Arial Narrow" panose="020B0606020202030204" pitchFamily="34" charset="0"/>
              </a:rPr>
              <a:t>另一块是用于接入无线局域网的</a:t>
            </a:r>
            <a:r>
              <a:rPr lang="en-US" altLang="zh-CN" b="1" dirty="0">
                <a:solidFill>
                  <a:schemeClr val="accent1">
                    <a:lumMod val="75000"/>
                  </a:schemeClr>
                </a:solidFill>
                <a:latin typeface="Arial Narrow" panose="020B0606020202030204" pitchFamily="34" charset="0"/>
              </a:rPr>
              <a:t>Wi-Fi</a:t>
            </a:r>
            <a:r>
              <a:rPr lang="zh-CN" altLang="en-US" b="1" dirty="0">
                <a:solidFill>
                  <a:schemeClr val="accent1">
                    <a:lumMod val="75000"/>
                  </a:schemeClr>
                </a:solidFill>
                <a:latin typeface="Arial Narrow" panose="020B0606020202030204" pitchFamily="34" charset="0"/>
              </a:rPr>
              <a:t>网卡</a:t>
            </a:r>
          </a:p>
        </p:txBody>
      </p:sp>
      <p:sp>
        <p:nvSpPr>
          <p:cNvPr id="75" name="矩形 74">
            <a:extLst>
              <a:ext uri="{FF2B5EF4-FFF2-40B4-BE49-F238E27FC236}">
                <a16:creationId xmlns:a16="http://schemas.microsoft.com/office/drawing/2014/main" id="{49845091-E840-4072-8F8B-F9938E7ACAD5}"/>
              </a:ext>
            </a:extLst>
          </p:cNvPr>
          <p:cNvSpPr/>
          <p:nvPr/>
        </p:nvSpPr>
        <p:spPr>
          <a:xfrm>
            <a:off x="1056633" y="2915970"/>
            <a:ext cx="256976" cy="256976"/>
          </a:xfrm>
          <a:prstGeom prst="rect">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76" name="íşlïḍè">
            <a:extLst>
              <a:ext uri="{FF2B5EF4-FFF2-40B4-BE49-F238E27FC236}">
                <a16:creationId xmlns:a16="http://schemas.microsoft.com/office/drawing/2014/main" id="{A4E76DEF-E9FF-4902-B91F-58F24F7D0343}"/>
              </a:ext>
            </a:extLst>
          </p:cNvPr>
          <p:cNvSpPr txBox="1"/>
          <p:nvPr/>
        </p:nvSpPr>
        <p:spPr>
          <a:xfrm>
            <a:off x="1373861" y="2861649"/>
            <a:ext cx="5915025" cy="400110"/>
          </a:xfrm>
          <a:prstGeom prst="rect">
            <a:avLst/>
          </a:prstGeom>
          <a:noFill/>
        </p:spPr>
        <p:txBody>
          <a:bodyPr wrap="square" lIns="91440" tIns="45720" rIns="91440" bIns="45720" anchor="ctr">
            <a:noAutofit/>
          </a:bodyPr>
          <a:lstStyle/>
          <a:p>
            <a:r>
              <a:rPr lang="zh-CN" altLang="en-US" b="1" dirty="0">
                <a:latin typeface="Arial Narrow" panose="020B0606020202030204" pitchFamily="34" charset="0"/>
              </a:rPr>
              <a:t>每块网卡都有一个</a:t>
            </a:r>
            <a:r>
              <a:rPr lang="zh-CN" altLang="en-US" b="1" dirty="0">
                <a:solidFill>
                  <a:schemeClr val="accent1">
                    <a:lumMod val="75000"/>
                  </a:schemeClr>
                </a:solidFill>
                <a:latin typeface="Arial Narrow" panose="020B0606020202030204" pitchFamily="34" charset="0"/>
              </a:rPr>
              <a:t>全球唯一的</a:t>
            </a:r>
            <a:r>
              <a:rPr lang="en-US" altLang="zh-CN" b="1" dirty="0">
                <a:solidFill>
                  <a:schemeClr val="accent1">
                    <a:lumMod val="75000"/>
                  </a:schemeClr>
                </a:solidFill>
                <a:latin typeface="Arial Narrow" panose="020B0606020202030204" pitchFamily="34" charset="0"/>
              </a:rPr>
              <a:t>MAC</a:t>
            </a:r>
            <a:r>
              <a:rPr lang="zh-CN" altLang="en-US" b="1" dirty="0">
                <a:solidFill>
                  <a:schemeClr val="accent1">
                    <a:lumMod val="75000"/>
                  </a:schemeClr>
                </a:solidFill>
                <a:latin typeface="Arial Narrow" panose="020B0606020202030204" pitchFamily="34" charset="0"/>
              </a:rPr>
              <a:t>地址</a:t>
            </a:r>
            <a:r>
              <a:rPr lang="zh-CN" altLang="en-US" b="1" dirty="0">
                <a:latin typeface="Arial Narrow" panose="020B0606020202030204" pitchFamily="34" charset="0"/>
              </a:rPr>
              <a:t>。</a:t>
            </a:r>
          </a:p>
        </p:txBody>
      </p:sp>
      <p:sp>
        <p:nvSpPr>
          <p:cNvPr id="77" name="矩形 76">
            <a:extLst>
              <a:ext uri="{FF2B5EF4-FFF2-40B4-BE49-F238E27FC236}">
                <a16:creationId xmlns:a16="http://schemas.microsoft.com/office/drawing/2014/main" id="{04975EF3-E14F-4639-AB0A-E76C883F567D}"/>
              </a:ext>
            </a:extLst>
          </p:cNvPr>
          <p:cNvSpPr/>
          <p:nvPr/>
        </p:nvSpPr>
        <p:spPr>
          <a:xfrm>
            <a:off x="1056633" y="3469197"/>
            <a:ext cx="256976" cy="256976"/>
          </a:xfrm>
          <a:prstGeom prst="rect">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78" name="íşlïḍè">
            <a:extLst>
              <a:ext uri="{FF2B5EF4-FFF2-40B4-BE49-F238E27FC236}">
                <a16:creationId xmlns:a16="http://schemas.microsoft.com/office/drawing/2014/main" id="{7C7E36FA-1B10-47D2-82BA-3B00780E614D}"/>
              </a:ext>
            </a:extLst>
          </p:cNvPr>
          <p:cNvSpPr txBox="1"/>
          <p:nvPr/>
        </p:nvSpPr>
        <p:spPr>
          <a:xfrm>
            <a:off x="1373861" y="3414876"/>
            <a:ext cx="7428061" cy="400110"/>
          </a:xfrm>
          <a:prstGeom prst="rect">
            <a:avLst/>
          </a:prstGeom>
          <a:noFill/>
        </p:spPr>
        <p:txBody>
          <a:bodyPr wrap="square" lIns="91440" tIns="45720" rIns="91440" bIns="45720" anchor="ctr">
            <a:noAutofit/>
          </a:bodyPr>
          <a:lstStyle/>
          <a:p>
            <a:r>
              <a:rPr lang="zh-CN" altLang="en-US" b="1" dirty="0">
                <a:latin typeface="Arial Narrow" panose="020B0606020202030204" pitchFamily="34" charset="0"/>
              </a:rPr>
              <a:t>交换机和路由器往往具有更多的网络接口，所以会拥有更多的</a:t>
            </a:r>
            <a:r>
              <a:rPr lang="en-US" altLang="zh-CN" b="1" dirty="0">
                <a:latin typeface="Arial Narrow" panose="020B0606020202030204" pitchFamily="34" charset="0"/>
              </a:rPr>
              <a:t>MAC</a:t>
            </a:r>
            <a:r>
              <a:rPr lang="zh-CN" altLang="en-US" b="1" dirty="0">
                <a:latin typeface="Arial Narrow" panose="020B0606020202030204" pitchFamily="34" charset="0"/>
              </a:rPr>
              <a:t>地址。</a:t>
            </a:r>
          </a:p>
        </p:txBody>
      </p:sp>
      <p:sp>
        <p:nvSpPr>
          <p:cNvPr id="10" name="矩形: 圆角 9">
            <a:extLst>
              <a:ext uri="{FF2B5EF4-FFF2-40B4-BE49-F238E27FC236}">
                <a16:creationId xmlns:a16="http://schemas.microsoft.com/office/drawing/2014/main" id="{F164EB06-0FCC-480D-97A8-2143A885F98F}"/>
              </a:ext>
            </a:extLst>
          </p:cNvPr>
          <p:cNvSpPr/>
          <p:nvPr/>
        </p:nvSpPr>
        <p:spPr>
          <a:xfrm>
            <a:off x="2767016" y="4174650"/>
            <a:ext cx="6674104" cy="1002564"/>
          </a:xfrm>
          <a:prstGeom prst="round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lnSpc>
                <a:spcPct val="150000"/>
              </a:lnSpc>
            </a:pPr>
            <a:r>
              <a:rPr lang="zh-CN" altLang="en-US" b="1" dirty="0"/>
              <a:t>综上所述，严格来说，</a:t>
            </a:r>
            <a:r>
              <a:rPr lang="en-US" altLang="zh-CN" b="1" dirty="0"/>
              <a:t>MAC</a:t>
            </a:r>
            <a:r>
              <a:rPr lang="zh-CN" altLang="en-US" b="1" dirty="0"/>
              <a:t>地址是对网络上</a:t>
            </a:r>
            <a:r>
              <a:rPr lang="zh-CN" altLang="en-US" b="1" dirty="0">
                <a:solidFill>
                  <a:schemeClr val="tx1"/>
                </a:solidFill>
                <a:highlight>
                  <a:srgbClr val="F4B919"/>
                </a:highlight>
              </a:rPr>
              <a:t>各接口</a:t>
            </a:r>
            <a:r>
              <a:rPr lang="zh-CN" altLang="en-US" b="1" dirty="0"/>
              <a:t>的唯一标识，</a:t>
            </a:r>
            <a:endParaRPr lang="en-US" altLang="zh-CN" b="1" dirty="0"/>
          </a:p>
          <a:p>
            <a:pPr algn="ctr">
              <a:lnSpc>
                <a:spcPct val="150000"/>
              </a:lnSpc>
            </a:pPr>
            <a:r>
              <a:rPr lang="zh-CN" altLang="en-US" b="1" dirty="0"/>
              <a:t>而不是对网络上各设备的唯一标识。</a:t>
            </a:r>
          </a:p>
        </p:txBody>
      </p:sp>
    </p:spTree>
    <p:custDataLst>
      <p:tags r:id="rId1"/>
    </p:custDataLst>
    <p:extLst>
      <p:ext uri="{BB962C8B-B14F-4D97-AF65-F5344CB8AC3E}">
        <p14:creationId xmlns:p14="http://schemas.microsoft.com/office/powerpoint/2010/main" val="1998707955"/>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49" presetClass="entr" presetSubtype="0" decel="100000" fill="hold" grpId="0" nodeType="withEffect">
                                  <p:stCondLst>
                                    <p:cond delay="0"/>
                                  </p:stCondLst>
                                  <p:childTnLst>
                                    <p:set>
                                      <p:cBhvr>
                                        <p:cTn id="6" dur="1" fill="hold">
                                          <p:stCondLst>
                                            <p:cond delay="0"/>
                                          </p:stCondLst>
                                        </p:cTn>
                                        <p:tgtEl>
                                          <p:spTgt spid="47"/>
                                        </p:tgtEl>
                                        <p:attrNameLst>
                                          <p:attrName>style.visibility</p:attrName>
                                        </p:attrNameLst>
                                      </p:cBhvr>
                                      <p:to>
                                        <p:strVal val="visible"/>
                                      </p:to>
                                    </p:set>
                                    <p:anim calcmode="lin" valueType="num">
                                      <p:cBhvr>
                                        <p:cTn id="7" dur="500" fill="hold"/>
                                        <p:tgtEl>
                                          <p:spTgt spid="47"/>
                                        </p:tgtEl>
                                        <p:attrNameLst>
                                          <p:attrName>ppt_w</p:attrName>
                                        </p:attrNameLst>
                                      </p:cBhvr>
                                      <p:tavLst>
                                        <p:tav tm="0">
                                          <p:val>
                                            <p:fltVal val="0"/>
                                          </p:val>
                                        </p:tav>
                                        <p:tav tm="100000">
                                          <p:val>
                                            <p:strVal val="#ppt_w"/>
                                          </p:val>
                                        </p:tav>
                                      </p:tavLst>
                                    </p:anim>
                                    <p:anim calcmode="lin" valueType="num">
                                      <p:cBhvr>
                                        <p:cTn id="8" dur="500" fill="hold"/>
                                        <p:tgtEl>
                                          <p:spTgt spid="47"/>
                                        </p:tgtEl>
                                        <p:attrNameLst>
                                          <p:attrName>ppt_h</p:attrName>
                                        </p:attrNameLst>
                                      </p:cBhvr>
                                      <p:tavLst>
                                        <p:tav tm="0">
                                          <p:val>
                                            <p:fltVal val="0"/>
                                          </p:val>
                                        </p:tav>
                                        <p:tav tm="100000">
                                          <p:val>
                                            <p:strVal val="#ppt_h"/>
                                          </p:val>
                                        </p:tav>
                                      </p:tavLst>
                                    </p:anim>
                                    <p:anim calcmode="lin" valueType="num">
                                      <p:cBhvr>
                                        <p:cTn id="9" dur="500" fill="hold"/>
                                        <p:tgtEl>
                                          <p:spTgt spid="47"/>
                                        </p:tgtEl>
                                        <p:attrNameLst>
                                          <p:attrName>style.rotation</p:attrName>
                                        </p:attrNameLst>
                                      </p:cBhvr>
                                      <p:tavLst>
                                        <p:tav tm="0">
                                          <p:val>
                                            <p:fltVal val="360"/>
                                          </p:val>
                                        </p:tav>
                                        <p:tav tm="100000">
                                          <p:val>
                                            <p:fltVal val="0"/>
                                          </p:val>
                                        </p:tav>
                                      </p:tavLst>
                                    </p:anim>
                                    <p:animEffect transition="in" filter="fade">
                                      <p:cBhvr>
                                        <p:cTn id="10" dur="500"/>
                                        <p:tgtEl>
                                          <p:spTgt spid="47"/>
                                        </p:tgtEl>
                                      </p:cBhvr>
                                    </p:animEffect>
                                  </p:childTnLst>
                                </p:cTn>
                              </p:par>
                            </p:childTnLst>
                          </p:cTn>
                        </p:par>
                        <p:par>
                          <p:cTn id="11" fill="hold">
                            <p:stCondLst>
                              <p:cond delay="500"/>
                            </p:stCondLst>
                            <p:childTnLst>
                              <p:par>
                                <p:cTn id="12" presetID="1" presetClass="entr" presetSubtype="0" fill="hold" grpId="0" nodeType="afterEffect">
                                  <p:stCondLst>
                                    <p:cond delay="0"/>
                                  </p:stCondLst>
                                  <p:iterate type="lt">
                                    <p:tmAbs val="100"/>
                                  </p:iterate>
                                  <p:childTnLst>
                                    <p:set>
                                      <p:cBhvr>
                                        <p:cTn id="13" dur="1" fill="hold">
                                          <p:stCondLst>
                                            <p:cond delay="0"/>
                                          </p:stCondLst>
                                        </p:cTn>
                                        <p:tgtEl>
                                          <p:spTgt spid="48"/>
                                        </p:tgtEl>
                                        <p:attrNameLst>
                                          <p:attrName>style.visibility</p:attrName>
                                        </p:attrNameLst>
                                      </p:cBhvr>
                                      <p:to>
                                        <p:strVal val="visible"/>
                                      </p:to>
                                    </p:set>
                                  </p:childTnLst>
                                </p:cTn>
                              </p:par>
                            </p:childTnLst>
                          </p:cTn>
                        </p:par>
                      </p:childTnLst>
                    </p:cTn>
                  </p:par>
                  <p:par>
                    <p:cTn id="14" fill="hold">
                      <p:stCondLst>
                        <p:cond delay="indefinite"/>
                      </p:stCondLst>
                      <p:childTnLst>
                        <p:par>
                          <p:cTn id="15" fill="hold">
                            <p:stCondLst>
                              <p:cond delay="0"/>
                            </p:stCondLst>
                            <p:childTnLst>
                              <p:par>
                                <p:cTn id="16" presetID="49" presetClass="entr" presetSubtype="0" decel="100000" fill="hold" grpId="0" nodeType="clickEffect">
                                  <p:stCondLst>
                                    <p:cond delay="0"/>
                                  </p:stCondLst>
                                  <p:childTnLst>
                                    <p:set>
                                      <p:cBhvr>
                                        <p:cTn id="17" dur="1" fill="hold">
                                          <p:stCondLst>
                                            <p:cond delay="0"/>
                                          </p:stCondLst>
                                        </p:cTn>
                                        <p:tgtEl>
                                          <p:spTgt spid="67"/>
                                        </p:tgtEl>
                                        <p:attrNameLst>
                                          <p:attrName>style.visibility</p:attrName>
                                        </p:attrNameLst>
                                      </p:cBhvr>
                                      <p:to>
                                        <p:strVal val="visible"/>
                                      </p:to>
                                    </p:set>
                                    <p:anim calcmode="lin" valueType="num">
                                      <p:cBhvr>
                                        <p:cTn id="18" dur="500" fill="hold"/>
                                        <p:tgtEl>
                                          <p:spTgt spid="67"/>
                                        </p:tgtEl>
                                        <p:attrNameLst>
                                          <p:attrName>ppt_w</p:attrName>
                                        </p:attrNameLst>
                                      </p:cBhvr>
                                      <p:tavLst>
                                        <p:tav tm="0">
                                          <p:val>
                                            <p:fltVal val="0"/>
                                          </p:val>
                                        </p:tav>
                                        <p:tav tm="100000">
                                          <p:val>
                                            <p:strVal val="#ppt_w"/>
                                          </p:val>
                                        </p:tav>
                                      </p:tavLst>
                                    </p:anim>
                                    <p:anim calcmode="lin" valueType="num">
                                      <p:cBhvr>
                                        <p:cTn id="19" dur="500" fill="hold"/>
                                        <p:tgtEl>
                                          <p:spTgt spid="67"/>
                                        </p:tgtEl>
                                        <p:attrNameLst>
                                          <p:attrName>ppt_h</p:attrName>
                                        </p:attrNameLst>
                                      </p:cBhvr>
                                      <p:tavLst>
                                        <p:tav tm="0">
                                          <p:val>
                                            <p:fltVal val="0"/>
                                          </p:val>
                                        </p:tav>
                                        <p:tav tm="100000">
                                          <p:val>
                                            <p:strVal val="#ppt_h"/>
                                          </p:val>
                                        </p:tav>
                                      </p:tavLst>
                                    </p:anim>
                                    <p:anim calcmode="lin" valueType="num">
                                      <p:cBhvr>
                                        <p:cTn id="20" dur="500" fill="hold"/>
                                        <p:tgtEl>
                                          <p:spTgt spid="67"/>
                                        </p:tgtEl>
                                        <p:attrNameLst>
                                          <p:attrName>style.rotation</p:attrName>
                                        </p:attrNameLst>
                                      </p:cBhvr>
                                      <p:tavLst>
                                        <p:tav tm="0">
                                          <p:val>
                                            <p:fltVal val="360"/>
                                          </p:val>
                                        </p:tav>
                                        <p:tav tm="100000">
                                          <p:val>
                                            <p:fltVal val="0"/>
                                          </p:val>
                                        </p:tav>
                                      </p:tavLst>
                                    </p:anim>
                                    <p:animEffect transition="in" filter="fade">
                                      <p:cBhvr>
                                        <p:cTn id="21" dur="500"/>
                                        <p:tgtEl>
                                          <p:spTgt spid="67"/>
                                        </p:tgtEl>
                                      </p:cBhvr>
                                    </p:animEffect>
                                  </p:childTnLst>
                                </p:cTn>
                              </p:par>
                            </p:childTnLst>
                          </p:cTn>
                        </p:par>
                        <p:par>
                          <p:cTn id="22" fill="hold">
                            <p:stCondLst>
                              <p:cond delay="500"/>
                            </p:stCondLst>
                            <p:childTnLst>
                              <p:par>
                                <p:cTn id="23" presetID="1" presetClass="entr" presetSubtype="0" fill="hold" grpId="0" nodeType="afterEffect">
                                  <p:stCondLst>
                                    <p:cond delay="0"/>
                                  </p:stCondLst>
                                  <p:iterate type="lt">
                                    <p:tmAbs val="100"/>
                                  </p:iterate>
                                  <p:childTnLst>
                                    <p:set>
                                      <p:cBhvr>
                                        <p:cTn id="24" dur="1" fill="hold">
                                          <p:stCondLst>
                                            <p:cond delay="0"/>
                                          </p:stCondLst>
                                        </p:cTn>
                                        <p:tgtEl>
                                          <p:spTgt spid="70"/>
                                        </p:tgtEl>
                                        <p:attrNameLst>
                                          <p:attrName>style.visibility</p:attrName>
                                        </p:attrNameLst>
                                      </p:cBhvr>
                                      <p:to>
                                        <p:strVal val="visible"/>
                                      </p:to>
                                    </p:set>
                                  </p:childTnLst>
                                </p:cTn>
                              </p:par>
                            </p:childTnLst>
                          </p:cTn>
                        </p:par>
                      </p:childTnLst>
                    </p:cTn>
                  </p:par>
                  <p:par>
                    <p:cTn id="25" fill="hold">
                      <p:stCondLst>
                        <p:cond delay="indefinite"/>
                      </p:stCondLst>
                      <p:childTnLst>
                        <p:par>
                          <p:cTn id="26" fill="hold">
                            <p:stCondLst>
                              <p:cond delay="0"/>
                            </p:stCondLst>
                            <p:childTnLst>
                              <p:par>
                                <p:cTn id="27" presetID="49" presetClass="entr" presetSubtype="0" decel="100000" fill="hold" grpId="0" nodeType="clickEffect">
                                  <p:stCondLst>
                                    <p:cond delay="0"/>
                                  </p:stCondLst>
                                  <p:childTnLst>
                                    <p:set>
                                      <p:cBhvr>
                                        <p:cTn id="28" dur="1" fill="hold">
                                          <p:stCondLst>
                                            <p:cond delay="0"/>
                                          </p:stCondLst>
                                        </p:cTn>
                                        <p:tgtEl>
                                          <p:spTgt spid="73"/>
                                        </p:tgtEl>
                                        <p:attrNameLst>
                                          <p:attrName>style.visibility</p:attrName>
                                        </p:attrNameLst>
                                      </p:cBhvr>
                                      <p:to>
                                        <p:strVal val="visible"/>
                                      </p:to>
                                    </p:set>
                                    <p:anim calcmode="lin" valueType="num">
                                      <p:cBhvr>
                                        <p:cTn id="29" dur="500" fill="hold"/>
                                        <p:tgtEl>
                                          <p:spTgt spid="73"/>
                                        </p:tgtEl>
                                        <p:attrNameLst>
                                          <p:attrName>ppt_w</p:attrName>
                                        </p:attrNameLst>
                                      </p:cBhvr>
                                      <p:tavLst>
                                        <p:tav tm="0">
                                          <p:val>
                                            <p:fltVal val="0"/>
                                          </p:val>
                                        </p:tav>
                                        <p:tav tm="100000">
                                          <p:val>
                                            <p:strVal val="#ppt_w"/>
                                          </p:val>
                                        </p:tav>
                                      </p:tavLst>
                                    </p:anim>
                                    <p:anim calcmode="lin" valueType="num">
                                      <p:cBhvr>
                                        <p:cTn id="30" dur="500" fill="hold"/>
                                        <p:tgtEl>
                                          <p:spTgt spid="73"/>
                                        </p:tgtEl>
                                        <p:attrNameLst>
                                          <p:attrName>ppt_h</p:attrName>
                                        </p:attrNameLst>
                                      </p:cBhvr>
                                      <p:tavLst>
                                        <p:tav tm="0">
                                          <p:val>
                                            <p:fltVal val="0"/>
                                          </p:val>
                                        </p:tav>
                                        <p:tav tm="100000">
                                          <p:val>
                                            <p:strVal val="#ppt_h"/>
                                          </p:val>
                                        </p:tav>
                                      </p:tavLst>
                                    </p:anim>
                                    <p:anim calcmode="lin" valueType="num">
                                      <p:cBhvr>
                                        <p:cTn id="31" dur="500" fill="hold"/>
                                        <p:tgtEl>
                                          <p:spTgt spid="73"/>
                                        </p:tgtEl>
                                        <p:attrNameLst>
                                          <p:attrName>style.rotation</p:attrName>
                                        </p:attrNameLst>
                                      </p:cBhvr>
                                      <p:tavLst>
                                        <p:tav tm="0">
                                          <p:val>
                                            <p:fltVal val="360"/>
                                          </p:val>
                                        </p:tav>
                                        <p:tav tm="100000">
                                          <p:val>
                                            <p:fltVal val="0"/>
                                          </p:val>
                                        </p:tav>
                                      </p:tavLst>
                                    </p:anim>
                                    <p:animEffect transition="in" filter="fade">
                                      <p:cBhvr>
                                        <p:cTn id="32" dur="500"/>
                                        <p:tgtEl>
                                          <p:spTgt spid="73"/>
                                        </p:tgtEl>
                                      </p:cBhvr>
                                    </p:animEffect>
                                  </p:childTnLst>
                                </p:cTn>
                              </p:par>
                            </p:childTnLst>
                          </p:cTn>
                        </p:par>
                        <p:par>
                          <p:cTn id="33" fill="hold">
                            <p:stCondLst>
                              <p:cond delay="500"/>
                            </p:stCondLst>
                            <p:childTnLst>
                              <p:par>
                                <p:cTn id="34" presetID="1" presetClass="entr" presetSubtype="0" fill="hold" grpId="0" nodeType="afterEffect">
                                  <p:stCondLst>
                                    <p:cond delay="0"/>
                                  </p:stCondLst>
                                  <p:iterate type="lt">
                                    <p:tmAbs val="100"/>
                                  </p:iterate>
                                  <p:childTnLst>
                                    <p:set>
                                      <p:cBhvr>
                                        <p:cTn id="35" dur="1" fill="hold">
                                          <p:stCondLst>
                                            <p:cond delay="0"/>
                                          </p:stCondLst>
                                        </p:cTn>
                                        <p:tgtEl>
                                          <p:spTgt spid="74"/>
                                        </p:tgtEl>
                                        <p:attrNameLst>
                                          <p:attrName>style.visibility</p:attrName>
                                        </p:attrNameLst>
                                      </p:cBhvr>
                                      <p:to>
                                        <p:strVal val="visible"/>
                                      </p:to>
                                    </p:set>
                                  </p:childTnLst>
                                </p:cTn>
                              </p:par>
                            </p:childTnLst>
                          </p:cTn>
                        </p:par>
                      </p:childTnLst>
                    </p:cTn>
                  </p:par>
                  <p:par>
                    <p:cTn id="36" fill="hold">
                      <p:stCondLst>
                        <p:cond delay="indefinite"/>
                      </p:stCondLst>
                      <p:childTnLst>
                        <p:par>
                          <p:cTn id="37" fill="hold">
                            <p:stCondLst>
                              <p:cond delay="0"/>
                            </p:stCondLst>
                            <p:childTnLst>
                              <p:par>
                                <p:cTn id="38" presetID="49" presetClass="entr" presetSubtype="0" decel="100000" fill="hold" grpId="0" nodeType="clickEffect">
                                  <p:stCondLst>
                                    <p:cond delay="0"/>
                                  </p:stCondLst>
                                  <p:childTnLst>
                                    <p:set>
                                      <p:cBhvr>
                                        <p:cTn id="39" dur="1" fill="hold">
                                          <p:stCondLst>
                                            <p:cond delay="0"/>
                                          </p:stCondLst>
                                        </p:cTn>
                                        <p:tgtEl>
                                          <p:spTgt spid="75"/>
                                        </p:tgtEl>
                                        <p:attrNameLst>
                                          <p:attrName>style.visibility</p:attrName>
                                        </p:attrNameLst>
                                      </p:cBhvr>
                                      <p:to>
                                        <p:strVal val="visible"/>
                                      </p:to>
                                    </p:set>
                                    <p:anim calcmode="lin" valueType="num">
                                      <p:cBhvr>
                                        <p:cTn id="40" dur="500" fill="hold"/>
                                        <p:tgtEl>
                                          <p:spTgt spid="75"/>
                                        </p:tgtEl>
                                        <p:attrNameLst>
                                          <p:attrName>ppt_w</p:attrName>
                                        </p:attrNameLst>
                                      </p:cBhvr>
                                      <p:tavLst>
                                        <p:tav tm="0">
                                          <p:val>
                                            <p:fltVal val="0"/>
                                          </p:val>
                                        </p:tav>
                                        <p:tav tm="100000">
                                          <p:val>
                                            <p:strVal val="#ppt_w"/>
                                          </p:val>
                                        </p:tav>
                                      </p:tavLst>
                                    </p:anim>
                                    <p:anim calcmode="lin" valueType="num">
                                      <p:cBhvr>
                                        <p:cTn id="41" dur="500" fill="hold"/>
                                        <p:tgtEl>
                                          <p:spTgt spid="75"/>
                                        </p:tgtEl>
                                        <p:attrNameLst>
                                          <p:attrName>ppt_h</p:attrName>
                                        </p:attrNameLst>
                                      </p:cBhvr>
                                      <p:tavLst>
                                        <p:tav tm="0">
                                          <p:val>
                                            <p:fltVal val="0"/>
                                          </p:val>
                                        </p:tav>
                                        <p:tav tm="100000">
                                          <p:val>
                                            <p:strVal val="#ppt_h"/>
                                          </p:val>
                                        </p:tav>
                                      </p:tavLst>
                                    </p:anim>
                                    <p:anim calcmode="lin" valueType="num">
                                      <p:cBhvr>
                                        <p:cTn id="42" dur="500" fill="hold"/>
                                        <p:tgtEl>
                                          <p:spTgt spid="75"/>
                                        </p:tgtEl>
                                        <p:attrNameLst>
                                          <p:attrName>style.rotation</p:attrName>
                                        </p:attrNameLst>
                                      </p:cBhvr>
                                      <p:tavLst>
                                        <p:tav tm="0">
                                          <p:val>
                                            <p:fltVal val="360"/>
                                          </p:val>
                                        </p:tav>
                                        <p:tav tm="100000">
                                          <p:val>
                                            <p:fltVal val="0"/>
                                          </p:val>
                                        </p:tav>
                                      </p:tavLst>
                                    </p:anim>
                                    <p:animEffect transition="in" filter="fade">
                                      <p:cBhvr>
                                        <p:cTn id="43" dur="500"/>
                                        <p:tgtEl>
                                          <p:spTgt spid="75"/>
                                        </p:tgtEl>
                                      </p:cBhvr>
                                    </p:animEffect>
                                  </p:childTnLst>
                                </p:cTn>
                              </p:par>
                            </p:childTnLst>
                          </p:cTn>
                        </p:par>
                        <p:par>
                          <p:cTn id="44" fill="hold">
                            <p:stCondLst>
                              <p:cond delay="500"/>
                            </p:stCondLst>
                            <p:childTnLst>
                              <p:par>
                                <p:cTn id="45" presetID="1" presetClass="entr" presetSubtype="0" fill="hold" grpId="0" nodeType="afterEffect">
                                  <p:stCondLst>
                                    <p:cond delay="0"/>
                                  </p:stCondLst>
                                  <p:iterate type="lt">
                                    <p:tmAbs val="100"/>
                                  </p:iterate>
                                  <p:childTnLst>
                                    <p:set>
                                      <p:cBhvr>
                                        <p:cTn id="46" dur="1" fill="hold">
                                          <p:stCondLst>
                                            <p:cond delay="0"/>
                                          </p:stCondLst>
                                        </p:cTn>
                                        <p:tgtEl>
                                          <p:spTgt spid="76"/>
                                        </p:tgtEl>
                                        <p:attrNameLst>
                                          <p:attrName>style.visibility</p:attrName>
                                        </p:attrNameLst>
                                      </p:cBhvr>
                                      <p:to>
                                        <p:strVal val="visible"/>
                                      </p:to>
                                    </p:set>
                                  </p:childTnLst>
                                </p:cTn>
                              </p:par>
                            </p:childTnLst>
                          </p:cTn>
                        </p:par>
                      </p:childTnLst>
                    </p:cTn>
                  </p:par>
                  <p:par>
                    <p:cTn id="47" fill="hold">
                      <p:stCondLst>
                        <p:cond delay="indefinite"/>
                      </p:stCondLst>
                      <p:childTnLst>
                        <p:par>
                          <p:cTn id="48" fill="hold">
                            <p:stCondLst>
                              <p:cond delay="0"/>
                            </p:stCondLst>
                            <p:childTnLst>
                              <p:par>
                                <p:cTn id="49" presetID="49" presetClass="entr" presetSubtype="0" decel="100000" fill="hold" grpId="0" nodeType="clickEffect">
                                  <p:stCondLst>
                                    <p:cond delay="0"/>
                                  </p:stCondLst>
                                  <p:childTnLst>
                                    <p:set>
                                      <p:cBhvr>
                                        <p:cTn id="50" dur="1" fill="hold">
                                          <p:stCondLst>
                                            <p:cond delay="0"/>
                                          </p:stCondLst>
                                        </p:cTn>
                                        <p:tgtEl>
                                          <p:spTgt spid="77"/>
                                        </p:tgtEl>
                                        <p:attrNameLst>
                                          <p:attrName>style.visibility</p:attrName>
                                        </p:attrNameLst>
                                      </p:cBhvr>
                                      <p:to>
                                        <p:strVal val="visible"/>
                                      </p:to>
                                    </p:set>
                                    <p:anim calcmode="lin" valueType="num">
                                      <p:cBhvr>
                                        <p:cTn id="51" dur="500" fill="hold"/>
                                        <p:tgtEl>
                                          <p:spTgt spid="77"/>
                                        </p:tgtEl>
                                        <p:attrNameLst>
                                          <p:attrName>ppt_w</p:attrName>
                                        </p:attrNameLst>
                                      </p:cBhvr>
                                      <p:tavLst>
                                        <p:tav tm="0">
                                          <p:val>
                                            <p:fltVal val="0"/>
                                          </p:val>
                                        </p:tav>
                                        <p:tav tm="100000">
                                          <p:val>
                                            <p:strVal val="#ppt_w"/>
                                          </p:val>
                                        </p:tav>
                                      </p:tavLst>
                                    </p:anim>
                                    <p:anim calcmode="lin" valueType="num">
                                      <p:cBhvr>
                                        <p:cTn id="52" dur="500" fill="hold"/>
                                        <p:tgtEl>
                                          <p:spTgt spid="77"/>
                                        </p:tgtEl>
                                        <p:attrNameLst>
                                          <p:attrName>ppt_h</p:attrName>
                                        </p:attrNameLst>
                                      </p:cBhvr>
                                      <p:tavLst>
                                        <p:tav tm="0">
                                          <p:val>
                                            <p:fltVal val="0"/>
                                          </p:val>
                                        </p:tav>
                                        <p:tav tm="100000">
                                          <p:val>
                                            <p:strVal val="#ppt_h"/>
                                          </p:val>
                                        </p:tav>
                                      </p:tavLst>
                                    </p:anim>
                                    <p:anim calcmode="lin" valueType="num">
                                      <p:cBhvr>
                                        <p:cTn id="53" dur="500" fill="hold"/>
                                        <p:tgtEl>
                                          <p:spTgt spid="77"/>
                                        </p:tgtEl>
                                        <p:attrNameLst>
                                          <p:attrName>style.rotation</p:attrName>
                                        </p:attrNameLst>
                                      </p:cBhvr>
                                      <p:tavLst>
                                        <p:tav tm="0">
                                          <p:val>
                                            <p:fltVal val="360"/>
                                          </p:val>
                                        </p:tav>
                                        <p:tav tm="100000">
                                          <p:val>
                                            <p:fltVal val="0"/>
                                          </p:val>
                                        </p:tav>
                                      </p:tavLst>
                                    </p:anim>
                                    <p:animEffect transition="in" filter="fade">
                                      <p:cBhvr>
                                        <p:cTn id="54" dur="500"/>
                                        <p:tgtEl>
                                          <p:spTgt spid="77"/>
                                        </p:tgtEl>
                                      </p:cBhvr>
                                    </p:animEffect>
                                  </p:childTnLst>
                                </p:cTn>
                              </p:par>
                            </p:childTnLst>
                          </p:cTn>
                        </p:par>
                        <p:par>
                          <p:cTn id="55" fill="hold">
                            <p:stCondLst>
                              <p:cond delay="500"/>
                            </p:stCondLst>
                            <p:childTnLst>
                              <p:par>
                                <p:cTn id="56" presetID="1" presetClass="entr" presetSubtype="0" fill="hold" grpId="0" nodeType="afterEffect">
                                  <p:stCondLst>
                                    <p:cond delay="0"/>
                                  </p:stCondLst>
                                  <p:iterate type="lt">
                                    <p:tmAbs val="100"/>
                                  </p:iterate>
                                  <p:childTnLst>
                                    <p:set>
                                      <p:cBhvr>
                                        <p:cTn id="57" dur="1" fill="hold">
                                          <p:stCondLst>
                                            <p:cond delay="0"/>
                                          </p:stCondLst>
                                        </p:cTn>
                                        <p:tgtEl>
                                          <p:spTgt spid="78"/>
                                        </p:tgtEl>
                                        <p:attrNameLst>
                                          <p:attrName>style.visibility</p:attrName>
                                        </p:attrNameLst>
                                      </p:cBhvr>
                                      <p:to>
                                        <p:strVal val="visible"/>
                                      </p:to>
                                    </p:set>
                                  </p:childTnLst>
                                </p:cTn>
                              </p:par>
                            </p:childTnLst>
                          </p:cTn>
                        </p:par>
                      </p:childTnLst>
                    </p:cTn>
                  </p:par>
                  <p:par>
                    <p:cTn id="58" fill="hold">
                      <p:stCondLst>
                        <p:cond delay="indefinite"/>
                      </p:stCondLst>
                      <p:childTnLst>
                        <p:par>
                          <p:cTn id="59" fill="hold">
                            <p:stCondLst>
                              <p:cond delay="0"/>
                            </p:stCondLst>
                            <p:childTnLst>
                              <p:par>
                                <p:cTn id="60" presetID="47" presetClass="entr" presetSubtype="0" fill="hold" grpId="0" nodeType="clickEffect">
                                  <p:stCondLst>
                                    <p:cond delay="0"/>
                                  </p:stCondLst>
                                  <p:childTnLst>
                                    <p:set>
                                      <p:cBhvr>
                                        <p:cTn id="61" dur="1" fill="hold">
                                          <p:stCondLst>
                                            <p:cond delay="0"/>
                                          </p:stCondLst>
                                        </p:cTn>
                                        <p:tgtEl>
                                          <p:spTgt spid="10"/>
                                        </p:tgtEl>
                                        <p:attrNameLst>
                                          <p:attrName>style.visibility</p:attrName>
                                        </p:attrNameLst>
                                      </p:cBhvr>
                                      <p:to>
                                        <p:strVal val="visible"/>
                                      </p:to>
                                    </p:set>
                                    <p:animEffect transition="in" filter="fade">
                                      <p:cBhvr>
                                        <p:cTn id="62" dur="1000"/>
                                        <p:tgtEl>
                                          <p:spTgt spid="10"/>
                                        </p:tgtEl>
                                      </p:cBhvr>
                                    </p:animEffect>
                                    <p:anim calcmode="lin" valueType="num">
                                      <p:cBhvr>
                                        <p:cTn id="63" dur="1000" fill="hold"/>
                                        <p:tgtEl>
                                          <p:spTgt spid="10"/>
                                        </p:tgtEl>
                                        <p:attrNameLst>
                                          <p:attrName>ppt_x</p:attrName>
                                        </p:attrNameLst>
                                      </p:cBhvr>
                                      <p:tavLst>
                                        <p:tav tm="0">
                                          <p:val>
                                            <p:strVal val="#ppt_x"/>
                                          </p:val>
                                        </p:tav>
                                        <p:tav tm="100000">
                                          <p:val>
                                            <p:strVal val="#ppt_x"/>
                                          </p:val>
                                        </p:tav>
                                      </p:tavLst>
                                    </p:anim>
                                    <p:anim calcmode="lin" valueType="num">
                                      <p:cBhvr>
                                        <p:cTn id="64" dur="1000" fill="hold"/>
                                        <p:tgtEl>
                                          <p:spTgt spid="10"/>
                                        </p:tgtEl>
                                        <p:attrNameLst>
                                          <p:attrName>ppt_y</p:attrName>
                                        </p:attrNameLst>
                                      </p:cBhvr>
                                      <p:tavLst>
                                        <p:tav tm="0">
                                          <p:val>
                                            <p:strVal val="#ppt_y-.1"/>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7" grpId="0" animBg="1"/>
      <p:bldP spid="48" grpId="0"/>
      <p:bldP spid="67" grpId="0" animBg="1"/>
      <p:bldP spid="70" grpId="0"/>
      <p:bldP spid="73" grpId="0" animBg="1"/>
      <p:bldP spid="74" grpId="0"/>
      <p:bldP spid="75" grpId="0" animBg="1"/>
      <p:bldP spid="76" grpId="0"/>
      <p:bldP spid="77" grpId="0" animBg="1"/>
      <p:bldP spid="78" grpId="0"/>
      <p:bldP spid="10" grpId="0" animBg="1"/>
    </p:bldLst>
  </p:timing>
</p:sld>
</file>

<file path=ppt/slides/slide26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31" name="表格 8">
            <a:extLst>
              <a:ext uri="{FF2B5EF4-FFF2-40B4-BE49-F238E27FC236}">
                <a16:creationId xmlns:a16="http://schemas.microsoft.com/office/drawing/2014/main" id="{228A4020-97D7-49C5-A08F-FF4D79A689C6}"/>
              </a:ext>
            </a:extLst>
          </p:cNvPr>
          <p:cNvGraphicFramePr>
            <a:graphicFrameLocks noGrp="1"/>
          </p:cNvGraphicFramePr>
          <p:nvPr/>
        </p:nvGraphicFramePr>
        <p:xfrm>
          <a:off x="1806506" y="1757929"/>
          <a:ext cx="4975842" cy="914400"/>
        </p:xfrm>
        <a:graphic>
          <a:graphicData uri="http://schemas.openxmlformats.org/drawingml/2006/table">
            <a:tbl>
              <a:tblPr firstRow="1" bandRow="1">
                <a:tableStyleId>{5C22544A-7EE6-4342-B048-85BDC9FD1C3A}</a:tableStyleId>
              </a:tblPr>
              <a:tblGrid>
                <a:gridCol w="4975842">
                  <a:extLst>
                    <a:ext uri="{9D8B030D-6E8A-4147-A177-3AD203B41FA5}">
                      <a16:colId xmlns:a16="http://schemas.microsoft.com/office/drawing/2014/main" val="2117429894"/>
                    </a:ext>
                  </a:extLst>
                </a:gridCol>
              </a:tblGrid>
              <a:tr h="370840">
                <a:tc>
                  <a:txBody>
                    <a:bodyPr/>
                    <a:lstStyle/>
                    <a:p>
                      <a:pPr algn="ctr"/>
                      <a:r>
                        <a:rPr lang="zh-CN" altLang="en-US" dirty="0">
                          <a:solidFill>
                            <a:schemeClr val="bg1"/>
                          </a:solidFill>
                          <a:latin typeface="Arial Narrow" panose="020B0606020202030204" pitchFamily="34" charset="0"/>
                          <a:ea typeface="+mn-ea"/>
                        </a:rPr>
                        <a:t>组织唯一标识符</a:t>
                      </a:r>
                      <a:r>
                        <a:rPr lang="en-US" altLang="zh-CN" dirty="0">
                          <a:solidFill>
                            <a:schemeClr val="bg1"/>
                          </a:solidFill>
                          <a:latin typeface="Arial Narrow" panose="020B0606020202030204" pitchFamily="34" charset="0"/>
                          <a:ea typeface="+mn-ea"/>
                        </a:rPr>
                        <a:t>OUI</a:t>
                      </a:r>
                    </a:p>
                    <a:p>
                      <a:pPr algn="ctr"/>
                      <a:r>
                        <a:rPr lang="zh-CN" altLang="en-US" dirty="0">
                          <a:solidFill>
                            <a:schemeClr val="bg1"/>
                          </a:solidFill>
                          <a:latin typeface="Arial Narrow" panose="020B0606020202030204" pitchFamily="34" charset="0"/>
                          <a:ea typeface="+mn-ea"/>
                        </a:rPr>
                        <a:t>（由</a:t>
                      </a:r>
                      <a:r>
                        <a:rPr lang="en-US" altLang="zh-CN" dirty="0">
                          <a:solidFill>
                            <a:schemeClr val="bg1"/>
                          </a:solidFill>
                          <a:latin typeface="Arial Narrow" panose="020B0606020202030204" pitchFamily="34" charset="0"/>
                          <a:ea typeface="+mn-ea"/>
                        </a:rPr>
                        <a:t>IEEE</a:t>
                      </a:r>
                      <a:r>
                        <a:rPr lang="zh-CN" altLang="en-US" dirty="0">
                          <a:solidFill>
                            <a:schemeClr val="bg1"/>
                          </a:solidFill>
                          <a:latin typeface="Arial Narrow" panose="020B0606020202030204" pitchFamily="34" charset="0"/>
                          <a:ea typeface="+mn-ea"/>
                        </a:rPr>
                        <a:t>的注册管理机构分配）</a:t>
                      </a:r>
                      <a:endParaRPr lang="en-US" altLang="zh-CN" dirty="0">
                        <a:solidFill>
                          <a:schemeClr val="bg1"/>
                        </a:solidFill>
                        <a:latin typeface="Arial Narrow" panose="020B0606020202030204" pitchFamily="34" charset="0"/>
                        <a:ea typeface="+mn-ea"/>
                      </a:endParaRPr>
                    </a:p>
                    <a:p>
                      <a:pPr algn="ctr"/>
                      <a:r>
                        <a:rPr lang="zh-CN" altLang="en-US" dirty="0">
                          <a:solidFill>
                            <a:schemeClr val="bg1"/>
                          </a:solidFill>
                          <a:latin typeface="Arial Narrow" panose="020B0606020202030204" pitchFamily="34" charset="0"/>
                          <a:ea typeface="+mn-ea"/>
                        </a:rPr>
                        <a:t>第</a:t>
                      </a:r>
                      <a:r>
                        <a:rPr lang="en-US" altLang="zh-CN" dirty="0">
                          <a:solidFill>
                            <a:schemeClr val="bg1"/>
                          </a:solidFill>
                          <a:latin typeface="Arial Narrow" panose="020B0606020202030204" pitchFamily="34" charset="0"/>
                          <a:ea typeface="+mn-ea"/>
                        </a:rPr>
                        <a:t>1~3</a:t>
                      </a:r>
                      <a:r>
                        <a:rPr lang="zh-CN" altLang="en-US" dirty="0">
                          <a:solidFill>
                            <a:schemeClr val="bg1"/>
                          </a:solidFill>
                          <a:latin typeface="Arial Narrow" panose="020B0606020202030204" pitchFamily="34" charset="0"/>
                          <a:ea typeface="+mn-ea"/>
                        </a:rPr>
                        <a:t>字节</a:t>
                      </a: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accent3"/>
                    </a:solidFill>
                  </a:tcPr>
                </a:tc>
                <a:extLst>
                  <a:ext uri="{0D108BD9-81ED-4DB2-BD59-A6C34878D82A}">
                    <a16:rowId xmlns:a16="http://schemas.microsoft.com/office/drawing/2014/main" val="3761746479"/>
                  </a:ext>
                </a:extLst>
              </a:tr>
            </a:tbl>
          </a:graphicData>
        </a:graphic>
      </p:graphicFrame>
      <p:graphicFrame>
        <p:nvGraphicFramePr>
          <p:cNvPr id="32" name="表格 8">
            <a:extLst>
              <a:ext uri="{FF2B5EF4-FFF2-40B4-BE49-F238E27FC236}">
                <a16:creationId xmlns:a16="http://schemas.microsoft.com/office/drawing/2014/main" id="{986EF41A-3545-418C-A56D-747C8A071D04}"/>
              </a:ext>
            </a:extLst>
          </p:cNvPr>
          <p:cNvGraphicFramePr>
            <a:graphicFrameLocks noGrp="1"/>
          </p:cNvGraphicFramePr>
          <p:nvPr/>
        </p:nvGraphicFramePr>
        <p:xfrm>
          <a:off x="6766435" y="1757929"/>
          <a:ext cx="4975842" cy="914400"/>
        </p:xfrm>
        <a:graphic>
          <a:graphicData uri="http://schemas.openxmlformats.org/drawingml/2006/table">
            <a:tbl>
              <a:tblPr firstRow="1" bandRow="1">
                <a:tableStyleId>{5C22544A-7EE6-4342-B048-85BDC9FD1C3A}</a:tableStyleId>
              </a:tblPr>
              <a:tblGrid>
                <a:gridCol w="4975842">
                  <a:extLst>
                    <a:ext uri="{9D8B030D-6E8A-4147-A177-3AD203B41FA5}">
                      <a16:colId xmlns:a16="http://schemas.microsoft.com/office/drawing/2014/main" val="2117429894"/>
                    </a:ext>
                  </a:extLst>
                </a:gridCol>
              </a:tblGrid>
              <a:tr h="370840">
                <a:tc>
                  <a:txBody>
                    <a:bodyPr/>
                    <a:lstStyle/>
                    <a:p>
                      <a:pPr algn="ctr"/>
                      <a:r>
                        <a:rPr lang="zh-CN" altLang="en-US" dirty="0">
                          <a:solidFill>
                            <a:schemeClr val="bg1"/>
                          </a:solidFill>
                          <a:latin typeface="Arial Narrow" panose="020B0606020202030204" pitchFamily="34" charset="0"/>
                          <a:ea typeface="+mn-ea"/>
                        </a:rPr>
                        <a:t>网络接口标识符</a:t>
                      </a:r>
                      <a:endParaRPr lang="en-US" altLang="zh-CN" dirty="0">
                        <a:solidFill>
                          <a:schemeClr val="bg1"/>
                        </a:solidFill>
                        <a:latin typeface="Arial Narrow" panose="020B0606020202030204" pitchFamily="34" charset="0"/>
                        <a:ea typeface="+mn-ea"/>
                      </a:endParaRPr>
                    </a:p>
                    <a:p>
                      <a:pPr algn="ctr"/>
                      <a:r>
                        <a:rPr lang="zh-CN" altLang="en-US" dirty="0">
                          <a:solidFill>
                            <a:schemeClr val="bg1"/>
                          </a:solidFill>
                          <a:latin typeface="Arial Narrow" panose="020B0606020202030204" pitchFamily="34" charset="0"/>
                          <a:ea typeface="+mn-ea"/>
                        </a:rPr>
                        <a:t>（由获得</a:t>
                      </a:r>
                      <a:r>
                        <a:rPr lang="en-US" altLang="zh-CN" dirty="0">
                          <a:solidFill>
                            <a:schemeClr val="bg1"/>
                          </a:solidFill>
                          <a:latin typeface="Arial Narrow" panose="020B0606020202030204" pitchFamily="34" charset="0"/>
                          <a:ea typeface="+mn-ea"/>
                        </a:rPr>
                        <a:t>OUI</a:t>
                      </a:r>
                      <a:r>
                        <a:rPr lang="zh-CN" altLang="en-US" dirty="0">
                          <a:solidFill>
                            <a:schemeClr val="bg1"/>
                          </a:solidFill>
                          <a:latin typeface="Arial Narrow" panose="020B0606020202030204" pitchFamily="34" charset="0"/>
                          <a:ea typeface="+mn-ea"/>
                        </a:rPr>
                        <a:t>的厂商自行随意分配）</a:t>
                      </a:r>
                      <a:endParaRPr lang="en-US" altLang="zh-CN" dirty="0">
                        <a:solidFill>
                          <a:schemeClr val="bg1"/>
                        </a:solidFill>
                        <a:latin typeface="Arial Narrow" panose="020B0606020202030204" pitchFamily="34" charset="0"/>
                        <a:ea typeface="+mn-ea"/>
                      </a:endParaRPr>
                    </a:p>
                    <a:p>
                      <a:pPr algn="ctr"/>
                      <a:r>
                        <a:rPr lang="zh-CN" altLang="en-US" dirty="0">
                          <a:solidFill>
                            <a:schemeClr val="bg1"/>
                          </a:solidFill>
                          <a:latin typeface="Arial Narrow" panose="020B0606020202030204" pitchFamily="34" charset="0"/>
                          <a:ea typeface="+mn-ea"/>
                        </a:rPr>
                        <a:t>第</a:t>
                      </a:r>
                      <a:r>
                        <a:rPr lang="en-US" altLang="zh-CN" dirty="0">
                          <a:solidFill>
                            <a:schemeClr val="bg1"/>
                          </a:solidFill>
                          <a:latin typeface="Arial Narrow" panose="020B0606020202030204" pitchFamily="34" charset="0"/>
                          <a:ea typeface="+mn-ea"/>
                        </a:rPr>
                        <a:t>4~6</a:t>
                      </a:r>
                      <a:r>
                        <a:rPr lang="zh-CN" altLang="en-US" dirty="0">
                          <a:solidFill>
                            <a:schemeClr val="bg1"/>
                          </a:solidFill>
                          <a:latin typeface="Arial Narrow" panose="020B0606020202030204" pitchFamily="34" charset="0"/>
                          <a:ea typeface="+mn-ea"/>
                        </a:rPr>
                        <a:t>字节</a:t>
                      </a: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accent4"/>
                    </a:solidFill>
                  </a:tcPr>
                </a:tc>
                <a:extLst>
                  <a:ext uri="{0D108BD9-81ED-4DB2-BD59-A6C34878D82A}">
                    <a16:rowId xmlns:a16="http://schemas.microsoft.com/office/drawing/2014/main" val="3761746479"/>
                  </a:ext>
                </a:extLst>
              </a:tr>
            </a:tbl>
          </a:graphicData>
        </a:graphic>
      </p:graphicFrame>
      <p:graphicFrame>
        <p:nvGraphicFramePr>
          <p:cNvPr id="8" name="表格 8">
            <a:extLst>
              <a:ext uri="{FF2B5EF4-FFF2-40B4-BE49-F238E27FC236}">
                <a16:creationId xmlns:a16="http://schemas.microsoft.com/office/drawing/2014/main" id="{CD520B47-EE80-4B67-9B6F-48162B23B33C}"/>
              </a:ext>
            </a:extLst>
          </p:cNvPr>
          <p:cNvGraphicFramePr>
            <a:graphicFrameLocks noGrp="1"/>
          </p:cNvGraphicFramePr>
          <p:nvPr/>
        </p:nvGraphicFramePr>
        <p:xfrm>
          <a:off x="1806506" y="2672329"/>
          <a:ext cx="9936690" cy="370840"/>
        </p:xfrm>
        <a:graphic>
          <a:graphicData uri="http://schemas.openxmlformats.org/drawingml/2006/table">
            <a:tbl>
              <a:tblPr firstRow="1" bandRow="1">
                <a:tableStyleId>{5C22544A-7EE6-4342-B048-85BDC9FD1C3A}</a:tableStyleId>
              </a:tblPr>
              <a:tblGrid>
                <a:gridCol w="2460693">
                  <a:extLst>
                    <a:ext uri="{9D8B030D-6E8A-4147-A177-3AD203B41FA5}">
                      <a16:colId xmlns:a16="http://schemas.microsoft.com/office/drawing/2014/main" val="2117429894"/>
                    </a:ext>
                  </a:extLst>
                </a:gridCol>
                <a:gridCol w="5019040">
                  <a:extLst>
                    <a:ext uri="{9D8B030D-6E8A-4147-A177-3AD203B41FA5}">
                      <a16:colId xmlns:a16="http://schemas.microsoft.com/office/drawing/2014/main" val="989804778"/>
                    </a:ext>
                  </a:extLst>
                </a:gridCol>
                <a:gridCol w="2456957">
                  <a:extLst>
                    <a:ext uri="{9D8B030D-6E8A-4147-A177-3AD203B41FA5}">
                      <a16:colId xmlns:a16="http://schemas.microsoft.com/office/drawing/2014/main" val="293011856"/>
                    </a:ext>
                  </a:extLst>
                </a:gridCol>
              </a:tblGrid>
              <a:tr h="370840">
                <a:tc>
                  <a:txBody>
                    <a:bodyPr/>
                    <a:lstStyle/>
                    <a:p>
                      <a:pPr algn="ctr"/>
                      <a:r>
                        <a:rPr lang="zh-CN" altLang="en-US" dirty="0">
                          <a:solidFill>
                            <a:schemeClr val="tx1"/>
                          </a:solidFill>
                          <a:latin typeface="Arial Narrow" panose="020B0606020202030204" pitchFamily="34" charset="0"/>
                          <a:ea typeface="+mn-ea"/>
                        </a:rPr>
                        <a:t>第</a:t>
                      </a:r>
                      <a:r>
                        <a:rPr lang="en-US" altLang="zh-CN" dirty="0">
                          <a:solidFill>
                            <a:schemeClr val="tx1"/>
                          </a:solidFill>
                          <a:latin typeface="Arial Narrow" panose="020B0606020202030204" pitchFamily="34" charset="0"/>
                          <a:ea typeface="+mn-ea"/>
                        </a:rPr>
                        <a:t>1</a:t>
                      </a:r>
                      <a:r>
                        <a:rPr lang="zh-CN" altLang="en-US" dirty="0">
                          <a:solidFill>
                            <a:schemeClr val="tx1"/>
                          </a:solidFill>
                          <a:latin typeface="Arial Narrow" panose="020B0606020202030204" pitchFamily="34" charset="0"/>
                          <a:ea typeface="+mn-ea"/>
                        </a:rPr>
                        <a:t>字节</a:t>
                      </a: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ctr"/>
                      <a:r>
                        <a:rPr lang="zh-CN" altLang="en-US" dirty="0">
                          <a:solidFill>
                            <a:schemeClr val="tx1"/>
                          </a:solidFill>
                          <a:latin typeface="Arial Narrow" panose="020B0606020202030204" pitchFamily="34" charset="0"/>
                          <a:ea typeface="+mn-ea"/>
                        </a:rPr>
                        <a:t>第</a:t>
                      </a:r>
                      <a:r>
                        <a:rPr lang="en-US" altLang="zh-CN" dirty="0">
                          <a:solidFill>
                            <a:schemeClr val="tx1"/>
                          </a:solidFill>
                          <a:latin typeface="Arial Narrow" panose="020B0606020202030204" pitchFamily="34" charset="0"/>
                          <a:ea typeface="+mn-ea"/>
                        </a:rPr>
                        <a:t>2~5</a:t>
                      </a:r>
                      <a:r>
                        <a:rPr lang="zh-CN" altLang="en-US" dirty="0">
                          <a:solidFill>
                            <a:schemeClr val="tx1"/>
                          </a:solidFill>
                          <a:latin typeface="Arial Narrow" panose="020B0606020202030204" pitchFamily="34" charset="0"/>
                          <a:ea typeface="+mn-ea"/>
                        </a:rPr>
                        <a:t>字节</a:t>
                      </a: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ctr"/>
                      <a:r>
                        <a:rPr lang="zh-CN" altLang="en-US" dirty="0">
                          <a:solidFill>
                            <a:schemeClr val="tx1"/>
                          </a:solidFill>
                          <a:latin typeface="Arial Narrow" panose="020B0606020202030204" pitchFamily="34" charset="0"/>
                          <a:ea typeface="+mn-ea"/>
                        </a:rPr>
                        <a:t>第</a:t>
                      </a:r>
                      <a:r>
                        <a:rPr lang="en-US" altLang="zh-CN" dirty="0">
                          <a:solidFill>
                            <a:schemeClr val="tx1"/>
                          </a:solidFill>
                          <a:latin typeface="Arial Narrow" panose="020B0606020202030204" pitchFamily="34" charset="0"/>
                          <a:ea typeface="+mn-ea"/>
                        </a:rPr>
                        <a:t>6</a:t>
                      </a:r>
                      <a:r>
                        <a:rPr lang="zh-CN" altLang="en-US" dirty="0">
                          <a:solidFill>
                            <a:schemeClr val="tx1"/>
                          </a:solidFill>
                          <a:latin typeface="Arial Narrow" panose="020B0606020202030204" pitchFamily="34" charset="0"/>
                          <a:ea typeface="+mn-ea"/>
                        </a:rPr>
                        <a:t>字节</a:t>
                      </a: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extLst>
                  <a:ext uri="{0D108BD9-81ED-4DB2-BD59-A6C34878D82A}">
                    <a16:rowId xmlns:a16="http://schemas.microsoft.com/office/drawing/2014/main" val="3761746479"/>
                  </a:ext>
                </a:extLst>
              </a:tr>
            </a:tbl>
          </a:graphicData>
        </a:graphic>
      </p:graphicFrame>
      <p:grpSp>
        <p:nvGrpSpPr>
          <p:cNvPr id="4" name="组合 3">
            <a:extLst>
              <a:ext uri="{FF2B5EF4-FFF2-40B4-BE49-F238E27FC236}">
                <a16:creationId xmlns:a16="http://schemas.microsoft.com/office/drawing/2014/main" id="{9A1EA9F2-FCB6-48C3-935F-7AE7E3AD14AC}"/>
              </a:ext>
            </a:extLst>
          </p:cNvPr>
          <p:cNvGrpSpPr/>
          <p:nvPr/>
        </p:nvGrpSpPr>
        <p:grpSpPr>
          <a:xfrm>
            <a:off x="304799" y="749300"/>
            <a:ext cx="6192345" cy="400110"/>
            <a:chOff x="424116" y="898245"/>
            <a:chExt cx="6192345" cy="400110"/>
          </a:xfrm>
        </p:grpSpPr>
        <p:sp>
          <p:nvSpPr>
            <p:cNvPr id="2" name="平行四边形 1">
              <a:extLst>
                <a:ext uri="{FF2B5EF4-FFF2-40B4-BE49-F238E27FC236}">
                  <a16:creationId xmlns:a16="http://schemas.microsoft.com/office/drawing/2014/main" id="{1F5BAA3F-9845-4F89-A2DD-8222D3E4EDAC}"/>
                </a:ext>
              </a:extLst>
            </p:cNvPr>
            <p:cNvSpPr/>
            <p:nvPr/>
          </p:nvSpPr>
          <p:spPr>
            <a:xfrm>
              <a:off x="424116" y="898245"/>
              <a:ext cx="695119" cy="387090"/>
            </a:xfrm>
            <a:prstGeom prst="parallelogram">
              <a:avLst/>
            </a:prstGeom>
            <a:solidFill>
              <a:schemeClr val="accent3">
                <a:lumMod val="75000"/>
              </a:schemeClr>
            </a:solidFill>
            <a:ln>
              <a:solidFill>
                <a:schemeClr val="accent3">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CN" sz="2200" dirty="0">
                  <a:latin typeface="Impact" panose="020B0806030902050204" pitchFamily="34" charset="0"/>
                </a:rPr>
                <a:t>02</a:t>
              </a:r>
              <a:endParaRPr lang="zh-CN" altLang="en-US" sz="2200" dirty="0">
                <a:latin typeface="Impact" panose="020B0806030902050204" pitchFamily="34" charset="0"/>
              </a:endParaRPr>
            </a:p>
          </p:txBody>
        </p:sp>
        <p:sp>
          <p:nvSpPr>
            <p:cNvPr id="3" name="文本框 2">
              <a:extLst>
                <a:ext uri="{FF2B5EF4-FFF2-40B4-BE49-F238E27FC236}">
                  <a16:creationId xmlns:a16="http://schemas.microsoft.com/office/drawing/2014/main" id="{4D6BD736-A4D3-4F26-AFED-36E11F50F70B}"/>
                </a:ext>
              </a:extLst>
            </p:cNvPr>
            <p:cNvSpPr txBox="1"/>
            <p:nvPr/>
          </p:nvSpPr>
          <p:spPr>
            <a:xfrm>
              <a:off x="1119235" y="898245"/>
              <a:ext cx="5497226" cy="400110"/>
            </a:xfrm>
            <a:prstGeom prst="rect">
              <a:avLst/>
            </a:prstGeom>
            <a:noFill/>
          </p:spPr>
          <p:txBody>
            <a:bodyPr wrap="square" rtlCol="0">
              <a:spAutoFit/>
            </a:bodyPr>
            <a:lstStyle/>
            <a:p>
              <a:r>
                <a:rPr lang="en-US" altLang="zh-CN" sz="2000" b="1" dirty="0"/>
                <a:t>MAC</a:t>
              </a:r>
              <a:r>
                <a:rPr lang="zh-CN" altLang="en-US" sz="2000" b="1" dirty="0"/>
                <a:t>地址</a:t>
              </a:r>
            </a:p>
          </p:txBody>
        </p:sp>
      </p:grpSp>
      <p:sp>
        <p:nvSpPr>
          <p:cNvPr id="48" name="íşlïḍè">
            <a:extLst>
              <a:ext uri="{FF2B5EF4-FFF2-40B4-BE49-F238E27FC236}">
                <a16:creationId xmlns:a16="http://schemas.microsoft.com/office/drawing/2014/main" id="{3A8ED235-C46A-40A6-B687-AE21B4C08B05}"/>
              </a:ext>
            </a:extLst>
          </p:cNvPr>
          <p:cNvSpPr txBox="1"/>
          <p:nvPr/>
        </p:nvSpPr>
        <p:spPr>
          <a:xfrm>
            <a:off x="4470616" y="1096786"/>
            <a:ext cx="3263923" cy="400110"/>
          </a:xfrm>
          <a:prstGeom prst="rect">
            <a:avLst/>
          </a:prstGeom>
          <a:noFill/>
        </p:spPr>
        <p:txBody>
          <a:bodyPr wrap="square" lIns="91440" tIns="45720" rIns="91440" bIns="45720" anchor="ctr">
            <a:noAutofit/>
          </a:bodyPr>
          <a:lstStyle/>
          <a:p>
            <a:pPr algn="ctr"/>
            <a:r>
              <a:rPr lang="en-US" altLang="zh-CN" b="1" dirty="0">
                <a:solidFill>
                  <a:schemeClr val="accent3">
                    <a:lumMod val="75000"/>
                  </a:schemeClr>
                </a:solidFill>
                <a:latin typeface="Arial Narrow" panose="020B0606020202030204" pitchFamily="34" charset="0"/>
              </a:rPr>
              <a:t>IEEE 802</a:t>
            </a:r>
            <a:r>
              <a:rPr lang="zh-CN" altLang="en-US" b="1" dirty="0">
                <a:solidFill>
                  <a:schemeClr val="accent3">
                    <a:lumMod val="75000"/>
                  </a:schemeClr>
                </a:solidFill>
                <a:latin typeface="Arial Narrow" panose="020B0606020202030204" pitchFamily="34" charset="0"/>
              </a:rPr>
              <a:t>局域网的</a:t>
            </a:r>
            <a:r>
              <a:rPr lang="en-US" altLang="zh-CN" b="1" dirty="0">
                <a:solidFill>
                  <a:schemeClr val="accent3">
                    <a:lumMod val="75000"/>
                  </a:schemeClr>
                </a:solidFill>
                <a:latin typeface="Arial Narrow" panose="020B0606020202030204" pitchFamily="34" charset="0"/>
              </a:rPr>
              <a:t>MAC</a:t>
            </a:r>
            <a:r>
              <a:rPr lang="zh-CN" altLang="en-US" b="1" dirty="0">
                <a:solidFill>
                  <a:schemeClr val="accent3">
                    <a:lumMod val="75000"/>
                  </a:schemeClr>
                </a:solidFill>
                <a:latin typeface="Arial Narrow" panose="020B0606020202030204" pitchFamily="34" charset="0"/>
              </a:rPr>
              <a:t>地址格式</a:t>
            </a:r>
          </a:p>
        </p:txBody>
      </p:sp>
      <p:graphicFrame>
        <p:nvGraphicFramePr>
          <p:cNvPr id="6" name="表格 6">
            <a:extLst>
              <a:ext uri="{FF2B5EF4-FFF2-40B4-BE49-F238E27FC236}">
                <a16:creationId xmlns:a16="http://schemas.microsoft.com/office/drawing/2014/main" id="{1A48AF6F-3A40-41AE-8302-66596AA26EC7}"/>
              </a:ext>
            </a:extLst>
          </p:cNvPr>
          <p:cNvGraphicFramePr>
            <a:graphicFrameLocks noGrp="1"/>
          </p:cNvGraphicFramePr>
          <p:nvPr/>
        </p:nvGraphicFramePr>
        <p:xfrm>
          <a:off x="1806506" y="3043169"/>
          <a:ext cx="9936688" cy="370840"/>
        </p:xfrm>
        <a:graphic>
          <a:graphicData uri="http://schemas.openxmlformats.org/drawingml/2006/table">
            <a:tbl>
              <a:tblPr firstRow="1" bandRow="1">
                <a:tableStyleId>{5C22544A-7EE6-4342-B048-85BDC9FD1C3A}</a:tableStyleId>
              </a:tblPr>
              <a:tblGrid>
                <a:gridCol w="307365">
                  <a:extLst>
                    <a:ext uri="{9D8B030D-6E8A-4147-A177-3AD203B41FA5}">
                      <a16:colId xmlns:a16="http://schemas.microsoft.com/office/drawing/2014/main" val="3978522098"/>
                    </a:ext>
                  </a:extLst>
                </a:gridCol>
                <a:gridCol w="307365">
                  <a:extLst>
                    <a:ext uri="{9D8B030D-6E8A-4147-A177-3AD203B41FA5}">
                      <a16:colId xmlns:a16="http://schemas.microsoft.com/office/drawing/2014/main" val="849717532"/>
                    </a:ext>
                  </a:extLst>
                </a:gridCol>
                <a:gridCol w="307365">
                  <a:extLst>
                    <a:ext uri="{9D8B030D-6E8A-4147-A177-3AD203B41FA5}">
                      <a16:colId xmlns:a16="http://schemas.microsoft.com/office/drawing/2014/main" val="2142942144"/>
                    </a:ext>
                  </a:extLst>
                </a:gridCol>
                <a:gridCol w="307365">
                  <a:extLst>
                    <a:ext uri="{9D8B030D-6E8A-4147-A177-3AD203B41FA5}">
                      <a16:colId xmlns:a16="http://schemas.microsoft.com/office/drawing/2014/main" val="874826259"/>
                    </a:ext>
                  </a:extLst>
                </a:gridCol>
                <a:gridCol w="307365">
                  <a:extLst>
                    <a:ext uri="{9D8B030D-6E8A-4147-A177-3AD203B41FA5}">
                      <a16:colId xmlns:a16="http://schemas.microsoft.com/office/drawing/2014/main" val="2199175047"/>
                    </a:ext>
                  </a:extLst>
                </a:gridCol>
                <a:gridCol w="307365">
                  <a:extLst>
                    <a:ext uri="{9D8B030D-6E8A-4147-A177-3AD203B41FA5}">
                      <a16:colId xmlns:a16="http://schemas.microsoft.com/office/drawing/2014/main" val="4096098212"/>
                    </a:ext>
                  </a:extLst>
                </a:gridCol>
                <a:gridCol w="307365">
                  <a:extLst>
                    <a:ext uri="{9D8B030D-6E8A-4147-A177-3AD203B41FA5}">
                      <a16:colId xmlns:a16="http://schemas.microsoft.com/office/drawing/2014/main" val="3161922733"/>
                    </a:ext>
                  </a:extLst>
                </a:gridCol>
                <a:gridCol w="307365">
                  <a:extLst>
                    <a:ext uri="{9D8B030D-6E8A-4147-A177-3AD203B41FA5}">
                      <a16:colId xmlns:a16="http://schemas.microsoft.com/office/drawing/2014/main" val="1896170140"/>
                    </a:ext>
                  </a:extLst>
                </a:gridCol>
                <a:gridCol w="5019040">
                  <a:extLst>
                    <a:ext uri="{9D8B030D-6E8A-4147-A177-3AD203B41FA5}">
                      <a16:colId xmlns:a16="http://schemas.microsoft.com/office/drawing/2014/main" val="1832502197"/>
                    </a:ext>
                  </a:extLst>
                </a:gridCol>
                <a:gridCol w="307341">
                  <a:extLst>
                    <a:ext uri="{9D8B030D-6E8A-4147-A177-3AD203B41FA5}">
                      <a16:colId xmlns:a16="http://schemas.microsoft.com/office/drawing/2014/main" val="3285941259"/>
                    </a:ext>
                  </a:extLst>
                </a:gridCol>
                <a:gridCol w="307341">
                  <a:extLst>
                    <a:ext uri="{9D8B030D-6E8A-4147-A177-3AD203B41FA5}">
                      <a16:colId xmlns:a16="http://schemas.microsoft.com/office/drawing/2014/main" val="1296972243"/>
                    </a:ext>
                  </a:extLst>
                </a:gridCol>
                <a:gridCol w="307341">
                  <a:extLst>
                    <a:ext uri="{9D8B030D-6E8A-4147-A177-3AD203B41FA5}">
                      <a16:colId xmlns:a16="http://schemas.microsoft.com/office/drawing/2014/main" val="4187490853"/>
                    </a:ext>
                  </a:extLst>
                </a:gridCol>
                <a:gridCol w="307341">
                  <a:extLst>
                    <a:ext uri="{9D8B030D-6E8A-4147-A177-3AD203B41FA5}">
                      <a16:colId xmlns:a16="http://schemas.microsoft.com/office/drawing/2014/main" val="837431734"/>
                    </a:ext>
                  </a:extLst>
                </a:gridCol>
                <a:gridCol w="307341">
                  <a:extLst>
                    <a:ext uri="{9D8B030D-6E8A-4147-A177-3AD203B41FA5}">
                      <a16:colId xmlns:a16="http://schemas.microsoft.com/office/drawing/2014/main" val="880851581"/>
                    </a:ext>
                  </a:extLst>
                </a:gridCol>
                <a:gridCol w="307341">
                  <a:extLst>
                    <a:ext uri="{9D8B030D-6E8A-4147-A177-3AD203B41FA5}">
                      <a16:colId xmlns:a16="http://schemas.microsoft.com/office/drawing/2014/main" val="2388368653"/>
                    </a:ext>
                  </a:extLst>
                </a:gridCol>
                <a:gridCol w="307341">
                  <a:extLst>
                    <a:ext uri="{9D8B030D-6E8A-4147-A177-3AD203B41FA5}">
                      <a16:colId xmlns:a16="http://schemas.microsoft.com/office/drawing/2014/main" val="239311804"/>
                    </a:ext>
                  </a:extLst>
                </a:gridCol>
                <a:gridCol w="307341">
                  <a:extLst>
                    <a:ext uri="{9D8B030D-6E8A-4147-A177-3AD203B41FA5}">
                      <a16:colId xmlns:a16="http://schemas.microsoft.com/office/drawing/2014/main" val="450227044"/>
                    </a:ext>
                  </a:extLst>
                </a:gridCol>
              </a:tblGrid>
              <a:tr h="370840">
                <a:tc>
                  <a:txBody>
                    <a:bodyPr/>
                    <a:lstStyle/>
                    <a:p>
                      <a:pPr algn="ctr"/>
                      <a:r>
                        <a:rPr lang="en-US" altLang="zh-CN" dirty="0">
                          <a:solidFill>
                            <a:schemeClr val="tx1"/>
                          </a:solidFill>
                          <a:latin typeface="+mn-lt"/>
                        </a:rPr>
                        <a:t>b7</a:t>
                      </a:r>
                      <a:endParaRPr lang="zh-CN" altLang="en-US" dirty="0">
                        <a:solidFill>
                          <a:schemeClr val="tx1"/>
                        </a:solidFill>
                        <a:latin typeface="+mn-lt"/>
                      </a:endParaRPr>
                    </a:p>
                  </a:txBody>
                  <a:tcPr marL="36000" marR="3600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ctr"/>
                      <a:r>
                        <a:rPr lang="en-US" altLang="zh-CN" dirty="0">
                          <a:solidFill>
                            <a:schemeClr val="tx1"/>
                          </a:solidFill>
                          <a:latin typeface="+mn-lt"/>
                        </a:rPr>
                        <a:t>b6</a:t>
                      </a:r>
                      <a:endParaRPr lang="zh-CN" altLang="en-US" dirty="0">
                        <a:solidFill>
                          <a:schemeClr val="tx1"/>
                        </a:solidFill>
                        <a:latin typeface="+mn-lt"/>
                      </a:endParaRPr>
                    </a:p>
                  </a:txBody>
                  <a:tcPr marL="36000" marR="3600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ctr"/>
                      <a:r>
                        <a:rPr lang="en-US" altLang="zh-CN" dirty="0">
                          <a:solidFill>
                            <a:schemeClr val="tx1"/>
                          </a:solidFill>
                          <a:latin typeface="+mn-lt"/>
                        </a:rPr>
                        <a:t>b5</a:t>
                      </a:r>
                      <a:endParaRPr lang="zh-CN" altLang="en-US" dirty="0">
                        <a:solidFill>
                          <a:schemeClr val="tx1"/>
                        </a:solidFill>
                        <a:latin typeface="+mn-lt"/>
                      </a:endParaRPr>
                    </a:p>
                  </a:txBody>
                  <a:tcPr marL="36000" marR="3600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ctr"/>
                      <a:r>
                        <a:rPr lang="en-US" altLang="zh-CN" dirty="0">
                          <a:solidFill>
                            <a:schemeClr val="tx1"/>
                          </a:solidFill>
                          <a:latin typeface="+mn-lt"/>
                        </a:rPr>
                        <a:t>b4</a:t>
                      </a:r>
                      <a:endParaRPr lang="zh-CN" altLang="en-US" dirty="0">
                        <a:solidFill>
                          <a:schemeClr val="tx1"/>
                        </a:solidFill>
                        <a:latin typeface="+mn-lt"/>
                      </a:endParaRPr>
                    </a:p>
                  </a:txBody>
                  <a:tcPr marL="36000" marR="3600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ctr"/>
                      <a:r>
                        <a:rPr lang="en-US" altLang="zh-CN" dirty="0">
                          <a:solidFill>
                            <a:schemeClr val="tx1"/>
                          </a:solidFill>
                          <a:latin typeface="+mn-lt"/>
                        </a:rPr>
                        <a:t>b3</a:t>
                      </a:r>
                      <a:endParaRPr lang="zh-CN" altLang="en-US" dirty="0">
                        <a:solidFill>
                          <a:schemeClr val="tx1"/>
                        </a:solidFill>
                        <a:latin typeface="+mn-lt"/>
                      </a:endParaRPr>
                    </a:p>
                  </a:txBody>
                  <a:tcPr marL="36000" marR="3600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ctr"/>
                      <a:r>
                        <a:rPr lang="en-US" altLang="zh-CN" dirty="0">
                          <a:solidFill>
                            <a:schemeClr val="tx1"/>
                          </a:solidFill>
                          <a:latin typeface="+mn-lt"/>
                        </a:rPr>
                        <a:t>b2</a:t>
                      </a:r>
                      <a:endParaRPr lang="zh-CN" altLang="en-US" dirty="0">
                        <a:solidFill>
                          <a:schemeClr val="tx1"/>
                        </a:solidFill>
                        <a:latin typeface="+mn-lt"/>
                      </a:endParaRPr>
                    </a:p>
                  </a:txBody>
                  <a:tcPr marL="36000" marR="3600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ctr"/>
                      <a:r>
                        <a:rPr lang="en-US" altLang="zh-CN" dirty="0">
                          <a:solidFill>
                            <a:schemeClr val="tx1"/>
                          </a:solidFill>
                          <a:latin typeface="+mn-lt"/>
                        </a:rPr>
                        <a:t>b1</a:t>
                      </a:r>
                      <a:endParaRPr lang="zh-CN" altLang="en-US" dirty="0">
                        <a:solidFill>
                          <a:schemeClr val="tx1"/>
                        </a:solidFill>
                        <a:latin typeface="+mn-lt"/>
                      </a:endParaRPr>
                    </a:p>
                  </a:txBody>
                  <a:tcPr marL="36000" marR="3600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ctr"/>
                      <a:r>
                        <a:rPr lang="en-US" altLang="zh-CN" dirty="0">
                          <a:solidFill>
                            <a:schemeClr val="tx1"/>
                          </a:solidFill>
                          <a:latin typeface="+mn-lt"/>
                        </a:rPr>
                        <a:t>b0</a:t>
                      </a:r>
                      <a:endParaRPr lang="zh-CN" altLang="en-US" dirty="0">
                        <a:solidFill>
                          <a:schemeClr val="tx1"/>
                        </a:solidFill>
                        <a:latin typeface="+mn-lt"/>
                      </a:endParaRPr>
                    </a:p>
                  </a:txBody>
                  <a:tcPr marL="36000" marR="3600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ctr"/>
                      <a:r>
                        <a:rPr lang="en-US" altLang="zh-CN" dirty="0">
                          <a:solidFill>
                            <a:schemeClr val="tx1"/>
                          </a:solidFill>
                          <a:latin typeface="新宋体" panose="02010609030101010101" pitchFamily="49" charset="-122"/>
                          <a:ea typeface="新宋体" panose="02010609030101010101" pitchFamily="49" charset="-122"/>
                          <a:cs typeface="Times New Roman" panose="02020603050405020304" pitchFamily="18" charset="0"/>
                        </a:rPr>
                        <a:t>……</a:t>
                      </a:r>
                      <a:endParaRPr lang="zh-CN" altLang="en-US" dirty="0">
                        <a:solidFill>
                          <a:schemeClr val="tx1"/>
                        </a:solidFill>
                        <a:latin typeface="新宋体" panose="02010609030101010101" pitchFamily="49" charset="-122"/>
                        <a:ea typeface="新宋体" panose="02010609030101010101" pitchFamily="49" charset="-122"/>
                        <a:cs typeface="Times New Roman" panose="02020603050405020304" pitchFamily="18" charset="0"/>
                      </a:endParaRPr>
                    </a:p>
                  </a:txBody>
                  <a:tcPr marL="36000" marR="3600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ctr"/>
                      <a:r>
                        <a:rPr lang="en-US" altLang="zh-CN" dirty="0">
                          <a:solidFill>
                            <a:schemeClr val="tx1"/>
                          </a:solidFill>
                          <a:latin typeface="+mn-lt"/>
                        </a:rPr>
                        <a:t>b7</a:t>
                      </a:r>
                      <a:endParaRPr lang="zh-CN" altLang="en-US" dirty="0">
                        <a:solidFill>
                          <a:schemeClr val="tx1"/>
                        </a:solidFill>
                        <a:latin typeface="+mn-lt"/>
                      </a:endParaRPr>
                    </a:p>
                  </a:txBody>
                  <a:tcPr marL="36000" marR="3600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ctr"/>
                      <a:r>
                        <a:rPr lang="en-US" altLang="zh-CN" dirty="0">
                          <a:solidFill>
                            <a:schemeClr val="tx1"/>
                          </a:solidFill>
                          <a:latin typeface="+mn-lt"/>
                        </a:rPr>
                        <a:t>b6</a:t>
                      </a:r>
                      <a:endParaRPr lang="zh-CN" altLang="en-US" dirty="0">
                        <a:solidFill>
                          <a:schemeClr val="tx1"/>
                        </a:solidFill>
                        <a:latin typeface="+mn-lt"/>
                      </a:endParaRPr>
                    </a:p>
                  </a:txBody>
                  <a:tcPr marL="36000" marR="3600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ctr"/>
                      <a:r>
                        <a:rPr lang="en-US" altLang="zh-CN" dirty="0">
                          <a:solidFill>
                            <a:schemeClr val="tx1"/>
                          </a:solidFill>
                          <a:latin typeface="+mn-lt"/>
                        </a:rPr>
                        <a:t>b5</a:t>
                      </a:r>
                      <a:endParaRPr lang="zh-CN" altLang="en-US" dirty="0">
                        <a:solidFill>
                          <a:schemeClr val="tx1"/>
                        </a:solidFill>
                        <a:latin typeface="+mn-lt"/>
                      </a:endParaRPr>
                    </a:p>
                  </a:txBody>
                  <a:tcPr marL="36000" marR="3600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ctr"/>
                      <a:r>
                        <a:rPr lang="en-US" altLang="zh-CN" dirty="0">
                          <a:solidFill>
                            <a:schemeClr val="tx1"/>
                          </a:solidFill>
                          <a:latin typeface="+mn-lt"/>
                        </a:rPr>
                        <a:t>b4</a:t>
                      </a:r>
                      <a:endParaRPr lang="zh-CN" altLang="en-US" dirty="0">
                        <a:solidFill>
                          <a:schemeClr val="tx1"/>
                        </a:solidFill>
                        <a:latin typeface="+mn-lt"/>
                      </a:endParaRPr>
                    </a:p>
                  </a:txBody>
                  <a:tcPr marL="36000" marR="3600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ctr"/>
                      <a:r>
                        <a:rPr lang="en-US" altLang="zh-CN" dirty="0">
                          <a:solidFill>
                            <a:schemeClr val="tx1"/>
                          </a:solidFill>
                          <a:latin typeface="+mn-lt"/>
                        </a:rPr>
                        <a:t>b3</a:t>
                      </a:r>
                      <a:endParaRPr lang="zh-CN" altLang="en-US" dirty="0">
                        <a:solidFill>
                          <a:schemeClr val="tx1"/>
                        </a:solidFill>
                        <a:latin typeface="+mn-lt"/>
                      </a:endParaRPr>
                    </a:p>
                  </a:txBody>
                  <a:tcPr marL="36000" marR="3600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ctr"/>
                      <a:r>
                        <a:rPr lang="en-US" altLang="zh-CN" dirty="0">
                          <a:solidFill>
                            <a:schemeClr val="tx1"/>
                          </a:solidFill>
                          <a:latin typeface="+mn-lt"/>
                        </a:rPr>
                        <a:t>b2</a:t>
                      </a:r>
                      <a:endParaRPr lang="zh-CN" altLang="en-US" dirty="0">
                        <a:solidFill>
                          <a:schemeClr val="tx1"/>
                        </a:solidFill>
                        <a:latin typeface="+mn-lt"/>
                      </a:endParaRPr>
                    </a:p>
                  </a:txBody>
                  <a:tcPr marL="36000" marR="3600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ctr"/>
                      <a:r>
                        <a:rPr lang="en-US" altLang="zh-CN" dirty="0">
                          <a:solidFill>
                            <a:schemeClr val="tx1"/>
                          </a:solidFill>
                          <a:latin typeface="+mn-lt"/>
                        </a:rPr>
                        <a:t>b1</a:t>
                      </a:r>
                      <a:endParaRPr lang="zh-CN" altLang="en-US" dirty="0">
                        <a:solidFill>
                          <a:schemeClr val="tx1"/>
                        </a:solidFill>
                        <a:latin typeface="+mn-lt"/>
                      </a:endParaRPr>
                    </a:p>
                  </a:txBody>
                  <a:tcPr marL="36000" marR="3600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ctr"/>
                      <a:r>
                        <a:rPr lang="en-US" altLang="zh-CN" dirty="0">
                          <a:solidFill>
                            <a:schemeClr val="tx1"/>
                          </a:solidFill>
                          <a:latin typeface="+mn-lt"/>
                        </a:rPr>
                        <a:t>b0</a:t>
                      </a:r>
                      <a:endParaRPr lang="zh-CN" altLang="en-US" dirty="0">
                        <a:solidFill>
                          <a:schemeClr val="tx1"/>
                        </a:solidFill>
                        <a:latin typeface="+mn-lt"/>
                      </a:endParaRPr>
                    </a:p>
                  </a:txBody>
                  <a:tcPr marL="36000" marR="3600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extLst>
                  <a:ext uri="{0D108BD9-81ED-4DB2-BD59-A6C34878D82A}">
                    <a16:rowId xmlns:a16="http://schemas.microsoft.com/office/drawing/2014/main" val="2539908259"/>
                  </a:ext>
                </a:extLst>
              </a:tr>
            </a:tbl>
          </a:graphicData>
        </a:graphic>
      </p:graphicFrame>
    </p:spTree>
    <p:custDataLst>
      <p:tags r:id="rId1"/>
    </p:custDataLst>
    <p:extLst>
      <p:ext uri="{BB962C8B-B14F-4D97-AF65-F5344CB8AC3E}">
        <p14:creationId xmlns:p14="http://schemas.microsoft.com/office/powerpoint/2010/main" val="2812794261"/>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30" presetClass="entr" presetSubtype="0" fill="hold" grpId="0" nodeType="withEffect">
                                  <p:stCondLst>
                                    <p:cond delay="0"/>
                                  </p:stCondLst>
                                  <p:childTnLst>
                                    <p:set>
                                      <p:cBhvr>
                                        <p:cTn id="6" dur="1" fill="hold">
                                          <p:stCondLst>
                                            <p:cond delay="0"/>
                                          </p:stCondLst>
                                        </p:cTn>
                                        <p:tgtEl>
                                          <p:spTgt spid="48"/>
                                        </p:tgtEl>
                                        <p:attrNameLst>
                                          <p:attrName>style.visibility</p:attrName>
                                        </p:attrNameLst>
                                      </p:cBhvr>
                                      <p:to>
                                        <p:strVal val="visible"/>
                                      </p:to>
                                    </p:set>
                                    <p:animEffect transition="in" filter="fade">
                                      <p:cBhvr>
                                        <p:cTn id="7" dur="800" decel="100000"/>
                                        <p:tgtEl>
                                          <p:spTgt spid="48"/>
                                        </p:tgtEl>
                                      </p:cBhvr>
                                    </p:animEffect>
                                    <p:anim calcmode="lin" valueType="num">
                                      <p:cBhvr>
                                        <p:cTn id="8" dur="800" decel="100000" fill="hold"/>
                                        <p:tgtEl>
                                          <p:spTgt spid="48"/>
                                        </p:tgtEl>
                                        <p:attrNameLst>
                                          <p:attrName>style.rotation</p:attrName>
                                        </p:attrNameLst>
                                      </p:cBhvr>
                                      <p:tavLst>
                                        <p:tav tm="0">
                                          <p:val>
                                            <p:fltVal val="-90"/>
                                          </p:val>
                                        </p:tav>
                                        <p:tav tm="100000">
                                          <p:val>
                                            <p:fltVal val="0"/>
                                          </p:val>
                                        </p:tav>
                                      </p:tavLst>
                                    </p:anim>
                                    <p:anim calcmode="lin" valueType="num">
                                      <p:cBhvr>
                                        <p:cTn id="9" dur="800" decel="100000" fill="hold"/>
                                        <p:tgtEl>
                                          <p:spTgt spid="48"/>
                                        </p:tgtEl>
                                        <p:attrNameLst>
                                          <p:attrName>ppt_x</p:attrName>
                                        </p:attrNameLst>
                                      </p:cBhvr>
                                      <p:tavLst>
                                        <p:tav tm="0">
                                          <p:val>
                                            <p:strVal val="#ppt_x+0.4"/>
                                          </p:val>
                                        </p:tav>
                                        <p:tav tm="100000">
                                          <p:val>
                                            <p:strVal val="#ppt_x-0.05"/>
                                          </p:val>
                                        </p:tav>
                                      </p:tavLst>
                                    </p:anim>
                                    <p:anim calcmode="lin" valueType="num">
                                      <p:cBhvr>
                                        <p:cTn id="10" dur="800" decel="100000" fill="hold"/>
                                        <p:tgtEl>
                                          <p:spTgt spid="48"/>
                                        </p:tgtEl>
                                        <p:attrNameLst>
                                          <p:attrName>ppt_y</p:attrName>
                                        </p:attrNameLst>
                                      </p:cBhvr>
                                      <p:tavLst>
                                        <p:tav tm="0">
                                          <p:val>
                                            <p:strVal val="#ppt_y-0.4"/>
                                          </p:val>
                                        </p:tav>
                                        <p:tav tm="100000">
                                          <p:val>
                                            <p:strVal val="#ppt_y+0.1"/>
                                          </p:val>
                                        </p:tav>
                                      </p:tavLst>
                                    </p:anim>
                                    <p:anim calcmode="lin" valueType="num">
                                      <p:cBhvr>
                                        <p:cTn id="11" dur="200" accel="100000" fill="hold">
                                          <p:stCondLst>
                                            <p:cond delay="800"/>
                                          </p:stCondLst>
                                        </p:cTn>
                                        <p:tgtEl>
                                          <p:spTgt spid="48"/>
                                        </p:tgtEl>
                                        <p:attrNameLst>
                                          <p:attrName>ppt_x</p:attrName>
                                        </p:attrNameLst>
                                      </p:cBhvr>
                                      <p:tavLst>
                                        <p:tav tm="0">
                                          <p:val>
                                            <p:strVal val="#ppt_x-0.05"/>
                                          </p:val>
                                        </p:tav>
                                        <p:tav tm="100000">
                                          <p:val>
                                            <p:strVal val="#ppt_x"/>
                                          </p:val>
                                        </p:tav>
                                      </p:tavLst>
                                    </p:anim>
                                    <p:anim calcmode="lin" valueType="num">
                                      <p:cBhvr>
                                        <p:cTn id="12" dur="200" accel="100000" fill="hold">
                                          <p:stCondLst>
                                            <p:cond delay="800"/>
                                          </p:stCondLst>
                                        </p:cTn>
                                        <p:tgtEl>
                                          <p:spTgt spid="48"/>
                                        </p:tgtEl>
                                        <p:attrNameLst>
                                          <p:attrName>ppt_y</p:attrName>
                                        </p:attrNameLst>
                                      </p:cBhvr>
                                      <p:tavLst>
                                        <p:tav tm="0">
                                          <p:val>
                                            <p:strVal val="#ppt_y+0.1"/>
                                          </p:val>
                                        </p:tav>
                                        <p:tav tm="100000">
                                          <p:val>
                                            <p:strVal val="#ppt_y"/>
                                          </p:val>
                                        </p:tav>
                                      </p:tavLst>
                                    </p:anim>
                                  </p:childTnLst>
                                </p:cTn>
                              </p:par>
                            </p:childTnLst>
                          </p:cTn>
                        </p:par>
                      </p:childTnLst>
                    </p:cTn>
                  </p:par>
                  <p:par>
                    <p:cTn id="13" fill="hold">
                      <p:stCondLst>
                        <p:cond delay="indefinite"/>
                      </p:stCondLst>
                      <p:childTnLst>
                        <p:par>
                          <p:cTn id="14" fill="hold">
                            <p:stCondLst>
                              <p:cond delay="0"/>
                            </p:stCondLst>
                            <p:childTnLst>
                              <p:par>
                                <p:cTn id="15" presetID="22" presetClass="entr" presetSubtype="8" fill="hold" nodeType="clickEffect">
                                  <p:stCondLst>
                                    <p:cond delay="0"/>
                                  </p:stCondLst>
                                  <p:childTnLst>
                                    <p:set>
                                      <p:cBhvr>
                                        <p:cTn id="16" dur="1" fill="hold">
                                          <p:stCondLst>
                                            <p:cond delay="0"/>
                                          </p:stCondLst>
                                        </p:cTn>
                                        <p:tgtEl>
                                          <p:spTgt spid="6"/>
                                        </p:tgtEl>
                                        <p:attrNameLst>
                                          <p:attrName>style.visibility</p:attrName>
                                        </p:attrNameLst>
                                      </p:cBhvr>
                                      <p:to>
                                        <p:strVal val="visible"/>
                                      </p:to>
                                    </p:set>
                                    <p:animEffect transition="in" filter="wipe(left)">
                                      <p:cBhvr>
                                        <p:cTn id="17" dur="2000"/>
                                        <p:tgtEl>
                                          <p:spTgt spid="6"/>
                                        </p:tgtEl>
                                      </p:cBhvr>
                                    </p:animEffect>
                                  </p:childTnLst>
                                </p:cTn>
                              </p:par>
                            </p:childTnLst>
                          </p:cTn>
                        </p:par>
                      </p:childTnLst>
                    </p:cTn>
                  </p:par>
                  <p:par>
                    <p:cTn id="18" fill="hold">
                      <p:stCondLst>
                        <p:cond delay="indefinite"/>
                      </p:stCondLst>
                      <p:childTnLst>
                        <p:par>
                          <p:cTn id="19" fill="hold">
                            <p:stCondLst>
                              <p:cond delay="0"/>
                            </p:stCondLst>
                            <p:childTnLst>
                              <p:par>
                                <p:cTn id="20" presetID="12" presetClass="entr" presetSubtype="4" fill="hold" nodeType="clickEffect">
                                  <p:stCondLst>
                                    <p:cond delay="0"/>
                                  </p:stCondLst>
                                  <p:childTnLst>
                                    <p:set>
                                      <p:cBhvr>
                                        <p:cTn id="21" dur="1" fill="hold">
                                          <p:stCondLst>
                                            <p:cond delay="0"/>
                                          </p:stCondLst>
                                        </p:cTn>
                                        <p:tgtEl>
                                          <p:spTgt spid="8"/>
                                        </p:tgtEl>
                                        <p:attrNameLst>
                                          <p:attrName>style.visibility</p:attrName>
                                        </p:attrNameLst>
                                      </p:cBhvr>
                                      <p:to>
                                        <p:strVal val="visible"/>
                                      </p:to>
                                    </p:set>
                                    <p:anim calcmode="lin" valueType="num">
                                      <p:cBhvr additive="base">
                                        <p:cTn id="22" dur="500"/>
                                        <p:tgtEl>
                                          <p:spTgt spid="8"/>
                                        </p:tgtEl>
                                        <p:attrNameLst>
                                          <p:attrName>ppt_y</p:attrName>
                                        </p:attrNameLst>
                                      </p:cBhvr>
                                      <p:tavLst>
                                        <p:tav tm="0">
                                          <p:val>
                                            <p:strVal val="#ppt_y+#ppt_h*1.125000"/>
                                          </p:val>
                                        </p:tav>
                                        <p:tav tm="100000">
                                          <p:val>
                                            <p:strVal val="#ppt_y"/>
                                          </p:val>
                                        </p:tav>
                                      </p:tavLst>
                                    </p:anim>
                                    <p:animEffect transition="in" filter="wipe(up)">
                                      <p:cBhvr>
                                        <p:cTn id="23" dur="500"/>
                                        <p:tgtEl>
                                          <p:spTgt spid="8"/>
                                        </p:tgtEl>
                                      </p:cBhvr>
                                    </p:animEffect>
                                  </p:childTnLst>
                                </p:cTn>
                              </p:par>
                            </p:childTnLst>
                          </p:cTn>
                        </p:par>
                      </p:childTnLst>
                    </p:cTn>
                  </p:par>
                  <p:par>
                    <p:cTn id="24" fill="hold">
                      <p:stCondLst>
                        <p:cond delay="indefinite"/>
                      </p:stCondLst>
                      <p:childTnLst>
                        <p:par>
                          <p:cTn id="25" fill="hold">
                            <p:stCondLst>
                              <p:cond delay="0"/>
                            </p:stCondLst>
                            <p:childTnLst>
                              <p:par>
                                <p:cTn id="26" presetID="12" presetClass="entr" presetSubtype="4" fill="hold" nodeType="clickEffect">
                                  <p:stCondLst>
                                    <p:cond delay="0"/>
                                  </p:stCondLst>
                                  <p:childTnLst>
                                    <p:set>
                                      <p:cBhvr>
                                        <p:cTn id="27" dur="1" fill="hold">
                                          <p:stCondLst>
                                            <p:cond delay="0"/>
                                          </p:stCondLst>
                                        </p:cTn>
                                        <p:tgtEl>
                                          <p:spTgt spid="31"/>
                                        </p:tgtEl>
                                        <p:attrNameLst>
                                          <p:attrName>style.visibility</p:attrName>
                                        </p:attrNameLst>
                                      </p:cBhvr>
                                      <p:to>
                                        <p:strVal val="visible"/>
                                      </p:to>
                                    </p:set>
                                    <p:anim calcmode="lin" valueType="num">
                                      <p:cBhvr additive="base">
                                        <p:cTn id="28" dur="500"/>
                                        <p:tgtEl>
                                          <p:spTgt spid="31"/>
                                        </p:tgtEl>
                                        <p:attrNameLst>
                                          <p:attrName>ppt_y</p:attrName>
                                        </p:attrNameLst>
                                      </p:cBhvr>
                                      <p:tavLst>
                                        <p:tav tm="0">
                                          <p:val>
                                            <p:strVal val="#ppt_y+#ppt_h*1.125000"/>
                                          </p:val>
                                        </p:tav>
                                        <p:tav tm="100000">
                                          <p:val>
                                            <p:strVal val="#ppt_y"/>
                                          </p:val>
                                        </p:tav>
                                      </p:tavLst>
                                    </p:anim>
                                    <p:animEffect transition="in" filter="wipe(up)">
                                      <p:cBhvr>
                                        <p:cTn id="29" dur="500"/>
                                        <p:tgtEl>
                                          <p:spTgt spid="31"/>
                                        </p:tgtEl>
                                      </p:cBhvr>
                                    </p:animEffect>
                                  </p:childTnLst>
                                </p:cTn>
                              </p:par>
                            </p:childTnLst>
                          </p:cTn>
                        </p:par>
                      </p:childTnLst>
                    </p:cTn>
                  </p:par>
                  <p:par>
                    <p:cTn id="30" fill="hold">
                      <p:stCondLst>
                        <p:cond delay="indefinite"/>
                      </p:stCondLst>
                      <p:childTnLst>
                        <p:par>
                          <p:cTn id="31" fill="hold">
                            <p:stCondLst>
                              <p:cond delay="0"/>
                            </p:stCondLst>
                            <p:childTnLst>
                              <p:par>
                                <p:cTn id="32" presetID="12" presetClass="entr" presetSubtype="4" fill="hold" nodeType="clickEffect">
                                  <p:stCondLst>
                                    <p:cond delay="0"/>
                                  </p:stCondLst>
                                  <p:childTnLst>
                                    <p:set>
                                      <p:cBhvr>
                                        <p:cTn id="33" dur="1" fill="hold">
                                          <p:stCondLst>
                                            <p:cond delay="0"/>
                                          </p:stCondLst>
                                        </p:cTn>
                                        <p:tgtEl>
                                          <p:spTgt spid="32"/>
                                        </p:tgtEl>
                                        <p:attrNameLst>
                                          <p:attrName>style.visibility</p:attrName>
                                        </p:attrNameLst>
                                      </p:cBhvr>
                                      <p:to>
                                        <p:strVal val="visible"/>
                                      </p:to>
                                    </p:set>
                                    <p:anim calcmode="lin" valueType="num">
                                      <p:cBhvr additive="base">
                                        <p:cTn id="34" dur="500"/>
                                        <p:tgtEl>
                                          <p:spTgt spid="32"/>
                                        </p:tgtEl>
                                        <p:attrNameLst>
                                          <p:attrName>ppt_y</p:attrName>
                                        </p:attrNameLst>
                                      </p:cBhvr>
                                      <p:tavLst>
                                        <p:tav tm="0">
                                          <p:val>
                                            <p:strVal val="#ppt_y+#ppt_h*1.125000"/>
                                          </p:val>
                                        </p:tav>
                                        <p:tav tm="100000">
                                          <p:val>
                                            <p:strVal val="#ppt_y"/>
                                          </p:val>
                                        </p:tav>
                                      </p:tavLst>
                                    </p:anim>
                                    <p:animEffect transition="in" filter="wipe(up)">
                                      <p:cBhvr>
                                        <p:cTn id="35" dur="500"/>
                                        <p:tgtEl>
                                          <p:spTgt spid="32"/>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8" grpId="0"/>
    </p:bldLst>
  </p:timing>
</p:sld>
</file>

<file path=ppt/slides/slide26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4" name="íşlïḍè">
            <a:extLst>
              <a:ext uri="{FF2B5EF4-FFF2-40B4-BE49-F238E27FC236}">
                <a16:creationId xmlns:a16="http://schemas.microsoft.com/office/drawing/2014/main" id="{53329D3B-911C-4627-B8CE-76C520B90088}"/>
              </a:ext>
            </a:extLst>
          </p:cNvPr>
          <p:cNvSpPr txBox="1"/>
          <p:nvPr/>
        </p:nvSpPr>
        <p:spPr>
          <a:xfrm>
            <a:off x="535091" y="5077326"/>
            <a:ext cx="1418113" cy="400110"/>
          </a:xfrm>
          <a:prstGeom prst="rect">
            <a:avLst/>
          </a:prstGeom>
          <a:noFill/>
        </p:spPr>
        <p:txBody>
          <a:bodyPr wrap="square" lIns="91440" tIns="45720" rIns="91440" bIns="45720" anchor="ctr">
            <a:noAutofit/>
          </a:bodyPr>
          <a:lstStyle/>
          <a:p>
            <a:r>
              <a:rPr lang="zh-CN" altLang="en-US" b="1" dirty="0">
                <a:latin typeface="Arial Narrow" panose="020B0606020202030204" pitchFamily="34" charset="0"/>
              </a:rPr>
              <a:t>其他表示法</a:t>
            </a:r>
          </a:p>
        </p:txBody>
      </p:sp>
      <p:sp>
        <p:nvSpPr>
          <p:cNvPr id="28" name="íşlïḍè">
            <a:extLst>
              <a:ext uri="{FF2B5EF4-FFF2-40B4-BE49-F238E27FC236}">
                <a16:creationId xmlns:a16="http://schemas.microsoft.com/office/drawing/2014/main" id="{0BF423C5-9361-4AB4-83E1-24146354D89B}"/>
              </a:ext>
            </a:extLst>
          </p:cNvPr>
          <p:cNvSpPr txBox="1"/>
          <p:nvPr/>
        </p:nvSpPr>
        <p:spPr>
          <a:xfrm>
            <a:off x="535091" y="4133383"/>
            <a:ext cx="1418113" cy="400110"/>
          </a:xfrm>
          <a:prstGeom prst="rect">
            <a:avLst/>
          </a:prstGeom>
          <a:noFill/>
        </p:spPr>
        <p:txBody>
          <a:bodyPr wrap="square" lIns="91440" tIns="45720" rIns="91440" bIns="45720" anchor="ctr">
            <a:noAutofit/>
          </a:bodyPr>
          <a:lstStyle/>
          <a:p>
            <a:r>
              <a:rPr lang="zh-CN" altLang="en-US" b="1" dirty="0">
                <a:latin typeface="Arial Narrow" panose="020B0606020202030204" pitchFamily="34" charset="0"/>
              </a:rPr>
              <a:t>标准表示法</a:t>
            </a:r>
          </a:p>
        </p:txBody>
      </p:sp>
      <p:sp>
        <p:nvSpPr>
          <p:cNvPr id="36" name="文本框 35">
            <a:extLst>
              <a:ext uri="{FF2B5EF4-FFF2-40B4-BE49-F238E27FC236}">
                <a16:creationId xmlns:a16="http://schemas.microsoft.com/office/drawing/2014/main" id="{A24F4B07-1074-4407-AC92-A5F6380430D6}"/>
              </a:ext>
            </a:extLst>
          </p:cNvPr>
          <p:cNvSpPr txBox="1"/>
          <p:nvPr/>
        </p:nvSpPr>
        <p:spPr>
          <a:xfrm>
            <a:off x="8398959" y="4148018"/>
            <a:ext cx="3008016" cy="369332"/>
          </a:xfrm>
          <a:prstGeom prst="rect">
            <a:avLst/>
          </a:prstGeom>
          <a:noFill/>
        </p:spPr>
        <p:txBody>
          <a:bodyPr wrap="square" rtlCol="0">
            <a:spAutoFit/>
          </a:bodyPr>
          <a:lstStyle/>
          <a:p>
            <a:r>
              <a:rPr lang="zh-CN" altLang="en-US" b="1" dirty="0">
                <a:latin typeface="Arial Narrow" panose="020B0606020202030204" pitchFamily="34" charset="0"/>
              </a:rPr>
              <a:t>例如：</a:t>
            </a:r>
            <a:r>
              <a:rPr lang="en-US" altLang="zh-CN" b="1" dirty="0">
                <a:latin typeface="Arial Narrow" panose="020B0606020202030204" pitchFamily="34" charset="0"/>
              </a:rPr>
              <a:t>00-0C-CF-93-8C-92</a:t>
            </a:r>
            <a:endParaRPr lang="zh-CN" altLang="en-US" b="1" dirty="0">
              <a:latin typeface="Arial Narrow" panose="020B0606020202030204" pitchFamily="34" charset="0"/>
            </a:endParaRPr>
          </a:p>
        </p:txBody>
      </p:sp>
      <p:sp>
        <p:nvSpPr>
          <p:cNvPr id="37" name="文本框 36">
            <a:extLst>
              <a:ext uri="{FF2B5EF4-FFF2-40B4-BE49-F238E27FC236}">
                <a16:creationId xmlns:a16="http://schemas.microsoft.com/office/drawing/2014/main" id="{AE494F42-49C9-4787-A0B7-FF956132AB9B}"/>
              </a:ext>
            </a:extLst>
          </p:cNvPr>
          <p:cNvSpPr txBox="1"/>
          <p:nvPr/>
        </p:nvSpPr>
        <p:spPr>
          <a:xfrm>
            <a:off x="8398959" y="4981422"/>
            <a:ext cx="3008016" cy="369332"/>
          </a:xfrm>
          <a:prstGeom prst="rect">
            <a:avLst/>
          </a:prstGeom>
          <a:noFill/>
        </p:spPr>
        <p:txBody>
          <a:bodyPr wrap="square" rtlCol="0">
            <a:spAutoFit/>
          </a:bodyPr>
          <a:lstStyle/>
          <a:p>
            <a:r>
              <a:rPr lang="zh-CN" altLang="en-US" b="1" dirty="0">
                <a:latin typeface="Arial Narrow" panose="020B0606020202030204" pitchFamily="34" charset="0"/>
              </a:rPr>
              <a:t>例如：</a:t>
            </a:r>
            <a:r>
              <a:rPr lang="en-US" altLang="zh-CN" b="1" dirty="0">
                <a:latin typeface="Arial Narrow" panose="020B0606020202030204" pitchFamily="34" charset="0"/>
              </a:rPr>
              <a:t>00:0C:CF:93:8C:92</a:t>
            </a:r>
            <a:endParaRPr lang="zh-CN" altLang="en-US" b="1" dirty="0">
              <a:latin typeface="Arial Narrow" panose="020B0606020202030204" pitchFamily="34" charset="0"/>
            </a:endParaRPr>
          </a:p>
        </p:txBody>
      </p:sp>
      <p:sp>
        <p:nvSpPr>
          <p:cNvPr id="38" name="文本框 37">
            <a:extLst>
              <a:ext uri="{FF2B5EF4-FFF2-40B4-BE49-F238E27FC236}">
                <a16:creationId xmlns:a16="http://schemas.microsoft.com/office/drawing/2014/main" id="{FD82FBA7-5A8B-41E2-8CFB-021A29FF1EAB}"/>
              </a:ext>
            </a:extLst>
          </p:cNvPr>
          <p:cNvSpPr txBox="1"/>
          <p:nvPr/>
        </p:nvSpPr>
        <p:spPr>
          <a:xfrm>
            <a:off x="8398959" y="5864894"/>
            <a:ext cx="3008016" cy="369332"/>
          </a:xfrm>
          <a:prstGeom prst="rect">
            <a:avLst/>
          </a:prstGeom>
          <a:noFill/>
        </p:spPr>
        <p:txBody>
          <a:bodyPr wrap="square" rtlCol="0">
            <a:spAutoFit/>
          </a:bodyPr>
          <a:lstStyle/>
          <a:p>
            <a:r>
              <a:rPr lang="zh-CN" altLang="en-US" b="1" dirty="0">
                <a:latin typeface="Arial Narrow" panose="020B0606020202030204" pitchFamily="34" charset="0"/>
              </a:rPr>
              <a:t>例如：</a:t>
            </a:r>
            <a:r>
              <a:rPr lang="en-US" altLang="zh-CN" b="1" dirty="0">
                <a:latin typeface="Arial Narrow" panose="020B0606020202030204" pitchFamily="34" charset="0"/>
              </a:rPr>
              <a:t>000C.CF93.8C92</a:t>
            </a:r>
            <a:endParaRPr lang="zh-CN" altLang="en-US" b="1" dirty="0">
              <a:latin typeface="Arial Narrow" panose="020B0606020202030204" pitchFamily="34" charset="0"/>
            </a:endParaRPr>
          </a:p>
        </p:txBody>
      </p:sp>
      <p:pic>
        <p:nvPicPr>
          <p:cNvPr id="13" name="图片 12" descr="卡通画&#10;&#10;中度可信度描述已自动生成">
            <a:extLst>
              <a:ext uri="{FF2B5EF4-FFF2-40B4-BE49-F238E27FC236}">
                <a16:creationId xmlns:a16="http://schemas.microsoft.com/office/drawing/2014/main" id="{D14CBB49-E010-42DD-A812-F97532815EEE}"/>
              </a:ext>
            </a:extLst>
          </p:cNvPr>
          <p:cNvPicPr>
            <a:picLocks noChangeAspect="1"/>
          </p:cNvPicPr>
          <p:nvPr/>
        </p:nvPicPr>
        <p:blipFill>
          <a:blip r:embed="rId3" cstate="print">
            <a:extLst>
              <a:ext uri="{28A0092B-C50C-407E-A947-70E740481C1C}">
                <a14:useLocalDpi xmlns:a14="http://schemas.microsoft.com/office/drawing/2010/main" val="0"/>
              </a:ext>
            </a:extLst>
          </a:blip>
          <a:stretch>
            <a:fillRect/>
          </a:stretch>
        </p:blipFill>
        <p:spPr>
          <a:xfrm>
            <a:off x="4457462" y="4188737"/>
            <a:ext cx="1015987" cy="278187"/>
          </a:xfrm>
          <a:prstGeom prst="rect">
            <a:avLst/>
          </a:prstGeom>
        </p:spPr>
      </p:pic>
      <p:grpSp>
        <p:nvGrpSpPr>
          <p:cNvPr id="43" name="组合 42">
            <a:extLst>
              <a:ext uri="{FF2B5EF4-FFF2-40B4-BE49-F238E27FC236}">
                <a16:creationId xmlns:a16="http://schemas.microsoft.com/office/drawing/2014/main" id="{D026F383-5F41-42D2-B8CB-0892787045B6}"/>
              </a:ext>
            </a:extLst>
          </p:cNvPr>
          <p:cNvGrpSpPr/>
          <p:nvPr/>
        </p:nvGrpSpPr>
        <p:grpSpPr>
          <a:xfrm>
            <a:off x="4647170" y="4751669"/>
            <a:ext cx="3246308" cy="828849"/>
            <a:chOff x="4647170" y="4751669"/>
            <a:chExt cx="3246308" cy="828849"/>
          </a:xfrm>
        </p:grpSpPr>
        <p:pic>
          <p:nvPicPr>
            <p:cNvPr id="25" name="图片 24" descr="卡通画&#10;&#10;描述已自动生成">
              <a:extLst>
                <a:ext uri="{FF2B5EF4-FFF2-40B4-BE49-F238E27FC236}">
                  <a16:creationId xmlns:a16="http://schemas.microsoft.com/office/drawing/2014/main" id="{E4710AB5-3C84-4FBF-820A-CE7B62556F6D}"/>
                </a:ext>
              </a:extLst>
            </p:cNvPr>
            <p:cNvPicPr>
              <a:picLocks noChangeAspect="1"/>
            </p:cNvPicPr>
            <p:nvPr/>
          </p:nvPicPr>
          <p:blipFill>
            <a:blip r:embed="rId4" cstate="print">
              <a:clrChange>
                <a:clrFrom>
                  <a:srgbClr val="F2F2F2"/>
                </a:clrFrom>
                <a:clrTo>
                  <a:srgbClr val="F2F2F2">
                    <a:alpha val="0"/>
                  </a:srgbClr>
                </a:clrTo>
              </a:clrChange>
              <a:extLst>
                <a:ext uri="{28A0092B-C50C-407E-A947-70E740481C1C}">
                  <a14:useLocalDpi xmlns:a14="http://schemas.microsoft.com/office/drawing/2010/main" val="0"/>
                </a:ext>
              </a:extLst>
            </a:blip>
            <a:stretch>
              <a:fillRect/>
            </a:stretch>
          </p:blipFill>
          <p:spPr>
            <a:xfrm>
              <a:off x="4647170" y="4766951"/>
              <a:ext cx="552342" cy="798275"/>
            </a:xfrm>
            <a:prstGeom prst="rect">
              <a:avLst/>
            </a:prstGeom>
          </p:spPr>
        </p:pic>
        <p:pic>
          <p:nvPicPr>
            <p:cNvPr id="40" name="图片 39" descr="卡通画&#10;&#10;描述已自动生成">
              <a:extLst>
                <a:ext uri="{FF2B5EF4-FFF2-40B4-BE49-F238E27FC236}">
                  <a16:creationId xmlns:a16="http://schemas.microsoft.com/office/drawing/2014/main" id="{3E20F2BB-794A-4440-900B-3DF8B72EDFE3}"/>
                </a:ext>
              </a:extLst>
            </p:cNvPr>
            <p:cNvPicPr>
              <a:picLocks noChangeAspect="1"/>
            </p:cNvPicPr>
            <p:nvPr/>
          </p:nvPicPr>
          <p:blipFill>
            <a:blip r:embed="rId5" cstate="print">
              <a:clrChange>
                <a:clrFrom>
                  <a:srgbClr val="FEFEFE"/>
                </a:clrFrom>
                <a:clrTo>
                  <a:srgbClr val="FEFEFE">
                    <a:alpha val="0"/>
                  </a:srgbClr>
                </a:clrTo>
              </a:clrChange>
              <a:extLst>
                <a:ext uri="{28A0092B-C50C-407E-A947-70E740481C1C}">
                  <a14:useLocalDpi xmlns:a14="http://schemas.microsoft.com/office/drawing/2010/main" val="0"/>
                </a:ext>
              </a:extLst>
            </a:blip>
            <a:stretch>
              <a:fillRect/>
            </a:stretch>
          </p:blipFill>
          <p:spPr>
            <a:xfrm>
              <a:off x="6839815" y="4872553"/>
              <a:ext cx="1053663" cy="494959"/>
            </a:xfrm>
            <a:prstGeom prst="rect">
              <a:avLst/>
            </a:prstGeom>
          </p:spPr>
        </p:pic>
        <p:pic>
          <p:nvPicPr>
            <p:cNvPr id="42" name="图片 41" descr="图标&#10;&#10;描述已自动生成">
              <a:extLst>
                <a:ext uri="{FF2B5EF4-FFF2-40B4-BE49-F238E27FC236}">
                  <a16:creationId xmlns:a16="http://schemas.microsoft.com/office/drawing/2014/main" id="{E339384E-2686-44CE-A78B-3645BB33E08E}"/>
                </a:ext>
              </a:extLst>
            </p:cNvPr>
            <p:cNvPicPr>
              <a:picLocks noChangeAspect="1"/>
            </p:cNvPicPr>
            <p:nvPr/>
          </p:nvPicPr>
          <p:blipFill>
            <a:blip r:embed="rId6">
              <a:clrChange>
                <a:clrFrom>
                  <a:srgbClr val="FFFFFD"/>
                </a:clrFrom>
                <a:clrTo>
                  <a:srgbClr val="FFFFFD">
                    <a:alpha val="0"/>
                  </a:srgbClr>
                </a:clrTo>
              </a:clrChange>
              <a:extLst>
                <a:ext uri="{28A0092B-C50C-407E-A947-70E740481C1C}">
                  <a14:useLocalDpi xmlns:a14="http://schemas.microsoft.com/office/drawing/2010/main" val="0"/>
                </a:ext>
              </a:extLst>
            </a:blip>
            <a:stretch>
              <a:fillRect/>
            </a:stretch>
          </p:blipFill>
          <p:spPr>
            <a:xfrm>
              <a:off x="5696908" y="4751669"/>
              <a:ext cx="811338" cy="828849"/>
            </a:xfrm>
            <a:prstGeom prst="rect">
              <a:avLst/>
            </a:prstGeom>
          </p:spPr>
        </p:pic>
      </p:grpSp>
      <p:sp>
        <p:nvSpPr>
          <p:cNvPr id="44" name="矩形 43">
            <a:extLst>
              <a:ext uri="{FF2B5EF4-FFF2-40B4-BE49-F238E27FC236}">
                <a16:creationId xmlns:a16="http://schemas.microsoft.com/office/drawing/2014/main" id="{FBF709B7-77DE-4AC5-AABD-675F0D390763}"/>
              </a:ext>
            </a:extLst>
          </p:cNvPr>
          <p:cNvSpPr/>
          <p:nvPr/>
        </p:nvSpPr>
        <p:spPr>
          <a:xfrm>
            <a:off x="4470616" y="5874429"/>
            <a:ext cx="2726172" cy="359797"/>
          </a:xfrm>
          <a:prstGeom prst="rect">
            <a:avLst/>
          </a:prstGeom>
          <a:solidFill>
            <a:schemeClr val="accent3"/>
          </a:solidFill>
          <a:ln>
            <a:solidFill>
              <a:schemeClr val="accent3"/>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CN" b="1" dirty="0">
                <a:latin typeface="Arial Narrow" panose="020B0606020202030204" pitchFamily="34" charset="0"/>
              </a:rPr>
              <a:t>Packet Tracer </a:t>
            </a:r>
            <a:r>
              <a:rPr lang="zh-CN" altLang="en-US" b="1" dirty="0">
                <a:latin typeface="Arial Narrow" panose="020B0606020202030204" pitchFamily="34" charset="0"/>
              </a:rPr>
              <a:t>仿真软件</a:t>
            </a:r>
          </a:p>
        </p:txBody>
      </p:sp>
      <p:graphicFrame>
        <p:nvGraphicFramePr>
          <p:cNvPr id="8" name="表格 8">
            <a:extLst>
              <a:ext uri="{FF2B5EF4-FFF2-40B4-BE49-F238E27FC236}">
                <a16:creationId xmlns:a16="http://schemas.microsoft.com/office/drawing/2014/main" id="{CD520B47-EE80-4B67-9B6F-48162B23B33C}"/>
              </a:ext>
            </a:extLst>
          </p:cNvPr>
          <p:cNvGraphicFramePr>
            <a:graphicFrameLocks noGrp="1"/>
          </p:cNvGraphicFramePr>
          <p:nvPr/>
        </p:nvGraphicFramePr>
        <p:xfrm>
          <a:off x="1806506" y="2672329"/>
          <a:ext cx="9936690" cy="370840"/>
        </p:xfrm>
        <a:graphic>
          <a:graphicData uri="http://schemas.openxmlformats.org/drawingml/2006/table">
            <a:tbl>
              <a:tblPr firstRow="1" bandRow="1">
                <a:tableStyleId>{5C22544A-7EE6-4342-B048-85BDC9FD1C3A}</a:tableStyleId>
              </a:tblPr>
              <a:tblGrid>
                <a:gridCol w="2460693">
                  <a:extLst>
                    <a:ext uri="{9D8B030D-6E8A-4147-A177-3AD203B41FA5}">
                      <a16:colId xmlns:a16="http://schemas.microsoft.com/office/drawing/2014/main" val="2117429894"/>
                    </a:ext>
                  </a:extLst>
                </a:gridCol>
                <a:gridCol w="5019040">
                  <a:extLst>
                    <a:ext uri="{9D8B030D-6E8A-4147-A177-3AD203B41FA5}">
                      <a16:colId xmlns:a16="http://schemas.microsoft.com/office/drawing/2014/main" val="989804778"/>
                    </a:ext>
                  </a:extLst>
                </a:gridCol>
                <a:gridCol w="2456957">
                  <a:extLst>
                    <a:ext uri="{9D8B030D-6E8A-4147-A177-3AD203B41FA5}">
                      <a16:colId xmlns:a16="http://schemas.microsoft.com/office/drawing/2014/main" val="293011856"/>
                    </a:ext>
                  </a:extLst>
                </a:gridCol>
              </a:tblGrid>
              <a:tr h="370840">
                <a:tc>
                  <a:txBody>
                    <a:bodyPr/>
                    <a:lstStyle/>
                    <a:p>
                      <a:pPr algn="ctr"/>
                      <a:r>
                        <a:rPr lang="zh-CN" altLang="en-US" dirty="0">
                          <a:solidFill>
                            <a:schemeClr val="tx1"/>
                          </a:solidFill>
                          <a:latin typeface="Arial Narrow" panose="020B0606020202030204" pitchFamily="34" charset="0"/>
                          <a:ea typeface="+mn-ea"/>
                        </a:rPr>
                        <a:t>第</a:t>
                      </a:r>
                      <a:r>
                        <a:rPr lang="en-US" altLang="zh-CN" dirty="0">
                          <a:solidFill>
                            <a:schemeClr val="tx1"/>
                          </a:solidFill>
                          <a:latin typeface="Arial Narrow" panose="020B0606020202030204" pitchFamily="34" charset="0"/>
                          <a:ea typeface="+mn-ea"/>
                        </a:rPr>
                        <a:t>1</a:t>
                      </a:r>
                      <a:r>
                        <a:rPr lang="zh-CN" altLang="en-US" dirty="0">
                          <a:solidFill>
                            <a:schemeClr val="tx1"/>
                          </a:solidFill>
                          <a:latin typeface="Arial Narrow" panose="020B0606020202030204" pitchFamily="34" charset="0"/>
                          <a:ea typeface="+mn-ea"/>
                        </a:rPr>
                        <a:t>字节</a:t>
                      </a: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ctr"/>
                      <a:r>
                        <a:rPr lang="zh-CN" altLang="en-US" dirty="0">
                          <a:solidFill>
                            <a:schemeClr val="tx1"/>
                          </a:solidFill>
                          <a:latin typeface="Arial Narrow" panose="020B0606020202030204" pitchFamily="34" charset="0"/>
                          <a:ea typeface="+mn-ea"/>
                        </a:rPr>
                        <a:t>第</a:t>
                      </a:r>
                      <a:r>
                        <a:rPr lang="en-US" altLang="zh-CN" dirty="0">
                          <a:solidFill>
                            <a:schemeClr val="tx1"/>
                          </a:solidFill>
                          <a:latin typeface="Arial Narrow" panose="020B0606020202030204" pitchFamily="34" charset="0"/>
                          <a:ea typeface="+mn-ea"/>
                        </a:rPr>
                        <a:t>2~5</a:t>
                      </a:r>
                      <a:r>
                        <a:rPr lang="zh-CN" altLang="en-US" dirty="0">
                          <a:solidFill>
                            <a:schemeClr val="tx1"/>
                          </a:solidFill>
                          <a:latin typeface="Arial Narrow" panose="020B0606020202030204" pitchFamily="34" charset="0"/>
                          <a:ea typeface="+mn-ea"/>
                        </a:rPr>
                        <a:t>字节</a:t>
                      </a: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ctr"/>
                      <a:r>
                        <a:rPr lang="zh-CN" altLang="en-US" dirty="0">
                          <a:solidFill>
                            <a:schemeClr val="tx1"/>
                          </a:solidFill>
                          <a:latin typeface="Arial Narrow" panose="020B0606020202030204" pitchFamily="34" charset="0"/>
                          <a:ea typeface="+mn-ea"/>
                        </a:rPr>
                        <a:t>第</a:t>
                      </a:r>
                      <a:r>
                        <a:rPr lang="en-US" altLang="zh-CN" dirty="0">
                          <a:solidFill>
                            <a:schemeClr val="tx1"/>
                          </a:solidFill>
                          <a:latin typeface="Arial Narrow" panose="020B0606020202030204" pitchFamily="34" charset="0"/>
                          <a:ea typeface="+mn-ea"/>
                        </a:rPr>
                        <a:t>6</a:t>
                      </a:r>
                      <a:r>
                        <a:rPr lang="zh-CN" altLang="en-US" dirty="0">
                          <a:solidFill>
                            <a:schemeClr val="tx1"/>
                          </a:solidFill>
                          <a:latin typeface="Arial Narrow" panose="020B0606020202030204" pitchFamily="34" charset="0"/>
                          <a:ea typeface="+mn-ea"/>
                        </a:rPr>
                        <a:t>字节</a:t>
                      </a: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extLst>
                  <a:ext uri="{0D108BD9-81ED-4DB2-BD59-A6C34878D82A}">
                    <a16:rowId xmlns:a16="http://schemas.microsoft.com/office/drawing/2014/main" val="3761746479"/>
                  </a:ext>
                </a:extLst>
              </a:tr>
            </a:tbl>
          </a:graphicData>
        </a:graphic>
      </p:graphicFrame>
      <p:grpSp>
        <p:nvGrpSpPr>
          <p:cNvPr id="4" name="组合 3">
            <a:extLst>
              <a:ext uri="{FF2B5EF4-FFF2-40B4-BE49-F238E27FC236}">
                <a16:creationId xmlns:a16="http://schemas.microsoft.com/office/drawing/2014/main" id="{9A1EA9F2-FCB6-48C3-935F-7AE7E3AD14AC}"/>
              </a:ext>
            </a:extLst>
          </p:cNvPr>
          <p:cNvGrpSpPr/>
          <p:nvPr/>
        </p:nvGrpSpPr>
        <p:grpSpPr>
          <a:xfrm>
            <a:off x="304799" y="749300"/>
            <a:ext cx="6192345" cy="400110"/>
            <a:chOff x="424116" y="898245"/>
            <a:chExt cx="6192345" cy="400110"/>
          </a:xfrm>
        </p:grpSpPr>
        <p:sp>
          <p:nvSpPr>
            <p:cNvPr id="2" name="平行四边形 1">
              <a:extLst>
                <a:ext uri="{FF2B5EF4-FFF2-40B4-BE49-F238E27FC236}">
                  <a16:creationId xmlns:a16="http://schemas.microsoft.com/office/drawing/2014/main" id="{1F5BAA3F-9845-4F89-A2DD-8222D3E4EDAC}"/>
                </a:ext>
              </a:extLst>
            </p:cNvPr>
            <p:cNvSpPr/>
            <p:nvPr/>
          </p:nvSpPr>
          <p:spPr>
            <a:xfrm>
              <a:off x="424116" y="898245"/>
              <a:ext cx="695119" cy="387090"/>
            </a:xfrm>
            <a:prstGeom prst="parallelogram">
              <a:avLst/>
            </a:prstGeom>
            <a:solidFill>
              <a:schemeClr val="accent3">
                <a:lumMod val="75000"/>
              </a:schemeClr>
            </a:solidFill>
            <a:ln>
              <a:solidFill>
                <a:schemeClr val="accent3">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CN" sz="2200" dirty="0">
                  <a:latin typeface="Impact" panose="020B0806030902050204" pitchFamily="34" charset="0"/>
                </a:rPr>
                <a:t>02</a:t>
              </a:r>
              <a:endParaRPr lang="zh-CN" altLang="en-US" sz="2200" dirty="0">
                <a:latin typeface="Impact" panose="020B0806030902050204" pitchFamily="34" charset="0"/>
              </a:endParaRPr>
            </a:p>
          </p:txBody>
        </p:sp>
        <p:sp>
          <p:nvSpPr>
            <p:cNvPr id="3" name="文本框 2">
              <a:extLst>
                <a:ext uri="{FF2B5EF4-FFF2-40B4-BE49-F238E27FC236}">
                  <a16:creationId xmlns:a16="http://schemas.microsoft.com/office/drawing/2014/main" id="{4D6BD736-A4D3-4F26-AFED-36E11F50F70B}"/>
                </a:ext>
              </a:extLst>
            </p:cNvPr>
            <p:cNvSpPr txBox="1"/>
            <p:nvPr/>
          </p:nvSpPr>
          <p:spPr>
            <a:xfrm>
              <a:off x="1119235" y="898245"/>
              <a:ext cx="5497226" cy="400110"/>
            </a:xfrm>
            <a:prstGeom prst="rect">
              <a:avLst/>
            </a:prstGeom>
            <a:noFill/>
          </p:spPr>
          <p:txBody>
            <a:bodyPr wrap="square" rtlCol="0">
              <a:spAutoFit/>
            </a:bodyPr>
            <a:lstStyle/>
            <a:p>
              <a:r>
                <a:rPr lang="en-US" altLang="zh-CN" sz="2000" b="1" dirty="0"/>
                <a:t>MAC</a:t>
              </a:r>
              <a:r>
                <a:rPr lang="zh-CN" altLang="en-US" sz="2000" b="1" dirty="0"/>
                <a:t>地址</a:t>
              </a:r>
            </a:p>
          </p:txBody>
        </p:sp>
      </p:grpSp>
      <p:sp>
        <p:nvSpPr>
          <p:cNvPr id="48" name="íşlïḍè">
            <a:extLst>
              <a:ext uri="{FF2B5EF4-FFF2-40B4-BE49-F238E27FC236}">
                <a16:creationId xmlns:a16="http://schemas.microsoft.com/office/drawing/2014/main" id="{3A8ED235-C46A-40A6-B687-AE21B4C08B05}"/>
              </a:ext>
            </a:extLst>
          </p:cNvPr>
          <p:cNvSpPr txBox="1"/>
          <p:nvPr/>
        </p:nvSpPr>
        <p:spPr>
          <a:xfrm>
            <a:off x="4470616" y="1096786"/>
            <a:ext cx="3263923" cy="400110"/>
          </a:xfrm>
          <a:prstGeom prst="rect">
            <a:avLst/>
          </a:prstGeom>
          <a:noFill/>
        </p:spPr>
        <p:txBody>
          <a:bodyPr wrap="square" lIns="91440" tIns="45720" rIns="91440" bIns="45720" anchor="ctr">
            <a:noAutofit/>
          </a:bodyPr>
          <a:lstStyle/>
          <a:p>
            <a:pPr algn="ctr"/>
            <a:r>
              <a:rPr lang="en-US" altLang="zh-CN" b="1" dirty="0">
                <a:solidFill>
                  <a:schemeClr val="accent3">
                    <a:lumMod val="75000"/>
                  </a:schemeClr>
                </a:solidFill>
                <a:latin typeface="Arial Narrow" panose="020B0606020202030204" pitchFamily="34" charset="0"/>
              </a:rPr>
              <a:t>IEEE 802</a:t>
            </a:r>
            <a:r>
              <a:rPr lang="zh-CN" altLang="en-US" b="1" dirty="0">
                <a:solidFill>
                  <a:schemeClr val="accent3">
                    <a:lumMod val="75000"/>
                  </a:schemeClr>
                </a:solidFill>
                <a:latin typeface="Arial Narrow" panose="020B0606020202030204" pitchFamily="34" charset="0"/>
              </a:rPr>
              <a:t>局域网的</a:t>
            </a:r>
            <a:r>
              <a:rPr lang="en-US" altLang="zh-CN" b="1" dirty="0">
                <a:solidFill>
                  <a:schemeClr val="accent3">
                    <a:lumMod val="75000"/>
                  </a:schemeClr>
                </a:solidFill>
                <a:latin typeface="Arial Narrow" panose="020B0606020202030204" pitchFamily="34" charset="0"/>
              </a:rPr>
              <a:t>MAC</a:t>
            </a:r>
            <a:r>
              <a:rPr lang="zh-CN" altLang="en-US" b="1" dirty="0">
                <a:solidFill>
                  <a:schemeClr val="accent3">
                    <a:lumMod val="75000"/>
                  </a:schemeClr>
                </a:solidFill>
                <a:latin typeface="Arial Narrow" panose="020B0606020202030204" pitchFamily="34" charset="0"/>
              </a:rPr>
              <a:t>地址格式</a:t>
            </a:r>
          </a:p>
        </p:txBody>
      </p:sp>
      <p:graphicFrame>
        <p:nvGraphicFramePr>
          <p:cNvPr id="6" name="表格 6">
            <a:extLst>
              <a:ext uri="{FF2B5EF4-FFF2-40B4-BE49-F238E27FC236}">
                <a16:creationId xmlns:a16="http://schemas.microsoft.com/office/drawing/2014/main" id="{1A48AF6F-3A40-41AE-8302-66596AA26EC7}"/>
              </a:ext>
            </a:extLst>
          </p:cNvPr>
          <p:cNvGraphicFramePr>
            <a:graphicFrameLocks noGrp="1"/>
          </p:cNvGraphicFramePr>
          <p:nvPr/>
        </p:nvGraphicFramePr>
        <p:xfrm>
          <a:off x="1806506" y="3043169"/>
          <a:ext cx="9936688" cy="370840"/>
        </p:xfrm>
        <a:graphic>
          <a:graphicData uri="http://schemas.openxmlformats.org/drawingml/2006/table">
            <a:tbl>
              <a:tblPr firstRow="1" bandRow="1">
                <a:tableStyleId>{5C22544A-7EE6-4342-B048-85BDC9FD1C3A}</a:tableStyleId>
              </a:tblPr>
              <a:tblGrid>
                <a:gridCol w="307365">
                  <a:extLst>
                    <a:ext uri="{9D8B030D-6E8A-4147-A177-3AD203B41FA5}">
                      <a16:colId xmlns:a16="http://schemas.microsoft.com/office/drawing/2014/main" val="3978522098"/>
                    </a:ext>
                  </a:extLst>
                </a:gridCol>
                <a:gridCol w="307365">
                  <a:extLst>
                    <a:ext uri="{9D8B030D-6E8A-4147-A177-3AD203B41FA5}">
                      <a16:colId xmlns:a16="http://schemas.microsoft.com/office/drawing/2014/main" val="849717532"/>
                    </a:ext>
                  </a:extLst>
                </a:gridCol>
                <a:gridCol w="307365">
                  <a:extLst>
                    <a:ext uri="{9D8B030D-6E8A-4147-A177-3AD203B41FA5}">
                      <a16:colId xmlns:a16="http://schemas.microsoft.com/office/drawing/2014/main" val="2142942144"/>
                    </a:ext>
                  </a:extLst>
                </a:gridCol>
                <a:gridCol w="307365">
                  <a:extLst>
                    <a:ext uri="{9D8B030D-6E8A-4147-A177-3AD203B41FA5}">
                      <a16:colId xmlns:a16="http://schemas.microsoft.com/office/drawing/2014/main" val="874826259"/>
                    </a:ext>
                  </a:extLst>
                </a:gridCol>
                <a:gridCol w="307365">
                  <a:extLst>
                    <a:ext uri="{9D8B030D-6E8A-4147-A177-3AD203B41FA5}">
                      <a16:colId xmlns:a16="http://schemas.microsoft.com/office/drawing/2014/main" val="2199175047"/>
                    </a:ext>
                  </a:extLst>
                </a:gridCol>
                <a:gridCol w="307365">
                  <a:extLst>
                    <a:ext uri="{9D8B030D-6E8A-4147-A177-3AD203B41FA5}">
                      <a16:colId xmlns:a16="http://schemas.microsoft.com/office/drawing/2014/main" val="4096098212"/>
                    </a:ext>
                  </a:extLst>
                </a:gridCol>
                <a:gridCol w="307365">
                  <a:extLst>
                    <a:ext uri="{9D8B030D-6E8A-4147-A177-3AD203B41FA5}">
                      <a16:colId xmlns:a16="http://schemas.microsoft.com/office/drawing/2014/main" val="3161922733"/>
                    </a:ext>
                  </a:extLst>
                </a:gridCol>
                <a:gridCol w="307365">
                  <a:extLst>
                    <a:ext uri="{9D8B030D-6E8A-4147-A177-3AD203B41FA5}">
                      <a16:colId xmlns:a16="http://schemas.microsoft.com/office/drawing/2014/main" val="1896170140"/>
                    </a:ext>
                  </a:extLst>
                </a:gridCol>
                <a:gridCol w="5019040">
                  <a:extLst>
                    <a:ext uri="{9D8B030D-6E8A-4147-A177-3AD203B41FA5}">
                      <a16:colId xmlns:a16="http://schemas.microsoft.com/office/drawing/2014/main" val="1832502197"/>
                    </a:ext>
                  </a:extLst>
                </a:gridCol>
                <a:gridCol w="307341">
                  <a:extLst>
                    <a:ext uri="{9D8B030D-6E8A-4147-A177-3AD203B41FA5}">
                      <a16:colId xmlns:a16="http://schemas.microsoft.com/office/drawing/2014/main" val="3285941259"/>
                    </a:ext>
                  </a:extLst>
                </a:gridCol>
                <a:gridCol w="307341">
                  <a:extLst>
                    <a:ext uri="{9D8B030D-6E8A-4147-A177-3AD203B41FA5}">
                      <a16:colId xmlns:a16="http://schemas.microsoft.com/office/drawing/2014/main" val="1296972243"/>
                    </a:ext>
                  </a:extLst>
                </a:gridCol>
                <a:gridCol w="307341">
                  <a:extLst>
                    <a:ext uri="{9D8B030D-6E8A-4147-A177-3AD203B41FA5}">
                      <a16:colId xmlns:a16="http://schemas.microsoft.com/office/drawing/2014/main" val="4187490853"/>
                    </a:ext>
                  </a:extLst>
                </a:gridCol>
                <a:gridCol w="307341">
                  <a:extLst>
                    <a:ext uri="{9D8B030D-6E8A-4147-A177-3AD203B41FA5}">
                      <a16:colId xmlns:a16="http://schemas.microsoft.com/office/drawing/2014/main" val="837431734"/>
                    </a:ext>
                  </a:extLst>
                </a:gridCol>
                <a:gridCol w="307341">
                  <a:extLst>
                    <a:ext uri="{9D8B030D-6E8A-4147-A177-3AD203B41FA5}">
                      <a16:colId xmlns:a16="http://schemas.microsoft.com/office/drawing/2014/main" val="880851581"/>
                    </a:ext>
                  </a:extLst>
                </a:gridCol>
                <a:gridCol w="307341">
                  <a:extLst>
                    <a:ext uri="{9D8B030D-6E8A-4147-A177-3AD203B41FA5}">
                      <a16:colId xmlns:a16="http://schemas.microsoft.com/office/drawing/2014/main" val="2388368653"/>
                    </a:ext>
                  </a:extLst>
                </a:gridCol>
                <a:gridCol w="307341">
                  <a:extLst>
                    <a:ext uri="{9D8B030D-6E8A-4147-A177-3AD203B41FA5}">
                      <a16:colId xmlns:a16="http://schemas.microsoft.com/office/drawing/2014/main" val="239311804"/>
                    </a:ext>
                  </a:extLst>
                </a:gridCol>
                <a:gridCol w="307341">
                  <a:extLst>
                    <a:ext uri="{9D8B030D-6E8A-4147-A177-3AD203B41FA5}">
                      <a16:colId xmlns:a16="http://schemas.microsoft.com/office/drawing/2014/main" val="450227044"/>
                    </a:ext>
                  </a:extLst>
                </a:gridCol>
              </a:tblGrid>
              <a:tr h="370840">
                <a:tc>
                  <a:txBody>
                    <a:bodyPr/>
                    <a:lstStyle/>
                    <a:p>
                      <a:pPr algn="ctr"/>
                      <a:r>
                        <a:rPr lang="en-US" altLang="zh-CN" dirty="0">
                          <a:solidFill>
                            <a:schemeClr val="tx1"/>
                          </a:solidFill>
                          <a:latin typeface="+mn-lt"/>
                        </a:rPr>
                        <a:t>b7</a:t>
                      </a:r>
                      <a:endParaRPr lang="zh-CN" altLang="en-US" dirty="0">
                        <a:solidFill>
                          <a:schemeClr val="tx1"/>
                        </a:solidFill>
                        <a:latin typeface="+mn-lt"/>
                      </a:endParaRPr>
                    </a:p>
                  </a:txBody>
                  <a:tcPr marL="36000" marR="3600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ctr"/>
                      <a:r>
                        <a:rPr lang="en-US" altLang="zh-CN" dirty="0">
                          <a:solidFill>
                            <a:schemeClr val="tx1"/>
                          </a:solidFill>
                          <a:latin typeface="+mn-lt"/>
                        </a:rPr>
                        <a:t>b6</a:t>
                      </a:r>
                      <a:endParaRPr lang="zh-CN" altLang="en-US" dirty="0">
                        <a:solidFill>
                          <a:schemeClr val="tx1"/>
                        </a:solidFill>
                        <a:latin typeface="+mn-lt"/>
                      </a:endParaRPr>
                    </a:p>
                  </a:txBody>
                  <a:tcPr marL="36000" marR="3600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ctr"/>
                      <a:r>
                        <a:rPr lang="en-US" altLang="zh-CN" dirty="0">
                          <a:solidFill>
                            <a:schemeClr val="tx1"/>
                          </a:solidFill>
                          <a:latin typeface="+mn-lt"/>
                        </a:rPr>
                        <a:t>b5</a:t>
                      </a:r>
                      <a:endParaRPr lang="zh-CN" altLang="en-US" dirty="0">
                        <a:solidFill>
                          <a:schemeClr val="tx1"/>
                        </a:solidFill>
                        <a:latin typeface="+mn-lt"/>
                      </a:endParaRPr>
                    </a:p>
                  </a:txBody>
                  <a:tcPr marL="36000" marR="3600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ctr"/>
                      <a:r>
                        <a:rPr lang="en-US" altLang="zh-CN" dirty="0">
                          <a:solidFill>
                            <a:schemeClr val="tx1"/>
                          </a:solidFill>
                          <a:latin typeface="+mn-lt"/>
                        </a:rPr>
                        <a:t>b4</a:t>
                      </a:r>
                      <a:endParaRPr lang="zh-CN" altLang="en-US" dirty="0">
                        <a:solidFill>
                          <a:schemeClr val="tx1"/>
                        </a:solidFill>
                        <a:latin typeface="+mn-lt"/>
                      </a:endParaRPr>
                    </a:p>
                  </a:txBody>
                  <a:tcPr marL="36000" marR="3600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ctr"/>
                      <a:r>
                        <a:rPr lang="en-US" altLang="zh-CN" dirty="0">
                          <a:solidFill>
                            <a:schemeClr val="tx1"/>
                          </a:solidFill>
                          <a:latin typeface="+mn-lt"/>
                        </a:rPr>
                        <a:t>b3</a:t>
                      </a:r>
                      <a:endParaRPr lang="zh-CN" altLang="en-US" dirty="0">
                        <a:solidFill>
                          <a:schemeClr val="tx1"/>
                        </a:solidFill>
                        <a:latin typeface="+mn-lt"/>
                      </a:endParaRPr>
                    </a:p>
                  </a:txBody>
                  <a:tcPr marL="36000" marR="3600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ctr"/>
                      <a:r>
                        <a:rPr lang="en-US" altLang="zh-CN" dirty="0">
                          <a:solidFill>
                            <a:schemeClr val="tx1"/>
                          </a:solidFill>
                          <a:latin typeface="+mn-lt"/>
                        </a:rPr>
                        <a:t>b2</a:t>
                      </a:r>
                      <a:endParaRPr lang="zh-CN" altLang="en-US" dirty="0">
                        <a:solidFill>
                          <a:schemeClr val="tx1"/>
                        </a:solidFill>
                        <a:latin typeface="+mn-lt"/>
                      </a:endParaRPr>
                    </a:p>
                  </a:txBody>
                  <a:tcPr marL="36000" marR="3600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ctr"/>
                      <a:r>
                        <a:rPr lang="en-US" altLang="zh-CN" dirty="0">
                          <a:solidFill>
                            <a:schemeClr val="tx1"/>
                          </a:solidFill>
                          <a:latin typeface="+mn-lt"/>
                        </a:rPr>
                        <a:t>b1</a:t>
                      </a:r>
                      <a:endParaRPr lang="zh-CN" altLang="en-US" dirty="0">
                        <a:solidFill>
                          <a:schemeClr val="tx1"/>
                        </a:solidFill>
                        <a:latin typeface="+mn-lt"/>
                      </a:endParaRPr>
                    </a:p>
                  </a:txBody>
                  <a:tcPr marL="36000" marR="3600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ctr"/>
                      <a:r>
                        <a:rPr lang="en-US" altLang="zh-CN" dirty="0">
                          <a:solidFill>
                            <a:schemeClr val="tx1"/>
                          </a:solidFill>
                          <a:latin typeface="+mn-lt"/>
                        </a:rPr>
                        <a:t>b0</a:t>
                      </a:r>
                      <a:endParaRPr lang="zh-CN" altLang="en-US" dirty="0">
                        <a:solidFill>
                          <a:schemeClr val="tx1"/>
                        </a:solidFill>
                        <a:latin typeface="+mn-lt"/>
                      </a:endParaRPr>
                    </a:p>
                  </a:txBody>
                  <a:tcPr marL="36000" marR="3600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ctr"/>
                      <a:r>
                        <a:rPr lang="en-US" altLang="zh-CN" dirty="0">
                          <a:solidFill>
                            <a:schemeClr val="tx1"/>
                          </a:solidFill>
                          <a:latin typeface="新宋体" panose="02010609030101010101" pitchFamily="49" charset="-122"/>
                          <a:ea typeface="新宋体" panose="02010609030101010101" pitchFamily="49" charset="-122"/>
                          <a:cs typeface="Times New Roman" panose="02020603050405020304" pitchFamily="18" charset="0"/>
                        </a:rPr>
                        <a:t>……</a:t>
                      </a:r>
                      <a:endParaRPr lang="zh-CN" altLang="en-US" dirty="0">
                        <a:solidFill>
                          <a:schemeClr val="tx1"/>
                        </a:solidFill>
                        <a:latin typeface="新宋体" panose="02010609030101010101" pitchFamily="49" charset="-122"/>
                        <a:ea typeface="新宋体" panose="02010609030101010101" pitchFamily="49" charset="-122"/>
                        <a:cs typeface="Times New Roman" panose="02020603050405020304" pitchFamily="18" charset="0"/>
                      </a:endParaRPr>
                    </a:p>
                  </a:txBody>
                  <a:tcPr marL="36000" marR="3600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ctr"/>
                      <a:r>
                        <a:rPr lang="en-US" altLang="zh-CN" dirty="0">
                          <a:solidFill>
                            <a:schemeClr val="tx1"/>
                          </a:solidFill>
                          <a:latin typeface="+mn-lt"/>
                        </a:rPr>
                        <a:t>b7</a:t>
                      </a:r>
                      <a:endParaRPr lang="zh-CN" altLang="en-US" dirty="0">
                        <a:solidFill>
                          <a:schemeClr val="tx1"/>
                        </a:solidFill>
                        <a:latin typeface="+mn-lt"/>
                      </a:endParaRPr>
                    </a:p>
                  </a:txBody>
                  <a:tcPr marL="36000" marR="3600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ctr"/>
                      <a:r>
                        <a:rPr lang="en-US" altLang="zh-CN" dirty="0">
                          <a:solidFill>
                            <a:schemeClr val="tx1"/>
                          </a:solidFill>
                          <a:latin typeface="+mn-lt"/>
                        </a:rPr>
                        <a:t>b6</a:t>
                      </a:r>
                      <a:endParaRPr lang="zh-CN" altLang="en-US" dirty="0">
                        <a:solidFill>
                          <a:schemeClr val="tx1"/>
                        </a:solidFill>
                        <a:latin typeface="+mn-lt"/>
                      </a:endParaRPr>
                    </a:p>
                  </a:txBody>
                  <a:tcPr marL="36000" marR="3600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ctr"/>
                      <a:r>
                        <a:rPr lang="en-US" altLang="zh-CN" dirty="0">
                          <a:solidFill>
                            <a:schemeClr val="tx1"/>
                          </a:solidFill>
                          <a:latin typeface="+mn-lt"/>
                        </a:rPr>
                        <a:t>b5</a:t>
                      </a:r>
                      <a:endParaRPr lang="zh-CN" altLang="en-US" dirty="0">
                        <a:solidFill>
                          <a:schemeClr val="tx1"/>
                        </a:solidFill>
                        <a:latin typeface="+mn-lt"/>
                      </a:endParaRPr>
                    </a:p>
                  </a:txBody>
                  <a:tcPr marL="36000" marR="3600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ctr"/>
                      <a:r>
                        <a:rPr lang="en-US" altLang="zh-CN" dirty="0">
                          <a:solidFill>
                            <a:schemeClr val="tx1"/>
                          </a:solidFill>
                          <a:latin typeface="+mn-lt"/>
                        </a:rPr>
                        <a:t>b4</a:t>
                      </a:r>
                      <a:endParaRPr lang="zh-CN" altLang="en-US" dirty="0">
                        <a:solidFill>
                          <a:schemeClr val="tx1"/>
                        </a:solidFill>
                        <a:latin typeface="+mn-lt"/>
                      </a:endParaRPr>
                    </a:p>
                  </a:txBody>
                  <a:tcPr marL="36000" marR="3600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ctr"/>
                      <a:r>
                        <a:rPr lang="en-US" altLang="zh-CN" dirty="0">
                          <a:solidFill>
                            <a:schemeClr val="tx1"/>
                          </a:solidFill>
                          <a:latin typeface="+mn-lt"/>
                        </a:rPr>
                        <a:t>b3</a:t>
                      </a:r>
                      <a:endParaRPr lang="zh-CN" altLang="en-US" dirty="0">
                        <a:solidFill>
                          <a:schemeClr val="tx1"/>
                        </a:solidFill>
                        <a:latin typeface="+mn-lt"/>
                      </a:endParaRPr>
                    </a:p>
                  </a:txBody>
                  <a:tcPr marL="36000" marR="3600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ctr"/>
                      <a:r>
                        <a:rPr lang="en-US" altLang="zh-CN" dirty="0">
                          <a:solidFill>
                            <a:schemeClr val="tx1"/>
                          </a:solidFill>
                          <a:latin typeface="+mn-lt"/>
                        </a:rPr>
                        <a:t>b2</a:t>
                      </a:r>
                      <a:endParaRPr lang="zh-CN" altLang="en-US" dirty="0">
                        <a:solidFill>
                          <a:schemeClr val="tx1"/>
                        </a:solidFill>
                        <a:latin typeface="+mn-lt"/>
                      </a:endParaRPr>
                    </a:p>
                  </a:txBody>
                  <a:tcPr marL="36000" marR="3600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ctr"/>
                      <a:r>
                        <a:rPr lang="en-US" altLang="zh-CN" dirty="0">
                          <a:solidFill>
                            <a:schemeClr val="tx1"/>
                          </a:solidFill>
                          <a:latin typeface="+mn-lt"/>
                        </a:rPr>
                        <a:t>b1</a:t>
                      </a:r>
                      <a:endParaRPr lang="zh-CN" altLang="en-US" dirty="0">
                        <a:solidFill>
                          <a:schemeClr val="tx1"/>
                        </a:solidFill>
                        <a:latin typeface="+mn-lt"/>
                      </a:endParaRPr>
                    </a:p>
                  </a:txBody>
                  <a:tcPr marL="36000" marR="3600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ctr"/>
                      <a:r>
                        <a:rPr lang="en-US" altLang="zh-CN" dirty="0">
                          <a:solidFill>
                            <a:schemeClr val="tx1"/>
                          </a:solidFill>
                          <a:latin typeface="+mn-lt"/>
                        </a:rPr>
                        <a:t>b0</a:t>
                      </a:r>
                      <a:endParaRPr lang="zh-CN" altLang="en-US" dirty="0">
                        <a:solidFill>
                          <a:schemeClr val="tx1"/>
                        </a:solidFill>
                        <a:latin typeface="+mn-lt"/>
                      </a:endParaRPr>
                    </a:p>
                  </a:txBody>
                  <a:tcPr marL="36000" marR="3600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extLst>
                  <a:ext uri="{0D108BD9-81ED-4DB2-BD59-A6C34878D82A}">
                    <a16:rowId xmlns:a16="http://schemas.microsoft.com/office/drawing/2014/main" val="2539908259"/>
                  </a:ext>
                </a:extLst>
              </a:tr>
            </a:tbl>
          </a:graphicData>
        </a:graphic>
      </p:graphicFrame>
      <p:graphicFrame>
        <p:nvGraphicFramePr>
          <p:cNvPr id="31" name="表格 8">
            <a:extLst>
              <a:ext uri="{FF2B5EF4-FFF2-40B4-BE49-F238E27FC236}">
                <a16:creationId xmlns:a16="http://schemas.microsoft.com/office/drawing/2014/main" id="{228A4020-97D7-49C5-A08F-FF4D79A689C6}"/>
              </a:ext>
            </a:extLst>
          </p:cNvPr>
          <p:cNvGraphicFramePr>
            <a:graphicFrameLocks noGrp="1"/>
          </p:cNvGraphicFramePr>
          <p:nvPr/>
        </p:nvGraphicFramePr>
        <p:xfrm>
          <a:off x="1806506" y="1757929"/>
          <a:ext cx="4975842" cy="914400"/>
        </p:xfrm>
        <a:graphic>
          <a:graphicData uri="http://schemas.openxmlformats.org/drawingml/2006/table">
            <a:tbl>
              <a:tblPr firstRow="1" bandRow="1">
                <a:tableStyleId>{5C22544A-7EE6-4342-B048-85BDC9FD1C3A}</a:tableStyleId>
              </a:tblPr>
              <a:tblGrid>
                <a:gridCol w="4975842">
                  <a:extLst>
                    <a:ext uri="{9D8B030D-6E8A-4147-A177-3AD203B41FA5}">
                      <a16:colId xmlns:a16="http://schemas.microsoft.com/office/drawing/2014/main" val="2117429894"/>
                    </a:ext>
                  </a:extLst>
                </a:gridCol>
              </a:tblGrid>
              <a:tr h="370840">
                <a:tc>
                  <a:txBody>
                    <a:bodyPr/>
                    <a:lstStyle/>
                    <a:p>
                      <a:pPr algn="ctr"/>
                      <a:r>
                        <a:rPr lang="zh-CN" altLang="en-US" dirty="0">
                          <a:solidFill>
                            <a:schemeClr val="bg1"/>
                          </a:solidFill>
                          <a:latin typeface="Arial Narrow" panose="020B0606020202030204" pitchFamily="34" charset="0"/>
                          <a:ea typeface="+mn-ea"/>
                        </a:rPr>
                        <a:t>组织唯一标识符</a:t>
                      </a:r>
                      <a:r>
                        <a:rPr lang="en-US" altLang="zh-CN" dirty="0">
                          <a:solidFill>
                            <a:schemeClr val="bg1"/>
                          </a:solidFill>
                          <a:latin typeface="Arial Narrow" panose="020B0606020202030204" pitchFamily="34" charset="0"/>
                          <a:ea typeface="+mn-ea"/>
                        </a:rPr>
                        <a:t>OUI</a:t>
                      </a:r>
                    </a:p>
                    <a:p>
                      <a:pPr algn="ctr"/>
                      <a:r>
                        <a:rPr lang="zh-CN" altLang="en-US" dirty="0">
                          <a:solidFill>
                            <a:schemeClr val="bg1"/>
                          </a:solidFill>
                          <a:latin typeface="Arial Narrow" panose="020B0606020202030204" pitchFamily="34" charset="0"/>
                          <a:ea typeface="+mn-ea"/>
                        </a:rPr>
                        <a:t>（由</a:t>
                      </a:r>
                      <a:r>
                        <a:rPr lang="en-US" altLang="zh-CN" dirty="0">
                          <a:solidFill>
                            <a:schemeClr val="bg1"/>
                          </a:solidFill>
                          <a:latin typeface="Arial Narrow" panose="020B0606020202030204" pitchFamily="34" charset="0"/>
                          <a:ea typeface="+mn-ea"/>
                        </a:rPr>
                        <a:t>IEEE</a:t>
                      </a:r>
                      <a:r>
                        <a:rPr lang="zh-CN" altLang="en-US" dirty="0">
                          <a:solidFill>
                            <a:schemeClr val="bg1"/>
                          </a:solidFill>
                          <a:latin typeface="Arial Narrow" panose="020B0606020202030204" pitchFamily="34" charset="0"/>
                          <a:ea typeface="+mn-ea"/>
                        </a:rPr>
                        <a:t>的注册管理机构分配）</a:t>
                      </a:r>
                      <a:endParaRPr lang="en-US" altLang="zh-CN" dirty="0">
                        <a:solidFill>
                          <a:schemeClr val="bg1"/>
                        </a:solidFill>
                        <a:latin typeface="Arial Narrow" panose="020B0606020202030204" pitchFamily="34" charset="0"/>
                        <a:ea typeface="+mn-ea"/>
                      </a:endParaRPr>
                    </a:p>
                    <a:p>
                      <a:pPr algn="ctr"/>
                      <a:r>
                        <a:rPr lang="zh-CN" altLang="en-US" dirty="0">
                          <a:solidFill>
                            <a:schemeClr val="bg1"/>
                          </a:solidFill>
                          <a:latin typeface="Arial Narrow" panose="020B0606020202030204" pitchFamily="34" charset="0"/>
                          <a:ea typeface="+mn-ea"/>
                        </a:rPr>
                        <a:t>第</a:t>
                      </a:r>
                      <a:r>
                        <a:rPr lang="en-US" altLang="zh-CN" dirty="0">
                          <a:solidFill>
                            <a:schemeClr val="bg1"/>
                          </a:solidFill>
                          <a:latin typeface="Arial Narrow" panose="020B0606020202030204" pitchFamily="34" charset="0"/>
                          <a:ea typeface="+mn-ea"/>
                        </a:rPr>
                        <a:t>1~3</a:t>
                      </a:r>
                      <a:r>
                        <a:rPr lang="zh-CN" altLang="en-US" dirty="0">
                          <a:solidFill>
                            <a:schemeClr val="bg1"/>
                          </a:solidFill>
                          <a:latin typeface="Arial Narrow" panose="020B0606020202030204" pitchFamily="34" charset="0"/>
                          <a:ea typeface="+mn-ea"/>
                        </a:rPr>
                        <a:t>字节</a:t>
                      </a: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accent3"/>
                    </a:solidFill>
                  </a:tcPr>
                </a:tc>
                <a:extLst>
                  <a:ext uri="{0D108BD9-81ED-4DB2-BD59-A6C34878D82A}">
                    <a16:rowId xmlns:a16="http://schemas.microsoft.com/office/drawing/2014/main" val="3761746479"/>
                  </a:ext>
                </a:extLst>
              </a:tr>
            </a:tbl>
          </a:graphicData>
        </a:graphic>
      </p:graphicFrame>
      <p:graphicFrame>
        <p:nvGraphicFramePr>
          <p:cNvPr id="32" name="表格 8">
            <a:extLst>
              <a:ext uri="{FF2B5EF4-FFF2-40B4-BE49-F238E27FC236}">
                <a16:creationId xmlns:a16="http://schemas.microsoft.com/office/drawing/2014/main" id="{986EF41A-3545-418C-A56D-747C8A071D04}"/>
              </a:ext>
            </a:extLst>
          </p:cNvPr>
          <p:cNvGraphicFramePr>
            <a:graphicFrameLocks noGrp="1"/>
          </p:cNvGraphicFramePr>
          <p:nvPr/>
        </p:nvGraphicFramePr>
        <p:xfrm>
          <a:off x="6766435" y="1757929"/>
          <a:ext cx="4975842" cy="914400"/>
        </p:xfrm>
        <a:graphic>
          <a:graphicData uri="http://schemas.openxmlformats.org/drawingml/2006/table">
            <a:tbl>
              <a:tblPr firstRow="1" bandRow="1">
                <a:tableStyleId>{5C22544A-7EE6-4342-B048-85BDC9FD1C3A}</a:tableStyleId>
              </a:tblPr>
              <a:tblGrid>
                <a:gridCol w="4975842">
                  <a:extLst>
                    <a:ext uri="{9D8B030D-6E8A-4147-A177-3AD203B41FA5}">
                      <a16:colId xmlns:a16="http://schemas.microsoft.com/office/drawing/2014/main" val="2117429894"/>
                    </a:ext>
                  </a:extLst>
                </a:gridCol>
              </a:tblGrid>
              <a:tr h="370840">
                <a:tc>
                  <a:txBody>
                    <a:bodyPr/>
                    <a:lstStyle/>
                    <a:p>
                      <a:pPr algn="ctr"/>
                      <a:r>
                        <a:rPr lang="zh-CN" altLang="en-US" dirty="0">
                          <a:solidFill>
                            <a:schemeClr val="bg1"/>
                          </a:solidFill>
                          <a:latin typeface="Arial Narrow" panose="020B0606020202030204" pitchFamily="34" charset="0"/>
                          <a:ea typeface="+mn-ea"/>
                        </a:rPr>
                        <a:t>网络接口标识符</a:t>
                      </a:r>
                      <a:endParaRPr lang="en-US" altLang="zh-CN" dirty="0">
                        <a:solidFill>
                          <a:schemeClr val="bg1"/>
                        </a:solidFill>
                        <a:latin typeface="Arial Narrow" panose="020B0606020202030204" pitchFamily="34" charset="0"/>
                        <a:ea typeface="+mn-ea"/>
                      </a:endParaRPr>
                    </a:p>
                    <a:p>
                      <a:pPr algn="ctr"/>
                      <a:r>
                        <a:rPr lang="zh-CN" altLang="en-US" dirty="0">
                          <a:solidFill>
                            <a:schemeClr val="bg1"/>
                          </a:solidFill>
                          <a:latin typeface="Arial Narrow" panose="020B0606020202030204" pitchFamily="34" charset="0"/>
                          <a:ea typeface="+mn-ea"/>
                        </a:rPr>
                        <a:t>（由获得</a:t>
                      </a:r>
                      <a:r>
                        <a:rPr lang="en-US" altLang="zh-CN" dirty="0">
                          <a:solidFill>
                            <a:schemeClr val="bg1"/>
                          </a:solidFill>
                          <a:latin typeface="Arial Narrow" panose="020B0606020202030204" pitchFamily="34" charset="0"/>
                          <a:ea typeface="+mn-ea"/>
                        </a:rPr>
                        <a:t>OUI</a:t>
                      </a:r>
                      <a:r>
                        <a:rPr lang="zh-CN" altLang="en-US" dirty="0">
                          <a:solidFill>
                            <a:schemeClr val="bg1"/>
                          </a:solidFill>
                          <a:latin typeface="Arial Narrow" panose="020B0606020202030204" pitchFamily="34" charset="0"/>
                          <a:ea typeface="+mn-ea"/>
                        </a:rPr>
                        <a:t>的厂商自行随意分配）</a:t>
                      </a:r>
                      <a:endParaRPr lang="en-US" altLang="zh-CN" dirty="0">
                        <a:solidFill>
                          <a:schemeClr val="bg1"/>
                        </a:solidFill>
                        <a:latin typeface="Arial Narrow" panose="020B0606020202030204" pitchFamily="34" charset="0"/>
                        <a:ea typeface="+mn-ea"/>
                      </a:endParaRPr>
                    </a:p>
                    <a:p>
                      <a:pPr algn="ctr"/>
                      <a:r>
                        <a:rPr lang="zh-CN" altLang="en-US" dirty="0">
                          <a:solidFill>
                            <a:schemeClr val="bg1"/>
                          </a:solidFill>
                          <a:latin typeface="Arial Narrow" panose="020B0606020202030204" pitchFamily="34" charset="0"/>
                          <a:ea typeface="+mn-ea"/>
                        </a:rPr>
                        <a:t>第</a:t>
                      </a:r>
                      <a:r>
                        <a:rPr lang="en-US" altLang="zh-CN" dirty="0">
                          <a:solidFill>
                            <a:schemeClr val="bg1"/>
                          </a:solidFill>
                          <a:latin typeface="Arial Narrow" panose="020B0606020202030204" pitchFamily="34" charset="0"/>
                          <a:ea typeface="+mn-ea"/>
                        </a:rPr>
                        <a:t>4~6</a:t>
                      </a:r>
                      <a:r>
                        <a:rPr lang="zh-CN" altLang="en-US" dirty="0">
                          <a:solidFill>
                            <a:schemeClr val="bg1"/>
                          </a:solidFill>
                          <a:latin typeface="Arial Narrow" panose="020B0606020202030204" pitchFamily="34" charset="0"/>
                          <a:ea typeface="+mn-ea"/>
                        </a:rPr>
                        <a:t>字节</a:t>
                      </a: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accent4"/>
                    </a:solidFill>
                  </a:tcPr>
                </a:tc>
                <a:extLst>
                  <a:ext uri="{0D108BD9-81ED-4DB2-BD59-A6C34878D82A}">
                    <a16:rowId xmlns:a16="http://schemas.microsoft.com/office/drawing/2014/main" val="3761746479"/>
                  </a:ext>
                </a:extLst>
              </a:tr>
            </a:tbl>
          </a:graphicData>
        </a:graphic>
      </p:graphicFrame>
      <p:grpSp>
        <p:nvGrpSpPr>
          <p:cNvPr id="11" name="组合 10">
            <a:extLst>
              <a:ext uri="{FF2B5EF4-FFF2-40B4-BE49-F238E27FC236}">
                <a16:creationId xmlns:a16="http://schemas.microsoft.com/office/drawing/2014/main" id="{46337800-698B-47C2-BAEF-E400DA71A9A7}"/>
              </a:ext>
            </a:extLst>
          </p:cNvPr>
          <p:cNvGrpSpPr/>
          <p:nvPr/>
        </p:nvGrpSpPr>
        <p:grpSpPr>
          <a:xfrm>
            <a:off x="535091" y="3420081"/>
            <a:ext cx="11065444" cy="552123"/>
            <a:chOff x="535091" y="3420081"/>
            <a:chExt cx="11065444" cy="552123"/>
          </a:xfrm>
        </p:grpSpPr>
        <p:sp>
          <p:nvSpPr>
            <p:cNvPr id="27" name="íşlïḍè">
              <a:extLst>
                <a:ext uri="{FF2B5EF4-FFF2-40B4-BE49-F238E27FC236}">
                  <a16:creationId xmlns:a16="http://schemas.microsoft.com/office/drawing/2014/main" id="{34B4D59A-F03B-45DE-824E-5918F1BD7535}"/>
                </a:ext>
              </a:extLst>
            </p:cNvPr>
            <p:cNvSpPr txBox="1"/>
            <p:nvPr/>
          </p:nvSpPr>
          <p:spPr>
            <a:xfrm>
              <a:off x="535091" y="3572094"/>
              <a:ext cx="1181731" cy="400110"/>
            </a:xfrm>
            <a:prstGeom prst="rect">
              <a:avLst/>
            </a:prstGeom>
            <a:noFill/>
          </p:spPr>
          <p:txBody>
            <a:bodyPr wrap="square" lIns="91440" tIns="45720" rIns="91440" bIns="45720" anchor="ctr">
              <a:noAutofit/>
            </a:bodyPr>
            <a:lstStyle/>
            <a:p>
              <a:r>
                <a:rPr lang="zh-CN" altLang="en-US" b="1" dirty="0">
                  <a:latin typeface="Arial Narrow" panose="020B0606020202030204" pitchFamily="34" charset="0"/>
                </a:rPr>
                <a:t>十六进制</a:t>
              </a:r>
            </a:p>
          </p:txBody>
        </p:sp>
        <p:grpSp>
          <p:nvGrpSpPr>
            <p:cNvPr id="7" name="组合 6">
              <a:extLst>
                <a:ext uri="{FF2B5EF4-FFF2-40B4-BE49-F238E27FC236}">
                  <a16:creationId xmlns:a16="http://schemas.microsoft.com/office/drawing/2014/main" id="{27D99698-59B8-4039-B607-10DABC59108B}"/>
                </a:ext>
              </a:extLst>
            </p:cNvPr>
            <p:cNvGrpSpPr/>
            <p:nvPr/>
          </p:nvGrpSpPr>
          <p:grpSpPr>
            <a:xfrm>
              <a:off x="1953205" y="3420081"/>
              <a:ext cx="934138" cy="537488"/>
              <a:chOff x="1933471" y="3420081"/>
              <a:chExt cx="934138" cy="537488"/>
            </a:xfrm>
          </p:grpSpPr>
          <p:sp>
            <p:nvSpPr>
              <p:cNvPr id="9" name="左大括号 8">
                <a:extLst>
                  <a:ext uri="{FF2B5EF4-FFF2-40B4-BE49-F238E27FC236}">
                    <a16:creationId xmlns:a16="http://schemas.microsoft.com/office/drawing/2014/main" id="{53C7B6EA-CABF-455E-B6DC-90E75989EBE8}"/>
                  </a:ext>
                </a:extLst>
              </p:cNvPr>
              <p:cNvSpPr/>
              <p:nvPr/>
            </p:nvSpPr>
            <p:spPr>
              <a:xfrm rot="16200000">
                <a:off x="2290854" y="3062698"/>
                <a:ext cx="219371" cy="934138"/>
              </a:xfrm>
              <a:prstGeom prst="leftBrace">
                <a:avLst>
                  <a:gd name="adj1" fmla="val 58333"/>
                  <a:gd name="adj2" fmla="val 50000"/>
                </a:avLst>
              </a:prstGeom>
              <a:ln w="12700">
                <a:solidFill>
                  <a:schemeClr val="tx1"/>
                </a:solidFill>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zh-CN" altLang="en-US"/>
              </a:p>
            </p:txBody>
          </p:sp>
          <p:sp>
            <p:nvSpPr>
              <p:cNvPr id="5" name="文本框 4">
                <a:extLst>
                  <a:ext uri="{FF2B5EF4-FFF2-40B4-BE49-F238E27FC236}">
                    <a16:creationId xmlns:a16="http://schemas.microsoft.com/office/drawing/2014/main" id="{742AE503-0555-4BBA-8A73-DFE386B15F5B}"/>
                  </a:ext>
                </a:extLst>
              </p:cNvPr>
              <p:cNvSpPr txBox="1"/>
              <p:nvPr/>
            </p:nvSpPr>
            <p:spPr>
              <a:xfrm>
                <a:off x="2268970" y="3586729"/>
                <a:ext cx="263138" cy="370840"/>
              </a:xfrm>
              <a:prstGeom prst="rect">
                <a:avLst/>
              </a:prstGeom>
              <a:noFill/>
            </p:spPr>
            <p:txBody>
              <a:bodyPr wrap="square" rtlCol="0">
                <a:spAutoFit/>
              </a:bodyPr>
              <a:lstStyle/>
              <a:p>
                <a:pPr algn="ctr"/>
                <a:r>
                  <a:rPr lang="en-US" altLang="zh-CN" b="1" dirty="0">
                    <a:latin typeface="Arial Narrow" panose="020B0606020202030204" pitchFamily="34" charset="0"/>
                  </a:rPr>
                  <a:t>X</a:t>
                </a:r>
                <a:endParaRPr lang="zh-CN" altLang="en-US" b="1" dirty="0">
                  <a:latin typeface="Arial Narrow" panose="020B0606020202030204" pitchFamily="34" charset="0"/>
                </a:endParaRPr>
              </a:p>
            </p:txBody>
          </p:sp>
        </p:grpSp>
        <p:grpSp>
          <p:nvGrpSpPr>
            <p:cNvPr id="14" name="组合 13">
              <a:extLst>
                <a:ext uri="{FF2B5EF4-FFF2-40B4-BE49-F238E27FC236}">
                  <a16:creationId xmlns:a16="http://schemas.microsoft.com/office/drawing/2014/main" id="{88D688B3-57AA-467A-A800-F5854AB40ECF}"/>
                </a:ext>
              </a:extLst>
            </p:cNvPr>
            <p:cNvGrpSpPr/>
            <p:nvPr/>
          </p:nvGrpSpPr>
          <p:grpSpPr>
            <a:xfrm>
              <a:off x="3189953" y="3420081"/>
              <a:ext cx="934138" cy="537488"/>
              <a:chOff x="1933471" y="3420081"/>
              <a:chExt cx="934138" cy="537488"/>
            </a:xfrm>
          </p:grpSpPr>
          <p:sp>
            <p:nvSpPr>
              <p:cNvPr id="15" name="左大括号 14">
                <a:extLst>
                  <a:ext uri="{FF2B5EF4-FFF2-40B4-BE49-F238E27FC236}">
                    <a16:creationId xmlns:a16="http://schemas.microsoft.com/office/drawing/2014/main" id="{1E234803-B951-4C20-A522-537D9665B5A5}"/>
                  </a:ext>
                </a:extLst>
              </p:cNvPr>
              <p:cNvSpPr/>
              <p:nvPr/>
            </p:nvSpPr>
            <p:spPr>
              <a:xfrm rot="16200000">
                <a:off x="2290854" y="3062698"/>
                <a:ext cx="219371" cy="934138"/>
              </a:xfrm>
              <a:prstGeom prst="leftBrace">
                <a:avLst>
                  <a:gd name="adj1" fmla="val 58333"/>
                  <a:gd name="adj2" fmla="val 50000"/>
                </a:avLst>
              </a:prstGeom>
              <a:ln w="12700">
                <a:solidFill>
                  <a:schemeClr val="tx1"/>
                </a:solidFill>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zh-CN" altLang="en-US"/>
              </a:p>
            </p:txBody>
          </p:sp>
          <p:sp>
            <p:nvSpPr>
              <p:cNvPr id="16" name="文本框 15">
                <a:extLst>
                  <a:ext uri="{FF2B5EF4-FFF2-40B4-BE49-F238E27FC236}">
                    <a16:creationId xmlns:a16="http://schemas.microsoft.com/office/drawing/2014/main" id="{8F0FBCF7-2D1A-43D4-92BF-71D7D2268EFA}"/>
                  </a:ext>
                </a:extLst>
              </p:cNvPr>
              <p:cNvSpPr txBox="1"/>
              <p:nvPr/>
            </p:nvSpPr>
            <p:spPr>
              <a:xfrm>
                <a:off x="2268970" y="3586729"/>
                <a:ext cx="263138" cy="370840"/>
              </a:xfrm>
              <a:prstGeom prst="rect">
                <a:avLst/>
              </a:prstGeom>
              <a:noFill/>
            </p:spPr>
            <p:txBody>
              <a:bodyPr wrap="square" rtlCol="0">
                <a:spAutoFit/>
              </a:bodyPr>
              <a:lstStyle/>
              <a:p>
                <a:pPr algn="ctr"/>
                <a:r>
                  <a:rPr lang="en-US" altLang="zh-CN" b="1" dirty="0">
                    <a:latin typeface="Arial Narrow" panose="020B0606020202030204" pitchFamily="34" charset="0"/>
                  </a:rPr>
                  <a:t>X</a:t>
                </a:r>
                <a:endParaRPr lang="zh-CN" altLang="en-US" b="1" dirty="0">
                  <a:latin typeface="Arial Narrow" panose="020B0606020202030204" pitchFamily="34" charset="0"/>
                </a:endParaRPr>
              </a:p>
            </p:txBody>
          </p:sp>
        </p:grpSp>
        <p:grpSp>
          <p:nvGrpSpPr>
            <p:cNvPr id="17" name="组合 16">
              <a:extLst>
                <a:ext uri="{FF2B5EF4-FFF2-40B4-BE49-F238E27FC236}">
                  <a16:creationId xmlns:a16="http://schemas.microsoft.com/office/drawing/2014/main" id="{27D7BDDF-CE57-485D-B473-FD69612B4878}"/>
                </a:ext>
              </a:extLst>
            </p:cNvPr>
            <p:cNvGrpSpPr/>
            <p:nvPr/>
          </p:nvGrpSpPr>
          <p:grpSpPr>
            <a:xfrm>
              <a:off x="9429649" y="3420081"/>
              <a:ext cx="934138" cy="537488"/>
              <a:chOff x="1933471" y="3420081"/>
              <a:chExt cx="934138" cy="537488"/>
            </a:xfrm>
          </p:grpSpPr>
          <p:sp>
            <p:nvSpPr>
              <p:cNvPr id="18" name="左大括号 17">
                <a:extLst>
                  <a:ext uri="{FF2B5EF4-FFF2-40B4-BE49-F238E27FC236}">
                    <a16:creationId xmlns:a16="http://schemas.microsoft.com/office/drawing/2014/main" id="{47D3D906-3BFF-4572-9A82-D8DF2299895D}"/>
                  </a:ext>
                </a:extLst>
              </p:cNvPr>
              <p:cNvSpPr/>
              <p:nvPr/>
            </p:nvSpPr>
            <p:spPr>
              <a:xfrm rot="16200000">
                <a:off x="2290854" y="3062698"/>
                <a:ext cx="219371" cy="934138"/>
              </a:xfrm>
              <a:prstGeom prst="leftBrace">
                <a:avLst>
                  <a:gd name="adj1" fmla="val 58333"/>
                  <a:gd name="adj2" fmla="val 50000"/>
                </a:avLst>
              </a:prstGeom>
              <a:ln w="12700">
                <a:solidFill>
                  <a:schemeClr val="tx1"/>
                </a:solidFill>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zh-CN" altLang="en-US"/>
              </a:p>
            </p:txBody>
          </p:sp>
          <p:sp>
            <p:nvSpPr>
              <p:cNvPr id="19" name="文本框 18">
                <a:extLst>
                  <a:ext uri="{FF2B5EF4-FFF2-40B4-BE49-F238E27FC236}">
                    <a16:creationId xmlns:a16="http://schemas.microsoft.com/office/drawing/2014/main" id="{E45DEFB8-DA46-446A-A7EB-BECBC41A4C49}"/>
                  </a:ext>
                </a:extLst>
              </p:cNvPr>
              <p:cNvSpPr txBox="1"/>
              <p:nvPr/>
            </p:nvSpPr>
            <p:spPr>
              <a:xfrm>
                <a:off x="2268970" y="3586729"/>
                <a:ext cx="263138" cy="370840"/>
              </a:xfrm>
              <a:prstGeom prst="rect">
                <a:avLst/>
              </a:prstGeom>
              <a:noFill/>
            </p:spPr>
            <p:txBody>
              <a:bodyPr wrap="square" rtlCol="0">
                <a:spAutoFit/>
              </a:bodyPr>
              <a:lstStyle/>
              <a:p>
                <a:pPr algn="ctr"/>
                <a:r>
                  <a:rPr lang="en-US" altLang="zh-CN" b="1" dirty="0">
                    <a:latin typeface="Arial Narrow" panose="020B0606020202030204" pitchFamily="34" charset="0"/>
                  </a:rPr>
                  <a:t>X</a:t>
                </a:r>
                <a:endParaRPr lang="zh-CN" altLang="en-US" b="1" dirty="0">
                  <a:latin typeface="Arial Narrow" panose="020B0606020202030204" pitchFamily="34" charset="0"/>
                </a:endParaRPr>
              </a:p>
            </p:txBody>
          </p:sp>
        </p:grpSp>
        <p:grpSp>
          <p:nvGrpSpPr>
            <p:cNvPr id="20" name="组合 19">
              <a:extLst>
                <a:ext uri="{FF2B5EF4-FFF2-40B4-BE49-F238E27FC236}">
                  <a16:creationId xmlns:a16="http://schemas.microsoft.com/office/drawing/2014/main" id="{7D093E48-FC4B-4C74-836B-8C6F4CC76E1D}"/>
                </a:ext>
              </a:extLst>
            </p:cNvPr>
            <p:cNvGrpSpPr/>
            <p:nvPr/>
          </p:nvGrpSpPr>
          <p:grpSpPr>
            <a:xfrm>
              <a:off x="10666397" y="3420081"/>
              <a:ext cx="934138" cy="537488"/>
              <a:chOff x="1933471" y="3420081"/>
              <a:chExt cx="934138" cy="537488"/>
            </a:xfrm>
          </p:grpSpPr>
          <p:sp>
            <p:nvSpPr>
              <p:cNvPr id="21" name="左大括号 20">
                <a:extLst>
                  <a:ext uri="{FF2B5EF4-FFF2-40B4-BE49-F238E27FC236}">
                    <a16:creationId xmlns:a16="http://schemas.microsoft.com/office/drawing/2014/main" id="{0F0505DA-19C5-4B16-8395-824AE8F9A16E}"/>
                  </a:ext>
                </a:extLst>
              </p:cNvPr>
              <p:cNvSpPr/>
              <p:nvPr/>
            </p:nvSpPr>
            <p:spPr>
              <a:xfrm rot="16200000">
                <a:off x="2290854" y="3062698"/>
                <a:ext cx="219371" cy="934138"/>
              </a:xfrm>
              <a:prstGeom prst="leftBrace">
                <a:avLst>
                  <a:gd name="adj1" fmla="val 58333"/>
                  <a:gd name="adj2" fmla="val 50000"/>
                </a:avLst>
              </a:prstGeom>
              <a:ln w="12700">
                <a:solidFill>
                  <a:schemeClr val="tx1"/>
                </a:solidFill>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zh-CN" altLang="en-US"/>
              </a:p>
            </p:txBody>
          </p:sp>
          <p:sp>
            <p:nvSpPr>
              <p:cNvPr id="22" name="文本框 21">
                <a:extLst>
                  <a:ext uri="{FF2B5EF4-FFF2-40B4-BE49-F238E27FC236}">
                    <a16:creationId xmlns:a16="http://schemas.microsoft.com/office/drawing/2014/main" id="{4C090915-B844-4F16-A410-CF20660695DC}"/>
                  </a:ext>
                </a:extLst>
              </p:cNvPr>
              <p:cNvSpPr txBox="1"/>
              <p:nvPr/>
            </p:nvSpPr>
            <p:spPr>
              <a:xfrm>
                <a:off x="2268970" y="3586729"/>
                <a:ext cx="263138" cy="370840"/>
              </a:xfrm>
              <a:prstGeom prst="rect">
                <a:avLst/>
              </a:prstGeom>
              <a:noFill/>
            </p:spPr>
            <p:txBody>
              <a:bodyPr wrap="square" rtlCol="0">
                <a:spAutoFit/>
              </a:bodyPr>
              <a:lstStyle/>
              <a:p>
                <a:pPr algn="ctr"/>
                <a:r>
                  <a:rPr lang="en-US" altLang="zh-CN" b="1" dirty="0">
                    <a:latin typeface="Arial Narrow" panose="020B0606020202030204" pitchFamily="34" charset="0"/>
                  </a:rPr>
                  <a:t>X</a:t>
                </a:r>
                <a:endParaRPr lang="zh-CN" altLang="en-US" b="1" dirty="0">
                  <a:latin typeface="Arial Narrow" panose="020B0606020202030204" pitchFamily="34" charset="0"/>
                </a:endParaRPr>
              </a:p>
            </p:txBody>
          </p:sp>
        </p:grpSp>
        <p:sp>
          <p:nvSpPr>
            <p:cNvPr id="24" name="文本框 23">
              <a:extLst>
                <a:ext uri="{FF2B5EF4-FFF2-40B4-BE49-F238E27FC236}">
                  <a16:creationId xmlns:a16="http://schemas.microsoft.com/office/drawing/2014/main" id="{F3556EDF-FA6E-4253-AA55-88156DE2A918}"/>
                </a:ext>
              </a:extLst>
            </p:cNvPr>
            <p:cNvSpPr txBox="1"/>
            <p:nvPr/>
          </p:nvSpPr>
          <p:spPr>
            <a:xfrm>
              <a:off x="6275519" y="3594100"/>
              <a:ext cx="1013658" cy="369332"/>
            </a:xfrm>
            <a:prstGeom prst="rect">
              <a:avLst/>
            </a:prstGeom>
            <a:noFill/>
          </p:spPr>
          <p:txBody>
            <a:bodyPr wrap="square">
              <a:spAutoFit/>
            </a:bodyPr>
            <a:lstStyle/>
            <a:p>
              <a:pPr algn="ctr"/>
              <a:r>
                <a:rPr lang="en-US" altLang="zh-CN" dirty="0">
                  <a:solidFill>
                    <a:schemeClr val="tx1"/>
                  </a:solidFill>
                  <a:latin typeface="新宋体" panose="02010609030101010101" pitchFamily="49" charset="-122"/>
                  <a:ea typeface="新宋体" panose="02010609030101010101" pitchFamily="49" charset="-122"/>
                  <a:cs typeface="Times New Roman" panose="02020603050405020304" pitchFamily="18" charset="0"/>
                </a:rPr>
                <a:t>……</a:t>
              </a:r>
              <a:endParaRPr lang="zh-CN" altLang="en-US" dirty="0">
                <a:solidFill>
                  <a:schemeClr val="tx1"/>
                </a:solidFill>
                <a:latin typeface="新宋体" panose="02010609030101010101" pitchFamily="49" charset="-122"/>
                <a:ea typeface="新宋体" panose="02010609030101010101" pitchFamily="49" charset="-122"/>
                <a:cs typeface="Times New Roman" panose="02020603050405020304" pitchFamily="18" charset="0"/>
              </a:endParaRPr>
            </a:p>
          </p:txBody>
        </p:sp>
      </p:grpSp>
      <p:sp>
        <p:nvSpPr>
          <p:cNvPr id="26" name="文本框 25">
            <a:extLst>
              <a:ext uri="{FF2B5EF4-FFF2-40B4-BE49-F238E27FC236}">
                <a16:creationId xmlns:a16="http://schemas.microsoft.com/office/drawing/2014/main" id="{98152840-4246-4F45-9F4C-9C4035530776}"/>
              </a:ext>
            </a:extLst>
          </p:cNvPr>
          <p:cNvSpPr txBox="1"/>
          <p:nvPr/>
        </p:nvSpPr>
        <p:spPr>
          <a:xfrm>
            <a:off x="2266256" y="4139961"/>
            <a:ext cx="2075499" cy="370840"/>
          </a:xfrm>
          <a:prstGeom prst="rect">
            <a:avLst/>
          </a:prstGeom>
          <a:noFill/>
        </p:spPr>
        <p:txBody>
          <a:bodyPr wrap="square" rtlCol="0">
            <a:spAutoFit/>
          </a:bodyPr>
          <a:lstStyle/>
          <a:p>
            <a:r>
              <a:rPr lang="en-US" altLang="zh-CN" b="1" dirty="0">
                <a:latin typeface="Arial Narrow" panose="020B0606020202030204" pitchFamily="34" charset="0"/>
              </a:rPr>
              <a:t>XX-XX-XX-XX-XX-XX</a:t>
            </a:r>
            <a:endParaRPr lang="zh-CN" altLang="en-US" b="1" dirty="0">
              <a:latin typeface="Arial Narrow" panose="020B0606020202030204" pitchFamily="34" charset="0"/>
            </a:endParaRPr>
          </a:p>
        </p:txBody>
      </p:sp>
      <p:sp>
        <p:nvSpPr>
          <p:cNvPr id="33" name="文本框 32">
            <a:extLst>
              <a:ext uri="{FF2B5EF4-FFF2-40B4-BE49-F238E27FC236}">
                <a16:creationId xmlns:a16="http://schemas.microsoft.com/office/drawing/2014/main" id="{B84C7AEA-420D-4ABB-B30A-A386D56ADD79}"/>
              </a:ext>
            </a:extLst>
          </p:cNvPr>
          <p:cNvSpPr txBox="1"/>
          <p:nvPr/>
        </p:nvSpPr>
        <p:spPr>
          <a:xfrm>
            <a:off x="2266256" y="5106596"/>
            <a:ext cx="2075499" cy="370840"/>
          </a:xfrm>
          <a:prstGeom prst="rect">
            <a:avLst/>
          </a:prstGeom>
          <a:noFill/>
        </p:spPr>
        <p:txBody>
          <a:bodyPr wrap="square" rtlCol="0">
            <a:spAutoFit/>
          </a:bodyPr>
          <a:lstStyle/>
          <a:p>
            <a:r>
              <a:rPr lang="en-US" altLang="zh-CN" b="1" dirty="0">
                <a:latin typeface="Arial Narrow" panose="020B0606020202030204" pitchFamily="34" charset="0"/>
              </a:rPr>
              <a:t>XX:XX:XX:XX:XX:XX</a:t>
            </a:r>
            <a:endParaRPr lang="zh-CN" altLang="en-US" b="1" dirty="0">
              <a:latin typeface="Arial Narrow" panose="020B0606020202030204" pitchFamily="34" charset="0"/>
            </a:endParaRPr>
          </a:p>
        </p:txBody>
      </p:sp>
      <p:sp>
        <p:nvSpPr>
          <p:cNvPr id="35" name="文本框 34">
            <a:extLst>
              <a:ext uri="{FF2B5EF4-FFF2-40B4-BE49-F238E27FC236}">
                <a16:creationId xmlns:a16="http://schemas.microsoft.com/office/drawing/2014/main" id="{9872C254-F747-4D44-80AE-31CFC26825E9}"/>
              </a:ext>
            </a:extLst>
          </p:cNvPr>
          <p:cNvSpPr txBox="1"/>
          <p:nvPr/>
        </p:nvSpPr>
        <p:spPr>
          <a:xfrm>
            <a:off x="2266256" y="5863386"/>
            <a:ext cx="2075499" cy="370840"/>
          </a:xfrm>
          <a:prstGeom prst="rect">
            <a:avLst/>
          </a:prstGeom>
          <a:noFill/>
        </p:spPr>
        <p:txBody>
          <a:bodyPr wrap="square" rtlCol="0">
            <a:spAutoFit/>
          </a:bodyPr>
          <a:lstStyle/>
          <a:p>
            <a:r>
              <a:rPr lang="en-US" altLang="zh-CN" b="1" dirty="0">
                <a:latin typeface="Arial Narrow" panose="020B0606020202030204" pitchFamily="34" charset="0"/>
              </a:rPr>
              <a:t>XXXX.XXXX.XXXX</a:t>
            </a:r>
            <a:endParaRPr lang="zh-CN" altLang="en-US" b="1" dirty="0">
              <a:latin typeface="Arial Narrow" panose="020B0606020202030204" pitchFamily="34" charset="0"/>
            </a:endParaRPr>
          </a:p>
        </p:txBody>
      </p:sp>
    </p:spTree>
    <p:custDataLst>
      <p:tags r:id="rId1"/>
    </p:custDataLst>
    <p:extLst>
      <p:ext uri="{BB962C8B-B14F-4D97-AF65-F5344CB8AC3E}">
        <p14:creationId xmlns:p14="http://schemas.microsoft.com/office/powerpoint/2010/main" val="3430566887"/>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2" presetClass="entr" presetSubtype="1" fill="hold" nodeType="withEffect">
                                  <p:stCondLst>
                                    <p:cond delay="0"/>
                                  </p:stCondLst>
                                  <p:childTnLst>
                                    <p:set>
                                      <p:cBhvr>
                                        <p:cTn id="6" dur="1" fill="hold">
                                          <p:stCondLst>
                                            <p:cond delay="0"/>
                                          </p:stCondLst>
                                        </p:cTn>
                                        <p:tgtEl>
                                          <p:spTgt spid="11"/>
                                        </p:tgtEl>
                                        <p:attrNameLst>
                                          <p:attrName>style.visibility</p:attrName>
                                        </p:attrNameLst>
                                      </p:cBhvr>
                                      <p:to>
                                        <p:strVal val="visible"/>
                                      </p:to>
                                    </p:set>
                                    <p:animEffect transition="in" filter="wipe(up)">
                                      <p:cBhvr>
                                        <p:cTn id="7" dur="1000"/>
                                        <p:tgtEl>
                                          <p:spTgt spid="11"/>
                                        </p:tgtEl>
                                      </p:cBhvr>
                                    </p:animEffect>
                                  </p:childTnLst>
                                </p:cTn>
                              </p:par>
                            </p:childTnLst>
                          </p:cTn>
                        </p:par>
                      </p:childTnLst>
                    </p:cTn>
                  </p:par>
                  <p:par>
                    <p:cTn id="8" fill="hold">
                      <p:stCondLst>
                        <p:cond delay="indefinite"/>
                      </p:stCondLst>
                      <p:childTnLst>
                        <p:par>
                          <p:cTn id="9" fill="hold">
                            <p:stCondLst>
                              <p:cond delay="0"/>
                            </p:stCondLst>
                            <p:childTnLst>
                              <p:par>
                                <p:cTn id="10" presetID="47" presetClass="entr" presetSubtype="0" fill="hold" grpId="0" nodeType="clickEffect">
                                  <p:stCondLst>
                                    <p:cond delay="0"/>
                                  </p:stCondLst>
                                  <p:childTnLst>
                                    <p:set>
                                      <p:cBhvr>
                                        <p:cTn id="11" dur="1" fill="hold">
                                          <p:stCondLst>
                                            <p:cond delay="0"/>
                                          </p:stCondLst>
                                        </p:cTn>
                                        <p:tgtEl>
                                          <p:spTgt spid="26"/>
                                        </p:tgtEl>
                                        <p:attrNameLst>
                                          <p:attrName>style.visibility</p:attrName>
                                        </p:attrNameLst>
                                      </p:cBhvr>
                                      <p:to>
                                        <p:strVal val="visible"/>
                                      </p:to>
                                    </p:set>
                                    <p:animEffect transition="in" filter="fade">
                                      <p:cBhvr>
                                        <p:cTn id="12" dur="1000"/>
                                        <p:tgtEl>
                                          <p:spTgt spid="26"/>
                                        </p:tgtEl>
                                      </p:cBhvr>
                                    </p:animEffect>
                                    <p:anim calcmode="lin" valueType="num">
                                      <p:cBhvr>
                                        <p:cTn id="13" dur="1000" fill="hold"/>
                                        <p:tgtEl>
                                          <p:spTgt spid="26"/>
                                        </p:tgtEl>
                                        <p:attrNameLst>
                                          <p:attrName>ppt_x</p:attrName>
                                        </p:attrNameLst>
                                      </p:cBhvr>
                                      <p:tavLst>
                                        <p:tav tm="0">
                                          <p:val>
                                            <p:strVal val="#ppt_x"/>
                                          </p:val>
                                        </p:tav>
                                        <p:tav tm="100000">
                                          <p:val>
                                            <p:strVal val="#ppt_x"/>
                                          </p:val>
                                        </p:tav>
                                      </p:tavLst>
                                    </p:anim>
                                    <p:anim calcmode="lin" valueType="num">
                                      <p:cBhvr>
                                        <p:cTn id="14" dur="1000" fill="hold"/>
                                        <p:tgtEl>
                                          <p:spTgt spid="26"/>
                                        </p:tgtEl>
                                        <p:attrNameLst>
                                          <p:attrName>ppt_y</p:attrName>
                                        </p:attrNameLst>
                                      </p:cBhvr>
                                      <p:tavLst>
                                        <p:tav tm="0">
                                          <p:val>
                                            <p:strVal val="#ppt_y-.1"/>
                                          </p:val>
                                        </p:tav>
                                        <p:tav tm="100000">
                                          <p:val>
                                            <p:strVal val="#ppt_y"/>
                                          </p:val>
                                        </p:tav>
                                      </p:tavLst>
                                    </p:anim>
                                  </p:childTnLst>
                                </p:cTn>
                              </p:par>
                            </p:childTnLst>
                          </p:cTn>
                        </p:par>
                      </p:childTnLst>
                    </p:cTn>
                  </p:par>
                  <p:par>
                    <p:cTn id="15" fill="hold">
                      <p:stCondLst>
                        <p:cond delay="indefinite"/>
                      </p:stCondLst>
                      <p:childTnLst>
                        <p:par>
                          <p:cTn id="16" fill="hold">
                            <p:stCondLst>
                              <p:cond delay="0"/>
                            </p:stCondLst>
                            <p:childTnLst>
                              <p:par>
                                <p:cTn id="17" presetID="12" presetClass="entr" presetSubtype="2" fill="hold" grpId="0" nodeType="clickEffect">
                                  <p:stCondLst>
                                    <p:cond delay="0"/>
                                  </p:stCondLst>
                                  <p:childTnLst>
                                    <p:set>
                                      <p:cBhvr>
                                        <p:cTn id="18" dur="1" fill="hold">
                                          <p:stCondLst>
                                            <p:cond delay="0"/>
                                          </p:stCondLst>
                                        </p:cTn>
                                        <p:tgtEl>
                                          <p:spTgt spid="28"/>
                                        </p:tgtEl>
                                        <p:attrNameLst>
                                          <p:attrName>style.visibility</p:attrName>
                                        </p:attrNameLst>
                                      </p:cBhvr>
                                      <p:to>
                                        <p:strVal val="visible"/>
                                      </p:to>
                                    </p:set>
                                    <p:anim calcmode="lin" valueType="num">
                                      <p:cBhvr additive="base">
                                        <p:cTn id="19" dur="500"/>
                                        <p:tgtEl>
                                          <p:spTgt spid="28"/>
                                        </p:tgtEl>
                                        <p:attrNameLst>
                                          <p:attrName>ppt_x</p:attrName>
                                        </p:attrNameLst>
                                      </p:cBhvr>
                                      <p:tavLst>
                                        <p:tav tm="0">
                                          <p:val>
                                            <p:strVal val="#ppt_x+#ppt_w*1.125000"/>
                                          </p:val>
                                        </p:tav>
                                        <p:tav tm="100000">
                                          <p:val>
                                            <p:strVal val="#ppt_x"/>
                                          </p:val>
                                        </p:tav>
                                      </p:tavLst>
                                    </p:anim>
                                    <p:animEffect transition="in" filter="wipe(left)">
                                      <p:cBhvr>
                                        <p:cTn id="20" dur="500"/>
                                        <p:tgtEl>
                                          <p:spTgt spid="28"/>
                                        </p:tgtEl>
                                      </p:cBhvr>
                                    </p:animEffect>
                                  </p:childTnLst>
                                </p:cTn>
                              </p:par>
                            </p:childTnLst>
                          </p:cTn>
                        </p:par>
                      </p:childTnLst>
                    </p:cTn>
                  </p:par>
                  <p:par>
                    <p:cTn id="21" fill="hold">
                      <p:stCondLst>
                        <p:cond delay="indefinite"/>
                      </p:stCondLst>
                      <p:childTnLst>
                        <p:par>
                          <p:cTn id="22" fill="hold">
                            <p:stCondLst>
                              <p:cond delay="0"/>
                            </p:stCondLst>
                            <p:childTnLst>
                              <p:par>
                                <p:cTn id="23" presetID="12" presetClass="entr" presetSubtype="8" fill="hold" nodeType="clickEffect">
                                  <p:stCondLst>
                                    <p:cond delay="0"/>
                                  </p:stCondLst>
                                  <p:childTnLst>
                                    <p:set>
                                      <p:cBhvr>
                                        <p:cTn id="24" dur="1" fill="hold">
                                          <p:stCondLst>
                                            <p:cond delay="0"/>
                                          </p:stCondLst>
                                        </p:cTn>
                                        <p:tgtEl>
                                          <p:spTgt spid="13"/>
                                        </p:tgtEl>
                                        <p:attrNameLst>
                                          <p:attrName>style.visibility</p:attrName>
                                        </p:attrNameLst>
                                      </p:cBhvr>
                                      <p:to>
                                        <p:strVal val="visible"/>
                                      </p:to>
                                    </p:set>
                                    <p:anim calcmode="lin" valueType="num">
                                      <p:cBhvr additive="base">
                                        <p:cTn id="25" dur="500"/>
                                        <p:tgtEl>
                                          <p:spTgt spid="13"/>
                                        </p:tgtEl>
                                        <p:attrNameLst>
                                          <p:attrName>ppt_x</p:attrName>
                                        </p:attrNameLst>
                                      </p:cBhvr>
                                      <p:tavLst>
                                        <p:tav tm="0">
                                          <p:val>
                                            <p:strVal val="#ppt_x-#ppt_w*1.125000"/>
                                          </p:val>
                                        </p:tav>
                                        <p:tav tm="100000">
                                          <p:val>
                                            <p:strVal val="#ppt_x"/>
                                          </p:val>
                                        </p:tav>
                                      </p:tavLst>
                                    </p:anim>
                                    <p:animEffect transition="in" filter="wipe(right)">
                                      <p:cBhvr>
                                        <p:cTn id="26" dur="500"/>
                                        <p:tgtEl>
                                          <p:spTgt spid="13"/>
                                        </p:tgtEl>
                                      </p:cBhvr>
                                    </p:animEffect>
                                  </p:childTnLst>
                                </p:cTn>
                              </p:par>
                            </p:childTnLst>
                          </p:cTn>
                        </p:par>
                      </p:childTnLst>
                    </p:cTn>
                  </p:par>
                  <p:par>
                    <p:cTn id="27" fill="hold">
                      <p:stCondLst>
                        <p:cond delay="indefinite"/>
                      </p:stCondLst>
                      <p:childTnLst>
                        <p:par>
                          <p:cTn id="28" fill="hold">
                            <p:stCondLst>
                              <p:cond delay="0"/>
                            </p:stCondLst>
                            <p:childTnLst>
                              <p:par>
                                <p:cTn id="29" presetID="12" presetClass="entr" presetSubtype="8" fill="hold" grpId="0" nodeType="clickEffect">
                                  <p:stCondLst>
                                    <p:cond delay="0"/>
                                  </p:stCondLst>
                                  <p:childTnLst>
                                    <p:set>
                                      <p:cBhvr>
                                        <p:cTn id="30" dur="1" fill="hold">
                                          <p:stCondLst>
                                            <p:cond delay="0"/>
                                          </p:stCondLst>
                                        </p:cTn>
                                        <p:tgtEl>
                                          <p:spTgt spid="36"/>
                                        </p:tgtEl>
                                        <p:attrNameLst>
                                          <p:attrName>style.visibility</p:attrName>
                                        </p:attrNameLst>
                                      </p:cBhvr>
                                      <p:to>
                                        <p:strVal val="visible"/>
                                      </p:to>
                                    </p:set>
                                    <p:anim calcmode="lin" valueType="num">
                                      <p:cBhvr additive="base">
                                        <p:cTn id="31" dur="500"/>
                                        <p:tgtEl>
                                          <p:spTgt spid="36"/>
                                        </p:tgtEl>
                                        <p:attrNameLst>
                                          <p:attrName>ppt_x</p:attrName>
                                        </p:attrNameLst>
                                      </p:cBhvr>
                                      <p:tavLst>
                                        <p:tav tm="0">
                                          <p:val>
                                            <p:strVal val="#ppt_x-#ppt_w*1.125000"/>
                                          </p:val>
                                        </p:tav>
                                        <p:tav tm="100000">
                                          <p:val>
                                            <p:strVal val="#ppt_x"/>
                                          </p:val>
                                        </p:tav>
                                      </p:tavLst>
                                    </p:anim>
                                    <p:animEffect transition="in" filter="wipe(right)">
                                      <p:cBhvr>
                                        <p:cTn id="32" dur="500"/>
                                        <p:tgtEl>
                                          <p:spTgt spid="36"/>
                                        </p:tgtEl>
                                      </p:cBhvr>
                                    </p:animEffect>
                                  </p:childTnLst>
                                </p:cTn>
                              </p:par>
                            </p:childTnLst>
                          </p:cTn>
                        </p:par>
                      </p:childTnLst>
                    </p:cTn>
                  </p:par>
                  <p:par>
                    <p:cTn id="33" fill="hold">
                      <p:stCondLst>
                        <p:cond delay="indefinite"/>
                      </p:stCondLst>
                      <p:childTnLst>
                        <p:par>
                          <p:cTn id="34" fill="hold">
                            <p:stCondLst>
                              <p:cond delay="0"/>
                            </p:stCondLst>
                            <p:childTnLst>
                              <p:par>
                                <p:cTn id="35" presetID="47" presetClass="entr" presetSubtype="0" fill="hold" grpId="0" nodeType="clickEffect">
                                  <p:stCondLst>
                                    <p:cond delay="0"/>
                                  </p:stCondLst>
                                  <p:childTnLst>
                                    <p:set>
                                      <p:cBhvr>
                                        <p:cTn id="36" dur="1" fill="hold">
                                          <p:stCondLst>
                                            <p:cond delay="0"/>
                                          </p:stCondLst>
                                        </p:cTn>
                                        <p:tgtEl>
                                          <p:spTgt spid="34"/>
                                        </p:tgtEl>
                                        <p:attrNameLst>
                                          <p:attrName>style.visibility</p:attrName>
                                        </p:attrNameLst>
                                      </p:cBhvr>
                                      <p:to>
                                        <p:strVal val="visible"/>
                                      </p:to>
                                    </p:set>
                                    <p:animEffect transition="in" filter="fade">
                                      <p:cBhvr>
                                        <p:cTn id="37" dur="1000"/>
                                        <p:tgtEl>
                                          <p:spTgt spid="34"/>
                                        </p:tgtEl>
                                      </p:cBhvr>
                                    </p:animEffect>
                                    <p:anim calcmode="lin" valueType="num">
                                      <p:cBhvr>
                                        <p:cTn id="38" dur="1000" fill="hold"/>
                                        <p:tgtEl>
                                          <p:spTgt spid="34"/>
                                        </p:tgtEl>
                                        <p:attrNameLst>
                                          <p:attrName>ppt_x</p:attrName>
                                        </p:attrNameLst>
                                      </p:cBhvr>
                                      <p:tavLst>
                                        <p:tav tm="0">
                                          <p:val>
                                            <p:strVal val="#ppt_x"/>
                                          </p:val>
                                        </p:tav>
                                        <p:tav tm="100000">
                                          <p:val>
                                            <p:strVal val="#ppt_x"/>
                                          </p:val>
                                        </p:tav>
                                      </p:tavLst>
                                    </p:anim>
                                    <p:anim calcmode="lin" valueType="num">
                                      <p:cBhvr>
                                        <p:cTn id="39" dur="1000" fill="hold"/>
                                        <p:tgtEl>
                                          <p:spTgt spid="34"/>
                                        </p:tgtEl>
                                        <p:attrNameLst>
                                          <p:attrName>ppt_y</p:attrName>
                                        </p:attrNameLst>
                                      </p:cBhvr>
                                      <p:tavLst>
                                        <p:tav tm="0">
                                          <p:val>
                                            <p:strVal val="#ppt_y-.1"/>
                                          </p:val>
                                        </p:tav>
                                        <p:tav tm="100000">
                                          <p:val>
                                            <p:strVal val="#ppt_y"/>
                                          </p:val>
                                        </p:tav>
                                      </p:tavLst>
                                    </p:anim>
                                  </p:childTnLst>
                                </p:cTn>
                              </p:par>
                            </p:childTnLst>
                          </p:cTn>
                        </p:par>
                      </p:childTnLst>
                    </p:cTn>
                  </p:par>
                  <p:par>
                    <p:cTn id="40" fill="hold">
                      <p:stCondLst>
                        <p:cond delay="indefinite"/>
                      </p:stCondLst>
                      <p:childTnLst>
                        <p:par>
                          <p:cTn id="41" fill="hold">
                            <p:stCondLst>
                              <p:cond delay="0"/>
                            </p:stCondLst>
                            <p:childTnLst>
                              <p:par>
                                <p:cTn id="42" presetID="47" presetClass="entr" presetSubtype="0" fill="hold" grpId="0" nodeType="clickEffect">
                                  <p:stCondLst>
                                    <p:cond delay="0"/>
                                  </p:stCondLst>
                                  <p:childTnLst>
                                    <p:set>
                                      <p:cBhvr>
                                        <p:cTn id="43" dur="1" fill="hold">
                                          <p:stCondLst>
                                            <p:cond delay="0"/>
                                          </p:stCondLst>
                                        </p:cTn>
                                        <p:tgtEl>
                                          <p:spTgt spid="33"/>
                                        </p:tgtEl>
                                        <p:attrNameLst>
                                          <p:attrName>style.visibility</p:attrName>
                                        </p:attrNameLst>
                                      </p:cBhvr>
                                      <p:to>
                                        <p:strVal val="visible"/>
                                      </p:to>
                                    </p:set>
                                    <p:animEffect transition="in" filter="fade">
                                      <p:cBhvr>
                                        <p:cTn id="44" dur="1000"/>
                                        <p:tgtEl>
                                          <p:spTgt spid="33"/>
                                        </p:tgtEl>
                                      </p:cBhvr>
                                    </p:animEffect>
                                    <p:anim calcmode="lin" valueType="num">
                                      <p:cBhvr>
                                        <p:cTn id="45" dur="1000" fill="hold"/>
                                        <p:tgtEl>
                                          <p:spTgt spid="33"/>
                                        </p:tgtEl>
                                        <p:attrNameLst>
                                          <p:attrName>ppt_x</p:attrName>
                                        </p:attrNameLst>
                                      </p:cBhvr>
                                      <p:tavLst>
                                        <p:tav tm="0">
                                          <p:val>
                                            <p:strVal val="#ppt_x"/>
                                          </p:val>
                                        </p:tav>
                                        <p:tav tm="100000">
                                          <p:val>
                                            <p:strVal val="#ppt_x"/>
                                          </p:val>
                                        </p:tav>
                                      </p:tavLst>
                                    </p:anim>
                                    <p:anim calcmode="lin" valueType="num">
                                      <p:cBhvr>
                                        <p:cTn id="46" dur="1000" fill="hold"/>
                                        <p:tgtEl>
                                          <p:spTgt spid="33"/>
                                        </p:tgtEl>
                                        <p:attrNameLst>
                                          <p:attrName>ppt_y</p:attrName>
                                        </p:attrNameLst>
                                      </p:cBhvr>
                                      <p:tavLst>
                                        <p:tav tm="0">
                                          <p:val>
                                            <p:strVal val="#ppt_y-.1"/>
                                          </p:val>
                                        </p:tav>
                                        <p:tav tm="100000">
                                          <p:val>
                                            <p:strVal val="#ppt_y"/>
                                          </p:val>
                                        </p:tav>
                                      </p:tavLst>
                                    </p:anim>
                                  </p:childTnLst>
                                </p:cTn>
                              </p:par>
                            </p:childTnLst>
                          </p:cTn>
                        </p:par>
                      </p:childTnLst>
                    </p:cTn>
                  </p:par>
                  <p:par>
                    <p:cTn id="47" fill="hold">
                      <p:stCondLst>
                        <p:cond delay="indefinite"/>
                      </p:stCondLst>
                      <p:childTnLst>
                        <p:par>
                          <p:cTn id="48" fill="hold">
                            <p:stCondLst>
                              <p:cond delay="0"/>
                            </p:stCondLst>
                            <p:childTnLst>
                              <p:par>
                                <p:cTn id="49" presetID="12" presetClass="entr" presetSubtype="8" fill="hold" nodeType="clickEffect">
                                  <p:stCondLst>
                                    <p:cond delay="0"/>
                                  </p:stCondLst>
                                  <p:childTnLst>
                                    <p:set>
                                      <p:cBhvr>
                                        <p:cTn id="50" dur="1" fill="hold">
                                          <p:stCondLst>
                                            <p:cond delay="0"/>
                                          </p:stCondLst>
                                        </p:cTn>
                                        <p:tgtEl>
                                          <p:spTgt spid="43"/>
                                        </p:tgtEl>
                                        <p:attrNameLst>
                                          <p:attrName>style.visibility</p:attrName>
                                        </p:attrNameLst>
                                      </p:cBhvr>
                                      <p:to>
                                        <p:strVal val="visible"/>
                                      </p:to>
                                    </p:set>
                                    <p:anim calcmode="lin" valueType="num">
                                      <p:cBhvr additive="base">
                                        <p:cTn id="51" dur="500"/>
                                        <p:tgtEl>
                                          <p:spTgt spid="43"/>
                                        </p:tgtEl>
                                        <p:attrNameLst>
                                          <p:attrName>ppt_x</p:attrName>
                                        </p:attrNameLst>
                                      </p:cBhvr>
                                      <p:tavLst>
                                        <p:tav tm="0">
                                          <p:val>
                                            <p:strVal val="#ppt_x-#ppt_w*1.125000"/>
                                          </p:val>
                                        </p:tav>
                                        <p:tav tm="100000">
                                          <p:val>
                                            <p:strVal val="#ppt_x"/>
                                          </p:val>
                                        </p:tav>
                                      </p:tavLst>
                                    </p:anim>
                                    <p:animEffect transition="in" filter="wipe(right)">
                                      <p:cBhvr>
                                        <p:cTn id="52" dur="500"/>
                                        <p:tgtEl>
                                          <p:spTgt spid="43"/>
                                        </p:tgtEl>
                                      </p:cBhvr>
                                    </p:animEffect>
                                  </p:childTnLst>
                                </p:cTn>
                              </p:par>
                            </p:childTnLst>
                          </p:cTn>
                        </p:par>
                      </p:childTnLst>
                    </p:cTn>
                  </p:par>
                  <p:par>
                    <p:cTn id="53" fill="hold">
                      <p:stCondLst>
                        <p:cond delay="indefinite"/>
                      </p:stCondLst>
                      <p:childTnLst>
                        <p:par>
                          <p:cTn id="54" fill="hold">
                            <p:stCondLst>
                              <p:cond delay="0"/>
                            </p:stCondLst>
                            <p:childTnLst>
                              <p:par>
                                <p:cTn id="55" presetID="12" presetClass="entr" presetSubtype="8" fill="hold" grpId="0" nodeType="clickEffect">
                                  <p:stCondLst>
                                    <p:cond delay="0"/>
                                  </p:stCondLst>
                                  <p:childTnLst>
                                    <p:set>
                                      <p:cBhvr>
                                        <p:cTn id="56" dur="1" fill="hold">
                                          <p:stCondLst>
                                            <p:cond delay="0"/>
                                          </p:stCondLst>
                                        </p:cTn>
                                        <p:tgtEl>
                                          <p:spTgt spid="37"/>
                                        </p:tgtEl>
                                        <p:attrNameLst>
                                          <p:attrName>style.visibility</p:attrName>
                                        </p:attrNameLst>
                                      </p:cBhvr>
                                      <p:to>
                                        <p:strVal val="visible"/>
                                      </p:to>
                                    </p:set>
                                    <p:anim calcmode="lin" valueType="num">
                                      <p:cBhvr additive="base">
                                        <p:cTn id="57" dur="500"/>
                                        <p:tgtEl>
                                          <p:spTgt spid="37"/>
                                        </p:tgtEl>
                                        <p:attrNameLst>
                                          <p:attrName>ppt_x</p:attrName>
                                        </p:attrNameLst>
                                      </p:cBhvr>
                                      <p:tavLst>
                                        <p:tav tm="0">
                                          <p:val>
                                            <p:strVal val="#ppt_x-#ppt_w*1.125000"/>
                                          </p:val>
                                        </p:tav>
                                        <p:tav tm="100000">
                                          <p:val>
                                            <p:strVal val="#ppt_x"/>
                                          </p:val>
                                        </p:tav>
                                      </p:tavLst>
                                    </p:anim>
                                    <p:animEffect transition="in" filter="wipe(right)">
                                      <p:cBhvr>
                                        <p:cTn id="58" dur="500"/>
                                        <p:tgtEl>
                                          <p:spTgt spid="37"/>
                                        </p:tgtEl>
                                      </p:cBhvr>
                                    </p:animEffect>
                                  </p:childTnLst>
                                </p:cTn>
                              </p:par>
                            </p:childTnLst>
                          </p:cTn>
                        </p:par>
                      </p:childTnLst>
                    </p:cTn>
                  </p:par>
                  <p:par>
                    <p:cTn id="59" fill="hold">
                      <p:stCondLst>
                        <p:cond delay="indefinite"/>
                      </p:stCondLst>
                      <p:childTnLst>
                        <p:par>
                          <p:cTn id="60" fill="hold">
                            <p:stCondLst>
                              <p:cond delay="0"/>
                            </p:stCondLst>
                            <p:childTnLst>
                              <p:par>
                                <p:cTn id="61" presetID="47" presetClass="entr" presetSubtype="0" fill="hold" grpId="0" nodeType="clickEffect">
                                  <p:stCondLst>
                                    <p:cond delay="0"/>
                                  </p:stCondLst>
                                  <p:childTnLst>
                                    <p:set>
                                      <p:cBhvr>
                                        <p:cTn id="62" dur="1" fill="hold">
                                          <p:stCondLst>
                                            <p:cond delay="0"/>
                                          </p:stCondLst>
                                        </p:cTn>
                                        <p:tgtEl>
                                          <p:spTgt spid="35"/>
                                        </p:tgtEl>
                                        <p:attrNameLst>
                                          <p:attrName>style.visibility</p:attrName>
                                        </p:attrNameLst>
                                      </p:cBhvr>
                                      <p:to>
                                        <p:strVal val="visible"/>
                                      </p:to>
                                    </p:set>
                                    <p:animEffect transition="in" filter="fade">
                                      <p:cBhvr>
                                        <p:cTn id="63" dur="1000"/>
                                        <p:tgtEl>
                                          <p:spTgt spid="35"/>
                                        </p:tgtEl>
                                      </p:cBhvr>
                                    </p:animEffect>
                                    <p:anim calcmode="lin" valueType="num">
                                      <p:cBhvr>
                                        <p:cTn id="64" dur="1000" fill="hold"/>
                                        <p:tgtEl>
                                          <p:spTgt spid="35"/>
                                        </p:tgtEl>
                                        <p:attrNameLst>
                                          <p:attrName>ppt_x</p:attrName>
                                        </p:attrNameLst>
                                      </p:cBhvr>
                                      <p:tavLst>
                                        <p:tav tm="0">
                                          <p:val>
                                            <p:strVal val="#ppt_x"/>
                                          </p:val>
                                        </p:tav>
                                        <p:tav tm="100000">
                                          <p:val>
                                            <p:strVal val="#ppt_x"/>
                                          </p:val>
                                        </p:tav>
                                      </p:tavLst>
                                    </p:anim>
                                    <p:anim calcmode="lin" valueType="num">
                                      <p:cBhvr>
                                        <p:cTn id="65" dur="1000" fill="hold"/>
                                        <p:tgtEl>
                                          <p:spTgt spid="35"/>
                                        </p:tgtEl>
                                        <p:attrNameLst>
                                          <p:attrName>ppt_y</p:attrName>
                                        </p:attrNameLst>
                                      </p:cBhvr>
                                      <p:tavLst>
                                        <p:tav tm="0">
                                          <p:val>
                                            <p:strVal val="#ppt_y-.1"/>
                                          </p:val>
                                        </p:tav>
                                        <p:tav tm="100000">
                                          <p:val>
                                            <p:strVal val="#ppt_y"/>
                                          </p:val>
                                        </p:tav>
                                      </p:tavLst>
                                    </p:anim>
                                  </p:childTnLst>
                                </p:cTn>
                              </p:par>
                            </p:childTnLst>
                          </p:cTn>
                        </p:par>
                      </p:childTnLst>
                    </p:cTn>
                  </p:par>
                  <p:par>
                    <p:cTn id="66" fill="hold">
                      <p:stCondLst>
                        <p:cond delay="indefinite"/>
                      </p:stCondLst>
                      <p:childTnLst>
                        <p:par>
                          <p:cTn id="67" fill="hold">
                            <p:stCondLst>
                              <p:cond delay="0"/>
                            </p:stCondLst>
                            <p:childTnLst>
                              <p:par>
                                <p:cTn id="68" presetID="12" presetClass="entr" presetSubtype="8" fill="hold" grpId="0" nodeType="clickEffect">
                                  <p:stCondLst>
                                    <p:cond delay="0"/>
                                  </p:stCondLst>
                                  <p:childTnLst>
                                    <p:set>
                                      <p:cBhvr>
                                        <p:cTn id="69" dur="1" fill="hold">
                                          <p:stCondLst>
                                            <p:cond delay="0"/>
                                          </p:stCondLst>
                                        </p:cTn>
                                        <p:tgtEl>
                                          <p:spTgt spid="44"/>
                                        </p:tgtEl>
                                        <p:attrNameLst>
                                          <p:attrName>style.visibility</p:attrName>
                                        </p:attrNameLst>
                                      </p:cBhvr>
                                      <p:to>
                                        <p:strVal val="visible"/>
                                      </p:to>
                                    </p:set>
                                    <p:anim calcmode="lin" valueType="num">
                                      <p:cBhvr additive="base">
                                        <p:cTn id="70" dur="500"/>
                                        <p:tgtEl>
                                          <p:spTgt spid="44"/>
                                        </p:tgtEl>
                                        <p:attrNameLst>
                                          <p:attrName>ppt_x</p:attrName>
                                        </p:attrNameLst>
                                      </p:cBhvr>
                                      <p:tavLst>
                                        <p:tav tm="0">
                                          <p:val>
                                            <p:strVal val="#ppt_x-#ppt_w*1.125000"/>
                                          </p:val>
                                        </p:tav>
                                        <p:tav tm="100000">
                                          <p:val>
                                            <p:strVal val="#ppt_x"/>
                                          </p:val>
                                        </p:tav>
                                      </p:tavLst>
                                    </p:anim>
                                    <p:animEffect transition="in" filter="wipe(right)">
                                      <p:cBhvr>
                                        <p:cTn id="71" dur="500"/>
                                        <p:tgtEl>
                                          <p:spTgt spid="44"/>
                                        </p:tgtEl>
                                      </p:cBhvr>
                                    </p:animEffect>
                                  </p:childTnLst>
                                </p:cTn>
                              </p:par>
                            </p:childTnLst>
                          </p:cTn>
                        </p:par>
                      </p:childTnLst>
                    </p:cTn>
                  </p:par>
                  <p:par>
                    <p:cTn id="72" fill="hold">
                      <p:stCondLst>
                        <p:cond delay="indefinite"/>
                      </p:stCondLst>
                      <p:childTnLst>
                        <p:par>
                          <p:cTn id="73" fill="hold">
                            <p:stCondLst>
                              <p:cond delay="0"/>
                            </p:stCondLst>
                            <p:childTnLst>
                              <p:par>
                                <p:cTn id="74" presetID="12" presetClass="entr" presetSubtype="8" fill="hold" grpId="0" nodeType="clickEffect">
                                  <p:stCondLst>
                                    <p:cond delay="0"/>
                                  </p:stCondLst>
                                  <p:childTnLst>
                                    <p:set>
                                      <p:cBhvr>
                                        <p:cTn id="75" dur="1" fill="hold">
                                          <p:stCondLst>
                                            <p:cond delay="0"/>
                                          </p:stCondLst>
                                        </p:cTn>
                                        <p:tgtEl>
                                          <p:spTgt spid="38"/>
                                        </p:tgtEl>
                                        <p:attrNameLst>
                                          <p:attrName>style.visibility</p:attrName>
                                        </p:attrNameLst>
                                      </p:cBhvr>
                                      <p:to>
                                        <p:strVal val="visible"/>
                                      </p:to>
                                    </p:set>
                                    <p:anim calcmode="lin" valueType="num">
                                      <p:cBhvr additive="base">
                                        <p:cTn id="76" dur="500"/>
                                        <p:tgtEl>
                                          <p:spTgt spid="38"/>
                                        </p:tgtEl>
                                        <p:attrNameLst>
                                          <p:attrName>ppt_x</p:attrName>
                                        </p:attrNameLst>
                                      </p:cBhvr>
                                      <p:tavLst>
                                        <p:tav tm="0">
                                          <p:val>
                                            <p:strVal val="#ppt_x-#ppt_w*1.125000"/>
                                          </p:val>
                                        </p:tav>
                                        <p:tav tm="100000">
                                          <p:val>
                                            <p:strVal val="#ppt_x"/>
                                          </p:val>
                                        </p:tav>
                                      </p:tavLst>
                                    </p:anim>
                                    <p:animEffect transition="in" filter="wipe(right)">
                                      <p:cBhvr>
                                        <p:cTn id="77" dur="500"/>
                                        <p:tgtEl>
                                          <p:spTgt spid="38"/>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4" grpId="0"/>
      <p:bldP spid="28" grpId="0"/>
      <p:bldP spid="36" grpId="0"/>
      <p:bldP spid="37" grpId="0"/>
      <p:bldP spid="38" grpId="0"/>
      <p:bldP spid="44" grpId="0" animBg="1"/>
      <p:bldP spid="26" grpId="0"/>
      <p:bldP spid="33" grpId="0"/>
      <p:bldP spid="35" grpId="0"/>
    </p:bldLst>
  </p:timing>
</p:sld>
</file>

<file path=ppt/slides/slide26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4" name="组合 3">
            <a:extLst>
              <a:ext uri="{FF2B5EF4-FFF2-40B4-BE49-F238E27FC236}">
                <a16:creationId xmlns:a16="http://schemas.microsoft.com/office/drawing/2014/main" id="{9A1EA9F2-FCB6-48C3-935F-7AE7E3AD14AC}"/>
              </a:ext>
            </a:extLst>
          </p:cNvPr>
          <p:cNvGrpSpPr/>
          <p:nvPr/>
        </p:nvGrpSpPr>
        <p:grpSpPr>
          <a:xfrm>
            <a:off x="304799" y="749300"/>
            <a:ext cx="6192345" cy="400110"/>
            <a:chOff x="424116" y="898245"/>
            <a:chExt cx="6192345" cy="400110"/>
          </a:xfrm>
        </p:grpSpPr>
        <p:sp>
          <p:nvSpPr>
            <p:cNvPr id="2" name="平行四边形 1">
              <a:extLst>
                <a:ext uri="{FF2B5EF4-FFF2-40B4-BE49-F238E27FC236}">
                  <a16:creationId xmlns:a16="http://schemas.microsoft.com/office/drawing/2014/main" id="{1F5BAA3F-9845-4F89-A2DD-8222D3E4EDAC}"/>
                </a:ext>
              </a:extLst>
            </p:cNvPr>
            <p:cNvSpPr/>
            <p:nvPr/>
          </p:nvSpPr>
          <p:spPr>
            <a:xfrm>
              <a:off x="424116" y="898245"/>
              <a:ext cx="695119" cy="387090"/>
            </a:xfrm>
            <a:prstGeom prst="parallelogram">
              <a:avLst/>
            </a:prstGeom>
            <a:solidFill>
              <a:schemeClr val="accent3">
                <a:lumMod val="75000"/>
              </a:schemeClr>
            </a:solidFill>
            <a:ln>
              <a:solidFill>
                <a:schemeClr val="accent3">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CN" sz="2200" dirty="0">
                  <a:latin typeface="Impact" panose="020B0806030902050204" pitchFamily="34" charset="0"/>
                </a:rPr>
                <a:t>02</a:t>
              </a:r>
              <a:endParaRPr lang="zh-CN" altLang="en-US" sz="2200" dirty="0">
                <a:latin typeface="Impact" panose="020B0806030902050204" pitchFamily="34" charset="0"/>
              </a:endParaRPr>
            </a:p>
          </p:txBody>
        </p:sp>
        <p:sp>
          <p:nvSpPr>
            <p:cNvPr id="3" name="文本框 2">
              <a:extLst>
                <a:ext uri="{FF2B5EF4-FFF2-40B4-BE49-F238E27FC236}">
                  <a16:creationId xmlns:a16="http://schemas.microsoft.com/office/drawing/2014/main" id="{4D6BD736-A4D3-4F26-AFED-36E11F50F70B}"/>
                </a:ext>
              </a:extLst>
            </p:cNvPr>
            <p:cNvSpPr txBox="1"/>
            <p:nvPr/>
          </p:nvSpPr>
          <p:spPr>
            <a:xfrm>
              <a:off x="1119235" y="898245"/>
              <a:ext cx="5497226" cy="400110"/>
            </a:xfrm>
            <a:prstGeom prst="rect">
              <a:avLst/>
            </a:prstGeom>
            <a:noFill/>
          </p:spPr>
          <p:txBody>
            <a:bodyPr wrap="square" rtlCol="0">
              <a:spAutoFit/>
            </a:bodyPr>
            <a:lstStyle/>
            <a:p>
              <a:r>
                <a:rPr lang="en-US" altLang="zh-CN" sz="2000" b="1" dirty="0"/>
                <a:t>MAC</a:t>
              </a:r>
              <a:r>
                <a:rPr lang="zh-CN" altLang="en-US" sz="2000" b="1" dirty="0"/>
                <a:t>地址</a:t>
              </a:r>
            </a:p>
          </p:txBody>
        </p:sp>
      </p:grpSp>
      <p:pic>
        <p:nvPicPr>
          <p:cNvPr id="12" name="图片 11">
            <a:extLst>
              <a:ext uri="{FF2B5EF4-FFF2-40B4-BE49-F238E27FC236}">
                <a16:creationId xmlns:a16="http://schemas.microsoft.com/office/drawing/2014/main" id="{DCABDD5D-2AF0-4C0E-A82F-A92EC7F85628}"/>
              </a:ext>
            </a:extLst>
          </p:cNvPr>
          <p:cNvPicPr>
            <a:picLocks noChangeAspect="1"/>
          </p:cNvPicPr>
          <p:nvPr/>
        </p:nvPicPr>
        <p:blipFill>
          <a:blip r:embed="rId3"/>
          <a:stretch>
            <a:fillRect/>
          </a:stretch>
        </p:blipFill>
        <p:spPr>
          <a:xfrm>
            <a:off x="1123950" y="1590879"/>
            <a:ext cx="9944100" cy="4848021"/>
          </a:xfrm>
          <a:prstGeom prst="rect">
            <a:avLst/>
          </a:prstGeom>
        </p:spPr>
      </p:pic>
      <p:sp>
        <p:nvSpPr>
          <p:cNvPr id="45" name="文本框 44">
            <a:extLst>
              <a:ext uri="{FF2B5EF4-FFF2-40B4-BE49-F238E27FC236}">
                <a16:creationId xmlns:a16="http://schemas.microsoft.com/office/drawing/2014/main" id="{0433FFDC-3B85-4893-BDBF-4F231B871954}"/>
              </a:ext>
            </a:extLst>
          </p:cNvPr>
          <p:cNvSpPr txBox="1"/>
          <p:nvPr/>
        </p:nvSpPr>
        <p:spPr>
          <a:xfrm>
            <a:off x="4076973" y="1224946"/>
            <a:ext cx="4047371" cy="369332"/>
          </a:xfrm>
          <a:prstGeom prst="rect">
            <a:avLst/>
          </a:prstGeom>
          <a:noFill/>
        </p:spPr>
        <p:txBody>
          <a:bodyPr wrap="square">
            <a:spAutoFit/>
          </a:bodyPr>
          <a:lstStyle/>
          <a:p>
            <a:pPr algn="ctr"/>
            <a:r>
              <a:rPr lang="zh-CN" altLang="en-US" b="1" dirty="0"/>
              <a:t>http://standards-oui.ieee.org/oui/oui.txt</a:t>
            </a:r>
          </a:p>
        </p:txBody>
      </p:sp>
      <p:sp>
        <p:nvSpPr>
          <p:cNvPr id="29" name="矩形 28">
            <a:extLst>
              <a:ext uri="{FF2B5EF4-FFF2-40B4-BE49-F238E27FC236}">
                <a16:creationId xmlns:a16="http://schemas.microsoft.com/office/drawing/2014/main" id="{10160318-12D3-4437-8506-C50D379523C9}"/>
              </a:ext>
            </a:extLst>
          </p:cNvPr>
          <p:cNvSpPr/>
          <p:nvPr/>
        </p:nvSpPr>
        <p:spPr>
          <a:xfrm>
            <a:off x="1236743" y="2105094"/>
            <a:ext cx="934136" cy="328920"/>
          </a:xfrm>
          <a:prstGeom prst="rect">
            <a:avLst/>
          </a:prstGeom>
          <a:solidFill>
            <a:schemeClr val="accent1">
              <a:alpha val="44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46" name="矩形 45">
            <a:extLst>
              <a:ext uri="{FF2B5EF4-FFF2-40B4-BE49-F238E27FC236}">
                <a16:creationId xmlns:a16="http://schemas.microsoft.com/office/drawing/2014/main" id="{B25C673C-555E-4A27-9A40-C7264E318620}"/>
              </a:ext>
            </a:extLst>
          </p:cNvPr>
          <p:cNvSpPr/>
          <p:nvPr/>
        </p:nvSpPr>
        <p:spPr>
          <a:xfrm>
            <a:off x="4586157" y="2105094"/>
            <a:ext cx="2471656" cy="328920"/>
          </a:xfrm>
          <a:prstGeom prst="rect">
            <a:avLst/>
          </a:prstGeom>
          <a:solidFill>
            <a:schemeClr val="accent1">
              <a:alpha val="44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47" name="矩形 46">
            <a:extLst>
              <a:ext uri="{FF2B5EF4-FFF2-40B4-BE49-F238E27FC236}">
                <a16:creationId xmlns:a16="http://schemas.microsoft.com/office/drawing/2014/main" id="{7F271EDB-9151-42FD-A1F7-56247069E551}"/>
              </a:ext>
            </a:extLst>
          </p:cNvPr>
          <p:cNvSpPr/>
          <p:nvPr/>
        </p:nvSpPr>
        <p:spPr>
          <a:xfrm>
            <a:off x="1236743" y="5041334"/>
            <a:ext cx="934136" cy="328920"/>
          </a:xfrm>
          <a:prstGeom prst="rect">
            <a:avLst/>
          </a:prstGeom>
          <a:solidFill>
            <a:schemeClr val="accent1">
              <a:alpha val="44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49" name="矩形 48">
            <a:extLst>
              <a:ext uri="{FF2B5EF4-FFF2-40B4-BE49-F238E27FC236}">
                <a16:creationId xmlns:a16="http://schemas.microsoft.com/office/drawing/2014/main" id="{4E01A579-181B-4A9B-84F0-98796C022A2F}"/>
              </a:ext>
            </a:extLst>
          </p:cNvPr>
          <p:cNvSpPr/>
          <p:nvPr/>
        </p:nvSpPr>
        <p:spPr>
          <a:xfrm>
            <a:off x="4586157" y="5041334"/>
            <a:ext cx="3006750" cy="328920"/>
          </a:xfrm>
          <a:prstGeom prst="rect">
            <a:avLst/>
          </a:prstGeom>
          <a:solidFill>
            <a:schemeClr val="accent1">
              <a:alpha val="44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Tree>
    <p:custDataLst>
      <p:tags r:id="rId1"/>
    </p:custDataLst>
    <p:extLst>
      <p:ext uri="{BB962C8B-B14F-4D97-AF65-F5344CB8AC3E}">
        <p14:creationId xmlns:p14="http://schemas.microsoft.com/office/powerpoint/2010/main" val="1005895145"/>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30" presetClass="entr" presetSubtype="0" fill="hold" grpId="0" nodeType="withEffect">
                                  <p:stCondLst>
                                    <p:cond delay="0"/>
                                  </p:stCondLst>
                                  <p:childTnLst>
                                    <p:set>
                                      <p:cBhvr>
                                        <p:cTn id="6" dur="1" fill="hold">
                                          <p:stCondLst>
                                            <p:cond delay="0"/>
                                          </p:stCondLst>
                                        </p:cTn>
                                        <p:tgtEl>
                                          <p:spTgt spid="45"/>
                                        </p:tgtEl>
                                        <p:attrNameLst>
                                          <p:attrName>style.visibility</p:attrName>
                                        </p:attrNameLst>
                                      </p:cBhvr>
                                      <p:to>
                                        <p:strVal val="visible"/>
                                      </p:to>
                                    </p:set>
                                    <p:animEffect transition="in" filter="fade">
                                      <p:cBhvr>
                                        <p:cTn id="7" dur="800" decel="100000"/>
                                        <p:tgtEl>
                                          <p:spTgt spid="45"/>
                                        </p:tgtEl>
                                      </p:cBhvr>
                                    </p:animEffect>
                                    <p:anim calcmode="lin" valueType="num">
                                      <p:cBhvr>
                                        <p:cTn id="8" dur="800" decel="100000" fill="hold"/>
                                        <p:tgtEl>
                                          <p:spTgt spid="45"/>
                                        </p:tgtEl>
                                        <p:attrNameLst>
                                          <p:attrName>style.rotation</p:attrName>
                                        </p:attrNameLst>
                                      </p:cBhvr>
                                      <p:tavLst>
                                        <p:tav tm="0">
                                          <p:val>
                                            <p:fltVal val="-90"/>
                                          </p:val>
                                        </p:tav>
                                        <p:tav tm="100000">
                                          <p:val>
                                            <p:fltVal val="0"/>
                                          </p:val>
                                        </p:tav>
                                      </p:tavLst>
                                    </p:anim>
                                    <p:anim calcmode="lin" valueType="num">
                                      <p:cBhvr>
                                        <p:cTn id="9" dur="800" decel="100000" fill="hold"/>
                                        <p:tgtEl>
                                          <p:spTgt spid="45"/>
                                        </p:tgtEl>
                                        <p:attrNameLst>
                                          <p:attrName>ppt_x</p:attrName>
                                        </p:attrNameLst>
                                      </p:cBhvr>
                                      <p:tavLst>
                                        <p:tav tm="0">
                                          <p:val>
                                            <p:strVal val="#ppt_x+0.4"/>
                                          </p:val>
                                        </p:tav>
                                        <p:tav tm="100000">
                                          <p:val>
                                            <p:strVal val="#ppt_x-0.05"/>
                                          </p:val>
                                        </p:tav>
                                      </p:tavLst>
                                    </p:anim>
                                    <p:anim calcmode="lin" valueType="num">
                                      <p:cBhvr>
                                        <p:cTn id="10" dur="800" decel="100000" fill="hold"/>
                                        <p:tgtEl>
                                          <p:spTgt spid="45"/>
                                        </p:tgtEl>
                                        <p:attrNameLst>
                                          <p:attrName>ppt_y</p:attrName>
                                        </p:attrNameLst>
                                      </p:cBhvr>
                                      <p:tavLst>
                                        <p:tav tm="0">
                                          <p:val>
                                            <p:strVal val="#ppt_y-0.4"/>
                                          </p:val>
                                        </p:tav>
                                        <p:tav tm="100000">
                                          <p:val>
                                            <p:strVal val="#ppt_y+0.1"/>
                                          </p:val>
                                        </p:tav>
                                      </p:tavLst>
                                    </p:anim>
                                    <p:anim calcmode="lin" valueType="num">
                                      <p:cBhvr>
                                        <p:cTn id="11" dur="200" accel="100000" fill="hold">
                                          <p:stCondLst>
                                            <p:cond delay="800"/>
                                          </p:stCondLst>
                                        </p:cTn>
                                        <p:tgtEl>
                                          <p:spTgt spid="45"/>
                                        </p:tgtEl>
                                        <p:attrNameLst>
                                          <p:attrName>ppt_x</p:attrName>
                                        </p:attrNameLst>
                                      </p:cBhvr>
                                      <p:tavLst>
                                        <p:tav tm="0">
                                          <p:val>
                                            <p:strVal val="#ppt_x-0.05"/>
                                          </p:val>
                                        </p:tav>
                                        <p:tav tm="100000">
                                          <p:val>
                                            <p:strVal val="#ppt_x"/>
                                          </p:val>
                                        </p:tav>
                                      </p:tavLst>
                                    </p:anim>
                                    <p:anim calcmode="lin" valueType="num">
                                      <p:cBhvr>
                                        <p:cTn id="12" dur="200" accel="100000" fill="hold">
                                          <p:stCondLst>
                                            <p:cond delay="800"/>
                                          </p:stCondLst>
                                        </p:cTn>
                                        <p:tgtEl>
                                          <p:spTgt spid="45"/>
                                        </p:tgtEl>
                                        <p:attrNameLst>
                                          <p:attrName>ppt_y</p:attrName>
                                        </p:attrNameLst>
                                      </p:cBhvr>
                                      <p:tavLst>
                                        <p:tav tm="0">
                                          <p:val>
                                            <p:strVal val="#ppt_y+0.1"/>
                                          </p:val>
                                        </p:tav>
                                        <p:tav tm="100000">
                                          <p:val>
                                            <p:strVal val="#ppt_y"/>
                                          </p:val>
                                        </p:tav>
                                      </p:tavLst>
                                    </p:anim>
                                  </p:childTnLst>
                                </p:cTn>
                              </p:par>
                            </p:childTnLst>
                          </p:cTn>
                        </p:par>
                        <p:par>
                          <p:cTn id="13" fill="hold">
                            <p:stCondLst>
                              <p:cond delay="1000"/>
                            </p:stCondLst>
                            <p:childTnLst>
                              <p:par>
                                <p:cTn id="14" presetID="22" presetClass="entr" presetSubtype="1" fill="hold" nodeType="afterEffect">
                                  <p:stCondLst>
                                    <p:cond delay="0"/>
                                  </p:stCondLst>
                                  <p:childTnLst>
                                    <p:set>
                                      <p:cBhvr>
                                        <p:cTn id="15" dur="1" fill="hold">
                                          <p:stCondLst>
                                            <p:cond delay="0"/>
                                          </p:stCondLst>
                                        </p:cTn>
                                        <p:tgtEl>
                                          <p:spTgt spid="12"/>
                                        </p:tgtEl>
                                        <p:attrNameLst>
                                          <p:attrName>style.visibility</p:attrName>
                                        </p:attrNameLst>
                                      </p:cBhvr>
                                      <p:to>
                                        <p:strVal val="visible"/>
                                      </p:to>
                                    </p:set>
                                    <p:animEffect transition="in" filter="wipe(up)">
                                      <p:cBhvr>
                                        <p:cTn id="16" dur="1000"/>
                                        <p:tgtEl>
                                          <p:spTgt spid="12"/>
                                        </p:tgtEl>
                                      </p:cBhvr>
                                    </p:animEffect>
                                  </p:childTnLst>
                                </p:cTn>
                              </p:par>
                            </p:childTnLst>
                          </p:cTn>
                        </p:par>
                      </p:childTnLst>
                    </p:cTn>
                  </p:par>
                  <p:par>
                    <p:cTn id="17" fill="hold">
                      <p:stCondLst>
                        <p:cond delay="indefinite"/>
                      </p:stCondLst>
                      <p:childTnLst>
                        <p:par>
                          <p:cTn id="18" fill="hold">
                            <p:stCondLst>
                              <p:cond delay="0"/>
                            </p:stCondLst>
                            <p:childTnLst>
                              <p:par>
                                <p:cTn id="19" presetID="22" presetClass="entr" presetSubtype="8" fill="hold" grpId="0" nodeType="clickEffect">
                                  <p:stCondLst>
                                    <p:cond delay="0"/>
                                  </p:stCondLst>
                                  <p:childTnLst>
                                    <p:set>
                                      <p:cBhvr>
                                        <p:cTn id="20" dur="1" fill="hold">
                                          <p:stCondLst>
                                            <p:cond delay="0"/>
                                          </p:stCondLst>
                                        </p:cTn>
                                        <p:tgtEl>
                                          <p:spTgt spid="29"/>
                                        </p:tgtEl>
                                        <p:attrNameLst>
                                          <p:attrName>style.visibility</p:attrName>
                                        </p:attrNameLst>
                                      </p:cBhvr>
                                      <p:to>
                                        <p:strVal val="visible"/>
                                      </p:to>
                                    </p:set>
                                    <p:animEffect transition="in" filter="wipe(left)">
                                      <p:cBhvr>
                                        <p:cTn id="21" dur="1000"/>
                                        <p:tgtEl>
                                          <p:spTgt spid="29"/>
                                        </p:tgtEl>
                                      </p:cBhvr>
                                    </p:animEffect>
                                  </p:childTnLst>
                                </p:cTn>
                              </p:par>
                            </p:childTnLst>
                          </p:cTn>
                        </p:par>
                      </p:childTnLst>
                    </p:cTn>
                  </p:par>
                  <p:par>
                    <p:cTn id="22" fill="hold">
                      <p:stCondLst>
                        <p:cond delay="indefinite"/>
                      </p:stCondLst>
                      <p:childTnLst>
                        <p:par>
                          <p:cTn id="23" fill="hold">
                            <p:stCondLst>
                              <p:cond delay="0"/>
                            </p:stCondLst>
                            <p:childTnLst>
                              <p:par>
                                <p:cTn id="24" presetID="22" presetClass="entr" presetSubtype="8" fill="hold" grpId="0" nodeType="clickEffect">
                                  <p:stCondLst>
                                    <p:cond delay="0"/>
                                  </p:stCondLst>
                                  <p:childTnLst>
                                    <p:set>
                                      <p:cBhvr>
                                        <p:cTn id="25" dur="1" fill="hold">
                                          <p:stCondLst>
                                            <p:cond delay="0"/>
                                          </p:stCondLst>
                                        </p:cTn>
                                        <p:tgtEl>
                                          <p:spTgt spid="46"/>
                                        </p:tgtEl>
                                        <p:attrNameLst>
                                          <p:attrName>style.visibility</p:attrName>
                                        </p:attrNameLst>
                                      </p:cBhvr>
                                      <p:to>
                                        <p:strVal val="visible"/>
                                      </p:to>
                                    </p:set>
                                    <p:animEffect transition="in" filter="wipe(left)">
                                      <p:cBhvr>
                                        <p:cTn id="26" dur="1000"/>
                                        <p:tgtEl>
                                          <p:spTgt spid="46"/>
                                        </p:tgtEl>
                                      </p:cBhvr>
                                    </p:animEffect>
                                  </p:childTnLst>
                                </p:cTn>
                              </p:par>
                            </p:childTnLst>
                          </p:cTn>
                        </p:par>
                      </p:childTnLst>
                    </p:cTn>
                  </p:par>
                  <p:par>
                    <p:cTn id="27" fill="hold">
                      <p:stCondLst>
                        <p:cond delay="indefinite"/>
                      </p:stCondLst>
                      <p:childTnLst>
                        <p:par>
                          <p:cTn id="28" fill="hold">
                            <p:stCondLst>
                              <p:cond delay="0"/>
                            </p:stCondLst>
                            <p:childTnLst>
                              <p:par>
                                <p:cTn id="29" presetID="22" presetClass="entr" presetSubtype="8" fill="hold" grpId="0" nodeType="clickEffect">
                                  <p:stCondLst>
                                    <p:cond delay="0"/>
                                  </p:stCondLst>
                                  <p:childTnLst>
                                    <p:set>
                                      <p:cBhvr>
                                        <p:cTn id="30" dur="1" fill="hold">
                                          <p:stCondLst>
                                            <p:cond delay="0"/>
                                          </p:stCondLst>
                                        </p:cTn>
                                        <p:tgtEl>
                                          <p:spTgt spid="47"/>
                                        </p:tgtEl>
                                        <p:attrNameLst>
                                          <p:attrName>style.visibility</p:attrName>
                                        </p:attrNameLst>
                                      </p:cBhvr>
                                      <p:to>
                                        <p:strVal val="visible"/>
                                      </p:to>
                                    </p:set>
                                    <p:animEffect transition="in" filter="wipe(left)">
                                      <p:cBhvr>
                                        <p:cTn id="31" dur="1000"/>
                                        <p:tgtEl>
                                          <p:spTgt spid="47"/>
                                        </p:tgtEl>
                                      </p:cBhvr>
                                    </p:animEffect>
                                  </p:childTnLst>
                                </p:cTn>
                              </p:par>
                            </p:childTnLst>
                          </p:cTn>
                        </p:par>
                      </p:childTnLst>
                    </p:cTn>
                  </p:par>
                  <p:par>
                    <p:cTn id="32" fill="hold">
                      <p:stCondLst>
                        <p:cond delay="indefinite"/>
                      </p:stCondLst>
                      <p:childTnLst>
                        <p:par>
                          <p:cTn id="33" fill="hold">
                            <p:stCondLst>
                              <p:cond delay="0"/>
                            </p:stCondLst>
                            <p:childTnLst>
                              <p:par>
                                <p:cTn id="34" presetID="22" presetClass="entr" presetSubtype="8" fill="hold" grpId="0" nodeType="clickEffect">
                                  <p:stCondLst>
                                    <p:cond delay="0"/>
                                  </p:stCondLst>
                                  <p:childTnLst>
                                    <p:set>
                                      <p:cBhvr>
                                        <p:cTn id="35" dur="1" fill="hold">
                                          <p:stCondLst>
                                            <p:cond delay="0"/>
                                          </p:stCondLst>
                                        </p:cTn>
                                        <p:tgtEl>
                                          <p:spTgt spid="49"/>
                                        </p:tgtEl>
                                        <p:attrNameLst>
                                          <p:attrName>style.visibility</p:attrName>
                                        </p:attrNameLst>
                                      </p:cBhvr>
                                      <p:to>
                                        <p:strVal val="visible"/>
                                      </p:to>
                                    </p:set>
                                    <p:animEffect transition="in" filter="wipe(left)">
                                      <p:cBhvr>
                                        <p:cTn id="36" dur="1000"/>
                                        <p:tgtEl>
                                          <p:spTgt spid="49"/>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5" grpId="0"/>
      <p:bldP spid="29" grpId="0" animBg="1"/>
      <p:bldP spid="46" grpId="0" animBg="1"/>
      <p:bldP spid="47" grpId="0" animBg="1"/>
      <p:bldP spid="49" grpId="0" animBg="1"/>
    </p:bldLst>
  </p:timing>
</p:sld>
</file>

<file path=ppt/slides/slide26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4" name="组合 3">
            <a:extLst>
              <a:ext uri="{FF2B5EF4-FFF2-40B4-BE49-F238E27FC236}">
                <a16:creationId xmlns:a16="http://schemas.microsoft.com/office/drawing/2014/main" id="{9A1EA9F2-FCB6-48C3-935F-7AE7E3AD14AC}"/>
              </a:ext>
            </a:extLst>
          </p:cNvPr>
          <p:cNvGrpSpPr/>
          <p:nvPr/>
        </p:nvGrpSpPr>
        <p:grpSpPr>
          <a:xfrm>
            <a:off x="304799" y="749300"/>
            <a:ext cx="6192345" cy="400110"/>
            <a:chOff x="424116" y="898245"/>
            <a:chExt cx="6192345" cy="400110"/>
          </a:xfrm>
        </p:grpSpPr>
        <p:sp>
          <p:nvSpPr>
            <p:cNvPr id="2" name="平行四边形 1">
              <a:extLst>
                <a:ext uri="{FF2B5EF4-FFF2-40B4-BE49-F238E27FC236}">
                  <a16:creationId xmlns:a16="http://schemas.microsoft.com/office/drawing/2014/main" id="{1F5BAA3F-9845-4F89-A2DD-8222D3E4EDAC}"/>
                </a:ext>
              </a:extLst>
            </p:cNvPr>
            <p:cNvSpPr/>
            <p:nvPr/>
          </p:nvSpPr>
          <p:spPr>
            <a:xfrm>
              <a:off x="424116" y="898245"/>
              <a:ext cx="695119" cy="387090"/>
            </a:xfrm>
            <a:prstGeom prst="parallelogram">
              <a:avLst/>
            </a:prstGeom>
            <a:solidFill>
              <a:schemeClr val="accent3">
                <a:lumMod val="75000"/>
              </a:schemeClr>
            </a:solidFill>
            <a:ln>
              <a:solidFill>
                <a:schemeClr val="accent3">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CN" sz="2200" dirty="0">
                  <a:latin typeface="Impact" panose="020B0806030902050204" pitchFamily="34" charset="0"/>
                </a:rPr>
                <a:t>02</a:t>
              </a:r>
              <a:endParaRPr lang="zh-CN" altLang="en-US" sz="2200" dirty="0">
                <a:latin typeface="Impact" panose="020B0806030902050204" pitchFamily="34" charset="0"/>
              </a:endParaRPr>
            </a:p>
          </p:txBody>
        </p:sp>
        <p:sp>
          <p:nvSpPr>
            <p:cNvPr id="3" name="文本框 2">
              <a:extLst>
                <a:ext uri="{FF2B5EF4-FFF2-40B4-BE49-F238E27FC236}">
                  <a16:creationId xmlns:a16="http://schemas.microsoft.com/office/drawing/2014/main" id="{4D6BD736-A4D3-4F26-AFED-36E11F50F70B}"/>
                </a:ext>
              </a:extLst>
            </p:cNvPr>
            <p:cNvSpPr txBox="1"/>
            <p:nvPr/>
          </p:nvSpPr>
          <p:spPr>
            <a:xfrm>
              <a:off x="1119235" y="898245"/>
              <a:ext cx="5497226" cy="400110"/>
            </a:xfrm>
            <a:prstGeom prst="rect">
              <a:avLst/>
            </a:prstGeom>
            <a:noFill/>
          </p:spPr>
          <p:txBody>
            <a:bodyPr wrap="square" rtlCol="0">
              <a:spAutoFit/>
            </a:bodyPr>
            <a:lstStyle/>
            <a:p>
              <a:r>
                <a:rPr lang="en-US" altLang="zh-CN" sz="2000" b="1" dirty="0"/>
                <a:t>MAC</a:t>
              </a:r>
              <a:r>
                <a:rPr lang="zh-CN" altLang="en-US" sz="2000" b="1" dirty="0"/>
                <a:t>地址</a:t>
              </a:r>
            </a:p>
          </p:txBody>
        </p:sp>
      </p:grpSp>
      <p:pic>
        <p:nvPicPr>
          <p:cNvPr id="12" name="图片 11">
            <a:extLst>
              <a:ext uri="{FF2B5EF4-FFF2-40B4-BE49-F238E27FC236}">
                <a16:creationId xmlns:a16="http://schemas.microsoft.com/office/drawing/2014/main" id="{DCABDD5D-2AF0-4C0E-A82F-A92EC7F85628}"/>
              </a:ext>
            </a:extLst>
          </p:cNvPr>
          <p:cNvPicPr>
            <a:picLocks noChangeAspect="1"/>
          </p:cNvPicPr>
          <p:nvPr/>
        </p:nvPicPr>
        <p:blipFill>
          <a:blip r:embed="rId3"/>
          <a:stretch>
            <a:fillRect/>
          </a:stretch>
        </p:blipFill>
        <p:spPr>
          <a:xfrm>
            <a:off x="1123950" y="1590879"/>
            <a:ext cx="9944100" cy="4848021"/>
          </a:xfrm>
          <a:prstGeom prst="rect">
            <a:avLst/>
          </a:prstGeom>
        </p:spPr>
      </p:pic>
      <p:sp>
        <p:nvSpPr>
          <p:cNvPr id="45" name="文本框 44">
            <a:extLst>
              <a:ext uri="{FF2B5EF4-FFF2-40B4-BE49-F238E27FC236}">
                <a16:creationId xmlns:a16="http://schemas.microsoft.com/office/drawing/2014/main" id="{0433FFDC-3B85-4893-BDBF-4F231B871954}"/>
              </a:ext>
            </a:extLst>
          </p:cNvPr>
          <p:cNvSpPr txBox="1"/>
          <p:nvPr/>
        </p:nvSpPr>
        <p:spPr>
          <a:xfrm>
            <a:off x="4076973" y="1224946"/>
            <a:ext cx="4047371" cy="369332"/>
          </a:xfrm>
          <a:prstGeom prst="rect">
            <a:avLst/>
          </a:prstGeom>
          <a:noFill/>
        </p:spPr>
        <p:txBody>
          <a:bodyPr wrap="square">
            <a:spAutoFit/>
          </a:bodyPr>
          <a:lstStyle/>
          <a:p>
            <a:pPr algn="ctr"/>
            <a:r>
              <a:rPr lang="zh-CN" altLang="en-US" b="1" dirty="0"/>
              <a:t>http://standards-oui.ieee.org/oui/oui.txt</a:t>
            </a:r>
          </a:p>
        </p:txBody>
      </p:sp>
      <p:pic>
        <p:nvPicPr>
          <p:cNvPr id="8" name="图片 7">
            <a:extLst>
              <a:ext uri="{FF2B5EF4-FFF2-40B4-BE49-F238E27FC236}">
                <a16:creationId xmlns:a16="http://schemas.microsoft.com/office/drawing/2014/main" id="{4F98DF66-1798-446A-A355-22900EB9FFDD}"/>
              </a:ext>
            </a:extLst>
          </p:cNvPr>
          <p:cNvPicPr>
            <a:picLocks noChangeAspect="1"/>
          </p:cNvPicPr>
          <p:nvPr/>
        </p:nvPicPr>
        <p:blipFill>
          <a:blip r:embed="rId4"/>
          <a:stretch>
            <a:fillRect/>
          </a:stretch>
        </p:blipFill>
        <p:spPr>
          <a:xfrm>
            <a:off x="1177536" y="2035747"/>
            <a:ext cx="9711937" cy="4508964"/>
          </a:xfrm>
          <a:prstGeom prst="rect">
            <a:avLst/>
          </a:prstGeom>
        </p:spPr>
      </p:pic>
      <p:sp>
        <p:nvSpPr>
          <p:cNvPr id="15" name="矩形 14">
            <a:extLst>
              <a:ext uri="{FF2B5EF4-FFF2-40B4-BE49-F238E27FC236}">
                <a16:creationId xmlns:a16="http://schemas.microsoft.com/office/drawing/2014/main" id="{C43C8F47-9FE3-4E3F-99B1-396D2C226D69}"/>
              </a:ext>
            </a:extLst>
          </p:cNvPr>
          <p:cNvSpPr/>
          <p:nvPr/>
        </p:nvSpPr>
        <p:spPr>
          <a:xfrm>
            <a:off x="1177536" y="2197192"/>
            <a:ext cx="934136" cy="328920"/>
          </a:xfrm>
          <a:prstGeom prst="rect">
            <a:avLst/>
          </a:prstGeom>
          <a:solidFill>
            <a:schemeClr val="accent1">
              <a:alpha val="44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16" name="矩形 15">
            <a:extLst>
              <a:ext uri="{FF2B5EF4-FFF2-40B4-BE49-F238E27FC236}">
                <a16:creationId xmlns:a16="http://schemas.microsoft.com/office/drawing/2014/main" id="{98FD4789-2807-4833-A6F4-149227471A98}"/>
              </a:ext>
            </a:extLst>
          </p:cNvPr>
          <p:cNvSpPr/>
          <p:nvPr/>
        </p:nvSpPr>
        <p:spPr>
          <a:xfrm>
            <a:off x="4395383" y="2197192"/>
            <a:ext cx="3090856" cy="328920"/>
          </a:xfrm>
          <a:prstGeom prst="rect">
            <a:avLst/>
          </a:prstGeom>
          <a:solidFill>
            <a:schemeClr val="accent1">
              <a:alpha val="44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Tree>
    <p:custDataLst>
      <p:tags r:id="rId1"/>
    </p:custDataLst>
    <p:extLst>
      <p:ext uri="{BB962C8B-B14F-4D97-AF65-F5344CB8AC3E}">
        <p14:creationId xmlns:p14="http://schemas.microsoft.com/office/powerpoint/2010/main" val="3684470882"/>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2" presetClass="entr" presetSubtype="4" fill="hold" nodeType="withEffect">
                                  <p:stCondLst>
                                    <p:cond delay="0"/>
                                  </p:stCondLst>
                                  <p:childTnLst>
                                    <p:set>
                                      <p:cBhvr>
                                        <p:cTn id="6" dur="1" fill="hold">
                                          <p:stCondLst>
                                            <p:cond delay="0"/>
                                          </p:stCondLst>
                                        </p:cTn>
                                        <p:tgtEl>
                                          <p:spTgt spid="8"/>
                                        </p:tgtEl>
                                        <p:attrNameLst>
                                          <p:attrName>style.visibility</p:attrName>
                                        </p:attrNameLst>
                                      </p:cBhvr>
                                      <p:to>
                                        <p:strVal val="visible"/>
                                      </p:to>
                                    </p:set>
                                    <p:anim calcmode="lin" valueType="num">
                                      <p:cBhvr additive="base">
                                        <p:cTn id="7" dur="500"/>
                                        <p:tgtEl>
                                          <p:spTgt spid="8"/>
                                        </p:tgtEl>
                                        <p:attrNameLst>
                                          <p:attrName>ppt_y</p:attrName>
                                        </p:attrNameLst>
                                      </p:cBhvr>
                                      <p:tavLst>
                                        <p:tav tm="0">
                                          <p:val>
                                            <p:strVal val="#ppt_y+#ppt_h*1.125000"/>
                                          </p:val>
                                        </p:tav>
                                        <p:tav tm="100000">
                                          <p:val>
                                            <p:strVal val="#ppt_y"/>
                                          </p:val>
                                        </p:tav>
                                      </p:tavLst>
                                    </p:anim>
                                    <p:animEffect transition="in" filter="wipe(up)">
                                      <p:cBhvr>
                                        <p:cTn id="8" dur="500"/>
                                        <p:tgtEl>
                                          <p:spTgt spid="8"/>
                                        </p:tgtEl>
                                      </p:cBhvr>
                                    </p:animEffect>
                                  </p:childTnLst>
                                </p:cTn>
                              </p:par>
                            </p:childTnLst>
                          </p:cTn>
                        </p:par>
                      </p:childTnLst>
                    </p:cTn>
                  </p:par>
                  <p:par>
                    <p:cTn id="9" fill="hold">
                      <p:stCondLst>
                        <p:cond delay="indefinite"/>
                      </p:stCondLst>
                      <p:childTnLst>
                        <p:par>
                          <p:cTn id="10" fill="hold">
                            <p:stCondLst>
                              <p:cond delay="0"/>
                            </p:stCondLst>
                            <p:childTnLst>
                              <p:par>
                                <p:cTn id="11" presetID="22" presetClass="entr" presetSubtype="8" fill="hold" grpId="0" nodeType="clickEffect">
                                  <p:stCondLst>
                                    <p:cond delay="0"/>
                                  </p:stCondLst>
                                  <p:childTnLst>
                                    <p:set>
                                      <p:cBhvr>
                                        <p:cTn id="12" dur="1" fill="hold">
                                          <p:stCondLst>
                                            <p:cond delay="0"/>
                                          </p:stCondLst>
                                        </p:cTn>
                                        <p:tgtEl>
                                          <p:spTgt spid="15"/>
                                        </p:tgtEl>
                                        <p:attrNameLst>
                                          <p:attrName>style.visibility</p:attrName>
                                        </p:attrNameLst>
                                      </p:cBhvr>
                                      <p:to>
                                        <p:strVal val="visible"/>
                                      </p:to>
                                    </p:set>
                                    <p:animEffect transition="in" filter="wipe(left)">
                                      <p:cBhvr>
                                        <p:cTn id="13" dur="1000"/>
                                        <p:tgtEl>
                                          <p:spTgt spid="15"/>
                                        </p:tgtEl>
                                      </p:cBhvr>
                                    </p:animEffect>
                                  </p:childTnLst>
                                </p:cTn>
                              </p:par>
                            </p:childTnLst>
                          </p:cTn>
                        </p:par>
                      </p:childTnLst>
                    </p:cTn>
                  </p:par>
                  <p:par>
                    <p:cTn id="14" fill="hold">
                      <p:stCondLst>
                        <p:cond delay="indefinite"/>
                      </p:stCondLst>
                      <p:childTnLst>
                        <p:par>
                          <p:cTn id="15" fill="hold">
                            <p:stCondLst>
                              <p:cond delay="0"/>
                            </p:stCondLst>
                            <p:childTnLst>
                              <p:par>
                                <p:cTn id="16" presetID="22" presetClass="entr" presetSubtype="8" fill="hold" grpId="0" nodeType="clickEffect">
                                  <p:stCondLst>
                                    <p:cond delay="0"/>
                                  </p:stCondLst>
                                  <p:childTnLst>
                                    <p:set>
                                      <p:cBhvr>
                                        <p:cTn id="17" dur="1" fill="hold">
                                          <p:stCondLst>
                                            <p:cond delay="0"/>
                                          </p:stCondLst>
                                        </p:cTn>
                                        <p:tgtEl>
                                          <p:spTgt spid="16"/>
                                        </p:tgtEl>
                                        <p:attrNameLst>
                                          <p:attrName>style.visibility</p:attrName>
                                        </p:attrNameLst>
                                      </p:cBhvr>
                                      <p:to>
                                        <p:strVal val="visible"/>
                                      </p:to>
                                    </p:set>
                                    <p:animEffect transition="in" filter="wipe(left)">
                                      <p:cBhvr>
                                        <p:cTn id="18" dur="1000"/>
                                        <p:tgtEl>
                                          <p:spTgt spid="16"/>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5" grpId="0" animBg="1"/>
      <p:bldP spid="16" grpId="0" animBg="1"/>
    </p:bldLst>
  </p:timing>
</p:sld>
</file>

<file path=ppt/slides/slide26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4" name="组合 3">
            <a:extLst>
              <a:ext uri="{FF2B5EF4-FFF2-40B4-BE49-F238E27FC236}">
                <a16:creationId xmlns:a16="http://schemas.microsoft.com/office/drawing/2014/main" id="{9A1EA9F2-FCB6-48C3-935F-7AE7E3AD14AC}"/>
              </a:ext>
            </a:extLst>
          </p:cNvPr>
          <p:cNvGrpSpPr/>
          <p:nvPr/>
        </p:nvGrpSpPr>
        <p:grpSpPr>
          <a:xfrm>
            <a:off x="304799" y="749300"/>
            <a:ext cx="6192345" cy="400110"/>
            <a:chOff x="424116" y="898245"/>
            <a:chExt cx="6192345" cy="400110"/>
          </a:xfrm>
        </p:grpSpPr>
        <p:sp>
          <p:nvSpPr>
            <p:cNvPr id="2" name="平行四边形 1">
              <a:extLst>
                <a:ext uri="{FF2B5EF4-FFF2-40B4-BE49-F238E27FC236}">
                  <a16:creationId xmlns:a16="http://schemas.microsoft.com/office/drawing/2014/main" id="{1F5BAA3F-9845-4F89-A2DD-8222D3E4EDAC}"/>
                </a:ext>
              </a:extLst>
            </p:cNvPr>
            <p:cNvSpPr/>
            <p:nvPr/>
          </p:nvSpPr>
          <p:spPr>
            <a:xfrm>
              <a:off x="424116" y="898245"/>
              <a:ext cx="695119" cy="387090"/>
            </a:xfrm>
            <a:prstGeom prst="parallelogram">
              <a:avLst/>
            </a:prstGeom>
            <a:solidFill>
              <a:schemeClr val="accent3">
                <a:lumMod val="75000"/>
              </a:schemeClr>
            </a:solidFill>
            <a:ln>
              <a:solidFill>
                <a:schemeClr val="accent3">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CN" sz="2200" dirty="0">
                  <a:latin typeface="Impact" panose="020B0806030902050204" pitchFamily="34" charset="0"/>
                </a:rPr>
                <a:t>02</a:t>
              </a:r>
              <a:endParaRPr lang="zh-CN" altLang="en-US" sz="2200" dirty="0">
                <a:latin typeface="Impact" panose="020B0806030902050204" pitchFamily="34" charset="0"/>
              </a:endParaRPr>
            </a:p>
          </p:txBody>
        </p:sp>
        <p:sp>
          <p:nvSpPr>
            <p:cNvPr id="3" name="文本框 2">
              <a:extLst>
                <a:ext uri="{FF2B5EF4-FFF2-40B4-BE49-F238E27FC236}">
                  <a16:creationId xmlns:a16="http://schemas.microsoft.com/office/drawing/2014/main" id="{4D6BD736-A4D3-4F26-AFED-36E11F50F70B}"/>
                </a:ext>
              </a:extLst>
            </p:cNvPr>
            <p:cNvSpPr txBox="1"/>
            <p:nvPr/>
          </p:nvSpPr>
          <p:spPr>
            <a:xfrm>
              <a:off x="1119235" y="898245"/>
              <a:ext cx="5497226" cy="400110"/>
            </a:xfrm>
            <a:prstGeom prst="rect">
              <a:avLst/>
            </a:prstGeom>
            <a:noFill/>
          </p:spPr>
          <p:txBody>
            <a:bodyPr wrap="square" rtlCol="0">
              <a:spAutoFit/>
            </a:bodyPr>
            <a:lstStyle/>
            <a:p>
              <a:r>
                <a:rPr lang="en-US" altLang="zh-CN" sz="2000" b="1" dirty="0"/>
                <a:t>MAC</a:t>
              </a:r>
              <a:r>
                <a:rPr lang="zh-CN" altLang="en-US" sz="2000" b="1" dirty="0"/>
                <a:t>地址</a:t>
              </a:r>
            </a:p>
          </p:txBody>
        </p:sp>
      </p:grpSp>
      <p:pic>
        <p:nvPicPr>
          <p:cNvPr id="6" name="图片 5">
            <a:extLst>
              <a:ext uri="{FF2B5EF4-FFF2-40B4-BE49-F238E27FC236}">
                <a16:creationId xmlns:a16="http://schemas.microsoft.com/office/drawing/2014/main" id="{6C6F47F0-7A8A-4392-9253-244FD7035DBE}"/>
              </a:ext>
            </a:extLst>
          </p:cNvPr>
          <p:cNvPicPr>
            <a:picLocks noChangeAspect="1"/>
          </p:cNvPicPr>
          <p:nvPr/>
        </p:nvPicPr>
        <p:blipFill>
          <a:blip r:embed="rId3"/>
          <a:stretch>
            <a:fillRect/>
          </a:stretch>
        </p:blipFill>
        <p:spPr>
          <a:xfrm>
            <a:off x="2829727" y="1132853"/>
            <a:ext cx="6532546" cy="5133092"/>
          </a:xfrm>
          <a:prstGeom prst="rect">
            <a:avLst/>
          </a:prstGeom>
        </p:spPr>
      </p:pic>
      <p:sp>
        <p:nvSpPr>
          <p:cNvPr id="13" name="矩形 12">
            <a:extLst>
              <a:ext uri="{FF2B5EF4-FFF2-40B4-BE49-F238E27FC236}">
                <a16:creationId xmlns:a16="http://schemas.microsoft.com/office/drawing/2014/main" id="{3F843E4E-0AF1-4B06-864F-9E00CF8DEDFC}"/>
              </a:ext>
            </a:extLst>
          </p:cNvPr>
          <p:cNvSpPr/>
          <p:nvPr/>
        </p:nvSpPr>
        <p:spPr>
          <a:xfrm>
            <a:off x="5263833" y="2993180"/>
            <a:ext cx="1314583" cy="254008"/>
          </a:xfrm>
          <a:prstGeom prst="rect">
            <a:avLst/>
          </a:prstGeom>
          <a:solidFill>
            <a:schemeClr val="accent1">
              <a:alpha val="44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14" name="矩形 13">
            <a:extLst>
              <a:ext uri="{FF2B5EF4-FFF2-40B4-BE49-F238E27FC236}">
                <a16:creationId xmlns:a16="http://schemas.microsoft.com/office/drawing/2014/main" id="{C0E0A761-8CE2-4C72-ACFC-04F35BAA71B6}"/>
              </a:ext>
            </a:extLst>
          </p:cNvPr>
          <p:cNvSpPr/>
          <p:nvPr/>
        </p:nvSpPr>
        <p:spPr>
          <a:xfrm>
            <a:off x="3264995" y="3806355"/>
            <a:ext cx="5563241" cy="2426699"/>
          </a:xfrm>
          <a:prstGeom prst="rect">
            <a:avLst/>
          </a:prstGeom>
          <a:solidFill>
            <a:schemeClr val="accent1">
              <a:alpha val="44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Tree>
    <p:custDataLst>
      <p:tags r:id="rId1"/>
    </p:custDataLst>
    <p:extLst>
      <p:ext uri="{BB962C8B-B14F-4D97-AF65-F5344CB8AC3E}">
        <p14:creationId xmlns:p14="http://schemas.microsoft.com/office/powerpoint/2010/main" val="1708062928"/>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30" presetClass="entr" presetSubtype="0" fill="hold" nodeType="withEffect">
                                  <p:stCondLst>
                                    <p:cond delay="0"/>
                                  </p:stCondLst>
                                  <p:childTnLst>
                                    <p:set>
                                      <p:cBhvr>
                                        <p:cTn id="6" dur="1" fill="hold">
                                          <p:stCondLst>
                                            <p:cond delay="0"/>
                                          </p:stCondLst>
                                        </p:cTn>
                                        <p:tgtEl>
                                          <p:spTgt spid="6"/>
                                        </p:tgtEl>
                                        <p:attrNameLst>
                                          <p:attrName>style.visibility</p:attrName>
                                        </p:attrNameLst>
                                      </p:cBhvr>
                                      <p:to>
                                        <p:strVal val="visible"/>
                                      </p:to>
                                    </p:set>
                                    <p:animEffect transition="in" filter="fade">
                                      <p:cBhvr>
                                        <p:cTn id="7" dur="800" decel="100000"/>
                                        <p:tgtEl>
                                          <p:spTgt spid="6"/>
                                        </p:tgtEl>
                                      </p:cBhvr>
                                    </p:animEffect>
                                    <p:anim calcmode="lin" valueType="num">
                                      <p:cBhvr>
                                        <p:cTn id="8" dur="800" decel="100000" fill="hold"/>
                                        <p:tgtEl>
                                          <p:spTgt spid="6"/>
                                        </p:tgtEl>
                                        <p:attrNameLst>
                                          <p:attrName>style.rotation</p:attrName>
                                        </p:attrNameLst>
                                      </p:cBhvr>
                                      <p:tavLst>
                                        <p:tav tm="0">
                                          <p:val>
                                            <p:fltVal val="-90"/>
                                          </p:val>
                                        </p:tav>
                                        <p:tav tm="100000">
                                          <p:val>
                                            <p:fltVal val="0"/>
                                          </p:val>
                                        </p:tav>
                                      </p:tavLst>
                                    </p:anim>
                                    <p:anim calcmode="lin" valueType="num">
                                      <p:cBhvr>
                                        <p:cTn id="9" dur="800" decel="100000" fill="hold"/>
                                        <p:tgtEl>
                                          <p:spTgt spid="6"/>
                                        </p:tgtEl>
                                        <p:attrNameLst>
                                          <p:attrName>ppt_x</p:attrName>
                                        </p:attrNameLst>
                                      </p:cBhvr>
                                      <p:tavLst>
                                        <p:tav tm="0">
                                          <p:val>
                                            <p:strVal val="#ppt_x+0.4"/>
                                          </p:val>
                                        </p:tav>
                                        <p:tav tm="100000">
                                          <p:val>
                                            <p:strVal val="#ppt_x-0.05"/>
                                          </p:val>
                                        </p:tav>
                                      </p:tavLst>
                                    </p:anim>
                                    <p:anim calcmode="lin" valueType="num">
                                      <p:cBhvr>
                                        <p:cTn id="10" dur="800" decel="100000" fill="hold"/>
                                        <p:tgtEl>
                                          <p:spTgt spid="6"/>
                                        </p:tgtEl>
                                        <p:attrNameLst>
                                          <p:attrName>ppt_y</p:attrName>
                                        </p:attrNameLst>
                                      </p:cBhvr>
                                      <p:tavLst>
                                        <p:tav tm="0">
                                          <p:val>
                                            <p:strVal val="#ppt_y-0.4"/>
                                          </p:val>
                                        </p:tav>
                                        <p:tav tm="100000">
                                          <p:val>
                                            <p:strVal val="#ppt_y+0.1"/>
                                          </p:val>
                                        </p:tav>
                                      </p:tavLst>
                                    </p:anim>
                                    <p:anim calcmode="lin" valueType="num">
                                      <p:cBhvr>
                                        <p:cTn id="11" dur="200" accel="100000" fill="hold">
                                          <p:stCondLst>
                                            <p:cond delay="800"/>
                                          </p:stCondLst>
                                        </p:cTn>
                                        <p:tgtEl>
                                          <p:spTgt spid="6"/>
                                        </p:tgtEl>
                                        <p:attrNameLst>
                                          <p:attrName>ppt_x</p:attrName>
                                        </p:attrNameLst>
                                      </p:cBhvr>
                                      <p:tavLst>
                                        <p:tav tm="0">
                                          <p:val>
                                            <p:strVal val="#ppt_x-0.05"/>
                                          </p:val>
                                        </p:tav>
                                        <p:tav tm="100000">
                                          <p:val>
                                            <p:strVal val="#ppt_x"/>
                                          </p:val>
                                        </p:tav>
                                      </p:tavLst>
                                    </p:anim>
                                    <p:anim calcmode="lin" valueType="num">
                                      <p:cBhvr>
                                        <p:cTn id="12" dur="200" accel="100000" fill="hold">
                                          <p:stCondLst>
                                            <p:cond delay="800"/>
                                          </p:stCondLst>
                                        </p:cTn>
                                        <p:tgtEl>
                                          <p:spTgt spid="6"/>
                                        </p:tgtEl>
                                        <p:attrNameLst>
                                          <p:attrName>ppt_y</p:attrName>
                                        </p:attrNameLst>
                                      </p:cBhvr>
                                      <p:tavLst>
                                        <p:tav tm="0">
                                          <p:val>
                                            <p:strVal val="#ppt_y+0.1"/>
                                          </p:val>
                                        </p:tav>
                                        <p:tav tm="100000">
                                          <p:val>
                                            <p:strVal val="#ppt_y"/>
                                          </p:val>
                                        </p:tav>
                                      </p:tavLst>
                                    </p:anim>
                                  </p:childTnLst>
                                </p:cTn>
                              </p:par>
                            </p:childTnLst>
                          </p:cTn>
                        </p:par>
                      </p:childTnLst>
                    </p:cTn>
                  </p:par>
                  <p:par>
                    <p:cTn id="13" fill="hold">
                      <p:stCondLst>
                        <p:cond delay="indefinite"/>
                      </p:stCondLst>
                      <p:childTnLst>
                        <p:par>
                          <p:cTn id="14" fill="hold">
                            <p:stCondLst>
                              <p:cond delay="0"/>
                            </p:stCondLst>
                            <p:childTnLst>
                              <p:par>
                                <p:cTn id="15" presetID="22" presetClass="entr" presetSubtype="8" fill="hold" grpId="0" nodeType="clickEffect">
                                  <p:stCondLst>
                                    <p:cond delay="0"/>
                                  </p:stCondLst>
                                  <p:childTnLst>
                                    <p:set>
                                      <p:cBhvr>
                                        <p:cTn id="16" dur="1" fill="hold">
                                          <p:stCondLst>
                                            <p:cond delay="0"/>
                                          </p:stCondLst>
                                        </p:cTn>
                                        <p:tgtEl>
                                          <p:spTgt spid="13"/>
                                        </p:tgtEl>
                                        <p:attrNameLst>
                                          <p:attrName>style.visibility</p:attrName>
                                        </p:attrNameLst>
                                      </p:cBhvr>
                                      <p:to>
                                        <p:strVal val="visible"/>
                                      </p:to>
                                    </p:set>
                                    <p:animEffect transition="in" filter="wipe(left)">
                                      <p:cBhvr>
                                        <p:cTn id="17" dur="1000"/>
                                        <p:tgtEl>
                                          <p:spTgt spid="13"/>
                                        </p:tgtEl>
                                      </p:cBhvr>
                                    </p:animEffect>
                                  </p:childTnLst>
                                </p:cTn>
                              </p:par>
                            </p:childTnLst>
                          </p:cTn>
                        </p:par>
                      </p:childTnLst>
                    </p:cTn>
                  </p:par>
                  <p:par>
                    <p:cTn id="18" fill="hold">
                      <p:stCondLst>
                        <p:cond delay="indefinite"/>
                      </p:stCondLst>
                      <p:childTnLst>
                        <p:par>
                          <p:cTn id="19" fill="hold">
                            <p:stCondLst>
                              <p:cond delay="0"/>
                            </p:stCondLst>
                            <p:childTnLst>
                              <p:par>
                                <p:cTn id="20" presetID="22" presetClass="entr" presetSubtype="1" fill="hold" grpId="0" nodeType="clickEffect">
                                  <p:stCondLst>
                                    <p:cond delay="0"/>
                                  </p:stCondLst>
                                  <p:childTnLst>
                                    <p:set>
                                      <p:cBhvr>
                                        <p:cTn id="21" dur="1" fill="hold">
                                          <p:stCondLst>
                                            <p:cond delay="0"/>
                                          </p:stCondLst>
                                        </p:cTn>
                                        <p:tgtEl>
                                          <p:spTgt spid="14"/>
                                        </p:tgtEl>
                                        <p:attrNameLst>
                                          <p:attrName>style.visibility</p:attrName>
                                        </p:attrNameLst>
                                      </p:cBhvr>
                                      <p:to>
                                        <p:strVal val="visible"/>
                                      </p:to>
                                    </p:set>
                                    <p:animEffect transition="in" filter="wipe(up)">
                                      <p:cBhvr>
                                        <p:cTn id="22" dur="1000"/>
                                        <p:tgtEl>
                                          <p:spTgt spid="14"/>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3" grpId="0" animBg="1"/>
      <p:bldP spid="14" grpId="0" animBg="1"/>
    </p:bldLst>
  </p:timing>
</p:sld>
</file>

<file path=ppt/slides/slide26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8" name="表格 8">
            <a:extLst>
              <a:ext uri="{FF2B5EF4-FFF2-40B4-BE49-F238E27FC236}">
                <a16:creationId xmlns:a16="http://schemas.microsoft.com/office/drawing/2014/main" id="{CD520B47-EE80-4B67-9B6F-48162B23B33C}"/>
              </a:ext>
            </a:extLst>
          </p:cNvPr>
          <p:cNvGraphicFramePr>
            <a:graphicFrameLocks noGrp="1"/>
          </p:cNvGraphicFramePr>
          <p:nvPr/>
        </p:nvGraphicFramePr>
        <p:xfrm>
          <a:off x="1128933" y="1402699"/>
          <a:ext cx="9936690" cy="370840"/>
        </p:xfrm>
        <a:graphic>
          <a:graphicData uri="http://schemas.openxmlformats.org/drawingml/2006/table">
            <a:tbl>
              <a:tblPr firstRow="1" bandRow="1">
                <a:tableStyleId>{5C22544A-7EE6-4342-B048-85BDC9FD1C3A}</a:tableStyleId>
              </a:tblPr>
              <a:tblGrid>
                <a:gridCol w="2460693">
                  <a:extLst>
                    <a:ext uri="{9D8B030D-6E8A-4147-A177-3AD203B41FA5}">
                      <a16:colId xmlns:a16="http://schemas.microsoft.com/office/drawing/2014/main" val="2117429894"/>
                    </a:ext>
                  </a:extLst>
                </a:gridCol>
                <a:gridCol w="5019040">
                  <a:extLst>
                    <a:ext uri="{9D8B030D-6E8A-4147-A177-3AD203B41FA5}">
                      <a16:colId xmlns:a16="http://schemas.microsoft.com/office/drawing/2014/main" val="989804778"/>
                    </a:ext>
                  </a:extLst>
                </a:gridCol>
                <a:gridCol w="2456957">
                  <a:extLst>
                    <a:ext uri="{9D8B030D-6E8A-4147-A177-3AD203B41FA5}">
                      <a16:colId xmlns:a16="http://schemas.microsoft.com/office/drawing/2014/main" val="293011856"/>
                    </a:ext>
                  </a:extLst>
                </a:gridCol>
              </a:tblGrid>
              <a:tr h="370840">
                <a:tc>
                  <a:txBody>
                    <a:bodyPr/>
                    <a:lstStyle/>
                    <a:p>
                      <a:pPr algn="ctr"/>
                      <a:r>
                        <a:rPr lang="zh-CN" altLang="en-US" dirty="0">
                          <a:solidFill>
                            <a:schemeClr val="tx1"/>
                          </a:solidFill>
                          <a:latin typeface="Arial Narrow" panose="020B0606020202030204" pitchFamily="34" charset="0"/>
                          <a:ea typeface="+mn-ea"/>
                        </a:rPr>
                        <a:t>第</a:t>
                      </a:r>
                      <a:r>
                        <a:rPr lang="en-US" altLang="zh-CN" dirty="0">
                          <a:solidFill>
                            <a:schemeClr val="tx1"/>
                          </a:solidFill>
                          <a:latin typeface="Arial Narrow" panose="020B0606020202030204" pitchFamily="34" charset="0"/>
                          <a:ea typeface="+mn-ea"/>
                        </a:rPr>
                        <a:t>1</a:t>
                      </a:r>
                      <a:r>
                        <a:rPr lang="zh-CN" altLang="en-US" dirty="0">
                          <a:solidFill>
                            <a:schemeClr val="tx1"/>
                          </a:solidFill>
                          <a:latin typeface="Arial Narrow" panose="020B0606020202030204" pitchFamily="34" charset="0"/>
                          <a:ea typeface="+mn-ea"/>
                        </a:rPr>
                        <a:t>字节</a:t>
                      </a: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ctr"/>
                      <a:r>
                        <a:rPr lang="zh-CN" altLang="en-US" dirty="0">
                          <a:solidFill>
                            <a:schemeClr val="tx1"/>
                          </a:solidFill>
                          <a:latin typeface="Arial Narrow" panose="020B0606020202030204" pitchFamily="34" charset="0"/>
                          <a:ea typeface="+mn-ea"/>
                        </a:rPr>
                        <a:t>第</a:t>
                      </a:r>
                      <a:r>
                        <a:rPr lang="en-US" altLang="zh-CN" dirty="0">
                          <a:solidFill>
                            <a:schemeClr val="tx1"/>
                          </a:solidFill>
                          <a:latin typeface="Arial Narrow" panose="020B0606020202030204" pitchFamily="34" charset="0"/>
                          <a:ea typeface="+mn-ea"/>
                        </a:rPr>
                        <a:t>2~5</a:t>
                      </a:r>
                      <a:r>
                        <a:rPr lang="zh-CN" altLang="en-US" dirty="0">
                          <a:solidFill>
                            <a:schemeClr val="tx1"/>
                          </a:solidFill>
                          <a:latin typeface="Arial Narrow" panose="020B0606020202030204" pitchFamily="34" charset="0"/>
                          <a:ea typeface="+mn-ea"/>
                        </a:rPr>
                        <a:t>字节</a:t>
                      </a: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ctr"/>
                      <a:r>
                        <a:rPr lang="zh-CN" altLang="en-US" dirty="0">
                          <a:solidFill>
                            <a:schemeClr val="tx1"/>
                          </a:solidFill>
                          <a:latin typeface="Arial Narrow" panose="020B0606020202030204" pitchFamily="34" charset="0"/>
                          <a:ea typeface="+mn-ea"/>
                        </a:rPr>
                        <a:t>第</a:t>
                      </a:r>
                      <a:r>
                        <a:rPr lang="en-US" altLang="zh-CN" dirty="0">
                          <a:solidFill>
                            <a:schemeClr val="tx1"/>
                          </a:solidFill>
                          <a:latin typeface="Arial Narrow" panose="020B0606020202030204" pitchFamily="34" charset="0"/>
                          <a:ea typeface="+mn-ea"/>
                        </a:rPr>
                        <a:t>6</a:t>
                      </a:r>
                      <a:r>
                        <a:rPr lang="zh-CN" altLang="en-US" dirty="0">
                          <a:solidFill>
                            <a:schemeClr val="tx1"/>
                          </a:solidFill>
                          <a:latin typeface="Arial Narrow" panose="020B0606020202030204" pitchFamily="34" charset="0"/>
                          <a:ea typeface="+mn-ea"/>
                        </a:rPr>
                        <a:t>字节</a:t>
                      </a: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extLst>
                  <a:ext uri="{0D108BD9-81ED-4DB2-BD59-A6C34878D82A}">
                    <a16:rowId xmlns:a16="http://schemas.microsoft.com/office/drawing/2014/main" val="3761746479"/>
                  </a:ext>
                </a:extLst>
              </a:tr>
            </a:tbl>
          </a:graphicData>
        </a:graphic>
      </p:graphicFrame>
      <p:grpSp>
        <p:nvGrpSpPr>
          <p:cNvPr id="4" name="组合 3">
            <a:extLst>
              <a:ext uri="{FF2B5EF4-FFF2-40B4-BE49-F238E27FC236}">
                <a16:creationId xmlns:a16="http://schemas.microsoft.com/office/drawing/2014/main" id="{9A1EA9F2-FCB6-48C3-935F-7AE7E3AD14AC}"/>
              </a:ext>
            </a:extLst>
          </p:cNvPr>
          <p:cNvGrpSpPr/>
          <p:nvPr/>
        </p:nvGrpSpPr>
        <p:grpSpPr>
          <a:xfrm>
            <a:off x="304799" y="749300"/>
            <a:ext cx="6192345" cy="400110"/>
            <a:chOff x="424116" y="898245"/>
            <a:chExt cx="6192345" cy="400110"/>
          </a:xfrm>
        </p:grpSpPr>
        <p:sp>
          <p:nvSpPr>
            <p:cNvPr id="2" name="平行四边形 1">
              <a:extLst>
                <a:ext uri="{FF2B5EF4-FFF2-40B4-BE49-F238E27FC236}">
                  <a16:creationId xmlns:a16="http://schemas.microsoft.com/office/drawing/2014/main" id="{1F5BAA3F-9845-4F89-A2DD-8222D3E4EDAC}"/>
                </a:ext>
              </a:extLst>
            </p:cNvPr>
            <p:cNvSpPr/>
            <p:nvPr/>
          </p:nvSpPr>
          <p:spPr>
            <a:xfrm>
              <a:off x="424116" y="898245"/>
              <a:ext cx="695119" cy="387090"/>
            </a:xfrm>
            <a:prstGeom prst="parallelogram">
              <a:avLst/>
            </a:prstGeom>
            <a:solidFill>
              <a:schemeClr val="accent3">
                <a:lumMod val="75000"/>
              </a:schemeClr>
            </a:solidFill>
            <a:ln>
              <a:solidFill>
                <a:schemeClr val="accent3">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CN" sz="2200" dirty="0">
                  <a:latin typeface="Impact" panose="020B0806030902050204" pitchFamily="34" charset="0"/>
                </a:rPr>
                <a:t>02</a:t>
              </a:r>
              <a:endParaRPr lang="zh-CN" altLang="en-US" sz="2200" dirty="0">
                <a:latin typeface="Impact" panose="020B0806030902050204" pitchFamily="34" charset="0"/>
              </a:endParaRPr>
            </a:p>
          </p:txBody>
        </p:sp>
        <p:sp>
          <p:nvSpPr>
            <p:cNvPr id="3" name="文本框 2">
              <a:extLst>
                <a:ext uri="{FF2B5EF4-FFF2-40B4-BE49-F238E27FC236}">
                  <a16:creationId xmlns:a16="http://schemas.microsoft.com/office/drawing/2014/main" id="{4D6BD736-A4D3-4F26-AFED-36E11F50F70B}"/>
                </a:ext>
              </a:extLst>
            </p:cNvPr>
            <p:cNvSpPr txBox="1"/>
            <p:nvPr/>
          </p:nvSpPr>
          <p:spPr>
            <a:xfrm>
              <a:off x="1119235" y="898245"/>
              <a:ext cx="5497226" cy="400110"/>
            </a:xfrm>
            <a:prstGeom prst="rect">
              <a:avLst/>
            </a:prstGeom>
            <a:noFill/>
          </p:spPr>
          <p:txBody>
            <a:bodyPr wrap="square" rtlCol="0">
              <a:spAutoFit/>
            </a:bodyPr>
            <a:lstStyle/>
            <a:p>
              <a:r>
                <a:rPr lang="en-US" altLang="zh-CN" sz="2000" b="1" dirty="0"/>
                <a:t>MAC</a:t>
              </a:r>
              <a:r>
                <a:rPr lang="zh-CN" altLang="en-US" sz="2000" b="1" dirty="0"/>
                <a:t>地址</a:t>
              </a:r>
            </a:p>
          </p:txBody>
        </p:sp>
      </p:grpSp>
      <p:sp>
        <p:nvSpPr>
          <p:cNvPr id="48" name="íşlïḍè">
            <a:extLst>
              <a:ext uri="{FF2B5EF4-FFF2-40B4-BE49-F238E27FC236}">
                <a16:creationId xmlns:a16="http://schemas.microsoft.com/office/drawing/2014/main" id="{3A8ED235-C46A-40A6-B687-AE21B4C08B05}"/>
              </a:ext>
            </a:extLst>
          </p:cNvPr>
          <p:cNvSpPr txBox="1"/>
          <p:nvPr/>
        </p:nvSpPr>
        <p:spPr>
          <a:xfrm>
            <a:off x="4470616" y="984954"/>
            <a:ext cx="3263923" cy="400110"/>
          </a:xfrm>
          <a:prstGeom prst="rect">
            <a:avLst/>
          </a:prstGeom>
          <a:noFill/>
        </p:spPr>
        <p:txBody>
          <a:bodyPr wrap="square" lIns="91440" tIns="45720" rIns="91440" bIns="45720" anchor="ctr">
            <a:noAutofit/>
          </a:bodyPr>
          <a:lstStyle/>
          <a:p>
            <a:pPr algn="ctr"/>
            <a:r>
              <a:rPr lang="en-US" altLang="zh-CN" b="1" dirty="0">
                <a:solidFill>
                  <a:schemeClr val="accent3">
                    <a:lumMod val="75000"/>
                  </a:schemeClr>
                </a:solidFill>
                <a:latin typeface="Arial Narrow" panose="020B0606020202030204" pitchFamily="34" charset="0"/>
              </a:rPr>
              <a:t>IEEE 802</a:t>
            </a:r>
            <a:r>
              <a:rPr lang="zh-CN" altLang="en-US" b="1" dirty="0">
                <a:solidFill>
                  <a:schemeClr val="accent3">
                    <a:lumMod val="75000"/>
                  </a:schemeClr>
                </a:solidFill>
                <a:latin typeface="Arial Narrow" panose="020B0606020202030204" pitchFamily="34" charset="0"/>
              </a:rPr>
              <a:t>局域网的</a:t>
            </a:r>
            <a:r>
              <a:rPr lang="en-US" altLang="zh-CN" b="1" dirty="0">
                <a:solidFill>
                  <a:schemeClr val="accent3">
                    <a:lumMod val="75000"/>
                  </a:schemeClr>
                </a:solidFill>
                <a:latin typeface="Arial Narrow" panose="020B0606020202030204" pitchFamily="34" charset="0"/>
              </a:rPr>
              <a:t>MAC</a:t>
            </a:r>
            <a:r>
              <a:rPr lang="zh-CN" altLang="en-US" b="1" dirty="0">
                <a:solidFill>
                  <a:schemeClr val="accent3">
                    <a:lumMod val="75000"/>
                  </a:schemeClr>
                </a:solidFill>
                <a:latin typeface="Arial Narrow" panose="020B0606020202030204" pitchFamily="34" charset="0"/>
              </a:rPr>
              <a:t>地址格式</a:t>
            </a:r>
          </a:p>
        </p:txBody>
      </p:sp>
      <p:graphicFrame>
        <p:nvGraphicFramePr>
          <p:cNvPr id="6" name="表格 6">
            <a:extLst>
              <a:ext uri="{FF2B5EF4-FFF2-40B4-BE49-F238E27FC236}">
                <a16:creationId xmlns:a16="http://schemas.microsoft.com/office/drawing/2014/main" id="{1A48AF6F-3A40-41AE-8302-66596AA26EC7}"/>
              </a:ext>
            </a:extLst>
          </p:cNvPr>
          <p:cNvGraphicFramePr>
            <a:graphicFrameLocks noGrp="1"/>
          </p:cNvGraphicFramePr>
          <p:nvPr/>
        </p:nvGraphicFramePr>
        <p:xfrm>
          <a:off x="1128933" y="1773539"/>
          <a:ext cx="9936688" cy="370840"/>
        </p:xfrm>
        <a:graphic>
          <a:graphicData uri="http://schemas.openxmlformats.org/drawingml/2006/table">
            <a:tbl>
              <a:tblPr firstRow="1" bandRow="1">
                <a:tableStyleId>{5C22544A-7EE6-4342-B048-85BDC9FD1C3A}</a:tableStyleId>
              </a:tblPr>
              <a:tblGrid>
                <a:gridCol w="307365">
                  <a:extLst>
                    <a:ext uri="{9D8B030D-6E8A-4147-A177-3AD203B41FA5}">
                      <a16:colId xmlns:a16="http://schemas.microsoft.com/office/drawing/2014/main" val="3978522098"/>
                    </a:ext>
                  </a:extLst>
                </a:gridCol>
                <a:gridCol w="307365">
                  <a:extLst>
                    <a:ext uri="{9D8B030D-6E8A-4147-A177-3AD203B41FA5}">
                      <a16:colId xmlns:a16="http://schemas.microsoft.com/office/drawing/2014/main" val="849717532"/>
                    </a:ext>
                  </a:extLst>
                </a:gridCol>
                <a:gridCol w="307365">
                  <a:extLst>
                    <a:ext uri="{9D8B030D-6E8A-4147-A177-3AD203B41FA5}">
                      <a16:colId xmlns:a16="http://schemas.microsoft.com/office/drawing/2014/main" val="2142942144"/>
                    </a:ext>
                  </a:extLst>
                </a:gridCol>
                <a:gridCol w="307365">
                  <a:extLst>
                    <a:ext uri="{9D8B030D-6E8A-4147-A177-3AD203B41FA5}">
                      <a16:colId xmlns:a16="http://schemas.microsoft.com/office/drawing/2014/main" val="874826259"/>
                    </a:ext>
                  </a:extLst>
                </a:gridCol>
                <a:gridCol w="307365">
                  <a:extLst>
                    <a:ext uri="{9D8B030D-6E8A-4147-A177-3AD203B41FA5}">
                      <a16:colId xmlns:a16="http://schemas.microsoft.com/office/drawing/2014/main" val="2199175047"/>
                    </a:ext>
                  </a:extLst>
                </a:gridCol>
                <a:gridCol w="307365">
                  <a:extLst>
                    <a:ext uri="{9D8B030D-6E8A-4147-A177-3AD203B41FA5}">
                      <a16:colId xmlns:a16="http://schemas.microsoft.com/office/drawing/2014/main" val="4096098212"/>
                    </a:ext>
                  </a:extLst>
                </a:gridCol>
                <a:gridCol w="307365">
                  <a:extLst>
                    <a:ext uri="{9D8B030D-6E8A-4147-A177-3AD203B41FA5}">
                      <a16:colId xmlns:a16="http://schemas.microsoft.com/office/drawing/2014/main" val="3161922733"/>
                    </a:ext>
                  </a:extLst>
                </a:gridCol>
                <a:gridCol w="307365">
                  <a:extLst>
                    <a:ext uri="{9D8B030D-6E8A-4147-A177-3AD203B41FA5}">
                      <a16:colId xmlns:a16="http://schemas.microsoft.com/office/drawing/2014/main" val="1896170140"/>
                    </a:ext>
                  </a:extLst>
                </a:gridCol>
                <a:gridCol w="5019040">
                  <a:extLst>
                    <a:ext uri="{9D8B030D-6E8A-4147-A177-3AD203B41FA5}">
                      <a16:colId xmlns:a16="http://schemas.microsoft.com/office/drawing/2014/main" val="1832502197"/>
                    </a:ext>
                  </a:extLst>
                </a:gridCol>
                <a:gridCol w="307341">
                  <a:extLst>
                    <a:ext uri="{9D8B030D-6E8A-4147-A177-3AD203B41FA5}">
                      <a16:colId xmlns:a16="http://schemas.microsoft.com/office/drawing/2014/main" val="3285941259"/>
                    </a:ext>
                  </a:extLst>
                </a:gridCol>
                <a:gridCol w="307341">
                  <a:extLst>
                    <a:ext uri="{9D8B030D-6E8A-4147-A177-3AD203B41FA5}">
                      <a16:colId xmlns:a16="http://schemas.microsoft.com/office/drawing/2014/main" val="1296972243"/>
                    </a:ext>
                  </a:extLst>
                </a:gridCol>
                <a:gridCol w="307341">
                  <a:extLst>
                    <a:ext uri="{9D8B030D-6E8A-4147-A177-3AD203B41FA5}">
                      <a16:colId xmlns:a16="http://schemas.microsoft.com/office/drawing/2014/main" val="4187490853"/>
                    </a:ext>
                  </a:extLst>
                </a:gridCol>
                <a:gridCol w="307341">
                  <a:extLst>
                    <a:ext uri="{9D8B030D-6E8A-4147-A177-3AD203B41FA5}">
                      <a16:colId xmlns:a16="http://schemas.microsoft.com/office/drawing/2014/main" val="837431734"/>
                    </a:ext>
                  </a:extLst>
                </a:gridCol>
                <a:gridCol w="307341">
                  <a:extLst>
                    <a:ext uri="{9D8B030D-6E8A-4147-A177-3AD203B41FA5}">
                      <a16:colId xmlns:a16="http://schemas.microsoft.com/office/drawing/2014/main" val="880851581"/>
                    </a:ext>
                  </a:extLst>
                </a:gridCol>
                <a:gridCol w="307341">
                  <a:extLst>
                    <a:ext uri="{9D8B030D-6E8A-4147-A177-3AD203B41FA5}">
                      <a16:colId xmlns:a16="http://schemas.microsoft.com/office/drawing/2014/main" val="2388368653"/>
                    </a:ext>
                  </a:extLst>
                </a:gridCol>
                <a:gridCol w="307341">
                  <a:extLst>
                    <a:ext uri="{9D8B030D-6E8A-4147-A177-3AD203B41FA5}">
                      <a16:colId xmlns:a16="http://schemas.microsoft.com/office/drawing/2014/main" val="239311804"/>
                    </a:ext>
                  </a:extLst>
                </a:gridCol>
                <a:gridCol w="307341">
                  <a:extLst>
                    <a:ext uri="{9D8B030D-6E8A-4147-A177-3AD203B41FA5}">
                      <a16:colId xmlns:a16="http://schemas.microsoft.com/office/drawing/2014/main" val="450227044"/>
                    </a:ext>
                  </a:extLst>
                </a:gridCol>
              </a:tblGrid>
              <a:tr h="370840">
                <a:tc>
                  <a:txBody>
                    <a:bodyPr/>
                    <a:lstStyle/>
                    <a:p>
                      <a:pPr algn="ctr"/>
                      <a:r>
                        <a:rPr lang="en-US" altLang="zh-CN" dirty="0">
                          <a:solidFill>
                            <a:schemeClr val="tx1"/>
                          </a:solidFill>
                          <a:latin typeface="+mn-lt"/>
                        </a:rPr>
                        <a:t>b7</a:t>
                      </a:r>
                      <a:endParaRPr lang="zh-CN" altLang="en-US" dirty="0">
                        <a:solidFill>
                          <a:schemeClr val="tx1"/>
                        </a:solidFill>
                        <a:latin typeface="+mn-lt"/>
                      </a:endParaRPr>
                    </a:p>
                  </a:txBody>
                  <a:tcPr marL="36000" marR="3600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ctr"/>
                      <a:r>
                        <a:rPr lang="en-US" altLang="zh-CN" dirty="0">
                          <a:solidFill>
                            <a:schemeClr val="tx1"/>
                          </a:solidFill>
                          <a:latin typeface="+mn-lt"/>
                        </a:rPr>
                        <a:t>b6</a:t>
                      </a:r>
                      <a:endParaRPr lang="zh-CN" altLang="en-US" dirty="0">
                        <a:solidFill>
                          <a:schemeClr val="tx1"/>
                        </a:solidFill>
                        <a:latin typeface="+mn-lt"/>
                      </a:endParaRPr>
                    </a:p>
                  </a:txBody>
                  <a:tcPr marL="36000" marR="3600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ctr"/>
                      <a:r>
                        <a:rPr lang="en-US" altLang="zh-CN" dirty="0">
                          <a:solidFill>
                            <a:schemeClr val="tx1"/>
                          </a:solidFill>
                          <a:latin typeface="+mn-lt"/>
                        </a:rPr>
                        <a:t>b5</a:t>
                      </a:r>
                      <a:endParaRPr lang="zh-CN" altLang="en-US" dirty="0">
                        <a:solidFill>
                          <a:schemeClr val="tx1"/>
                        </a:solidFill>
                        <a:latin typeface="+mn-lt"/>
                      </a:endParaRPr>
                    </a:p>
                  </a:txBody>
                  <a:tcPr marL="36000" marR="3600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ctr"/>
                      <a:r>
                        <a:rPr lang="en-US" altLang="zh-CN" dirty="0">
                          <a:solidFill>
                            <a:schemeClr val="tx1"/>
                          </a:solidFill>
                          <a:latin typeface="+mn-lt"/>
                        </a:rPr>
                        <a:t>b4</a:t>
                      </a:r>
                      <a:endParaRPr lang="zh-CN" altLang="en-US" dirty="0">
                        <a:solidFill>
                          <a:schemeClr val="tx1"/>
                        </a:solidFill>
                        <a:latin typeface="+mn-lt"/>
                      </a:endParaRPr>
                    </a:p>
                  </a:txBody>
                  <a:tcPr marL="36000" marR="3600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ctr"/>
                      <a:r>
                        <a:rPr lang="en-US" altLang="zh-CN" dirty="0">
                          <a:solidFill>
                            <a:schemeClr val="tx1"/>
                          </a:solidFill>
                          <a:latin typeface="+mn-lt"/>
                        </a:rPr>
                        <a:t>b3</a:t>
                      </a:r>
                      <a:endParaRPr lang="zh-CN" altLang="en-US" dirty="0">
                        <a:solidFill>
                          <a:schemeClr val="tx1"/>
                        </a:solidFill>
                        <a:latin typeface="+mn-lt"/>
                      </a:endParaRPr>
                    </a:p>
                  </a:txBody>
                  <a:tcPr marL="36000" marR="3600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ctr"/>
                      <a:r>
                        <a:rPr lang="en-US" altLang="zh-CN" dirty="0">
                          <a:solidFill>
                            <a:schemeClr val="tx1"/>
                          </a:solidFill>
                          <a:latin typeface="+mn-lt"/>
                        </a:rPr>
                        <a:t>b2</a:t>
                      </a:r>
                      <a:endParaRPr lang="zh-CN" altLang="en-US" dirty="0">
                        <a:solidFill>
                          <a:schemeClr val="tx1"/>
                        </a:solidFill>
                        <a:latin typeface="+mn-lt"/>
                      </a:endParaRPr>
                    </a:p>
                  </a:txBody>
                  <a:tcPr marL="36000" marR="3600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ctr"/>
                      <a:r>
                        <a:rPr lang="en-US" altLang="zh-CN" dirty="0">
                          <a:solidFill>
                            <a:schemeClr val="tx1"/>
                          </a:solidFill>
                          <a:latin typeface="+mn-lt"/>
                        </a:rPr>
                        <a:t>b1</a:t>
                      </a:r>
                      <a:endParaRPr lang="zh-CN" altLang="en-US" dirty="0">
                        <a:solidFill>
                          <a:schemeClr val="tx1"/>
                        </a:solidFill>
                        <a:latin typeface="+mn-lt"/>
                      </a:endParaRPr>
                    </a:p>
                  </a:txBody>
                  <a:tcPr marL="36000" marR="3600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ctr"/>
                      <a:r>
                        <a:rPr lang="en-US" altLang="zh-CN" dirty="0">
                          <a:solidFill>
                            <a:schemeClr val="tx1"/>
                          </a:solidFill>
                          <a:latin typeface="+mn-lt"/>
                        </a:rPr>
                        <a:t>b0</a:t>
                      </a:r>
                      <a:endParaRPr lang="zh-CN" altLang="en-US" dirty="0">
                        <a:solidFill>
                          <a:schemeClr val="tx1"/>
                        </a:solidFill>
                        <a:latin typeface="+mn-lt"/>
                      </a:endParaRPr>
                    </a:p>
                  </a:txBody>
                  <a:tcPr marL="36000" marR="3600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ctr"/>
                      <a:r>
                        <a:rPr lang="en-US" altLang="zh-CN" dirty="0">
                          <a:solidFill>
                            <a:schemeClr val="tx1"/>
                          </a:solidFill>
                          <a:latin typeface="新宋体" panose="02010609030101010101" pitchFamily="49" charset="-122"/>
                          <a:ea typeface="新宋体" panose="02010609030101010101" pitchFamily="49" charset="-122"/>
                          <a:cs typeface="Times New Roman" panose="02020603050405020304" pitchFamily="18" charset="0"/>
                        </a:rPr>
                        <a:t>……</a:t>
                      </a:r>
                      <a:endParaRPr lang="zh-CN" altLang="en-US" dirty="0">
                        <a:solidFill>
                          <a:schemeClr val="tx1"/>
                        </a:solidFill>
                        <a:latin typeface="新宋体" panose="02010609030101010101" pitchFamily="49" charset="-122"/>
                        <a:ea typeface="新宋体" panose="02010609030101010101" pitchFamily="49" charset="-122"/>
                        <a:cs typeface="Times New Roman" panose="02020603050405020304" pitchFamily="18" charset="0"/>
                      </a:endParaRPr>
                    </a:p>
                  </a:txBody>
                  <a:tcPr marL="36000" marR="3600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ctr"/>
                      <a:r>
                        <a:rPr lang="en-US" altLang="zh-CN" dirty="0">
                          <a:solidFill>
                            <a:schemeClr val="tx1"/>
                          </a:solidFill>
                          <a:latin typeface="+mn-lt"/>
                        </a:rPr>
                        <a:t>b7</a:t>
                      </a:r>
                      <a:endParaRPr lang="zh-CN" altLang="en-US" dirty="0">
                        <a:solidFill>
                          <a:schemeClr val="tx1"/>
                        </a:solidFill>
                        <a:latin typeface="+mn-lt"/>
                      </a:endParaRPr>
                    </a:p>
                  </a:txBody>
                  <a:tcPr marL="36000" marR="3600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ctr"/>
                      <a:r>
                        <a:rPr lang="en-US" altLang="zh-CN" dirty="0">
                          <a:solidFill>
                            <a:schemeClr val="tx1"/>
                          </a:solidFill>
                          <a:latin typeface="+mn-lt"/>
                        </a:rPr>
                        <a:t>b6</a:t>
                      </a:r>
                      <a:endParaRPr lang="zh-CN" altLang="en-US" dirty="0">
                        <a:solidFill>
                          <a:schemeClr val="tx1"/>
                        </a:solidFill>
                        <a:latin typeface="+mn-lt"/>
                      </a:endParaRPr>
                    </a:p>
                  </a:txBody>
                  <a:tcPr marL="36000" marR="3600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ctr"/>
                      <a:r>
                        <a:rPr lang="en-US" altLang="zh-CN" dirty="0">
                          <a:solidFill>
                            <a:schemeClr val="tx1"/>
                          </a:solidFill>
                          <a:latin typeface="+mn-lt"/>
                        </a:rPr>
                        <a:t>b5</a:t>
                      </a:r>
                      <a:endParaRPr lang="zh-CN" altLang="en-US" dirty="0">
                        <a:solidFill>
                          <a:schemeClr val="tx1"/>
                        </a:solidFill>
                        <a:latin typeface="+mn-lt"/>
                      </a:endParaRPr>
                    </a:p>
                  </a:txBody>
                  <a:tcPr marL="36000" marR="3600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ctr"/>
                      <a:r>
                        <a:rPr lang="en-US" altLang="zh-CN" dirty="0">
                          <a:solidFill>
                            <a:schemeClr val="tx1"/>
                          </a:solidFill>
                          <a:latin typeface="+mn-lt"/>
                        </a:rPr>
                        <a:t>b4</a:t>
                      </a:r>
                      <a:endParaRPr lang="zh-CN" altLang="en-US" dirty="0">
                        <a:solidFill>
                          <a:schemeClr val="tx1"/>
                        </a:solidFill>
                        <a:latin typeface="+mn-lt"/>
                      </a:endParaRPr>
                    </a:p>
                  </a:txBody>
                  <a:tcPr marL="36000" marR="3600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ctr"/>
                      <a:r>
                        <a:rPr lang="en-US" altLang="zh-CN" dirty="0">
                          <a:solidFill>
                            <a:schemeClr val="tx1"/>
                          </a:solidFill>
                          <a:latin typeface="+mn-lt"/>
                        </a:rPr>
                        <a:t>b3</a:t>
                      </a:r>
                      <a:endParaRPr lang="zh-CN" altLang="en-US" dirty="0">
                        <a:solidFill>
                          <a:schemeClr val="tx1"/>
                        </a:solidFill>
                        <a:latin typeface="+mn-lt"/>
                      </a:endParaRPr>
                    </a:p>
                  </a:txBody>
                  <a:tcPr marL="36000" marR="3600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ctr"/>
                      <a:r>
                        <a:rPr lang="en-US" altLang="zh-CN" dirty="0">
                          <a:solidFill>
                            <a:schemeClr val="tx1"/>
                          </a:solidFill>
                          <a:latin typeface="+mn-lt"/>
                        </a:rPr>
                        <a:t>b2</a:t>
                      </a:r>
                      <a:endParaRPr lang="zh-CN" altLang="en-US" dirty="0">
                        <a:solidFill>
                          <a:schemeClr val="tx1"/>
                        </a:solidFill>
                        <a:latin typeface="+mn-lt"/>
                      </a:endParaRPr>
                    </a:p>
                  </a:txBody>
                  <a:tcPr marL="36000" marR="3600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ctr"/>
                      <a:r>
                        <a:rPr lang="en-US" altLang="zh-CN" dirty="0">
                          <a:solidFill>
                            <a:schemeClr val="tx1"/>
                          </a:solidFill>
                          <a:latin typeface="+mn-lt"/>
                        </a:rPr>
                        <a:t>b1</a:t>
                      </a:r>
                      <a:endParaRPr lang="zh-CN" altLang="en-US" dirty="0">
                        <a:solidFill>
                          <a:schemeClr val="tx1"/>
                        </a:solidFill>
                        <a:latin typeface="+mn-lt"/>
                      </a:endParaRPr>
                    </a:p>
                  </a:txBody>
                  <a:tcPr marL="36000" marR="3600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ctr"/>
                      <a:r>
                        <a:rPr lang="en-US" altLang="zh-CN" dirty="0">
                          <a:solidFill>
                            <a:schemeClr val="tx1"/>
                          </a:solidFill>
                          <a:latin typeface="+mn-lt"/>
                        </a:rPr>
                        <a:t>b0</a:t>
                      </a:r>
                      <a:endParaRPr lang="zh-CN" altLang="en-US" dirty="0">
                        <a:solidFill>
                          <a:schemeClr val="tx1"/>
                        </a:solidFill>
                        <a:latin typeface="+mn-lt"/>
                      </a:endParaRPr>
                    </a:p>
                  </a:txBody>
                  <a:tcPr marL="36000" marR="3600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extLst>
                  <a:ext uri="{0D108BD9-81ED-4DB2-BD59-A6C34878D82A}">
                    <a16:rowId xmlns:a16="http://schemas.microsoft.com/office/drawing/2014/main" val="2539908259"/>
                  </a:ext>
                </a:extLst>
              </a:tr>
            </a:tbl>
          </a:graphicData>
        </a:graphic>
      </p:graphicFrame>
    </p:spTree>
    <p:custDataLst>
      <p:tags r:id="rId1"/>
    </p:custDataLst>
    <p:extLst>
      <p:ext uri="{BB962C8B-B14F-4D97-AF65-F5344CB8AC3E}">
        <p14:creationId xmlns:p14="http://schemas.microsoft.com/office/powerpoint/2010/main" val="2374145438"/>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2" fill="hold" nodeType="withEffect">
                                  <p:stCondLst>
                                    <p:cond delay="0"/>
                                  </p:stCondLst>
                                  <p:childTnLst>
                                    <p:set>
                                      <p:cBhvr>
                                        <p:cTn id="6" dur="1" fill="hold">
                                          <p:stCondLst>
                                            <p:cond delay="0"/>
                                          </p:stCondLst>
                                        </p:cTn>
                                        <p:tgtEl>
                                          <p:spTgt spid="8"/>
                                        </p:tgtEl>
                                        <p:attrNameLst>
                                          <p:attrName>style.visibility</p:attrName>
                                        </p:attrNameLst>
                                      </p:cBhvr>
                                      <p:to>
                                        <p:strVal val="visible"/>
                                      </p:to>
                                    </p:set>
                                    <p:anim calcmode="lin" valueType="num">
                                      <p:cBhvr additive="base">
                                        <p:cTn id="7" dur="500" fill="hold"/>
                                        <p:tgtEl>
                                          <p:spTgt spid="8"/>
                                        </p:tgtEl>
                                        <p:attrNameLst>
                                          <p:attrName>ppt_x</p:attrName>
                                        </p:attrNameLst>
                                      </p:cBhvr>
                                      <p:tavLst>
                                        <p:tav tm="0">
                                          <p:val>
                                            <p:strVal val="1+#ppt_w/2"/>
                                          </p:val>
                                        </p:tav>
                                        <p:tav tm="100000">
                                          <p:val>
                                            <p:strVal val="#ppt_x"/>
                                          </p:val>
                                        </p:tav>
                                      </p:tavLst>
                                    </p:anim>
                                    <p:anim calcmode="lin" valueType="num">
                                      <p:cBhvr additive="base">
                                        <p:cTn id="8" dur="500" fill="hold"/>
                                        <p:tgtEl>
                                          <p:spTgt spid="8"/>
                                        </p:tgtEl>
                                        <p:attrNameLst>
                                          <p:attrName>ppt_y</p:attrName>
                                        </p:attrNameLst>
                                      </p:cBhvr>
                                      <p:tavLst>
                                        <p:tav tm="0">
                                          <p:val>
                                            <p:strVal val="#ppt_y"/>
                                          </p:val>
                                        </p:tav>
                                        <p:tav tm="100000">
                                          <p:val>
                                            <p:strVal val="#ppt_y"/>
                                          </p:val>
                                        </p:tav>
                                      </p:tavLst>
                                    </p:anim>
                                  </p:childTnLst>
                                </p:cTn>
                              </p:par>
                              <p:par>
                                <p:cTn id="9" presetID="2" presetClass="entr" presetSubtype="2" fill="hold" grpId="0" nodeType="withEffect">
                                  <p:stCondLst>
                                    <p:cond delay="0"/>
                                  </p:stCondLst>
                                  <p:childTnLst>
                                    <p:set>
                                      <p:cBhvr>
                                        <p:cTn id="10" dur="1" fill="hold">
                                          <p:stCondLst>
                                            <p:cond delay="0"/>
                                          </p:stCondLst>
                                        </p:cTn>
                                        <p:tgtEl>
                                          <p:spTgt spid="48"/>
                                        </p:tgtEl>
                                        <p:attrNameLst>
                                          <p:attrName>style.visibility</p:attrName>
                                        </p:attrNameLst>
                                      </p:cBhvr>
                                      <p:to>
                                        <p:strVal val="visible"/>
                                      </p:to>
                                    </p:set>
                                    <p:anim calcmode="lin" valueType="num">
                                      <p:cBhvr additive="base">
                                        <p:cTn id="11" dur="500" fill="hold"/>
                                        <p:tgtEl>
                                          <p:spTgt spid="48"/>
                                        </p:tgtEl>
                                        <p:attrNameLst>
                                          <p:attrName>ppt_x</p:attrName>
                                        </p:attrNameLst>
                                      </p:cBhvr>
                                      <p:tavLst>
                                        <p:tav tm="0">
                                          <p:val>
                                            <p:strVal val="1+#ppt_w/2"/>
                                          </p:val>
                                        </p:tav>
                                        <p:tav tm="100000">
                                          <p:val>
                                            <p:strVal val="#ppt_x"/>
                                          </p:val>
                                        </p:tav>
                                      </p:tavLst>
                                    </p:anim>
                                    <p:anim calcmode="lin" valueType="num">
                                      <p:cBhvr additive="base">
                                        <p:cTn id="12" dur="500" fill="hold"/>
                                        <p:tgtEl>
                                          <p:spTgt spid="48"/>
                                        </p:tgtEl>
                                        <p:attrNameLst>
                                          <p:attrName>ppt_y</p:attrName>
                                        </p:attrNameLst>
                                      </p:cBhvr>
                                      <p:tavLst>
                                        <p:tav tm="0">
                                          <p:val>
                                            <p:strVal val="#ppt_y"/>
                                          </p:val>
                                        </p:tav>
                                        <p:tav tm="100000">
                                          <p:val>
                                            <p:strVal val="#ppt_y"/>
                                          </p:val>
                                        </p:tav>
                                      </p:tavLst>
                                    </p:anim>
                                  </p:childTnLst>
                                </p:cTn>
                              </p:par>
                              <p:par>
                                <p:cTn id="13" presetID="2" presetClass="entr" presetSubtype="2" fill="hold" nodeType="withEffect">
                                  <p:stCondLst>
                                    <p:cond delay="0"/>
                                  </p:stCondLst>
                                  <p:childTnLst>
                                    <p:set>
                                      <p:cBhvr>
                                        <p:cTn id="14" dur="1" fill="hold">
                                          <p:stCondLst>
                                            <p:cond delay="0"/>
                                          </p:stCondLst>
                                        </p:cTn>
                                        <p:tgtEl>
                                          <p:spTgt spid="6"/>
                                        </p:tgtEl>
                                        <p:attrNameLst>
                                          <p:attrName>style.visibility</p:attrName>
                                        </p:attrNameLst>
                                      </p:cBhvr>
                                      <p:to>
                                        <p:strVal val="visible"/>
                                      </p:to>
                                    </p:set>
                                    <p:anim calcmode="lin" valueType="num">
                                      <p:cBhvr additive="base">
                                        <p:cTn id="15" dur="500" fill="hold"/>
                                        <p:tgtEl>
                                          <p:spTgt spid="6"/>
                                        </p:tgtEl>
                                        <p:attrNameLst>
                                          <p:attrName>ppt_x</p:attrName>
                                        </p:attrNameLst>
                                      </p:cBhvr>
                                      <p:tavLst>
                                        <p:tav tm="0">
                                          <p:val>
                                            <p:strVal val="1+#ppt_w/2"/>
                                          </p:val>
                                        </p:tav>
                                        <p:tav tm="100000">
                                          <p:val>
                                            <p:strVal val="#ppt_x"/>
                                          </p:val>
                                        </p:tav>
                                      </p:tavLst>
                                    </p:anim>
                                    <p:anim calcmode="lin" valueType="num">
                                      <p:cBhvr additive="base">
                                        <p:cTn id="16" dur="500" fill="hold"/>
                                        <p:tgtEl>
                                          <p:spTgt spid="6"/>
                                        </p:tgtEl>
                                        <p:attrNameLst>
                                          <p:attrName>ppt_y</p:attrName>
                                        </p:attrNameLst>
                                      </p:cBhvr>
                                      <p:tavLst>
                                        <p:tav tm="0">
                                          <p:val>
                                            <p:strVal val="#ppt_y"/>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8" grpId="0"/>
    </p:bldLst>
  </p:timing>
</p:sld>
</file>

<file path=ppt/slides/slide27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8" name="表格 8">
            <a:extLst>
              <a:ext uri="{FF2B5EF4-FFF2-40B4-BE49-F238E27FC236}">
                <a16:creationId xmlns:a16="http://schemas.microsoft.com/office/drawing/2014/main" id="{CD520B47-EE80-4B67-9B6F-48162B23B33C}"/>
              </a:ext>
            </a:extLst>
          </p:cNvPr>
          <p:cNvGraphicFramePr>
            <a:graphicFrameLocks noGrp="1"/>
          </p:cNvGraphicFramePr>
          <p:nvPr/>
        </p:nvGraphicFramePr>
        <p:xfrm>
          <a:off x="1128933" y="1402699"/>
          <a:ext cx="9936690" cy="370840"/>
        </p:xfrm>
        <a:graphic>
          <a:graphicData uri="http://schemas.openxmlformats.org/drawingml/2006/table">
            <a:tbl>
              <a:tblPr firstRow="1" bandRow="1">
                <a:tableStyleId>{5C22544A-7EE6-4342-B048-85BDC9FD1C3A}</a:tableStyleId>
              </a:tblPr>
              <a:tblGrid>
                <a:gridCol w="2460693">
                  <a:extLst>
                    <a:ext uri="{9D8B030D-6E8A-4147-A177-3AD203B41FA5}">
                      <a16:colId xmlns:a16="http://schemas.microsoft.com/office/drawing/2014/main" val="2117429894"/>
                    </a:ext>
                  </a:extLst>
                </a:gridCol>
                <a:gridCol w="5019040">
                  <a:extLst>
                    <a:ext uri="{9D8B030D-6E8A-4147-A177-3AD203B41FA5}">
                      <a16:colId xmlns:a16="http://schemas.microsoft.com/office/drawing/2014/main" val="989804778"/>
                    </a:ext>
                  </a:extLst>
                </a:gridCol>
                <a:gridCol w="2456957">
                  <a:extLst>
                    <a:ext uri="{9D8B030D-6E8A-4147-A177-3AD203B41FA5}">
                      <a16:colId xmlns:a16="http://schemas.microsoft.com/office/drawing/2014/main" val="293011856"/>
                    </a:ext>
                  </a:extLst>
                </a:gridCol>
              </a:tblGrid>
              <a:tr h="370840">
                <a:tc>
                  <a:txBody>
                    <a:bodyPr/>
                    <a:lstStyle/>
                    <a:p>
                      <a:pPr algn="ctr"/>
                      <a:r>
                        <a:rPr lang="zh-CN" altLang="en-US" dirty="0">
                          <a:solidFill>
                            <a:schemeClr val="tx1"/>
                          </a:solidFill>
                          <a:latin typeface="Arial Narrow" panose="020B0606020202030204" pitchFamily="34" charset="0"/>
                          <a:ea typeface="+mn-ea"/>
                        </a:rPr>
                        <a:t>第</a:t>
                      </a:r>
                      <a:r>
                        <a:rPr lang="en-US" altLang="zh-CN" dirty="0">
                          <a:solidFill>
                            <a:schemeClr val="tx1"/>
                          </a:solidFill>
                          <a:latin typeface="Arial Narrow" panose="020B0606020202030204" pitchFamily="34" charset="0"/>
                          <a:ea typeface="+mn-ea"/>
                        </a:rPr>
                        <a:t>1</a:t>
                      </a:r>
                      <a:r>
                        <a:rPr lang="zh-CN" altLang="en-US" dirty="0">
                          <a:solidFill>
                            <a:schemeClr val="tx1"/>
                          </a:solidFill>
                          <a:latin typeface="Arial Narrow" panose="020B0606020202030204" pitchFamily="34" charset="0"/>
                          <a:ea typeface="+mn-ea"/>
                        </a:rPr>
                        <a:t>字节</a:t>
                      </a: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ctr"/>
                      <a:r>
                        <a:rPr lang="zh-CN" altLang="en-US" dirty="0">
                          <a:solidFill>
                            <a:schemeClr val="tx1"/>
                          </a:solidFill>
                          <a:latin typeface="Arial Narrow" panose="020B0606020202030204" pitchFamily="34" charset="0"/>
                          <a:ea typeface="+mn-ea"/>
                        </a:rPr>
                        <a:t>第</a:t>
                      </a:r>
                      <a:r>
                        <a:rPr lang="en-US" altLang="zh-CN" dirty="0">
                          <a:solidFill>
                            <a:schemeClr val="tx1"/>
                          </a:solidFill>
                          <a:latin typeface="Arial Narrow" panose="020B0606020202030204" pitchFamily="34" charset="0"/>
                          <a:ea typeface="+mn-ea"/>
                        </a:rPr>
                        <a:t>2~5</a:t>
                      </a:r>
                      <a:r>
                        <a:rPr lang="zh-CN" altLang="en-US" dirty="0">
                          <a:solidFill>
                            <a:schemeClr val="tx1"/>
                          </a:solidFill>
                          <a:latin typeface="Arial Narrow" panose="020B0606020202030204" pitchFamily="34" charset="0"/>
                          <a:ea typeface="+mn-ea"/>
                        </a:rPr>
                        <a:t>字节</a:t>
                      </a: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ctr"/>
                      <a:r>
                        <a:rPr lang="zh-CN" altLang="en-US" dirty="0">
                          <a:solidFill>
                            <a:schemeClr val="tx1"/>
                          </a:solidFill>
                          <a:latin typeface="Arial Narrow" panose="020B0606020202030204" pitchFamily="34" charset="0"/>
                          <a:ea typeface="+mn-ea"/>
                        </a:rPr>
                        <a:t>第</a:t>
                      </a:r>
                      <a:r>
                        <a:rPr lang="en-US" altLang="zh-CN" dirty="0">
                          <a:solidFill>
                            <a:schemeClr val="tx1"/>
                          </a:solidFill>
                          <a:latin typeface="Arial Narrow" panose="020B0606020202030204" pitchFamily="34" charset="0"/>
                          <a:ea typeface="+mn-ea"/>
                        </a:rPr>
                        <a:t>6</a:t>
                      </a:r>
                      <a:r>
                        <a:rPr lang="zh-CN" altLang="en-US" dirty="0">
                          <a:solidFill>
                            <a:schemeClr val="tx1"/>
                          </a:solidFill>
                          <a:latin typeface="Arial Narrow" panose="020B0606020202030204" pitchFamily="34" charset="0"/>
                          <a:ea typeface="+mn-ea"/>
                        </a:rPr>
                        <a:t>字节</a:t>
                      </a: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extLst>
                  <a:ext uri="{0D108BD9-81ED-4DB2-BD59-A6C34878D82A}">
                    <a16:rowId xmlns:a16="http://schemas.microsoft.com/office/drawing/2014/main" val="3761746479"/>
                  </a:ext>
                </a:extLst>
              </a:tr>
            </a:tbl>
          </a:graphicData>
        </a:graphic>
      </p:graphicFrame>
      <p:grpSp>
        <p:nvGrpSpPr>
          <p:cNvPr id="4" name="组合 3">
            <a:extLst>
              <a:ext uri="{FF2B5EF4-FFF2-40B4-BE49-F238E27FC236}">
                <a16:creationId xmlns:a16="http://schemas.microsoft.com/office/drawing/2014/main" id="{9A1EA9F2-FCB6-48C3-935F-7AE7E3AD14AC}"/>
              </a:ext>
            </a:extLst>
          </p:cNvPr>
          <p:cNvGrpSpPr/>
          <p:nvPr/>
        </p:nvGrpSpPr>
        <p:grpSpPr>
          <a:xfrm>
            <a:off x="304799" y="749300"/>
            <a:ext cx="6192345" cy="400110"/>
            <a:chOff x="424116" y="898245"/>
            <a:chExt cx="6192345" cy="400110"/>
          </a:xfrm>
        </p:grpSpPr>
        <p:sp>
          <p:nvSpPr>
            <p:cNvPr id="2" name="平行四边形 1">
              <a:extLst>
                <a:ext uri="{FF2B5EF4-FFF2-40B4-BE49-F238E27FC236}">
                  <a16:creationId xmlns:a16="http://schemas.microsoft.com/office/drawing/2014/main" id="{1F5BAA3F-9845-4F89-A2DD-8222D3E4EDAC}"/>
                </a:ext>
              </a:extLst>
            </p:cNvPr>
            <p:cNvSpPr/>
            <p:nvPr/>
          </p:nvSpPr>
          <p:spPr>
            <a:xfrm>
              <a:off x="424116" y="898245"/>
              <a:ext cx="695119" cy="387090"/>
            </a:xfrm>
            <a:prstGeom prst="parallelogram">
              <a:avLst/>
            </a:prstGeom>
            <a:solidFill>
              <a:schemeClr val="accent3">
                <a:lumMod val="75000"/>
              </a:schemeClr>
            </a:solidFill>
            <a:ln>
              <a:solidFill>
                <a:schemeClr val="accent3">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CN" sz="2200" dirty="0">
                  <a:latin typeface="Impact" panose="020B0806030902050204" pitchFamily="34" charset="0"/>
                </a:rPr>
                <a:t>02</a:t>
              </a:r>
              <a:endParaRPr lang="zh-CN" altLang="en-US" sz="2200" dirty="0">
                <a:latin typeface="Impact" panose="020B0806030902050204" pitchFamily="34" charset="0"/>
              </a:endParaRPr>
            </a:p>
          </p:txBody>
        </p:sp>
        <p:sp>
          <p:nvSpPr>
            <p:cNvPr id="3" name="文本框 2">
              <a:extLst>
                <a:ext uri="{FF2B5EF4-FFF2-40B4-BE49-F238E27FC236}">
                  <a16:creationId xmlns:a16="http://schemas.microsoft.com/office/drawing/2014/main" id="{4D6BD736-A4D3-4F26-AFED-36E11F50F70B}"/>
                </a:ext>
              </a:extLst>
            </p:cNvPr>
            <p:cNvSpPr txBox="1"/>
            <p:nvPr/>
          </p:nvSpPr>
          <p:spPr>
            <a:xfrm>
              <a:off x="1119235" y="898245"/>
              <a:ext cx="5497226" cy="400110"/>
            </a:xfrm>
            <a:prstGeom prst="rect">
              <a:avLst/>
            </a:prstGeom>
            <a:noFill/>
          </p:spPr>
          <p:txBody>
            <a:bodyPr wrap="square" rtlCol="0">
              <a:spAutoFit/>
            </a:bodyPr>
            <a:lstStyle/>
            <a:p>
              <a:r>
                <a:rPr lang="en-US" altLang="zh-CN" sz="2000" b="1" dirty="0"/>
                <a:t>MAC</a:t>
              </a:r>
              <a:r>
                <a:rPr lang="zh-CN" altLang="en-US" sz="2000" b="1" dirty="0"/>
                <a:t>地址</a:t>
              </a:r>
            </a:p>
          </p:txBody>
        </p:sp>
      </p:grpSp>
      <p:sp>
        <p:nvSpPr>
          <p:cNvPr id="48" name="íşlïḍè">
            <a:extLst>
              <a:ext uri="{FF2B5EF4-FFF2-40B4-BE49-F238E27FC236}">
                <a16:creationId xmlns:a16="http://schemas.microsoft.com/office/drawing/2014/main" id="{3A8ED235-C46A-40A6-B687-AE21B4C08B05}"/>
              </a:ext>
            </a:extLst>
          </p:cNvPr>
          <p:cNvSpPr txBox="1"/>
          <p:nvPr/>
        </p:nvSpPr>
        <p:spPr>
          <a:xfrm>
            <a:off x="4470616" y="984954"/>
            <a:ext cx="3263923" cy="400110"/>
          </a:xfrm>
          <a:prstGeom prst="rect">
            <a:avLst/>
          </a:prstGeom>
          <a:noFill/>
        </p:spPr>
        <p:txBody>
          <a:bodyPr wrap="square" lIns="91440" tIns="45720" rIns="91440" bIns="45720" anchor="ctr">
            <a:noAutofit/>
          </a:bodyPr>
          <a:lstStyle/>
          <a:p>
            <a:pPr algn="ctr"/>
            <a:r>
              <a:rPr lang="en-US" altLang="zh-CN" b="1" dirty="0">
                <a:solidFill>
                  <a:schemeClr val="accent3">
                    <a:lumMod val="75000"/>
                  </a:schemeClr>
                </a:solidFill>
                <a:latin typeface="Arial Narrow" panose="020B0606020202030204" pitchFamily="34" charset="0"/>
              </a:rPr>
              <a:t>IEEE 802</a:t>
            </a:r>
            <a:r>
              <a:rPr lang="zh-CN" altLang="en-US" b="1" dirty="0">
                <a:solidFill>
                  <a:schemeClr val="accent3">
                    <a:lumMod val="75000"/>
                  </a:schemeClr>
                </a:solidFill>
                <a:latin typeface="Arial Narrow" panose="020B0606020202030204" pitchFamily="34" charset="0"/>
              </a:rPr>
              <a:t>局域网的</a:t>
            </a:r>
            <a:r>
              <a:rPr lang="en-US" altLang="zh-CN" b="1" dirty="0">
                <a:solidFill>
                  <a:schemeClr val="accent3">
                    <a:lumMod val="75000"/>
                  </a:schemeClr>
                </a:solidFill>
                <a:latin typeface="Arial Narrow" panose="020B0606020202030204" pitchFamily="34" charset="0"/>
              </a:rPr>
              <a:t>MAC</a:t>
            </a:r>
            <a:r>
              <a:rPr lang="zh-CN" altLang="en-US" b="1" dirty="0">
                <a:solidFill>
                  <a:schemeClr val="accent3">
                    <a:lumMod val="75000"/>
                  </a:schemeClr>
                </a:solidFill>
                <a:latin typeface="Arial Narrow" panose="020B0606020202030204" pitchFamily="34" charset="0"/>
              </a:rPr>
              <a:t>地址格式</a:t>
            </a:r>
          </a:p>
        </p:txBody>
      </p:sp>
      <p:graphicFrame>
        <p:nvGraphicFramePr>
          <p:cNvPr id="6" name="表格 6">
            <a:extLst>
              <a:ext uri="{FF2B5EF4-FFF2-40B4-BE49-F238E27FC236}">
                <a16:creationId xmlns:a16="http://schemas.microsoft.com/office/drawing/2014/main" id="{1A48AF6F-3A40-41AE-8302-66596AA26EC7}"/>
              </a:ext>
            </a:extLst>
          </p:cNvPr>
          <p:cNvGraphicFramePr>
            <a:graphicFrameLocks noGrp="1"/>
          </p:cNvGraphicFramePr>
          <p:nvPr/>
        </p:nvGraphicFramePr>
        <p:xfrm>
          <a:off x="1128933" y="1773539"/>
          <a:ext cx="9936688" cy="370840"/>
        </p:xfrm>
        <a:graphic>
          <a:graphicData uri="http://schemas.openxmlformats.org/drawingml/2006/table">
            <a:tbl>
              <a:tblPr firstRow="1" bandRow="1">
                <a:tableStyleId>{5C22544A-7EE6-4342-B048-85BDC9FD1C3A}</a:tableStyleId>
              </a:tblPr>
              <a:tblGrid>
                <a:gridCol w="307365">
                  <a:extLst>
                    <a:ext uri="{9D8B030D-6E8A-4147-A177-3AD203B41FA5}">
                      <a16:colId xmlns:a16="http://schemas.microsoft.com/office/drawing/2014/main" val="3978522098"/>
                    </a:ext>
                  </a:extLst>
                </a:gridCol>
                <a:gridCol w="307365">
                  <a:extLst>
                    <a:ext uri="{9D8B030D-6E8A-4147-A177-3AD203B41FA5}">
                      <a16:colId xmlns:a16="http://schemas.microsoft.com/office/drawing/2014/main" val="849717532"/>
                    </a:ext>
                  </a:extLst>
                </a:gridCol>
                <a:gridCol w="307365">
                  <a:extLst>
                    <a:ext uri="{9D8B030D-6E8A-4147-A177-3AD203B41FA5}">
                      <a16:colId xmlns:a16="http://schemas.microsoft.com/office/drawing/2014/main" val="2142942144"/>
                    </a:ext>
                  </a:extLst>
                </a:gridCol>
                <a:gridCol w="307365">
                  <a:extLst>
                    <a:ext uri="{9D8B030D-6E8A-4147-A177-3AD203B41FA5}">
                      <a16:colId xmlns:a16="http://schemas.microsoft.com/office/drawing/2014/main" val="874826259"/>
                    </a:ext>
                  </a:extLst>
                </a:gridCol>
                <a:gridCol w="307365">
                  <a:extLst>
                    <a:ext uri="{9D8B030D-6E8A-4147-A177-3AD203B41FA5}">
                      <a16:colId xmlns:a16="http://schemas.microsoft.com/office/drawing/2014/main" val="2199175047"/>
                    </a:ext>
                  </a:extLst>
                </a:gridCol>
                <a:gridCol w="307365">
                  <a:extLst>
                    <a:ext uri="{9D8B030D-6E8A-4147-A177-3AD203B41FA5}">
                      <a16:colId xmlns:a16="http://schemas.microsoft.com/office/drawing/2014/main" val="4096098212"/>
                    </a:ext>
                  </a:extLst>
                </a:gridCol>
                <a:gridCol w="307365">
                  <a:extLst>
                    <a:ext uri="{9D8B030D-6E8A-4147-A177-3AD203B41FA5}">
                      <a16:colId xmlns:a16="http://schemas.microsoft.com/office/drawing/2014/main" val="3161922733"/>
                    </a:ext>
                  </a:extLst>
                </a:gridCol>
                <a:gridCol w="307365">
                  <a:extLst>
                    <a:ext uri="{9D8B030D-6E8A-4147-A177-3AD203B41FA5}">
                      <a16:colId xmlns:a16="http://schemas.microsoft.com/office/drawing/2014/main" val="1896170140"/>
                    </a:ext>
                  </a:extLst>
                </a:gridCol>
                <a:gridCol w="5019040">
                  <a:extLst>
                    <a:ext uri="{9D8B030D-6E8A-4147-A177-3AD203B41FA5}">
                      <a16:colId xmlns:a16="http://schemas.microsoft.com/office/drawing/2014/main" val="1832502197"/>
                    </a:ext>
                  </a:extLst>
                </a:gridCol>
                <a:gridCol w="307341">
                  <a:extLst>
                    <a:ext uri="{9D8B030D-6E8A-4147-A177-3AD203B41FA5}">
                      <a16:colId xmlns:a16="http://schemas.microsoft.com/office/drawing/2014/main" val="3285941259"/>
                    </a:ext>
                  </a:extLst>
                </a:gridCol>
                <a:gridCol w="307341">
                  <a:extLst>
                    <a:ext uri="{9D8B030D-6E8A-4147-A177-3AD203B41FA5}">
                      <a16:colId xmlns:a16="http://schemas.microsoft.com/office/drawing/2014/main" val="1296972243"/>
                    </a:ext>
                  </a:extLst>
                </a:gridCol>
                <a:gridCol w="307341">
                  <a:extLst>
                    <a:ext uri="{9D8B030D-6E8A-4147-A177-3AD203B41FA5}">
                      <a16:colId xmlns:a16="http://schemas.microsoft.com/office/drawing/2014/main" val="4187490853"/>
                    </a:ext>
                  </a:extLst>
                </a:gridCol>
                <a:gridCol w="307341">
                  <a:extLst>
                    <a:ext uri="{9D8B030D-6E8A-4147-A177-3AD203B41FA5}">
                      <a16:colId xmlns:a16="http://schemas.microsoft.com/office/drawing/2014/main" val="837431734"/>
                    </a:ext>
                  </a:extLst>
                </a:gridCol>
                <a:gridCol w="307341">
                  <a:extLst>
                    <a:ext uri="{9D8B030D-6E8A-4147-A177-3AD203B41FA5}">
                      <a16:colId xmlns:a16="http://schemas.microsoft.com/office/drawing/2014/main" val="880851581"/>
                    </a:ext>
                  </a:extLst>
                </a:gridCol>
                <a:gridCol w="307341">
                  <a:extLst>
                    <a:ext uri="{9D8B030D-6E8A-4147-A177-3AD203B41FA5}">
                      <a16:colId xmlns:a16="http://schemas.microsoft.com/office/drawing/2014/main" val="2388368653"/>
                    </a:ext>
                  </a:extLst>
                </a:gridCol>
                <a:gridCol w="307341">
                  <a:extLst>
                    <a:ext uri="{9D8B030D-6E8A-4147-A177-3AD203B41FA5}">
                      <a16:colId xmlns:a16="http://schemas.microsoft.com/office/drawing/2014/main" val="239311804"/>
                    </a:ext>
                  </a:extLst>
                </a:gridCol>
                <a:gridCol w="307341">
                  <a:extLst>
                    <a:ext uri="{9D8B030D-6E8A-4147-A177-3AD203B41FA5}">
                      <a16:colId xmlns:a16="http://schemas.microsoft.com/office/drawing/2014/main" val="450227044"/>
                    </a:ext>
                  </a:extLst>
                </a:gridCol>
              </a:tblGrid>
              <a:tr h="370840">
                <a:tc>
                  <a:txBody>
                    <a:bodyPr/>
                    <a:lstStyle/>
                    <a:p>
                      <a:pPr algn="ctr"/>
                      <a:r>
                        <a:rPr lang="en-US" altLang="zh-CN" dirty="0">
                          <a:solidFill>
                            <a:schemeClr val="tx1"/>
                          </a:solidFill>
                          <a:latin typeface="+mn-lt"/>
                        </a:rPr>
                        <a:t>b7</a:t>
                      </a:r>
                      <a:endParaRPr lang="zh-CN" altLang="en-US" dirty="0">
                        <a:solidFill>
                          <a:schemeClr val="tx1"/>
                        </a:solidFill>
                        <a:latin typeface="+mn-lt"/>
                      </a:endParaRPr>
                    </a:p>
                  </a:txBody>
                  <a:tcPr marL="36000" marR="3600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ctr"/>
                      <a:r>
                        <a:rPr lang="en-US" altLang="zh-CN" dirty="0">
                          <a:solidFill>
                            <a:schemeClr val="tx1"/>
                          </a:solidFill>
                          <a:latin typeface="+mn-lt"/>
                        </a:rPr>
                        <a:t>b6</a:t>
                      </a:r>
                      <a:endParaRPr lang="zh-CN" altLang="en-US" dirty="0">
                        <a:solidFill>
                          <a:schemeClr val="tx1"/>
                        </a:solidFill>
                        <a:latin typeface="+mn-lt"/>
                      </a:endParaRPr>
                    </a:p>
                  </a:txBody>
                  <a:tcPr marL="36000" marR="3600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ctr"/>
                      <a:r>
                        <a:rPr lang="en-US" altLang="zh-CN" dirty="0">
                          <a:solidFill>
                            <a:schemeClr val="tx1"/>
                          </a:solidFill>
                          <a:latin typeface="+mn-lt"/>
                        </a:rPr>
                        <a:t>b5</a:t>
                      </a:r>
                      <a:endParaRPr lang="zh-CN" altLang="en-US" dirty="0">
                        <a:solidFill>
                          <a:schemeClr val="tx1"/>
                        </a:solidFill>
                        <a:latin typeface="+mn-lt"/>
                      </a:endParaRPr>
                    </a:p>
                  </a:txBody>
                  <a:tcPr marL="36000" marR="3600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ctr"/>
                      <a:r>
                        <a:rPr lang="en-US" altLang="zh-CN" dirty="0">
                          <a:solidFill>
                            <a:schemeClr val="tx1"/>
                          </a:solidFill>
                          <a:latin typeface="+mn-lt"/>
                        </a:rPr>
                        <a:t>b4</a:t>
                      </a:r>
                      <a:endParaRPr lang="zh-CN" altLang="en-US" dirty="0">
                        <a:solidFill>
                          <a:schemeClr val="tx1"/>
                        </a:solidFill>
                        <a:latin typeface="+mn-lt"/>
                      </a:endParaRPr>
                    </a:p>
                  </a:txBody>
                  <a:tcPr marL="36000" marR="3600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ctr"/>
                      <a:r>
                        <a:rPr lang="en-US" altLang="zh-CN" dirty="0">
                          <a:solidFill>
                            <a:schemeClr val="tx1"/>
                          </a:solidFill>
                          <a:latin typeface="+mn-lt"/>
                        </a:rPr>
                        <a:t>b3</a:t>
                      </a:r>
                      <a:endParaRPr lang="zh-CN" altLang="en-US" dirty="0">
                        <a:solidFill>
                          <a:schemeClr val="tx1"/>
                        </a:solidFill>
                        <a:latin typeface="+mn-lt"/>
                      </a:endParaRPr>
                    </a:p>
                  </a:txBody>
                  <a:tcPr marL="36000" marR="3600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ctr"/>
                      <a:r>
                        <a:rPr lang="en-US" altLang="zh-CN" dirty="0">
                          <a:solidFill>
                            <a:schemeClr val="tx1"/>
                          </a:solidFill>
                          <a:latin typeface="+mn-lt"/>
                        </a:rPr>
                        <a:t>b2</a:t>
                      </a:r>
                      <a:endParaRPr lang="zh-CN" altLang="en-US" dirty="0">
                        <a:solidFill>
                          <a:schemeClr val="tx1"/>
                        </a:solidFill>
                        <a:latin typeface="+mn-lt"/>
                      </a:endParaRPr>
                    </a:p>
                  </a:txBody>
                  <a:tcPr marL="36000" marR="3600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ctr"/>
                      <a:r>
                        <a:rPr lang="en-US" altLang="zh-CN" dirty="0">
                          <a:solidFill>
                            <a:schemeClr val="tx1"/>
                          </a:solidFill>
                          <a:latin typeface="+mn-lt"/>
                        </a:rPr>
                        <a:t>b1</a:t>
                      </a:r>
                      <a:endParaRPr lang="zh-CN" altLang="en-US" dirty="0">
                        <a:solidFill>
                          <a:schemeClr val="tx1"/>
                        </a:solidFill>
                        <a:latin typeface="+mn-lt"/>
                      </a:endParaRPr>
                    </a:p>
                  </a:txBody>
                  <a:tcPr marL="36000" marR="3600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ctr"/>
                      <a:r>
                        <a:rPr lang="en-US" altLang="zh-CN" dirty="0">
                          <a:solidFill>
                            <a:schemeClr val="bg1"/>
                          </a:solidFill>
                          <a:latin typeface="+mn-lt"/>
                        </a:rPr>
                        <a:t>b0</a:t>
                      </a:r>
                      <a:endParaRPr lang="zh-CN" altLang="en-US" dirty="0">
                        <a:solidFill>
                          <a:schemeClr val="bg1"/>
                        </a:solidFill>
                        <a:latin typeface="+mn-lt"/>
                      </a:endParaRPr>
                    </a:p>
                  </a:txBody>
                  <a:tcPr marL="36000" marR="3600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accent4"/>
                    </a:solidFill>
                  </a:tcPr>
                </a:tc>
                <a:tc>
                  <a:txBody>
                    <a:bodyPr/>
                    <a:lstStyle/>
                    <a:p>
                      <a:pPr algn="ctr"/>
                      <a:r>
                        <a:rPr lang="en-US" altLang="zh-CN" dirty="0">
                          <a:solidFill>
                            <a:schemeClr val="tx1"/>
                          </a:solidFill>
                          <a:latin typeface="新宋体" panose="02010609030101010101" pitchFamily="49" charset="-122"/>
                          <a:ea typeface="新宋体" panose="02010609030101010101" pitchFamily="49" charset="-122"/>
                          <a:cs typeface="Times New Roman" panose="02020603050405020304" pitchFamily="18" charset="0"/>
                        </a:rPr>
                        <a:t>……</a:t>
                      </a:r>
                      <a:endParaRPr lang="zh-CN" altLang="en-US" dirty="0">
                        <a:solidFill>
                          <a:schemeClr val="tx1"/>
                        </a:solidFill>
                        <a:latin typeface="新宋体" panose="02010609030101010101" pitchFamily="49" charset="-122"/>
                        <a:ea typeface="新宋体" panose="02010609030101010101" pitchFamily="49" charset="-122"/>
                        <a:cs typeface="Times New Roman" panose="02020603050405020304" pitchFamily="18" charset="0"/>
                      </a:endParaRPr>
                    </a:p>
                  </a:txBody>
                  <a:tcPr marL="36000" marR="3600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ctr"/>
                      <a:r>
                        <a:rPr lang="en-US" altLang="zh-CN" dirty="0">
                          <a:solidFill>
                            <a:schemeClr val="tx1"/>
                          </a:solidFill>
                          <a:latin typeface="+mn-lt"/>
                        </a:rPr>
                        <a:t>b7</a:t>
                      </a:r>
                      <a:endParaRPr lang="zh-CN" altLang="en-US" dirty="0">
                        <a:solidFill>
                          <a:schemeClr val="tx1"/>
                        </a:solidFill>
                        <a:latin typeface="+mn-lt"/>
                      </a:endParaRPr>
                    </a:p>
                  </a:txBody>
                  <a:tcPr marL="36000" marR="3600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ctr"/>
                      <a:r>
                        <a:rPr lang="en-US" altLang="zh-CN" dirty="0">
                          <a:solidFill>
                            <a:schemeClr val="tx1"/>
                          </a:solidFill>
                          <a:latin typeface="+mn-lt"/>
                        </a:rPr>
                        <a:t>b6</a:t>
                      </a:r>
                      <a:endParaRPr lang="zh-CN" altLang="en-US" dirty="0">
                        <a:solidFill>
                          <a:schemeClr val="tx1"/>
                        </a:solidFill>
                        <a:latin typeface="+mn-lt"/>
                      </a:endParaRPr>
                    </a:p>
                  </a:txBody>
                  <a:tcPr marL="36000" marR="3600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ctr"/>
                      <a:r>
                        <a:rPr lang="en-US" altLang="zh-CN" dirty="0">
                          <a:solidFill>
                            <a:schemeClr val="tx1"/>
                          </a:solidFill>
                          <a:latin typeface="+mn-lt"/>
                        </a:rPr>
                        <a:t>b5</a:t>
                      </a:r>
                      <a:endParaRPr lang="zh-CN" altLang="en-US" dirty="0">
                        <a:solidFill>
                          <a:schemeClr val="tx1"/>
                        </a:solidFill>
                        <a:latin typeface="+mn-lt"/>
                      </a:endParaRPr>
                    </a:p>
                  </a:txBody>
                  <a:tcPr marL="36000" marR="3600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ctr"/>
                      <a:r>
                        <a:rPr lang="en-US" altLang="zh-CN" dirty="0">
                          <a:solidFill>
                            <a:schemeClr val="tx1"/>
                          </a:solidFill>
                          <a:latin typeface="+mn-lt"/>
                        </a:rPr>
                        <a:t>b4</a:t>
                      </a:r>
                      <a:endParaRPr lang="zh-CN" altLang="en-US" dirty="0">
                        <a:solidFill>
                          <a:schemeClr val="tx1"/>
                        </a:solidFill>
                        <a:latin typeface="+mn-lt"/>
                      </a:endParaRPr>
                    </a:p>
                  </a:txBody>
                  <a:tcPr marL="36000" marR="3600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ctr"/>
                      <a:r>
                        <a:rPr lang="en-US" altLang="zh-CN" dirty="0">
                          <a:solidFill>
                            <a:schemeClr val="tx1"/>
                          </a:solidFill>
                          <a:latin typeface="+mn-lt"/>
                        </a:rPr>
                        <a:t>b3</a:t>
                      </a:r>
                      <a:endParaRPr lang="zh-CN" altLang="en-US" dirty="0">
                        <a:solidFill>
                          <a:schemeClr val="tx1"/>
                        </a:solidFill>
                        <a:latin typeface="+mn-lt"/>
                      </a:endParaRPr>
                    </a:p>
                  </a:txBody>
                  <a:tcPr marL="36000" marR="3600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ctr"/>
                      <a:r>
                        <a:rPr lang="en-US" altLang="zh-CN" dirty="0">
                          <a:solidFill>
                            <a:schemeClr val="tx1"/>
                          </a:solidFill>
                          <a:latin typeface="+mn-lt"/>
                        </a:rPr>
                        <a:t>b2</a:t>
                      </a:r>
                      <a:endParaRPr lang="zh-CN" altLang="en-US" dirty="0">
                        <a:solidFill>
                          <a:schemeClr val="tx1"/>
                        </a:solidFill>
                        <a:latin typeface="+mn-lt"/>
                      </a:endParaRPr>
                    </a:p>
                  </a:txBody>
                  <a:tcPr marL="36000" marR="3600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ctr"/>
                      <a:r>
                        <a:rPr lang="en-US" altLang="zh-CN" dirty="0">
                          <a:solidFill>
                            <a:schemeClr val="tx1"/>
                          </a:solidFill>
                          <a:latin typeface="+mn-lt"/>
                        </a:rPr>
                        <a:t>b1</a:t>
                      </a:r>
                      <a:endParaRPr lang="zh-CN" altLang="en-US" dirty="0">
                        <a:solidFill>
                          <a:schemeClr val="tx1"/>
                        </a:solidFill>
                        <a:latin typeface="+mn-lt"/>
                      </a:endParaRPr>
                    </a:p>
                  </a:txBody>
                  <a:tcPr marL="36000" marR="3600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ctr"/>
                      <a:r>
                        <a:rPr lang="en-US" altLang="zh-CN" dirty="0">
                          <a:solidFill>
                            <a:schemeClr val="tx1"/>
                          </a:solidFill>
                          <a:latin typeface="+mn-lt"/>
                        </a:rPr>
                        <a:t>b0</a:t>
                      </a:r>
                      <a:endParaRPr lang="zh-CN" altLang="en-US" dirty="0">
                        <a:solidFill>
                          <a:schemeClr val="tx1"/>
                        </a:solidFill>
                        <a:latin typeface="+mn-lt"/>
                      </a:endParaRPr>
                    </a:p>
                  </a:txBody>
                  <a:tcPr marL="36000" marR="3600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extLst>
                  <a:ext uri="{0D108BD9-81ED-4DB2-BD59-A6C34878D82A}">
                    <a16:rowId xmlns:a16="http://schemas.microsoft.com/office/drawing/2014/main" val="2539908259"/>
                  </a:ext>
                </a:extLst>
              </a:tr>
            </a:tbl>
          </a:graphicData>
        </a:graphic>
      </p:graphicFrame>
      <p:sp>
        <p:nvSpPr>
          <p:cNvPr id="9" name="文本框 8">
            <a:extLst>
              <a:ext uri="{FF2B5EF4-FFF2-40B4-BE49-F238E27FC236}">
                <a16:creationId xmlns:a16="http://schemas.microsoft.com/office/drawing/2014/main" id="{ED5B615E-979F-4A0A-97F7-414E3E081955}"/>
              </a:ext>
            </a:extLst>
          </p:cNvPr>
          <p:cNvSpPr txBox="1"/>
          <p:nvPr/>
        </p:nvSpPr>
        <p:spPr>
          <a:xfrm>
            <a:off x="3872498" y="2647340"/>
            <a:ext cx="2534885" cy="369332"/>
          </a:xfrm>
          <a:prstGeom prst="rect">
            <a:avLst/>
          </a:prstGeom>
          <a:noFill/>
        </p:spPr>
        <p:txBody>
          <a:bodyPr wrap="square" rtlCol="0">
            <a:spAutoFit/>
          </a:bodyPr>
          <a:lstStyle/>
          <a:p>
            <a:r>
              <a:rPr lang="en-US" altLang="zh-CN" b="1" dirty="0">
                <a:solidFill>
                  <a:schemeClr val="accent4"/>
                </a:solidFill>
                <a:latin typeface="Arial Narrow" panose="020B0606020202030204" pitchFamily="34" charset="0"/>
              </a:rPr>
              <a:t>I</a:t>
            </a:r>
            <a:r>
              <a:rPr lang="en-US" altLang="zh-CN" b="1" dirty="0">
                <a:latin typeface="Arial Narrow" panose="020B0606020202030204" pitchFamily="34" charset="0"/>
              </a:rPr>
              <a:t>/</a:t>
            </a:r>
            <a:r>
              <a:rPr lang="en-US" altLang="zh-CN" b="1" dirty="0">
                <a:solidFill>
                  <a:schemeClr val="accent4"/>
                </a:solidFill>
                <a:latin typeface="Arial Narrow" panose="020B0606020202030204" pitchFamily="34" charset="0"/>
              </a:rPr>
              <a:t>G </a:t>
            </a:r>
            <a:r>
              <a:rPr lang="en-US" altLang="zh-CN" b="1" dirty="0">
                <a:latin typeface="Arial Narrow" panose="020B0606020202030204" pitchFamily="34" charset="0"/>
              </a:rPr>
              <a:t>=0</a:t>
            </a:r>
            <a:r>
              <a:rPr lang="zh-CN" altLang="en-US" b="1" dirty="0">
                <a:latin typeface="Arial Narrow" panose="020B0606020202030204" pitchFamily="34" charset="0"/>
              </a:rPr>
              <a:t>：单播地址</a:t>
            </a:r>
          </a:p>
        </p:txBody>
      </p:sp>
      <p:sp>
        <p:nvSpPr>
          <p:cNvPr id="10" name="文本框 9">
            <a:extLst>
              <a:ext uri="{FF2B5EF4-FFF2-40B4-BE49-F238E27FC236}">
                <a16:creationId xmlns:a16="http://schemas.microsoft.com/office/drawing/2014/main" id="{A94A4805-EE00-4E20-8A3D-CFBEC41F2281}"/>
              </a:ext>
            </a:extLst>
          </p:cNvPr>
          <p:cNvSpPr txBox="1"/>
          <p:nvPr/>
        </p:nvSpPr>
        <p:spPr>
          <a:xfrm>
            <a:off x="3872498" y="2994823"/>
            <a:ext cx="1934058" cy="369332"/>
          </a:xfrm>
          <a:prstGeom prst="rect">
            <a:avLst/>
          </a:prstGeom>
          <a:noFill/>
        </p:spPr>
        <p:txBody>
          <a:bodyPr wrap="square" rtlCol="0">
            <a:spAutoFit/>
          </a:bodyPr>
          <a:lstStyle/>
          <a:p>
            <a:r>
              <a:rPr lang="en-US" altLang="zh-CN" b="1" dirty="0">
                <a:solidFill>
                  <a:schemeClr val="accent4"/>
                </a:solidFill>
                <a:latin typeface="Arial Narrow" panose="020B0606020202030204" pitchFamily="34" charset="0"/>
              </a:rPr>
              <a:t>I</a:t>
            </a:r>
            <a:r>
              <a:rPr lang="en-US" altLang="zh-CN" b="1" dirty="0">
                <a:latin typeface="Arial Narrow" panose="020B0606020202030204" pitchFamily="34" charset="0"/>
              </a:rPr>
              <a:t>/</a:t>
            </a:r>
            <a:r>
              <a:rPr lang="en-US" altLang="zh-CN" b="1" dirty="0">
                <a:solidFill>
                  <a:schemeClr val="accent4"/>
                </a:solidFill>
                <a:latin typeface="Arial Narrow" panose="020B0606020202030204" pitchFamily="34" charset="0"/>
              </a:rPr>
              <a:t>G </a:t>
            </a:r>
            <a:r>
              <a:rPr lang="en-US" altLang="zh-CN" b="1" dirty="0">
                <a:latin typeface="Arial Narrow" panose="020B0606020202030204" pitchFamily="34" charset="0"/>
              </a:rPr>
              <a:t>=1</a:t>
            </a:r>
            <a:r>
              <a:rPr lang="zh-CN" altLang="en-US" b="1" dirty="0">
                <a:latin typeface="Arial Narrow" panose="020B0606020202030204" pitchFamily="34" charset="0"/>
              </a:rPr>
              <a:t>：多播地址</a:t>
            </a:r>
          </a:p>
        </p:txBody>
      </p:sp>
      <p:grpSp>
        <p:nvGrpSpPr>
          <p:cNvPr id="22" name="组合 21">
            <a:extLst>
              <a:ext uri="{FF2B5EF4-FFF2-40B4-BE49-F238E27FC236}">
                <a16:creationId xmlns:a16="http://schemas.microsoft.com/office/drawing/2014/main" id="{48BA0A3B-A892-456F-9819-0E7CBE0D51F6}"/>
              </a:ext>
            </a:extLst>
          </p:cNvPr>
          <p:cNvGrpSpPr/>
          <p:nvPr/>
        </p:nvGrpSpPr>
        <p:grpSpPr>
          <a:xfrm>
            <a:off x="3433934" y="2144379"/>
            <a:ext cx="2973449" cy="524810"/>
            <a:chOff x="3433934" y="2144379"/>
            <a:chExt cx="2973449" cy="524810"/>
          </a:xfrm>
        </p:grpSpPr>
        <p:sp>
          <p:nvSpPr>
            <p:cNvPr id="5" name="文本框 4">
              <a:extLst>
                <a:ext uri="{FF2B5EF4-FFF2-40B4-BE49-F238E27FC236}">
                  <a16:creationId xmlns:a16="http://schemas.microsoft.com/office/drawing/2014/main" id="{135D7624-AC30-42D9-A836-F07FA6934128}"/>
                </a:ext>
              </a:extLst>
            </p:cNvPr>
            <p:cNvSpPr txBox="1"/>
            <p:nvPr/>
          </p:nvSpPr>
          <p:spPr>
            <a:xfrm>
              <a:off x="3872498" y="2299857"/>
              <a:ext cx="2534885" cy="369332"/>
            </a:xfrm>
            <a:prstGeom prst="rect">
              <a:avLst/>
            </a:prstGeom>
            <a:noFill/>
          </p:spPr>
          <p:txBody>
            <a:bodyPr wrap="square" rtlCol="0">
              <a:spAutoFit/>
            </a:bodyPr>
            <a:lstStyle/>
            <a:p>
              <a:r>
                <a:rPr lang="en-US" altLang="zh-CN" b="1" dirty="0">
                  <a:solidFill>
                    <a:schemeClr val="accent4"/>
                  </a:solidFill>
                  <a:latin typeface="Arial Narrow" panose="020B0606020202030204" pitchFamily="34" charset="0"/>
                </a:rPr>
                <a:t>I</a:t>
              </a:r>
              <a:r>
                <a:rPr lang="en-US" altLang="zh-CN" b="1" dirty="0">
                  <a:latin typeface="Arial Narrow" panose="020B0606020202030204" pitchFamily="34" charset="0"/>
                </a:rPr>
                <a:t>/</a:t>
              </a:r>
              <a:r>
                <a:rPr lang="en-US" altLang="zh-CN" b="1" dirty="0">
                  <a:solidFill>
                    <a:schemeClr val="accent4"/>
                  </a:solidFill>
                  <a:latin typeface="Arial Narrow" panose="020B0606020202030204" pitchFamily="34" charset="0"/>
                </a:rPr>
                <a:t>G</a:t>
              </a:r>
              <a:r>
                <a:rPr lang="zh-CN" altLang="en-US" b="1" dirty="0">
                  <a:latin typeface="Arial Narrow" panose="020B0606020202030204" pitchFamily="34" charset="0"/>
                </a:rPr>
                <a:t>（</a:t>
              </a:r>
              <a:r>
                <a:rPr lang="en-US" altLang="zh-CN" b="1" dirty="0">
                  <a:solidFill>
                    <a:schemeClr val="accent4"/>
                  </a:solidFill>
                  <a:latin typeface="Arial Narrow" panose="020B0606020202030204" pitchFamily="34" charset="0"/>
                </a:rPr>
                <a:t>I</a:t>
              </a:r>
              <a:r>
                <a:rPr lang="en-US" altLang="zh-CN" b="1" dirty="0">
                  <a:latin typeface="Arial Narrow" panose="020B0606020202030204" pitchFamily="34" charset="0"/>
                </a:rPr>
                <a:t>ndividual/</a:t>
              </a:r>
              <a:r>
                <a:rPr lang="en-US" altLang="zh-CN" b="1" dirty="0">
                  <a:solidFill>
                    <a:schemeClr val="accent4"/>
                  </a:solidFill>
                  <a:latin typeface="Arial Narrow" panose="020B0606020202030204" pitchFamily="34" charset="0"/>
                </a:rPr>
                <a:t>G</a:t>
              </a:r>
              <a:r>
                <a:rPr lang="en-US" altLang="zh-CN" b="1" dirty="0">
                  <a:latin typeface="Arial Narrow" panose="020B0606020202030204" pitchFamily="34" charset="0"/>
                </a:rPr>
                <a:t>roup</a:t>
              </a:r>
              <a:r>
                <a:rPr lang="zh-CN" altLang="en-US" b="1" dirty="0">
                  <a:latin typeface="Arial Narrow" panose="020B0606020202030204" pitchFamily="34" charset="0"/>
                </a:rPr>
                <a:t>）</a:t>
              </a:r>
            </a:p>
          </p:txBody>
        </p:sp>
        <p:cxnSp>
          <p:nvCxnSpPr>
            <p:cNvPr id="18" name="连接符: 肘形 17">
              <a:extLst>
                <a:ext uri="{FF2B5EF4-FFF2-40B4-BE49-F238E27FC236}">
                  <a16:creationId xmlns:a16="http://schemas.microsoft.com/office/drawing/2014/main" id="{B80F4F53-340C-446E-BFF8-59A3F17CFA23}"/>
                </a:ext>
              </a:extLst>
            </p:cNvPr>
            <p:cNvCxnSpPr>
              <a:endCxn id="5" idx="1"/>
            </p:cNvCxnSpPr>
            <p:nvPr/>
          </p:nvCxnSpPr>
          <p:spPr>
            <a:xfrm>
              <a:off x="3433934" y="2144379"/>
              <a:ext cx="438564" cy="340144"/>
            </a:xfrm>
            <a:prstGeom prst="bentConnector3">
              <a:avLst>
                <a:gd name="adj1" fmla="val -2500"/>
              </a:avLst>
            </a:prstGeom>
            <a:ln w="25400">
              <a:solidFill>
                <a:schemeClr val="tx1"/>
              </a:solidFill>
              <a:tailEnd type="triangle"/>
            </a:ln>
          </p:spPr>
          <p:style>
            <a:lnRef idx="1">
              <a:schemeClr val="accent1"/>
            </a:lnRef>
            <a:fillRef idx="0">
              <a:schemeClr val="accent1"/>
            </a:fillRef>
            <a:effectRef idx="0">
              <a:schemeClr val="accent1"/>
            </a:effectRef>
            <a:fontRef idx="minor">
              <a:schemeClr val="tx1"/>
            </a:fontRef>
          </p:style>
        </p:cxnSp>
      </p:grpSp>
    </p:spTree>
    <p:custDataLst>
      <p:tags r:id="rId1"/>
    </p:custDataLst>
    <p:extLst>
      <p:ext uri="{BB962C8B-B14F-4D97-AF65-F5344CB8AC3E}">
        <p14:creationId xmlns:p14="http://schemas.microsoft.com/office/powerpoint/2010/main" val="1656670770"/>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2" presetClass="entr" presetSubtype="1" fill="hold" nodeType="withEffect">
                                  <p:stCondLst>
                                    <p:cond delay="0"/>
                                  </p:stCondLst>
                                  <p:childTnLst>
                                    <p:set>
                                      <p:cBhvr>
                                        <p:cTn id="6" dur="1" fill="hold">
                                          <p:stCondLst>
                                            <p:cond delay="0"/>
                                          </p:stCondLst>
                                        </p:cTn>
                                        <p:tgtEl>
                                          <p:spTgt spid="22"/>
                                        </p:tgtEl>
                                        <p:attrNameLst>
                                          <p:attrName>style.visibility</p:attrName>
                                        </p:attrNameLst>
                                      </p:cBhvr>
                                      <p:to>
                                        <p:strVal val="visible"/>
                                      </p:to>
                                    </p:set>
                                    <p:animEffect transition="in" filter="wipe(up)">
                                      <p:cBhvr>
                                        <p:cTn id="7" dur="500"/>
                                        <p:tgtEl>
                                          <p:spTgt spid="22"/>
                                        </p:tgtEl>
                                      </p:cBhvr>
                                    </p:animEffect>
                                  </p:childTnLst>
                                </p:cTn>
                              </p:par>
                            </p:childTnLst>
                          </p:cTn>
                        </p:par>
                      </p:childTnLst>
                    </p:cTn>
                  </p:par>
                  <p:par>
                    <p:cTn id="8" fill="hold">
                      <p:stCondLst>
                        <p:cond delay="indefinite"/>
                      </p:stCondLst>
                      <p:childTnLst>
                        <p:par>
                          <p:cTn id="9" fill="hold">
                            <p:stCondLst>
                              <p:cond delay="0"/>
                            </p:stCondLst>
                            <p:childTnLst>
                              <p:par>
                                <p:cTn id="10" presetID="12" presetClass="entr" presetSubtype="1" fill="hold" grpId="0" nodeType="clickEffect">
                                  <p:stCondLst>
                                    <p:cond delay="0"/>
                                  </p:stCondLst>
                                  <p:childTnLst>
                                    <p:set>
                                      <p:cBhvr>
                                        <p:cTn id="11" dur="1" fill="hold">
                                          <p:stCondLst>
                                            <p:cond delay="0"/>
                                          </p:stCondLst>
                                        </p:cTn>
                                        <p:tgtEl>
                                          <p:spTgt spid="9"/>
                                        </p:tgtEl>
                                        <p:attrNameLst>
                                          <p:attrName>style.visibility</p:attrName>
                                        </p:attrNameLst>
                                      </p:cBhvr>
                                      <p:to>
                                        <p:strVal val="visible"/>
                                      </p:to>
                                    </p:set>
                                    <p:anim calcmode="lin" valueType="num">
                                      <p:cBhvr additive="base">
                                        <p:cTn id="12" dur="500"/>
                                        <p:tgtEl>
                                          <p:spTgt spid="9"/>
                                        </p:tgtEl>
                                        <p:attrNameLst>
                                          <p:attrName>ppt_y</p:attrName>
                                        </p:attrNameLst>
                                      </p:cBhvr>
                                      <p:tavLst>
                                        <p:tav tm="0">
                                          <p:val>
                                            <p:strVal val="#ppt_y-#ppt_h*1.125000"/>
                                          </p:val>
                                        </p:tav>
                                        <p:tav tm="100000">
                                          <p:val>
                                            <p:strVal val="#ppt_y"/>
                                          </p:val>
                                        </p:tav>
                                      </p:tavLst>
                                    </p:anim>
                                    <p:animEffect transition="in" filter="wipe(down)">
                                      <p:cBhvr>
                                        <p:cTn id="13" dur="500"/>
                                        <p:tgtEl>
                                          <p:spTgt spid="9"/>
                                        </p:tgtEl>
                                      </p:cBhvr>
                                    </p:animEffect>
                                  </p:childTnLst>
                                </p:cTn>
                              </p:par>
                            </p:childTnLst>
                          </p:cTn>
                        </p:par>
                      </p:childTnLst>
                    </p:cTn>
                  </p:par>
                  <p:par>
                    <p:cTn id="14" fill="hold">
                      <p:stCondLst>
                        <p:cond delay="indefinite"/>
                      </p:stCondLst>
                      <p:childTnLst>
                        <p:par>
                          <p:cTn id="15" fill="hold">
                            <p:stCondLst>
                              <p:cond delay="0"/>
                            </p:stCondLst>
                            <p:childTnLst>
                              <p:par>
                                <p:cTn id="16" presetID="12" presetClass="entr" presetSubtype="1" fill="hold" grpId="0" nodeType="clickEffect">
                                  <p:stCondLst>
                                    <p:cond delay="0"/>
                                  </p:stCondLst>
                                  <p:childTnLst>
                                    <p:set>
                                      <p:cBhvr>
                                        <p:cTn id="17" dur="1" fill="hold">
                                          <p:stCondLst>
                                            <p:cond delay="0"/>
                                          </p:stCondLst>
                                        </p:cTn>
                                        <p:tgtEl>
                                          <p:spTgt spid="10"/>
                                        </p:tgtEl>
                                        <p:attrNameLst>
                                          <p:attrName>style.visibility</p:attrName>
                                        </p:attrNameLst>
                                      </p:cBhvr>
                                      <p:to>
                                        <p:strVal val="visible"/>
                                      </p:to>
                                    </p:set>
                                    <p:anim calcmode="lin" valueType="num">
                                      <p:cBhvr additive="base">
                                        <p:cTn id="18" dur="500"/>
                                        <p:tgtEl>
                                          <p:spTgt spid="10"/>
                                        </p:tgtEl>
                                        <p:attrNameLst>
                                          <p:attrName>ppt_y</p:attrName>
                                        </p:attrNameLst>
                                      </p:cBhvr>
                                      <p:tavLst>
                                        <p:tav tm="0">
                                          <p:val>
                                            <p:strVal val="#ppt_y-#ppt_h*1.125000"/>
                                          </p:val>
                                        </p:tav>
                                        <p:tav tm="100000">
                                          <p:val>
                                            <p:strVal val="#ppt_y"/>
                                          </p:val>
                                        </p:tav>
                                      </p:tavLst>
                                    </p:anim>
                                    <p:animEffect transition="in" filter="wipe(down)">
                                      <p:cBhvr>
                                        <p:cTn id="19" dur="500"/>
                                        <p:tgtEl>
                                          <p:spTgt spid="10"/>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9" grpId="0"/>
      <p:bldP spid="10" grpId="0"/>
    </p:bldLst>
  </p:timing>
</p:sld>
</file>

<file path=ppt/slides/slide27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8" name="表格 8">
            <a:extLst>
              <a:ext uri="{FF2B5EF4-FFF2-40B4-BE49-F238E27FC236}">
                <a16:creationId xmlns:a16="http://schemas.microsoft.com/office/drawing/2014/main" id="{CD520B47-EE80-4B67-9B6F-48162B23B33C}"/>
              </a:ext>
            </a:extLst>
          </p:cNvPr>
          <p:cNvGraphicFramePr>
            <a:graphicFrameLocks noGrp="1"/>
          </p:cNvGraphicFramePr>
          <p:nvPr/>
        </p:nvGraphicFramePr>
        <p:xfrm>
          <a:off x="1128933" y="1402699"/>
          <a:ext cx="9936690" cy="370840"/>
        </p:xfrm>
        <a:graphic>
          <a:graphicData uri="http://schemas.openxmlformats.org/drawingml/2006/table">
            <a:tbl>
              <a:tblPr firstRow="1" bandRow="1">
                <a:tableStyleId>{5C22544A-7EE6-4342-B048-85BDC9FD1C3A}</a:tableStyleId>
              </a:tblPr>
              <a:tblGrid>
                <a:gridCol w="2460693">
                  <a:extLst>
                    <a:ext uri="{9D8B030D-6E8A-4147-A177-3AD203B41FA5}">
                      <a16:colId xmlns:a16="http://schemas.microsoft.com/office/drawing/2014/main" val="2117429894"/>
                    </a:ext>
                  </a:extLst>
                </a:gridCol>
                <a:gridCol w="5019040">
                  <a:extLst>
                    <a:ext uri="{9D8B030D-6E8A-4147-A177-3AD203B41FA5}">
                      <a16:colId xmlns:a16="http://schemas.microsoft.com/office/drawing/2014/main" val="989804778"/>
                    </a:ext>
                  </a:extLst>
                </a:gridCol>
                <a:gridCol w="2456957">
                  <a:extLst>
                    <a:ext uri="{9D8B030D-6E8A-4147-A177-3AD203B41FA5}">
                      <a16:colId xmlns:a16="http://schemas.microsoft.com/office/drawing/2014/main" val="293011856"/>
                    </a:ext>
                  </a:extLst>
                </a:gridCol>
              </a:tblGrid>
              <a:tr h="370840">
                <a:tc>
                  <a:txBody>
                    <a:bodyPr/>
                    <a:lstStyle/>
                    <a:p>
                      <a:pPr algn="ctr"/>
                      <a:r>
                        <a:rPr lang="zh-CN" altLang="en-US" dirty="0">
                          <a:solidFill>
                            <a:schemeClr val="tx1"/>
                          </a:solidFill>
                          <a:latin typeface="Arial Narrow" panose="020B0606020202030204" pitchFamily="34" charset="0"/>
                          <a:ea typeface="+mn-ea"/>
                        </a:rPr>
                        <a:t>第</a:t>
                      </a:r>
                      <a:r>
                        <a:rPr lang="en-US" altLang="zh-CN" dirty="0">
                          <a:solidFill>
                            <a:schemeClr val="tx1"/>
                          </a:solidFill>
                          <a:latin typeface="Arial Narrow" panose="020B0606020202030204" pitchFamily="34" charset="0"/>
                          <a:ea typeface="+mn-ea"/>
                        </a:rPr>
                        <a:t>1</a:t>
                      </a:r>
                      <a:r>
                        <a:rPr lang="zh-CN" altLang="en-US" dirty="0">
                          <a:solidFill>
                            <a:schemeClr val="tx1"/>
                          </a:solidFill>
                          <a:latin typeface="Arial Narrow" panose="020B0606020202030204" pitchFamily="34" charset="0"/>
                          <a:ea typeface="+mn-ea"/>
                        </a:rPr>
                        <a:t>字节</a:t>
                      </a: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ctr"/>
                      <a:r>
                        <a:rPr lang="zh-CN" altLang="en-US" dirty="0">
                          <a:solidFill>
                            <a:schemeClr val="tx1"/>
                          </a:solidFill>
                          <a:latin typeface="Arial Narrow" panose="020B0606020202030204" pitchFamily="34" charset="0"/>
                          <a:ea typeface="+mn-ea"/>
                        </a:rPr>
                        <a:t>第</a:t>
                      </a:r>
                      <a:r>
                        <a:rPr lang="en-US" altLang="zh-CN" dirty="0">
                          <a:solidFill>
                            <a:schemeClr val="tx1"/>
                          </a:solidFill>
                          <a:latin typeface="Arial Narrow" panose="020B0606020202030204" pitchFamily="34" charset="0"/>
                          <a:ea typeface="+mn-ea"/>
                        </a:rPr>
                        <a:t>2~5</a:t>
                      </a:r>
                      <a:r>
                        <a:rPr lang="zh-CN" altLang="en-US" dirty="0">
                          <a:solidFill>
                            <a:schemeClr val="tx1"/>
                          </a:solidFill>
                          <a:latin typeface="Arial Narrow" panose="020B0606020202030204" pitchFamily="34" charset="0"/>
                          <a:ea typeface="+mn-ea"/>
                        </a:rPr>
                        <a:t>字节</a:t>
                      </a: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ctr"/>
                      <a:r>
                        <a:rPr lang="zh-CN" altLang="en-US" dirty="0">
                          <a:solidFill>
                            <a:schemeClr val="tx1"/>
                          </a:solidFill>
                          <a:latin typeface="Arial Narrow" panose="020B0606020202030204" pitchFamily="34" charset="0"/>
                          <a:ea typeface="+mn-ea"/>
                        </a:rPr>
                        <a:t>第</a:t>
                      </a:r>
                      <a:r>
                        <a:rPr lang="en-US" altLang="zh-CN" dirty="0">
                          <a:solidFill>
                            <a:schemeClr val="tx1"/>
                          </a:solidFill>
                          <a:latin typeface="Arial Narrow" panose="020B0606020202030204" pitchFamily="34" charset="0"/>
                          <a:ea typeface="+mn-ea"/>
                        </a:rPr>
                        <a:t>6</a:t>
                      </a:r>
                      <a:r>
                        <a:rPr lang="zh-CN" altLang="en-US" dirty="0">
                          <a:solidFill>
                            <a:schemeClr val="tx1"/>
                          </a:solidFill>
                          <a:latin typeface="Arial Narrow" panose="020B0606020202030204" pitchFamily="34" charset="0"/>
                          <a:ea typeface="+mn-ea"/>
                        </a:rPr>
                        <a:t>字节</a:t>
                      </a: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extLst>
                  <a:ext uri="{0D108BD9-81ED-4DB2-BD59-A6C34878D82A}">
                    <a16:rowId xmlns:a16="http://schemas.microsoft.com/office/drawing/2014/main" val="3761746479"/>
                  </a:ext>
                </a:extLst>
              </a:tr>
            </a:tbl>
          </a:graphicData>
        </a:graphic>
      </p:graphicFrame>
      <p:grpSp>
        <p:nvGrpSpPr>
          <p:cNvPr id="4" name="组合 3">
            <a:extLst>
              <a:ext uri="{FF2B5EF4-FFF2-40B4-BE49-F238E27FC236}">
                <a16:creationId xmlns:a16="http://schemas.microsoft.com/office/drawing/2014/main" id="{9A1EA9F2-FCB6-48C3-935F-7AE7E3AD14AC}"/>
              </a:ext>
            </a:extLst>
          </p:cNvPr>
          <p:cNvGrpSpPr/>
          <p:nvPr/>
        </p:nvGrpSpPr>
        <p:grpSpPr>
          <a:xfrm>
            <a:off x="304799" y="749300"/>
            <a:ext cx="6192345" cy="400110"/>
            <a:chOff x="424116" y="898245"/>
            <a:chExt cx="6192345" cy="400110"/>
          </a:xfrm>
        </p:grpSpPr>
        <p:sp>
          <p:nvSpPr>
            <p:cNvPr id="2" name="平行四边形 1">
              <a:extLst>
                <a:ext uri="{FF2B5EF4-FFF2-40B4-BE49-F238E27FC236}">
                  <a16:creationId xmlns:a16="http://schemas.microsoft.com/office/drawing/2014/main" id="{1F5BAA3F-9845-4F89-A2DD-8222D3E4EDAC}"/>
                </a:ext>
              </a:extLst>
            </p:cNvPr>
            <p:cNvSpPr/>
            <p:nvPr/>
          </p:nvSpPr>
          <p:spPr>
            <a:xfrm>
              <a:off x="424116" y="898245"/>
              <a:ext cx="695119" cy="387090"/>
            </a:xfrm>
            <a:prstGeom prst="parallelogram">
              <a:avLst/>
            </a:prstGeom>
            <a:solidFill>
              <a:schemeClr val="accent3">
                <a:lumMod val="75000"/>
              </a:schemeClr>
            </a:solidFill>
            <a:ln>
              <a:solidFill>
                <a:schemeClr val="accent3">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CN" sz="2200" dirty="0">
                  <a:latin typeface="Impact" panose="020B0806030902050204" pitchFamily="34" charset="0"/>
                </a:rPr>
                <a:t>02</a:t>
              </a:r>
              <a:endParaRPr lang="zh-CN" altLang="en-US" sz="2200" dirty="0">
                <a:latin typeface="Impact" panose="020B0806030902050204" pitchFamily="34" charset="0"/>
              </a:endParaRPr>
            </a:p>
          </p:txBody>
        </p:sp>
        <p:sp>
          <p:nvSpPr>
            <p:cNvPr id="3" name="文本框 2">
              <a:extLst>
                <a:ext uri="{FF2B5EF4-FFF2-40B4-BE49-F238E27FC236}">
                  <a16:creationId xmlns:a16="http://schemas.microsoft.com/office/drawing/2014/main" id="{4D6BD736-A4D3-4F26-AFED-36E11F50F70B}"/>
                </a:ext>
              </a:extLst>
            </p:cNvPr>
            <p:cNvSpPr txBox="1"/>
            <p:nvPr/>
          </p:nvSpPr>
          <p:spPr>
            <a:xfrm>
              <a:off x="1119235" y="898245"/>
              <a:ext cx="5497226" cy="400110"/>
            </a:xfrm>
            <a:prstGeom prst="rect">
              <a:avLst/>
            </a:prstGeom>
            <a:noFill/>
          </p:spPr>
          <p:txBody>
            <a:bodyPr wrap="square" rtlCol="0">
              <a:spAutoFit/>
            </a:bodyPr>
            <a:lstStyle/>
            <a:p>
              <a:r>
                <a:rPr lang="en-US" altLang="zh-CN" sz="2000" b="1" dirty="0"/>
                <a:t>MAC</a:t>
              </a:r>
              <a:r>
                <a:rPr lang="zh-CN" altLang="en-US" sz="2000" b="1" dirty="0"/>
                <a:t>地址</a:t>
              </a:r>
            </a:p>
          </p:txBody>
        </p:sp>
      </p:grpSp>
      <p:sp>
        <p:nvSpPr>
          <p:cNvPr id="48" name="íşlïḍè">
            <a:extLst>
              <a:ext uri="{FF2B5EF4-FFF2-40B4-BE49-F238E27FC236}">
                <a16:creationId xmlns:a16="http://schemas.microsoft.com/office/drawing/2014/main" id="{3A8ED235-C46A-40A6-B687-AE21B4C08B05}"/>
              </a:ext>
            </a:extLst>
          </p:cNvPr>
          <p:cNvSpPr txBox="1"/>
          <p:nvPr/>
        </p:nvSpPr>
        <p:spPr>
          <a:xfrm>
            <a:off x="4470616" y="984954"/>
            <a:ext cx="3263923" cy="400110"/>
          </a:xfrm>
          <a:prstGeom prst="rect">
            <a:avLst/>
          </a:prstGeom>
          <a:noFill/>
        </p:spPr>
        <p:txBody>
          <a:bodyPr wrap="square" lIns="91440" tIns="45720" rIns="91440" bIns="45720" anchor="ctr">
            <a:noAutofit/>
          </a:bodyPr>
          <a:lstStyle/>
          <a:p>
            <a:pPr algn="ctr"/>
            <a:r>
              <a:rPr lang="en-US" altLang="zh-CN" b="1" dirty="0">
                <a:solidFill>
                  <a:schemeClr val="accent3">
                    <a:lumMod val="75000"/>
                  </a:schemeClr>
                </a:solidFill>
                <a:latin typeface="Arial Narrow" panose="020B0606020202030204" pitchFamily="34" charset="0"/>
              </a:rPr>
              <a:t>IEEE 802</a:t>
            </a:r>
            <a:r>
              <a:rPr lang="zh-CN" altLang="en-US" b="1" dirty="0">
                <a:solidFill>
                  <a:schemeClr val="accent3">
                    <a:lumMod val="75000"/>
                  </a:schemeClr>
                </a:solidFill>
                <a:latin typeface="Arial Narrow" panose="020B0606020202030204" pitchFamily="34" charset="0"/>
              </a:rPr>
              <a:t>局域网的</a:t>
            </a:r>
            <a:r>
              <a:rPr lang="en-US" altLang="zh-CN" b="1" dirty="0">
                <a:solidFill>
                  <a:schemeClr val="accent3">
                    <a:lumMod val="75000"/>
                  </a:schemeClr>
                </a:solidFill>
                <a:latin typeface="Arial Narrow" panose="020B0606020202030204" pitchFamily="34" charset="0"/>
              </a:rPr>
              <a:t>MAC</a:t>
            </a:r>
            <a:r>
              <a:rPr lang="zh-CN" altLang="en-US" b="1" dirty="0">
                <a:solidFill>
                  <a:schemeClr val="accent3">
                    <a:lumMod val="75000"/>
                  </a:schemeClr>
                </a:solidFill>
                <a:latin typeface="Arial Narrow" panose="020B0606020202030204" pitchFamily="34" charset="0"/>
              </a:rPr>
              <a:t>地址格式</a:t>
            </a:r>
          </a:p>
        </p:txBody>
      </p:sp>
      <p:graphicFrame>
        <p:nvGraphicFramePr>
          <p:cNvPr id="6" name="表格 6">
            <a:extLst>
              <a:ext uri="{FF2B5EF4-FFF2-40B4-BE49-F238E27FC236}">
                <a16:creationId xmlns:a16="http://schemas.microsoft.com/office/drawing/2014/main" id="{1A48AF6F-3A40-41AE-8302-66596AA26EC7}"/>
              </a:ext>
            </a:extLst>
          </p:cNvPr>
          <p:cNvGraphicFramePr>
            <a:graphicFrameLocks noGrp="1"/>
          </p:cNvGraphicFramePr>
          <p:nvPr/>
        </p:nvGraphicFramePr>
        <p:xfrm>
          <a:off x="1128933" y="1773539"/>
          <a:ext cx="9936688" cy="370840"/>
        </p:xfrm>
        <a:graphic>
          <a:graphicData uri="http://schemas.openxmlformats.org/drawingml/2006/table">
            <a:tbl>
              <a:tblPr firstRow="1" bandRow="1">
                <a:tableStyleId>{5C22544A-7EE6-4342-B048-85BDC9FD1C3A}</a:tableStyleId>
              </a:tblPr>
              <a:tblGrid>
                <a:gridCol w="307365">
                  <a:extLst>
                    <a:ext uri="{9D8B030D-6E8A-4147-A177-3AD203B41FA5}">
                      <a16:colId xmlns:a16="http://schemas.microsoft.com/office/drawing/2014/main" val="3978522098"/>
                    </a:ext>
                  </a:extLst>
                </a:gridCol>
                <a:gridCol w="307365">
                  <a:extLst>
                    <a:ext uri="{9D8B030D-6E8A-4147-A177-3AD203B41FA5}">
                      <a16:colId xmlns:a16="http://schemas.microsoft.com/office/drawing/2014/main" val="849717532"/>
                    </a:ext>
                  </a:extLst>
                </a:gridCol>
                <a:gridCol w="307365">
                  <a:extLst>
                    <a:ext uri="{9D8B030D-6E8A-4147-A177-3AD203B41FA5}">
                      <a16:colId xmlns:a16="http://schemas.microsoft.com/office/drawing/2014/main" val="2142942144"/>
                    </a:ext>
                  </a:extLst>
                </a:gridCol>
                <a:gridCol w="307365">
                  <a:extLst>
                    <a:ext uri="{9D8B030D-6E8A-4147-A177-3AD203B41FA5}">
                      <a16:colId xmlns:a16="http://schemas.microsoft.com/office/drawing/2014/main" val="874826259"/>
                    </a:ext>
                  </a:extLst>
                </a:gridCol>
                <a:gridCol w="307365">
                  <a:extLst>
                    <a:ext uri="{9D8B030D-6E8A-4147-A177-3AD203B41FA5}">
                      <a16:colId xmlns:a16="http://schemas.microsoft.com/office/drawing/2014/main" val="2199175047"/>
                    </a:ext>
                  </a:extLst>
                </a:gridCol>
                <a:gridCol w="307365">
                  <a:extLst>
                    <a:ext uri="{9D8B030D-6E8A-4147-A177-3AD203B41FA5}">
                      <a16:colId xmlns:a16="http://schemas.microsoft.com/office/drawing/2014/main" val="4096098212"/>
                    </a:ext>
                  </a:extLst>
                </a:gridCol>
                <a:gridCol w="307365">
                  <a:extLst>
                    <a:ext uri="{9D8B030D-6E8A-4147-A177-3AD203B41FA5}">
                      <a16:colId xmlns:a16="http://schemas.microsoft.com/office/drawing/2014/main" val="3161922733"/>
                    </a:ext>
                  </a:extLst>
                </a:gridCol>
                <a:gridCol w="307365">
                  <a:extLst>
                    <a:ext uri="{9D8B030D-6E8A-4147-A177-3AD203B41FA5}">
                      <a16:colId xmlns:a16="http://schemas.microsoft.com/office/drawing/2014/main" val="1896170140"/>
                    </a:ext>
                  </a:extLst>
                </a:gridCol>
                <a:gridCol w="5019040">
                  <a:extLst>
                    <a:ext uri="{9D8B030D-6E8A-4147-A177-3AD203B41FA5}">
                      <a16:colId xmlns:a16="http://schemas.microsoft.com/office/drawing/2014/main" val="1832502197"/>
                    </a:ext>
                  </a:extLst>
                </a:gridCol>
                <a:gridCol w="307341">
                  <a:extLst>
                    <a:ext uri="{9D8B030D-6E8A-4147-A177-3AD203B41FA5}">
                      <a16:colId xmlns:a16="http://schemas.microsoft.com/office/drawing/2014/main" val="3285941259"/>
                    </a:ext>
                  </a:extLst>
                </a:gridCol>
                <a:gridCol w="307341">
                  <a:extLst>
                    <a:ext uri="{9D8B030D-6E8A-4147-A177-3AD203B41FA5}">
                      <a16:colId xmlns:a16="http://schemas.microsoft.com/office/drawing/2014/main" val="1296972243"/>
                    </a:ext>
                  </a:extLst>
                </a:gridCol>
                <a:gridCol w="307341">
                  <a:extLst>
                    <a:ext uri="{9D8B030D-6E8A-4147-A177-3AD203B41FA5}">
                      <a16:colId xmlns:a16="http://schemas.microsoft.com/office/drawing/2014/main" val="4187490853"/>
                    </a:ext>
                  </a:extLst>
                </a:gridCol>
                <a:gridCol w="307341">
                  <a:extLst>
                    <a:ext uri="{9D8B030D-6E8A-4147-A177-3AD203B41FA5}">
                      <a16:colId xmlns:a16="http://schemas.microsoft.com/office/drawing/2014/main" val="837431734"/>
                    </a:ext>
                  </a:extLst>
                </a:gridCol>
                <a:gridCol w="307341">
                  <a:extLst>
                    <a:ext uri="{9D8B030D-6E8A-4147-A177-3AD203B41FA5}">
                      <a16:colId xmlns:a16="http://schemas.microsoft.com/office/drawing/2014/main" val="880851581"/>
                    </a:ext>
                  </a:extLst>
                </a:gridCol>
                <a:gridCol w="307341">
                  <a:extLst>
                    <a:ext uri="{9D8B030D-6E8A-4147-A177-3AD203B41FA5}">
                      <a16:colId xmlns:a16="http://schemas.microsoft.com/office/drawing/2014/main" val="2388368653"/>
                    </a:ext>
                  </a:extLst>
                </a:gridCol>
                <a:gridCol w="307341">
                  <a:extLst>
                    <a:ext uri="{9D8B030D-6E8A-4147-A177-3AD203B41FA5}">
                      <a16:colId xmlns:a16="http://schemas.microsoft.com/office/drawing/2014/main" val="239311804"/>
                    </a:ext>
                  </a:extLst>
                </a:gridCol>
                <a:gridCol w="307341">
                  <a:extLst>
                    <a:ext uri="{9D8B030D-6E8A-4147-A177-3AD203B41FA5}">
                      <a16:colId xmlns:a16="http://schemas.microsoft.com/office/drawing/2014/main" val="450227044"/>
                    </a:ext>
                  </a:extLst>
                </a:gridCol>
              </a:tblGrid>
              <a:tr h="370840">
                <a:tc>
                  <a:txBody>
                    <a:bodyPr/>
                    <a:lstStyle/>
                    <a:p>
                      <a:pPr algn="ctr"/>
                      <a:r>
                        <a:rPr lang="en-US" altLang="zh-CN" dirty="0">
                          <a:solidFill>
                            <a:schemeClr val="tx1"/>
                          </a:solidFill>
                          <a:latin typeface="+mn-lt"/>
                        </a:rPr>
                        <a:t>b7</a:t>
                      </a:r>
                      <a:endParaRPr lang="zh-CN" altLang="en-US" dirty="0">
                        <a:solidFill>
                          <a:schemeClr val="tx1"/>
                        </a:solidFill>
                        <a:latin typeface="+mn-lt"/>
                      </a:endParaRPr>
                    </a:p>
                  </a:txBody>
                  <a:tcPr marL="36000" marR="3600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ctr"/>
                      <a:r>
                        <a:rPr lang="en-US" altLang="zh-CN" dirty="0">
                          <a:solidFill>
                            <a:schemeClr val="tx1"/>
                          </a:solidFill>
                          <a:latin typeface="+mn-lt"/>
                        </a:rPr>
                        <a:t>b6</a:t>
                      </a:r>
                      <a:endParaRPr lang="zh-CN" altLang="en-US" dirty="0">
                        <a:solidFill>
                          <a:schemeClr val="tx1"/>
                        </a:solidFill>
                        <a:latin typeface="+mn-lt"/>
                      </a:endParaRPr>
                    </a:p>
                  </a:txBody>
                  <a:tcPr marL="36000" marR="3600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ctr"/>
                      <a:r>
                        <a:rPr lang="en-US" altLang="zh-CN" dirty="0">
                          <a:solidFill>
                            <a:schemeClr val="tx1"/>
                          </a:solidFill>
                          <a:latin typeface="+mn-lt"/>
                        </a:rPr>
                        <a:t>b5</a:t>
                      </a:r>
                      <a:endParaRPr lang="zh-CN" altLang="en-US" dirty="0">
                        <a:solidFill>
                          <a:schemeClr val="tx1"/>
                        </a:solidFill>
                        <a:latin typeface="+mn-lt"/>
                      </a:endParaRPr>
                    </a:p>
                  </a:txBody>
                  <a:tcPr marL="36000" marR="3600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ctr"/>
                      <a:r>
                        <a:rPr lang="en-US" altLang="zh-CN" dirty="0">
                          <a:solidFill>
                            <a:schemeClr val="tx1"/>
                          </a:solidFill>
                          <a:latin typeface="+mn-lt"/>
                        </a:rPr>
                        <a:t>b4</a:t>
                      </a:r>
                      <a:endParaRPr lang="zh-CN" altLang="en-US" dirty="0">
                        <a:solidFill>
                          <a:schemeClr val="tx1"/>
                        </a:solidFill>
                        <a:latin typeface="+mn-lt"/>
                      </a:endParaRPr>
                    </a:p>
                  </a:txBody>
                  <a:tcPr marL="36000" marR="3600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ctr"/>
                      <a:r>
                        <a:rPr lang="en-US" altLang="zh-CN" dirty="0">
                          <a:solidFill>
                            <a:schemeClr val="tx1"/>
                          </a:solidFill>
                          <a:latin typeface="+mn-lt"/>
                        </a:rPr>
                        <a:t>b3</a:t>
                      </a:r>
                      <a:endParaRPr lang="zh-CN" altLang="en-US" dirty="0">
                        <a:solidFill>
                          <a:schemeClr val="tx1"/>
                        </a:solidFill>
                        <a:latin typeface="+mn-lt"/>
                      </a:endParaRPr>
                    </a:p>
                  </a:txBody>
                  <a:tcPr marL="36000" marR="3600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ctr"/>
                      <a:r>
                        <a:rPr lang="en-US" altLang="zh-CN" dirty="0">
                          <a:solidFill>
                            <a:schemeClr val="tx1"/>
                          </a:solidFill>
                          <a:latin typeface="+mn-lt"/>
                        </a:rPr>
                        <a:t>b2</a:t>
                      </a:r>
                      <a:endParaRPr lang="zh-CN" altLang="en-US" dirty="0">
                        <a:solidFill>
                          <a:schemeClr val="tx1"/>
                        </a:solidFill>
                        <a:latin typeface="+mn-lt"/>
                      </a:endParaRPr>
                    </a:p>
                  </a:txBody>
                  <a:tcPr marL="36000" marR="3600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ctr"/>
                      <a:r>
                        <a:rPr lang="en-US" altLang="zh-CN" dirty="0">
                          <a:solidFill>
                            <a:schemeClr val="bg1"/>
                          </a:solidFill>
                          <a:latin typeface="+mn-lt"/>
                        </a:rPr>
                        <a:t>b1</a:t>
                      </a:r>
                      <a:endParaRPr lang="zh-CN" altLang="en-US" dirty="0">
                        <a:solidFill>
                          <a:schemeClr val="bg1"/>
                        </a:solidFill>
                        <a:latin typeface="+mn-lt"/>
                      </a:endParaRPr>
                    </a:p>
                  </a:txBody>
                  <a:tcPr marL="36000" marR="3600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accent3"/>
                    </a:solidFill>
                  </a:tcPr>
                </a:tc>
                <a:tc>
                  <a:txBody>
                    <a:bodyPr/>
                    <a:lstStyle/>
                    <a:p>
                      <a:pPr algn="ctr"/>
                      <a:r>
                        <a:rPr lang="en-US" altLang="zh-CN" dirty="0">
                          <a:solidFill>
                            <a:schemeClr val="bg1"/>
                          </a:solidFill>
                          <a:latin typeface="+mn-lt"/>
                        </a:rPr>
                        <a:t>b0</a:t>
                      </a:r>
                      <a:endParaRPr lang="zh-CN" altLang="en-US" dirty="0">
                        <a:solidFill>
                          <a:schemeClr val="bg1"/>
                        </a:solidFill>
                        <a:latin typeface="+mn-lt"/>
                      </a:endParaRPr>
                    </a:p>
                  </a:txBody>
                  <a:tcPr marL="36000" marR="3600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accent4"/>
                    </a:solidFill>
                  </a:tcPr>
                </a:tc>
                <a:tc>
                  <a:txBody>
                    <a:bodyPr/>
                    <a:lstStyle/>
                    <a:p>
                      <a:pPr algn="ctr"/>
                      <a:r>
                        <a:rPr lang="en-US" altLang="zh-CN" dirty="0">
                          <a:solidFill>
                            <a:schemeClr val="tx1"/>
                          </a:solidFill>
                          <a:latin typeface="新宋体" panose="02010609030101010101" pitchFamily="49" charset="-122"/>
                          <a:ea typeface="新宋体" panose="02010609030101010101" pitchFamily="49" charset="-122"/>
                          <a:cs typeface="Times New Roman" panose="02020603050405020304" pitchFamily="18" charset="0"/>
                        </a:rPr>
                        <a:t>……</a:t>
                      </a:r>
                      <a:endParaRPr lang="zh-CN" altLang="en-US" dirty="0">
                        <a:solidFill>
                          <a:schemeClr val="tx1"/>
                        </a:solidFill>
                        <a:latin typeface="新宋体" panose="02010609030101010101" pitchFamily="49" charset="-122"/>
                        <a:ea typeface="新宋体" panose="02010609030101010101" pitchFamily="49" charset="-122"/>
                        <a:cs typeface="Times New Roman" panose="02020603050405020304" pitchFamily="18" charset="0"/>
                      </a:endParaRPr>
                    </a:p>
                  </a:txBody>
                  <a:tcPr marL="36000" marR="3600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ctr"/>
                      <a:r>
                        <a:rPr lang="en-US" altLang="zh-CN" dirty="0">
                          <a:solidFill>
                            <a:schemeClr val="tx1"/>
                          </a:solidFill>
                          <a:latin typeface="+mn-lt"/>
                        </a:rPr>
                        <a:t>b7</a:t>
                      </a:r>
                      <a:endParaRPr lang="zh-CN" altLang="en-US" dirty="0">
                        <a:solidFill>
                          <a:schemeClr val="tx1"/>
                        </a:solidFill>
                        <a:latin typeface="+mn-lt"/>
                      </a:endParaRPr>
                    </a:p>
                  </a:txBody>
                  <a:tcPr marL="36000" marR="3600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ctr"/>
                      <a:r>
                        <a:rPr lang="en-US" altLang="zh-CN" dirty="0">
                          <a:solidFill>
                            <a:schemeClr val="tx1"/>
                          </a:solidFill>
                          <a:latin typeface="+mn-lt"/>
                        </a:rPr>
                        <a:t>b6</a:t>
                      </a:r>
                      <a:endParaRPr lang="zh-CN" altLang="en-US" dirty="0">
                        <a:solidFill>
                          <a:schemeClr val="tx1"/>
                        </a:solidFill>
                        <a:latin typeface="+mn-lt"/>
                      </a:endParaRPr>
                    </a:p>
                  </a:txBody>
                  <a:tcPr marL="36000" marR="3600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ctr"/>
                      <a:r>
                        <a:rPr lang="en-US" altLang="zh-CN" dirty="0">
                          <a:solidFill>
                            <a:schemeClr val="tx1"/>
                          </a:solidFill>
                          <a:latin typeface="+mn-lt"/>
                        </a:rPr>
                        <a:t>b5</a:t>
                      </a:r>
                      <a:endParaRPr lang="zh-CN" altLang="en-US" dirty="0">
                        <a:solidFill>
                          <a:schemeClr val="tx1"/>
                        </a:solidFill>
                        <a:latin typeface="+mn-lt"/>
                      </a:endParaRPr>
                    </a:p>
                  </a:txBody>
                  <a:tcPr marL="36000" marR="3600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ctr"/>
                      <a:r>
                        <a:rPr lang="en-US" altLang="zh-CN" dirty="0">
                          <a:solidFill>
                            <a:schemeClr val="tx1"/>
                          </a:solidFill>
                          <a:latin typeface="+mn-lt"/>
                        </a:rPr>
                        <a:t>b4</a:t>
                      </a:r>
                      <a:endParaRPr lang="zh-CN" altLang="en-US" dirty="0">
                        <a:solidFill>
                          <a:schemeClr val="tx1"/>
                        </a:solidFill>
                        <a:latin typeface="+mn-lt"/>
                      </a:endParaRPr>
                    </a:p>
                  </a:txBody>
                  <a:tcPr marL="36000" marR="3600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ctr"/>
                      <a:r>
                        <a:rPr lang="en-US" altLang="zh-CN" dirty="0">
                          <a:solidFill>
                            <a:schemeClr val="tx1"/>
                          </a:solidFill>
                          <a:latin typeface="+mn-lt"/>
                        </a:rPr>
                        <a:t>b3</a:t>
                      </a:r>
                      <a:endParaRPr lang="zh-CN" altLang="en-US" dirty="0">
                        <a:solidFill>
                          <a:schemeClr val="tx1"/>
                        </a:solidFill>
                        <a:latin typeface="+mn-lt"/>
                      </a:endParaRPr>
                    </a:p>
                  </a:txBody>
                  <a:tcPr marL="36000" marR="3600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ctr"/>
                      <a:r>
                        <a:rPr lang="en-US" altLang="zh-CN" dirty="0">
                          <a:solidFill>
                            <a:schemeClr val="tx1"/>
                          </a:solidFill>
                          <a:latin typeface="+mn-lt"/>
                        </a:rPr>
                        <a:t>b2</a:t>
                      </a:r>
                      <a:endParaRPr lang="zh-CN" altLang="en-US" dirty="0">
                        <a:solidFill>
                          <a:schemeClr val="tx1"/>
                        </a:solidFill>
                        <a:latin typeface="+mn-lt"/>
                      </a:endParaRPr>
                    </a:p>
                  </a:txBody>
                  <a:tcPr marL="36000" marR="3600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ctr"/>
                      <a:r>
                        <a:rPr lang="en-US" altLang="zh-CN" dirty="0">
                          <a:solidFill>
                            <a:schemeClr val="tx1"/>
                          </a:solidFill>
                          <a:latin typeface="+mn-lt"/>
                        </a:rPr>
                        <a:t>b1</a:t>
                      </a:r>
                      <a:endParaRPr lang="zh-CN" altLang="en-US" dirty="0">
                        <a:solidFill>
                          <a:schemeClr val="tx1"/>
                        </a:solidFill>
                        <a:latin typeface="+mn-lt"/>
                      </a:endParaRPr>
                    </a:p>
                  </a:txBody>
                  <a:tcPr marL="36000" marR="3600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ctr"/>
                      <a:r>
                        <a:rPr lang="en-US" altLang="zh-CN" dirty="0">
                          <a:solidFill>
                            <a:schemeClr val="tx1"/>
                          </a:solidFill>
                          <a:latin typeface="+mn-lt"/>
                        </a:rPr>
                        <a:t>b0</a:t>
                      </a:r>
                      <a:endParaRPr lang="zh-CN" altLang="en-US" dirty="0">
                        <a:solidFill>
                          <a:schemeClr val="tx1"/>
                        </a:solidFill>
                        <a:latin typeface="+mn-lt"/>
                      </a:endParaRPr>
                    </a:p>
                  </a:txBody>
                  <a:tcPr marL="36000" marR="3600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extLst>
                  <a:ext uri="{0D108BD9-81ED-4DB2-BD59-A6C34878D82A}">
                    <a16:rowId xmlns:a16="http://schemas.microsoft.com/office/drawing/2014/main" val="2539908259"/>
                  </a:ext>
                </a:extLst>
              </a:tr>
            </a:tbl>
          </a:graphicData>
        </a:graphic>
      </p:graphicFrame>
      <p:sp>
        <p:nvSpPr>
          <p:cNvPr id="9" name="文本框 8">
            <a:extLst>
              <a:ext uri="{FF2B5EF4-FFF2-40B4-BE49-F238E27FC236}">
                <a16:creationId xmlns:a16="http://schemas.microsoft.com/office/drawing/2014/main" id="{ED5B615E-979F-4A0A-97F7-414E3E081955}"/>
              </a:ext>
            </a:extLst>
          </p:cNvPr>
          <p:cNvSpPr txBox="1"/>
          <p:nvPr/>
        </p:nvSpPr>
        <p:spPr>
          <a:xfrm>
            <a:off x="3872498" y="2647340"/>
            <a:ext cx="2534885" cy="369332"/>
          </a:xfrm>
          <a:prstGeom prst="rect">
            <a:avLst/>
          </a:prstGeom>
          <a:noFill/>
        </p:spPr>
        <p:txBody>
          <a:bodyPr wrap="square" rtlCol="0">
            <a:spAutoFit/>
          </a:bodyPr>
          <a:lstStyle/>
          <a:p>
            <a:r>
              <a:rPr lang="en-US" altLang="zh-CN" b="1" dirty="0">
                <a:solidFill>
                  <a:schemeClr val="accent4"/>
                </a:solidFill>
                <a:latin typeface="Arial Narrow" panose="020B0606020202030204" pitchFamily="34" charset="0"/>
              </a:rPr>
              <a:t>I</a:t>
            </a:r>
            <a:r>
              <a:rPr lang="en-US" altLang="zh-CN" b="1" dirty="0">
                <a:latin typeface="Arial Narrow" panose="020B0606020202030204" pitchFamily="34" charset="0"/>
              </a:rPr>
              <a:t>/</a:t>
            </a:r>
            <a:r>
              <a:rPr lang="en-US" altLang="zh-CN" b="1" dirty="0">
                <a:solidFill>
                  <a:schemeClr val="accent4"/>
                </a:solidFill>
                <a:latin typeface="Arial Narrow" panose="020B0606020202030204" pitchFamily="34" charset="0"/>
              </a:rPr>
              <a:t>G </a:t>
            </a:r>
            <a:r>
              <a:rPr lang="en-US" altLang="zh-CN" b="1" dirty="0">
                <a:latin typeface="Arial Narrow" panose="020B0606020202030204" pitchFamily="34" charset="0"/>
              </a:rPr>
              <a:t>=0</a:t>
            </a:r>
            <a:r>
              <a:rPr lang="zh-CN" altLang="en-US" b="1" dirty="0">
                <a:latin typeface="Arial Narrow" panose="020B0606020202030204" pitchFamily="34" charset="0"/>
              </a:rPr>
              <a:t>：单播地址</a:t>
            </a:r>
          </a:p>
        </p:txBody>
      </p:sp>
      <p:sp>
        <p:nvSpPr>
          <p:cNvPr id="10" name="文本框 9">
            <a:extLst>
              <a:ext uri="{FF2B5EF4-FFF2-40B4-BE49-F238E27FC236}">
                <a16:creationId xmlns:a16="http://schemas.microsoft.com/office/drawing/2014/main" id="{A94A4805-EE00-4E20-8A3D-CFBEC41F2281}"/>
              </a:ext>
            </a:extLst>
          </p:cNvPr>
          <p:cNvSpPr txBox="1"/>
          <p:nvPr/>
        </p:nvSpPr>
        <p:spPr>
          <a:xfrm>
            <a:off x="3872498" y="2994823"/>
            <a:ext cx="1934058" cy="369332"/>
          </a:xfrm>
          <a:prstGeom prst="rect">
            <a:avLst/>
          </a:prstGeom>
          <a:noFill/>
        </p:spPr>
        <p:txBody>
          <a:bodyPr wrap="square" rtlCol="0">
            <a:spAutoFit/>
          </a:bodyPr>
          <a:lstStyle/>
          <a:p>
            <a:r>
              <a:rPr lang="en-US" altLang="zh-CN" b="1" dirty="0">
                <a:solidFill>
                  <a:schemeClr val="accent4"/>
                </a:solidFill>
                <a:latin typeface="Arial Narrow" panose="020B0606020202030204" pitchFamily="34" charset="0"/>
              </a:rPr>
              <a:t>I</a:t>
            </a:r>
            <a:r>
              <a:rPr lang="en-US" altLang="zh-CN" b="1" dirty="0">
                <a:latin typeface="Arial Narrow" panose="020B0606020202030204" pitchFamily="34" charset="0"/>
              </a:rPr>
              <a:t>/</a:t>
            </a:r>
            <a:r>
              <a:rPr lang="en-US" altLang="zh-CN" b="1" dirty="0">
                <a:solidFill>
                  <a:schemeClr val="accent4"/>
                </a:solidFill>
                <a:latin typeface="Arial Narrow" panose="020B0606020202030204" pitchFamily="34" charset="0"/>
              </a:rPr>
              <a:t>G </a:t>
            </a:r>
            <a:r>
              <a:rPr lang="en-US" altLang="zh-CN" b="1" dirty="0">
                <a:latin typeface="Arial Narrow" panose="020B0606020202030204" pitchFamily="34" charset="0"/>
              </a:rPr>
              <a:t>=1</a:t>
            </a:r>
            <a:r>
              <a:rPr lang="zh-CN" altLang="en-US" b="1" dirty="0">
                <a:latin typeface="Arial Narrow" panose="020B0606020202030204" pitchFamily="34" charset="0"/>
              </a:rPr>
              <a:t>：多播地址</a:t>
            </a:r>
          </a:p>
        </p:txBody>
      </p:sp>
      <p:sp>
        <p:nvSpPr>
          <p:cNvPr id="13" name="文本框 12">
            <a:extLst>
              <a:ext uri="{FF2B5EF4-FFF2-40B4-BE49-F238E27FC236}">
                <a16:creationId xmlns:a16="http://schemas.microsoft.com/office/drawing/2014/main" id="{842A3E8D-6EB4-4BD7-A61C-1FA35540E0E9}"/>
              </a:ext>
            </a:extLst>
          </p:cNvPr>
          <p:cNvSpPr txBox="1"/>
          <p:nvPr/>
        </p:nvSpPr>
        <p:spPr>
          <a:xfrm>
            <a:off x="774063" y="2647340"/>
            <a:ext cx="1987780" cy="369332"/>
          </a:xfrm>
          <a:prstGeom prst="rect">
            <a:avLst/>
          </a:prstGeom>
          <a:noFill/>
        </p:spPr>
        <p:txBody>
          <a:bodyPr wrap="square" rtlCol="0">
            <a:spAutoFit/>
          </a:bodyPr>
          <a:lstStyle/>
          <a:p>
            <a:r>
              <a:rPr lang="en-US" altLang="zh-CN" b="1" dirty="0">
                <a:solidFill>
                  <a:schemeClr val="accent3"/>
                </a:solidFill>
                <a:latin typeface="Arial Narrow" panose="020B0606020202030204" pitchFamily="34" charset="0"/>
              </a:rPr>
              <a:t>G</a:t>
            </a:r>
            <a:r>
              <a:rPr lang="en-US" altLang="zh-CN" b="1" dirty="0">
                <a:latin typeface="Arial Narrow" panose="020B0606020202030204" pitchFamily="34" charset="0"/>
              </a:rPr>
              <a:t>/</a:t>
            </a:r>
            <a:r>
              <a:rPr lang="en-US" altLang="zh-CN" b="1" dirty="0">
                <a:solidFill>
                  <a:schemeClr val="accent3"/>
                </a:solidFill>
                <a:latin typeface="Arial Narrow" panose="020B0606020202030204" pitchFamily="34" charset="0"/>
              </a:rPr>
              <a:t>L</a:t>
            </a:r>
            <a:r>
              <a:rPr lang="en-US" altLang="zh-CN" b="1" dirty="0">
                <a:latin typeface="Arial Narrow" panose="020B0606020202030204" pitchFamily="34" charset="0"/>
              </a:rPr>
              <a:t>=0</a:t>
            </a:r>
            <a:r>
              <a:rPr lang="zh-CN" altLang="en-US" b="1" dirty="0">
                <a:latin typeface="Arial Narrow" panose="020B0606020202030204" pitchFamily="34" charset="0"/>
              </a:rPr>
              <a:t>：全球管理</a:t>
            </a:r>
          </a:p>
        </p:txBody>
      </p:sp>
      <p:sp>
        <p:nvSpPr>
          <p:cNvPr id="14" name="文本框 13">
            <a:extLst>
              <a:ext uri="{FF2B5EF4-FFF2-40B4-BE49-F238E27FC236}">
                <a16:creationId xmlns:a16="http://schemas.microsoft.com/office/drawing/2014/main" id="{64E5CEC7-81B2-473C-A64B-B63AA4953834}"/>
              </a:ext>
            </a:extLst>
          </p:cNvPr>
          <p:cNvSpPr txBox="1"/>
          <p:nvPr/>
        </p:nvSpPr>
        <p:spPr>
          <a:xfrm>
            <a:off x="774063" y="2994823"/>
            <a:ext cx="1920902" cy="369332"/>
          </a:xfrm>
          <a:prstGeom prst="rect">
            <a:avLst/>
          </a:prstGeom>
          <a:noFill/>
        </p:spPr>
        <p:txBody>
          <a:bodyPr wrap="square" rtlCol="0">
            <a:spAutoFit/>
          </a:bodyPr>
          <a:lstStyle/>
          <a:p>
            <a:r>
              <a:rPr lang="en-US" altLang="zh-CN" b="1" dirty="0">
                <a:solidFill>
                  <a:schemeClr val="accent3"/>
                </a:solidFill>
                <a:latin typeface="Arial Narrow" panose="020B0606020202030204" pitchFamily="34" charset="0"/>
              </a:rPr>
              <a:t>G</a:t>
            </a:r>
            <a:r>
              <a:rPr lang="en-US" altLang="zh-CN" b="1" dirty="0">
                <a:latin typeface="Arial Narrow" panose="020B0606020202030204" pitchFamily="34" charset="0"/>
              </a:rPr>
              <a:t>/</a:t>
            </a:r>
            <a:r>
              <a:rPr lang="en-US" altLang="zh-CN" b="1" dirty="0">
                <a:solidFill>
                  <a:schemeClr val="accent3"/>
                </a:solidFill>
                <a:latin typeface="Arial Narrow" panose="020B0606020202030204" pitchFamily="34" charset="0"/>
              </a:rPr>
              <a:t>L</a:t>
            </a:r>
            <a:r>
              <a:rPr lang="en-US" altLang="zh-CN" b="1" dirty="0">
                <a:latin typeface="Arial Narrow" panose="020B0606020202030204" pitchFamily="34" charset="0"/>
              </a:rPr>
              <a:t>=1</a:t>
            </a:r>
            <a:r>
              <a:rPr lang="zh-CN" altLang="en-US" b="1" dirty="0">
                <a:latin typeface="Arial Narrow" panose="020B0606020202030204" pitchFamily="34" charset="0"/>
              </a:rPr>
              <a:t>：本地管理</a:t>
            </a:r>
          </a:p>
        </p:txBody>
      </p:sp>
      <p:grpSp>
        <p:nvGrpSpPr>
          <p:cNvPr id="22" name="组合 21">
            <a:extLst>
              <a:ext uri="{FF2B5EF4-FFF2-40B4-BE49-F238E27FC236}">
                <a16:creationId xmlns:a16="http://schemas.microsoft.com/office/drawing/2014/main" id="{48BA0A3B-A892-456F-9819-0E7CBE0D51F6}"/>
              </a:ext>
            </a:extLst>
          </p:cNvPr>
          <p:cNvGrpSpPr/>
          <p:nvPr/>
        </p:nvGrpSpPr>
        <p:grpSpPr>
          <a:xfrm>
            <a:off x="3433934" y="2144379"/>
            <a:ext cx="2973449" cy="524810"/>
            <a:chOff x="3433934" y="2144379"/>
            <a:chExt cx="2973449" cy="524810"/>
          </a:xfrm>
        </p:grpSpPr>
        <p:sp>
          <p:nvSpPr>
            <p:cNvPr id="5" name="文本框 4">
              <a:extLst>
                <a:ext uri="{FF2B5EF4-FFF2-40B4-BE49-F238E27FC236}">
                  <a16:creationId xmlns:a16="http://schemas.microsoft.com/office/drawing/2014/main" id="{135D7624-AC30-42D9-A836-F07FA6934128}"/>
                </a:ext>
              </a:extLst>
            </p:cNvPr>
            <p:cNvSpPr txBox="1"/>
            <p:nvPr/>
          </p:nvSpPr>
          <p:spPr>
            <a:xfrm>
              <a:off x="3872498" y="2299857"/>
              <a:ext cx="2534885" cy="369332"/>
            </a:xfrm>
            <a:prstGeom prst="rect">
              <a:avLst/>
            </a:prstGeom>
            <a:noFill/>
          </p:spPr>
          <p:txBody>
            <a:bodyPr wrap="square" rtlCol="0">
              <a:spAutoFit/>
            </a:bodyPr>
            <a:lstStyle/>
            <a:p>
              <a:r>
                <a:rPr lang="en-US" altLang="zh-CN" b="1" dirty="0">
                  <a:solidFill>
                    <a:schemeClr val="accent4"/>
                  </a:solidFill>
                  <a:latin typeface="Arial Narrow" panose="020B0606020202030204" pitchFamily="34" charset="0"/>
                </a:rPr>
                <a:t>I</a:t>
              </a:r>
              <a:r>
                <a:rPr lang="en-US" altLang="zh-CN" b="1" dirty="0">
                  <a:latin typeface="Arial Narrow" panose="020B0606020202030204" pitchFamily="34" charset="0"/>
                </a:rPr>
                <a:t>/</a:t>
              </a:r>
              <a:r>
                <a:rPr lang="en-US" altLang="zh-CN" b="1" dirty="0">
                  <a:solidFill>
                    <a:schemeClr val="accent4"/>
                  </a:solidFill>
                  <a:latin typeface="Arial Narrow" panose="020B0606020202030204" pitchFamily="34" charset="0"/>
                </a:rPr>
                <a:t>G</a:t>
              </a:r>
              <a:r>
                <a:rPr lang="zh-CN" altLang="en-US" b="1" dirty="0">
                  <a:latin typeface="Arial Narrow" panose="020B0606020202030204" pitchFamily="34" charset="0"/>
                </a:rPr>
                <a:t>（</a:t>
              </a:r>
              <a:r>
                <a:rPr lang="en-US" altLang="zh-CN" b="1" dirty="0">
                  <a:solidFill>
                    <a:schemeClr val="accent4"/>
                  </a:solidFill>
                  <a:latin typeface="Arial Narrow" panose="020B0606020202030204" pitchFamily="34" charset="0"/>
                </a:rPr>
                <a:t>I</a:t>
              </a:r>
              <a:r>
                <a:rPr lang="en-US" altLang="zh-CN" b="1" dirty="0">
                  <a:latin typeface="Arial Narrow" panose="020B0606020202030204" pitchFamily="34" charset="0"/>
                </a:rPr>
                <a:t>ndividual/</a:t>
              </a:r>
              <a:r>
                <a:rPr lang="en-US" altLang="zh-CN" b="1" dirty="0">
                  <a:solidFill>
                    <a:schemeClr val="accent4"/>
                  </a:solidFill>
                  <a:latin typeface="Arial Narrow" panose="020B0606020202030204" pitchFamily="34" charset="0"/>
                </a:rPr>
                <a:t>G</a:t>
              </a:r>
              <a:r>
                <a:rPr lang="en-US" altLang="zh-CN" b="1" dirty="0">
                  <a:latin typeface="Arial Narrow" panose="020B0606020202030204" pitchFamily="34" charset="0"/>
                </a:rPr>
                <a:t>roup</a:t>
              </a:r>
              <a:r>
                <a:rPr lang="zh-CN" altLang="en-US" b="1" dirty="0">
                  <a:latin typeface="Arial Narrow" panose="020B0606020202030204" pitchFamily="34" charset="0"/>
                </a:rPr>
                <a:t>）</a:t>
              </a:r>
            </a:p>
          </p:txBody>
        </p:sp>
        <p:cxnSp>
          <p:nvCxnSpPr>
            <p:cNvPr id="18" name="连接符: 肘形 17">
              <a:extLst>
                <a:ext uri="{FF2B5EF4-FFF2-40B4-BE49-F238E27FC236}">
                  <a16:creationId xmlns:a16="http://schemas.microsoft.com/office/drawing/2014/main" id="{B80F4F53-340C-446E-BFF8-59A3F17CFA23}"/>
                </a:ext>
              </a:extLst>
            </p:cNvPr>
            <p:cNvCxnSpPr>
              <a:endCxn id="5" idx="1"/>
            </p:cNvCxnSpPr>
            <p:nvPr/>
          </p:nvCxnSpPr>
          <p:spPr>
            <a:xfrm>
              <a:off x="3433934" y="2144379"/>
              <a:ext cx="438564" cy="340144"/>
            </a:xfrm>
            <a:prstGeom prst="bentConnector3">
              <a:avLst>
                <a:gd name="adj1" fmla="val -2500"/>
              </a:avLst>
            </a:prstGeom>
            <a:ln w="25400">
              <a:solidFill>
                <a:schemeClr val="tx1"/>
              </a:solidFill>
              <a:tailEnd type="triangle"/>
            </a:ln>
          </p:spPr>
          <p:style>
            <a:lnRef idx="1">
              <a:schemeClr val="accent1"/>
            </a:lnRef>
            <a:fillRef idx="0">
              <a:schemeClr val="accent1"/>
            </a:fillRef>
            <a:effectRef idx="0">
              <a:schemeClr val="accent1"/>
            </a:effectRef>
            <a:fontRef idx="minor">
              <a:schemeClr val="tx1"/>
            </a:fontRef>
          </p:style>
        </p:cxnSp>
      </p:grpSp>
      <p:grpSp>
        <p:nvGrpSpPr>
          <p:cNvPr id="25" name="组合 24">
            <a:extLst>
              <a:ext uri="{FF2B5EF4-FFF2-40B4-BE49-F238E27FC236}">
                <a16:creationId xmlns:a16="http://schemas.microsoft.com/office/drawing/2014/main" id="{0133F0BF-344C-48AA-A52F-A2D0A8CDE9F5}"/>
              </a:ext>
            </a:extLst>
          </p:cNvPr>
          <p:cNvGrpSpPr/>
          <p:nvPr/>
        </p:nvGrpSpPr>
        <p:grpSpPr>
          <a:xfrm>
            <a:off x="774063" y="2142265"/>
            <a:ext cx="2374810" cy="529740"/>
            <a:chOff x="774063" y="2142265"/>
            <a:chExt cx="2374810" cy="529740"/>
          </a:xfrm>
        </p:grpSpPr>
        <p:sp>
          <p:nvSpPr>
            <p:cNvPr id="11" name="文本框 10">
              <a:extLst>
                <a:ext uri="{FF2B5EF4-FFF2-40B4-BE49-F238E27FC236}">
                  <a16:creationId xmlns:a16="http://schemas.microsoft.com/office/drawing/2014/main" id="{B40DA83F-33DC-4A8C-BBC9-42F06E5AF8E1}"/>
                </a:ext>
              </a:extLst>
            </p:cNvPr>
            <p:cNvSpPr txBox="1"/>
            <p:nvPr/>
          </p:nvSpPr>
          <p:spPr>
            <a:xfrm>
              <a:off x="774063" y="2302673"/>
              <a:ext cx="1987780" cy="369332"/>
            </a:xfrm>
            <a:prstGeom prst="rect">
              <a:avLst/>
            </a:prstGeom>
            <a:noFill/>
          </p:spPr>
          <p:txBody>
            <a:bodyPr wrap="square" rtlCol="0">
              <a:spAutoFit/>
            </a:bodyPr>
            <a:lstStyle/>
            <a:p>
              <a:r>
                <a:rPr lang="en-US" altLang="zh-CN" b="1" dirty="0">
                  <a:solidFill>
                    <a:schemeClr val="accent3"/>
                  </a:solidFill>
                  <a:latin typeface="Arial Narrow" panose="020B0606020202030204" pitchFamily="34" charset="0"/>
                </a:rPr>
                <a:t>G</a:t>
              </a:r>
              <a:r>
                <a:rPr lang="en-US" altLang="zh-CN" b="1" dirty="0">
                  <a:latin typeface="Arial Narrow" panose="020B0606020202030204" pitchFamily="34" charset="0"/>
                </a:rPr>
                <a:t>/</a:t>
              </a:r>
              <a:r>
                <a:rPr lang="en-US" altLang="zh-CN" b="1" dirty="0">
                  <a:solidFill>
                    <a:schemeClr val="accent3"/>
                  </a:solidFill>
                  <a:latin typeface="Arial Narrow" panose="020B0606020202030204" pitchFamily="34" charset="0"/>
                </a:rPr>
                <a:t>L</a:t>
              </a:r>
              <a:r>
                <a:rPr lang="zh-CN" altLang="en-US" b="1" dirty="0">
                  <a:latin typeface="Arial Narrow" panose="020B0606020202030204" pitchFamily="34" charset="0"/>
                </a:rPr>
                <a:t>（</a:t>
              </a:r>
              <a:r>
                <a:rPr lang="en-US" altLang="zh-CN" b="1" dirty="0">
                  <a:solidFill>
                    <a:schemeClr val="accent3"/>
                  </a:solidFill>
                  <a:latin typeface="Arial Narrow" panose="020B0606020202030204" pitchFamily="34" charset="0"/>
                </a:rPr>
                <a:t>G</a:t>
              </a:r>
              <a:r>
                <a:rPr lang="en-US" altLang="zh-CN" b="1" dirty="0">
                  <a:latin typeface="Arial Narrow" panose="020B0606020202030204" pitchFamily="34" charset="0"/>
                </a:rPr>
                <a:t>lobal/</a:t>
              </a:r>
              <a:r>
                <a:rPr lang="en-US" altLang="zh-CN" b="1" dirty="0">
                  <a:solidFill>
                    <a:schemeClr val="accent3"/>
                  </a:solidFill>
                  <a:latin typeface="Arial Narrow" panose="020B0606020202030204" pitchFamily="34" charset="0"/>
                </a:rPr>
                <a:t>L</a:t>
              </a:r>
              <a:r>
                <a:rPr lang="en-US" altLang="zh-CN" b="1" dirty="0">
                  <a:latin typeface="Arial Narrow" panose="020B0606020202030204" pitchFamily="34" charset="0"/>
                </a:rPr>
                <a:t>ocal</a:t>
              </a:r>
              <a:r>
                <a:rPr lang="zh-CN" altLang="en-US" b="1" dirty="0">
                  <a:latin typeface="Arial Narrow" panose="020B0606020202030204" pitchFamily="34" charset="0"/>
                </a:rPr>
                <a:t>）</a:t>
              </a:r>
            </a:p>
          </p:txBody>
        </p:sp>
        <p:cxnSp>
          <p:nvCxnSpPr>
            <p:cNvPr id="16" name="连接符: 肘形 15">
              <a:extLst>
                <a:ext uri="{FF2B5EF4-FFF2-40B4-BE49-F238E27FC236}">
                  <a16:creationId xmlns:a16="http://schemas.microsoft.com/office/drawing/2014/main" id="{927A9E0C-963E-4552-8A3B-4F2E053D1653}"/>
                </a:ext>
              </a:extLst>
            </p:cNvPr>
            <p:cNvCxnSpPr>
              <a:cxnSpLocks/>
              <a:endCxn id="11" idx="3"/>
            </p:cNvCxnSpPr>
            <p:nvPr/>
          </p:nvCxnSpPr>
          <p:spPr>
            <a:xfrm rot="10800000" flipV="1">
              <a:off x="2761843" y="2142265"/>
              <a:ext cx="387030" cy="345073"/>
            </a:xfrm>
            <a:prstGeom prst="bentConnector3">
              <a:avLst>
                <a:gd name="adj1" fmla="val 4107"/>
              </a:avLst>
            </a:prstGeom>
            <a:ln w="25400">
              <a:solidFill>
                <a:schemeClr val="tx1"/>
              </a:solidFill>
              <a:tailEnd type="triangle"/>
            </a:ln>
          </p:spPr>
          <p:style>
            <a:lnRef idx="1">
              <a:schemeClr val="accent1"/>
            </a:lnRef>
            <a:fillRef idx="0">
              <a:schemeClr val="accent1"/>
            </a:fillRef>
            <a:effectRef idx="0">
              <a:schemeClr val="accent1"/>
            </a:effectRef>
            <a:fontRef idx="minor">
              <a:schemeClr val="tx1"/>
            </a:fontRef>
          </p:style>
        </p:cxnSp>
      </p:grpSp>
    </p:spTree>
    <p:custDataLst>
      <p:tags r:id="rId1"/>
    </p:custDataLst>
    <p:extLst>
      <p:ext uri="{BB962C8B-B14F-4D97-AF65-F5344CB8AC3E}">
        <p14:creationId xmlns:p14="http://schemas.microsoft.com/office/powerpoint/2010/main" val="1759290567"/>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2" presetClass="entr" presetSubtype="1" fill="hold" nodeType="withEffect">
                                  <p:stCondLst>
                                    <p:cond delay="0"/>
                                  </p:stCondLst>
                                  <p:childTnLst>
                                    <p:set>
                                      <p:cBhvr>
                                        <p:cTn id="6" dur="1" fill="hold">
                                          <p:stCondLst>
                                            <p:cond delay="0"/>
                                          </p:stCondLst>
                                        </p:cTn>
                                        <p:tgtEl>
                                          <p:spTgt spid="25"/>
                                        </p:tgtEl>
                                        <p:attrNameLst>
                                          <p:attrName>style.visibility</p:attrName>
                                        </p:attrNameLst>
                                      </p:cBhvr>
                                      <p:to>
                                        <p:strVal val="visible"/>
                                      </p:to>
                                    </p:set>
                                    <p:animEffect transition="in" filter="wipe(up)">
                                      <p:cBhvr>
                                        <p:cTn id="7" dur="500"/>
                                        <p:tgtEl>
                                          <p:spTgt spid="25"/>
                                        </p:tgtEl>
                                      </p:cBhvr>
                                    </p:animEffect>
                                  </p:childTnLst>
                                </p:cTn>
                              </p:par>
                            </p:childTnLst>
                          </p:cTn>
                        </p:par>
                      </p:childTnLst>
                    </p:cTn>
                  </p:par>
                  <p:par>
                    <p:cTn id="8" fill="hold">
                      <p:stCondLst>
                        <p:cond delay="indefinite"/>
                      </p:stCondLst>
                      <p:childTnLst>
                        <p:par>
                          <p:cTn id="9" fill="hold">
                            <p:stCondLst>
                              <p:cond delay="0"/>
                            </p:stCondLst>
                            <p:childTnLst>
                              <p:par>
                                <p:cTn id="10" presetID="12" presetClass="entr" presetSubtype="1" fill="hold" grpId="0" nodeType="clickEffect">
                                  <p:stCondLst>
                                    <p:cond delay="0"/>
                                  </p:stCondLst>
                                  <p:childTnLst>
                                    <p:set>
                                      <p:cBhvr>
                                        <p:cTn id="11" dur="1" fill="hold">
                                          <p:stCondLst>
                                            <p:cond delay="0"/>
                                          </p:stCondLst>
                                        </p:cTn>
                                        <p:tgtEl>
                                          <p:spTgt spid="13"/>
                                        </p:tgtEl>
                                        <p:attrNameLst>
                                          <p:attrName>style.visibility</p:attrName>
                                        </p:attrNameLst>
                                      </p:cBhvr>
                                      <p:to>
                                        <p:strVal val="visible"/>
                                      </p:to>
                                    </p:set>
                                    <p:anim calcmode="lin" valueType="num">
                                      <p:cBhvr additive="base">
                                        <p:cTn id="12" dur="500"/>
                                        <p:tgtEl>
                                          <p:spTgt spid="13"/>
                                        </p:tgtEl>
                                        <p:attrNameLst>
                                          <p:attrName>ppt_y</p:attrName>
                                        </p:attrNameLst>
                                      </p:cBhvr>
                                      <p:tavLst>
                                        <p:tav tm="0">
                                          <p:val>
                                            <p:strVal val="#ppt_y-#ppt_h*1.125000"/>
                                          </p:val>
                                        </p:tav>
                                        <p:tav tm="100000">
                                          <p:val>
                                            <p:strVal val="#ppt_y"/>
                                          </p:val>
                                        </p:tav>
                                      </p:tavLst>
                                    </p:anim>
                                    <p:animEffect transition="in" filter="wipe(down)">
                                      <p:cBhvr>
                                        <p:cTn id="13" dur="500"/>
                                        <p:tgtEl>
                                          <p:spTgt spid="13"/>
                                        </p:tgtEl>
                                      </p:cBhvr>
                                    </p:animEffect>
                                  </p:childTnLst>
                                </p:cTn>
                              </p:par>
                            </p:childTnLst>
                          </p:cTn>
                        </p:par>
                      </p:childTnLst>
                    </p:cTn>
                  </p:par>
                  <p:par>
                    <p:cTn id="14" fill="hold">
                      <p:stCondLst>
                        <p:cond delay="indefinite"/>
                      </p:stCondLst>
                      <p:childTnLst>
                        <p:par>
                          <p:cTn id="15" fill="hold">
                            <p:stCondLst>
                              <p:cond delay="0"/>
                            </p:stCondLst>
                            <p:childTnLst>
                              <p:par>
                                <p:cTn id="16" presetID="12" presetClass="entr" presetSubtype="1" fill="hold" grpId="0" nodeType="clickEffect">
                                  <p:stCondLst>
                                    <p:cond delay="0"/>
                                  </p:stCondLst>
                                  <p:childTnLst>
                                    <p:set>
                                      <p:cBhvr>
                                        <p:cTn id="17" dur="1" fill="hold">
                                          <p:stCondLst>
                                            <p:cond delay="0"/>
                                          </p:stCondLst>
                                        </p:cTn>
                                        <p:tgtEl>
                                          <p:spTgt spid="14"/>
                                        </p:tgtEl>
                                        <p:attrNameLst>
                                          <p:attrName>style.visibility</p:attrName>
                                        </p:attrNameLst>
                                      </p:cBhvr>
                                      <p:to>
                                        <p:strVal val="visible"/>
                                      </p:to>
                                    </p:set>
                                    <p:anim calcmode="lin" valueType="num">
                                      <p:cBhvr additive="base">
                                        <p:cTn id="18" dur="500"/>
                                        <p:tgtEl>
                                          <p:spTgt spid="14"/>
                                        </p:tgtEl>
                                        <p:attrNameLst>
                                          <p:attrName>ppt_y</p:attrName>
                                        </p:attrNameLst>
                                      </p:cBhvr>
                                      <p:tavLst>
                                        <p:tav tm="0">
                                          <p:val>
                                            <p:strVal val="#ppt_y-#ppt_h*1.125000"/>
                                          </p:val>
                                        </p:tav>
                                        <p:tav tm="100000">
                                          <p:val>
                                            <p:strVal val="#ppt_y"/>
                                          </p:val>
                                        </p:tav>
                                      </p:tavLst>
                                    </p:anim>
                                    <p:animEffect transition="in" filter="wipe(down)">
                                      <p:cBhvr>
                                        <p:cTn id="19" dur="500"/>
                                        <p:tgtEl>
                                          <p:spTgt spid="14"/>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3" grpId="0"/>
      <p:bldP spid="14" grpId="0"/>
    </p:bldLst>
  </p:timing>
</p:sld>
</file>

<file path=ppt/slides/slide27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8" name="表格 8">
            <a:extLst>
              <a:ext uri="{FF2B5EF4-FFF2-40B4-BE49-F238E27FC236}">
                <a16:creationId xmlns:a16="http://schemas.microsoft.com/office/drawing/2014/main" id="{CD520B47-EE80-4B67-9B6F-48162B23B33C}"/>
              </a:ext>
            </a:extLst>
          </p:cNvPr>
          <p:cNvGraphicFramePr>
            <a:graphicFrameLocks noGrp="1"/>
          </p:cNvGraphicFramePr>
          <p:nvPr/>
        </p:nvGraphicFramePr>
        <p:xfrm>
          <a:off x="1128933" y="1402699"/>
          <a:ext cx="9936690" cy="370840"/>
        </p:xfrm>
        <a:graphic>
          <a:graphicData uri="http://schemas.openxmlformats.org/drawingml/2006/table">
            <a:tbl>
              <a:tblPr firstRow="1" bandRow="1">
                <a:tableStyleId>{5C22544A-7EE6-4342-B048-85BDC9FD1C3A}</a:tableStyleId>
              </a:tblPr>
              <a:tblGrid>
                <a:gridCol w="2460693">
                  <a:extLst>
                    <a:ext uri="{9D8B030D-6E8A-4147-A177-3AD203B41FA5}">
                      <a16:colId xmlns:a16="http://schemas.microsoft.com/office/drawing/2014/main" val="2117429894"/>
                    </a:ext>
                  </a:extLst>
                </a:gridCol>
                <a:gridCol w="5019040">
                  <a:extLst>
                    <a:ext uri="{9D8B030D-6E8A-4147-A177-3AD203B41FA5}">
                      <a16:colId xmlns:a16="http://schemas.microsoft.com/office/drawing/2014/main" val="989804778"/>
                    </a:ext>
                  </a:extLst>
                </a:gridCol>
                <a:gridCol w="2456957">
                  <a:extLst>
                    <a:ext uri="{9D8B030D-6E8A-4147-A177-3AD203B41FA5}">
                      <a16:colId xmlns:a16="http://schemas.microsoft.com/office/drawing/2014/main" val="293011856"/>
                    </a:ext>
                  </a:extLst>
                </a:gridCol>
              </a:tblGrid>
              <a:tr h="370840">
                <a:tc>
                  <a:txBody>
                    <a:bodyPr/>
                    <a:lstStyle/>
                    <a:p>
                      <a:pPr algn="ctr"/>
                      <a:r>
                        <a:rPr lang="zh-CN" altLang="en-US" dirty="0">
                          <a:solidFill>
                            <a:schemeClr val="tx1"/>
                          </a:solidFill>
                          <a:latin typeface="Arial Narrow" panose="020B0606020202030204" pitchFamily="34" charset="0"/>
                          <a:ea typeface="+mn-ea"/>
                        </a:rPr>
                        <a:t>第</a:t>
                      </a:r>
                      <a:r>
                        <a:rPr lang="en-US" altLang="zh-CN" dirty="0">
                          <a:solidFill>
                            <a:schemeClr val="tx1"/>
                          </a:solidFill>
                          <a:latin typeface="Arial Narrow" panose="020B0606020202030204" pitchFamily="34" charset="0"/>
                          <a:ea typeface="+mn-ea"/>
                        </a:rPr>
                        <a:t>1</a:t>
                      </a:r>
                      <a:r>
                        <a:rPr lang="zh-CN" altLang="en-US" dirty="0">
                          <a:solidFill>
                            <a:schemeClr val="tx1"/>
                          </a:solidFill>
                          <a:latin typeface="Arial Narrow" panose="020B0606020202030204" pitchFamily="34" charset="0"/>
                          <a:ea typeface="+mn-ea"/>
                        </a:rPr>
                        <a:t>字节</a:t>
                      </a: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ctr"/>
                      <a:r>
                        <a:rPr lang="zh-CN" altLang="en-US" dirty="0">
                          <a:solidFill>
                            <a:schemeClr val="tx1"/>
                          </a:solidFill>
                          <a:latin typeface="Arial Narrow" panose="020B0606020202030204" pitchFamily="34" charset="0"/>
                          <a:ea typeface="+mn-ea"/>
                        </a:rPr>
                        <a:t>第</a:t>
                      </a:r>
                      <a:r>
                        <a:rPr lang="en-US" altLang="zh-CN" dirty="0">
                          <a:solidFill>
                            <a:schemeClr val="tx1"/>
                          </a:solidFill>
                          <a:latin typeface="Arial Narrow" panose="020B0606020202030204" pitchFamily="34" charset="0"/>
                          <a:ea typeface="+mn-ea"/>
                        </a:rPr>
                        <a:t>2~5</a:t>
                      </a:r>
                      <a:r>
                        <a:rPr lang="zh-CN" altLang="en-US" dirty="0">
                          <a:solidFill>
                            <a:schemeClr val="tx1"/>
                          </a:solidFill>
                          <a:latin typeface="Arial Narrow" panose="020B0606020202030204" pitchFamily="34" charset="0"/>
                          <a:ea typeface="+mn-ea"/>
                        </a:rPr>
                        <a:t>字节</a:t>
                      </a: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ctr"/>
                      <a:r>
                        <a:rPr lang="zh-CN" altLang="en-US" dirty="0">
                          <a:solidFill>
                            <a:schemeClr val="tx1"/>
                          </a:solidFill>
                          <a:latin typeface="Arial Narrow" panose="020B0606020202030204" pitchFamily="34" charset="0"/>
                          <a:ea typeface="+mn-ea"/>
                        </a:rPr>
                        <a:t>第</a:t>
                      </a:r>
                      <a:r>
                        <a:rPr lang="en-US" altLang="zh-CN" dirty="0">
                          <a:solidFill>
                            <a:schemeClr val="tx1"/>
                          </a:solidFill>
                          <a:latin typeface="Arial Narrow" panose="020B0606020202030204" pitchFamily="34" charset="0"/>
                          <a:ea typeface="+mn-ea"/>
                        </a:rPr>
                        <a:t>6</a:t>
                      </a:r>
                      <a:r>
                        <a:rPr lang="zh-CN" altLang="en-US" dirty="0">
                          <a:solidFill>
                            <a:schemeClr val="tx1"/>
                          </a:solidFill>
                          <a:latin typeface="Arial Narrow" panose="020B0606020202030204" pitchFamily="34" charset="0"/>
                          <a:ea typeface="+mn-ea"/>
                        </a:rPr>
                        <a:t>字节</a:t>
                      </a: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extLst>
                  <a:ext uri="{0D108BD9-81ED-4DB2-BD59-A6C34878D82A}">
                    <a16:rowId xmlns:a16="http://schemas.microsoft.com/office/drawing/2014/main" val="3761746479"/>
                  </a:ext>
                </a:extLst>
              </a:tr>
            </a:tbl>
          </a:graphicData>
        </a:graphic>
      </p:graphicFrame>
      <p:grpSp>
        <p:nvGrpSpPr>
          <p:cNvPr id="4" name="组合 3">
            <a:extLst>
              <a:ext uri="{FF2B5EF4-FFF2-40B4-BE49-F238E27FC236}">
                <a16:creationId xmlns:a16="http://schemas.microsoft.com/office/drawing/2014/main" id="{9A1EA9F2-FCB6-48C3-935F-7AE7E3AD14AC}"/>
              </a:ext>
            </a:extLst>
          </p:cNvPr>
          <p:cNvGrpSpPr/>
          <p:nvPr/>
        </p:nvGrpSpPr>
        <p:grpSpPr>
          <a:xfrm>
            <a:off x="304799" y="749300"/>
            <a:ext cx="6192345" cy="400110"/>
            <a:chOff x="424116" y="898245"/>
            <a:chExt cx="6192345" cy="400110"/>
          </a:xfrm>
        </p:grpSpPr>
        <p:sp>
          <p:nvSpPr>
            <p:cNvPr id="2" name="平行四边形 1">
              <a:extLst>
                <a:ext uri="{FF2B5EF4-FFF2-40B4-BE49-F238E27FC236}">
                  <a16:creationId xmlns:a16="http://schemas.microsoft.com/office/drawing/2014/main" id="{1F5BAA3F-9845-4F89-A2DD-8222D3E4EDAC}"/>
                </a:ext>
              </a:extLst>
            </p:cNvPr>
            <p:cNvSpPr/>
            <p:nvPr/>
          </p:nvSpPr>
          <p:spPr>
            <a:xfrm>
              <a:off x="424116" y="898245"/>
              <a:ext cx="695119" cy="387090"/>
            </a:xfrm>
            <a:prstGeom prst="parallelogram">
              <a:avLst/>
            </a:prstGeom>
            <a:solidFill>
              <a:schemeClr val="accent3">
                <a:lumMod val="75000"/>
              </a:schemeClr>
            </a:solidFill>
            <a:ln>
              <a:solidFill>
                <a:schemeClr val="accent3">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CN" sz="2200" dirty="0">
                  <a:latin typeface="Impact" panose="020B0806030902050204" pitchFamily="34" charset="0"/>
                </a:rPr>
                <a:t>02</a:t>
              </a:r>
              <a:endParaRPr lang="zh-CN" altLang="en-US" sz="2200" dirty="0">
                <a:latin typeface="Impact" panose="020B0806030902050204" pitchFamily="34" charset="0"/>
              </a:endParaRPr>
            </a:p>
          </p:txBody>
        </p:sp>
        <p:sp>
          <p:nvSpPr>
            <p:cNvPr id="3" name="文本框 2">
              <a:extLst>
                <a:ext uri="{FF2B5EF4-FFF2-40B4-BE49-F238E27FC236}">
                  <a16:creationId xmlns:a16="http://schemas.microsoft.com/office/drawing/2014/main" id="{4D6BD736-A4D3-4F26-AFED-36E11F50F70B}"/>
                </a:ext>
              </a:extLst>
            </p:cNvPr>
            <p:cNvSpPr txBox="1"/>
            <p:nvPr/>
          </p:nvSpPr>
          <p:spPr>
            <a:xfrm>
              <a:off x="1119235" y="898245"/>
              <a:ext cx="5497226" cy="400110"/>
            </a:xfrm>
            <a:prstGeom prst="rect">
              <a:avLst/>
            </a:prstGeom>
            <a:noFill/>
          </p:spPr>
          <p:txBody>
            <a:bodyPr wrap="square" rtlCol="0">
              <a:spAutoFit/>
            </a:bodyPr>
            <a:lstStyle/>
            <a:p>
              <a:r>
                <a:rPr lang="en-US" altLang="zh-CN" sz="2000" b="1" dirty="0"/>
                <a:t>MAC</a:t>
              </a:r>
              <a:r>
                <a:rPr lang="zh-CN" altLang="en-US" sz="2000" b="1" dirty="0"/>
                <a:t>地址</a:t>
              </a:r>
            </a:p>
          </p:txBody>
        </p:sp>
      </p:grpSp>
      <p:sp>
        <p:nvSpPr>
          <p:cNvPr id="48" name="íşlïḍè">
            <a:extLst>
              <a:ext uri="{FF2B5EF4-FFF2-40B4-BE49-F238E27FC236}">
                <a16:creationId xmlns:a16="http://schemas.microsoft.com/office/drawing/2014/main" id="{3A8ED235-C46A-40A6-B687-AE21B4C08B05}"/>
              </a:ext>
            </a:extLst>
          </p:cNvPr>
          <p:cNvSpPr txBox="1"/>
          <p:nvPr/>
        </p:nvSpPr>
        <p:spPr>
          <a:xfrm>
            <a:off x="4470616" y="984954"/>
            <a:ext cx="3263923" cy="400110"/>
          </a:xfrm>
          <a:prstGeom prst="rect">
            <a:avLst/>
          </a:prstGeom>
          <a:noFill/>
        </p:spPr>
        <p:txBody>
          <a:bodyPr wrap="square" lIns="91440" tIns="45720" rIns="91440" bIns="45720" anchor="ctr">
            <a:noAutofit/>
          </a:bodyPr>
          <a:lstStyle/>
          <a:p>
            <a:pPr algn="ctr"/>
            <a:r>
              <a:rPr lang="en-US" altLang="zh-CN" b="1" dirty="0">
                <a:solidFill>
                  <a:schemeClr val="accent3">
                    <a:lumMod val="75000"/>
                  </a:schemeClr>
                </a:solidFill>
                <a:latin typeface="Arial Narrow" panose="020B0606020202030204" pitchFamily="34" charset="0"/>
              </a:rPr>
              <a:t>IEEE 802</a:t>
            </a:r>
            <a:r>
              <a:rPr lang="zh-CN" altLang="en-US" b="1" dirty="0">
                <a:solidFill>
                  <a:schemeClr val="accent3">
                    <a:lumMod val="75000"/>
                  </a:schemeClr>
                </a:solidFill>
                <a:latin typeface="Arial Narrow" panose="020B0606020202030204" pitchFamily="34" charset="0"/>
              </a:rPr>
              <a:t>局域网的</a:t>
            </a:r>
            <a:r>
              <a:rPr lang="en-US" altLang="zh-CN" b="1" dirty="0">
                <a:solidFill>
                  <a:schemeClr val="accent3">
                    <a:lumMod val="75000"/>
                  </a:schemeClr>
                </a:solidFill>
                <a:latin typeface="Arial Narrow" panose="020B0606020202030204" pitchFamily="34" charset="0"/>
              </a:rPr>
              <a:t>MAC</a:t>
            </a:r>
            <a:r>
              <a:rPr lang="zh-CN" altLang="en-US" b="1" dirty="0">
                <a:solidFill>
                  <a:schemeClr val="accent3">
                    <a:lumMod val="75000"/>
                  </a:schemeClr>
                </a:solidFill>
                <a:latin typeface="Arial Narrow" panose="020B0606020202030204" pitchFamily="34" charset="0"/>
              </a:rPr>
              <a:t>地址格式</a:t>
            </a:r>
          </a:p>
        </p:txBody>
      </p:sp>
      <p:graphicFrame>
        <p:nvGraphicFramePr>
          <p:cNvPr id="6" name="表格 6">
            <a:extLst>
              <a:ext uri="{FF2B5EF4-FFF2-40B4-BE49-F238E27FC236}">
                <a16:creationId xmlns:a16="http://schemas.microsoft.com/office/drawing/2014/main" id="{1A48AF6F-3A40-41AE-8302-66596AA26EC7}"/>
              </a:ext>
            </a:extLst>
          </p:cNvPr>
          <p:cNvGraphicFramePr>
            <a:graphicFrameLocks noGrp="1"/>
          </p:cNvGraphicFramePr>
          <p:nvPr/>
        </p:nvGraphicFramePr>
        <p:xfrm>
          <a:off x="1128933" y="1773539"/>
          <a:ext cx="9936688" cy="370840"/>
        </p:xfrm>
        <a:graphic>
          <a:graphicData uri="http://schemas.openxmlformats.org/drawingml/2006/table">
            <a:tbl>
              <a:tblPr firstRow="1" bandRow="1">
                <a:tableStyleId>{5C22544A-7EE6-4342-B048-85BDC9FD1C3A}</a:tableStyleId>
              </a:tblPr>
              <a:tblGrid>
                <a:gridCol w="307365">
                  <a:extLst>
                    <a:ext uri="{9D8B030D-6E8A-4147-A177-3AD203B41FA5}">
                      <a16:colId xmlns:a16="http://schemas.microsoft.com/office/drawing/2014/main" val="3978522098"/>
                    </a:ext>
                  </a:extLst>
                </a:gridCol>
                <a:gridCol w="307365">
                  <a:extLst>
                    <a:ext uri="{9D8B030D-6E8A-4147-A177-3AD203B41FA5}">
                      <a16:colId xmlns:a16="http://schemas.microsoft.com/office/drawing/2014/main" val="849717532"/>
                    </a:ext>
                  </a:extLst>
                </a:gridCol>
                <a:gridCol w="307365">
                  <a:extLst>
                    <a:ext uri="{9D8B030D-6E8A-4147-A177-3AD203B41FA5}">
                      <a16:colId xmlns:a16="http://schemas.microsoft.com/office/drawing/2014/main" val="2142942144"/>
                    </a:ext>
                  </a:extLst>
                </a:gridCol>
                <a:gridCol w="307365">
                  <a:extLst>
                    <a:ext uri="{9D8B030D-6E8A-4147-A177-3AD203B41FA5}">
                      <a16:colId xmlns:a16="http://schemas.microsoft.com/office/drawing/2014/main" val="874826259"/>
                    </a:ext>
                  </a:extLst>
                </a:gridCol>
                <a:gridCol w="307365">
                  <a:extLst>
                    <a:ext uri="{9D8B030D-6E8A-4147-A177-3AD203B41FA5}">
                      <a16:colId xmlns:a16="http://schemas.microsoft.com/office/drawing/2014/main" val="2199175047"/>
                    </a:ext>
                  </a:extLst>
                </a:gridCol>
                <a:gridCol w="307365">
                  <a:extLst>
                    <a:ext uri="{9D8B030D-6E8A-4147-A177-3AD203B41FA5}">
                      <a16:colId xmlns:a16="http://schemas.microsoft.com/office/drawing/2014/main" val="4096098212"/>
                    </a:ext>
                  </a:extLst>
                </a:gridCol>
                <a:gridCol w="307365">
                  <a:extLst>
                    <a:ext uri="{9D8B030D-6E8A-4147-A177-3AD203B41FA5}">
                      <a16:colId xmlns:a16="http://schemas.microsoft.com/office/drawing/2014/main" val="3161922733"/>
                    </a:ext>
                  </a:extLst>
                </a:gridCol>
                <a:gridCol w="307365">
                  <a:extLst>
                    <a:ext uri="{9D8B030D-6E8A-4147-A177-3AD203B41FA5}">
                      <a16:colId xmlns:a16="http://schemas.microsoft.com/office/drawing/2014/main" val="1896170140"/>
                    </a:ext>
                  </a:extLst>
                </a:gridCol>
                <a:gridCol w="5019040">
                  <a:extLst>
                    <a:ext uri="{9D8B030D-6E8A-4147-A177-3AD203B41FA5}">
                      <a16:colId xmlns:a16="http://schemas.microsoft.com/office/drawing/2014/main" val="1832502197"/>
                    </a:ext>
                  </a:extLst>
                </a:gridCol>
                <a:gridCol w="307341">
                  <a:extLst>
                    <a:ext uri="{9D8B030D-6E8A-4147-A177-3AD203B41FA5}">
                      <a16:colId xmlns:a16="http://schemas.microsoft.com/office/drawing/2014/main" val="3285941259"/>
                    </a:ext>
                  </a:extLst>
                </a:gridCol>
                <a:gridCol w="307341">
                  <a:extLst>
                    <a:ext uri="{9D8B030D-6E8A-4147-A177-3AD203B41FA5}">
                      <a16:colId xmlns:a16="http://schemas.microsoft.com/office/drawing/2014/main" val="1296972243"/>
                    </a:ext>
                  </a:extLst>
                </a:gridCol>
                <a:gridCol w="307341">
                  <a:extLst>
                    <a:ext uri="{9D8B030D-6E8A-4147-A177-3AD203B41FA5}">
                      <a16:colId xmlns:a16="http://schemas.microsoft.com/office/drawing/2014/main" val="4187490853"/>
                    </a:ext>
                  </a:extLst>
                </a:gridCol>
                <a:gridCol w="307341">
                  <a:extLst>
                    <a:ext uri="{9D8B030D-6E8A-4147-A177-3AD203B41FA5}">
                      <a16:colId xmlns:a16="http://schemas.microsoft.com/office/drawing/2014/main" val="837431734"/>
                    </a:ext>
                  </a:extLst>
                </a:gridCol>
                <a:gridCol w="307341">
                  <a:extLst>
                    <a:ext uri="{9D8B030D-6E8A-4147-A177-3AD203B41FA5}">
                      <a16:colId xmlns:a16="http://schemas.microsoft.com/office/drawing/2014/main" val="880851581"/>
                    </a:ext>
                  </a:extLst>
                </a:gridCol>
                <a:gridCol w="307341">
                  <a:extLst>
                    <a:ext uri="{9D8B030D-6E8A-4147-A177-3AD203B41FA5}">
                      <a16:colId xmlns:a16="http://schemas.microsoft.com/office/drawing/2014/main" val="2388368653"/>
                    </a:ext>
                  </a:extLst>
                </a:gridCol>
                <a:gridCol w="307341">
                  <a:extLst>
                    <a:ext uri="{9D8B030D-6E8A-4147-A177-3AD203B41FA5}">
                      <a16:colId xmlns:a16="http://schemas.microsoft.com/office/drawing/2014/main" val="239311804"/>
                    </a:ext>
                  </a:extLst>
                </a:gridCol>
                <a:gridCol w="307341">
                  <a:extLst>
                    <a:ext uri="{9D8B030D-6E8A-4147-A177-3AD203B41FA5}">
                      <a16:colId xmlns:a16="http://schemas.microsoft.com/office/drawing/2014/main" val="450227044"/>
                    </a:ext>
                  </a:extLst>
                </a:gridCol>
              </a:tblGrid>
              <a:tr h="370840">
                <a:tc>
                  <a:txBody>
                    <a:bodyPr/>
                    <a:lstStyle/>
                    <a:p>
                      <a:pPr algn="ctr"/>
                      <a:r>
                        <a:rPr lang="en-US" altLang="zh-CN" dirty="0">
                          <a:solidFill>
                            <a:schemeClr val="tx1"/>
                          </a:solidFill>
                          <a:latin typeface="+mn-lt"/>
                        </a:rPr>
                        <a:t>b7</a:t>
                      </a:r>
                      <a:endParaRPr lang="zh-CN" altLang="en-US" dirty="0">
                        <a:solidFill>
                          <a:schemeClr val="tx1"/>
                        </a:solidFill>
                        <a:latin typeface="+mn-lt"/>
                      </a:endParaRPr>
                    </a:p>
                  </a:txBody>
                  <a:tcPr marL="36000" marR="3600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ctr"/>
                      <a:r>
                        <a:rPr lang="en-US" altLang="zh-CN" dirty="0">
                          <a:solidFill>
                            <a:schemeClr val="tx1"/>
                          </a:solidFill>
                          <a:latin typeface="+mn-lt"/>
                        </a:rPr>
                        <a:t>b6</a:t>
                      </a:r>
                      <a:endParaRPr lang="zh-CN" altLang="en-US" dirty="0">
                        <a:solidFill>
                          <a:schemeClr val="tx1"/>
                        </a:solidFill>
                        <a:latin typeface="+mn-lt"/>
                      </a:endParaRPr>
                    </a:p>
                  </a:txBody>
                  <a:tcPr marL="36000" marR="3600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ctr"/>
                      <a:r>
                        <a:rPr lang="en-US" altLang="zh-CN" dirty="0">
                          <a:solidFill>
                            <a:schemeClr val="tx1"/>
                          </a:solidFill>
                          <a:latin typeface="+mn-lt"/>
                        </a:rPr>
                        <a:t>b5</a:t>
                      </a:r>
                      <a:endParaRPr lang="zh-CN" altLang="en-US" dirty="0">
                        <a:solidFill>
                          <a:schemeClr val="tx1"/>
                        </a:solidFill>
                        <a:latin typeface="+mn-lt"/>
                      </a:endParaRPr>
                    </a:p>
                  </a:txBody>
                  <a:tcPr marL="36000" marR="3600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ctr"/>
                      <a:r>
                        <a:rPr lang="en-US" altLang="zh-CN" dirty="0">
                          <a:solidFill>
                            <a:schemeClr val="tx1"/>
                          </a:solidFill>
                          <a:latin typeface="+mn-lt"/>
                        </a:rPr>
                        <a:t>b4</a:t>
                      </a:r>
                      <a:endParaRPr lang="zh-CN" altLang="en-US" dirty="0">
                        <a:solidFill>
                          <a:schemeClr val="tx1"/>
                        </a:solidFill>
                        <a:latin typeface="+mn-lt"/>
                      </a:endParaRPr>
                    </a:p>
                  </a:txBody>
                  <a:tcPr marL="36000" marR="3600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ctr"/>
                      <a:r>
                        <a:rPr lang="en-US" altLang="zh-CN" dirty="0">
                          <a:solidFill>
                            <a:schemeClr val="tx1"/>
                          </a:solidFill>
                          <a:latin typeface="+mn-lt"/>
                        </a:rPr>
                        <a:t>b3</a:t>
                      </a:r>
                      <a:endParaRPr lang="zh-CN" altLang="en-US" dirty="0">
                        <a:solidFill>
                          <a:schemeClr val="tx1"/>
                        </a:solidFill>
                        <a:latin typeface="+mn-lt"/>
                      </a:endParaRPr>
                    </a:p>
                  </a:txBody>
                  <a:tcPr marL="36000" marR="3600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ctr"/>
                      <a:r>
                        <a:rPr lang="en-US" altLang="zh-CN" dirty="0">
                          <a:solidFill>
                            <a:schemeClr val="tx1"/>
                          </a:solidFill>
                          <a:latin typeface="+mn-lt"/>
                        </a:rPr>
                        <a:t>b2</a:t>
                      </a:r>
                      <a:endParaRPr lang="zh-CN" altLang="en-US" dirty="0">
                        <a:solidFill>
                          <a:schemeClr val="tx1"/>
                        </a:solidFill>
                        <a:latin typeface="+mn-lt"/>
                      </a:endParaRPr>
                    </a:p>
                  </a:txBody>
                  <a:tcPr marL="36000" marR="3600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ctr"/>
                      <a:r>
                        <a:rPr lang="en-US" altLang="zh-CN" dirty="0">
                          <a:solidFill>
                            <a:schemeClr val="bg1"/>
                          </a:solidFill>
                          <a:latin typeface="+mn-lt"/>
                        </a:rPr>
                        <a:t>b1</a:t>
                      </a:r>
                      <a:endParaRPr lang="zh-CN" altLang="en-US" dirty="0">
                        <a:solidFill>
                          <a:schemeClr val="bg1"/>
                        </a:solidFill>
                        <a:latin typeface="+mn-lt"/>
                      </a:endParaRPr>
                    </a:p>
                  </a:txBody>
                  <a:tcPr marL="36000" marR="3600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accent3"/>
                    </a:solidFill>
                  </a:tcPr>
                </a:tc>
                <a:tc>
                  <a:txBody>
                    <a:bodyPr/>
                    <a:lstStyle/>
                    <a:p>
                      <a:pPr algn="ctr"/>
                      <a:r>
                        <a:rPr lang="en-US" altLang="zh-CN" dirty="0">
                          <a:solidFill>
                            <a:schemeClr val="bg1"/>
                          </a:solidFill>
                          <a:latin typeface="+mn-lt"/>
                        </a:rPr>
                        <a:t>b0</a:t>
                      </a:r>
                      <a:endParaRPr lang="zh-CN" altLang="en-US" dirty="0">
                        <a:solidFill>
                          <a:schemeClr val="bg1"/>
                        </a:solidFill>
                        <a:latin typeface="+mn-lt"/>
                      </a:endParaRPr>
                    </a:p>
                  </a:txBody>
                  <a:tcPr marL="36000" marR="3600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accent4"/>
                    </a:solidFill>
                  </a:tcPr>
                </a:tc>
                <a:tc>
                  <a:txBody>
                    <a:bodyPr/>
                    <a:lstStyle/>
                    <a:p>
                      <a:pPr algn="ctr"/>
                      <a:r>
                        <a:rPr lang="en-US" altLang="zh-CN" dirty="0">
                          <a:solidFill>
                            <a:schemeClr val="tx1"/>
                          </a:solidFill>
                          <a:latin typeface="新宋体" panose="02010609030101010101" pitchFamily="49" charset="-122"/>
                          <a:ea typeface="新宋体" panose="02010609030101010101" pitchFamily="49" charset="-122"/>
                          <a:cs typeface="Times New Roman" panose="02020603050405020304" pitchFamily="18" charset="0"/>
                        </a:rPr>
                        <a:t>……</a:t>
                      </a:r>
                      <a:endParaRPr lang="zh-CN" altLang="en-US" dirty="0">
                        <a:solidFill>
                          <a:schemeClr val="tx1"/>
                        </a:solidFill>
                        <a:latin typeface="新宋体" panose="02010609030101010101" pitchFamily="49" charset="-122"/>
                        <a:ea typeface="新宋体" panose="02010609030101010101" pitchFamily="49" charset="-122"/>
                        <a:cs typeface="Times New Roman" panose="02020603050405020304" pitchFamily="18" charset="0"/>
                      </a:endParaRPr>
                    </a:p>
                  </a:txBody>
                  <a:tcPr marL="36000" marR="3600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ctr"/>
                      <a:r>
                        <a:rPr lang="en-US" altLang="zh-CN" dirty="0">
                          <a:solidFill>
                            <a:schemeClr val="tx1"/>
                          </a:solidFill>
                          <a:latin typeface="+mn-lt"/>
                        </a:rPr>
                        <a:t>b7</a:t>
                      </a:r>
                      <a:endParaRPr lang="zh-CN" altLang="en-US" dirty="0">
                        <a:solidFill>
                          <a:schemeClr val="tx1"/>
                        </a:solidFill>
                        <a:latin typeface="+mn-lt"/>
                      </a:endParaRPr>
                    </a:p>
                  </a:txBody>
                  <a:tcPr marL="36000" marR="3600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ctr"/>
                      <a:r>
                        <a:rPr lang="en-US" altLang="zh-CN" dirty="0">
                          <a:solidFill>
                            <a:schemeClr val="tx1"/>
                          </a:solidFill>
                          <a:latin typeface="+mn-lt"/>
                        </a:rPr>
                        <a:t>b6</a:t>
                      </a:r>
                      <a:endParaRPr lang="zh-CN" altLang="en-US" dirty="0">
                        <a:solidFill>
                          <a:schemeClr val="tx1"/>
                        </a:solidFill>
                        <a:latin typeface="+mn-lt"/>
                      </a:endParaRPr>
                    </a:p>
                  </a:txBody>
                  <a:tcPr marL="36000" marR="3600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ctr"/>
                      <a:r>
                        <a:rPr lang="en-US" altLang="zh-CN" dirty="0">
                          <a:solidFill>
                            <a:schemeClr val="tx1"/>
                          </a:solidFill>
                          <a:latin typeface="+mn-lt"/>
                        </a:rPr>
                        <a:t>b5</a:t>
                      </a:r>
                      <a:endParaRPr lang="zh-CN" altLang="en-US" dirty="0">
                        <a:solidFill>
                          <a:schemeClr val="tx1"/>
                        </a:solidFill>
                        <a:latin typeface="+mn-lt"/>
                      </a:endParaRPr>
                    </a:p>
                  </a:txBody>
                  <a:tcPr marL="36000" marR="3600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ctr"/>
                      <a:r>
                        <a:rPr lang="en-US" altLang="zh-CN" dirty="0">
                          <a:solidFill>
                            <a:schemeClr val="tx1"/>
                          </a:solidFill>
                          <a:latin typeface="+mn-lt"/>
                        </a:rPr>
                        <a:t>b4</a:t>
                      </a:r>
                      <a:endParaRPr lang="zh-CN" altLang="en-US" dirty="0">
                        <a:solidFill>
                          <a:schemeClr val="tx1"/>
                        </a:solidFill>
                        <a:latin typeface="+mn-lt"/>
                      </a:endParaRPr>
                    </a:p>
                  </a:txBody>
                  <a:tcPr marL="36000" marR="3600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ctr"/>
                      <a:r>
                        <a:rPr lang="en-US" altLang="zh-CN" dirty="0">
                          <a:solidFill>
                            <a:schemeClr val="tx1"/>
                          </a:solidFill>
                          <a:latin typeface="+mn-lt"/>
                        </a:rPr>
                        <a:t>b3</a:t>
                      </a:r>
                      <a:endParaRPr lang="zh-CN" altLang="en-US" dirty="0">
                        <a:solidFill>
                          <a:schemeClr val="tx1"/>
                        </a:solidFill>
                        <a:latin typeface="+mn-lt"/>
                      </a:endParaRPr>
                    </a:p>
                  </a:txBody>
                  <a:tcPr marL="36000" marR="3600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ctr"/>
                      <a:r>
                        <a:rPr lang="en-US" altLang="zh-CN" dirty="0">
                          <a:solidFill>
                            <a:schemeClr val="tx1"/>
                          </a:solidFill>
                          <a:latin typeface="+mn-lt"/>
                        </a:rPr>
                        <a:t>b2</a:t>
                      </a:r>
                      <a:endParaRPr lang="zh-CN" altLang="en-US" dirty="0">
                        <a:solidFill>
                          <a:schemeClr val="tx1"/>
                        </a:solidFill>
                        <a:latin typeface="+mn-lt"/>
                      </a:endParaRPr>
                    </a:p>
                  </a:txBody>
                  <a:tcPr marL="36000" marR="3600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ctr"/>
                      <a:r>
                        <a:rPr lang="en-US" altLang="zh-CN" dirty="0">
                          <a:solidFill>
                            <a:schemeClr val="tx1"/>
                          </a:solidFill>
                          <a:latin typeface="+mn-lt"/>
                        </a:rPr>
                        <a:t>b1</a:t>
                      </a:r>
                      <a:endParaRPr lang="zh-CN" altLang="en-US" dirty="0">
                        <a:solidFill>
                          <a:schemeClr val="tx1"/>
                        </a:solidFill>
                        <a:latin typeface="+mn-lt"/>
                      </a:endParaRPr>
                    </a:p>
                  </a:txBody>
                  <a:tcPr marL="36000" marR="3600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ctr"/>
                      <a:r>
                        <a:rPr lang="en-US" altLang="zh-CN" dirty="0">
                          <a:solidFill>
                            <a:schemeClr val="tx1"/>
                          </a:solidFill>
                          <a:latin typeface="+mn-lt"/>
                        </a:rPr>
                        <a:t>b0</a:t>
                      </a:r>
                      <a:endParaRPr lang="zh-CN" altLang="en-US" dirty="0">
                        <a:solidFill>
                          <a:schemeClr val="tx1"/>
                        </a:solidFill>
                        <a:latin typeface="+mn-lt"/>
                      </a:endParaRPr>
                    </a:p>
                  </a:txBody>
                  <a:tcPr marL="36000" marR="3600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extLst>
                  <a:ext uri="{0D108BD9-81ED-4DB2-BD59-A6C34878D82A}">
                    <a16:rowId xmlns:a16="http://schemas.microsoft.com/office/drawing/2014/main" val="2539908259"/>
                  </a:ext>
                </a:extLst>
              </a:tr>
            </a:tbl>
          </a:graphicData>
        </a:graphic>
      </p:graphicFrame>
      <p:sp>
        <p:nvSpPr>
          <p:cNvPr id="9" name="文本框 8">
            <a:extLst>
              <a:ext uri="{FF2B5EF4-FFF2-40B4-BE49-F238E27FC236}">
                <a16:creationId xmlns:a16="http://schemas.microsoft.com/office/drawing/2014/main" id="{ED5B615E-979F-4A0A-97F7-414E3E081955}"/>
              </a:ext>
            </a:extLst>
          </p:cNvPr>
          <p:cNvSpPr txBox="1"/>
          <p:nvPr/>
        </p:nvSpPr>
        <p:spPr>
          <a:xfrm>
            <a:off x="3872498" y="2647340"/>
            <a:ext cx="2534885" cy="369332"/>
          </a:xfrm>
          <a:prstGeom prst="rect">
            <a:avLst/>
          </a:prstGeom>
          <a:noFill/>
        </p:spPr>
        <p:txBody>
          <a:bodyPr wrap="square" rtlCol="0">
            <a:spAutoFit/>
          </a:bodyPr>
          <a:lstStyle/>
          <a:p>
            <a:r>
              <a:rPr lang="en-US" altLang="zh-CN" b="1" dirty="0">
                <a:solidFill>
                  <a:schemeClr val="accent4"/>
                </a:solidFill>
                <a:latin typeface="Arial Narrow" panose="020B0606020202030204" pitchFamily="34" charset="0"/>
              </a:rPr>
              <a:t>I</a:t>
            </a:r>
            <a:r>
              <a:rPr lang="en-US" altLang="zh-CN" b="1" dirty="0">
                <a:latin typeface="Arial Narrow" panose="020B0606020202030204" pitchFamily="34" charset="0"/>
              </a:rPr>
              <a:t>/</a:t>
            </a:r>
            <a:r>
              <a:rPr lang="en-US" altLang="zh-CN" b="1" dirty="0">
                <a:solidFill>
                  <a:schemeClr val="accent4"/>
                </a:solidFill>
                <a:latin typeface="Arial Narrow" panose="020B0606020202030204" pitchFamily="34" charset="0"/>
              </a:rPr>
              <a:t>G </a:t>
            </a:r>
            <a:r>
              <a:rPr lang="en-US" altLang="zh-CN" b="1" dirty="0">
                <a:latin typeface="Arial Narrow" panose="020B0606020202030204" pitchFamily="34" charset="0"/>
              </a:rPr>
              <a:t>=0</a:t>
            </a:r>
            <a:r>
              <a:rPr lang="zh-CN" altLang="en-US" b="1" dirty="0">
                <a:latin typeface="Arial Narrow" panose="020B0606020202030204" pitchFamily="34" charset="0"/>
              </a:rPr>
              <a:t>：单播地址</a:t>
            </a:r>
          </a:p>
        </p:txBody>
      </p:sp>
      <p:sp>
        <p:nvSpPr>
          <p:cNvPr id="10" name="文本框 9">
            <a:extLst>
              <a:ext uri="{FF2B5EF4-FFF2-40B4-BE49-F238E27FC236}">
                <a16:creationId xmlns:a16="http://schemas.microsoft.com/office/drawing/2014/main" id="{A94A4805-EE00-4E20-8A3D-CFBEC41F2281}"/>
              </a:ext>
            </a:extLst>
          </p:cNvPr>
          <p:cNvSpPr txBox="1"/>
          <p:nvPr/>
        </p:nvSpPr>
        <p:spPr>
          <a:xfrm>
            <a:off x="3872498" y="2994823"/>
            <a:ext cx="1934058" cy="369332"/>
          </a:xfrm>
          <a:prstGeom prst="rect">
            <a:avLst/>
          </a:prstGeom>
          <a:noFill/>
        </p:spPr>
        <p:txBody>
          <a:bodyPr wrap="square" rtlCol="0">
            <a:spAutoFit/>
          </a:bodyPr>
          <a:lstStyle/>
          <a:p>
            <a:r>
              <a:rPr lang="en-US" altLang="zh-CN" b="1" dirty="0">
                <a:solidFill>
                  <a:schemeClr val="accent4"/>
                </a:solidFill>
                <a:latin typeface="Arial Narrow" panose="020B0606020202030204" pitchFamily="34" charset="0"/>
              </a:rPr>
              <a:t>I</a:t>
            </a:r>
            <a:r>
              <a:rPr lang="en-US" altLang="zh-CN" b="1" dirty="0">
                <a:latin typeface="Arial Narrow" panose="020B0606020202030204" pitchFamily="34" charset="0"/>
              </a:rPr>
              <a:t>/</a:t>
            </a:r>
            <a:r>
              <a:rPr lang="en-US" altLang="zh-CN" b="1" dirty="0">
                <a:solidFill>
                  <a:schemeClr val="accent4"/>
                </a:solidFill>
                <a:latin typeface="Arial Narrow" panose="020B0606020202030204" pitchFamily="34" charset="0"/>
              </a:rPr>
              <a:t>G </a:t>
            </a:r>
            <a:r>
              <a:rPr lang="en-US" altLang="zh-CN" b="1" dirty="0">
                <a:latin typeface="Arial Narrow" panose="020B0606020202030204" pitchFamily="34" charset="0"/>
              </a:rPr>
              <a:t>=1</a:t>
            </a:r>
            <a:r>
              <a:rPr lang="zh-CN" altLang="en-US" b="1" dirty="0">
                <a:latin typeface="Arial Narrow" panose="020B0606020202030204" pitchFamily="34" charset="0"/>
              </a:rPr>
              <a:t>：多播地址</a:t>
            </a:r>
          </a:p>
        </p:txBody>
      </p:sp>
      <p:sp>
        <p:nvSpPr>
          <p:cNvPr id="13" name="文本框 12">
            <a:extLst>
              <a:ext uri="{FF2B5EF4-FFF2-40B4-BE49-F238E27FC236}">
                <a16:creationId xmlns:a16="http://schemas.microsoft.com/office/drawing/2014/main" id="{842A3E8D-6EB4-4BD7-A61C-1FA35540E0E9}"/>
              </a:ext>
            </a:extLst>
          </p:cNvPr>
          <p:cNvSpPr txBox="1"/>
          <p:nvPr/>
        </p:nvSpPr>
        <p:spPr>
          <a:xfrm>
            <a:off x="774063" y="2647340"/>
            <a:ext cx="1987780" cy="369332"/>
          </a:xfrm>
          <a:prstGeom prst="rect">
            <a:avLst/>
          </a:prstGeom>
          <a:noFill/>
        </p:spPr>
        <p:txBody>
          <a:bodyPr wrap="square" rtlCol="0">
            <a:spAutoFit/>
          </a:bodyPr>
          <a:lstStyle/>
          <a:p>
            <a:r>
              <a:rPr lang="en-US" altLang="zh-CN" b="1" dirty="0">
                <a:solidFill>
                  <a:schemeClr val="accent3"/>
                </a:solidFill>
                <a:latin typeface="Arial Narrow" panose="020B0606020202030204" pitchFamily="34" charset="0"/>
              </a:rPr>
              <a:t>G</a:t>
            </a:r>
            <a:r>
              <a:rPr lang="en-US" altLang="zh-CN" b="1" dirty="0">
                <a:latin typeface="Arial Narrow" panose="020B0606020202030204" pitchFamily="34" charset="0"/>
              </a:rPr>
              <a:t>/</a:t>
            </a:r>
            <a:r>
              <a:rPr lang="en-US" altLang="zh-CN" b="1" dirty="0">
                <a:solidFill>
                  <a:schemeClr val="accent3"/>
                </a:solidFill>
                <a:latin typeface="Arial Narrow" panose="020B0606020202030204" pitchFamily="34" charset="0"/>
              </a:rPr>
              <a:t>L</a:t>
            </a:r>
            <a:r>
              <a:rPr lang="en-US" altLang="zh-CN" b="1" dirty="0">
                <a:latin typeface="Arial Narrow" panose="020B0606020202030204" pitchFamily="34" charset="0"/>
              </a:rPr>
              <a:t>=0</a:t>
            </a:r>
            <a:r>
              <a:rPr lang="zh-CN" altLang="en-US" b="1" dirty="0">
                <a:latin typeface="Arial Narrow" panose="020B0606020202030204" pitchFamily="34" charset="0"/>
              </a:rPr>
              <a:t>：全球管理</a:t>
            </a:r>
          </a:p>
        </p:txBody>
      </p:sp>
      <p:sp>
        <p:nvSpPr>
          <p:cNvPr id="14" name="文本框 13">
            <a:extLst>
              <a:ext uri="{FF2B5EF4-FFF2-40B4-BE49-F238E27FC236}">
                <a16:creationId xmlns:a16="http://schemas.microsoft.com/office/drawing/2014/main" id="{64E5CEC7-81B2-473C-A64B-B63AA4953834}"/>
              </a:ext>
            </a:extLst>
          </p:cNvPr>
          <p:cNvSpPr txBox="1"/>
          <p:nvPr/>
        </p:nvSpPr>
        <p:spPr>
          <a:xfrm>
            <a:off x="774063" y="2994823"/>
            <a:ext cx="1920902" cy="369332"/>
          </a:xfrm>
          <a:prstGeom prst="rect">
            <a:avLst/>
          </a:prstGeom>
          <a:noFill/>
        </p:spPr>
        <p:txBody>
          <a:bodyPr wrap="square" rtlCol="0">
            <a:spAutoFit/>
          </a:bodyPr>
          <a:lstStyle/>
          <a:p>
            <a:r>
              <a:rPr lang="en-US" altLang="zh-CN" b="1" dirty="0">
                <a:solidFill>
                  <a:schemeClr val="accent3"/>
                </a:solidFill>
                <a:latin typeface="Arial Narrow" panose="020B0606020202030204" pitchFamily="34" charset="0"/>
              </a:rPr>
              <a:t>G</a:t>
            </a:r>
            <a:r>
              <a:rPr lang="en-US" altLang="zh-CN" b="1" dirty="0">
                <a:latin typeface="Arial Narrow" panose="020B0606020202030204" pitchFamily="34" charset="0"/>
              </a:rPr>
              <a:t>/</a:t>
            </a:r>
            <a:r>
              <a:rPr lang="en-US" altLang="zh-CN" b="1" dirty="0">
                <a:solidFill>
                  <a:schemeClr val="accent3"/>
                </a:solidFill>
                <a:latin typeface="Arial Narrow" panose="020B0606020202030204" pitchFamily="34" charset="0"/>
              </a:rPr>
              <a:t>L</a:t>
            </a:r>
            <a:r>
              <a:rPr lang="en-US" altLang="zh-CN" b="1" dirty="0">
                <a:latin typeface="Arial Narrow" panose="020B0606020202030204" pitchFamily="34" charset="0"/>
              </a:rPr>
              <a:t>=1</a:t>
            </a:r>
            <a:r>
              <a:rPr lang="zh-CN" altLang="en-US" b="1" dirty="0">
                <a:latin typeface="Arial Narrow" panose="020B0606020202030204" pitchFamily="34" charset="0"/>
              </a:rPr>
              <a:t>：本地管理</a:t>
            </a:r>
          </a:p>
        </p:txBody>
      </p:sp>
      <p:grpSp>
        <p:nvGrpSpPr>
          <p:cNvPr id="22" name="组合 21">
            <a:extLst>
              <a:ext uri="{FF2B5EF4-FFF2-40B4-BE49-F238E27FC236}">
                <a16:creationId xmlns:a16="http://schemas.microsoft.com/office/drawing/2014/main" id="{48BA0A3B-A892-456F-9819-0E7CBE0D51F6}"/>
              </a:ext>
            </a:extLst>
          </p:cNvPr>
          <p:cNvGrpSpPr/>
          <p:nvPr/>
        </p:nvGrpSpPr>
        <p:grpSpPr>
          <a:xfrm>
            <a:off x="3433934" y="2144379"/>
            <a:ext cx="2973449" cy="524810"/>
            <a:chOff x="3433934" y="2144379"/>
            <a:chExt cx="2973449" cy="524810"/>
          </a:xfrm>
        </p:grpSpPr>
        <p:sp>
          <p:nvSpPr>
            <p:cNvPr id="5" name="文本框 4">
              <a:extLst>
                <a:ext uri="{FF2B5EF4-FFF2-40B4-BE49-F238E27FC236}">
                  <a16:creationId xmlns:a16="http://schemas.microsoft.com/office/drawing/2014/main" id="{135D7624-AC30-42D9-A836-F07FA6934128}"/>
                </a:ext>
              </a:extLst>
            </p:cNvPr>
            <p:cNvSpPr txBox="1"/>
            <p:nvPr/>
          </p:nvSpPr>
          <p:spPr>
            <a:xfrm>
              <a:off x="3872498" y="2299857"/>
              <a:ext cx="2534885" cy="369332"/>
            </a:xfrm>
            <a:prstGeom prst="rect">
              <a:avLst/>
            </a:prstGeom>
            <a:noFill/>
          </p:spPr>
          <p:txBody>
            <a:bodyPr wrap="square" rtlCol="0">
              <a:spAutoFit/>
            </a:bodyPr>
            <a:lstStyle/>
            <a:p>
              <a:r>
                <a:rPr lang="en-US" altLang="zh-CN" b="1" dirty="0">
                  <a:solidFill>
                    <a:schemeClr val="accent4"/>
                  </a:solidFill>
                  <a:latin typeface="Arial Narrow" panose="020B0606020202030204" pitchFamily="34" charset="0"/>
                </a:rPr>
                <a:t>I</a:t>
              </a:r>
              <a:r>
                <a:rPr lang="en-US" altLang="zh-CN" b="1" dirty="0">
                  <a:latin typeface="Arial Narrow" panose="020B0606020202030204" pitchFamily="34" charset="0"/>
                </a:rPr>
                <a:t>/</a:t>
              </a:r>
              <a:r>
                <a:rPr lang="en-US" altLang="zh-CN" b="1" dirty="0">
                  <a:solidFill>
                    <a:schemeClr val="accent4"/>
                  </a:solidFill>
                  <a:latin typeface="Arial Narrow" panose="020B0606020202030204" pitchFamily="34" charset="0"/>
                </a:rPr>
                <a:t>G</a:t>
              </a:r>
              <a:r>
                <a:rPr lang="zh-CN" altLang="en-US" b="1" dirty="0">
                  <a:latin typeface="Arial Narrow" panose="020B0606020202030204" pitchFamily="34" charset="0"/>
                </a:rPr>
                <a:t>（</a:t>
              </a:r>
              <a:r>
                <a:rPr lang="en-US" altLang="zh-CN" b="1" dirty="0">
                  <a:solidFill>
                    <a:schemeClr val="accent4"/>
                  </a:solidFill>
                  <a:latin typeface="Arial Narrow" panose="020B0606020202030204" pitchFamily="34" charset="0"/>
                </a:rPr>
                <a:t>I</a:t>
              </a:r>
              <a:r>
                <a:rPr lang="en-US" altLang="zh-CN" b="1" dirty="0">
                  <a:latin typeface="Arial Narrow" panose="020B0606020202030204" pitchFamily="34" charset="0"/>
                </a:rPr>
                <a:t>ndividual/</a:t>
              </a:r>
              <a:r>
                <a:rPr lang="en-US" altLang="zh-CN" b="1" dirty="0">
                  <a:solidFill>
                    <a:schemeClr val="accent4"/>
                  </a:solidFill>
                  <a:latin typeface="Arial Narrow" panose="020B0606020202030204" pitchFamily="34" charset="0"/>
                </a:rPr>
                <a:t>G</a:t>
              </a:r>
              <a:r>
                <a:rPr lang="en-US" altLang="zh-CN" b="1" dirty="0">
                  <a:latin typeface="Arial Narrow" panose="020B0606020202030204" pitchFamily="34" charset="0"/>
                </a:rPr>
                <a:t>roup</a:t>
              </a:r>
              <a:r>
                <a:rPr lang="zh-CN" altLang="en-US" b="1" dirty="0">
                  <a:latin typeface="Arial Narrow" panose="020B0606020202030204" pitchFamily="34" charset="0"/>
                </a:rPr>
                <a:t>）</a:t>
              </a:r>
            </a:p>
          </p:txBody>
        </p:sp>
        <p:cxnSp>
          <p:nvCxnSpPr>
            <p:cNvPr id="18" name="连接符: 肘形 17">
              <a:extLst>
                <a:ext uri="{FF2B5EF4-FFF2-40B4-BE49-F238E27FC236}">
                  <a16:creationId xmlns:a16="http://schemas.microsoft.com/office/drawing/2014/main" id="{B80F4F53-340C-446E-BFF8-59A3F17CFA23}"/>
                </a:ext>
              </a:extLst>
            </p:cNvPr>
            <p:cNvCxnSpPr>
              <a:endCxn id="5" idx="1"/>
            </p:cNvCxnSpPr>
            <p:nvPr/>
          </p:nvCxnSpPr>
          <p:spPr>
            <a:xfrm>
              <a:off x="3433934" y="2144379"/>
              <a:ext cx="438564" cy="340144"/>
            </a:xfrm>
            <a:prstGeom prst="bentConnector3">
              <a:avLst>
                <a:gd name="adj1" fmla="val -2500"/>
              </a:avLst>
            </a:prstGeom>
            <a:ln w="25400">
              <a:solidFill>
                <a:schemeClr val="tx1"/>
              </a:solidFill>
              <a:tailEnd type="triangle"/>
            </a:ln>
          </p:spPr>
          <p:style>
            <a:lnRef idx="1">
              <a:schemeClr val="accent1"/>
            </a:lnRef>
            <a:fillRef idx="0">
              <a:schemeClr val="accent1"/>
            </a:fillRef>
            <a:effectRef idx="0">
              <a:schemeClr val="accent1"/>
            </a:effectRef>
            <a:fontRef idx="minor">
              <a:schemeClr val="tx1"/>
            </a:fontRef>
          </p:style>
        </p:cxnSp>
      </p:grpSp>
      <p:grpSp>
        <p:nvGrpSpPr>
          <p:cNvPr id="25" name="组合 24">
            <a:extLst>
              <a:ext uri="{FF2B5EF4-FFF2-40B4-BE49-F238E27FC236}">
                <a16:creationId xmlns:a16="http://schemas.microsoft.com/office/drawing/2014/main" id="{0133F0BF-344C-48AA-A52F-A2D0A8CDE9F5}"/>
              </a:ext>
            </a:extLst>
          </p:cNvPr>
          <p:cNvGrpSpPr/>
          <p:nvPr/>
        </p:nvGrpSpPr>
        <p:grpSpPr>
          <a:xfrm>
            <a:off x="774063" y="2142265"/>
            <a:ext cx="2374810" cy="529740"/>
            <a:chOff x="774063" y="2142265"/>
            <a:chExt cx="2374810" cy="529740"/>
          </a:xfrm>
        </p:grpSpPr>
        <p:sp>
          <p:nvSpPr>
            <p:cNvPr id="11" name="文本框 10">
              <a:extLst>
                <a:ext uri="{FF2B5EF4-FFF2-40B4-BE49-F238E27FC236}">
                  <a16:creationId xmlns:a16="http://schemas.microsoft.com/office/drawing/2014/main" id="{B40DA83F-33DC-4A8C-BBC9-42F06E5AF8E1}"/>
                </a:ext>
              </a:extLst>
            </p:cNvPr>
            <p:cNvSpPr txBox="1"/>
            <p:nvPr/>
          </p:nvSpPr>
          <p:spPr>
            <a:xfrm>
              <a:off x="774063" y="2302673"/>
              <a:ext cx="1987780" cy="369332"/>
            </a:xfrm>
            <a:prstGeom prst="rect">
              <a:avLst/>
            </a:prstGeom>
            <a:noFill/>
          </p:spPr>
          <p:txBody>
            <a:bodyPr wrap="square" rtlCol="0">
              <a:spAutoFit/>
            </a:bodyPr>
            <a:lstStyle/>
            <a:p>
              <a:r>
                <a:rPr lang="en-US" altLang="zh-CN" b="1" dirty="0">
                  <a:solidFill>
                    <a:schemeClr val="accent3"/>
                  </a:solidFill>
                  <a:latin typeface="Arial Narrow" panose="020B0606020202030204" pitchFamily="34" charset="0"/>
                </a:rPr>
                <a:t>G</a:t>
              </a:r>
              <a:r>
                <a:rPr lang="en-US" altLang="zh-CN" b="1" dirty="0">
                  <a:latin typeface="Arial Narrow" panose="020B0606020202030204" pitchFamily="34" charset="0"/>
                </a:rPr>
                <a:t>/</a:t>
              </a:r>
              <a:r>
                <a:rPr lang="en-US" altLang="zh-CN" b="1" dirty="0">
                  <a:solidFill>
                    <a:schemeClr val="accent3"/>
                  </a:solidFill>
                  <a:latin typeface="Arial Narrow" panose="020B0606020202030204" pitchFamily="34" charset="0"/>
                </a:rPr>
                <a:t>L</a:t>
              </a:r>
              <a:r>
                <a:rPr lang="zh-CN" altLang="en-US" b="1" dirty="0">
                  <a:latin typeface="Arial Narrow" panose="020B0606020202030204" pitchFamily="34" charset="0"/>
                </a:rPr>
                <a:t>（</a:t>
              </a:r>
              <a:r>
                <a:rPr lang="en-US" altLang="zh-CN" b="1" dirty="0">
                  <a:solidFill>
                    <a:schemeClr val="accent3"/>
                  </a:solidFill>
                  <a:latin typeface="Arial Narrow" panose="020B0606020202030204" pitchFamily="34" charset="0"/>
                </a:rPr>
                <a:t>G</a:t>
              </a:r>
              <a:r>
                <a:rPr lang="en-US" altLang="zh-CN" b="1" dirty="0">
                  <a:latin typeface="Arial Narrow" panose="020B0606020202030204" pitchFamily="34" charset="0"/>
                </a:rPr>
                <a:t>lobal/</a:t>
              </a:r>
              <a:r>
                <a:rPr lang="en-US" altLang="zh-CN" b="1" dirty="0">
                  <a:solidFill>
                    <a:schemeClr val="accent3"/>
                  </a:solidFill>
                  <a:latin typeface="Arial Narrow" panose="020B0606020202030204" pitchFamily="34" charset="0"/>
                </a:rPr>
                <a:t>L</a:t>
              </a:r>
              <a:r>
                <a:rPr lang="en-US" altLang="zh-CN" b="1" dirty="0">
                  <a:latin typeface="Arial Narrow" panose="020B0606020202030204" pitchFamily="34" charset="0"/>
                </a:rPr>
                <a:t>ocal</a:t>
              </a:r>
              <a:r>
                <a:rPr lang="zh-CN" altLang="en-US" b="1" dirty="0">
                  <a:latin typeface="Arial Narrow" panose="020B0606020202030204" pitchFamily="34" charset="0"/>
                </a:rPr>
                <a:t>）</a:t>
              </a:r>
            </a:p>
          </p:txBody>
        </p:sp>
        <p:cxnSp>
          <p:nvCxnSpPr>
            <p:cNvPr id="16" name="连接符: 肘形 15">
              <a:extLst>
                <a:ext uri="{FF2B5EF4-FFF2-40B4-BE49-F238E27FC236}">
                  <a16:creationId xmlns:a16="http://schemas.microsoft.com/office/drawing/2014/main" id="{927A9E0C-963E-4552-8A3B-4F2E053D1653}"/>
                </a:ext>
              </a:extLst>
            </p:cNvPr>
            <p:cNvCxnSpPr>
              <a:cxnSpLocks/>
              <a:endCxn id="11" idx="3"/>
            </p:cNvCxnSpPr>
            <p:nvPr/>
          </p:nvCxnSpPr>
          <p:spPr>
            <a:xfrm rot="10800000" flipV="1">
              <a:off x="2761843" y="2142265"/>
              <a:ext cx="387030" cy="345073"/>
            </a:xfrm>
            <a:prstGeom prst="bentConnector3">
              <a:avLst>
                <a:gd name="adj1" fmla="val 4107"/>
              </a:avLst>
            </a:prstGeom>
            <a:ln w="25400">
              <a:solidFill>
                <a:schemeClr val="tx1"/>
              </a:solidFill>
              <a:tailEnd type="triangle"/>
            </a:ln>
          </p:spPr>
          <p:style>
            <a:lnRef idx="1">
              <a:schemeClr val="accent1"/>
            </a:lnRef>
            <a:fillRef idx="0">
              <a:schemeClr val="accent1"/>
            </a:fillRef>
            <a:effectRef idx="0">
              <a:schemeClr val="accent1"/>
            </a:effectRef>
            <a:fontRef idx="minor">
              <a:schemeClr val="tx1"/>
            </a:fontRef>
          </p:style>
        </p:cxnSp>
      </p:grpSp>
      <p:graphicFrame>
        <p:nvGraphicFramePr>
          <p:cNvPr id="7" name="表格 11">
            <a:extLst>
              <a:ext uri="{FF2B5EF4-FFF2-40B4-BE49-F238E27FC236}">
                <a16:creationId xmlns:a16="http://schemas.microsoft.com/office/drawing/2014/main" id="{6D079289-E671-406A-AF87-784BF8CB8C7E}"/>
              </a:ext>
            </a:extLst>
          </p:cNvPr>
          <p:cNvGraphicFramePr>
            <a:graphicFrameLocks noGrp="1"/>
          </p:cNvGraphicFramePr>
          <p:nvPr/>
        </p:nvGraphicFramePr>
        <p:xfrm>
          <a:off x="304800" y="3594100"/>
          <a:ext cx="11582402" cy="2841620"/>
        </p:xfrm>
        <a:graphic>
          <a:graphicData uri="http://schemas.openxmlformats.org/drawingml/2006/table">
            <a:tbl>
              <a:tblPr firstRow="1" bandRow="1">
                <a:tableStyleId>{5C22544A-7EE6-4342-B048-85BDC9FD1C3A}</a:tableStyleId>
              </a:tblPr>
              <a:tblGrid>
                <a:gridCol w="1229068">
                  <a:extLst>
                    <a:ext uri="{9D8B030D-6E8A-4147-A177-3AD203B41FA5}">
                      <a16:colId xmlns:a16="http://schemas.microsoft.com/office/drawing/2014/main" val="3201315185"/>
                    </a:ext>
                  </a:extLst>
                </a:gridCol>
                <a:gridCol w="1229068">
                  <a:extLst>
                    <a:ext uri="{9D8B030D-6E8A-4147-A177-3AD203B41FA5}">
                      <a16:colId xmlns:a16="http://schemas.microsoft.com/office/drawing/2014/main" val="2306449060"/>
                    </a:ext>
                  </a:extLst>
                </a:gridCol>
                <a:gridCol w="7400720">
                  <a:extLst>
                    <a:ext uri="{9D8B030D-6E8A-4147-A177-3AD203B41FA5}">
                      <a16:colId xmlns:a16="http://schemas.microsoft.com/office/drawing/2014/main" val="3816814684"/>
                    </a:ext>
                  </a:extLst>
                </a:gridCol>
                <a:gridCol w="861773">
                  <a:extLst>
                    <a:ext uri="{9D8B030D-6E8A-4147-A177-3AD203B41FA5}">
                      <a16:colId xmlns:a16="http://schemas.microsoft.com/office/drawing/2014/main" val="3904571176"/>
                    </a:ext>
                  </a:extLst>
                </a:gridCol>
                <a:gridCol w="861773">
                  <a:extLst>
                    <a:ext uri="{9D8B030D-6E8A-4147-A177-3AD203B41FA5}">
                      <a16:colId xmlns:a16="http://schemas.microsoft.com/office/drawing/2014/main" val="3946450843"/>
                    </a:ext>
                  </a:extLst>
                </a:gridCol>
              </a:tblGrid>
              <a:tr h="550385">
                <a:tc>
                  <a:txBody>
                    <a:bodyPr/>
                    <a:lstStyle/>
                    <a:p>
                      <a:pPr algn="ctr"/>
                      <a:r>
                        <a:rPr lang="zh-CN" altLang="en-US" b="1" dirty="0">
                          <a:solidFill>
                            <a:schemeClr val="bg1"/>
                          </a:solidFill>
                        </a:rPr>
                        <a:t>第</a:t>
                      </a:r>
                      <a:r>
                        <a:rPr lang="en-US" altLang="zh-CN" b="1" dirty="0">
                          <a:solidFill>
                            <a:schemeClr val="bg1"/>
                          </a:solidFill>
                        </a:rPr>
                        <a:t>1</a:t>
                      </a:r>
                      <a:r>
                        <a:rPr lang="zh-CN" altLang="en-US" b="1" dirty="0">
                          <a:solidFill>
                            <a:schemeClr val="bg1"/>
                          </a:solidFill>
                        </a:rPr>
                        <a:t>字节的</a:t>
                      </a:r>
                      <a:endParaRPr lang="en-US" altLang="zh-CN" b="1" dirty="0">
                        <a:solidFill>
                          <a:schemeClr val="bg1"/>
                        </a:solidFill>
                      </a:endParaRPr>
                    </a:p>
                    <a:p>
                      <a:pPr algn="ctr"/>
                      <a:r>
                        <a:rPr lang="en-US" altLang="zh-CN" b="1" dirty="0">
                          <a:solidFill>
                            <a:schemeClr val="bg1"/>
                          </a:solidFill>
                        </a:rPr>
                        <a:t>b1</a:t>
                      </a:r>
                      <a:r>
                        <a:rPr lang="zh-CN" altLang="en-US" b="1" dirty="0">
                          <a:solidFill>
                            <a:schemeClr val="bg1"/>
                          </a:solidFill>
                        </a:rPr>
                        <a:t>位</a:t>
                      </a: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accent3"/>
                    </a:solidFill>
                  </a:tcPr>
                </a:tc>
                <a:tc>
                  <a:txBody>
                    <a:bodyPr/>
                    <a:lstStyle/>
                    <a:p>
                      <a:pPr algn="ctr"/>
                      <a:r>
                        <a:rPr lang="zh-CN" altLang="en-US" b="1" dirty="0">
                          <a:solidFill>
                            <a:schemeClr val="bg1"/>
                          </a:solidFill>
                        </a:rPr>
                        <a:t>第</a:t>
                      </a:r>
                      <a:r>
                        <a:rPr lang="en-US" altLang="zh-CN" b="1" dirty="0">
                          <a:solidFill>
                            <a:schemeClr val="bg1"/>
                          </a:solidFill>
                        </a:rPr>
                        <a:t>1</a:t>
                      </a:r>
                      <a:r>
                        <a:rPr lang="zh-CN" altLang="en-US" b="1" dirty="0">
                          <a:solidFill>
                            <a:schemeClr val="bg1"/>
                          </a:solidFill>
                        </a:rPr>
                        <a:t>字节的</a:t>
                      </a:r>
                      <a:endParaRPr lang="en-US" altLang="zh-CN" b="1" dirty="0">
                        <a:solidFill>
                          <a:schemeClr val="bg1"/>
                        </a:solidFill>
                      </a:endParaRPr>
                    </a:p>
                    <a:p>
                      <a:pPr algn="ctr"/>
                      <a:r>
                        <a:rPr lang="en-US" altLang="zh-CN" b="1" dirty="0">
                          <a:solidFill>
                            <a:schemeClr val="bg1"/>
                          </a:solidFill>
                        </a:rPr>
                        <a:t>b0</a:t>
                      </a:r>
                      <a:r>
                        <a:rPr lang="zh-CN" altLang="en-US" b="1" dirty="0">
                          <a:solidFill>
                            <a:schemeClr val="bg1"/>
                          </a:solidFill>
                        </a:rPr>
                        <a:t>位</a:t>
                      </a: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accent4"/>
                    </a:solidFill>
                  </a:tcPr>
                </a:tc>
                <a:tc>
                  <a:txBody>
                    <a:bodyPr/>
                    <a:lstStyle/>
                    <a:p>
                      <a:pPr algn="ctr"/>
                      <a:r>
                        <a:rPr lang="en-US" altLang="zh-CN" b="1" dirty="0">
                          <a:solidFill>
                            <a:schemeClr val="tx1"/>
                          </a:solidFill>
                        </a:rPr>
                        <a:t>MAC</a:t>
                      </a:r>
                      <a:r>
                        <a:rPr lang="zh-CN" altLang="en-US" b="1" dirty="0">
                          <a:solidFill>
                            <a:schemeClr val="tx1"/>
                          </a:solidFill>
                        </a:rPr>
                        <a:t>地址类型</a:t>
                      </a: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algn="ctr"/>
                      <a:r>
                        <a:rPr lang="zh-CN" altLang="en-US" b="1" dirty="0">
                          <a:solidFill>
                            <a:schemeClr val="tx1"/>
                          </a:solidFill>
                        </a:rPr>
                        <a:t>地址</a:t>
                      </a:r>
                      <a:endParaRPr lang="en-US" altLang="zh-CN" b="1" dirty="0">
                        <a:solidFill>
                          <a:schemeClr val="tx1"/>
                        </a:solidFill>
                      </a:endParaRPr>
                    </a:p>
                    <a:p>
                      <a:pPr algn="ctr"/>
                      <a:r>
                        <a:rPr lang="zh-CN" altLang="en-US" b="1" dirty="0">
                          <a:solidFill>
                            <a:schemeClr val="tx1"/>
                          </a:solidFill>
                        </a:rPr>
                        <a:t>占比</a:t>
                      </a: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algn="ctr"/>
                      <a:r>
                        <a:rPr lang="zh-CN" altLang="en-US" b="1" dirty="0">
                          <a:solidFill>
                            <a:schemeClr val="tx1"/>
                          </a:solidFill>
                        </a:rPr>
                        <a:t>地址</a:t>
                      </a:r>
                      <a:endParaRPr lang="en-US" altLang="zh-CN" b="1" dirty="0">
                        <a:solidFill>
                          <a:schemeClr val="tx1"/>
                        </a:solidFill>
                      </a:endParaRPr>
                    </a:p>
                    <a:p>
                      <a:pPr algn="ctr"/>
                      <a:r>
                        <a:rPr lang="zh-CN" altLang="en-US" b="1" dirty="0">
                          <a:solidFill>
                            <a:schemeClr val="tx1"/>
                          </a:solidFill>
                        </a:rPr>
                        <a:t>数量</a:t>
                      </a: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extLst>
                  <a:ext uri="{0D108BD9-81ED-4DB2-BD59-A6C34878D82A}">
                    <a16:rowId xmlns:a16="http://schemas.microsoft.com/office/drawing/2014/main" val="1398121299"/>
                  </a:ext>
                </a:extLst>
              </a:tr>
              <a:tr h="550385">
                <a:tc rowSpan="2">
                  <a:txBody>
                    <a:bodyPr/>
                    <a:lstStyle/>
                    <a:p>
                      <a:pPr algn="ctr"/>
                      <a:endParaRPr lang="zh-CN" altLang="en-US" b="1" dirty="0">
                        <a:solidFill>
                          <a:schemeClr val="tx1"/>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algn="ctr"/>
                      <a:endParaRPr lang="zh-CN" altLang="en-US" b="1" dirty="0">
                        <a:solidFill>
                          <a:schemeClr val="tx1"/>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algn="ctr"/>
                      <a:endParaRPr lang="zh-CN" altLang="en-US" b="1" dirty="0">
                        <a:solidFill>
                          <a:schemeClr val="tx1"/>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algn="ctr"/>
                      <a:endParaRPr lang="zh-CN" altLang="en-US" b="1" dirty="0">
                        <a:solidFill>
                          <a:schemeClr val="tx1"/>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rowSpan="4">
                  <a:txBody>
                    <a:bodyPr/>
                    <a:lstStyle/>
                    <a:p>
                      <a:pPr algn="ctr"/>
                      <a:endParaRPr lang="zh-CN" altLang="en-US" b="1" dirty="0">
                        <a:solidFill>
                          <a:schemeClr val="tx1"/>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extLst>
                  <a:ext uri="{0D108BD9-81ED-4DB2-BD59-A6C34878D82A}">
                    <a16:rowId xmlns:a16="http://schemas.microsoft.com/office/drawing/2014/main" val="1927838048"/>
                  </a:ext>
                </a:extLst>
              </a:tr>
              <a:tr h="550385">
                <a:tc vMerge="1">
                  <a:txBody>
                    <a:bodyPr/>
                    <a:lstStyle/>
                    <a:p>
                      <a:pPr algn="ctr"/>
                      <a:endParaRPr lang="zh-CN" altLang="en-US" b="1" dirty="0">
                        <a:solidFill>
                          <a:schemeClr val="tx1"/>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algn="ctr"/>
                      <a:endParaRPr lang="zh-CN" altLang="en-US" b="1" dirty="0">
                        <a:solidFill>
                          <a:schemeClr val="tx1"/>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algn="ctr"/>
                      <a:endParaRPr lang="zh-CN" altLang="en-US" b="1">
                        <a:solidFill>
                          <a:schemeClr val="tx1"/>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algn="ctr"/>
                      <a:endParaRPr lang="zh-CN" altLang="en-US" b="1" dirty="0">
                        <a:solidFill>
                          <a:schemeClr val="tx1"/>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vMerge="1">
                  <a:txBody>
                    <a:bodyPr/>
                    <a:lstStyle/>
                    <a:p>
                      <a:pPr algn="ctr"/>
                      <a:endParaRPr lang="zh-CN" altLang="en-US" b="1" dirty="0">
                        <a:solidFill>
                          <a:schemeClr val="tx1"/>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extLst>
                  <a:ext uri="{0D108BD9-81ED-4DB2-BD59-A6C34878D82A}">
                    <a16:rowId xmlns:a16="http://schemas.microsoft.com/office/drawing/2014/main" val="632938562"/>
                  </a:ext>
                </a:extLst>
              </a:tr>
              <a:tr h="550385">
                <a:tc rowSpan="2">
                  <a:txBody>
                    <a:bodyPr/>
                    <a:lstStyle/>
                    <a:p>
                      <a:pPr algn="ctr"/>
                      <a:endParaRPr lang="zh-CN" altLang="en-US" b="1" dirty="0">
                        <a:solidFill>
                          <a:schemeClr val="tx1"/>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algn="ctr"/>
                      <a:endParaRPr lang="zh-CN" altLang="en-US" b="1" dirty="0">
                        <a:solidFill>
                          <a:schemeClr val="tx1"/>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algn="ctr"/>
                      <a:endParaRPr lang="zh-CN" altLang="en-US" b="1">
                        <a:solidFill>
                          <a:schemeClr val="tx1"/>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algn="ctr"/>
                      <a:endParaRPr lang="zh-CN" altLang="en-US" b="1" dirty="0">
                        <a:solidFill>
                          <a:schemeClr val="tx1"/>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vMerge="1">
                  <a:txBody>
                    <a:bodyPr/>
                    <a:lstStyle/>
                    <a:p>
                      <a:pPr algn="ctr"/>
                      <a:endParaRPr lang="zh-CN" altLang="en-US" b="1" dirty="0">
                        <a:solidFill>
                          <a:schemeClr val="tx1"/>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extLst>
                  <a:ext uri="{0D108BD9-81ED-4DB2-BD59-A6C34878D82A}">
                    <a16:rowId xmlns:a16="http://schemas.microsoft.com/office/drawing/2014/main" val="1878197827"/>
                  </a:ext>
                </a:extLst>
              </a:tr>
              <a:tr h="550385">
                <a:tc vMerge="1">
                  <a:txBody>
                    <a:bodyPr/>
                    <a:lstStyle/>
                    <a:p>
                      <a:pPr algn="ctr"/>
                      <a:endParaRPr lang="zh-CN" altLang="en-US" b="1" dirty="0">
                        <a:solidFill>
                          <a:schemeClr val="tx1"/>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algn="ctr"/>
                      <a:endParaRPr lang="zh-CN" altLang="en-US" b="1" dirty="0">
                        <a:solidFill>
                          <a:schemeClr val="tx1"/>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algn="ctr"/>
                      <a:endParaRPr lang="zh-CN" altLang="en-US" b="1">
                        <a:solidFill>
                          <a:schemeClr val="tx1"/>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algn="ctr"/>
                      <a:endParaRPr lang="zh-CN" altLang="en-US" b="1" dirty="0">
                        <a:solidFill>
                          <a:schemeClr val="tx1"/>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vMerge="1">
                  <a:txBody>
                    <a:bodyPr/>
                    <a:lstStyle/>
                    <a:p>
                      <a:pPr algn="ctr"/>
                      <a:endParaRPr lang="zh-CN" altLang="en-US" b="1" dirty="0">
                        <a:solidFill>
                          <a:schemeClr val="tx1"/>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extLst>
                  <a:ext uri="{0D108BD9-81ED-4DB2-BD59-A6C34878D82A}">
                    <a16:rowId xmlns:a16="http://schemas.microsoft.com/office/drawing/2014/main" val="297247489"/>
                  </a:ext>
                </a:extLst>
              </a:tr>
            </a:tbl>
          </a:graphicData>
        </a:graphic>
      </p:graphicFrame>
    </p:spTree>
    <p:custDataLst>
      <p:tags r:id="rId1"/>
    </p:custDataLst>
    <p:extLst>
      <p:ext uri="{BB962C8B-B14F-4D97-AF65-F5344CB8AC3E}">
        <p14:creationId xmlns:p14="http://schemas.microsoft.com/office/powerpoint/2010/main" val="1999450400"/>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30" presetClass="entr" presetSubtype="0" fill="hold" nodeType="withEffect">
                                  <p:stCondLst>
                                    <p:cond delay="0"/>
                                  </p:stCondLst>
                                  <p:childTnLst>
                                    <p:set>
                                      <p:cBhvr>
                                        <p:cTn id="6" dur="1" fill="hold">
                                          <p:stCondLst>
                                            <p:cond delay="0"/>
                                          </p:stCondLst>
                                        </p:cTn>
                                        <p:tgtEl>
                                          <p:spTgt spid="7"/>
                                        </p:tgtEl>
                                        <p:attrNameLst>
                                          <p:attrName>style.visibility</p:attrName>
                                        </p:attrNameLst>
                                      </p:cBhvr>
                                      <p:to>
                                        <p:strVal val="visible"/>
                                      </p:to>
                                    </p:set>
                                    <p:animEffect transition="in" filter="fade">
                                      <p:cBhvr>
                                        <p:cTn id="7" dur="800" decel="100000"/>
                                        <p:tgtEl>
                                          <p:spTgt spid="7"/>
                                        </p:tgtEl>
                                      </p:cBhvr>
                                    </p:animEffect>
                                    <p:anim calcmode="lin" valueType="num">
                                      <p:cBhvr>
                                        <p:cTn id="8" dur="800" decel="100000" fill="hold"/>
                                        <p:tgtEl>
                                          <p:spTgt spid="7"/>
                                        </p:tgtEl>
                                        <p:attrNameLst>
                                          <p:attrName>style.rotation</p:attrName>
                                        </p:attrNameLst>
                                      </p:cBhvr>
                                      <p:tavLst>
                                        <p:tav tm="0">
                                          <p:val>
                                            <p:fltVal val="-90"/>
                                          </p:val>
                                        </p:tav>
                                        <p:tav tm="100000">
                                          <p:val>
                                            <p:fltVal val="0"/>
                                          </p:val>
                                        </p:tav>
                                      </p:tavLst>
                                    </p:anim>
                                    <p:anim calcmode="lin" valueType="num">
                                      <p:cBhvr>
                                        <p:cTn id="9" dur="800" decel="100000" fill="hold"/>
                                        <p:tgtEl>
                                          <p:spTgt spid="7"/>
                                        </p:tgtEl>
                                        <p:attrNameLst>
                                          <p:attrName>ppt_x</p:attrName>
                                        </p:attrNameLst>
                                      </p:cBhvr>
                                      <p:tavLst>
                                        <p:tav tm="0">
                                          <p:val>
                                            <p:strVal val="#ppt_x+0.4"/>
                                          </p:val>
                                        </p:tav>
                                        <p:tav tm="100000">
                                          <p:val>
                                            <p:strVal val="#ppt_x-0.05"/>
                                          </p:val>
                                        </p:tav>
                                      </p:tavLst>
                                    </p:anim>
                                    <p:anim calcmode="lin" valueType="num">
                                      <p:cBhvr>
                                        <p:cTn id="10" dur="800" decel="100000" fill="hold"/>
                                        <p:tgtEl>
                                          <p:spTgt spid="7"/>
                                        </p:tgtEl>
                                        <p:attrNameLst>
                                          <p:attrName>ppt_y</p:attrName>
                                        </p:attrNameLst>
                                      </p:cBhvr>
                                      <p:tavLst>
                                        <p:tav tm="0">
                                          <p:val>
                                            <p:strVal val="#ppt_y-0.4"/>
                                          </p:val>
                                        </p:tav>
                                        <p:tav tm="100000">
                                          <p:val>
                                            <p:strVal val="#ppt_y+0.1"/>
                                          </p:val>
                                        </p:tav>
                                      </p:tavLst>
                                    </p:anim>
                                    <p:anim calcmode="lin" valueType="num">
                                      <p:cBhvr>
                                        <p:cTn id="11" dur="200" accel="100000" fill="hold">
                                          <p:stCondLst>
                                            <p:cond delay="800"/>
                                          </p:stCondLst>
                                        </p:cTn>
                                        <p:tgtEl>
                                          <p:spTgt spid="7"/>
                                        </p:tgtEl>
                                        <p:attrNameLst>
                                          <p:attrName>ppt_x</p:attrName>
                                        </p:attrNameLst>
                                      </p:cBhvr>
                                      <p:tavLst>
                                        <p:tav tm="0">
                                          <p:val>
                                            <p:strVal val="#ppt_x-0.05"/>
                                          </p:val>
                                        </p:tav>
                                        <p:tav tm="100000">
                                          <p:val>
                                            <p:strVal val="#ppt_x"/>
                                          </p:val>
                                        </p:tav>
                                      </p:tavLst>
                                    </p:anim>
                                    <p:anim calcmode="lin" valueType="num">
                                      <p:cBhvr>
                                        <p:cTn id="12" dur="200" accel="100000" fill="hold">
                                          <p:stCondLst>
                                            <p:cond delay="800"/>
                                          </p:stCondLst>
                                        </p:cTn>
                                        <p:tgtEl>
                                          <p:spTgt spid="7"/>
                                        </p:tgtEl>
                                        <p:attrNameLst>
                                          <p:attrName>ppt_y</p:attrName>
                                        </p:attrNameLst>
                                      </p:cBhvr>
                                      <p:tavLst>
                                        <p:tav tm="0">
                                          <p:val>
                                            <p:strVal val="#ppt_y+0.1"/>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27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8" name="表格 8">
            <a:extLst>
              <a:ext uri="{FF2B5EF4-FFF2-40B4-BE49-F238E27FC236}">
                <a16:creationId xmlns:a16="http://schemas.microsoft.com/office/drawing/2014/main" id="{CD520B47-EE80-4B67-9B6F-48162B23B33C}"/>
              </a:ext>
            </a:extLst>
          </p:cNvPr>
          <p:cNvGraphicFramePr>
            <a:graphicFrameLocks noGrp="1"/>
          </p:cNvGraphicFramePr>
          <p:nvPr/>
        </p:nvGraphicFramePr>
        <p:xfrm>
          <a:off x="1128933" y="1402699"/>
          <a:ext cx="9936690" cy="370840"/>
        </p:xfrm>
        <a:graphic>
          <a:graphicData uri="http://schemas.openxmlformats.org/drawingml/2006/table">
            <a:tbl>
              <a:tblPr firstRow="1" bandRow="1">
                <a:tableStyleId>{5C22544A-7EE6-4342-B048-85BDC9FD1C3A}</a:tableStyleId>
              </a:tblPr>
              <a:tblGrid>
                <a:gridCol w="2460693">
                  <a:extLst>
                    <a:ext uri="{9D8B030D-6E8A-4147-A177-3AD203B41FA5}">
                      <a16:colId xmlns:a16="http://schemas.microsoft.com/office/drawing/2014/main" val="2117429894"/>
                    </a:ext>
                  </a:extLst>
                </a:gridCol>
                <a:gridCol w="5019040">
                  <a:extLst>
                    <a:ext uri="{9D8B030D-6E8A-4147-A177-3AD203B41FA5}">
                      <a16:colId xmlns:a16="http://schemas.microsoft.com/office/drawing/2014/main" val="989804778"/>
                    </a:ext>
                  </a:extLst>
                </a:gridCol>
                <a:gridCol w="2456957">
                  <a:extLst>
                    <a:ext uri="{9D8B030D-6E8A-4147-A177-3AD203B41FA5}">
                      <a16:colId xmlns:a16="http://schemas.microsoft.com/office/drawing/2014/main" val="293011856"/>
                    </a:ext>
                  </a:extLst>
                </a:gridCol>
              </a:tblGrid>
              <a:tr h="370840">
                <a:tc>
                  <a:txBody>
                    <a:bodyPr/>
                    <a:lstStyle/>
                    <a:p>
                      <a:pPr algn="ctr"/>
                      <a:r>
                        <a:rPr lang="zh-CN" altLang="en-US" dirty="0">
                          <a:solidFill>
                            <a:schemeClr val="tx1"/>
                          </a:solidFill>
                          <a:latin typeface="Arial Narrow" panose="020B0606020202030204" pitchFamily="34" charset="0"/>
                          <a:ea typeface="+mn-ea"/>
                        </a:rPr>
                        <a:t>第</a:t>
                      </a:r>
                      <a:r>
                        <a:rPr lang="en-US" altLang="zh-CN" dirty="0">
                          <a:solidFill>
                            <a:schemeClr val="tx1"/>
                          </a:solidFill>
                          <a:latin typeface="Arial Narrow" panose="020B0606020202030204" pitchFamily="34" charset="0"/>
                          <a:ea typeface="+mn-ea"/>
                        </a:rPr>
                        <a:t>1</a:t>
                      </a:r>
                      <a:r>
                        <a:rPr lang="zh-CN" altLang="en-US" dirty="0">
                          <a:solidFill>
                            <a:schemeClr val="tx1"/>
                          </a:solidFill>
                          <a:latin typeface="Arial Narrow" panose="020B0606020202030204" pitchFamily="34" charset="0"/>
                          <a:ea typeface="+mn-ea"/>
                        </a:rPr>
                        <a:t>字节</a:t>
                      </a: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ctr"/>
                      <a:r>
                        <a:rPr lang="zh-CN" altLang="en-US" dirty="0">
                          <a:solidFill>
                            <a:schemeClr val="tx1"/>
                          </a:solidFill>
                          <a:latin typeface="Arial Narrow" panose="020B0606020202030204" pitchFamily="34" charset="0"/>
                          <a:ea typeface="+mn-ea"/>
                        </a:rPr>
                        <a:t>第</a:t>
                      </a:r>
                      <a:r>
                        <a:rPr lang="en-US" altLang="zh-CN" dirty="0">
                          <a:solidFill>
                            <a:schemeClr val="tx1"/>
                          </a:solidFill>
                          <a:latin typeface="Arial Narrow" panose="020B0606020202030204" pitchFamily="34" charset="0"/>
                          <a:ea typeface="+mn-ea"/>
                        </a:rPr>
                        <a:t>2~5</a:t>
                      </a:r>
                      <a:r>
                        <a:rPr lang="zh-CN" altLang="en-US" dirty="0">
                          <a:solidFill>
                            <a:schemeClr val="tx1"/>
                          </a:solidFill>
                          <a:latin typeface="Arial Narrow" panose="020B0606020202030204" pitchFamily="34" charset="0"/>
                          <a:ea typeface="+mn-ea"/>
                        </a:rPr>
                        <a:t>字节</a:t>
                      </a: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ctr"/>
                      <a:r>
                        <a:rPr lang="zh-CN" altLang="en-US" dirty="0">
                          <a:solidFill>
                            <a:schemeClr val="tx1"/>
                          </a:solidFill>
                          <a:latin typeface="Arial Narrow" panose="020B0606020202030204" pitchFamily="34" charset="0"/>
                          <a:ea typeface="+mn-ea"/>
                        </a:rPr>
                        <a:t>第</a:t>
                      </a:r>
                      <a:r>
                        <a:rPr lang="en-US" altLang="zh-CN" dirty="0">
                          <a:solidFill>
                            <a:schemeClr val="tx1"/>
                          </a:solidFill>
                          <a:latin typeface="Arial Narrow" panose="020B0606020202030204" pitchFamily="34" charset="0"/>
                          <a:ea typeface="+mn-ea"/>
                        </a:rPr>
                        <a:t>6</a:t>
                      </a:r>
                      <a:r>
                        <a:rPr lang="zh-CN" altLang="en-US" dirty="0">
                          <a:solidFill>
                            <a:schemeClr val="tx1"/>
                          </a:solidFill>
                          <a:latin typeface="Arial Narrow" panose="020B0606020202030204" pitchFamily="34" charset="0"/>
                          <a:ea typeface="+mn-ea"/>
                        </a:rPr>
                        <a:t>字节</a:t>
                      </a: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extLst>
                  <a:ext uri="{0D108BD9-81ED-4DB2-BD59-A6C34878D82A}">
                    <a16:rowId xmlns:a16="http://schemas.microsoft.com/office/drawing/2014/main" val="3761746479"/>
                  </a:ext>
                </a:extLst>
              </a:tr>
            </a:tbl>
          </a:graphicData>
        </a:graphic>
      </p:graphicFrame>
      <p:grpSp>
        <p:nvGrpSpPr>
          <p:cNvPr id="4" name="组合 3">
            <a:extLst>
              <a:ext uri="{FF2B5EF4-FFF2-40B4-BE49-F238E27FC236}">
                <a16:creationId xmlns:a16="http://schemas.microsoft.com/office/drawing/2014/main" id="{9A1EA9F2-FCB6-48C3-935F-7AE7E3AD14AC}"/>
              </a:ext>
            </a:extLst>
          </p:cNvPr>
          <p:cNvGrpSpPr/>
          <p:nvPr/>
        </p:nvGrpSpPr>
        <p:grpSpPr>
          <a:xfrm>
            <a:off x="304799" y="749300"/>
            <a:ext cx="6192345" cy="400110"/>
            <a:chOff x="424116" y="898245"/>
            <a:chExt cx="6192345" cy="400110"/>
          </a:xfrm>
        </p:grpSpPr>
        <p:sp>
          <p:nvSpPr>
            <p:cNvPr id="2" name="平行四边形 1">
              <a:extLst>
                <a:ext uri="{FF2B5EF4-FFF2-40B4-BE49-F238E27FC236}">
                  <a16:creationId xmlns:a16="http://schemas.microsoft.com/office/drawing/2014/main" id="{1F5BAA3F-9845-4F89-A2DD-8222D3E4EDAC}"/>
                </a:ext>
              </a:extLst>
            </p:cNvPr>
            <p:cNvSpPr/>
            <p:nvPr/>
          </p:nvSpPr>
          <p:spPr>
            <a:xfrm>
              <a:off x="424116" y="898245"/>
              <a:ext cx="695119" cy="387090"/>
            </a:xfrm>
            <a:prstGeom prst="parallelogram">
              <a:avLst/>
            </a:prstGeom>
            <a:solidFill>
              <a:schemeClr val="accent3">
                <a:lumMod val="75000"/>
              </a:schemeClr>
            </a:solidFill>
            <a:ln>
              <a:solidFill>
                <a:schemeClr val="accent3">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CN" sz="2200" dirty="0">
                  <a:latin typeface="Impact" panose="020B0806030902050204" pitchFamily="34" charset="0"/>
                </a:rPr>
                <a:t>02</a:t>
              </a:r>
              <a:endParaRPr lang="zh-CN" altLang="en-US" sz="2200" dirty="0">
                <a:latin typeface="Impact" panose="020B0806030902050204" pitchFamily="34" charset="0"/>
              </a:endParaRPr>
            </a:p>
          </p:txBody>
        </p:sp>
        <p:sp>
          <p:nvSpPr>
            <p:cNvPr id="3" name="文本框 2">
              <a:extLst>
                <a:ext uri="{FF2B5EF4-FFF2-40B4-BE49-F238E27FC236}">
                  <a16:creationId xmlns:a16="http://schemas.microsoft.com/office/drawing/2014/main" id="{4D6BD736-A4D3-4F26-AFED-36E11F50F70B}"/>
                </a:ext>
              </a:extLst>
            </p:cNvPr>
            <p:cNvSpPr txBox="1"/>
            <p:nvPr/>
          </p:nvSpPr>
          <p:spPr>
            <a:xfrm>
              <a:off x="1119235" y="898245"/>
              <a:ext cx="5497226" cy="400110"/>
            </a:xfrm>
            <a:prstGeom prst="rect">
              <a:avLst/>
            </a:prstGeom>
            <a:noFill/>
          </p:spPr>
          <p:txBody>
            <a:bodyPr wrap="square" rtlCol="0">
              <a:spAutoFit/>
            </a:bodyPr>
            <a:lstStyle/>
            <a:p>
              <a:r>
                <a:rPr lang="en-US" altLang="zh-CN" sz="2000" b="1" dirty="0"/>
                <a:t>MAC</a:t>
              </a:r>
              <a:r>
                <a:rPr lang="zh-CN" altLang="en-US" sz="2000" b="1" dirty="0"/>
                <a:t>地址</a:t>
              </a:r>
            </a:p>
          </p:txBody>
        </p:sp>
      </p:grpSp>
      <p:sp>
        <p:nvSpPr>
          <p:cNvPr id="48" name="íşlïḍè">
            <a:extLst>
              <a:ext uri="{FF2B5EF4-FFF2-40B4-BE49-F238E27FC236}">
                <a16:creationId xmlns:a16="http://schemas.microsoft.com/office/drawing/2014/main" id="{3A8ED235-C46A-40A6-B687-AE21B4C08B05}"/>
              </a:ext>
            </a:extLst>
          </p:cNvPr>
          <p:cNvSpPr txBox="1"/>
          <p:nvPr/>
        </p:nvSpPr>
        <p:spPr>
          <a:xfrm>
            <a:off x="4470616" y="984954"/>
            <a:ext cx="3263923" cy="400110"/>
          </a:xfrm>
          <a:prstGeom prst="rect">
            <a:avLst/>
          </a:prstGeom>
          <a:noFill/>
        </p:spPr>
        <p:txBody>
          <a:bodyPr wrap="square" lIns="91440" tIns="45720" rIns="91440" bIns="45720" anchor="ctr">
            <a:noAutofit/>
          </a:bodyPr>
          <a:lstStyle/>
          <a:p>
            <a:pPr algn="ctr"/>
            <a:r>
              <a:rPr lang="en-US" altLang="zh-CN" b="1" dirty="0">
                <a:solidFill>
                  <a:schemeClr val="accent3">
                    <a:lumMod val="75000"/>
                  </a:schemeClr>
                </a:solidFill>
                <a:latin typeface="Arial Narrow" panose="020B0606020202030204" pitchFamily="34" charset="0"/>
              </a:rPr>
              <a:t>IEEE 802</a:t>
            </a:r>
            <a:r>
              <a:rPr lang="zh-CN" altLang="en-US" b="1" dirty="0">
                <a:solidFill>
                  <a:schemeClr val="accent3">
                    <a:lumMod val="75000"/>
                  </a:schemeClr>
                </a:solidFill>
                <a:latin typeface="Arial Narrow" panose="020B0606020202030204" pitchFamily="34" charset="0"/>
              </a:rPr>
              <a:t>局域网的</a:t>
            </a:r>
            <a:r>
              <a:rPr lang="en-US" altLang="zh-CN" b="1" dirty="0">
                <a:solidFill>
                  <a:schemeClr val="accent3">
                    <a:lumMod val="75000"/>
                  </a:schemeClr>
                </a:solidFill>
                <a:latin typeface="Arial Narrow" panose="020B0606020202030204" pitchFamily="34" charset="0"/>
              </a:rPr>
              <a:t>MAC</a:t>
            </a:r>
            <a:r>
              <a:rPr lang="zh-CN" altLang="en-US" b="1" dirty="0">
                <a:solidFill>
                  <a:schemeClr val="accent3">
                    <a:lumMod val="75000"/>
                  </a:schemeClr>
                </a:solidFill>
                <a:latin typeface="Arial Narrow" panose="020B0606020202030204" pitchFamily="34" charset="0"/>
              </a:rPr>
              <a:t>地址格式</a:t>
            </a:r>
          </a:p>
        </p:txBody>
      </p:sp>
      <p:graphicFrame>
        <p:nvGraphicFramePr>
          <p:cNvPr id="6" name="表格 6">
            <a:extLst>
              <a:ext uri="{FF2B5EF4-FFF2-40B4-BE49-F238E27FC236}">
                <a16:creationId xmlns:a16="http://schemas.microsoft.com/office/drawing/2014/main" id="{1A48AF6F-3A40-41AE-8302-66596AA26EC7}"/>
              </a:ext>
            </a:extLst>
          </p:cNvPr>
          <p:cNvGraphicFramePr>
            <a:graphicFrameLocks noGrp="1"/>
          </p:cNvGraphicFramePr>
          <p:nvPr/>
        </p:nvGraphicFramePr>
        <p:xfrm>
          <a:off x="1128933" y="1773539"/>
          <a:ext cx="9936688" cy="370840"/>
        </p:xfrm>
        <a:graphic>
          <a:graphicData uri="http://schemas.openxmlformats.org/drawingml/2006/table">
            <a:tbl>
              <a:tblPr firstRow="1" bandRow="1">
                <a:tableStyleId>{5C22544A-7EE6-4342-B048-85BDC9FD1C3A}</a:tableStyleId>
              </a:tblPr>
              <a:tblGrid>
                <a:gridCol w="307365">
                  <a:extLst>
                    <a:ext uri="{9D8B030D-6E8A-4147-A177-3AD203B41FA5}">
                      <a16:colId xmlns:a16="http://schemas.microsoft.com/office/drawing/2014/main" val="3978522098"/>
                    </a:ext>
                  </a:extLst>
                </a:gridCol>
                <a:gridCol w="307365">
                  <a:extLst>
                    <a:ext uri="{9D8B030D-6E8A-4147-A177-3AD203B41FA5}">
                      <a16:colId xmlns:a16="http://schemas.microsoft.com/office/drawing/2014/main" val="849717532"/>
                    </a:ext>
                  </a:extLst>
                </a:gridCol>
                <a:gridCol w="307365">
                  <a:extLst>
                    <a:ext uri="{9D8B030D-6E8A-4147-A177-3AD203B41FA5}">
                      <a16:colId xmlns:a16="http://schemas.microsoft.com/office/drawing/2014/main" val="2142942144"/>
                    </a:ext>
                  </a:extLst>
                </a:gridCol>
                <a:gridCol w="307365">
                  <a:extLst>
                    <a:ext uri="{9D8B030D-6E8A-4147-A177-3AD203B41FA5}">
                      <a16:colId xmlns:a16="http://schemas.microsoft.com/office/drawing/2014/main" val="874826259"/>
                    </a:ext>
                  </a:extLst>
                </a:gridCol>
                <a:gridCol w="307365">
                  <a:extLst>
                    <a:ext uri="{9D8B030D-6E8A-4147-A177-3AD203B41FA5}">
                      <a16:colId xmlns:a16="http://schemas.microsoft.com/office/drawing/2014/main" val="2199175047"/>
                    </a:ext>
                  </a:extLst>
                </a:gridCol>
                <a:gridCol w="307365">
                  <a:extLst>
                    <a:ext uri="{9D8B030D-6E8A-4147-A177-3AD203B41FA5}">
                      <a16:colId xmlns:a16="http://schemas.microsoft.com/office/drawing/2014/main" val="4096098212"/>
                    </a:ext>
                  </a:extLst>
                </a:gridCol>
                <a:gridCol w="307365">
                  <a:extLst>
                    <a:ext uri="{9D8B030D-6E8A-4147-A177-3AD203B41FA5}">
                      <a16:colId xmlns:a16="http://schemas.microsoft.com/office/drawing/2014/main" val="3161922733"/>
                    </a:ext>
                  </a:extLst>
                </a:gridCol>
                <a:gridCol w="307365">
                  <a:extLst>
                    <a:ext uri="{9D8B030D-6E8A-4147-A177-3AD203B41FA5}">
                      <a16:colId xmlns:a16="http://schemas.microsoft.com/office/drawing/2014/main" val="1896170140"/>
                    </a:ext>
                  </a:extLst>
                </a:gridCol>
                <a:gridCol w="5019040">
                  <a:extLst>
                    <a:ext uri="{9D8B030D-6E8A-4147-A177-3AD203B41FA5}">
                      <a16:colId xmlns:a16="http://schemas.microsoft.com/office/drawing/2014/main" val="1832502197"/>
                    </a:ext>
                  </a:extLst>
                </a:gridCol>
                <a:gridCol w="307341">
                  <a:extLst>
                    <a:ext uri="{9D8B030D-6E8A-4147-A177-3AD203B41FA5}">
                      <a16:colId xmlns:a16="http://schemas.microsoft.com/office/drawing/2014/main" val="3285941259"/>
                    </a:ext>
                  </a:extLst>
                </a:gridCol>
                <a:gridCol w="307341">
                  <a:extLst>
                    <a:ext uri="{9D8B030D-6E8A-4147-A177-3AD203B41FA5}">
                      <a16:colId xmlns:a16="http://schemas.microsoft.com/office/drawing/2014/main" val="1296972243"/>
                    </a:ext>
                  </a:extLst>
                </a:gridCol>
                <a:gridCol w="307341">
                  <a:extLst>
                    <a:ext uri="{9D8B030D-6E8A-4147-A177-3AD203B41FA5}">
                      <a16:colId xmlns:a16="http://schemas.microsoft.com/office/drawing/2014/main" val="4187490853"/>
                    </a:ext>
                  </a:extLst>
                </a:gridCol>
                <a:gridCol w="307341">
                  <a:extLst>
                    <a:ext uri="{9D8B030D-6E8A-4147-A177-3AD203B41FA5}">
                      <a16:colId xmlns:a16="http://schemas.microsoft.com/office/drawing/2014/main" val="837431734"/>
                    </a:ext>
                  </a:extLst>
                </a:gridCol>
                <a:gridCol w="307341">
                  <a:extLst>
                    <a:ext uri="{9D8B030D-6E8A-4147-A177-3AD203B41FA5}">
                      <a16:colId xmlns:a16="http://schemas.microsoft.com/office/drawing/2014/main" val="880851581"/>
                    </a:ext>
                  </a:extLst>
                </a:gridCol>
                <a:gridCol w="307341">
                  <a:extLst>
                    <a:ext uri="{9D8B030D-6E8A-4147-A177-3AD203B41FA5}">
                      <a16:colId xmlns:a16="http://schemas.microsoft.com/office/drawing/2014/main" val="2388368653"/>
                    </a:ext>
                  </a:extLst>
                </a:gridCol>
                <a:gridCol w="307341">
                  <a:extLst>
                    <a:ext uri="{9D8B030D-6E8A-4147-A177-3AD203B41FA5}">
                      <a16:colId xmlns:a16="http://schemas.microsoft.com/office/drawing/2014/main" val="239311804"/>
                    </a:ext>
                  </a:extLst>
                </a:gridCol>
                <a:gridCol w="307341">
                  <a:extLst>
                    <a:ext uri="{9D8B030D-6E8A-4147-A177-3AD203B41FA5}">
                      <a16:colId xmlns:a16="http://schemas.microsoft.com/office/drawing/2014/main" val="450227044"/>
                    </a:ext>
                  </a:extLst>
                </a:gridCol>
              </a:tblGrid>
              <a:tr h="370840">
                <a:tc>
                  <a:txBody>
                    <a:bodyPr/>
                    <a:lstStyle/>
                    <a:p>
                      <a:pPr algn="ctr"/>
                      <a:r>
                        <a:rPr lang="en-US" altLang="zh-CN" dirty="0">
                          <a:solidFill>
                            <a:schemeClr val="tx1"/>
                          </a:solidFill>
                          <a:latin typeface="+mn-lt"/>
                        </a:rPr>
                        <a:t>b7</a:t>
                      </a:r>
                      <a:endParaRPr lang="zh-CN" altLang="en-US" dirty="0">
                        <a:solidFill>
                          <a:schemeClr val="tx1"/>
                        </a:solidFill>
                        <a:latin typeface="+mn-lt"/>
                      </a:endParaRPr>
                    </a:p>
                  </a:txBody>
                  <a:tcPr marL="36000" marR="3600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ctr"/>
                      <a:r>
                        <a:rPr lang="en-US" altLang="zh-CN" dirty="0">
                          <a:solidFill>
                            <a:schemeClr val="tx1"/>
                          </a:solidFill>
                          <a:latin typeface="+mn-lt"/>
                        </a:rPr>
                        <a:t>b6</a:t>
                      </a:r>
                      <a:endParaRPr lang="zh-CN" altLang="en-US" dirty="0">
                        <a:solidFill>
                          <a:schemeClr val="tx1"/>
                        </a:solidFill>
                        <a:latin typeface="+mn-lt"/>
                      </a:endParaRPr>
                    </a:p>
                  </a:txBody>
                  <a:tcPr marL="36000" marR="3600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ctr"/>
                      <a:r>
                        <a:rPr lang="en-US" altLang="zh-CN" dirty="0">
                          <a:solidFill>
                            <a:schemeClr val="tx1"/>
                          </a:solidFill>
                          <a:latin typeface="+mn-lt"/>
                        </a:rPr>
                        <a:t>b5</a:t>
                      </a:r>
                      <a:endParaRPr lang="zh-CN" altLang="en-US" dirty="0">
                        <a:solidFill>
                          <a:schemeClr val="tx1"/>
                        </a:solidFill>
                        <a:latin typeface="+mn-lt"/>
                      </a:endParaRPr>
                    </a:p>
                  </a:txBody>
                  <a:tcPr marL="36000" marR="3600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ctr"/>
                      <a:r>
                        <a:rPr lang="en-US" altLang="zh-CN" dirty="0">
                          <a:solidFill>
                            <a:schemeClr val="tx1"/>
                          </a:solidFill>
                          <a:latin typeface="+mn-lt"/>
                        </a:rPr>
                        <a:t>b4</a:t>
                      </a:r>
                      <a:endParaRPr lang="zh-CN" altLang="en-US" dirty="0">
                        <a:solidFill>
                          <a:schemeClr val="tx1"/>
                        </a:solidFill>
                        <a:latin typeface="+mn-lt"/>
                      </a:endParaRPr>
                    </a:p>
                  </a:txBody>
                  <a:tcPr marL="36000" marR="3600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ctr"/>
                      <a:r>
                        <a:rPr lang="en-US" altLang="zh-CN" dirty="0">
                          <a:solidFill>
                            <a:schemeClr val="tx1"/>
                          </a:solidFill>
                          <a:latin typeface="+mn-lt"/>
                        </a:rPr>
                        <a:t>b3</a:t>
                      </a:r>
                      <a:endParaRPr lang="zh-CN" altLang="en-US" dirty="0">
                        <a:solidFill>
                          <a:schemeClr val="tx1"/>
                        </a:solidFill>
                        <a:latin typeface="+mn-lt"/>
                      </a:endParaRPr>
                    </a:p>
                  </a:txBody>
                  <a:tcPr marL="36000" marR="3600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ctr"/>
                      <a:r>
                        <a:rPr lang="en-US" altLang="zh-CN" dirty="0">
                          <a:solidFill>
                            <a:schemeClr val="tx1"/>
                          </a:solidFill>
                          <a:latin typeface="+mn-lt"/>
                        </a:rPr>
                        <a:t>b2</a:t>
                      </a:r>
                      <a:endParaRPr lang="zh-CN" altLang="en-US" dirty="0">
                        <a:solidFill>
                          <a:schemeClr val="tx1"/>
                        </a:solidFill>
                        <a:latin typeface="+mn-lt"/>
                      </a:endParaRPr>
                    </a:p>
                  </a:txBody>
                  <a:tcPr marL="36000" marR="3600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ctr"/>
                      <a:r>
                        <a:rPr lang="en-US" altLang="zh-CN" dirty="0">
                          <a:solidFill>
                            <a:schemeClr val="bg1"/>
                          </a:solidFill>
                          <a:latin typeface="+mn-lt"/>
                        </a:rPr>
                        <a:t>b1</a:t>
                      </a:r>
                      <a:endParaRPr lang="zh-CN" altLang="en-US" dirty="0">
                        <a:solidFill>
                          <a:schemeClr val="bg1"/>
                        </a:solidFill>
                        <a:latin typeface="+mn-lt"/>
                      </a:endParaRPr>
                    </a:p>
                  </a:txBody>
                  <a:tcPr marL="36000" marR="3600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accent3"/>
                    </a:solidFill>
                  </a:tcPr>
                </a:tc>
                <a:tc>
                  <a:txBody>
                    <a:bodyPr/>
                    <a:lstStyle/>
                    <a:p>
                      <a:pPr algn="ctr"/>
                      <a:r>
                        <a:rPr lang="en-US" altLang="zh-CN" dirty="0">
                          <a:solidFill>
                            <a:schemeClr val="bg1"/>
                          </a:solidFill>
                          <a:latin typeface="+mn-lt"/>
                        </a:rPr>
                        <a:t>b0</a:t>
                      </a:r>
                      <a:endParaRPr lang="zh-CN" altLang="en-US" dirty="0">
                        <a:solidFill>
                          <a:schemeClr val="bg1"/>
                        </a:solidFill>
                        <a:latin typeface="+mn-lt"/>
                      </a:endParaRPr>
                    </a:p>
                  </a:txBody>
                  <a:tcPr marL="36000" marR="3600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accent4"/>
                    </a:solidFill>
                  </a:tcPr>
                </a:tc>
                <a:tc>
                  <a:txBody>
                    <a:bodyPr/>
                    <a:lstStyle/>
                    <a:p>
                      <a:pPr algn="ctr"/>
                      <a:r>
                        <a:rPr lang="en-US" altLang="zh-CN" dirty="0">
                          <a:solidFill>
                            <a:schemeClr val="tx1"/>
                          </a:solidFill>
                          <a:latin typeface="新宋体" panose="02010609030101010101" pitchFamily="49" charset="-122"/>
                          <a:ea typeface="新宋体" panose="02010609030101010101" pitchFamily="49" charset="-122"/>
                          <a:cs typeface="Times New Roman" panose="02020603050405020304" pitchFamily="18" charset="0"/>
                        </a:rPr>
                        <a:t>……</a:t>
                      </a:r>
                      <a:endParaRPr lang="zh-CN" altLang="en-US" dirty="0">
                        <a:solidFill>
                          <a:schemeClr val="tx1"/>
                        </a:solidFill>
                        <a:latin typeface="新宋体" panose="02010609030101010101" pitchFamily="49" charset="-122"/>
                        <a:ea typeface="新宋体" panose="02010609030101010101" pitchFamily="49" charset="-122"/>
                        <a:cs typeface="Times New Roman" panose="02020603050405020304" pitchFamily="18" charset="0"/>
                      </a:endParaRPr>
                    </a:p>
                  </a:txBody>
                  <a:tcPr marL="36000" marR="3600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ctr"/>
                      <a:r>
                        <a:rPr lang="en-US" altLang="zh-CN" dirty="0">
                          <a:solidFill>
                            <a:schemeClr val="tx1"/>
                          </a:solidFill>
                          <a:latin typeface="+mn-lt"/>
                        </a:rPr>
                        <a:t>b7</a:t>
                      </a:r>
                      <a:endParaRPr lang="zh-CN" altLang="en-US" dirty="0">
                        <a:solidFill>
                          <a:schemeClr val="tx1"/>
                        </a:solidFill>
                        <a:latin typeface="+mn-lt"/>
                      </a:endParaRPr>
                    </a:p>
                  </a:txBody>
                  <a:tcPr marL="36000" marR="3600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ctr"/>
                      <a:r>
                        <a:rPr lang="en-US" altLang="zh-CN" dirty="0">
                          <a:solidFill>
                            <a:schemeClr val="tx1"/>
                          </a:solidFill>
                          <a:latin typeface="+mn-lt"/>
                        </a:rPr>
                        <a:t>b6</a:t>
                      </a:r>
                      <a:endParaRPr lang="zh-CN" altLang="en-US" dirty="0">
                        <a:solidFill>
                          <a:schemeClr val="tx1"/>
                        </a:solidFill>
                        <a:latin typeface="+mn-lt"/>
                      </a:endParaRPr>
                    </a:p>
                  </a:txBody>
                  <a:tcPr marL="36000" marR="3600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ctr"/>
                      <a:r>
                        <a:rPr lang="en-US" altLang="zh-CN" dirty="0">
                          <a:solidFill>
                            <a:schemeClr val="tx1"/>
                          </a:solidFill>
                          <a:latin typeface="+mn-lt"/>
                        </a:rPr>
                        <a:t>b5</a:t>
                      </a:r>
                      <a:endParaRPr lang="zh-CN" altLang="en-US" dirty="0">
                        <a:solidFill>
                          <a:schemeClr val="tx1"/>
                        </a:solidFill>
                        <a:latin typeface="+mn-lt"/>
                      </a:endParaRPr>
                    </a:p>
                  </a:txBody>
                  <a:tcPr marL="36000" marR="3600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ctr"/>
                      <a:r>
                        <a:rPr lang="en-US" altLang="zh-CN" dirty="0">
                          <a:solidFill>
                            <a:schemeClr val="tx1"/>
                          </a:solidFill>
                          <a:latin typeface="+mn-lt"/>
                        </a:rPr>
                        <a:t>b4</a:t>
                      </a:r>
                      <a:endParaRPr lang="zh-CN" altLang="en-US" dirty="0">
                        <a:solidFill>
                          <a:schemeClr val="tx1"/>
                        </a:solidFill>
                        <a:latin typeface="+mn-lt"/>
                      </a:endParaRPr>
                    </a:p>
                  </a:txBody>
                  <a:tcPr marL="36000" marR="3600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ctr"/>
                      <a:r>
                        <a:rPr lang="en-US" altLang="zh-CN" dirty="0">
                          <a:solidFill>
                            <a:schemeClr val="tx1"/>
                          </a:solidFill>
                          <a:latin typeface="+mn-lt"/>
                        </a:rPr>
                        <a:t>b3</a:t>
                      </a:r>
                      <a:endParaRPr lang="zh-CN" altLang="en-US" dirty="0">
                        <a:solidFill>
                          <a:schemeClr val="tx1"/>
                        </a:solidFill>
                        <a:latin typeface="+mn-lt"/>
                      </a:endParaRPr>
                    </a:p>
                  </a:txBody>
                  <a:tcPr marL="36000" marR="3600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ctr"/>
                      <a:r>
                        <a:rPr lang="en-US" altLang="zh-CN" dirty="0">
                          <a:solidFill>
                            <a:schemeClr val="tx1"/>
                          </a:solidFill>
                          <a:latin typeface="+mn-lt"/>
                        </a:rPr>
                        <a:t>b2</a:t>
                      </a:r>
                      <a:endParaRPr lang="zh-CN" altLang="en-US" dirty="0">
                        <a:solidFill>
                          <a:schemeClr val="tx1"/>
                        </a:solidFill>
                        <a:latin typeface="+mn-lt"/>
                      </a:endParaRPr>
                    </a:p>
                  </a:txBody>
                  <a:tcPr marL="36000" marR="3600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ctr"/>
                      <a:r>
                        <a:rPr lang="en-US" altLang="zh-CN" dirty="0">
                          <a:solidFill>
                            <a:schemeClr val="tx1"/>
                          </a:solidFill>
                          <a:latin typeface="+mn-lt"/>
                        </a:rPr>
                        <a:t>b1</a:t>
                      </a:r>
                      <a:endParaRPr lang="zh-CN" altLang="en-US" dirty="0">
                        <a:solidFill>
                          <a:schemeClr val="tx1"/>
                        </a:solidFill>
                        <a:latin typeface="+mn-lt"/>
                      </a:endParaRPr>
                    </a:p>
                  </a:txBody>
                  <a:tcPr marL="36000" marR="3600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ctr"/>
                      <a:r>
                        <a:rPr lang="en-US" altLang="zh-CN" dirty="0">
                          <a:solidFill>
                            <a:schemeClr val="tx1"/>
                          </a:solidFill>
                          <a:latin typeface="+mn-lt"/>
                        </a:rPr>
                        <a:t>b0</a:t>
                      </a:r>
                      <a:endParaRPr lang="zh-CN" altLang="en-US" dirty="0">
                        <a:solidFill>
                          <a:schemeClr val="tx1"/>
                        </a:solidFill>
                        <a:latin typeface="+mn-lt"/>
                      </a:endParaRPr>
                    </a:p>
                  </a:txBody>
                  <a:tcPr marL="36000" marR="3600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extLst>
                  <a:ext uri="{0D108BD9-81ED-4DB2-BD59-A6C34878D82A}">
                    <a16:rowId xmlns:a16="http://schemas.microsoft.com/office/drawing/2014/main" val="2539908259"/>
                  </a:ext>
                </a:extLst>
              </a:tr>
            </a:tbl>
          </a:graphicData>
        </a:graphic>
      </p:graphicFrame>
      <p:sp>
        <p:nvSpPr>
          <p:cNvPr id="9" name="文本框 8">
            <a:extLst>
              <a:ext uri="{FF2B5EF4-FFF2-40B4-BE49-F238E27FC236}">
                <a16:creationId xmlns:a16="http://schemas.microsoft.com/office/drawing/2014/main" id="{ED5B615E-979F-4A0A-97F7-414E3E081955}"/>
              </a:ext>
            </a:extLst>
          </p:cNvPr>
          <p:cNvSpPr txBox="1"/>
          <p:nvPr/>
        </p:nvSpPr>
        <p:spPr>
          <a:xfrm>
            <a:off x="3872498" y="2647340"/>
            <a:ext cx="2534885" cy="369332"/>
          </a:xfrm>
          <a:prstGeom prst="rect">
            <a:avLst/>
          </a:prstGeom>
          <a:noFill/>
        </p:spPr>
        <p:txBody>
          <a:bodyPr wrap="square" rtlCol="0">
            <a:spAutoFit/>
          </a:bodyPr>
          <a:lstStyle/>
          <a:p>
            <a:r>
              <a:rPr lang="en-US" altLang="zh-CN" b="1" dirty="0">
                <a:solidFill>
                  <a:schemeClr val="accent4"/>
                </a:solidFill>
                <a:latin typeface="Arial Narrow" panose="020B0606020202030204" pitchFamily="34" charset="0"/>
              </a:rPr>
              <a:t>I</a:t>
            </a:r>
            <a:r>
              <a:rPr lang="en-US" altLang="zh-CN" b="1" dirty="0">
                <a:latin typeface="Arial Narrow" panose="020B0606020202030204" pitchFamily="34" charset="0"/>
              </a:rPr>
              <a:t>/</a:t>
            </a:r>
            <a:r>
              <a:rPr lang="en-US" altLang="zh-CN" b="1" dirty="0">
                <a:solidFill>
                  <a:schemeClr val="accent4"/>
                </a:solidFill>
                <a:latin typeface="Arial Narrow" panose="020B0606020202030204" pitchFamily="34" charset="0"/>
              </a:rPr>
              <a:t>G </a:t>
            </a:r>
            <a:r>
              <a:rPr lang="en-US" altLang="zh-CN" b="1" dirty="0">
                <a:latin typeface="Arial Narrow" panose="020B0606020202030204" pitchFamily="34" charset="0"/>
              </a:rPr>
              <a:t>=0</a:t>
            </a:r>
            <a:r>
              <a:rPr lang="zh-CN" altLang="en-US" b="1" dirty="0">
                <a:latin typeface="Arial Narrow" panose="020B0606020202030204" pitchFamily="34" charset="0"/>
              </a:rPr>
              <a:t>：单播地址</a:t>
            </a:r>
          </a:p>
        </p:txBody>
      </p:sp>
      <p:sp>
        <p:nvSpPr>
          <p:cNvPr id="10" name="文本框 9">
            <a:extLst>
              <a:ext uri="{FF2B5EF4-FFF2-40B4-BE49-F238E27FC236}">
                <a16:creationId xmlns:a16="http://schemas.microsoft.com/office/drawing/2014/main" id="{A94A4805-EE00-4E20-8A3D-CFBEC41F2281}"/>
              </a:ext>
            </a:extLst>
          </p:cNvPr>
          <p:cNvSpPr txBox="1"/>
          <p:nvPr/>
        </p:nvSpPr>
        <p:spPr>
          <a:xfrm>
            <a:off x="3872498" y="2994823"/>
            <a:ext cx="1934058" cy="369332"/>
          </a:xfrm>
          <a:prstGeom prst="rect">
            <a:avLst/>
          </a:prstGeom>
          <a:noFill/>
        </p:spPr>
        <p:txBody>
          <a:bodyPr wrap="square" rtlCol="0">
            <a:spAutoFit/>
          </a:bodyPr>
          <a:lstStyle/>
          <a:p>
            <a:r>
              <a:rPr lang="en-US" altLang="zh-CN" b="1" dirty="0">
                <a:solidFill>
                  <a:schemeClr val="accent4"/>
                </a:solidFill>
                <a:latin typeface="Arial Narrow" panose="020B0606020202030204" pitchFamily="34" charset="0"/>
              </a:rPr>
              <a:t>I</a:t>
            </a:r>
            <a:r>
              <a:rPr lang="en-US" altLang="zh-CN" b="1" dirty="0">
                <a:latin typeface="Arial Narrow" panose="020B0606020202030204" pitchFamily="34" charset="0"/>
              </a:rPr>
              <a:t>/</a:t>
            </a:r>
            <a:r>
              <a:rPr lang="en-US" altLang="zh-CN" b="1" dirty="0">
                <a:solidFill>
                  <a:schemeClr val="accent4"/>
                </a:solidFill>
                <a:latin typeface="Arial Narrow" panose="020B0606020202030204" pitchFamily="34" charset="0"/>
              </a:rPr>
              <a:t>G </a:t>
            </a:r>
            <a:r>
              <a:rPr lang="en-US" altLang="zh-CN" b="1" dirty="0">
                <a:latin typeface="Arial Narrow" panose="020B0606020202030204" pitchFamily="34" charset="0"/>
              </a:rPr>
              <a:t>=1</a:t>
            </a:r>
            <a:r>
              <a:rPr lang="zh-CN" altLang="en-US" b="1" dirty="0">
                <a:latin typeface="Arial Narrow" panose="020B0606020202030204" pitchFamily="34" charset="0"/>
              </a:rPr>
              <a:t>：多播地址</a:t>
            </a:r>
          </a:p>
        </p:txBody>
      </p:sp>
      <p:sp>
        <p:nvSpPr>
          <p:cNvPr id="13" name="文本框 12">
            <a:extLst>
              <a:ext uri="{FF2B5EF4-FFF2-40B4-BE49-F238E27FC236}">
                <a16:creationId xmlns:a16="http://schemas.microsoft.com/office/drawing/2014/main" id="{842A3E8D-6EB4-4BD7-A61C-1FA35540E0E9}"/>
              </a:ext>
            </a:extLst>
          </p:cNvPr>
          <p:cNvSpPr txBox="1"/>
          <p:nvPr/>
        </p:nvSpPr>
        <p:spPr>
          <a:xfrm>
            <a:off x="774063" y="2647340"/>
            <a:ext cx="1987780" cy="369332"/>
          </a:xfrm>
          <a:prstGeom prst="rect">
            <a:avLst/>
          </a:prstGeom>
          <a:noFill/>
        </p:spPr>
        <p:txBody>
          <a:bodyPr wrap="square" rtlCol="0">
            <a:spAutoFit/>
          </a:bodyPr>
          <a:lstStyle/>
          <a:p>
            <a:r>
              <a:rPr lang="en-US" altLang="zh-CN" b="1" dirty="0">
                <a:solidFill>
                  <a:schemeClr val="accent3"/>
                </a:solidFill>
                <a:latin typeface="Arial Narrow" panose="020B0606020202030204" pitchFamily="34" charset="0"/>
              </a:rPr>
              <a:t>G</a:t>
            </a:r>
            <a:r>
              <a:rPr lang="en-US" altLang="zh-CN" b="1" dirty="0">
                <a:latin typeface="Arial Narrow" panose="020B0606020202030204" pitchFamily="34" charset="0"/>
              </a:rPr>
              <a:t>/</a:t>
            </a:r>
            <a:r>
              <a:rPr lang="en-US" altLang="zh-CN" b="1" dirty="0">
                <a:solidFill>
                  <a:schemeClr val="accent3"/>
                </a:solidFill>
                <a:latin typeface="Arial Narrow" panose="020B0606020202030204" pitchFamily="34" charset="0"/>
              </a:rPr>
              <a:t>L</a:t>
            </a:r>
            <a:r>
              <a:rPr lang="en-US" altLang="zh-CN" b="1" dirty="0">
                <a:latin typeface="Arial Narrow" panose="020B0606020202030204" pitchFamily="34" charset="0"/>
              </a:rPr>
              <a:t>=0</a:t>
            </a:r>
            <a:r>
              <a:rPr lang="zh-CN" altLang="en-US" b="1" dirty="0">
                <a:latin typeface="Arial Narrow" panose="020B0606020202030204" pitchFamily="34" charset="0"/>
              </a:rPr>
              <a:t>：全球管理</a:t>
            </a:r>
          </a:p>
        </p:txBody>
      </p:sp>
      <p:sp>
        <p:nvSpPr>
          <p:cNvPr id="14" name="文本框 13">
            <a:extLst>
              <a:ext uri="{FF2B5EF4-FFF2-40B4-BE49-F238E27FC236}">
                <a16:creationId xmlns:a16="http://schemas.microsoft.com/office/drawing/2014/main" id="{64E5CEC7-81B2-473C-A64B-B63AA4953834}"/>
              </a:ext>
            </a:extLst>
          </p:cNvPr>
          <p:cNvSpPr txBox="1"/>
          <p:nvPr/>
        </p:nvSpPr>
        <p:spPr>
          <a:xfrm>
            <a:off x="774063" y="2994823"/>
            <a:ext cx="1920902" cy="369332"/>
          </a:xfrm>
          <a:prstGeom prst="rect">
            <a:avLst/>
          </a:prstGeom>
          <a:noFill/>
        </p:spPr>
        <p:txBody>
          <a:bodyPr wrap="square" rtlCol="0">
            <a:spAutoFit/>
          </a:bodyPr>
          <a:lstStyle/>
          <a:p>
            <a:r>
              <a:rPr lang="en-US" altLang="zh-CN" b="1" dirty="0">
                <a:solidFill>
                  <a:schemeClr val="accent3"/>
                </a:solidFill>
                <a:latin typeface="Arial Narrow" panose="020B0606020202030204" pitchFamily="34" charset="0"/>
              </a:rPr>
              <a:t>G</a:t>
            </a:r>
            <a:r>
              <a:rPr lang="en-US" altLang="zh-CN" b="1" dirty="0">
                <a:latin typeface="Arial Narrow" panose="020B0606020202030204" pitchFamily="34" charset="0"/>
              </a:rPr>
              <a:t>/</a:t>
            </a:r>
            <a:r>
              <a:rPr lang="en-US" altLang="zh-CN" b="1" dirty="0">
                <a:solidFill>
                  <a:schemeClr val="accent3"/>
                </a:solidFill>
                <a:latin typeface="Arial Narrow" panose="020B0606020202030204" pitchFamily="34" charset="0"/>
              </a:rPr>
              <a:t>L</a:t>
            </a:r>
            <a:r>
              <a:rPr lang="en-US" altLang="zh-CN" b="1" dirty="0">
                <a:latin typeface="Arial Narrow" panose="020B0606020202030204" pitchFamily="34" charset="0"/>
              </a:rPr>
              <a:t>=1</a:t>
            </a:r>
            <a:r>
              <a:rPr lang="zh-CN" altLang="en-US" b="1" dirty="0">
                <a:latin typeface="Arial Narrow" panose="020B0606020202030204" pitchFamily="34" charset="0"/>
              </a:rPr>
              <a:t>：本地管理</a:t>
            </a:r>
          </a:p>
        </p:txBody>
      </p:sp>
      <p:grpSp>
        <p:nvGrpSpPr>
          <p:cNvPr id="22" name="组合 21">
            <a:extLst>
              <a:ext uri="{FF2B5EF4-FFF2-40B4-BE49-F238E27FC236}">
                <a16:creationId xmlns:a16="http://schemas.microsoft.com/office/drawing/2014/main" id="{48BA0A3B-A892-456F-9819-0E7CBE0D51F6}"/>
              </a:ext>
            </a:extLst>
          </p:cNvPr>
          <p:cNvGrpSpPr/>
          <p:nvPr/>
        </p:nvGrpSpPr>
        <p:grpSpPr>
          <a:xfrm>
            <a:off x="3433934" y="2144379"/>
            <a:ext cx="2973449" cy="524810"/>
            <a:chOff x="3433934" y="2144379"/>
            <a:chExt cx="2973449" cy="524810"/>
          </a:xfrm>
        </p:grpSpPr>
        <p:sp>
          <p:nvSpPr>
            <p:cNvPr id="5" name="文本框 4">
              <a:extLst>
                <a:ext uri="{FF2B5EF4-FFF2-40B4-BE49-F238E27FC236}">
                  <a16:creationId xmlns:a16="http://schemas.microsoft.com/office/drawing/2014/main" id="{135D7624-AC30-42D9-A836-F07FA6934128}"/>
                </a:ext>
              </a:extLst>
            </p:cNvPr>
            <p:cNvSpPr txBox="1"/>
            <p:nvPr/>
          </p:nvSpPr>
          <p:spPr>
            <a:xfrm>
              <a:off x="3872498" y="2299857"/>
              <a:ext cx="2534885" cy="369332"/>
            </a:xfrm>
            <a:prstGeom prst="rect">
              <a:avLst/>
            </a:prstGeom>
            <a:noFill/>
          </p:spPr>
          <p:txBody>
            <a:bodyPr wrap="square" rtlCol="0">
              <a:spAutoFit/>
            </a:bodyPr>
            <a:lstStyle/>
            <a:p>
              <a:r>
                <a:rPr lang="en-US" altLang="zh-CN" b="1" dirty="0">
                  <a:solidFill>
                    <a:schemeClr val="accent4"/>
                  </a:solidFill>
                  <a:latin typeface="Arial Narrow" panose="020B0606020202030204" pitchFamily="34" charset="0"/>
                </a:rPr>
                <a:t>I</a:t>
              </a:r>
              <a:r>
                <a:rPr lang="en-US" altLang="zh-CN" b="1" dirty="0">
                  <a:latin typeface="Arial Narrow" panose="020B0606020202030204" pitchFamily="34" charset="0"/>
                </a:rPr>
                <a:t>/</a:t>
              </a:r>
              <a:r>
                <a:rPr lang="en-US" altLang="zh-CN" b="1" dirty="0">
                  <a:solidFill>
                    <a:schemeClr val="accent4"/>
                  </a:solidFill>
                  <a:latin typeface="Arial Narrow" panose="020B0606020202030204" pitchFamily="34" charset="0"/>
                </a:rPr>
                <a:t>G</a:t>
              </a:r>
              <a:r>
                <a:rPr lang="zh-CN" altLang="en-US" b="1" dirty="0">
                  <a:latin typeface="Arial Narrow" panose="020B0606020202030204" pitchFamily="34" charset="0"/>
                </a:rPr>
                <a:t>（</a:t>
              </a:r>
              <a:r>
                <a:rPr lang="en-US" altLang="zh-CN" b="1" dirty="0">
                  <a:solidFill>
                    <a:schemeClr val="accent4"/>
                  </a:solidFill>
                  <a:latin typeface="Arial Narrow" panose="020B0606020202030204" pitchFamily="34" charset="0"/>
                </a:rPr>
                <a:t>I</a:t>
              </a:r>
              <a:r>
                <a:rPr lang="en-US" altLang="zh-CN" b="1" dirty="0">
                  <a:latin typeface="Arial Narrow" panose="020B0606020202030204" pitchFamily="34" charset="0"/>
                </a:rPr>
                <a:t>ndividual/</a:t>
              </a:r>
              <a:r>
                <a:rPr lang="en-US" altLang="zh-CN" b="1" dirty="0">
                  <a:solidFill>
                    <a:schemeClr val="accent4"/>
                  </a:solidFill>
                  <a:latin typeface="Arial Narrow" panose="020B0606020202030204" pitchFamily="34" charset="0"/>
                </a:rPr>
                <a:t>G</a:t>
              </a:r>
              <a:r>
                <a:rPr lang="en-US" altLang="zh-CN" b="1" dirty="0">
                  <a:latin typeface="Arial Narrow" panose="020B0606020202030204" pitchFamily="34" charset="0"/>
                </a:rPr>
                <a:t>roup</a:t>
              </a:r>
              <a:r>
                <a:rPr lang="zh-CN" altLang="en-US" b="1" dirty="0">
                  <a:latin typeface="Arial Narrow" panose="020B0606020202030204" pitchFamily="34" charset="0"/>
                </a:rPr>
                <a:t>）</a:t>
              </a:r>
            </a:p>
          </p:txBody>
        </p:sp>
        <p:cxnSp>
          <p:nvCxnSpPr>
            <p:cNvPr id="18" name="连接符: 肘形 17">
              <a:extLst>
                <a:ext uri="{FF2B5EF4-FFF2-40B4-BE49-F238E27FC236}">
                  <a16:creationId xmlns:a16="http://schemas.microsoft.com/office/drawing/2014/main" id="{B80F4F53-340C-446E-BFF8-59A3F17CFA23}"/>
                </a:ext>
              </a:extLst>
            </p:cNvPr>
            <p:cNvCxnSpPr>
              <a:endCxn id="5" idx="1"/>
            </p:cNvCxnSpPr>
            <p:nvPr/>
          </p:nvCxnSpPr>
          <p:spPr>
            <a:xfrm>
              <a:off x="3433934" y="2144379"/>
              <a:ext cx="438564" cy="340144"/>
            </a:xfrm>
            <a:prstGeom prst="bentConnector3">
              <a:avLst>
                <a:gd name="adj1" fmla="val -2500"/>
              </a:avLst>
            </a:prstGeom>
            <a:ln w="25400">
              <a:solidFill>
                <a:schemeClr val="tx1"/>
              </a:solidFill>
              <a:tailEnd type="triangle"/>
            </a:ln>
          </p:spPr>
          <p:style>
            <a:lnRef idx="1">
              <a:schemeClr val="accent1"/>
            </a:lnRef>
            <a:fillRef idx="0">
              <a:schemeClr val="accent1"/>
            </a:fillRef>
            <a:effectRef idx="0">
              <a:schemeClr val="accent1"/>
            </a:effectRef>
            <a:fontRef idx="minor">
              <a:schemeClr val="tx1"/>
            </a:fontRef>
          </p:style>
        </p:cxnSp>
      </p:grpSp>
      <p:grpSp>
        <p:nvGrpSpPr>
          <p:cNvPr id="25" name="组合 24">
            <a:extLst>
              <a:ext uri="{FF2B5EF4-FFF2-40B4-BE49-F238E27FC236}">
                <a16:creationId xmlns:a16="http://schemas.microsoft.com/office/drawing/2014/main" id="{0133F0BF-344C-48AA-A52F-A2D0A8CDE9F5}"/>
              </a:ext>
            </a:extLst>
          </p:cNvPr>
          <p:cNvGrpSpPr/>
          <p:nvPr/>
        </p:nvGrpSpPr>
        <p:grpSpPr>
          <a:xfrm>
            <a:off x="774063" y="2142265"/>
            <a:ext cx="2374810" cy="529740"/>
            <a:chOff x="774063" y="2142265"/>
            <a:chExt cx="2374810" cy="529740"/>
          </a:xfrm>
        </p:grpSpPr>
        <p:sp>
          <p:nvSpPr>
            <p:cNvPr id="11" name="文本框 10">
              <a:extLst>
                <a:ext uri="{FF2B5EF4-FFF2-40B4-BE49-F238E27FC236}">
                  <a16:creationId xmlns:a16="http://schemas.microsoft.com/office/drawing/2014/main" id="{B40DA83F-33DC-4A8C-BBC9-42F06E5AF8E1}"/>
                </a:ext>
              </a:extLst>
            </p:cNvPr>
            <p:cNvSpPr txBox="1"/>
            <p:nvPr/>
          </p:nvSpPr>
          <p:spPr>
            <a:xfrm>
              <a:off x="774063" y="2302673"/>
              <a:ext cx="1987780" cy="369332"/>
            </a:xfrm>
            <a:prstGeom prst="rect">
              <a:avLst/>
            </a:prstGeom>
            <a:noFill/>
          </p:spPr>
          <p:txBody>
            <a:bodyPr wrap="square" rtlCol="0">
              <a:spAutoFit/>
            </a:bodyPr>
            <a:lstStyle/>
            <a:p>
              <a:r>
                <a:rPr lang="en-US" altLang="zh-CN" b="1" dirty="0">
                  <a:solidFill>
                    <a:schemeClr val="accent3"/>
                  </a:solidFill>
                  <a:latin typeface="Arial Narrow" panose="020B0606020202030204" pitchFamily="34" charset="0"/>
                </a:rPr>
                <a:t>G</a:t>
              </a:r>
              <a:r>
                <a:rPr lang="en-US" altLang="zh-CN" b="1" dirty="0">
                  <a:latin typeface="Arial Narrow" panose="020B0606020202030204" pitchFamily="34" charset="0"/>
                </a:rPr>
                <a:t>/</a:t>
              </a:r>
              <a:r>
                <a:rPr lang="en-US" altLang="zh-CN" b="1" dirty="0">
                  <a:solidFill>
                    <a:schemeClr val="accent3"/>
                  </a:solidFill>
                  <a:latin typeface="Arial Narrow" panose="020B0606020202030204" pitchFamily="34" charset="0"/>
                </a:rPr>
                <a:t>L</a:t>
              </a:r>
              <a:r>
                <a:rPr lang="zh-CN" altLang="en-US" b="1" dirty="0">
                  <a:latin typeface="Arial Narrow" panose="020B0606020202030204" pitchFamily="34" charset="0"/>
                </a:rPr>
                <a:t>（</a:t>
              </a:r>
              <a:r>
                <a:rPr lang="en-US" altLang="zh-CN" b="1" dirty="0">
                  <a:solidFill>
                    <a:schemeClr val="accent3"/>
                  </a:solidFill>
                  <a:latin typeface="Arial Narrow" panose="020B0606020202030204" pitchFamily="34" charset="0"/>
                </a:rPr>
                <a:t>G</a:t>
              </a:r>
              <a:r>
                <a:rPr lang="en-US" altLang="zh-CN" b="1" dirty="0">
                  <a:latin typeface="Arial Narrow" panose="020B0606020202030204" pitchFamily="34" charset="0"/>
                </a:rPr>
                <a:t>lobal/</a:t>
              </a:r>
              <a:r>
                <a:rPr lang="en-US" altLang="zh-CN" b="1" dirty="0">
                  <a:solidFill>
                    <a:schemeClr val="accent3"/>
                  </a:solidFill>
                  <a:latin typeface="Arial Narrow" panose="020B0606020202030204" pitchFamily="34" charset="0"/>
                </a:rPr>
                <a:t>L</a:t>
              </a:r>
              <a:r>
                <a:rPr lang="en-US" altLang="zh-CN" b="1" dirty="0">
                  <a:latin typeface="Arial Narrow" panose="020B0606020202030204" pitchFamily="34" charset="0"/>
                </a:rPr>
                <a:t>ocal</a:t>
              </a:r>
              <a:r>
                <a:rPr lang="zh-CN" altLang="en-US" b="1" dirty="0">
                  <a:latin typeface="Arial Narrow" panose="020B0606020202030204" pitchFamily="34" charset="0"/>
                </a:rPr>
                <a:t>）</a:t>
              </a:r>
            </a:p>
          </p:txBody>
        </p:sp>
        <p:cxnSp>
          <p:nvCxnSpPr>
            <p:cNvPr id="16" name="连接符: 肘形 15">
              <a:extLst>
                <a:ext uri="{FF2B5EF4-FFF2-40B4-BE49-F238E27FC236}">
                  <a16:creationId xmlns:a16="http://schemas.microsoft.com/office/drawing/2014/main" id="{927A9E0C-963E-4552-8A3B-4F2E053D1653}"/>
                </a:ext>
              </a:extLst>
            </p:cNvPr>
            <p:cNvCxnSpPr>
              <a:cxnSpLocks/>
              <a:endCxn id="11" idx="3"/>
            </p:cNvCxnSpPr>
            <p:nvPr/>
          </p:nvCxnSpPr>
          <p:spPr>
            <a:xfrm rot="10800000" flipV="1">
              <a:off x="2761843" y="2142265"/>
              <a:ext cx="387030" cy="345073"/>
            </a:xfrm>
            <a:prstGeom prst="bentConnector3">
              <a:avLst>
                <a:gd name="adj1" fmla="val 4107"/>
              </a:avLst>
            </a:prstGeom>
            <a:ln w="25400">
              <a:solidFill>
                <a:schemeClr val="tx1"/>
              </a:solidFill>
              <a:tailEnd type="triangle"/>
            </a:ln>
          </p:spPr>
          <p:style>
            <a:lnRef idx="1">
              <a:schemeClr val="accent1"/>
            </a:lnRef>
            <a:fillRef idx="0">
              <a:schemeClr val="accent1"/>
            </a:fillRef>
            <a:effectRef idx="0">
              <a:schemeClr val="accent1"/>
            </a:effectRef>
            <a:fontRef idx="minor">
              <a:schemeClr val="tx1"/>
            </a:fontRef>
          </p:style>
        </p:cxnSp>
      </p:grpSp>
      <p:graphicFrame>
        <p:nvGraphicFramePr>
          <p:cNvPr id="7" name="表格 11">
            <a:extLst>
              <a:ext uri="{FF2B5EF4-FFF2-40B4-BE49-F238E27FC236}">
                <a16:creationId xmlns:a16="http://schemas.microsoft.com/office/drawing/2014/main" id="{6D079289-E671-406A-AF87-784BF8CB8C7E}"/>
              </a:ext>
            </a:extLst>
          </p:cNvPr>
          <p:cNvGraphicFramePr>
            <a:graphicFrameLocks noGrp="1"/>
          </p:cNvGraphicFramePr>
          <p:nvPr/>
        </p:nvGraphicFramePr>
        <p:xfrm>
          <a:off x="304800" y="3594100"/>
          <a:ext cx="11582402" cy="2841620"/>
        </p:xfrm>
        <a:graphic>
          <a:graphicData uri="http://schemas.openxmlformats.org/drawingml/2006/table">
            <a:tbl>
              <a:tblPr firstRow="1" bandRow="1">
                <a:tableStyleId>{5C22544A-7EE6-4342-B048-85BDC9FD1C3A}</a:tableStyleId>
              </a:tblPr>
              <a:tblGrid>
                <a:gridCol w="1229068">
                  <a:extLst>
                    <a:ext uri="{9D8B030D-6E8A-4147-A177-3AD203B41FA5}">
                      <a16:colId xmlns:a16="http://schemas.microsoft.com/office/drawing/2014/main" val="3201315185"/>
                    </a:ext>
                  </a:extLst>
                </a:gridCol>
                <a:gridCol w="1229068">
                  <a:extLst>
                    <a:ext uri="{9D8B030D-6E8A-4147-A177-3AD203B41FA5}">
                      <a16:colId xmlns:a16="http://schemas.microsoft.com/office/drawing/2014/main" val="2306449060"/>
                    </a:ext>
                  </a:extLst>
                </a:gridCol>
                <a:gridCol w="7400720">
                  <a:extLst>
                    <a:ext uri="{9D8B030D-6E8A-4147-A177-3AD203B41FA5}">
                      <a16:colId xmlns:a16="http://schemas.microsoft.com/office/drawing/2014/main" val="3816814684"/>
                    </a:ext>
                  </a:extLst>
                </a:gridCol>
                <a:gridCol w="861773">
                  <a:extLst>
                    <a:ext uri="{9D8B030D-6E8A-4147-A177-3AD203B41FA5}">
                      <a16:colId xmlns:a16="http://schemas.microsoft.com/office/drawing/2014/main" val="3904571176"/>
                    </a:ext>
                  </a:extLst>
                </a:gridCol>
                <a:gridCol w="861773">
                  <a:extLst>
                    <a:ext uri="{9D8B030D-6E8A-4147-A177-3AD203B41FA5}">
                      <a16:colId xmlns:a16="http://schemas.microsoft.com/office/drawing/2014/main" val="3946450843"/>
                    </a:ext>
                  </a:extLst>
                </a:gridCol>
              </a:tblGrid>
              <a:tr h="550385">
                <a:tc>
                  <a:txBody>
                    <a:bodyPr/>
                    <a:lstStyle/>
                    <a:p>
                      <a:pPr algn="ctr"/>
                      <a:r>
                        <a:rPr lang="zh-CN" altLang="en-US" b="1" dirty="0">
                          <a:solidFill>
                            <a:schemeClr val="bg1"/>
                          </a:solidFill>
                        </a:rPr>
                        <a:t>第</a:t>
                      </a:r>
                      <a:r>
                        <a:rPr lang="en-US" altLang="zh-CN" b="1" dirty="0">
                          <a:solidFill>
                            <a:schemeClr val="bg1"/>
                          </a:solidFill>
                        </a:rPr>
                        <a:t>1</a:t>
                      </a:r>
                      <a:r>
                        <a:rPr lang="zh-CN" altLang="en-US" b="1" dirty="0">
                          <a:solidFill>
                            <a:schemeClr val="bg1"/>
                          </a:solidFill>
                        </a:rPr>
                        <a:t>字节的</a:t>
                      </a:r>
                      <a:endParaRPr lang="en-US" altLang="zh-CN" b="1" dirty="0">
                        <a:solidFill>
                          <a:schemeClr val="bg1"/>
                        </a:solidFill>
                      </a:endParaRPr>
                    </a:p>
                    <a:p>
                      <a:pPr algn="ctr"/>
                      <a:r>
                        <a:rPr lang="en-US" altLang="zh-CN" b="1" dirty="0">
                          <a:solidFill>
                            <a:schemeClr val="bg1"/>
                          </a:solidFill>
                        </a:rPr>
                        <a:t>b1</a:t>
                      </a:r>
                      <a:r>
                        <a:rPr lang="zh-CN" altLang="en-US" b="1" dirty="0">
                          <a:solidFill>
                            <a:schemeClr val="bg1"/>
                          </a:solidFill>
                        </a:rPr>
                        <a:t>位</a:t>
                      </a: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accent3"/>
                    </a:solidFill>
                  </a:tcPr>
                </a:tc>
                <a:tc>
                  <a:txBody>
                    <a:bodyPr/>
                    <a:lstStyle/>
                    <a:p>
                      <a:pPr algn="ctr"/>
                      <a:r>
                        <a:rPr lang="zh-CN" altLang="en-US" b="1" dirty="0">
                          <a:solidFill>
                            <a:schemeClr val="bg1"/>
                          </a:solidFill>
                        </a:rPr>
                        <a:t>第</a:t>
                      </a:r>
                      <a:r>
                        <a:rPr lang="en-US" altLang="zh-CN" b="1" dirty="0">
                          <a:solidFill>
                            <a:schemeClr val="bg1"/>
                          </a:solidFill>
                        </a:rPr>
                        <a:t>1</a:t>
                      </a:r>
                      <a:r>
                        <a:rPr lang="zh-CN" altLang="en-US" b="1" dirty="0">
                          <a:solidFill>
                            <a:schemeClr val="bg1"/>
                          </a:solidFill>
                        </a:rPr>
                        <a:t>字节的</a:t>
                      </a:r>
                      <a:endParaRPr lang="en-US" altLang="zh-CN" b="1" dirty="0">
                        <a:solidFill>
                          <a:schemeClr val="bg1"/>
                        </a:solidFill>
                      </a:endParaRPr>
                    </a:p>
                    <a:p>
                      <a:pPr algn="ctr"/>
                      <a:r>
                        <a:rPr lang="en-US" altLang="zh-CN" b="1" dirty="0">
                          <a:solidFill>
                            <a:schemeClr val="bg1"/>
                          </a:solidFill>
                        </a:rPr>
                        <a:t>b0</a:t>
                      </a:r>
                      <a:r>
                        <a:rPr lang="zh-CN" altLang="en-US" b="1" dirty="0">
                          <a:solidFill>
                            <a:schemeClr val="bg1"/>
                          </a:solidFill>
                        </a:rPr>
                        <a:t>位</a:t>
                      </a: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accent4"/>
                    </a:solidFill>
                  </a:tcPr>
                </a:tc>
                <a:tc>
                  <a:txBody>
                    <a:bodyPr/>
                    <a:lstStyle/>
                    <a:p>
                      <a:pPr algn="ctr"/>
                      <a:r>
                        <a:rPr lang="en-US" altLang="zh-CN" b="1" dirty="0">
                          <a:solidFill>
                            <a:schemeClr val="tx1"/>
                          </a:solidFill>
                        </a:rPr>
                        <a:t>MAC</a:t>
                      </a:r>
                      <a:r>
                        <a:rPr lang="zh-CN" altLang="en-US" b="1" dirty="0">
                          <a:solidFill>
                            <a:schemeClr val="tx1"/>
                          </a:solidFill>
                        </a:rPr>
                        <a:t>地址类型</a:t>
                      </a: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algn="ctr"/>
                      <a:r>
                        <a:rPr lang="zh-CN" altLang="en-US" b="1" dirty="0">
                          <a:solidFill>
                            <a:schemeClr val="tx1"/>
                          </a:solidFill>
                        </a:rPr>
                        <a:t>地址</a:t>
                      </a:r>
                      <a:endParaRPr lang="en-US" altLang="zh-CN" b="1" dirty="0">
                        <a:solidFill>
                          <a:schemeClr val="tx1"/>
                        </a:solidFill>
                      </a:endParaRPr>
                    </a:p>
                    <a:p>
                      <a:pPr algn="ctr"/>
                      <a:r>
                        <a:rPr lang="zh-CN" altLang="en-US" b="1" dirty="0">
                          <a:solidFill>
                            <a:schemeClr val="tx1"/>
                          </a:solidFill>
                        </a:rPr>
                        <a:t>占比</a:t>
                      </a: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algn="ctr"/>
                      <a:r>
                        <a:rPr lang="zh-CN" altLang="en-US" b="1" dirty="0">
                          <a:solidFill>
                            <a:schemeClr val="tx1"/>
                          </a:solidFill>
                        </a:rPr>
                        <a:t>地址</a:t>
                      </a:r>
                      <a:endParaRPr lang="en-US" altLang="zh-CN" b="1" dirty="0">
                        <a:solidFill>
                          <a:schemeClr val="tx1"/>
                        </a:solidFill>
                      </a:endParaRPr>
                    </a:p>
                    <a:p>
                      <a:pPr algn="ctr"/>
                      <a:r>
                        <a:rPr lang="zh-CN" altLang="en-US" b="1" dirty="0">
                          <a:solidFill>
                            <a:schemeClr val="tx1"/>
                          </a:solidFill>
                        </a:rPr>
                        <a:t>数量</a:t>
                      </a: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extLst>
                  <a:ext uri="{0D108BD9-81ED-4DB2-BD59-A6C34878D82A}">
                    <a16:rowId xmlns:a16="http://schemas.microsoft.com/office/drawing/2014/main" val="1398121299"/>
                  </a:ext>
                </a:extLst>
              </a:tr>
              <a:tr h="550385">
                <a:tc rowSpan="2">
                  <a:txBody>
                    <a:bodyPr/>
                    <a:lstStyle/>
                    <a:p>
                      <a:pPr algn="ctr"/>
                      <a:endParaRPr lang="zh-CN" altLang="en-US" b="1" dirty="0">
                        <a:solidFill>
                          <a:schemeClr val="tx1"/>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algn="ctr"/>
                      <a:endParaRPr lang="zh-CN" altLang="en-US" b="1" dirty="0">
                        <a:solidFill>
                          <a:schemeClr val="tx1"/>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algn="ctr"/>
                      <a:endParaRPr lang="zh-CN" altLang="en-US" b="1" dirty="0">
                        <a:solidFill>
                          <a:schemeClr val="tx1"/>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algn="ctr"/>
                      <a:endParaRPr lang="zh-CN" altLang="en-US" b="1" dirty="0">
                        <a:solidFill>
                          <a:schemeClr val="tx1"/>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rowSpan="4">
                  <a:txBody>
                    <a:bodyPr/>
                    <a:lstStyle/>
                    <a:p>
                      <a:pPr algn="ctr"/>
                      <a:endParaRPr lang="zh-CN" altLang="en-US" b="1" dirty="0">
                        <a:solidFill>
                          <a:schemeClr val="tx1"/>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extLst>
                  <a:ext uri="{0D108BD9-81ED-4DB2-BD59-A6C34878D82A}">
                    <a16:rowId xmlns:a16="http://schemas.microsoft.com/office/drawing/2014/main" val="1927838048"/>
                  </a:ext>
                </a:extLst>
              </a:tr>
              <a:tr h="550385">
                <a:tc vMerge="1">
                  <a:txBody>
                    <a:bodyPr/>
                    <a:lstStyle/>
                    <a:p>
                      <a:pPr algn="ctr"/>
                      <a:endParaRPr lang="zh-CN" altLang="en-US" b="1" dirty="0">
                        <a:solidFill>
                          <a:schemeClr val="tx1"/>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algn="ctr"/>
                      <a:endParaRPr lang="zh-CN" altLang="en-US" b="1" dirty="0">
                        <a:solidFill>
                          <a:schemeClr val="tx1"/>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algn="ctr"/>
                      <a:endParaRPr lang="zh-CN" altLang="en-US" b="1">
                        <a:solidFill>
                          <a:schemeClr val="tx1"/>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algn="ctr"/>
                      <a:endParaRPr lang="zh-CN" altLang="en-US" b="1" dirty="0">
                        <a:solidFill>
                          <a:schemeClr val="tx1"/>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vMerge="1">
                  <a:txBody>
                    <a:bodyPr/>
                    <a:lstStyle/>
                    <a:p>
                      <a:pPr algn="ctr"/>
                      <a:endParaRPr lang="zh-CN" altLang="en-US" b="1" dirty="0">
                        <a:solidFill>
                          <a:schemeClr val="tx1"/>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extLst>
                  <a:ext uri="{0D108BD9-81ED-4DB2-BD59-A6C34878D82A}">
                    <a16:rowId xmlns:a16="http://schemas.microsoft.com/office/drawing/2014/main" val="632938562"/>
                  </a:ext>
                </a:extLst>
              </a:tr>
              <a:tr h="550385">
                <a:tc rowSpan="2">
                  <a:txBody>
                    <a:bodyPr/>
                    <a:lstStyle/>
                    <a:p>
                      <a:pPr algn="ctr"/>
                      <a:endParaRPr lang="zh-CN" altLang="en-US" b="1" dirty="0">
                        <a:solidFill>
                          <a:schemeClr val="tx1"/>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algn="ctr"/>
                      <a:endParaRPr lang="zh-CN" altLang="en-US" b="1" dirty="0">
                        <a:solidFill>
                          <a:schemeClr val="tx1"/>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algn="ctr"/>
                      <a:endParaRPr lang="zh-CN" altLang="en-US" b="1">
                        <a:solidFill>
                          <a:schemeClr val="tx1"/>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algn="ctr"/>
                      <a:endParaRPr lang="zh-CN" altLang="en-US" b="1" dirty="0">
                        <a:solidFill>
                          <a:schemeClr val="tx1"/>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vMerge="1">
                  <a:txBody>
                    <a:bodyPr/>
                    <a:lstStyle/>
                    <a:p>
                      <a:pPr algn="ctr"/>
                      <a:endParaRPr lang="zh-CN" altLang="en-US" b="1" dirty="0">
                        <a:solidFill>
                          <a:schemeClr val="tx1"/>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extLst>
                  <a:ext uri="{0D108BD9-81ED-4DB2-BD59-A6C34878D82A}">
                    <a16:rowId xmlns:a16="http://schemas.microsoft.com/office/drawing/2014/main" val="1878197827"/>
                  </a:ext>
                </a:extLst>
              </a:tr>
              <a:tr h="550385">
                <a:tc vMerge="1">
                  <a:txBody>
                    <a:bodyPr/>
                    <a:lstStyle/>
                    <a:p>
                      <a:pPr algn="ctr"/>
                      <a:endParaRPr lang="zh-CN" altLang="en-US" b="1" dirty="0">
                        <a:solidFill>
                          <a:schemeClr val="tx1"/>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algn="ctr"/>
                      <a:endParaRPr lang="zh-CN" altLang="en-US" b="1" dirty="0">
                        <a:solidFill>
                          <a:schemeClr val="tx1"/>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algn="ctr"/>
                      <a:endParaRPr lang="zh-CN" altLang="en-US" b="1">
                        <a:solidFill>
                          <a:schemeClr val="tx1"/>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algn="ctr"/>
                      <a:endParaRPr lang="zh-CN" altLang="en-US" b="1" dirty="0">
                        <a:solidFill>
                          <a:schemeClr val="tx1"/>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vMerge="1">
                  <a:txBody>
                    <a:bodyPr/>
                    <a:lstStyle/>
                    <a:p>
                      <a:pPr algn="ctr"/>
                      <a:endParaRPr lang="zh-CN" altLang="en-US" b="1" dirty="0">
                        <a:solidFill>
                          <a:schemeClr val="tx1"/>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extLst>
                  <a:ext uri="{0D108BD9-81ED-4DB2-BD59-A6C34878D82A}">
                    <a16:rowId xmlns:a16="http://schemas.microsoft.com/office/drawing/2014/main" val="297247489"/>
                  </a:ext>
                </a:extLst>
              </a:tr>
            </a:tbl>
          </a:graphicData>
        </a:graphic>
      </p:graphicFrame>
      <p:sp>
        <p:nvSpPr>
          <p:cNvPr id="19" name="文本框 18">
            <a:extLst>
              <a:ext uri="{FF2B5EF4-FFF2-40B4-BE49-F238E27FC236}">
                <a16:creationId xmlns:a16="http://schemas.microsoft.com/office/drawing/2014/main" id="{E3D19338-9713-4086-9954-E823105D3F17}"/>
              </a:ext>
            </a:extLst>
          </p:cNvPr>
          <p:cNvSpPr txBox="1"/>
          <p:nvPr/>
        </p:nvSpPr>
        <p:spPr>
          <a:xfrm>
            <a:off x="774063" y="4550442"/>
            <a:ext cx="354648" cy="461665"/>
          </a:xfrm>
          <a:prstGeom prst="rect">
            <a:avLst/>
          </a:prstGeom>
          <a:noFill/>
        </p:spPr>
        <p:txBody>
          <a:bodyPr wrap="square" rtlCol="0">
            <a:spAutoFit/>
          </a:bodyPr>
          <a:lstStyle/>
          <a:p>
            <a:pPr algn="ctr"/>
            <a:r>
              <a:rPr lang="en-US" altLang="zh-CN" sz="2400" b="1" dirty="0">
                <a:latin typeface="Arial Black" panose="020B0A04020102020204" pitchFamily="34" charset="0"/>
              </a:rPr>
              <a:t>0</a:t>
            </a:r>
            <a:endParaRPr lang="zh-CN" altLang="en-US" sz="2400" b="1" dirty="0">
              <a:latin typeface="Arial Black" panose="020B0A04020102020204" pitchFamily="34" charset="0"/>
            </a:endParaRPr>
          </a:p>
        </p:txBody>
      </p:sp>
      <p:sp>
        <p:nvSpPr>
          <p:cNvPr id="20" name="文本框 19">
            <a:extLst>
              <a:ext uri="{FF2B5EF4-FFF2-40B4-BE49-F238E27FC236}">
                <a16:creationId xmlns:a16="http://schemas.microsoft.com/office/drawing/2014/main" id="{B1B9982E-A2A5-40A7-BD67-E32C4E1A6AEB}"/>
              </a:ext>
            </a:extLst>
          </p:cNvPr>
          <p:cNvSpPr txBox="1"/>
          <p:nvPr/>
        </p:nvSpPr>
        <p:spPr>
          <a:xfrm>
            <a:off x="774063" y="5659318"/>
            <a:ext cx="354648" cy="461665"/>
          </a:xfrm>
          <a:prstGeom prst="rect">
            <a:avLst/>
          </a:prstGeom>
          <a:noFill/>
        </p:spPr>
        <p:txBody>
          <a:bodyPr wrap="square" rtlCol="0">
            <a:spAutoFit/>
          </a:bodyPr>
          <a:lstStyle/>
          <a:p>
            <a:pPr algn="ctr"/>
            <a:r>
              <a:rPr lang="en-US" altLang="zh-CN" sz="2400" b="1" dirty="0">
                <a:latin typeface="Arial Black" panose="020B0A04020102020204" pitchFamily="34" charset="0"/>
              </a:rPr>
              <a:t>1</a:t>
            </a:r>
            <a:endParaRPr lang="zh-CN" altLang="en-US" sz="2400" b="1" dirty="0">
              <a:latin typeface="Arial Black" panose="020B0A04020102020204" pitchFamily="34" charset="0"/>
            </a:endParaRPr>
          </a:p>
        </p:txBody>
      </p:sp>
      <p:sp>
        <p:nvSpPr>
          <p:cNvPr id="21" name="文本框 20">
            <a:extLst>
              <a:ext uri="{FF2B5EF4-FFF2-40B4-BE49-F238E27FC236}">
                <a16:creationId xmlns:a16="http://schemas.microsoft.com/office/drawing/2014/main" id="{BFE70102-4958-4920-B307-7014EEE8AD61}"/>
              </a:ext>
            </a:extLst>
          </p:cNvPr>
          <p:cNvSpPr txBox="1"/>
          <p:nvPr/>
        </p:nvSpPr>
        <p:spPr>
          <a:xfrm>
            <a:off x="2761838" y="4321459"/>
            <a:ext cx="672092" cy="369332"/>
          </a:xfrm>
          <a:prstGeom prst="rect">
            <a:avLst/>
          </a:prstGeom>
          <a:noFill/>
        </p:spPr>
        <p:txBody>
          <a:bodyPr wrap="square" rtlCol="0">
            <a:spAutoFit/>
          </a:bodyPr>
          <a:lstStyle/>
          <a:p>
            <a:r>
              <a:rPr lang="zh-CN" altLang="en-US" b="1" dirty="0">
                <a:latin typeface="Arial Narrow" panose="020B0606020202030204" pitchFamily="34" charset="0"/>
              </a:rPr>
              <a:t>全球</a:t>
            </a:r>
          </a:p>
        </p:txBody>
      </p:sp>
      <p:sp>
        <p:nvSpPr>
          <p:cNvPr id="23" name="文本框 22">
            <a:extLst>
              <a:ext uri="{FF2B5EF4-FFF2-40B4-BE49-F238E27FC236}">
                <a16:creationId xmlns:a16="http://schemas.microsoft.com/office/drawing/2014/main" id="{14C4FF20-6C12-4752-B5DE-F1280C417306}"/>
              </a:ext>
            </a:extLst>
          </p:cNvPr>
          <p:cNvSpPr txBox="1"/>
          <p:nvPr/>
        </p:nvSpPr>
        <p:spPr>
          <a:xfrm>
            <a:off x="2761838" y="4873863"/>
            <a:ext cx="672092" cy="369332"/>
          </a:xfrm>
          <a:prstGeom prst="rect">
            <a:avLst/>
          </a:prstGeom>
          <a:noFill/>
        </p:spPr>
        <p:txBody>
          <a:bodyPr wrap="square" rtlCol="0">
            <a:spAutoFit/>
          </a:bodyPr>
          <a:lstStyle/>
          <a:p>
            <a:r>
              <a:rPr lang="zh-CN" altLang="en-US" b="1" dirty="0">
                <a:latin typeface="Arial Narrow" panose="020B0606020202030204" pitchFamily="34" charset="0"/>
              </a:rPr>
              <a:t>全球</a:t>
            </a:r>
          </a:p>
        </p:txBody>
      </p:sp>
      <p:sp>
        <p:nvSpPr>
          <p:cNvPr id="24" name="文本框 23">
            <a:extLst>
              <a:ext uri="{FF2B5EF4-FFF2-40B4-BE49-F238E27FC236}">
                <a16:creationId xmlns:a16="http://schemas.microsoft.com/office/drawing/2014/main" id="{BA9E9F19-0D10-44A1-92D6-B23BB4A174DF}"/>
              </a:ext>
            </a:extLst>
          </p:cNvPr>
          <p:cNvSpPr txBox="1"/>
          <p:nvPr/>
        </p:nvSpPr>
        <p:spPr>
          <a:xfrm>
            <a:off x="2761838" y="5422958"/>
            <a:ext cx="672092" cy="369332"/>
          </a:xfrm>
          <a:prstGeom prst="rect">
            <a:avLst/>
          </a:prstGeom>
          <a:noFill/>
        </p:spPr>
        <p:txBody>
          <a:bodyPr wrap="square" rtlCol="0">
            <a:spAutoFit/>
          </a:bodyPr>
          <a:lstStyle/>
          <a:p>
            <a:r>
              <a:rPr lang="zh-CN" altLang="en-US" b="1" dirty="0">
                <a:latin typeface="Arial Narrow" panose="020B0606020202030204" pitchFamily="34" charset="0"/>
              </a:rPr>
              <a:t>本地</a:t>
            </a:r>
          </a:p>
        </p:txBody>
      </p:sp>
      <p:sp>
        <p:nvSpPr>
          <p:cNvPr id="26" name="文本框 25">
            <a:extLst>
              <a:ext uri="{FF2B5EF4-FFF2-40B4-BE49-F238E27FC236}">
                <a16:creationId xmlns:a16="http://schemas.microsoft.com/office/drawing/2014/main" id="{85D14F63-D057-4374-94DC-00F53665D10A}"/>
              </a:ext>
            </a:extLst>
          </p:cNvPr>
          <p:cNvSpPr txBox="1"/>
          <p:nvPr/>
        </p:nvSpPr>
        <p:spPr>
          <a:xfrm>
            <a:off x="2761838" y="5972054"/>
            <a:ext cx="672092" cy="369332"/>
          </a:xfrm>
          <a:prstGeom prst="rect">
            <a:avLst/>
          </a:prstGeom>
          <a:noFill/>
        </p:spPr>
        <p:txBody>
          <a:bodyPr wrap="square" rtlCol="0">
            <a:spAutoFit/>
          </a:bodyPr>
          <a:lstStyle/>
          <a:p>
            <a:r>
              <a:rPr lang="zh-CN" altLang="en-US" b="1" dirty="0">
                <a:latin typeface="Arial Narrow" panose="020B0606020202030204" pitchFamily="34" charset="0"/>
              </a:rPr>
              <a:t>本地</a:t>
            </a:r>
          </a:p>
        </p:txBody>
      </p:sp>
      <p:sp>
        <p:nvSpPr>
          <p:cNvPr id="27" name="文本框 26">
            <a:extLst>
              <a:ext uri="{FF2B5EF4-FFF2-40B4-BE49-F238E27FC236}">
                <a16:creationId xmlns:a16="http://schemas.microsoft.com/office/drawing/2014/main" id="{F0B894CB-C279-4844-8298-7C23C1AD6B5E}"/>
              </a:ext>
            </a:extLst>
          </p:cNvPr>
          <p:cNvSpPr txBox="1"/>
          <p:nvPr/>
        </p:nvSpPr>
        <p:spPr>
          <a:xfrm>
            <a:off x="1939539" y="4286307"/>
            <a:ext cx="354648" cy="461665"/>
          </a:xfrm>
          <a:prstGeom prst="rect">
            <a:avLst/>
          </a:prstGeom>
          <a:noFill/>
        </p:spPr>
        <p:txBody>
          <a:bodyPr wrap="square" rtlCol="0">
            <a:spAutoFit/>
          </a:bodyPr>
          <a:lstStyle/>
          <a:p>
            <a:pPr algn="ctr"/>
            <a:r>
              <a:rPr lang="en-US" altLang="zh-CN" sz="2400" b="1" dirty="0">
                <a:latin typeface="Arial Black" panose="020B0A04020102020204" pitchFamily="34" charset="0"/>
              </a:rPr>
              <a:t>0</a:t>
            </a:r>
            <a:endParaRPr lang="zh-CN" altLang="en-US" sz="2400" b="1" dirty="0">
              <a:latin typeface="Arial Black" panose="020B0A04020102020204" pitchFamily="34" charset="0"/>
            </a:endParaRPr>
          </a:p>
        </p:txBody>
      </p:sp>
      <p:sp>
        <p:nvSpPr>
          <p:cNvPr id="28" name="文本框 27">
            <a:extLst>
              <a:ext uri="{FF2B5EF4-FFF2-40B4-BE49-F238E27FC236}">
                <a16:creationId xmlns:a16="http://schemas.microsoft.com/office/drawing/2014/main" id="{8A9FD551-24DF-42AA-8C29-A73AA3028894}"/>
              </a:ext>
            </a:extLst>
          </p:cNvPr>
          <p:cNvSpPr txBox="1"/>
          <p:nvPr/>
        </p:nvSpPr>
        <p:spPr>
          <a:xfrm>
            <a:off x="1939539" y="5422958"/>
            <a:ext cx="354648" cy="461665"/>
          </a:xfrm>
          <a:prstGeom prst="rect">
            <a:avLst/>
          </a:prstGeom>
          <a:noFill/>
        </p:spPr>
        <p:txBody>
          <a:bodyPr wrap="square" rtlCol="0">
            <a:spAutoFit/>
          </a:bodyPr>
          <a:lstStyle/>
          <a:p>
            <a:pPr algn="ctr"/>
            <a:r>
              <a:rPr lang="en-US" altLang="zh-CN" sz="2400" b="1" dirty="0">
                <a:latin typeface="Arial Black" panose="020B0A04020102020204" pitchFamily="34" charset="0"/>
              </a:rPr>
              <a:t>0</a:t>
            </a:r>
            <a:endParaRPr lang="zh-CN" altLang="en-US" sz="2400" b="1" dirty="0">
              <a:latin typeface="Arial Black" panose="020B0A04020102020204" pitchFamily="34" charset="0"/>
            </a:endParaRPr>
          </a:p>
        </p:txBody>
      </p:sp>
      <p:sp>
        <p:nvSpPr>
          <p:cNvPr id="29" name="文本框 28">
            <a:extLst>
              <a:ext uri="{FF2B5EF4-FFF2-40B4-BE49-F238E27FC236}">
                <a16:creationId xmlns:a16="http://schemas.microsoft.com/office/drawing/2014/main" id="{ED7DF2B2-DBC2-4EB3-8EB1-0E60606BAE49}"/>
              </a:ext>
            </a:extLst>
          </p:cNvPr>
          <p:cNvSpPr txBox="1"/>
          <p:nvPr/>
        </p:nvSpPr>
        <p:spPr>
          <a:xfrm>
            <a:off x="3256834" y="4321459"/>
            <a:ext cx="672092" cy="369332"/>
          </a:xfrm>
          <a:prstGeom prst="rect">
            <a:avLst/>
          </a:prstGeom>
          <a:noFill/>
        </p:spPr>
        <p:txBody>
          <a:bodyPr wrap="square" rtlCol="0">
            <a:spAutoFit/>
          </a:bodyPr>
          <a:lstStyle/>
          <a:p>
            <a:r>
              <a:rPr lang="zh-CN" altLang="en-US" b="1" dirty="0">
                <a:latin typeface="Arial Narrow" panose="020B0606020202030204" pitchFamily="34" charset="0"/>
              </a:rPr>
              <a:t>单播</a:t>
            </a:r>
          </a:p>
        </p:txBody>
      </p:sp>
      <p:sp>
        <p:nvSpPr>
          <p:cNvPr id="30" name="文本框 29">
            <a:extLst>
              <a:ext uri="{FF2B5EF4-FFF2-40B4-BE49-F238E27FC236}">
                <a16:creationId xmlns:a16="http://schemas.microsoft.com/office/drawing/2014/main" id="{BA978FC5-01AE-4C5D-87F9-D42181AC3D2F}"/>
              </a:ext>
            </a:extLst>
          </p:cNvPr>
          <p:cNvSpPr txBox="1"/>
          <p:nvPr/>
        </p:nvSpPr>
        <p:spPr>
          <a:xfrm>
            <a:off x="3256834" y="5422958"/>
            <a:ext cx="672092" cy="369332"/>
          </a:xfrm>
          <a:prstGeom prst="rect">
            <a:avLst/>
          </a:prstGeom>
          <a:noFill/>
        </p:spPr>
        <p:txBody>
          <a:bodyPr wrap="square" rtlCol="0">
            <a:spAutoFit/>
          </a:bodyPr>
          <a:lstStyle/>
          <a:p>
            <a:r>
              <a:rPr lang="zh-CN" altLang="en-US" b="1" dirty="0">
                <a:latin typeface="Arial Narrow" panose="020B0606020202030204" pitchFamily="34" charset="0"/>
              </a:rPr>
              <a:t>单播</a:t>
            </a:r>
          </a:p>
        </p:txBody>
      </p:sp>
      <p:sp>
        <p:nvSpPr>
          <p:cNvPr id="31" name="文本框 30">
            <a:extLst>
              <a:ext uri="{FF2B5EF4-FFF2-40B4-BE49-F238E27FC236}">
                <a16:creationId xmlns:a16="http://schemas.microsoft.com/office/drawing/2014/main" id="{FF96914C-034B-4EF5-B096-A14A6E59217F}"/>
              </a:ext>
            </a:extLst>
          </p:cNvPr>
          <p:cNvSpPr txBox="1"/>
          <p:nvPr/>
        </p:nvSpPr>
        <p:spPr>
          <a:xfrm>
            <a:off x="1939539" y="4857122"/>
            <a:ext cx="354648" cy="461665"/>
          </a:xfrm>
          <a:prstGeom prst="rect">
            <a:avLst/>
          </a:prstGeom>
          <a:noFill/>
        </p:spPr>
        <p:txBody>
          <a:bodyPr wrap="square" rtlCol="0">
            <a:spAutoFit/>
          </a:bodyPr>
          <a:lstStyle/>
          <a:p>
            <a:pPr algn="ctr"/>
            <a:r>
              <a:rPr lang="en-US" altLang="zh-CN" sz="2400" b="1" dirty="0">
                <a:latin typeface="Arial Black" panose="020B0A04020102020204" pitchFamily="34" charset="0"/>
              </a:rPr>
              <a:t>1</a:t>
            </a:r>
            <a:endParaRPr lang="zh-CN" altLang="en-US" sz="2400" b="1" dirty="0">
              <a:latin typeface="Arial Black" panose="020B0A04020102020204" pitchFamily="34" charset="0"/>
            </a:endParaRPr>
          </a:p>
        </p:txBody>
      </p:sp>
      <p:sp>
        <p:nvSpPr>
          <p:cNvPr id="32" name="文本框 31">
            <a:extLst>
              <a:ext uri="{FF2B5EF4-FFF2-40B4-BE49-F238E27FC236}">
                <a16:creationId xmlns:a16="http://schemas.microsoft.com/office/drawing/2014/main" id="{18E472E5-9782-4FE3-ADD8-8972B36D4353}"/>
              </a:ext>
            </a:extLst>
          </p:cNvPr>
          <p:cNvSpPr txBox="1"/>
          <p:nvPr/>
        </p:nvSpPr>
        <p:spPr>
          <a:xfrm>
            <a:off x="1939539" y="5929339"/>
            <a:ext cx="354648" cy="461665"/>
          </a:xfrm>
          <a:prstGeom prst="rect">
            <a:avLst/>
          </a:prstGeom>
          <a:noFill/>
        </p:spPr>
        <p:txBody>
          <a:bodyPr wrap="square" rtlCol="0">
            <a:spAutoFit/>
          </a:bodyPr>
          <a:lstStyle/>
          <a:p>
            <a:pPr algn="ctr"/>
            <a:r>
              <a:rPr lang="en-US" altLang="zh-CN" sz="2400" b="1" dirty="0">
                <a:latin typeface="Arial Black" panose="020B0A04020102020204" pitchFamily="34" charset="0"/>
              </a:rPr>
              <a:t>1</a:t>
            </a:r>
            <a:endParaRPr lang="zh-CN" altLang="en-US" sz="2400" b="1" dirty="0">
              <a:latin typeface="Arial Black" panose="020B0A04020102020204" pitchFamily="34" charset="0"/>
            </a:endParaRPr>
          </a:p>
        </p:txBody>
      </p:sp>
      <p:sp>
        <p:nvSpPr>
          <p:cNvPr id="33" name="文本框 32">
            <a:extLst>
              <a:ext uri="{FF2B5EF4-FFF2-40B4-BE49-F238E27FC236}">
                <a16:creationId xmlns:a16="http://schemas.microsoft.com/office/drawing/2014/main" id="{FE6AC5A3-4D6E-4E8F-9BDA-CB2C5D260A0C}"/>
              </a:ext>
            </a:extLst>
          </p:cNvPr>
          <p:cNvSpPr txBox="1"/>
          <p:nvPr/>
        </p:nvSpPr>
        <p:spPr>
          <a:xfrm>
            <a:off x="3256834" y="4876073"/>
            <a:ext cx="672092" cy="369332"/>
          </a:xfrm>
          <a:prstGeom prst="rect">
            <a:avLst/>
          </a:prstGeom>
          <a:noFill/>
        </p:spPr>
        <p:txBody>
          <a:bodyPr wrap="square" rtlCol="0">
            <a:spAutoFit/>
          </a:bodyPr>
          <a:lstStyle/>
          <a:p>
            <a:r>
              <a:rPr lang="zh-CN" altLang="en-US" b="1" dirty="0">
                <a:latin typeface="Arial Narrow" panose="020B0606020202030204" pitchFamily="34" charset="0"/>
              </a:rPr>
              <a:t>多播</a:t>
            </a:r>
          </a:p>
        </p:txBody>
      </p:sp>
      <p:sp>
        <p:nvSpPr>
          <p:cNvPr id="34" name="文本框 33">
            <a:extLst>
              <a:ext uri="{FF2B5EF4-FFF2-40B4-BE49-F238E27FC236}">
                <a16:creationId xmlns:a16="http://schemas.microsoft.com/office/drawing/2014/main" id="{770E522B-ACFF-4F69-996C-02CD9BD67D5A}"/>
              </a:ext>
            </a:extLst>
          </p:cNvPr>
          <p:cNvSpPr txBox="1"/>
          <p:nvPr/>
        </p:nvSpPr>
        <p:spPr>
          <a:xfrm>
            <a:off x="3256834" y="5972054"/>
            <a:ext cx="672092" cy="369332"/>
          </a:xfrm>
          <a:prstGeom prst="rect">
            <a:avLst/>
          </a:prstGeom>
          <a:noFill/>
        </p:spPr>
        <p:txBody>
          <a:bodyPr wrap="square" rtlCol="0">
            <a:spAutoFit/>
          </a:bodyPr>
          <a:lstStyle/>
          <a:p>
            <a:r>
              <a:rPr lang="zh-CN" altLang="en-US" b="1" dirty="0">
                <a:latin typeface="Arial Narrow" panose="020B0606020202030204" pitchFamily="34" charset="0"/>
              </a:rPr>
              <a:t>多播</a:t>
            </a:r>
          </a:p>
        </p:txBody>
      </p:sp>
    </p:spTree>
    <p:custDataLst>
      <p:tags r:id="rId1"/>
    </p:custDataLst>
    <p:extLst>
      <p:ext uri="{BB962C8B-B14F-4D97-AF65-F5344CB8AC3E}">
        <p14:creationId xmlns:p14="http://schemas.microsoft.com/office/powerpoint/2010/main" val="1503542475"/>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49" presetClass="entr" presetSubtype="0" decel="100000" fill="hold" grpId="0" nodeType="withEffect">
                                  <p:stCondLst>
                                    <p:cond delay="0"/>
                                  </p:stCondLst>
                                  <p:childTnLst>
                                    <p:set>
                                      <p:cBhvr>
                                        <p:cTn id="6" dur="1" fill="hold">
                                          <p:stCondLst>
                                            <p:cond delay="0"/>
                                          </p:stCondLst>
                                        </p:cTn>
                                        <p:tgtEl>
                                          <p:spTgt spid="19"/>
                                        </p:tgtEl>
                                        <p:attrNameLst>
                                          <p:attrName>style.visibility</p:attrName>
                                        </p:attrNameLst>
                                      </p:cBhvr>
                                      <p:to>
                                        <p:strVal val="visible"/>
                                      </p:to>
                                    </p:set>
                                    <p:anim calcmode="lin" valueType="num">
                                      <p:cBhvr>
                                        <p:cTn id="7" dur="500" fill="hold"/>
                                        <p:tgtEl>
                                          <p:spTgt spid="19"/>
                                        </p:tgtEl>
                                        <p:attrNameLst>
                                          <p:attrName>ppt_w</p:attrName>
                                        </p:attrNameLst>
                                      </p:cBhvr>
                                      <p:tavLst>
                                        <p:tav tm="0">
                                          <p:val>
                                            <p:fltVal val="0"/>
                                          </p:val>
                                        </p:tav>
                                        <p:tav tm="100000">
                                          <p:val>
                                            <p:strVal val="#ppt_w"/>
                                          </p:val>
                                        </p:tav>
                                      </p:tavLst>
                                    </p:anim>
                                    <p:anim calcmode="lin" valueType="num">
                                      <p:cBhvr>
                                        <p:cTn id="8" dur="500" fill="hold"/>
                                        <p:tgtEl>
                                          <p:spTgt spid="19"/>
                                        </p:tgtEl>
                                        <p:attrNameLst>
                                          <p:attrName>ppt_h</p:attrName>
                                        </p:attrNameLst>
                                      </p:cBhvr>
                                      <p:tavLst>
                                        <p:tav tm="0">
                                          <p:val>
                                            <p:fltVal val="0"/>
                                          </p:val>
                                        </p:tav>
                                        <p:tav tm="100000">
                                          <p:val>
                                            <p:strVal val="#ppt_h"/>
                                          </p:val>
                                        </p:tav>
                                      </p:tavLst>
                                    </p:anim>
                                    <p:anim calcmode="lin" valueType="num">
                                      <p:cBhvr>
                                        <p:cTn id="9" dur="500" fill="hold"/>
                                        <p:tgtEl>
                                          <p:spTgt spid="19"/>
                                        </p:tgtEl>
                                        <p:attrNameLst>
                                          <p:attrName>style.rotation</p:attrName>
                                        </p:attrNameLst>
                                      </p:cBhvr>
                                      <p:tavLst>
                                        <p:tav tm="0">
                                          <p:val>
                                            <p:fltVal val="360"/>
                                          </p:val>
                                        </p:tav>
                                        <p:tav tm="100000">
                                          <p:val>
                                            <p:fltVal val="0"/>
                                          </p:val>
                                        </p:tav>
                                      </p:tavLst>
                                    </p:anim>
                                    <p:animEffect transition="in" filter="fade">
                                      <p:cBhvr>
                                        <p:cTn id="10" dur="500"/>
                                        <p:tgtEl>
                                          <p:spTgt spid="19"/>
                                        </p:tgtEl>
                                      </p:cBhvr>
                                    </p:animEffect>
                                  </p:childTnLst>
                                </p:cTn>
                              </p:par>
                            </p:childTnLst>
                          </p:cTn>
                        </p:par>
                      </p:childTnLst>
                    </p:cTn>
                  </p:par>
                  <p:par>
                    <p:cTn id="11" fill="hold">
                      <p:stCondLst>
                        <p:cond delay="indefinite"/>
                      </p:stCondLst>
                      <p:childTnLst>
                        <p:par>
                          <p:cTn id="12" fill="hold">
                            <p:stCondLst>
                              <p:cond delay="0"/>
                            </p:stCondLst>
                            <p:childTnLst>
                              <p:par>
                                <p:cTn id="13" presetID="49" presetClass="entr" presetSubtype="0" decel="100000" fill="hold" grpId="0" nodeType="clickEffect">
                                  <p:stCondLst>
                                    <p:cond delay="0"/>
                                  </p:stCondLst>
                                  <p:childTnLst>
                                    <p:set>
                                      <p:cBhvr>
                                        <p:cTn id="14" dur="1" fill="hold">
                                          <p:stCondLst>
                                            <p:cond delay="0"/>
                                          </p:stCondLst>
                                        </p:cTn>
                                        <p:tgtEl>
                                          <p:spTgt spid="21"/>
                                        </p:tgtEl>
                                        <p:attrNameLst>
                                          <p:attrName>style.visibility</p:attrName>
                                        </p:attrNameLst>
                                      </p:cBhvr>
                                      <p:to>
                                        <p:strVal val="visible"/>
                                      </p:to>
                                    </p:set>
                                    <p:anim calcmode="lin" valueType="num">
                                      <p:cBhvr>
                                        <p:cTn id="15" dur="500" fill="hold"/>
                                        <p:tgtEl>
                                          <p:spTgt spid="21"/>
                                        </p:tgtEl>
                                        <p:attrNameLst>
                                          <p:attrName>ppt_w</p:attrName>
                                        </p:attrNameLst>
                                      </p:cBhvr>
                                      <p:tavLst>
                                        <p:tav tm="0">
                                          <p:val>
                                            <p:fltVal val="0"/>
                                          </p:val>
                                        </p:tav>
                                        <p:tav tm="100000">
                                          <p:val>
                                            <p:strVal val="#ppt_w"/>
                                          </p:val>
                                        </p:tav>
                                      </p:tavLst>
                                    </p:anim>
                                    <p:anim calcmode="lin" valueType="num">
                                      <p:cBhvr>
                                        <p:cTn id="16" dur="500" fill="hold"/>
                                        <p:tgtEl>
                                          <p:spTgt spid="21"/>
                                        </p:tgtEl>
                                        <p:attrNameLst>
                                          <p:attrName>ppt_h</p:attrName>
                                        </p:attrNameLst>
                                      </p:cBhvr>
                                      <p:tavLst>
                                        <p:tav tm="0">
                                          <p:val>
                                            <p:fltVal val="0"/>
                                          </p:val>
                                        </p:tav>
                                        <p:tav tm="100000">
                                          <p:val>
                                            <p:strVal val="#ppt_h"/>
                                          </p:val>
                                        </p:tav>
                                      </p:tavLst>
                                    </p:anim>
                                    <p:anim calcmode="lin" valueType="num">
                                      <p:cBhvr>
                                        <p:cTn id="17" dur="500" fill="hold"/>
                                        <p:tgtEl>
                                          <p:spTgt spid="21"/>
                                        </p:tgtEl>
                                        <p:attrNameLst>
                                          <p:attrName>style.rotation</p:attrName>
                                        </p:attrNameLst>
                                      </p:cBhvr>
                                      <p:tavLst>
                                        <p:tav tm="0">
                                          <p:val>
                                            <p:fltVal val="360"/>
                                          </p:val>
                                        </p:tav>
                                        <p:tav tm="100000">
                                          <p:val>
                                            <p:fltVal val="0"/>
                                          </p:val>
                                        </p:tav>
                                      </p:tavLst>
                                    </p:anim>
                                    <p:animEffect transition="in" filter="fade">
                                      <p:cBhvr>
                                        <p:cTn id="18" dur="500"/>
                                        <p:tgtEl>
                                          <p:spTgt spid="21"/>
                                        </p:tgtEl>
                                      </p:cBhvr>
                                    </p:animEffect>
                                  </p:childTnLst>
                                </p:cTn>
                              </p:par>
                              <p:par>
                                <p:cTn id="19" presetID="49" presetClass="entr" presetSubtype="0" decel="100000" fill="hold" grpId="0" nodeType="withEffect">
                                  <p:stCondLst>
                                    <p:cond delay="0"/>
                                  </p:stCondLst>
                                  <p:childTnLst>
                                    <p:set>
                                      <p:cBhvr>
                                        <p:cTn id="20" dur="1" fill="hold">
                                          <p:stCondLst>
                                            <p:cond delay="0"/>
                                          </p:stCondLst>
                                        </p:cTn>
                                        <p:tgtEl>
                                          <p:spTgt spid="23"/>
                                        </p:tgtEl>
                                        <p:attrNameLst>
                                          <p:attrName>style.visibility</p:attrName>
                                        </p:attrNameLst>
                                      </p:cBhvr>
                                      <p:to>
                                        <p:strVal val="visible"/>
                                      </p:to>
                                    </p:set>
                                    <p:anim calcmode="lin" valueType="num">
                                      <p:cBhvr>
                                        <p:cTn id="21" dur="500" fill="hold"/>
                                        <p:tgtEl>
                                          <p:spTgt spid="23"/>
                                        </p:tgtEl>
                                        <p:attrNameLst>
                                          <p:attrName>ppt_w</p:attrName>
                                        </p:attrNameLst>
                                      </p:cBhvr>
                                      <p:tavLst>
                                        <p:tav tm="0">
                                          <p:val>
                                            <p:fltVal val="0"/>
                                          </p:val>
                                        </p:tav>
                                        <p:tav tm="100000">
                                          <p:val>
                                            <p:strVal val="#ppt_w"/>
                                          </p:val>
                                        </p:tav>
                                      </p:tavLst>
                                    </p:anim>
                                    <p:anim calcmode="lin" valueType="num">
                                      <p:cBhvr>
                                        <p:cTn id="22" dur="500" fill="hold"/>
                                        <p:tgtEl>
                                          <p:spTgt spid="23"/>
                                        </p:tgtEl>
                                        <p:attrNameLst>
                                          <p:attrName>ppt_h</p:attrName>
                                        </p:attrNameLst>
                                      </p:cBhvr>
                                      <p:tavLst>
                                        <p:tav tm="0">
                                          <p:val>
                                            <p:fltVal val="0"/>
                                          </p:val>
                                        </p:tav>
                                        <p:tav tm="100000">
                                          <p:val>
                                            <p:strVal val="#ppt_h"/>
                                          </p:val>
                                        </p:tav>
                                      </p:tavLst>
                                    </p:anim>
                                    <p:anim calcmode="lin" valueType="num">
                                      <p:cBhvr>
                                        <p:cTn id="23" dur="500" fill="hold"/>
                                        <p:tgtEl>
                                          <p:spTgt spid="23"/>
                                        </p:tgtEl>
                                        <p:attrNameLst>
                                          <p:attrName>style.rotation</p:attrName>
                                        </p:attrNameLst>
                                      </p:cBhvr>
                                      <p:tavLst>
                                        <p:tav tm="0">
                                          <p:val>
                                            <p:fltVal val="360"/>
                                          </p:val>
                                        </p:tav>
                                        <p:tav tm="100000">
                                          <p:val>
                                            <p:fltVal val="0"/>
                                          </p:val>
                                        </p:tav>
                                      </p:tavLst>
                                    </p:anim>
                                    <p:animEffect transition="in" filter="fade">
                                      <p:cBhvr>
                                        <p:cTn id="24" dur="500"/>
                                        <p:tgtEl>
                                          <p:spTgt spid="23"/>
                                        </p:tgtEl>
                                      </p:cBhvr>
                                    </p:animEffect>
                                  </p:childTnLst>
                                </p:cTn>
                              </p:par>
                            </p:childTnLst>
                          </p:cTn>
                        </p:par>
                      </p:childTnLst>
                    </p:cTn>
                  </p:par>
                  <p:par>
                    <p:cTn id="25" fill="hold">
                      <p:stCondLst>
                        <p:cond delay="indefinite"/>
                      </p:stCondLst>
                      <p:childTnLst>
                        <p:par>
                          <p:cTn id="26" fill="hold">
                            <p:stCondLst>
                              <p:cond delay="0"/>
                            </p:stCondLst>
                            <p:childTnLst>
                              <p:par>
                                <p:cTn id="27" presetID="49" presetClass="entr" presetSubtype="0" decel="100000" fill="hold" grpId="0" nodeType="clickEffect">
                                  <p:stCondLst>
                                    <p:cond delay="0"/>
                                  </p:stCondLst>
                                  <p:childTnLst>
                                    <p:set>
                                      <p:cBhvr>
                                        <p:cTn id="28" dur="1" fill="hold">
                                          <p:stCondLst>
                                            <p:cond delay="0"/>
                                          </p:stCondLst>
                                        </p:cTn>
                                        <p:tgtEl>
                                          <p:spTgt spid="20"/>
                                        </p:tgtEl>
                                        <p:attrNameLst>
                                          <p:attrName>style.visibility</p:attrName>
                                        </p:attrNameLst>
                                      </p:cBhvr>
                                      <p:to>
                                        <p:strVal val="visible"/>
                                      </p:to>
                                    </p:set>
                                    <p:anim calcmode="lin" valueType="num">
                                      <p:cBhvr>
                                        <p:cTn id="29" dur="500" fill="hold"/>
                                        <p:tgtEl>
                                          <p:spTgt spid="20"/>
                                        </p:tgtEl>
                                        <p:attrNameLst>
                                          <p:attrName>ppt_w</p:attrName>
                                        </p:attrNameLst>
                                      </p:cBhvr>
                                      <p:tavLst>
                                        <p:tav tm="0">
                                          <p:val>
                                            <p:fltVal val="0"/>
                                          </p:val>
                                        </p:tav>
                                        <p:tav tm="100000">
                                          <p:val>
                                            <p:strVal val="#ppt_w"/>
                                          </p:val>
                                        </p:tav>
                                      </p:tavLst>
                                    </p:anim>
                                    <p:anim calcmode="lin" valueType="num">
                                      <p:cBhvr>
                                        <p:cTn id="30" dur="500" fill="hold"/>
                                        <p:tgtEl>
                                          <p:spTgt spid="20"/>
                                        </p:tgtEl>
                                        <p:attrNameLst>
                                          <p:attrName>ppt_h</p:attrName>
                                        </p:attrNameLst>
                                      </p:cBhvr>
                                      <p:tavLst>
                                        <p:tav tm="0">
                                          <p:val>
                                            <p:fltVal val="0"/>
                                          </p:val>
                                        </p:tav>
                                        <p:tav tm="100000">
                                          <p:val>
                                            <p:strVal val="#ppt_h"/>
                                          </p:val>
                                        </p:tav>
                                      </p:tavLst>
                                    </p:anim>
                                    <p:anim calcmode="lin" valueType="num">
                                      <p:cBhvr>
                                        <p:cTn id="31" dur="500" fill="hold"/>
                                        <p:tgtEl>
                                          <p:spTgt spid="20"/>
                                        </p:tgtEl>
                                        <p:attrNameLst>
                                          <p:attrName>style.rotation</p:attrName>
                                        </p:attrNameLst>
                                      </p:cBhvr>
                                      <p:tavLst>
                                        <p:tav tm="0">
                                          <p:val>
                                            <p:fltVal val="360"/>
                                          </p:val>
                                        </p:tav>
                                        <p:tav tm="100000">
                                          <p:val>
                                            <p:fltVal val="0"/>
                                          </p:val>
                                        </p:tav>
                                      </p:tavLst>
                                    </p:anim>
                                    <p:animEffect transition="in" filter="fade">
                                      <p:cBhvr>
                                        <p:cTn id="32" dur="500"/>
                                        <p:tgtEl>
                                          <p:spTgt spid="20"/>
                                        </p:tgtEl>
                                      </p:cBhvr>
                                    </p:animEffect>
                                  </p:childTnLst>
                                </p:cTn>
                              </p:par>
                            </p:childTnLst>
                          </p:cTn>
                        </p:par>
                      </p:childTnLst>
                    </p:cTn>
                  </p:par>
                  <p:par>
                    <p:cTn id="33" fill="hold">
                      <p:stCondLst>
                        <p:cond delay="indefinite"/>
                      </p:stCondLst>
                      <p:childTnLst>
                        <p:par>
                          <p:cTn id="34" fill="hold">
                            <p:stCondLst>
                              <p:cond delay="0"/>
                            </p:stCondLst>
                            <p:childTnLst>
                              <p:par>
                                <p:cTn id="35" presetID="49" presetClass="entr" presetSubtype="0" decel="100000" fill="hold" grpId="0" nodeType="clickEffect">
                                  <p:stCondLst>
                                    <p:cond delay="0"/>
                                  </p:stCondLst>
                                  <p:childTnLst>
                                    <p:set>
                                      <p:cBhvr>
                                        <p:cTn id="36" dur="1" fill="hold">
                                          <p:stCondLst>
                                            <p:cond delay="0"/>
                                          </p:stCondLst>
                                        </p:cTn>
                                        <p:tgtEl>
                                          <p:spTgt spid="24"/>
                                        </p:tgtEl>
                                        <p:attrNameLst>
                                          <p:attrName>style.visibility</p:attrName>
                                        </p:attrNameLst>
                                      </p:cBhvr>
                                      <p:to>
                                        <p:strVal val="visible"/>
                                      </p:to>
                                    </p:set>
                                    <p:anim calcmode="lin" valueType="num">
                                      <p:cBhvr>
                                        <p:cTn id="37" dur="500" fill="hold"/>
                                        <p:tgtEl>
                                          <p:spTgt spid="24"/>
                                        </p:tgtEl>
                                        <p:attrNameLst>
                                          <p:attrName>ppt_w</p:attrName>
                                        </p:attrNameLst>
                                      </p:cBhvr>
                                      <p:tavLst>
                                        <p:tav tm="0">
                                          <p:val>
                                            <p:fltVal val="0"/>
                                          </p:val>
                                        </p:tav>
                                        <p:tav tm="100000">
                                          <p:val>
                                            <p:strVal val="#ppt_w"/>
                                          </p:val>
                                        </p:tav>
                                      </p:tavLst>
                                    </p:anim>
                                    <p:anim calcmode="lin" valueType="num">
                                      <p:cBhvr>
                                        <p:cTn id="38" dur="500" fill="hold"/>
                                        <p:tgtEl>
                                          <p:spTgt spid="24"/>
                                        </p:tgtEl>
                                        <p:attrNameLst>
                                          <p:attrName>ppt_h</p:attrName>
                                        </p:attrNameLst>
                                      </p:cBhvr>
                                      <p:tavLst>
                                        <p:tav tm="0">
                                          <p:val>
                                            <p:fltVal val="0"/>
                                          </p:val>
                                        </p:tav>
                                        <p:tav tm="100000">
                                          <p:val>
                                            <p:strVal val="#ppt_h"/>
                                          </p:val>
                                        </p:tav>
                                      </p:tavLst>
                                    </p:anim>
                                    <p:anim calcmode="lin" valueType="num">
                                      <p:cBhvr>
                                        <p:cTn id="39" dur="500" fill="hold"/>
                                        <p:tgtEl>
                                          <p:spTgt spid="24"/>
                                        </p:tgtEl>
                                        <p:attrNameLst>
                                          <p:attrName>style.rotation</p:attrName>
                                        </p:attrNameLst>
                                      </p:cBhvr>
                                      <p:tavLst>
                                        <p:tav tm="0">
                                          <p:val>
                                            <p:fltVal val="360"/>
                                          </p:val>
                                        </p:tav>
                                        <p:tav tm="100000">
                                          <p:val>
                                            <p:fltVal val="0"/>
                                          </p:val>
                                        </p:tav>
                                      </p:tavLst>
                                    </p:anim>
                                    <p:animEffect transition="in" filter="fade">
                                      <p:cBhvr>
                                        <p:cTn id="40" dur="500"/>
                                        <p:tgtEl>
                                          <p:spTgt spid="24"/>
                                        </p:tgtEl>
                                      </p:cBhvr>
                                    </p:animEffect>
                                  </p:childTnLst>
                                </p:cTn>
                              </p:par>
                              <p:par>
                                <p:cTn id="41" presetID="49" presetClass="entr" presetSubtype="0" decel="100000" fill="hold" grpId="0" nodeType="withEffect">
                                  <p:stCondLst>
                                    <p:cond delay="0"/>
                                  </p:stCondLst>
                                  <p:childTnLst>
                                    <p:set>
                                      <p:cBhvr>
                                        <p:cTn id="42" dur="1" fill="hold">
                                          <p:stCondLst>
                                            <p:cond delay="0"/>
                                          </p:stCondLst>
                                        </p:cTn>
                                        <p:tgtEl>
                                          <p:spTgt spid="26"/>
                                        </p:tgtEl>
                                        <p:attrNameLst>
                                          <p:attrName>style.visibility</p:attrName>
                                        </p:attrNameLst>
                                      </p:cBhvr>
                                      <p:to>
                                        <p:strVal val="visible"/>
                                      </p:to>
                                    </p:set>
                                    <p:anim calcmode="lin" valueType="num">
                                      <p:cBhvr>
                                        <p:cTn id="43" dur="500" fill="hold"/>
                                        <p:tgtEl>
                                          <p:spTgt spid="26"/>
                                        </p:tgtEl>
                                        <p:attrNameLst>
                                          <p:attrName>ppt_w</p:attrName>
                                        </p:attrNameLst>
                                      </p:cBhvr>
                                      <p:tavLst>
                                        <p:tav tm="0">
                                          <p:val>
                                            <p:fltVal val="0"/>
                                          </p:val>
                                        </p:tav>
                                        <p:tav tm="100000">
                                          <p:val>
                                            <p:strVal val="#ppt_w"/>
                                          </p:val>
                                        </p:tav>
                                      </p:tavLst>
                                    </p:anim>
                                    <p:anim calcmode="lin" valueType="num">
                                      <p:cBhvr>
                                        <p:cTn id="44" dur="500" fill="hold"/>
                                        <p:tgtEl>
                                          <p:spTgt spid="26"/>
                                        </p:tgtEl>
                                        <p:attrNameLst>
                                          <p:attrName>ppt_h</p:attrName>
                                        </p:attrNameLst>
                                      </p:cBhvr>
                                      <p:tavLst>
                                        <p:tav tm="0">
                                          <p:val>
                                            <p:fltVal val="0"/>
                                          </p:val>
                                        </p:tav>
                                        <p:tav tm="100000">
                                          <p:val>
                                            <p:strVal val="#ppt_h"/>
                                          </p:val>
                                        </p:tav>
                                      </p:tavLst>
                                    </p:anim>
                                    <p:anim calcmode="lin" valueType="num">
                                      <p:cBhvr>
                                        <p:cTn id="45" dur="500" fill="hold"/>
                                        <p:tgtEl>
                                          <p:spTgt spid="26"/>
                                        </p:tgtEl>
                                        <p:attrNameLst>
                                          <p:attrName>style.rotation</p:attrName>
                                        </p:attrNameLst>
                                      </p:cBhvr>
                                      <p:tavLst>
                                        <p:tav tm="0">
                                          <p:val>
                                            <p:fltVal val="360"/>
                                          </p:val>
                                        </p:tav>
                                        <p:tav tm="100000">
                                          <p:val>
                                            <p:fltVal val="0"/>
                                          </p:val>
                                        </p:tav>
                                      </p:tavLst>
                                    </p:anim>
                                    <p:animEffect transition="in" filter="fade">
                                      <p:cBhvr>
                                        <p:cTn id="46" dur="500"/>
                                        <p:tgtEl>
                                          <p:spTgt spid="26"/>
                                        </p:tgtEl>
                                      </p:cBhvr>
                                    </p:animEffect>
                                  </p:childTnLst>
                                </p:cTn>
                              </p:par>
                            </p:childTnLst>
                          </p:cTn>
                        </p:par>
                      </p:childTnLst>
                    </p:cTn>
                  </p:par>
                  <p:par>
                    <p:cTn id="47" fill="hold">
                      <p:stCondLst>
                        <p:cond delay="indefinite"/>
                      </p:stCondLst>
                      <p:childTnLst>
                        <p:par>
                          <p:cTn id="48" fill="hold">
                            <p:stCondLst>
                              <p:cond delay="0"/>
                            </p:stCondLst>
                            <p:childTnLst>
                              <p:par>
                                <p:cTn id="49" presetID="49" presetClass="entr" presetSubtype="0" decel="100000" fill="hold" grpId="0" nodeType="clickEffect">
                                  <p:stCondLst>
                                    <p:cond delay="0"/>
                                  </p:stCondLst>
                                  <p:childTnLst>
                                    <p:set>
                                      <p:cBhvr>
                                        <p:cTn id="50" dur="1" fill="hold">
                                          <p:stCondLst>
                                            <p:cond delay="0"/>
                                          </p:stCondLst>
                                        </p:cTn>
                                        <p:tgtEl>
                                          <p:spTgt spid="27"/>
                                        </p:tgtEl>
                                        <p:attrNameLst>
                                          <p:attrName>style.visibility</p:attrName>
                                        </p:attrNameLst>
                                      </p:cBhvr>
                                      <p:to>
                                        <p:strVal val="visible"/>
                                      </p:to>
                                    </p:set>
                                    <p:anim calcmode="lin" valueType="num">
                                      <p:cBhvr>
                                        <p:cTn id="51" dur="500" fill="hold"/>
                                        <p:tgtEl>
                                          <p:spTgt spid="27"/>
                                        </p:tgtEl>
                                        <p:attrNameLst>
                                          <p:attrName>ppt_w</p:attrName>
                                        </p:attrNameLst>
                                      </p:cBhvr>
                                      <p:tavLst>
                                        <p:tav tm="0">
                                          <p:val>
                                            <p:fltVal val="0"/>
                                          </p:val>
                                        </p:tav>
                                        <p:tav tm="100000">
                                          <p:val>
                                            <p:strVal val="#ppt_w"/>
                                          </p:val>
                                        </p:tav>
                                      </p:tavLst>
                                    </p:anim>
                                    <p:anim calcmode="lin" valueType="num">
                                      <p:cBhvr>
                                        <p:cTn id="52" dur="500" fill="hold"/>
                                        <p:tgtEl>
                                          <p:spTgt spid="27"/>
                                        </p:tgtEl>
                                        <p:attrNameLst>
                                          <p:attrName>ppt_h</p:attrName>
                                        </p:attrNameLst>
                                      </p:cBhvr>
                                      <p:tavLst>
                                        <p:tav tm="0">
                                          <p:val>
                                            <p:fltVal val="0"/>
                                          </p:val>
                                        </p:tav>
                                        <p:tav tm="100000">
                                          <p:val>
                                            <p:strVal val="#ppt_h"/>
                                          </p:val>
                                        </p:tav>
                                      </p:tavLst>
                                    </p:anim>
                                    <p:anim calcmode="lin" valueType="num">
                                      <p:cBhvr>
                                        <p:cTn id="53" dur="500" fill="hold"/>
                                        <p:tgtEl>
                                          <p:spTgt spid="27"/>
                                        </p:tgtEl>
                                        <p:attrNameLst>
                                          <p:attrName>style.rotation</p:attrName>
                                        </p:attrNameLst>
                                      </p:cBhvr>
                                      <p:tavLst>
                                        <p:tav tm="0">
                                          <p:val>
                                            <p:fltVal val="360"/>
                                          </p:val>
                                        </p:tav>
                                        <p:tav tm="100000">
                                          <p:val>
                                            <p:fltVal val="0"/>
                                          </p:val>
                                        </p:tav>
                                      </p:tavLst>
                                    </p:anim>
                                    <p:animEffect transition="in" filter="fade">
                                      <p:cBhvr>
                                        <p:cTn id="54" dur="500"/>
                                        <p:tgtEl>
                                          <p:spTgt spid="27"/>
                                        </p:tgtEl>
                                      </p:cBhvr>
                                    </p:animEffect>
                                  </p:childTnLst>
                                </p:cTn>
                              </p:par>
                              <p:par>
                                <p:cTn id="55" presetID="49" presetClass="entr" presetSubtype="0" decel="100000" fill="hold" grpId="0" nodeType="withEffect">
                                  <p:stCondLst>
                                    <p:cond delay="0"/>
                                  </p:stCondLst>
                                  <p:childTnLst>
                                    <p:set>
                                      <p:cBhvr>
                                        <p:cTn id="56" dur="1" fill="hold">
                                          <p:stCondLst>
                                            <p:cond delay="0"/>
                                          </p:stCondLst>
                                        </p:cTn>
                                        <p:tgtEl>
                                          <p:spTgt spid="28"/>
                                        </p:tgtEl>
                                        <p:attrNameLst>
                                          <p:attrName>style.visibility</p:attrName>
                                        </p:attrNameLst>
                                      </p:cBhvr>
                                      <p:to>
                                        <p:strVal val="visible"/>
                                      </p:to>
                                    </p:set>
                                    <p:anim calcmode="lin" valueType="num">
                                      <p:cBhvr>
                                        <p:cTn id="57" dur="500" fill="hold"/>
                                        <p:tgtEl>
                                          <p:spTgt spid="28"/>
                                        </p:tgtEl>
                                        <p:attrNameLst>
                                          <p:attrName>ppt_w</p:attrName>
                                        </p:attrNameLst>
                                      </p:cBhvr>
                                      <p:tavLst>
                                        <p:tav tm="0">
                                          <p:val>
                                            <p:fltVal val="0"/>
                                          </p:val>
                                        </p:tav>
                                        <p:tav tm="100000">
                                          <p:val>
                                            <p:strVal val="#ppt_w"/>
                                          </p:val>
                                        </p:tav>
                                      </p:tavLst>
                                    </p:anim>
                                    <p:anim calcmode="lin" valueType="num">
                                      <p:cBhvr>
                                        <p:cTn id="58" dur="500" fill="hold"/>
                                        <p:tgtEl>
                                          <p:spTgt spid="28"/>
                                        </p:tgtEl>
                                        <p:attrNameLst>
                                          <p:attrName>ppt_h</p:attrName>
                                        </p:attrNameLst>
                                      </p:cBhvr>
                                      <p:tavLst>
                                        <p:tav tm="0">
                                          <p:val>
                                            <p:fltVal val="0"/>
                                          </p:val>
                                        </p:tav>
                                        <p:tav tm="100000">
                                          <p:val>
                                            <p:strVal val="#ppt_h"/>
                                          </p:val>
                                        </p:tav>
                                      </p:tavLst>
                                    </p:anim>
                                    <p:anim calcmode="lin" valueType="num">
                                      <p:cBhvr>
                                        <p:cTn id="59" dur="500" fill="hold"/>
                                        <p:tgtEl>
                                          <p:spTgt spid="28"/>
                                        </p:tgtEl>
                                        <p:attrNameLst>
                                          <p:attrName>style.rotation</p:attrName>
                                        </p:attrNameLst>
                                      </p:cBhvr>
                                      <p:tavLst>
                                        <p:tav tm="0">
                                          <p:val>
                                            <p:fltVal val="360"/>
                                          </p:val>
                                        </p:tav>
                                        <p:tav tm="100000">
                                          <p:val>
                                            <p:fltVal val="0"/>
                                          </p:val>
                                        </p:tav>
                                      </p:tavLst>
                                    </p:anim>
                                    <p:animEffect transition="in" filter="fade">
                                      <p:cBhvr>
                                        <p:cTn id="60" dur="500"/>
                                        <p:tgtEl>
                                          <p:spTgt spid="28"/>
                                        </p:tgtEl>
                                      </p:cBhvr>
                                    </p:animEffect>
                                  </p:childTnLst>
                                </p:cTn>
                              </p:par>
                            </p:childTnLst>
                          </p:cTn>
                        </p:par>
                      </p:childTnLst>
                    </p:cTn>
                  </p:par>
                  <p:par>
                    <p:cTn id="61" fill="hold">
                      <p:stCondLst>
                        <p:cond delay="indefinite"/>
                      </p:stCondLst>
                      <p:childTnLst>
                        <p:par>
                          <p:cTn id="62" fill="hold">
                            <p:stCondLst>
                              <p:cond delay="0"/>
                            </p:stCondLst>
                            <p:childTnLst>
                              <p:par>
                                <p:cTn id="63" presetID="49" presetClass="entr" presetSubtype="0" decel="100000" fill="hold" grpId="0" nodeType="clickEffect">
                                  <p:stCondLst>
                                    <p:cond delay="0"/>
                                  </p:stCondLst>
                                  <p:childTnLst>
                                    <p:set>
                                      <p:cBhvr>
                                        <p:cTn id="64" dur="1" fill="hold">
                                          <p:stCondLst>
                                            <p:cond delay="0"/>
                                          </p:stCondLst>
                                        </p:cTn>
                                        <p:tgtEl>
                                          <p:spTgt spid="29"/>
                                        </p:tgtEl>
                                        <p:attrNameLst>
                                          <p:attrName>style.visibility</p:attrName>
                                        </p:attrNameLst>
                                      </p:cBhvr>
                                      <p:to>
                                        <p:strVal val="visible"/>
                                      </p:to>
                                    </p:set>
                                    <p:anim calcmode="lin" valueType="num">
                                      <p:cBhvr>
                                        <p:cTn id="65" dur="500" fill="hold"/>
                                        <p:tgtEl>
                                          <p:spTgt spid="29"/>
                                        </p:tgtEl>
                                        <p:attrNameLst>
                                          <p:attrName>ppt_w</p:attrName>
                                        </p:attrNameLst>
                                      </p:cBhvr>
                                      <p:tavLst>
                                        <p:tav tm="0">
                                          <p:val>
                                            <p:fltVal val="0"/>
                                          </p:val>
                                        </p:tav>
                                        <p:tav tm="100000">
                                          <p:val>
                                            <p:strVal val="#ppt_w"/>
                                          </p:val>
                                        </p:tav>
                                      </p:tavLst>
                                    </p:anim>
                                    <p:anim calcmode="lin" valueType="num">
                                      <p:cBhvr>
                                        <p:cTn id="66" dur="500" fill="hold"/>
                                        <p:tgtEl>
                                          <p:spTgt spid="29"/>
                                        </p:tgtEl>
                                        <p:attrNameLst>
                                          <p:attrName>ppt_h</p:attrName>
                                        </p:attrNameLst>
                                      </p:cBhvr>
                                      <p:tavLst>
                                        <p:tav tm="0">
                                          <p:val>
                                            <p:fltVal val="0"/>
                                          </p:val>
                                        </p:tav>
                                        <p:tav tm="100000">
                                          <p:val>
                                            <p:strVal val="#ppt_h"/>
                                          </p:val>
                                        </p:tav>
                                      </p:tavLst>
                                    </p:anim>
                                    <p:anim calcmode="lin" valueType="num">
                                      <p:cBhvr>
                                        <p:cTn id="67" dur="500" fill="hold"/>
                                        <p:tgtEl>
                                          <p:spTgt spid="29"/>
                                        </p:tgtEl>
                                        <p:attrNameLst>
                                          <p:attrName>style.rotation</p:attrName>
                                        </p:attrNameLst>
                                      </p:cBhvr>
                                      <p:tavLst>
                                        <p:tav tm="0">
                                          <p:val>
                                            <p:fltVal val="360"/>
                                          </p:val>
                                        </p:tav>
                                        <p:tav tm="100000">
                                          <p:val>
                                            <p:fltVal val="0"/>
                                          </p:val>
                                        </p:tav>
                                      </p:tavLst>
                                    </p:anim>
                                    <p:animEffect transition="in" filter="fade">
                                      <p:cBhvr>
                                        <p:cTn id="68" dur="500"/>
                                        <p:tgtEl>
                                          <p:spTgt spid="29"/>
                                        </p:tgtEl>
                                      </p:cBhvr>
                                    </p:animEffect>
                                  </p:childTnLst>
                                </p:cTn>
                              </p:par>
                              <p:par>
                                <p:cTn id="69" presetID="49" presetClass="entr" presetSubtype="0" decel="100000" fill="hold" grpId="0" nodeType="withEffect">
                                  <p:stCondLst>
                                    <p:cond delay="0"/>
                                  </p:stCondLst>
                                  <p:childTnLst>
                                    <p:set>
                                      <p:cBhvr>
                                        <p:cTn id="70" dur="1" fill="hold">
                                          <p:stCondLst>
                                            <p:cond delay="0"/>
                                          </p:stCondLst>
                                        </p:cTn>
                                        <p:tgtEl>
                                          <p:spTgt spid="30"/>
                                        </p:tgtEl>
                                        <p:attrNameLst>
                                          <p:attrName>style.visibility</p:attrName>
                                        </p:attrNameLst>
                                      </p:cBhvr>
                                      <p:to>
                                        <p:strVal val="visible"/>
                                      </p:to>
                                    </p:set>
                                    <p:anim calcmode="lin" valueType="num">
                                      <p:cBhvr>
                                        <p:cTn id="71" dur="500" fill="hold"/>
                                        <p:tgtEl>
                                          <p:spTgt spid="30"/>
                                        </p:tgtEl>
                                        <p:attrNameLst>
                                          <p:attrName>ppt_w</p:attrName>
                                        </p:attrNameLst>
                                      </p:cBhvr>
                                      <p:tavLst>
                                        <p:tav tm="0">
                                          <p:val>
                                            <p:fltVal val="0"/>
                                          </p:val>
                                        </p:tav>
                                        <p:tav tm="100000">
                                          <p:val>
                                            <p:strVal val="#ppt_w"/>
                                          </p:val>
                                        </p:tav>
                                      </p:tavLst>
                                    </p:anim>
                                    <p:anim calcmode="lin" valueType="num">
                                      <p:cBhvr>
                                        <p:cTn id="72" dur="500" fill="hold"/>
                                        <p:tgtEl>
                                          <p:spTgt spid="30"/>
                                        </p:tgtEl>
                                        <p:attrNameLst>
                                          <p:attrName>ppt_h</p:attrName>
                                        </p:attrNameLst>
                                      </p:cBhvr>
                                      <p:tavLst>
                                        <p:tav tm="0">
                                          <p:val>
                                            <p:fltVal val="0"/>
                                          </p:val>
                                        </p:tav>
                                        <p:tav tm="100000">
                                          <p:val>
                                            <p:strVal val="#ppt_h"/>
                                          </p:val>
                                        </p:tav>
                                      </p:tavLst>
                                    </p:anim>
                                    <p:anim calcmode="lin" valueType="num">
                                      <p:cBhvr>
                                        <p:cTn id="73" dur="500" fill="hold"/>
                                        <p:tgtEl>
                                          <p:spTgt spid="30"/>
                                        </p:tgtEl>
                                        <p:attrNameLst>
                                          <p:attrName>style.rotation</p:attrName>
                                        </p:attrNameLst>
                                      </p:cBhvr>
                                      <p:tavLst>
                                        <p:tav tm="0">
                                          <p:val>
                                            <p:fltVal val="360"/>
                                          </p:val>
                                        </p:tav>
                                        <p:tav tm="100000">
                                          <p:val>
                                            <p:fltVal val="0"/>
                                          </p:val>
                                        </p:tav>
                                      </p:tavLst>
                                    </p:anim>
                                    <p:animEffect transition="in" filter="fade">
                                      <p:cBhvr>
                                        <p:cTn id="74" dur="500"/>
                                        <p:tgtEl>
                                          <p:spTgt spid="30"/>
                                        </p:tgtEl>
                                      </p:cBhvr>
                                    </p:animEffect>
                                  </p:childTnLst>
                                </p:cTn>
                              </p:par>
                            </p:childTnLst>
                          </p:cTn>
                        </p:par>
                      </p:childTnLst>
                    </p:cTn>
                  </p:par>
                  <p:par>
                    <p:cTn id="75" fill="hold">
                      <p:stCondLst>
                        <p:cond delay="indefinite"/>
                      </p:stCondLst>
                      <p:childTnLst>
                        <p:par>
                          <p:cTn id="76" fill="hold">
                            <p:stCondLst>
                              <p:cond delay="0"/>
                            </p:stCondLst>
                            <p:childTnLst>
                              <p:par>
                                <p:cTn id="77" presetID="49" presetClass="entr" presetSubtype="0" decel="100000" fill="hold" grpId="0" nodeType="clickEffect">
                                  <p:stCondLst>
                                    <p:cond delay="0"/>
                                  </p:stCondLst>
                                  <p:childTnLst>
                                    <p:set>
                                      <p:cBhvr>
                                        <p:cTn id="78" dur="1" fill="hold">
                                          <p:stCondLst>
                                            <p:cond delay="0"/>
                                          </p:stCondLst>
                                        </p:cTn>
                                        <p:tgtEl>
                                          <p:spTgt spid="31"/>
                                        </p:tgtEl>
                                        <p:attrNameLst>
                                          <p:attrName>style.visibility</p:attrName>
                                        </p:attrNameLst>
                                      </p:cBhvr>
                                      <p:to>
                                        <p:strVal val="visible"/>
                                      </p:to>
                                    </p:set>
                                    <p:anim calcmode="lin" valueType="num">
                                      <p:cBhvr>
                                        <p:cTn id="79" dur="500" fill="hold"/>
                                        <p:tgtEl>
                                          <p:spTgt spid="31"/>
                                        </p:tgtEl>
                                        <p:attrNameLst>
                                          <p:attrName>ppt_w</p:attrName>
                                        </p:attrNameLst>
                                      </p:cBhvr>
                                      <p:tavLst>
                                        <p:tav tm="0">
                                          <p:val>
                                            <p:fltVal val="0"/>
                                          </p:val>
                                        </p:tav>
                                        <p:tav tm="100000">
                                          <p:val>
                                            <p:strVal val="#ppt_w"/>
                                          </p:val>
                                        </p:tav>
                                      </p:tavLst>
                                    </p:anim>
                                    <p:anim calcmode="lin" valueType="num">
                                      <p:cBhvr>
                                        <p:cTn id="80" dur="500" fill="hold"/>
                                        <p:tgtEl>
                                          <p:spTgt spid="31"/>
                                        </p:tgtEl>
                                        <p:attrNameLst>
                                          <p:attrName>ppt_h</p:attrName>
                                        </p:attrNameLst>
                                      </p:cBhvr>
                                      <p:tavLst>
                                        <p:tav tm="0">
                                          <p:val>
                                            <p:fltVal val="0"/>
                                          </p:val>
                                        </p:tav>
                                        <p:tav tm="100000">
                                          <p:val>
                                            <p:strVal val="#ppt_h"/>
                                          </p:val>
                                        </p:tav>
                                      </p:tavLst>
                                    </p:anim>
                                    <p:anim calcmode="lin" valueType="num">
                                      <p:cBhvr>
                                        <p:cTn id="81" dur="500" fill="hold"/>
                                        <p:tgtEl>
                                          <p:spTgt spid="31"/>
                                        </p:tgtEl>
                                        <p:attrNameLst>
                                          <p:attrName>style.rotation</p:attrName>
                                        </p:attrNameLst>
                                      </p:cBhvr>
                                      <p:tavLst>
                                        <p:tav tm="0">
                                          <p:val>
                                            <p:fltVal val="360"/>
                                          </p:val>
                                        </p:tav>
                                        <p:tav tm="100000">
                                          <p:val>
                                            <p:fltVal val="0"/>
                                          </p:val>
                                        </p:tav>
                                      </p:tavLst>
                                    </p:anim>
                                    <p:animEffect transition="in" filter="fade">
                                      <p:cBhvr>
                                        <p:cTn id="82" dur="500"/>
                                        <p:tgtEl>
                                          <p:spTgt spid="31"/>
                                        </p:tgtEl>
                                      </p:cBhvr>
                                    </p:animEffect>
                                  </p:childTnLst>
                                </p:cTn>
                              </p:par>
                              <p:par>
                                <p:cTn id="83" presetID="49" presetClass="entr" presetSubtype="0" decel="100000" fill="hold" grpId="0" nodeType="withEffect">
                                  <p:stCondLst>
                                    <p:cond delay="0"/>
                                  </p:stCondLst>
                                  <p:childTnLst>
                                    <p:set>
                                      <p:cBhvr>
                                        <p:cTn id="84" dur="1" fill="hold">
                                          <p:stCondLst>
                                            <p:cond delay="0"/>
                                          </p:stCondLst>
                                        </p:cTn>
                                        <p:tgtEl>
                                          <p:spTgt spid="32"/>
                                        </p:tgtEl>
                                        <p:attrNameLst>
                                          <p:attrName>style.visibility</p:attrName>
                                        </p:attrNameLst>
                                      </p:cBhvr>
                                      <p:to>
                                        <p:strVal val="visible"/>
                                      </p:to>
                                    </p:set>
                                    <p:anim calcmode="lin" valueType="num">
                                      <p:cBhvr>
                                        <p:cTn id="85" dur="500" fill="hold"/>
                                        <p:tgtEl>
                                          <p:spTgt spid="32"/>
                                        </p:tgtEl>
                                        <p:attrNameLst>
                                          <p:attrName>ppt_w</p:attrName>
                                        </p:attrNameLst>
                                      </p:cBhvr>
                                      <p:tavLst>
                                        <p:tav tm="0">
                                          <p:val>
                                            <p:fltVal val="0"/>
                                          </p:val>
                                        </p:tav>
                                        <p:tav tm="100000">
                                          <p:val>
                                            <p:strVal val="#ppt_w"/>
                                          </p:val>
                                        </p:tav>
                                      </p:tavLst>
                                    </p:anim>
                                    <p:anim calcmode="lin" valueType="num">
                                      <p:cBhvr>
                                        <p:cTn id="86" dur="500" fill="hold"/>
                                        <p:tgtEl>
                                          <p:spTgt spid="32"/>
                                        </p:tgtEl>
                                        <p:attrNameLst>
                                          <p:attrName>ppt_h</p:attrName>
                                        </p:attrNameLst>
                                      </p:cBhvr>
                                      <p:tavLst>
                                        <p:tav tm="0">
                                          <p:val>
                                            <p:fltVal val="0"/>
                                          </p:val>
                                        </p:tav>
                                        <p:tav tm="100000">
                                          <p:val>
                                            <p:strVal val="#ppt_h"/>
                                          </p:val>
                                        </p:tav>
                                      </p:tavLst>
                                    </p:anim>
                                    <p:anim calcmode="lin" valueType="num">
                                      <p:cBhvr>
                                        <p:cTn id="87" dur="500" fill="hold"/>
                                        <p:tgtEl>
                                          <p:spTgt spid="32"/>
                                        </p:tgtEl>
                                        <p:attrNameLst>
                                          <p:attrName>style.rotation</p:attrName>
                                        </p:attrNameLst>
                                      </p:cBhvr>
                                      <p:tavLst>
                                        <p:tav tm="0">
                                          <p:val>
                                            <p:fltVal val="360"/>
                                          </p:val>
                                        </p:tav>
                                        <p:tav tm="100000">
                                          <p:val>
                                            <p:fltVal val="0"/>
                                          </p:val>
                                        </p:tav>
                                      </p:tavLst>
                                    </p:anim>
                                    <p:animEffect transition="in" filter="fade">
                                      <p:cBhvr>
                                        <p:cTn id="88" dur="500"/>
                                        <p:tgtEl>
                                          <p:spTgt spid="32"/>
                                        </p:tgtEl>
                                      </p:cBhvr>
                                    </p:animEffect>
                                  </p:childTnLst>
                                </p:cTn>
                              </p:par>
                            </p:childTnLst>
                          </p:cTn>
                        </p:par>
                      </p:childTnLst>
                    </p:cTn>
                  </p:par>
                  <p:par>
                    <p:cTn id="89" fill="hold">
                      <p:stCondLst>
                        <p:cond delay="indefinite"/>
                      </p:stCondLst>
                      <p:childTnLst>
                        <p:par>
                          <p:cTn id="90" fill="hold">
                            <p:stCondLst>
                              <p:cond delay="0"/>
                            </p:stCondLst>
                            <p:childTnLst>
                              <p:par>
                                <p:cTn id="91" presetID="49" presetClass="entr" presetSubtype="0" decel="100000" fill="hold" grpId="0" nodeType="clickEffect">
                                  <p:stCondLst>
                                    <p:cond delay="0"/>
                                  </p:stCondLst>
                                  <p:childTnLst>
                                    <p:set>
                                      <p:cBhvr>
                                        <p:cTn id="92" dur="1" fill="hold">
                                          <p:stCondLst>
                                            <p:cond delay="0"/>
                                          </p:stCondLst>
                                        </p:cTn>
                                        <p:tgtEl>
                                          <p:spTgt spid="33"/>
                                        </p:tgtEl>
                                        <p:attrNameLst>
                                          <p:attrName>style.visibility</p:attrName>
                                        </p:attrNameLst>
                                      </p:cBhvr>
                                      <p:to>
                                        <p:strVal val="visible"/>
                                      </p:to>
                                    </p:set>
                                    <p:anim calcmode="lin" valueType="num">
                                      <p:cBhvr>
                                        <p:cTn id="93" dur="500" fill="hold"/>
                                        <p:tgtEl>
                                          <p:spTgt spid="33"/>
                                        </p:tgtEl>
                                        <p:attrNameLst>
                                          <p:attrName>ppt_w</p:attrName>
                                        </p:attrNameLst>
                                      </p:cBhvr>
                                      <p:tavLst>
                                        <p:tav tm="0">
                                          <p:val>
                                            <p:fltVal val="0"/>
                                          </p:val>
                                        </p:tav>
                                        <p:tav tm="100000">
                                          <p:val>
                                            <p:strVal val="#ppt_w"/>
                                          </p:val>
                                        </p:tav>
                                      </p:tavLst>
                                    </p:anim>
                                    <p:anim calcmode="lin" valueType="num">
                                      <p:cBhvr>
                                        <p:cTn id="94" dur="500" fill="hold"/>
                                        <p:tgtEl>
                                          <p:spTgt spid="33"/>
                                        </p:tgtEl>
                                        <p:attrNameLst>
                                          <p:attrName>ppt_h</p:attrName>
                                        </p:attrNameLst>
                                      </p:cBhvr>
                                      <p:tavLst>
                                        <p:tav tm="0">
                                          <p:val>
                                            <p:fltVal val="0"/>
                                          </p:val>
                                        </p:tav>
                                        <p:tav tm="100000">
                                          <p:val>
                                            <p:strVal val="#ppt_h"/>
                                          </p:val>
                                        </p:tav>
                                      </p:tavLst>
                                    </p:anim>
                                    <p:anim calcmode="lin" valueType="num">
                                      <p:cBhvr>
                                        <p:cTn id="95" dur="500" fill="hold"/>
                                        <p:tgtEl>
                                          <p:spTgt spid="33"/>
                                        </p:tgtEl>
                                        <p:attrNameLst>
                                          <p:attrName>style.rotation</p:attrName>
                                        </p:attrNameLst>
                                      </p:cBhvr>
                                      <p:tavLst>
                                        <p:tav tm="0">
                                          <p:val>
                                            <p:fltVal val="360"/>
                                          </p:val>
                                        </p:tav>
                                        <p:tav tm="100000">
                                          <p:val>
                                            <p:fltVal val="0"/>
                                          </p:val>
                                        </p:tav>
                                      </p:tavLst>
                                    </p:anim>
                                    <p:animEffect transition="in" filter="fade">
                                      <p:cBhvr>
                                        <p:cTn id="96" dur="500"/>
                                        <p:tgtEl>
                                          <p:spTgt spid="33"/>
                                        </p:tgtEl>
                                      </p:cBhvr>
                                    </p:animEffect>
                                  </p:childTnLst>
                                </p:cTn>
                              </p:par>
                              <p:par>
                                <p:cTn id="97" presetID="49" presetClass="entr" presetSubtype="0" decel="100000" fill="hold" grpId="0" nodeType="withEffect">
                                  <p:stCondLst>
                                    <p:cond delay="0"/>
                                  </p:stCondLst>
                                  <p:childTnLst>
                                    <p:set>
                                      <p:cBhvr>
                                        <p:cTn id="98" dur="1" fill="hold">
                                          <p:stCondLst>
                                            <p:cond delay="0"/>
                                          </p:stCondLst>
                                        </p:cTn>
                                        <p:tgtEl>
                                          <p:spTgt spid="34"/>
                                        </p:tgtEl>
                                        <p:attrNameLst>
                                          <p:attrName>style.visibility</p:attrName>
                                        </p:attrNameLst>
                                      </p:cBhvr>
                                      <p:to>
                                        <p:strVal val="visible"/>
                                      </p:to>
                                    </p:set>
                                    <p:anim calcmode="lin" valueType="num">
                                      <p:cBhvr>
                                        <p:cTn id="99" dur="500" fill="hold"/>
                                        <p:tgtEl>
                                          <p:spTgt spid="34"/>
                                        </p:tgtEl>
                                        <p:attrNameLst>
                                          <p:attrName>ppt_w</p:attrName>
                                        </p:attrNameLst>
                                      </p:cBhvr>
                                      <p:tavLst>
                                        <p:tav tm="0">
                                          <p:val>
                                            <p:fltVal val="0"/>
                                          </p:val>
                                        </p:tav>
                                        <p:tav tm="100000">
                                          <p:val>
                                            <p:strVal val="#ppt_w"/>
                                          </p:val>
                                        </p:tav>
                                      </p:tavLst>
                                    </p:anim>
                                    <p:anim calcmode="lin" valueType="num">
                                      <p:cBhvr>
                                        <p:cTn id="100" dur="500" fill="hold"/>
                                        <p:tgtEl>
                                          <p:spTgt spid="34"/>
                                        </p:tgtEl>
                                        <p:attrNameLst>
                                          <p:attrName>ppt_h</p:attrName>
                                        </p:attrNameLst>
                                      </p:cBhvr>
                                      <p:tavLst>
                                        <p:tav tm="0">
                                          <p:val>
                                            <p:fltVal val="0"/>
                                          </p:val>
                                        </p:tav>
                                        <p:tav tm="100000">
                                          <p:val>
                                            <p:strVal val="#ppt_h"/>
                                          </p:val>
                                        </p:tav>
                                      </p:tavLst>
                                    </p:anim>
                                    <p:anim calcmode="lin" valueType="num">
                                      <p:cBhvr>
                                        <p:cTn id="101" dur="500" fill="hold"/>
                                        <p:tgtEl>
                                          <p:spTgt spid="34"/>
                                        </p:tgtEl>
                                        <p:attrNameLst>
                                          <p:attrName>style.rotation</p:attrName>
                                        </p:attrNameLst>
                                      </p:cBhvr>
                                      <p:tavLst>
                                        <p:tav tm="0">
                                          <p:val>
                                            <p:fltVal val="360"/>
                                          </p:val>
                                        </p:tav>
                                        <p:tav tm="100000">
                                          <p:val>
                                            <p:fltVal val="0"/>
                                          </p:val>
                                        </p:tav>
                                      </p:tavLst>
                                    </p:anim>
                                    <p:animEffect transition="in" filter="fade">
                                      <p:cBhvr>
                                        <p:cTn id="102" dur="500"/>
                                        <p:tgtEl>
                                          <p:spTgt spid="34"/>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9" grpId="0"/>
      <p:bldP spid="20" grpId="0"/>
      <p:bldP spid="21" grpId="0"/>
      <p:bldP spid="23" grpId="0"/>
      <p:bldP spid="24" grpId="0"/>
      <p:bldP spid="26" grpId="0"/>
      <p:bldP spid="27" grpId="0"/>
      <p:bldP spid="28" grpId="0"/>
      <p:bldP spid="29" grpId="0"/>
      <p:bldP spid="30" grpId="0"/>
      <p:bldP spid="31" grpId="0"/>
      <p:bldP spid="32" grpId="0"/>
      <p:bldP spid="33" grpId="0"/>
      <p:bldP spid="34" grpId="0"/>
    </p:bldLst>
  </p:timing>
</p:sld>
</file>

<file path=ppt/slides/slide27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8" name="表格 8">
            <a:extLst>
              <a:ext uri="{FF2B5EF4-FFF2-40B4-BE49-F238E27FC236}">
                <a16:creationId xmlns:a16="http://schemas.microsoft.com/office/drawing/2014/main" id="{CD520B47-EE80-4B67-9B6F-48162B23B33C}"/>
              </a:ext>
            </a:extLst>
          </p:cNvPr>
          <p:cNvGraphicFramePr>
            <a:graphicFrameLocks noGrp="1"/>
          </p:cNvGraphicFramePr>
          <p:nvPr/>
        </p:nvGraphicFramePr>
        <p:xfrm>
          <a:off x="1128933" y="1402699"/>
          <a:ext cx="9936690" cy="370840"/>
        </p:xfrm>
        <a:graphic>
          <a:graphicData uri="http://schemas.openxmlformats.org/drawingml/2006/table">
            <a:tbl>
              <a:tblPr firstRow="1" bandRow="1">
                <a:tableStyleId>{5C22544A-7EE6-4342-B048-85BDC9FD1C3A}</a:tableStyleId>
              </a:tblPr>
              <a:tblGrid>
                <a:gridCol w="2460693">
                  <a:extLst>
                    <a:ext uri="{9D8B030D-6E8A-4147-A177-3AD203B41FA5}">
                      <a16:colId xmlns:a16="http://schemas.microsoft.com/office/drawing/2014/main" val="2117429894"/>
                    </a:ext>
                  </a:extLst>
                </a:gridCol>
                <a:gridCol w="5019040">
                  <a:extLst>
                    <a:ext uri="{9D8B030D-6E8A-4147-A177-3AD203B41FA5}">
                      <a16:colId xmlns:a16="http://schemas.microsoft.com/office/drawing/2014/main" val="989804778"/>
                    </a:ext>
                  </a:extLst>
                </a:gridCol>
                <a:gridCol w="2456957">
                  <a:extLst>
                    <a:ext uri="{9D8B030D-6E8A-4147-A177-3AD203B41FA5}">
                      <a16:colId xmlns:a16="http://schemas.microsoft.com/office/drawing/2014/main" val="293011856"/>
                    </a:ext>
                  </a:extLst>
                </a:gridCol>
              </a:tblGrid>
              <a:tr h="370840">
                <a:tc>
                  <a:txBody>
                    <a:bodyPr/>
                    <a:lstStyle/>
                    <a:p>
                      <a:pPr algn="ctr"/>
                      <a:r>
                        <a:rPr lang="zh-CN" altLang="en-US" dirty="0">
                          <a:solidFill>
                            <a:schemeClr val="tx1"/>
                          </a:solidFill>
                          <a:latin typeface="Arial Narrow" panose="020B0606020202030204" pitchFamily="34" charset="0"/>
                          <a:ea typeface="+mn-ea"/>
                        </a:rPr>
                        <a:t>第</a:t>
                      </a:r>
                      <a:r>
                        <a:rPr lang="en-US" altLang="zh-CN" dirty="0">
                          <a:solidFill>
                            <a:schemeClr val="tx1"/>
                          </a:solidFill>
                          <a:latin typeface="Arial Narrow" panose="020B0606020202030204" pitchFamily="34" charset="0"/>
                          <a:ea typeface="+mn-ea"/>
                        </a:rPr>
                        <a:t>1</a:t>
                      </a:r>
                      <a:r>
                        <a:rPr lang="zh-CN" altLang="en-US" dirty="0">
                          <a:solidFill>
                            <a:schemeClr val="tx1"/>
                          </a:solidFill>
                          <a:latin typeface="Arial Narrow" panose="020B0606020202030204" pitchFamily="34" charset="0"/>
                          <a:ea typeface="+mn-ea"/>
                        </a:rPr>
                        <a:t>字节</a:t>
                      </a: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ctr"/>
                      <a:r>
                        <a:rPr lang="zh-CN" altLang="en-US" dirty="0">
                          <a:solidFill>
                            <a:schemeClr val="tx1"/>
                          </a:solidFill>
                          <a:latin typeface="Arial Narrow" panose="020B0606020202030204" pitchFamily="34" charset="0"/>
                          <a:ea typeface="+mn-ea"/>
                        </a:rPr>
                        <a:t>第</a:t>
                      </a:r>
                      <a:r>
                        <a:rPr lang="en-US" altLang="zh-CN" dirty="0">
                          <a:solidFill>
                            <a:schemeClr val="tx1"/>
                          </a:solidFill>
                          <a:latin typeface="Arial Narrow" panose="020B0606020202030204" pitchFamily="34" charset="0"/>
                          <a:ea typeface="+mn-ea"/>
                        </a:rPr>
                        <a:t>2~5</a:t>
                      </a:r>
                      <a:r>
                        <a:rPr lang="zh-CN" altLang="en-US" dirty="0">
                          <a:solidFill>
                            <a:schemeClr val="tx1"/>
                          </a:solidFill>
                          <a:latin typeface="Arial Narrow" panose="020B0606020202030204" pitchFamily="34" charset="0"/>
                          <a:ea typeface="+mn-ea"/>
                        </a:rPr>
                        <a:t>字节</a:t>
                      </a: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ctr"/>
                      <a:r>
                        <a:rPr lang="zh-CN" altLang="en-US" dirty="0">
                          <a:solidFill>
                            <a:schemeClr val="tx1"/>
                          </a:solidFill>
                          <a:latin typeface="Arial Narrow" panose="020B0606020202030204" pitchFamily="34" charset="0"/>
                          <a:ea typeface="+mn-ea"/>
                        </a:rPr>
                        <a:t>第</a:t>
                      </a:r>
                      <a:r>
                        <a:rPr lang="en-US" altLang="zh-CN" dirty="0">
                          <a:solidFill>
                            <a:schemeClr val="tx1"/>
                          </a:solidFill>
                          <a:latin typeface="Arial Narrow" panose="020B0606020202030204" pitchFamily="34" charset="0"/>
                          <a:ea typeface="+mn-ea"/>
                        </a:rPr>
                        <a:t>6</a:t>
                      </a:r>
                      <a:r>
                        <a:rPr lang="zh-CN" altLang="en-US" dirty="0">
                          <a:solidFill>
                            <a:schemeClr val="tx1"/>
                          </a:solidFill>
                          <a:latin typeface="Arial Narrow" panose="020B0606020202030204" pitchFamily="34" charset="0"/>
                          <a:ea typeface="+mn-ea"/>
                        </a:rPr>
                        <a:t>字节</a:t>
                      </a: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extLst>
                  <a:ext uri="{0D108BD9-81ED-4DB2-BD59-A6C34878D82A}">
                    <a16:rowId xmlns:a16="http://schemas.microsoft.com/office/drawing/2014/main" val="3761746479"/>
                  </a:ext>
                </a:extLst>
              </a:tr>
            </a:tbl>
          </a:graphicData>
        </a:graphic>
      </p:graphicFrame>
      <p:grpSp>
        <p:nvGrpSpPr>
          <p:cNvPr id="4" name="组合 3">
            <a:extLst>
              <a:ext uri="{FF2B5EF4-FFF2-40B4-BE49-F238E27FC236}">
                <a16:creationId xmlns:a16="http://schemas.microsoft.com/office/drawing/2014/main" id="{9A1EA9F2-FCB6-48C3-935F-7AE7E3AD14AC}"/>
              </a:ext>
            </a:extLst>
          </p:cNvPr>
          <p:cNvGrpSpPr/>
          <p:nvPr/>
        </p:nvGrpSpPr>
        <p:grpSpPr>
          <a:xfrm>
            <a:off x="304799" y="749300"/>
            <a:ext cx="6192345" cy="400110"/>
            <a:chOff x="424116" y="898245"/>
            <a:chExt cx="6192345" cy="400110"/>
          </a:xfrm>
        </p:grpSpPr>
        <p:sp>
          <p:nvSpPr>
            <p:cNvPr id="2" name="平行四边形 1">
              <a:extLst>
                <a:ext uri="{FF2B5EF4-FFF2-40B4-BE49-F238E27FC236}">
                  <a16:creationId xmlns:a16="http://schemas.microsoft.com/office/drawing/2014/main" id="{1F5BAA3F-9845-4F89-A2DD-8222D3E4EDAC}"/>
                </a:ext>
              </a:extLst>
            </p:cNvPr>
            <p:cNvSpPr/>
            <p:nvPr/>
          </p:nvSpPr>
          <p:spPr>
            <a:xfrm>
              <a:off x="424116" y="898245"/>
              <a:ext cx="695119" cy="387090"/>
            </a:xfrm>
            <a:prstGeom prst="parallelogram">
              <a:avLst/>
            </a:prstGeom>
            <a:solidFill>
              <a:schemeClr val="accent3">
                <a:lumMod val="75000"/>
              </a:schemeClr>
            </a:solidFill>
            <a:ln>
              <a:solidFill>
                <a:schemeClr val="accent3">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CN" sz="2200" dirty="0">
                  <a:latin typeface="Impact" panose="020B0806030902050204" pitchFamily="34" charset="0"/>
                </a:rPr>
                <a:t>02</a:t>
              </a:r>
              <a:endParaRPr lang="zh-CN" altLang="en-US" sz="2200" dirty="0">
                <a:latin typeface="Impact" panose="020B0806030902050204" pitchFamily="34" charset="0"/>
              </a:endParaRPr>
            </a:p>
          </p:txBody>
        </p:sp>
        <p:sp>
          <p:nvSpPr>
            <p:cNvPr id="3" name="文本框 2">
              <a:extLst>
                <a:ext uri="{FF2B5EF4-FFF2-40B4-BE49-F238E27FC236}">
                  <a16:creationId xmlns:a16="http://schemas.microsoft.com/office/drawing/2014/main" id="{4D6BD736-A4D3-4F26-AFED-36E11F50F70B}"/>
                </a:ext>
              </a:extLst>
            </p:cNvPr>
            <p:cNvSpPr txBox="1"/>
            <p:nvPr/>
          </p:nvSpPr>
          <p:spPr>
            <a:xfrm>
              <a:off x="1119235" y="898245"/>
              <a:ext cx="5497226" cy="400110"/>
            </a:xfrm>
            <a:prstGeom prst="rect">
              <a:avLst/>
            </a:prstGeom>
            <a:noFill/>
          </p:spPr>
          <p:txBody>
            <a:bodyPr wrap="square" rtlCol="0">
              <a:spAutoFit/>
            </a:bodyPr>
            <a:lstStyle/>
            <a:p>
              <a:r>
                <a:rPr lang="en-US" altLang="zh-CN" sz="2000" b="1" dirty="0"/>
                <a:t>MAC</a:t>
              </a:r>
              <a:r>
                <a:rPr lang="zh-CN" altLang="en-US" sz="2000" b="1" dirty="0"/>
                <a:t>地址</a:t>
              </a:r>
            </a:p>
          </p:txBody>
        </p:sp>
      </p:grpSp>
      <p:sp>
        <p:nvSpPr>
          <p:cNvPr id="48" name="íşlïḍè">
            <a:extLst>
              <a:ext uri="{FF2B5EF4-FFF2-40B4-BE49-F238E27FC236}">
                <a16:creationId xmlns:a16="http://schemas.microsoft.com/office/drawing/2014/main" id="{3A8ED235-C46A-40A6-B687-AE21B4C08B05}"/>
              </a:ext>
            </a:extLst>
          </p:cNvPr>
          <p:cNvSpPr txBox="1"/>
          <p:nvPr/>
        </p:nvSpPr>
        <p:spPr>
          <a:xfrm>
            <a:off x="4470616" y="984954"/>
            <a:ext cx="3263923" cy="400110"/>
          </a:xfrm>
          <a:prstGeom prst="rect">
            <a:avLst/>
          </a:prstGeom>
          <a:noFill/>
        </p:spPr>
        <p:txBody>
          <a:bodyPr wrap="square" lIns="91440" tIns="45720" rIns="91440" bIns="45720" anchor="ctr">
            <a:noAutofit/>
          </a:bodyPr>
          <a:lstStyle/>
          <a:p>
            <a:pPr algn="ctr"/>
            <a:r>
              <a:rPr lang="en-US" altLang="zh-CN" b="1" dirty="0">
                <a:solidFill>
                  <a:schemeClr val="accent3">
                    <a:lumMod val="75000"/>
                  </a:schemeClr>
                </a:solidFill>
                <a:latin typeface="Arial Narrow" panose="020B0606020202030204" pitchFamily="34" charset="0"/>
              </a:rPr>
              <a:t>IEEE 802</a:t>
            </a:r>
            <a:r>
              <a:rPr lang="zh-CN" altLang="en-US" b="1" dirty="0">
                <a:solidFill>
                  <a:schemeClr val="accent3">
                    <a:lumMod val="75000"/>
                  </a:schemeClr>
                </a:solidFill>
                <a:latin typeface="Arial Narrow" panose="020B0606020202030204" pitchFamily="34" charset="0"/>
              </a:rPr>
              <a:t>局域网的</a:t>
            </a:r>
            <a:r>
              <a:rPr lang="en-US" altLang="zh-CN" b="1" dirty="0">
                <a:solidFill>
                  <a:schemeClr val="accent3">
                    <a:lumMod val="75000"/>
                  </a:schemeClr>
                </a:solidFill>
                <a:latin typeface="Arial Narrow" panose="020B0606020202030204" pitchFamily="34" charset="0"/>
              </a:rPr>
              <a:t>MAC</a:t>
            </a:r>
            <a:r>
              <a:rPr lang="zh-CN" altLang="en-US" b="1" dirty="0">
                <a:solidFill>
                  <a:schemeClr val="accent3">
                    <a:lumMod val="75000"/>
                  </a:schemeClr>
                </a:solidFill>
                <a:latin typeface="Arial Narrow" panose="020B0606020202030204" pitchFamily="34" charset="0"/>
              </a:rPr>
              <a:t>地址格式</a:t>
            </a:r>
          </a:p>
        </p:txBody>
      </p:sp>
      <p:graphicFrame>
        <p:nvGraphicFramePr>
          <p:cNvPr id="6" name="表格 6">
            <a:extLst>
              <a:ext uri="{FF2B5EF4-FFF2-40B4-BE49-F238E27FC236}">
                <a16:creationId xmlns:a16="http://schemas.microsoft.com/office/drawing/2014/main" id="{1A48AF6F-3A40-41AE-8302-66596AA26EC7}"/>
              </a:ext>
            </a:extLst>
          </p:cNvPr>
          <p:cNvGraphicFramePr>
            <a:graphicFrameLocks noGrp="1"/>
          </p:cNvGraphicFramePr>
          <p:nvPr/>
        </p:nvGraphicFramePr>
        <p:xfrm>
          <a:off x="1128933" y="1773539"/>
          <a:ext cx="9936688" cy="370840"/>
        </p:xfrm>
        <a:graphic>
          <a:graphicData uri="http://schemas.openxmlformats.org/drawingml/2006/table">
            <a:tbl>
              <a:tblPr firstRow="1" bandRow="1">
                <a:tableStyleId>{5C22544A-7EE6-4342-B048-85BDC9FD1C3A}</a:tableStyleId>
              </a:tblPr>
              <a:tblGrid>
                <a:gridCol w="307365">
                  <a:extLst>
                    <a:ext uri="{9D8B030D-6E8A-4147-A177-3AD203B41FA5}">
                      <a16:colId xmlns:a16="http://schemas.microsoft.com/office/drawing/2014/main" val="3978522098"/>
                    </a:ext>
                  </a:extLst>
                </a:gridCol>
                <a:gridCol w="307365">
                  <a:extLst>
                    <a:ext uri="{9D8B030D-6E8A-4147-A177-3AD203B41FA5}">
                      <a16:colId xmlns:a16="http://schemas.microsoft.com/office/drawing/2014/main" val="849717532"/>
                    </a:ext>
                  </a:extLst>
                </a:gridCol>
                <a:gridCol w="307365">
                  <a:extLst>
                    <a:ext uri="{9D8B030D-6E8A-4147-A177-3AD203B41FA5}">
                      <a16:colId xmlns:a16="http://schemas.microsoft.com/office/drawing/2014/main" val="2142942144"/>
                    </a:ext>
                  </a:extLst>
                </a:gridCol>
                <a:gridCol w="307365">
                  <a:extLst>
                    <a:ext uri="{9D8B030D-6E8A-4147-A177-3AD203B41FA5}">
                      <a16:colId xmlns:a16="http://schemas.microsoft.com/office/drawing/2014/main" val="874826259"/>
                    </a:ext>
                  </a:extLst>
                </a:gridCol>
                <a:gridCol w="307365">
                  <a:extLst>
                    <a:ext uri="{9D8B030D-6E8A-4147-A177-3AD203B41FA5}">
                      <a16:colId xmlns:a16="http://schemas.microsoft.com/office/drawing/2014/main" val="2199175047"/>
                    </a:ext>
                  </a:extLst>
                </a:gridCol>
                <a:gridCol w="307365">
                  <a:extLst>
                    <a:ext uri="{9D8B030D-6E8A-4147-A177-3AD203B41FA5}">
                      <a16:colId xmlns:a16="http://schemas.microsoft.com/office/drawing/2014/main" val="4096098212"/>
                    </a:ext>
                  </a:extLst>
                </a:gridCol>
                <a:gridCol w="307365">
                  <a:extLst>
                    <a:ext uri="{9D8B030D-6E8A-4147-A177-3AD203B41FA5}">
                      <a16:colId xmlns:a16="http://schemas.microsoft.com/office/drawing/2014/main" val="3161922733"/>
                    </a:ext>
                  </a:extLst>
                </a:gridCol>
                <a:gridCol w="307365">
                  <a:extLst>
                    <a:ext uri="{9D8B030D-6E8A-4147-A177-3AD203B41FA5}">
                      <a16:colId xmlns:a16="http://schemas.microsoft.com/office/drawing/2014/main" val="1896170140"/>
                    </a:ext>
                  </a:extLst>
                </a:gridCol>
                <a:gridCol w="5019040">
                  <a:extLst>
                    <a:ext uri="{9D8B030D-6E8A-4147-A177-3AD203B41FA5}">
                      <a16:colId xmlns:a16="http://schemas.microsoft.com/office/drawing/2014/main" val="1832502197"/>
                    </a:ext>
                  </a:extLst>
                </a:gridCol>
                <a:gridCol w="307341">
                  <a:extLst>
                    <a:ext uri="{9D8B030D-6E8A-4147-A177-3AD203B41FA5}">
                      <a16:colId xmlns:a16="http://schemas.microsoft.com/office/drawing/2014/main" val="3285941259"/>
                    </a:ext>
                  </a:extLst>
                </a:gridCol>
                <a:gridCol w="307341">
                  <a:extLst>
                    <a:ext uri="{9D8B030D-6E8A-4147-A177-3AD203B41FA5}">
                      <a16:colId xmlns:a16="http://schemas.microsoft.com/office/drawing/2014/main" val="1296972243"/>
                    </a:ext>
                  </a:extLst>
                </a:gridCol>
                <a:gridCol w="307341">
                  <a:extLst>
                    <a:ext uri="{9D8B030D-6E8A-4147-A177-3AD203B41FA5}">
                      <a16:colId xmlns:a16="http://schemas.microsoft.com/office/drawing/2014/main" val="4187490853"/>
                    </a:ext>
                  </a:extLst>
                </a:gridCol>
                <a:gridCol w="307341">
                  <a:extLst>
                    <a:ext uri="{9D8B030D-6E8A-4147-A177-3AD203B41FA5}">
                      <a16:colId xmlns:a16="http://schemas.microsoft.com/office/drawing/2014/main" val="837431734"/>
                    </a:ext>
                  </a:extLst>
                </a:gridCol>
                <a:gridCol w="307341">
                  <a:extLst>
                    <a:ext uri="{9D8B030D-6E8A-4147-A177-3AD203B41FA5}">
                      <a16:colId xmlns:a16="http://schemas.microsoft.com/office/drawing/2014/main" val="880851581"/>
                    </a:ext>
                  </a:extLst>
                </a:gridCol>
                <a:gridCol w="307341">
                  <a:extLst>
                    <a:ext uri="{9D8B030D-6E8A-4147-A177-3AD203B41FA5}">
                      <a16:colId xmlns:a16="http://schemas.microsoft.com/office/drawing/2014/main" val="2388368653"/>
                    </a:ext>
                  </a:extLst>
                </a:gridCol>
                <a:gridCol w="307341">
                  <a:extLst>
                    <a:ext uri="{9D8B030D-6E8A-4147-A177-3AD203B41FA5}">
                      <a16:colId xmlns:a16="http://schemas.microsoft.com/office/drawing/2014/main" val="239311804"/>
                    </a:ext>
                  </a:extLst>
                </a:gridCol>
                <a:gridCol w="307341">
                  <a:extLst>
                    <a:ext uri="{9D8B030D-6E8A-4147-A177-3AD203B41FA5}">
                      <a16:colId xmlns:a16="http://schemas.microsoft.com/office/drawing/2014/main" val="450227044"/>
                    </a:ext>
                  </a:extLst>
                </a:gridCol>
              </a:tblGrid>
              <a:tr h="370840">
                <a:tc>
                  <a:txBody>
                    <a:bodyPr/>
                    <a:lstStyle/>
                    <a:p>
                      <a:pPr algn="ctr"/>
                      <a:r>
                        <a:rPr lang="en-US" altLang="zh-CN" dirty="0">
                          <a:solidFill>
                            <a:schemeClr val="tx1"/>
                          </a:solidFill>
                          <a:latin typeface="+mn-lt"/>
                        </a:rPr>
                        <a:t>b7</a:t>
                      </a:r>
                      <a:endParaRPr lang="zh-CN" altLang="en-US" dirty="0">
                        <a:solidFill>
                          <a:schemeClr val="tx1"/>
                        </a:solidFill>
                        <a:latin typeface="+mn-lt"/>
                      </a:endParaRPr>
                    </a:p>
                  </a:txBody>
                  <a:tcPr marL="36000" marR="3600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ctr"/>
                      <a:r>
                        <a:rPr lang="en-US" altLang="zh-CN" dirty="0">
                          <a:solidFill>
                            <a:schemeClr val="tx1"/>
                          </a:solidFill>
                          <a:latin typeface="+mn-lt"/>
                        </a:rPr>
                        <a:t>b6</a:t>
                      </a:r>
                      <a:endParaRPr lang="zh-CN" altLang="en-US" dirty="0">
                        <a:solidFill>
                          <a:schemeClr val="tx1"/>
                        </a:solidFill>
                        <a:latin typeface="+mn-lt"/>
                      </a:endParaRPr>
                    </a:p>
                  </a:txBody>
                  <a:tcPr marL="36000" marR="3600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ctr"/>
                      <a:r>
                        <a:rPr lang="en-US" altLang="zh-CN" dirty="0">
                          <a:solidFill>
                            <a:schemeClr val="tx1"/>
                          </a:solidFill>
                          <a:latin typeface="+mn-lt"/>
                        </a:rPr>
                        <a:t>b5</a:t>
                      </a:r>
                      <a:endParaRPr lang="zh-CN" altLang="en-US" dirty="0">
                        <a:solidFill>
                          <a:schemeClr val="tx1"/>
                        </a:solidFill>
                        <a:latin typeface="+mn-lt"/>
                      </a:endParaRPr>
                    </a:p>
                  </a:txBody>
                  <a:tcPr marL="36000" marR="3600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ctr"/>
                      <a:r>
                        <a:rPr lang="en-US" altLang="zh-CN" dirty="0">
                          <a:solidFill>
                            <a:schemeClr val="tx1"/>
                          </a:solidFill>
                          <a:latin typeface="+mn-lt"/>
                        </a:rPr>
                        <a:t>b4</a:t>
                      </a:r>
                      <a:endParaRPr lang="zh-CN" altLang="en-US" dirty="0">
                        <a:solidFill>
                          <a:schemeClr val="tx1"/>
                        </a:solidFill>
                        <a:latin typeface="+mn-lt"/>
                      </a:endParaRPr>
                    </a:p>
                  </a:txBody>
                  <a:tcPr marL="36000" marR="3600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ctr"/>
                      <a:r>
                        <a:rPr lang="en-US" altLang="zh-CN" dirty="0">
                          <a:solidFill>
                            <a:schemeClr val="tx1"/>
                          </a:solidFill>
                          <a:latin typeface="+mn-lt"/>
                        </a:rPr>
                        <a:t>b3</a:t>
                      </a:r>
                      <a:endParaRPr lang="zh-CN" altLang="en-US" dirty="0">
                        <a:solidFill>
                          <a:schemeClr val="tx1"/>
                        </a:solidFill>
                        <a:latin typeface="+mn-lt"/>
                      </a:endParaRPr>
                    </a:p>
                  </a:txBody>
                  <a:tcPr marL="36000" marR="3600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ctr"/>
                      <a:r>
                        <a:rPr lang="en-US" altLang="zh-CN" dirty="0">
                          <a:solidFill>
                            <a:schemeClr val="tx1"/>
                          </a:solidFill>
                          <a:latin typeface="+mn-lt"/>
                        </a:rPr>
                        <a:t>b2</a:t>
                      </a:r>
                      <a:endParaRPr lang="zh-CN" altLang="en-US" dirty="0">
                        <a:solidFill>
                          <a:schemeClr val="tx1"/>
                        </a:solidFill>
                        <a:latin typeface="+mn-lt"/>
                      </a:endParaRPr>
                    </a:p>
                  </a:txBody>
                  <a:tcPr marL="36000" marR="3600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ctr"/>
                      <a:r>
                        <a:rPr lang="en-US" altLang="zh-CN" dirty="0">
                          <a:solidFill>
                            <a:schemeClr val="bg1"/>
                          </a:solidFill>
                          <a:latin typeface="+mn-lt"/>
                        </a:rPr>
                        <a:t>b1</a:t>
                      </a:r>
                      <a:endParaRPr lang="zh-CN" altLang="en-US" dirty="0">
                        <a:solidFill>
                          <a:schemeClr val="bg1"/>
                        </a:solidFill>
                        <a:latin typeface="+mn-lt"/>
                      </a:endParaRPr>
                    </a:p>
                  </a:txBody>
                  <a:tcPr marL="36000" marR="3600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accent3"/>
                    </a:solidFill>
                  </a:tcPr>
                </a:tc>
                <a:tc>
                  <a:txBody>
                    <a:bodyPr/>
                    <a:lstStyle/>
                    <a:p>
                      <a:pPr algn="ctr"/>
                      <a:r>
                        <a:rPr lang="en-US" altLang="zh-CN" dirty="0">
                          <a:solidFill>
                            <a:schemeClr val="bg1"/>
                          </a:solidFill>
                          <a:latin typeface="+mn-lt"/>
                        </a:rPr>
                        <a:t>b0</a:t>
                      </a:r>
                      <a:endParaRPr lang="zh-CN" altLang="en-US" dirty="0">
                        <a:solidFill>
                          <a:schemeClr val="bg1"/>
                        </a:solidFill>
                        <a:latin typeface="+mn-lt"/>
                      </a:endParaRPr>
                    </a:p>
                  </a:txBody>
                  <a:tcPr marL="36000" marR="3600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accent4"/>
                    </a:solidFill>
                  </a:tcPr>
                </a:tc>
                <a:tc>
                  <a:txBody>
                    <a:bodyPr/>
                    <a:lstStyle/>
                    <a:p>
                      <a:pPr algn="ctr"/>
                      <a:r>
                        <a:rPr lang="en-US" altLang="zh-CN" dirty="0">
                          <a:solidFill>
                            <a:schemeClr val="tx1"/>
                          </a:solidFill>
                          <a:latin typeface="新宋体" panose="02010609030101010101" pitchFamily="49" charset="-122"/>
                          <a:ea typeface="新宋体" panose="02010609030101010101" pitchFamily="49" charset="-122"/>
                          <a:cs typeface="Times New Roman" panose="02020603050405020304" pitchFamily="18" charset="0"/>
                        </a:rPr>
                        <a:t>……</a:t>
                      </a:r>
                      <a:endParaRPr lang="zh-CN" altLang="en-US" dirty="0">
                        <a:solidFill>
                          <a:schemeClr val="tx1"/>
                        </a:solidFill>
                        <a:latin typeface="新宋体" panose="02010609030101010101" pitchFamily="49" charset="-122"/>
                        <a:ea typeface="新宋体" panose="02010609030101010101" pitchFamily="49" charset="-122"/>
                        <a:cs typeface="Times New Roman" panose="02020603050405020304" pitchFamily="18" charset="0"/>
                      </a:endParaRPr>
                    </a:p>
                  </a:txBody>
                  <a:tcPr marL="36000" marR="3600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ctr"/>
                      <a:r>
                        <a:rPr lang="en-US" altLang="zh-CN" dirty="0">
                          <a:solidFill>
                            <a:schemeClr val="tx1"/>
                          </a:solidFill>
                          <a:latin typeface="+mn-lt"/>
                        </a:rPr>
                        <a:t>b7</a:t>
                      </a:r>
                      <a:endParaRPr lang="zh-CN" altLang="en-US" dirty="0">
                        <a:solidFill>
                          <a:schemeClr val="tx1"/>
                        </a:solidFill>
                        <a:latin typeface="+mn-lt"/>
                      </a:endParaRPr>
                    </a:p>
                  </a:txBody>
                  <a:tcPr marL="36000" marR="3600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ctr"/>
                      <a:r>
                        <a:rPr lang="en-US" altLang="zh-CN" dirty="0">
                          <a:solidFill>
                            <a:schemeClr val="tx1"/>
                          </a:solidFill>
                          <a:latin typeface="+mn-lt"/>
                        </a:rPr>
                        <a:t>b6</a:t>
                      </a:r>
                      <a:endParaRPr lang="zh-CN" altLang="en-US" dirty="0">
                        <a:solidFill>
                          <a:schemeClr val="tx1"/>
                        </a:solidFill>
                        <a:latin typeface="+mn-lt"/>
                      </a:endParaRPr>
                    </a:p>
                  </a:txBody>
                  <a:tcPr marL="36000" marR="3600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ctr"/>
                      <a:r>
                        <a:rPr lang="en-US" altLang="zh-CN" dirty="0">
                          <a:solidFill>
                            <a:schemeClr val="tx1"/>
                          </a:solidFill>
                          <a:latin typeface="+mn-lt"/>
                        </a:rPr>
                        <a:t>b5</a:t>
                      </a:r>
                      <a:endParaRPr lang="zh-CN" altLang="en-US" dirty="0">
                        <a:solidFill>
                          <a:schemeClr val="tx1"/>
                        </a:solidFill>
                        <a:latin typeface="+mn-lt"/>
                      </a:endParaRPr>
                    </a:p>
                  </a:txBody>
                  <a:tcPr marL="36000" marR="3600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ctr"/>
                      <a:r>
                        <a:rPr lang="en-US" altLang="zh-CN" dirty="0">
                          <a:solidFill>
                            <a:schemeClr val="tx1"/>
                          </a:solidFill>
                          <a:latin typeface="+mn-lt"/>
                        </a:rPr>
                        <a:t>b4</a:t>
                      </a:r>
                      <a:endParaRPr lang="zh-CN" altLang="en-US" dirty="0">
                        <a:solidFill>
                          <a:schemeClr val="tx1"/>
                        </a:solidFill>
                        <a:latin typeface="+mn-lt"/>
                      </a:endParaRPr>
                    </a:p>
                  </a:txBody>
                  <a:tcPr marL="36000" marR="3600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ctr"/>
                      <a:r>
                        <a:rPr lang="en-US" altLang="zh-CN" dirty="0">
                          <a:solidFill>
                            <a:schemeClr val="tx1"/>
                          </a:solidFill>
                          <a:latin typeface="+mn-lt"/>
                        </a:rPr>
                        <a:t>b3</a:t>
                      </a:r>
                      <a:endParaRPr lang="zh-CN" altLang="en-US" dirty="0">
                        <a:solidFill>
                          <a:schemeClr val="tx1"/>
                        </a:solidFill>
                        <a:latin typeface="+mn-lt"/>
                      </a:endParaRPr>
                    </a:p>
                  </a:txBody>
                  <a:tcPr marL="36000" marR="3600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ctr"/>
                      <a:r>
                        <a:rPr lang="en-US" altLang="zh-CN" dirty="0">
                          <a:solidFill>
                            <a:schemeClr val="tx1"/>
                          </a:solidFill>
                          <a:latin typeface="+mn-lt"/>
                        </a:rPr>
                        <a:t>b2</a:t>
                      </a:r>
                      <a:endParaRPr lang="zh-CN" altLang="en-US" dirty="0">
                        <a:solidFill>
                          <a:schemeClr val="tx1"/>
                        </a:solidFill>
                        <a:latin typeface="+mn-lt"/>
                      </a:endParaRPr>
                    </a:p>
                  </a:txBody>
                  <a:tcPr marL="36000" marR="3600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ctr"/>
                      <a:r>
                        <a:rPr lang="en-US" altLang="zh-CN" dirty="0">
                          <a:solidFill>
                            <a:schemeClr val="tx1"/>
                          </a:solidFill>
                          <a:latin typeface="+mn-lt"/>
                        </a:rPr>
                        <a:t>b1</a:t>
                      </a:r>
                      <a:endParaRPr lang="zh-CN" altLang="en-US" dirty="0">
                        <a:solidFill>
                          <a:schemeClr val="tx1"/>
                        </a:solidFill>
                        <a:latin typeface="+mn-lt"/>
                      </a:endParaRPr>
                    </a:p>
                  </a:txBody>
                  <a:tcPr marL="36000" marR="3600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ctr"/>
                      <a:r>
                        <a:rPr lang="en-US" altLang="zh-CN" dirty="0">
                          <a:solidFill>
                            <a:schemeClr val="tx1"/>
                          </a:solidFill>
                          <a:latin typeface="+mn-lt"/>
                        </a:rPr>
                        <a:t>b0</a:t>
                      </a:r>
                      <a:endParaRPr lang="zh-CN" altLang="en-US" dirty="0">
                        <a:solidFill>
                          <a:schemeClr val="tx1"/>
                        </a:solidFill>
                        <a:latin typeface="+mn-lt"/>
                      </a:endParaRPr>
                    </a:p>
                  </a:txBody>
                  <a:tcPr marL="36000" marR="3600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extLst>
                  <a:ext uri="{0D108BD9-81ED-4DB2-BD59-A6C34878D82A}">
                    <a16:rowId xmlns:a16="http://schemas.microsoft.com/office/drawing/2014/main" val="2539908259"/>
                  </a:ext>
                </a:extLst>
              </a:tr>
            </a:tbl>
          </a:graphicData>
        </a:graphic>
      </p:graphicFrame>
      <p:sp>
        <p:nvSpPr>
          <p:cNvPr id="9" name="文本框 8">
            <a:extLst>
              <a:ext uri="{FF2B5EF4-FFF2-40B4-BE49-F238E27FC236}">
                <a16:creationId xmlns:a16="http://schemas.microsoft.com/office/drawing/2014/main" id="{ED5B615E-979F-4A0A-97F7-414E3E081955}"/>
              </a:ext>
            </a:extLst>
          </p:cNvPr>
          <p:cNvSpPr txBox="1"/>
          <p:nvPr/>
        </p:nvSpPr>
        <p:spPr>
          <a:xfrm>
            <a:off x="3872498" y="2647340"/>
            <a:ext cx="2534885" cy="369332"/>
          </a:xfrm>
          <a:prstGeom prst="rect">
            <a:avLst/>
          </a:prstGeom>
          <a:noFill/>
        </p:spPr>
        <p:txBody>
          <a:bodyPr wrap="square" rtlCol="0">
            <a:spAutoFit/>
          </a:bodyPr>
          <a:lstStyle/>
          <a:p>
            <a:r>
              <a:rPr lang="en-US" altLang="zh-CN" b="1" dirty="0">
                <a:solidFill>
                  <a:schemeClr val="accent4"/>
                </a:solidFill>
                <a:latin typeface="Arial Narrow" panose="020B0606020202030204" pitchFamily="34" charset="0"/>
              </a:rPr>
              <a:t>I</a:t>
            </a:r>
            <a:r>
              <a:rPr lang="en-US" altLang="zh-CN" b="1" dirty="0">
                <a:latin typeface="Arial Narrow" panose="020B0606020202030204" pitchFamily="34" charset="0"/>
              </a:rPr>
              <a:t>/</a:t>
            </a:r>
            <a:r>
              <a:rPr lang="en-US" altLang="zh-CN" b="1" dirty="0">
                <a:solidFill>
                  <a:schemeClr val="accent4"/>
                </a:solidFill>
                <a:latin typeface="Arial Narrow" panose="020B0606020202030204" pitchFamily="34" charset="0"/>
              </a:rPr>
              <a:t>G </a:t>
            </a:r>
            <a:r>
              <a:rPr lang="en-US" altLang="zh-CN" b="1" dirty="0">
                <a:latin typeface="Arial Narrow" panose="020B0606020202030204" pitchFamily="34" charset="0"/>
              </a:rPr>
              <a:t>=0</a:t>
            </a:r>
            <a:r>
              <a:rPr lang="zh-CN" altLang="en-US" b="1" dirty="0">
                <a:latin typeface="Arial Narrow" panose="020B0606020202030204" pitchFamily="34" charset="0"/>
              </a:rPr>
              <a:t>：单播地址</a:t>
            </a:r>
          </a:p>
        </p:txBody>
      </p:sp>
      <p:sp>
        <p:nvSpPr>
          <p:cNvPr id="10" name="文本框 9">
            <a:extLst>
              <a:ext uri="{FF2B5EF4-FFF2-40B4-BE49-F238E27FC236}">
                <a16:creationId xmlns:a16="http://schemas.microsoft.com/office/drawing/2014/main" id="{A94A4805-EE00-4E20-8A3D-CFBEC41F2281}"/>
              </a:ext>
            </a:extLst>
          </p:cNvPr>
          <p:cNvSpPr txBox="1"/>
          <p:nvPr/>
        </p:nvSpPr>
        <p:spPr>
          <a:xfrm>
            <a:off x="3872498" y="2994823"/>
            <a:ext cx="1934058" cy="369332"/>
          </a:xfrm>
          <a:prstGeom prst="rect">
            <a:avLst/>
          </a:prstGeom>
          <a:noFill/>
        </p:spPr>
        <p:txBody>
          <a:bodyPr wrap="square" rtlCol="0">
            <a:spAutoFit/>
          </a:bodyPr>
          <a:lstStyle/>
          <a:p>
            <a:r>
              <a:rPr lang="en-US" altLang="zh-CN" b="1" dirty="0">
                <a:solidFill>
                  <a:schemeClr val="accent4"/>
                </a:solidFill>
                <a:latin typeface="Arial Narrow" panose="020B0606020202030204" pitchFamily="34" charset="0"/>
              </a:rPr>
              <a:t>I</a:t>
            </a:r>
            <a:r>
              <a:rPr lang="en-US" altLang="zh-CN" b="1" dirty="0">
                <a:latin typeface="Arial Narrow" panose="020B0606020202030204" pitchFamily="34" charset="0"/>
              </a:rPr>
              <a:t>/</a:t>
            </a:r>
            <a:r>
              <a:rPr lang="en-US" altLang="zh-CN" b="1" dirty="0">
                <a:solidFill>
                  <a:schemeClr val="accent4"/>
                </a:solidFill>
                <a:latin typeface="Arial Narrow" panose="020B0606020202030204" pitchFamily="34" charset="0"/>
              </a:rPr>
              <a:t>G </a:t>
            </a:r>
            <a:r>
              <a:rPr lang="en-US" altLang="zh-CN" b="1" dirty="0">
                <a:latin typeface="Arial Narrow" panose="020B0606020202030204" pitchFamily="34" charset="0"/>
              </a:rPr>
              <a:t>=1</a:t>
            </a:r>
            <a:r>
              <a:rPr lang="zh-CN" altLang="en-US" b="1" dirty="0">
                <a:latin typeface="Arial Narrow" panose="020B0606020202030204" pitchFamily="34" charset="0"/>
              </a:rPr>
              <a:t>：多播地址</a:t>
            </a:r>
          </a:p>
        </p:txBody>
      </p:sp>
      <p:sp>
        <p:nvSpPr>
          <p:cNvPr id="13" name="文本框 12">
            <a:extLst>
              <a:ext uri="{FF2B5EF4-FFF2-40B4-BE49-F238E27FC236}">
                <a16:creationId xmlns:a16="http://schemas.microsoft.com/office/drawing/2014/main" id="{842A3E8D-6EB4-4BD7-A61C-1FA35540E0E9}"/>
              </a:ext>
            </a:extLst>
          </p:cNvPr>
          <p:cNvSpPr txBox="1"/>
          <p:nvPr/>
        </p:nvSpPr>
        <p:spPr>
          <a:xfrm>
            <a:off x="774063" y="2647340"/>
            <a:ext cx="1987780" cy="369332"/>
          </a:xfrm>
          <a:prstGeom prst="rect">
            <a:avLst/>
          </a:prstGeom>
          <a:noFill/>
        </p:spPr>
        <p:txBody>
          <a:bodyPr wrap="square" rtlCol="0">
            <a:spAutoFit/>
          </a:bodyPr>
          <a:lstStyle/>
          <a:p>
            <a:r>
              <a:rPr lang="en-US" altLang="zh-CN" b="1" dirty="0">
                <a:solidFill>
                  <a:schemeClr val="accent3"/>
                </a:solidFill>
                <a:latin typeface="Arial Narrow" panose="020B0606020202030204" pitchFamily="34" charset="0"/>
              </a:rPr>
              <a:t>G</a:t>
            </a:r>
            <a:r>
              <a:rPr lang="en-US" altLang="zh-CN" b="1" dirty="0">
                <a:latin typeface="Arial Narrow" panose="020B0606020202030204" pitchFamily="34" charset="0"/>
              </a:rPr>
              <a:t>/</a:t>
            </a:r>
            <a:r>
              <a:rPr lang="en-US" altLang="zh-CN" b="1" dirty="0">
                <a:solidFill>
                  <a:schemeClr val="accent3"/>
                </a:solidFill>
                <a:latin typeface="Arial Narrow" panose="020B0606020202030204" pitchFamily="34" charset="0"/>
              </a:rPr>
              <a:t>L</a:t>
            </a:r>
            <a:r>
              <a:rPr lang="en-US" altLang="zh-CN" b="1" dirty="0">
                <a:latin typeface="Arial Narrow" panose="020B0606020202030204" pitchFamily="34" charset="0"/>
              </a:rPr>
              <a:t>=0</a:t>
            </a:r>
            <a:r>
              <a:rPr lang="zh-CN" altLang="en-US" b="1" dirty="0">
                <a:latin typeface="Arial Narrow" panose="020B0606020202030204" pitchFamily="34" charset="0"/>
              </a:rPr>
              <a:t>：全球管理</a:t>
            </a:r>
          </a:p>
        </p:txBody>
      </p:sp>
      <p:sp>
        <p:nvSpPr>
          <p:cNvPr id="14" name="文本框 13">
            <a:extLst>
              <a:ext uri="{FF2B5EF4-FFF2-40B4-BE49-F238E27FC236}">
                <a16:creationId xmlns:a16="http://schemas.microsoft.com/office/drawing/2014/main" id="{64E5CEC7-81B2-473C-A64B-B63AA4953834}"/>
              </a:ext>
            </a:extLst>
          </p:cNvPr>
          <p:cNvSpPr txBox="1"/>
          <p:nvPr/>
        </p:nvSpPr>
        <p:spPr>
          <a:xfrm>
            <a:off x="774063" y="2994823"/>
            <a:ext cx="1920902" cy="369332"/>
          </a:xfrm>
          <a:prstGeom prst="rect">
            <a:avLst/>
          </a:prstGeom>
          <a:noFill/>
        </p:spPr>
        <p:txBody>
          <a:bodyPr wrap="square" rtlCol="0">
            <a:spAutoFit/>
          </a:bodyPr>
          <a:lstStyle/>
          <a:p>
            <a:r>
              <a:rPr lang="en-US" altLang="zh-CN" b="1" dirty="0">
                <a:solidFill>
                  <a:schemeClr val="accent3"/>
                </a:solidFill>
                <a:latin typeface="Arial Narrow" panose="020B0606020202030204" pitchFamily="34" charset="0"/>
              </a:rPr>
              <a:t>G</a:t>
            </a:r>
            <a:r>
              <a:rPr lang="en-US" altLang="zh-CN" b="1" dirty="0">
                <a:latin typeface="Arial Narrow" panose="020B0606020202030204" pitchFamily="34" charset="0"/>
              </a:rPr>
              <a:t>/</a:t>
            </a:r>
            <a:r>
              <a:rPr lang="en-US" altLang="zh-CN" b="1" dirty="0">
                <a:solidFill>
                  <a:schemeClr val="accent3"/>
                </a:solidFill>
                <a:latin typeface="Arial Narrow" panose="020B0606020202030204" pitchFamily="34" charset="0"/>
              </a:rPr>
              <a:t>L</a:t>
            </a:r>
            <a:r>
              <a:rPr lang="en-US" altLang="zh-CN" b="1" dirty="0">
                <a:latin typeface="Arial Narrow" panose="020B0606020202030204" pitchFamily="34" charset="0"/>
              </a:rPr>
              <a:t>=1</a:t>
            </a:r>
            <a:r>
              <a:rPr lang="zh-CN" altLang="en-US" b="1" dirty="0">
                <a:latin typeface="Arial Narrow" panose="020B0606020202030204" pitchFamily="34" charset="0"/>
              </a:rPr>
              <a:t>：本地管理</a:t>
            </a:r>
          </a:p>
        </p:txBody>
      </p:sp>
      <p:grpSp>
        <p:nvGrpSpPr>
          <p:cNvPr id="22" name="组合 21">
            <a:extLst>
              <a:ext uri="{FF2B5EF4-FFF2-40B4-BE49-F238E27FC236}">
                <a16:creationId xmlns:a16="http://schemas.microsoft.com/office/drawing/2014/main" id="{48BA0A3B-A892-456F-9819-0E7CBE0D51F6}"/>
              </a:ext>
            </a:extLst>
          </p:cNvPr>
          <p:cNvGrpSpPr/>
          <p:nvPr/>
        </p:nvGrpSpPr>
        <p:grpSpPr>
          <a:xfrm>
            <a:off x="3433934" y="2144379"/>
            <a:ext cx="2973449" cy="524810"/>
            <a:chOff x="3433934" y="2144379"/>
            <a:chExt cx="2973449" cy="524810"/>
          </a:xfrm>
        </p:grpSpPr>
        <p:sp>
          <p:nvSpPr>
            <p:cNvPr id="5" name="文本框 4">
              <a:extLst>
                <a:ext uri="{FF2B5EF4-FFF2-40B4-BE49-F238E27FC236}">
                  <a16:creationId xmlns:a16="http://schemas.microsoft.com/office/drawing/2014/main" id="{135D7624-AC30-42D9-A836-F07FA6934128}"/>
                </a:ext>
              </a:extLst>
            </p:cNvPr>
            <p:cNvSpPr txBox="1"/>
            <p:nvPr/>
          </p:nvSpPr>
          <p:spPr>
            <a:xfrm>
              <a:off x="3872498" y="2299857"/>
              <a:ext cx="2534885" cy="369332"/>
            </a:xfrm>
            <a:prstGeom prst="rect">
              <a:avLst/>
            </a:prstGeom>
            <a:noFill/>
          </p:spPr>
          <p:txBody>
            <a:bodyPr wrap="square" rtlCol="0">
              <a:spAutoFit/>
            </a:bodyPr>
            <a:lstStyle/>
            <a:p>
              <a:r>
                <a:rPr lang="en-US" altLang="zh-CN" b="1" dirty="0">
                  <a:solidFill>
                    <a:schemeClr val="accent4"/>
                  </a:solidFill>
                  <a:latin typeface="Arial Narrow" panose="020B0606020202030204" pitchFamily="34" charset="0"/>
                </a:rPr>
                <a:t>I</a:t>
              </a:r>
              <a:r>
                <a:rPr lang="en-US" altLang="zh-CN" b="1" dirty="0">
                  <a:latin typeface="Arial Narrow" panose="020B0606020202030204" pitchFamily="34" charset="0"/>
                </a:rPr>
                <a:t>/</a:t>
              </a:r>
              <a:r>
                <a:rPr lang="en-US" altLang="zh-CN" b="1" dirty="0">
                  <a:solidFill>
                    <a:schemeClr val="accent4"/>
                  </a:solidFill>
                  <a:latin typeface="Arial Narrow" panose="020B0606020202030204" pitchFamily="34" charset="0"/>
                </a:rPr>
                <a:t>G</a:t>
              </a:r>
              <a:r>
                <a:rPr lang="zh-CN" altLang="en-US" b="1" dirty="0">
                  <a:latin typeface="Arial Narrow" panose="020B0606020202030204" pitchFamily="34" charset="0"/>
                </a:rPr>
                <a:t>（</a:t>
              </a:r>
              <a:r>
                <a:rPr lang="en-US" altLang="zh-CN" b="1" dirty="0">
                  <a:solidFill>
                    <a:schemeClr val="accent4"/>
                  </a:solidFill>
                  <a:latin typeface="Arial Narrow" panose="020B0606020202030204" pitchFamily="34" charset="0"/>
                </a:rPr>
                <a:t>I</a:t>
              </a:r>
              <a:r>
                <a:rPr lang="en-US" altLang="zh-CN" b="1" dirty="0">
                  <a:latin typeface="Arial Narrow" panose="020B0606020202030204" pitchFamily="34" charset="0"/>
                </a:rPr>
                <a:t>ndividual/</a:t>
              </a:r>
              <a:r>
                <a:rPr lang="en-US" altLang="zh-CN" b="1" dirty="0">
                  <a:solidFill>
                    <a:schemeClr val="accent4"/>
                  </a:solidFill>
                  <a:latin typeface="Arial Narrow" panose="020B0606020202030204" pitchFamily="34" charset="0"/>
                </a:rPr>
                <a:t>G</a:t>
              </a:r>
              <a:r>
                <a:rPr lang="en-US" altLang="zh-CN" b="1" dirty="0">
                  <a:latin typeface="Arial Narrow" panose="020B0606020202030204" pitchFamily="34" charset="0"/>
                </a:rPr>
                <a:t>roup</a:t>
              </a:r>
              <a:r>
                <a:rPr lang="zh-CN" altLang="en-US" b="1" dirty="0">
                  <a:latin typeface="Arial Narrow" panose="020B0606020202030204" pitchFamily="34" charset="0"/>
                </a:rPr>
                <a:t>）</a:t>
              </a:r>
            </a:p>
          </p:txBody>
        </p:sp>
        <p:cxnSp>
          <p:nvCxnSpPr>
            <p:cNvPr id="18" name="连接符: 肘形 17">
              <a:extLst>
                <a:ext uri="{FF2B5EF4-FFF2-40B4-BE49-F238E27FC236}">
                  <a16:creationId xmlns:a16="http://schemas.microsoft.com/office/drawing/2014/main" id="{B80F4F53-340C-446E-BFF8-59A3F17CFA23}"/>
                </a:ext>
              </a:extLst>
            </p:cNvPr>
            <p:cNvCxnSpPr>
              <a:endCxn id="5" idx="1"/>
            </p:cNvCxnSpPr>
            <p:nvPr/>
          </p:nvCxnSpPr>
          <p:spPr>
            <a:xfrm>
              <a:off x="3433934" y="2144379"/>
              <a:ext cx="438564" cy="340144"/>
            </a:xfrm>
            <a:prstGeom prst="bentConnector3">
              <a:avLst>
                <a:gd name="adj1" fmla="val -2500"/>
              </a:avLst>
            </a:prstGeom>
            <a:ln w="25400">
              <a:solidFill>
                <a:schemeClr val="tx1"/>
              </a:solidFill>
              <a:tailEnd type="triangle"/>
            </a:ln>
          </p:spPr>
          <p:style>
            <a:lnRef idx="1">
              <a:schemeClr val="accent1"/>
            </a:lnRef>
            <a:fillRef idx="0">
              <a:schemeClr val="accent1"/>
            </a:fillRef>
            <a:effectRef idx="0">
              <a:schemeClr val="accent1"/>
            </a:effectRef>
            <a:fontRef idx="minor">
              <a:schemeClr val="tx1"/>
            </a:fontRef>
          </p:style>
        </p:cxnSp>
      </p:grpSp>
      <p:grpSp>
        <p:nvGrpSpPr>
          <p:cNvPr id="25" name="组合 24">
            <a:extLst>
              <a:ext uri="{FF2B5EF4-FFF2-40B4-BE49-F238E27FC236}">
                <a16:creationId xmlns:a16="http://schemas.microsoft.com/office/drawing/2014/main" id="{0133F0BF-344C-48AA-A52F-A2D0A8CDE9F5}"/>
              </a:ext>
            </a:extLst>
          </p:cNvPr>
          <p:cNvGrpSpPr/>
          <p:nvPr/>
        </p:nvGrpSpPr>
        <p:grpSpPr>
          <a:xfrm>
            <a:off x="774063" y="2142265"/>
            <a:ext cx="2374810" cy="529740"/>
            <a:chOff x="774063" y="2142265"/>
            <a:chExt cx="2374810" cy="529740"/>
          </a:xfrm>
        </p:grpSpPr>
        <p:sp>
          <p:nvSpPr>
            <p:cNvPr id="11" name="文本框 10">
              <a:extLst>
                <a:ext uri="{FF2B5EF4-FFF2-40B4-BE49-F238E27FC236}">
                  <a16:creationId xmlns:a16="http://schemas.microsoft.com/office/drawing/2014/main" id="{B40DA83F-33DC-4A8C-BBC9-42F06E5AF8E1}"/>
                </a:ext>
              </a:extLst>
            </p:cNvPr>
            <p:cNvSpPr txBox="1"/>
            <p:nvPr/>
          </p:nvSpPr>
          <p:spPr>
            <a:xfrm>
              <a:off x="774063" y="2302673"/>
              <a:ext cx="1987780" cy="369332"/>
            </a:xfrm>
            <a:prstGeom prst="rect">
              <a:avLst/>
            </a:prstGeom>
            <a:noFill/>
          </p:spPr>
          <p:txBody>
            <a:bodyPr wrap="square" rtlCol="0">
              <a:spAutoFit/>
            </a:bodyPr>
            <a:lstStyle/>
            <a:p>
              <a:r>
                <a:rPr lang="en-US" altLang="zh-CN" b="1" dirty="0">
                  <a:solidFill>
                    <a:schemeClr val="accent3"/>
                  </a:solidFill>
                  <a:latin typeface="Arial Narrow" panose="020B0606020202030204" pitchFamily="34" charset="0"/>
                </a:rPr>
                <a:t>G</a:t>
              </a:r>
              <a:r>
                <a:rPr lang="en-US" altLang="zh-CN" b="1" dirty="0">
                  <a:latin typeface="Arial Narrow" panose="020B0606020202030204" pitchFamily="34" charset="0"/>
                </a:rPr>
                <a:t>/</a:t>
              </a:r>
              <a:r>
                <a:rPr lang="en-US" altLang="zh-CN" b="1" dirty="0">
                  <a:solidFill>
                    <a:schemeClr val="accent3"/>
                  </a:solidFill>
                  <a:latin typeface="Arial Narrow" panose="020B0606020202030204" pitchFamily="34" charset="0"/>
                </a:rPr>
                <a:t>L</a:t>
              </a:r>
              <a:r>
                <a:rPr lang="zh-CN" altLang="en-US" b="1" dirty="0">
                  <a:latin typeface="Arial Narrow" panose="020B0606020202030204" pitchFamily="34" charset="0"/>
                </a:rPr>
                <a:t>（</a:t>
              </a:r>
              <a:r>
                <a:rPr lang="en-US" altLang="zh-CN" b="1" dirty="0">
                  <a:solidFill>
                    <a:schemeClr val="accent3"/>
                  </a:solidFill>
                  <a:latin typeface="Arial Narrow" panose="020B0606020202030204" pitchFamily="34" charset="0"/>
                </a:rPr>
                <a:t>G</a:t>
              </a:r>
              <a:r>
                <a:rPr lang="en-US" altLang="zh-CN" b="1" dirty="0">
                  <a:latin typeface="Arial Narrow" panose="020B0606020202030204" pitchFamily="34" charset="0"/>
                </a:rPr>
                <a:t>lobal/</a:t>
              </a:r>
              <a:r>
                <a:rPr lang="en-US" altLang="zh-CN" b="1" dirty="0">
                  <a:solidFill>
                    <a:schemeClr val="accent3"/>
                  </a:solidFill>
                  <a:latin typeface="Arial Narrow" panose="020B0606020202030204" pitchFamily="34" charset="0"/>
                </a:rPr>
                <a:t>L</a:t>
              </a:r>
              <a:r>
                <a:rPr lang="en-US" altLang="zh-CN" b="1" dirty="0">
                  <a:latin typeface="Arial Narrow" panose="020B0606020202030204" pitchFamily="34" charset="0"/>
                </a:rPr>
                <a:t>ocal</a:t>
              </a:r>
              <a:r>
                <a:rPr lang="zh-CN" altLang="en-US" b="1" dirty="0">
                  <a:latin typeface="Arial Narrow" panose="020B0606020202030204" pitchFamily="34" charset="0"/>
                </a:rPr>
                <a:t>）</a:t>
              </a:r>
            </a:p>
          </p:txBody>
        </p:sp>
        <p:cxnSp>
          <p:nvCxnSpPr>
            <p:cNvPr id="16" name="连接符: 肘形 15">
              <a:extLst>
                <a:ext uri="{FF2B5EF4-FFF2-40B4-BE49-F238E27FC236}">
                  <a16:creationId xmlns:a16="http://schemas.microsoft.com/office/drawing/2014/main" id="{927A9E0C-963E-4552-8A3B-4F2E053D1653}"/>
                </a:ext>
              </a:extLst>
            </p:cNvPr>
            <p:cNvCxnSpPr>
              <a:cxnSpLocks/>
              <a:endCxn id="11" idx="3"/>
            </p:cNvCxnSpPr>
            <p:nvPr/>
          </p:nvCxnSpPr>
          <p:spPr>
            <a:xfrm rot="10800000" flipV="1">
              <a:off x="2761843" y="2142265"/>
              <a:ext cx="387030" cy="345073"/>
            </a:xfrm>
            <a:prstGeom prst="bentConnector3">
              <a:avLst>
                <a:gd name="adj1" fmla="val 4107"/>
              </a:avLst>
            </a:prstGeom>
            <a:ln w="25400">
              <a:solidFill>
                <a:schemeClr val="tx1"/>
              </a:solidFill>
              <a:tailEnd type="triangle"/>
            </a:ln>
          </p:spPr>
          <p:style>
            <a:lnRef idx="1">
              <a:schemeClr val="accent1"/>
            </a:lnRef>
            <a:fillRef idx="0">
              <a:schemeClr val="accent1"/>
            </a:fillRef>
            <a:effectRef idx="0">
              <a:schemeClr val="accent1"/>
            </a:effectRef>
            <a:fontRef idx="minor">
              <a:schemeClr val="tx1"/>
            </a:fontRef>
          </p:style>
        </p:cxnSp>
      </p:grpSp>
      <p:graphicFrame>
        <p:nvGraphicFramePr>
          <p:cNvPr id="7" name="表格 11">
            <a:extLst>
              <a:ext uri="{FF2B5EF4-FFF2-40B4-BE49-F238E27FC236}">
                <a16:creationId xmlns:a16="http://schemas.microsoft.com/office/drawing/2014/main" id="{6D079289-E671-406A-AF87-784BF8CB8C7E}"/>
              </a:ext>
            </a:extLst>
          </p:cNvPr>
          <p:cNvGraphicFramePr>
            <a:graphicFrameLocks noGrp="1"/>
          </p:cNvGraphicFramePr>
          <p:nvPr/>
        </p:nvGraphicFramePr>
        <p:xfrm>
          <a:off x="304800" y="3594100"/>
          <a:ext cx="11582402" cy="2841620"/>
        </p:xfrm>
        <a:graphic>
          <a:graphicData uri="http://schemas.openxmlformats.org/drawingml/2006/table">
            <a:tbl>
              <a:tblPr firstRow="1" bandRow="1">
                <a:tableStyleId>{5C22544A-7EE6-4342-B048-85BDC9FD1C3A}</a:tableStyleId>
              </a:tblPr>
              <a:tblGrid>
                <a:gridCol w="1229068">
                  <a:extLst>
                    <a:ext uri="{9D8B030D-6E8A-4147-A177-3AD203B41FA5}">
                      <a16:colId xmlns:a16="http://schemas.microsoft.com/office/drawing/2014/main" val="3201315185"/>
                    </a:ext>
                  </a:extLst>
                </a:gridCol>
                <a:gridCol w="1229068">
                  <a:extLst>
                    <a:ext uri="{9D8B030D-6E8A-4147-A177-3AD203B41FA5}">
                      <a16:colId xmlns:a16="http://schemas.microsoft.com/office/drawing/2014/main" val="2306449060"/>
                    </a:ext>
                  </a:extLst>
                </a:gridCol>
                <a:gridCol w="7400720">
                  <a:extLst>
                    <a:ext uri="{9D8B030D-6E8A-4147-A177-3AD203B41FA5}">
                      <a16:colId xmlns:a16="http://schemas.microsoft.com/office/drawing/2014/main" val="3816814684"/>
                    </a:ext>
                  </a:extLst>
                </a:gridCol>
                <a:gridCol w="861773">
                  <a:extLst>
                    <a:ext uri="{9D8B030D-6E8A-4147-A177-3AD203B41FA5}">
                      <a16:colId xmlns:a16="http://schemas.microsoft.com/office/drawing/2014/main" val="3904571176"/>
                    </a:ext>
                  </a:extLst>
                </a:gridCol>
                <a:gridCol w="861773">
                  <a:extLst>
                    <a:ext uri="{9D8B030D-6E8A-4147-A177-3AD203B41FA5}">
                      <a16:colId xmlns:a16="http://schemas.microsoft.com/office/drawing/2014/main" val="3946450843"/>
                    </a:ext>
                  </a:extLst>
                </a:gridCol>
              </a:tblGrid>
              <a:tr h="550385">
                <a:tc>
                  <a:txBody>
                    <a:bodyPr/>
                    <a:lstStyle/>
                    <a:p>
                      <a:pPr algn="ctr"/>
                      <a:r>
                        <a:rPr lang="zh-CN" altLang="en-US" b="1" dirty="0">
                          <a:solidFill>
                            <a:schemeClr val="bg1"/>
                          </a:solidFill>
                        </a:rPr>
                        <a:t>第</a:t>
                      </a:r>
                      <a:r>
                        <a:rPr lang="en-US" altLang="zh-CN" b="1" dirty="0">
                          <a:solidFill>
                            <a:schemeClr val="bg1"/>
                          </a:solidFill>
                        </a:rPr>
                        <a:t>1</a:t>
                      </a:r>
                      <a:r>
                        <a:rPr lang="zh-CN" altLang="en-US" b="1" dirty="0">
                          <a:solidFill>
                            <a:schemeClr val="bg1"/>
                          </a:solidFill>
                        </a:rPr>
                        <a:t>字节的</a:t>
                      </a:r>
                      <a:endParaRPr lang="en-US" altLang="zh-CN" b="1" dirty="0">
                        <a:solidFill>
                          <a:schemeClr val="bg1"/>
                        </a:solidFill>
                      </a:endParaRPr>
                    </a:p>
                    <a:p>
                      <a:pPr algn="ctr"/>
                      <a:r>
                        <a:rPr lang="en-US" altLang="zh-CN" b="1" dirty="0">
                          <a:solidFill>
                            <a:schemeClr val="bg1"/>
                          </a:solidFill>
                        </a:rPr>
                        <a:t>b1</a:t>
                      </a:r>
                      <a:r>
                        <a:rPr lang="zh-CN" altLang="en-US" b="1" dirty="0">
                          <a:solidFill>
                            <a:schemeClr val="bg1"/>
                          </a:solidFill>
                        </a:rPr>
                        <a:t>位</a:t>
                      </a: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accent3"/>
                    </a:solidFill>
                  </a:tcPr>
                </a:tc>
                <a:tc>
                  <a:txBody>
                    <a:bodyPr/>
                    <a:lstStyle/>
                    <a:p>
                      <a:pPr algn="ctr"/>
                      <a:r>
                        <a:rPr lang="zh-CN" altLang="en-US" b="1" dirty="0">
                          <a:solidFill>
                            <a:schemeClr val="bg1"/>
                          </a:solidFill>
                        </a:rPr>
                        <a:t>第</a:t>
                      </a:r>
                      <a:r>
                        <a:rPr lang="en-US" altLang="zh-CN" b="1" dirty="0">
                          <a:solidFill>
                            <a:schemeClr val="bg1"/>
                          </a:solidFill>
                        </a:rPr>
                        <a:t>1</a:t>
                      </a:r>
                      <a:r>
                        <a:rPr lang="zh-CN" altLang="en-US" b="1" dirty="0">
                          <a:solidFill>
                            <a:schemeClr val="bg1"/>
                          </a:solidFill>
                        </a:rPr>
                        <a:t>字节的</a:t>
                      </a:r>
                      <a:endParaRPr lang="en-US" altLang="zh-CN" b="1" dirty="0">
                        <a:solidFill>
                          <a:schemeClr val="bg1"/>
                        </a:solidFill>
                      </a:endParaRPr>
                    </a:p>
                    <a:p>
                      <a:pPr algn="ctr"/>
                      <a:r>
                        <a:rPr lang="en-US" altLang="zh-CN" b="1" dirty="0">
                          <a:solidFill>
                            <a:schemeClr val="bg1"/>
                          </a:solidFill>
                        </a:rPr>
                        <a:t>b0</a:t>
                      </a:r>
                      <a:r>
                        <a:rPr lang="zh-CN" altLang="en-US" b="1" dirty="0">
                          <a:solidFill>
                            <a:schemeClr val="bg1"/>
                          </a:solidFill>
                        </a:rPr>
                        <a:t>位</a:t>
                      </a: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accent4"/>
                    </a:solidFill>
                  </a:tcPr>
                </a:tc>
                <a:tc>
                  <a:txBody>
                    <a:bodyPr/>
                    <a:lstStyle/>
                    <a:p>
                      <a:pPr algn="ctr"/>
                      <a:r>
                        <a:rPr lang="en-US" altLang="zh-CN" b="1" dirty="0">
                          <a:solidFill>
                            <a:schemeClr val="tx1"/>
                          </a:solidFill>
                        </a:rPr>
                        <a:t>MAC</a:t>
                      </a:r>
                      <a:r>
                        <a:rPr lang="zh-CN" altLang="en-US" b="1" dirty="0">
                          <a:solidFill>
                            <a:schemeClr val="tx1"/>
                          </a:solidFill>
                        </a:rPr>
                        <a:t>地址类型</a:t>
                      </a: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algn="ctr"/>
                      <a:r>
                        <a:rPr lang="zh-CN" altLang="en-US" b="1" dirty="0">
                          <a:solidFill>
                            <a:schemeClr val="tx1"/>
                          </a:solidFill>
                        </a:rPr>
                        <a:t>地址</a:t>
                      </a:r>
                      <a:endParaRPr lang="en-US" altLang="zh-CN" b="1" dirty="0">
                        <a:solidFill>
                          <a:schemeClr val="tx1"/>
                        </a:solidFill>
                      </a:endParaRPr>
                    </a:p>
                    <a:p>
                      <a:pPr algn="ctr"/>
                      <a:r>
                        <a:rPr lang="zh-CN" altLang="en-US" b="1" dirty="0">
                          <a:solidFill>
                            <a:schemeClr val="tx1"/>
                          </a:solidFill>
                        </a:rPr>
                        <a:t>占比</a:t>
                      </a: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algn="ctr"/>
                      <a:r>
                        <a:rPr lang="zh-CN" altLang="en-US" b="1" dirty="0">
                          <a:solidFill>
                            <a:schemeClr val="tx1"/>
                          </a:solidFill>
                        </a:rPr>
                        <a:t>地址</a:t>
                      </a:r>
                      <a:endParaRPr lang="en-US" altLang="zh-CN" b="1" dirty="0">
                        <a:solidFill>
                          <a:schemeClr val="tx1"/>
                        </a:solidFill>
                      </a:endParaRPr>
                    </a:p>
                    <a:p>
                      <a:pPr algn="ctr"/>
                      <a:r>
                        <a:rPr lang="zh-CN" altLang="en-US" b="1" dirty="0">
                          <a:solidFill>
                            <a:schemeClr val="tx1"/>
                          </a:solidFill>
                        </a:rPr>
                        <a:t>数量</a:t>
                      </a: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extLst>
                  <a:ext uri="{0D108BD9-81ED-4DB2-BD59-A6C34878D82A}">
                    <a16:rowId xmlns:a16="http://schemas.microsoft.com/office/drawing/2014/main" val="1398121299"/>
                  </a:ext>
                </a:extLst>
              </a:tr>
              <a:tr h="550385">
                <a:tc rowSpan="2">
                  <a:txBody>
                    <a:bodyPr/>
                    <a:lstStyle/>
                    <a:p>
                      <a:pPr algn="ctr"/>
                      <a:endParaRPr lang="zh-CN" altLang="en-US" b="1" dirty="0">
                        <a:solidFill>
                          <a:schemeClr val="tx1"/>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algn="ctr"/>
                      <a:endParaRPr lang="zh-CN" altLang="en-US" b="1" dirty="0">
                        <a:solidFill>
                          <a:schemeClr val="tx1"/>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algn="ctr"/>
                      <a:endParaRPr lang="zh-CN" altLang="en-US" b="1" dirty="0">
                        <a:solidFill>
                          <a:schemeClr val="tx1"/>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algn="ctr"/>
                      <a:endParaRPr lang="zh-CN" altLang="en-US" b="1" dirty="0">
                        <a:solidFill>
                          <a:schemeClr val="tx1"/>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rowSpan="4">
                  <a:txBody>
                    <a:bodyPr/>
                    <a:lstStyle/>
                    <a:p>
                      <a:pPr algn="ctr"/>
                      <a:endParaRPr lang="zh-CN" altLang="en-US" b="1" dirty="0">
                        <a:solidFill>
                          <a:schemeClr val="tx1"/>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extLst>
                  <a:ext uri="{0D108BD9-81ED-4DB2-BD59-A6C34878D82A}">
                    <a16:rowId xmlns:a16="http://schemas.microsoft.com/office/drawing/2014/main" val="1927838048"/>
                  </a:ext>
                </a:extLst>
              </a:tr>
              <a:tr h="550385">
                <a:tc vMerge="1">
                  <a:txBody>
                    <a:bodyPr/>
                    <a:lstStyle/>
                    <a:p>
                      <a:pPr algn="ctr"/>
                      <a:endParaRPr lang="zh-CN" altLang="en-US" b="1" dirty="0">
                        <a:solidFill>
                          <a:schemeClr val="tx1"/>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algn="ctr"/>
                      <a:endParaRPr lang="zh-CN" altLang="en-US" b="1" dirty="0">
                        <a:solidFill>
                          <a:schemeClr val="tx1"/>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algn="ctr"/>
                      <a:endParaRPr lang="zh-CN" altLang="en-US" b="1">
                        <a:solidFill>
                          <a:schemeClr val="tx1"/>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algn="ctr"/>
                      <a:endParaRPr lang="zh-CN" altLang="en-US" b="1" dirty="0">
                        <a:solidFill>
                          <a:schemeClr val="tx1"/>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vMerge="1">
                  <a:txBody>
                    <a:bodyPr/>
                    <a:lstStyle/>
                    <a:p>
                      <a:pPr algn="ctr"/>
                      <a:endParaRPr lang="zh-CN" altLang="en-US" b="1" dirty="0">
                        <a:solidFill>
                          <a:schemeClr val="tx1"/>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extLst>
                  <a:ext uri="{0D108BD9-81ED-4DB2-BD59-A6C34878D82A}">
                    <a16:rowId xmlns:a16="http://schemas.microsoft.com/office/drawing/2014/main" val="632938562"/>
                  </a:ext>
                </a:extLst>
              </a:tr>
              <a:tr h="550385">
                <a:tc rowSpan="2">
                  <a:txBody>
                    <a:bodyPr/>
                    <a:lstStyle/>
                    <a:p>
                      <a:pPr algn="ctr"/>
                      <a:endParaRPr lang="zh-CN" altLang="en-US" b="1" dirty="0">
                        <a:solidFill>
                          <a:schemeClr val="tx1"/>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algn="ctr"/>
                      <a:endParaRPr lang="zh-CN" altLang="en-US" b="1" dirty="0">
                        <a:solidFill>
                          <a:schemeClr val="tx1"/>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algn="ctr"/>
                      <a:endParaRPr lang="zh-CN" altLang="en-US" b="1">
                        <a:solidFill>
                          <a:schemeClr val="tx1"/>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algn="ctr"/>
                      <a:endParaRPr lang="zh-CN" altLang="en-US" b="1" dirty="0">
                        <a:solidFill>
                          <a:schemeClr val="tx1"/>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vMerge="1">
                  <a:txBody>
                    <a:bodyPr/>
                    <a:lstStyle/>
                    <a:p>
                      <a:pPr algn="ctr"/>
                      <a:endParaRPr lang="zh-CN" altLang="en-US" b="1" dirty="0">
                        <a:solidFill>
                          <a:schemeClr val="tx1"/>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extLst>
                  <a:ext uri="{0D108BD9-81ED-4DB2-BD59-A6C34878D82A}">
                    <a16:rowId xmlns:a16="http://schemas.microsoft.com/office/drawing/2014/main" val="1878197827"/>
                  </a:ext>
                </a:extLst>
              </a:tr>
              <a:tr h="550385">
                <a:tc vMerge="1">
                  <a:txBody>
                    <a:bodyPr/>
                    <a:lstStyle/>
                    <a:p>
                      <a:pPr algn="ctr"/>
                      <a:endParaRPr lang="zh-CN" altLang="en-US" b="1" dirty="0">
                        <a:solidFill>
                          <a:schemeClr val="tx1"/>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algn="ctr"/>
                      <a:endParaRPr lang="zh-CN" altLang="en-US" b="1" dirty="0">
                        <a:solidFill>
                          <a:schemeClr val="tx1"/>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algn="ctr"/>
                      <a:endParaRPr lang="zh-CN" altLang="en-US" b="1">
                        <a:solidFill>
                          <a:schemeClr val="tx1"/>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algn="ctr"/>
                      <a:endParaRPr lang="zh-CN" altLang="en-US" b="1" dirty="0">
                        <a:solidFill>
                          <a:schemeClr val="tx1"/>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vMerge="1">
                  <a:txBody>
                    <a:bodyPr/>
                    <a:lstStyle/>
                    <a:p>
                      <a:pPr algn="ctr"/>
                      <a:endParaRPr lang="zh-CN" altLang="en-US" b="1" dirty="0">
                        <a:solidFill>
                          <a:schemeClr val="tx1"/>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extLst>
                  <a:ext uri="{0D108BD9-81ED-4DB2-BD59-A6C34878D82A}">
                    <a16:rowId xmlns:a16="http://schemas.microsoft.com/office/drawing/2014/main" val="297247489"/>
                  </a:ext>
                </a:extLst>
              </a:tr>
            </a:tbl>
          </a:graphicData>
        </a:graphic>
      </p:graphicFrame>
      <p:sp>
        <p:nvSpPr>
          <p:cNvPr id="19" name="文本框 18">
            <a:extLst>
              <a:ext uri="{FF2B5EF4-FFF2-40B4-BE49-F238E27FC236}">
                <a16:creationId xmlns:a16="http://schemas.microsoft.com/office/drawing/2014/main" id="{E3D19338-9713-4086-9954-E823105D3F17}"/>
              </a:ext>
            </a:extLst>
          </p:cNvPr>
          <p:cNvSpPr txBox="1"/>
          <p:nvPr/>
        </p:nvSpPr>
        <p:spPr>
          <a:xfrm>
            <a:off x="774063" y="4550442"/>
            <a:ext cx="354648" cy="461665"/>
          </a:xfrm>
          <a:prstGeom prst="rect">
            <a:avLst/>
          </a:prstGeom>
          <a:noFill/>
        </p:spPr>
        <p:txBody>
          <a:bodyPr wrap="square" rtlCol="0">
            <a:spAutoFit/>
          </a:bodyPr>
          <a:lstStyle/>
          <a:p>
            <a:pPr algn="ctr"/>
            <a:r>
              <a:rPr lang="en-US" altLang="zh-CN" sz="2400" b="1" dirty="0">
                <a:latin typeface="Arial Black" panose="020B0A04020102020204" pitchFamily="34" charset="0"/>
              </a:rPr>
              <a:t>0</a:t>
            </a:r>
            <a:endParaRPr lang="zh-CN" altLang="en-US" sz="2400" b="1" dirty="0">
              <a:latin typeface="Arial Black" panose="020B0A04020102020204" pitchFamily="34" charset="0"/>
            </a:endParaRPr>
          </a:p>
        </p:txBody>
      </p:sp>
      <p:sp>
        <p:nvSpPr>
          <p:cNvPr id="20" name="文本框 19">
            <a:extLst>
              <a:ext uri="{FF2B5EF4-FFF2-40B4-BE49-F238E27FC236}">
                <a16:creationId xmlns:a16="http://schemas.microsoft.com/office/drawing/2014/main" id="{B1B9982E-A2A5-40A7-BD67-E32C4E1A6AEB}"/>
              </a:ext>
            </a:extLst>
          </p:cNvPr>
          <p:cNvSpPr txBox="1"/>
          <p:nvPr/>
        </p:nvSpPr>
        <p:spPr>
          <a:xfrm>
            <a:off x="774063" y="5659318"/>
            <a:ext cx="354648" cy="461665"/>
          </a:xfrm>
          <a:prstGeom prst="rect">
            <a:avLst/>
          </a:prstGeom>
          <a:noFill/>
        </p:spPr>
        <p:txBody>
          <a:bodyPr wrap="square" rtlCol="0">
            <a:spAutoFit/>
          </a:bodyPr>
          <a:lstStyle/>
          <a:p>
            <a:pPr algn="ctr"/>
            <a:r>
              <a:rPr lang="en-US" altLang="zh-CN" sz="2400" b="1" dirty="0">
                <a:latin typeface="Arial Black" panose="020B0A04020102020204" pitchFamily="34" charset="0"/>
              </a:rPr>
              <a:t>1</a:t>
            </a:r>
            <a:endParaRPr lang="zh-CN" altLang="en-US" sz="2400" b="1" dirty="0">
              <a:latin typeface="Arial Black" panose="020B0A04020102020204" pitchFamily="34" charset="0"/>
            </a:endParaRPr>
          </a:p>
        </p:txBody>
      </p:sp>
      <p:sp>
        <p:nvSpPr>
          <p:cNvPr id="21" name="文本框 20">
            <a:extLst>
              <a:ext uri="{FF2B5EF4-FFF2-40B4-BE49-F238E27FC236}">
                <a16:creationId xmlns:a16="http://schemas.microsoft.com/office/drawing/2014/main" id="{BFE70102-4958-4920-B307-7014EEE8AD61}"/>
              </a:ext>
            </a:extLst>
          </p:cNvPr>
          <p:cNvSpPr txBox="1"/>
          <p:nvPr/>
        </p:nvSpPr>
        <p:spPr>
          <a:xfrm>
            <a:off x="2761838" y="4321459"/>
            <a:ext cx="672092" cy="369332"/>
          </a:xfrm>
          <a:prstGeom prst="rect">
            <a:avLst/>
          </a:prstGeom>
          <a:noFill/>
        </p:spPr>
        <p:txBody>
          <a:bodyPr wrap="square" rtlCol="0">
            <a:spAutoFit/>
          </a:bodyPr>
          <a:lstStyle/>
          <a:p>
            <a:r>
              <a:rPr lang="zh-CN" altLang="en-US" b="1" dirty="0">
                <a:latin typeface="Arial Narrow" panose="020B0606020202030204" pitchFamily="34" charset="0"/>
              </a:rPr>
              <a:t>全球</a:t>
            </a:r>
          </a:p>
        </p:txBody>
      </p:sp>
      <p:sp>
        <p:nvSpPr>
          <p:cNvPr id="23" name="文本框 22">
            <a:extLst>
              <a:ext uri="{FF2B5EF4-FFF2-40B4-BE49-F238E27FC236}">
                <a16:creationId xmlns:a16="http://schemas.microsoft.com/office/drawing/2014/main" id="{14C4FF20-6C12-4752-B5DE-F1280C417306}"/>
              </a:ext>
            </a:extLst>
          </p:cNvPr>
          <p:cNvSpPr txBox="1"/>
          <p:nvPr/>
        </p:nvSpPr>
        <p:spPr>
          <a:xfrm>
            <a:off x="2761838" y="4873863"/>
            <a:ext cx="672092" cy="369332"/>
          </a:xfrm>
          <a:prstGeom prst="rect">
            <a:avLst/>
          </a:prstGeom>
          <a:noFill/>
        </p:spPr>
        <p:txBody>
          <a:bodyPr wrap="square" rtlCol="0">
            <a:spAutoFit/>
          </a:bodyPr>
          <a:lstStyle/>
          <a:p>
            <a:r>
              <a:rPr lang="zh-CN" altLang="en-US" b="1" dirty="0">
                <a:latin typeface="Arial Narrow" panose="020B0606020202030204" pitchFamily="34" charset="0"/>
              </a:rPr>
              <a:t>全球</a:t>
            </a:r>
          </a:p>
        </p:txBody>
      </p:sp>
      <p:sp>
        <p:nvSpPr>
          <p:cNvPr id="24" name="文本框 23">
            <a:extLst>
              <a:ext uri="{FF2B5EF4-FFF2-40B4-BE49-F238E27FC236}">
                <a16:creationId xmlns:a16="http://schemas.microsoft.com/office/drawing/2014/main" id="{BA9E9F19-0D10-44A1-92D6-B23BB4A174DF}"/>
              </a:ext>
            </a:extLst>
          </p:cNvPr>
          <p:cNvSpPr txBox="1"/>
          <p:nvPr/>
        </p:nvSpPr>
        <p:spPr>
          <a:xfrm>
            <a:off x="2761838" y="5422958"/>
            <a:ext cx="672092" cy="369332"/>
          </a:xfrm>
          <a:prstGeom prst="rect">
            <a:avLst/>
          </a:prstGeom>
          <a:noFill/>
        </p:spPr>
        <p:txBody>
          <a:bodyPr wrap="square" rtlCol="0">
            <a:spAutoFit/>
          </a:bodyPr>
          <a:lstStyle/>
          <a:p>
            <a:r>
              <a:rPr lang="zh-CN" altLang="en-US" b="1" dirty="0">
                <a:latin typeface="Arial Narrow" panose="020B0606020202030204" pitchFamily="34" charset="0"/>
              </a:rPr>
              <a:t>本地</a:t>
            </a:r>
          </a:p>
        </p:txBody>
      </p:sp>
      <p:sp>
        <p:nvSpPr>
          <p:cNvPr id="26" name="文本框 25">
            <a:extLst>
              <a:ext uri="{FF2B5EF4-FFF2-40B4-BE49-F238E27FC236}">
                <a16:creationId xmlns:a16="http://schemas.microsoft.com/office/drawing/2014/main" id="{85D14F63-D057-4374-94DC-00F53665D10A}"/>
              </a:ext>
            </a:extLst>
          </p:cNvPr>
          <p:cNvSpPr txBox="1"/>
          <p:nvPr/>
        </p:nvSpPr>
        <p:spPr>
          <a:xfrm>
            <a:off x="2761838" y="5972054"/>
            <a:ext cx="672092" cy="369332"/>
          </a:xfrm>
          <a:prstGeom prst="rect">
            <a:avLst/>
          </a:prstGeom>
          <a:noFill/>
        </p:spPr>
        <p:txBody>
          <a:bodyPr wrap="square" rtlCol="0">
            <a:spAutoFit/>
          </a:bodyPr>
          <a:lstStyle/>
          <a:p>
            <a:r>
              <a:rPr lang="zh-CN" altLang="en-US" b="1" dirty="0">
                <a:latin typeface="Arial Narrow" panose="020B0606020202030204" pitchFamily="34" charset="0"/>
              </a:rPr>
              <a:t>本地</a:t>
            </a:r>
          </a:p>
        </p:txBody>
      </p:sp>
      <p:sp>
        <p:nvSpPr>
          <p:cNvPr id="27" name="文本框 26">
            <a:extLst>
              <a:ext uri="{FF2B5EF4-FFF2-40B4-BE49-F238E27FC236}">
                <a16:creationId xmlns:a16="http://schemas.microsoft.com/office/drawing/2014/main" id="{F0B894CB-C279-4844-8298-7C23C1AD6B5E}"/>
              </a:ext>
            </a:extLst>
          </p:cNvPr>
          <p:cNvSpPr txBox="1"/>
          <p:nvPr/>
        </p:nvSpPr>
        <p:spPr>
          <a:xfrm>
            <a:off x="1939539" y="4286307"/>
            <a:ext cx="354648" cy="461665"/>
          </a:xfrm>
          <a:prstGeom prst="rect">
            <a:avLst/>
          </a:prstGeom>
          <a:noFill/>
        </p:spPr>
        <p:txBody>
          <a:bodyPr wrap="square" rtlCol="0">
            <a:spAutoFit/>
          </a:bodyPr>
          <a:lstStyle/>
          <a:p>
            <a:pPr algn="ctr"/>
            <a:r>
              <a:rPr lang="en-US" altLang="zh-CN" sz="2400" b="1" dirty="0">
                <a:latin typeface="Arial Black" panose="020B0A04020102020204" pitchFamily="34" charset="0"/>
              </a:rPr>
              <a:t>0</a:t>
            </a:r>
            <a:endParaRPr lang="zh-CN" altLang="en-US" sz="2400" b="1" dirty="0">
              <a:latin typeface="Arial Black" panose="020B0A04020102020204" pitchFamily="34" charset="0"/>
            </a:endParaRPr>
          </a:p>
        </p:txBody>
      </p:sp>
      <p:sp>
        <p:nvSpPr>
          <p:cNvPr id="28" name="文本框 27">
            <a:extLst>
              <a:ext uri="{FF2B5EF4-FFF2-40B4-BE49-F238E27FC236}">
                <a16:creationId xmlns:a16="http://schemas.microsoft.com/office/drawing/2014/main" id="{8A9FD551-24DF-42AA-8C29-A73AA3028894}"/>
              </a:ext>
            </a:extLst>
          </p:cNvPr>
          <p:cNvSpPr txBox="1"/>
          <p:nvPr/>
        </p:nvSpPr>
        <p:spPr>
          <a:xfrm>
            <a:off x="1939539" y="5422958"/>
            <a:ext cx="354648" cy="461665"/>
          </a:xfrm>
          <a:prstGeom prst="rect">
            <a:avLst/>
          </a:prstGeom>
          <a:noFill/>
        </p:spPr>
        <p:txBody>
          <a:bodyPr wrap="square" rtlCol="0">
            <a:spAutoFit/>
          </a:bodyPr>
          <a:lstStyle/>
          <a:p>
            <a:pPr algn="ctr"/>
            <a:r>
              <a:rPr lang="en-US" altLang="zh-CN" sz="2400" b="1" dirty="0">
                <a:latin typeface="Arial Black" panose="020B0A04020102020204" pitchFamily="34" charset="0"/>
              </a:rPr>
              <a:t>0</a:t>
            </a:r>
            <a:endParaRPr lang="zh-CN" altLang="en-US" sz="2400" b="1" dirty="0">
              <a:latin typeface="Arial Black" panose="020B0A04020102020204" pitchFamily="34" charset="0"/>
            </a:endParaRPr>
          </a:p>
        </p:txBody>
      </p:sp>
      <p:sp>
        <p:nvSpPr>
          <p:cNvPr id="29" name="文本框 28">
            <a:extLst>
              <a:ext uri="{FF2B5EF4-FFF2-40B4-BE49-F238E27FC236}">
                <a16:creationId xmlns:a16="http://schemas.microsoft.com/office/drawing/2014/main" id="{ED7DF2B2-DBC2-4EB3-8EB1-0E60606BAE49}"/>
              </a:ext>
            </a:extLst>
          </p:cNvPr>
          <p:cNvSpPr txBox="1"/>
          <p:nvPr/>
        </p:nvSpPr>
        <p:spPr>
          <a:xfrm>
            <a:off x="3256834" y="4321459"/>
            <a:ext cx="672092" cy="369332"/>
          </a:xfrm>
          <a:prstGeom prst="rect">
            <a:avLst/>
          </a:prstGeom>
          <a:noFill/>
        </p:spPr>
        <p:txBody>
          <a:bodyPr wrap="square" rtlCol="0">
            <a:spAutoFit/>
          </a:bodyPr>
          <a:lstStyle/>
          <a:p>
            <a:r>
              <a:rPr lang="zh-CN" altLang="en-US" b="1" dirty="0">
                <a:latin typeface="Arial Narrow" panose="020B0606020202030204" pitchFamily="34" charset="0"/>
              </a:rPr>
              <a:t>单播</a:t>
            </a:r>
          </a:p>
        </p:txBody>
      </p:sp>
      <p:sp>
        <p:nvSpPr>
          <p:cNvPr id="30" name="文本框 29">
            <a:extLst>
              <a:ext uri="{FF2B5EF4-FFF2-40B4-BE49-F238E27FC236}">
                <a16:creationId xmlns:a16="http://schemas.microsoft.com/office/drawing/2014/main" id="{BA978FC5-01AE-4C5D-87F9-D42181AC3D2F}"/>
              </a:ext>
            </a:extLst>
          </p:cNvPr>
          <p:cNvSpPr txBox="1"/>
          <p:nvPr/>
        </p:nvSpPr>
        <p:spPr>
          <a:xfrm>
            <a:off x="3256834" y="5422958"/>
            <a:ext cx="672092" cy="369332"/>
          </a:xfrm>
          <a:prstGeom prst="rect">
            <a:avLst/>
          </a:prstGeom>
          <a:noFill/>
        </p:spPr>
        <p:txBody>
          <a:bodyPr wrap="square" rtlCol="0">
            <a:spAutoFit/>
          </a:bodyPr>
          <a:lstStyle/>
          <a:p>
            <a:r>
              <a:rPr lang="zh-CN" altLang="en-US" b="1" dirty="0">
                <a:latin typeface="Arial Narrow" panose="020B0606020202030204" pitchFamily="34" charset="0"/>
              </a:rPr>
              <a:t>单播</a:t>
            </a:r>
          </a:p>
        </p:txBody>
      </p:sp>
      <p:sp>
        <p:nvSpPr>
          <p:cNvPr id="31" name="文本框 30">
            <a:extLst>
              <a:ext uri="{FF2B5EF4-FFF2-40B4-BE49-F238E27FC236}">
                <a16:creationId xmlns:a16="http://schemas.microsoft.com/office/drawing/2014/main" id="{FF96914C-034B-4EF5-B096-A14A6E59217F}"/>
              </a:ext>
            </a:extLst>
          </p:cNvPr>
          <p:cNvSpPr txBox="1"/>
          <p:nvPr/>
        </p:nvSpPr>
        <p:spPr>
          <a:xfrm>
            <a:off x="1939539" y="4857122"/>
            <a:ext cx="354648" cy="461665"/>
          </a:xfrm>
          <a:prstGeom prst="rect">
            <a:avLst/>
          </a:prstGeom>
          <a:noFill/>
        </p:spPr>
        <p:txBody>
          <a:bodyPr wrap="square" rtlCol="0">
            <a:spAutoFit/>
          </a:bodyPr>
          <a:lstStyle/>
          <a:p>
            <a:pPr algn="ctr"/>
            <a:r>
              <a:rPr lang="en-US" altLang="zh-CN" sz="2400" b="1" dirty="0">
                <a:latin typeface="Arial Black" panose="020B0A04020102020204" pitchFamily="34" charset="0"/>
              </a:rPr>
              <a:t>1</a:t>
            </a:r>
            <a:endParaRPr lang="zh-CN" altLang="en-US" sz="2400" b="1" dirty="0">
              <a:latin typeface="Arial Black" panose="020B0A04020102020204" pitchFamily="34" charset="0"/>
            </a:endParaRPr>
          </a:p>
        </p:txBody>
      </p:sp>
      <p:sp>
        <p:nvSpPr>
          <p:cNvPr id="32" name="文本框 31">
            <a:extLst>
              <a:ext uri="{FF2B5EF4-FFF2-40B4-BE49-F238E27FC236}">
                <a16:creationId xmlns:a16="http://schemas.microsoft.com/office/drawing/2014/main" id="{18E472E5-9782-4FE3-ADD8-8972B36D4353}"/>
              </a:ext>
            </a:extLst>
          </p:cNvPr>
          <p:cNvSpPr txBox="1"/>
          <p:nvPr/>
        </p:nvSpPr>
        <p:spPr>
          <a:xfrm>
            <a:off x="1939539" y="5929339"/>
            <a:ext cx="354648" cy="461665"/>
          </a:xfrm>
          <a:prstGeom prst="rect">
            <a:avLst/>
          </a:prstGeom>
          <a:noFill/>
        </p:spPr>
        <p:txBody>
          <a:bodyPr wrap="square" rtlCol="0">
            <a:spAutoFit/>
          </a:bodyPr>
          <a:lstStyle/>
          <a:p>
            <a:pPr algn="ctr"/>
            <a:r>
              <a:rPr lang="en-US" altLang="zh-CN" sz="2400" b="1" dirty="0">
                <a:latin typeface="Arial Black" panose="020B0A04020102020204" pitchFamily="34" charset="0"/>
              </a:rPr>
              <a:t>1</a:t>
            </a:r>
            <a:endParaRPr lang="zh-CN" altLang="en-US" sz="2400" b="1" dirty="0">
              <a:latin typeface="Arial Black" panose="020B0A04020102020204" pitchFamily="34" charset="0"/>
            </a:endParaRPr>
          </a:p>
        </p:txBody>
      </p:sp>
      <p:sp>
        <p:nvSpPr>
          <p:cNvPr id="33" name="文本框 32">
            <a:extLst>
              <a:ext uri="{FF2B5EF4-FFF2-40B4-BE49-F238E27FC236}">
                <a16:creationId xmlns:a16="http://schemas.microsoft.com/office/drawing/2014/main" id="{FE6AC5A3-4D6E-4E8F-9BDA-CB2C5D260A0C}"/>
              </a:ext>
            </a:extLst>
          </p:cNvPr>
          <p:cNvSpPr txBox="1"/>
          <p:nvPr/>
        </p:nvSpPr>
        <p:spPr>
          <a:xfrm>
            <a:off x="3256834" y="4876073"/>
            <a:ext cx="672092" cy="369332"/>
          </a:xfrm>
          <a:prstGeom prst="rect">
            <a:avLst/>
          </a:prstGeom>
          <a:noFill/>
        </p:spPr>
        <p:txBody>
          <a:bodyPr wrap="square" rtlCol="0">
            <a:spAutoFit/>
          </a:bodyPr>
          <a:lstStyle/>
          <a:p>
            <a:r>
              <a:rPr lang="zh-CN" altLang="en-US" b="1" dirty="0">
                <a:latin typeface="Arial Narrow" panose="020B0606020202030204" pitchFamily="34" charset="0"/>
              </a:rPr>
              <a:t>多播</a:t>
            </a:r>
          </a:p>
        </p:txBody>
      </p:sp>
      <p:sp>
        <p:nvSpPr>
          <p:cNvPr id="34" name="文本框 33">
            <a:extLst>
              <a:ext uri="{FF2B5EF4-FFF2-40B4-BE49-F238E27FC236}">
                <a16:creationId xmlns:a16="http://schemas.microsoft.com/office/drawing/2014/main" id="{770E522B-ACFF-4F69-996C-02CD9BD67D5A}"/>
              </a:ext>
            </a:extLst>
          </p:cNvPr>
          <p:cNvSpPr txBox="1"/>
          <p:nvPr/>
        </p:nvSpPr>
        <p:spPr>
          <a:xfrm>
            <a:off x="3256834" y="5972054"/>
            <a:ext cx="672092" cy="369332"/>
          </a:xfrm>
          <a:prstGeom prst="rect">
            <a:avLst/>
          </a:prstGeom>
          <a:noFill/>
        </p:spPr>
        <p:txBody>
          <a:bodyPr wrap="square" rtlCol="0">
            <a:spAutoFit/>
          </a:bodyPr>
          <a:lstStyle/>
          <a:p>
            <a:r>
              <a:rPr lang="zh-CN" altLang="en-US" b="1" dirty="0">
                <a:latin typeface="Arial Narrow" panose="020B0606020202030204" pitchFamily="34" charset="0"/>
              </a:rPr>
              <a:t>多播</a:t>
            </a:r>
          </a:p>
        </p:txBody>
      </p:sp>
      <p:sp>
        <p:nvSpPr>
          <p:cNvPr id="35" name="文本框 34">
            <a:extLst>
              <a:ext uri="{FF2B5EF4-FFF2-40B4-BE49-F238E27FC236}">
                <a16:creationId xmlns:a16="http://schemas.microsoft.com/office/drawing/2014/main" id="{C7092361-0158-4FC2-AB45-4A2D5641E2F1}"/>
              </a:ext>
            </a:extLst>
          </p:cNvPr>
          <p:cNvSpPr txBox="1"/>
          <p:nvPr/>
        </p:nvSpPr>
        <p:spPr>
          <a:xfrm>
            <a:off x="3928925" y="4329188"/>
            <a:ext cx="6116318" cy="369332"/>
          </a:xfrm>
          <a:prstGeom prst="rect">
            <a:avLst/>
          </a:prstGeom>
          <a:noFill/>
        </p:spPr>
        <p:txBody>
          <a:bodyPr wrap="square" rtlCol="0">
            <a:spAutoFit/>
          </a:bodyPr>
          <a:lstStyle/>
          <a:p>
            <a:r>
              <a:rPr lang="zh-CN" altLang="en-US" b="1" dirty="0">
                <a:latin typeface="Arial Narrow" panose="020B0606020202030204" pitchFamily="34" charset="0"/>
              </a:rPr>
              <a:t>（由厂商生产网络设备时固化在设备中）</a:t>
            </a:r>
          </a:p>
        </p:txBody>
      </p:sp>
    </p:spTree>
    <p:custDataLst>
      <p:tags r:id="rId1"/>
    </p:custDataLst>
    <p:extLst>
      <p:ext uri="{BB962C8B-B14F-4D97-AF65-F5344CB8AC3E}">
        <p14:creationId xmlns:p14="http://schemas.microsoft.com/office/powerpoint/2010/main" val="1018781083"/>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 presetClass="entr" presetSubtype="0" fill="hold" grpId="0" nodeType="withEffect">
                                  <p:stCondLst>
                                    <p:cond delay="0"/>
                                  </p:stCondLst>
                                  <p:iterate type="lt">
                                    <p:tmAbs val="100"/>
                                  </p:iterate>
                                  <p:childTnLst>
                                    <p:set>
                                      <p:cBhvr>
                                        <p:cTn id="6" dur="1" fill="hold">
                                          <p:stCondLst>
                                            <p:cond delay="0"/>
                                          </p:stCondLst>
                                        </p:cTn>
                                        <p:tgtEl>
                                          <p:spTgt spid="35"/>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5" grpId="0"/>
    </p:bldLst>
  </p:timing>
</p:sld>
</file>

<file path=ppt/slides/slide27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8" name="表格 8">
            <a:extLst>
              <a:ext uri="{FF2B5EF4-FFF2-40B4-BE49-F238E27FC236}">
                <a16:creationId xmlns:a16="http://schemas.microsoft.com/office/drawing/2014/main" id="{CD520B47-EE80-4B67-9B6F-48162B23B33C}"/>
              </a:ext>
            </a:extLst>
          </p:cNvPr>
          <p:cNvGraphicFramePr>
            <a:graphicFrameLocks noGrp="1"/>
          </p:cNvGraphicFramePr>
          <p:nvPr/>
        </p:nvGraphicFramePr>
        <p:xfrm>
          <a:off x="1128933" y="1402699"/>
          <a:ext cx="9936690" cy="370840"/>
        </p:xfrm>
        <a:graphic>
          <a:graphicData uri="http://schemas.openxmlformats.org/drawingml/2006/table">
            <a:tbl>
              <a:tblPr firstRow="1" bandRow="1">
                <a:tableStyleId>{5C22544A-7EE6-4342-B048-85BDC9FD1C3A}</a:tableStyleId>
              </a:tblPr>
              <a:tblGrid>
                <a:gridCol w="2460693">
                  <a:extLst>
                    <a:ext uri="{9D8B030D-6E8A-4147-A177-3AD203B41FA5}">
                      <a16:colId xmlns:a16="http://schemas.microsoft.com/office/drawing/2014/main" val="2117429894"/>
                    </a:ext>
                  </a:extLst>
                </a:gridCol>
                <a:gridCol w="5019040">
                  <a:extLst>
                    <a:ext uri="{9D8B030D-6E8A-4147-A177-3AD203B41FA5}">
                      <a16:colId xmlns:a16="http://schemas.microsoft.com/office/drawing/2014/main" val="989804778"/>
                    </a:ext>
                  </a:extLst>
                </a:gridCol>
                <a:gridCol w="2456957">
                  <a:extLst>
                    <a:ext uri="{9D8B030D-6E8A-4147-A177-3AD203B41FA5}">
                      <a16:colId xmlns:a16="http://schemas.microsoft.com/office/drawing/2014/main" val="293011856"/>
                    </a:ext>
                  </a:extLst>
                </a:gridCol>
              </a:tblGrid>
              <a:tr h="370840">
                <a:tc>
                  <a:txBody>
                    <a:bodyPr/>
                    <a:lstStyle/>
                    <a:p>
                      <a:pPr algn="ctr"/>
                      <a:r>
                        <a:rPr lang="zh-CN" altLang="en-US" dirty="0">
                          <a:solidFill>
                            <a:schemeClr val="tx1"/>
                          </a:solidFill>
                          <a:latin typeface="Arial Narrow" panose="020B0606020202030204" pitchFamily="34" charset="0"/>
                          <a:ea typeface="+mn-ea"/>
                        </a:rPr>
                        <a:t>第</a:t>
                      </a:r>
                      <a:r>
                        <a:rPr lang="en-US" altLang="zh-CN" dirty="0">
                          <a:solidFill>
                            <a:schemeClr val="tx1"/>
                          </a:solidFill>
                          <a:latin typeface="Arial Narrow" panose="020B0606020202030204" pitchFamily="34" charset="0"/>
                          <a:ea typeface="+mn-ea"/>
                        </a:rPr>
                        <a:t>1</a:t>
                      </a:r>
                      <a:r>
                        <a:rPr lang="zh-CN" altLang="en-US" dirty="0">
                          <a:solidFill>
                            <a:schemeClr val="tx1"/>
                          </a:solidFill>
                          <a:latin typeface="Arial Narrow" panose="020B0606020202030204" pitchFamily="34" charset="0"/>
                          <a:ea typeface="+mn-ea"/>
                        </a:rPr>
                        <a:t>字节</a:t>
                      </a: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ctr"/>
                      <a:r>
                        <a:rPr lang="zh-CN" altLang="en-US" dirty="0">
                          <a:solidFill>
                            <a:schemeClr val="tx1"/>
                          </a:solidFill>
                          <a:latin typeface="Arial Narrow" panose="020B0606020202030204" pitchFamily="34" charset="0"/>
                          <a:ea typeface="+mn-ea"/>
                        </a:rPr>
                        <a:t>第</a:t>
                      </a:r>
                      <a:r>
                        <a:rPr lang="en-US" altLang="zh-CN" dirty="0">
                          <a:solidFill>
                            <a:schemeClr val="tx1"/>
                          </a:solidFill>
                          <a:latin typeface="Arial Narrow" panose="020B0606020202030204" pitchFamily="34" charset="0"/>
                          <a:ea typeface="+mn-ea"/>
                        </a:rPr>
                        <a:t>2~5</a:t>
                      </a:r>
                      <a:r>
                        <a:rPr lang="zh-CN" altLang="en-US" dirty="0">
                          <a:solidFill>
                            <a:schemeClr val="tx1"/>
                          </a:solidFill>
                          <a:latin typeface="Arial Narrow" panose="020B0606020202030204" pitchFamily="34" charset="0"/>
                          <a:ea typeface="+mn-ea"/>
                        </a:rPr>
                        <a:t>字节</a:t>
                      </a: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ctr"/>
                      <a:r>
                        <a:rPr lang="zh-CN" altLang="en-US" dirty="0">
                          <a:solidFill>
                            <a:schemeClr val="tx1"/>
                          </a:solidFill>
                          <a:latin typeface="Arial Narrow" panose="020B0606020202030204" pitchFamily="34" charset="0"/>
                          <a:ea typeface="+mn-ea"/>
                        </a:rPr>
                        <a:t>第</a:t>
                      </a:r>
                      <a:r>
                        <a:rPr lang="en-US" altLang="zh-CN" dirty="0">
                          <a:solidFill>
                            <a:schemeClr val="tx1"/>
                          </a:solidFill>
                          <a:latin typeface="Arial Narrow" panose="020B0606020202030204" pitchFamily="34" charset="0"/>
                          <a:ea typeface="+mn-ea"/>
                        </a:rPr>
                        <a:t>6</a:t>
                      </a:r>
                      <a:r>
                        <a:rPr lang="zh-CN" altLang="en-US" dirty="0">
                          <a:solidFill>
                            <a:schemeClr val="tx1"/>
                          </a:solidFill>
                          <a:latin typeface="Arial Narrow" panose="020B0606020202030204" pitchFamily="34" charset="0"/>
                          <a:ea typeface="+mn-ea"/>
                        </a:rPr>
                        <a:t>字节</a:t>
                      </a: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extLst>
                  <a:ext uri="{0D108BD9-81ED-4DB2-BD59-A6C34878D82A}">
                    <a16:rowId xmlns:a16="http://schemas.microsoft.com/office/drawing/2014/main" val="3761746479"/>
                  </a:ext>
                </a:extLst>
              </a:tr>
            </a:tbl>
          </a:graphicData>
        </a:graphic>
      </p:graphicFrame>
      <p:grpSp>
        <p:nvGrpSpPr>
          <p:cNvPr id="4" name="组合 3">
            <a:extLst>
              <a:ext uri="{FF2B5EF4-FFF2-40B4-BE49-F238E27FC236}">
                <a16:creationId xmlns:a16="http://schemas.microsoft.com/office/drawing/2014/main" id="{9A1EA9F2-FCB6-48C3-935F-7AE7E3AD14AC}"/>
              </a:ext>
            </a:extLst>
          </p:cNvPr>
          <p:cNvGrpSpPr/>
          <p:nvPr/>
        </p:nvGrpSpPr>
        <p:grpSpPr>
          <a:xfrm>
            <a:off x="304799" y="749300"/>
            <a:ext cx="6192345" cy="400110"/>
            <a:chOff x="424116" y="898245"/>
            <a:chExt cx="6192345" cy="400110"/>
          </a:xfrm>
        </p:grpSpPr>
        <p:sp>
          <p:nvSpPr>
            <p:cNvPr id="2" name="平行四边形 1">
              <a:extLst>
                <a:ext uri="{FF2B5EF4-FFF2-40B4-BE49-F238E27FC236}">
                  <a16:creationId xmlns:a16="http://schemas.microsoft.com/office/drawing/2014/main" id="{1F5BAA3F-9845-4F89-A2DD-8222D3E4EDAC}"/>
                </a:ext>
              </a:extLst>
            </p:cNvPr>
            <p:cNvSpPr/>
            <p:nvPr/>
          </p:nvSpPr>
          <p:spPr>
            <a:xfrm>
              <a:off x="424116" y="898245"/>
              <a:ext cx="695119" cy="387090"/>
            </a:xfrm>
            <a:prstGeom prst="parallelogram">
              <a:avLst/>
            </a:prstGeom>
            <a:solidFill>
              <a:schemeClr val="accent3">
                <a:lumMod val="75000"/>
              </a:schemeClr>
            </a:solidFill>
            <a:ln>
              <a:solidFill>
                <a:schemeClr val="accent3">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CN" sz="2200" dirty="0">
                  <a:latin typeface="Impact" panose="020B0806030902050204" pitchFamily="34" charset="0"/>
                </a:rPr>
                <a:t>02</a:t>
              </a:r>
              <a:endParaRPr lang="zh-CN" altLang="en-US" sz="2200" dirty="0">
                <a:latin typeface="Impact" panose="020B0806030902050204" pitchFamily="34" charset="0"/>
              </a:endParaRPr>
            </a:p>
          </p:txBody>
        </p:sp>
        <p:sp>
          <p:nvSpPr>
            <p:cNvPr id="3" name="文本框 2">
              <a:extLst>
                <a:ext uri="{FF2B5EF4-FFF2-40B4-BE49-F238E27FC236}">
                  <a16:creationId xmlns:a16="http://schemas.microsoft.com/office/drawing/2014/main" id="{4D6BD736-A4D3-4F26-AFED-36E11F50F70B}"/>
                </a:ext>
              </a:extLst>
            </p:cNvPr>
            <p:cNvSpPr txBox="1"/>
            <p:nvPr/>
          </p:nvSpPr>
          <p:spPr>
            <a:xfrm>
              <a:off x="1119235" y="898245"/>
              <a:ext cx="5497226" cy="400110"/>
            </a:xfrm>
            <a:prstGeom prst="rect">
              <a:avLst/>
            </a:prstGeom>
            <a:noFill/>
          </p:spPr>
          <p:txBody>
            <a:bodyPr wrap="square" rtlCol="0">
              <a:spAutoFit/>
            </a:bodyPr>
            <a:lstStyle/>
            <a:p>
              <a:r>
                <a:rPr lang="en-US" altLang="zh-CN" sz="2000" b="1" dirty="0"/>
                <a:t>MAC</a:t>
              </a:r>
              <a:r>
                <a:rPr lang="zh-CN" altLang="en-US" sz="2000" b="1" dirty="0"/>
                <a:t>地址</a:t>
              </a:r>
            </a:p>
          </p:txBody>
        </p:sp>
      </p:grpSp>
      <p:sp>
        <p:nvSpPr>
          <p:cNvPr id="48" name="íşlïḍè">
            <a:extLst>
              <a:ext uri="{FF2B5EF4-FFF2-40B4-BE49-F238E27FC236}">
                <a16:creationId xmlns:a16="http://schemas.microsoft.com/office/drawing/2014/main" id="{3A8ED235-C46A-40A6-B687-AE21B4C08B05}"/>
              </a:ext>
            </a:extLst>
          </p:cNvPr>
          <p:cNvSpPr txBox="1"/>
          <p:nvPr/>
        </p:nvSpPr>
        <p:spPr>
          <a:xfrm>
            <a:off x="4470616" y="984954"/>
            <a:ext cx="3263923" cy="400110"/>
          </a:xfrm>
          <a:prstGeom prst="rect">
            <a:avLst/>
          </a:prstGeom>
          <a:noFill/>
        </p:spPr>
        <p:txBody>
          <a:bodyPr wrap="square" lIns="91440" tIns="45720" rIns="91440" bIns="45720" anchor="ctr">
            <a:noAutofit/>
          </a:bodyPr>
          <a:lstStyle/>
          <a:p>
            <a:pPr algn="ctr"/>
            <a:r>
              <a:rPr lang="en-US" altLang="zh-CN" b="1" dirty="0">
                <a:solidFill>
                  <a:schemeClr val="accent3">
                    <a:lumMod val="75000"/>
                  </a:schemeClr>
                </a:solidFill>
                <a:latin typeface="Arial Narrow" panose="020B0606020202030204" pitchFamily="34" charset="0"/>
              </a:rPr>
              <a:t>IEEE 802</a:t>
            </a:r>
            <a:r>
              <a:rPr lang="zh-CN" altLang="en-US" b="1" dirty="0">
                <a:solidFill>
                  <a:schemeClr val="accent3">
                    <a:lumMod val="75000"/>
                  </a:schemeClr>
                </a:solidFill>
                <a:latin typeface="Arial Narrow" panose="020B0606020202030204" pitchFamily="34" charset="0"/>
              </a:rPr>
              <a:t>局域网的</a:t>
            </a:r>
            <a:r>
              <a:rPr lang="en-US" altLang="zh-CN" b="1" dirty="0">
                <a:solidFill>
                  <a:schemeClr val="accent3">
                    <a:lumMod val="75000"/>
                  </a:schemeClr>
                </a:solidFill>
                <a:latin typeface="Arial Narrow" panose="020B0606020202030204" pitchFamily="34" charset="0"/>
              </a:rPr>
              <a:t>MAC</a:t>
            </a:r>
            <a:r>
              <a:rPr lang="zh-CN" altLang="en-US" b="1" dirty="0">
                <a:solidFill>
                  <a:schemeClr val="accent3">
                    <a:lumMod val="75000"/>
                  </a:schemeClr>
                </a:solidFill>
                <a:latin typeface="Arial Narrow" panose="020B0606020202030204" pitchFamily="34" charset="0"/>
              </a:rPr>
              <a:t>地址格式</a:t>
            </a:r>
          </a:p>
        </p:txBody>
      </p:sp>
      <p:graphicFrame>
        <p:nvGraphicFramePr>
          <p:cNvPr id="6" name="表格 6">
            <a:extLst>
              <a:ext uri="{FF2B5EF4-FFF2-40B4-BE49-F238E27FC236}">
                <a16:creationId xmlns:a16="http://schemas.microsoft.com/office/drawing/2014/main" id="{1A48AF6F-3A40-41AE-8302-66596AA26EC7}"/>
              </a:ext>
            </a:extLst>
          </p:cNvPr>
          <p:cNvGraphicFramePr>
            <a:graphicFrameLocks noGrp="1"/>
          </p:cNvGraphicFramePr>
          <p:nvPr/>
        </p:nvGraphicFramePr>
        <p:xfrm>
          <a:off x="1128933" y="1773539"/>
          <a:ext cx="9936688" cy="370840"/>
        </p:xfrm>
        <a:graphic>
          <a:graphicData uri="http://schemas.openxmlformats.org/drawingml/2006/table">
            <a:tbl>
              <a:tblPr firstRow="1" bandRow="1">
                <a:tableStyleId>{5C22544A-7EE6-4342-B048-85BDC9FD1C3A}</a:tableStyleId>
              </a:tblPr>
              <a:tblGrid>
                <a:gridCol w="307365">
                  <a:extLst>
                    <a:ext uri="{9D8B030D-6E8A-4147-A177-3AD203B41FA5}">
                      <a16:colId xmlns:a16="http://schemas.microsoft.com/office/drawing/2014/main" val="3978522098"/>
                    </a:ext>
                  </a:extLst>
                </a:gridCol>
                <a:gridCol w="307365">
                  <a:extLst>
                    <a:ext uri="{9D8B030D-6E8A-4147-A177-3AD203B41FA5}">
                      <a16:colId xmlns:a16="http://schemas.microsoft.com/office/drawing/2014/main" val="849717532"/>
                    </a:ext>
                  </a:extLst>
                </a:gridCol>
                <a:gridCol w="307365">
                  <a:extLst>
                    <a:ext uri="{9D8B030D-6E8A-4147-A177-3AD203B41FA5}">
                      <a16:colId xmlns:a16="http://schemas.microsoft.com/office/drawing/2014/main" val="2142942144"/>
                    </a:ext>
                  </a:extLst>
                </a:gridCol>
                <a:gridCol w="307365">
                  <a:extLst>
                    <a:ext uri="{9D8B030D-6E8A-4147-A177-3AD203B41FA5}">
                      <a16:colId xmlns:a16="http://schemas.microsoft.com/office/drawing/2014/main" val="874826259"/>
                    </a:ext>
                  </a:extLst>
                </a:gridCol>
                <a:gridCol w="307365">
                  <a:extLst>
                    <a:ext uri="{9D8B030D-6E8A-4147-A177-3AD203B41FA5}">
                      <a16:colId xmlns:a16="http://schemas.microsoft.com/office/drawing/2014/main" val="2199175047"/>
                    </a:ext>
                  </a:extLst>
                </a:gridCol>
                <a:gridCol w="307365">
                  <a:extLst>
                    <a:ext uri="{9D8B030D-6E8A-4147-A177-3AD203B41FA5}">
                      <a16:colId xmlns:a16="http://schemas.microsoft.com/office/drawing/2014/main" val="4096098212"/>
                    </a:ext>
                  </a:extLst>
                </a:gridCol>
                <a:gridCol w="307365">
                  <a:extLst>
                    <a:ext uri="{9D8B030D-6E8A-4147-A177-3AD203B41FA5}">
                      <a16:colId xmlns:a16="http://schemas.microsoft.com/office/drawing/2014/main" val="3161922733"/>
                    </a:ext>
                  </a:extLst>
                </a:gridCol>
                <a:gridCol w="307365">
                  <a:extLst>
                    <a:ext uri="{9D8B030D-6E8A-4147-A177-3AD203B41FA5}">
                      <a16:colId xmlns:a16="http://schemas.microsoft.com/office/drawing/2014/main" val="1896170140"/>
                    </a:ext>
                  </a:extLst>
                </a:gridCol>
                <a:gridCol w="5019040">
                  <a:extLst>
                    <a:ext uri="{9D8B030D-6E8A-4147-A177-3AD203B41FA5}">
                      <a16:colId xmlns:a16="http://schemas.microsoft.com/office/drawing/2014/main" val="1832502197"/>
                    </a:ext>
                  </a:extLst>
                </a:gridCol>
                <a:gridCol w="307341">
                  <a:extLst>
                    <a:ext uri="{9D8B030D-6E8A-4147-A177-3AD203B41FA5}">
                      <a16:colId xmlns:a16="http://schemas.microsoft.com/office/drawing/2014/main" val="3285941259"/>
                    </a:ext>
                  </a:extLst>
                </a:gridCol>
                <a:gridCol w="307341">
                  <a:extLst>
                    <a:ext uri="{9D8B030D-6E8A-4147-A177-3AD203B41FA5}">
                      <a16:colId xmlns:a16="http://schemas.microsoft.com/office/drawing/2014/main" val="1296972243"/>
                    </a:ext>
                  </a:extLst>
                </a:gridCol>
                <a:gridCol w="307341">
                  <a:extLst>
                    <a:ext uri="{9D8B030D-6E8A-4147-A177-3AD203B41FA5}">
                      <a16:colId xmlns:a16="http://schemas.microsoft.com/office/drawing/2014/main" val="4187490853"/>
                    </a:ext>
                  </a:extLst>
                </a:gridCol>
                <a:gridCol w="307341">
                  <a:extLst>
                    <a:ext uri="{9D8B030D-6E8A-4147-A177-3AD203B41FA5}">
                      <a16:colId xmlns:a16="http://schemas.microsoft.com/office/drawing/2014/main" val="837431734"/>
                    </a:ext>
                  </a:extLst>
                </a:gridCol>
                <a:gridCol w="307341">
                  <a:extLst>
                    <a:ext uri="{9D8B030D-6E8A-4147-A177-3AD203B41FA5}">
                      <a16:colId xmlns:a16="http://schemas.microsoft.com/office/drawing/2014/main" val="880851581"/>
                    </a:ext>
                  </a:extLst>
                </a:gridCol>
                <a:gridCol w="307341">
                  <a:extLst>
                    <a:ext uri="{9D8B030D-6E8A-4147-A177-3AD203B41FA5}">
                      <a16:colId xmlns:a16="http://schemas.microsoft.com/office/drawing/2014/main" val="2388368653"/>
                    </a:ext>
                  </a:extLst>
                </a:gridCol>
                <a:gridCol w="307341">
                  <a:extLst>
                    <a:ext uri="{9D8B030D-6E8A-4147-A177-3AD203B41FA5}">
                      <a16:colId xmlns:a16="http://schemas.microsoft.com/office/drawing/2014/main" val="239311804"/>
                    </a:ext>
                  </a:extLst>
                </a:gridCol>
                <a:gridCol w="307341">
                  <a:extLst>
                    <a:ext uri="{9D8B030D-6E8A-4147-A177-3AD203B41FA5}">
                      <a16:colId xmlns:a16="http://schemas.microsoft.com/office/drawing/2014/main" val="450227044"/>
                    </a:ext>
                  </a:extLst>
                </a:gridCol>
              </a:tblGrid>
              <a:tr h="370840">
                <a:tc>
                  <a:txBody>
                    <a:bodyPr/>
                    <a:lstStyle/>
                    <a:p>
                      <a:pPr algn="ctr"/>
                      <a:r>
                        <a:rPr lang="en-US" altLang="zh-CN" dirty="0">
                          <a:solidFill>
                            <a:schemeClr val="tx1"/>
                          </a:solidFill>
                          <a:latin typeface="+mn-lt"/>
                        </a:rPr>
                        <a:t>b7</a:t>
                      </a:r>
                      <a:endParaRPr lang="zh-CN" altLang="en-US" dirty="0">
                        <a:solidFill>
                          <a:schemeClr val="tx1"/>
                        </a:solidFill>
                        <a:latin typeface="+mn-lt"/>
                      </a:endParaRPr>
                    </a:p>
                  </a:txBody>
                  <a:tcPr marL="36000" marR="3600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ctr"/>
                      <a:r>
                        <a:rPr lang="en-US" altLang="zh-CN" dirty="0">
                          <a:solidFill>
                            <a:schemeClr val="tx1"/>
                          </a:solidFill>
                          <a:latin typeface="+mn-lt"/>
                        </a:rPr>
                        <a:t>b6</a:t>
                      </a:r>
                      <a:endParaRPr lang="zh-CN" altLang="en-US" dirty="0">
                        <a:solidFill>
                          <a:schemeClr val="tx1"/>
                        </a:solidFill>
                        <a:latin typeface="+mn-lt"/>
                      </a:endParaRPr>
                    </a:p>
                  </a:txBody>
                  <a:tcPr marL="36000" marR="3600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ctr"/>
                      <a:r>
                        <a:rPr lang="en-US" altLang="zh-CN" dirty="0">
                          <a:solidFill>
                            <a:schemeClr val="tx1"/>
                          </a:solidFill>
                          <a:latin typeface="+mn-lt"/>
                        </a:rPr>
                        <a:t>b5</a:t>
                      </a:r>
                      <a:endParaRPr lang="zh-CN" altLang="en-US" dirty="0">
                        <a:solidFill>
                          <a:schemeClr val="tx1"/>
                        </a:solidFill>
                        <a:latin typeface="+mn-lt"/>
                      </a:endParaRPr>
                    </a:p>
                  </a:txBody>
                  <a:tcPr marL="36000" marR="3600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ctr"/>
                      <a:r>
                        <a:rPr lang="en-US" altLang="zh-CN" dirty="0">
                          <a:solidFill>
                            <a:schemeClr val="tx1"/>
                          </a:solidFill>
                          <a:latin typeface="+mn-lt"/>
                        </a:rPr>
                        <a:t>b4</a:t>
                      </a:r>
                      <a:endParaRPr lang="zh-CN" altLang="en-US" dirty="0">
                        <a:solidFill>
                          <a:schemeClr val="tx1"/>
                        </a:solidFill>
                        <a:latin typeface="+mn-lt"/>
                      </a:endParaRPr>
                    </a:p>
                  </a:txBody>
                  <a:tcPr marL="36000" marR="3600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ctr"/>
                      <a:r>
                        <a:rPr lang="en-US" altLang="zh-CN" dirty="0">
                          <a:solidFill>
                            <a:schemeClr val="tx1"/>
                          </a:solidFill>
                          <a:latin typeface="+mn-lt"/>
                        </a:rPr>
                        <a:t>b3</a:t>
                      </a:r>
                      <a:endParaRPr lang="zh-CN" altLang="en-US" dirty="0">
                        <a:solidFill>
                          <a:schemeClr val="tx1"/>
                        </a:solidFill>
                        <a:latin typeface="+mn-lt"/>
                      </a:endParaRPr>
                    </a:p>
                  </a:txBody>
                  <a:tcPr marL="36000" marR="3600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ctr"/>
                      <a:r>
                        <a:rPr lang="en-US" altLang="zh-CN" dirty="0">
                          <a:solidFill>
                            <a:schemeClr val="tx1"/>
                          </a:solidFill>
                          <a:latin typeface="+mn-lt"/>
                        </a:rPr>
                        <a:t>b2</a:t>
                      </a:r>
                      <a:endParaRPr lang="zh-CN" altLang="en-US" dirty="0">
                        <a:solidFill>
                          <a:schemeClr val="tx1"/>
                        </a:solidFill>
                        <a:latin typeface="+mn-lt"/>
                      </a:endParaRPr>
                    </a:p>
                  </a:txBody>
                  <a:tcPr marL="36000" marR="3600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ctr"/>
                      <a:r>
                        <a:rPr lang="en-US" altLang="zh-CN" dirty="0">
                          <a:solidFill>
                            <a:schemeClr val="bg1"/>
                          </a:solidFill>
                          <a:latin typeface="+mn-lt"/>
                        </a:rPr>
                        <a:t>b1</a:t>
                      </a:r>
                      <a:endParaRPr lang="zh-CN" altLang="en-US" dirty="0">
                        <a:solidFill>
                          <a:schemeClr val="bg1"/>
                        </a:solidFill>
                        <a:latin typeface="+mn-lt"/>
                      </a:endParaRPr>
                    </a:p>
                  </a:txBody>
                  <a:tcPr marL="36000" marR="3600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accent3"/>
                    </a:solidFill>
                  </a:tcPr>
                </a:tc>
                <a:tc>
                  <a:txBody>
                    <a:bodyPr/>
                    <a:lstStyle/>
                    <a:p>
                      <a:pPr algn="ctr"/>
                      <a:r>
                        <a:rPr lang="en-US" altLang="zh-CN" dirty="0">
                          <a:solidFill>
                            <a:schemeClr val="bg1"/>
                          </a:solidFill>
                          <a:latin typeface="+mn-lt"/>
                        </a:rPr>
                        <a:t>b0</a:t>
                      </a:r>
                      <a:endParaRPr lang="zh-CN" altLang="en-US" dirty="0">
                        <a:solidFill>
                          <a:schemeClr val="bg1"/>
                        </a:solidFill>
                        <a:latin typeface="+mn-lt"/>
                      </a:endParaRPr>
                    </a:p>
                  </a:txBody>
                  <a:tcPr marL="36000" marR="3600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accent4"/>
                    </a:solidFill>
                  </a:tcPr>
                </a:tc>
                <a:tc>
                  <a:txBody>
                    <a:bodyPr/>
                    <a:lstStyle/>
                    <a:p>
                      <a:pPr algn="ctr"/>
                      <a:r>
                        <a:rPr lang="en-US" altLang="zh-CN" dirty="0">
                          <a:solidFill>
                            <a:schemeClr val="tx1"/>
                          </a:solidFill>
                          <a:latin typeface="新宋体" panose="02010609030101010101" pitchFamily="49" charset="-122"/>
                          <a:ea typeface="新宋体" panose="02010609030101010101" pitchFamily="49" charset="-122"/>
                          <a:cs typeface="Times New Roman" panose="02020603050405020304" pitchFamily="18" charset="0"/>
                        </a:rPr>
                        <a:t>……</a:t>
                      </a:r>
                      <a:endParaRPr lang="zh-CN" altLang="en-US" dirty="0">
                        <a:solidFill>
                          <a:schemeClr val="tx1"/>
                        </a:solidFill>
                        <a:latin typeface="新宋体" panose="02010609030101010101" pitchFamily="49" charset="-122"/>
                        <a:ea typeface="新宋体" panose="02010609030101010101" pitchFamily="49" charset="-122"/>
                        <a:cs typeface="Times New Roman" panose="02020603050405020304" pitchFamily="18" charset="0"/>
                      </a:endParaRPr>
                    </a:p>
                  </a:txBody>
                  <a:tcPr marL="36000" marR="3600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ctr"/>
                      <a:r>
                        <a:rPr lang="en-US" altLang="zh-CN" dirty="0">
                          <a:solidFill>
                            <a:schemeClr val="tx1"/>
                          </a:solidFill>
                          <a:latin typeface="+mn-lt"/>
                        </a:rPr>
                        <a:t>b7</a:t>
                      </a:r>
                      <a:endParaRPr lang="zh-CN" altLang="en-US" dirty="0">
                        <a:solidFill>
                          <a:schemeClr val="tx1"/>
                        </a:solidFill>
                        <a:latin typeface="+mn-lt"/>
                      </a:endParaRPr>
                    </a:p>
                  </a:txBody>
                  <a:tcPr marL="36000" marR="3600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ctr"/>
                      <a:r>
                        <a:rPr lang="en-US" altLang="zh-CN" dirty="0">
                          <a:solidFill>
                            <a:schemeClr val="tx1"/>
                          </a:solidFill>
                          <a:latin typeface="+mn-lt"/>
                        </a:rPr>
                        <a:t>b6</a:t>
                      </a:r>
                      <a:endParaRPr lang="zh-CN" altLang="en-US" dirty="0">
                        <a:solidFill>
                          <a:schemeClr val="tx1"/>
                        </a:solidFill>
                        <a:latin typeface="+mn-lt"/>
                      </a:endParaRPr>
                    </a:p>
                  </a:txBody>
                  <a:tcPr marL="36000" marR="3600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ctr"/>
                      <a:r>
                        <a:rPr lang="en-US" altLang="zh-CN" dirty="0">
                          <a:solidFill>
                            <a:schemeClr val="tx1"/>
                          </a:solidFill>
                          <a:latin typeface="+mn-lt"/>
                        </a:rPr>
                        <a:t>b5</a:t>
                      </a:r>
                      <a:endParaRPr lang="zh-CN" altLang="en-US" dirty="0">
                        <a:solidFill>
                          <a:schemeClr val="tx1"/>
                        </a:solidFill>
                        <a:latin typeface="+mn-lt"/>
                      </a:endParaRPr>
                    </a:p>
                  </a:txBody>
                  <a:tcPr marL="36000" marR="3600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ctr"/>
                      <a:r>
                        <a:rPr lang="en-US" altLang="zh-CN" dirty="0">
                          <a:solidFill>
                            <a:schemeClr val="tx1"/>
                          </a:solidFill>
                          <a:latin typeface="+mn-lt"/>
                        </a:rPr>
                        <a:t>b4</a:t>
                      </a:r>
                      <a:endParaRPr lang="zh-CN" altLang="en-US" dirty="0">
                        <a:solidFill>
                          <a:schemeClr val="tx1"/>
                        </a:solidFill>
                        <a:latin typeface="+mn-lt"/>
                      </a:endParaRPr>
                    </a:p>
                  </a:txBody>
                  <a:tcPr marL="36000" marR="3600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ctr"/>
                      <a:r>
                        <a:rPr lang="en-US" altLang="zh-CN" dirty="0">
                          <a:solidFill>
                            <a:schemeClr val="tx1"/>
                          </a:solidFill>
                          <a:latin typeface="+mn-lt"/>
                        </a:rPr>
                        <a:t>b3</a:t>
                      </a:r>
                      <a:endParaRPr lang="zh-CN" altLang="en-US" dirty="0">
                        <a:solidFill>
                          <a:schemeClr val="tx1"/>
                        </a:solidFill>
                        <a:latin typeface="+mn-lt"/>
                      </a:endParaRPr>
                    </a:p>
                  </a:txBody>
                  <a:tcPr marL="36000" marR="3600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ctr"/>
                      <a:r>
                        <a:rPr lang="en-US" altLang="zh-CN" dirty="0">
                          <a:solidFill>
                            <a:schemeClr val="tx1"/>
                          </a:solidFill>
                          <a:latin typeface="+mn-lt"/>
                        </a:rPr>
                        <a:t>b2</a:t>
                      </a:r>
                      <a:endParaRPr lang="zh-CN" altLang="en-US" dirty="0">
                        <a:solidFill>
                          <a:schemeClr val="tx1"/>
                        </a:solidFill>
                        <a:latin typeface="+mn-lt"/>
                      </a:endParaRPr>
                    </a:p>
                  </a:txBody>
                  <a:tcPr marL="36000" marR="3600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ctr"/>
                      <a:r>
                        <a:rPr lang="en-US" altLang="zh-CN" dirty="0">
                          <a:solidFill>
                            <a:schemeClr val="tx1"/>
                          </a:solidFill>
                          <a:latin typeface="+mn-lt"/>
                        </a:rPr>
                        <a:t>b1</a:t>
                      </a:r>
                      <a:endParaRPr lang="zh-CN" altLang="en-US" dirty="0">
                        <a:solidFill>
                          <a:schemeClr val="tx1"/>
                        </a:solidFill>
                        <a:latin typeface="+mn-lt"/>
                      </a:endParaRPr>
                    </a:p>
                  </a:txBody>
                  <a:tcPr marL="36000" marR="3600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ctr"/>
                      <a:r>
                        <a:rPr lang="en-US" altLang="zh-CN" dirty="0">
                          <a:solidFill>
                            <a:schemeClr val="tx1"/>
                          </a:solidFill>
                          <a:latin typeface="+mn-lt"/>
                        </a:rPr>
                        <a:t>b0</a:t>
                      </a:r>
                      <a:endParaRPr lang="zh-CN" altLang="en-US" dirty="0">
                        <a:solidFill>
                          <a:schemeClr val="tx1"/>
                        </a:solidFill>
                        <a:latin typeface="+mn-lt"/>
                      </a:endParaRPr>
                    </a:p>
                  </a:txBody>
                  <a:tcPr marL="36000" marR="3600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extLst>
                  <a:ext uri="{0D108BD9-81ED-4DB2-BD59-A6C34878D82A}">
                    <a16:rowId xmlns:a16="http://schemas.microsoft.com/office/drawing/2014/main" val="2539908259"/>
                  </a:ext>
                </a:extLst>
              </a:tr>
            </a:tbl>
          </a:graphicData>
        </a:graphic>
      </p:graphicFrame>
      <p:sp>
        <p:nvSpPr>
          <p:cNvPr id="9" name="文本框 8">
            <a:extLst>
              <a:ext uri="{FF2B5EF4-FFF2-40B4-BE49-F238E27FC236}">
                <a16:creationId xmlns:a16="http://schemas.microsoft.com/office/drawing/2014/main" id="{ED5B615E-979F-4A0A-97F7-414E3E081955}"/>
              </a:ext>
            </a:extLst>
          </p:cNvPr>
          <p:cNvSpPr txBox="1"/>
          <p:nvPr/>
        </p:nvSpPr>
        <p:spPr>
          <a:xfrm>
            <a:off x="3872498" y="2647340"/>
            <a:ext cx="2534885" cy="369332"/>
          </a:xfrm>
          <a:prstGeom prst="rect">
            <a:avLst/>
          </a:prstGeom>
          <a:noFill/>
        </p:spPr>
        <p:txBody>
          <a:bodyPr wrap="square" rtlCol="0">
            <a:spAutoFit/>
          </a:bodyPr>
          <a:lstStyle/>
          <a:p>
            <a:r>
              <a:rPr lang="en-US" altLang="zh-CN" b="1" dirty="0">
                <a:solidFill>
                  <a:schemeClr val="accent4"/>
                </a:solidFill>
                <a:latin typeface="Arial Narrow" panose="020B0606020202030204" pitchFamily="34" charset="0"/>
              </a:rPr>
              <a:t>I</a:t>
            </a:r>
            <a:r>
              <a:rPr lang="en-US" altLang="zh-CN" b="1" dirty="0">
                <a:latin typeface="Arial Narrow" panose="020B0606020202030204" pitchFamily="34" charset="0"/>
              </a:rPr>
              <a:t>/</a:t>
            </a:r>
            <a:r>
              <a:rPr lang="en-US" altLang="zh-CN" b="1" dirty="0">
                <a:solidFill>
                  <a:schemeClr val="accent4"/>
                </a:solidFill>
                <a:latin typeface="Arial Narrow" panose="020B0606020202030204" pitchFamily="34" charset="0"/>
              </a:rPr>
              <a:t>G </a:t>
            </a:r>
            <a:r>
              <a:rPr lang="en-US" altLang="zh-CN" b="1" dirty="0">
                <a:latin typeface="Arial Narrow" panose="020B0606020202030204" pitchFamily="34" charset="0"/>
              </a:rPr>
              <a:t>=0</a:t>
            </a:r>
            <a:r>
              <a:rPr lang="zh-CN" altLang="en-US" b="1" dirty="0">
                <a:latin typeface="Arial Narrow" panose="020B0606020202030204" pitchFamily="34" charset="0"/>
              </a:rPr>
              <a:t>：单播地址</a:t>
            </a:r>
          </a:p>
        </p:txBody>
      </p:sp>
      <p:sp>
        <p:nvSpPr>
          <p:cNvPr id="10" name="文本框 9">
            <a:extLst>
              <a:ext uri="{FF2B5EF4-FFF2-40B4-BE49-F238E27FC236}">
                <a16:creationId xmlns:a16="http://schemas.microsoft.com/office/drawing/2014/main" id="{A94A4805-EE00-4E20-8A3D-CFBEC41F2281}"/>
              </a:ext>
            </a:extLst>
          </p:cNvPr>
          <p:cNvSpPr txBox="1"/>
          <p:nvPr/>
        </p:nvSpPr>
        <p:spPr>
          <a:xfrm>
            <a:off x="3872498" y="2994823"/>
            <a:ext cx="1934058" cy="369332"/>
          </a:xfrm>
          <a:prstGeom prst="rect">
            <a:avLst/>
          </a:prstGeom>
          <a:noFill/>
        </p:spPr>
        <p:txBody>
          <a:bodyPr wrap="square" rtlCol="0">
            <a:spAutoFit/>
          </a:bodyPr>
          <a:lstStyle/>
          <a:p>
            <a:r>
              <a:rPr lang="en-US" altLang="zh-CN" b="1" dirty="0">
                <a:solidFill>
                  <a:schemeClr val="accent4"/>
                </a:solidFill>
                <a:latin typeface="Arial Narrow" panose="020B0606020202030204" pitchFamily="34" charset="0"/>
              </a:rPr>
              <a:t>I</a:t>
            </a:r>
            <a:r>
              <a:rPr lang="en-US" altLang="zh-CN" b="1" dirty="0">
                <a:latin typeface="Arial Narrow" panose="020B0606020202030204" pitchFamily="34" charset="0"/>
              </a:rPr>
              <a:t>/</a:t>
            </a:r>
            <a:r>
              <a:rPr lang="en-US" altLang="zh-CN" b="1" dirty="0">
                <a:solidFill>
                  <a:schemeClr val="accent4"/>
                </a:solidFill>
                <a:latin typeface="Arial Narrow" panose="020B0606020202030204" pitchFamily="34" charset="0"/>
              </a:rPr>
              <a:t>G </a:t>
            </a:r>
            <a:r>
              <a:rPr lang="en-US" altLang="zh-CN" b="1" dirty="0">
                <a:latin typeface="Arial Narrow" panose="020B0606020202030204" pitchFamily="34" charset="0"/>
              </a:rPr>
              <a:t>=1</a:t>
            </a:r>
            <a:r>
              <a:rPr lang="zh-CN" altLang="en-US" b="1" dirty="0">
                <a:latin typeface="Arial Narrow" panose="020B0606020202030204" pitchFamily="34" charset="0"/>
              </a:rPr>
              <a:t>：多播地址</a:t>
            </a:r>
          </a:p>
        </p:txBody>
      </p:sp>
      <p:sp>
        <p:nvSpPr>
          <p:cNvPr id="13" name="文本框 12">
            <a:extLst>
              <a:ext uri="{FF2B5EF4-FFF2-40B4-BE49-F238E27FC236}">
                <a16:creationId xmlns:a16="http://schemas.microsoft.com/office/drawing/2014/main" id="{842A3E8D-6EB4-4BD7-A61C-1FA35540E0E9}"/>
              </a:ext>
            </a:extLst>
          </p:cNvPr>
          <p:cNvSpPr txBox="1"/>
          <p:nvPr/>
        </p:nvSpPr>
        <p:spPr>
          <a:xfrm>
            <a:off x="774063" y="2647340"/>
            <a:ext cx="1987780" cy="369332"/>
          </a:xfrm>
          <a:prstGeom prst="rect">
            <a:avLst/>
          </a:prstGeom>
          <a:noFill/>
        </p:spPr>
        <p:txBody>
          <a:bodyPr wrap="square" rtlCol="0">
            <a:spAutoFit/>
          </a:bodyPr>
          <a:lstStyle/>
          <a:p>
            <a:r>
              <a:rPr lang="en-US" altLang="zh-CN" b="1" dirty="0">
                <a:solidFill>
                  <a:schemeClr val="accent3"/>
                </a:solidFill>
                <a:latin typeface="Arial Narrow" panose="020B0606020202030204" pitchFamily="34" charset="0"/>
              </a:rPr>
              <a:t>G</a:t>
            </a:r>
            <a:r>
              <a:rPr lang="en-US" altLang="zh-CN" b="1" dirty="0">
                <a:latin typeface="Arial Narrow" panose="020B0606020202030204" pitchFamily="34" charset="0"/>
              </a:rPr>
              <a:t>/</a:t>
            </a:r>
            <a:r>
              <a:rPr lang="en-US" altLang="zh-CN" b="1" dirty="0">
                <a:solidFill>
                  <a:schemeClr val="accent3"/>
                </a:solidFill>
                <a:latin typeface="Arial Narrow" panose="020B0606020202030204" pitchFamily="34" charset="0"/>
              </a:rPr>
              <a:t>L</a:t>
            </a:r>
            <a:r>
              <a:rPr lang="en-US" altLang="zh-CN" b="1" dirty="0">
                <a:latin typeface="Arial Narrow" panose="020B0606020202030204" pitchFamily="34" charset="0"/>
              </a:rPr>
              <a:t>=0</a:t>
            </a:r>
            <a:r>
              <a:rPr lang="zh-CN" altLang="en-US" b="1" dirty="0">
                <a:latin typeface="Arial Narrow" panose="020B0606020202030204" pitchFamily="34" charset="0"/>
              </a:rPr>
              <a:t>：全球管理</a:t>
            </a:r>
          </a:p>
        </p:txBody>
      </p:sp>
      <p:sp>
        <p:nvSpPr>
          <p:cNvPr id="14" name="文本框 13">
            <a:extLst>
              <a:ext uri="{FF2B5EF4-FFF2-40B4-BE49-F238E27FC236}">
                <a16:creationId xmlns:a16="http://schemas.microsoft.com/office/drawing/2014/main" id="{64E5CEC7-81B2-473C-A64B-B63AA4953834}"/>
              </a:ext>
            </a:extLst>
          </p:cNvPr>
          <p:cNvSpPr txBox="1"/>
          <p:nvPr/>
        </p:nvSpPr>
        <p:spPr>
          <a:xfrm>
            <a:off x="774063" y="2994823"/>
            <a:ext cx="1920902" cy="369332"/>
          </a:xfrm>
          <a:prstGeom prst="rect">
            <a:avLst/>
          </a:prstGeom>
          <a:noFill/>
        </p:spPr>
        <p:txBody>
          <a:bodyPr wrap="square" rtlCol="0">
            <a:spAutoFit/>
          </a:bodyPr>
          <a:lstStyle/>
          <a:p>
            <a:r>
              <a:rPr lang="en-US" altLang="zh-CN" b="1" dirty="0">
                <a:solidFill>
                  <a:schemeClr val="accent3"/>
                </a:solidFill>
                <a:latin typeface="Arial Narrow" panose="020B0606020202030204" pitchFamily="34" charset="0"/>
              </a:rPr>
              <a:t>G</a:t>
            </a:r>
            <a:r>
              <a:rPr lang="en-US" altLang="zh-CN" b="1" dirty="0">
                <a:latin typeface="Arial Narrow" panose="020B0606020202030204" pitchFamily="34" charset="0"/>
              </a:rPr>
              <a:t>/</a:t>
            </a:r>
            <a:r>
              <a:rPr lang="en-US" altLang="zh-CN" b="1" dirty="0">
                <a:solidFill>
                  <a:schemeClr val="accent3"/>
                </a:solidFill>
                <a:latin typeface="Arial Narrow" panose="020B0606020202030204" pitchFamily="34" charset="0"/>
              </a:rPr>
              <a:t>L</a:t>
            </a:r>
            <a:r>
              <a:rPr lang="en-US" altLang="zh-CN" b="1" dirty="0">
                <a:latin typeface="Arial Narrow" panose="020B0606020202030204" pitchFamily="34" charset="0"/>
              </a:rPr>
              <a:t>=1</a:t>
            </a:r>
            <a:r>
              <a:rPr lang="zh-CN" altLang="en-US" b="1" dirty="0">
                <a:latin typeface="Arial Narrow" panose="020B0606020202030204" pitchFamily="34" charset="0"/>
              </a:rPr>
              <a:t>：本地管理</a:t>
            </a:r>
          </a:p>
        </p:txBody>
      </p:sp>
      <p:grpSp>
        <p:nvGrpSpPr>
          <p:cNvPr id="22" name="组合 21">
            <a:extLst>
              <a:ext uri="{FF2B5EF4-FFF2-40B4-BE49-F238E27FC236}">
                <a16:creationId xmlns:a16="http://schemas.microsoft.com/office/drawing/2014/main" id="{48BA0A3B-A892-456F-9819-0E7CBE0D51F6}"/>
              </a:ext>
            </a:extLst>
          </p:cNvPr>
          <p:cNvGrpSpPr/>
          <p:nvPr/>
        </p:nvGrpSpPr>
        <p:grpSpPr>
          <a:xfrm>
            <a:off x="3433934" y="2144379"/>
            <a:ext cx="2973449" cy="524810"/>
            <a:chOff x="3433934" y="2144379"/>
            <a:chExt cx="2973449" cy="524810"/>
          </a:xfrm>
        </p:grpSpPr>
        <p:sp>
          <p:nvSpPr>
            <p:cNvPr id="5" name="文本框 4">
              <a:extLst>
                <a:ext uri="{FF2B5EF4-FFF2-40B4-BE49-F238E27FC236}">
                  <a16:creationId xmlns:a16="http://schemas.microsoft.com/office/drawing/2014/main" id="{135D7624-AC30-42D9-A836-F07FA6934128}"/>
                </a:ext>
              </a:extLst>
            </p:cNvPr>
            <p:cNvSpPr txBox="1"/>
            <p:nvPr/>
          </p:nvSpPr>
          <p:spPr>
            <a:xfrm>
              <a:off x="3872498" y="2299857"/>
              <a:ext cx="2534885" cy="369332"/>
            </a:xfrm>
            <a:prstGeom prst="rect">
              <a:avLst/>
            </a:prstGeom>
            <a:noFill/>
          </p:spPr>
          <p:txBody>
            <a:bodyPr wrap="square" rtlCol="0">
              <a:spAutoFit/>
            </a:bodyPr>
            <a:lstStyle/>
            <a:p>
              <a:r>
                <a:rPr lang="en-US" altLang="zh-CN" b="1" dirty="0">
                  <a:solidFill>
                    <a:schemeClr val="accent4"/>
                  </a:solidFill>
                  <a:latin typeface="Arial Narrow" panose="020B0606020202030204" pitchFamily="34" charset="0"/>
                </a:rPr>
                <a:t>I</a:t>
              </a:r>
              <a:r>
                <a:rPr lang="en-US" altLang="zh-CN" b="1" dirty="0">
                  <a:latin typeface="Arial Narrow" panose="020B0606020202030204" pitchFamily="34" charset="0"/>
                </a:rPr>
                <a:t>/</a:t>
              </a:r>
              <a:r>
                <a:rPr lang="en-US" altLang="zh-CN" b="1" dirty="0">
                  <a:solidFill>
                    <a:schemeClr val="accent4"/>
                  </a:solidFill>
                  <a:latin typeface="Arial Narrow" panose="020B0606020202030204" pitchFamily="34" charset="0"/>
                </a:rPr>
                <a:t>G</a:t>
              </a:r>
              <a:r>
                <a:rPr lang="zh-CN" altLang="en-US" b="1" dirty="0">
                  <a:latin typeface="Arial Narrow" panose="020B0606020202030204" pitchFamily="34" charset="0"/>
                </a:rPr>
                <a:t>（</a:t>
              </a:r>
              <a:r>
                <a:rPr lang="en-US" altLang="zh-CN" b="1" dirty="0">
                  <a:solidFill>
                    <a:schemeClr val="accent4"/>
                  </a:solidFill>
                  <a:latin typeface="Arial Narrow" panose="020B0606020202030204" pitchFamily="34" charset="0"/>
                </a:rPr>
                <a:t>I</a:t>
              </a:r>
              <a:r>
                <a:rPr lang="en-US" altLang="zh-CN" b="1" dirty="0">
                  <a:latin typeface="Arial Narrow" panose="020B0606020202030204" pitchFamily="34" charset="0"/>
                </a:rPr>
                <a:t>ndividual/</a:t>
              </a:r>
              <a:r>
                <a:rPr lang="en-US" altLang="zh-CN" b="1" dirty="0">
                  <a:solidFill>
                    <a:schemeClr val="accent4"/>
                  </a:solidFill>
                  <a:latin typeface="Arial Narrow" panose="020B0606020202030204" pitchFamily="34" charset="0"/>
                </a:rPr>
                <a:t>G</a:t>
              </a:r>
              <a:r>
                <a:rPr lang="en-US" altLang="zh-CN" b="1" dirty="0">
                  <a:latin typeface="Arial Narrow" panose="020B0606020202030204" pitchFamily="34" charset="0"/>
                </a:rPr>
                <a:t>roup</a:t>
              </a:r>
              <a:r>
                <a:rPr lang="zh-CN" altLang="en-US" b="1" dirty="0">
                  <a:latin typeface="Arial Narrow" panose="020B0606020202030204" pitchFamily="34" charset="0"/>
                </a:rPr>
                <a:t>）</a:t>
              </a:r>
            </a:p>
          </p:txBody>
        </p:sp>
        <p:cxnSp>
          <p:nvCxnSpPr>
            <p:cNvPr id="18" name="连接符: 肘形 17">
              <a:extLst>
                <a:ext uri="{FF2B5EF4-FFF2-40B4-BE49-F238E27FC236}">
                  <a16:creationId xmlns:a16="http://schemas.microsoft.com/office/drawing/2014/main" id="{B80F4F53-340C-446E-BFF8-59A3F17CFA23}"/>
                </a:ext>
              </a:extLst>
            </p:cNvPr>
            <p:cNvCxnSpPr>
              <a:endCxn id="5" idx="1"/>
            </p:cNvCxnSpPr>
            <p:nvPr/>
          </p:nvCxnSpPr>
          <p:spPr>
            <a:xfrm>
              <a:off x="3433934" y="2144379"/>
              <a:ext cx="438564" cy="340144"/>
            </a:xfrm>
            <a:prstGeom prst="bentConnector3">
              <a:avLst>
                <a:gd name="adj1" fmla="val -2500"/>
              </a:avLst>
            </a:prstGeom>
            <a:ln w="25400">
              <a:solidFill>
                <a:schemeClr val="tx1"/>
              </a:solidFill>
              <a:tailEnd type="triangle"/>
            </a:ln>
          </p:spPr>
          <p:style>
            <a:lnRef idx="1">
              <a:schemeClr val="accent1"/>
            </a:lnRef>
            <a:fillRef idx="0">
              <a:schemeClr val="accent1"/>
            </a:fillRef>
            <a:effectRef idx="0">
              <a:schemeClr val="accent1"/>
            </a:effectRef>
            <a:fontRef idx="minor">
              <a:schemeClr val="tx1"/>
            </a:fontRef>
          </p:style>
        </p:cxnSp>
      </p:grpSp>
      <p:grpSp>
        <p:nvGrpSpPr>
          <p:cNvPr id="25" name="组合 24">
            <a:extLst>
              <a:ext uri="{FF2B5EF4-FFF2-40B4-BE49-F238E27FC236}">
                <a16:creationId xmlns:a16="http://schemas.microsoft.com/office/drawing/2014/main" id="{0133F0BF-344C-48AA-A52F-A2D0A8CDE9F5}"/>
              </a:ext>
            </a:extLst>
          </p:cNvPr>
          <p:cNvGrpSpPr/>
          <p:nvPr/>
        </p:nvGrpSpPr>
        <p:grpSpPr>
          <a:xfrm>
            <a:off x="774063" y="2142265"/>
            <a:ext cx="2374810" cy="529740"/>
            <a:chOff x="774063" y="2142265"/>
            <a:chExt cx="2374810" cy="529740"/>
          </a:xfrm>
        </p:grpSpPr>
        <p:sp>
          <p:nvSpPr>
            <p:cNvPr id="11" name="文本框 10">
              <a:extLst>
                <a:ext uri="{FF2B5EF4-FFF2-40B4-BE49-F238E27FC236}">
                  <a16:creationId xmlns:a16="http://schemas.microsoft.com/office/drawing/2014/main" id="{B40DA83F-33DC-4A8C-BBC9-42F06E5AF8E1}"/>
                </a:ext>
              </a:extLst>
            </p:cNvPr>
            <p:cNvSpPr txBox="1"/>
            <p:nvPr/>
          </p:nvSpPr>
          <p:spPr>
            <a:xfrm>
              <a:off x="774063" y="2302673"/>
              <a:ext cx="1987780" cy="369332"/>
            </a:xfrm>
            <a:prstGeom prst="rect">
              <a:avLst/>
            </a:prstGeom>
            <a:noFill/>
          </p:spPr>
          <p:txBody>
            <a:bodyPr wrap="square" rtlCol="0">
              <a:spAutoFit/>
            </a:bodyPr>
            <a:lstStyle/>
            <a:p>
              <a:r>
                <a:rPr lang="en-US" altLang="zh-CN" b="1" dirty="0">
                  <a:solidFill>
                    <a:schemeClr val="accent3"/>
                  </a:solidFill>
                  <a:latin typeface="Arial Narrow" panose="020B0606020202030204" pitchFamily="34" charset="0"/>
                </a:rPr>
                <a:t>G</a:t>
              </a:r>
              <a:r>
                <a:rPr lang="en-US" altLang="zh-CN" b="1" dirty="0">
                  <a:latin typeface="Arial Narrow" panose="020B0606020202030204" pitchFamily="34" charset="0"/>
                </a:rPr>
                <a:t>/</a:t>
              </a:r>
              <a:r>
                <a:rPr lang="en-US" altLang="zh-CN" b="1" dirty="0">
                  <a:solidFill>
                    <a:schemeClr val="accent3"/>
                  </a:solidFill>
                  <a:latin typeface="Arial Narrow" panose="020B0606020202030204" pitchFamily="34" charset="0"/>
                </a:rPr>
                <a:t>L</a:t>
              </a:r>
              <a:r>
                <a:rPr lang="zh-CN" altLang="en-US" b="1" dirty="0">
                  <a:latin typeface="Arial Narrow" panose="020B0606020202030204" pitchFamily="34" charset="0"/>
                </a:rPr>
                <a:t>（</a:t>
              </a:r>
              <a:r>
                <a:rPr lang="en-US" altLang="zh-CN" b="1" dirty="0">
                  <a:solidFill>
                    <a:schemeClr val="accent3"/>
                  </a:solidFill>
                  <a:latin typeface="Arial Narrow" panose="020B0606020202030204" pitchFamily="34" charset="0"/>
                </a:rPr>
                <a:t>G</a:t>
              </a:r>
              <a:r>
                <a:rPr lang="en-US" altLang="zh-CN" b="1" dirty="0">
                  <a:latin typeface="Arial Narrow" panose="020B0606020202030204" pitchFamily="34" charset="0"/>
                </a:rPr>
                <a:t>lobal/</a:t>
              </a:r>
              <a:r>
                <a:rPr lang="en-US" altLang="zh-CN" b="1" dirty="0">
                  <a:solidFill>
                    <a:schemeClr val="accent3"/>
                  </a:solidFill>
                  <a:latin typeface="Arial Narrow" panose="020B0606020202030204" pitchFamily="34" charset="0"/>
                </a:rPr>
                <a:t>L</a:t>
              </a:r>
              <a:r>
                <a:rPr lang="en-US" altLang="zh-CN" b="1" dirty="0">
                  <a:latin typeface="Arial Narrow" panose="020B0606020202030204" pitchFamily="34" charset="0"/>
                </a:rPr>
                <a:t>ocal</a:t>
              </a:r>
              <a:r>
                <a:rPr lang="zh-CN" altLang="en-US" b="1" dirty="0">
                  <a:latin typeface="Arial Narrow" panose="020B0606020202030204" pitchFamily="34" charset="0"/>
                </a:rPr>
                <a:t>）</a:t>
              </a:r>
            </a:p>
          </p:txBody>
        </p:sp>
        <p:cxnSp>
          <p:nvCxnSpPr>
            <p:cNvPr id="16" name="连接符: 肘形 15">
              <a:extLst>
                <a:ext uri="{FF2B5EF4-FFF2-40B4-BE49-F238E27FC236}">
                  <a16:creationId xmlns:a16="http://schemas.microsoft.com/office/drawing/2014/main" id="{927A9E0C-963E-4552-8A3B-4F2E053D1653}"/>
                </a:ext>
              </a:extLst>
            </p:cNvPr>
            <p:cNvCxnSpPr>
              <a:cxnSpLocks/>
              <a:endCxn id="11" idx="3"/>
            </p:cNvCxnSpPr>
            <p:nvPr/>
          </p:nvCxnSpPr>
          <p:spPr>
            <a:xfrm rot="10800000" flipV="1">
              <a:off x="2761843" y="2142265"/>
              <a:ext cx="387030" cy="345073"/>
            </a:xfrm>
            <a:prstGeom prst="bentConnector3">
              <a:avLst>
                <a:gd name="adj1" fmla="val 4107"/>
              </a:avLst>
            </a:prstGeom>
            <a:ln w="25400">
              <a:solidFill>
                <a:schemeClr val="tx1"/>
              </a:solidFill>
              <a:tailEnd type="triangle"/>
            </a:ln>
          </p:spPr>
          <p:style>
            <a:lnRef idx="1">
              <a:schemeClr val="accent1"/>
            </a:lnRef>
            <a:fillRef idx="0">
              <a:schemeClr val="accent1"/>
            </a:fillRef>
            <a:effectRef idx="0">
              <a:schemeClr val="accent1"/>
            </a:effectRef>
            <a:fontRef idx="minor">
              <a:schemeClr val="tx1"/>
            </a:fontRef>
          </p:style>
        </p:cxnSp>
      </p:grpSp>
      <p:graphicFrame>
        <p:nvGraphicFramePr>
          <p:cNvPr id="7" name="表格 11">
            <a:extLst>
              <a:ext uri="{FF2B5EF4-FFF2-40B4-BE49-F238E27FC236}">
                <a16:creationId xmlns:a16="http://schemas.microsoft.com/office/drawing/2014/main" id="{6D079289-E671-406A-AF87-784BF8CB8C7E}"/>
              </a:ext>
            </a:extLst>
          </p:cNvPr>
          <p:cNvGraphicFramePr>
            <a:graphicFrameLocks noGrp="1"/>
          </p:cNvGraphicFramePr>
          <p:nvPr/>
        </p:nvGraphicFramePr>
        <p:xfrm>
          <a:off x="304800" y="3594100"/>
          <a:ext cx="11582402" cy="2841620"/>
        </p:xfrm>
        <a:graphic>
          <a:graphicData uri="http://schemas.openxmlformats.org/drawingml/2006/table">
            <a:tbl>
              <a:tblPr firstRow="1" bandRow="1">
                <a:tableStyleId>{5C22544A-7EE6-4342-B048-85BDC9FD1C3A}</a:tableStyleId>
              </a:tblPr>
              <a:tblGrid>
                <a:gridCol w="1229068">
                  <a:extLst>
                    <a:ext uri="{9D8B030D-6E8A-4147-A177-3AD203B41FA5}">
                      <a16:colId xmlns:a16="http://schemas.microsoft.com/office/drawing/2014/main" val="3201315185"/>
                    </a:ext>
                  </a:extLst>
                </a:gridCol>
                <a:gridCol w="1229068">
                  <a:extLst>
                    <a:ext uri="{9D8B030D-6E8A-4147-A177-3AD203B41FA5}">
                      <a16:colId xmlns:a16="http://schemas.microsoft.com/office/drawing/2014/main" val="2306449060"/>
                    </a:ext>
                  </a:extLst>
                </a:gridCol>
                <a:gridCol w="7400720">
                  <a:extLst>
                    <a:ext uri="{9D8B030D-6E8A-4147-A177-3AD203B41FA5}">
                      <a16:colId xmlns:a16="http://schemas.microsoft.com/office/drawing/2014/main" val="3816814684"/>
                    </a:ext>
                  </a:extLst>
                </a:gridCol>
                <a:gridCol w="861773">
                  <a:extLst>
                    <a:ext uri="{9D8B030D-6E8A-4147-A177-3AD203B41FA5}">
                      <a16:colId xmlns:a16="http://schemas.microsoft.com/office/drawing/2014/main" val="3904571176"/>
                    </a:ext>
                  </a:extLst>
                </a:gridCol>
                <a:gridCol w="861773">
                  <a:extLst>
                    <a:ext uri="{9D8B030D-6E8A-4147-A177-3AD203B41FA5}">
                      <a16:colId xmlns:a16="http://schemas.microsoft.com/office/drawing/2014/main" val="3946450843"/>
                    </a:ext>
                  </a:extLst>
                </a:gridCol>
              </a:tblGrid>
              <a:tr h="550385">
                <a:tc>
                  <a:txBody>
                    <a:bodyPr/>
                    <a:lstStyle/>
                    <a:p>
                      <a:pPr algn="ctr"/>
                      <a:r>
                        <a:rPr lang="zh-CN" altLang="en-US" b="1" dirty="0">
                          <a:solidFill>
                            <a:schemeClr val="bg1"/>
                          </a:solidFill>
                        </a:rPr>
                        <a:t>第</a:t>
                      </a:r>
                      <a:r>
                        <a:rPr lang="en-US" altLang="zh-CN" b="1" dirty="0">
                          <a:solidFill>
                            <a:schemeClr val="bg1"/>
                          </a:solidFill>
                        </a:rPr>
                        <a:t>1</a:t>
                      </a:r>
                      <a:r>
                        <a:rPr lang="zh-CN" altLang="en-US" b="1" dirty="0">
                          <a:solidFill>
                            <a:schemeClr val="bg1"/>
                          </a:solidFill>
                        </a:rPr>
                        <a:t>字节的</a:t>
                      </a:r>
                      <a:endParaRPr lang="en-US" altLang="zh-CN" b="1" dirty="0">
                        <a:solidFill>
                          <a:schemeClr val="bg1"/>
                        </a:solidFill>
                      </a:endParaRPr>
                    </a:p>
                    <a:p>
                      <a:pPr algn="ctr"/>
                      <a:r>
                        <a:rPr lang="en-US" altLang="zh-CN" b="1" dirty="0">
                          <a:solidFill>
                            <a:schemeClr val="bg1"/>
                          </a:solidFill>
                        </a:rPr>
                        <a:t>b1</a:t>
                      </a:r>
                      <a:r>
                        <a:rPr lang="zh-CN" altLang="en-US" b="1" dirty="0">
                          <a:solidFill>
                            <a:schemeClr val="bg1"/>
                          </a:solidFill>
                        </a:rPr>
                        <a:t>位</a:t>
                      </a: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accent3"/>
                    </a:solidFill>
                  </a:tcPr>
                </a:tc>
                <a:tc>
                  <a:txBody>
                    <a:bodyPr/>
                    <a:lstStyle/>
                    <a:p>
                      <a:pPr algn="ctr"/>
                      <a:r>
                        <a:rPr lang="zh-CN" altLang="en-US" b="1" dirty="0">
                          <a:solidFill>
                            <a:schemeClr val="bg1"/>
                          </a:solidFill>
                        </a:rPr>
                        <a:t>第</a:t>
                      </a:r>
                      <a:r>
                        <a:rPr lang="en-US" altLang="zh-CN" b="1" dirty="0">
                          <a:solidFill>
                            <a:schemeClr val="bg1"/>
                          </a:solidFill>
                        </a:rPr>
                        <a:t>1</a:t>
                      </a:r>
                      <a:r>
                        <a:rPr lang="zh-CN" altLang="en-US" b="1" dirty="0">
                          <a:solidFill>
                            <a:schemeClr val="bg1"/>
                          </a:solidFill>
                        </a:rPr>
                        <a:t>字节的</a:t>
                      </a:r>
                      <a:endParaRPr lang="en-US" altLang="zh-CN" b="1" dirty="0">
                        <a:solidFill>
                          <a:schemeClr val="bg1"/>
                        </a:solidFill>
                      </a:endParaRPr>
                    </a:p>
                    <a:p>
                      <a:pPr algn="ctr"/>
                      <a:r>
                        <a:rPr lang="en-US" altLang="zh-CN" b="1" dirty="0">
                          <a:solidFill>
                            <a:schemeClr val="bg1"/>
                          </a:solidFill>
                        </a:rPr>
                        <a:t>b0</a:t>
                      </a:r>
                      <a:r>
                        <a:rPr lang="zh-CN" altLang="en-US" b="1" dirty="0">
                          <a:solidFill>
                            <a:schemeClr val="bg1"/>
                          </a:solidFill>
                        </a:rPr>
                        <a:t>位</a:t>
                      </a: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accent4"/>
                    </a:solidFill>
                  </a:tcPr>
                </a:tc>
                <a:tc>
                  <a:txBody>
                    <a:bodyPr/>
                    <a:lstStyle/>
                    <a:p>
                      <a:pPr algn="ctr"/>
                      <a:r>
                        <a:rPr lang="en-US" altLang="zh-CN" b="1" dirty="0">
                          <a:solidFill>
                            <a:schemeClr val="tx1"/>
                          </a:solidFill>
                        </a:rPr>
                        <a:t>MAC</a:t>
                      </a:r>
                      <a:r>
                        <a:rPr lang="zh-CN" altLang="en-US" b="1" dirty="0">
                          <a:solidFill>
                            <a:schemeClr val="tx1"/>
                          </a:solidFill>
                        </a:rPr>
                        <a:t>地址类型</a:t>
                      </a: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algn="ctr"/>
                      <a:r>
                        <a:rPr lang="zh-CN" altLang="en-US" b="1" dirty="0">
                          <a:solidFill>
                            <a:schemeClr val="tx1"/>
                          </a:solidFill>
                        </a:rPr>
                        <a:t>地址</a:t>
                      </a:r>
                      <a:endParaRPr lang="en-US" altLang="zh-CN" b="1" dirty="0">
                        <a:solidFill>
                          <a:schemeClr val="tx1"/>
                        </a:solidFill>
                      </a:endParaRPr>
                    </a:p>
                    <a:p>
                      <a:pPr algn="ctr"/>
                      <a:r>
                        <a:rPr lang="zh-CN" altLang="en-US" b="1" dirty="0">
                          <a:solidFill>
                            <a:schemeClr val="tx1"/>
                          </a:solidFill>
                        </a:rPr>
                        <a:t>占比</a:t>
                      </a: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algn="ctr"/>
                      <a:r>
                        <a:rPr lang="zh-CN" altLang="en-US" b="1" dirty="0">
                          <a:solidFill>
                            <a:schemeClr val="tx1"/>
                          </a:solidFill>
                        </a:rPr>
                        <a:t>地址</a:t>
                      </a:r>
                      <a:endParaRPr lang="en-US" altLang="zh-CN" b="1" dirty="0">
                        <a:solidFill>
                          <a:schemeClr val="tx1"/>
                        </a:solidFill>
                      </a:endParaRPr>
                    </a:p>
                    <a:p>
                      <a:pPr algn="ctr"/>
                      <a:r>
                        <a:rPr lang="zh-CN" altLang="en-US" b="1" dirty="0">
                          <a:solidFill>
                            <a:schemeClr val="tx1"/>
                          </a:solidFill>
                        </a:rPr>
                        <a:t>数量</a:t>
                      </a: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extLst>
                  <a:ext uri="{0D108BD9-81ED-4DB2-BD59-A6C34878D82A}">
                    <a16:rowId xmlns:a16="http://schemas.microsoft.com/office/drawing/2014/main" val="1398121299"/>
                  </a:ext>
                </a:extLst>
              </a:tr>
              <a:tr h="550385">
                <a:tc rowSpan="2">
                  <a:txBody>
                    <a:bodyPr/>
                    <a:lstStyle/>
                    <a:p>
                      <a:pPr algn="ctr"/>
                      <a:endParaRPr lang="zh-CN" altLang="en-US" b="1" dirty="0">
                        <a:solidFill>
                          <a:schemeClr val="tx1"/>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algn="ctr"/>
                      <a:endParaRPr lang="zh-CN" altLang="en-US" b="1" dirty="0">
                        <a:solidFill>
                          <a:schemeClr val="tx1"/>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algn="ctr"/>
                      <a:endParaRPr lang="zh-CN" altLang="en-US" b="1" dirty="0">
                        <a:solidFill>
                          <a:schemeClr val="tx1"/>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algn="ctr"/>
                      <a:endParaRPr lang="zh-CN" altLang="en-US" b="1" dirty="0">
                        <a:solidFill>
                          <a:schemeClr val="tx1"/>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rowSpan="4">
                  <a:txBody>
                    <a:bodyPr/>
                    <a:lstStyle/>
                    <a:p>
                      <a:pPr algn="ctr"/>
                      <a:endParaRPr lang="zh-CN" altLang="en-US" b="1" dirty="0">
                        <a:solidFill>
                          <a:schemeClr val="tx1"/>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extLst>
                  <a:ext uri="{0D108BD9-81ED-4DB2-BD59-A6C34878D82A}">
                    <a16:rowId xmlns:a16="http://schemas.microsoft.com/office/drawing/2014/main" val="1927838048"/>
                  </a:ext>
                </a:extLst>
              </a:tr>
              <a:tr h="550385">
                <a:tc vMerge="1">
                  <a:txBody>
                    <a:bodyPr/>
                    <a:lstStyle/>
                    <a:p>
                      <a:pPr algn="ctr"/>
                      <a:endParaRPr lang="zh-CN" altLang="en-US" b="1" dirty="0">
                        <a:solidFill>
                          <a:schemeClr val="tx1"/>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algn="ctr"/>
                      <a:endParaRPr lang="zh-CN" altLang="en-US" b="1" dirty="0">
                        <a:solidFill>
                          <a:schemeClr val="tx1"/>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algn="ctr"/>
                      <a:endParaRPr lang="zh-CN" altLang="en-US" b="1">
                        <a:solidFill>
                          <a:schemeClr val="tx1"/>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algn="ctr"/>
                      <a:endParaRPr lang="zh-CN" altLang="en-US" b="1" dirty="0">
                        <a:solidFill>
                          <a:schemeClr val="tx1"/>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vMerge="1">
                  <a:txBody>
                    <a:bodyPr/>
                    <a:lstStyle/>
                    <a:p>
                      <a:pPr algn="ctr"/>
                      <a:endParaRPr lang="zh-CN" altLang="en-US" b="1" dirty="0">
                        <a:solidFill>
                          <a:schemeClr val="tx1"/>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extLst>
                  <a:ext uri="{0D108BD9-81ED-4DB2-BD59-A6C34878D82A}">
                    <a16:rowId xmlns:a16="http://schemas.microsoft.com/office/drawing/2014/main" val="632938562"/>
                  </a:ext>
                </a:extLst>
              </a:tr>
              <a:tr h="550385">
                <a:tc rowSpan="2">
                  <a:txBody>
                    <a:bodyPr/>
                    <a:lstStyle/>
                    <a:p>
                      <a:pPr algn="ctr"/>
                      <a:endParaRPr lang="zh-CN" altLang="en-US" b="1" dirty="0">
                        <a:solidFill>
                          <a:schemeClr val="tx1"/>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algn="ctr"/>
                      <a:endParaRPr lang="zh-CN" altLang="en-US" b="1" dirty="0">
                        <a:solidFill>
                          <a:schemeClr val="tx1"/>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algn="ctr"/>
                      <a:endParaRPr lang="zh-CN" altLang="en-US" b="1">
                        <a:solidFill>
                          <a:schemeClr val="tx1"/>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algn="ctr"/>
                      <a:endParaRPr lang="zh-CN" altLang="en-US" b="1" dirty="0">
                        <a:solidFill>
                          <a:schemeClr val="tx1"/>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vMerge="1">
                  <a:txBody>
                    <a:bodyPr/>
                    <a:lstStyle/>
                    <a:p>
                      <a:pPr algn="ctr"/>
                      <a:endParaRPr lang="zh-CN" altLang="en-US" b="1" dirty="0">
                        <a:solidFill>
                          <a:schemeClr val="tx1"/>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extLst>
                  <a:ext uri="{0D108BD9-81ED-4DB2-BD59-A6C34878D82A}">
                    <a16:rowId xmlns:a16="http://schemas.microsoft.com/office/drawing/2014/main" val="1878197827"/>
                  </a:ext>
                </a:extLst>
              </a:tr>
              <a:tr h="550385">
                <a:tc vMerge="1">
                  <a:txBody>
                    <a:bodyPr/>
                    <a:lstStyle/>
                    <a:p>
                      <a:pPr algn="ctr"/>
                      <a:endParaRPr lang="zh-CN" altLang="en-US" b="1" dirty="0">
                        <a:solidFill>
                          <a:schemeClr val="tx1"/>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algn="ctr"/>
                      <a:endParaRPr lang="zh-CN" altLang="en-US" b="1" dirty="0">
                        <a:solidFill>
                          <a:schemeClr val="tx1"/>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algn="ctr"/>
                      <a:endParaRPr lang="zh-CN" altLang="en-US" b="1">
                        <a:solidFill>
                          <a:schemeClr val="tx1"/>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algn="ctr"/>
                      <a:endParaRPr lang="zh-CN" altLang="en-US" b="1" dirty="0">
                        <a:solidFill>
                          <a:schemeClr val="tx1"/>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vMerge="1">
                  <a:txBody>
                    <a:bodyPr/>
                    <a:lstStyle/>
                    <a:p>
                      <a:pPr algn="ctr"/>
                      <a:endParaRPr lang="zh-CN" altLang="en-US" b="1" dirty="0">
                        <a:solidFill>
                          <a:schemeClr val="tx1"/>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extLst>
                  <a:ext uri="{0D108BD9-81ED-4DB2-BD59-A6C34878D82A}">
                    <a16:rowId xmlns:a16="http://schemas.microsoft.com/office/drawing/2014/main" val="297247489"/>
                  </a:ext>
                </a:extLst>
              </a:tr>
            </a:tbl>
          </a:graphicData>
        </a:graphic>
      </p:graphicFrame>
      <p:sp>
        <p:nvSpPr>
          <p:cNvPr id="19" name="文本框 18">
            <a:extLst>
              <a:ext uri="{FF2B5EF4-FFF2-40B4-BE49-F238E27FC236}">
                <a16:creationId xmlns:a16="http://schemas.microsoft.com/office/drawing/2014/main" id="{E3D19338-9713-4086-9954-E823105D3F17}"/>
              </a:ext>
            </a:extLst>
          </p:cNvPr>
          <p:cNvSpPr txBox="1"/>
          <p:nvPr/>
        </p:nvSpPr>
        <p:spPr>
          <a:xfrm>
            <a:off x="774063" y="4550442"/>
            <a:ext cx="354648" cy="461665"/>
          </a:xfrm>
          <a:prstGeom prst="rect">
            <a:avLst/>
          </a:prstGeom>
          <a:noFill/>
        </p:spPr>
        <p:txBody>
          <a:bodyPr wrap="square" rtlCol="0">
            <a:spAutoFit/>
          </a:bodyPr>
          <a:lstStyle/>
          <a:p>
            <a:pPr algn="ctr"/>
            <a:r>
              <a:rPr lang="en-US" altLang="zh-CN" sz="2400" b="1" dirty="0">
                <a:latin typeface="Arial Black" panose="020B0A04020102020204" pitchFamily="34" charset="0"/>
              </a:rPr>
              <a:t>0</a:t>
            </a:r>
            <a:endParaRPr lang="zh-CN" altLang="en-US" sz="2400" b="1" dirty="0">
              <a:latin typeface="Arial Black" panose="020B0A04020102020204" pitchFamily="34" charset="0"/>
            </a:endParaRPr>
          </a:p>
        </p:txBody>
      </p:sp>
      <p:sp>
        <p:nvSpPr>
          <p:cNvPr id="20" name="文本框 19">
            <a:extLst>
              <a:ext uri="{FF2B5EF4-FFF2-40B4-BE49-F238E27FC236}">
                <a16:creationId xmlns:a16="http://schemas.microsoft.com/office/drawing/2014/main" id="{B1B9982E-A2A5-40A7-BD67-E32C4E1A6AEB}"/>
              </a:ext>
            </a:extLst>
          </p:cNvPr>
          <p:cNvSpPr txBox="1"/>
          <p:nvPr/>
        </p:nvSpPr>
        <p:spPr>
          <a:xfrm>
            <a:off x="774063" y="5659318"/>
            <a:ext cx="354648" cy="461665"/>
          </a:xfrm>
          <a:prstGeom prst="rect">
            <a:avLst/>
          </a:prstGeom>
          <a:noFill/>
        </p:spPr>
        <p:txBody>
          <a:bodyPr wrap="square" rtlCol="0">
            <a:spAutoFit/>
          </a:bodyPr>
          <a:lstStyle/>
          <a:p>
            <a:pPr algn="ctr"/>
            <a:r>
              <a:rPr lang="en-US" altLang="zh-CN" sz="2400" b="1" dirty="0">
                <a:latin typeface="Arial Black" panose="020B0A04020102020204" pitchFamily="34" charset="0"/>
              </a:rPr>
              <a:t>1</a:t>
            </a:r>
            <a:endParaRPr lang="zh-CN" altLang="en-US" sz="2400" b="1" dirty="0">
              <a:latin typeface="Arial Black" panose="020B0A04020102020204" pitchFamily="34" charset="0"/>
            </a:endParaRPr>
          </a:p>
        </p:txBody>
      </p:sp>
      <p:sp>
        <p:nvSpPr>
          <p:cNvPr id="21" name="文本框 20">
            <a:extLst>
              <a:ext uri="{FF2B5EF4-FFF2-40B4-BE49-F238E27FC236}">
                <a16:creationId xmlns:a16="http://schemas.microsoft.com/office/drawing/2014/main" id="{BFE70102-4958-4920-B307-7014EEE8AD61}"/>
              </a:ext>
            </a:extLst>
          </p:cNvPr>
          <p:cNvSpPr txBox="1"/>
          <p:nvPr/>
        </p:nvSpPr>
        <p:spPr>
          <a:xfrm>
            <a:off x="2761838" y="4321459"/>
            <a:ext cx="672092" cy="369332"/>
          </a:xfrm>
          <a:prstGeom prst="rect">
            <a:avLst/>
          </a:prstGeom>
          <a:noFill/>
        </p:spPr>
        <p:txBody>
          <a:bodyPr wrap="square" rtlCol="0">
            <a:spAutoFit/>
          </a:bodyPr>
          <a:lstStyle/>
          <a:p>
            <a:r>
              <a:rPr lang="zh-CN" altLang="en-US" b="1" dirty="0">
                <a:latin typeface="Arial Narrow" panose="020B0606020202030204" pitchFamily="34" charset="0"/>
              </a:rPr>
              <a:t>全球</a:t>
            </a:r>
          </a:p>
        </p:txBody>
      </p:sp>
      <p:sp>
        <p:nvSpPr>
          <p:cNvPr id="23" name="文本框 22">
            <a:extLst>
              <a:ext uri="{FF2B5EF4-FFF2-40B4-BE49-F238E27FC236}">
                <a16:creationId xmlns:a16="http://schemas.microsoft.com/office/drawing/2014/main" id="{14C4FF20-6C12-4752-B5DE-F1280C417306}"/>
              </a:ext>
            </a:extLst>
          </p:cNvPr>
          <p:cNvSpPr txBox="1"/>
          <p:nvPr/>
        </p:nvSpPr>
        <p:spPr>
          <a:xfrm>
            <a:off x="2761838" y="4873863"/>
            <a:ext cx="672092" cy="369332"/>
          </a:xfrm>
          <a:prstGeom prst="rect">
            <a:avLst/>
          </a:prstGeom>
          <a:noFill/>
        </p:spPr>
        <p:txBody>
          <a:bodyPr wrap="square" rtlCol="0">
            <a:spAutoFit/>
          </a:bodyPr>
          <a:lstStyle/>
          <a:p>
            <a:r>
              <a:rPr lang="zh-CN" altLang="en-US" b="1" dirty="0">
                <a:latin typeface="Arial Narrow" panose="020B0606020202030204" pitchFamily="34" charset="0"/>
              </a:rPr>
              <a:t>全球</a:t>
            </a:r>
          </a:p>
        </p:txBody>
      </p:sp>
      <p:sp>
        <p:nvSpPr>
          <p:cNvPr id="24" name="文本框 23">
            <a:extLst>
              <a:ext uri="{FF2B5EF4-FFF2-40B4-BE49-F238E27FC236}">
                <a16:creationId xmlns:a16="http://schemas.microsoft.com/office/drawing/2014/main" id="{BA9E9F19-0D10-44A1-92D6-B23BB4A174DF}"/>
              </a:ext>
            </a:extLst>
          </p:cNvPr>
          <p:cNvSpPr txBox="1"/>
          <p:nvPr/>
        </p:nvSpPr>
        <p:spPr>
          <a:xfrm>
            <a:off x="2761838" y="5422958"/>
            <a:ext cx="672092" cy="369332"/>
          </a:xfrm>
          <a:prstGeom prst="rect">
            <a:avLst/>
          </a:prstGeom>
          <a:noFill/>
        </p:spPr>
        <p:txBody>
          <a:bodyPr wrap="square" rtlCol="0">
            <a:spAutoFit/>
          </a:bodyPr>
          <a:lstStyle/>
          <a:p>
            <a:r>
              <a:rPr lang="zh-CN" altLang="en-US" b="1" dirty="0">
                <a:latin typeface="Arial Narrow" panose="020B0606020202030204" pitchFamily="34" charset="0"/>
              </a:rPr>
              <a:t>本地</a:t>
            </a:r>
          </a:p>
        </p:txBody>
      </p:sp>
      <p:sp>
        <p:nvSpPr>
          <p:cNvPr id="26" name="文本框 25">
            <a:extLst>
              <a:ext uri="{FF2B5EF4-FFF2-40B4-BE49-F238E27FC236}">
                <a16:creationId xmlns:a16="http://schemas.microsoft.com/office/drawing/2014/main" id="{85D14F63-D057-4374-94DC-00F53665D10A}"/>
              </a:ext>
            </a:extLst>
          </p:cNvPr>
          <p:cNvSpPr txBox="1"/>
          <p:nvPr/>
        </p:nvSpPr>
        <p:spPr>
          <a:xfrm>
            <a:off x="2761838" y="5972054"/>
            <a:ext cx="672092" cy="369332"/>
          </a:xfrm>
          <a:prstGeom prst="rect">
            <a:avLst/>
          </a:prstGeom>
          <a:noFill/>
        </p:spPr>
        <p:txBody>
          <a:bodyPr wrap="square" rtlCol="0">
            <a:spAutoFit/>
          </a:bodyPr>
          <a:lstStyle/>
          <a:p>
            <a:r>
              <a:rPr lang="zh-CN" altLang="en-US" b="1" dirty="0">
                <a:latin typeface="Arial Narrow" panose="020B0606020202030204" pitchFamily="34" charset="0"/>
              </a:rPr>
              <a:t>本地</a:t>
            </a:r>
          </a:p>
        </p:txBody>
      </p:sp>
      <p:sp>
        <p:nvSpPr>
          <p:cNvPr id="27" name="文本框 26">
            <a:extLst>
              <a:ext uri="{FF2B5EF4-FFF2-40B4-BE49-F238E27FC236}">
                <a16:creationId xmlns:a16="http://schemas.microsoft.com/office/drawing/2014/main" id="{F0B894CB-C279-4844-8298-7C23C1AD6B5E}"/>
              </a:ext>
            </a:extLst>
          </p:cNvPr>
          <p:cNvSpPr txBox="1"/>
          <p:nvPr/>
        </p:nvSpPr>
        <p:spPr>
          <a:xfrm>
            <a:off x="1939539" y="4286307"/>
            <a:ext cx="354648" cy="461665"/>
          </a:xfrm>
          <a:prstGeom prst="rect">
            <a:avLst/>
          </a:prstGeom>
          <a:noFill/>
        </p:spPr>
        <p:txBody>
          <a:bodyPr wrap="square" rtlCol="0">
            <a:spAutoFit/>
          </a:bodyPr>
          <a:lstStyle/>
          <a:p>
            <a:pPr algn="ctr"/>
            <a:r>
              <a:rPr lang="en-US" altLang="zh-CN" sz="2400" b="1" dirty="0">
                <a:latin typeface="Arial Black" panose="020B0A04020102020204" pitchFamily="34" charset="0"/>
              </a:rPr>
              <a:t>0</a:t>
            </a:r>
            <a:endParaRPr lang="zh-CN" altLang="en-US" sz="2400" b="1" dirty="0">
              <a:latin typeface="Arial Black" panose="020B0A04020102020204" pitchFamily="34" charset="0"/>
            </a:endParaRPr>
          </a:p>
        </p:txBody>
      </p:sp>
      <p:sp>
        <p:nvSpPr>
          <p:cNvPr id="28" name="文本框 27">
            <a:extLst>
              <a:ext uri="{FF2B5EF4-FFF2-40B4-BE49-F238E27FC236}">
                <a16:creationId xmlns:a16="http://schemas.microsoft.com/office/drawing/2014/main" id="{8A9FD551-24DF-42AA-8C29-A73AA3028894}"/>
              </a:ext>
            </a:extLst>
          </p:cNvPr>
          <p:cNvSpPr txBox="1"/>
          <p:nvPr/>
        </p:nvSpPr>
        <p:spPr>
          <a:xfrm>
            <a:off x="1939539" y="5422958"/>
            <a:ext cx="354648" cy="461665"/>
          </a:xfrm>
          <a:prstGeom prst="rect">
            <a:avLst/>
          </a:prstGeom>
          <a:noFill/>
        </p:spPr>
        <p:txBody>
          <a:bodyPr wrap="square" rtlCol="0">
            <a:spAutoFit/>
          </a:bodyPr>
          <a:lstStyle/>
          <a:p>
            <a:pPr algn="ctr"/>
            <a:r>
              <a:rPr lang="en-US" altLang="zh-CN" sz="2400" b="1" dirty="0">
                <a:latin typeface="Arial Black" panose="020B0A04020102020204" pitchFamily="34" charset="0"/>
              </a:rPr>
              <a:t>0</a:t>
            </a:r>
            <a:endParaRPr lang="zh-CN" altLang="en-US" sz="2400" b="1" dirty="0">
              <a:latin typeface="Arial Black" panose="020B0A04020102020204" pitchFamily="34" charset="0"/>
            </a:endParaRPr>
          </a:p>
        </p:txBody>
      </p:sp>
      <p:sp>
        <p:nvSpPr>
          <p:cNvPr id="29" name="文本框 28">
            <a:extLst>
              <a:ext uri="{FF2B5EF4-FFF2-40B4-BE49-F238E27FC236}">
                <a16:creationId xmlns:a16="http://schemas.microsoft.com/office/drawing/2014/main" id="{ED7DF2B2-DBC2-4EB3-8EB1-0E60606BAE49}"/>
              </a:ext>
            </a:extLst>
          </p:cNvPr>
          <p:cNvSpPr txBox="1"/>
          <p:nvPr/>
        </p:nvSpPr>
        <p:spPr>
          <a:xfrm>
            <a:off x="3256834" y="4321459"/>
            <a:ext cx="672092" cy="369332"/>
          </a:xfrm>
          <a:prstGeom prst="rect">
            <a:avLst/>
          </a:prstGeom>
          <a:noFill/>
        </p:spPr>
        <p:txBody>
          <a:bodyPr wrap="square" rtlCol="0">
            <a:spAutoFit/>
          </a:bodyPr>
          <a:lstStyle/>
          <a:p>
            <a:r>
              <a:rPr lang="zh-CN" altLang="en-US" b="1" dirty="0">
                <a:latin typeface="Arial Narrow" panose="020B0606020202030204" pitchFamily="34" charset="0"/>
              </a:rPr>
              <a:t>单播</a:t>
            </a:r>
          </a:p>
        </p:txBody>
      </p:sp>
      <p:sp>
        <p:nvSpPr>
          <p:cNvPr id="30" name="文本框 29">
            <a:extLst>
              <a:ext uri="{FF2B5EF4-FFF2-40B4-BE49-F238E27FC236}">
                <a16:creationId xmlns:a16="http://schemas.microsoft.com/office/drawing/2014/main" id="{BA978FC5-01AE-4C5D-87F9-D42181AC3D2F}"/>
              </a:ext>
            </a:extLst>
          </p:cNvPr>
          <p:cNvSpPr txBox="1"/>
          <p:nvPr/>
        </p:nvSpPr>
        <p:spPr>
          <a:xfrm>
            <a:off x="3256834" y="5422958"/>
            <a:ext cx="672092" cy="369332"/>
          </a:xfrm>
          <a:prstGeom prst="rect">
            <a:avLst/>
          </a:prstGeom>
          <a:noFill/>
        </p:spPr>
        <p:txBody>
          <a:bodyPr wrap="square" rtlCol="0">
            <a:spAutoFit/>
          </a:bodyPr>
          <a:lstStyle/>
          <a:p>
            <a:r>
              <a:rPr lang="zh-CN" altLang="en-US" b="1" dirty="0">
                <a:latin typeface="Arial Narrow" panose="020B0606020202030204" pitchFamily="34" charset="0"/>
              </a:rPr>
              <a:t>单播</a:t>
            </a:r>
          </a:p>
        </p:txBody>
      </p:sp>
      <p:sp>
        <p:nvSpPr>
          <p:cNvPr id="31" name="文本框 30">
            <a:extLst>
              <a:ext uri="{FF2B5EF4-FFF2-40B4-BE49-F238E27FC236}">
                <a16:creationId xmlns:a16="http://schemas.microsoft.com/office/drawing/2014/main" id="{FF96914C-034B-4EF5-B096-A14A6E59217F}"/>
              </a:ext>
            </a:extLst>
          </p:cNvPr>
          <p:cNvSpPr txBox="1"/>
          <p:nvPr/>
        </p:nvSpPr>
        <p:spPr>
          <a:xfrm>
            <a:off x="1939539" y="4857122"/>
            <a:ext cx="354648" cy="461665"/>
          </a:xfrm>
          <a:prstGeom prst="rect">
            <a:avLst/>
          </a:prstGeom>
          <a:noFill/>
        </p:spPr>
        <p:txBody>
          <a:bodyPr wrap="square" rtlCol="0">
            <a:spAutoFit/>
          </a:bodyPr>
          <a:lstStyle/>
          <a:p>
            <a:pPr algn="ctr"/>
            <a:r>
              <a:rPr lang="en-US" altLang="zh-CN" sz="2400" b="1" dirty="0">
                <a:latin typeface="Arial Black" panose="020B0A04020102020204" pitchFamily="34" charset="0"/>
              </a:rPr>
              <a:t>1</a:t>
            </a:r>
            <a:endParaRPr lang="zh-CN" altLang="en-US" sz="2400" b="1" dirty="0">
              <a:latin typeface="Arial Black" panose="020B0A04020102020204" pitchFamily="34" charset="0"/>
            </a:endParaRPr>
          </a:p>
        </p:txBody>
      </p:sp>
      <p:sp>
        <p:nvSpPr>
          <p:cNvPr id="32" name="文本框 31">
            <a:extLst>
              <a:ext uri="{FF2B5EF4-FFF2-40B4-BE49-F238E27FC236}">
                <a16:creationId xmlns:a16="http://schemas.microsoft.com/office/drawing/2014/main" id="{18E472E5-9782-4FE3-ADD8-8972B36D4353}"/>
              </a:ext>
            </a:extLst>
          </p:cNvPr>
          <p:cNvSpPr txBox="1"/>
          <p:nvPr/>
        </p:nvSpPr>
        <p:spPr>
          <a:xfrm>
            <a:off x="1939539" y="5929339"/>
            <a:ext cx="354648" cy="461665"/>
          </a:xfrm>
          <a:prstGeom prst="rect">
            <a:avLst/>
          </a:prstGeom>
          <a:noFill/>
        </p:spPr>
        <p:txBody>
          <a:bodyPr wrap="square" rtlCol="0">
            <a:spAutoFit/>
          </a:bodyPr>
          <a:lstStyle/>
          <a:p>
            <a:pPr algn="ctr"/>
            <a:r>
              <a:rPr lang="en-US" altLang="zh-CN" sz="2400" b="1" dirty="0">
                <a:latin typeface="Arial Black" panose="020B0A04020102020204" pitchFamily="34" charset="0"/>
              </a:rPr>
              <a:t>1</a:t>
            </a:r>
            <a:endParaRPr lang="zh-CN" altLang="en-US" sz="2400" b="1" dirty="0">
              <a:latin typeface="Arial Black" panose="020B0A04020102020204" pitchFamily="34" charset="0"/>
            </a:endParaRPr>
          </a:p>
        </p:txBody>
      </p:sp>
      <p:sp>
        <p:nvSpPr>
          <p:cNvPr id="33" name="文本框 32">
            <a:extLst>
              <a:ext uri="{FF2B5EF4-FFF2-40B4-BE49-F238E27FC236}">
                <a16:creationId xmlns:a16="http://schemas.microsoft.com/office/drawing/2014/main" id="{FE6AC5A3-4D6E-4E8F-9BDA-CB2C5D260A0C}"/>
              </a:ext>
            </a:extLst>
          </p:cNvPr>
          <p:cNvSpPr txBox="1"/>
          <p:nvPr/>
        </p:nvSpPr>
        <p:spPr>
          <a:xfrm>
            <a:off x="3256834" y="4876073"/>
            <a:ext cx="672092" cy="369332"/>
          </a:xfrm>
          <a:prstGeom prst="rect">
            <a:avLst/>
          </a:prstGeom>
          <a:noFill/>
        </p:spPr>
        <p:txBody>
          <a:bodyPr wrap="square" rtlCol="0">
            <a:spAutoFit/>
          </a:bodyPr>
          <a:lstStyle/>
          <a:p>
            <a:r>
              <a:rPr lang="zh-CN" altLang="en-US" b="1" dirty="0">
                <a:latin typeface="Arial Narrow" panose="020B0606020202030204" pitchFamily="34" charset="0"/>
              </a:rPr>
              <a:t>多播</a:t>
            </a:r>
          </a:p>
        </p:txBody>
      </p:sp>
      <p:sp>
        <p:nvSpPr>
          <p:cNvPr id="34" name="文本框 33">
            <a:extLst>
              <a:ext uri="{FF2B5EF4-FFF2-40B4-BE49-F238E27FC236}">
                <a16:creationId xmlns:a16="http://schemas.microsoft.com/office/drawing/2014/main" id="{770E522B-ACFF-4F69-996C-02CD9BD67D5A}"/>
              </a:ext>
            </a:extLst>
          </p:cNvPr>
          <p:cNvSpPr txBox="1"/>
          <p:nvPr/>
        </p:nvSpPr>
        <p:spPr>
          <a:xfrm>
            <a:off x="3256834" y="5972054"/>
            <a:ext cx="672092" cy="369332"/>
          </a:xfrm>
          <a:prstGeom prst="rect">
            <a:avLst/>
          </a:prstGeom>
          <a:noFill/>
        </p:spPr>
        <p:txBody>
          <a:bodyPr wrap="square" rtlCol="0">
            <a:spAutoFit/>
          </a:bodyPr>
          <a:lstStyle/>
          <a:p>
            <a:r>
              <a:rPr lang="zh-CN" altLang="en-US" b="1" dirty="0">
                <a:latin typeface="Arial Narrow" panose="020B0606020202030204" pitchFamily="34" charset="0"/>
              </a:rPr>
              <a:t>多播</a:t>
            </a:r>
          </a:p>
        </p:txBody>
      </p:sp>
      <p:sp>
        <p:nvSpPr>
          <p:cNvPr id="35" name="文本框 34">
            <a:extLst>
              <a:ext uri="{FF2B5EF4-FFF2-40B4-BE49-F238E27FC236}">
                <a16:creationId xmlns:a16="http://schemas.microsoft.com/office/drawing/2014/main" id="{C7092361-0158-4FC2-AB45-4A2D5641E2F1}"/>
              </a:ext>
            </a:extLst>
          </p:cNvPr>
          <p:cNvSpPr txBox="1"/>
          <p:nvPr/>
        </p:nvSpPr>
        <p:spPr>
          <a:xfrm>
            <a:off x="3928925" y="4329188"/>
            <a:ext cx="6116318" cy="369332"/>
          </a:xfrm>
          <a:prstGeom prst="rect">
            <a:avLst/>
          </a:prstGeom>
          <a:noFill/>
        </p:spPr>
        <p:txBody>
          <a:bodyPr wrap="square" rtlCol="0">
            <a:spAutoFit/>
          </a:bodyPr>
          <a:lstStyle/>
          <a:p>
            <a:r>
              <a:rPr lang="zh-CN" altLang="en-US" b="1" dirty="0">
                <a:latin typeface="Arial Narrow" panose="020B0606020202030204" pitchFamily="34" charset="0"/>
              </a:rPr>
              <a:t>（由厂商生产网络设备时固化在设备中）</a:t>
            </a:r>
          </a:p>
        </p:txBody>
      </p:sp>
      <p:sp>
        <p:nvSpPr>
          <p:cNvPr id="37" name="文本框 36">
            <a:extLst>
              <a:ext uri="{FF2B5EF4-FFF2-40B4-BE49-F238E27FC236}">
                <a16:creationId xmlns:a16="http://schemas.microsoft.com/office/drawing/2014/main" id="{0A10DA69-4FA5-4DB4-AF65-D061AE2B1003}"/>
              </a:ext>
            </a:extLst>
          </p:cNvPr>
          <p:cNvSpPr txBox="1"/>
          <p:nvPr/>
        </p:nvSpPr>
        <p:spPr>
          <a:xfrm>
            <a:off x="3928925" y="4873862"/>
            <a:ext cx="6116318" cy="369332"/>
          </a:xfrm>
          <a:prstGeom prst="rect">
            <a:avLst/>
          </a:prstGeom>
          <a:noFill/>
        </p:spPr>
        <p:txBody>
          <a:bodyPr wrap="square" rtlCol="0">
            <a:spAutoFit/>
          </a:bodyPr>
          <a:lstStyle/>
          <a:p>
            <a:r>
              <a:rPr lang="zh-CN" altLang="en-US" b="1" dirty="0">
                <a:latin typeface="Arial Narrow" panose="020B0606020202030204" pitchFamily="34" charset="0"/>
              </a:rPr>
              <a:t>（交换机、路由器等标准网络设备所支持的多播地址）</a:t>
            </a:r>
          </a:p>
        </p:txBody>
      </p:sp>
      <p:sp>
        <p:nvSpPr>
          <p:cNvPr id="12" name="对话气泡: 圆角矩形 11">
            <a:extLst>
              <a:ext uri="{FF2B5EF4-FFF2-40B4-BE49-F238E27FC236}">
                <a16:creationId xmlns:a16="http://schemas.microsoft.com/office/drawing/2014/main" id="{4C66E6B6-7AC1-40A9-B600-30666D36F7CD}"/>
              </a:ext>
            </a:extLst>
          </p:cNvPr>
          <p:cNvSpPr/>
          <p:nvPr/>
        </p:nvSpPr>
        <p:spPr>
          <a:xfrm>
            <a:off x="7365258" y="2436813"/>
            <a:ext cx="4052679" cy="927342"/>
          </a:xfrm>
          <a:prstGeom prst="wedgeRoundRectCallout">
            <a:avLst>
              <a:gd name="adj1" fmla="val -19904"/>
              <a:gd name="adj2" fmla="val 212455"/>
              <a:gd name="adj3" fmla="val 16667"/>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nSpc>
                <a:spcPct val="150000"/>
              </a:lnSpc>
            </a:pPr>
            <a:r>
              <a:rPr lang="zh-CN" altLang="en-US" b="1" dirty="0">
                <a:latin typeface="Arial Narrow" panose="020B0606020202030204" pitchFamily="34" charset="0"/>
              </a:rPr>
              <a:t>例如，交换机的生成树协议</a:t>
            </a:r>
            <a:r>
              <a:rPr lang="en-US" altLang="zh-CN" b="1" dirty="0">
                <a:latin typeface="Arial Narrow" panose="020B0606020202030204" pitchFamily="34" charset="0"/>
              </a:rPr>
              <a:t>STP</a:t>
            </a:r>
            <a:r>
              <a:rPr lang="zh-CN" altLang="en-US" b="1" dirty="0">
                <a:latin typeface="Arial Narrow" panose="020B0606020202030204" pitchFamily="34" charset="0"/>
              </a:rPr>
              <a:t>使用的多播地址为</a:t>
            </a:r>
            <a:r>
              <a:rPr lang="en-US" altLang="zh-CN" b="1" dirty="0">
                <a:latin typeface="Arial Narrow" panose="020B0606020202030204" pitchFamily="34" charset="0"/>
              </a:rPr>
              <a:t>01-80-C2-00-00-00</a:t>
            </a:r>
            <a:endParaRPr lang="zh-CN" altLang="en-US" b="1" dirty="0">
              <a:latin typeface="Arial Narrow" panose="020B0606020202030204" pitchFamily="34" charset="0"/>
            </a:endParaRPr>
          </a:p>
        </p:txBody>
      </p:sp>
    </p:spTree>
    <p:custDataLst>
      <p:tags r:id="rId1"/>
    </p:custDataLst>
    <p:extLst>
      <p:ext uri="{BB962C8B-B14F-4D97-AF65-F5344CB8AC3E}">
        <p14:creationId xmlns:p14="http://schemas.microsoft.com/office/powerpoint/2010/main" val="3532307029"/>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 presetClass="entr" presetSubtype="0" fill="hold" grpId="0" nodeType="withEffect">
                                  <p:stCondLst>
                                    <p:cond delay="0"/>
                                  </p:stCondLst>
                                  <p:iterate type="lt">
                                    <p:tmAbs val="100"/>
                                  </p:iterate>
                                  <p:childTnLst>
                                    <p:set>
                                      <p:cBhvr>
                                        <p:cTn id="6" dur="1" fill="hold">
                                          <p:stCondLst>
                                            <p:cond delay="0"/>
                                          </p:stCondLst>
                                        </p:cTn>
                                        <p:tgtEl>
                                          <p:spTgt spid="37"/>
                                        </p:tgtEl>
                                        <p:attrNameLst>
                                          <p:attrName>style.visibility</p:attrName>
                                        </p:attrNameLst>
                                      </p:cBhvr>
                                      <p:to>
                                        <p:strVal val="visible"/>
                                      </p:to>
                                    </p:set>
                                  </p:childTnLst>
                                </p:cTn>
                              </p:par>
                            </p:childTnLst>
                          </p:cTn>
                        </p:par>
                      </p:childTnLst>
                    </p:cTn>
                  </p:par>
                  <p:par>
                    <p:cTn id="7" fill="hold">
                      <p:stCondLst>
                        <p:cond delay="indefinite"/>
                      </p:stCondLst>
                      <p:childTnLst>
                        <p:par>
                          <p:cTn id="8" fill="hold">
                            <p:stCondLst>
                              <p:cond delay="0"/>
                            </p:stCondLst>
                            <p:childTnLst>
                              <p:par>
                                <p:cTn id="9" presetID="2" presetClass="entr" presetSubtype="2" fill="hold" grpId="0" nodeType="clickEffect">
                                  <p:stCondLst>
                                    <p:cond delay="0"/>
                                  </p:stCondLst>
                                  <p:childTnLst>
                                    <p:set>
                                      <p:cBhvr>
                                        <p:cTn id="10" dur="1" fill="hold">
                                          <p:stCondLst>
                                            <p:cond delay="0"/>
                                          </p:stCondLst>
                                        </p:cTn>
                                        <p:tgtEl>
                                          <p:spTgt spid="12"/>
                                        </p:tgtEl>
                                        <p:attrNameLst>
                                          <p:attrName>style.visibility</p:attrName>
                                        </p:attrNameLst>
                                      </p:cBhvr>
                                      <p:to>
                                        <p:strVal val="visible"/>
                                      </p:to>
                                    </p:set>
                                    <p:anim calcmode="lin" valueType="num">
                                      <p:cBhvr additive="base">
                                        <p:cTn id="11" dur="500" fill="hold"/>
                                        <p:tgtEl>
                                          <p:spTgt spid="12"/>
                                        </p:tgtEl>
                                        <p:attrNameLst>
                                          <p:attrName>ppt_x</p:attrName>
                                        </p:attrNameLst>
                                      </p:cBhvr>
                                      <p:tavLst>
                                        <p:tav tm="0">
                                          <p:val>
                                            <p:strVal val="1+#ppt_w/2"/>
                                          </p:val>
                                        </p:tav>
                                        <p:tav tm="100000">
                                          <p:val>
                                            <p:strVal val="#ppt_x"/>
                                          </p:val>
                                        </p:tav>
                                      </p:tavLst>
                                    </p:anim>
                                    <p:anim calcmode="lin" valueType="num">
                                      <p:cBhvr additive="base">
                                        <p:cTn id="12" dur="500" fill="hold"/>
                                        <p:tgtEl>
                                          <p:spTgt spid="12"/>
                                        </p:tgtEl>
                                        <p:attrNameLst>
                                          <p:attrName>ppt_y</p:attrName>
                                        </p:attrNameLst>
                                      </p:cBhvr>
                                      <p:tavLst>
                                        <p:tav tm="0">
                                          <p:val>
                                            <p:strVal val="#ppt_y"/>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7" grpId="0"/>
      <p:bldP spid="12" grpId="0" animBg="1"/>
    </p:bldLst>
  </p:timing>
</p:sld>
</file>

<file path=ppt/slides/slide27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8" name="表格 8">
            <a:extLst>
              <a:ext uri="{FF2B5EF4-FFF2-40B4-BE49-F238E27FC236}">
                <a16:creationId xmlns:a16="http://schemas.microsoft.com/office/drawing/2014/main" id="{CD520B47-EE80-4B67-9B6F-48162B23B33C}"/>
              </a:ext>
            </a:extLst>
          </p:cNvPr>
          <p:cNvGraphicFramePr>
            <a:graphicFrameLocks noGrp="1"/>
          </p:cNvGraphicFramePr>
          <p:nvPr/>
        </p:nvGraphicFramePr>
        <p:xfrm>
          <a:off x="1128933" y="1402699"/>
          <a:ext cx="9936690" cy="370840"/>
        </p:xfrm>
        <a:graphic>
          <a:graphicData uri="http://schemas.openxmlformats.org/drawingml/2006/table">
            <a:tbl>
              <a:tblPr firstRow="1" bandRow="1">
                <a:tableStyleId>{5C22544A-7EE6-4342-B048-85BDC9FD1C3A}</a:tableStyleId>
              </a:tblPr>
              <a:tblGrid>
                <a:gridCol w="2460693">
                  <a:extLst>
                    <a:ext uri="{9D8B030D-6E8A-4147-A177-3AD203B41FA5}">
                      <a16:colId xmlns:a16="http://schemas.microsoft.com/office/drawing/2014/main" val="2117429894"/>
                    </a:ext>
                  </a:extLst>
                </a:gridCol>
                <a:gridCol w="5019040">
                  <a:extLst>
                    <a:ext uri="{9D8B030D-6E8A-4147-A177-3AD203B41FA5}">
                      <a16:colId xmlns:a16="http://schemas.microsoft.com/office/drawing/2014/main" val="989804778"/>
                    </a:ext>
                  </a:extLst>
                </a:gridCol>
                <a:gridCol w="2456957">
                  <a:extLst>
                    <a:ext uri="{9D8B030D-6E8A-4147-A177-3AD203B41FA5}">
                      <a16:colId xmlns:a16="http://schemas.microsoft.com/office/drawing/2014/main" val="293011856"/>
                    </a:ext>
                  </a:extLst>
                </a:gridCol>
              </a:tblGrid>
              <a:tr h="370840">
                <a:tc>
                  <a:txBody>
                    <a:bodyPr/>
                    <a:lstStyle/>
                    <a:p>
                      <a:pPr algn="ctr"/>
                      <a:r>
                        <a:rPr lang="zh-CN" altLang="en-US" dirty="0">
                          <a:solidFill>
                            <a:schemeClr val="tx1"/>
                          </a:solidFill>
                          <a:latin typeface="Arial Narrow" panose="020B0606020202030204" pitchFamily="34" charset="0"/>
                          <a:ea typeface="+mn-ea"/>
                        </a:rPr>
                        <a:t>第</a:t>
                      </a:r>
                      <a:r>
                        <a:rPr lang="en-US" altLang="zh-CN" dirty="0">
                          <a:solidFill>
                            <a:schemeClr val="tx1"/>
                          </a:solidFill>
                          <a:latin typeface="Arial Narrow" panose="020B0606020202030204" pitchFamily="34" charset="0"/>
                          <a:ea typeface="+mn-ea"/>
                        </a:rPr>
                        <a:t>1</a:t>
                      </a:r>
                      <a:r>
                        <a:rPr lang="zh-CN" altLang="en-US" dirty="0">
                          <a:solidFill>
                            <a:schemeClr val="tx1"/>
                          </a:solidFill>
                          <a:latin typeface="Arial Narrow" panose="020B0606020202030204" pitchFamily="34" charset="0"/>
                          <a:ea typeface="+mn-ea"/>
                        </a:rPr>
                        <a:t>字节</a:t>
                      </a: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ctr"/>
                      <a:r>
                        <a:rPr lang="zh-CN" altLang="en-US" dirty="0">
                          <a:solidFill>
                            <a:schemeClr val="tx1"/>
                          </a:solidFill>
                          <a:latin typeface="Arial Narrow" panose="020B0606020202030204" pitchFamily="34" charset="0"/>
                          <a:ea typeface="+mn-ea"/>
                        </a:rPr>
                        <a:t>第</a:t>
                      </a:r>
                      <a:r>
                        <a:rPr lang="en-US" altLang="zh-CN" dirty="0">
                          <a:solidFill>
                            <a:schemeClr val="tx1"/>
                          </a:solidFill>
                          <a:latin typeface="Arial Narrow" panose="020B0606020202030204" pitchFamily="34" charset="0"/>
                          <a:ea typeface="+mn-ea"/>
                        </a:rPr>
                        <a:t>2~5</a:t>
                      </a:r>
                      <a:r>
                        <a:rPr lang="zh-CN" altLang="en-US" dirty="0">
                          <a:solidFill>
                            <a:schemeClr val="tx1"/>
                          </a:solidFill>
                          <a:latin typeface="Arial Narrow" panose="020B0606020202030204" pitchFamily="34" charset="0"/>
                          <a:ea typeface="+mn-ea"/>
                        </a:rPr>
                        <a:t>字节</a:t>
                      </a: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ctr"/>
                      <a:r>
                        <a:rPr lang="zh-CN" altLang="en-US" dirty="0">
                          <a:solidFill>
                            <a:schemeClr val="tx1"/>
                          </a:solidFill>
                          <a:latin typeface="Arial Narrow" panose="020B0606020202030204" pitchFamily="34" charset="0"/>
                          <a:ea typeface="+mn-ea"/>
                        </a:rPr>
                        <a:t>第</a:t>
                      </a:r>
                      <a:r>
                        <a:rPr lang="en-US" altLang="zh-CN" dirty="0">
                          <a:solidFill>
                            <a:schemeClr val="tx1"/>
                          </a:solidFill>
                          <a:latin typeface="Arial Narrow" panose="020B0606020202030204" pitchFamily="34" charset="0"/>
                          <a:ea typeface="+mn-ea"/>
                        </a:rPr>
                        <a:t>6</a:t>
                      </a:r>
                      <a:r>
                        <a:rPr lang="zh-CN" altLang="en-US" dirty="0">
                          <a:solidFill>
                            <a:schemeClr val="tx1"/>
                          </a:solidFill>
                          <a:latin typeface="Arial Narrow" panose="020B0606020202030204" pitchFamily="34" charset="0"/>
                          <a:ea typeface="+mn-ea"/>
                        </a:rPr>
                        <a:t>字节</a:t>
                      </a: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extLst>
                  <a:ext uri="{0D108BD9-81ED-4DB2-BD59-A6C34878D82A}">
                    <a16:rowId xmlns:a16="http://schemas.microsoft.com/office/drawing/2014/main" val="3761746479"/>
                  </a:ext>
                </a:extLst>
              </a:tr>
            </a:tbl>
          </a:graphicData>
        </a:graphic>
      </p:graphicFrame>
      <p:grpSp>
        <p:nvGrpSpPr>
          <p:cNvPr id="4" name="组合 3">
            <a:extLst>
              <a:ext uri="{FF2B5EF4-FFF2-40B4-BE49-F238E27FC236}">
                <a16:creationId xmlns:a16="http://schemas.microsoft.com/office/drawing/2014/main" id="{9A1EA9F2-FCB6-48C3-935F-7AE7E3AD14AC}"/>
              </a:ext>
            </a:extLst>
          </p:cNvPr>
          <p:cNvGrpSpPr/>
          <p:nvPr/>
        </p:nvGrpSpPr>
        <p:grpSpPr>
          <a:xfrm>
            <a:off x="304799" y="749300"/>
            <a:ext cx="6192345" cy="400110"/>
            <a:chOff x="424116" y="898245"/>
            <a:chExt cx="6192345" cy="400110"/>
          </a:xfrm>
        </p:grpSpPr>
        <p:sp>
          <p:nvSpPr>
            <p:cNvPr id="2" name="平行四边形 1">
              <a:extLst>
                <a:ext uri="{FF2B5EF4-FFF2-40B4-BE49-F238E27FC236}">
                  <a16:creationId xmlns:a16="http://schemas.microsoft.com/office/drawing/2014/main" id="{1F5BAA3F-9845-4F89-A2DD-8222D3E4EDAC}"/>
                </a:ext>
              </a:extLst>
            </p:cNvPr>
            <p:cNvSpPr/>
            <p:nvPr/>
          </p:nvSpPr>
          <p:spPr>
            <a:xfrm>
              <a:off x="424116" y="898245"/>
              <a:ext cx="695119" cy="387090"/>
            </a:xfrm>
            <a:prstGeom prst="parallelogram">
              <a:avLst/>
            </a:prstGeom>
            <a:solidFill>
              <a:schemeClr val="accent3">
                <a:lumMod val="75000"/>
              </a:schemeClr>
            </a:solidFill>
            <a:ln>
              <a:solidFill>
                <a:schemeClr val="accent3">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CN" sz="2200" dirty="0">
                  <a:latin typeface="Impact" panose="020B0806030902050204" pitchFamily="34" charset="0"/>
                </a:rPr>
                <a:t>02</a:t>
              </a:r>
              <a:endParaRPr lang="zh-CN" altLang="en-US" sz="2200" dirty="0">
                <a:latin typeface="Impact" panose="020B0806030902050204" pitchFamily="34" charset="0"/>
              </a:endParaRPr>
            </a:p>
          </p:txBody>
        </p:sp>
        <p:sp>
          <p:nvSpPr>
            <p:cNvPr id="3" name="文本框 2">
              <a:extLst>
                <a:ext uri="{FF2B5EF4-FFF2-40B4-BE49-F238E27FC236}">
                  <a16:creationId xmlns:a16="http://schemas.microsoft.com/office/drawing/2014/main" id="{4D6BD736-A4D3-4F26-AFED-36E11F50F70B}"/>
                </a:ext>
              </a:extLst>
            </p:cNvPr>
            <p:cNvSpPr txBox="1"/>
            <p:nvPr/>
          </p:nvSpPr>
          <p:spPr>
            <a:xfrm>
              <a:off x="1119235" y="898245"/>
              <a:ext cx="5497226" cy="400110"/>
            </a:xfrm>
            <a:prstGeom prst="rect">
              <a:avLst/>
            </a:prstGeom>
            <a:noFill/>
          </p:spPr>
          <p:txBody>
            <a:bodyPr wrap="square" rtlCol="0">
              <a:spAutoFit/>
            </a:bodyPr>
            <a:lstStyle/>
            <a:p>
              <a:r>
                <a:rPr lang="en-US" altLang="zh-CN" sz="2000" b="1" dirty="0"/>
                <a:t>MAC</a:t>
              </a:r>
              <a:r>
                <a:rPr lang="zh-CN" altLang="en-US" sz="2000" b="1" dirty="0"/>
                <a:t>地址</a:t>
              </a:r>
            </a:p>
          </p:txBody>
        </p:sp>
      </p:grpSp>
      <p:sp>
        <p:nvSpPr>
          <p:cNvPr id="48" name="íşlïḍè">
            <a:extLst>
              <a:ext uri="{FF2B5EF4-FFF2-40B4-BE49-F238E27FC236}">
                <a16:creationId xmlns:a16="http://schemas.microsoft.com/office/drawing/2014/main" id="{3A8ED235-C46A-40A6-B687-AE21B4C08B05}"/>
              </a:ext>
            </a:extLst>
          </p:cNvPr>
          <p:cNvSpPr txBox="1"/>
          <p:nvPr/>
        </p:nvSpPr>
        <p:spPr>
          <a:xfrm>
            <a:off x="4470616" y="984954"/>
            <a:ext cx="3263923" cy="400110"/>
          </a:xfrm>
          <a:prstGeom prst="rect">
            <a:avLst/>
          </a:prstGeom>
          <a:noFill/>
        </p:spPr>
        <p:txBody>
          <a:bodyPr wrap="square" lIns="91440" tIns="45720" rIns="91440" bIns="45720" anchor="ctr">
            <a:noAutofit/>
          </a:bodyPr>
          <a:lstStyle/>
          <a:p>
            <a:pPr algn="ctr"/>
            <a:r>
              <a:rPr lang="en-US" altLang="zh-CN" b="1" dirty="0">
                <a:solidFill>
                  <a:schemeClr val="accent3">
                    <a:lumMod val="75000"/>
                  </a:schemeClr>
                </a:solidFill>
                <a:latin typeface="Arial Narrow" panose="020B0606020202030204" pitchFamily="34" charset="0"/>
              </a:rPr>
              <a:t>IEEE 802</a:t>
            </a:r>
            <a:r>
              <a:rPr lang="zh-CN" altLang="en-US" b="1" dirty="0">
                <a:solidFill>
                  <a:schemeClr val="accent3">
                    <a:lumMod val="75000"/>
                  </a:schemeClr>
                </a:solidFill>
                <a:latin typeface="Arial Narrow" panose="020B0606020202030204" pitchFamily="34" charset="0"/>
              </a:rPr>
              <a:t>局域网的</a:t>
            </a:r>
            <a:r>
              <a:rPr lang="en-US" altLang="zh-CN" b="1" dirty="0">
                <a:solidFill>
                  <a:schemeClr val="accent3">
                    <a:lumMod val="75000"/>
                  </a:schemeClr>
                </a:solidFill>
                <a:latin typeface="Arial Narrow" panose="020B0606020202030204" pitchFamily="34" charset="0"/>
              </a:rPr>
              <a:t>MAC</a:t>
            </a:r>
            <a:r>
              <a:rPr lang="zh-CN" altLang="en-US" b="1" dirty="0">
                <a:solidFill>
                  <a:schemeClr val="accent3">
                    <a:lumMod val="75000"/>
                  </a:schemeClr>
                </a:solidFill>
                <a:latin typeface="Arial Narrow" panose="020B0606020202030204" pitchFamily="34" charset="0"/>
              </a:rPr>
              <a:t>地址格式</a:t>
            </a:r>
          </a:p>
        </p:txBody>
      </p:sp>
      <p:graphicFrame>
        <p:nvGraphicFramePr>
          <p:cNvPr id="6" name="表格 6">
            <a:extLst>
              <a:ext uri="{FF2B5EF4-FFF2-40B4-BE49-F238E27FC236}">
                <a16:creationId xmlns:a16="http://schemas.microsoft.com/office/drawing/2014/main" id="{1A48AF6F-3A40-41AE-8302-66596AA26EC7}"/>
              </a:ext>
            </a:extLst>
          </p:cNvPr>
          <p:cNvGraphicFramePr>
            <a:graphicFrameLocks noGrp="1"/>
          </p:cNvGraphicFramePr>
          <p:nvPr/>
        </p:nvGraphicFramePr>
        <p:xfrm>
          <a:off x="1128933" y="1773539"/>
          <a:ext cx="9936688" cy="370840"/>
        </p:xfrm>
        <a:graphic>
          <a:graphicData uri="http://schemas.openxmlformats.org/drawingml/2006/table">
            <a:tbl>
              <a:tblPr firstRow="1" bandRow="1">
                <a:tableStyleId>{5C22544A-7EE6-4342-B048-85BDC9FD1C3A}</a:tableStyleId>
              </a:tblPr>
              <a:tblGrid>
                <a:gridCol w="307365">
                  <a:extLst>
                    <a:ext uri="{9D8B030D-6E8A-4147-A177-3AD203B41FA5}">
                      <a16:colId xmlns:a16="http://schemas.microsoft.com/office/drawing/2014/main" val="3978522098"/>
                    </a:ext>
                  </a:extLst>
                </a:gridCol>
                <a:gridCol w="307365">
                  <a:extLst>
                    <a:ext uri="{9D8B030D-6E8A-4147-A177-3AD203B41FA5}">
                      <a16:colId xmlns:a16="http://schemas.microsoft.com/office/drawing/2014/main" val="849717532"/>
                    </a:ext>
                  </a:extLst>
                </a:gridCol>
                <a:gridCol w="307365">
                  <a:extLst>
                    <a:ext uri="{9D8B030D-6E8A-4147-A177-3AD203B41FA5}">
                      <a16:colId xmlns:a16="http://schemas.microsoft.com/office/drawing/2014/main" val="2142942144"/>
                    </a:ext>
                  </a:extLst>
                </a:gridCol>
                <a:gridCol w="307365">
                  <a:extLst>
                    <a:ext uri="{9D8B030D-6E8A-4147-A177-3AD203B41FA5}">
                      <a16:colId xmlns:a16="http://schemas.microsoft.com/office/drawing/2014/main" val="874826259"/>
                    </a:ext>
                  </a:extLst>
                </a:gridCol>
                <a:gridCol w="307365">
                  <a:extLst>
                    <a:ext uri="{9D8B030D-6E8A-4147-A177-3AD203B41FA5}">
                      <a16:colId xmlns:a16="http://schemas.microsoft.com/office/drawing/2014/main" val="2199175047"/>
                    </a:ext>
                  </a:extLst>
                </a:gridCol>
                <a:gridCol w="307365">
                  <a:extLst>
                    <a:ext uri="{9D8B030D-6E8A-4147-A177-3AD203B41FA5}">
                      <a16:colId xmlns:a16="http://schemas.microsoft.com/office/drawing/2014/main" val="4096098212"/>
                    </a:ext>
                  </a:extLst>
                </a:gridCol>
                <a:gridCol w="307365">
                  <a:extLst>
                    <a:ext uri="{9D8B030D-6E8A-4147-A177-3AD203B41FA5}">
                      <a16:colId xmlns:a16="http://schemas.microsoft.com/office/drawing/2014/main" val="3161922733"/>
                    </a:ext>
                  </a:extLst>
                </a:gridCol>
                <a:gridCol w="307365">
                  <a:extLst>
                    <a:ext uri="{9D8B030D-6E8A-4147-A177-3AD203B41FA5}">
                      <a16:colId xmlns:a16="http://schemas.microsoft.com/office/drawing/2014/main" val="1896170140"/>
                    </a:ext>
                  </a:extLst>
                </a:gridCol>
                <a:gridCol w="5019040">
                  <a:extLst>
                    <a:ext uri="{9D8B030D-6E8A-4147-A177-3AD203B41FA5}">
                      <a16:colId xmlns:a16="http://schemas.microsoft.com/office/drawing/2014/main" val="1832502197"/>
                    </a:ext>
                  </a:extLst>
                </a:gridCol>
                <a:gridCol w="307341">
                  <a:extLst>
                    <a:ext uri="{9D8B030D-6E8A-4147-A177-3AD203B41FA5}">
                      <a16:colId xmlns:a16="http://schemas.microsoft.com/office/drawing/2014/main" val="3285941259"/>
                    </a:ext>
                  </a:extLst>
                </a:gridCol>
                <a:gridCol w="307341">
                  <a:extLst>
                    <a:ext uri="{9D8B030D-6E8A-4147-A177-3AD203B41FA5}">
                      <a16:colId xmlns:a16="http://schemas.microsoft.com/office/drawing/2014/main" val="1296972243"/>
                    </a:ext>
                  </a:extLst>
                </a:gridCol>
                <a:gridCol w="307341">
                  <a:extLst>
                    <a:ext uri="{9D8B030D-6E8A-4147-A177-3AD203B41FA5}">
                      <a16:colId xmlns:a16="http://schemas.microsoft.com/office/drawing/2014/main" val="4187490853"/>
                    </a:ext>
                  </a:extLst>
                </a:gridCol>
                <a:gridCol w="307341">
                  <a:extLst>
                    <a:ext uri="{9D8B030D-6E8A-4147-A177-3AD203B41FA5}">
                      <a16:colId xmlns:a16="http://schemas.microsoft.com/office/drawing/2014/main" val="837431734"/>
                    </a:ext>
                  </a:extLst>
                </a:gridCol>
                <a:gridCol w="307341">
                  <a:extLst>
                    <a:ext uri="{9D8B030D-6E8A-4147-A177-3AD203B41FA5}">
                      <a16:colId xmlns:a16="http://schemas.microsoft.com/office/drawing/2014/main" val="880851581"/>
                    </a:ext>
                  </a:extLst>
                </a:gridCol>
                <a:gridCol w="307341">
                  <a:extLst>
                    <a:ext uri="{9D8B030D-6E8A-4147-A177-3AD203B41FA5}">
                      <a16:colId xmlns:a16="http://schemas.microsoft.com/office/drawing/2014/main" val="2388368653"/>
                    </a:ext>
                  </a:extLst>
                </a:gridCol>
                <a:gridCol w="307341">
                  <a:extLst>
                    <a:ext uri="{9D8B030D-6E8A-4147-A177-3AD203B41FA5}">
                      <a16:colId xmlns:a16="http://schemas.microsoft.com/office/drawing/2014/main" val="239311804"/>
                    </a:ext>
                  </a:extLst>
                </a:gridCol>
                <a:gridCol w="307341">
                  <a:extLst>
                    <a:ext uri="{9D8B030D-6E8A-4147-A177-3AD203B41FA5}">
                      <a16:colId xmlns:a16="http://schemas.microsoft.com/office/drawing/2014/main" val="450227044"/>
                    </a:ext>
                  </a:extLst>
                </a:gridCol>
              </a:tblGrid>
              <a:tr h="370840">
                <a:tc>
                  <a:txBody>
                    <a:bodyPr/>
                    <a:lstStyle/>
                    <a:p>
                      <a:pPr algn="ctr"/>
                      <a:r>
                        <a:rPr lang="en-US" altLang="zh-CN" dirty="0">
                          <a:solidFill>
                            <a:schemeClr val="tx1"/>
                          </a:solidFill>
                          <a:latin typeface="+mn-lt"/>
                        </a:rPr>
                        <a:t>b7</a:t>
                      </a:r>
                      <a:endParaRPr lang="zh-CN" altLang="en-US" dirty="0">
                        <a:solidFill>
                          <a:schemeClr val="tx1"/>
                        </a:solidFill>
                        <a:latin typeface="+mn-lt"/>
                      </a:endParaRPr>
                    </a:p>
                  </a:txBody>
                  <a:tcPr marL="36000" marR="3600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ctr"/>
                      <a:r>
                        <a:rPr lang="en-US" altLang="zh-CN" dirty="0">
                          <a:solidFill>
                            <a:schemeClr val="tx1"/>
                          </a:solidFill>
                          <a:latin typeface="+mn-lt"/>
                        </a:rPr>
                        <a:t>b6</a:t>
                      </a:r>
                      <a:endParaRPr lang="zh-CN" altLang="en-US" dirty="0">
                        <a:solidFill>
                          <a:schemeClr val="tx1"/>
                        </a:solidFill>
                        <a:latin typeface="+mn-lt"/>
                      </a:endParaRPr>
                    </a:p>
                  </a:txBody>
                  <a:tcPr marL="36000" marR="3600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ctr"/>
                      <a:r>
                        <a:rPr lang="en-US" altLang="zh-CN" dirty="0">
                          <a:solidFill>
                            <a:schemeClr val="tx1"/>
                          </a:solidFill>
                          <a:latin typeface="+mn-lt"/>
                        </a:rPr>
                        <a:t>b5</a:t>
                      </a:r>
                      <a:endParaRPr lang="zh-CN" altLang="en-US" dirty="0">
                        <a:solidFill>
                          <a:schemeClr val="tx1"/>
                        </a:solidFill>
                        <a:latin typeface="+mn-lt"/>
                      </a:endParaRPr>
                    </a:p>
                  </a:txBody>
                  <a:tcPr marL="36000" marR="3600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ctr"/>
                      <a:r>
                        <a:rPr lang="en-US" altLang="zh-CN" dirty="0">
                          <a:solidFill>
                            <a:schemeClr val="tx1"/>
                          </a:solidFill>
                          <a:latin typeface="+mn-lt"/>
                        </a:rPr>
                        <a:t>b4</a:t>
                      </a:r>
                      <a:endParaRPr lang="zh-CN" altLang="en-US" dirty="0">
                        <a:solidFill>
                          <a:schemeClr val="tx1"/>
                        </a:solidFill>
                        <a:latin typeface="+mn-lt"/>
                      </a:endParaRPr>
                    </a:p>
                  </a:txBody>
                  <a:tcPr marL="36000" marR="3600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ctr"/>
                      <a:r>
                        <a:rPr lang="en-US" altLang="zh-CN" dirty="0">
                          <a:solidFill>
                            <a:schemeClr val="tx1"/>
                          </a:solidFill>
                          <a:latin typeface="+mn-lt"/>
                        </a:rPr>
                        <a:t>b3</a:t>
                      </a:r>
                      <a:endParaRPr lang="zh-CN" altLang="en-US" dirty="0">
                        <a:solidFill>
                          <a:schemeClr val="tx1"/>
                        </a:solidFill>
                        <a:latin typeface="+mn-lt"/>
                      </a:endParaRPr>
                    </a:p>
                  </a:txBody>
                  <a:tcPr marL="36000" marR="3600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ctr"/>
                      <a:r>
                        <a:rPr lang="en-US" altLang="zh-CN" dirty="0">
                          <a:solidFill>
                            <a:schemeClr val="tx1"/>
                          </a:solidFill>
                          <a:latin typeface="+mn-lt"/>
                        </a:rPr>
                        <a:t>b2</a:t>
                      </a:r>
                      <a:endParaRPr lang="zh-CN" altLang="en-US" dirty="0">
                        <a:solidFill>
                          <a:schemeClr val="tx1"/>
                        </a:solidFill>
                        <a:latin typeface="+mn-lt"/>
                      </a:endParaRPr>
                    </a:p>
                  </a:txBody>
                  <a:tcPr marL="36000" marR="3600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ctr"/>
                      <a:r>
                        <a:rPr lang="en-US" altLang="zh-CN" dirty="0">
                          <a:solidFill>
                            <a:schemeClr val="bg1"/>
                          </a:solidFill>
                          <a:latin typeface="+mn-lt"/>
                        </a:rPr>
                        <a:t>b1</a:t>
                      </a:r>
                      <a:endParaRPr lang="zh-CN" altLang="en-US" dirty="0">
                        <a:solidFill>
                          <a:schemeClr val="bg1"/>
                        </a:solidFill>
                        <a:latin typeface="+mn-lt"/>
                      </a:endParaRPr>
                    </a:p>
                  </a:txBody>
                  <a:tcPr marL="36000" marR="3600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accent3"/>
                    </a:solidFill>
                  </a:tcPr>
                </a:tc>
                <a:tc>
                  <a:txBody>
                    <a:bodyPr/>
                    <a:lstStyle/>
                    <a:p>
                      <a:pPr algn="ctr"/>
                      <a:r>
                        <a:rPr lang="en-US" altLang="zh-CN" dirty="0">
                          <a:solidFill>
                            <a:schemeClr val="bg1"/>
                          </a:solidFill>
                          <a:latin typeface="+mn-lt"/>
                        </a:rPr>
                        <a:t>b0</a:t>
                      </a:r>
                      <a:endParaRPr lang="zh-CN" altLang="en-US" dirty="0">
                        <a:solidFill>
                          <a:schemeClr val="bg1"/>
                        </a:solidFill>
                        <a:latin typeface="+mn-lt"/>
                      </a:endParaRPr>
                    </a:p>
                  </a:txBody>
                  <a:tcPr marL="36000" marR="3600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accent4"/>
                    </a:solidFill>
                  </a:tcPr>
                </a:tc>
                <a:tc>
                  <a:txBody>
                    <a:bodyPr/>
                    <a:lstStyle/>
                    <a:p>
                      <a:pPr algn="ctr"/>
                      <a:r>
                        <a:rPr lang="en-US" altLang="zh-CN" dirty="0">
                          <a:solidFill>
                            <a:schemeClr val="tx1"/>
                          </a:solidFill>
                          <a:latin typeface="新宋体" panose="02010609030101010101" pitchFamily="49" charset="-122"/>
                          <a:ea typeface="新宋体" panose="02010609030101010101" pitchFamily="49" charset="-122"/>
                          <a:cs typeface="Times New Roman" panose="02020603050405020304" pitchFamily="18" charset="0"/>
                        </a:rPr>
                        <a:t>……</a:t>
                      </a:r>
                      <a:endParaRPr lang="zh-CN" altLang="en-US" dirty="0">
                        <a:solidFill>
                          <a:schemeClr val="tx1"/>
                        </a:solidFill>
                        <a:latin typeface="新宋体" panose="02010609030101010101" pitchFamily="49" charset="-122"/>
                        <a:ea typeface="新宋体" panose="02010609030101010101" pitchFamily="49" charset="-122"/>
                        <a:cs typeface="Times New Roman" panose="02020603050405020304" pitchFamily="18" charset="0"/>
                      </a:endParaRPr>
                    </a:p>
                  </a:txBody>
                  <a:tcPr marL="36000" marR="3600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ctr"/>
                      <a:r>
                        <a:rPr lang="en-US" altLang="zh-CN" dirty="0">
                          <a:solidFill>
                            <a:schemeClr val="tx1"/>
                          </a:solidFill>
                          <a:latin typeface="+mn-lt"/>
                        </a:rPr>
                        <a:t>b7</a:t>
                      </a:r>
                      <a:endParaRPr lang="zh-CN" altLang="en-US" dirty="0">
                        <a:solidFill>
                          <a:schemeClr val="tx1"/>
                        </a:solidFill>
                        <a:latin typeface="+mn-lt"/>
                      </a:endParaRPr>
                    </a:p>
                  </a:txBody>
                  <a:tcPr marL="36000" marR="3600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ctr"/>
                      <a:r>
                        <a:rPr lang="en-US" altLang="zh-CN" dirty="0">
                          <a:solidFill>
                            <a:schemeClr val="tx1"/>
                          </a:solidFill>
                          <a:latin typeface="+mn-lt"/>
                        </a:rPr>
                        <a:t>b6</a:t>
                      </a:r>
                      <a:endParaRPr lang="zh-CN" altLang="en-US" dirty="0">
                        <a:solidFill>
                          <a:schemeClr val="tx1"/>
                        </a:solidFill>
                        <a:latin typeface="+mn-lt"/>
                      </a:endParaRPr>
                    </a:p>
                  </a:txBody>
                  <a:tcPr marL="36000" marR="3600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ctr"/>
                      <a:r>
                        <a:rPr lang="en-US" altLang="zh-CN" dirty="0">
                          <a:solidFill>
                            <a:schemeClr val="tx1"/>
                          </a:solidFill>
                          <a:latin typeface="+mn-lt"/>
                        </a:rPr>
                        <a:t>b5</a:t>
                      </a:r>
                      <a:endParaRPr lang="zh-CN" altLang="en-US" dirty="0">
                        <a:solidFill>
                          <a:schemeClr val="tx1"/>
                        </a:solidFill>
                        <a:latin typeface="+mn-lt"/>
                      </a:endParaRPr>
                    </a:p>
                  </a:txBody>
                  <a:tcPr marL="36000" marR="3600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ctr"/>
                      <a:r>
                        <a:rPr lang="en-US" altLang="zh-CN" dirty="0">
                          <a:solidFill>
                            <a:schemeClr val="tx1"/>
                          </a:solidFill>
                          <a:latin typeface="+mn-lt"/>
                        </a:rPr>
                        <a:t>b4</a:t>
                      </a:r>
                      <a:endParaRPr lang="zh-CN" altLang="en-US" dirty="0">
                        <a:solidFill>
                          <a:schemeClr val="tx1"/>
                        </a:solidFill>
                        <a:latin typeface="+mn-lt"/>
                      </a:endParaRPr>
                    </a:p>
                  </a:txBody>
                  <a:tcPr marL="36000" marR="3600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ctr"/>
                      <a:r>
                        <a:rPr lang="en-US" altLang="zh-CN" dirty="0">
                          <a:solidFill>
                            <a:schemeClr val="tx1"/>
                          </a:solidFill>
                          <a:latin typeface="+mn-lt"/>
                        </a:rPr>
                        <a:t>b3</a:t>
                      </a:r>
                      <a:endParaRPr lang="zh-CN" altLang="en-US" dirty="0">
                        <a:solidFill>
                          <a:schemeClr val="tx1"/>
                        </a:solidFill>
                        <a:latin typeface="+mn-lt"/>
                      </a:endParaRPr>
                    </a:p>
                  </a:txBody>
                  <a:tcPr marL="36000" marR="3600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ctr"/>
                      <a:r>
                        <a:rPr lang="en-US" altLang="zh-CN" dirty="0">
                          <a:solidFill>
                            <a:schemeClr val="tx1"/>
                          </a:solidFill>
                          <a:latin typeface="+mn-lt"/>
                        </a:rPr>
                        <a:t>b2</a:t>
                      </a:r>
                      <a:endParaRPr lang="zh-CN" altLang="en-US" dirty="0">
                        <a:solidFill>
                          <a:schemeClr val="tx1"/>
                        </a:solidFill>
                        <a:latin typeface="+mn-lt"/>
                      </a:endParaRPr>
                    </a:p>
                  </a:txBody>
                  <a:tcPr marL="36000" marR="3600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ctr"/>
                      <a:r>
                        <a:rPr lang="en-US" altLang="zh-CN" dirty="0">
                          <a:solidFill>
                            <a:schemeClr val="tx1"/>
                          </a:solidFill>
                          <a:latin typeface="+mn-lt"/>
                        </a:rPr>
                        <a:t>b1</a:t>
                      </a:r>
                      <a:endParaRPr lang="zh-CN" altLang="en-US" dirty="0">
                        <a:solidFill>
                          <a:schemeClr val="tx1"/>
                        </a:solidFill>
                        <a:latin typeface="+mn-lt"/>
                      </a:endParaRPr>
                    </a:p>
                  </a:txBody>
                  <a:tcPr marL="36000" marR="3600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ctr"/>
                      <a:r>
                        <a:rPr lang="en-US" altLang="zh-CN" dirty="0">
                          <a:solidFill>
                            <a:schemeClr val="tx1"/>
                          </a:solidFill>
                          <a:latin typeface="+mn-lt"/>
                        </a:rPr>
                        <a:t>b0</a:t>
                      </a:r>
                      <a:endParaRPr lang="zh-CN" altLang="en-US" dirty="0">
                        <a:solidFill>
                          <a:schemeClr val="tx1"/>
                        </a:solidFill>
                        <a:latin typeface="+mn-lt"/>
                      </a:endParaRPr>
                    </a:p>
                  </a:txBody>
                  <a:tcPr marL="36000" marR="3600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extLst>
                  <a:ext uri="{0D108BD9-81ED-4DB2-BD59-A6C34878D82A}">
                    <a16:rowId xmlns:a16="http://schemas.microsoft.com/office/drawing/2014/main" val="2539908259"/>
                  </a:ext>
                </a:extLst>
              </a:tr>
            </a:tbl>
          </a:graphicData>
        </a:graphic>
      </p:graphicFrame>
      <p:sp>
        <p:nvSpPr>
          <p:cNvPr id="9" name="文本框 8">
            <a:extLst>
              <a:ext uri="{FF2B5EF4-FFF2-40B4-BE49-F238E27FC236}">
                <a16:creationId xmlns:a16="http://schemas.microsoft.com/office/drawing/2014/main" id="{ED5B615E-979F-4A0A-97F7-414E3E081955}"/>
              </a:ext>
            </a:extLst>
          </p:cNvPr>
          <p:cNvSpPr txBox="1"/>
          <p:nvPr/>
        </p:nvSpPr>
        <p:spPr>
          <a:xfrm>
            <a:off x="3872498" y="2647340"/>
            <a:ext cx="2534885" cy="369332"/>
          </a:xfrm>
          <a:prstGeom prst="rect">
            <a:avLst/>
          </a:prstGeom>
          <a:noFill/>
        </p:spPr>
        <p:txBody>
          <a:bodyPr wrap="square" rtlCol="0">
            <a:spAutoFit/>
          </a:bodyPr>
          <a:lstStyle/>
          <a:p>
            <a:r>
              <a:rPr lang="en-US" altLang="zh-CN" b="1" dirty="0">
                <a:solidFill>
                  <a:schemeClr val="accent4"/>
                </a:solidFill>
                <a:latin typeface="Arial Narrow" panose="020B0606020202030204" pitchFamily="34" charset="0"/>
              </a:rPr>
              <a:t>I</a:t>
            </a:r>
            <a:r>
              <a:rPr lang="en-US" altLang="zh-CN" b="1" dirty="0">
                <a:latin typeface="Arial Narrow" panose="020B0606020202030204" pitchFamily="34" charset="0"/>
              </a:rPr>
              <a:t>/</a:t>
            </a:r>
            <a:r>
              <a:rPr lang="en-US" altLang="zh-CN" b="1" dirty="0">
                <a:solidFill>
                  <a:schemeClr val="accent4"/>
                </a:solidFill>
                <a:latin typeface="Arial Narrow" panose="020B0606020202030204" pitchFamily="34" charset="0"/>
              </a:rPr>
              <a:t>G </a:t>
            </a:r>
            <a:r>
              <a:rPr lang="en-US" altLang="zh-CN" b="1" dirty="0">
                <a:latin typeface="Arial Narrow" panose="020B0606020202030204" pitchFamily="34" charset="0"/>
              </a:rPr>
              <a:t>=0</a:t>
            </a:r>
            <a:r>
              <a:rPr lang="zh-CN" altLang="en-US" b="1" dirty="0">
                <a:latin typeface="Arial Narrow" panose="020B0606020202030204" pitchFamily="34" charset="0"/>
              </a:rPr>
              <a:t>：单播地址</a:t>
            </a:r>
          </a:p>
        </p:txBody>
      </p:sp>
      <p:sp>
        <p:nvSpPr>
          <p:cNvPr id="10" name="文本框 9">
            <a:extLst>
              <a:ext uri="{FF2B5EF4-FFF2-40B4-BE49-F238E27FC236}">
                <a16:creationId xmlns:a16="http://schemas.microsoft.com/office/drawing/2014/main" id="{A94A4805-EE00-4E20-8A3D-CFBEC41F2281}"/>
              </a:ext>
            </a:extLst>
          </p:cNvPr>
          <p:cNvSpPr txBox="1"/>
          <p:nvPr/>
        </p:nvSpPr>
        <p:spPr>
          <a:xfrm>
            <a:off x="3872498" y="2994823"/>
            <a:ext cx="1934058" cy="369332"/>
          </a:xfrm>
          <a:prstGeom prst="rect">
            <a:avLst/>
          </a:prstGeom>
          <a:noFill/>
        </p:spPr>
        <p:txBody>
          <a:bodyPr wrap="square" rtlCol="0">
            <a:spAutoFit/>
          </a:bodyPr>
          <a:lstStyle/>
          <a:p>
            <a:r>
              <a:rPr lang="en-US" altLang="zh-CN" b="1" dirty="0">
                <a:solidFill>
                  <a:schemeClr val="accent4"/>
                </a:solidFill>
                <a:latin typeface="Arial Narrow" panose="020B0606020202030204" pitchFamily="34" charset="0"/>
              </a:rPr>
              <a:t>I</a:t>
            </a:r>
            <a:r>
              <a:rPr lang="en-US" altLang="zh-CN" b="1" dirty="0">
                <a:latin typeface="Arial Narrow" panose="020B0606020202030204" pitchFamily="34" charset="0"/>
              </a:rPr>
              <a:t>/</a:t>
            </a:r>
            <a:r>
              <a:rPr lang="en-US" altLang="zh-CN" b="1" dirty="0">
                <a:solidFill>
                  <a:schemeClr val="accent4"/>
                </a:solidFill>
                <a:latin typeface="Arial Narrow" panose="020B0606020202030204" pitchFamily="34" charset="0"/>
              </a:rPr>
              <a:t>G </a:t>
            </a:r>
            <a:r>
              <a:rPr lang="en-US" altLang="zh-CN" b="1" dirty="0">
                <a:latin typeface="Arial Narrow" panose="020B0606020202030204" pitchFamily="34" charset="0"/>
              </a:rPr>
              <a:t>=1</a:t>
            </a:r>
            <a:r>
              <a:rPr lang="zh-CN" altLang="en-US" b="1" dirty="0">
                <a:latin typeface="Arial Narrow" panose="020B0606020202030204" pitchFamily="34" charset="0"/>
              </a:rPr>
              <a:t>：多播地址</a:t>
            </a:r>
          </a:p>
        </p:txBody>
      </p:sp>
      <p:sp>
        <p:nvSpPr>
          <p:cNvPr id="13" name="文本框 12">
            <a:extLst>
              <a:ext uri="{FF2B5EF4-FFF2-40B4-BE49-F238E27FC236}">
                <a16:creationId xmlns:a16="http://schemas.microsoft.com/office/drawing/2014/main" id="{842A3E8D-6EB4-4BD7-A61C-1FA35540E0E9}"/>
              </a:ext>
            </a:extLst>
          </p:cNvPr>
          <p:cNvSpPr txBox="1"/>
          <p:nvPr/>
        </p:nvSpPr>
        <p:spPr>
          <a:xfrm>
            <a:off x="774063" y="2647340"/>
            <a:ext cx="1987780" cy="369332"/>
          </a:xfrm>
          <a:prstGeom prst="rect">
            <a:avLst/>
          </a:prstGeom>
          <a:noFill/>
        </p:spPr>
        <p:txBody>
          <a:bodyPr wrap="square" rtlCol="0">
            <a:spAutoFit/>
          </a:bodyPr>
          <a:lstStyle/>
          <a:p>
            <a:r>
              <a:rPr lang="en-US" altLang="zh-CN" b="1" dirty="0">
                <a:solidFill>
                  <a:schemeClr val="accent3"/>
                </a:solidFill>
                <a:latin typeface="Arial Narrow" panose="020B0606020202030204" pitchFamily="34" charset="0"/>
              </a:rPr>
              <a:t>G</a:t>
            </a:r>
            <a:r>
              <a:rPr lang="en-US" altLang="zh-CN" b="1" dirty="0">
                <a:latin typeface="Arial Narrow" panose="020B0606020202030204" pitchFamily="34" charset="0"/>
              </a:rPr>
              <a:t>/</a:t>
            </a:r>
            <a:r>
              <a:rPr lang="en-US" altLang="zh-CN" b="1" dirty="0">
                <a:solidFill>
                  <a:schemeClr val="accent3"/>
                </a:solidFill>
                <a:latin typeface="Arial Narrow" panose="020B0606020202030204" pitchFamily="34" charset="0"/>
              </a:rPr>
              <a:t>L</a:t>
            </a:r>
            <a:r>
              <a:rPr lang="en-US" altLang="zh-CN" b="1" dirty="0">
                <a:latin typeface="Arial Narrow" panose="020B0606020202030204" pitchFamily="34" charset="0"/>
              </a:rPr>
              <a:t>=0</a:t>
            </a:r>
            <a:r>
              <a:rPr lang="zh-CN" altLang="en-US" b="1" dirty="0">
                <a:latin typeface="Arial Narrow" panose="020B0606020202030204" pitchFamily="34" charset="0"/>
              </a:rPr>
              <a:t>：全球管理</a:t>
            </a:r>
          </a:p>
        </p:txBody>
      </p:sp>
      <p:sp>
        <p:nvSpPr>
          <p:cNvPr id="14" name="文本框 13">
            <a:extLst>
              <a:ext uri="{FF2B5EF4-FFF2-40B4-BE49-F238E27FC236}">
                <a16:creationId xmlns:a16="http://schemas.microsoft.com/office/drawing/2014/main" id="{64E5CEC7-81B2-473C-A64B-B63AA4953834}"/>
              </a:ext>
            </a:extLst>
          </p:cNvPr>
          <p:cNvSpPr txBox="1"/>
          <p:nvPr/>
        </p:nvSpPr>
        <p:spPr>
          <a:xfrm>
            <a:off x="774063" y="2994823"/>
            <a:ext cx="1920902" cy="369332"/>
          </a:xfrm>
          <a:prstGeom prst="rect">
            <a:avLst/>
          </a:prstGeom>
          <a:noFill/>
        </p:spPr>
        <p:txBody>
          <a:bodyPr wrap="square" rtlCol="0">
            <a:spAutoFit/>
          </a:bodyPr>
          <a:lstStyle/>
          <a:p>
            <a:r>
              <a:rPr lang="en-US" altLang="zh-CN" b="1" dirty="0">
                <a:solidFill>
                  <a:schemeClr val="accent3"/>
                </a:solidFill>
                <a:latin typeface="Arial Narrow" panose="020B0606020202030204" pitchFamily="34" charset="0"/>
              </a:rPr>
              <a:t>G</a:t>
            </a:r>
            <a:r>
              <a:rPr lang="en-US" altLang="zh-CN" b="1" dirty="0">
                <a:latin typeface="Arial Narrow" panose="020B0606020202030204" pitchFamily="34" charset="0"/>
              </a:rPr>
              <a:t>/</a:t>
            </a:r>
            <a:r>
              <a:rPr lang="en-US" altLang="zh-CN" b="1" dirty="0">
                <a:solidFill>
                  <a:schemeClr val="accent3"/>
                </a:solidFill>
                <a:latin typeface="Arial Narrow" panose="020B0606020202030204" pitchFamily="34" charset="0"/>
              </a:rPr>
              <a:t>L</a:t>
            </a:r>
            <a:r>
              <a:rPr lang="en-US" altLang="zh-CN" b="1" dirty="0">
                <a:latin typeface="Arial Narrow" panose="020B0606020202030204" pitchFamily="34" charset="0"/>
              </a:rPr>
              <a:t>=1</a:t>
            </a:r>
            <a:r>
              <a:rPr lang="zh-CN" altLang="en-US" b="1" dirty="0">
                <a:latin typeface="Arial Narrow" panose="020B0606020202030204" pitchFamily="34" charset="0"/>
              </a:rPr>
              <a:t>：本地管理</a:t>
            </a:r>
          </a:p>
        </p:txBody>
      </p:sp>
      <p:grpSp>
        <p:nvGrpSpPr>
          <p:cNvPr id="22" name="组合 21">
            <a:extLst>
              <a:ext uri="{FF2B5EF4-FFF2-40B4-BE49-F238E27FC236}">
                <a16:creationId xmlns:a16="http://schemas.microsoft.com/office/drawing/2014/main" id="{48BA0A3B-A892-456F-9819-0E7CBE0D51F6}"/>
              </a:ext>
            </a:extLst>
          </p:cNvPr>
          <p:cNvGrpSpPr/>
          <p:nvPr/>
        </p:nvGrpSpPr>
        <p:grpSpPr>
          <a:xfrm>
            <a:off x="3433934" y="2144379"/>
            <a:ext cx="2973449" cy="524810"/>
            <a:chOff x="3433934" y="2144379"/>
            <a:chExt cx="2973449" cy="524810"/>
          </a:xfrm>
        </p:grpSpPr>
        <p:sp>
          <p:nvSpPr>
            <p:cNvPr id="5" name="文本框 4">
              <a:extLst>
                <a:ext uri="{FF2B5EF4-FFF2-40B4-BE49-F238E27FC236}">
                  <a16:creationId xmlns:a16="http://schemas.microsoft.com/office/drawing/2014/main" id="{135D7624-AC30-42D9-A836-F07FA6934128}"/>
                </a:ext>
              </a:extLst>
            </p:cNvPr>
            <p:cNvSpPr txBox="1"/>
            <p:nvPr/>
          </p:nvSpPr>
          <p:spPr>
            <a:xfrm>
              <a:off x="3872498" y="2299857"/>
              <a:ext cx="2534885" cy="369332"/>
            </a:xfrm>
            <a:prstGeom prst="rect">
              <a:avLst/>
            </a:prstGeom>
            <a:noFill/>
          </p:spPr>
          <p:txBody>
            <a:bodyPr wrap="square" rtlCol="0">
              <a:spAutoFit/>
            </a:bodyPr>
            <a:lstStyle/>
            <a:p>
              <a:r>
                <a:rPr lang="en-US" altLang="zh-CN" b="1" dirty="0">
                  <a:solidFill>
                    <a:schemeClr val="accent4"/>
                  </a:solidFill>
                  <a:latin typeface="Arial Narrow" panose="020B0606020202030204" pitchFamily="34" charset="0"/>
                </a:rPr>
                <a:t>I</a:t>
              </a:r>
              <a:r>
                <a:rPr lang="en-US" altLang="zh-CN" b="1" dirty="0">
                  <a:latin typeface="Arial Narrow" panose="020B0606020202030204" pitchFamily="34" charset="0"/>
                </a:rPr>
                <a:t>/</a:t>
              </a:r>
              <a:r>
                <a:rPr lang="en-US" altLang="zh-CN" b="1" dirty="0">
                  <a:solidFill>
                    <a:schemeClr val="accent4"/>
                  </a:solidFill>
                  <a:latin typeface="Arial Narrow" panose="020B0606020202030204" pitchFamily="34" charset="0"/>
                </a:rPr>
                <a:t>G</a:t>
              </a:r>
              <a:r>
                <a:rPr lang="zh-CN" altLang="en-US" b="1" dirty="0">
                  <a:latin typeface="Arial Narrow" panose="020B0606020202030204" pitchFamily="34" charset="0"/>
                </a:rPr>
                <a:t>（</a:t>
              </a:r>
              <a:r>
                <a:rPr lang="en-US" altLang="zh-CN" b="1" dirty="0">
                  <a:solidFill>
                    <a:schemeClr val="accent4"/>
                  </a:solidFill>
                  <a:latin typeface="Arial Narrow" panose="020B0606020202030204" pitchFamily="34" charset="0"/>
                </a:rPr>
                <a:t>I</a:t>
              </a:r>
              <a:r>
                <a:rPr lang="en-US" altLang="zh-CN" b="1" dirty="0">
                  <a:latin typeface="Arial Narrow" panose="020B0606020202030204" pitchFamily="34" charset="0"/>
                </a:rPr>
                <a:t>ndividual/</a:t>
              </a:r>
              <a:r>
                <a:rPr lang="en-US" altLang="zh-CN" b="1" dirty="0">
                  <a:solidFill>
                    <a:schemeClr val="accent4"/>
                  </a:solidFill>
                  <a:latin typeface="Arial Narrow" panose="020B0606020202030204" pitchFamily="34" charset="0"/>
                </a:rPr>
                <a:t>G</a:t>
              </a:r>
              <a:r>
                <a:rPr lang="en-US" altLang="zh-CN" b="1" dirty="0">
                  <a:latin typeface="Arial Narrow" panose="020B0606020202030204" pitchFamily="34" charset="0"/>
                </a:rPr>
                <a:t>roup</a:t>
              </a:r>
              <a:r>
                <a:rPr lang="zh-CN" altLang="en-US" b="1" dirty="0">
                  <a:latin typeface="Arial Narrow" panose="020B0606020202030204" pitchFamily="34" charset="0"/>
                </a:rPr>
                <a:t>）</a:t>
              </a:r>
            </a:p>
          </p:txBody>
        </p:sp>
        <p:cxnSp>
          <p:nvCxnSpPr>
            <p:cNvPr id="18" name="连接符: 肘形 17">
              <a:extLst>
                <a:ext uri="{FF2B5EF4-FFF2-40B4-BE49-F238E27FC236}">
                  <a16:creationId xmlns:a16="http://schemas.microsoft.com/office/drawing/2014/main" id="{B80F4F53-340C-446E-BFF8-59A3F17CFA23}"/>
                </a:ext>
              </a:extLst>
            </p:cNvPr>
            <p:cNvCxnSpPr>
              <a:endCxn id="5" idx="1"/>
            </p:cNvCxnSpPr>
            <p:nvPr/>
          </p:nvCxnSpPr>
          <p:spPr>
            <a:xfrm>
              <a:off x="3433934" y="2144379"/>
              <a:ext cx="438564" cy="340144"/>
            </a:xfrm>
            <a:prstGeom prst="bentConnector3">
              <a:avLst>
                <a:gd name="adj1" fmla="val -2500"/>
              </a:avLst>
            </a:prstGeom>
            <a:ln w="25400">
              <a:solidFill>
                <a:schemeClr val="tx1"/>
              </a:solidFill>
              <a:tailEnd type="triangle"/>
            </a:ln>
          </p:spPr>
          <p:style>
            <a:lnRef idx="1">
              <a:schemeClr val="accent1"/>
            </a:lnRef>
            <a:fillRef idx="0">
              <a:schemeClr val="accent1"/>
            </a:fillRef>
            <a:effectRef idx="0">
              <a:schemeClr val="accent1"/>
            </a:effectRef>
            <a:fontRef idx="minor">
              <a:schemeClr val="tx1"/>
            </a:fontRef>
          </p:style>
        </p:cxnSp>
      </p:grpSp>
      <p:grpSp>
        <p:nvGrpSpPr>
          <p:cNvPr id="25" name="组合 24">
            <a:extLst>
              <a:ext uri="{FF2B5EF4-FFF2-40B4-BE49-F238E27FC236}">
                <a16:creationId xmlns:a16="http://schemas.microsoft.com/office/drawing/2014/main" id="{0133F0BF-344C-48AA-A52F-A2D0A8CDE9F5}"/>
              </a:ext>
            </a:extLst>
          </p:cNvPr>
          <p:cNvGrpSpPr/>
          <p:nvPr/>
        </p:nvGrpSpPr>
        <p:grpSpPr>
          <a:xfrm>
            <a:off x="774063" y="2142265"/>
            <a:ext cx="2374810" cy="529740"/>
            <a:chOff x="774063" y="2142265"/>
            <a:chExt cx="2374810" cy="529740"/>
          </a:xfrm>
        </p:grpSpPr>
        <p:sp>
          <p:nvSpPr>
            <p:cNvPr id="11" name="文本框 10">
              <a:extLst>
                <a:ext uri="{FF2B5EF4-FFF2-40B4-BE49-F238E27FC236}">
                  <a16:creationId xmlns:a16="http://schemas.microsoft.com/office/drawing/2014/main" id="{B40DA83F-33DC-4A8C-BBC9-42F06E5AF8E1}"/>
                </a:ext>
              </a:extLst>
            </p:cNvPr>
            <p:cNvSpPr txBox="1"/>
            <p:nvPr/>
          </p:nvSpPr>
          <p:spPr>
            <a:xfrm>
              <a:off x="774063" y="2302673"/>
              <a:ext cx="1987780" cy="369332"/>
            </a:xfrm>
            <a:prstGeom prst="rect">
              <a:avLst/>
            </a:prstGeom>
            <a:noFill/>
          </p:spPr>
          <p:txBody>
            <a:bodyPr wrap="square" rtlCol="0">
              <a:spAutoFit/>
            </a:bodyPr>
            <a:lstStyle/>
            <a:p>
              <a:r>
                <a:rPr lang="en-US" altLang="zh-CN" b="1" dirty="0">
                  <a:solidFill>
                    <a:schemeClr val="accent3"/>
                  </a:solidFill>
                  <a:latin typeface="Arial Narrow" panose="020B0606020202030204" pitchFamily="34" charset="0"/>
                </a:rPr>
                <a:t>G</a:t>
              </a:r>
              <a:r>
                <a:rPr lang="en-US" altLang="zh-CN" b="1" dirty="0">
                  <a:latin typeface="Arial Narrow" panose="020B0606020202030204" pitchFamily="34" charset="0"/>
                </a:rPr>
                <a:t>/</a:t>
              </a:r>
              <a:r>
                <a:rPr lang="en-US" altLang="zh-CN" b="1" dirty="0">
                  <a:solidFill>
                    <a:schemeClr val="accent3"/>
                  </a:solidFill>
                  <a:latin typeface="Arial Narrow" panose="020B0606020202030204" pitchFamily="34" charset="0"/>
                </a:rPr>
                <a:t>L</a:t>
              </a:r>
              <a:r>
                <a:rPr lang="zh-CN" altLang="en-US" b="1" dirty="0">
                  <a:latin typeface="Arial Narrow" panose="020B0606020202030204" pitchFamily="34" charset="0"/>
                </a:rPr>
                <a:t>（</a:t>
              </a:r>
              <a:r>
                <a:rPr lang="en-US" altLang="zh-CN" b="1" dirty="0">
                  <a:solidFill>
                    <a:schemeClr val="accent3"/>
                  </a:solidFill>
                  <a:latin typeface="Arial Narrow" panose="020B0606020202030204" pitchFamily="34" charset="0"/>
                </a:rPr>
                <a:t>G</a:t>
              </a:r>
              <a:r>
                <a:rPr lang="en-US" altLang="zh-CN" b="1" dirty="0">
                  <a:latin typeface="Arial Narrow" panose="020B0606020202030204" pitchFamily="34" charset="0"/>
                </a:rPr>
                <a:t>lobal/</a:t>
              </a:r>
              <a:r>
                <a:rPr lang="en-US" altLang="zh-CN" b="1" dirty="0">
                  <a:solidFill>
                    <a:schemeClr val="accent3"/>
                  </a:solidFill>
                  <a:latin typeface="Arial Narrow" panose="020B0606020202030204" pitchFamily="34" charset="0"/>
                </a:rPr>
                <a:t>L</a:t>
              </a:r>
              <a:r>
                <a:rPr lang="en-US" altLang="zh-CN" b="1" dirty="0">
                  <a:latin typeface="Arial Narrow" panose="020B0606020202030204" pitchFamily="34" charset="0"/>
                </a:rPr>
                <a:t>ocal</a:t>
              </a:r>
              <a:r>
                <a:rPr lang="zh-CN" altLang="en-US" b="1" dirty="0">
                  <a:latin typeface="Arial Narrow" panose="020B0606020202030204" pitchFamily="34" charset="0"/>
                </a:rPr>
                <a:t>）</a:t>
              </a:r>
            </a:p>
          </p:txBody>
        </p:sp>
        <p:cxnSp>
          <p:nvCxnSpPr>
            <p:cNvPr id="16" name="连接符: 肘形 15">
              <a:extLst>
                <a:ext uri="{FF2B5EF4-FFF2-40B4-BE49-F238E27FC236}">
                  <a16:creationId xmlns:a16="http://schemas.microsoft.com/office/drawing/2014/main" id="{927A9E0C-963E-4552-8A3B-4F2E053D1653}"/>
                </a:ext>
              </a:extLst>
            </p:cNvPr>
            <p:cNvCxnSpPr>
              <a:cxnSpLocks/>
              <a:endCxn id="11" idx="3"/>
            </p:cNvCxnSpPr>
            <p:nvPr/>
          </p:nvCxnSpPr>
          <p:spPr>
            <a:xfrm rot="10800000" flipV="1">
              <a:off x="2761843" y="2142265"/>
              <a:ext cx="387030" cy="345073"/>
            </a:xfrm>
            <a:prstGeom prst="bentConnector3">
              <a:avLst>
                <a:gd name="adj1" fmla="val 4107"/>
              </a:avLst>
            </a:prstGeom>
            <a:ln w="25400">
              <a:solidFill>
                <a:schemeClr val="tx1"/>
              </a:solidFill>
              <a:tailEnd type="triangle"/>
            </a:ln>
          </p:spPr>
          <p:style>
            <a:lnRef idx="1">
              <a:schemeClr val="accent1"/>
            </a:lnRef>
            <a:fillRef idx="0">
              <a:schemeClr val="accent1"/>
            </a:fillRef>
            <a:effectRef idx="0">
              <a:schemeClr val="accent1"/>
            </a:effectRef>
            <a:fontRef idx="minor">
              <a:schemeClr val="tx1"/>
            </a:fontRef>
          </p:style>
        </p:cxnSp>
      </p:grpSp>
      <p:graphicFrame>
        <p:nvGraphicFramePr>
          <p:cNvPr id="7" name="表格 11">
            <a:extLst>
              <a:ext uri="{FF2B5EF4-FFF2-40B4-BE49-F238E27FC236}">
                <a16:creationId xmlns:a16="http://schemas.microsoft.com/office/drawing/2014/main" id="{6D079289-E671-406A-AF87-784BF8CB8C7E}"/>
              </a:ext>
            </a:extLst>
          </p:cNvPr>
          <p:cNvGraphicFramePr>
            <a:graphicFrameLocks noGrp="1"/>
          </p:cNvGraphicFramePr>
          <p:nvPr/>
        </p:nvGraphicFramePr>
        <p:xfrm>
          <a:off x="304800" y="3594100"/>
          <a:ext cx="11582402" cy="2841620"/>
        </p:xfrm>
        <a:graphic>
          <a:graphicData uri="http://schemas.openxmlformats.org/drawingml/2006/table">
            <a:tbl>
              <a:tblPr firstRow="1" bandRow="1">
                <a:tableStyleId>{5C22544A-7EE6-4342-B048-85BDC9FD1C3A}</a:tableStyleId>
              </a:tblPr>
              <a:tblGrid>
                <a:gridCol w="1229068">
                  <a:extLst>
                    <a:ext uri="{9D8B030D-6E8A-4147-A177-3AD203B41FA5}">
                      <a16:colId xmlns:a16="http://schemas.microsoft.com/office/drawing/2014/main" val="3201315185"/>
                    </a:ext>
                  </a:extLst>
                </a:gridCol>
                <a:gridCol w="1229068">
                  <a:extLst>
                    <a:ext uri="{9D8B030D-6E8A-4147-A177-3AD203B41FA5}">
                      <a16:colId xmlns:a16="http://schemas.microsoft.com/office/drawing/2014/main" val="2306449060"/>
                    </a:ext>
                  </a:extLst>
                </a:gridCol>
                <a:gridCol w="7400720">
                  <a:extLst>
                    <a:ext uri="{9D8B030D-6E8A-4147-A177-3AD203B41FA5}">
                      <a16:colId xmlns:a16="http://schemas.microsoft.com/office/drawing/2014/main" val="3816814684"/>
                    </a:ext>
                  </a:extLst>
                </a:gridCol>
                <a:gridCol w="861773">
                  <a:extLst>
                    <a:ext uri="{9D8B030D-6E8A-4147-A177-3AD203B41FA5}">
                      <a16:colId xmlns:a16="http://schemas.microsoft.com/office/drawing/2014/main" val="3904571176"/>
                    </a:ext>
                  </a:extLst>
                </a:gridCol>
                <a:gridCol w="861773">
                  <a:extLst>
                    <a:ext uri="{9D8B030D-6E8A-4147-A177-3AD203B41FA5}">
                      <a16:colId xmlns:a16="http://schemas.microsoft.com/office/drawing/2014/main" val="3946450843"/>
                    </a:ext>
                  </a:extLst>
                </a:gridCol>
              </a:tblGrid>
              <a:tr h="550385">
                <a:tc>
                  <a:txBody>
                    <a:bodyPr/>
                    <a:lstStyle/>
                    <a:p>
                      <a:pPr algn="ctr"/>
                      <a:r>
                        <a:rPr lang="zh-CN" altLang="en-US" b="1" dirty="0">
                          <a:solidFill>
                            <a:schemeClr val="bg1"/>
                          </a:solidFill>
                        </a:rPr>
                        <a:t>第</a:t>
                      </a:r>
                      <a:r>
                        <a:rPr lang="en-US" altLang="zh-CN" b="1" dirty="0">
                          <a:solidFill>
                            <a:schemeClr val="bg1"/>
                          </a:solidFill>
                        </a:rPr>
                        <a:t>1</a:t>
                      </a:r>
                      <a:r>
                        <a:rPr lang="zh-CN" altLang="en-US" b="1" dirty="0">
                          <a:solidFill>
                            <a:schemeClr val="bg1"/>
                          </a:solidFill>
                        </a:rPr>
                        <a:t>字节的</a:t>
                      </a:r>
                      <a:endParaRPr lang="en-US" altLang="zh-CN" b="1" dirty="0">
                        <a:solidFill>
                          <a:schemeClr val="bg1"/>
                        </a:solidFill>
                      </a:endParaRPr>
                    </a:p>
                    <a:p>
                      <a:pPr algn="ctr"/>
                      <a:r>
                        <a:rPr lang="en-US" altLang="zh-CN" b="1" dirty="0">
                          <a:solidFill>
                            <a:schemeClr val="bg1"/>
                          </a:solidFill>
                        </a:rPr>
                        <a:t>b1</a:t>
                      </a:r>
                      <a:r>
                        <a:rPr lang="zh-CN" altLang="en-US" b="1" dirty="0">
                          <a:solidFill>
                            <a:schemeClr val="bg1"/>
                          </a:solidFill>
                        </a:rPr>
                        <a:t>位</a:t>
                      </a: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accent3"/>
                    </a:solidFill>
                  </a:tcPr>
                </a:tc>
                <a:tc>
                  <a:txBody>
                    <a:bodyPr/>
                    <a:lstStyle/>
                    <a:p>
                      <a:pPr algn="ctr"/>
                      <a:r>
                        <a:rPr lang="zh-CN" altLang="en-US" b="1" dirty="0">
                          <a:solidFill>
                            <a:schemeClr val="bg1"/>
                          </a:solidFill>
                        </a:rPr>
                        <a:t>第</a:t>
                      </a:r>
                      <a:r>
                        <a:rPr lang="en-US" altLang="zh-CN" b="1" dirty="0">
                          <a:solidFill>
                            <a:schemeClr val="bg1"/>
                          </a:solidFill>
                        </a:rPr>
                        <a:t>1</a:t>
                      </a:r>
                      <a:r>
                        <a:rPr lang="zh-CN" altLang="en-US" b="1" dirty="0">
                          <a:solidFill>
                            <a:schemeClr val="bg1"/>
                          </a:solidFill>
                        </a:rPr>
                        <a:t>字节的</a:t>
                      </a:r>
                      <a:endParaRPr lang="en-US" altLang="zh-CN" b="1" dirty="0">
                        <a:solidFill>
                          <a:schemeClr val="bg1"/>
                        </a:solidFill>
                      </a:endParaRPr>
                    </a:p>
                    <a:p>
                      <a:pPr algn="ctr"/>
                      <a:r>
                        <a:rPr lang="en-US" altLang="zh-CN" b="1" dirty="0">
                          <a:solidFill>
                            <a:schemeClr val="bg1"/>
                          </a:solidFill>
                        </a:rPr>
                        <a:t>b0</a:t>
                      </a:r>
                      <a:r>
                        <a:rPr lang="zh-CN" altLang="en-US" b="1" dirty="0">
                          <a:solidFill>
                            <a:schemeClr val="bg1"/>
                          </a:solidFill>
                        </a:rPr>
                        <a:t>位</a:t>
                      </a: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accent4"/>
                    </a:solidFill>
                  </a:tcPr>
                </a:tc>
                <a:tc>
                  <a:txBody>
                    <a:bodyPr/>
                    <a:lstStyle/>
                    <a:p>
                      <a:pPr algn="ctr"/>
                      <a:r>
                        <a:rPr lang="en-US" altLang="zh-CN" b="1" dirty="0">
                          <a:solidFill>
                            <a:schemeClr val="tx1"/>
                          </a:solidFill>
                        </a:rPr>
                        <a:t>MAC</a:t>
                      </a:r>
                      <a:r>
                        <a:rPr lang="zh-CN" altLang="en-US" b="1" dirty="0">
                          <a:solidFill>
                            <a:schemeClr val="tx1"/>
                          </a:solidFill>
                        </a:rPr>
                        <a:t>地址类型</a:t>
                      </a: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algn="ctr"/>
                      <a:r>
                        <a:rPr lang="zh-CN" altLang="en-US" b="1" dirty="0">
                          <a:solidFill>
                            <a:schemeClr val="tx1"/>
                          </a:solidFill>
                        </a:rPr>
                        <a:t>地址</a:t>
                      </a:r>
                      <a:endParaRPr lang="en-US" altLang="zh-CN" b="1" dirty="0">
                        <a:solidFill>
                          <a:schemeClr val="tx1"/>
                        </a:solidFill>
                      </a:endParaRPr>
                    </a:p>
                    <a:p>
                      <a:pPr algn="ctr"/>
                      <a:r>
                        <a:rPr lang="zh-CN" altLang="en-US" b="1" dirty="0">
                          <a:solidFill>
                            <a:schemeClr val="tx1"/>
                          </a:solidFill>
                        </a:rPr>
                        <a:t>占比</a:t>
                      </a: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algn="ctr"/>
                      <a:r>
                        <a:rPr lang="zh-CN" altLang="en-US" b="1" dirty="0">
                          <a:solidFill>
                            <a:schemeClr val="tx1"/>
                          </a:solidFill>
                        </a:rPr>
                        <a:t>地址</a:t>
                      </a:r>
                      <a:endParaRPr lang="en-US" altLang="zh-CN" b="1" dirty="0">
                        <a:solidFill>
                          <a:schemeClr val="tx1"/>
                        </a:solidFill>
                      </a:endParaRPr>
                    </a:p>
                    <a:p>
                      <a:pPr algn="ctr"/>
                      <a:r>
                        <a:rPr lang="zh-CN" altLang="en-US" b="1" dirty="0">
                          <a:solidFill>
                            <a:schemeClr val="tx1"/>
                          </a:solidFill>
                        </a:rPr>
                        <a:t>数量</a:t>
                      </a: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extLst>
                  <a:ext uri="{0D108BD9-81ED-4DB2-BD59-A6C34878D82A}">
                    <a16:rowId xmlns:a16="http://schemas.microsoft.com/office/drawing/2014/main" val="1398121299"/>
                  </a:ext>
                </a:extLst>
              </a:tr>
              <a:tr h="550385">
                <a:tc rowSpan="2">
                  <a:txBody>
                    <a:bodyPr/>
                    <a:lstStyle/>
                    <a:p>
                      <a:pPr algn="ctr"/>
                      <a:endParaRPr lang="zh-CN" altLang="en-US" b="1" dirty="0">
                        <a:solidFill>
                          <a:schemeClr val="tx1"/>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algn="ctr"/>
                      <a:endParaRPr lang="zh-CN" altLang="en-US" b="1" dirty="0">
                        <a:solidFill>
                          <a:schemeClr val="tx1"/>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algn="ctr"/>
                      <a:endParaRPr lang="zh-CN" altLang="en-US" b="1" dirty="0">
                        <a:solidFill>
                          <a:schemeClr val="tx1"/>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algn="ctr"/>
                      <a:endParaRPr lang="zh-CN" altLang="en-US" b="1" dirty="0">
                        <a:solidFill>
                          <a:schemeClr val="tx1"/>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rowSpan="4">
                  <a:txBody>
                    <a:bodyPr/>
                    <a:lstStyle/>
                    <a:p>
                      <a:pPr algn="ctr"/>
                      <a:endParaRPr lang="zh-CN" altLang="en-US" b="1" dirty="0">
                        <a:solidFill>
                          <a:schemeClr val="tx1"/>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extLst>
                  <a:ext uri="{0D108BD9-81ED-4DB2-BD59-A6C34878D82A}">
                    <a16:rowId xmlns:a16="http://schemas.microsoft.com/office/drawing/2014/main" val="1927838048"/>
                  </a:ext>
                </a:extLst>
              </a:tr>
              <a:tr h="550385">
                <a:tc vMerge="1">
                  <a:txBody>
                    <a:bodyPr/>
                    <a:lstStyle/>
                    <a:p>
                      <a:pPr algn="ctr"/>
                      <a:endParaRPr lang="zh-CN" altLang="en-US" b="1" dirty="0">
                        <a:solidFill>
                          <a:schemeClr val="tx1"/>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algn="ctr"/>
                      <a:endParaRPr lang="zh-CN" altLang="en-US" b="1" dirty="0">
                        <a:solidFill>
                          <a:schemeClr val="tx1"/>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algn="ctr"/>
                      <a:endParaRPr lang="zh-CN" altLang="en-US" b="1">
                        <a:solidFill>
                          <a:schemeClr val="tx1"/>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algn="ctr"/>
                      <a:endParaRPr lang="zh-CN" altLang="en-US" b="1" dirty="0">
                        <a:solidFill>
                          <a:schemeClr val="tx1"/>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vMerge="1">
                  <a:txBody>
                    <a:bodyPr/>
                    <a:lstStyle/>
                    <a:p>
                      <a:pPr algn="ctr"/>
                      <a:endParaRPr lang="zh-CN" altLang="en-US" b="1" dirty="0">
                        <a:solidFill>
                          <a:schemeClr val="tx1"/>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extLst>
                  <a:ext uri="{0D108BD9-81ED-4DB2-BD59-A6C34878D82A}">
                    <a16:rowId xmlns:a16="http://schemas.microsoft.com/office/drawing/2014/main" val="632938562"/>
                  </a:ext>
                </a:extLst>
              </a:tr>
              <a:tr h="550385">
                <a:tc rowSpan="2">
                  <a:txBody>
                    <a:bodyPr/>
                    <a:lstStyle/>
                    <a:p>
                      <a:pPr algn="ctr"/>
                      <a:endParaRPr lang="zh-CN" altLang="en-US" b="1" dirty="0">
                        <a:solidFill>
                          <a:schemeClr val="tx1"/>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algn="ctr"/>
                      <a:endParaRPr lang="zh-CN" altLang="en-US" b="1" dirty="0">
                        <a:solidFill>
                          <a:schemeClr val="tx1"/>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algn="ctr"/>
                      <a:endParaRPr lang="zh-CN" altLang="en-US" b="1">
                        <a:solidFill>
                          <a:schemeClr val="tx1"/>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algn="ctr"/>
                      <a:endParaRPr lang="zh-CN" altLang="en-US" b="1" dirty="0">
                        <a:solidFill>
                          <a:schemeClr val="tx1"/>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vMerge="1">
                  <a:txBody>
                    <a:bodyPr/>
                    <a:lstStyle/>
                    <a:p>
                      <a:pPr algn="ctr"/>
                      <a:endParaRPr lang="zh-CN" altLang="en-US" b="1" dirty="0">
                        <a:solidFill>
                          <a:schemeClr val="tx1"/>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extLst>
                  <a:ext uri="{0D108BD9-81ED-4DB2-BD59-A6C34878D82A}">
                    <a16:rowId xmlns:a16="http://schemas.microsoft.com/office/drawing/2014/main" val="1878197827"/>
                  </a:ext>
                </a:extLst>
              </a:tr>
              <a:tr h="550385">
                <a:tc vMerge="1">
                  <a:txBody>
                    <a:bodyPr/>
                    <a:lstStyle/>
                    <a:p>
                      <a:pPr algn="ctr"/>
                      <a:endParaRPr lang="zh-CN" altLang="en-US" b="1" dirty="0">
                        <a:solidFill>
                          <a:schemeClr val="tx1"/>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algn="ctr"/>
                      <a:endParaRPr lang="zh-CN" altLang="en-US" b="1" dirty="0">
                        <a:solidFill>
                          <a:schemeClr val="tx1"/>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algn="ctr"/>
                      <a:endParaRPr lang="zh-CN" altLang="en-US" b="1">
                        <a:solidFill>
                          <a:schemeClr val="tx1"/>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algn="ctr"/>
                      <a:endParaRPr lang="zh-CN" altLang="en-US" b="1" dirty="0">
                        <a:solidFill>
                          <a:schemeClr val="tx1"/>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vMerge="1">
                  <a:txBody>
                    <a:bodyPr/>
                    <a:lstStyle/>
                    <a:p>
                      <a:pPr algn="ctr"/>
                      <a:endParaRPr lang="zh-CN" altLang="en-US" b="1" dirty="0">
                        <a:solidFill>
                          <a:schemeClr val="tx1"/>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extLst>
                  <a:ext uri="{0D108BD9-81ED-4DB2-BD59-A6C34878D82A}">
                    <a16:rowId xmlns:a16="http://schemas.microsoft.com/office/drawing/2014/main" val="297247489"/>
                  </a:ext>
                </a:extLst>
              </a:tr>
            </a:tbl>
          </a:graphicData>
        </a:graphic>
      </p:graphicFrame>
      <p:sp>
        <p:nvSpPr>
          <p:cNvPr id="19" name="文本框 18">
            <a:extLst>
              <a:ext uri="{FF2B5EF4-FFF2-40B4-BE49-F238E27FC236}">
                <a16:creationId xmlns:a16="http://schemas.microsoft.com/office/drawing/2014/main" id="{E3D19338-9713-4086-9954-E823105D3F17}"/>
              </a:ext>
            </a:extLst>
          </p:cNvPr>
          <p:cNvSpPr txBox="1"/>
          <p:nvPr/>
        </p:nvSpPr>
        <p:spPr>
          <a:xfrm>
            <a:off x="774063" y="4550442"/>
            <a:ext cx="354648" cy="461665"/>
          </a:xfrm>
          <a:prstGeom prst="rect">
            <a:avLst/>
          </a:prstGeom>
          <a:noFill/>
        </p:spPr>
        <p:txBody>
          <a:bodyPr wrap="square" rtlCol="0">
            <a:spAutoFit/>
          </a:bodyPr>
          <a:lstStyle/>
          <a:p>
            <a:pPr algn="ctr"/>
            <a:r>
              <a:rPr lang="en-US" altLang="zh-CN" sz="2400" b="1" dirty="0">
                <a:latin typeface="Arial Black" panose="020B0A04020102020204" pitchFamily="34" charset="0"/>
              </a:rPr>
              <a:t>0</a:t>
            </a:r>
            <a:endParaRPr lang="zh-CN" altLang="en-US" sz="2400" b="1" dirty="0">
              <a:latin typeface="Arial Black" panose="020B0A04020102020204" pitchFamily="34" charset="0"/>
            </a:endParaRPr>
          </a:p>
        </p:txBody>
      </p:sp>
      <p:sp>
        <p:nvSpPr>
          <p:cNvPr id="20" name="文本框 19">
            <a:extLst>
              <a:ext uri="{FF2B5EF4-FFF2-40B4-BE49-F238E27FC236}">
                <a16:creationId xmlns:a16="http://schemas.microsoft.com/office/drawing/2014/main" id="{B1B9982E-A2A5-40A7-BD67-E32C4E1A6AEB}"/>
              </a:ext>
            </a:extLst>
          </p:cNvPr>
          <p:cNvSpPr txBox="1"/>
          <p:nvPr/>
        </p:nvSpPr>
        <p:spPr>
          <a:xfrm>
            <a:off x="774063" y="5659318"/>
            <a:ext cx="354648" cy="461665"/>
          </a:xfrm>
          <a:prstGeom prst="rect">
            <a:avLst/>
          </a:prstGeom>
          <a:noFill/>
        </p:spPr>
        <p:txBody>
          <a:bodyPr wrap="square" rtlCol="0">
            <a:spAutoFit/>
          </a:bodyPr>
          <a:lstStyle/>
          <a:p>
            <a:pPr algn="ctr"/>
            <a:r>
              <a:rPr lang="en-US" altLang="zh-CN" sz="2400" b="1" dirty="0">
                <a:latin typeface="Arial Black" panose="020B0A04020102020204" pitchFamily="34" charset="0"/>
              </a:rPr>
              <a:t>1</a:t>
            </a:r>
            <a:endParaRPr lang="zh-CN" altLang="en-US" sz="2400" b="1" dirty="0">
              <a:latin typeface="Arial Black" panose="020B0A04020102020204" pitchFamily="34" charset="0"/>
            </a:endParaRPr>
          </a:p>
        </p:txBody>
      </p:sp>
      <p:sp>
        <p:nvSpPr>
          <p:cNvPr id="21" name="文本框 20">
            <a:extLst>
              <a:ext uri="{FF2B5EF4-FFF2-40B4-BE49-F238E27FC236}">
                <a16:creationId xmlns:a16="http://schemas.microsoft.com/office/drawing/2014/main" id="{BFE70102-4958-4920-B307-7014EEE8AD61}"/>
              </a:ext>
            </a:extLst>
          </p:cNvPr>
          <p:cNvSpPr txBox="1"/>
          <p:nvPr/>
        </p:nvSpPr>
        <p:spPr>
          <a:xfrm>
            <a:off x="2761838" y="4321459"/>
            <a:ext cx="672092" cy="369332"/>
          </a:xfrm>
          <a:prstGeom prst="rect">
            <a:avLst/>
          </a:prstGeom>
          <a:noFill/>
        </p:spPr>
        <p:txBody>
          <a:bodyPr wrap="square" rtlCol="0">
            <a:spAutoFit/>
          </a:bodyPr>
          <a:lstStyle/>
          <a:p>
            <a:r>
              <a:rPr lang="zh-CN" altLang="en-US" b="1" dirty="0">
                <a:latin typeface="Arial Narrow" panose="020B0606020202030204" pitchFamily="34" charset="0"/>
              </a:rPr>
              <a:t>全球</a:t>
            </a:r>
          </a:p>
        </p:txBody>
      </p:sp>
      <p:sp>
        <p:nvSpPr>
          <p:cNvPr id="23" name="文本框 22">
            <a:extLst>
              <a:ext uri="{FF2B5EF4-FFF2-40B4-BE49-F238E27FC236}">
                <a16:creationId xmlns:a16="http://schemas.microsoft.com/office/drawing/2014/main" id="{14C4FF20-6C12-4752-B5DE-F1280C417306}"/>
              </a:ext>
            </a:extLst>
          </p:cNvPr>
          <p:cNvSpPr txBox="1"/>
          <p:nvPr/>
        </p:nvSpPr>
        <p:spPr>
          <a:xfrm>
            <a:off x="2761838" y="4873863"/>
            <a:ext cx="672092" cy="369332"/>
          </a:xfrm>
          <a:prstGeom prst="rect">
            <a:avLst/>
          </a:prstGeom>
          <a:noFill/>
        </p:spPr>
        <p:txBody>
          <a:bodyPr wrap="square" rtlCol="0">
            <a:spAutoFit/>
          </a:bodyPr>
          <a:lstStyle/>
          <a:p>
            <a:r>
              <a:rPr lang="zh-CN" altLang="en-US" b="1" dirty="0">
                <a:latin typeface="Arial Narrow" panose="020B0606020202030204" pitchFamily="34" charset="0"/>
              </a:rPr>
              <a:t>全球</a:t>
            </a:r>
          </a:p>
        </p:txBody>
      </p:sp>
      <p:sp>
        <p:nvSpPr>
          <p:cNvPr id="24" name="文本框 23">
            <a:extLst>
              <a:ext uri="{FF2B5EF4-FFF2-40B4-BE49-F238E27FC236}">
                <a16:creationId xmlns:a16="http://schemas.microsoft.com/office/drawing/2014/main" id="{BA9E9F19-0D10-44A1-92D6-B23BB4A174DF}"/>
              </a:ext>
            </a:extLst>
          </p:cNvPr>
          <p:cNvSpPr txBox="1"/>
          <p:nvPr/>
        </p:nvSpPr>
        <p:spPr>
          <a:xfrm>
            <a:off x="2761838" y="5422958"/>
            <a:ext cx="672092" cy="369332"/>
          </a:xfrm>
          <a:prstGeom prst="rect">
            <a:avLst/>
          </a:prstGeom>
          <a:noFill/>
        </p:spPr>
        <p:txBody>
          <a:bodyPr wrap="square" rtlCol="0">
            <a:spAutoFit/>
          </a:bodyPr>
          <a:lstStyle/>
          <a:p>
            <a:r>
              <a:rPr lang="zh-CN" altLang="en-US" b="1" dirty="0">
                <a:latin typeface="Arial Narrow" panose="020B0606020202030204" pitchFamily="34" charset="0"/>
              </a:rPr>
              <a:t>本地</a:t>
            </a:r>
          </a:p>
        </p:txBody>
      </p:sp>
      <p:sp>
        <p:nvSpPr>
          <p:cNvPr id="26" name="文本框 25">
            <a:extLst>
              <a:ext uri="{FF2B5EF4-FFF2-40B4-BE49-F238E27FC236}">
                <a16:creationId xmlns:a16="http://schemas.microsoft.com/office/drawing/2014/main" id="{85D14F63-D057-4374-94DC-00F53665D10A}"/>
              </a:ext>
            </a:extLst>
          </p:cNvPr>
          <p:cNvSpPr txBox="1"/>
          <p:nvPr/>
        </p:nvSpPr>
        <p:spPr>
          <a:xfrm>
            <a:off x="2761838" y="5972054"/>
            <a:ext cx="672092" cy="369332"/>
          </a:xfrm>
          <a:prstGeom prst="rect">
            <a:avLst/>
          </a:prstGeom>
          <a:noFill/>
        </p:spPr>
        <p:txBody>
          <a:bodyPr wrap="square" rtlCol="0">
            <a:spAutoFit/>
          </a:bodyPr>
          <a:lstStyle/>
          <a:p>
            <a:r>
              <a:rPr lang="zh-CN" altLang="en-US" b="1" dirty="0">
                <a:latin typeface="Arial Narrow" panose="020B0606020202030204" pitchFamily="34" charset="0"/>
              </a:rPr>
              <a:t>本地</a:t>
            </a:r>
          </a:p>
        </p:txBody>
      </p:sp>
      <p:sp>
        <p:nvSpPr>
          <p:cNvPr id="27" name="文本框 26">
            <a:extLst>
              <a:ext uri="{FF2B5EF4-FFF2-40B4-BE49-F238E27FC236}">
                <a16:creationId xmlns:a16="http://schemas.microsoft.com/office/drawing/2014/main" id="{F0B894CB-C279-4844-8298-7C23C1AD6B5E}"/>
              </a:ext>
            </a:extLst>
          </p:cNvPr>
          <p:cNvSpPr txBox="1"/>
          <p:nvPr/>
        </p:nvSpPr>
        <p:spPr>
          <a:xfrm>
            <a:off x="1939539" y="4286307"/>
            <a:ext cx="354648" cy="461665"/>
          </a:xfrm>
          <a:prstGeom prst="rect">
            <a:avLst/>
          </a:prstGeom>
          <a:noFill/>
        </p:spPr>
        <p:txBody>
          <a:bodyPr wrap="square" rtlCol="0">
            <a:spAutoFit/>
          </a:bodyPr>
          <a:lstStyle/>
          <a:p>
            <a:pPr algn="ctr"/>
            <a:r>
              <a:rPr lang="en-US" altLang="zh-CN" sz="2400" b="1" dirty="0">
                <a:latin typeface="Arial Black" panose="020B0A04020102020204" pitchFamily="34" charset="0"/>
              </a:rPr>
              <a:t>0</a:t>
            </a:r>
            <a:endParaRPr lang="zh-CN" altLang="en-US" sz="2400" b="1" dirty="0">
              <a:latin typeface="Arial Black" panose="020B0A04020102020204" pitchFamily="34" charset="0"/>
            </a:endParaRPr>
          </a:p>
        </p:txBody>
      </p:sp>
      <p:sp>
        <p:nvSpPr>
          <p:cNvPr id="28" name="文本框 27">
            <a:extLst>
              <a:ext uri="{FF2B5EF4-FFF2-40B4-BE49-F238E27FC236}">
                <a16:creationId xmlns:a16="http://schemas.microsoft.com/office/drawing/2014/main" id="{8A9FD551-24DF-42AA-8C29-A73AA3028894}"/>
              </a:ext>
            </a:extLst>
          </p:cNvPr>
          <p:cNvSpPr txBox="1"/>
          <p:nvPr/>
        </p:nvSpPr>
        <p:spPr>
          <a:xfrm>
            <a:off x="1939539" y="5422958"/>
            <a:ext cx="354648" cy="461665"/>
          </a:xfrm>
          <a:prstGeom prst="rect">
            <a:avLst/>
          </a:prstGeom>
          <a:noFill/>
        </p:spPr>
        <p:txBody>
          <a:bodyPr wrap="square" rtlCol="0">
            <a:spAutoFit/>
          </a:bodyPr>
          <a:lstStyle/>
          <a:p>
            <a:pPr algn="ctr"/>
            <a:r>
              <a:rPr lang="en-US" altLang="zh-CN" sz="2400" b="1" dirty="0">
                <a:latin typeface="Arial Black" panose="020B0A04020102020204" pitchFamily="34" charset="0"/>
              </a:rPr>
              <a:t>0</a:t>
            </a:r>
            <a:endParaRPr lang="zh-CN" altLang="en-US" sz="2400" b="1" dirty="0">
              <a:latin typeface="Arial Black" panose="020B0A04020102020204" pitchFamily="34" charset="0"/>
            </a:endParaRPr>
          </a:p>
        </p:txBody>
      </p:sp>
      <p:sp>
        <p:nvSpPr>
          <p:cNvPr id="29" name="文本框 28">
            <a:extLst>
              <a:ext uri="{FF2B5EF4-FFF2-40B4-BE49-F238E27FC236}">
                <a16:creationId xmlns:a16="http://schemas.microsoft.com/office/drawing/2014/main" id="{ED7DF2B2-DBC2-4EB3-8EB1-0E60606BAE49}"/>
              </a:ext>
            </a:extLst>
          </p:cNvPr>
          <p:cNvSpPr txBox="1"/>
          <p:nvPr/>
        </p:nvSpPr>
        <p:spPr>
          <a:xfrm>
            <a:off x="3256834" y="4321459"/>
            <a:ext cx="672092" cy="369332"/>
          </a:xfrm>
          <a:prstGeom prst="rect">
            <a:avLst/>
          </a:prstGeom>
          <a:noFill/>
        </p:spPr>
        <p:txBody>
          <a:bodyPr wrap="square" rtlCol="0">
            <a:spAutoFit/>
          </a:bodyPr>
          <a:lstStyle/>
          <a:p>
            <a:r>
              <a:rPr lang="zh-CN" altLang="en-US" b="1" dirty="0">
                <a:latin typeface="Arial Narrow" panose="020B0606020202030204" pitchFamily="34" charset="0"/>
              </a:rPr>
              <a:t>单播</a:t>
            </a:r>
          </a:p>
        </p:txBody>
      </p:sp>
      <p:sp>
        <p:nvSpPr>
          <p:cNvPr id="30" name="文本框 29">
            <a:extLst>
              <a:ext uri="{FF2B5EF4-FFF2-40B4-BE49-F238E27FC236}">
                <a16:creationId xmlns:a16="http://schemas.microsoft.com/office/drawing/2014/main" id="{BA978FC5-01AE-4C5D-87F9-D42181AC3D2F}"/>
              </a:ext>
            </a:extLst>
          </p:cNvPr>
          <p:cNvSpPr txBox="1"/>
          <p:nvPr/>
        </p:nvSpPr>
        <p:spPr>
          <a:xfrm>
            <a:off x="3256834" y="5422958"/>
            <a:ext cx="672092" cy="369332"/>
          </a:xfrm>
          <a:prstGeom prst="rect">
            <a:avLst/>
          </a:prstGeom>
          <a:noFill/>
        </p:spPr>
        <p:txBody>
          <a:bodyPr wrap="square" rtlCol="0">
            <a:spAutoFit/>
          </a:bodyPr>
          <a:lstStyle/>
          <a:p>
            <a:r>
              <a:rPr lang="zh-CN" altLang="en-US" b="1" dirty="0">
                <a:latin typeface="Arial Narrow" panose="020B0606020202030204" pitchFamily="34" charset="0"/>
              </a:rPr>
              <a:t>单播</a:t>
            </a:r>
          </a:p>
        </p:txBody>
      </p:sp>
      <p:sp>
        <p:nvSpPr>
          <p:cNvPr id="31" name="文本框 30">
            <a:extLst>
              <a:ext uri="{FF2B5EF4-FFF2-40B4-BE49-F238E27FC236}">
                <a16:creationId xmlns:a16="http://schemas.microsoft.com/office/drawing/2014/main" id="{FF96914C-034B-4EF5-B096-A14A6E59217F}"/>
              </a:ext>
            </a:extLst>
          </p:cNvPr>
          <p:cNvSpPr txBox="1"/>
          <p:nvPr/>
        </p:nvSpPr>
        <p:spPr>
          <a:xfrm>
            <a:off x="1939539" y="4857122"/>
            <a:ext cx="354648" cy="461665"/>
          </a:xfrm>
          <a:prstGeom prst="rect">
            <a:avLst/>
          </a:prstGeom>
          <a:noFill/>
        </p:spPr>
        <p:txBody>
          <a:bodyPr wrap="square" rtlCol="0">
            <a:spAutoFit/>
          </a:bodyPr>
          <a:lstStyle/>
          <a:p>
            <a:pPr algn="ctr"/>
            <a:r>
              <a:rPr lang="en-US" altLang="zh-CN" sz="2400" b="1" dirty="0">
                <a:latin typeface="Arial Black" panose="020B0A04020102020204" pitchFamily="34" charset="0"/>
              </a:rPr>
              <a:t>1</a:t>
            </a:r>
            <a:endParaRPr lang="zh-CN" altLang="en-US" sz="2400" b="1" dirty="0">
              <a:latin typeface="Arial Black" panose="020B0A04020102020204" pitchFamily="34" charset="0"/>
            </a:endParaRPr>
          </a:p>
        </p:txBody>
      </p:sp>
      <p:sp>
        <p:nvSpPr>
          <p:cNvPr id="32" name="文本框 31">
            <a:extLst>
              <a:ext uri="{FF2B5EF4-FFF2-40B4-BE49-F238E27FC236}">
                <a16:creationId xmlns:a16="http://schemas.microsoft.com/office/drawing/2014/main" id="{18E472E5-9782-4FE3-ADD8-8972B36D4353}"/>
              </a:ext>
            </a:extLst>
          </p:cNvPr>
          <p:cNvSpPr txBox="1"/>
          <p:nvPr/>
        </p:nvSpPr>
        <p:spPr>
          <a:xfrm>
            <a:off x="1939539" y="5929339"/>
            <a:ext cx="354648" cy="461665"/>
          </a:xfrm>
          <a:prstGeom prst="rect">
            <a:avLst/>
          </a:prstGeom>
          <a:noFill/>
        </p:spPr>
        <p:txBody>
          <a:bodyPr wrap="square" rtlCol="0">
            <a:spAutoFit/>
          </a:bodyPr>
          <a:lstStyle/>
          <a:p>
            <a:pPr algn="ctr"/>
            <a:r>
              <a:rPr lang="en-US" altLang="zh-CN" sz="2400" b="1" dirty="0">
                <a:latin typeface="Arial Black" panose="020B0A04020102020204" pitchFamily="34" charset="0"/>
              </a:rPr>
              <a:t>1</a:t>
            </a:r>
            <a:endParaRPr lang="zh-CN" altLang="en-US" sz="2400" b="1" dirty="0">
              <a:latin typeface="Arial Black" panose="020B0A04020102020204" pitchFamily="34" charset="0"/>
            </a:endParaRPr>
          </a:p>
        </p:txBody>
      </p:sp>
      <p:sp>
        <p:nvSpPr>
          <p:cNvPr id="33" name="文本框 32">
            <a:extLst>
              <a:ext uri="{FF2B5EF4-FFF2-40B4-BE49-F238E27FC236}">
                <a16:creationId xmlns:a16="http://schemas.microsoft.com/office/drawing/2014/main" id="{FE6AC5A3-4D6E-4E8F-9BDA-CB2C5D260A0C}"/>
              </a:ext>
            </a:extLst>
          </p:cNvPr>
          <p:cNvSpPr txBox="1"/>
          <p:nvPr/>
        </p:nvSpPr>
        <p:spPr>
          <a:xfrm>
            <a:off x="3256834" y="4876073"/>
            <a:ext cx="672092" cy="369332"/>
          </a:xfrm>
          <a:prstGeom prst="rect">
            <a:avLst/>
          </a:prstGeom>
          <a:noFill/>
        </p:spPr>
        <p:txBody>
          <a:bodyPr wrap="square" rtlCol="0">
            <a:spAutoFit/>
          </a:bodyPr>
          <a:lstStyle/>
          <a:p>
            <a:r>
              <a:rPr lang="zh-CN" altLang="en-US" b="1" dirty="0">
                <a:latin typeface="Arial Narrow" panose="020B0606020202030204" pitchFamily="34" charset="0"/>
              </a:rPr>
              <a:t>多播</a:t>
            </a:r>
          </a:p>
        </p:txBody>
      </p:sp>
      <p:sp>
        <p:nvSpPr>
          <p:cNvPr id="34" name="文本框 33">
            <a:extLst>
              <a:ext uri="{FF2B5EF4-FFF2-40B4-BE49-F238E27FC236}">
                <a16:creationId xmlns:a16="http://schemas.microsoft.com/office/drawing/2014/main" id="{770E522B-ACFF-4F69-996C-02CD9BD67D5A}"/>
              </a:ext>
            </a:extLst>
          </p:cNvPr>
          <p:cNvSpPr txBox="1"/>
          <p:nvPr/>
        </p:nvSpPr>
        <p:spPr>
          <a:xfrm>
            <a:off x="3256834" y="5972054"/>
            <a:ext cx="672092" cy="369332"/>
          </a:xfrm>
          <a:prstGeom prst="rect">
            <a:avLst/>
          </a:prstGeom>
          <a:noFill/>
        </p:spPr>
        <p:txBody>
          <a:bodyPr wrap="square" rtlCol="0">
            <a:spAutoFit/>
          </a:bodyPr>
          <a:lstStyle/>
          <a:p>
            <a:r>
              <a:rPr lang="zh-CN" altLang="en-US" b="1" dirty="0">
                <a:latin typeface="Arial Narrow" panose="020B0606020202030204" pitchFamily="34" charset="0"/>
              </a:rPr>
              <a:t>多播</a:t>
            </a:r>
          </a:p>
        </p:txBody>
      </p:sp>
      <p:sp>
        <p:nvSpPr>
          <p:cNvPr id="35" name="文本框 34">
            <a:extLst>
              <a:ext uri="{FF2B5EF4-FFF2-40B4-BE49-F238E27FC236}">
                <a16:creationId xmlns:a16="http://schemas.microsoft.com/office/drawing/2014/main" id="{C7092361-0158-4FC2-AB45-4A2D5641E2F1}"/>
              </a:ext>
            </a:extLst>
          </p:cNvPr>
          <p:cNvSpPr txBox="1"/>
          <p:nvPr/>
        </p:nvSpPr>
        <p:spPr>
          <a:xfrm>
            <a:off x="3928925" y="4329188"/>
            <a:ext cx="6116318" cy="369332"/>
          </a:xfrm>
          <a:prstGeom prst="rect">
            <a:avLst/>
          </a:prstGeom>
          <a:noFill/>
        </p:spPr>
        <p:txBody>
          <a:bodyPr wrap="square" rtlCol="0">
            <a:spAutoFit/>
          </a:bodyPr>
          <a:lstStyle/>
          <a:p>
            <a:r>
              <a:rPr lang="zh-CN" altLang="en-US" b="1" dirty="0">
                <a:latin typeface="Arial Narrow" panose="020B0606020202030204" pitchFamily="34" charset="0"/>
              </a:rPr>
              <a:t>（由厂商生产网络设备时固化在设备中）</a:t>
            </a:r>
          </a:p>
        </p:txBody>
      </p:sp>
      <p:sp>
        <p:nvSpPr>
          <p:cNvPr id="36" name="文本框 35">
            <a:extLst>
              <a:ext uri="{FF2B5EF4-FFF2-40B4-BE49-F238E27FC236}">
                <a16:creationId xmlns:a16="http://schemas.microsoft.com/office/drawing/2014/main" id="{D0E6D36E-BF58-427B-9D10-99331F9D0618}"/>
              </a:ext>
            </a:extLst>
          </p:cNvPr>
          <p:cNvSpPr txBox="1"/>
          <p:nvPr/>
        </p:nvSpPr>
        <p:spPr>
          <a:xfrm>
            <a:off x="3928925" y="5422958"/>
            <a:ext cx="6225424" cy="369332"/>
          </a:xfrm>
          <a:prstGeom prst="rect">
            <a:avLst/>
          </a:prstGeom>
          <a:noFill/>
        </p:spPr>
        <p:txBody>
          <a:bodyPr wrap="square" rtlCol="0">
            <a:spAutoFit/>
          </a:bodyPr>
          <a:lstStyle/>
          <a:p>
            <a:r>
              <a:rPr lang="zh-CN" altLang="en-US" b="1" dirty="0">
                <a:latin typeface="Arial Narrow" panose="020B0606020202030204" pitchFamily="34" charset="0"/>
              </a:rPr>
              <a:t>（由网络管理员分配，优先级高于网络接口的全球单播地址）</a:t>
            </a:r>
          </a:p>
        </p:txBody>
      </p:sp>
      <p:sp>
        <p:nvSpPr>
          <p:cNvPr id="37" name="文本框 36">
            <a:extLst>
              <a:ext uri="{FF2B5EF4-FFF2-40B4-BE49-F238E27FC236}">
                <a16:creationId xmlns:a16="http://schemas.microsoft.com/office/drawing/2014/main" id="{0A10DA69-4FA5-4DB4-AF65-D061AE2B1003}"/>
              </a:ext>
            </a:extLst>
          </p:cNvPr>
          <p:cNvSpPr txBox="1"/>
          <p:nvPr/>
        </p:nvSpPr>
        <p:spPr>
          <a:xfrm>
            <a:off x="3928925" y="4873862"/>
            <a:ext cx="6116318" cy="369332"/>
          </a:xfrm>
          <a:prstGeom prst="rect">
            <a:avLst/>
          </a:prstGeom>
          <a:noFill/>
        </p:spPr>
        <p:txBody>
          <a:bodyPr wrap="square" rtlCol="0">
            <a:spAutoFit/>
          </a:bodyPr>
          <a:lstStyle/>
          <a:p>
            <a:r>
              <a:rPr lang="zh-CN" altLang="en-US" b="1" dirty="0">
                <a:latin typeface="Arial Narrow" panose="020B0606020202030204" pitchFamily="34" charset="0"/>
              </a:rPr>
              <a:t>（交换机、路由器等标准网络设备所支持的多播地址）</a:t>
            </a:r>
          </a:p>
        </p:txBody>
      </p:sp>
      <p:sp>
        <p:nvSpPr>
          <p:cNvPr id="38" name="文本框 37">
            <a:extLst>
              <a:ext uri="{FF2B5EF4-FFF2-40B4-BE49-F238E27FC236}">
                <a16:creationId xmlns:a16="http://schemas.microsoft.com/office/drawing/2014/main" id="{738602B3-5544-46ED-948D-B8DE9CAA426F}"/>
              </a:ext>
            </a:extLst>
          </p:cNvPr>
          <p:cNvSpPr txBox="1"/>
          <p:nvPr/>
        </p:nvSpPr>
        <p:spPr>
          <a:xfrm>
            <a:off x="3928925" y="5968746"/>
            <a:ext cx="6116318" cy="369332"/>
          </a:xfrm>
          <a:prstGeom prst="rect">
            <a:avLst/>
          </a:prstGeom>
          <a:noFill/>
        </p:spPr>
        <p:txBody>
          <a:bodyPr wrap="square" rtlCol="0">
            <a:spAutoFit/>
          </a:bodyPr>
          <a:lstStyle/>
          <a:p>
            <a:r>
              <a:rPr lang="zh-CN" altLang="en-US" b="1" dirty="0">
                <a:latin typeface="Arial Narrow" panose="020B0606020202030204" pitchFamily="34" charset="0"/>
              </a:rPr>
              <a:t>（可由用户对网卡编程实现，以表明其属于哪些多播组）</a:t>
            </a:r>
          </a:p>
        </p:txBody>
      </p:sp>
      <p:sp>
        <p:nvSpPr>
          <p:cNvPr id="42" name="对话气泡: 圆角矩形 41">
            <a:extLst>
              <a:ext uri="{FF2B5EF4-FFF2-40B4-BE49-F238E27FC236}">
                <a16:creationId xmlns:a16="http://schemas.microsoft.com/office/drawing/2014/main" id="{E1469DA8-A89F-4FAA-BA49-0F90BDBDB62D}"/>
              </a:ext>
            </a:extLst>
          </p:cNvPr>
          <p:cNvSpPr/>
          <p:nvPr/>
        </p:nvSpPr>
        <p:spPr>
          <a:xfrm>
            <a:off x="6984089" y="2461008"/>
            <a:ext cx="4052679" cy="927342"/>
          </a:xfrm>
          <a:prstGeom prst="wedgeRoundRectCallout">
            <a:avLst>
              <a:gd name="adj1" fmla="val -127037"/>
              <a:gd name="adj2" fmla="val 348657"/>
              <a:gd name="adj3" fmla="val 16667"/>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nSpc>
                <a:spcPct val="150000"/>
              </a:lnSpc>
            </a:pPr>
            <a:r>
              <a:rPr lang="zh-CN" altLang="en-US" b="1" dirty="0">
                <a:latin typeface="Arial Narrow" panose="020B0606020202030204" pitchFamily="34" charset="0"/>
              </a:rPr>
              <a:t>剩余</a:t>
            </a:r>
            <a:r>
              <a:rPr lang="en-US" altLang="zh-CN" b="1" dirty="0">
                <a:latin typeface="Arial Narrow" panose="020B0606020202030204" pitchFamily="34" charset="0"/>
              </a:rPr>
              <a:t>46</a:t>
            </a:r>
            <a:r>
              <a:rPr lang="zh-CN" altLang="en-US" b="1" dirty="0">
                <a:latin typeface="Arial Narrow" panose="020B0606020202030204" pitchFamily="34" charset="0"/>
              </a:rPr>
              <a:t>比特为“全</a:t>
            </a:r>
            <a:r>
              <a:rPr lang="en-US" altLang="zh-CN" b="1" dirty="0">
                <a:latin typeface="Arial Narrow" panose="020B0606020202030204" pitchFamily="34" charset="0"/>
              </a:rPr>
              <a:t>1</a:t>
            </a:r>
            <a:r>
              <a:rPr lang="zh-CN" altLang="en-US" b="1" dirty="0">
                <a:latin typeface="Arial Narrow" panose="020B0606020202030204" pitchFamily="34" charset="0"/>
              </a:rPr>
              <a:t>”时，</a:t>
            </a:r>
            <a:endParaRPr lang="en-US" altLang="zh-CN" b="1" dirty="0">
              <a:latin typeface="Arial Narrow" panose="020B0606020202030204" pitchFamily="34" charset="0"/>
            </a:endParaRPr>
          </a:p>
          <a:p>
            <a:pPr>
              <a:lnSpc>
                <a:spcPct val="150000"/>
              </a:lnSpc>
            </a:pPr>
            <a:r>
              <a:rPr lang="zh-CN" altLang="en-US" b="1" dirty="0">
                <a:latin typeface="Arial Narrow" panose="020B0606020202030204" pitchFamily="34" charset="0"/>
              </a:rPr>
              <a:t>就是广播地址</a:t>
            </a:r>
            <a:r>
              <a:rPr lang="en-US" altLang="zh-CN" b="1" dirty="0">
                <a:latin typeface="Arial Narrow" panose="020B0606020202030204" pitchFamily="34" charset="0"/>
              </a:rPr>
              <a:t>FF-FF-FF-FF-FF-FF</a:t>
            </a:r>
            <a:endParaRPr lang="zh-CN" altLang="en-US" b="1" dirty="0">
              <a:latin typeface="Arial Narrow" panose="020B0606020202030204" pitchFamily="34" charset="0"/>
            </a:endParaRPr>
          </a:p>
        </p:txBody>
      </p:sp>
    </p:spTree>
    <p:custDataLst>
      <p:tags r:id="rId1"/>
    </p:custDataLst>
    <p:extLst>
      <p:ext uri="{BB962C8B-B14F-4D97-AF65-F5344CB8AC3E}">
        <p14:creationId xmlns:p14="http://schemas.microsoft.com/office/powerpoint/2010/main" val="3839560350"/>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 presetClass="entr" presetSubtype="0" fill="hold" grpId="0" nodeType="withEffect">
                                  <p:stCondLst>
                                    <p:cond delay="0"/>
                                  </p:stCondLst>
                                  <p:iterate type="lt">
                                    <p:tmAbs val="100"/>
                                  </p:iterate>
                                  <p:childTnLst>
                                    <p:set>
                                      <p:cBhvr>
                                        <p:cTn id="6" dur="1" fill="hold">
                                          <p:stCondLst>
                                            <p:cond delay="0"/>
                                          </p:stCondLst>
                                        </p:cTn>
                                        <p:tgtEl>
                                          <p:spTgt spid="36"/>
                                        </p:tgtEl>
                                        <p:attrNameLst>
                                          <p:attrName>style.visibility</p:attrName>
                                        </p:attrNameLst>
                                      </p:cBhvr>
                                      <p:to>
                                        <p:strVal val="visible"/>
                                      </p:to>
                                    </p:set>
                                  </p:childTnLst>
                                </p:cTn>
                              </p:par>
                            </p:childTnLst>
                          </p:cTn>
                        </p:par>
                      </p:childTnLst>
                    </p:cTn>
                  </p:par>
                  <p:par>
                    <p:cTn id="7" fill="hold">
                      <p:stCondLst>
                        <p:cond delay="indefinite"/>
                      </p:stCondLst>
                      <p:childTnLst>
                        <p:par>
                          <p:cTn id="8" fill="hold">
                            <p:stCondLst>
                              <p:cond delay="0"/>
                            </p:stCondLst>
                            <p:childTnLst>
                              <p:par>
                                <p:cTn id="9" presetID="1" presetClass="entr" presetSubtype="0" fill="hold" grpId="0" nodeType="clickEffect">
                                  <p:stCondLst>
                                    <p:cond delay="0"/>
                                  </p:stCondLst>
                                  <p:iterate type="lt">
                                    <p:tmAbs val="100"/>
                                  </p:iterate>
                                  <p:childTnLst>
                                    <p:set>
                                      <p:cBhvr>
                                        <p:cTn id="10" dur="1" fill="hold">
                                          <p:stCondLst>
                                            <p:cond delay="0"/>
                                          </p:stCondLst>
                                        </p:cTn>
                                        <p:tgtEl>
                                          <p:spTgt spid="38"/>
                                        </p:tgtEl>
                                        <p:attrNameLst>
                                          <p:attrName>style.visibility</p:attrName>
                                        </p:attrNameLst>
                                      </p:cBhvr>
                                      <p:to>
                                        <p:strVal val="visible"/>
                                      </p:to>
                                    </p:set>
                                  </p:childTnLst>
                                </p:cTn>
                              </p:par>
                            </p:childTnLst>
                          </p:cTn>
                        </p:par>
                      </p:childTnLst>
                    </p:cTn>
                  </p:par>
                  <p:par>
                    <p:cTn id="11" fill="hold">
                      <p:stCondLst>
                        <p:cond delay="indefinite"/>
                      </p:stCondLst>
                      <p:childTnLst>
                        <p:par>
                          <p:cTn id="12" fill="hold">
                            <p:stCondLst>
                              <p:cond delay="0"/>
                            </p:stCondLst>
                            <p:childTnLst>
                              <p:par>
                                <p:cTn id="13" presetID="2" presetClass="entr" presetSubtype="2" fill="hold" grpId="0" nodeType="clickEffect">
                                  <p:stCondLst>
                                    <p:cond delay="0"/>
                                  </p:stCondLst>
                                  <p:childTnLst>
                                    <p:set>
                                      <p:cBhvr>
                                        <p:cTn id="14" dur="1" fill="hold">
                                          <p:stCondLst>
                                            <p:cond delay="0"/>
                                          </p:stCondLst>
                                        </p:cTn>
                                        <p:tgtEl>
                                          <p:spTgt spid="42"/>
                                        </p:tgtEl>
                                        <p:attrNameLst>
                                          <p:attrName>style.visibility</p:attrName>
                                        </p:attrNameLst>
                                      </p:cBhvr>
                                      <p:to>
                                        <p:strVal val="visible"/>
                                      </p:to>
                                    </p:set>
                                    <p:anim calcmode="lin" valueType="num">
                                      <p:cBhvr additive="base">
                                        <p:cTn id="15" dur="500" fill="hold"/>
                                        <p:tgtEl>
                                          <p:spTgt spid="42"/>
                                        </p:tgtEl>
                                        <p:attrNameLst>
                                          <p:attrName>ppt_x</p:attrName>
                                        </p:attrNameLst>
                                      </p:cBhvr>
                                      <p:tavLst>
                                        <p:tav tm="0">
                                          <p:val>
                                            <p:strVal val="1+#ppt_w/2"/>
                                          </p:val>
                                        </p:tav>
                                        <p:tav tm="100000">
                                          <p:val>
                                            <p:strVal val="#ppt_x"/>
                                          </p:val>
                                        </p:tav>
                                      </p:tavLst>
                                    </p:anim>
                                    <p:anim calcmode="lin" valueType="num">
                                      <p:cBhvr additive="base">
                                        <p:cTn id="16" dur="500" fill="hold"/>
                                        <p:tgtEl>
                                          <p:spTgt spid="42"/>
                                        </p:tgtEl>
                                        <p:attrNameLst>
                                          <p:attrName>ppt_y</p:attrName>
                                        </p:attrNameLst>
                                      </p:cBhvr>
                                      <p:tavLst>
                                        <p:tav tm="0">
                                          <p:val>
                                            <p:strVal val="#ppt_y"/>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6" grpId="0"/>
      <p:bldP spid="38" grpId="0"/>
      <p:bldP spid="42" grpId="0" animBg="1"/>
    </p:bldLst>
  </p:timing>
</p:sld>
</file>

<file path=ppt/slides/slide27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8" name="表格 8">
            <a:extLst>
              <a:ext uri="{FF2B5EF4-FFF2-40B4-BE49-F238E27FC236}">
                <a16:creationId xmlns:a16="http://schemas.microsoft.com/office/drawing/2014/main" id="{CD520B47-EE80-4B67-9B6F-48162B23B33C}"/>
              </a:ext>
            </a:extLst>
          </p:cNvPr>
          <p:cNvGraphicFramePr>
            <a:graphicFrameLocks noGrp="1"/>
          </p:cNvGraphicFramePr>
          <p:nvPr/>
        </p:nvGraphicFramePr>
        <p:xfrm>
          <a:off x="1128933" y="1402699"/>
          <a:ext cx="9936690" cy="370840"/>
        </p:xfrm>
        <a:graphic>
          <a:graphicData uri="http://schemas.openxmlformats.org/drawingml/2006/table">
            <a:tbl>
              <a:tblPr firstRow="1" bandRow="1">
                <a:tableStyleId>{5C22544A-7EE6-4342-B048-85BDC9FD1C3A}</a:tableStyleId>
              </a:tblPr>
              <a:tblGrid>
                <a:gridCol w="2460693">
                  <a:extLst>
                    <a:ext uri="{9D8B030D-6E8A-4147-A177-3AD203B41FA5}">
                      <a16:colId xmlns:a16="http://schemas.microsoft.com/office/drawing/2014/main" val="2117429894"/>
                    </a:ext>
                  </a:extLst>
                </a:gridCol>
                <a:gridCol w="5019040">
                  <a:extLst>
                    <a:ext uri="{9D8B030D-6E8A-4147-A177-3AD203B41FA5}">
                      <a16:colId xmlns:a16="http://schemas.microsoft.com/office/drawing/2014/main" val="989804778"/>
                    </a:ext>
                  </a:extLst>
                </a:gridCol>
                <a:gridCol w="2456957">
                  <a:extLst>
                    <a:ext uri="{9D8B030D-6E8A-4147-A177-3AD203B41FA5}">
                      <a16:colId xmlns:a16="http://schemas.microsoft.com/office/drawing/2014/main" val="293011856"/>
                    </a:ext>
                  </a:extLst>
                </a:gridCol>
              </a:tblGrid>
              <a:tr h="370840">
                <a:tc>
                  <a:txBody>
                    <a:bodyPr/>
                    <a:lstStyle/>
                    <a:p>
                      <a:pPr algn="ctr"/>
                      <a:r>
                        <a:rPr lang="zh-CN" altLang="en-US" dirty="0">
                          <a:solidFill>
                            <a:schemeClr val="tx1"/>
                          </a:solidFill>
                          <a:latin typeface="Arial Narrow" panose="020B0606020202030204" pitchFamily="34" charset="0"/>
                          <a:ea typeface="+mn-ea"/>
                        </a:rPr>
                        <a:t>第</a:t>
                      </a:r>
                      <a:r>
                        <a:rPr lang="en-US" altLang="zh-CN" dirty="0">
                          <a:solidFill>
                            <a:schemeClr val="tx1"/>
                          </a:solidFill>
                          <a:latin typeface="Arial Narrow" panose="020B0606020202030204" pitchFamily="34" charset="0"/>
                          <a:ea typeface="+mn-ea"/>
                        </a:rPr>
                        <a:t>1</a:t>
                      </a:r>
                      <a:r>
                        <a:rPr lang="zh-CN" altLang="en-US" dirty="0">
                          <a:solidFill>
                            <a:schemeClr val="tx1"/>
                          </a:solidFill>
                          <a:latin typeface="Arial Narrow" panose="020B0606020202030204" pitchFamily="34" charset="0"/>
                          <a:ea typeface="+mn-ea"/>
                        </a:rPr>
                        <a:t>字节</a:t>
                      </a: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ctr"/>
                      <a:r>
                        <a:rPr lang="zh-CN" altLang="en-US" dirty="0">
                          <a:solidFill>
                            <a:schemeClr val="tx1"/>
                          </a:solidFill>
                          <a:latin typeface="Arial Narrow" panose="020B0606020202030204" pitchFamily="34" charset="0"/>
                          <a:ea typeface="+mn-ea"/>
                        </a:rPr>
                        <a:t>第</a:t>
                      </a:r>
                      <a:r>
                        <a:rPr lang="en-US" altLang="zh-CN" dirty="0">
                          <a:solidFill>
                            <a:schemeClr val="tx1"/>
                          </a:solidFill>
                          <a:latin typeface="Arial Narrow" panose="020B0606020202030204" pitchFamily="34" charset="0"/>
                          <a:ea typeface="+mn-ea"/>
                        </a:rPr>
                        <a:t>2~5</a:t>
                      </a:r>
                      <a:r>
                        <a:rPr lang="zh-CN" altLang="en-US" dirty="0">
                          <a:solidFill>
                            <a:schemeClr val="tx1"/>
                          </a:solidFill>
                          <a:latin typeface="Arial Narrow" panose="020B0606020202030204" pitchFamily="34" charset="0"/>
                          <a:ea typeface="+mn-ea"/>
                        </a:rPr>
                        <a:t>字节</a:t>
                      </a: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ctr"/>
                      <a:r>
                        <a:rPr lang="zh-CN" altLang="en-US" dirty="0">
                          <a:solidFill>
                            <a:schemeClr val="tx1"/>
                          </a:solidFill>
                          <a:latin typeface="Arial Narrow" panose="020B0606020202030204" pitchFamily="34" charset="0"/>
                          <a:ea typeface="+mn-ea"/>
                        </a:rPr>
                        <a:t>第</a:t>
                      </a:r>
                      <a:r>
                        <a:rPr lang="en-US" altLang="zh-CN" dirty="0">
                          <a:solidFill>
                            <a:schemeClr val="tx1"/>
                          </a:solidFill>
                          <a:latin typeface="Arial Narrow" panose="020B0606020202030204" pitchFamily="34" charset="0"/>
                          <a:ea typeface="+mn-ea"/>
                        </a:rPr>
                        <a:t>6</a:t>
                      </a:r>
                      <a:r>
                        <a:rPr lang="zh-CN" altLang="en-US" dirty="0">
                          <a:solidFill>
                            <a:schemeClr val="tx1"/>
                          </a:solidFill>
                          <a:latin typeface="Arial Narrow" panose="020B0606020202030204" pitchFamily="34" charset="0"/>
                          <a:ea typeface="+mn-ea"/>
                        </a:rPr>
                        <a:t>字节</a:t>
                      </a: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extLst>
                  <a:ext uri="{0D108BD9-81ED-4DB2-BD59-A6C34878D82A}">
                    <a16:rowId xmlns:a16="http://schemas.microsoft.com/office/drawing/2014/main" val="3761746479"/>
                  </a:ext>
                </a:extLst>
              </a:tr>
            </a:tbl>
          </a:graphicData>
        </a:graphic>
      </p:graphicFrame>
      <p:grpSp>
        <p:nvGrpSpPr>
          <p:cNvPr id="4" name="组合 3">
            <a:extLst>
              <a:ext uri="{FF2B5EF4-FFF2-40B4-BE49-F238E27FC236}">
                <a16:creationId xmlns:a16="http://schemas.microsoft.com/office/drawing/2014/main" id="{9A1EA9F2-FCB6-48C3-935F-7AE7E3AD14AC}"/>
              </a:ext>
            </a:extLst>
          </p:cNvPr>
          <p:cNvGrpSpPr/>
          <p:nvPr/>
        </p:nvGrpSpPr>
        <p:grpSpPr>
          <a:xfrm>
            <a:off x="304799" y="749300"/>
            <a:ext cx="6192345" cy="400110"/>
            <a:chOff x="424116" y="898245"/>
            <a:chExt cx="6192345" cy="400110"/>
          </a:xfrm>
        </p:grpSpPr>
        <p:sp>
          <p:nvSpPr>
            <p:cNvPr id="2" name="平行四边形 1">
              <a:extLst>
                <a:ext uri="{FF2B5EF4-FFF2-40B4-BE49-F238E27FC236}">
                  <a16:creationId xmlns:a16="http://schemas.microsoft.com/office/drawing/2014/main" id="{1F5BAA3F-9845-4F89-A2DD-8222D3E4EDAC}"/>
                </a:ext>
              </a:extLst>
            </p:cNvPr>
            <p:cNvSpPr/>
            <p:nvPr/>
          </p:nvSpPr>
          <p:spPr>
            <a:xfrm>
              <a:off x="424116" y="898245"/>
              <a:ext cx="695119" cy="387090"/>
            </a:xfrm>
            <a:prstGeom prst="parallelogram">
              <a:avLst/>
            </a:prstGeom>
            <a:solidFill>
              <a:schemeClr val="accent3">
                <a:lumMod val="75000"/>
              </a:schemeClr>
            </a:solidFill>
            <a:ln>
              <a:solidFill>
                <a:schemeClr val="accent3">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CN" sz="2200" dirty="0">
                  <a:latin typeface="Impact" panose="020B0806030902050204" pitchFamily="34" charset="0"/>
                </a:rPr>
                <a:t>02</a:t>
              </a:r>
              <a:endParaRPr lang="zh-CN" altLang="en-US" sz="2200" dirty="0">
                <a:latin typeface="Impact" panose="020B0806030902050204" pitchFamily="34" charset="0"/>
              </a:endParaRPr>
            </a:p>
          </p:txBody>
        </p:sp>
        <p:sp>
          <p:nvSpPr>
            <p:cNvPr id="3" name="文本框 2">
              <a:extLst>
                <a:ext uri="{FF2B5EF4-FFF2-40B4-BE49-F238E27FC236}">
                  <a16:creationId xmlns:a16="http://schemas.microsoft.com/office/drawing/2014/main" id="{4D6BD736-A4D3-4F26-AFED-36E11F50F70B}"/>
                </a:ext>
              </a:extLst>
            </p:cNvPr>
            <p:cNvSpPr txBox="1"/>
            <p:nvPr/>
          </p:nvSpPr>
          <p:spPr>
            <a:xfrm>
              <a:off x="1119235" y="898245"/>
              <a:ext cx="5497226" cy="400110"/>
            </a:xfrm>
            <a:prstGeom prst="rect">
              <a:avLst/>
            </a:prstGeom>
            <a:noFill/>
          </p:spPr>
          <p:txBody>
            <a:bodyPr wrap="square" rtlCol="0">
              <a:spAutoFit/>
            </a:bodyPr>
            <a:lstStyle/>
            <a:p>
              <a:r>
                <a:rPr lang="en-US" altLang="zh-CN" sz="2000" b="1" dirty="0"/>
                <a:t>MAC</a:t>
              </a:r>
              <a:r>
                <a:rPr lang="zh-CN" altLang="en-US" sz="2000" b="1" dirty="0"/>
                <a:t>地址</a:t>
              </a:r>
            </a:p>
          </p:txBody>
        </p:sp>
      </p:grpSp>
      <p:sp>
        <p:nvSpPr>
          <p:cNvPr id="48" name="íşlïḍè">
            <a:extLst>
              <a:ext uri="{FF2B5EF4-FFF2-40B4-BE49-F238E27FC236}">
                <a16:creationId xmlns:a16="http://schemas.microsoft.com/office/drawing/2014/main" id="{3A8ED235-C46A-40A6-B687-AE21B4C08B05}"/>
              </a:ext>
            </a:extLst>
          </p:cNvPr>
          <p:cNvSpPr txBox="1"/>
          <p:nvPr/>
        </p:nvSpPr>
        <p:spPr>
          <a:xfrm>
            <a:off x="4470616" y="984954"/>
            <a:ext cx="3263923" cy="400110"/>
          </a:xfrm>
          <a:prstGeom prst="rect">
            <a:avLst/>
          </a:prstGeom>
          <a:noFill/>
        </p:spPr>
        <p:txBody>
          <a:bodyPr wrap="square" lIns="91440" tIns="45720" rIns="91440" bIns="45720" anchor="ctr">
            <a:noAutofit/>
          </a:bodyPr>
          <a:lstStyle/>
          <a:p>
            <a:pPr algn="ctr"/>
            <a:r>
              <a:rPr lang="en-US" altLang="zh-CN" b="1" dirty="0">
                <a:solidFill>
                  <a:schemeClr val="accent3">
                    <a:lumMod val="75000"/>
                  </a:schemeClr>
                </a:solidFill>
                <a:latin typeface="Arial Narrow" panose="020B0606020202030204" pitchFamily="34" charset="0"/>
              </a:rPr>
              <a:t>IEEE 802</a:t>
            </a:r>
            <a:r>
              <a:rPr lang="zh-CN" altLang="en-US" b="1" dirty="0">
                <a:solidFill>
                  <a:schemeClr val="accent3">
                    <a:lumMod val="75000"/>
                  </a:schemeClr>
                </a:solidFill>
                <a:latin typeface="Arial Narrow" panose="020B0606020202030204" pitchFamily="34" charset="0"/>
              </a:rPr>
              <a:t>局域网的</a:t>
            </a:r>
            <a:r>
              <a:rPr lang="en-US" altLang="zh-CN" b="1" dirty="0">
                <a:solidFill>
                  <a:schemeClr val="accent3">
                    <a:lumMod val="75000"/>
                  </a:schemeClr>
                </a:solidFill>
                <a:latin typeface="Arial Narrow" panose="020B0606020202030204" pitchFamily="34" charset="0"/>
              </a:rPr>
              <a:t>MAC</a:t>
            </a:r>
            <a:r>
              <a:rPr lang="zh-CN" altLang="en-US" b="1" dirty="0">
                <a:solidFill>
                  <a:schemeClr val="accent3">
                    <a:lumMod val="75000"/>
                  </a:schemeClr>
                </a:solidFill>
                <a:latin typeface="Arial Narrow" panose="020B0606020202030204" pitchFamily="34" charset="0"/>
              </a:rPr>
              <a:t>地址格式</a:t>
            </a:r>
          </a:p>
        </p:txBody>
      </p:sp>
      <p:graphicFrame>
        <p:nvGraphicFramePr>
          <p:cNvPr id="6" name="表格 6">
            <a:extLst>
              <a:ext uri="{FF2B5EF4-FFF2-40B4-BE49-F238E27FC236}">
                <a16:creationId xmlns:a16="http://schemas.microsoft.com/office/drawing/2014/main" id="{1A48AF6F-3A40-41AE-8302-66596AA26EC7}"/>
              </a:ext>
            </a:extLst>
          </p:cNvPr>
          <p:cNvGraphicFramePr>
            <a:graphicFrameLocks noGrp="1"/>
          </p:cNvGraphicFramePr>
          <p:nvPr/>
        </p:nvGraphicFramePr>
        <p:xfrm>
          <a:off x="1128933" y="1773539"/>
          <a:ext cx="9936688" cy="370840"/>
        </p:xfrm>
        <a:graphic>
          <a:graphicData uri="http://schemas.openxmlformats.org/drawingml/2006/table">
            <a:tbl>
              <a:tblPr firstRow="1" bandRow="1">
                <a:tableStyleId>{5C22544A-7EE6-4342-B048-85BDC9FD1C3A}</a:tableStyleId>
              </a:tblPr>
              <a:tblGrid>
                <a:gridCol w="307365">
                  <a:extLst>
                    <a:ext uri="{9D8B030D-6E8A-4147-A177-3AD203B41FA5}">
                      <a16:colId xmlns:a16="http://schemas.microsoft.com/office/drawing/2014/main" val="3978522098"/>
                    </a:ext>
                  </a:extLst>
                </a:gridCol>
                <a:gridCol w="307365">
                  <a:extLst>
                    <a:ext uri="{9D8B030D-6E8A-4147-A177-3AD203B41FA5}">
                      <a16:colId xmlns:a16="http://schemas.microsoft.com/office/drawing/2014/main" val="849717532"/>
                    </a:ext>
                  </a:extLst>
                </a:gridCol>
                <a:gridCol w="307365">
                  <a:extLst>
                    <a:ext uri="{9D8B030D-6E8A-4147-A177-3AD203B41FA5}">
                      <a16:colId xmlns:a16="http://schemas.microsoft.com/office/drawing/2014/main" val="2142942144"/>
                    </a:ext>
                  </a:extLst>
                </a:gridCol>
                <a:gridCol w="307365">
                  <a:extLst>
                    <a:ext uri="{9D8B030D-6E8A-4147-A177-3AD203B41FA5}">
                      <a16:colId xmlns:a16="http://schemas.microsoft.com/office/drawing/2014/main" val="874826259"/>
                    </a:ext>
                  </a:extLst>
                </a:gridCol>
                <a:gridCol w="307365">
                  <a:extLst>
                    <a:ext uri="{9D8B030D-6E8A-4147-A177-3AD203B41FA5}">
                      <a16:colId xmlns:a16="http://schemas.microsoft.com/office/drawing/2014/main" val="2199175047"/>
                    </a:ext>
                  </a:extLst>
                </a:gridCol>
                <a:gridCol w="307365">
                  <a:extLst>
                    <a:ext uri="{9D8B030D-6E8A-4147-A177-3AD203B41FA5}">
                      <a16:colId xmlns:a16="http://schemas.microsoft.com/office/drawing/2014/main" val="4096098212"/>
                    </a:ext>
                  </a:extLst>
                </a:gridCol>
                <a:gridCol w="307365">
                  <a:extLst>
                    <a:ext uri="{9D8B030D-6E8A-4147-A177-3AD203B41FA5}">
                      <a16:colId xmlns:a16="http://schemas.microsoft.com/office/drawing/2014/main" val="3161922733"/>
                    </a:ext>
                  </a:extLst>
                </a:gridCol>
                <a:gridCol w="307365">
                  <a:extLst>
                    <a:ext uri="{9D8B030D-6E8A-4147-A177-3AD203B41FA5}">
                      <a16:colId xmlns:a16="http://schemas.microsoft.com/office/drawing/2014/main" val="1896170140"/>
                    </a:ext>
                  </a:extLst>
                </a:gridCol>
                <a:gridCol w="5019040">
                  <a:extLst>
                    <a:ext uri="{9D8B030D-6E8A-4147-A177-3AD203B41FA5}">
                      <a16:colId xmlns:a16="http://schemas.microsoft.com/office/drawing/2014/main" val="1832502197"/>
                    </a:ext>
                  </a:extLst>
                </a:gridCol>
                <a:gridCol w="307341">
                  <a:extLst>
                    <a:ext uri="{9D8B030D-6E8A-4147-A177-3AD203B41FA5}">
                      <a16:colId xmlns:a16="http://schemas.microsoft.com/office/drawing/2014/main" val="3285941259"/>
                    </a:ext>
                  </a:extLst>
                </a:gridCol>
                <a:gridCol w="307341">
                  <a:extLst>
                    <a:ext uri="{9D8B030D-6E8A-4147-A177-3AD203B41FA5}">
                      <a16:colId xmlns:a16="http://schemas.microsoft.com/office/drawing/2014/main" val="1296972243"/>
                    </a:ext>
                  </a:extLst>
                </a:gridCol>
                <a:gridCol w="307341">
                  <a:extLst>
                    <a:ext uri="{9D8B030D-6E8A-4147-A177-3AD203B41FA5}">
                      <a16:colId xmlns:a16="http://schemas.microsoft.com/office/drawing/2014/main" val="4187490853"/>
                    </a:ext>
                  </a:extLst>
                </a:gridCol>
                <a:gridCol w="307341">
                  <a:extLst>
                    <a:ext uri="{9D8B030D-6E8A-4147-A177-3AD203B41FA5}">
                      <a16:colId xmlns:a16="http://schemas.microsoft.com/office/drawing/2014/main" val="837431734"/>
                    </a:ext>
                  </a:extLst>
                </a:gridCol>
                <a:gridCol w="307341">
                  <a:extLst>
                    <a:ext uri="{9D8B030D-6E8A-4147-A177-3AD203B41FA5}">
                      <a16:colId xmlns:a16="http://schemas.microsoft.com/office/drawing/2014/main" val="880851581"/>
                    </a:ext>
                  </a:extLst>
                </a:gridCol>
                <a:gridCol w="307341">
                  <a:extLst>
                    <a:ext uri="{9D8B030D-6E8A-4147-A177-3AD203B41FA5}">
                      <a16:colId xmlns:a16="http://schemas.microsoft.com/office/drawing/2014/main" val="2388368653"/>
                    </a:ext>
                  </a:extLst>
                </a:gridCol>
                <a:gridCol w="307341">
                  <a:extLst>
                    <a:ext uri="{9D8B030D-6E8A-4147-A177-3AD203B41FA5}">
                      <a16:colId xmlns:a16="http://schemas.microsoft.com/office/drawing/2014/main" val="239311804"/>
                    </a:ext>
                  </a:extLst>
                </a:gridCol>
                <a:gridCol w="307341">
                  <a:extLst>
                    <a:ext uri="{9D8B030D-6E8A-4147-A177-3AD203B41FA5}">
                      <a16:colId xmlns:a16="http://schemas.microsoft.com/office/drawing/2014/main" val="450227044"/>
                    </a:ext>
                  </a:extLst>
                </a:gridCol>
              </a:tblGrid>
              <a:tr h="370840">
                <a:tc>
                  <a:txBody>
                    <a:bodyPr/>
                    <a:lstStyle/>
                    <a:p>
                      <a:pPr algn="ctr"/>
                      <a:r>
                        <a:rPr lang="en-US" altLang="zh-CN" dirty="0">
                          <a:solidFill>
                            <a:schemeClr val="tx1"/>
                          </a:solidFill>
                          <a:latin typeface="+mn-lt"/>
                        </a:rPr>
                        <a:t>b7</a:t>
                      </a:r>
                      <a:endParaRPr lang="zh-CN" altLang="en-US" dirty="0">
                        <a:solidFill>
                          <a:schemeClr val="tx1"/>
                        </a:solidFill>
                        <a:latin typeface="+mn-lt"/>
                      </a:endParaRPr>
                    </a:p>
                  </a:txBody>
                  <a:tcPr marL="36000" marR="3600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ctr"/>
                      <a:r>
                        <a:rPr lang="en-US" altLang="zh-CN" dirty="0">
                          <a:solidFill>
                            <a:schemeClr val="tx1"/>
                          </a:solidFill>
                          <a:latin typeface="+mn-lt"/>
                        </a:rPr>
                        <a:t>b6</a:t>
                      </a:r>
                      <a:endParaRPr lang="zh-CN" altLang="en-US" dirty="0">
                        <a:solidFill>
                          <a:schemeClr val="tx1"/>
                        </a:solidFill>
                        <a:latin typeface="+mn-lt"/>
                      </a:endParaRPr>
                    </a:p>
                  </a:txBody>
                  <a:tcPr marL="36000" marR="3600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ctr"/>
                      <a:r>
                        <a:rPr lang="en-US" altLang="zh-CN" dirty="0">
                          <a:solidFill>
                            <a:schemeClr val="tx1"/>
                          </a:solidFill>
                          <a:latin typeface="+mn-lt"/>
                        </a:rPr>
                        <a:t>b5</a:t>
                      </a:r>
                      <a:endParaRPr lang="zh-CN" altLang="en-US" dirty="0">
                        <a:solidFill>
                          <a:schemeClr val="tx1"/>
                        </a:solidFill>
                        <a:latin typeface="+mn-lt"/>
                      </a:endParaRPr>
                    </a:p>
                  </a:txBody>
                  <a:tcPr marL="36000" marR="3600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ctr"/>
                      <a:r>
                        <a:rPr lang="en-US" altLang="zh-CN" dirty="0">
                          <a:solidFill>
                            <a:schemeClr val="tx1"/>
                          </a:solidFill>
                          <a:latin typeface="+mn-lt"/>
                        </a:rPr>
                        <a:t>b4</a:t>
                      </a:r>
                      <a:endParaRPr lang="zh-CN" altLang="en-US" dirty="0">
                        <a:solidFill>
                          <a:schemeClr val="tx1"/>
                        </a:solidFill>
                        <a:latin typeface="+mn-lt"/>
                      </a:endParaRPr>
                    </a:p>
                  </a:txBody>
                  <a:tcPr marL="36000" marR="3600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ctr"/>
                      <a:r>
                        <a:rPr lang="en-US" altLang="zh-CN" dirty="0">
                          <a:solidFill>
                            <a:schemeClr val="tx1"/>
                          </a:solidFill>
                          <a:latin typeface="+mn-lt"/>
                        </a:rPr>
                        <a:t>b3</a:t>
                      </a:r>
                      <a:endParaRPr lang="zh-CN" altLang="en-US" dirty="0">
                        <a:solidFill>
                          <a:schemeClr val="tx1"/>
                        </a:solidFill>
                        <a:latin typeface="+mn-lt"/>
                      </a:endParaRPr>
                    </a:p>
                  </a:txBody>
                  <a:tcPr marL="36000" marR="3600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ctr"/>
                      <a:r>
                        <a:rPr lang="en-US" altLang="zh-CN" dirty="0">
                          <a:solidFill>
                            <a:schemeClr val="tx1"/>
                          </a:solidFill>
                          <a:latin typeface="+mn-lt"/>
                        </a:rPr>
                        <a:t>b2</a:t>
                      </a:r>
                      <a:endParaRPr lang="zh-CN" altLang="en-US" dirty="0">
                        <a:solidFill>
                          <a:schemeClr val="tx1"/>
                        </a:solidFill>
                        <a:latin typeface="+mn-lt"/>
                      </a:endParaRPr>
                    </a:p>
                  </a:txBody>
                  <a:tcPr marL="36000" marR="3600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ctr"/>
                      <a:r>
                        <a:rPr lang="en-US" altLang="zh-CN" dirty="0">
                          <a:solidFill>
                            <a:schemeClr val="bg1"/>
                          </a:solidFill>
                          <a:latin typeface="+mn-lt"/>
                        </a:rPr>
                        <a:t>b1</a:t>
                      </a:r>
                      <a:endParaRPr lang="zh-CN" altLang="en-US" dirty="0">
                        <a:solidFill>
                          <a:schemeClr val="bg1"/>
                        </a:solidFill>
                        <a:latin typeface="+mn-lt"/>
                      </a:endParaRPr>
                    </a:p>
                  </a:txBody>
                  <a:tcPr marL="36000" marR="3600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accent3"/>
                    </a:solidFill>
                  </a:tcPr>
                </a:tc>
                <a:tc>
                  <a:txBody>
                    <a:bodyPr/>
                    <a:lstStyle/>
                    <a:p>
                      <a:pPr algn="ctr"/>
                      <a:r>
                        <a:rPr lang="en-US" altLang="zh-CN" dirty="0">
                          <a:solidFill>
                            <a:schemeClr val="bg1"/>
                          </a:solidFill>
                          <a:latin typeface="+mn-lt"/>
                        </a:rPr>
                        <a:t>b0</a:t>
                      </a:r>
                      <a:endParaRPr lang="zh-CN" altLang="en-US" dirty="0">
                        <a:solidFill>
                          <a:schemeClr val="bg1"/>
                        </a:solidFill>
                        <a:latin typeface="+mn-lt"/>
                      </a:endParaRPr>
                    </a:p>
                  </a:txBody>
                  <a:tcPr marL="36000" marR="3600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accent4"/>
                    </a:solidFill>
                  </a:tcPr>
                </a:tc>
                <a:tc>
                  <a:txBody>
                    <a:bodyPr/>
                    <a:lstStyle/>
                    <a:p>
                      <a:pPr algn="ctr"/>
                      <a:r>
                        <a:rPr lang="en-US" altLang="zh-CN" dirty="0">
                          <a:solidFill>
                            <a:schemeClr val="tx1"/>
                          </a:solidFill>
                          <a:latin typeface="新宋体" panose="02010609030101010101" pitchFamily="49" charset="-122"/>
                          <a:ea typeface="新宋体" panose="02010609030101010101" pitchFamily="49" charset="-122"/>
                          <a:cs typeface="Times New Roman" panose="02020603050405020304" pitchFamily="18" charset="0"/>
                        </a:rPr>
                        <a:t>……</a:t>
                      </a:r>
                      <a:endParaRPr lang="zh-CN" altLang="en-US" dirty="0">
                        <a:solidFill>
                          <a:schemeClr val="tx1"/>
                        </a:solidFill>
                        <a:latin typeface="新宋体" panose="02010609030101010101" pitchFamily="49" charset="-122"/>
                        <a:ea typeface="新宋体" panose="02010609030101010101" pitchFamily="49" charset="-122"/>
                        <a:cs typeface="Times New Roman" panose="02020603050405020304" pitchFamily="18" charset="0"/>
                      </a:endParaRPr>
                    </a:p>
                  </a:txBody>
                  <a:tcPr marL="36000" marR="3600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ctr"/>
                      <a:r>
                        <a:rPr lang="en-US" altLang="zh-CN" dirty="0">
                          <a:solidFill>
                            <a:schemeClr val="tx1"/>
                          </a:solidFill>
                          <a:latin typeface="+mn-lt"/>
                        </a:rPr>
                        <a:t>b7</a:t>
                      </a:r>
                      <a:endParaRPr lang="zh-CN" altLang="en-US" dirty="0">
                        <a:solidFill>
                          <a:schemeClr val="tx1"/>
                        </a:solidFill>
                        <a:latin typeface="+mn-lt"/>
                      </a:endParaRPr>
                    </a:p>
                  </a:txBody>
                  <a:tcPr marL="36000" marR="3600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ctr"/>
                      <a:r>
                        <a:rPr lang="en-US" altLang="zh-CN" dirty="0">
                          <a:solidFill>
                            <a:schemeClr val="tx1"/>
                          </a:solidFill>
                          <a:latin typeface="+mn-lt"/>
                        </a:rPr>
                        <a:t>b6</a:t>
                      </a:r>
                      <a:endParaRPr lang="zh-CN" altLang="en-US" dirty="0">
                        <a:solidFill>
                          <a:schemeClr val="tx1"/>
                        </a:solidFill>
                        <a:latin typeface="+mn-lt"/>
                      </a:endParaRPr>
                    </a:p>
                  </a:txBody>
                  <a:tcPr marL="36000" marR="3600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ctr"/>
                      <a:r>
                        <a:rPr lang="en-US" altLang="zh-CN" dirty="0">
                          <a:solidFill>
                            <a:schemeClr val="tx1"/>
                          </a:solidFill>
                          <a:latin typeface="+mn-lt"/>
                        </a:rPr>
                        <a:t>b5</a:t>
                      </a:r>
                      <a:endParaRPr lang="zh-CN" altLang="en-US" dirty="0">
                        <a:solidFill>
                          <a:schemeClr val="tx1"/>
                        </a:solidFill>
                        <a:latin typeface="+mn-lt"/>
                      </a:endParaRPr>
                    </a:p>
                  </a:txBody>
                  <a:tcPr marL="36000" marR="3600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ctr"/>
                      <a:r>
                        <a:rPr lang="en-US" altLang="zh-CN" dirty="0">
                          <a:solidFill>
                            <a:schemeClr val="tx1"/>
                          </a:solidFill>
                          <a:latin typeface="+mn-lt"/>
                        </a:rPr>
                        <a:t>b4</a:t>
                      </a:r>
                      <a:endParaRPr lang="zh-CN" altLang="en-US" dirty="0">
                        <a:solidFill>
                          <a:schemeClr val="tx1"/>
                        </a:solidFill>
                        <a:latin typeface="+mn-lt"/>
                      </a:endParaRPr>
                    </a:p>
                  </a:txBody>
                  <a:tcPr marL="36000" marR="3600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ctr"/>
                      <a:r>
                        <a:rPr lang="en-US" altLang="zh-CN" dirty="0">
                          <a:solidFill>
                            <a:schemeClr val="tx1"/>
                          </a:solidFill>
                          <a:latin typeface="+mn-lt"/>
                        </a:rPr>
                        <a:t>b3</a:t>
                      </a:r>
                      <a:endParaRPr lang="zh-CN" altLang="en-US" dirty="0">
                        <a:solidFill>
                          <a:schemeClr val="tx1"/>
                        </a:solidFill>
                        <a:latin typeface="+mn-lt"/>
                      </a:endParaRPr>
                    </a:p>
                  </a:txBody>
                  <a:tcPr marL="36000" marR="3600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ctr"/>
                      <a:r>
                        <a:rPr lang="en-US" altLang="zh-CN" dirty="0">
                          <a:solidFill>
                            <a:schemeClr val="tx1"/>
                          </a:solidFill>
                          <a:latin typeface="+mn-lt"/>
                        </a:rPr>
                        <a:t>b2</a:t>
                      </a:r>
                      <a:endParaRPr lang="zh-CN" altLang="en-US" dirty="0">
                        <a:solidFill>
                          <a:schemeClr val="tx1"/>
                        </a:solidFill>
                        <a:latin typeface="+mn-lt"/>
                      </a:endParaRPr>
                    </a:p>
                  </a:txBody>
                  <a:tcPr marL="36000" marR="3600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ctr"/>
                      <a:r>
                        <a:rPr lang="en-US" altLang="zh-CN" dirty="0">
                          <a:solidFill>
                            <a:schemeClr val="tx1"/>
                          </a:solidFill>
                          <a:latin typeface="+mn-lt"/>
                        </a:rPr>
                        <a:t>b1</a:t>
                      </a:r>
                      <a:endParaRPr lang="zh-CN" altLang="en-US" dirty="0">
                        <a:solidFill>
                          <a:schemeClr val="tx1"/>
                        </a:solidFill>
                        <a:latin typeface="+mn-lt"/>
                      </a:endParaRPr>
                    </a:p>
                  </a:txBody>
                  <a:tcPr marL="36000" marR="3600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ctr"/>
                      <a:r>
                        <a:rPr lang="en-US" altLang="zh-CN" dirty="0">
                          <a:solidFill>
                            <a:schemeClr val="tx1"/>
                          </a:solidFill>
                          <a:latin typeface="+mn-lt"/>
                        </a:rPr>
                        <a:t>b0</a:t>
                      </a:r>
                      <a:endParaRPr lang="zh-CN" altLang="en-US" dirty="0">
                        <a:solidFill>
                          <a:schemeClr val="tx1"/>
                        </a:solidFill>
                        <a:latin typeface="+mn-lt"/>
                      </a:endParaRPr>
                    </a:p>
                  </a:txBody>
                  <a:tcPr marL="36000" marR="3600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extLst>
                  <a:ext uri="{0D108BD9-81ED-4DB2-BD59-A6C34878D82A}">
                    <a16:rowId xmlns:a16="http://schemas.microsoft.com/office/drawing/2014/main" val="2539908259"/>
                  </a:ext>
                </a:extLst>
              </a:tr>
            </a:tbl>
          </a:graphicData>
        </a:graphic>
      </p:graphicFrame>
      <p:sp>
        <p:nvSpPr>
          <p:cNvPr id="9" name="文本框 8">
            <a:extLst>
              <a:ext uri="{FF2B5EF4-FFF2-40B4-BE49-F238E27FC236}">
                <a16:creationId xmlns:a16="http://schemas.microsoft.com/office/drawing/2014/main" id="{ED5B615E-979F-4A0A-97F7-414E3E081955}"/>
              </a:ext>
            </a:extLst>
          </p:cNvPr>
          <p:cNvSpPr txBox="1"/>
          <p:nvPr/>
        </p:nvSpPr>
        <p:spPr>
          <a:xfrm>
            <a:off x="3872498" y="2647340"/>
            <a:ext cx="2534885" cy="369332"/>
          </a:xfrm>
          <a:prstGeom prst="rect">
            <a:avLst/>
          </a:prstGeom>
          <a:noFill/>
        </p:spPr>
        <p:txBody>
          <a:bodyPr wrap="square" rtlCol="0">
            <a:spAutoFit/>
          </a:bodyPr>
          <a:lstStyle/>
          <a:p>
            <a:r>
              <a:rPr lang="en-US" altLang="zh-CN" b="1" dirty="0">
                <a:solidFill>
                  <a:schemeClr val="accent4"/>
                </a:solidFill>
                <a:latin typeface="Arial Narrow" panose="020B0606020202030204" pitchFamily="34" charset="0"/>
              </a:rPr>
              <a:t>I</a:t>
            </a:r>
            <a:r>
              <a:rPr lang="en-US" altLang="zh-CN" b="1" dirty="0">
                <a:latin typeface="Arial Narrow" panose="020B0606020202030204" pitchFamily="34" charset="0"/>
              </a:rPr>
              <a:t>/</a:t>
            </a:r>
            <a:r>
              <a:rPr lang="en-US" altLang="zh-CN" b="1" dirty="0">
                <a:solidFill>
                  <a:schemeClr val="accent4"/>
                </a:solidFill>
                <a:latin typeface="Arial Narrow" panose="020B0606020202030204" pitchFamily="34" charset="0"/>
              </a:rPr>
              <a:t>G </a:t>
            </a:r>
            <a:r>
              <a:rPr lang="en-US" altLang="zh-CN" b="1" dirty="0">
                <a:latin typeface="Arial Narrow" panose="020B0606020202030204" pitchFamily="34" charset="0"/>
              </a:rPr>
              <a:t>=0</a:t>
            </a:r>
            <a:r>
              <a:rPr lang="zh-CN" altLang="en-US" b="1" dirty="0">
                <a:latin typeface="Arial Narrow" panose="020B0606020202030204" pitchFamily="34" charset="0"/>
              </a:rPr>
              <a:t>：单播地址</a:t>
            </a:r>
          </a:p>
        </p:txBody>
      </p:sp>
      <p:sp>
        <p:nvSpPr>
          <p:cNvPr id="10" name="文本框 9">
            <a:extLst>
              <a:ext uri="{FF2B5EF4-FFF2-40B4-BE49-F238E27FC236}">
                <a16:creationId xmlns:a16="http://schemas.microsoft.com/office/drawing/2014/main" id="{A94A4805-EE00-4E20-8A3D-CFBEC41F2281}"/>
              </a:ext>
            </a:extLst>
          </p:cNvPr>
          <p:cNvSpPr txBox="1"/>
          <p:nvPr/>
        </p:nvSpPr>
        <p:spPr>
          <a:xfrm>
            <a:off x="3872498" y="2994823"/>
            <a:ext cx="1934058" cy="369332"/>
          </a:xfrm>
          <a:prstGeom prst="rect">
            <a:avLst/>
          </a:prstGeom>
          <a:noFill/>
        </p:spPr>
        <p:txBody>
          <a:bodyPr wrap="square" rtlCol="0">
            <a:spAutoFit/>
          </a:bodyPr>
          <a:lstStyle/>
          <a:p>
            <a:r>
              <a:rPr lang="en-US" altLang="zh-CN" b="1" dirty="0">
                <a:solidFill>
                  <a:schemeClr val="accent4"/>
                </a:solidFill>
                <a:latin typeface="Arial Narrow" panose="020B0606020202030204" pitchFamily="34" charset="0"/>
              </a:rPr>
              <a:t>I</a:t>
            </a:r>
            <a:r>
              <a:rPr lang="en-US" altLang="zh-CN" b="1" dirty="0">
                <a:latin typeface="Arial Narrow" panose="020B0606020202030204" pitchFamily="34" charset="0"/>
              </a:rPr>
              <a:t>/</a:t>
            </a:r>
            <a:r>
              <a:rPr lang="en-US" altLang="zh-CN" b="1" dirty="0">
                <a:solidFill>
                  <a:schemeClr val="accent4"/>
                </a:solidFill>
                <a:latin typeface="Arial Narrow" panose="020B0606020202030204" pitchFamily="34" charset="0"/>
              </a:rPr>
              <a:t>G </a:t>
            </a:r>
            <a:r>
              <a:rPr lang="en-US" altLang="zh-CN" b="1" dirty="0">
                <a:latin typeface="Arial Narrow" panose="020B0606020202030204" pitchFamily="34" charset="0"/>
              </a:rPr>
              <a:t>=1</a:t>
            </a:r>
            <a:r>
              <a:rPr lang="zh-CN" altLang="en-US" b="1" dirty="0">
                <a:latin typeface="Arial Narrow" panose="020B0606020202030204" pitchFamily="34" charset="0"/>
              </a:rPr>
              <a:t>：多播地址</a:t>
            </a:r>
          </a:p>
        </p:txBody>
      </p:sp>
      <p:sp>
        <p:nvSpPr>
          <p:cNvPr id="13" name="文本框 12">
            <a:extLst>
              <a:ext uri="{FF2B5EF4-FFF2-40B4-BE49-F238E27FC236}">
                <a16:creationId xmlns:a16="http://schemas.microsoft.com/office/drawing/2014/main" id="{842A3E8D-6EB4-4BD7-A61C-1FA35540E0E9}"/>
              </a:ext>
            </a:extLst>
          </p:cNvPr>
          <p:cNvSpPr txBox="1"/>
          <p:nvPr/>
        </p:nvSpPr>
        <p:spPr>
          <a:xfrm>
            <a:off x="774063" y="2647340"/>
            <a:ext cx="1987780" cy="369332"/>
          </a:xfrm>
          <a:prstGeom prst="rect">
            <a:avLst/>
          </a:prstGeom>
          <a:noFill/>
        </p:spPr>
        <p:txBody>
          <a:bodyPr wrap="square" rtlCol="0">
            <a:spAutoFit/>
          </a:bodyPr>
          <a:lstStyle/>
          <a:p>
            <a:r>
              <a:rPr lang="en-US" altLang="zh-CN" b="1" dirty="0">
                <a:solidFill>
                  <a:schemeClr val="accent3"/>
                </a:solidFill>
                <a:latin typeface="Arial Narrow" panose="020B0606020202030204" pitchFamily="34" charset="0"/>
              </a:rPr>
              <a:t>G</a:t>
            </a:r>
            <a:r>
              <a:rPr lang="en-US" altLang="zh-CN" b="1" dirty="0">
                <a:latin typeface="Arial Narrow" panose="020B0606020202030204" pitchFamily="34" charset="0"/>
              </a:rPr>
              <a:t>/</a:t>
            </a:r>
            <a:r>
              <a:rPr lang="en-US" altLang="zh-CN" b="1" dirty="0">
                <a:solidFill>
                  <a:schemeClr val="accent3"/>
                </a:solidFill>
                <a:latin typeface="Arial Narrow" panose="020B0606020202030204" pitchFamily="34" charset="0"/>
              </a:rPr>
              <a:t>L</a:t>
            </a:r>
            <a:r>
              <a:rPr lang="en-US" altLang="zh-CN" b="1" dirty="0">
                <a:latin typeface="Arial Narrow" panose="020B0606020202030204" pitchFamily="34" charset="0"/>
              </a:rPr>
              <a:t>=0</a:t>
            </a:r>
            <a:r>
              <a:rPr lang="zh-CN" altLang="en-US" b="1" dirty="0">
                <a:latin typeface="Arial Narrow" panose="020B0606020202030204" pitchFamily="34" charset="0"/>
              </a:rPr>
              <a:t>：全球管理</a:t>
            </a:r>
          </a:p>
        </p:txBody>
      </p:sp>
      <p:sp>
        <p:nvSpPr>
          <p:cNvPr id="14" name="文本框 13">
            <a:extLst>
              <a:ext uri="{FF2B5EF4-FFF2-40B4-BE49-F238E27FC236}">
                <a16:creationId xmlns:a16="http://schemas.microsoft.com/office/drawing/2014/main" id="{64E5CEC7-81B2-473C-A64B-B63AA4953834}"/>
              </a:ext>
            </a:extLst>
          </p:cNvPr>
          <p:cNvSpPr txBox="1"/>
          <p:nvPr/>
        </p:nvSpPr>
        <p:spPr>
          <a:xfrm>
            <a:off x="774063" y="2994823"/>
            <a:ext cx="1920902" cy="369332"/>
          </a:xfrm>
          <a:prstGeom prst="rect">
            <a:avLst/>
          </a:prstGeom>
          <a:noFill/>
        </p:spPr>
        <p:txBody>
          <a:bodyPr wrap="square" rtlCol="0">
            <a:spAutoFit/>
          </a:bodyPr>
          <a:lstStyle/>
          <a:p>
            <a:r>
              <a:rPr lang="en-US" altLang="zh-CN" b="1" dirty="0">
                <a:solidFill>
                  <a:schemeClr val="accent3"/>
                </a:solidFill>
                <a:latin typeface="Arial Narrow" panose="020B0606020202030204" pitchFamily="34" charset="0"/>
              </a:rPr>
              <a:t>G</a:t>
            </a:r>
            <a:r>
              <a:rPr lang="en-US" altLang="zh-CN" b="1" dirty="0">
                <a:latin typeface="Arial Narrow" panose="020B0606020202030204" pitchFamily="34" charset="0"/>
              </a:rPr>
              <a:t>/</a:t>
            </a:r>
            <a:r>
              <a:rPr lang="en-US" altLang="zh-CN" b="1" dirty="0">
                <a:solidFill>
                  <a:schemeClr val="accent3"/>
                </a:solidFill>
                <a:latin typeface="Arial Narrow" panose="020B0606020202030204" pitchFamily="34" charset="0"/>
              </a:rPr>
              <a:t>L</a:t>
            </a:r>
            <a:r>
              <a:rPr lang="en-US" altLang="zh-CN" b="1" dirty="0">
                <a:latin typeface="Arial Narrow" panose="020B0606020202030204" pitchFamily="34" charset="0"/>
              </a:rPr>
              <a:t>=1</a:t>
            </a:r>
            <a:r>
              <a:rPr lang="zh-CN" altLang="en-US" b="1" dirty="0">
                <a:latin typeface="Arial Narrow" panose="020B0606020202030204" pitchFamily="34" charset="0"/>
              </a:rPr>
              <a:t>：本地管理</a:t>
            </a:r>
          </a:p>
        </p:txBody>
      </p:sp>
      <p:grpSp>
        <p:nvGrpSpPr>
          <p:cNvPr id="22" name="组合 21">
            <a:extLst>
              <a:ext uri="{FF2B5EF4-FFF2-40B4-BE49-F238E27FC236}">
                <a16:creationId xmlns:a16="http://schemas.microsoft.com/office/drawing/2014/main" id="{48BA0A3B-A892-456F-9819-0E7CBE0D51F6}"/>
              </a:ext>
            </a:extLst>
          </p:cNvPr>
          <p:cNvGrpSpPr/>
          <p:nvPr/>
        </p:nvGrpSpPr>
        <p:grpSpPr>
          <a:xfrm>
            <a:off x="3433934" y="2144379"/>
            <a:ext cx="2973449" cy="524810"/>
            <a:chOff x="3433934" y="2144379"/>
            <a:chExt cx="2973449" cy="524810"/>
          </a:xfrm>
        </p:grpSpPr>
        <p:sp>
          <p:nvSpPr>
            <p:cNvPr id="5" name="文本框 4">
              <a:extLst>
                <a:ext uri="{FF2B5EF4-FFF2-40B4-BE49-F238E27FC236}">
                  <a16:creationId xmlns:a16="http://schemas.microsoft.com/office/drawing/2014/main" id="{135D7624-AC30-42D9-A836-F07FA6934128}"/>
                </a:ext>
              </a:extLst>
            </p:cNvPr>
            <p:cNvSpPr txBox="1"/>
            <p:nvPr/>
          </p:nvSpPr>
          <p:spPr>
            <a:xfrm>
              <a:off x="3872498" y="2299857"/>
              <a:ext cx="2534885" cy="369332"/>
            </a:xfrm>
            <a:prstGeom prst="rect">
              <a:avLst/>
            </a:prstGeom>
            <a:noFill/>
          </p:spPr>
          <p:txBody>
            <a:bodyPr wrap="square" rtlCol="0">
              <a:spAutoFit/>
            </a:bodyPr>
            <a:lstStyle/>
            <a:p>
              <a:r>
                <a:rPr lang="en-US" altLang="zh-CN" b="1" dirty="0">
                  <a:solidFill>
                    <a:schemeClr val="accent4"/>
                  </a:solidFill>
                  <a:latin typeface="Arial Narrow" panose="020B0606020202030204" pitchFamily="34" charset="0"/>
                </a:rPr>
                <a:t>I</a:t>
              </a:r>
              <a:r>
                <a:rPr lang="en-US" altLang="zh-CN" b="1" dirty="0">
                  <a:latin typeface="Arial Narrow" panose="020B0606020202030204" pitchFamily="34" charset="0"/>
                </a:rPr>
                <a:t>/</a:t>
              </a:r>
              <a:r>
                <a:rPr lang="en-US" altLang="zh-CN" b="1" dirty="0">
                  <a:solidFill>
                    <a:schemeClr val="accent4"/>
                  </a:solidFill>
                  <a:latin typeface="Arial Narrow" panose="020B0606020202030204" pitchFamily="34" charset="0"/>
                </a:rPr>
                <a:t>G</a:t>
              </a:r>
              <a:r>
                <a:rPr lang="zh-CN" altLang="en-US" b="1" dirty="0">
                  <a:latin typeface="Arial Narrow" panose="020B0606020202030204" pitchFamily="34" charset="0"/>
                </a:rPr>
                <a:t>（</a:t>
              </a:r>
              <a:r>
                <a:rPr lang="en-US" altLang="zh-CN" b="1" dirty="0">
                  <a:solidFill>
                    <a:schemeClr val="accent4"/>
                  </a:solidFill>
                  <a:latin typeface="Arial Narrow" panose="020B0606020202030204" pitchFamily="34" charset="0"/>
                </a:rPr>
                <a:t>I</a:t>
              </a:r>
              <a:r>
                <a:rPr lang="en-US" altLang="zh-CN" b="1" dirty="0">
                  <a:latin typeface="Arial Narrow" panose="020B0606020202030204" pitchFamily="34" charset="0"/>
                </a:rPr>
                <a:t>ndividual/</a:t>
              </a:r>
              <a:r>
                <a:rPr lang="en-US" altLang="zh-CN" b="1" dirty="0">
                  <a:solidFill>
                    <a:schemeClr val="accent4"/>
                  </a:solidFill>
                  <a:latin typeface="Arial Narrow" panose="020B0606020202030204" pitchFamily="34" charset="0"/>
                </a:rPr>
                <a:t>G</a:t>
              </a:r>
              <a:r>
                <a:rPr lang="en-US" altLang="zh-CN" b="1" dirty="0">
                  <a:latin typeface="Arial Narrow" panose="020B0606020202030204" pitchFamily="34" charset="0"/>
                </a:rPr>
                <a:t>roup</a:t>
              </a:r>
              <a:r>
                <a:rPr lang="zh-CN" altLang="en-US" b="1" dirty="0">
                  <a:latin typeface="Arial Narrow" panose="020B0606020202030204" pitchFamily="34" charset="0"/>
                </a:rPr>
                <a:t>）</a:t>
              </a:r>
            </a:p>
          </p:txBody>
        </p:sp>
        <p:cxnSp>
          <p:nvCxnSpPr>
            <p:cNvPr id="18" name="连接符: 肘形 17">
              <a:extLst>
                <a:ext uri="{FF2B5EF4-FFF2-40B4-BE49-F238E27FC236}">
                  <a16:creationId xmlns:a16="http://schemas.microsoft.com/office/drawing/2014/main" id="{B80F4F53-340C-446E-BFF8-59A3F17CFA23}"/>
                </a:ext>
              </a:extLst>
            </p:cNvPr>
            <p:cNvCxnSpPr>
              <a:endCxn id="5" idx="1"/>
            </p:cNvCxnSpPr>
            <p:nvPr/>
          </p:nvCxnSpPr>
          <p:spPr>
            <a:xfrm>
              <a:off x="3433934" y="2144379"/>
              <a:ext cx="438564" cy="340144"/>
            </a:xfrm>
            <a:prstGeom prst="bentConnector3">
              <a:avLst>
                <a:gd name="adj1" fmla="val -2500"/>
              </a:avLst>
            </a:prstGeom>
            <a:ln w="25400">
              <a:solidFill>
                <a:schemeClr val="tx1"/>
              </a:solidFill>
              <a:tailEnd type="triangle"/>
            </a:ln>
          </p:spPr>
          <p:style>
            <a:lnRef idx="1">
              <a:schemeClr val="accent1"/>
            </a:lnRef>
            <a:fillRef idx="0">
              <a:schemeClr val="accent1"/>
            </a:fillRef>
            <a:effectRef idx="0">
              <a:schemeClr val="accent1"/>
            </a:effectRef>
            <a:fontRef idx="minor">
              <a:schemeClr val="tx1"/>
            </a:fontRef>
          </p:style>
        </p:cxnSp>
      </p:grpSp>
      <p:grpSp>
        <p:nvGrpSpPr>
          <p:cNvPr id="25" name="组合 24">
            <a:extLst>
              <a:ext uri="{FF2B5EF4-FFF2-40B4-BE49-F238E27FC236}">
                <a16:creationId xmlns:a16="http://schemas.microsoft.com/office/drawing/2014/main" id="{0133F0BF-344C-48AA-A52F-A2D0A8CDE9F5}"/>
              </a:ext>
            </a:extLst>
          </p:cNvPr>
          <p:cNvGrpSpPr/>
          <p:nvPr/>
        </p:nvGrpSpPr>
        <p:grpSpPr>
          <a:xfrm>
            <a:off x="774063" y="2142265"/>
            <a:ext cx="2374810" cy="529740"/>
            <a:chOff x="774063" y="2142265"/>
            <a:chExt cx="2374810" cy="529740"/>
          </a:xfrm>
        </p:grpSpPr>
        <p:sp>
          <p:nvSpPr>
            <p:cNvPr id="11" name="文本框 10">
              <a:extLst>
                <a:ext uri="{FF2B5EF4-FFF2-40B4-BE49-F238E27FC236}">
                  <a16:creationId xmlns:a16="http://schemas.microsoft.com/office/drawing/2014/main" id="{B40DA83F-33DC-4A8C-BBC9-42F06E5AF8E1}"/>
                </a:ext>
              </a:extLst>
            </p:cNvPr>
            <p:cNvSpPr txBox="1"/>
            <p:nvPr/>
          </p:nvSpPr>
          <p:spPr>
            <a:xfrm>
              <a:off x="774063" y="2302673"/>
              <a:ext cx="1987780" cy="369332"/>
            </a:xfrm>
            <a:prstGeom prst="rect">
              <a:avLst/>
            </a:prstGeom>
            <a:noFill/>
          </p:spPr>
          <p:txBody>
            <a:bodyPr wrap="square" rtlCol="0">
              <a:spAutoFit/>
            </a:bodyPr>
            <a:lstStyle/>
            <a:p>
              <a:r>
                <a:rPr lang="en-US" altLang="zh-CN" b="1" dirty="0">
                  <a:solidFill>
                    <a:schemeClr val="accent3"/>
                  </a:solidFill>
                  <a:latin typeface="Arial Narrow" panose="020B0606020202030204" pitchFamily="34" charset="0"/>
                </a:rPr>
                <a:t>G</a:t>
              </a:r>
              <a:r>
                <a:rPr lang="en-US" altLang="zh-CN" b="1" dirty="0">
                  <a:latin typeface="Arial Narrow" panose="020B0606020202030204" pitchFamily="34" charset="0"/>
                </a:rPr>
                <a:t>/</a:t>
              </a:r>
              <a:r>
                <a:rPr lang="en-US" altLang="zh-CN" b="1" dirty="0">
                  <a:solidFill>
                    <a:schemeClr val="accent3"/>
                  </a:solidFill>
                  <a:latin typeface="Arial Narrow" panose="020B0606020202030204" pitchFamily="34" charset="0"/>
                </a:rPr>
                <a:t>L</a:t>
              </a:r>
              <a:r>
                <a:rPr lang="zh-CN" altLang="en-US" b="1" dirty="0">
                  <a:latin typeface="Arial Narrow" panose="020B0606020202030204" pitchFamily="34" charset="0"/>
                </a:rPr>
                <a:t>（</a:t>
              </a:r>
              <a:r>
                <a:rPr lang="en-US" altLang="zh-CN" b="1" dirty="0">
                  <a:solidFill>
                    <a:schemeClr val="accent3"/>
                  </a:solidFill>
                  <a:latin typeface="Arial Narrow" panose="020B0606020202030204" pitchFamily="34" charset="0"/>
                </a:rPr>
                <a:t>G</a:t>
              </a:r>
              <a:r>
                <a:rPr lang="en-US" altLang="zh-CN" b="1" dirty="0">
                  <a:latin typeface="Arial Narrow" panose="020B0606020202030204" pitchFamily="34" charset="0"/>
                </a:rPr>
                <a:t>lobal/</a:t>
              </a:r>
              <a:r>
                <a:rPr lang="en-US" altLang="zh-CN" b="1" dirty="0">
                  <a:solidFill>
                    <a:schemeClr val="accent3"/>
                  </a:solidFill>
                  <a:latin typeface="Arial Narrow" panose="020B0606020202030204" pitchFamily="34" charset="0"/>
                </a:rPr>
                <a:t>L</a:t>
              </a:r>
              <a:r>
                <a:rPr lang="en-US" altLang="zh-CN" b="1" dirty="0">
                  <a:latin typeface="Arial Narrow" panose="020B0606020202030204" pitchFamily="34" charset="0"/>
                </a:rPr>
                <a:t>ocal</a:t>
              </a:r>
              <a:r>
                <a:rPr lang="zh-CN" altLang="en-US" b="1" dirty="0">
                  <a:latin typeface="Arial Narrow" panose="020B0606020202030204" pitchFamily="34" charset="0"/>
                </a:rPr>
                <a:t>）</a:t>
              </a:r>
            </a:p>
          </p:txBody>
        </p:sp>
        <p:cxnSp>
          <p:nvCxnSpPr>
            <p:cNvPr id="16" name="连接符: 肘形 15">
              <a:extLst>
                <a:ext uri="{FF2B5EF4-FFF2-40B4-BE49-F238E27FC236}">
                  <a16:creationId xmlns:a16="http://schemas.microsoft.com/office/drawing/2014/main" id="{927A9E0C-963E-4552-8A3B-4F2E053D1653}"/>
                </a:ext>
              </a:extLst>
            </p:cNvPr>
            <p:cNvCxnSpPr>
              <a:cxnSpLocks/>
              <a:endCxn id="11" idx="3"/>
            </p:cNvCxnSpPr>
            <p:nvPr/>
          </p:nvCxnSpPr>
          <p:spPr>
            <a:xfrm rot="10800000" flipV="1">
              <a:off x="2761843" y="2142265"/>
              <a:ext cx="387030" cy="345073"/>
            </a:xfrm>
            <a:prstGeom prst="bentConnector3">
              <a:avLst>
                <a:gd name="adj1" fmla="val 4107"/>
              </a:avLst>
            </a:prstGeom>
            <a:ln w="25400">
              <a:solidFill>
                <a:schemeClr val="tx1"/>
              </a:solidFill>
              <a:tailEnd type="triangle"/>
            </a:ln>
          </p:spPr>
          <p:style>
            <a:lnRef idx="1">
              <a:schemeClr val="accent1"/>
            </a:lnRef>
            <a:fillRef idx="0">
              <a:schemeClr val="accent1"/>
            </a:fillRef>
            <a:effectRef idx="0">
              <a:schemeClr val="accent1"/>
            </a:effectRef>
            <a:fontRef idx="minor">
              <a:schemeClr val="tx1"/>
            </a:fontRef>
          </p:style>
        </p:cxnSp>
      </p:grpSp>
      <p:graphicFrame>
        <p:nvGraphicFramePr>
          <p:cNvPr id="7" name="表格 11">
            <a:extLst>
              <a:ext uri="{FF2B5EF4-FFF2-40B4-BE49-F238E27FC236}">
                <a16:creationId xmlns:a16="http://schemas.microsoft.com/office/drawing/2014/main" id="{6D079289-E671-406A-AF87-784BF8CB8C7E}"/>
              </a:ext>
            </a:extLst>
          </p:cNvPr>
          <p:cNvGraphicFramePr>
            <a:graphicFrameLocks noGrp="1"/>
          </p:cNvGraphicFramePr>
          <p:nvPr/>
        </p:nvGraphicFramePr>
        <p:xfrm>
          <a:off x="304800" y="3594100"/>
          <a:ext cx="11582402" cy="2841620"/>
        </p:xfrm>
        <a:graphic>
          <a:graphicData uri="http://schemas.openxmlformats.org/drawingml/2006/table">
            <a:tbl>
              <a:tblPr firstRow="1" bandRow="1">
                <a:tableStyleId>{5C22544A-7EE6-4342-B048-85BDC9FD1C3A}</a:tableStyleId>
              </a:tblPr>
              <a:tblGrid>
                <a:gridCol w="1229068">
                  <a:extLst>
                    <a:ext uri="{9D8B030D-6E8A-4147-A177-3AD203B41FA5}">
                      <a16:colId xmlns:a16="http://schemas.microsoft.com/office/drawing/2014/main" val="3201315185"/>
                    </a:ext>
                  </a:extLst>
                </a:gridCol>
                <a:gridCol w="1229068">
                  <a:extLst>
                    <a:ext uri="{9D8B030D-6E8A-4147-A177-3AD203B41FA5}">
                      <a16:colId xmlns:a16="http://schemas.microsoft.com/office/drawing/2014/main" val="2306449060"/>
                    </a:ext>
                  </a:extLst>
                </a:gridCol>
                <a:gridCol w="7400720">
                  <a:extLst>
                    <a:ext uri="{9D8B030D-6E8A-4147-A177-3AD203B41FA5}">
                      <a16:colId xmlns:a16="http://schemas.microsoft.com/office/drawing/2014/main" val="3816814684"/>
                    </a:ext>
                  </a:extLst>
                </a:gridCol>
                <a:gridCol w="861773">
                  <a:extLst>
                    <a:ext uri="{9D8B030D-6E8A-4147-A177-3AD203B41FA5}">
                      <a16:colId xmlns:a16="http://schemas.microsoft.com/office/drawing/2014/main" val="3904571176"/>
                    </a:ext>
                  </a:extLst>
                </a:gridCol>
                <a:gridCol w="861773">
                  <a:extLst>
                    <a:ext uri="{9D8B030D-6E8A-4147-A177-3AD203B41FA5}">
                      <a16:colId xmlns:a16="http://schemas.microsoft.com/office/drawing/2014/main" val="3946450843"/>
                    </a:ext>
                  </a:extLst>
                </a:gridCol>
              </a:tblGrid>
              <a:tr h="550385">
                <a:tc>
                  <a:txBody>
                    <a:bodyPr/>
                    <a:lstStyle/>
                    <a:p>
                      <a:pPr algn="ctr"/>
                      <a:r>
                        <a:rPr lang="zh-CN" altLang="en-US" b="1" dirty="0">
                          <a:solidFill>
                            <a:schemeClr val="bg1"/>
                          </a:solidFill>
                        </a:rPr>
                        <a:t>第</a:t>
                      </a:r>
                      <a:r>
                        <a:rPr lang="en-US" altLang="zh-CN" b="1" dirty="0">
                          <a:solidFill>
                            <a:schemeClr val="bg1"/>
                          </a:solidFill>
                        </a:rPr>
                        <a:t>1</a:t>
                      </a:r>
                      <a:r>
                        <a:rPr lang="zh-CN" altLang="en-US" b="1" dirty="0">
                          <a:solidFill>
                            <a:schemeClr val="bg1"/>
                          </a:solidFill>
                        </a:rPr>
                        <a:t>字节的</a:t>
                      </a:r>
                      <a:endParaRPr lang="en-US" altLang="zh-CN" b="1" dirty="0">
                        <a:solidFill>
                          <a:schemeClr val="bg1"/>
                        </a:solidFill>
                      </a:endParaRPr>
                    </a:p>
                    <a:p>
                      <a:pPr algn="ctr"/>
                      <a:r>
                        <a:rPr lang="en-US" altLang="zh-CN" b="1" dirty="0">
                          <a:solidFill>
                            <a:schemeClr val="bg1"/>
                          </a:solidFill>
                        </a:rPr>
                        <a:t>b1</a:t>
                      </a:r>
                      <a:r>
                        <a:rPr lang="zh-CN" altLang="en-US" b="1" dirty="0">
                          <a:solidFill>
                            <a:schemeClr val="bg1"/>
                          </a:solidFill>
                        </a:rPr>
                        <a:t>位</a:t>
                      </a: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accent3"/>
                    </a:solidFill>
                  </a:tcPr>
                </a:tc>
                <a:tc>
                  <a:txBody>
                    <a:bodyPr/>
                    <a:lstStyle/>
                    <a:p>
                      <a:pPr algn="ctr"/>
                      <a:r>
                        <a:rPr lang="zh-CN" altLang="en-US" b="1" dirty="0">
                          <a:solidFill>
                            <a:schemeClr val="bg1"/>
                          </a:solidFill>
                        </a:rPr>
                        <a:t>第</a:t>
                      </a:r>
                      <a:r>
                        <a:rPr lang="en-US" altLang="zh-CN" b="1" dirty="0">
                          <a:solidFill>
                            <a:schemeClr val="bg1"/>
                          </a:solidFill>
                        </a:rPr>
                        <a:t>1</a:t>
                      </a:r>
                      <a:r>
                        <a:rPr lang="zh-CN" altLang="en-US" b="1" dirty="0">
                          <a:solidFill>
                            <a:schemeClr val="bg1"/>
                          </a:solidFill>
                        </a:rPr>
                        <a:t>字节的</a:t>
                      </a:r>
                      <a:endParaRPr lang="en-US" altLang="zh-CN" b="1" dirty="0">
                        <a:solidFill>
                          <a:schemeClr val="bg1"/>
                        </a:solidFill>
                      </a:endParaRPr>
                    </a:p>
                    <a:p>
                      <a:pPr algn="ctr"/>
                      <a:r>
                        <a:rPr lang="en-US" altLang="zh-CN" b="1" dirty="0">
                          <a:solidFill>
                            <a:schemeClr val="bg1"/>
                          </a:solidFill>
                        </a:rPr>
                        <a:t>b0</a:t>
                      </a:r>
                      <a:r>
                        <a:rPr lang="zh-CN" altLang="en-US" b="1" dirty="0">
                          <a:solidFill>
                            <a:schemeClr val="bg1"/>
                          </a:solidFill>
                        </a:rPr>
                        <a:t>位</a:t>
                      </a: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accent4"/>
                    </a:solidFill>
                  </a:tcPr>
                </a:tc>
                <a:tc>
                  <a:txBody>
                    <a:bodyPr/>
                    <a:lstStyle/>
                    <a:p>
                      <a:pPr algn="ctr"/>
                      <a:r>
                        <a:rPr lang="en-US" altLang="zh-CN" b="1" dirty="0">
                          <a:solidFill>
                            <a:schemeClr val="tx1"/>
                          </a:solidFill>
                        </a:rPr>
                        <a:t>MAC</a:t>
                      </a:r>
                      <a:r>
                        <a:rPr lang="zh-CN" altLang="en-US" b="1" dirty="0">
                          <a:solidFill>
                            <a:schemeClr val="tx1"/>
                          </a:solidFill>
                        </a:rPr>
                        <a:t>地址类型</a:t>
                      </a: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algn="ctr"/>
                      <a:r>
                        <a:rPr lang="zh-CN" altLang="en-US" b="1" dirty="0">
                          <a:solidFill>
                            <a:schemeClr val="tx1"/>
                          </a:solidFill>
                        </a:rPr>
                        <a:t>地址</a:t>
                      </a:r>
                      <a:endParaRPr lang="en-US" altLang="zh-CN" b="1" dirty="0">
                        <a:solidFill>
                          <a:schemeClr val="tx1"/>
                        </a:solidFill>
                      </a:endParaRPr>
                    </a:p>
                    <a:p>
                      <a:pPr algn="ctr"/>
                      <a:r>
                        <a:rPr lang="zh-CN" altLang="en-US" b="1" dirty="0">
                          <a:solidFill>
                            <a:schemeClr val="tx1"/>
                          </a:solidFill>
                        </a:rPr>
                        <a:t>占比</a:t>
                      </a: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algn="ctr"/>
                      <a:r>
                        <a:rPr lang="zh-CN" altLang="en-US" b="1" dirty="0">
                          <a:solidFill>
                            <a:schemeClr val="tx1"/>
                          </a:solidFill>
                        </a:rPr>
                        <a:t>地址</a:t>
                      </a:r>
                      <a:endParaRPr lang="en-US" altLang="zh-CN" b="1" dirty="0">
                        <a:solidFill>
                          <a:schemeClr val="tx1"/>
                        </a:solidFill>
                      </a:endParaRPr>
                    </a:p>
                    <a:p>
                      <a:pPr algn="ctr"/>
                      <a:r>
                        <a:rPr lang="zh-CN" altLang="en-US" b="1" dirty="0">
                          <a:solidFill>
                            <a:schemeClr val="tx1"/>
                          </a:solidFill>
                        </a:rPr>
                        <a:t>数量</a:t>
                      </a: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extLst>
                  <a:ext uri="{0D108BD9-81ED-4DB2-BD59-A6C34878D82A}">
                    <a16:rowId xmlns:a16="http://schemas.microsoft.com/office/drawing/2014/main" val="1398121299"/>
                  </a:ext>
                </a:extLst>
              </a:tr>
              <a:tr h="550385">
                <a:tc rowSpan="2">
                  <a:txBody>
                    <a:bodyPr/>
                    <a:lstStyle/>
                    <a:p>
                      <a:pPr algn="ctr"/>
                      <a:endParaRPr lang="zh-CN" altLang="en-US" b="1" dirty="0">
                        <a:solidFill>
                          <a:schemeClr val="tx1"/>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algn="ctr"/>
                      <a:endParaRPr lang="zh-CN" altLang="en-US" b="1" dirty="0">
                        <a:solidFill>
                          <a:schemeClr val="tx1"/>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algn="ctr"/>
                      <a:endParaRPr lang="zh-CN" altLang="en-US" b="1" dirty="0">
                        <a:solidFill>
                          <a:schemeClr val="tx1"/>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algn="ctr"/>
                      <a:endParaRPr lang="zh-CN" altLang="en-US" b="1" dirty="0">
                        <a:solidFill>
                          <a:schemeClr val="tx1"/>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rowSpan="4">
                  <a:txBody>
                    <a:bodyPr/>
                    <a:lstStyle/>
                    <a:p>
                      <a:pPr algn="ctr"/>
                      <a:endParaRPr lang="zh-CN" altLang="en-US" b="1" dirty="0">
                        <a:solidFill>
                          <a:schemeClr val="tx1"/>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extLst>
                  <a:ext uri="{0D108BD9-81ED-4DB2-BD59-A6C34878D82A}">
                    <a16:rowId xmlns:a16="http://schemas.microsoft.com/office/drawing/2014/main" val="1927838048"/>
                  </a:ext>
                </a:extLst>
              </a:tr>
              <a:tr h="550385">
                <a:tc vMerge="1">
                  <a:txBody>
                    <a:bodyPr/>
                    <a:lstStyle/>
                    <a:p>
                      <a:pPr algn="ctr"/>
                      <a:endParaRPr lang="zh-CN" altLang="en-US" b="1" dirty="0">
                        <a:solidFill>
                          <a:schemeClr val="tx1"/>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algn="ctr"/>
                      <a:endParaRPr lang="zh-CN" altLang="en-US" b="1" dirty="0">
                        <a:solidFill>
                          <a:schemeClr val="tx1"/>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algn="ctr"/>
                      <a:endParaRPr lang="zh-CN" altLang="en-US" b="1">
                        <a:solidFill>
                          <a:schemeClr val="tx1"/>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algn="ctr"/>
                      <a:endParaRPr lang="zh-CN" altLang="en-US" b="1" dirty="0">
                        <a:solidFill>
                          <a:schemeClr val="tx1"/>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vMerge="1">
                  <a:txBody>
                    <a:bodyPr/>
                    <a:lstStyle/>
                    <a:p>
                      <a:pPr algn="ctr"/>
                      <a:endParaRPr lang="zh-CN" altLang="en-US" b="1" dirty="0">
                        <a:solidFill>
                          <a:schemeClr val="tx1"/>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extLst>
                  <a:ext uri="{0D108BD9-81ED-4DB2-BD59-A6C34878D82A}">
                    <a16:rowId xmlns:a16="http://schemas.microsoft.com/office/drawing/2014/main" val="632938562"/>
                  </a:ext>
                </a:extLst>
              </a:tr>
              <a:tr h="550385">
                <a:tc rowSpan="2">
                  <a:txBody>
                    <a:bodyPr/>
                    <a:lstStyle/>
                    <a:p>
                      <a:pPr algn="ctr"/>
                      <a:endParaRPr lang="zh-CN" altLang="en-US" b="1" dirty="0">
                        <a:solidFill>
                          <a:schemeClr val="tx1"/>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algn="ctr"/>
                      <a:endParaRPr lang="zh-CN" altLang="en-US" b="1" dirty="0">
                        <a:solidFill>
                          <a:schemeClr val="tx1"/>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algn="ctr"/>
                      <a:endParaRPr lang="zh-CN" altLang="en-US" b="1">
                        <a:solidFill>
                          <a:schemeClr val="tx1"/>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algn="ctr"/>
                      <a:endParaRPr lang="zh-CN" altLang="en-US" b="1" dirty="0">
                        <a:solidFill>
                          <a:schemeClr val="tx1"/>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vMerge="1">
                  <a:txBody>
                    <a:bodyPr/>
                    <a:lstStyle/>
                    <a:p>
                      <a:pPr algn="ctr"/>
                      <a:endParaRPr lang="zh-CN" altLang="en-US" b="1" dirty="0">
                        <a:solidFill>
                          <a:schemeClr val="tx1"/>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extLst>
                  <a:ext uri="{0D108BD9-81ED-4DB2-BD59-A6C34878D82A}">
                    <a16:rowId xmlns:a16="http://schemas.microsoft.com/office/drawing/2014/main" val="1878197827"/>
                  </a:ext>
                </a:extLst>
              </a:tr>
              <a:tr h="550385">
                <a:tc vMerge="1">
                  <a:txBody>
                    <a:bodyPr/>
                    <a:lstStyle/>
                    <a:p>
                      <a:pPr algn="ctr"/>
                      <a:endParaRPr lang="zh-CN" altLang="en-US" b="1" dirty="0">
                        <a:solidFill>
                          <a:schemeClr val="tx1"/>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algn="ctr"/>
                      <a:endParaRPr lang="zh-CN" altLang="en-US" b="1" dirty="0">
                        <a:solidFill>
                          <a:schemeClr val="tx1"/>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algn="ctr"/>
                      <a:endParaRPr lang="zh-CN" altLang="en-US" b="1">
                        <a:solidFill>
                          <a:schemeClr val="tx1"/>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algn="ctr"/>
                      <a:endParaRPr lang="zh-CN" altLang="en-US" b="1" dirty="0">
                        <a:solidFill>
                          <a:schemeClr val="tx1"/>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vMerge="1">
                  <a:txBody>
                    <a:bodyPr/>
                    <a:lstStyle/>
                    <a:p>
                      <a:pPr algn="ctr"/>
                      <a:endParaRPr lang="zh-CN" altLang="en-US" b="1" dirty="0">
                        <a:solidFill>
                          <a:schemeClr val="tx1"/>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extLst>
                  <a:ext uri="{0D108BD9-81ED-4DB2-BD59-A6C34878D82A}">
                    <a16:rowId xmlns:a16="http://schemas.microsoft.com/office/drawing/2014/main" val="297247489"/>
                  </a:ext>
                </a:extLst>
              </a:tr>
            </a:tbl>
          </a:graphicData>
        </a:graphic>
      </p:graphicFrame>
      <p:sp>
        <p:nvSpPr>
          <p:cNvPr id="19" name="文本框 18">
            <a:extLst>
              <a:ext uri="{FF2B5EF4-FFF2-40B4-BE49-F238E27FC236}">
                <a16:creationId xmlns:a16="http://schemas.microsoft.com/office/drawing/2014/main" id="{E3D19338-9713-4086-9954-E823105D3F17}"/>
              </a:ext>
            </a:extLst>
          </p:cNvPr>
          <p:cNvSpPr txBox="1"/>
          <p:nvPr/>
        </p:nvSpPr>
        <p:spPr>
          <a:xfrm>
            <a:off x="774063" y="4550442"/>
            <a:ext cx="354648" cy="461665"/>
          </a:xfrm>
          <a:prstGeom prst="rect">
            <a:avLst/>
          </a:prstGeom>
          <a:noFill/>
        </p:spPr>
        <p:txBody>
          <a:bodyPr wrap="square" rtlCol="0">
            <a:spAutoFit/>
          </a:bodyPr>
          <a:lstStyle/>
          <a:p>
            <a:pPr algn="ctr"/>
            <a:r>
              <a:rPr lang="en-US" altLang="zh-CN" sz="2400" b="1" dirty="0">
                <a:latin typeface="Arial Black" panose="020B0A04020102020204" pitchFamily="34" charset="0"/>
              </a:rPr>
              <a:t>0</a:t>
            </a:r>
            <a:endParaRPr lang="zh-CN" altLang="en-US" sz="2400" b="1" dirty="0">
              <a:latin typeface="Arial Black" panose="020B0A04020102020204" pitchFamily="34" charset="0"/>
            </a:endParaRPr>
          </a:p>
        </p:txBody>
      </p:sp>
      <p:sp>
        <p:nvSpPr>
          <p:cNvPr id="20" name="文本框 19">
            <a:extLst>
              <a:ext uri="{FF2B5EF4-FFF2-40B4-BE49-F238E27FC236}">
                <a16:creationId xmlns:a16="http://schemas.microsoft.com/office/drawing/2014/main" id="{B1B9982E-A2A5-40A7-BD67-E32C4E1A6AEB}"/>
              </a:ext>
            </a:extLst>
          </p:cNvPr>
          <p:cNvSpPr txBox="1"/>
          <p:nvPr/>
        </p:nvSpPr>
        <p:spPr>
          <a:xfrm>
            <a:off x="774063" y="5659318"/>
            <a:ext cx="354648" cy="461665"/>
          </a:xfrm>
          <a:prstGeom prst="rect">
            <a:avLst/>
          </a:prstGeom>
          <a:noFill/>
        </p:spPr>
        <p:txBody>
          <a:bodyPr wrap="square" rtlCol="0">
            <a:spAutoFit/>
          </a:bodyPr>
          <a:lstStyle/>
          <a:p>
            <a:pPr algn="ctr"/>
            <a:r>
              <a:rPr lang="en-US" altLang="zh-CN" sz="2400" b="1" dirty="0">
                <a:latin typeface="Arial Black" panose="020B0A04020102020204" pitchFamily="34" charset="0"/>
              </a:rPr>
              <a:t>1</a:t>
            </a:r>
            <a:endParaRPr lang="zh-CN" altLang="en-US" sz="2400" b="1" dirty="0">
              <a:latin typeface="Arial Black" panose="020B0A04020102020204" pitchFamily="34" charset="0"/>
            </a:endParaRPr>
          </a:p>
        </p:txBody>
      </p:sp>
      <p:sp>
        <p:nvSpPr>
          <p:cNvPr id="21" name="文本框 20">
            <a:extLst>
              <a:ext uri="{FF2B5EF4-FFF2-40B4-BE49-F238E27FC236}">
                <a16:creationId xmlns:a16="http://schemas.microsoft.com/office/drawing/2014/main" id="{BFE70102-4958-4920-B307-7014EEE8AD61}"/>
              </a:ext>
            </a:extLst>
          </p:cNvPr>
          <p:cNvSpPr txBox="1"/>
          <p:nvPr/>
        </p:nvSpPr>
        <p:spPr>
          <a:xfrm>
            <a:off x="2761838" y="4321459"/>
            <a:ext cx="672092" cy="369332"/>
          </a:xfrm>
          <a:prstGeom prst="rect">
            <a:avLst/>
          </a:prstGeom>
          <a:noFill/>
        </p:spPr>
        <p:txBody>
          <a:bodyPr wrap="square" rtlCol="0">
            <a:spAutoFit/>
          </a:bodyPr>
          <a:lstStyle/>
          <a:p>
            <a:r>
              <a:rPr lang="zh-CN" altLang="en-US" b="1" dirty="0">
                <a:latin typeface="Arial Narrow" panose="020B0606020202030204" pitchFamily="34" charset="0"/>
              </a:rPr>
              <a:t>全球</a:t>
            </a:r>
          </a:p>
        </p:txBody>
      </p:sp>
      <p:sp>
        <p:nvSpPr>
          <p:cNvPr id="23" name="文本框 22">
            <a:extLst>
              <a:ext uri="{FF2B5EF4-FFF2-40B4-BE49-F238E27FC236}">
                <a16:creationId xmlns:a16="http://schemas.microsoft.com/office/drawing/2014/main" id="{14C4FF20-6C12-4752-B5DE-F1280C417306}"/>
              </a:ext>
            </a:extLst>
          </p:cNvPr>
          <p:cNvSpPr txBox="1"/>
          <p:nvPr/>
        </p:nvSpPr>
        <p:spPr>
          <a:xfrm>
            <a:off x="2761838" y="4873863"/>
            <a:ext cx="672092" cy="369332"/>
          </a:xfrm>
          <a:prstGeom prst="rect">
            <a:avLst/>
          </a:prstGeom>
          <a:noFill/>
        </p:spPr>
        <p:txBody>
          <a:bodyPr wrap="square" rtlCol="0">
            <a:spAutoFit/>
          </a:bodyPr>
          <a:lstStyle/>
          <a:p>
            <a:r>
              <a:rPr lang="zh-CN" altLang="en-US" b="1" dirty="0">
                <a:latin typeface="Arial Narrow" panose="020B0606020202030204" pitchFamily="34" charset="0"/>
              </a:rPr>
              <a:t>全球</a:t>
            </a:r>
          </a:p>
        </p:txBody>
      </p:sp>
      <p:sp>
        <p:nvSpPr>
          <p:cNvPr id="24" name="文本框 23">
            <a:extLst>
              <a:ext uri="{FF2B5EF4-FFF2-40B4-BE49-F238E27FC236}">
                <a16:creationId xmlns:a16="http://schemas.microsoft.com/office/drawing/2014/main" id="{BA9E9F19-0D10-44A1-92D6-B23BB4A174DF}"/>
              </a:ext>
            </a:extLst>
          </p:cNvPr>
          <p:cNvSpPr txBox="1"/>
          <p:nvPr/>
        </p:nvSpPr>
        <p:spPr>
          <a:xfrm>
            <a:off x="2761838" y="5422958"/>
            <a:ext cx="672092" cy="369332"/>
          </a:xfrm>
          <a:prstGeom prst="rect">
            <a:avLst/>
          </a:prstGeom>
          <a:noFill/>
        </p:spPr>
        <p:txBody>
          <a:bodyPr wrap="square" rtlCol="0">
            <a:spAutoFit/>
          </a:bodyPr>
          <a:lstStyle/>
          <a:p>
            <a:r>
              <a:rPr lang="zh-CN" altLang="en-US" b="1" dirty="0">
                <a:latin typeface="Arial Narrow" panose="020B0606020202030204" pitchFamily="34" charset="0"/>
              </a:rPr>
              <a:t>本地</a:t>
            </a:r>
          </a:p>
        </p:txBody>
      </p:sp>
      <p:sp>
        <p:nvSpPr>
          <p:cNvPr id="26" name="文本框 25">
            <a:extLst>
              <a:ext uri="{FF2B5EF4-FFF2-40B4-BE49-F238E27FC236}">
                <a16:creationId xmlns:a16="http://schemas.microsoft.com/office/drawing/2014/main" id="{85D14F63-D057-4374-94DC-00F53665D10A}"/>
              </a:ext>
            </a:extLst>
          </p:cNvPr>
          <p:cNvSpPr txBox="1"/>
          <p:nvPr/>
        </p:nvSpPr>
        <p:spPr>
          <a:xfrm>
            <a:off x="2761838" y="5972054"/>
            <a:ext cx="672092" cy="369332"/>
          </a:xfrm>
          <a:prstGeom prst="rect">
            <a:avLst/>
          </a:prstGeom>
          <a:noFill/>
        </p:spPr>
        <p:txBody>
          <a:bodyPr wrap="square" rtlCol="0">
            <a:spAutoFit/>
          </a:bodyPr>
          <a:lstStyle/>
          <a:p>
            <a:r>
              <a:rPr lang="zh-CN" altLang="en-US" b="1" dirty="0">
                <a:latin typeface="Arial Narrow" panose="020B0606020202030204" pitchFamily="34" charset="0"/>
              </a:rPr>
              <a:t>本地</a:t>
            </a:r>
          </a:p>
        </p:txBody>
      </p:sp>
      <p:sp>
        <p:nvSpPr>
          <p:cNvPr id="27" name="文本框 26">
            <a:extLst>
              <a:ext uri="{FF2B5EF4-FFF2-40B4-BE49-F238E27FC236}">
                <a16:creationId xmlns:a16="http://schemas.microsoft.com/office/drawing/2014/main" id="{F0B894CB-C279-4844-8298-7C23C1AD6B5E}"/>
              </a:ext>
            </a:extLst>
          </p:cNvPr>
          <p:cNvSpPr txBox="1"/>
          <p:nvPr/>
        </p:nvSpPr>
        <p:spPr>
          <a:xfrm>
            <a:off x="1939539" y="4286307"/>
            <a:ext cx="354648" cy="461665"/>
          </a:xfrm>
          <a:prstGeom prst="rect">
            <a:avLst/>
          </a:prstGeom>
          <a:noFill/>
        </p:spPr>
        <p:txBody>
          <a:bodyPr wrap="square" rtlCol="0">
            <a:spAutoFit/>
          </a:bodyPr>
          <a:lstStyle/>
          <a:p>
            <a:pPr algn="ctr"/>
            <a:r>
              <a:rPr lang="en-US" altLang="zh-CN" sz="2400" b="1" dirty="0">
                <a:latin typeface="Arial Black" panose="020B0A04020102020204" pitchFamily="34" charset="0"/>
              </a:rPr>
              <a:t>0</a:t>
            </a:r>
            <a:endParaRPr lang="zh-CN" altLang="en-US" sz="2400" b="1" dirty="0">
              <a:latin typeface="Arial Black" panose="020B0A04020102020204" pitchFamily="34" charset="0"/>
            </a:endParaRPr>
          </a:p>
        </p:txBody>
      </p:sp>
      <p:sp>
        <p:nvSpPr>
          <p:cNvPr id="28" name="文本框 27">
            <a:extLst>
              <a:ext uri="{FF2B5EF4-FFF2-40B4-BE49-F238E27FC236}">
                <a16:creationId xmlns:a16="http://schemas.microsoft.com/office/drawing/2014/main" id="{8A9FD551-24DF-42AA-8C29-A73AA3028894}"/>
              </a:ext>
            </a:extLst>
          </p:cNvPr>
          <p:cNvSpPr txBox="1"/>
          <p:nvPr/>
        </p:nvSpPr>
        <p:spPr>
          <a:xfrm>
            <a:off x="1939539" y="5422958"/>
            <a:ext cx="354648" cy="461665"/>
          </a:xfrm>
          <a:prstGeom prst="rect">
            <a:avLst/>
          </a:prstGeom>
          <a:noFill/>
        </p:spPr>
        <p:txBody>
          <a:bodyPr wrap="square" rtlCol="0">
            <a:spAutoFit/>
          </a:bodyPr>
          <a:lstStyle/>
          <a:p>
            <a:pPr algn="ctr"/>
            <a:r>
              <a:rPr lang="en-US" altLang="zh-CN" sz="2400" b="1" dirty="0">
                <a:latin typeface="Arial Black" panose="020B0A04020102020204" pitchFamily="34" charset="0"/>
              </a:rPr>
              <a:t>0</a:t>
            </a:r>
            <a:endParaRPr lang="zh-CN" altLang="en-US" sz="2400" b="1" dirty="0">
              <a:latin typeface="Arial Black" panose="020B0A04020102020204" pitchFamily="34" charset="0"/>
            </a:endParaRPr>
          </a:p>
        </p:txBody>
      </p:sp>
      <p:sp>
        <p:nvSpPr>
          <p:cNvPr id="29" name="文本框 28">
            <a:extLst>
              <a:ext uri="{FF2B5EF4-FFF2-40B4-BE49-F238E27FC236}">
                <a16:creationId xmlns:a16="http://schemas.microsoft.com/office/drawing/2014/main" id="{ED7DF2B2-DBC2-4EB3-8EB1-0E60606BAE49}"/>
              </a:ext>
            </a:extLst>
          </p:cNvPr>
          <p:cNvSpPr txBox="1"/>
          <p:nvPr/>
        </p:nvSpPr>
        <p:spPr>
          <a:xfrm>
            <a:off x="3256834" y="4321459"/>
            <a:ext cx="672092" cy="369332"/>
          </a:xfrm>
          <a:prstGeom prst="rect">
            <a:avLst/>
          </a:prstGeom>
          <a:noFill/>
        </p:spPr>
        <p:txBody>
          <a:bodyPr wrap="square" rtlCol="0">
            <a:spAutoFit/>
          </a:bodyPr>
          <a:lstStyle/>
          <a:p>
            <a:r>
              <a:rPr lang="zh-CN" altLang="en-US" b="1" dirty="0">
                <a:latin typeface="Arial Narrow" panose="020B0606020202030204" pitchFamily="34" charset="0"/>
              </a:rPr>
              <a:t>单播</a:t>
            </a:r>
          </a:p>
        </p:txBody>
      </p:sp>
      <p:sp>
        <p:nvSpPr>
          <p:cNvPr id="30" name="文本框 29">
            <a:extLst>
              <a:ext uri="{FF2B5EF4-FFF2-40B4-BE49-F238E27FC236}">
                <a16:creationId xmlns:a16="http://schemas.microsoft.com/office/drawing/2014/main" id="{BA978FC5-01AE-4C5D-87F9-D42181AC3D2F}"/>
              </a:ext>
            </a:extLst>
          </p:cNvPr>
          <p:cNvSpPr txBox="1"/>
          <p:nvPr/>
        </p:nvSpPr>
        <p:spPr>
          <a:xfrm>
            <a:off x="3256834" y="5422958"/>
            <a:ext cx="672092" cy="369332"/>
          </a:xfrm>
          <a:prstGeom prst="rect">
            <a:avLst/>
          </a:prstGeom>
          <a:noFill/>
        </p:spPr>
        <p:txBody>
          <a:bodyPr wrap="square" rtlCol="0">
            <a:spAutoFit/>
          </a:bodyPr>
          <a:lstStyle/>
          <a:p>
            <a:r>
              <a:rPr lang="zh-CN" altLang="en-US" b="1" dirty="0">
                <a:latin typeface="Arial Narrow" panose="020B0606020202030204" pitchFamily="34" charset="0"/>
              </a:rPr>
              <a:t>单播</a:t>
            </a:r>
          </a:p>
        </p:txBody>
      </p:sp>
      <p:sp>
        <p:nvSpPr>
          <p:cNvPr id="31" name="文本框 30">
            <a:extLst>
              <a:ext uri="{FF2B5EF4-FFF2-40B4-BE49-F238E27FC236}">
                <a16:creationId xmlns:a16="http://schemas.microsoft.com/office/drawing/2014/main" id="{FF96914C-034B-4EF5-B096-A14A6E59217F}"/>
              </a:ext>
            </a:extLst>
          </p:cNvPr>
          <p:cNvSpPr txBox="1"/>
          <p:nvPr/>
        </p:nvSpPr>
        <p:spPr>
          <a:xfrm>
            <a:off x="1939539" y="4857122"/>
            <a:ext cx="354648" cy="461665"/>
          </a:xfrm>
          <a:prstGeom prst="rect">
            <a:avLst/>
          </a:prstGeom>
          <a:noFill/>
        </p:spPr>
        <p:txBody>
          <a:bodyPr wrap="square" rtlCol="0">
            <a:spAutoFit/>
          </a:bodyPr>
          <a:lstStyle/>
          <a:p>
            <a:pPr algn="ctr"/>
            <a:r>
              <a:rPr lang="en-US" altLang="zh-CN" sz="2400" b="1" dirty="0">
                <a:latin typeface="Arial Black" panose="020B0A04020102020204" pitchFamily="34" charset="0"/>
              </a:rPr>
              <a:t>1</a:t>
            </a:r>
            <a:endParaRPr lang="zh-CN" altLang="en-US" sz="2400" b="1" dirty="0">
              <a:latin typeface="Arial Black" panose="020B0A04020102020204" pitchFamily="34" charset="0"/>
            </a:endParaRPr>
          </a:p>
        </p:txBody>
      </p:sp>
      <p:sp>
        <p:nvSpPr>
          <p:cNvPr id="32" name="文本框 31">
            <a:extLst>
              <a:ext uri="{FF2B5EF4-FFF2-40B4-BE49-F238E27FC236}">
                <a16:creationId xmlns:a16="http://schemas.microsoft.com/office/drawing/2014/main" id="{18E472E5-9782-4FE3-ADD8-8972B36D4353}"/>
              </a:ext>
            </a:extLst>
          </p:cNvPr>
          <p:cNvSpPr txBox="1"/>
          <p:nvPr/>
        </p:nvSpPr>
        <p:spPr>
          <a:xfrm>
            <a:off x="1939539" y="5929339"/>
            <a:ext cx="354648" cy="461665"/>
          </a:xfrm>
          <a:prstGeom prst="rect">
            <a:avLst/>
          </a:prstGeom>
          <a:noFill/>
        </p:spPr>
        <p:txBody>
          <a:bodyPr wrap="square" rtlCol="0">
            <a:spAutoFit/>
          </a:bodyPr>
          <a:lstStyle/>
          <a:p>
            <a:pPr algn="ctr"/>
            <a:r>
              <a:rPr lang="en-US" altLang="zh-CN" sz="2400" b="1" dirty="0">
                <a:latin typeface="Arial Black" panose="020B0A04020102020204" pitchFamily="34" charset="0"/>
              </a:rPr>
              <a:t>1</a:t>
            </a:r>
            <a:endParaRPr lang="zh-CN" altLang="en-US" sz="2400" b="1" dirty="0">
              <a:latin typeface="Arial Black" panose="020B0A04020102020204" pitchFamily="34" charset="0"/>
            </a:endParaRPr>
          </a:p>
        </p:txBody>
      </p:sp>
      <p:sp>
        <p:nvSpPr>
          <p:cNvPr id="33" name="文本框 32">
            <a:extLst>
              <a:ext uri="{FF2B5EF4-FFF2-40B4-BE49-F238E27FC236}">
                <a16:creationId xmlns:a16="http://schemas.microsoft.com/office/drawing/2014/main" id="{FE6AC5A3-4D6E-4E8F-9BDA-CB2C5D260A0C}"/>
              </a:ext>
            </a:extLst>
          </p:cNvPr>
          <p:cNvSpPr txBox="1"/>
          <p:nvPr/>
        </p:nvSpPr>
        <p:spPr>
          <a:xfrm>
            <a:off x="3256834" y="4876073"/>
            <a:ext cx="672092" cy="369332"/>
          </a:xfrm>
          <a:prstGeom prst="rect">
            <a:avLst/>
          </a:prstGeom>
          <a:noFill/>
        </p:spPr>
        <p:txBody>
          <a:bodyPr wrap="square" rtlCol="0">
            <a:spAutoFit/>
          </a:bodyPr>
          <a:lstStyle/>
          <a:p>
            <a:r>
              <a:rPr lang="zh-CN" altLang="en-US" b="1" dirty="0">
                <a:latin typeface="Arial Narrow" panose="020B0606020202030204" pitchFamily="34" charset="0"/>
              </a:rPr>
              <a:t>多播</a:t>
            </a:r>
          </a:p>
        </p:txBody>
      </p:sp>
      <p:sp>
        <p:nvSpPr>
          <p:cNvPr id="34" name="文本框 33">
            <a:extLst>
              <a:ext uri="{FF2B5EF4-FFF2-40B4-BE49-F238E27FC236}">
                <a16:creationId xmlns:a16="http://schemas.microsoft.com/office/drawing/2014/main" id="{770E522B-ACFF-4F69-996C-02CD9BD67D5A}"/>
              </a:ext>
            </a:extLst>
          </p:cNvPr>
          <p:cNvSpPr txBox="1"/>
          <p:nvPr/>
        </p:nvSpPr>
        <p:spPr>
          <a:xfrm>
            <a:off x="3256834" y="5972054"/>
            <a:ext cx="672092" cy="369332"/>
          </a:xfrm>
          <a:prstGeom prst="rect">
            <a:avLst/>
          </a:prstGeom>
          <a:noFill/>
        </p:spPr>
        <p:txBody>
          <a:bodyPr wrap="square" rtlCol="0">
            <a:spAutoFit/>
          </a:bodyPr>
          <a:lstStyle/>
          <a:p>
            <a:r>
              <a:rPr lang="zh-CN" altLang="en-US" b="1" dirty="0">
                <a:latin typeface="Arial Narrow" panose="020B0606020202030204" pitchFamily="34" charset="0"/>
              </a:rPr>
              <a:t>多播</a:t>
            </a:r>
          </a:p>
        </p:txBody>
      </p:sp>
      <p:sp>
        <p:nvSpPr>
          <p:cNvPr id="35" name="文本框 34">
            <a:extLst>
              <a:ext uri="{FF2B5EF4-FFF2-40B4-BE49-F238E27FC236}">
                <a16:creationId xmlns:a16="http://schemas.microsoft.com/office/drawing/2014/main" id="{C7092361-0158-4FC2-AB45-4A2D5641E2F1}"/>
              </a:ext>
            </a:extLst>
          </p:cNvPr>
          <p:cNvSpPr txBox="1"/>
          <p:nvPr/>
        </p:nvSpPr>
        <p:spPr>
          <a:xfrm>
            <a:off x="3928925" y="4329188"/>
            <a:ext cx="6116318" cy="369332"/>
          </a:xfrm>
          <a:prstGeom prst="rect">
            <a:avLst/>
          </a:prstGeom>
          <a:noFill/>
        </p:spPr>
        <p:txBody>
          <a:bodyPr wrap="square" rtlCol="0">
            <a:spAutoFit/>
          </a:bodyPr>
          <a:lstStyle/>
          <a:p>
            <a:r>
              <a:rPr lang="zh-CN" altLang="en-US" b="1" dirty="0">
                <a:latin typeface="Arial Narrow" panose="020B0606020202030204" pitchFamily="34" charset="0"/>
              </a:rPr>
              <a:t>（由厂商生产网络设备时固化在设备中）</a:t>
            </a:r>
          </a:p>
        </p:txBody>
      </p:sp>
      <p:sp>
        <p:nvSpPr>
          <p:cNvPr id="36" name="文本框 35">
            <a:extLst>
              <a:ext uri="{FF2B5EF4-FFF2-40B4-BE49-F238E27FC236}">
                <a16:creationId xmlns:a16="http://schemas.microsoft.com/office/drawing/2014/main" id="{D0E6D36E-BF58-427B-9D10-99331F9D0618}"/>
              </a:ext>
            </a:extLst>
          </p:cNvPr>
          <p:cNvSpPr txBox="1"/>
          <p:nvPr/>
        </p:nvSpPr>
        <p:spPr>
          <a:xfrm>
            <a:off x="3928925" y="5422958"/>
            <a:ext cx="6225424" cy="369332"/>
          </a:xfrm>
          <a:prstGeom prst="rect">
            <a:avLst/>
          </a:prstGeom>
          <a:noFill/>
        </p:spPr>
        <p:txBody>
          <a:bodyPr wrap="square" rtlCol="0">
            <a:spAutoFit/>
          </a:bodyPr>
          <a:lstStyle/>
          <a:p>
            <a:r>
              <a:rPr lang="zh-CN" altLang="en-US" b="1" dirty="0">
                <a:latin typeface="Arial Narrow" panose="020B0606020202030204" pitchFamily="34" charset="0"/>
              </a:rPr>
              <a:t>（由网络管理员分配，优先级高于网络接口的全球单播地址）</a:t>
            </a:r>
          </a:p>
        </p:txBody>
      </p:sp>
      <p:sp>
        <p:nvSpPr>
          <p:cNvPr id="37" name="文本框 36">
            <a:extLst>
              <a:ext uri="{FF2B5EF4-FFF2-40B4-BE49-F238E27FC236}">
                <a16:creationId xmlns:a16="http://schemas.microsoft.com/office/drawing/2014/main" id="{0A10DA69-4FA5-4DB4-AF65-D061AE2B1003}"/>
              </a:ext>
            </a:extLst>
          </p:cNvPr>
          <p:cNvSpPr txBox="1"/>
          <p:nvPr/>
        </p:nvSpPr>
        <p:spPr>
          <a:xfrm>
            <a:off x="3928925" y="4873862"/>
            <a:ext cx="6116318" cy="369332"/>
          </a:xfrm>
          <a:prstGeom prst="rect">
            <a:avLst/>
          </a:prstGeom>
          <a:noFill/>
        </p:spPr>
        <p:txBody>
          <a:bodyPr wrap="square" rtlCol="0">
            <a:spAutoFit/>
          </a:bodyPr>
          <a:lstStyle/>
          <a:p>
            <a:r>
              <a:rPr lang="zh-CN" altLang="en-US" b="1" dirty="0">
                <a:latin typeface="Arial Narrow" panose="020B0606020202030204" pitchFamily="34" charset="0"/>
              </a:rPr>
              <a:t>（交换机、路由器等标准网络设备所支持的多播地址）</a:t>
            </a:r>
          </a:p>
        </p:txBody>
      </p:sp>
      <p:sp>
        <p:nvSpPr>
          <p:cNvPr id="38" name="文本框 37">
            <a:extLst>
              <a:ext uri="{FF2B5EF4-FFF2-40B4-BE49-F238E27FC236}">
                <a16:creationId xmlns:a16="http://schemas.microsoft.com/office/drawing/2014/main" id="{738602B3-5544-46ED-948D-B8DE9CAA426F}"/>
              </a:ext>
            </a:extLst>
          </p:cNvPr>
          <p:cNvSpPr txBox="1"/>
          <p:nvPr/>
        </p:nvSpPr>
        <p:spPr>
          <a:xfrm>
            <a:off x="3928925" y="5968746"/>
            <a:ext cx="6116318" cy="369332"/>
          </a:xfrm>
          <a:prstGeom prst="rect">
            <a:avLst/>
          </a:prstGeom>
          <a:noFill/>
        </p:spPr>
        <p:txBody>
          <a:bodyPr wrap="square" rtlCol="0">
            <a:spAutoFit/>
          </a:bodyPr>
          <a:lstStyle/>
          <a:p>
            <a:r>
              <a:rPr lang="zh-CN" altLang="en-US" b="1" dirty="0">
                <a:latin typeface="Arial Narrow" panose="020B0606020202030204" pitchFamily="34" charset="0"/>
              </a:rPr>
              <a:t>（可由用户对网卡编程实现，以表明其属于哪些多播组）</a:t>
            </a:r>
          </a:p>
        </p:txBody>
      </p:sp>
      <mc:AlternateContent xmlns:mc="http://schemas.openxmlformats.org/markup-compatibility/2006" xmlns:a14="http://schemas.microsoft.com/office/drawing/2010/main">
        <mc:Choice Requires="a14">
          <p:sp>
            <p:nvSpPr>
              <p:cNvPr id="39" name="文本框 38">
                <a:extLst>
                  <a:ext uri="{FF2B5EF4-FFF2-40B4-BE49-F238E27FC236}">
                    <a16:creationId xmlns:a16="http://schemas.microsoft.com/office/drawing/2014/main" id="{36AED33C-F411-49DB-A4FD-BFD33201165D}"/>
                  </a:ext>
                </a:extLst>
              </p:cNvPr>
              <p:cNvSpPr txBox="1"/>
              <p:nvPr/>
            </p:nvSpPr>
            <p:spPr>
              <a:xfrm>
                <a:off x="11126562" y="5046303"/>
                <a:ext cx="672092" cy="532966"/>
              </a:xfrm>
              <a:prstGeom prst="rect">
                <a:avLst/>
              </a:prstGeom>
              <a:noFill/>
            </p:spPr>
            <p:txBody>
              <a:bodyPr wrap="square" rtlCol="0">
                <a:spAutoFit/>
              </a:bodyPr>
              <a:lstStyle/>
              <a:p>
                <a:pPr/>
                <a14:m>
                  <m:oMathPara xmlns:m="http://schemas.openxmlformats.org/officeDocument/2006/math">
                    <m:oMathParaPr>
                      <m:jc m:val="centerGroup"/>
                    </m:oMathParaPr>
                    <m:oMath xmlns:m="http://schemas.openxmlformats.org/officeDocument/2006/math">
                      <m:sSup>
                        <m:sSupPr>
                          <m:ctrlPr>
                            <a:rPr lang="en-US" altLang="zh-CN" sz="2800" b="1" i="1" smtClean="0">
                              <a:latin typeface="Cambria Math" panose="02040503050406030204" pitchFamily="18" charset="0"/>
                            </a:rPr>
                          </m:ctrlPr>
                        </m:sSupPr>
                        <m:e>
                          <m:r>
                            <a:rPr lang="en-US" altLang="zh-CN" sz="2800" b="1" i="1" smtClean="0">
                              <a:latin typeface="Cambria Math" panose="02040503050406030204" pitchFamily="18" charset="0"/>
                            </a:rPr>
                            <m:t>𝟐</m:t>
                          </m:r>
                        </m:e>
                        <m:sup>
                          <m:r>
                            <a:rPr lang="en-US" altLang="zh-CN" sz="2800" b="1" i="1" smtClean="0">
                              <a:latin typeface="Cambria Math" panose="02040503050406030204" pitchFamily="18" charset="0"/>
                            </a:rPr>
                            <m:t>𝟒𝟖</m:t>
                          </m:r>
                        </m:sup>
                      </m:sSup>
                    </m:oMath>
                  </m:oMathPara>
                </a14:m>
                <a:endParaRPr lang="zh-CN" altLang="en-US" sz="2800" b="1" dirty="0">
                  <a:latin typeface="Arial Narrow" panose="020B0606020202030204" pitchFamily="34" charset="0"/>
                </a:endParaRPr>
              </a:p>
            </p:txBody>
          </p:sp>
        </mc:Choice>
        <mc:Fallback xmlns="">
          <p:sp>
            <p:nvSpPr>
              <p:cNvPr id="39" name="文本框 38">
                <a:extLst>
                  <a:ext uri="{FF2B5EF4-FFF2-40B4-BE49-F238E27FC236}">
                    <a16:creationId xmlns:a16="http://schemas.microsoft.com/office/drawing/2014/main" id="{36AED33C-F411-49DB-A4FD-BFD33201165D}"/>
                  </a:ext>
                </a:extLst>
              </p:cNvPr>
              <p:cNvSpPr txBox="1">
                <a:spLocks noRot="1" noChangeAspect="1" noMove="1" noResize="1" noEditPoints="1" noAdjustHandles="1" noChangeArrowheads="1" noChangeShapeType="1" noTextEdit="1"/>
              </p:cNvSpPr>
              <p:nvPr/>
            </p:nvSpPr>
            <p:spPr>
              <a:xfrm>
                <a:off x="11126562" y="5046303"/>
                <a:ext cx="672092" cy="532966"/>
              </a:xfrm>
              <a:prstGeom prst="rect">
                <a:avLst/>
              </a:prstGeom>
              <a:blipFill>
                <a:blip r:embed="rId3"/>
                <a:stretch>
                  <a:fillRect/>
                </a:stretch>
              </a:blipFill>
            </p:spPr>
            <p:txBody>
              <a:bodyPr/>
              <a:lstStyle/>
              <a:p>
                <a:r>
                  <a:rPr lang="zh-CN" altLang="en-US">
                    <a:noFill/>
                  </a:rPr>
                  <a:t> </a:t>
                </a:r>
              </a:p>
            </p:txBody>
          </p:sp>
        </mc:Fallback>
      </mc:AlternateContent>
      <mc:AlternateContent xmlns:mc="http://schemas.openxmlformats.org/markup-compatibility/2006" xmlns:a14="http://schemas.microsoft.com/office/drawing/2010/main">
        <mc:Choice Requires="a14">
          <p:sp>
            <p:nvSpPr>
              <p:cNvPr id="43" name="文本框 42">
                <a:extLst>
                  <a:ext uri="{FF2B5EF4-FFF2-40B4-BE49-F238E27FC236}">
                    <a16:creationId xmlns:a16="http://schemas.microsoft.com/office/drawing/2014/main" id="{4F40729E-2705-4E60-A619-94802C800A68}"/>
                  </a:ext>
                </a:extLst>
              </p:cNvPr>
              <p:cNvSpPr txBox="1"/>
              <p:nvPr/>
            </p:nvSpPr>
            <p:spPr>
              <a:xfrm>
                <a:off x="10242897" y="4279729"/>
                <a:ext cx="672092" cy="461665"/>
              </a:xfrm>
              <a:prstGeom prst="rect">
                <a:avLst/>
              </a:prstGeom>
              <a:noFill/>
            </p:spPr>
            <p:txBody>
              <a:bodyPr wrap="square" rtlCol="0">
                <a:spAutoFit/>
              </a:bodyPr>
              <a:lstStyle/>
              <a:p>
                <a:pPr/>
                <a14:m>
                  <m:oMathPara xmlns:m="http://schemas.openxmlformats.org/officeDocument/2006/math">
                    <m:oMathParaPr>
                      <m:jc m:val="centerGroup"/>
                    </m:oMathParaPr>
                    <m:oMath xmlns:m="http://schemas.openxmlformats.org/officeDocument/2006/math">
                      <m:f>
                        <m:fPr>
                          <m:type m:val="lin"/>
                          <m:ctrlPr>
                            <a:rPr lang="zh-CN" altLang="en-US" sz="2400" b="1" i="1" dirty="0" smtClean="0">
                              <a:latin typeface="Cambria Math" panose="02040503050406030204" pitchFamily="18" charset="0"/>
                            </a:rPr>
                          </m:ctrlPr>
                        </m:fPr>
                        <m:num>
                          <m:r>
                            <a:rPr lang="en-US" altLang="zh-CN" sz="2400" b="1" i="1" dirty="0" smtClean="0">
                              <a:latin typeface="Cambria Math" panose="02040503050406030204" pitchFamily="18" charset="0"/>
                            </a:rPr>
                            <m:t>𝟏</m:t>
                          </m:r>
                        </m:num>
                        <m:den>
                          <m:r>
                            <a:rPr lang="en-US" altLang="zh-CN" sz="2400" b="1" i="1" dirty="0" smtClean="0">
                              <a:latin typeface="Cambria Math" panose="02040503050406030204" pitchFamily="18" charset="0"/>
                            </a:rPr>
                            <m:t>𝟒</m:t>
                          </m:r>
                        </m:den>
                      </m:f>
                    </m:oMath>
                  </m:oMathPara>
                </a14:m>
                <a:endParaRPr lang="zh-CN" altLang="en-US" sz="2400" b="1" dirty="0">
                  <a:latin typeface="Arial Narrow" panose="020B0606020202030204" pitchFamily="34" charset="0"/>
                </a:endParaRPr>
              </a:p>
            </p:txBody>
          </p:sp>
        </mc:Choice>
        <mc:Fallback xmlns="">
          <p:sp>
            <p:nvSpPr>
              <p:cNvPr id="43" name="文本框 42">
                <a:extLst>
                  <a:ext uri="{FF2B5EF4-FFF2-40B4-BE49-F238E27FC236}">
                    <a16:creationId xmlns:a16="http://schemas.microsoft.com/office/drawing/2014/main" id="{4F40729E-2705-4E60-A619-94802C800A68}"/>
                  </a:ext>
                </a:extLst>
              </p:cNvPr>
              <p:cNvSpPr txBox="1">
                <a:spLocks noRot="1" noChangeAspect="1" noMove="1" noResize="1" noEditPoints="1" noAdjustHandles="1" noChangeArrowheads="1" noChangeShapeType="1" noTextEdit="1"/>
              </p:cNvSpPr>
              <p:nvPr/>
            </p:nvSpPr>
            <p:spPr>
              <a:xfrm>
                <a:off x="10242897" y="4279729"/>
                <a:ext cx="672092" cy="461665"/>
              </a:xfrm>
              <a:prstGeom prst="rect">
                <a:avLst/>
              </a:prstGeom>
              <a:blipFill>
                <a:blip r:embed="rId4"/>
                <a:stretch>
                  <a:fillRect l="-40541" t="-122368" r="-94595" b="-193421"/>
                </a:stretch>
              </a:blipFill>
            </p:spPr>
            <p:txBody>
              <a:bodyPr/>
              <a:lstStyle/>
              <a:p>
                <a:r>
                  <a:rPr lang="zh-CN" altLang="en-US">
                    <a:noFill/>
                  </a:rPr>
                  <a:t> </a:t>
                </a:r>
              </a:p>
            </p:txBody>
          </p:sp>
        </mc:Fallback>
      </mc:AlternateContent>
      <mc:AlternateContent xmlns:mc="http://schemas.openxmlformats.org/markup-compatibility/2006" xmlns:a14="http://schemas.microsoft.com/office/drawing/2010/main">
        <mc:Choice Requires="a14">
          <p:sp>
            <p:nvSpPr>
              <p:cNvPr id="44" name="文本框 43">
                <a:extLst>
                  <a:ext uri="{FF2B5EF4-FFF2-40B4-BE49-F238E27FC236}">
                    <a16:creationId xmlns:a16="http://schemas.microsoft.com/office/drawing/2014/main" id="{972BCAA0-BCAC-4447-8DA2-22B83BE17BDB}"/>
                  </a:ext>
                </a:extLst>
              </p:cNvPr>
              <p:cNvSpPr txBox="1"/>
              <p:nvPr/>
            </p:nvSpPr>
            <p:spPr>
              <a:xfrm>
                <a:off x="10242897" y="4828758"/>
                <a:ext cx="672092" cy="461665"/>
              </a:xfrm>
              <a:prstGeom prst="rect">
                <a:avLst/>
              </a:prstGeom>
              <a:noFill/>
            </p:spPr>
            <p:txBody>
              <a:bodyPr wrap="square" rtlCol="0">
                <a:spAutoFit/>
              </a:bodyPr>
              <a:lstStyle/>
              <a:p>
                <a:pPr/>
                <a14:m>
                  <m:oMathPara xmlns:m="http://schemas.openxmlformats.org/officeDocument/2006/math">
                    <m:oMathParaPr>
                      <m:jc m:val="centerGroup"/>
                    </m:oMathParaPr>
                    <m:oMath xmlns:m="http://schemas.openxmlformats.org/officeDocument/2006/math">
                      <m:f>
                        <m:fPr>
                          <m:type m:val="lin"/>
                          <m:ctrlPr>
                            <a:rPr lang="zh-CN" altLang="en-US" sz="2400" b="1" i="1" dirty="0" smtClean="0">
                              <a:latin typeface="Cambria Math" panose="02040503050406030204" pitchFamily="18" charset="0"/>
                            </a:rPr>
                          </m:ctrlPr>
                        </m:fPr>
                        <m:num>
                          <m:r>
                            <a:rPr lang="en-US" altLang="zh-CN" sz="2400" b="1" i="1" dirty="0" smtClean="0">
                              <a:latin typeface="Cambria Math" panose="02040503050406030204" pitchFamily="18" charset="0"/>
                            </a:rPr>
                            <m:t>𝟏</m:t>
                          </m:r>
                        </m:num>
                        <m:den>
                          <m:r>
                            <a:rPr lang="en-US" altLang="zh-CN" sz="2400" b="1" i="1" dirty="0" smtClean="0">
                              <a:latin typeface="Cambria Math" panose="02040503050406030204" pitchFamily="18" charset="0"/>
                            </a:rPr>
                            <m:t>𝟒</m:t>
                          </m:r>
                        </m:den>
                      </m:f>
                    </m:oMath>
                  </m:oMathPara>
                </a14:m>
                <a:endParaRPr lang="zh-CN" altLang="en-US" sz="2400" b="1" dirty="0">
                  <a:latin typeface="Arial Narrow" panose="020B0606020202030204" pitchFamily="34" charset="0"/>
                </a:endParaRPr>
              </a:p>
            </p:txBody>
          </p:sp>
        </mc:Choice>
        <mc:Fallback xmlns="">
          <p:sp>
            <p:nvSpPr>
              <p:cNvPr id="44" name="文本框 43">
                <a:extLst>
                  <a:ext uri="{FF2B5EF4-FFF2-40B4-BE49-F238E27FC236}">
                    <a16:creationId xmlns:a16="http://schemas.microsoft.com/office/drawing/2014/main" id="{972BCAA0-BCAC-4447-8DA2-22B83BE17BDB}"/>
                  </a:ext>
                </a:extLst>
              </p:cNvPr>
              <p:cNvSpPr txBox="1">
                <a:spLocks noRot="1" noChangeAspect="1" noMove="1" noResize="1" noEditPoints="1" noAdjustHandles="1" noChangeArrowheads="1" noChangeShapeType="1" noTextEdit="1"/>
              </p:cNvSpPr>
              <p:nvPr/>
            </p:nvSpPr>
            <p:spPr>
              <a:xfrm>
                <a:off x="10242897" y="4828758"/>
                <a:ext cx="672092" cy="461665"/>
              </a:xfrm>
              <a:prstGeom prst="rect">
                <a:avLst/>
              </a:prstGeom>
              <a:blipFill>
                <a:blip r:embed="rId5"/>
                <a:stretch>
                  <a:fillRect l="-40541" t="-122368" r="-94595" b="-193421"/>
                </a:stretch>
              </a:blipFill>
            </p:spPr>
            <p:txBody>
              <a:bodyPr/>
              <a:lstStyle/>
              <a:p>
                <a:r>
                  <a:rPr lang="zh-CN" altLang="en-US">
                    <a:noFill/>
                  </a:rPr>
                  <a:t> </a:t>
                </a:r>
              </a:p>
            </p:txBody>
          </p:sp>
        </mc:Fallback>
      </mc:AlternateContent>
      <mc:AlternateContent xmlns:mc="http://schemas.openxmlformats.org/markup-compatibility/2006" xmlns:a14="http://schemas.microsoft.com/office/drawing/2010/main">
        <mc:Choice Requires="a14">
          <p:sp>
            <p:nvSpPr>
              <p:cNvPr id="45" name="文本框 44">
                <a:extLst>
                  <a:ext uri="{FF2B5EF4-FFF2-40B4-BE49-F238E27FC236}">
                    <a16:creationId xmlns:a16="http://schemas.microsoft.com/office/drawing/2014/main" id="{D8F47107-8B8A-4EDB-9950-D3B2CBBDE801}"/>
                  </a:ext>
                </a:extLst>
              </p:cNvPr>
              <p:cNvSpPr txBox="1"/>
              <p:nvPr/>
            </p:nvSpPr>
            <p:spPr>
              <a:xfrm>
                <a:off x="10242897" y="5377787"/>
                <a:ext cx="672092" cy="461665"/>
              </a:xfrm>
              <a:prstGeom prst="rect">
                <a:avLst/>
              </a:prstGeom>
              <a:noFill/>
            </p:spPr>
            <p:txBody>
              <a:bodyPr wrap="square" rtlCol="0">
                <a:spAutoFit/>
              </a:bodyPr>
              <a:lstStyle/>
              <a:p>
                <a:pPr/>
                <a14:m>
                  <m:oMathPara xmlns:m="http://schemas.openxmlformats.org/officeDocument/2006/math">
                    <m:oMathParaPr>
                      <m:jc m:val="centerGroup"/>
                    </m:oMathParaPr>
                    <m:oMath xmlns:m="http://schemas.openxmlformats.org/officeDocument/2006/math">
                      <m:f>
                        <m:fPr>
                          <m:type m:val="lin"/>
                          <m:ctrlPr>
                            <a:rPr lang="zh-CN" altLang="en-US" sz="2400" b="1" i="1" dirty="0" smtClean="0">
                              <a:latin typeface="Cambria Math" panose="02040503050406030204" pitchFamily="18" charset="0"/>
                            </a:rPr>
                          </m:ctrlPr>
                        </m:fPr>
                        <m:num>
                          <m:r>
                            <a:rPr lang="en-US" altLang="zh-CN" sz="2400" b="1" i="1" dirty="0" smtClean="0">
                              <a:latin typeface="Cambria Math" panose="02040503050406030204" pitchFamily="18" charset="0"/>
                            </a:rPr>
                            <m:t>𝟏</m:t>
                          </m:r>
                        </m:num>
                        <m:den>
                          <m:r>
                            <a:rPr lang="en-US" altLang="zh-CN" sz="2400" b="1" i="1" dirty="0" smtClean="0">
                              <a:latin typeface="Cambria Math" panose="02040503050406030204" pitchFamily="18" charset="0"/>
                            </a:rPr>
                            <m:t>𝟒</m:t>
                          </m:r>
                        </m:den>
                      </m:f>
                    </m:oMath>
                  </m:oMathPara>
                </a14:m>
                <a:endParaRPr lang="zh-CN" altLang="en-US" sz="2400" b="1" dirty="0">
                  <a:latin typeface="Arial Narrow" panose="020B0606020202030204" pitchFamily="34" charset="0"/>
                </a:endParaRPr>
              </a:p>
            </p:txBody>
          </p:sp>
        </mc:Choice>
        <mc:Fallback xmlns="">
          <p:sp>
            <p:nvSpPr>
              <p:cNvPr id="45" name="文本框 44">
                <a:extLst>
                  <a:ext uri="{FF2B5EF4-FFF2-40B4-BE49-F238E27FC236}">
                    <a16:creationId xmlns:a16="http://schemas.microsoft.com/office/drawing/2014/main" id="{D8F47107-8B8A-4EDB-9950-D3B2CBBDE801}"/>
                  </a:ext>
                </a:extLst>
              </p:cNvPr>
              <p:cNvSpPr txBox="1">
                <a:spLocks noRot="1" noChangeAspect="1" noMove="1" noResize="1" noEditPoints="1" noAdjustHandles="1" noChangeArrowheads="1" noChangeShapeType="1" noTextEdit="1"/>
              </p:cNvSpPr>
              <p:nvPr/>
            </p:nvSpPr>
            <p:spPr>
              <a:xfrm>
                <a:off x="10242897" y="5377787"/>
                <a:ext cx="672092" cy="461665"/>
              </a:xfrm>
              <a:prstGeom prst="rect">
                <a:avLst/>
              </a:prstGeom>
              <a:blipFill>
                <a:blip r:embed="rId6"/>
                <a:stretch>
                  <a:fillRect l="-40541" t="-122368" r="-94595" b="-193421"/>
                </a:stretch>
              </a:blipFill>
            </p:spPr>
            <p:txBody>
              <a:bodyPr/>
              <a:lstStyle/>
              <a:p>
                <a:r>
                  <a:rPr lang="zh-CN" altLang="en-US">
                    <a:noFill/>
                  </a:rPr>
                  <a:t> </a:t>
                </a:r>
              </a:p>
            </p:txBody>
          </p:sp>
        </mc:Fallback>
      </mc:AlternateContent>
      <mc:AlternateContent xmlns:mc="http://schemas.openxmlformats.org/markup-compatibility/2006" xmlns:a14="http://schemas.microsoft.com/office/drawing/2010/main">
        <mc:Choice Requires="a14">
          <p:sp>
            <p:nvSpPr>
              <p:cNvPr id="46" name="文本框 45">
                <a:extLst>
                  <a:ext uri="{FF2B5EF4-FFF2-40B4-BE49-F238E27FC236}">
                    <a16:creationId xmlns:a16="http://schemas.microsoft.com/office/drawing/2014/main" id="{24AD3CA7-B18D-4C76-A593-F5A4955CC8FE}"/>
                  </a:ext>
                </a:extLst>
              </p:cNvPr>
              <p:cNvSpPr txBox="1"/>
              <p:nvPr/>
            </p:nvSpPr>
            <p:spPr>
              <a:xfrm>
                <a:off x="10242897" y="5926816"/>
                <a:ext cx="672092" cy="461665"/>
              </a:xfrm>
              <a:prstGeom prst="rect">
                <a:avLst/>
              </a:prstGeom>
              <a:noFill/>
            </p:spPr>
            <p:txBody>
              <a:bodyPr wrap="square" rtlCol="0">
                <a:spAutoFit/>
              </a:bodyPr>
              <a:lstStyle/>
              <a:p>
                <a:pPr/>
                <a14:m>
                  <m:oMathPara xmlns:m="http://schemas.openxmlformats.org/officeDocument/2006/math">
                    <m:oMathParaPr>
                      <m:jc m:val="centerGroup"/>
                    </m:oMathParaPr>
                    <m:oMath xmlns:m="http://schemas.openxmlformats.org/officeDocument/2006/math">
                      <m:f>
                        <m:fPr>
                          <m:type m:val="lin"/>
                          <m:ctrlPr>
                            <a:rPr lang="zh-CN" altLang="en-US" sz="2400" b="1" i="1" dirty="0" smtClean="0">
                              <a:latin typeface="Cambria Math" panose="02040503050406030204" pitchFamily="18" charset="0"/>
                            </a:rPr>
                          </m:ctrlPr>
                        </m:fPr>
                        <m:num>
                          <m:r>
                            <a:rPr lang="en-US" altLang="zh-CN" sz="2400" b="1" i="1" dirty="0" smtClean="0">
                              <a:latin typeface="Cambria Math" panose="02040503050406030204" pitchFamily="18" charset="0"/>
                            </a:rPr>
                            <m:t>𝟏</m:t>
                          </m:r>
                        </m:num>
                        <m:den>
                          <m:r>
                            <a:rPr lang="en-US" altLang="zh-CN" sz="2400" b="1" i="1" dirty="0" smtClean="0">
                              <a:latin typeface="Cambria Math" panose="02040503050406030204" pitchFamily="18" charset="0"/>
                            </a:rPr>
                            <m:t>𝟒</m:t>
                          </m:r>
                        </m:den>
                      </m:f>
                    </m:oMath>
                  </m:oMathPara>
                </a14:m>
                <a:endParaRPr lang="zh-CN" altLang="en-US" sz="2400" b="1" dirty="0">
                  <a:latin typeface="Arial Narrow" panose="020B0606020202030204" pitchFamily="34" charset="0"/>
                </a:endParaRPr>
              </a:p>
            </p:txBody>
          </p:sp>
        </mc:Choice>
        <mc:Fallback xmlns="">
          <p:sp>
            <p:nvSpPr>
              <p:cNvPr id="46" name="文本框 45">
                <a:extLst>
                  <a:ext uri="{FF2B5EF4-FFF2-40B4-BE49-F238E27FC236}">
                    <a16:creationId xmlns:a16="http://schemas.microsoft.com/office/drawing/2014/main" id="{24AD3CA7-B18D-4C76-A593-F5A4955CC8FE}"/>
                  </a:ext>
                </a:extLst>
              </p:cNvPr>
              <p:cNvSpPr txBox="1">
                <a:spLocks noRot="1" noChangeAspect="1" noMove="1" noResize="1" noEditPoints="1" noAdjustHandles="1" noChangeArrowheads="1" noChangeShapeType="1" noTextEdit="1"/>
              </p:cNvSpPr>
              <p:nvPr/>
            </p:nvSpPr>
            <p:spPr>
              <a:xfrm>
                <a:off x="10242897" y="5926816"/>
                <a:ext cx="672092" cy="461665"/>
              </a:xfrm>
              <a:prstGeom prst="rect">
                <a:avLst/>
              </a:prstGeom>
              <a:blipFill>
                <a:blip r:embed="rId7"/>
                <a:stretch>
                  <a:fillRect l="-40541" t="-122368" r="-94595" b="-193421"/>
                </a:stretch>
              </a:blipFill>
            </p:spPr>
            <p:txBody>
              <a:bodyPr/>
              <a:lstStyle/>
              <a:p>
                <a:r>
                  <a:rPr lang="zh-CN" altLang="en-US">
                    <a:noFill/>
                  </a:rPr>
                  <a:t> </a:t>
                </a:r>
              </a:p>
            </p:txBody>
          </p:sp>
        </mc:Fallback>
      </mc:AlternateContent>
      <p:sp>
        <p:nvSpPr>
          <p:cNvPr id="47" name="文本框 46">
            <a:extLst>
              <a:ext uri="{FF2B5EF4-FFF2-40B4-BE49-F238E27FC236}">
                <a16:creationId xmlns:a16="http://schemas.microsoft.com/office/drawing/2014/main" id="{9EFEF3D2-7407-4734-90A7-6F55C5317A16}"/>
              </a:ext>
            </a:extLst>
          </p:cNvPr>
          <p:cNvSpPr txBox="1"/>
          <p:nvPr/>
        </p:nvSpPr>
        <p:spPr>
          <a:xfrm>
            <a:off x="10977225" y="5607624"/>
            <a:ext cx="998525" cy="307777"/>
          </a:xfrm>
          <a:prstGeom prst="rect">
            <a:avLst/>
          </a:prstGeom>
          <a:noFill/>
        </p:spPr>
        <p:txBody>
          <a:bodyPr wrap="square" rtlCol="0">
            <a:spAutoFit/>
          </a:bodyPr>
          <a:lstStyle/>
          <a:p>
            <a:r>
              <a:rPr lang="zh-CN" altLang="en-US" sz="1400" b="1" dirty="0">
                <a:latin typeface="Arial Narrow" panose="020B0606020202030204" pitchFamily="34" charset="0"/>
              </a:rPr>
              <a:t>≈ </a:t>
            </a:r>
            <a:r>
              <a:rPr lang="en-US" altLang="zh-CN" sz="1400" b="1" dirty="0">
                <a:latin typeface="Arial Narrow" panose="020B0606020202030204" pitchFamily="34" charset="0"/>
              </a:rPr>
              <a:t>280 </a:t>
            </a:r>
            <a:r>
              <a:rPr lang="zh-CN" altLang="en-US" sz="1400" b="1" dirty="0">
                <a:latin typeface="Arial Narrow" panose="020B0606020202030204" pitchFamily="34" charset="0"/>
              </a:rPr>
              <a:t>万亿</a:t>
            </a:r>
          </a:p>
        </p:txBody>
      </p:sp>
    </p:spTree>
    <p:custDataLst>
      <p:tags r:id="rId1"/>
    </p:custDataLst>
    <p:extLst>
      <p:ext uri="{BB962C8B-B14F-4D97-AF65-F5344CB8AC3E}">
        <p14:creationId xmlns:p14="http://schemas.microsoft.com/office/powerpoint/2010/main" val="2111974523"/>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53" presetClass="entr" presetSubtype="16" fill="hold" grpId="0" nodeType="withEffect">
                                  <p:stCondLst>
                                    <p:cond delay="0"/>
                                  </p:stCondLst>
                                  <p:childTnLst>
                                    <p:set>
                                      <p:cBhvr>
                                        <p:cTn id="6" dur="1" fill="hold">
                                          <p:stCondLst>
                                            <p:cond delay="0"/>
                                          </p:stCondLst>
                                        </p:cTn>
                                        <p:tgtEl>
                                          <p:spTgt spid="39"/>
                                        </p:tgtEl>
                                        <p:attrNameLst>
                                          <p:attrName>style.visibility</p:attrName>
                                        </p:attrNameLst>
                                      </p:cBhvr>
                                      <p:to>
                                        <p:strVal val="visible"/>
                                      </p:to>
                                    </p:set>
                                    <p:anim calcmode="lin" valueType="num">
                                      <p:cBhvr>
                                        <p:cTn id="7" dur="500" fill="hold"/>
                                        <p:tgtEl>
                                          <p:spTgt spid="39"/>
                                        </p:tgtEl>
                                        <p:attrNameLst>
                                          <p:attrName>ppt_w</p:attrName>
                                        </p:attrNameLst>
                                      </p:cBhvr>
                                      <p:tavLst>
                                        <p:tav tm="0">
                                          <p:val>
                                            <p:fltVal val="0"/>
                                          </p:val>
                                        </p:tav>
                                        <p:tav tm="100000">
                                          <p:val>
                                            <p:strVal val="#ppt_w"/>
                                          </p:val>
                                        </p:tav>
                                      </p:tavLst>
                                    </p:anim>
                                    <p:anim calcmode="lin" valueType="num">
                                      <p:cBhvr>
                                        <p:cTn id="8" dur="500" fill="hold"/>
                                        <p:tgtEl>
                                          <p:spTgt spid="39"/>
                                        </p:tgtEl>
                                        <p:attrNameLst>
                                          <p:attrName>ppt_h</p:attrName>
                                        </p:attrNameLst>
                                      </p:cBhvr>
                                      <p:tavLst>
                                        <p:tav tm="0">
                                          <p:val>
                                            <p:fltVal val="0"/>
                                          </p:val>
                                        </p:tav>
                                        <p:tav tm="100000">
                                          <p:val>
                                            <p:strVal val="#ppt_h"/>
                                          </p:val>
                                        </p:tav>
                                      </p:tavLst>
                                    </p:anim>
                                    <p:animEffect transition="in" filter="fade">
                                      <p:cBhvr>
                                        <p:cTn id="9" dur="500"/>
                                        <p:tgtEl>
                                          <p:spTgt spid="39"/>
                                        </p:tgtEl>
                                      </p:cBhvr>
                                    </p:animEffect>
                                  </p:childTnLst>
                                </p:cTn>
                              </p:par>
                            </p:childTnLst>
                          </p:cTn>
                        </p:par>
                      </p:childTnLst>
                    </p:cTn>
                  </p:par>
                  <p:par>
                    <p:cTn id="10" fill="hold">
                      <p:stCondLst>
                        <p:cond delay="indefinite"/>
                      </p:stCondLst>
                      <p:childTnLst>
                        <p:par>
                          <p:cTn id="11" fill="hold">
                            <p:stCondLst>
                              <p:cond delay="0"/>
                            </p:stCondLst>
                            <p:childTnLst>
                              <p:par>
                                <p:cTn id="12" presetID="47" presetClass="entr" presetSubtype="0" fill="hold" grpId="0" nodeType="clickEffect">
                                  <p:stCondLst>
                                    <p:cond delay="0"/>
                                  </p:stCondLst>
                                  <p:childTnLst>
                                    <p:set>
                                      <p:cBhvr>
                                        <p:cTn id="13" dur="1" fill="hold">
                                          <p:stCondLst>
                                            <p:cond delay="0"/>
                                          </p:stCondLst>
                                        </p:cTn>
                                        <p:tgtEl>
                                          <p:spTgt spid="47"/>
                                        </p:tgtEl>
                                        <p:attrNameLst>
                                          <p:attrName>style.visibility</p:attrName>
                                        </p:attrNameLst>
                                      </p:cBhvr>
                                      <p:to>
                                        <p:strVal val="visible"/>
                                      </p:to>
                                    </p:set>
                                    <p:animEffect transition="in" filter="fade">
                                      <p:cBhvr>
                                        <p:cTn id="14" dur="1000"/>
                                        <p:tgtEl>
                                          <p:spTgt spid="47"/>
                                        </p:tgtEl>
                                      </p:cBhvr>
                                    </p:animEffect>
                                    <p:anim calcmode="lin" valueType="num">
                                      <p:cBhvr>
                                        <p:cTn id="15" dur="1000" fill="hold"/>
                                        <p:tgtEl>
                                          <p:spTgt spid="47"/>
                                        </p:tgtEl>
                                        <p:attrNameLst>
                                          <p:attrName>ppt_x</p:attrName>
                                        </p:attrNameLst>
                                      </p:cBhvr>
                                      <p:tavLst>
                                        <p:tav tm="0">
                                          <p:val>
                                            <p:strVal val="#ppt_x"/>
                                          </p:val>
                                        </p:tav>
                                        <p:tav tm="100000">
                                          <p:val>
                                            <p:strVal val="#ppt_x"/>
                                          </p:val>
                                        </p:tav>
                                      </p:tavLst>
                                    </p:anim>
                                    <p:anim calcmode="lin" valueType="num">
                                      <p:cBhvr>
                                        <p:cTn id="16" dur="1000" fill="hold"/>
                                        <p:tgtEl>
                                          <p:spTgt spid="47"/>
                                        </p:tgtEl>
                                        <p:attrNameLst>
                                          <p:attrName>ppt_y</p:attrName>
                                        </p:attrNameLst>
                                      </p:cBhvr>
                                      <p:tavLst>
                                        <p:tav tm="0">
                                          <p:val>
                                            <p:strVal val="#ppt_y-.1"/>
                                          </p:val>
                                        </p:tav>
                                        <p:tav tm="100000">
                                          <p:val>
                                            <p:strVal val="#ppt_y"/>
                                          </p:val>
                                        </p:tav>
                                      </p:tavLst>
                                    </p:anim>
                                  </p:childTnLst>
                                </p:cTn>
                              </p:par>
                            </p:childTnLst>
                          </p:cTn>
                        </p:par>
                      </p:childTnLst>
                    </p:cTn>
                  </p:par>
                  <p:par>
                    <p:cTn id="17" fill="hold">
                      <p:stCondLst>
                        <p:cond delay="indefinite"/>
                      </p:stCondLst>
                      <p:childTnLst>
                        <p:par>
                          <p:cTn id="18" fill="hold">
                            <p:stCondLst>
                              <p:cond delay="0"/>
                            </p:stCondLst>
                            <p:childTnLst>
                              <p:par>
                                <p:cTn id="19" presetID="53" presetClass="entr" presetSubtype="16" fill="hold" grpId="0" nodeType="clickEffect">
                                  <p:stCondLst>
                                    <p:cond delay="0"/>
                                  </p:stCondLst>
                                  <p:childTnLst>
                                    <p:set>
                                      <p:cBhvr>
                                        <p:cTn id="20" dur="1" fill="hold">
                                          <p:stCondLst>
                                            <p:cond delay="0"/>
                                          </p:stCondLst>
                                        </p:cTn>
                                        <p:tgtEl>
                                          <p:spTgt spid="43"/>
                                        </p:tgtEl>
                                        <p:attrNameLst>
                                          <p:attrName>style.visibility</p:attrName>
                                        </p:attrNameLst>
                                      </p:cBhvr>
                                      <p:to>
                                        <p:strVal val="visible"/>
                                      </p:to>
                                    </p:set>
                                    <p:anim calcmode="lin" valueType="num">
                                      <p:cBhvr>
                                        <p:cTn id="21" dur="500" fill="hold"/>
                                        <p:tgtEl>
                                          <p:spTgt spid="43"/>
                                        </p:tgtEl>
                                        <p:attrNameLst>
                                          <p:attrName>ppt_w</p:attrName>
                                        </p:attrNameLst>
                                      </p:cBhvr>
                                      <p:tavLst>
                                        <p:tav tm="0">
                                          <p:val>
                                            <p:fltVal val="0"/>
                                          </p:val>
                                        </p:tav>
                                        <p:tav tm="100000">
                                          <p:val>
                                            <p:strVal val="#ppt_w"/>
                                          </p:val>
                                        </p:tav>
                                      </p:tavLst>
                                    </p:anim>
                                    <p:anim calcmode="lin" valueType="num">
                                      <p:cBhvr>
                                        <p:cTn id="22" dur="500" fill="hold"/>
                                        <p:tgtEl>
                                          <p:spTgt spid="43"/>
                                        </p:tgtEl>
                                        <p:attrNameLst>
                                          <p:attrName>ppt_h</p:attrName>
                                        </p:attrNameLst>
                                      </p:cBhvr>
                                      <p:tavLst>
                                        <p:tav tm="0">
                                          <p:val>
                                            <p:fltVal val="0"/>
                                          </p:val>
                                        </p:tav>
                                        <p:tav tm="100000">
                                          <p:val>
                                            <p:strVal val="#ppt_h"/>
                                          </p:val>
                                        </p:tav>
                                      </p:tavLst>
                                    </p:anim>
                                    <p:animEffect transition="in" filter="fade">
                                      <p:cBhvr>
                                        <p:cTn id="23" dur="500"/>
                                        <p:tgtEl>
                                          <p:spTgt spid="43"/>
                                        </p:tgtEl>
                                      </p:cBhvr>
                                    </p:animEffect>
                                  </p:childTnLst>
                                </p:cTn>
                              </p:par>
                              <p:par>
                                <p:cTn id="24" presetID="53" presetClass="entr" presetSubtype="16" fill="hold" grpId="0" nodeType="withEffect">
                                  <p:stCondLst>
                                    <p:cond delay="0"/>
                                  </p:stCondLst>
                                  <p:childTnLst>
                                    <p:set>
                                      <p:cBhvr>
                                        <p:cTn id="25" dur="1" fill="hold">
                                          <p:stCondLst>
                                            <p:cond delay="0"/>
                                          </p:stCondLst>
                                        </p:cTn>
                                        <p:tgtEl>
                                          <p:spTgt spid="44"/>
                                        </p:tgtEl>
                                        <p:attrNameLst>
                                          <p:attrName>style.visibility</p:attrName>
                                        </p:attrNameLst>
                                      </p:cBhvr>
                                      <p:to>
                                        <p:strVal val="visible"/>
                                      </p:to>
                                    </p:set>
                                    <p:anim calcmode="lin" valueType="num">
                                      <p:cBhvr>
                                        <p:cTn id="26" dur="500" fill="hold"/>
                                        <p:tgtEl>
                                          <p:spTgt spid="44"/>
                                        </p:tgtEl>
                                        <p:attrNameLst>
                                          <p:attrName>ppt_w</p:attrName>
                                        </p:attrNameLst>
                                      </p:cBhvr>
                                      <p:tavLst>
                                        <p:tav tm="0">
                                          <p:val>
                                            <p:fltVal val="0"/>
                                          </p:val>
                                        </p:tav>
                                        <p:tav tm="100000">
                                          <p:val>
                                            <p:strVal val="#ppt_w"/>
                                          </p:val>
                                        </p:tav>
                                      </p:tavLst>
                                    </p:anim>
                                    <p:anim calcmode="lin" valueType="num">
                                      <p:cBhvr>
                                        <p:cTn id="27" dur="500" fill="hold"/>
                                        <p:tgtEl>
                                          <p:spTgt spid="44"/>
                                        </p:tgtEl>
                                        <p:attrNameLst>
                                          <p:attrName>ppt_h</p:attrName>
                                        </p:attrNameLst>
                                      </p:cBhvr>
                                      <p:tavLst>
                                        <p:tav tm="0">
                                          <p:val>
                                            <p:fltVal val="0"/>
                                          </p:val>
                                        </p:tav>
                                        <p:tav tm="100000">
                                          <p:val>
                                            <p:strVal val="#ppt_h"/>
                                          </p:val>
                                        </p:tav>
                                      </p:tavLst>
                                    </p:anim>
                                    <p:animEffect transition="in" filter="fade">
                                      <p:cBhvr>
                                        <p:cTn id="28" dur="500"/>
                                        <p:tgtEl>
                                          <p:spTgt spid="44"/>
                                        </p:tgtEl>
                                      </p:cBhvr>
                                    </p:animEffect>
                                  </p:childTnLst>
                                </p:cTn>
                              </p:par>
                              <p:par>
                                <p:cTn id="29" presetID="53" presetClass="entr" presetSubtype="16" fill="hold" grpId="0" nodeType="withEffect">
                                  <p:stCondLst>
                                    <p:cond delay="0"/>
                                  </p:stCondLst>
                                  <p:childTnLst>
                                    <p:set>
                                      <p:cBhvr>
                                        <p:cTn id="30" dur="1" fill="hold">
                                          <p:stCondLst>
                                            <p:cond delay="0"/>
                                          </p:stCondLst>
                                        </p:cTn>
                                        <p:tgtEl>
                                          <p:spTgt spid="45"/>
                                        </p:tgtEl>
                                        <p:attrNameLst>
                                          <p:attrName>style.visibility</p:attrName>
                                        </p:attrNameLst>
                                      </p:cBhvr>
                                      <p:to>
                                        <p:strVal val="visible"/>
                                      </p:to>
                                    </p:set>
                                    <p:anim calcmode="lin" valueType="num">
                                      <p:cBhvr>
                                        <p:cTn id="31" dur="500" fill="hold"/>
                                        <p:tgtEl>
                                          <p:spTgt spid="45"/>
                                        </p:tgtEl>
                                        <p:attrNameLst>
                                          <p:attrName>ppt_w</p:attrName>
                                        </p:attrNameLst>
                                      </p:cBhvr>
                                      <p:tavLst>
                                        <p:tav tm="0">
                                          <p:val>
                                            <p:fltVal val="0"/>
                                          </p:val>
                                        </p:tav>
                                        <p:tav tm="100000">
                                          <p:val>
                                            <p:strVal val="#ppt_w"/>
                                          </p:val>
                                        </p:tav>
                                      </p:tavLst>
                                    </p:anim>
                                    <p:anim calcmode="lin" valueType="num">
                                      <p:cBhvr>
                                        <p:cTn id="32" dur="500" fill="hold"/>
                                        <p:tgtEl>
                                          <p:spTgt spid="45"/>
                                        </p:tgtEl>
                                        <p:attrNameLst>
                                          <p:attrName>ppt_h</p:attrName>
                                        </p:attrNameLst>
                                      </p:cBhvr>
                                      <p:tavLst>
                                        <p:tav tm="0">
                                          <p:val>
                                            <p:fltVal val="0"/>
                                          </p:val>
                                        </p:tav>
                                        <p:tav tm="100000">
                                          <p:val>
                                            <p:strVal val="#ppt_h"/>
                                          </p:val>
                                        </p:tav>
                                      </p:tavLst>
                                    </p:anim>
                                    <p:animEffect transition="in" filter="fade">
                                      <p:cBhvr>
                                        <p:cTn id="33" dur="500"/>
                                        <p:tgtEl>
                                          <p:spTgt spid="45"/>
                                        </p:tgtEl>
                                      </p:cBhvr>
                                    </p:animEffect>
                                  </p:childTnLst>
                                </p:cTn>
                              </p:par>
                              <p:par>
                                <p:cTn id="34" presetID="53" presetClass="entr" presetSubtype="16" fill="hold" grpId="0" nodeType="withEffect">
                                  <p:stCondLst>
                                    <p:cond delay="0"/>
                                  </p:stCondLst>
                                  <p:childTnLst>
                                    <p:set>
                                      <p:cBhvr>
                                        <p:cTn id="35" dur="1" fill="hold">
                                          <p:stCondLst>
                                            <p:cond delay="0"/>
                                          </p:stCondLst>
                                        </p:cTn>
                                        <p:tgtEl>
                                          <p:spTgt spid="46"/>
                                        </p:tgtEl>
                                        <p:attrNameLst>
                                          <p:attrName>style.visibility</p:attrName>
                                        </p:attrNameLst>
                                      </p:cBhvr>
                                      <p:to>
                                        <p:strVal val="visible"/>
                                      </p:to>
                                    </p:set>
                                    <p:anim calcmode="lin" valueType="num">
                                      <p:cBhvr>
                                        <p:cTn id="36" dur="500" fill="hold"/>
                                        <p:tgtEl>
                                          <p:spTgt spid="46"/>
                                        </p:tgtEl>
                                        <p:attrNameLst>
                                          <p:attrName>ppt_w</p:attrName>
                                        </p:attrNameLst>
                                      </p:cBhvr>
                                      <p:tavLst>
                                        <p:tav tm="0">
                                          <p:val>
                                            <p:fltVal val="0"/>
                                          </p:val>
                                        </p:tav>
                                        <p:tav tm="100000">
                                          <p:val>
                                            <p:strVal val="#ppt_w"/>
                                          </p:val>
                                        </p:tav>
                                      </p:tavLst>
                                    </p:anim>
                                    <p:anim calcmode="lin" valueType="num">
                                      <p:cBhvr>
                                        <p:cTn id="37" dur="500" fill="hold"/>
                                        <p:tgtEl>
                                          <p:spTgt spid="46"/>
                                        </p:tgtEl>
                                        <p:attrNameLst>
                                          <p:attrName>ppt_h</p:attrName>
                                        </p:attrNameLst>
                                      </p:cBhvr>
                                      <p:tavLst>
                                        <p:tav tm="0">
                                          <p:val>
                                            <p:fltVal val="0"/>
                                          </p:val>
                                        </p:tav>
                                        <p:tav tm="100000">
                                          <p:val>
                                            <p:strVal val="#ppt_h"/>
                                          </p:val>
                                        </p:tav>
                                      </p:tavLst>
                                    </p:anim>
                                    <p:animEffect transition="in" filter="fade">
                                      <p:cBhvr>
                                        <p:cTn id="38" dur="500"/>
                                        <p:tgtEl>
                                          <p:spTgt spid="46"/>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9" grpId="0"/>
      <p:bldP spid="43" grpId="0"/>
      <p:bldP spid="44" grpId="0"/>
      <p:bldP spid="45" grpId="0"/>
      <p:bldP spid="46" grpId="0"/>
      <p:bldP spid="47" grpId="0"/>
    </p:bldLst>
  </p:timing>
</p:sld>
</file>

<file path=ppt/slides/slide27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4" name="组合 3">
            <a:extLst>
              <a:ext uri="{FF2B5EF4-FFF2-40B4-BE49-F238E27FC236}">
                <a16:creationId xmlns:a16="http://schemas.microsoft.com/office/drawing/2014/main" id="{9A1EA9F2-FCB6-48C3-935F-7AE7E3AD14AC}"/>
              </a:ext>
            </a:extLst>
          </p:cNvPr>
          <p:cNvGrpSpPr/>
          <p:nvPr/>
        </p:nvGrpSpPr>
        <p:grpSpPr>
          <a:xfrm>
            <a:off x="304799" y="749300"/>
            <a:ext cx="6192345" cy="400110"/>
            <a:chOff x="424116" y="898245"/>
            <a:chExt cx="6192345" cy="400110"/>
          </a:xfrm>
        </p:grpSpPr>
        <p:sp>
          <p:nvSpPr>
            <p:cNvPr id="2" name="平行四边形 1">
              <a:extLst>
                <a:ext uri="{FF2B5EF4-FFF2-40B4-BE49-F238E27FC236}">
                  <a16:creationId xmlns:a16="http://schemas.microsoft.com/office/drawing/2014/main" id="{1F5BAA3F-9845-4F89-A2DD-8222D3E4EDAC}"/>
                </a:ext>
              </a:extLst>
            </p:cNvPr>
            <p:cNvSpPr/>
            <p:nvPr/>
          </p:nvSpPr>
          <p:spPr>
            <a:xfrm>
              <a:off x="424116" y="898245"/>
              <a:ext cx="695119" cy="387090"/>
            </a:xfrm>
            <a:prstGeom prst="parallelogram">
              <a:avLst/>
            </a:prstGeom>
            <a:solidFill>
              <a:schemeClr val="accent3">
                <a:lumMod val="75000"/>
              </a:schemeClr>
            </a:solidFill>
            <a:ln>
              <a:solidFill>
                <a:schemeClr val="accent3">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CN" sz="2200" dirty="0">
                  <a:latin typeface="Impact" panose="020B0806030902050204" pitchFamily="34" charset="0"/>
                </a:rPr>
                <a:t>02</a:t>
              </a:r>
              <a:endParaRPr lang="zh-CN" altLang="en-US" sz="2200" dirty="0">
                <a:latin typeface="Impact" panose="020B0806030902050204" pitchFamily="34" charset="0"/>
              </a:endParaRPr>
            </a:p>
          </p:txBody>
        </p:sp>
        <p:sp>
          <p:nvSpPr>
            <p:cNvPr id="3" name="文本框 2">
              <a:extLst>
                <a:ext uri="{FF2B5EF4-FFF2-40B4-BE49-F238E27FC236}">
                  <a16:creationId xmlns:a16="http://schemas.microsoft.com/office/drawing/2014/main" id="{4D6BD736-A4D3-4F26-AFED-36E11F50F70B}"/>
                </a:ext>
              </a:extLst>
            </p:cNvPr>
            <p:cNvSpPr txBox="1"/>
            <p:nvPr/>
          </p:nvSpPr>
          <p:spPr>
            <a:xfrm>
              <a:off x="1119235" y="898245"/>
              <a:ext cx="5497226" cy="400110"/>
            </a:xfrm>
            <a:prstGeom prst="rect">
              <a:avLst/>
            </a:prstGeom>
            <a:noFill/>
          </p:spPr>
          <p:txBody>
            <a:bodyPr wrap="square" rtlCol="0">
              <a:spAutoFit/>
            </a:bodyPr>
            <a:lstStyle/>
            <a:p>
              <a:r>
                <a:rPr lang="en-US" altLang="zh-CN" sz="2000" b="1" dirty="0"/>
                <a:t>MAC</a:t>
              </a:r>
              <a:r>
                <a:rPr lang="zh-CN" altLang="en-US" sz="2000" b="1" dirty="0"/>
                <a:t>地址</a:t>
              </a:r>
            </a:p>
          </p:txBody>
        </p:sp>
      </p:grpSp>
      <p:grpSp>
        <p:nvGrpSpPr>
          <p:cNvPr id="49" name="组合 48">
            <a:extLst>
              <a:ext uri="{FF2B5EF4-FFF2-40B4-BE49-F238E27FC236}">
                <a16:creationId xmlns:a16="http://schemas.microsoft.com/office/drawing/2014/main" id="{DD102129-ACA1-465E-8C0E-DD5B9281E7C0}"/>
              </a:ext>
            </a:extLst>
          </p:cNvPr>
          <p:cNvGrpSpPr/>
          <p:nvPr/>
        </p:nvGrpSpPr>
        <p:grpSpPr>
          <a:xfrm>
            <a:off x="7038503" y="3123947"/>
            <a:ext cx="3802730" cy="3058556"/>
            <a:chOff x="3207781" y="1105990"/>
            <a:chExt cx="5776438" cy="4646020"/>
          </a:xfrm>
        </p:grpSpPr>
        <p:sp>
          <p:nvSpPr>
            <p:cNvPr id="50" name="任意多边形 4">
              <a:extLst>
                <a:ext uri="{FF2B5EF4-FFF2-40B4-BE49-F238E27FC236}">
                  <a16:creationId xmlns:a16="http://schemas.microsoft.com/office/drawing/2014/main" id="{A2E724F9-39CB-451B-AD6D-E21347265825}"/>
                </a:ext>
              </a:extLst>
            </p:cNvPr>
            <p:cNvSpPr/>
            <p:nvPr/>
          </p:nvSpPr>
          <p:spPr>
            <a:xfrm>
              <a:off x="3598883" y="5220505"/>
              <a:ext cx="5385336" cy="531505"/>
            </a:xfrm>
            <a:custGeom>
              <a:avLst/>
              <a:gdLst>
                <a:gd name="connsiteX0" fmla="*/ -514 w 4756429"/>
                <a:gd name="connsiteY0" fmla="*/ 234476 h 469435"/>
                <a:gd name="connsiteX1" fmla="*/ 2377732 w 4756429"/>
                <a:gd name="connsiteY1" fmla="*/ -210 h 469435"/>
                <a:gd name="connsiteX2" fmla="*/ 4755915 w 4756429"/>
                <a:gd name="connsiteY2" fmla="*/ 234476 h 469435"/>
                <a:gd name="connsiteX3" fmla="*/ 2377732 w 4756429"/>
                <a:gd name="connsiteY3" fmla="*/ 469226 h 469435"/>
                <a:gd name="connsiteX4" fmla="*/ -514 w 4756429"/>
                <a:gd name="connsiteY4" fmla="*/ 234476 h 46943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756429" h="469435">
                  <a:moveTo>
                    <a:pt x="-514" y="234476"/>
                  </a:moveTo>
                  <a:cubicBezTo>
                    <a:pt x="-514" y="104871"/>
                    <a:pt x="1064277" y="-210"/>
                    <a:pt x="2377732" y="-210"/>
                  </a:cubicBezTo>
                  <a:cubicBezTo>
                    <a:pt x="3691187" y="-210"/>
                    <a:pt x="4755915" y="104871"/>
                    <a:pt x="4755915" y="234476"/>
                  </a:cubicBezTo>
                  <a:cubicBezTo>
                    <a:pt x="4755915" y="364081"/>
                    <a:pt x="3691187" y="469226"/>
                    <a:pt x="2377732" y="469226"/>
                  </a:cubicBezTo>
                  <a:cubicBezTo>
                    <a:pt x="1064277" y="469226"/>
                    <a:pt x="-514" y="364144"/>
                    <a:pt x="-514" y="234476"/>
                  </a:cubicBezTo>
                  <a:close/>
                </a:path>
              </a:pathLst>
            </a:custGeom>
            <a:solidFill>
              <a:srgbClr val="E8E8E8"/>
            </a:solidFill>
            <a:ln w="6346" cap="flat">
              <a:noFill/>
              <a:prstDash val="solid"/>
              <a:miter/>
            </a:ln>
          </p:spPr>
          <p:txBody>
            <a:bodyPr rtlCol="0" anchor="ctr"/>
            <a:lstStyle/>
            <a:p>
              <a:endParaRPr lang="zh-CN" altLang="en-US"/>
            </a:p>
          </p:txBody>
        </p:sp>
        <p:sp>
          <p:nvSpPr>
            <p:cNvPr id="51" name="任意多边形 5">
              <a:extLst>
                <a:ext uri="{FF2B5EF4-FFF2-40B4-BE49-F238E27FC236}">
                  <a16:creationId xmlns:a16="http://schemas.microsoft.com/office/drawing/2014/main" id="{66D2FF83-2F49-4AC1-B1A7-191EE3AAB732}"/>
                </a:ext>
              </a:extLst>
            </p:cNvPr>
            <p:cNvSpPr/>
            <p:nvPr/>
          </p:nvSpPr>
          <p:spPr>
            <a:xfrm>
              <a:off x="4313321" y="3382454"/>
              <a:ext cx="883608" cy="1118025"/>
            </a:xfrm>
            <a:custGeom>
              <a:avLst/>
              <a:gdLst>
                <a:gd name="connsiteX0" fmla="*/ 304303 w 780419"/>
                <a:gd name="connsiteY0" fmla="*/ 118570 h 987461"/>
                <a:gd name="connsiteX1" fmla="*/ 254240 w 780419"/>
                <a:gd name="connsiteY1" fmla="*/ 127782 h 987461"/>
                <a:gd name="connsiteX2" fmla="*/ 200428 w 780419"/>
                <a:gd name="connsiteY2" fmla="*/ 182038 h 987461"/>
                <a:gd name="connsiteX3" fmla="*/ 189374 w 780419"/>
                <a:gd name="connsiteY3" fmla="*/ 260437 h 987461"/>
                <a:gd name="connsiteX4" fmla="*/ 195727 w 780419"/>
                <a:gd name="connsiteY4" fmla="*/ 517740 h 987461"/>
                <a:gd name="connsiteX5" fmla="*/ 71395 w 780419"/>
                <a:gd name="connsiteY5" fmla="*/ 592835 h 987461"/>
                <a:gd name="connsiteX6" fmla="*/ 24001 w 780419"/>
                <a:gd name="connsiteY6" fmla="*/ 840164 h 987461"/>
                <a:gd name="connsiteX7" fmla="*/ 249411 w 780419"/>
                <a:gd name="connsiteY7" fmla="*/ 982284 h 987461"/>
                <a:gd name="connsiteX8" fmla="*/ 522597 w 780419"/>
                <a:gd name="connsiteY8" fmla="*/ 959286 h 987461"/>
                <a:gd name="connsiteX9" fmla="*/ 699597 w 780419"/>
                <a:gd name="connsiteY9" fmla="*/ 889401 h 987461"/>
                <a:gd name="connsiteX10" fmla="*/ 708555 w 780419"/>
                <a:gd name="connsiteY10" fmla="*/ 575617 h 987461"/>
                <a:gd name="connsiteX11" fmla="*/ 764082 w 780419"/>
                <a:gd name="connsiteY11" fmla="*/ 389088 h 987461"/>
                <a:gd name="connsiteX12" fmla="*/ 606968 w 780419"/>
                <a:gd name="connsiteY12" fmla="*/ 27466 h 987461"/>
                <a:gd name="connsiteX13" fmla="*/ 304303 w 780419"/>
                <a:gd name="connsiteY13" fmla="*/ 118761 h 98746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780419" h="987461">
                  <a:moveTo>
                    <a:pt x="304303" y="118570"/>
                  </a:moveTo>
                  <a:cubicBezTo>
                    <a:pt x="307860" y="110184"/>
                    <a:pt x="258432" y="125940"/>
                    <a:pt x="254240" y="127782"/>
                  </a:cubicBezTo>
                  <a:cubicBezTo>
                    <a:pt x="230002" y="138284"/>
                    <a:pt x="210733" y="157712"/>
                    <a:pt x="200428" y="182038"/>
                  </a:cubicBezTo>
                  <a:cubicBezTo>
                    <a:pt x="191299" y="207108"/>
                    <a:pt x="187531" y="233817"/>
                    <a:pt x="189374" y="260437"/>
                  </a:cubicBezTo>
                  <a:cubicBezTo>
                    <a:pt x="191216" y="342393"/>
                    <a:pt x="253985" y="444679"/>
                    <a:pt x="195727" y="517740"/>
                  </a:cubicBezTo>
                  <a:cubicBezTo>
                    <a:pt x="165486" y="555478"/>
                    <a:pt x="111484" y="565706"/>
                    <a:pt x="71395" y="592835"/>
                  </a:cubicBezTo>
                  <a:cubicBezTo>
                    <a:pt x="-4843" y="644295"/>
                    <a:pt x="-20154" y="759351"/>
                    <a:pt x="24001" y="840164"/>
                  </a:cubicBezTo>
                  <a:cubicBezTo>
                    <a:pt x="68155" y="920976"/>
                    <a:pt x="158306" y="968752"/>
                    <a:pt x="249411" y="982284"/>
                  </a:cubicBezTo>
                  <a:cubicBezTo>
                    <a:pt x="340516" y="995816"/>
                    <a:pt x="433081" y="979552"/>
                    <a:pt x="522597" y="959286"/>
                  </a:cubicBezTo>
                  <a:cubicBezTo>
                    <a:pt x="584986" y="945182"/>
                    <a:pt x="648835" y="928092"/>
                    <a:pt x="699597" y="889401"/>
                  </a:cubicBezTo>
                  <a:cubicBezTo>
                    <a:pt x="819354" y="797724"/>
                    <a:pt x="763510" y="682986"/>
                    <a:pt x="708555" y="575617"/>
                  </a:cubicBezTo>
                  <a:cubicBezTo>
                    <a:pt x="673358" y="506876"/>
                    <a:pt x="736509" y="474475"/>
                    <a:pt x="764082" y="389088"/>
                  </a:cubicBezTo>
                  <a:cubicBezTo>
                    <a:pt x="813700" y="235469"/>
                    <a:pt x="742608" y="86360"/>
                    <a:pt x="606968" y="27466"/>
                  </a:cubicBezTo>
                  <a:cubicBezTo>
                    <a:pt x="384225" y="-69039"/>
                    <a:pt x="304747" y="117744"/>
                    <a:pt x="304303" y="118761"/>
                  </a:cubicBezTo>
                  <a:close/>
                </a:path>
              </a:pathLst>
            </a:custGeom>
            <a:solidFill>
              <a:srgbClr val="971D05"/>
            </a:solidFill>
            <a:ln w="6346" cap="flat">
              <a:noFill/>
              <a:prstDash val="solid"/>
              <a:miter/>
            </a:ln>
          </p:spPr>
          <p:txBody>
            <a:bodyPr rtlCol="0" anchor="ctr"/>
            <a:lstStyle/>
            <a:p>
              <a:endParaRPr lang="zh-CN" altLang="en-US"/>
            </a:p>
          </p:txBody>
        </p:sp>
        <p:sp>
          <p:nvSpPr>
            <p:cNvPr id="52" name="任意多边形 6">
              <a:extLst>
                <a:ext uri="{FF2B5EF4-FFF2-40B4-BE49-F238E27FC236}">
                  <a16:creationId xmlns:a16="http://schemas.microsoft.com/office/drawing/2014/main" id="{B713486F-5589-4705-B33F-414DFF409B68}"/>
                </a:ext>
              </a:extLst>
            </p:cNvPr>
            <p:cNvSpPr/>
            <p:nvPr/>
          </p:nvSpPr>
          <p:spPr>
            <a:xfrm>
              <a:off x="4743753" y="3967018"/>
              <a:ext cx="251762" cy="311178"/>
            </a:xfrm>
            <a:custGeom>
              <a:avLst/>
              <a:gdLst>
                <a:gd name="connsiteX0" fmla="*/ 110730 w 222361"/>
                <a:gd name="connsiteY0" fmla="*/ 274628 h 274838"/>
                <a:gd name="connsiteX1" fmla="*/ 110730 w 222361"/>
                <a:gd name="connsiteY1" fmla="*/ 274628 h 274838"/>
                <a:gd name="connsiteX2" fmla="*/ -514 w 222361"/>
                <a:gd name="connsiteY2" fmla="*/ 126853 h 274838"/>
                <a:gd name="connsiteX3" fmla="*/ -514 w 222361"/>
                <a:gd name="connsiteY3" fmla="*/ -210 h 274838"/>
                <a:gd name="connsiteX4" fmla="*/ 221847 w 222361"/>
                <a:gd name="connsiteY4" fmla="*/ -210 h 274838"/>
                <a:gd name="connsiteX5" fmla="*/ 221847 w 222361"/>
                <a:gd name="connsiteY5" fmla="*/ 126853 h 274838"/>
                <a:gd name="connsiteX6" fmla="*/ 111937 w 222361"/>
                <a:gd name="connsiteY6" fmla="*/ 274628 h 27483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22361" h="274838">
                  <a:moveTo>
                    <a:pt x="110730" y="274628"/>
                  </a:moveTo>
                  <a:lnTo>
                    <a:pt x="110730" y="274628"/>
                  </a:lnTo>
                  <a:cubicBezTo>
                    <a:pt x="49358" y="274628"/>
                    <a:pt x="-451" y="163639"/>
                    <a:pt x="-514" y="126853"/>
                  </a:cubicBezTo>
                  <a:lnTo>
                    <a:pt x="-514" y="-210"/>
                  </a:lnTo>
                  <a:lnTo>
                    <a:pt x="221847" y="-210"/>
                  </a:lnTo>
                  <a:lnTo>
                    <a:pt x="221847" y="126853"/>
                  </a:lnTo>
                  <a:cubicBezTo>
                    <a:pt x="221847" y="163448"/>
                    <a:pt x="172991" y="274438"/>
                    <a:pt x="111937" y="274628"/>
                  </a:cubicBezTo>
                  <a:close/>
                </a:path>
              </a:pathLst>
            </a:custGeom>
            <a:solidFill>
              <a:srgbClr val="FF93B1"/>
            </a:solidFill>
            <a:ln w="6346" cap="flat">
              <a:noFill/>
              <a:prstDash val="solid"/>
              <a:miter/>
            </a:ln>
          </p:spPr>
          <p:txBody>
            <a:bodyPr rtlCol="0" anchor="ctr"/>
            <a:lstStyle/>
            <a:p>
              <a:endParaRPr lang="zh-CN" altLang="en-US"/>
            </a:p>
          </p:txBody>
        </p:sp>
        <p:sp>
          <p:nvSpPr>
            <p:cNvPr id="53" name="任意多边形 7">
              <a:extLst>
                <a:ext uri="{FF2B5EF4-FFF2-40B4-BE49-F238E27FC236}">
                  <a16:creationId xmlns:a16="http://schemas.microsoft.com/office/drawing/2014/main" id="{E578A859-CB9F-48FC-9631-00A88E1BC61E}"/>
                </a:ext>
              </a:extLst>
            </p:cNvPr>
            <p:cNvSpPr/>
            <p:nvPr/>
          </p:nvSpPr>
          <p:spPr>
            <a:xfrm>
              <a:off x="4572555" y="3764605"/>
              <a:ext cx="121406" cy="141542"/>
            </a:xfrm>
            <a:custGeom>
              <a:avLst/>
              <a:gdLst>
                <a:gd name="connsiteX0" fmla="*/ 77312 w 107228"/>
                <a:gd name="connsiteY0" fmla="*/ 27741 h 125013"/>
                <a:gd name="connsiteX1" fmla="*/ -514 w 107228"/>
                <a:gd name="connsiteY1" fmla="*/ 46801 h 125013"/>
                <a:gd name="connsiteX2" fmla="*/ 94783 w 107228"/>
                <a:gd name="connsiteY2" fmla="*/ 110332 h 125013"/>
                <a:gd name="connsiteX3" fmla="*/ 77312 w 107228"/>
                <a:gd name="connsiteY3" fmla="*/ 27741 h 125013"/>
              </a:gdLst>
              <a:ahLst/>
              <a:cxnLst>
                <a:cxn ang="0">
                  <a:pos x="connsiteX0" y="connsiteY0"/>
                </a:cxn>
                <a:cxn ang="0">
                  <a:pos x="connsiteX1" y="connsiteY1"/>
                </a:cxn>
                <a:cxn ang="0">
                  <a:pos x="connsiteX2" y="connsiteY2"/>
                </a:cxn>
                <a:cxn ang="0">
                  <a:pos x="connsiteX3" y="connsiteY3"/>
                </a:cxn>
              </a:cxnLst>
              <a:rect l="l" t="t" r="r" b="b"/>
              <a:pathLst>
                <a:path w="107228" h="125013">
                  <a:moveTo>
                    <a:pt x="77312" y="27741"/>
                  </a:moveTo>
                  <a:cubicBezTo>
                    <a:pt x="41226" y="-26515"/>
                    <a:pt x="-514" y="8364"/>
                    <a:pt x="-514" y="46801"/>
                  </a:cubicBezTo>
                  <a:cubicBezTo>
                    <a:pt x="-514" y="102073"/>
                    <a:pt x="60031" y="149722"/>
                    <a:pt x="94783" y="110332"/>
                  </a:cubicBezTo>
                  <a:cubicBezTo>
                    <a:pt x="129535" y="70943"/>
                    <a:pt x="77312" y="27741"/>
                    <a:pt x="77312" y="27741"/>
                  </a:cubicBezTo>
                  <a:close/>
                </a:path>
              </a:pathLst>
            </a:custGeom>
            <a:solidFill>
              <a:srgbClr val="FED0D6"/>
            </a:solidFill>
            <a:ln w="6346" cap="flat">
              <a:noFill/>
              <a:prstDash val="solid"/>
              <a:miter/>
            </a:ln>
          </p:spPr>
          <p:txBody>
            <a:bodyPr rtlCol="0" anchor="ctr"/>
            <a:lstStyle/>
            <a:p>
              <a:endParaRPr lang="zh-CN" altLang="en-US"/>
            </a:p>
          </p:txBody>
        </p:sp>
        <p:sp>
          <p:nvSpPr>
            <p:cNvPr id="54" name="任意多边形 8">
              <a:extLst>
                <a:ext uri="{FF2B5EF4-FFF2-40B4-BE49-F238E27FC236}">
                  <a16:creationId xmlns:a16="http://schemas.microsoft.com/office/drawing/2014/main" id="{526C9005-24B0-4DD4-A960-F0C65797CBE3}"/>
                </a:ext>
              </a:extLst>
            </p:cNvPr>
            <p:cNvSpPr/>
            <p:nvPr/>
          </p:nvSpPr>
          <p:spPr>
            <a:xfrm>
              <a:off x="5034066" y="3764605"/>
              <a:ext cx="121425" cy="141542"/>
            </a:xfrm>
            <a:custGeom>
              <a:avLst/>
              <a:gdLst>
                <a:gd name="connsiteX0" fmla="*/ 28968 w 107245"/>
                <a:gd name="connsiteY0" fmla="*/ 27741 h 125013"/>
                <a:gd name="connsiteX1" fmla="*/ 106731 w 107245"/>
                <a:gd name="connsiteY1" fmla="*/ 46801 h 125013"/>
                <a:gd name="connsiteX2" fmla="*/ 11433 w 107245"/>
                <a:gd name="connsiteY2" fmla="*/ 110332 h 125013"/>
                <a:gd name="connsiteX3" fmla="*/ 28968 w 107245"/>
                <a:gd name="connsiteY3" fmla="*/ 27741 h 125013"/>
              </a:gdLst>
              <a:ahLst/>
              <a:cxnLst>
                <a:cxn ang="0">
                  <a:pos x="connsiteX0" y="connsiteY0"/>
                </a:cxn>
                <a:cxn ang="0">
                  <a:pos x="connsiteX1" y="connsiteY1"/>
                </a:cxn>
                <a:cxn ang="0">
                  <a:pos x="connsiteX2" y="connsiteY2"/>
                </a:cxn>
                <a:cxn ang="0">
                  <a:pos x="connsiteX3" y="connsiteY3"/>
                </a:cxn>
              </a:cxnLst>
              <a:rect l="l" t="t" r="r" b="b"/>
              <a:pathLst>
                <a:path w="107245" h="125013">
                  <a:moveTo>
                    <a:pt x="28968" y="27741"/>
                  </a:moveTo>
                  <a:cubicBezTo>
                    <a:pt x="64927" y="-26515"/>
                    <a:pt x="106731" y="8364"/>
                    <a:pt x="106731" y="46801"/>
                  </a:cubicBezTo>
                  <a:cubicBezTo>
                    <a:pt x="106731" y="102073"/>
                    <a:pt x="46249" y="149722"/>
                    <a:pt x="11433" y="110332"/>
                  </a:cubicBezTo>
                  <a:cubicBezTo>
                    <a:pt x="-23382" y="70943"/>
                    <a:pt x="28968" y="27741"/>
                    <a:pt x="28968" y="27741"/>
                  </a:cubicBezTo>
                  <a:close/>
                </a:path>
              </a:pathLst>
            </a:custGeom>
            <a:solidFill>
              <a:srgbClr val="FED0D6"/>
            </a:solidFill>
            <a:ln w="6346" cap="flat">
              <a:noFill/>
              <a:prstDash val="solid"/>
              <a:miter/>
            </a:ln>
          </p:spPr>
          <p:txBody>
            <a:bodyPr rtlCol="0" anchor="ctr"/>
            <a:lstStyle/>
            <a:p>
              <a:endParaRPr lang="zh-CN" altLang="en-US"/>
            </a:p>
          </p:txBody>
        </p:sp>
        <p:sp>
          <p:nvSpPr>
            <p:cNvPr id="55" name="任意多边形 9">
              <a:extLst>
                <a:ext uri="{FF2B5EF4-FFF2-40B4-BE49-F238E27FC236}">
                  <a16:creationId xmlns:a16="http://schemas.microsoft.com/office/drawing/2014/main" id="{0B5BAD5F-36F2-4A26-B398-4537DF13CDA1}"/>
                </a:ext>
              </a:extLst>
            </p:cNvPr>
            <p:cNvSpPr/>
            <p:nvPr/>
          </p:nvSpPr>
          <p:spPr>
            <a:xfrm>
              <a:off x="4636485" y="3571274"/>
              <a:ext cx="453974" cy="467243"/>
            </a:xfrm>
            <a:custGeom>
              <a:avLst/>
              <a:gdLst>
                <a:gd name="connsiteX0" fmla="*/ 199817 w 400958"/>
                <a:gd name="connsiteY0" fmla="*/ 412468 h 412678"/>
                <a:gd name="connsiteX1" fmla="*/ 6744 w 400958"/>
                <a:gd name="connsiteY1" fmla="*/ 98113 h 412678"/>
                <a:gd name="connsiteX2" fmla="*/ 393207 w 400958"/>
                <a:gd name="connsiteY2" fmla="*/ 98113 h 412678"/>
                <a:gd name="connsiteX3" fmla="*/ 199817 w 400958"/>
                <a:gd name="connsiteY3" fmla="*/ 412468 h 412678"/>
              </a:gdLst>
              <a:ahLst/>
              <a:cxnLst>
                <a:cxn ang="0">
                  <a:pos x="connsiteX0" y="connsiteY0"/>
                </a:cxn>
                <a:cxn ang="0">
                  <a:pos x="connsiteX1" y="connsiteY1"/>
                </a:cxn>
                <a:cxn ang="0">
                  <a:pos x="connsiteX2" y="connsiteY2"/>
                </a:cxn>
                <a:cxn ang="0">
                  <a:pos x="connsiteX3" y="connsiteY3"/>
                </a:cxn>
              </a:cxnLst>
              <a:rect l="l" t="t" r="r" b="b"/>
              <a:pathLst>
                <a:path w="400958" h="412678">
                  <a:moveTo>
                    <a:pt x="199817" y="412468"/>
                  </a:moveTo>
                  <a:cubicBezTo>
                    <a:pt x="57569" y="412468"/>
                    <a:pt x="-26547" y="257387"/>
                    <a:pt x="6744" y="98113"/>
                  </a:cubicBezTo>
                  <a:cubicBezTo>
                    <a:pt x="34063" y="-33016"/>
                    <a:pt x="365762" y="-32953"/>
                    <a:pt x="393207" y="98113"/>
                  </a:cubicBezTo>
                  <a:cubicBezTo>
                    <a:pt x="426434" y="257387"/>
                    <a:pt x="342382" y="412595"/>
                    <a:pt x="199817" y="412468"/>
                  </a:cubicBezTo>
                  <a:close/>
                </a:path>
              </a:pathLst>
            </a:custGeom>
            <a:solidFill>
              <a:srgbClr val="FED0D6"/>
            </a:solidFill>
            <a:ln w="6346" cap="flat">
              <a:noFill/>
              <a:prstDash val="solid"/>
              <a:miter/>
            </a:ln>
          </p:spPr>
          <p:txBody>
            <a:bodyPr rtlCol="0" anchor="ctr"/>
            <a:lstStyle/>
            <a:p>
              <a:endParaRPr lang="zh-CN" altLang="en-US"/>
            </a:p>
          </p:txBody>
        </p:sp>
        <p:sp>
          <p:nvSpPr>
            <p:cNvPr id="56" name="任意多边形 10">
              <a:extLst>
                <a:ext uri="{FF2B5EF4-FFF2-40B4-BE49-F238E27FC236}">
                  <a16:creationId xmlns:a16="http://schemas.microsoft.com/office/drawing/2014/main" id="{05A611B5-F16C-4961-B61B-1299154FA836}"/>
                </a:ext>
              </a:extLst>
            </p:cNvPr>
            <p:cNvSpPr/>
            <p:nvPr/>
          </p:nvSpPr>
          <p:spPr>
            <a:xfrm>
              <a:off x="4757636" y="3487392"/>
              <a:ext cx="367502" cy="234313"/>
            </a:xfrm>
            <a:custGeom>
              <a:avLst/>
              <a:gdLst>
                <a:gd name="connsiteX0" fmla="*/ -514 w 324585"/>
                <a:gd name="connsiteY0" fmla="*/ 31541 h 206950"/>
                <a:gd name="connsiteX1" fmla="*/ 303231 w 324585"/>
                <a:gd name="connsiteY1" fmla="*/ 198693 h 206950"/>
                <a:gd name="connsiteX2" fmla="*/ 184045 w 324585"/>
                <a:gd name="connsiteY2" fmla="*/ 21757 h 206950"/>
                <a:gd name="connsiteX3" fmla="*/ -514 w 324585"/>
                <a:gd name="connsiteY3" fmla="*/ 31541 h 206950"/>
              </a:gdLst>
              <a:ahLst/>
              <a:cxnLst>
                <a:cxn ang="0">
                  <a:pos x="connsiteX0" y="connsiteY0"/>
                </a:cxn>
                <a:cxn ang="0">
                  <a:pos x="connsiteX1" y="connsiteY1"/>
                </a:cxn>
                <a:cxn ang="0">
                  <a:pos x="connsiteX2" y="connsiteY2"/>
                </a:cxn>
                <a:cxn ang="0">
                  <a:pos x="connsiteX3" y="connsiteY3"/>
                </a:cxn>
              </a:cxnLst>
              <a:rect l="l" t="t" r="r" b="b"/>
              <a:pathLst>
                <a:path w="324585" h="206950">
                  <a:moveTo>
                    <a:pt x="-514" y="31541"/>
                  </a:moveTo>
                  <a:cubicBezTo>
                    <a:pt x="-514" y="165911"/>
                    <a:pt x="253612" y="230650"/>
                    <a:pt x="303231" y="198693"/>
                  </a:cubicBezTo>
                  <a:cubicBezTo>
                    <a:pt x="352849" y="166737"/>
                    <a:pt x="314158" y="52951"/>
                    <a:pt x="184045" y="21757"/>
                  </a:cubicBezTo>
                  <a:cubicBezTo>
                    <a:pt x="53932" y="-9437"/>
                    <a:pt x="-197" y="-8484"/>
                    <a:pt x="-514" y="31541"/>
                  </a:cubicBezTo>
                  <a:close/>
                </a:path>
              </a:pathLst>
            </a:custGeom>
            <a:solidFill>
              <a:srgbClr val="971D05"/>
            </a:solidFill>
            <a:ln w="6346" cap="flat">
              <a:noFill/>
              <a:prstDash val="solid"/>
              <a:miter/>
            </a:ln>
          </p:spPr>
          <p:txBody>
            <a:bodyPr rtlCol="0" anchor="ctr"/>
            <a:lstStyle/>
            <a:p>
              <a:endParaRPr lang="zh-CN" altLang="en-US"/>
            </a:p>
          </p:txBody>
        </p:sp>
        <p:sp>
          <p:nvSpPr>
            <p:cNvPr id="57" name="任意多边形 11">
              <a:extLst>
                <a:ext uri="{FF2B5EF4-FFF2-40B4-BE49-F238E27FC236}">
                  <a16:creationId xmlns:a16="http://schemas.microsoft.com/office/drawing/2014/main" id="{2F64E383-7AA1-4600-9953-98C257D54423}"/>
                </a:ext>
              </a:extLst>
            </p:cNvPr>
            <p:cNvSpPr/>
            <p:nvPr/>
          </p:nvSpPr>
          <p:spPr>
            <a:xfrm>
              <a:off x="4592900" y="3508707"/>
              <a:ext cx="173053" cy="238281"/>
            </a:xfrm>
            <a:custGeom>
              <a:avLst/>
              <a:gdLst>
                <a:gd name="connsiteX0" fmla="*/ 145428 w 152844"/>
                <a:gd name="connsiteY0" fmla="*/ 11762 h 210454"/>
                <a:gd name="connsiteX1" fmla="*/ 38759 w 152844"/>
                <a:gd name="connsiteY1" fmla="*/ 209790 h 210454"/>
                <a:gd name="connsiteX2" fmla="*/ 27704 w 152844"/>
                <a:gd name="connsiteY2" fmla="*/ 78089 h 210454"/>
                <a:gd name="connsiteX3" fmla="*/ 145428 w 152844"/>
                <a:gd name="connsiteY3" fmla="*/ 11762 h 210454"/>
              </a:gdLst>
              <a:ahLst/>
              <a:cxnLst>
                <a:cxn ang="0">
                  <a:pos x="connsiteX0" y="connsiteY0"/>
                </a:cxn>
                <a:cxn ang="0">
                  <a:pos x="connsiteX1" y="connsiteY1"/>
                </a:cxn>
                <a:cxn ang="0">
                  <a:pos x="connsiteX2" y="connsiteY2"/>
                </a:cxn>
                <a:cxn ang="0">
                  <a:pos x="connsiteX3" y="connsiteY3"/>
                </a:cxn>
              </a:cxnLst>
              <a:rect l="l" t="t" r="r" b="b"/>
              <a:pathLst>
                <a:path w="152844" h="210454">
                  <a:moveTo>
                    <a:pt x="145428" y="11762"/>
                  </a:moveTo>
                  <a:cubicBezTo>
                    <a:pt x="177703" y="76501"/>
                    <a:pt x="89076" y="219320"/>
                    <a:pt x="38759" y="209790"/>
                  </a:cubicBezTo>
                  <a:cubicBezTo>
                    <a:pt x="-11559" y="200261"/>
                    <a:pt x="-11622" y="144416"/>
                    <a:pt x="27704" y="78089"/>
                  </a:cubicBezTo>
                  <a:cubicBezTo>
                    <a:pt x="67030" y="11762"/>
                    <a:pt x="130117" y="-18987"/>
                    <a:pt x="145428" y="11762"/>
                  </a:cubicBezTo>
                  <a:close/>
                </a:path>
              </a:pathLst>
            </a:custGeom>
            <a:solidFill>
              <a:srgbClr val="971D05"/>
            </a:solidFill>
            <a:ln w="6346" cap="flat">
              <a:noFill/>
              <a:prstDash val="solid"/>
              <a:miter/>
            </a:ln>
          </p:spPr>
          <p:txBody>
            <a:bodyPr rtlCol="0" anchor="ctr"/>
            <a:lstStyle/>
            <a:p>
              <a:endParaRPr lang="zh-CN" altLang="en-US"/>
            </a:p>
          </p:txBody>
        </p:sp>
        <p:sp>
          <p:nvSpPr>
            <p:cNvPr id="58" name="任意多边形 12">
              <a:extLst>
                <a:ext uri="{FF2B5EF4-FFF2-40B4-BE49-F238E27FC236}">
                  <a16:creationId xmlns:a16="http://schemas.microsoft.com/office/drawing/2014/main" id="{13E87210-C2B1-42CE-8C29-D91938B8B049}"/>
                </a:ext>
              </a:extLst>
            </p:cNvPr>
            <p:cNvSpPr/>
            <p:nvPr/>
          </p:nvSpPr>
          <p:spPr>
            <a:xfrm>
              <a:off x="3612370" y="4281731"/>
              <a:ext cx="915035" cy="627652"/>
            </a:xfrm>
            <a:custGeom>
              <a:avLst/>
              <a:gdLst>
                <a:gd name="connsiteX0" fmla="*/ 797158 w 808176"/>
                <a:gd name="connsiteY0" fmla="*/ 72207 h 554354"/>
                <a:gd name="connsiteX1" fmla="*/ 561011 w 808176"/>
                <a:gd name="connsiteY1" fmla="*/ 325698 h 554354"/>
                <a:gd name="connsiteX2" fmla="*/ 47611 w 808176"/>
                <a:gd name="connsiteY2" fmla="*/ 553523 h 554354"/>
                <a:gd name="connsiteX3" fmla="*/ 47611 w 808176"/>
                <a:gd name="connsiteY3" fmla="*/ 451110 h 554354"/>
                <a:gd name="connsiteX4" fmla="*/ 496844 w 808176"/>
                <a:gd name="connsiteY4" fmla="*/ 243743 h 554354"/>
                <a:gd name="connsiteX5" fmla="*/ 650844 w 808176"/>
                <a:gd name="connsiteY5" fmla="*/ 90123 h 554354"/>
                <a:gd name="connsiteX6" fmla="*/ 699637 w 808176"/>
                <a:gd name="connsiteY6" fmla="*/ 36375 h 554354"/>
                <a:gd name="connsiteX7" fmla="*/ 709866 w 808176"/>
                <a:gd name="connsiteY7" fmla="*/ 18459 h 554354"/>
                <a:gd name="connsiteX8" fmla="*/ 709866 w 808176"/>
                <a:gd name="connsiteY8" fmla="*/ 21000 h 554354"/>
                <a:gd name="connsiteX9" fmla="*/ 797158 w 808176"/>
                <a:gd name="connsiteY9" fmla="*/ 72207 h 55435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808176" h="554354">
                  <a:moveTo>
                    <a:pt x="797158" y="72207"/>
                  </a:moveTo>
                  <a:cubicBezTo>
                    <a:pt x="727280" y="164525"/>
                    <a:pt x="648151" y="249460"/>
                    <a:pt x="561011" y="325698"/>
                  </a:cubicBezTo>
                  <a:cubicBezTo>
                    <a:pt x="422385" y="446027"/>
                    <a:pt x="242717" y="563752"/>
                    <a:pt x="47611" y="553523"/>
                  </a:cubicBezTo>
                  <a:cubicBezTo>
                    <a:pt x="-16556" y="548377"/>
                    <a:pt x="-16556" y="446027"/>
                    <a:pt x="47611" y="451110"/>
                  </a:cubicBezTo>
                  <a:cubicBezTo>
                    <a:pt x="219591" y="461339"/>
                    <a:pt x="376197" y="351302"/>
                    <a:pt x="496844" y="243743"/>
                  </a:cubicBezTo>
                  <a:cubicBezTo>
                    <a:pt x="553323" y="197682"/>
                    <a:pt x="602052" y="143871"/>
                    <a:pt x="650844" y="90123"/>
                  </a:cubicBezTo>
                  <a:cubicBezTo>
                    <a:pt x="668824" y="72207"/>
                    <a:pt x="684199" y="54291"/>
                    <a:pt x="699637" y="36375"/>
                  </a:cubicBezTo>
                  <a:cubicBezTo>
                    <a:pt x="703589" y="30727"/>
                    <a:pt x="707013" y="24730"/>
                    <a:pt x="709866" y="18459"/>
                  </a:cubicBezTo>
                  <a:cubicBezTo>
                    <a:pt x="717553" y="10772"/>
                    <a:pt x="702178" y="31165"/>
                    <a:pt x="709866" y="21000"/>
                  </a:cubicBezTo>
                  <a:cubicBezTo>
                    <a:pt x="748366" y="-30206"/>
                    <a:pt x="838199" y="21000"/>
                    <a:pt x="797158" y="72207"/>
                  </a:cubicBezTo>
                  <a:close/>
                </a:path>
              </a:pathLst>
            </a:custGeom>
            <a:solidFill>
              <a:srgbClr val="FED0D6"/>
            </a:solidFill>
            <a:ln w="6346" cap="flat">
              <a:noFill/>
              <a:prstDash val="solid"/>
              <a:miter/>
            </a:ln>
          </p:spPr>
          <p:txBody>
            <a:bodyPr rtlCol="0" anchor="ctr"/>
            <a:lstStyle/>
            <a:p>
              <a:endParaRPr lang="zh-CN" altLang="en-US"/>
            </a:p>
          </p:txBody>
        </p:sp>
        <p:sp>
          <p:nvSpPr>
            <p:cNvPr id="59" name="任意多边形 13">
              <a:extLst>
                <a:ext uri="{FF2B5EF4-FFF2-40B4-BE49-F238E27FC236}">
                  <a16:creationId xmlns:a16="http://schemas.microsoft.com/office/drawing/2014/main" id="{910F82FC-9FEF-45C8-B0B7-B982F355A2E1}"/>
                </a:ext>
              </a:extLst>
            </p:cNvPr>
            <p:cNvSpPr/>
            <p:nvPr/>
          </p:nvSpPr>
          <p:spPr>
            <a:xfrm>
              <a:off x="5248839" y="3957542"/>
              <a:ext cx="415701" cy="712692"/>
            </a:xfrm>
            <a:custGeom>
              <a:avLst/>
              <a:gdLst>
                <a:gd name="connsiteX0" fmla="*/ 90290 w 367155"/>
                <a:gd name="connsiteY0" fmla="*/ 275691 h 629463"/>
                <a:gd name="connsiteX1" fmla="*/ 229361 w 367155"/>
                <a:gd name="connsiteY1" fmla="*/ 451738 h 629463"/>
                <a:gd name="connsiteX2" fmla="*/ 246959 w 367155"/>
                <a:gd name="connsiteY2" fmla="*/ 471877 h 629463"/>
                <a:gd name="connsiteX3" fmla="*/ 201979 w 367155"/>
                <a:gd name="connsiteY3" fmla="*/ 211016 h 629463"/>
                <a:gd name="connsiteX4" fmla="*/ 194292 w 367155"/>
                <a:gd name="connsiteY4" fmla="*/ 113241 h 629463"/>
                <a:gd name="connsiteX5" fmla="*/ 298420 w 367155"/>
                <a:gd name="connsiteY5" fmla="*/ 6952 h 629463"/>
                <a:gd name="connsiteX6" fmla="*/ 340732 w 367155"/>
                <a:gd name="connsiteY6" fmla="*/ 100280 h 629463"/>
                <a:gd name="connsiteX7" fmla="*/ 314748 w 367155"/>
                <a:gd name="connsiteY7" fmla="*/ 117624 h 629463"/>
                <a:gd name="connsiteX8" fmla="*/ 294544 w 367155"/>
                <a:gd name="connsiteY8" fmla="*/ 135286 h 629463"/>
                <a:gd name="connsiteX9" fmla="*/ 296006 w 367155"/>
                <a:gd name="connsiteY9" fmla="*/ 157077 h 629463"/>
                <a:gd name="connsiteX10" fmla="*/ 320402 w 367155"/>
                <a:gd name="connsiteY10" fmla="*/ 297927 h 629463"/>
                <a:gd name="connsiteX11" fmla="*/ 354518 w 367155"/>
                <a:gd name="connsiteY11" fmla="*/ 572194 h 629463"/>
                <a:gd name="connsiteX12" fmla="*/ 268560 w 367155"/>
                <a:gd name="connsiteY12" fmla="*/ 625243 h 629463"/>
                <a:gd name="connsiteX13" fmla="*/ 170785 w 367155"/>
                <a:gd name="connsiteY13" fmla="*/ 540237 h 629463"/>
                <a:gd name="connsiteX14" fmla="*/ 9668 w 367155"/>
                <a:gd name="connsiteY14" fmla="*/ 340176 h 629463"/>
                <a:gd name="connsiteX15" fmla="*/ 90290 w 367155"/>
                <a:gd name="connsiteY15" fmla="*/ 275437 h 62946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67155" h="629463">
                  <a:moveTo>
                    <a:pt x="90290" y="275691"/>
                  </a:moveTo>
                  <a:cubicBezTo>
                    <a:pt x="134762" y="336999"/>
                    <a:pt x="181013" y="394877"/>
                    <a:pt x="229361" y="451738"/>
                  </a:cubicBezTo>
                  <a:cubicBezTo>
                    <a:pt x="235714" y="459997"/>
                    <a:pt x="241432" y="465969"/>
                    <a:pt x="246959" y="471877"/>
                  </a:cubicBezTo>
                  <a:cubicBezTo>
                    <a:pt x="235460" y="384267"/>
                    <a:pt x="213478" y="298626"/>
                    <a:pt x="201979" y="211016"/>
                  </a:cubicBezTo>
                  <a:cubicBezTo>
                    <a:pt x="196325" y="179822"/>
                    <a:pt x="189273" y="146277"/>
                    <a:pt x="194292" y="113241"/>
                  </a:cubicBezTo>
                  <a:cubicBezTo>
                    <a:pt x="199692" y="62923"/>
                    <a:pt x="258395" y="30649"/>
                    <a:pt x="298420" y="6952"/>
                  </a:cubicBezTo>
                  <a:cubicBezTo>
                    <a:pt x="353692" y="-26593"/>
                    <a:pt x="396068" y="66735"/>
                    <a:pt x="340732" y="100280"/>
                  </a:cubicBezTo>
                  <a:cubicBezTo>
                    <a:pt x="351342" y="92593"/>
                    <a:pt x="319449" y="115528"/>
                    <a:pt x="314748" y="117624"/>
                  </a:cubicBezTo>
                  <a:cubicBezTo>
                    <a:pt x="304138" y="125311"/>
                    <a:pt x="296705" y="139924"/>
                    <a:pt x="294544" y="135286"/>
                  </a:cubicBezTo>
                  <a:cubicBezTo>
                    <a:pt x="294544" y="141004"/>
                    <a:pt x="296451" y="145642"/>
                    <a:pt x="296006" y="157077"/>
                  </a:cubicBezTo>
                  <a:cubicBezTo>
                    <a:pt x="303375" y="204409"/>
                    <a:pt x="310682" y="251740"/>
                    <a:pt x="320402" y="297927"/>
                  </a:cubicBezTo>
                  <a:cubicBezTo>
                    <a:pt x="335523" y="381090"/>
                    <a:pt x="369321" y="486744"/>
                    <a:pt x="354518" y="572194"/>
                  </a:cubicBezTo>
                  <a:cubicBezTo>
                    <a:pt x="348165" y="614442"/>
                    <a:pt x="311698" y="639474"/>
                    <a:pt x="268560" y="625243"/>
                  </a:cubicBezTo>
                  <a:cubicBezTo>
                    <a:pt x="230124" y="608915"/>
                    <a:pt x="198358" y="569906"/>
                    <a:pt x="170785" y="540237"/>
                  </a:cubicBezTo>
                  <a:cubicBezTo>
                    <a:pt x="113695" y="476343"/>
                    <a:pt x="59922" y="409571"/>
                    <a:pt x="9668" y="340176"/>
                  </a:cubicBezTo>
                  <a:cubicBezTo>
                    <a:pt x="-28451" y="287127"/>
                    <a:pt x="49821" y="223468"/>
                    <a:pt x="90290" y="275437"/>
                  </a:cubicBezTo>
                  <a:close/>
                </a:path>
              </a:pathLst>
            </a:custGeom>
            <a:solidFill>
              <a:srgbClr val="FED0D6"/>
            </a:solidFill>
            <a:ln w="6346" cap="flat">
              <a:noFill/>
              <a:prstDash val="solid"/>
              <a:miter/>
            </a:ln>
          </p:spPr>
          <p:txBody>
            <a:bodyPr rtlCol="0" anchor="ctr"/>
            <a:lstStyle/>
            <a:p>
              <a:endParaRPr lang="zh-CN" altLang="en-US"/>
            </a:p>
          </p:txBody>
        </p:sp>
        <p:sp>
          <p:nvSpPr>
            <p:cNvPr id="60" name="任意多边形 14">
              <a:extLst>
                <a:ext uri="{FF2B5EF4-FFF2-40B4-BE49-F238E27FC236}">
                  <a16:creationId xmlns:a16="http://schemas.microsoft.com/office/drawing/2014/main" id="{B1B12366-720B-473B-9A0F-352F53E29D7A}"/>
                </a:ext>
              </a:extLst>
            </p:cNvPr>
            <p:cNvSpPr/>
            <p:nvPr/>
          </p:nvSpPr>
          <p:spPr>
            <a:xfrm>
              <a:off x="4494869" y="4089375"/>
              <a:ext cx="731188" cy="915335"/>
            </a:xfrm>
            <a:custGeom>
              <a:avLst/>
              <a:gdLst>
                <a:gd name="connsiteX0" fmla="*/ -514 w 645799"/>
                <a:gd name="connsiteY0" fmla="*/ 61416 h 808441"/>
                <a:gd name="connsiteX1" fmla="*/ 219877 w 645799"/>
                <a:gd name="connsiteY1" fmla="*/ -210 h 808441"/>
                <a:gd name="connsiteX2" fmla="*/ 333662 w 645799"/>
                <a:gd name="connsiteY2" fmla="*/ 71263 h 808441"/>
                <a:gd name="connsiteX3" fmla="*/ 441666 w 645799"/>
                <a:gd name="connsiteY3" fmla="*/ -210 h 808441"/>
                <a:gd name="connsiteX4" fmla="*/ 481564 w 645799"/>
                <a:gd name="connsiteY4" fmla="*/ 3475 h 808441"/>
                <a:gd name="connsiteX5" fmla="*/ 625527 w 645799"/>
                <a:gd name="connsiteY5" fmla="*/ 23360 h 808441"/>
                <a:gd name="connsiteX6" fmla="*/ 637598 w 645799"/>
                <a:gd name="connsiteY6" fmla="*/ 333459 h 808441"/>
                <a:gd name="connsiteX7" fmla="*/ 645285 w 645799"/>
                <a:gd name="connsiteY7" fmla="*/ 792920 h 808441"/>
                <a:gd name="connsiteX8" fmla="*/ 384488 w 645799"/>
                <a:gd name="connsiteY8" fmla="*/ 808231 h 808441"/>
                <a:gd name="connsiteX9" fmla="*/ 20006 w 645799"/>
                <a:gd name="connsiteY9" fmla="*/ 792920 h 808441"/>
                <a:gd name="connsiteX10" fmla="*/ 27694 w 645799"/>
                <a:gd name="connsiteY10" fmla="*/ 333459 h 808441"/>
                <a:gd name="connsiteX11" fmla="*/ -514 w 645799"/>
                <a:gd name="connsiteY11" fmla="*/ 61416 h 80844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645799" h="808441">
                  <a:moveTo>
                    <a:pt x="-514" y="61416"/>
                  </a:moveTo>
                  <a:lnTo>
                    <a:pt x="219877" y="-210"/>
                  </a:lnTo>
                  <a:cubicBezTo>
                    <a:pt x="235252" y="69103"/>
                    <a:pt x="308250" y="71263"/>
                    <a:pt x="333662" y="71263"/>
                  </a:cubicBezTo>
                  <a:cubicBezTo>
                    <a:pt x="365428" y="71263"/>
                    <a:pt x="426292" y="69103"/>
                    <a:pt x="441666" y="-210"/>
                  </a:cubicBezTo>
                  <a:lnTo>
                    <a:pt x="481564" y="3475"/>
                  </a:lnTo>
                  <a:cubicBezTo>
                    <a:pt x="594142" y="14085"/>
                    <a:pt x="625527" y="23360"/>
                    <a:pt x="625527" y="23360"/>
                  </a:cubicBezTo>
                  <a:cubicBezTo>
                    <a:pt x="597382" y="336508"/>
                    <a:pt x="658436" y="258428"/>
                    <a:pt x="637598" y="333459"/>
                  </a:cubicBezTo>
                  <a:cubicBezTo>
                    <a:pt x="581436" y="535045"/>
                    <a:pt x="645285" y="792920"/>
                    <a:pt x="645285" y="792920"/>
                  </a:cubicBezTo>
                  <a:cubicBezTo>
                    <a:pt x="543317" y="808231"/>
                    <a:pt x="455770" y="808231"/>
                    <a:pt x="384488" y="808231"/>
                  </a:cubicBezTo>
                  <a:cubicBezTo>
                    <a:pt x="17401" y="808231"/>
                    <a:pt x="20006" y="792920"/>
                    <a:pt x="20006" y="792920"/>
                  </a:cubicBezTo>
                  <a:cubicBezTo>
                    <a:pt x="20006" y="792920"/>
                    <a:pt x="85889" y="477866"/>
                    <a:pt x="27694" y="333459"/>
                  </a:cubicBezTo>
                  <a:cubicBezTo>
                    <a:pt x="2281" y="269927"/>
                    <a:pt x="-514" y="61416"/>
                    <a:pt x="-514" y="61416"/>
                  </a:cubicBezTo>
                  <a:close/>
                </a:path>
              </a:pathLst>
            </a:custGeom>
            <a:solidFill>
              <a:srgbClr val="BE5ED3"/>
            </a:solidFill>
            <a:ln w="6346" cap="flat">
              <a:noFill/>
              <a:prstDash val="solid"/>
              <a:miter/>
            </a:ln>
          </p:spPr>
          <p:txBody>
            <a:bodyPr rtlCol="0" anchor="ctr"/>
            <a:lstStyle/>
            <a:p>
              <a:endParaRPr lang="zh-CN" altLang="en-US"/>
            </a:p>
          </p:txBody>
        </p:sp>
        <p:sp>
          <p:nvSpPr>
            <p:cNvPr id="61" name="任意多边形 15">
              <a:extLst>
                <a:ext uri="{FF2B5EF4-FFF2-40B4-BE49-F238E27FC236}">
                  <a16:creationId xmlns:a16="http://schemas.microsoft.com/office/drawing/2014/main" id="{232188AE-13BC-45B6-9365-D5AF7B740209}"/>
                </a:ext>
              </a:extLst>
            </p:cNvPr>
            <p:cNvSpPr/>
            <p:nvPr/>
          </p:nvSpPr>
          <p:spPr>
            <a:xfrm>
              <a:off x="4736560" y="4414867"/>
              <a:ext cx="302114" cy="302114"/>
            </a:xfrm>
            <a:custGeom>
              <a:avLst/>
              <a:gdLst>
                <a:gd name="connsiteX0" fmla="*/ 266833 w 266833"/>
                <a:gd name="connsiteY0" fmla="*/ 133417 h 266833"/>
                <a:gd name="connsiteX1" fmla="*/ 133417 w 266833"/>
                <a:gd name="connsiteY1" fmla="*/ 266833 h 266833"/>
                <a:gd name="connsiteX2" fmla="*/ 0 w 266833"/>
                <a:gd name="connsiteY2" fmla="*/ 133417 h 266833"/>
                <a:gd name="connsiteX3" fmla="*/ 133417 w 266833"/>
                <a:gd name="connsiteY3" fmla="*/ 0 h 266833"/>
                <a:gd name="connsiteX4" fmla="*/ 266833 w 266833"/>
                <a:gd name="connsiteY4" fmla="*/ 133417 h 26683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66833" h="266833">
                  <a:moveTo>
                    <a:pt x="266833" y="133417"/>
                  </a:moveTo>
                  <a:cubicBezTo>
                    <a:pt x="266833" y="207101"/>
                    <a:pt x="207101" y="266833"/>
                    <a:pt x="133417" y="266833"/>
                  </a:cubicBezTo>
                  <a:cubicBezTo>
                    <a:pt x="59733" y="266833"/>
                    <a:pt x="0" y="207101"/>
                    <a:pt x="0" y="133417"/>
                  </a:cubicBezTo>
                  <a:cubicBezTo>
                    <a:pt x="0" y="59733"/>
                    <a:pt x="59733" y="0"/>
                    <a:pt x="133417" y="0"/>
                  </a:cubicBezTo>
                  <a:cubicBezTo>
                    <a:pt x="207101" y="0"/>
                    <a:pt x="266833" y="59733"/>
                    <a:pt x="266833" y="133417"/>
                  </a:cubicBezTo>
                  <a:close/>
                </a:path>
              </a:pathLst>
            </a:custGeom>
            <a:solidFill>
              <a:srgbClr val="FFC545"/>
            </a:solidFill>
            <a:ln w="6346" cap="flat">
              <a:noFill/>
              <a:prstDash val="solid"/>
              <a:miter/>
            </a:ln>
          </p:spPr>
          <p:txBody>
            <a:bodyPr rtlCol="0" anchor="ctr"/>
            <a:lstStyle/>
            <a:p>
              <a:endParaRPr lang="zh-CN" altLang="en-US"/>
            </a:p>
          </p:txBody>
        </p:sp>
        <p:sp>
          <p:nvSpPr>
            <p:cNvPr id="62" name="任意多边形 16">
              <a:extLst>
                <a:ext uri="{FF2B5EF4-FFF2-40B4-BE49-F238E27FC236}">
                  <a16:creationId xmlns:a16="http://schemas.microsoft.com/office/drawing/2014/main" id="{75EC2666-BC62-43CE-9A54-F7BDE5AD0975}"/>
                </a:ext>
              </a:extLst>
            </p:cNvPr>
            <p:cNvSpPr/>
            <p:nvPr/>
          </p:nvSpPr>
          <p:spPr>
            <a:xfrm>
              <a:off x="4808492" y="4501185"/>
              <a:ext cx="28772" cy="57545"/>
            </a:xfrm>
            <a:custGeom>
              <a:avLst/>
              <a:gdLst>
                <a:gd name="connsiteX0" fmla="*/ 25413 w 25412"/>
                <a:gd name="connsiteY0" fmla="*/ 25413 h 50825"/>
                <a:gd name="connsiteX1" fmla="*/ 12706 w 25412"/>
                <a:gd name="connsiteY1" fmla="*/ 50825 h 50825"/>
                <a:gd name="connsiteX2" fmla="*/ 0 w 25412"/>
                <a:gd name="connsiteY2" fmla="*/ 25413 h 50825"/>
                <a:gd name="connsiteX3" fmla="*/ 12706 w 25412"/>
                <a:gd name="connsiteY3" fmla="*/ 0 h 50825"/>
                <a:gd name="connsiteX4" fmla="*/ 25413 w 25412"/>
                <a:gd name="connsiteY4" fmla="*/ 25413 h 508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5412" h="50825">
                  <a:moveTo>
                    <a:pt x="25413" y="25413"/>
                  </a:moveTo>
                  <a:cubicBezTo>
                    <a:pt x="25413" y="39448"/>
                    <a:pt x="19724" y="50825"/>
                    <a:pt x="12706" y="50825"/>
                  </a:cubicBezTo>
                  <a:cubicBezTo>
                    <a:pt x="5689" y="50825"/>
                    <a:pt x="0" y="39448"/>
                    <a:pt x="0" y="25413"/>
                  </a:cubicBezTo>
                  <a:cubicBezTo>
                    <a:pt x="0" y="11378"/>
                    <a:pt x="5689" y="0"/>
                    <a:pt x="12706" y="0"/>
                  </a:cubicBezTo>
                  <a:cubicBezTo>
                    <a:pt x="19724" y="0"/>
                    <a:pt x="25413" y="11378"/>
                    <a:pt x="25413" y="25413"/>
                  </a:cubicBezTo>
                  <a:close/>
                </a:path>
              </a:pathLst>
            </a:custGeom>
            <a:solidFill>
              <a:srgbClr val="00002B"/>
            </a:solidFill>
            <a:ln w="6346" cap="flat">
              <a:noFill/>
              <a:prstDash val="solid"/>
              <a:miter/>
            </a:ln>
          </p:spPr>
          <p:txBody>
            <a:bodyPr rtlCol="0" anchor="ctr"/>
            <a:lstStyle/>
            <a:p>
              <a:endParaRPr lang="zh-CN" altLang="en-US"/>
            </a:p>
          </p:txBody>
        </p:sp>
        <p:sp>
          <p:nvSpPr>
            <p:cNvPr id="63" name="任意多边形 17">
              <a:extLst>
                <a:ext uri="{FF2B5EF4-FFF2-40B4-BE49-F238E27FC236}">
                  <a16:creationId xmlns:a16="http://schemas.microsoft.com/office/drawing/2014/main" id="{BE1F33E3-B0FC-4AE2-ACFF-6F2A6A9D7CC8}"/>
                </a:ext>
              </a:extLst>
            </p:cNvPr>
            <p:cNvSpPr/>
            <p:nvPr/>
          </p:nvSpPr>
          <p:spPr>
            <a:xfrm>
              <a:off x="4937970" y="4501185"/>
              <a:ext cx="28772" cy="57545"/>
            </a:xfrm>
            <a:custGeom>
              <a:avLst/>
              <a:gdLst>
                <a:gd name="connsiteX0" fmla="*/ 25413 w 25412"/>
                <a:gd name="connsiteY0" fmla="*/ 25413 h 50825"/>
                <a:gd name="connsiteX1" fmla="*/ 12706 w 25412"/>
                <a:gd name="connsiteY1" fmla="*/ 50825 h 50825"/>
                <a:gd name="connsiteX2" fmla="*/ 0 w 25412"/>
                <a:gd name="connsiteY2" fmla="*/ 25413 h 50825"/>
                <a:gd name="connsiteX3" fmla="*/ 12706 w 25412"/>
                <a:gd name="connsiteY3" fmla="*/ 0 h 50825"/>
                <a:gd name="connsiteX4" fmla="*/ 25413 w 25412"/>
                <a:gd name="connsiteY4" fmla="*/ 25413 h 508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5412" h="50825">
                  <a:moveTo>
                    <a:pt x="25413" y="25413"/>
                  </a:moveTo>
                  <a:cubicBezTo>
                    <a:pt x="25413" y="39448"/>
                    <a:pt x="19724" y="50825"/>
                    <a:pt x="12706" y="50825"/>
                  </a:cubicBezTo>
                  <a:cubicBezTo>
                    <a:pt x="5689" y="50825"/>
                    <a:pt x="0" y="39448"/>
                    <a:pt x="0" y="25413"/>
                  </a:cubicBezTo>
                  <a:cubicBezTo>
                    <a:pt x="0" y="11378"/>
                    <a:pt x="5689" y="0"/>
                    <a:pt x="12706" y="0"/>
                  </a:cubicBezTo>
                  <a:cubicBezTo>
                    <a:pt x="19724" y="0"/>
                    <a:pt x="25413" y="11378"/>
                    <a:pt x="25413" y="25413"/>
                  </a:cubicBezTo>
                  <a:close/>
                </a:path>
              </a:pathLst>
            </a:custGeom>
            <a:solidFill>
              <a:srgbClr val="00002B"/>
            </a:solidFill>
            <a:ln w="6346" cap="flat">
              <a:noFill/>
              <a:prstDash val="solid"/>
              <a:miter/>
            </a:ln>
          </p:spPr>
          <p:txBody>
            <a:bodyPr rtlCol="0" anchor="ctr"/>
            <a:lstStyle/>
            <a:p>
              <a:endParaRPr lang="zh-CN" altLang="en-US"/>
            </a:p>
          </p:txBody>
        </p:sp>
        <p:sp>
          <p:nvSpPr>
            <p:cNvPr id="64" name="任意多边形 18">
              <a:extLst>
                <a:ext uri="{FF2B5EF4-FFF2-40B4-BE49-F238E27FC236}">
                  <a16:creationId xmlns:a16="http://schemas.microsoft.com/office/drawing/2014/main" id="{8DF796D9-9BBA-404E-9D2E-C7C266828E41}"/>
                </a:ext>
              </a:extLst>
            </p:cNvPr>
            <p:cNvSpPr/>
            <p:nvPr/>
          </p:nvSpPr>
          <p:spPr>
            <a:xfrm>
              <a:off x="4809355" y="4601890"/>
              <a:ext cx="156524" cy="64640"/>
            </a:xfrm>
            <a:custGeom>
              <a:avLst/>
              <a:gdLst>
                <a:gd name="connsiteX0" fmla="*/ -514 w 138245"/>
                <a:gd name="connsiteY0" fmla="*/ -210 h 57091"/>
                <a:gd name="connsiteX1" fmla="*/ 81924 w 138245"/>
                <a:gd name="connsiteY1" fmla="*/ 55596 h 57091"/>
                <a:gd name="connsiteX2" fmla="*/ 137731 w 138245"/>
                <a:gd name="connsiteY2" fmla="*/ -210 h 57091"/>
              </a:gdLst>
              <a:ahLst/>
              <a:cxnLst>
                <a:cxn ang="0">
                  <a:pos x="connsiteX0" y="connsiteY0"/>
                </a:cxn>
                <a:cxn ang="0">
                  <a:pos x="connsiteX1" y="connsiteY1"/>
                </a:cxn>
                <a:cxn ang="0">
                  <a:pos x="connsiteX2" y="connsiteY2"/>
                </a:cxn>
              </a:cxnLst>
              <a:rect l="l" t="t" r="r" b="b"/>
              <a:pathLst>
                <a:path w="138245" h="57091">
                  <a:moveTo>
                    <a:pt x="-514" y="-210"/>
                  </a:moveTo>
                  <a:cubicBezTo>
                    <a:pt x="6836" y="37966"/>
                    <a:pt x="43748" y="62953"/>
                    <a:pt x="81924" y="55596"/>
                  </a:cubicBezTo>
                  <a:cubicBezTo>
                    <a:pt x="110183" y="50152"/>
                    <a:pt x="132286" y="28055"/>
                    <a:pt x="137731" y="-210"/>
                  </a:cubicBezTo>
                  <a:close/>
                </a:path>
              </a:pathLst>
            </a:custGeom>
            <a:solidFill>
              <a:srgbClr val="E27AA5"/>
            </a:solidFill>
            <a:ln w="6346" cap="flat">
              <a:noFill/>
              <a:prstDash val="solid"/>
              <a:miter/>
            </a:ln>
          </p:spPr>
          <p:txBody>
            <a:bodyPr rtlCol="0" anchor="ctr"/>
            <a:lstStyle/>
            <a:p>
              <a:endParaRPr lang="zh-CN" altLang="en-US"/>
            </a:p>
          </p:txBody>
        </p:sp>
        <p:sp>
          <p:nvSpPr>
            <p:cNvPr id="65" name="任意多边形 19">
              <a:extLst>
                <a:ext uri="{FF2B5EF4-FFF2-40B4-BE49-F238E27FC236}">
                  <a16:creationId xmlns:a16="http://schemas.microsoft.com/office/drawing/2014/main" id="{2CDF32C7-C1B7-423C-94E0-DEA446C9CC39}"/>
                </a:ext>
              </a:extLst>
            </p:cNvPr>
            <p:cNvSpPr/>
            <p:nvPr/>
          </p:nvSpPr>
          <p:spPr>
            <a:xfrm>
              <a:off x="4509837" y="4987374"/>
              <a:ext cx="724245" cy="307437"/>
            </a:xfrm>
            <a:custGeom>
              <a:avLst/>
              <a:gdLst>
                <a:gd name="connsiteX0" fmla="*/ 6214 w 639667"/>
                <a:gd name="connsiteY0" fmla="*/ -210 h 271534"/>
                <a:gd name="connsiteX1" fmla="*/ 632637 w 639667"/>
                <a:gd name="connsiteY1" fmla="*/ -210 h 271534"/>
                <a:gd name="connsiteX2" fmla="*/ 537657 w 639667"/>
                <a:gd name="connsiteY2" fmla="*/ 271325 h 271534"/>
                <a:gd name="connsiteX3" fmla="*/ 101194 w 639667"/>
                <a:gd name="connsiteY3" fmla="*/ 271325 h 271534"/>
                <a:gd name="connsiteX4" fmla="*/ 5897 w 639667"/>
                <a:gd name="connsiteY4" fmla="*/ -210 h 27153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39667" h="271534">
                  <a:moveTo>
                    <a:pt x="6214" y="-210"/>
                  </a:moveTo>
                  <a:cubicBezTo>
                    <a:pt x="295029" y="15101"/>
                    <a:pt x="632637" y="-210"/>
                    <a:pt x="632637" y="-210"/>
                  </a:cubicBezTo>
                  <a:cubicBezTo>
                    <a:pt x="632637" y="-210"/>
                    <a:pt x="676283" y="271325"/>
                    <a:pt x="537657" y="271325"/>
                  </a:cubicBezTo>
                  <a:lnTo>
                    <a:pt x="101194" y="271325"/>
                  </a:lnTo>
                  <a:cubicBezTo>
                    <a:pt x="-37432" y="271325"/>
                    <a:pt x="5897" y="-210"/>
                    <a:pt x="5897" y="-210"/>
                  </a:cubicBezTo>
                  <a:close/>
                </a:path>
              </a:pathLst>
            </a:custGeom>
            <a:solidFill>
              <a:srgbClr val="00002B"/>
            </a:solidFill>
            <a:ln w="6346" cap="flat">
              <a:noFill/>
              <a:prstDash val="solid"/>
              <a:miter/>
            </a:ln>
          </p:spPr>
          <p:txBody>
            <a:bodyPr rtlCol="0" anchor="ctr"/>
            <a:lstStyle/>
            <a:p>
              <a:endParaRPr lang="zh-CN" altLang="en-US"/>
            </a:p>
          </p:txBody>
        </p:sp>
        <p:sp>
          <p:nvSpPr>
            <p:cNvPr id="66" name="任意多边形 20">
              <a:extLst>
                <a:ext uri="{FF2B5EF4-FFF2-40B4-BE49-F238E27FC236}">
                  <a16:creationId xmlns:a16="http://schemas.microsoft.com/office/drawing/2014/main" id="{3746B63B-B91C-4BAF-A3EC-CEA40F699173}"/>
                </a:ext>
              </a:extLst>
            </p:cNvPr>
            <p:cNvSpPr/>
            <p:nvPr/>
          </p:nvSpPr>
          <p:spPr>
            <a:xfrm>
              <a:off x="5524719" y="5246473"/>
              <a:ext cx="230304" cy="183920"/>
            </a:xfrm>
            <a:custGeom>
              <a:avLst/>
              <a:gdLst>
                <a:gd name="connsiteX0" fmla="*/ 27630 w 203409"/>
                <a:gd name="connsiteY0" fmla="*/ -210 h 162442"/>
                <a:gd name="connsiteX1" fmla="*/ 202787 w 203409"/>
                <a:gd name="connsiteY1" fmla="*/ 97057 h 162442"/>
                <a:gd name="connsiteX2" fmla="*/ -514 w 203409"/>
                <a:gd name="connsiteY2" fmla="*/ 161034 h 162442"/>
                <a:gd name="connsiteX3" fmla="*/ 27630 w 203409"/>
                <a:gd name="connsiteY3" fmla="*/ -210 h 162442"/>
              </a:gdLst>
              <a:ahLst/>
              <a:cxnLst>
                <a:cxn ang="0">
                  <a:pos x="connsiteX0" y="connsiteY0"/>
                </a:cxn>
                <a:cxn ang="0">
                  <a:pos x="connsiteX1" y="connsiteY1"/>
                </a:cxn>
                <a:cxn ang="0">
                  <a:pos x="connsiteX2" y="connsiteY2"/>
                </a:cxn>
                <a:cxn ang="0">
                  <a:pos x="connsiteX3" y="connsiteY3"/>
                </a:cxn>
              </a:cxnLst>
              <a:rect l="l" t="t" r="r" b="b"/>
              <a:pathLst>
                <a:path w="203409" h="162442">
                  <a:moveTo>
                    <a:pt x="27630" y="-210"/>
                  </a:moveTo>
                  <a:cubicBezTo>
                    <a:pt x="27630" y="-210"/>
                    <a:pt x="207933" y="20247"/>
                    <a:pt x="202787" y="97057"/>
                  </a:cubicBezTo>
                  <a:cubicBezTo>
                    <a:pt x="200246" y="176408"/>
                    <a:pt x="-514" y="161034"/>
                    <a:pt x="-514" y="161034"/>
                  </a:cubicBezTo>
                  <a:lnTo>
                    <a:pt x="27630" y="-210"/>
                  </a:lnTo>
                  <a:close/>
                </a:path>
              </a:pathLst>
            </a:custGeom>
            <a:solidFill>
              <a:srgbClr val="00002B"/>
            </a:solidFill>
            <a:ln w="6346" cap="flat">
              <a:noFill/>
              <a:prstDash val="solid"/>
              <a:miter/>
            </a:ln>
          </p:spPr>
          <p:txBody>
            <a:bodyPr rtlCol="0" anchor="ctr"/>
            <a:lstStyle/>
            <a:p>
              <a:endParaRPr lang="zh-CN" altLang="en-US"/>
            </a:p>
          </p:txBody>
        </p:sp>
        <p:sp>
          <p:nvSpPr>
            <p:cNvPr id="67" name="任意多边形 21">
              <a:extLst>
                <a:ext uri="{FF2B5EF4-FFF2-40B4-BE49-F238E27FC236}">
                  <a16:creationId xmlns:a16="http://schemas.microsoft.com/office/drawing/2014/main" id="{74145CC7-B89B-4319-8F78-DC5AEA981987}"/>
                </a:ext>
              </a:extLst>
            </p:cNvPr>
            <p:cNvSpPr/>
            <p:nvPr/>
          </p:nvSpPr>
          <p:spPr>
            <a:xfrm>
              <a:off x="4100646" y="5006258"/>
              <a:ext cx="1488236" cy="437236"/>
            </a:xfrm>
            <a:custGeom>
              <a:avLst/>
              <a:gdLst>
                <a:gd name="connsiteX0" fmla="*/ 1313924 w 1314438"/>
                <a:gd name="connsiteY0" fmla="*/ 208966 h 386175"/>
                <a:gd name="connsiteX1" fmla="*/ 2820 w 1314438"/>
                <a:gd name="connsiteY1" fmla="*/ 90797 h 386175"/>
                <a:gd name="connsiteX2" fmla="*/ 1293403 w 1314438"/>
                <a:gd name="connsiteY2" fmla="*/ 385966 h 386175"/>
                <a:gd name="connsiteX3" fmla="*/ 1313924 w 1314438"/>
                <a:gd name="connsiteY3" fmla="*/ 208712 h 386175"/>
              </a:gdLst>
              <a:ahLst/>
              <a:cxnLst>
                <a:cxn ang="0">
                  <a:pos x="connsiteX0" y="connsiteY0"/>
                </a:cxn>
                <a:cxn ang="0">
                  <a:pos x="connsiteX1" y="connsiteY1"/>
                </a:cxn>
                <a:cxn ang="0">
                  <a:pos x="connsiteX2" y="connsiteY2"/>
                </a:cxn>
                <a:cxn ang="0">
                  <a:pos x="connsiteX3" y="connsiteY3"/>
                </a:cxn>
              </a:cxnLst>
              <a:rect l="l" t="t" r="r" b="b"/>
              <a:pathLst>
                <a:path w="1314438" h="386175">
                  <a:moveTo>
                    <a:pt x="1313924" y="208966"/>
                  </a:moveTo>
                  <a:cubicBezTo>
                    <a:pt x="1313924" y="208966"/>
                    <a:pt x="82361" y="-168603"/>
                    <a:pt x="2820" y="90797"/>
                  </a:cubicBezTo>
                  <a:cubicBezTo>
                    <a:pt x="-76722" y="347847"/>
                    <a:pt x="1293403" y="385966"/>
                    <a:pt x="1293403" y="385966"/>
                  </a:cubicBezTo>
                  <a:lnTo>
                    <a:pt x="1313924" y="208712"/>
                  </a:lnTo>
                  <a:close/>
                </a:path>
              </a:pathLst>
            </a:custGeom>
            <a:solidFill>
              <a:srgbClr val="1E2160"/>
            </a:solidFill>
            <a:ln w="6346" cap="flat">
              <a:noFill/>
              <a:prstDash val="solid"/>
              <a:miter/>
            </a:ln>
          </p:spPr>
          <p:txBody>
            <a:bodyPr rtlCol="0" anchor="ctr"/>
            <a:lstStyle/>
            <a:p>
              <a:endParaRPr lang="zh-CN" altLang="en-US"/>
            </a:p>
          </p:txBody>
        </p:sp>
        <p:sp>
          <p:nvSpPr>
            <p:cNvPr id="68" name="任意多边形 22">
              <a:extLst>
                <a:ext uri="{FF2B5EF4-FFF2-40B4-BE49-F238E27FC236}">
                  <a16:creationId xmlns:a16="http://schemas.microsoft.com/office/drawing/2014/main" id="{8D25562F-B284-4C2E-BB94-8BAF4DA2D9E2}"/>
                </a:ext>
              </a:extLst>
            </p:cNvPr>
            <p:cNvSpPr/>
            <p:nvPr/>
          </p:nvSpPr>
          <p:spPr>
            <a:xfrm>
              <a:off x="4002665" y="5286755"/>
              <a:ext cx="235837" cy="184637"/>
            </a:xfrm>
            <a:custGeom>
              <a:avLst/>
              <a:gdLst>
                <a:gd name="connsiteX0" fmla="*/ 169282 w 208296"/>
                <a:gd name="connsiteY0" fmla="*/ -210 h 163075"/>
                <a:gd name="connsiteX1" fmla="*/ -94 w 208296"/>
                <a:gd name="connsiteY1" fmla="*/ 109382 h 163075"/>
                <a:gd name="connsiteX2" fmla="*/ 207782 w 208296"/>
                <a:gd name="connsiteY2" fmla="*/ 157857 h 163075"/>
                <a:gd name="connsiteX3" fmla="*/ 169282 w 208296"/>
                <a:gd name="connsiteY3" fmla="*/ -210 h 163075"/>
              </a:gdLst>
              <a:ahLst/>
              <a:cxnLst>
                <a:cxn ang="0">
                  <a:pos x="connsiteX0" y="connsiteY0"/>
                </a:cxn>
                <a:cxn ang="0">
                  <a:pos x="connsiteX1" y="connsiteY1"/>
                </a:cxn>
                <a:cxn ang="0">
                  <a:pos x="connsiteX2" y="connsiteY2"/>
                </a:cxn>
                <a:cxn ang="0">
                  <a:pos x="connsiteX3" y="connsiteY3"/>
                </a:cxn>
              </a:cxnLst>
              <a:rect l="l" t="t" r="r" b="b"/>
              <a:pathLst>
                <a:path w="208296" h="163075">
                  <a:moveTo>
                    <a:pt x="169282" y="-210"/>
                  </a:moveTo>
                  <a:cubicBezTo>
                    <a:pt x="169282" y="-210"/>
                    <a:pt x="-10322" y="32890"/>
                    <a:pt x="-94" y="109382"/>
                  </a:cubicBezTo>
                  <a:cubicBezTo>
                    <a:pt x="10135" y="185874"/>
                    <a:pt x="207782" y="157857"/>
                    <a:pt x="207782" y="157857"/>
                  </a:cubicBezTo>
                  <a:lnTo>
                    <a:pt x="169282" y="-210"/>
                  </a:lnTo>
                  <a:close/>
                </a:path>
              </a:pathLst>
            </a:custGeom>
            <a:solidFill>
              <a:srgbClr val="00002B"/>
            </a:solidFill>
            <a:ln w="6346" cap="flat">
              <a:noFill/>
              <a:prstDash val="solid"/>
              <a:miter/>
            </a:ln>
          </p:spPr>
          <p:txBody>
            <a:bodyPr rtlCol="0" anchor="ctr"/>
            <a:lstStyle/>
            <a:p>
              <a:endParaRPr lang="zh-CN" altLang="en-US"/>
            </a:p>
          </p:txBody>
        </p:sp>
        <p:sp>
          <p:nvSpPr>
            <p:cNvPr id="69" name="任意多边形 23">
              <a:extLst>
                <a:ext uri="{FF2B5EF4-FFF2-40B4-BE49-F238E27FC236}">
                  <a16:creationId xmlns:a16="http://schemas.microsoft.com/office/drawing/2014/main" id="{4742F642-9086-4227-89AE-03A8423D7862}"/>
                </a:ext>
              </a:extLst>
            </p:cNvPr>
            <p:cNvSpPr/>
            <p:nvPr/>
          </p:nvSpPr>
          <p:spPr>
            <a:xfrm>
              <a:off x="4163334" y="4959760"/>
              <a:ext cx="1475212" cy="524448"/>
            </a:xfrm>
            <a:custGeom>
              <a:avLst/>
              <a:gdLst>
                <a:gd name="connsiteX0" fmla="*/ -514 w 1302935"/>
                <a:gd name="connsiteY0" fmla="*/ 288407 h 463202"/>
                <a:gd name="connsiteX1" fmla="*/ 1297439 w 1302935"/>
                <a:gd name="connsiteY1" fmla="*/ 75449 h 463202"/>
                <a:gd name="connsiteX2" fmla="*/ 30298 w 1302935"/>
                <a:gd name="connsiteY2" fmla="*/ 462992 h 463202"/>
                <a:gd name="connsiteX3" fmla="*/ -514 w 1302935"/>
                <a:gd name="connsiteY3" fmla="*/ 288535 h 463202"/>
              </a:gdLst>
              <a:ahLst/>
              <a:cxnLst>
                <a:cxn ang="0">
                  <a:pos x="connsiteX0" y="connsiteY0"/>
                </a:cxn>
                <a:cxn ang="0">
                  <a:pos x="connsiteX1" y="connsiteY1"/>
                </a:cxn>
                <a:cxn ang="0">
                  <a:pos x="connsiteX2" y="connsiteY2"/>
                </a:cxn>
                <a:cxn ang="0">
                  <a:pos x="connsiteX3" y="connsiteY3"/>
                </a:cxn>
              </a:cxnLst>
              <a:rect l="l" t="t" r="r" b="b"/>
              <a:pathLst>
                <a:path w="1302935" h="463202">
                  <a:moveTo>
                    <a:pt x="-514" y="288407"/>
                  </a:moveTo>
                  <a:cubicBezTo>
                    <a:pt x="-514" y="288407"/>
                    <a:pt x="1197376" y="-178551"/>
                    <a:pt x="1297439" y="75449"/>
                  </a:cubicBezTo>
                  <a:cubicBezTo>
                    <a:pt x="1394896" y="326908"/>
                    <a:pt x="30298" y="462992"/>
                    <a:pt x="30298" y="462992"/>
                  </a:cubicBezTo>
                  <a:lnTo>
                    <a:pt x="-514" y="288535"/>
                  </a:lnTo>
                  <a:close/>
                </a:path>
              </a:pathLst>
            </a:custGeom>
            <a:solidFill>
              <a:srgbClr val="2A3072"/>
            </a:solidFill>
            <a:ln w="6346" cap="flat">
              <a:noFill/>
              <a:prstDash val="solid"/>
              <a:miter/>
            </a:ln>
          </p:spPr>
          <p:txBody>
            <a:bodyPr rtlCol="0" anchor="ctr"/>
            <a:lstStyle/>
            <a:p>
              <a:endParaRPr lang="zh-CN" altLang="en-US"/>
            </a:p>
          </p:txBody>
        </p:sp>
        <p:sp>
          <p:nvSpPr>
            <p:cNvPr id="70" name="任意多边形 24">
              <a:extLst>
                <a:ext uri="{FF2B5EF4-FFF2-40B4-BE49-F238E27FC236}">
                  <a16:creationId xmlns:a16="http://schemas.microsoft.com/office/drawing/2014/main" id="{B5DF7FDA-5DFD-4353-95FF-E91E401C040D}"/>
                </a:ext>
              </a:extLst>
            </p:cNvPr>
            <p:cNvSpPr/>
            <p:nvPr/>
          </p:nvSpPr>
          <p:spPr>
            <a:xfrm>
              <a:off x="4197069" y="4159220"/>
              <a:ext cx="334881" cy="457055"/>
            </a:xfrm>
            <a:custGeom>
              <a:avLst/>
              <a:gdLst>
                <a:gd name="connsiteX0" fmla="*/ 262507 w 295773"/>
                <a:gd name="connsiteY0" fmla="*/ -210 h 403680"/>
                <a:gd name="connsiteX1" fmla="*/ -514 w 295773"/>
                <a:gd name="connsiteY1" fmla="*/ 206522 h 403680"/>
                <a:gd name="connsiteX2" fmla="*/ 151962 w 295773"/>
                <a:gd name="connsiteY2" fmla="*/ 403470 h 403680"/>
                <a:gd name="connsiteX3" fmla="*/ 290969 w 295773"/>
                <a:gd name="connsiteY3" fmla="*/ 272468 h 403680"/>
                <a:gd name="connsiteX4" fmla="*/ 262507 w 295773"/>
                <a:gd name="connsiteY4" fmla="*/ -210 h 4036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95773" h="403680">
                  <a:moveTo>
                    <a:pt x="262507" y="-210"/>
                  </a:moveTo>
                  <a:cubicBezTo>
                    <a:pt x="262507" y="-210"/>
                    <a:pt x="113843" y="47693"/>
                    <a:pt x="-514" y="206522"/>
                  </a:cubicBezTo>
                  <a:lnTo>
                    <a:pt x="151962" y="403470"/>
                  </a:lnTo>
                  <a:cubicBezTo>
                    <a:pt x="151962" y="403470"/>
                    <a:pt x="278326" y="317766"/>
                    <a:pt x="290969" y="272468"/>
                  </a:cubicBezTo>
                  <a:cubicBezTo>
                    <a:pt x="309393" y="206395"/>
                    <a:pt x="262507" y="-210"/>
                    <a:pt x="262507" y="-210"/>
                  </a:cubicBezTo>
                  <a:close/>
                </a:path>
              </a:pathLst>
            </a:custGeom>
            <a:solidFill>
              <a:srgbClr val="BE5ED3"/>
            </a:solidFill>
            <a:ln w="6346" cap="flat">
              <a:noFill/>
              <a:prstDash val="solid"/>
              <a:miter/>
            </a:ln>
          </p:spPr>
          <p:txBody>
            <a:bodyPr rtlCol="0" anchor="ctr"/>
            <a:lstStyle/>
            <a:p>
              <a:endParaRPr lang="zh-CN" altLang="en-US"/>
            </a:p>
          </p:txBody>
        </p:sp>
        <p:sp>
          <p:nvSpPr>
            <p:cNvPr id="71" name="任意多边形 25">
              <a:extLst>
                <a:ext uri="{FF2B5EF4-FFF2-40B4-BE49-F238E27FC236}">
                  <a16:creationId xmlns:a16="http://schemas.microsoft.com/office/drawing/2014/main" id="{6416DDD1-5BEF-472E-8EAC-40503674AF5B}"/>
                </a:ext>
              </a:extLst>
            </p:cNvPr>
            <p:cNvSpPr/>
            <p:nvPr/>
          </p:nvSpPr>
          <p:spPr>
            <a:xfrm>
              <a:off x="5168201" y="4116061"/>
              <a:ext cx="316452" cy="449862"/>
            </a:xfrm>
            <a:custGeom>
              <a:avLst/>
              <a:gdLst>
                <a:gd name="connsiteX0" fmla="*/ 30827 w 279496"/>
                <a:gd name="connsiteY0" fmla="*/ -210 h 397327"/>
                <a:gd name="connsiteX1" fmla="*/ 278982 w 279496"/>
                <a:gd name="connsiteY1" fmla="*/ 203092 h 397327"/>
                <a:gd name="connsiteX2" fmla="*/ 134892 w 279496"/>
                <a:gd name="connsiteY2" fmla="*/ 397117 h 397327"/>
                <a:gd name="connsiteX3" fmla="*/ 3508 w 279496"/>
                <a:gd name="connsiteY3" fmla="*/ 268148 h 397327"/>
                <a:gd name="connsiteX4" fmla="*/ 30827 w 279496"/>
                <a:gd name="connsiteY4" fmla="*/ -210 h 39732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79496" h="397327">
                  <a:moveTo>
                    <a:pt x="30827" y="-210"/>
                  </a:moveTo>
                  <a:cubicBezTo>
                    <a:pt x="30827" y="-210"/>
                    <a:pt x="161575" y="21899"/>
                    <a:pt x="278982" y="203092"/>
                  </a:cubicBezTo>
                  <a:lnTo>
                    <a:pt x="134892" y="397117"/>
                  </a:lnTo>
                  <a:cubicBezTo>
                    <a:pt x="134892" y="397117"/>
                    <a:pt x="15452" y="312747"/>
                    <a:pt x="3508" y="268148"/>
                  </a:cubicBezTo>
                  <a:cubicBezTo>
                    <a:pt x="-13899" y="203155"/>
                    <a:pt x="30827" y="-210"/>
                    <a:pt x="30827" y="-210"/>
                  </a:cubicBezTo>
                  <a:close/>
                </a:path>
              </a:pathLst>
            </a:custGeom>
            <a:solidFill>
              <a:srgbClr val="BE5ED3"/>
            </a:solidFill>
            <a:ln w="6346" cap="flat">
              <a:noFill/>
              <a:prstDash val="solid"/>
              <a:miter/>
            </a:ln>
          </p:spPr>
          <p:txBody>
            <a:bodyPr rtlCol="0" anchor="ctr"/>
            <a:lstStyle/>
            <a:p>
              <a:endParaRPr lang="zh-CN" altLang="en-US"/>
            </a:p>
          </p:txBody>
        </p:sp>
        <p:sp>
          <p:nvSpPr>
            <p:cNvPr id="72" name="任意多边形 26">
              <a:extLst>
                <a:ext uri="{FF2B5EF4-FFF2-40B4-BE49-F238E27FC236}">
                  <a16:creationId xmlns:a16="http://schemas.microsoft.com/office/drawing/2014/main" id="{31EA06A6-C4FD-4DBD-A94C-0DD355FE4540}"/>
                </a:ext>
              </a:extLst>
            </p:cNvPr>
            <p:cNvSpPr/>
            <p:nvPr/>
          </p:nvSpPr>
          <p:spPr>
            <a:xfrm>
              <a:off x="3207781" y="3560975"/>
              <a:ext cx="1486066" cy="1759003"/>
            </a:xfrm>
            <a:custGeom>
              <a:avLst/>
              <a:gdLst>
                <a:gd name="connsiteX0" fmla="*/ 933471 w 1312521"/>
                <a:gd name="connsiteY0" fmla="*/ 872704 h 1553585"/>
                <a:gd name="connsiteX1" fmla="*/ 1030738 w 1312521"/>
                <a:gd name="connsiteY1" fmla="*/ 1006121 h 1553585"/>
                <a:gd name="connsiteX2" fmla="*/ 1002848 w 1312521"/>
                <a:gd name="connsiteY2" fmla="*/ 1177656 h 1553585"/>
                <a:gd name="connsiteX3" fmla="*/ 831211 w 1312521"/>
                <a:gd name="connsiteY3" fmla="*/ 1152962 h 1553585"/>
                <a:gd name="connsiteX4" fmla="*/ 830677 w 1312521"/>
                <a:gd name="connsiteY4" fmla="*/ 1152244 h 1553585"/>
                <a:gd name="connsiteX5" fmla="*/ 674897 w 1312521"/>
                <a:gd name="connsiteY5" fmla="*/ 940874 h 1553585"/>
                <a:gd name="connsiteX6" fmla="*/ 674008 w 1312521"/>
                <a:gd name="connsiteY6" fmla="*/ 935220 h 1553585"/>
                <a:gd name="connsiteX7" fmla="*/ 669942 w 1312521"/>
                <a:gd name="connsiteY7" fmla="*/ 931217 h 1553585"/>
                <a:gd name="connsiteX8" fmla="*/ 695354 w 1312521"/>
                <a:gd name="connsiteY8" fmla="*/ 758792 h 1553585"/>
                <a:gd name="connsiteX9" fmla="*/ 761046 w 1312521"/>
                <a:gd name="connsiteY9" fmla="*/ 359495 h 1553585"/>
                <a:gd name="connsiteX10" fmla="*/ 364075 w 1312521"/>
                <a:gd name="connsiteY10" fmla="*/ 301001 h 1553585"/>
                <a:gd name="connsiteX11" fmla="*/ 362321 w 1312521"/>
                <a:gd name="connsiteY11" fmla="*/ 302316 h 1553585"/>
                <a:gd name="connsiteX12" fmla="*/ 248727 w 1312521"/>
                <a:gd name="connsiteY12" fmla="*/ 557015 h 1553585"/>
                <a:gd name="connsiteX13" fmla="*/ 137946 w 1312521"/>
                <a:gd name="connsiteY13" fmla="*/ 696670 h 1553585"/>
                <a:gd name="connsiteX14" fmla="*/ 136910 w 1312521"/>
                <a:gd name="connsiteY14" fmla="*/ 696785 h 1553585"/>
                <a:gd name="connsiteX15" fmla="*/ 2668 w 1312521"/>
                <a:gd name="connsiteY15" fmla="*/ 586557 h 1553585"/>
                <a:gd name="connsiteX16" fmla="*/ 216389 w 1312521"/>
                <a:gd name="connsiteY16" fmla="*/ 102509 h 1553585"/>
                <a:gd name="connsiteX17" fmla="*/ 960282 w 1312521"/>
                <a:gd name="connsiteY17" fmla="*/ 215786 h 1553585"/>
                <a:gd name="connsiteX18" fmla="*/ 933471 w 1312521"/>
                <a:gd name="connsiteY18" fmla="*/ 872704 h 1553585"/>
                <a:gd name="connsiteX19" fmla="*/ 1259071 w 1312521"/>
                <a:gd name="connsiteY19" fmla="*/ 1318824 h 1553585"/>
                <a:gd name="connsiteX20" fmla="*/ 1287153 w 1312521"/>
                <a:gd name="connsiteY20" fmla="*/ 1357388 h 1553585"/>
                <a:gd name="connsiteX21" fmla="*/ 1259199 w 1312521"/>
                <a:gd name="connsiteY21" fmla="*/ 1528923 h 1553585"/>
                <a:gd name="connsiteX22" fmla="*/ 1087644 w 1312521"/>
                <a:gd name="connsiteY22" fmla="*/ 1504260 h 1553585"/>
                <a:gd name="connsiteX23" fmla="*/ 1087091 w 1312521"/>
                <a:gd name="connsiteY23" fmla="*/ 1503511 h 1553585"/>
                <a:gd name="connsiteX24" fmla="*/ 1061678 w 1312521"/>
                <a:gd name="connsiteY24" fmla="*/ 1465391 h 1553585"/>
                <a:gd name="connsiteX25" fmla="*/ 1087091 w 1312521"/>
                <a:gd name="connsiteY25" fmla="*/ 1292967 h 1553585"/>
                <a:gd name="connsiteX26" fmla="*/ 1259199 w 1312521"/>
                <a:gd name="connsiteY26" fmla="*/ 1318379 h 155358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Lst>
              <a:rect l="l" t="t" r="r" b="b"/>
              <a:pathLst>
                <a:path w="1312521" h="1553585">
                  <a:moveTo>
                    <a:pt x="933471" y="872704"/>
                  </a:moveTo>
                  <a:lnTo>
                    <a:pt x="1030738" y="1006121"/>
                  </a:lnTo>
                  <a:cubicBezTo>
                    <a:pt x="1071971" y="1062410"/>
                    <a:pt x="1061551" y="1137187"/>
                    <a:pt x="1002848" y="1177656"/>
                  </a:cubicBezTo>
                  <a:cubicBezTo>
                    <a:pt x="948630" y="1218234"/>
                    <a:pt x="871788" y="1207179"/>
                    <a:pt x="831211" y="1152962"/>
                  </a:cubicBezTo>
                  <a:cubicBezTo>
                    <a:pt x="831033" y="1152720"/>
                    <a:pt x="830855" y="1152485"/>
                    <a:pt x="830677" y="1152244"/>
                  </a:cubicBezTo>
                  <a:lnTo>
                    <a:pt x="674897" y="940874"/>
                  </a:lnTo>
                  <a:cubicBezTo>
                    <a:pt x="673246" y="937633"/>
                    <a:pt x="676486" y="935982"/>
                    <a:pt x="674008" y="935220"/>
                  </a:cubicBezTo>
                  <a:cubicBezTo>
                    <a:pt x="671530" y="934457"/>
                    <a:pt x="671594" y="934457"/>
                    <a:pt x="669942" y="931217"/>
                  </a:cubicBezTo>
                  <a:cubicBezTo>
                    <a:pt x="630362" y="878168"/>
                    <a:pt x="642369" y="798499"/>
                    <a:pt x="695354" y="758792"/>
                  </a:cubicBezTo>
                  <a:cubicBezTo>
                    <a:pt x="824769" y="665400"/>
                    <a:pt x="855010" y="486495"/>
                    <a:pt x="761046" y="359495"/>
                  </a:cubicBezTo>
                  <a:cubicBezTo>
                    <a:pt x="667578" y="233721"/>
                    <a:pt x="489849" y="207534"/>
                    <a:pt x="364075" y="301001"/>
                  </a:cubicBezTo>
                  <a:cubicBezTo>
                    <a:pt x="363490" y="301439"/>
                    <a:pt x="362906" y="301878"/>
                    <a:pt x="362321" y="302316"/>
                  </a:cubicBezTo>
                  <a:cubicBezTo>
                    <a:pt x="281636" y="360797"/>
                    <a:pt x="238326" y="457912"/>
                    <a:pt x="248727" y="557015"/>
                  </a:cubicBezTo>
                  <a:cubicBezTo>
                    <a:pt x="256700" y="626169"/>
                    <a:pt x="207101" y="688697"/>
                    <a:pt x="137946" y="696670"/>
                  </a:cubicBezTo>
                  <a:cubicBezTo>
                    <a:pt x="137603" y="696708"/>
                    <a:pt x="137254" y="696747"/>
                    <a:pt x="136910" y="696785"/>
                  </a:cubicBezTo>
                  <a:cubicBezTo>
                    <a:pt x="68106" y="701741"/>
                    <a:pt x="9847" y="656252"/>
                    <a:pt x="2668" y="586557"/>
                  </a:cubicBezTo>
                  <a:cubicBezTo>
                    <a:pt x="-18056" y="398554"/>
                    <a:pt x="63493" y="213855"/>
                    <a:pt x="216389" y="102509"/>
                  </a:cubicBezTo>
                  <a:cubicBezTo>
                    <a:pt x="453375" y="-70456"/>
                    <a:pt x="785519" y="-19878"/>
                    <a:pt x="960282" y="215786"/>
                  </a:cubicBezTo>
                  <a:cubicBezTo>
                    <a:pt x="1106405" y="415975"/>
                    <a:pt x="1089251" y="688017"/>
                    <a:pt x="933471" y="872704"/>
                  </a:cubicBezTo>
                  <a:close/>
                  <a:moveTo>
                    <a:pt x="1259071" y="1318824"/>
                  </a:moveTo>
                  <a:lnTo>
                    <a:pt x="1287153" y="1357388"/>
                  </a:lnTo>
                  <a:cubicBezTo>
                    <a:pt x="1328321" y="1413677"/>
                    <a:pt x="1317902" y="1488454"/>
                    <a:pt x="1259199" y="1528923"/>
                  </a:cubicBezTo>
                  <a:cubicBezTo>
                    <a:pt x="1205012" y="1569488"/>
                    <a:pt x="1128209" y="1558440"/>
                    <a:pt x="1087644" y="1504260"/>
                  </a:cubicBezTo>
                  <a:cubicBezTo>
                    <a:pt x="1087460" y="1504013"/>
                    <a:pt x="1087275" y="1503758"/>
                    <a:pt x="1087091" y="1503511"/>
                  </a:cubicBezTo>
                  <a:lnTo>
                    <a:pt x="1061678" y="1465391"/>
                  </a:lnTo>
                  <a:cubicBezTo>
                    <a:pt x="1019684" y="1411517"/>
                    <a:pt x="1034106" y="1332610"/>
                    <a:pt x="1087091" y="1292967"/>
                  </a:cubicBezTo>
                  <a:cubicBezTo>
                    <a:pt x="1141671" y="1252592"/>
                    <a:pt x="1218621" y="1263958"/>
                    <a:pt x="1259199" y="1318379"/>
                  </a:cubicBezTo>
                  <a:close/>
                </a:path>
              </a:pathLst>
            </a:custGeom>
            <a:solidFill>
              <a:srgbClr val="FFC545"/>
            </a:solidFill>
            <a:ln w="6346" cap="flat">
              <a:noFill/>
              <a:prstDash val="solid"/>
              <a:miter/>
            </a:ln>
          </p:spPr>
          <p:txBody>
            <a:bodyPr rtlCol="0" anchor="ctr"/>
            <a:lstStyle/>
            <a:p>
              <a:endParaRPr lang="zh-CN" altLang="en-US"/>
            </a:p>
          </p:txBody>
        </p:sp>
        <p:sp>
          <p:nvSpPr>
            <p:cNvPr id="73" name="任意多边形 27">
              <a:extLst>
                <a:ext uri="{FF2B5EF4-FFF2-40B4-BE49-F238E27FC236}">
                  <a16:creationId xmlns:a16="http://schemas.microsoft.com/office/drawing/2014/main" id="{62A8F243-A159-4C38-A4F6-55DBC38FB661}"/>
                </a:ext>
              </a:extLst>
            </p:cNvPr>
            <p:cNvSpPr/>
            <p:nvPr/>
          </p:nvSpPr>
          <p:spPr>
            <a:xfrm>
              <a:off x="6164723" y="1962102"/>
              <a:ext cx="703194" cy="564027"/>
            </a:xfrm>
            <a:custGeom>
              <a:avLst/>
              <a:gdLst>
                <a:gd name="connsiteX0" fmla="*/ 577794 w 621074"/>
                <a:gd name="connsiteY0" fmla="*/ 416455 h 498159"/>
                <a:gd name="connsiteX1" fmla="*/ 538976 w 621074"/>
                <a:gd name="connsiteY1" fmla="*/ 192061 h 498159"/>
                <a:gd name="connsiteX2" fmla="*/ 398317 w 621074"/>
                <a:gd name="connsiteY2" fmla="*/ 31135 h 498159"/>
                <a:gd name="connsiteX3" fmla="*/ 10265 w 621074"/>
                <a:gd name="connsiteY3" fmla="*/ 121159 h 498159"/>
                <a:gd name="connsiteX4" fmla="*/ 38156 w 621074"/>
                <a:gd name="connsiteY4" fmla="*/ 265504 h 498159"/>
                <a:gd name="connsiteX5" fmla="*/ 65983 w 621074"/>
                <a:gd name="connsiteY5" fmla="*/ 440152 h 498159"/>
                <a:gd name="connsiteX6" fmla="*/ 577794 w 621074"/>
                <a:gd name="connsiteY6" fmla="*/ 416455 h 4981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621074" h="498159">
                  <a:moveTo>
                    <a:pt x="577794" y="416455"/>
                  </a:moveTo>
                  <a:cubicBezTo>
                    <a:pt x="667819" y="254576"/>
                    <a:pt x="596536" y="161629"/>
                    <a:pt x="538976" y="192061"/>
                  </a:cubicBezTo>
                  <a:cubicBezTo>
                    <a:pt x="538976" y="192061"/>
                    <a:pt x="530399" y="91617"/>
                    <a:pt x="398317" y="31135"/>
                  </a:cubicBezTo>
                  <a:cubicBezTo>
                    <a:pt x="245841" y="-38750"/>
                    <a:pt x="48893" y="15633"/>
                    <a:pt x="10265" y="121159"/>
                  </a:cubicBezTo>
                  <a:cubicBezTo>
                    <a:pt x="-25186" y="218554"/>
                    <a:pt x="38156" y="265504"/>
                    <a:pt x="38156" y="265504"/>
                  </a:cubicBezTo>
                  <a:cubicBezTo>
                    <a:pt x="38156" y="265504"/>
                    <a:pt x="-1043" y="335388"/>
                    <a:pt x="65983" y="440152"/>
                  </a:cubicBezTo>
                  <a:cubicBezTo>
                    <a:pt x="133009" y="544916"/>
                    <a:pt x="537515" y="488945"/>
                    <a:pt x="577794" y="416455"/>
                  </a:cubicBezTo>
                  <a:close/>
                </a:path>
              </a:pathLst>
            </a:custGeom>
            <a:solidFill>
              <a:srgbClr val="981D04"/>
            </a:solidFill>
            <a:ln w="6346" cap="flat">
              <a:noFill/>
              <a:prstDash val="solid"/>
              <a:miter/>
            </a:ln>
          </p:spPr>
          <p:txBody>
            <a:bodyPr rtlCol="0" anchor="ctr"/>
            <a:lstStyle/>
            <a:p>
              <a:endParaRPr lang="zh-CN" altLang="en-US"/>
            </a:p>
          </p:txBody>
        </p:sp>
        <p:sp>
          <p:nvSpPr>
            <p:cNvPr id="74" name="任意多边形 28">
              <a:extLst>
                <a:ext uri="{FF2B5EF4-FFF2-40B4-BE49-F238E27FC236}">
                  <a16:creationId xmlns:a16="http://schemas.microsoft.com/office/drawing/2014/main" id="{ED47EF8C-6573-41B7-ACD1-18C9CE53B92B}"/>
                </a:ext>
              </a:extLst>
            </p:cNvPr>
            <p:cNvSpPr/>
            <p:nvPr/>
          </p:nvSpPr>
          <p:spPr>
            <a:xfrm>
              <a:off x="6390997" y="2695691"/>
              <a:ext cx="273341" cy="276362"/>
            </a:xfrm>
            <a:custGeom>
              <a:avLst/>
              <a:gdLst>
                <a:gd name="connsiteX0" fmla="*/ 120196 w 241420"/>
                <a:gd name="connsiteY0" fmla="*/ 243879 h 244088"/>
                <a:gd name="connsiteX1" fmla="*/ 120196 w 241420"/>
                <a:gd name="connsiteY1" fmla="*/ 243879 h 244088"/>
                <a:gd name="connsiteX2" fmla="*/ -514 w 241420"/>
                <a:gd name="connsiteY2" fmla="*/ 160017 h 244088"/>
                <a:gd name="connsiteX3" fmla="*/ -514 w 241420"/>
                <a:gd name="connsiteY3" fmla="*/ -210 h 244088"/>
                <a:gd name="connsiteX4" fmla="*/ 240906 w 241420"/>
                <a:gd name="connsiteY4" fmla="*/ -210 h 244088"/>
                <a:gd name="connsiteX5" fmla="*/ 240906 w 241420"/>
                <a:gd name="connsiteY5" fmla="*/ 160335 h 244088"/>
                <a:gd name="connsiteX6" fmla="*/ 120958 w 241420"/>
                <a:gd name="connsiteY6" fmla="*/ 243752 h 24408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41420" h="244088">
                  <a:moveTo>
                    <a:pt x="120196" y="243879"/>
                  </a:moveTo>
                  <a:lnTo>
                    <a:pt x="120196" y="243879"/>
                  </a:lnTo>
                  <a:cubicBezTo>
                    <a:pt x="53551" y="243879"/>
                    <a:pt x="-514" y="206332"/>
                    <a:pt x="-514" y="160017"/>
                  </a:cubicBezTo>
                  <a:lnTo>
                    <a:pt x="-514" y="-210"/>
                  </a:lnTo>
                  <a:lnTo>
                    <a:pt x="240906" y="-210"/>
                  </a:lnTo>
                  <a:lnTo>
                    <a:pt x="240906" y="160335"/>
                  </a:lnTo>
                  <a:cubicBezTo>
                    <a:pt x="240906" y="206395"/>
                    <a:pt x="187222" y="243752"/>
                    <a:pt x="120958" y="243752"/>
                  </a:cubicBezTo>
                  <a:close/>
                </a:path>
              </a:pathLst>
            </a:custGeom>
            <a:solidFill>
              <a:srgbClr val="FF93B1"/>
            </a:solidFill>
            <a:ln w="6346" cap="flat">
              <a:noFill/>
              <a:prstDash val="solid"/>
              <a:miter/>
            </a:ln>
          </p:spPr>
          <p:txBody>
            <a:bodyPr rtlCol="0" anchor="ctr"/>
            <a:lstStyle/>
            <a:p>
              <a:endParaRPr lang="zh-CN" altLang="en-US"/>
            </a:p>
          </p:txBody>
        </p:sp>
        <p:sp>
          <p:nvSpPr>
            <p:cNvPr id="75" name="任意多边形 29">
              <a:extLst>
                <a:ext uri="{FF2B5EF4-FFF2-40B4-BE49-F238E27FC236}">
                  <a16:creationId xmlns:a16="http://schemas.microsoft.com/office/drawing/2014/main" id="{F71FA971-6BEF-4F37-B25A-93B6639FBB1E}"/>
                </a:ext>
              </a:extLst>
            </p:cNvPr>
            <p:cNvSpPr/>
            <p:nvPr/>
          </p:nvSpPr>
          <p:spPr>
            <a:xfrm>
              <a:off x="6190954" y="2434905"/>
              <a:ext cx="140645" cy="163868"/>
            </a:xfrm>
            <a:custGeom>
              <a:avLst/>
              <a:gdLst>
                <a:gd name="connsiteX0" fmla="*/ 89827 w 124220"/>
                <a:gd name="connsiteY0" fmla="*/ 32284 h 144731"/>
                <a:gd name="connsiteX1" fmla="*/ -514 w 124220"/>
                <a:gd name="connsiteY1" fmla="*/ 54139 h 144731"/>
                <a:gd name="connsiteX2" fmla="*/ 109904 w 124220"/>
                <a:gd name="connsiteY2" fmla="*/ 127518 h 144731"/>
                <a:gd name="connsiteX3" fmla="*/ 89827 w 124220"/>
                <a:gd name="connsiteY3" fmla="*/ 32221 h 144731"/>
              </a:gdLst>
              <a:ahLst/>
              <a:cxnLst>
                <a:cxn ang="0">
                  <a:pos x="connsiteX0" y="connsiteY0"/>
                </a:cxn>
                <a:cxn ang="0">
                  <a:pos x="connsiteX1" y="connsiteY1"/>
                </a:cxn>
                <a:cxn ang="0">
                  <a:pos x="connsiteX2" y="connsiteY2"/>
                </a:cxn>
                <a:cxn ang="0">
                  <a:pos x="connsiteX3" y="connsiteY3"/>
                </a:cxn>
              </a:cxnLst>
              <a:rect l="l" t="t" r="r" b="b"/>
              <a:pathLst>
                <a:path w="124220" h="144731">
                  <a:moveTo>
                    <a:pt x="89827" y="32284"/>
                  </a:moveTo>
                  <a:cubicBezTo>
                    <a:pt x="47960" y="-30739"/>
                    <a:pt x="-514" y="9730"/>
                    <a:pt x="-514" y="54139"/>
                  </a:cubicBezTo>
                  <a:cubicBezTo>
                    <a:pt x="-514" y="118306"/>
                    <a:pt x="69752" y="173579"/>
                    <a:pt x="109904" y="127518"/>
                  </a:cubicBezTo>
                  <a:cubicBezTo>
                    <a:pt x="150056" y="81458"/>
                    <a:pt x="89827" y="32221"/>
                    <a:pt x="89827" y="32221"/>
                  </a:cubicBezTo>
                  <a:close/>
                </a:path>
              </a:pathLst>
            </a:custGeom>
            <a:solidFill>
              <a:srgbClr val="FED0D6"/>
            </a:solidFill>
            <a:ln w="6346" cap="flat">
              <a:noFill/>
              <a:prstDash val="solid"/>
              <a:miter/>
            </a:ln>
          </p:spPr>
          <p:txBody>
            <a:bodyPr rtlCol="0" anchor="ctr"/>
            <a:lstStyle/>
            <a:p>
              <a:endParaRPr lang="zh-CN" altLang="en-US"/>
            </a:p>
          </p:txBody>
        </p:sp>
        <p:sp>
          <p:nvSpPr>
            <p:cNvPr id="76" name="任意多边形 30">
              <a:extLst>
                <a:ext uri="{FF2B5EF4-FFF2-40B4-BE49-F238E27FC236}">
                  <a16:creationId xmlns:a16="http://schemas.microsoft.com/office/drawing/2014/main" id="{0109B576-9134-4AD2-9584-4243D7EC382D}"/>
                </a:ext>
              </a:extLst>
            </p:cNvPr>
            <p:cNvSpPr/>
            <p:nvPr/>
          </p:nvSpPr>
          <p:spPr>
            <a:xfrm>
              <a:off x="6727091" y="2434905"/>
              <a:ext cx="140816" cy="163868"/>
            </a:xfrm>
            <a:custGeom>
              <a:avLst/>
              <a:gdLst>
                <a:gd name="connsiteX0" fmla="*/ 33579 w 124371"/>
                <a:gd name="connsiteY0" fmla="*/ 32284 h 144731"/>
                <a:gd name="connsiteX1" fmla="*/ 123857 w 124371"/>
                <a:gd name="connsiteY1" fmla="*/ 54139 h 144731"/>
                <a:gd name="connsiteX2" fmla="*/ 13439 w 124371"/>
                <a:gd name="connsiteY2" fmla="*/ 127518 h 144731"/>
                <a:gd name="connsiteX3" fmla="*/ 33579 w 124371"/>
                <a:gd name="connsiteY3" fmla="*/ 32221 h 144731"/>
              </a:gdLst>
              <a:ahLst/>
              <a:cxnLst>
                <a:cxn ang="0">
                  <a:pos x="connsiteX0" y="connsiteY0"/>
                </a:cxn>
                <a:cxn ang="0">
                  <a:pos x="connsiteX1" y="connsiteY1"/>
                </a:cxn>
                <a:cxn ang="0">
                  <a:pos x="connsiteX2" y="connsiteY2"/>
                </a:cxn>
                <a:cxn ang="0">
                  <a:pos x="connsiteX3" y="connsiteY3"/>
                </a:cxn>
              </a:cxnLst>
              <a:rect l="l" t="t" r="r" b="b"/>
              <a:pathLst>
                <a:path w="124371" h="144731">
                  <a:moveTo>
                    <a:pt x="33579" y="32284"/>
                  </a:moveTo>
                  <a:cubicBezTo>
                    <a:pt x="75319" y="-30739"/>
                    <a:pt x="123857" y="9730"/>
                    <a:pt x="123857" y="54139"/>
                  </a:cubicBezTo>
                  <a:cubicBezTo>
                    <a:pt x="123857" y="118306"/>
                    <a:pt x="53972" y="173579"/>
                    <a:pt x="13439" y="127518"/>
                  </a:cubicBezTo>
                  <a:cubicBezTo>
                    <a:pt x="-27095" y="81458"/>
                    <a:pt x="33579" y="32221"/>
                    <a:pt x="33579" y="32221"/>
                  </a:cubicBezTo>
                  <a:close/>
                </a:path>
              </a:pathLst>
            </a:custGeom>
            <a:solidFill>
              <a:srgbClr val="FED0D6"/>
            </a:solidFill>
            <a:ln w="6346" cap="flat">
              <a:noFill/>
              <a:prstDash val="solid"/>
              <a:miter/>
            </a:ln>
          </p:spPr>
          <p:txBody>
            <a:bodyPr rtlCol="0" anchor="ctr"/>
            <a:lstStyle/>
            <a:p>
              <a:endParaRPr lang="zh-CN" altLang="en-US"/>
            </a:p>
          </p:txBody>
        </p:sp>
        <p:sp>
          <p:nvSpPr>
            <p:cNvPr id="77" name="任意多边形 31">
              <a:extLst>
                <a:ext uri="{FF2B5EF4-FFF2-40B4-BE49-F238E27FC236}">
                  <a16:creationId xmlns:a16="http://schemas.microsoft.com/office/drawing/2014/main" id="{62297802-9B1E-41DD-A501-8729E1727244}"/>
                </a:ext>
              </a:extLst>
            </p:cNvPr>
            <p:cNvSpPr/>
            <p:nvPr/>
          </p:nvSpPr>
          <p:spPr>
            <a:xfrm>
              <a:off x="6265196" y="2209296"/>
              <a:ext cx="527030" cy="543940"/>
            </a:xfrm>
            <a:custGeom>
              <a:avLst/>
              <a:gdLst>
                <a:gd name="connsiteX0" fmla="*/ 232068 w 465483"/>
                <a:gd name="connsiteY0" fmla="*/ 480209 h 480418"/>
                <a:gd name="connsiteX1" fmla="*/ 7928 w 465483"/>
                <a:gd name="connsiteY1" fmla="*/ 114266 h 480418"/>
                <a:gd name="connsiteX2" fmla="*/ 456589 w 465483"/>
                <a:gd name="connsiteY2" fmla="*/ 114266 h 480418"/>
                <a:gd name="connsiteX3" fmla="*/ 232068 w 465483"/>
                <a:gd name="connsiteY3" fmla="*/ 480209 h 480418"/>
              </a:gdLst>
              <a:ahLst/>
              <a:cxnLst>
                <a:cxn ang="0">
                  <a:pos x="connsiteX0" y="connsiteY0"/>
                </a:cxn>
                <a:cxn ang="0">
                  <a:pos x="connsiteX1" y="connsiteY1"/>
                </a:cxn>
                <a:cxn ang="0">
                  <a:pos x="connsiteX2" y="connsiteY2"/>
                </a:cxn>
                <a:cxn ang="0">
                  <a:pos x="connsiteX3" y="connsiteY3"/>
                </a:cxn>
              </a:cxnLst>
              <a:rect l="l" t="t" r="r" b="b"/>
              <a:pathLst>
                <a:path w="465483" h="480418">
                  <a:moveTo>
                    <a:pt x="232068" y="480209"/>
                  </a:moveTo>
                  <a:cubicBezTo>
                    <a:pt x="66886" y="480209"/>
                    <a:pt x="-30763" y="299588"/>
                    <a:pt x="7928" y="114266"/>
                  </a:cubicBezTo>
                  <a:cubicBezTo>
                    <a:pt x="39694" y="-38527"/>
                    <a:pt x="424696" y="-38210"/>
                    <a:pt x="456589" y="114266"/>
                  </a:cubicBezTo>
                  <a:cubicBezTo>
                    <a:pt x="495153" y="299588"/>
                    <a:pt x="397251" y="480209"/>
                    <a:pt x="232068" y="480209"/>
                  </a:cubicBezTo>
                  <a:close/>
                </a:path>
              </a:pathLst>
            </a:custGeom>
            <a:solidFill>
              <a:srgbClr val="FED0D6"/>
            </a:solidFill>
            <a:ln w="6346" cap="flat">
              <a:noFill/>
              <a:prstDash val="solid"/>
              <a:miter/>
            </a:ln>
          </p:spPr>
          <p:txBody>
            <a:bodyPr rtlCol="0" anchor="ctr"/>
            <a:lstStyle/>
            <a:p>
              <a:endParaRPr lang="zh-CN" altLang="en-US"/>
            </a:p>
          </p:txBody>
        </p:sp>
        <p:sp>
          <p:nvSpPr>
            <p:cNvPr id="78" name="任意多边形 32">
              <a:extLst>
                <a:ext uri="{FF2B5EF4-FFF2-40B4-BE49-F238E27FC236}">
                  <a16:creationId xmlns:a16="http://schemas.microsoft.com/office/drawing/2014/main" id="{C6D742B1-1128-4CCC-86B5-E28A736FCA4C}"/>
                </a:ext>
              </a:extLst>
            </p:cNvPr>
            <p:cNvSpPr/>
            <p:nvPr/>
          </p:nvSpPr>
          <p:spPr>
            <a:xfrm>
              <a:off x="6255890" y="2082565"/>
              <a:ext cx="448236" cy="230262"/>
            </a:xfrm>
            <a:custGeom>
              <a:avLst/>
              <a:gdLst>
                <a:gd name="connsiteX0" fmla="*/ 386663 w 395890"/>
                <a:gd name="connsiteY0" fmla="*/ 112221 h 203372"/>
                <a:gd name="connsiteX1" fmla="*/ 250388 w 395890"/>
                <a:gd name="connsiteY1" fmla="*/ 153708 h 203372"/>
                <a:gd name="connsiteX2" fmla="*/ 94799 w 395890"/>
                <a:gd name="connsiteY2" fmla="*/ 202246 h 203372"/>
                <a:gd name="connsiteX3" fmla="*/ 66146 w 395890"/>
                <a:gd name="connsiteY3" fmla="*/ 31028 h 203372"/>
                <a:gd name="connsiteX4" fmla="*/ 386663 w 395890"/>
                <a:gd name="connsiteY4" fmla="*/ 112221 h 20337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95890" h="203372">
                  <a:moveTo>
                    <a:pt x="386663" y="112221"/>
                  </a:moveTo>
                  <a:cubicBezTo>
                    <a:pt x="344034" y="208472"/>
                    <a:pt x="250388" y="153708"/>
                    <a:pt x="250388" y="153708"/>
                  </a:cubicBezTo>
                  <a:cubicBezTo>
                    <a:pt x="207091" y="190022"/>
                    <a:pt x="151062" y="207500"/>
                    <a:pt x="94799" y="202246"/>
                  </a:cubicBezTo>
                  <a:cubicBezTo>
                    <a:pt x="581" y="192970"/>
                    <a:pt x="-48592" y="79439"/>
                    <a:pt x="66146" y="31028"/>
                  </a:cubicBezTo>
                  <a:cubicBezTo>
                    <a:pt x="180884" y="-17383"/>
                    <a:pt x="446701" y="-22784"/>
                    <a:pt x="386663" y="112221"/>
                  </a:cubicBezTo>
                  <a:close/>
                </a:path>
              </a:pathLst>
            </a:custGeom>
            <a:solidFill>
              <a:srgbClr val="981D04"/>
            </a:solidFill>
            <a:ln w="6346" cap="flat">
              <a:noFill/>
              <a:prstDash val="solid"/>
              <a:miter/>
            </a:ln>
          </p:spPr>
          <p:txBody>
            <a:bodyPr rtlCol="0" anchor="ctr"/>
            <a:lstStyle/>
            <a:p>
              <a:endParaRPr lang="zh-CN" altLang="en-US"/>
            </a:p>
          </p:txBody>
        </p:sp>
        <p:sp>
          <p:nvSpPr>
            <p:cNvPr id="79" name="任意多边形 33">
              <a:extLst>
                <a:ext uri="{FF2B5EF4-FFF2-40B4-BE49-F238E27FC236}">
                  <a16:creationId xmlns:a16="http://schemas.microsoft.com/office/drawing/2014/main" id="{0F14C4DD-361E-442A-A716-4BB53B4C35E5}"/>
                </a:ext>
              </a:extLst>
            </p:cNvPr>
            <p:cNvSpPr/>
            <p:nvPr/>
          </p:nvSpPr>
          <p:spPr>
            <a:xfrm>
              <a:off x="5999615" y="5296537"/>
              <a:ext cx="484830" cy="136671"/>
            </a:xfrm>
            <a:custGeom>
              <a:avLst/>
              <a:gdLst>
                <a:gd name="connsiteX0" fmla="*/ 415046 w 428211"/>
                <a:gd name="connsiteY0" fmla="*/ -210 h 120710"/>
                <a:gd name="connsiteX1" fmla="*/ 150755 w 428211"/>
                <a:gd name="connsiteY1" fmla="*/ -210 h 120710"/>
                <a:gd name="connsiteX2" fmla="*/ -514 w 428211"/>
                <a:gd name="connsiteY2" fmla="*/ 107794 h 120710"/>
                <a:gd name="connsiteX3" fmla="*/ -514 w 428211"/>
                <a:gd name="connsiteY3" fmla="*/ 120500 h 120710"/>
                <a:gd name="connsiteX4" fmla="*/ 425148 w 428211"/>
                <a:gd name="connsiteY4" fmla="*/ 120500 h 120710"/>
                <a:gd name="connsiteX5" fmla="*/ 414856 w 428211"/>
                <a:gd name="connsiteY5" fmla="*/ -210 h 1207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428211" h="120710">
                  <a:moveTo>
                    <a:pt x="415046" y="-210"/>
                  </a:moveTo>
                  <a:lnTo>
                    <a:pt x="150755" y="-210"/>
                  </a:lnTo>
                  <a:cubicBezTo>
                    <a:pt x="150755" y="-210"/>
                    <a:pt x="14924" y="76981"/>
                    <a:pt x="-514" y="107794"/>
                  </a:cubicBezTo>
                  <a:lnTo>
                    <a:pt x="-514" y="120500"/>
                  </a:lnTo>
                  <a:lnTo>
                    <a:pt x="425148" y="120500"/>
                  </a:lnTo>
                  <a:cubicBezTo>
                    <a:pt x="425148" y="120500"/>
                    <a:pt x="435377" y="30412"/>
                    <a:pt x="414856" y="-210"/>
                  </a:cubicBezTo>
                  <a:close/>
                </a:path>
              </a:pathLst>
            </a:custGeom>
            <a:solidFill>
              <a:srgbClr val="00065B"/>
            </a:solidFill>
            <a:ln w="6346" cap="flat">
              <a:noFill/>
              <a:prstDash val="solid"/>
              <a:miter/>
            </a:ln>
          </p:spPr>
          <p:txBody>
            <a:bodyPr rtlCol="0" anchor="ctr"/>
            <a:lstStyle/>
            <a:p>
              <a:endParaRPr lang="zh-CN" altLang="en-US"/>
            </a:p>
          </p:txBody>
        </p:sp>
        <p:sp>
          <p:nvSpPr>
            <p:cNvPr id="80" name="任意多边形 34">
              <a:extLst>
                <a:ext uri="{FF2B5EF4-FFF2-40B4-BE49-F238E27FC236}">
                  <a16:creationId xmlns:a16="http://schemas.microsoft.com/office/drawing/2014/main" id="{81EF8854-9FF6-40FF-AE71-2DFE9E3138D7}"/>
                </a:ext>
              </a:extLst>
            </p:cNvPr>
            <p:cNvSpPr/>
            <p:nvPr/>
          </p:nvSpPr>
          <p:spPr>
            <a:xfrm>
              <a:off x="5999255" y="5433496"/>
              <a:ext cx="483023" cy="22802"/>
            </a:xfrm>
            <a:custGeom>
              <a:avLst/>
              <a:gdLst>
                <a:gd name="connsiteX0" fmla="*/ 426615 w 426615"/>
                <a:gd name="connsiteY0" fmla="*/ 0 h 20139"/>
                <a:gd name="connsiteX1" fmla="*/ 0 w 426615"/>
                <a:gd name="connsiteY1" fmla="*/ 0 h 20139"/>
                <a:gd name="connsiteX2" fmla="*/ 0 w 426615"/>
                <a:gd name="connsiteY2" fmla="*/ 20140 h 20139"/>
                <a:gd name="connsiteX3" fmla="*/ 426615 w 426615"/>
                <a:gd name="connsiteY3" fmla="*/ 20140 h 20139"/>
                <a:gd name="connsiteX4" fmla="*/ 426615 w 426615"/>
                <a:gd name="connsiteY4" fmla="*/ 0 h 20139"/>
                <a:gd name="connsiteX5" fmla="*/ 426615 w 426615"/>
                <a:gd name="connsiteY5" fmla="*/ 0 h 201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426615" h="20139">
                  <a:moveTo>
                    <a:pt x="426615" y="0"/>
                  </a:moveTo>
                  <a:lnTo>
                    <a:pt x="0" y="0"/>
                  </a:lnTo>
                  <a:lnTo>
                    <a:pt x="0" y="20140"/>
                  </a:lnTo>
                  <a:lnTo>
                    <a:pt x="426615" y="20140"/>
                  </a:lnTo>
                  <a:lnTo>
                    <a:pt x="426615" y="0"/>
                  </a:lnTo>
                  <a:lnTo>
                    <a:pt x="426615" y="0"/>
                  </a:lnTo>
                  <a:close/>
                </a:path>
              </a:pathLst>
            </a:custGeom>
            <a:solidFill>
              <a:srgbClr val="434CC0"/>
            </a:solidFill>
            <a:ln w="6346" cap="flat">
              <a:noFill/>
              <a:prstDash val="solid"/>
              <a:miter/>
            </a:ln>
          </p:spPr>
          <p:txBody>
            <a:bodyPr rtlCol="0" anchor="ctr"/>
            <a:lstStyle/>
            <a:p>
              <a:endParaRPr lang="zh-CN" altLang="en-US"/>
            </a:p>
          </p:txBody>
        </p:sp>
        <p:sp>
          <p:nvSpPr>
            <p:cNvPr id="81" name="任意多边形 35">
              <a:extLst>
                <a:ext uri="{FF2B5EF4-FFF2-40B4-BE49-F238E27FC236}">
                  <a16:creationId xmlns:a16="http://schemas.microsoft.com/office/drawing/2014/main" id="{D2F4CF5E-EBD0-4D1C-B216-9C75C2DC2EBC}"/>
                </a:ext>
              </a:extLst>
            </p:cNvPr>
            <p:cNvSpPr/>
            <p:nvPr/>
          </p:nvSpPr>
          <p:spPr>
            <a:xfrm>
              <a:off x="6140242" y="3782441"/>
              <a:ext cx="395626" cy="1526181"/>
            </a:xfrm>
            <a:custGeom>
              <a:avLst/>
              <a:gdLst>
                <a:gd name="connsiteX0" fmla="*/ 348910 w 349424"/>
                <a:gd name="connsiteY0" fmla="*/ -210 h 1347952"/>
                <a:gd name="connsiteX1" fmla="*/ 17656 w 349424"/>
                <a:gd name="connsiteY1" fmla="*/ -210 h 1347952"/>
                <a:gd name="connsiteX2" fmla="*/ -514 w 349424"/>
                <a:gd name="connsiteY2" fmla="*/ 1347742 h 1347952"/>
                <a:gd name="connsiteX3" fmla="*/ 305200 w 349424"/>
                <a:gd name="connsiteY3" fmla="*/ 1347742 h 1347952"/>
                <a:gd name="connsiteX4" fmla="*/ 346369 w 349424"/>
                <a:gd name="connsiteY4" fmla="*/ 202583 h 13479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49424" h="1347952">
                  <a:moveTo>
                    <a:pt x="348910" y="-210"/>
                  </a:moveTo>
                  <a:lnTo>
                    <a:pt x="17656" y="-210"/>
                  </a:lnTo>
                  <a:lnTo>
                    <a:pt x="-514" y="1347742"/>
                  </a:lnTo>
                  <a:lnTo>
                    <a:pt x="305200" y="1347742"/>
                  </a:lnTo>
                  <a:cubicBezTo>
                    <a:pt x="305200" y="1347742"/>
                    <a:pt x="303548" y="602833"/>
                    <a:pt x="346369" y="202583"/>
                  </a:cubicBezTo>
                  <a:close/>
                </a:path>
              </a:pathLst>
            </a:custGeom>
            <a:solidFill>
              <a:srgbClr val="981D04"/>
            </a:solidFill>
            <a:ln w="6346" cap="flat">
              <a:noFill/>
              <a:prstDash val="solid"/>
              <a:miter/>
            </a:ln>
          </p:spPr>
          <p:txBody>
            <a:bodyPr rtlCol="0" anchor="ctr"/>
            <a:lstStyle/>
            <a:p>
              <a:endParaRPr lang="zh-CN" altLang="en-US"/>
            </a:p>
          </p:txBody>
        </p:sp>
        <p:sp>
          <p:nvSpPr>
            <p:cNvPr id="82" name="任意多边形 36">
              <a:extLst>
                <a:ext uri="{FF2B5EF4-FFF2-40B4-BE49-F238E27FC236}">
                  <a16:creationId xmlns:a16="http://schemas.microsoft.com/office/drawing/2014/main" id="{8FF7F8B7-4D38-4D8C-87B9-B56CF91C6004}"/>
                </a:ext>
              </a:extLst>
            </p:cNvPr>
            <p:cNvSpPr/>
            <p:nvPr/>
          </p:nvSpPr>
          <p:spPr>
            <a:xfrm>
              <a:off x="6583298" y="5296537"/>
              <a:ext cx="484866" cy="136671"/>
            </a:xfrm>
            <a:custGeom>
              <a:avLst/>
              <a:gdLst>
                <a:gd name="connsiteX0" fmla="*/ 12168 w 428243"/>
                <a:gd name="connsiteY0" fmla="*/ -210 h 120710"/>
                <a:gd name="connsiteX1" fmla="*/ 276460 w 428243"/>
                <a:gd name="connsiteY1" fmla="*/ -210 h 120710"/>
                <a:gd name="connsiteX2" fmla="*/ 427729 w 428243"/>
                <a:gd name="connsiteY2" fmla="*/ 107794 h 120710"/>
                <a:gd name="connsiteX3" fmla="*/ 427729 w 428243"/>
                <a:gd name="connsiteY3" fmla="*/ 120500 h 120710"/>
                <a:gd name="connsiteX4" fmla="*/ 2067 w 428243"/>
                <a:gd name="connsiteY4" fmla="*/ 120500 h 120710"/>
                <a:gd name="connsiteX5" fmla="*/ 12295 w 428243"/>
                <a:gd name="connsiteY5" fmla="*/ -210 h 1207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428243" h="120710">
                  <a:moveTo>
                    <a:pt x="12168" y="-210"/>
                  </a:moveTo>
                  <a:lnTo>
                    <a:pt x="276460" y="-210"/>
                  </a:lnTo>
                  <a:cubicBezTo>
                    <a:pt x="276460" y="-210"/>
                    <a:pt x="412354" y="76981"/>
                    <a:pt x="427729" y="107794"/>
                  </a:cubicBezTo>
                  <a:lnTo>
                    <a:pt x="427729" y="120500"/>
                  </a:lnTo>
                  <a:lnTo>
                    <a:pt x="2067" y="120500"/>
                  </a:lnTo>
                  <a:cubicBezTo>
                    <a:pt x="2067" y="120500"/>
                    <a:pt x="-8226" y="30412"/>
                    <a:pt x="12295" y="-210"/>
                  </a:cubicBezTo>
                  <a:close/>
                </a:path>
              </a:pathLst>
            </a:custGeom>
            <a:solidFill>
              <a:srgbClr val="00065B"/>
            </a:solidFill>
            <a:ln w="6346" cap="flat">
              <a:noFill/>
              <a:prstDash val="solid"/>
              <a:miter/>
            </a:ln>
          </p:spPr>
          <p:txBody>
            <a:bodyPr rtlCol="0" anchor="ctr"/>
            <a:lstStyle/>
            <a:p>
              <a:endParaRPr lang="zh-CN" altLang="en-US"/>
            </a:p>
          </p:txBody>
        </p:sp>
        <p:sp>
          <p:nvSpPr>
            <p:cNvPr id="83" name="任意多边形 37">
              <a:extLst>
                <a:ext uri="{FF2B5EF4-FFF2-40B4-BE49-F238E27FC236}">
                  <a16:creationId xmlns:a16="http://schemas.microsoft.com/office/drawing/2014/main" id="{46467610-F1C2-4EF7-9273-8AA617B23CA0}"/>
                </a:ext>
              </a:extLst>
            </p:cNvPr>
            <p:cNvSpPr/>
            <p:nvPr/>
          </p:nvSpPr>
          <p:spPr>
            <a:xfrm>
              <a:off x="6585142" y="5433496"/>
              <a:ext cx="483023" cy="22802"/>
            </a:xfrm>
            <a:custGeom>
              <a:avLst/>
              <a:gdLst>
                <a:gd name="connsiteX0" fmla="*/ 0 w 426615"/>
                <a:gd name="connsiteY0" fmla="*/ 0 h 20139"/>
                <a:gd name="connsiteX1" fmla="*/ 426615 w 426615"/>
                <a:gd name="connsiteY1" fmla="*/ 0 h 20139"/>
                <a:gd name="connsiteX2" fmla="*/ 426615 w 426615"/>
                <a:gd name="connsiteY2" fmla="*/ 20140 h 20139"/>
                <a:gd name="connsiteX3" fmla="*/ 0 w 426615"/>
                <a:gd name="connsiteY3" fmla="*/ 20140 h 20139"/>
                <a:gd name="connsiteX4" fmla="*/ 0 w 426615"/>
                <a:gd name="connsiteY4" fmla="*/ 0 h 20139"/>
                <a:gd name="connsiteX5" fmla="*/ 0 w 426615"/>
                <a:gd name="connsiteY5" fmla="*/ 0 h 201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426615" h="20139">
                  <a:moveTo>
                    <a:pt x="0" y="0"/>
                  </a:moveTo>
                  <a:lnTo>
                    <a:pt x="426615" y="0"/>
                  </a:lnTo>
                  <a:lnTo>
                    <a:pt x="426615" y="20140"/>
                  </a:lnTo>
                  <a:lnTo>
                    <a:pt x="0" y="20140"/>
                  </a:lnTo>
                  <a:lnTo>
                    <a:pt x="0" y="0"/>
                  </a:lnTo>
                  <a:lnTo>
                    <a:pt x="0" y="0"/>
                  </a:lnTo>
                  <a:close/>
                </a:path>
              </a:pathLst>
            </a:custGeom>
            <a:solidFill>
              <a:srgbClr val="434CC0"/>
            </a:solidFill>
            <a:ln w="6346" cap="flat">
              <a:noFill/>
              <a:prstDash val="solid"/>
              <a:miter/>
            </a:ln>
          </p:spPr>
          <p:txBody>
            <a:bodyPr rtlCol="0" anchor="ctr"/>
            <a:lstStyle/>
            <a:p>
              <a:endParaRPr lang="zh-CN" altLang="en-US"/>
            </a:p>
          </p:txBody>
        </p:sp>
        <p:sp>
          <p:nvSpPr>
            <p:cNvPr id="84" name="任意多边形 38">
              <a:extLst>
                <a:ext uri="{FF2B5EF4-FFF2-40B4-BE49-F238E27FC236}">
                  <a16:creationId xmlns:a16="http://schemas.microsoft.com/office/drawing/2014/main" id="{07E0A298-ADC8-4D98-8193-FBDDE98BFC15}"/>
                </a:ext>
              </a:extLst>
            </p:cNvPr>
            <p:cNvSpPr/>
            <p:nvPr/>
          </p:nvSpPr>
          <p:spPr>
            <a:xfrm>
              <a:off x="6531551" y="3782441"/>
              <a:ext cx="395698" cy="1526181"/>
            </a:xfrm>
            <a:custGeom>
              <a:avLst/>
              <a:gdLst>
                <a:gd name="connsiteX0" fmla="*/ -514 w 349488"/>
                <a:gd name="connsiteY0" fmla="*/ -210 h 1347952"/>
                <a:gd name="connsiteX1" fmla="*/ 330803 w 349488"/>
                <a:gd name="connsiteY1" fmla="*/ -210 h 1347952"/>
                <a:gd name="connsiteX2" fmla="*/ 348974 w 349488"/>
                <a:gd name="connsiteY2" fmla="*/ 1347742 h 1347952"/>
                <a:gd name="connsiteX3" fmla="*/ 43259 w 349488"/>
                <a:gd name="connsiteY3" fmla="*/ 1347742 h 1347952"/>
                <a:gd name="connsiteX4" fmla="*/ 2408 w 349488"/>
                <a:gd name="connsiteY4" fmla="*/ 202583 h 13479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49488" h="1347952">
                  <a:moveTo>
                    <a:pt x="-514" y="-210"/>
                  </a:moveTo>
                  <a:lnTo>
                    <a:pt x="330803" y="-210"/>
                  </a:lnTo>
                  <a:lnTo>
                    <a:pt x="348974" y="1347742"/>
                  </a:lnTo>
                  <a:lnTo>
                    <a:pt x="43259" y="1347742"/>
                  </a:lnTo>
                  <a:cubicBezTo>
                    <a:pt x="43259" y="1347742"/>
                    <a:pt x="44911" y="602833"/>
                    <a:pt x="2408" y="202583"/>
                  </a:cubicBezTo>
                  <a:close/>
                </a:path>
              </a:pathLst>
            </a:custGeom>
            <a:solidFill>
              <a:srgbClr val="981D04"/>
            </a:solidFill>
            <a:ln w="6346" cap="flat">
              <a:noFill/>
              <a:prstDash val="solid"/>
              <a:miter/>
            </a:ln>
          </p:spPr>
          <p:txBody>
            <a:bodyPr rtlCol="0" anchor="ctr"/>
            <a:lstStyle/>
            <a:p>
              <a:endParaRPr lang="zh-CN" altLang="en-US"/>
            </a:p>
          </p:txBody>
        </p:sp>
        <p:sp>
          <p:nvSpPr>
            <p:cNvPr id="85" name="任意多边形 39">
              <a:extLst>
                <a:ext uri="{FF2B5EF4-FFF2-40B4-BE49-F238E27FC236}">
                  <a16:creationId xmlns:a16="http://schemas.microsoft.com/office/drawing/2014/main" id="{2F36C33A-CD27-4B09-9D71-9B252BA648BB}"/>
                </a:ext>
              </a:extLst>
            </p:cNvPr>
            <p:cNvSpPr/>
            <p:nvPr/>
          </p:nvSpPr>
          <p:spPr>
            <a:xfrm>
              <a:off x="6096076" y="2836102"/>
              <a:ext cx="877570" cy="1154292"/>
            </a:xfrm>
            <a:custGeom>
              <a:avLst/>
              <a:gdLst>
                <a:gd name="connsiteX0" fmla="*/ 259966 w 775086"/>
                <a:gd name="connsiteY0" fmla="*/ -210 h 1019493"/>
                <a:gd name="connsiteX1" fmla="*/ 380676 w 775086"/>
                <a:gd name="connsiteY1" fmla="*/ 81873 h 1019493"/>
                <a:gd name="connsiteX2" fmla="*/ 383217 w 775086"/>
                <a:gd name="connsiteY2" fmla="*/ 81873 h 1019493"/>
                <a:gd name="connsiteX3" fmla="*/ 501132 w 775086"/>
                <a:gd name="connsiteY3" fmla="*/ -210 h 1019493"/>
                <a:gd name="connsiteX4" fmla="*/ 703735 w 775086"/>
                <a:gd name="connsiteY4" fmla="*/ 40832 h 1019493"/>
                <a:gd name="connsiteX5" fmla="*/ 774573 w 775086"/>
                <a:gd name="connsiteY5" fmla="*/ 943109 h 1019493"/>
                <a:gd name="connsiteX6" fmla="*/ -514 w 775086"/>
                <a:gd name="connsiteY6" fmla="*/ 924050 h 1019493"/>
                <a:gd name="connsiteX7" fmla="*/ 66893 w 775086"/>
                <a:gd name="connsiteY7" fmla="*/ 30603 h 1019493"/>
                <a:gd name="connsiteX8" fmla="*/ 260029 w 775086"/>
                <a:gd name="connsiteY8" fmla="*/ -210 h 101949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775086" h="1019493">
                  <a:moveTo>
                    <a:pt x="259966" y="-210"/>
                  </a:moveTo>
                  <a:cubicBezTo>
                    <a:pt x="277882" y="79268"/>
                    <a:pt x="372734" y="81873"/>
                    <a:pt x="380676" y="81873"/>
                  </a:cubicBezTo>
                  <a:lnTo>
                    <a:pt x="383217" y="81873"/>
                  </a:lnTo>
                  <a:cubicBezTo>
                    <a:pt x="390904" y="81873"/>
                    <a:pt x="480611" y="79268"/>
                    <a:pt x="501132" y="-210"/>
                  </a:cubicBezTo>
                  <a:lnTo>
                    <a:pt x="703735" y="40832"/>
                  </a:lnTo>
                  <a:lnTo>
                    <a:pt x="774573" y="943109"/>
                  </a:lnTo>
                  <a:cubicBezTo>
                    <a:pt x="615743" y="1025700"/>
                    <a:pt x="132394" y="1069347"/>
                    <a:pt x="-514" y="924050"/>
                  </a:cubicBezTo>
                  <a:lnTo>
                    <a:pt x="66893" y="30603"/>
                  </a:lnTo>
                  <a:lnTo>
                    <a:pt x="260029" y="-210"/>
                  </a:lnTo>
                  <a:close/>
                </a:path>
              </a:pathLst>
            </a:custGeom>
            <a:solidFill>
              <a:srgbClr val="00065B"/>
            </a:solidFill>
            <a:ln w="6346" cap="flat">
              <a:noFill/>
              <a:prstDash val="solid"/>
              <a:miter/>
            </a:ln>
          </p:spPr>
          <p:txBody>
            <a:bodyPr rtlCol="0" anchor="ctr"/>
            <a:lstStyle/>
            <a:p>
              <a:endParaRPr lang="zh-CN" altLang="en-US"/>
            </a:p>
          </p:txBody>
        </p:sp>
        <p:sp>
          <p:nvSpPr>
            <p:cNvPr id="86" name="任意多边形 40">
              <a:extLst>
                <a:ext uri="{FF2B5EF4-FFF2-40B4-BE49-F238E27FC236}">
                  <a16:creationId xmlns:a16="http://schemas.microsoft.com/office/drawing/2014/main" id="{F0500A98-BEF8-46E3-8FF2-F6578E280D5F}"/>
                </a:ext>
              </a:extLst>
            </p:cNvPr>
            <p:cNvSpPr/>
            <p:nvPr/>
          </p:nvSpPr>
          <p:spPr>
            <a:xfrm>
              <a:off x="5368249" y="3005839"/>
              <a:ext cx="792980" cy="422613"/>
            </a:xfrm>
            <a:custGeom>
              <a:avLst/>
              <a:gdLst>
                <a:gd name="connsiteX0" fmla="*/ 698477 w 700375"/>
                <a:gd name="connsiteY0" fmla="*/ 67344 h 373260"/>
                <a:gd name="connsiteX1" fmla="*/ 582976 w 700375"/>
                <a:gd name="connsiteY1" fmla="*/ 238880 h 373260"/>
                <a:gd name="connsiteX2" fmla="*/ 51470 w 700375"/>
                <a:gd name="connsiteY2" fmla="*/ 369755 h 373260"/>
                <a:gd name="connsiteX3" fmla="*/ 51470 w 700375"/>
                <a:gd name="connsiteY3" fmla="*/ 261751 h 373260"/>
                <a:gd name="connsiteX4" fmla="*/ 505786 w 700375"/>
                <a:gd name="connsiteY4" fmla="*/ 161816 h 373260"/>
                <a:gd name="connsiteX5" fmla="*/ 580181 w 700375"/>
                <a:gd name="connsiteY5" fmla="*/ 74714 h 373260"/>
                <a:gd name="connsiteX6" fmla="*/ 587932 w 700375"/>
                <a:gd name="connsiteY6" fmla="*/ 56798 h 373260"/>
                <a:gd name="connsiteX7" fmla="*/ 587932 w 700375"/>
                <a:gd name="connsiteY7" fmla="*/ 59339 h 373260"/>
                <a:gd name="connsiteX8" fmla="*/ 590474 w 700375"/>
                <a:gd name="connsiteY8" fmla="*/ 51652 h 373260"/>
                <a:gd name="connsiteX9" fmla="*/ 593015 w 700375"/>
                <a:gd name="connsiteY9" fmla="*/ 38945 h 373260"/>
                <a:gd name="connsiteX10" fmla="*/ 698287 w 700375"/>
                <a:gd name="connsiteY10" fmla="*/ 67154 h 37326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700375" h="373260">
                  <a:moveTo>
                    <a:pt x="698477" y="67344"/>
                  </a:moveTo>
                  <a:cubicBezTo>
                    <a:pt x="683039" y="133989"/>
                    <a:pt x="634310" y="195488"/>
                    <a:pt x="582976" y="238880"/>
                  </a:cubicBezTo>
                  <a:cubicBezTo>
                    <a:pt x="439014" y="362068"/>
                    <a:pt x="233933" y="382525"/>
                    <a:pt x="51470" y="369755"/>
                  </a:cubicBezTo>
                  <a:cubicBezTo>
                    <a:pt x="-17843" y="364609"/>
                    <a:pt x="-17843" y="256986"/>
                    <a:pt x="51470" y="261751"/>
                  </a:cubicBezTo>
                  <a:cubicBezTo>
                    <a:pt x="202930" y="274457"/>
                    <a:pt x="385139" y="264356"/>
                    <a:pt x="505786" y="161816"/>
                  </a:cubicBezTo>
                  <a:cubicBezTo>
                    <a:pt x="541681" y="131066"/>
                    <a:pt x="559660" y="110609"/>
                    <a:pt x="580181" y="74714"/>
                  </a:cubicBezTo>
                  <a:cubicBezTo>
                    <a:pt x="582284" y="68545"/>
                    <a:pt x="584876" y="62554"/>
                    <a:pt x="587932" y="56798"/>
                  </a:cubicBezTo>
                  <a:cubicBezTo>
                    <a:pt x="593015" y="46506"/>
                    <a:pt x="582786" y="69504"/>
                    <a:pt x="587932" y="59339"/>
                  </a:cubicBezTo>
                  <a:cubicBezTo>
                    <a:pt x="587932" y="56798"/>
                    <a:pt x="590474" y="54193"/>
                    <a:pt x="590474" y="51652"/>
                  </a:cubicBezTo>
                  <a:cubicBezTo>
                    <a:pt x="591077" y="47370"/>
                    <a:pt x="591928" y="43132"/>
                    <a:pt x="593015" y="38945"/>
                  </a:cubicBezTo>
                  <a:cubicBezTo>
                    <a:pt x="610994" y="-30241"/>
                    <a:pt x="713725" y="509"/>
                    <a:pt x="698287" y="67154"/>
                  </a:cubicBezTo>
                  <a:close/>
                </a:path>
              </a:pathLst>
            </a:custGeom>
            <a:solidFill>
              <a:srgbClr val="FED0D6"/>
            </a:solidFill>
            <a:ln w="6346" cap="flat">
              <a:noFill/>
              <a:prstDash val="solid"/>
              <a:miter/>
            </a:ln>
          </p:spPr>
          <p:txBody>
            <a:bodyPr rtlCol="0" anchor="ctr"/>
            <a:lstStyle/>
            <a:p>
              <a:endParaRPr lang="zh-CN" altLang="en-US"/>
            </a:p>
          </p:txBody>
        </p:sp>
        <p:sp>
          <p:nvSpPr>
            <p:cNvPr id="87" name="任意多边形 41">
              <a:extLst>
                <a:ext uri="{FF2B5EF4-FFF2-40B4-BE49-F238E27FC236}">
                  <a16:creationId xmlns:a16="http://schemas.microsoft.com/office/drawing/2014/main" id="{B89D15B5-D439-481E-A477-40CCBE10F2B5}"/>
                </a:ext>
              </a:extLst>
            </p:cNvPr>
            <p:cNvSpPr/>
            <p:nvPr/>
          </p:nvSpPr>
          <p:spPr>
            <a:xfrm>
              <a:off x="5555003" y="2870989"/>
              <a:ext cx="617392" cy="613005"/>
            </a:xfrm>
            <a:custGeom>
              <a:avLst/>
              <a:gdLst>
                <a:gd name="connsiteX0" fmla="*/ 14860 w 545292"/>
                <a:gd name="connsiteY0" fmla="*/ 541208 h 541418"/>
                <a:gd name="connsiteX1" fmla="*/ 534550 w 545292"/>
                <a:gd name="connsiteY1" fmla="*/ 283332 h 541418"/>
                <a:gd name="connsiteX2" fmla="*/ 544778 w 545292"/>
                <a:gd name="connsiteY2" fmla="*/ -210 h 541418"/>
                <a:gd name="connsiteX3" fmla="*/ 544778 w 545292"/>
                <a:gd name="connsiteY3" fmla="*/ -210 h 541418"/>
                <a:gd name="connsiteX4" fmla="*/ 356661 w 545292"/>
                <a:gd name="connsiteY4" fmla="*/ 143562 h 541418"/>
                <a:gd name="connsiteX5" fmla="*/ -514 w 545292"/>
                <a:gd name="connsiteY5" fmla="*/ 353662 h 54141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545292" h="541418">
                  <a:moveTo>
                    <a:pt x="14860" y="541208"/>
                  </a:moveTo>
                  <a:cubicBezTo>
                    <a:pt x="14860" y="541208"/>
                    <a:pt x="369367" y="543812"/>
                    <a:pt x="534550" y="283332"/>
                  </a:cubicBezTo>
                  <a:lnTo>
                    <a:pt x="544778" y="-210"/>
                  </a:lnTo>
                  <a:lnTo>
                    <a:pt x="544778" y="-210"/>
                  </a:lnTo>
                  <a:cubicBezTo>
                    <a:pt x="544778" y="-210"/>
                    <a:pt x="471018" y="3793"/>
                    <a:pt x="356661" y="143562"/>
                  </a:cubicBezTo>
                  <a:cubicBezTo>
                    <a:pt x="285251" y="230855"/>
                    <a:pt x="140653" y="363890"/>
                    <a:pt x="-514" y="353662"/>
                  </a:cubicBezTo>
                  <a:close/>
                </a:path>
              </a:pathLst>
            </a:custGeom>
            <a:solidFill>
              <a:srgbClr val="434CC0"/>
            </a:solidFill>
            <a:ln w="6346" cap="flat">
              <a:noFill/>
              <a:prstDash val="solid"/>
              <a:miter/>
            </a:ln>
          </p:spPr>
          <p:txBody>
            <a:bodyPr rtlCol="0" anchor="ctr"/>
            <a:lstStyle/>
            <a:p>
              <a:endParaRPr lang="zh-CN" altLang="en-US"/>
            </a:p>
          </p:txBody>
        </p:sp>
        <p:sp>
          <p:nvSpPr>
            <p:cNvPr id="88" name="任意多边形 42">
              <a:extLst>
                <a:ext uri="{FF2B5EF4-FFF2-40B4-BE49-F238E27FC236}">
                  <a16:creationId xmlns:a16="http://schemas.microsoft.com/office/drawing/2014/main" id="{D04D04D4-B1BF-42D9-A43B-E971F2228094}"/>
                </a:ext>
              </a:extLst>
            </p:cNvPr>
            <p:cNvSpPr/>
            <p:nvPr/>
          </p:nvSpPr>
          <p:spPr>
            <a:xfrm>
              <a:off x="4621893" y="1105990"/>
              <a:ext cx="1140920" cy="1998720"/>
            </a:xfrm>
            <a:custGeom>
              <a:avLst/>
              <a:gdLst>
                <a:gd name="connsiteX0" fmla="*/ 596690 w 1007682"/>
                <a:gd name="connsiteY0" fmla="*/ 1042540 h 1765307"/>
                <a:gd name="connsiteX1" fmla="*/ 596690 w 1007682"/>
                <a:gd name="connsiteY1" fmla="*/ 1209120 h 1765307"/>
                <a:gd name="connsiteX2" fmla="*/ 479747 w 1007682"/>
                <a:gd name="connsiteY2" fmla="*/ 1332124 h 1765307"/>
                <a:gd name="connsiteX3" fmla="*/ 473502 w 1007682"/>
                <a:gd name="connsiteY3" fmla="*/ 1332118 h 1765307"/>
                <a:gd name="connsiteX4" fmla="*/ 350314 w 1007682"/>
                <a:gd name="connsiteY4" fmla="*/ 1209120 h 1765307"/>
                <a:gd name="connsiteX5" fmla="*/ 350314 w 1007682"/>
                <a:gd name="connsiteY5" fmla="*/ 945209 h 1765307"/>
                <a:gd name="connsiteX6" fmla="*/ 352855 w 1007682"/>
                <a:gd name="connsiteY6" fmla="*/ 940063 h 1765307"/>
                <a:gd name="connsiteX7" fmla="*/ 350314 w 1007682"/>
                <a:gd name="connsiteY7" fmla="*/ 934981 h 1765307"/>
                <a:gd name="connsiteX8" fmla="*/ 473502 w 1007682"/>
                <a:gd name="connsiteY8" fmla="*/ 811983 h 1765307"/>
                <a:gd name="connsiteX9" fmla="*/ 760983 w 1007682"/>
                <a:gd name="connsiteY9" fmla="*/ 530157 h 1765307"/>
                <a:gd name="connsiteX10" fmla="*/ 473502 w 1007682"/>
                <a:gd name="connsiteY10" fmla="*/ 245725 h 1765307"/>
                <a:gd name="connsiteX11" fmla="*/ 229667 w 1007682"/>
                <a:gd name="connsiteY11" fmla="*/ 384097 h 1765307"/>
                <a:gd name="connsiteX12" fmla="*/ 62134 w 1007682"/>
                <a:gd name="connsiteY12" fmla="*/ 430888 h 1765307"/>
                <a:gd name="connsiteX13" fmla="*/ 15343 w 1007682"/>
                <a:gd name="connsiteY13" fmla="*/ 263355 h 1765307"/>
                <a:gd name="connsiteX14" fmla="*/ 16645 w 1007682"/>
                <a:gd name="connsiteY14" fmla="*/ 261100 h 1765307"/>
                <a:gd name="connsiteX15" fmla="*/ 473502 w 1007682"/>
                <a:gd name="connsiteY15" fmla="*/ -206 h 1765307"/>
                <a:gd name="connsiteX16" fmla="*/ 1007168 w 1007682"/>
                <a:gd name="connsiteY16" fmla="*/ 530157 h 1765307"/>
                <a:gd name="connsiteX17" fmla="*/ 596499 w 1007682"/>
                <a:gd name="connsiteY17" fmla="*/ 1042540 h 1765307"/>
                <a:gd name="connsiteX18" fmla="*/ 596690 w 1007682"/>
                <a:gd name="connsiteY18" fmla="*/ 1595965 h 1765307"/>
                <a:gd name="connsiteX19" fmla="*/ 596690 w 1007682"/>
                <a:gd name="connsiteY19" fmla="*/ 1642089 h 1765307"/>
                <a:gd name="connsiteX20" fmla="*/ 473502 w 1007682"/>
                <a:gd name="connsiteY20" fmla="*/ 1765086 h 1765307"/>
                <a:gd name="connsiteX21" fmla="*/ 350314 w 1007682"/>
                <a:gd name="connsiteY21" fmla="*/ 1645221 h 1765307"/>
                <a:gd name="connsiteX22" fmla="*/ 350314 w 1007682"/>
                <a:gd name="connsiteY22" fmla="*/ 1642089 h 1765307"/>
                <a:gd name="connsiteX23" fmla="*/ 350314 w 1007682"/>
                <a:gd name="connsiteY23" fmla="*/ 1595965 h 1765307"/>
                <a:gd name="connsiteX24" fmla="*/ 473502 w 1007682"/>
                <a:gd name="connsiteY24" fmla="*/ 1473031 h 1765307"/>
                <a:gd name="connsiteX25" fmla="*/ 596690 w 1007682"/>
                <a:gd name="connsiteY25" fmla="*/ 1592769 h 1765307"/>
                <a:gd name="connsiteX26" fmla="*/ 596690 w 1007682"/>
                <a:gd name="connsiteY26" fmla="*/ 1595965 h 17653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Lst>
              <a:rect l="l" t="t" r="r" b="b"/>
              <a:pathLst>
                <a:path w="1007682" h="1765307">
                  <a:moveTo>
                    <a:pt x="596690" y="1042540"/>
                  </a:moveTo>
                  <a:lnTo>
                    <a:pt x="596690" y="1209120"/>
                  </a:lnTo>
                  <a:cubicBezTo>
                    <a:pt x="598361" y="1275377"/>
                    <a:pt x="546004" y="1330447"/>
                    <a:pt x="479747" y="1332124"/>
                  </a:cubicBezTo>
                  <a:cubicBezTo>
                    <a:pt x="477663" y="1332175"/>
                    <a:pt x="475579" y="1332175"/>
                    <a:pt x="473502" y="1332118"/>
                  </a:cubicBezTo>
                  <a:cubicBezTo>
                    <a:pt x="405529" y="1332156"/>
                    <a:pt x="350384" y="1277093"/>
                    <a:pt x="350314" y="1209120"/>
                  </a:cubicBezTo>
                  <a:lnTo>
                    <a:pt x="350314" y="945209"/>
                  </a:lnTo>
                  <a:cubicBezTo>
                    <a:pt x="350314" y="942668"/>
                    <a:pt x="352855" y="942668"/>
                    <a:pt x="352855" y="940063"/>
                  </a:cubicBezTo>
                  <a:cubicBezTo>
                    <a:pt x="350314" y="937522"/>
                    <a:pt x="350314" y="937522"/>
                    <a:pt x="350314" y="934981"/>
                  </a:cubicBezTo>
                  <a:cubicBezTo>
                    <a:pt x="350314" y="870941"/>
                    <a:pt x="406793" y="811983"/>
                    <a:pt x="473502" y="811983"/>
                  </a:cubicBezTo>
                  <a:cubicBezTo>
                    <a:pt x="632649" y="811983"/>
                    <a:pt x="760983" y="686445"/>
                    <a:pt x="760983" y="530157"/>
                  </a:cubicBezTo>
                  <a:cubicBezTo>
                    <a:pt x="760983" y="368723"/>
                    <a:pt x="632649" y="245725"/>
                    <a:pt x="473502" y="245725"/>
                  </a:cubicBezTo>
                  <a:cubicBezTo>
                    <a:pt x="373636" y="246094"/>
                    <a:pt x="281198" y="298552"/>
                    <a:pt x="229667" y="384097"/>
                  </a:cubicBezTo>
                  <a:cubicBezTo>
                    <a:pt x="196326" y="443283"/>
                    <a:pt x="121320" y="464230"/>
                    <a:pt x="62134" y="430888"/>
                  </a:cubicBezTo>
                  <a:cubicBezTo>
                    <a:pt x="2948" y="397547"/>
                    <a:pt x="-17999" y="322541"/>
                    <a:pt x="15343" y="263355"/>
                  </a:cubicBezTo>
                  <a:cubicBezTo>
                    <a:pt x="15769" y="262599"/>
                    <a:pt x="16201" y="261850"/>
                    <a:pt x="16645" y="261100"/>
                  </a:cubicBezTo>
                  <a:cubicBezTo>
                    <a:pt x="111346" y="98668"/>
                    <a:pt x="285480" y="-930"/>
                    <a:pt x="473502" y="-206"/>
                  </a:cubicBezTo>
                  <a:cubicBezTo>
                    <a:pt x="766129" y="-206"/>
                    <a:pt x="1007168" y="235497"/>
                    <a:pt x="1007168" y="530157"/>
                  </a:cubicBezTo>
                  <a:cubicBezTo>
                    <a:pt x="1007168" y="778693"/>
                    <a:pt x="832647" y="988792"/>
                    <a:pt x="596499" y="1042540"/>
                  </a:cubicBezTo>
                  <a:close/>
                  <a:moveTo>
                    <a:pt x="596690" y="1595965"/>
                  </a:moveTo>
                  <a:lnTo>
                    <a:pt x="596690" y="1642089"/>
                  </a:lnTo>
                  <a:cubicBezTo>
                    <a:pt x="596690" y="1713816"/>
                    <a:pt x="545356" y="1765086"/>
                    <a:pt x="473502" y="1765086"/>
                  </a:cubicBezTo>
                  <a:cubicBezTo>
                    <a:pt x="406387" y="1766001"/>
                    <a:pt x="351235" y="1712336"/>
                    <a:pt x="350314" y="1645221"/>
                  </a:cubicBezTo>
                  <a:cubicBezTo>
                    <a:pt x="350301" y="1644179"/>
                    <a:pt x="350301" y="1643131"/>
                    <a:pt x="350314" y="1642089"/>
                  </a:cubicBezTo>
                  <a:lnTo>
                    <a:pt x="350314" y="1595965"/>
                  </a:lnTo>
                  <a:cubicBezTo>
                    <a:pt x="351305" y="1528386"/>
                    <a:pt x="405923" y="1473882"/>
                    <a:pt x="473502" y="1473031"/>
                  </a:cubicBezTo>
                  <a:cubicBezTo>
                    <a:pt x="540585" y="1472078"/>
                    <a:pt x="595737" y="1525686"/>
                    <a:pt x="596690" y="1592769"/>
                  </a:cubicBezTo>
                  <a:cubicBezTo>
                    <a:pt x="596703" y="1593830"/>
                    <a:pt x="596703" y="1594897"/>
                    <a:pt x="596690" y="1595965"/>
                  </a:cubicBezTo>
                  <a:close/>
                </a:path>
              </a:pathLst>
            </a:custGeom>
            <a:solidFill>
              <a:srgbClr val="FFC545"/>
            </a:solidFill>
            <a:ln w="6346" cap="flat">
              <a:noFill/>
              <a:prstDash val="solid"/>
              <a:miter/>
            </a:ln>
          </p:spPr>
          <p:txBody>
            <a:bodyPr rtlCol="0" anchor="ctr"/>
            <a:lstStyle/>
            <a:p>
              <a:endParaRPr lang="zh-CN" altLang="en-US"/>
            </a:p>
          </p:txBody>
        </p:sp>
        <p:sp>
          <p:nvSpPr>
            <p:cNvPr id="89" name="任意多边形 43">
              <a:extLst>
                <a:ext uri="{FF2B5EF4-FFF2-40B4-BE49-F238E27FC236}">
                  <a16:creationId xmlns:a16="http://schemas.microsoft.com/office/drawing/2014/main" id="{1931D118-EBE0-46A3-9A16-6E2D121B71F1}"/>
                </a:ext>
              </a:extLst>
            </p:cNvPr>
            <p:cNvSpPr/>
            <p:nvPr/>
          </p:nvSpPr>
          <p:spPr>
            <a:xfrm>
              <a:off x="6447837" y="2687348"/>
              <a:ext cx="549892" cy="723736"/>
            </a:xfrm>
            <a:custGeom>
              <a:avLst/>
              <a:gdLst>
                <a:gd name="connsiteX0" fmla="*/ 104936 w 485675"/>
                <a:gd name="connsiteY0" fmla="*/ 49599 h 639217"/>
                <a:gd name="connsiteX1" fmla="*/ 228188 w 485675"/>
                <a:gd name="connsiteY1" fmla="*/ 397943 h 639217"/>
                <a:gd name="connsiteX2" fmla="*/ 282126 w 485675"/>
                <a:gd name="connsiteY2" fmla="*/ 492733 h 639217"/>
                <a:gd name="connsiteX3" fmla="*/ 305252 w 485675"/>
                <a:gd name="connsiteY3" fmla="*/ 523482 h 639217"/>
                <a:gd name="connsiteX4" fmla="*/ 315544 w 485675"/>
                <a:gd name="connsiteY4" fmla="*/ 533711 h 639217"/>
                <a:gd name="connsiteX5" fmla="*/ 294959 w 485675"/>
                <a:gd name="connsiteY5" fmla="*/ 533711 h 639217"/>
                <a:gd name="connsiteX6" fmla="*/ 310398 w 485675"/>
                <a:gd name="connsiteY6" fmla="*/ 513253 h 639217"/>
                <a:gd name="connsiteX7" fmla="*/ 341210 w 485675"/>
                <a:gd name="connsiteY7" fmla="*/ 456837 h 639217"/>
                <a:gd name="connsiteX8" fmla="*/ 379711 w 485675"/>
                <a:gd name="connsiteY8" fmla="*/ 308300 h 639217"/>
                <a:gd name="connsiteX9" fmla="*/ 484982 w 485675"/>
                <a:gd name="connsiteY9" fmla="*/ 308300 h 639217"/>
                <a:gd name="connsiteX10" fmla="*/ 364272 w 485675"/>
                <a:gd name="connsiteY10" fmla="*/ 613252 h 639217"/>
                <a:gd name="connsiteX11" fmla="*/ 179395 w 485675"/>
                <a:gd name="connsiteY11" fmla="*/ 528692 h 639217"/>
                <a:gd name="connsiteX12" fmla="*/ 53602 w 485675"/>
                <a:gd name="connsiteY12" fmla="*/ 267449 h 639217"/>
                <a:gd name="connsiteX13" fmla="*/ -336 w 485675"/>
                <a:gd name="connsiteY13" fmla="*/ 49726 h 639217"/>
                <a:gd name="connsiteX14" fmla="*/ 104936 w 485675"/>
                <a:gd name="connsiteY14" fmla="*/ 49726 h 6392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485675" h="639217">
                  <a:moveTo>
                    <a:pt x="104936" y="49599"/>
                  </a:moveTo>
                  <a:cubicBezTo>
                    <a:pt x="115228" y="172533"/>
                    <a:pt x="174312" y="290384"/>
                    <a:pt x="228188" y="397943"/>
                  </a:cubicBezTo>
                  <a:cubicBezTo>
                    <a:pt x="246167" y="431234"/>
                    <a:pt x="261605" y="461983"/>
                    <a:pt x="282126" y="492733"/>
                  </a:cubicBezTo>
                  <a:lnTo>
                    <a:pt x="305252" y="523482"/>
                  </a:lnTo>
                  <a:cubicBezTo>
                    <a:pt x="307793" y="528565"/>
                    <a:pt x="320626" y="536188"/>
                    <a:pt x="315544" y="533711"/>
                  </a:cubicBezTo>
                  <a:cubicBezTo>
                    <a:pt x="297564" y="541398"/>
                    <a:pt x="290131" y="541398"/>
                    <a:pt x="294959" y="533711"/>
                  </a:cubicBezTo>
                  <a:cubicBezTo>
                    <a:pt x="302647" y="528565"/>
                    <a:pt x="305252" y="521004"/>
                    <a:pt x="310398" y="513253"/>
                  </a:cubicBezTo>
                  <a:cubicBezTo>
                    <a:pt x="322596" y="495566"/>
                    <a:pt x="332951" y="476659"/>
                    <a:pt x="341210" y="456837"/>
                  </a:cubicBezTo>
                  <a:cubicBezTo>
                    <a:pt x="364145" y="410497"/>
                    <a:pt x="377233" y="359932"/>
                    <a:pt x="379711" y="308300"/>
                  </a:cubicBezTo>
                  <a:cubicBezTo>
                    <a:pt x="382252" y="241719"/>
                    <a:pt x="490129" y="241719"/>
                    <a:pt x="484982" y="308300"/>
                  </a:cubicBezTo>
                  <a:cubicBezTo>
                    <a:pt x="479837" y="410777"/>
                    <a:pt x="441336" y="541398"/>
                    <a:pt x="364272" y="613252"/>
                  </a:cubicBezTo>
                  <a:cubicBezTo>
                    <a:pt x="287208" y="685107"/>
                    <a:pt x="218149" y="590190"/>
                    <a:pt x="179395" y="528692"/>
                  </a:cubicBezTo>
                  <a:cubicBezTo>
                    <a:pt x="128061" y="446736"/>
                    <a:pt x="92102" y="357156"/>
                    <a:pt x="53602" y="267449"/>
                  </a:cubicBezTo>
                  <a:cubicBezTo>
                    <a:pt x="25185" y="197869"/>
                    <a:pt x="7014" y="124528"/>
                    <a:pt x="-336" y="49726"/>
                  </a:cubicBezTo>
                  <a:cubicBezTo>
                    <a:pt x="-5419" y="-16855"/>
                    <a:pt x="99853" y="-16855"/>
                    <a:pt x="104936" y="49726"/>
                  </a:cubicBezTo>
                  <a:close/>
                </a:path>
              </a:pathLst>
            </a:custGeom>
            <a:solidFill>
              <a:srgbClr val="FED0D6"/>
            </a:solidFill>
            <a:ln w="6346" cap="flat">
              <a:noFill/>
              <a:prstDash val="solid"/>
              <a:miter/>
            </a:ln>
          </p:spPr>
          <p:txBody>
            <a:bodyPr rtlCol="0" anchor="ctr"/>
            <a:lstStyle/>
            <a:p>
              <a:endParaRPr lang="zh-CN" altLang="en-US"/>
            </a:p>
          </p:txBody>
        </p:sp>
        <p:sp>
          <p:nvSpPr>
            <p:cNvPr id="90" name="任意多边形 44">
              <a:extLst>
                <a:ext uri="{FF2B5EF4-FFF2-40B4-BE49-F238E27FC236}">
                  <a16:creationId xmlns:a16="http://schemas.microsoft.com/office/drawing/2014/main" id="{DCD37071-1A14-4011-B39B-D76EF710770C}"/>
                </a:ext>
              </a:extLst>
            </p:cNvPr>
            <p:cNvSpPr/>
            <p:nvPr/>
          </p:nvSpPr>
          <p:spPr>
            <a:xfrm>
              <a:off x="6450484" y="2821356"/>
              <a:ext cx="595677" cy="626971"/>
            </a:xfrm>
            <a:custGeom>
              <a:avLst/>
              <a:gdLst>
                <a:gd name="connsiteX0" fmla="*/ 391667 w 526113"/>
                <a:gd name="connsiteY0" fmla="*/ 53983 h 553753"/>
                <a:gd name="connsiteX1" fmla="*/ 525083 w 526113"/>
                <a:gd name="connsiteY1" fmla="*/ 215734 h 553753"/>
                <a:gd name="connsiteX2" fmla="*/ 273815 w 526113"/>
                <a:gd name="connsiteY2" fmla="*/ 552135 h 553753"/>
                <a:gd name="connsiteX3" fmla="*/ -514 w 526113"/>
                <a:gd name="connsiteY3" fmla="*/ 53983 h 553753"/>
                <a:gd name="connsiteX4" fmla="*/ 137540 w 526113"/>
                <a:gd name="connsiteY4" fmla="*/ -210 h 553753"/>
                <a:gd name="connsiteX5" fmla="*/ 299037 w 526113"/>
                <a:gd name="connsiteY5" fmla="*/ 364398 h 553753"/>
                <a:gd name="connsiteX6" fmla="*/ 391667 w 526113"/>
                <a:gd name="connsiteY6" fmla="*/ 53983 h 5537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526113" h="553753">
                  <a:moveTo>
                    <a:pt x="391667" y="53983"/>
                  </a:moveTo>
                  <a:cubicBezTo>
                    <a:pt x="391667" y="53983"/>
                    <a:pt x="535248" y="69357"/>
                    <a:pt x="525083" y="215734"/>
                  </a:cubicBezTo>
                  <a:cubicBezTo>
                    <a:pt x="514791" y="364653"/>
                    <a:pt x="391667" y="572656"/>
                    <a:pt x="273815" y="552135"/>
                  </a:cubicBezTo>
                  <a:cubicBezTo>
                    <a:pt x="155837" y="529009"/>
                    <a:pt x="27630" y="187463"/>
                    <a:pt x="-514" y="53983"/>
                  </a:cubicBezTo>
                  <a:lnTo>
                    <a:pt x="137540" y="-210"/>
                  </a:lnTo>
                  <a:cubicBezTo>
                    <a:pt x="137540" y="-210"/>
                    <a:pt x="275975" y="356711"/>
                    <a:pt x="299037" y="364398"/>
                  </a:cubicBezTo>
                  <a:lnTo>
                    <a:pt x="391667" y="53983"/>
                  </a:lnTo>
                  <a:close/>
                </a:path>
              </a:pathLst>
            </a:custGeom>
            <a:solidFill>
              <a:srgbClr val="434CC0"/>
            </a:solidFill>
            <a:ln w="6346" cap="flat">
              <a:noFill/>
              <a:prstDash val="solid"/>
              <a:miter/>
            </a:ln>
          </p:spPr>
          <p:txBody>
            <a:bodyPr rtlCol="0" anchor="ctr"/>
            <a:lstStyle/>
            <a:p>
              <a:endParaRPr lang="zh-CN" altLang="en-US"/>
            </a:p>
          </p:txBody>
        </p:sp>
        <p:sp>
          <p:nvSpPr>
            <p:cNvPr id="91" name="任意多边形 45">
              <a:extLst>
                <a:ext uri="{FF2B5EF4-FFF2-40B4-BE49-F238E27FC236}">
                  <a16:creationId xmlns:a16="http://schemas.microsoft.com/office/drawing/2014/main" id="{1AE81913-33ED-4F22-A201-7FA474D380B2}"/>
                </a:ext>
              </a:extLst>
            </p:cNvPr>
            <p:cNvSpPr/>
            <p:nvPr/>
          </p:nvSpPr>
          <p:spPr>
            <a:xfrm>
              <a:off x="8263601" y="2004798"/>
              <a:ext cx="273214" cy="237195"/>
            </a:xfrm>
            <a:custGeom>
              <a:avLst/>
              <a:gdLst>
                <a:gd name="connsiteX0" fmla="*/ -513 w 241308"/>
                <a:gd name="connsiteY0" fmla="*/ 130082 h 209495"/>
                <a:gd name="connsiteX1" fmla="*/ 215813 w 241308"/>
                <a:gd name="connsiteY1" fmla="*/ 56513 h 209495"/>
                <a:gd name="connsiteX2" fmla="*/ 122294 w 241308"/>
                <a:gd name="connsiteY2" fmla="*/ 208608 h 209495"/>
                <a:gd name="connsiteX3" fmla="*/ 21470 w 241308"/>
                <a:gd name="connsiteY3" fmla="*/ 130972 h 209495"/>
              </a:gdLst>
              <a:ahLst/>
              <a:cxnLst>
                <a:cxn ang="0">
                  <a:pos x="connsiteX0" y="connsiteY0"/>
                </a:cxn>
                <a:cxn ang="0">
                  <a:pos x="connsiteX1" y="connsiteY1"/>
                </a:cxn>
                <a:cxn ang="0">
                  <a:pos x="connsiteX2" y="connsiteY2"/>
                </a:cxn>
                <a:cxn ang="0">
                  <a:pos x="connsiteX3" y="connsiteY3"/>
                </a:cxn>
              </a:cxnLst>
              <a:rect l="l" t="t" r="r" b="b"/>
              <a:pathLst>
                <a:path w="241308" h="209495">
                  <a:moveTo>
                    <a:pt x="-513" y="130082"/>
                  </a:moveTo>
                  <a:cubicBezTo>
                    <a:pt x="-1084" y="1177"/>
                    <a:pt x="150439" y="-48188"/>
                    <a:pt x="215813" y="56513"/>
                  </a:cubicBezTo>
                  <a:cubicBezTo>
                    <a:pt x="281187" y="161213"/>
                    <a:pt x="207046" y="216104"/>
                    <a:pt x="122294" y="208608"/>
                  </a:cubicBezTo>
                  <a:cubicBezTo>
                    <a:pt x="37543" y="201111"/>
                    <a:pt x="21470" y="130972"/>
                    <a:pt x="21470" y="130972"/>
                  </a:cubicBezTo>
                  <a:close/>
                </a:path>
              </a:pathLst>
            </a:custGeom>
            <a:solidFill>
              <a:srgbClr val="981D04"/>
            </a:solidFill>
            <a:ln w="6346" cap="flat">
              <a:noFill/>
              <a:prstDash val="solid"/>
              <a:miter/>
            </a:ln>
          </p:spPr>
          <p:txBody>
            <a:bodyPr rtlCol="0" anchor="ctr"/>
            <a:lstStyle/>
            <a:p>
              <a:endParaRPr lang="zh-CN" altLang="en-US"/>
            </a:p>
          </p:txBody>
        </p:sp>
        <p:sp>
          <p:nvSpPr>
            <p:cNvPr id="92" name="任意多边形 46">
              <a:extLst>
                <a:ext uri="{FF2B5EF4-FFF2-40B4-BE49-F238E27FC236}">
                  <a16:creationId xmlns:a16="http://schemas.microsoft.com/office/drawing/2014/main" id="{75CBCE82-3729-423B-ACA2-C549C669F7C9}"/>
                </a:ext>
              </a:extLst>
            </p:cNvPr>
            <p:cNvSpPr/>
            <p:nvPr/>
          </p:nvSpPr>
          <p:spPr>
            <a:xfrm>
              <a:off x="8197929" y="2105151"/>
              <a:ext cx="197911" cy="239513"/>
            </a:xfrm>
            <a:custGeom>
              <a:avLst/>
              <a:gdLst>
                <a:gd name="connsiteX0" fmla="*/ -514 w 174799"/>
                <a:gd name="connsiteY0" fmla="*/ 24739 h 211542"/>
                <a:gd name="connsiteX1" fmla="*/ 166701 w 174799"/>
                <a:gd name="connsiteY1" fmla="*/ 92020 h 211542"/>
                <a:gd name="connsiteX2" fmla="*/ 160348 w 174799"/>
                <a:gd name="connsiteY2" fmla="*/ 211332 h 211542"/>
              </a:gdLst>
              <a:ahLst/>
              <a:cxnLst>
                <a:cxn ang="0">
                  <a:pos x="connsiteX0" y="connsiteY0"/>
                </a:cxn>
                <a:cxn ang="0">
                  <a:pos x="connsiteX1" y="connsiteY1"/>
                </a:cxn>
                <a:cxn ang="0">
                  <a:pos x="connsiteX2" y="connsiteY2"/>
                </a:cxn>
              </a:cxnLst>
              <a:rect l="l" t="t" r="r" b="b"/>
              <a:pathLst>
                <a:path w="174799" h="211542">
                  <a:moveTo>
                    <a:pt x="-514" y="24739"/>
                  </a:moveTo>
                  <a:cubicBezTo>
                    <a:pt x="35890" y="-41461"/>
                    <a:pt x="146498" y="39161"/>
                    <a:pt x="166701" y="92020"/>
                  </a:cubicBezTo>
                  <a:cubicBezTo>
                    <a:pt x="186904" y="144878"/>
                    <a:pt x="160348" y="211332"/>
                    <a:pt x="160348" y="211332"/>
                  </a:cubicBezTo>
                  <a:close/>
                </a:path>
              </a:pathLst>
            </a:custGeom>
            <a:solidFill>
              <a:srgbClr val="F93F57"/>
            </a:solidFill>
            <a:ln w="6346" cap="flat">
              <a:noFill/>
              <a:prstDash val="solid"/>
              <a:miter/>
            </a:ln>
          </p:spPr>
          <p:txBody>
            <a:bodyPr rtlCol="0" anchor="ctr"/>
            <a:lstStyle/>
            <a:p>
              <a:endParaRPr lang="zh-CN" altLang="en-US"/>
            </a:p>
          </p:txBody>
        </p:sp>
        <p:sp>
          <p:nvSpPr>
            <p:cNvPr id="93" name="任意多边形 47">
              <a:extLst>
                <a:ext uri="{FF2B5EF4-FFF2-40B4-BE49-F238E27FC236}">
                  <a16:creationId xmlns:a16="http://schemas.microsoft.com/office/drawing/2014/main" id="{4AD6DE51-1A0D-49D7-B053-FDA0C6C58572}"/>
                </a:ext>
              </a:extLst>
            </p:cNvPr>
            <p:cNvSpPr/>
            <p:nvPr/>
          </p:nvSpPr>
          <p:spPr>
            <a:xfrm>
              <a:off x="7774250" y="2086348"/>
              <a:ext cx="652587" cy="579300"/>
            </a:xfrm>
            <a:custGeom>
              <a:avLst/>
              <a:gdLst>
                <a:gd name="connsiteX0" fmla="*/ -514 w 576377"/>
                <a:gd name="connsiteY0" fmla="*/ 291788 h 511649"/>
                <a:gd name="connsiteX1" fmla="*/ 355898 w 576377"/>
                <a:gd name="connsiteY1" fmla="*/ 7992 h 511649"/>
                <a:gd name="connsiteX2" fmla="*/ 556976 w 576377"/>
                <a:gd name="connsiteY2" fmla="*/ 175842 h 511649"/>
                <a:gd name="connsiteX3" fmla="*/ 473114 w 576377"/>
                <a:gd name="connsiteY3" fmla="*/ 482701 h 511649"/>
                <a:gd name="connsiteX4" fmla="*/ -514 w 576377"/>
                <a:gd name="connsiteY4" fmla="*/ 291661 h 51164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76377" h="511649">
                  <a:moveTo>
                    <a:pt x="-514" y="291788"/>
                  </a:moveTo>
                  <a:cubicBezTo>
                    <a:pt x="10667" y="33341"/>
                    <a:pt x="203739" y="-24473"/>
                    <a:pt x="355898" y="7992"/>
                  </a:cubicBezTo>
                  <a:cubicBezTo>
                    <a:pt x="508056" y="40456"/>
                    <a:pt x="556976" y="175842"/>
                    <a:pt x="556976" y="175842"/>
                  </a:cubicBezTo>
                  <a:cubicBezTo>
                    <a:pt x="556976" y="175842"/>
                    <a:pt x="635247" y="359195"/>
                    <a:pt x="473114" y="482701"/>
                  </a:cubicBezTo>
                  <a:cubicBezTo>
                    <a:pt x="310981" y="606206"/>
                    <a:pt x="-514" y="291661"/>
                    <a:pt x="-514" y="291661"/>
                  </a:cubicBezTo>
                  <a:close/>
                </a:path>
              </a:pathLst>
            </a:custGeom>
            <a:solidFill>
              <a:srgbClr val="981D04"/>
            </a:solidFill>
            <a:ln w="6346" cap="flat">
              <a:noFill/>
              <a:prstDash val="solid"/>
              <a:miter/>
            </a:ln>
          </p:spPr>
          <p:txBody>
            <a:bodyPr rtlCol="0" anchor="ctr"/>
            <a:lstStyle/>
            <a:p>
              <a:endParaRPr lang="zh-CN" altLang="en-US"/>
            </a:p>
          </p:txBody>
        </p:sp>
        <p:sp>
          <p:nvSpPr>
            <p:cNvPr id="94" name="任意多边形 48">
              <a:extLst>
                <a:ext uri="{FF2B5EF4-FFF2-40B4-BE49-F238E27FC236}">
                  <a16:creationId xmlns:a16="http://schemas.microsoft.com/office/drawing/2014/main" id="{4C6FCD2D-42C1-4AFC-9DD8-65924407BDE5}"/>
                </a:ext>
              </a:extLst>
            </p:cNvPr>
            <p:cNvSpPr/>
            <p:nvPr/>
          </p:nvSpPr>
          <p:spPr>
            <a:xfrm>
              <a:off x="7926027" y="2682959"/>
              <a:ext cx="248884" cy="276290"/>
            </a:xfrm>
            <a:custGeom>
              <a:avLst/>
              <a:gdLst>
                <a:gd name="connsiteX0" fmla="*/ 109395 w 219819"/>
                <a:gd name="connsiteY0" fmla="*/ 243815 h 244025"/>
                <a:gd name="connsiteX1" fmla="*/ 109395 w 219819"/>
                <a:gd name="connsiteY1" fmla="*/ 243815 h 244025"/>
                <a:gd name="connsiteX2" fmla="*/ -514 w 219819"/>
                <a:gd name="connsiteY2" fmla="*/ 160906 h 244025"/>
                <a:gd name="connsiteX3" fmla="*/ -514 w 219819"/>
                <a:gd name="connsiteY3" fmla="*/ -210 h 244025"/>
                <a:gd name="connsiteX4" fmla="*/ 219305 w 219819"/>
                <a:gd name="connsiteY4" fmla="*/ -210 h 244025"/>
                <a:gd name="connsiteX5" fmla="*/ 219305 w 219819"/>
                <a:gd name="connsiteY5" fmla="*/ 160017 h 244025"/>
                <a:gd name="connsiteX6" fmla="*/ 110602 w 219819"/>
                <a:gd name="connsiteY6" fmla="*/ 243815 h 2440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19819" h="244025">
                  <a:moveTo>
                    <a:pt x="109395" y="243815"/>
                  </a:moveTo>
                  <a:lnTo>
                    <a:pt x="109395" y="243815"/>
                  </a:lnTo>
                  <a:cubicBezTo>
                    <a:pt x="48976" y="243815"/>
                    <a:pt x="-197" y="206967"/>
                    <a:pt x="-514" y="160906"/>
                  </a:cubicBezTo>
                  <a:lnTo>
                    <a:pt x="-514" y="-210"/>
                  </a:lnTo>
                  <a:lnTo>
                    <a:pt x="219305" y="-210"/>
                  </a:lnTo>
                  <a:lnTo>
                    <a:pt x="219305" y="160017"/>
                  </a:lnTo>
                  <a:cubicBezTo>
                    <a:pt x="219305" y="206014"/>
                    <a:pt x="170958" y="243498"/>
                    <a:pt x="110602" y="243815"/>
                  </a:cubicBezTo>
                  <a:close/>
                </a:path>
              </a:pathLst>
            </a:custGeom>
            <a:solidFill>
              <a:srgbClr val="FF93B1"/>
            </a:solidFill>
            <a:ln w="6346" cap="flat">
              <a:noFill/>
              <a:prstDash val="solid"/>
              <a:miter/>
            </a:ln>
          </p:spPr>
          <p:txBody>
            <a:bodyPr rtlCol="0" anchor="ctr"/>
            <a:lstStyle/>
            <a:p>
              <a:endParaRPr lang="zh-CN" altLang="en-US"/>
            </a:p>
          </p:txBody>
        </p:sp>
        <p:sp>
          <p:nvSpPr>
            <p:cNvPr id="95" name="任意多边形 49">
              <a:extLst>
                <a:ext uri="{FF2B5EF4-FFF2-40B4-BE49-F238E27FC236}">
                  <a16:creationId xmlns:a16="http://schemas.microsoft.com/office/drawing/2014/main" id="{443F0379-8F83-411B-B7C5-FFD85F0DFD4D}"/>
                </a:ext>
              </a:extLst>
            </p:cNvPr>
            <p:cNvSpPr/>
            <p:nvPr/>
          </p:nvSpPr>
          <p:spPr>
            <a:xfrm>
              <a:off x="7730087" y="2415564"/>
              <a:ext cx="132524" cy="169000"/>
            </a:xfrm>
            <a:custGeom>
              <a:avLst/>
              <a:gdLst>
                <a:gd name="connsiteX0" fmla="*/ 93764 w 117048"/>
                <a:gd name="connsiteY0" fmla="*/ 41043 h 149264"/>
                <a:gd name="connsiteX1" fmla="*/ 1072 w 117048"/>
                <a:gd name="connsiteY1" fmla="*/ 45490 h 149264"/>
                <a:gd name="connsiteX2" fmla="*/ 95670 w 117048"/>
                <a:gd name="connsiteY2" fmla="*/ 138183 h 149264"/>
                <a:gd name="connsiteX3" fmla="*/ 93764 w 117048"/>
                <a:gd name="connsiteY3" fmla="*/ 41043 h 149264"/>
              </a:gdLst>
              <a:ahLst/>
              <a:cxnLst>
                <a:cxn ang="0">
                  <a:pos x="connsiteX0" y="connsiteY0"/>
                </a:cxn>
                <a:cxn ang="0">
                  <a:pos x="connsiteX1" y="connsiteY1"/>
                </a:cxn>
                <a:cxn ang="0">
                  <a:pos x="connsiteX2" y="connsiteY2"/>
                </a:cxn>
                <a:cxn ang="0">
                  <a:pos x="connsiteX3" y="connsiteY3"/>
                </a:cxn>
              </a:cxnLst>
              <a:rect l="l" t="t" r="r" b="b"/>
              <a:pathLst>
                <a:path w="117048" h="149264">
                  <a:moveTo>
                    <a:pt x="93764" y="41043"/>
                  </a:moveTo>
                  <a:cubicBezTo>
                    <a:pt x="64540" y="-28842"/>
                    <a:pt x="9394" y="2098"/>
                    <a:pt x="1072" y="45490"/>
                  </a:cubicBezTo>
                  <a:cubicBezTo>
                    <a:pt x="-10936" y="108450"/>
                    <a:pt x="47640" y="175857"/>
                    <a:pt x="95670" y="138183"/>
                  </a:cubicBezTo>
                  <a:cubicBezTo>
                    <a:pt x="143700" y="100509"/>
                    <a:pt x="93764" y="41043"/>
                    <a:pt x="93764" y="41043"/>
                  </a:cubicBezTo>
                  <a:close/>
                </a:path>
              </a:pathLst>
            </a:custGeom>
            <a:solidFill>
              <a:srgbClr val="FED0D6"/>
            </a:solidFill>
            <a:ln w="6346" cap="flat">
              <a:noFill/>
              <a:prstDash val="solid"/>
              <a:miter/>
            </a:ln>
          </p:spPr>
          <p:txBody>
            <a:bodyPr rtlCol="0" anchor="ctr"/>
            <a:lstStyle/>
            <a:p>
              <a:endParaRPr lang="zh-CN" altLang="en-US"/>
            </a:p>
          </p:txBody>
        </p:sp>
        <p:sp>
          <p:nvSpPr>
            <p:cNvPr id="96" name="任意多边形 50">
              <a:extLst>
                <a:ext uri="{FF2B5EF4-FFF2-40B4-BE49-F238E27FC236}">
                  <a16:creationId xmlns:a16="http://schemas.microsoft.com/office/drawing/2014/main" id="{79892170-B980-4A94-802F-CE7609FFBA23}"/>
                </a:ext>
              </a:extLst>
            </p:cNvPr>
            <p:cNvSpPr/>
            <p:nvPr/>
          </p:nvSpPr>
          <p:spPr>
            <a:xfrm>
              <a:off x="8248927" y="2523567"/>
              <a:ext cx="148402" cy="155616"/>
            </a:xfrm>
            <a:custGeom>
              <a:avLst/>
              <a:gdLst>
                <a:gd name="connsiteX0" fmla="*/ 44850 w 131071"/>
                <a:gd name="connsiteY0" fmla="*/ 23606 h 137443"/>
                <a:gd name="connsiteX1" fmla="*/ 129474 w 131071"/>
                <a:gd name="connsiteY1" fmla="*/ 61725 h 137443"/>
                <a:gd name="connsiteX2" fmla="*/ 7430 w 131071"/>
                <a:gd name="connsiteY2" fmla="*/ 113122 h 137443"/>
                <a:gd name="connsiteX3" fmla="*/ 44850 w 131071"/>
                <a:gd name="connsiteY3" fmla="*/ 23479 h 137443"/>
              </a:gdLst>
              <a:ahLst/>
              <a:cxnLst>
                <a:cxn ang="0">
                  <a:pos x="connsiteX0" y="connsiteY0"/>
                </a:cxn>
                <a:cxn ang="0">
                  <a:pos x="connsiteX1" y="connsiteY1"/>
                </a:cxn>
                <a:cxn ang="0">
                  <a:pos x="connsiteX2" y="connsiteY2"/>
                </a:cxn>
                <a:cxn ang="0">
                  <a:pos x="connsiteX3" y="connsiteY3"/>
                </a:cxn>
              </a:cxnLst>
              <a:rect l="l" t="t" r="r" b="b"/>
              <a:pathLst>
                <a:path w="131071" h="137443">
                  <a:moveTo>
                    <a:pt x="44850" y="23606"/>
                  </a:moveTo>
                  <a:cubicBezTo>
                    <a:pt x="97708" y="-30396"/>
                    <a:pt x="137734" y="18397"/>
                    <a:pt x="129474" y="61725"/>
                  </a:cubicBezTo>
                  <a:cubicBezTo>
                    <a:pt x="117466" y="124685"/>
                    <a:pt x="38115" y="165790"/>
                    <a:pt x="7430" y="113122"/>
                  </a:cubicBezTo>
                  <a:cubicBezTo>
                    <a:pt x="-23256" y="60455"/>
                    <a:pt x="44850" y="23479"/>
                    <a:pt x="44850" y="23479"/>
                  </a:cubicBezTo>
                  <a:close/>
                </a:path>
              </a:pathLst>
            </a:custGeom>
            <a:solidFill>
              <a:srgbClr val="FED0D6"/>
            </a:solidFill>
            <a:ln w="6346" cap="flat">
              <a:noFill/>
              <a:prstDash val="solid"/>
              <a:miter/>
            </a:ln>
          </p:spPr>
          <p:txBody>
            <a:bodyPr rtlCol="0" anchor="ctr"/>
            <a:lstStyle/>
            <a:p>
              <a:endParaRPr lang="zh-CN" altLang="en-US"/>
            </a:p>
          </p:txBody>
        </p:sp>
        <p:sp>
          <p:nvSpPr>
            <p:cNvPr id="97" name="任意多边形 51">
              <a:extLst>
                <a:ext uri="{FF2B5EF4-FFF2-40B4-BE49-F238E27FC236}">
                  <a16:creationId xmlns:a16="http://schemas.microsoft.com/office/drawing/2014/main" id="{CEAC6EAE-18C5-4A28-A8EE-CB0F868DBF29}"/>
                </a:ext>
              </a:extLst>
            </p:cNvPr>
            <p:cNvSpPr/>
            <p:nvPr/>
          </p:nvSpPr>
          <p:spPr>
            <a:xfrm>
              <a:off x="7809723" y="2240589"/>
              <a:ext cx="532212" cy="546181"/>
            </a:xfrm>
            <a:custGeom>
              <a:avLst/>
              <a:gdLst>
                <a:gd name="connsiteX0" fmla="*/ 180923 w 470060"/>
                <a:gd name="connsiteY0" fmla="*/ 478301 h 482397"/>
                <a:gd name="connsiteX1" fmla="*/ 29463 w 470060"/>
                <a:gd name="connsiteY1" fmla="*/ 77479 h 482397"/>
                <a:gd name="connsiteX2" fmla="*/ 469484 w 470060"/>
                <a:gd name="connsiteY2" fmla="*/ 161341 h 482397"/>
                <a:gd name="connsiteX3" fmla="*/ 180923 w 470060"/>
                <a:gd name="connsiteY3" fmla="*/ 478301 h 482397"/>
              </a:gdLst>
              <a:ahLst/>
              <a:cxnLst>
                <a:cxn ang="0">
                  <a:pos x="connsiteX0" y="connsiteY0"/>
                </a:cxn>
                <a:cxn ang="0">
                  <a:pos x="connsiteX1" y="connsiteY1"/>
                </a:cxn>
                <a:cxn ang="0">
                  <a:pos x="connsiteX2" y="connsiteY2"/>
                </a:cxn>
                <a:cxn ang="0">
                  <a:pos x="connsiteX3" y="connsiteY3"/>
                </a:cxn>
              </a:cxnLst>
              <a:rect l="l" t="t" r="r" b="b"/>
              <a:pathLst>
                <a:path w="470060" h="482397">
                  <a:moveTo>
                    <a:pt x="180923" y="478301"/>
                  </a:moveTo>
                  <a:cubicBezTo>
                    <a:pt x="19045" y="447488"/>
                    <a:pt x="-42962" y="252065"/>
                    <a:pt x="29463" y="77479"/>
                  </a:cubicBezTo>
                  <a:cubicBezTo>
                    <a:pt x="89247" y="-66293"/>
                    <a:pt x="466880" y="5688"/>
                    <a:pt x="469484" y="161341"/>
                  </a:cubicBezTo>
                  <a:cubicBezTo>
                    <a:pt x="472788" y="350348"/>
                    <a:pt x="342929" y="509304"/>
                    <a:pt x="180923" y="478301"/>
                  </a:cubicBezTo>
                  <a:close/>
                </a:path>
              </a:pathLst>
            </a:custGeom>
            <a:solidFill>
              <a:srgbClr val="FED0D6"/>
            </a:solidFill>
            <a:ln w="6346" cap="flat">
              <a:noFill/>
              <a:prstDash val="solid"/>
              <a:miter/>
            </a:ln>
          </p:spPr>
          <p:txBody>
            <a:bodyPr rtlCol="0" anchor="ctr"/>
            <a:lstStyle/>
            <a:p>
              <a:endParaRPr lang="zh-CN" altLang="en-US"/>
            </a:p>
          </p:txBody>
        </p:sp>
        <p:sp>
          <p:nvSpPr>
            <p:cNvPr id="98" name="任意多边形 52">
              <a:extLst>
                <a:ext uri="{FF2B5EF4-FFF2-40B4-BE49-F238E27FC236}">
                  <a16:creationId xmlns:a16="http://schemas.microsoft.com/office/drawing/2014/main" id="{EEC9B716-AE71-4910-8AA1-435696CEC5C4}"/>
                </a:ext>
              </a:extLst>
            </p:cNvPr>
            <p:cNvSpPr/>
            <p:nvPr/>
          </p:nvSpPr>
          <p:spPr>
            <a:xfrm>
              <a:off x="7789201" y="2165401"/>
              <a:ext cx="375782" cy="560573"/>
            </a:xfrm>
            <a:custGeom>
              <a:avLst/>
              <a:gdLst>
                <a:gd name="connsiteX0" fmla="*/ 331384 w 331898"/>
                <a:gd name="connsiteY0" fmla="*/ 36709 h 495109"/>
                <a:gd name="connsiteX1" fmla="*/ 61184 w 331898"/>
                <a:gd name="connsiteY1" fmla="*/ 494899 h 495109"/>
                <a:gd name="connsiteX2" fmla="*/ 61184 w 331898"/>
                <a:gd name="connsiteY2" fmla="*/ 494899 h 495109"/>
                <a:gd name="connsiteX3" fmla="*/ 42633 w 331898"/>
                <a:gd name="connsiteY3" fmla="*/ 73430 h 495109"/>
                <a:gd name="connsiteX4" fmla="*/ 331384 w 331898"/>
                <a:gd name="connsiteY4" fmla="*/ 36709 h 49510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31898" h="495109">
                  <a:moveTo>
                    <a:pt x="331384" y="36709"/>
                  </a:moveTo>
                  <a:cubicBezTo>
                    <a:pt x="45491" y="74002"/>
                    <a:pt x="40409" y="335308"/>
                    <a:pt x="61184" y="494899"/>
                  </a:cubicBezTo>
                  <a:lnTo>
                    <a:pt x="61184" y="494899"/>
                  </a:lnTo>
                  <a:cubicBezTo>
                    <a:pt x="61184" y="494899"/>
                    <a:pt x="-64292" y="213962"/>
                    <a:pt x="42633" y="73430"/>
                  </a:cubicBezTo>
                  <a:cubicBezTo>
                    <a:pt x="149556" y="-67102"/>
                    <a:pt x="331384" y="36709"/>
                    <a:pt x="331384" y="36709"/>
                  </a:cubicBezTo>
                  <a:close/>
                </a:path>
              </a:pathLst>
            </a:custGeom>
            <a:solidFill>
              <a:srgbClr val="981D04"/>
            </a:solidFill>
            <a:ln w="6346" cap="flat">
              <a:noFill/>
              <a:prstDash val="solid"/>
              <a:miter/>
            </a:ln>
          </p:spPr>
          <p:txBody>
            <a:bodyPr rtlCol="0" anchor="ctr"/>
            <a:lstStyle/>
            <a:p>
              <a:endParaRPr lang="zh-CN" altLang="en-US"/>
            </a:p>
          </p:txBody>
        </p:sp>
        <p:sp>
          <p:nvSpPr>
            <p:cNvPr id="99" name="任意多边形 53">
              <a:extLst>
                <a:ext uri="{FF2B5EF4-FFF2-40B4-BE49-F238E27FC236}">
                  <a16:creationId xmlns:a16="http://schemas.microsoft.com/office/drawing/2014/main" id="{B94E8165-37CA-4540-8ADD-4E38D696C088}"/>
                </a:ext>
              </a:extLst>
            </p:cNvPr>
            <p:cNvSpPr/>
            <p:nvPr/>
          </p:nvSpPr>
          <p:spPr>
            <a:xfrm>
              <a:off x="7703109" y="2838260"/>
              <a:ext cx="683282" cy="765140"/>
            </a:xfrm>
            <a:custGeom>
              <a:avLst/>
              <a:gdLst>
                <a:gd name="connsiteX0" fmla="*/ 602973 w 603487"/>
                <a:gd name="connsiteY0" fmla="*/ 61225 h 675786"/>
                <a:gd name="connsiteX1" fmla="*/ 415491 w 603487"/>
                <a:gd name="connsiteY1" fmla="*/ -210 h 675786"/>
                <a:gd name="connsiteX2" fmla="*/ 302532 w 603487"/>
                <a:gd name="connsiteY2" fmla="*/ 86828 h 675786"/>
                <a:gd name="connsiteX3" fmla="*/ 299927 w 603487"/>
                <a:gd name="connsiteY3" fmla="*/ 86828 h 675786"/>
                <a:gd name="connsiteX4" fmla="*/ 197260 w 603487"/>
                <a:gd name="connsiteY4" fmla="*/ -210 h 675786"/>
                <a:gd name="connsiteX5" fmla="*/ -514 w 603487"/>
                <a:gd name="connsiteY5" fmla="*/ 61225 h 675786"/>
                <a:gd name="connsiteX6" fmla="*/ 24898 w 603487"/>
                <a:gd name="connsiteY6" fmla="*/ 268529 h 675786"/>
                <a:gd name="connsiteX7" fmla="*/ 50311 w 603487"/>
                <a:gd name="connsiteY7" fmla="*/ 406774 h 675786"/>
                <a:gd name="connsiteX8" fmla="*/ 88811 w 603487"/>
                <a:gd name="connsiteY8" fmla="*/ 675577 h 675786"/>
                <a:gd name="connsiteX9" fmla="*/ 512504 w 603487"/>
                <a:gd name="connsiteY9" fmla="*/ 675577 h 675786"/>
                <a:gd name="connsiteX10" fmla="*/ 553609 w 603487"/>
                <a:gd name="connsiteY10" fmla="*/ 406774 h 675786"/>
                <a:gd name="connsiteX11" fmla="*/ 576735 w 603487"/>
                <a:gd name="connsiteY11" fmla="*/ 268529 h 675786"/>
                <a:gd name="connsiteX12" fmla="*/ 602147 w 603487"/>
                <a:gd name="connsiteY12" fmla="*/ 61225 h 67578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603487" h="675786">
                  <a:moveTo>
                    <a:pt x="602973" y="61225"/>
                  </a:moveTo>
                  <a:lnTo>
                    <a:pt x="415491" y="-210"/>
                  </a:lnTo>
                  <a:cubicBezTo>
                    <a:pt x="400116" y="66308"/>
                    <a:pt x="315365" y="86828"/>
                    <a:pt x="302532" y="86828"/>
                  </a:cubicBezTo>
                  <a:lnTo>
                    <a:pt x="299927" y="86828"/>
                  </a:lnTo>
                  <a:cubicBezTo>
                    <a:pt x="287220" y="86828"/>
                    <a:pt x="212634" y="66308"/>
                    <a:pt x="197260" y="-210"/>
                  </a:cubicBezTo>
                  <a:lnTo>
                    <a:pt x="-514" y="61225"/>
                  </a:lnTo>
                  <a:lnTo>
                    <a:pt x="24898" y="268529"/>
                  </a:lnTo>
                  <a:cubicBezTo>
                    <a:pt x="24898" y="268529"/>
                    <a:pt x="9460" y="347880"/>
                    <a:pt x="50311" y="406774"/>
                  </a:cubicBezTo>
                  <a:cubicBezTo>
                    <a:pt x="88811" y="463063"/>
                    <a:pt x="88811" y="675577"/>
                    <a:pt x="88811" y="675577"/>
                  </a:cubicBezTo>
                  <a:lnTo>
                    <a:pt x="512504" y="675577"/>
                  </a:lnTo>
                  <a:cubicBezTo>
                    <a:pt x="512504" y="675577"/>
                    <a:pt x="512504" y="463063"/>
                    <a:pt x="553609" y="406774"/>
                  </a:cubicBezTo>
                  <a:cubicBezTo>
                    <a:pt x="592109" y="347880"/>
                    <a:pt x="576735" y="268529"/>
                    <a:pt x="576735" y="268529"/>
                  </a:cubicBezTo>
                  <a:lnTo>
                    <a:pt x="602147" y="61225"/>
                  </a:lnTo>
                  <a:close/>
                </a:path>
              </a:pathLst>
            </a:custGeom>
            <a:solidFill>
              <a:srgbClr val="F93F57"/>
            </a:solidFill>
            <a:ln w="6346" cap="flat">
              <a:noFill/>
              <a:prstDash val="solid"/>
              <a:miter/>
            </a:ln>
          </p:spPr>
          <p:txBody>
            <a:bodyPr rtlCol="0" anchor="ctr"/>
            <a:lstStyle/>
            <a:p>
              <a:endParaRPr lang="zh-CN" altLang="en-US"/>
            </a:p>
          </p:txBody>
        </p:sp>
        <p:sp>
          <p:nvSpPr>
            <p:cNvPr id="100" name="任意多边形 54">
              <a:extLst>
                <a:ext uri="{FF2B5EF4-FFF2-40B4-BE49-F238E27FC236}">
                  <a16:creationId xmlns:a16="http://schemas.microsoft.com/office/drawing/2014/main" id="{FF02CDCD-E8AC-4E8A-B427-53546715A274}"/>
                </a:ext>
              </a:extLst>
            </p:cNvPr>
            <p:cNvSpPr/>
            <p:nvPr/>
          </p:nvSpPr>
          <p:spPr>
            <a:xfrm>
              <a:off x="7668222" y="2246131"/>
              <a:ext cx="203061" cy="147805"/>
            </a:xfrm>
            <a:custGeom>
              <a:avLst/>
              <a:gdLst>
                <a:gd name="connsiteX0" fmla="*/ -514 w 179347"/>
                <a:gd name="connsiteY0" fmla="*/ 71186 h 130544"/>
                <a:gd name="connsiteX1" fmla="*/ 171784 w 179347"/>
                <a:gd name="connsiteY1" fmla="*/ 4287 h 130544"/>
                <a:gd name="connsiteX2" fmla="*/ 43195 w 179347"/>
                <a:gd name="connsiteY2" fmla="*/ 130334 h 130544"/>
                <a:gd name="connsiteX3" fmla="*/ -514 w 179347"/>
                <a:gd name="connsiteY3" fmla="*/ 71186 h 130544"/>
              </a:gdLst>
              <a:ahLst/>
              <a:cxnLst>
                <a:cxn ang="0">
                  <a:pos x="connsiteX0" y="connsiteY0"/>
                </a:cxn>
                <a:cxn ang="0">
                  <a:pos x="connsiteX1" y="connsiteY1"/>
                </a:cxn>
                <a:cxn ang="0">
                  <a:pos x="connsiteX2" y="connsiteY2"/>
                </a:cxn>
                <a:cxn ang="0">
                  <a:pos x="connsiteX3" y="connsiteY3"/>
                </a:cxn>
              </a:cxnLst>
              <a:rect l="l" t="t" r="r" b="b"/>
              <a:pathLst>
                <a:path w="179347" h="130544">
                  <a:moveTo>
                    <a:pt x="-514" y="71186"/>
                  </a:moveTo>
                  <a:cubicBezTo>
                    <a:pt x="-514" y="71186"/>
                    <a:pt x="146053" y="-21379"/>
                    <a:pt x="171784" y="4287"/>
                  </a:cubicBezTo>
                  <a:cubicBezTo>
                    <a:pt x="197196" y="27477"/>
                    <a:pt x="153804" y="73728"/>
                    <a:pt x="43195" y="130334"/>
                  </a:cubicBezTo>
                  <a:lnTo>
                    <a:pt x="-514" y="71186"/>
                  </a:lnTo>
                  <a:close/>
                </a:path>
              </a:pathLst>
            </a:custGeom>
            <a:solidFill>
              <a:srgbClr val="FED0D6"/>
            </a:solidFill>
            <a:ln w="6346" cap="flat">
              <a:noFill/>
              <a:prstDash val="solid"/>
              <a:miter/>
            </a:ln>
          </p:spPr>
          <p:txBody>
            <a:bodyPr rtlCol="0" anchor="ctr"/>
            <a:lstStyle/>
            <a:p>
              <a:endParaRPr lang="zh-CN" altLang="en-US"/>
            </a:p>
          </p:txBody>
        </p:sp>
        <p:sp>
          <p:nvSpPr>
            <p:cNvPr id="101" name="任意多边形 55">
              <a:extLst>
                <a:ext uri="{FF2B5EF4-FFF2-40B4-BE49-F238E27FC236}">
                  <a16:creationId xmlns:a16="http://schemas.microsoft.com/office/drawing/2014/main" id="{8E00D7D3-971B-4405-8607-C2F16B0A9080}"/>
                </a:ext>
              </a:extLst>
            </p:cNvPr>
            <p:cNvSpPr/>
            <p:nvPr/>
          </p:nvSpPr>
          <p:spPr>
            <a:xfrm>
              <a:off x="7253337" y="2273163"/>
              <a:ext cx="519616" cy="812040"/>
            </a:xfrm>
            <a:custGeom>
              <a:avLst/>
              <a:gdLst>
                <a:gd name="connsiteX0" fmla="*/ 396859 w 458935"/>
                <a:gd name="connsiteY0" fmla="*/ 560775 h 717209"/>
                <a:gd name="connsiteX1" fmla="*/ 147942 w 458935"/>
                <a:gd name="connsiteY1" fmla="*/ 358426 h 717209"/>
                <a:gd name="connsiteX2" fmla="*/ 458421 w 458935"/>
                <a:gd name="connsiteY2" fmla="*/ 107349 h 717209"/>
                <a:gd name="connsiteX3" fmla="*/ 409628 w 458935"/>
                <a:gd name="connsiteY3" fmla="*/ -210 h 717209"/>
                <a:gd name="connsiteX4" fmla="*/ 4297 w 458935"/>
                <a:gd name="connsiteY4" fmla="*/ 348134 h 717209"/>
                <a:gd name="connsiteX5" fmla="*/ 417253 w 458935"/>
                <a:gd name="connsiteY5" fmla="*/ 716999 h 717209"/>
                <a:gd name="connsiteX6" fmla="*/ 396732 w 458935"/>
                <a:gd name="connsiteY6" fmla="*/ 560775 h 71720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458935" h="717209">
                  <a:moveTo>
                    <a:pt x="396859" y="560775"/>
                  </a:moveTo>
                  <a:cubicBezTo>
                    <a:pt x="396859" y="560775"/>
                    <a:pt x="158234" y="399404"/>
                    <a:pt x="147942" y="358426"/>
                  </a:cubicBezTo>
                  <a:cubicBezTo>
                    <a:pt x="137713" y="320307"/>
                    <a:pt x="458421" y="107349"/>
                    <a:pt x="458421" y="107349"/>
                  </a:cubicBezTo>
                  <a:lnTo>
                    <a:pt x="409628" y="-210"/>
                  </a:lnTo>
                  <a:cubicBezTo>
                    <a:pt x="409628" y="-210"/>
                    <a:pt x="47879" y="230346"/>
                    <a:pt x="4297" y="348134"/>
                  </a:cubicBezTo>
                  <a:cubicBezTo>
                    <a:pt x="-41891" y="465986"/>
                    <a:pt x="255691" y="696542"/>
                    <a:pt x="417253" y="716999"/>
                  </a:cubicBezTo>
                  <a:lnTo>
                    <a:pt x="396732" y="560775"/>
                  </a:lnTo>
                  <a:close/>
                </a:path>
              </a:pathLst>
            </a:custGeom>
            <a:solidFill>
              <a:srgbClr val="F93F57"/>
            </a:solidFill>
            <a:ln w="6346" cap="flat">
              <a:noFill/>
              <a:prstDash val="solid"/>
              <a:miter/>
            </a:ln>
          </p:spPr>
          <p:txBody>
            <a:bodyPr rtlCol="0" anchor="ctr"/>
            <a:lstStyle/>
            <a:p>
              <a:endParaRPr lang="zh-CN" altLang="en-US"/>
            </a:p>
          </p:txBody>
        </p:sp>
        <p:sp>
          <p:nvSpPr>
            <p:cNvPr id="102" name="任意多边形 56">
              <a:extLst>
                <a:ext uri="{FF2B5EF4-FFF2-40B4-BE49-F238E27FC236}">
                  <a16:creationId xmlns:a16="http://schemas.microsoft.com/office/drawing/2014/main" id="{566E7C7F-8430-4628-9101-44A679DC6325}"/>
                </a:ext>
              </a:extLst>
            </p:cNvPr>
            <p:cNvSpPr/>
            <p:nvPr/>
          </p:nvSpPr>
          <p:spPr>
            <a:xfrm>
              <a:off x="7861504" y="4281217"/>
              <a:ext cx="152998" cy="1017478"/>
            </a:xfrm>
            <a:custGeom>
              <a:avLst/>
              <a:gdLst>
                <a:gd name="connsiteX0" fmla="*/ 126555 w 135131"/>
                <a:gd name="connsiteY0" fmla="*/ 898656 h 898656"/>
                <a:gd name="connsiteX1" fmla="*/ 0 w 135131"/>
                <a:gd name="connsiteY1" fmla="*/ 898656 h 898656"/>
                <a:gd name="connsiteX2" fmla="*/ 0 w 135131"/>
                <a:gd name="connsiteY2" fmla="*/ 0 h 898656"/>
                <a:gd name="connsiteX3" fmla="*/ 135132 w 135131"/>
                <a:gd name="connsiteY3" fmla="*/ 0 h 898656"/>
                <a:gd name="connsiteX4" fmla="*/ 126555 w 135131"/>
                <a:gd name="connsiteY4" fmla="*/ 898656 h 898656"/>
                <a:gd name="connsiteX5" fmla="*/ 126555 w 135131"/>
                <a:gd name="connsiteY5" fmla="*/ 898656 h 898656"/>
                <a:gd name="connsiteX6" fmla="*/ 126555 w 135131"/>
                <a:gd name="connsiteY6" fmla="*/ 898656 h 89865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35131" h="898656">
                  <a:moveTo>
                    <a:pt x="126555" y="898656"/>
                  </a:moveTo>
                  <a:lnTo>
                    <a:pt x="0" y="898656"/>
                  </a:lnTo>
                  <a:lnTo>
                    <a:pt x="0" y="0"/>
                  </a:lnTo>
                  <a:lnTo>
                    <a:pt x="135132" y="0"/>
                  </a:lnTo>
                  <a:lnTo>
                    <a:pt x="126555" y="898656"/>
                  </a:lnTo>
                  <a:lnTo>
                    <a:pt x="126555" y="898656"/>
                  </a:lnTo>
                  <a:lnTo>
                    <a:pt x="126555" y="898656"/>
                  </a:lnTo>
                  <a:close/>
                </a:path>
              </a:pathLst>
            </a:custGeom>
            <a:solidFill>
              <a:srgbClr val="FED0D6"/>
            </a:solidFill>
            <a:ln w="6346" cap="flat">
              <a:noFill/>
              <a:prstDash val="solid"/>
              <a:miter/>
            </a:ln>
          </p:spPr>
          <p:txBody>
            <a:bodyPr rtlCol="0" anchor="ctr"/>
            <a:lstStyle/>
            <a:p>
              <a:endParaRPr lang="zh-CN" altLang="en-US"/>
            </a:p>
          </p:txBody>
        </p:sp>
        <p:sp>
          <p:nvSpPr>
            <p:cNvPr id="103" name="任意多边形 57">
              <a:extLst>
                <a:ext uri="{FF2B5EF4-FFF2-40B4-BE49-F238E27FC236}">
                  <a16:creationId xmlns:a16="http://schemas.microsoft.com/office/drawing/2014/main" id="{75AF3C06-791C-402E-A7C6-0977BE2EFFBE}"/>
                </a:ext>
              </a:extLst>
            </p:cNvPr>
            <p:cNvSpPr/>
            <p:nvPr/>
          </p:nvSpPr>
          <p:spPr>
            <a:xfrm>
              <a:off x="7703109" y="5287978"/>
              <a:ext cx="316405" cy="123506"/>
            </a:xfrm>
            <a:custGeom>
              <a:avLst/>
              <a:gdLst>
                <a:gd name="connsiteX0" fmla="*/ 264603 w 279455"/>
                <a:gd name="connsiteY0" fmla="*/ -210 h 109083"/>
                <a:gd name="connsiteX1" fmla="*/ 138493 w 279455"/>
                <a:gd name="connsiteY1" fmla="*/ -210 h 109083"/>
                <a:gd name="connsiteX2" fmla="*/ -514 w 279455"/>
                <a:gd name="connsiteY2" fmla="*/ 96168 h 109083"/>
                <a:gd name="connsiteX3" fmla="*/ -514 w 279455"/>
                <a:gd name="connsiteY3" fmla="*/ 108874 h 109083"/>
                <a:gd name="connsiteX4" fmla="*/ 277500 w 279455"/>
                <a:gd name="connsiteY4" fmla="*/ 108874 h 109083"/>
                <a:gd name="connsiteX5" fmla="*/ 264794 w 279455"/>
                <a:gd name="connsiteY5" fmla="*/ -210 h 10908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9455" h="109083">
                  <a:moveTo>
                    <a:pt x="264603" y="-210"/>
                  </a:moveTo>
                  <a:lnTo>
                    <a:pt x="138493" y="-210"/>
                  </a:lnTo>
                  <a:cubicBezTo>
                    <a:pt x="138493" y="-210"/>
                    <a:pt x="12382" y="68277"/>
                    <a:pt x="-514" y="96168"/>
                  </a:cubicBezTo>
                  <a:lnTo>
                    <a:pt x="-514" y="108874"/>
                  </a:lnTo>
                  <a:lnTo>
                    <a:pt x="277500" y="108874"/>
                  </a:lnTo>
                  <a:cubicBezTo>
                    <a:pt x="277500" y="108874"/>
                    <a:pt x="285251" y="27681"/>
                    <a:pt x="264794" y="-210"/>
                  </a:cubicBezTo>
                  <a:close/>
                </a:path>
              </a:pathLst>
            </a:custGeom>
            <a:solidFill>
              <a:srgbClr val="F93F57"/>
            </a:solidFill>
            <a:ln w="6346" cap="flat">
              <a:noFill/>
              <a:prstDash val="solid"/>
              <a:miter/>
            </a:ln>
          </p:spPr>
          <p:txBody>
            <a:bodyPr rtlCol="0" anchor="ctr"/>
            <a:lstStyle/>
            <a:p>
              <a:endParaRPr lang="zh-CN" altLang="en-US"/>
            </a:p>
          </p:txBody>
        </p:sp>
        <p:sp>
          <p:nvSpPr>
            <p:cNvPr id="104" name="任意多边形 58">
              <a:extLst>
                <a:ext uri="{FF2B5EF4-FFF2-40B4-BE49-F238E27FC236}">
                  <a16:creationId xmlns:a16="http://schemas.microsoft.com/office/drawing/2014/main" id="{1E09F678-B3BB-4C24-BBAC-6D9DACE83E48}"/>
                </a:ext>
              </a:extLst>
            </p:cNvPr>
            <p:cNvSpPr/>
            <p:nvPr/>
          </p:nvSpPr>
          <p:spPr>
            <a:xfrm>
              <a:off x="7703109" y="5411484"/>
              <a:ext cx="314126" cy="18773"/>
            </a:xfrm>
            <a:custGeom>
              <a:avLst/>
              <a:gdLst>
                <a:gd name="connsiteX0" fmla="*/ 0 w 277442"/>
                <a:gd name="connsiteY0" fmla="*/ 0 h 16581"/>
                <a:gd name="connsiteX1" fmla="*/ 277443 w 277442"/>
                <a:gd name="connsiteY1" fmla="*/ 0 h 16581"/>
                <a:gd name="connsiteX2" fmla="*/ 277443 w 277442"/>
                <a:gd name="connsiteY2" fmla="*/ 16582 h 16581"/>
                <a:gd name="connsiteX3" fmla="*/ 0 w 277442"/>
                <a:gd name="connsiteY3" fmla="*/ 16582 h 16581"/>
                <a:gd name="connsiteX4" fmla="*/ 0 w 277442"/>
                <a:gd name="connsiteY4" fmla="*/ 0 h 16581"/>
                <a:gd name="connsiteX5" fmla="*/ 0 w 277442"/>
                <a:gd name="connsiteY5" fmla="*/ 0 h 1658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7442" h="16581">
                  <a:moveTo>
                    <a:pt x="0" y="0"/>
                  </a:moveTo>
                  <a:lnTo>
                    <a:pt x="277443" y="0"/>
                  </a:lnTo>
                  <a:lnTo>
                    <a:pt x="277443" y="16582"/>
                  </a:lnTo>
                  <a:lnTo>
                    <a:pt x="0" y="16582"/>
                  </a:lnTo>
                  <a:lnTo>
                    <a:pt x="0" y="0"/>
                  </a:lnTo>
                  <a:lnTo>
                    <a:pt x="0" y="0"/>
                  </a:lnTo>
                  <a:close/>
                </a:path>
              </a:pathLst>
            </a:custGeom>
            <a:solidFill>
              <a:srgbClr val="981D04"/>
            </a:solidFill>
            <a:ln w="6346" cap="flat">
              <a:noFill/>
              <a:prstDash val="solid"/>
              <a:miter/>
            </a:ln>
          </p:spPr>
          <p:txBody>
            <a:bodyPr rtlCol="0" anchor="ctr"/>
            <a:lstStyle/>
            <a:p>
              <a:endParaRPr lang="zh-CN" altLang="en-US"/>
            </a:p>
          </p:txBody>
        </p:sp>
        <p:sp>
          <p:nvSpPr>
            <p:cNvPr id="105" name="任意多边形 59">
              <a:extLst>
                <a:ext uri="{FF2B5EF4-FFF2-40B4-BE49-F238E27FC236}">
                  <a16:creationId xmlns:a16="http://schemas.microsoft.com/office/drawing/2014/main" id="{7AE4DC0D-0246-43BA-832E-441267137DE8}"/>
                </a:ext>
              </a:extLst>
            </p:cNvPr>
            <p:cNvSpPr/>
            <p:nvPr/>
          </p:nvSpPr>
          <p:spPr>
            <a:xfrm>
              <a:off x="8074926" y="4281217"/>
              <a:ext cx="154366" cy="1017478"/>
            </a:xfrm>
            <a:custGeom>
              <a:avLst/>
              <a:gdLst>
                <a:gd name="connsiteX0" fmla="*/ 8704 w 136339"/>
                <a:gd name="connsiteY0" fmla="*/ 898656 h 898656"/>
                <a:gd name="connsiteX1" fmla="*/ 136339 w 136339"/>
                <a:gd name="connsiteY1" fmla="*/ 898656 h 898656"/>
                <a:gd name="connsiteX2" fmla="*/ 136339 w 136339"/>
                <a:gd name="connsiteY2" fmla="*/ 0 h 898656"/>
                <a:gd name="connsiteX3" fmla="*/ 0 w 136339"/>
                <a:gd name="connsiteY3" fmla="*/ 0 h 898656"/>
                <a:gd name="connsiteX4" fmla="*/ 8704 w 136339"/>
                <a:gd name="connsiteY4" fmla="*/ 898656 h 898656"/>
                <a:gd name="connsiteX5" fmla="*/ 8704 w 136339"/>
                <a:gd name="connsiteY5" fmla="*/ 898656 h 898656"/>
                <a:gd name="connsiteX6" fmla="*/ 8704 w 136339"/>
                <a:gd name="connsiteY6" fmla="*/ 898656 h 89865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36339" h="898656">
                  <a:moveTo>
                    <a:pt x="8704" y="898656"/>
                  </a:moveTo>
                  <a:lnTo>
                    <a:pt x="136339" y="898656"/>
                  </a:lnTo>
                  <a:lnTo>
                    <a:pt x="136339" y="0"/>
                  </a:lnTo>
                  <a:lnTo>
                    <a:pt x="0" y="0"/>
                  </a:lnTo>
                  <a:lnTo>
                    <a:pt x="8704" y="898656"/>
                  </a:lnTo>
                  <a:lnTo>
                    <a:pt x="8704" y="898656"/>
                  </a:lnTo>
                  <a:lnTo>
                    <a:pt x="8704" y="898656"/>
                  </a:lnTo>
                  <a:close/>
                </a:path>
              </a:pathLst>
            </a:custGeom>
            <a:solidFill>
              <a:srgbClr val="FED0D6"/>
            </a:solidFill>
            <a:ln w="6346" cap="flat">
              <a:noFill/>
              <a:prstDash val="solid"/>
              <a:miter/>
            </a:ln>
          </p:spPr>
          <p:txBody>
            <a:bodyPr rtlCol="0" anchor="ctr"/>
            <a:lstStyle/>
            <a:p>
              <a:endParaRPr lang="zh-CN" altLang="en-US"/>
            </a:p>
          </p:txBody>
        </p:sp>
        <p:sp>
          <p:nvSpPr>
            <p:cNvPr id="106" name="任意多边形 60">
              <a:extLst>
                <a:ext uri="{FF2B5EF4-FFF2-40B4-BE49-F238E27FC236}">
                  <a16:creationId xmlns:a16="http://schemas.microsoft.com/office/drawing/2014/main" id="{B581D39C-BB12-41C1-B916-F410AFA0C4B2}"/>
                </a:ext>
              </a:extLst>
            </p:cNvPr>
            <p:cNvSpPr/>
            <p:nvPr/>
          </p:nvSpPr>
          <p:spPr>
            <a:xfrm>
              <a:off x="8073764" y="5287978"/>
              <a:ext cx="312627" cy="123506"/>
            </a:xfrm>
            <a:custGeom>
              <a:avLst/>
              <a:gdLst>
                <a:gd name="connsiteX0" fmla="*/ 11376 w 276118"/>
                <a:gd name="connsiteY0" fmla="*/ -210 h 109083"/>
                <a:gd name="connsiteX1" fmla="*/ 139646 w 276118"/>
                <a:gd name="connsiteY1" fmla="*/ -210 h 109083"/>
                <a:gd name="connsiteX2" fmla="*/ 275604 w 276118"/>
                <a:gd name="connsiteY2" fmla="*/ 96168 h 109083"/>
                <a:gd name="connsiteX3" fmla="*/ 275604 w 276118"/>
                <a:gd name="connsiteY3" fmla="*/ 108874 h 109083"/>
                <a:gd name="connsiteX4" fmla="*/ 1147 w 276118"/>
                <a:gd name="connsiteY4" fmla="*/ 108874 h 109083"/>
                <a:gd name="connsiteX5" fmla="*/ 11376 w 276118"/>
                <a:gd name="connsiteY5" fmla="*/ -210 h 10908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6118" h="109083">
                  <a:moveTo>
                    <a:pt x="11376" y="-210"/>
                  </a:moveTo>
                  <a:lnTo>
                    <a:pt x="139646" y="-210"/>
                  </a:lnTo>
                  <a:cubicBezTo>
                    <a:pt x="139646" y="-210"/>
                    <a:pt x="262771" y="68277"/>
                    <a:pt x="275604" y="96168"/>
                  </a:cubicBezTo>
                  <a:lnTo>
                    <a:pt x="275604" y="108874"/>
                  </a:lnTo>
                  <a:lnTo>
                    <a:pt x="1147" y="108874"/>
                  </a:lnTo>
                  <a:cubicBezTo>
                    <a:pt x="1147" y="108874"/>
                    <a:pt x="-6604" y="27681"/>
                    <a:pt x="11376" y="-210"/>
                  </a:cubicBezTo>
                  <a:close/>
                </a:path>
              </a:pathLst>
            </a:custGeom>
            <a:solidFill>
              <a:srgbClr val="F93F57"/>
            </a:solidFill>
            <a:ln w="6346" cap="flat">
              <a:noFill/>
              <a:prstDash val="solid"/>
              <a:miter/>
            </a:ln>
          </p:spPr>
          <p:txBody>
            <a:bodyPr rtlCol="0" anchor="ctr"/>
            <a:lstStyle/>
            <a:p>
              <a:endParaRPr lang="zh-CN" altLang="en-US"/>
            </a:p>
          </p:txBody>
        </p:sp>
        <p:sp>
          <p:nvSpPr>
            <p:cNvPr id="107" name="任意多边形 61">
              <a:extLst>
                <a:ext uri="{FF2B5EF4-FFF2-40B4-BE49-F238E27FC236}">
                  <a16:creationId xmlns:a16="http://schemas.microsoft.com/office/drawing/2014/main" id="{BC5F0EAE-389A-42E1-A7D3-DAC33383FBFA}"/>
                </a:ext>
              </a:extLst>
            </p:cNvPr>
            <p:cNvSpPr/>
            <p:nvPr/>
          </p:nvSpPr>
          <p:spPr>
            <a:xfrm>
              <a:off x="8074926" y="5411484"/>
              <a:ext cx="311393" cy="18773"/>
            </a:xfrm>
            <a:custGeom>
              <a:avLst/>
              <a:gdLst>
                <a:gd name="connsiteX0" fmla="*/ 0 w 275028"/>
                <a:gd name="connsiteY0" fmla="*/ 0 h 16581"/>
                <a:gd name="connsiteX1" fmla="*/ 275029 w 275028"/>
                <a:gd name="connsiteY1" fmla="*/ 0 h 16581"/>
                <a:gd name="connsiteX2" fmla="*/ 275029 w 275028"/>
                <a:gd name="connsiteY2" fmla="*/ 16582 h 16581"/>
                <a:gd name="connsiteX3" fmla="*/ 0 w 275028"/>
                <a:gd name="connsiteY3" fmla="*/ 16582 h 16581"/>
                <a:gd name="connsiteX4" fmla="*/ 0 w 275028"/>
                <a:gd name="connsiteY4" fmla="*/ 0 h 16581"/>
                <a:gd name="connsiteX5" fmla="*/ 0 w 275028"/>
                <a:gd name="connsiteY5" fmla="*/ 0 h 1658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5028" h="16581">
                  <a:moveTo>
                    <a:pt x="0" y="0"/>
                  </a:moveTo>
                  <a:lnTo>
                    <a:pt x="275029" y="0"/>
                  </a:lnTo>
                  <a:lnTo>
                    <a:pt x="275029" y="16582"/>
                  </a:lnTo>
                  <a:lnTo>
                    <a:pt x="0" y="16582"/>
                  </a:lnTo>
                  <a:lnTo>
                    <a:pt x="0" y="0"/>
                  </a:lnTo>
                  <a:lnTo>
                    <a:pt x="0" y="0"/>
                  </a:lnTo>
                  <a:close/>
                </a:path>
              </a:pathLst>
            </a:custGeom>
            <a:solidFill>
              <a:srgbClr val="981D04"/>
            </a:solidFill>
            <a:ln w="6346" cap="flat">
              <a:noFill/>
              <a:prstDash val="solid"/>
              <a:miter/>
            </a:ln>
          </p:spPr>
          <p:txBody>
            <a:bodyPr rtlCol="0" anchor="ctr"/>
            <a:lstStyle/>
            <a:p>
              <a:endParaRPr lang="zh-CN" altLang="en-US"/>
            </a:p>
          </p:txBody>
        </p:sp>
        <p:sp>
          <p:nvSpPr>
            <p:cNvPr id="108" name="任意多边形 62">
              <a:extLst>
                <a:ext uri="{FF2B5EF4-FFF2-40B4-BE49-F238E27FC236}">
                  <a16:creationId xmlns:a16="http://schemas.microsoft.com/office/drawing/2014/main" id="{B6E4A276-699B-493B-87FC-5FDA7BF149F8}"/>
                </a:ext>
              </a:extLst>
            </p:cNvPr>
            <p:cNvSpPr/>
            <p:nvPr/>
          </p:nvSpPr>
          <p:spPr>
            <a:xfrm>
              <a:off x="7564855" y="3584555"/>
              <a:ext cx="961084" cy="1110846"/>
            </a:xfrm>
            <a:custGeom>
              <a:avLst/>
              <a:gdLst>
                <a:gd name="connsiteX0" fmla="*/ 635502 w 848847"/>
                <a:gd name="connsiteY0" fmla="*/ -210 h 981120"/>
                <a:gd name="connsiteX1" fmla="*/ 212380 w 848847"/>
                <a:gd name="connsiteY1" fmla="*/ -210 h 981120"/>
                <a:gd name="connsiteX2" fmla="*/ -514 w 848847"/>
                <a:gd name="connsiteY2" fmla="*/ 980910 h 981120"/>
                <a:gd name="connsiteX3" fmla="*/ 848334 w 848847"/>
                <a:gd name="connsiteY3" fmla="*/ 980910 h 981120"/>
                <a:gd name="connsiteX4" fmla="*/ 635502 w 848847"/>
                <a:gd name="connsiteY4" fmla="*/ -210 h 98112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48847" h="981120">
                  <a:moveTo>
                    <a:pt x="635502" y="-210"/>
                  </a:moveTo>
                  <a:lnTo>
                    <a:pt x="212380" y="-210"/>
                  </a:lnTo>
                  <a:cubicBezTo>
                    <a:pt x="12319" y="253281"/>
                    <a:pt x="-514" y="980910"/>
                    <a:pt x="-514" y="980910"/>
                  </a:cubicBezTo>
                  <a:lnTo>
                    <a:pt x="848334" y="980910"/>
                  </a:lnTo>
                  <a:cubicBezTo>
                    <a:pt x="848334" y="980910"/>
                    <a:pt x="838104" y="253281"/>
                    <a:pt x="635502" y="-210"/>
                  </a:cubicBezTo>
                  <a:close/>
                </a:path>
              </a:pathLst>
            </a:custGeom>
            <a:solidFill>
              <a:srgbClr val="434CC0"/>
            </a:solidFill>
            <a:ln w="6346" cap="flat">
              <a:noFill/>
              <a:prstDash val="solid"/>
              <a:miter/>
            </a:ln>
          </p:spPr>
          <p:txBody>
            <a:bodyPr rtlCol="0" anchor="ctr"/>
            <a:lstStyle/>
            <a:p>
              <a:endParaRPr lang="zh-CN" altLang="en-US"/>
            </a:p>
          </p:txBody>
        </p:sp>
        <p:sp>
          <p:nvSpPr>
            <p:cNvPr id="109" name="任意多边形 63">
              <a:extLst>
                <a:ext uri="{FF2B5EF4-FFF2-40B4-BE49-F238E27FC236}">
                  <a16:creationId xmlns:a16="http://schemas.microsoft.com/office/drawing/2014/main" id="{CC4673AB-79E9-48C3-847E-9459A770BA39}"/>
                </a:ext>
              </a:extLst>
            </p:cNvPr>
            <p:cNvSpPr/>
            <p:nvPr/>
          </p:nvSpPr>
          <p:spPr>
            <a:xfrm>
              <a:off x="6993099" y="2948350"/>
              <a:ext cx="1467130" cy="1769867"/>
            </a:xfrm>
            <a:custGeom>
              <a:avLst/>
              <a:gdLst>
                <a:gd name="connsiteX0" fmla="*/ 927593 w 1295797"/>
                <a:gd name="connsiteY0" fmla="*/ 878849 h 1563180"/>
                <a:gd name="connsiteX1" fmla="*/ 1022891 w 1295797"/>
                <a:gd name="connsiteY1" fmla="*/ 1014617 h 1563180"/>
                <a:gd name="connsiteX2" fmla="*/ 992077 w 1295797"/>
                <a:gd name="connsiteY2" fmla="*/ 1186152 h 1563180"/>
                <a:gd name="connsiteX3" fmla="*/ 821876 w 1295797"/>
                <a:gd name="connsiteY3" fmla="*/ 1157900 h 1563180"/>
                <a:gd name="connsiteX4" fmla="*/ 820161 w 1295797"/>
                <a:gd name="connsiteY4" fmla="*/ 1155403 h 1563180"/>
                <a:gd name="connsiteX5" fmla="*/ 668447 w 1295797"/>
                <a:gd name="connsiteY5" fmla="*/ 940348 h 1563180"/>
                <a:gd name="connsiteX6" fmla="*/ 668447 w 1295797"/>
                <a:gd name="connsiteY6" fmla="*/ 935202 h 1563180"/>
                <a:gd name="connsiteX7" fmla="*/ 663300 w 1295797"/>
                <a:gd name="connsiteY7" fmla="*/ 932661 h 1563180"/>
                <a:gd name="connsiteX8" fmla="*/ 694114 w 1295797"/>
                <a:gd name="connsiteY8" fmla="*/ 761125 h 1563180"/>
                <a:gd name="connsiteX9" fmla="*/ 765968 w 1295797"/>
                <a:gd name="connsiteY9" fmla="*/ 364243 h 1563180"/>
                <a:gd name="connsiteX10" fmla="*/ 368196 w 1295797"/>
                <a:gd name="connsiteY10" fmla="*/ 297661 h 1563180"/>
                <a:gd name="connsiteX11" fmla="*/ 250154 w 1295797"/>
                <a:gd name="connsiteY11" fmla="*/ 551153 h 1563180"/>
                <a:gd name="connsiteX12" fmla="*/ 134780 w 1295797"/>
                <a:gd name="connsiteY12" fmla="*/ 686793 h 1563180"/>
                <a:gd name="connsiteX13" fmla="*/ 1364 w 1295797"/>
                <a:gd name="connsiteY13" fmla="*/ 574152 h 1563180"/>
                <a:gd name="connsiteX14" fmla="*/ 224614 w 1295797"/>
                <a:gd name="connsiteY14" fmla="*/ 95313 h 1563180"/>
                <a:gd name="connsiteX15" fmla="*/ 966156 w 1295797"/>
                <a:gd name="connsiteY15" fmla="*/ 223329 h 1563180"/>
                <a:gd name="connsiteX16" fmla="*/ 927657 w 1295797"/>
                <a:gd name="connsiteY16" fmla="*/ 878849 h 1563180"/>
                <a:gd name="connsiteX17" fmla="*/ 1245823 w 1295797"/>
                <a:gd name="connsiteY17" fmla="*/ 1332149 h 1563180"/>
                <a:gd name="connsiteX18" fmla="*/ 1271236 w 1295797"/>
                <a:gd name="connsiteY18" fmla="*/ 1367980 h 1563180"/>
                <a:gd name="connsiteX19" fmla="*/ 1242965 w 1295797"/>
                <a:gd name="connsiteY19" fmla="*/ 1542121 h 1563180"/>
                <a:gd name="connsiteX20" fmla="*/ 1068506 w 1295797"/>
                <a:gd name="connsiteY20" fmla="*/ 1511371 h 1563180"/>
                <a:gd name="connsiteX21" fmla="*/ 1043093 w 1295797"/>
                <a:gd name="connsiteY21" fmla="*/ 1473252 h 1563180"/>
                <a:gd name="connsiteX22" fmla="*/ 1073906 w 1295797"/>
                <a:gd name="connsiteY22" fmla="*/ 1301717 h 1563180"/>
                <a:gd name="connsiteX23" fmla="*/ 1242583 w 1295797"/>
                <a:gd name="connsiteY23" fmla="*/ 1327847 h 1563180"/>
                <a:gd name="connsiteX24" fmla="*/ 1245823 w 1295797"/>
                <a:gd name="connsiteY24" fmla="*/ 1332466 h 156318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1295797" h="1563180">
                  <a:moveTo>
                    <a:pt x="927593" y="878849"/>
                  </a:moveTo>
                  <a:lnTo>
                    <a:pt x="1022891" y="1014617"/>
                  </a:lnTo>
                  <a:cubicBezTo>
                    <a:pt x="1063932" y="1070906"/>
                    <a:pt x="1051098" y="1145174"/>
                    <a:pt x="992077" y="1186152"/>
                  </a:cubicBezTo>
                  <a:cubicBezTo>
                    <a:pt x="937313" y="1225345"/>
                    <a:pt x="861075" y="1212696"/>
                    <a:pt x="821876" y="1157900"/>
                  </a:cubicBezTo>
                  <a:cubicBezTo>
                    <a:pt x="821305" y="1157074"/>
                    <a:pt x="820732" y="1156242"/>
                    <a:pt x="820161" y="1155403"/>
                  </a:cubicBezTo>
                  <a:lnTo>
                    <a:pt x="668447" y="940348"/>
                  </a:lnTo>
                  <a:lnTo>
                    <a:pt x="668447" y="935202"/>
                  </a:lnTo>
                  <a:cubicBezTo>
                    <a:pt x="663300" y="935202"/>
                    <a:pt x="663300" y="935202"/>
                    <a:pt x="663300" y="932661"/>
                  </a:cubicBezTo>
                  <a:cubicBezTo>
                    <a:pt x="624801" y="878849"/>
                    <a:pt x="640239" y="799244"/>
                    <a:pt x="694114" y="761125"/>
                  </a:cubicBezTo>
                  <a:cubicBezTo>
                    <a:pt x="822384" y="668941"/>
                    <a:pt x="855738" y="492259"/>
                    <a:pt x="765968" y="364243"/>
                  </a:cubicBezTo>
                  <a:cubicBezTo>
                    <a:pt x="673593" y="233621"/>
                    <a:pt x="499135" y="208018"/>
                    <a:pt x="368196" y="297661"/>
                  </a:cubicBezTo>
                  <a:cubicBezTo>
                    <a:pt x="283572" y="359096"/>
                    <a:pt x="239926" y="456491"/>
                    <a:pt x="250154" y="551153"/>
                  </a:cubicBezTo>
                  <a:cubicBezTo>
                    <a:pt x="255618" y="620421"/>
                    <a:pt x="204030" y="681056"/>
                    <a:pt x="134780" y="686793"/>
                  </a:cubicBezTo>
                  <a:cubicBezTo>
                    <a:pt x="65467" y="691939"/>
                    <a:pt x="9051" y="643274"/>
                    <a:pt x="1364" y="574152"/>
                  </a:cubicBezTo>
                  <a:cubicBezTo>
                    <a:pt x="-14456" y="386231"/>
                    <a:pt x="70486" y="204003"/>
                    <a:pt x="224614" y="95313"/>
                  </a:cubicBezTo>
                  <a:cubicBezTo>
                    <a:pt x="466035" y="-71140"/>
                    <a:pt x="799386" y="-14788"/>
                    <a:pt x="966156" y="223329"/>
                  </a:cubicBezTo>
                  <a:cubicBezTo>
                    <a:pt x="1107832" y="424058"/>
                    <a:pt x="1091822" y="696081"/>
                    <a:pt x="927657" y="878849"/>
                  </a:cubicBezTo>
                  <a:close/>
                  <a:moveTo>
                    <a:pt x="1245823" y="1332149"/>
                  </a:moveTo>
                  <a:lnTo>
                    <a:pt x="1271236" y="1367980"/>
                  </a:lnTo>
                  <a:cubicBezTo>
                    <a:pt x="1312277" y="1426874"/>
                    <a:pt x="1299444" y="1501397"/>
                    <a:pt x="1242965" y="1542121"/>
                  </a:cubicBezTo>
                  <a:cubicBezTo>
                    <a:pt x="1189089" y="1577953"/>
                    <a:pt x="1109548" y="1567533"/>
                    <a:pt x="1068506" y="1511371"/>
                  </a:cubicBezTo>
                  <a:lnTo>
                    <a:pt x="1043093" y="1473252"/>
                  </a:lnTo>
                  <a:cubicBezTo>
                    <a:pt x="1004593" y="1419505"/>
                    <a:pt x="1019968" y="1339836"/>
                    <a:pt x="1073906" y="1301717"/>
                  </a:cubicBezTo>
                  <a:cubicBezTo>
                    <a:pt x="1127718" y="1262346"/>
                    <a:pt x="1203257" y="1274049"/>
                    <a:pt x="1242583" y="1327847"/>
                  </a:cubicBezTo>
                  <a:cubicBezTo>
                    <a:pt x="1243727" y="1329359"/>
                    <a:pt x="1244806" y="1330903"/>
                    <a:pt x="1245823" y="1332466"/>
                  </a:cubicBezTo>
                  <a:close/>
                </a:path>
              </a:pathLst>
            </a:custGeom>
            <a:solidFill>
              <a:srgbClr val="FFC545"/>
            </a:solidFill>
            <a:ln w="6346" cap="flat">
              <a:noFill/>
              <a:prstDash val="solid"/>
              <a:miter/>
            </a:ln>
          </p:spPr>
          <p:txBody>
            <a:bodyPr rtlCol="0" anchor="ctr"/>
            <a:lstStyle/>
            <a:p>
              <a:endParaRPr lang="zh-CN" altLang="en-US"/>
            </a:p>
          </p:txBody>
        </p:sp>
        <p:sp>
          <p:nvSpPr>
            <p:cNvPr id="110" name="任意多边形 64">
              <a:extLst>
                <a:ext uri="{FF2B5EF4-FFF2-40B4-BE49-F238E27FC236}">
                  <a16:creationId xmlns:a16="http://schemas.microsoft.com/office/drawing/2014/main" id="{5EEFC147-6430-4B07-A7AF-63211BEF8D43}"/>
                </a:ext>
              </a:extLst>
            </p:cNvPr>
            <p:cNvSpPr/>
            <p:nvPr/>
          </p:nvSpPr>
          <p:spPr>
            <a:xfrm>
              <a:off x="8074926" y="2908035"/>
              <a:ext cx="512041" cy="826857"/>
            </a:xfrm>
            <a:custGeom>
              <a:avLst/>
              <a:gdLst>
                <a:gd name="connsiteX0" fmla="*/ 274260 w 452244"/>
                <a:gd name="connsiteY0" fmla="*/ -210 h 730296"/>
                <a:gd name="connsiteX1" fmla="*/ 451387 w 452244"/>
                <a:gd name="connsiteY1" fmla="*/ 381616 h 730296"/>
                <a:gd name="connsiteX2" fmla="*/ 43132 w 452244"/>
                <a:gd name="connsiteY2" fmla="*/ 730087 h 730296"/>
                <a:gd name="connsiteX3" fmla="*/ -514 w 452244"/>
                <a:gd name="connsiteY3" fmla="*/ 558551 h 730296"/>
                <a:gd name="connsiteX4" fmla="*/ 315302 w 452244"/>
                <a:gd name="connsiteY4" fmla="*/ 366368 h 730296"/>
                <a:gd name="connsiteX5" fmla="*/ 248594 w 452244"/>
                <a:gd name="connsiteY5" fmla="*/ 207539 h 730296"/>
                <a:gd name="connsiteX6" fmla="*/ 274007 w 452244"/>
                <a:gd name="connsiteY6" fmla="*/ -19 h 7302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452244" h="730296">
                  <a:moveTo>
                    <a:pt x="274260" y="-210"/>
                  </a:moveTo>
                  <a:cubicBezTo>
                    <a:pt x="274260" y="-210"/>
                    <a:pt x="438553" y="292036"/>
                    <a:pt x="451387" y="381616"/>
                  </a:cubicBezTo>
                  <a:cubicBezTo>
                    <a:pt x="464093" y="473864"/>
                    <a:pt x="120196" y="717317"/>
                    <a:pt x="43132" y="730087"/>
                  </a:cubicBezTo>
                  <a:lnTo>
                    <a:pt x="-514" y="558551"/>
                  </a:lnTo>
                  <a:cubicBezTo>
                    <a:pt x="-514" y="558551"/>
                    <a:pt x="284489" y="425135"/>
                    <a:pt x="315302" y="366368"/>
                  </a:cubicBezTo>
                  <a:lnTo>
                    <a:pt x="248594" y="207539"/>
                  </a:lnTo>
                  <a:lnTo>
                    <a:pt x="274007" y="-19"/>
                  </a:lnTo>
                  <a:close/>
                </a:path>
              </a:pathLst>
            </a:custGeom>
            <a:solidFill>
              <a:srgbClr val="F93F57"/>
            </a:solidFill>
            <a:ln w="6346" cap="flat">
              <a:noFill/>
              <a:prstDash val="solid"/>
              <a:miter/>
            </a:ln>
          </p:spPr>
          <p:txBody>
            <a:bodyPr rtlCol="0" anchor="ctr"/>
            <a:lstStyle/>
            <a:p>
              <a:endParaRPr lang="zh-CN" altLang="en-US"/>
            </a:p>
          </p:txBody>
        </p:sp>
        <p:sp>
          <p:nvSpPr>
            <p:cNvPr id="111" name="任意多边形 65">
              <a:extLst>
                <a:ext uri="{FF2B5EF4-FFF2-40B4-BE49-F238E27FC236}">
                  <a16:creationId xmlns:a16="http://schemas.microsoft.com/office/drawing/2014/main" id="{80311202-1761-43C0-A021-0AC57898EA4F}"/>
                </a:ext>
              </a:extLst>
            </p:cNvPr>
            <p:cNvSpPr/>
            <p:nvPr/>
          </p:nvSpPr>
          <p:spPr>
            <a:xfrm>
              <a:off x="8008236" y="3573622"/>
              <a:ext cx="101648" cy="117572"/>
            </a:xfrm>
            <a:custGeom>
              <a:avLst/>
              <a:gdLst>
                <a:gd name="connsiteX0" fmla="*/ 66265 w 89777"/>
                <a:gd name="connsiteY0" fmla="*/ 362 h 103842"/>
                <a:gd name="connsiteX1" fmla="*/ 5147 w 89777"/>
                <a:gd name="connsiteY1" fmla="*/ 15800 h 103842"/>
                <a:gd name="connsiteX2" fmla="*/ 89263 w 89777"/>
                <a:gd name="connsiteY2" fmla="*/ 95596 h 103842"/>
                <a:gd name="connsiteX3" fmla="*/ 66265 w 89777"/>
                <a:gd name="connsiteY3" fmla="*/ 298 h 103842"/>
              </a:gdLst>
              <a:ahLst/>
              <a:cxnLst>
                <a:cxn ang="0">
                  <a:pos x="connsiteX0" y="connsiteY0"/>
                </a:cxn>
                <a:cxn ang="0">
                  <a:pos x="connsiteX1" y="connsiteY1"/>
                </a:cxn>
                <a:cxn ang="0">
                  <a:pos x="connsiteX2" y="connsiteY2"/>
                </a:cxn>
                <a:cxn ang="0">
                  <a:pos x="connsiteX3" y="connsiteY3"/>
                </a:cxn>
              </a:cxnLst>
              <a:rect l="l" t="t" r="r" b="b"/>
              <a:pathLst>
                <a:path w="89777" h="103842">
                  <a:moveTo>
                    <a:pt x="66265" y="362"/>
                  </a:moveTo>
                  <a:cubicBezTo>
                    <a:pt x="66265" y="362"/>
                    <a:pt x="15439" y="-4784"/>
                    <a:pt x="5147" y="15800"/>
                  </a:cubicBezTo>
                  <a:cubicBezTo>
                    <a:pt x="-5145" y="36384"/>
                    <a:pt x="-12705" y="131555"/>
                    <a:pt x="89263" y="95596"/>
                  </a:cubicBezTo>
                  <a:lnTo>
                    <a:pt x="66265" y="298"/>
                  </a:lnTo>
                  <a:close/>
                </a:path>
              </a:pathLst>
            </a:custGeom>
            <a:solidFill>
              <a:srgbClr val="FF93B1"/>
            </a:solidFill>
            <a:ln w="6346" cap="flat">
              <a:noFill/>
              <a:prstDash val="solid"/>
              <a:miter/>
            </a:ln>
          </p:spPr>
          <p:txBody>
            <a:bodyPr rtlCol="0" anchor="ctr"/>
            <a:lstStyle/>
            <a:p>
              <a:endParaRPr lang="zh-CN" altLang="en-US"/>
            </a:p>
          </p:txBody>
        </p:sp>
        <p:sp>
          <p:nvSpPr>
            <p:cNvPr id="112" name="任意多边形 67">
              <a:extLst>
                <a:ext uri="{FF2B5EF4-FFF2-40B4-BE49-F238E27FC236}">
                  <a16:creationId xmlns:a16="http://schemas.microsoft.com/office/drawing/2014/main" id="{AE1505E7-DBBD-485A-95BD-7AFEDE053C51}"/>
                </a:ext>
              </a:extLst>
            </p:cNvPr>
            <p:cNvSpPr/>
            <p:nvPr/>
          </p:nvSpPr>
          <p:spPr>
            <a:xfrm rot="19901924">
              <a:off x="4001212" y="2597109"/>
              <a:ext cx="340051" cy="595716"/>
            </a:xfrm>
            <a:custGeom>
              <a:avLst/>
              <a:gdLst>
                <a:gd name="connsiteX0" fmla="*/ 596690 w 1007682"/>
                <a:gd name="connsiteY0" fmla="*/ 1042540 h 1765307"/>
                <a:gd name="connsiteX1" fmla="*/ 596690 w 1007682"/>
                <a:gd name="connsiteY1" fmla="*/ 1209120 h 1765307"/>
                <a:gd name="connsiteX2" fmla="*/ 479747 w 1007682"/>
                <a:gd name="connsiteY2" fmla="*/ 1332124 h 1765307"/>
                <a:gd name="connsiteX3" fmla="*/ 473502 w 1007682"/>
                <a:gd name="connsiteY3" fmla="*/ 1332118 h 1765307"/>
                <a:gd name="connsiteX4" fmla="*/ 350314 w 1007682"/>
                <a:gd name="connsiteY4" fmla="*/ 1209120 h 1765307"/>
                <a:gd name="connsiteX5" fmla="*/ 350314 w 1007682"/>
                <a:gd name="connsiteY5" fmla="*/ 945209 h 1765307"/>
                <a:gd name="connsiteX6" fmla="*/ 352855 w 1007682"/>
                <a:gd name="connsiteY6" fmla="*/ 940063 h 1765307"/>
                <a:gd name="connsiteX7" fmla="*/ 350314 w 1007682"/>
                <a:gd name="connsiteY7" fmla="*/ 934981 h 1765307"/>
                <a:gd name="connsiteX8" fmla="*/ 473502 w 1007682"/>
                <a:gd name="connsiteY8" fmla="*/ 811983 h 1765307"/>
                <a:gd name="connsiteX9" fmla="*/ 760983 w 1007682"/>
                <a:gd name="connsiteY9" fmla="*/ 530157 h 1765307"/>
                <a:gd name="connsiteX10" fmla="*/ 473502 w 1007682"/>
                <a:gd name="connsiteY10" fmla="*/ 245725 h 1765307"/>
                <a:gd name="connsiteX11" fmla="*/ 229667 w 1007682"/>
                <a:gd name="connsiteY11" fmla="*/ 384097 h 1765307"/>
                <a:gd name="connsiteX12" fmla="*/ 62134 w 1007682"/>
                <a:gd name="connsiteY12" fmla="*/ 430888 h 1765307"/>
                <a:gd name="connsiteX13" fmla="*/ 15343 w 1007682"/>
                <a:gd name="connsiteY13" fmla="*/ 263355 h 1765307"/>
                <a:gd name="connsiteX14" fmla="*/ 16645 w 1007682"/>
                <a:gd name="connsiteY14" fmla="*/ 261100 h 1765307"/>
                <a:gd name="connsiteX15" fmla="*/ 473502 w 1007682"/>
                <a:gd name="connsiteY15" fmla="*/ -206 h 1765307"/>
                <a:gd name="connsiteX16" fmla="*/ 1007168 w 1007682"/>
                <a:gd name="connsiteY16" fmla="*/ 530157 h 1765307"/>
                <a:gd name="connsiteX17" fmla="*/ 596499 w 1007682"/>
                <a:gd name="connsiteY17" fmla="*/ 1042540 h 1765307"/>
                <a:gd name="connsiteX18" fmla="*/ 596690 w 1007682"/>
                <a:gd name="connsiteY18" fmla="*/ 1595965 h 1765307"/>
                <a:gd name="connsiteX19" fmla="*/ 596690 w 1007682"/>
                <a:gd name="connsiteY19" fmla="*/ 1642089 h 1765307"/>
                <a:gd name="connsiteX20" fmla="*/ 473502 w 1007682"/>
                <a:gd name="connsiteY20" fmla="*/ 1765086 h 1765307"/>
                <a:gd name="connsiteX21" fmla="*/ 350314 w 1007682"/>
                <a:gd name="connsiteY21" fmla="*/ 1645221 h 1765307"/>
                <a:gd name="connsiteX22" fmla="*/ 350314 w 1007682"/>
                <a:gd name="connsiteY22" fmla="*/ 1642089 h 1765307"/>
                <a:gd name="connsiteX23" fmla="*/ 350314 w 1007682"/>
                <a:gd name="connsiteY23" fmla="*/ 1595965 h 1765307"/>
                <a:gd name="connsiteX24" fmla="*/ 473502 w 1007682"/>
                <a:gd name="connsiteY24" fmla="*/ 1473031 h 1765307"/>
                <a:gd name="connsiteX25" fmla="*/ 596690 w 1007682"/>
                <a:gd name="connsiteY25" fmla="*/ 1592769 h 1765307"/>
                <a:gd name="connsiteX26" fmla="*/ 596690 w 1007682"/>
                <a:gd name="connsiteY26" fmla="*/ 1595965 h 17653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Lst>
              <a:rect l="l" t="t" r="r" b="b"/>
              <a:pathLst>
                <a:path w="1007682" h="1765307">
                  <a:moveTo>
                    <a:pt x="596690" y="1042540"/>
                  </a:moveTo>
                  <a:lnTo>
                    <a:pt x="596690" y="1209120"/>
                  </a:lnTo>
                  <a:cubicBezTo>
                    <a:pt x="598361" y="1275377"/>
                    <a:pt x="546004" y="1330447"/>
                    <a:pt x="479747" y="1332124"/>
                  </a:cubicBezTo>
                  <a:cubicBezTo>
                    <a:pt x="477663" y="1332175"/>
                    <a:pt x="475579" y="1332175"/>
                    <a:pt x="473502" y="1332118"/>
                  </a:cubicBezTo>
                  <a:cubicBezTo>
                    <a:pt x="405529" y="1332156"/>
                    <a:pt x="350384" y="1277093"/>
                    <a:pt x="350314" y="1209120"/>
                  </a:cubicBezTo>
                  <a:lnTo>
                    <a:pt x="350314" y="945209"/>
                  </a:lnTo>
                  <a:cubicBezTo>
                    <a:pt x="350314" y="942668"/>
                    <a:pt x="352855" y="942668"/>
                    <a:pt x="352855" y="940063"/>
                  </a:cubicBezTo>
                  <a:cubicBezTo>
                    <a:pt x="350314" y="937522"/>
                    <a:pt x="350314" y="937522"/>
                    <a:pt x="350314" y="934981"/>
                  </a:cubicBezTo>
                  <a:cubicBezTo>
                    <a:pt x="350314" y="870941"/>
                    <a:pt x="406793" y="811983"/>
                    <a:pt x="473502" y="811983"/>
                  </a:cubicBezTo>
                  <a:cubicBezTo>
                    <a:pt x="632649" y="811983"/>
                    <a:pt x="760983" y="686445"/>
                    <a:pt x="760983" y="530157"/>
                  </a:cubicBezTo>
                  <a:cubicBezTo>
                    <a:pt x="760983" y="368723"/>
                    <a:pt x="632649" y="245725"/>
                    <a:pt x="473502" y="245725"/>
                  </a:cubicBezTo>
                  <a:cubicBezTo>
                    <a:pt x="373636" y="246094"/>
                    <a:pt x="281198" y="298552"/>
                    <a:pt x="229667" y="384097"/>
                  </a:cubicBezTo>
                  <a:cubicBezTo>
                    <a:pt x="196326" y="443283"/>
                    <a:pt x="121320" y="464230"/>
                    <a:pt x="62134" y="430888"/>
                  </a:cubicBezTo>
                  <a:cubicBezTo>
                    <a:pt x="2948" y="397547"/>
                    <a:pt x="-17999" y="322541"/>
                    <a:pt x="15343" y="263355"/>
                  </a:cubicBezTo>
                  <a:cubicBezTo>
                    <a:pt x="15769" y="262599"/>
                    <a:pt x="16201" y="261850"/>
                    <a:pt x="16645" y="261100"/>
                  </a:cubicBezTo>
                  <a:cubicBezTo>
                    <a:pt x="111346" y="98668"/>
                    <a:pt x="285480" y="-930"/>
                    <a:pt x="473502" y="-206"/>
                  </a:cubicBezTo>
                  <a:cubicBezTo>
                    <a:pt x="766129" y="-206"/>
                    <a:pt x="1007168" y="235497"/>
                    <a:pt x="1007168" y="530157"/>
                  </a:cubicBezTo>
                  <a:cubicBezTo>
                    <a:pt x="1007168" y="778693"/>
                    <a:pt x="832647" y="988792"/>
                    <a:pt x="596499" y="1042540"/>
                  </a:cubicBezTo>
                  <a:close/>
                  <a:moveTo>
                    <a:pt x="596690" y="1595965"/>
                  </a:moveTo>
                  <a:lnTo>
                    <a:pt x="596690" y="1642089"/>
                  </a:lnTo>
                  <a:cubicBezTo>
                    <a:pt x="596690" y="1713816"/>
                    <a:pt x="545356" y="1765086"/>
                    <a:pt x="473502" y="1765086"/>
                  </a:cubicBezTo>
                  <a:cubicBezTo>
                    <a:pt x="406387" y="1766001"/>
                    <a:pt x="351235" y="1712336"/>
                    <a:pt x="350314" y="1645221"/>
                  </a:cubicBezTo>
                  <a:cubicBezTo>
                    <a:pt x="350301" y="1644179"/>
                    <a:pt x="350301" y="1643131"/>
                    <a:pt x="350314" y="1642089"/>
                  </a:cubicBezTo>
                  <a:lnTo>
                    <a:pt x="350314" y="1595965"/>
                  </a:lnTo>
                  <a:cubicBezTo>
                    <a:pt x="351305" y="1528386"/>
                    <a:pt x="405923" y="1473882"/>
                    <a:pt x="473502" y="1473031"/>
                  </a:cubicBezTo>
                  <a:cubicBezTo>
                    <a:pt x="540585" y="1472078"/>
                    <a:pt x="595737" y="1525686"/>
                    <a:pt x="596690" y="1592769"/>
                  </a:cubicBezTo>
                  <a:cubicBezTo>
                    <a:pt x="596703" y="1593830"/>
                    <a:pt x="596703" y="1594897"/>
                    <a:pt x="596690" y="1595965"/>
                  </a:cubicBezTo>
                  <a:close/>
                </a:path>
              </a:pathLst>
            </a:custGeom>
            <a:solidFill>
              <a:srgbClr val="D0D4DA"/>
            </a:solidFill>
            <a:ln w="6346" cap="flat">
              <a:noFill/>
              <a:prstDash val="solid"/>
              <a:miter/>
            </a:ln>
          </p:spPr>
          <p:txBody>
            <a:bodyPr rtlCol="0" anchor="ctr"/>
            <a:lstStyle/>
            <a:p>
              <a:endParaRPr lang="zh-CN" altLang="en-US"/>
            </a:p>
          </p:txBody>
        </p:sp>
      </p:grpSp>
      <p:sp>
        <p:nvSpPr>
          <p:cNvPr id="113" name="íşlïḍè">
            <a:extLst>
              <a:ext uri="{FF2B5EF4-FFF2-40B4-BE49-F238E27FC236}">
                <a16:creationId xmlns:a16="http://schemas.microsoft.com/office/drawing/2014/main" id="{A02FCFE8-93F8-4984-84F1-669E7C2E8004}"/>
              </a:ext>
            </a:extLst>
          </p:cNvPr>
          <p:cNvSpPr txBox="1"/>
          <p:nvPr/>
        </p:nvSpPr>
        <p:spPr>
          <a:xfrm>
            <a:off x="6604059" y="2075615"/>
            <a:ext cx="5177215" cy="400110"/>
          </a:xfrm>
          <a:prstGeom prst="rect">
            <a:avLst/>
          </a:prstGeom>
          <a:noFill/>
        </p:spPr>
        <p:txBody>
          <a:bodyPr wrap="square" lIns="91440" tIns="45720" rIns="91440" bIns="45720" anchor="ctr">
            <a:noAutofit/>
          </a:bodyPr>
          <a:lstStyle/>
          <a:p>
            <a:pPr algn="ctr"/>
            <a:r>
              <a:rPr lang="zh-CN" altLang="en-US" b="1" dirty="0">
                <a:solidFill>
                  <a:schemeClr val="accent3">
                    <a:lumMod val="75000"/>
                  </a:schemeClr>
                </a:solidFill>
                <a:latin typeface="Arial Narrow" panose="020B0606020202030204" pitchFamily="34" charset="0"/>
              </a:rPr>
              <a:t>每个人拥有几个</a:t>
            </a:r>
            <a:r>
              <a:rPr lang="en-US" altLang="zh-CN" b="1" dirty="0">
                <a:solidFill>
                  <a:schemeClr val="accent3">
                    <a:lumMod val="75000"/>
                  </a:schemeClr>
                </a:solidFill>
                <a:latin typeface="Arial Narrow" panose="020B0606020202030204" pitchFamily="34" charset="0"/>
              </a:rPr>
              <a:t>48</a:t>
            </a:r>
            <a:r>
              <a:rPr lang="zh-CN" altLang="en-US" b="1" dirty="0">
                <a:solidFill>
                  <a:schemeClr val="accent3">
                    <a:lumMod val="75000"/>
                  </a:schemeClr>
                </a:solidFill>
                <a:latin typeface="Arial Narrow" panose="020B0606020202030204" pitchFamily="34" charset="0"/>
              </a:rPr>
              <a:t>比特的全球唯一的单播</a:t>
            </a:r>
            <a:r>
              <a:rPr lang="en-US" altLang="zh-CN" b="1" dirty="0">
                <a:solidFill>
                  <a:schemeClr val="accent3">
                    <a:lumMod val="75000"/>
                  </a:schemeClr>
                </a:solidFill>
                <a:latin typeface="Arial Narrow" panose="020B0606020202030204" pitchFamily="34" charset="0"/>
              </a:rPr>
              <a:t>MAC</a:t>
            </a:r>
            <a:r>
              <a:rPr lang="zh-CN" altLang="en-US" b="1" dirty="0">
                <a:solidFill>
                  <a:schemeClr val="accent3">
                    <a:lumMod val="75000"/>
                  </a:schemeClr>
                </a:solidFill>
                <a:latin typeface="Arial Narrow" panose="020B0606020202030204" pitchFamily="34" charset="0"/>
              </a:rPr>
              <a:t>地址？</a:t>
            </a:r>
          </a:p>
        </p:txBody>
      </p:sp>
      <p:sp>
        <p:nvSpPr>
          <p:cNvPr id="114" name="íşlïḍè">
            <a:extLst>
              <a:ext uri="{FF2B5EF4-FFF2-40B4-BE49-F238E27FC236}">
                <a16:creationId xmlns:a16="http://schemas.microsoft.com/office/drawing/2014/main" id="{318BE3CD-8E84-43A6-BA53-BC494C2B084B}"/>
              </a:ext>
            </a:extLst>
          </p:cNvPr>
          <p:cNvSpPr txBox="1"/>
          <p:nvPr/>
        </p:nvSpPr>
        <p:spPr>
          <a:xfrm>
            <a:off x="6604059" y="2524165"/>
            <a:ext cx="5177215" cy="400110"/>
          </a:xfrm>
          <a:prstGeom prst="rect">
            <a:avLst/>
          </a:prstGeom>
          <a:noFill/>
        </p:spPr>
        <p:txBody>
          <a:bodyPr wrap="square" lIns="91440" tIns="45720" rIns="91440" bIns="45720" anchor="ctr">
            <a:noAutofit/>
          </a:bodyPr>
          <a:lstStyle/>
          <a:p>
            <a:pPr algn="ctr"/>
            <a:r>
              <a:rPr lang="en-US" altLang="zh-CN" b="1" dirty="0">
                <a:solidFill>
                  <a:schemeClr val="accent3">
                    <a:lumMod val="75000"/>
                  </a:schemeClr>
                </a:solidFill>
                <a:latin typeface="Arial Narrow" panose="020B0606020202030204" pitchFamily="34" charset="0"/>
              </a:rPr>
              <a:t>48</a:t>
            </a:r>
            <a:r>
              <a:rPr lang="zh-CN" altLang="en-US" b="1" dirty="0">
                <a:solidFill>
                  <a:schemeClr val="accent3">
                    <a:lumMod val="75000"/>
                  </a:schemeClr>
                </a:solidFill>
                <a:latin typeface="Arial Narrow" panose="020B0606020202030204" pitchFamily="34" charset="0"/>
              </a:rPr>
              <a:t>比特的全球唯一的单播</a:t>
            </a:r>
            <a:r>
              <a:rPr lang="en-US" altLang="zh-CN" b="1" dirty="0">
                <a:solidFill>
                  <a:schemeClr val="accent3">
                    <a:lumMod val="75000"/>
                  </a:schemeClr>
                </a:solidFill>
                <a:latin typeface="Arial Narrow" panose="020B0606020202030204" pitchFamily="34" charset="0"/>
              </a:rPr>
              <a:t>MAC</a:t>
            </a:r>
            <a:r>
              <a:rPr lang="zh-CN" altLang="en-US" b="1" dirty="0">
                <a:solidFill>
                  <a:schemeClr val="accent3">
                    <a:lumMod val="75000"/>
                  </a:schemeClr>
                </a:solidFill>
                <a:latin typeface="Arial Narrow" panose="020B0606020202030204" pitchFamily="34" charset="0"/>
              </a:rPr>
              <a:t>地址会耗尽吗？</a:t>
            </a:r>
          </a:p>
        </p:txBody>
      </p:sp>
      <p:pic>
        <p:nvPicPr>
          <p:cNvPr id="115" name="图形 114">
            <a:extLst>
              <a:ext uri="{FF2B5EF4-FFF2-40B4-BE49-F238E27FC236}">
                <a16:creationId xmlns:a16="http://schemas.microsoft.com/office/drawing/2014/main" id="{772F6719-9056-4549-BE85-5B80636A19B8}"/>
              </a:ext>
            </a:extLst>
          </p:cNvPr>
          <p:cNvPicPr>
            <a:picLocks noChangeAspect="1"/>
          </p:cNvPicPr>
          <p:nvPr/>
        </p:nvPicPr>
        <p:blipFill>
          <a:blip r:embed="rId3">
            <a:extLst>
              <a:ext uri="{28A0092B-C50C-407E-A947-70E740481C1C}">
                <a14:useLocalDpi xmlns:a14="http://schemas.microsoft.com/office/drawing/2010/main" val="0"/>
              </a:ext>
              <a:ext uri="{96DAC541-7B7A-43D3-8B79-37D633B846F1}">
                <asvg:svgBlip xmlns:asvg="http://schemas.microsoft.com/office/drawing/2016/SVG/main" r:embed="rId4"/>
              </a:ext>
            </a:extLst>
          </a:blip>
          <a:stretch>
            <a:fillRect/>
          </a:stretch>
        </p:blipFill>
        <p:spPr>
          <a:xfrm>
            <a:off x="1407023" y="1662106"/>
            <a:ext cx="853045" cy="518306"/>
          </a:xfrm>
          <a:prstGeom prst="rect">
            <a:avLst/>
          </a:prstGeom>
        </p:spPr>
      </p:pic>
      <p:grpSp>
        <p:nvGrpSpPr>
          <p:cNvPr id="12" name="组合 11">
            <a:extLst>
              <a:ext uri="{FF2B5EF4-FFF2-40B4-BE49-F238E27FC236}">
                <a16:creationId xmlns:a16="http://schemas.microsoft.com/office/drawing/2014/main" id="{1B861D89-CC88-4F96-BC1A-AD59950B7270}"/>
              </a:ext>
            </a:extLst>
          </p:cNvPr>
          <p:cNvGrpSpPr/>
          <p:nvPr/>
        </p:nvGrpSpPr>
        <p:grpSpPr>
          <a:xfrm>
            <a:off x="382992" y="2500981"/>
            <a:ext cx="3095147" cy="628650"/>
            <a:chOff x="460805" y="2965450"/>
            <a:chExt cx="3095147" cy="628650"/>
          </a:xfrm>
        </p:grpSpPr>
        <p:pic>
          <p:nvPicPr>
            <p:cNvPr id="116" name="图形 115">
              <a:extLst>
                <a:ext uri="{FF2B5EF4-FFF2-40B4-BE49-F238E27FC236}">
                  <a16:creationId xmlns:a16="http://schemas.microsoft.com/office/drawing/2014/main" id="{84905B80-A321-47F6-8E26-F75ECDD71B81}"/>
                </a:ext>
              </a:extLst>
            </p:cNvPr>
            <p:cNvPicPr>
              <a:picLocks noChangeAspect="1"/>
            </p:cNvPicPr>
            <p:nvPr/>
          </p:nvPicPr>
          <p:blipFill>
            <a:blip r:embed="rId5">
              <a:extLst>
                <a:ext uri="{28A0092B-C50C-407E-A947-70E740481C1C}">
                  <a14:useLocalDpi xmlns:a14="http://schemas.microsoft.com/office/drawing/2010/main" val="0"/>
                </a:ext>
                <a:ext uri="{96DAC541-7B7A-43D3-8B79-37D633B846F1}">
                  <asvg:svgBlip xmlns:asvg="http://schemas.microsoft.com/office/drawing/2016/SVG/main" r:embed="rId6"/>
                </a:ext>
              </a:extLst>
            </a:blip>
            <a:stretch>
              <a:fillRect/>
            </a:stretch>
          </p:blipFill>
          <p:spPr>
            <a:xfrm>
              <a:off x="460805" y="2965450"/>
              <a:ext cx="630827" cy="610144"/>
            </a:xfrm>
            <a:prstGeom prst="rect">
              <a:avLst/>
            </a:prstGeom>
          </p:spPr>
        </p:pic>
        <p:pic>
          <p:nvPicPr>
            <p:cNvPr id="117" name="图形 116">
              <a:extLst>
                <a:ext uri="{FF2B5EF4-FFF2-40B4-BE49-F238E27FC236}">
                  <a16:creationId xmlns:a16="http://schemas.microsoft.com/office/drawing/2014/main" id="{11F1969C-EEF7-47AE-9116-9486E1C27DA8}"/>
                </a:ext>
              </a:extLst>
            </p:cNvPr>
            <p:cNvPicPr>
              <a:picLocks noChangeAspect="1"/>
            </p:cNvPicPr>
            <p:nvPr/>
          </p:nvPicPr>
          <p:blipFill>
            <a:blip r:embed="rId7">
              <a:extLst>
                <a:ext uri="{28A0092B-C50C-407E-A947-70E740481C1C}">
                  <a14:useLocalDpi xmlns:a14="http://schemas.microsoft.com/office/drawing/2010/main" val="0"/>
                </a:ext>
                <a:ext uri="{96DAC541-7B7A-43D3-8B79-37D633B846F1}">
                  <asvg:svgBlip xmlns:asvg="http://schemas.microsoft.com/office/drawing/2016/SVG/main" r:embed="rId8"/>
                </a:ext>
              </a:extLst>
            </a:blip>
            <a:stretch>
              <a:fillRect/>
            </a:stretch>
          </p:blipFill>
          <p:spPr>
            <a:xfrm>
              <a:off x="1518817" y="2965450"/>
              <a:ext cx="734711" cy="570035"/>
            </a:xfrm>
            <a:prstGeom prst="rect">
              <a:avLst/>
            </a:prstGeom>
          </p:spPr>
        </p:pic>
        <p:pic>
          <p:nvPicPr>
            <p:cNvPr id="118" name="图形 117">
              <a:extLst>
                <a:ext uri="{FF2B5EF4-FFF2-40B4-BE49-F238E27FC236}">
                  <a16:creationId xmlns:a16="http://schemas.microsoft.com/office/drawing/2014/main" id="{2B1E1444-4FA8-4810-A969-C626D6E26F45}"/>
                </a:ext>
              </a:extLst>
            </p:cNvPr>
            <p:cNvPicPr>
              <a:picLocks noChangeAspect="1"/>
            </p:cNvPicPr>
            <p:nvPr/>
          </p:nvPicPr>
          <p:blipFill>
            <a:blip r:embed="rId9">
              <a:extLst>
                <a:ext uri="{28A0092B-C50C-407E-A947-70E740481C1C}">
                  <a14:useLocalDpi xmlns:a14="http://schemas.microsoft.com/office/drawing/2010/main" val="0"/>
                </a:ext>
                <a:ext uri="{96DAC541-7B7A-43D3-8B79-37D633B846F1}">
                  <asvg:svgBlip xmlns:asvg="http://schemas.microsoft.com/office/drawing/2016/SVG/main" r:embed="rId10"/>
                </a:ext>
              </a:extLst>
            </a:blip>
            <a:stretch>
              <a:fillRect/>
            </a:stretch>
          </p:blipFill>
          <p:spPr>
            <a:xfrm>
              <a:off x="2603452" y="2965450"/>
              <a:ext cx="952500" cy="628650"/>
            </a:xfrm>
            <a:prstGeom prst="rect">
              <a:avLst/>
            </a:prstGeom>
          </p:spPr>
        </p:pic>
      </p:grpSp>
      <p:grpSp>
        <p:nvGrpSpPr>
          <p:cNvPr id="15" name="组合 14">
            <a:extLst>
              <a:ext uri="{FF2B5EF4-FFF2-40B4-BE49-F238E27FC236}">
                <a16:creationId xmlns:a16="http://schemas.microsoft.com/office/drawing/2014/main" id="{AB67158B-8034-4C95-AF40-B593D809779A}"/>
              </a:ext>
            </a:extLst>
          </p:cNvPr>
          <p:cNvGrpSpPr/>
          <p:nvPr/>
        </p:nvGrpSpPr>
        <p:grpSpPr>
          <a:xfrm>
            <a:off x="847649" y="3450201"/>
            <a:ext cx="1921419" cy="467694"/>
            <a:chOff x="1065249" y="4502803"/>
            <a:chExt cx="1921419" cy="467694"/>
          </a:xfrm>
        </p:grpSpPr>
        <p:pic>
          <p:nvPicPr>
            <p:cNvPr id="123" name="图形 122">
              <a:extLst>
                <a:ext uri="{FF2B5EF4-FFF2-40B4-BE49-F238E27FC236}">
                  <a16:creationId xmlns:a16="http://schemas.microsoft.com/office/drawing/2014/main" id="{8CE2013F-40E7-4A04-98CB-DECD8146C356}"/>
                </a:ext>
              </a:extLst>
            </p:cNvPr>
            <p:cNvPicPr>
              <a:picLocks noChangeAspect="1"/>
            </p:cNvPicPr>
            <p:nvPr/>
          </p:nvPicPr>
          <p:blipFill>
            <a:blip r:embed="rId11">
              <a:extLst>
                <a:ext uri="{28A0092B-C50C-407E-A947-70E740481C1C}">
                  <a14:useLocalDpi xmlns:a14="http://schemas.microsoft.com/office/drawing/2010/main" val="0"/>
                </a:ext>
                <a:ext uri="{96DAC541-7B7A-43D3-8B79-37D633B846F1}">
                  <asvg:svgBlip xmlns:asvg="http://schemas.microsoft.com/office/drawing/2016/SVG/main" r:embed="rId12"/>
                </a:ext>
              </a:extLst>
            </a:blip>
            <a:stretch>
              <a:fillRect/>
            </a:stretch>
          </p:blipFill>
          <p:spPr>
            <a:xfrm>
              <a:off x="2423144" y="4504653"/>
              <a:ext cx="563524" cy="465844"/>
            </a:xfrm>
            <a:prstGeom prst="rect">
              <a:avLst/>
            </a:prstGeom>
          </p:spPr>
        </p:pic>
        <p:pic>
          <p:nvPicPr>
            <p:cNvPr id="124" name="图形 123">
              <a:extLst>
                <a:ext uri="{FF2B5EF4-FFF2-40B4-BE49-F238E27FC236}">
                  <a16:creationId xmlns:a16="http://schemas.microsoft.com/office/drawing/2014/main" id="{9D32C621-4DB1-41D9-A784-DB63F32D738B}"/>
                </a:ext>
              </a:extLst>
            </p:cNvPr>
            <p:cNvPicPr>
              <a:picLocks noChangeAspect="1"/>
            </p:cNvPicPr>
            <p:nvPr/>
          </p:nvPicPr>
          <p:blipFill>
            <a:blip r:embed="rId13">
              <a:extLst>
                <a:ext uri="{28A0092B-C50C-407E-A947-70E740481C1C}">
                  <a14:useLocalDpi xmlns:a14="http://schemas.microsoft.com/office/drawing/2010/main" val="0"/>
                </a:ext>
                <a:ext uri="{96DAC541-7B7A-43D3-8B79-37D633B846F1}">
                  <asvg:svgBlip xmlns:asvg="http://schemas.microsoft.com/office/drawing/2016/SVG/main" r:embed="rId14"/>
                </a:ext>
              </a:extLst>
            </a:blip>
            <a:stretch>
              <a:fillRect/>
            </a:stretch>
          </p:blipFill>
          <p:spPr>
            <a:xfrm>
              <a:off x="1065249" y="4502803"/>
              <a:ext cx="465844" cy="465844"/>
            </a:xfrm>
            <a:prstGeom prst="rect">
              <a:avLst/>
            </a:prstGeom>
          </p:spPr>
        </p:pic>
      </p:grpSp>
      <p:sp>
        <p:nvSpPr>
          <p:cNvPr id="40" name="矩形 39">
            <a:extLst>
              <a:ext uri="{FF2B5EF4-FFF2-40B4-BE49-F238E27FC236}">
                <a16:creationId xmlns:a16="http://schemas.microsoft.com/office/drawing/2014/main" id="{B9376B34-AF28-4291-83E7-069F867CB17D}"/>
              </a:ext>
            </a:extLst>
          </p:cNvPr>
          <p:cNvSpPr/>
          <p:nvPr/>
        </p:nvSpPr>
        <p:spPr>
          <a:xfrm>
            <a:off x="631376" y="4599195"/>
            <a:ext cx="5098185" cy="1340219"/>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nSpc>
                <a:spcPct val="150000"/>
              </a:lnSpc>
            </a:pPr>
            <a:r>
              <a:rPr lang="zh-CN" altLang="en-US" b="1" dirty="0">
                <a:latin typeface="Arial Narrow" panose="020B0606020202030204" pitchFamily="34" charset="0"/>
              </a:rPr>
              <a:t>         对于使用</a:t>
            </a:r>
            <a:r>
              <a:rPr lang="en-US" altLang="zh-CN" b="1" dirty="0">
                <a:latin typeface="Arial Narrow" panose="020B0606020202030204" pitchFamily="34" charset="0"/>
              </a:rPr>
              <a:t>48</a:t>
            </a:r>
            <a:r>
              <a:rPr lang="zh-CN" altLang="en-US" b="1" dirty="0">
                <a:latin typeface="Arial Narrow" panose="020B0606020202030204" pitchFamily="34" charset="0"/>
              </a:rPr>
              <a:t>比特</a:t>
            </a:r>
            <a:r>
              <a:rPr lang="en-US" altLang="zh-CN" b="1" dirty="0">
                <a:latin typeface="Arial Narrow" panose="020B0606020202030204" pitchFamily="34" charset="0"/>
              </a:rPr>
              <a:t>MAC</a:t>
            </a:r>
            <a:r>
              <a:rPr lang="zh-CN" altLang="en-US" b="1" dirty="0">
                <a:latin typeface="Arial Narrow" panose="020B0606020202030204" pitchFamily="34" charset="0"/>
              </a:rPr>
              <a:t>地址的应用程序，</a:t>
            </a:r>
            <a:r>
              <a:rPr lang="en-US" altLang="zh-CN" b="1" dirty="0">
                <a:latin typeface="Arial Narrow" panose="020B0606020202030204" pitchFamily="34" charset="0"/>
              </a:rPr>
              <a:t>IEEE</a:t>
            </a:r>
            <a:r>
              <a:rPr lang="zh-CN" altLang="en-US" b="1" dirty="0">
                <a:latin typeface="Arial Narrow" panose="020B0606020202030204" pitchFamily="34" charset="0"/>
              </a:rPr>
              <a:t>的目标寿命为</a:t>
            </a:r>
            <a:r>
              <a:rPr lang="en-US" altLang="zh-CN" b="1" dirty="0">
                <a:latin typeface="Arial Narrow" panose="020B0606020202030204" pitchFamily="34" charset="0"/>
              </a:rPr>
              <a:t>100</a:t>
            </a:r>
            <a:r>
              <a:rPr lang="zh-CN" altLang="en-US" b="1" dirty="0">
                <a:latin typeface="Arial Narrow" panose="020B0606020202030204" pitchFamily="34" charset="0"/>
              </a:rPr>
              <a:t>年（直到</a:t>
            </a:r>
            <a:r>
              <a:rPr lang="en-US" altLang="zh-CN" b="1" dirty="0">
                <a:latin typeface="Arial Narrow" panose="020B0606020202030204" pitchFamily="34" charset="0"/>
              </a:rPr>
              <a:t>2080</a:t>
            </a:r>
            <a:r>
              <a:rPr lang="zh-CN" altLang="en-US" b="1" dirty="0">
                <a:latin typeface="Arial Narrow" panose="020B0606020202030204" pitchFamily="34" charset="0"/>
              </a:rPr>
              <a:t>年），但鼓励采用</a:t>
            </a:r>
            <a:r>
              <a:rPr lang="en-US" altLang="zh-CN" b="1" dirty="0">
                <a:latin typeface="Arial Narrow" panose="020B0606020202030204" pitchFamily="34" charset="0"/>
              </a:rPr>
              <a:t>64</a:t>
            </a:r>
            <a:r>
              <a:rPr lang="zh-CN" altLang="en-US" b="1" dirty="0">
                <a:latin typeface="Arial Narrow" panose="020B0606020202030204" pitchFamily="34" charset="0"/>
              </a:rPr>
              <a:t>比特作为替代。</a:t>
            </a:r>
          </a:p>
        </p:txBody>
      </p:sp>
      <p:grpSp>
        <p:nvGrpSpPr>
          <p:cNvPr id="41" name="组合 40">
            <a:extLst>
              <a:ext uri="{FF2B5EF4-FFF2-40B4-BE49-F238E27FC236}">
                <a16:creationId xmlns:a16="http://schemas.microsoft.com/office/drawing/2014/main" id="{E39BE8A6-A1D1-4201-A998-AC32ACD856A6}"/>
              </a:ext>
            </a:extLst>
          </p:cNvPr>
          <p:cNvGrpSpPr/>
          <p:nvPr/>
        </p:nvGrpSpPr>
        <p:grpSpPr>
          <a:xfrm>
            <a:off x="3914809" y="1666031"/>
            <a:ext cx="1080739" cy="401680"/>
            <a:chOff x="3967435" y="1304221"/>
            <a:chExt cx="1080739" cy="401680"/>
          </a:xfrm>
        </p:grpSpPr>
        <p:sp>
          <p:nvSpPr>
            <p:cNvPr id="119" name="ethernet_161903">
              <a:extLst>
                <a:ext uri="{FF2B5EF4-FFF2-40B4-BE49-F238E27FC236}">
                  <a16:creationId xmlns:a16="http://schemas.microsoft.com/office/drawing/2014/main" id="{AE6C99A2-6C83-4333-8995-B4FEEAFF8287}"/>
                </a:ext>
              </a:extLst>
            </p:cNvPr>
            <p:cNvSpPr/>
            <p:nvPr/>
          </p:nvSpPr>
          <p:spPr>
            <a:xfrm>
              <a:off x="4647410" y="1305790"/>
              <a:ext cx="400764" cy="400111"/>
            </a:xfrm>
            <a:custGeom>
              <a:avLst/>
              <a:gdLst>
                <a:gd name="T0" fmla="*/ 0 w 6533"/>
                <a:gd name="T1" fmla="*/ 0 h 6533"/>
                <a:gd name="T2" fmla="*/ 0 w 6533"/>
                <a:gd name="T3" fmla="*/ 6533 h 6533"/>
                <a:gd name="T4" fmla="*/ 6533 w 6533"/>
                <a:gd name="T5" fmla="*/ 6533 h 6533"/>
                <a:gd name="T6" fmla="*/ 6533 w 6533"/>
                <a:gd name="T7" fmla="*/ 0 h 6533"/>
                <a:gd name="T8" fmla="*/ 0 w 6533"/>
                <a:gd name="T9" fmla="*/ 0 h 6533"/>
                <a:gd name="T10" fmla="*/ 5735 w 6533"/>
                <a:gd name="T11" fmla="*/ 4439 h 6533"/>
                <a:gd name="T12" fmla="*/ 4568 w 6533"/>
                <a:gd name="T13" fmla="*/ 4439 h 6533"/>
                <a:gd name="T14" fmla="*/ 4568 w 6533"/>
                <a:gd name="T15" fmla="*/ 5117 h 6533"/>
                <a:gd name="T16" fmla="*/ 4127 w 6533"/>
                <a:gd name="T17" fmla="*/ 5117 h 6533"/>
                <a:gd name="T18" fmla="*/ 4127 w 6533"/>
                <a:gd name="T19" fmla="*/ 5796 h 6533"/>
                <a:gd name="T20" fmla="*/ 2405 w 6533"/>
                <a:gd name="T21" fmla="*/ 5796 h 6533"/>
                <a:gd name="T22" fmla="*/ 2405 w 6533"/>
                <a:gd name="T23" fmla="*/ 5121 h 6533"/>
                <a:gd name="T24" fmla="*/ 1964 w 6533"/>
                <a:gd name="T25" fmla="*/ 5121 h 6533"/>
                <a:gd name="T26" fmla="*/ 1964 w 6533"/>
                <a:gd name="T27" fmla="*/ 4437 h 6533"/>
                <a:gd name="T28" fmla="*/ 799 w 6533"/>
                <a:gd name="T29" fmla="*/ 4437 h 6533"/>
                <a:gd name="T30" fmla="*/ 799 w 6533"/>
                <a:gd name="T31" fmla="*/ 731 h 6533"/>
                <a:gd name="T32" fmla="*/ 1421 w 6533"/>
                <a:gd name="T33" fmla="*/ 731 h 6533"/>
                <a:gd name="T34" fmla="*/ 1421 w 6533"/>
                <a:gd name="T35" fmla="*/ 1617 h 6533"/>
                <a:gd name="T36" fmla="*/ 1935 w 6533"/>
                <a:gd name="T37" fmla="*/ 1617 h 6533"/>
                <a:gd name="T38" fmla="*/ 1935 w 6533"/>
                <a:gd name="T39" fmla="*/ 731 h 6533"/>
                <a:gd name="T40" fmla="*/ 2479 w 6533"/>
                <a:gd name="T41" fmla="*/ 731 h 6533"/>
                <a:gd name="T42" fmla="*/ 2479 w 6533"/>
                <a:gd name="T43" fmla="*/ 1617 h 6533"/>
                <a:gd name="T44" fmla="*/ 2992 w 6533"/>
                <a:gd name="T45" fmla="*/ 1617 h 6533"/>
                <a:gd name="T46" fmla="*/ 2992 w 6533"/>
                <a:gd name="T47" fmla="*/ 731 h 6533"/>
                <a:gd name="T48" fmla="*/ 3536 w 6533"/>
                <a:gd name="T49" fmla="*/ 731 h 6533"/>
                <a:gd name="T50" fmla="*/ 3536 w 6533"/>
                <a:gd name="T51" fmla="*/ 1617 h 6533"/>
                <a:gd name="T52" fmla="*/ 4049 w 6533"/>
                <a:gd name="T53" fmla="*/ 1617 h 6533"/>
                <a:gd name="T54" fmla="*/ 4049 w 6533"/>
                <a:gd name="T55" fmla="*/ 731 h 6533"/>
                <a:gd name="T56" fmla="*/ 4593 w 6533"/>
                <a:gd name="T57" fmla="*/ 731 h 6533"/>
                <a:gd name="T58" fmla="*/ 4593 w 6533"/>
                <a:gd name="T59" fmla="*/ 1617 h 6533"/>
                <a:gd name="T60" fmla="*/ 5107 w 6533"/>
                <a:gd name="T61" fmla="*/ 1617 h 6533"/>
                <a:gd name="T62" fmla="*/ 5107 w 6533"/>
                <a:gd name="T63" fmla="*/ 731 h 6533"/>
                <a:gd name="T64" fmla="*/ 5729 w 6533"/>
                <a:gd name="T65" fmla="*/ 731 h 6533"/>
                <a:gd name="T66" fmla="*/ 5729 w 6533"/>
                <a:gd name="T67" fmla="*/ 4439 h 6533"/>
                <a:gd name="T68" fmla="*/ 5735 w 6533"/>
                <a:gd name="T69" fmla="*/ 4439 h 6533"/>
                <a:gd name="T70" fmla="*/ 5735 w 6533"/>
                <a:gd name="T71" fmla="*/ 4439 h 65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6533" h="6533">
                  <a:moveTo>
                    <a:pt x="0" y="0"/>
                  </a:moveTo>
                  <a:lnTo>
                    <a:pt x="0" y="6533"/>
                  </a:lnTo>
                  <a:lnTo>
                    <a:pt x="6533" y="6533"/>
                  </a:lnTo>
                  <a:lnTo>
                    <a:pt x="6533" y="0"/>
                  </a:lnTo>
                  <a:lnTo>
                    <a:pt x="0" y="0"/>
                  </a:lnTo>
                  <a:close/>
                  <a:moveTo>
                    <a:pt x="5735" y="4439"/>
                  </a:moveTo>
                  <a:lnTo>
                    <a:pt x="4568" y="4439"/>
                  </a:lnTo>
                  <a:lnTo>
                    <a:pt x="4568" y="5117"/>
                  </a:lnTo>
                  <a:lnTo>
                    <a:pt x="4127" y="5117"/>
                  </a:lnTo>
                  <a:lnTo>
                    <a:pt x="4127" y="5796"/>
                  </a:lnTo>
                  <a:lnTo>
                    <a:pt x="2405" y="5796"/>
                  </a:lnTo>
                  <a:lnTo>
                    <a:pt x="2405" y="5121"/>
                  </a:lnTo>
                  <a:lnTo>
                    <a:pt x="1964" y="5121"/>
                  </a:lnTo>
                  <a:lnTo>
                    <a:pt x="1964" y="4437"/>
                  </a:lnTo>
                  <a:lnTo>
                    <a:pt x="799" y="4437"/>
                  </a:lnTo>
                  <a:lnTo>
                    <a:pt x="799" y="731"/>
                  </a:lnTo>
                  <a:lnTo>
                    <a:pt x="1421" y="731"/>
                  </a:lnTo>
                  <a:lnTo>
                    <a:pt x="1421" y="1617"/>
                  </a:lnTo>
                  <a:lnTo>
                    <a:pt x="1935" y="1617"/>
                  </a:lnTo>
                  <a:lnTo>
                    <a:pt x="1935" y="731"/>
                  </a:lnTo>
                  <a:lnTo>
                    <a:pt x="2479" y="731"/>
                  </a:lnTo>
                  <a:lnTo>
                    <a:pt x="2479" y="1617"/>
                  </a:lnTo>
                  <a:lnTo>
                    <a:pt x="2992" y="1617"/>
                  </a:lnTo>
                  <a:lnTo>
                    <a:pt x="2992" y="731"/>
                  </a:lnTo>
                  <a:lnTo>
                    <a:pt x="3536" y="731"/>
                  </a:lnTo>
                  <a:lnTo>
                    <a:pt x="3536" y="1617"/>
                  </a:lnTo>
                  <a:lnTo>
                    <a:pt x="4049" y="1617"/>
                  </a:lnTo>
                  <a:lnTo>
                    <a:pt x="4049" y="731"/>
                  </a:lnTo>
                  <a:lnTo>
                    <a:pt x="4593" y="731"/>
                  </a:lnTo>
                  <a:lnTo>
                    <a:pt x="4593" y="1617"/>
                  </a:lnTo>
                  <a:lnTo>
                    <a:pt x="5107" y="1617"/>
                  </a:lnTo>
                  <a:lnTo>
                    <a:pt x="5107" y="731"/>
                  </a:lnTo>
                  <a:lnTo>
                    <a:pt x="5729" y="731"/>
                  </a:lnTo>
                  <a:lnTo>
                    <a:pt x="5729" y="4439"/>
                  </a:lnTo>
                  <a:lnTo>
                    <a:pt x="5735" y="4439"/>
                  </a:lnTo>
                  <a:lnTo>
                    <a:pt x="5735" y="4439"/>
                  </a:lnTo>
                  <a:close/>
                </a:path>
              </a:pathLst>
            </a:cu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26" name="文本框 125">
              <a:extLst>
                <a:ext uri="{FF2B5EF4-FFF2-40B4-BE49-F238E27FC236}">
                  <a16:creationId xmlns:a16="http://schemas.microsoft.com/office/drawing/2014/main" id="{8A97DEF0-0B21-475A-9953-614C892A11B2}"/>
                </a:ext>
              </a:extLst>
            </p:cNvPr>
            <p:cNvSpPr txBox="1"/>
            <p:nvPr/>
          </p:nvSpPr>
          <p:spPr>
            <a:xfrm>
              <a:off x="3967435" y="1304221"/>
              <a:ext cx="698496" cy="400110"/>
            </a:xfrm>
            <a:prstGeom prst="rect">
              <a:avLst/>
            </a:prstGeom>
            <a:noFill/>
          </p:spPr>
          <p:txBody>
            <a:bodyPr wrap="square" rtlCol="0">
              <a:spAutoFit/>
            </a:bodyPr>
            <a:lstStyle/>
            <a:p>
              <a:r>
                <a:rPr lang="en-US" altLang="zh-CN" sz="2000" b="1" dirty="0"/>
                <a:t>1</a:t>
              </a:r>
              <a:r>
                <a:rPr lang="zh-CN" altLang="en-US" sz="2000" b="1" dirty="0"/>
                <a:t>个</a:t>
              </a:r>
            </a:p>
          </p:txBody>
        </p:sp>
      </p:grpSp>
      <p:grpSp>
        <p:nvGrpSpPr>
          <p:cNvPr id="130" name="组合 129">
            <a:extLst>
              <a:ext uri="{FF2B5EF4-FFF2-40B4-BE49-F238E27FC236}">
                <a16:creationId xmlns:a16="http://schemas.microsoft.com/office/drawing/2014/main" id="{86407AAE-A0AB-4B6E-8A89-7510DC9775B2}"/>
              </a:ext>
            </a:extLst>
          </p:cNvPr>
          <p:cNvGrpSpPr/>
          <p:nvPr/>
        </p:nvGrpSpPr>
        <p:grpSpPr>
          <a:xfrm>
            <a:off x="3914809" y="2437425"/>
            <a:ext cx="2105399" cy="614911"/>
            <a:chOff x="3967435" y="2075615"/>
            <a:chExt cx="2105399" cy="614911"/>
          </a:xfrm>
        </p:grpSpPr>
        <p:grpSp>
          <p:nvGrpSpPr>
            <p:cNvPr id="17" name="组合 16">
              <a:extLst>
                <a:ext uri="{FF2B5EF4-FFF2-40B4-BE49-F238E27FC236}">
                  <a16:creationId xmlns:a16="http://schemas.microsoft.com/office/drawing/2014/main" id="{D910DE29-DD8D-4EA5-BCE0-0B6ECA2DB27D}"/>
                </a:ext>
              </a:extLst>
            </p:cNvPr>
            <p:cNvGrpSpPr/>
            <p:nvPr/>
          </p:nvGrpSpPr>
          <p:grpSpPr>
            <a:xfrm>
              <a:off x="4602777" y="2075615"/>
              <a:ext cx="1470057" cy="614911"/>
              <a:chOff x="4221229" y="2075615"/>
              <a:chExt cx="1470057" cy="614911"/>
            </a:xfrm>
          </p:grpSpPr>
          <p:sp>
            <p:nvSpPr>
              <p:cNvPr id="120" name="iconfont-11085-5222610">
                <a:extLst>
                  <a:ext uri="{FF2B5EF4-FFF2-40B4-BE49-F238E27FC236}">
                    <a16:creationId xmlns:a16="http://schemas.microsoft.com/office/drawing/2014/main" id="{58B83A24-E793-4B09-B6D0-7E28C99B3E8B}"/>
                  </a:ext>
                </a:extLst>
              </p:cNvPr>
              <p:cNvSpPr/>
              <p:nvPr/>
            </p:nvSpPr>
            <p:spPr>
              <a:xfrm>
                <a:off x="4221229" y="2075615"/>
                <a:ext cx="557284" cy="609685"/>
              </a:xfrm>
              <a:custGeom>
                <a:avLst/>
                <a:gdLst>
                  <a:gd name="connsiteX0" fmla="*/ 308859 w 451431"/>
                  <a:gd name="connsiteY0" fmla="*/ 405861 h 493879"/>
                  <a:gd name="connsiteX1" fmla="*/ 308859 w 451431"/>
                  <a:gd name="connsiteY1" fmla="*/ 457029 h 493879"/>
                  <a:gd name="connsiteX2" fmla="*/ 324335 w 451431"/>
                  <a:gd name="connsiteY2" fmla="*/ 457029 h 493879"/>
                  <a:gd name="connsiteX3" fmla="*/ 324335 w 451431"/>
                  <a:gd name="connsiteY3" fmla="*/ 405861 h 493879"/>
                  <a:gd name="connsiteX4" fmla="*/ 230429 w 451431"/>
                  <a:gd name="connsiteY4" fmla="*/ 405861 h 493879"/>
                  <a:gd name="connsiteX5" fmla="*/ 230429 w 451431"/>
                  <a:gd name="connsiteY5" fmla="*/ 457029 h 493879"/>
                  <a:gd name="connsiteX6" fmla="*/ 245905 w 451431"/>
                  <a:gd name="connsiteY6" fmla="*/ 457029 h 493879"/>
                  <a:gd name="connsiteX7" fmla="*/ 245905 w 451431"/>
                  <a:gd name="connsiteY7" fmla="*/ 405861 h 493879"/>
                  <a:gd name="connsiteX8" fmla="*/ 159666 w 451431"/>
                  <a:gd name="connsiteY8" fmla="*/ 405861 h 493879"/>
                  <a:gd name="connsiteX9" fmla="*/ 142237 w 451431"/>
                  <a:gd name="connsiteY9" fmla="*/ 441750 h 493879"/>
                  <a:gd name="connsiteX10" fmla="*/ 141952 w 451431"/>
                  <a:gd name="connsiteY10" fmla="*/ 441750 h 493879"/>
                  <a:gd name="connsiteX11" fmla="*/ 127190 w 451431"/>
                  <a:gd name="connsiteY11" fmla="*/ 405909 h 493879"/>
                  <a:gd name="connsiteX12" fmla="*/ 110856 w 451431"/>
                  <a:gd name="connsiteY12" fmla="*/ 405909 h 493879"/>
                  <a:gd name="connsiteX13" fmla="*/ 135428 w 451431"/>
                  <a:gd name="connsiteY13" fmla="*/ 457076 h 493879"/>
                  <a:gd name="connsiteX14" fmla="*/ 149047 w 451431"/>
                  <a:gd name="connsiteY14" fmla="*/ 457076 h 493879"/>
                  <a:gd name="connsiteX15" fmla="*/ 165095 w 451431"/>
                  <a:gd name="connsiteY15" fmla="*/ 421235 h 493879"/>
                  <a:gd name="connsiteX16" fmla="*/ 165381 w 451431"/>
                  <a:gd name="connsiteY16" fmla="*/ 421235 h 493879"/>
                  <a:gd name="connsiteX17" fmla="*/ 181428 w 451431"/>
                  <a:gd name="connsiteY17" fmla="*/ 457029 h 493879"/>
                  <a:gd name="connsiteX18" fmla="*/ 195143 w 451431"/>
                  <a:gd name="connsiteY18" fmla="*/ 457029 h 493879"/>
                  <a:gd name="connsiteX19" fmla="*/ 219619 w 451431"/>
                  <a:gd name="connsiteY19" fmla="*/ 405861 h 493879"/>
                  <a:gd name="connsiteX20" fmla="*/ 203238 w 451431"/>
                  <a:gd name="connsiteY20" fmla="*/ 405861 h 493879"/>
                  <a:gd name="connsiteX21" fmla="*/ 188619 w 451431"/>
                  <a:gd name="connsiteY21" fmla="*/ 441750 h 493879"/>
                  <a:gd name="connsiteX22" fmla="*/ 188333 w 451431"/>
                  <a:gd name="connsiteY22" fmla="*/ 441750 h 493879"/>
                  <a:gd name="connsiteX23" fmla="*/ 170857 w 451431"/>
                  <a:gd name="connsiteY23" fmla="*/ 405861 h 493879"/>
                  <a:gd name="connsiteX24" fmla="*/ 308859 w 451431"/>
                  <a:gd name="connsiteY24" fmla="*/ 385156 h 493879"/>
                  <a:gd name="connsiteX25" fmla="*/ 308859 w 451431"/>
                  <a:gd name="connsiteY25" fmla="*/ 395485 h 493879"/>
                  <a:gd name="connsiteX26" fmla="*/ 324335 w 451431"/>
                  <a:gd name="connsiteY26" fmla="*/ 395485 h 493879"/>
                  <a:gd name="connsiteX27" fmla="*/ 324335 w 451431"/>
                  <a:gd name="connsiteY27" fmla="*/ 385156 h 493879"/>
                  <a:gd name="connsiteX28" fmla="*/ 289716 w 451431"/>
                  <a:gd name="connsiteY28" fmla="*/ 385156 h 493879"/>
                  <a:gd name="connsiteX29" fmla="*/ 274811 w 451431"/>
                  <a:gd name="connsiteY29" fmla="*/ 388393 h 493879"/>
                  <a:gd name="connsiteX30" fmla="*/ 268763 w 451431"/>
                  <a:gd name="connsiteY30" fmla="*/ 399102 h 493879"/>
                  <a:gd name="connsiteX31" fmla="*/ 268763 w 451431"/>
                  <a:gd name="connsiteY31" fmla="*/ 405861 h 493879"/>
                  <a:gd name="connsiteX32" fmla="*/ 261001 w 451431"/>
                  <a:gd name="connsiteY32" fmla="*/ 405861 h 493879"/>
                  <a:gd name="connsiteX33" fmla="*/ 261001 w 451431"/>
                  <a:gd name="connsiteY33" fmla="*/ 413715 h 493879"/>
                  <a:gd name="connsiteX34" fmla="*/ 268763 w 451431"/>
                  <a:gd name="connsiteY34" fmla="*/ 413715 h 493879"/>
                  <a:gd name="connsiteX35" fmla="*/ 268763 w 451431"/>
                  <a:gd name="connsiteY35" fmla="*/ 457076 h 493879"/>
                  <a:gd name="connsiteX36" fmla="*/ 284239 w 451431"/>
                  <a:gd name="connsiteY36" fmla="*/ 457076 h 493879"/>
                  <a:gd name="connsiteX37" fmla="*/ 284239 w 451431"/>
                  <a:gd name="connsiteY37" fmla="*/ 413715 h 493879"/>
                  <a:gd name="connsiteX38" fmla="*/ 299716 w 451431"/>
                  <a:gd name="connsiteY38" fmla="*/ 413715 h 493879"/>
                  <a:gd name="connsiteX39" fmla="*/ 299716 w 451431"/>
                  <a:gd name="connsiteY39" fmla="*/ 405861 h 493879"/>
                  <a:gd name="connsiteX40" fmla="*/ 284239 w 451431"/>
                  <a:gd name="connsiteY40" fmla="*/ 405861 h 493879"/>
                  <a:gd name="connsiteX41" fmla="*/ 284239 w 451431"/>
                  <a:gd name="connsiteY41" fmla="*/ 399102 h 493879"/>
                  <a:gd name="connsiteX42" fmla="*/ 290858 w 451431"/>
                  <a:gd name="connsiteY42" fmla="*/ 394866 h 493879"/>
                  <a:gd name="connsiteX43" fmla="*/ 299668 w 451431"/>
                  <a:gd name="connsiteY43" fmla="*/ 394866 h 493879"/>
                  <a:gd name="connsiteX44" fmla="*/ 299668 w 451431"/>
                  <a:gd name="connsiteY44" fmla="*/ 385156 h 493879"/>
                  <a:gd name="connsiteX45" fmla="*/ 230429 w 451431"/>
                  <a:gd name="connsiteY45" fmla="*/ 385156 h 493879"/>
                  <a:gd name="connsiteX46" fmla="*/ 230429 w 451431"/>
                  <a:gd name="connsiteY46" fmla="*/ 395485 h 493879"/>
                  <a:gd name="connsiteX47" fmla="*/ 245905 w 451431"/>
                  <a:gd name="connsiteY47" fmla="*/ 395485 h 493879"/>
                  <a:gd name="connsiteX48" fmla="*/ 245905 w 451431"/>
                  <a:gd name="connsiteY48" fmla="*/ 385156 h 493879"/>
                  <a:gd name="connsiteX49" fmla="*/ 52808 w 451431"/>
                  <a:gd name="connsiteY49" fmla="*/ 333080 h 493879"/>
                  <a:gd name="connsiteX50" fmla="*/ 185998 w 451431"/>
                  <a:gd name="connsiteY50" fmla="*/ 333080 h 493879"/>
                  <a:gd name="connsiteX51" fmla="*/ 225713 w 451431"/>
                  <a:gd name="connsiteY51" fmla="*/ 362897 h 493879"/>
                  <a:gd name="connsiteX52" fmla="*/ 265427 w 451431"/>
                  <a:gd name="connsiteY52" fmla="*/ 333080 h 493879"/>
                  <a:gd name="connsiteX53" fmla="*/ 392617 w 451431"/>
                  <a:gd name="connsiteY53" fmla="*/ 333080 h 493879"/>
                  <a:gd name="connsiteX54" fmla="*/ 427998 w 451431"/>
                  <a:gd name="connsiteY54" fmla="*/ 368517 h 493879"/>
                  <a:gd name="connsiteX55" fmla="*/ 427998 w 451431"/>
                  <a:gd name="connsiteY55" fmla="*/ 458490 h 493879"/>
                  <a:gd name="connsiteX56" fmla="*/ 392617 w 451431"/>
                  <a:gd name="connsiteY56" fmla="*/ 493879 h 493879"/>
                  <a:gd name="connsiteX57" fmla="*/ 52808 w 451431"/>
                  <a:gd name="connsiteY57" fmla="*/ 493879 h 493879"/>
                  <a:gd name="connsiteX58" fmla="*/ 17379 w 451431"/>
                  <a:gd name="connsiteY58" fmla="*/ 458490 h 493879"/>
                  <a:gd name="connsiteX59" fmla="*/ 17379 w 451431"/>
                  <a:gd name="connsiteY59" fmla="*/ 368517 h 493879"/>
                  <a:gd name="connsiteX60" fmla="*/ 52808 w 451431"/>
                  <a:gd name="connsiteY60" fmla="*/ 333080 h 493879"/>
                  <a:gd name="connsiteX61" fmla="*/ 221570 w 451431"/>
                  <a:gd name="connsiteY61" fmla="*/ 167150 h 493879"/>
                  <a:gd name="connsiteX62" fmla="*/ 349293 w 451431"/>
                  <a:gd name="connsiteY62" fmla="*/ 222288 h 493879"/>
                  <a:gd name="connsiteX63" fmla="*/ 349817 w 451431"/>
                  <a:gd name="connsiteY63" fmla="*/ 243305 h 493879"/>
                  <a:gd name="connsiteX64" fmla="*/ 328768 w 451431"/>
                  <a:gd name="connsiteY64" fmla="*/ 243877 h 493879"/>
                  <a:gd name="connsiteX65" fmla="*/ 222570 w 451431"/>
                  <a:gd name="connsiteY65" fmla="*/ 196935 h 493879"/>
                  <a:gd name="connsiteX66" fmla="*/ 123372 w 451431"/>
                  <a:gd name="connsiteY66" fmla="*/ 243162 h 493879"/>
                  <a:gd name="connsiteX67" fmla="*/ 112419 w 451431"/>
                  <a:gd name="connsiteY67" fmla="*/ 247975 h 493879"/>
                  <a:gd name="connsiteX68" fmla="*/ 101466 w 451431"/>
                  <a:gd name="connsiteY68" fmla="*/ 222955 h 493879"/>
                  <a:gd name="connsiteX69" fmla="*/ 221570 w 451431"/>
                  <a:gd name="connsiteY69" fmla="*/ 167150 h 493879"/>
                  <a:gd name="connsiteX70" fmla="*/ 220498 w 451431"/>
                  <a:gd name="connsiteY70" fmla="*/ 84448 h 493879"/>
                  <a:gd name="connsiteX71" fmla="*/ 383418 w 451431"/>
                  <a:gd name="connsiteY71" fmla="*/ 154861 h 493879"/>
                  <a:gd name="connsiteX72" fmla="*/ 383989 w 451431"/>
                  <a:gd name="connsiteY72" fmla="*/ 175904 h 493879"/>
                  <a:gd name="connsiteX73" fmla="*/ 362940 w 451431"/>
                  <a:gd name="connsiteY73" fmla="*/ 176427 h 493879"/>
                  <a:gd name="connsiteX74" fmla="*/ 221498 w 451431"/>
                  <a:gd name="connsiteY74" fmla="*/ 114203 h 493879"/>
                  <a:gd name="connsiteX75" fmla="*/ 89248 w 451431"/>
                  <a:gd name="connsiteY75" fmla="*/ 175713 h 493879"/>
                  <a:gd name="connsiteX76" fmla="*/ 78294 w 451431"/>
                  <a:gd name="connsiteY76" fmla="*/ 180522 h 493879"/>
                  <a:gd name="connsiteX77" fmla="*/ 67341 w 451431"/>
                  <a:gd name="connsiteY77" fmla="*/ 155575 h 493879"/>
                  <a:gd name="connsiteX78" fmla="*/ 109964 w 451431"/>
                  <a:gd name="connsiteY78" fmla="*/ 121059 h 493879"/>
                  <a:gd name="connsiteX79" fmla="*/ 220498 w 451431"/>
                  <a:gd name="connsiteY79" fmla="*/ 84448 h 493879"/>
                  <a:gd name="connsiteX80" fmla="*/ 218427 w 451431"/>
                  <a:gd name="connsiteY80" fmla="*/ 148 h 493879"/>
                  <a:gd name="connsiteX81" fmla="*/ 446808 w 451431"/>
                  <a:gd name="connsiteY81" fmla="*/ 99123 h 493879"/>
                  <a:gd name="connsiteX82" fmla="*/ 447331 w 451431"/>
                  <a:gd name="connsiteY82" fmla="*/ 120175 h 493879"/>
                  <a:gd name="connsiteX83" fmla="*/ 426284 w 451431"/>
                  <a:gd name="connsiteY83" fmla="*/ 120699 h 493879"/>
                  <a:gd name="connsiteX84" fmla="*/ 219427 w 451431"/>
                  <a:gd name="connsiteY84" fmla="*/ 29917 h 493879"/>
                  <a:gd name="connsiteX85" fmla="*/ 25856 w 451431"/>
                  <a:gd name="connsiteY85" fmla="*/ 119985 h 493879"/>
                  <a:gd name="connsiteX86" fmla="*/ 14903 w 451431"/>
                  <a:gd name="connsiteY86" fmla="*/ 124795 h 493879"/>
                  <a:gd name="connsiteX87" fmla="*/ 3951 w 451431"/>
                  <a:gd name="connsiteY87" fmla="*/ 99837 h 493879"/>
                  <a:gd name="connsiteX88" fmla="*/ 63665 w 451431"/>
                  <a:gd name="connsiteY88" fmla="*/ 51493 h 493879"/>
                  <a:gd name="connsiteX89" fmla="*/ 131094 w 451431"/>
                  <a:gd name="connsiteY89" fmla="*/ 17581 h 493879"/>
                  <a:gd name="connsiteX90" fmla="*/ 218427 w 451431"/>
                  <a:gd name="connsiteY90" fmla="*/ 148 h 49387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Lst>
                <a:rect l="l" t="t" r="r" b="b"/>
                <a:pathLst>
                  <a:path w="451431" h="493879">
                    <a:moveTo>
                      <a:pt x="308859" y="405861"/>
                    </a:moveTo>
                    <a:lnTo>
                      <a:pt x="308859" y="457029"/>
                    </a:lnTo>
                    <a:lnTo>
                      <a:pt x="324335" y="457029"/>
                    </a:lnTo>
                    <a:lnTo>
                      <a:pt x="324335" y="405861"/>
                    </a:lnTo>
                    <a:close/>
                    <a:moveTo>
                      <a:pt x="230429" y="405861"/>
                    </a:moveTo>
                    <a:lnTo>
                      <a:pt x="230429" y="457029"/>
                    </a:lnTo>
                    <a:lnTo>
                      <a:pt x="245905" y="457029"/>
                    </a:lnTo>
                    <a:lnTo>
                      <a:pt x="245905" y="405861"/>
                    </a:lnTo>
                    <a:close/>
                    <a:moveTo>
                      <a:pt x="159666" y="405861"/>
                    </a:moveTo>
                    <a:lnTo>
                      <a:pt x="142237" y="441750"/>
                    </a:lnTo>
                    <a:lnTo>
                      <a:pt x="141952" y="441750"/>
                    </a:lnTo>
                    <a:lnTo>
                      <a:pt x="127190" y="405909"/>
                    </a:lnTo>
                    <a:lnTo>
                      <a:pt x="110856" y="405909"/>
                    </a:lnTo>
                    <a:lnTo>
                      <a:pt x="135428" y="457076"/>
                    </a:lnTo>
                    <a:lnTo>
                      <a:pt x="149047" y="457076"/>
                    </a:lnTo>
                    <a:lnTo>
                      <a:pt x="165095" y="421235"/>
                    </a:lnTo>
                    <a:lnTo>
                      <a:pt x="165381" y="421235"/>
                    </a:lnTo>
                    <a:lnTo>
                      <a:pt x="181428" y="457029"/>
                    </a:lnTo>
                    <a:lnTo>
                      <a:pt x="195143" y="457029"/>
                    </a:lnTo>
                    <a:lnTo>
                      <a:pt x="219619" y="405861"/>
                    </a:lnTo>
                    <a:lnTo>
                      <a:pt x="203238" y="405861"/>
                    </a:lnTo>
                    <a:lnTo>
                      <a:pt x="188619" y="441750"/>
                    </a:lnTo>
                    <a:lnTo>
                      <a:pt x="188333" y="441750"/>
                    </a:lnTo>
                    <a:lnTo>
                      <a:pt x="170857" y="405861"/>
                    </a:lnTo>
                    <a:close/>
                    <a:moveTo>
                      <a:pt x="308859" y="385156"/>
                    </a:moveTo>
                    <a:lnTo>
                      <a:pt x="308859" y="395485"/>
                    </a:lnTo>
                    <a:lnTo>
                      <a:pt x="324335" y="395485"/>
                    </a:lnTo>
                    <a:lnTo>
                      <a:pt x="324335" y="385156"/>
                    </a:lnTo>
                    <a:close/>
                    <a:moveTo>
                      <a:pt x="289716" y="385156"/>
                    </a:moveTo>
                    <a:cubicBezTo>
                      <a:pt x="283715" y="385156"/>
                      <a:pt x="278763" y="386251"/>
                      <a:pt x="274811" y="388393"/>
                    </a:cubicBezTo>
                    <a:cubicBezTo>
                      <a:pt x="270763" y="390678"/>
                      <a:pt x="268763" y="394247"/>
                      <a:pt x="268763" y="399102"/>
                    </a:cubicBezTo>
                    <a:lnTo>
                      <a:pt x="268763" y="405861"/>
                    </a:lnTo>
                    <a:lnTo>
                      <a:pt x="261001" y="405861"/>
                    </a:lnTo>
                    <a:lnTo>
                      <a:pt x="261001" y="413715"/>
                    </a:lnTo>
                    <a:lnTo>
                      <a:pt x="268763" y="413715"/>
                    </a:lnTo>
                    <a:lnTo>
                      <a:pt x="268763" y="457076"/>
                    </a:lnTo>
                    <a:lnTo>
                      <a:pt x="284239" y="457076"/>
                    </a:lnTo>
                    <a:lnTo>
                      <a:pt x="284239" y="413715"/>
                    </a:lnTo>
                    <a:lnTo>
                      <a:pt x="299716" y="413715"/>
                    </a:lnTo>
                    <a:lnTo>
                      <a:pt x="299716" y="405861"/>
                    </a:lnTo>
                    <a:lnTo>
                      <a:pt x="284239" y="405861"/>
                    </a:lnTo>
                    <a:lnTo>
                      <a:pt x="284239" y="399102"/>
                    </a:lnTo>
                    <a:cubicBezTo>
                      <a:pt x="284001" y="396199"/>
                      <a:pt x="286239" y="394771"/>
                      <a:pt x="290858" y="394866"/>
                    </a:cubicBezTo>
                    <a:lnTo>
                      <a:pt x="299668" y="394866"/>
                    </a:lnTo>
                    <a:lnTo>
                      <a:pt x="299668" y="385156"/>
                    </a:lnTo>
                    <a:close/>
                    <a:moveTo>
                      <a:pt x="230429" y="385156"/>
                    </a:moveTo>
                    <a:lnTo>
                      <a:pt x="230429" y="395485"/>
                    </a:lnTo>
                    <a:lnTo>
                      <a:pt x="245905" y="395485"/>
                    </a:lnTo>
                    <a:lnTo>
                      <a:pt x="245905" y="385156"/>
                    </a:lnTo>
                    <a:close/>
                    <a:moveTo>
                      <a:pt x="52808" y="333080"/>
                    </a:moveTo>
                    <a:lnTo>
                      <a:pt x="185998" y="333080"/>
                    </a:lnTo>
                    <a:cubicBezTo>
                      <a:pt x="191141" y="350751"/>
                      <a:pt x="207332" y="362897"/>
                      <a:pt x="225713" y="362897"/>
                    </a:cubicBezTo>
                    <a:cubicBezTo>
                      <a:pt x="244093" y="362897"/>
                      <a:pt x="260284" y="350751"/>
                      <a:pt x="265427" y="333080"/>
                    </a:cubicBezTo>
                    <a:lnTo>
                      <a:pt x="392617" y="333080"/>
                    </a:lnTo>
                    <a:cubicBezTo>
                      <a:pt x="412141" y="333080"/>
                      <a:pt x="427998" y="348941"/>
                      <a:pt x="427998" y="368517"/>
                    </a:cubicBezTo>
                    <a:lnTo>
                      <a:pt x="427998" y="458490"/>
                    </a:lnTo>
                    <a:cubicBezTo>
                      <a:pt x="427998" y="478019"/>
                      <a:pt x="412141" y="493879"/>
                      <a:pt x="392617" y="493879"/>
                    </a:cubicBezTo>
                    <a:lnTo>
                      <a:pt x="52808" y="493879"/>
                    </a:lnTo>
                    <a:cubicBezTo>
                      <a:pt x="33237" y="493879"/>
                      <a:pt x="17379" y="478019"/>
                      <a:pt x="17379" y="458490"/>
                    </a:cubicBezTo>
                    <a:lnTo>
                      <a:pt x="17379" y="368517"/>
                    </a:lnTo>
                    <a:cubicBezTo>
                      <a:pt x="17379" y="348941"/>
                      <a:pt x="33237" y="333080"/>
                      <a:pt x="52808" y="333080"/>
                    </a:cubicBezTo>
                    <a:close/>
                    <a:moveTo>
                      <a:pt x="221570" y="167150"/>
                    </a:moveTo>
                    <a:cubicBezTo>
                      <a:pt x="266287" y="165625"/>
                      <a:pt x="309243" y="184211"/>
                      <a:pt x="349293" y="222288"/>
                    </a:cubicBezTo>
                    <a:cubicBezTo>
                      <a:pt x="355246" y="227912"/>
                      <a:pt x="355484" y="237348"/>
                      <a:pt x="349817" y="243305"/>
                    </a:cubicBezTo>
                    <a:cubicBezTo>
                      <a:pt x="344150" y="249262"/>
                      <a:pt x="334721" y="249548"/>
                      <a:pt x="328768" y="243877"/>
                    </a:cubicBezTo>
                    <a:cubicBezTo>
                      <a:pt x="294718" y="211470"/>
                      <a:pt x="259001" y="195696"/>
                      <a:pt x="222570" y="196935"/>
                    </a:cubicBezTo>
                    <a:cubicBezTo>
                      <a:pt x="164708" y="198841"/>
                      <a:pt x="123800" y="242685"/>
                      <a:pt x="123372" y="243162"/>
                    </a:cubicBezTo>
                    <a:cubicBezTo>
                      <a:pt x="120562" y="246212"/>
                      <a:pt x="116610" y="247975"/>
                      <a:pt x="112419" y="247975"/>
                    </a:cubicBezTo>
                    <a:cubicBezTo>
                      <a:pt x="99465" y="247927"/>
                      <a:pt x="92703" y="232534"/>
                      <a:pt x="101466" y="222955"/>
                    </a:cubicBezTo>
                    <a:cubicBezTo>
                      <a:pt x="103466" y="220811"/>
                      <a:pt x="151374" y="169533"/>
                      <a:pt x="221570" y="167150"/>
                    </a:cubicBezTo>
                    <a:close/>
                    <a:moveTo>
                      <a:pt x="220498" y="84448"/>
                    </a:moveTo>
                    <a:cubicBezTo>
                      <a:pt x="277408" y="82496"/>
                      <a:pt x="332223" y="106205"/>
                      <a:pt x="383418" y="154861"/>
                    </a:cubicBezTo>
                    <a:cubicBezTo>
                      <a:pt x="389371" y="160526"/>
                      <a:pt x="389609" y="169953"/>
                      <a:pt x="383989" y="175904"/>
                    </a:cubicBezTo>
                    <a:cubicBezTo>
                      <a:pt x="378322" y="181855"/>
                      <a:pt x="368893" y="182093"/>
                      <a:pt x="362940" y="176427"/>
                    </a:cubicBezTo>
                    <a:cubicBezTo>
                      <a:pt x="317745" y="133484"/>
                      <a:pt x="270122" y="112537"/>
                      <a:pt x="221498" y="114203"/>
                    </a:cubicBezTo>
                    <a:cubicBezTo>
                      <a:pt x="144348" y="116726"/>
                      <a:pt x="89819" y="175094"/>
                      <a:pt x="89248" y="175713"/>
                    </a:cubicBezTo>
                    <a:cubicBezTo>
                      <a:pt x="86438" y="178760"/>
                      <a:pt x="82485" y="180522"/>
                      <a:pt x="78294" y="180522"/>
                    </a:cubicBezTo>
                    <a:cubicBezTo>
                      <a:pt x="65341" y="180522"/>
                      <a:pt x="58578" y="165097"/>
                      <a:pt x="67341" y="155575"/>
                    </a:cubicBezTo>
                    <a:cubicBezTo>
                      <a:pt x="68007" y="154861"/>
                      <a:pt x="83533" y="138102"/>
                      <a:pt x="109964" y="121059"/>
                    </a:cubicBezTo>
                    <a:cubicBezTo>
                      <a:pt x="145110" y="98349"/>
                      <a:pt x="183352" y="85686"/>
                      <a:pt x="220498" y="84448"/>
                    </a:cubicBezTo>
                    <a:close/>
                    <a:moveTo>
                      <a:pt x="218427" y="148"/>
                    </a:moveTo>
                    <a:cubicBezTo>
                      <a:pt x="297998" y="-2519"/>
                      <a:pt x="374855" y="30774"/>
                      <a:pt x="446808" y="99123"/>
                    </a:cubicBezTo>
                    <a:cubicBezTo>
                      <a:pt x="452760" y="104791"/>
                      <a:pt x="452998" y="114221"/>
                      <a:pt x="447331" y="120175"/>
                    </a:cubicBezTo>
                    <a:cubicBezTo>
                      <a:pt x="441665" y="126129"/>
                      <a:pt x="432236" y="126367"/>
                      <a:pt x="426284" y="120699"/>
                    </a:cubicBezTo>
                    <a:cubicBezTo>
                      <a:pt x="360379" y="58066"/>
                      <a:pt x="290760" y="27488"/>
                      <a:pt x="219427" y="29917"/>
                    </a:cubicBezTo>
                    <a:cubicBezTo>
                      <a:pt x="106475" y="33679"/>
                      <a:pt x="26665" y="119127"/>
                      <a:pt x="25856" y="119985"/>
                    </a:cubicBezTo>
                    <a:cubicBezTo>
                      <a:pt x="23046" y="123081"/>
                      <a:pt x="19046" y="124795"/>
                      <a:pt x="14903" y="124795"/>
                    </a:cubicBezTo>
                    <a:cubicBezTo>
                      <a:pt x="1951" y="124795"/>
                      <a:pt x="-4811" y="109363"/>
                      <a:pt x="3951" y="99837"/>
                    </a:cubicBezTo>
                    <a:cubicBezTo>
                      <a:pt x="4856" y="98837"/>
                      <a:pt x="26570" y="75451"/>
                      <a:pt x="63665" y="51493"/>
                    </a:cubicBezTo>
                    <a:cubicBezTo>
                      <a:pt x="84808" y="37728"/>
                      <a:pt x="107427" y="26344"/>
                      <a:pt x="131094" y="17581"/>
                    </a:cubicBezTo>
                    <a:cubicBezTo>
                      <a:pt x="159951" y="7007"/>
                      <a:pt x="189332" y="1148"/>
                      <a:pt x="218427" y="148"/>
                    </a:cubicBezTo>
                    <a:close/>
                  </a:path>
                </a:pathLst>
              </a:cu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22" name="iconfont-11253-5327653">
                <a:extLst>
                  <a:ext uri="{FF2B5EF4-FFF2-40B4-BE49-F238E27FC236}">
                    <a16:creationId xmlns:a16="http://schemas.microsoft.com/office/drawing/2014/main" id="{B8C54A6A-9ECE-4D9E-B93E-EBFB28F592A1}"/>
                  </a:ext>
                </a:extLst>
              </p:cNvPr>
              <p:cNvSpPr/>
              <p:nvPr/>
            </p:nvSpPr>
            <p:spPr>
              <a:xfrm>
                <a:off x="5241484" y="2080841"/>
                <a:ext cx="449802" cy="609685"/>
              </a:xfrm>
              <a:custGeom>
                <a:avLst/>
                <a:gdLst>
                  <a:gd name="T0" fmla="*/ 7199 w 7378"/>
                  <a:gd name="T1" fmla="*/ 2961 h 10001"/>
                  <a:gd name="T2" fmla="*/ 7378 w 7378"/>
                  <a:gd name="T3" fmla="*/ 5001 h 10001"/>
                  <a:gd name="T4" fmla="*/ 7199 w 7378"/>
                  <a:gd name="T5" fmla="*/ 7041 h 10001"/>
                  <a:gd name="T6" fmla="*/ 6710 w 7378"/>
                  <a:gd name="T7" fmla="*/ 8475 h 10001"/>
                  <a:gd name="T8" fmla="*/ 5926 w 7378"/>
                  <a:gd name="T9" fmla="*/ 9383 h 10001"/>
                  <a:gd name="T10" fmla="*/ 4914 w 7378"/>
                  <a:gd name="T11" fmla="*/ 9865 h 10001"/>
                  <a:gd name="T12" fmla="*/ 3689 w 7378"/>
                  <a:gd name="T13" fmla="*/ 10001 h 10001"/>
                  <a:gd name="T14" fmla="*/ 2464 w 7378"/>
                  <a:gd name="T15" fmla="*/ 9865 h 10001"/>
                  <a:gd name="T16" fmla="*/ 1451 w 7378"/>
                  <a:gd name="T17" fmla="*/ 9383 h 10001"/>
                  <a:gd name="T18" fmla="*/ 668 w 7378"/>
                  <a:gd name="T19" fmla="*/ 8475 h 10001"/>
                  <a:gd name="T20" fmla="*/ 179 w 7378"/>
                  <a:gd name="T21" fmla="*/ 7041 h 10001"/>
                  <a:gd name="T22" fmla="*/ 0 w 7378"/>
                  <a:gd name="T23" fmla="*/ 5001 h 10001"/>
                  <a:gd name="T24" fmla="*/ 179 w 7378"/>
                  <a:gd name="T25" fmla="*/ 2961 h 10001"/>
                  <a:gd name="T26" fmla="*/ 668 w 7378"/>
                  <a:gd name="T27" fmla="*/ 1527 h 10001"/>
                  <a:gd name="T28" fmla="*/ 1451 w 7378"/>
                  <a:gd name="T29" fmla="*/ 620 h 10001"/>
                  <a:gd name="T30" fmla="*/ 2464 w 7378"/>
                  <a:gd name="T31" fmla="*/ 137 h 10001"/>
                  <a:gd name="T32" fmla="*/ 3689 w 7378"/>
                  <a:gd name="T33" fmla="*/ 0 h 10001"/>
                  <a:gd name="T34" fmla="*/ 4914 w 7378"/>
                  <a:gd name="T35" fmla="*/ 136 h 10001"/>
                  <a:gd name="T36" fmla="*/ 5926 w 7378"/>
                  <a:gd name="T37" fmla="*/ 619 h 10001"/>
                  <a:gd name="T38" fmla="*/ 6710 w 7378"/>
                  <a:gd name="T39" fmla="*/ 1526 h 10001"/>
                  <a:gd name="T40" fmla="*/ 7199 w 7378"/>
                  <a:gd name="T41" fmla="*/ 2961 h 10001"/>
                  <a:gd name="T42" fmla="*/ 3365 w 7378"/>
                  <a:gd name="T43" fmla="*/ 9298 h 10001"/>
                  <a:gd name="T44" fmla="*/ 5954 w 7378"/>
                  <a:gd name="T45" fmla="*/ 6707 h 10001"/>
                  <a:gd name="T46" fmla="*/ 4247 w 7378"/>
                  <a:gd name="T47" fmla="*/ 5000 h 10001"/>
                  <a:gd name="T48" fmla="*/ 5954 w 7378"/>
                  <a:gd name="T49" fmla="*/ 3293 h 10001"/>
                  <a:gd name="T50" fmla="*/ 3365 w 7378"/>
                  <a:gd name="T51" fmla="*/ 703 h 10001"/>
                  <a:gd name="T52" fmla="*/ 3365 w 7378"/>
                  <a:gd name="T53" fmla="*/ 4113 h 10001"/>
                  <a:gd name="T54" fmla="*/ 1943 w 7378"/>
                  <a:gd name="T55" fmla="*/ 2690 h 10001"/>
                  <a:gd name="T56" fmla="*/ 1424 w 7378"/>
                  <a:gd name="T57" fmla="*/ 3209 h 10001"/>
                  <a:gd name="T58" fmla="*/ 3210 w 7378"/>
                  <a:gd name="T59" fmla="*/ 5000 h 10001"/>
                  <a:gd name="T60" fmla="*/ 1424 w 7378"/>
                  <a:gd name="T61" fmla="*/ 6791 h 10001"/>
                  <a:gd name="T62" fmla="*/ 1943 w 7378"/>
                  <a:gd name="T63" fmla="*/ 7310 h 10001"/>
                  <a:gd name="T64" fmla="*/ 3365 w 7378"/>
                  <a:gd name="T65" fmla="*/ 5888 h 10001"/>
                  <a:gd name="T66" fmla="*/ 3365 w 7378"/>
                  <a:gd name="T67" fmla="*/ 9298 h 10001"/>
                  <a:gd name="T68" fmla="*/ 4090 w 7378"/>
                  <a:gd name="T69" fmla="*/ 2466 h 10001"/>
                  <a:gd name="T70" fmla="*/ 4922 w 7378"/>
                  <a:gd name="T71" fmla="*/ 3297 h 10001"/>
                  <a:gd name="T72" fmla="*/ 4095 w 7378"/>
                  <a:gd name="T73" fmla="*/ 4124 h 10001"/>
                  <a:gd name="T74" fmla="*/ 4090 w 7378"/>
                  <a:gd name="T75" fmla="*/ 2466 h 10001"/>
                  <a:gd name="T76" fmla="*/ 4097 w 7378"/>
                  <a:gd name="T77" fmla="*/ 5876 h 10001"/>
                  <a:gd name="T78" fmla="*/ 4923 w 7378"/>
                  <a:gd name="T79" fmla="*/ 6702 h 10001"/>
                  <a:gd name="T80" fmla="*/ 4092 w 7378"/>
                  <a:gd name="T81" fmla="*/ 7534 h 10001"/>
                  <a:gd name="T82" fmla="*/ 4097 w 7378"/>
                  <a:gd name="T83" fmla="*/ 5876 h 100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7378" h="10001">
                    <a:moveTo>
                      <a:pt x="7199" y="2961"/>
                    </a:moveTo>
                    <a:cubicBezTo>
                      <a:pt x="7318" y="3544"/>
                      <a:pt x="7378" y="4222"/>
                      <a:pt x="7378" y="5001"/>
                    </a:cubicBezTo>
                    <a:cubicBezTo>
                      <a:pt x="7378" y="5779"/>
                      <a:pt x="7318" y="6459"/>
                      <a:pt x="7199" y="7041"/>
                    </a:cubicBezTo>
                    <a:cubicBezTo>
                      <a:pt x="7080" y="7624"/>
                      <a:pt x="6918" y="8101"/>
                      <a:pt x="6710" y="8475"/>
                    </a:cubicBezTo>
                    <a:cubicBezTo>
                      <a:pt x="6504" y="8849"/>
                      <a:pt x="6242" y="9151"/>
                      <a:pt x="5926" y="9383"/>
                    </a:cubicBezTo>
                    <a:cubicBezTo>
                      <a:pt x="5611" y="9614"/>
                      <a:pt x="5273" y="9775"/>
                      <a:pt x="4914" y="9865"/>
                    </a:cubicBezTo>
                    <a:cubicBezTo>
                      <a:pt x="4555" y="9956"/>
                      <a:pt x="4146" y="10001"/>
                      <a:pt x="3689" y="10001"/>
                    </a:cubicBezTo>
                    <a:cubicBezTo>
                      <a:pt x="3231" y="10001"/>
                      <a:pt x="2823" y="9955"/>
                      <a:pt x="2464" y="9865"/>
                    </a:cubicBezTo>
                    <a:cubicBezTo>
                      <a:pt x="2105" y="9774"/>
                      <a:pt x="1766" y="9613"/>
                      <a:pt x="1451" y="9383"/>
                    </a:cubicBezTo>
                    <a:cubicBezTo>
                      <a:pt x="1135" y="9151"/>
                      <a:pt x="874" y="8850"/>
                      <a:pt x="668" y="8475"/>
                    </a:cubicBezTo>
                    <a:cubicBezTo>
                      <a:pt x="461" y="8101"/>
                      <a:pt x="298" y="7623"/>
                      <a:pt x="179" y="7041"/>
                    </a:cubicBezTo>
                    <a:cubicBezTo>
                      <a:pt x="60" y="6459"/>
                      <a:pt x="0" y="5780"/>
                      <a:pt x="0" y="5001"/>
                    </a:cubicBezTo>
                    <a:cubicBezTo>
                      <a:pt x="0" y="4224"/>
                      <a:pt x="60" y="3544"/>
                      <a:pt x="179" y="2961"/>
                    </a:cubicBezTo>
                    <a:cubicBezTo>
                      <a:pt x="298" y="2379"/>
                      <a:pt x="460" y="1901"/>
                      <a:pt x="668" y="1527"/>
                    </a:cubicBezTo>
                    <a:cubicBezTo>
                      <a:pt x="875" y="1154"/>
                      <a:pt x="1136" y="851"/>
                      <a:pt x="1451" y="620"/>
                    </a:cubicBezTo>
                    <a:cubicBezTo>
                      <a:pt x="1768" y="390"/>
                      <a:pt x="2105" y="227"/>
                      <a:pt x="2464" y="137"/>
                    </a:cubicBezTo>
                    <a:cubicBezTo>
                      <a:pt x="2823" y="46"/>
                      <a:pt x="3231" y="0"/>
                      <a:pt x="3689" y="0"/>
                    </a:cubicBezTo>
                    <a:cubicBezTo>
                      <a:pt x="4146" y="0"/>
                      <a:pt x="4555" y="46"/>
                      <a:pt x="4914" y="136"/>
                    </a:cubicBezTo>
                    <a:cubicBezTo>
                      <a:pt x="5273" y="227"/>
                      <a:pt x="5611" y="389"/>
                      <a:pt x="5926" y="619"/>
                    </a:cubicBezTo>
                    <a:cubicBezTo>
                      <a:pt x="6243" y="850"/>
                      <a:pt x="6504" y="1151"/>
                      <a:pt x="6710" y="1526"/>
                    </a:cubicBezTo>
                    <a:cubicBezTo>
                      <a:pt x="6917" y="1901"/>
                      <a:pt x="7079" y="2379"/>
                      <a:pt x="7199" y="2961"/>
                    </a:cubicBezTo>
                    <a:close/>
                    <a:moveTo>
                      <a:pt x="3365" y="9298"/>
                    </a:moveTo>
                    <a:lnTo>
                      <a:pt x="5954" y="6707"/>
                    </a:lnTo>
                    <a:lnTo>
                      <a:pt x="4247" y="5000"/>
                    </a:lnTo>
                    <a:lnTo>
                      <a:pt x="5954" y="3293"/>
                    </a:lnTo>
                    <a:lnTo>
                      <a:pt x="3365" y="703"/>
                    </a:lnTo>
                    <a:lnTo>
                      <a:pt x="3365" y="4113"/>
                    </a:lnTo>
                    <a:lnTo>
                      <a:pt x="1943" y="2690"/>
                    </a:lnTo>
                    <a:lnTo>
                      <a:pt x="1424" y="3209"/>
                    </a:lnTo>
                    <a:lnTo>
                      <a:pt x="3210" y="5000"/>
                    </a:lnTo>
                    <a:lnTo>
                      <a:pt x="1424" y="6791"/>
                    </a:lnTo>
                    <a:lnTo>
                      <a:pt x="1943" y="7310"/>
                    </a:lnTo>
                    <a:lnTo>
                      <a:pt x="3365" y="5888"/>
                    </a:lnTo>
                    <a:lnTo>
                      <a:pt x="3365" y="9298"/>
                    </a:lnTo>
                    <a:close/>
                    <a:moveTo>
                      <a:pt x="4090" y="2466"/>
                    </a:moveTo>
                    <a:lnTo>
                      <a:pt x="4922" y="3297"/>
                    </a:lnTo>
                    <a:lnTo>
                      <a:pt x="4095" y="4124"/>
                    </a:lnTo>
                    <a:lnTo>
                      <a:pt x="4090" y="2466"/>
                    </a:lnTo>
                    <a:close/>
                    <a:moveTo>
                      <a:pt x="4097" y="5876"/>
                    </a:moveTo>
                    <a:lnTo>
                      <a:pt x="4923" y="6702"/>
                    </a:lnTo>
                    <a:lnTo>
                      <a:pt x="4092" y="7534"/>
                    </a:lnTo>
                    <a:lnTo>
                      <a:pt x="4097" y="5876"/>
                    </a:lnTo>
                    <a:close/>
                  </a:path>
                </a:pathLst>
              </a:cu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sp>
          <p:nvSpPr>
            <p:cNvPr id="127" name="文本框 126">
              <a:extLst>
                <a:ext uri="{FF2B5EF4-FFF2-40B4-BE49-F238E27FC236}">
                  <a16:creationId xmlns:a16="http://schemas.microsoft.com/office/drawing/2014/main" id="{04D38276-73D4-489E-AA8E-1984C6C7B80B}"/>
                </a:ext>
              </a:extLst>
            </p:cNvPr>
            <p:cNvSpPr txBox="1"/>
            <p:nvPr/>
          </p:nvSpPr>
          <p:spPr>
            <a:xfrm>
              <a:off x="3967435" y="2275670"/>
              <a:ext cx="698496" cy="400110"/>
            </a:xfrm>
            <a:prstGeom prst="rect">
              <a:avLst/>
            </a:prstGeom>
            <a:noFill/>
          </p:spPr>
          <p:txBody>
            <a:bodyPr wrap="square" rtlCol="0">
              <a:spAutoFit/>
            </a:bodyPr>
            <a:lstStyle/>
            <a:p>
              <a:r>
                <a:rPr lang="en-US" altLang="zh-CN" sz="2000" b="1" dirty="0"/>
                <a:t>1</a:t>
              </a:r>
              <a:r>
                <a:rPr lang="zh-CN" altLang="en-US" sz="2000" b="1" dirty="0"/>
                <a:t>个</a:t>
              </a:r>
            </a:p>
          </p:txBody>
        </p:sp>
        <p:sp>
          <p:nvSpPr>
            <p:cNvPr id="128" name="文本框 127">
              <a:extLst>
                <a:ext uri="{FF2B5EF4-FFF2-40B4-BE49-F238E27FC236}">
                  <a16:creationId xmlns:a16="http://schemas.microsoft.com/office/drawing/2014/main" id="{7C67DF81-89E6-4B81-8380-7666A3F5DA94}"/>
                </a:ext>
              </a:extLst>
            </p:cNvPr>
            <p:cNvSpPr txBox="1"/>
            <p:nvPr/>
          </p:nvSpPr>
          <p:spPr>
            <a:xfrm>
              <a:off x="5157188" y="2275670"/>
              <a:ext cx="465844" cy="400110"/>
            </a:xfrm>
            <a:prstGeom prst="rect">
              <a:avLst/>
            </a:prstGeom>
            <a:noFill/>
          </p:spPr>
          <p:txBody>
            <a:bodyPr wrap="square" rtlCol="0">
              <a:spAutoFit/>
            </a:bodyPr>
            <a:lstStyle/>
            <a:p>
              <a:pPr algn="ctr"/>
              <a:r>
                <a:rPr lang="zh-CN" altLang="en-US" sz="2000" b="1" dirty="0"/>
                <a:t>和</a:t>
              </a:r>
            </a:p>
          </p:txBody>
        </p:sp>
      </p:grpSp>
      <p:grpSp>
        <p:nvGrpSpPr>
          <p:cNvPr id="131" name="组合 130">
            <a:extLst>
              <a:ext uri="{FF2B5EF4-FFF2-40B4-BE49-F238E27FC236}">
                <a16:creationId xmlns:a16="http://schemas.microsoft.com/office/drawing/2014/main" id="{D928200B-A8A5-4A34-8C46-0FE6B2D85186}"/>
              </a:ext>
            </a:extLst>
          </p:cNvPr>
          <p:cNvGrpSpPr/>
          <p:nvPr/>
        </p:nvGrpSpPr>
        <p:grpSpPr>
          <a:xfrm>
            <a:off x="3914809" y="3458216"/>
            <a:ext cx="1080739" cy="404715"/>
            <a:chOff x="3967435" y="3096406"/>
            <a:chExt cx="1080739" cy="404715"/>
          </a:xfrm>
        </p:grpSpPr>
        <p:sp>
          <p:nvSpPr>
            <p:cNvPr id="125" name="ethernet_161903">
              <a:extLst>
                <a:ext uri="{FF2B5EF4-FFF2-40B4-BE49-F238E27FC236}">
                  <a16:creationId xmlns:a16="http://schemas.microsoft.com/office/drawing/2014/main" id="{6CBBFD4B-BFC7-4965-9028-3CCB5CB0AE19}"/>
                </a:ext>
              </a:extLst>
            </p:cNvPr>
            <p:cNvSpPr/>
            <p:nvPr/>
          </p:nvSpPr>
          <p:spPr>
            <a:xfrm>
              <a:off x="4647410" y="3096406"/>
              <a:ext cx="400764" cy="400111"/>
            </a:xfrm>
            <a:custGeom>
              <a:avLst/>
              <a:gdLst>
                <a:gd name="T0" fmla="*/ 0 w 6533"/>
                <a:gd name="T1" fmla="*/ 0 h 6533"/>
                <a:gd name="T2" fmla="*/ 0 w 6533"/>
                <a:gd name="T3" fmla="*/ 6533 h 6533"/>
                <a:gd name="T4" fmla="*/ 6533 w 6533"/>
                <a:gd name="T5" fmla="*/ 6533 h 6533"/>
                <a:gd name="T6" fmla="*/ 6533 w 6533"/>
                <a:gd name="T7" fmla="*/ 0 h 6533"/>
                <a:gd name="T8" fmla="*/ 0 w 6533"/>
                <a:gd name="T9" fmla="*/ 0 h 6533"/>
                <a:gd name="T10" fmla="*/ 5735 w 6533"/>
                <a:gd name="T11" fmla="*/ 4439 h 6533"/>
                <a:gd name="T12" fmla="*/ 4568 w 6533"/>
                <a:gd name="T13" fmla="*/ 4439 h 6533"/>
                <a:gd name="T14" fmla="*/ 4568 w 6533"/>
                <a:gd name="T15" fmla="*/ 5117 h 6533"/>
                <a:gd name="T16" fmla="*/ 4127 w 6533"/>
                <a:gd name="T17" fmla="*/ 5117 h 6533"/>
                <a:gd name="T18" fmla="*/ 4127 w 6533"/>
                <a:gd name="T19" fmla="*/ 5796 h 6533"/>
                <a:gd name="T20" fmla="*/ 2405 w 6533"/>
                <a:gd name="T21" fmla="*/ 5796 h 6533"/>
                <a:gd name="T22" fmla="*/ 2405 w 6533"/>
                <a:gd name="T23" fmla="*/ 5121 h 6533"/>
                <a:gd name="T24" fmla="*/ 1964 w 6533"/>
                <a:gd name="T25" fmla="*/ 5121 h 6533"/>
                <a:gd name="T26" fmla="*/ 1964 w 6533"/>
                <a:gd name="T27" fmla="*/ 4437 h 6533"/>
                <a:gd name="T28" fmla="*/ 799 w 6533"/>
                <a:gd name="T29" fmla="*/ 4437 h 6533"/>
                <a:gd name="T30" fmla="*/ 799 w 6533"/>
                <a:gd name="T31" fmla="*/ 731 h 6533"/>
                <a:gd name="T32" fmla="*/ 1421 w 6533"/>
                <a:gd name="T33" fmla="*/ 731 h 6533"/>
                <a:gd name="T34" fmla="*/ 1421 w 6533"/>
                <a:gd name="T35" fmla="*/ 1617 h 6533"/>
                <a:gd name="T36" fmla="*/ 1935 w 6533"/>
                <a:gd name="T37" fmla="*/ 1617 h 6533"/>
                <a:gd name="T38" fmla="*/ 1935 w 6533"/>
                <a:gd name="T39" fmla="*/ 731 h 6533"/>
                <a:gd name="T40" fmla="*/ 2479 w 6533"/>
                <a:gd name="T41" fmla="*/ 731 h 6533"/>
                <a:gd name="T42" fmla="*/ 2479 w 6533"/>
                <a:gd name="T43" fmla="*/ 1617 h 6533"/>
                <a:gd name="T44" fmla="*/ 2992 w 6533"/>
                <a:gd name="T45" fmla="*/ 1617 h 6533"/>
                <a:gd name="T46" fmla="*/ 2992 w 6533"/>
                <a:gd name="T47" fmla="*/ 731 h 6533"/>
                <a:gd name="T48" fmla="*/ 3536 w 6533"/>
                <a:gd name="T49" fmla="*/ 731 h 6533"/>
                <a:gd name="T50" fmla="*/ 3536 w 6533"/>
                <a:gd name="T51" fmla="*/ 1617 h 6533"/>
                <a:gd name="T52" fmla="*/ 4049 w 6533"/>
                <a:gd name="T53" fmla="*/ 1617 h 6533"/>
                <a:gd name="T54" fmla="*/ 4049 w 6533"/>
                <a:gd name="T55" fmla="*/ 731 h 6533"/>
                <a:gd name="T56" fmla="*/ 4593 w 6533"/>
                <a:gd name="T57" fmla="*/ 731 h 6533"/>
                <a:gd name="T58" fmla="*/ 4593 w 6533"/>
                <a:gd name="T59" fmla="*/ 1617 h 6533"/>
                <a:gd name="T60" fmla="*/ 5107 w 6533"/>
                <a:gd name="T61" fmla="*/ 1617 h 6533"/>
                <a:gd name="T62" fmla="*/ 5107 w 6533"/>
                <a:gd name="T63" fmla="*/ 731 h 6533"/>
                <a:gd name="T64" fmla="*/ 5729 w 6533"/>
                <a:gd name="T65" fmla="*/ 731 h 6533"/>
                <a:gd name="T66" fmla="*/ 5729 w 6533"/>
                <a:gd name="T67" fmla="*/ 4439 h 6533"/>
                <a:gd name="T68" fmla="*/ 5735 w 6533"/>
                <a:gd name="T69" fmla="*/ 4439 h 6533"/>
                <a:gd name="T70" fmla="*/ 5735 w 6533"/>
                <a:gd name="T71" fmla="*/ 4439 h 65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6533" h="6533">
                  <a:moveTo>
                    <a:pt x="0" y="0"/>
                  </a:moveTo>
                  <a:lnTo>
                    <a:pt x="0" y="6533"/>
                  </a:lnTo>
                  <a:lnTo>
                    <a:pt x="6533" y="6533"/>
                  </a:lnTo>
                  <a:lnTo>
                    <a:pt x="6533" y="0"/>
                  </a:lnTo>
                  <a:lnTo>
                    <a:pt x="0" y="0"/>
                  </a:lnTo>
                  <a:close/>
                  <a:moveTo>
                    <a:pt x="5735" y="4439"/>
                  </a:moveTo>
                  <a:lnTo>
                    <a:pt x="4568" y="4439"/>
                  </a:lnTo>
                  <a:lnTo>
                    <a:pt x="4568" y="5117"/>
                  </a:lnTo>
                  <a:lnTo>
                    <a:pt x="4127" y="5117"/>
                  </a:lnTo>
                  <a:lnTo>
                    <a:pt x="4127" y="5796"/>
                  </a:lnTo>
                  <a:lnTo>
                    <a:pt x="2405" y="5796"/>
                  </a:lnTo>
                  <a:lnTo>
                    <a:pt x="2405" y="5121"/>
                  </a:lnTo>
                  <a:lnTo>
                    <a:pt x="1964" y="5121"/>
                  </a:lnTo>
                  <a:lnTo>
                    <a:pt x="1964" y="4437"/>
                  </a:lnTo>
                  <a:lnTo>
                    <a:pt x="799" y="4437"/>
                  </a:lnTo>
                  <a:lnTo>
                    <a:pt x="799" y="731"/>
                  </a:lnTo>
                  <a:lnTo>
                    <a:pt x="1421" y="731"/>
                  </a:lnTo>
                  <a:lnTo>
                    <a:pt x="1421" y="1617"/>
                  </a:lnTo>
                  <a:lnTo>
                    <a:pt x="1935" y="1617"/>
                  </a:lnTo>
                  <a:lnTo>
                    <a:pt x="1935" y="731"/>
                  </a:lnTo>
                  <a:lnTo>
                    <a:pt x="2479" y="731"/>
                  </a:lnTo>
                  <a:lnTo>
                    <a:pt x="2479" y="1617"/>
                  </a:lnTo>
                  <a:lnTo>
                    <a:pt x="2992" y="1617"/>
                  </a:lnTo>
                  <a:lnTo>
                    <a:pt x="2992" y="731"/>
                  </a:lnTo>
                  <a:lnTo>
                    <a:pt x="3536" y="731"/>
                  </a:lnTo>
                  <a:lnTo>
                    <a:pt x="3536" y="1617"/>
                  </a:lnTo>
                  <a:lnTo>
                    <a:pt x="4049" y="1617"/>
                  </a:lnTo>
                  <a:lnTo>
                    <a:pt x="4049" y="731"/>
                  </a:lnTo>
                  <a:lnTo>
                    <a:pt x="4593" y="731"/>
                  </a:lnTo>
                  <a:lnTo>
                    <a:pt x="4593" y="1617"/>
                  </a:lnTo>
                  <a:lnTo>
                    <a:pt x="5107" y="1617"/>
                  </a:lnTo>
                  <a:lnTo>
                    <a:pt x="5107" y="731"/>
                  </a:lnTo>
                  <a:lnTo>
                    <a:pt x="5729" y="731"/>
                  </a:lnTo>
                  <a:lnTo>
                    <a:pt x="5729" y="4439"/>
                  </a:lnTo>
                  <a:lnTo>
                    <a:pt x="5735" y="4439"/>
                  </a:lnTo>
                  <a:lnTo>
                    <a:pt x="5735" y="4439"/>
                  </a:lnTo>
                  <a:close/>
                </a:path>
              </a:pathLst>
            </a:cu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29" name="文本框 128">
              <a:extLst>
                <a:ext uri="{FF2B5EF4-FFF2-40B4-BE49-F238E27FC236}">
                  <a16:creationId xmlns:a16="http://schemas.microsoft.com/office/drawing/2014/main" id="{EB3A456A-6B06-4907-89CB-5663062242F3}"/>
                </a:ext>
              </a:extLst>
            </p:cNvPr>
            <p:cNvSpPr txBox="1"/>
            <p:nvPr/>
          </p:nvSpPr>
          <p:spPr>
            <a:xfrm>
              <a:off x="3967435" y="3101011"/>
              <a:ext cx="698496" cy="400110"/>
            </a:xfrm>
            <a:prstGeom prst="rect">
              <a:avLst/>
            </a:prstGeom>
            <a:noFill/>
          </p:spPr>
          <p:txBody>
            <a:bodyPr wrap="square" rtlCol="0">
              <a:spAutoFit/>
            </a:bodyPr>
            <a:lstStyle/>
            <a:p>
              <a:r>
                <a:rPr lang="zh-CN" altLang="en-US" sz="2000" b="1" dirty="0"/>
                <a:t>多个</a:t>
              </a:r>
            </a:p>
          </p:txBody>
        </p:sp>
      </p:grpSp>
    </p:spTree>
    <p:custDataLst>
      <p:tags r:id="rId1"/>
    </p:custDataLst>
    <p:extLst>
      <p:ext uri="{BB962C8B-B14F-4D97-AF65-F5344CB8AC3E}">
        <p14:creationId xmlns:p14="http://schemas.microsoft.com/office/powerpoint/2010/main" val="1495718248"/>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30" presetClass="entr" presetSubtype="0" fill="hold" nodeType="withEffect">
                                  <p:stCondLst>
                                    <p:cond delay="0"/>
                                  </p:stCondLst>
                                  <p:childTnLst>
                                    <p:set>
                                      <p:cBhvr>
                                        <p:cTn id="6" dur="1" fill="hold">
                                          <p:stCondLst>
                                            <p:cond delay="0"/>
                                          </p:stCondLst>
                                        </p:cTn>
                                        <p:tgtEl>
                                          <p:spTgt spid="49"/>
                                        </p:tgtEl>
                                        <p:attrNameLst>
                                          <p:attrName>style.visibility</p:attrName>
                                        </p:attrNameLst>
                                      </p:cBhvr>
                                      <p:to>
                                        <p:strVal val="visible"/>
                                      </p:to>
                                    </p:set>
                                    <p:animEffect transition="in" filter="fade">
                                      <p:cBhvr>
                                        <p:cTn id="7" dur="800" decel="100000"/>
                                        <p:tgtEl>
                                          <p:spTgt spid="49"/>
                                        </p:tgtEl>
                                      </p:cBhvr>
                                    </p:animEffect>
                                    <p:anim calcmode="lin" valueType="num">
                                      <p:cBhvr>
                                        <p:cTn id="8" dur="800" decel="100000" fill="hold"/>
                                        <p:tgtEl>
                                          <p:spTgt spid="49"/>
                                        </p:tgtEl>
                                        <p:attrNameLst>
                                          <p:attrName>style.rotation</p:attrName>
                                        </p:attrNameLst>
                                      </p:cBhvr>
                                      <p:tavLst>
                                        <p:tav tm="0">
                                          <p:val>
                                            <p:fltVal val="-90"/>
                                          </p:val>
                                        </p:tav>
                                        <p:tav tm="100000">
                                          <p:val>
                                            <p:fltVal val="0"/>
                                          </p:val>
                                        </p:tav>
                                      </p:tavLst>
                                    </p:anim>
                                    <p:anim calcmode="lin" valueType="num">
                                      <p:cBhvr>
                                        <p:cTn id="9" dur="800" decel="100000" fill="hold"/>
                                        <p:tgtEl>
                                          <p:spTgt spid="49"/>
                                        </p:tgtEl>
                                        <p:attrNameLst>
                                          <p:attrName>ppt_x</p:attrName>
                                        </p:attrNameLst>
                                      </p:cBhvr>
                                      <p:tavLst>
                                        <p:tav tm="0">
                                          <p:val>
                                            <p:strVal val="#ppt_x+0.4"/>
                                          </p:val>
                                        </p:tav>
                                        <p:tav tm="100000">
                                          <p:val>
                                            <p:strVal val="#ppt_x-0.05"/>
                                          </p:val>
                                        </p:tav>
                                      </p:tavLst>
                                    </p:anim>
                                    <p:anim calcmode="lin" valueType="num">
                                      <p:cBhvr>
                                        <p:cTn id="10" dur="800" decel="100000" fill="hold"/>
                                        <p:tgtEl>
                                          <p:spTgt spid="49"/>
                                        </p:tgtEl>
                                        <p:attrNameLst>
                                          <p:attrName>ppt_y</p:attrName>
                                        </p:attrNameLst>
                                      </p:cBhvr>
                                      <p:tavLst>
                                        <p:tav tm="0">
                                          <p:val>
                                            <p:strVal val="#ppt_y-0.4"/>
                                          </p:val>
                                        </p:tav>
                                        <p:tav tm="100000">
                                          <p:val>
                                            <p:strVal val="#ppt_y+0.1"/>
                                          </p:val>
                                        </p:tav>
                                      </p:tavLst>
                                    </p:anim>
                                    <p:anim calcmode="lin" valueType="num">
                                      <p:cBhvr>
                                        <p:cTn id="11" dur="200" accel="100000" fill="hold">
                                          <p:stCondLst>
                                            <p:cond delay="800"/>
                                          </p:stCondLst>
                                        </p:cTn>
                                        <p:tgtEl>
                                          <p:spTgt spid="49"/>
                                        </p:tgtEl>
                                        <p:attrNameLst>
                                          <p:attrName>ppt_x</p:attrName>
                                        </p:attrNameLst>
                                      </p:cBhvr>
                                      <p:tavLst>
                                        <p:tav tm="0">
                                          <p:val>
                                            <p:strVal val="#ppt_x-0.05"/>
                                          </p:val>
                                        </p:tav>
                                        <p:tav tm="100000">
                                          <p:val>
                                            <p:strVal val="#ppt_x"/>
                                          </p:val>
                                        </p:tav>
                                      </p:tavLst>
                                    </p:anim>
                                    <p:anim calcmode="lin" valueType="num">
                                      <p:cBhvr>
                                        <p:cTn id="12" dur="200" accel="100000" fill="hold">
                                          <p:stCondLst>
                                            <p:cond delay="800"/>
                                          </p:stCondLst>
                                        </p:cTn>
                                        <p:tgtEl>
                                          <p:spTgt spid="49"/>
                                        </p:tgtEl>
                                        <p:attrNameLst>
                                          <p:attrName>ppt_y</p:attrName>
                                        </p:attrNameLst>
                                      </p:cBhvr>
                                      <p:tavLst>
                                        <p:tav tm="0">
                                          <p:val>
                                            <p:strVal val="#ppt_y+0.1"/>
                                          </p:val>
                                        </p:tav>
                                        <p:tav tm="100000">
                                          <p:val>
                                            <p:strVal val="#ppt_y"/>
                                          </p:val>
                                        </p:tav>
                                      </p:tavLst>
                                    </p:anim>
                                  </p:childTnLst>
                                </p:cTn>
                              </p:par>
                            </p:childTnLst>
                          </p:cTn>
                        </p:par>
                      </p:childTnLst>
                    </p:cTn>
                  </p:par>
                  <p:par>
                    <p:cTn id="13" fill="hold">
                      <p:stCondLst>
                        <p:cond delay="indefinite"/>
                      </p:stCondLst>
                      <p:childTnLst>
                        <p:par>
                          <p:cTn id="14" fill="hold">
                            <p:stCondLst>
                              <p:cond delay="0"/>
                            </p:stCondLst>
                            <p:childTnLst>
                              <p:par>
                                <p:cTn id="15" presetID="42" presetClass="entr" presetSubtype="0" fill="hold" grpId="0" nodeType="clickEffect">
                                  <p:stCondLst>
                                    <p:cond delay="0"/>
                                  </p:stCondLst>
                                  <p:childTnLst>
                                    <p:set>
                                      <p:cBhvr>
                                        <p:cTn id="16" dur="1" fill="hold">
                                          <p:stCondLst>
                                            <p:cond delay="0"/>
                                          </p:stCondLst>
                                        </p:cTn>
                                        <p:tgtEl>
                                          <p:spTgt spid="113"/>
                                        </p:tgtEl>
                                        <p:attrNameLst>
                                          <p:attrName>style.visibility</p:attrName>
                                        </p:attrNameLst>
                                      </p:cBhvr>
                                      <p:to>
                                        <p:strVal val="visible"/>
                                      </p:to>
                                    </p:set>
                                    <p:animEffect transition="in" filter="fade">
                                      <p:cBhvr>
                                        <p:cTn id="17" dur="1000"/>
                                        <p:tgtEl>
                                          <p:spTgt spid="113"/>
                                        </p:tgtEl>
                                      </p:cBhvr>
                                    </p:animEffect>
                                    <p:anim calcmode="lin" valueType="num">
                                      <p:cBhvr>
                                        <p:cTn id="18" dur="1000" fill="hold"/>
                                        <p:tgtEl>
                                          <p:spTgt spid="113"/>
                                        </p:tgtEl>
                                        <p:attrNameLst>
                                          <p:attrName>ppt_x</p:attrName>
                                        </p:attrNameLst>
                                      </p:cBhvr>
                                      <p:tavLst>
                                        <p:tav tm="0">
                                          <p:val>
                                            <p:strVal val="#ppt_x"/>
                                          </p:val>
                                        </p:tav>
                                        <p:tav tm="100000">
                                          <p:val>
                                            <p:strVal val="#ppt_x"/>
                                          </p:val>
                                        </p:tav>
                                      </p:tavLst>
                                    </p:anim>
                                    <p:anim calcmode="lin" valueType="num">
                                      <p:cBhvr>
                                        <p:cTn id="19" dur="1000" fill="hold"/>
                                        <p:tgtEl>
                                          <p:spTgt spid="113"/>
                                        </p:tgtEl>
                                        <p:attrNameLst>
                                          <p:attrName>ppt_y</p:attrName>
                                        </p:attrNameLst>
                                      </p:cBhvr>
                                      <p:tavLst>
                                        <p:tav tm="0">
                                          <p:val>
                                            <p:strVal val="#ppt_y+.1"/>
                                          </p:val>
                                        </p:tav>
                                        <p:tav tm="100000">
                                          <p:val>
                                            <p:strVal val="#ppt_y"/>
                                          </p:val>
                                        </p:tav>
                                      </p:tavLst>
                                    </p:anim>
                                  </p:childTnLst>
                                </p:cTn>
                              </p:par>
                            </p:childTnLst>
                          </p:cTn>
                        </p:par>
                      </p:childTnLst>
                    </p:cTn>
                  </p:par>
                  <p:par>
                    <p:cTn id="20" fill="hold">
                      <p:stCondLst>
                        <p:cond delay="indefinite"/>
                      </p:stCondLst>
                      <p:childTnLst>
                        <p:par>
                          <p:cTn id="21" fill="hold">
                            <p:stCondLst>
                              <p:cond delay="0"/>
                            </p:stCondLst>
                            <p:childTnLst>
                              <p:par>
                                <p:cTn id="22" presetID="42" presetClass="entr" presetSubtype="0" fill="hold" grpId="0" nodeType="clickEffect">
                                  <p:stCondLst>
                                    <p:cond delay="0"/>
                                  </p:stCondLst>
                                  <p:childTnLst>
                                    <p:set>
                                      <p:cBhvr>
                                        <p:cTn id="23" dur="1" fill="hold">
                                          <p:stCondLst>
                                            <p:cond delay="0"/>
                                          </p:stCondLst>
                                        </p:cTn>
                                        <p:tgtEl>
                                          <p:spTgt spid="114"/>
                                        </p:tgtEl>
                                        <p:attrNameLst>
                                          <p:attrName>style.visibility</p:attrName>
                                        </p:attrNameLst>
                                      </p:cBhvr>
                                      <p:to>
                                        <p:strVal val="visible"/>
                                      </p:to>
                                    </p:set>
                                    <p:animEffect transition="in" filter="fade">
                                      <p:cBhvr>
                                        <p:cTn id="24" dur="1000"/>
                                        <p:tgtEl>
                                          <p:spTgt spid="114"/>
                                        </p:tgtEl>
                                      </p:cBhvr>
                                    </p:animEffect>
                                    <p:anim calcmode="lin" valueType="num">
                                      <p:cBhvr>
                                        <p:cTn id="25" dur="1000" fill="hold"/>
                                        <p:tgtEl>
                                          <p:spTgt spid="114"/>
                                        </p:tgtEl>
                                        <p:attrNameLst>
                                          <p:attrName>ppt_x</p:attrName>
                                        </p:attrNameLst>
                                      </p:cBhvr>
                                      <p:tavLst>
                                        <p:tav tm="0">
                                          <p:val>
                                            <p:strVal val="#ppt_x"/>
                                          </p:val>
                                        </p:tav>
                                        <p:tav tm="100000">
                                          <p:val>
                                            <p:strVal val="#ppt_x"/>
                                          </p:val>
                                        </p:tav>
                                      </p:tavLst>
                                    </p:anim>
                                    <p:anim calcmode="lin" valueType="num">
                                      <p:cBhvr>
                                        <p:cTn id="26" dur="1000" fill="hold"/>
                                        <p:tgtEl>
                                          <p:spTgt spid="114"/>
                                        </p:tgtEl>
                                        <p:attrNameLst>
                                          <p:attrName>ppt_y</p:attrName>
                                        </p:attrNameLst>
                                      </p:cBhvr>
                                      <p:tavLst>
                                        <p:tav tm="0">
                                          <p:val>
                                            <p:strVal val="#ppt_y+.1"/>
                                          </p:val>
                                        </p:tav>
                                        <p:tav tm="100000">
                                          <p:val>
                                            <p:strVal val="#ppt_y"/>
                                          </p:val>
                                        </p:tav>
                                      </p:tavLst>
                                    </p:anim>
                                  </p:childTnLst>
                                </p:cTn>
                              </p:par>
                            </p:childTnLst>
                          </p:cTn>
                        </p:par>
                      </p:childTnLst>
                    </p:cTn>
                  </p:par>
                  <p:par>
                    <p:cTn id="27" fill="hold">
                      <p:stCondLst>
                        <p:cond delay="indefinite"/>
                      </p:stCondLst>
                      <p:childTnLst>
                        <p:par>
                          <p:cTn id="28" fill="hold">
                            <p:stCondLst>
                              <p:cond delay="0"/>
                            </p:stCondLst>
                            <p:childTnLst>
                              <p:par>
                                <p:cTn id="29" presetID="2" presetClass="entr" presetSubtype="8" fill="hold" nodeType="clickEffect">
                                  <p:stCondLst>
                                    <p:cond delay="0"/>
                                  </p:stCondLst>
                                  <p:childTnLst>
                                    <p:set>
                                      <p:cBhvr>
                                        <p:cTn id="30" dur="1" fill="hold">
                                          <p:stCondLst>
                                            <p:cond delay="0"/>
                                          </p:stCondLst>
                                        </p:cTn>
                                        <p:tgtEl>
                                          <p:spTgt spid="115"/>
                                        </p:tgtEl>
                                        <p:attrNameLst>
                                          <p:attrName>style.visibility</p:attrName>
                                        </p:attrNameLst>
                                      </p:cBhvr>
                                      <p:to>
                                        <p:strVal val="visible"/>
                                      </p:to>
                                    </p:set>
                                    <p:anim calcmode="lin" valueType="num">
                                      <p:cBhvr additive="base">
                                        <p:cTn id="31" dur="500" fill="hold"/>
                                        <p:tgtEl>
                                          <p:spTgt spid="115"/>
                                        </p:tgtEl>
                                        <p:attrNameLst>
                                          <p:attrName>ppt_x</p:attrName>
                                        </p:attrNameLst>
                                      </p:cBhvr>
                                      <p:tavLst>
                                        <p:tav tm="0">
                                          <p:val>
                                            <p:strVal val="0-#ppt_w/2"/>
                                          </p:val>
                                        </p:tav>
                                        <p:tav tm="100000">
                                          <p:val>
                                            <p:strVal val="#ppt_x"/>
                                          </p:val>
                                        </p:tav>
                                      </p:tavLst>
                                    </p:anim>
                                    <p:anim calcmode="lin" valueType="num">
                                      <p:cBhvr additive="base">
                                        <p:cTn id="32" dur="500" fill="hold"/>
                                        <p:tgtEl>
                                          <p:spTgt spid="115"/>
                                        </p:tgtEl>
                                        <p:attrNameLst>
                                          <p:attrName>ppt_y</p:attrName>
                                        </p:attrNameLst>
                                      </p:cBhvr>
                                      <p:tavLst>
                                        <p:tav tm="0">
                                          <p:val>
                                            <p:strVal val="#ppt_y"/>
                                          </p:val>
                                        </p:tav>
                                        <p:tav tm="100000">
                                          <p:val>
                                            <p:strVal val="#ppt_y"/>
                                          </p:val>
                                        </p:tav>
                                      </p:tavLst>
                                    </p:anim>
                                  </p:childTnLst>
                                </p:cTn>
                              </p:par>
                            </p:childTnLst>
                          </p:cTn>
                        </p:par>
                      </p:childTnLst>
                    </p:cTn>
                  </p:par>
                  <p:par>
                    <p:cTn id="33" fill="hold">
                      <p:stCondLst>
                        <p:cond delay="indefinite"/>
                      </p:stCondLst>
                      <p:childTnLst>
                        <p:par>
                          <p:cTn id="34" fill="hold">
                            <p:stCondLst>
                              <p:cond delay="0"/>
                            </p:stCondLst>
                            <p:childTnLst>
                              <p:par>
                                <p:cTn id="35" presetID="12" presetClass="entr" presetSubtype="8" fill="hold" nodeType="clickEffect">
                                  <p:stCondLst>
                                    <p:cond delay="0"/>
                                  </p:stCondLst>
                                  <p:childTnLst>
                                    <p:set>
                                      <p:cBhvr>
                                        <p:cTn id="36" dur="1" fill="hold">
                                          <p:stCondLst>
                                            <p:cond delay="0"/>
                                          </p:stCondLst>
                                        </p:cTn>
                                        <p:tgtEl>
                                          <p:spTgt spid="41"/>
                                        </p:tgtEl>
                                        <p:attrNameLst>
                                          <p:attrName>style.visibility</p:attrName>
                                        </p:attrNameLst>
                                      </p:cBhvr>
                                      <p:to>
                                        <p:strVal val="visible"/>
                                      </p:to>
                                    </p:set>
                                    <p:anim calcmode="lin" valueType="num">
                                      <p:cBhvr additive="base">
                                        <p:cTn id="37" dur="500"/>
                                        <p:tgtEl>
                                          <p:spTgt spid="41"/>
                                        </p:tgtEl>
                                        <p:attrNameLst>
                                          <p:attrName>ppt_x</p:attrName>
                                        </p:attrNameLst>
                                      </p:cBhvr>
                                      <p:tavLst>
                                        <p:tav tm="0">
                                          <p:val>
                                            <p:strVal val="#ppt_x-#ppt_w*1.125000"/>
                                          </p:val>
                                        </p:tav>
                                        <p:tav tm="100000">
                                          <p:val>
                                            <p:strVal val="#ppt_x"/>
                                          </p:val>
                                        </p:tav>
                                      </p:tavLst>
                                    </p:anim>
                                    <p:animEffect transition="in" filter="wipe(right)">
                                      <p:cBhvr>
                                        <p:cTn id="38" dur="500"/>
                                        <p:tgtEl>
                                          <p:spTgt spid="41"/>
                                        </p:tgtEl>
                                      </p:cBhvr>
                                    </p:animEffect>
                                  </p:childTnLst>
                                </p:cTn>
                              </p:par>
                            </p:childTnLst>
                          </p:cTn>
                        </p:par>
                      </p:childTnLst>
                    </p:cTn>
                  </p:par>
                  <p:par>
                    <p:cTn id="39" fill="hold">
                      <p:stCondLst>
                        <p:cond delay="indefinite"/>
                      </p:stCondLst>
                      <p:childTnLst>
                        <p:par>
                          <p:cTn id="40" fill="hold">
                            <p:stCondLst>
                              <p:cond delay="0"/>
                            </p:stCondLst>
                            <p:childTnLst>
                              <p:par>
                                <p:cTn id="41" presetID="2" presetClass="entr" presetSubtype="8" fill="hold" nodeType="clickEffect">
                                  <p:stCondLst>
                                    <p:cond delay="0"/>
                                  </p:stCondLst>
                                  <p:childTnLst>
                                    <p:set>
                                      <p:cBhvr>
                                        <p:cTn id="42" dur="1" fill="hold">
                                          <p:stCondLst>
                                            <p:cond delay="0"/>
                                          </p:stCondLst>
                                        </p:cTn>
                                        <p:tgtEl>
                                          <p:spTgt spid="12"/>
                                        </p:tgtEl>
                                        <p:attrNameLst>
                                          <p:attrName>style.visibility</p:attrName>
                                        </p:attrNameLst>
                                      </p:cBhvr>
                                      <p:to>
                                        <p:strVal val="visible"/>
                                      </p:to>
                                    </p:set>
                                    <p:anim calcmode="lin" valueType="num">
                                      <p:cBhvr additive="base">
                                        <p:cTn id="43" dur="500" fill="hold"/>
                                        <p:tgtEl>
                                          <p:spTgt spid="12"/>
                                        </p:tgtEl>
                                        <p:attrNameLst>
                                          <p:attrName>ppt_x</p:attrName>
                                        </p:attrNameLst>
                                      </p:cBhvr>
                                      <p:tavLst>
                                        <p:tav tm="0">
                                          <p:val>
                                            <p:strVal val="0-#ppt_w/2"/>
                                          </p:val>
                                        </p:tav>
                                        <p:tav tm="100000">
                                          <p:val>
                                            <p:strVal val="#ppt_x"/>
                                          </p:val>
                                        </p:tav>
                                      </p:tavLst>
                                    </p:anim>
                                    <p:anim calcmode="lin" valueType="num">
                                      <p:cBhvr additive="base">
                                        <p:cTn id="44" dur="500" fill="hold"/>
                                        <p:tgtEl>
                                          <p:spTgt spid="12"/>
                                        </p:tgtEl>
                                        <p:attrNameLst>
                                          <p:attrName>ppt_y</p:attrName>
                                        </p:attrNameLst>
                                      </p:cBhvr>
                                      <p:tavLst>
                                        <p:tav tm="0">
                                          <p:val>
                                            <p:strVal val="#ppt_y"/>
                                          </p:val>
                                        </p:tav>
                                        <p:tav tm="100000">
                                          <p:val>
                                            <p:strVal val="#ppt_y"/>
                                          </p:val>
                                        </p:tav>
                                      </p:tavLst>
                                    </p:anim>
                                  </p:childTnLst>
                                </p:cTn>
                              </p:par>
                            </p:childTnLst>
                          </p:cTn>
                        </p:par>
                      </p:childTnLst>
                    </p:cTn>
                  </p:par>
                  <p:par>
                    <p:cTn id="45" fill="hold">
                      <p:stCondLst>
                        <p:cond delay="indefinite"/>
                      </p:stCondLst>
                      <p:childTnLst>
                        <p:par>
                          <p:cTn id="46" fill="hold">
                            <p:stCondLst>
                              <p:cond delay="0"/>
                            </p:stCondLst>
                            <p:childTnLst>
                              <p:par>
                                <p:cTn id="47" presetID="12" presetClass="entr" presetSubtype="8" fill="hold" nodeType="clickEffect">
                                  <p:stCondLst>
                                    <p:cond delay="0"/>
                                  </p:stCondLst>
                                  <p:childTnLst>
                                    <p:set>
                                      <p:cBhvr>
                                        <p:cTn id="48" dur="1" fill="hold">
                                          <p:stCondLst>
                                            <p:cond delay="0"/>
                                          </p:stCondLst>
                                        </p:cTn>
                                        <p:tgtEl>
                                          <p:spTgt spid="130"/>
                                        </p:tgtEl>
                                        <p:attrNameLst>
                                          <p:attrName>style.visibility</p:attrName>
                                        </p:attrNameLst>
                                      </p:cBhvr>
                                      <p:to>
                                        <p:strVal val="visible"/>
                                      </p:to>
                                    </p:set>
                                    <p:anim calcmode="lin" valueType="num">
                                      <p:cBhvr additive="base">
                                        <p:cTn id="49" dur="500"/>
                                        <p:tgtEl>
                                          <p:spTgt spid="130"/>
                                        </p:tgtEl>
                                        <p:attrNameLst>
                                          <p:attrName>ppt_x</p:attrName>
                                        </p:attrNameLst>
                                      </p:cBhvr>
                                      <p:tavLst>
                                        <p:tav tm="0">
                                          <p:val>
                                            <p:strVal val="#ppt_x-#ppt_w*1.125000"/>
                                          </p:val>
                                        </p:tav>
                                        <p:tav tm="100000">
                                          <p:val>
                                            <p:strVal val="#ppt_x"/>
                                          </p:val>
                                        </p:tav>
                                      </p:tavLst>
                                    </p:anim>
                                    <p:animEffect transition="in" filter="wipe(right)">
                                      <p:cBhvr>
                                        <p:cTn id="50" dur="500"/>
                                        <p:tgtEl>
                                          <p:spTgt spid="130"/>
                                        </p:tgtEl>
                                      </p:cBhvr>
                                    </p:animEffect>
                                  </p:childTnLst>
                                </p:cTn>
                              </p:par>
                            </p:childTnLst>
                          </p:cTn>
                        </p:par>
                      </p:childTnLst>
                    </p:cTn>
                  </p:par>
                  <p:par>
                    <p:cTn id="51" fill="hold">
                      <p:stCondLst>
                        <p:cond delay="indefinite"/>
                      </p:stCondLst>
                      <p:childTnLst>
                        <p:par>
                          <p:cTn id="52" fill="hold">
                            <p:stCondLst>
                              <p:cond delay="0"/>
                            </p:stCondLst>
                            <p:childTnLst>
                              <p:par>
                                <p:cTn id="53" presetID="2" presetClass="entr" presetSubtype="8" fill="hold" nodeType="clickEffect">
                                  <p:stCondLst>
                                    <p:cond delay="0"/>
                                  </p:stCondLst>
                                  <p:childTnLst>
                                    <p:set>
                                      <p:cBhvr>
                                        <p:cTn id="54" dur="1" fill="hold">
                                          <p:stCondLst>
                                            <p:cond delay="0"/>
                                          </p:stCondLst>
                                        </p:cTn>
                                        <p:tgtEl>
                                          <p:spTgt spid="15"/>
                                        </p:tgtEl>
                                        <p:attrNameLst>
                                          <p:attrName>style.visibility</p:attrName>
                                        </p:attrNameLst>
                                      </p:cBhvr>
                                      <p:to>
                                        <p:strVal val="visible"/>
                                      </p:to>
                                    </p:set>
                                    <p:anim calcmode="lin" valueType="num">
                                      <p:cBhvr additive="base">
                                        <p:cTn id="55" dur="500" fill="hold"/>
                                        <p:tgtEl>
                                          <p:spTgt spid="15"/>
                                        </p:tgtEl>
                                        <p:attrNameLst>
                                          <p:attrName>ppt_x</p:attrName>
                                        </p:attrNameLst>
                                      </p:cBhvr>
                                      <p:tavLst>
                                        <p:tav tm="0">
                                          <p:val>
                                            <p:strVal val="0-#ppt_w/2"/>
                                          </p:val>
                                        </p:tav>
                                        <p:tav tm="100000">
                                          <p:val>
                                            <p:strVal val="#ppt_x"/>
                                          </p:val>
                                        </p:tav>
                                      </p:tavLst>
                                    </p:anim>
                                    <p:anim calcmode="lin" valueType="num">
                                      <p:cBhvr additive="base">
                                        <p:cTn id="56" dur="500" fill="hold"/>
                                        <p:tgtEl>
                                          <p:spTgt spid="15"/>
                                        </p:tgtEl>
                                        <p:attrNameLst>
                                          <p:attrName>ppt_y</p:attrName>
                                        </p:attrNameLst>
                                      </p:cBhvr>
                                      <p:tavLst>
                                        <p:tav tm="0">
                                          <p:val>
                                            <p:strVal val="#ppt_y"/>
                                          </p:val>
                                        </p:tav>
                                        <p:tav tm="100000">
                                          <p:val>
                                            <p:strVal val="#ppt_y"/>
                                          </p:val>
                                        </p:tav>
                                      </p:tavLst>
                                    </p:anim>
                                  </p:childTnLst>
                                </p:cTn>
                              </p:par>
                            </p:childTnLst>
                          </p:cTn>
                        </p:par>
                      </p:childTnLst>
                    </p:cTn>
                  </p:par>
                  <p:par>
                    <p:cTn id="57" fill="hold">
                      <p:stCondLst>
                        <p:cond delay="indefinite"/>
                      </p:stCondLst>
                      <p:childTnLst>
                        <p:par>
                          <p:cTn id="58" fill="hold">
                            <p:stCondLst>
                              <p:cond delay="0"/>
                            </p:stCondLst>
                            <p:childTnLst>
                              <p:par>
                                <p:cTn id="59" presetID="12" presetClass="entr" presetSubtype="8" fill="hold" nodeType="clickEffect">
                                  <p:stCondLst>
                                    <p:cond delay="0"/>
                                  </p:stCondLst>
                                  <p:childTnLst>
                                    <p:set>
                                      <p:cBhvr>
                                        <p:cTn id="60" dur="1" fill="hold">
                                          <p:stCondLst>
                                            <p:cond delay="0"/>
                                          </p:stCondLst>
                                        </p:cTn>
                                        <p:tgtEl>
                                          <p:spTgt spid="131"/>
                                        </p:tgtEl>
                                        <p:attrNameLst>
                                          <p:attrName>style.visibility</p:attrName>
                                        </p:attrNameLst>
                                      </p:cBhvr>
                                      <p:to>
                                        <p:strVal val="visible"/>
                                      </p:to>
                                    </p:set>
                                    <p:anim calcmode="lin" valueType="num">
                                      <p:cBhvr additive="base">
                                        <p:cTn id="61" dur="500"/>
                                        <p:tgtEl>
                                          <p:spTgt spid="131"/>
                                        </p:tgtEl>
                                        <p:attrNameLst>
                                          <p:attrName>ppt_x</p:attrName>
                                        </p:attrNameLst>
                                      </p:cBhvr>
                                      <p:tavLst>
                                        <p:tav tm="0">
                                          <p:val>
                                            <p:strVal val="#ppt_x-#ppt_w*1.125000"/>
                                          </p:val>
                                        </p:tav>
                                        <p:tav tm="100000">
                                          <p:val>
                                            <p:strVal val="#ppt_x"/>
                                          </p:val>
                                        </p:tav>
                                      </p:tavLst>
                                    </p:anim>
                                    <p:animEffect transition="in" filter="wipe(right)">
                                      <p:cBhvr>
                                        <p:cTn id="62" dur="500"/>
                                        <p:tgtEl>
                                          <p:spTgt spid="131"/>
                                        </p:tgtEl>
                                      </p:cBhvr>
                                    </p:animEffect>
                                  </p:childTnLst>
                                </p:cTn>
                              </p:par>
                            </p:childTnLst>
                          </p:cTn>
                        </p:par>
                      </p:childTnLst>
                    </p:cTn>
                  </p:par>
                  <p:par>
                    <p:cTn id="63" fill="hold">
                      <p:stCondLst>
                        <p:cond delay="indefinite"/>
                      </p:stCondLst>
                      <p:childTnLst>
                        <p:par>
                          <p:cTn id="64" fill="hold">
                            <p:stCondLst>
                              <p:cond delay="0"/>
                            </p:stCondLst>
                            <p:childTnLst>
                              <p:par>
                                <p:cTn id="65" presetID="15" presetClass="entr" presetSubtype="0" fill="hold" grpId="0" nodeType="clickEffect">
                                  <p:stCondLst>
                                    <p:cond delay="0"/>
                                  </p:stCondLst>
                                  <p:childTnLst>
                                    <p:set>
                                      <p:cBhvr>
                                        <p:cTn id="66" dur="1" fill="hold">
                                          <p:stCondLst>
                                            <p:cond delay="0"/>
                                          </p:stCondLst>
                                        </p:cTn>
                                        <p:tgtEl>
                                          <p:spTgt spid="40"/>
                                        </p:tgtEl>
                                        <p:attrNameLst>
                                          <p:attrName>style.visibility</p:attrName>
                                        </p:attrNameLst>
                                      </p:cBhvr>
                                      <p:to>
                                        <p:strVal val="visible"/>
                                      </p:to>
                                    </p:set>
                                    <p:anim calcmode="lin" valueType="num">
                                      <p:cBhvr>
                                        <p:cTn id="67" dur="1000" fill="hold"/>
                                        <p:tgtEl>
                                          <p:spTgt spid="40"/>
                                        </p:tgtEl>
                                        <p:attrNameLst>
                                          <p:attrName>ppt_w</p:attrName>
                                        </p:attrNameLst>
                                      </p:cBhvr>
                                      <p:tavLst>
                                        <p:tav tm="0">
                                          <p:val>
                                            <p:fltVal val="0"/>
                                          </p:val>
                                        </p:tav>
                                        <p:tav tm="100000">
                                          <p:val>
                                            <p:strVal val="#ppt_w"/>
                                          </p:val>
                                        </p:tav>
                                      </p:tavLst>
                                    </p:anim>
                                    <p:anim calcmode="lin" valueType="num">
                                      <p:cBhvr>
                                        <p:cTn id="68" dur="1000" fill="hold"/>
                                        <p:tgtEl>
                                          <p:spTgt spid="40"/>
                                        </p:tgtEl>
                                        <p:attrNameLst>
                                          <p:attrName>ppt_h</p:attrName>
                                        </p:attrNameLst>
                                      </p:cBhvr>
                                      <p:tavLst>
                                        <p:tav tm="0">
                                          <p:val>
                                            <p:fltVal val="0"/>
                                          </p:val>
                                        </p:tav>
                                        <p:tav tm="100000">
                                          <p:val>
                                            <p:strVal val="#ppt_h"/>
                                          </p:val>
                                        </p:tav>
                                      </p:tavLst>
                                    </p:anim>
                                    <p:anim calcmode="lin" valueType="num">
                                      <p:cBhvr>
                                        <p:cTn id="69" dur="1000" fill="hold"/>
                                        <p:tgtEl>
                                          <p:spTgt spid="40"/>
                                        </p:tgtEl>
                                        <p:attrNameLst>
                                          <p:attrName>ppt_x</p:attrName>
                                        </p:attrNameLst>
                                      </p:cBhvr>
                                      <p:tavLst>
                                        <p:tav tm="0" fmla="#ppt_x+(cos(-2*pi*(1-$))*-#ppt_x-sin(-2*pi*(1-$))*(1-#ppt_y))*(1-$)">
                                          <p:val>
                                            <p:fltVal val="0"/>
                                          </p:val>
                                        </p:tav>
                                        <p:tav tm="100000">
                                          <p:val>
                                            <p:fltVal val="1"/>
                                          </p:val>
                                        </p:tav>
                                      </p:tavLst>
                                    </p:anim>
                                    <p:anim calcmode="lin" valueType="num">
                                      <p:cBhvr>
                                        <p:cTn id="70" dur="1000" fill="hold"/>
                                        <p:tgtEl>
                                          <p:spTgt spid="40"/>
                                        </p:tgtEl>
                                        <p:attrNameLst>
                                          <p:attrName>ppt_y</p:attrName>
                                        </p:attrNameLst>
                                      </p:cBhvr>
                                      <p:tavLst>
                                        <p:tav tm="0" fmla="#ppt_y+(sin(-2*pi*(1-$))*-#ppt_x+cos(-2*pi*(1-$))*(1-#ppt_y))*(1-$)">
                                          <p:val>
                                            <p:fltVal val="0"/>
                                          </p:val>
                                        </p:tav>
                                        <p:tav tm="100000">
                                          <p:val>
                                            <p:fltVal val="1"/>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13" grpId="0"/>
      <p:bldP spid="114" grpId="0"/>
      <p:bldP spid="40" grpId="0" animBg="1"/>
    </p:bldLst>
  </p:timing>
</p:sld>
</file>

<file path=ppt/slides/slide27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cxnSp>
        <p:nvCxnSpPr>
          <p:cNvPr id="55" name="直接箭头连接符 54">
            <a:extLst>
              <a:ext uri="{FF2B5EF4-FFF2-40B4-BE49-F238E27FC236}">
                <a16:creationId xmlns:a16="http://schemas.microsoft.com/office/drawing/2014/main" id="{46B9E5DA-419B-4D3E-844E-3FBDBD966355}"/>
              </a:ext>
            </a:extLst>
          </p:cNvPr>
          <p:cNvCxnSpPr>
            <a:cxnSpLocks/>
          </p:cNvCxnSpPr>
          <p:nvPr/>
        </p:nvCxnSpPr>
        <p:spPr>
          <a:xfrm>
            <a:off x="2130282" y="2990305"/>
            <a:ext cx="9283272" cy="0"/>
          </a:xfrm>
          <a:prstGeom prst="straightConnector1">
            <a:avLst/>
          </a:prstGeom>
          <a:ln w="38100">
            <a:prstDash val="sysDash"/>
            <a:tailEnd type="triangle" w="med" len="lg"/>
          </a:ln>
        </p:spPr>
        <p:style>
          <a:lnRef idx="1">
            <a:schemeClr val="accent1"/>
          </a:lnRef>
          <a:fillRef idx="0">
            <a:schemeClr val="accent1"/>
          </a:fillRef>
          <a:effectRef idx="0">
            <a:schemeClr val="accent1"/>
          </a:effectRef>
          <a:fontRef idx="minor">
            <a:schemeClr val="tx1"/>
          </a:fontRef>
        </p:style>
      </p:cxnSp>
      <p:sp>
        <p:nvSpPr>
          <p:cNvPr id="34" name="íşlïḍè">
            <a:extLst>
              <a:ext uri="{FF2B5EF4-FFF2-40B4-BE49-F238E27FC236}">
                <a16:creationId xmlns:a16="http://schemas.microsoft.com/office/drawing/2014/main" id="{53329D3B-911C-4627-B8CE-76C520B90088}"/>
              </a:ext>
            </a:extLst>
          </p:cNvPr>
          <p:cNvSpPr txBox="1"/>
          <p:nvPr/>
        </p:nvSpPr>
        <p:spPr>
          <a:xfrm>
            <a:off x="1806505" y="5057591"/>
            <a:ext cx="2666819" cy="400110"/>
          </a:xfrm>
          <a:prstGeom prst="rect">
            <a:avLst/>
          </a:prstGeom>
          <a:noFill/>
        </p:spPr>
        <p:txBody>
          <a:bodyPr wrap="square" lIns="91440" tIns="45720" rIns="91440" bIns="45720" anchor="ctr">
            <a:noAutofit/>
          </a:bodyPr>
          <a:lstStyle/>
          <a:p>
            <a:r>
              <a:rPr lang="zh-CN" altLang="en-US" b="1" dirty="0">
                <a:latin typeface="Arial Narrow" panose="020B0606020202030204" pitchFamily="34" charset="0"/>
              </a:rPr>
              <a:t>字节内的比特发送顺序：</a:t>
            </a:r>
          </a:p>
        </p:txBody>
      </p:sp>
      <p:sp>
        <p:nvSpPr>
          <p:cNvPr id="28" name="íşlïḍè">
            <a:extLst>
              <a:ext uri="{FF2B5EF4-FFF2-40B4-BE49-F238E27FC236}">
                <a16:creationId xmlns:a16="http://schemas.microsoft.com/office/drawing/2014/main" id="{0BF423C5-9361-4AB4-83E1-24146354D89B}"/>
              </a:ext>
            </a:extLst>
          </p:cNvPr>
          <p:cNvSpPr txBox="1"/>
          <p:nvPr/>
        </p:nvSpPr>
        <p:spPr>
          <a:xfrm>
            <a:off x="1806506" y="4173479"/>
            <a:ext cx="1719526" cy="400110"/>
          </a:xfrm>
          <a:prstGeom prst="rect">
            <a:avLst/>
          </a:prstGeom>
          <a:noFill/>
        </p:spPr>
        <p:txBody>
          <a:bodyPr wrap="square" lIns="91440" tIns="45720" rIns="91440" bIns="45720" anchor="ctr">
            <a:noAutofit/>
          </a:bodyPr>
          <a:lstStyle/>
          <a:p>
            <a:r>
              <a:rPr lang="zh-CN" altLang="en-US" b="1" dirty="0">
                <a:latin typeface="Arial Narrow" panose="020B0606020202030204" pitchFamily="34" charset="0"/>
              </a:rPr>
              <a:t>字节发送顺序：</a:t>
            </a:r>
          </a:p>
        </p:txBody>
      </p:sp>
      <p:graphicFrame>
        <p:nvGraphicFramePr>
          <p:cNvPr id="8" name="表格 8">
            <a:extLst>
              <a:ext uri="{FF2B5EF4-FFF2-40B4-BE49-F238E27FC236}">
                <a16:creationId xmlns:a16="http://schemas.microsoft.com/office/drawing/2014/main" id="{CD520B47-EE80-4B67-9B6F-48162B23B33C}"/>
              </a:ext>
            </a:extLst>
          </p:cNvPr>
          <p:cNvGraphicFramePr>
            <a:graphicFrameLocks noGrp="1"/>
          </p:cNvGraphicFramePr>
          <p:nvPr/>
        </p:nvGraphicFramePr>
        <p:xfrm>
          <a:off x="1806506" y="2672329"/>
          <a:ext cx="9936690" cy="370840"/>
        </p:xfrm>
        <a:graphic>
          <a:graphicData uri="http://schemas.openxmlformats.org/drawingml/2006/table">
            <a:tbl>
              <a:tblPr firstRow="1" bandRow="1">
                <a:tableStyleId>{5C22544A-7EE6-4342-B048-85BDC9FD1C3A}</a:tableStyleId>
              </a:tblPr>
              <a:tblGrid>
                <a:gridCol w="2460693">
                  <a:extLst>
                    <a:ext uri="{9D8B030D-6E8A-4147-A177-3AD203B41FA5}">
                      <a16:colId xmlns:a16="http://schemas.microsoft.com/office/drawing/2014/main" val="2117429894"/>
                    </a:ext>
                  </a:extLst>
                </a:gridCol>
                <a:gridCol w="5019040">
                  <a:extLst>
                    <a:ext uri="{9D8B030D-6E8A-4147-A177-3AD203B41FA5}">
                      <a16:colId xmlns:a16="http://schemas.microsoft.com/office/drawing/2014/main" val="989804778"/>
                    </a:ext>
                  </a:extLst>
                </a:gridCol>
                <a:gridCol w="2456957">
                  <a:extLst>
                    <a:ext uri="{9D8B030D-6E8A-4147-A177-3AD203B41FA5}">
                      <a16:colId xmlns:a16="http://schemas.microsoft.com/office/drawing/2014/main" val="293011856"/>
                    </a:ext>
                  </a:extLst>
                </a:gridCol>
              </a:tblGrid>
              <a:tr h="370840">
                <a:tc>
                  <a:txBody>
                    <a:bodyPr/>
                    <a:lstStyle/>
                    <a:p>
                      <a:pPr algn="ctr"/>
                      <a:r>
                        <a:rPr lang="zh-CN" altLang="en-US" dirty="0">
                          <a:solidFill>
                            <a:schemeClr val="tx1"/>
                          </a:solidFill>
                          <a:latin typeface="Arial Narrow" panose="020B0606020202030204" pitchFamily="34" charset="0"/>
                          <a:ea typeface="+mn-ea"/>
                        </a:rPr>
                        <a:t>第</a:t>
                      </a:r>
                      <a:r>
                        <a:rPr lang="en-US" altLang="zh-CN" dirty="0">
                          <a:solidFill>
                            <a:schemeClr val="tx1"/>
                          </a:solidFill>
                          <a:latin typeface="Arial Narrow" panose="020B0606020202030204" pitchFamily="34" charset="0"/>
                          <a:ea typeface="+mn-ea"/>
                        </a:rPr>
                        <a:t>1</a:t>
                      </a:r>
                      <a:r>
                        <a:rPr lang="zh-CN" altLang="en-US" dirty="0">
                          <a:solidFill>
                            <a:schemeClr val="tx1"/>
                          </a:solidFill>
                          <a:latin typeface="Arial Narrow" panose="020B0606020202030204" pitchFamily="34" charset="0"/>
                          <a:ea typeface="+mn-ea"/>
                        </a:rPr>
                        <a:t>字节</a:t>
                      </a: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algn="ctr"/>
                      <a:r>
                        <a:rPr lang="zh-CN" altLang="en-US" dirty="0">
                          <a:solidFill>
                            <a:schemeClr val="tx1"/>
                          </a:solidFill>
                          <a:latin typeface="Arial Narrow" panose="020B0606020202030204" pitchFamily="34" charset="0"/>
                          <a:ea typeface="+mn-ea"/>
                        </a:rPr>
                        <a:t>第</a:t>
                      </a:r>
                      <a:r>
                        <a:rPr lang="en-US" altLang="zh-CN" dirty="0">
                          <a:solidFill>
                            <a:schemeClr val="tx1"/>
                          </a:solidFill>
                          <a:latin typeface="Arial Narrow" panose="020B0606020202030204" pitchFamily="34" charset="0"/>
                          <a:ea typeface="+mn-ea"/>
                        </a:rPr>
                        <a:t>2~5</a:t>
                      </a:r>
                      <a:r>
                        <a:rPr lang="zh-CN" altLang="en-US" dirty="0">
                          <a:solidFill>
                            <a:schemeClr val="tx1"/>
                          </a:solidFill>
                          <a:latin typeface="Arial Narrow" panose="020B0606020202030204" pitchFamily="34" charset="0"/>
                          <a:ea typeface="+mn-ea"/>
                        </a:rPr>
                        <a:t>字节</a:t>
                      </a: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algn="ctr"/>
                      <a:r>
                        <a:rPr lang="zh-CN" altLang="en-US" dirty="0">
                          <a:solidFill>
                            <a:schemeClr val="tx1"/>
                          </a:solidFill>
                          <a:latin typeface="Arial Narrow" panose="020B0606020202030204" pitchFamily="34" charset="0"/>
                          <a:ea typeface="+mn-ea"/>
                        </a:rPr>
                        <a:t>第</a:t>
                      </a:r>
                      <a:r>
                        <a:rPr lang="en-US" altLang="zh-CN" dirty="0">
                          <a:solidFill>
                            <a:schemeClr val="tx1"/>
                          </a:solidFill>
                          <a:latin typeface="Arial Narrow" panose="020B0606020202030204" pitchFamily="34" charset="0"/>
                          <a:ea typeface="+mn-ea"/>
                        </a:rPr>
                        <a:t>6</a:t>
                      </a:r>
                      <a:r>
                        <a:rPr lang="zh-CN" altLang="en-US" dirty="0">
                          <a:solidFill>
                            <a:schemeClr val="tx1"/>
                          </a:solidFill>
                          <a:latin typeface="Arial Narrow" panose="020B0606020202030204" pitchFamily="34" charset="0"/>
                          <a:ea typeface="+mn-ea"/>
                        </a:rPr>
                        <a:t>字节</a:t>
                      </a: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extLst>
                  <a:ext uri="{0D108BD9-81ED-4DB2-BD59-A6C34878D82A}">
                    <a16:rowId xmlns:a16="http://schemas.microsoft.com/office/drawing/2014/main" val="3761746479"/>
                  </a:ext>
                </a:extLst>
              </a:tr>
            </a:tbl>
          </a:graphicData>
        </a:graphic>
      </p:graphicFrame>
      <p:grpSp>
        <p:nvGrpSpPr>
          <p:cNvPr id="4" name="组合 3">
            <a:extLst>
              <a:ext uri="{FF2B5EF4-FFF2-40B4-BE49-F238E27FC236}">
                <a16:creationId xmlns:a16="http://schemas.microsoft.com/office/drawing/2014/main" id="{9A1EA9F2-FCB6-48C3-935F-7AE7E3AD14AC}"/>
              </a:ext>
            </a:extLst>
          </p:cNvPr>
          <p:cNvGrpSpPr/>
          <p:nvPr/>
        </p:nvGrpSpPr>
        <p:grpSpPr>
          <a:xfrm>
            <a:off x="304799" y="749300"/>
            <a:ext cx="6192345" cy="400110"/>
            <a:chOff x="424116" y="898245"/>
            <a:chExt cx="6192345" cy="400110"/>
          </a:xfrm>
        </p:grpSpPr>
        <p:sp>
          <p:nvSpPr>
            <p:cNvPr id="2" name="平行四边形 1">
              <a:extLst>
                <a:ext uri="{FF2B5EF4-FFF2-40B4-BE49-F238E27FC236}">
                  <a16:creationId xmlns:a16="http://schemas.microsoft.com/office/drawing/2014/main" id="{1F5BAA3F-9845-4F89-A2DD-8222D3E4EDAC}"/>
                </a:ext>
              </a:extLst>
            </p:cNvPr>
            <p:cNvSpPr/>
            <p:nvPr/>
          </p:nvSpPr>
          <p:spPr>
            <a:xfrm>
              <a:off x="424116" y="898245"/>
              <a:ext cx="695119" cy="387090"/>
            </a:xfrm>
            <a:prstGeom prst="parallelogram">
              <a:avLst/>
            </a:prstGeom>
            <a:solidFill>
              <a:schemeClr val="accent3">
                <a:lumMod val="75000"/>
              </a:schemeClr>
            </a:solidFill>
            <a:ln>
              <a:solidFill>
                <a:schemeClr val="accent3">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CN" sz="2200" dirty="0">
                  <a:latin typeface="Impact" panose="020B0806030902050204" pitchFamily="34" charset="0"/>
                </a:rPr>
                <a:t>02</a:t>
              </a:r>
              <a:endParaRPr lang="zh-CN" altLang="en-US" sz="2200" dirty="0">
                <a:latin typeface="Impact" panose="020B0806030902050204" pitchFamily="34" charset="0"/>
              </a:endParaRPr>
            </a:p>
          </p:txBody>
        </p:sp>
        <p:sp>
          <p:nvSpPr>
            <p:cNvPr id="3" name="文本框 2">
              <a:extLst>
                <a:ext uri="{FF2B5EF4-FFF2-40B4-BE49-F238E27FC236}">
                  <a16:creationId xmlns:a16="http://schemas.microsoft.com/office/drawing/2014/main" id="{4D6BD736-A4D3-4F26-AFED-36E11F50F70B}"/>
                </a:ext>
              </a:extLst>
            </p:cNvPr>
            <p:cNvSpPr txBox="1"/>
            <p:nvPr/>
          </p:nvSpPr>
          <p:spPr>
            <a:xfrm>
              <a:off x="1119235" y="898245"/>
              <a:ext cx="5497226" cy="400110"/>
            </a:xfrm>
            <a:prstGeom prst="rect">
              <a:avLst/>
            </a:prstGeom>
            <a:noFill/>
          </p:spPr>
          <p:txBody>
            <a:bodyPr wrap="square" rtlCol="0">
              <a:spAutoFit/>
            </a:bodyPr>
            <a:lstStyle/>
            <a:p>
              <a:r>
                <a:rPr lang="en-US" altLang="zh-CN" sz="2000" b="1" dirty="0"/>
                <a:t>MAC</a:t>
              </a:r>
              <a:r>
                <a:rPr lang="zh-CN" altLang="en-US" sz="2000" b="1" dirty="0"/>
                <a:t>地址</a:t>
              </a:r>
            </a:p>
          </p:txBody>
        </p:sp>
      </p:grpSp>
      <p:sp>
        <p:nvSpPr>
          <p:cNvPr id="48" name="íşlïḍè">
            <a:extLst>
              <a:ext uri="{FF2B5EF4-FFF2-40B4-BE49-F238E27FC236}">
                <a16:creationId xmlns:a16="http://schemas.microsoft.com/office/drawing/2014/main" id="{3A8ED235-C46A-40A6-B687-AE21B4C08B05}"/>
              </a:ext>
            </a:extLst>
          </p:cNvPr>
          <p:cNvSpPr txBox="1"/>
          <p:nvPr/>
        </p:nvSpPr>
        <p:spPr>
          <a:xfrm>
            <a:off x="4200062" y="1100674"/>
            <a:ext cx="3791876" cy="400110"/>
          </a:xfrm>
          <a:prstGeom prst="rect">
            <a:avLst/>
          </a:prstGeom>
          <a:noFill/>
        </p:spPr>
        <p:txBody>
          <a:bodyPr wrap="square" lIns="91440" tIns="45720" rIns="91440" bIns="45720" anchor="ctr">
            <a:noAutofit/>
          </a:bodyPr>
          <a:lstStyle/>
          <a:p>
            <a:pPr algn="ctr"/>
            <a:r>
              <a:rPr lang="en-US" altLang="zh-CN" b="1" dirty="0">
                <a:solidFill>
                  <a:schemeClr val="accent3">
                    <a:lumMod val="75000"/>
                  </a:schemeClr>
                </a:solidFill>
                <a:latin typeface="Arial Narrow" panose="020B0606020202030204" pitchFamily="34" charset="0"/>
              </a:rPr>
              <a:t>IEEE 802</a:t>
            </a:r>
            <a:r>
              <a:rPr lang="zh-CN" altLang="en-US" b="1" dirty="0">
                <a:solidFill>
                  <a:schemeClr val="accent3">
                    <a:lumMod val="75000"/>
                  </a:schemeClr>
                </a:solidFill>
                <a:latin typeface="Arial Narrow" panose="020B0606020202030204" pitchFamily="34" charset="0"/>
              </a:rPr>
              <a:t>局域网的</a:t>
            </a:r>
            <a:r>
              <a:rPr lang="en-US" altLang="zh-CN" b="1" dirty="0">
                <a:solidFill>
                  <a:schemeClr val="accent3">
                    <a:lumMod val="75000"/>
                  </a:schemeClr>
                </a:solidFill>
                <a:latin typeface="Arial Narrow" panose="020B0606020202030204" pitchFamily="34" charset="0"/>
              </a:rPr>
              <a:t>MAC</a:t>
            </a:r>
            <a:r>
              <a:rPr lang="zh-CN" altLang="en-US" b="1" dirty="0">
                <a:solidFill>
                  <a:schemeClr val="accent3">
                    <a:lumMod val="75000"/>
                  </a:schemeClr>
                </a:solidFill>
                <a:latin typeface="Arial Narrow" panose="020B0606020202030204" pitchFamily="34" charset="0"/>
              </a:rPr>
              <a:t>地址发送顺序</a:t>
            </a:r>
          </a:p>
        </p:txBody>
      </p:sp>
      <p:graphicFrame>
        <p:nvGraphicFramePr>
          <p:cNvPr id="6" name="表格 6">
            <a:extLst>
              <a:ext uri="{FF2B5EF4-FFF2-40B4-BE49-F238E27FC236}">
                <a16:creationId xmlns:a16="http://schemas.microsoft.com/office/drawing/2014/main" id="{1A48AF6F-3A40-41AE-8302-66596AA26EC7}"/>
              </a:ext>
            </a:extLst>
          </p:cNvPr>
          <p:cNvGraphicFramePr>
            <a:graphicFrameLocks noGrp="1"/>
          </p:cNvGraphicFramePr>
          <p:nvPr/>
        </p:nvGraphicFramePr>
        <p:xfrm>
          <a:off x="1806506" y="3043169"/>
          <a:ext cx="9936688" cy="370840"/>
        </p:xfrm>
        <a:graphic>
          <a:graphicData uri="http://schemas.openxmlformats.org/drawingml/2006/table">
            <a:tbl>
              <a:tblPr firstRow="1" bandRow="1">
                <a:tableStyleId>{5C22544A-7EE6-4342-B048-85BDC9FD1C3A}</a:tableStyleId>
              </a:tblPr>
              <a:tblGrid>
                <a:gridCol w="307365">
                  <a:extLst>
                    <a:ext uri="{9D8B030D-6E8A-4147-A177-3AD203B41FA5}">
                      <a16:colId xmlns:a16="http://schemas.microsoft.com/office/drawing/2014/main" val="3978522098"/>
                    </a:ext>
                  </a:extLst>
                </a:gridCol>
                <a:gridCol w="307365">
                  <a:extLst>
                    <a:ext uri="{9D8B030D-6E8A-4147-A177-3AD203B41FA5}">
                      <a16:colId xmlns:a16="http://schemas.microsoft.com/office/drawing/2014/main" val="849717532"/>
                    </a:ext>
                  </a:extLst>
                </a:gridCol>
                <a:gridCol w="307365">
                  <a:extLst>
                    <a:ext uri="{9D8B030D-6E8A-4147-A177-3AD203B41FA5}">
                      <a16:colId xmlns:a16="http://schemas.microsoft.com/office/drawing/2014/main" val="2142942144"/>
                    </a:ext>
                  </a:extLst>
                </a:gridCol>
                <a:gridCol w="307365">
                  <a:extLst>
                    <a:ext uri="{9D8B030D-6E8A-4147-A177-3AD203B41FA5}">
                      <a16:colId xmlns:a16="http://schemas.microsoft.com/office/drawing/2014/main" val="874826259"/>
                    </a:ext>
                  </a:extLst>
                </a:gridCol>
                <a:gridCol w="307365">
                  <a:extLst>
                    <a:ext uri="{9D8B030D-6E8A-4147-A177-3AD203B41FA5}">
                      <a16:colId xmlns:a16="http://schemas.microsoft.com/office/drawing/2014/main" val="2199175047"/>
                    </a:ext>
                  </a:extLst>
                </a:gridCol>
                <a:gridCol w="307365">
                  <a:extLst>
                    <a:ext uri="{9D8B030D-6E8A-4147-A177-3AD203B41FA5}">
                      <a16:colId xmlns:a16="http://schemas.microsoft.com/office/drawing/2014/main" val="4096098212"/>
                    </a:ext>
                  </a:extLst>
                </a:gridCol>
                <a:gridCol w="307365">
                  <a:extLst>
                    <a:ext uri="{9D8B030D-6E8A-4147-A177-3AD203B41FA5}">
                      <a16:colId xmlns:a16="http://schemas.microsoft.com/office/drawing/2014/main" val="3161922733"/>
                    </a:ext>
                  </a:extLst>
                </a:gridCol>
                <a:gridCol w="307365">
                  <a:extLst>
                    <a:ext uri="{9D8B030D-6E8A-4147-A177-3AD203B41FA5}">
                      <a16:colId xmlns:a16="http://schemas.microsoft.com/office/drawing/2014/main" val="1896170140"/>
                    </a:ext>
                  </a:extLst>
                </a:gridCol>
                <a:gridCol w="5019040">
                  <a:extLst>
                    <a:ext uri="{9D8B030D-6E8A-4147-A177-3AD203B41FA5}">
                      <a16:colId xmlns:a16="http://schemas.microsoft.com/office/drawing/2014/main" val="1832502197"/>
                    </a:ext>
                  </a:extLst>
                </a:gridCol>
                <a:gridCol w="307341">
                  <a:extLst>
                    <a:ext uri="{9D8B030D-6E8A-4147-A177-3AD203B41FA5}">
                      <a16:colId xmlns:a16="http://schemas.microsoft.com/office/drawing/2014/main" val="3285941259"/>
                    </a:ext>
                  </a:extLst>
                </a:gridCol>
                <a:gridCol w="307341">
                  <a:extLst>
                    <a:ext uri="{9D8B030D-6E8A-4147-A177-3AD203B41FA5}">
                      <a16:colId xmlns:a16="http://schemas.microsoft.com/office/drawing/2014/main" val="1296972243"/>
                    </a:ext>
                  </a:extLst>
                </a:gridCol>
                <a:gridCol w="307341">
                  <a:extLst>
                    <a:ext uri="{9D8B030D-6E8A-4147-A177-3AD203B41FA5}">
                      <a16:colId xmlns:a16="http://schemas.microsoft.com/office/drawing/2014/main" val="4187490853"/>
                    </a:ext>
                  </a:extLst>
                </a:gridCol>
                <a:gridCol w="307341">
                  <a:extLst>
                    <a:ext uri="{9D8B030D-6E8A-4147-A177-3AD203B41FA5}">
                      <a16:colId xmlns:a16="http://schemas.microsoft.com/office/drawing/2014/main" val="837431734"/>
                    </a:ext>
                  </a:extLst>
                </a:gridCol>
                <a:gridCol w="307341">
                  <a:extLst>
                    <a:ext uri="{9D8B030D-6E8A-4147-A177-3AD203B41FA5}">
                      <a16:colId xmlns:a16="http://schemas.microsoft.com/office/drawing/2014/main" val="880851581"/>
                    </a:ext>
                  </a:extLst>
                </a:gridCol>
                <a:gridCol w="307341">
                  <a:extLst>
                    <a:ext uri="{9D8B030D-6E8A-4147-A177-3AD203B41FA5}">
                      <a16:colId xmlns:a16="http://schemas.microsoft.com/office/drawing/2014/main" val="2388368653"/>
                    </a:ext>
                  </a:extLst>
                </a:gridCol>
                <a:gridCol w="307341">
                  <a:extLst>
                    <a:ext uri="{9D8B030D-6E8A-4147-A177-3AD203B41FA5}">
                      <a16:colId xmlns:a16="http://schemas.microsoft.com/office/drawing/2014/main" val="239311804"/>
                    </a:ext>
                  </a:extLst>
                </a:gridCol>
                <a:gridCol w="307341">
                  <a:extLst>
                    <a:ext uri="{9D8B030D-6E8A-4147-A177-3AD203B41FA5}">
                      <a16:colId xmlns:a16="http://schemas.microsoft.com/office/drawing/2014/main" val="450227044"/>
                    </a:ext>
                  </a:extLst>
                </a:gridCol>
              </a:tblGrid>
              <a:tr h="370840">
                <a:tc>
                  <a:txBody>
                    <a:bodyPr/>
                    <a:lstStyle/>
                    <a:p>
                      <a:pPr algn="ctr"/>
                      <a:r>
                        <a:rPr lang="en-US" altLang="zh-CN" dirty="0">
                          <a:solidFill>
                            <a:schemeClr val="tx1"/>
                          </a:solidFill>
                          <a:latin typeface="+mn-lt"/>
                        </a:rPr>
                        <a:t>b7</a:t>
                      </a:r>
                      <a:endParaRPr lang="zh-CN" altLang="en-US" dirty="0">
                        <a:solidFill>
                          <a:schemeClr val="tx1"/>
                        </a:solidFill>
                        <a:latin typeface="+mn-lt"/>
                      </a:endParaRPr>
                    </a:p>
                  </a:txBody>
                  <a:tcPr marL="36000" marR="3600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algn="ctr"/>
                      <a:r>
                        <a:rPr lang="en-US" altLang="zh-CN" dirty="0">
                          <a:solidFill>
                            <a:schemeClr val="tx1"/>
                          </a:solidFill>
                          <a:latin typeface="+mn-lt"/>
                        </a:rPr>
                        <a:t>b6</a:t>
                      </a:r>
                      <a:endParaRPr lang="zh-CN" altLang="en-US" dirty="0">
                        <a:solidFill>
                          <a:schemeClr val="tx1"/>
                        </a:solidFill>
                        <a:latin typeface="+mn-lt"/>
                      </a:endParaRPr>
                    </a:p>
                  </a:txBody>
                  <a:tcPr marL="36000" marR="3600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algn="ctr"/>
                      <a:r>
                        <a:rPr lang="en-US" altLang="zh-CN" dirty="0">
                          <a:solidFill>
                            <a:schemeClr val="tx1"/>
                          </a:solidFill>
                          <a:latin typeface="+mn-lt"/>
                        </a:rPr>
                        <a:t>b5</a:t>
                      </a:r>
                      <a:endParaRPr lang="zh-CN" altLang="en-US" dirty="0">
                        <a:solidFill>
                          <a:schemeClr val="tx1"/>
                        </a:solidFill>
                        <a:latin typeface="+mn-lt"/>
                      </a:endParaRPr>
                    </a:p>
                  </a:txBody>
                  <a:tcPr marL="36000" marR="3600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algn="ctr"/>
                      <a:r>
                        <a:rPr lang="en-US" altLang="zh-CN" dirty="0">
                          <a:solidFill>
                            <a:schemeClr val="tx1"/>
                          </a:solidFill>
                          <a:latin typeface="+mn-lt"/>
                        </a:rPr>
                        <a:t>b4</a:t>
                      </a:r>
                      <a:endParaRPr lang="zh-CN" altLang="en-US" dirty="0">
                        <a:solidFill>
                          <a:schemeClr val="tx1"/>
                        </a:solidFill>
                        <a:latin typeface="+mn-lt"/>
                      </a:endParaRPr>
                    </a:p>
                  </a:txBody>
                  <a:tcPr marL="36000" marR="3600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algn="ctr"/>
                      <a:r>
                        <a:rPr lang="en-US" altLang="zh-CN" dirty="0">
                          <a:solidFill>
                            <a:schemeClr val="tx1"/>
                          </a:solidFill>
                          <a:latin typeface="+mn-lt"/>
                        </a:rPr>
                        <a:t>b3</a:t>
                      </a:r>
                      <a:endParaRPr lang="zh-CN" altLang="en-US" dirty="0">
                        <a:solidFill>
                          <a:schemeClr val="tx1"/>
                        </a:solidFill>
                        <a:latin typeface="+mn-lt"/>
                      </a:endParaRPr>
                    </a:p>
                  </a:txBody>
                  <a:tcPr marL="36000" marR="3600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algn="ctr"/>
                      <a:r>
                        <a:rPr lang="en-US" altLang="zh-CN" dirty="0">
                          <a:solidFill>
                            <a:schemeClr val="tx1"/>
                          </a:solidFill>
                          <a:latin typeface="+mn-lt"/>
                        </a:rPr>
                        <a:t>b2</a:t>
                      </a:r>
                      <a:endParaRPr lang="zh-CN" altLang="en-US" dirty="0">
                        <a:solidFill>
                          <a:schemeClr val="tx1"/>
                        </a:solidFill>
                        <a:latin typeface="+mn-lt"/>
                      </a:endParaRPr>
                    </a:p>
                  </a:txBody>
                  <a:tcPr marL="36000" marR="3600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algn="ctr"/>
                      <a:r>
                        <a:rPr lang="en-US" altLang="zh-CN" dirty="0">
                          <a:solidFill>
                            <a:schemeClr val="tx1"/>
                          </a:solidFill>
                          <a:latin typeface="+mn-lt"/>
                        </a:rPr>
                        <a:t>b1</a:t>
                      </a:r>
                      <a:endParaRPr lang="zh-CN" altLang="en-US" dirty="0">
                        <a:solidFill>
                          <a:schemeClr val="tx1"/>
                        </a:solidFill>
                        <a:latin typeface="+mn-lt"/>
                      </a:endParaRPr>
                    </a:p>
                  </a:txBody>
                  <a:tcPr marL="36000" marR="3600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algn="ctr"/>
                      <a:r>
                        <a:rPr lang="en-US" altLang="zh-CN" dirty="0">
                          <a:solidFill>
                            <a:schemeClr val="tx1"/>
                          </a:solidFill>
                          <a:latin typeface="+mn-lt"/>
                        </a:rPr>
                        <a:t>b0</a:t>
                      </a:r>
                      <a:endParaRPr lang="zh-CN" altLang="en-US" dirty="0">
                        <a:solidFill>
                          <a:schemeClr val="tx1"/>
                        </a:solidFill>
                        <a:latin typeface="+mn-lt"/>
                      </a:endParaRPr>
                    </a:p>
                  </a:txBody>
                  <a:tcPr marL="36000" marR="3600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algn="ctr"/>
                      <a:r>
                        <a:rPr lang="en-US" altLang="zh-CN" dirty="0">
                          <a:solidFill>
                            <a:schemeClr val="tx1"/>
                          </a:solidFill>
                          <a:latin typeface="新宋体" panose="02010609030101010101" pitchFamily="49" charset="-122"/>
                          <a:ea typeface="新宋体" panose="02010609030101010101" pitchFamily="49" charset="-122"/>
                          <a:cs typeface="Times New Roman" panose="02020603050405020304" pitchFamily="18" charset="0"/>
                        </a:rPr>
                        <a:t>……</a:t>
                      </a:r>
                      <a:endParaRPr lang="zh-CN" altLang="en-US" dirty="0">
                        <a:solidFill>
                          <a:schemeClr val="tx1"/>
                        </a:solidFill>
                        <a:latin typeface="新宋体" panose="02010609030101010101" pitchFamily="49" charset="-122"/>
                        <a:ea typeface="新宋体" panose="02010609030101010101" pitchFamily="49" charset="-122"/>
                        <a:cs typeface="Times New Roman" panose="02020603050405020304" pitchFamily="18" charset="0"/>
                      </a:endParaRPr>
                    </a:p>
                  </a:txBody>
                  <a:tcPr marL="36000" marR="3600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algn="ctr"/>
                      <a:r>
                        <a:rPr lang="en-US" altLang="zh-CN" dirty="0">
                          <a:solidFill>
                            <a:schemeClr val="tx1"/>
                          </a:solidFill>
                          <a:latin typeface="+mn-lt"/>
                        </a:rPr>
                        <a:t>b7</a:t>
                      </a:r>
                      <a:endParaRPr lang="zh-CN" altLang="en-US" dirty="0">
                        <a:solidFill>
                          <a:schemeClr val="tx1"/>
                        </a:solidFill>
                        <a:latin typeface="+mn-lt"/>
                      </a:endParaRPr>
                    </a:p>
                  </a:txBody>
                  <a:tcPr marL="36000" marR="3600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algn="ctr"/>
                      <a:r>
                        <a:rPr lang="en-US" altLang="zh-CN" dirty="0">
                          <a:solidFill>
                            <a:schemeClr val="tx1"/>
                          </a:solidFill>
                          <a:latin typeface="+mn-lt"/>
                        </a:rPr>
                        <a:t>b6</a:t>
                      </a:r>
                      <a:endParaRPr lang="zh-CN" altLang="en-US" dirty="0">
                        <a:solidFill>
                          <a:schemeClr val="tx1"/>
                        </a:solidFill>
                        <a:latin typeface="+mn-lt"/>
                      </a:endParaRPr>
                    </a:p>
                  </a:txBody>
                  <a:tcPr marL="36000" marR="3600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algn="ctr"/>
                      <a:r>
                        <a:rPr lang="en-US" altLang="zh-CN" dirty="0">
                          <a:solidFill>
                            <a:schemeClr val="tx1"/>
                          </a:solidFill>
                          <a:latin typeface="+mn-lt"/>
                        </a:rPr>
                        <a:t>b5</a:t>
                      </a:r>
                      <a:endParaRPr lang="zh-CN" altLang="en-US" dirty="0">
                        <a:solidFill>
                          <a:schemeClr val="tx1"/>
                        </a:solidFill>
                        <a:latin typeface="+mn-lt"/>
                      </a:endParaRPr>
                    </a:p>
                  </a:txBody>
                  <a:tcPr marL="36000" marR="3600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algn="ctr"/>
                      <a:r>
                        <a:rPr lang="en-US" altLang="zh-CN" dirty="0">
                          <a:solidFill>
                            <a:schemeClr val="tx1"/>
                          </a:solidFill>
                          <a:latin typeface="+mn-lt"/>
                        </a:rPr>
                        <a:t>b4</a:t>
                      </a:r>
                      <a:endParaRPr lang="zh-CN" altLang="en-US" dirty="0">
                        <a:solidFill>
                          <a:schemeClr val="tx1"/>
                        </a:solidFill>
                        <a:latin typeface="+mn-lt"/>
                      </a:endParaRPr>
                    </a:p>
                  </a:txBody>
                  <a:tcPr marL="36000" marR="3600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algn="ctr"/>
                      <a:r>
                        <a:rPr lang="en-US" altLang="zh-CN" dirty="0">
                          <a:solidFill>
                            <a:schemeClr val="tx1"/>
                          </a:solidFill>
                          <a:latin typeface="+mn-lt"/>
                        </a:rPr>
                        <a:t>b3</a:t>
                      </a:r>
                      <a:endParaRPr lang="zh-CN" altLang="en-US" dirty="0">
                        <a:solidFill>
                          <a:schemeClr val="tx1"/>
                        </a:solidFill>
                        <a:latin typeface="+mn-lt"/>
                      </a:endParaRPr>
                    </a:p>
                  </a:txBody>
                  <a:tcPr marL="36000" marR="3600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algn="ctr"/>
                      <a:r>
                        <a:rPr lang="en-US" altLang="zh-CN" dirty="0">
                          <a:solidFill>
                            <a:schemeClr val="tx1"/>
                          </a:solidFill>
                          <a:latin typeface="+mn-lt"/>
                        </a:rPr>
                        <a:t>b2</a:t>
                      </a:r>
                      <a:endParaRPr lang="zh-CN" altLang="en-US" dirty="0">
                        <a:solidFill>
                          <a:schemeClr val="tx1"/>
                        </a:solidFill>
                        <a:latin typeface="+mn-lt"/>
                      </a:endParaRPr>
                    </a:p>
                  </a:txBody>
                  <a:tcPr marL="36000" marR="3600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algn="ctr"/>
                      <a:r>
                        <a:rPr lang="en-US" altLang="zh-CN" dirty="0">
                          <a:solidFill>
                            <a:schemeClr val="tx1"/>
                          </a:solidFill>
                          <a:latin typeface="+mn-lt"/>
                        </a:rPr>
                        <a:t>b1</a:t>
                      </a:r>
                      <a:endParaRPr lang="zh-CN" altLang="en-US" dirty="0">
                        <a:solidFill>
                          <a:schemeClr val="tx1"/>
                        </a:solidFill>
                        <a:latin typeface="+mn-lt"/>
                      </a:endParaRPr>
                    </a:p>
                  </a:txBody>
                  <a:tcPr marL="36000" marR="3600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algn="ctr"/>
                      <a:r>
                        <a:rPr lang="en-US" altLang="zh-CN" dirty="0">
                          <a:solidFill>
                            <a:schemeClr val="tx1"/>
                          </a:solidFill>
                          <a:latin typeface="+mn-lt"/>
                        </a:rPr>
                        <a:t>b0</a:t>
                      </a:r>
                      <a:endParaRPr lang="zh-CN" altLang="en-US" dirty="0">
                        <a:solidFill>
                          <a:schemeClr val="tx1"/>
                        </a:solidFill>
                        <a:latin typeface="+mn-lt"/>
                      </a:endParaRPr>
                    </a:p>
                  </a:txBody>
                  <a:tcPr marL="36000" marR="3600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extLst>
                  <a:ext uri="{0D108BD9-81ED-4DB2-BD59-A6C34878D82A}">
                    <a16:rowId xmlns:a16="http://schemas.microsoft.com/office/drawing/2014/main" val="2539908259"/>
                  </a:ext>
                </a:extLst>
              </a:tr>
            </a:tbl>
          </a:graphicData>
        </a:graphic>
      </p:graphicFrame>
      <p:graphicFrame>
        <p:nvGraphicFramePr>
          <p:cNvPr id="31" name="表格 8">
            <a:extLst>
              <a:ext uri="{FF2B5EF4-FFF2-40B4-BE49-F238E27FC236}">
                <a16:creationId xmlns:a16="http://schemas.microsoft.com/office/drawing/2014/main" id="{228A4020-97D7-49C5-A08F-FF4D79A689C6}"/>
              </a:ext>
            </a:extLst>
          </p:cNvPr>
          <p:cNvGraphicFramePr>
            <a:graphicFrameLocks noGrp="1"/>
          </p:cNvGraphicFramePr>
          <p:nvPr/>
        </p:nvGraphicFramePr>
        <p:xfrm>
          <a:off x="1806506" y="1757929"/>
          <a:ext cx="4975842" cy="914400"/>
        </p:xfrm>
        <a:graphic>
          <a:graphicData uri="http://schemas.openxmlformats.org/drawingml/2006/table">
            <a:tbl>
              <a:tblPr firstRow="1" bandRow="1">
                <a:tableStyleId>{5C22544A-7EE6-4342-B048-85BDC9FD1C3A}</a:tableStyleId>
              </a:tblPr>
              <a:tblGrid>
                <a:gridCol w="4975842">
                  <a:extLst>
                    <a:ext uri="{9D8B030D-6E8A-4147-A177-3AD203B41FA5}">
                      <a16:colId xmlns:a16="http://schemas.microsoft.com/office/drawing/2014/main" val="2117429894"/>
                    </a:ext>
                  </a:extLst>
                </a:gridCol>
              </a:tblGrid>
              <a:tr h="370840">
                <a:tc>
                  <a:txBody>
                    <a:bodyPr/>
                    <a:lstStyle/>
                    <a:p>
                      <a:pPr algn="ctr"/>
                      <a:r>
                        <a:rPr lang="zh-CN" altLang="en-US" dirty="0">
                          <a:solidFill>
                            <a:schemeClr val="bg1"/>
                          </a:solidFill>
                          <a:latin typeface="Arial Narrow" panose="020B0606020202030204" pitchFamily="34" charset="0"/>
                          <a:ea typeface="+mn-ea"/>
                        </a:rPr>
                        <a:t>组织唯一标识符</a:t>
                      </a:r>
                      <a:r>
                        <a:rPr lang="en-US" altLang="zh-CN" dirty="0">
                          <a:solidFill>
                            <a:schemeClr val="bg1"/>
                          </a:solidFill>
                          <a:latin typeface="Arial Narrow" panose="020B0606020202030204" pitchFamily="34" charset="0"/>
                          <a:ea typeface="+mn-ea"/>
                        </a:rPr>
                        <a:t>OUI</a:t>
                      </a:r>
                    </a:p>
                    <a:p>
                      <a:pPr algn="ctr"/>
                      <a:r>
                        <a:rPr lang="zh-CN" altLang="en-US" dirty="0">
                          <a:solidFill>
                            <a:schemeClr val="bg1"/>
                          </a:solidFill>
                          <a:latin typeface="Arial Narrow" panose="020B0606020202030204" pitchFamily="34" charset="0"/>
                          <a:ea typeface="+mn-ea"/>
                        </a:rPr>
                        <a:t>（由</a:t>
                      </a:r>
                      <a:r>
                        <a:rPr lang="en-US" altLang="zh-CN" dirty="0">
                          <a:solidFill>
                            <a:schemeClr val="bg1"/>
                          </a:solidFill>
                          <a:latin typeface="Arial Narrow" panose="020B0606020202030204" pitchFamily="34" charset="0"/>
                          <a:ea typeface="+mn-ea"/>
                        </a:rPr>
                        <a:t>IEEE</a:t>
                      </a:r>
                      <a:r>
                        <a:rPr lang="zh-CN" altLang="en-US" dirty="0">
                          <a:solidFill>
                            <a:schemeClr val="bg1"/>
                          </a:solidFill>
                          <a:latin typeface="Arial Narrow" panose="020B0606020202030204" pitchFamily="34" charset="0"/>
                          <a:ea typeface="+mn-ea"/>
                        </a:rPr>
                        <a:t>的注册管理机构分配）</a:t>
                      </a:r>
                      <a:endParaRPr lang="en-US" altLang="zh-CN" dirty="0">
                        <a:solidFill>
                          <a:schemeClr val="bg1"/>
                        </a:solidFill>
                        <a:latin typeface="Arial Narrow" panose="020B0606020202030204" pitchFamily="34" charset="0"/>
                        <a:ea typeface="+mn-ea"/>
                      </a:endParaRPr>
                    </a:p>
                    <a:p>
                      <a:pPr algn="ctr"/>
                      <a:r>
                        <a:rPr lang="zh-CN" altLang="en-US" dirty="0">
                          <a:solidFill>
                            <a:schemeClr val="bg1"/>
                          </a:solidFill>
                          <a:latin typeface="Arial Narrow" panose="020B0606020202030204" pitchFamily="34" charset="0"/>
                          <a:ea typeface="+mn-ea"/>
                        </a:rPr>
                        <a:t>第</a:t>
                      </a:r>
                      <a:r>
                        <a:rPr lang="en-US" altLang="zh-CN" dirty="0">
                          <a:solidFill>
                            <a:schemeClr val="bg1"/>
                          </a:solidFill>
                          <a:latin typeface="Arial Narrow" panose="020B0606020202030204" pitchFamily="34" charset="0"/>
                          <a:ea typeface="+mn-ea"/>
                        </a:rPr>
                        <a:t>1~3</a:t>
                      </a:r>
                      <a:r>
                        <a:rPr lang="zh-CN" altLang="en-US" dirty="0">
                          <a:solidFill>
                            <a:schemeClr val="bg1"/>
                          </a:solidFill>
                          <a:latin typeface="Arial Narrow" panose="020B0606020202030204" pitchFamily="34" charset="0"/>
                          <a:ea typeface="+mn-ea"/>
                        </a:rPr>
                        <a:t>字节</a:t>
                      </a: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accent3"/>
                    </a:solidFill>
                  </a:tcPr>
                </a:tc>
                <a:extLst>
                  <a:ext uri="{0D108BD9-81ED-4DB2-BD59-A6C34878D82A}">
                    <a16:rowId xmlns:a16="http://schemas.microsoft.com/office/drawing/2014/main" val="3761746479"/>
                  </a:ext>
                </a:extLst>
              </a:tr>
            </a:tbl>
          </a:graphicData>
        </a:graphic>
      </p:graphicFrame>
      <p:graphicFrame>
        <p:nvGraphicFramePr>
          <p:cNvPr id="32" name="表格 8">
            <a:extLst>
              <a:ext uri="{FF2B5EF4-FFF2-40B4-BE49-F238E27FC236}">
                <a16:creationId xmlns:a16="http://schemas.microsoft.com/office/drawing/2014/main" id="{986EF41A-3545-418C-A56D-747C8A071D04}"/>
              </a:ext>
            </a:extLst>
          </p:cNvPr>
          <p:cNvGraphicFramePr>
            <a:graphicFrameLocks noGrp="1"/>
          </p:cNvGraphicFramePr>
          <p:nvPr/>
        </p:nvGraphicFramePr>
        <p:xfrm>
          <a:off x="6766435" y="1757929"/>
          <a:ext cx="4975842" cy="914400"/>
        </p:xfrm>
        <a:graphic>
          <a:graphicData uri="http://schemas.openxmlformats.org/drawingml/2006/table">
            <a:tbl>
              <a:tblPr firstRow="1" bandRow="1">
                <a:tableStyleId>{5C22544A-7EE6-4342-B048-85BDC9FD1C3A}</a:tableStyleId>
              </a:tblPr>
              <a:tblGrid>
                <a:gridCol w="4975842">
                  <a:extLst>
                    <a:ext uri="{9D8B030D-6E8A-4147-A177-3AD203B41FA5}">
                      <a16:colId xmlns:a16="http://schemas.microsoft.com/office/drawing/2014/main" val="2117429894"/>
                    </a:ext>
                  </a:extLst>
                </a:gridCol>
              </a:tblGrid>
              <a:tr h="370840">
                <a:tc>
                  <a:txBody>
                    <a:bodyPr/>
                    <a:lstStyle/>
                    <a:p>
                      <a:pPr algn="ctr"/>
                      <a:r>
                        <a:rPr lang="zh-CN" altLang="en-US" dirty="0">
                          <a:solidFill>
                            <a:schemeClr val="bg1"/>
                          </a:solidFill>
                          <a:latin typeface="Arial Narrow" panose="020B0606020202030204" pitchFamily="34" charset="0"/>
                          <a:ea typeface="+mn-ea"/>
                        </a:rPr>
                        <a:t>网络接口标识符</a:t>
                      </a:r>
                      <a:endParaRPr lang="en-US" altLang="zh-CN" dirty="0">
                        <a:solidFill>
                          <a:schemeClr val="bg1"/>
                        </a:solidFill>
                        <a:latin typeface="Arial Narrow" panose="020B0606020202030204" pitchFamily="34" charset="0"/>
                        <a:ea typeface="+mn-ea"/>
                      </a:endParaRPr>
                    </a:p>
                    <a:p>
                      <a:pPr algn="ctr"/>
                      <a:r>
                        <a:rPr lang="zh-CN" altLang="en-US" dirty="0">
                          <a:solidFill>
                            <a:schemeClr val="bg1"/>
                          </a:solidFill>
                          <a:latin typeface="Arial Narrow" panose="020B0606020202030204" pitchFamily="34" charset="0"/>
                          <a:ea typeface="+mn-ea"/>
                        </a:rPr>
                        <a:t>（由获得</a:t>
                      </a:r>
                      <a:r>
                        <a:rPr lang="en-US" altLang="zh-CN" dirty="0">
                          <a:solidFill>
                            <a:schemeClr val="bg1"/>
                          </a:solidFill>
                          <a:latin typeface="Arial Narrow" panose="020B0606020202030204" pitchFamily="34" charset="0"/>
                          <a:ea typeface="+mn-ea"/>
                        </a:rPr>
                        <a:t>OUI</a:t>
                      </a:r>
                      <a:r>
                        <a:rPr lang="zh-CN" altLang="en-US" dirty="0">
                          <a:solidFill>
                            <a:schemeClr val="bg1"/>
                          </a:solidFill>
                          <a:latin typeface="Arial Narrow" panose="020B0606020202030204" pitchFamily="34" charset="0"/>
                          <a:ea typeface="+mn-ea"/>
                        </a:rPr>
                        <a:t>的厂商自行随意分配）</a:t>
                      </a:r>
                      <a:endParaRPr lang="en-US" altLang="zh-CN" dirty="0">
                        <a:solidFill>
                          <a:schemeClr val="bg1"/>
                        </a:solidFill>
                        <a:latin typeface="Arial Narrow" panose="020B0606020202030204" pitchFamily="34" charset="0"/>
                        <a:ea typeface="+mn-ea"/>
                      </a:endParaRPr>
                    </a:p>
                    <a:p>
                      <a:pPr algn="ctr"/>
                      <a:r>
                        <a:rPr lang="zh-CN" altLang="en-US" dirty="0">
                          <a:solidFill>
                            <a:schemeClr val="bg1"/>
                          </a:solidFill>
                          <a:latin typeface="Arial Narrow" panose="020B0606020202030204" pitchFamily="34" charset="0"/>
                          <a:ea typeface="+mn-ea"/>
                        </a:rPr>
                        <a:t>第</a:t>
                      </a:r>
                      <a:r>
                        <a:rPr lang="en-US" altLang="zh-CN" dirty="0">
                          <a:solidFill>
                            <a:schemeClr val="bg1"/>
                          </a:solidFill>
                          <a:latin typeface="Arial Narrow" panose="020B0606020202030204" pitchFamily="34" charset="0"/>
                          <a:ea typeface="+mn-ea"/>
                        </a:rPr>
                        <a:t>4~6</a:t>
                      </a:r>
                      <a:r>
                        <a:rPr lang="zh-CN" altLang="en-US" dirty="0">
                          <a:solidFill>
                            <a:schemeClr val="bg1"/>
                          </a:solidFill>
                          <a:latin typeface="Arial Narrow" panose="020B0606020202030204" pitchFamily="34" charset="0"/>
                          <a:ea typeface="+mn-ea"/>
                        </a:rPr>
                        <a:t>字节</a:t>
                      </a: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accent4"/>
                    </a:solidFill>
                  </a:tcPr>
                </a:tc>
                <a:extLst>
                  <a:ext uri="{0D108BD9-81ED-4DB2-BD59-A6C34878D82A}">
                    <a16:rowId xmlns:a16="http://schemas.microsoft.com/office/drawing/2014/main" val="3761746479"/>
                  </a:ext>
                </a:extLst>
              </a:tr>
            </a:tbl>
          </a:graphicData>
        </a:graphic>
      </p:graphicFrame>
      <p:grpSp>
        <p:nvGrpSpPr>
          <p:cNvPr id="30" name="组合 29">
            <a:extLst>
              <a:ext uri="{FF2B5EF4-FFF2-40B4-BE49-F238E27FC236}">
                <a16:creationId xmlns:a16="http://schemas.microsoft.com/office/drawing/2014/main" id="{2510DD8D-EA68-461F-9157-34990A94861A}"/>
              </a:ext>
            </a:extLst>
          </p:cNvPr>
          <p:cNvGrpSpPr/>
          <p:nvPr/>
        </p:nvGrpSpPr>
        <p:grpSpPr>
          <a:xfrm>
            <a:off x="3465363" y="4173479"/>
            <a:ext cx="2755895" cy="400110"/>
            <a:chOff x="3465363" y="4173479"/>
            <a:chExt cx="2755895" cy="400110"/>
          </a:xfrm>
        </p:grpSpPr>
        <p:sp>
          <p:nvSpPr>
            <p:cNvPr id="39" name="íşlïḍè">
              <a:extLst>
                <a:ext uri="{FF2B5EF4-FFF2-40B4-BE49-F238E27FC236}">
                  <a16:creationId xmlns:a16="http://schemas.microsoft.com/office/drawing/2014/main" id="{DCA0E971-2B51-4C81-8C27-15CE5A73A45B}"/>
                </a:ext>
              </a:extLst>
            </p:cNvPr>
            <p:cNvSpPr txBox="1"/>
            <p:nvPr/>
          </p:nvSpPr>
          <p:spPr>
            <a:xfrm>
              <a:off x="3465363" y="4173479"/>
              <a:ext cx="1007961" cy="400110"/>
            </a:xfrm>
            <a:prstGeom prst="rect">
              <a:avLst/>
            </a:prstGeom>
            <a:noFill/>
          </p:spPr>
          <p:txBody>
            <a:bodyPr wrap="square" lIns="91440" tIns="45720" rIns="91440" bIns="45720" anchor="ctr">
              <a:noAutofit/>
            </a:bodyPr>
            <a:lstStyle/>
            <a:p>
              <a:r>
                <a:rPr lang="zh-CN" altLang="en-US" b="1" dirty="0">
                  <a:latin typeface="Arial Narrow" panose="020B0606020202030204" pitchFamily="34" charset="0"/>
                </a:rPr>
                <a:t>第</a:t>
              </a:r>
              <a:r>
                <a:rPr lang="en-US" altLang="zh-CN" b="1" dirty="0">
                  <a:latin typeface="Arial Narrow" panose="020B0606020202030204" pitchFamily="34" charset="0"/>
                </a:rPr>
                <a:t>1</a:t>
              </a:r>
              <a:r>
                <a:rPr lang="zh-CN" altLang="en-US" b="1" dirty="0">
                  <a:latin typeface="Arial Narrow" panose="020B0606020202030204" pitchFamily="34" charset="0"/>
                </a:rPr>
                <a:t>字节</a:t>
              </a:r>
            </a:p>
          </p:txBody>
        </p:sp>
        <p:sp>
          <p:nvSpPr>
            <p:cNvPr id="41" name="íşlïḍè">
              <a:extLst>
                <a:ext uri="{FF2B5EF4-FFF2-40B4-BE49-F238E27FC236}">
                  <a16:creationId xmlns:a16="http://schemas.microsoft.com/office/drawing/2014/main" id="{A23029CC-8BCE-45B0-BCC5-FDA495D7C881}"/>
                </a:ext>
              </a:extLst>
            </p:cNvPr>
            <p:cNvSpPr txBox="1"/>
            <p:nvPr/>
          </p:nvSpPr>
          <p:spPr>
            <a:xfrm>
              <a:off x="5213297" y="4173479"/>
              <a:ext cx="1007961" cy="400110"/>
            </a:xfrm>
            <a:prstGeom prst="rect">
              <a:avLst/>
            </a:prstGeom>
            <a:noFill/>
          </p:spPr>
          <p:txBody>
            <a:bodyPr wrap="square" lIns="91440" tIns="45720" rIns="91440" bIns="45720" anchor="ctr">
              <a:noAutofit/>
            </a:bodyPr>
            <a:lstStyle/>
            <a:p>
              <a:r>
                <a:rPr lang="zh-CN" altLang="en-US" b="1" dirty="0">
                  <a:latin typeface="Arial Narrow" panose="020B0606020202030204" pitchFamily="34" charset="0"/>
                </a:rPr>
                <a:t>第</a:t>
              </a:r>
              <a:r>
                <a:rPr lang="en-US" altLang="zh-CN" b="1" dirty="0">
                  <a:latin typeface="Arial Narrow" panose="020B0606020202030204" pitchFamily="34" charset="0"/>
                </a:rPr>
                <a:t>6</a:t>
              </a:r>
              <a:r>
                <a:rPr lang="zh-CN" altLang="en-US" b="1" dirty="0">
                  <a:latin typeface="Arial Narrow" panose="020B0606020202030204" pitchFamily="34" charset="0"/>
                </a:rPr>
                <a:t>字节</a:t>
              </a:r>
            </a:p>
          </p:txBody>
        </p:sp>
        <p:cxnSp>
          <p:nvCxnSpPr>
            <p:cNvPr id="12" name="直接箭头连接符 11">
              <a:extLst>
                <a:ext uri="{FF2B5EF4-FFF2-40B4-BE49-F238E27FC236}">
                  <a16:creationId xmlns:a16="http://schemas.microsoft.com/office/drawing/2014/main" id="{61BA6F19-9C47-4C89-AE76-982DBF35FDB2}"/>
                </a:ext>
              </a:extLst>
            </p:cNvPr>
            <p:cNvCxnSpPr>
              <a:stCxn id="39" idx="3"/>
              <a:endCxn id="41" idx="1"/>
            </p:cNvCxnSpPr>
            <p:nvPr/>
          </p:nvCxnSpPr>
          <p:spPr>
            <a:xfrm>
              <a:off x="4473324" y="4373534"/>
              <a:ext cx="739973" cy="0"/>
            </a:xfrm>
            <a:prstGeom prst="straightConnector1">
              <a:avLst/>
            </a:prstGeom>
            <a:ln w="25400">
              <a:solidFill>
                <a:schemeClr val="tx1"/>
              </a:solidFill>
              <a:tailEnd type="triangle"/>
            </a:ln>
          </p:spPr>
          <p:style>
            <a:lnRef idx="1">
              <a:schemeClr val="accent1"/>
            </a:lnRef>
            <a:fillRef idx="0">
              <a:schemeClr val="accent1"/>
            </a:fillRef>
            <a:effectRef idx="0">
              <a:schemeClr val="accent1"/>
            </a:effectRef>
            <a:fontRef idx="minor">
              <a:schemeClr val="tx1"/>
            </a:fontRef>
          </p:style>
        </p:cxnSp>
      </p:grpSp>
      <p:grpSp>
        <p:nvGrpSpPr>
          <p:cNvPr id="49" name="组合 48">
            <a:extLst>
              <a:ext uri="{FF2B5EF4-FFF2-40B4-BE49-F238E27FC236}">
                <a16:creationId xmlns:a16="http://schemas.microsoft.com/office/drawing/2014/main" id="{02F7A200-6A80-46B3-99FC-AFFE444F93B7}"/>
              </a:ext>
            </a:extLst>
          </p:cNvPr>
          <p:cNvGrpSpPr/>
          <p:nvPr/>
        </p:nvGrpSpPr>
        <p:grpSpPr>
          <a:xfrm>
            <a:off x="4364048" y="5057591"/>
            <a:ext cx="1796247" cy="400110"/>
            <a:chOff x="4364048" y="5057591"/>
            <a:chExt cx="1796247" cy="400110"/>
          </a:xfrm>
        </p:grpSpPr>
        <p:sp>
          <p:nvSpPr>
            <p:cNvPr id="45" name="íşlïḍè">
              <a:extLst>
                <a:ext uri="{FF2B5EF4-FFF2-40B4-BE49-F238E27FC236}">
                  <a16:creationId xmlns:a16="http://schemas.microsoft.com/office/drawing/2014/main" id="{6115F6B0-9278-4CE7-916A-85BDE0879159}"/>
                </a:ext>
              </a:extLst>
            </p:cNvPr>
            <p:cNvSpPr txBox="1"/>
            <p:nvPr/>
          </p:nvSpPr>
          <p:spPr>
            <a:xfrm>
              <a:off x="4364048" y="5057591"/>
              <a:ext cx="503981" cy="400110"/>
            </a:xfrm>
            <a:prstGeom prst="rect">
              <a:avLst/>
            </a:prstGeom>
            <a:noFill/>
          </p:spPr>
          <p:txBody>
            <a:bodyPr wrap="square" lIns="91440" tIns="45720" rIns="91440" bIns="45720" anchor="ctr">
              <a:noAutofit/>
            </a:bodyPr>
            <a:lstStyle/>
            <a:p>
              <a:r>
                <a:rPr lang="en-US" altLang="zh-CN" sz="2400" b="1" dirty="0">
                  <a:latin typeface="Arial Narrow" panose="020B0606020202030204" pitchFamily="34" charset="0"/>
                </a:rPr>
                <a:t>b0</a:t>
              </a:r>
              <a:endParaRPr lang="zh-CN" altLang="en-US" sz="2400" b="1" dirty="0">
                <a:latin typeface="Arial Narrow" panose="020B0606020202030204" pitchFamily="34" charset="0"/>
              </a:endParaRPr>
            </a:p>
          </p:txBody>
        </p:sp>
        <p:sp>
          <p:nvSpPr>
            <p:cNvPr id="46" name="íşlïḍè">
              <a:extLst>
                <a:ext uri="{FF2B5EF4-FFF2-40B4-BE49-F238E27FC236}">
                  <a16:creationId xmlns:a16="http://schemas.microsoft.com/office/drawing/2014/main" id="{203E7361-834D-40A0-98DD-A1DB1C89152A}"/>
                </a:ext>
              </a:extLst>
            </p:cNvPr>
            <p:cNvSpPr txBox="1"/>
            <p:nvPr/>
          </p:nvSpPr>
          <p:spPr>
            <a:xfrm>
              <a:off x="5656314" y="5057591"/>
              <a:ext cx="503981" cy="400110"/>
            </a:xfrm>
            <a:prstGeom prst="rect">
              <a:avLst/>
            </a:prstGeom>
            <a:noFill/>
          </p:spPr>
          <p:txBody>
            <a:bodyPr wrap="square" lIns="91440" tIns="45720" rIns="91440" bIns="45720" anchor="ctr">
              <a:noAutofit/>
            </a:bodyPr>
            <a:lstStyle/>
            <a:p>
              <a:r>
                <a:rPr lang="en-US" altLang="zh-CN" sz="2400" b="1" dirty="0">
                  <a:latin typeface="Arial Narrow" panose="020B0606020202030204" pitchFamily="34" charset="0"/>
                </a:rPr>
                <a:t>b7</a:t>
              </a:r>
              <a:endParaRPr lang="zh-CN" altLang="en-US" sz="2400" b="1" dirty="0">
                <a:latin typeface="Arial Narrow" panose="020B0606020202030204" pitchFamily="34" charset="0"/>
              </a:endParaRPr>
            </a:p>
          </p:txBody>
        </p:sp>
        <p:cxnSp>
          <p:nvCxnSpPr>
            <p:cNvPr id="47" name="直接箭头连接符 46">
              <a:extLst>
                <a:ext uri="{FF2B5EF4-FFF2-40B4-BE49-F238E27FC236}">
                  <a16:creationId xmlns:a16="http://schemas.microsoft.com/office/drawing/2014/main" id="{27C6F6EE-57D9-4058-9F7E-7B99AE5B3356}"/>
                </a:ext>
              </a:extLst>
            </p:cNvPr>
            <p:cNvCxnSpPr>
              <a:cxnSpLocks/>
              <a:stCxn id="45" idx="3"/>
              <a:endCxn id="46" idx="1"/>
            </p:cNvCxnSpPr>
            <p:nvPr/>
          </p:nvCxnSpPr>
          <p:spPr>
            <a:xfrm>
              <a:off x="4868029" y="5257646"/>
              <a:ext cx="788285" cy="0"/>
            </a:xfrm>
            <a:prstGeom prst="straightConnector1">
              <a:avLst/>
            </a:prstGeom>
            <a:ln w="25400">
              <a:solidFill>
                <a:schemeClr val="tx1"/>
              </a:solidFill>
              <a:tailEnd type="triangle"/>
            </a:ln>
          </p:spPr>
          <p:style>
            <a:lnRef idx="1">
              <a:schemeClr val="accent1"/>
            </a:lnRef>
            <a:fillRef idx="0">
              <a:schemeClr val="accent1"/>
            </a:fillRef>
            <a:effectRef idx="0">
              <a:schemeClr val="accent1"/>
            </a:effectRef>
            <a:fontRef idx="minor">
              <a:schemeClr val="tx1"/>
            </a:fontRef>
          </p:style>
        </p:cxnSp>
      </p:grpSp>
      <p:cxnSp>
        <p:nvCxnSpPr>
          <p:cNvPr id="58" name="直接箭头连接符 57">
            <a:extLst>
              <a:ext uri="{FF2B5EF4-FFF2-40B4-BE49-F238E27FC236}">
                <a16:creationId xmlns:a16="http://schemas.microsoft.com/office/drawing/2014/main" id="{0DA7EC8E-9CE1-4CB3-AB66-3CF19EBAC160}"/>
              </a:ext>
            </a:extLst>
          </p:cNvPr>
          <p:cNvCxnSpPr>
            <a:cxnSpLocks/>
          </p:cNvCxnSpPr>
          <p:nvPr/>
        </p:nvCxnSpPr>
        <p:spPr>
          <a:xfrm flipH="1">
            <a:off x="1904027" y="3343487"/>
            <a:ext cx="2296035" cy="0"/>
          </a:xfrm>
          <a:prstGeom prst="straightConnector1">
            <a:avLst/>
          </a:prstGeom>
          <a:ln w="38100">
            <a:prstDash val="dash"/>
            <a:tailEnd type="triangle" w="med" len="lg"/>
          </a:ln>
        </p:spPr>
        <p:style>
          <a:lnRef idx="1">
            <a:schemeClr val="accent1"/>
          </a:lnRef>
          <a:fillRef idx="0">
            <a:schemeClr val="accent1"/>
          </a:fillRef>
          <a:effectRef idx="0">
            <a:schemeClr val="accent1"/>
          </a:effectRef>
          <a:fontRef idx="minor">
            <a:schemeClr val="tx1"/>
          </a:fontRef>
        </p:style>
      </p:cxnSp>
    </p:spTree>
    <p:custDataLst>
      <p:tags r:id="rId1"/>
    </p:custDataLst>
    <p:extLst>
      <p:ext uri="{BB962C8B-B14F-4D97-AF65-F5344CB8AC3E}">
        <p14:creationId xmlns:p14="http://schemas.microsoft.com/office/powerpoint/2010/main" val="2757581820"/>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2" fill="hold" nodeType="withEffect">
                                  <p:stCondLst>
                                    <p:cond delay="0"/>
                                  </p:stCondLst>
                                  <p:childTnLst>
                                    <p:set>
                                      <p:cBhvr>
                                        <p:cTn id="6" dur="1" fill="hold">
                                          <p:stCondLst>
                                            <p:cond delay="0"/>
                                          </p:stCondLst>
                                        </p:cTn>
                                        <p:tgtEl>
                                          <p:spTgt spid="8"/>
                                        </p:tgtEl>
                                        <p:attrNameLst>
                                          <p:attrName>style.visibility</p:attrName>
                                        </p:attrNameLst>
                                      </p:cBhvr>
                                      <p:to>
                                        <p:strVal val="visible"/>
                                      </p:to>
                                    </p:set>
                                    <p:anim calcmode="lin" valueType="num">
                                      <p:cBhvr additive="base">
                                        <p:cTn id="7" dur="500" fill="hold"/>
                                        <p:tgtEl>
                                          <p:spTgt spid="8"/>
                                        </p:tgtEl>
                                        <p:attrNameLst>
                                          <p:attrName>ppt_x</p:attrName>
                                        </p:attrNameLst>
                                      </p:cBhvr>
                                      <p:tavLst>
                                        <p:tav tm="0">
                                          <p:val>
                                            <p:strVal val="1+#ppt_w/2"/>
                                          </p:val>
                                        </p:tav>
                                        <p:tav tm="100000">
                                          <p:val>
                                            <p:strVal val="#ppt_x"/>
                                          </p:val>
                                        </p:tav>
                                      </p:tavLst>
                                    </p:anim>
                                    <p:anim calcmode="lin" valueType="num">
                                      <p:cBhvr additive="base">
                                        <p:cTn id="8" dur="500" fill="hold"/>
                                        <p:tgtEl>
                                          <p:spTgt spid="8"/>
                                        </p:tgtEl>
                                        <p:attrNameLst>
                                          <p:attrName>ppt_y</p:attrName>
                                        </p:attrNameLst>
                                      </p:cBhvr>
                                      <p:tavLst>
                                        <p:tav tm="0">
                                          <p:val>
                                            <p:strVal val="#ppt_y"/>
                                          </p:val>
                                        </p:tav>
                                        <p:tav tm="100000">
                                          <p:val>
                                            <p:strVal val="#ppt_y"/>
                                          </p:val>
                                        </p:tav>
                                      </p:tavLst>
                                    </p:anim>
                                  </p:childTnLst>
                                </p:cTn>
                              </p:par>
                              <p:par>
                                <p:cTn id="9" presetID="2" presetClass="entr" presetSubtype="2" fill="hold" grpId="0" nodeType="withEffect">
                                  <p:stCondLst>
                                    <p:cond delay="0"/>
                                  </p:stCondLst>
                                  <p:childTnLst>
                                    <p:set>
                                      <p:cBhvr>
                                        <p:cTn id="10" dur="1" fill="hold">
                                          <p:stCondLst>
                                            <p:cond delay="0"/>
                                          </p:stCondLst>
                                        </p:cTn>
                                        <p:tgtEl>
                                          <p:spTgt spid="48"/>
                                        </p:tgtEl>
                                        <p:attrNameLst>
                                          <p:attrName>style.visibility</p:attrName>
                                        </p:attrNameLst>
                                      </p:cBhvr>
                                      <p:to>
                                        <p:strVal val="visible"/>
                                      </p:to>
                                    </p:set>
                                    <p:anim calcmode="lin" valueType="num">
                                      <p:cBhvr additive="base">
                                        <p:cTn id="11" dur="500" fill="hold"/>
                                        <p:tgtEl>
                                          <p:spTgt spid="48"/>
                                        </p:tgtEl>
                                        <p:attrNameLst>
                                          <p:attrName>ppt_x</p:attrName>
                                        </p:attrNameLst>
                                      </p:cBhvr>
                                      <p:tavLst>
                                        <p:tav tm="0">
                                          <p:val>
                                            <p:strVal val="1+#ppt_w/2"/>
                                          </p:val>
                                        </p:tav>
                                        <p:tav tm="100000">
                                          <p:val>
                                            <p:strVal val="#ppt_x"/>
                                          </p:val>
                                        </p:tav>
                                      </p:tavLst>
                                    </p:anim>
                                    <p:anim calcmode="lin" valueType="num">
                                      <p:cBhvr additive="base">
                                        <p:cTn id="12" dur="500" fill="hold"/>
                                        <p:tgtEl>
                                          <p:spTgt spid="48"/>
                                        </p:tgtEl>
                                        <p:attrNameLst>
                                          <p:attrName>ppt_y</p:attrName>
                                        </p:attrNameLst>
                                      </p:cBhvr>
                                      <p:tavLst>
                                        <p:tav tm="0">
                                          <p:val>
                                            <p:strVal val="#ppt_y"/>
                                          </p:val>
                                        </p:tav>
                                        <p:tav tm="100000">
                                          <p:val>
                                            <p:strVal val="#ppt_y"/>
                                          </p:val>
                                        </p:tav>
                                      </p:tavLst>
                                    </p:anim>
                                  </p:childTnLst>
                                </p:cTn>
                              </p:par>
                              <p:par>
                                <p:cTn id="13" presetID="2" presetClass="entr" presetSubtype="2" fill="hold" nodeType="withEffect">
                                  <p:stCondLst>
                                    <p:cond delay="0"/>
                                  </p:stCondLst>
                                  <p:childTnLst>
                                    <p:set>
                                      <p:cBhvr>
                                        <p:cTn id="14" dur="1" fill="hold">
                                          <p:stCondLst>
                                            <p:cond delay="0"/>
                                          </p:stCondLst>
                                        </p:cTn>
                                        <p:tgtEl>
                                          <p:spTgt spid="6"/>
                                        </p:tgtEl>
                                        <p:attrNameLst>
                                          <p:attrName>style.visibility</p:attrName>
                                        </p:attrNameLst>
                                      </p:cBhvr>
                                      <p:to>
                                        <p:strVal val="visible"/>
                                      </p:to>
                                    </p:set>
                                    <p:anim calcmode="lin" valueType="num">
                                      <p:cBhvr additive="base">
                                        <p:cTn id="15" dur="500" fill="hold"/>
                                        <p:tgtEl>
                                          <p:spTgt spid="6"/>
                                        </p:tgtEl>
                                        <p:attrNameLst>
                                          <p:attrName>ppt_x</p:attrName>
                                        </p:attrNameLst>
                                      </p:cBhvr>
                                      <p:tavLst>
                                        <p:tav tm="0">
                                          <p:val>
                                            <p:strVal val="1+#ppt_w/2"/>
                                          </p:val>
                                        </p:tav>
                                        <p:tav tm="100000">
                                          <p:val>
                                            <p:strVal val="#ppt_x"/>
                                          </p:val>
                                        </p:tav>
                                      </p:tavLst>
                                    </p:anim>
                                    <p:anim calcmode="lin" valueType="num">
                                      <p:cBhvr additive="base">
                                        <p:cTn id="16" dur="500" fill="hold"/>
                                        <p:tgtEl>
                                          <p:spTgt spid="6"/>
                                        </p:tgtEl>
                                        <p:attrNameLst>
                                          <p:attrName>ppt_y</p:attrName>
                                        </p:attrNameLst>
                                      </p:cBhvr>
                                      <p:tavLst>
                                        <p:tav tm="0">
                                          <p:val>
                                            <p:strVal val="#ppt_y"/>
                                          </p:val>
                                        </p:tav>
                                        <p:tav tm="100000">
                                          <p:val>
                                            <p:strVal val="#ppt_y"/>
                                          </p:val>
                                        </p:tav>
                                      </p:tavLst>
                                    </p:anim>
                                  </p:childTnLst>
                                </p:cTn>
                              </p:par>
                              <p:par>
                                <p:cTn id="17" presetID="2" presetClass="entr" presetSubtype="2" fill="hold" nodeType="withEffect">
                                  <p:stCondLst>
                                    <p:cond delay="0"/>
                                  </p:stCondLst>
                                  <p:childTnLst>
                                    <p:set>
                                      <p:cBhvr>
                                        <p:cTn id="18" dur="1" fill="hold">
                                          <p:stCondLst>
                                            <p:cond delay="0"/>
                                          </p:stCondLst>
                                        </p:cTn>
                                        <p:tgtEl>
                                          <p:spTgt spid="31"/>
                                        </p:tgtEl>
                                        <p:attrNameLst>
                                          <p:attrName>style.visibility</p:attrName>
                                        </p:attrNameLst>
                                      </p:cBhvr>
                                      <p:to>
                                        <p:strVal val="visible"/>
                                      </p:to>
                                    </p:set>
                                    <p:anim calcmode="lin" valueType="num">
                                      <p:cBhvr additive="base">
                                        <p:cTn id="19" dur="500" fill="hold"/>
                                        <p:tgtEl>
                                          <p:spTgt spid="31"/>
                                        </p:tgtEl>
                                        <p:attrNameLst>
                                          <p:attrName>ppt_x</p:attrName>
                                        </p:attrNameLst>
                                      </p:cBhvr>
                                      <p:tavLst>
                                        <p:tav tm="0">
                                          <p:val>
                                            <p:strVal val="1+#ppt_w/2"/>
                                          </p:val>
                                        </p:tav>
                                        <p:tav tm="100000">
                                          <p:val>
                                            <p:strVal val="#ppt_x"/>
                                          </p:val>
                                        </p:tav>
                                      </p:tavLst>
                                    </p:anim>
                                    <p:anim calcmode="lin" valueType="num">
                                      <p:cBhvr additive="base">
                                        <p:cTn id="20" dur="500" fill="hold"/>
                                        <p:tgtEl>
                                          <p:spTgt spid="31"/>
                                        </p:tgtEl>
                                        <p:attrNameLst>
                                          <p:attrName>ppt_y</p:attrName>
                                        </p:attrNameLst>
                                      </p:cBhvr>
                                      <p:tavLst>
                                        <p:tav tm="0">
                                          <p:val>
                                            <p:strVal val="#ppt_y"/>
                                          </p:val>
                                        </p:tav>
                                        <p:tav tm="100000">
                                          <p:val>
                                            <p:strVal val="#ppt_y"/>
                                          </p:val>
                                        </p:tav>
                                      </p:tavLst>
                                    </p:anim>
                                  </p:childTnLst>
                                </p:cTn>
                              </p:par>
                              <p:par>
                                <p:cTn id="21" presetID="2" presetClass="entr" presetSubtype="2" fill="hold" nodeType="withEffect">
                                  <p:stCondLst>
                                    <p:cond delay="0"/>
                                  </p:stCondLst>
                                  <p:childTnLst>
                                    <p:set>
                                      <p:cBhvr>
                                        <p:cTn id="22" dur="1" fill="hold">
                                          <p:stCondLst>
                                            <p:cond delay="0"/>
                                          </p:stCondLst>
                                        </p:cTn>
                                        <p:tgtEl>
                                          <p:spTgt spid="32"/>
                                        </p:tgtEl>
                                        <p:attrNameLst>
                                          <p:attrName>style.visibility</p:attrName>
                                        </p:attrNameLst>
                                      </p:cBhvr>
                                      <p:to>
                                        <p:strVal val="visible"/>
                                      </p:to>
                                    </p:set>
                                    <p:anim calcmode="lin" valueType="num">
                                      <p:cBhvr additive="base">
                                        <p:cTn id="23" dur="500" fill="hold"/>
                                        <p:tgtEl>
                                          <p:spTgt spid="32"/>
                                        </p:tgtEl>
                                        <p:attrNameLst>
                                          <p:attrName>ppt_x</p:attrName>
                                        </p:attrNameLst>
                                      </p:cBhvr>
                                      <p:tavLst>
                                        <p:tav tm="0">
                                          <p:val>
                                            <p:strVal val="1+#ppt_w/2"/>
                                          </p:val>
                                        </p:tav>
                                        <p:tav tm="100000">
                                          <p:val>
                                            <p:strVal val="#ppt_x"/>
                                          </p:val>
                                        </p:tav>
                                      </p:tavLst>
                                    </p:anim>
                                    <p:anim calcmode="lin" valueType="num">
                                      <p:cBhvr additive="base">
                                        <p:cTn id="24" dur="500" fill="hold"/>
                                        <p:tgtEl>
                                          <p:spTgt spid="32"/>
                                        </p:tgtEl>
                                        <p:attrNameLst>
                                          <p:attrName>ppt_y</p:attrName>
                                        </p:attrNameLst>
                                      </p:cBhvr>
                                      <p:tavLst>
                                        <p:tav tm="0">
                                          <p:val>
                                            <p:strVal val="#ppt_y"/>
                                          </p:val>
                                        </p:tav>
                                        <p:tav tm="100000">
                                          <p:val>
                                            <p:strVal val="#ppt_y"/>
                                          </p:val>
                                        </p:tav>
                                      </p:tavLst>
                                    </p:anim>
                                  </p:childTnLst>
                                </p:cTn>
                              </p:par>
                            </p:childTnLst>
                          </p:cTn>
                        </p:par>
                      </p:childTnLst>
                    </p:cTn>
                  </p:par>
                  <p:par>
                    <p:cTn id="25" fill="hold">
                      <p:stCondLst>
                        <p:cond delay="indefinite"/>
                      </p:stCondLst>
                      <p:childTnLst>
                        <p:par>
                          <p:cTn id="26" fill="hold">
                            <p:stCondLst>
                              <p:cond delay="0"/>
                            </p:stCondLst>
                            <p:childTnLst>
                              <p:par>
                                <p:cTn id="27" presetID="53" presetClass="entr" presetSubtype="16" fill="hold" grpId="0" nodeType="clickEffect">
                                  <p:stCondLst>
                                    <p:cond delay="0"/>
                                  </p:stCondLst>
                                  <p:childTnLst>
                                    <p:set>
                                      <p:cBhvr>
                                        <p:cTn id="28" dur="1" fill="hold">
                                          <p:stCondLst>
                                            <p:cond delay="0"/>
                                          </p:stCondLst>
                                        </p:cTn>
                                        <p:tgtEl>
                                          <p:spTgt spid="28"/>
                                        </p:tgtEl>
                                        <p:attrNameLst>
                                          <p:attrName>style.visibility</p:attrName>
                                        </p:attrNameLst>
                                      </p:cBhvr>
                                      <p:to>
                                        <p:strVal val="visible"/>
                                      </p:to>
                                    </p:set>
                                    <p:anim calcmode="lin" valueType="num">
                                      <p:cBhvr>
                                        <p:cTn id="29" dur="500" fill="hold"/>
                                        <p:tgtEl>
                                          <p:spTgt spid="28"/>
                                        </p:tgtEl>
                                        <p:attrNameLst>
                                          <p:attrName>ppt_w</p:attrName>
                                        </p:attrNameLst>
                                      </p:cBhvr>
                                      <p:tavLst>
                                        <p:tav tm="0">
                                          <p:val>
                                            <p:fltVal val="0"/>
                                          </p:val>
                                        </p:tav>
                                        <p:tav tm="100000">
                                          <p:val>
                                            <p:strVal val="#ppt_w"/>
                                          </p:val>
                                        </p:tav>
                                      </p:tavLst>
                                    </p:anim>
                                    <p:anim calcmode="lin" valueType="num">
                                      <p:cBhvr>
                                        <p:cTn id="30" dur="500" fill="hold"/>
                                        <p:tgtEl>
                                          <p:spTgt spid="28"/>
                                        </p:tgtEl>
                                        <p:attrNameLst>
                                          <p:attrName>ppt_h</p:attrName>
                                        </p:attrNameLst>
                                      </p:cBhvr>
                                      <p:tavLst>
                                        <p:tav tm="0">
                                          <p:val>
                                            <p:fltVal val="0"/>
                                          </p:val>
                                        </p:tav>
                                        <p:tav tm="100000">
                                          <p:val>
                                            <p:strVal val="#ppt_h"/>
                                          </p:val>
                                        </p:tav>
                                      </p:tavLst>
                                    </p:anim>
                                    <p:animEffect transition="in" filter="fade">
                                      <p:cBhvr>
                                        <p:cTn id="31" dur="500"/>
                                        <p:tgtEl>
                                          <p:spTgt spid="28"/>
                                        </p:tgtEl>
                                      </p:cBhvr>
                                    </p:animEffect>
                                  </p:childTnLst>
                                </p:cTn>
                              </p:par>
                            </p:childTnLst>
                          </p:cTn>
                        </p:par>
                      </p:childTnLst>
                    </p:cTn>
                  </p:par>
                  <p:par>
                    <p:cTn id="32" fill="hold">
                      <p:stCondLst>
                        <p:cond delay="indefinite"/>
                      </p:stCondLst>
                      <p:childTnLst>
                        <p:par>
                          <p:cTn id="33" fill="hold">
                            <p:stCondLst>
                              <p:cond delay="0"/>
                            </p:stCondLst>
                            <p:childTnLst>
                              <p:par>
                                <p:cTn id="34" presetID="22" presetClass="entr" presetSubtype="8" fill="hold" nodeType="clickEffect">
                                  <p:stCondLst>
                                    <p:cond delay="0"/>
                                  </p:stCondLst>
                                  <p:childTnLst>
                                    <p:set>
                                      <p:cBhvr>
                                        <p:cTn id="35" dur="1" fill="hold">
                                          <p:stCondLst>
                                            <p:cond delay="0"/>
                                          </p:stCondLst>
                                        </p:cTn>
                                        <p:tgtEl>
                                          <p:spTgt spid="30"/>
                                        </p:tgtEl>
                                        <p:attrNameLst>
                                          <p:attrName>style.visibility</p:attrName>
                                        </p:attrNameLst>
                                      </p:cBhvr>
                                      <p:to>
                                        <p:strVal val="visible"/>
                                      </p:to>
                                    </p:set>
                                    <p:animEffect transition="in" filter="wipe(left)">
                                      <p:cBhvr>
                                        <p:cTn id="36" dur="1000"/>
                                        <p:tgtEl>
                                          <p:spTgt spid="30"/>
                                        </p:tgtEl>
                                      </p:cBhvr>
                                    </p:animEffect>
                                  </p:childTnLst>
                                </p:cTn>
                              </p:par>
                              <p:par>
                                <p:cTn id="37" presetID="22" presetClass="entr" presetSubtype="8" fill="hold" nodeType="withEffect">
                                  <p:stCondLst>
                                    <p:cond delay="0"/>
                                  </p:stCondLst>
                                  <p:childTnLst>
                                    <p:set>
                                      <p:cBhvr>
                                        <p:cTn id="38" dur="1" fill="hold">
                                          <p:stCondLst>
                                            <p:cond delay="0"/>
                                          </p:stCondLst>
                                        </p:cTn>
                                        <p:tgtEl>
                                          <p:spTgt spid="55"/>
                                        </p:tgtEl>
                                        <p:attrNameLst>
                                          <p:attrName>style.visibility</p:attrName>
                                        </p:attrNameLst>
                                      </p:cBhvr>
                                      <p:to>
                                        <p:strVal val="visible"/>
                                      </p:to>
                                    </p:set>
                                    <p:animEffect transition="in" filter="wipe(left)">
                                      <p:cBhvr>
                                        <p:cTn id="39" dur="1000"/>
                                        <p:tgtEl>
                                          <p:spTgt spid="55"/>
                                        </p:tgtEl>
                                      </p:cBhvr>
                                    </p:animEffect>
                                  </p:childTnLst>
                                </p:cTn>
                              </p:par>
                            </p:childTnLst>
                          </p:cTn>
                        </p:par>
                      </p:childTnLst>
                    </p:cTn>
                  </p:par>
                  <p:par>
                    <p:cTn id="40" fill="hold">
                      <p:stCondLst>
                        <p:cond delay="indefinite"/>
                      </p:stCondLst>
                      <p:childTnLst>
                        <p:par>
                          <p:cTn id="41" fill="hold">
                            <p:stCondLst>
                              <p:cond delay="0"/>
                            </p:stCondLst>
                            <p:childTnLst>
                              <p:par>
                                <p:cTn id="42" presetID="53" presetClass="entr" presetSubtype="16" fill="hold" grpId="0" nodeType="clickEffect">
                                  <p:stCondLst>
                                    <p:cond delay="0"/>
                                  </p:stCondLst>
                                  <p:childTnLst>
                                    <p:set>
                                      <p:cBhvr>
                                        <p:cTn id="43" dur="1" fill="hold">
                                          <p:stCondLst>
                                            <p:cond delay="0"/>
                                          </p:stCondLst>
                                        </p:cTn>
                                        <p:tgtEl>
                                          <p:spTgt spid="34"/>
                                        </p:tgtEl>
                                        <p:attrNameLst>
                                          <p:attrName>style.visibility</p:attrName>
                                        </p:attrNameLst>
                                      </p:cBhvr>
                                      <p:to>
                                        <p:strVal val="visible"/>
                                      </p:to>
                                    </p:set>
                                    <p:anim calcmode="lin" valueType="num">
                                      <p:cBhvr>
                                        <p:cTn id="44" dur="500" fill="hold"/>
                                        <p:tgtEl>
                                          <p:spTgt spid="34"/>
                                        </p:tgtEl>
                                        <p:attrNameLst>
                                          <p:attrName>ppt_w</p:attrName>
                                        </p:attrNameLst>
                                      </p:cBhvr>
                                      <p:tavLst>
                                        <p:tav tm="0">
                                          <p:val>
                                            <p:fltVal val="0"/>
                                          </p:val>
                                        </p:tav>
                                        <p:tav tm="100000">
                                          <p:val>
                                            <p:strVal val="#ppt_w"/>
                                          </p:val>
                                        </p:tav>
                                      </p:tavLst>
                                    </p:anim>
                                    <p:anim calcmode="lin" valueType="num">
                                      <p:cBhvr>
                                        <p:cTn id="45" dur="500" fill="hold"/>
                                        <p:tgtEl>
                                          <p:spTgt spid="34"/>
                                        </p:tgtEl>
                                        <p:attrNameLst>
                                          <p:attrName>ppt_h</p:attrName>
                                        </p:attrNameLst>
                                      </p:cBhvr>
                                      <p:tavLst>
                                        <p:tav tm="0">
                                          <p:val>
                                            <p:fltVal val="0"/>
                                          </p:val>
                                        </p:tav>
                                        <p:tav tm="100000">
                                          <p:val>
                                            <p:strVal val="#ppt_h"/>
                                          </p:val>
                                        </p:tav>
                                      </p:tavLst>
                                    </p:anim>
                                    <p:animEffect transition="in" filter="fade">
                                      <p:cBhvr>
                                        <p:cTn id="46" dur="500"/>
                                        <p:tgtEl>
                                          <p:spTgt spid="34"/>
                                        </p:tgtEl>
                                      </p:cBhvr>
                                    </p:animEffect>
                                  </p:childTnLst>
                                </p:cTn>
                              </p:par>
                            </p:childTnLst>
                          </p:cTn>
                        </p:par>
                      </p:childTnLst>
                    </p:cTn>
                  </p:par>
                  <p:par>
                    <p:cTn id="47" fill="hold">
                      <p:stCondLst>
                        <p:cond delay="indefinite"/>
                      </p:stCondLst>
                      <p:childTnLst>
                        <p:par>
                          <p:cTn id="48" fill="hold">
                            <p:stCondLst>
                              <p:cond delay="0"/>
                            </p:stCondLst>
                            <p:childTnLst>
                              <p:par>
                                <p:cTn id="49" presetID="22" presetClass="entr" presetSubtype="8" fill="hold" nodeType="clickEffect">
                                  <p:stCondLst>
                                    <p:cond delay="0"/>
                                  </p:stCondLst>
                                  <p:childTnLst>
                                    <p:set>
                                      <p:cBhvr>
                                        <p:cTn id="50" dur="1" fill="hold">
                                          <p:stCondLst>
                                            <p:cond delay="0"/>
                                          </p:stCondLst>
                                        </p:cTn>
                                        <p:tgtEl>
                                          <p:spTgt spid="49"/>
                                        </p:tgtEl>
                                        <p:attrNameLst>
                                          <p:attrName>style.visibility</p:attrName>
                                        </p:attrNameLst>
                                      </p:cBhvr>
                                      <p:to>
                                        <p:strVal val="visible"/>
                                      </p:to>
                                    </p:set>
                                    <p:animEffect transition="in" filter="wipe(left)">
                                      <p:cBhvr>
                                        <p:cTn id="51" dur="1000"/>
                                        <p:tgtEl>
                                          <p:spTgt spid="49"/>
                                        </p:tgtEl>
                                      </p:cBhvr>
                                    </p:animEffect>
                                  </p:childTnLst>
                                </p:cTn>
                              </p:par>
                              <p:par>
                                <p:cTn id="52" presetID="22" presetClass="entr" presetSubtype="2" fill="hold" nodeType="withEffect">
                                  <p:stCondLst>
                                    <p:cond delay="0"/>
                                  </p:stCondLst>
                                  <p:childTnLst>
                                    <p:set>
                                      <p:cBhvr>
                                        <p:cTn id="53" dur="1" fill="hold">
                                          <p:stCondLst>
                                            <p:cond delay="0"/>
                                          </p:stCondLst>
                                        </p:cTn>
                                        <p:tgtEl>
                                          <p:spTgt spid="58"/>
                                        </p:tgtEl>
                                        <p:attrNameLst>
                                          <p:attrName>style.visibility</p:attrName>
                                        </p:attrNameLst>
                                      </p:cBhvr>
                                      <p:to>
                                        <p:strVal val="visible"/>
                                      </p:to>
                                    </p:set>
                                    <p:animEffect transition="in" filter="wipe(right)">
                                      <p:cBhvr>
                                        <p:cTn id="54" dur="1000"/>
                                        <p:tgtEl>
                                          <p:spTgt spid="58"/>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4" grpId="0"/>
      <p:bldP spid="28" grpId="0"/>
      <p:bldP spid="48" grpId="0"/>
    </p:bldLst>
  </p:timing>
</p:sld>
</file>

<file path=ppt/slides/slide28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4" name="íşlïḍè">
            <a:extLst>
              <a:ext uri="{FF2B5EF4-FFF2-40B4-BE49-F238E27FC236}">
                <a16:creationId xmlns:a16="http://schemas.microsoft.com/office/drawing/2014/main" id="{53329D3B-911C-4627-B8CE-76C520B90088}"/>
              </a:ext>
            </a:extLst>
          </p:cNvPr>
          <p:cNvSpPr txBox="1"/>
          <p:nvPr/>
        </p:nvSpPr>
        <p:spPr>
          <a:xfrm>
            <a:off x="1806505" y="5057591"/>
            <a:ext cx="2666819" cy="400110"/>
          </a:xfrm>
          <a:prstGeom prst="rect">
            <a:avLst/>
          </a:prstGeom>
          <a:noFill/>
        </p:spPr>
        <p:txBody>
          <a:bodyPr wrap="square" lIns="91440" tIns="45720" rIns="91440" bIns="45720" anchor="ctr">
            <a:noAutofit/>
          </a:bodyPr>
          <a:lstStyle/>
          <a:p>
            <a:r>
              <a:rPr lang="zh-CN" altLang="en-US" b="1" dirty="0">
                <a:latin typeface="Arial Narrow" panose="020B0606020202030204" pitchFamily="34" charset="0"/>
              </a:rPr>
              <a:t>字节内的比特发送顺序：</a:t>
            </a:r>
          </a:p>
        </p:txBody>
      </p:sp>
      <p:sp>
        <p:nvSpPr>
          <p:cNvPr id="28" name="íşlïḍè">
            <a:extLst>
              <a:ext uri="{FF2B5EF4-FFF2-40B4-BE49-F238E27FC236}">
                <a16:creationId xmlns:a16="http://schemas.microsoft.com/office/drawing/2014/main" id="{0BF423C5-9361-4AB4-83E1-24146354D89B}"/>
              </a:ext>
            </a:extLst>
          </p:cNvPr>
          <p:cNvSpPr txBox="1"/>
          <p:nvPr/>
        </p:nvSpPr>
        <p:spPr>
          <a:xfrm>
            <a:off x="1806506" y="4173479"/>
            <a:ext cx="1719526" cy="400110"/>
          </a:xfrm>
          <a:prstGeom prst="rect">
            <a:avLst/>
          </a:prstGeom>
          <a:noFill/>
        </p:spPr>
        <p:txBody>
          <a:bodyPr wrap="square" lIns="91440" tIns="45720" rIns="91440" bIns="45720" anchor="ctr">
            <a:noAutofit/>
          </a:bodyPr>
          <a:lstStyle/>
          <a:p>
            <a:r>
              <a:rPr lang="zh-CN" altLang="en-US" b="1" dirty="0">
                <a:latin typeface="Arial Narrow" panose="020B0606020202030204" pitchFamily="34" charset="0"/>
              </a:rPr>
              <a:t>字节发送顺序：</a:t>
            </a:r>
          </a:p>
        </p:txBody>
      </p:sp>
      <p:graphicFrame>
        <p:nvGraphicFramePr>
          <p:cNvPr id="8" name="表格 8">
            <a:extLst>
              <a:ext uri="{FF2B5EF4-FFF2-40B4-BE49-F238E27FC236}">
                <a16:creationId xmlns:a16="http://schemas.microsoft.com/office/drawing/2014/main" id="{CD520B47-EE80-4B67-9B6F-48162B23B33C}"/>
              </a:ext>
            </a:extLst>
          </p:cNvPr>
          <p:cNvGraphicFramePr>
            <a:graphicFrameLocks noGrp="1"/>
          </p:cNvGraphicFramePr>
          <p:nvPr/>
        </p:nvGraphicFramePr>
        <p:xfrm>
          <a:off x="1806506" y="2672329"/>
          <a:ext cx="9936690" cy="370840"/>
        </p:xfrm>
        <a:graphic>
          <a:graphicData uri="http://schemas.openxmlformats.org/drawingml/2006/table">
            <a:tbl>
              <a:tblPr firstRow="1" bandRow="1">
                <a:tableStyleId>{5C22544A-7EE6-4342-B048-85BDC9FD1C3A}</a:tableStyleId>
              </a:tblPr>
              <a:tblGrid>
                <a:gridCol w="2460693">
                  <a:extLst>
                    <a:ext uri="{9D8B030D-6E8A-4147-A177-3AD203B41FA5}">
                      <a16:colId xmlns:a16="http://schemas.microsoft.com/office/drawing/2014/main" val="2117429894"/>
                    </a:ext>
                  </a:extLst>
                </a:gridCol>
                <a:gridCol w="5019040">
                  <a:extLst>
                    <a:ext uri="{9D8B030D-6E8A-4147-A177-3AD203B41FA5}">
                      <a16:colId xmlns:a16="http://schemas.microsoft.com/office/drawing/2014/main" val="989804778"/>
                    </a:ext>
                  </a:extLst>
                </a:gridCol>
                <a:gridCol w="2456957">
                  <a:extLst>
                    <a:ext uri="{9D8B030D-6E8A-4147-A177-3AD203B41FA5}">
                      <a16:colId xmlns:a16="http://schemas.microsoft.com/office/drawing/2014/main" val="293011856"/>
                    </a:ext>
                  </a:extLst>
                </a:gridCol>
              </a:tblGrid>
              <a:tr h="370840">
                <a:tc>
                  <a:txBody>
                    <a:bodyPr/>
                    <a:lstStyle/>
                    <a:p>
                      <a:pPr algn="ctr"/>
                      <a:r>
                        <a:rPr lang="zh-CN" altLang="en-US" dirty="0">
                          <a:solidFill>
                            <a:schemeClr val="tx1"/>
                          </a:solidFill>
                          <a:latin typeface="Arial Narrow" panose="020B0606020202030204" pitchFamily="34" charset="0"/>
                          <a:ea typeface="+mn-ea"/>
                        </a:rPr>
                        <a:t>第</a:t>
                      </a:r>
                      <a:r>
                        <a:rPr lang="en-US" altLang="zh-CN" dirty="0">
                          <a:solidFill>
                            <a:schemeClr val="tx1"/>
                          </a:solidFill>
                          <a:latin typeface="Arial Narrow" panose="020B0606020202030204" pitchFamily="34" charset="0"/>
                          <a:ea typeface="+mn-ea"/>
                        </a:rPr>
                        <a:t>1</a:t>
                      </a:r>
                      <a:r>
                        <a:rPr lang="zh-CN" altLang="en-US" dirty="0">
                          <a:solidFill>
                            <a:schemeClr val="tx1"/>
                          </a:solidFill>
                          <a:latin typeface="Arial Narrow" panose="020B0606020202030204" pitchFamily="34" charset="0"/>
                          <a:ea typeface="+mn-ea"/>
                        </a:rPr>
                        <a:t>字节</a:t>
                      </a: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algn="ctr"/>
                      <a:r>
                        <a:rPr lang="zh-CN" altLang="en-US" dirty="0">
                          <a:solidFill>
                            <a:schemeClr val="tx1"/>
                          </a:solidFill>
                          <a:latin typeface="Arial Narrow" panose="020B0606020202030204" pitchFamily="34" charset="0"/>
                          <a:ea typeface="+mn-ea"/>
                        </a:rPr>
                        <a:t>第</a:t>
                      </a:r>
                      <a:r>
                        <a:rPr lang="en-US" altLang="zh-CN" dirty="0">
                          <a:solidFill>
                            <a:schemeClr val="tx1"/>
                          </a:solidFill>
                          <a:latin typeface="Arial Narrow" panose="020B0606020202030204" pitchFamily="34" charset="0"/>
                          <a:ea typeface="+mn-ea"/>
                        </a:rPr>
                        <a:t>2~5</a:t>
                      </a:r>
                      <a:r>
                        <a:rPr lang="zh-CN" altLang="en-US" dirty="0">
                          <a:solidFill>
                            <a:schemeClr val="tx1"/>
                          </a:solidFill>
                          <a:latin typeface="Arial Narrow" panose="020B0606020202030204" pitchFamily="34" charset="0"/>
                          <a:ea typeface="+mn-ea"/>
                        </a:rPr>
                        <a:t>字节</a:t>
                      </a: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algn="ctr"/>
                      <a:r>
                        <a:rPr lang="zh-CN" altLang="en-US" dirty="0">
                          <a:solidFill>
                            <a:schemeClr val="tx1"/>
                          </a:solidFill>
                          <a:latin typeface="Arial Narrow" panose="020B0606020202030204" pitchFamily="34" charset="0"/>
                          <a:ea typeface="+mn-ea"/>
                        </a:rPr>
                        <a:t>第</a:t>
                      </a:r>
                      <a:r>
                        <a:rPr lang="en-US" altLang="zh-CN" dirty="0">
                          <a:solidFill>
                            <a:schemeClr val="tx1"/>
                          </a:solidFill>
                          <a:latin typeface="Arial Narrow" panose="020B0606020202030204" pitchFamily="34" charset="0"/>
                          <a:ea typeface="+mn-ea"/>
                        </a:rPr>
                        <a:t>6</a:t>
                      </a:r>
                      <a:r>
                        <a:rPr lang="zh-CN" altLang="en-US" dirty="0">
                          <a:solidFill>
                            <a:schemeClr val="tx1"/>
                          </a:solidFill>
                          <a:latin typeface="Arial Narrow" panose="020B0606020202030204" pitchFamily="34" charset="0"/>
                          <a:ea typeface="+mn-ea"/>
                        </a:rPr>
                        <a:t>字节</a:t>
                      </a: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extLst>
                  <a:ext uri="{0D108BD9-81ED-4DB2-BD59-A6C34878D82A}">
                    <a16:rowId xmlns:a16="http://schemas.microsoft.com/office/drawing/2014/main" val="3761746479"/>
                  </a:ext>
                </a:extLst>
              </a:tr>
            </a:tbl>
          </a:graphicData>
        </a:graphic>
      </p:graphicFrame>
      <p:grpSp>
        <p:nvGrpSpPr>
          <p:cNvPr id="4" name="组合 3">
            <a:extLst>
              <a:ext uri="{FF2B5EF4-FFF2-40B4-BE49-F238E27FC236}">
                <a16:creationId xmlns:a16="http://schemas.microsoft.com/office/drawing/2014/main" id="{9A1EA9F2-FCB6-48C3-935F-7AE7E3AD14AC}"/>
              </a:ext>
            </a:extLst>
          </p:cNvPr>
          <p:cNvGrpSpPr/>
          <p:nvPr/>
        </p:nvGrpSpPr>
        <p:grpSpPr>
          <a:xfrm>
            <a:off x="304799" y="749300"/>
            <a:ext cx="6192345" cy="400110"/>
            <a:chOff x="424116" y="898245"/>
            <a:chExt cx="6192345" cy="400110"/>
          </a:xfrm>
        </p:grpSpPr>
        <p:sp>
          <p:nvSpPr>
            <p:cNvPr id="2" name="平行四边形 1">
              <a:extLst>
                <a:ext uri="{FF2B5EF4-FFF2-40B4-BE49-F238E27FC236}">
                  <a16:creationId xmlns:a16="http://schemas.microsoft.com/office/drawing/2014/main" id="{1F5BAA3F-9845-4F89-A2DD-8222D3E4EDAC}"/>
                </a:ext>
              </a:extLst>
            </p:cNvPr>
            <p:cNvSpPr/>
            <p:nvPr/>
          </p:nvSpPr>
          <p:spPr>
            <a:xfrm>
              <a:off x="424116" y="898245"/>
              <a:ext cx="695119" cy="387090"/>
            </a:xfrm>
            <a:prstGeom prst="parallelogram">
              <a:avLst/>
            </a:prstGeom>
            <a:solidFill>
              <a:schemeClr val="accent3">
                <a:lumMod val="75000"/>
              </a:schemeClr>
            </a:solidFill>
            <a:ln>
              <a:solidFill>
                <a:schemeClr val="accent3">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CN" sz="2200" dirty="0">
                  <a:latin typeface="Impact" panose="020B0806030902050204" pitchFamily="34" charset="0"/>
                </a:rPr>
                <a:t>02</a:t>
              </a:r>
              <a:endParaRPr lang="zh-CN" altLang="en-US" sz="2200" dirty="0">
                <a:latin typeface="Impact" panose="020B0806030902050204" pitchFamily="34" charset="0"/>
              </a:endParaRPr>
            </a:p>
          </p:txBody>
        </p:sp>
        <p:sp>
          <p:nvSpPr>
            <p:cNvPr id="3" name="文本框 2">
              <a:extLst>
                <a:ext uri="{FF2B5EF4-FFF2-40B4-BE49-F238E27FC236}">
                  <a16:creationId xmlns:a16="http://schemas.microsoft.com/office/drawing/2014/main" id="{4D6BD736-A4D3-4F26-AFED-36E11F50F70B}"/>
                </a:ext>
              </a:extLst>
            </p:cNvPr>
            <p:cNvSpPr txBox="1"/>
            <p:nvPr/>
          </p:nvSpPr>
          <p:spPr>
            <a:xfrm>
              <a:off x="1119235" y="898245"/>
              <a:ext cx="5497226" cy="400110"/>
            </a:xfrm>
            <a:prstGeom prst="rect">
              <a:avLst/>
            </a:prstGeom>
            <a:noFill/>
          </p:spPr>
          <p:txBody>
            <a:bodyPr wrap="square" rtlCol="0">
              <a:spAutoFit/>
            </a:bodyPr>
            <a:lstStyle/>
            <a:p>
              <a:r>
                <a:rPr lang="en-US" altLang="zh-CN" sz="2000" b="1" dirty="0"/>
                <a:t>MAC</a:t>
              </a:r>
              <a:r>
                <a:rPr lang="zh-CN" altLang="en-US" sz="2000" b="1" dirty="0"/>
                <a:t>地址</a:t>
              </a:r>
            </a:p>
          </p:txBody>
        </p:sp>
      </p:grpSp>
      <p:sp>
        <p:nvSpPr>
          <p:cNvPr id="48" name="íşlïḍè">
            <a:extLst>
              <a:ext uri="{FF2B5EF4-FFF2-40B4-BE49-F238E27FC236}">
                <a16:creationId xmlns:a16="http://schemas.microsoft.com/office/drawing/2014/main" id="{3A8ED235-C46A-40A6-B687-AE21B4C08B05}"/>
              </a:ext>
            </a:extLst>
          </p:cNvPr>
          <p:cNvSpPr txBox="1"/>
          <p:nvPr/>
        </p:nvSpPr>
        <p:spPr>
          <a:xfrm>
            <a:off x="4200062" y="1100674"/>
            <a:ext cx="3791876" cy="400110"/>
          </a:xfrm>
          <a:prstGeom prst="rect">
            <a:avLst/>
          </a:prstGeom>
          <a:noFill/>
        </p:spPr>
        <p:txBody>
          <a:bodyPr wrap="square" lIns="91440" tIns="45720" rIns="91440" bIns="45720" anchor="ctr">
            <a:noAutofit/>
          </a:bodyPr>
          <a:lstStyle/>
          <a:p>
            <a:pPr algn="ctr"/>
            <a:r>
              <a:rPr lang="en-US" altLang="zh-CN" b="1" dirty="0">
                <a:solidFill>
                  <a:schemeClr val="accent3">
                    <a:lumMod val="75000"/>
                  </a:schemeClr>
                </a:solidFill>
                <a:latin typeface="Arial Narrow" panose="020B0606020202030204" pitchFamily="34" charset="0"/>
              </a:rPr>
              <a:t>IEEE 802</a:t>
            </a:r>
            <a:r>
              <a:rPr lang="zh-CN" altLang="en-US" b="1" dirty="0">
                <a:solidFill>
                  <a:schemeClr val="accent3">
                    <a:lumMod val="75000"/>
                  </a:schemeClr>
                </a:solidFill>
                <a:latin typeface="Arial Narrow" panose="020B0606020202030204" pitchFamily="34" charset="0"/>
              </a:rPr>
              <a:t>局域网的</a:t>
            </a:r>
            <a:r>
              <a:rPr lang="en-US" altLang="zh-CN" b="1" dirty="0">
                <a:solidFill>
                  <a:schemeClr val="accent3">
                    <a:lumMod val="75000"/>
                  </a:schemeClr>
                </a:solidFill>
                <a:latin typeface="Arial Narrow" panose="020B0606020202030204" pitchFamily="34" charset="0"/>
              </a:rPr>
              <a:t>MAC</a:t>
            </a:r>
            <a:r>
              <a:rPr lang="zh-CN" altLang="en-US" b="1" dirty="0">
                <a:solidFill>
                  <a:schemeClr val="accent3">
                    <a:lumMod val="75000"/>
                  </a:schemeClr>
                </a:solidFill>
                <a:latin typeface="Arial Narrow" panose="020B0606020202030204" pitchFamily="34" charset="0"/>
              </a:rPr>
              <a:t>地址发送顺序</a:t>
            </a:r>
          </a:p>
        </p:txBody>
      </p:sp>
      <p:graphicFrame>
        <p:nvGraphicFramePr>
          <p:cNvPr id="6" name="表格 6">
            <a:extLst>
              <a:ext uri="{FF2B5EF4-FFF2-40B4-BE49-F238E27FC236}">
                <a16:creationId xmlns:a16="http://schemas.microsoft.com/office/drawing/2014/main" id="{1A48AF6F-3A40-41AE-8302-66596AA26EC7}"/>
              </a:ext>
            </a:extLst>
          </p:cNvPr>
          <p:cNvGraphicFramePr>
            <a:graphicFrameLocks noGrp="1"/>
          </p:cNvGraphicFramePr>
          <p:nvPr/>
        </p:nvGraphicFramePr>
        <p:xfrm>
          <a:off x="1806506" y="3043169"/>
          <a:ext cx="9936688" cy="370840"/>
        </p:xfrm>
        <a:graphic>
          <a:graphicData uri="http://schemas.openxmlformats.org/drawingml/2006/table">
            <a:tbl>
              <a:tblPr firstRow="1" bandRow="1">
                <a:tableStyleId>{5C22544A-7EE6-4342-B048-85BDC9FD1C3A}</a:tableStyleId>
              </a:tblPr>
              <a:tblGrid>
                <a:gridCol w="307365">
                  <a:extLst>
                    <a:ext uri="{9D8B030D-6E8A-4147-A177-3AD203B41FA5}">
                      <a16:colId xmlns:a16="http://schemas.microsoft.com/office/drawing/2014/main" val="3978522098"/>
                    </a:ext>
                  </a:extLst>
                </a:gridCol>
                <a:gridCol w="307365">
                  <a:extLst>
                    <a:ext uri="{9D8B030D-6E8A-4147-A177-3AD203B41FA5}">
                      <a16:colId xmlns:a16="http://schemas.microsoft.com/office/drawing/2014/main" val="849717532"/>
                    </a:ext>
                  </a:extLst>
                </a:gridCol>
                <a:gridCol w="307365">
                  <a:extLst>
                    <a:ext uri="{9D8B030D-6E8A-4147-A177-3AD203B41FA5}">
                      <a16:colId xmlns:a16="http://schemas.microsoft.com/office/drawing/2014/main" val="2142942144"/>
                    </a:ext>
                  </a:extLst>
                </a:gridCol>
                <a:gridCol w="307365">
                  <a:extLst>
                    <a:ext uri="{9D8B030D-6E8A-4147-A177-3AD203B41FA5}">
                      <a16:colId xmlns:a16="http://schemas.microsoft.com/office/drawing/2014/main" val="874826259"/>
                    </a:ext>
                  </a:extLst>
                </a:gridCol>
                <a:gridCol w="307365">
                  <a:extLst>
                    <a:ext uri="{9D8B030D-6E8A-4147-A177-3AD203B41FA5}">
                      <a16:colId xmlns:a16="http://schemas.microsoft.com/office/drawing/2014/main" val="2199175047"/>
                    </a:ext>
                  </a:extLst>
                </a:gridCol>
                <a:gridCol w="307365">
                  <a:extLst>
                    <a:ext uri="{9D8B030D-6E8A-4147-A177-3AD203B41FA5}">
                      <a16:colId xmlns:a16="http://schemas.microsoft.com/office/drawing/2014/main" val="4096098212"/>
                    </a:ext>
                  </a:extLst>
                </a:gridCol>
                <a:gridCol w="307365">
                  <a:extLst>
                    <a:ext uri="{9D8B030D-6E8A-4147-A177-3AD203B41FA5}">
                      <a16:colId xmlns:a16="http://schemas.microsoft.com/office/drawing/2014/main" val="3161922733"/>
                    </a:ext>
                  </a:extLst>
                </a:gridCol>
                <a:gridCol w="307365">
                  <a:extLst>
                    <a:ext uri="{9D8B030D-6E8A-4147-A177-3AD203B41FA5}">
                      <a16:colId xmlns:a16="http://schemas.microsoft.com/office/drawing/2014/main" val="1896170140"/>
                    </a:ext>
                  </a:extLst>
                </a:gridCol>
                <a:gridCol w="5019040">
                  <a:extLst>
                    <a:ext uri="{9D8B030D-6E8A-4147-A177-3AD203B41FA5}">
                      <a16:colId xmlns:a16="http://schemas.microsoft.com/office/drawing/2014/main" val="1832502197"/>
                    </a:ext>
                  </a:extLst>
                </a:gridCol>
                <a:gridCol w="307341">
                  <a:extLst>
                    <a:ext uri="{9D8B030D-6E8A-4147-A177-3AD203B41FA5}">
                      <a16:colId xmlns:a16="http://schemas.microsoft.com/office/drawing/2014/main" val="3285941259"/>
                    </a:ext>
                  </a:extLst>
                </a:gridCol>
                <a:gridCol w="307341">
                  <a:extLst>
                    <a:ext uri="{9D8B030D-6E8A-4147-A177-3AD203B41FA5}">
                      <a16:colId xmlns:a16="http://schemas.microsoft.com/office/drawing/2014/main" val="1296972243"/>
                    </a:ext>
                  </a:extLst>
                </a:gridCol>
                <a:gridCol w="307341">
                  <a:extLst>
                    <a:ext uri="{9D8B030D-6E8A-4147-A177-3AD203B41FA5}">
                      <a16:colId xmlns:a16="http://schemas.microsoft.com/office/drawing/2014/main" val="4187490853"/>
                    </a:ext>
                  </a:extLst>
                </a:gridCol>
                <a:gridCol w="307341">
                  <a:extLst>
                    <a:ext uri="{9D8B030D-6E8A-4147-A177-3AD203B41FA5}">
                      <a16:colId xmlns:a16="http://schemas.microsoft.com/office/drawing/2014/main" val="837431734"/>
                    </a:ext>
                  </a:extLst>
                </a:gridCol>
                <a:gridCol w="307341">
                  <a:extLst>
                    <a:ext uri="{9D8B030D-6E8A-4147-A177-3AD203B41FA5}">
                      <a16:colId xmlns:a16="http://schemas.microsoft.com/office/drawing/2014/main" val="880851581"/>
                    </a:ext>
                  </a:extLst>
                </a:gridCol>
                <a:gridCol w="307341">
                  <a:extLst>
                    <a:ext uri="{9D8B030D-6E8A-4147-A177-3AD203B41FA5}">
                      <a16:colId xmlns:a16="http://schemas.microsoft.com/office/drawing/2014/main" val="2388368653"/>
                    </a:ext>
                  </a:extLst>
                </a:gridCol>
                <a:gridCol w="307341">
                  <a:extLst>
                    <a:ext uri="{9D8B030D-6E8A-4147-A177-3AD203B41FA5}">
                      <a16:colId xmlns:a16="http://schemas.microsoft.com/office/drawing/2014/main" val="239311804"/>
                    </a:ext>
                  </a:extLst>
                </a:gridCol>
                <a:gridCol w="307341">
                  <a:extLst>
                    <a:ext uri="{9D8B030D-6E8A-4147-A177-3AD203B41FA5}">
                      <a16:colId xmlns:a16="http://schemas.microsoft.com/office/drawing/2014/main" val="450227044"/>
                    </a:ext>
                  </a:extLst>
                </a:gridCol>
              </a:tblGrid>
              <a:tr h="370840">
                <a:tc>
                  <a:txBody>
                    <a:bodyPr/>
                    <a:lstStyle/>
                    <a:p>
                      <a:pPr algn="ctr"/>
                      <a:r>
                        <a:rPr lang="en-US" altLang="zh-CN" dirty="0">
                          <a:solidFill>
                            <a:schemeClr val="tx1"/>
                          </a:solidFill>
                          <a:latin typeface="+mn-lt"/>
                        </a:rPr>
                        <a:t>b7</a:t>
                      </a:r>
                      <a:endParaRPr lang="zh-CN" altLang="en-US" dirty="0">
                        <a:solidFill>
                          <a:schemeClr val="tx1"/>
                        </a:solidFill>
                        <a:latin typeface="+mn-lt"/>
                      </a:endParaRPr>
                    </a:p>
                  </a:txBody>
                  <a:tcPr marL="36000" marR="3600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algn="ctr"/>
                      <a:r>
                        <a:rPr lang="en-US" altLang="zh-CN" dirty="0">
                          <a:solidFill>
                            <a:schemeClr val="tx1"/>
                          </a:solidFill>
                          <a:latin typeface="+mn-lt"/>
                        </a:rPr>
                        <a:t>b6</a:t>
                      </a:r>
                      <a:endParaRPr lang="zh-CN" altLang="en-US" dirty="0">
                        <a:solidFill>
                          <a:schemeClr val="tx1"/>
                        </a:solidFill>
                        <a:latin typeface="+mn-lt"/>
                      </a:endParaRPr>
                    </a:p>
                  </a:txBody>
                  <a:tcPr marL="36000" marR="3600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algn="ctr"/>
                      <a:r>
                        <a:rPr lang="en-US" altLang="zh-CN" dirty="0">
                          <a:solidFill>
                            <a:schemeClr val="tx1"/>
                          </a:solidFill>
                          <a:latin typeface="+mn-lt"/>
                        </a:rPr>
                        <a:t>b5</a:t>
                      </a:r>
                      <a:endParaRPr lang="zh-CN" altLang="en-US" dirty="0">
                        <a:solidFill>
                          <a:schemeClr val="tx1"/>
                        </a:solidFill>
                        <a:latin typeface="+mn-lt"/>
                      </a:endParaRPr>
                    </a:p>
                  </a:txBody>
                  <a:tcPr marL="36000" marR="3600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algn="ctr"/>
                      <a:r>
                        <a:rPr lang="en-US" altLang="zh-CN" dirty="0">
                          <a:solidFill>
                            <a:schemeClr val="tx1"/>
                          </a:solidFill>
                          <a:latin typeface="+mn-lt"/>
                        </a:rPr>
                        <a:t>b4</a:t>
                      </a:r>
                      <a:endParaRPr lang="zh-CN" altLang="en-US" dirty="0">
                        <a:solidFill>
                          <a:schemeClr val="tx1"/>
                        </a:solidFill>
                        <a:latin typeface="+mn-lt"/>
                      </a:endParaRPr>
                    </a:p>
                  </a:txBody>
                  <a:tcPr marL="36000" marR="3600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algn="ctr"/>
                      <a:r>
                        <a:rPr lang="en-US" altLang="zh-CN" dirty="0">
                          <a:solidFill>
                            <a:schemeClr val="tx1"/>
                          </a:solidFill>
                          <a:latin typeface="+mn-lt"/>
                        </a:rPr>
                        <a:t>b3</a:t>
                      </a:r>
                      <a:endParaRPr lang="zh-CN" altLang="en-US" dirty="0">
                        <a:solidFill>
                          <a:schemeClr val="tx1"/>
                        </a:solidFill>
                        <a:latin typeface="+mn-lt"/>
                      </a:endParaRPr>
                    </a:p>
                  </a:txBody>
                  <a:tcPr marL="36000" marR="3600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algn="ctr"/>
                      <a:r>
                        <a:rPr lang="en-US" altLang="zh-CN" dirty="0">
                          <a:solidFill>
                            <a:schemeClr val="tx1"/>
                          </a:solidFill>
                          <a:latin typeface="+mn-lt"/>
                        </a:rPr>
                        <a:t>b2</a:t>
                      </a:r>
                      <a:endParaRPr lang="zh-CN" altLang="en-US" dirty="0">
                        <a:solidFill>
                          <a:schemeClr val="tx1"/>
                        </a:solidFill>
                        <a:latin typeface="+mn-lt"/>
                      </a:endParaRPr>
                    </a:p>
                  </a:txBody>
                  <a:tcPr marL="36000" marR="3600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algn="ctr"/>
                      <a:r>
                        <a:rPr lang="en-US" altLang="zh-CN" dirty="0">
                          <a:solidFill>
                            <a:schemeClr val="tx1"/>
                          </a:solidFill>
                          <a:latin typeface="+mn-lt"/>
                        </a:rPr>
                        <a:t>b1</a:t>
                      </a:r>
                      <a:endParaRPr lang="zh-CN" altLang="en-US" dirty="0">
                        <a:solidFill>
                          <a:schemeClr val="tx1"/>
                        </a:solidFill>
                        <a:latin typeface="+mn-lt"/>
                      </a:endParaRPr>
                    </a:p>
                  </a:txBody>
                  <a:tcPr marL="36000" marR="3600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algn="ctr"/>
                      <a:r>
                        <a:rPr lang="en-US" altLang="zh-CN" dirty="0">
                          <a:solidFill>
                            <a:schemeClr val="tx1"/>
                          </a:solidFill>
                          <a:latin typeface="+mn-lt"/>
                        </a:rPr>
                        <a:t>b0</a:t>
                      </a:r>
                      <a:endParaRPr lang="zh-CN" altLang="en-US" dirty="0">
                        <a:solidFill>
                          <a:schemeClr val="tx1"/>
                        </a:solidFill>
                        <a:latin typeface="+mn-lt"/>
                      </a:endParaRPr>
                    </a:p>
                  </a:txBody>
                  <a:tcPr marL="36000" marR="3600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algn="ctr"/>
                      <a:r>
                        <a:rPr lang="en-US" altLang="zh-CN" dirty="0">
                          <a:solidFill>
                            <a:schemeClr val="tx1"/>
                          </a:solidFill>
                          <a:latin typeface="新宋体" panose="02010609030101010101" pitchFamily="49" charset="-122"/>
                          <a:ea typeface="新宋体" panose="02010609030101010101" pitchFamily="49" charset="-122"/>
                          <a:cs typeface="Times New Roman" panose="02020603050405020304" pitchFamily="18" charset="0"/>
                        </a:rPr>
                        <a:t>……</a:t>
                      </a:r>
                      <a:endParaRPr lang="zh-CN" altLang="en-US" dirty="0">
                        <a:solidFill>
                          <a:schemeClr val="tx1"/>
                        </a:solidFill>
                        <a:latin typeface="新宋体" panose="02010609030101010101" pitchFamily="49" charset="-122"/>
                        <a:ea typeface="新宋体" panose="02010609030101010101" pitchFamily="49" charset="-122"/>
                        <a:cs typeface="Times New Roman" panose="02020603050405020304" pitchFamily="18" charset="0"/>
                      </a:endParaRPr>
                    </a:p>
                  </a:txBody>
                  <a:tcPr marL="36000" marR="3600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algn="ctr"/>
                      <a:r>
                        <a:rPr lang="en-US" altLang="zh-CN" dirty="0">
                          <a:solidFill>
                            <a:schemeClr val="tx1"/>
                          </a:solidFill>
                          <a:latin typeface="+mn-lt"/>
                        </a:rPr>
                        <a:t>b7</a:t>
                      </a:r>
                      <a:endParaRPr lang="zh-CN" altLang="en-US" dirty="0">
                        <a:solidFill>
                          <a:schemeClr val="tx1"/>
                        </a:solidFill>
                        <a:latin typeface="+mn-lt"/>
                      </a:endParaRPr>
                    </a:p>
                  </a:txBody>
                  <a:tcPr marL="36000" marR="3600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algn="ctr"/>
                      <a:r>
                        <a:rPr lang="en-US" altLang="zh-CN" dirty="0">
                          <a:solidFill>
                            <a:schemeClr val="tx1"/>
                          </a:solidFill>
                          <a:latin typeface="+mn-lt"/>
                        </a:rPr>
                        <a:t>b6</a:t>
                      </a:r>
                      <a:endParaRPr lang="zh-CN" altLang="en-US" dirty="0">
                        <a:solidFill>
                          <a:schemeClr val="tx1"/>
                        </a:solidFill>
                        <a:latin typeface="+mn-lt"/>
                      </a:endParaRPr>
                    </a:p>
                  </a:txBody>
                  <a:tcPr marL="36000" marR="3600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algn="ctr"/>
                      <a:r>
                        <a:rPr lang="en-US" altLang="zh-CN" dirty="0">
                          <a:solidFill>
                            <a:schemeClr val="tx1"/>
                          </a:solidFill>
                          <a:latin typeface="+mn-lt"/>
                        </a:rPr>
                        <a:t>b5</a:t>
                      </a:r>
                      <a:endParaRPr lang="zh-CN" altLang="en-US" dirty="0">
                        <a:solidFill>
                          <a:schemeClr val="tx1"/>
                        </a:solidFill>
                        <a:latin typeface="+mn-lt"/>
                      </a:endParaRPr>
                    </a:p>
                  </a:txBody>
                  <a:tcPr marL="36000" marR="3600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algn="ctr"/>
                      <a:r>
                        <a:rPr lang="en-US" altLang="zh-CN" dirty="0">
                          <a:solidFill>
                            <a:schemeClr val="tx1"/>
                          </a:solidFill>
                          <a:latin typeface="+mn-lt"/>
                        </a:rPr>
                        <a:t>b4</a:t>
                      </a:r>
                      <a:endParaRPr lang="zh-CN" altLang="en-US" dirty="0">
                        <a:solidFill>
                          <a:schemeClr val="tx1"/>
                        </a:solidFill>
                        <a:latin typeface="+mn-lt"/>
                      </a:endParaRPr>
                    </a:p>
                  </a:txBody>
                  <a:tcPr marL="36000" marR="3600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algn="ctr"/>
                      <a:r>
                        <a:rPr lang="en-US" altLang="zh-CN" dirty="0">
                          <a:solidFill>
                            <a:schemeClr val="tx1"/>
                          </a:solidFill>
                          <a:latin typeface="+mn-lt"/>
                        </a:rPr>
                        <a:t>b3</a:t>
                      </a:r>
                      <a:endParaRPr lang="zh-CN" altLang="en-US" dirty="0">
                        <a:solidFill>
                          <a:schemeClr val="tx1"/>
                        </a:solidFill>
                        <a:latin typeface="+mn-lt"/>
                      </a:endParaRPr>
                    </a:p>
                  </a:txBody>
                  <a:tcPr marL="36000" marR="3600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algn="ctr"/>
                      <a:r>
                        <a:rPr lang="en-US" altLang="zh-CN" dirty="0">
                          <a:solidFill>
                            <a:schemeClr val="tx1"/>
                          </a:solidFill>
                          <a:latin typeface="+mn-lt"/>
                        </a:rPr>
                        <a:t>b2</a:t>
                      </a:r>
                      <a:endParaRPr lang="zh-CN" altLang="en-US" dirty="0">
                        <a:solidFill>
                          <a:schemeClr val="tx1"/>
                        </a:solidFill>
                        <a:latin typeface="+mn-lt"/>
                      </a:endParaRPr>
                    </a:p>
                  </a:txBody>
                  <a:tcPr marL="36000" marR="3600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algn="ctr"/>
                      <a:r>
                        <a:rPr lang="en-US" altLang="zh-CN" dirty="0">
                          <a:solidFill>
                            <a:schemeClr val="tx1"/>
                          </a:solidFill>
                          <a:latin typeface="+mn-lt"/>
                        </a:rPr>
                        <a:t>b1</a:t>
                      </a:r>
                      <a:endParaRPr lang="zh-CN" altLang="en-US" dirty="0">
                        <a:solidFill>
                          <a:schemeClr val="tx1"/>
                        </a:solidFill>
                        <a:latin typeface="+mn-lt"/>
                      </a:endParaRPr>
                    </a:p>
                  </a:txBody>
                  <a:tcPr marL="36000" marR="3600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algn="ctr"/>
                      <a:r>
                        <a:rPr lang="en-US" altLang="zh-CN" dirty="0">
                          <a:solidFill>
                            <a:schemeClr val="tx1"/>
                          </a:solidFill>
                          <a:latin typeface="+mn-lt"/>
                        </a:rPr>
                        <a:t>b0</a:t>
                      </a:r>
                      <a:endParaRPr lang="zh-CN" altLang="en-US" dirty="0">
                        <a:solidFill>
                          <a:schemeClr val="tx1"/>
                        </a:solidFill>
                        <a:latin typeface="+mn-lt"/>
                      </a:endParaRPr>
                    </a:p>
                  </a:txBody>
                  <a:tcPr marL="36000" marR="3600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extLst>
                  <a:ext uri="{0D108BD9-81ED-4DB2-BD59-A6C34878D82A}">
                    <a16:rowId xmlns:a16="http://schemas.microsoft.com/office/drawing/2014/main" val="2539908259"/>
                  </a:ext>
                </a:extLst>
              </a:tr>
            </a:tbl>
          </a:graphicData>
        </a:graphic>
      </p:graphicFrame>
      <p:graphicFrame>
        <p:nvGraphicFramePr>
          <p:cNvPr id="31" name="表格 8">
            <a:extLst>
              <a:ext uri="{FF2B5EF4-FFF2-40B4-BE49-F238E27FC236}">
                <a16:creationId xmlns:a16="http://schemas.microsoft.com/office/drawing/2014/main" id="{228A4020-97D7-49C5-A08F-FF4D79A689C6}"/>
              </a:ext>
            </a:extLst>
          </p:cNvPr>
          <p:cNvGraphicFramePr>
            <a:graphicFrameLocks noGrp="1"/>
          </p:cNvGraphicFramePr>
          <p:nvPr/>
        </p:nvGraphicFramePr>
        <p:xfrm>
          <a:off x="1806506" y="1757929"/>
          <a:ext cx="4975842" cy="914400"/>
        </p:xfrm>
        <a:graphic>
          <a:graphicData uri="http://schemas.openxmlformats.org/drawingml/2006/table">
            <a:tbl>
              <a:tblPr firstRow="1" bandRow="1">
                <a:tableStyleId>{5C22544A-7EE6-4342-B048-85BDC9FD1C3A}</a:tableStyleId>
              </a:tblPr>
              <a:tblGrid>
                <a:gridCol w="4975842">
                  <a:extLst>
                    <a:ext uri="{9D8B030D-6E8A-4147-A177-3AD203B41FA5}">
                      <a16:colId xmlns:a16="http://schemas.microsoft.com/office/drawing/2014/main" val="2117429894"/>
                    </a:ext>
                  </a:extLst>
                </a:gridCol>
              </a:tblGrid>
              <a:tr h="370840">
                <a:tc>
                  <a:txBody>
                    <a:bodyPr/>
                    <a:lstStyle/>
                    <a:p>
                      <a:pPr algn="ctr"/>
                      <a:r>
                        <a:rPr lang="zh-CN" altLang="en-US" dirty="0">
                          <a:solidFill>
                            <a:schemeClr val="bg1"/>
                          </a:solidFill>
                          <a:latin typeface="Arial Narrow" panose="020B0606020202030204" pitchFamily="34" charset="0"/>
                          <a:ea typeface="+mn-ea"/>
                        </a:rPr>
                        <a:t>组织唯一标识符</a:t>
                      </a:r>
                      <a:r>
                        <a:rPr lang="en-US" altLang="zh-CN" dirty="0">
                          <a:solidFill>
                            <a:schemeClr val="bg1"/>
                          </a:solidFill>
                          <a:latin typeface="Arial Narrow" panose="020B0606020202030204" pitchFamily="34" charset="0"/>
                          <a:ea typeface="+mn-ea"/>
                        </a:rPr>
                        <a:t>OUI</a:t>
                      </a:r>
                    </a:p>
                    <a:p>
                      <a:pPr algn="ctr"/>
                      <a:r>
                        <a:rPr lang="zh-CN" altLang="en-US" dirty="0">
                          <a:solidFill>
                            <a:schemeClr val="bg1"/>
                          </a:solidFill>
                          <a:latin typeface="Arial Narrow" panose="020B0606020202030204" pitchFamily="34" charset="0"/>
                          <a:ea typeface="+mn-ea"/>
                        </a:rPr>
                        <a:t>（由</a:t>
                      </a:r>
                      <a:r>
                        <a:rPr lang="en-US" altLang="zh-CN" dirty="0">
                          <a:solidFill>
                            <a:schemeClr val="bg1"/>
                          </a:solidFill>
                          <a:latin typeface="Arial Narrow" panose="020B0606020202030204" pitchFamily="34" charset="0"/>
                          <a:ea typeface="+mn-ea"/>
                        </a:rPr>
                        <a:t>IEEE</a:t>
                      </a:r>
                      <a:r>
                        <a:rPr lang="zh-CN" altLang="en-US" dirty="0">
                          <a:solidFill>
                            <a:schemeClr val="bg1"/>
                          </a:solidFill>
                          <a:latin typeface="Arial Narrow" panose="020B0606020202030204" pitchFamily="34" charset="0"/>
                          <a:ea typeface="+mn-ea"/>
                        </a:rPr>
                        <a:t>的注册管理机构分配）</a:t>
                      </a:r>
                      <a:endParaRPr lang="en-US" altLang="zh-CN" dirty="0">
                        <a:solidFill>
                          <a:schemeClr val="bg1"/>
                        </a:solidFill>
                        <a:latin typeface="Arial Narrow" panose="020B0606020202030204" pitchFamily="34" charset="0"/>
                        <a:ea typeface="+mn-ea"/>
                      </a:endParaRPr>
                    </a:p>
                    <a:p>
                      <a:pPr algn="ctr"/>
                      <a:r>
                        <a:rPr lang="zh-CN" altLang="en-US" dirty="0">
                          <a:solidFill>
                            <a:schemeClr val="bg1"/>
                          </a:solidFill>
                          <a:latin typeface="Arial Narrow" panose="020B0606020202030204" pitchFamily="34" charset="0"/>
                          <a:ea typeface="+mn-ea"/>
                        </a:rPr>
                        <a:t>第</a:t>
                      </a:r>
                      <a:r>
                        <a:rPr lang="en-US" altLang="zh-CN" dirty="0">
                          <a:solidFill>
                            <a:schemeClr val="bg1"/>
                          </a:solidFill>
                          <a:latin typeface="Arial Narrow" panose="020B0606020202030204" pitchFamily="34" charset="0"/>
                          <a:ea typeface="+mn-ea"/>
                        </a:rPr>
                        <a:t>1~3</a:t>
                      </a:r>
                      <a:r>
                        <a:rPr lang="zh-CN" altLang="en-US" dirty="0">
                          <a:solidFill>
                            <a:schemeClr val="bg1"/>
                          </a:solidFill>
                          <a:latin typeface="Arial Narrow" panose="020B0606020202030204" pitchFamily="34" charset="0"/>
                          <a:ea typeface="+mn-ea"/>
                        </a:rPr>
                        <a:t>字节</a:t>
                      </a: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accent3"/>
                    </a:solidFill>
                  </a:tcPr>
                </a:tc>
                <a:extLst>
                  <a:ext uri="{0D108BD9-81ED-4DB2-BD59-A6C34878D82A}">
                    <a16:rowId xmlns:a16="http://schemas.microsoft.com/office/drawing/2014/main" val="3761746479"/>
                  </a:ext>
                </a:extLst>
              </a:tr>
            </a:tbl>
          </a:graphicData>
        </a:graphic>
      </p:graphicFrame>
      <p:graphicFrame>
        <p:nvGraphicFramePr>
          <p:cNvPr id="32" name="表格 8">
            <a:extLst>
              <a:ext uri="{FF2B5EF4-FFF2-40B4-BE49-F238E27FC236}">
                <a16:creationId xmlns:a16="http://schemas.microsoft.com/office/drawing/2014/main" id="{986EF41A-3545-418C-A56D-747C8A071D04}"/>
              </a:ext>
            </a:extLst>
          </p:cNvPr>
          <p:cNvGraphicFramePr>
            <a:graphicFrameLocks noGrp="1"/>
          </p:cNvGraphicFramePr>
          <p:nvPr/>
        </p:nvGraphicFramePr>
        <p:xfrm>
          <a:off x="6766435" y="1757929"/>
          <a:ext cx="4975842" cy="914400"/>
        </p:xfrm>
        <a:graphic>
          <a:graphicData uri="http://schemas.openxmlformats.org/drawingml/2006/table">
            <a:tbl>
              <a:tblPr firstRow="1" bandRow="1">
                <a:tableStyleId>{5C22544A-7EE6-4342-B048-85BDC9FD1C3A}</a:tableStyleId>
              </a:tblPr>
              <a:tblGrid>
                <a:gridCol w="4975842">
                  <a:extLst>
                    <a:ext uri="{9D8B030D-6E8A-4147-A177-3AD203B41FA5}">
                      <a16:colId xmlns:a16="http://schemas.microsoft.com/office/drawing/2014/main" val="2117429894"/>
                    </a:ext>
                  </a:extLst>
                </a:gridCol>
              </a:tblGrid>
              <a:tr h="370840">
                <a:tc>
                  <a:txBody>
                    <a:bodyPr/>
                    <a:lstStyle/>
                    <a:p>
                      <a:pPr algn="ctr"/>
                      <a:r>
                        <a:rPr lang="zh-CN" altLang="en-US" dirty="0">
                          <a:solidFill>
                            <a:schemeClr val="bg1"/>
                          </a:solidFill>
                          <a:latin typeface="Arial Narrow" panose="020B0606020202030204" pitchFamily="34" charset="0"/>
                          <a:ea typeface="+mn-ea"/>
                        </a:rPr>
                        <a:t>网络接口标识符</a:t>
                      </a:r>
                      <a:endParaRPr lang="en-US" altLang="zh-CN" dirty="0">
                        <a:solidFill>
                          <a:schemeClr val="bg1"/>
                        </a:solidFill>
                        <a:latin typeface="Arial Narrow" panose="020B0606020202030204" pitchFamily="34" charset="0"/>
                        <a:ea typeface="+mn-ea"/>
                      </a:endParaRPr>
                    </a:p>
                    <a:p>
                      <a:pPr algn="ctr"/>
                      <a:r>
                        <a:rPr lang="zh-CN" altLang="en-US" dirty="0">
                          <a:solidFill>
                            <a:schemeClr val="bg1"/>
                          </a:solidFill>
                          <a:latin typeface="Arial Narrow" panose="020B0606020202030204" pitchFamily="34" charset="0"/>
                          <a:ea typeface="+mn-ea"/>
                        </a:rPr>
                        <a:t>（由获得</a:t>
                      </a:r>
                      <a:r>
                        <a:rPr lang="en-US" altLang="zh-CN" dirty="0">
                          <a:solidFill>
                            <a:schemeClr val="bg1"/>
                          </a:solidFill>
                          <a:latin typeface="Arial Narrow" panose="020B0606020202030204" pitchFamily="34" charset="0"/>
                          <a:ea typeface="+mn-ea"/>
                        </a:rPr>
                        <a:t>OUI</a:t>
                      </a:r>
                      <a:r>
                        <a:rPr lang="zh-CN" altLang="en-US" dirty="0">
                          <a:solidFill>
                            <a:schemeClr val="bg1"/>
                          </a:solidFill>
                          <a:latin typeface="Arial Narrow" panose="020B0606020202030204" pitchFamily="34" charset="0"/>
                          <a:ea typeface="+mn-ea"/>
                        </a:rPr>
                        <a:t>的厂商自行随意分配）</a:t>
                      </a:r>
                      <a:endParaRPr lang="en-US" altLang="zh-CN" dirty="0">
                        <a:solidFill>
                          <a:schemeClr val="bg1"/>
                        </a:solidFill>
                        <a:latin typeface="Arial Narrow" panose="020B0606020202030204" pitchFamily="34" charset="0"/>
                        <a:ea typeface="+mn-ea"/>
                      </a:endParaRPr>
                    </a:p>
                    <a:p>
                      <a:pPr algn="ctr"/>
                      <a:r>
                        <a:rPr lang="zh-CN" altLang="en-US" dirty="0">
                          <a:solidFill>
                            <a:schemeClr val="bg1"/>
                          </a:solidFill>
                          <a:latin typeface="Arial Narrow" panose="020B0606020202030204" pitchFamily="34" charset="0"/>
                          <a:ea typeface="+mn-ea"/>
                        </a:rPr>
                        <a:t>第</a:t>
                      </a:r>
                      <a:r>
                        <a:rPr lang="en-US" altLang="zh-CN" dirty="0">
                          <a:solidFill>
                            <a:schemeClr val="bg1"/>
                          </a:solidFill>
                          <a:latin typeface="Arial Narrow" panose="020B0606020202030204" pitchFamily="34" charset="0"/>
                          <a:ea typeface="+mn-ea"/>
                        </a:rPr>
                        <a:t>4~6</a:t>
                      </a:r>
                      <a:r>
                        <a:rPr lang="zh-CN" altLang="en-US" dirty="0">
                          <a:solidFill>
                            <a:schemeClr val="bg1"/>
                          </a:solidFill>
                          <a:latin typeface="Arial Narrow" panose="020B0606020202030204" pitchFamily="34" charset="0"/>
                          <a:ea typeface="+mn-ea"/>
                        </a:rPr>
                        <a:t>字节</a:t>
                      </a: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accent4"/>
                    </a:solidFill>
                  </a:tcPr>
                </a:tc>
                <a:extLst>
                  <a:ext uri="{0D108BD9-81ED-4DB2-BD59-A6C34878D82A}">
                    <a16:rowId xmlns:a16="http://schemas.microsoft.com/office/drawing/2014/main" val="3761746479"/>
                  </a:ext>
                </a:extLst>
              </a:tr>
            </a:tbl>
          </a:graphicData>
        </a:graphic>
      </p:graphicFrame>
      <p:grpSp>
        <p:nvGrpSpPr>
          <p:cNvPr id="30" name="组合 29">
            <a:extLst>
              <a:ext uri="{FF2B5EF4-FFF2-40B4-BE49-F238E27FC236}">
                <a16:creationId xmlns:a16="http://schemas.microsoft.com/office/drawing/2014/main" id="{2510DD8D-EA68-461F-9157-34990A94861A}"/>
              </a:ext>
            </a:extLst>
          </p:cNvPr>
          <p:cNvGrpSpPr/>
          <p:nvPr/>
        </p:nvGrpSpPr>
        <p:grpSpPr>
          <a:xfrm>
            <a:off x="3465363" y="4173479"/>
            <a:ext cx="2755895" cy="400110"/>
            <a:chOff x="3465363" y="4173479"/>
            <a:chExt cx="2755895" cy="400110"/>
          </a:xfrm>
        </p:grpSpPr>
        <p:sp>
          <p:nvSpPr>
            <p:cNvPr id="39" name="íşlïḍè">
              <a:extLst>
                <a:ext uri="{FF2B5EF4-FFF2-40B4-BE49-F238E27FC236}">
                  <a16:creationId xmlns:a16="http://schemas.microsoft.com/office/drawing/2014/main" id="{DCA0E971-2B51-4C81-8C27-15CE5A73A45B}"/>
                </a:ext>
              </a:extLst>
            </p:cNvPr>
            <p:cNvSpPr txBox="1"/>
            <p:nvPr/>
          </p:nvSpPr>
          <p:spPr>
            <a:xfrm>
              <a:off x="3465363" y="4173479"/>
              <a:ext cx="1007961" cy="400110"/>
            </a:xfrm>
            <a:prstGeom prst="rect">
              <a:avLst/>
            </a:prstGeom>
            <a:noFill/>
          </p:spPr>
          <p:txBody>
            <a:bodyPr wrap="square" lIns="91440" tIns="45720" rIns="91440" bIns="45720" anchor="ctr">
              <a:noAutofit/>
            </a:bodyPr>
            <a:lstStyle/>
            <a:p>
              <a:r>
                <a:rPr lang="zh-CN" altLang="en-US" b="1" dirty="0">
                  <a:latin typeface="Arial Narrow" panose="020B0606020202030204" pitchFamily="34" charset="0"/>
                </a:rPr>
                <a:t>第</a:t>
              </a:r>
              <a:r>
                <a:rPr lang="en-US" altLang="zh-CN" b="1" dirty="0">
                  <a:latin typeface="Arial Narrow" panose="020B0606020202030204" pitchFamily="34" charset="0"/>
                </a:rPr>
                <a:t>1</a:t>
              </a:r>
              <a:r>
                <a:rPr lang="zh-CN" altLang="en-US" b="1" dirty="0">
                  <a:latin typeface="Arial Narrow" panose="020B0606020202030204" pitchFamily="34" charset="0"/>
                </a:rPr>
                <a:t>字节</a:t>
              </a:r>
            </a:p>
          </p:txBody>
        </p:sp>
        <p:sp>
          <p:nvSpPr>
            <p:cNvPr id="41" name="íşlïḍè">
              <a:extLst>
                <a:ext uri="{FF2B5EF4-FFF2-40B4-BE49-F238E27FC236}">
                  <a16:creationId xmlns:a16="http://schemas.microsoft.com/office/drawing/2014/main" id="{A23029CC-8BCE-45B0-BCC5-FDA495D7C881}"/>
                </a:ext>
              </a:extLst>
            </p:cNvPr>
            <p:cNvSpPr txBox="1"/>
            <p:nvPr/>
          </p:nvSpPr>
          <p:spPr>
            <a:xfrm>
              <a:off x="5213297" y="4173479"/>
              <a:ext cx="1007961" cy="400110"/>
            </a:xfrm>
            <a:prstGeom prst="rect">
              <a:avLst/>
            </a:prstGeom>
            <a:noFill/>
          </p:spPr>
          <p:txBody>
            <a:bodyPr wrap="square" lIns="91440" tIns="45720" rIns="91440" bIns="45720" anchor="ctr">
              <a:noAutofit/>
            </a:bodyPr>
            <a:lstStyle/>
            <a:p>
              <a:r>
                <a:rPr lang="zh-CN" altLang="en-US" b="1" dirty="0">
                  <a:latin typeface="Arial Narrow" panose="020B0606020202030204" pitchFamily="34" charset="0"/>
                </a:rPr>
                <a:t>第</a:t>
              </a:r>
              <a:r>
                <a:rPr lang="en-US" altLang="zh-CN" b="1" dirty="0">
                  <a:latin typeface="Arial Narrow" panose="020B0606020202030204" pitchFamily="34" charset="0"/>
                </a:rPr>
                <a:t>6</a:t>
              </a:r>
              <a:r>
                <a:rPr lang="zh-CN" altLang="en-US" b="1" dirty="0">
                  <a:latin typeface="Arial Narrow" panose="020B0606020202030204" pitchFamily="34" charset="0"/>
                </a:rPr>
                <a:t>字节</a:t>
              </a:r>
            </a:p>
          </p:txBody>
        </p:sp>
        <p:cxnSp>
          <p:nvCxnSpPr>
            <p:cNvPr id="12" name="直接箭头连接符 11">
              <a:extLst>
                <a:ext uri="{FF2B5EF4-FFF2-40B4-BE49-F238E27FC236}">
                  <a16:creationId xmlns:a16="http://schemas.microsoft.com/office/drawing/2014/main" id="{61BA6F19-9C47-4C89-AE76-982DBF35FDB2}"/>
                </a:ext>
              </a:extLst>
            </p:cNvPr>
            <p:cNvCxnSpPr>
              <a:stCxn id="39" idx="3"/>
              <a:endCxn id="41" idx="1"/>
            </p:cNvCxnSpPr>
            <p:nvPr/>
          </p:nvCxnSpPr>
          <p:spPr>
            <a:xfrm>
              <a:off x="4473324" y="4373534"/>
              <a:ext cx="739973" cy="0"/>
            </a:xfrm>
            <a:prstGeom prst="straightConnector1">
              <a:avLst/>
            </a:prstGeom>
            <a:ln w="25400">
              <a:solidFill>
                <a:schemeClr val="tx1"/>
              </a:solidFill>
              <a:tailEnd type="triangle"/>
            </a:ln>
          </p:spPr>
          <p:style>
            <a:lnRef idx="1">
              <a:schemeClr val="accent1"/>
            </a:lnRef>
            <a:fillRef idx="0">
              <a:schemeClr val="accent1"/>
            </a:fillRef>
            <a:effectRef idx="0">
              <a:schemeClr val="accent1"/>
            </a:effectRef>
            <a:fontRef idx="minor">
              <a:schemeClr val="tx1"/>
            </a:fontRef>
          </p:style>
        </p:cxnSp>
      </p:grpSp>
      <p:grpSp>
        <p:nvGrpSpPr>
          <p:cNvPr id="49" name="组合 48">
            <a:extLst>
              <a:ext uri="{FF2B5EF4-FFF2-40B4-BE49-F238E27FC236}">
                <a16:creationId xmlns:a16="http://schemas.microsoft.com/office/drawing/2014/main" id="{02F7A200-6A80-46B3-99FC-AFFE444F93B7}"/>
              </a:ext>
            </a:extLst>
          </p:cNvPr>
          <p:cNvGrpSpPr/>
          <p:nvPr/>
        </p:nvGrpSpPr>
        <p:grpSpPr>
          <a:xfrm>
            <a:off x="4364048" y="5057591"/>
            <a:ext cx="1796247" cy="400110"/>
            <a:chOff x="4364048" y="5057591"/>
            <a:chExt cx="1796247" cy="400110"/>
          </a:xfrm>
        </p:grpSpPr>
        <p:sp>
          <p:nvSpPr>
            <p:cNvPr id="45" name="íşlïḍè">
              <a:extLst>
                <a:ext uri="{FF2B5EF4-FFF2-40B4-BE49-F238E27FC236}">
                  <a16:creationId xmlns:a16="http://schemas.microsoft.com/office/drawing/2014/main" id="{6115F6B0-9278-4CE7-916A-85BDE0879159}"/>
                </a:ext>
              </a:extLst>
            </p:cNvPr>
            <p:cNvSpPr txBox="1"/>
            <p:nvPr/>
          </p:nvSpPr>
          <p:spPr>
            <a:xfrm>
              <a:off x="4364048" y="5057591"/>
              <a:ext cx="503981" cy="400110"/>
            </a:xfrm>
            <a:prstGeom prst="rect">
              <a:avLst/>
            </a:prstGeom>
            <a:noFill/>
          </p:spPr>
          <p:txBody>
            <a:bodyPr wrap="square" lIns="91440" tIns="45720" rIns="91440" bIns="45720" anchor="ctr">
              <a:noAutofit/>
            </a:bodyPr>
            <a:lstStyle/>
            <a:p>
              <a:r>
                <a:rPr lang="en-US" altLang="zh-CN" sz="2400" b="1" dirty="0">
                  <a:latin typeface="Arial Narrow" panose="020B0606020202030204" pitchFamily="34" charset="0"/>
                </a:rPr>
                <a:t>b0</a:t>
              </a:r>
              <a:endParaRPr lang="zh-CN" altLang="en-US" sz="2400" b="1" dirty="0">
                <a:latin typeface="Arial Narrow" panose="020B0606020202030204" pitchFamily="34" charset="0"/>
              </a:endParaRPr>
            </a:p>
          </p:txBody>
        </p:sp>
        <p:sp>
          <p:nvSpPr>
            <p:cNvPr id="46" name="íşlïḍè">
              <a:extLst>
                <a:ext uri="{FF2B5EF4-FFF2-40B4-BE49-F238E27FC236}">
                  <a16:creationId xmlns:a16="http://schemas.microsoft.com/office/drawing/2014/main" id="{203E7361-834D-40A0-98DD-A1DB1C89152A}"/>
                </a:ext>
              </a:extLst>
            </p:cNvPr>
            <p:cNvSpPr txBox="1"/>
            <p:nvPr/>
          </p:nvSpPr>
          <p:spPr>
            <a:xfrm>
              <a:off x="5656314" y="5057591"/>
              <a:ext cx="503981" cy="400110"/>
            </a:xfrm>
            <a:prstGeom prst="rect">
              <a:avLst/>
            </a:prstGeom>
            <a:noFill/>
          </p:spPr>
          <p:txBody>
            <a:bodyPr wrap="square" lIns="91440" tIns="45720" rIns="91440" bIns="45720" anchor="ctr">
              <a:noAutofit/>
            </a:bodyPr>
            <a:lstStyle/>
            <a:p>
              <a:r>
                <a:rPr lang="en-US" altLang="zh-CN" sz="2400" b="1" dirty="0">
                  <a:latin typeface="Arial Narrow" panose="020B0606020202030204" pitchFamily="34" charset="0"/>
                </a:rPr>
                <a:t>b7</a:t>
              </a:r>
              <a:endParaRPr lang="zh-CN" altLang="en-US" sz="2400" b="1" dirty="0">
                <a:latin typeface="Arial Narrow" panose="020B0606020202030204" pitchFamily="34" charset="0"/>
              </a:endParaRPr>
            </a:p>
          </p:txBody>
        </p:sp>
        <p:cxnSp>
          <p:nvCxnSpPr>
            <p:cNvPr id="47" name="直接箭头连接符 46">
              <a:extLst>
                <a:ext uri="{FF2B5EF4-FFF2-40B4-BE49-F238E27FC236}">
                  <a16:creationId xmlns:a16="http://schemas.microsoft.com/office/drawing/2014/main" id="{27C6F6EE-57D9-4058-9F7E-7B99AE5B3356}"/>
                </a:ext>
              </a:extLst>
            </p:cNvPr>
            <p:cNvCxnSpPr>
              <a:cxnSpLocks/>
              <a:stCxn id="45" idx="3"/>
              <a:endCxn id="46" idx="1"/>
            </p:cNvCxnSpPr>
            <p:nvPr/>
          </p:nvCxnSpPr>
          <p:spPr>
            <a:xfrm>
              <a:off x="4868029" y="5257646"/>
              <a:ext cx="788285" cy="0"/>
            </a:xfrm>
            <a:prstGeom prst="straightConnector1">
              <a:avLst/>
            </a:prstGeom>
            <a:ln w="25400">
              <a:solidFill>
                <a:schemeClr val="tx1"/>
              </a:solidFill>
              <a:tailEnd type="triangle"/>
            </a:ln>
          </p:spPr>
          <p:style>
            <a:lnRef idx="1">
              <a:schemeClr val="accent1"/>
            </a:lnRef>
            <a:fillRef idx="0">
              <a:schemeClr val="accent1"/>
            </a:fillRef>
            <a:effectRef idx="0">
              <a:schemeClr val="accent1"/>
            </a:effectRef>
            <a:fontRef idx="minor">
              <a:schemeClr val="tx1"/>
            </a:fontRef>
          </p:style>
        </p:cxnSp>
      </p:grpSp>
      <p:sp>
        <p:nvSpPr>
          <p:cNvPr id="50" name="矩形 49">
            <a:extLst>
              <a:ext uri="{FF2B5EF4-FFF2-40B4-BE49-F238E27FC236}">
                <a16:creationId xmlns:a16="http://schemas.microsoft.com/office/drawing/2014/main" id="{D3D45035-4CBE-4529-8BF1-8B758F133271}"/>
              </a:ext>
            </a:extLst>
          </p:cNvPr>
          <p:cNvSpPr/>
          <p:nvPr/>
        </p:nvSpPr>
        <p:spPr>
          <a:xfrm>
            <a:off x="1806504" y="3054132"/>
            <a:ext cx="2449732" cy="350982"/>
          </a:xfrm>
          <a:prstGeom prst="rect">
            <a:avLst/>
          </a:prstGeom>
          <a:solidFill>
            <a:schemeClr val="accent1">
              <a:alpha val="34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51" name="矩形 50">
            <a:extLst>
              <a:ext uri="{FF2B5EF4-FFF2-40B4-BE49-F238E27FC236}">
                <a16:creationId xmlns:a16="http://schemas.microsoft.com/office/drawing/2014/main" id="{37B807DB-E90B-4D1D-B441-487989D82DC3}"/>
              </a:ext>
            </a:extLst>
          </p:cNvPr>
          <p:cNvSpPr/>
          <p:nvPr/>
        </p:nvSpPr>
        <p:spPr>
          <a:xfrm>
            <a:off x="4256236" y="3054132"/>
            <a:ext cx="2300351" cy="350982"/>
          </a:xfrm>
          <a:prstGeom prst="rect">
            <a:avLst/>
          </a:prstGeom>
          <a:solidFill>
            <a:schemeClr val="accent1">
              <a:alpha val="34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52" name="矩形 51">
            <a:extLst>
              <a:ext uri="{FF2B5EF4-FFF2-40B4-BE49-F238E27FC236}">
                <a16:creationId xmlns:a16="http://schemas.microsoft.com/office/drawing/2014/main" id="{5138DAB1-6C27-4DE4-9D50-28E531E9632F}"/>
              </a:ext>
            </a:extLst>
          </p:cNvPr>
          <p:cNvSpPr/>
          <p:nvPr/>
        </p:nvSpPr>
        <p:spPr>
          <a:xfrm>
            <a:off x="6974323" y="3063027"/>
            <a:ext cx="2300351" cy="350982"/>
          </a:xfrm>
          <a:prstGeom prst="rect">
            <a:avLst/>
          </a:prstGeom>
          <a:solidFill>
            <a:schemeClr val="accent1">
              <a:alpha val="34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53" name="矩形 52">
            <a:extLst>
              <a:ext uri="{FF2B5EF4-FFF2-40B4-BE49-F238E27FC236}">
                <a16:creationId xmlns:a16="http://schemas.microsoft.com/office/drawing/2014/main" id="{E45C5428-CCF7-4C6C-8319-89831E7272E2}"/>
              </a:ext>
            </a:extLst>
          </p:cNvPr>
          <p:cNvSpPr/>
          <p:nvPr/>
        </p:nvSpPr>
        <p:spPr>
          <a:xfrm>
            <a:off x="9296083" y="3054132"/>
            <a:ext cx="2449732" cy="350982"/>
          </a:xfrm>
          <a:prstGeom prst="rect">
            <a:avLst/>
          </a:prstGeom>
          <a:solidFill>
            <a:schemeClr val="accent1">
              <a:alpha val="34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Tree>
    <p:custDataLst>
      <p:tags r:id="rId1"/>
    </p:custDataLst>
    <p:extLst>
      <p:ext uri="{BB962C8B-B14F-4D97-AF65-F5344CB8AC3E}">
        <p14:creationId xmlns:p14="http://schemas.microsoft.com/office/powerpoint/2010/main" val="2004724175"/>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2" presetClass="entr" presetSubtype="2" fill="hold" grpId="0" nodeType="withEffect">
                                  <p:stCondLst>
                                    <p:cond delay="0"/>
                                  </p:stCondLst>
                                  <p:childTnLst>
                                    <p:set>
                                      <p:cBhvr>
                                        <p:cTn id="6" dur="1" fill="hold">
                                          <p:stCondLst>
                                            <p:cond delay="0"/>
                                          </p:stCondLst>
                                        </p:cTn>
                                        <p:tgtEl>
                                          <p:spTgt spid="50"/>
                                        </p:tgtEl>
                                        <p:attrNameLst>
                                          <p:attrName>style.visibility</p:attrName>
                                        </p:attrNameLst>
                                      </p:cBhvr>
                                      <p:to>
                                        <p:strVal val="visible"/>
                                      </p:to>
                                    </p:set>
                                    <p:animEffect transition="in" filter="wipe(right)">
                                      <p:cBhvr>
                                        <p:cTn id="7" dur="1000"/>
                                        <p:tgtEl>
                                          <p:spTgt spid="50"/>
                                        </p:tgtEl>
                                      </p:cBhvr>
                                    </p:animEffect>
                                  </p:childTnLst>
                                </p:cTn>
                              </p:par>
                            </p:childTnLst>
                          </p:cTn>
                        </p:par>
                        <p:par>
                          <p:cTn id="8" fill="hold">
                            <p:stCondLst>
                              <p:cond delay="1000"/>
                            </p:stCondLst>
                            <p:childTnLst>
                              <p:par>
                                <p:cTn id="9" presetID="22" presetClass="entr" presetSubtype="2" fill="hold" grpId="0" nodeType="afterEffect">
                                  <p:stCondLst>
                                    <p:cond delay="0"/>
                                  </p:stCondLst>
                                  <p:childTnLst>
                                    <p:set>
                                      <p:cBhvr>
                                        <p:cTn id="10" dur="1" fill="hold">
                                          <p:stCondLst>
                                            <p:cond delay="0"/>
                                          </p:stCondLst>
                                        </p:cTn>
                                        <p:tgtEl>
                                          <p:spTgt spid="51"/>
                                        </p:tgtEl>
                                        <p:attrNameLst>
                                          <p:attrName>style.visibility</p:attrName>
                                        </p:attrNameLst>
                                      </p:cBhvr>
                                      <p:to>
                                        <p:strVal val="visible"/>
                                      </p:to>
                                    </p:set>
                                    <p:animEffect transition="in" filter="wipe(right)">
                                      <p:cBhvr>
                                        <p:cTn id="11" dur="1000"/>
                                        <p:tgtEl>
                                          <p:spTgt spid="51"/>
                                        </p:tgtEl>
                                      </p:cBhvr>
                                    </p:animEffect>
                                  </p:childTnLst>
                                </p:cTn>
                              </p:par>
                            </p:childTnLst>
                          </p:cTn>
                        </p:par>
                        <p:par>
                          <p:cTn id="12" fill="hold">
                            <p:stCondLst>
                              <p:cond delay="2000"/>
                            </p:stCondLst>
                            <p:childTnLst>
                              <p:par>
                                <p:cTn id="13" presetID="22" presetClass="entr" presetSubtype="2" fill="hold" grpId="0" nodeType="afterEffect">
                                  <p:stCondLst>
                                    <p:cond delay="0"/>
                                  </p:stCondLst>
                                  <p:childTnLst>
                                    <p:set>
                                      <p:cBhvr>
                                        <p:cTn id="14" dur="1" fill="hold">
                                          <p:stCondLst>
                                            <p:cond delay="0"/>
                                          </p:stCondLst>
                                        </p:cTn>
                                        <p:tgtEl>
                                          <p:spTgt spid="52"/>
                                        </p:tgtEl>
                                        <p:attrNameLst>
                                          <p:attrName>style.visibility</p:attrName>
                                        </p:attrNameLst>
                                      </p:cBhvr>
                                      <p:to>
                                        <p:strVal val="visible"/>
                                      </p:to>
                                    </p:set>
                                    <p:animEffect transition="in" filter="wipe(right)">
                                      <p:cBhvr>
                                        <p:cTn id="15" dur="1000"/>
                                        <p:tgtEl>
                                          <p:spTgt spid="52"/>
                                        </p:tgtEl>
                                      </p:cBhvr>
                                    </p:animEffect>
                                  </p:childTnLst>
                                </p:cTn>
                              </p:par>
                            </p:childTnLst>
                          </p:cTn>
                        </p:par>
                        <p:par>
                          <p:cTn id="16" fill="hold">
                            <p:stCondLst>
                              <p:cond delay="3000"/>
                            </p:stCondLst>
                            <p:childTnLst>
                              <p:par>
                                <p:cTn id="17" presetID="22" presetClass="entr" presetSubtype="2" fill="hold" grpId="0" nodeType="afterEffect">
                                  <p:stCondLst>
                                    <p:cond delay="0"/>
                                  </p:stCondLst>
                                  <p:childTnLst>
                                    <p:set>
                                      <p:cBhvr>
                                        <p:cTn id="18" dur="1" fill="hold">
                                          <p:stCondLst>
                                            <p:cond delay="0"/>
                                          </p:stCondLst>
                                        </p:cTn>
                                        <p:tgtEl>
                                          <p:spTgt spid="53"/>
                                        </p:tgtEl>
                                        <p:attrNameLst>
                                          <p:attrName>style.visibility</p:attrName>
                                        </p:attrNameLst>
                                      </p:cBhvr>
                                      <p:to>
                                        <p:strVal val="visible"/>
                                      </p:to>
                                    </p:set>
                                    <p:animEffect transition="in" filter="wipe(right)">
                                      <p:cBhvr>
                                        <p:cTn id="19" dur="1000"/>
                                        <p:tgtEl>
                                          <p:spTgt spid="53"/>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0" grpId="0" animBg="1"/>
      <p:bldP spid="51" grpId="0" animBg="1"/>
      <p:bldP spid="52" grpId="0" animBg="1"/>
      <p:bldP spid="53" grpId="0" animBg="1"/>
    </p:bldLst>
  </p:timing>
</p:sld>
</file>

<file path=ppt/slides/slide28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8" name="文本框 17">
            <a:extLst>
              <a:ext uri="{FF2B5EF4-FFF2-40B4-BE49-F238E27FC236}">
                <a16:creationId xmlns:a16="http://schemas.microsoft.com/office/drawing/2014/main" id="{49E4A840-8A6E-43FC-A0FB-9D49D00DFD93}"/>
              </a:ext>
            </a:extLst>
          </p:cNvPr>
          <p:cNvSpPr txBox="1"/>
          <p:nvPr/>
        </p:nvSpPr>
        <p:spPr>
          <a:xfrm>
            <a:off x="801376" y="3520682"/>
            <a:ext cx="1901162" cy="369332"/>
          </a:xfrm>
          <a:prstGeom prst="rect">
            <a:avLst/>
          </a:prstGeom>
          <a:noFill/>
        </p:spPr>
        <p:txBody>
          <a:bodyPr wrap="square" rtlCol="0">
            <a:spAutoFit/>
          </a:bodyPr>
          <a:lstStyle/>
          <a:p>
            <a:pPr algn="ctr"/>
            <a:r>
              <a:rPr lang="en-US" altLang="zh-CN" b="1" dirty="0"/>
              <a:t>00-0C-B5-72-AB-72</a:t>
            </a:r>
            <a:endParaRPr lang="zh-CN" altLang="en-US" b="1" dirty="0"/>
          </a:p>
        </p:txBody>
      </p:sp>
      <p:sp>
        <p:nvSpPr>
          <p:cNvPr id="67" name="文本框 66">
            <a:extLst>
              <a:ext uri="{FF2B5EF4-FFF2-40B4-BE49-F238E27FC236}">
                <a16:creationId xmlns:a16="http://schemas.microsoft.com/office/drawing/2014/main" id="{128727B1-2BED-4667-BC0B-20883A9B4F8A}"/>
              </a:ext>
            </a:extLst>
          </p:cNvPr>
          <p:cNvSpPr txBox="1"/>
          <p:nvPr/>
        </p:nvSpPr>
        <p:spPr>
          <a:xfrm>
            <a:off x="5178195" y="3520682"/>
            <a:ext cx="1901162" cy="369332"/>
          </a:xfrm>
          <a:prstGeom prst="rect">
            <a:avLst/>
          </a:prstGeom>
          <a:noFill/>
        </p:spPr>
        <p:txBody>
          <a:bodyPr wrap="square" rtlCol="0">
            <a:spAutoFit/>
          </a:bodyPr>
          <a:lstStyle/>
          <a:p>
            <a:pPr algn="ctr"/>
            <a:r>
              <a:rPr lang="en-US" altLang="zh-CN" b="1" dirty="0"/>
              <a:t>00-E0-F9-A3-43-77</a:t>
            </a:r>
            <a:endParaRPr lang="zh-CN" altLang="en-US" b="1" dirty="0"/>
          </a:p>
        </p:txBody>
      </p:sp>
      <p:sp>
        <p:nvSpPr>
          <p:cNvPr id="68" name="文本框 67">
            <a:extLst>
              <a:ext uri="{FF2B5EF4-FFF2-40B4-BE49-F238E27FC236}">
                <a16:creationId xmlns:a16="http://schemas.microsoft.com/office/drawing/2014/main" id="{3303FEC6-C7C9-4887-8355-52631906C5EB}"/>
              </a:ext>
            </a:extLst>
          </p:cNvPr>
          <p:cNvSpPr txBox="1"/>
          <p:nvPr/>
        </p:nvSpPr>
        <p:spPr>
          <a:xfrm>
            <a:off x="9533781" y="3520682"/>
            <a:ext cx="1901162" cy="369332"/>
          </a:xfrm>
          <a:prstGeom prst="rect">
            <a:avLst/>
          </a:prstGeom>
          <a:noFill/>
        </p:spPr>
        <p:txBody>
          <a:bodyPr wrap="square" rtlCol="0">
            <a:spAutoFit/>
          </a:bodyPr>
          <a:lstStyle/>
          <a:p>
            <a:pPr algn="ctr"/>
            <a:r>
              <a:rPr lang="en-US" altLang="zh-CN" b="1" dirty="0"/>
              <a:t>00-0C-CF-B8-4A-82</a:t>
            </a:r>
            <a:endParaRPr lang="zh-CN" altLang="en-US" b="1" dirty="0"/>
          </a:p>
        </p:txBody>
      </p:sp>
      <p:grpSp>
        <p:nvGrpSpPr>
          <p:cNvPr id="4" name="组合 3">
            <a:extLst>
              <a:ext uri="{FF2B5EF4-FFF2-40B4-BE49-F238E27FC236}">
                <a16:creationId xmlns:a16="http://schemas.microsoft.com/office/drawing/2014/main" id="{9A1EA9F2-FCB6-48C3-935F-7AE7E3AD14AC}"/>
              </a:ext>
            </a:extLst>
          </p:cNvPr>
          <p:cNvGrpSpPr/>
          <p:nvPr/>
        </p:nvGrpSpPr>
        <p:grpSpPr>
          <a:xfrm>
            <a:off x="304799" y="749300"/>
            <a:ext cx="6192345" cy="400110"/>
            <a:chOff x="424116" y="898245"/>
            <a:chExt cx="6192345" cy="400110"/>
          </a:xfrm>
        </p:grpSpPr>
        <p:sp>
          <p:nvSpPr>
            <p:cNvPr id="2" name="平行四边形 1">
              <a:extLst>
                <a:ext uri="{FF2B5EF4-FFF2-40B4-BE49-F238E27FC236}">
                  <a16:creationId xmlns:a16="http://schemas.microsoft.com/office/drawing/2014/main" id="{1F5BAA3F-9845-4F89-A2DD-8222D3E4EDAC}"/>
                </a:ext>
              </a:extLst>
            </p:cNvPr>
            <p:cNvSpPr/>
            <p:nvPr/>
          </p:nvSpPr>
          <p:spPr>
            <a:xfrm>
              <a:off x="424116" y="898245"/>
              <a:ext cx="695119" cy="387090"/>
            </a:xfrm>
            <a:prstGeom prst="parallelogram">
              <a:avLst/>
            </a:prstGeom>
            <a:solidFill>
              <a:schemeClr val="accent3">
                <a:lumMod val="75000"/>
              </a:schemeClr>
            </a:solidFill>
            <a:ln>
              <a:solidFill>
                <a:schemeClr val="accent3">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CN" sz="2200" dirty="0">
                  <a:latin typeface="Impact" panose="020B0806030902050204" pitchFamily="34" charset="0"/>
                </a:rPr>
                <a:t>02</a:t>
              </a:r>
              <a:endParaRPr lang="zh-CN" altLang="en-US" sz="2200" dirty="0">
                <a:latin typeface="Impact" panose="020B0806030902050204" pitchFamily="34" charset="0"/>
              </a:endParaRPr>
            </a:p>
          </p:txBody>
        </p:sp>
        <p:sp>
          <p:nvSpPr>
            <p:cNvPr id="3" name="文本框 2">
              <a:extLst>
                <a:ext uri="{FF2B5EF4-FFF2-40B4-BE49-F238E27FC236}">
                  <a16:creationId xmlns:a16="http://schemas.microsoft.com/office/drawing/2014/main" id="{4D6BD736-A4D3-4F26-AFED-36E11F50F70B}"/>
                </a:ext>
              </a:extLst>
            </p:cNvPr>
            <p:cNvSpPr txBox="1"/>
            <p:nvPr/>
          </p:nvSpPr>
          <p:spPr>
            <a:xfrm>
              <a:off x="1119235" y="898245"/>
              <a:ext cx="5497226" cy="400110"/>
            </a:xfrm>
            <a:prstGeom prst="rect">
              <a:avLst/>
            </a:prstGeom>
            <a:noFill/>
          </p:spPr>
          <p:txBody>
            <a:bodyPr wrap="square" rtlCol="0">
              <a:spAutoFit/>
            </a:bodyPr>
            <a:lstStyle/>
            <a:p>
              <a:r>
                <a:rPr lang="en-US" altLang="zh-CN" sz="2000" b="1" dirty="0"/>
                <a:t>MAC</a:t>
              </a:r>
              <a:r>
                <a:rPr lang="zh-CN" altLang="en-US" sz="2000" b="1" dirty="0"/>
                <a:t>地址</a:t>
              </a:r>
            </a:p>
          </p:txBody>
        </p:sp>
      </p:grpSp>
      <p:sp>
        <p:nvSpPr>
          <p:cNvPr id="48" name="íşlïḍè">
            <a:extLst>
              <a:ext uri="{FF2B5EF4-FFF2-40B4-BE49-F238E27FC236}">
                <a16:creationId xmlns:a16="http://schemas.microsoft.com/office/drawing/2014/main" id="{3A8ED235-C46A-40A6-B687-AE21B4C08B05}"/>
              </a:ext>
            </a:extLst>
          </p:cNvPr>
          <p:cNvSpPr txBox="1"/>
          <p:nvPr/>
        </p:nvSpPr>
        <p:spPr>
          <a:xfrm>
            <a:off x="4200062" y="1100674"/>
            <a:ext cx="3791876" cy="400110"/>
          </a:xfrm>
          <a:prstGeom prst="rect">
            <a:avLst/>
          </a:prstGeom>
          <a:noFill/>
        </p:spPr>
        <p:txBody>
          <a:bodyPr wrap="square" lIns="91440" tIns="45720" rIns="91440" bIns="45720" anchor="ctr">
            <a:noAutofit/>
          </a:bodyPr>
          <a:lstStyle/>
          <a:p>
            <a:pPr algn="ctr"/>
            <a:r>
              <a:rPr lang="zh-CN" altLang="en-US" b="1" dirty="0">
                <a:solidFill>
                  <a:schemeClr val="accent3">
                    <a:lumMod val="75000"/>
                  </a:schemeClr>
                </a:solidFill>
                <a:latin typeface="Arial Narrow" panose="020B0606020202030204" pitchFamily="34" charset="0"/>
              </a:rPr>
              <a:t>单播</a:t>
            </a:r>
            <a:r>
              <a:rPr lang="en-US" altLang="zh-CN" b="1" dirty="0">
                <a:solidFill>
                  <a:schemeClr val="accent3">
                    <a:lumMod val="75000"/>
                  </a:schemeClr>
                </a:solidFill>
                <a:latin typeface="Arial Narrow" panose="020B0606020202030204" pitchFamily="34" charset="0"/>
              </a:rPr>
              <a:t>MAC</a:t>
            </a:r>
            <a:r>
              <a:rPr lang="zh-CN" altLang="en-US" b="1" dirty="0">
                <a:solidFill>
                  <a:schemeClr val="accent3">
                    <a:lumMod val="75000"/>
                  </a:schemeClr>
                </a:solidFill>
                <a:latin typeface="Arial Narrow" panose="020B0606020202030204" pitchFamily="34" charset="0"/>
              </a:rPr>
              <a:t>地址举例</a:t>
            </a:r>
          </a:p>
        </p:txBody>
      </p:sp>
      <p:grpSp>
        <p:nvGrpSpPr>
          <p:cNvPr id="17" name="组合 16">
            <a:extLst>
              <a:ext uri="{FF2B5EF4-FFF2-40B4-BE49-F238E27FC236}">
                <a16:creationId xmlns:a16="http://schemas.microsoft.com/office/drawing/2014/main" id="{2D4FAEB9-41FF-41A3-A0C3-C1FAB40A57F1}"/>
              </a:ext>
            </a:extLst>
          </p:cNvPr>
          <p:cNvGrpSpPr/>
          <p:nvPr/>
        </p:nvGrpSpPr>
        <p:grpSpPr>
          <a:xfrm>
            <a:off x="863840" y="1939888"/>
            <a:ext cx="10600854" cy="1503089"/>
            <a:chOff x="863840" y="1939888"/>
            <a:chExt cx="10600854" cy="1503089"/>
          </a:xfrm>
        </p:grpSpPr>
        <p:cxnSp>
          <p:nvCxnSpPr>
            <p:cNvPr id="55" name="直接连接符 54">
              <a:extLst>
                <a:ext uri="{FF2B5EF4-FFF2-40B4-BE49-F238E27FC236}">
                  <a16:creationId xmlns:a16="http://schemas.microsoft.com/office/drawing/2014/main" id="{92C314A6-DB0D-4BA9-A6D2-30A0C4F5CA02}"/>
                </a:ext>
              </a:extLst>
            </p:cNvPr>
            <p:cNvCxnSpPr>
              <a:cxnSpLocks/>
              <a:stCxn id="62" idx="3"/>
            </p:cNvCxnSpPr>
            <p:nvPr/>
          </p:nvCxnSpPr>
          <p:spPr>
            <a:xfrm>
              <a:off x="1089364" y="2052650"/>
              <a:ext cx="10262568" cy="0"/>
            </a:xfrm>
            <a:prstGeom prst="line">
              <a:avLst/>
            </a:prstGeom>
            <a:ln w="152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6" name="直接连接符 55">
              <a:extLst>
                <a:ext uri="{FF2B5EF4-FFF2-40B4-BE49-F238E27FC236}">
                  <a16:creationId xmlns:a16="http://schemas.microsoft.com/office/drawing/2014/main" id="{5144FDD7-C4CC-485E-B74E-7D0369D89676}"/>
                </a:ext>
              </a:extLst>
            </p:cNvPr>
            <p:cNvCxnSpPr>
              <a:cxnSpLocks/>
            </p:cNvCxnSpPr>
            <p:nvPr/>
          </p:nvCxnSpPr>
          <p:spPr>
            <a:xfrm flipV="1">
              <a:off x="1920316" y="2027687"/>
              <a:ext cx="0" cy="970893"/>
            </a:xfrm>
            <a:prstGeom prst="line">
              <a:avLst/>
            </a:prstGeom>
            <a:ln w="152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8" name="直接连接符 57">
              <a:extLst>
                <a:ext uri="{FF2B5EF4-FFF2-40B4-BE49-F238E27FC236}">
                  <a16:creationId xmlns:a16="http://schemas.microsoft.com/office/drawing/2014/main" id="{3FF4899F-67E7-47A6-9BD0-F73B4532FB89}"/>
                </a:ext>
              </a:extLst>
            </p:cNvPr>
            <p:cNvCxnSpPr>
              <a:cxnSpLocks/>
            </p:cNvCxnSpPr>
            <p:nvPr/>
          </p:nvCxnSpPr>
          <p:spPr>
            <a:xfrm flipV="1">
              <a:off x="6273899" y="2027687"/>
              <a:ext cx="0" cy="1070883"/>
            </a:xfrm>
            <a:prstGeom prst="line">
              <a:avLst/>
            </a:prstGeom>
            <a:ln w="152400">
              <a:solidFill>
                <a:schemeClr val="tx1"/>
              </a:solidFill>
              <a:tailEnd w="med" len="lg"/>
            </a:ln>
          </p:spPr>
          <p:style>
            <a:lnRef idx="1">
              <a:schemeClr val="accent1"/>
            </a:lnRef>
            <a:fillRef idx="0">
              <a:schemeClr val="accent1"/>
            </a:fillRef>
            <a:effectRef idx="0">
              <a:schemeClr val="accent1"/>
            </a:effectRef>
            <a:fontRef idx="minor">
              <a:schemeClr val="tx1"/>
            </a:fontRef>
          </p:style>
        </p:cxnSp>
        <p:cxnSp>
          <p:nvCxnSpPr>
            <p:cNvPr id="60" name="直接连接符 59">
              <a:extLst>
                <a:ext uri="{FF2B5EF4-FFF2-40B4-BE49-F238E27FC236}">
                  <a16:creationId xmlns:a16="http://schemas.microsoft.com/office/drawing/2014/main" id="{A71A38F5-E9DC-4AAC-B6B1-14DFB88BD7C4}"/>
                </a:ext>
              </a:extLst>
            </p:cNvPr>
            <p:cNvCxnSpPr>
              <a:cxnSpLocks/>
            </p:cNvCxnSpPr>
            <p:nvPr/>
          </p:nvCxnSpPr>
          <p:spPr>
            <a:xfrm flipV="1">
              <a:off x="10676378" y="2080361"/>
              <a:ext cx="0" cy="865547"/>
            </a:xfrm>
            <a:prstGeom prst="line">
              <a:avLst/>
            </a:prstGeom>
            <a:ln w="152400">
              <a:solidFill>
                <a:schemeClr val="tx1"/>
              </a:solidFill>
            </a:ln>
          </p:spPr>
          <p:style>
            <a:lnRef idx="1">
              <a:schemeClr val="accent1"/>
            </a:lnRef>
            <a:fillRef idx="0">
              <a:schemeClr val="accent1"/>
            </a:fillRef>
            <a:effectRef idx="0">
              <a:schemeClr val="accent1"/>
            </a:effectRef>
            <a:fontRef idx="minor">
              <a:schemeClr val="tx1"/>
            </a:fontRef>
          </p:style>
        </p:cxnSp>
        <p:sp>
          <p:nvSpPr>
            <p:cNvPr id="62" name="矩形 61">
              <a:extLst>
                <a:ext uri="{FF2B5EF4-FFF2-40B4-BE49-F238E27FC236}">
                  <a16:creationId xmlns:a16="http://schemas.microsoft.com/office/drawing/2014/main" id="{864564AA-2284-4446-9E37-28D9D13E5B89}"/>
                </a:ext>
              </a:extLst>
            </p:cNvPr>
            <p:cNvSpPr/>
            <p:nvPr/>
          </p:nvSpPr>
          <p:spPr>
            <a:xfrm>
              <a:off x="863840" y="1939888"/>
              <a:ext cx="225524" cy="225524"/>
            </a:xfrm>
            <a:prstGeom prst="rect">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63" name="矩形 62">
              <a:extLst>
                <a:ext uri="{FF2B5EF4-FFF2-40B4-BE49-F238E27FC236}">
                  <a16:creationId xmlns:a16="http://schemas.microsoft.com/office/drawing/2014/main" id="{E30E6D70-747E-4D07-815C-E41A50A86F51}"/>
                </a:ext>
              </a:extLst>
            </p:cNvPr>
            <p:cNvSpPr/>
            <p:nvPr/>
          </p:nvSpPr>
          <p:spPr>
            <a:xfrm>
              <a:off x="11239170" y="1939888"/>
              <a:ext cx="225524" cy="225524"/>
            </a:xfrm>
            <a:prstGeom prst="rect">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grpSp>
          <p:nvGrpSpPr>
            <p:cNvPr id="5" name="组合 4">
              <a:extLst>
                <a:ext uri="{FF2B5EF4-FFF2-40B4-BE49-F238E27FC236}">
                  <a16:creationId xmlns:a16="http://schemas.microsoft.com/office/drawing/2014/main" id="{007D2C40-47F0-4661-A5E7-94502ABEA4AD}"/>
                </a:ext>
              </a:extLst>
            </p:cNvPr>
            <p:cNvGrpSpPr/>
            <p:nvPr/>
          </p:nvGrpSpPr>
          <p:grpSpPr>
            <a:xfrm>
              <a:off x="1420550" y="2801895"/>
              <a:ext cx="662814" cy="641082"/>
              <a:chOff x="1477490" y="2773086"/>
              <a:chExt cx="662814" cy="641082"/>
            </a:xfrm>
          </p:grpSpPr>
          <p:pic>
            <p:nvPicPr>
              <p:cNvPr id="57" name="图形 56">
                <a:extLst>
                  <a:ext uri="{FF2B5EF4-FFF2-40B4-BE49-F238E27FC236}">
                    <a16:creationId xmlns:a16="http://schemas.microsoft.com/office/drawing/2014/main" id="{944327FB-3B7F-413B-BD50-E334AA01B261}"/>
                  </a:ext>
                </a:extLst>
              </p:cNvPr>
              <p:cNvPicPr>
                <a:picLocks noChangeAspect="1"/>
              </p:cNvPicPr>
              <p:nvPr/>
            </p:nvPicPr>
            <p:blipFill>
              <a:blip r:embed="rId3">
                <a:extLst>
                  <a:ext uri="{28A0092B-C50C-407E-A947-70E740481C1C}">
                    <a14:useLocalDpi xmlns:a14="http://schemas.microsoft.com/office/drawing/2010/main" val="0"/>
                  </a:ext>
                  <a:ext uri="{96DAC541-7B7A-43D3-8B79-37D633B846F1}">
                    <asvg:svgBlip xmlns:asvg="http://schemas.microsoft.com/office/drawing/2016/SVG/main" r:embed="rId4"/>
                  </a:ext>
                </a:extLst>
              </a:blip>
              <a:stretch>
                <a:fillRect/>
              </a:stretch>
            </p:blipFill>
            <p:spPr>
              <a:xfrm>
                <a:off x="1477490" y="2773086"/>
                <a:ext cx="662814" cy="641082"/>
              </a:xfrm>
              <a:prstGeom prst="rect">
                <a:avLst/>
              </a:prstGeom>
            </p:spPr>
          </p:pic>
          <p:sp>
            <p:nvSpPr>
              <p:cNvPr id="54" name="íşlïḍè">
                <a:extLst>
                  <a:ext uri="{FF2B5EF4-FFF2-40B4-BE49-F238E27FC236}">
                    <a16:creationId xmlns:a16="http://schemas.microsoft.com/office/drawing/2014/main" id="{27C67225-56CD-43A3-8360-CE584738CA22}"/>
                  </a:ext>
                </a:extLst>
              </p:cNvPr>
              <p:cNvSpPr txBox="1"/>
              <p:nvPr/>
            </p:nvSpPr>
            <p:spPr>
              <a:xfrm>
                <a:off x="1787666" y="2879163"/>
                <a:ext cx="287088" cy="243273"/>
              </a:xfrm>
              <a:prstGeom prst="rect">
                <a:avLst/>
              </a:prstGeom>
              <a:noFill/>
            </p:spPr>
            <p:txBody>
              <a:bodyPr wrap="square" lIns="91440" tIns="45720" rIns="91440" bIns="45720" anchor="ctr">
                <a:noAutofit/>
              </a:bodyPr>
              <a:lstStyle/>
              <a:p>
                <a:pPr algn="ctr"/>
                <a:r>
                  <a:rPr lang="en-US" altLang="zh-CN" sz="2000" b="1" dirty="0">
                    <a:solidFill>
                      <a:schemeClr val="bg1"/>
                    </a:solidFill>
                    <a:latin typeface="Arial Narrow" panose="020B0606020202030204" pitchFamily="34" charset="0"/>
                  </a:rPr>
                  <a:t>A</a:t>
                </a:r>
                <a:endParaRPr lang="zh-CN" altLang="en-US" sz="2000" b="1" dirty="0">
                  <a:solidFill>
                    <a:schemeClr val="bg1"/>
                  </a:solidFill>
                  <a:latin typeface="Arial Narrow" panose="020B0606020202030204" pitchFamily="34" charset="0"/>
                </a:endParaRPr>
              </a:p>
            </p:txBody>
          </p:sp>
        </p:grpSp>
        <p:grpSp>
          <p:nvGrpSpPr>
            <p:cNvPr id="7" name="组合 6">
              <a:extLst>
                <a:ext uri="{FF2B5EF4-FFF2-40B4-BE49-F238E27FC236}">
                  <a16:creationId xmlns:a16="http://schemas.microsoft.com/office/drawing/2014/main" id="{1D46BAED-3885-400C-A6F8-D8019D458D44}"/>
                </a:ext>
              </a:extLst>
            </p:cNvPr>
            <p:cNvGrpSpPr/>
            <p:nvPr/>
          </p:nvGrpSpPr>
          <p:grpSpPr>
            <a:xfrm>
              <a:off x="5797369" y="2801895"/>
              <a:ext cx="662814" cy="641082"/>
              <a:chOff x="3555616" y="2773086"/>
              <a:chExt cx="662814" cy="641082"/>
            </a:xfrm>
          </p:grpSpPr>
          <p:pic>
            <p:nvPicPr>
              <p:cNvPr id="59" name="图形 58">
                <a:extLst>
                  <a:ext uri="{FF2B5EF4-FFF2-40B4-BE49-F238E27FC236}">
                    <a16:creationId xmlns:a16="http://schemas.microsoft.com/office/drawing/2014/main" id="{471F54F8-ED74-4739-A189-7EDEEE454C6E}"/>
                  </a:ext>
                </a:extLst>
              </p:cNvPr>
              <p:cNvPicPr>
                <a:picLocks noChangeAspect="1"/>
              </p:cNvPicPr>
              <p:nvPr/>
            </p:nvPicPr>
            <p:blipFill>
              <a:blip r:embed="rId3">
                <a:extLst>
                  <a:ext uri="{28A0092B-C50C-407E-A947-70E740481C1C}">
                    <a14:useLocalDpi xmlns:a14="http://schemas.microsoft.com/office/drawing/2010/main" val="0"/>
                  </a:ext>
                  <a:ext uri="{96DAC541-7B7A-43D3-8B79-37D633B846F1}">
                    <asvg:svgBlip xmlns:asvg="http://schemas.microsoft.com/office/drawing/2016/SVG/main" r:embed="rId4"/>
                  </a:ext>
                </a:extLst>
              </a:blip>
              <a:stretch>
                <a:fillRect/>
              </a:stretch>
            </p:blipFill>
            <p:spPr>
              <a:xfrm>
                <a:off x="3555616" y="2773086"/>
                <a:ext cx="662814" cy="641082"/>
              </a:xfrm>
              <a:prstGeom prst="rect">
                <a:avLst/>
              </a:prstGeom>
            </p:spPr>
          </p:pic>
          <p:sp>
            <p:nvSpPr>
              <p:cNvPr id="65" name="íşlïḍè">
                <a:extLst>
                  <a:ext uri="{FF2B5EF4-FFF2-40B4-BE49-F238E27FC236}">
                    <a16:creationId xmlns:a16="http://schemas.microsoft.com/office/drawing/2014/main" id="{741170DA-E9BA-43FF-8D03-C1880D543B7A}"/>
                  </a:ext>
                </a:extLst>
              </p:cNvPr>
              <p:cNvSpPr txBox="1"/>
              <p:nvPr/>
            </p:nvSpPr>
            <p:spPr>
              <a:xfrm>
                <a:off x="3869079" y="2879163"/>
                <a:ext cx="287088" cy="243273"/>
              </a:xfrm>
              <a:prstGeom prst="rect">
                <a:avLst/>
              </a:prstGeom>
              <a:noFill/>
            </p:spPr>
            <p:txBody>
              <a:bodyPr wrap="square" lIns="91440" tIns="45720" rIns="91440" bIns="45720" anchor="ctr">
                <a:noAutofit/>
              </a:bodyPr>
              <a:lstStyle/>
              <a:p>
                <a:pPr algn="ctr"/>
                <a:r>
                  <a:rPr lang="en-US" altLang="zh-CN" sz="2000" b="1" dirty="0">
                    <a:solidFill>
                      <a:schemeClr val="bg1"/>
                    </a:solidFill>
                    <a:latin typeface="Arial Narrow" panose="020B0606020202030204" pitchFamily="34" charset="0"/>
                  </a:rPr>
                  <a:t>B</a:t>
                </a:r>
                <a:endParaRPr lang="zh-CN" altLang="en-US" sz="2000" b="1" dirty="0">
                  <a:solidFill>
                    <a:schemeClr val="bg1"/>
                  </a:solidFill>
                  <a:latin typeface="Arial Narrow" panose="020B0606020202030204" pitchFamily="34" charset="0"/>
                </a:endParaRPr>
              </a:p>
            </p:txBody>
          </p:sp>
        </p:grpSp>
        <p:grpSp>
          <p:nvGrpSpPr>
            <p:cNvPr id="9" name="组合 8">
              <a:extLst>
                <a:ext uri="{FF2B5EF4-FFF2-40B4-BE49-F238E27FC236}">
                  <a16:creationId xmlns:a16="http://schemas.microsoft.com/office/drawing/2014/main" id="{12B69D33-11B6-4773-9A9E-F70C0931C929}"/>
                </a:ext>
              </a:extLst>
            </p:cNvPr>
            <p:cNvGrpSpPr/>
            <p:nvPr/>
          </p:nvGrpSpPr>
          <p:grpSpPr>
            <a:xfrm>
              <a:off x="10174187" y="2801895"/>
              <a:ext cx="662814" cy="641082"/>
              <a:chOff x="5633743" y="2773086"/>
              <a:chExt cx="662814" cy="641082"/>
            </a:xfrm>
          </p:grpSpPr>
          <p:pic>
            <p:nvPicPr>
              <p:cNvPr id="61" name="图形 60">
                <a:extLst>
                  <a:ext uri="{FF2B5EF4-FFF2-40B4-BE49-F238E27FC236}">
                    <a16:creationId xmlns:a16="http://schemas.microsoft.com/office/drawing/2014/main" id="{19E33EE8-0676-48E1-900A-1AADA67B393B}"/>
                  </a:ext>
                </a:extLst>
              </p:cNvPr>
              <p:cNvPicPr>
                <a:picLocks noChangeAspect="1"/>
              </p:cNvPicPr>
              <p:nvPr/>
            </p:nvPicPr>
            <p:blipFill>
              <a:blip r:embed="rId3">
                <a:extLst>
                  <a:ext uri="{28A0092B-C50C-407E-A947-70E740481C1C}">
                    <a14:useLocalDpi xmlns:a14="http://schemas.microsoft.com/office/drawing/2010/main" val="0"/>
                  </a:ext>
                  <a:ext uri="{96DAC541-7B7A-43D3-8B79-37D633B846F1}">
                    <asvg:svgBlip xmlns:asvg="http://schemas.microsoft.com/office/drawing/2016/SVG/main" r:embed="rId4"/>
                  </a:ext>
                </a:extLst>
              </a:blip>
              <a:stretch>
                <a:fillRect/>
              </a:stretch>
            </p:blipFill>
            <p:spPr>
              <a:xfrm>
                <a:off x="5633743" y="2773086"/>
                <a:ext cx="662814" cy="641082"/>
              </a:xfrm>
              <a:prstGeom prst="rect">
                <a:avLst/>
              </a:prstGeom>
            </p:spPr>
          </p:pic>
          <p:sp>
            <p:nvSpPr>
              <p:cNvPr id="66" name="íşlïḍè">
                <a:extLst>
                  <a:ext uri="{FF2B5EF4-FFF2-40B4-BE49-F238E27FC236}">
                    <a16:creationId xmlns:a16="http://schemas.microsoft.com/office/drawing/2014/main" id="{EFE1EBE6-0C7F-40F0-8310-4441F3BC588D}"/>
                  </a:ext>
                </a:extLst>
              </p:cNvPr>
              <p:cNvSpPr txBox="1"/>
              <p:nvPr/>
            </p:nvSpPr>
            <p:spPr>
              <a:xfrm>
                <a:off x="5943918" y="2879162"/>
                <a:ext cx="287088" cy="243273"/>
              </a:xfrm>
              <a:prstGeom prst="rect">
                <a:avLst/>
              </a:prstGeom>
              <a:noFill/>
            </p:spPr>
            <p:txBody>
              <a:bodyPr wrap="square" lIns="91440" tIns="45720" rIns="91440" bIns="45720" anchor="ctr">
                <a:noAutofit/>
              </a:bodyPr>
              <a:lstStyle/>
              <a:p>
                <a:pPr algn="ctr"/>
                <a:r>
                  <a:rPr lang="en-US" altLang="zh-CN" sz="2000" b="1" dirty="0">
                    <a:solidFill>
                      <a:schemeClr val="bg1"/>
                    </a:solidFill>
                    <a:latin typeface="Arial Narrow" panose="020B0606020202030204" pitchFamily="34" charset="0"/>
                  </a:rPr>
                  <a:t>C</a:t>
                </a:r>
                <a:endParaRPr lang="zh-CN" altLang="en-US" sz="2000" b="1" dirty="0">
                  <a:solidFill>
                    <a:schemeClr val="bg1"/>
                  </a:solidFill>
                  <a:latin typeface="Arial Narrow" panose="020B0606020202030204" pitchFamily="34" charset="0"/>
                </a:endParaRPr>
              </a:p>
            </p:txBody>
          </p:sp>
        </p:grpSp>
      </p:grpSp>
      <p:grpSp>
        <p:nvGrpSpPr>
          <p:cNvPr id="20" name="组合 19">
            <a:extLst>
              <a:ext uri="{FF2B5EF4-FFF2-40B4-BE49-F238E27FC236}">
                <a16:creationId xmlns:a16="http://schemas.microsoft.com/office/drawing/2014/main" id="{5BF215D2-4182-4696-8132-C325FC47E8E0}"/>
              </a:ext>
            </a:extLst>
          </p:cNvPr>
          <p:cNvGrpSpPr/>
          <p:nvPr/>
        </p:nvGrpSpPr>
        <p:grpSpPr>
          <a:xfrm>
            <a:off x="6647135" y="2847038"/>
            <a:ext cx="3404687" cy="304206"/>
            <a:chOff x="6647135" y="2847038"/>
            <a:chExt cx="3404687" cy="304206"/>
          </a:xfrm>
        </p:grpSpPr>
        <p:cxnSp>
          <p:nvCxnSpPr>
            <p:cNvPr id="70" name="直接箭头连接符 69">
              <a:extLst>
                <a:ext uri="{FF2B5EF4-FFF2-40B4-BE49-F238E27FC236}">
                  <a16:creationId xmlns:a16="http://schemas.microsoft.com/office/drawing/2014/main" id="{31CA087F-5C52-432D-8656-FCF902B2494C}"/>
                </a:ext>
              </a:extLst>
            </p:cNvPr>
            <p:cNvCxnSpPr>
              <a:cxnSpLocks/>
            </p:cNvCxnSpPr>
            <p:nvPr/>
          </p:nvCxnSpPr>
          <p:spPr>
            <a:xfrm>
              <a:off x="6647135" y="3151244"/>
              <a:ext cx="3404687" cy="0"/>
            </a:xfrm>
            <a:prstGeom prst="straightConnector1">
              <a:avLst/>
            </a:prstGeom>
            <a:ln w="38100">
              <a:solidFill>
                <a:schemeClr val="tx1"/>
              </a:solidFill>
              <a:prstDash val="dash"/>
              <a:tailEnd type="triangle"/>
            </a:ln>
          </p:spPr>
          <p:style>
            <a:lnRef idx="1">
              <a:schemeClr val="accent1"/>
            </a:lnRef>
            <a:fillRef idx="0">
              <a:schemeClr val="accent1"/>
            </a:fillRef>
            <a:effectRef idx="0">
              <a:schemeClr val="accent1"/>
            </a:effectRef>
            <a:fontRef idx="minor">
              <a:schemeClr val="tx1"/>
            </a:fontRef>
          </p:style>
        </p:cxnSp>
        <p:sp>
          <p:nvSpPr>
            <p:cNvPr id="71" name="íşlïḍè">
              <a:extLst>
                <a:ext uri="{FF2B5EF4-FFF2-40B4-BE49-F238E27FC236}">
                  <a16:creationId xmlns:a16="http://schemas.microsoft.com/office/drawing/2014/main" id="{C1729207-6A05-471C-BE40-C64FEEF9A938}"/>
                </a:ext>
              </a:extLst>
            </p:cNvPr>
            <p:cNvSpPr txBox="1"/>
            <p:nvPr/>
          </p:nvSpPr>
          <p:spPr>
            <a:xfrm>
              <a:off x="7583491" y="2847038"/>
              <a:ext cx="1399265" cy="267374"/>
            </a:xfrm>
            <a:prstGeom prst="rect">
              <a:avLst/>
            </a:prstGeom>
            <a:noFill/>
          </p:spPr>
          <p:txBody>
            <a:bodyPr wrap="square" lIns="91440" tIns="45720" rIns="91440" bIns="45720" anchor="ctr">
              <a:noAutofit/>
            </a:bodyPr>
            <a:lstStyle/>
            <a:p>
              <a:pPr algn="ctr"/>
              <a:r>
                <a:rPr lang="zh-CN" altLang="en-US" b="1" dirty="0">
                  <a:latin typeface="Arial Narrow" panose="020B0606020202030204" pitchFamily="34" charset="0"/>
                </a:rPr>
                <a:t>发送单播帧</a:t>
              </a:r>
            </a:p>
          </p:txBody>
        </p:sp>
      </p:grpSp>
    </p:spTree>
    <p:custDataLst>
      <p:tags r:id="rId1"/>
    </p:custDataLst>
    <p:extLst>
      <p:ext uri="{BB962C8B-B14F-4D97-AF65-F5344CB8AC3E}">
        <p14:creationId xmlns:p14="http://schemas.microsoft.com/office/powerpoint/2010/main" val="2948984925"/>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47" presetClass="entr" presetSubtype="0" fill="hold" grpId="0" nodeType="withEffect">
                                  <p:stCondLst>
                                    <p:cond delay="0"/>
                                  </p:stCondLst>
                                  <p:childTnLst>
                                    <p:set>
                                      <p:cBhvr>
                                        <p:cTn id="6" dur="1" fill="hold">
                                          <p:stCondLst>
                                            <p:cond delay="0"/>
                                          </p:stCondLst>
                                        </p:cTn>
                                        <p:tgtEl>
                                          <p:spTgt spid="48"/>
                                        </p:tgtEl>
                                        <p:attrNameLst>
                                          <p:attrName>style.visibility</p:attrName>
                                        </p:attrNameLst>
                                      </p:cBhvr>
                                      <p:to>
                                        <p:strVal val="visible"/>
                                      </p:to>
                                    </p:set>
                                    <p:animEffect transition="in" filter="fade">
                                      <p:cBhvr>
                                        <p:cTn id="7" dur="1000"/>
                                        <p:tgtEl>
                                          <p:spTgt spid="48"/>
                                        </p:tgtEl>
                                      </p:cBhvr>
                                    </p:animEffect>
                                    <p:anim calcmode="lin" valueType="num">
                                      <p:cBhvr>
                                        <p:cTn id="8" dur="1000" fill="hold"/>
                                        <p:tgtEl>
                                          <p:spTgt spid="48"/>
                                        </p:tgtEl>
                                        <p:attrNameLst>
                                          <p:attrName>ppt_x</p:attrName>
                                        </p:attrNameLst>
                                      </p:cBhvr>
                                      <p:tavLst>
                                        <p:tav tm="0">
                                          <p:val>
                                            <p:strVal val="#ppt_x"/>
                                          </p:val>
                                        </p:tav>
                                        <p:tav tm="100000">
                                          <p:val>
                                            <p:strVal val="#ppt_x"/>
                                          </p:val>
                                        </p:tav>
                                      </p:tavLst>
                                    </p:anim>
                                    <p:anim calcmode="lin" valueType="num">
                                      <p:cBhvr>
                                        <p:cTn id="9" dur="1000" fill="hold"/>
                                        <p:tgtEl>
                                          <p:spTgt spid="48"/>
                                        </p:tgtEl>
                                        <p:attrNameLst>
                                          <p:attrName>ppt_y</p:attrName>
                                        </p:attrNameLst>
                                      </p:cBhvr>
                                      <p:tavLst>
                                        <p:tav tm="0">
                                          <p:val>
                                            <p:strVal val="#ppt_y-.1"/>
                                          </p:val>
                                        </p:tav>
                                        <p:tav tm="100000">
                                          <p:val>
                                            <p:strVal val="#ppt_y"/>
                                          </p:val>
                                        </p:tav>
                                      </p:tavLst>
                                    </p:anim>
                                  </p:childTnLst>
                                </p:cTn>
                              </p:par>
                            </p:childTnLst>
                          </p:cTn>
                        </p:par>
                      </p:childTnLst>
                    </p:cTn>
                  </p:par>
                  <p:par>
                    <p:cTn id="10" fill="hold">
                      <p:stCondLst>
                        <p:cond delay="indefinite"/>
                      </p:stCondLst>
                      <p:childTnLst>
                        <p:par>
                          <p:cTn id="11" fill="hold">
                            <p:stCondLst>
                              <p:cond delay="0"/>
                            </p:stCondLst>
                            <p:childTnLst>
                              <p:par>
                                <p:cTn id="12" presetID="30" presetClass="entr" presetSubtype="0" fill="hold" nodeType="clickEffect">
                                  <p:stCondLst>
                                    <p:cond delay="0"/>
                                  </p:stCondLst>
                                  <p:childTnLst>
                                    <p:set>
                                      <p:cBhvr>
                                        <p:cTn id="13" dur="1" fill="hold">
                                          <p:stCondLst>
                                            <p:cond delay="0"/>
                                          </p:stCondLst>
                                        </p:cTn>
                                        <p:tgtEl>
                                          <p:spTgt spid="17"/>
                                        </p:tgtEl>
                                        <p:attrNameLst>
                                          <p:attrName>style.visibility</p:attrName>
                                        </p:attrNameLst>
                                      </p:cBhvr>
                                      <p:to>
                                        <p:strVal val="visible"/>
                                      </p:to>
                                    </p:set>
                                    <p:animEffect transition="in" filter="fade">
                                      <p:cBhvr>
                                        <p:cTn id="14" dur="800" decel="100000"/>
                                        <p:tgtEl>
                                          <p:spTgt spid="17"/>
                                        </p:tgtEl>
                                      </p:cBhvr>
                                    </p:animEffect>
                                    <p:anim calcmode="lin" valueType="num">
                                      <p:cBhvr>
                                        <p:cTn id="15" dur="800" decel="100000" fill="hold"/>
                                        <p:tgtEl>
                                          <p:spTgt spid="17"/>
                                        </p:tgtEl>
                                        <p:attrNameLst>
                                          <p:attrName>style.rotation</p:attrName>
                                        </p:attrNameLst>
                                      </p:cBhvr>
                                      <p:tavLst>
                                        <p:tav tm="0">
                                          <p:val>
                                            <p:fltVal val="-90"/>
                                          </p:val>
                                        </p:tav>
                                        <p:tav tm="100000">
                                          <p:val>
                                            <p:fltVal val="0"/>
                                          </p:val>
                                        </p:tav>
                                      </p:tavLst>
                                    </p:anim>
                                    <p:anim calcmode="lin" valueType="num">
                                      <p:cBhvr>
                                        <p:cTn id="16" dur="800" decel="100000" fill="hold"/>
                                        <p:tgtEl>
                                          <p:spTgt spid="17"/>
                                        </p:tgtEl>
                                        <p:attrNameLst>
                                          <p:attrName>ppt_x</p:attrName>
                                        </p:attrNameLst>
                                      </p:cBhvr>
                                      <p:tavLst>
                                        <p:tav tm="0">
                                          <p:val>
                                            <p:strVal val="#ppt_x+0.4"/>
                                          </p:val>
                                        </p:tav>
                                        <p:tav tm="100000">
                                          <p:val>
                                            <p:strVal val="#ppt_x-0.05"/>
                                          </p:val>
                                        </p:tav>
                                      </p:tavLst>
                                    </p:anim>
                                    <p:anim calcmode="lin" valueType="num">
                                      <p:cBhvr>
                                        <p:cTn id="17" dur="800" decel="100000" fill="hold"/>
                                        <p:tgtEl>
                                          <p:spTgt spid="17"/>
                                        </p:tgtEl>
                                        <p:attrNameLst>
                                          <p:attrName>ppt_y</p:attrName>
                                        </p:attrNameLst>
                                      </p:cBhvr>
                                      <p:tavLst>
                                        <p:tav tm="0">
                                          <p:val>
                                            <p:strVal val="#ppt_y-0.4"/>
                                          </p:val>
                                        </p:tav>
                                        <p:tav tm="100000">
                                          <p:val>
                                            <p:strVal val="#ppt_y+0.1"/>
                                          </p:val>
                                        </p:tav>
                                      </p:tavLst>
                                    </p:anim>
                                    <p:anim calcmode="lin" valueType="num">
                                      <p:cBhvr>
                                        <p:cTn id="18" dur="200" accel="100000" fill="hold">
                                          <p:stCondLst>
                                            <p:cond delay="800"/>
                                          </p:stCondLst>
                                        </p:cTn>
                                        <p:tgtEl>
                                          <p:spTgt spid="17"/>
                                        </p:tgtEl>
                                        <p:attrNameLst>
                                          <p:attrName>ppt_x</p:attrName>
                                        </p:attrNameLst>
                                      </p:cBhvr>
                                      <p:tavLst>
                                        <p:tav tm="0">
                                          <p:val>
                                            <p:strVal val="#ppt_x-0.05"/>
                                          </p:val>
                                        </p:tav>
                                        <p:tav tm="100000">
                                          <p:val>
                                            <p:strVal val="#ppt_x"/>
                                          </p:val>
                                        </p:tav>
                                      </p:tavLst>
                                    </p:anim>
                                    <p:anim calcmode="lin" valueType="num">
                                      <p:cBhvr>
                                        <p:cTn id="19" dur="200" accel="100000" fill="hold">
                                          <p:stCondLst>
                                            <p:cond delay="800"/>
                                          </p:stCondLst>
                                        </p:cTn>
                                        <p:tgtEl>
                                          <p:spTgt spid="17"/>
                                        </p:tgtEl>
                                        <p:attrNameLst>
                                          <p:attrName>ppt_y</p:attrName>
                                        </p:attrNameLst>
                                      </p:cBhvr>
                                      <p:tavLst>
                                        <p:tav tm="0">
                                          <p:val>
                                            <p:strVal val="#ppt_y+0.1"/>
                                          </p:val>
                                        </p:tav>
                                        <p:tav tm="100000">
                                          <p:val>
                                            <p:strVal val="#ppt_y"/>
                                          </p:val>
                                        </p:tav>
                                      </p:tavLst>
                                    </p:anim>
                                  </p:childTnLst>
                                </p:cTn>
                              </p:par>
                            </p:childTnLst>
                          </p:cTn>
                        </p:par>
                      </p:childTnLst>
                    </p:cTn>
                  </p:par>
                  <p:par>
                    <p:cTn id="20" fill="hold">
                      <p:stCondLst>
                        <p:cond delay="indefinite"/>
                      </p:stCondLst>
                      <p:childTnLst>
                        <p:par>
                          <p:cTn id="21" fill="hold">
                            <p:stCondLst>
                              <p:cond delay="0"/>
                            </p:stCondLst>
                            <p:childTnLst>
                              <p:par>
                                <p:cTn id="22" presetID="47" presetClass="entr" presetSubtype="0" fill="hold" grpId="0" nodeType="clickEffect">
                                  <p:stCondLst>
                                    <p:cond delay="0"/>
                                  </p:stCondLst>
                                  <p:childTnLst>
                                    <p:set>
                                      <p:cBhvr>
                                        <p:cTn id="23" dur="1" fill="hold">
                                          <p:stCondLst>
                                            <p:cond delay="0"/>
                                          </p:stCondLst>
                                        </p:cTn>
                                        <p:tgtEl>
                                          <p:spTgt spid="18"/>
                                        </p:tgtEl>
                                        <p:attrNameLst>
                                          <p:attrName>style.visibility</p:attrName>
                                        </p:attrNameLst>
                                      </p:cBhvr>
                                      <p:to>
                                        <p:strVal val="visible"/>
                                      </p:to>
                                    </p:set>
                                    <p:animEffect transition="in" filter="fade">
                                      <p:cBhvr>
                                        <p:cTn id="24" dur="1000"/>
                                        <p:tgtEl>
                                          <p:spTgt spid="18"/>
                                        </p:tgtEl>
                                      </p:cBhvr>
                                    </p:animEffect>
                                    <p:anim calcmode="lin" valueType="num">
                                      <p:cBhvr>
                                        <p:cTn id="25" dur="1000" fill="hold"/>
                                        <p:tgtEl>
                                          <p:spTgt spid="18"/>
                                        </p:tgtEl>
                                        <p:attrNameLst>
                                          <p:attrName>ppt_x</p:attrName>
                                        </p:attrNameLst>
                                      </p:cBhvr>
                                      <p:tavLst>
                                        <p:tav tm="0">
                                          <p:val>
                                            <p:strVal val="#ppt_x"/>
                                          </p:val>
                                        </p:tav>
                                        <p:tav tm="100000">
                                          <p:val>
                                            <p:strVal val="#ppt_x"/>
                                          </p:val>
                                        </p:tav>
                                      </p:tavLst>
                                    </p:anim>
                                    <p:anim calcmode="lin" valueType="num">
                                      <p:cBhvr>
                                        <p:cTn id="26" dur="1000" fill="hold"/>
                                        <p:tgtEl>
                                          <p:spTgt spid="18"/>
                                        </p:tgtEl>
                                        <p:attrNameLst>
                                          <p:attrName>ppt_y</p:attrName>
                                        </p:attrNameLst>
                                      </p:cBhvr>
                                      <p:tavLst>
                                        <p:tav tm="0">
                                          <p:val>
                                            <p:strVal val="#ppt_y-.1"/>
                                          </p:val>
                                        </p:tav>
                                        <p:tav tm="100000">
                                          <p:val>
                                            <p:strVal val="#ppt_y"/>
                                          </p:val>
                                        </p:tav>
                                      </p:tavLst>
                                    </p:anim>
                                  </p:childTnLst>
                                </p:cTn>
                              </p:par>
                              <p:par>
                                <p:cTn id="27" presetID="47" presetClass="entr" presetSubtype="0" fill="hold" grpId="0" nodeType="withEffect">
                                  <p:stCondLst>
                                    <p:cond delay="0"/>
                                  </p:stCondLst>
                                  <p:childTnLst>
                                    <p:set>
                                      <p:cBhvr>
                                        <p:cTn id="28" dur="1" fill="hold">
                                          <p:stCondLst>
                                            <p:cond delay="0"/>
                                          </p:stCondLst>
                                        </p:cTn>
                                        <p:tgtEl>
                                          <p:spTgt spid="67"/>
                                        </p:tgtEl>
                                        <p:attrNameLst>
                                          <p:attrName>style.visibility</p:attrName>
                                        </p:attrNameLst>
                                      </p:cBhvr>
                                      <p:to>
                                        <p:strVal val="visible"/>
                                      </p:to>
                                    </p:set>
                                    <p:animEffect transition="in" filter="fade">
                                      <p:cBhvr>
                                        <p:cTn id="29" dur="1000"/>
                                        <p:tgtEl>
                                          <p:spTgt spid="67"/>
                                        </p:tgtEl>
                                      </p:cBhvr>
                                    </p:animEffect>
                                    <p:anim calcmode="lin" valueType="num">
                                      <p:cBhvr>
                                        <p:cTn id="30" dur="1000" fill="hold"/>
                                        <p:tgtEl>
                                          <p:spTgt spid="67"/>
                                        </p:tgtEl>
                                        <p:attrNameLst>
                                          <p:attrName>ppt_x</p:attrName>
                                        </p:attrNameLst>
                                      </p:cBhvr>
                                      <p:tavLst>
                                        <p:tav tm="0">
                                          <p:val>
                                            <p:strVal val="#ppt_x"/>
                                          </p:val>
                                        </p:tav>
                                        <p:tav tm="100000">
                                          <p:val>
                                            <p:strVal val="#ppt_x"/>
                                          </p:val>
                                        </p:tav>
                                      </p:tavLst>
                                    </p:anim>
                                    <p:anim calcmode="lin" valueType="num">
                                      <p:cBhvr>
                                        <p:cTn id="31" dur="1000" fill="hold"/>
                                        <p:tgtEl>
                                          <p:spTgt spid="67"/>
                                        </p:tgtEl>
                                        <p:attrNameLst>
                                          <p:attrName>ppt_y</p:attrName>
                                        </p:attrNameLst>
                                      </p:cBhvr>
                                      <p:tavLst>
                                        <p:tav tm="0">
                                          <p:val>
                                            <p:strVal val="#ppt_y-.1"/>
                                          </p:val>
                                        </p:tav>
                                        <p:tav tm="100000">
                                          <p:val>
                                            <p:strVal val="#ppt_y"/>
                                          </p:val>
                                        </p:tav>
                                      </p:tavLst>
                                    </p:anim>
                                  </p:childTnLst>
                                </p:cTn>
                              </p:par>
                              <p:par>
                                <p:cTn id="32" presetID="47" presetClass="entr" presetSubtype="0" fill="hold" grpId="0" nodeType="withEffect">
                                  <p:stCondLst>
                                    <p:cond delay="0"/>
                                  </p:stCondLst>
                                  <p:childTnLst>
                                    <p:set>
                                      <p:cBhvr>
                                        <p:cTn id="33" dur="1" fill="hold">
                                          <p:stCondLst>
                                            <p:cond delay="0"/>
                                          </p:stCondLst>
                                        </p:cTn>
                                        <p:tgtEl>
                                          <p:spTgt spid="68"/>
                                        </p:tgtEl>
                                        <p:attrNameLst>
                                          <p:attrName>style.visibility</p:attrName>
                                        </p:attrNameLst>
                                      </p:cBhvr>
                                      <p:to>
                                        <p:strVal val="visible"/>
                                      </p:to>
                                    </p:set>
                                    <p:animEffect transition="in" filter="fade">
                                      <p:cBhvr>
                                        <p:cTn id="34" dur="1000"/>
                                        <p:tgtEl>
                                          <p:spTgt spid="68"/>
                                        </p:tgtEl>
                                      </p:cBhvr>
                                    </p:animEffect>
                                    <p:anim calcmode="lin" valueType="num">
                                      <p:cBhvr>
                                        <p:cTn id="35" dur="1000" fill="hold"/>
                                        <p:tgtEl>
                                          <p:spTgt spid="68"/>
                                        </p:tgtEl>
                                        <p:attrNameLst>
                                          <p:attrName>ppt_x</p:attrName>
                                        </p:attrNameLst>
                                      </p:cBhvr>
                                      <p:tavLst>
                                        <p:tav tm="0">
                                          <p:val>
                                            <p:strVal val="#ppt_x"/>
                                          </p:val>
                                        </p:tav>
                                        <p:tav tm="100000">
                                          <p:val>
                                            <p:strVal val="#ppt_x"/>
                                          </p:val>
                                        </p:tav>
                                      </p:tavLst>
                                    </p:anim>
                                    <p:anim calcmode="lin" valueType="num">
                                      <p:cBhvr>
                                        <p:cTn id="36" dur="1000" fill="hold"/>
                                        <p:tgtEl>
                                          <p:spTgt spid="68"/>
                                        </p:tgtEl>
                                        <p:attrNameLst>
                                          <p:attrName>ppt_y</p:attrName>
                                        </p:attrNameLst>
                                      </p:cBhvr>
                                      <p:tavLst>
                                        <p:tav tm="0">
                                          <p:val>
                                            <p:strVal val="#ppt_y-.1"/>
                                          </p:val>
                                        </p:tav>
                                        <p:tav tm="100000">
                                          <p:val>
                                            <p:strVal val="#ppt_y"/>
                                          </p:val>
                                        </p:tav>
                                      </p:tavLst>
                                    </p:anim>
                                  </p:childTnLst>
                                </p:cTn>
                              </p:par>
                            </p:childTnLst>
                          </p:cTn>
                        </p:par>
                      </p:childTnLst>
                    </p:cTn>
                  </p:par>
                  <p:par>
                    <p:cTn id="37" fill="hold">
                      <p:stCondLst>
                        <p:cond delay="indefinite"/>
                      </p:stCondLst>
                      <p:childTnLst>
                        <p:par>
                          <p:cTn id="38" fill="hold">
                            <p:stCondLst>
                              <p:cond delay="0"/>
                            </p:stCondLst>
                            <p:childTnLst>
                              <p:par>
                                <p:cTn id="39" presetID="22" presetClass="entr" presetSubtype="8" fill="hold" nodeType="clickEffect">
                                  <p:stCondLst>
                                    <p:cond delay="0"/>
                                  </p:stCondLst>
                                  <p:childTnLst>
                                    <p:set>
                                      <p:cBhvr>
                                        <p:cTn id="40" dur="1" fill="hold">
                                          <p:stCondLst>
                                            <p:cond delay="0"/>
                                          </p:stCondLst>
                                        </p:cTn>
                                        <p:tgtEl>
                                          <p:spTgt spid="20"/>
                                        </p:tgtEl>
                                        <p:attrNameLst>
                                          <p:attrName>style.visibility</p:attrName>
                                        </p:attrNameLst>
                                      </p:cBhvr>
                                      <p:to>
                                        <p:strVal val="visible"/>
                                      </p:to>
                                    </p:set>
                                    <p:animEffect transition="in" filter="wipe(left)">
                                      <p:cBhvr>
                                        <p:cTn id="41" dur="1000"/>
                                        <p:tgtEl>
                                          <p:spTgt spid="20"/>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8" grpId="0"/>
      <p:bldP spid="67" grpId="0"/>
      <p:bldP spid="68" grpId="0"/>
      <p:bldP spid="48" grpId="0"/>
    </p:bldLst>
  </p:timing>
</p:sld>
</file>

<file path=ppt/slides/slide28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8" name="文本框 17">
            <a:extLst>
              <a:ext uri="{FF2B5EF4-FFF2-40B4-BE49-F238E27FC236}">
                <a16:creationId xmlns:a16="http://schemas.microsoft.com/office/drawing/2014/main" id="{49E4A840-8A6E-43FC-A0FB-9D49D00DFD93}"/>
              </a:ext>
            </a:extLst>
          </p:cNvPr>
          <p:cNvSpPr txBox="1"/>
          <p:nvPr/>
        </p:nvSpPr>
        <p:spPr>
          <a:xfrm>
            <a:off x="801376" y="3520682"/>
            <a:ext cx="1901162" cy="369332"/>
          </a:xfrm>
          <a:prstGeom prst="rect">
            <a:avLst/>
          </a:prstGeom>
          <a:noFill/>
        </p:spPr>
        <p:txBody>
          <a:bodyPr wrap="square" rtlCol="0">
            <a:spAutoFit/>
          </a:bodyPr>
          <a:lstStyle/>
          <a:p>
            <a:pPr algn="ctr"/>
            <a:r>
              <a:rPr lang="en-US" altLang="zh-CN" b="1" dirty="0"/>
              <a:t>00-0C-B5-72-AB-72</a:t>
            </a:r>
            <a:endParaRPr lang="zh-CN" altLang="en-US" b="1" dirty="0"/>
          </a:p>
        </p:txBody>
      </p:sp>
      <p:sp>
        <p:nvSpPr>
          <p:cNvPr id="67" name="文本框 66">
            <a:extLst>
              <a:ext uri="{FF2B5EF4-FFF2-40B4-BE49-F238E27FC236}">
                <a16:creationId xmlns:a16="http://schemas.microsoft.com/office/drawing/2014/main" id="{128727B1-2BED-4667-BC0B-20883A9B4F8A}"/>
              </a:ext>
            </a:extLst>
          </p:cNvPr>
          <p:cNvSpPr txBox="1"/>
          <p:nvPr/>
        </p:nvSpPr>
        <p:spPr>
          <a:xfrm>
            <a:off x="5178195" y="3520682"/>
            <a:ext cx="1901162" cy="369332"/>
          </a:xfrm>
          <a:prstGeom prst="rect">
            <a:avLst/>
          </a:prstGeom>
          <a:noFill/>
        </p:spPr>
        <p:txBody>
          <a:bodyPr wrap="square" rtlCol="0">
            <a:spAutoFit/>
          </a:bodyPr>
          <a:lstStyle/>
          <a:p>
            <a:pPr algn="ctr"/>
            <a:r>
              <a:rPr lang="en-US" altLang="zh-CN" b="1" dirty="0"/>
              <a:t>00-E0-F9-A3-43-77</a:t>
            </a:r>
            <a:endParaRPr lang="zh-CN" altLang="en-US" b="1" dirty="0"/>
          </a:p>
        </p:txBody>
      </p:sp>
      <p:sp>
        <p:nvSpPr>
          <p:cNvPr id="68" name="文本框 67">
            <a:extLst>
              <a:ext uri="{FF2B5EF4-FFF2-40B4-BE49-F238E27FC236}">
                <a16:creationId xmlns:a16="http://schemas.microsoft.com/office/drawing/2014/main" id="{3303FEC6-C7C9-4887-8355-52631906C5EB}"/>
              </a:ext>
            </a:extLst>
          </p:cNvPr>
          <p:cNvSpPr txBox="1"/>
          <p:nvPr/>
        </p:nvSpPr>
        <p:spPr>
          <a:xfrm>
            <a:off x="9533781" y="3520682"/>
            <a:ext cx="1901162" cy="369332"/>
          </a:xfrm>
          <a:prstGeom prst="rect">
            <a:avLst/>
          </a:prstGeom>
          <a:noFill/>
        </p:spPr>
        <p:txBody>
          <a:bodyPr wrap="square" rtlCol="0">
            <a:spAutoFit/>
          </a:bodyPr>
          <a:lstStyle/>
          <a:p>
            <a:pPr algn="ctr"/>
            <a:r>
              <a:rPr lang="en-US" altLang="zh-CN" b="1" dirty="0"/>
              <a:t>00-0C-CF-B8-4A-82</a:t>
            </a:r>
            <a:endParaRPr lang="zh-CN" altLang="en-US" b="1" dirty="0"/>
          </a:p>
        </p:txBody>
      </p:sp>
      <p:grpSp>
        <p:nvGrpSpPr>
          <p:cNvPr id="4" name="组合 3">
            <a:extLst>
              <a:ext uri="{FF2B5EF4-FFF2-40B4-BE49-F238E27FC236}">
                <a16:creationId xmlns:a16="http://schemas.microsoft.com/office/drawing/2014/main" id="{9A1EA9F2-FCB6-48C3-935F-7AE7E3AD14AC}"/>
              </a:ext>
            </a:extLst>
          </p:cNvPr>
          <p:cNvGrpSpPr/>
          <p:nvPr/>
        </p:nvGrpSpPr>
        <p:grpSpPr>
          <a:xfrm>
            <a:off x="304799" y="749300"/>
            <a:ext cx="6192345" cy="400110"/>
            <a:chOff x="424116" y="898245"/>
            <a:chExt cx="6192345" cy="400110"/>
          </a:xfrm>
        </p:grpSpPr>
        <p:sp>
          <p:nvSpPr>
            <p:cNvPr id="2" name="平行四边形 1">
              <a:extLst>
                <a:ext uri="{FF2B5EF4-FFF2-40B4-BE49-F238E27FC236}">
                  <a16:creationId xmlns:a16="http://schemas.microsoft.com/office/drawing/2014/main" id="{1F5BAA3F-9845-4F89-A2DD-8222D3E4EDAC}"/>
                </a:ext>
              </a:extLst>
            </p:cNvPr>
            <p:cNvSpPr/>
            <p:nvPr/>
          </p:nvSpPr>
          <p:spPr>
            <a:xfrm>
              <a:off x="424116" y="898245"/>
              <a:ext cx="695119" cy="387090"/>
            </a:xfrm>
            <a:prstGeom prst="parallelogram">
              <a:avLst/>
            </a:prstGeom>
            <a:solidFill>
              <a:schemeClr val="accent3">
                <a:lumMod val="75000"/>
              </a:schemeClr>
            </a:solidFill>
            <a:ln>
              <a:solidFill>
                <a:schemeClr val="accent3">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CN" sz="2200" dirty="0">
                  <a:latin typeface="Impact" panose="020B0806030902050204" pitchFamily="34" charset="0"/>
                </a:rPr>
                <a:t>02</a:t>
              </a:r>
              <a:endParaRPr lang="zh-CN" altLang="en-US" sz="2200" dirty="0">
                <a:latin typeface="Impact" panose="020B0806030902050204" pitchFamily="34" charset="0"/>
              </a:endParaRPr>
            </a:p>
          </p:txBody>
        </p:sp>
        <p:sp>
          <p:nvSpPr>
            <p:cNvPr id="3" name="文本框 2">
              <a:extLst>
                <a:ext uri="{FF2B5EF4-FFF2-40B4-BE49-F238E27FC236}">
                  <a16:creationId xmlns:a16="http://schemas.microsoft.com/office/drawing/2014/main" id="{4D6BD736-A4D3-4F26-AFED-36E11F50F70B}"/>
                </a:ext>
              </a:extLst>
            </p:cNvPr>
            <p:cNvSpPr txBox="1"/>
            <p:nvPr/>
          </p:nvSpPr>
          <p:spPr>
            <a:xfrm>
              <a:off x="1119235" y="898245"/>
              <a:ext cx="5497226" cy="400110"/>
            </a:xfrm>
            <a:prstGeom prst="rect">
              <a:avLst/>
            </a:prstGeom>
            <a:noFill/>
          </p:spPr>
          <p:txBody>
            <a:bodyPr wrap="square" rtlCol="0">
              <a:spAutoFit/>
            </a:bodyPr>
            <a:lstStyle/>
            <a:p>
              <a:r>
                <a:rPr lang="en-US" altLang="zh-CN" sz="2000" b="1" dirty="0"/>
                <a:t>MAC</a:t>
              </a:r>
              <a:r>
                <a:rPr lang="zh-CN" altLang="en-US" sz="2000" b="1" dirty="0"/>
                <a:t>地址</a:t>
              </a:r>
            </a:p>
          </p:txBody>
        </p:sp>
      </p:grpSp>
      <p:sp>
        <p:nvSpPr>
          <p:cNvPr id="48" name="íşlïḍè">
            <a:extLst>
              <a:ext uri="{FF2B5EF4-FFF2-40B4-BE49-F238E27FC236}">
                <a16:creationId xmlns:a16="http://schemas.microsoft.com/office/drawing/2014/main" id="{3A8ED235-C46A-40A6-B687-AE21B4C08B05}"/>
              </a:ext>
            </a:extLst>
          </p:cNvPr>
          <p:cNvSpPr txBox="1"/>
          <p:nvPr/>
        </p:nvSpPr>
        <p:spPr>
          <a:xfrm>
            <a:off x="4200062" y="1100674"/>
            <a:ext cx="3791876" cy="400110"/>
          </a:xfrm>
          <a:prstGeom prst="rect">
            <a:avLst/>
          </a:prstGeom>
          <a:noFill/>
        </p:spPr>
        <p:txBody>
          <a:bodyPr wrap="square" lIns="91440" tIns="45720" rIns="91440" bIns="45720" anchor="ctr">
            <a:noAutofit/>
          </a:bodyPr>
          <a:lstStyle/>
          <a:p>
            <a:pPr algn="ctr"/>
            <a:r>
              <a:rPr lang="zh-CN" altLang="en-US" b="1" dirty="0">
                <a:solidFill>
                  <a:schemeClr val="accent3">
                    <a:lumMod val="75000"/>
                  </a:schemeClr>
                </a:solidFill>
                <a:latin typeface="Arial Narrow" panose="020B0606020202030204" pitchFamily="34" charset="0"/>
              </a:rPr>
              <a:t>单播</a:t>
            </a:r>
            <a:r>
              <a:rPr lang="en-US" altLang="zh-CN" b="1" dirty="0">
                <a:solidFill>
                  <a:schemeClr val="accent3">
                    <a:lumMod val="75000"/>
                  </a:schemeClr>
                </a:solidFill>
                <a:latin typeface="Arial Narrow" panose="020B0606020202030204" pitchFamily="34" charset="0"/>
              </a:rPr>
              <a:t>MAC</a:t>
            </a:r>
            <a:r>
              <a:rPr lang="zh-CN" altLang="en-US" b="1" dirty="0">
                <a:solidFill>
                  <a:schemeClr val="accent3">
                    <a:lumMod val="75000"/>
                  </a:schemeClr>
                </a:solidFill>
                <a:latin typeface="Arial Narrow" panose="020B0606020202030204" pitchFamily="34" charset="0"/>
              </a:rPr>
              <a:t>地址举例</a:t>
            </a:r>
          </a:p>
        </p:txBody>
      </p:sp>
      <p:grpSp>
        <p:nvGrpSpPr>
          <p:cNvPr id="17" name="组合 16">
            <a:extLst>
              <a:ext uri="{FF2B5EF4-FFF2-40B4-BE49-F238E27FC236}">
                <a16:creationId xmlns:a16="http://schemas.microsoft.com/office/drawing/2014/main" id="{2D4FAEB9-41FF-41A3-A0C3-C1FAB40A57F1}"/>
              </a:ext>
            </a:extLst>
          </p:cNvPr>
          <p:cNvGrpSpPr/>
          <p:nvPr/>
        </p:nvGrpSpPr>
        <p:grpSpPr>
          <a:xfrm>
            <a:off x="863840" y="1939888"/>
            <a:ext cx="10600854" cy="1503089"/>
            <a:chOff x="863840" y="1939888"/>
            <a:chExt cx="10600854" cy="1503089"/>
          </a:xfrm>
        </p:grpSpPr>
        <p:cxnSp>
          <p:nvCxnSpPr>
            <p:cNvPr id="55" name="直接连接符 54">
              <a:extLst>
                <a:ext uri="{FF2B5EF4-FFF2-40B4-BE49-F238E27FC236}">
                  <a16:creationId xmlns:a16="http://schemas.microsoft.com/office/drawing/2014/main" id="{92C314A6-DB0D-4BA9-A6D2-30A0C4F5CA02}"/>
                </a:ext>
              </a:extLst>
            </p:cNvPr>
            <p:cNvCxnSpPr>
              <a:cxnSpLocks/>
              <a:stCxn id="62" idx="3"/>
            </p:cNvCxnSpPr>
            <p:nvPr/>
          </p:nvCxnSpPr>
          <p:spPr>
            <a:xfrm>
              <a:off x="1089364" y="2052650"/>
              <a:ext cx="10262568" cy="0"/>
            </a:xfrm>
            <a:prstGeom prst="line">
              <a:avLst/>
            </a:prstGeom>
            <a:ln w="152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6" name="直接连接符 55">
              <a:extLst>
                <a:ext uri="{FF2B5EF4-FFF2-40B4-BE49-F238E27FC236}">
                  <a16:creationId xmlns:a16="http://schemas.microsoft.com/office/drawing/2014/main" id="{5144FDD7-C4CC-485E-B74E-7D0369D89676}"/>
                </a:ext>
              </a:extLst>
            </p:cNvPr>
            <p:cNvCxnSpPr>
              <a:cxnSpLocks/>
            </p:cNvCxnSpPr>
            <p:nvPr/>
          </p:nvCxnSpPr>
          <p:spPr>
            <a:xfrm flipV="1">
              <a:off x="1920316" y="2027687"/>
              <a:ext cx="0" cy="970893"/>
            </a:xfrm>
            <a:prstGeom prst="line">
              <a:avLst/>
            </a:prstGeom>
            <a:ln w="152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8" name="直接连接符 57">
              <a:extLst>
                <a:ext uri="{FF2B5EF4-FFF2-40B4-BE49-F238E27FC236}">
                  <a16:creationId xmlns:a16="http://schemas.microsoft.com/office/drawing/2014/main" id="{3FF4899F-67E7-47A6-9BD0-F73B4532FB89}"/>
                </a:ext>
              </a:extLst>
            </p:cNvPr>
            <p:cNvCxnSpPr>
              <a:cxnSpLocks/>
            </p:cNvCxnSpPr>
            <p:nvPr/>
          </p:nvCxnSpPr>
          <p:spPr>
            <a:xfrm flipV="1">
              <a:off x="6273899" y="2027687"/>
              <a:ext cx="0" cy="1070883"/>
            </a:xfrm>
            <a:prstGeom prst="line">
              <a:avLst/>
            </a:prstGeom>
            <a:ln w="152400">
              <a:solidFill>
                <a:schemeClr val="tx1"/>
              </a:solidFill>
              <a:tailEnd w="med" len="lg"/>
            </a:ln>
          </p:spPr>
          <p:style>
            <a:lnRef idx="1">
              <a:schemeClr val="accent1"/>
            </a:lnRef>
            <a:fillRef idx="0">
              <a:schemeClr val="accent1"/>
            </a:fillRef>
            <a:effectRef idx="0">
              <a:schemeClr val="accent1"/>
            </a:effectRef>
            <a:fontRef idx="minor">
              <a:schemeClr val="tx1"/>
            </a:fontRef>
          </p:style>
        </p:cxnSp>
        <p:cxnSp>
          <p:nvCxnSpPr>
            <p:cNvPr id="60" name="直接连接符 59">
              <a:extLst>
                <a:ext uri="{FF2B5EF4-FFF2-40B4-BE49-F238E27FC236}">
                  <a16:creationId xmlns:a16="http://schemas.microsoft.com/office/drawing/2014/main" id="{A71A38F5-E9DC-4AAC-B6B1-14DFB88BD7C4}"/>
                </a:ext>
              </a:extLst>
            </p:cNvPr>
            <p:cNvCxnSpPr>
              <a:cxnSpLocks/>
            </p:cNvCxnSpPr>
            <p:nvPr/>
          </p:nvCxnSpPr>
          <p:spPr>
            <a:xfrm flipV="1">
              <a:off x="10676378" y="2080361"/>
              <a:ext cx="0" cy="865547"/>
            </a:xfrm>
            <a:prstGeom prst="line">
              <a:avLst/>
            </a:prstGeom>
            <a:ln w="152400">
              <a:solidFill>
                <a:schemeClr val="tx1"/>
              </a:solidFill>
            </a:ln>
          </p:spPr>
          <p:style>
            <a:lnRef idx="1">
              <a:schemeClr val="accent1"/>
            </a:lnRef>
            <a:fillRef idx="0">
              <a:schemeClr val="accent1"/>
            </a:fillRef>
            <a:effectRef idx="0">
              <a:schemeClr val="accent1"/>
            </a:effectRef>
            <a:fontRef idx="minor">
              <a:schemeClr val="tx1"/>
            </a:fontRef>
          </p:style>
        </p:cxnSp>
        <p:sp>
          <p:nvSpPr>
            <p:cNvPr id="62" name="矩形 61">
              <a:extLst>
                <a:ext uri="{FF2B5EF4-FFF2-40B4-BE49-F238E27FC236}">
                  <a16:creationId xmlns:a16="http://schemas.microsoft.com/office/drawing/2014/main" id="{864564AA-2284-4446-9E37-28D9D13E5B89}"/>
                </a:ext>
              </a:extLst>
            </p:cNvPr>
            <p:cNvSpPr/>
            <p:nvPr/>
          </p:nvSpPr>
          <p:spPr>
            <a:xfrm>
              <a:off x="863840" y="1939888"/>
              <a:ext cx="225524" cy="225524"/>
            </a:xfrm>
            <a:prstGeom prst="rect">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63" name="矩形 62">
              <a:extLst>
                <a:ext uri="{FF2B5EF4-FFF2-40B4-BE49-F238E27FC236}">
                  <a16:creationId xmlns:a16="http://schemas.microsoft.com/office/drawing/2014/main" id="{E30E6D70-747E-4D07-815C-E41A50A86F51}"/>
                </a:ext>
              </a:extLst>
            </p:cNvPr>
            <p:cNvSpPr/>
            <p:nvPr/>
          </p:nvSpPr>
          <p:spPr>
            <a:xfrm>
              <a:off x="11239170" y="1939888"/>
              <a:ext cx="225524" cy="225524"/>
            </a:xfrm>
            <a:prstGeom prst="rect">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grpSp>
          <p:nvGrpSpPr>
            <p:cNvPr id="5" name="组合 4">
              <a:extLst>
                <a:ext uri="{FF2B5EF4-FFF2-40B4-BE49-F238E27FC236}">
                  <a16:creationId xmlns:a16="http://schemas.microsoft.com/office/drawing/2014/main" id="{007D2C40-47F0-4661-A5E7-94502ABEA4AD}"/>
                </a:ext>
              </a:extLst>
            </p:cNvPr>
            <p:cNvGrpSpPr/>
            <p:nvPr/>
          </p:nvGrpSpPr>
          <p:grpSpPr>
            <a:xfrm>
              <a:off x="1420550" y="2801895"/>
              <a:ext cx="662814" cy="641082"/>
              <a:chOff x="1477490" y="2773086"/>
              <a:chExt cx="662814" cy="641082"/>
            </a:xfrm>
          </p:grpSpPr>
          <p:pic>
            <p:nvPicPr>
              <p:cNvPr id="57" name="图形 56">
                <a:extLst>
                  <a:ext uri="{FF2B5EF4-FFF2-40B4-BE49-F238E27FC236}">
                    <a16:creationId xmlns:a16="http://schemas.microsoft.com/office/drawing/2014/main" id="{944327FB-3B7F-413B-BD50-E334AA01B261}"/>
                  </a:ext>
                </a:extLst>
              </p:cNvPr>
              <p:cNvPicPr>
                <a:picLocks noChangeAspect="1"/>
              </p:cNvPicPr>
              <p:nvPr/>
            </p:nvPicPr>
            <p:blipFill>
              <a:blip r:embed="rId3">
                <a:extLst>
                  <a:ext uri="{28A0092B-C50C-407E-A947-70E740481C1C}">
                    <a14:useLocalDpi xmlns:a14="http://schemas.microsoft.com/office/drawing/2010/main" val="0"/>
                  </a:ext>
                  <a:ext uri="{96DAC541-7B7A-43D3-8B79-37D633B846F1}">
                    <asvg:svgBlip xmlns:asvg="http://schemas.microsoft.com/office/drawing/2016/SVG/main" r:embed="rId4"/>
                  </a:ext>
                </a:extLst>
              </a:blip>
              <a:stretch>
                <a:fillRect/>
              </a:stretch>
            </p:blipFill>
            <p:spPr>
              <a:xfrm>
                <a:off x="1477490" y="2773086"/>
                <a:ext cx="662814" cy="641082"/>
              </a:xfrm>
              <a:prstGeom prst="rect">
                <a:avLst/>
              </a:prstGeom>
            </p:spPr>
          </p:pic>
          <p:sp>
            <p:nvSpPr>
              <p:cNvPr id="54" name="íşlïḍè">
                <a:extLst>
                  <a:ext uri="{FF2B5EF4-FFF2-40B4-BE49-F238E27FC236}">
                    <a16:creationId xmlns:a16="http://schemas.microsoft.com/office/drawing/2014/main" id="{27C67225-56CD-43A3-8360-CE584738CA22}"/>
                  </a:ext>
                </a:extLst>
              </p:cNvPr>
              <p:cNvSpPr txBox="1"/>
              <p:nvPr/>
            </p:nvSpPr>
            <p:spPr>
              <a:xfrm>
                <a:off x="1787666" y="2879163"/>
                <a:ext cx="287088" cy="243273"/>
              </a:xfrm>
              <a:prstGeom prst="rect">
                <a:avLst/>
              </a:prstGeom>
              <a:noFill/>
            </p:spPr>
            <p:txBody>
              <a:bodyPr wrap="square" lIns="91440" tIns="45720" rIns="91440" bIns="45720" anchor="ctr">
                <a:noAutofit/>
              </a:bodyPr>
              <a:lstStyle/>
              <a:p>
                <a:pPr algn="ctr"/>
                <a:r>
                  <a:rPr lang="en-US" altLang="zh-CN" sz="2000" b="1" dirty="0">
                    <a:solidFill>
                      <a:schemeClr val="bg1"/>
                    </a:solidFill>
                    <a:latin typeface="Arial Narrow" panose="020B0606020202030204" pitchFamily="34" charset="0"/>
                  </a:rPr>
                  <a:t>A</a:t>
                </a:r>
                <a:endParaRPr lang="zh-CN" altLang="en-US" sz="2000" b="1" dirty="0">
                  <a:solidFill>
                    <a:schemeClr val="bg1"/>
                  </a:solidFill>
                  <a:latin typeface="Arial Narrow" panose="020B0606020202030204" pitchFamily="34" charset="0"/>
                </a:endParaRPr>
              </a:p>
            </p:txBody>
          </p:sp>
        </p:grpSp>
        <p:grpSp>
          <p:nvGrpSpPr>
            <p:cNvPr id="7" name="组合 6">
              <a:extLst>
                <a:ext uri="{FF2B5EF4-FFF2-40B4-BE49-F238E27FC236}">
                  <a16:creationId xmlns:a16="http://schemas.microsoft.com/office/drawing/2014/main" id="{1D46BAED-3885-400C-A6F8-D8019D458D44}"/>
                </a:ext>
              </a:extLst>
            </p:cNvPr>
            <p:cNvGrpSpPr/>
            <p:nvPr/>
          </p:nvGrpSpPr>
          <p:grpSpPr>
            <a:xfrm>
              <a:off x="5797369" y="2801895"/>
              <a:ext cx="662814" cy="641082"/>
              <a:chOff x="3555616" y="2773086"/>
              <a:chExt cx="662814" cy="641082"/>
            </a:xfrm>
          </p:grpSpPr>
          <p:pic>
            <p:nvPicPr>
              <p:cNvPr id="59" name="图形 58">
                <a:extLst>
                  <a:ext uri="{FF2B5EF4-FFF2-40B4-BE49-F238E27FC236}">
                    <a16:creationId xmlns:a16="http://schemas.microsoft.com/office/drawing/2014/main" id="{471F54F8-ED74-4739-A189-7EDEEE454C6E}"/>
                  </a:ext>
                </a:extLst>
              </p:cNvPr>
              <p:cNvPicPr>
                <a:picLocks noChangeAspect="1"/>
              </p:cNvPicPr>
              <p:nvPr/>
            </p:nvPicPr>
            <p:blipFill>
              <a:blip r:embed="rId3">
                <a:extLst>
                  <a:ext uri="{28A0092B-C50C-407E-A947-70E740481C1C}">
                    <a14:useLocalDpi xmlns:a14="http://schemas.microsoft.com/office/drawing/2010/main" val="0"/>
                  </a:ext>
                  <a:ext uri="{96DAC541-7B7A-43D3-8B79-37D633B846F1}">
                    <asvg:svgBlip xmlns:asvg="http://schemas.microsoft.com/office/drawing/2016/SVG/main" r:embed="rId4"/>
                  </a:ext>
                </a:extLst>
              </a:blip>
              <a:stretch>
                <a:fillRect/>
              </a:stretch>
            </p:blipFill>
            <p:spPr>
              <a:xfrm>
                <a:off x="3555616" y="2773086"/>
                <a:ext cx="662814" cy="641082"/>
              </a:xfrm>
              <a:prstGeom prst="rect">
                <a:avLst/>
              </a:prstGeom>
            </p:spPr>
          </p:pic>
          <p:sp>
            <p:nvSpPr>
              <p:cNvPr id="65" name="íşlïḍè">
                <a:extLst>
                  <a:ext uri="{FF2B5EF4-FFF2-40B4-BE49-F238E27FC236}">
                    <a16:creationId xmlns:a16="http://schemas.microsoft.com/office/drawing/2014/main" id="{741170DA-E9BA-43FF-8D03-C1880D543B7A}"/>
                  </a:ext>
                </a:extLst>
              </p:cNvPr>
              <p:cNvSpPr txBox="1"/>
              <p:nvPr/>
            </p:nvSpPr>
            <p:spPr>
              <a:xfrm>
                <a:off x="3869079" y="2879163"/>
                <a:ext cx="287088" cy="243273"/>
              </a:xfrm>
              <a:prstGeom prst="rect">
                <a:avLst/>
              </a:prstGeom>
              <a:noFill/>
            </p:spPr>
            <p:txBody>
              <a:bodyPr wrap="square" lIns="91440" tIns="45720" rIns="91440" bIns="45720" anchor="ctr">
                <a:noAutofit/>
              </a:bodyPr>
              <a:lstStyle/>
              <a:p>
                <a:pPr algn="ctr"/>
                <a:r>
                  <a:rPr lang="en-US" altLang="zh-CN" sz="2000" b="1" dirty="0">
                    <a:solidFill>
                      <a:schemeClr val="bg1"/>
                    </a:solidFill>
                    <a:latin typeface="Arial Narrow" panose="020B0606020202030204" pitchFamily="34" charset="0"/>
                  </a:rPr>
                  <a:t>B</a:t>
                </a:r>
                <a:endParaRPr lang="zh-CN" altLang="en-US" sz="2000" b="1" dirty="0">
                  <a:solidFill>
                    <a:schemeClr val="bg1"/>
                  </a:solidFill>
                  <a:latin typeface="Arial Narrow" panose="020B0606020202030204" pitchFamily="34" charset="0"/>
                </a:endParaRPr>
              </a:p>
            </p:txBody>
          </p:sp>
        </p:grpSp>
        <p:grpSp>
          <p:nvGrpSpPr>
            <p:cNvPr id="9" name="组合 8">
              <a:extLst>
                <a:ext uri="{FF2B5EF4-FFF2-40B4-BE49-F238E27FC236}">
                  <a16:creationId xmlns:a16="http://schemas.microsoft.com/office/drawing/2014/main" id="{12B69D33-11B6-4773-9A9E-F70C0931C929}"/>
                </a:ext>
              </a:extLst>
            </p:cNvPr>
            <p:cNvGrpSpPr/>
            <p:nvPr/>
          </p:nvGrpSpPr>
          <p:grpSpPr>
            <a:xfrm>
              <a:off x="10174187" y="2801895"/>
              <a:ext cx="662814" cy="641082"/>
              <a:chOff x="5633743" y="2773086"/>
              <a:chExt cx="662814" cy="641082"/>
            </a:xfrm>
          </p:grpSpPr>
          <p:pic>
            <p:nvPicPr>
              <p:cNvPr id="61" name="图形 60">
                <a:extLst>
                  <a:ext uri="{FF2B5EF4-FFF2-40B4-BE49-F238E27FC236}">
                    <a16:creationId xmlns:a16="http://schemas.microsoft.com/office/drawing/2014/main" id="{19E33EE8-0676-48E1-900A-1AADA67B393B}"/>
                  </a:ext>
                </a:extLst>
              </p:cNvPr>
              <p:cNvPicPr>
                <a:picLocks noChangeAspect="1"/>
              </p:cNvPicPr>
              <p:nvPr/>
            </p:nvPicPr>
            <p:blipFill>
              <a:blip r:embed="rId3">
                <a:extLst>
                  <a:ext uri="{28A0092B-C50C-407E-A947-70E740481C1C}">
                    <a14:useLocalDpi xmlns:a14="http://schemas.microsoft.com/office/drawing/2010/main" val="0"/>
                  </a:ext>
                  <a:ext uri="{96DAC541-7B7A-43D3-8B79-37D633B846F1}">
                    <asvg:svgBlip xmlns:asvg="http://schemas.microsoft.com/office/drawing/2016/SVG/main" r:embed="rId4"/>
                  </a:ext>
                </a:extLst>
              </a:blip>
              <a:stretch>
                <a:fillRect/>
              </a:stretch>
            </p:blipFill>
            <p:spPr>
              <a:xfrm>
                <a:off x="5633743" y="2773086"/>
                <a:ext cx="662814" cy="641082"/>
              </a:xfrm>
              <a:prstGeom prst="rect">
                <a:avLst/>
              </a:prstGeom>
            </p:spPr>
          </p:pic>
          <p:sp>
            <p:nvSpPr>
              <p:cNvPr id="66" name="íşlïḍè">
                <a:extLst>
                  <a:ext uri="{FF2B5EF4-FFF2-40B4-BE49-F238E27FC236}">
                    <a16:creationId xmlns:a16="http://schemas.microsoft.com/office/drawing/2014/main" id="{EFE1EBE6-0C7F-40F0-8310-4441F3BC588D}"/>
                  </a:ext>
                </a:extLst>
              </p:cNvPr>
              <p:cNvSpPr txBox="1"/>
              <p:nvPr/>
            </p:nvSpPr>
            <p:spPr>
              <a:xfrm>
                <a:off x="5943918" y="2879162"/>
                <a:ext cx="287088" cy="243273"/>
              </a:xfrm>
              <a:prstGeom prst="rect">
                <a:avLst/>
              </a:prstGeom>
              <a:noFill/>
            </p:spPr>
            <p:txBody>
              <a:bodyPr wrap="square" lIns="91440" tIns="45720" rIns="91440" bIns="45720" anchor="ctr">
                <a:noAutofit/>
              </a:bodyPr>
              <a:lstStyle/>
              <a:p>
                <a:pPr algn="ctr"/>
                <a:r>
                  <a:rPr lang="en-US" altLang="zh-CN" sz="2000" b="1" dirty="0">
                    <a:solidFill>
                      <a:schemeClr val="bg1"/>
                    </a:solidFill>
                    <a:latin typeface="Arial Narrow" panose="020B0606020202030204" pitchFamily="34" charset="0"/>
                  </a:rPr>
                  <a:t>C</a:t>
                </a:r>
                <a:endParaRPr lang="zh-CN" altLang="en-US" sz="2000" b="1" dirty="0">
                  <a:solidFill>
                    <a:schemeClr val="bg1"/>
                  </a:solidFill>
                  <a:latin typeface="Arial Narrow" panose="020B0606020202030204" pitchFamily="34" charset="0"/>
                </a:endParaRPr>
              </a:p>
            </p:txBody>
          </p:sp>
        </p:grpSp>
      </p:grpSp>
      <p:grpSp>
        <p:nvGrpSpPr>
          <p:cNvPr id="20" name="组合 19">
            <a:extLst>
              <a:ext uri="{FF2B5EF4-FFF2-40B4-BE49-F238E27FC236}">
                <a16:creationId xmlns:a16="http://schemas.microsoft.com/office/drawing/2014/main" id="{5BF215D2-4182-4696-8132-C325FC47E8E0}"/>
              </a:ext>
            </a:extLst>
          </p:cNvPr>
          <p:cNvGrpSpPr/>
          <p:nvPr/>
        </p:nvGrpSpPr>
        <p:grpSpPr>
          <a:xfrm>
            <a:off x="6647135" y="2847038"/>
            <a:ext cx="3404687" cy="304206"/>
            <a:chOff x="6647135" y="2847038"/>
            <a:chExt cx="3404687" cy="304206"/>
          </a:xfrm>
        </p:grpSpPr>
        <p:cxnSp>
          <p:nvCxnSpPr>
            <p:cNvPr id="70" name="直接箭头连接符 69">
              <a:extLst>
                <a:ext uri="{FF2B5EF4-FFF2-40B4-BE49-F238E27FC236}">
                  <a16:creationId xmlns:a16="http://schemas.microsoft.com/office/drawing/2014/main" id="{31CA087F-5C52-432D-8656-FCF902B2494C}"/>
                </a:ext>
              </a:extLst>
            </p:cNvPr>
            <p:cNvCxnSpPr>
              <a:cxnSpLocks/>
            </p:cNvCxnSpPr>
            <p:nvPr/>
          </p:nvCxnSpPr>
          <p:spPr>
            <a:xfrm>
              <a:off x="6647135" y="3151244"/>
              <a:ext cx="3404687" cy="0"/>
            </a:xfrm>
            <a:prstGeom prst="straightConnector1">
              <a:avLst/>
            </a:prstGeom>
            <a:ln w="38100">
              <a:solidFill>
                <a:schemeClr val="tx1"/>
              </a:solidFill>
              <a:prstDash val="dash"/>
              <a:tailEnd type="triangle"/>
            </a:ln>
          </p:spPr>
          <p:style>
            <a:lnRef idx="1">
              <a:schemeClr val="accent1"/>
            </a:lnRef>
            <a:fillRef idx="0">
              <a:schemeClr val="accent1"/>
            </a:fillRef>
            <a:effectRef idx="0">
              <a:schemeClr val="accent1"/>
            </a:effectRef>
            <a:fontRef idx="minor">
              <a:schemeClr val="tx1"/>
            </a:fontRef>
          </p:style>
        </p:cxnSp>
        <p:sp>
          <p:nvSpPr>
            <p:cNvPr id="71" name="íşlïḍè">
              <a:extLst>
                <a:ext uri="{FF2B5EF4-FFF2-40B4-BE49-F238E27FC236}">
                  <a16:creationId xmlns:a16="http://schemas.microsoft.com/office/drawing/2014/main" id="{C1729207-6A05-471C-BE40-C64FEEF9A938}"/>
                </a:ext>
              </a:extLst>
            </p:cNvPr>
            <p:cNvSpPr txBox="1"/>
            <p:nvPr/>
          </p:nvSpPr>
          <p:spPr>
            <a:xfrm>
              <a:off x="7583491" y="2847038"/>
              <a:ext cx="1399265" cy="267374"/>
            </a:xfrm>
            <a:prstGeom prst="rect">
              <a:avLst/>
            </a:prstGeom>
            <a:noFill/>
          </p:spPr>
          <p:txBody>
            <a:bodyPr wrap="square" lIns="91440" tIns="45720" rIns="91440" bIns="45720" anchor="ctr">
              <a:noAutofit/>
            </a:bodyPr>
            <a:lstStyle/>
            <a:p>
              <a:pPr algn="ctr"/>
              <a:r>
                <a:rPr lang="zh-CN" altLang="en-US" b="1" dirty="0">
                  <a:latin typeface="Arial Narrow" panose="020B0606020202030204" pitchFamily="34" charset="0"/>
                </a:rPr>
                <a:t>发送单播帧</a:t>
              </a:r>
            </a:p>
          </p:txBody>
        </p:sp>
      </p:grpSp>
      <p:sp>
        <p:nvSpPr>
          <p:cNvPr id="29" name="文本框 28">
            <a:extLst>
              <a:ext uri="{FF2B5EF4-FFF2-40B4-BE49-F238E27FC236}">
                <a16:creationId xmlns:a16="http://schemas.microsoft.com/office/drawing/2014/main" id="{E1B9A2F3-D6F6-4E4B-BA82-E9956C251C97}"/>
              </a:ext>
            </a:extLst>
          </p:cNvPr>
          <p:cNvSpPr txBox="1"/>
          <p:nvPr/>
        </p:nvSpPr>
        <p:spPr>
          <a:xfrm>
            <a:off x="5797369" y="4293542"/>
            <a:ext cx="1901162" cy="369332"/>
          </a:xfrm>
          <a:prstGeom prst="rect">
            <a:avLst/>
          </a:prstGeom>
          <a:noFill/>
        </p:spPr>
        <p:txBody>
          <a:bodyPr wrap="square" rtlCol="0">
            <a:spAutoFit/>
          </a:bodyPr>
          <a:lstStyle/>
          <a:p>
            <a:r>
              <a:rPr lang="en-US" altLang="zh-CN" b="1" dirty="0"/>
              <a:t>00-0C-CF-B8-4A-82</a:t>
            </a:r>
            <a:endParaRPr lang="zh-CN" altLang="en-US" b="1" dirty="0"/>
          </a:p>
        </p:txBody>
      </p:sp>
      <p:sp>
        <p:nvSpPr>
          <p:cNvPr id="30" name="文本框 29">
            <a:extLst>
              <a:ext uri="{FF2B5EF4-FFF2-40B4-BE49-F238E27FC236}">
                <a16:creationId xmlns:a16="http://schemas.microsoft.com/office/drawing/2014/main" id="{1F2EDD4C-8505-4CEB-B0F7-855DE8A3008C}"/>
              </a:ext>
            </a:extLst>
          </p:cNvPr>
          <p:cNvSpPr txBox="1"/>
          <p:nvPr/>
        </p:nvSpPr>
        <p:spPr>
          <a:xfrm>
            <a:off x="5797369" y="4555913"/>
            <a:ext cx="1901162" cy="369332"/>
          </a:xfrm>
          <a:prstGeom prst="rect">
            <a:avLst/>
          </a:prstGeom>
          <a:noFill/>
        </p:spPr>
        <p:txBody>
          <a:bodyPr wrap="square" rtlCol="0">
            <a:spAutoFit/>
          </a:bodyPr>
          <a:lstStyle/>
          <a:p>
            <a:r>
              <a:rPr lang="en-US" altLang="zh-CN" b="1" dirty="0"/>
              <a:t>00-E0-F9-A3-43-77</a:t>
            </a:r>
            <a:endParaRPr lang="zh-CN" altLang="en-US" b="1" dirty="0"/>
          </a:p>
        </p:txBody>
      </p:sp>
      <p:grpSp>
        <p:nvGrpSpPr>
          <p:cNvPr id="8" name="组合 7">
            <a:extLst>
              <a:ext uri="{FF2B5EF4-FFF2-40B4-BE49-F238E27FC236}">
                <a16:creationId xmlns:a16="http://schemas.microsoft.com/office/drawing/2014/main" id="{D6F571ED-2953-4629-A224-CC19FB04D6CE}"/>
              </a:ext>
            </a:extLst>
          </p:cNvPr>
          <p:cNvGrpSpPr/>
          <p:nvPr/>
        </p:nvGrpSpPr>
        <p:grpSpPr>
          <a:xfrm>
            <a:off x="4702413" y="4001810"/>
            <a:ext cx="3158796" cy="2106890"/>
            <a:chOff x="4702413" y="4001810"/>
            <a:chExt cx="3158796" cy="2106890"/>
          </a:xfrm>
        </p:grpSpPr>
        <p:sp>
          <p:nvSpPr>
            <p:cNvPr id="6" name="矩形 5">
              <a:extLst>
                <a:ext uri="{FF2B5EF4-FFF2-40B4-BE49-F238E27FC236}">
                  <a16:creationId xmlns:a16="http://schemas.microsoft.com/office/drawing/2014/main" id="{BEDA26A2-35D4-41B9-A3DF-1418FBF5EA57}"/>
                </a:ext>
              </a:extLst>
            </p:cNvPr>
            <p:cNvSpPr/>
            <p:nvPr/>
          </p:nvSpPr>
          <p:spPr>
            <a:xfrm>
              <a:off x="4702413" y="4001810"/>
              <a:ext cx="3158796" cy="1214876"/>
            </a:xfrm>
            <a:prstGeom prst="rect">
              <a:avLst/>
            </a:prstGeom>
            <a:noFill/>
            <a:ln>
              <a:solidFill>
                <a:schemeClr val="accent3"/>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zh-CN" altLang="en-US" b="1" dirty="0">
                  <a:solidFill>
                    <a:schemeClr val="tx1"/>
                  </a:solidFill>
                  <a:latin typeface="+mn-ea"/>
                </a:rPr>
                <a:t>帧的首部</a:t>
              </a:r>
              <a:endParaRPr lang="en-US" altLang="zh-CN" b="1" dirty="0">
                <a:solidFill>
                  <a:schemeClr val="tx1"/>
                </a:solidFill>
                <a:latin typeface="+mn-ea"/>
              </a:endParaRPr>
            </a:p>
            <a:p>
              <a:r>
                <a:rPr lang="zh-CN" altLang="en-US" b="1" dirty="0">
                  <a:solidFill>
                    <a:schemeClr val="tx1"/>
                  </a:solidFill>
                  <a:latin typeface="+mn-ea"/>
                </a:rPr>
                <a:t>目的地址：</a:t>
              </a:r>
              <a:endParaRPr lang="en-US" altLang="zh-CN" b="1" dirty="0">
                <a:solidFill>
                  <a:schemeClr val="tx1"/>
                </a:solidFill>
                <a:latin typeface="+mn-ea"/>
              </a:endParaRPr>
            </a:p>
            <a:p>
              <a:r>
                <a:rPr lang="zh-CN" altLang="en-US" b="1" dirty="0">
                  <a:solidFill>
                    <a:schemeClr val="tx1"/>
                  </a:solidFill>
                  <a:latin typeface="+mn-ea"/>
                </a:rPr>
                <a:t>源地址：</a:t>
              </a:r>
              <a:endParaRPr lang="en-US" altLang="zh-CN" b="1" dirty="0">
                <a:solidFill>
                  <a:schemeClr val="tx1"/>
                </a:solidFill>
                <a:latin typeface="+mn-ea"/>
              </a:endParaRPr>
            </a:p>
            <a:p>
              <a:r>
                <a:rPr lang="en-US" altLang="zh-CN" b="1" dirty="0">
                  <a:solidFill>
                    <a:schemeClr val="tx1"/>
                  </a:solidFill>
                  <a:latin typeface="+mn-ea"/>
                </a:rPr>
                <a:t>……</a:t>
              </a:r>
              <a:endParaRPr lang="zh-CN" altLang="en-US" b="1" dirty="0">
                <a:solidFill>
                  <a:schemeClr val="tx1"/>
                </a:solidFill>
                <a:latin typeface="+mn-ea"/>
              </a:endParaRPr>
            </a:p>
          </p:txBody>
        </p:sp>
        <p:sp>
          <p:nvSpPr>
            <p:cNvPr id="31" name="矩形 30">
              <a:extLst>
                <a:ext uri="{FF2B5EF4-FFF2-40B4-BE49-F238E27FC236}">
                  <a16:creationId xmlns:a16="http://schemas.microsoft.com/office/drawing/2014/main" id="{4AD2924A-AF5B-41C0-ADB0-208A7B86200C}"/>
                </a:ext>
              </a:extLst>
            </p:cNvPr>
            <p:cNvSpPr/>
            <p:nvPr/>
          </p:nvSpPr>
          <p:spPr>
            <a:xfrm>
              <a:off x="4702413" y="5216686"/>
              <a:ext cx="3158796" cy="892014"/>
            </a:xfrm>
            <a:prstGeom prst="rect">
              <a:avLst/>
            </a:prstGeom>
            <a:noFill/>
            <a:ln>
              <a:solidFill>
                <a:schemeClr val="accent3"/>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zh-CN" altLang="en-US" b="1" dirty="0">
                  <a:solidFill>
                    <a:schemeClr val="tx1"/>
                  </a:solidFill>
                  <a:latin typeface="+mn-ea"/>
                </a:rPr>
                <a:t>数据载荷和帧尾部</a:t>
              </a:r>
              <a:endParaRPr lang="en-US" altLang="zh-CN" b="1" dirty="0">
                <a:solidFill>
                  <a:schemeClr val="tx1"/>
                </a:solidFill>
                <a:latin typeface="+mn-ea"/>
              </a:endParaRPr>
            </a:p>
            <a:p>
              <a:pPr algn="ctr"/>
              <a:r>
                <a:rPr lang="en-US" altLang="zh-CN" b="1" dirty="0">
                  <a:solidFill>
                    <a:schemeClr val="tx1"/>
                  </a:solidFill>
                  <a:latin typeface="+mn-ea"/>
                </a:rPr>
                <a:t>……</a:t>
              </a:r>
              <a:endParaRPr lang="zh-CN" altLang="en-US" b="1" dirty="0">
                <a:solidFill>
                  <a:schemeClr val="tx1"/>
                </a:solidFill>
                <a:latin typeface="+mn-ea"/>
              </a:endParaRPr>
            </a:p>
          </p:txBody>
        </p:sp>
      </p:grpSp>
    </p:spTree>
    <p:custDataLst>
      <p:tags r:id="rId1"/>
    </p:custDataLst>
    <p:extLst>
      <p:ext uri="{BB962C8B-B14F-4D97-AF65-F5344CB8AC3E}">
        <p14:creationId xmlns:p14="http://schemas.microsoft.com/office/powerpoint/2010/main" val="1319572932"/>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2" presetClass="entr" presetSubtype="1" fill="hold" nodeType="withEffect">
                                  <p:stCondLst>
                                    <p:cond delay="0"/>
                                  </p:stCondLst>
                                  <p:childTnLst>
                                    <p:set>
                                      <p:cBhvr>
                                        <p:cTn id="6" dur="1" fill="hold">
                                          <p:stCondLst>
                                            <p:cond delay="0"/>
                                          </p:stCondLst>
                                        </p:cTn>
                                        <p:tgtEl>
                                          <p:spTgt spid="8"/>
                                        </p:tgtEl>
                                        <p:attrNameLst>
                                          <p:attrName>style.visibility</p:attrName>
                                        </p:attrNameLst>
                                      </p:cBhvr>
                                      <p:to>
                                        <p:strVal val="visible"/>
                                      </p:to>
                                    </p:set>
                                    <p:anim calcmode="lin" valueType="num">
                                      <p:cBhvr additive="base">
                                        <p:cTn id="7" dur="500"/>
                                        <p:tgtEl>
                                          <p:spTgt spid="8"/>
                                        </p:tgtEl>
                                        <p:attrNameLst>
                                          <p:attrName>ppt_y</p:attrName>
                                        </p:attrNameLst>
                                      </p:cBhvr>
                                      <p:tavLst>
                                        <p:tav tm="0">
                                          <p:val>
                                            <p:strVal val="#ppt_y-#ppt_h*1.125000"/>
                                          </p:val>
                                        </p:tav>
                                        <p:tav tm="100000">
                                          <p:val>
                                            <p:strVal val="#ppt_y"/>
                                          </p:val>
                                        </p:tav>
                                      </p:tavLst>
                                    </p:anim>
                                    <p:animEffect transition="in" filter="wipe(down)">
                                      <p:cBhvr>
                                        <p:cTn id="8" dur="500"/>
                                        <p:tgtEl>
                                          <p:spTgt spid="8"/>
                                        </p:tgtEl>
                                      </p:cBhvr>
                                    </p:animEffect>
                                  </p:childTnLst>
                                </p:cTn>
                              </p:par>
                            </p:childTnLst>
                          </p:cTn>
                        </p:par>
                      </p:childTnLst>
                    </p:cTn>
                  </p:par>
                  <p:par>
                    <p:cTn id="9" fill="hold">
                      <p:stCondLst>
                        <p:cond delay="indefinite"/>
                      </p:stCondLst>
                      <p:childTnLst>
                        <p:par>
                          <p:cTn id="10" fill="hold">
                            <p:stCondLst>
                              <p:cond delay="0"/>
                            </p:stCondLst>
                            <p:childTnLst>
                              <p:par>
                                <p:cTn id="11" presetID="34" presetClass="emph" presetSubtype="0" fill="hold" grpId="0" nodeType="clickEffect">
                                  <p:stCondLst>
                                    <p:cond delay="0"/>
                                  </p:stCondLst>
                                  <p:iterate type="lt">
                                    <p:tmPct val="10000"/>
                                  </p:iterate>
                                  <p:childTnLst>
                                    <p:animMotion origin="layout" path="M 0.0 0.0 L 0.0 -0.07213" pathEditMode="relative" ptsTypes="">
                                      <p:cBhvr>
                                        <p:cTn id="12" dur="250" accel="50000" decel="50000" autoRev="1" fill="hold">
                                          <p:stCondLst>
                                            <p:cond delay="0"/>
                                          </p:stCondLst>
                                        </p:cTn>
                                        <p:tgtEl>
                                          <p:spTgt spid="68"/>
                                        </p:tgtEl>
                                        <p:attrNameLst>
                                          <p:attrName>ppt_x</p:attrName>
                                          <p:attrName>ppt_y</p:attrName>
                                        </p:attrNameLst>
                                      </p:cBhvr>
                                    </p:animMotion>
                                    <p:animRot by="1500000">
                                      <p:cBhvr>
                                        <p:cTn id="13" dur="125" fill="hold">
                                          <p:stCondLst>
                                            <p:cond delay="0"/>
                                          </p:stCondLst>
                                        </p:cTn>
                                        <p:tgtEl>
                                          <p:spTgt spid="68"/>
                                        </p:tgtEl>
                                        <p:attrNameLst>
                                          <p:attrName>r</p:attrName>
                                        </p:attrNameLst>
                                      </p:cBhvr>
                                    </p:animRot>
                                    <p:animRot by="-1500000">
                                      <p:cBhvr>
                                        <p:cTn id="14" dur="125" fill="hold">
                                          <p:stCondLst>
                                            <p:cond delay="125"/>
                                          </p:stCondLst>
                                        </p:cTn>
                                        <p:tgtEl>
                                          <p:spTgt spid="68"/>
                                        </p:tgtEl>
                                        <p:attrNameLst>
                                          <p:attrName>r</p:attrName>
                                        </p:attrNameLst>
                                      </p:cBhvr>
                                    </p:animRot>
                                    <p:animRot by="-1500000">
                                      <p:cBhvr>
                                        <p:cTn id="15" dur="125" fill="hold">
                                          <p:stCondLst>
                                            <p:cond delay="250"/>
                                          </p:stCondLst>
                                        </p:cTn>
                                        <p:tgtEl>
                                          <p:spTgt spid="68"/>
                                        </p:tgtEl>
                                        <p:attrNameLst>
                                          <p:attrName>r</p:attrName>
                                        </p:attrNameLst>
                                      </p:cBhvr>
                                    </p:animRot>
                                    <p:animRot by="1500000">
                                      <p:cBhvr>
                                        <p:cTn id="16" dur="125" fill="hold">
                                          <p:stCondLst>
                                            <p:cond delay="375"/>
                                          </p:stCondLst>
                                        </p:cTn>
                                        <p:tgtEl>
                                          <p:spTgt spid="68"/>
                                        </p:tgtEl>
                                        <p:attrNameLst>
                                          <p:attrName>r</p:attrName>
                                        </p:attrNameLst>
                                      </p:cBhvr>
                                    </p:animRot>
                                  </p:childTnLst>
                                </p:cTn>
                              </p:par>
                            </p:childTnLst>
                          </p:cTn>
                        </p:par>
                        <p:par>
                          <p:cTn id="17" fill="hold">
                            <p:stCondLst>
                              <p:cond delay="1300"/>
                            </p:stCondLst>
                            <p:childTnLst>
                              <p:par>
                                <p:cTn id="18" presetID="22" presetClass="entr" presetSubtype="8" fill="hold" grpId="0" nodeType="afterEffect">
                                  <p:stCondLst>
                                    <p:cond delay="0"/>
                                  </p:stCondLst>
                                  <p:childTnLst>
                                    <p:set>
                                      <p:cBhvr>
                                        <p:cTn id="19" dur="1" fill="hold">
                                          <p:stCondLst>
                                            <p:cond delay="0"/>
                                          </p:stCondLst>
                                        </p:cTn>
                                        <p:tgtEl>
                                          <p:spTgt spid="29"/>
                                        </p:tgtEl>
                                        <p:attrNameLst>
                                          <p:attrName>style.visibility</p:attrName>
                                        </p:attrNameLst>
                                      </p:cBhvr>
                                      <p:to>
                                        <p:strVal val="visible"/>
                                      </p:to>
                                    </p:set>
                                    <p:animEffect transition="in" filter="wipe(left)">
                                      <p:cBhvr>
                                        <p:cTn id="20" dur="500"/>
                                        <p:tgtEl>
                                          <p:spTgt spid="29"/>
                                        </p:tgtEl>
                                      </p:cBhvr>
                                    </p:animEffect>
                                  </p:childTnLst>
                                </p:cTn>
                              </p:par>
                            </p:childTnLst>
                          </p:cTn>
                        </p:par>
                      </p:childTnLst>
                    </p:cTn>
                  </p:par>
                  <p:par>
                    <p:cTn id="21" fill="hold">
                      <p:stCondLst>
                        <p:cond delay="indefinite"/>
                      </p:stCondLst>
                      <p:childTnLst>
                        <p:par>
                          <p:cTn id="22" fill="hold">
                            <p:stCondLst>
                              <p:cond delay="0"/>
                            </p:stCondLst>
                            <p:childTnLst>
                              <p:par>
                                <p:cTn id="23" presetID="34" presetClass="emph" presetSubtype="0" fill="hold" grpId="0" nodeType="clickEffect">
                                  <p:stCondLst>
                                    <p:cond delay="0"/>
                                  </p:stCondLst>
                                  <p:iterate type="lt">
                                    <p:tmPct val="10000"/>
                                  </p:iterate>
                                  <p:childTnLst>
                                    <p:animMotion origin="layout" path="M 0.0 0.0 L 0.0 -0.07213" pathEditMode="relative" ptsTypes="">
                                      <p:cBhvr>
                                        <p:cTn id="24" dur="250" accel="50000" decel="50000" autoRev="1" fill="hold">
                                          <p:stCondLst>
                                            <p:cond delay="0"/>
                                          </p:stCondLst>
                                        </p:cTn>
                                        <p:tgtEl>
                                          <p:spTgt spid="67"/>
                                        </p:tgtEl>
                                        <p:attrNameLst>
                                          <p:attrName>ppt_x</p:attrName>
                                          <p:attrName>ppt_y</p:attrName>
                                        </p:attrNameLst>
                                      </p:cBhvr>
                                    </p:animMotion>
                                    <p:animRot by="1500000">
                                      <p:cBhvr>
                                        <p:cTn id="25" dur="125" fill="hold">
                                          <p:stCondLst>
                                            <p:cond delay="0"/>
                                          </p:stCondLst>
                                        </p:cTn>
                                        <p:tgtEl>
                                          <p:spTgt spid="67"/>
                                        </p:tgtEl>
                                        <p:attrNameLst>
                                          <p:attrName>r</p:attrName>
                                        </p:attrNameLst>
                                      </p:cBhvr>
                                    </p:animRot>
                                    <p:animRot by="-1500000">
                                      <p:cBhvr>
                                        <p:cTn id="26" dur="125" fill="hold">
                                          <p:stCondLst>
                                            <p:cond delay="125"/>
                                          </p:stCondLst>
                                        </p:cTn>
                                        <p:tgtEl>
                                          <p:spTgt spid="67"/>
                                        </p:tgtEl>
                                        <p:attrNameLst>
                                          <p:attrName>r</p:attrName>
                                        </p:attrNameLst>
                                      </p:cBhvr>
                                    </p:animRot>
                                    <p:animRot by="-1500000">
                                      <p:cBhvr>
                                        <p:cTn id="27" dur="125" fill="hold">
                                          <p:stCondLst>
                                            <p:cond delay="250"/>
                                          </p:stCondLst>
                                        </p:cTn>
                                        <p:tgtEl>
                                          <p:spTgt spid="67"/>
                                        </p:tgtEl>
                                        <p:attrNameLst>
                                          <p:attrName>r</p:attrName>
                                        </p:attrNameLst>
                                      </p:cBhvr>
                                    </p:animRot>
                                    <p:animRot by="1500000">
                                      <p:cBhvr>
                                        <p:cTn id="28" dur="125" fill="hold">
                                          <p:stCondLst>
                                            <p:cond delay="375"/>
                                          </p:stCondLst>
                                        </p:cTn>
                                        <p:tgtEl>
                                          <p:spTgt spid="67"/>
                                        </p:tgtEl>
                                        <p:attrNameLst>
                                          <p:attrName>r</p:attrName>
                                        </p:attrNameLst>
                                      </p:cBhvr>
                                    </p:animRot>
                                  </p:childTnLst>
                                </p:cTn>
                              </p:par>
                            </p:childTnLst>
                          </p:cTn>
                        </p:par>
                        <p:par>
                          <p:cTn id="29" fill="hold">
                            <p:stCondLst>
                              <p:cond delay="1300"/>
                            </p:stCondLst>
                            <p:childTnLst>
                              <p:par>
                                <p:cTn id="30" presetID="22" presetClass="entr" presetSubtype="8" fill="hold" grpId="0" nodeType="afterEffect">
                                  <p:stCondLst>
                                    <p:cond delay="0"/>
                                  </p:stCondLst>
                                  <p:childTnLst>
                                    <p:set>
                                      <p:cBhvr>
                                        <p:cTn id="31" dur="1" fill="hold">
                                          <p:stCondLst>
                                            <p:cond delay="0"/>
                                          </p:stCondLst>
                                        </p:cTn>
                                        <p:tgtEl>
                                          <p:spTgt spid="30"/>
                                        </p:tgtEl>
                                        <p:attrNameLst>
                                          <p:attrName>style.visibility</p:attrName>
                                        </p:attrNameLst>
                                      </p:cBhvr>
                                      <p:to>
                                        <p:strVal val="visible"/>
                                      </p:to>
                                    </p:set>
                                    <p:animEffect transition="in" filter="wipe(left)">
                                      <p:cBhvr>
                                        <p:cTn id="32" dur="500"/>
                                        <p:tgtEl>
                                          <p:spTgt spid="30"/>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67" grpId="0"/>
      <p:bldP spid="68" grpId="0"/>
      <p:bldP spid="29" grpId="0"/>
      <p:bldP spid="30" grpId="0"/>
    </p:bldLst>
  </p:timing>
</p:sld>
</file>

<file path=ppt/slides/slide28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8" name="文本框 17">
            <a:extLst>
              <a:ext uri="{FF2B5EF4-FFF2-40B4-BE49-F238E27FC236}">
                <a16:creationId xmlns:a16="http://schemas.microsoft.com/office/drawing/2014/main" id="{49E4A840-8A6E-43FC-A0FB-9D49D00DFD93}"/>
              </a:ext>
            </a:extLst>
          </p:cNvPr>
          <p:cNvSpPr txBox="1"/>
          <p:nvPr/>
        </p:nvSpPr>
        <p:spPr>
          <a:xfrm>
            <a:off x="801376" y="3520682"/>
            <a:ext cx="1901162" cy="369332"/>
          </a:xfrm>
          <a:prstGeom prst="rect">
            <a:avLst/>
          </a:prstGeom>
          <a:noFill/>
        </p:spPr>
        <p:txBody>
          <a:bodyPr wrap="square" rtlCol="0">
            <a:spAutoFit/>
          </a:bodyPr>
          <a:lstStyle/>
          <a:p>
            <a:pPr algn="ctr"/>
            <a:r>
              <a:rPr lang="en-US" altLang="zh-CN" b="1" dirty="0"/>
              <a:t>00-0C-B5-72-AB-72</a:t>
            </a:r>
            <a:endParaRPr lang="zh-CN" altLang="en-US" b="1" dirty="0"/>
          </a:p>
        </p:txBody>
      </p:sp>
      <p:sp>
        <p:nvSpPr>
          <p:cNvPr id="67" name="文本框 66">
            <a:extLst>
              <a:ext uri="{FF2B5EF4-FFF2-40B4-BE49-F238E27FC236}">
                <a16:creationId xmlns:a16="http://schemas.microsoft.com/office/drawing/2014/main" id="{128727B1-2BED-4667-BC0B-20883A9B4F8A}"/>
              </a:ext>
            </a:extLst>
          </p:cNvPr>
          <p:cNvSpPr txBox="1"/>
          <p:nvPr/>
        </p:nvSpPr>
        <p:spPr>
          <a:xfrm>
            <a:off x="5178195" y="3520682"/>
            <a:ext cx="1901162" cy="369332"/>
          </a:xfrm>
          <a:prstGeom prst="rect">
            <a:avLst/>
          </a:prstGeom>
          <a:noFill/>
        </p:spPr>
        <p:txBody>
          <a:bodyPr wrap="square" rtlCol="0">
            <a:spAutoFit/>
          </a:bodyPr>
          <a:lstStyle/>
          <a:p>
            <a:pPr algn="ctr"/>
            <a:r>
              <a:rPr lang="en-US" altLang="zh-CN" b="1" dirty="0"/>
              <a:t>00-E0-F9-A3-43-77</a:t>
            </a:r>
            <a:endParaRPr lang="zh-CN" altLang="en-US" b="1" dirty="0"/>
          </a:p>
        </p:txBody>
      </p:sp>
      <p:sp>
        <p:nvSpPr>
          <p:cNvPr id="68" name="文本框 67">
            <a:extLst>
              <a:ext uri="{FF2B5EF4-FFF2-40B4-BE49-F238E27FC236}">
                <a16:creationId xmlns:a16="http://schemas.microsoft.com/office/drawing/2014/main" id="{3303FEC6-C7C9-4887-8355-52631906C5EB}"/>
              </a:ext>
            </a:extLst>
          </p:cNvPr>
          <p:cNvSpPr txBox="1"/>
          <p:nvPr/>
        </p:nvSpPr>
        <p:spPr>
          <a:xfrm>
            <a:off x="9533781" y="3520682"/>
            <a:ext cx="1901162" cy="369332"/>
          </a:xfrm>
          <a:prstGeom prst="rect">
            <a:avLst/>
          </a:prstGeom>
          <a:noFill/>
        </p:spPr>
        <p:txBody>
          <a:bodyPr wrap="square" rtlCol="0">
            <a:spAutoFit/>
          </a:bodyPr>
          <a:lstStyle/>
          <a:p>
            <a:pPr algn="ctr"/>
            <a:r>
              <a:rPr lang="en-US" altLang="zh-CN" b="1" dirty="0"/>
              <a:t>00-0C-CF-B8-4A-82</a:t>
            </a:r>
            <a:endParaRPr lang="zh-CN" altLang="en-US" b="1" dirty="0"/>
          </a:p>
        </p:txBody>
      </p:sp>
      <p:grpSp>
        <p:nvGrpSpPr>
          <p:cNvPr id="4" name="组合 3">
            <a:extLst>
              <a:ext uri="{FF2B5EF4-FFF2-40B4-BE49-F238E27FC236}">
                <a16:creationId xmlns:a16="http://schemas.microsoft.com/office/drawing/2014/main" id="{9A1EA9F2-FCB6-48C3-935F-7AE7E3AD14AC}"/>
              </a:ext>
            </a:extLst>
          </p:cNvPr>
          <p:cNvGrpSpPr/>
          <p:nvPr/>
        </p:nvGrpSpPr>
        <p:grpSpPr>
          <a:xfrm>
            <a:off x="304799" y="749300"/>
            <a:ext cx="6192345" cy="400110"/>
            <a:chOff x="424116" y="898245"/>
            <a:chExt cx="6192345" cy="400110"/>
          </a:xfrm>
        </p:grpSpPr>
        <p:sp>
          <p:nvSpPr>
            <p:cNvPr id="2" name="平行四边形 1">
              <a:extLst>
                <a:ext uri="{FF2B5EF4-FFF2-40B4-BE49-F238E27FC236}">
                  <a16:creationId xmlns:a16="http://schemas.microsoft.com/office/drawing/2014/main" id="{1F5BAA3F-9845-4F89-A2DD-8222D3E4EDAC}"/>
                </a:ext>
              </a:extLst>
            </p:cNvPr>
            <p:cNvSpPr/>
            <p:nvPr/>
          </p:nvSpPr>
          <p:spPr>
            <a:xfrm>
              <a:off x="424116" y="898245"/>
              <a:ext cx="695119" cy="387090"/>
            </a:xfrm>
            <a:prstGeom prst="parallelogram">
              <a:avLst/>
            </a:prstGeom>
            <a:solidFill>
              <a:schemeClr val="accent3">
                <a:lumMod val="75000"/>
              </a:schemeClr>
            </a:solidFill>
            <a:ln>
              <a:solidFill>
                <a:schemeClr val="accent3">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CN" sz="2200" dirty="0">
                  <a:latin typeface="Impact" panose="020B0806030902050204" pitchFamily="34" charset="0"/>
                </a:rPr>
                <a:t>02</a:t>
              </a:r>
              <a:endParaRPr lang="zh-CN" altLang="en-US" sz="2200" dirty="0">
                <a:latin typeface="Impact" panose="020B0806030902050204" pitchFamily="34" charset="0"/>
              </a:endParaRPr>
            </a:p>
          </p:txBody>
        </p:sp>
        <p:sp>
          <p:nvSpPr>
            <p:cNvPr id="3" name="文本框 2">
              <a:extLst>
                <a:ext uri="{FF2B5EF4-FFF2-40B4-BE49-F238E27FC236}">
                  <a16:creationId xmlns:a16="http://schemas.microsoft.com/office/drawing/2014/main" id="{4D6BD736-A4D3-4F26-AFED-36E11F50F70B}"/>
                </a:ext>
              </a:extLst>
            </p:cNvPr>
            <p:cNvSpPr txBox="1"/>
            <p:nvPr/>
          </p:nvSpPr>
          <p:spPr>
            <a:xfrm>
              <a:off x="1119235" y="898245"/>
              <a:ext cx="5497226" cy="400110"/>
            </a:xfrm>
            <a:prstGeom prst="rect">
              <a:avLst/>
            </a:prstGeom>
            <a:noFill/>
          </p:spPr>
          <p:txBody>
            <a:bodyPr wrap="square" rtlCol="0">
              <a:spAutoFit/>
            </a:bodyPr>
            <a:lstStyle/>
            <a:p>
              <a:r>
                <a:rPr lang="en-US" altLang="zh-CN" sz="2000" b="1" dirty="0"/>
                <a:t>MAC</a:t>
              </a:r>
              <a:r>
                <a:rPr lang="zh-CN" altLang="en-US" sz="2000" b="1" dirty="0"/>
                <a:t>地址</a:t>
              </a:r>
            </a:p>
          </p:txBody>
        </p:sp>
      </p:grpSp>
      <p:sp>
        <p:nvSpPr>
          <p:cNvPr id="48" name="íşlïḍè">
            <a:extLst>
              <a:ext uri="{FF2B5EF4-FFF2-40B4-BE49-F238E27FC236}">
                <a16:creationId xmlns:a16="http://schemas.microsoft.com/office/drawing/2014/main" id="{3A8ED235-C46A-40A6-B687-AE21B4C08B05}"/>
              </a:ext>
            </a:extLst>
          </p:cNvPr>
          <p:cNvSpPr txBox="1"/>
          <p:nvPr/>
        </p:nvSpPr>
        <p:spPr>
          <a:xfrm>
            <a:off x="4200062" y="1100674"/>
            <a:ext cx="3791876" cy="400110"/>
          </a:xfrm>
          <a:prstGeom prst="rect">
            <a:avLst/>
          </a:prstGeom>
          <a:noFill/>
        </p:spPr>
        <p:txBody>
          <a:bodyPr wrap="square" lIns="91440" tIns="45720" rIns="91440" bIns="45720" anchor="ctr">
            <a:noAutofit/>
          </a:bodyPr>
          <a:lstStyle/>
          <a:p>
            <a:pPr algn="ctr"/>
            <a:r>
              <a:rPr lang="zh-CN" altLang="en-US" b="1" dirty="0">
                <a:solidFill>
                  <a:schemeClr val="accent3">
                    <a:lumMod val="75000"/>
                  </a:schemeClr>
                </a:solidFill>
                <a:latin typeface="Arial Narrow" panose="020B0606020202030204" pitchFamily="34" charset="0"/>
              </a:rPr>
              <a:t>单播</a:t>
            </a:r>
            <a:r>
              <a:rPr lang="en-US" altLang="zh-CN" b="1" dirty="0">
                <a:solidFill>
                  <a:schemeClr val="accent3">
                    <a:lumMod val="75000"/>
                  </a:schemeClr>
                </a:solidFill>
                <a:latin typeface="Arial Narrow" panose="020B0606020202030204" pitchFamily="34" charset="0"/>
              </a:rPr>
              <a:t>MAC</a:t>
            </a:r>
            <a:r>
              <a:rPr lang="zh-CN" altLang="en-US" b="1" dirty="0">
                <a:solidFill>
                  <a:schemeClr val="accent3">
                    <a:lumMod val="75000"/>
                  </a:schemeClr>
                </a:solidFill>
                <a:latin typeface="Arial Narrow" panose="020B0606020202030204" pitchFamily="34" charset="0"/>
              </a:rPr>
              <a:t>地址举例</a:t>
            </a:r>
          </a:p>
        </p:txBody>
      </p:sp>
      <p:grpSp>
        <p:nvGrpSpPr>
          <p:cNvPr id="17" name="组合 16">
            <a:extLst>
              <a:ext uri="{FF2B5EF4-FFF2-40B4-BE49-F238E27FC236}">
                <a16:creationId xmlns:a16="http://schemas.microsoft.com/office/drawing/2014/main" id="{2D4FAEB9-41FF-41A3-A0C3-C1FAB40A57F1}"/>
              </a:ext>
            </a:extLst>
          </p:cNvPr>
          <p:cNvGrpSpPr/>
          <p:nvPr/>
        </p:nvGrpSpPr>
        <p:grpSpPr>
          <a:xfrm>
            <a:off x="863840" y="1939888"/>
            <a:ext cx="10600854" cy="1503089"/>
            <a:chOff x="863840" y="1939888"/>
            <a:chExt cx="10600854" cy="1503089"/>
          </a:xfrm>
        </p:grpSpPr>
        <p:cxnSp>
          <p:nvCxnSpPr>
            <p:cNvPr id="55" name="直接连接符 54">
              <a:extLst>
                <a:ext uri="{FF2B5EF4-FFF2-40B4-BE49-F238E27FC236}">
                  <a16:creationId xmlns:a16="http://schemas.microsoft.com/office/drawing/2014/main" id="{92C314A6-DB0D-4BA9-A6D2-30A0C4F5CA02}"/>
                </a:ext>
              </a:extLst>
            </p:cNvPr>
            <p:cNvCxnSpPr>
              <a:cxnSpLocks/>
              <a:stCxn id="62" idx="3"/>
            </p:cNvCxnSpPr>
            <p:nvPr/>
          </p:nvCxnSpPr>
          <p:spPr>
            <a:xfrm>
              <a:off x="1089364" y="2052650"/>
              <a:ext cx="10262568" cy="0"/>
            </a:xfrm>
            <a:prstGeom prst="line">
              <a:avLst/>
            </a:prstGeom>
            <a:ln w="152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6" name="直接连接符 55">
              <a:extLst>
                <a:ext uri="{FF2B5EF4-FFF2-40B4-BE49-F238E27FC236}">
                  <a16:creationId xmlns:a16="http://schemas.microsoft.com/office/drawing/2014/main" id="{5144FDD7-C4CC-485E-B74E-7D0369D89676}"/>
                </a:ext>
              </a:extLst>
            </p:cNvPr>
            <p:cNvCxnSpPr>
              <a:cxnSpLocks/>
            </p:cNvCxnSpPr>
            <p:nvPr/>
          </p:nvCxnSpPr>
          <p:spPr>
            <a:xfrm flipV="1">
              <a:off x="1920316" y="2027687"/>
              <a:ext cx="0" cy="970893"/>
            </a:xfrm>
            <a:prstGeom prst="line">
              <a:avLst/>
            </a:prstGeom>
            <a:ln w="152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8" name="直接连接符 57">
              <a:extLst>
                <a:ext uri="{FF2B5EF4-FFF2-40B4-BE49-F238E27FC236}">
                  <a16:creationId xmlns:a16="http://schemas.microsoft.com/office/drawing/2014/main" id="{3FF4899F-67E7-47A6-9BD0-F73B4532FB89}"/>
                </a:ext>
              </a:extLst>
            </p:cNvPr>
            <p:cNvCxnSpPr>
              <a:cxnSpLocks/>
            </p:cNvCxnSpPr>
            <p:nvPr/>
          </p:nvCxnSpPr>
          <p:spPr>
            <a:xfrm flipV="1">
              <a:off x="6273899" y="2027687"/>
              <a:ext cx="0" cy="1070883"/>
            </a:xfrm>
            <a:prstGeom prst="line">
              <a:avLst/>
            </a:prstGeom>
            <a:ln w="152400">
              <a:solidFill>
                <a:schemeClr val="tx1"/>
              </a:solidFill>
              <a:tailEnd w="med" len="lg"/>
            </a:ln>
          </p:spPr>
          <p:style>
            <a:lnRef idx="1">
              <a:schemeClr val="accent1"/>
            </a:lnRef>
            <a:fillRef idx="0">
              <a:schemeClr val="accent1"/>
            </a:fillRef>
            <a:effectRef idx="0">
              <a:schemeClr val="accent1"/>
            </a:effectRef>
            <a:fontRef idx="minor">
              <a:schemeClr val="tx1"/>
            </a:fontRef>
          </p:style>
        </p:cxnSp>
        <p:cxnSp>
          <p:nvCxnSpPr>
            <p:cNvPr id="60" name="直接连接符 59">
              <a:extLst>
                <a:ext uri="{FF2B5EF4-FFF2-40B4-BE49-F238E27FC236}">
                  <a16:creationId xmlns:a16="http://schemas.microsoft.com/office/drawing/2014/main" id="{A71A38F5-E9DC-4AAC-B6B1-14DFB88BD7C4}"/>
                </a:ext>
              </a:extLst>
            </p:cNvPr>
            <p:cNvCxnSpPr>
              <a:cxnSpLocks/>
            </p:cNvCxnSpPr>
            <p:nvPr/>
          </p:nvCxnSpPr>
          <p:spPr>
            <a:xfrm flipV="1">
              <a:off x="10676378" y="2080361"/>
              <a:ext cx="0" cy="865547"/>
            </a:xfrm>
            <a:prstGeom prst="line">
              <a:avLst/>
            </a:prstGeom>
            <a:ln w="152400">
              <a:solidFill>
                <a:schemeClr val="tx1"/>
              </a:solidFill>
            </a:ln>
          </p:spPr>
          <p:style>
            <a:lnRef idx="1">
              <a:schemeClr val="accent1"/>
            </a:lnRef>
            <a:fillRef idx="0">
              <a:schemeClr val="accent1"/>
            </a:fillRef>
            <a:effectRef idx="0">
              <a:schemeClr val="accent1"/>
            </a:effectRef>
            <a:fontRef idx="minor">
              <a:schemeClr val="tx1"/>
            </a:fontRef>
          </p:style>
        </p:cxnSp>
        <p:sp>
          <p:nvSpPr>
            <p:cNvPr id="62" name="矩形 61">
              <a:extLst>
                <a:ext uri="{FF2B5EF4-FFF2-40B4-BE49-F238E27FC236}">
                  <a16:creationId xmlns:a16="http://schemas.microsoft.com/office/drawing/2014/main" id="{864564AA-2284-4446-9E37-28D9D13E5B89}"/>
                </a:ext>
              </a:extLst>
            </p:cNvPr>
            <p:cNvSpPr/>
            <p:nvPr/>
          </p:nvSpPr>
          <p:spPr>
            <a:xfrm>
              <a:off x="863840" y="1939888"/>
              <a:ext cx="225524" cy="225524"/>
            </a:xfrm>
            <a:prstGeom prst="rect">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63" name="矩形 62">
              <a:extLst>
                <a:ext uri="{FF2B5EF4-FFF2-40B4-BE49-F238E27FC236}">
                  <a16:creationId xmlns:a16="http://schemas.microsoft.com/office/drawing/2014/main" id="{E30E6D70-747E-4D07-815C-E41A50A86F51}"/>
                </a:ext>
              </a:extLst>
            </p:cNvPr>
            <p:cNvSpPr/>
            <p:nvPr/>
          </p:nvSpPr>
          <p:spPr>
            <a:xfrm>
              <a:off x="11239170" y="1939888"/>
              <a:ext cx="225524" cy="225524"/>
            </a:xfrm>
            <a:prstGeom prst="rect">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grpSp>
          <p:nvGrpSpPr>
            <p:cNvPr id="5" name="组合 4">
              <a:extLst>
                <a:ext uri="{FF2B5EF4-FFF2-40B4-BE49-F238E27FC236}">
                  <a16:creationId xmlns:a16="http://schemas.microsoft.com/office/drawing/2014/main" id="{007D2C40-47F0-4661-A5E7-94502ABEA4AD}"/>
                </a:ext>
              </a:extLst>
            </p:cNvPr>
            <p:cNvGrpSpPr/>
            <p:nvPr/>
          </p:nvGrpSpPr>
          <p:grpSpPr>
            <a:xfrm>
              <a:off x="1420550" y="2801895"/>
              <a:ext cx="662814" cy="641082"/>
              <a:chOff x="1477490" y="2773086"/>
              <a:chExt cx="662814" cy="641082"/>
            </a:xfrm>
          </p:grpSpPr>
          <p:pic>
            <p:nvPicPr>
              <p:cNvPr id="57" name="图形 56">
                <a:extLst>
                  <a:ext uri="{FF2B5EF4-FFF2-40B4-BE49-F238E27FC236}">
                    <a16:creationId xmlns:a16="http://schemas.microsoft.com/office/drawing/2014/main" id="{944327FB-3B7F-413B-BD50-E334AA01B261}"/>
                  </a:ext>
                </a:extLst>
              </p:cNvPr>
              <p:cNvPicPr>
                <a:picLocks noChangeAspect="1"/>
              </p:cNvPicPr>
              <p:nvPr/>
            </p:nvPicPr>
            <p:blipFill>
              <a:blip r:embed="rId3">
                <a:extLst>
                  <a:ext uri="{28A0092B-C50C-407E-A947-70E740481C1C}">
                    <a14:useLocalDpi xmlns:a14="http://schemas.microsoft.com/office/drawing/2010/main" val="0"/>
                  </a:ext>
                  <a:ext uri="{96DAC541-7B7A-43D3-8B79-37D633B846F1}">
                    <asvg:svgBlip xmlns:asvg="http://schemas.microsoft.com/office/drawing/2016/SVG/main" r:embed="rId4"/>
                  </a:ext>
                </a:extLst>
              </a:blip>
              <a:stretch>
                <a:fillRect/>
              </a:stretch>
            </p:blipFill>
            <p:spPr>
              <a:xfrm>
                <a:off x="1477490" y="2773086"/>
                <a:ext cx="662814" cy="641082"/>
              </a:xfrm>
              <a:prstGeom prst="rect">
                <a:avLst/>
              </a:prstGeom>
            </p:spPr>
          </p:pic>
          <p:sp>
            <p:nvSpPr>
              <p:cNvPr id="54" name="íşlïḍè">
                <a:extLst>
                  <a:ext uri="{FF2B5EF4-FFF2-40B4-BE49-F238E27FC236}">
                    <a16:creationId xmlns:a16="http://schemas.microsoft.com/office/drawing/2014/main" id="{27C67225-56CD-43A3-8360-CE584738CA22}"/>
                  </a:ext>
                </a:extLst>
              </p:cNvPr>
              <p:cNvSpPr txBox="1"/>
              <p:nvPr/>
            </p:nvSpPr>
            <p:spPr>
              <a:xfrm>
                <a:off x="1787666" y="2879163"/>
                <a:ext cx="287088" cy="243273"/>
              </a:xfrm>
              <a:prstGeom prst="rect">
                <a:avLst/>
              </a:prstGeom>
              <a:noFill/>
            </p:spPr>
            <p:txBody>
              <a:bodyPr wrap="square" lIns="91440" tIns="45720" rIns="91440" bIns="45720" anchor="ctr">
                <a:noAutofit/>
              </a:bodyPr>
              <a:lstStyle/>
              <a:p>
                <a:pPr algn="ctr"/>
                <a:r>
                  <a:rPr lang="en-US" altLang="zh-CN" sz="2000" b="1" dirty="0">
                    <a:solidFill>
                      <a:schemeClr val="bg1"/>
                    </a:solidFill>
                    <a:latin typeface="Arial Narrow" panose="020B0606020202030204" pitchFamily="34" charset="0"/>
                  </a:rPr>
                  <a:t>A</a:t>
                </a:r>
                <a:endParaRPr lang="zh-CN" altLang="en-US" sz="2000" b="1" dirty="0">
                  <a:solidFill>
                    <a:schemeClr val="bg1"/>
                  </a:solidFill>
                  <a:latin typeface="Arial Narrow" panose="020B0606020202030204" pitchFamily="34" charset="0"/>
                </a:endParaRPr>
              </a:p>
            </p:txBody>
          </p:sp>
        </p:grpSp>
        <p:grpSp>
          <p:nvGrpSpPr>
            <p:cNvPr id="7" name="组合 6">
              <a:extLst>
                <a:ext uri="{FF2B5EF4-FFF2-40B4-BE49-F238E27FC236}">
                  <a16:creationId xmlns:a16="http://schemas.microsoft.com/office/drawing/2014/main" id="{1D46BAED-3885-400C-A6F8-D8019D458D44}"/>
                </a:ext>
              </a:extLst>
            </p:cNvPr>
            <p:cNvGrpSpPr/>
            <p:nvPr/>
          </p:nvGrpSpPr>
          <p:grpSpPr>
            <a:xfrm>
              <a:off x="5797369" y="2801895"/>
              <a:ext cx="662814" cy="641082"/>
              <a:chOff x="3555616" y="2773086"/>
              <a:chExt cx="662814" cy="641082"/>
            </a:xfrm>
          </p:grpSpPr>
          <p:pic>
            <p:nvPicPr>
              <p:cNvPr id="59" name="图形 58">
                <a:extLst>
                  <a:ext uri="{FF2B5EF4-FFF2-40B4-BE49-F238E27FC236}">
                    <a16:creationId xmlns:a16="http://schemas.microsoft.com/office/drawing/2014/main" id="{471F54F8-ED74-4739-A189-7EDEEE454C6E}"/>
                  </a:ext>
                </a:extLst>
              </p:cNvPr>
              <p:cNvPicPr>
                <a:picLocks noChangeAspect="1"/>
              </p:cNvPicPr>
              <p:nvPr/>
            </p:nvPicPr>
            <p:blipFill>
              <a:blip r:embed="rId3">
                <a:extLst>
                  <a:ext uri="{28A0092B-C50C-407E-A947-70E740481C1C}">
                    <a14:useLocalDpi xmlns:a14="http://schemas.microsoft.com/office/drawing/2010/main" val="0"/>
                  </a:ext>
                  <a:ext uri="{96DAC541-7B7A-43D3-8B79-37D633B846F1}">
                    <asvg:svgBlip xmlns:asvg="http://schemas.microsoft.com/office/drawing/2016/SVG/main" r:embed="rId4"/>
                  </a:ext>
                </a:extLst>
              </a:blip>
              <a:stretch>
                <a:fillRect/>
              </a:stretch>
            </p:blipFill>
            <p:spPr>
              <a:xfrm>
                <a:off x="3555616" y="2773086"/>
                <a:ext cx="662814" cy="641082"/>
              </a:xfrm>
              <a:prstGeom prst="rect">
                <a:avLst/>
              </a:prstGeom>
            </p:spPr>
          </p:pic>
          <p:sp>
            <p:nvSpPr>
              <p:cNvPr id="65" name="íşlïḍè">
                <a:extLst>
                  <a:ext uri="{FF2B5EF4-FFF2-40B4-BE49-F238E27FC236}">
                    <a16:creationId xmlns:a16="http://schemas.microsoft.com/office/drawing/2014/main" id="{741170DA-E9BA-43FF-8D03-C1880D543B7A}"/>
                  </a:ext>
                </a:extLst>
              </p:cNvPr>
              <p:cNvSpPr txBox="1"/>
              <p:nvPr/>
            </p:nvSpPr>
            <p:spPr>
              <a:xfrm>
                <a:off x="3869079" y="2879163"/>
                <a:ext cx="287088" cy="243273"/>
              </a:xfrm>
              <a:prstGeom prst="rect">
                <a:avLst/>
              </a:prstGeom>
              <a:noFill/>
            </p:spPr>
            <p:txBody>
              <a:bodyPr wrap="square" lIns="91440" tIns="45720" rIns="91440" bIns="45720" anchor="ctr">
                <a:noAutofit/>
              </a:bodyPr>
              <a:lstStyle/>
              <a:p>
                <a:pPr algn="ctr"/>
                <a:r>
                  <a:rPr lang="en-US" altLang="zh-CN" sz="2000" b="1" dirty="0">
                    <a:solidFill>
                      <a:schemeClr val="bg1"/>
                    </a:solidFill>
                    <a:latin typeface="Arial Narrow" panose="020B0606020202030204" pitchFamily="34" charset="0"/>
                  </a:rPr>
                  <a:t>B</a:t>
                </a:r>
                <a:endParaRPr lang="zh-CN" altLang="en-US" sz="2000" b="1" dirty="0">
                  <a:solidFill>
                    <a:schemeClr val="bg1"/>
                  </a:solidFill>
                  <a:latin typeface="Arial Narrow" panose="020B0606020202030204" pitchFamily="34" charset="0"/>
                </a:endParaRPr>
              </a:p>
            </p:txBody>
          </p:sp>
        </p:grpSp>
        <p:grpSp>
          <p:nvGrpSpPr>
            <p:cNvPr id="9" name="组合 8">
              <a:extLst>
                <a:ext uri="{FF2B5EF4-FFF2-40B4-BE49-F238E27FC236}">
                  <a16:creationId xmlns:a16="http://schemas.microsoft.com/office/drawing/2014/main" id="{12B69D33-11B6-4773-9A9E-F70C0931C929}"/>
                </a:ext>
              </a:extLst>
            </p:cNvPr>
            <p:cNvGrpSpPr/>
            <p:nvPr/>
          </p:nvGrpSpPr>
          <p:grpSpPr>
            <a:xfrm>
              <a:off x="10174187" y="2801895"/>
              <a:ext cx="662814" cy="641082"/>
              <a:chOff x="5633743" y="2773086"/>
              <a:chExt cx="662814" cy="641082"/>
            </a:xfrm>
          </p:grpSpPr>
          <p:pic>
            <p:nvPicPr>
              <p:cNvPr id="61" name="图形 60">
                <a:extLst>
                  <a:ext uri="{FF2B5EF4-FFF2-40B4-BE49-F238E27FC236}">
                    <a16:creationId xmlns:a16="http://schemas.microsoft.com/office/drawing/2014/main" id="{19E33EE8-0676-48E1-900A-1AADA67B393B}"/>
                  </a:ext>
                </a:extLst>
              </p:cNvPr>
              <p:cNvPicPr>
                <a:picLocks noChangeAspect="1"/>
              </p:cNvPicPr>
              <p:nvPr/>
            </p:nvPicPr>
            <p:blipFill>
              <a:blip r:embed="rId3">
                <a:extLst>
                  <a:ext uri="{28A0092B-C50C-407E-A947-70E740481C1C}">
                    <a14:useLocalDpi xmlns:a14="http://schemas.microsoft.com/office/drawing/2010/main" val="0"/>
                  </a:ext>
                  <a:ext uri="{96DAC541-7B7A-43D3-8B79-37D633B846F1}">
                    <asvg:svgBlip xmlns:asvg="http://schemas.microsoft.com/office/drawing/2016/SVG/main" r:embed="rId4"/>
                  </a:ext>
                </a:extLst>
              </a:blip>
              <a:stretch>
                <a:fillRect/>
              </a:stretch>
            </p:blipFill>
            <p:spPr>
              <a:xfrm>
                <a:off x="5633743" y="2773086"/>
                <a:ext cx="662814" cy="641082"/>
              </a:xfrm>
              <a:prstGeom prst="rect">
                <a:avLst/>
              </a:prstGeom>
            </p:spPr>
          </p:pic>
          <p:sp>
            <p:nvSpPr>
              <p:cNvPr id="66" name="íşlïḍè">
                <a:extLst>
                  <a:ext uri="{FF2B5EF4-FFF2-40B4-BE49-F238E27FC236}">
                    <a16:creationId xmlns:a16="http://schemas.microsoft.com/office/drawing/2014/main" id="{EFE1EBE6-0C7F-40F0-8310-4441F3BC588D}"/>
                  </a:ext>
                </a:extLst>
              </p:cNvPr>
              <p:cNvSpPr txBox="1"/>
              <p:nvPr/>
            </p:nvSpPr>
            <p:spPr>
              <a:xfrm>
                <a:off x="5943918" y="2879162"/>
                <a:ext cx="287088" cy="243273"/>
              </a:xfrm>
              <a:prstGeom prst="rect">
                <a:avLst/>
              </a:prstGeom>
              <a:noFill/>
            </p:spPr>
            <p:txBody>
              <a:bodyPr wrap="square" lIns="91440" tIns="45720" rIns="91440" bIns="45720" anchor="ctr">
                <a:noAutofit/>
              </a:bodyPr>
              <a:lstStyle/>
              <a:p>
                <a:pPr algn="ctr"/>
                <a:r>
                  <a:rPr lang="en-US" altLang="zh-CN" sz="2000" b="1" dirty="0">
                    <a:solidFill>
                      <a:schemeClr val="bg1"/>
                    </a:solidFill>
                    <a:latin typeface="Arial Narrow" panose="020B0606020202030204" pitchFamily="34" charset="0"/>
                  </a:rPr>
                  <a:t>C</a:t>
                </a:r>
                <a:endParaRPr lang="zh-CN" altLang="en-US" sz="2000" b="1" dirty="0">
                  <a:solidFill>
                    <a:schemeClr val="bg1"/>
                  </a:solidFill>
                  <a:latin typeface="Arial Narrow" panose="020B0606020202030204" pitchFamily="34" charset="0"/>
                </a:endParaRPr>
              </a:p>
            </p:txBody>
          </p:sp>
        </p:grpSp>
      </p:grpSp>
      <p:grpSp>
        <p:nvGrpSpPr>
          <p:cNvPr id="20" name="组合 19">
            <a:extLst>
              <a:ext uri="{FF2B5EF4-FFF2-40B4-BE49-F238E27FC236}">
                <a16:creationId xmlns:a16="http://schemas.microsoft.com/office/drawing/2014/main" id="{5BF215D2-4182-4696-8132-C325FC47E8E0}"/>
              </a:ext>
            </a:extLst>
          </p:cNvPr>
          <p:cNvGrpSpPr/>
          <p:nvPr/>
        </p:nvGrpSpPr>
        <p:grpSpPr>
          <a:xfrm>
            <a:off x="6647135" y="2847038"/>
            <a:ext cx="3404687" cy="304206"/>
            <a:chOff x="6647135" y="2847038"/>
            <a:chExt cx="3404687" cy="304206"/>
          </a:xfrm>
        </p:grpSpPr>
        <p:cxnSp>
          <p:nvCxnSpPr>
            <p:cNvPr id="70" name="直接箭头连接符 69">
              <a:extLst>
                <a:ext uri="{FF2B5EF4-FFF2-40B4-BE49-F238E27FC236}">
                  <a16:creationId xmlns:a16="http://schemas.microsoft.com/office/drawing/2014/main" id="{31CA087F-5C52-432D-8656-FCF902B2494C}"/>
                </a:ext>
              </a:extLst>
            </p:cNvPr>
            <p:cNvCxnSpPr>
              <a:cxnSpLocks/>
            </p:cNvCxnSpPr>
            <p:nvPr/>
          </p:nvCxnSpPr>
          <p:spPr>
            <a:xfrm>
              <a:off x="6647135" y="3151244"/>
              <a:ext cx="3404687" cy="0"/>
            </a:xfrm>
            <a:prstGeom prst="straightConnector1">
              <a:avLst/>
            </a:prstGeom>
            <a:ln w="38100">
              <a:solidFill>
                <a:schemeClr val="tx1"/>
              </a:solidFill>
              <a:prstDash val="dash"/>
              <a:tailEnd type="triangle"/>
            </a:ln>
          </p:spPr>
          <p:style>
            <a:lnRef idx="1">
              <a:schemeClr val="accent1"/>
            </a:lnRef>
            <a:fillRef idx="0">
              <a:schemeClr val="accent1"/>
            </a:fillRef>
            <a:effectRef idx="0">
              <a:schemeClr val="accent1"/>
            </a:effectRef>
            <a:fontRef idx="minor">
              <a:schemeClr val="tx1"/>
            </a:fontRef>
          </p:style>
        </p:cxnSp>
        <p:sp>
          <p:nvSpPr>
            <p:cNvPr id="71" name="íşlïḍè">
              <a:extLst>
                <a:ext uri="{FF2B5EF4-FFF2-40B4-BE49-F238E27FC236}">
                  <a16:creationId xmlns:a16="http://schemas.microsoft.com/office/drawing/2014/main" id="{C1729207-6A05-471C-BE40-C64FEEF9A938}"/>
                </a:ext>
              </a:extLst>
            </p:cNvPr>
            <p:cNvSpPr txBox="1"/>
            <p:nvPr/>
          </p:nvSpPr>
          <p:spPr>
            <a:xfrm>
              <a:off x="7583491" y="2847038"/>
              <a:ext cx="1399265" cy="267374"/>
            </a:xfrm>
            <a:prstGeom prst="rect">
              <a:avLst/>
            </a:prstGeom>
            <a:noFill/>
          </p:spPr>
          <p:txBody>
            <a:bodyPr wrap="square" lIns="91440" tIns="45720" rIns="91440" bIns="45720" anchor="ctr">
              <a:noAutofit/>
            </a:bodyPr>
            <a:lstStyle/>
            <a:p>
              <a:pPr algn="ctr"/>
              <a:r>
                <a:rPr lang="zh-CN" altLang="en-US" b="1" dirty="0">
                  <a:latin typeface="Arial Narrow" panose="020B0606020202030204" pitchFamily="34" charset="0"/>
                </a:rPr>
                <a:t>发送单播帧</a:t>
              </a:r>
            </a:p>
          </p:txBody>
        </p:sp>
      </p:grpSp>
      <p:grpSp>
        <p:nvGrpSpPr>
          <p:cNvPr id="14" name="组合 13">
            <a:extLst>
              <a:ext uri="{FF2B5EF4-FFF2-40B4-BE49-F238E27FC236}">
                <a16:creationId xmlns:a16="http://schemas.microsoft.com/office/drawing/2014/main" id="{84E4AFC8-C93F-47CA-AD0C-1F8A2B9DEE3C}"/>
              </a:ext>
            </a:extLst>
          </p:cNvPr>
          <p:cNvGrpSpPr/>
          <p:nvPr/>
        </p:nvGrpSpPr>
        <p:grpSpPr>
          <a:xfrm>
            <a:off x="4702413" y="4001810"/>
            <a:ext cx="3158796" cy="2106890"/>
            <a:chOff x="4702413" y="4001810"/>
            <a:chExt cx="3158796" cy="2106890"/>
          </a:xfrm>
        </p:grpSpPr>
        <p:sp>
          <p:nvSpPr>
            <p:cNvPr id="29" name="文本框 28">
              <a:extLst>
                <a:ext uri="{FF2B5EF4-FFF2-40B4-BE49-F238E27FC236}">
                  <a16:creationId xmlns:a16="http://schemas.microsoft.com/office/drawing/2014/main" id="{E1B9A2F3-D6F6-4E4B-BA82-E9956C251C97}"/>
                </a:ext>
              </a:extLst>
            </p:cNvPr>
            <p:cNvSpPr txBox="1"/>
            <p:nvPr/>
          </p:nvSpPr>
          <p:spPr>
            <a:xfrm>
              <a:off x="5797369" y="4293542"/>
              <a:ext cx="1901162" cy="369332"/>
            </a:xfrm>
            <a:prstGeom prst="rect">
              <a:avLst/>
            </a:prstGeom>
            <a:noFill/>
          </p:spPr>
          <p:txBody>
            <a:bodyPr wrap="square" rtlCol="0">
              <a:spAutoFit/>
            </a:bodyPr>
            <a:lstStyle/>
            <a:p>
              <a:r>
                <a:rPr lang="en-US" altLang="zh-CN" b="1" dirty="0"/>
                <a:t>00-0C-CF-B8-4A-82</a:t>
              </a:r>
              <a:endParaRPr lang="zh-CN" altLang="en-US" b="1" dirty="0"/>
            </a:p>
          </p:txBody>
        </p:sp>
        <p:sp>
          <p:nvSpPr>
            <p:cNvPr id="30" name="文本框 29">
              <a:extLst>
                <a:ext uri="{FF2B5EF4-FFF2-40B4-BE49-F238E27FC236}">
                  <a16:creationId xmlns:a16="http://schemas.microsoft.com/office/drawing/2014/main" id="{1F2EDD4C-8505-4CEB-B0F7-855DE8A3008C}"/>
                </a:ext>
              </a:extLst>
            </p:cNvPr>
            <p:cNvSpPr txBox="1"/>
            <p:nvPr/>
          </p:nvSpPr>
          <p:spPr>
            <a:xfrm>
              <a:off x="5797369" y="4555913"/>
              <a:ext cx="1901162" cy="369332"/>
            </a:xfrm>
            <a:prstGeom prst="rect">
              <a:avLst/>
            </a:prstGeom>
            <a:noFill/>
          </p:spPr>
          <p:txBody>
            <a:bodyPr wrap="square" rtlCol="0">
              <a:spAutoFit/>
            </a:bodyPr>
            <a:lstStyle/>
            <a:p>
              <a:r>
                <a:rPr lang="en-US" altLang="zh-CN" b="1" dirty="0"/>
                <a:t>00-E0-F9-A3-43-77</a:t>
              </a:r>
              <a:endParaRPr lang="zh-CN" altLang="en-US" b="1" dirty="0"/>
            </a:p>
          </p:txBody>
        </p:sp>
        <p:grpSp>
          <p:nvGrpSpPr>
            <p:cNvPr id="8" name="组合 7">
              <a:extLst>
                <a:ext uri="{FF2B5EF4-FFF2-40B4-BE49-F238E27FC236}">
                  <a16:creationId xmlns:a16="http://schemas.microsoft.com/office/drawing/2014/main" id="{D6F571ED-2953-4629-A224-CC19FB04D6CE}"/>
                </a:ext>
              </a:extLst>
            </p:cNvPr>
            <p:cNvGrpSpPr/>
            <p:nvPr/>
          </p:nvGrpSpPr>
          <p:grpSpPr>
            <a:xfrm>
              <a:off x="4702413" y="4001810"/>
              <a:ext cx="3158796" cy="2106890"/>
              <a:chOff x="4702413" y="4001810"/>
              <a:chExt cx="3158796" cy="2106890"/>
            </a:xfrm>
          </p:grpSpPr>
          <p:sp>
            <p:nvSpPr>
              <p:cNvPr id="6" name="矩形 5">
                <a:extLst>
                  <a:ext uri="{FF2B5EF4-FFF2-40B4-BE49-F238E27FC236}">
                    <a16:creationId xmlns:a16="http://schemas.microsoft.com/office/drawing/2014/main" id="{BEDA26A2-35D4-41B9-A3DF-1418FBF5EA57}"/>
                  </a:ext>
                </a:extLst>
              </p:cNvPr>
              <p:cNvSpPr/>
              <p:nvPr/>
            </p:nvSpPr>
            <p:spPr>
              <a:xfrm>
                <a:off x="4702413" y="4001810"/>
                <a:ext cx="3158796" cy="1214876"/>
              </a:xfrm>
              <a:prstGeom prst="rect">
                <a:avLst/>
              </a:prstGeom>
              <a:noFill/>
              <a:ln>
                <a:solidFill>
                  <a:schemeClr val="accent3"/>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zh-CN" altLang="en-US" b="1" dirty="0">
                    <a:solidFill>
                      <a:schemeClr val="tx1"/>
                    </a:solidFill>
                    <a:latin typeface="+mn-ea"/>
                  </a:rPr>
                  <a:t>帧的首部</a:t>
                </a:r>
                <a:endParaRPr lang="en-US" altLang="zh-CN" b="1" dirty="0">
                  <a:solidFill>
                    <a:schemeClr val="tx1"/>
                  </a:solidFill>
                  <a:latin typeface="+mn-ea"/>
                </a:endParaRPr>
              </a:p>
              <a:p>
                <a:r>
                  <a:rPr lang="zh-CN" altLang="en-US" b="1" dirty="0">
                    <a:solidFill>
                      <a:schemeClr val="tx1"/>
                    </a:solidFill>
                    <a:latin typeface="+mn-ea"/>
                  </a:rPr>
                  <a:t>目的地址：</a:t>
                </a:r>
                <a:endParaRPr lang="en-US" altLang="zh-CN" b="1" dirty="0">
                  <a:solidFill>
                    <a:schemeClr val="tx1"/>
                  </a:solidFill>
                  <a:latin typeface="+mn-ea"/>
                </a:endParaRPr>
              </a:p>
              <a:p>
                <a:r>
                  <a:rPr lang="zh-CN" altLang="en-US" b="1" dirty="0">
                    <a:solidFill>
                      <a:schemeClr val="tx1"/>
                    </a:solidFill>
                    <a:latin typeface="+mn-ea"/>
                  </a:rPr>
                  <a:t>源地址：</a:t>
                </a:r>
                <a:endParaRPr lang="en-US" altLang="zh-CN" b="1" dirty="0">
                  <a:solidFill>
                    <a:schemeClr val="tx1"/>
                  </a:solidFill>
                  <a:latin typeface="+mn-ea"/>
                </a:endParaRPr>
              </a:p>
              <a:p>
                <a:r>
                  <a:rPr lang="en-US" altLang="zh-CN" b="1" dirty="0">
                    <a:solidFill>
                      <a:schemeClr val="tx1"/>
                    </a:solidFill>
                    <a:latin typeface="+mn-ea"/>
                  </a:rPr>
                  <a:t>……</a:t>
                </a:r>
                <a:endParaRPr lang="zh-CN" altLang="en-US" b="1" dirty="0">
                  <a:solidFill>
                    <a:schemeClr val="tx1"/>
                  </a:solidFill>
                  <a:latin typeface="+mn-ea"/>
                </a:endParaRPr>
              </a:p>
            </p:txBody>
          </p:sp>
          <p:sp>
            <p:nvSpPr>
              <p:cNvPr id="31" name="矩形 30">
                <a:extLst>
                  <a:ext uri="{FF2B5EF4-FFF2-40B4-BE49-F238E27FC236}">
                    <a16:creationId xmlns:a16="http://schemas.microsoft.com/office/drawing/2014/main" id="{4AD2924A-AF5B-41C0-ADB0-208A7B86200C}"/>
                  </a:ext>
                </a:extLst>
              </p:cNvPr>
              <p:cNvSpPr/>
              <p:nvPr/>
            </p:nvSpPr>
            <p:spPr>
              <a:xfrm>
                <a:off x="4702413" y="5216686"/>
                <a:ext cx="3158796" cy="892014"/>
              </a:xfrm>
              <a:prstGeom prst="rect">
                <a:avLst/>
              </a:prstGeom>
              <a:noFill/>
              <a:ln>
                <a:solidFill>
                  <a:schemeClr val="accent3"/>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zh-CN" altLang="en-US" b="1" dirty="0">
                    <a:solidFill>
                      <a:schemeClr val="tx1"/>
                    </a:solidFill>
                    <a:latin typeface="+mn-ea"/>
                  </a:rPr>
                  <a:t>数据载荷和帧尾部</a:t>
                </a:r>
                <a:endParaRPr lang="en-US" altLang="zh-CN" b="1" dirty="0">
                  <a:solidFill>
                    <a:schemeClr val="tx1"/>
                  </a:solidFill>
                  <a:latin typeface="+mn-ea"/>
                </a:endParaRPr>
              </a:p>
              <a:p>
                <a:pPr algn="ctr"/>
                <a:r>
                  <a:rPr lang="en-US" altLang="zh-CN" b="1" dirty="0">
                    <a:solidFill>
                      <a:schemeClr val="tx1"/>
                    </a:solidFill>
                    <a:latin typeface="+mn-ea"/>
                  </a:rPr>
                  <a:t>……</a:t>
                </a:r>
                <a:endParaRPr lang="zh-CN" altLang="en-US" b="1" dirty="0">
                  <a:solidFill>
                    <a:schemeClr val="tx1"/>
                  </a:solidFill>
                  <a:latin typeface="+mn-ea"/>
                </a:endParaRPr>
              </a:p>
            </p:txBody>
          </p:sp>
        </p:grpSp>
      </p:grpSp>
      <p:cxnSp>
        <p:nvCxnSpPr>
          <p:cNvPr id="33" name="直接箭头连接符 32">
            <a:extLst>
              <a:ext uri="{FF2B5EF4-FFF2-40B4-BE49-F238E27FC236}">
                <a16:creationId xmlns:a16="http://schemas.microsoft.com/office/drawing/2014/main" id="{28CE70FF-13D2-4784-B89D-1531B5CCDA9F}"/>
              </a:ext>
            </a:extLst>
          </p:cNvPr>
          <p:cNvCxnSpPr/>
          <p:nvPr/>
        </p:nvCxnSpPr>
        <p:spPr>
          <a:xfrm flipV="1">
            <a:off x="6277387" y="2073384"/>
            <a:ext cx="0" cy="773654"/>
          </a:xfrm>
          <a:prstGeom prst="straightConnector1">
            <a:avLst/>
          </a:prstGeom>
          <a:ln w="50800" cap="rnd">
            <a:solidFill>
              <a:schemeClr val="accent6"/>
            </a:solidFill>
            <a:round/>
            <a:tailEnd type="triangle" w="med" len="med"/>
          </a:ln>
        </p:spPr>
        <p:style>
          <a:lnRef idx="1">
            <a:schemeClr val="accent1"/>
          </a:lnRef>
          <a:fillRef idx="0">
            <a:schemeClr val="accent1"/>
          </a:fillRef>
          <a:effectRef idx="0">
            <a:schemeClr val="accent1"/>
          </a:effectRef>
          <a:fontRef idx="minor">
            <a:schemeClr val="tx1"/>
          </a:fontRef>
        </p:style>
      </p:cxnSp>
      <p:cxnSp>
        <p:nvCxnSpPr>
          <p:cNvPr id="34" name="直接箭头连接符 33">
            <a:extLst>
              <a:ext uri="{FF2B5EF4-FFF2-40B4-BE49-F238E27FC236}">
                <a16:creationId xmlns:a16="http://schemas.microsoft.com/office/drawing/2014/main" id="{A15104E1-0B7A-4C43-BEBD-6DE3DBC10CD6}"/>
              </a:ext>
            </a:extLst>
          </p:cNvPr>
          <p:cNvCxnSpPr>
            <a:cxnSpLocks/>
          </p:cNvCxnSpPr>
          <p:nvPr/>
        </p:nvCxnSpPr>
        <p:spPr>
          <a:xfrm>
            <a:off x="6273899" y="2060228"/>
            <a:ext cx="4976395" cy="0"/>
          </a:xfrm>
          <a:prstGeom prst="straightConnector1">
            <a:avLst/>
          </a:prstGeom>
          <a:ln w="50800" cap="rnd">
            <a:solidFill>
              <a:schemeClr val="accent6"/>
            </a:solidFill>
            <a:round/>
            <a:tailEnd type="triangle" w="med" len="med"/>
          </a:ln>
        </p:spPr>
        <p:style>
          <a:lnRef idx="1">
            <a:schemeClr val="accent1"/>
          </a:lnRef>
          <a:fillRef idx="0">
            <a:schemeClr val="accent1"/>
          </a:fillRef>
          <a:effectRef idx="0">
            <a:schemeClr val="accent1"/>
          </a:effectRef>
          <a:fontRef idx="minor">
            <a:schemeClr val="tx1"/>
          </a:fontRef>
        </p:style>
      </p:cxnSp>
      <p:cxnSp>
        <p:nvCxnSpPr>
          <p:cNvPr id="36" name="直接箭头连接符 35">
            <a:extLst>
              <a:ext uri="{FF2B5EF4-FFF2-40B4-BE49-F238E27FC236}">
                <a16:creationId xmlns:a16="http://schemas.microsoft.com/office/drawing/2014/main" id="{A2E2AEAE-487A-4DDA-A723-34D812E7C0C4}"/>
              </a:ext>
            </a:extLst>
          </p:cNvPr>
          <p:cNvCxnSpPr>
            <a:cxnSpLocks/>
            <a:endCxn id="62" idx="3"/>
          </p:cNvCxnSpPr>
          <p:nvPr/>
        </p:nvCxnSpPr>
        <p:spPr>
          <a:xfrm flipH="1" flipV="1">
            <a:off x="1089364" y="2052650"/>
            <a:ext cx="5184535" cy="3860"/>
          </a:xfrm>
          <a:prstGeom prst="straightConnector1">
            <a:avLst/>
          </a:prstGeom>
          <a:ln w="50800" cap="rnd">
            <a:solidFill>
              <a:schemeClr val="accent6"/>
            </a:solidFill>
            <a:round/>
            <a:tailEnd type="triangle" w="med" len="med"/>
          </a:ln>
        </p:spPr>
        <p:style>
          <a:lnRef idx="1">
            <a:schemeClr val="accent1"/>
          </a:lnRef>
          <a:fillRef idx="0">
            <a:schemeClr val="accent1"/>
          </a:fillRef>
          <a:effectRef idx="0">
            <a:schemeClr val="accent1"/>
          </a:effectRef>
          <a:fontRef idx="minor">
            <a:schemeClr val="tx1"/>
          </a:fontRef>
        </p:style>
      </p:cxnSp>
      <p:cxnSp>
        <p:nvCxnSpPr>
          <p:cNvPr id="38" name="直接箭头连接符 37">
            <a:extLst>
              <a:ext uri="{FF2B5EF4-FFF2-40B4-BE49-F238E27FC236}">
                <a16:creationId xmlns:a16="http://schemas.microsoft.com/office/drawing/2014/main" id="{7AC9E4AA-CF96-4A88-B37E-4AB12C052C69}"/>
              </a:ext>
            </a:extLst>
          </p:cNvPr>
          <p:cNvCxnSpPr>
            <a:cxnSpLocks/>
          </p:cNvCxnSpPr>
          <p:nvPr/>
        </p:nvCxnSpPr>
        <p:spPr>
          <a:xfrm>
            <a:off x="1920316" y="2080361"/>
            <a:ext cx="0" cy="772860"/>
          </a:xfrm>
          <a:prstGeom prst="straightConnector1">
            <a:avLst/>
          </a:prstGeom>
          <a:ln w="50800" cap="rnd">
            <a:solidFill>
              <a:schemeClr val="accent6"/>
            </a:solidFill>
            <a:round/>
            <a:tailEnd type="triangle" w="med" len="med"/>
          </a:ln>
        </p:spPr>
        <p:style>
          <a:lnRef idx="1">
            <a:schemeClr val="accent1"/>
          </a:lnRef>
          <a:fillRef idx="0">
            <a:schemeClr val="accent1"/>
          </a:fillRef>
          <a:effectRef idx="0">
            <a:schemeClr val="accent1"/>
          </a:effectRef>
          <a:fontRef idx="minor">
            <a:schemeClr val="tx1"/>
          </a:fontRef>
        </p:style>
      </p:cxnSp>
      <p:cxnSp>
        <p:nvCxnSpPr>
          <p:cNvPr id="41" name="直接箭头连接符 40">
            <a:extLst>
              <a:ext uri="{FF2B5EF4-FFF2-40B4-BE49-F238E27FC236}">
                <a16:creationId xmlns:a16="http://schemas.microsoft.com/office/drawing/2014/main" id="{B4FBEDF4-0B41-43F5-A470-7571F505A961}"/>
              </a:ext>
            </a:extLst>
          </p:cNvPr>
          <p:cNvCxnSpPr>
            <a:cxnSpLocks/>
          </p:cNvCxnSpPr>
          <p:nvPr/>
        </p:nvCxnSpPr>
        <p:spPr>
          <a:xfrm>
            <a:off x="10683471" y="2080361"/>
            <a:ext cx="0" cy="772860"/>
          </a:xfrm>
          <a:prstGeom prst="straightConnector1">
            <a:avLst/>
          </a:prstGeom>
          <a:ln w="50800" cap="rnd">
            <a:solidFill>
              <a:schemeClr val="accent6"/>
            </a:solidFill>
            <a:round/>
            <a:tailEnd type="triangle" w="med" len="med"/>
          </a:ln>
        </p:spPr>
        <p:style>
          <a:lnRef idx="1">
            <a:schemeClr val="accent1"/>
          </a:lnRef>
          <a:fillRef idx="0">
            <a:schemeClr val="accent1"/>
          </a:fillRef>
          <a:effectRef idx="0">
            <a:schemeClr val="accent1"/>
          </a:effectRef>
          <a:fontRef idx="minor">
            <a:schemeClr val="tx1"/>
          </a:fontRef>
        </p:style>
      </p:cxnSp>
      <p:grpSp>
        <p:nvGrpSpPr>
          <p:cNvPr id="46" name="组合 45">
            <a:extLst>
              <a:ext uri="{FF2B5EF4-FFF2-40B4-BE49-F238E27FC236}">
                <a16:creationId xmlns:a16="http://schemas.microsoft.com/office/drawing/2014/main" id="{1B466FA8-6409-47F5-BDC3-C75DDB6172AF}"/>
              </a:ext>
            </a:extLst>
          </p:cNvPr>
          <p:cNvGrpSpPr/>
          <p:nvPr/>
        </p:nvGrpSpPr>
        <p:grpSpPr>
          <a:xfrm>
            <a:off x="294872" y="4001810"/>
            <a:ext cx="3158796" cy="2106890"/>
            <a:chOff x="4702413" y="4001810"/>
            <a:chExt cx="3158796" cy="2106890"/>
          </a:xfrm>
        </p:grpSpPr>
        <p:sp>
          <p:nvSpPr>
            <p:cNvPr id="47" name="文本框 46">
              <a:extLst>
                <a:ext uri="{FF2B5EF4-FFF2-40B4-BE49-F238E27FC236}">
                  <a16:creationId xmlns:a16="http://schemas.microsoft.com/office/drawing/2014/main" id="{2B84C397-D30F-486B-A288-CC8463B30040}"/>
                </a:ext>
              </a:extLst>
            </p:cNvPr>
            <p:cNvSpPr txBox="1"/>
            <p:nvPr/>
          </p:nvSpPr>
          <p:spPr>
            <a:xfrm>
              <a:off x="5797369" y="4293542"/>
              <a:ext cx="1901162" cy="369332"/>
            </a:xfrm>
            <a:prstGeom prst="rect">
              <a:avLst/>
            </a:prstGeom>
            <a:noFill/>
          </p:spPr>
          <p:txBody>
            <a:bodyPr wrap="square" rtlCol="0">
              <a:spAutoFit/>
            </a:bodyPr>
            <a:lstStyle/>
            <a:p>
              <a:r>
                <a:rPr lang="en-US" altLang="zh-CN" b="1" dirty="0"/>
                <a:t>00-0C-CF-B8-4A-82</a:t>
              </a:r>
              <a:endParaRPr lang="zh-CN" altLang="en-US" b="1" dirty="0"/>
            </a:p>
          </p:txBody>
        </p:sp>
        <p:sp>
          <p:nvSpPr>
            <p:cNvPr id="49" name="文本框 48">
              <a:extLst>
                <a:ext uri="{FF2B5EF4-FFF2-40B4-BE49-F238E27FC236}">
                  <a16:creationId xmlns:a16="http://schemas.microsoft.com/office/drawing/2014/main" id="{473CD206-2A18-46B0-973E-9E9CDECA70F6}"/>
                </a:ext>
              </a:extLst>
            </p:cNvPr>
            <p:cNvSpPr txBox="1"/>
            <p:nvPr/>
          </p:nvSpPr>
          <p:spPr>
            <a:xfrm>
              <a:off x="5797369" y="4555913"/>
              <a:ext cx="1901162" cy="369332"/>
            </a:xfrm>
            <a:prstGeom prst="rect">
              <a:avLst/>
            </a:prstGeom>
            <a:noFill/>
          </p:spPr>
          <p:txBody>
            <a:bodyPr wrap="square" rtlCol="0">
              <a:spAutoFit/>
            </a:bodyPr>
            <a:lstStyle/>
            <a:p>
              <a:r>
                <a:rPr lang="en-US" altLang="zh-CN" b="1" dirty="0"/>
                <a:t>00-E0-F9-A3-43-77</a:t>
              </a:r>
              <a:endParaRPr lang="zh-CN" altLang="en-US" b="1" dirty="0"/>
            </a:p>
          </p:txBody>
        </p:sp>
        <p:grpSp>
          <p:nvGrpSpPr>
            <p:cNvPr id="50" name="组合 49">
              <a:extLst>
                <a:ext uri="{FF2B5EF4-FFF2-40B4-BE49-F238E27FC236}">
                  <a16:creationId xmlns:a16="http://schemas.microsoft.com/office/drawing/2014/main" id="{B6F9A00B-F8ED-4A65-BDDC-ED83BC8F819A}"/>
                </a:ext>
              </a:extLst>
            </p:cNvPr>
            <p:cNvGrpSpPr/>
            <p:nvPr/>
          </p:nvGrpSpPr>
          <p:grpSpPr>
            <a:xfrm>
              <a:off x="4702413" y="4001810"/>
              <a:ext cx="3158796" cy="2106890"/>
              <a:chOff x="4702413" y="4001810"/>
              <a:chExt cx="3158796" cy="2106890"/>
            </a:xfrm>
          </p:grpSpPr>
          <p:sp>
            <p:nvSpPr>
              <p:cNvPr id="51" name="矩形 50">
                <a:extLst>
                  <a:ext uri="{FF2B5EF4-FFF2-40B4-BE49-F238E27FC236}">
                    <a16:creationId xmlns:a16="http://schemas.microsoft.com/office/drawing/2014/main" id="{F4DB643D-04D4-4811-AD3B-2FBC97CCB428}"/>
                  </a:ext>
                </a:extLst>
              </p:cNvPr>
              <p:cNvSpPr/>
              <p:nvPr/>
            </p:nvSpPr>
            <p:spPr>
              <a:xfrm>
                <a:off x="4702413" y="4001810"/>
                <a:ext cx="3158796" cy="1214876"/>
              </a:xfrm>
              <a:prstGeom prst="rect">
                <a:avLst/>
              </a:prstGeom>
              <a:noFill/>
              <a:ln>
                <a:solidFill>
                  <a:schemeClr val="accent3"/>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zh-CN" altLang="en-US" b="1" dirty="0">
                    <a:solidFill>
                      <a:schemeClr val="tx1"/>
                    </a:solidFill>
                    <a:latin typeface="+mn-ea"/>
                  </a:rPr>
                  <a:t>帧的首部</a:t>
                </a:r>
                <a:endParaRPr lang="en-US" altLang="zh-CN" b="1" dirty="0">
                  <a:solidFill>
                    <a:schemeClr val="tx1"/>
                  </a:solidFill>
                  <a:latin typeface="+mn-ea"/>
                </a:endParaRPr>
              </a:p>
              <a:p>
                <a:r>
                  <a:rPr lang="zh-CN" altLang="en-US" b="1" dirty="0">
                    <a:solidFill>
                      <a:schemeClr val="tx1"/>
                    </a:solidFill>
                    <a:latin typeface="+mn-ea"/>
                  </a:rPr>
                  <a:t>目的地址：</a:t>
                </a:r>
                <a:endParaRPr lang="en-US" altLang="zh-CN" b="1" dirty="0">
                  <a:solidFill>
                    <a:schemeClr val="tx1"/>
                  </a:solidFill>
                  <a:latin typeface="+mn-ea"/>
                </a:endParaRPr>
              </a:p>
              <a:p>
                <a:r>
                  <a:rPr lang="zh-CN" altLang="en-US" b="1" dirty="0">
                    <a:solidFill>
                      <a:schemeClr val="tx1"/>
                    </a:solidFill>
                    <a:latin typeface="+mn-ea"/>
                  </a:rPr>
                  <a:t>源地址：</a:t>
                </a:r>
                <a:endParaRPr lang="en-US" altLang="zh-CN" b="1" dirty="0">
                  <a:solidFill>
                    <a:schemeClr val="tx1"/>
                  </a:solidFill>
                  <a:latin typeface="+mn-ea"/>
                </a:endParaRPr>
              </a:p>
              <a:p>
                <a:r>
                  <a:rPr lang="en-US" altLang="zh-CN" b="1" dirty="0">
                    <a:solidFill>
                      <a:schemeClr val="tx1"/>
                    </a:solidFill>
                    <a:latin typeface="+mn-ea"/>
                  </a:rPr>
                  <a:t>……</a:t>
                </a:r>
                <a:endParaRPr lang="zh-CN" altLang="en-US" b="1" dirty="0">
                  <a:solidFill>
                    <a:schemeClr val="tx1"/>
                  </a:solidFill>
                  <a:latin typeface="+mn-ea"/>
                </a:endParaRPr>
              </a:p>
            </p:txBody>
          </p:sp>
          <p:sp>
            <p:nvSpPr>
              <p:cNvPr id="52" name="矩形 51">
                <a:extLst>
                  <a:ext uri="{FF2B5EF4-FFF2-40B4-BE49-F238E27FC236}">
                    <a16:creationId xmlns:a16="http://schemas.microsoft.com/office/drawing/2014/main" id="{D49AD462-63E3-4EB4-819E-D1E6263E145C}"/>
                  </a:ext>
                </a:extLst>
              </p:cNvPr>
              <p:cNvSpPr/>
              <p:nvPr/>
            </p:nvSpPr>
            <p:spPr>
              <a:xfrm>
                <a:off x="4702413" y="5216686"/>
                <a:ext cx="3158796" cy="892014"/>
              </a:xfrm>
              <a:prstGeom prst="rect">
                <a:avLst/>
              </a:prstGeom>
              <a:noFill/>
              <a:ln>
                <a:solidFill>
                  <a:schemeClr val="accent3"/>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zh-CN" altLang="en-US" b="1" dirty="0">
                    <a:solidFill>
                      <a:schemeClr val="tx1"/>
                    </a:solidFill>
                    <a:latin typeface="+mn-ea"/>
                  </a:rPr>
                  <a:t>数据载荷和帧尾部</a:t>
                </a:r>
                <a:endParaRPr lang="en-US" altLang="zh-CN" b="1" dirty="0">
                  <a:solidFill>
                    <a:schemeClr val="tx1"/>
                  </a:solidFill>
                  <a:latin typeface="+mn-ea"/>
                </a:endParaRPr>
              </a:p>
              <a:p>
                <a:pPr algn="ctr"/>
                <a:r>
                  <a:rPr lang="en-US" altLang="zh-CN" b="1" dirty="0">
                    <a:solidFill>
                      <a:schemeClr val="tx1"/>
                    </a:solidFill>
                    <a:latin typeface="+mn-ea"/>
                  </a:rPr>
                  <a:t>……</a:t>
                </a:r>
                <a:endParaRPr lang="zh-CN" altLang="en-US" b="1" dirty="0">
                  <a:solidFill>
                    <a:schemeClr val="tx1"/>
                  </a:solidFill>
                  <a:latin typeface="+mn-ea"/>
                </a:endParaRPr>
              </a:p>
            </p:txBody>
          </p:sp>
        </p:grpSp>
      </p:grpSp>
      <p:grpSp>
        <p:nvGrpSpPr>
          <p:cNvPr id="53" name="组合 52">
            <a:extLst>
              <a:ext uri="{FF2B5EF4-FFF2-40B4-BE49-F238E27FC236}">
                <a16:creationId xmlns:a16="http://schemas.microsoft.com/office/drawing/2014/main" id="{53B2F8DB-8A7D-444E-BA89-5818133CC10D}"/>
              </a:ext>
            </a:extLst>
          </p:cNvPr>
          <p:cNvGrpSpPr/>
          <p:nvPr/>
        </p:nvGrpSpPr>
        <p:grpSpPr>
          <a:xfrm>
            <a:off x="8721825" y="4001810"/>
            <a:ext cx="3158796" cy="2106890"/>
            <a:chOff x="4702413" y="4001810"/>
            <a:chExt cx="3158796" cy="2106890"/>
          </a:xfrm>
        </p:grpSpPr>
        <p:sp>
          <p:nvSpPr>
            <p:cNvPr id="64" name="文本框 63">
              <a:extLst>
                <a:ext uri="{FF2B5EF4-FFF2-40B4-BE49-F238E27FC236}">
                  <a16:creationId xmlns:a16="http://schemas.microsoft.com/office/drawing/2014/main" id="{92F189EE-BC72-4C48-BD50-56A9AEB4A0A4}"/>
                </a:ext>
              </a:extLst>
            </p:cNvPr>
            <p:cNvSpPr txBox="1"/>
            <p:nvPr/>
          </p:nvSpPr>
          <p:spPr>
            <a:xfrm>
              <a:off x="5797369" y="4293542"/>
              <a:ext cx="1901162" cy="369332"/>
            </a:xfrm>
            <a:prstGeom prst="rect">
              <a:avLst/>
            </a:prstGeom>
            <a:noFill/>
          </p:spPr>
          <p:txBody>
            <a:bodyPr wrap="square" rtlCol="0">
              <a:spAutoFit/>
            </a:bodyPr>
            <a:lstStyle/>
            <a:p>
              <a:r>
                <a:rPr lang="en-US" altLang="zh-CN" b="1" dirty="0"/>
                <a:t>00-0C-CF-B8-4A-82</a:t>
              </a:r>
              <a:endParaRPr lang="zh-CN" altLang="en-US" b="1" dirty="0"/>
            </a:p>
          </p:txBody>
        </p:sp>
        <p:sp>
          <p:nvSpPr>
            <p:cNvPr id="69" name="文本框 68">
              <a:extLst>
                <a:ext uri="{FF2B5EF4-FFF2-40B4-BE49-F238E27FC236}">
                  <a16:creationId xmlns:a16="http://schemas.microsoft.com/office/drawing/2014/main" id="{159BE52C-7C9A-4898-BEFB-8292AB428206}"/>
                </a:ext>
              </a:extLst>
            </p:cNvPr>
            <p:cNvSpPr txBox="1"/>
            <p:nvPr/>
          </p:nvSpPr>
          <p:spPr>
            <a:xfrm>
              <a:off x="5797369" y="4555913"/>
              <a:ext cx="1901162" cy="369332"/>
            </a:xfrm>
            <a:prstGeom prst="rect">
              <a:avLst/>
            </a:prstGeom>
            <a:noFill/>
          </p:spPr>
          <p:txBody>
            <a:bodyPr wrap="square" rtlCol="0">
              <a:spAutoFit/>
            </a:bodyPr>
            <a:lstStyle/>
            <a:p>
              <a:r>
                <a:rPr lang="en-US" altLang="zh-CN" b="1" dirty="0"/>
                <a:t>00-E0-F9-A3-43-77</a:t>
              </a:r>
              <a:endParaRPr lang="zh-CN" altLang="en-US" b="1" dirty="0"/>
            </a:p>
          </p:txBody>
        </p:sp>
        <p:grpSp>
          <p:nvGrpSpPr>
            <p:cNvPr id="72" name="组合 71">
              <a:extLst>
                <a:ext uri="{FF2B5EF4-FFF2-40B4-BE49-F238E27FC236}">
                  <a16:creationId xmlns:a16="http://schemas.microsoft.com/office/drawing/2014/main" id="{19A972EE-CFC4-4634-861D-919E8EA6B4DC}"/>
                </a:ext>
              </a:extLst>
            </p:cNvPr>
            <p:cNvGrpSpPr/>
            <p:nvPr/>
          </p:nvGrpSpPr>
          <p:grpSpPr>
            <a:xfrm>
              <a:off x="4702413" y="4001810"/>
              <a:ext cx="3158796" cy="2106890"/>
              <a:chOff x="4702413" y="4001810"/>
              <a:chExt cx="3158796" cy="2106890"/>
            </a:xfrm>
          </p:grpSpPr>
          <p:sp>
            <p:nvSpPr>
              <p:cNvPr id="73" name="矩形 72">
                <a:extLst>
                  <a:ext uri="{FF2B5EF4-FFF2-40B4-BE49-F238E27FC236}">
                    <a16:creationId xmlns:a16="http://schemas.microsoft.com/office/drawing/2014/main" id="{4F3B17CF-4480-4BD8-8FC1-11F37012A822}"/>
                  </a:ext>
                </a:extLst>
              </p:cNvPr>
              <p:cNvSpPr/>
              <p:nvPr/>
            </p:nvSpPr>
            <p:spPr>
              <a:xfrm>
                <a:off x="4702413" y="4001810"/>
                <a:ext cx="3158796" cy="1214876"/>
              </a:xfrm>
              <a:prstGeom prst="rect">
                <a:avLst/>
              </a:prstGeom>
              <a:noFill/>
              <a:ln>
                <a:solidFill>
                  <a:schemeClr val="accent3"/>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zh-CN" altLang="en-US" b="1" dirty="0">
                    <a:solidFill>
                      <a:schemeClr val="tx1"/>
                    </a:solidFill>
                    <a:latin typeface="+mn-ea"/>
                  </a:rPr>
                  <a:t>帧的首部</a:t>
                </a:r>
                <a:endParaRPr lang="en-US" altLang="zh-CN" b="1" dirty="0">
                  <a:solidFill>
                    <a:schemeClr val="tx1"/>
                  </a:solidFill>
                  <a:latin typeface="+mn-ea"/>
                </a:endParaRPr>
              </a:p>
              <a:p>
                <a:r>
                  <a:rPr lang="zh-CN" altLang="en-US" b="1" dirty="0">
                    <a:solidFill>
                      <a:schemeClr val="tx1"/>
                    </a:solidFill>
                    <a:latin typeface="+mn-ea"/>
                  </a:rPr>
                  <a:t>目的地址：</a:t>
                </a:r>
                <a:endParaRPr lang="en-US" altLang="zh-CN" b="1" dirty="0">
                  <a:solidFill>
                    <a:schemeClr val="tx1"/>
                  </a:solidFill>
                  <a:latin typeface="+mn-ea"/>
                </a:endParaRPr>
              </a:p>
              <a:p>
                <a:r>
                  <a:rPr lang="zh-CN" altLang="en-US" b="1" dirty="0">
                    <a:solidFill>
                      <a:schemeClr val="tx1"/>
                    </a:solidFill>
                    <a:latin typeface="+mn-ea"/>
                  </a:rPr>
                  <a:t>源地址：</a:t>
                </a:r>
                <a:endParaRPr lang="en-US" altLang="zh-CN" b="1" dirty="0">
                  <a:solidFill>
                    <a:schemeClr val="tx1"/>
                  </a:solidFill>
                  <a:latin typeface="+mn-ea"/>
                </a:endParaRPr>
              </a:p>
              <a:p>
                <a:r>
                  <a:rPr lang="en-US" altLang="zh-CN" b="1" dirty="0">
                    <a:solidFill>
                      <a:schemeClr val="tx1"/>
                    </a:solidFill>
                    <a:latin typeface="+mn-ea"/>
                  </a:rPr>
                  <a:t>……</a:t>
                </a:r>
                <a:endParaRPr lang="zh-CN" altLang="en-US" b="1" dirty="0">
                  <a:solidFill>
                    <a:schemeClr val="tx1"/>
                  </a:solidFill>
                  <a:latin typeface="+mn-ea"/>
                </a:endParaRPr>
              </a:p>
            </p:txBody>
          </p:sp>
          <p:sp>
            <p:nvSpPr>
              <p:cNvPr id="74" name="矩形 73">
                <a:extLst>
                  <a:ext uri="{FF2B5EF4-FFF2-40B4-BE49-F238E27FC236}">
                    <a16:creationId xmlns:a16="http://schemas.microsoft.com/office/drawing/2014/main" id="{2A387C22-A097-4333-8E05-34CAED94D522}"/>
                  </a:ext>
                </a:extLst>
              </p:cNvPr>
              <p:cNvSpPr/>
              <p:nvPr/>
            </p:nvSpPr>
            <p:spPr>
              <a:xfrm>
                <a:off x="4702413" y="5216686"/>
                <a:ext cx="3158796" cy="892014"/>
              </a:xfrm>
              <a:prstGeom prst="rect">
                <a:avLst/>
              </a:prstGeom>
              <a:noFill/>
              <a:ln>
                <a:solidFill>
                  <a:schemeClr val="accent3"/>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zh-CN" altLang="en-US" b="1" dirty="0">
                    <a:solidFill>
                      <a:schemeClr val="tx1"/>
                    </a:solidFill>
                    <a:latin typeface="+mn-ea"/>
                  </a:rPr>
                  <a:t>数据载荷和帧尾部</a:t>
                </a:r>
                <a:endParaRPr lang="en-US" altLang="zh-CN" b="1" dirty="0">
                  <a:solidFill>
                    <a:schemeClr val="tx1"/>
                  </a:solidFill>
                  <a:latin typeface="+mn-ea"/>
                </a:endParaRPr>
              </a:p>
              <a:p>
                <a:pPr algn="ctr"/>
                <a:r>
                  <a:rPr lang="en-US" altLang="zh-CN" b="1" dirty="0">
                    <a:solidFill>
                      <a:schemeClr val="tx1"/>
                    </a:solidFill>
                    <a:latin typeface="+mn-ea"/>
                  </a:rPr>
                  <a:t>……</a:t>
                </a:r>
                <a:endParaRPr lang="zh-CN" altLang="en-US" b="1" dirty="0">
                  <a:solidFill>
                    <a:schemeClr val="tx1"/>
                  </a:solidFill>
                  <a:latin typeface="+mn-ea"/>
                </a:endParaRPr>
              </a:p>
            </p:txBody>
          </p:sp>
        </p:grpSp>
      </p:grpSp>
    </p:spTree>
    <p:custDataLst>
      <p:tags r:id="rId1"/>
    </p:custDataLst>
    <p:extLst>
      <p:ext uri="{BB962C8B-B14F-4D97-AF65-F5344CB8AC3E}">
        <p14:creationId xmlns:p14="http://schemas.microsoft.com/office/powerpoint/2010/main" val="2804242849"/>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47" presetClass="exit" presetSubtype="0" fill="hold" nodeType="withEffect">
                                  <p:stCondLst>
                                    <p:cond delay="0"/>
                                  </p:stCondLst>
                                  <p:childTnLst>
                                    <p:animEffect transition="out" filter="fade">
                                      <p:cBhvr>
                                        <p:cTn id="6" dur="1000"/>
                                        <p:tgtEl>
                                          <p:spTgt spid="14"/>
                                        </p:tgtEl>
                                      </p:cBhvr>
                                    </p:animEffect>
                                    <p:anim calcmode="lin" valueType="num">
                                      <p:cBhvr>
                                        <p:cTn id="7" dur="1000"/>
                                        <p:tgtEl>
                                          <p:spTgt spid="14"/>
                                        </p:tgtEl>
                                        <p:attrNameLst>
                                          <p:attrName>ppt_x</p:attrName>
                                        </p:attrNameLst>
                                      </p:cBhvr>
                                      <p:tavLst>
                                        <p:tav tm="0">
                                          <p:val>
                                            <p:strVal val="ppt_x"/>
                                          </p:val>
                                        </p:tav>
                                        <p:tav tm="100000">
                                          <p:val>
                                            <p:strVal val="ppt_x"/>
                                          </p:val>
                                        </p:tav>
                                      </p:tavLst>
                                    </p:anim>
                                    <p:anim calcmode="lin" valueType="num">
                                      <p:cBhvr>
                                        <p:cTn id="8" dur="1000"/>
                                        <p:tgtEl>
                                          <p:spTgt spid="14"/>
                                        </p:tgtEl>
                                        <p:attrNameLst>
                                          <p:attrName>ppt_y</p:attrName>
                                        </p:attrNameLst>
                                      </p:cBhvr>
                                      <p:tavLst>
                                        <p:tav tm="0">
                                          <p:val>
                                            <p:strVal val="ppt_y"/>
                                          </p:val>
                                        </p:tav>
                                        <p:tav tm="100000">
                                          <p:val>
                                            <p:strVal val="ppt_y-.1"/>
                                          </p:val>
                                        </p:tav>
                                      </p:tavLst>
                                    </p:anim>
                                    <p:set>
                                      <p:cBhvr>
                                        <p:cTn id="9" dur="1" fill="hold">
                                          <p:stCondLst>
                                            <p:cond delay="999"/>
                                          </p:stCondLst>
                                        </p:cTn>
                                        <p:tgtEl>
                                          <p:spTgt spid="14"/>
                                        </p:tgtEl>
                                        <p:attrNameLst>
                                          <p:attrName>style.visibility</p:attrName>
                                        </p:attrNameLst>
                                      </p:cBhvr>
                                      <p:to>
                                        <p:strVal val="hidden"/>
                                      </p:to>
                                    </p:set>
                                  </p:childTnLst>
                                </p:cTn>
                              </p:par>
                            </p:childTnLst>
                          </p:cTn>
                        </p:par>
                        <p:par>
                          <p:cTn id="10" fill="hold">
                            <p:stCondLst>
                              <p:cond delay="1000"/>
                            </p:stCondLst>
                            <p:childTnLst>
                              <p:par>
                                <p:cTn id="11" presetID="22" presetClass="entr" presetSubtype="4" fill="hold" nodeType="afterEffect">
                                  <p:stCondLst>
                                    <p:cond delay="0"/>
                                  </p:stCondLst>
                                  <p:childTnLst>
                                    <p:set>
                                      <p:cBhvr>
                                        <p:cTn id="12" dur="1" fill="hold">
                                          <p:stCondLst>
                                            <p:cond delay="0"/>
                                          </p:stCondLst>
                                        </p:cTn>
                                        <p:tgtEl>
                                          <p:spTgt spid="33"/>
                                        </p:tgtEl>
                                        <p:attrNameLst>
                                          <p:attrName>style.visibility</p:attrName>
                                        </p:attrNameLst>
                                      </p:cBhvr>
                                      <p:to>
                                        <p:strVal val="visible"/>
                                      </p:to>
                                    </p:set>
                                    <p:animEffect transition="in" filter="wipe(down)">
                                      <p:cBhvr>
                                        <p:cTn id="13" dur="500"/>
                                        <p:tgtEl>
                                          <p:spTgt spid="33"/>
                                        </p:tgtEl>
                                      </p:cBhvr>
                                    </p:animEffect>
                                  </p:childTnLst>
                                </p:cTn>
                              </p:par>
                            </p:childTnLst>
                          </p:cTn>
                        </p:par>
                        <p:par>
                          <p:cTn id="14" fill="hold">
                            <p:stCondLst>
                              <p:cond delay="1500"/>
                            </p:stCondLst>
                            <p:childTnLst>
                              <p:par>
                                <p:cTn id="15" presetID="22" presetClass="entr" presetSubtype="8" fill="hold" nodeType="afterEffect">
                                  <p:stCondLst>
                                    <p:cond delay="0"/>
                                  </p:stCondLst>
                                  <p:childTnLst>
                                    <p:set>
                                      <p:cBhvr>
                                        <p:cTn id="16" dur="1" fill="hold">
                                          <p:stCondLst>
                                            <p:cond delay="0"/>
                                          </p:stCondLst>
                                        </p:cTn>
                                        <p:tgtEl>
                                          <p:spTgt spid="34"/>
                                        </p:tgtEl>
                                        <p:attrNameLst>
                                          <p:attrName>style.visibility</p:attrName>
                                        </p:attrNameLst>
                                      </p:cBhvr>
                                      <p:to>
                                        <p:strVal val="visible"/>
                                      </p:to>
                                    </p:set>
                                    <p:animEffect transition="in" filter="wipe(left)">
                                      <p:cBhvr>
                                        <p:cTn id="17" dur="2000"/>
                                        <p:tgtEl>
                                          <p:spTgt spid="34"/>
                                        </p:tgtEl>
                                      </p:cBhvr>
                                    </p:animEffect>
                                  </p:childTnLst>
                                </p:cTn>
                              </p:par>
                              <p:par>
                                <p:cTn id="18" presetID="22" presetClass="entr" presetSubtype="2" fill="hold" nodeType="withEffect">
                                  <p:stCondLst>
                                    <p:cond delay="0"/>
                                  </p:stCondLst>
                                  <p:childTnLst>
                                    <p:set>
                                      <p:cBhvr>
                                        <p:cTn id="19" dur="1" fill="hold">
                                          <p:stCondLst>
                                            <p:cond delay="0"/>
                                          </p:stCondLst>
                                        </p:cTn>
                                        <p:tgtEl>
                                          <p:spTgt spid="36"/>
                                        </p:tgtEl>
                                        <p:attrNameLst>
                                          <p:attrName>style.visibility</p:attrName>
                                        </p:attrNameLst>
                                      </p:cBhvr>
                                      <p:to>
                                        <p:strVal val="visible"/>
                                      </p:to>
                                    </p:set>
                                    <p:animEffect transition="in" filter="wipe(right)">
                                      <p:cBhvr>
                                        <p:cTn id="20" dur="2000"/>
                                        <p:tgtEl>
                                          <p:spTgt spid="36"/>
                                        </p:tgtEl>
                                      </p:cBhvr>
                                    </p:animEffect>
                                  </p:childTnLst>
                                </p:cTn>
                              </p:par>
                              <p:par>
                                <p:cTn id="21" presetID="22" presetClass="entr" presetSubtype="1" fill="hold" nodeType="withEffect">
                                  <p:stCondLst>
                                    <p:cond delay="1500"/>
                                  </p:stCondLst>
                                  <p:childTnLst>
                                    <p:set>
                                      <p:cBhvr>
                                        <p:cTn id="22" dur="1" fill="hold">
                                          <p:stCondLst>
                                            <p:cond delay="0"/>
                                          </p:stCondLst>
                                        </p:cTn>
                                        <p:tgtEl>
                                          <p:spTgt spid="38"/>
                                        </p:tgtEl>
                                        <p:attrNameLst>
                                          <p:attrName>style.visibility</p:attrName>
                                        </p:attrNameLst>
                                      </p:cBhvr>
                                      <p:to>
                                        <p:strVal val="visible"/>
                                      </p:to>
                                    </p:set>
                                    <p:animEffect transition="in" filter="wipe(up)">
                                      <p:cBhvr>
                                        <p:cTn id="23" dur="500"/>
                                        <p:tgtEl>
                                          <p:spTgt spid="38"/>
                                        </p:tgtEl>
                                      </p:cBhvr>
                                    </p:animEffect>
                                  </p:childTnLst>
                                </p:cTn>
                              </p:par>
                              <p:par>
                                <p:cTn id="24" presetID="22" presetClass="entr" presetSubtype="1" fill="hold" nodeType="withEffect">
                                  <p:stCondLst>
                                    <p:cond delay="1500"/>
                                  </p:stCondLst>
                                  <p:childTnLst>
                                    <p:set>
                                      <p:cBhvr>
                                        <p:cTn id="25" dur="1" fill="hold">
                                          <p:stCondLst>
                                            <p:cond delay="0"/>
                                          </p:stCondLst>
                                        </p:cTn>
                                        <p:tgtEl>
                                          <p:spTgt spid="41"/>
                                        </p:tgtEl>
                                        <p:attrNameLst>
                                          <p:attrName>style.visibility</p:attrName>
                                        </p:attrNameLst>
                                      </p:cBhvr>
                                      <p:to>
                                        <p:strVal val="visible"/>
                                      </p:to>
                                    </p:set>
                                    <p:animEffect transition="in" filter="wipe(up)">
                                      <p:cBhvr>
                                        <p:cTn id="26" dur="500"/>
                                        <p:tgtEl>
                                          <p:spTgt spid="41"/>
                                        </p:tgtEl>
                                      </p:cBhvr>
                                    </p:animEffect>
                                  </p:childTnLst>
                                </p:cTn>
                              </p:par>
                            </p:childTnLst>
                          </p:cTn>
                        </p:par>
                        <p:par>
                          <p:cTn id="27" fill="hold">
                            <p:stCondLst>
                              <p:cond delay="3500"/>
                            </p:stCondLst>
                            <p:childTnLst>
                              <p:par>
                                <p:cTn id="28" presetID="47" presetClass="entr" presetSubtype="0" fill="hold" nodeType="afterEffect">
                                  <p:stCondLst>
                                    <p:cond delay="0"/>
                                  </p:stCondLst>
                                  <p:childTnLst>
                                    <p:set>
                                      <p:cBhvr>
                                        <p:cTn id="29" dur="1" fill="hold">
                                          <p:stCondLst>
                                            <p:cond delay="0"/>
                                          </p:stCondLst>
                                        </p:cTn>
                                        <p:tgtEl>
                                          <p:spTgt spid="46"/>
                                        </p:tgtEl>
                                        <p:attrNameLst>
                                          <p:attrName>style.visibility</p:attrName>
                                        </p:attrNameLst>
                                      </p:cBhvr>
                                      <p:to>
                                        <p:strVal val="visible"/>
                                      </p:to>
                                    </p:set>
                                    <p:animEffect transition="in" filter="fade">
                                      <p:cBhvr>
                                        <p:cTn id="30" dur="1000"/>
                                        <p:tgtEl>
                                          <p:spTgt spid="46"/>
                                        </p:tgtEl>
                                      </p:cBhvr>
                                    </p:animEffect>
                                    <p:anim calcmode="lin" valueType="num">
                                      <p:cBhvr>
                                        <p:cTn id="31" dur="1000" fill="hold"/>
                                        <p:tgtEl>
                                          <p:spTgt spid="46"/>
                                        </p:tgtEl>
                                        <p:attrNameLst>
                                          <p:attrName>ppt_x</p:attrName>
                                        </p:attrNameLst>
                                      </p:cBhvr>
                                      <p:tavLst>
                                        <p:tav tm="0">
                                          <p:val>
                                            <p:strVal val="#ppt_x"/>
                                          </p:val>
                                        </p:tav>
                                        <p:tav tm="100000">
                                          <p:val>
                                            <p:strVal val="#ppt_x"/>
                                          </p:val>
                                        </p:tav>
                                      </p:tavLst>
                                    </p:anim>
                                    <p:anim calcmode="lin" valueType="num">
                                      <p:cBhvr>
                                        <p:cTn id="32" dur="1000" fill="hold"/>
                                        <p:tgtEl>
                                          <p:spTgt spid="46"/>
                                        </p:tgtEl>
                                        <p:attrNameLst>
                                          <p:attrName>ppt_y</p:attrName>
                                        </p:attrNameLst>
                                      </p:cBhvr>
                                      <p:tavLst>
                                        <p:tav tm="0">
                                          <p:val>
                                            <p:strVal val="#ppt_y-.1"/>
                                          </p:val>
                                        </p:tav>
                                        <p:tav tm="100000">
                                          <p:val>
                                            <p:strVal val="#ppt_y"/>
                                          </p:val>
                                        </p:tav>
                                      </p:tavLst>
                                    </p:anim>
                                  </p:childTnLst>
                                </p:cTn>
                              </p:par>
                              <p:par>
                                <p:cTn id="33" presetID="47" presetClass="entr" presetSubtype="0" fill="hold" nodeType="withEffect">
                                  <p:stCondLst>
                                    <p:cond delay="0"/>
                                  </p:stCondLst>
                                  <p:childTnLst>
                                    <p:set>
                                      <p:cBhvr>
                                        <p:cTn id="34" dur="1" fill="hold">
                                          <p:stCondLst>
                                            <p:cond delay="0"/>
                                          </p:stCondLst>
                                        </p:cTn>
                                        <p:tgtEl>
                                          <p:spTgt spid="53"/>
                                        </p:tgtEl>
                                        <p:attrNameLst>
                                          <p:attrName>style.visibility</p:attrName>
                                        </p:attrNameLst>
                                      </p:cBhvr>
                                      <p:to>
                                        <p:strVal val="visible"/>
                                      </p:to>
                                    </p:set>
                                    <p:animEffect transition="in" filter="fade">
                                      <p:cBhvr>
                                        <p:cTn id="35" dur="1000"/>
                                        <p:tgtEl>
                                          <p:spTgt spid="53"/>
                                        </p:tgtEl>
                                      </p:cBhvr>
                                    </p:animEffect>
                                    <p:anim calcmode="lin" valueType="num">
                                      <p:cBhvr>
                                        <p:cTn id="36" dur="1000" fill="hold"/>
                                        <p:tgtEl>
                                          <p:spTgt spid="53"/>
                                        </p:tgtEl>
                                        <p:attrNameLst>
                                          <p:attrName>ppt_x</p:attrName>
                                        </p:attrNameLst>
                                      </p:cBhvr>
                                      <p:tavLst>
                                        <p:tav tm="0">
                                          <p:val>
                                            <p:strVal val="#ppt_x"/>
                                          </p:val>
                                        </p:tav>
                                        <p:tav tm="100000">
                                          <p:val>
                                            <p:strVal val="#ppt_x"/>
                                          </p:val>
                                        </p:tav>
                                      </p:tavLst>
                                    </p:anim>
                                    <p:anim calcmode="lin" valueType="num">
                                      <p:cBhvr>
                                        <p:cTn id="37" dur="1000" fill="hold"/>
                                        <p:tgtEl>
                                          <p:spTgt spid="53"/>
                                        </p:tgtEl>
                                        <p:attrNameLst>
                                          <p:attrName>ppt_y</p:attrName>
                                        </p:attrNameLst>
                                      </p:cBhvr>
                                      <p:tavLst>
                                        <p:tav tm="0">
                                          <p:val>
                                            <p:strVal val="#ppt_y-.1"/>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28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8" name="文本框 17">
            <a:extLst>
              <a:ext uri="{FF2B5EF4-FFF2-40B4-BE49-F238E27FC236}">
                <a16:creationId xmlns:a16="http://schemas.microsoft.com/office/drawing/2014/main" id="{49E4A840-8A6E-43FC-A0FB-9D49D00DFD93}"/>
              </a:ext>
            </a:extLst>
          </p:cNvPr>
          <p:cNvSpPr txBox="1"/>
          <p:nvPr/>
        </p:nvSpPr>
        <p:spPr>
          <a:xfrm>
            <a:off x="801376" y="3520682"/>
            <a:ext cx="1901162" cy="369332"/>
          </a:xfrm>
          <a:prstGeom prst="rect">
            <a:avLst/>
          </a:prstGeom>
          <a:noFill/>
        </p:spPr>
        <p:txBody>
          <a:bodyPr wrap="square" rtlCol="0">
            <a:spAutoFit/>
          </a:bodyPr>
          <a:lstStyle/>
          <a:p>
            <a:pPr algn="ctr"/>
            <a:r>
              <a:rPr lang="en-US" altLang="zh-CN" b="1" dirty="0"/>
              <a:t>00-0C-B5-72-AB-72</a:t>
            </a:r>
            <a:endParaRPr lang="zh-CN" altLang="en-US" b="1" dirty="0"/>
          </a:p>
        </p:txBody>
      </p:sp>
      <p:sp>
        <p:nvSpPr>
          <p:cNvPr id="67" name="文本框 66">
            <a:extLst>
              <a:ext uri="{FF2B5EF4-FFF2-40B4-BE49-F238E27FC236}">
                <a16:creationId xmlns:a16="http://schemas.microsoft.com/office/drawing/2014/main" id="{128727B1-2BED-4667-BC0B-20883A9B4F8A}"/>
              </a:ext>
            </a:extLst>
          </p:cNvPr>
          <p:cNvSpPr txBox="1"/>
          <p:nvPr/>
        </p:nvSpPr>
        <p:spPr>
          <a:xfrm>
            <a:off x="5178195" y="3520682"/>
            <a:ext cx="1901162" cy="369332"/>
          </a:xfrm>
          <a:prstGeom prst="rect">
            <a:avLst/>
          </a:prstGeom>
          <a:noFill/>
        </p:spPr>
        <p:txBody>
          <a:bodyPr wrap="square" rtlCol="0">
            <a:spAutoFit/>
          </a:bodyPr>
          <a:lstStyle/>
          <a:p>
            <a:pPr algn="ctr"/>
            <a:r>
              <a:rPr lang="en-US" altLang="zh-CN" b="1" dirty="0"/>
              <a:t>00-E0-F9-A3-43-77</a:t>
            </a:r>
            <a:endParaRPr lang="zh-CN" altLang="en-US" b="1" dirty="0"/>
          </a:p>
        </p:txBody>
      </p:sp>
      <p:sp>
        <p:nvSpPr>
          <p:cNvPr id="68" name="文本框 67">
            <a:extLst>
              <a:ext uri="{FF2B5EF4-FFF2-40B4-BE49-F238E27FC236}">
                <a16:creationId xmlns:a16="http://schemas.microsoft.com/office/drawing/2014/main" id="{3303FEC6-C7C9-4887-8355-52631906C5EB}"/>
              </a:ext>
            </a:extLst>
          </p:cNvPr>
          <p:cNvSpPr txBox="1"/>
          <p:nvPr/>
        </p:nvSpPr>
        <p:spPr>
          <a:xfrm>
            <a:off x="9533781" y="3520682"/>
            <a:ext cx="1901162" cy="369332"/>
          </a:xfrm>
          <a:prstGeom prst="rect">
            <a:avLst/>
          </a:prstGeom>
          <a:noFill/>
        </p:spPr>
        <p:txBody>
          <a:bodyPr wrap="square" rtlCol="0">
            <a:spAutoFit/>
          </a:bodyPr>
          <a:lstStyle/>
          <a:p>
            <a:pPr algn="ctr"/>
            <a:r>
              <a:rPr lang="en-US" altLang="zh-CN" b="1" dirty="0"/>
              <a:t>00-0C-CF-B8-4A-82</a:t>
            </a:r>
            <a:endParaRPr lang="zh-CN" altLang="en-US" b="1" dirty="0"/>
          </a:p>
        </p:txBody>
      </p:sp>
      <p:grpSp>
        <p:nvGrpSpPr>
          <p:cNvPr id="4" name="组合 3">
            <a:extLst>
              <a:ext uri="{FF2B5EF4-FFF2-40B4-BE49-F238E27FC236}">
                <a16:creationId xmlns:a16="http://schemas.microsoft.com/office/drawing/2014/main" id="{9A1EA9F2-FCB6-48C3-935F-7AE7E3AD14AC}"/>
              </a:ext>
            </a:extLst>
          </p:cNvPr>
          <p:cNvGrpSpPr/>
          <p:nvPr/>
        </p:nvGrpSpPr>
        <p:grpSpPr>
          <a:xfrm>
            <a:off x="304799" y="749300"/>
            <a:ext cx="6192345" cy="400110"/>
            <a:chOff x="424116" y="898245"/>
            <a:chExt cx="6192345" cy="400110"/>
          </a:xfrm>
        </p:grpSpPr>
        <p:sp>
          <p:nvSpPr>
            <p:cNvPr id="2" name="平行四边形 1">
              <a:extLst>
                <a:ext uri="{FF2B5EF4-FFF2-40B4-BE49-F238E27FC236}">
                  <a16:creationId xmlns:a16="http://schemas.microsoft.com/office/drawing/2014/main" id="{1F5BAA3F-9845-4F89-A2DD-8222D3E4EDAC}"/>
                </a:ext>
              </a:extLst>
            </p:cNvPr>
            <p:cNvSpPr/>
            <p:nvPr/>
          </p:nvSpPr>
          <p:spPr>
            <a:xfrm>
              <a:off x="424116" y="898245"/>
              <a:ext cx="695119" cy="387090"/>
            </a:xfrm>
            <a:prstGeom prst="parallelogram">
              <a:avLst/>
            </a:prstGeom>
            <a:solidFill>
              <a:schemeClr val="accent3">
                <a:lumMod val="75000"/>
              </a:schemeClr>
            </a:solidFill>
            <a:ln>
              <a:solidFill>
                <a:schemeClr val="accent3">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CN" sz="2200" dirty="0">
                  <a:latin typeface="Impact" panose="020B0806030902050204" pitchFamily="34" charset="0"/>
                </a:rPr>
                <a:t>02</a:t>
              </a:r>
              <a:endParaRPr lang="zh-CN" altLang="en-US" sz="2200" dirty="0">
                <a:latin typeface="Impact" panose="020B0806030902050204" pitchFamily="34" charset="0"/>
              </a:endParaRPr>
            </a:p>
          </p:txBody>
        </p:sp>
        <p:sp>
          <p:nvSpPr>
            <p:cNvPr id="3" name="文本框 2">
              <a:extLst>
                <a:ext uri="{FF2B5EF4-FFF2-40B4-BE49-F238E27FC236}">
                  <a16:creationId xmlns:a16="http://schemas.microsoft.com/office/drawing/2014/main" id="{4D6BD736-A4D3-4F26-AFED-36E11F50F70B}"/>
                </a:ext>
              </a:extLst>
            </p:cNvPr>
            <p:cNvSpPr txBox="1"/>
            <p:nvPr/>
          </p:nvSpPr>
          <p:spPr>
            <a:xfrm>
              <a:off x="1119235" y="898245"/>
              <a:ext cx="5497226" cy="400110"/>
            </a:xfrm>
            <a:prstGeom prst="rect">
              <a:avLst/>
            </a:prstGeom>
            <a:noFill/>
          </p:spPr>
          <p:txBody>
            <a:bodyPr wrap="square" rtlCol="0">
              <a:spAutoFit/>
            </a:bodyPr>
            <a:lstStyle/>
            <a:p>
              <a:r>
                <a:rPr lang="en-US" altLang="zh-CN" sz="2000" b="1" dirty="0"/>
                <a:t>MAC</a:t>
              </a:r>
              <a:r>
                <a:rPr lang="zh-CN" altLang="en-US" sz="2000" b="1" dirty="0"/>
                <a:t>地址</a:t>
              </a:r>
            </a:p>
          </p:txBody>
        </p:sp>
      </p:grpSp>
      <p:sp>
        <p:nvSpPr>
          <p:cNvPr id="48" name="íşlïḍè">
            <a:extLst>
              <a:ext uri="{FF2B5EF4-FFF2-40B4-BE49-F238E27FC236}">
                <a16:creationId xmlns:a16="http://schemas.microsoft.com/office/drawing/2014/main" id="{3A8ED235-C46A-40A6-B687-AE21B4C08B05}"/>
              </a:ext>
            </a:extLst>
          </p:cNvPr>
          <p:cNvSpPr txBox="1"/>
          <p:nvPr/>
        </p:nvSpPr>
        <p:spPr>
          <a:xfrm>
            <a:off x="4200062" y="1100674"/>
            <a:ext cx="3791876" cy="400110"/>
          </a:xfrm>
          <a:prstGeom prst="rect">
            <a:avLst/>
          </a:prstGeom>
          <a:noFill/>
        </p:spPr>
        <p:txBody>
          <a:bodyPr wrap="square" lIns="91440" tIns="45720" rIns="91440" bIns="45720" anchor="ctr">
            <a:noAutofit/>
          </a:bodyPr>
          <a:lstStyle/>
          <a:p>
            <a:pPr algn="ctr"/>
            <a:r>
              <a:rPr lang="zh-CN" altLang="en-US" b="1" dirty="0">
                <a:solidFill>
                  <a:schemeClr val="accent3">
                    <a:lumMod val="75000"/>
                  </a:schemeClr>
                </a:solidFill>
                <a:latin typeface="Arial Narrow" panose="020B0606020202030204" pitchFamily="34" charset="0"/>
              </a:rPr>
              <a:t>单播</a:t>
            </a:r>
            <a:r>
              <a:rPr lang="en-US" altLang="zh-CN" b="1" dirty="0">
                <a:solidFill>
                  <a:schemeClr val="accent3">
                    <a:lumMod val="75000"/>
                  </a:schemeClr>
                </a:solidFill>
                <a:latin typeface="Arial Narrow" panose="020B0606020202030204" pitchFamily="34" charset="0"/>
              </a:rPr>
              <a:t>MAC</a:t>
            </a:r>
            <a:r>
              <a:rPr lang="zh-CN" altLang="en-US" b="1" dirty="0">
                <a:solidFill>
                  <a:schemeClr val="accent3">
                    <a:lumMod val="75000"/>
                  </a:schemeClr>
                </a:solidFill>
                <a:latin typeface="Arial Narrow" panose="020B0606020202030204" pitchFamily="34" charset="0"/>
              </a:rPr>
              <a:t>地址举例</a:t>
            </a:r>
          </a:p>
        </p:txBody>
      </p:sp>
      <p:grpSp>
        <p:nvGrpSpPr>
          <p:cNvPr id="17" name="组合 16">
            <a:extLst>
              <a:ext uri="{FF2B5EF4-FFF2-40B4-BE49-F238E27FC236}">
                <a16:creationId xmlns:a16="http://schemas.microsoft.com/office/drawing/2014/main" id="{2D4FAEB9-41FF-41A3-A0C3-C1FAB40A57F1}"/>
              </a:ext>
            </a:extLst>
          </p:cNvPr>
          <p:cNvGrpSpPr/>
          <p:nvPr/>
        </p:nvGrpSpPr>
        <p:grpSpPr>
          <a:xfrm>
            <a:off x="863840" y="1939888"/>
            <a:ext cx="10600854" cy="1503089"/>
            <a:chOff x="863840" y="1939888"/>
            <a:chExt cx="10600854" cy="1503089"/>
          </a:xfrm>
        </p:grpSpPr>
        <p:cxnSp>
          <p:nvCxnSpPr>
            <p:cNvPr id="55" name="直接连接符 54">
              <a:extLst>
                <a:ext uri="{FF2B5EF4-FFF2-40B4-BE49-F238E27FC236}">
                  <a16:creationId xmlns:a16="http://schemas.microsoft.com/office/drawing/2014/main" id="{92C314A6-DB0D-4BA9-A6D2-30A0C4F5CA02}"/>
                </a:ext>
              </a:extLst>
            </p:cNvPr>
            <p:cNvCxnSpPr>
              <a:cxnSpLocks/>
              <a:stCxn id="62" idx="3"/>
            </p:cNvCxnSpPr>
            <p:nvPr/>
          </p:nvCxnSpPr>
          <p:spPr>
            <a:xfrm>
              <a:off x="1089364" y="2052650"/>
              <a:ext cx="10262568" cy="0"/>
            </a:xfrm>
            <a:prstGeom prst="line">
              <a:avLst/>
            </a:prstGeom>
            <a:ln w="152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6" name="直接连接符 55">
              <a:extLst>
                <a:ext uri="{FF2B5EF4-FFF2-40B4-BE49-F238E27FC236}">
                  <a16:creationId xmlns:a16="http://schemas.microsoft.com/office/drawing/2014/main" id="{5144FDD7-C4CC-485E-B74E-7D0369D89676}"/>
                </a:ext>
              </a:extLst>
            </p:cNvPr>
            <p:cNvCxnSpPr>
              <a:cxnSpLocks/>
            </p:cNvCxnSpPr>
            <p:nvPr/>
          </p:nvCxnSpPr>
          <p:spPr>
            <a:xfrm flipV="1">
              <a:off x="1920316" y="2027687"/>
              <a:ext cx="0" cy="970893"/>
            </a:xfrm>
            <a:prstGeom prst="line">
              <a:avLst/>
            </a:prstGeom>
            <a:ln w="152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8" name="直接连接符 57">
              <a:extLst>
                <a:ext uri="{FF2B5EF4-FFF2-40B4-BE49-F238E27FC236}">
                  <a16:creationId xmlns:a16="http://schemas.microsoft.com/office/drawing/2014/main" id="{3FF4899F-67E7-47A6-9BD0-F73B4532FB89}"/>
                </a:ext>
              </a:extLst>
            </p:cNvPr>
            <p:cNvCxnSpPr>
              <a:cxnSpLocks/>
            </p:cNvCxnSpPr>
            <p:nvPr/>
          </p:nvCxnSpPr>
          <p:spPr>
            <a:xfrm flipV="1">
              <a:off x="6273899" y="2027687"/>
              <a:ext cx="0" cy="1070883"/>
            </a:xfrm>
            <a:prstGeom prst="line">
              <a:avLst/>
            </a:prstGeom>
            <a:ln w="152400">
              <a:solidFill>
                <a:schemeClr val="tx1"/>
              </a:solidFill>
              <a:tailEnd w="med" len="lg"/>
            </a:ln>
          </p:spPr>
          <p:style>
            <a:lnRef idx="1">
              <a:schemeClr val="accent1"/>
            </a:lnRef>
            <a:fillRef idx="0">
              <a:schemeClr val="accent1"/>
            </a:fillRef>
            <a:effectRef idx="0">
              <a:schemeClr val="accent1"/>
            </a:effectRef>
            <a:fontRef idx="minor">
              <a:schemeClr val="tx1"/>
            </a:fontRef>
          </p:style>
        </p:cxnSp>
        <p:cxnSp>
          <p:nvCxnSpPr>
            <p:cNvPr id="60" name="直接连接符 59">
              <a:extLst>
                <a:ext uri="{FF2B5EF4-FFF2-40B4-BE49-F238E27FC236}">
                  <a16:creationId xmlns:a16="http://schemas.microsoft.com/office/drawing/2014/main" id="{A71A38F5-E9DC-4AAC-B6B1-14DFB88BD7C4}"/>
                </a:ext>
              </a:extLst>
            </p:cNvPr>
            <p:cNvCxnSpPr>
              <a:cxnSpLocks/>
            </p:cNvCxnSpPr>
            <p:nvPr/>
          </p:nvCxnSpPr>
          <p:spPr>
            <a:xfrm flipV="1">
              <a:off x="10676378" y="2080361"/>
              <a:ext cx="0" cy="865547"/>
            </a:xfrm>
            <a:prstGeom prst="line">
              <a:avLst/>
            </a:prstGeom>
            <a:ln w="152400">
              <a:solidFill>
                <a:schemeClr val="tx1"/>
              </a:solidFill>
            </a:ln>
          </p:spPr>
          <p:style>
            <a:lnRef idx="1">
              <a:schemeClr val="accent1"/>
            </a:lnRef>
            <a:fillRef idx="0">
              <a:schemeClr val="accent1"/>
            </a:fillRef>
            <a:effectRef idx="0">
              <a:schemeClr val="accent1"/>
            </a:effectRef>
            <a:fontRef idx="minor">
              <a:schemeClr val="tx1"/>
            </a:fontRef>
          </p:style>
        </p:cxnSp>
        <p:sp>
          <p:nvSpPr>
            <p:cNvPr id="62" name="矩形 61">
              <a:extLst>
                <a:ext uri="{FF2B5EF4-FFF2-40B4-BE49-F238E27FC236}">
                  <a16:creationId xmlns:a16="http://schemas.microsoft.com/office/drawing/2014/main" id="{864564AA-2284-4446-9E37-28D9D13E5B89}"/>
                </a:ext>
              </a:extLst>
            </p:cNvPr>
            <p:cNvSpPr/>
            <p:nvPr/>
          </p:nvSpPr>
          <p:spPr>
            <a:xfrm>
              <a:off x="863840" y="1939888"/>
              <a:ext cx="225524" cy="225524"/>
            </a:xfrm>
            <a:prstGeom prst="rect">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63" name="矩形 62">
              <a:extLst>
                <a:ext uri="{FF2B5EF4-FFF2-40B4-BE49-F238E27FC236}">
                  <a16:creationId xmlns:a16="http://schemas.microsoft.com/office/drawing/2014/main" id="{E30E6D70-747E-4D07-815C-E41A50A86F51}"/>
                </a:ext>
              </a:extLst>
            </p:cNvPr>
            <p:cNvSpPr/>
            <p:nvPr/>
          </p:nvSpPr>
          <p:spPr>
            <a:xfrm>
              <a:off x="11239170" y="1939888"/>
              <a:ext cx="225524" cy="225524"/>
            </a:xfrm>
            <a:prstGeom prst="rect">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grpSp>
          <p:nvGrpSpPr>
            <p:cNvPr id="5" name="组合 4">
              <a:extLst>
                <a:ext uri="{FF2B5EF4-FFF2-40B4-BE49-F238E27FC236}">
                  <a16:creationId xmlns:a16="http://schemas.microsoft.com/office/drawing/2014/main" id="{007D2C40-47F0-4661-A5E7-94502ABEA4AD}"/>
                </a:ext>
              </a:extLst>
            </p:cNvPr>
            <p:cNvGrpSpPr/>
            <p:nvPr/>
          </p:nvGrpSpPr>
          <p:grpSpPr>
            <a:xfrm>
              <a:off x="1420550" y="2801895"/>
              <a:ext cx="662814" cy="641082"/>
              <a:chOff x="1477490" y="2773086"/>
              <a:chExt cx="662814" cy="641082"/>
            </a:xfrm>
          </p:grpSpPr>
          <p:pic>
            <p:nvPicPr>
              <p:cNvPr id="57" name="图形 56">
                <a:extLst>
                  <a:ext uri="{FF2B5EF4-FFF2-40B4-BE49-F238E27FC236}">
                    <a16:creationId xmlns:a16="http://schemas.microsoft.com/office/drawing/2014/main" id="{944327FB-3B7F-413B-BD50-E334AA01B261}"/>
                  </a:ext>
                </a:extLst>
              </p:cNvPr>
              <p:cNvPicPr>
                <a:picLocks noChangeAspect="1"/>
              </p:cNvPicPr>
              <p:nvPr/>
            </p:nvPicPr>
            <p:blipFill>
              <a:blip r:embed="rId3">
                <a:extLst>
                  <a:ext uri="{28A0092B-C50C-407E-A947-70E740481C1C}">
                    <a14:useLocalDpi xmlns:a14="http://schemas.microsoft.com/office/drawing/2010/main" val="0"/>
                  </a:ext>
                  <a:ext uri="{96DAC541-7B7A-43D3-8B79-37D633B846F1}">
                    <asvg:svgBlip xmlns:asvg="http://schemas.microsoft.com/office/drawing/2016/SVG/main" r:embed="rId4"/>
                  </a:ext>
                </a:extLst>
              </a:blip>
              <a:stretch>
                <a:fillRect/>
              </a:stretch>
            </p:blipFill>
            <p:spPr>
              <a:xfrm>
                <a:off x="1477490" y="2773086"/>
                <a:ext cx="662814" cy="641082"/>
              </a:xfrm>
              <a:prstGeom prst="rect">
                <a:avLst/>
              </a:prstGeom>
            </p:spPr>
          </p:pic>
          <p:sp>
            <p:nvSpPr>
              <p:cNvPr id="54" name="íşlïḍè">
                <a:extLst>
                  <a:ext uri="{FF2B5EF4-FFF2-40B4-BE49-F238E27FC236}">
                    <a16:creationId xmlns:a16="http://schemas.microsoft.com/office/drawing/2014/main" id="{27C67225-56CD-43A3-8360-CE584738CA22}"/>
                  </a:ext>
                </a:extLst>
              </p:cNvPr>
              <p:cNvSpPr txBox="1"/>
              <p:nvPr/>
            </p:nvSpPr>
            <p:spPr>
              <a:xfrm>
                <a:off x="1787666" y="2879163"/>
                <a:ext cx="287088" cy="243273"/>
              </a:xfrm>
              <a:prstGeom prst="rect">
                <a:avLst/>
              </a:prstGeom>
              <a:noFill/>
            </p:spPr>
            <p:txBody>
              <a:bodyPr wrap="square" lIns="91440" tIns="45720" rIns="91440" bIns="45720" anchor="ctr">
                <a:noAutofit/>
              </a:bodyPr>
              <a:lstStyle/>
              <a:p>
                <a:pPr algn="ctr"/>
                <a:r>
                  <a:rPr lang="en-US" altLang="zh-CN" sz="2000" b="1" dirty="0">
                    <a:solidFill>
                      <a:schemeClr val="bg1"/>
                    </a:solidFill>
                    <a:latin typeface="Arial Narrow" panose="020B0606020202030204" pitchFamily="34" charset="0"/>
                  </a:rPr>
                  <a:t>A</a:t>
                </a:r>
                <a:endParaRPr lang="zh-CN" altLang="en-US" sz="2000" b="1" dirty="0">
                  <a:solidFill>
                    <a:schemeClr val="bg1"/>
                  </a:solidFill>
                  <a:latin typeface="Arial Narrow" panose="020B0606020202030204" pitchFamily="34" charset="0"/>
                </a:endParaRPr>
              </a:p>
            </p:txBody>
          </p:sp>
        </p:grpSp>
        <p:grpSp>
          <p:nvGrpSpPr>
            <p:cNvPr id="7" name="组合 6">
              <a:extLst>
                <a:ext uri="{FF2B5EF4-FFF2-40B4-BE49-F238E27FC236}">
                  <a16:creationId xmlns:a16="http://schemas.microsoft.com/office/drawing/2014/main" id="{1D46BAED-3885-400C-A6F8-D8019D458D44}"/>
                </a:ext>
              </a:extLst>
            </p:cNvPr>
            <p:cNvGrpSpPr/>
            <p:nvPr/>
          </p:nvGrpSpPr>
          <p:grpSpPr>
            <a:xfrm>
              <a:off x="5797369" y="2801895"/>
              <a:ext cx="662814" cy="641082"/>
              <a:chOff x="3555616" y="2773086"/>
              <a:chExt cx="662814" cy="641082"/>
            </a:xfrm>
          </p:grpSpPr>
          <p:pic>
            <p:nvPicPr>
              <p:cNvPr id="59" name="图形 58">
                <a:extLst>
                  <a:ext uri="{FF2B5EF4-FFF2-40B4-BE49-F238E27FC236}">
                    <a16:creationId xmlns:a16="http://schemas.microsoft.com/office/drawing/2014/main" id="{471F54F8-ED74-4739-A189-7EDEEE454C6E}"/>
                  </a:ext>
                </a:extLst>
              </p:cNvPr>
              <p:cNvPicPr>
                <a:picLocks noChangeAspect="1"/>
              </p:cNvPicPr>
              <p:nvPr/>
            </p:nvPicPr>
            <p:blipFill>
              <a:blip r:embed="rId3">
                <a:extLst>
                  <a:ext uri="{28A0092B-C50C-407E-A947-70E740481C1C}">
                    <a14:useLocalDpi xmlns:a14="http://schemas.microsoft.com/office/drawing/2010/main" val="0"/>
                  </a:ext>
                  <a:ext uri="{96DAC541-7B7A-43D3-8B79-37D633B846F1}">
                    <asvg:svgBlip xmlns:asvg="http://schemas.microsoft.com/office/drawing/2016/SVG/main" r:embed="rId4"/>
                  </a:ext>
                </a:extLst>
              </a:blip>
              <a:stretch>
                <a:fillRect/>
              </a:stretch>
            </p:blipFill>
            <p:spPr>
              <a:xfrm>
                <a:off x="3555616" y="2773086"/>
                <a:ext cx="662814" cy="641082"/>
              </a:xfrm>
              <a:prstGeom prst="rect">
                <a:avLst/>
              </a:prstGeom>
            </p:spPr>
          </p:pic>
          <p:sp>
            <p:nvSpPr>
              <p:cNvPr id="65" name="íşlïḍè">
                <a:extLst>
                  <a:ext uri="{FF2B5EF4-FFF2-40B4-BE49-F238E27FC236}">
                    <a16:creationId xmlns:a16="http://schemas.microsoft.com/office/drawing/2014/main" id="{741170DA-E9BA-43FF-8D03-C1880D543B7A}"/>
                  </a:ext>
                </a:extLst>
              </p:cNvPr>
              <p:cNvSpPr txBox="1"/>
              <p:nvPr/>
            </p:nvSpPr>
            <p:spPr>
              <a:xfrm>
                <a:off x="3869079" y="2879163"/>
                <a:ext cx="287088" cy="243273"/>
              </a:xfrm>
              <a:prstGeom prst="rect">
                <a:avLst/>
              </a:prstGeom>
              <a:noFill/>
            </p:spPr>
            <p:txBody>
              <a:bodyPr wrap="square" lIns="91440" tIns="45720" rIns="91440" bIns="45720" anchor="ctr">
                <a:noAutofit/>
              </a:bodyPr>
              <a:lstStyle/>
              <a:p>
                <a:pPr algn="ctr"/>
                <a:r>
                  <a:rPr lang="en-US" altLang="zh-CN" sz="2000" b="1" dirty="0">
                    <a:solidFill>
                      <a:schemeClr val="bg1"/>
                    </a:solidFill>
                    <a:latin typeface="Arial Narrow" panose="020B0606020202030204" pitchFamily="34" charset="0"/>
                  </a:rPr>
                  <a:t>B</a:t>
                </a:r>
                <a:endParaRPr lang="zh-CN" altLang="en-US" sz="2000" b="1" dirty="0">
                  <a:solidFill>
                    <a:schemeClr val="bg1"/>
                  </a:solidFill>
                  <a:latin typeface="Arial Narrow" panose="020B0606020202030204" pitchFamily="34" charset="0"/>
                </a:endParaRPr>
              </a:p>
            </p:txBody>
          </p:sp>
        </p:grpSp>
        <p:grpSp>
          <p:nvGrpSpPr>
            <p:cNvPr id="9" name="组合 8">
              <a:extLst>
                <a:ext uri="{FF2B5EF4-FFF2-40B4-BE49-F238E27FC236}">
                  <a16:creationId xmlns:a16="http://schemas.microsoft.com/office/drawing/2014/main" id="{12B69D33-11B6-4773-9A9E-F70C0931C929}"/>
                </a:ext>
              </a:extLst>
            </p:cNvPr>
            <p:cNvGrpSpPr/>
            <p:nvPr/>
          </p:nvGrpSpPr>
          <p:grpSpPr>
            <a:xfrm>
              <a:off x="10174187" y="2801895"/>
              <a:ext cx="662814" cy="641082"/>
              <a:chOff x="5633743" y="2773086"/>
              <a:chExt cx="662814" cy="641082"/>
            </a:xfrm>
          </p:grpSpPr>
          <p:pic>
            <p:nvPicPr>
              <p:cNvPr id="61" name="图形 60">
                <a:extLst>
                  <a:ext uri="{FF2B5EF4-FFF2-40B4-BE49-F238E27FC236}">
                    <a16:creationId xmlns:a16="http://schemas.microsoft.com/office/drawing/2014/main" id="{19E33EE8-0676-48E1-900A-1AADA67B393B}"/>
                  </a:ext>
                </a:extLst>
              </p:cNvPr>
              <p:cNvPicPr>
                <a:picLocks noChangeAspect="1"/>
              </p:cNvPicPr>
              <p:nvPr/>
            </p:nvPicPr>
            <p:blipFill>
              <a:blip r:embed="rId3">
                <a:extLst>
                  <a:ext uri="{28A0092B-C50C-407E-A947-70E740481C1C}">
                    <a14:useLocalDpi xmlns:a14="http://schemas.microsoft.com/office/drawing/2010/main" val="0"/>
                  </a:ext>
                  <a:ext uri="{96DAC541-7B7A-43D3-8B79-37D633B846F1}">
                    <asvg:svgBlip xmlns:asvg="http://schemas.microsoft.com/office/drawing/2016/SVG/main" r:embed="rId4"/>
                  </a:ext>
                </a:extLst>
              </a:blip>
              <a:stretch>
                <a:fillRect/>
              </a:stretch>
            </p:blipFill>
            <p:spPr>
              <a:xfrm>
                <a:off x="5633743" y="2773086"/>
                <a:ext cx="662814" cy="641082"/>
              </a:xfrm>
              <a:prstGeom prst="rect">
                <a:avLst/>
              </a:prstGeom>
            </p:spPr>
          </p:pic>
          <p:sp>
            <p:nvSpPr>
              <p:cNvPr id="66" name="íşlïḍè">
                <a:extLst>
                  <a:ext uri="{FF2B5EF4-FFF2-40B4-BE49-F238E27FC236}">
                    <a16:creationId xmlns:a16="http://schemas.microsoft.com/office/drawing/2014/main" id="{EFE1EBE6-0C7F-40F0-8310-4441F3BC588D}"/>
                  </a:ext>
                </a:extLst>
              </p:cNvPr>
              <p:cNvSpPr txBox="1"/>
              <p:nvPr/>
            </p:nvSpPr>
            <p:spPr>
              <a:xfrm>
                <a:off x="5943918" y="2879162"/>
                <a:ext cx="287088" cy="243273"/>
              </a:xfrm>
              <a:prstGeom prst="rect">
                <a:avLst/>
              </a:prstGeom>
              <a:noFill/>
            </p:spPr>
            <p:txBody>
              <a:bodyPr wrap="square" lIns="91440" tIns="45720" rIns="91440" bIns="45720" anchor="ctr">
                <a:noAutofit/>
              </a:bodyPr>
              <a:lstStyle/>
              <a:p>
                <a:pPr algn="ctr"/>
                <a:r>
                  <a:rPr lang="en-US" altLang="zh-CN" sz="2000" b="1" dirty="0">
                    <a:solidFill>
                      <a:schemeClr val="bg1"/>
                    </a:solidFill>
                    <a:latin typeface="Arial Narrow" panose="020B0606020202030204" pitchFamily="34" charset="0"/>
                  </a:rPr>
                  <a:t>C</a:t>
                </a:r>
                <a:endParaRPr lang="zh-CN" altLang="en-US" sz="2000" b="1" dirty="0">
                  <a:solidFill>
                    <a:schemeClr val="bg1"/>
                  </a:solidFill>
                  <a:latin typeface="Arial Narrow" panose="020B0606020202030204" pitchFamily="34" charset="0"/>
                </a:endParaRPr>
              </a:p>
            </p:txBody>
          </p:sp>
        </p:grpSp>
      </p:grpSp>
      <p:grpSp>
        <p:nvGrpSpPr>
          <p:cNvPr id="20" name="组合 19">
            <a:extLst>
              <a:ext uri="{FF2B5EF4-FFF2-40B4-BE49-F238E27FC236}">
                <a16:creationId xmlns:a16="http://schemas.microsoft.com/office/drawing/2014/main" id="{5BF215D2-4182-4696-8132-C325FC47E8E0}"/>
              </a:ext>
            </a:extLst>
          </p:cNvPr>
          <p:cNvGrpSpPr/>
          <p:nvPr/>
        </p:nvGrpSpPr>
        <p:grpSpPr>
          <a:xfrm>
            <a:off x="6647135" y="2847038"/>
            <a:ext cx="3404687" cy="304206"/>
            <a:chOff x="6647135" y="2847038"/>
            <a:chExt cx="3404687" cy="304206"/>
          </a:xfrm>
        </p:grpSpPr>
        <p:cxnSp>
          <p:nvCxnSpPr>
            <p:cNvPr id="70" name="直接箭头连接符 69">
              <a:extLst>
                <a:ext uri="{FF2B5EF4-FFF2-40B4-BE49-F238E27FC236}">
                  <a16:creationId xmlns:a16="http://schemas.microsoft.com/office/drawing/2014/main" id="{31CA087F-5C52-432D-8656-FCF902B2494C}"/>
                </a:ext>
              </a:extLst>
            </p:cNvPr>
            <p:cNvCxnSpPr>
              <a:cxnSpLocks/>
            </p:cNvCxnSpPr>
            <p:nvPr/>
          </p:nvCxnSpPr>
          <p:spPr>
            <a:xfrm>
              <a:off x="6647135" y="3151244"/>
              <a:ext cx="3404687" cy="0"/>
            </a:xfrm>
            <a:prstGeom prst="straightConnector1">
              <a:avLst/>
            </a:prstGeom>
            <a:ln w="38100">
              <a:solidFill>
                <a:schemeClr val="tx1"/>
              </a:solidFill>
              <a:prstDash val="dash"/>
              <a:tailEnd type="triangle"/>
            </a:ln>
          </p:spPr>
          <p:style>
            <a:lnRef idx="1">
              <a:schemeClr val="accent1"/>
            </a:lnRef>
            <a:fillRef idx="0">
              <a:schemeClr val="accent1"/>
            </a:fillRef>
            <a:effectRef idx="0">
              <a:schemeClr val="accent1"/>
            </a:effectRef>
            <a:fontRef idx="minor">
              <a:schemeClr val="tx1"/>
            </a:fontRef>
          </p:style>
        </p:cxnSp>
        <p:sp>
          <p:nvSpPr>
            <p:cNvPr id="71" name="íşlïḍè">
              <a:extLst>
                <a:ext uri="{FF2B5EF4-FFF2-40B4-BE49-F238E27FC236}">
                  <a16:creationId xmlns:a16="http://schemas.microsoft.com/office/drawing/2014/main" id="{C1729207-6A05-471C-BE40-C64FEEF9A938}"/>
                </a:ext>
              </a:extLst>
            </p:cNvPr>
            <p:cNvSpPr txBox="1"/>
            <p:nvPr/>
          </p:nvSpPr>
          <p:spPr>
            <a:xfrm>
              <a:off x="7583491" y="2847038"/>
              <a:ext cx="1399265" cy="267374"/>
            </a:xfrm>
            <a:prstGeom prst="rect">
              <a:avLst/>
            </a:prstGeom>
            <a:noFill/>
          </p:spPr>
          <p:txBody>
            <a:bodyPr wrap="square" lIns="91440" tIns="45720" rIns="91440" bIns="45720" anchor="ctr">
              <a:noAutofit/>
            </a:bodyPr>
            <a:lstStyle/>
            <a:p>
              <a:pPr algn="ctr"/>
              <a:r>
                <a:rPr lang="zh-CN" altLang="en-US" b="1" dirty="0">
                  <a:latin typeface="Arial Narrow" panose="020B0606020202030204" pitchFamily="34" charset="0"/>
                </a:rPr>
                <a:t>发送单播帧</a:t>
              </a:r>
            </a:p>
          </p:txBody>
        </p:sp>
      </p:grpSp>
      <p:cxnSp>
        <p:nvCxnSpPr>
          <p:cNvPr id="33" name="直接箭头连接符 32">
            <a:extLst>
              <a:ext uri="{FF2B5EF4-FFF2-40B4-BE49-F238E27FC236}">
                <a16:creationId xmlns:a16="http://schemas.microsoft.com/office/drawing/2014/main" id="{28CE70FF-13D2-4784-B89D-1531B5CCDA9F}"/>
              </a:ext>
            </a:extLst>
          </p:cNvPr>
          <p:cNvCxnSpPr/>
          <p:nvPr/>
        </p:nvCxnSpPr>
        <p:spPr>
          <a:xfrm flipV="1">
            <a:off x="6277387" y="2073384"/>
            <a:ext cx="0" cy="773654"/>
          </a:xfrm>
          <a:prstGeom prst="straightConnector1">
            <a:avLst/>
          </a:prstGeom>
          <a:ln w="50800" cap="rnd">
            <a:solidFill>
              <a:schemeClr val="accent6"/>
            </a:solidFill>
            <a:round/>
            <a:tailEnd type="triangle" w="med" len="med"/>
          </a:ln>
        </p:spPr>
        <p:style>
          <a:lnRef idx="1">
            <a:schemeClr val="accent1"/>
          </a:lnRef>
          <a:fillRef idx="0">
            <a:schemeClr val="accent1"/>
          </a:fillRef>
          <a:effectRef idx="0">
            <a:schemeClr val="accent1"/>
          </a:effectRef>
          <a:fontRef idx="minor">
            <a:schemeClr val="tx1"/>
          </a:fontRef>
        </p:style>
      </p:cxnSp>
      <p:cxnSp>
        <p:nvCxnSpPr>
          <p:cNvPr id="34" name="直接箭头连接符 33">
            <a:extLst>
              <a:ext uri="{FF2B5EF4-FFF2-40B4-BE49-F238E27FC236}">
                <a16:creationId xmlns:a16="http://schemas.microsoft.com/office/drawing/2014/main" id="{A15104E1-0B7A-4C43-BEBD-6DE3DBC10CD6}"/>
              </a:ext>
            </a:extLst>
          </p:cNvPr>
          <p:cNvCxnSpPr>
            <a:cxnSpLocks/>
          </p:cNvCxnSpPr>
          <p:nvPr/>
        </p:nvCxnSpPr>
        <p:spPr>
          <a:xfrm>
            <a:off x="6273899" y="2060228"/>
            <a:ext cx="4976395" cy="0"/>
          </a:xfrm>
          <a:prstGeom prst="straightConnector1">
            <a:avLst/>
          </a:prstGeom>
          <a:ln w="50800" cap="rnd">
            <a:solidFill>
              <a:schemeClr val="accent6"/>
            </a:solidFill>
            <a:round/>
            <a:tailEnd type="triangle" w="med" len="med"/>
          </a:ln>
        </p:spPr>
        <p:style>
          <a:lnRef idx="1">
            <a:schemeClr val="accent1"/>
          </a:lnRef>
          <a:fillRef idx="0">
            <a:schemeClr val="accent1"/>
          </a:fillRef>
          <a:effectRef idx="0">
            <a:schemeClr val="accent1"/>
          </a:effectRef>
          <a:fontRef idx="minor">
            <a:schemeClr val="tx1"/>
          </a:fontRef>
        </p:style>
      </p:cxnSp>
      <p:cxnSp>
        <p:nvCxnSpPr>
          <p:cNvPr id="36" name="直接箭头连接符 35">
            <a:extLst>
              <a:ext uri="{FF2B5EF4-FFF2-40B4-BE49-F238E27FC236}">
                <a16:creationId xmlns:a16="http://schemas.microsoft.com/office/drawing/2014/main" id="{A2E2AEAE-487A-4DDA-A723-34D812E7C0C4}"/>
              </a:ext>
            </a:extLst>
          </p:cNvPr>
          <p:cNvCxnSpPr>
            <a:cxnSpLocks/>
            <a:endCxn id="62" idx="3"/>
          </p:cNvCxnSpPr>
          <p:nvPr/>
        </p:nvCxnSpPr>
        <p:spPr>
          <a:xfrm flipH="1" flipV="1">
            <a:off x="1089364" y="2052650"/>
            <a:ext cx="5184535" cy="3860"/>
          </a:xfrm>
          <a:prstGeom prst="straightConnector1">
            <a:avLst/>
          </a:prstGeom>
          <a:ln w="50800" cap="rnd">
            <a:solidFill>
              <a:schemeClr val="accent6"/>
            </a:solidFill>
            <a:round/>
            <a:tailEnd type="triangle" w="med" len="med"/>
          </a:ln>
        </p:spPr>
        <p:style>
          <a:lnRef idx="1">
            <a:schemeClr val="accent1"/>
          </a:lnRef>
          <a:fillRef idx="0">
            <a:schemeClr val="accent1"/>
          </a:fillRef>
          <a:effectRef idx="0">
            <a:schemeClr val="accent1"/>
          </a:effectRef>
          <a:fontRef idx="minor">
            <a:schemeClr val="tx1"/>
          </a:fontRef>
        </p:style>
      </p:cxnSp>
      <p:cxnSp>
        <p:nvCxnSpPr>
          <p:cNvPr id="38" name="直接箭头连接符 37">
            <a:extLst>
              <a:ext uri="{FF2B5EF4-FFF2-40B4-BE49-F238E27FC236}">
                <a16:creationId xmlns:a16="http://schemas.microsoft.com/office/drawing/2014/main" id="{7AC9E4AA-CF96-4A88-B37E-4AB12C052C69}"/>
              </a:ext>
            </a:extLst>
          </p:cNvPr>
          <p:cNvCxnSpPr>
            <a:cxnSpLocks/>
          </p:cNvCxnSpPr>
          <p:nvPr/>
        </p:nvCxnSpPr>
        <p:spPr>
          <a:xfrm>
            <a:off x="1920316" y="2080361"/>
            <a:ext cx="0" cy="772860"/>
          </a:xfrm>
          <a:prstGeom prst="straightConnector1">
            <a:avLst/>
          </a:prstGeom>
          <a:ln w="50800" cap="rnd">
            <a:solidFill>
              <a:schemeClr val="accent6"/>
            </a:solidFill>
            <a:round/>
            <a:tailEnd type="triangle" w="med" len="med"/>
          </a:ln>
        </p:spPr>
        <p:style>
          <a:lnRef idx="1">
            <a:schemeClr val="accent1"/>
          </a:lnRef>
          <a:fillRef idx="0">
            <a:schemeClr val="accent1"/>
          </a:fillRef>
          <a:effectRef idx="0">
            <a:schemeClr val="accent1"/>
          </a:effectRef>
          <a:fontRef idx="minor">
            <a:schemeClr val="tx1"/>
          </a:fontRef>
        </p:style>
      </p:cxnSp>
      <p:cxnSp>
        <p:nvCxnSpPr>
          <p:cNvPr id="41" name="直接箭头连接符 40">
            <a:extLst>
              <a:ext uri="{FF2B5EF4-FFF2-40B4-BE49-F238E27FC236}">
                <a16:creationId xmlns:a16="http://schemas.microsoft.com/office/drawing/2014/main" id="{B4FBEDF4-0B41-43F5-A470-7571F505A961}"/>
              </a:ext>
            </a:extLst>
          </p:cNvPr>
          <p:cNvCxnSpPr>
            <a:cxnSpLocks/>
          </p:cNvCxnSpPr>
          <p:nvPr/>
        </p:nvCxnSpPr>
        <p:spPr>
          <a:xfrm>
            <a:off x="10683471" y="2080361"/>
            <a:ext cx="0" cy="772860"/>
          </a:xfrm>
          <a:prstGeom prst="straightConnector1">
            <a:avLst/>
          </a:prstGeom>
          <a:ln w="50800" cap="rnd">
            <a:solidFill>
              <a:schemeClr val="accent6"/>
            </a:solidFill>
            <a:round/>
            <a:tailEnd type="triangle" w="med" len="med"/>
          </a:ln>
        </p:spPr>
        <p:style>
          <a:lnRef idx="1">
            <a:schemeClr val="accent1"/>
          </a:lnRef>
          <a:fillRef idx="0">
            <a:schemeClr val="accent1"/>
          </a:fillRef>
          <a:effectRef idx="0">
            <a:schemeClr val="accent1"/>
          </a:effectRef>
          <a:fontRef idx="minor">
            <a:schemeClr val="tx1"/>
          </a:fontRef>
        </p:style>
      </p:cxnSp>
      <p:sp>
        <p:nvSpPr>
          <p:cNvPr id="47" name="文本框 46">
            <a:extLst>
              <a:ext uri="{FF2B5EF4-FFF2-40B4-BE49-F238E27FC236}">
                <a16:creationId xmlns:a16="http://schemas.microsoft.com/office/drawing/2014/main" id="{2B84C397-D30F-486B-A288-CC8463B30040}"/>
              </a:ext>
            </a:extLst>
          </p:cNvPr>
          <p:cNvSpPr txBox="1"/>
          <p:nvPr/>
        </p:nvSpPr>
        <p:spPr>
          <a:xfrm>
            <a:off x="1389828" y="4293542"/>
            <a:ext cx="1901162" cy="369332"/>
          </a:xfrm>
          <a:prstGeom prst="rect">
            <a:avLst/>
          </a:prstGeom>
          <a:noFill/>
        </p:spPr>
        <p:txBody>
          <a:bodyPr wrap="square" rtlCol="0">
            <a:spAutoFit/>
          </a:bodyPr>
          <a:lstStyle/>
          <a:p>
            <a:r>
              <a:rPr lang="en-US" altLang="zh-CN" b="1" dirty="0"/>
              <a:t>00-0C-CF-B8-4A-82</a:t>
            </a:r>
            <a:endParaRPr lang="zh-CN" altLang="en-US" b="1" dirty="0"/>
          </a:p>
        </p:txBody>
      </p:sp>
      <p:sp>
        <p:nvSpPr>
          <p:cNvPr id="49" name="文本框 48">
            <a:extLst>
              <a:ext uri="{FF2B5EF4-FFF2-40B4-BE49-F238E27FC236}">
                <a16:creationId xmlns:a16="http://schemas.microsoft.com/office/drawing/2014/main" id="{473CD206-2A18-46B0-973E-9E9CDECA70F6}"/>
              </a:ext>
            </a:extLst>
          </p:cNvPr>
          <p:cNvSpPr txBox="1"/>
          <p:nvPr/>
        </p:nvSpPr>
        <p:spPr>
          <a:xfrm>
            <a:off x="1389828" y="4555913"/>
            <a:ext cx="1901162" cy="369332"/>
          </a:xfrm>
          <a:prstGeom prst="rect">
            <a:avLst/>
          </a:prstGeom>
          <a:noFill/>
        </p:spPr>
        <p:txBody>
          <a:bodyPr wrap="square" rtlCol="0">
            <a:spAutoFit/>
          </a:bodyPr>
          <a:lstStyle/>
          <a:p>
            <a:r>
              <a:rPr lang="en-US" altLang="zh-CN" b="1" dirty="0"/>
              <a:t>00-E0-F9-A3-43-77</a:t>
            </a:r>
            <a:endParaRPr lang="zh-CN" altLang="en-US" b="1" dirty="0"/>
          </a:p>
        </p:txBody>
      </p:sp>
      <p:grpSp>
        <p:nvGrpSpPr>
          <p:cNvPr id="50" name="组合 49">
            <a:extLst>
              <a:ext uri="{FF2B5EF4-FFF2-40B4-BE49-F238E27FC236}">
                <a16:creationId xmlns:a16="http://schemas.microsoft.com/office/drawing/2014/main" id="{B6F9A00B-F8ED-4A65-BDDC-ED83BC8F819A}"/>
              </a:ext>
            </a:extLst>
          </p:cNvPr>
          <p:cNvGrpSpPr/>
          <p:nvPr/>
        </p:nvGrpSpPr>
        <p:grpSpPr>
          <a:xfrm>
            <a:off x="294872" y="4001810"/>
            <a:ext cx="3158796" cy="2106890"/>
            <a:chOff x="4702413" y="4001810"/>
            <a:chExt cx="3158796" cy="2106890"/>
          </a:xfrm>
        </p:grpSpPr>
        <p:sp>
          <p:nvSpPr>
            <p:cNvPr id="51" name="矩形 50">
              <a:extLst>
                <a:ext uri="{FF2B5EF4-FFF2-40B4-BE49-F238E27FC236}">
                  <a16:creationId xmlns:a16="http://schemas.microsoft.com/office/drawing/2014/main" id="{F4DB643D-04D4-4811-AD3B-2FBC97CCB428}"/>
                </a:ext>
              </a:extLst>
            </p:cNvPr>
            <p:cNvSpPr/>
            <p:nvPr/>
          </p:nvSpPr>
          <p:spPr>
            <a:xfrm>
              <a:off x="4702413" y="4001810"/>
              <a:ext cx="3158796" cy="1214876"/>
            </a:xfrm>
            <a:prstGeom prst="rect">
              <a:avLst/>
            </a:prstGeom>
            <a:noFill/>
            <a:ln>
              <a:solidFill>
                <a:schemeClr val="accent3"/>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zh-CN" altLang="en-US" b="1" dirty="0">
                  <a:solidFill>
                    <a:schemeClr val="tx1"/>
                  </a:solidFill>
                  <a:latin typeface="+mn-ea"/>
                </a:rPr>
                <a:t>帧的首部</a:t>
              </a:r>
              <a:endParaRPr lang="en-US" altLang="zh-CN" b="1" dirty="0">
                <a:solidFill>
                  <a:schemeClr val="tx1"/>
                </a:solidFill>
                <a:latin typeface="+mn-ea"/>
              </a:endParaRPr>
            </a:p>
            <a:p>
              <a:r>
                <a:rPr lang="zh-CN" altLang="en-US" b="1" dirty="0">
                  <a:solidFill>
                    <a:schemeClr val="tx1"/>
                  </a:solidFill>
                  <a:latin typeface="+mn-ea"/>
                </a:rPr>
                <a:t>目的地址：</a:t>
              </a:r>
              <a:endParaRPr lang="en-US" altLang="zh-CN" b="1" dirty="0">
                <a:solidFill>
                  <a:schemeClr val="tx1"/>
                </a:solidFill>
                <a:latin typeface="+mn-ea"/>
              </a:endParaRPr>
            </a:p>
            <a:p>
              <a:r>
                <a:rPr lang="zh-CN" altLang="en-US" b="1" dirty="0">
                  <a:solidFill>
                    <a:schemeClr val="tx1"/>
                  </a:solidFill>
                  <a:latin typeface="+mn-ea"/>
                </a:rPr>
                <a:t>源地址：</a:t>
              </a:r>
              <a:endParaRPr lang="en-US" altLang="zh-CN" b="1" dirty="0">
                <a:solidFill>
                  <a:schemeClr val="tx1"/>
                </a:solidFill>
                <a:latin typeface="+mn-ea"/>
              </a:endParaRPr>
            </a:p>
            <a:p>
              <a:r>
                <a:rPr lang="en-US" altLang="zh-CN" b="1" dirty="0">
                  <a:solidFill>
                    <a:schemeClr val="tx1"/>
                  </a:solidFill>
                  <a:latin typeface="+mn-ea"/>
                </a:rPr>
                <a:t>……</a:t>
              </a:r>
              <a:endParaRPr lang="zh-CN" altLang="en-US" b="1" dirty="0">
                <a:solidFill>
                  <a:schemeClr val="tx1"/>
                </a:solidFill>
                <a:latin typeface="+mn-ea"/>
              </a:endParaRPr>
            </a:p>
          </p:txBody>
        </p:sp>
        <p:sp>
          <p:nvSpPr>
            <p:cNvPr id="52" name="矩形 51">
              <a:extLst>
                <a:ext uri="{FF2B5EF4-FFF2-40B4-BE49-F238E27FC236}">
                  <a16:creationId xmlns:a16="http://schemas.microsoft.com/office/drawing/2014/main" id="{D49AD462-63E3-4EB4-819E-D1E6263E145C}"/>
                </a:ext>
              </a:extLst>
            </p:cNvPr>
            <p:cNvSpPr/>
            <p:nvPr/>
          </p:nvSpPr>
          <p:spPr>
            <a:xfrm>
              <a:off x="4702413" y="5216686"/>
              <a:ext cx="3158796" cy="892014"/>
            </a:xfrm>
            <a:prstGeom prst="rect">
              <a:avLst/>
            </a:prstGeom>
            <a:noFill/>
            <a:ln>
              <a:solidFill>
                <a:schemeClr val="accent3"/>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zh-CN" altLang="en-US" b="1" dirty="0">
                  <a:solidFill>
                    <a:schemeClr val="tx1"/>
                  </a:solidFill>
                  <a:latin typeface="+mn-ea"/>
                </a:rPr>
                <a:t>数据载荷和帧尾部</a:t>
              </a:r>
              <a:endParaRPr lang="en-US" altLang="zh-CN" b="1" dirty="0">
                <a:solidFill>
                  <a:schemeClr val="tx1"/>
                </a:solidFill>
                <a:latin typeface="+mn-ea"/>
              </a:endParaRPr>
            </a:p>
            <a:p>
              <a:pPr algn="ctr"/>
              <a:r>
                <a:rPr lang="en-US" altLang="zh-CN" b="1" dirty="0">
                  <a:solidFill>
                    <a:schemeClr val="tx1"/>
                  </a:solidFill>
                  <a:latin typeface="+mn-ea"/>
                </a:rPr>
                <a:t>……</a:t>
              </a:r>
              <a:endParaRPr lang="zh-CN" altLang="en-US" b="1" dirty="0">
                <a:solidFill>
                  <a:schemeClr val="tx1"/>
                </a:solidFill>
                <a:latin typeface="+mn-ea"/>
              </a:endParaRPr>
            </a:p>
          </p:txBody>
        </p:sp>
      </p:grpSp>
      <p:sp>
        <p:nvSpPr>
          <p:cNvPr id="64" name="文本框 63">
            <a:extLst>
              <a:ext uri="{FF2B5EF4-FFF2-40B4-BE49-F238E27FC236}">
                <a16:creationId xmlns:a16="http://schemas.microsoft.com/office/drawing/2014/main" id="{92F189EE-BC72-4C48-BD50-56A9AEB4A0A4}"/>
              </a:ext>
            </a:extLst>
          </p:cNvPr>
          <p:cNvSpPr txBox="1"/>
          <p:nvPr/>
        </p:nvSpPr>
        <p:spPr>
          <a:xfrm>
            <a:off x="9816781" y="4293542"/>
            <a:ext cx="1901162" cy="369332"/>
          </a:xfrm>
          <a:prstGeom prst="rect">
            <a:avLst/>
          </a:prstGeom>
          <a:noFill/>
        </p:spPr>
        <p:txBody>
          <a:bodyPr wrap="square" rtlCol="0">
            <a:spAutoFit/>
          </a:bodyPr>
          <a:lstStyle/>
          <a:p>
            <a:r>
              <a:rPr lang="en-US" altLang="zh-CN" b="1" dirty="0"/>
              <a:t>00-0C-CF-B8-4A-82</a:t>
            </a:r>
            <a:endParaRPr lang="zh-CN" altLang="en-US" b="1" dirty="0"/>
          </a:p>
        </p:txBody>
      </p:sp>
      <p:sp>
        <p:nvSpPr>
          <p:cNvPr id="69" name="文本框 68">
            <a:extLst>
              <a:ext uri="{FF2B5EF4-FFF2-40B4-BE49-F238E27FC236}">
                <a16:creationId xmlns:a16="http://schemas.microsoft.com/office/drawing/2014/main" id="{159BE52C-7C9A-4898-BEFB-8292AB428206}"/>
              </a:ext>
            </a:extLst>
          </p:cNvPr>
          <p:cNvSpPr txBox="1"/>
          <p:nvPr/>
        </p:nvSpPr>
        <p:spPr>
          <a:xfrm>
            <a:off x="9816781" y="4555913"/>
            <a:ext cx="1901162" cy="369332"/>
          </a:xfrm>
          <a:prstGeom prst="rect">
            <a:avLst/>
          </a:prstGeom>
          <a:noFill/>
        </p:spPr>
        <p:txBody>
          <a:bodyPr wrap="square" rtlCol="0">
            <a:spAutoFit/>
          </a:bodyPr>
          <a:lstStyle/>
          <a:p>
            <a:r>
              <a:rPr lang="en-US" altLang="zh-CN" b="1" dirty="0"/>
              <a:t>00-E0-F9-A3-43-77</a:t>
            </a:r>
            <a:endParaRPr lang="zh-CN" altLang="en-US" b="1" dirty="0"/>
          </a:p>
        </p:txBody>
      </p:sp>
      <p:grpSp>
        <p:nvGrpSpPr>
          <p:cNvPr id="72" name="组合 71">
            <a:extLst>
              <a:ext uri="{FF2B5EF4-FFF2-40B4-BE49-F238E27FC236}">
                <a16:creationId xmlns:a16="http://schemas.microsoft.com/office/drawing/2014/main" id="{19A972EE-CFC4-4634-861D-919E8EA6B4DC}"/>
              </a:ext>
            </a:extLst>
          </p:cNvPr>
          <p:cNvGrpSpPr/>
          <p:nvPr/>
        </p:nvGrpSpPr>
        <p:grpSpPr>
          <a:xfrm>
            <a:off x="8721825" y="4001810"/>
            <a:ext cx="3158796" cy="2106890"/>
            <a:chOff x="4702413" y="4001810"/>
            <a:chExt cx="3158796" cy="2106890"/>
          </a:xfrm>
        </p:grpSpPr>
        <p:sp>
          <p:nvSpPr>
            <p:cNvPr id="73" name="矩形 72">
              <a:extLst>
                <a:ext uri="{FF2B5EF4-FFF2-40B4-BE49-F238E27FC236}">
                  <a16:creationId xmlns:a16="http://schemas.microsoft.com/office/drawing/2014/main" id="{4F3B17CF-4480-4BD8-8FC1-11F37012A822}"/>
                </a:ext>
              </a:extLst>
            </p:cNvPr>
            <p:cNvSpPr/>
            <p:nvPr/>
          </p:nvSpPr>
          <p:spPr>
            <a:xfrm>
              <a:off x="4702413" y="4001810"/>
              <a:ext cx="3158796" cy="1214876"/>
            </a:xfrm>
            <a:prstGeom prst="rect">
              <a:avLst/>
            </a:prstGeom>
            <a:noFill/>
            <a:ln>
              <a:solidFill>
                <a:schemeClr val="accent3"/>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zh-CN" altLang="en-US" b="1" dirty="0">
                  <a:solidFill>
                    <a:schemeClr val="tx1"/>
                  </a:solidFill>
                  <a:latin typeface="+mn-ea"/>
                </a:rPr>
                <a:t>帧的首部</a:t>
              </a:r>
              <a:endParaRPr lang="en-US" altLang="zh-CN" b="1" dirty="0">
                <a:solidFill>
                  <a:schemeClr val="tx1"/>
                </a:solidFill>
                <a:latin typeface="+mn-ea"/>
              </a:endParaRPr>
            </a:p>
            <a:p>
              <a:r>
                <a:rPr lang="zh-CN" altLang="en-US" b="1" dirty="0">
                  <a:solidFill>
                    <a:schemeClr val="tx1"/>
                  </a:solidFill>
                  <a:latin typeface="+mn-ea"/>
                </a:rPr>
                <a:t>目的地址：</a:t>
              </a:r>
              <a:endParaRPr lang="en-US" altLang="zh-CN" b="1" dirty="0">
                <a:solidFill>
                  <a:schemeClr val="tx1"/>
                </a:solidFill>
                <a:latin typeface="+mn-ea"/>
              </a:endParaRPr>
            </a:p>
            <a:p>
              <a:r>
                <a:rPr lang="zh-CN" altLang="en-US" b="1" dirty="0">
                  <a:solidFill>
                    <a:schemeClr val="tx1"/>
                  </a:solidFill>
                  <a:latin typeface="+mn-ea"/>
                </a:rPr>
                <a:t>源地址：</a:t>
              </a:r>
              <a:endParaRPr lang="en-US" altLang="zh-CN" b="1" dirty="0">
                <a:solidFill>
                  <a:schemeClr val="tx1"/>
                </a:solidFill>
                <a:latin typeface="+mn-ea"/>
              </a:endParaRPr>
            </a:p>
            <a:p>
              <a:r>
                <a:rPr lang="en-US" altLang="zh-CN" b="1" dirty="0">
                  <a:solidFill>
                    <a:schemeClr val="tx1"/>
                  </a:solidFill>
                  <a:latin typeface="+mn-ea"/>
                </a:rPr>
                <a:t>……</a:t>
              </a:r>
              <a:endParaRPr lang="zh-CN" altLang="en-US" b="1" dirty="0">
                <a:solidFill>
                  <a:schemeClr val="tx1"/>
                </a:solidFill>
                <a:latin typeface="+mn-ea"/>
              </a:endParaRPr>
            </a:p>
          </p:txBody>
        </p:sp>
        <p:sp>
          <p:nvSpPr>
            <p:cNvPr id="74" name="矩形 73">
              <a:extLst>
                <a:ext uri="{FF2B5EF4-FFF2-40B4-BE49-F238E27FC236}">
                  <a16:creationId xmlns:a16="http://schemas.microsoft.com/office/drawing/2014/main" id="{2A387C22-A097-4333-8E05-34CAED94D522}"/>
                </a:ext>
              </a:extLst>
            </p:cNvPr>
            <p:cNvSpPr/>
            <p:nvPr/>
          </p:nvSpPr>
          <p:spPr>
            <a:xfrm>
              <a:off x="4702413" y="5216686"/>
              <a:ext cx="3158796" cy="892014"/>
            </a:xfrm>
            <a:prstGeom prst="rect">
              <a:avLst/>
            </a:prstGeom>
            <a:noFill/>
            <a:ln>
              <a:solidFill>
                <a:schemeClr val="accent3"/>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zh-CN" altLang="en-US" b="1" dirty="0">
                  <a:solidFill>
                    <a:schemeClr val="tx1"/>
                  </a:solidFill>
                  <a:latin typeface="+mn-ea"/>
                </a:rPr>
                <a:t>数据载荷和帧尾部</a:t>
              </a:r>
              <a:endParaRPr lang="en-US" altLang="zh-CN" b="1" dirty="0">
                <a:solidFill>
                  <a:schemeClr val="tx1"/>
                </a:solidFill>
                <a:latin typeface="+mn-ea"/>
              </a:endParaRPr>
            </a:p>
            <a:p>
              <a:pPr algn="ctr"/>
              <a:r>
                <a:rPr lang="en-US" altLang="zh-CN" b="1" dirty="0">
                  <a:solidFill>
                    <a:schemeClr val="tx1"/>
                  </a:solidFill>
                  <a:latin typeface="+mn-ea"/>
                </a:rPr>
                <a:t>……</a:t>
              </a:r>
              <a:endParaRPr lang="zh-CN" altLang="en-US" b="1" dirty="0">
                <a:solidFill>
                  <a:schemeClr val="tx1"/>
                </a:solidFill>
                <a:latin typeface="+mn-ea"/>
              </a:endParaRPr>
            </a:p>
          </p:txBody>
        </p:sp>
      </p:grpSp>
      <p:grpSp>
        <p:nvGrpSpPr>
          <p:cNvPr id="22" name="组合 21">
            <a:extLst>
              <a:ext uri="{FF2B5EF4-FFF2-40B4-BE49-F238E27FC236}">
                <a16:creationId xmlns:a16="http://schemas.microsoft.com/office/drawing/2014/main" id="{95C6B7BF-8B56-4E45-ABED-6DC1C3F11CD4}"/>
              </a:ext>
            </a:extLst>
          </p:cNvPr>
          <p:cNvGrpSpPr/>
          <p:nvPr/>
        </p:nvGrpSpPr>
        <p:grpSpPr>
          <a:xfrm>
            <a:off x="2519680" y="3725954"/>
            <a:ext cx="1077704" cy="642846"/>
            <a:chOff x="2519680" y="3725954"/>
            <a:chExt cx="1077704" cy="642846"/>
          </a:xfrm>
        </p:grpSpPr>
        <p:sp>
          <p:nvSpPr>
            <p:cNvPr id="75" name="íşlïḍè">
              <a:extLst>
                <a:ext uri="{FF2B5EF4-FFF2-40B4-BE49-F238E27FC236}">
                  <a16:creationId xmlns:a16="http://schemas.microsoft.com/office/drawing/2014/main" id="{2D2966C6-DBDF-466A-A169-609706B26611}"/>
                </a:ext>
              </a:extLst>
            </p:cNvPr>
            <p:cNvSpPr txBox="1"/>
            <p:nvPr/>
          </p:nvSpPr>
          <p:spPr>
            <a:xfrm>
              <a:off x="2565213" y="3725954"/>
              <a:ext cx="1032171" cy="267374"/>
            </a:xfrm>
            <a:prstGeom prst="rect">
              <a:avLst/>
            </a:prstGeom>
            <a:noFill/>
          </p:spPr>
          <p:txBody>
            <a:bodyPr wrap="square" lIns="91440" tIns="45720" rIns="91440" bIns="45720" anchor="ctr">
              <a:noAutofit/>
            </a:bodyPr>
            <a:lstStyle/>
            <a:p>
              <a:pPr algn="ctr"/>
              <a:r>
                <a:rPr lang="zh-CN" altLang="en-US" b="1" dirty="0">
                  <a:solidFill>
                    <a:schemeClr val="accent1">
                      <a:lumMod val="75000"/>
                    </a:schemeClr>
                  </a:solidFill>
                  <a:latin typeface="Arial Narrow" panose="020B0606020202030204" pitchFamily="34" charset="0"/>
                </a:rPr>
                <a:t>不匹配</a:t>
              </a:r>
            </a:p>
          </p:txBody>
        </p:sp>
        <p:cxnSp>
          <p:nvCxnSpPr>
            <p:cNvPr id="19" name="直接箭头连接符 18">
              <a:extLst>
                <a:ext uri="{FF2B5EF4-FFF2-40B4-BE49-F238E27FC236}">
                  <a16:creationId xmlns:a16="http://schemas.microsoft.com/office/drawing/2014/main" id="{8614F052-A1E0-4D6E-B591-18EEC2A6BC08}"/>
                </a:ext>
              </a:extLst>
            </p:cNvPr>
            <p:cNvCxnSpPr/>
            <p:nvPr/>
          </p:nvCxnSpPr>
          <p:spPr>
            <a:xfrm flipH="1" flipV="1">
              <a:off x="2519680" y="3839736"/>
              <a:ext cx="529064" cy="529064"/>
            </a:xfrm>
            <a:prstGeom prst="straightConnector1">
              <a:avLst/>
            </a:prstGeom>
            <a:ln w="25400">
              <a:solidFill>
                <a:schemeClr val="accent1">
                  <a:lumMod val="75000"/>
                </a:schemeClr>
              </a:solidFill>
              <a:tailEnd type="triangle"/>
            </a:ln>
          </p:spPr>
          <p:style>
            <a:lnRef idx="1">
              <a:schemeClr val="accent1"/>
            </a:lnRef>
            <a:fillRef idx="0">
              <a:schemeClr val="accent1"/>
            </a:fillRef>
            <a:effectRef idx="0">
              <a:schemeClr val="accent1"/>
            </a:effectRef>
            <a:fontRef idx="minor">
              <a:schemeClr val="tx1"/>
            </a:fontRef>
          </p:style>
        </p:cxnSp>
      </p:grpSp>
      <p:grpSp>
        <p:nvGrpSpPr>
          <p:cNvPr id="23" name="组合 22">
            <a:extLst>
              <a:ext uri="{FF2B5EF4-FFF2-40B4-BE49-F238E27FC236}">
                <a16:creationId xmlns:a16="http://schemas.microsoft.com/office/drawing/2014/main" id="{DA10084D-98A9-4456-ABD9-2C42B791235D}"/>
              </a:ext>
            </a:extLst>
          </p:cNvPr>
          <p:cNvGrpSpPr/>
          <p:nvPr/>
        </p:nvGrpSpPr>
        <p:grpSpPr>
          <a:xfrm>
            <a:off x="11239170" y="3710236"/>
            <a:ext cx="739546" cy="658564"/>
            <a:chOff x="11239170" y="3710236"/>
            <a:chExt cx="739546" cy="658564"/>
          </a:xfrm>
        </p:grpSpPr>
        <p:cxnSp>
          <p:nvCxnSpPr>
            <p:cNvPr id="77" name="直接箭头连接符 76">
              <a:extLst>
                <a:ext uri="{FF2B5EF4-FFF2-40B4-BE49-F238E27FC236}">
                  <a16:creationId xmlns:a16="http://schemas.microsoft.com/office/drawing/2014/main" id="{E11ACC50-FC93-4527-9502-9CEC862B30ED}"/>
                </a:ext>
              </a:extLst>
            </p:cNvPr>
            <p:cNvCxnSpPr>
              <a:cxnSpLocks/>
            </p:cNvCxnSpPr>
            <p:nvPr/>
          </p:nvCxnSpPr>
          <p:spPr>
            <a:xfrm flipH="1" flipV="1">
              <a:off x="11239170" y="3859641"/>
              <a:ext cx="295580" cy="509159"/>
            </a:xfrm>
            <a:prstGeom prst="straightConnector1">
              <a:avLst/>
            </a:prstGeom>
            <a:ln w="25400">
              <a:solidFill>
                <a:schemeClr val="accent4"/>
              </a:solidFill>
              <a:tailEnd type="triangle"/>
            </a:ln>
          </p:spPr>
          <p:style>
            <a:lnRef idx="1">
              <a:schemeClr val="accent1"/>
            </a:lnRef>
            <a:fillRef idx="0">
              <a:schemeClr val="accent1"/>
            </a:fillRef>
            <a:effectRef idx="0">
              <a:schemeClr val="accent1"/>
            </a:effectRef>
            <a:fontRef idx="minor">
              <a:schemeClr val="tx1"/>
            </a:fontRef>
          </p:style>
        </p:cxnSp>
        <p:sp>
          <p:nvSpPr>
            <p:cNvPr id="78" name="íşlïḍè">
              <a:extLst>
                <a:ext uri="{FF2B5EF4-FFF2-40B4-BE49-F238E27FC236}">
                  <a16:creationId xmlns:a16="http://schemas.microsoft.com/office/drawing/2014/main" id="{1594F74F-FA97-4EF0-9D57-DAAC0DE9CE10}"/>
                </a:ext>
              </a:extLst>
            </p:cNvPr>
            <p:cNvSpPr txBox="1"/>
            <p:nvPr/>
          </p:nvSpPr>
          <p:spPr>
            <a:xfrm>
              <a:off x="11273978" y="3710236"/>
              <a:ext cx="704738" cy="267374"/>
            </a:xfrm>
            <a:prstGeom prst="rect">
              <a:avLst/>
            </a:prstGeom>
            <a:noFill/>
          </p:spPr>
          <p:txBody>
            <a:bodyPr wrap="square" lIns="91440" tIns="45720" rIns="91440" bIns="45720" anchor="ctr">
              <a:noAutofit/>
            </a:bodyPr>
            <a:lstStyle/>
            <a:p>
              <a:pPr algn="ctr"/>
              <a:r>
                <a:rPr lang="zh-CN" altLang="en-US" b="1" dirty="0">
                  <a:solidFill>
                    <a:schemeClr val="accent4"/>
                  </a:solidFill>
                  <a:latin typeface="Arial Narrow" panose="020B0606020202030204" pitchFamily="34" charset="0"/>
                </a:rPr>
                <a:t>匹配</a:t>
              </a:r>
            </a:p>
          </p:txBody>
        </p:sp>
      </p:grpSp>
      <p:sp>
        <p:nvSpPr>
          <p:cNvPr id="24" name="椭圆 23">
            <a:extLst>
              <a:ext uri="{FF2B5EF4-FFF2-40B4-BE49-F238E27FC236}">
                <a16:creationId xmlns:a16="http://schemas.microsoft.com/office/drawing/2014/main" id="{972762BC-7BB6-47A4-80C8-94EC3FBE9BA2}"/>
              </a:ext>
            </a:extLst>
          </p:cNvPr>
          <p:cNvSpPr/>
          <p:nvPr/>
        </p:nvSpPr>
        <p:spPr>
          <a:xfrm>
            <a:off x="2962243" y="4660241"/>
            <a:ext cx="1270281" cy="1270281"/>
          </a:xfrm>
          <a:prstGeom prst="ellipse">
            <a:avLst/>
          </a:prstGeom>
          <a:solidFill>
            <a:schemeClr val="bg1"/>
          </a:solidFill>
          <a:ln w="101600">
            <a:solidFill>
              <a:schemeClr val="accent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zh-CN" altLang="en-US" sz="3200" b="1" dirty="0">
                <a:solidFill>
                  <a:schemeClr val="accent1">
                    <a:lumMod val="75000"/>
                  </a:schemeClr>
                </a:solidFill>
              </a:rPr>
              <a:t>丢</a:t>
            </a:r>
            <a:endParaRPr lang="en-US" altLang="zh-CN" sz="3200" b="1" dirty="0">
              <a:solidFill>
                <a:schemeClr val="accent1">
                  <a:lumMod val="75000"/>
                </a:schemeClr>
              </a:solidFill>
            </a:endParaRPr>
          </a:p>
          <a:p>
            <a:pPr algn="ctr"/>
            <a:r>
              <a:rPr lang="zh-CN" altLang="en-US" sz="3200" b="1" dirty="0">
                <a:solidFill>
                  <a:schemeClr val="accent1">
                    <a:lumMod val="75000"/>
                  </a:schemeClr>
                </a:solidFill>
              </a:rPr>
              <a:t>弃</a:t>
            </a:r>
          </a:p>
        </p:txBody>
      </p:sp>
      <p:sp>
        <p:nvSpPr>
          <p:cNvPr id="79" name="椭圆 78">
            <a:extLst>
              <a:ext uri="{FF2B5EF4-FFF2-40B4-BE49-F238E27FC236}">
                <a16:creationId xmlns:a16="http://schemas.microsoft.com/office/drawing/2014/main" id="{18E35BFA-7084-4E65-81B9-9E1E9C277AF7}"/>
              </a:ext>
            </a:extLst>
          </p:cNvPr>
          <p:cNvSpPr/>
          <p:nvPr/>
        </p:nvSpPr>
        <p:spPr>
          <a:xfrm>
            <a:off x="7780291" y="4660240"/>
            <a:ext cx="1270281" cy="1270281"/>
          </a:xfrm>
          <a:prstGeom prst="ellipse">
            <a:avLst/>
          </a:prstGeom>
          <a:solidFill>
            <a:schemeClr val="bg1"/>
          </a:solidFill>
          <a:ln w="101600">
            <a:solidFill>
              <a:schemeClr val="accent4"/>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zh-CN" altLang="en-US" sz="3200" b="1" dirty="0">
                <a:solidFill>
                  <a:schemeClr val="accent4"/>
                </a:solidFill>
              </a:rPr>
              <a:t>接</a:t>
            </a:r>
            <a:endParaRPr lang="en-US" altLang="zh-CN" sz="3200" b="1" dirty="0">
              <a:solidFill>
                <a:schemeClr val="accent4"/>
              </a:solidFill>
            </a:endParaRPr>
          </a:p>
          <a:p>
            <a:pPr algn="ctr"/>
            <a:r>
              <a:rPr lang="zh-CN" altLang="en-US" sz="3200" b="1" dirty="0">
                <a:solidFill>
                  <a:schemeClr val="accent4"/>
                </a:solidFill>
              </a:rPr>
              <a:t>受</a:t>
            </a:r>
          </a:p>
        </p:txBody>
      </p:sp>
    </p:spTree>
    <p:custDataLst>
      <p:tags r:id="rId1"/>
    </p:custDataLst>
    <p:extLst>
      <p:ext uri="{BB962C8B-B14F-4D97-AF65-F5344CB8AC3E}">
        <p14:creationId xmlns:p14="http://schemas.microsoft.com/office/powerpoint/2010/main" val="269312988"/>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2" presetClass="entr" presetSubtype="4" fill="hold" nodeType="withEffect">
                                  <p:stCondLst>
                                    <p:cond delay="0"/>
                                  </p:stCondLst>
                                  <p:childTnLst>
                                    <p:set>
                                      <p:cBhvr>
                                        <p:cTn id="6" dur="1" fill="hold">
                                          <p:stCondLst>
                                            <p:cond delay="0"/>
                                          </p:stCondLst>
                                        </p:cTn>
                                        <p:tgtEl>
                                          <p:spTgt spid="22"/>
                                        </p:tgtEl>
                                        <p:attrNameLst>
                                          <p:attrName>style.visibility</p:attrName>
                                        </p:attrNameLst>
                                      </p:cBhvr>
                                      <p:to>
                                        <p:strVal val="visible"/>
                                      </p:to>
                                    </p:set>
                                    <p:animEffect transition="in" filter="wipe(down)">
                                      <p:cBhvr>
                                        <p:cTn id="7" dur="500"/>
                                        <p:tgtEl>
                                          <p:spTgt spid="22"/>
                                        </p:tgtEl>
                                      </p:cBhvr>
                                    </p:animEffect>
                                  </p:childTnLst>
                                </p:cTn>
                              </p:par>
                            </p:childTnLst>
                          </p:cTn>
                        </p:par>
                      </p:childTnLst>
                    </p:cTn>
                  </p:par>
                  <p:par>
                    <p:cTn id="8" fill="hold">
                      <p:stCondLst>
                        <p:cond delay="indefinite"/>
                      </p:stCondLst>
                      <p:childTnLst>
                        <p:par>
                          <p:cTn id="9" fill="hold">
                            <p:stCondLst>
                              <p:cond delay="0"/>
                            </p:stCondLst>
                            <p:childTnLst>
                              <p:par>
                                <p:cTn id="10" presetID="53" presetClass="entr" presetSubtype="16" fill="hold" grpId="0" nodeType="clickEffect">
                                  <p:stCondLst>
                                    <p:cond delay="0"/>
                                  </p:stCondLst>
                                  <p:childTnLst>
                                    <p:set>
                                      <p:cBhvr>
                                        <p:cTn id="11" dur="1" fill="hold">
                                          <p:stCondLst>
                                            <p:cond delay="0"/>
                                          </p:stCondLst>
                                        </p:cTn>
                                        <p:tgtEl>
                                          <p:spTgt spid="24"/>
                                        </p:tgtEl>
                                        <p:attrNameLst>
                                          <p:attrName>style.visibility</p:attrName>
                                        </p:attrNameLst>
                                      </p:cBhvr>
                                      <p:to>
                                        <p:strVal val="visible"/>
                                      </p:to>
                                    </p:set>
                                    <p:anim calcmode="lin" valueType="num">
                                      <p:cBhvr>
                                        <p:cTn id="12" dur="500" fill="hold"/>
                                        <p:tgtEl>
                                          <p:spTgt spid="24"/>
                                        </p:tgtEl>
                                        <p:attrNameLst>
                                          <p:attrName>ppt_w</p:attrName>
                                        </p:attrNameLst>
                                      </p:cBhvr>
                                      <p:tavLst>
                                        <p:tav tm="0">
                                          <p:val>
                                            <p:fltVal val="0"/>
                                          </p:val>
                                        </p:tav>
                                        <p:tav tm="100000">
                                          <p:val>
                                            <p:strVal val="#ppt_w"/>
                                          </p:val>
                                        </p:tav>
                                      </p:tavLst>
                                    </p:anim>
                                    <p:anim calcmode="lin" valueType="num">
                                      <p:cBhvr>
                                        <p:cTn id="13" dur="500" fill="hold"/>
                                        <p:tgtEl>
                                          <p:spTgt spid="24"/>
                                        </p:tgtEl>
                                        <p:attrNameLst>
                                          <p:attrName>ppt_h</p:attrName>
                                        </p:attrNameLst>
                                      </p:cBhvr>
                                      <p:tavLst>
                                        <p:tav tm="0">
                                          <p:val>
                                            <p:fltVal val="0"/>
                                          </p:val>
                                        </p:tav>
                                        <p:tav tm="100000">
                                          <p:val>
                                            <p:strVal val="#ppt_h"/>
                                          </p:val>
                                        </p:tav>
                                      </p:tavLst>
                                    </p:anim>
                                    <p:animEffect transition="in" filter="fade">
                                      <p:cBhvr>
                                        <p:cTn id="14" dur="500"/>
                                        <p:tgtEl>
                                          <p:spTgt spid="24"/>
                                        </p:tgtEl>
                                      </p:cBhvr>
                                    </p:animEffect>
                                  </p:childTnLst>
                                </p:cTn>
                              </p:par>
                            </p:childTnLst>
                          </p:cTn>
                        </p:par>
                      </p:childTnLst>
                    </p:cTn>
                  </p:par>
                  <p:par>
                    <p:cTn id="15" fill="hold">
                      <p:stCondLst>
                        <p:cond delay="indefinite"/>
                      </p:stCondLst>
                      <p:childTnLst>
                        <p:par>
                          <p:cTn id="16" fill="hold">
                            <p:stCondLst>
                              <p:cond delay="0"/>
                            </p:stCondLst>
                            <p:childTnLst>
                              <p:par>
                                <p:cTn id="17" presetID="22" presetClass="entr" presetSubtype="4" fill="hold" nodeType="clickEffect">
                                  <p:stCondLst>
                                    <p:cond delay="0"/>
                                  </p:stCondLst>
                                  <p:childTnLst>
                                    <p:set>
                                      <p:cBhvr>
                                        <p:cTn id="18" dur="1" fill="hold">
                                          <p:stCondLst>
                                            <p:cond delay="0"/>
                                          </p:stCondLst>
                                        </p:cTn>
                                        <p:tgtEl>
                                          <p:spTgt spid="23"/>
                                        </p:tgtEl>
                                        <p:attrNameLst>
                                          <p:attrName>style.visibility</p:attrName>
                                        </p:attrNameLst>
                                      </p:cBhvr>
                                      <p:to>
                                        <p:strVal val="visible"/>
                                      </p:to>
                                    </p:set>
                                    <p:animEffect transition="in" filter="wipe(down)">
                                      <p:cBhvr>
                                        <p:cTn id="19" dur="500"/>
                                        <p:tgtEl>
                                          <p:spTgt spid="23"/>
                                        </p:tgtEl>
                                      </p:cBhvr>
                                    </p:animEffect>
                                  </p:childTnLst>
                                </p:cTn>
                              </p:par>
                            </p:childTnLst>
                          </p:cTn>
                        </p:par>
                      </p:childTnLst>
                    </p:cTn>
                  </p:par>
                  <p:par>
                    <p:cTn id="20" fill="hold">
                      <p:stCondLst>
                        <p:cond delay="indefinite"/>
                      </p:stCondLst>
                      <p:childTnLst>
                        <p:par>
                          <p:cTn id="21" fill="hold">
                            <p:stCondLst>
                              <p:cond delay="0"/>
                            </p:stCondLst>
                            <p:childTnLst>
                              <p:par>
                                <p:cTn id="22" presetID="53" presetClass="entr" presetSubtype="16" fill="hold" grpId="0" nodeType="clickEffect">
                                  <p:stCondLst>
                                    <p:cond delay="0"/>
                                  </p:stCondLst>
                                  <p:childTnLst>
                                    <p:set>
                                      <p:cBhvr>
                                        <p:cTn id="23" dur="1" fill="hold">
                                          <p:stCondLst>
                                            <p:cond delay="0"/>
                                          </p:stCondLst>
                                        </p:cTn>
                                        <p:tgtEl>
                                          <p:spTgt spid="79"/>
                                        </p:tgtEl>
                                        <p:attrNameLst>
                                          <p:attrName>style.visibility</p:attrName>
                                        </p:attrNameLst>
                                      </p:cBhvr>
                                      <p:to>
                                        <p:strVal val="visible"/>
                                      </p:to>
                                    </p:set>
                                    <p:anim calcmode="lin" valueType="num">
                                      <p:cBhvr>
                                        <p:cTn id="24" dur="500" fill="hold"/>
                                        <p:tgtEl>
                                          <p:spTgt spid="79"/>
                                        </p:tgtEl>
                                        <p:attrNameLst>
                                          <p:attrName>ppt_w</p:attrName>
                                        </p:attrNameLst>
                                      </p:cBhvr>
                                      <p:tavLst>
                                        <p:tav tm="0">
                                          <p:val>
                                            <p:fltVal val="0"/>
                                          </p:val>
                                        </p:tav>
                                        <p:tav tm="100000">
                                          <p:val>
                                            <p:strVal val="#ppt_w"/>
                                          </p:val>
                                        </p:tav>
                                      </p:tavLst>
                                    </p:anim>
                                    <p:anim calcmode="lin" valueType="num">
                                      <p:cBhvr>
                                        <p:cTn id="25" dur="500" fill="hold"/>
                                        <p:tgtEl>
                                          <p:spTgt spid="79"/>
                                        </p:tgtEl>
                                        <p:attrNameLst>
                                          <p:attrName>ppt_h</p:attrName>
                                        </p:attrNameLst>
                                      </p:cBhvr>
                                      <p:tavLst>
                                        <p:tav tm="0">
                                          <p:val>
                                            <p:fltVal val="0"/>
                                          </p:val>
                                        </p:tav>
                                        <p:tav tm="100000">
                                          <p:val>
                                            <p:strVal val="#ppt_h"/>
                                          </p:val>
                                        </p:tav>
                                      </p:tavLst>
                                    </p:anim>
                                    <p:animEffect transition="in" filter="fade">
                                      <p:cBhvr>
                                        <p:cTn id="26" dur="500"/>
                                        <p:tgtEl>
                                          <p:spTgt spid="79"/>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4" grpId="0" animBg="1"/>
      <p:bldP spid="79" grpId="0" animBg="1"/>
    </p:bldLst>
  </p:timing>
</p:sld>
</file>

<file path=ppt/slides/slide28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8" name="文本框 17">
            <a:extLst>
              <a:ext uri="{FF2B5EF4-FFF2-40B4-BE49-F238E27FC236}">
                <a16:creationId xmlns:a16="http://schemas.microsoft.com/office/drawing/2014/main" id="{49E4A840-8A6E-43FC-A0FB-9D49D00DFD93}"/>
              </a:ext>
            </a:extLst>
          </p:cNvPr>
          <p:cNvSpPr txBox="1"/>
          <p:nvPr/>
        </p:nvSpPr>
        <p:spPr>
          <a:xfrm>
            <a:off x="801376" y="3520682"/>
            <a:ext cx="1901162" cy="369332"/>
          </a:xfrm>
          <a:prstGeom prst="rect">
            <a:avLst/>
          </a:prstGeom>
          <a:noFill/>
        </p:spPr>
        <p:txBody>
          <a:bodyPr wrap="square" rtlCol="0">
            <a:spAutoFit/>
          </a:bodyPr>
          <a:lstStyle/>
          <a:p>
            <a:pPr algn="ctr"/>
            <a:r>
              <a:rPr lang="en-US" altLang="zh-CN" b="1" dirty="0"/>
              <a:t>00-0C-B5-72-AB-72</a:t>
            </a:r>
            <a:endParaRPr lang="zh-CN" altLang="en-US" b="1" dirty="0"/>
          </a:p>
        </p:txBody>
      </p:sp>
      <p:sp>
        <p:nvSpPr>
          <p:cNvPr id="67" name="文本框 66">
            <a:extLst>
              <a:ext uri="{FF2B5EF4-FFF2-40B4-BE49-F238E27FC236}">
                <a16:creationId xmlns:a16="http://schemas.microsoft.com/office/drawing/2014/main" id="{128727B1-2BED-4667-BC0B-20883A9B4F8A}"/>
              </a:ext>
            </a:extLst>
          </p:cNvPr>
          <p:cNvSpPr txBox="1"/>
          <p:nvPr/>
        </p:nvSpPr>
        <p:spPr>
          <a:xfrm>
            <a:off x="5178195" y="3520682"/>
            <a:ext cx="1901162" cy="369332"/>
          </a:xfrm>
          <a:prstGeom prst="rect">
            <a:avLst/>
          </a:prstGeom>
          <a:noFill/>
        </p:spPr>
        <p:txBody>
          <a:bodyPr wrap="square" rtlCol="0">
            <a:spAutoFit/>
          </a:bodyPr>
          <a:lstStyle/>
          <a:p>
            <a:pPr algn="ctr"/>
            <a:r>
              <a:rPr lang="en-US" altLang="zh-CN" b="1" dirty="0"/>
              <a:t>00-E0-F9-A3-43-77</a:t>
            </a:r>
            <a:endParaRPr lang="zh-CN" altLang="en-US" b="1" dirty="0"/>
          </a:p>
        </p:txBody>
      </p:sp>
      <p:sp>
        <p:nvSpPr>
          <p:cNvPr id="68" name="文本框 67">
            <a:extLst>
              <a:ext uri="{FF2B5EF4-FFF2-40B4-BE49-F238E27FC236}">
                <a16:creationId xmlns:a16="http://schemas.microsoft.com/office/drawing/2014/main" id="{3303FEC6-C7C9-4887-8355-52631906C5EB}"/>
              </a:ext>
            </a:extLst>
          </p:cNvPr>
          <p:cNvSpPr txBox="1"/>
          <p:nvPr/>
        </p:nvSpPr>
        <p:spPr>
          <a:xfrm>
            <a:off x="9533781" y="3520682"/>
            <a:ext cx="1901162" cy="369332"/>
          </a:xfrm>
          <a:prstGeom prst="rect">
            <a:avLst/>
          </a:prstGeom>
          <a:noFill/>
        </p:spPr>
        <p:txBody>
          <a:bodyPr wrap="square" rtlCol="0">
            <a:spAutoFit/>
          </a:bodyPr>
          <a:lstStyle/>
          <a:p>
            <a:pPr algn="ctr"/>
            <a:r>
              <a:rPr lang="en-US" altLang="zh-CN" b="1" dirty="0"/>
              <a:t>00-0C-CF-B8-4A-82</a:t>
            </a:r>
            <a:endParaRPr lang="zh-CN" altLang="en-US" b="1" dirty="0"/>
          </a:p>
        </p:txBody>
      </p:sp>
      <p:grpSp>
        <p:nvGrpSpPr>
          <p:cNvPr id="4" name="组合 3">
            <a:extLst>
              <a:ext uri="{FF2B5EF4-FFF2-40B4-BE49-F238E27FC236}">
                <a16:creationId xmlns:a16="http://schemas.microsoft.com/office/drawing/2014/main" id="{9A1EA9F2-FCB6-48C3-935F-7AE7E3AD14AC}"/>
              </a:ext>
            </a:extLst>
          </p:cNvPr>
          <p:cNvGrpSpPr/>
          <p:nvPr/>
        </p:nvGrpSpPr>
        <p:grpSpPr>
          <a:xfrm>
            <a:off x="304799" y="749300"/>
            <a:ext cx="6192345" cy="400110"/>
            <a:chOff x="424116" y="898245"/>
            <a:chExt cx="6192345" cy="400110"/>
          </a:xfrm>
        </p:grpSpPr>
        <p:sp>
          <p:nvSpPr>
            <p:cNvPr id="2" name="平行四边形 1">
              <a:extLst>
                <a:ext uri="{FF2B5EF4-FFF2-40B4-BE49-F238E27FC236}">
                  <a16:creationId xmlns:a16="http://schemas.microsoft.com/office/drawing/2014/main" id="{1F5BAA3F-9845-4F89-A2DD-8222D3E4EDAC}"/>
                </a:ext>
              </a:extLst>
            </p:cNvPr>
            <p:cNvSpPr/>
            <p:nvPr/>
          </p:nvSpPr>
          <p:spPr>
            <a:xfrm>
              <a:off x="424116" y="898245"/>
              <a:ext cx="695119" cy="387090"/>
            </a:xfrm>
            <a:prstGeom prst="parallelogram">
              <a:avLst/>
            </a:prstGeom>
            <a:solidFill>
              <a:schemeClr val="accent3">
                <a:lumMod val="75000"/>
              </a:schemeClr>
            </a:solidFill>
            <a:ln>
              <a:solidFill>
                <a:schemeClr val="accent3">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CN" sz="2200" dirty="0">
                  <a:latin typeface="Impact" panose="020B0806030902050204" pitchFamily="34" charset="0"/>
                </a:rPr>
                <a:t>02</a:t>
              </a:r>
              <a:endParaRPr lang="zh-CN" altLang="en-US" sz="2200" dirty="0">
                <a:latin typeface="Impact" panose="020B0806030902050204" pitchFamily="34" charset="0"/>
              </a:endParaRPr>
            </a:p>
          </p:txBody>
        </p:sp>
        <p:sp>
          <p:nvSpPr>
            <p:cNvPr id="3" name="文本框 2">
              <a:extLst>
                <a:ext uri="{FF2B5EF4-FFF2-40B4-BE49-F238E27FC236}">
                  <a16:creationId xmlns:a16="http://schemas.microsoft.com/office/drawing/2014/main" id="{4D6BD736-A4D3-4F26-AFED-36E11F50F70B}"/>
                </a:ext>
              </a:extLst>
            </p:cNvPr>
            <p:cNvSpPr txBox="1"/>
            <p:nvPr/>
          </p:nvSpPr>
          <p:spPr>
            <a:xfrm>
              <a:off x="1119235" y="898245"/>
              <a:ext cx="5497226" cy="400110"/>
            </a:xfrm>
            <a:prstGeom prst="rect">
              <a:avLst/>
            </a:prstGeom>
            <a:noFill/>
          </p:spPr>
          <p:txBody>
            <a:bodyPr wrap="square" rtlCol="0">
              <a:spAutoFit/>
            </a:bodyPr>
            <a:lstStyle/>
            <a:p>
              <a:r>
                <a:rPr lang="en-US" altLang="zh-CN" sz="2000" b="1" dirty="0"/>
                <a:t>MAC</a:t>
              </a:r>
              <a:r>
                <a:rPr lang="zh-CN" altLang="en-US" sz="2000" b="1" dirty="0"/>
                <a:t>地址</a:t>
              </a:r>
            </a:p>
          </p:txBody>
        </p:sp>
      </p:grpSp>
      <p:sp>
        <p:nvSpPr>
          <p:cNvPr id="48" name="íşlïḍè">
            <a:extLst>
              <a:ext uri="{FF2B5EF4-FFF2-40B4-BE49-F238E27FC236}">
                <a16:creationId xmlns:a16="http://schemas.microsoft.com/office/drawing/2014/main" id="{3A8ED235-C46A-40A6-B687-AE21B4C08B05}"/>
              </a:ext>
            </a:extLst>
          </p:cNvPr>
          <p:cNvSpPr txBox="1"/>
          <p:nvPr/>
        </p:nvSpPr>
        <p:spPr>
          <a:xfrm>
            <a:off x="4200062" y="1100674"/>
            <a:ext cx="3791876" cy="400110"/>
          </a:xfrm>
          <a:prstGeom prst="rect">
            <a:avLst/>
          </a:prstGeom>
          <a:noFill/>
        </p:spPr>
        <p:txBody>
          <a:bodyPr wrap="square" lIns="91440" tIns="45720" rIns="91440" bIns="45720" anchor="ctr">
            <a:noAutofit/>
          </a:bodyPr>
          <a:lstStyle/>
          <a:p>
            <a:pPr algn="ctr"/>
            <a:r>
              <a:rPr lang="zh-CN" altLang="en-US" b="1" dirty="0">
                <a:solidFill>
                  <a:schemeClr val="accent3">
                    <a:lumMod val="75000"/>
                  </a:schemeClr>
                </a:solidFill>
                <a:latin typeface="Arial Narrow" panose="020B0606020202030204" pitchFamily="34" charset="0"/>
              </a:rPr>
              <a:t>广播</a:t>
            </a:r>
            <a:r>
              <a:rPr lang="en-US" altLang="zh-CN" b="1" dirty="0">
                <a:solidFill>
                  <a:schemeClr val="accent3">
                    <a:lumMod val="75000"/>
                  </a:schemeClr>
                </a:solidFill>
                <a:latin typeface="Arial Narrow" panose="020B0606020202030204" pitchFamily="34" charset="0"/>
              </a:rPr>
              <a:t>MAC</a:t>
            </a:r>
            <a:r>
              <a:rPr lang="zh-CN" altLang="en-US" b="1" dirty="0">
                <a:solidFill>
                  <a:schemeClr val="accent3">
                    <a:lumMod val="75000"/>
                  </a:schemeClr>
                </a:solidFill>
                <a:latin typeface="Arial Narrow" panose="020B0606020202030204" pitchFamily="34" charset="0"/>
              </a:rPr>
              <a:t>地址举例</a:t>
            </a:r>
          </a:p>
        </p:txBody>
      </p:sp>
      <p:grpSp>
        <p:nvGrpSpPr>
          <p:cNvPr id="17" name="组合 16">
            <a:extLst>
              <a:ext uri="{FF2B5EF4-FFF2-40B4-BE49-F238E27FC236}">
                <a16:creationId xmlns:a16="http://schemas.microsoft.com/office/drawing/2014/main" id="{2D4FAEB9-41FF-41A3-A0C3-C1FAB40A57F1}"/>
              </a:ext>
            </a:extLst>
          </p:cNvPr>
          <p:cNvGrpSpPr/>
          <p:nvPr/>
        </p:nvGrpSpPr>
        <p:grpSpPr>
          <a:xfrm>
            <a:off x="863840" y="1939888"/>
            <a:ext cx="10600854" cy="1503089"/>
            <a:chOff x="863840" y="1939888"/>
            <a:chExt cx="10600854" cy="1503089"/>
          </a:xfrm>
        </p:grpSpPr>
        <p:cxnSp>
          <p:nvCxnSpPr>
            <p:cNvPr id="55" name="直接连接符 54">
              <a:extLst>
                <a:ext uri="{FF2B5EF4-FFF2-40B4-BE49-F238E27FC236}">
                  <a16:creationId xmlns:a16="http://schemas.microsoft.com/office/drawing/2014/main" id="{92C314A6-DB0D-4BA9-A6D2-30A0C4F5CA02}"/>
                </a:ext>
              </a:extLst>
            </p:cNvPr>
            <p:cNvCxnSpPr>
              <a:cxnSpLocks/>
              <a:stCxn id="62" idx="3"/>
            </p:cNvCxnSpPr>
            <p:nvPr/>
          </p:nvCxnSpPr>
          <p:spPr>
            <a:xfrm>
              <a:off x="1089364" y="2052650"/>
              <a:ext cx="10262568" cy="0"/>
            </a:xfrm>
            <a:prstGeom prst="line">
              <a:avLst/>
            </a:prstGeom>
            <a:ln w="152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6" name="直接连接符 55">
              <a:extLst>
                <a:ext uri="{FF2B5EF4-FFF2-40B4-BE49-F238E27FC236}">
                  <a16:creationId xmlns:a16="http://schemas.microsoft.com/office/drawing/2014/main" id="{5144FDD7-C4CC-485E-B74E-7D0369D89676}"/>
                </a:ext>
              </a:extLst>
            </p:cNvPr>
            <p:cNvCxnSpPr>
              <a:cxnSpLocks/>
            </p:cNvCxnSpPr>
            <p:nvPr/>
          </p:nvCxnSpPr>
          <p:spPr>
            <a:xfrm flipV="1">
              <a:off x="1920316" y="2027687"/>
              <a:ext cx="0" cy="970893"/>
            </a:xfrm>
            <a:prstGeom prst="line">
              <a:avLst/>
            </a:prstGeom>
            <a:ln w="152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8" name="直接连接符 57">
              <a:extLst>
                <a:ext uri="{FF2B5EF4-FFF2-40B4-BE49-F238E27FC236}">
                  <a16:creationId xmlns:a16="http://schemas.microsoft.com/office/drawing/2014/main" id="{3FF4899F-67E7-47A6-9BD0-F73B4532FB89}"/>
                </a:ext>
              </a:extLst>
            </p:cNvPr>
            <p:cNvCxnSpPr>
              <a:cxnSpLocks/>
            </p:cNvCxnSpPr>
            <p:nvPr/>
          </p:nvCxnSpPr>
          <p:spPr>
            <a:xfrm flipV="1">
              <a:off x="6273899" y="2027687"/>
              <a:ext cx="0" cy="1070883"/>
            </a:xfrm>
            <a:prstGeom prst="line">
              <a:avLst/>
            </a:prstGeom>
            <a:ln w="152400">
              <a:solidFill>
                <a:schemeClr val="tx1"/>
              </a:solidFill>
              <a:tailEnd w="med" len="lg"/>
            </a:ln>
          </p:spPr>
          <p:style>
            <a:lnRef idx="1">
              <a:schemeClr val="accent1"/>
            </a:lnRef>
            <a:fillRef idx="0">
              <a:schemeClr val="accent1"/>
            </a:fillRef>
            <a:effectRef idx="0">
              <a:schemeClr val="accent1"/>
            </a:effectRef>
            <a:fontRef idx="minor">
              <a:schemeClr val="tx1"/>
            </a:fontRef>
          </p:style>
        </p:cxnSp>
        <p:cxnSp>
          <p:nvCxnSpPr>
            <p:cNvPr id="60" name="直接连接符 59">
              <a:extLst>
                <a:ext uri="{FF2B5EF4-FFF2-40B4-BE49-F238E27FC236}">
                  <a16:creationId xmlns:a16="http://schemas.microsoft.com/office/drawing/2014/main" id="{A71A38F5-E9DC-4AAC-B6B1-14DFB88BD7C4}"/>
                </a:ext>
              </a:extLst>
            </p:cNvPr>
            <p:cNvCxnSpPr>
              <a:cxnSpLocks/>
            </p:cNvCxnSpPr>
            <p:nvPr/>
          </p:nvCxnSpPr>
          <p:spPr>
            <a:xfrm flipV="1">
              <a:off x="10676378" y="2080361"/>
              <a:ext cx="0" cy="865547"/>
            </a:xfrm>
            <a:prstGeom prst="line">
              <a:avLst/>
            </a:prstGeom>
            <a:ln w="152400">
              <a:solidFill>
                <a:schemeClr val="tx1"/>
              </a:solidFill>
            </a:ln>
          </p:spPr>
          <p:style>
            <a:lnRef idx="1">
              <a:schemeClr val="accent1"/>
            </a:lnRef>
            <a:fillRef idx="0">
              <a:schemeClr val="accent1"/>
            </a:fillRef>
            <a:effectRef idx="0">
              <a:schemeClr val="accent1"/>
            </a:effectRef>
            <a:fontRef idx="minor">
              <a:schemeClr val="tx1"/>
            </a:fontRef>
          </p:style>
        </p:cxnSp>
        <p:sp>
          <p:nvSpPr>
            <p:cNvPr id="62" name="矩形 61">
              <a:extLst>
                <a:ext uri="{FF2B5EF4-FFF2-40B4-BE49-F238E27FC236}">
                  <a16:creationId xmlns:a16="http://schemas.microsoft.com/office/drawing/2014/main" id="{864564AA-2284-4446-9E37-28D9D13E5B89}"/>
                </a:ext>
              </a:extLst>
            </p:cNvPr>
            <p:cNvSpPr/>
            <p:nvPr/>
          </p:nvSpPr>
          <p:spPr>
            <a:xfrm>
              <a:off x="863840" y="1939888"/>
              <a:ext cx="225524" cy="225524"/>
            </a:xfrm>
            <a:prstGeom prst="rect">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63" name="矩形 62">
              <a:extLst>
                <a:ext uri="{FF2B5EF4-FFF2-40B4-BE49-F238E27FC236}">
                  <a16:creationId xmlns:a16="http://schemas.microsoft.com/office/drawing/2014/main" id="{E30E6D70-747E-4D07-815C-E41A50A86F51}"/>
                </a:ext>
              </a:extLst>
            </p:cNvPr>
            <p:cNvSpPr/>
            <p:nvPr/>
          </p:nvSpPr>
          <p:spPr>
            <a:xfrm>
              <a:off x="11239170" y="1939888"/>
              <a:ext cx="225524" cy="225524"/>
            </a:xfrm>
            <a:prstGeom prst="rect">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grpSp>
          <p:nvGrpSpPr>
            <p:cNvPr id="5" name="组合 4">
              <a:extLst>
                <a:ext uri="{FF2B5EF4-FFF2-40B4-BE49-F238E27FC236}">
                  <a16:creationId xmlns:a16="http://schemas.microsoft.com/office/drawing/2014/main" id="{007D2C40-47F0-4661-A5E7-94502ABEA4AD}"/>
                </a:ext>
              </a:extLst>
            </p:cNvPr>
            <p:cNvGrpSpPr/>
            <p:nvPr/>
          </p:nvGrpSpPr>
          <p:grpSpPr>
            <a:xfrm>
              <a:off x="1420550" y="2801895"/>
              <a:ext cx="662814" cy="641082"/>
              <a:chOff x="1477490" y="2773086"/>
              <a:chExt cx="662814" cy="641082"/>
            </a:xfrm>
          </p:grpSpPr>
          <p:pic>
            <p:nvPicPr>
              <p:cNvPr id="57" name="图形 56">
                <a:extLst>
                  <a:ext uri="{FF2B5EF4-FFF2-40B4-BE49-F238E27FC236}">
                    <a16:creationId xmlns:a16="http://schemas.microsoft.com/office/drawing/2014/main" id="{944327FB-3B7F-413B-BD50-E334AA01B261}"/>
                  </a:ext>
                </a:extLst>
              </p:cNvPr>
              <p:cNvPicPr>
                <a:picLocks noChangeAspect="1"/>
              </p:cNvPicPr>
              <p:nvPr/>
            </p:nvPicPr>
            <p:blipFill>
              <a:blip r:embed="rId3">
                <a:extLst>
                  <a:ext uri="{28A0092B-C50C-407E-A947-70E740481C1C}">
                    <a14:useLocalDpi xmlns:a14="http://schemas.microsoft.com/office/drawing/2010/main" val="0"/>
                  </a:ext>
                  <a:ext uri="{96DAC541-7B7A-43D3-8B79-37D633B846F1}">
                    <asvg:svgBlip xmlns:asvg="http://schemas.microsoft.com/office/drawing/2016/SVG/main" r:embed="rId4"/>
                  </a:ext>
                </a:extLst>
              </a:blip>
              <a:stretch>
                <a:fillRect/>
              </a:stretch>
            </p:blipFill>
            <p:spPr>
              <a:xfrm>
                <a:off x="1477490" y="2773086"/>
                <a:ext cx="662814" cy="641082"/>
              </a:xfrm>
              <a:prstGeom prst="rect">
                <a:avLst/>
              </a:prstGeom>
            </p:spPr>
          </p:pic>
          <p:sp>
            <p:nvSpPr>
              <p:cNvPr id="54" name="íşlïḍè">
                <a:extLst>
                  <a:ext uri="{FF2B5EF4-FFF2-40B4-BE49-F238E27FC236}">
                    <a16:creationId xmlns:a16="http://schemas.microsoft.com/office/drawing/2014/main" id="{27C67225-56CD-43A3-8360-CE584738CA22}"/>
                  </a:ext>
                </a:extLst>
              </p:cNvPr>
              <p:cNvSpPr txBox="1"/>
              <p:nvPr/>
            </p:nvSpPr>
            <p:spPr>
              <a:xfrm>
                <a:off x="1787666" y="2879163"/>
                <a:ext cx="287088" cy="243273"/>
              </a:xfrm>
              <a:prstGeom prst="rect">
                <a:avLst/>
              </a:prstGeom>
              <a:noFill/>
            </p:spPr>
            <p:txBody>
              <a:bodyPr wrap="square" lIns="91440" tIns="45720" rIns="91440" bIns="45720" anchor="ctr">
                <a:noAutofit/>
              </a:bodyPr>
              <a:lstStyle/>
              <a:p>
                <a:pPr algn="ctr"/>
                <a:r>
                  <a:rPr lang="en-US" altLang="zh-CN" sz="2000" b="1" dirty="0">
                    <a:solidFill>
                      <a:schemeClr val="bg1"/>
                    </a:solidFill>
                    <a:latin typeface="Arial Narrow" panose="020B0606020202030204" pitchFamily="34" charset="0"/>
                  </a:rPr>
                  <a:t>A</a:t>
                </a:r>
                <a:endParaRPr lang="zh-CN" altLang="en-US" sz="2000" b="1" dirty="0">
                  <a:solidFill>
                    <a:schemeClr val="bg1"/>
                  </a:solidFill>
                  <a:latin typeface="Arial Narrow" panose="020B0606020202030204" pitchFamily="34" charset="0"/>
                </a:endParaRPr>
              </a:p>
            </p:txBody>
          </p:sp>
        </p:grpSp>
        <p:grpSp>
          <p:nvGrpSpPr>
            <p:cNvPr id="7" name="组合 6">
              <a:extLst>
                <a:ext uri="{FF2B5EF4-FFF2-40B4-BE49-F238E27FC236}">
                  <a16:creationId xmlns:a16="http://schemas.microsoft.com/office/drawing/2014/main" id="{1D46BAED-3885-400C-A6F8-D8019D458D44}"/>
                </a:ext>
              </a:extLst>
            </p:cNvPr>
            <p:cNvGrpSpPr/>
            <p:nvPr/>
          </p:nvGrpSpPr>
          <p:grpSpPr>
            <a:xfrm>
              <a:off x="5797369" y="2801895"/>
              <a:ext cx="662814" cy="641082"/>
              <a:chOff x="3555616" y="2773086"/>
              <a:chExt cx="662814" cy="641082"/>
            </a:xfrm>
          </p:grpSpPr>
          <p:pic>
            <p:nvPicPr>
              <p:cNvPr id="59" name="图形 58">
                <a:extLst>
                  <a:ext uri="{FF2B5EF4-FFF2-40B4-BE49-F238E27FC236}">
                    <a16:creationId xmlns:a16="http://schemas.microsoft.com/office/drawing/2014/main" id="{471F54F8-ED74-4739-A189-7EDEEE454C6E}"/>
                  </a:ext>
                </a:extLst>
              </p:cNvPr>
              <p:cNvPicPr>
                <a:picLocks noChangeAspect="1"/>
              </p:cNvPicPr>
              <p:nvPr/>
            </p:nvPicPr>
            <p:blipFill>
              <a:blip r:embed="rId3">
                <a:extLst>
                  <a:ext uri="{28A0092B-C50C-407E-A947-70E740481C1C}">
                    <a14:useLocalDpi xmlns:a14="http://schemas.microsoft.com/office/drawing/2010/main" val="0"/>
                  </a:ext>
                  <a:ext uri="{96DAC541-7B7A-43D3-8B79-37D633B846F1}">
                    <asvg:svgBlip xmlns:asvg="http://schemas.microsoft.com/office/drawing/2016/SVG/main" r:embed="rId4"/>
                  </a:ext>
                </a:extLst>
              </a:blip>
              <a:stretch>
                <a:fillRect/>
              </a:stretch>
            </p:blipFill>
            <p:spPr>
              <a:xfrm>
                <a:off x="3555616" y="2773086"/>
                <a:ext cx="662814" cy="641082"/>
              </a:xfrm>
              <a:prstGeom prst="rect">
                <a:avLst/>
              </a:prstGeom>
            </p:spPr>
          </p:pic>
          <p:sp>
            <p:nvSpPr>
              <p:cNvPr id="65" name="íşlïḍè">
                <a:extLst>
                  <a:ext uri="{FF2B5EF4-FFF2-40B4-BE49-F238E27FC236}">
                    <a16:creationId xmlns:a16="http://schemas.microsoft.com/office/drawing/2014/main" id="{741170DA-E9BA-43FF-8D03-C1880D543B7A}"/>
                  </a:ext>
                </a:extLst>
              </p:cNvPr>
              <p:cNvSpPr txBox="1"/>
              <p:nvPr/>
            </p:nvSpPr>
            <p:spPr>
              <a:xfrm>
                <a:off x="3869079" y="2879163"/>
                <a:ext cx="287088" cy="243273"/>
              </a:xfrm>
              <a:prstGeom prst="rect">
                <a:avLst/>
              </a:prstGeom>
              <a:noFill/>
            </p:spPr>
            <p:txBody>
              <a:bodyPr wrap="square" lIns="91440" tIns="45720" rIns="91440" bIns="45720" anchor="ctr">
                <a:noAutofit/>
              </a:bodyPr>
              <a:lstStyle/>
              <a:p>
                <a:pPr algn="ctr"/>
                <a:r>
                  <a:rPr lang="en-US" altLang="zh-CN" sz="2000" b="1" dirty="0">
                    <a:solidFill>
                      <a:schemeClr val="bg1"/>
                    </a:solidFill>
                    <a:latin typeface="Arial Narrow" panose="020B0606020202030204" pitchFamily="34" charset="0"/>
                  </a:rPr>
                  <a:t>B</a:t>
                </a:r>
                <a:endParaRPr lang="zh-CN" altLang="en-US" sz="2000" b="1" dirty="0">
                  <a:solidFill>
                    <a:schemeClr val="bg1"/>
                  </a:solidFill>
                  <a:latin typeface="Arial Narrow" panose="020B0606020202030204" pitchFamily="34" charset="0"/>
                </a:endParaRPr>
              </a:p>
            </p:txBody>
          </p:sp>
        </p:grpSp>
        <p:grpSp>
          <p:nvGrpSpPr>
            <p:cNvPr id="9" name="组合 8">
              <a:extLst>
                <a:ext uri="{FF2B5EF4-FFF2-40B4-BE49-F238E27FC236}">
                  <a16:creationId xmlns:a16="http://schemas.microsoft.com/office/drawing/2014/main" id="{12B69D33-11B6-4773-9A9E-F70C0931C929}"/>
                </a:ext>
              </a:extLst>
            </p:cNvPr>
            <p:cNvGrpSpPr/>
            <p:nvPr/>
          </p:nvGrpSpPr>
          <p:grpSpPr>
            <a:xfrm>
              <a:off x="10174187" y="2801895"/>
              <a:ext cx="662814" cy="641082"/>
              <a:chOff x="5633743" y="2773086"/>
              <a:chExt cx="662814" cy="641082"/>
            </a:xfrm>
          </p:grpSpPr>
          <p:pic>
            <p:nvPicPr>
              <p:cNvPr id="61" name="图形 60">
                <a:extLst>
                  <a:ext uri="{FF2B5EF4-FFF2-40B4-BE49-F238E27FC236}">
                    <a16:creationId xmlns:a16="http://schemas.microsoft.com/office/drawing/2014/main" id="{19E33EE8-0676-48E1-900A-1AADA67B393B}"/>
                  </a:ext>
                </a:extLst>
              </p:cNvPr>
              <p:cNvPicPr>
                <a:picLocks noChangeAspect="1"/>
              </p:cNvPicPr>
              <p:nvPr/>
            </p:nvPicPr>
            <p:blipFill>
              <a:blip r:embed="rId3">
                <a:extLst>
                  <a:ext uri="{28A0092B-C50C-407E-A947-70E740481C1C}">
                    <a14:useLocalDpi xmlns:a14="http://schemas.microsoft.com/office/drawing/2010/main" val="0"/>
                  </a:ext>
                  <a:ext uri="{96DAC541-7B7A-43D3-8B79-37D633B846F1}">
                    <asvg:svgBlip xmlns:asvg="http://schemas.microsoft.com/office/drawing/2016/SVG/main" r:embed="rId4"/>
                  </a:ext>
                </a:extLst>
              </a:blip>
              <a:stretch>
                <a:fillRect/>
              </a:stretch>
            </p:blipFill>
            <p:spPr>
              <a:xfrm>
                <a:off x="5633743" y="2773086"/>
                <a:ext cx="662814" cy="641082"/>
              </a:xfrm>
              <a:prstGeom prst="rect">
                <a:avLst/>
              </a:prstGeom>
            </p:spPr>
          </p:pic>
          <p:sp>
            <p:nvSpPr>
              <p:cNvPr id="66" name="íşlïḍè">
                <a:extLst>
                  <a:ext uri="{FF2B5EF4-FFF2-40B4-BE49-F238E27FC236}">
                    <a16:creationId xmlns:a16="http://schemas.microsoft.com/office/drawing/2014/main" id="{EFE1EBE6-0C7F-40F0-8310-4441F3BC588D}"/>
                  </a:ext>
                </a:extLst>
              </p:cNvPr>
              <p:cNvSpPr txBox="1"/>
              <p:nvPr/>
            </p:nvSpPr>
            <p:spPr>
              <a:xfrm>
                <a:off x="5943918" y="2879162"/>
                <a:ext cx="287088" cy="243273"/>
              </a:xfrm>
              <a:prstGeom prst="rect">
                <a:avLst/>
              </a:prstGeom>
              <a:noFill/>
            </p:spPr>
            <p:txBody>
              <a:bodyPr wrap="square" lIns="91440" tIns="45720" rIns="91440" bIns="45720" anchor="ctr">
                <a:noAutofit/>
              </a:bodyPr>
              <a:lstStyle/>
              <a:p>
                <a:pPr algn="ctr"/>
                <a:r>
                  <a:rPr lang="en-US" altLang="zh-CN" sz="2000" b="1" dirty="0">
                    <a:solidFill>
                      <a:schemeClr val="bg1"/>
                    </a:solidFill>
                    <a:latin typeface="Arial Narrow" panose="020B0606020202030204" pitchFamily="34" charset="0"/>
                  </a:rPr>
                  <a:t>C</a:t>
                </a:r>
                <a:endParaRPr lang="zh-CN" altLang="en-US" sz="2000" b="1" dirty="0">
                  <a:solidFill>
                    <a:schemeClr val="bg1"/>
                  </a:solidFill>
                  <a:latin typeface="Arial Narrow" panose="020B0606020202030204" pitchFamily="34" charset="0"/>
                </a:endParaRPr>
              </a:p>
            </p:txBody>
          </p:sp>
        </p:grpSp>
      </p:grpSp>
      <p:sp>
        <p:nvSpPr>
          <p:cNvPr id="29" name="文本框 28">
            <a:extLst>
              <a:ext uri="{FF2B5EF4-FFF2-40B4-BE49-F238E27FC236}">
                <a16:creationId xmlns:a16="http://schemas.microsoft.com/office/drawing/2014/main" id="{E1B9A2F3-D6F6-4E4B-BA82-E9956C251C97}"/>
              </a:ext>
            </a:extLst>
          </p:cNvPr>
          <p:cNvSpPr txBox="1"/>
          <p:nvPr/>
        </p:nvSpPr>
        <p:spPr>
          <a:xfrm>
            <a:off x="5797369" y="4293542"/>
            <a:ext cx="1901162" cy="369332"/>
          </a:xfrm>
          <a:prstGeom prst="rect">
            <a:avLst/>
          </a:prstGeom>
          <a:noFill/>
        </p:spPr>
        <p:txBody>
          <a:bodyPr wrap="square" rtlCol="0">
            <a:spAutoFit/>
          </a:bodyPr>
          <a:lstStyle/>
          <a:p>
            <a:r>
              <a:rPr lang="en-US" altLang="zh-CN" b="1" dirty="0">
                <a:solidFill>
                  <a:schemeClr val="accent4"/>
                </a:solidFill>
              </a:rPr>
              <a:t>FF-FF-FF-FF-FF-FF</a:t>
            </a:r>
            <a:endParaRPr lang="zh-CN" altLang="en-US" b="1" dirty="0">
              <a:solidFill>
                <a:schemeClr val="accent4"/>
              </a:solidFill>
            </a:endParaRPr>
          </a:p>
        </p:txBody>
      </p:sp>
      <p:sp>
        <p:nvSpPr>
          <p:cNvPr id="30" name="文本框 29">
            <a:extLst>
              <a:ext uri="{FF2B5EF4-FFF2-40B4-BE49-F238E27FC236}">
                <a16:creationId xmlns:a16="http://schemas.microsoft.com/office/drawing/2014/main" id="{1F2EDD4C-8505-4CEB-B0F7-855DE8A3008C}"/>
              </a:ext>
            </a:extLst>
          </p:cNvPr>
          <p:cNvSpPr txBox="1"/>
          <p:nvPr/>
        </p:nvSpPr>
        <p:spPr>
          <a:xfrm>
            <a:off x="5797369" y="4555913"/>
            <a:ext cx="1901162" cy="369332"/>
          </a:xfrm>
          <a:prstGeom prst="rect">
            <a:avLst/>
          </a:prstGeom>
          <a:noFill/>
        </p:spPr>
        <p:txBody>
          <a:bodyPr wrap="square" rtlCol="0">
            <a:spAutoFit/>
          </a:bodyPr>
          <a:lstStyle/>
          <a:p>
            <a:r>
              <a:rPr lang="en-US" altLang="zh-CN" b="1" dirty="0"/>
              <a:t>00-E0-F9-A3-43-77</a:t>
            </a:r>
            <a:endParaRPr lang="zh-CN" altLang="en-US" b="1" dirty="0"/>
          </a:p>
        </p:txBody>
      </p:sp>
      <p:grpSp>
        <p:nvGrpSpPr>
          <p:cNvPr id="8" name="组合 7">
            <a:extLst>
              <a:ext uri="{FF2B5EF4-FFF2-40B4-BE49-F238E27FC236}">
                <a16:creationId xmlns:a16="http://schemas.microsoft.com/office/drawing/2014/main" id="{D6F571ED-2953-4629-A224-CC19FB04D6CE}"/>
              </a:ext>
            </a:extLst>
          </p:cNvPr>
          <p:cNvGrpSpPr/>
          <p:nvPr/>
        </p:nvGrpSpPr>
        <p:grpSpPr>
          <a:xfrm>
            <a:off x="4702413" y="4001810"/>
            <a:ext cx="3158796" cy="2106890"/>
            <a:chOff x="4702413" y="4001810"/>
            <a:chExt cx="3158796" cy="2106890"/>
          </a:xfrm>
        </p:grpSpPr>
        <p:sp>
          <p:nvSpPr>
            <p:cNvPr id="6" name="矩形 5">
              <a:extLst>
                <a:ext uri="{FF2B5EF4-FFF2-40B4-BE49-F238E27FC236}">
                  <a16:creationId xmlns:a16="http://schemas.microsoft.com/office/drawing/2014/main" id="{BEDA26A2-35D4-41B9-A3DF-1418FBF5EA57}"/>
                </a:ext>
              </a:extLst>
            </p:cNvPr>
            <p:cNvSpPr/>
            <p:nvPr/>
          </p:nvSpPr>
          <p:spPr>
            <a:xfrm>
              <a:off x="4702413" y="4001810"/>
              <a:ext cx="3158796" cy="1214876"/>
            </a:xfrm>
            <a:prstGeom prst="rect">
              <a:avLst/>
            </a:prstGeom>
            <a:noFill/>
            <a:ln>
              <a:solidFill>
                <a:schemeClr val="accent3"/>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zh-CN" altLang="en-US" b="1" dirty="0">
                  <a:solidFill>
                    <a:schemeClr val="tx1"/>
                  </a:solidFill>
                  <a:latin typeface="+mn-ea"/>
                </a:rPr>
                <a:t>帧的首部</a:t>
              </a:r>
              <a:endParaRPr lang="en-US" altLang="zh-CN" b="1" dirty="0">
                <a:solidFill>
                  <a:schemeClr val="tx1"/>
                </a:solidFill>
                <a:latin typeface="+mn-ea"/>
              </a:endParaRPr>
            </a:p>
            <a:p>
              <a:r>
                <a:rPr lang="zh-CN" altLang="en-US" b="1" dirty="0">
                  <a:solidFill>
                    <a:schemeClr val="tx1"/>
                  </a:solidFill>
                  <a:latin typeface="+mn-ea"/>
                </a:rPr>
                <a:t>目的地址：</a:t>
              </a:r>
              <a:endParaRPr lang="en-US" altLang="zh-CN" b="1" dirty="0">
                <a:solidFill>
                  <a:schemeClr val="tx1"/>
                </a:solidFill>
                <a:latin typeface="+mn-ea"/>
              </a:endParaRPr>
            </a:p>
            <a:p>
              <a:r>
                <a:rPr lang="zh-CN" altLang="en-US" b="1" dirty="0">
                  <a:solidFill>
                    <a:schemeClr val="tx1"/>
                  </a:solidFill>
                  <a:latin typeface="+mn-ea"/>
                </a:rPr>
                <a:t>源地址：</a:t>
              </a:r>
              <a:endParaRPr lang="en-US" altLang="zh-CN" b="1" dirty="0">
                <a:solidFill>
                  <a:schemeClr val="tx1"/>
                </a:solidFill>
                <a:latin typeface="+mn-ea"/>
              </a:endParaRPr>
            </a:p>
            <a:p>
              <a:r>
                <a:rPr lang="en-US" altLang="zh-CN" b="1" dirty="0">
                  <a:solidFill>
                    <a:schemeClr val="tx1"/>
                  </a:solidFill>
                  <a:latin typeface="+mn-ea"/>
                </a:rPr>
                <a:t>……</a:t>
              </a:r>
              <a:endParaRPr lang="zh-CN" altLang="en-US" b="1" dirty="0">
                <a:solidFill>
                  <a:schemeClr val="tx1"/>
                </a:solidFill>
                <a:latin typeface="+mn-ea"/>
              </a:endParaRPr>
            </a:p>
          </p:txBody>
        </p:sp>
        <p:sp>
          <p:nvSpPr>
            <p:cNvPr id="31" name="矩形 30">
              <a:extLst>
                <a:ext uri="{FF2B5EF4-FFF2-40B4-BE49-F238E27FC236}">
                  <a16:creationId xmlns:a16="http://schemas.microsoft.com/office/drawing/2014/main" id="{4AD2924A-AF5B-41C0-ADB0-208A7B86200C}"/>
                </a:ext>
              </a:extLst>
            </p:cNvPr>
            <p:cNvSpPr/>
            <p:nvPr/>
          </p:nvSpPr>
          <p:spPr>
            <a:xfrm>
              <a:off x="4702413" y="5216686"/>
              <a:ext cx="3158796" cy="892014"/>
            </a:xfrm>
            <a:prstGeom prst="rect">
              <a:avLst/>
            </a:prstGeom>
            <a:noFill/>
            <a:ln>
              <a:solidFill>
                <a:schemeClr val="accent3"/>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zh-CN" altLang="en-US" b="1" dirty="0">
                  <a:solidFill>
                    <a:schemeClr val="tx1"/>
                  </a:solidFill>
                  <a:latin typeface="+mn-ea"/>
                </a:rPr>
                <a:t>数据载荷和帧尾部</a:t>
              </a:r>
              <a:endParaRPr lang="en-US" altLang="zh-CN" b="1" dirty="0">
                <a:solidFill>
                  <a:schemeClr val="tx1"/>
                </a:solidFill>
                <a:latin typeface="+mn-ea"/>
              </a:endParaRPr>
            </a:p>
            <a:p>
              <a:pPr algn="ctr"/>
              <a:r>
                <a:rPr lang="en-US" altLang="zh-CN" b="1" dirty="0">
                  <a:solidFill>
                    <a:schemeClr val="tx1"/>
                  </a:solidFill>
                  <a:latin typeface="+mn-ea"/>
                </a:rPr>
                <a:t>……</a:t>
              </a:r>
              <a:endParaRPr lang="zh-CN" altLang="en-US" b="1" dirty="0">
                <a:solidFill>
                  <a:schemeClr val="tx1"/>
                </a:solidFill>
                <a:latin typeface="+mn-ea"/>
              </a:endParaRPr>
            </a:p>
          </p:txBody>
        </p:sp>
      </p:grpSp>
    </p:spTree>
    <p:custDataLst>
      <p:tags r:id="rId1"/>
    </p:custDataLst>
    <p:extLst>
      <p:ext uri="{BB962C8B-B14F-4D97-AF65-F5344CB8AC3E}">
        <p14:creationId xmlns:p14="http://schemas.microsoft.com/office/powerpoint/2010/main" val="1132033196"/>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47" presetClass="entr" presetSubtype="0" fill="hold" grpId="0" nodeType="withEffect">
                                  <p:stCondLst>
                                    <p:cond delay="0"/>
                                  </p:stCondLst>
                                  <p:childTnLst>
                                    <p:set>
                                      <p:cBhvr>
                                        <p:cTn id="6" dur="1" fill="hold">
                                          <p:stCondLst>
                                            <p:cond delay="0"/>
                                          </p:stCondLst>
                                        </p:cTn>
                                        <p:tgtEl>
                                          <p:spTgt spid="48"/>
                                        </p:tgtEl>
                                        <p:attrNameLst>
                                          <p:attrName>style.visibility</p:attrName>
                                        </p:attrNameLst>
                                      </p:cBhvr>
                                      <p:to>
                                        <p:strVal val="visible"/>
                                      </p:to>
                                    </p:set>
                                    <p:animEffect transition="in" filter="fade">
                                      <p:cBhvr>
                                        <p:cTn id="7" dur="1000"/>
                                        <p:tgtEl>
                                          <p:spTgt spid="48"/>
                                        </p:tgtEl>
                                      </p:cBhvr>
                                    </p:animEffect>
                                    <p:anim calcmode="lin" valueType="num">
                                      <p:cBhvr>
                                        <p:cTn id="8" dur="1000" fill="hold"/>
                                        <p:tgtEl>
                                          <p:spTgt spid="48"/>
                                        </p:tgtEl>
                                        <p:attrNameLst>
                                          <p:attrName>ppt_x</p:attrName>
                                        </p:attrNameLst>
                                      </p:cBhvr>
                                      <p:tavLst>
                                        <p:tav tm="0">
                                          <p:val>
                                            <p:strVal val="#ppt_x"/>
                                          </p:val>
                                        </p:tav>
                                        <p:tav tm="100000">
                                          <p:val>
                                            <p:strVal val="#ppt_x"/>
                                          </p:val>
                                        </p:tav>
                                      </p:tavLst>
                                    </p:anim>
                                    <p:anim calcmode="lin" valueType="num">
                                      <p:cBhvr>
                                        <p:cTn id="9" dur="1000" fill="hold"/>
                                        <p:tgtEl>
                                          <p:spTgt spid="48"/>
                                        </p:tgtEl>
                                        <p:attrNameLst>
                                          <p:attrName>ppt_y</p:attrName>
                                        </p:attrNameLst>
                                      </p:cBhvr>
                                      <p:tavLst>
                                        <p:tav tm="0">
                                          <p:val>
                                            <p:strVal val="#ppt_y-.1"/>
                                          </p:val>
                                        </p:tav>
                                        <p:tav tm="100000">
                                          <p:val>
                                            <p:strVal val="#ppt_y"/>
                                          </p:val>
                                        </p:tav>
                                      </p:tavLst>
                                    </p:anim>
                                  </p:childTnLst>
                                </p:cTn>
                              </p:par>
                            </p:childTnLst>
                          </p:cTn>
                        </p:par>
                      </p:childTnLst>
                    </p:cTn>
                  </p:par>
                  <p:par>
                    <p:cTn id="10" fill="hold">
                      <p:stCondLst>
                        <p:cond delay="indefinite"/>
                      </p:stCondLst>
                      <p:childTnLst>
                        <p:par>
                          <p:cTn id="11" fill="hold">
                            <p:stCondLst>
                              <p:cond delay="0"/>
                            </p:stCondLst>
                            <p:childTnLst>
                              <p:par>
                                <p:cTn id="12" presetID="12" presetClass="entr" presetSubtype="1" fill="hold" nodeType="clickEffect">
                                  <p:stCondLst>
                                    <p:cond delay="0"/>
                                  </p:stCondLst>
                                  <p:childTnLst>
                                    <p:set>
                                      <p:cBhvr>
                                        <p:cTn id="13" dur="1" fill="hold">
                                          <p:stCondLst>
                                            <p:cond delay="0"/>
                                          </p:stCondLst>
                                        </p:cTn>
                                        <p:tgtEl>
                                          <p:spTgt spid="8"/>
                                        </p:tgtEl>
                                        <p:attrNameLst>
                                          <p:attrName>style.visibility</p:attrName>
                                        </p:attrNameLst>
                                      </p:cBhvr>
                                      <p:to>
                                        <p:strVal val="visible"/>
                                      </p:to>
                                    </p:set>
                                    <p:anim calcmode="lin" valueType="num">
                                      <p:cBhvr additive="base">
                                        <p:cTn id="14" dur="500"/>
                                        <p:tgtEl>
                                          <p:spTgt spid="8"/>
                                        </p:tgtEl>
                                        <p:attrNameLst>
                                          <p:attrName>ppt_y</p:attrName>
                                        </p:attrNameLst>
                                      </p:cBhvr>
                                      <p:tavLst>
                                        <p:tav tm="0">
                                          <p:val>
                                            <p:strVal val="#ppt_y-#ppt_h*1.125000"/>
                                          </p:val>
                                        </p:tav>
                                        <p:tav tm="100000">
                                          <p:val>
                                            <p:strVal val="#ppt_y"/>
                                          </p:val>
                                        </p:tav>
                                      </p:tavLst>
                                    </p:anim>
                                    <p:animEffect transition="in" filter="wipe(down)">
                                      <p:cBhvr>
                                        <p:cTn id="15" dur="500"/>
                                        <p:tgtEl>
                                          <p:spTgt spid="8"/>
                                        </p:tgtEl>
                                      </p:cBhvr>
                                    </p:animEffect>
                                  </p:childTnLst>
                                </p:cTn>
                              </p:par>
                            </p:childTnLst>
                          </p:cTn>
                        </p:par>
                      </p:childTnLst>
                    </p:cTn>
                  </p:par>
                  <p:par>
                    <p:cTn id="16" fill="hold">
                      <p:stCondLst>
                        <p:cond delay="indefinite"/>
                      </p:stCondLst>
                      <p:childTnLst>
                        <p:par>
                          <p:cTn id="17" fill="hold">
                            <p:stCondLst>
                              <p:cond delay="0"/>
                            </p:stCondLst>
                            <p:childTnLst>
                              <p:par>
                                <p:cTn id="18" presetID="22" presetClass="entr" presetSubtype="8" fill="hold" grpId="0" nodeType="clickEffect">
                                  <p:stCondLst>
                                    <p:cond delay="0"/>
                                  </p:stCondLst>
                                  <p:childTnLst>
                                    <p:set>
                                      <p:cBhvr>
                                        <p:cTn id="19" dur="1" fill="hold">
                                          <p:stCondLst>
                                            <p:cond delay="0"/>
                                          </p:stCondLst>
                                        </p:cTn>
                                        <p:tgtEl>
                                          <p:spTgt spid="29"/>
                                        </p:tgtEl>
                                        <p:attrNameLst>
                                          <p:attrName>style.visibility</p:attrName>
                                        </p:attrNameLst>
                                      </p:cBhvr>
                                      <p:to>
                                        <p:strVal val="visible"/>
                                      </p:to>
                                    </p:set>
                                    <p:animEffect transition="in" filter="wipe(left)">
                                      <p:cBhvr>
                                        <p:cTn id="20" dur="500"/>
                                        <p:tgtEl>
                                          <p:spTgt spid="29"/>
                                        </p:tgtEl>
                                      </p:cBhvr>
                                    </p:animEffect>
                                  </p:childTnLst>
                                </p:cTn>
                              </p:par>
                            </p:childTnLst>
                          </p:cTn>
                        </p:par>
                      </p:childTnLst>
                    </p:cTn>
                  </p:par>
                  <p:par>
                    <p:cTn id="21" fill="hold">
                      <p:stCondLst>
                        <p:cond delay="indefinite"/>
                      </p:stCondLst>
                      <p:childTnLst>
                        <p:par>
                          <p:cTn id="22" fill="hold">
                            <p:stCondLst>
                              <p:cond delay="0"/>
                            </p:stCondLst>
                            <p:childTnLst>
                              <p:par>
                                <p:cTn id="23" presetID="34" presetClass="emph" presetSubtype="0" fill="hold" grpId="0" nodeType="clickEffect">
                                  <p:stCondLst>
                                    <p:cond delay="0"/>
                                  </p:stCondLst>
                                  <p:iterate type="lt">
                                    <p:tmPct val="10000"/>
                                  </p:iterate>
                                  <p:childTnLst>
                                    <p:animMotion origin="layout" path="M 0.0 0.0 L 0.0 -0.07213" pathEditMode="relative" ptsTypes="">
                                      <p:cBhvr>
                                        <p:cTn id="24" dur="250" accel="50000" decel="50000" autoRev="1" fill="hold">
                                          <p:stCondLst>
                                            <p:cond delay="0"/>
                                          </p:stCondLst>
                                        </p:cTn>
                                        <p:tgtEl>
                                          <p:spTgt spid="67"/>
                                        </p:tgtEl>
                                        <p:attrNameLst>
                                          <p:attrName>ppt_x</p:attrName>
                                          <p:attrName>ppt_y</p:attrName>
                                        </p:attrNameLst>
                                      </p:cBhvr>
                                    </p:animMotion>
                                    <p:animRot by="1500000">
                                      <p:cBhvr>
                                        <p:cTn id="25" dur="125" fill="hold">
                                          <p:stCondLst>
                                            <p:cond delay="0"/>
                                          </p:stCondLst>
                                        </p:cTn>
                                        <p:tgtEl>
                                          <p:spTgt spid="67"/>
                                        </p:tgtEl>
                                        <p:attrNameLst>
                                          <p:attrName>r</p:attrName>
                                        </p:attrNameLst>
                                      </p:cBhvr>
                                    </p:animRot>
                                    <p:animRot by="-1500000">
                                      <p:cBhvr>
                                        <p:cTn id="26" dur="125" fill="hold">
                                          <p:stCondLst>
                                            <p:cond delay="125"/>
                                          </p:stCondLst>
                                        </p:cTn>
                                        <p:tgtEl>
                                          <p:spTgt spid="67"/>
                                        </p:tgtEl>
                                        <p:attrNameLst>
                                          <p:attrName>r</p:attrName>
                                        </p:attrNameLst>
                                      </p:cBhvr>
                                    </p:animRot>
                                    <p:animRot by="-1500000">
                                      <p:cBhvr>
                                        <p:cTn id="27" dur="125" fill="hold">
                                          <p:stCondLst>
                                            <p:cond delay="250"/>
                                          </p:stCondLst>
                                        </p:cTn>
                                        <p:tgtEl>
                                          <p:spTgt spid="67"/>
                                        </p:tgtEl>
                                        <p:attrNameLst>
                                          <p:attrName>r</p:attrName>
                                        </p:attrNameLst>
                                      </p:cBhvr>
                                    </p:animRot>
                                    <p:animRot by="1500000">
                                      <p:cBhvr>
                                        <p:cTn id="28" dur="125" fill="hold">
                                          <p:stCondLst>
                                            <p:cond delay="375"/>
                                          </p:stCondLst>
                                        </p:cTn>
                                        <p:tgtEl>
                                          <p:spTgt spid="67"/>
                                        </p:tgtEl>
                                        <p:attrNameLst>
                                          <p:attrName>r</p:attrName>
                                        </p:attrNameLst>
                                      </p:cBhvr>
                                    </p:animRot>
                                  </p:childTnLst>
                                </p:cTn>
                              </p:par>
                            </p:childTnLst>
                          </p:cTn>
                        </p:par>
                        <p:par>
                          <p:cTn id="29" fill="hold">
                            <p:stCondLst>
                              <p:cond delay="1300"/>
                            </p:stCondLst>
                            <p:childTnLst>
                              <p:par>
                                <p:cTn id="30" presetID="22" presetClass="entr" presetSubtype="8" fill="hold" grpId="0" nodeType="afterEffect">
                                  <p:stCondLst>
                                    <p:cond delay="0"/>
                                  </p:stCondLst>
                                  <p:childTnLst>
                                    <p:set>
                                      <p:cBhvr>
                                        <p:cTn id="31" dur="1" fill="hold">
                                          <p:stCondLst>
                                            <p:cond delay="0"/>
                                          </p:stCondLst>
                                        </p:cTn>
                                        <p:tgtEl>
                                          <p:spTgt spid="30"/>
                                        </p:tgtEl>
                                        <p:attrNameLst>
                                          <p:attrName>style.visibility</p:attrName>
                                        </p:attrNameLst>
                                      </p:cBhvr>
                                      <p:to>
                                        <p:strVal val="visible"/>
                                      </p:to>
                                    </p:set>
                                    <p:animEffect transition="in" filter="wipe(left)">
                                      <p:cBhvr>
                                        <p:cTn id="32" dur="500"/>
                                        <p:tgtEl>
                                          <p:spTgt spid="30"/>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67" grpId="0"/>
      <p:bldP spid="48" grpId="0"/>
      <p:bldP spid="29" grpId="0"/>
      <p:bldP spid="30" grpId="0"/>
    </p:bldLst>
  </p:timing>
</p:sld>
</file>

<file path=ppt/slides/slide28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8" name="文本框 17">
            <a:extLst>
              <a:ext uri="{FF2B5EF4-FFF2-40B4-BE49-F238E27FC236}">
                <a16:creationId xmlns:a16="http://schemas.microsoft.com/office/drawing/2014/main" id="{49E4A840-8A6E-43FC-A0FB-9D49D00DFD93}"/>
              </a:ext>
            </a:extLst>
          </p:cNvPr>
          <p:cNvSpPr txBox="1"/>
          <p:nvPr/>
        </p:nvSpPr>
        <p:spPr>
          <a:xfrm>
            <a:off x="801376" y="3520682"/>
            <a:ext cx="1901162" cy="369332"/>
          </a:xfrm>
          <a:prstGeom prst="rect">
            <a:avLst/>
          </a:prstGeom>
          <a:noFill/>
        </p:spPr>
        <p:txBody>
          <a:bodyPr wrap="square" rtlCol="0">
            <a:spAutoFit/>
          </a:bodyPr>
          <a:lstStyle/>
          <a:p>
            <a:pPr algn="ctr"/>
            <a:r>
              <a:rPr lang="en-US" altLang="zh-CN" b="1" dirty="0"/>
              <a:t>00-0C-B5-72-AB-72</a:t>
            </a:r>
            <a:endParaRPr lang="zh-CN" altLang="en-US" b="1" dirty="0"/>
          </a:p>
        </p:txBody>
      </p:sp>
      <p:sp>
        <p:nvSpPr>
          <p:cNvPr id="67" name="文本框 66">
            <a:extLst>
              <a:ext uri="{FF2B5EF4-FFF2-40B4-BE49-F238E27FC236}">
                <a16:creationId xmlns:a16="http://schemas.microsoft.com/office/drawing/2014/main" id="{128727B1-2BED-4667-BC0B-20883A9B4F8A}"/>
              </a:ext>
            </a:extLst>
          </p:cNvPr>
          <p:cNvSpPr txBox="1"/>
          <p:nvPr/>
        </p:nvSpPr>
        <p:spPr>
          <a:xfrm>
            <a:off x="5178195" y="3520682"/>
            <a:ext cx="1901162" cy="369332"/>
          </a:xfrm>
          <a:prstGeom prst="rect">
            <a:avLst/>
          </a:prstGeom>
          <a:noFill/>
        </p:spPr>
        <p:txBody>
          <a:bodyPr wrap="square" rtlCol="0">
            <a:spAutoFit/>
          </a:bodyPr>
          <a:lstStyle/>
          <a:p>
            <a:pPr algn="ctr"/>
            <a:r>
              <a:rPr lang="en-US" altLang="zh-CN" b="1" dirty="0"/>
              <a:t>00-E0-F9-A3-43-77</a:t>
            </a:r>
            <a:endParaRPr lang="zh-CN" altLang="en-US" b="1" dirty="0"/>
          </a:p>
        </p:txBody>
      </p:sp>
      <p:sp>
        <p:nvSpPr>
          <p:cNvPr id="68" name="文本框 67">
            <a:extLst>
              <a:ext uri="{FF2B5EF4-FFF2-40B4-BE49-F238E27FC236}">
                <a16:creationId xmlns:a16="http://schemas.microsoft.com/office/drawing/2014/main" id="{3303FEC6-C7C9-4887-8355-52631906C5EB}"/>
              </a:ext>
            </a:extLst>
          </p:cNvPr>
          <p:cNvSpPr txBox="1"/>
          <p:nvPr/>
        </p:nvSpPr>
        <p:spPr>
          <a:xfrm>
            <a:off x="9533781" y="3520682"/>
            <a:ext cx="1901162" cy="369332"/>
          </a:xfrm>
          <a:prstGeom prst="rect">
            <a:avLst/>
          </a:prstGeom>
          <a:noFill/>
        </p:spPr>
        <p:txBody>
          <a:bodyPr wrap="square" rtlCol="0">
            <a:spAutoFit/>
          </a:bodyPr>
          <a:lstStyle/>
          <a:p>
            <a:pPr algn="ctr"/>
            <a:r>
              <a:rPr lang="en-US" altLang="zh-CN" b="1" dirty="0"/>
              <a:t>00-0C-CF-B8-4A-82</a:t>
            </a:r>
            <a:endParaRPr lang="zh-CN" altLang="en-US" b="1" dirty="0"/>
          </a:p>
        </p:txBody>
      </p:sp>
      <p:grpSp>
        <p:nvGrpSpPr>
          <p:cNvPr id="4" name="组合 3">
            <a:extLst>
              <a:ext uri="{FF2B5EF4-FFF2-40B4-BE49-F238E27FC236}">
                <a16:creationId xmlns:a16="http://schemas.microsoft.com/office/drawing/2014/main" id="{9A1EA9F2-FCB6-48C3-935F-7AE7E3AD14AC}"/>
              </a:ext>
            </a:extLst>
          </p:cNvPr>
          <p:cNvGrpSpPr/>
          <p:nvPr/>
        </p:nvGrpSpPr>
        <p:grpSpPr>
          <a:xfrm>
            <a:off x="304799" y="749300"/>
            <a:ext cx="6192345" cy="400110"/>
            <a:chOff x="424116" y="898245"/>
            <a:chExt cx="6192345" cy="400110"/>
          </a:xfrm>
        </p:grpSpPr>
        <p:sp>
          <p:nvSpPr>
            <p:cNvPr id="2" name="平行四边形 1">
              <a:extLst>
                <a:ext uri="{FF2B5EF4-FFF2-40B4-BE49-F238E27FC236}">
                  <a16:creationId xmlns:a16="http://schemas.microsoft.com/office/drawing/2014/main" id="{1F5BAA3F-9845-4F89-A2DD-8222D3E4EDAC}"/>
                </a:ext>
              </a:extLst>
            </p:cNvPr>
            <p:cNvSpPr/>
            <p:nvPr/>
          </p:nvSpPr>
          <p:spPr>
            <a:xfrm>
              <a:off x="424116" y="898245"/>
              <a:ext cx="695119" cy="387090"/>
            </a:xfrm>
            <a:prstGeom prst="parallelogram">
              <a:avLst/>
            </a:prstGeom>
            <a:solidFill>
              <a:schemeClr val="accent3">
                <a:lumMod val="75000"/>
              </a:schemeClr>
            </a:solidFill>
            <a:ln>
              <a:solidFill>
                <a:schemeClr val="accent3">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CN" sz="2200" dirty="0">
                  <a:latin typeface="Impact" panose="020B0806030902050204" pitchFamily="34" charset="0"/>
                </a:rPr>
                <a:t>02</a:t>
              </a:r>
              <a:endParaRPr lang="zh-CN" altLang="en-US" sz="2200" dirty="0">
                <a:latin typeface="Impact" panose="020B0806030902050204" pitchFamily="34" charset="0"/>
              </a:endParaRPr>
            </a:p>
          </p:txBody>
        </p:sp>
        <p:sp>
          <p:nvSpPr>
            <p:cNvPr id="3" name="文本框 2">
              <a:extLst>
                <a:ext uri="{FF2B5EF4-FFF2-40B4-BE49-F238E27FC236}">
                  <a16:creationId xmlns:a16="http://schemas.microsoft.com/office/drawing/2014/main" id="{4D6BD736-A4D3-4F26-AFED-36E11F50F70B}"/>
                </a:ext>
              </a:extLst>
            </p:cNvPr>
            <p:cNvSpPr txBox="1"/>
            <p:nvPr/>
          </p:nvSpPr>
          <p:spPr>
            <a:xfrm>
              <a:off x="1119235" y="898245"/>
              <a:ext cx="5497226" cy="400110"/>
            </a:xfrm>
            <a:prstGeom prst="rect">
              <a:avLst/>
            </a:prstGeom>
            <a:noFill/>
          </p:spPr>
          <p:txBody>
            <a:bodyPr wrap="square" rtlCol="0">
              <a:spAutoFit/>
            </a:bodyPr>
            <a:lstStyle/>
            <a:p>
              <a:r>
                <a:rPr lang="en-US" altLang="zh-CN" sz="2000" b="1" dirty="0"/>
                <a:t>MAC</a:t>
              </a:r>
              <a:r>
                <a:rPr lang="zh-CN" altLang="en-US" sz="2000" b="1" dirty="0"/>
                <a:t>地址</a:t>
              </a:r>
            </a:p>
          </p:txBody>
        </p:sp>
      </p:grpSp>
      <p:sp>
        <p:nvSpPr>
          <p:cNvPr id="48" name="íşlïḍè">
            <a:extLst>
              <a:ext uri="{FF2B5EF4-FFF2-40B4-BE49-F238E27FC236}">
                <a16:creationId xmlns:a16="http://schemas.microsoft.com/office/drawing/2014/main" id="{3A8ED235-C46A-40A6-B687-AE21B4C08B05}"/>
              </a:ext>
            </a:extLst>
          </p:cNvPr>
          <p:cNvSpPr txBox="1"/>
          <p:nvPr/>
        </p:nvSpPr>
        <p:spPr>
          <a:xfrm>
            <a:off x="4200062" y="1100674"/>
            <a:ext cx="3791876" cy="400110"/>
          </a:xfrm>
          <a:prstGeom prst="rect">
            <a:avLst/>
          </a:prstGeom>
          <a:noFill/>
        </p:spPr>
        <p:txBody>
          <a:bodyPr wrap="square" lIns="91440" tIns="45720" rIns="91440" bIns="45720" anchor="ctr">
            <a:noAutofit/>
          </a:bodyPr>
          <a:lstStyle/>
          <a:p>
            <a:pPr algn="ctr"/>
            <a:r>
              <a:rPr lang="zh-CN" altLang="en-US" b="1" dirty="0">
                <a:solidFill>
                  <a:schemeClr val="accent3">
                    <a:lumMod val="75000"/>
                  </a:schemeClr>
                </a:solidFill>
                <a:latin typeface="Arial Narrow" panose="020B0606020202030204" pitchFamily="34" charset="0"/>
              </a:rPr>
              <a:t>广播</a:t>
            </a:r>
            <a:r>
              <a:rPr lang="en-US" altLang="zh-CN" b="1" dirty="0">
                <a:solidFill>
                  <a:schemeClr val="accent3">
                    <a:lumMod val="75000"/>
                  </a:schemeClr>
                </a:solidFill>
                <a:latin typeface="Arial Narrow" panose="020B0606020202030204" pitchFamily="34" charset="0"/>
              </a:rPr>
              <a:t>MAC</a:t>
            </a:r>
            <a:r>
              <a:rPr lang="zh-CN" altLang="en-US" b="1" dirty="0">
                <a:solidFill>
                  <a:schemeClr val="accent3">
                    <a:lumMod val="75000"/>
                  </a:schemeClr>
                </a:solidFill>
                <a:latin typeface="Arial Narrow" panose="020B0606020202030204" pitchFamily="34" charset="0"/>
              </a:rPr>
              <a:t>地址举例</a:t>
            </a:r>
          </a:p>
        </p:txBody>
      </p:sp>
      <p:grpSp>
        <p:nvGrpSpPr>
          <p:cNvPr id="17" name="组合 16">
            <a:extLst>
              <a:ext uri="{FF2B5EF4-FFF2-40B4-BE49-F238E27FC236}">
                <a16:creationId xmlns:a16="http://schemas.microsoft.com/office/drawing/2014/main" id="{2D4FAEB9-41FF-41A3-A0C3-C1FAB40A57F1}"/>
              </a:ext>
            </a:extLst>
          </p:cNvPr>
          <p:cNvGrpSpPr/>
          <p:nvPr/>
        </p:nvGrpSpPr>
        <p:grpSpPr>
          <a:xfrm>
            <a:off x="863840" y="1939888"/>
            <a:ext cx="10600854" cy="1503089"/>
            <a:chOff x="863840" y="1939888"/>
            <a:chExt cx="10600854" cy="1503089"/>
          </a:xfrm>
        </p:grpSpPr>
        <p:cxnSp>
          <p:nvCxnSpPr>
            <p:cNvPr id="55" name="直接连接符 54">
              <a:extLst>
                <a:ext uri="{FF2B5EF4-FFF2-40B4-BE49-F238E27FC236}">
                  <a16:creationId xmlns:a16="http://schemas.microsoft.com/office/drawing/2014/main" id="{92C314A6-DB0D-4BA9-A6D2-30A0C4F5CA02}"/>
                </a:ext>
              </a:extLst>
            </p:cNvPr>
            <p:cNvCxnSpPr>
              <a:cxnSpLocks/>
              <a:stCxn id="62" idx="3"/>
            </p:cNvCxnSpPr>
            <p:nvPr/>
          </p:nvCxnSpPr>
          <p:spPr>
            <a:xfrm>
              <a:off x="1089364" y="2052650"/>
              <a:ext cx="10262568" cy="0"/>
            </a:xfrm>
            <a:prstGeom prst="line">
              <a:avLst/>
            </a:prstGeom>
            <a:ln w="152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6" name="直接连接符 55">
              <a:extLst>
                <a:ext uri="{FF2B5EF4-FFF2-40B4-BE49-F238E27FC236}">
                  <a16:creationId xmlns:a16="http://schemas.microsoft.com/office/drawing/2014/main" id="{5144FDD7-C4CC-485E-B74E-7D0369D89676}"/>
                </a:ext>
              </a:extLst>
            </p:cNvPr>
            <p:cNvCxnSpPr>
              <a:cxnSpLocks/>
            </p:cNvCxnSpPr>
            <p:nvPr/>
          </p:nvCxnSpPr>
          <p:spPr>
            <a:xfrm flipV="1">
              <a:off x="1920316" y="2027687"/>
              <a:ext cx="0" cy="970893"/>
            </a:xfrm>
            <a:prstGeom prst="line">
              <a:avLst/>
            </a:prstGeom>
            <a:ln w="152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8" name="直接连接符 57">
              <a:extLst>
                <a:ext uri="{FF2B5EF4-FFF2-40B4-BE49-F238E27FC236}">
                  <a16:creationId xmlns:a16="http://schemas.microsoft.com/office/drawing/2014/main" id="{3FF4899F-67E7-47A6-9BD0-F73B4532FB89}"/>
                </a:ext>
              </a:extLst>
            </p:cNvPr>
            <p:cNvCxnSpPr>
              <a:cxnSpLocks/>
            </p:cNvCxnSpPr>
            <p:nvPr/>
          </p:nvCxnSpPr>
          <p:spPr>
            <a:xfrm flipV="1">
              <a:off x="6273899" y="2027687"/>
              <a:ext cx="0" cy="1070883"/>
            </a:xfrm>
            <a:prstGeom prst="line">
              <a:avLst/>
            </a:prstGeom>
            <a:ln w="152400">
              <a:solidFill>
                <a:schemeClr val="tx1"/>
              </a:solidFill>
              <a:tailEnd w="med" len="lg"/>
            </a:ln>
          </p:spPr>
          <p:style>
            <a:lnRef idx="1">
              <a:schemeClr val="accent1"/>
            </a:lnRef>
            <a:fillRef idx="0">
              <a:schemeClr val="accent1"/>
            </a:fillRef>
            <a:effectRef idx="0">
              <a:schemeClr val="accent1"/>
            </a:effectRef>
            <a:fontRef idx="minor">
              <a:schemeClr val="tx1"/>
            </a:fontRef>
          </p:style>
        </p:cxnSp>
        <p:cxnSp>
          <p:nvCxnSpPr>
            <p:cNvPr id="60" name="直接连接符 59">
              <a:extLst>
                <a:ext uri="{FF2B5EF4-FFF2-40B4-BE49-F238E27FC236}">
                  <a16:creationId xmlns:a16="http://schemas.microsoft.com/office/drawing/2014/main" id="{A71A38F5-E9DC-4AAC-B6B1-14DFB88BD7C4}"/>
                </a:ext>
              </a:extLst>
            </p:cNvPr>
            <p:cNvCxnSpPr>
              <a:cxnSpLocks/>
            </p:cNvCxnSpPr>
            <p:nvPr/>
          </p:nvCxnSpPr>
          <p:spPr>
            <a:xfrm flipV="1">
              <a:off x="10676378" y="2080361"/>
              <a:ext cx="0" cy="865547"/>
            </a:xfrm>
            <a:prstGeom prst="line">
              <a:avLst/>
            </a:prstGeom>
            <a:ln w="152400">
              <a:solidFill>
                <a:schemeClr val="tx1"/>
              </a:solidFill>
            </a:ln>
          </p:spPr>
          <p:style>
            <a:lnRef idx="1">
              <a:schemeClr val="accent1"/>
            </a:lnRef>
            <a:fillRef idx="0">
              <a:schemeClr val="accent1"/>
            </a:fillRef>
            <a:effectRef idx="0">
              <a:schemeClr val="accent1"/>
            </a:effectRef>
            <a:fontRef idx="minor">
              <a:schemeClr val="tx1"/>
            </a:fontRef>
          </p:style>
        </p:cxnSp>
        <p:sp>
          <p:nvSpPr>
            <p:cNvPr id="62" name="矩形 61">
              <a:extLst>
                <a:ext uri="{FF2B5EF4-FFF2-40B4-BE49-F238E27FC236}">
                  <a16:creationId xmlns:a16="http://schemas.microsoft.com/office/drawing/2014/main" id="{864564AA-2284-4446-9E37-28D9D13E5B89}"/>
                </a:ext>
              </a:extLst>
            </p:cNvPr>
            <p:cNvSpPr/>
            <p:nvPr/>
          </p:nvSpPr>
          <p:spPr>
            <a:xfrm>
              <a:off x="863840" y="1939888"/>
              <a:ext cx="225524" cy="225524"/>
            </a:xfrm>
            <a:prstGeom prst="rect">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63" name="矩形 62">
              <a:extLst>
                <a:ext uri="{FF2B5EF4-FFF2-40B4-BE49-F238E27FC236}">
                  <a16:creationId xmlns:a16="http://schemas.microsoft.com/office/drawing/2014/main" id="{E30E6D70-747E-4D07-815C-E41A50A86F51}"/>
                </a:ext>
              </a:extLst>
            </p:cNvPr>
            <p:cNvSpPr/>
            <p:nvPr/>
          </p:nvSpPr>
          <p:spPr>
            <a:xfrm>
              <a:off x="11239170" y="1939888"/>
              <a:ext cx="225524" cy="225524"/>
            </a:xfrm>
            <a:prstGeom prst="rect">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grpSp>
          <p:nvGrpSpPr>
            <p:cNvPr id="5" name="组合 4">
              <a:extLst>
                <a:ext uri="{FF2B5EF4-FFF2-40B4-BE49-F238E27FC236}">
                  <a16:creationId xmlns:a16="http://schemas.microsoft.com/office/drawing/2014/main" id="{007D2C40-47F0-4661-A5E7-94502ABEA4AD}"/>
                </a:ext>
              </a:extLst>
            </p:cNvPr>
            <p:cNvGrpSpPr/>
            <p:nvPr/>
          </p:nvGrpSpPr>
          <p:grpSpPr>
            <a:xfrm>
              <a:off x="1420550" y="2801895"/>
              <a:ext cx="662814" cy="641082"/>
              <a:chOff x="1477490" y="2773086"/>
              <a:chExt cx="662814" cy="641082"/>
            </a:xfrm>
          </p:grpSpPr>
          <p:pic>
            <p:nvPicPr>
              <p:cNvPr id="57" name="图形 56">
                <a:extLst>
                  <a:ext uri="{FF2B5EF4-FFF2-40B4-BE49-F238E27FC236}">
                    <a16:creationId xmlns:a16="http://schemas.microsoft.com/office/drawing/2014/main" id="{944327FB-3B7F-413B-BD50-E334AA01B261}"/>
                  </a:ext>
                </a:extLst>
              </p:cNvPr>
              <p:cNvPicPr>
                <a:picLocks noChangeAspect="1"/>
              </p:cNvPicPr>
              <p:nvPr/>
            </p:nvPicPr>
            <p:blipFill>
              <a:blip r:embed="rId3">
                <a:extLst>
                  <a:ext uri="{28A0092B-C50C-407E-A947-70E740481C1C}">
                    <a14:useLocalDpi xmlns:a14="http://schemas.microsoft.com/office/drawing/2010/main" val="0"/>
                  </a:ext>
                  <a:ext uri="{96DAC541-7B7A-43D3-8B79-37D633B846F1}">
                    <asvg:svgBlip xmlns:asvg="http://schemas.microsoft.com/office/drawing/2016/SVG/main" r:embed="rId4"/>
                  </a:ext>
                </a:extLst>
              </a:blip>
              <a:stretch>
                <a:fillRect/>
              </a:stretch>
            </p:blipFill>
            <p:spPr>
              <a:xfrm>
                <a:off x="1477490" y="2773086"/>
                <a:ext cx="662814" cy="641082"/>
              </a:xfrm>
              <a:prstGeom prst="rect">
                <a:avLst/>
              </a:prstGeom>
            </p:spPr>
          </p:pic>
          <p:sp>
            <p:nvSpPr>
              <p:cNvPr id="54" name="íşlïḍè">
                <a:extLst>
                  <a:ext uri="{FF2B5EF4-FFF2-40B4-BE49-F238E27FC236}">
                    <a16:creationId xmlns:a16="http://schemas.microsoft.com/office/drawing/2014/main" id="{27C67225-56CD-43A3-8360-CE584738CA22}"/>
                  </a:ext>
                </a:extLst>
              </p:cNvPr>
              <p:cNvSpPr txBox="1"/>
              <p:nvPr/>
            </p:nvSpPr>
            <p:spPr>
              <a:xfrm>
                <a:off x="1787666" y="2879163"/>
                <a:ext cx="287088" cy="243273"/>
              </a:xfrm>
              <a:prstGeom prst="rect">
                <a:avLst/>
              </a:prstGeom>
              <a:noFill/>
            </p:spPr>
            <p:txBody>
              <a:bodyPr wrap="square" lIns="91440" tIns="45720" rIns="91440" bIns="45720" anchor="ctr">
                <a:noAutofit/>
              </a:bodyPr>
              <a:lstStyle/>
              <a:p>
                <a:pPr algn="ctr"/>
                <a:r>
                  <a:rPr lang="en-US" altLang="zh-CN" sz="2000" b="1" dirty="0">
                    <a:solidFill>
                      <a:schemeClr val="bg1"/>
                    </a:solidFill>
                    <a:latin typeface="Arial Narrow" panose="020B0606020202030204" pitchFamily="34" charset="0"/>
                  </a:rPr>
                  <a:t>A</a:t>
                </a:r>
                <a:endParaRPr lang="zh-CN" altLang="en-US" sz="2000" b="1" dirty="0">
                  <a:solidFill>
                    <a:schemeClr val="bg1"/>
                  </a:solidFill>
                  <a:latin typeface="Arial Narrow" panose="020B0606020202030204" pitchFamily="34" charset="0"/>
                </a:endParaRPr>
              </a:p>
            </p:txBody>
          </p:sp>
        </p:grpSp>
        <p:grpSp>
          <p:nvGrpSpPr>
            <p:cNvPr id="7" name="组合 6">
              <a:extLst>
                <a:ext uri="{FF2B5EF4-FFF2-40B4-BE49-F238E27FC236}">
                  <a16:creationId xmlns:a16="http://schemas.microsoft.com/office/drawing/2014/main" id="{1D46BAED-3885-400C-A6F8-D8019D458D44}"/>
                </a:ext>
              </a:extLst>
            </p:cNvPr>
            <p:cNvGrpSpPr/>
            <p:nvPr/>
          </p:nvGrpSpPr>
          <p:grpSpPr>
            <a:xfrm>
              <a:off x="5797369" y="2801895"/>
              <a:ext cx="662814" cy="641082"/>
              <a:chOff x="3555616" y="2773086"/>
              <a:chExt cx="662814" cy="641082"/>
            </a:xfrm>
          </p:grpSpPr>
          <p:pic>
            <p:nvPicPr>
              <p:cNvPr id="59" name="图形 58">
                <a:extLst>
                  <a:ext uri="{FF2B5EF4-FFF2-40B4-BE49-F238E27FC236}">
                    <a16:creationId xmlns:a16="http://schemas.microsoft.com/office/drawing/2014/main" id="{471F54F8-ED74-4739-A189-7EDEEE454C6E}"/>
                  </a:ext>
                </a:extLst>
              </p:cNvPr>
              <p:cNvPicPr>
                <a:picLocks noChangeAspect="1"/>
              </p:cNvPicPr>
              <p:nvPr/>
            </p:nvPicPr>
            <p:blipFill>
              <a:blip r:embed="rId3">
                <a:extLst>
                  <a:ext uri="{28A0092B-C50C-407E-A947-70E740481C1C}">
                    <a14:useLocalDpi xmlns:a14="http://schemas.microsoft.com/office/drawing/2010/main" val="0"/>
                  </a:ext>
                  <a:ext uri="{96DAC541-7B7A-43D3-8B79-37D633B846F1}">
                    <asvg:svgBlip xmlns:asvg="http://schemas.microsoft.com/office/drawing/2016/SVG/main" r:embed="rId4"/>
                  </a:ext>
                </a:extLst>
              </a:blip>
              <a:stretch>
                <a:fillRect/>
              </a:stretch>
            </p:blipFill>
            <p:spPr>
              <a:xfrm>
                <a:off x="3555616" y="2773086"/>
                <a:ext cx="662814" cy="641082"/>
              </a:xfrm>
              <a:prstGeom prst="rect">
                <a:avLst/>
              </a:prstGeom>
            </p:spPr>
          </p:pic>
          <p:sp>
            <p:nvSpPr>
              <p:cNvPr id="65" name="íşlïḍè">
                <a:extLst>
                  <a:ext uri="{FF2B5EF4-FFF2-40B4-BE49-F238E27FC236}">
                    <a16:creationId xmlns:a16="http://schemas.microsoft.com/office/drawing/2014/main" id="{741170DA-E9BA-43FF-8D03-C1880D543B7A}"/>
                  </a:ext>
                </a:extLst>
              </p:cNvPr>
              <p:cNvSpPr txBox="1"/>
              <p:nvPr/>
            </p:nvSpPr>
            <p:spPr>
              <a:xfrm>
                <a:off x="3869079" y="2879163"/>
                <a:ext cx="287088" cy="243273"/>
              </a:xfrm>
              <a:prstGeom prst="rect">
                <a:avLst/>
              </a:prstGeom>
              <a:noFill/>
            </p:spPr>
            <p:txBody>
              <a:bodyPr wrap="square" lIns="91440" tIns="45720" rIns="91440" bIns="45720" anchor="ctr">
                <a:noAutofit/>
              </a:bodyPr>
              <a:lstStyle/>
              <a:p>
                <a:pPr algn="ctr"/>
                <a:r>
                  <a:rPr lang="en-US" altLang="zh-CN" sz="2000" b="1" dirty="0">
                    <a:solidFill>
                      <a:schemeClr val="bg1"/>
                    </a:solidFill>
                    <a:latin typeface="Arial Narrow" panose="020B0606020202030204" pitchFamily="34" charset="0"/>
                  </a:rPr>
                  <a:t>B</a:t>
                </a:r>
                <a:endParaRPr lang="zh-CN" altLang="en-US" sz="2000" b="1" dirty="0">
                  <a:solidFill>
                    <a:schemeClr val="bg1"/>
                  </a:solidFill>
                  <a:latin typeface="Arial Narrow" panose="020B0606020202030204" pitchFamily="34" charset="0"/>
                </a:endParaRPr>
              </a:p>
            </p:txBody>
          </p:sp>
        </p:grpSp>
        <p:grpSp>
          <p:nvGrpSpPr>
            <p:cNvPr id="9" name="组合 8">
              <a:extLst>
                <a:ext uri="{FF2B5EF4-FFF2-40B4-BE49-F238E27FC236}">
                  <a16:creationId xmlns:a16="http://schemas.microsoft.com/office/drawing/2014/main" id="{12B69D33-11B6-4773-9A9E-F70C0931C929}"/>
                </a:ext>
              </a:extLst>
            </p:cNvPr>
            <p:cNvGrpSpPr/>
            <p:nvPr/>
          </p:nvGrpSpPr>
          <p:grpSpPr>
            <a:xfrm>
              <a:off x="10174187" y="2801895"/>
              <a:ext cx="662814" cy="641082"/>
              <a:chOff x="5633743" y="2773086"/>
              <a:chExt cx="662814" cy="641082"/>
            </a:xfrm>
          </p:grpSpPr>
          <p:pic>
            <p:nvPicPr>
              <p:cNvPr id="61" name="图形 60">
                <a:extLst>
                  <a:ext uri="{FF2B5EF4-FFF2-40B4-BE49-F238E27FC236}">
                    <a16:creationId xmlns:a16="http://schemas.microsoft.com/office/drawing/2014/main" id="{19E33EE8-0676-48E1-900A-1AADA67B393B}"/>
                  </a:ext>
                </a:extLst>
              </p:cNvPr>
              <p:cNvPicPr>
                <a:picLocks noChangeAspect="1"/>
              </p:cNvPicPr>
              <p:nvPr/>
            </p:nvPicPr>
            <p:blipFill>
              <a:blip r:embed="rId3">
                <a:extLst>
                  <a:ext uri="{28A0092B-C50C-407E-A947-70E740481C1C}">
                    <a14:useLocalDpi xmlns:a14="http://schemas.microsoft.com/office/drawing/2010/main" val="0"/>
                  </a:ext>
                  <a:ext uri="{96DAC541-7B7A-43D3-8B79-37D633B846F1}">
                    <asvg:svgBlip xmlns:asvg="http://schemas.microsoft.com/office/drawing/2016/SVG/main" r:embed="rId4"/>
                  </a:ext>
                </a:extLst>
              </a:blip>
              <a:stretch>
                <a:fillRect/>
              </a:stretch>
            </p:blipFill>
            <p:spPr>
              <a:xfrm>
                <a:off x="5633743" y="2773086"/>
                <a:ext cx="662814" cy="641082"/>
              </a:xfrm>
              <a:prstGeom prst="rect">
                <a:avLst/>
              </a:prstGeom>
            </p:spPr>
          </p:pic>
          <p:sp>
            <p:nvSpPr>
              <p:cNvPr id="66" name="íşlïḍè">
                <a:extLst>
                  <a:ext uri="{FF2B5EF4-FFF2-40B4-BE49-F238E27FC236}">
                    <a16:creationId xmlns:a16="http://schemas.microsoft.com/office/drawing/2014/main" id="{EFE1EBE6-0C7F-40F0-8310-4441F3BC588D}"/>
                  </a:ext>
                </a:extLst>
              </p:cNvPr>
              <p:cNvSpPr txBox="1"/>
              <p:nvPr/>
            </p:nvSpPr>
            <p:spPr>
              <a:xfrm>
                <a:off x="5943918" y="2879162"/>
                <a:ext cx="287088" cy="243273"/>
              </a:xfrm>
              <a:prstGeom prst="rect">
                <a:avLst/>
              </a:prstGeom>
              <a:noFill/>
            </p:spPr>
            <p:txBody>
              <a:bodyPr wrap="square" lIns="91440" tIns="45720" rIns="91440" bIns="45720" anchor="ctr">
                <a:noAutofit/>
              </a:bodyPr>
              <a:lstStyle/>
              <a:p>
                <a:pPr algn="ctr"/>
                <a:r>
                  <a:rPr lang="en-US" altLang="zh-CN" sz="2000" b="1" dirty="0">
                    <a:solidFill>
                      <a:schemeClr val="bg1"/>
                    </a:solidFill>
                    <a:latin typeface="Arial Narrow" panose="020B0606020202030204" pitchFamily="34" charset="0"/>
                  </a:rPr>
                  <a:t>C</a:t>
                </a:r>
                <a:endParaRPr lang="zh-CN" altLang="en-US" sz="2000" b="1" dirty="0">
                  <a:solidFill>
                    <a:schemeClr val="bg1"/>
                  </a:solidFill>
                  <a:latin typeface="Arial Narrow" panose="020B0606020202030204" pitchFamily="34" charset="0"/>
                </a:endParaRPr>
              </a:p>
            </p:txBody>
          </p:sp>
        </p:grpSp>
      </p:grpSp>
      <p:grpSp>
        <p:nvGrpSpPr>
          <p:cNvPr id="10" name="组合 9">
            <a:extLst>
              <a:ext uri="{FF2B5EF4-FFF2-40B4-BE49-F238E27FC236}">
                <a16:creationId xmlns:a16="http://schemas.microsoft.com/office/drawing/2014/main" id="{094D8DB2-F494-4CE5-9976-8FBEE8E8CB8F}"/>
              </a:ext>
            </a:extLst>
          </p:cNvPr>
          <p:cNvGrpSpPr/>
          <p:nvPr/>
        </p:nvGrpSpPr>
        <p:grpSpPr>
          <a:xfrm>
            <a:off x="4702413" y="4001810"/>
            <a:ext cx="3158796" cy="2106890"/>
            <a:chOff x="4702413" y="4001810"/>
            <a:chExt cx="3158796" cy="2106890"/>
          </a:xfrm>
        </p:grpSpPr>
        <p:sp>
          <p:nvSpPr>
            <p:cNvPr id="29" name="文本框 28">
              <a:extLst>
                <a:ext uri="{FF2B5EF4-FFF2-40B4-BE49-F238E27FC236}">
                  <a16:creationId xmlns:a16="http://schemas.microsoft.com/office/drawing/2014/main" id="{E1B9A2F3-D6F6-4E4B-BA82-E9956C251C97}"/>
                </a:ext>
              </a:extLst>
            </p:cNvPr>
            <p:cNvSpPr txBox="1"/>
            <p:nvPr/>
          </p:nvSpPr>
          <p:spPr>
            <a:xfrm>
              <a:off x="5797369" y="4293542"/>
              <a:ext cx="1901162" cy="369332"/>
            </a:xfrm>
            <a:prstGeom prst="rect">
              <a:avLst/>
            </a:prstGeom>
            <a:noFill/>
          </p:spPr>
          <p:txBody>
            <a:bodyPr wrap="square" rtlCol="0">
              <a:spAutoFit/>
            </a:bodyPr>
            <a:lstStyle/>
            <a:p>
              <a:r>
                <a:rPr lang="en-US" altLang="zh-CN" b="1" dirty="0">
                  <a:solidFill>
                    <a:schemeClr val="accent4"/>
                  </a:solidFill>
                </a:rPr>
                <a:t>FF-FF-FF-FF-FF-FF</a:t>
              </a:r>
              <a:endParaRPr lang="zh-CN" altLang="en-US" b="1" dirty="0">
                <a:solidFill>
                  <a:schemeClr val="accent4"/>
                </a:solidFill>
              </a:endParaRPr>
            </a:p>
          </p:txBody>
        </p:sp>
        <p:sp>
          <p:nvSpPr>
            <p:cNvPr id="30" name="文本框 29">
              <a:extLst>
                <a:ext uri="{FF2B5EF4-FFF2-40B4-BE49-F238E27FC236}">
                  <a16:creationId xmlns:a16="http://schemas.microsoft.com/office/drawing/2014/main" id="{1F2EDD4C-8505-4CEB-B0F7-855DE8A3008C}"/>
                </a:ext>
              </a:extLst>
            </p:cNvPr>
            <p:cNvSpPr txBox="1"/>
            <p:nvPr/>
          </p:nvSpPr>
          <p:spPr>
            <a:xfrm>
              <a:off x="5797369" y="4555913"/>
              <a:ext cx="1901162" cy="369332"/>
            </a:xfrm>
            <a:prstGeom prst="rect">
              <a:avLst/>
            </a:prstGeom>
            <a:noFill/>
          </p:spPr>
          <p:txBody>
            <a:bodyPr wrap="square" rtlCol="0">
              <a:spAutoFit/>
            </a:bodyPr>
            <a:lstStyle/>
            <a:p>
              <a:r>
                <a:rPr lang="en-US" altLang="zh-CN" b="1" dirty="0"/>
                <a:t>00-E0-F9-A3-43-77</a:t>
              </a:r>
              <a:endParaRPr lang="zh-CN" altLang="en-US" b="1" dirty="0"/>
            </a:p>
          </p:txBody>
        </p:sp>
        <p:grpSp>
          <p:nvGrpSpPr>
            <p:cNvPr id="8" name="组合 7">
              <a:extLst>
                <a:ext uri="{FF2B5EF4-FFF2-40B4-BE49-F238E27FC236}">
                  <a16:creationId xmlns:a16="http://schemas.microsoft.com/office/drawing/2014/main" id="{D6F571ED-2953-4629-A224-CC19FB04D6CE}"/>
                </a:ext>
              </a:extLst>
            </p:cNvPr>
            <p:cNvGrpSpPr/>
            <p:nvPr/>
          </p:nvGrpSpPr>
          <p:grpSpPr>
            <a:xfrm>
              <a:off x="4702413" y="4001810"/>
              <a:ext cx="3158796" cy="2106890"/>
              <a:chOff x="4702413" y="4001810"/>
              <a:chExt cx="3158796" cy="2106890"/>
            </a:xfrm>
          </p:grpSpPr>
          <p:sp>
            <p:nvSpPr>
              <p:cNvPr id="6" name="矩形 5">
                <a:extLst>
                  <a:ext uri="{FF2B5EF4-FFF2-40B4-BE49-F238E27FC236}">
                    <a16:creationId xmlns:a16="http://schemas.microsoft.com/office/drawing/2014/main" id="{BEDA26A2-35D4-41B9-A3DF-1418FBF5EA57}"/>
                  </a:ext>
                </a:extLst>
              </p:cNvPr>
              <p:cNvSpPr/>
              <p:nvPr/>
            </p:nvSpPr>
            <p:spPr>
              <a:xfrm>
                <a:off x="4702413" y="4001810"/>
                <a:ext cx="3158796" cy="1214876"/>
              </a:xfrm>
              <a:prstGeom prst="rect">
                <a:avLst/>
              </a:prstGeom>
              <a:noFill/>
              <a:ln>
                <a:solidFill>
                  <a:schemeClr val="accent3"/>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zh-CN" altLang="en-US" b="1" dirty="0">
                    <a:solidFill>
                      <a:schemeClr val="tx1"/>
                    </a:solidFill>
                    <a:latin typeface="+mn-ea"/>
                  </a:rPr>
                  <a:t>帧的首部</a:t>
                </a:r>
                <a:endParaRPr lang="en-US" altLang="zh-CN" b="1" dirty="0">
                  <a:solidFill>
                    <a:schemeClr val="tx1"/>
                  </a:solidFill>
                  <a:latin typeface="+mn-ea"/>
                </a:endParaRPr>
              </a:p>
              <a:p>
                <a:r>
                  <a:rPr lang="zh-CN" altLang="en-US" b="1" dirty="0">
                    <a:solidFill>
                      <a:schemeClr val="tx1"/>
                    </a:solidFill>
                    <a:latin typeface="+mn-ea"/>
                  </a:rPr>
                  <a:t>目的地址：</a:t>
                </a:r>
                <a:endParaRPr lang="en-US" altLang="zh-CN" b="1" dirty="0">
                  <a:solidFill>
                    <a:schemeClr val="tx1"/>
                  </a:solidFill>
                  <a:latin typeface="+mn-ea"/>
                </a:endParaRPr>
              </a:p>
              <a:p>
                <a:r>
                  <a:rPr lang="zh-CN" altLang="en-US" b="1" dirty="0">
                    <a:solidFill>
                      <a:schemeClr val="tx1"/>
                    </a:solidFill>
                    <a:latin typeface="+mn-ea"/>
                  </a:rPr>
                  <a:t>源地址：</a:t>
                </a:r>
                <a:endParaRPr lang="en-US" altLang="zh-CN" b="1" dirty="0">
                  <a:solidFill>
                    <a:schemeClr val="tx1"/>
                  </a:solidFill>
                  <a:latin typeface="+mn-ea"/>
                </a:endParaRPr>
              </a:p>
              <a:p>
                <a:r>
                  <a:rPr lang="en-US" altLang="zh-CN" b="1" dirty="0">
                    <a:solidFill>
                      <a:schemeClr val="tx1"/>
                    </a:solidFill>
                    <a:latin typeface="+mn-ea"/>
                  </a:rPr>
                  <a:t>……</a:t>
                </a:r>
                <a:endParaRPr lang="zh-CN" altLang="en-US" b="1" dirty="0">
                  <a:solidFill>
                    <a:schemeClr val="tx1"/>
                  </a:solidFill>
                  <a:latin typeface="+mn-ea"/>
                </a:endParaRPr>
              </a:p>
            </p:txBody>
          </p:sp>
          <p:sp>
            <p:nvSpPr>
              <p:cNvPr id="31" name="矩形 30">
                <a:extLst>
                  <a:ext uri="{FF2B5EF4-FFF2-40B4-BE49-F238E27FC236}">
                    <a16:creationId xmlns:a16="http://schemas.microsoft.com/office/drawing/2014/main" id="{4AD2924A-AF5B-41C0-ADB0-208A7B86200C}"/>
                  </a:ext>
                </a:extLst>
              </p:cNvPr>
              <p:cNvSpPr/>
              <p:nvPr/>
            </p:nvSpPr>
            <p:spPr>
              <a:xfrm>
                <a:off x="4702413" y="5216686"/>
                <a:ext cx="3158796" cy="892014"/>
              </a:xfrm>
              <a:prstGeom prst="rect">
                <a:avLst/>
              </a:prstGeom>
              <a:noFill/>
              <a:ln>
                <a:solidFill>
                  <a:schemeClr val="accent3"/>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zh-CN" altLang="en-US" b="1" dirty="0">
                    <a:solidFill>
                      <a:schemeClr val="tx1"/>
                    </a:solidFill>
                    <a:latin typeface="+mn-ea"/>
                  </a:rPr>
                  <a:t>数据载荷和帧尾部</a:t>
                </a:r>
                <a:endParaRPr lang="en-US" altLang="zh-CN" b="1" dirty="0">
                  <a:solidFill>
                    <a:schemeClr val="tx1"/>
                  </a:solidFill>
                  <a:latin typeface="+mn-ea"/>
                </a:endParaRPr>
              </a:p>
              <a:p>
                <a:pPr algn="ctr"/>
                <a:r>
                  <a:rPr lang="en-US" altLang="zh-CN" b="1" dirty="0">
                    <a:solidFill>
                      <a:schemeClr val="tx1"/>
                    </a:solidFill>
                    <a:latin typeface="+mn-ea"/>
                  </a:rPr>
                  <a:t>……</a:t>
                </a:r>
                <a:endParaRPr lang="zh-CN" altLang="en-US" b="1" dirty="0">
                  <a:solidFill>
                    <a:schemeClr val="tx1"/>
                  </a:solidFill>
                  <a:latin typeface="+mn-ea"/>
                </a:endParaRPr>
              </a:p>
            </p:txBody>
          </p:sp>
        </p:grpSp>
      </p:grpSp>
      <p:cxnSp>
        <p:nvCxnSpPr>
          <p:cNvPr id="49" name="直接箭头连接符 48">
            <a:extLst>
              <a:ext uri="{FF2B5EF4-FFF2-40B4-BE49-F238E27FC236}">
                <a16:creationId xmlns:a16="http://schemas.microsoft.com/office/drawing/2014/main" id="{60FF627B-16D4-458B-AE1A-A63A6AB5E20E}"/>
              </a:ext>
            </a:extLst>
          </p:cNvPr>
          <p:cNvCxnSpPr/>
          <p:nvPr/>
        </p:nvCxnSpPr>
        <p:spPr>
          <a:xfrm flipV="1">
            <a:off x="6277387" y="2073384"/>
            <a:ext cx="0" cy="773654"/>
          </a:xfrm>
          <a:prstGeom prst="straightConnector1">
            <a:avLst/>
          </a:prstGeom>
          <a:ln w="50800" cap="rnd">
            <a:solidFill>
              <a:schemeClr val="accent6"/>
            </a:solidFill>
            <a:round/>
            <a:tailEnd type="triangle" w="med" len="med"/>
          </a:ln>
        </p:spPr>
        <p:style>
          <a:lnRef idx="1">
            <a:schemeClr val="accent1"/>
          </a:lnRef>
          <a:fillRef idx="0">
            <a:schemeClr val="accent1"/>
          </a:fillRef>
          <a:effectRef idx="0">
            <a:schemeClr val="accent1"/>
          </a:effectRef>
          <a:fontRef idx="minor">
            <a:schemeClr val="tx1"/>
          </a:fontRef>
        </p:style>
      </p:cxnSp>
      <p:cxnSp>
        <p:nvCxnSpPr>
          <p:cNvPr id="50" name="直接箭头连接符 49">
            <a:extLst>
              <a:ext uri="{FF2B5EF4-FFF2-40B4-BE49-F238E27FC236}">
                <a16:creationId xmlns:a16="http://schemas.microsoft.com/office/drawing/2014/main" id="{CE89B4C0-C579-4C35-B0DD-C542B0087523}"/>
              </a:ext>
            </a:extLst>
          </p:cNvPr>
          <p:cNvCxnSpPr>
            <a:cxnSpLocks/>
          </p:cNvCxnSpPr>
          <p:nvPr/>
        </p:nvCxnSpPr>
        <p:spPr>
          <a:xfrm>
            <a:off x="6273899" y="2060228"/>
            <a:ext cx="4976395" cy="0"/>
          </a:xfrm>
          <a:prstGeom prst="straightConnector1">
            <a:avLst/>
          </a:prstGeom>
          <a:ln w="50800" cap="rnd">
            <a:solidFill>
              <a:schemeClr val="accent6"/>
            </a:solidFill>
            <a:round/>
            <a:tailEnd type="triangle" w="med" len="med"/>
          </a:ln>
        </p:spPr>
        <p:style>
          <a:lnRef idx="1">
            <a:schemeClr val="accent1"/>
          </a:lnRef>
          <a:fillRef idx="0">
            <a:schemeClr val="accent1"/>
          </a:fillRef>
          <a:effectRef idx="0">
            <a:schemeClr val="accent1"/>
          </a:effectRef>
          <a:fontRef idx="minor">
            <a:schemeClr val="tx1"/>
          </a:fontRef>
        </p:style>
      </p:cxnSp>
      <p:cxnSp>
        <p:nvCxnSpPr>
          <p:cNvPr id="51" name="直接箭头连接符 50">
            <a:extLst>
              <a:ext uri="{FF2B5EF4-FFF2-40B4-BE49-F238E27FC236}">
                <a16:creationId xmlns:a16="http://schemas.microsoft.com/office/drawing/2014/main" id="{5799D36A-E506-4E5E-85C2-40D7DD32593F}"/>
              </a:ext>
            </a:extLst>
          </p:cNvPr>
          <p:cNvCxnSpPr>
            <a:cxnSpLocks/>
          </p:cNvCxnSpPr>
          <p:nvPr/>
        </p:nvCxnSpPr>
        <p:spPr>
          <a:xfrm flipH="1" flipV="1">
            <a:off x="1089364" y="2052650"/>
            <a:ext cx="5184535" cy="3860"/>
          </a:xfrm>
          <a:prstGeom prst="straightConnector1">
            <a:avLst/>
          </a:prstGeom>
          <a:ln w="50800" cap="rnd">
            <a:solidFill>
              <a:schemeClr val="accent6"/>
            </a:solidFill>
            <a:round/>
            <a:tailEnd type="triangle" w="med" len="med"/>
          </a:ln>
        </p:spPr>
        <p:style>
          <a:lnRef idx="1">
            <a:schemeClr val="accent1"/>
          </a:lnRef>
          <a:fillRef idx="0">
            <a:schemeClr val="accent1"/>
          </a:fillRef>
          <a:effectRef idx="0">
            <a:schemeClr val="accent1"/>
          </a:effectRef>
          <a:fontRef idx="minor">
            <a:schemeClr val="tx1"/>
          </a:fontRef>
        </p:style>
      </p:cxnSp>
      <p:cxnSp>
        <p:nvCxnSpPr>
          <p:cNvPr id="52" name="直接箭头连接符 51">
            <a:extLst>
              <a:ext uri="{FF2B5EF4-FFF2-40B4-BE49-F238E27FC236}">
                <a16:creationId xmlns:a16="http://schemas.microsoft.com/office/drawing/2014/main" id="{CF01A41B-A2EF-4BFB-96E9-5D96C4A71E60}"/>
              </a:ext>
            </a:extLst>
          </p:cNvPr>
          <p:cNvCxnSpPr>
            <a:cxnSpLocks/>
          </p:cNvCxnSpPr>
          <p:nvPr/>
        </p:nvCxnSpPr>
        <p:spPr>
          <a:xfrm>
            <a:off x="1920316" y="2080361"/>
            <a:ext cx="0" cy="772860"/>
          </a:xfrm>
          <a:prstGeom prst="straightConnector1">
            <a:avLst/>
          </a:prstGeom>
          <a:ln w="50800" cap="rnd">
            <a:solidFill>
              <a:schemeClr val="accent6"/>
            </a:solidFill>
            <a:round/>
            <a:tailEnd type="triangle" w="med" len="med"/>
          </a:ln>
        </p:spPr>
        <p:style>
          <a:lnRef idx="1">
            <a:schemeClr val="accent1"/>
          </a:lnRef>
          <a:fillRef idx="0">
            <a:schemeClr val="accent1"/>
          </a:fillRef>
          <a:effectRef idx="0">
            <a:schemeClr val="accent1"/>
          </a:effectRef>
          <a:fontRef idx="minor">
            <a:schemeClr val="tx1"/>
          </a:fontRef>
        </p:style>
      </p:cxnSp>
      <p:cxnSp>
        <p:nvCxnSpPr>
          <p:cNvPr id="53" name="直接箭头连接符 52">
            <a:extLst>
              <a:ext uri="{FF2B5EF4-FFF2-40B4-BE49-F238E27FC236}">
                <a16:creationId xmlns:a16="http://schemas.microsoft.com/office/drawing/2014/main" id="{9F187534-C9D2-49C9-A0B9-F2E384BCFCE7}"/>
              </a:ext>
            </a:extLst>
          </p:cNvPr>
          <p:cNvCxnSpPr>
            <a:cxnSpLocks/>
          </p:cNvCxnSpPr>
          <p:nvPr/>
        </p:nvCxnSpPr>
        <p:spPr>
          <a:xfrm>
            <a:off x="10683471" y="2080361"/>
            <a:ext cx="0" cy="772860"/>
          </a:xfrm>
          <a:prstGeom prst="straightConnector1">
            <a:avLst/>
          </a:prstGeom>
          <a:ln w="50800" cap="rnd">
            <a:solidFill>
              <a:schemeClr val="accent6"/>
            </a:solidFill>
            <a:round/>
            <a:tailEnd type="triangle" w="med" len="med"/>
          </a:ln>
        </p:spPr>
        <p:style>
          <a:lnRef idx="1">
            <a:schemeClr val="accent1"/>
          </a:lnRef>
          <a:fillRef idx="0">
            <a:schemeClr val="accent1"/>
          </a:fillRef>
          <a:effectRef idx="0">
            <a:schemeClr val="accent1"/>
          </a:effectRef>
          <a:fontRef idx="minor">
            <a:schemeClr val="tx1"/>
          </a:fontRef>
        </p:style>
      </p:cxnSp>
      <p:grpSp>
        <p:nvGrpSpPr>
          <p:cNvPr id="64" name="组合 63">
            <a:extLst>
              <a:ext uri="{FF2B5EF4-FFF2-40B4-BE49-F238E27FC236}">
                <a16:creationId xmlns:a16="http://schemas.microsoft.com/office/drawing/2014/main" id="{6303BFE5-897F-4E54-AD4D-D13077BA14C9}"/>
              </a:ext>
            </a:extLst>
          </p:cNvPr>
          <p:cNvGrpSpPr/>
          <p:nvPr/>
        </p:nvGrpSpPr>
        <p:grpSpPr>
          <a:xfrm>
            <a:off x="294872" y="4001810"/>
            <a:ext cx="3158796" cy="2106890"/>
            <a:chOff x="4702413" y="4001810"/>
            <a:chExt cx="3158796" cy="2106890"/>
          </a:xfrm>
        </p:grpSpPr>
        <p:sp>
          <p:nvSpPr>
            <p:cNvPr id="69" name="文本框 68">
              <a:extLst>
                <a:ext uri="{FF2B5EF4-FFF2-40B4-BE49-F238E27FC236}">
                  <a16:creationId xmlns:a16="http://schemas.microsoft.com/office/drawing/2014/main" id="{266F6671-30B8-4546-ADBB-3D50504F4C76}"/>
                </a:ext>
              </a:extLst>
            </p:cNvPr>
            <p:cNvSpPr txBox="1"/>
            <p:nvPr/>
          </p:nvSpPr>
          <p:spPr>
            <a:xfrm>
              <a:off x="5797369" y="4293542"/>
              <a:ext cx="1901162" cy="369332"/>
            </a:xfrm>
            <a:prstGeom prst="rect">
              <a:avLst/>
            </a:prstGeom>
            <a:noFill/>
          </p:spPr>
          <p:txBody>
            <a:bodyPr wrap="square" rtlCol="0">
              <a:spAutoFit/>
            </a:bodyPr>
            <a:lstStyle/>
            <a:p>
              <a:r>
                <a:rPr lang="en-US" altLang="zh-CN" b="1" dirty="0">
                  <a:solidFill>
                    <a:schemeClr val="accent4"/>
                  </a:solidFill>
                </a:rPr>
                <a:t>FF-FF-FF-FF-FF-FF</a:t>
              </a:r>
              <a:endParaRPr lang="zh-CN" altLang="en-US" b="1" dirty="0">
                <a:solidFill>
                  <a:schemeClr val="accent4"/>
                </a:solidFill>
              </a:endParaRPr>
            </a:p>
          </p:txBody>
        </p:sp>
        <p:sp>
          <p:nvSpPr>
            <p:cNvPr id="70" name="文本框 69">
              <a:extLst>
                <a:ext uri="{FF2B5EF4-FFF2-40B4-BE49-F238E27FC236}">
                  <a16:creationId xmlns:a16="http://schemas.microsoft.com/office/drawing/2014/main" id="{3BC4D065-A75B-49A0-8316-F5C1EA8BD619}"/>
                </a:ext>
              </a:extLst>
            </p:cNvPr>
            <p:cNvSpPr txBox="1"/>
            <p:nvPr/>
          </p:nvSpPr>
          <p:spPr>
            <a:xfrm>
              <a:off x="5797369" y="4555913"/>
              <a:ext cx="1901162" cy="369332"/>
            </a:xfrm>
            <a:prstGeom prst="rect">
              <a:avLst/>
            </a:prstGeom>
            <a:noFill/>
          </p:spPr>
          <p:txBody>
            <a:bodyPr wrap="square" rtlCol="0">
              <a:spAutoFit/>
            </a:bodyPr>
            <a:lstStyle/>
            <a:p>
              <a:r>
                <a:rPr lang="en-US" altLang="zh-CN" b="1" dirty="0"/>
                <a:t>00-E0-F9-A3-43-77</a:t>
              </a:r>
              <a:endParaRPr lang="zh-CN" altLang="en-US" b="1" dirty="0"/>
            </a:p>
          </p:txBody>
        </p:sp>
        <p:grpSp>
          <p:nvGrpSpPr>
            <p:cNvPr id="71" name="组合 70">
              <a:extLst>
                <a:ext uri="{FF2B5EF4-FFF2-40B4-BE49-F238E27FC236}">
                  <a16:creationId xmlns:a16="http://schemas.microsoft.com/office/drawing/2014/main" id="{590F23AC-7681-4552-8097-1E75A3D90A03}"/>
                </a:ext>
              </a:extLst>
            </p:cNvPr>
            <p:cNvGrpSpPr/>
            <p:nvPr/>
          </p:nvGrpSpPr>
          <p:grpSpPr>
            <a:xfrm>
              <a:off x="4702413" y="4001810"/>
              <a:ext cx="3158796" cy="2106890"/>
              <a:chOff x="4702413" y="4001810"/>
              <a:chExt cx="3158796" cy="2106890"/>
            </a:xfrm>
          </p:grpSpPr>
          <p:sp>
            <p:nvSpPr>
              <p:cNvPr id="72" name="矩形 71">
                <a:extLst>
                  <a:ext uri="{FF2B5EF4-FFF2-40B4-BE49-F238E27FC236}">
                    <a16:creationId xmlns:a16="http://schemas.microsoft.com/office/drawing/2014/main" id="{E3E91C8C-C41B-4363-8531-40F2BFDCCC0C}"/>
                  </a:ext>
                </a:extLst>
              </p:cNvPr>
              <p:cNvSpPr/>
              <p:nvPr/>
            </p:nvSpPr>
            <p:spPr>
              <a:xfrm>
                <a:off x="4702413" y="4001810"/>
                <a:ext cx="3158796" cy="1214876"/>
              </a:xfrm>
              <a:prstGeom prst="rect">
                <a:avLst/>
              </a:prstGeom>
              <a:noFill/>
              <a:ln>
                <a:solidFill>
                  <a:schemeClr val="accent3"/>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zh-CN" altLang="en-US" b="1" dirty="0">
                    <a:solidFill>
                      <a:schemeClr val="tx1"/>
                    </a:solidFill>
                    <a:latin typeface="+mn-ea"/>
                  </a:rPr>
                  <a:t>帧的首部</a:t>
                </a:r>
                <a:endParaRPr lang="en-US" altLang="zh-CN" b="1" dirty="0">
                  <a:solidFill>
                    <a:schemeClr val="tx1"/>
                  </a:solidFill>
                  <a:latin typeface="+mn-ea"/>
                </a:endParaRPr>
              </a:p>
              <a:p>
                <a:r>
                  <a:rPr lang="zh-CN" altLang="en-US" b="1" dirty="0">
                    <a:solidFill>
                      <a:schemeClr val="tx1"/>
                    </a:solidFill>
                    <a:latin typeface="+mn-ea"/>
                  </a:rPr>
                  <a:t>目的地址：</a:t>
                </a:r>
                <a:endParaRPr lang="en-US" altLang="zh-CN" b="1" dirty="0">
                  <a:solidFill>
                    <a:schemeClr val="tx1"/>
                  </a:solidFill>
                  <a:latin typeface="+mn-ea"/>
                </a:endParaRPr>
              </a:p>
              <a:p>
                <a:r>
                  <a:rPr lang="zh-CN" altLang="en-US" b="1" dirty="0">
                    <a:solidFill>
                      <a:schemeClr val="tx1"/>
                    </a:solidFill>
                    <a:latin typeface="+mn-ea"/>
                  </a:rPr>
                  <a:t>源地址：</a:t>
                </a:r>
                <a:endParaRPr lang="en-US" altLang="zh-CN" b="1" dirty="0">
                  <a:solidFill>
                    <a:schemeClr val="tx1"/>
                  </a:solidFill>
                  <a:latin typeface="+mn-ea"/>
                </a:endParaRPr>
              </a:p>
              <a:p>
                <a:r>
                  <a:rPr lang="en-US" altLang="zh-CN" b="1" dirty="0">
                    <a:solidFill>
                      <a:schemeClr val="tx1"/>
                    </a:solidFill>
                    <a:latin typeface="+mn-ea"/>
                  </a:rPr>
                  <a:t>……</a:t>
                </a:r>
                <a:endParaRPr lang="zh-CN" altLang="en-US" b="1" dirty="0">
                  <a:solidFill>
                    <a:schemeClr val="tx1"/>
                  </a:solidFill>
                  <a:latin typeface="+mn-ea"/>
                </a:endParaRPr>
              </a:p>
            </p:txBody>
          </p:sp>
          <p:sp>
            <p:nvSpPr>
              <p:cNvPr id="73" name="矩形 72">
                <a:extLst>
                  <a:ext uri="{FF2B5EF4-FFF2-40B4-BE49-F238E27FC236}">
                    <a16:creationId xmlns:a16="http://schemas.microsoft.com/office/drawing/2014/main" id="{C7A1CD2E-69EF-404F-8FB6-8365EA38B8B0}"/>
                  </a:ext>
                </a:extLst>
              </p:cNvPr>
              <p:cNvSpPr/>
              <p:nvPr/>
            </p:nvSpPr>
            <p:spPr>
              <a:xfrm>
                <a:off x="4702413" y="5216686"/>
                <a:ext cx="3158796" cy="892014"/>
              </a:xfrm>
              <a:prstGeom prst="rect">
                <a:avLst/>
              </a:prstGeom>
              <a:noFill/>
              <a:ln>
                <a:solidFill>
                  <a:schemeClr val="accent3"/>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zh-CN" altLang="en-US" b="1" dirty="0">
                    <a:solidFill>
                      <a:schemeClr val="tx1"/>
                    </a:solidFill>
                    <a:latin typeface="+mn-ea"/>
                  </a:rPr>
                  <a:t>数据载荷和帧尾部</a:t>
                </a:r>
                <a:endParaRPr lang="en-US" altLang="zh-CN" b="1" dirty="0">
                  <a:solidFill>
                    <a:schemeClr val="tx1"/>
                  </a:solidFill>
                  <a:latin typeface="+mn-ea"/>
                </a:endParaRPr>
              </a:p>
              <a:p>
                <a:pPr algn="ctr"/>
                <a:r>
                  <a:rPr lang="en-US" altLang="zh-CN" b="1" dirty="0">
                    <a:solidFill>
                      <a:schemeClr val="tx1"/>
                    </a:solidFill>
                    <a:latin typeface="+mn-ea"/>
                  </a:rPr>
                  <a:t>……</a:t>
                </a:r>
                <a:endParaRPr lang="zh-CN" altLang="en-US" b="1" dirty="0">
                  <a:solidFill>
                    <a:schemeClr val="tx1"/>
                  </a:solidFill>
                  <a:latin typeface="+mn-ea"/>
                </a:endParaRPr>
              </a:p>
            </p:txBody>
          </p:sp>
        </p:grpSp>
      </p:grpSp>
      <p:grpSp>
        <p:nvGrpSpPr>
          <p:cNvPr id="74" name="组合 73">
            <a:extLst>
              <a:ext uri="{FF2B5EF4-FFF2-40B4-BE49-F238E27FC236}">
                <a16:creationId xmlns:a16="http://schemas.microsoft.com/office/drawing/2014/main" id="{224364FA-1745-4A12-9464-792BB55A5774}"/>
              </a:ext>
            </a:extLst>
          </p:cNvPr>
          <p:cNvGrpSpPr/>
          <p:nvPr/>
        </p:nvGrpSpPr>
        <p:grpSpPr>
          <a:xfrm>
            <a:off x="8721825" y="4001810"/>
            <a:ext cx="3158796" cy="2106890"/>
            <a:chOff x="4702413" y="4001810"/>
            <a:chExt cx="3158796" cy="2106890"/>
          </a:xfrm>
        </p:grpSpPr>
        <p:sp>
          <p:nvSpPr>
            <p:cNvPr id="75" name="文本框 74">
              <a:extLst>
                <a:ext uri="{FF2B5EF4-FFF2-40B4-BE49-F238E27FC236}">
                  <a16:creationId xmlns:a16="http://schemas.microsoft.com/office/drawing/2014/main" id="{D9FC491C-C325-4DA0-9173-AF40C3B03FFE}"/>
                </a:ext>
              </a:extLst>
            </p:cNvPr>
            <p:cNvSpPr txBox="1"/>
            <p:nvPr/>
          </p:nvSpPr>
          <p:spPr>
            <a:xfrm>
              <a:off x="5797369" y="4293542"/>
              <a:ext cx="1901162" cy="369332"/>
            </a:xfrm>
            <a:prstGeom prst="rect">
              <a:avLst/>
            </a:prstGeom>
            <a:noFill/>
          </p:spPr>
          <p:txBody>
            <a:bodyPr wrap="square" rtlCol="0">
              <a:spAutoFit/>
            </a:bodyPr>
            <a:lstStyle/>
            <a:p>
              <a:r>
                <a:rPr lang="en-US" altLang="zh-CN" b="1" dirty="0">
                  <a:solidFill>
                    <a:schemeClr val="accent4"/>
                  </a:solidFill>
                </a:rPr>
                <a:t>FF-FF-FF-FF-FF-FF</a:t>
              </a:r>
              <a:endParaRPr lang="zh-CN" altLang="en-US" b="1" dirty="0">
                <a:solidFill>
                  <a:schemeClr val="accent4"/>
                </a:solidFill>
              </a:endParaRPr>
            </a:p>
          </p:txBody>
        </p:sp>
        <p:sp>
          <p:nvSpPr>
            <p:cNvPr id="76" name="文本框 75">
              <a:extLst>
                <a:ext uri="{FF2B5EF4-FFF2-40B4-BE49-F238E27FC236}">
                  <a16:creationId xmlns:a16="http://schemas.microsoft.com/office/drawing/2014/main" id="{1DC81EAC-A794-4E40-A772-AF34ED048B1A}"/>
                </a:ext>
              </a:extLst>
            </p:cNvPr>
            <p:cNvSpPr txBox="1"/>
            <p:nvPr/>
          </p:nvSpPr>
          <p:spPr>
            <a:xfrm>
              <a:off x="5797369" y="4555913"/>
              <a:ext cx="1901162" cy="369332"/>
            </a:xfrm>
            <a:prstGeom prst="rect">
              <a:avLst/>
            </a:prstGeom>
            <a:noFill/>
          </p:spPr>
          <p:txBody>
            <a:bodyPr wrap="square" rtlCol="0">
              <a:spAutoFit/>
            </a:bodyPr>
            <a:lstStyle/>
            <a:p>
              <a:r>
                <a:rPr lang="en-US" altLang="zh-CN" b="1" dirty="0"/>
                <a:t>00-E0-F9-A3-43-77</a:t>
              </a:r>
              <a:endParaRPr lang="zh-CN" altLang="en-US" b="1" dirty="0"/>
            </a:p>
          </p:txBody>
        </p:sp>
        <p:grpSp>
          <p:nvGrpSpPr>
            <p:cNvPr id="77" name="组合 76">
              <a:extLst>
                <a:ext uri="{FF2B5EF4-FFF2-40B4-BE49-F238E27FC236}">
                  <a16:creationId xmlns:a16="http://schemas.microsoft.com/office/drawing/2014/main" id="{4BD907A1-7A4A-4A9D-B4B4-8999962B5475}"/>
                </a:ext>
              </a:extLst>
            </p:cNvPr>
            <p:cNvGrpSpPr/>
            <p:nvPr/>
          </p:nvGrpSpPr>
          <p:grpSpPr>
            <a:xfrm>
              <a:off x="4702413" y="4001810"/>
              <a:ext cx="3158796" cy="2106890"/>
              <a:chOff x="4702413" y="4001810"/>
              <a:chExt cx="3158796" cy="2106890"/>
            </a:xfrm>
          </p:grpSpPr>
          <p:sp>
            <p:nvSpPr>
              <p:cNvPr id="78" name="矩形 77">
                <a:extLst>
                  <a:ext uri="{FF2B5EF4-FFF2-40B4-BE49-F238E27FC236}">
                    <a16:creationId xmlns:a16="http://schemas.microsoft.com/office/drawing/2014/main" id="{ECD26E6E-12F3-47C6-9314-163BF87152CF}"/>
                  </a:ext>
                </a:extLst>
              </p:cNvPr>
              <p:cNvSpPr/>
              <p:nvPr/>
            </p:nvSpPr>
            <p:spPr>
              <a:xfrm>
                <a:off x="4702413" y="4001810"/>
                <a:ext cx="3158796" cy="1214876"/>
              </a:xfrm>
              <a:prstGeom prst="rect">
                <a:avLst/>
              </a:prstGeom>
              <a:noFill/>
              <a:ln>
                <a:solidFill>
                  <a:schemeClr val="accent3"/>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zh-CN" altLang="en-US" b="1" dirty="0">
                    <a:solidFill>
                      <a:schemeClr val="tx1"/>
                    </a:solidFill>
                    <a:latin typeface="+mn-ea"/>
                  </a:rPr>
                  <a:t>帧的首部</a:t>
                </a:r>
                <a:endParaRPr lang="en-US" altLang="zh-CN" b="1" dirty="0">
                  <a:solidFill>
                    <a:schemeClr val="tx1"/>
                  </a:solidFill>
                  <a:latin typeface="+mn-ea"/>
                </a:endParaRPr>
              </a:p>
              <a:p>
                <a:r>
                  <a:rPr lang="zh-CN" altLang="en-US" b="1" dirty="0">
                    <a:solidFill>
                      <a:schemeClr val="tx1"/>
                    </a:solidFill>
                    <a:latin typeface="+mn-ea"/>
                  </a:rPr>
                  <a:t>目的地址：</a:t>
                </a:r>
                <a:endParaRPr lang="en-US" altLang="zh-CN" b="1" dirty="0">
                  <a:solidFill>
                    <a:schemeClr val="tx1"/>
                  </a:solidFill>
                  <a:latin typeface="+mn-ea"/>
                </a:endParaRPr>
              </a:p>
              <a:p>
                <a:r>
                  <a:rPr lang="zh-CN" altLang="en-US" b="1" dirty="0">
                    <a:solidFill>
                      <a:schemeClr val="tx1"/>
                    </a:solidFill>
                    <a:latin typeface="+mn-ea"/>
                  </a:rPr>
                  <a:t>源地址：</a:t>
                </a:r>
                <a:endParaRPr lang="en-US" altLang="zh-CN" b="1" dirty="0">
                  <a:solidFill>
                    <a:schemeClr val="tx1"/>
                  </a:solidFill>
                  <a:latin typeface="+mn-ea"/>
                </a:endParaRPr>
              </a:p>
              <a:p>
                <a:r>
                  <a:rPr lang="en-US" altLang="zh-CN" b="1" dirty="0">
                    <a:solidFill>
                      <a:schemeClr val="tx1"/>
                    </a:solidFill>
                    <a:latin typeface="+mn-ea"/>
                  </a:rPr>
                  <a:t>……</a:t>
                </a:r>
                <a:endParaRPr lang="zh-CN" altLang="en-US" b="1" dirty="0">
                  <a:solidFill>
                    <a:schemeClr val="tx1"/>
                  </a:solidFill>
                  <a:latin typeface="+mn-ea"/>
                </a:endParaRPr>
              </a:p>
            </p:txBody>
          </p:sp>
          <p:sp>
            <p:nvSpPr>
              <p:cNvPr id="79" name="矩形 78">
                <a:extLst>
                  <a:ext uri="{FF2B5EF4-FFF2-40B4-BE49-F238E27FC236}">
                    <a16:creationId xmlns:a16="http://schemas.microsoft.com/office/drawing/2014/main" id="{B7435E9D-DCC6-4E11-95BF-D2CCC21C4C2F}"/>
                  </a:ext>
                </a:extLst>
              </p:cNvPr>
              <p:cNvSpPr/>
              <p:nvPr/>
            </p:nvSpPr>
            <p:spPr>
              <a:xfrm>
                <a:off x="4702413" y="5216686"/>
                <a:ext cx="3158796" cy="892014"/>
              </a:xfrm>
              <a:prstGeom prst="rect">
                <a:avLst/>
              </a:prstGeom>
              <a:noFill/>
              <a:ln>
                <a:solidFill>
                  <a:schemeClr val="accent3"/>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zh-CN" altLang="en-US" b="1" dirty="0">
                    <a:solidFill>
                      <a:schemeClr val="tx1"/>
                    </a:solidFill>
                    <a:latin typeface="+mn-ea"/>
                  </a:rPr>
                  <a:t>数据载荷和帧尾部</a:t>
                </a:r>
                <a:endParaRPr lang="en-US" altLang="zh-CN" b="1" dirty="0">
                  <a:solidFill>
                    <a:schemeClr val="tx1"/>
                  </a:solidFill>
                  <a:latin typeface="+mn-ea"/>
                </a:endParaRPr>
              </a:p>
              <a:p>
                <a:pPr algn="ctr"/>
                <a:r>
                  <a:rPr lang="en-US" altLang="zh-CN" b="1" dirty="0">
                    <a:solidFill>
                      <a:schemeClr val="tx1"/>
                    </a:solidFill>
                    <a:latin typeface="+mn-ea"/>
                  </a:rPr>
                  <a:t>……</a:t>
                </a:r>
                <a:endParaRPr lang="zh-CN" altLang="en-US" b="1" dirty="0">
                  <a:solidFill>
                    <a:schemeClr val="tx1"/>
                  </a:solidFill>
                  <a:latin typeface="+mn-ea"/>
                </a:endParaRPr>
              </a:p>
            </p:txBody>
          </p:sp>
        </p:grpSp>
      </p:grpSp>
    </p:spTree>
    <p:custDataLst>
      <p:tags r:id="rId1"/>
    </p:custDataLst>
    <p:extLst>
      <p:ext uri="{BB962C8B-B14F-4D97-AF65-F5344CB8AC3E}">
        <p14:creationId xmlns:p14="http://schemas.microsoft.com/office/powerpoint/2010/main" val="3290942193"/>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47" presetClass="exit" presetSubtype="0" fill="hold" nodeType="withEffect">
                                  <p:stCondLst>
                                    <p:cond delay="0"/>
                                  </p:stCondLst>
                                  <p:childTnLst>
                                    <p:animEffect transition="out" filter="fade">
                                      <p:cBhvr>
                                        <p:cTn id="6" dur="1000"/>
                                        <p:tgtEl>
                                          <p:spTgt spid="10"/>
                                        </p:tgtEl>
                                      </p:cBhvr>
                                    </p:animEffect>
                                    <p:anim calcmode="lin" valueType="num">
                                      <p:cBhvr>
                                        <p:cTn id="7" dur="1000"/>
                                        <p:tgtEl>
                                          <p:spTgt spid="10"/>
                                        </p:tgtEl>
                                        <p:attrNameLst>
                                          <p:attrName>ppt_x</p:attrName>
                                        </p:attrNameLst>
                                      </p:cBhvr>
                                      <p:tavLst>
                                        <p:tav tm="0">
                                          <p:val>
                                            <p:strVal val="ppt_x"/>
                                          </p:val>
                                        </p:tav>
                                        <p:tav tm="100000">
                                          <p:val>
                                            <p:strVal val="ppt_x"/>
                                          </p:val>
                                        </p:tav>
                                      </p:tavLst>
                                    </p:anim>
                                    <p:anim calcmode="lin" valueType="num">
                                      <p:cBhvr>
                                        <p:cTn id="8" dur="1000"/>
                                        <p:tgtEl>
                                          <p:spTgt spid="10"/>
                                        </p:tgtEl>
                                        <p:attrNameLst>
                                          <p:attrName>ppt_y</p:attrName>
                                        </p:attrNameLst>
                                      </p:cBhvr>
                                      <p:tavLst>
                                        <p:tav tm="0">
                                          <p:val>
                                            <p:strVal val="ppt_y"/>
                                          </p:val>
                                        </p:tav>
                                        <p:tav tm="100000">
                                          <p:val>
                                            <p:strVal val="ppt_y-.1"/>
                                          </p:val>
                                        </p:tav>
                                      </p:tavLst>
                                    </p:anim>
                                    <p:set>
                                      <p:cBhvr>
                                        <p:cTn id="9" dur="1" fill="hold">
                                          <p:stCondLst>
                                            <p:cond delay="999"/>
                                          </p:stCondLst>
                                        </p:cTn>
                                        <p:tgtEl>
                                          <p:spTgt spid="10"/>
                                        </p:tgtEl>
                                        <p:attrNameLst>
                                          <p:attrName>style.visibility</p:attrName>
                                        </p:attrNameLst>
                                      </p:cBhvr>
                                      <p:to>
                                        <p:strVal val="hidden"/>
                                      </p:to>
                                    </p:set>
                                  </p:childTnLst>
                                </p:cTn>
                              </p:par>
                            </p:childTnLst>
                          </p:cTn>
                        </p:par>
                        <p:par>
                          <p:cTn id="10" fill="hold">
                            <p:stCondLst>
                              <p:cond delay="1000"/>
                            </p:stCondLst>
                            <p:childTnLst>
                              <p:par>
                                <p:cTn id="11" presetID="22" presetClass="entr" presetSubtype="4" fill="hold" nodeType="afterEffect">
                                  <p:stCondLst>
                                    <p:cond delay="0"/>
                                  </p:stCondLst>
                                  <p:childTnLst>
                                    <p:set>
                                      <p:cBhvr>
                                        <p:cTn id="12" dur="1" fill="hold">
                                          <p:stCondLst>
                                            <p:cond delay="0"/>
                                          </p:stCondLst>
                                        </p:cTn>
                                        <p:tgtEl>
                                          <p:spTgt spid="49"/>
                                        </p:tgtEl>
                                        <p:attrNameLst>
                                          <p:attrName>style.visibility</p:attrName>
                                        </p:attrNameLst>
                                      </p:cBhvr>
                                      <p:to>
                                        <p:strVal val="visible"/>
                                      </p:to>
                                    </p:set>
                                    <p:animEffect transition="in" filter="wipe(down)">
                                      <p:cBhvr>
                                        <p:cTn id="13" dur="500"/>
                                        <p:tgtEl>
                                          <p:spTgt spid="49"/>
                                        </p:tgtEl>
                                      </p:cBhvr>
                                    </p:animEffect>
                                  </p:childTnLst>
                                </p:cTn>
                              </p:par>
                            </p:childTnLst>
                          </p:cTn>
                        </p:par>
                        <p:par>
                          <p:cTn id="14" fill="hold">
                            <p:stCondLst>
                              <p:cond delay="1500"/>
                            </p:stCondLst>
                            <p:childTnLst>
                              <p:par>
                                <p:cTn id="15" presetID="22" presetClass="entr" presetSubtype="8" fill="hold" nodeType="afterEffect">
                                  <p:stCondLst>
                                    <p:cond delay="0"/>
                                  </p:stCondLst>
                                  <p:childTnLst>
                                    <p:set>
                                      <p:cBhvr>
                                        <p:cTn id="16" dur="1" fill="hold">
                                          <p:stCondLst>
                                            <p:cond delay="0"/>
                                          </p:stCondLst>
                                        </p:cTn>
                                        <p:tgtEl>
                                          <p:spTgt spid="50"/>
                                        </p:tgtEl>
                                        <p:attrNameLst>
                                          <p:attrName>style.visibility</p:attrName>
                                        </p:attrNameLst>
                                      </p:cBhvr>
                                      <p:to>
                                        <p:strVal val="visible"/>
                                      </p:to>
                                    </p:set>
                                    <p:animEffect transition="in" filter="wipe(left)">
                                      <p:cBhvr>
                                        <p:cTn id="17" dur="2000"/>
                                        <p:tgtEl>
                                          <p:spTgt spid="50"/>
                                        </p:tgtEl>
                                      </p:cBhvr>
                                    </p:animEffect>
                                  </p:childTnLst>
                                </p:cTn>
                              </p:par>
                              <p:par>
                                <p:cTn id="18" presetID="22" presetClass="entr" presetSubtype="2" fill="hold" nodeType="withEffect">
                                  <p:stCondLst>
                                    <p:cond delay="0"/>
                                  </p:stCondLst>
                                  <p:childTnLst>
                                    <p:set>
                                      <p:cBhvr>
                                        <p:cTn id="19" dur="1" fill="hold">
                                          <p:stCondLst>
                                            <p:cond delay="0"/>
                                          </p:stCondLst>
                                        </p:cTn>
                                        <p:tgtEl>
                                          <p:spTgt spid="51"/>
                                        </p:tgtEl>
                                        <p:attrNameLst>
                                          <p:attrName>style.visibility</p:attrName>
                                        </p:attrNameLst>
                                      </p:cBhvr>
                                      <p:to>
                                        <p:strVal val="visible"/>
                                      </p:to>
                                    </p:set>
                                    <p:animEffect transition="in" filter="wipe(right)">
                                      <p:cBhvr>
                                        <p:cTn id="20" dur="2000"/>
                                        <p:tgtEl>
                                          <p:spTgt spid="51"/>
                                        </p:tgtEl>
                                      </p:cBhvr>
                                    </p:animEffect>
                                  </p:childTnLst>
                                </p:cTn>
                              </p:par>
                              <p:par>
                                <p:cTn id="21" presetID="22" presetClass="entr" presetSubtype="1" fill="hold" nodeType="withEffect">
                                  <p:stCondLst>
                                    <p:cond delay="1500"/>
                                  </p:stCondLst>
                                  <p:childTnLst>
                                    <p:set>
                                      <p:cBhvr>
                                        <p:cTn id="22" dur="1" fill="hold">
                                          <p:stCondLst>
                                            <p:cond delay="0"/>
                                          </p:stCondLst>
                                        </p:cTn>
                                        <p:tgtEl>
                                          <p:spTgt spid="52"/>
                                        </p:tgtEl>
                                        <p:attrNameLst>
                                          <p:attrName>style.visibility</p:attrName>
                                        </p:attrNameLst>
                                      </p:cBhvr>
                                      <p:to>
                                        <p:strVal val="visible"/>
                                      </p:to>
                                    </p:set>
                                    <p:animEffect transition="in" filter="wipe(up)">
                                      <p:cBhvr>
                                        <p:cTn id="23" dur="500"/>
                                        <p:tgtEl>
                                          <p:spTgt spid="52"/>
                                        </p:tgtEl>
                                      </p:cBhvr>
                                    </p:animEffect>
                                  </p:childTnLst>
                                </p:cTn>
                              </p:par>
                              <p:par>
                                <p:cTn id="24" presetID="22" presetClass="entr" presetSubtype="1" fill="hold" nodeType="withEffect">
                                  <p:stCondLst>
                                    <p:cond delay="1500"/>
                                  </p:stCondLst>
                                  <p:childTnLst>
                                    <p:set>
                                      <p:cBhvr>
                                        <p:cTn id="25" dur="1" fill="hold">
                                          <p:stCondLst>
                                            <p:cond delay="0"/>
                                          </p:stCondLst>
                                        </p:cTn>
                                        <p:tgtEl>
                                          <p:spTgt spid="53"/>
                                        </p:tgtEl>
                                        <p:attrNameLst>
                                          <p:attrName>style.visibility</p:attrName>
                                        </p:attrNameLst>
                                      </p:cBhvr>
                                      <p:to>
                                        <p:strVal val="visible"/>
                                      </p:to>
                                    </p:set>
                                    <p:animEffect transition="in" filter="wipe(up)">
                                      <p:cBhvr>
                                        <p:cTn id="26" dur="500"/>
                                        <p:tgtEl>
                                          <p:spTgt spid="53"/>
                                        </p:tgtEl>
                                      </p:cBhvr>
                                    </p:animEffect>
                                  </p:childTnLst>
                                </p:cTn>
                              </p:par>
                            </p:childTnLst>
                          </p:cTn>
                        </p:par>
                        <p:par>
                          <p:cTn id="27" fill="hold">
                            <p:stCondLst>
                              <p:cond delay="3500"/>
                            </p:stCondLst>
                            <p:childTnLst>
                              <p:par>
                                <p:cTn id="28" presetID="47" presetClass="entr" presetSubtype="0" fill="hold" nodeType="afterEffect">
                                  <p:stCondLst>
                                    <p:cond delay="0"/>
                                  </p:stCondLst>
                                  <p:childTnLst>
                                    <p:set>
                                      <p:cBhvr>
                                        <p:cTn id="29" dur="1" fill="hold">
                                          <p:stCondLst>
                                            <p:cond delay="0"/>
                                          </p:stCondLst>
                                        </p:cTn>
                                        <p:tgtEl>
                                          <p:spTgt spid="64"/>
                                        </p:tgtEl>
                                        <p:attrNameLst>
                                          <p:attrName>style.visibility</p:attrName>
                                        </p:attrNameLst>
                                      </p:cBhvr>
                                      <p:to>
                                        <p:strVal val="visible"/>
                                      </p:to>
                                    </p:set>
                                    <p:animEffect transition="in" filter="fade">
                                      <p:cBhvr>
                                        <p:cTn id="30" dur="1000"/>
                                        <p:tgtEl>
                                          <p:spTgt spid="64"/>
                                        </p:tgtEl>
                                      </p:cBhvr>
                                    </p:animEffect>
                                    <p:anim calcmode="lin" valueType="num">
                                      <p:cBhvr>
                                        <p:cTn id="31" dur="1000" fill="hold"/>
                                        <p:tgtEl>
                                          <p:spTgt spid="64"/>
                                        </p:tgtEl>
                                        <p:attrNameLst>
                                          <p:attrName>ppt_x</p:attrName>
                                        </p:attrNameLst>
                                      </p:cBhvr>
                                      <p:tavLst>
                                        <p:tav tm="0">
                                          <p:val>
                                            <p:strVal val="#ppt_x"/>
                                          </p:val>
                                        </p:tav>
                                        <p:tav tm="100000">
                                          <p:val>
                                            <p:strVal val="#ppt_x"/>
                                          </p:val>
                                        </p:tav>
                                      </p:tavLst>
                                    </p:anim>
                                    <p:anim calcmode="lin" valueType="num">
                                      <p:cBhvr>
                                        <p:cTn id="32" dur="1000" fill="hold"/>
                                        <p:tgtEl>
                                          <p:spTgt spid="64"/>
                                        </p:tgtEl>
                                        <p:attrNameLst>
                                          <p:attrName>ppt_y</p:attrName>
                                        </p:attrNameLst>
                                      </p:cBhvr>
                                      <p:tavLst>
                                        <p:tav tm="0">
                                          <p:val>
                                            <p:strVal val="#ppt_y-.1"/>
                                          </p:val>
                                        </p:tav>
                                        <p:tav tm="100000">
                                          <p:val>
                                            <p:strVal val="#ppt_y"/>
                                          </p:val>
                                        </p:tav>
                                      </p:tavLst>
                                    </p:anim>
                                  </p:childTnLst>
                                </p:cTn>
                              </p:par>
                              <p:par>
                                <p:cTn id="33" presetID="47" presetClass="entr" presetSubtype="0" fill="hold" nodeType="withEffect">
                                  <p:stCondLst>
                                    <p:cond delay="0"/>
                                  </p:stCondLst>
                                  <p:childTnLst>
                                    <p:set>
                                      <p:cBhvr>
                                        <p:cTn id="34" dur="1" fill="hold">
                                          <p:stCondLst>
                                            <p:cond delay="0"/>
                                          </p:stCondLst>
                                        </p:cTn>
                                        <p:tgtEl>
                                          <p:spTgt spid="74"/>
                                        </p:tgtEl>
                                        <p:attrNameLst>
                                          <p:attrName>style.visibility</p:attrName>
                                        </p:attrNameLst>
                                      </p:cBhvr>
                                      <p:to>
                                        <p:strVal val="visible"/>
                                      </p:to>
                                    </p:set>
                                    <p:animEffect transition="in" filter="fade">
                                      <p:cBhvr>
                                        <p:cTn id="35" dur="1000"/>
                                        <p:tgtEl>
                                          <p:spTgt spid="74"/>
                                        </p:tgtEl>
                                      </p:cBhvr>
                                    </p:animEffect>
                                    <p:anim calcmode="lin" valueType="num">
                                      <p:cBhvr>
                                        <p:cTn id="36" dur="1000" fill="hold"/>
                                        <p:tgtEl>
                                          <p:spTgt spid="74"/>
                                        </p:tgtEl>
                                        <p:attrNameLst>
                                          <p:attrName>ppt_x</p:attrName>
                                        </p:attrNameLst>
                                      </p:cBhvr>
                                      <p:tavLst>
                                        <p:tav tm="0">
                                          <p:val>
                                            <p:strVal val="#ppt_x"/>
                                          </p:val>
                                        </p:tav>
                                        <p:tav tm="100000">
                                          <p:val>
                                            <p:strVal val="#ppt_x"/>
                                          </p:val>
                                        </p:tav>
                                      </p:tavLst>
                                    </p:anim>
                                    <p:anim calcmode="lin" valueType="num">
                                      <p:cBhvr>
                                        <p:cTn id="37" dur="1000" fill="hold"/>
                                        <p:tgtEl>
                                          <p:spTgt spid="74"/>
                                        </p:tgtEl>
                                        <p:attrNameLst>
                                          <p:attrName>ppt_y</p:attrName>
                                        </p:attrNameLst>
                                      </p:cBhvr>
                                      <p:tavLst>
                                        <p:tav tm="0">
                                          <p:val>
                                            <p:strVal val="#ppt_y-.1"/>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28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8" name="文本框 17">
            <a:extLst>
              <a:ext uri="{FF2B5EF4-FFF2-40B4-BE49-F238E27FC236}">
                <a16:creationId xmlns:a16="http://schemas.microsoft.com/office/drawing/2014/main" id="{49E4A840-8A6E-43FC-A0FB-9D49D00DFD93}"/>
              </a:ext>
            </a:extLst>
          </p:cNvPr>
          <p:cNvSpPr txBox="1"/>
          <p:nvPr/>
        </p:nvSpPr>
        <p:spPr>
          <a:xfrm>
            <a:off x="801376" y="3520682"/>
            <a:ext cx="1901162" cy="369332"/>
          </a:xfrm>
          <a:prstGeom prst="rect">
            <a:avLst/>
          </a:prstGeom>
          <a:noFill/>
        </p:spPr>
        <p:txBody>
          <a:bodyPr wrap="square" rtlCol="0">
            <a:spAutoFit/>
          </a:bodyPr>
          <a:lstStyle/>
          <a:p>
            <a:pPr algn="ctr"/>
            <a:r>
              <a:rPr lang="en-US" altLang="zh-CN" b="1" dirty="0"/>
              <a:t>00-0C-B5-72-AB-72</a:t>
            </a:r>
            <a:endParaRPr lang="zh-CN" altLang="en-US" b="1" dirty="0"/>
          </a:p>
        </p:txBody>
      </p:sp>
      <p:sp>
        <p:nvSpPr>
          <p:cNvPr id="67" name="文本框 66">
            <a:extLst>
              <a:ext uri="{FF2B5EF4-FFF2-40B4-BE49-F238E27FC236}">
                <a16:creationId xmlns:a16="http://schemas.microsoft.com/office/drawing/2014/main" id="{128727B1-2BED-4667-BC0B-20883A9B4F8A}"/>
              </a:ext>
            </a:extLst>
          </p:cNvPr>
          <p:cNvSpPr txBox="1"/>
          <p:nvPr/>
        </p:nvSpPr>
        <p:spPr>
          <a:xfrm>
            <a:off x="5178195" y="3520682"/>
            <a:ext cx="1901162" cy="369332"/>
          </a:xfrm>
          <a:prstGeom prst="rect">
            <a:avLst/>
          </a:prstGeom>
          <a:noFill/>
        </p:spPr>
        <p:txBody>
          <a:bodyPr wrap="square" rtlCol="0">
            <a:spAutoFit/>
          </a:bodyPr>
          <a:lstStyle/>
          <a:p>
            <a:pPr algn="ctr"/>
            <a:r>
              <a:rPr lang="en-US" altLang="zh-CN" b="1" dirty="0"/>
              <a:t>00-E0-F9-A3-43-77</a:t>
            </a:r>
            <a:endParaRPr lang="zh-CN" altLang="en-US" b="1" dirty="0"/>
          </a:p>
        </p:txBody>
      </p:sp>
      <p:sp>
        <p:nvSpPr>
          <p:cNvPr id="68" name="文本框 67">
            <a:extLst>
              <a:ext uri="{FF2B5EF4-FFF2-40B4-BE49-F238E27FC236}">
                <a16:creationId xmlns:a16="http://schemas.microsoft.com/office/drawing/2014/main" id="{3303FEC6-C7C9-4887-8355-52631906C5EB}"/>
              </a:ext>
            </a:extLst>
          </p:cNvPr>
          <p:cNvSpPr txBox="1"/>
          <p:nvPr/>
        </p:nvSpPr>
        <p:spPr>
          <a:xfrm>
            <a:off x="9533781" y="3520682"/>
            <a:ext cx="1901162" cy="369332"/>
          </a:xfrm>
          <a:prstGeom prst="rect">
            <a:avLst/>
          </a:prstGeom>
          <a:noFill/>
        </p:spPr>
        <p:txBody>
          <a:bodyPr wrap="square" rtlCol="0">
            <a:spAutoFit/>
          </a:bodyPr>
          <a:lstStyle/>
          <a:p>
            <a:pPr algn="ctr"/>
            <a:r>
              <a:rPr lang="en-US" altLang="zh-CN" b="1" dirty="0"/>
              <a:t>00-0C-CF-B8-4A-82</a:t>
            </a:r>
            <a:endParaRPr lang="zh-CN" altLang="en-US" b="1" dirty="0"/>
          </a:p>
        </p:txBody>
      </p:sp>
      <p:grpSp>
        <p:nvGrpSpPr>
          <p:cNvPr id="4" name="组合 3">
            <a:extLst>
              <a:ext uri="{FF2B5EF4-FFF2-40B4-BE49-F238E27FC236}">
                <a16:creationId xmlns:a16="http://schemas.microsoft.com/office/drawing/2014/main" id="{9A1EA9F2-FCB6-48C3-935F-7AE7E3AD14AC}"/>
              </a:ext>
            </a:extLst>
          </p:cNvPr>
          <p:cNvGrpSpPr/>
          <p:nvPr/>
        </p:nvGrpSpPr>
        <p:grpSpPr>
          <a:xfrm>
            <a:off x="304799" y="749300"/>
            <a:ext cx="6192345" cy="400110"/>
            <a:chOff x="424116" y="898245"/>
            <a:chExt cx="6192345" cy="400110"/>
          </a:xfrm>
        </p:grpSpPr>
        <p:sp>
          <p:nvSpPr>
            <p:cNvPr id="2" name="平行四边形 1">
              <a:extLst>
                <a:ext uri="{FF2B5EF4-FFF2-40B4-BE49-F238E27FC236}">
                  <a16:creationId xmlns:a16="http://schemas.microsoft.com/office/drawing/2014/main" id="{1F5BAA3F-9845-4F89-A2DD-8222D3E4EDAC}"/>
                </a:ext>
              </a:extLst>
            </p:cNvPr>
            <p:cNvSpPr/>
            <p:nvPr/>
          </p:nvSpPr>
          <p:spPr>
            <a:xfrm>
              <a:off x="424116" y="898245"/>
              <a:ext cx="695119" cy="387090"/>
            </a:xfrm>
            <a:prstGeom prst="parallelogram">
              <a:avLst/>
            </a:prstGeom>
            <a:solidFill>
              <a:schemeClr val="accent3">
                <a:lumMod val="75000"/>
              </a:schemeClr>
            </a:solidFill>
            <a:ln>
              <a:solidFill>
                <a:schemeClr val="accent3">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CN" sz="2200" dirty="0">
                  <a:latin typeface="Impact" panose="020B0806030902050204" pitchFamily="34" charset="0"/>
                </a:rPr>
                <a:t>02</a:t>
              </a:r>
              <a:endParaRPr lang="zh-CN" altLang="en-US" sz="2200" dirty="0">
                <a:latin typeface="Impact" panose="020B0806030902050204" pitchFamily="34" charset="0"/>
              </a:endParaRPr>
            </a:p>
          </p:txBody>
        </p:sp>
        <p:sp>
          <p:nvSpPr>
            <p:cNvPr id="3" name="文本框 2">
              <a:extLst>
                <a:ext uri="{FF2B5EF4-FFF2-40B4-BE49-F238E27FC236}">
                  <a16:creationId xmlns:a16="http://schemas.microsoft.com/office/drawing/2014/main" id="{4D6BD736-A4D3-4F26-AFED-36E11F50F70B}"/>
                </a:ext>
              </a:extLst>
            </p:cNvPr>
            <p:cNvSpPr txBox="1"/>
            <p:nvPr/>
          </p:nvSpPr>
          <p:spPr>
            <a:xfrm>
              <a:off x="1119235" y="898245"/>
              <a:ext cx="5497226" cy="400110"/>
            </a:xfrm>
            <a:prstGeom prst="rect">
              <a:avLst/>
            </a:prstGeom>
            <a:noFill/>
          </p:spPr>
          <p:txBody>
            <a:bodyPr wrap="square" rtlCol="0">
              <a:spAutoFit/>
            </a:bodyPr>
            <a:lstStyle/>
            <a:p>
              <a:r>
                <a:rPr lang="en-US" altLang="zh-CN" sz="2000" b="1" dirty="0"/>
                <a:t>MAC</a:t>
              </a:r>
              <a:r>
                <a:rPr lang="zh-CN" altLang="en-US" sz="2000" b="1" dirty="0"/>
                <a:t>地址</a:t>
              </a:r>
            </a:p>
          </p:txBody>
        </p:sp>
      </p:grpSp>
      <p:sp>
        <p:nvSpPr>
          <p:cNvPr id="48" name="íşlïḍè">
            <a:extLst>
              <a:ext uri="{FF2B5EF4-FFF2-40B4-BE49-F238E27FC236}">
                <a16:creationId xmlns:a16="http://schemas.microsoft.com/office/drawing/2014/main" id="{3A8ED235-C46A-40A6-B687-AE21B4C08B05}"/>
              </a:ext>
            </a:extLst>
          </p:cNvPr>
          <p:cNvSpPr txBox="1"/>
          <p:nvPr/>
        </p:nvSpPr>
        <p:spPr>
          <a:xfrm>
            <a:off x="4200062" y="1100674"/>
            <a:ext cx="3791876" cy="400110"/>
          </a:xfrm>
          <a:prstGeom prst="rect">
            <a:avLst/>
          </a:prstGeom>
          <a:noFill/>
        </p:spPr>
        <p:txBody>
          <a:bodyPr wrap="square" lIns="91440" tIns="45720" rIns="91440" bIns="45720" anchor="ctr">
            <a:noAutofit/>
          </a:bodyPr>
          <a:lstStyle/>
          <a:p>
            <a:pPr algn="ctr"/>
            <a:r>
              <a:rPr lang="zh-CN" altLang="en-US" b="1" dirty="0">
                <a:solidFill>
                  <a:schemeClr val="accent3">
                    <a:lumMod val="75000"/>
                  </a:schemeClr>
                </a:solidFill>
                <a:latin typeface="Arial Narrow" panose="020B0606020202030204" pitchFamily="34" charset="0"/>
              </a:rPr>
              <a:t>广播</a:t>
            </a:r>
            <a:r>
              <a:rPr lang="en-US" altLang="zh-CN" b="1" dirty="0">
                <a:solidFill>
                  <a:schemeClr val="accent3">
                    <a:lumMod val="75000"/>
                  </a:schemeClr>
                </a:solidFill>
                <a:latin typeface="Arial Narrow" panose="020B0606020202030204" pitchFamily="34" charset="0"/>
              </a:rPr>
              <a:t>MAC</a:t>
            </a:r>
            <a:r>
              <a:rPr lang="zh-CN" altLang="en-US" b="1" dirty="0">
                <a:solidFill>
                  <a:schemeClr val="accent3">
                    <a:lumMod val="75000"/>
                  </a:schemeClr>
                </a:solidFill>
                <a:latin typeface="Arial Narrow" panose="020B0606020202030204" pitchFamily="34" charset="0"/>
              </a:rPr>
              <a:t>地址举例</a:t>
            </a:r>
          </a:p>
        </p:txBody>
      </p:sp>
      <p:grpSp>
        <p:nvGrpSpPr>
          <p:cNvPr id="17" name="组合 16">
            <a:extLst>
              <a:ext uri="{FF2B5EF4-FFF2-40B4-BE49-F238E27FC236}">
                <a16:creationId xmlns:a16="http://schemas.microsoft.com/office/drawing/2014/main" id="{2D4FAEB9-41FF-41A3-A0C3-C1FAB40A57F1}"/>
              </a:ext>
            </a:extLst>
          </p:cNvPr>
          <p:cNvGrpSpPr/>
          <p:nvPr/>
        </p:nvGrpSpPr>
        <p:grpSpPr>
          <a:xfrm>
            <a:off x="863840" y="1939888"/>
            <a:ext cx="10600854" cy="1503089"/>
            <a:chOff x="863840" y="1939888"/>
            <a:chExt cx="10600854" cy="1503089"/>
          </a:xfrm>
        </p:grpSpPr>
        <p:cxnSp>
          <p:nvCxnSpPr>
            <p:cNvPr id="55" name="直接连接符 54">
              <a:extLst>
                <a:ext uri="{FF2B5EF4-FFF2-40B4-BE49-F238E27FC236}">
                  <a16:creationId xmlns:a16="http://schemas.microsoft.com/office/drawing/2014/main" id="{92C314A6-DB0D-4BA9-A6D2-30A0C4F5CA02}"/>
                </a:ext>
              </a:extLst>
            </p:cNvPr>
            <p:cNvCxnSpPr>
              <a:cxnSpLocks/>
              <a:stCxn id="62" idx="3"/>
            </p:cNvCxnSpPr>
            <p:nvPr/>
          </p:nvCxnSpPr>
          <p:spPr>
            <a:xfrm>
              <a:off x="1089364" y="2052650"/>
              <a:ext cx="10262568" cy="0"/>
            </a:xfrm>
            <a:prstGeom prst="line">
              <a:avLst/>
            </a:prstGeom>
            <a:ln w="152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6" name="直接连接符 55">
              <a:extLst>
                <a:ext uri="{FF2B5EF4-FFF2-40B4-BE49-F238E27FC236}">
                  <a16:creationId xmlns:a16="http://schemas.microsoft.com/office/drawing/2014/main" id="{5144FDD7-C4CC-485E-B74E-7D0369D89676}"/>
                </a:ext>
              </a:extLst>
            </p:cNvPr>
            <p:cNvCxnSpPr>
              <a:cxnSpLocks/>
            </p:cNvCxnSpPr>
            <p:nvPr/>
          </p:nvCxnSpPr>
          <p:spPr>
            <a:xfrm flipV="1">
              <a:off x="1920316" y="2027687"/>
              <a:ext cx="0" cy="970893"/>
            </a:xfrm>
            <a:prstGeom prst="line">
              <a:avLst/>
            </a:prstGeom>
            <a:ln w="152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8" name="直接连接符 57">
              <a:extLst>
                <a:ext uri="{FF2B5EF4-FFF2-40B4-BE49-F238E27FC236}">
                  <a16:creationId xmlns:a16="http://schemas.microsoft.com/office/drawing/2014/main" id="{3FF4899F-67E7-47A6-9BD0-F73B4532FB89}"/>
                </a:ext>
              </a:extLst>
            </p:cNvPr>
            <p:cNvCxnSpPr>
              <a:cxnSpLocks/>
            </p:cNvCxnSpPr>
            <p:nvPr/>
          </p:nvCxnSpPr>
          <p:spPr>
            <a:xfrm flipV="1">
              <a:off x="6273899" y="2027687"/>
              <a:ext cx="0" cy="1070883"/>
            </a:xfrm>
            <a:prstGeom prst="line">
              <a:avLst/>
            </a:prstGeom>
            <a:ln w="152400">
              <a:solidFill>
                <a:schemeClr val="tx1"/>
              </a:solidFill>
              <a:tailEnd w="med" len="lg"/>
            </a:ln>
          </p:spPr>
          <p:style>
            <a:lnRef idx="1">
              <a:schemeClr val="accent1"/>
            </a:lnRef>
            <a:fillRef idx="0">
              <a:schemeClr val="accent1"/>
            </a:fillRef>
            <a:effectRef idx="0">
              <a:schemeClr val="accent1"/>
            </a:effectRef>
            <a:fontRef idx="minor">
              <a:schemeClr val="tx1"/>
            </a:fontRef>
          </p:style>
        </p:cxnSp>
        <p:cxnSp>
          <p:nvCxnSpPr>
            <p:cNvPr id="60" name="直接连接符 59">
              <a:extLst>
                <a:ext uri="{FF2B5EF4-FFF2-40B4-BE49-F238E27FC236}">
                  <a16:creationId xmlns:a16="http://schemas.microsoft.com/office/drawing/2014/main" id="{A71A38F5-E9DC-4AAC-B6B1-14DFB88BD7C4}"/>
                </a:ext>
              </a:extLst>
            </p:cNvPr>
            <p:cNvCxnSpPr>
              <a:cxnSpLocks/>
            </p:cNvCxnSpPr>
            <p:nvPr/>
          </p:nvCxnSpPr>
          <p:spPr>
            <a:xfrm flipV="1">
              <a:off x="10676378" y="2080361"/>
              <a:ext cx="0" cy="865547"/>
            </a:xfrm>
            <a:prstGeom prst="line">
              <a:avLst/>
            </a:prstGeom>
            <a:ln w="152400">
              <a:solidFill>
                <a:schemeClr val="tx1"/>
              </a:solidFill>
            </a:ln>
          </p:spPr>
          <p:style>
            <a:lnRef idx="1">
              <a:schemeClr val="accent1"/>
            </a:lnRef>
            <a:fillRef idx="0">
              <a:schemeClr val="accent1"/>
            </a:fillRef>
            <a:effectRef idx="0">
              <a:schemeClr val="accent1"/>
            </a:effectRef>
            <a:fontRef idx="minor">
              <a:schemeClr val="tx1"/>
            </a:fontRef>
          </p:style>
        </p:cxnSp>
        <p:sp>
          <p:nvSpPr>
            <p:cNvPr id="62" name="矩形 61">
              <a:extLst>
                <a:ext uri="{FF2B5EF4-FFF2-40B4-BE49-F238E27FC236}">
                  <a16:creationId xmlns:a16="http://schemas.microsoft.com/office/drawing/2014/main" id="{864564AA-2284-4446-9E37-28D9D13E5B89}"/>
                </a:ext>
              </a:extLst>
            </p:cNvPr>
            <p:cNvSpPr/>
            <p:nvPr/>
          </p:nvSpPr>
          <p:spPr>
            <a:xfrm>
              <a:off x="863840" y="1939888"/>
              <a:ext cx="225524" cy="225524"/>
            </a:xfrm>
            <a:prstGeom prst="rect">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63" name="矩形 62">
              <a:extLst>
                <a:ext uri="{FF2B5EF4-FFF2-40B4-BE49-F238E27FC236}">
                  <a16:creationId xmlns:a16="http://schemas.microsoft.com/office/drawing/2014/main" id="{E30E6D70-747E-4D07-815C-E41A50A86F51}"/>
                </a:ext>
              </a:extLst>
            </p:cNvPr>
            <p:cNvSpPr/>
            <p:nvPr/>
          </p:nvSpPr>
          <p:spPr>
            <a:xfrm>
              <a:off x="11239170" y="1939888"/>
              <a:ext cx="225524" cy="225524"/>
            </a:xfrm>
            <a:prstGeom prst="rect">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grpSp>
          <p:nvGrpSpPr>
            <p:cNvPr id="5" name="组合 4">
              <a:extLst>
                <a:ext uri="{FF2B5EF4-FFF2-40B4-BE49-F238E27FC236}">
                  <a16:creationId xmlns:a16="http://schemas.microsoft.com/office/drawing/2014/main" id="{007D2C40-47F0-4661-A5E7-94502ABEA4AD}"/>
                </a:ext>
              </a:extLst>
            </p:cNvPr>
            <p:cNvGrpSpPr/>
            <p:nvPr/>
          </p:nvGrpSpPr>
          <p:grpSpPr>
            <a:xfrm>
              <a:off x="1420550" y="2801895"/>
              <a:ext cx="662814" cy="641082"/>
              <a:chOff x="1477490" y="2773086"/>
              <a:chExt cx="662814" cy="641082"/>
            </a:xfrm>
          </p:grpSpPr>
          <p:pic>
            <p:nvPicPr>
              <p:cNvPr id="57" name="图形 56">
                <a:extLst>
                  <a:ext uri="{FF2B5EF4-FFF2-40B4-BE49-F238E27FC236}">
                    <a16:creationId xmlns:a16="http://schemas.microsoft.com/office/drawing/2014/main" id="{944327FB-3B7F-413B-BD50-E334AA01B261}"/>
                  </a:ext>
                </a:extLst>
              </p:cNvPr>
              <p:cNvPicPr>
                <a:picLocks noChangeAspect="1"/>
              </p:cNvPicPr>
              <p:nvPr/>
            </p:nvPicPr>
            <p:blipFill>
              <a:blip r:embed="rId3">
                <a:extLst>
                  <a:ext uri="{28A0092B-C50C-407E-A947-70E740481C1C}">
                    <a14:useLocalDpi xmlns:a14="http://schemas.microsoft.com/office/drawing/2010/main" val="0"/>
                  </a:ext>
                  <a:ext uri="{96DAC541-7B7A-43D3-8B79-37D633B846F1}">
                    <asvg:svgBlip xmlns:asvg="http://schemas.microsoft.com/office/drawing/2016/SVG/main" r:embed="rId4"/>
                  </a:ext>
                </a:extLst>
              </a:blip>
              <a:stretch>
                <a:fillRect/>
              </a:stretch>
            </p:blipFill>
            <p:spPr>
              <a:xfrm>
                <a:off x="1477490" y="2773086"/>
                <a:ext cx="662814" cy="641082"/>
              </a:xfrm>
              <a:prstGeom prst="rect">
                <a:avLst/>
              </a:prstGeom>
            </p:spPr>
          </p:pic>
          <p:sp>
            <p:nvSpPr>
              <p:cNvPr id="54" name="íşlïḍè">
                <a:extLst>
                  <a:ext uri="{FF2B5EF4-FFF2-40B4-BE49-F238E27FC236}">
                    <a16:creationId xmlns:a16="http://schemas.microsoft.com/office/drawing/2014/main" id="{27C67225-56CD-43A3-8360-CE584738CA22}"/>
                  </a:ext>
                </a:extLst>
              </p:cNvPr>
              <p:cNvSpPr txBox="1"/>
              <p:nvPr/>
            </p:nvSpPr>
            <p:spPr>
              <a:xfrm>
                <a:off x="1787666" y="2879163"/>
                <a:ext cx="287088" cy="243273"/>
              </a:xfrm>
              <a:prstGeom prst="rect">
                <a:avLst/>
              </a:prstGeom>
              <a:noFill/>
            </p:spPr>
            <p:txBody>
              <a:bodyPr wrap="square" lIns="91440" tIns="45720" rIns="91440" bIns="45720" anchor="ctr">
                <a:noAutofit/>
              </a:bodyPr>
              <a:lstStyle/>
              <a:p>
                <a:pPr algn="ctr"/>
                <a:r>
                  <a:rPr lang="en-US" altLang="zh-CN" sz="2000" b="1" dirty="0">
                    <a:solidFill>
                      <a:schemeClr val="bg1"/>
                    </a:solidFill>
                    <a:latin typeface="Arial Narrow" panose="020B0606020202030204" pitchFamily="34" charset="0"/>
                  </a:rPr>
                  <a:t>A</a:t>
                </a:r>
                <a:endParaRPr lang="zh-CN" altLang="en-US" sz="2000" b="1" dirty="0">
                  <a:solidFill>
                    <a:schemeClr val="bg1"/>
                  </a:solidFill>
                  <a:latin typeface="Arial Narrow" panose="020B0606020202030204" pitchFamily="34" charset="0"/>
                </a:endParaRPr>
              </a:p>
            </p:txBody>
          </p:sp>
        </p:grpSp>
        <p:grpSp>
          <p:nvGrpSpPr>
            <p:cNvPr id="7" name="组合 6">
              <a:extLst>
                <a:ext uri="{FF2B5EF4-FFF2-40B4-BE49-F238E27FC236}">
                  <a16:creationId xmlns:a16="http://schemas.microsoft.com/office/drawing/2014/main" id="{1D46BAED-3885-400C-A6F8-D8019D458D44}"/>
                </a:ext>
              </a:extLst>
            </p:cNvPr>
            <p:cNvGrpSpPr/>
            <p:nvPr/>
          </p:nvGrpSpPr>
          <p:grpSpPr>
            <a:xfrm>
              <a:off x="5797369" y="2801895"/>
              <a:ext cx="662814" cy="641082"/>
              <a:chOff x="3555616" y="2773086"/>
              <a:chExt cx="662814" cy="641082"/>
            </a:xfrm>
          </p:grpSpPr>
          <p:pic>
            <p:nvPicPr>
              <p:cNvPr id="59" name="图形 58">
                <a:extLst>
                  <a:ext uri="{FF2B5EF4-FFF2-40B4-BE49-F238E27FC236}">
                    <a16:creationId xmlns:a16="http://schemas.microsoft.com/office/drawing/2014/main" id="{471F54F8-ED74-4739-A189-7EDEEE454C6E}"/>
                  </a:ext>
                </a:extLst>
              </p:cNvPr>
              <p:cNvPicPr>
                <a:picLocks noChangeAspect="1"/>
              </p:cNvPicPr>
              <p:nvPr/>
            </p:nvPicPr>
            <p:blipFill>
              <a:blip r:embed="rId3">
                <a:extLst>
                  <a:ext uri="{28A0092B-C50C-407E-A947-70E740481C1C}">
                    <a14:useLocalDpi xmlns:a14="http://schemas.microsoft.com/office/drawing/2010/main" val="0"/>
                  </a:ext>
                  <a:ext uri="{96DAC541-7B7A-43D3-8B79-37D633B846F1}">
                    <asvg:svgBlip xmlns:asvg="http://schemas.microsoft.com/office/drawing/2016/SVG/main" r:embed="rId4"/>
                  </a:ext>
                </a:extLst>
              </a:blip>
              <a:stretch>
                <a:fillRect/>
              </a:stretch>
            </p:blipFill>
            <p:spPr>
              <a:xfrm>
                <a:off x="3555616" y="2773086"/>
                <a:ext cx="662814" cy="641082"/>
              </a:xfrm>
              <a:prstGeom prst="rect">
                <a:avLst/>
              </a:prstGeom>
            </p:spPr>
          </p:pic>
          <p:sp>
            <p:nvSpPr>
              <p:cNvPr id="65" name="íşlïḍè">
                <a:extLst>
                  <a:ext uri="{FF2B5EF4-FFF2-40B4-BE49-F238E27FC236}">
                    <a16:creationId xmlns:a16="http://schemas.microsoft.com/office/drawing/2014/main" id="{741170DA-E9BA-43FF-8D03-C1880D543B7A}"/>
                  </a:ext>
                </a:extLst>
              </p:cNvPr>
              <p:cNvSpPr txBox="1"/>
              <p:nvPr/>
            </p:nvSpPr>
            <p:spPr>
              <a:xfrm>
                <a:off x="3869079" y="2879163"/>
                <a:ext cx="287088" cy="243273"/>
              </a:xfrm>
              <a:prstGeom prst="rect">
                <a:avLst/>
              </a:prstGeom>
              <a:noFill/>
            </p:spPr>
            <p:txBody>
              <a:bodyPr wrap="square" lIns="91440" tIns="45720" rIns="91440" bIns="45720" anchor="ctr">
                <a:noAutofit/>
              </a:bodyPr>
              <a:lstStyle/>
              <a:p>
                <a:pPr algn="ctr"/>
                <a:r>
                  <a:rPr lang="en-US" altLang="zh-CN" sz="2000" b="1" dirty="0">
                    <a:solidFill>
                      <a:schemeClr val="bg1"/>
                    </a:solidFill>
                    <a:latin typeface="Arial Narrow" panose="020B0606020202030204" pitchFamily="34" charset="0"/>
                  </a:rPr>
                  <a:t>B</a:t>
                </a:r>
                <a:endParaRPr lang="zh-CN" altLang="en-US" sz="2000" b="1" dirty="0">
                  <a:solidFill>
                    <a:schemeClr val="bg1"/>
                  </a:solidFill>
                  <a:latin typeface="Arial Narrow" panose="020B0606020202030204" pitchFamily="34" charset="0"/>
                </a:endParaRPr>
              </a:p>
            </p:txBody>
          </p:sp>
        </p:grpSp>
        <p:grpSp>
          <p:nvGrpSpPr>
            <p:cNvPr id="9" name="组合 8">
              <a:extLst>
                <a:ext uri="{FF2B5EF4-FFF2-40B4-BE49-F238E27FC236}">
                  <a16:creationId xmlns:a16="http://schemas.microsoft.com/office/drawing/2014/main" id="{12B69D33-11B6-4773-9A9E-F70C0931C929}"/>
                </a:ext>
              </a:extLst>
            </p:cNvPr>
            <p:cNvGrpSpPr/>
            <p:nvPr/>
          </p:nvGrpSpPr>
          <p:grpSpPr>
            <a:xfrm>
              <a:off x="10174187" y="2801895"/>
              <a:ext cx="662814" cy="641082"/>
              <a:chOff x="5633743" y="2773086"/>
              <a:chExt cx="662814" cy="641082"/>
            </a:xfrm>
          </p:grpSpPr>
          <p:pic>
            <p:nvPicPr>
              <p:cNvPr id="61" name="图形 60">
                <a:extLst>
                  <a:ext uri="{FF2B5EF4-FFF2-40B4-BE49-F238E27FC236}">
                    <a16:creationId xmlns:a16="http://schemas.microsoft.com/office/drawing/2014/main" id="{19E33EE8-0676-48E1-900A-1AADA67B393B}"/>
                  </a:ext>
                </a:extLst>
              </p:cNvPr>
              <p:cNvPicPr>
                <a:picLocks noChangeAspect="1"/>
              </p:cNvPicPr>
              <p:nvPr/>
            </p:nvPicPr>
            <p:blipFill>
              <a:blip r:embed="rId3">
                <a:extLst>
                  <a:ext uri="{28A0092B-C50C-407E-A947-70E740481C1C}">
                    <a14:useLocalDpi xmlns:a14="http://schemas.microsoft.com/office/drawing/2010/main" val="0"/>
                  </a:ext>
                  <a:ext uri="{96DAC541-7B7A-43D3-8B79-37D633B846F1}">
                    <asvg:svgBlip xmlns:asvg="http://schemas.microsoft.com/office/drawing/2016/SVG/main" r:embed="rId4"/>
                  </a:ext>
                </a:extLst>
              </a:blip>
              <a:stretch>
                <a:fillRect/>
              </a:stretch>
            </p:blipFill>
            <p:spPr>
              <a:xfrm>
                <a:off x="5633743" y="2773086"/>
                <a:ext cx="662814" cy="641082"/>
              </a:xfrm>
              <a:prstGeom prst="rect">
                <a:avLst/>
              </a:prstGeom>
            </p:spPr>
          </p:pic>
          <p:sp>
            <p:nvSpPr>
              <p:cNvPr id="66" name="íşlïḍè">
                <a:extLst>
                  <a:ext uri="{FF2B5EF4-FFF2-40B4-BE49-F238E27FC236}">
                    <a16:creationId xmlns:a16="http://schemas.microsoft.com/office/drawing/2014/main" id="{EFE1EBE6-0C7F-40F0-8310-4441F3BC588D}"/>
                  </a:ext>
                </a:extLst>
              </p:cNvPr>
              <p:cNvSpPr txBox="1"/>
              <p:nvPr/>
            </p:nvSpPr>
            <p:spPr>
              <a:xfrm>
                <a:off x="5943918" y="2879162"/>
                <a:ext cx="287088" cy="243273"/>
              </a:xfrm>
              <a:prstGeom prst="rect">
                <a:avLst/>
              </a:prstGeom>
              <a:noFill/>
            </p:spPr>
            <p:txBody>
              <a:bodyPr wrap="square" lIns="91440" tIns="45720" rIns="91440" bIns="45720" anchor="ctr">
                <a:noAutofit/>
              </a:bodyPr>
              <a:lstStyle/>
              <a:p>
                <a:pPr algn="ctr"/>
                <a:r>
                  <a:rPr lang="en-US" altLang="zh-CN" sz="2000" b="1" dirty="0">
                    <a:solidFill>
                      <a:schemeClr val="bg1"/>
                    </a:solidFill>
                    <a:latin typeface="Arial Narrow" panose="020B0606020202030204" pitchFamily="34" charset="0"/>
                  </a:rPr>
                  <a:t>C</a:t>
                </a:r>
                <a:endParaRPr lang="zh-CN" altLang="en-US" sz="2000" b="1" dirty="0">
                  <a:solidFill>
                    <a:schemeClr val="bg1"/>
                  </a:solidFill>
                  <a:latin typeface="Arial Narrow" panose="020B0606020202030204" pitchFamily="34" charset="0"/>
                </a:endParaRPr>
              </a:p>
            </p:txBody>
          </p:sp>
        </p:grpSp>
      </p:grpSp>
      <p:cxnSp>
        <p:nvCxnSpPr>
          <p:cNvPr id="49" name="直接箭头连接符 48">
            <a:extLst>
              <a:ext uri="{FF2B5EF4-FFF2-40B4-BE49-F238E27FC236}">
                <a16:creationId xmlns:a16="http://schemas.microsoft.com/office/drawing/2014/main" id="{60FF627B-16D4-458B-AE1A-A63A6AB5E20E}"/>
              </a:ext>
            </a:extLst>
          </p:cNvPr>
          <p:cNvCxnSpPr/>
          <p:nvPr/>
        </p:nvCxnSpPr>
        <p:spPr>
          <a:xfrm flipV="1">
            <a:off x="6277387" y="2073384"/>
            <a:ext cx="0" cy="773654"/>
          </a:xfrm>
          <a:prstGeom prst="straightConnector1">
            <a:avLst/>
          </a:prstGeom>
          <a:ln w="50800" cap="rnd">
            <a:solidFill>
              <a:schemeClr val="accent6"/>
            </a:solidFill>
            <a:round/>
            <a:tailEnd type="triangle" w="med" len="med"/>
          </a:ln>
        </p:spPr>
        <p:style>
          <a:lnRef idx="1">
            <a:schemeClr val="accent1"/>
          </a:lnRef>
          <a:fillRef idx="0">
            <a:schemeClr val="accent1"/>
          </a:fillRef>
          <a:effectRef idx="0">
            <a:schemeClr val="accent1"/>
          </a:effectRef>
          <a:fontRef idx="minor">
            <a:schemeClr val="tx1"/>
          </a:fontRef>
        </p:style>
      </p:cxnSp>
      <p:cxnSp>
        <p:nvCxnSpPr>
          <p:cNvPr id="50" name="直接箭头连接符 49">
            <a:extLst>
              <a:ext uri="{FF2B5EF4-FFF2-40B4-BE49-F238E27FC236}">
                <a16:creationId xmlns:a16="http://schemas.microsoft.com/office/drawing/2014/main" id="{CE89B4C0-C579-4C35-B0DD-C542B0087523}"/>
              </a:ext>
            </a:extLst>
          </p:cNvPr>
          <p:cNvCxnSpPr>
            <a:cxnSpLocks/>
          </p:cNvCxnSpPr>
          <p:nvPr/>
        </p:nvCxnSpPr>
        <p:spPr>
          <a:xfrm>
            <a:off x="6273899" y="2060228"/>
            <a:ext cx="4976395" cy="0"/>
          </a:xfrm>
          <a:prstGeom prst="straightConnector1">
            <a:avLst/>
          </a:prstGeom>
          <a:ln w="50800" cap="rnd">
            <a:solidFill>
              <a:schemeClr val="accent6"/>
            </a:solidFill>
            <a:round/>
            <a:tailEnd type="triangle" w="med" len="med"/>
          </a:ln>
        </p:spPr>
        <p:style>
          <a:lnRef idx="1">
            <a:schemeClr val="accent1"/>
          </a:lnRef>
          <a:fillRef idx="0">
            <a:schemeClr val="accent1"/>
          </a:fillRef>
          <a:effectRef idx="0">
            <a:schemeClr val="accent1"/>
          </a:effectRef>
          <a:fontRef idx="minor">
            <a:schemeClr val="tx1"/>
          </a:fontRef>
        </p:style>
      </p:cxnSp>
      <p:cxnSp>
        <p:nvCxnSpPr>
          <p:cNvPr id="51" name="直接箭头连接符 50">
            <a:extLst>
              <a:ext uri="{FF2B5EF4-FFF2-40B4-BE49-F238E27FC236}">
                <a16:creationId xmlns:a16="http://schemas.microsoft.com/office/drawing/2014/main" id="{5799D36A-E506-4E5E-85C2-40D7DD32593F}"/>
              </a:ext>
            </a:extLst>
          </p:cNvPr>
          <p:cNvCxnSpPr>
            <a:cxnSpLocks/>
          </p:cNvCxnSpPr>
          <p:nvPr/>
        </p:nvCxnSpPr>
        <p:spPr>
          <a:xfrm flipH="1" flipV="1">
            <a:off x="1089364" y="2052650"/>
            <a:ext cx="5184535" cy="3860"/>
          </a:xfrm>
          <a:prstGeom prst="straightConnector1">
            <a:avLst/>
          </a:prstGeom>
          <a:ln w="50800" cap="rnd">
            <a:solidFill>
              <a:schemeClr val="accent6"/>
            </a:solidFill>
            <a:round/>
            <a:tailEnd type="triangle" w="med" len="med"/>
          </a:ln>
        </p:spPr>
        <p:style>
          <a:lnRef idx="1">
            <a:schemeClr val="accent1"/>
          </a:lnRef>
          <a:fillRef idx="0">
            <a:schemeClr val="accent1"/>
          </a:fillRef>
          <a:effectRef idx="0">
            <a:schemeClr val="accent1"/>
          </a:effectRef>
          <a:fontRef idx="minor">
            <a:schemeClr val="tx1"/>
          </a:fontRef>
        </p:style>
      </p:cxnSp>
      <p:cxnSp>
        <p:nvCxnSpPr>
          <p:cNvPr id="52" name="直接箭头连接符 51">
            <a:extLst>
              <a:ext uri="{FF2B5EF4-FFF2-40B4-BE49-F238E27FC236}">
                <a16:creationId xmlns:a16="http://schemas.microsoft.com/office/drawing/2014/main" id="{CF01A41B-A2EF-4BFB-96E9-5D96C4A71E60}"/>
              </a:ext>
            </a:extLst>
          </p:cNvPr>
          <p:cNvCxnSpPr>
            <a:cxnSpLocks/>
          </p:cNvCxnSpPr>
          <p:nvPr/>
        </p:nvCxnSpPr>
        <p:spPr>
          <a:xfrm>
            <a:off x="1920316" y="2080361"/>
            <a:ext cx="0" cy="772860"/>
          </a:xfrm>
          <a:prstGeom prst="straightConnector1">
            <a:avLst/>
          </a:prstGeom>
          <a:ln w="50800" cap="rnd">
            <a:solidFill>
              <a:schemeClr val="accent6"/>
            </a:solidFill>
            <a:round/>
            <a:tailEnd type="triangle" w="med" len="med"/>
          </a:ln>
        </p:spPr>
        <p:style>
          <a:lnRef idx="1">
            <a:schemeClr val="accent1"/>
          </a:lnRef>
          <a:fillRef idx="0">
            <a:schemeClr val="accent1"/>
          </a:fillRef>
          <a:effectRef idx="0">
            <a:schemeClr val="accent1"/>
          </a:effectRef>
          <a:fontRef idx="minor">
            <a:schemeClr val="tx1"/>
          </a:fontRef>
        </p:style>
      </p:cxnSp>
      <p:cxnSp>
        <p:nvCxnSpPr>
          <p:cNvPr id="53" name="直接箭头连接符 52">
            <a:extLst>
              <a:ext uri="{FF2B5EF4-FFF2-40B4-BE49-F238E27FC236}">
                <a16:creationId xmlns:a16="http://schemas.microsoft.com/office/drawing/2014/main" id="{9F187534-C9D2-49C9-A0B9-F2E384BCFCE7}"/>
              </a:ext>
            </a:extLst>
          </p:cNvPr>
          <p:cNvCxnSpPr>
            <a:cxnSpLocks/>
          </p:cNvCxnSpPr>
          <p:nvPr/>
        </p:nvCxnSpPr>
        <p:spPr>
          <a:xfrm>
            <a:off x="10683471" y="2080361"/>
            <a:ext cx="0" cy="772860"/>
          </a:xfrm>
          <a:prstGeom prst="straightConnector1">
            <a:avLst/>
          </a:prstGeom>
          <a:ln w="50800" cap="rnd">
            <a:solidFill>
              <a:schemeClr val="accent6"/>
            </a:solidFill>
            <a:round/>
            <a:tailEnd type="triangle" w="med" len="med"/>
          </a:ln>
        </p:spPr>
        <p:style>
          <a:lnRef idx="1">
            <a:schemeClr val="accent1"/>
          </a:lnRef>
          <a:fillRef idx="0">
            <a:schemeClr val="accent1"/>
          </a:fillRef>
          <a:effectRef idx="0">
            <a:schemeClr val="accent1"/>
          </a:effectRef>
          <a:fontRef idx="minor">
            <a:schemeClr val="tx1"/>
          </a:fontRef>
        </p:style>
      </p:cxnSp>
      <p:grpSp>
        <p:nvGrpSpPr>
          <p:cNvPr id="64" name="组合 63">
            <a:extLst>
              <a:ext uri="{FF2B5EF4-FFF2-40B4-BE49-F238E27FC236}">
                <a16:creationId xmlns:a16="http://schemas.microsoft.com/office/drawing/2014/main" id="{6303BFE5-897F-4E54-AD4D-D13077BA14C9}"/>
              </a:ext>
            </a:extLst>
          </p:cNvPr>
          <p:cNvGrpSpPr/>
          <p:nvPr/>
        </p:nvGrpSpPr>
        <p:grpSpPr>
          <a:xfrm>
            <a:off x="294872" y="4001810"/>
            <a:ext cx="3158796" cy="2106890"/>
            <a:chOff x="4702413" y="4001810"/>
            <a:chExt cx="3158796" cy="2106890"/>
          </a:xfrm>
        </p:grpSpPr>
        <p:sp>
          <p:nvSpPr>
            <p:cNvPr id="69" name="文本框 68">
              <a:extLst>
                <a:ext uri="{FF2B5EF4-FFF2-40B4-BE49-F238E27FC236}">
                  <a16:creationId xmlns:a16="http://schemas.microsoft.com/office/drawing/2014/main" id="{266F6671-30B8-4546-ADBB-3D50504F4C76}"/>
                </a:ext>
              </a:extLst>
            </p:cNvPr>
            <p:cNvSpPr txBox="1"/>
            <p:nvPr/>
          </p:nvSpPr>
          <p:spPr>
            <a:xfrm>
              <a:off x="5797369" y="4293542"/>
              <a:ext cx="1901162" cy="369332"/>
            </a:xfrm>
            <a:prstGeom prst="rect">
              <a:avLst/>
            </a:prstGeom>
            <a:noFill/>
          </p:spPr>
          <p:txBody>
            <a:bodyPr wrap="square" rtlCol="0">
              <a:spAutoFit/>
            </a:bodyPr>
            <a:lstStyle/>
            <a:p>
              <a:r>
                <a:rPr lang="en-US" altLang="zh-CN" b="1" dirty="0">
                  <a:solidFill>
                    <a:schemeClr val="accent4"/>
                  </a:solidFill>
                </a:rPr>
                <a:t>FF-FF-FF-FF-FF-FF</a:t>
              </a:r>
              <a:endParaRPr lang="zh-CN" altLang="en-US" b="1" dirty="0">
                <a:solidFill>
                  <a:schemeClr val="accent4"/>
                </a:solidFill>
              </a:endParaRPr>
            </a:p>
          </p:txBody>
        </p:sp>
        <p:sp>
          <p:nvSpPr>
            <p:cNvPr id="70" name="文本框 69">
              <a:extLst>
                <a:ext uri="{FF2B5EF4-FFF2-40B4-BE49-F238E27FC236}">
                  <a16:creationId xmlns:a16="http://schemas.microsoft.com/office/drawing/2014/main" id="{3BC4D065-A75B-49A0-8316-F5C1EA8BD619}"/>
                </a:ext>
              </a:extLst>
            </p:cNvPr>
            <p:cNvSpPr txBox="1"/>
            <p:nvPr/>
          </p:nvSpPr>
          <p:spPr>
            <a:xfrm>
              <a:off x="5797369" y="4555913"/>
              <a:ext cx="1901162" cy="369332"/>
            </a:xfrm>
            <a:prstGeom prst="rect">
              <a:avLst/>
            </a:prstGeom>
            <a:noFill/>
          </p:spPr>
          <p:txBody>
            <a:bodyPr wrap="square" rtlCol="0">
              <a:spAutoFit/>
            </a:bodyPr>
            <a:lstStyle/>
            <a:p>
              <a:r>
                <a:rPr lang="en-US" altLang="zh-CN" b="1" dirty="0"/>
                <a:t>00-E0-F9-A3-43-77</a:t>
              </a:r>
              <a:endParaRPr lang="zh-CN" altLang="en-US" b="1" dirty="0"/>
            </a:p>
          </p:txBody>
        </p:sp>
        <p:grpSp>
          <p:nvGrpSpPr>
            <p:cNvPr id="71" name="组合 70">
              <a:extLst>
                <a:ext uri="{FF2B5EF4-FFF2-40B4-BE49-F238E27FC236}">
                  <a16:creationId xmlns:a16="http://schemas.microsoft.com/office/drawing/2014/main" id="{590F23AC-7681-4552-8097-1E75A3D90A03}"/>
                </a:ext>
              </a:extLst>
            </p:cNvPr>
            <p:cNvGrpSpPr/>
            <p:nvPr/>
          </p:nvGrpSpPr>
          <p:grpSpPr>
            <a:xfrm>
              <a:off x="4702413" y="4001810"/>
              <a:ext cx="3158796" cy="2106890"/>
              <a:chOff x="4702413" y="4001810"/>
              <a:chExt cx="3158796" cy="2106890"/>
            </a:xfrm>
          </p:grpSpPr>
          <p:sp>
            <p:nvSpPr>
              <p:cNvPr id="72" name="矩形 71">
                <a:extLst>
                  <a:ext uri="{FF2B5EF4-FFF2-40B4-BE49-F238E27FC236}">
                    <a16:creationId xmlns:a16="http://schemas.microsoft.com/office/drawing/2014/main" id="{E3E91C8C-C41B-4363-8531-40F2BFDCCC0C}"/>
                  </a:ext>
                </a:extLst>
              </p:cNvPr>
              <p:cNvSpPr/>
              <p:nvPr/>
            </p:nvSpPr>
            <p:spPr>
              <a:xfrm>
                <a:off x="4702413" y="4001810"/>
                <a:ext cx="3158796" cy="1214876"/>
              </a:xfrm>
              <a:prstGeom prst="rect">
                <a:avLst/>
              </a:prstGeom>
              <a:noFill/>
              <a:ln>
                <a:solidFill>
                  <a:schemeClr val="accent3"/>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zh-CN" altLang="en-US" b="1" dirty="0">
                    <a:solidFill>
                      <a:schemeClr val="tx1"/>
                    </a:solidFill>
                    <a:latin typeface="+mn-ea"/>
                  </a:rPr>
                  <a:t>帧的首部</a:t>
                </a:r>
                <a:endParaRPr lang="en-US" altLang="zh-CN" b="1" dirty="0">
                  <a:solidFill>
                    <a:schemeClr val="tx1"/>
                  </a:solidFill>
                  <a:latin typeface="+mn-ea"/>
                </a:endParaRPr>
              </a:p>
              <a:p>
                <a:r>
                  <a:rPr lang="zh-CN" altLang="en-US" b="1" dirty="0">
                    <a:solidFill>
                      <a:schemeClr val="tx1"/>
                    </a:solidFill>
                    <a:latin typeface="+mn-ea"/>
                  </a:rPr>
                  <a:t>目的地址：</a:t>
                </a:r>
                <a:endParaRPr lang="en-US" altLang="zh-CN" b="1" dirty="0">
                  <a:solidFill>
                    <a:schemeClr val="tx1"/>
                  </a:solidFill>
                  <a:latin typeface="+mn-ea"/>
                </a:endParaRPr>
              </a:p>
              <a:p>
                <a:r>
                  <a:rPr lang="zh-CN" altLang="en-US" b="1" dirty="0">
                    <a:solidFill>
                      <a:schemeClr val="tx1"/>
                    </a:solidFill>
                    <a:latin typeface="+mn-ea"/>
                  </a:rPr>
                  <a:t>源地址：</a:t>
                </a:r>
                <a:endParaRPr lang="en-US" altLang="zh-CN" b="1" dirty="0">
                  <a:solidFill>
                    <a:schemeClr val="tx1"/>
                  </a:solidFill>
                  <a:latin typeface="+mn-ea"/>
                </a:endParaRPr>
              </a:p>
              <a:p>
                <a:r>
                  <a:rPr lang="en-US" altLang="zh-CN" b="1" dirty="0">
                    <a:solidFill>
                      <a:schemeClr val="tx1"/>
                    </a:solidFill>
                    <a:latin typeface="+mn-ea"/>
                  </a:rPr>
                  <a:t>……</a:t>
                </a:r>
                <a:endParaRPr lang="zh-CN" altLang="en-US" b="1" dirty="0">
                  <a:solidFill>
                    <a:schemeClr val="tx1"/>
                  </a:solidFill>
                  <a:latin typeface="+mn-ea"/>
                </a:endParaRPr>
              </a:p>
            </p:txBody>
          </p:sp>
          <p:sp>
            <p:nvSpPr>
              <p:cNvPr id="73" name="矩形 72">
                <a:extLst>
                  <a:ext uri="{FF2B5EF4-FFF2-40B4-BE49-F238E27FC236}">
                    <a16:creationId xmlns:a16="http://schemas.microsoft.com/office/drawing/2014/main" id="{C7A1CD2E-69EF-404F-8FB6-8365EA38B8B0}"/>
                  </a:ext>
                </a:extLst>
              </p:cNvPr>
              <p:cNvSpPr/>
              <p:nvPr/>
            </p:nvSpPr>
            <p:spPr>
              <a:xfrm>
                <a:off x="4702413" y="5216686"/>
                <a:ext cx="3158796" cy="892014"/>
              </a:xfrm>
              <a:prstGeom prst="rect">
                <a:avLst/>
              </a:prstGeom>
              <a:noFill/>
              <a:ln>
                <a:solidFill>
                  <a:schemeClr val="accent3"/>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zh-CN" altLang="en-US" b="1" dirty="0">
                    <a:solidFill>
                      <a:schemeClr val="tx1"/>
                    </a:solidFill>
                    <a:latin typeface="+mn-ea"/>
                  </a:rPr>
                  <a:t>数据载荷和帧尾部</a:t>
                </a:r>
                <a:endParaRPr lang="en-US" altLang="zh-CN" b="1" dirty="0">
                  <a:solidFill>
                    <a:schemeClr val="tx1"/>
                  </a:solidFill>
                  <a:latin typeface="+mn-ea"/>
                </a:endParaRPr>
              </a:p>
              <a:p>
                <a:pPr algn="ctr"/>
                <a:r>
                  <a:rPr lang="en-US" altLang="zh-CN" b="1" dirty="0">
                    <a:solidFill>
                      <a:schemeClr val="tx1"/>
                    </a:solidFill>
                    <a:latin typeface="+mn-ea"/>
                  </a:rPr>
                  <a:t>……</a:t>
                </a:r>
                <a:endParaRPr lang="zh-CN" altLang="en-US" b="1" dirty="0">
                  <a:solidFill>
                    <a:schemeClr val="tx1"/>
                  </a:solidFill>
                  <a:latin typeface="+mn-ea"/>
                </a:endParaRPr>
              </a:p>
            </p:txBody>
          </p:sp>
        </p:grpSp>
      </p:grpSp>
      <p:grpSp>
        <p:nvGrpSpPr>
          <p:cNvPr id="74" name="组合 73">
            <a:extLst>
              <a:ext uri="{FF2B5EF4-FFF2-40B4-BE49-F238E27FC236}">
                <a16:creationId xmlns:a16="http://schemas.microsoft.com/office/drawing/2014/main" id="{224364FA-1745-4A12-9464-792BB55A5774}"/>
              </a:ext>
            </a:extLst>
          </p:cNvPr>
          <p:cNvGrpSpPr/>
          <p:nvPr/>
        </p:nvGrpSpPr>
        <p:grpSpPr>
          <a:xfrm>
            <a:off x="8721825" y="4001810"/>
            <a:ext cx="3158796" cy="2106890"/>
            <a:chOff x="4702413" y="4001810"/>
            <a:chExt cx="3158796" cy="2106890"/>
          </a:xfrm>
        </p:grpSpPr>
        <p:sp>
          <p:nvSpPr>
            <p:cNvPr id="75" name="文本框 74">
              <a:extLst>
                <a:ext uri="{FF2B5EF4-FFF2-40B4-BE49-F238E27FC236}">
                  <a16:creationId xmlns:a16="http://schemas.microsoft.com/office/drawing/2014/main" id="{D9FC491C-C325-4DA0-9173-AF40C3B03FFE}"/>
                </a:ext>
              </a:extLst>
            </p:cNvPr>
            <p:cNvSpPr txBox="1"/>
            <p:nvPr/>
          </p:nvSpPr>
          <p:spPr>
            <a:xfrm>
              <a:off x="5797369" y="4293542"/>
              <a:ext cx="1901162" cy="369332"/>
            </a:xfrm>
            <a:prstGeom prst="rect">
              <a:avLst/>
            </a:prstGeom>
            <a:noFill/>
          </p:spPr>
          <p:txBody>
            <a:bodyPr wrap="square" rtlCol="0">
              <a:spAutoFit/>
            </a:bodyPr>
            <a:lstStyle/>
            <a:p>
              <a:r>
                <a:rPr lang="en-US" altLang="zh-CN" b="1" dirty="0">
                  <a:solidFill>
                    <a:schemeClr val="accent4"/>
                  </a:solidFill>
                </a:rPr>
                <a:t>FF-FF-FF-FF-FF-FF</a:t>
              </a:r>
              <a:endParaRPr lang="zh-CN" altLang="en-US" b="1" dirty="0">
                <a:solidFill>
                  <a:schemeClr val="accent4"/>
                </a:solidFill>
              </a:endParaRPr>
            </a:p>
          </p:txBody>
        </p:sp>
        <p:sp>
          <p:nvSpPr>
            <p:cNvPr id="76" name="文本框 75">
              <a:extLst>
                <a:ext uri="{FF2B5EF4-FFF2-40B4-BE49-F238E27FC236}">
                  <a16:creationId xmlns:a16="http://schemas.microsoft.com/office/drawing/2014/main" id="{1DC81EAC-A794-4E40-A772-AF34ED048B1A}"/>
                </a:ext>
              </a:extLst>
            </p:cNvPr>
            <p:cNvSpPr txBox="1"/>
            <p:nvPr/>
          </p:nvSpPr>
          <p:spPr>
            <a:xfrm>
              <a:off x="5797369" y="4555913"/>
              <a:ext cx="1901162" cy="369332"/>
            </a:xfrm>
            <a:prstGeom prst="rect">
              <a:avLst/>
            </a:prstGeom>
            <a:noFill/>
          </p:spPr>
          <p:txBody>
            <a:bodyPr wrap="square" rtlCol="0">
              <a:spAutoFit/>
            </a:bodyPr>
            <a:lstStyle/>
            <a:p>
              <a:r>
                <a:rPr lang="en-US" altLang="zh-CN" b="1" dirty="0"/>
                <a:t>00-E0-F9-A3-43-77</a:t>
              </a:r>
              <a:endParaRPr lang="zh-CN" altLang="en-US" b="1" dirty="0"/>
            </a:p>
          </p:txBody>
        </p:sp>
        <p:grpSp>
          <p:nvGrpSpPr>
            <p:cNvPr id="77" name="组合 76">
              <a:extLst>
                <a:ext uri="{FF2B5EF4-FFF2-40B4-BE49-F238E27FC236}">
                  <a16:creationId xmlns:a16="http://schemas.microsoft.com/office/drawing/2014/main" id="{4BD907A1-7A4A-4A9D-B4B4-8999962B5475}"/>
                </a:ext>
              </a:extLst>
            </p:cNvPr>
            <p:cNvGrpSpPr/>
            <p:nvPr/>
          </p:nvGrpSpPr>
          <p:grpSpPr>
            <a:xfrm>
              <a:off x="4702413" y="4001810"/>
              <a:ext cx="3158796" cy="2106890"/>
              <a:chOff x="4702413" y="4001810"/>
              <a:chExt cx="3158796" cy="2106890"/>
            </a:xfrm>
          </p:grpSpPr>
          <p:sp>
            <p:nvSpPr>
              <p:cNvPr id="78" name="矩形 77">
                <a:extLst>
                  <a:ext uri="{FF2B5EF4-FFF2-40B4-BE49-F238E27FC236}">
                    <a16:creationId xmlns:a16="http://schemas.microsoft.com/office/drawing/2014/main" id="{ECD26E6E-12F3-47C6-9314-163BF87152CF}"/>
                  </a:ext>
                </a:extLst>
              </p:cNvPr>
              <p:cNvSpPr/>
              <p:nvPr/>
            </p:nvSpPr>
            <p:spPr>
              <a:xfrm>
                <a:off x="4702413" y="4001810"/>
                <a:ext cx="3158796" cy="1214876"/>
              </a:xfrm>
              <a:prstGeom prst="rect">
                <a:avLst/>
              </a:prstGeom>
              <a:noFill/>
              <a:ln>
                <a:solidFill>
                  <a:schemeClr val="accent3"/>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zh-CN" altLang="en-US" b="1" dirty="0">
                    <a:solidFill>
                      <a:schemeClr val="tx1"/>
                    </a:solidFill>
                    <a:latin typeface="+mn-ea"/>
                  </a:rPr>
                  <a:t>帧的首部</a:t>
                </a:r>
                <a:endParaRPr lang="en-US" altLang="zh-CN" b="1" dirty="0">
                  <a:solidFill>
                    <a:schemeClr val="tx1"/>
                  </a:solidFill>
                  <a:latin typeface="+mn-ea"/>
                </a:endParaRPr>
              </a:p>
              <a:p>
                <a:r>
                  <a:rPr lang="zh-CN" altLang="en-US" b="1" dirty="0">
                    <a:solidFill>
                      <a:schemeClr val="tx1"/>
                    </a:solidFill>
                    <a:latin typeface="+mn-ea"/>
                  </a:rPr>
                  <a:t>目的地址：</a:t>
                </a:r>
                <a:endParaRPr lang="en-US" altLang="zh-CN" b="1" dirty="0">
                  <a:solidFill>
                    <a:schemeClr val="tx1"/>
                  </a:solidFill>
                  <a:latin typeface="+mn-ea"/>
                </a:endParaRPr>
              </a:p>
              <a:p>
                <a:r>
                  <a:rPr lang="zh-CN" altLang="en-US" b="1" dirty="0">
                    <a:solidFill>
                      <a:schemeClr val="tx1"/>
                    </a:solidFill>
                    <a:latin typeface="+mn-ea"/>
                  </a:rPr>
                  <a:t>源地址：</a:t>
                </a:r>
                <a:endParaRPr lang="en-US" altLang="zh-CN" b="1" dirty="0">
                  <a:solidFill>
                    <a:schemeClr val="tx1"/>
                  </a:solidFill>
                  <a:latin typeface="+mn-ea"/>
                </a:endParaRPr>
              </a:p>
              <a:p>
                <a:r>
                  <a:rPr lang="en-US" altLang="zh-CN" b="1" dirty="0">
                    <a:solidFill>
                      <a:schemeClr val="tx1"/>
                    </a:solidFill>
                    <a:latin typeface="+mn-ea"/>
                  </a:rPr>
                  <a:t>……</a:t>
                </a:r>
                <a:endParaRPr lang="zh-CN" altLang="en-US" b="1" dirty="0">
                  <a:solidFill>
                    <a:schemeClr val="tx1"/>
                  </a:solidFill>
                  <a:latin typeface="+mn-ea"/>
                </a:endParaRPr>
              </a:p>
            </p:txBody>
          </p:sp>
          <p:sp>
            <p:nvSpPr>
              <p:cNvPr id="79" name="矩形 78">
                <a:extLst>
                  <a:ext uri="{FF2B5EF4-FFF2-40B4-BE49-F238E27FC236}">
                    <a16:creationId xmlns:a16="http://schemas.microsoft.com/office/drawing/2014/main" id="{B7435E9D-DCC6-4E11-95BF-D2CCC21C4C2F}"/>
                  </a:ext>
                </a:extLst>
              </p:cNvPr>
              <p:cNvSpPr/>
              <p:nvPr/>
            </p:nvSpPr>
            <p:spPr>
              <a:xfrm>
                <a:off x="4702413" y="5216686"/>
                <a:ext cx="3158796" cy="892014"/>
              </a:xfrm>
              <a:prstGeom prst="rect">
                <a:avLst/>
              </a:prstGeom>
              <a:noFill/>
              <a:ln>
                <a:solidFill>
                  <a:schemeClr val="accent3"/>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zh-CN" altLang="en-US" b="1" dirty="0">
                    <a:solidFill>
                      <a:schemeClr val="tx1"/>
                    </a:solidFill>
                    <a:latin typeface="+mn-ea"/>
                  </a:rPr>
                  <a:t>数据载荷和帧尾部</a:t>
                </a:r>
                <a:endParaRPr lang="en-US" altLang="zh-CN" b="1" dirty="0">
                  <a:solidFill>
                    <a:schemeClr val="tx1"/>
                  </a:solidFill>
                  <a:latin typeface="+mn-ea"/>
                </a:endParaRPr>
              </a:p>
              <a:p>
                <a:pPr algn="ctr"/>
                <a:r>
                  <a:rPr lang="en-US" altLang="zh-CN" b="1" dirty="0">
                    <a:solidFill>
                      <a:schemeClr val="tx1"/>
                    </a:solidFill>
                    <a:latin typeface="+mn-ea"/>
                  </a:rPr>
                  <a:t>……</a:t>
                </a:r>
                <a:endParaRPr lang="zh-CN" altLang="en-US" b="1" dirty="0">
                  <a:solidFill>
                    <a:schemeClr val="tx1"/>
                  </a:solidFill>
                  <a:latin typeface="+mn-ea"/>
                </a:endParaRPr>
              </a:p>
            </p:txBody>
          </p:sp>
        </p:grpSp>
      </p:grpSp>
      <p:sp>
        <p:nvSpPr>
          <p:cNvPr id="80" name="íşlïḍè">
            <a:extLst>
              <a:ext uri="{FF2B5EF4-FFF2-40B4-BE49-F238E27FC236}">
                <a16:creationId xmlns:a16="http://schemas.microsoft.com/office/drawing/2014/main" id="{1B76EF75-CB36-4AAA-B267-CD8B21807117}"/>
              </a:ext>
            </a:extLst>
          </p:cNvPr>
          <p:cNvSpPr txBox="1"/>
          <p:nvPr/>
        </p:nvSpPr>
        <p:spPr>
          <a:xfrm>
            <a:off x="3470176" y="4262764"/>
            <a:ext cx="1194125" cy="400110"/>
          </a:xfrm>
          <a:prstGeom prst="rect">
            <a:avLst/>
          </a:prstGeom>
          <a:noFill/>
        </p:spPr>
        <p:txBody>
          <a:bodyPr wrap="square" lIns="91440" tIns="45720" rIns="91440" bIns="45720" anchor="ctr">
            <a:noAutofit/>
          </a:bodyPr>
          <a:lstStyle/>
          <a:p>
            <a:r>
              <a:rPr lang="zh-CN" altLang="en-US" b="1" dirty="0">
                <a:solidFill>
                  <a:schemeClr val="accent4"/>
                </a:solidFill>
                <a:latin typeface="Arial Narrow" panose="020B0606020202030204" pitchFamily="34" charset="0"/>
              </a:rPr>
              <a:t>广播地址</a:t>
            </a:r>
          </a:p>
        </p:txBody>
      </p:sp>
      <p:sp>
        <p:nvSpPr>
          <p:cNvPr id="81" name="íşlïḍè">
            <a:extLst>
              <a:ext uri="{FF2B5EF4-FFF2-40B4-BE49-F238E27FC236}">
                <a16:creationId xmlns:a16="http://schemas.microsoft.com/office/drawing/2014/main" id="{BC792070-2B00-4416-BBB3-09A9E59D3A63}"/>
              </a:ext>
            </a:extLst>
          </p:cNvPr>
          <p:cNvSpPr txBox="1"/>
          <p:nvPr/>
        </p:nvSpPr>
        <p:spPr>
          <a:xfrm>
            <a:off x="7635411" y="4262764"/>
            <a:ext cx="1194125" cy="400110"/>
          </a:xfrm>
          <a:prstGeom prst="rect">
            <a:avLst/>
          </a:prstGeom>
          <a:noFill/>
        </p:spPr>
        <p:txBody>
          <a:bodyPr wrap="square" lIns="91440" tIns="45720" rIns="91440" bIns="45720" anchor="ctr">
            <a:noAutofit/>
          </a:bodyPr>
          <a:lstStyle/>
          <a:p>
            <a:r>
              <a:rPr lang="zh-CN" altLang="en-US" b="1" dirty="0">
                <a:solidFill>
                  <a:schemeClr val="accent4"/>
                </a:solidFill>
                <a:latin typeface="Arial Narrow" panose="020B0606020202030204" pitchFamily="34" charset="0"/>
              </a:rPr>
              <a:t>广播地址</a:t>
            </a:r>
          </a:p>
        </p:txBody>
      </p:sp>
      <p:sp>
        <p:nvSpPr>
          <p:cNvPr id="82" name="椭圆 81">
            <a:extLst>
              <a:ext uri="{FF2B5EF4-FFF2-40B4-BE49-F238E27FC236}">
                <a16:creationId xmlns:a16="http://schemas.microsoft.com/office/drawing/2014/main" id="{308B3002-A2B1-481B-A2BC-2F1EF3C54092}"/>
              </a:ext>
            </a:extLst>
          </p:cNvPr>
          <p:cNvSpPr/>
          <p:nvPr/>
        </p:nvSpPr>
        <p:spPr>
          <a:xfrm>
            <a:off x="7780291" y="4740579"/>
            <a:ext cx="1270281" cy="1270281"/>
          </a:xfrm>
          <a:prstGeom prst="ellipse">
            <a:avLst/>
          </a:prstGeom>
          <a:solidFill>
            <a:schemeClr val="bg1"/>
          </a:solidFill>
          <a:ln w="101600">
            <a:solidFill>
              <a:schemeClr val="accent4"/>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zh-CN" altLang="en-US" sz="3200" b="1" dirty="0">
                <a:solidFill>
                  <a:schemeClr val="accent4"/>
                </a:solidFill>
              </a:rPr>
              <a:t>接</a:t>
            </a:r>
            <a:endParaRPr lang="en-US" altLang="zh-CN" sz="3200" b="1" dirty="0">
              <a:solidFill>
                <a:schemeClr val="accent4"/>
              </a:solidFill>
            </a:endParaRPr>
          </a:p>
          <a:p>
            <a:pPr algn="ctr"/>
            <a:r>
              <a:rPr lang="zh-CN" altLang="en-US" sz="3200" b="1" dirty="0">
                <a:solidFill>
                  <a:schemeClr val="accent4"/>
                </a:solidFill>
              </a:rPr>
              <a:t>受</a:t>
            </a:r>
          </a:p>
        </p:txBody>
      </p:sp>
      <p:sp>
        <p:nvSpPr>
          <p:cNvPr id="83" name="椭圆 82">
            <a:extLst>
              <a:ext uri="{FF2B5EF4-FFF2-40B4-BE49-F238E27FC236}">
                <a16:creationId xmlns:a16="http://schemas.microsoft.com/office/drawing/2014/main" id="{96B11E3C-9B75-4B0F-AB19-45BDB9523533}"/>
              </a:ext>
            </a:extLst>
          </p:cNvPr>
          <p:cNvSpPr/>
          <p:nvPr/>
        </p:nvSpPr>
        <p:spPr>
          <a:xfrm>
            <a:off x="3186148" y="4740579"/>
            <a:ext cx="1270281" cy="1270281"/>
          </a:xfrm>
          <a:prstGeom prst="ellipse">
            <a:avLst/>
          </a:prstGeom>
          <a:solidFill>
            <a:schemeClr val="bg1"/>
          </a:solidFill>
          <a:ln w="101600">
            <a:solidFill>
              <a:schemeClr val="accent4"/>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zh-CN" altLang="en-US" sz="3200" b="1" dirty="0">
                <a:solidFill>
                  <a:schemeClr val="accent4"/>
                </a:solidFill>
              </a:rPr>
              <a:t>接</a:t>
            </a:r>
            <a:endParaRPr lang="en-US" altLang="zh-CN" sz="3200" b="1" dirty="0">
              <a:solidFill>
                <a:schemeClr val="accent4"/>
              </a:solidFill>
            </a:endParaRPr>
          </a:p>
          <a:p>
            <a:pPr algn="ctr"/>
            <a:r>
              <a:rPr lang="zh-CN" altLang="en-US" sz="3200" b="1" dirty="0">
                <a:solidFill>
                  <a:schemeClr val="accent4"/>
                </a:solidFill>
              </a:rPr>
              <a:t>受</a:t>
            </a:r>
          </a:p>
        </p:txBody>
      </p:sp>
    </p:spTree>
    <p:custDataLst>
      <p:tags r:id="rId1"/>
    </p:custDataLst>
    <p:extLst>
      <p:ext uri="{BB962C8B-B14F-4D97-AF65-F5344CB8AC3E}">
        <p14:creationId xmlns:p14="http://schemas.microsoft.com/office/powerpoint/2010/main" val="1175917802"/>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2" presetClass="entr" presetSubtype="8" fill="hold" grpId="0" nodeType="withEffect">
                                  <p:stCondLst>
                                    <p:cond delay="0"/>
                                  </p:stCondLst>
                                  <p:childTnLst>
                                    <p:set>
                                      <p:cBhvr>
                                        <p:cTn id="6" dur="1" fill="hold">
                                          <p:stCondLst>
                                            <p:cond delay="0"/>
                                          </p:stCondLst>
                                        </p:cTn>
                                        <p:tgtEl>
                                          <p:spTgt spid="80"/>
                                        </p:tgtEl>
                                        <p:attrNameLst>
                                          <p:attrName>style.visibility</p:attrName>
                                        </p:attrNameLst>
                                      </p:cBhvr>
                                      <p:to>
                                        <p:strVal val="visible"/>
                                      </p:to>
                                    </p:set>
                                    <p:anim calcmode="lin" valueType="num">
                                      <p:cBhvr additive="base">
                                        <p:cTn id="7" dur="500"/>
                                        <p:tgtEl>
                                          <p:spTgt spid="80"/>
                                        </p:tgtEl>
                                        <p:attrNameLst>
                                          <p:attrName>ppt_x</p:attrName>
                                        </p:attrNameLst>
                                      </p:cBhvr>
                                      <p:tavLst>
                                        <p:tav tm="0">
                                          <p:val>
                                            <p:strVal val="#ppt_x-#ppt_w*1.125000"/>
                                          </p:val>
                                        </p:tav>
                                        <p:tav tm="100000">
                                          <p:val>
                                            <p:strVal val="#ppt_x"/>
                                          </p:val>
                                        </p:tav>
                                      </p:tavLst>
                                    </p:anim>
                                    <p:animEffect transition="in" filter="wipe(right)">
                                      <p:cBhvr>
                                        <p:cTn id="8" dur="500"/>
                                        <p:tgtEl>
                                          <p:spTgt spid="80"/>
                                        </p:tgtEl>
                                      </p:cBhvr>
                                    </p:animEffect>
                                  </p:childTnLst>
                                </p:cTn>
                              </p:par>
                              <p:par>
                                <p:cTn id="9" presetID="12" presetClass="entr" presetSubtype="2" fill="hold" grpId="0" nodeType="withEffect">
                                  <p:stCondLst>
                                    <p:cond delay="0"/>
                                  </p:stCondLst>
                                  <p:childTnLst>
                                    <p:set>
                                      <p:cBhvr>
                                        <p:cTn id="10" dur="1" fill="hold">
                                          <p:stCondLst>
                                            <p:cond delay="0"/>
                                          </p:stCondLst>
                                        </p:cTn>
                                        <p:tgtEl>
                                          <p:spTgt spid="81"/>
                                        </p:tgtEl>
                                        <p:attrNameLst>
                                          <p:attrName>style.visibility</p:attrName>
                                        </p:attrNameLst>
                                      </p:cBhvr>
                                      <p:to>
                                        <p:strVal val="visible"/>
                                      </p:to>
                                    </p:set>
                                    <p:anim calcmode="lin" valueType="num">
                                      <p:cBhvr additive="base">
                                        <p:cTn id="11" dur="500"/>
                                        <p:tgtEl>
                                          <p:spTgt spid="81"/>
                                        </p:tgtEl>
                                        <p:attrNameLst>
                                          <p:attrName>ppt_x</p:attrName>
                                        </p:attrNameLst>
                                      </p:cBhvr>
                                      <p:tavLst>
                                        <p:tav tm="0">
                                          <p:val>
                                            <p:strVal val="#ppt_x+#ppt_w*1.125000"/>
                                          </p:val>
                                        </p:tav>
                                        <p:tav tm="100000">
                                          <p:val>
                                            <p:strVal val="#ppt_x"/>
                                          </p:val>
                                        </p:tav>
                                      </p:tavLst>
                                    </p:anim>
                                    <p:animEffect transition="in" filter="wipe(left)">
                                      <p:cBhvr>
                                        <p:cTn id="12" dur="500"/>
                                        <p:tgtEl>
                                          <p:spTgt spid="81"/>
                                        </p:tgtEl>
                                      </p:cBhvr>
                                    </p:animEffect>
                                  </p:childTnLst>
                                </p:cTn>
                              </p:par>
                            </p:childTnLst>
                          </p:cTn>
                        </p:par>
                      </p:childTnLst>
                    </p:cTn>
                  </p:par>
                  <p:par>
                    <p:cTn id="13" fill="hold">
                      <p:stCondLst>
                        <p:cond delay="indefinite"/>
                      </p:stCondLst>
                      <p:childTnLst>
                        <p:par>
                          <p:cTn id="14" fill="hold">
                            <p:stCondLst>
                              <p:cond delay="0"/>
                            </p:stCondLst>
                            <p:childTnLst>
                              <p:par>
                                <p:cTn id="15" presetID="53" presetClass="entr" presetSubtype="16" fill="hold" grpId="0" nodeType="clickEffect">
                                  <p:stCondLst>
                                    <p:cond delay="0"/>
                                  </p:stCondLst>
                                  <p:childTnLst>
                                    <p:set>
                                      <p:cBhvr>
                                        <p:cTn id="16" dur="1" fill="hold">
                                          <p:stCondLst>
                                            <p:cond delay="0"/>
                                          </p:stCondLst>
                                        </p:cTn>
                                        <p:tgtEl>
                                          <p:spTgt spid="82"/>
                                        </p:tgtEl>
                                        <p:attrNameLst>
                                          <p:attrName>style.visibility</p:attrName>
                                        </p:attrNameLst>
                                      </p:cBhvr>
                                      <p:to>
                                        <p:strVal val="visible"/>
                                      </p:to>
                                    </p:set>
                                    <p:anim calcmode="lin" valueType="num">
                                      <p:cBhvr>
                                        <p:cTn id="17" dur="500" fill="hold"/>
                                        <p:tgtEl>
                                          <p:spTgt spid="82"/>
                                        </p:tgtEl>
                                        <p:attrNameLst>
                                          <p:attrName>ppt_w</p:attrName>
                                        </p:attrNameLst>
                                      </p:cBhvr>
                                      <p:tavLst>
                                        <p:tav tm="0">
                                          <p:val>
                                            <p:fltVal val="0"/>
                                          </p:val>
                                        </p:tav>
                                        <p:tav tm="100000">
                                          <p:val>
                                            <p:strVal val="#ppt_w"/>
                                          </p:val>
                                        </p:tav>
                                      </p:tavLst>
                                    </p:anim>
                                    <p:anim calcmode="lin" valueType="num">
                                      <p:cBhvr>
                                        <p:cTn id="18" dur="500" fill="hold"/>
                                        <p:tgtEl>
                                          <p:spTgt spid="82"/>
                                        </p:tgtEl>
                                        <p:attrNameLst>
                                          <p:attrName>ppt_h</p:attrName>
                                        </p:attrNameLst>
                                      </p:cBhvr>
                                      <p:tavLst>
                                        <p:tav tm="0">
                                          <p:val>
                                            <p:fltVal val="0"/>
                                          </p:val>
                                        </p:tav>
                                        <p:tav tm="100000">
                                          <p:val>
                                            <p:strVal val="#ppt_h"/>
                                          </p:val>
                                        </p:tav>
                                      </p:tavLst>
                                    </p:anim>
                                    <p:animEffect transition="in" filter="fade">
                                      <p:cBhvr>
                                        <p:cTn id="19" dur="500"/>
                                        <p:tgtEl>
                                          <p:spTgt spid="82"/>
                                        </p:tgtEl>
                                      </p:cBhvr>
                                    </p:animEffect>
                                  </p:childTnLst>
                                </p:cTn>
                              </p:par>
                              <p:par>
                                <p:cTn id="20" presetID="53" presetClass="entr" presetSubtype="16" fill="hold" grpId="0" nodeType="withEffect">
                                  <p:stCondLst>
                                    <p:cond delay="0"/>
                                  </p:stCondLst>
                                  <p:childTnLst>
                                    <p:set>
                                      <p:cBhvr>
                                        <p:cTn id="21" dur="1" fill="hold">
                                          <p:stCondLst>
                                            <p:cond delay="0"/>
                                          </p:stCondLst>
                                        </p:cTn>
                                        <p:tgtEl>
                                          <p:spTgt spid="83"/>
                                        </p:tgtEl>
                                        <p:attrNameLst>
                                          <p:attrName>style.visibility</p:attrName>
                                        </p:attrNameLst>
                                      </p:cBhvr>
                                      <p:to>
                                        <p:strVal val="visible"/>
                                      </p:to>
                                    </p:set>
                                    <p:anim calcmode="lin" valueType="num">
                                      <p:cBhvr>
                                        <p:cTn id="22" dur="500" fill="hold"/>
                                        <p:tgtEl>
                                          <p:spTgt spid="83"/>
                                        </p:tgtEl>
                                        <p:attrNameLst>
                                          <p:attrName>ppt_w</p:attrName>
                                        </p:attrNameLst>
                                      </p:cBhvr>
                                      <p:tavLst>
                                        <p:tav tm="0">
                                          <p:val>
                                            <p:fltVal val="0"/>
                                          </p:val>
                                        </p:tav>
                                        <p:tav tm="100000">
                                          <p:val>
                                            <p:strVal val="#ppt_w"/>
                                          </p:val>
                                        </p:tav>
                                      </p:tavLst>
                                    </p:anim>
                                    <p:anim calcmode="lin" valueType="num">
                                      <p:cBhvr>
                                        <p:cTn id="23" dur="500" fill="hold"/>
                                        <p:tgtEl>
                                          <p:spTgt spid="83"/>
                                        </p:tgtEl>
                                        <p:attrNameLst>
                                          <p:attrName>ppt_h</p:attrName>
                                        </p:attrNameLst>
                                      </p:cBhvr>
                                      <p:tavLst>
                                        <p:tav tm="0">
                                          <p:val>
                                            <p:fltVal val="0"/>
                                          </p:val>
                                        </p:tav>
                                        <p:tav tm="100000">
                                          <p:val>
                                            <p:strVal val="#ppt_h"/>
                                          </p:val>
                                        </p:tav>
                                      </p:tavLst>
                                    </p:anim>
                                    <p:animEffect transition="in" filter="fade">
                                      <p:cBhvr>
                                        <p:cTn id="24" dur="500"/>
                                        <p:tgtEl>
                                          <p:spTgt spid="83"/>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80" grpId="0"/>
      <p:bldP spid="81" grpId="0"/>
      <p:bldP spid="82" grpId="0" animBg="1"/>
      <p:bldP spid="83" grpId="0" animBg="1"/>
    </p:bldLst>
  </p:timing>
</p:sld>
</file>

<file path=ppt/slides/slide28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4" name="组合 3">
            <a:extLst>
              <a:ext uri="{FF2B5EF4-FFF2-40B4-BE49-F238E27FC236}">
                <a16:creationId xmlns:a16="http://schemas.microsoft.com/office/drawing/2014/main" id="{9A1EA9F2-FCB6-48C3-935F-7AE7E3AD14AC}"/>
              </a:ext>
            </a:extLst>
          </p:cNvPr>
          <p:cNvGrpSpPr/>
          <p:nvPr/>
        </p:nvGrpSpPr>
        <p:grpSpPr>
          <a:xfrm>
            <a:off x="304799" y="749300"/>
            <a:ext cx="6192345" cy="400110"/>
            <a:chOff x="424116" y="898245"/>
            <a:chExt cx="6192345" cy="400110"/>
          </a:xfrm>
        </p:grpSpPr>
        <p:sp>
          <p:nvSpPr>
            <p:cNvPr id="2" name="平行四边形 1">
              <a:extLst>
                <a:ext uri="{FF2B5EF4-FFF2-40B4-BE49-F238E27FC236}">
                  <a16:creationId xmlns:a16="http://schemas.microsoft.com/office/drawing/2014/main" id="{1F5BAA3F-9845-4F89-A2DD-8222D3E4EDAC}"/>
                </a:ext>
              </a:extLst>
            </p:cNvPr>
            <p:cNvSpPr/>
            <p:nvPr/>
          </p:nvSpPr>
          <p:spPr>
            <a:xfrm>
              <a:off x="424116" y="898245"/>
              <a:ext cx="695119" cy="387090"/>
            </a:xfrm>
            <a:prstGeom prst="parallelogram">
              <a:avLst/>
            </a:prstGeom>
            <a:solidFill>
              <a:schemeClr val="accent3">
                <a:lumMod val="75000"/>
              </a:schemeClr>
            </a:solidFill>
            <a:ln>
              <a:solidFill>
                <a:schemeClr val="accent3">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CN" sz="2200" dirty="0">
                  <a:latin typeface="Impact" panose="020B0806030902050204" pitchFamily="34" charset="0"/>
                </a:rPr>
                <a:t>02</a:t>
              </a:r>
              <a:endParaRPr lang="zh-CN" altLang="en-US" sz="2200" dirty="0">
                <a:latin typeface="Impact" panose="020B0806030902050204" pitchFamily="34" charset="0"/>
              </a:endParaRPr>
            </a:p>
          </p:txBody>
        </p:sp>
        <p:sp>
          <p:nvSpPr>
            <p:cNvPr id="3" name="文本框 2">
              <a:extLst>
                <a:ext uri="{FF2B5EF4-FFF2-40B4-BE49-F238E27FC236}">
                  <a16:creationId xmlns:a16="http://schemas.microsoft.com/office/drawing/2014/main" id="{4D6BD736-A4D3-4F26-AFED-36E11F50F70B}"/>
                </a:ext>
              </a:extLst>
            </p:cNvPr>
            <p:cNvSpPr txBox="1"/>
            <p:nvPr/>
          </p:nvSpPr>
          <p:spPr>
            <a:xfrm>
              <a:off x="1119235" y="898245"/>
              <a:ext cx="5497226" cy="400110"/>
            </a:xfrm>
            <a:prstGeom prst="rect">
              <a:avLst/>
            </a:prstGeom>
            <a:noFill/>
          </p:spPr>
          <p:txBody>
            <a:bodyPr wrap="square" rtlCol="0">
              <a:spAutoFit/>
            </a:bodyPr>
            <a:lstStyle/>
            <a:p>
              <a:r>
                <a:rPr lang="en-US" altLang="zh-CN" sz="2000" b="1" dirty="0"/>
                <a:t>MAC</a:t>
              </a:r>
              <a:r>
                <a:rPr lang="zh-CN" altLang="en-US" sz="2000" b="1" dirty="0"/>
                <a:t>地址</a:t>
              </a:r>
            </a:p>
          </p:txBody>
        </p:sp>
      </p:grpSp>
      <p:sp>
        <p:nvSpPr>
          <p:cNvPr id="48" name="íşlïḍè">
            <a:extLst>
              <a:ext uri="{FF2B5EF4-FFF2-40B4-BE49-F238E27FC236}">
                <a16:creationId xmlns:a16="http://schemas.microsoft.com/office/drawing/2014/main" id="{3A8ED235-C46A-40A6-B687-AE21B4C08B05}"/>
              </a:ext>
            </a:extLst>
          </p:cNvPr>
          <p:cNvSpPr txBox="1"/>
          <p:nvPr/>
        </p:nvSpPr>
        <p:spPr>
          <a:xfrm>
            <a:off x="4200062" y="1100674"/>
            <a:ext cx="3791876" cy="400110"/>
          </a:xfrm>
          <a:prstGeom prst="rect">
            <a:avLst/>
          </a:prstGeom>
          <a:noFill/>
        </p:spPr>
        <p:txBody>
          <a:bodyPr wrap="square" lIns="91440" tIns="45720" rIns="91440" bIns="45720" anchor="ctr">
            <a:noAutofit/>
          </a:bodyPr>
          <a:lstStyle/>
          <a:p>
            <a:pPr algn="ctr"/>
            <a:r>
              <a:rPr lang="zh-CN" altLang="en-US" b="1" dirty="0">
                <a:solidFill>
                  <a:schemeClr val="accent3">
                    <a:lumMod val="75000"/>
                  </a:schemeClr>
                </a:solidFill>
                <a:latin typeface="Arial Narrow" panose="020B0606020202030204" pitchFamily="34" charset="0"/>
              </a:rPr>
              <a:t>多播</a:t>
            </a:r>
            <a:r>
              <a:rPr lang="en-US" altLang="zh-CN" b="1" dirty="0">
                <a:solidFill>
                  <a:schemeClr val="accent3">
                    <a:lumMod val="75000"/>
                  </a:schemeClr>
                </a:solidFill>
                <a:latin typeface="Arial Narrow" panose="020B0606020202030204" pitchFamily="34" charset="0"/>
              </a:rPr>
              <a:t>MAC</a:t>
            </a:r>
            <a:r>
              <a:rPr lang="zh-CN" altLang="en-US" b="1" dirty="0">
                <a:solidFill>
                  <a:schemeClr val="accent3">
                    <a:lumMod val="75000"/>
                  </a:schemeClr>
                </a:solidFill>
                <a:latin typeface="Arial Narrow" panose="020B0606020202030204" pitchFamily="34" charset="0"/>
              </a:rPr>
              <a:t>地址举例</a:t>
            </a:r>
          </a:p>
        </p:txBody>
      </p:sp>
      <p:grpSp>
        <p:nvGrpSpPr>
          <p:cNvPr id="21" name="组合 20">
            <a:extLst>
              <a:ext uri="{FF2B5EF4-FFF2-40B4-BE49-F238E27FC236}">
                <a16:creationId xmlns:a16="http://schemas.microsoft.com/office/drawing/2014/main" id="{E207B44C-83FA-42ED-B489-79CFF9E16FC1}"/>
              </a:ext>
            </a:extLst>
          </p:cNvPr>
          <p:cNvGrpSpPr/>
          <p:nvPr/>
        </p:nvGrpSpPr>
        <p:grpSpPr>
          <a:xfrm>
            <a:off x="3499041" y="1793613"/>
            <a:ext cx="5207074" cy="4315087"/>
            <a:chOff x="3499041" y="1793613"/>
            <a:chExt cx="5207074" cy="4315087"/>
          </a:xfrm>
        </p:grpSpPr>
        <p:pic>
          <p:nvPicPr>
            <p:cNvPr id="46" name="图形 45">
              <a:extLst>
                <a:ext uri="{FF2B5EF4-FFF2-40B4-BE49-F238E27FC236}">
                  <a16:creationId xmlns:a16="http://schemas.microsoft.com/office/drawing/2014/main" id="{7667CCFA-F287-4D50-9C07-511FBA106760}"/>
                </a:ext>
              </a:extLst>
            </p:cNvPr>
            <p:cNvPicPr>
              <a:picLocks noChangeAspect="1"/>
            </p:cNvPicPr>
            <p:nvPr/>
          </p:nvPicPr>
          <p:blipFill>
            <a:blip r:embed="rId3">
              <a:extLst>
                <a:ext uri="{28A0092B-C50C-407E-A947-70E740481C1C}">
                  <a14:useLocalDpi xmlns:a14="http://schemas.microsoft.com/office/drawing/2010/main" val="0"/>
                </a:ext>
                <a:ext uri="{96DAC541-7B7A-43D3-8B79-37D633B846F1}">
                  <asvg:svgBlip xmlns:asvg="http://schemas.microsoft.com/office/drawing/2016/SVG/main" r:embed="rId4"/>
                </a:ext>
              </a:extLst>
            </a:blip>
            <a:stretch>
              <a:fillRect/>
            </a:stretch>
          </p:blipFill>
          <p:spPr>
            <a:xfrm>
              <a:off x="3635188" y="2193723"/>
              <a:ext cx="677448" cy="677448"/>
            </a:xfrm>
            <a:prstGeom prst="rect">
              <a:avLst/>
            </a:prstGeom>
          </p:spPr>
        </p:pic>
        <p:pic>
          <p:nvPicPr>
            <p:cNvPr id="47" name="图形 46">
              <a:extLst>
                <a:ext uri="{FF2B5EF4-FFF2-40B4-BE49-F238E27FC236}">
                  <a16:creationId xmlns:a16="http://schemas.microsoft.com/office/drawing/2014/main" id="{4C0D7204-B491-4617-A31C-8B931380651E}"/>
                </a:ext>
              </a:extLst>
            </p:cNvPr>
            <p:cNvPicPr>
              <a:picLocks noChangeAspect="1"/>
            </p:cNvPicPr>
            <p:nvPr/>
          </p:nvPicPr>
          <p:blipFill>
            <a:blip r:embed="rId3">
              <a:extLst>
                <a:ext uri="{28A0092B-C50C-407E-A947-70E740481C1C}">
                  <a14:useLocalDpi xmlns:a14="http://schemas.microsoft.com/office/drawing/2010/main" val="0"/>
                </a:ext>
                <a:ext uri="{96DAC541-7B7A-43D3-8B79-37D633B846F1}">
                  <asvg:svgBlip xmlns:asvg="http://schemas.microsoft.com/office/drawing/2016/SVG/main" r:embed="rId4"/>
                </a:ext>
              </a:extLst>
            </a:blip>
            <a:stretch>
              <a:fillRect/>
            </a:stretch>
          </p:blipFill>
          <p:spPr>
            <a:xfrm>
              <a:off x="7892520" y="2193723"/>
              <a:ext cx="677448" cy="677448"/>
            </a:xfrm>
            <a:prstGeom prst="rect">
              <a:avLst/>
            </a:prstGeom>
          </p:spPr>
        </p:pic>
        <p:pic>
          <p:nvPicPr>
            <p:cNvPr id="84" name="图形 83">
              <a:extLst>
                <a:ext uri="{FF2B5EF4-FFF2-40B4-BE49-F238E27FC236}">
                  <a16:creationId xmlns:a16="http://schemas.microsoft.com/office/drawing/2014/main" id="{DE5412B9-75C2-4A39-95F0-EB59EA5FCF85}"/>
                </a:ext>
              </a:extLst>
            </p:cNvPr>
            <p:cNvPicPr>
              <a:picLocks noChangeAspect="1"/>
            </p:cNvPicPr>
            <p:nvPr/>
          </p:nvPicPr>
          <p:blipFill>
            <a:blip r:embed="rId3">
              <a:extLst>
                <a:ext uri="{28A0092B-C50C-407E-A947-70E740481C1C}">
                  <a14:useLocalDpi xmlns:a14="http://schemas.microsoft.com/office/drawing/2010/main" val="0"/>
                </a:ext>
                <a:ext uri="{96DAC541-7B7A-43D3-8B79-37D633B846F1}">
                  <asvg:svgBlip xmlns:asvg="http://schemas.microsoft.com/office/drawing/2016/SVG/main" r:embed="rId4"/>
                </a:ext>
              </a:extLst>
            </a:blip>
            <a:stretch>
              <a:fillRect/>
            </a:stretch>
          </p:blipFill>
          <p:spPr>
            <a:xfrm>
              <a:off x="3635188" y="5016961"/>
              <a:ext cx="677448" cy="677448"/>
            </a:xfrm>
            <a:prstGeom prst="rect">
              <a:avLst/>
            </a:prstGeom>
          </p:spPr>
        </p:pic>
        <p:pic>
          <p:nvPicPr>
            <p:cNvPr id="85" name="图形 84">
              <a:extLst>
                <a:ext uri="{FF2B5EF4-FFF2-40B4-BE49-F238E27FC236}">
                  <a16:creationId xmlns:a16="http://schemas.microsoft.com/office/drawing/2014/main" id="{850078A0-9E73-4FA8-8E96-BF4DD4DA9337}"/>
                </a:ext>
              </a:extLst>
            </p:cNvPr>
            <p:cNvPicPr>
              <a:picLocks noChangeAspect="1"/>
            </p:cNvPicPr>
            <p:nvPr/>
          </p:nvPicPr>
          <p:blipFill>
            <a:blip r:embed="rId3">
              <a:extLst>
                <a:ext uri="{28A0092B-C50C-407E-A947-70E740481C1C}">
                  <a14:useLocalDpi xmlns:a14="http://schemas.microsoft.com/office/drawing/2010/main" val="0"/>
                </a:ext>
                <a:ext uri="{96DAC541-7B7A-43D3-8B79-37D633B846F1}">
                  <asvg:svgBlip xmlns:asvg="http://schemas.microsoft.com/office/drawing/2016/SVG/main" r:embed="rId4"/>
                </a:ext>
              </a:extLst>
            </a:blip>
            <a:stretch>
              <a:fillRect/>
            </a:stretch>
          </p:blipFill>
          <p:spPr>
            <a:xfrm>
              <a:off x="7892520" y="5016961"/>
              <a:ext cx="677448" cy="677448"/>
            </a:xfrm>
            <a:prstGeom prst="rect">
              <a:avLst/>
            </a:prstGeom>
          </p:spPr>
        </p:pic>
        <p:sp>
          <p:nvSpPr>
            <p:cNvPr id="86" name="íşlïḍè">
              <a:extLst>
                <a:ext uri="{FF2B5EF4-FFF2-40B4-BE49-F238E27FC236}">
                  <a16:creationId xmlns:a16="http://schemas.microsoft.com/office/drawing/2014/main" id="{AD66CA4A-2728-43CC-8EC6-9239F8F717F9}"/>
                </a:ext>
              </a:extLst>
            </p:cNvPr>
            <p:cNvSpPr txBox="1"/>
            <p:nvPr/>
          </p:nvSpPr>
          <p:spPr>
            <a:xfrm>
              <a:off x="3499041" y="1793613"/>
              <a:ext cx="949742" cy="400110"/>
            </a:xfrm>
            <a:prstGeom prst="rect">
              <a:avLst/>
            </a:prstGeom>
            <a:noFill/>
          </p:spPr>
          <p:txBody>
            <a:bodyPr wrap="square" lIns="91440" tIns="45720" rIns="91440" bIns="45720" anchor="ctr">
              <a:noAutofit/>
            </a:bodyPr>
            <a:lstStyle/>
            <a:p>
              <a:pPr algn="ctr"/>
              <a:r>
                <a:rPr lang="zh-CN" altLang="en-US" b="1" dirty="0">
                  <a:latin typeface="Arial Narrow" panose="020B0606020202030204" pitchFamily="34" charset="0"/>
                </a:rPr>
                <a:t>交换机</a:t>
              </a:r>
            </a:p>
          </p:txBody>
        </p:sp>
        <p:sp>
          <p:nvSpPr>
            <p:cNvPr id="87" name="íşlïḍè">
              <a:extLst>
                <a:ext uri="{FF2B5EF4-FFF2-40B4-BE49-F238E27FC236}">
                  <a16:creationId xmlns:a16="http://schemas.microsoft.com/office/drawing/2014/main" id="{6425C840-8FD6-4CFC-BBCE-2F6481286C5F}"/>
                </a:ext>
              </a:extLst>
            </p:cNvPr>
            <p:cNvSpPr txBox="1"/>
            <p:nvPr/>
          </p:nvSpPr>
          <p:spPr>
            <a:xfrm>
              <a:off x="7743219" y="1793613"/>
              <a:ext cx="949742" cy="400110"/>
            </a:xfrm>
            <a:prstGeom prst="rect">
              <a:avLst/>
            </a:prstGeom>
            <a:noFill/>
          </p:spPr>
          <p:txBody>
            <a:bodyPr wrap="square" lIns="91440" tIns="45720" rIns="91440" bIns="45720" anchor="ctr">
              <a:noAutofit/>
            </a:bodyPr>
            <a:lstStyle/>
            <a:p>
              <a:pPr algn="ctr"/>
              <a:r>
                <a:rPr lang="zh-CN" altLang="en-US" b="1" dirty="0">
                  <a:latin typeface="Arial Narrow" panose="020B0606020202030204" pitchFamily="34" charset="0"/>
                </a:rPr>
                <a:t>交换机</a:t>
              </a:r>
            </a:p>
          </p:txBody>
        </p:sp>
        <p:sp>
          <p:nvSpPr>
            <p:cNvPr id="88" name="íşlïḍè">
              <a:extLst>
                <a:ext uri="{FF2B5EF4-FFF2-40B4-BE49-F238E27FC236}">
                  <a16:creationId xmlns:a16="http://schemas.microsoft.com/office/drawing/2014/main" id="{F63101B1-DB6A-4440-8356-94167C628663}"/>
                </a:ext>
              </a:extLst>
            </p:cNvPr>
            <p:cNvSpPr txBox="1"/>
            <p:nvPr/>
          </p:nvSpPr>
          <p:spPr>
            <a:xfrm>
              <a:off x="3499041" y="5708590"/>
              <a:ext cx="949742" cy="400110"/>
            </a:xfrm>
            <a:prstGeom prst="rect">
              <a:avLst/>
            </a:prstGeom>
            <a:noFill/>
          </p:spPr>
          <p:txBody>
            <a:bodyPr wrap="square" lIns="91440" tIns="45720" rIns="91440" bIns="45720" anchor="ctr">
              <a:noAutofit/>
            </a:bodyPr>
            <a:lstStyle/>
            <a:p>
              <a:pPr algn="ctr"/>
              <a:r>
                <a:rPr lang="zh-CN" altLang="en-US" b="1" dirty="0">
                  <a:latin typeface="Arial Narrow" panose="020B0606020202030204" pitchFamily="34" charset="0"/>
                </a:rPr>
                <a:t>交换机</a:t>
              </a:r>
            </a:p>
          </p:txBody>
        </p:sp>
        <p:sp>
          <p:nvSpPr>
            <p:cNvPr id="89" name="íşlïḍè">
              <a:extLst>
                <a:ext uri="{FF2B5EF4-FFF2-40B4-BE49-F238E27FC236}">
                  <a16:creationId xmlns:a16="http://schemas.microsoft.com/office/drawing/2014/main" id="{5E748084-B376-4DE2-AB0E-C383A5217B36}"/>
                </a:ext>
              </a:extLst>
            </p:cNvPr>
            <p:cNvSpPr txBox="1"/>
            <p:nvPr/>
          </p:nvSpPr>
          <p:spPr>
            <a:xfrm>
              <a:off x="7756373" y="5708590"/>
              <a:ext cx="949742" cy="400110"/>
            </a:xfrm>
            <a:prstGeom prst="rect">
              <a:avLst/>
            </a:prstGeom>
            <a:noFill/>
          </p:spPr>
          <p:txBody>
            <a:bodyPr wrap="square" lIns="91440" tIns="45720" rIns="91440" bIns="45720" anchor="ctr">
              <a:noAutofit/>
            </a:bodyPr>
            <a:lstStyle/>
            <a:p>
              <a:pPr algn="ctr"/>
              <a:r>
                <a:rPr lang="zh-CN" altLang="en-US" b="1" dirty="0">
                  <a:latin typeface="Arial Narrow" panose="020B0606020202030204" pitchFamily="34" charset="0"/>
                </a:rPr>
                <a:t>交换机</a:t>
              </a:r>
            </a:p>
          </p:txBody>
        </p:sp>
        <p:cxnSp>
          <p:nvCxnSpPr>
            <p:cNvPr id="10" name="直接连接符 9">
              <a:extLst>
                <a:ext uri="{FF2B5EF4-FFF2-40B4-BE49-F238E27FC236}">
                  <a16:creationId xmlns:a16="http://schemas.microsoft.com/office/drawing/2014/main" id="{271C05AC-3DA8-40E0-9C6E-A0D86C77AE80}"/>
                </a:ext>
              </a:extLst>
            </p:cNvPr>
            <p:cNvCxnSpPr>
              <a:cxnSpLocks/>
              <a:stCxn id="46" idx="2"/>
              <a:endCxn id="84" idx="0"/>
            </p:cNvCxnSpPr>
            <p:nvPr/>
          </p:nvCxnSpPr>
          <p:spPr>
            <a:xfrm>
              <a:off x="3973912" y="2871171"/>
              <a:ext cx="0" cy="2145790"/>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90" name="直接连接符 89">
              <a:extLst>
                <a:ext uri="{FF2B5EF4-FFF2-40B4-BE49-F238E27FC236}">
                  <a16:creationId xmlns:a16="http://schemas.microsoft.com/office/drawing/2014/main" id="{75EC0173-A811-43A5-93A3-9FD92BCA9F9B}"/>
                </a:ext>
              </a:extLst>
            </p:cNvPr>
            <p:cNvCxnSpPr>
              <a:cxnSpLocks/>
              <a:stCxn id="46" idx="3"/>
              <a:endCxn id="47" idx="1"/>
            </p:cNvCxnSpPr>
            <p:nvPr/>
          </p:nvCxnSpPr>
          <p:spPr>
            <a:xfrm>
              <a:off x="4312636" y="2532447"/>
              <a:ext cx="3579884" cy="0"/>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91" name="直接连接符 90">
              <a:extLst>
                <a:ext uri="{FF2B5EF4-FFF2-40B4-BE49-F238E27FC236}">
                  <a16:creationId xmlns:a16="http://schemas.microsoft.com/office/drawing/2014/main" id="{290A55ED-5EEF-40FA-B984-D27CED40DD8D}"/>
                </a:ext>
              </a:extLst>
            </p:cNvPr>
            <p:cNvCxnSpPr>
              <a:cxnSpLocks/>
              <a:stCxn id="85" idx="0"/>
              <a:endCxn id="47" idx="2"/>
            </p:cNvCxnSpPr>
            <p:nvPr/>
          </p:nvCxnSpPr>
          <p:spPr>
            <a:xfrm flipV="1">
              <a:off x="8231244" y="2871171"/>
              <a:ext cx="0" cy="2145790"/>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92" name="直接连接符 91">
              <a:extLst>
                <a:ext uri="{FF2B5EF4-FFF2-40B4-BE49-F238E27FC236}">
                  <a16:creationId xmlns:a16="http://schemas.microsoft.com/office/drawing/2014/main" id="{648ACB89-4D07-431E-966F-6B8FFD07417E}"/>
                </a:ext>
              </a:extLst>
            </p:cNvPr>
            <p:cNvCxnSpPr>
              <a:cxnSpLocks/>
              <a:stCxn id="85" idx="1"/>
              <a:endCxn id="84" idx="3"/>
            </p:cNvCxnSpPr>
            <p:nvPr/>
          </p:nvCxnSpPr>
          <p:spPr>
            <a:xfrm flipH="1">
              <a:off x="4312636" y="5355685"/>
              <a:ext cx="3579884" cy="0"/>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22" name="椭圆 21">
            <a:extLst>
              <a:ext uri="{FF2B5EF4-FFF2-40B4-BE49-F238E27FC236}">
                <a16:creationId xmlns:a16="http://schemas.microsoft.com/office/drawing/2014/main" id="{5E76FE6A-D11E-479C-A094-698B8428DC20}"/>
              </a:ext>
            </a:extLst>
          </p:cNvPr>
          <p:cNvSpPr/>
          <p:nvPr/>
        </p:nvSpPr>
        <p:spPr>
          <a:xfrm>
            <a:off x="8106254" y="4766981"/>
            <a:ext cx="249980" cy="249980"/>
          </a:xfrm>
          <a:prstGeom prst="ellipse">
            <a:avLst/>
          </a:prstGeom>
          <a:solidFill>
            <a:schemeClr val="accent1">
              <a:lumMod val="75000"/>
            </a:schemeClr>
          </a:solidFill>
          <a:ln>
            <a:solidFill>
              <a:schemeClr val="accent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93" name="íşlïḍè">
            <a:extLst>
              <a:ext uri="{FF2B5EF4-FFF2-40B4-BE49-F238E27FC236}">
                <a16:creationId xmlns:a16="http://schemas.microsoft.com/office/drawing/2014/main" id="{BA466D1E-54CA-46AB-8612-16F5F1EAF6ED}"/>
              </a:ext>
            </a:extLst>
          </p:cNvPr>
          <p:cNvSpPr txBox="1"/>
          <p:nvPr/>
        </p:nvSpPr>
        <p:spPr>
          <a:xfrm>
            <a:off x="8201964" y="4664278"/>
            <a:ext cx="949742" cy="400110"/>
          </a:xfrm>
          <a:prstGeom prst="rect">
            <a:avLst/>
          </a:prstGeom>
          <a:noFill/>
        </p:spPr>
        <p:txBody>
          <a:bodyPr wrap="square" lIns="91440" tIns="45720" rIns="91440" bIns="45720" anchor="ctr">
            <a:noAutofit/>
          </a:bodyPr>
          <a:lstStyle/>
          <a:p>
            <a:pPr algn="ctr"/>
            <a:r>
              <a:rPr lang="zh-CN" altLang="en-US" b="1" dirty="0">
                <a:solidFill>
                  <a:schemeClr val="accent1">
                    <a:lumMod val="75000"/>
                  </a:schemeClr>
                </a:solidFill>
                <a:latin typeface="Arial Narrow" panose="020B0606020202030204" pitchFamily="34" charset="0"/>
              </a:rPr>
              <a:t>阻塞</a:t>
            </a:r>
          </a:p>
        </p:txBody>
      </p:sp>
      <p:grpSp>
        <p:nvGrpSpPr>
          <p:cNvPr id="28" name="组合 27">
            <a:extLst>
              <a:ext uri="{FF2B5EF4-FFF2-40B4-BE49-F238E27FC236}">
                <a16:creationId xmlns:a16="http://schemas.microsoft.com/office/drawing/2014/main" id="{65F74F05-B6ED-4F4A-9876-4DFC26351216}"/>
              </a:ext>
            </a:extLst>
          </p:cNvPr>
          <p:cNvGrpSpPr/>
          <p:nvPr/>
        </p:nvGrpSpPr>
        <p:grpSpPr>
          <a:xfrm rot="5400000">
            <a:off x="3524388" y="4190995"/>
            <a:ext cx="1319937" cy="256559"/>
            <a:chOff x="1357478" y="5580310"/>
            <a:chExt cx="1319937" cy="256559"/>
          </a:xfrm>
        </p:grpSpPr>
        <p:sp>
          <p:nvSpPr>
            <p:cNvPr id="96" name="矩形 95">
              <a:extLst>
                <a:ext uri="{FF2B5EF4-FFF2-40B4-BE49-F238E27FC236}">
                  <a16:creationId xmlns:a16="http://schemas.microsoft.com/office/drawing/2014/main" id="{3A49AA43-1883-496C-8AD1-A893A3C36CBE}"/>
                </a:ext>
              </a:extLst>
            </p:cNvPr>
            <p:cNvSpPr/>
            <p:nvPr/>
          </p:nvSpPr>
          <p:spPr>
            <a:xfrm>
              <a:off x="2420858" y="5580310"/>
              <a:ext cx="256557" cy="256557"/>
            </a:xfrm>
            <a:prstGeom prst="rect">
              <a:avLst/>
            </a:prstGeom>
          </p:spPr>
          <p:style>
            <a:lnRef idx="2">
              <a:schemeClr val="accent4">
                <a:shade val="50000"/>
              </a:schemeClr>
            </a:lnRef>
            <a:fillRef idx="1">
              <a:schemeClr val="accent4"/>
            </a:fillRef>
            <a:effectRef idx="0">
              <a:schemeClr val="accent4"/>
            </a:effectRef>
            <a:fontRef idx="minor">
              <a:schemeClr val="lt1"/>
            </a:fontRef>
          </p:style>
          <p:txBody>
            <a:bodyPr rtlCol="0" anchor="ctr"/>
            <a:lstStyle/>
            <a:p>
              <a:pPr algn="ctr"/>
              <a:endParaRPr lang="zh-CN" altLang="en-US"/>
            </a:p>
          </p:txBody>
        </p:sp>
        <p:sp>
          <p:nvSpPr>
            <p:cNvPr id="97" name="矩形 96">
              <a:extLst>
                <a:ext uri="{FF2B5EF4-FFF2-40B4-BE49-F238E27FC236}">
                  <a16:creationId xmlns:a16="http://schemas.microsoft.com/office/drawing/2014/main" id="{B1BB4232-159F-4AAC-B110-5607876EED7C}"/>
                </a:ext>
              </a:extLst>
            </p:cNvPr>
            <p:cNvSpPr/>
            <p:nvPr/>
          </p:nvSpPr>
          <p:spPr>
            <a:xfrm>
              <a:off x="1357478" y="5580312"/>
              <a:ext cx="256557" cy="256557"/>
            </a:xfrm>
            <a:prstGeom prst="rect">
              <a:avLst/>
            </a:prstGeom>
          </p:spPr>
          <p:style>
            <a:lnRef idx="2">
              <a:schemeClr val="accent4">
                <a:shade val="50000"/>
              </a:schemeClr>
            </a:lnRef>
            <a:fillRef idx="1">
              <a:schemeClr val="accent4"/>
            </a:fillRef>
            <a:effectRef idx="0">
              <a:schemeClr val="accent4"/>
            </a:effectRef>
            <a:fontRef idx="minor">
              <a:schemeClr val="lt1"/>
            </a:fontRef>
          </p:style>
          <p:txBody>
            <a:bodyPr rtlCol="0" anchor="ctr"/>
            <a:lstStyle/>
            <a:p>
              <a:pPr algn="ctr"/>
              <a:endParaRPr lang="zh-CN" altLang="en-US"/>
            </a:p>
          </p:txBody>
        </p:sp>
        <p:sp>
          <p:nvSpPr>
            <p:cNvPr id="98" name="矩形 97">
              <a:extLst>
                <a:ext uri="{FF2B5EF4-FFF2-40B4-BE49-F238E27FC236}">
                  <a16:creationId xmlns:a16="http://schemas.microsoft.com/office/drawing/2014/main" id="{E6465374-BBD3-4AC7-8128-0F46EC37E8A3}"/>
                </a:ext>
              </a:extLst>
            </p:cNvPr>
            <p:cNvSpPr/>
            <p:nvPr/>
          </p:nvSpPr>
          <p:spPr>
            <a:xfrm>
              <a:off x="1621904" y="5580310"/>
              <a:ext cx="798954" cy="256557"/>
            </a:xfrm>
            <a:prstGeom prst="rect">
              <a:avLst/>
            </a:prstGeom>
            <a:noFill/>
          </p:spPr>
          <p:style>
            <a:lnRef idx="2">
              <a:schemeClr val="accent4">
                <a:shade val="50000"/>
              </a:schemeClr>
            </a:lnRef>
            <a:fillRef idx="1">
              <a:schemeClr val="accent4"/>
            </a:fillRef>
            <a:effectRef idx="0">
              <a:schemeClr val="accent4"/>
            </a:effectRef>
            <a:fontRef idx="minor">
              <a:schemeClr val="lt1"/>
            </a:fontRef>
          </p:style>
          <p:txBody>
            <a:bodyPr rtlCol="0" anchor="ctr"/>
            <a:lstStyle/>
            <a:p>
              <a:pPr algn="ctr"/>
              <a:r>
                <a:rPr lang="en-US" altLang="zh-CN" b="1" dirty="0">
                  <a:solidFill>
                    <a:schemeClr val="tx1"/>
                  </a:solidFill>
                </a:rPr>
                <a:t>BPDU</a:t>
              </a:r>
              <a:endParaRPr lang="zh-CN" altLang="en-US" b="1" dirty="0">
                <a:solidFill>
                  <a:schemeClr val="tx1"/>
                </a:solidFill>
              </a:endParaRPr>
            </a:p>
          </p:txBody>
        </p:sp>
      </p:grpSp>
      <p:grpSp>
        <p:nvGrpSpPr>
          <p:cNvPr id="99" name="组合 98">
            <a:extLst>
              <a:ext uri="{FF2B5EF4-FFF2-40B4-BE49-F238E27FC236}">
                <a16:creationId xmlns:a16="http://schemas.microsoft.com/office/drawing/2014/main" id="{5FDBA78C-5EEC-423B-8FBF-11865B2D2FDA}"/>
              </a:ext>
            </a:extLst>
          </p:cNvPr>
          <p:cNvGrpSpPr/>
          <p:nvPr/>
        </p:nvGrpSpPr>
        <p:grpSpPr>
          <a:xfrm>
            <a:off x="4390355" y="5058044"/>
            <a:ext cx="1319937" cy="256559"/>
            <a:chOff x="1357478" y="5580310"/>
            <a:chExt cx="1319937" cy="256559"/>
          </a:xfrm>
        </p:grpSpPr>
        <p:sp>
          <p:nvSpPr>
            <p:cNvPr id="100" name="矩形 99">
              <a:extLst>
                <a:ext uri="{FF2B5EF4-FFF2-40B4-BE49-F238E27FC236}">
                  <a16:creationId xmlns:a16="http://schemas.microsoft.com/office/drawing/2014/main" id="{919B0BA5-0C17-4857-9E63-D083D04C077F}"/>
                </a:ext>
              </a:extLst>
            </p:cNvPr>
            <p:cNvSpPr/>
            <p:nvPr/>
          </p:nvSpPr>
          <p:spPr>
            <a:xfrm>
              <a:off x="2420858" y="5580310"/>
              <a:ext cx="256557" cy="256557"/>
            </a:xfrm>
            <a:prstGeom prst="rect">
              <a:avLst/>
            </a:prstGeom>
          </p:spPr>
          <p:style>
            <a:lnRef idx="2">
              <a:schemeClr val="accent4">
                <a:shade val="50000"/>
              </a:schemeClr>
            </a:lnRef>
            <a:fillRef idx="1">
              <a:schemeClr val="accent4"/>
            </a:fillRef>
            <a:effectRef idx="0">
              <a:schemeClr val="accent4"/>
            </a:effectRef>
            <a:fontRef idx="minor">
              <a:schemeClr val="lt1"/>
            </a:fontRef>
          </p:style>
          <p:txBody>
            <a:bodyPr rtlCol="0" anchor="ctr"/>
            <a:lstStyle/>
            <a:p>
              <a:pPr algn="ctr"/>
              <a:endParaRPr lang="zh-CN" altLang="en-US"/>
            </a:p>
          </p:txBody>
        </p:sp>
        <p:sp>
          <p:nvSpPr>
            <p:cNvPr id="101" name="矩形 100">
              <a:extLst>
                <a:ext uri="{FF2B5EF4-FFF2-40B4-BE49-F238E27FC236}">
                  <a16:creationId xmlns:a16="http://schemas.microsoft.com/office/drawing/2014/main" id="{76955A93-0C11-450C-A944-54A5CFB52A9D}"/>
                </a:ext>
              </a:extLst>
            </p:cNvPr>
            <p:cNvSpPr/>
            <p:nvPr/>
          </p:nvSpPr>
          <p:spPr>
            <a:xfrm>
              <a:off x="1357478" y="5580312"/>
              <a:ext cx="256557" cy="256557"/>
            </a:xfrm>
            <a:prstGeom prst="rect">
              <a:avLst/>
            </a:prstGeom>
          </p:spPr>
          <p:style>
            <a:lnRef idx="2">
              <a:schemeClr val="accent4">
                <a:shade val="50000"/>
              </a:schemeClr>
            </a:lnRef>
            <a:fillRef idx="1">
              <a:schemeClr val="accent4"/>
            </a:fillRef>
            <a:effectRef idx="0">
              <a:schemeClr val="accent4"/>
            </a:effectRef>
            <a:fontRef idx="minor">
              <a:schemeClr val="lt1"/>
            </a:fontRef>
          </p:style>
          <p:txBody>
            <a:bodyPr rtlCol="0" anchor="ctr"/>
            <a:lstStyle/>
            <a:p>
              <a:pPr algn="ctr"/>
              <a:endParaRPr lang="zh-CN" altLang="en-US"/>
            </a:p>
          </p:txBody>
        </p:sp>
        <p:sp>
          <p:nvSpPr>
            <p:cNvPr id="102" name="矩形 101">
              <a:extLst>
                <a:ext uri="{FF2B5EF4-FFF2-40B4-BE49-F238E27FC236}">
                  <a16:creationId xmlns:a16="http://schemas.microsoft.com/office/drawing/2014/main" id="{F674C3AE-B8CB-40C3-B6A9-A2F905491459}"/>
                </a:ext>
              </a:extLst>
            </p:cNvPr>
            <p:cNvSpPr/>
            <p:nvPr/>
          </p:nvSpPr>
          <p:spPr>
            <a:xfrm>
              <a:off x="1621904" y="5580310"/>
              <a:ext cx="798954" cy="256557"/>
            </a:xfrm>
            <a:prstGeom prst="rect">
              <a:avLst/>
            </a:prstGeom>
            <a:noFill/>
          </p:spPr>
          <p:style>
            <a:lnRef idx="2">
              <a:schemeClr val="accent4">
                <a:shade val="50000"/>
              </a:schemeClr>
            </a:lnRef>
            <a:fillRef idx="1">
              <a:schemeClr val="accent4"/>
            </a:fillRef>
            <a:effectRef idx="0">
              <a:schemeClr val="accent4"/>
            </a:effectRef>
            <a:fontRef idx="minor">
              <a:schemeClr val="lt1"/>
            </a:fontRef>
          </p:style>
          <p:txBody>
            <a:bodyPr rtlCol="0" anchor="ctr"/>
            <a:lstStyle/>
            <a:p>
              <a:pPr algn="ctr"/>
              <a:r>
                <a:rPr lang="en-US" altLang="zh-CN" b="1" dirty="0">
                  <a:solidFill>
                    <a:schemeClr val="tx1"/>
                  </a:solidFill>
                </a:rPr>
                <a:t>BPDU</a:t>
              </a:r>
              <a:endParaRPr lang="zh-CN" altLang="en-US" b="1" dirty="0">
                <a:solidFill>
                  <a:schemeClr val="tx1"/>
                </a:solidFill>
              </a:endParaRPr>
            </a:p>
          </p:txBody>
        </p:sp>
      </p:grpSp>
      <p:grpSp>
        <p:nvGrpSpPr>
          <p:cNvPr id="36" name="组合 35">
            <a:extLst>
              <a:ext uri="{FF2B5EF4-FFF2-40B4-BE49-F238E27FC236}">
                <a16:creationId xmlns:a16="http://schemas.microsoft.com/office/drawing/2014/main" id="{C66BBF50-53A8-44EC-B4DE-5D77385C64CA}"/>
              </a:ext>
            </a:extLst>
          </p:cNvPr>
          <p:cNvGrpSpPr/>
          <p:nvPr/>
        </p:nvGrpSpPr>
        <p:grpSpPr>
          <a:xfrm>
            <a:off x="3990260" y="2998794"/>
            <a:ext cx="4234406" cy="2059250"/>
            <a:chOff x="3990260" y="2998794"/>
            <a:chExt cx="4234406" cy="2059250"/>
          </a:xfrm>
        </p:grpSpPr>
        <p:sp>
          <p:nvSpPr>
            <p:cNvPr id="29" name="文本框 28">
              <a:extLst>
                <a:ext uri="{FF2B5EF4-FFF2-40B4-BE49-F238E27FC236}">
                  <a16:creationId xmlns:a16="http://schemas.microsoft.com/office/drawing/2014/main" id="{B0096B2E-655B-4900-9FFA-A7FA9DC38C88}"/>
                </a:ext>
              </a:extLst>
            </p:cNvPr>
            <p:cNvSpPr txBox="1"/>
            <p:nvPr/>
          </p:nvSpPr>
          <p:spPr>
            <a:xfrm>
              <a:off x="3990260" y="2998794"/>
              <a:ext cx="4234406" cy="646331"/>
            </a:xfrm>
            <a:prstGeom prst="rect">
              <a:avLst/>
            </a:prstGeom>
            <a:noFill/>
          </p:spPr>
          <p:txBody>
            <a:bodyPr wrap="square" rtlCol="0">
              <a:spAutoFit/>
            </a:bodyPr>
            <a:lstStyle/>
            <a:p>
              <a:pPr algn="ctr"/>
              <a:r>
                <a:rPr lang="zh-CN" altLang="en-US" b="1" dirty="0">
                  <a:latin typeface="Arial Narrow" panose="020B0606020202030204" pitchFamily="34" charset="0"/>
                </a:rPr>
                <a:t>目的地址为生成树协议</a:t>
              </a:r>
              <a:r>
                <a:rPr lang="en-US" altLang="zh-CN" b="1" dirty="0">
                  <a:latin typeface="Arial Narrow" panose="020B0606020202030204" pitchFamily="34" charset="0"/>
                </a:rPr>
                <a:t>STP</a:t>
              </a:r>
              <a:r>
                <a:rPr lang="zh-CN" altLang="en-US" b="1" dirty="0">
                  <a:latin typeface="Arial Narrow" panose="020B0606020202030204" pitchFamily="34" charset="0"/>
                </a:rPr>
                <a:t>专用组播地址</a:t>
              </a:r>
              <a:endParaRPr lang="en-US" altLang="zh-CN" b="1" dirty="0">
                <a:latin typeface="Arial Narrow" panose="020B0606020202030204" pitchFamily="34" charset="0"/>
              </a:endParaRPr>
            </a:p>
            <a:p>
              <a:pPr algn="ctr"/>
              <a:r>
                <a:rPr lang="en-US" altLang="zh-CN" b="1" dirty="0">
                  <a:solidFill>
                    <a:schemeClr val="accent4"/>
                  </a:solidFill>
                  <a:latin typeface="Arial Narrow" panose="020B0606020202030204" pitchFamily="34" charset="0"/>
                </a:rPr>
                <a:t>01-80-C2-00-00-00</a:t>
              </a:r>
              <a:endParaRPr lang="zh-CN" altLang="en-US" b="1" dirty="0">
                <a:solidFill>
                  <a:schemeClr val="accent4"/>
                </a:solidFill>
                <a:latin typeface="Arial Narrow" panose="020B0606020202030204" pitchFamily="34" charset="0"/>
              </a:endParaRPr>
            </a:p>
          </p:txBody>
        </p:sp>
        <p:cxnSp>
          <p:nvCxnSpPr>
            <p:cNvPr id="31" name="直接箭头连接符 30">
              <a:extLst>
                <a:ext uri="{FF2B5EF4-FFF2-40B4-BE49-F238E27FC236}">
                  <a16:creationId xmlns:a16="http://schemas.microsoft.com/office/drawing/2014/main" id="{17DA84EB-0589-48DA-9A1F-56054AA61D38}"/>
                </a:ext>
              </a:extLst>
            </p:cNvPr>
            <p:cNvCxnSpPr>
              <a:stCxn id="29" idx="2"/>
              <a:endCxn id="100" idx="0"/>
            </p:cNvCxnSpPr>
            <p:nvPr/>
          </p:nvCxnSpPr>
          <p:spPr>
            <a:xfrm flipH="1">
              <a:off x="5582014" y="3645125"/>
              <a:ext cx="525449" cy="1412919"/>
            </a:xfrm>
            <a:prstGeom prst="straightConnector1">
              <a:avLst/>
            </a:prstGeom>
            <a:ln w="25400">
              <a:solidFill>
                <a:schemeClr val="tx1"/>
              </a:solidFill>
              <a:tailEnd type="triangle"/>
            </a:ln>
          </p:spPr>
          <p:style>
            <a:lnRef idx="1">
              <a:schemeClr val="accent1"/>
            </a:lnRef>
            <a:fillRef idx="0">
              <a:schemeClr val="accent1"/>
            </a:fillRef>
            <a:effectRef idx="0">
              <a:schemeClr val="accent1"/>
            </a:effectRef>
            <a:fontRef idx="minor">
              <a:schemeClr val="tx1"/>
            </a:fontRef>
          </p:style>
        </p:cxnSp>
        <p:cxnSp>
          <p:nvCxnSpPr>
            <p:cNvPr id="103" name="直接箭头连接符 102">
              <a:extLst>
                <a:ext uri="{FF2B5EF4-FFF2-40B4-BE49-F238E27FC236}">
                  <a16:creationId xmlns:a16="http://schemas.microsoft.com/office/drawing/2014/main" id="{A71A2862-0F16-4657-840A-FFFB12EEBEBA}"/>
                </a:ext>
              </a:extLst>
            </p:cNvPr>
            <p:cNvCxnSpPr>
              <a:cxnSpLocks/>
              <a:endCxn id="97" idx="0"/>
            </p:cNvCxnSpPr>
            <p:nvPr/>
          </p:nvCxnSpPr>
          <p:spPr>
            <a:xfrm flipH="1">
              <a:off x="4312634" y="3461346"/>
              <a:ext cx="930656" cy="326239"/>
            </a:xfrm>
            <a:prstGeom prst="straightConnector1">
              <a:avLst/>
            </a:prstGeom>
            <a:ln w="25400">
              <a:solidFill>
                <a:schemeClr val="tx1"/>
              </a:solidFill>
              <a:tailEnd type="triangle"/>
            </a:ln>
          </p:spPr>
          <p:style>
            <a:lnRef idx="1">
              <a:schemeClr val="accent1"/>
            </a:lnRef>
            <a:fillRef idx="0">
              <a:schemeClr val="accent1"/>
            </a:fillRef>
            <a:effectRef idx="0">
              <a:schemeClr val="accent1"/>
            </a:effectRef>
            <a:fontRef idx="minor">
              <a:schemeClr val="tx1"/>
            </a:fontRef>
          </p:style>
        </p:cxnSp>
      </p:grpSp>
    </p:spTree>
    <p:custDataLst>
      <p:tags r:id="rId1"/>
    </p:custDataLst>
    <p:extLst>
      <p:ext uri="{BB962C8B-B14F-4D97-AF65-F5344CB8AC3E}">
        <p14:creationId xmlns:p14="http://schemas.microsoft.com/office/powerpoint/2010/main" val="2177151983"/>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47" presetClass="entr" presetSubtype="0" fill="hold" grpId="0" nodeType="withEffect">
                                  <p:stCondLst>
                                    <p:cond delay="0"/>
                                  </p:stCondLst>
                                  <p:childTnLst>
                                    <p:set>
                                      <p:cBhvr>
                                        <p:cTn id="6" dur="1" fill="hold">
                                          <p:stCondLst>
                                            <p:cond delay="0"/>
                                          </p:stCondLst>
                                        </p:cTn>
                                        <p:tgtEl>
                                          <p:spTgt spid="48"/>
                                        </p:tgtEl>
                                        <p:attrNameLst>
                                          <p:attrName>style.visibility</p:attrName>
                                        </p:attrNameLst>
                                      </p:cBhvr>
                                      <p:to>
                                        <p:strVal val="visible"/>
                                      </p:to>
                                    </p:set>
                                    <p:animEffect transition="in" filter="fade">
                                      <p:cBhvr>
                                        <p:cTn id="7" dur="700"/>
                                        <p:tgtEl>
                                          <p:spTgt spid="48"/>
                                        </p:tgtEl>
                                      </p:cBhvr>
                                    </p:animEffect>
                                    <p:anim calcmode="lin" valueType="num">
                                      <p:cBhvr>
                                        <p:cTn id="8" dur="700" fill="hold"/>
                                        <p:tgtEl>
                                          <p:spTgt spid="48"/>
                                        </p:tgtEl>
                                        <p:attrNameLst>
                                          <p:attrName>ppt_x</p:attrName>
                                        </p:attrNameLst>
                                      </p:cBhvr>
                                      <p:tavLst>
                                        <p:tav tm="0">
                                          <p:val>
                                            <p:strVal val="#ppt_x"/>
                                          </p:val>
                                        </p:tav>
                                        <p:tav tm="100000">
                                          <p:val>
                                            <p:strVal val="#ppt_x"/>
                                          </p:val>
                                        </p:tav>
                                      </p:tavLst>
                                    </p:anim>
                                    <p:anim calcmode="lin" valueType="num">
                                      <p:cBhvr>
                                        <p:cTn id="9" dur="700" fill="hold"/>
                                        <p:tgtEl>
                                          <p:spTgt spid="48"/>
                                        </p:tgtEl>
                                        <p:attrNameLst>
                                          <p:attrName>ppt_y</p:attrName>
                                        </p:attrNameLst>
                                      </p:cBhvr>
                                      <p:tavLst>
                                        <p:tav tm="0">
                                          <p:val>
                                            <p:strVal val="#ppt_y-.1"/>
                                          </p:val>
                                        </p:tav>
                                        <p:tav tm="100000">
                                          <p:val>
                                            <p:strVal val="#ppt_y"/>
                                          </p:val>
                                        </p:tav>
                                      </p:tavLst>
                                    </p:anim>
                                  </p:childTnLst>
                                </p:cTn>
                              </p:par>
                            </p:childTnLst>
                          </p:cTn>
                        </p:par>
                      </p:childTnLst>
                    </p:cTn>
                  </p:par>
                  <p:par>
                    <p:cTn id="10" fill="hold">
                      <p:stCondLst>
                        <p:cond delay="indefinite"/>
                      </p:stCondLst>
                      <p:childTnLst>
                        <p:par>
                          <p:cTn id="11" fill="hold">
                            <p:stCondLst>
                              <p:cond delay="0"/>
                            </p:stCondLst>
                            <p:childTnLst>
                              <p:par>
                                <p:cTn id="12" presetID="30" presetClass="entr" presetSubtype="0" fill="hold" nodeType="clickEffect">
                                  <p:stCondLst>
                                    <p:cond delay="0"/>
                                  </p:stCondLst>
                                  <p:childTnLst>
                                    <p:set>
                                      <p:cBhvr>
                                        <p:cTn id="13" dur="1" fill="hold">
                                          <p:stCondLst>
                                            <p:cond delay="0"/>
                                          </p:stCondLst>
                                        </p:cTn>
                                        <p:tgtEl>
                                          <p:spTgt spid="21"/>
                                        </p:tgtEl>
                                        <p:attrNameLst>
                                          <p:attrName>style.visibility</p:attrName>
                                        </p:attrNameLst>
                                      </p:cBhvr>
                                      <p:to>
                                        <p:strVal val="visible"/>
                                      </p:to>
                                    </p:set>
                                    <p:animEffect transition="in" filter="fade">
                                      <p:cBhvr>
                                        <p:cTn id="14" dur="800" decel="100000"/>
                                        <p:tgtEl>
                                          <p:spTgt spid="21"/>
                                        </p:tgtEl>
                                      </p:cBhvr>
                                    </p:animEffect>
                                    <p:anim calcmode="lin" valueType="num">
                                      <p:cBhvr>
                                        <p:cTn id="15" dur="800" decel="100000" fill="hold"/>
                                        <p:tgtEl>
                                          <p:spTgt spid="21"/>
                                        </p:tgtEl>
                                        <p:attrNameLst>
                                          <p:attrName>style.rotation</p:attrName>
                                        </p:attrNameLst>
                                      </p:cBhvr>
                                      <p:tavLst>
                                        <p:tav tm="0">
                                          <p:val>
                                            <p:fltVal val="-90"/>
                                          </p:val>
                                        </p:tav>
                                        <p:tav tm="100000">
                                          <p:val>
                                            <p:fltVal val="0"/>
                                          </p:val>
                                        </p:tav>
                                      </p:tavLst>
                                    </p:anim>
                                    <p:anim calcmode="lin" valueType="num">
                                      <p:cBhvr>
                                        <p:cTn id="16" dur="800" decel="100000" fill="hold"/>
                                        <p:tgtEl>
                                          <p:spTgt spid="21"/>
                                        </p:tgtEl>
                                        <p:attrNameLst>
                                          <p:attrName>ppt_x</p:attrName>
                                        </p:attrNameLst>
                                      </p:cBhvr>
                                      <p:tavLst>
                                        <p:tav tm="0">
                                          <p:val>
                                            <p:strVal val="#ppt_x+0.4"/>
                                          </p:val>
                                        </p:tav>
                                        <p:tav tm="100000">
                                          <p:val>
                                            <p:strVal val="#ppt_x-0.05"/>
                                          </p:val>
                                        </p:tav>
                                      </p:tavLst>
                                    </p:anim>
                                    <p:anim calcmode="lin" valueType="num">
                                      <p:cBhvr>
                                        <p:cTn id="17" dur="800" decel="100000" fill="hold"/>
                                        <p:tgtEl>
                                          <p:spTgt spid="21"/>
                                        </p:tgtEl>
                                        <p:attrNameLst>
                                          <p:attrName>ppt_y</p:attrName>
                                        </p:attrNameLst>
                                      </p:cBhvr>
                                      <p:tavLst>
                                        <p:tav tm="0">
                                          <p:val>
                                            <p:strVal val="#ppt_y-0.4"/>
                                          </p:val>
                                        </p:tav>
                                        <p:tav tm="100000">
                                          <p:val>
                                            <p:strVal val="#ppt_y+0.1"/>
                                          </p:val>
                                        </p:tav>
                                      </p:tavLst>
                                    </p:anim>
                                    <p:anim calcmode="lin" valueType="num">
                                      <p:cBhvr>
                                        <p:cTn id="18" dur="200" accel="100000" fill="hold">
                                          <p:stCondLst>
                                            <p:cond delay="800"/>
                                          </p:stCondLst>
                                        </p:cTn>
                                        <p:tgtEl>
                                          <p:spTgt spid="21"/>
                                        </p:tgtEl>
                                        <p:attrNameLst>
                                          <p:attrName>ppt_x</p:attrName>
                                        </p:attrNameLst>
                                      </p:cBhvr>
                                      <p:tavLst>
                                        <p:tav tm="0">
                                          <p:val>
                                            <p:strVal val="#ppt_x-0.05"/>
                                          </p:val>
                                        </p:tav>
                                        <p:tav tm="100000">
                                          <p:val>
                                            <p:strVal val="#ppt_x"/>
                                          </p:val>
                                        </p:tav>
                                      </p:tavLst>
                                    </p:anim>
                                    <p:anim calcmode="lin" valueType="num">
                                      <p:cBhvr>
                                        <p:cTn id="19" dur="200" accel="100000" fill="hold">
                                          <p:stCondLst>
                                            <p:cond delay="800"/>
                                          </p:stCondLst>
                                        </p:cTn>
                                        <p:tgtEl>
                                          <p:spTgt spid="21"/>
                                        </p:tgtEl>
                                        <p:attrNameLst>
                                          <p:attrName>ppt_y</p:attrName>
                                        </p:attrNameLst>
                                      </p:cBhvr>
                                      <p:tavLst>
                                        <p:tav tm="0">
                                          <p:val>
                                            <p:strVal val="#ppt_y+0.1"/>
                                          </p:val>
                                        </p:tav>
                                        <p:tav tm="100000">
                                          <p:val>
                                            <p:strVal val="#ppt_y"/>
                                          </p:val>
                                        </p:tav>
                                      </p:tavLst>
                                    </p:anim>
                                  </p:childTnLst>
                                </p:cTn>
                              </p:par>
                            </p:childTnLst>
                          </p:cTn>
                        </p:par>
                      </p:childTnLst>
                    </p:cTn>
                  </p:par>
                  <p:par>
                    <p:cTn id="20" fill="hold">
                      <p:stCondLst>
                        <p:cond delay="indefinite"/>
                      </p:stCondLst>
                      <p:childTnLst>
                        <p:par>
                          <p:cTn id="21" fill="hold">
                            <p:stCondLst>
                              <p:cond delay="0"/>
                            </p:stCondLst>
                            <p:childTnLst>
                              <p:par>
                                <p:cTn id="22" presetID="53" presetClass="entr" presetSubtype="16" fill="hold" grpId="0" nodeType="clickEffect">
                                  <p:stCondLst>
                                    <p:cond delay="0"/>
                                  </p:stCondLst>
                                  <p:childTnLst>
                                    <p:set>
                                      <p:cBhvr>
                                        <p:cTn id="23" dur="1" fill="hold">
                                          <p:stCondLst>
                                            <p:cond delay="0"/>
                                          </p:stCondLst>
                                        </p:cTn>
                                        <p:tgtEl>
                                          <p:spTgt spid="22"/>
                                        </p:tgtEl>
                                        <p:attrNameLst>
                                          <p:attrName>style.visibility</p:attrName>
                                        </p:attrNameLst>
                                      </p:cBhvr>
                                      <p:to>
                                        <p:strVal val="visible"/>
                                      </p:to>
                                    </p:set>
                                    <p:anim calcmode="lin" valueType="num">
                                      <p:cBhvr>
                                        <p:cTn id="24" dur="500" fill="hold"/>
                                        <p:tgtEl>
                                          <p:spTgt spid="22"/>
                                        </p:tgtEl>
                                        <p:attrNameLst>
                                          <p:attrName>ppt_w</p:attrName>
                                        </p:attrNameLst>
                                      </p:cBhvr>
                                      <p:tavLst>
                                        <p:tav tm="0">
                                          <p:val>
                                            <p:fltVal val="0"/>
                                          </p:val>
                                        </p:tav>
                                        <p:tav tm="100000">
                                          <p:val>
                                            <p:strVal val="#ppt_w"/>
                                          </p:val>
                                        </p:tav>
                                      </p:tavLst>
                                    </p:anim>
                                    <p:anim calcmode="lin" valueType="num">
                                      <p:cBhvr>
                                        <p:cTn id="25" dur="500" fill="hold"/>
                                        <p:tgtEl>
                                          <p:spTgt spid="22"/>
                                        </p:tgtEl>
                                        <p:attrNameLst>
                                          <p:attrName>ppt_h</p:attrName>
                                        </p:attrNameLst>
                                      </p:cBhvr>
                                      <p:tavLst>
                                        <p:tav tm="0">
                                          <p:val>
                                            <p:fltVal val="0"/>
                                          </p:val>
                                        </p:tav>
                                        <p:tav tm="100000">
                                          <p:val>
                                            <p:strVal val="#ppt_h"/>
                                          </p:val>
                                        </p:tav>
                                      </p:tavLst>
                                    </p:anim>
                                    <p:animEffect transition="in" filter="fade">
                                      <p:cBhvr>
                                        <p:cTn id="26" dur="500"/>
                                        <p:tgtEl>
                                          <p:spTgt spid="22"/>
                                        </p:tgtEl>
                                      </p:cBhvr>
                                    </p:animEffect>
                                  </p:childTnLst>
                                </p:cTn>
                              </p:par>
                            </p:childTnLst>
                          </p:cTn>
                        </p:par>
                        <p:par>
                          <p:cTn id="27" fill="hold">
                            <p:stCondLst>
                              <p:cond delay="500"/>
                            </p:stCondLst>
                            <p:childTnLst>
                              <p:par>
                                <p:cTn id="28" presetID="12" presetClass="entr" presetSubtype="8" fill="hold" grpId="0" nodeType="afterEffect">
                                  <p:stCondLst>
                                    <p:cond delay="0"/>
                                  </p:stCondLst>
                                  <p:childTnLst>
                                    <p:set>
                                      <p:cBhvr>
                                        <p:cTn id="29" dur="1" fill="hold">
                                          <p:stCondLst>
                                            <p:cond delay="0"/>
                                          </p:stCondLst>
                                        </p:cTn>
                                        <p:tgtEl>
                                          <p:spTgt spid="93"/>
                                        </p:tgtEl>
                                        <p:attrNameLst>
                                          <p:attrName>style.visibility</p:attrName>
                                        </p:attrNameLst>
                                      </p:cBhvr>
                                      <p:to>
                                        <p:strVal val="visible"/>
                                      </p:to>
                                    </p:set>
                                    <p:anim calcmode="lin" valueType="num">
                                      <p:cBhvr additive="base">
                                        <p:cTn id="30" dur="500"/>
                                        <p:tgtEl>
                                          <p:spTgt spid="93"/>
                                        </p:tgtEl>
                                        <p:attrNameLst>
                                          <p:attrName>ppt_x</p:attrName>
                                        </p:attrNameLst>
                                      </p:cBhvr>
                                      <p:tavLst>
                                        <p:tav tm="0">
                                          <p:val>
                                            <p:strVal val="#ppt_x-#ppt_w*1.125000"/>
                                          </p:val>
                                        </p:tav>
                                        <p:tav tm="100000">
                                          <p:val>
                                            <p:strVal val="#ppt_x"/>
                                          </p:val>
                                        </p:tav>
                                      </p:tavLst>
                                    </p:anim>
                                    <p:animEffect transition="in" filter="wipe(right)">
                                      <p:cBhvr>
                                        <p:cTn id="31" dur="500"/>
                                        <p:tgtEl>
                                          <p:spTgt spid="93"/>
                                        </p:tgtEl>
                                      </p:cBhvr>
                                    </p:animEffect>
                                  </p:childTnLst>
                                </p:cTn>
                              </p:par>
                            </p:childTnLst>
                          </p:cTn>
                        </p:par>
                      </p:childTnLst>
                    </p:cTn>
                  </p:par>
                  <p:par>
                    <p:cTn id="32" fill="hold">
                      <p:stCondLst>
                        <p:cond delay="indefinite"/>
                      </p:stCondLst>
                      <p:childTnLst>
                        <p:par>
                          <p:cTn id="33" fill="hold">
                            <p:stCondLst>
                              <p:cond delay="0"/>
                            </p:stCondLst>
                            <p:childTnLst>
                              <p:par>
                                <p:cTn id="34" presetID="12" presetClass="entr" presetSubtype="4" fill="hold" nodeType="clickEffect">
                                  <p:stCondLst>
                                    <p:cond delay="0"/>
                                  </p:stCondLst>
                                  <p:childTnLst>
                                    <p:set>
                                      <p:cBhvr>
                                        <p:cTn id="35" dur="1" fill="hold">
                                          <p:stCondLst>
                                            <p:cond delay="0"/>
                                          </p:stCondLst>
                                        </p:cTn>
                                        <p:tgtEl>
                                          <p:spTgt spid="28"/>
                                        </p:tgtEl>
                                        <p:attrNameLst>
                                          <p:attrName>style.visibility</p:attrName>
                                        </p:attrNameLst>
                                      </p:cBhvr>
                                      <p:to>
                                        <p:strVal val="visible"/>
                                      </p:to>
                                    </p:set>
                                    <p:anim calcmode="lin" valueType="num">
                                      <p:cBhvr additive="base">
                                        <p:cTn id="36" dur="500"/>
                                        <p:tgtEl>
                                          <p:spTgt spid="28"/>
                                        </p:tgtEl>
                                        <p:attrNameLst>
                                          <p:attrName>ppt_y</p:attrName>
                                        </p:attrNameLst>
                                      </p:cBhvr>
                                      <p:tavLst>
                                        <p:tav tm="0">
                                          <p:val>
                                            <p:strVal val="#ppt_y+#ppt_h*1.125000"/>
                                          </p:val>
                                        </p:tav>
                                        <p:tav tm="100000">
                                          <p:val>
                                            <p:strVal val="#ppt_y"/>
                                          </p:val>
                                        </p:tav>
                                      </p:tavLst>
                                    </p:anim>
                                    <p:animEffect transition="in" filter="wipe(up)">
                                      <p:cBhvr>
                                        <p:cTn id="37" dur="500"/>
                                        <p:tgtEl>
                                          <p:spTgt spid="28"/>
                                        </p:tgtEl>
                                      </p:cBhvr>
                                    </p:animEffect>
                                  </p:childTnLst>
                                </p:cTn>
                              </p:par>
                              <p:par>
                                <p:cTn id="38" presetID="12" presetClass="entr" presetSubtype="8" fill="hold" nodeType="withEffect">
                                  <p:stCondLst>
                                    <p:cond delay="0"/>
                                  </p:stCondLst>
                                  <p:childTnLst>
                                    <p:set>
                                      <p:cBhvr>
                                        <p:cTn id="39" dur="1" fill="hold">
                                          <p:stCondLst>
                                            <p:cond delay="0"/>
                                          </p:stCondLst>
                                        </p:cTn>
                                        <p:tgtEl>
                                          <p:spTgt spid="99"/>
                                        </p:tgtEl>
                                        <p:attrNameLst>
                                          <p:attrName>style.visibility</p:attrName>
                                        </p:attrNameLst>
                                      </p:cBhvr>
                                      <p:to>
                                        <p:strVal val="visible"/>
                                      </p:to>
                                    </p:set>
                                    <p:anim calcmode="lin" valueType="num">
                                      <p:cBhvr additive="base">
                                        <p:cTn id="40" dur="500"/>
                                        <p:tgtEl>
                                          <p:spTgt spid="99"/>
                                        </p:tgtEl>
                                        <p:attrNameLst>
                                          <p:attrName>ppt_x</p:attrName>
                                        </p:attrNameLst>
                                      </p:cBhvr>
                                      <p:tavLst>
                                        <p:tav tm="0">
                                          <p:val>
                                            <p:strVal val="#ppt_x-#ppt_w*1.125000"/>
                                          </p:val>
                                        </p:tav>
                                        <p:tav tm="100000">
                                          <p:val>
                                            <p:strVal val="#ppt_x"/>
                                          </p:val>
                                        </p:tav>
                                      </p:tavLst>
                                    </p:anim>
                                    <p:animEffect transition="in" filter="wipe(right)">
                                      <p:cBhvr>
                                        <p:cTn id="41" dur="500"/>
                                        <p:tgtEl>
                                          <p:spTgt spid="99"/>
                                        </p:tgtEl>
                                      </p:cBhvr>
                                    </p:animEffect>
                                  </p:childTnLst>
                                </p:cTn>
                              </p:par>
                            </p:childTnLst>
                          </p:cTn>
                        </p:par>
                      </p:childTnLst>
                    </p:cTn>
                  </p:par>
                  <p:par>
                    <p:cTn id="42" fill="hold">
                      <p:stCondLst>
                        <p:cond delay="indefinite"/>
                      </p:stCondLst>
                      <p:childTnLst>
                        <p:par>
                          <p:cTn id="43" fill="hold">
                            <p:stCondLst>
                              <p:cond delay="0"/>
                            </p:stCondLst>
                            <p:childTnLst>
                              <p:par>
                                <p:cTn id="44" presetID="22" presetClass="entr" presetSubtype="1" fill="hold" nodeType="clickEffect">
                                  <p:stCondLst>
                                    <p:cond delay="0"/>
                                  </p:stCondLst>
                                  <p:childTnLst>
                                    <p:set>
                                      <p:cBhvr>
                                        <p:cTn id="45" dur="1" fill="hold">
                                          <p:stCondLst>
                                            <p:cond delay="0"/>
                                          </p:stCondLst>
                                        </p:cTn>
                                        <p:tgtEl>
                                          <p:spTgt spid="36"/>
                                        </p:tgtEl>
                                        <p:attrNameLst>
                                          <p:attrName>style.visibility</p:attrName>
                                        </p:attrNameLst>
                                      </p:cBhvr>
                                      <p:to>
                                        <p:strVal val="visible"/>
                                      </p:to>
                                    </p:set>
                                    <p:animEffect transition="in" filter="wipe(up)">
                                      <p:cBhvr>
                                        <p:cTn id="46" dur="1000"/>
                                        <p:tgtEl>
                                          <p:spTgt spid="36"/>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8" grpId="0"/>
      <p:bldP spid="22" grpId="0" animBg="1"/>
      <p:bldP spid="93" grpId="0"/>
    </p:bldLst>
  </p:timing>
</p:sld>
</file>

<file path=ppt/slides/slide28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4" name="组合 3">
            <a:extLst>
              <a:ext uri="{FF2B5EF4-FFF2-40B4-BE49-F238E27FC236}">
                <a16:creationId xmlns:a16="http://schemas.microsoft.com/office/drawing/2014/main" id="{9A1EA9F2-FCB6-48C3-935F-7AE7E3AD14AC}"/>
              </a:ext>
            </a:extLst>
          </p:cNvPr>
          <p:cNvGrpSpPr/>
          <p:nvPr/>
        </p:nvGrpSpPr>
        <p:grpSpPr>
          <a:xfrm>
            <a:off x="304799" y="749300"/>
            <a:ext cx="6192345" cy="400110"/>
            <a:chOff x="424116" y="898245"/>
            <a:chExt cx="6192345" cy="400110"/>
          </a:xfrm>
        </p:grpSpPr>
        <p:sp>
          <p:nvSpPr>
            <p:cNvPr id="2" name="平行四边形 1">
              <a:extLst>
                <a:ext uri="{FF2B5EF4-FFF2-40B4-BE49-F238E27FC236}">
                  <a16:creationId xmlns:a16="http://schemas.microsoft.com/office/drawing/2014/main" id="{1F5BAA3F-9845-4F89-A2DD-8222D3E4EDAC}"/>
                </a:ext>
              </a:extLst>
            </p:cNvPr>
            <p:cNvSpPr/>
            <p:nvPr/>
          </p:nvSpPr>
          <p:spPr>
            <a:xfrm>
              <a:off x="424116" y="898245"/>
              <a:ext cx="695119" cy="387090"/>
            </a:xfrm>
            <a:prstGeom prst="parallelogram">
              <a:avLst/>
            </a:prstGeom>
            <a:solidFill>
              <a:schemeClr val="accent3">
                <a:lumMod val="75000"/>
              </a:schemeClr>
            </a:solidFill>
            <a:ln>
              <a:solidFill>
                <a:schemeClr val="accent3">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CN" sz="2200" dirty="0">
                  <a:latin typeface="Impact" panose="020B0806030902050204" pitchFamily="34" charset="0"/>
                </a:rPr>
                <a:t>02</a:t>
              </a:r>
              <a:endParaRPr lang="zh-CN" altLang="en-US" sz="2200" dirty="0">
                <a:latin typeface="Impact" panose="020B0806030902050204" pitchFamily="34" charset="0"/>
              </a:endParaRPr>
            </a:p>
          </p:txBody>
        </p:sp>
        <p:sp>
          <p:nvSpPr>
            <p:cNvPr id="3" name="文本框 2">
              <a:extLst>
                <a:ext uri="{FF2B5EF4-FFF2-40B4-BE49-F238E27FC236}">
                  <a16:creationId xmlns:a16="http://schemas.microsoft.com/office/drawing/2014/main" id="{4D6BD736-A4D3-4F26-AFED-36E11F50F70B}"/>
                </a:ext>
              </a:extLst>
            </p:cNvPr>
            <p:cNvSpPr txBox="1"/>
            <p:nvPr/>
          </p:nvSpPr>
          <p:spPr>
            <a:xfrm>
              <a:off x="1119235" y="898245"/>
              <a:ext cx="5497226" cy="400110"/>
            </a:xfrm>
            <a:prstGeom prst="rect">
              <a:avLst/>
            </a:prstGeom>
            <a:noFill/>
          </p:spPr>
          <p:txBody>
            <a:bodyPr wrap="square" rtlCol="0">
              <a:spAutoFit/>
            </a:bodyPr>
            <a:lstStyle/>
            <a:p>
              <a:r>
                <a:rPr lang="en-US" altLang="zh-CN" sz="2000" b="1" dirty="0"/>
                <a:t>MAC</a:t>
              </a:r>
              <a:r>
                <a:rPr lang="zh-CN" altLang="en-US" sz="2000" b="1" dirty="0"/>
                <a:t>地址</a:t>
              </a:r>
            </a:p>
          </p:txBody>
        </p:sp>
      </p:grpSp>
      <p:sp>
        <p:nvSpPr>
          <p:cNvPr id="33" name="矩形 32">
            <a:extLst>
              <a:ext uri="{FF2B5EF4-FFF2-40B4-BE49-F238E27FC236}">
                <a16:creationId xmlns:a16="http://schemas.microsoft.com/office/drawing/2014/main" id="{48873865-DC56-4A54-82EA-42E4E1263C5B}"/>
              </a:ext>
            </a:extLst>
          </p:cNvPr>
          <p:cNvSpPr/>
          <p:nvPr/>
        </p:nvSpPr>
        <p:spPr>
          <a:xfrm>
            <a:off x="1056633" y="1335374"/>
            <a:ext cx="256976" cy="256976"/>
          </a:xfrm>
          <a:prstGeom prst="rect">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34" name="íşlïḍè">
            <a:extLst>
              <a:ext uri="{FF2B5EF4-FFF2-40B4-BE49-F238E27FC236}">
                <a16:creationId xmlns:a16="http://schemas.microsoft.com/office/drawing/2014/main" id="{91E35449-8A88-462D-BC4D-3F2CFA887977}"/>
              </a:ext>
            </a:extLst>
          </p:cNvPr>
          <p:cNvSpPr txBox="1"/>
          <p:nvPr/>
        </p:nvSpPr>
        <p:spPr>
          <a:xfrm>
            <a:off x="1373861" y="1281053"/>
            <a:ext cx="10276516" cy="369332"/>
          </a:xfrm>
          <a:prstGeom prst="rect">
            <a:avLst/>
          </a:prstGeom>
          <a:noFill/>
        </p:spPr>
        <p:txBody>
          <a:bodyPr wrap="square" lIns="91440" tIns="45720" rIns="91440" bIns="45720" anchor="ctr">
            <a:noAutofit/>
          </a:bodyPr>
          <a:lstStyle/>
          <a:p>
            <a:r>
              <a:rPr lang="zh-CN" altLang="en-US" b="1" dirty="0">
                <a:latin typeface="Arial Narrow" panose="020B0606020202030204" pitchFamily="34" charset="0"/>
              </a:rPr>
              <a:t>网卡从网络上每收到一个帧，就检查帧首部中的目的</a:t>
            </a:r>
            <a:r>
              <a:rPr lang="en-US" altLang="zh-CN" b="1" dirty="0">
                <a:latin typeface="Arial Narrow" panose="020B0606020202030204" pitchFamily="34" charset="0"/>
              </a:rPr>
              <a:t>MAC</a:t>
            </a:r>
            <a:r>
              <a:rPr lang="zh-CN" altLang="en-US" b="1" dirty="0">
                <a:latin typeface="Arial Narrow" panose="020B0606020202030204" pitchFamily="34" charset="0"/>
              </a:rPr>
              <a:t>地址，按以下情况处理：</a:t>
            </a:r>
          </a:p>
        </p:txBody>
      </p:sp>
      <p:sp>
        <p:nvSpPr>
          <p:cNvPr id="35" name="íşlïḍè">
            <a:extLst>
              <a:ext uri="{FF2B5EF4-FFF2-40B4-BE49-F238E27FC236}">
                <a16:creationId xmlns:a16="http://schemas.microsoft.com/office/drawing/2014/main" id="{FDEB620C-FE06-4A8F-9673-82D456022151}"/>
              </a:ext>
            </a:extLst>
          </p:cNvPr>
          <p:cNvSpPr txBox="1"/>
          <p:nvPr/>
        </p:nvSpPr>
        <p:spPr>
          <a:xfrm>
            <a:off x="1373861" y="1729482"/>
            <a:ext cx="10276516" cy="369332"/>
          </a:xfrm>
          <a:prstGeom prst="rect">
            <a:avLst/>
          </a:prstGeom>
          <a:noFill/>
        </p:spPr>
        <p:txBody>
          <a:bodyPr wrap="square" lIns="91440" tIns="45720" rIns="91440" bIns="45720" anchor="ctr">
            <a:noAutofit/>
          </a:bodyPr>
          <a:lstStyle/>
          <a:p>
            <a:r>
              <a:rPr lang="zh-CN" altLang="en-US" b="1" dirty="0">
                <a:latin typeface="Arial Narrow" panose="020B0606020202030204" pitchFamily="34" charset="0"/>
              </a:rPr>
              <a:t>（</a:t>
            </a:r>
            <a:r>
              <a:rPr lang="en-US" altLang="zh-CN" b="1" dirty="0">
                <a:latin typeface="Arial Narrow" panose="020B0606020202030204" pitchFamily="34" charset="0"/>
              </a:rPr>
              <a:t>1</a:t>
            </a:r>
            <a:r>
              <a:rPr lang="zh-CN" altLang="en-US" b="1" dirty="0">
                <a:latin typeface="Arial Narrow" panose="020B0606020202030204" pitchFamily="34" charset="0"/>
              </a:rPr>
              <a:t>）如果目的</a:t>
            </a:r>
            <a:r>
              <a:rPr lang="en-US" altLang="zh-CN" b="1" dirty="0">
                <a:latin typeface="Arial Narrow" panose="020B0606020202030204" pitchFamily="34" charset="0"/>
              </a:rPr>
              <a:t>MAC</a:t>
            </a:r>
            <a:r>
              <a:rPr lang="zh-CN" altLang="en-US" b="1" dirty="0">
                <a:latin typeface="Arial Narrow" panose="020B0606020202030204" pitchFamily="34" charset="0"/>
              </a:rPr>
              <a:t>地址是广播地址（</a:t>
            </a:r>
            <a:r>
              <a:rPr lang="en-US" altLang="zh-CN" b="1" dirty="0">
                <a:latin typeface="Arial Narrow" panose="020B0606020202030204" pitchFamily="34" charset="0"/>
              </a:rPr>
              <a:t>FF-FF-FF-FF-FF-FF</a:t>
            </a:r>
            <a:r>
              <a:rPr lang="zh-CN" altLang="en-US" b="1" dirty="0">
                <a:latin typeface="Arial Narrow" panose="020B0606020202030204" pitchFamily="34" charset="0"/>
              </a:rPr>
              <a:t>），则接受该帧。</a:t>
            </a:r>
          </a:p>
        </p:txBody>
      </p:sp>
      <p:sp>
        <p:nvSpPr>
          <p:cNvPr id="37" name="íşlïḍè">
            <a:extLst>
              <a:ext uri="{FF2B5EF4-FFF2-40B4-BE49-F238E27FC236}">
                <a16:creationId xmlns:a16="http://schemas.microsoft.com/office/drawing/2014/main" id="{4BC51B1F-AE8F-428D-8DD5-769898915C67}"/>
              </a:ext>
            </a:extLst>
          </p:cNvPr>
          <p:cNvSpPr txBox="1"/>
          <p:nvPr/>
        </p:nvSpPr>
        <p:spPr>
          <a:xfrm>
            <a:off x="1373861" y="2177911"/>
            <a:ext cx="10276516" cy="369332"/>
          </a:xfrm>
          <a:prstGeom prst="rect">
            <a:avLst/>
          </a:prstGeom>
          <a:noFill/>
        </p:spPr>
        <p:txBody>
          <a:bodyPr wrap="square" lIns="91440" tIns="45720" rIns="91440" bIns="45720" anchor="ctr">
            <a:noAutofit/>
          </a:bodyPr>
          <a:lstStyle/>
          <a:p>
            <a:r>
              <a:rPr lang="zh-CN" altLang="en-US" b="1" dirty="0">
                <a:latin typeface="Arial Narrow" panose="020B0606020202030204" pitchFamily="34" charset="0"/>
              </a:rPr>
              <a:t>（</a:t>
            </a:r>
            <a:r>
              <a:rPr lang="en-US" altLang="zh-CN" b="1" dirty="0">
                <a:latin typeface="Arial Narrow" panose="020B0606020202030204" pitchFamily="34" charset="0"/>
              </a:rPr>
              <a:t>2</a:t>
            </a:r>
            <a:r>
              <a:rPr lang="zh-CN" altLang="en-US" b="1" dirty="0">
                <a:latin typeface="Arial Narrow" panose="020B0606020202030204" pitchFamily="34" charset="0"/>
              </a:rPr>
              <a:t>）如果目的</a:t>
            </a:r>
            <a:r>
              <a:rPr lang="en-US" altLang="zh-CN" b="1" dirty="0">
                <a:latin typeface="Arial Narrow" panose="020B0606020202030204" pitchFamily="34" charset="0"/>
              </a:rPr>
              <a:t>MAC</a:t>
            </a:r>
            <a:r>
              <a:rPr lang="zh-CN" altLang="en-US" b="1" dirty="0">
                <a:latin typeface="Arial Narrow" panose="020B0606020202030204" pitchFamily="34" charset="0"/>
              </a:rPr>
              <a:t>地址与网卡上固化的全球单播</a:t>
            </a:r>
            <a:r>
              <a:rPr lang="en-US" altLang="zh-CN" b="1" dirty="0">
                <a:latin typeface="Arial Narrow" panose="020B0606020202030204" pitchFamily="34" charset="0"/>
              </a:rPr>
              <a:t>MAC</a:t>
            </a:r>
            <a:r>
              <a:rPr lang="zh-CN" altLang="en-US" b="1" dirty="0">
                <a:latin typeface="Arial Narrow" panose="020B0606020202030204" pitchFamily="34" charset="0"/>
              </a:rPr>
              <a:t>地址相同，则接受该帧。</a:t>
            </a:r>
          </a:p>
        </p:txBody>
      </p:sp>
      <p:sp>
        <p:nvSpPr>
          <p:cNvPr id="38" name="íşlïḍè">
            <a:extLst>
              <a:ext uri="{FF2B5EF4-FFF2-40B4-BE49-F238E27FC236}">
                <a16:creationId xmlns:a16="http://schemas.microsoft.com/office/drawing/2014/main" id="{FD8B29FD-E7F4-4152-BEE6-016553B9FCBA}"/>
              </a:ext>
            </a:extLst>
          </p:cNvPr>
          <p:cNvSpPr txBox="1"/>
          <p:nvPr/>
        </p:nvSpPr>
        <p:spPr>
          <a:xfrm>
            <a:off x="1373861" y="2626340"/>
            <a:ext cx="10276516" cy="369332"/>
          </a:xfrm>
          <a:prstGeom prst="rect">
            <a:avLst/>
          </a:prstGeom>
          <a:noFill/>
        </p:spPr>
        <p:txBody>
          <a:bodyPr wrap="square" lIns="91440" tIns="45720" rIns="91440" bIns="45720" anchor="ctr">
            <a:noAutofit/>
          </a:bodyPr>
          <a:lstStyle/>
          <a:p>
            <a:r>
              <a:rPr lang="zh-CN" altLang="en-US" b="1" dirty="0">
                <a:latin typeface="Arial Narrow" panose="020B0606020202030204" pitchFamily="34" charset="0"/>
              </a:rPr>
              <a:t>（</a:t>
            </a:r>
            <a:r>
              <a:rPr lang="en-US" altLang="zh-CN" b="1" dirty="0">
                <a:latin typeface="Arial Narrow" panose="020B0606020202030204" pitchFamily="34" charset="0"/>
              </a:rPr>
              <a:t>3</a:t>
            </a:r>
            <a:r>
              <a:rPr lang="zh-CN" altLang="en-US" b="1" dirty="0">
                <a:latin typeface="Arial Narrow" panose="020B0606020202030204" pitchFamily="34" charset="0"/>
              </a:rPr>
              <a:t>）如果目的</a:t>
            </a:r>
            <a:r>
              <a:rPr lang="en-US" altLang="zh-CN" b="1" dirty="0">
                <a:latin typeface="Arial Narrow" panose="020B0606020202030204" pitchFamily="34" charset="0"/>
              </a:rPr>
              <a:t>MAC</a:t>
            </a:r>
            <a:r>
              <a:rPr lang="zh-CN" altLang="en-US" b="1" dirty="0">
                <a:latin typeface="Arial Narrow" panose="020B0606020202030204" pitchFamily="34" charset="0"/>
              </a:rPr>
              <a:t>地址是网卡支持的多播地址，则接受该帧。</a:t>
            </a:r>
          </a:p>
        </p:txBody>
      </p:sp>
      <p:sp>
        <p:nvSpPr>
          <p:cNvPr id="39" name="íşlïḍè">
            <a:extLst>
              <a:ext uri="{FF2B5EF4-FFF2-40B4-BE49-F238E27FC236}">
                <a16:creationId xmlns:a16="http://schemas.microsoft.com/office/drawing/2014/main" id="{FCD85A51-7038-42C6-A165-B69B4C7EA10C}"/>
              </a:ext>
            </a:extLst>
          </p:cNvPr>
          <p:cNvSpPr txBox="1"/>
          <p:nvPr/>
        </p:nvSpPr>
        <p:spPr>
          <a:xfrm>
            <a:off x="1373861" y="3074769"/>
            <a:ext cx="10276516" cy="369332"/>
          </a:xfrm>
          <a:prstGeom prst="rect">
            <a:avLst/>
          </a:prstGeom>
          <a:noFill/>
        </p:spPr>
        <p:txBody>
          <a:bodyPr wrap="square" lIns="91440" tIns="45720" rIns="91440" bIns="45720" anchor="ctr">
            <a:noAutofit/>
          </a:bodyPr>
          <a:lstStyle/>
          <a:p>
            <a:r>
              <a:rPr lang="zh-CN" altLang="en-US" b="1" dirty="0">
                <a:latin typeface="Arial Narrow" panose="020B0606020202030204" pitchFamily="34" charset="0"/>
              </a:rPr>
              <a:t>（</a:t>
            </a:r>
            <a:r>
              <a:rPr lang="en-US" altLang="zh-CN" b="1" dirty="0">
                <a:latin typeface="Arial Narrow" panose="020B0606020202030204" pitchFamily="34" charset="0"/>
              </a:rPr>
              <a:t>4</a:t>
            </a:r>
            <a:r>
              <a:rPr lang="zh-CN" altLang="en-US" b="1" dirty="0">
                <a:latin typeface="Arial Narrow" panose="020B0606020202030204" pitchFamily="34" charset="0"/>
              </a:rPr>
              <a:t>）除上述（</a:t>
            </a:r>
            <a:r>
              <a:rPr lang="en-US" altLang="zh-CN" b="1" dirty="0">
                <a:latin typeface="Arial Narrow" panose="020B0606020202030204" pitchFamily="34" charset="0"/>
              </a:rPr>
              <a:t>1</a:t>
            </a:r>
            <a:r>
              <a:rPr lang="zh-CN" altLang="en-US" b="1" dirty="0">
                <a:latin typeface="Arial Narrow" panose="020B0606020202030204" pitchFamily="34" charset="0"/>
              </a:rPr>
              <a:t>）、（</a:t>
            </a:r>
            <a:r>
              <a:rPr lang="en-US" altLang="zh-CN" b="1" dirty="0">
                <a:latin typeface="Arial Narrow" panose="020B0606020202030204" pitchFamily="34" charset="0"/>
              </a:rPr>
              <a:t>2</a:t>
            </a:r>
            <a:r>
              <a:rPr lang="zh-CN" altLang="en-US" b="1" dirty="0">
                <a:latin typeface="Arial Narrow" panose="020B0606020202030204" pitchFamily="34" charset="0"/>
              </a:rPr>
              <a:t>）和（</a:t>
            </a:r>
            <a:r>
              <a:rPr lang="en-US" altLang="zh-CN" b="1" dirty="0">
                <a:latin typeface="Arial Narrow" panose="020B0606020202030204" pitchFamily="34" charset="0"/>
              </a:rPr>
              <a:t>3</a:t>
            </a:r>
            <a:r>
              <a:rPr lang="zh-CN" altLang="en-US" b="1" dirty="0">
                <a:latin typeface="Arial Narrow" panose="020B0606020202030204" pitchFamily="34" charset="0"/>
              </a:rPr>
              <a:t>）情况外，丢弃该帧。</a:t>
            </a:r>
          </a:p>
        </p:txBody>
      </p:sp>
      <p:sp>
        <p:nvSpPr>
          <p:cNvPr id="41" name="矩形 40">
            <a:extLst>
              <a:ext uri="{FF2B5EF4-FFF2-40B4-BE49-F238E27FC236}">
                <a16:creationId xmlns:a16="http://schemas.microsoft.com/office/drawing/2014/main" id="{EE895E74-20D6-47A8-A860-4FFEE4EF20C1}"/>
              </a:ext>
            </a:extLst>
          </p:cNvPr>
          <p:cNvSpPr/>
          <p:nvPr/>
        </p:nvSpPr>
        <p:spPr>
          <a:xfrm>
            <a:off x="1056633" y="3733841"/>
            <a:ext cx="256976" cy="256976"/>
          </a:xfrm>
          <a:prstGeom prst="rect">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42" name="íşlïḍè">
            <a:extLst>
              <a:ext uri="{FF2B5EF4-FFF2-40B4-BE49-F238E27FC236}">
                <a16:creationId xmlns:a16="http://schemas.microsoft.com/office/drawing/2014/main" id="{7D52AE18-695D-45ED-B224-8280EA96B6BB}"/>
              </a:ext>
            </a:extLst>
          </p:cNvPr>
          <p:cNvSpPr txBox="1"/>
          <p:nvPr/>
        </p:nvSpPr>
        <p:spPr>
          <a:xfrm>
            <a:off x="1373861" y="3679519"/>
            <a:ext cx="10276516" cy="629343"/>
          </a:xfrm>
          <a:prstGeom prst="rect">
            <a:avLst/>
          </a:prstGeom>
          <a:noFill/>
        </p:spPr>
        <p:txBody>
          <a:bodyPr wrap="square" lIns="91440" tIns="45720" rIns="91440" bIns="45720" anchor="ctr">
            <a:noAutofit/>
          </a:bodyPr>
          <a:lstStyle/>
          <a:p>
            <a:r>
              <a:rPr lang="zh-CN" altLang="en-US" b="1" dirty="0">
                <a:latin typeface="Arial Narrow" panose="020B0606020202030204" pitchFamily="34" charset="0"/>
              </a:rPr>
              <a:t>网卡还可被设置为一种特殊的工作方式：</a:t>
            </a:r>
            <a:r>
              <a:rPr lang="zh-CN" altLang="en-US" b="1" dirty="0">
                <a:solidFill>
                  <a:schemeClr val="accent1">
                    <a:lumMod val="75000"/>
                  </a:schemeClr>
                </a:solidFill>
                <a:latin typeface="Arial Narrow" panose="020B0606020202030204" pitchFamily="34" charset="0"/>
              </a:rPr>
              <a:t>混杂方式</a:t>
            </a:r>
            <a:r>
              <a:rPr lang="zh-CN" altLang="en-US" b="1" dirty="0">
                <a:latin typeface="Arial Narrow" panose="020B0606020202030204" pitchFamily="34" charset="0"/>
              </a:rPr>
              <a:t>（</a:t>
            </a:r>
            <a:r>
              <a:rPr lang="en-US" altLang="zh-CN" b="1" dirty="0">
                <a:latin typeface="Arial Narrow" panose="020B0606020202030204" pitchFamily="34" charset="0"/>
              </a:rPr>
              <a:t>Promiscuous Mode</a:t>
            </a:r>
            <a:r>
              <a:rPr lang="zh-CN" altLang="en-US" b="1" dirty="0">
                <a:latin typeface="Arial Narrow" panose="020B0606020202030204" pitchFamily="34" charset="0"/>
              </a:rPr>
              <a:t>）。工作在混杂方式的网卡，只要收到共享媒体上传来的帧就会收下，而不管帧的目的</a:t>
            </a:r>
            <a:r>
              <a:rPr lang="en-US" altLang="zh-CN" b="1" dirty="0">
                <a:latin typeface="Arial Narrow" panose="020B0606020202030204" pitchFamily="34" charset="0"/>
              </a:rPr>
              <a:t>MAC</a:t>
            </a:r>
            <a:r>
              <a:rPr lang="zh-CN" altLang="en-US" b="1" dirty="0">
                <a:latin typeface="Arial Narrow" panose="020B0606020202030204" pitchFamily="34" charset="0"/>
              </a:rPr>
              <a:t>地址是什么。</a:t>
            </a:r>
          </a:p>
        </p:txBody>
      </p:sp>
      <p:sp>
        <p:nvSpPr>
          <p:cNvPr id="43" name="矩形 42">
            <a:extLst>
              <a:ext uri="{FF2B5EF4-FFF2-40B4-BE49-F238E27FC236}">
                <a16:creationId xmlns:a16="http://schemas.microsoft.com/office/drawing/2014/main" id="{FE3A5F14-7D9B-495C-9D90-7D6606563471}"/>
              </a:ext>
            </a:extLst>
          </p:cNvPr>
          <p:cNvSpPr/>
          <p:nvPr/>
        </p:nvSpPr>
        <p:spPr>
          <a:xfrm>
            <a:off x="1505062" y="4498837"/>
            <a:ext cx="256976" cy="256976"/>
          </a:xfrm>
          <a:prstGeom prst="rect">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44" name="íşlïḍè">
            <a:extLst>
              <a:ext uri="{FF2B5EF4-FFF2-40B4-BE49-F238E27FC236}">
                <a16:creationId xmlns:a16="http://schemas.microsoft.com/office/drawing/2014/main" id="{C06DAD78-777A-45DD-A30D-1E8C9F4AEC45}"/>
              </a:ext>
            </a:extLst>
          </p:cNvPr>
          <p:cNvSpPr txBox="1"/>
          <p:nvPr/>
        </p:nvSpPr>
        <p:spPr>
          <a:xfrm>
            <a:off x="1822290" y="4444515"/>
            <a:ext cx="10064910" cy="629343"/>
          </a:xfrm>
          <a:prstGeom prst="rect">
            <a:avLst/>
          </a:prstGeom>
          <a:noFill/>
        </p:spPr>
        <p:txBody>
          <a:bodyPr wrap="square" lIns="91440" tIns="45720" rIns="91440" bIns="45720" anchor="ctr">
            <a:noAutofit/>
          </a:bodyPr>
          <a:lstStyle/>
          <a:p>
            <a:r>
              <a:rPr lang="zh-CN" altLang="en-US" b="1" dirty="0">
                <a:latin typeface="Arial Narrow" panose="020B0606020202030204" pitchFamily="34" charset="0"/>
              </a:rPr>
              <a:t>对于网络维护和管理人员，这种方式可以监视和分析局域网上的流量，以便找出提高网络性能的具体措施。</a:t>
            </a:r>
          </a:p>
        </p:txBody>
      </p:sp>
      <p:sp>
        <p:nvSpPr>
          <p:cNvPr id="45" name="矩形 44">
            <a:extLst>
              <a:ext uri="{FF2B5EF4-FFF2-40B4-BE49-F238E27FC236}">
                <a16:creationId xmlns:a16="http://schemas.microsoft.com/office/drawing/2014/main" id="{83C8341A-E17A-477A-AA20-EA8D90DF858D}"/>
              </a:ext>
            </a:extLst>
          </p:cNvPr>
          <p:cNvSpPr/>
          <p:nvPr/>
        </p:nvSpPr>
        <p:spPr>
          <a:xfrm>
            <a:off x="1505062" y="5214781"/>
            <a:ext cx="256976" cy="256976"/>
          </a:xfrm>
          <a:prstGeom prst="rect">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49" name="íşlïḍè">
            <a:extLst>
              <a:ext uri="{FF2B5EF4-FFF2-40B4-BE49-F238E27FC236}">
                <a16:creationId xmlns:a16="http://schemas.microsoft.com/office/drawing/2014/main" id="{EE1E0974-DB3E-43D7-82A4-B4875FB26997}"/>
              </a:ext>
            </a:extLst>
          </p:cNvPr>
          <p:cNvSpPr txBox="1"/>
          <p:nvPr/>
        </p:nvSpPr>
        <p:spPr>
          <a:xfrm>
            <a:off x="1822290" y="5160459"/>
            <a:ext cx="10064910" cy="629343"/>
          </a:xfrm>
          <a:prstGeom prst="rect">
            <a:avLst/>
          </a:prstGeom>
          <a:noFill/>
        </p:spPr>
        <p:txBody>
          <a:bodyPr wrap="square" lIns="91440" tIns="45720" rIns="91440" bIns="45720" anchor="ctr">
            <a:noAutofit/>
          </a:bodyPr>
          <a:lstStyle/>
          <a:p>
            <a:r>
              <a:rPr lang="zh-CN" altLang="en-US" b="1" dirty="0">
                <a:solidFill>
                  <a:schemeClr val="accent1">
                    <a:lumMod val="75000"/>
                  </a:schemeClr>
                </a:solidFill>
                <a:latin typeface="Arial Narrow" panose="020B0606020202030204" pitchFamily="34" charset="0"/>
              </a:rPr>
              <a:t>嗅探器</a:t>
            </a:r>
            <a:r>
              <a:rPr lang="zh-CN" altLang="en-US" b="1" dirty="0">
                <a:latin typeface="Arial Narrow" panose="020B0606020202030204" pitchFamily="34" charset="0"/>
              </a:rPr>
              <a:t>（</a:t>
            </a:r>
            <a:r>
              <a:rPr lang="en-US" altLang="zh-CN" b="1" dirty="0">
                <a:latin typeface="Arial Narrow" panose="020B0606020202030204" pitchFamily="34" charset="0"/>
              </a:rPr>
              <a:t>Sniffer</a:t>
            </a:r>
            <a:r>
              <a:rPr lang="zh-CN" altLang="en-US" b="1" dirty="0">
                <a:latin typeface="Arial Narrow" panose="020B0606020202030204" pitchFamily="34" charset="0"/>
              </a:rPr>
              <a:t>）就是一种工作在混杂方式的网卡，再配合相应的工具软件（</a:t>
            </a:r>
            <a:r>
              <a:rPr lang="en-US" altLang="zh-CN" b="1" dirty="0" err="1">
                <a:latin typeface="Arial Narrow" panose="020B0606020202030204" pitchFamily="34" charset="0"/>
              </a:rPr>
              <a:t>WireShark</a:t>
            </a:r>
            <a:r>
              <a:rPr lang="zh-CN" altLang="en-US" b="1" dirty="0">
                <a:latin typeface="Arial Narrow" panose="020B0606020202030204" pitchFamily="34" charset="0"/>
              </a:rPr>
              <a:t>），就可以作为一种非常有用的网络工具来学习和分析网络。</a:t>
            </a:r>
          </a:p>
        </p:txBody>
      </p:sp>
      <p:sp>
        <p:nvSpPr>
          <p:cNvPr id="50" name="矩形 49">
            <a:extLst>
              <a:ext uri="{FF2B5EF4-FFF2-40B4-BE49-F238E27FC236}">
                <a16:creationId xmlns:a16="http://schemas.microsoft.com/office/drawing/2014/main" id="{9FAE1CE4-1D6F-43C4-ACFC-C223574DCA76}"/>
              </a:ext>
            </a:extLst>
          </p:cNvPr>
          <p:cNvSpPr/>
          <p:nvPr/>
        </p:nvSpPr>
        <p:spPr>
          <a:xfrm>
            <a:off x="1505062" y="5930725"/>
            <a:ext cx="256976" cy="256976"/>
          </a:xfrm>
          <a:prstGeom prst="rect">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51" name="íşlïḍè">
            <a:extLst>
              <a:ext uri="{FF2B5EF4-FFF2-40B4-BE49-F238E27FC236}">
                <a16:creationId xmlns:a16="http://schemas.microsoft.com/office/drawing/2014/main" id="{B975CCE4-4784-41C5-91A5-D39502EF8666}"/>
              </a:ext>
            </a:extLst>
          </p:cNvPr>
          <p:cNvSpPr txBox="1"/>
          <p:nvPr/>
        </p:nvSpPr>
        <p:spPr>
          <a:xfrm>
            <a:off x="1822290" y="5876404"/>
            <a:ext cx="10064910" cy="361828"/>
          </a:xfrm>
          <a:prstGeom prst="rect">
            <a:avLst/>
          </a:prstGeom>
          <a:noFill/>
        </p:spPr>
        <p:txBody>
          <a:bodyPr wrap="square" lIns="91440" tIns="45720" rIns="91440" bIns="45720" anchor="ctr">
            <a:noAutofit/>
          </a:bodyPr>
          <a:lstStyle/>
          <a:p>
            <a:r>
              <a:rPr lang="zh-CN" altLang="en-US" b="1" dirty="0">
                <a:latin typeface="Arial Narrow" panose="020B0606020202030204" pitchFamily="34" charset="0"/>
              </a:rPr>
              <a:t>混杂方式就像一把“双刃剑”，黑客常利用这种方式非法获取网络用户的口令。</a:t>
            </a:r>
          </a:p>
        </p:txBody>
      </p:sp>
    </p:spTree>
    <p:custDataLst>
      <p:tags r:id="rId1"/>
    </p:custDataLst>
    <p:extLst>
      <p:ext uri="{BB962C8B-B14F-4D97-AF65-F5344CB8AC3E}">
        <p14:creationId xmlns:p14="http://schemas.microsoft.com/office/powerpoint/2010/main" val="470185041"/>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49" presetClass="entr" presetSubtype="0" decel="100000" fill="hold" grpId="0" nodeType="withEffect">
                                  <p:stCondLst>
                                    <p:cond delay="0"/>
                                  </p:stCondLst>
                                  <p:childTnLst>
                                    <p:set>
                                      <p:cBhvr>
                                        <p:cTn id="6" dur="1" fill="hold">
                                          <p:stCondLst>
                                            <p:cond delay="0"/>
                                          </p:stCondLst>
                                        </p:cTn>
                                        <p:tgtEl>
                                          <p:spTgt spid="33"/>
                                        </p:tgtEl>
                                        <p:attrNameLst>
                                          <p:attrName>style.visibility</p:attrName>
                                        </p:attrNameLst>
                                      </p:cBhvr>
                                      <p:to>
                                        <p:strVal val="visible"/>
                                      </p:to>
                                    </p:set>
                                    <p:anim calcmode="lin" valueType="num">
                                      <p:cBhvr>
                                        <p:cTn id="7" dur="500" fill="hold"/>
                                        <p:tgtEl>
                                          <p:spTgt spid="33"/>
                                        </p:tgtEl>
                                        <p:attrNameLst>
                                          <p:attrName>ppt_w</p:attrName>
                                        </p:attrNameLst>
                                      </p:cBhvr>
                                      <p:tavLst>
                                        <p:tav tm="0">
                                          <p:val>
                                            <p:fltVal val="0"/>
                                          </p:val>
                                        </p:tav>
                                        <p:tav tm="100000">
                                          <p:val>
                                            <p:strVal val="#ppt_w"/>
                                          </p:val>
                                        </p:tav>
                                      </p:tavLst>
                                    </p:anim>
                                    <p:anim calcmode="lin" valueType="num">
                                      <p:cBhvr>
                                        <p:cTn id="8" dur="500" fill="hold"/>
                                        <p:tgtEl>
                                          <p:spTgt spid="33"/>
                                        </p:tgtEl>
                                        <p:attrNameLst>
                                          <p:attrName>ppt_h</p:attrName>
                                        </p:attrNameLst>
                                      </p:cBhvr>
                                      <p:tavLst>
                                        <p:tav tm="0">
                                          <p:val>
                                            <p:fltVal val="0"/>
                                          </p:val>
                                        </p:tav>
                                        <p:tav tm="100000">
                                          <p:val>
                                            <p:strVal val="#ppt_h"/>
                                          </p:val>
                                        </p:tav>
                                      </p:tavLst>
                                    </p:anim>
                                    <p:anim calcmode="lin" valueType="num">
                                      <p:cBhvr>
                                        <p:cTn id="9" dur="500" fill="hold"/>
                                        <p:tgtEl>
                                          <p:spTgt spid="33"/>
                                        </p:tgtEl>
                                        <p:attrNameLst>
                                          <p:attrName>style.rotation</p:attrName>
                                        </p:attrNameLst>
                                      </p:cBhvr>
                                      <p:tavLst>
                                        <p:tav tm="0">
                                          <p:val>
                                            <p:fltVal val="360"/>
                                          </p:val>
                                        </p:tav>
                                        <p:tav tm="100000">
                                          <p:val>
                                            <p:fltVal val="0"/>
                                          </p:val>
                                        </p:tav>
                                      </p:tavLst>
                                    </p:anim>
                                    <p:animEffect transition="in" filter="fade">
                                      <p:cBhvr>
                                        <p:cTn id="10" dur="500"/>
                                        <p:tgtEl>
                                          <p:spTgt spid="33"/>
                                        </p:tgtEl>
                                      </p:cBhvr>
                                    </p:animEffect>
                                  </p:childTnLst>
                                </p:cTn>
                              </p:par>
                            </p:childTnLst>
                          </p:cTn>
                        </p:par>
                        <p:par>
                          <p:cTn id="11" fill="hold">
                            <p:stCondLst>
                              <p:cond delay="500"/>
                            </p:stCondLst>
                            <p:childTnLst>
                              <p:par>
                                <p:cTn id="12" presetID="1" presetClass="entr" presetSubtype="0" fill="hold" grpId="0" nodeType="afterEffect">
                                  <p:stCondLst>
                                    <p:cond delay="0"/>
                                  </p:stCondLst>
                                  <p:iterate type="lt">
                                    <p:tmAbs val="100"/>
                                  </p:iterate>
                                  <p:childTnLst>
                                    <p:set>
                                      <p:cBhvr>
                                        <p:cTn id="13" dur="1" fill="hold">
                                          <p:stCondLst>
                                            <p:cond delay="0"/>
                                          </p:stCondLst>
                                        </p:cTn>
                                        <p:tgtEl>
                                          <p:spTgt spid="34"/>
                                        </p:tgtEl>
                                        <p:attrNameLst>
                                          <p:attrName>style.visibility</p:attrName>
                                        </p:attrNameLst>
                                      </p:cBhvr>
                                      <p:to>
                                        <p:strVal val="visible"/>
                                      </p:to>
                                    </p:set>
                                  </p:childTnLst>
                                </p:cTn>
                              </p:par>
                            </p:childTnLst>
                          </p:cTn>
                        </p:par>
                      </p:childTnLst>
                    </p:cTn>
                  </p:par>
                  <p:par>
                    <p:cTn id="14" fill="hold">
                      <p:stCondLst>
                        <p:cond delay="indefinite"/>
                      </p:stCondLst>
                      <p:childTnLst>
                        <p:par>
                          <p:cTn id="15" fill="hold">
                            <p:stCondLst>
                              <p:cond delay="0"/>
                            </p:stCondLst>
                            <p:childTnLst>
                              <p:par>
                                <p:cTn id="16" presetID="1" presetClass="entr" presetSubtype="0" fill="hold" grpId="0" nodeType="clickEffect">
                                  <p:stCondLst>
                                    <p:cond delay="0"/>
                                  </p:stCondLst>
                                  <p:iterate type="lt">
                                    <p:tmAbs val="100"/>
                                  </p:iterate>
                                  <p:childTnLst>
                                    <p:set>
                                      <p:cBhvr>
                                        <p:cTn id="17" dur="1" fill="hold">
                                          <p:stCondLst>
                                            <p:cond delay="0"/>
                                          </p:stCondLst>
                                        </p:cTn>
                                        <p:tgtEl>
                                          <p:spTgt spid="35"/>
                                        </p:tgtEl>
                                        <p:attrNameLst>
                                          <p:attrName>style.visibility</p:attrName>
                                        </p:attrNameLst>
                                      </p:cBhvr>
                                      <p:to>
                                        <p:strVal val="visible"/>
                                      </p:to>
                                    </p:set>
                                  </p:childTnLst>
                                </p:cTn>
                              </p:par>
                            </p:childTnLst>
                          </p:cTn>
                        </p:par>
                      </p:childTnLst>
                    </p:cTn>
                  </p:par>
                  <p:par>
                    <p:cTn id="18" fill="hold">
                      <p:stCondLst>
                        <p:cond delay="indefinite"/>
                      </p:stCondLst>
                      <p:childTnLst>
                        <p:par>
                          <p:cTn id="19" fill="hold">
                            <p:stCondLst>
                              <p:cond delay="0"/>
                            </p:stCondLst>
                            <p:childTnLst>
                              <p:par>
                                <p:cTn id="20" presetID="1" presetClass="entr" presetSubtype="0" fill="hold" grpId="0" nodeType="clickEffect">
                                  <p:stCondLst>
                                    <p:cond delay="0"/>
                                  </p:stCondLst>
                                  <p:iterate type="lt">
                                    <p:tmAbs val="100"/>
                                  </p:iterate>
                                  <p:childTnLst>
                                    <p:set>
                                      <p:cBhvr>
                                        <p:cTn id="21" dur="1" fill="hold">
                                          <p:stCondLst>
                                            <p:cond delay="0"/>
                                          </p:stCondLst>
                                        </p:cTn>
                                        <p:tgtEl>
                                          <p:spTgt spid="37"/>
                                        </p:tgtEl>
                                        <p:attrNameLst>
                                          <p:attrName>style.visibility</p:attrName>
                                        </p:attrNameLst>
                                      </p:cBhvr>
                                      <p:to>
                                        <p:strVal val="visible"/>
                                      </p:to>
                                    </p:set>
                                  </p:childTnLst>
                                </p:cTn>
                              </p:par>
                            </p:childTnLst>
                          </p:cTn>
                        </p:par>
                      </p:childTnLst>
                    </p:cTn>
                  </p:par>
                  <p:par>
                    <p:cTn id="22" fill="hold">
                      <p:stCondLst>
                        <p:cond delay="indefinite"/>
                      </p:stCondLst>
                      <p:childTnLst>
                        <p:par>
                          <p:cTn id="23" fill="hold">
                            <p:stCondLst>
                              <p:cond delay="0"/>
                            </p:stCondLst>
                            <p:childTnLst>
                              <p:par>
                                <p:cTn id="24" presetID="1" presetClass="entr" presetSubtype="0" fill="hold" grpId="0" nodeType="clickEffect">
                                  <p:stCondLst>
                                    <p:cond delay="0"/>
                                  </p:stCondLst>
                                  <p:iterate type="lt">
                                    <p:tmAbs val="100"/>
                                  </p:iterate>
                                  <p:childTnLst>
                                    <p:set>
                                      <p:cBhvr>
                                        <p:cTn id="25" dur="1" fill="hold">
                                          <p:stCondLst>
                                            <p:cond delay="0"/>
                                          </p:stCondLst>
                                        </p:cTn>
                                        <p:tgtEl>
                                          <p:spTgt spid="38"/>
                                        </p:tgtEl>
                                        <p:attrNameLst>
                                          <p:attrName>style.visibility</p:attrName>
                                        </p:attrNameLst>
                                      </p:cBhvr>
                                      <p:to>
                                        <p:strVal val="visible"/>
                                      </p:to>
                                    </p:set>
                                  </p:childTnLst>
                                </p:cTn>
                              </p:par>
                            </p:childTnLst>
                          </p:cTn>
                        </p:par>
                      </p:childTnLst>
                    </p:cTn>
                  </p:par>
                  <p:par>
                    <p:cTn id="26" fill="hold">
                      <p:stCondLst>
                        <p:cond delay="indefinite"/>
                      </p:stCondLst>
                      <p:childTnLst>
                        <p:par>
                          <p:cTn id="27" fill="hold">
                            <p:stCondLst>
                              <p:cond delay="0"/>
                            </p:stCondLst>
                            <p:childTnLst>
                              <p:par>
                                <p:cTn id="28" presetID="1" presetClass="entr" presetSubtype="0" fill="hold" grpId="0" nodeType="clickEffect">
                                  <p:stCondLst>
                                    <p:cond delay="0"/>
                                  </p:stCondLst>
                                  <p:iterate type="lt">
                                    <p:tmAbs val="100"/>
                                  </p:iterate>
                                  <p:childTnLst>
                                    <p:set>
                                      <p:cBhvr>
                                        <p:cTn id="29" dur="1" fill="hold">
                                          <p:stCondLst>
                                            <p:cond delay="0"/>
                                          </p:stCondLst>
                                        </p:cTn>
                                        <p:tgtEl>
                                          <p:spTgt spid="39"/>
                                        </p:tgtEl>
                                        <p:attrNameLst>
                                          <p:attrName>style.visibility</p:attrName>
                                        </p:attrNameLst>
                                      </p:cBhvr>
                                      <p:to>
                                        <p:strVal val="visible"/>
                                      </p:to>
                                    </p:set>
                                  </p:childTnLst>
                                </p:cTn>
                              </p:par>
                            </p:childTnLst>
                          </p:cTn>
                        </p:par>
                      </p:childTnLst>
                    </p:cTn>
                  </p:par>
                  <p:par>
                    <p:cTn id="30" fill="hold">
                      <p:stCondLst>
                        <p:cond delay="indefinite"/>
                      </p:stCondLst>
                      <p:childTnLst>
                        <p:par>
                          <p:cTn id="31" fill="hold">
                            <p:stCondLst>
                              <p:cond delay="0"/>
                            </p:stCondLst>
                            <p:childTnLst>
                              <p:par>
                                <p:cTn id="32" presetID="49" presetClass="entr" presetSubtype="0" decel="100000" fill="hold" grpId="0" nodeType="clickEffect">
                                  <p:stCondLst>
                                    <p:cond delay="0"/>
                                  </p:stCondLst>
                                  <p:childTnLst>
                                    <p:set>
                                      <p:cBhvr>
                                        <p:cTn id="33" dur="1" fill="hold">
                                          <p:stCondLst>
                                            <p:cond delay="0"/>
                                          </p:stCondLst>
                                        </p:cTn>
                                        <p:tgtEl>
                                          <p:spTgt spid="41"/>
                                        </p:tgtEl>
                                        <p:attrNameLst>
                                          <p:attrName>style.visibility</p:attrName>
                                        </p:attrNameLst>
                                      </p:cBhvr>
                                      <p:to>
                                        <p:strVal val="visible"/>
                                      </p:to>
                                    </p:set>
                                    <p:anim calcmode="lin" valueType="num">
                                      <p:cBhvr>
                                        <p:cTn id="34" dur="500" fill="hold"/>
                                        <p:tgtEl>
                                          <p:spTgt spid="41"/>
                                        </p:tgtEl>
                                        <p:attrNameLst>
                                          <p:attrName>ppt_w</p:attrName>
                                        </p:attrNameLst>
                                      </p:cBhvr>
                                      <p:tavLst>
                                        <p:tav tm="0">
                                          <p:val>
                                            <p:fltVal val="0"/>
                                          </p:val>
                                        </p:tav>
                                        <p:tav tm="100000">
                                          <p:val>
                                            <p:strVal val="#ppt_w"/>
                                          </p:val>
                                        </p:tav>
                                      </p:tavLst>
                                    </p:anim>
                                    <p:anim calcmode="lin" valueType="num">
                                      <p:cBhvr>
                                        <p:cTn id="35" dur="500" fill="hold"/>
                                        <p:tgtEl>
                                          <p:spTgt spid="41"/>
                                        </p:tgtEl>
                                        <p:attrNameLst>
                                          <p:attrName>ppt_h</p:attrName>
                                        </p:attrNameLst>
                                      </p:cBhvr>
                                      <p:tavLst>
                                        <p:tav tm="0">
                                          <p:val>
                                            <p:fltVal val="0"/>
                                          </p:val>
                                        </p:tav>
                                        <p:tav tm="100000">
                                          <p:val>
                                            <p:strVal val="#ppt_h"/>
                                          </p:val>
                                        </p:tav>
                                      </p:tavLst>
                                    </p:anim>
                                    <p:anim calcmode="lin" valueType="num">
                                      <p:cBhvr>
                                        <p:cTn id="36" dur="500" fill="hold"/>
                                        <p:tgtEl>
                                          <p:spTgt spid="41"/>
                                        </p:tgtEl>
                                        <p:attrNameLst>
                                          <p:attrName>style.rotation</p:attrName>
                                        </p:attrNameLst>
                                      </p:cBhvr>
                                      <p:tavLst>
                                        <p:tav tm="0">
                                          <p:val>
                                            <p:fltVal val="360"/>
                                          </p:val>
                                        </p:tav>
                                        <p:tav tm="100000">
                                          <p:val>
                                            <p:fltVal val="0"/>
                                          </p:val>
                                        </p:tav>
                                      </p:tavLst>
                                    </p:anim>
                                    <p:animEffect transition="in" filter="fade">
                                      <p:cBhvr>
                                        <p:cTn id="37" dur="500"/>
                                        <p:tgtEl>
                                          <p:spTgt spid="41"/>
                                        </p:tgtEl>
                                      </p:cBhvr>
                                    </p:animEffect>
                                  </p:childTnLst>
                                </p:cTn>
                              </p:par>
                            </p:childTnLst>
                          </p:cTn>
                        </p:par>
                        <p:par>
                          <p:cTn id="38" fill="hold">
                            <p:stCondLst>
                              <p:cond delay="500"/>
                            </p:stCondLst>
                            <p:childTnLst>
                              <p:par>
                                <p:cTn id="39" presetID="1" presetClass="entr" presetSubtype="0" fill="hold" grpId="0" nodeType="afterEffect">
                                  <p:stCondLst>
                                    <p:cond delay="0"/>
                                  </p:stCondLst>
                                  <p:iterate type="lt">
                                    <p:tmAbs val="100"/>
                                  </p:iterate>
                                  <p:childTnLst>
                                    <p:set>
                                      <p:cBhvr>
                                        <p:cTn id="40" dur="1" fill="hold">
                                          <p:stCondLst>
                                            <p:cond delay="0"/>
                                          </p:stCondLst>
                                        </p:cTn>
                                        <p:tgtEl>
                                          <p:spTgt spid="42"/>
                                        </p:tgtEl>
                                        <p:attrNameLst>
                                          <p:attrName>style.visibility</p:attrName>
                                        </p:attrNameLst>
                                      </p:cBhvr>
                                      <p:to>
                                        <p:strVal val="visible"/>
                                      </p:to>
                                    </p:set>
                                  </p:childTnLst>
                                </p:cTn>
                              </p:par>
                            </p:childTnLst>
                          </p:cTn>
                        </p:par>
                      </p:childTnLst>
                    </p:cTn>
                  </p:par>
                  <p:par>
                    <p:cTn id="41" fill="hold">
                      <p:stCondLst>
                        <p:cond delay="indefinite"/>
                      </p:stCondLst>
                      <p:childTnLst>
                        <p:par>
                          <p:cTn id="42" fill="hold">
                            <p:stCondLst>
                              <p:cond delay="0"/>
                            </p:stCondLst>
                            <p:childTnLst>
                              <p:par>
                                <p:cTn id="43" presetID="49" presetClass="entr" presetSubtype="0" decel="100000" fill="hold" grpId="0" nodeType="clickEffect">
                                  <p:stCondLst>
                                    <p:cond delay="0"/>
                                  </p:stCondLst>
                                  <p:childTnLst>
                                    <p:set>
                                      <p:cBhvr>
                                        <p:cTn id="44" dur="1" fill="hold">
                                          <p:stCondLst>
                                            <p:cond delay="0"/>
                                          </p:stCondLst>
                                        </p:cTn>
                                        <p:tgtEl>
                                          <p:spTgt spid="43"/>
                                        </p:tgtEl>
                                        <p:attrNameLst>
                                          <p:attrName>style.visibility</p:attrName>
                                        </p:attrNameLst>
                                      </p:cBhvr>
                                      <p:to>
                                        <p:strVal val="visible"/>
                                      </p:to>
                                    </p:set>
                                    <p:anim calcmode="lin" valueType="num">
                                      <p:cBhvr>
                                        <p:cTn id="45" dur="500" fill="hold"/>
                                        <p:tgtEl>
                                          <p:spTgt spid="43"/>
                                        </p:tgtEl>
                                        <p:attrNameLst>
                                          <p:attrName>ppt_w</p:attrName>
                                        </p:attrNameLst>
                                      </p:cBhvr>
                                      <p:tavLst>
                                        <p:tav tm="0">
                                          <p:val>
                                            <p:fltVal val="0"/>
                                          </p:val>
                                        </p:tav>
                                        <p:tav tm="100000">
                                          <p:val>
                                            <p:strVal val="#ppt_w"/>
                                          </p:val>
                                        </p:tav>
                                      </p:tavLst>
                                    </p:anim>
                                    <p:anim calcmode="lin" valueType="num">
                                      <p:cBhvr>
                                        <p:cTn id="46" dur="500" fill="hold"/>
                                        <p:tgtEl>
                                          <p:spTgt spid="43"/>
                                        </p:tgtEl>
                                        <p:attrNameLst>
                                          <p:attrName>ppt_h</p:attrName>
                                        </p:attrNameLst>
                                      </p:cBhvr>
                                      <p:tavLst>
                                        <p:tav tm="0">
                                          <p:val>
                                            <p:fltVal val="0"/>
                                          </p:val>
                                        </p:tav>
                                        <p:tav tm="100000">
                                          <p:val>
                                            <p:strVal val="#ppt_h"/>
                                          </p:val>
                                        </p:tav>
                                      </p:tavLst>
                                    </p:anim>
                                    <p:anim calcmode="lin" valueType="num">
                                      <p:cBhvr>
                                        <p:cTn id="47" dur="500" fill="hold"/>
                                        <p:tgtEl>
                                          <p:spTgt spid="43"/>
                                        </p:tgtEl>
                                        <p:attrNameLst>
                                          <p:attrName>style.rotation</p:attrName>
                                        </p:attrNameLst>
                                      </p:cBhvr>
                                      <p:tavLst>
                                        <p:tav tm="0">
                                          <p:val>
                                            <p:fltVal val="360"/>
                                          </p:val>
                                        </p:tav>
                                        <p:tav tm="100000">
                                          <p:val>
                                            <p:fltVal val="0"/>
                                          </p:val>
                                        </p:tav>
                                      </p:tavLst>
                                    </p:anim>
                                    <p:animEffect transition="in" filter="fade">
                                      <p:cBhvr>
                                        <p:cTn id="48" dur="500"/>
                                        <p:tgtEl>
                                          <p:spTgt spid="43"/>
                                        </p:tgtEl>
                                      </p:cBhvr>
                                    </p:animEffect>
                                  </p:childTnLst>
                                </p:cTn>
                              </p:par>
                            </p:childTnLst>
                          </p:cTn>
                        </p:par>
                        <p:par>
                          <p:cTn id="49" fill="hold">
                            <p:stCondLst>
                              <p:cond delay="500"/>
                            </p:stCondLst>
                            <p:childTnLst>
                              <p:par>
                                <p:cTn id="50" presetID="1" presetClass="entr" presetSubtype="0" fill="hold" grpId="0" nodeType="afterEffect">
                                  <p:stCondLst>
                                    <p:cond delay="0"/>
                                  </p:stCondLst>
                                  <p:iterate type="lt">
                                    <p:tmAbs val="100"/>
                                  </p:iterate>
                                  <p:childTnLst>
                                    <p:set>
                                      <p:cBhvr>
                                        <p:cTn id="51" dur="1" fill="hold">
                                          <p:stCondLst>
                                            <p:cond delay="0"/>
                                          </p:stCondLst>
                                        </p:cTn>
                                        <p:tgtEl>
                                          <p:spTgt spid="44"/>
                                        </p:tgtEl>
                                        <p:attrNameLst>
                                          <p:attrName>style.visibility</p:attrName>
                                        </p:attrNameLst>
                                      </p:cBhvr>
                                      <p:to>
                                        <p:strVal val="visible"/>
                                      </p:to>
                                    </p:set>
                                  </p:childTnLst>
                                </p:cTn>
                              </p:par>
                            </p:childTnLst>
                          </p:cTn>
                        </p:par>
                      </p:childTnLst>
                    </p:cTn>
                  </p:par>
                  <p:par>
                    <p:cTn id="52" fill="hold">
                      <p:stCondLst>
                        <p:cond delay="indefinite"/>
                      </p:stCondLst>
                      <p:childTnLst>
                        <p:par>
                          <p:cTn id="53" fill="hold">
                            <p:stCondLst>
                              <p:cond delay="0"/>
                            </p:stCondLst>
                            <p:childTnLst>
                              <p:par>
                                <p:cTn id="54" presetID="49" presetClass="entr" presetSubtype="0" decel="100000" fill="hold" grpId="0" nodeType="clickEffect">
                                  <p:stCondLst>
                                    <p:cond delay="0"/>
                                  </p:stCondLst>
                                  <p:childTnLst>
                                    <p:set>
                                      <p:cBhvr>
                                        <p:cTn id="55" dur="1" fill="hold">
                                          <p:stCondLst>
                                            <p:cond delay="0"/>
                                          </p:stCondLst>
                                        </p:cTn>
                                        <p:tgtEl>
                                          <p:spTgt spid="45"/>
                                        </p:tgtEl>
                                        <p:attrNameLst>
                                          <p:attrName>style.visibility</p:attrName>
                                        </p:attrNameLst>
                                      </p:cBhvr>
                                      <p:to>
                                        <p:strVal val="visible"/>
                                      </p:to>
                                    </p:set>
                                    <p:anim calcmode="lin" valueType="num">
                                      <p:cBhvr>
                                        <p:cTn id="56" dur="500" fill="hold"/>
                                        <p:tgtEl>
                                          <p:spTgt spid="45"/>
                                        </p:tgtEl>
                                        <p:attrNameLst>
                                          <p:attrName>ppt_w</p:attrName>
                                        </p:attrNameLst>
                                      </p:cBhvr>
                                      <p:tavLst>
                                        <p:tav tm="0">
                                          <p:val>
                                            <p:fltVal val="0"/>
                                          </p:val>
                                        </p:tav>
                                        <p:tav tm="100000">
                                          <p:val>
                                            <p:strVal val="#ppt_w"/>
                                          </p:val>
                                        </p:tav>
                                      </p:tavLst>
                                    </p:anim>
                                    <p:anim calcmode="lin" valueType="num">
                                      <p:cBhvr>
                                        <p:cTn id="57" dur="500" fill="hold"/>
                                        <p:tgtEl>
                                          <p:spTgt spid="45"/>
                                        </p:tgtEl>
                                        <p:attrNameLst>
                                          <p:attrName>ppt_h</p:attrName>
                                        </p:attrNameLst>
                                      </p:cBhvr>
                                      <p:tavLst>
                                        <p:tav tm="0">
                                          <p:val>
                                            <p:fltVal val="0"/>
                                          </p:val>
                                        </p:tav>
                                        <p:tav tm="100000">
                                          <p:val>
                                            <p:strVal val="#ppt_h"/>
                                          </p:val>
                                        </p:tav>
                                      </p:tavLst>
                                    </p:anim>
                                    <p:anim calcmode="lin" valueType="num">
                                      <p:cBhvr>
                                        <p:cTn id="58" dur="500" fill="hold"/>
                                        <p:tgtEl>
                                          <p:spTgt spid="45"/>
                                        </p:tgtEl>
                                        <p:attrNameLst>
                                          <p:attrName>style.rotation</p:attrName>
                                        </p:attrNameLst>
                                      </p:cBhvr>
                                      <p:tavLst>
                                        <p:tav tm="0">
                                          <p:val>
                                            <p:fltVal val="360"/>
                                          </p:val>
                                        </p:tav>
                                        <p:tav tm="100000">
                                          <p:val>
                                            <p:fltVal val="0"/>
                                          </p:val>
                                        </p:tav>
                                      </p:tavLst>
                                    </p:anim>
                                    <p:animEffect transition="in" filter="fade">
                                      <p:cBhvr>
                                        <p:cTn id="59" dur="500"/>
                                        <p:tgtEl>
                                          <p:spTgt spid="45"/>
                                        </p:tgtEl>
                                      </p:cBhvr>
                                    </p:animEffect>
                                  </p:childTnLst>
                                </p:cTn>
                              </p:par>
                            </p:childTnLst>
                          </p:cTn>
                        </p:par>
                        <p:par>
                          <p:cTn id="60" fill="hold">
                            <p:stCondLst>
                              <p:cond delay="500"/>
                            </p:stCondLst>
                            <p:childTnLst>
                              <p:par>
                                <p:cTn id="61" presetID="1" presetClass="entr" presetSubtype="0" fill="hold" grpId="0" nodeType="afterEffect">
                                  <p:stCondLst>
                                    <p:cond delay="0"/>
                                  </p:stCondLst>
                                  <p:iterate type="lt">
                                    <p:tmAbs val="100"/>
                                  </p:iterate>
                                  <p:childTnLst>
                                    <p:set>
                                      <p:cBhvr>
                                        <p:cTn id="62" dur="1" fill="hold">
                                          <p:stCondLst>
                                            <p:cond delay="0"/>
                                          </p:stCondLst>
                                        </p:cTn>
                                        <p:tgtEl>
                                          <p:spTgt spid="49"/>
                                        </p:tgtEl>
                                        <p:attrNameLst>
                                          <p:attrName>style.visibility</p:attrName>
                                        </p:attrNameLst>
                                      </p:cBhvr>
                                      <p:to>
                                        <p:strVal val="visible"/>
                                      </p:to>
                                    </p:set>
                                  </p:childTnLst>
                                </p:cTn>
                              </p:par>
                            </p:childTnLst>
                          </p:cTn>
                        </p:par>
                      </p:childTnLst>
                    </p:cTn>
                  </p:par>
                  <p:par>
                    <p:cTn id="63" fill="hold">
                      <p:stCondLst>
                        <p:cond delay="indefinite"/>
                      </p:stCondLst>
                      <p:childTnLst>
                        <p:par>
                          <p:cTn id="64" fill="hold">
                            <p:stCondLst>
                              <p:cond delay="0"/>
                            </p:stCondLst>
                            <p:childTnLst>
                              <p:par>
                                <p:cTn id="65" presetID="49" presetClass="entr" presetSubtype="0" decel="100000" fill="hold" grpId="0" nodeType="clickEffect">
                                  <p:stCondLst>
                                    <p:cond delay="0"/>
                                  </p:stCondLst>
                                  <p:childTnLst>
                                    <p:set>
                                      <p:cBhvr>
                                        <p:cTn id="66" dur="1" fill="hold">
                                          <p:stCondLst>
                                            <p:cond delay="0"/>
                                          </p:stCondLst>
                                        </p:cTn>
                                        <p:tgtEl>
                                          <p:spTgt spid="50"/>
                                        </p:tgtEl>
                                        <p:attrNameLst>
                                          <p:attrName>style.visibility</p:attrName>
                                        </p:attrNameLst>
                                      </p:cBhvr>
                                      <p:to>
                                        <p:strVal val="visible"/>
                                      </p:to>
                                    </p:set>
                                    <p:anim calcmode="lin" valueType="num">
                                      <p:cBhvr>
                                        <p:cTn id="67" dur="500" fill="hold"/>
                                        <p:tgtEl>
                                          <p:spTgt spid="50"/>
                                        </p:tgtEl>
                                        <p:attrNameLst>
                                          <p:attrName>ppt_w</p:attrName>
                                        </p:attrNameLst>
                                      </p:cBhvr>
                                      <p:tavLst>
                                        <p:tav tm="0">
                                          <p:val>
                                            <p:fltVal val="0"/>
                                          </p:val>
                                        </p:tav>
                                        <p:tav tm="100000">
                                          <p:val>
                                            <p:strVal val="#ppt_w"/>
                                          </p:val>
                                        </p:tav>
                                      </p:tavLst>
                                    </p:anim>
                                    <p:anim calcmode="lin" valueType="num">
                                      <p:cBhvr>
                                        <p:cTn id="68" dur="500" fill="hold"/>
                                        <p:tgtEl>
                                          <p:spTgt spid="50"/>
                                        </p:tgtEl>
                                        <p:attrNameLst>
                                          <p:attrName>ppt_h</p:attrName>
                                        </p:attrNameLst>
                                      </p:cBhvr>
                                      <p:tavLst>
                                        <p:tav tm="0">
                                          <p:val>
                                            <p:fltVal val="0"/>
                                          </p:val>
                                        </p:tav>
                                        <p:tav tm="100000">
                                          <p:val>
                                            <p:strVal val="#ppt_h"/>
                                          </p:val>
                                        </p:tav>
                                      </p:tavLst>
                                    </p:anim>
                                    <p:anim calcmode="lin" valueType="num">
                                      <p:cBhvr>
                                        <p:cTn id="69" dur="500" fill="hold"/>
                                        <p:tgtEl>
                                          <p:spTgt spid="50"/>
                                        </p:tgtEl>
                                        <p:attrNameLst>
                                          <p:attrName>style.rotation</p:attrName>
                                        </p:attrNameLst>
                                      </p:cBhvr>
                                      <p:tavLst>
                                        <p:tav tm="0">
                                          <p:val>
                                            <p:fltVal val="360"/>
                                          </p:val>
                                        </p:tav>
                                        <p:tav tm="100000">
                                          <p:val>
                                            <p:fltVal val="0"/>
                                          </p:val>
                                        </p:tav>
                                      </p:tavLst>
                                    </p:anim>
                                    <p:animEffect transition="in" filter="fade">
                                      <p:cBhvr>
                                        <p:cTn id="70" dur="500"/>
                                        <p:tgtEl>
                                          <p:spTgt spid="50"/>
                                        </p:tgtEl>
                                      </p:cBhvr>
                                    </p:animEffect>
                                  </p:childTnLst>
                                </p:cTn>
                              </p:par>
                            </p:childTnLst>
                          </p:cTn>
                        </p:par>
                        <p:par>
                          <p:cTn id="71" fill="hold">
                            <p:stCondLst>
                              <p:cond delay="500"/>
                            </p:stCondLst>
                            <p:childTnLst>
                              <p:par>
                                <p:cTn id="72" presetID="1" presetClass="entr" presetSubtype="0" fill="hold" grpId="0" nodeType="afterEffect">
                                  <p:stCondLst>
                                    <p:cond delay="0"/>
                                  </p:stCondLst>
                                  <p:iterate type="lt">
                                    <p:tmAbs val="100"/>
                                  </p:iterate>
                                  <p:childTnLst>
                                    <p:set>
                                      <p:cBhvr>
                                        <p:cTn id="73" dur="1" fill="hold">
                                          <p:stCondLst>
                                            <p:cond delay="0"/>
                                          </p:stCondLst>
                                        </p:cTn>
                                        <p:tgtEl>
                                          <p:spTgt spid="51"/>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3" grpId="0" animBg="1"/>
      <p:bldP spid="34" grpId="0"/>
      <p:bldP spid="35" grpId="0"/>
      <p:bldP spid="37" grpId="0"/>
      <p:bldP spid="38" grpId="0"/>
      <p:bldP spid="39" grpId="0"/>
      <p:bldP spid="41" grpId="0" animBg="1"/>
      <p:bldP spid="42" grpId="0"/>
      <p:bldP spid="43" grpId="0" animBg="1"/>
      <p:bldP spid="44" grpId="0"/>
      <p:bldP spid="45" grpId="0" animBg="1"/>
      <p:bldP spid="49" grpId="0"/>
      <p:bldP spid="50" grpId="0" animBg="1"/>
      <p:bldP spid="51" grpId="0"/>
    </p:bldLst>
  </p:timing>
</p:sld>
</file>

<file path=ppt/slides/slide29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4" name="组合 3">
            <a:extLst>
              <a:ext uri="{FF2B5EF4-FFF2-40B4-BE49-F238E27FC236}">
                <a16:creationId xmlns:a16="http://schemas.microsoft.com/office/drawing/2014/main" id="{9A1EA9F2-FCB6-48C3-935F-7AE7E3AD14AC}"/>
              </a:ext>
            </a:extLst>
          </p:cNvPr>
          <p:cNvGrpSpPr/>
          <p:nvPr/>
        </p:nvGrpSpPr>
        <p:grpSpPr>
          <a:xfrm>
            <a:off x="304799" y="749300"/>
            <a:ext cx="6192345" cy="400110"/>
            <a:chOff x="424116" y="898245"/>
            <a:chExt cx="6192345" cy="400110"/>
          </a:xfrm>
        </p:grpSpPr>
        <p:sp>
          <p:nvSpPr>
            <p:cNvPr id="2" name="平行四边形 1">
              <a:extLst>
                <a:ext uri="{FF2B5EF4-FFF2-40B4-BE49-F238E27FC236}">
                  <a16:creationId xmlns:a16="http://schemas.microsoft.com/office/drawing/2014/main" id="{1F5BAA3F-9845-4F89-A2DD-8222D3E4EDAC}"/>
                </a:ext>
              </a:extLst>
            </p:cNvPr>
            <p:cNvSpPr/>
            <p:nvPr/>
          </p:nvSpPr>
          <p:spPr>
            <a:xfrm>
              <a:off x="424116" y="898245"/>
              <a:ext cx="695119" cy="387090"/>
            </a:xfrm>
            <a:prstGeom prst="parallelogram">
              <a:avLst/>
            </a:prstGeom>
            <a:solidFill>
              <a:schemeClr val="accent3">
                <a:lumMod val="75000"/>
              </a:schemeClr>
            </a:solidFill>
            <a:ln>
              <a:solidFill>
                <a:schemeClr val="accent3">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CN" sz="2200" dirty="0">
                  <a:latin typeface="Impact" panose="020B0806030902050204" pitchFamily="34" charset="0"/>
                </a:rPr>
                <a:t>02</a:t>
              </a:r>
              <a:endParaRPr lang="zh-CN" altLang="en-US" sz="2200" dirty="0">
                <a:latin typeface="Impact" panose="020B0806030902050204" pitchFamily="34" charset="0"/>
              </a:endParaRPr>
            </a:p>
          </p:txBody>
        </p:sp>
        <p:sp>
          <p:nvSpPr>
            <p:cNvPr id="3" name="文本框 2">
              <a:extLst>
                <a:ext uri="{FF2B5EF4-FFF2-40B4-BE49-F238E27FC236}">
                  <a16:creationId xmlns:a16="http://schemas.microsoft.com/office/drawing/2014/main" id="{4D6BD736-A4D3-4F26-AFED-36E11F50F70B}"/>
                </a:ext>
              </a:extLst>
            </p:cNvPr>
            <p:cNvSpPr txBox="1"/>
            <p:nvPr/>
          </p:nvSpPr>
          <p:spPr>
            <a:xfrm>
              <a:off x="1119235" y="898245"/>
              <a:ext cx="5497226" cy="400110"/>
            </a:xfrm>
            <a:prstGeom prst="rect">
              <a:avLst/>
            </a:prstGeom>
            <a:noFill/>
          </p:spPr>
          <p:txBody>
            <a:bodyPr wrap="square" rtlCol="0">
              <a:spAutoFit/>
            </a:bodyPr>
            <a:lstStyle/>
            <a:p>
              <a:r>
                <a:rPr lang="en-US" altLang="zh-CN" sz="2000" b="1" dirty="0"/>
                <a:t>MAC</a:t>
              </a:r>
              <a:r>
                <a:rPr lang="zh-CN" altLang="en-US" sz="2000" b="1" dirty="0"/>
                <a:t>地址</a:t>
              </a:r>
            </a:p>
          </p:txBody>
        </p:sp>
      </p:grpSp>
      <p:pic>
        <p:nvPicPr>
          <p:cNvPr id="19" name="同学们好">
            <a:hlinkClick r:id="" action="ppaction://media"/>
            <a:extLst>
              <a:ext uri="{FF2B5EF4-FFF2-40B4-BE49-F238E27FC236}">
                <a16:creationId xmlns:a16="http://schemas.microsoft.com/office/drawing/2014/main" id="{C0D73237-1B15-41B5-B95D-769088BFA373}"/>
              </a:ext>
            </a:extLst>
          </p:cNvPr>
          <p:cNvPicPr>
            <a:picLocks noChangeAspect="1"/>
          </p:cNvPicPr>
          <p:nvPr>
            <a:videoFile r:link="rId3"/>
            <p:extLst>
              <p:ext uri="{DAA4B4D4-6D71-4841-9C94-3DE7FCFB9230}">
                <p14:media xmlns:p14="http://schemas.microsoft.com/office/powerpoint/2010/main" r:embed="rId2"/>
              </p:ext>
            </p:extLst>
          </p:nvPr>
        </p:nvPicPr>
        <p:blipFill>
          <a:blip r:embed="rId5"/>
          <a:stretch>
            <a:fillRect/>
          </a:stretch>
        </p:blipFill>
        <p:spPr>
          <a:xfrm>
            <a:off x="9067420" y="2157984"/>
            <a:ext cx="2822104" cy="3819388"/>
          </a:xfrm>
          <a:prstGeom prst="rect">
            <a:avLst/>
          </a:prstGeom>
        </p:spPr>
      </p:pic>
      <p:sp>
        <p:nvSpPr>
          <p:cNvPr id="5" name="对话气泡: 椭圆形 4">
            <a:extLst>
              <a:ext uri="{FF2B5EF4-FFF2-40B4-BE49-F238E27FC236}">
                <a16:creationId xmlns:a16="http://schemas.microsoft.com/office/drawing/2014/main" id="{51717DE4-5C84-49D6-AD6B-893CEBFD6EEB}"/>
              </a:ext>
            </a:extLst>
          </p:cNvPr>
          <p:cNvSpPr/>
          <p:nvPr/>
        </p:nvSpPr>
        <p:spPr>
          <a:xfrm>
            <a:off x="1835378" y="1575530"/>
            <a:ext cx="6788927" cy="4049017"/>
          </a:xfrm>
          <a:prstGeom prst="wedgeEllipseCallout">
            <a:avLst>
              <a:gd name="adj1" fmla="val 56676"/>
              <a:gd name="adj2" fmla="val -2342"/>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6" name="文本框 5">
            <a:extLst>
              <a:ext uri="{FF2B5EF4-FFF2-40B4-BE49-F238E27FC236}">
                <a16:creationId xmlns:a16="http://schemas.microsoft.com/office/drawing/2014/main" id="{1CF4BFAB-03E7-44CF-B1A5-21CA66C7F917}"/>
              </a:ext>
            </a:extLst>
          </p:cNvPr>
          <p:cNvSpPr txBox="1"/>
          <p:nvPr/>
        </p:nvSpPr>
        <p:spPr>
          <a:xfrm>
            <a:off x="2802407" y="1993524"/>
            <a:ext cx="4746327" cy="1704634"/>
          </a:xfrm>
          <a:prstGeom prst="rect">
            <a:avLst/>
          </a:prstGeom>
          <a:noFill/>
        </p:spPr>
        <p:txBody>
          <a:bodyPr wrap="square" rtlCol="0">
            <a:spAutoFit/>
          </a:bodyPr>
          <a:lstStyle/>
          <a:p>
            <a:pPr>
              <a:lnSpc>
                <a:spcPct val="150000"/>
              </a:lnSpc>
            </a:pPr>
            <a:r>
              <a:rPr lang="zh-CN" altLang="en-US" b="1" dirty="0">
                <a:solidFill>
                  <a:schemeClr val="bg1"/>
                </a:solidFill>
                <a:latin typeface="Arial Narrow" panose="020B0606020202030204" pitchFamily="34" charset="0"/>
              </a:rPr>
              <a:t>         全球单播</a:t>
            </a:r>
            <a:r>
              <a:rPr lang="en-US" altLang="zh-CN" b="1" dirty="0">
                <a:solidFill>
                  <a:schemeClr val="bg1"/>
                </a:solidFill>
                <a:latin typeface="Arial Narrow" panose="020B0606020202030204" pitchFamily="34" charset="0"/>
              </a:rPr>
              <a:t>MAC</a:t>
            </a:r>
            <a:r>
              <a:rPr lang="zh-CN" altLang="en-US" b="1" dirty="0">
                <a:solidFill>
                  <a:schemeClr val="bg1"/>
                </a:solidFill>
                <a:latin typeface="Arial Narrow" panose="020B0606020202030204" pitchFamily="34" charset="0"/>
              </a:rPr>
              <a:t>地址就如同身份证上的身份证号码，具有唯一性，它往往与用户个人信息绑定在一起。因此，用户应尽量</a:t>
            </a:r>
            <a:r>
              <a:rPr lang="zh-CN" altLang="en-US" b="1" dirty="0">
                <a:highlight>
                  <a:srgbClr val="F4B919"/>
                </a:highlight>
                <a:latin typeface="Arial Narrow" panose="020B0606020202030204" pitchFamily="34" charset="0"/>
              </a:rPr>
              <a:t>确保自己拥有的全球单播</a:t>
            </a:r>
            <a:r>
              <a:rPr lang="en-US" altLang="zh-CN" b="1" dirty="0">
                <a:highlight>
                  <a:srgbClr val="F4B919"/>
                </a:highlight>
                <a:latin typeface="Arial Narrow" panose="020B0606020202030204" pitchFamily="34" charset="0"/>
              </a:rPr>
              <a:t>MAC</a:t>
            </a:r>
            <a:r>
              <a:rPr lang="zh-CN" altLang="en-US" b="1" dirty="0">
                <a:highlight>
                  <a:srgbClr val="F4B919"/>
                </a:highlight>
                <a:latin typeface="Arial Narrow" panose="020B0606020202030204" pitchFamily="34" charset="0"/>
              </a:rPr>
              <a:t>地址不被泄露</a:t>
            </a:r>
            <a:r>
              <a:rPr lang="zh-CN" altLang="en-US" b="1" dirty="0">
                <a:solidFill>
                  <a:schemeClr val="bg1"/>
                </a:solidFill>
                <a:latin typeface="Arial Narrow" panose="020B0606020202030204" pitchFamily="34" charset="0"/>
              </a:rPr>
              <a:t>。</a:t>
            </a:r>
          </a:p>
        </p:txBody>
      </p:sp>
      <p:sp>
        <p:nvSpPr>
          <p:cNvPr id="23" name="文本框 22">
            <a:extLst>
              <a:ext uri="{FF2B5EF4-FFF2-40B4-BE49-F238E27FC236}">
                <a16:creationId xmlns:a16="http://schemas.microsoft.com/office/drawing/2014/main" id="{F0AF88F8-1E52-4EBE-9B32-8AD8E6CF58F9}"/>
              </a:ext>
            </a:extLst>
          </p:cNvPr>
          <p:cNvSpPr txBox="1"/>
          <p:nvPr/>
        </p:nvSpPr>
        <p:spPr>
          <a:xfrm>
            <a:off x="2802407" y="3711318"/>
            <a:ext cx="4999596" cy="1289135"/>
          </a:xfrm>
          <a:prstGeom prst="rect">
            <a:avLst/>
          </a:prstGeom>
          <a:noFill/>
        </p:spPr>
        <p:txBody>
          <a:bodyPr wrap="square" rtlCol="0">
            <a:spAutoFit/>
          </a:bodyPr>
          <a:lstStyle/>
          <a:p>
            <a:pPr>
              <a:lnSpc>
                <a:spcPct val="150000"/>
              </a:lnSpc>
            </a:pPr>
            <a:r>
              <a:rPr lang="zh-CN" altLang="en-US" b="1" dirty="0">
                <a:solidFill>
                  <a:schemeClr val="bg1"/>
                </a:solidFill>
                <a:latin typeface="Arial Narrow" panose="020B0606020202030204" pitchFamily="34" charset="0"/>
              </a:rPr>
              <a:t>         为了避免用户设备连接</a:t>
            </a:r>
            <a:r>
              <a:rPr lang="en-US" altLang="zh-CN" b="1" dirty="0">
                <a:solidFill>
                  <a:schemeClr val="bg1"/>
                </a:solidFill>
                <a:latin typeface="Arial Narrow" panose="020B0606020202030204" pitchFamily="34" charset="0"/>
              </a:rPr>
              <a:t>Wi-Fi</a:t>
            </a:r>
            <a:r>
              <a:rPr lang="zh-CN" altLang="en-US" b="1" dirty="0">
                <a:solidFill>
                  <a:schemeClr val="bg1"/>
                </a:solidFill>
                <a:latin typeface="Arial Narrow" panose="020B0606020202030204" pitchFamily="34" charset="0"/>
              </a:rPr>
              <a:t>热点时</a:t>
            </a:r>
            <a:r>
              <a:rPr lang="en-US" altLang="zh-CN" b="1" dirty="0">
                <a:solidFill>
                  <a:schemeClr val="bg1"/>
                </a:solidFill>
                <a:latin typeface="Arial Narrow" panose="020B0606020202030204" pitchFamily="34" charset="0"/>
              </a:rPr>
              <a:t>MAC</a:t>
            </a:r>
            <a:r>
              <a:rPr lang="zh-CN" altLang="en-US" b="1" dirty="0">
                <a:solidFill>
                  <a:schemeClr val="bg1"/>
                </a:solidFill>
                <a:latin typeface="Arial Narrow" panose="020B0606020202030204" pitchFamily="34" charset="0"/>
              </a:rPr>
              <a:t>地址泄露的安全问题，目前大多数移动设备都已经采用了</a:t>
            </a:r>
            <a:r>
              <a:rPr lang="zh-CN" altLang="en-US" b="1" dirty="0">
                <a:highlight>
                  <a:srgbClr val="F4B919"/>
                </a:highlight>
                <a:latin typeface="Arial Narrow" panose="020B0606020202030204" pitchFamily="34" charset="0"/>
              </a:rPr>
              <a:t>随机</a:t>
            </a:r>
            <a:r>
              <a:rPr lang="en-US" altLang="zh-CN" b="1" dirty="0">
                <a:highlight>
                  <a:srgbClr val="F4B919"/>
                </a:highlight>
                <a:latin typeface="Arial Narrow" panose="020B0606020202030204" pitchFamily="34" charset="0"/>
              </a:rPr>
              <a:t>MAC</a:t>
            </a:r>
            <a:r>
              <a:rPr lang="zh-CN" altLang="en-US" b="1" dirty="0">
                <a:highlight>
                  <a:srgbClr val="F4B919"/>
                </a:highlight>
                <a:latin typeface="Arial Narrow" panose="020B0606020202030204" pitchFamily="34" charset="0"/>
              </a:rPr>
              <a:t>地址技术</a:t>
            </a:r>
            <a:r>
              <a:rPr lang="zh-CN" altLang="en-US" b="1" dirty="0">
                <a:solidFill>
                  <a:schemeClr val="bg1"/>
                </a:solidFill>
                <a:latin typeface="Arial Narrow" panose="020B0606020202030204" pitchFamily="34" charset="0"/>
              </a:rPr>
              <a:t>。</a:t>
            </a:r>
          </a:p>
        </p:txBody>
      </p:sp>
    </p:spTree>
    <p:custDataLst>
      <p:tags r:id="rId1"/>
    </p:custDataLst>
    <p:extLst>
      <p:ext uri="{BB962C8B-B14F-4D97-AF65-F5344CB8AC3E}">
        <p14:creationId xmlns:p14="http://schemas.microsoft.com/office/powerpoint/2010/main" val="3858150140"/>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2" presetClass="entr" presetSubtype="2" fill="hold" grpId="0" nodeType="withEffect">
                                  <p:stCondLst>
                                    <p:cond delay="0"/>
                                  </p:stCondLst>
                                  <p:childTnLst>
                                    <p:set>
                                      <p:cBhvr>
                                        <p:cTn id="6" dur="1" fill="hold">
                                          <p:stCondLst>
                                            <p:cond delay="0"/>
                                          </p:stCondLst>
                                        </p:cTn>
                                        <p:tgtEl>
                                          <p:spTgt spid="5"/>
                                        </p:tgtEl>
                                        <p:attrNameLst>
                                          <p:attrName>style.visibility</p:attrName>
                                        </p:attrNameLst>
                                      </p:cBhvr>
                                      <p:to>
                                        <p:strVal val="visible"/>
                                      </p:to>
                                    </p:set>
                                    <p:anim calcmode="lin" valueType="num">
                                      <p:cBhvr additive="base">
                                        <p:cTn id="7" dur="500"/>
                                        <p:tgtEl>
                                          <p:spTgt spid="5"/>
                                        </p:tgtEl>
                                        <p:attrNameLst>
                                          <p:attrName>ppt_x</p:attrName>
                                        </p:attrNameLst>
                                      </p:cBhvr>
                                      <p:tavLst>
                                        <p:tav tm="0">
                                          <p:val>
                                            <p:strVal val="#ppt_x+#ppt_w*1.125000"/>
                                          </p:val>
                                        </p:tav>
                                        <p:tav tm="100000">
                                          <p:val>
                                            <p:strVal val="#ppt_x"/>
                                          </p:val>
                                        </p:tav>
                                      </p:tavLst>
                                    </p:anim>
                                    <p:animEffect transition="in" filter="wipe(left)">
                                      <p:cBhvr>
                                        <p:cTn id="8" dur="500"/>
                                        <p:tgtEl>
                                          <p:spTgt spid="5"/>
                                        </p:tgtEl>
                                      </p:cBhvr>
                                    </p:animEffect>
                                  </p:childTnLst>
                                </p:cTn>
                              </p:par>
                            </p:childTnLst>
                          </p:cTn>
                        </p:par>
                        <p:par>
                          <p:cTn id="9" fill="hold">
                            <p:stCondLst>
                              <p:cond delay="500"/>
                            </p:stCondLst>
                            <p:childTnLst>
                              <p:par>
                                <p:cTn id="10" presetID="1" presetClass="entr" presetSubtype="0" fill="hold" grpId="0" nodeType="afterEffect">
                                  <p:stCondLst>
                                    <p:cond delay="0"/>
                                  </p:stCondLst>
                                  <p:iterate type="lt">
                                    <p:tmAbs val="100"/>
                                  </p:iterate>
                                  <p:childTnLst>
                                    <p:set>
                                      <p:cBhvr>
                                        <p:cTn id="11" dur="1" fill="hold">
                                          <p:stCondLst>
                                            <p:cond delay="0"/>
                                          </p:stCondLst>
                                        </p:cTn>
                                        <p:tgtEl>
                                          <p:spTgt spid="6"/>
                                        </p:tgtEl>
                                        <p:attrNameLst>
                                          <p:attrName>style.visibility</p:attrName>
                                        </p:attrNameLst>
                                      </p:cBhvr>
                                      <p:to>
                                        <p:strVal val="visible"/>
                                      </p:to>
                                    </p:set>
                                  </p:childTnLst>
                                </p:cTn>
                              </p:par>
                            </p:childTnLst>
                          </p:cTn>
                        </p:par>
                        <p:par>
                          <p:cTn id="12" fill="hold">
                            <p:stCondLst>
                              <p:cond delay="7801"/>
                            </p:stCondLst>
                            <p:childTnLst>
                              <p:par>
                                <p:cTn id="13" presetID="1" presetClass="entr" presetSubtype="0" fill="hold" grpId="0" nodeType="afterEffect">
                                  <p:stCondLst>
                                    <p:cond delay="0"/>
                                  </p:stCondLst>
                                  <p:iterate type="lt">
                                    <p:tmAbs val="100"/>
                                  </p:iterate>
                                  <p:childTnLst>
                                    <p:set>
                                      <p:cBhvr>
                                        <p:cTn id="14" dur="1" fill="hold">
                                          <p:stCondLst>
                                            <p:cond delay="0"/>
                                          </p:stCondLst>
                                        </p:cTn>
                                        <p:tgtEl>
                                          <p:spTgt spid="23"/>
                                        </p:tgtEl>
                                        <p:attrNameLst>
                                          <p:attrName>style.visibility</p:attrName>
                                        </p:attrNameLst>
                                      </p:cBhvr>
                                      <p:to>
                                        <p:strVal val="visible"/>
                                      </p:to>
                                    </p:set>
                                  </p:childTnLst>
                                </p:cTn>
                              </p:par>
                            </p:childTnLst>
                          </p:cTn>
                        </p:par>
                        <p:par>
                          <p:cTn id="15" fill="hold">
                            <p:stCondLst>
                              <p:cond delay="13302"/>
                            </p:stCondLst>
                            <p:childTnLst>
                              <p:par>
                                <p:cTn id="16" presetID="1" presetClass="mediacall" presetSubtype="0" fill="hold" nodeType="afterEffect">
                                  <p:stCondLst>
                                    <p:cond delay="0"/>
                                  </p:stCondLst>
                                  <p:childTnLst>
                                    <p:cmd type="call" cmd="playFrom(0.0)">
                                      <p:cBhvr>
                                        <p:cTn id="17" dur="69000" fill="hold"/>
                                        <p:tgtEl>
                                          <p:spTgt spid="19"/>
                                        </p:tgtEl>
                                      </p:cBhvr>
                                    </p:cmd>
                                  </p:childTnLst>
                                </p:cTn>
                              </p:par>
                            </p:childTnLst>
                          </p:cTn>
                        </p:par>
                      </p:childTnLst>
                    </p:cTn>
                  </p:par>
                </p:childTnLst>
              </p:cTn>
              <p:prevCondLst>
                <p:cond evt="onPrev" delay="0">
                  <p:tgtEl>
                    <p:sldTgt/>
                  </p:tgtEl>
                </p:cond>
              </p:prevCondLst>
              <p:nextCondLst>
                <p:cond evt="onNext" delay="0">
                  <p:tgtEl>
                    <p:sldTgt/>
                  </p:tgtEl>
                </p:cond>
              </p:nextCondLst>
            </p:seq>
            <p:seq concurrent="1" nextAc="seek">
              <p:cTn id="18" restart="whenNotActive" fill="hold" evtFilter="cancelBubble" nodeType="interactiveSeq">
                <p:stCondLst>
                  <p:cond evt="onClick" delay="0">
                    <p:tgtEl>
                      <p:spTgt spid="19"/>
                    </p:tgtEl>
                  </p:cond>
                </p:stCondLst>
                <p:endSync evt="end" delay="0">
                  <p:rtn val="all"/>
                </p:endSync>
                <p:childTnLst>
                  <p:par>
                    <p:cTn id="19" fill="hold">
                      <p:stCondLst>
                        <p:cond delay="0"/>
                      </p:stCondLst>
                      <p:childTnLst>
                        <p:par>
                          <p:cTn id="20" fill="hold">
                            <p:stCondLst>
                              <p:cond delay="0"/>
                            </p:stCondLst>
                            <p:childTnLst>
                              <p:par>
                                <p:cTn id="21" presetID="2" presetClass="mediacall" presetSubtype="0" fill="hold" nodeType="clickEffect">
                                  <p:stCondLst>
                                    <p:cond delay="0"/>
                                  </p:stCondLst>
                                  <p:childTnLst>
                                    <p:cmd type="call" cmd="togglePause">
                                      <p:cBhvr>
                                        <p:cTn id="22" dur="1" fill="hold"/>
                                        <p:tgtEl>
                                          <p:spTgt spid="19"/>
                                        </p:tgtEl>
                                      </p:cBhvr>
                                    </p:cmd>
                                  </p:childTnLst>
                                </p:cTn>
                              </p:par>
                            </p:childTnLst>
                          </p:cTn>
                        </p:par>
                      </p:childTnLst>
                    </p:cTn>
                  </p:par>
                </p:childTnLst>
              </p:cTn>
              <p:nextCondLst>
                <p:cond evt="onClick" delay="0">
                  <p:tgtEl>
                    <p:spTgt spid="19"/>
                  </p:tgtEl>
                </p:cond>
              </p:nextCondLst>
            </p:seq>
            <p:video>
              <p:cMediaNode vol="80000">
                <p:cTn id="23" fill="hold" display="0">
                  <p:stCondLst>
                    <p:cond delay="indefinite"/>
                  </p:stCondLst>
                </p:cTn>
                <p:tgtEl>
                  <p:spTgt spid="19"/>
                </p:tgtEl>
              </p:cMediaNode>
            </p:video>
          </p:childTnLst>
        </p:cTn>
      </p:par>
    </p:tnLst>
    <p:bldLst>
      <p:bldP spid="5" grpId="0" animBg="1"/>
      <p:bldP spid="6" grpId="0"/>
      <p:bldP spid="23" grpId="0"/>
    </p:bldLst>
  </p:timing>
</p:sld>
</file>

<file path=ppt/slides/slide29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4" name="组合 3">
            <a:extLst>
              <a:ext uri="{FF2B5EF4-FFF2-40B4-BE49-F238E27FC236}">
                <a16:creationId xmlns:a16="http://schemas.microsoft.com/office/drawing/2014/main" id="{869DCC19-099D-EE4E-2EAB-6CE30CEBA398}"/>
              </a:ext>
            </a:extLst>
          </p:cNvPr>
          <p:cNvGrpSpPr/>
          <p:nvPr/>
        </p:nvGrpSpPr>
        <p:grpSpPr>
          <a:xfrm>
            <a:off x="2868281" y="1188116"/>
            <a:ext cx="6475102" cy="4681298"/>
            <a:chOff x="2868281" y="1188116"/>
            <a:chExt cx="6475102" cy="4681298"/>
          </a:xfrm>
        </p:grpSpPr>
        <p:sp>
          <p:nvSpPr>
            <p:cNvPr id="12" name="íşlïḍè"/>
            <p:cNvSpPr txBox="1"/>
            <p:nvPr/>
          </p:nvSpPr>
          <p:spPr>
            <a:xfrm>
              <a:off x="3965621" y="1188116"/>
              <a:ext cx="4287076" cy="419100"/>
            </a:xfrm>
            <a:prstGeom prst="rect">
              <a:avLst/>
            </a:prstGeom>
            <a:noFill/>
          </p:spPr>
          <p:txBody>
            <a:bodyPr wrap="square" lIns="91440" tIns="45720" rIns="91440" bIns="45720" anchor="ctr">
              <a:noAutofit/>
            </a:bodyPr>
            <a:lstStyle/>
            <a:p>
              <a:pPr algn="ctr"/>
              <a:r>
                <a:rPr lang="en-US" altLang="zh-CN" sz="2400" b="1" dirty="0"/>
                <a:t>3.2.4 </a:t>
              </a:r>
              <a:r>
                <a:rPr lang="en-US" altLang="zh-CN" sz="2400" b="1" dirty="0">
                  <a:latin typeface="+mn-ea"/>
                </a:rPr>
                <a:t>CSMA/CD</a:t>
              </a:r>
              <a:r>
                <a:rPr lang="zh-CN" altLang="en-US" sz="2400" b="1" dirty="0"/>
                <a:t>协议</a:t>
              </a:r>
              <a:endParaRPr lang="en-US" altLang="zh-CN" sz="2400" b="1" dirty="0"/>
            </a:p>
          </p:txBody>
        </p:sp>
        <p:grpSp>
          <p:nvGrpSpPr>
            <p:cNvPr id="2" name="组合 1">
              <a:extLst>
                <a:ext uri="{FF2B5EF4-FFF2-40B4-BE49-F238E27FC236}">
                  <a16:creationId xmlns:a16="http://schemas.microsoft.com/office/drawing/2014/main" id="{E8DC0AB8-05EE-7787-9FBB-4E11065FD44D}"/>
                </a:ext>
              </a:extLst>
            </p:cNvPr>
            <p:cNvGrpSpPr/>
            <p:nvPr/>
          </p:nvGrpSpPr>
          <p:grpSpPr>
            <a:xfrm>
              <a:off x="2868281" y="1864102"/>
              <a:ext cx="6475102" cy="4005312"/>
              <a:chOff x="3493921" y="1864102"/>
              <a:chExt cx="6475102" cy="4005312"/>
            </a:xfrm>
          </p:grpSpPr>
          <p:sp>
            <p:nvSpPr>
              <p:cNvPr id="5" name="平行四边形 4"/>
              <p:cNvSpPr/>
              <p:nvPr/>
            </p:nvSpPr>
            <p:spPr>
              <a:xfrm>
                <a:off x="3493921" y="1864102"/>
                <a:ext cx="869401" cy="595554"/>
              </a:xfrm>
              <a:prstGeom prst="parallelogram">
                <a:avLst/>
              </a:prstGeom>
              <a:solidFill>
                <a:schemeClr val="accent3">
                  <a:lumMod val="75000"/>
                </a:schemeClr>
              </a:solidFill>
              <a:ln>
                <a:solidFill>
                  <a:schemeClr val="accent3">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CN" sz="2800" dirty="0">
                    <a:latin typeface="Impact" panose="020B0806030902050204" pitchFamily="34" charset="0"/>
                  </a:rPr>
                  <a:t>01</a:t>
                </a:r>
                <a:endParaRPr lang="zh-CN" altLang="en-US" sz="2800" dirty="0">
                  <a:latin typeface="Impact" panose="020B0806030902050204" pitchFamily="34" charset="0"/>
                </a:endParaRPr>
              </a:p>
            </p:txBody>
          </p:sp>
          <p:sp>
            <p:nvSpPr>
              <p:cNvPr id="25" name="平行四边形 24"/>
              <p:cNvSpPr/>
              <p:nvPr/>
            </p:nvSpPr>
            <p:spPr>
              <a:xfrm>
                <a:off x="4203052" y="1864102"/>
                <a:ext cx="5756571" cy="595554"/>
              </a:xfrm>
              <a:prstGeom prst="parallelogram">
                <a:avLst/>
              </a:prstGeom>
              <a:noFill/>
              <a:ln>
                <a:solidFill>
                  <a:schemeClr val="accent3">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r>
                  <a:rPr lang="en-US" altLang="zh-CN" sz="2200" b="1" dirty="0">
                    <a:solidFill>
                      <a:schemeClr val="tx1"/>
                    </a:solidFill>
                    <a:latin typeface="+mn-ea"/>
                  </a:rPr>
                  <a:t>CSMA/CD</a:t>
                </a:r>
                <a:r>
                  <a:rPr lang="zh-CN" altLang="en-US" sz="2200" b="1" dirty="0">
                    <a:solidFill>
                      <a:schemeClr val="tx1"/>
                    </a:solidFill>
                    <a:latin typeface="+mn-ea"/>
                  </a:rPr>
                  <a:t>协议</a:t>
                </a:r>
                <a:r>
                  <a:rPr lang="zh-CN" altLang="en-US" sz="2200" b="1" dirty="0">
                    <a:solidFill>
                      <a:schemeClr val="tx1"/>
                    </a:solidFill>
                    <a:latin typeface="Impact" panose="020B0806030902050204" pitchFamily="34" charset="0"/>
                  </a:rPr>
                  <a:t>的基本原理</a:t>
                </a:r>
              </a:p>
            </p:txBody>
          </p:sp>
          <p:sp>
            <p:nvSpPr>
              <p:cNvPr id="27" name="平行四边形 26"/>
              <p:cNvSpPr/>
              <p:nvPr/>
            </p:nvSpPr>
            <p:spPr>
              <a:xfrm>
                <a:off x="3493921" y="2716542"/>
                <a:ext cx="869402" cy="595554"/>
              </a:xfrm>
              <a:prstGeom prst="parallelogram">
                <a:avLst/>
              </a:prstGeom>
              <a:solidFill>
                <a:schemeClr val="accent3">
                  <a:lumMod val="75000"/>
                </a:schemeClr>
              </a:solidFill>
              <a:ln>
                <a:solidFill>
                  <a:schemeClr val="accent3">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CN" sz="2800" dirty="0">
                    <a:latin typeface="Impact" panose="020B0806030902050204" pitchFamily="34" charset="0"/>
                  </a:rPr>
                  <a:t>02</a:t>
                </a:r>
                <a:endParaRPr lang="zh-CN" altLang="en-US" sz="2800" dirty="0">
                  <a:latin typeface="Impact" panose="020B0806030902050204" pitchFamily="34" charset="0"/>
                </a:endParaRPr>
              </a:p>
            </p:txBody>
          </p:sp>
          <p:sp>
            <p:nvSpPr>
              <p:cNvPr id="28" name="平行四边形 27"/>
              <p:cNvSpPr/>
              <p:nvPr/>
            </p:nvSpPr>
            <p:spPr>
              <a:xfrm>
                <a:off x="4203051" y="2716542"/>
                <a:ext cx="5756572" cy="595554"/>
              </a:xfrm>
              <a:prstGeom prst="parallelogram">
                <a:avLst/>
              </a:prstGeom>
              <a:noFill/>
              <a:ln>
                <a:solidFill>
                  <a:schemeClr val="accent3">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r>
                  <a:rPr lang="zh-CN" altLang="en-US" sz="2200" b="1" dirty="0">
                    <a:solidFill>
                      <a:schemeClr val="tx1"/>
                    </a:solidFill>
                    <a:latin typeface="Impact" panose="020B0806030902050204" pitchFamily="34" charset="0"/>
                  </a:rPr>
                  <a:t>共享式以太网的争用期</a:t>
                </a:r>
              </a:p>
            </p:txBody>
          </p:sp>
          <p:sp>
            <p:nvSpPr>
              <p:cNvPr id="11" name="平行四边形 10">
                <a:extLst>
                  <a:ext uri="{FF2B5EF4-FFF2-40B4-BE49-F238E27FC236}">
                    <a16:creationId xmlns:a16="http://schemas.microsoft.com/office/drawing/2014/main" id="{FB42DCD5-5514-3E1D-F8ED-2DE88E081FE8}"/>
                  </a:ext>
                </a:extLst>
              </p:cNvPr>
              <p:cNvSpPr/>
              <p:nvPr/>
            </p:nvSpPr>
            <p:spPr>
              <a:xfrm>
                <a:off x="3493921" y="3568982"/>
                <a:ext cx="828092" cy="595554"/>
              </a:xfrm>
              <a:prstGeom prst="parallelogram">
                <a:avLst/>
              </a:prstGeom>
              <a:solidFill>
                <a:schemeClr val="accent3">
                  <a:lumMod val="75000"/>
                </a:schemeClr>
              </a:solidFill>
              <a:ln>
                <a:solidFill>
                  <a:schemeClr val="accent3">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CN" sz="2800" dirty="0">
                    <a:latin typeface="Impact" panose="020B0806030902050204" pitchFamily="34" charset="0"/>
                  </a:rPr>
                  <a:t>03</a:t>
                </a:r>
                <a:endParaRPr lang="zh-CN" altLang="en-US" sz="2800" dirty="0">
                  <a:latin typeface="Impact" panose="020B0806030902050204" pitchFamily="34" charset="0"/>
                </a:endParaRPr>
              </a:p>
            </p:txBody>
          </p:sp>
          <p:sp>
            <p:nvSpPr>
              <p:cNvPr id="13" name="平行四边形 12">
                <a:extLst>
                  <a:ext uri="{FF2B5EF4-FFF2-40B4-BE49-F238E27FC236}">
                    <a16:creationId xmlns:a16="http://schemas.microsoft.com/office/drawing/2014/main" id="{F60D6E6E-1CB1-6E39-5E05-C6F857FA1BC0}"/>
                  </a:ext>
                </a:extLst>
              </p:cNvPr>
              <p:cNvSpPr/>
              <p:nvPr/>
            </p:nvSpPr>
            <p:spPr>
              <a:xfrm>
                <a:off x="4169357" y="3568982"/>
                <a:ext cx="5799666" cy="595554"/>
              </a:xfrm>
              <a:prstGeom prst="parallelogram">
                <a:avLst/>
              </a:prstGeom>
              <a:noFill/>
              <a:ln>
                <a:solidFill>
                  <a:schemeClr val="accent3">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r>
                  <a:rPr lang="zh-CN" altLang="en-US" sz="2200" b="1" dirty="0">
                    <a:solidFill>
                      <a:schemeClr val="tx1"/>
                    </a:solidFill>
                    <a:latin typeface="Impact" panose="020B0806030902050204" pitchFamily="34" charset="0"/>
                  </a:rPr>
                  <a:t>共享式以太网的最小帧长和最大帧长</a:t>
                </a:r>
              </a:p>
            </p:txBody>
          </p:sp>
          <p:sp>
            <p:nvSpPr>
              <p:cNvPr id="15" name="平行四边形 14">
                <a:extLst>
                  <a:ext uri="{FF2B5EF4-FFF2-40B4-BE49-F238E27FC236}">
                    <a16:creationId xmlns:a16="http://schemas.microsoft.com/office/drawing/2014/main" id="{5B1F39AF-60F1-35FD-B7C2-59FC6D635B68}"/>
                  </a:ext>
                </a:extLst>
              </p:cNvPr>
              <p:cNvSpPr/>
              <p:nvPr/>
            </p:nvSpPr>
            <p:spPr>
              <a:xfrm>
                <a:off x="3493921" y="4421422"/>
                <a:ext cx="828092" cy="595554"/>
              </a:xfrm>
              <a:prstGeom prst="parallelogram">
                <a:avLst/>
              </a:prstGeom>
              <a:solidFill>
                <a:schemeClr val="accent3">
                  <a:lumMod val="75000"/>
                </a:schemeClr>
              </a:solidFill>
              <a:ln>
                <a:solidFill>
                  <a:schemeClr val="accent3">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CN" sz="2800" dirty="0">
                    <a:latin typeface="Impact" panose="020B0806030902050204" pitchFamily="34" charset="0"/>
                  </a:rPr>
                  <a:t>04</a:t>
                </a:r>
                <a:endParaRPr lang="zh-CN" altLang="en-US" sz="2800" dirty="0">
                  <a:latin typeface="Impact" panose="020B0806030902050204" pitchFamily="34" charset="0"/>
                </a:endParaRPr>
              </a:p>
            </p:txBody>
          </p:sp>
          <p:sp>
            <p:nvSpPr>
              <p:cNvPr id="16" name="平行四边形 15">
                <a:extLst>
                  <a:ext uri="{FF2B5EF4-FFF2-40B4-BE49-F238E27FC236}">
                    <a16:creationId xmlns:a16="http://schemas.microsoft.com/office/drawing/2014/main" id="{1AEEA60A-3400-1552-722A-3A1CF1616323}"/>
                  </a:ext>
                </a:extLst>
              </p:cNvPr>
              <p:cNvSpPr/>
              <p:nvPr/>
            </p:nvSpPr>
            <p:spPr>
              <a:xfrm>
                <a:off x="4169357" y="4421422"/>
                <a:ext cx="5799666" cy="595554"/>
              </a:xfrm>
              <a:prstGeom prst="parallelogram">
                <a:avLst/>
              </a:prstGeom>
              <a:noFill/>
              <a:ln>
                <a:solidFill>
                  <a:schemeClr val="accent3">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r>
                  <a:rPr lang="zh-CN" altLang="en-US" sz="2200" b="1" dirty="0">
                    <a:solidFill>
                      <a:schemeClr val="tx1"/>
                    </a:solidFill>
                    <a:latin typeface="Impact" panose="020B0806030902050204" pitchFamily="34" charset="0"/>
                  </a:rPr>
                  <a:t>共享式以太网的退避算法</a:t>
                </a:r>
              </a:p>
            </p:txBody>
          </p:sp>
          <p:sp>
            <p:nvSpPr>
              <p:cNvPr id="18" name="平行四边形 17">
                <a:extLst>
                  <a:ext uri="{FF2B5EF4-FFF2-40B4-BE49-F238E27FC236}">
                    <a16:creationId xmlns:a16="http://schemas.microsoft.com/office/drawing/2014/main" id="{5821734D-69A4-D91C-0F71-B0EE246FD15F}"/>
                  </a:ext>
                </a:extLst>
              </p:cNvPr>
              <p:cNvSpPr/>
              <p:nvPr/>
            </p:nvSpPr>
            <p:spPr>
              <a:xfrm>
                <a:off x="3493921" y="5273860"/>
                <a:ext cx="828092" cy="595554"/>
              </a:xfrm>
              <a:prstGeom prst="parallelogram">
                <a:avLst/>
              </a:prstGeom>
              <a:solidFill>
                <a:schemeClr val="accent3">
                  <a:lumMod val="75000"/>
                </a:schemeClr>
              </a:solidFill>
              <a:ln>
                <a:solidFill>
                  <a:schemeClr val="accent3">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CN" sz="2800" dirty="0">
                    <a:latin typeface="Impact" panose="020B0806030902050204" pitchFamily="34" charset="0"/>
                  </a:rPr>
                  <a:t>05</a:t>
                </a:r>
                <a:endParaRPr lang="zh-CN" altLang="en-US" sz="2800" dirty="0">
                  <a:latin typeface="Impact" panose="020B0806030902050204" pitchFamily="34" charset="0"/>
                </a:endParaRPr>
              </a:p>
            </p:txBody>
          </p:sp>
          <p:sp>
            <p:nvSpPr>
              <p:cNvPr id="19" name="平行四边形 18">
                <a:extLst>
                  <a:ext uri="{FF2B5EF4-FFF2-40B4-BE49-F238E27FC236}">
                    <a16:creationId xmlns:a16="http://schemas.microsoft.com/office/drawing/2014/main" id="{E6065EBC-8172-C9EA-8EA9-B37C7E4092FF}"/>
                  </a:ext>
                </a:extLst>
              </p:cNvPr>
              <p:cNvSpPr/>
              <p:nvPr/>
            </p:nvSpPr>
            <p:spPr>
              <a:xfrm>
                <a:off x="4169357" y="5273860"/>
                <a:ext cx="5799666" cy="595554"/>
              </a:xfrm>
              <a:prstGeom prst="parallelogram">
                <a:avLst/>
              </a:prstGeom>
              <a:noFill/>
              <a:ln>
                <a:solidFill>
                  <a:schemeClr val="accent3">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r>
                  <a:rPr lang="zh-CN" altLang="en-US" sz="2200" b="1" dirty="0">
                    <a:solidFill>
                      <a:schemeClr val="tx1"/>
                    </a:solidFill>
                    <a:latin typeface="Impact" panose="020B0806030902050204" pitchFamily="34" charset="0"/>
                  </a:rPr>
                  <a:t>共享式以太网的信道利用率</a:t>
                </a:r>
              </a:p>
            </p:txBody>
          </p:sp>
        </p:grpSp>
      </p:grpSp>
    </p:spTree>
    <p:extLst>
      <p:ext uri="{BB962C8B-B14F-4D97-AF65-F5344CB8AC3E}">
        <p14:creationId xmlns:p14="http://schemas.microsoft.com/office/powerpoint/2010/main" val="2483857555"/>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42" presetClass="entr" presetSubtype="0" fill="hold" nodeType="withEffect">
                                  <p:stCondLst>
                                    <p:cond delay="0"/>
                                  </p:stCondLst>
                                  <p:childTnLst>
                                    <p:set>
                                      <p:cBhvr>
                                        <p:cTn id="6" dur="1" fill="hold">
                                          <p:stCondLst>
                                            <p:cond delay="0"/>
                                          </p:stCondLst>
                                        </p:cTn>
                                        <p:tgtEl>
                                          <p:spTgt spid="4"/>
                                        </p:tgtEl>
                                        <p:attrNameLst>
                                          <p:attrName>style.visibility</p:attrName>
                                        </p:attrNameLst>
                                      </p:cBhvr>
                                      <p:to>
                                        <p:strVal val="visible"/>
                                      </p:to>
                                    </p:set>
                                    <p:animEffect transition="in" filter="fade">
                                      <p:cBhvr>
                                        <p:cTn id="7" dur="1000"/>
                                        <p:tgtEl>
                                          <p:spTgt spid="4"/>
                                        </p:tgtEl>
                                      </p:cBhvr>
                                    </p:animEffect>
                                    <p:anim calcmode="lin" valueType="num">
                                      <p:cBhvr>
                                        <p:cTn id="8" dur="1000" fill="hold"/>
                                        <p:tgtEl>
                                          <p:spTgt spid="4"/>
                                        </p:tgtEl>
                                        <p:attrNameLst>
                                          <p:attrName>ppt_x</p:attrName>
                                        </p:attrNameLst>
                                      </p:cBhvr>
                                      <p:tavLst>
                                        <p:tav tm="0">
                                          <p:val>
                                            <p:strVal val="#ppt_x"/>
                                          </p:val>
                                        </p:tav>
                                        <p:tav tm="100000">
                                          <p:val>
                                            <p:strVal val="#ppt_x"/>
                                          </p:val>
                                        </p:tav>
                                      </p:tavLst>
                                    </p:anim>
                                    <p:anim calcmode="lin" valueType="num">
                                      <p:cBhvr>
                                        <p:cTn id="9" dur="1000" fill="hold"/>
                                        <p:tgtEl>
                                          <p:spTgt spid="4"/>
                                        </p:tgtEl>
                                        <p:attrNameLst>
                                          <p:attrName>ppt_y</p:attrName>
                                        </p:attrNameLst>
                                      </p:cBhvr>
                                      <p:tavLst>
                                        <p:tav tm="0">
                                          <p:val>
                                            <p:strVal val="#ppt_y+.1"/>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29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4" name="组合 3">
            <a:extLst>
              <a:ext uri="{FF2B5EF4-FFF2-40B4-BE49-F238E27FC236}">
                <a16:creationId xmlns:a16="http://schemas.microsoft.com/office/drawing/2014/main" id="{9A1EA9F2-FCB6-48C3-935F-7AE7E3AD14AC}"/>
              </a:ext>
            </a:extLst>
          </p:cNvPr>
          <p:cNvGrpSpPr/>
          <p:nvPr/>
        </p:nvGrpSpPr>
        <p:grpSpPr>
          <a:xfrm>
            <a:off x="304800" y="749300"/>
            <a:ext cx="6192344" cy="400110"/>
            <a:chOff x="424117" y="898245"/>
            <a:chExt cx="6192344" cy="400110"/>
          </a:xfrm>
        </p:grpSpPr>
        <p:sp>
          <p:nvSpPr>
            <p:cNvPr id="2" name="平行四边形 1">
              <a:extLst>
                <a:ext uri="{FF2B5EF4-FFF2-40B4-BE49-F238E27FC236}">
                  <a16:creationId xmlns:a16="http://schemas.microsoft.com/office/drawing/2014/main" id="{1F5BAA3F-9845-4F89-A2DD-8222D3E4EDAC}"/>
                </a:ext>
              </a:extLst>
            </p:cNvPr>
            <p:cNvSpPr/>
            <p:nvPr/>
          </p:nvSpPr>
          <p:spPr>
            <a:xfrm>
              <a:off x="424117" y="898245"/>
              <a:ext cx="628306" cy="387090"/>
            </a:xfrm>
            <a:prstGeom prst="parallelogram">
              <a:avLst/>
            </a:prstGeom>
            <a:solidFill>
              <a:schemeClr val="accent3">
                <a:lumMod val="75000"/>
              </a:schemeClr>
            </a:solidFill>
            <a:ln>
              <a:solidFill>
                <a:schemeClr val="accent3">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CN" sz="2200" dirty="0">
                  <a:latin typeface="Impact" panose="020B0806030902050204" pitchFamily="34" charset="0"/>
                </a:rPr>
                <a:t>01</a:t>
              </a:r>
              <a:endParaRPr lang="zh-CN" altLang="en-US" sz="2200" dirty="0">
                <a:latin typeface="Impact" panose="020B0806030902050204" pitchFamily="34" charset="0"/>
              </a:endParaRPr>
            </a:p>
          </p:txBody>
        </p:sp>
        <p:sp>
          <p:nvSpPr>
            <p:cNvPr id="3" name="文本框 2">
              <a:extLst>
                <a:ext uri="{FF2B5EF4-FFF2-40B4-BE49-F238E27FC236}">
                  <a16:creationId xmlns:a16="http://schemas.microsoft.com/office/drawing/2014/main" id="{4D6BD736-A4D3-4F26-AFED-36E11F50F70B}"/>
                </a:ext>
              </a:extLst>
            </p:cNvPr>
            <p:cNvSpPr txBox="1"/>
            <p:nvPr/>
          </p:nvSpPr>
          <p:spPr>
            <a:xfrm>
              <a:off x="1052423" y="898245"/>
              <a:ext cx="5564038" cy="400110"/>
            </a:xfrm>
            <a:prstGeom prst="rect">
              <a:avLst/>
            </a:prstGeom>
            <a:noFill/>
          </p:spPr>
          <p:txBody>
            <a:bodyPr wrap="square" rtlCol="0">
              <a:spAutoFit/>
            </a:bodyPr>
            <a:lstStyle/>
            <a:p>
              <a:r>
                <a:rPr lang="en-US" altLang="zh-CN" sz="2000" b="1" dirty="0"/>
                <a:t>CSMA/CD</a:t>
              </a:r>
              <a:r>
                <a:rPr lang="zh-CN" altLang="en-US" sz="2000" b="1" dirty="0"/>
                <a:t>协议的基本原理</a:t>
              </a:r>
              <a:endParaRPr lang="en-US" altLang="zh-CN" sz="2000" b="1" dirty="0"/>
            </a:p>
          </p:txBody>
        </p:sp>
      </p:grpSp>
      <p:sp>
        <p:nvSpPr>
          <p:cNvPr id="40" name="矩形 39">
            <a:extLst>
              <a:ext uri="{FF2B5EF4-FFF2-40B4-BE49-F238E27FC236}">
                <a16:creationId xmlns:a16="http://schemas.microsoft.com/office/drawing/2014/main" id="{BCD66B3D-D3F7-4440-9406-4ECBF941DE41}"/>
              </a:ext>
            </a:extLst>
          </p:cNvPr>
          <p:cNvSpPr/>
          <p:nvPr/>
        </p:nvSpPr>
        <p:spPr>
          <a:xfrm>
            <a:off x="1056633" y="1335374"/>
            <a:ext cx="256976" cy="256976"/>
          </a:xfrm>
          <a:prstGeom prst="rect">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41" name="íşlïḍè">
            <a:extLst>
              <a:ext uri="{FF2B5EF4-FFF2-40B4-BE49-F238E27FC236}">
                <a16:creationId xmlns:a16="http://schemas.microsoft.com/office/drawing/2014/main" id="{0216106F-37A5-40E5-BDEA-DFCA29F868ED}"/>
              </a:ext>
            </a:extLst>
          </p:cNvPr>
          <p:cNvSpPr txBox="1"/>
          <p:nvPr/>
        </p:nvSpPr>
        <p:spPr>
          <a:xfrm>
            <a:off x="1373861" y="1281052"/>
            <a:ext cx="10276516" cy="646419"/>
          </a:xfrm>
          <a:prstGeom prst="rect">
            <a:avLst/>
          </a:prstGeom>
          <a:noFill/>
        </p:spPr>
        <p:txBody>
          <a:bodyPr wrap="square" lIns="91440" tIns="45720" rIns="91440" bIns="45720" anchor="ctr">
            <a:noAutofit/>
          </a:bodyPr>
          <a:lstStyle/>
          <a:p>
            <a:r>
              <a:rPr lang="zh-CN" altLang="en-US" b="1" dirty="0">
                <a:latin typeface="Arial Narrow" panose="020B0606020202030204" pitchFamily="34" charset="0"/>
              </a:rPr>
              <a:t>在以太网的发展初期，人们普遍认为“无源的电缆线比有源器件可靠”，因此将多个站点连接在一条总线上来构建</a:t>
            </a:r>
            <a:r>
              <a:rPr lang="zh-CN" altLang="en-US" b="1" dirty="0">
                <a:solidFill>
                  <a:schemeClr val="accent1">
                    <a:lumMod val="75000"/>
                  </a:schemeClr>
                </a:solidFill>
                <a:latin typeface="Arial Narrow" panose="020B0606020202030204" pitchFamily="34" charset="0"/>
              </a:rPr>
              <a:t>共享总线以太网</a:t>
            </a:r>
            <a:r>
              <a:rPr lang="zh-CN" altLang="en-US" b="1" dirty="0">
                <a:latin typeface="Arial Narrow" panose="020B0606020202030204" pitchFamily="34" charset="0"/>
              </a:rPr>
              <a:t>。</a:t>
            </a:r>
          </a:p>
        </p:txBody>
      </p:sp>
      <p:grpSp>
        <p:nvGrpSpPr>
          <p:cNvPr id="18" name="组合 17">
            <a:extLst>
              <a:ext uri="{FF2B5EF4-FFF2-40B4-BE49-F238E27FC236}">
                <a16:creationId xmlns:a16="http://schemas.microsoft.com/office/drawing/2014/main" id="{59DE564A-E01D-481A-9E16-24057D81465A}"/>
              </a:ext>
            </a:extLst>
          </p:cNvPr>
          <p:cNvGrpSpPr/>
          <p:nvPr/>
        </p:nvGrpSpPr>
        <p:grpSpPr>
          <a:xfrm>
            <a:off x="2455280" y="3752911"/>
            <a:ext cx="7180791" cy="812800"/>
            <a:chOff x="2455280" y="3752911"/>
            <a:chExt cx="7180791" cy="812800"/>
          </a:xfrm>
        </p:grpSpPr>
        <p:cxnSp>
          <p:nvCxnSpPr>
            <p:cNvPr id="79" name="直接连接符 78">
              <a:extLst>
                <a:ext uri="{FF2B5EF4-FFF2-40B4-BE49-F238E27FC236}">
                  <a16:creationId xmlns:a16="http://schemas.microsoft.com/office/drawing/2014/main" id="{B50EE89A-0ED5-451A-B7B7-400F31C8340B}"/>
                </a:ext>
              </a:extLst>
            </p:cNvPr>
            <p:cNvCxnSpPr/>
            <p:nvPr/>
          </p:nvCxnSpPr>
          <p:spPr>
            <a:xfrm flipV="1">
              <a:off x="9636071" y="3752911"/>
              <a:ext cx="0" cy="812800"/>
            </a:xfrm>
            <a:prstGeom prst="line">
              <a:avLst/>
            </a:prstGeom>
            <a:ln w="152400">
              <a:solidFill>
                <a:schemeClr val="tx1"/>
              </a:solidFill>
              <a:tailEnd w="med" len="lg"/>
            </a:ln>
          </p:spPr>
          <p:style>
            <a:lnRef idx="1">
              <a:schemeClr val="accent1"/>
            </a:lnRef>
            <a:fillRef idx="0">
              <a:schemeClr val="accent1"/>
            </a:fillRef>
            <a:effectRef idx="0">
              <a:schemeClr val="accent1"/>
            </a:effectRef>
            <a:fontRef idx="minor">
              <a:schemeClr val="tx1"/>
            </a:fontRef>
          </p:style>
        </p:cxnSp>
        <p:cxnSp>
          <p:nvCxnSpPr>
            <p:cNvPr id="46" name="直接连接符 45">
              <a:extLst>
                <a:ext uri="{FF2B5EF4-FFF2-40B4-BE49-F238E27FC236}">
                  <a16:creationId xmlns:a16="http://schemas.microsoft.com/office/drawing/2014/main" id="{68F324E7-1E7B-4122-B649-A70071C4A6D7}"/>
                </a:ext>
              </a:extLst>
            </p:cNvPr>
            <p:cNvCxnSpPr/>
            <p:nvPr/>
          </p:nvCxnSpPr>
          <p:spPr>
            <a:xfrm flipV="1">
              <a:off x="2455280" y="3752911"/>
              <a:ext cx="0" cy="812800"/>
            </a:xfrm>
            <a:prstGeom prst="line">
              <a:avLst/>
            </a:prstGeom>
            <a:ln w="152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8" name="直接连接符 47">
              <a:extLst>
                <a:ext uri="{FF2B5EF4-FFF2-40B4-BE49-F238E27FC236}">
                  <a16:creationId xmlns:a16="http://schemas.microsoft.com/office/drawing/2014/main" id="{4EAB45B4-373A-4ECC-AEA3-0CD6AD6A47BB}"/>
                </a:ext>
              </a:extLst>
            </p:cNvPr>
            <p:cNvCxnSpPr/>
            <p:nvPr/>
          </p:nvCxnSpPr>
          <p:spPr>
            <a:xfrm flipV="1">
              <a:off x="4878779" y="3752911"/>
              <a:ext cx="0" cy="812800"/>
            </a:xfrm>
            <a:prstGeom prst="line">
              <a:avLst/>
            </a:prstGeom>
            <a:ln w="152400">
              <a:solidFill>
                <a:schemeClr val="tx1"/>
              </a:solidFill>
              <a:tailEnd w="med" len="lg"/>
            </a:ln>
          </p:spPr>
          <p:style>
            <a:lnRef idx="1">
              <a:schemeClr val="accent1"/>
            </a:lnRef>
            <a:fillRef idx="0">
              <a:schemeClr val="accent1"/>
            </a:fillRef>
            <a:effectRef idx="0">
              <a:schemeClr val="accent1"/>
            </a:effectRef>
            <a:fontRef idx="minor">
              <a:schemeClr val="tx1"/>
            </a:fontRef>
          </p:style>
        </p:cxnSp>
        <p:cxnSp>
          <p:nvCxnSpPr>
            <p:cNvPr id="50" name="直接连接符 49">
              <a:extLst>
                <a:ext uri="{FF2B5EF4-FFF2-40B4-BE49-F238E27FC236}">
                  <a16:creationId xmlns:a16="http://schemas.microsoft.com/office/drawing/2014/main" id="{866DE1FD-FE69-43AD-A3E9-EB682A52429D}"/>
                </a:ext>
              </a:extLst>
            </p:cNvPr>
            <p:cNvCxnSpPr/>
            <p:nvPr/>
          </p:nvCxnSpPr>
          <p:spPr>
            <a:xfrm flipV="1">
              <a:off x="7249637" y="3752911"/>
              <a:ext cx="0" cy="812800"/>
            </a:xfrm>
            <a:prstGeom prst="line">
              <a:avLst/>
            </a:prstGeom>
            <a:ln w="1524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7" name="组合 16">
            <a:extLst>
              <a:ext uri="{FF2B5EF4-FFF2-40B4-BE49-F238E27FC236}">
                <a16:creationId xmlns:a16="http://schemas.microsoft.com/office/drawing/2014/main" id="{1AD762DB-3739-4295-96B9-EF072C43A511}"/>
              </a:ext>
            </a:extLst>
          </p:cNvPr>
          <p:cNvGrpSpPr/>
          <p:nvPr/>
        </p:nvGrpSpPr>
        <p:grpSpPr>
          <a:xfrm>
            <a:off x="1618162" y="3599500"/>
            <a:ext cx="8955675" cy="238462"/>
            <a:chOff x="1618162" y="3599500"/>
            <a:chExt cx="8955675" cy="238462"/>
          </a:xfrm>
        </p:grpSpPr>
        <p:cxnSp>
          <p:nvCxnSpPr>
            <p:cNvPr id="45" name="直接连接符 44">
              <a:extLst>
                <a:ext uri="{FF2B5EF4-FFF2-40B4-BE49-F238E27FC236}">
                  <a16:creationId xmlns:a16="http://schemas.microsoft.com/office/drawing/2014/main" id="{CF25AE11-9337-42C1-B461-2B094F3FF441}"/>
                </a:ext>
              </a:extLst>
            </p:cNvPr>
            <p:cNvCxnSpPr>
              <a:cxnSpLocks/>
            </p:cNvCxnSpPr>
            <p:nvPr/>
          </p:nvCxnSpPr>
          <p:spPr>
            <a:xfrm>
              <a:off x="1749794" y="3725200"/>
              <a:ext cx="8622888" cy="0"/>
            </a:xfrm>
            <a:prstGeom prst="line">
              <a:avLst/>
            </a:prstGeom>
            <a:ln w="152400">
              <a:solidFill>
                <a:schemeClr val="tx1"/>
              </a:solidFill>
            </a:ln>
          </p:spPr>
          <p:style>
            <a:lnRef idx="1">
              <a:schemeClr val="accent1"/>
            </a:lnRef>
            <a:fillRef idx="0">
              <a:schemeClr val="accent1"/>
            </a:fillRef>
            <a:effectRef idx="0">
              <a:schemeClr val="accent1"/>
            </a:effectRef>
            <a:fontRef idx="minor">
              <a:schemeClr val="tx1"/>
            </a:fontRef>
          </p:style>
        </p:cxnSp>
        <p:sp>
          <p:nvSpPr>
            <p:cNvPr id="52" name="矩形 51">
              <a:extLst>
                <a:ext uri="{FF2B5EF4-FFF2-40B4-BE49-F238E27FC236}">
                  <a16:creationId xmlns:a16="http://schemas.microsoft.com/office/drawing/2014/main" id="{ADC443E8-4D96-4857-9A04-ABD5711A1A74}"/>
                </a:ext>
              </a:extLst>
            </p:cNvPr>
            <p:cNvSpPr/>
            <p:nvPr/>
          </p:nvSpPr>
          <p:spPr>
            <a:xfrm>
              <a:off x="1618162" y="3599500"/>
              <a:ext cx="225524" cy="225524"/>
            </a:xfrm>
            <a:prstGeom prst="rect">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53" name="矩形 52">
              <a:extLst>
                <a:ext uri="{FF2B5EF4-FFF2-40B4-BE49-F238E27FC236}">
                  <a16:creationId xmlns:a16="http://schemas.microsoft.com/office/drawing/2014/main" id="{01A3652D-2CBA-416D-BA7E-94C923ABB90D}"/>
                </a:ext>
              </a:extLst>
            </p:cNvPr>
            <p:cNvSpPr/>
            <p:nvPr/>
          </p:nvSpPr>
          <p:spPr>
            <a:xfrm>
              <a:off x="10348313" y="3612438"/>
              <a:ext cx="225524" cy="225524"/>
            </a:xfrm>
            <a:prstGeom prst="rect">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grpSp>
      <p:grpSp>
        <p:nvGrpSpPr>
          <p:cNvPr id="16" name="组合 15">
            <a:extLst>
              <a:ext uri="{FF2B5EF4-FFF2-40B4-BE49-F238E27FC236}">
                <a16:creationId xmlns:a16="http://schemas.microsoft.com/office/drawing/2014/main" id="{F74A979A-712A-43C8-AD68-88CB8B283CBC}"/>
              </a:ext>
            </a:extLst>
          </p:cNvPr>
          <p:cNvGrpSpPr/>
          <p:nvPr/>
        </p:nvGrpSpPr>
        <p:grpSpPr>
          <a:xfrm>
            <a:off x="1968674" y="4445636"/>
            <a:ext cx="7852814" cy="641082"/>
            <a:chOff x="1968674" y="4445636"/>
            <a:chExt cx="7852814" cy="641082"/>
          </a:xfrm>
        </p:grpSpPr>
        <p:grpSp>
          <p:nvGrpSpPr>
            <p:cNvPr id="11" name="组合 10">
              <a:extLst>
                <a:ext uri="{FF2B5EF4-FFF2-40B4-BE49-F238E27FC236}">
                  <a16:creationId xmlns:a16="http://schemas.microsoft.com/office/drawing/2014/main" id="{BDD59C05-471B-4561-AD9B-C3EC7C8FCC84}"/>
                </a:ext>
              </a:extLst>
            </p:cNvPr>
            <p:cNvGrpSpPr/>
            <p:nvPr/>
          </p:nvGrpSpPr>
          <p:grpSpPr>
            <a:xfrm>
              <a:off x="1968674" y="4445636"/>
              <a:ext cx="662814" cy="641082"/>
              <a:chOff x="812355" y="3422987"/>
              <a:chExt cx="662814" cy="641082"/>
            </a:xfrm>
          </p:grpSpPr>
          <p:pic>
            <p:nvPicPr>
              <p:cNvPr id="47" name="图形 46">
                <a:extLst>
                  <a:ext uri="{FF2B5EF4-FFF2-40B4-BE49-F238E27FC236}">
                    <a16:creationId xmlns:a16="http://schemas.microsoft.com/office/drawing/2014/main" id="{2F188BC2-B766-4124-BD49-EAFEE881A38F}"/>
                  </a:ext>
                </a:extLst>
              </p:cNvPr>
              <p:cNvPicPr>
                <a:picLocks noChangeAspect="1"/>
              </p:cNvPicPr>
              <p:nvPr/>
            </p:nvPicPr>
            <p:blipFill>
              <a:blip r:embed="rId3">
                <a:extLst>
                  <a:ext uri="{28A0092B-C50C-407E-A947-70E740481C1C}">
                    <a14:useLocalDpi xmlns:a14="http://schemas.microsoft.com/office/drawing/2010/main" val="0"/>
                  </a:ext>
                  <a:ext uri="{96DAC541-7B7A-43D3-8B79-37D633B846F1}">
                    <asvg:svgBlip xmlns:asvg="http://schemas.microsoft.com/office/drawing/2016/SVG/main" r:embed="rId4"/>
                  </a:ext>
                </a:extLst>
              </a:blip>
              <a:stretch>
                <a:fillRect/>
              </a:stretch>
            </p:blipFill>
            <p:spPr>
              <a:xfrm>
                <a:off x="812355" y="3422987"/>
                <a:ext cx="662814" cy="641082"/>
              </a:xfrm>
              <a:prstGeom prst="rect">
                <a:avLst/>
              </a:prstGeom>
            </p:spPr>
          </p:pic>
          <p:sp>
            <p:nvSpPr>
              <p:cNvPr id="10" name="文本框 9">
                <a:extLst>
                  <a:ext uri="{FF2B5EF4-FFF2-40B4-BE49-F238E27FC236}">
                    <a16:creationId xmlns:a16="http://schemas.microsoft.com/office/drawing/2014/main" id="{B6FCB237-5D41-43CE-AB0D-0E6FF7895DCC}"/>
                  </a:ext>
                </a:extLst>
              </p:cNvPr>
              <p:cNvSpPr txBox="1"/>
              <p:nvPr/>
            </p:nvSpPr>
            <p:spPr>
              <a:xfrm>
                <a:off x="1087044" y="3451320"/>
                <a:ext cx="355235" cy="400110"/>
              </a:xfrm>
              <a:prstGeom prst="rect">
                <a:avLst/>
              </a:prstGeom>
              <a:noFill/>
            </p:spPr>
            <p:txBody>
              <a:bodyPr wrap="square" rtlCol="0">
                <a:spAutoFit/>
              </a:bodyPr>
              <a:lstStyle/>
              <a:p>
                <a:pPr algn="ctr"/>
                <a:r>
                  <a:rPr lang="en-US" altLang="zh-CN" sz="2000" b="1" dirty="0">
                    <a:solidFill>
                      <a:schemeClr val="bg1"/>
                    </a:solidFill>
                    <a:latin typeface="Arial Black" panose="020B0A04020102020204" pitchFamily="34" charset="0"/>
                    <a:ea typeface="+mj-ea"/>
                  </a:rPr>
                  <a:t>A</a:t>
                </a:r>
                <a:endParaRPr lang="zh-CN" altLang="en-US" sz="2000" b="1" dirty="0">
                  <a:solidFill>
                    <a:schemeClr val="bg1"/>
                  </a:solidFill>
                  <a:latin typeface="Arial Black" panose="020B0A04020102020204" pitchFamily="34" charset="0"/>
                  <a:ea typeface="+mj-ea"/>
                </a:endParaRPr>
              </a:p>
            </p:txBody>
          </p:sp>
        </p:grpSp>
        <p:grpSp>
          <p:nvGrpSpPr>
            <p:cNvPr id="12" name="组合 11">
              <a:extLst>
                <a:ext uri="{FF2B5EF4-FFF2-40B4-BE49-F238E27FC236}">
                  <a16:creationId xmlns:a16="http://schemas.microsoft.com/office/drawing/2014/main" id="{5269C008-81D1-4D80-9EFF-416BE9397B7F}"/>
                </a:ext>
              </a:extLst>
            </p:cNvPr>
            <p:cNvGrpSpPr/>
            <p:nvPr/>
          </p:nvGrpSpPr>
          <p:grpSpPr>
            <a:xfrm>
              <a:off x="4365341" y="4445636"/>
              <a:ext cx="662814" cy="641082"/>
              <a:chOff x="3209022" y="3422987"/>
              <a:chExt cx="662814" cy="641082"/>
            </a:xfrm>
          </p:grpSpPr>
          <p:pic>
            <p:nvPicPr>
              <p:cNvPr id="49" name="图形 48">
                <a:extLst>
                  <a:ext uri="{FF2B5EF4-FFF2-40B4-BE49-F238E27FC236}">
                    <a16:creationId xmlns:a16="http://schemas.microsoft.com/office/drawing/2014/main" id="{7D68CE9E-EEA6-4751-AC4F-25828AABA975}"/>
                  </a:ext>
                </a:extLst>
              </p:cNvPr>
              <p:cNvPicPr>
                <a:picLocks noChangeAspect="1"/>
              </p:cNvPicPr>
              <p:nvPr/>
            </p:nvPicPr>
            <p:blipFill>
              <a:blip r:embed="rId3">
                <a:extLst>
                  <a:ext uri="{28A0092B-C50C-407E-A947-70E740481C1C}">
                    <a14:useLocalDpi xmlns:a14="http://schemas.microsoft.com/office/drawing/2010/main" val="0"/>
                  </a:ext>
                  <a:ext uri="{96DAC541-7B7A-43D3-8B79-37D633B846F1}">
                    <asvg:svgBlip xmlns:asvg="http://schemas.microsoft.com/office/drawing/2016/SVG/main" r:embed="rId4"/>
                  </a:ext>
                </a:extLst>
              </a:blip>
              <a:stretch>
                <a:fillRect/>
              </a:stretch>
            </p:blipFill>
            <p:spPr>
              <a:xfrm>
                <a:off x="3209022" y="3422987"/>
                <a:ext cx="662814" cy="641082"/>
              </a:xfrm>
              <a:prstGeom prst="rect">
                <a:avLst/>
              </a:prstGeom>
            </p:spPr>
          </p:pic>
          <p:sp>
            <p:nvSpPr>
              <p:cNvPr id="80" name="文本框 79">
                <a:extLst>
                  <a:ext uri="{FF2B5EF4-FFF2-40B4-BE49-F238E27FC236}">
                    <a16:creationId xmlns:a16="http://schemas.microsoft.com/office/drawing/2014/main" id="{9CE13739-FC57-474F-B32B-DE041E416F61}"/>
                  </a:ext>
                </a:extLst>
              </p:cNvPr>
              <p:cNvSpPr txBox="1"/>
              <p:nvPr/>
            </p:nvSpPr>
            <p:spPr>
              <a:xfrm>
                <a:off x="3490791" y="3451320"/>
                <a:ext cx="355235" cy="400110"/>
              </a:xfrm>
              <a:prstGeom prst="rect">
                <a:avLst/>
              </a:prstGeom>
              <a:noFill/>
            </p:spPr>
            <p:txBody>
              <a:bodyPr wrap="square" rtlCol="0">
                <a:spAutoFit/>
              </a:bodyPr>
              <a:lstStyle/>
              <a:p>
                <a:pPr algn="ctr"/>
                <a:r>
                  <a:rPr lang="en-US" altLang="zh-CN" sz="2000" b="1" dirty="0">
                    <a:solidFill>
                      <a:schemeClr val="bg1"/>
                    </a:solidFill>
                    <a:latin typeface="Arial Black" panose="020B0A04020102020204" pitchFamily="34" charset="0"/>
                    <a:ea typeface="+mj-ea"/>
                  </a:rPr>
                  <a:t>B</a:t>
                </a:r>
                <a:endParaRPr lang="zh-CN" altLang="en-US" sz="2000" b="1" dirty="0">
                  <a:solidFill>
                    <a:schemeClr val="bg1"/>
                  </a:solidFill>
                  <a:latin typeface="Arial Black" panose="020B0A04020102020204" pitchFamily="34" charset="0"/>
                  <a:ea typeface="+mj-ea"/>
                </a:endParaRPr>
              </a:p>
            </p:txBody>
          </p:sp>
        </p:grpSp>
        <p:grpSp>
          <p:nvGrpSpPr>
            <p:cNvPr id="13" name="组合 12">
              <a:extLst>
                <a:ext uri="{FF2B5EF4-FFF2-40B4-BE49-F238E27FC236}">
                  <a16:creationId xmlns:a16="http://schemas.microsoft.com/office/drawing/2014/main" id="{004280E2-7973-4298-A45D-96B18B37C837}"/>
                </a:ext>
              </a:extLst>
            </p:cNvPr>
            <p:cNvGrpSpPr/>
            <p:nvPr/>
          </p:nvGrpSpPr>
          <p:grpSpPr>
            <a:xfrm>
              <a:off x="6762008" y="4445636"/>
              <a:ext cx="662814" cy="641082"/>
              <a:chOff x="5605689" y="3422987"/>
              <a:chExt cx="662814" cy="641082"/>
            </a:xfrm>
          </p:grpSpPr>
          <p:pic>
            <p:nvPicPr>
              <p:cNvPr id="51" name="图形 50">
                <a:extLst>
                  <a:ext uri="{FF2B5EF4-FFF2-40B4-BE49-F238E27FC236}">
                    <a16:creationId xmlns:a16="http://schemas.microsoft.com/office/drawing/2014/main" id="{0FE605DE-3103-4C7B-AFC0-03272ED69FD7}"/>
                  </a:ext>
                </a:extLst>
              </p:cNvPr>
              <p:cNvPicPr>
                <a:picLocks noChangeAspect="1"/>
              </p:cNvPicPr>
              <p:nvPr/>
            </p:nvPicPr>
            <p:blipFill>
              <a:blip r:embed="rId3">
                <a:extLst>
                  <a:ext uri="{28A0092B-C50C-407E-A947-70E740481C1C}">
                    <a14:useLocalDpi xmlns:a14="http://schemas.microsoft.com/office/drawing/2010/main" val="0"/>
                  </a:ext>
                  <a:ext uri="{96DAC541-7B7A-43D3-8B79-37D633B846F1}">
                    <asvg:svgBlip xmlns:asvg="http://schemas.microsoft.com/office/drawing/2016/SVG/main" r:embed="rId4"/>
                  </a:ext>
                </a:extLst>
              </a:blip>
              <a:stretch>
                <a:fillRect/>
              </a:stretch>
            </p:blipFill>
            <p:spPr>
              <a:xfrm>
                <a:off x="5605689" y="3422987"/>
                <a:ext cx="662814" cy="641082"/>
              </a:xfrm>
              <a:prstGeom prst="rect">
                <a:avLst/>
              </a:prstGeom>
            </p:spPr>
          </p:pic>
          <p:sp>
            <p:nvSpPr>
              <p:cNvPr id="81" name="文本框 80">
                <a:extLst>
                  <a:ext uri="{FF2B5EF4-FFF2-40B4-BE49-F238E27FC236}">
                    <a16:creationId xmlns:a16="http://schemas.microsoft.com/office/drawing/2014/main" id="{7D90056B-A972-4C0D-8BBB-578A59C26C9E}"/>
                  </a:ext>
                </a:extLst>
              </p:cNvPr>
              <p:cNvSpPr txBox="1"/>
              <p:nvPr/>
            </p:nvSpPr>
            <p:spPr>
              <a:xfrm>
                <a:off x="5885506" y="3451320"/>
                <a:ext cx="355235" cy="400110"/>
              </a:xfrm>
              <a:prstGeom prst="rect">
                <a:avLst/>
              </a:prstGeom>
              <a:noFill/>
            </p:spPr>
            <p:txBody>
              <a:bodyPr wrap="square" rtlCol="0">
                <a:spAutoFit/>
              </a:bodyPr>
              <a:lstStyle/>
              <a:p>
                <a:pPr algn="ctr"/>
                <a:r>
                  <a:rPr lang="en-US" altLang="zh-CN" sz="2000" b="1" dirty="0">
                    <a:solidFill>
                      <a:schemeClr val="bg1"/>
                    </a:solidFill>
                    <a:latin typeface="Arial Black" panose="020B0A04020102020204" pitchFamily="34" charset="0"/>
                    <a:ea typeface="+mj-ea"/>
                  </a:rPr>
                  <a:t>C</a:t>
                </a:r>
                <a:endParaRPr lang="zh-CN" altLang="en-US" sz="2000" b="1" dirty="0">
                  <a:solidFill>
                    <a:schemeClr val="bg1"/>
                  </a:solidFill>
                  <a:latin typeface="Arial Black" panose="020B0A04020102020204" pitchFamily="34" charset="0"/>
                  <a:ea typeface="+mj-ea"/>
                </a:endParaRPr>
              </a:p>
            </p:txBody>
          </p:sp>
        </p:grpSp>
        <p:grpSp>
          <p:nvGrpSpPr>
            <p:cNvPr id="14" name="组合 13">
              <a:extLst>
                <a:ext uri="{FF2B5EF4-FFF2-40B4-BE49-F238E27FC236}">
                  <a16:creationId xmlns:a16="http://schemas.microsoft.com/office/drawing/2014/main" id="{BE3241B0-5443-4CB3-9F63-FC93CD92DC73}"/>
                </a:ext>
              </a:extLst>
            </p:cNvPr>
            <p:cNvGrpSpPr/>
            <p:nvPr/>
          </p:nvGrpSpPr>
          <p:grpSpPr>
            <a:xfrm>
              <a:off x="9158674" y="4445636"/>
              <a:ext cx="662814" cy="641082"/>
              <a:chOff x="8002355" y="3422987"/>
              <a:chExt cx="662814" cy="641082"/>
            </a:xfrm>
          </p:grpSpPr>
          <p:pic>
            <p:nvPicPr>
              <p:cNvPr id="66" name="图形 65">
                <a:extLst>
                  <a:ext uri="{FF2B5EF4-FFF2-40B4-BE49-F238E27FC236}">
                    <a16:creationId xmlns:a16="http://schemas.microsoft.com/office/drawing/2014/main" id="{FE77C39A-4AE1-4FE8-83DC-95D736842A68}"/>
                  </a:ext>
                </a:extLst>
              </p:cNvPr>
              <p:cNvPicPr>
                <a:picLocks noChangeAspect="1"/>
              </p:cNvPicPr>
              <p:nvPr/>
            </p:nvPicPr>
            <p:blipFill>
              <a:blip r:embed="rId3">
                <a:extLst>
                  <a:ext uri="{28A0092B-C50C-407E-A947-70E740481C1C}">
                    <a14:useLocalDpi xmlns:a14="http://schemas.microsoft.com/office/drawing/2010/main" val="0"/>
                  </a:ext>
                  <a:ext uri="{96DAC541-7B7A-43D3-8B79-37D633B846F1}">
                    <asvg:svgBlip xmlns:asvg="http://schemas.microsoft.com/office/drawing/2016/SVG/main" r:embed="rId4"/>
                  </a:ext>
                </a:extLst>
              </a:blip>
              <a:stretch>
                <a:fillRect/>
              </a:stretch>
            </p:blipFill>
            <p:spPr>
              <a:xfrm>
                <a:off x="8002355" y="3422987"/>
                <a:ext cx="662814" cy="641082"/>
              </a:xfrm>
              <a:prstGeom prst="rect">
                <a:avLst/>
              </a:prstGeom>
            </p:spPr>
          </p:pic>
          <p:sp>
            <p:nvSpPr>
              <p:cNvPr id="82" name="文本框 81">
                <a:extLst>
                  <a:ext uri="{FF2B5EF4-FFF2-40B4-BE49-F238E27FC236}">
                    <a16:creationId xmlns:a16="http://schemas.microsoft.com/office/drawing/2014/main" id="{C325C64E-D3DE-4664-A644-B4E5AB503B47}"/>
                  </a:ext>
                </a:extLst>
              </p:cNvPr>
              <p:cNvSpPr txBox="1"/>
              <p:nvPr/>
            </p:nvSpPr>
            <p:spPr>
              <a:xfrm>
                <a:off x="8282675" y="3444742"/>
                <a:ext cx="355235" cy="400110"/>
              </a:xfrm>
              <a:prstGeom prst="rect">
                <a:avLst/>
              </a:prstGeom>
              <a:noFill/>
            </p:spPr>
            <p:txBody>
              <a:bodyPr wrap="square" rtlCol="0">
                <a:spAutoFit/>
              </a:bodyPr>
              <a:lstStyle/>
              <a:p>
                <a:pPr algn="ctr"/>
                <a:r>
                  <a:rPr lang="en-US" altLang="zh-CN" sz="2000" b="1" dirty="0">
                    <a:solidFill>
                      <a:schemeClr val="bg1"/>
                    </a:solidFill>
                    <a:latin typeface="Arial Black" panose="020B0A04020102020204" pitchFamily="34" charset="0"/>
                    <a:ea typeface="+mj-ea"/>
                  </a:rPr>
                  <a:t>D</a:t>
                </a:r>
                <a:endParaRPr lang="zh-CN" altLang="en-US" sz="2000" b="1" dirty="0">
                  <a:solidFill>
                    <a:schemeClr val="bg1"/>
                  </a:solidFill>
                  <a:latin typeface="Arial Black" panose="020B0A04020102020204" pitchFamily="34" charset="0"/>
                  <a:ea typeface="+mj-ea"/>
                </a:endParaRPr>
              </a:p>
            </p:txBody>
          </p:sp>
        </p:grpSp>
      </p:grpSp>
      <p:sp>
        <p:nvSpPr>
          <p:cNvPr id="83" name="矩形 82">
            <a:extLst>
              <a:ext uri="{FF2B5EF4-FFF2-40B4-BE49-F238E27FC236}">
                <a16:creationId xmlns:a16="http://schemas.microsoft.com/office/drawing/2014/main" id="{226D8F51-14D0-4301-9630-07F52FA706A6}"/>
              </a:ext>
            </a:extLst>
          </p:cNvPr>
          <p:cNvSpPr/>
          <p:nvPr/>
        </p:nvSpPr>
        <p:spPr>
          <a:xfrm>
            <a:off x="1056633" y="2094555"/>
            <a:ext cx="256976" cy="256976"/>
          </a:xfrm>
          <a:prstGeom prst="rect">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84" name="íşlïḍè">
            <a:extLst>
              <a:ext uri="{FF2B5EF4-FFF2-40B4-BE49-F238E27FC236}">
                <a16:creationId xmlns:a16="http://schemas.microsoft.com/office/drawing/2014/main" id="{EE070650-3535-4DA1-B3DA-7E7E1AFD6CC0}"/>
              </a:ext>
            </a:extLst>
          </p:cNvPr>
          <p:cNvSpPr txBox="1"/>
          <p:nvPr/>
        </p:nvSpPr>
        <p:spPr>
          <a:xfrm>
            <a:off x="1373861" y="2040233"/>
            <a:ext cx="10276516" cy="646419"/>
          </a:xfrm>
          <a:prstGeom prst="rect">
            <a:avLst/>
          </a:prstGeom>
          <a:noFill/>
        </p:spPr>
        <p:txBody>
          <a:bodyPr wrap="square" lIns="91440" tIns="45720" rIns="91440" bIns="45720" anchor="ctr">
            <a:noAutofit/>
          </a:bodyPr>
          <a:lstStyle/>
          <a:p>
            <a:r>
              <a:rPr lang="zh-CN" altLang="en-US" b="1" dirty="0">
                <a:latin typeface="Arial Narrow" panose="020B0606020202030204" pitchFamily="34" charset="0"/>
              </a:rPr>
              <a:t>共享总线以太网具有</a:t>
            </a:r>
            <a:r>
              <a:rPr lang="zh-CN" altLang="en-US" b="1" dirty="0">
                <a:solidFill>
                  <a:schemeClr val="accent1">
                    <a:lumMod val="75000"/>
                  </a:schemeClr>
                </a:solidFill>
                <a:latin typeface="Arial Narrow" panose="020B0606020202030204" pitchFamily="34" charset="0"/>
              </a:rPr>
              <a:t>天然的广播特性</a:t>
            </a:r>
            <a:r>
              <a:rPr lang="zh-CN" altLang="en-US" b="1" dirty="0">
                <a:latin typeface="Arial Narrow" panose="020B0606020202030204" pitchFamily="34" charset="0"/>
              </a:rPr>
              <a:t>，即使总线上某个站点给另一个站点发送单播帧，表示帧的信号也会沿着总线传播到总线上的其他各站点。</a:t>
            </a:r>
          </a:p>
        </p:txBody>
      </p:sp>
    </p:spTree>
    <p:custDataLst>
      <p:tags r:id="rId1"/>
    </p:custDataLst>
    <p:extLst>
      <p:ext uri="{BB962C8B-B14F-4D97-AF65-F5344CB8AC3E}">
        <p14:creationId xmlns:p14="http://schemas.microsoft.com/office/powerpoint/2010/main" val="627327221"/>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2" presetClass="entr" presetSubtype="1" fill="hold" nodeType="withEffect">
                                  <p:stCondLst>
                                    <p:cond delay="0"/>
                                  </p:stCondLst>
                                  <p:childTnLst>
                                    <p:set>
                                      <p:cBhvr>
                                        <p:cTn id="6" dur="1" fill="hold">
                                          <p:stCondLst>
                                            <p:cond delay="0"/>
                                          </p:stCondLst>
                                        </p:cTn>
                                        <p:tgtEl>
                                          <p:spTgt spid="4"/>
                                        </p:tgtEl>
                                        <p:attrNameLst>
                                          <p:attrName>style.visibility</p:attrName>
                                        </p:attrNameLst>
                                      </p:cBhvr>
                                      <p:to>
                                        <p:strVal val="visible"/>
                                      </p:to>
                                    </p:set>
                                    <p:anim calcmode="lin" valueType="num">
                                      <p:cBhvr additive="base">
                                        <p:cTn id="7" dur="1000"/>
                                        <p:tgtEl>
                                          <p:spTgt spid="4"/>
                                        </p:tgtEl>
                                        <p:attrNameLst>
                                          <p:attrName>ppt_y</p:attrName>
                                        </p:attrNameLst>
                                      </p:cBhvr>
                                      <p:tavLst>
                                        <p:tav tm="0">
                                          <p:val>
                                            <p:strVal val="#ppt_y-#ppt_h*1.125000"/>
                                          </p:val>
                                        </p:tav>
                                        <p:tav tm="100000">
                                          <p:val>
                                            <p:strVal val="#ppt_y"/>
                                          </p:val>
                                        </p:tav>
                                      </p:tavLst>
                                    </p:anim>
                                    <p:animEffect transition="in" filter="wipe(down)">
                                      <p:cBhvr>
                                        <p:cTn id="8" dur="1000"/>
                                        <p:tgtEl>
                                          <p:spTgt spid="4"/>
                                        </p:tgtEl>
                                      </p:cBhvr>
                                    </p:animEffect>
                                  </p:childTnLst>
                                </p:cTn>
                              </p:par>
                            </p:childTnLst>
                          </p:cTn>
                        </p:par>
                      </p:childTnLst>
                    </p:cTn>
                  </p:par>
                  <p:par>
                    <p:cTn id="9" fill="hold">
                      <p:stCondLst>
                        <p:cond delay="indefinite"/>
                      </p:stCondLst>
                      <p:childTnLst>
                        <p:par>
                          <p:cTn id="10" fill="hold">
                            <p:stCondLst>
                              <p:cond delay="0"/>
                            </p:stCondLst>
                            <p:childTnLst>
                              <p:par>
                                <p:cTn id="11" presetID="49" presetClass="entr" presetSubtype="0" decel="100000" fill="hold" grpId="0" nodeType="clickEffect">
                                  <p:stCondLst>
                                    <p:cond delay="0"/>
                                  </p:stCondLst>
                                  <p:childTnLst>
                                    <p:set>
                                      <p:cBhvr>
                                        <p:cTn id="12" dur="1" fill="hold">
                                          <p:stCondLst>
                                            <p:cond delay="0"/>
                                          </p:stCondLst>
                                        </p:cTn>
                                        <p:tgtEl>
                                          <p:spTgt spid="40"/>
                                        </p:tgtEl>
                                        <p:attrNameLst>
                                          <p:attrName>style.visibility</p:attrName>
                                        </p:attrNameLst>
                                      </p:cBhvr>
                                      <p:to>
                                        <p:strVal val="visible"/>
                                      </p:to>
                                    </p:set>
                                    <p:anim calcmode="lin" valueType="num">
                                      <p:cBhvr>
                                        <p:cTn id="13" dur="500" fill="hold"/>
                                        <p:tgtEl>
                                          <p:spTgt spid="40"/>
                                        </p:tgtEl>
                                        <p:attrNameLst>
                                          <p:attrName>ppt_w</p:attrName>
                                        </p:attrNameLst>
                                      </p:cBhvr>
                                      <p:tavLst>
                                        <p:tav tm="0">
                                          <p:val>
                                            <p:fltVal val="0"/>
                                          </p:val>
                                        </p:tav>
                                        <p:tav tm="100000">
                                          <p:val>
                                            <p:strVal val="#ppt_w"/>
                                          </p:val>
                                        </p:tav>
                                      </p:tavLst>
                                    </p:anim>
                                    <p:anim calcmode="lin" valueType="num">
                                      <p:cBhvr>
                                        <p:cTn id="14" dur="500" fill="hold"/>
                                        <p:tgtEl>
                                          <p:spTgt spid="40"/>
                                        </p:tgtEl>
                                        <p:attrNameLst>
                                          <p:attrName>ppt_h</p:attrName>
                                        </p:attrNameLst>
                                      </p:cBhvr>
                                      <p:tavLst>
                                        <p:tav tm="0">
                                          <p:val>
                                            <p:fltVal val="0"/>
                                          </p:val>
                                        </p:tav>
                                        <p:tav tm="100000">
                                          <p:val>
                                            <p:strVal val="#ppt_h"/>
                                          </p:val>
                                        </p:tav>
                                      </p:tavLst>
                                    </p:anim>
                                    <p:anim calcmode="lin" valueType="num">
                                      <p:cBhvr>
                                        <p:cTn id="15" dur="500" fill="hold"/>
                                        <p:tgtEl>
                                          <p:spTgt spid="40"/>
                                        </p:tgtEl>
                                        <p:attrNameLst>
                                          <p:attrName>style.rotation</p:attrName>
                                        </p:attrNameLst>
                                      </p:cBhvr>
                                      <p:tavLst>
                                        <p:tav tm="0">
                                          <p:val>
                                            <p:fltVal val="360"/>
                                          </p:val>
                                        </p:tav>
                                        <p:tav tm="100000">
                                          <p:val>
                                            <p:fltVal val="0"/>
                                          </p:val>
                                        </p:tav>
                                      </p:tavLst>
                                    </p:anim>
                                    <p:animEffect transition="in" filter="fade">
                                      <p:cBhvr>
                                        <p:cTn id="16" dur="500"/>
                                        <p:tgtEl>
                                          <p:spTgt spid="40"/>
                                        </p:tgtEl>
                                      </p:cBhvr>
                                    </p:animEffect>
                                  </p:childTnLst>
                                </p:cTn>
                              </p:par>
                            </p:childTnLst>
                          </p:cTn>
                        </p:par>
                        <p:par>
                          <p:cTn id="17" fill="hold">
                            <p:stCondLst>
                              <p:cond delay="500"/>
                            </p:stCondLst>
                            <p:childTnLst>
                              <p:par>
                                <p:cTn id="18" presetID="1" presetClass="entr" presetSubtype="0" fill="hold" grpId="0" nodeType="afterEffect">
                                  <p:stCondLst>
                                    <p:cond delay="0"/>
                                  </p:stCondLst>
                                  <p:iterate type="lt">
                                    <p:tmAbs val="100"/>
                                  </p:iterate>
                                  <p:childTnLst>
                                    <p:set>
                                      <p:cBhvr>
                                        <p:cTn id="19" dur="1" fill="hold">
                                          <p:stCondLst>
                                            <p:cond delay="0"/>
                                          </p:stCondLst>
                                        </p:cTn>
                                        <p:tgtEl>
                                          <p:spTgt spid="41"/>
                                        </p:tgtEl>
                                        <p:attrNameLst>
                                          <p:attrName>style.visibility</p:attrName>
                                        </p:attrNameLst>
                                      </p:cBhvr>
                                      <p:to>
                                        <p:strVal val="visible"/>
                                      </p:to>
                                    </p:set>
                                  </p:childTnLst>
                                </p:cTn>
                              </p:par>
                            </p:childTnLst>
                          </p:cTn>
                        </p:par>
                      </p:childTnLst>
                    </p:cTn>
                  </p:par>
                  <p:par>
                    <p:cTn id="20" fill="hold">
                      <p:stCondLst>
                        <p:cond delay="indefinite"/>
                      </p:stCondLst>
                      <p:childTnLst>
                        <p:par>
                          <p:cTn id="21" fill="hold">
                            <p:stCondLst>
                              <p:cond delay="0"/>
                            </p:stCondLst>
                            <p:childTnLst>
                              <p:par>
                                <p:cTn id="22" presetID="30" presetClass="entr" presetSubtype="0" fill="hold" nodeType="clickEffect">
                                  <p:stCondLst>
                                    <p:cond delay="0"/>
                                  </p:stCondLst>
                                  <p:childTnLst>
                                    <p:set>
                                      <p:cBhvr>
                                        <p:cTn id="23" dur="1" fill="hold">
                                          <p:stCondLst>
                                            <p:cond delay="0"/>
                                          </p:stCondLst>
                                        </p:cTn>
                                        <p:tgtEl>
                                          <p:spTgt spid="17"/>
                                        </p:tgtEl>
                                        <p:attrNameLst>
                                          <p:attrName>style.visibility</p:attrName>
                                        </p:attrNameLst>
                                      </p:cBhvr>
                                      <p:to>
                                        <p:strVal val="visible"/>
                                      </p:to>
                                    </p:set>
                                    <p:animEffect transition="in" filter="fade">
                                      <p:cBhvr>
                                        <p:cTn id="24" dur="800" decel="100000"/>
                                        <p:tgtEl>
                                          <p:spTgt spid="17"/>
                                        </p:tgtEl>
                                      </p:cBhvr>
                                    </p:animEffect>
                                    <p:anim calcmode="lin" valueType="num">
                                      <p:cBhvr>
                                        <p:cTn id="25" dur="800" decel="100000" fill="hold"/>
                                        <p:tgtEl>
                                          <p:spTgt spid="17"/>
                                        </p:tgtEl>
                                        <p:attrNameLst>
                                          <p:attrName>style.rotation</p:attrName>
                                        </p:attrNameLst>
                                      </p:cBhvr>
                                      <p:tavLst>
                                        <p:tav tm="0">
                                          <p:val>
                                            <p:fltVal val="-90"/>
                                          </p:val>
                                        </p:tav>
                                        <p:tav tm="100000">
                                          <p:val>
                                            <p:fltVal val="0"/>
                                          </p:val>
                                        </p:tav>
                                      </p:tavLst>
                                    </p:anim>
                                    <p:anim calcmode="lin" valueType="num">
                                      <p:cBhvr>
                                        <p:cTn id="26" dur="800" decel="100000" fill="hold"/>
                                        <p:tgtEl>
                                          <p:spTgt spid="17"/>
                                        </p:tgtEl>
                                        <p:attrNameLst>
                                          <p:attrName>ppt_x</p:attrName>
                                        </p:attrNameLst>
                                      </p:cBhvr>
                                      <p:tavLst>
                                        <p:tav tm="0">
                                          <p:val>
                                            <p:strVal val="#ppt_x+0.4"/>
                                          </p:val>
                                        </p:tav>
                                        <p:tav tm="100000">
                                          <p:val>
                                            <p:strVal val="#ppt_x-0.05"/>
                                          </p:val>
                                        </p:tav>
                                      </p:tavLst>
                                    </p:anim>
                                    <p:anim calcmode="lin" valueType="num">
                                      <p:cBhvr>
                                        <p:cTn id="27" dur="800" decel="100000" fill="hold"/>
                                        <p:tgtEl>
                                          <p:spTgt spid="17"/>
                                        </p:tgtEl>
                                        <p:attrNameLst>
                                          <p:attrName>ppt_y</p:attrName>
                                        </p:attrNameLst>
                                      </p:cBhvr>
                                      <p:tavLst>
                                        <p:tav tm="0">
                                          <p:val>
                                            <p:strVal val="#ppt_y-0.4"/>
                                          </p:val>
                                        </p:tav>
                                        <p:tav tm="100000">
                                          <p:val>
                                            <p:strVal val="#ppt_y+0.1"/>
                                          </p:val>
                                        </p:tav>
                                      </p:tavLst>
                                    </p:anim>
                                    <p:anim calcmode="lin" valueType="num">
                                      <p:cBhvr>
                                        <p:cTn id="28" dur="200" accel="100000" fill="hold">
                                          <p:stCondLst>
                                            <p:cond delay="800"/>
                                          </p:stCondLst>
                                        </p:cTn>
                                        <p:tgtEl>
                                          <p:spTgt spid="17"/>
                                        </p:tgtEl>
                                        <p:attrNameLst>
                                          <p:attrName>ppt_x</p:attrName>
                                        </p:attrNameLst>
                                      </p:cBhvr>
                                      <p:tavLst>
                                        <p:tav tm="0">
                                          <p:val>
                                            <p:strVal val="#ppt_x-0.05"/>
                                          </p:val>
                                        </p:tav>
                                        <p:tav tm="100000">
                                          <p:val>
                                            <p:strVal val="#ppt_x"/>
                                          </p:val>
                                        </p:tav>
                                      </p:tavLst>
                                    </p:anim>
                                    <p:anim calcmode="lin" valueType="num">
                                      <p:cBhvr>
                                        <p:cTn id="29" dur="200" accel="100000" fill="hold">
                                          <p:stCondLst>
                                            <p:cond delay="800"/>
                                          </p:stCondLst>
                                        </p:cTn>
                                        <p:tgtEl>
                                          <p:spTgt spid="17"/>
                                        </p:tgtEl>
                                        <p:attrNameLst>
                                          <p:attrName>ppt_y</p:attrName>
                                        </p:attrNameLst>
                                      </p:cBhvr>
                                      <p:tavLst>
                                        <p:tav tm="0">
                                          <p:val>
                                            <p:strVal val="#ppt_y+0.1"/>
                                          </p:val>
                                        </p:tav>
                                        <p:tav tm="100000">
                                          <p:val>
                                            <p:strVal val="#ppt_y"/>
                                          </p:val>
                                        </p:tav>
                                      </p:tavLst>
                                    </p:anim>
                                  </p:childTnLst>
                                </p:cTn>
                              </p:par>
                            </p:childTnLst>
                          </p:cTn>
                        </p:par>
                      </p:childTnLst>
                    </p:cTn>
                  </p:par>
                  <p:par>
                    <p:cTn id="30" fill="hold">
                      <p:stCondLst>
                        <p:cond delay="indefinite"/>
                      </p:stCondLst>
                      <p:childTnLst>
                        <p:par>
                          <p:cTn id="31" fill="hold">
                            <p:stCondLst>
                              <p:cond delay="0"/>
                            </p:stCondLst>
                            <p:childTnLst>
                              <p:par>
                                <p:cTn id="32" presetID="53" presetClass="entr" presetSubtype="16" fill="hold" nodeType="clickEffect">
                                  <p:stCondLst>
                                    <p:cond delay="0"/>
                                  </p:stCondLst>
                                  <p:childTnLst>
                                    <p:set>
                                      <p:cBhvr>
                                        <p:cTn id="33" dur="1" fill="hold">
                                          <p:stCondLst>
                                            <p:cond delay="0"/>
                                          </p:stCondLst>
                                        </p:cTn>
                                        <p:tgtEl>
                                          <p:spTgt spid="16"/>
                                        </p:tgtEl>
                                        <p:attrNameLst>
                                          <p:attrName>style.visibility</p:attrName>
                                        </p:attrNameLst>
                                      </p:cBhvr>
                                      <p:to>
                                        <p:strVal val="visible"/>
                                      </p:to>
                                    </p:set>
                                    <p:anim calcmode="lin" valueType="num">
                                      <p:cBhvr>
                                        <p:cTn id="34" dur="500" fill="hold"/>
                                        <p:tgtEl>
                                          <p:spTgt spid="16"/>
                                        </p:tgtEl>
                                        <p:attrNameLst>
                                          <p:attrName>ppt_w</p:attrName>
                                        </p:attrNameLst>
                                      </p:cBhvr>
                                      <p:tavLst>
                                        <p:tav tm="0">
                                          <p:val>
                                            <p:fltVal val="0"/>
                                          </p:val>
                                        </p:tav>
                                        <p:tav tm="100000">
                                          <p:val>
                                            <p:strVal val="#ppt_w"/>
                                          </p:val>
                                        </p:tav>
                                      </p:tavLst>
                                    </p:anim>
                                    <p:anim calcmode="lin" valueType="num">
                                      <p:cBhvr>
                                        <p:cTn id="35" dur="500" fill="hold"/>
                                        <p:tgtEl>
                                          <p:spTgt spid="16"/>
                                        </p:tgtEl>
                                        <p:attrNameLst>
                                          <p:attrName>ppt_h</p:attrName>
                                        </p:attrNameLst>
                                      </p:cBhvr>
                                      <p:tavLst>
                                        <p:tav tm="0">
                                          <p:val>
                                            <p:fltVal val="0"/>
                                          </p:val>
                                        </p:tav>
                                        <p:tav tm="100000">
                                          <p:val>
                                            <p:strVal val="#ppt_h"/>
                                          </p:val>
                                        </p:tav>
                                      </p:tavLst>
                                    </p:anim>
                                    <p:animEffect transition="in" filter="fade">
                                      <p:cBhvr>
                                        <p:cTn id="36" dur="500"/>
                                        <p:tgtEl>
                                          <p:spTgt spid="16"/>
                                        </p:tgtEl>
                                      </p:cBhvr>
                                    </p:animEffect>
                                  </p:childTnLst>
                                </p:cTn>
                              </p:par>
                            </p:childTnLst>
                          </p:cTn>
                        </p:par>
                        <p:par>
                          <p:cTn id="37" fill="hold">
                            <p:stCondLst>
                              <p:cond delay="500"/>
                            </p:stCondLst>
                            <p:childTnLst>
                              <p:par>
                                <p:cTn id="38" presetID="22" presetClass="entr" presetSubtype="4" fill="hold" nodeType="afterEffect">
                                  <p:stCondLst>
                                    <p:cond delay="0"/>
                                  </p:stCondLst>
                                  <p:childTnLst>
                                    <p:set>
                                      <p:cBhvr>
                                        <p:cTn id="39" dur="1" fill="hold">
                                          <p:stCondLst>
                                            <p:cond delay="0"/>
                                          </p:stCondLst>
                                        </p:cTn>
                                        <p:tgtEl>
                                          <p:spTgt spid="18"/>
                                        </p:tgtEl>
                                        <p:attrNameLst>
                                          <p:attrName>style.visibility</p:attrName>
                                        </p:attrNameLst>
                                      </p:cBhvr>
                                      <p:to>
                                        <p:strVal val="visible"/>
                                      </p:to>
                                    </p:set>
                                    <p:animEffect transition="in" filter="wipe(down)">
                                      <p:cBhvr>
                                        <p:cTn id="40" dur="500"/>
                                        <p:tgtEl>
                                          <p:spTgt spid="18"/>
                                        </p:tgtEl>
                                      </p:cBhvr>
                                    </p:animEffect>
                                  </p:childTnLst>
                                </p:cTn>
                              </p:par>
                            </p:childTnLst>
                          </p:cTn>
                        </p:par>
                      </p:childTnLst>
                    </p:cTn>
                  </p:par>
                  <p:par>
                    <p:cTn id="41" fill="hold">
                      <p:stCondLst>
                        <p:cond delay="indefinite"/>
                      </p:stCondLst>
                      <p:childTnLst>
                        <p:par>
                          <p:cTn id="42" fill="hold">
                            <p:stCondLst>
                              <p:cond delay="0"/>
                            </p:stCondLst>
                            <p:childTnLst>
                              <p:par>
                                <p:cTn id="43" presetID="49" presetClass="entr" presetSubtype="0" decel="100000" fill="hold" grpId="0" nodeType="clickEffect">
                                  <p:stCondLst>
                                    <p:cond delay="0"/>
                                  </p:stCondLst>
                                  <p:childTnLst>
                                    <p:set>
                                      <p:cBhvr>
                                        <p:cTn id="44" dur="1" fill="hold">
                                          <p:stCondLst>
                                            <p:cond delay="0"/>
                                          </p:stCondLst>
                                        </p:cTn>
                                        <p:tgtEl>
                                          <p:spTgt spid="83"/>
                                        </p:tgtEl>
                                        <p:attrNameLst>
                                          <p:attrName>style.visibility</p:attrName>
                                        </p:attrNameLst>
                                      </p:cBhvr>
                                      <p:to>
                                        <p:strVal val="visible"/>
                                      </p:to>
                                    </p:set>
                                    <p:anim calcmode="lin" valueType="num">
                                      <p:cBhvr>
                                        <p:cTn id="45" dur="500" fill="hold"/>
                                        <p:tgtEl>
                                          <p:spTgt spid="83"/>
                                        </p:tgtEl>
                                        <p:attrNameLst>
                                          <p:attrName>ppt_w</p:attrName>
                                        </p:attrNameLst>
                                      </p:cBhvr>
                                      <p:tavLst>
                                        <p:tav tm="0">
                                          <p:val>
                                            <p:fltVal val="0"/>
                                          </p:val>
                                        </p:tav>
                                        <p:tav tm="100000">
                                          <p:val>
                                            <p:strVal val="#ppt_w"/>
                                          </p:val>
                                        </p:tav>
                                      </p:tavLst>
                                    </p:anim>
                                    <p:anim calcmode="lin" valueType="num">
                                      <p:cBhvr>
                                        <p:cTn id="46" dur="500" fill="hold"/>
                                        <p:tgtEl>
                                          <p:spTgt spid="83"/>
                                        </p:tgtEl>
                                        <p:attrNameLst>
                                          <p:attrName>ppt_h</p:attrName>
                                        </p:attrNameLst>
                                      </p:cBhvr>
                                      <p:tavLst>
                                        <p:tav tm="0">
                                          <p:val>
                                            <p:fltVal val="0"/>
                                          </p:val>
                                        </p:tav>
                                        <p:tav tm="100000">
                                          <p:val>
                                            <p:strVal val="#ppt_h"/>
                                          </p:val>
                                        </p:tav>
                                      </p:tavLst>
                                    </p:anim>
                                    <p:anim calcmode="lin" valueType="num">
                                      <p:cBhvr>
                                        <p:cTn id="47" dur="500" fill="hold"/>
                                        <p:tgtEl>
                                          <p:spTgt spid="83"/>
                                        </p:tgtEl>
                                        <p:attrNameLst>
                                          <p:attrName>style.rotation</p:attrName>
                                        </p:attrNameLst>
                                      </p:cBhvr>
                                      <p:tavLst>
                                        <p:tav tm="0">
                                          <p:val>
                                            <p:fltVal val="360"/>
                                          </p:val>
                                        </p:tav>
                                        <p:tav tm="100000">
                                          <p:val>
                                            <p:fltVal val="0"/>
                                          </p:val>
                                        </p:tav>
                                      </p:tavLst>
                                    </p:anim>
                                    <p:animEffect transition="in" filter="fade">
                                      <p:cBhvr>
                                        <p:cTn id="48" dur="500"/>
                                        <p:tgtEl>
                                          <p:spTgt spid="83"/>
                                        </p:tgtEl>
                                      </p:cBhvr>
                                    </p:animEffect>
                                  </p:childTnLst>
                                </p:cTn>
                              </p:par>
                            </p:childTnLst>
                          </p:cTn>
                        </p:par>
                        <p:par>
                          <p:cTn id="49" fill="hold">
                            <p:stCondLst>
                              <p:cond delay="500"/>
                            </p:stCondLst>
                            <p:childTnLst>
                              <p:par>
                                <p:cTn id="50" presetID="1" presetClass="entr" presetSubtype="0" fill="hold" grpId="0" nodeType="afterEffect">
                                  <p:stCondLst>
                                    <p:cond delay="0"/>
                                  </p:stCondLst>
                                  <p:iterate type="lt">
                                    <p:tmAbs val="100"/>
                                  </p:iterate>
                                  <p:childTnLst>
                                    <p:set>
                                      <p:cBhvr>
                                        <p:cTn id="51" dur="1" fill="hold">
                                          <p:stCondLst>
                                            <p:cond delay="0"/>
                                          </p:stCondLst>
                                        </p:cTn>
                                        <p:tgtEl>
                                          <p:spTgt spid="84"/>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0" grpId="0" animBg="1"/>
      <p:bldP spid="41" grpId="0"/>
      <p:bldP spid="83" grpId="0" animBg="1"/>
      <p:bldP spid="84" grpId="0"/>
    </p:bldLst>
  </p:timing>
</p:sld>
</file>

<file path=ppt/slides/slide29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4" name="组合 3">
            <a:extLst>
              <a:ext uri="{FF2B5EF4-FFF2-40B4-BE49-F238E27FC236}">
                <a16:creationId xmlns:a16="http://schemas.microsoft.com/office/drawing/2014/main" id="{9A1EA9F2-FCB6-48C3-935F-7AE7E3AD14AC}"/>
              </a:ext>
            </a:extLst>
          </p:cNvPr>
          <p:cNvGrpSpPr/>
          <p:nvPr/>
        </p:nvGrpSpPr>
        <p:grpSpPr>
          <a:xfrm>
            <a:off x="304800" y="749300"/>
            <a:ext cx="6192344" cy="400110"/>
            <a:chOff x="424117" y="898245"/>
            <a:chExt cx="6192344" cy="400110"/>
          </a:xfrm>
        </p:grpSpPr>
        <p:sp>
          <p:nvSpPr>
            <p:cNvPr id="2" name="平行四边形 1">
              <a:extLst>
                <a:ext uri="{FF2B5EF4-FFF2-40B4-BE49-F238E27FC236}">
                  <a16:creationId xmlns:a16="http://schemas.microsoft.com/office/drawing/2014/main" id="{1F5BAA3F-9845-4F89-A2DD-8222D3E4EDAC}"/>
                </a:ext>
              </a:extLst>
            </p:cNvPr>
            <p:cNvSpPr/>
            <p:nvPr/>
          </p:nvSpPr>
          <p:spPr>
            <a:xfrm>
              <a:off x="424117" y="898245"/>
              <a:ext cx="628306" cy="387090"/>
            </a:xfrm>
            <a:prstGeom prst="parallelogram">
              <a:avLst/>
            </a:prstGeom>
            <a:solidFill>
              <a:schemeClr val="accent3">
                <a:lumMod val="75000"/>
              </a:schemeClr>
            </a:solidFill>
            <a:ln>
              <a:solidFill>
                <a:schemeClr val="accent3">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CN" sz="2200" dirty="0">
                  <a:latin typeface="Impact" panose="020B0806030902050204" pitchFamily="34" charset="0"/>
                </a:rPr>
                <a:t>01</a:t>
              </a:r>
              <a:endParaRPr lang="zh-CN" altLang="en-US" sz="2200" dirty="0">
                <a:latin typeface="Impact" panose="020B0806030902050204" pitchFamily="34" charset="0"/>
              </a:endParaRPr>
            </a:p>
          </p:txBody>
        </p:sp>
        <p:sp>
          <p:nvSpPr>
            <p:cNvPr id="3" name="文本框 2">
              <a:extLst>
                <a:ext uri="{FF2B5EF4-FFF2-40B4-BE49-F238E27FC236}">
                  <a16:creationId xmlns:a16="http://schemas.microsoft.com/office/drawing/2014/main" id="{4D6BD736-A4D3-4F26-AFED-36E11F50F70B}"/>
                </a:ext>
              </a:extLst>
            </p:cNvPr>
            <p:cNvSpPr txBox="1"/>
            <p:nvPr/>
          </p:nvSpPr>
          <p:spPr>
            <a:xfrm>
              <a:off x="1052423" y="898245"/>
              <a:ext cx="5564038" cy="400110"/>
            </a:xfrm>
            <a:prstGeom prst="rect">
              <a:avLst/>
            </a:prstGeom>
            <a:noFill/>
          </p:spPr>
          <p:txBody>
            <a:bodyPr wrap="square" rtlCol="0">
              <a:spAutoFit/>
            </a:bodyPr>
            <a:lstStyle/>
            <a:p>
              <a:r>
                <a:rPr lang="en-US" altLang="zh-CN" sz="2000" b="1" dirty="0"/>
                <a:t>CSMA/CD</a:t>
              </a:r>
              <a:r>
                <a:rPr lang="zh-CN" altLang="en-US" sz="2000" b="1" dirty="0"/>
                <a:t>协议的基本原理</a:t>
              </a:r>
              <a:endParaRPr lang="en-US" altLang="zh-CN" sz="2000" b="1" dirty="0"/>
            </a:p>
          </p:txBody>
        </p:sp>
      </p:grpSp>
      <p:sp>
        <p:nvSpPr>
          <p:cNvPr id="40" name="矩形 39">
            <a:extLst>
              <a:ext uri="{FF2B5EF4-FFF2-40B4-BE49-F238E27FC236}">
                <a16:creationId xmlns:a16="http://schemas.microsoft.com/office/drawing/2014/main" id="{BCD66B3D-D3F7-4440-9406-4ECBF941DE41}"/>
              </a:ext>
            </a:extLst>
          </p:cNvPr>
          <p:cNvSpPr/>
          <p:nvPr/>
        </p:nvSpPr>
        <p:spPr>
          <a:xfrm>
            <a:off x="1056633" y="1335374"/>
            <a:ext cx="256976" cy="256976"/>
          </a:xfrm>
          <a:prstGeom prst="rect">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41" name="íşlïḍè">
            <a:extLst>
              <a:ext uri="{FF2B5EF4-FFF2-40B4-BE49-F238E27FC236}">
                <a16:creationId xmlns:a16="http://schemas.microsoft.com/office/drawing/2014/main" id="{0216106F-37A5-40E5-BDEA-DFCA29F868ED}"/>
              </a:ext>
            </a:extLst>
          </p:cNvPr>
          <p:cNvSpPr txBox="1"/>
          <p:nvPr/>
        </p:nvSpPr>
        <p:spPr>
          <a:xfrm>
            <a:off x="1373861" y="1281052"/>
            <a:ext cx="10276516" cy="646419"/>
          </a:xfrm>
          <a:prstGeom prst="rect">
            <a:avLst/>
          </a:prstGeom>
          <a:noFill/>
        </p:spPr>
        <p:txBody>
          <a:bodyPr wrap="square" lIns="91440" tIns="45720" rIns="91440" bIns="45720" anchor="ctr">
            <a:noAutofit/>
          </a:bodyPr>
          <a:lstStyle/>
          <a:p>
            <a:r>
              <a:rPr lang="zh-CN" altLang="en-US" b="1" dirty="0">
                <a:latin typeface="Arial Narrow" panose="020B0606020202030204" pitchFamily="34" charset="0"/>
              </a:rPr>
              <a:t>在以太网的发展初期，人们普遍认为“无源的电缆线比有源器件可靠”，因此将多个站点连接在一条总线上来构建</a:t>
            </a:r>
            <a:r>
              <a:rPr lang="zh-CN" altLang="en-US" b="1" dirty="0">
                <a:solidFill>
                  <a:schemeClr val="accent1">
                    <a:lumMod val="75000"/>
                  </a:schemeClr>
                </a:solidFill>
                <a:latin typeface="Arial Narrow" panose="020B0606020202030204" pitchFamily="34" charset="0"/>
              </a:rPr>
              <a:t>共享总线以太网</a:t>
            </a:r>
            <a:r>
              <a:rPr lang="zh-CN" altLang="en-US" b="1" dirty="0">
                <a:latin typeface="Arial Narrow" panose="020B0606020202030204" pitchFamily="34" charset="0"/>
              </a:rPr>
              <a:t>。</a:t>
            </a:r>
          </a:p>
        </p:txBody>
      </p:sp>
      <p:grpSp>
        <p:nvGrpSpPr>
          <p:cNvPr id="18" name="组合 17">
            <a:extLst>
              <a:ext uri="{FF2B5EF4-FFF2-40B4-BE49-F238E27FC236}">
                <a16:creationId xmlns:a16="http://schemas.microsoft.com/office/drawing/2014/main" id="{59DE564A-E01D-481A-9E16-24057D81465A}"/>
              </a:ext>
            </a:extLst>
          </p:cNvPr>
          <p:cNvGrpSpPr/>
          <p:nvPr/>
        </p:nvGrpSpPr>
        <p:grpSpPr>
          <a:xfrm>
            <a:off x="2455280" y="3752911"/>
            <a:ext cx="7180791" cy="812800"/>
            <a:chOff x="2455280" y="3752911"/>
            <a:chExt cx="7180791" cy="812800"/>
          </a:xfrm>
        </p:grpSpPr>
        <p:cxnSp>
          <p:nvCxnSpPr>
            <p:cNvPr id="79" name="直接连接符 78">
              <a:extLst>
                <a:ext uri="{FF2B5EF4-FFF2-40B4-BE49-F238E27FC236}">
                  <a16:creationId xmlns:a16="http://schemas.microsoft.com/office/drawing/2014/main" id="{B50EE89A-0ED5-451A-B7B7-400F31C8340B}"/>
                </a:ext>
              </a:extLst>
            </p:cNvPr>
            <p:cNvCxnSpPr/>
            <p:nvPr/>
          </p:nvCxnSpPr>
          <p:spPr>
            <a:xfrm flipV="1">
              <a:off x="9636071" y="3752911"/>
              <a:ext cx="0" cy="812800"/>
            </a:xfrm>
            <a:prstGeom prst="line">
              <a:avLst/>
            </a:prstGeom>
            <a:ln w="152400">
              <a:solidFill>
                <a:schemeClr val="tx1"/>
              </a:solidFill>
              <a:tailEnd w="med" len="lg"/>
            </a:ln>
          </p:spPr>
          <p:style>
            <a:lnRef idx="1">
              <a:schemeClr val="accent1"/>
            </a:lnRef>
            <a:fillRef idx="0">
              <a:schemeClr val="accent1"/>
            </a:fillRef>
            <a:effectRef idx="0">
              <a:schemeClr val="accent1"/>
            </a:effectRef>
            <a:fontRef idx="minor">
              <a:schemeClr val="tx1"/>
            </a:fontRef>
          </p:style>
        </p:cxnSp>
        <p:cxnSp>
          <p:nvCxnSpPr>
            <p:cNvPr id="46" name="直接连接符 45">
              <a:extLst>
                <a:ext uri="{FF2B5EF4-FFF2-40B4-BE49-F238E27FC236}">
                  <a16:creationId xmlns:a16="http://schemas.microsoft.com/office/drawing/2014/main" id="{68F324E7-1E7B-4122-B649-A70071C4A6D7}"/>
                </a:ext>
              </a:extLst>
            </p:cNvPr>
            <p:cNvCxnSpPr/>
            <p:nvPr/>
          </p:nvCxnSpPr>
          <p:spPr>
            <a:xfrm flipV="1">
              <a:off x="2455280" y="3752911"/>
              <a:ext cx="0" cy="812800"/>
            </a:xfrm>
            <a:prstGeom prst="line">
              <a:avLst/>
            </a:prstGeom>
            <a:ln w="152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8" name="直接连接符 47">
              <a:extLst>
                <a:ext uri="{FF2B5EF4-FFF2-40B4-BE49-F238E27FC236}">
                  <a16:creationId xmlns:a16="http://schemas.microsoft.com/office/drawing/2014/main" id="{4EAB45B4-373A-4ECC-AEA3-0CD6AD6A47BB}"/>
                </a:ext>
              </a:extLst>
            </p:cNvPr>
            <p:cNvCxnSpPr/>
            <p:nvPr/>
          </p:nvCxnSpPr>
          <p:spPr>
            <a:xfrm flipV="1">
              <a:off x="4878779" y="3752911"/>
              <a:ext cx="0" cy="812800"/>
            </a:xfrm>
            <a:prstGeom prst="line">
              <a:avLst/>
            </a:prstGeom>
            <a:ln w="152400">
              <a:solidFill>
                <a:schemeClr val="tx1"/>
              </a:solidFill>
              <a:tailEnd w="med" len="lg"/>
            </a:ln>
          </p:spPr>
          <p:style>
            <a:lnRef idx="1">
              <a:schemeClr val="accent1"/>
            </a:lnRef>
            <a:fillRef idx="0">
              <a:schemeClr val="accent1"/>
            </a:fillRef>
            <a:effectRef idx="0">
              <a:schemeClr val="accent1"/>
            </a:effectRef>
            <a:fontRef idx="minor">
              <a:schemeClr val="tx1"/>
            </a:fontRef>
          </p:style>
        </p:cxnSp>
        <p:cxnSp>
          <p:nvCxnSpPr>
            <p:cNvPr id="50" name="直接连接符 49">
              <a:extLst>
                <a:ext uri="{FF2B5EF4-FFF2-40B4-BE49-F238E27FC236}">
                  <a16:creationId xmlns:a16="http://schemas.microsoft.com/office/drawing/2014/main" id="{866DE1FD-FE69-43AD-A3E9-EB682A52429D}"/>
                </a:ext>
              </a:extLst>
            </p:cNvPr>
            <p:cNvCxnSpPr/>
            <p:nvPr/>
          </p:nvCxnSpPr>
          <p:spPr>
            <a:xfrm flipV="1">
              <a:off x="7249637" y="3752911"/>
              <a:ext cx="0" cy="812800"/>
            </a:xfrm>
            <a:prstGeom prst="line">
              <a:avLst/>
            </a:prstGeom>
            <a:ln w="1524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7" name="组合 16">
            <a:extLst>
              <a:ext uri="{FF2B5EF4-FFF2-40B4-BE49-F238E27FC236}">
                <a16:creationId xmlns:a16="http://schemas.microsoft.com/office/drawing/2014/main" id="{1AD762DB-3739-4295-96B9-EF072C43A511}"/>
              </a:ext>
            </a:extLst>
          </p:cNvPr>
          <p:cNvGrpSpPr/>
          <p:nvPr/>
        </p:nvGrpSpPr>
        <p:grpSpPr>
          <a:xfrm>
            <a:off x="1618162" y="3599500"/>
            <a:ext cx="8955675" cy="238462"/>
            <a:chOff x="1618162" y="3599500"/>
            <a:chExt cx="8955675" cy="238462"/>
          </a:xfrm>
        </p:grpSpPr>
        <p:cxnSp>
          <p:nvCxnSpPr>
            <p:cNvPr id="45" name="直接连接符 44">
              <a:extLst>
                <a:ext uri="{FF2B5EF4-FFF2-40B4-BE49-F238E27FC236}">
                  <a16:creationId xmlns:a16="http://schemas.microsoft.com/office/drawing/2014/main" id="{CF25AE11-9337-42C1-B461-2B094F3FF441}"/>
                </a:ext>
              </a:extLst>
            </p:cNvPr>
            <p:cNvCxnSpPr>
              <a:cxnSpLocks/>
            </p:cNvCxnSpPr>
            <p:nvPr/>
          </p:nvCxnSpPr>
          <p:spPr>
            <a:xfrm>
              <a:off x="1749794" y="3725200"/>
              <a:ext cx="8622888" cy="0"/>
            </a:xfrm>
            <a:prstGeom prst="line">
              <a:avLst/>
            </a:prstGeom>
            <a:ln w="152400">
              <a:solidFill>
                <a:schemeClr val="tx1"/>
              </a:solidFill>
            </a:ln>
          </p:spPr>
          <p:style>
            <a:lnRef idx="1">
              <a:schemeClr val="accent1"/>
            </a:lnRef>
            <a:fillRef idx="0">
              <a:schemeClr val="accent1"/>
            </a:fillRef>
            <a:effectRef idx="0">
              <a:schemeClr val="accent1"/>
            </a:effectRef>
            <a:fontRef idx="minor">
              <a:schemeClr val="tx1"/>
            </a:fontRef>
          </p:style>
        </p:cxnSp>
        <p:sp>
          <p:nvSpPr>
            <p:cNvPr id="52" name="矩形 51">
              <a:extLst>
                <a:ext uri="{FF2B5EF4-FFF2-40B4-BE49-F238E27FC236}">
                  <a16:creationId xmlns:a16="http://schemas.microsoft.com/office/drawing/2014/main" id="{ADC443E8-4D96-4857-9A04-ABD5711A1A74}"/>
                </a:ext>
              </a:extLst>
            </p:cNvPr>
            <p:cNvSpPr/>
            <p:nvPr/>
          </p:nvSpPr>
          <p:spPr>
            <a:xfrm>
              <a:off x="1618162" y="3599500"/>
              <a:ext cx="225524" cy="225524"/>
            </a:xfrm>
            <a:prstGeom prst="rect">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53" name="矩形 52">
              <a:extLst>
                <a:ext uri="{FF2B5EF4-FFF2-40B4-BE49-F238E27FC236}">
                  <a16:creationId xmlns:a16="http://schemas.microsoft.com/office/drawing/2014/main" id="{01A3652D-2CBA-416D-BA7E-94C923ABB90D}"/>
                </a:ext>
              </a:extLst>
            </p:cNvPr>
            <p:cNvSpPr/>
            <p:nvPr/>
          </p:nvSpPr>
          <p:spPr>
            <a:xfrm>
              <a:off x="10348313" y="3612438"/>
              <a:ext cx="225524" cy="225524"/>
            </a:xfrm>
            <a:prstGeom prst="rect">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grpSp>
      <p:grpSp>
        <p:nvGrpSpPr>
          <p:cNvPr id="16" name="组合 15">
            <a:extLst>
              <a:ext uri="{FF2B5EF4-FFF2-40B4-BE49-F238E27FC236}">
                <a16:creationId xmlns:a16="http://schemas.microsoft.com/office/drawing/2014/main" id="{F74A979A-712A-43C8-AD68-88CB8B283CBC}"/>
              </a:ext>
            </a:extLst>
          </p:cNvPr>
          <p:cNvGrpSpPr/>
          <p:nvPr/>
        </p:nvGrpSpPr>
        <p:grpSpPr>
          <a:xfrm>
            <a:off x="1968674" y="4445636"/>
            <a:ext cx="7852814" cy="641082"/>
            <a:chOff x="1968674" y="4445636"/>
            <a:chExt cx="7852814" cy="641082"/>
          </a:xfrm>
        </p:grpSpPr>
        <p:grpSp>
          <p:nvGrpSpPr>
            <p:cNvPr id="11" name="组合 10">
              <a:extLst>
                <a:ext uri="{FF2B5EF4-FFF2-40B4-BE49-F238E27FC236}">
                  <a16:creationId xmlns:a16="http://schemas.microsoft.com/office/drawing/2014/main" id="{BDD59C05-471B-4561-AD9B-C3EC7C8FCC84}"/>
                </a:ext>
              </a:extLst>
            </p:cNvPr>
            <p:cNvGrpSpPr/>
            <p:nvPr/>
          </p:nvGrpSpPr>
          <p:grpSpPr>
            <a:xfrm>
              <a:off x="1968674" y="4445636"/>
              <a:ext cx="662814" cy="641082"/>
              <a:chOff x="812355" y="3422987"/>
              <a:chExt cx="662814" cy="641082"/>
            </a:xfrm>
          </p:grpSpPr>
          <p:pic>
            <p:nvPicPr>
              <p:cNvPr id="47" name="图形 46">
                <a:extLst>
                  <a:ext uri="{FF2B5EF4-FFF2-40B4-BE49-F238E27FC236}">
                    <a16:creationId xmlns:a16="http://schemas.microsoft.com/office/drawing/2014/main" id="{2F188BC2-B766-4124-BD49-EAFEE881A38F}"/>
                  </a:ext>
                </a:extLst>
              </p:cNvPr>
              <p:cNvPicPr>
                <a:picLocks noChangeAspect="1"/>
              </p:cNvPicPr>
              <p:nvPr/>
            </p:nvPicPr>
            <p:blipFill>
              <a:blip r:embed="rId3">
                <a:extLst>
                  <a:ext uri="{28A0092B-C50C-407E-A947-70E740481C1C}">
                    <a14:useLocalDpi xmlns:a14="http://schemas.microsoft.com/office/drawing/2010/main" val="0"/>
                  </a:ext>
                  <a:ext uri="{96DAC541-7B7A-43D3-8B79-37D633B846F1}">
                    <asvg:svgBlip xmlns:asvg="http://schemas.microsoft.com/office/drawing/2016/SVG/main" r:embed="rId4"/>
                  </a:ext>
                </a:extLst>
              </a:blip>
              <a:stretch>
                <a:fillRect/>
              </a:stretch>
            </p:blipFill>
            <p:spPr>
              <a:xfrm>
                <a:off x="812355" y="3422987"/>
                <a:ext cx="662814" cy="641082"/>
              </a:xfrm>
              <a:prstGeom prst="rect">
                <a:avLst/>
              </a:prstGeom>
            </p:spPr>
          </p:pic>
          <p:sp>
            <p:nvSpPr>
              <p:cNvPr id="10" name="文本框 9">
                <a:extLst>
                  <a:ext uri="{FF2B5EF4-FFF2-40B4-BE49-F238E27FC236}">
                    <a16:creationId xmlns:a16="http://schemas.microsoft.com/office/drawing/2014/main" id="{B6FCB237-5D41-43CE-AB0D-0E6FF7895DCC}"/>
                  </a:ext>
                </a:extLst>
              </p:cNvPr>
              <p:cNvSpPr txBox="1"/>
              <p:nvPr/>
            </p:nvSpPr>
            <p:spPr>
              <a:xfrm>
                <a:off x="1087044" y="3451320"/>
                <a:ext cx="355235" cy="400110"/>
              </a:xfrm>
              <a:prstGeom prst="rect">
                <a:avLst/>
              </a:prstGeom>
              <a:noFill/>
            </p:spPr>
            <p:txBody>
              <a:bodyPr wrap="square" rtlCol="0">
                <a:spAutoFit/>
              </a:bodyPr>
              <a:lstStyle/>
              <a:p>
                <a:pPr algn="ctr"/>
                <a:r>
                  <a:rPr lang="en-US" altLang="zh-CN" sz="2000" b="1" dirty="0">
                    <a:solidFill>
                      <a:schemeClr val="bg1"/>
                    </a:solidFill>
                    <a:latin typeface="Arial Black" panose="020B0A04020102020204" pitchFamily="34" charset="0"/>
                    <a:ea typeface="+mj-ea"/>
                  </a:rPr>
                  <a:t>A</a:t>
                </a:r>
                <a:endParaRPr lang="zh-CN" altLang="en-US" sz="2000" b="1" dirty="0">
                  <a:solidFill>
                    <a:schemeClr val="bg1"/>
                  </a:solidFill>
                  <a:latin typeface="Arial Black" panose="020B0A04020102020204" pitchFamily="34" charset="0"/>
                  <a:ea typeface="+mj-ea"/>
                </a:endParaRPr>
              </a:p>
            </p:txBody>
          </p:sp>
        </p:grpSp>
        <p:grpSp>
          <p:nvGrpSpPr>
            <p:cNvPr id="12" name="组合 11">
              <a:extLst>
                <a:ext uri="{FF2B5EF4-FFF2-40B4-BE49-F238E27FC236}">
                  <a16:creationId xmlns:a16="http://schemas.microsoft.com/office/drawing/2014/main" id="{5269C008-81D1-4D80-9EFF-416BE9397B7F}"/>
                </a:ext>
              </a:extLst>
            </p:cNvPr>
            <p:cNvGrpSpPr/>
            <p:nvPr/>
          </p:nvGrpSpPr>
          <p:grpSpPr>
            <a:xfrm>
              <a:off x="4365341" y="4445636"/>
              <a:ext cx="662814" cy="641082"/>
              <a:chOff x="3209022" y="3422987"/>
              <a:chExt cx="662814" cy="641082"/>
            </a:xfrm>
          </p:grpSpPr>
          <p:pic>
            <p:nvPicPr>
              <p:cNvPr id="49" name="图形 48">
                <a:extLst>
                  <a:ext uri="{FF2B5EF4-FFF2-40B4-BE49-F238E27FC236}">
                    <a16:creationId xmlns:a16="http://schemas.microsoft.com/office/drawing/2014/main" id="{7D68CE9E-EEA6-4751-AC4F-25828AABA975}"/>
                  </a:ext>
                </a:extLst>
              </p:cNvPr>
              <p:cNvPicPr>
                <a:picLocks noChangeAspect="1"/>
              </p:cNvPicPr>
              <p:nvPr/>
            </p:nvPicPr>
            <p:blipFill>
              <a:blip r:embed="rId3">
                <a:extLst>
                  <a:ext uri="{28A0092B-C50C-407E-A947-70E740481C1C}">
                    <a14:useLocalDpi xmlns:a14="http://schemas.microsoft.com/office/drawing/2010/main" val="0"/>
                  </a:ext>
                  <a:ext uri="{96DAC541-7B7A-43D3-8B79-37D633B846F1}">
                    <asvg:svgBlip xmlns:asvg="http://schemas.microsoft.com/office/drawing/2016/SVG/main" r:embed="rId4"/>
                  </a:ext>
                </a:extLst>
              </a:blip>
              <a:stretch>
                <a:fillRect/>
              </a:stretch>
            </p:blipFill>
            <p:spPr>
              <a:xfrm>
                <a:off x="3209022" y="3422987"/>
                <a:ext cx="662814" cy="641082"/>
              </a:xfrm>
              <a:prstGeom prst="rect">
                <a:avLst/>
              </a:prstGeom>
            </p:spPr>
          </p:pic>
          <p:sp>
            <p:nvSpPr>
              <p:cNvPr id="80" name="文本框 79">
                <a:extLst>
                  <a:ext uri="{FF2B5EF4-FFF2-40B4-BE49-F238E27FC236}">
                    <a16:creationId xmlns:a16="http://schemas.microsoft.com/office/drawing/2014/main" id="{9CE13739-FC57-474F-B32B-DE041E416F61}"/>
                  </a:ext>
                </a:extLst>
              </p:cNvPr>
              <p:cNvSpPr txBox="1"/>
              <p:nvPr/>
            </p:nvSpPr>
            <p:spPr>
              <a:xfrm>
                <a:off x="3490791" y="3451320"/>
                <a:ext cx="355235" cy="400110"/>
              </a:xfrm>
              <a:prstGeom prst="rect">
                <a:avLst/>
              </a:prstGeom>
              <a:noFill/>
            </p:spPr>
            <p:txBody>
              <a:bodyPr wrap="square" rtlCol="0">
                <a:spAutoFit/>
              </a:bodyPr>
              <a:lstStyle/>
              <a:p>
                <a:pPr algn="ctr"/>
                <a:r>
                  <a:rPr lang="en-US" altLang="zh-CN" sz="2000" b="1" dirty="0">
                    <a:solidFill>
                      <a:schemeClr val="bg1"/>
                    </a:solidFill>
                    <a:latin typeface="Arial Black" panose="020B0A04020102020204" pitchFamily="34" charset="0"/>
                    <a:ea typeface="+mj-ea"/>
                  </a:rPr>
                  <a:t>B</a:t>
                </a:r>
                <a:endParaRPr lang="zh-CN" altLang="en-US" sz="2000" b="1" dirty="0">
                  <a:solidFill>
                    <a:schemeClr val="bg1"/>
                  </a:solidFill>
                  <a:latin typeface="Arial Black" panose="020B0A04020102020204" pitchFamily="34" charset="0"/>
                  <a:ea typeface="+mj-ea"/>
                </a:endParaRPr>
              </a:p>
            </p:txBody>
          </p:sp>
        </p:grpSp>
        <p:grpSp>
          <p:nvGrpSpPr>
            <p:cNvPr id="13" name="组合 12">
              <a:extLst>
                <a:ext uri="{FF2B5EF4-FFF2-40B4-BE49-F238E27FC236}">
                  <a16:creationId xmlns:a16="http://schemas.microsoft.com/office/drawing/2014/main" id="{004280E2-7973-4298-A45D-96B18B37C837}"/>
                </a:ext>
              </a:extLst>
            </p:cNvPr>
            <p:cNvGrpSpPr/>
            <p:nvPr/>
          </p:nvGrpSpPr>
          <p:grpSpPr>
            <a:xfrm>
              <a:off x="6762008" y="4445636"/>
              <a:ext cx="662814" cy="641082"/>
              <a:chOff x="5605689" y="3422987"/>
              <a:chExt cx="662814" cy="641082"/>
            </a:xfrm>
          </p:grpSpPr>
          <p:pic>
            <p:nvPicPr>
              <p:cNvPr id="51" name="图形 50">
                <a:extLst>
                  <a:ext uri="{FF2B5EF4-FFF2-40B4-BE49-F238E27FC236}">
                    <a16:creationId xmlns:a16="http://schemas.microsoft.com/office/drawing/2014/main" id="{0FE605DE-3103-4C7B-AFC0-03272ED69FD7}"/>
                  </a:ext>
                </a:extLst>
              </p:cNvPr>
              <p:cNvPicPr>
                <a:picLocks noChangeAspect="1"/>
              </p:cNvPicPr>
              <p:nvPr/>
            </p:nvPicPr>
            <p:blipFill>
              <a:blip r:embed="rId3">
                <a:extLst>
                  <a:ext uri="{28A0092B-C50C-407E-A947-70E740481C1C}">
                    <a14:useLocalDpi xmlns:a14="http://schemas.microsoft.com/office/drawing/2010/main" val="0"/>
                  </a:ext>
                  <a:ext uri="{96DAC541-7B7A-43D3-8B79-37D633B846F1}">
                    <asvg:svgBlip xmlns:asvg="http://schemas.microsoft.com/office/drawing/2016/SVG/main" r:embed="rId4"/>
                  </a:ext>
                </a:extLst>
              </a:blip>
              <a:stretch>
                <a:fillRect/>
              </a:stretch>
            </p:blipFill>
            <p:spPr>
              <a:xfrm>
                <a:off x="5605689" y="3422987"/>
                <a:ext cx="662814" cy="641082"/>
              </a:xfrm>
              <a:prstGeom prst="rect">
                <a:avLst/>
              </a:prstGeom>
            </p:spPr>
          </p:pic>
          <p:sp>
            <p:nvSpPr>
              <p:cNvPr id="81" name="文本框 80">
                <a:extLst>
                  <a:ext uri="{FF2B5EF4-FFF2-40B4-BE49-F238E27FC236}">
                    <a16:creationId xmlns:a16="http://schemas.microsoft.com/office/drawing/2014/main" id="{7D90056B-A972-4C0D-8BBB-578A59C26C9E}"/>
                  </a:ext>
                </a:extLst>
              </p:cNvPr>
              <p:cNvSpPr txBox="1"/>
              <p:nvPr/>
            </p:nvSpPr>
            <p:spPr>
              <a:xfrm>
                <a:off x="5885506" y="3451320"/>
                <a:ext cx="355235" cy="400110"/>
              </a:xfrm>
              <a:prstGeom prst="rect">
                <a:avLst/>
              </a:prstGeom>
              <a:noFill/>
            </p:spPr>
            <p:txBody>
              <a:bodyPr wrap="square" rtlCol="0">
                <a:spAutoFit/>
              </a:bodyPr>
              <a:lstStyle/>
              <a:p>
                <a:pPr algn="ctr"/>
                <a:r>
                  <a:rPr lang="en-US" altLang="zh-CN" sz="2000" b="1" dirty="0">
                    <a:solidFill>
                      <a:schemeClr val="bg1"/>
                    </a:solidFill>
                    <a:latin typeface="Arial Black" panose="020B0A04020102020204" pitchFamily="34" charset="0"/>
                    <a:ea typeface="+mj-ea"/>
                  </a:rPr>
                  <a:t>C</a:t>
                </a:r>
                <a:endParaRPr lang="zh-CN" altLang="en-US" sz="2000" b="1" dirty="0">
                  <a:solidFill>
                    <a:schemeClr val="bg1"/>
                  </a:solidFill>
                  <a:latin typeface="Arial Black" panose="020B0A04020102020204" pitchFamily="34" charset="0"/>
                  <a:ea typeface="+mj-ea"/>
                </a:endParaRPr>
              </a:p>
            </p:txBody>
          </p:sp>
        </p:grpSp>
        <p:grpSp>
          <p:nvGrpSpPr>
            <p:cNvPr id="14" name="组合 13">
              <a:extLst>
                <a:ext uri="{FF2B5EF4-FFF2-40B4-BE49-F238E27FC236}">
                  <a16:creationId xmlns:a16="http://schemas.microsoft.com/office/drawing/2014/main" id="{BE3241B0-5443-4CB3-9F63-FC93CD92DC73}"/>
                </a:ext>
              </a:extLst>
            </p:cNvPr>
            <p:cNvGrpSpPr/>
            <p:nvPr/>
          </p:nvGrpSpPr>
          <p:grpSpPr>
            <a:xfrm>
              <a:off x="9158674" y="4445636"/>
              <a:ext cx="662814" cy="641082"/>
              <a:chOff x="8002355" y="3422987"/>
              <a:chExt cx="662814" cy="641082"/>
            </a:xfrm>
          </p:grpSpPr>
          <p:pic>
            <p:nvPicPr>
              <p:cNvPr id="66" name="图形 65">
                <a:extLst>
                  <a:ext uri="{FF2B5EF4-FFF2-40B4-BE49-F238E27FC236}">
                    <a16:creationId xmlns:a16="http://schemas.microsoft.com/office/drawing/2014/main" id="{FE77C39A-4AE1-4FE8-83DC-95D736842A68}"/>
                  </a:ext>
                </a:extLst>
              </p:cNvPr>
              <p:cNvPicPr>
                <a:picLocks noChangeAspect="1"/>
              </p:cNvPicPr>
              <p:nvPr/>
            </p:nvPicPr>
            <p:blipFill>
              <a:blip r:embed="rId3">
                <a:extLst>
                  <a:ext uri="{28A0092B-C50C-407E-A947-70E740481C1C}">
                    <a14:useLocalDpi xmlns:a14="http://schemas.microsoft.com/office/drawing/2010/main" val="0"/>
                  </a:ext>
                  <a:ext uri="{96DAC541-7B7A-43D3-8B79-37D633B846F1}">
                    <asvg:svgBlip xmlns:asvg="http://schemas.microsoft.com/office/drawing/2016/SVG/main" r:embed="rId4"/>
                  </a:ext>
                </a:extLst>
              </a:blip>
              <a:stretch>
                <a:fillRect/>
              </a:stretch>
            </p:blipFill>
            <p:spPr>
              <a:xfrm>
                <a:off x="8002355" y="3422987"/>
                <a:ext cx="662814" cy="641082"/>
              </a:xfrm>
              <a:prstGeom prst="rect">
                <a:avLst/>
              </a:prstGeom>
            </p:spPr>
          </p:pic>
          <p:sp>
            <p:nvSpPr>
              <p:cNvPr id="82" name="文本框 81">
                <a:extLst>
                  <a:ext uri="{FF2B5EF4-FFF2-40B4-BE49-F238E27FC236}">
                    <a16:creationId xmlns:a16="http://schemas.microsoft.com/office/drawing/2014/main" id="{C325C64E-D3DE-4664-A644-B4E5AB503B47}"/>
                  </a:ext>
                </a:extLst>
              </p:cNvPr>
              <p:cNvSpPr txBox="1"/>
              <p:nvPr/>
            </p:nvSpPr>
            <p:spPr>
              <a:xfrm>
                <a:off x="8282675" y="3444742"/>
                <a:ext cx="355235" cy="400110"/>
              </a:xfrm>
              <a:prstGeom prst="rect">
                <a:avLst/>
              </a:prstGeom>
              <a:noFill/>
            </p:spPr>
            <p:txBody>
              <a:bodyPr wrap="square" rtlCol="0">
                <a:spAutoFit/>
              </a:bodyPr>
              <a:lstStyle/>
              <a:p>
                <a:pPr algn="ctr"/>
                <a:r>
                  <a:rPr lang="en-US" altLang="zh-CN" sz="2000" b="1" dirty="0">
                    <a:solidFill>
                      <a:schemeClr val="bg1"/>
                    </a:solidFill>
                    <a:latin typeface="Arial Black" panose="020B0A04020102020204" pitchFamily="34" charset="0"/>
                    <a:ea typeface="+mj-ea"/>
                  </a:rPr>
                  <a:t>D</a:t>
                </a:r>
                <a:endParaRPr lang="zh-CN" altLang="en-US" sz="2000" b="1" dirty="0">
                  <a:solidFill>
                    <a:schemeClr val="bg1"/>
                  </a:solidFill>
                  <a:latin typeface="Arial Black" panose="020B0A04020102020204" pitchFamily="34" charset="0"/>
                  <a:ea typeface="+mj-ea"/>
                </a:endParaRPr>
              </a:p>
            </p:txBody>
          </p:sp>
        </p:grpSp>
      </p:grpSp>
      <p:sp>
        <p:nvSpPr>
          <p:cNvPr id="83" name="矩形 82">
            <a:extLst>
              <a:ext uri="{FF2B5EF4-FFF2-40B4-BE49-F238E27FC236}">
                <a16:creationId xmlns:a16="http://schemas.microsoft.com/office/drawing/2014/main" id="{226D8F51-14D0-4301-9630-07F52FA706A6}"/>
              </a:ext>
            </a:extLst>
          </p:cNvPr>
          <p:cNvSpPr/>
          <p:nvPr/>
        </p:nvSpPr>
        <p:spPr>
          <a:xfrm>
            <a:off x="1056633" y="2094555"/>
            <a:ext cx="256976" cy="256976"/>
          </a:xfrm>
          <a:prstGeom prst="rect">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84" name="íşlïḍè">
            <a:extLst>
              <a:ext uri="{FF2B5EF4-FFF2-40B4-BE49-F238E27FC236}">
                <a16:creationId xmlns:a16="http://schemas.microsoft.com/office/drawing/2014/main" id="{EE070650-3535-4DA1-B3DA-7E7E1AFD6CC0}"/>
              </a:ext>
            </a:extLst>
          </p:cNvPr>
          <p:cNvSpPr txBox="1"/>
          <p:nvPr/>
        </p:nvSpPr>
        <p:spPr>
          <a:xfrm>
            <a:off x="1373861" y="2040233"/>
            <a:ext cx="10276516" cy="646419"/>
          </a:xfrm>
          <a:prstGeom prst="rect">
            <a:avLst/>
          </a:prstGeom>
          <a:noFill/>
        </p:spPr>
        <p:txBody>
          <a:bodyPr wrap="square" lIns="91440" tIns="45720" rIns="91440" bIns="45720" anchor="ctr">
            <a:noAutofit/>
          </a:bodyPr>
          <a:lstStyle/>
          <a:p>
            <a:r>
              <a:rPr lang="zh-CN" altLang="en-US" b="1" dirty="0">
                <a:latin typeface="Arial Narrow" panose="020B0606020202030204" pitchFamily="34" charset="0"/>
              </a:rPr>
              <a:t>共享总线以太网具有</a:t>
            </a:r>
            <a:r>
              <a:rPr lang="zh-CN" altLang="en-US" b="1" dirty="0">
                <a:solidFill>
                  <a:schemeClr val="accent1">
                    <a:lumMod val="75000"/>
                  </a:schemeClr>
                </a:solidFill>
                <a:latin typeface="Arial Narrow" panose="020B0606020202030204" pitchFamily="34" charset="0"/>
              </a:rPr>
              <a:t>天然的广播特性</a:t>
            </a:r>
            <a:r>
              <a:rPr lang="zh-CN" altLang="en-US" b="1" dirty="0">
                <a:latin typeface="Arial Narrow" panose="020B0606020202030204" pitchFamily="34" charset="0"/>
              </a:rPr>
              <a:t>，即使总线上某个站点给另一个站点发送单播帧，表示帧的信号也会沿着总线传播到总线上的其他各站点。</a:t>
            </a:r>
          </a:p>
        </p:txBody>
      </p:sp>
      <p:grpSp>
        <p:nvGrpSpPr>
          <p:cNvPr id="34" name="组合 33">
            <a:extLst>
              <a:ext uri="{FF2B5EF4-FFF2-40B4-BE49-F238E27FC236}">
                <a16:creationId xmlns:a16="http://schemas.microsoft.com/office/drawing/2014/main" id="{597CA986-8289-4474-9CDE-B89FDD12C0DC}"/>
              </a:ext>
            </a:extLst>
          </p:cNvPr>
          <p:cNvGrpSpPr/>
          <p:nvPr/>
        </p:nvGrpSpPr>
        <p:grpSpPr>
          <a:xfrm>
            <a:off x="5133377" y="4530962"/>
            <a:ext cx="1544306" cy="336539"/>
            <a:chOff x="5323845" y="4280951"/>
            <a:chExt cx="1544306" cy="336539"/>
          </a:xfrm>
        </p:grpSpPr>
        <p:cxnSp>
          <p:nvCxnSpPr>
            <p:cNvPr id="35" name="直接箭头连接符 34">
              <a:extLst>
                <a:ext uri="{FF2B5EF4-FFF2-40B4-BE49-F238E27FC236}">
                  <a16:creationId xmlns:a16="http://schemas.microsoft.com/office/drawing/2014/main" id="{4B9D3B98-30F4-4E1B-AF66-12D6C661645D}"/>
                </a:ext>
              </a:extLst>
            </p:cNvPr>
            <p:cNvCxnSpPr>
              <a:cxnSpLocks/>
            </p:cNvCxnSpPr>
            <p:nvPr/>
          </p:nvCxnSpPr>
          <p:spPr>
            <a:xfrm>
              <a:off x="5323845" y="4617490"/>
              <a:ext cx="1544306" cy="0"/>
            </a:xfrm>
            <a:prstGeom prst="straightConnector1">
              <a:avLst/>
            </a:prstGeom>
            <a:ln w="38100">
              <a:solidFill>
                <a:schemeClr val="tx1"/>
              </a:solidFill>
              <a:prstDash val="dash"/>
              <a:tailEnd type="triangle"/>
            </a:ln>
          </p:spPr>
          <p:style>
            <a:lnRef idx="1">
              <a:schemeClr val="accent1"/>
            </a:lnRef>
            <a:fillRef idx="0">
              <a:schemeClr val="accent1"/>
            </a:fillRef>
            <a:effectRef idx="0">
              <a:schemeClr val="accent1"/>
            </a:effectRef>
            <a:fontRef idx="minor">
              <a:schemeClr val="tx1"/>
            </a:fontRef>
          </p:style>
        </p:cxnSp>
        <p:sp>
          <p:nvSpPr>
            <p:cNvPr id="36" name="íşlïḍè">
              <a:extLst>
                <a:ext uri="{FF2B5EF4-FFF2-40B4-BE49-F238E27FC236}">
                  <a16:creationId xmlns:a16="http://schemas.microsoft.com/office/drawing/2014/main" id="{89D59275-C141-4AB1-B308-3AC2DD5F3B5F}"/>
                </a:ext>
              </a:extLst>
            </p:cNvPr>
            <p:cNvSpPr txBox="1"/>
            <p:nvPr/>
          </p:nvSpPr>
          <p:spPr>
            <a:xfrm>
              <a:off x="5632036" y="4280951"/>
              <a:ext cx="927924" cy="267374"/>
            </a:xfrm>
            <a:prstGeom prst="rect">
              <a:avLst/>
            </a:prstGeom>
            <a:noFill/>
          </p:spPr>
          <p:txBody>
            <a:bodyPr wrap="square" lIns="91440" tIns="45720" rIns="91440" bIns="45720" anchor="ctr">
              <a:noAutofit/>
            </a:bodyPr>
            <a:lstStyle/>
            <a:p>
              <a:pPr algn="ctr"/>
              <a:r>
                <a:rPr lang="zh-CN" altLang="en-US" b="1" dirty="0">
                  <a:latin typeface="Arial Narrow" panose="020B0606020202030204" pitchFamily="34" charset="0"/>
                </a:rPr>
                <a:t>发送帧</a:t>
              </a:r>
            </a:p>
          </p:txBody>
        </p:sp>
      </p:grpSp>
      <p:cxnSp>
        <p:nvCxnSpPr>
          <p:cNvPr id="42" name="直接箭头连接符 41">
            <a:extLst>
              <a:ext uri="{FF2B5EF4-FFF2-40B4-BE49-F238E27FC236}">
                <a16:creationId xmlns:a16="http://schemas.microsoft.com/office/drawing/2014/main" id="{4D50236D-F3AA-43CB-AB9B-6FC92A865908}"/>
              </a:ext>
            </a:extLst>
          </p:cNvPr>
          <p:cNvCxnSpPr/>
          <p:nvPr/>
        </p:nvCxnSpPr>
        <p:spPr>
          <a:xfrm flipV="1">
            <a:off x="4871518" y="3756355"/>
            <a:ext cx="0" cy="773654"/>
          </a:xfrm>
          <a:prstGeom prst="straightConnector1">
            <a:avLst/>
          </a:prstGeom>
          <a:ln w="50800" cap="rnd">
            <a:solidFill>
              <a:schemeClr val="accent6"/>
            </a:solidFill>
            <a:round/>
            <a:tailEnd type="triangle" w="med" len="med"/>
          </a:ln>
        </p:spPr>
        <p:style>
          <a:lnRef idx="1">
            <a:schemeClr val="accent1"/>
          </a:lnRef>
          <a:fillRef idx="0">
            <a:schemeClr val="accent1"/>
          </a:fillRef>
          <a:effectRef idx="0">
            <a:schemeClr val="accent1"/>
          </a:effectRef>
          <a:fontRef idx="minor">
            <a:schemeClr val="tx1"/>
          </a:fontRef>
        </p:style>
      </p:cxnSp>
      <p:cxnSp>
        <p:nvCxnSpPr>
          <p:cNvPr id="43" name="直接箭头连接符 42">
            <a:extLst>
              <a:ext uri="{FF2B5EF4-FFF2-40B4-BE49-F238E27FC236}">
                <a16:creationId xmlns:a16="http://schemas.microsoft.com/office/drawing/2014/main" id="{38FE851F-201E-4332-8CAE-4ACE0A8B261D}"/>
              </a:ext>
            </a:extLst>
          </p:cNvPr>
          <p:cNvCxnSpPr>
            <a:cxnSpLocks/>
            <a:endCxn id="53" idx="1"/>
          </p:cNvCxnSpPr>
          <p:nvPr/>
        </p:nvCxnSpPr>
        <p:spPr>
          <a:xfrm>
            <a:off x="4871518" y="3722880"/>
            <a:ext cx="5476795" cy="2320"/>
          </a:xfrm>
          <a:prstGeom prst="straightConnector1">
            <a:avLst/>
          </a:prstGeom>
          <a:ln w="50800" cap="rnd">
            <a:solidFill>
              <a:schemeClr val="accent6"/>
            </a:solidFill>
            <a:round/>
            <a:tailEnd type="triangle" w="med" len="med"/>
          </a:ln>
        </p:spPr>
        <p:style>
          <a:lnRef idx="1">
            <a:schemeClr val="accent1"/>
          </a:lnRef>
          <a:fillRef idx="0">
            <a:schemeClr val="accent1"/>
          </a:fillRef>
          <a:effectRef idx="0">
            <a:schemeClr val="accent1"/>
          </a:effectRef>
          <a:fontRef idx="minor">
            <a:schemeClr val="tx1"/>
          </a:fontRef>
        </p:style>
      </p:cxnSp>
      <p:cxnSp>
        <p:nvCxnSpPr>
          <p:cNvPr id="44" name="直接箭头连接符 43">
            <a:extLst>
              <a:ext uri="{FF2B5EF4-FFF2-40B4-BE49-F238E27FC236}">
                <a16:creationId xmlns:a16="http://schemas.microsoft.com/office/drawing/2014/main" id="{BF40DB0F-B774-4E92-86D1-F5EF05335845}"/>
              </a:ext>
            </a:extLst>
          </p:cNvPr>
          <p:cNvCxnSpPr>
            <a:cxnSpLocks/>
          </p:cNvCxnSpPr>
          <p:nvPr/>
        </p:nvCxnSpPr>
        <p:spPr>
          <a:xfrm flipH="1">
            <a:off x="1843686" y="3722763"/>
            <a:ext cx="3035093" cy="0"/>
          </a:xfrm>
          <a:prstGeom prst="straightConnector1">
            <a:avLst/>
          </a:prstGeom>
          <a:ln w="50800" cap="rnd">
            <a:solidFill>
              <a:schemeClr val="accent6"/>
            </a:solidFill>
            <a:round/>
            <a:tailEnd type="triangle" w="med" len="med"/>
          </a:ln>
        </p:spPr>
        <p:style>
          <a:lnRef idx="1">
            <a:schemeClr val="accent1"/>
          </a:lnRef>
          <a:fillRef idx="0">
            <a:schemeClr val="accent1"/>
          </a:fillRef>
          <a:effectRef idx="0">
            <a:schemeClr val="accent1"/>
          </a:effectRef>
          <a:fontRef idx="minor">
            <a:schemeClr val="tx1"/>
          </a:fontRef>
        </p:style>
      </p:cxnSp>
      <p:cxnSp>
        <p:nvCxnSpPr>
          <p:cNvPr id="54" name="直接箭头连接符 53">
            <a:extLst>
              <a:ext uri="{FF2B5EF4-FFF2-40B4-BE49-F238E27FC236}">
                <a16:creationId xmlns:a16="http://schemas.microsoft.com/office/drawing/2014/main" id="{D59398C7-CA9B-4143-9A43-EA2109F58889}"/>
              </a:ext>
            </a:extLst>
          </p:cNvPr>
          <p:cNvCxnSpPr>
            <a:cxnSpLocks/>
          </p:cNvCxnSpPr>
          <p:nvPr/>
        </p:nvCxnSpPr>
        <p:spPr>
          <a:xfrm>
            <a:off x="9636071" y="3749582"/>
            <a:ext cx="0" cy="772282"/>
          </a:xfrm>
          <a:prstGeom prst="straightConnector1">
            <a:avLst/>
          </a:prstGeom>
          <a:ln w="50800" cap="rnd">
            <a:solidFill>
              <a:schemeClr val="accent6"/>
            </a:solidFill>
            <a:round/>
            <a:tailEnd type="triangle" w="med" len="med"/>
          </a:ln>
        </p:spPr>
        <p:style>
          <a:lnRef idx="1">
            <a:schemeClr val="accent1"/>
          </a:lnRef>
          <a:fillRef idx="0">
            <a:schemeClr val="accent1"/>
          </a:fillRef>
          <a:effectRef idx="0">
            <a:schemeClr val="accent1"/>
          </a:effectRef>
          <a:fontRef idx="minor">
            <a:schemeClr val="tx1"/>
          </a:fontRef>
        </p:style>
      </p:cxnSp>
      <p:cxnSp>
        <p:nvCxnSpPr>
          <p:cNvPr id="55" name="直接箭头连接符 54">
            <a:extLst>
              <a:ext uri="{FF2B5EF4-FFF2-40B4-BE49-F238E27FC236}">
                <a16:creationId xmlns:a16="http://schemas.microsoft.com/office/drawing/2014/main" id="{2C7084E5-8800-4D27-8B45-E7455078D9DC}"/>
              </a:ext>
            </a:extLst>
          </p:cNvPr>
          <p:cNvCxnSpPr>
            <a:cxnSpLocks/>
          </p:cNvCxnSpPr>
          <p:nvPr/>
        </p:nvCxnSpPr>
        <p:spPr>
          <a:xfrm>
            <a:off x="7256215" y="3749582"/>
            <a:ext cx="0" cy="780427"/>
          </a:xfrm>
          <a:prstGeom prst="straightConnector1">
            <a:avLst/>
          </a:prstGeom>
          <a:ln w="50800" cap="rnd">
            <a:solidFill>
              <a:schemeClr val="accent6"/>
            </a:solidFill>
            <a:round/>
            <a:tailEnd type="triangle" w="med" len="med"/>
          </a:ln>
        </p:spPr>
        <p:style>
          <a:lnRef idx="1">
            <a:schemeClr val="accent1"/>
          </a:lnRef>
          <a:fillRef idx="0">
            <a:schemeClr val="accent1"/>
          </a:fillRef>
          <a:effectRef idx="0">
            <a:schemeClr val="accent1"/>
          </a:effectRef>
          <a:fontRef idx="minor">
            <a:schemeClr val="tx1"/>
          </a:fontRef>
        </p:style>
      </p:cxnSp>
      <p:cxnSp>
        <p:nvCxnSpPr>
          <p:cNvPr id="56" name="直接箭头连接符 55">
            <a:extLst>
              <a:ext uri="{FF2B5EF4-FFF2-40B4-BE49-F238E27FC236}">
                <a16:creationId xmlns:a16="http://schemas.microsoft.com/office/drawing/2014/main" id="{ED674B0A-9B7C-45DD-A29A-594C89AEAC86}"/>
              </a:ext>
            </a:extLst>
          </p:cNvPr>
          <p:cNvCxnSpPr>
            <a:cxnSpLocks/>
          </p:cNvCxnSpPr>
          <p:nvPr/>
        </p:nvCxnSpPr>
        <p:spPr>
          <a:xfrm>
            <a:off x="2458858" y="3756355"/>
            <a:ext cx="0" cy="773654"/>
          </a:xfrm>
          <a:prstGeom prst="straightConnector1">
            <a:avLst/>
          </a:prstGeom>
          <a:ln w="50800" cap="rnd">
            <a:solidFill>
              <a:schemeClr val="accent6"/>
            </a:solidFill>
            <a:round/>
            <a:tailEnd type="triangle" w="med" len="med"/>
          </a:ln>
        </p:spPr>
        <p:style>
          <a:lnRef idx="1">
            <a:schemeClr val="accent1"/>
          </a:lnRef>
          <a:fillRef idx="0">
            <a:schemeClr val="accent1"/>
          </a:fillRef>
          <a:effectRef idx="0">
            <a:schemeClr val="accent1"/>
          </a:effectRef>
          <a:fontRef idx="minor">
            <a:schemeClr val="tx1"/>
          </a:fontRef>
        </p:style>
      </p:cxnSp>
    </p:spTree>
    <p:custDataLst>
      <p:tags r:id="rId1"/>
    </p:custDataLst>
    <p:extLst>
      <p:ext uri="{BB962C8B-B14F-4D97-AF65-F5344CB8AC3E}">
        <p14:creationId xmlns:p14="http://schemas.microsoft.com/office/powerpoint/2010/main" val="2915201573"/>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2" presetClass="entr" presetSubtype="8" fill="hold" nodeType="withEffect">
                                  <p:stCondLst>
                                    <p:cond delay="0"/>
                                  </p:stCondLst>
                                  <p:childTnLst>
                                    <p:set>
                                      <p:cBhvr>
                                        <p:cTn id="6" dur="1" fill="hold">
                                          <p:stCondLst>
                                            <p:cond delay="0"/>
                                          </p:stCondLst>
                                        </p:cTn>
                                        <p:tgtEl>
                                          <p:spTgt spid="34"/>
                                        </p:tgtEl>
                                        <p:attrNameLst>
                                          <p:attrName>style.visibility</p:attrName>
                                        </p:attrNameLst>
                                      </p:cBhvr>
                                      <p:to>
                                        <p:strVal val="visible"/>
                                      </p:to>
                                    </p:set>
                                    <p:animEffect transition="in" filter="wipe(left)">
                                      <p:cBhvr>
                                        <p:cTn id="7" dur="500"/>
                                        <p:tgtEl>
                                          <p:spTgt spid="34"/>
                                        </p:tgtEl>
                                      </p:cBhvr>
                                    </p:animEffect>
                                  </p:childTnLst>
                                </p:cTn>
                              </p:par>
                            </p:childTnLst>
                          </p:cTn>
                        </p:par>
                      </p:childTnLst>
                    </p:cTn>
                  </p:par>
                  <p:par>
                    <p:cTn id="8" fill="hold">
                      <p:stCondLst>
                        <p:cond delay="indefinite"/>
                      </p:stCondLst>
                      <p:childTnLst>
                        <p:par>
                          <p:cTn id="9" fill="hold">
                            <p:stCondLst>
                              <p:cond delay="0"/>
                            </p:stCondLst>
                            <p:childTnLst>
                              <p:par>
                                <p:cTn id="10" presetID="22" presetClass="entr" presetSubtype="4" fill="hold" nodeType="clickEffect">
                                  <p:stCondLst>
                                    <p:cond delay="0"/>
                                  </p:stCondLst>
                                  <p:childTnLst>
                                    <p:set>
                                      <p:cBhvr>
                                        <p:cTn id="11" dur="1" fill="hold">
                                          <p:stCondLst>
                                            <p:cond delay="0"/>
                                          </p:stCondLst>
                                        </p:cTn>
                                        <p:tgtEl>
                                          <p:spTgt spid="42"/>
                                        </p:tgtEl>
                                        <p:attrNameLst>
                                          <p:attrName>style.visibility</p:attrName>
                                        </p:attrNameLst>
                                      </p:cBhvr>
                                      <p:to>
                                        <p:strVal val="visible"/>
                                      </p:to>
                                    </p:set>
                                    <p:animEffect transition="in" filter="wipe(down)">
                                      <p:cBhvr>
                                        <p:cTn id="12" dur="500"/>
                                        <p:tgtEl>
                                          <p:spTgt spid="42"/>
                                        </p:tgtEl>
                                      </p:cBhvr>
                                    </p:animEffect>
                                  </p:childTnLst>
                                </p:cTn>
                              </p:par>
                            </p:childTnLst>
                          </p:cTn>
                        </p:par>
                        <p:par>
                          <p:cTn id="13" fill="hold">
                            <p:stCondLst>
                              <p:cond delay="500"/>
                            </p:stCondLst>
                            <p:childTnLst>
                              <p:par>
                                <p:cTn id="14" presetID="22" presetClass="entr" presetSubtype="2" fill="hold" nodeType="afterEffect">
                                  <p:stCondLst>
                                    <p:cond delay="0"/>
                                  </p:stCondLst>
                                  <p:childTnLst>
                                    <p:set>
                                      <p:cBhvr>
                                        <p:cTn id="15" dur="1" fill="hold">
                                          <p:stCondLst>
                                            <p:cond delay="0"/>
                                          </p:stCondLst>
                                        </p:cTn>
                                        <p:tgtEl>
                                          <p:spTgt spid="44"/>
                                        </p:tgtEl>
                                        <p:attrNameLst>
                                          <p:attrName>style.visibility</p:attrName>
                                        </p:attrNameLst>
                                      </p:cBhvr>
                                      <p:to>
                                        <p:strVal val="visible"/>
                                      </p:to>
                                    </p:set>
                                    <p:animEffect transition="in" filter="wipe(right)">
                                      <p:cBhvr>
                                        <p:cTn id="16" dur="1800"/>
                                        <p:tgtEl>
                                          <p:spTgt spid="44"/>
                                        </p:tgtEl>
                                      </p:cBhvr>
                                    </p:animEffect>
                                  </p:childTnLst>
                                </p:cTn>
                              </p:par>
                              <p:par>
                                <p:cTn id="17" presetID="22" presetClass="entr" presetSubtype="8" fill="hold" nodeType="withEffect">
                                  <p:stCondLst>
                                    <p:cond delay="0"/>
                                  </p:stCondLst>
                                  <p:childTnLst>
                                    <p:set>
                                      <p:cBhvr>
                                        <p:cTn id="18" dur="1" fill="hold">
                                          <p:stCondLst>
                                            <p:cond delay="0"/>
                                          </p:stCondLst>
                                        </p:cTn>
                                        <p:tgtEl>
                                          <p:spTgt spid="43"/>
                                        </p:tgtEl>
                                        <p:attrNameLst>
                                          <p:attrName>style.visibility</p:attrName>
                                        </p:attrNameLst>
                                      </p:cBhvr>
                                      <p:to>
                                        <p:strVal val="visible"/>
                                      </p:to>
                                    </p:set>
                                    <p:animEffect transition="in" filter="wipe(left)">
                                      <p:cBhvr>
                                        <p:cTn id="19" dur="3400"/>
                                        <p:tgtEl>
                                          <p:spTgt spid="43"/>
                                        </p:tgtEl>
                                      </p:cBhvr>
                                    </p:animEffect>
                                  </p:childTnLst>
                                </p:cTn>
                              </p:par>
                              <p:par>
                                <p:cTn id="20" presetID="22" presetClass="entr" presetSubtype="1" fill="hold" nodeType="withEffect">
                                  <p:stCondLst>
                                    <p:cond delay="1400"/>
                                  </p:stCondLst>
                                  <p:childTnLst>
                                    <p:set>
                                      <p:cBhvr>
                                        <p:cTn id="21" dur="1" fill="hold">
                                          <p:stCondLst>
                                            <p:cond delay="0"/>
                                          </p:stCondLst>
                                        </p:cTn>
                                        <p:tgtEl>
                                          <p:spTgt spid="56"/>
                                        </p:tgtEl>
                                        <p:attrNameLst>
                                          <p:attrName>style.visibility</p:attrName>
                                        </p:attrNameLst>
                                      </p:cBhvr>
                                      <p:to>
                                        <p:strVal val="visible"/>
                                      </p:to>
                                    </p:set>
                                    <p:animEffect transition="in" filter="wipe(up)">
                                      <p:cBhvr>
                                        <p:cTn id="22" dur="500"/>
                                        <p:tgtEl>
                                          <p:spTgt spid="56"/>
                                        </p:tgtEl>
                                      </p:cBhvr>
                                    </p:animEffect>
                                  </p:childTnLst>
                                </p:cTn>
                              </p:par>
                              <p:par>
                                <p:cTn id="23" presetID="22" presetClass="entr" presetSubtype="1" fill="hold" nodeType="withEffect">
                                  <p:stCondLst>
                                    <p:cond delay="1400"/>
                                  </p:stCondLst>
                                  <p:childTnLst>
                                    <p:set>
                                      <p:cBhvr>
                                        <p:cTn id="24" dur="1" fill="hold">
                                          <p:stCondLst>
                                            <p:cond delay="0"/>
                                          </p:stCondLst>
                                        </p:cTn>
                                        <p:tgtEl>
                                          <p:spTgt spid="55"/>
                                        </p:tgtEl>
                                        <p:attrNameLst>
                                          <p:attrName>style.visibility</p:attrName>
                                        </p:attrNameLst>
                                      </p:cBhvr>
                                      <p:to>
                                        <p:strVal val="visible"/>
                                      </p:to>
                                    </p:set>
                                    <p:animEffect transition="in" filter="wipe(up)">
                                      <p:cBhvr>
                                        <p:cTn id="25" dur="500"/>
                                        <p:tgtEl>
                                          <p:spTgt spid="55"/>
                                        </p:tgtEl>
                                      </p:cBhvr>
                                    </p:animEffect>
                                  </p:childTnLst>
                                </p:cTn>
                              </p:par>
                              <p:par>
                                <p:cTn id="26" presetID="22" presetClass="entr" presetSubtype="1" fill="hold" nodeType="withEffect">
                                  <p:stCondLst>
                                    <p:cond delay="2800"/>
                                  </p:stCondLst>
                                  <p:childTnLst>
                                    <p:set>
                                      <p:cBhvr>
                                        <p:cTn id="27" dur="1" fill="hold">
                                          <p:stCondLst>
                                            <p:cond delay="0"/>
                                          </p:stCondLst>
                                        </p:cTn>
                                        <p:tgtEl>
                                          <p:spTgt spid="54"/>
                                        </p:tgtEl>
                                        <p:attrNameLst>
                                          <p:attrName>style.visibility</p:attrName>
                                        </p:attrNameLst>
                                      </p:cBhvr>
                                      <p:to>
                                        <p:strVal val="visible"/>
                                      </p:to>
                                    </p:set>
                                    <p:animEffect transition="in" filter="wipe(up)">
                                      <p:cBhvr>
                                        <p:cTn id="28" dur="500"/>
                                        <p:tgtEl>
                                          <p:spTgt spid="54"/>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29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4" name="组合 3">
            <a:extLst>
              <a:ext uri="{FF2B5EF4-FFF2-40B4-BE49-F238E27FC236}">
                <a16:creationId xmlns:a16="http://schemas.microsoft.com/office/drawing/2014/main" id="{9A1EA9F2-FCB6-48C3-935F-7AE7E3AD14AC}"/>
              </a:ext>
            </a:extLst>
          </p:cNvPr>
          <p:cNvGrpSpPr/>
          <p:nvPr/>
        </p:nvGrpSpPr>
        <p:grpSpPr>
          <a:xfrm>
            <a:off x="304800" y="749300"/>
            <a:ext cx="6192344" cy="400110"/>
            <a:chOff x="424117" y="898245"/>
            <a:chExt cx="6192344" cy="400110"/>
          </a:xfrm>
        </p:grpSpPr>
        <p:sp>
          <p:nvSpPr>
            <p:cNvPr id="2" name="平行四边形 1">
              <a:extLst>
                <a:ext uri="{FF2B5EF4-FFF2-40B4-BE49-F238E27FC236}">
                  <a16:creationId xmlns:a16="http://schemas.microsoft.com/office/drawing/2014/main" id="{1F5BAA3F-9845-4F89-A2DD-8222D3E4EDAC}"/>
                </a:ext>
              </a:extLst>
            </p:cNvPr>
            <p:cNvSpPr/>
            <p:nvPr/>
          </p:nvSpPr>
          <p:spPr>
            <a:xfrm>
              <a:off x="424117" y="898245"/>
              <a:ext cx="628306" cy="387090"/>
            </a:xfrm>
            <a:prstGeom prst="parallelogram">
              <a:avLst/>
            </a:prstGeom>
            <a:solidFill>
              <a:schemeClr val="accent3">
                <a:lumMod val="75000"/>
              </a:schemeClr>
            </a:solidFill>
            <a:ln>
              <a:solidFill>
                <a:schemeClr val="accent3">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CN" sz="2200" dirty="0">
                  <a:latin typeface="Impact" panose="020B0806030902050204" pitchFamily="34" charset="0"/>
                </a:rPr>
                <a:t>01</a:t>
              </a:r>
              <a:endParaRPr lang="zh-CN" altLang="en-US" sz="2200" dirty="0">
                <a:latin typeface="Impact" panose="020B0806030902050204" pitchFamily="34" charset="0"/>
              </a:endParaRPr>
            </a:p>
          </p:txBody>
        </p:sp>
        <p:sp>
          <p:nvSpPr>
            <p:cNvPr id="3" name="文本框 2">
              <a:extLst>
                <a:ext uri="{FF2B5EF4-FFF2-40B4-BE49-F238E27FC236}">
                  <a16:creationId xmlns:a16="http://schemas.microsoft.com/office/drawing/2014/main" id="{4D6BD736-A4D3-4F26-AFED-36E11F50F70B}"/>
                </a:ext>
              </a:extLst>
            </p:cNvPr>
            <p:cNvSpPr txBox="1"/>
            <p:nvPr/>
          </p:nvSpPr>
          <p:spPr>
            <a:xfrm>
              <a:off x="1052423" y="898245"/>
              <a:ext cx="5564038" cy="400110"/>
            </a:xfrm>
            <a:prstGeom prst="rect">
              <a:avLst/>
            </a:prstGeom>
            <a:noFill/>
          </p:spPr>
          <p:txBody>
            <a:bodyPr wrap="square" rtlCol="0">
              <a:spAutoFit/>
            </a:bodyPr>
            <a:lstStyle/>
            <a:p>
              <a:r>
                <a:rPr lang="en-US" altLang="zh-CN" sz="2000" b="1" dirty="0"/>
                <a:t>CSMA/CD</a:t>
              </a:r>
              <a:r>
                <a:rPr lang="zh-CN" altLang="en-US" sz="2000" b="1" dirty="0"/>
                <a:t>协议的基本原理</a:t>
              </a:r>
              <a:endParaRPr lang="en-US" altLang="zh-CN" sz="2000" b="1" dirty="0"/>
            </a:p>
          </p:txBody>
        </p:sp>
      </p:grpSp>
      <p:grpSp>
        <p:nvGrpSpPr>
          <p:cNvPr id="18" name="组合 17">
            <a:extLst>
              <a:ext uri="{FF2B5EF4-FFF2-40B4-BE49-F238E27FC236}">
                <a16:creationId xmlns:a16="http://schemas.microsoft.com/office/drawing/2014/main" id="{59DE564A-E01D-481A-9E16-24057D81465A}"/>
              </a:ext>
            </a:extLst>
          </p:cNvPr>
          <p:cNvGrpSpPr/>
          <p:nvPr/>
        </p:nvGrpSpPr>
        <p:grpSpPr>
          <a:xfrm>
            <a:off x="2455280" y="3752911"/>
            <a:ext cx="7180791" cy="812800"/>
            <a:chOff x="2455280" y="3752911"/>
            <a:chExt cx="7180791" cy="812800"/>
          </a:xfrm>
        </p:grpSpPr>
        <p:cxnSp>
          <p:nvCxnSpPr>
            <p:cNvPr id="79" name="直接连接符 78">
              <a:extLst>
                <a:ext uri="{FF2B5EF4-FFF2-40B4-BE49-F238E27FC236}">
                  <a16:creationId xmlns:a16="http://schemas.microsoft.com/office/drawing/2014/main" id="{B50EE89A-0ED5-451A-B7B7-400F31C8340B}"/>
                </a:ext>
              </a:extLst>
            </p:cNvPr>
            <p:cNvCxnSpPr/>
            <p:nvPr/>
          </p:nvCxnSpPr>
          <p:spPr>
            <a:xfrm flipV="1">
              <a:off x="9636071" y="3752911"/>
              <a:ext cx="0" cy="812800"/>
            </a:xfrm>
            <a:prstGeom prst="line">
              <a:avLst/>
            </a:prstGeom>
            <a:ln w="152400">
              <a:solidFill>
                <a:schemeClr val="tx1"/>
              </a:solidFill>
              <a:tailEnd w="med" len="lg"/>
            </a:ln>
          </p:spPr>
          <p:style>
            <a:lnRef idx="1">
              <a:schemeClr val="accent1"/>
            </a:lnRef>
            <a:fillRef idx="0">
              <a:schemeClr val="accent1"/>
            </a:fillRef>
            <a:effectRef idx="0">
              <a:schemeClr val="accent1"/>
            </a:effectRef>
            <a:fontRef idx="minor">
              <a:schemeClr val="tx1"/>
            </a:fontRef>
          </p:style>
        </p:cxnSp>
        <p:cxnSp>
          <p:nvCxnSpPr>
            <p:cNvPr id="46" name="直接连接符 45">
              <a:extLst>
                <a:ext uri="{FF2B5EF4-FFF2-40B4-BE49-F238E27FC236}">
                  <a16:creationId xmlns:a16="http://schemas.microsoft.com/office/drawing/2014/main" id="{68F324E7-1E7B-4122-B649-A70071C4A6D7}"/>
                </a:ext>
              </a:extLst>
            </p:cNvPr>
            <p:cNvCxnSpPr/>
            <p:nvPr/>
          </p:nvCxnSpPr>
          <p:spPr>
            <a:xfrm flipV="1">
              <a:off x="2455280" y="3752911"/>
              <a:ext cx="0" cy="812800"/>
            </a:xfrm>
            <a:prstGeom prst="line">
              <a:avLst/>
            </a:prstGeom>
            <a:ln w="152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8" name="直接连接符 47">
              <a:extLst>
                <a:ext uri="{FF2B5EF4-FFF2-40B4-BE49-F238E27FC236}">
                  <a16:creationId xmlns:a16="http://schemas.microsoft.com/office/drawing/2014/main" id="{4EAB45B4-373A-4ECC-AEA3-0CD6AD6A47BB}"/>
                </a:ext>
              </a:extLst>
            </p:cNvPr>
            <p:cNvCxnSpPr/>
            <p:nvPr/>
          </p:nvCxnSpPr>
          <p:spPr>
            <a:xfrm flipV="1">
              <a:off x="4878779" y="3752911"/>
              <a:ext cx="0" cy="812800"/>
            </a:xfrm>
            <a:prstGeom prst="line">
              <a:avLst/>
            </a:prstGeom>
            <a:ln w="152400">
              <a:solidFill>
                <a:schemeClr val="tx1"/>
              </a:solidFill>
              <a:tailEnd w="med" len="lg"/>
            </a:ln>
          </p:spPr>
          <p:style>
            <a:lnRef idx="1">
              <a:schemeClr val="accent1"/>
            </a:lnRef>
            <a:fillRef idx="0">
              <a:schemeClr val="accent1"/>
            </a:fillRef>
            <a:effectRef idx="0">
              <a:schemeClr val="accent1"/>
            </a:effectRef>
            <a:fontRef idx="minor">
              <a:schemeClr val="tx1"/>
            </a:fontRef>
          </p:style>
        </p:cxnSp>
        <p:cxnSp>
          <p:nvCxnSpPr>
            <p:cNvPr id="50" name="直接连接符 49">
              <a:extLst>
                <a:ext uri="{FF2B5EF4-FFF2-40B4-BE49-F238E27FC236}">
                  <a16:creationId xmlns:a16="http://schemas.microsoft.com/office/drawing/2014/main" id="{866DE1FD-FE69-43AD-A3E9-EB682A52429D}"/>
                </a:ext>
              </a:extLst>
            </p:cNvPr>
            <p:cNvCxnSpPr/>
            <p:nvPr/>
          </p:nvCxnSpPr>
          <p:spPr>
            <a:xfrm flipV="1">
              <a:off x="7249637" y="3752911"/>
              <a:ext cx="0" cy="812800"/>
            </a:xfrm>
            <a:prstGeom prst="line">
              <a:avLst/>
            </a:prstGeom>
            <a:ln w="1524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7" name="组合 16">
            <a:extLst>
              <a:ext uri="{FF2B5EF4-FFF2-40B4-BE49-F238E27FC236}">
                <a16:creationId xmlns:a16="http://schemas.microsoft.com/office/drawing/2014/main" id="{1AD762DB-3739-4295-96B9-EF072C43A511}"/>
              </a:ext>
            </a:extLst>
          </p:cNvPr>
          <p:cNvGrpSpPr/>
          <p:nvPr/>
        </p:nvGrpSpPr>
        <p:grpSpPr>
          <a:xfrm>
            <a:off x="1618162" y="3599500"/>
            <a:ext cx="8955675" cy="238462"/>
            <a:chOff x="1618162" y="3599500"/>
            <a:chExt cx="8955675" cy="238462"/>
          </a:xfrm>
        </p:grpSpPr>
        <p:cxnSp>
          <p:nvCxnSpPr>
            <p:cNvPr id="45" name="直接连接符 44">
              <a:extLst>
                <a:ext uri="{FF2B5EF4-FFF2-40B4-BE49-F238E27FC236}">
                  <a16:creationId xmlns:a16="http://schemas.microsoft.com/office/drawing/2014/main" id="{CF25AE11-9337-42C1-B461-2B094F3FF441}"/>
                </a:ext>
              </a:extLst>
            </p:cNvPr>
            <p:cNvCxnSpPr>
              <a:cxnSpLocks/>
            </p:cNvCxnSpPr>
            <p:nvPr/>
          </p:nvCxnSpPr>
          <p:spPr>
            <a:xfrm>
              <a:off x="1749794" y="3725200"/>
              <a:ext cx="8622888" cy="0"/>
            </a:xfrm>
            <a:prstGeom prst="line">
              <a:avLst/>
            </a:prstGeom>
            <a:ln w="152400">
              <a:solidFill>
                <a:schemeClr val="tx1"/>
              </a:solidFill>
            </a:ln>
          </p:spPr>
          <p:style>
            <a:lnRef idx="1">
              <a:schemeClr val="accent1"/>
            </a:lnRef>
            <a:fillRef idx="0">
              <a:schemeClr val="accent1"/>
            </a:fillRef>
            <a:effectRef idx="0">
              <a:schemeClr val="accent1"/>
            </a:effectRef>
            <a:fontRef idx="minor">
              <a:schemeClr val="tx1"/>
            </a:fontRef>
          </p:style>
        </p:cxnSp>
        <p:sp>
          <p:nvSpPr>
            <p:cNvPr id="52" name="矩形 51">
              <a:extLst>
                <a:ext uri="{FF2B5EF4-FFF2-40B4-BE49-F238E27FC236}">
                  <a16:creationId xmlns:a16="http://schemas.microsoft.com/office/drawing/2014/main" id="{ADC443E8-4D96-4857-9A04-ABD5711A1A74}"/>
                </a:ext>
              </a:extLst>
            </p:cNvPr>
            <p:cNvSpPr/>
            <p:nvPr/>
          </p:nvSpPr>
          <p:spPr>
            <a:xfrm>
              <a:off x="1618162" y="3599500"/>
              <a:ext cx="225524" cy="225524"/>
            </a:xfrm>
            <a:prstGeom prst="rect">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53" name="矩形 52">
              <a:extLst>
                <a:ext uri="{FF2B5EF4-FFF2-40B4-BE49-F238E27FC236}">
                  <a16:creationId xmlns:a16="http://schemas.microsoft.com/office/drawing/2014/main" id="{01A3652D-2CBA-416D-BA7E-94C923ABB90D}"/>
                </a:ext>
              </a:extLst>
            </p:cNvPr>
            <p:cNvSpPr/>
            <p:nvPr/>
          </p:nvSpPr>
          <p:spPr>
            <a:xfrm>
              <a:off x="10348313" y="3612438"/>
              <a:ext cx="225524" cy="225524"/>
            </a:xfrm>
            <a:prstGeom prst="rect">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grpSp>
      <p:grpSp>
        <p:nvGrpSpPr>
          <p:cNvPr id="16" name="组合 15">
            <a:extLst>
              <a:ext uri="{FF2B5EF4-FFF2-40B4-BE49-F238E27FC236}">
                <a16:creationId xmlns:a16="http://schemas.microsoft.com/office/drawing/2014/main" id="{F74A979A-712A-43C8-AD68-88CB8B283CBC}"/>
              </a:ext>
            </a:extLst>
          </p:cNvPr>
          <p:cNvGrpSpPr/>
          <p:nvPr/>
        </p:nvGrpSpPr>
        <p:grpSpPr>
          <a:xfrm>
            <a:off x="1968674" y="4445636"/>
            <a:ext cx="7852814" cy="641082"/>
            <a:chOff x="1968674" y="4445636"/>
            <a:chExt cx="7852814" cy="641082"/>
          </a:xfrm>
        </p:grpSpPr>
        <p:grpSp>
          <p:nvGrpSpPr>
            <p:cNvPr id="11" name="组合 10">
              <a:extLst>
                <a:ext uri="{FF2B5EF4-FFF2-40B4-BE49-F238E27FC236}">
                  <a16:creationId xmlns:a16="http://schemas.microsoft.com/office/drawing/2014/main" id="{BDD59C05-471B-4561-AD9B-C3EC7C8FCC84}"/>
                </a:ext>
              </a:extLst>
            </p:cNvPr>
            <p:cNvGrpSpPr/>
            <p:nvPr/>
          </p:nvGrpSpPr>
          <p:grpSpPr>
            <a:xfrm>
              <a:off x="1968674" y="4445636"/>
              <a:ext cx="662814" cy="641082"/>
              <a:chOff x="812355" y="3422987"/>
              <a:chExt cx="662814" cy="641082"/>
            </a:xfrm>
          </p:grpSpPr>
          <p:pic>
            <p:nvPicPr>
              <p:cNvPr id="47" name="图形 46">
                <a:extLst>
                  <a:ext uri="{FF2B5EF4-FFF2-40B4-BE49-F238E27FC236}">
                    <a16:creationId xmlns:a16="http://schemas.microsoft.com/office/drawing/2014/main" id="{2F188BC2-B766-4124-BD49-EAFEE881A38F}"/>
                  </a:ext>
                </a:extLst>
              </p:cNvPr>
              <p:cNvPicPr>
                <a:picLocks noChangeAspect="1"/>
              </p:cNvPicPr>
              <p:nvPr/>
            </p:nvPicPr>
            <p:blipFill>
              <a:blip r:embed="rId3">
                <a:extLst>
                  <a:ext uri="{28A0092B-C50C-407E-A947-70E740481C1C}">
                    <a14:useLocalDpi xmlns:a14="http://schemas.microsoft.com/office/drawing/2010/main" val="0"/>
                  </a:ext>
                  <a:ext uri="{96DAC541-7B7A-43D3-8B79-37D633B846F1}">
                    <asvg:svgBlip xmlns:asvg="http://schemas.microsoft.com/office/drawing/2016/SVG/main" r:embed="rId4"/>
                  </a:ext>
                </a:extLst>
              </a:blip>
              <a:stretch>
                <a:fillRect/>
              </a:stretch>
            </p:blipFill>
            <p:spPr>
              <a:xfrm>
                <a:off x="812355" y="3422987"/>
                <a:ext cx="662814" cy="641082"/>
              </a:xfrm>
              <a:prstGeom prst="rect">
                <a:avLst/>
              </a:prstGeom>
            </p:spPr>
          </p:pic>
          <p:sp>
            <p:nvSpPr>
              <p:cNvPr id="10" name="文本框 9">
                <a:extLst>
                  <a:ext uri="{FF2B5EF4-FFF2-40B4-BE49-F238E27FC236}">
                    <a16:creationId xmlns:a16="http://schemas.microsoft.com/office/drawing/2014/main" id="{B6FCB237-5D41-43CE-AB0D-0E6FF7895DCC}"/>
                  </a:ext>
                </a:extLst>
              </p:cNvPr>
              <p:cNvSpPr txBox="1"/>
              <p:nvPr/>
            </p:nvSpPr>
            <p:spPr>
              <a:xfrm>
                <a:off x="1087044" y="3451320"/>
                <a:ext cx="355235" cy="400110"/>
              </a:xfrm>
              <a:prstGeom prst="rect">
                <a:avLst/>
              </a:prstGeom>
              <a:noFill/>
            </p:spPr>
            <p:txBody>
              <a:bodyPr wrap="square" rtlCol="0">
                <a:spAutoFit/>
              </a:bodyPr>
              <a:lstStyle/>
              <a:p>
                <a:pPr algn="ctr"/>
                <a:r>
                  <a:rPr lang="en-US" altLang="zh-CN" sz="2000" b="1" dirty="0">
                    <a:solidFill>
                      <a:schemeClr val="bg1"/>
                    </a:solidFill>
                    <a:latin typeface="Arial Black" panose="020B0A04020102020204" pitchFamily="34" charset="0"/>
                    <a:ea typeface="+mj-ea"/>
                  </a:rPr>
                  <a:t>A</a:t>
                </a:r>
                <a:endParaRPr lang="zh-CN" altLang="en-US" sz="2000" b="1" dirty="0">
                  <a:solidFill>
                    <a:schemeClr val="bg1"/>
                  </a:solidFill>
                  <a:latin typeface="Arial Black" panose="020B0A04020102020204" pitchFamily="34" charset="0"/>
                  <a:ea typeface="+mj-ea"/>
                </a:endParaRPr>
              </a:p>
            </p:txBody>
          </p:sp>
        </p:grpSp>
        <p:grpSp>
          <p:nvGrpSpPr>
            <p:cNvPr id="12" name="组合 11">
              <a:extLst>
                <a:ext uri="{FF2B5EF4-FFF2-40B4-BE49-F238E27FC236}">
                  <a16:creationId xmlns:a16="http://schemas.microsoft.com/office/drawing/2014/main" id="{5269C008-81D1-4D80-9EFF-416BE9397B7F}"/>
                </a:ext>
              </a:extLst>
            </p:cNvPr>
            <p:cNvGrpSpPr/>
            <p:nvPr/>
          </p:nvGrpSpPr>
          <p:grpSpPr>
            <a:xfrm>
              <a:off x="4365341" y="4445636"/>
              <a:ext cx="662814" cy="641082"/>
              <a:chOff x="3209022" y="3422987"/>
              <a:chExt cx="662814" cy="641082"/>
            </a:xfrm>
          </p:grpSpPr>
          <p:pic>
            <p:nvPicPr>
              <p:cNvPr id="49" name="图形 48">
                <a:extLst>
                  <a:ext uri="{FF2B5EF4-FFF2-40B4-BE49-F238E27FC236}">
                    <a16:creationId xmlns:a16="http://schemas.microsoft.com/office/drawing/2014/main" id="{7D68CE9E-EEA6-4751-AC4F-25828AABA975}"/>
                  </a:ext>
                </a:extLst>
              </p:cNvPr>
              <p:cNvPicPr>
                <a:picLocks noChangeAspect="1"/>
              </p:cNvPicPr>
              <p:nvPr/>
            </p:nvPicPr>
            <p:blipFill>
              <a:blip r:embed="rId3">
                <a:extLst>
                  <a:ext uri="{28A0092B-C50C-407E-A947-70E740481C1C}">
                    <a14:useLocalDpi xmlns:a14="http://schemas.microsoft.com/office/drawing/2010/main" val="0"/>
                  </a:ext>
                  <a:ext uri="{96DAC541-7B7A-43D3-8B79-37D633B846F1}">
                    <asvg:svgBlip xmlns:asvg="http://schemas.microsoft.com/office/drawing/2016/SVG/main" r:embed="rId4"/>
                  </a:ext>
                </a:extLst>
              </a:blip>
              <a:stretch>
                <a:fillRect/>
              </a:stretch>
            </p:blipFill>
            <p:spPr>
              <a:xfrm>
                <a:off x="3209022" y="3422987"/>
                <a:ext cx="662814" cy="641082"/>
              </a:xfrm>
              <a:prstGeom prst="rect">
                <a:avLst/>
              </a:prstGeom>
            </p:spPr>
          </p:pic>
          <p:sp>
            <p:nvSpPr>
              <p:cNvPr id="80" name="文本框 79">
                <a:extLst>
                  <a:ext uri="{FF2B5EF4-FFF2-40B4-BE49-F238E27FC236}">
                    <a16:creationId xmlns:a16="http://schemas.microsoft.com/office/drawing/2014/main" id="{9CE13739-FC57-474F-B32B-DE041E416F61}"/>
                  </a:ext>
                </a:extLst>
              </p:cNvPr>
              <p:cNvSpPr txBox="1"/>
              <p:nvPr/>
            </p:nvSpPr>
            <p:spPr>
              <a:xfrm>
                <a:off x="3490791" y="3451320"/>
                <a:ext cx="355235" cy="400110"/>
              </a:xfrm>
              <a:prstGeom prst="rect">
                <a:avLst/>
              </a:prstGeom>
              <a:noFill/>
            </p:spPr>
            <p:txBody>
              <a:bodyPr wrap="square" rtlCol="0">
                <a:spAutoFit/>
              </a:bodyPr>
              <a:lstStyle/>
              <a:p>
                <a:pPr algn="ctr"/>
                <a:r>
                  <a:rPr lang="en-US" altLang="zh-CN" sz="2000" b="1" dirty="0">
                    <a:solidFill>
                      <a:schemeClr val="bg1"/>
                    </a:solidFill>
                    <a:latin typeface="Arial Black" panose="020B0A04020102020204" pitchFamily="34" charset="0"/>
                    <a:ea typeface="+mj-ea"/>
                  </a:rPr>
                  <a:t>B</a:t>
                </a:r>
                <a:endParaRPr lang="zh-CN" altLang="en-US" sz="2000" b="1" dirty="0">
                  <a:solidFill>
                    <a:schemeClr val="bg1"/>
                  </a:solidFill>
                  <a:latin typeface="Arial Black" panose="020B0A04020102020204" pitchFamily="34" charset="0"/>
                  <a:ea typeface="+mj-ea"/>
                </a:endParaRPr>
              </a:p>
            </p:txBody>
          </p:sp>
        </p:grpSp>
        <p:grpSp>
          <p:nvGrpSpPr>
            <p:cNvPr id="13" name="组合 12">
              <a:extLst>
                <a:ext uri="{FF2B5EF4-FFF2-40B4-BE49-F238E27FC236}">
                  <a16:creationId xmlns:a16="http://schemas.microsoft.com/office/drawing/2014/main" id="{004280E2-7973-4298-A45D-96B18B37C837}"/>
                </a:ext>
              </a:extLst>
            </p:cNvPr>
            <p:cNvGrpSpPr/>
            <p:nvPr/>
          </p:nvGrpSpPr>
          <p:grpSpPr>
            <a:xfrm>
              <a:off x="6762008" y="4445636"/>
              <a:ext cx="662814" cy="641082"/>
              <a:chOff x="5605689" y="3422987"/>
              <a:chExt cx="662814" cy="641082"/>
            </a:xfrm>
          </p:grpSpPr>
          <p:pic>
            <p:nvPicPr>
              <p:cNvPr id="51" name="图形 50">
                <a:extLst>
                  <a:ext uri="{FF2B5EF4-FFF2-40B4-BE49-F238E27FC236}">
                    <a16:creationId xmlns:a16="http://schemas.microsoft.com/office/drawing/2014/main" id="{0FE605DE-3103-4C7B-AFC0-03272ED69FD7}"/>
                  </a:ext>
                </a:extLst>
              </p:cNvPr>
              <p:cNvPicPr>
                <a:picLocks noChangeAspect="1"/>
              </p:cNvPicPr>
              <p:nvPr/>
            </p:nvPicPr>
            <p:blipFill>
              <a:blip r:embed="rId3">
                <a:extLst>
                  <a:ext uri="{28A0092B-C50C-407E-A947-70E740481C1C}">
                    <a14:useLocalDpi xmlns:a14="http://schemas.microsoft.com/office/drawing/2010/main" val="0"/>
                  </a:ext>
                  <a:ext uri="{96DAC541-7B7A-43D3-8B79-37D633B846F1}">
                    <asvg:svgBlip xmlns:asvg="http://schemas.microsoft.com/office/drawing/2016/SVG/main" r:embed="rId4"/>
                  </a:ext>
                </a:extLst>
              </a:blip>
              <a:stretch>
                <a:fillRect/>
              </a:stretch>
            </p:blipFill>
            <p:spPr>
              <a:xfrm>
                <a:off x="5605689" y="3422987"/>
                <a:ext cx="662814" cy="641082"/>
              </a:xfrm>
              <a:prstGeom prst="rect">
                <a:avLst/>
              </a:prstGeom>
            </p:spPr>
          </p:pic>
          <p:sp>
            <p:nvSpPr>
              <p:cNvPr id="81" name="文本框 80">
                <a:extLst>
                  <a:ext uri="{FF2B5EF4-FFF2-40B4-BE49-F238E27FC236}">
                    <a16:creationId xmlns:a16="http://schemas.microsoft.com/office/drawing/2014/main" id="{7D90056B-A972-4C0D-8BBB-578A59C26C9E}"/>
                  </a:ext>
                </a:extLst>
              </p:cNvPr>
              <p:cNvSpPr txBox="1"/>
              <p:nvPr/>
            </p:nvSpPr>
            <p:spPr>
              <a:xfrm>
                <a:off x="5885506" y="3451320"/>
                <a:ext cx="355235" cy="400110"/>
              </a:xfrm>
              <a:prstGeom prst="rect">
                <a:avLst/>
              </a:prstGeom>
              <a:noFill/>
            </p:spPr>
            <p:txBody>
              <a:bodyPr wrap="square" rtlCol="0">
                <a:spAutoFit/>
              </a:bodyPr>
              <a:lstStyle/>
              <a:p>
                <a:pPr algn="ctr"/>
                <a:r>
                  <a:rPr lang="en-US" altLang="zh-CN" sz="2000" b="1" dirty="0">
                    <a:solidFill>
                      <a:schemeClr val="bg1"/>
                    </a:solidFill>
                    <a:latin typeface="Arial Black" panose="020B0A04020102020204" pitchFamily="34" charset="0"/>
                    <a:ea typeface="+mj-ea"/>
                  </a:rPr>
                  <a:t>C</a:t>
                </a:r>
                <a:endParaRPr lang="zh-CN" altLang="en-US" sz="2000" b="1" dirty="0">
                  <a:solidFill>
                    <a:schemeClr val="bg1"/>
                  </a:solidFill>
                  <a:latin typeface="Arial Black" panose="020B0A04020102020204" pitchFamily="34" charset="0"/>
                  <a:ea typeface="+mj-ea"/>
                </a:endParaRPr>
              </a:p>
            </p:txBody>
          </p:sp>
        </p:grpSp>
        <p:grpSp>
          <p:nvGrpSpPr>
            <p:cNvPr id="14" name="组合 13">
              <a:extLst>
                <a:ext uri="{FF2B5EF4-FFF2-40B4-BE49-F238E27FC236}">
                  <a16:creationId xmlns:a16="http://schemas.microsoft.com/office/drawing/2014/main" id="{BE3241B0-5443-4CB3-9F63-FC93CD92DC73}"/>
                </a:ext>
              </a:extLst>
            </p:cNvPr>
            <p:cNvGrpSpPr/>
            <p:nvPr/>
          </p:nvGrpSpPr>
          <p:grpSpPr>
            <a:xfrm>
              <a:off x="9158674" y="4445636"/>
              <a:ext cx="662814" cy="641082"/>
              <a:chOff x="8002355" y="3422987"/>
              <a:chExt cx="662814" cy="641082"/>
            </a:xfrm>
          </p:grpSpPr>
          <p:pic>
            <p:nvPicPr>
              <p:cNvPr id="66" name="图形 65">
                <a:extLst>
                  <a:ext uri="{FF2B5EF4-FFF2-40B4-BE49-F238E27FC236}">
                    <a16:creationId xmlns:a16="http://schemas.microsoft.com/office/drawing/2014/main" id="{FE77C39A-4AE1-4FE8-83DC-95D736842A68}"/>
                  </a:ext>
                </a:extLst>
              </p:cNvPr>
              <p:cNvPicPr>
                <a:picLocks noChangeAspect="1"/>
              </p:cNvPicPr>
              <p:nvPr/>
            </p:nvPicPr>
            <p:blipFill>
              <a:blip r:embed="rId3">
                <a:extLst>
                  <a:ext uri="{28A0092B-C50C-407E-A947-70E740481C1C}">
                    <a14:useLocalDpi xmlns:a14="http://schemas.microsoft.com/office/drawing/2010/main" val="0"/>
                  </a:ext>
                  <a:ext uri="{96DAC541-7B7A-43D3-8B79-37D633B846F1}">
                    <asvg:svgBlip xmlns:asvg="http://schemas.microsoft.com/office/drawing/2016/SVG/main" r:embed="rId4"/>
                  </a:ext>
                </a:extLst>
              </a:blip>
              <a:stretch>
                <a:fillRect/>
              </a:stretch>
            </p:blipFill>
            <p:spPr>
              <a:xfrm>
                <a:off x="8002355" y="3422987"/>
                <a:ext cx="662814" cy="641082"/>
              </a:xfrm>
              <a:prstGeom prst="rect">
                <a:avLst/>
              </a:prstGeom>
            </p:spPr>
          </p:pic>
          <p:sp>
            <p:nvSpPr>
              <p:cNvPr id="82" name="文本框 81">
                <a:extLst>
                  <a:ext uri="{FF2B5EF4-FFF2-40B4-BE49-F238E27FC236}">
                    <a16:creationId xmlns:a16="http://schemas.microsoft.com/office/drawing/2014/main" id="{C325C64E-D3DE-4664-A644-B4E5AB503B47}"/>
                  </a:ext>
                </a:extLst>
              </p:cNvPr>
              <p:cNvSpPr txBox="1"/>
              <p:nvPr/>
            </p:nvSpPr>
            <p:spPr>
              <a:xfrm>
                <a:off x="8282675" y="3444742"/>
                <a:ext cx="355235" cy="400110"/>
              </a:xfrm>
              <a:prstGeom prst="rect">
                <a:avLst/>
              </a:prstGeom>
              <a:noFill/>
            </p:spPr>
            <p:txBody>
              <a:bodyPr wrap="square" rtlCol="0">
                <a:spAutoFit/>
              </a:bodyPr>
              <a:lstStyle/>
              <a:p>
                <a:pPr algn="ctr"/>
                <a:r>
                  <a:rPr lang="en-US" altLang="zh-CN" sz="2000" b="1" dirty="0">
                    <a:solidFill>
                      <a:schemeClr val="bg1"/>
                    </a:solidFill>
                    <a:latin typeface="Arial Black" panose="020B0A04020102020204" pitchFamily="34" charset="0"/>
                    <a:ea typeface="+mj-ea"/>
                  </a:rPr>
                  <a:t>D</a:t>
                </a:r>
                <a:endParaRPr lang="zh-CN" altLang="en-US" sz="2000" b="1" dirty="0">
                  <a:solidFill>
                    <a:schemeClr val="bg1"/>
                  </a:solidFill>
                  <a:latin typeface="Arial Black" panose="020B0A04020102020204" pitchFamily="34" charset="0"/>
                  <a:ea typeface="+mj-ea"/>
                </a:endParaRPr>
              </a:p>
            </p:txBody>
          </p:sp>
        </p:grpSp>
      </p:grpSp>
      <p:cxnSp>
        <p:nvCxnSpPr>
          <p:cNvPr id="42" name="直接箭头连接符 41">
            <a:extLst>
              <a:ext uri="{FF2B5EF4-FFF2-40B4-BE49-F238E27FC236}">
                <a16:creationId xmlns:a16="http://schemas.microsoft.com/office/drawing/2014/main" id="{4D50236D-F3AA-43CB-AB9B-6FC92A865908}"/>
              </a:ext>
            </a:extLst>
          </p:cNvPr>
          <p:cNvCxnSpPr/>
          <p:nvPr/>
        </p:nvCxnSpPr>
        <p:spPr>
          <a:xfrm flipV="1">
            <a:off x="4871518" y="3756355"/>
            <a:ext cx="0" cy="773654"/>
          </a:xfrm>
          <a:prstGeom prst="straightConnector1">
            <a:avLst/>
          </a:prstGeom>
          <a:ln w="50800" cap="rnd">
            <a:solidFill>
              <a:schemeClr val="accent6"/>
            </a:solidFill>
            <a:round/>
            <a:tailEnd type="triangle" w="med" len="med"/>
          </a:ln>
        </p:spPr>
        <p:style>
          <a:lnRef idx="1">
            <a:schemeClr val="accent1"/>
          </a:lnRef>
          <a:fillRef idx="0">
            <a:schemeClr val="accent1"/>
          </a:fillRef>
          <a:effectRef idx="0">
            <a:schemeClr val="accent1"/>
          </a:effectRef>
          <a:fontRef idx="minor">
            <a:schemeClr val="tx1"/>
          </a:fontRef>
        </p:style>
      </p:cxnSp>
      <p:cxnSp>
        <p:nvCxnSpPr>
          <p:cNvPr id="43" name="直接箭头连接符 42">
            <a:extLst>
              <a:ext uri="{FF2B5EF4-FFF2-40B4-BE49-F238E27FC236}">
                <a16:creationId xmlns:a16="http://schemas.microsoft.com/office/drawing/2014/main" id="{38FE851F-201E-4332-8CAE-4ACE0A8B261D}"/>
              </a:ext>
            </a:extLst>
          </p:cNvPr>
          <p:cNvCxnSpPr>
            <a:cxnSpLocks/>
          </p:cNvCxnSpPr>
          <p:nvPr/>
        </p:nvCxnSpPr>
        <p:spPr>
          <a:xfrm>
            <a:off x="4871518" y="3722880"/>
            <a:ext cx="1224482" cy="0"/>
          </a:xfrm>
          <a:prstGeom prst="straightConnector1">
            <a:avLst/>
          </a:prstGeom>
          <a:ln w="50800" cap="rnd">
            <a:solidFill>
              <a:schemeClr val="accent6"/>
            </a:solidFill>
            <a:round/>
            <a:tailEnd type="triangle" w="med" len="med"/>
          </a:ln>
        </p:spPr>
        <p:style>
          <a:lnRef idx="1">
            <a:schemeClr val="accent1"/>
          </a:lnRef>
          <a:fillRef idx="0">
            <a:schemeClr val="accent1"/>
          </a:fillRef>
          <a:effectRef idx="0">
            <a:schemeClr val="accent1"/>
          </a:effectRef>
          <a:fontRef idx="minor">
            <a:schemeClr val="tx1"/>
          </a:fontRef>
        </p:style>
      </p:cxnSp>
      <p:cxnSp>
        <p:nvCxnSpPr>
          <p:cNvPr id="44" name="直接箭头连接符 43">
            <a:extLst>
              <a:ext uri="{FF2B5EF4-FFF2-40B4-BE49-F238E27FC236}">
                <a16:creationId xmlns:a16="http://schemas.microsoft.com/office/drawing/2014/main" id="{BF40DB0F-B774-4E92-86D1-F5EF05335845}"/>
              </a:ext>
            </a:extLst>
          </p:cNvPr>
          <p:cNvCxnSpPr>
            <a:cxnSpLocks/>
          </p:cNvCxnSpPr>
          <p:nvPr/>
        </p:nvCxnSpPr>
        <p:spPr>
          <a:xfrm flipH="1">
            <a:off x="3710227" y="3722763"/>
            <a:ext cx="1168552" cy="0"/>
          </a:xfrm>
          <a:prstGeom prst="straightConnector1">
            <a:avLst/>
          </a:prstGeom>
          <a:ln w="50800" cap="rnd">
            <a:solidFill>
              <a:schemeClr val="accent6"/>
            </a:solidFill>
            <a:round/>
            <a:tailEnd type="triangle" w="med" len="med"/>
          </a:ln>
        </p:spPr>
        <p:style>
          <a:lnRef idx="1">
            <a:schemeClr val="accent1"/>
          </a:lnRef>
          <a:fillRef idx="0">
            <a:schemeClr val="accent1"/>
          </a:fillRef>
          <a:effectRef idx="0">
            <a:schemeClr val="accent1"/>
          </a:effectRef>
          <a:fontRef idx="minor">
            <a:schemeClr val="tx1"/>
          </a:fontRef>
        </p:style>
      </p:cxnSp>
      <p:sp>
        <p:nvSpPr>
          <p:cNvPr id="57" name="矩形 56">
            <a:extLst>
              <a:ext uri="{FF2B5EF4-FFF2-40B4-BE49-F238E27FC236}">
                <a16:creationId xmlns:a16="http://schemas.microsoft.com/office/drawing/2014/main" id="{385AE767-6E75-477A-A3C3-1B9200E67F31}"/>
              </a:ext>
            </a:extLst>
          </p:cNvPr>
          <p:cNvSpPr/>
          <p:nvPr/>
        </p:nvSpPr>
        <p:spPr>
          <a:xfrm>
            <a:off x="1056633" y="1335374"/>
            <a:ext cx="256976" cy="256976"/>
          </a:xfrm>
          <a:prstGeom prst="rect">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58" name="íşlïḍè">
            <a:extLst>
              <a:ext uri="{FF2B5EF4-FFF2-40B4-BE49-F238E27FC236}">
                <a16:creationId xmlns:a16="http://schemas.microsoft.com/office/drawing/2014/main" id="{10F772D7-0028-4C0A-81A0-C65AB7CB70D4}"/>
              </a:ext>
            </a:extLst>
          </p:cNvPr>
          <p:cNvSpPr txBox="1"/>
          <p:nvPr/>
        </p:nvSpPr>
        <p:spPr>
          <a:xfrm>
            <a:off x="1373861" y="1281052"/>
            <a:ext cx="10276516" cy="646419"/>
          </a:xfrm>
          <a:prstGeom prst="rect">
            <a:avLst/>
          </a:prstGeom>
          <a:noFill/>
        </p:spPr>
        <p:txBody>
          <a:bodyPr wrap="square" lIns="91440" tIns="45720" rIns="91440" bIns="45720" anchor="ctr">
            <a:noAutofit/>
          </a:bodyPr>
          <a:lstStyle/>
          <a:p>
            <a:r>
              <a:rPr lang="zh-CN" altLang="en-US" b="1" dirty="0">
                <a:latin typeface="Arial Narrow" panose="020B0606020202030204" pitchFamily="34" charset="0"/>
              </a:rPr>
              <a:t>当某个站点在总线上发送帧时，总线资源会被该站点独占。此时，如果总线上的其他站点也要在总线上发送帧，就会产生</a:t>
            </a:r>
            <a:r>
              <a:rPr lang="zh-CN" altLang="en-US" b="1" dirty="0">
                <a:solidFill>
                  <a:schemeClr val="accent1">
                    <a:lumMod val="75000"/>
                  </a:schemeClr>
                </a:solidFill>
                <a:latin typeface="Arial Narrow" panose="020B0606020202030204" pitchFamily="34" charset="0"/>
              </a:rPr>
              <a:t>信号碰撞</a:t>
            </a:r>
            <a:r>
              <a:rPr lang="zh-CN" altLang="en-US" b="1" dirty="0">
                <a:latin typeface="Arial Narrow" panose="020B0606020202030204" pitchFamily="34" charset="0"/>
              </a:rPr>
              <a:t>。</a:t>
            </a:r>
          </a:p>
        </p:txBody>
      </p:sp>
      <p:sp>
        <p:nvSpPr>
          <p:cNvPr id="63" name="矩形 62">
            <a:extLst>
              <a:ext uri="{FF2B5EF4-FFF2-40B4-BE49-F238E27FC236}">
                <a16:creationId xmlns:a16="http://schemas.microsoft.com/office/drawing/2014/main" id="{43930D76-E591-4F99-AFC0-851C68F30475}"/>
              </a:ext>
            </a:extLst>
          </p:cNvPr>
          <p:cNvSpPr/>
          <p:nvPr/>
        </p:nvSpPr>
        <p:spPr>
          <a:xfrm>
            <a:off x="1056633" y="2093662"/>
            <a:ext cx="256976" cy="256976"/>
          </a:xfrm>
          <a:prstGeom prst="rect">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64" name="íşlïḍè">
            <a:extLst>
              <a:ext uri="{FF2B5EF4-FFF2-40B4-BE49-F238E27FC236}">
                <a16:creationId xmlns:a16="http://schemas.microsoft.com/office/drawing/2014/main" id="{1D8EF594-012A-4C98-8885-9525A0DDB693}"/>
              </a:ext>
            </a:extLst>
          </p:cNvPr>
          <p:cNvSpPr txBox="1"/>
          <p:nvPr/>
        </p:nvSpPr>
        <p:spPr>
          <a:xfrm>
            <a:off x="1373861" y="2039340"/>
            <a:ext cx="10276516" cy="352885"/>
          </a:xfrm>
          <a:prstGeom prst="rect">
            <a:avLst/>
          </a:prstGeom>
          <a:noFill/>
        </p:spPr>
        <p:txBody>
          <a:bodyPr wrap="square" lIns="91440" tIns="45720" rIns="91440" bIns="45720" anchor="ctr">
            <a:noAutofit/>
          </a:bodyPr>
          <a:lstStyle/>
          <a:p>
            <a:r>
              <a:rPr lang="zh-CN" altLang="en-US" b="1" dirty="0">
                <a:latin typeface="Arial Narrow" panose="020B0606020202030204" pitchFamily="34" charset="0"/>
              </a:rPr>
              <a:t>当两个或多个站点同时使用总线发送帧时，就会产生信号碰撞。</a:t>
            </a:r>
          </a:p>
        </p:txBody>
      </p:sp>
      <p:cxnSp>
        <p:nvCxnSpPr>
          <p:cNvPr id="65" name="直接箭头连接符 64">
            <a:extLst>
              <a:ext uri="{FF2B5EF4-FFF2-40B4-BE49-F238E27FC236}">
                <a16:creationId xmlns:a16="http://schemas.microsoft.com/office/drawing/2014/main" id="{915BDE54-0DD6-4E90-AB6A-50F004D99D6B}"/>
              </a:ext>
            </a:extLst>
          </p:cNvPr>
          <p:cNvCxnSpPr/>
          <p:nvPr/>
        </p:nvCxnSpPr>
        <p:spPr>
          <a:xfrm flipV="1">
            <a:off x="7249637" y="3748210"/>
            <a:ext cx="0" cy="773654"/>
          </a:xfrm>
          <a:prstGeom prst="straightConnector1">
            <a:avLst/>
          </a:prstGeom>
          <a:ln w="50800" cap="rnd">
            <a:solidFill>
              <a:schemeClr val="accent6"/>
            </a:solidFill>
            <a:round/>
            <a:tailEnd type="triangle" w="med" len="med"/>
          </a:ln>
        </p:spPr>
        <p:style>
          <a:lnRef idx="1">
            <a:schemeClr val="accent1"/>
          </a:lnRef>
          <a:fillRef idx="0">
            <a:schemeClr val="accent1"/>
          </a:fillRef>
          <a:effectRef idx="0">
            <a:schemeClr val="accent1"/>
          </a:effectRef>
          <a:fontRef idx="minor">
            <a:schemeClr val="tx1"/>
          </a:fontRef>
        </p:style>
      </p:cxnSp>
      <p:cxnSp>
        <p:nvCxnSpPr>
          <p:cNvPr id="67" name="直接箭头连接符 66">
            <a:extLst>
              <a:ext uri="{FF2B5EF4-FFF2-40B4-BE49-F238E27FC236}">
                <a16:creationId xmlns:a16="http://schemas.microsoft.com/office/drawing/2014/main" id="{5F580580-B4F3-46C0-9E64-9A82F7853052}"/>
              </a:ext>
            </a:extLst>
          </p:cNvPr>
          <p:cNvCxnSpPr>
            <a:cxnSpLocks/>
          </p:cNvCxnSpPr>
          <p:nvPr/>
        </p:nvCxnSpPr>
        <p:spPr>
          <a:xfrm flipH="1">
            <a:off x="6081085" y="3722763"/>
            <a:ext cx="1168552" cy="0"/>
          </a:xfrm>
          <a:prstGeom prst="straightConnector1">
            <a:avLst/>
          </a:prstGeom>
          <a:ln w="50800" cap="rnd">
            <a:solidFill>
              <a:schemeClr val="accent6"/>
            </a:solidFill>
            <a:round/>
            <a:tailEnd type="triangle" w="med" len="med"/>
          </a:ln>
        </p:spPr>
        <p:style>
          <a:lnRef idx="1">
            <a:schemeClr val="accent1"/>
          </a:lnRef>
          <a:fillRef idx="0">
            <a:schemeClr val="accent1"/>
          </a:fillRef>
          <a:effectRef idx="0">
            <a:schemeClr val="accent1"/>
          </a:effectRef>
          <a:fontRef idx="minor">
            <a:schemeClr val="tx1"/>
          </a:fontRef>
        </p:style>
      </p:cxnSp>
      <p:cxnSp>
        <p:nvCxnSpPr>
          <p:cNvPr id="68" name="直接箭头连接符 67">
            <a:extLst>
              <a:ext uri="{FF2B5EF4-FFF2-40B4-BE49-F238E27FC236}">
                <a16:creationId xmlns:a16="http://schemas.microsoft.com/office/drawing/2014/main" id="{5B7C4C70-1674-48C0-9927-F7DD868EA0A6}"/>
              </a:ext>
            </a:extLst>
          </p:cNvPr>
          <p:cNvCxnSpPr>
            <a:cxnSpLocks/>
          </p:cNvCxnSpPr>
          <p:nvPr/>
        </p:nvCxnSpPr>
        <p:spPr>
          <a:xfrm>
            <a:off x="7249637" y="3722489"/>
            <a:ext cx="1224482" cy="0"/>
          </a:xfrm>
          <a:prstGeom prst="straightConnector1">
            <a:avLst/>
          </a:prstGeom>
          <a:ln w="50800" cap="rnd">
            <a:solidFill>
              <a:schemeClr val="accent6"/>
            </a:solidFill>
            <a:round/>
            <a:tailEnd type="triangle" w="med" len="med"/>
          </a:ln>
        </p:spPr>
        <p:style>
          <a:lnRef idx="1">
            <a:schemeClr val="accent1"/>
          </a:lnRef>
          <a:fillRef idx="0">
            <a:schemeClr val="accent1"/>
          </a:fillRef>
          <a:effectRef idx="0">
            <a:schemeClr val="accent1"/>
          </a:effectRef>
          <a:fontRef idx="minor">
            <a:schemeClr val="tx1"/>
          </a:fontRef>
        </p:style>
      </p:cxnSp>
      <p:sp>
        <p:nvSpPr>
          <p:cNvPr id="7" name="爆炸形: 8 pt  6">
            <a:extLst>
              <a:ext uri="{FF2B5EF4-FFF2-40B4-BE49-F238E27FC236}">
                <a16:creationId xmlns:a16="http://schemas.microsoft.com/office/drawing/2014/main" id="{95E59403-7E1F-4259-AEF9-BFD11AD54551}"/>
              </a:ext>
            </a:extLst>
          </p:cNvPr>
          <p:cNvSpPr/>
          <p:nvPr/>
        </p:nvSpPr>
        <p:spPr>
          <a:xfrm>
            <a:off x="5362493" y="2804157"/>
            <a:ext cx="1355154" cy="1355154"/>
          </a:xfrm>
          <a:prstGeom prst="irregularSeal1">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zh-CN" altLang="en-US" sz="2000" b="1" dirty="0"/>
              <a:t>碰撞</a:t>
            </a:r>
          </a:p>
        </p:txBody>
      </p:sp>
    </p:spTree>
    <p:custDataLst>
      <p:tags r:id="rId1"/>
    </p:custDataLst>
    <p:extLst>
      <p:ext uri="{BB962C8B-B14F-4D97-AF65-F5344CB8AC3E}">
        <p14:creationId xmlns:p14="http://schemas.microsoft.com/office/powerpoint/2010/main" val="2135627754"/>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49" presetClass="entr" presetSubtype="0" decel="100000" fill="hold" grpId="0" nodeType="withEffect">
                                  <p:stCondLst>
                                    <p:cond delay="0"/>
                                  </p:stCondLst>
                                  <p:childTnLst>
                                    <p:set>
                                      <p:cBhvr>
                                        <p:cTn id="6" dur="1" fill="hold">
                                          <p:stCondLst>
                                            <p:cond delay="0"/>
                                          </p:stCondLst>
                                        </p:cTn>
                                        <p:tgtEl>
                                          <p:spTgt spid="57"/>
                                        </p:tgtEl>
                                        <p:attrNameLst>
                                          <p:attrName>style.visibility</p:attrName>
                                        </p:attrNameLst>
                                      </p:cBhvr>
                                      <p:to>
                                        <p:strVal val="visible"/>
                                      </p:to>
                                    </p:set>
                                    <p:anim calcmode="lin" valueType="num">
                                      <p:cBhvr>
                                        <p:cTn id="7" dur="500" fill="hold"/>
                                        <p:tgtEl>
                                          <p:spTgt spid="57"/>
                                        </p:tgtEl>
                                        <p:attrNameLst>
                                          <p:attrName>ppt_w</p:attrName>
                                        </p:attrNameLst>
                                      </p:cBhvr>
                                      <p:tavLst>
                                        <p:tav tm="0">
                                          <p:val>
                                            <p:fltVal val="0"/>
                                          </p:val>
                                        </p:tav>
                                        <p:tav tm="100000">
                                          <p:val>
                                            <p:strVal val="#ppt_w"/>
                                          </p:val>
                                        </p:tav>
                                      </p:tavLst>
                                    </p:anim>
                                    <p:anim calcmode="lin" valueType="num">
                                      <p:cBhvr>
                                        <p:cTn id="8" dur="500" fill="hold"/>
                                        <p:tgtEl>
                                          <p:spTgt spid="57"/>
                                        </p:tgtEl>
                                        <p:attrNameLst>
                                          <p:attrName>ppt_h</p:attrName>
                                        </p:attrNameLst>
                                      </p:cBhvr>
                                      <p:tavLst>
                                        <p:tav tm="0">
                                          <p:val>
                                            <p:fltVal val="0"/>
                                          </p:val>
                                        </p:tav>
                                        <p:tav tm="100000">
                                          <p:val>
                                            <p:strVal val="#ppt_h"/>
                                          </p:val>
                                        </p:tav>
                                      </p:tavLst>
                                    </p:anim>
                                    <p:anim calcmode="lin" valueType="num">
                                      <p:cBhvr>
                                        <p:cTn id="9" dur="500" fill="hold"/>
                                        <p:tgtEl>
                                          <p:spTgt spid="57"/>
                                        </p:tgtEl>
                                        <p:attrNameLst>
                                          <p:attrName>style.rotation</p:attrName>
                                        </p:attrNameLst>
                                      </p:cBhvr>
                                      <p:tavLst>
                                        <p:tav tm="0">
                                          <p:val>
                                            <p:fltVal val="360"/>
                                          </p:val>
                                        </p:tav>
                                        <p:tav tm="100000">
                                          <p:val>
                                            <p:fltVal val="0"/>
                                          </p:val>
                                        </p:tav>
                                      </p:tavLst>
                                    </p:anim>
                                    <p:animEffect transition="in" filter="fade">
                                      <p:cBhvr>
                                        <p:cTn id="10" dur="500"/>
                                        <p:tgtEl>
                                          <p:spTgt spid="57"/>
                                        </p:tgtEl>
                                      </p:cBhvr>
                                    </p:animEffect>
                                  </p:childTnLst>
                                </p:cTn>
                              </p:par>
                            </p:childTnLst>
                          </p:cTn>
                        </p:par>
                        <p:par>
                          <p:cTn id="11" fill="hold">
                            <p:stCondLst>
                              <p:cond delay="500"/>
                            </p:stCondLst>
                            <p:childTnLst>
                              <p:par>
                                <p:cTn id="12" presetID="1" presetClass="entr" presetSubtype="0" fill="hold" grpId="0" nodeType="afterEffect">
                                  <p:stCondLst>
                                    <p:cond delay="0"/>
                                  </p:stCondLst>
                                  <p:iterate type="lt">
                                    <p:tmAbs val="100"/>
                                  </p:iterate>
                                  <p:childTnLst>
                                    <p:set>
                                      <p:cBhvr>
                                        <p:cTn id="13" dur="1" fill="hold">
                                          <p:stCondLst>
                                            <p:cond delay="0"/>
                                          </p:stCondLst>
                                        </p:cTn>
                                        <p:tgtEl>
                                          <p:spTgt spid="58"/>
                                        </p:tgtEl>
                                        <p:attrNameLst>
                                          <p:attrName>style.visibility</p:attrName>
                                        </p:attrNameLst>
                                      </p:cBhvr>
                                      <p:to>
                                        <p:strVal val="visible"/>
                                      </p:to>
                                    </p:set>
                                  </p:childTnLst>
                                </p:cTn>
                              </p:par>
                            </p:childTnLst>
                          </p:cTn>
                        </p:par>
                      </p:childTnLst>
                    </p:cTn>
                  </p:par>
                  <p:par>
                    <p:cTn id="14" fill="hold">
                      <p:stCondLst>
                        <p:cond delay="indefinite"/>
                      </p:stCondLst>
                      <p:childTnLst>
                        <p:par>
                          <p:cTn id="15" fill="hold">
                            <p:stCondLst>
                              <p:cond delay="0"/>
                            </p:stCondLst>
                            <p:childTnLst>
                              <p:par>
                                <p:cTn id="16" presetID="49" presetClass="entr" presetSubtype="0" decel="100000" fill="hold" grpId="0" nodeType="clickEffect">
                                  <p:stCondLst>
                                    <p:cond delay="0"/>
                                  </p:stCondLst>
                                  <p:childTnLst>
                                    <p:set>
                                      <p:cBhvr>
                                        <p:cTn id="17" dur="1" fill="hold">
                                          <p:stCondLst>
                                            <p:cond delay="0"/>
                                          </p:stCondLst>
                                        </p:cTn>
                                        <p:tgtEl>
                                          <p:spTgt spid="63"/>
                                        </p:tgtEl>
                                        <p:attrNameLst>
                                          <p:attrName>style.visibility</p:attrName>
                                        </p:attrNameLst>
                                      </p:cBhvr>
                                      <p:to>
                                        <p:strVal val="visible"/>
                                      </p:to>
                                    </p:set>
                                    <p:anim calcmode="lin" valueType="num">
                                      <p:cBhvr>
                                        <p:cTn id="18" dur="500" fill="hold"/>
                                        <p:tgtEl>
                                          <p:spTgt spid="63"/>
                                        </p:tgtEl>
                                        <p:attrNameLst>
                                          <p:attrName>ppt_w</p:attrName>
                                        </p:attrNameLst>
                                      </p:cBhvr>
                                      <p:tavLst>
                                        <p:tav tm="0">
                                          <p:val>
                                            <p:fltVal val="0"/>
                                          </p:val>
                                        </p:tav>
                                        <p:tav tm="100000">
                                          <p:val>
                                            <p:strVal val="#ppt_w"/>
                                          </p:val>
                                        </p:tav>
                                      </p:tavLst>
                                    </p:anim>
                                    <p:anim calcmode="lin" valueType="num">
                                      <p:cBhvr>
                                        <p:cTn id="19" dur="500" fill="hold"/>
                                        <p:tgtEl>
                                          <p:spTgt spid="63"/>
                                        </p:tgtEl>
                                        <p:attrNameLst>
                                          <p:attrName>ppt_h</p:attrName>
                                        </p:attrNameLst>
                                      </p:cBhvr>
                                      <p:tavLst>
                                        <p:tav tm="0">
                                          <p:val>
                                            <p:fltVal val="0"/>
                                          </p:val>
                                        </p:tav>
                                        <p:tav tm="100000">
                                          <p:val>
                                            <p:strVal val="#ppt_h"/>
                                          </p:val>
                                        </p:tav>
                                      </p:tavLst>
                                    </p:anim>
                                    <p:anim calcmode="lin" valueType="num">
                                      <p:cBhvr>
                                        <p:cTn id="20" dur="500" fill="hold"/>
                                        <p:tgtEl>
                                          <p:spTgt spid="63"/>
                                        </p:tgtEl>
                                        <p:attrNameLst>
                                          <p:attrName>style.rotation</p:attrName>
                                        </p:attrNameLst>
                                      </p:cBhvr>
                                      <p:tavLst>
                                        <p:tav tm="0">
                                          <p:val>
                                            <p:fltVal val="360"/>
                                          </p:val>
                                        </p:tav>
                                        <p:tav tm="100000">
                                          <p:val>
                                            <p:fltVal val="0"/>
                                          </p:val>
                                        </p:tav>
                                      </p:tavLst>
                                    </p:anim>
                                    <p:animEffect transition="in" filter="fade">
                                      <p:cBhvr>
                                        <p:cTn id="21" dur="500"/>
                                        <p:tgtEl>
                                          <p:spTgt spid="63"/>
                                        </p:tgtEl>
                                      </p:cBhvr>
                                    </p:animEffect>
                                  </p:childTnLst>
                                </p:cTn>
                              </p:par>
                            </p:childTnLst>
                          </p:cTn>
                        </p:par>
                        <p:par>
                          <p:cTn id="22" fill="hold">
                            <p:stCondLst>
                              <p:cond delay="500"/>
                            </p:stCondLst>
                            <p:childTnLst>
                              <p:par>
                                <p:cTn id="23" presetID="1" presetClass="entr" presetSubtype="0" fill="hold" grpId="0" nodeType="afterEffect">
                                  <p:stCondLst>
                                    <p:cond delay="0"/>
                                  </p:stCondLst>
                                  <p:iterate type="lt">
                                    <p:tmAbs val="100"/>
                                  </p:iterate>
                                  <p:childTnLst>
                                    <p:set>
                                      <p:cBhvr>
                                        <p:cTn id="24" dur="1" fill="hold">
                                          <p:stCondLst>
                                            <p:cond delay="0"/>
                                          </p:stCondLst>
                                        </p:cTn>
                                        <p:tgtEl>
                                          <p:spTgt spid="64"/>
                                        </p:tgtEl>
                                        <p:attrNameLst>
                                          <p:attrName>style.visibility</p:attrName>
                                        </p:attrNameLst>
                                      </p:cBhvr>
                                      <p:to>
                                        <p:strVal val="visible"/>
                                      </p:to>
                                    </p:set>
                                  </p:childTnLst>
                                </p:cTn>
                              </p:par>
                            </p:childTnLst>
                          </p:cTn>
                        </p:par>
                      </p:childTnLst>
                    </p:cTn>
                  </p:par>
                  <p:par>
                    <p:cTn id="25" fill="hold">
                      <p:stCondLst>
                        <p:cond delay="indefinite"/>
                      </p:stCondLst>
                      <p:childTnLst>
                        <p:par>
                          <p:cTn id="26" fill="hold">
                            <p:stCondLst>
                              <p:cond delay="0"/>
                            </p:stCondLst>
                            <p:childTnLst>
                              <p:par>
                                <p:cTn id="27" presetID="22" presetClass="entr" presetSubtype="4" fill="hold" nodeType="clickEffect">
                                  <p:stCondLst>
                                    <p:cond delay="0"/>
                                  </p:stCondLst>
                                  <p:childTnLst>
                                    <p:set>
                                      <p:cBhvr>
                                        <p:cTn id="28" dur="1" fill="hold">
                                          <p:stCondLst>
                                            <p:cond delay="0"/>
                                          </p:stCondLst>
                                        </p:cTn>
                                        <p:tgtEl>
                                          <p:spTgt spid="42"/>
                                        </p:tgtEl>
                                        <p:attrNameLst>
                                          <p:attrName>style.visibility</p:attrName>
                                        </p:attrNameLst>
                                      </p:cBhvr>
                                      <p:to>
                                        <p:strVal val="visible"/>
                                      </p:to>
                                    </p:set>
                                    <p:animEffect transition="in" filter="wipe(down)">
                                      <p:cBhvr>
                                        <p:cTn id="29" dur="1000"/>
                                        <p:tgtEl>
                                          <p:spTgt spid="42"/>
                                        </p:tgtEl>
                                      </p:cBhvr>
                                    </p:animEffect>
                                  </p:childTnLst>
                                </p:cTn>
                              </p:par>
                              <p:par>
                                <p:cTn id="30" presetID="22" presetClass="entr" presetSubtype="4" fill="hold" nodeType="withEffect">
                                  <p:stCondLst>
                                    <p:cond delay="0"/>
                                  </p:stCondLst>
                                  <p:childTnLst>
                                    <p:set>
                                      <p:cBhvr>
                                        <p:cTn id="31" dur="1" fill="hold">
                                          <p:stCondLst>
                                            <p:cond delay="0"/>
                                          </p:stCondLst>
                                        </p:cTn>
                                        <p:tgtEl>
                                          <p:spTgt spid="65"/>
                                        </p:tgtEl>
                                        <p:attrNameLst>
                                          <p:attrName>style.visibility</p:attrName>
                                        </p:attrNameLst>
                                      </p:cBhvr>
                                      <p:to>
                                        <p:strVal val="visible"/>
                                      </p:to>
                                    </p:set>
                                    <p:animEffect transition="in" filter="wipe(down)">
                                      <p:cBhvr>
                                        <p:cTn id="32" dur="1000"/>
                                        <p:tgtEl>
                                          <p:spTgt spid="65"/>
                                        </p:tgtEl>
                                      </p:cBhvr>
                                    </p:animEffect>
                                  </p:childTnLst>
                                </p:cTn>
                              </p:par>
                              <p:par>
                                <p:cTn id="33" presetID="22" presetClass="entr" presetSubtype="2" fill="hold" nodeType="withEffect">
                                  <p:stCondLst>
                                    <p:cond delay="900"/>
                                  </p:stCondLst>
                                  <p:childTnLst>
                                    <p:set>
                                      <p:cBhvr>
                                        <p:cTn id="34" dur="1" fill="hold">
                                          <p:stCondLst>
                                            <p:cond delay="0"/>
                                          </p:stCondLst>
                                        </p:cTn>
                                        <p:tgtEl>
                                          <p:spTgt spid="44"/>
                                        </p:tgtEl>
                                        <p:attrNameLst>
                                          <p:attrName>style.visibility</p:attrName>
                                        </p:attrNameLst>
                                      </p:cBhvr>
                                      <p:to>
                                        <p:strVal val="visible"/>
                                      </p:to>
                                    </p:set>
                                    <p:animEffect transition="in" filter="wipe(right)">
                                      <p:cBhvr>
                                        <p:cTn id="35" dur="1000"/>
                                        <p:tgtEl>
                                          <p:spTgt spid="44"/>
                                        </p:tgtEl>
                                      </p:cBhvr>
                                    </p:animEffect>
                                  </p:childTnLst>
                                </p:cTn>
                              </p:par>
                              <p:par>
                                <p:cTn id="36" presetID="22" presetClass="entr" presetSubtype="2" fill="hold" nodeType="withEffect">
                                  <p:stCondLst>
                                    <p:cond delay="900"/>
                                  </p:stCondLst>
                                  <p:childTnLst>
                                    <p:set>
                                      <p:cBhvr>
                                        <p:cTn id="37" dur="1" fill="hold">
                                          <p:stCondLst>
                                            <p:cond delay="0"/>
                                          </p:stCondLst>
                                        </p:cTn>
                                        <p:tgtEl>
                                          <p:spTgt spid="67"/>
                                        </p:tgtEl>
                                        <p:attrNameLst>
                                          <p:attrName>style.visibility</p:attrName>
                                        </p:attrNameLst>
                                      </p:cBhvr>
                                      <p:to>
                                        <p:strVal val="visible"/>
                                      </p:to>
                                    </p:set>
                                    <p:animEffect transition="in" filter="wipe(right)">
                                      <p:cBhvr>
                                        <p:cTn id="38" dur="1000"/>
                                        <p:tgtEl>
                                          <p:spTgt spid="67"/>
                                        </p:tgtEl>
                                      </p:cBhvr>
                                    </p:animEffect>
                                  </p:childTnLst>
                                </p:cTn>
                              </p:par>
                              <p:par>
                                <p:cTn id="39" presetID="22" presetClass="entr" presetSubtype="8" fill="hold" nodeType="withEffect">
                                  <p:stCondLst>
                                    <p:cond delay="900"/>
                                  </p:stCondLst>
                                  <p:childTnLst>
                                    <p:set>
                                      <p:cBhvr>
                                        <p:cTn id="40" dur="1" fill="hold">
                                          <p:stCondLst>
                                            <p:cond delay="0"/>
                                          </p:stCondLst>
                                        </p:cTn>
                                        <p:tgtEl>
                                          <p:spTgt spid="43"/>
                                        </p:tgtEl>
                                        <p:attrNameLst>
                                          <p:attrName>style.visibility</p:attrName>
                                        </p:attrNameLst>
                                      </p:cBhvr>
                                      <p:to>
                                        <p:strVal val="visible"/>
                                      </p:to>
                                    </p:set>
                                    <p:animEffect transition="in" filter="wipe(left)">
                                      <p:cBhvr>
                                        <p:cTn id="41" dur="1000"/>
                                        <p:tgtEl>
                                          <p:spTgt spid="43"/>
                                        </p:tgtEl>
                                      </p:cBhvr>
                                    </p:animEffect>
                                  </p:childTnLst>
                                </p:cTn>
                              </p:par>
                              <p:par>
                                <p:cTn id="42" presetID="22" presetClass="entr" presetSubtype="8" fill="hold" nodeType="withEffect">
                                  <p:stCondLst>
                                    <p:cond delay="900"/>
                                  </p:stCondLst>
                                  <p:childTnLst>
                                    <p:set>
                                      <p:cBhvr>
                                        <p:cTn id="43" dur="1" fill="hold">
                                          <p:stCondLst>
                                            <p:cond delay="0"/>
                                          </p:stCondLst>
                                        </p:cTn>
                                        <p:tgtEl>
                                          <p:spTgt spid="68"/>
                                        </p:tgtEl>
                                        <p:attrNameLst>
                                          <p:attrName>style.visibility</p:attrName>
                                        </p:attrNameLst>
                                      </p:cBhvr>
                                      <p:to>
                                        <p:strVal val="visible"/>
                                      </p:to>
                                    </p:set>
                                    <p:animEffect transition="in" filter="wipe(left)">
                                      <p:cBhvr>
                                        <p:cTn id="44" dur="1000"/>
                                        <p:tgtEl>
                                          <p:spTgt spid="68"/>
                                        </p:tgtEl>
                                      </p:cBhvr>
                                    </p:animEffect>
                                  </p:childTnLst>
                                </p:cTn>
                              </p:par>
                              <p:par>
                                <p:cTn id="45" presetID="53" presetClass="entr" presetSubtype="16" fill="hold" grpId="0" nodeType="withEffect">
                                  <p:stCondLst>
                                    <p:cond delay="1600"/>
                                  </p:stCondLst>
                                  <p:childTnLst>
                                    <p:set>
                                      <p:cBhvr>
                                        <p:cTn id="46" dur="1" fill="hold">
                                          <p:stCondLst>
                                            <p:cond delay="0"/>
                                          </p:stCondLst>
                                        </p:cTn>
                                        <p:tgtEl>
                                          <p:spTgt spid="7"/>
                                        </p:tgtEl>
                                        <p:attrNameLst>
                                          <p:attrName>style.visibility</p:attrName>
                                        </p:attrNameLst>
                                      </p:cBhvr>
                                      <p:to>
                                        <p:strVal val="visible"/>
                                      </p:to>
                                    </p:set>
                                    <p:anim calcmode="lin" valueType="num">
                                      <p:cBhvr>
                                        <p:cTn id="47" dur="500" fill="hold"/>
                                        <p:tgtEl>
                                          <p:spTgt spid="7"/>
                                        </p:tgtEl>
                                        <p:attrNameLst>
                                          <p:attrName>ppt_w</p:attrName>
                                        </p:attrNameLst>
                                      </p:cBhvr>
                                      <p:tavLst>
                                        <p:tav tm="0">
                                          <p:val>
                                            <p:fltVal val="0"/>
                                          </p:val>
                                        </p:tav>
                                        <p:tav tm="100000">
                                          <p:val>
                                            <p:strVal val="#ppt_w"/>
                                          </p:val>
                                        </p:tav>
                                      </p:tavLst>
                                    </p:anim>
                                    <p:anim calcmode="lin" valueType="num">
                                      <p:cBhvr>
                                        <p:cTn id="48" dur="500" fill="hold"/>
                                        <p:tgtEl>
                                          <p:spTgt spid="7"/>
                                        </p:tgtEl>
                                        <p:attrNameLst>
                                          <p:attrName>ppt_h</p:attrName>
                                        </p:attrNameLst>
                                      </p:cBhvr>
                                      <p:tavLst>
                                        <p:tav tm="0">
                                          <p:val>
                                            <p:fltVal val="0"/>
                                          </p:val>
                                        </p:tav>
                                        <p:tav tm="100000">
                                          <p:val>
                                            <p:strVal val="#ppt_h"/>
                                          </p:val>
                                        </p:tav>
                                      </p:tavLst>
                                    </p:anim>
                                    <p:animEffect transition="in" filter="fade">
                                      <p:cBhvr>
                                        <p:cTn id="49" dur="500"/>
                                        <p:tgtEl>
                                          <p:spTgt spid="7"/>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7" grpId="0" animBg="1"/>
      <p:bldP spid="58" grpId="0"/>
      <p:bldP spid="63" grpId="0" animBg="1"/>
      <p:bldP spid="64" grpId="0"/>
      <p:bldP spid="7" grpId="0" animBg="1"/>
    </p:bldLst>
  </p:timing>
</p:sld>
</file>

<file path=ppt/slides/slide29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4" name="组合 3">
            <a:extLst>
              <a:ext uri="{FF2B5EF4-FFF2-40B4-BE49-F238E27FC236}">
                <a16:creationId xmlns:a16="http://schemas.microsoft.com/office/drawing/2014/main" id="{9A1EA9F2-FCB6-48C3-935F-7AE7E3AD14AC}"/>
              </a:ext>
            </a:extLst>
          </p:cNvPr>
          <p:cNvGrpSpPr/>
          <p:nvPr/>
        </p:nvGrpSpPr>
        <p:grpSpPr>
          <a:xfrm>
            <a:off x="304800" y="749300"/>
            <a:ext cx="6192344" cy="400110"/>
            <a:chOff x="424117" y="898245"/>
            <a:chExt cx="6192344" cy="400110"/>
          </a:xfrm>
        </p:grpSpPr>
        <p:sp>
          <p:nvSpPr>
            <p:cNvPr id="2" name="平行四边形 1">
              <a:extLst>
                <a:ext uri="{FF2B5EF4-FFF2-40B4-BE49-F238E27FC236}">
                  <a16:creationId xmlns:a16="http://schemas.microsoft.com/office/drawing/2014/main" id="{1F5BAA3F-9845-4F89-A2DD-8222D3E4EDAC}"/>
                </a:ext>
              </a:extLst>
            </p:cNvPr>
            <p:cNvSpPr/>
            <p:nvPr/>
          </p:nvSpPr>
          <p:spPr>
            <a:xfrm>
              <a:off x="424117" y="898245"/>
              <a:ext cx="628306" cy="387090"/>
            </a:xfrm>
            <a:prstGeom prst="parallelogram">
              <a:avLst/>
            </a:prstGeom>
            <a:solidFill>
              <a:schemeClr val="accent3">
                <a:lumMod val="75000"/>
              </a:schemeClr>
            </a:solidFill>
            <a:ln>
              <a:solidFill>
                <a:schemeClr val="accent3">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CN" sz="2200" dirty="0">
                  <a:latin typeface="Impact" panose="020B0806030902050204" pitchFamily="34" charset="0"/>
                </a:rPr>
                <a:t>01</a:t>
              </a:r>
              <a:endParaRPr lang="zh-CN" altLang="en-US" sz="2200" dirty="0">
                <a:latin typeface="Impact" panose="020B0806030902050204" pitchFamily="34" charset="0"/>
              </a:endParaRPr>
            </a:p>
          </p:txBody>
        </p:sp>
        <p:sp>
          <p:nvSpPr>
            <p:cNvPr id="3" name="文本框 2">
              <a:extLst>
                <a:ext uri="{FF2B5EF4-FFF2-40B4-BE49-F238E27FC236}">
                  <a16:creationId xmlns:a16="http://schemas.microsoft.com/office/drawing/2014/main" id="{4D6BD736-A4D3-4F26-AFED-36E11F50F70B}"/>
                </a:ext>
              </a:extLst>
            </p:cNvPr>
            <p:cNvSpPr txBox="1"/>
            <p:nvPr/>
          </p:nvSpPr>
          <p:spPr>
            <a:xfrm>
              <a:off x="1052423" y="898245"/>
              <a:ext cx="5564038" cy="400110"/>
            </a:xfrm>
            <a:prstGeom prst="rect">
              <a:avLst/>
            </a:prstGeom>
            <a:noFill/>
          </p:spPr>
          <p:txBody>
            <a:bodyPr wrap="square" rtlCol="0">
              <a:spAutoFit/>
            </a:bodyPr>
            <a:lstStyle/>
            <a:p>
              <a:r>
                <a:rPr lang="en-US" altLang="zh-CN" sz="2000" b="1" dirty="0"/>
                <a:t>CSMA/CD</a:t>
              </a:r>
              <a:r>
                <a:rPr lang="zh-CN" altLang="en-US" sz="2000" b="1" dirty="0"/>
                <a:t>协议的基本原理</a:t>
              </a:r>
              <a:endParaRPr lang="en-US" altLang="zh-CN" sz="2000" b="1" dirty="0"/>
            </a:p>
          </p:txBody>
        </p:sp>
      </p:grpSp>
      <p:grpSp>
        <p:nvGrpSpPr>
          <p:cNvPr id="18" name="组合 17">
            <a:extLst>
              <a:ext uri="{FF2B5EF4-FFF2-40B4-BE49-F238E27FC236}">
                <a16:creationId xmlns:a16="http://schemas.microsoft.com/office/drawing/2014/main" id="{59DE564A-E01D-481A-9E16-24057D81465A}"/>
              </a:ext>
            </a:extLst>
          </p:cNvPr>
          <p:cNvGrpSpPr/>
          <p:nvPr/>
        </p:nvGrpSpPr>
        <p:grpSpPr>
          <a:xfrm>
            <a:off x="2455280" y="5002808"/>
            <a:ext cx="7180791" cy="812800"/>
            <a:chOff x="2455280" y="3752911"/>
            <a:chExt cx="7180791" cy="812800"/>
          </a:xfrm>
        </p:grpSpPr>
        <p:cxnSp>
          <p:nvCxnSpPr>
            <p:cNvPr id="79" name="直接连接符 78">
              <a:extLst>
                <a:ext uri="{FF2B5EF4-FFF2-40B4-BE49-F238E27FC236}">
                  <a16:creationId xmlns:a16="http://schemas.microsoft.com/office/drawing/2014/main" id="{B50EE89A-0ED5-451A-B7B7-400F31C8340B}"/>
                </a:ext>
              </a:extLst>
            </p:cNvPr>
            <p:cNvCxnSpPr/>
            <p:nvPr/>
          </p:nvCxnSpPr>
          <p:spPr>
            <a:xfrm flipV="1">
              <a:off x="9636071" y="3752911"/>
              <a:ext cx="0" cy="812800"/>
            </a:xfrm>
            <a:prstGeom prst="line">
              <a:avLst/>
            </a:prstGeom>
            <a:ln w="152400">
              <a:solidFill>
                <a:schemeClr val="tx1"/>
              </a:solidFill>
              <a:tailEnd w="med" len="lg"/>
            </a:ln>
          </p:spPr>
          <p:style>
            <a:lnRef idx="1">
              <a:schemeClr val="accent1"/>
            </a:lnRef>
            <a:fillRef idx="0">
              <a:schemeClr val="accent1"/>
            </a:fillRef>
            <a:effectRef idx="0">
              <a:schemeClr val="accent1"/>
            </a:effectRef>
            <a:fontRef idx="minor">
              <a:schemeClr val="tx1"/>
            </a:fontRef>
          </p:style>
        </p:cxnSp>
        <p:cxnSp>
          <p:nvCxnSpPr>
            <p:cNvPr id="46" name="直接连接符 45">
              <a:extLst>
                <a:ext uri="{FF2B5EF4-FFF2-40B4-BE49-F238E27FC236}">
                  <a16:creationId xmlns:a16="http://schemas.microsoft.com/office/drawing/2014/main" id="{68F324E7-1E7B-4122-B649-A70071C4A6D7}"/>
                </a:ext>
              </a:extLst>
            </p:cNvPr>
            <p:cNvCxnSpPr/>
            <p:nvPr/>
          </p:nvCxnSpPr>
          <p:spPr>
            <a:xfrm flipV="1">
              <a:off x="2455280" y="3752911"/>
              <a:ext cx="0" cy="812800"/>
            </a:xfrm>
            <a:prstGeom prst="line">
              <a:avLst/>
            </a:prstGeom>
            <a:ln w="152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8" name="直接连接符 47">
              <a:extLst>
                <a:ext uri="{FF2B5EF4-FFF2-40B4-BE49-F238E27FC236}">
                  <a16:creationId xmlns:a16="http://schemas.microsoft.com/office/drawing/2014/main" id="{4EAB45B4-373A-4ECC-AEA3-0CD6AD6A47BB}"/>
                </a:ext>
              </a:extLst>
            </p:cNvPr>
            <p:cNvCxnSpPr/>
            <p:nvPr/>
          </p:nvCxnSpPr>
          <p:spPr>
            <a:xfrm flipV="1">
              <a:off x="4878779" y="3752911"/>
              <a:ext cx="0" cy="812800"/>
            </a:xfrm>
            <a:prstGeom prst="line">
              <a:avLst/>
            </a:prstGeom>
            <a:ln w="152400">
              <a:solidFill>
                <a:schemeClr val="tx1"/>
              </a:solidFill>
              <a:tailEnd w="med" len="lg"/>
            </a:ln>
          </p:spPr>
          <p:style>
            <a:lnRef idx="1">
              <a:schemeClr val="accent1"/>
            </a:lnRef>
            <a:fillRef idx="0">
              <a:schemeClr val="accent1"/>
            </a:fillRef>
            <a:effectRef idx="0">
              <a:schemeClr val="accent1"/>
            </a:effectRef>
            <a:fontRef idx="minor">
              <a:schemeClr val="tx1"/>
            </a:fontRef>
          </p:style>
        </p:cxnSp>
        <p:cxnSp>
          <p:nvCxnSpPr>
            <p:cNvPr id="50" name="直接连接符 49">
              <a:extLst>
                <a:ext uri="{FF2B5EF4-FFF2-40B4-BE49-F238E27FC236}">
                  <a16:creationId xmlns:a16="http://schemas.microsoft.com/office/drawing/2014/main" id="{866DE1FD-FE69-43AD-A3E9-EB682A52429D}"/>
                </a:ext>
              </a:extLst>
            </p:cNvPr>
            <p:cNvCxnSpPr/>
            <p:nvPr/>
          </p:nvCxnSpPr>
          <p:spPr>
            <a:xfrm flipV="1">
              <a:off x="7249637" y="3752911"/>
              <a:ext cx="0" cy="812800"/>
            </a:xfrm>
            <a:prstGeom prst="line">
              <a:avLst/>
            </a:prstGeom>
            <a:ln w="1524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7" name="组合 16">
            <a:extLst>
              <a:ext uri="{FF2B5EF4-FFF2-40B4-BE49-F238E27FC236}">
                <a16:creationId xmlns:a16="http://schemas.microsoft.com/office/drawing/2014/main" id="{1AD762DB-3739-4295-96B9-EF072C43A511}"/>
              </a:ext>
            </a:extLst>
          </p:cNvPr>
          <p:cNvGrpSpPr/>
          <p:nvPr/>
        </p:nvGrpSpPr>
        <p:grpSpPr>
          <a:xfrm>
            <a:off x="1618162" y="4849397"/>
            <a:ext cx="8955675" cy="238462"/>
            <a:chOff x="1618162" y="3599500"/>
            <a:chExt cx="8955675" cy="238462"/>
          </a:xfrm>
        </p:grpSpPr>
        <p:cxnSp>
          <p:nvCxnSpPr>
            <p:cNvPr id="45" name="直接连接符 44">
              <a:extLst>
                <a:ext uri="{FF2B5EF4-FFF2-40B4-BE49-F238E27FC236}">
                  <a16:creationId xmlns:a16="http://schemas.microsoft.com/office/drawing/2014/main" id="{CF25AE11-9337-42C1-B461-2B094F3FF441}"/>
                </a:ext>
              </a:extLst>
            </p:cNvPr>
            <p:cNvCxnSpPr>
              <a:cxnSpLocks/>
            </p:cNvCxnSpPr>
            <p:nvPr/>
          </p:nvCxnSpPr>
          <p:spPr>
            <a:xfrm>
              <a:off x="1749794" y="3725200"/>
              <a:ext cx="8622888" cy="0"/>
            </a:xfrm>
            <a:prstGeom prst="line">
              <a:avLst/>
            </a:prstGeom>
            <a:ln w="152400">
              <a:solidFill>
                <a:schemeClr val="tx1"/>
              </a:solidFill>
            </a:ln>
          </p:spPr>
          <p:style>
            <a:lnRef idx="1">
              <a:schemeClr val="accent1"/>
            </a:lnRef>
            <a:fillRef idx="0">
              <a:schemeClr val="accent1"/>
            </a:fillRef>
            <a:effectRef idx="0">
              <a:schemeClr val="accent1"/>
            </a:effectRef>
            <a:fontRef idx="minor">
              <a:schemeClr val="tx1"/>
            </a:fontRef>
          </p:style>
        </p:cxnSp>
        <p:sp>
          <p:nvSpPr>
            <p:cNvPr id="52" name="矩形 51">
              <a:extLst>
                <a:ext uri="{FF2B5EF4-FFF2-40B4-BE49-F238E27FC236}">
                  <a16:creationId xmlns:a16="http://schemas.microsoft.com/office/drawing/2014/main" id="{ADC443E8-4D96-4857-9A04-ABD5711A1A74}"/>
                </a:ext>
              </a:extLst>
            </p:cNvPr>
            <p:cNvSpPr/>
            <p:nvPr/>
          </p:nvSpPr>
          <p:spPr>
            <a:xfrm>
              <a:off x="1618162" y="3599500"/>
              <a:ext cx="225524" cy="225524"/>
            </a:xfrm>
            <a:prstGeom prst="rect">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53" name="矩形 52">
              <a:extLst>
                <a:ext uri="{FF2B5EF4-FFF2-40B4-BE49-F238E27FC236}">
                  <a16:creationId xmlns:a16="http://schemas.microsoft.com/office/drawing/2014/main" id="{01A3652D-2CBA-416D-BA7E-94C923ABB90D}"/>
                </a:ext>
              </a:extLst>
            </p:cNvPr>
            <p:cNvSpPr/>
            <p:nvPr/>
          </p:nvSpPr>
          <p:spPr>
            <a:xfrm>
              <a:off x="10348313" y="3612438"/>
              <a:ext cx="225524" cy="225524"/>
            </a:xfrm>
            <a:prstGeom prst="rect">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grpSp>
      <p:grpSp>
        <p:nvGrpSpPr>
          <p:cNvPr id="16" name="组合 15">
            <a:extLst>
              <a:ext uri="{FF2B5EF4-FFF2-40B4-BE49-F238E27FC236}">
                <a16:creationId xmlns:a16="http://schemas.microsoft.com/office/drawing/2014/main" id="{F74A979A-712A-43C8-AD68-88CB8B283CBC}"/>
              </a:ext>
            </a:extLst>
          </p:cNvPr>
          <p:cNvGrpSpPr/>
          <p:nvPr/>
        </p:nvGrpSpPr>
        <p:grpSpPr>
          <a:xfrm>
            <a:off x="1968674" y="5695533"/>
            <a:ext cx="7852814" cy="641082"/>
            <a:chOff x="1968674" y="4445636"/>
            <a:chExt cx="7852814" cy="641082"/>
          </a:xfrm>
        </p:grpSpPr>
        <p:grpSp>
          <p:nvGrpSpPr>
            <p:cNvPr id="11" name="组合 10">
              <a:extLst>
                <a:ext uri="{FF2B5EF4-FFF2-40B4-BE49-F238E27FC236}">
                  <a16:creationId xmlns:a16="http://schemas.microsoft.com/office/drawing/2014/main" id="{BDD59C05-471B-4561-AD9B-C3EC7C8FCC84}"/>
                </a:ext>
              </a:extLst>
            </p:cNvPr>
            <p:cNvGrpSpPr/>
            <p:nvPr/>
          </p:nvGrpSpPr>
          <p:grpSpPr>
            <a:xfrm>
              <a:off x="1968674" y="4445636"/>
              <a:ext cx="662814" cy="641082"/>
              <a:chOff x="812355" y="3422987"/>
              <a:chExt cx="662814" cy="641082"/>
            </a:xfrm>
          </p:grpSpPr>
          <p:pic>
            <p:nvPicPr>
              <p:cNvPr id="47" name="图形 46">
                <a:extLst>
                  <a:ext uri="{FF2B5EF4-FFF2-40B4-BE49-F238E27FC236}">
                    <a16:creationId xmlns:a16="http://schemas.microsoft.com/office/drawing/2014/main" id="{2F188BC2-B766-4124-BD49-EAFEE881A38F}"/>
                  </a:ext>
                </a:extLst>
              </p:cNvPr>
              <p:cNvPicPr>
                <a:picLocks noChangeAspect="1"/>
              </p:cNvPicPr>
              <p:nvPr/>
            </p:nvPicPr>
            <p:blipFill>
              <a:blip r:embed="rId3">
                <a:extLst>
                  <a:ext uri="{28A0092B-C50C-407E-A947-70E740481C1C}">
                    <a14:useLocalDpi xmlns:a14="http://schemas.microsoft.com/office/drawing/2010/main" val="0"/>
                  </a:ext>
                  <a:ext uri="{96DAC541-7B7A-43D3-8B79-37D633B846F1}">
                    <asvg:svgBlip xmlns:asvg="http://schemas.microsoft.com/office/drawing/2016/SVG/main" r:embed="rId4"/>
                  </a:ext>
                </a:extLst>
              </a:blip>
              <a:stretch>
                <a:fillRect/>
              </a:stretch>
            </p:blipFill>
            <p:spPr>
              <a:xfrm>
                <a:off x="812355" y="3422987"/>
                <a:ext cx="662814" cy="641082"/>
              </a:xfrm>
              <a:prstGeom prst="rect">
                <a:avLst/>
              </a:prstGeom>
            </p:spPr>
          </p:pic>
          <p:sp>
            <p:nvSpPr>
              <p:cNvPr id="10" name="文本框 9">
                <a:extLst>
                  <a:ext uri="{FF2B5EF4-FFF2-40B4-BE49-F238E27FC236}">
                    <a16:creationId xmlns:a16="http://schemas.microsoft.com/office/drawing/2014/main" id="{B6FCB237-5D41-43CE-AB0D-0E6FF7895DCC}"/>
                  </a:ext>
                </a:extLst>
              </p:cNvPr>
              <p:cNvSpPr txBox="1"/>
              <p:nvPr/>
            </p:nvSpPr>
            <p:spPr>
              <a:xfrm>
                <a:off x="1087044" y="3451320"/>
                <a:ext cx="355235" cy="400110"/>
              </a:xfrm>
              <a:prstGeom prst="rect">
                <a:avLst/>
              </a:prstGeom>
              <a:noFill/>
            </p:spPr>
            <p:txBody>
              <a:bodyPr wrap="square" rtlCol="0">
                <a:spAutoFit/>
              </a:bodyPr>
              <a:lstStyle/>
              <a:p>
                <a:pPr algn="ctr"/>
                <a:r>
                  <a:rPr lang="en-US" altLang="zh-CN" sz="2000" b="1" dirty="0">
                    <a:solidFill>
                      <a:schemeClr val="bg1"/>
                    </a:solidFill>
                    <a:latin typeface="Arial Black" panose="020B0A04020102020204" pitchFamily="34" charset="0"/>
                    <a:ea typeface="+mj-ea"/>
                  </a:rPr>
                  <a:t>A</a:t>
                </a:r>
                <a:endParaRPr lang="zh-CN" altLang="en-US" sz="2000" b="1" dirty="0">
                  <a:solidFill>
                    <a:schemeClr val="bg1"/>
                  </a:solidFill>
                  <a:latin typeface="Arial Black" panose="020B0A04020102020204" pitchFamily="34" charset="0"/>
                  <a:ea typeface="+mj-ea"/>
                </a:endParaRPr>
              </a:p>
            </p:txBody>
          </p:sp>
        </p:grpSp>
        <p:grpSp>
          <p:nvGrpSpPr>
            <p:cNvPr id="12" name="组合 11">
              <a:extLst>
                <a:ext uri="{FF2B5EF4-FFF2-40B4-BE49-F238E27FC236}">
                  <a16:creationId xmlns:a16="http://schemas.microsoft.com/office/drawing/2014/main" id="{5269C008-81D1-4D80-9EFF-416BE9397B7F}"/>
                </a:ext>
              </a:extLst>
            </p:cNvPr>
            <p:cNvGrpSpPr/>
            <p:nvPr/>
          </p:nvGrpSpPr>
          <p:grpSpPr>
            <a:xfrm>
              <a:off x="4365341" y="4445636"/>
              <a:ext cx="662814" cy="641082"/>
              <a:chOff x="3209022" y="3422987"/>
              <a:chExt cx="662814" cy="641082"/>
            </a:xfrm>
          </p:grpSpPr>
          <p:pic>
            <p:nvPicPr>
              <p:cNvPr id="49" name="图形 48">
                <a:extLst>
                  <a:ext uri="{FF2B5EF4-FFF2-40B4-BE49-F238E27FC236}">
                    <a16:creationId xmlns:a16="http://schemas.microsoft.com/office/drawing/2014/main" id="{7D68CE9E-EEA6-4751-AC4F-25828AABA975}"/>
                  </a:ext>
                </a:extLst>
              </p:cNvPr>
              <p:cNvPicPr>
                <a:picLocks noChangeAspect="1"/>
              </p:cNvPicPr>
              <p:nvPr/>
            </p:nvPicPr>
            <p:blipFill>
              <a:blip r:embed="rId3">
                <a:extLst>
                  <a:ext uri="{28A0092B-C50C-407E-A947-70E740481C1C}">
                    <a14:useLocalDpi xmlns:a14="http://schemas.microsoft.com/office/drawing/2010/main" val="0"/>
                  </a:ext>
                  <a:ext uri="{96DAC541-7B7A-43D3-8B79-37D633B846F1}">
                    <asvg:svgBlip xmlns:asvg="http://schemas.microsoft.com/office/drawing/2016/SVG/main" r:embed="rId4"/>
                  </a:ext>
                </a:extLst>
              </a:blip>
              <a:stretch>
                <a:fillRect/>
              </a:stretch>
            </p:blipFill>
            <p:spPr>
              <a:xfrm>
                <a:off x="3209022" y="3422987"/>
                <a:ext cx="662814" cy="641082"/>
              </a:xfrm>
              <a:prstGeom prst="rect">
                <a:avLst/>
              </a:prstGeom>
            </p:spPr>
          </p:pic>
          <p:sp>
            <p:nvSpPr>
              <p:cNvPr id="80" name="文本框 79">
                <a:extLst>
                  <a:ext uri="{FF2B5EF4-FFF2-40B4-BE49-F238E27FC236}">
                    <a16:creationId xmlns:a16="http://schemas.microsoft.com/office/drawing/2014/main" id="{9CE13739-FC57-474F-B32B-DE041E416F61}"/>
                  </a:ext>
                </a:extLst>
              </p:cNvPr>
              <p:cNvSpPr txBox="1"/>
              <p:nvPr/>
            </p:nvSpPr>
            <p:spPr>
              <a:xfrm>
                <a:off x="3490791" y="3451320"/>
                <a:ext cx="355235" cy="400110"/>
              </a:xfrm>
              <a:prstGeom prst="rect">
                <a:avLst/>
              </a:prstGeom>
              <a:noFill/>
            </p:spPr>
            <p:txBody>
              <a:bodyPr wrap="square" rtlCol="0">
                <a:spAutoFit/>
              </a:bodyPr>
              <a:lstStyle/>
              <a:p>
                <a:pPr algn="ctr"/>
                <a:r>
                  <a:rPr lang="en-US" altLang="zh-CN" sz="2000" b="1" dirty="0">
                    <a:solidFill>
                      <a:schemeClr val="bg1"/>
                    </a:solidFill>
                    <a:latin typeface="Arial Black" panose="020B0A04020102020204" pitchFamily="34" charset="0"/>
                    <a:ea typeface="+mj-ea"/>
                  </a:rPr>
                  <a:t>B</a:t>
                </a:r>
                <a:endParaRPr lang="zh-CN" altLang="en-US" sz="2000" b="1" dirty="0">
                  <a:solidFill>
                    <a:schemeClr val="bg1"/>
                  </a:solidFill>
                  <a:latin typeface="Arial Black" panose="020B0A04020102020204" pitchFamily="34" charset="0"/>
                  <a:ea typeface="+mj-ea"/>
                </a:endParaRPr>
              </a:p>
            </p:txBody>
          </p:sp>
        </p:grpSp>
        <p:grpSp>
          <p:nvGrpSpPr>
            <p:cNvPr id="13" name="组合 12">
              <a:extLst>
                <a:ext uri="{FF2B5EF4-FFF2-40B4-BE49-F238E27FC236}">
                  <a16:creationId xmlns:a16="http://schemas.microsoft.com/office/drawing/2014/main" id="{004280E2-7973-4298-A45D-96B18B37C837}"/>
                </a:ext>
              </a:extLst>
            </p:cNvPr>
            <p:cNvGrpSpPr/>
            <p:nvPr/>
          </p:nvGrpSpPr>
          <p:grpSpPr>
            <a:xfrm>
              <a:off x="6762008" y="4445636"/>
              <a:ext cx="662814" cy="641082"/>
              <a:chOff x="5605689" y="3422987"/>
              <a:chExt cx="662814" cy="641082"/>
            </a:xfrm>
          </p:grpSpPr>
          <p:pic>
            <p:nvPicPr>
              <p:cNvPr id="51" name="图形 50">
                <a:extLst>
                  <a:ext uri="{FF2B5EF4-FFF2-40B4-BE49-F238E27FC236}">
                    <a16:creationId xmlns:a16="http://schemas.microsoft.com/office/drawing/2014/main" id="{0FE605DE-3103-4C7B-AFC0-03272ED69FD7}"/>
                  </a:ext>
                </a:extLst>
              </p:cNvPr>
              <p:cNvPicPr>
                <a:picLocks noChangeAspect="1"/>
              </p:cNvPicPr>
              <p:nvPr/>
            </p:nvPicPr>
            <p:blipFill>
              <a:blip r:embed="rId3">
                <a:extLst>
                  <a:ext uri="{28A0092B-C50C-407E-A947-70E740481C1C}">
                    <a14:useLocalDpi xmlns:a14="http://schemas.microsoft.com/office/drawing/2010/main" val="0"/>
                  </a:ext>
                  <a:ext uri="{96DAC541-7B7A-43D3-8B79-37D633B846F1}">
                    <asvg:svgBlip xmlns:asvg="http://schemas.microsoft.com/office/drawing/2016/SVG/main" r:embed="rId4"/>
                  </a:ext>
                </a:extLst>
              </a:blip>
              <a:stretch>
                <a:fillRect/>
              </a:stretch>
            </p:blipFill>
            <p:spPr>
              <a:xfrm>
                <a:off x="5605689" y="3422987"/>
                <a:ext cx="662814" cy="641082"/>
              </a:xfrm>
              <a:prstGeom prst="rect">
                <a:avLst/>
              </a:prstGeom>
            </p:spPr>
          </p:pic>
          <p:sp>
            <p:nvSpPr>
              <p:cNvPr id="81" name="文本框 80">
                <a:extLst>
                  <a:ext uri="{FF2B5EF4-FFF2-40B4-BE49-F238E27FC236}">
                    <a16:creationId xmlns:a16="http://schemas.microsoft.com/office/drawing/2014/main" id="{7D90056B-A972-4C0D-8BBB-578A59C26C9E}"/>
                  </a:ext>
                </a:extLst>
              </p:cNvPr>
              <p:cNvSpPr txBox="1"/>
              <p:nvPr/>
            </p:nvSpPr>
            <p:spPr>
              <a:xfrm>
                <a:off x="5885506" y="3451320"/>
                <a:ext cx="355235" cy="400110"/>
              </a:xfrm>
              <a:prstGeom prst="rect">
                <a:avLst/>
              </a:prstGeom>
              <a:noFill/>
            </p:spPr>
            <p:txBody>
              <a:bodyPr wrap="square" rtlCol="0">
                <a:spAutoFit/>
              </a:bodyPr>
              <a:lstStyle/>
              <a:p>
                <a:pPr algn="ctr"/>
                <a:r>
                  <a:rPr lang="en-US" altLang="zh-CN" sz="2000" b="1" dirty="0">
                    <a:solidFill>
                      <a:schemeClr val="bg1"/>
                    </a:solidFill>
                    <a:latin typeface="Arial Black" panose="020B0A04020102020204" pitchFamily="34" charset="0"/>
                    <a:ea typeface="+mj-ea"/>
                  </a:rPr>
                  <a:t>C</a:t>
                </a:r>
                <a:endParaRPr lang="zh-CN" altLang="en-US" sz="2000" b="1" dirty="0">
                  <a:solidFill>
                    <a:schemeClr val="bg1"/>
                  </a:solidFill>
                  <a:latin typeface="Arial Black" panose="020B0A04020102020204" pitchFamily="34" charset="0"/>
                  <a:ea typeface="+mj-ea"/>
                </a:endParaRPr>
              </a:p>
            </p:txBody>
          </p:sp>
        </p:grpSp>
        <p:grpSp>
          <p:nvGrpSpPr>
            <p:cNvPr id="14" name="组合 13">
              <a:extLst>
                <a:ext uri="{FF2B5EF4-FFF2-40B4-BE49-F238E27FC236}">
                  <a16:creationId xmlns:a16="http://schemas.microsoft.com/office/drawing/2014/main" id="{BE3241B0-5443-4CB3-9F63-FC93CD92DC73}"/>
                </a:ext>
              </a:extLst>
            </p:cNvPr>
            <p:cNvGrpSpPr/>
            <p:nvPr/>
          </p:nvGrpSpPr>
          <p:grpSpPr>
            <a:xfrm>
              <a:off x="9158674" y="4445636"/>
              <a:ext cx="662814" cy="641082"/>
              <a:chOff x="8002355" y="3422987"/>
              <a:chExt cx="662814" cy="641082"/>
            </a:xfrm>
          </p:grpSpPr>
          <p:pic>
            <p:nvPicPr>
              <p:cNvPr id="66" name="图形 65">
                <a:extLst>
                  <a:ext uri="{FF2B5EF4-FFF2-40B4-BE49-F238E27FC236}">
                    <a16:creationId xmlns:a16="http://schemas.microsoft.com/office/drawing/2014/main" id="{FE77C39A-4AE1-4FE8-83DC-95D736842A68}"/>
                  </a:ext>
                </a:extLst>
              </p:cNvPr>
              <p:cNvPicPr>
                <a:picLocks noChangeAspect="1"/>
              </p:cNvPicPr>
              <p:nvPr/>
            </p:nvPicPr>
            <p:blipFill>
              <a:blip r:embed="rId3">
                <a:extLst>
                  <a:ext uri="{28A0092B-C50C-407E-A947-70E740481C1C}">
                    <a14:useLocalDpi xmlns:a14="http://schemas.microsoft.com/office/drawing/2010/main" val="0"/>
                  </a:ext>
                  <a:ext uri="{96DAC541-7B7A-43D3-8B79-37D633B846F1}">
                    <asvg:svgBlip xmlns:asvg="http://schemas.microsoft.com/office/drawing/2016/SVG/main" r:embed="rId4"/>
                  </a:ext>
                </a:extLst>
              </a:blip>
              <a:stretch>
                <a:fillRect/>
              </a:stretch>
            </p:blipFill>
            <p:spPr>
              <a:xfrm>
                <a:off x="8002355" y="3422987"/>
                <a:ext cx="662814" cy="641082"/>
              </a:xfrm>
              <a:prstGeom prst="rect">
                <a:avLst/>
              </a:prstGeom>
            </p:spPr>
          </p:pic>
          <p:sp>
            <p:nvSpPr>
              <p:cNvPr id="82" name="文本框 81">
                <a:extLst>
                  <a:ext uri="{FF2B5EF4-FFF2-40B4-BE49-F238E27FC236}">
                    <a16:creationId xmlns:a16="http://schemas.microsoft.com/office/drawing/2014/main" id="{C325C64E-D3DE-4664-A644-B4E5AB503B47}"/>
                  </a:ext>
                </a:extLst>
              </p:cNvPr>
              <p:cNvSpPr txBox="1"/>
              <p:nvPr/>
            </p:nvSpPr>
            <p:spPr>
              <a:xfrm>
                <a:off x="8282675" y="3444742"/>
                <a:ext cx="355235" cy="400110"/>
              </a:xfrm>
              <a:prstGeom prst="rect">
                <a:avLst/>
              </a:prstGeom>
              <a:noFill/>
            </p:spPr>
            <p:txBody>
              <a:bodyPr wrap="square" rtlCol="0">
                <a:spAutoFit/>
              </a:bodyPr>
              <a:lstStyle/>
              <a:p>
                <a:pPr algn="ctr"/>
                <a:r>
                  <a:rPr lang="en-US" altLang="zh-CN" sz="2000" b="1" dirty="0">
                    <a:solidFill>
                      <a:schemeClr val="bg1"/>
                    </a:solidFill>
                    <a:latin typeface="Arial Black" panose="020B0A04020102020204" pitchFamily="34" charset="0"/>
                    <a:ea typeface="+mj-ea"/>
                  </a:rPr>
                  <a:t>D</a:t>
                </a:r>
                <a:endParaRPr lang="zh-CN" altLang="en-US" sz="2000" b="1" dirty="0">
                  <a:solidFill>
                    <a:schemeClr val="bg1"/>
                  </a:solidFill>
                  <a:latin typeface="Arial Black" panose="020B0A04020102020204" pitchFamily="34" charset="0"/>
                  <a:ea typeface="+mj-ea"/>
                </a:endParaRPr>
              </a:p>
            </p:txBody>
          </p:sp>
        </p:grpSp>
      </p:grpSp>
      <p:cxnSp>
        <p:nvCxnSpPr>
          <p:cNvPr id="42" name="直接箭头连接符 41">
            <a:extLst>
              <a:ext uri="{FF2B5EF4-FFF2-40B4-BE49-F238E27FC236}">
                <a16:creationId xmlns:a16="http://schemas.microsoft.com/office/drawing/2014/main" id="{4D50236D-F3AA-43CB-AB9B-6FC92A865908}"/>
              </a:ext>
            </a:extLst>
          </p:cNvPr>
          <p:cNvCxnSpPr/>
          <p:nvPr/>
        </p:nvCxnSpPr>
        <p:spPr>
          <a:xfrm flipV="1">
            <a:off x="4871518" y="5006252"/>
            <a:ext cx="0" cy="773654"/>
          </a:xfrm>
          <a:prstGeom prst="straightConnector1">
            <a:avLst/>
          </a:prstGeom>
          <a:ln w="50800" cap="rnd">
            <a:solidFill>
              <a:schemeClr val="accent6"/>
            </a:solidFill>
            <a:round/>
            <a:tailEnd type="triangle" w="med" len="med"/>
          </a:ln>
        </p:spPr>
        <p:style>
          <a:lnRef idx="1">
            <a:schemeClr val="accent1"/>
          </a:lnRef>
          <a:fillRef idx="0">
            <a:schemeClr val="accent1"/>
          </a:fillRef>
          <a:effectRef idx="0">
            <a:schemeClr val="accent1"/>
          </a:effectRef>
          <a:fontRef idx="minor">
            <a:schemeClr val="tx1"/>
          </a:fontRef>
        </p:style>
      </p:cxnSp>
      <p:cxnSp>
        <p:nvCxnSpPr>
          <p:cNvPr id="43" name="直接箭头连接符 42">
            <a:extLst>
              <a:ext uri="{FF2B5EF4-FFF2-40B4-BE49-F238E27FC236}">
                <a16:creationId xmlns:a16="http://schemas.microsoft.com/office/drawing/2014/main" id="{38FE851F-201E-4332-8CAE-4ACE0A8B261D}"/>
              </a:ext>
            </a:extLst>
          </p:cNvPr>
          <p:cNvCxnSpPr>
            <a:cxnSpLocks/>
          </p:cNvCxnSpPr>
          <p:nvPr/>
        </p:nvCxnSpPr>
        <p:spPr>
          <a:xfrm>
            <a:off x="4871518" y="4972777"/>
            <a:ext cx="1224482" cy="0"/>
          </a:xfrm>
          <a:prstGeom prst="straightConnector1">
            <a:avLst/>
          </a:prstGeom>
          <a:ln w="50800" cap="rnd">
            <a:solidFill>
              <a:schemeClr val="accent6"/>
            </a:solidFill>
            <a:round/>
            <a:tailEnd type="triangle" w="med" len="med"/>
          </a:ln>
        </p:spPr>
        <p:style>
          <a:lnRef idx="1">
            <a:schemeClr val="accent1"/>
          </a:lnRef>
          <a:fillRef idx="0">
            <a:schemeClr val="accent1"/>
          </a:fillRef>
          <a:effectRef idx="0">
            <a:schemeClr val="accent1"/>
          </a:effectRef>
          <a:fontRef idx="minor">
            <a:schemeClr val="tx1"/>
          </a:fontRef>
        </p:style>
      </p:cxnSp>
      <p:cxnSp>
        <p:nvCxnSpPr>
          <p:cNvPr id="44" name="直接箭头连接符 43">
            <a:extLst>
              <a:ext uri="{FF2B5EF4-FFF2-40B4-BE49-F238E27FC236}">
                <a16:creationId xmlns:a16="http://schemas.microsoft.com/office/drawing/2014/main" id="{BF40DB0F-B774-4E92-86D1-F5EF05335845}"/>
              </a:ext>
            </a:extLst>
          </p:cNvPr>
          <p:cNvCxnSpPr>
            <a:cxnSpLocks/>
          </p:cNvCxnSpPr>
          <p:nvPr/>
        </p:nvCxnSpPr>
        <p:spPr>
          <a:xfrm flipH="1">
            <a:off x="3710227" y="4972660"/>
            <a:ext cx="1168552" cy="0"/>
          </a:xfrm>
          <a:prstGeom prst="straightConnector1">
            <a:avLst/>
          </a:prstGeom>
          <a:ln w="50800" cap="rnd">
            <a:solidFill>
              <a:schemeClr val="accent6"/>
            </a:solidFill>
            <a:round/>
            <a:tailEnd type="triangle" w="med" len="med"/>
          </a:ln>
        </p:spPr>
        <p:style>
          <a:lnRef idx="1">
            <a:schemeClr val="accent1"/>
          </a:lnRef>
          <a:fillRef idx="0">
            <a:schemeClr val="accent1"/>
          </a:fillRef>
          <a:effectRef idx="0">
            <a:schemeClr val="accent1"/>
          </a:effectRef>
          <a:fontRef idx="minor">
            <a:schemeClr val="tx1"/>
          </a:fontRef>
        </p:style>
      </p:cxnSp>
      <p:cxnSp>
        <p:nvCxnSpPr>
          <p:cNvPr id="65" name="直接箭头连接符 64">
            <a:extLst>
              <a:ext uri="{FF2B5EF4-FFF2-40B4-BE49-F238E27FC236}">
                <a16:creationId xmlns:a16="http://schemas.microsoft.com/office/drawing/2014/main" id="{915BDE54-0DD6-4E90-AB6A-50F004D99D6B}"/>
              </a:ext>
            </a:extLst>
          </p:cNvPr>
          <p:cNvCxnSpPr/>
          <p:nvPr/>
        </p:nvCxnSpPr>
        <p:spPr>
          <a:xfrm flipV="1">
            <a:off x="7249637" y="4998107"/>
            <a:ext cx="0" cy="773654"/>
          </a:xfrm>
          <a:prstGeom prst="straightConnector1">
            <a:avLst/>
          </a:prstGeom>
          <a:ln w="50800" cap="rnd">
            <a:solidFill>
              <a:schemeClr val="accent6"/>
            </a:solidFill>
            <a:round/>
            <a:tailEnd type="triangle" w="med" len="med"/>
          </a:ln>
        </p:spPr>
        <p:style>
          <a:lnRef idx="1">
            <a:schemeClr val="accent1"/>
          </a:lnRef>
          <a:fillRef idx="0">
            <a:schemeClr val="accent1"/>
          </a:fillRef>
          <a:effectRef idx="0">
            <a:schemeClr val="accent1"/>
          </a:effectRef>
          <a:fontRef idx="minor">
            <a:schemeClr val="tx1"/>
          </a:fontRef>
        </p:style>
      </p:cxnSp>
      <p:cxnSp>
        <p:nvCxnSpPr>
          <p:cNvPr id="67" name="直接箭头连接符 66">
            <a:extLst>
              <a:ext uri="{FF2B5EF4-FFF2-40B4-BE49-F238E27FC236}">
                <a16:creationId xmlns:a16="http://schemas.microsoft.com/office/drawing/2014/main" id="{5F580580-B4F3-46C0-9E64-9A82F7853052}"/>
              </a:ext>
            </a:extLst>
          </p:cNvPr>
          <p:cNvCxnSpPr>
            <a:cxnSpLocks/>
          </p:cNvCxnSpPr>
          <p:nvPr/>
        </p:nvCxnSpPr>
        <p:spPr>
          <a:xfrm flipH="1">
            <a:off x="6081085" y="4972660"/>
            <a:ext cx="1168552" cy="0"/>
          </a:xfrm>
          <a:prstGeom prst="straightConnector1">
            <a:avLst/>
          </a:prstGeom>
          <a:ln w="50800" cap="rnd">
            <a:solidFill>
              <a:schemeClr val="accent6"/>
            </a:solidFill>
            <a:round/>
            <a:tailEnd type="triangle" w="med" len="med"/>
          </a:ln>
        </p:spPr>
        <p:style>
          <a:lnRef idx="1">
            <a:schemeClr val="accent1"/>
          </a:lnRef>
          <a:fillRef idx="0">
            <a:schemeClr val="accent1"/>
          </a:fillRef>
          <a:effectRef idx="0">
            <a:schemeClr val="accent1"/>
          </a:effectRef>
          <a:fontRef idx="minor">
            <a:schemeClr val="tx1"/>
          </a:fontRef>
        </p:style>
      </p:cxnSp>
      <p:cxnSp>
        <p:nvCxnSpPr>
          <p:cNvPr id="68" name="直接箭头连接符 67">
            <a:extLst>
              <a:ext uri="{FF2B5EF4-FFF2-40B4-BE49-F238E27FC236}">
                <a16:creationId xmlns:a16="http://schemas.microsoft.com/office/drawing/2014/main" id="{5B7C4C70-1674-48C0-9927-F7DD868EA0A6}"/>
              </a:ext>
            </a:extLst>
          </p:cNvPr>
          <p:cNvCxnSpPr>
            <a:cxnSpLocks/>
          </p:cNvCxnSpPr>
          <p:nvPr/>
        </p:nvCxnSpPr>
        <p:spPr>
          <a:xfrm>
            <a:off x="7249637" y="4972386"/>
            <a:ext cx="1224482" cy="0"/>
          </a:xfrm>
          <a:prstGeom prst="straightConnector1">
            <a:avLst/>
          </a:prstGeom>
          <a:ln w="50800" cap="rnd">
            <a:solidFill>
              <a:schemeClr val="accent6"/>
            </a:solidFill>
            <a:round/>
            <a:tailEnd type="triangle" w="med" len="med"/>
          </a:ln>
        </p:spPr>
        <p:style>
          <a:lnRef idx="1">
            <a:schemeClr val="accent1"/>
          </a:lnRef>
          <a:fillRef idx="0">
            <a:schemeClr val="accent1"/>
          </a:fillRef>
          <a:effectRef idx="0">
            <a:schemeClr val="accent1"/>
          </a:effectRef>
          <a:fontRef idx="minor">
            <a:schemeClr val="tx1"/>
          </a:fontRef>
        </p:style>
      </p:cxnSp>
      <p:sp>
        <p:nvSpPr>
          <p:cNvPr id="7" name="爆炸形: 8 pt  6">
            <a:extLst>
              <a:ext uri="{FF2B5EF4-FFF2-40B4-BE49-F238E27FC236}">
                <a16:creationId xmlns:a16="http://schemas.microsoft.com/office/drawing/2014/main" id="{95E59403-7E1F-4259-AEF9-BFD11AD54551}"/>
              </a:ext>
            </a:extLst>
          </p:cNvPr>
          <p:cNvSpPr/>
          <p:nvPr/>
        </p:nvSpPr>
        <p:spPr>
          <a:xfrm>
            <a:off x="5362493" y="4054054"/>
            <a:ext cx="1355154" cy="1355154"/>
          </a:xfrm>
          <a:prstGeom prst="irregularSeal1">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zh-CN" altLang="en-US" sz="2000" b="1" dirty="0"/>
              <a:t>碰撞</a:t>
            </a:r>
          </a:p>
        </p:txBody>
      </p:sp>
      <p:sp>
        <p:nvSpPr>
          <p:cNvPr id="5" name="对话气泡: 圆角矩形 4">
            <a:extLst>
              <a:ext uri="{FF2B5EF4-FFF2-40B4-BE49-F238E27FC236}">
                <a16:creationId xmlns:a16="http://schemas.microsoft.com/office/drawing/2014/main" id="{741B613B-3AB2-4401-AFEF-376D5E074955}"/>
              </a:ext>
            </a:extLst>
          </p:cNvPr>
          <p:cNvSpPr/>
          <p:nvPr/>
        </p:nvSpPr>
        <p:spPr>
          <a:xfrm>
            <a:off x="3710448" y="2951657"/>
            <a:ext cx="7639863" cy="954686"/>
          </a:xfrm>
          <a:prstGeom prst="wedgeRoundRectCallout">
            <a:avLst>
              <a:gd name="adj1" fmla="val -21005"/>
              <a:gd name="adj2" fmla="val 74214"/>
              <a:gd name="adj3" fmla="val 16667"/>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zh-CN" altLang="en-US" b="1" dirty="0"/>
              <a:t>共享总线以太网的一个重要问题：</a:t>
            </a:r>
            <a:r>
              <a:rPr lang="zh-CN" altLang="en-US" b="1" dirty="0">
                <a:solidFill>
                  <a:schemeClr val="tx1"/>
                </a:solidFill>
                <a:highlight>
                  <a:srgbClr val="F4B919"/>
                </a:highlight>
              </a:rPr>
              <a:t>如何协调总线上的各站点争用总线</a:t>
            </a:r>
            <a:r>
              <a:rPr lang="zh-CN" altLang="en-US" b="1" dirty="0"/>
              <a:t>。</a:t>
            </a:r>
          </a:p>
        </p:txBody>
      </p:sp>
    </p:spTree>
    <p:custDataLst>
      <p:tags r:id="rId1"/>
    </p:custDataLst>
    <p:extLst>
      <p:ext uri="{BB962C8B-B14F-4D97-AF65-F5344CB8AC3E}">
        <p14:creationId xmlns:p14="http://schemas.microsoft.com/office/powerpoint/2010/main" val="54408328"/>
      </p:ext>
    </p:extLst>
  </p:cSld>
  <p:clrMapOvr>
    <a:masterClrMapping/>
  </p:clrMapOvr>
  <mc:AlternateContent xmlns:mc="http://schemas.openxmlformats.org/markup-compatibility/2006" xmlns:p159="http://schemas.microsoft.com/office/powerpoint/2015/09/main">
    <mc:Choice Requires="p159">
      <p:transition spd="slow">
        <p159:morph option="byObject"/>
      </p:transition>
    </mc:Choice>
    <mc:Fallback xmlns="">
      <p:transition spd="slow">
        <p:fade/>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42" presetClass="entr" presetSubtype="0" fill="hold" grpId="0" nodeType="withEffect">
                                  <p:stCondLst>
                                    <p:cond delay="0"/>
                                  </p:stCondLst>
                                  <p:childTnLst>
                                    <p:set>
                                      <p:cBhvr>
                                        <p:cTn id="6" dur="1" fill="hold">
                                          <p:stCondLst>
                                            <p:cond delay="0"/>
                                          </p:stCondLst>
                                        </p:cTn>
                                        <p:tgtEl>
                                          <p:spTgt spid="5"/>
                                        </p:tgtEl>
                                        <p:attrNameLst>
                                          <p:attrName>style.visibility</p:attrName>
                                        </p:attrNameLst>
                                      </p:cBhvr>
                                      <p:to>
                                        <p:strVal val="visible"/>
                                      </p:to>
                                    </p:set>
                                    <p:animEffect transition="in" filter="fade">
                                      <p:cBhvr>
                                        <p:cTn id="7" dur="1000"/>
                                        <p:tgtEl>
                                          <p:spTgt spid="5"/>
                                        </p:tgtEl>
                                      </p:cBhvr>
                                    </p:animEffect>
                                    <p:anim calcmode="lin" valueType="num">
                                      <p:cBhvr>
                                        <p:cTn id="8" dur="1000" fill="hold"/>
                                        <p:tgtEl>
                                          <p:spTgt spid="5"/>
                                        </p:tgtEl>
                                        <p:attrNameLst>
                                          <p:attrName>ppt_x</p:attrName>
                                        </p:attrNameLst>
                                      </p:cBhvr>
                                      <p:tavLst>
                                        <p:tav tm="0">
                                          <p:val>
                                            <p:strVal val="#ppt_x"/>
                                          </p:val>
                                        </p:tav>
                                        <p:tav tm="100000">
                                          <p:val>
                                            <p:strVal val="#ppt_x"/>
                                          </p:val>
                                        </p:tav>
                                      </p:tavLst>
                                    </p:anim>
                                    <p:anim calcmode="lin" valueType="num">
                                      <p:cBhvr>
                                        <p:cTn id="9" dur="1000" fill="hold"/>
                                        <p:tgtEl>
                                          <p:spTgt spid="5"/>
                                        </p:tgtEl>
                                        <p:attrNameLst>
                                          <p:attrName>ppt_y</p:attrName>
                                        </p:attrNameLst>
                                      </p:cBhvr>
                                      <p:tavLst>
                                        <p:tav tm="0">
                                          <p:val>
                                            <p:strVal val="#ppt_y+.1"/>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 grpId="0" animBg="1"/>
    </p:bldLst>
  </p:timing>
</p:sld>
</file>

<file path=ppt/slides/slide29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4" name="组合 3">
            <a:extLst>
              <a:ext uri="{FF2B5EF4-FFF2-40B4-BE49-F238E27FC236}">
                <a16:creationId xmlns:a16="http://schemas.microsoft.com/office/drawing/2014/main" id="{9A1EA9F2-FCB6-48C3-935F-7AE7E3AD14AC}"/>
              </a:ext>
            </a:extLst>
          </p:cNvPr>
          <p:cNvGrpSpPr/>
          <p:nvPr/>
        </p:nvGrpSpPr>
        <p:grpSpPr>
          <a:xfrm>
            <a:off x="304800" y="749300"/>
            <a:ext cx="6192344" cy="400110"/>
            <a:chOff x="424117" y="898245"/>
            <a:chExt cx="6192344" cy="400110"/>
          </a:xfrm>
        </p:grpSpPr>
        <p:sp>
          <p:nvSpPr>
            <p:cNvPr id="2" name="平行四边形 1">
              <a:extLst>
                <a:ext uri="{FF2B5EF4-FFF2-40B4-BE49-F238E27FC236}">
                  <a16:creationId xmlns:a16="http://schemas.microsoft.com/office/drawing/2014/main" id="{1F5BAA3F-9845-4F89-A2DD-8222D3E4EDAC}"/>
                </a:ext>
              </a:extLst>
            </p:cNvPr>
            <p:cNvSpPr/>
            <p:nvPr/>
          </p:nvSpPr>
          <p:spPr>
            <a:xfrm>
              <a:off x="424117" y="898245"/>
              <a:ext cx="628306" cy="387090"/>
            </a:xfrm>
            <a:prstGeom prst="parallelogram">
              <a:avLst/>
            </a:prstGeom>
            <a:solidFill>
              <a:schemeClr val="accent3">
                <a:lumMod val="75000"/>
              </a:schemeClr>
            </a:solidFill>
            <a:ln>
              <a:solidFill>
                <a:schemeClr val="accent3">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CN" sz="2200" dirty="0">
                  <a:latin typeface="Impact" panose="020B0806030902050204" pitchFamily="34" charset="0"/>
                </a:rPr>
                <a:t>01</a:t>
              </a:r>
              <a:endParaRPr lang="zh-CN" altLang="en-US" sz="2200" dirty="0">
                <a:latin typeface="Impact" panose="020B0806030902050204" pitchFamily="34" charset="0"/>
              </a:endParaRPr>
            </a:p>
          </p:txBody>
        </p:sp>
        <p:sp>
          <p:nvSpPr>
            <p:cNvPr id="3" name="文本框 2">
              <a:extLst>
                <a:ext uri="{FF2B5EF4-FFF2-40B4-BE49-F238E27FC236}">
                  <a16:creationId xmlns:a16="http://schemas.microsoft.com/office/drawing/2014/main" id="{4D6BD736-A4D3-4F26-AFED-36E11F50F70B}"/>
                </a:ext>
              </a:extLst>
            </p:cNvPr>
            <p:cNvSpPr txBox="1"/>
            <p:nvPr/>
          </p:nvSpPr>
          <p:spPr>
            <a:xfrm>
              <a:off x="1052423" y="898245"/>
              <a:ext cx="5564038" cy="400110"/>
            </a:xfrm>
            <a:prstGeom prst="rect">
              <a:avLst/>
            </a:prstGeom>
            <a:noFill/>
          </p:spPr>
          <p:txBody>
            <a:bodyPr wrap="square" rtlCol="0">
              <a:spAutoFit/>
            </a:bodyPr>
            <a:lstStyle/>
            <a:p>
              <a:r>
                <a:rPr lang="en-US" altLang="zh-CN" sz="2000" b="1" dirty="0"/>
                <a:t>CSMA/CD</a:t>
              </a:r>
              <a:r>
                <a:rPr lang="zh-CN" altLang="en-US" sz="2000" b="1" dirty="0"/>
                <a:t>协议的基本原理</a:t>
              </a:r>
              <a:endParaRPr lang="en-US" altLang="zh-CN" sz="2000" b="1" dirty="0"/>
            </a:p>
          </p:txBody>
        </p:sp>
      </p:grpSp>
      <p:grpSp>
        <p:nvGrpSpPr>
          <p:cNvPr id="18" name="组合 17">
            <a:extLst>
              <a:ext uri="{FF2B5EF4-FFF2-40B4-BE49-F238E27FC236}">
                <a16:creationId xmlns:a16="http://schemas.microsoft.com/office/drawing/2014/main" id="{59DE564A-E01D-481A-9E16-24057D81465A}"/>
              </a:ext>
            </a:extLst>
          </p:cNvPr>
          <p:cNvGrpSpPr/>
          <p:nvPr/>
        </p:nvGrpSpPr>
        <p:grpSpPr>
          <a:xfrm>
            <a:off x="2455280" y="5002808"/>
            <a:ext cx="7180791" cy="812800"/>
            <a:chOff x="2455280" y="3752911"/>
            <a:chExt cx="7180791" cy="812800"/>
          </a:xfrm>
        </p:grpSpPr>
        <p:cxnSp>
          <p:nvCxnSpPr>
            <p:cNvPr id="79" name="直接连接符 78">
              <a:extLst>
                <a:ext uri="{FF2B5EF4-FFF2-40B4-BE49-F238E27FC236}">
                  <a16:creationId xmlns:a16="http://schemas.microsoft.com/office/drawing/2014/main" id="{B50EE89A-0ED5-451A-B7B7-400F31C8340B}"/>
                </a:ext>
              </a:extLst>
            </p:cNvPr>
            <p:cNvCxnSpPr/>
            <p:nvPr/>
          </p:nvCxnSpPr>
          <p:spPr>
            <a:xfrm flipV="1">
              <a:off x="9636071" y="3752911"/>
              <a:ext cx="0" cy="812800"/>
            </a:xfrm>
            <a:prstGeom prst="line">
              <a:avLst/>
            </a:prstGeom>
            <a:ln w="152400">
              <a:solidFill>
                <a:schemeClr val="tx1"/>
              </a:solidFill>
              <a:tailEnd w="med" len="lg"/>
            </a:ln>
          </p:spPr>
          <p:style>
            <a:lnRef idx="1">
              <a:schemeClr val="accent1"/>
            </a:lnRef>
            <a:fillRef idx="0">
              <a:schemeClr val="accent1"/>
            </a:fillRef>
            <a:effectRef idx="0">
              <a:schemeClr val="accent1"/>
            </a:effectRef>
            <a:fontRef idx="minor">
              <a:schemeClr val="tx1"/>
            </a:fontRef>
          </p:style>
        </p:cxnSp>
        <p:cxnSp>
          <p:nvCxnSpPr>
            <p:cNvPr id="46" name="直接连接符 45">
              <a:extLst>
                <a:ext uri="{FF2B5EF4-FFF2-40B4-BE49-F238E27FC236}">
                  <a16:creationId xmlns:a16="http://schemas.microsoft.com/office/drawing/2014/main" id="{68F324E7-1E7B-4122-B649-A70071C4A6D7}"/>
                </a:ext>
              </a:extLst>
            </p:cNvPr>
            <p:cNvCxnSpPr/>
            <p:nvPr/>
          </p:nvCxnSpPr>
          <p:spPr>
            <a:xfrm flipV="1">
              <a:off x="2455280" y="3752911"/>
              <a:ext cx="0" cy="812800"/>
            </a:xfrm>
            <a:prstGeom prst="line">
              <a:avLst/>
            </a:prstGeom>
            <a:ln w="152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8" name="直接连接符 47">
              <a:extLst>
                <a:ext uri="{FF2B5EF4-FFF2-40B4-BE49-F238E27FC236}">
                  <a16:creationId xmlns:a16="http://schemas.microsoft.com/office/drawing/2014/main" id="{4EAB45B4-373A-4ECC-AEA3-0CD6AD6A47BB}"/>
                </a:ext>
              </a:extLst>
            </p:cNvPr>
            <p:cNvCxnSpPr/>
            <p:nvPr/>
          </p:nvCxnSpPr>
          <p:spPr>
            <a:xfrm flipV="1">
              <a:off x="4878779" y="3752911"/>
              <a:ext cx="0" cy="812800"/>
            </a:xfrm>
            <a:prstGeom prst="line">
              <a:avLst/>
            </a:prstGeom>
            <a:ln w="152400">
              <a:solidFill>
                <a:schemeClr val="tx1"/>
              </a:solidFill>
              <a:tailEnd w="med" len="lg"/>
            </a:ln>
          </p:spPr>
          <p:style>
            <a:lnRef idx="1">
              <a:schemeClr val="accent1"/>
            </a:lnRef>
            <a:fillRef idx="0">
              <a:schemeClr val="accent1"/>
            </a:fillRef>
            <a:effectRef idx="0">
              <a:schemeClr val="accent1"/>
            </a:effectRef>
            <a:fontRef idx="minor">
              <a:schemeClr val="tx1"/>
            </a:fontRef>
          </p:style>
        </p:cxnSp>
        <p:cxnSp>
          <p:nvCxnSpPr>
            <p:cNvPr id="50" name="直接连接符 49">
              <a:extLst>
                <a:ext uri="{FF2B5EF4-FFF2-40B4-BE49-F238E27FC236}">
                  <a16:creationId xmlns:a16="http://schemas.microsoft.com/office/drawing/2014/main" id="{866DE1FD-FE69-43AD-A3E9-EB682A52429D}"/>
                </a:ext>
              </a:extLst>
            </p:cNvPr>
            <p:cNvCxnSpPr/>
            <p:nvPr/>
          </p:nvCxnSpPr>
          <p:spPr>
            <a:xfrm flipV="1">
              <a:off x="7249637" y="3752911"/>
              <a:ext cx="0" cy="812800"/>
            </a:xfrm>
            <a:prstGeom prst="line">
              <a:avLst/>
            </a:prstGeom>
            <a:ln w="1524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7" name="组合 16">
            <a:extLst>
              <a:ext uri="{FF2B5EF4-FFF2-40B4-BE49-F238E27FC236}">
                <a16:creationId xmlns:a16="http://schemas.microsoft.com/office/drawing/2014/main" id="{1AD762DB-3739-4295-96B9-EF072C43A511}"/>
              </a:ext>
            </a:extLst>
          </p:cNvPr>
          <p:cNvGrpSpPr/>
          <p:nvPr/>
        </p:nvGrpSpPr>
        <p:grpSpPr>
          <a:xfrm>
            <a:off x="1618162" y="4849397"/>
            <a:ext cx="8955675" cy="238462"/>
            <a:chOff x="1618162" y="3599500"/>
            <a:chExt cx="8955675" cy="238462"/>
          </a:xfrm>
        </p:grpSpPr>
        <p:cxnSp>
          <p:nvCxnSpPr>
            <p:cNvPr id="45" name="直接连接符 44">
              <a:extLst>
                <a:ext uri="{FF2B5EF4-FFF2-40B4-BE49-F238E27FC236}">
                  <a16:creationId xmlns:a16="http://schemas.microsoft.com/office/drawing/2014/main" id="{CF25AE11-9337-42C1-B461-2B094F3FF441}"/>
                </a:ext>
              </a:extLst>
            </p:cNvPr>
            <p:cNvCxnSpPr>
              <a:cxnSpLocks/>
            </p:cNvCxnSpPr>
            <p:nvPr/>
          </p:nvCxnSpPr>
          <p:spPr>
            <a:xfrm>
              <a:off x="1749794" y="3725200"/>
              <a:ext cx="8622888" cy="0"/>
            </a:xfrm>
            <a:prstGeom prst="line">
              <a:avLst/>
            </a:prstGeom>
            <a:ln w="152400">
              <a:solidFill>
                <a:schemeClr val="tx1"/>
              </a:solidFill>
            </a:ln>
          </p:spPr>
          <p:style>
            <a:lnRef idx="1">
              <a:schemeClr val="accent1"/>
            </a:lnRef>
            <a:fillRef idx="0">
              <a:schemeClr val="accent1"/>
            </a:fillRef>
            <a:effectRef idx="0">
              <a:schemeClr val="accent1"/>
            </a:effectRef>
            <a:fontRef idx="minor">
              <a:schemeClr val="tx1"/>
            </a:fontRef>
          </p:style>
        </p:cxnSp>
        <p:sp>
          <p:nvSpPr>
            <p:cNvPr id="52" name="矩形 51">
              <a:extLst>
                <a:ext uri="{FF2B5EF4-FFF2-40B4-BE49-F238E27FC236}">
                  <a16:creationId xmlns:a16="http://schemas.microsoft.com/office/drawing/2014/main" id="{ADC443E8-4D96-4857-9A04-ABD5711A1A74}"/>
                </a:ext>
              </a:extLst>
            </p:cNvPr>
            <p:cNvSpPr/>
            <p:nvPr/>
          </p:nvSpPr>
          <p:spPr>
            <a:xfrm>
              <a:off x="1618162" y="3599500"/>
              <a:ext cx="225524" cy="225524"/>
            </a:xfrm>
            <a:prstGeom prst="rect">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53" name="矩形 52">
              <a:extLst>
                <a:ext uri="{FF2B5EF4-FFF2-40B4-BE49-F238E27FC236}">
                  <a16:creationId xmlns:a16="http://schemas.microsoft.com/office/drawing/2014/main" id="{01A3652D-2CBA-416D-BA7E-94C923ABB90D}"/>
                </a:ext>
              </a:extLst>
            </p:cNvPr>
            <p:cNvSpPr/>
            <p:nvPr/>
          </p:nvSpPr>
          <p:spPr>
            <a:xfrm>
              <a:off x="10348313" y="3612438"/>
              <a:ext cx="225524" cy="225524"/>
            </a:xfrm>
            <a:prstGeom prst="rect">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grpSp>
      <p:grpSp>
        <p:nvGrpSpPr>
          <p:cNvPr id="16" name="组合 15">
            <a:extLst>
              <a:ext uri="{FF2B5EF4-FFF2-40B4-BE49-F238E27FC236}">
                <a16:creationId xmlns:a16="http://schemas.microsoft.com/office/drawing/2014/main" id="{F74A979A-712A-43C8-AD68-88CB8B283CBC}"/>
              </a:ext>
            </a:extLst>
          </p:cNvPr>
          <p:cNvGrpSpPr/>
          <p:nvPr/>
        </p:nvGrpSpPr>
        <p:grpSpPr>
          <a:xfrm>
            <a:off x="1968674" y="5695533"/>
            <a:ext cx="7852814" cy="641082"/>
            <a:chOff x="1968674" y="4445636"/>
            <a:chExt cx="7852814" cy="641082"/>
          </a:xfrm>
        </p:grpSpPr>
        <p:grpSp>
          <p:nvGrpSpPr>
            <p:cNvPr id="11" name="组合 10">
              <a:extLst>
                <a:ext uri="{FF2B5EF4-FFF2-40B4-BE49-F238E27FC236}">
                  <a16:creationId xmlns:a16="http://schemas.microsoft.com/office/drawing/2014/main" id="{BDD59C05-471B-4561-AD9B-C3EC7C8FCC84}"/>
                </a:ext>
              </a:extLst>
            </p:cNvPr>
            <p:cNvGrpSpPr/>
            <p:nvPr/>
          </p:nvGrpSpPr>
          <p:grpSpPr>
            <a:xfrm>
              <a:off x="1968674" y="4445636"/>
              <a:ext cx="662814" cy="641082"/>
              <a:chOff x="812355" y="3422987"/>
              <a:chExt cx="662814" cy="641082"/>
            </a:xfrm>
          </p:grpSpPr>
          <p:pic>
            <p:nvPicPr>
              <p:cNvPr id="47" name="图形 46">
                <a:extLst>
                  <a:ext uri="{FF2B5EF4-FFF2-40B4-BE49-F238E27FC236}">
                    <a16:creationId xmlns:a16="http://schemas.microsoft.com/office/drawing/2014/main" id="{2F188BC2-B766-4124-BD49-EAFEE881A38F}"/>
                  </a:ext>
                </a:extLst>
              </p:cNvPr>
              <p:cNvPicPr>
                <a:picLocks noChangeAspect="1"/>
              </p:cNvPicPr>
              <p:nvPr/>
            </p:nvPicPr>
            <p:blipFill>
              <a:blip r:embed="rId3">
                <a:extLst>
                  <a:ext uri="{28A0092B-C50C-407E-A947-70E740481C1C}">
                    <a14:useLocalDpi xmlns:a14="http://schemas.microsoft.com/office/drawing/2010/main" val="0"/>
                  </a:ext>
                  <a:ext uri="{96DAC541-7B7A-43D3-8B79-37D633B846F1}">
                    <asvg:svgBlip xmlns:asvg="http://schemas.microsoft.com/office/drawing/2016/SVG/main" r:embed="rId4"/>
                  </a:ext>
                </a:extLst>
              </a:blip>
              <a:stretch>
                <a:fillRect/>
              </a:stretch>
            </p:blipFill>
            <p:spPr>
              <a:xfrm>
                <a:off x="812355" y="3422987"/>
                <a:ext cx="662814" cy="641082"/>
              </a:xfrm>
              <a:prstGeom prst="rect">
                <a:avLst/>
              </a:prstGeom>
            </p:spPr>
          </p:pic>
          <p:sp>
            <p:nvSpPr>
              <p:cNvPr id="10" name="文本框 9">
                <a:extLst>
                  <a:ext uri="{FF2B5EF4-FFF2-40B4-BE49-F238E27FC236}">
                    <a16:creationId xmlns:a16="http://schemas.microsoft.com/office/drawing/2014/main" id="{B6FCB237-5D41-43CE-AB0D-0E6FF7895DCC}"/>
                  </a:ext>
                </a:extLst>
              </p:cNvPr>
              <p:cNvSpPr txBox="1"/>
              <p:nvPr/>
            </p:nvSpPr>
            <p:spPr>
              <a:xfrm>
                <a:off x="1087044" y="3451320"/>
                <a:ext cx="355235" cy="400110"/>
              </a:xfrm>
              <a:prstGeom prst="rect">
                <a:avLst/>
              </a:prstGeom>
              <a:noFill/>
            </p:spPr>
            <p:txBody>
              <a:bodyPr wrap="square" rtlCol="0">
                <a:spAutoFit/>
              </a:bodyPr>
              <a:lstStyle/>
              <a:p>
                <a:pPr algn="ctr"/>
                <a:r>
                  <a:rPr lang="en-US" altLang="zh-CN" sz="2000" b="1" dirty="0">
                    <a:solidFill>
                      <a:schemeClr val="bg1"/>
                    </a:solidFill>
                    <a:latin typeface="Arial Black" panose="020B0A04020102020204" pitchFamily="34" charset="0"/>
                    <a:ea typeface="+mj-ea"/>
                  </a:rPr>
                  <a:t>A</a:t>
                </a:r>
                <a:endParaRPr lang="zh-CN" altLang="en-US" sz="2000" b="1" dirty="0">
                  <a:solidFill>
                    <a:schemeClr val="bg1"/>
                  </a:solidFill>
                  <a:latin typeface="Arial Black" panose="020B0A04020102020204" pitchFamily="34" charset="0"/>
                  <a:ea typeface="+mj-ea"/>
                </a:endParaRPr>
              </a:p>
            </p:txBody>
          </p:sp>
        </p:grpSp>
        <p:grpSp>
          <p:nvGrpSpPr>
            <p:cNvPr id="12" name="组合 11">
              <a:extLst>
                <a:ext uri="{FF2B5EF4-FFF2-40B4-BE49-F238E27FC236}">
                  <a16:creationId xmlns:a16="http://schemas.microsoft.com/office/drawing/2014/main" id="{5269C008-81D1-4D80-9EFF-416BE9397B7F}"/>
                </a:ext>
              </a:extLst>
            </p:cNvPr>
            <p:cNvGrpSpPr/>
            <p:nvPr/>
          </p:nvGrpSpPr>
          <p:grpSpPr>
            <a:xfrm>
              <a:off x="4365341" y="4445636"/>
              <a:ext cx="662814" cy="641082"/>
              <a:chOff x="3209022" y="3422987"/>
              <a:chExt cx="662814" cy="641082"/>
            </a:xfrm>
          </p:grpSpPr>
          <p:pic>
            <p:nvPicPr>
              <p:cNvPr id="49" name="图形 48">
                <a:extLst>
                  <a:ext uri="{FF2B5EF4-FFF2-40B4-BE49-F238E27FC236}">
                    <a16:creationId xmlns:a16="http://schemas.microsoft.com/office/drawing/2014/main" id="{7D68CE9E-EEA6-4751-AC4F-25828AABA975}"/>
                  </a:ext>
                </a:extLst>
              </p:cNvPr>
              <p:cNvPicPr>
                <a:picLocks noChangeAspect="1"/>
              </p:cNvPicPr>
              <p:nvPr/>
            </p:nvPicPr>
            <p:blipFill>
              <a:blip r:embed="rId3">
                <a:extLst>
                  <a:ext uri="{28A0092B-C50C-407E-A947-70E740481C1C}">
                    <a14:useLocalDpi xmlns:a14="http://schemas.microsoft.com/office/drawing/2010/main" val="0"/>
                  </a:ext>
                  <a:ext uri="{96DAC541-7B7A-43D3-8B79-37D633B846F1}">
                    <asvg:svgBlip xmlns:asvg="http://schemas.microsoft.com/office/drawing/2016/SVG/main" r:embed="rId4"/>
                  </a:ext>
                </a:extLst>
              </a:blip>
              <a:stretch>
                <a:fillRect/>
              </a:stretch>
            </p:blipFill>
            <p:spPr>
              <a:xfrm>
                <a:off x="3209022" y="3422987"/>
                <a:ext cx="662814" cy="641082"/>
              </a:xfrm>
              <a:prstGeom prst="rect">
                <a:avLst/>
              </a:prstGeom>
            </p:spPr>
          </p:pic>
          <p:sp>
            <p:nvSpPr>
              <p:cNvPr id="80" name="文本框 79">
                <a:extLst>
                  <a:ext uri="{FF2B5EF4-FFF2-40B4-BE49-F238E27FC236}">
                    <a16:creationId xmlns:a16="http://schemas.microsoft.com/office/drawing/2014/main" id="{9CE13739-FC57-474F-B32B-DE041E416F61}"/>
                  </a:ext>
                </a:extLst>
              </p:cNvPr>
              <p:cNvSpPr txBox="1"/>
              <p:nvPr/>
            </p:nvSpPr>
            <p:spPr>
              <a:xfrm>
                <a:off x="3490791" y="3451320"/>
                <a:ext cx="355235" cy="400110"/>
              </a:xfrm>
              <a:prstGeom prst="rect">
                <a:avLst/>
              </a:prstGeom>
              <a:noFill/>
            </p:spPr>
            <p:txBody>
              <a:bodyPr wrap="square" rtlCol="0">
                <a:spAutoFit/>
              </a:bodyPr>
              <a:lstStyle/>
              <a:p>
                <a:pPr algn="ctr"/>
                <a:r>
                  <a:rPr lang="en-US" altLang="zh-CN" sz="2000" b="1" dirty="0">
                    <a:solidFill>
                      <a:schemeClr val="bg1"/>
                    </a:solidFill>
                    <a:latin typeface="Arial Black" panose="020B0A04020102020204" pitchFamily="34" charset="0"/>
                    <a:ea typeface="+mj-ea"/>
                  </a:rPr>
                  <a:t>B</a:t>
                </a:r>
                <a:endParaRPr lang="zh-CN" altLang="en-US" sz="2000" b="1" dirty="0">
                  <a:solidFill>
                    <a:schemeClr val="bg1"/>
                  </a:solidFill>
                  <a:latin typeface="Arial Black" panose="020B0A04020102020204" pitchFamily="34" charset="0"/>
                  <a:ea typeface="+mj-ea"/>
                </a:endParaRPr>
              </a:p>
            </p:txBody>
          </p:sp>
        </p:grpSp>
        <p:grpSp>
          <p:nvGrpSpPr>
            <p:cNvPr id="13" name="组合 12">
              <a:extLst>
                <a:ext uri="{FF2B5EF4-FFF2-40B4-BE49-F238E27FC236}">
                  <a16:creationId xmlns:a16="http://schemas.microsoft.com/office/drawing/2014/main" id="{004280E2-7973-4298-A45D-96B18B37C837}"/>
                </a:ext>
              </a:extLst>
            </p:cNvPr>
            <p:cNvGrpSpPr/>
            <p:nvPr/>
          </p:nvGrpSpPr>
          <p:grpSpPr>
            <a:xfrm>
              <a:off x="6762008" y="4445636"/>
              <a:ext cx="662814" cy="641082"/>
              <a:chOff x="5605689" y="3422987"/>
              <a:chExt cx="662814" cy="641082"/>
            </a:xfrm>
          </p:grpSpPr>
          <p:pic>
            <p:nvPicPr>
              <p:cNvPr id="51" name="图形 50">
                <a:extLst>
                  <a:ext uri="{FF2B5EF4-FFF2-40B4-BE49-F238E27FC236}">
                    <a16:creationId xmlns:a16="http://schemas.microsoft.com/office/drawing/2014/main" id="{0FE605DE-3103-4C7B-AFC0-03272ED69FD7}"/>
                  </a:ext>
                </a:extLst>
              </p:cNvPr>
              <p:cNvPicPr>
                <a:picLocks noChangeAspect="1"/>
              </p:cNvPicPr>
              <p:nvPr/>
            </p:nvPicPr>
            <p:blipFill>
              <a:blip r:embed="rId3">
                <a:extLst>
                  <a:ext uri="{28A0092B-C50C-407E-A947-70E740481C1C}">
                    <a14:useLocalDpi xmlns:a14="http://schemas.microsoft.com/office/drawing/2010/main" val="0"/>
                  </a:ext>
                  <a:ext uri="{96DAC541-7B7A-43D3-8B79-37D633B846F1}">
                    <asvg:svgBlip xmlns:asvg="http://schemas.microsoft.com/office/drawing/2016/SVG/main" r:embed="rId4"/>
                  </a:ext>
                </a:extLst>
              </a:blip>
              <a:stretch>
                <a:fillRect/>
              </a:stretch>
            </p:blipFill>
            <p:spPr>
              <a:xfrm>
                <a:off x="5605689" y="3422987"/>
                <a:ext cx="662814" cy="641082"/>
              </a:xfrm>
              <a:prstGeom prst="rect">
                <a:avLst/>
              </a:prstGeom>
            </p:spPr>
          </p:pic>
          <p:sp>
            <p:nvSpPr>
              <p:cNvPr id="81" name="文本框 80">
                <a:extLst>
                  <a:ext uri="{FF2B5EF4-FFF2-40B4-BE49-F238E27FC236}">
                    <a16:creationId xmlns:a16="http://schemas.microsoft.com/office/drawing/2014/main" id="{7D90056B-A972-4C0D-8BBB-578A59C26C9E}"/>
                  </a:ext>
                </a:extLst>
              </p:cNvPr>
              <p:cNvSpPr txBox="1"/>
              <p:nvPr/>
            </p:nvSpPr>
            <p:spPr>
              <a:xfrm>
                <a:off x="5885506" y="3451320"/>
                <a:ext cx="355235" cy="400110"/>
              </a:xfrm>
              <a:prstGeom prst="rect">
                <a:avLst/>
              </a:prstGeom>
              <a:noFill/>
            </p:spPr>
            <p:txBody>
              <a:bodyPr wrap="square" rtlCol="0">
                <a:spAutoFit/>
              </a:bodyPr>
              <a:lstStyle/>
              <a:p>
                <a:pPr algn="ctr"/>
                <a:r>
                  <a:rPr lang="en-US" altLang="zh-CN" sz="2000" b="1" dirty="0">
                    <a:solidFill>
                      <a:schemeClr val="bg1"/>
                    </a:solidFill>
                    <a:latin typeface="Arial Black" panose="020B0A04020102020204" pitchFamily="34" charset="0"/>
                    <a:ea typeface="+mj-ea"/>
                  </a:rPr>
                  <a:t>C</a:t>
                </a:r>
                <a:endParaRPr lang="zh-CN" altLang="en-US" sz="2000" b="1" dirty="0">
                  <a:solidFill>
                    <a:schemeClr val="bg1"/>
                  </a:solidFill>
                  <a:latin typeface="Arial Black" panose="020B0A04020102020204" pitchFamily="34" charset="0"/>
                  <a:ea typeface="+mj-ea"/>
                </a:endParaRPr>
              </a:p>
            </p:txBody>
          </p:sp>
        </p:grpSp>
        <p:grpSp>
          <p:nvGrpSpPr>
            <p:cNvPr id="14" name="组合 13">
              <a:extLst>
                <a:ext uri="{FF2B5EF4-FFF2-40B4-BE49-F238E27FC236}">
                  <a16:creationId xmlns:a16="http://schemas.microsoft.com/office/drawing/2014/main" id="{BE3241B0-5443-4CB3-9F63-FC93CD92DC73}"/>
                </a:ext>
              </a:extLst>
            </p:cNvPr>
            <p:cNvGrpSpPr/>
            <p:nvPr/>
          </p:nvGrpSpPr>
          <p:grpSpPr>
            <a:xfrm>
              <a:off x="9158674" y="4445636"/>
              <a:ext cx="662814" cy="641082"/>
              <a:chOff x="8002355" y="3422987"/>
              <a:chExt cx="662814" cy="641082"/>
            </a:xfrm>
          </p:grpSpPr>
          <p:pic>
            <p:nvPicPr>
              <p:cNvPr id="66" name="图形 65">
                <a:extLst>
                  <a:ext uri="{FF2B5EF4-FFF2-40B4-BE49-F238E27FC236}">
                    <a16:creationId xmlns:a16="http://schemas.microsoft.com/office/drawing/2014/main" id="{FE77C39A-4AE1-4FE8-83DC-95D736842A68}"/>
                  </a:ext>
                </a:extLst>
              </p:cNvPr>
              <p:cNvPicPr>
                <a:picLocks noChangeAspect="1"/>
              </p:cNvPicPr>
              <p:nvPr/>
            </p:nvPicPr>
            <p:blipFill>
              <a:blip r:embed="rId3">
                <a:extLst>
                  <a:ext uri="{28A0092B-C50C-407E-A947-70E740481C1C}">
                    <a14:useLocalDpi xmlns:a14="http://schemas.microsoft.com/office/drawing/2010/main" val="0"/>
                  </a:ext>
                  <a:ext uri="{96DAC541-7B7A-43D3-8B79-37D633B846F1}">
                    <asvg:svgBlip xmlns:asvg="http://schemas.microsoft.com/office/drawing/2016/SVG/main" r:embed="rId4"/>
                  </a:ext>
                </a:extLst>
              </a:blip>
              <a:stretch>
                <a:fillRect/>
              </a:stretch>
            </p:blipFill>
            <p:spPr>
              <a:xfrm>
                <a:off x="8002355" y="3422987"/>
                <a:ext cx="662814" cy="641082"/>
              </a:xfrm>
              <a:prstGeom prst="rect">
                <a:avLst/>
              </a:prstGeom>
            </p:spPr>
          </p:pic>
          <p:sp>
            <p:nvSpPr>
              <p:cNvPr id="82" name="文本框 81">
                <a:extLst>
                  <a:ext uri="{FF2B5EF4-FFF2-40B4-BE49-F238E27FC236}">
                    <a16:creationId xmlns:a16="http://schemas.microsoft.com/office/drawing/2014/main" id="{C325C64E-D3DE-4664-A644-B4E5AB503B47}"/>
                  </a:ext>
                </a:extLst>
              </p:cNvPr>
              <p:cNvSpPr txBox="1"/>
              <p:nvPr/>
            </p:nvSpPr>
            <p:spPr>
              <a:xfrm>
                <a:off x="8282675" y="3444742"/>
                <a:ext cx="355235" cy="400110"/>
              </a:xfrm>
              <a:prstGeom prst="rect">
                <a:avLst/>
              </a:prstGeom>
              <a:noFill/>
            </p:spPr>
            <p:txBody>
              <a:bodyPr wrap="square" rtlCol="0">
                <a:spAutoFit/>
              </a:bodyPr>
              <a:lstStyle/>
              <a:p>
                <a:pPr algn="ctr"/>
                <a:r>
                  <a:rPr lang="en-US" altLang="zh-CN" sz="2000" b="1" dirty="0">
                    <a:solidFill>
                      <a:schemeClr val="bg1"/>
                    </a:solidFill>
                    <a:latin typeface="Arial Black" panose="020B0A04020102020204" pitchFamily="34" charset="0"/>
                    <a:ea typeface="+mj-ea"/>
                  </a:rPr>
                  <a:t>D</a:t>
                </a:r>
                <a:endParaRPr lang="zh-CN" altLang="en-US" sz="2000" b="1" dirty="0">
                  <a:solidFill>
                    <a:schemeClr val="bg1"/>
                  </a:solidFill>
                  <a:latin typeface="Arial Black" panose="020B0A04020102020204" pitchFamily="34" charset="0"/>
                  <a:ea typeface="+mj-ea"/>
                </a:endParaRPr>
              </a:p>
            </p:txBody>
          </p:sp>
        </p:grpSp>
      </p:grpSp>
      <p:cxnSp>
        <p:nvCxnSpPr>
          <p:cNvPr id="42" name="直接箭头连接符 41">
            <a:extLst>
              <a:ext uri="{FF2B5EF4-FFF2-40B4-BE49-F238E27FC236}">
                <a16:creationId xmlns:a16="http://schemas.microsoft.com/office/drawing/2014/main" id="{4D50236D-F3AA-43CB-AB9B-6FC92A865908}"/>
              </a:ext>
            </a:extLst>
          </p:cNvPr>
          <p:cNvCxnSpPr/>
          <p:nvPr/>
        </p:nvCxnSpPr>
        <p:spPr>
          <a:xfrm flipV="1">
            <a:off x="4871518" y="5006252"/>
            <a:ext cx="0" cy="773654"/>
          </a:xfrm>
          <a:prstGeom prst="straightConnector1">
            <a:avLst/>
          </a:prstGeom>
          <a:ln w="50800" cap="rnd">
            <a:solidFill>
              <a:schemeClr val="accent6"/>
            </a:solidFill>
            <a:round/>
            <a:tailEnd type="triangle" w="med" len="med"/>
          </a:ln>
        </p:spPr>
        <p:style>
          <a:lnRef idx="1">
            <a:schemeClr val="accent1"/>
          </a:lnRef>
          <a:fillRef idx="0">
            <a:schemeClr val="accent1"/>
          </a:fillRef>
          <a:effectRef idx="0">
            <a:schemeClr val="accent1"/>
          </a:effectRef>
          <a:fontRef idx="minor">
            <a:schemeClr val="tx1"/>
          </a:fontRef>
        </p:style>
      </p:cxnSp>
      <p:cxnSp>
        <p:nvCxnSpPr>
          <p:cNvPr id="43" name="直接箭头连接符 42">
            <a:extLst>
              <a:ext uri="{FF2B5EF4-FFF2-40B4-BE49-F238E27FC236}">
                <a16:creationId xmlns:a16="http://schemas.microsoft.com/office/drawing/2014/main" id="{38FE851F-201E-4332-8CAE-4ACE0A8B261D}"/>
              </a:ext>
            </a:extLst>
          </p:cNvPr>
          <p:cNvCxnSpPr>
            <a:cxnSpLocks/>
          </p:cNvCxnSpPr>
          <p:nvPr/>
        </p:nvCxnSpPr>
        <p:spPr>
          <a:xfrm>
            <a:off x="4871518" y="4972777"/>
            <a:ext cx="1224482" cy="0"/>
          </a:xfrm>
          <a:prstGeom prst="straightConnector1">
            <a:avLst/>
          </a:prstGeom>
          <a:ln w="50800" cap="rnd">
            <a:solidFill>
              <a:schemeClr val="accent6"/>
            </a:solidFill>
            <a:round/>
            <a:tailEnd type="triangle" w="med" len="med"/>
          </a:ln>
        </p:spPr>
        <p:style>
          <a:lnRef idx="1">
            <a:schemeClr val="accent1"/>
          </a:lnRef>
          <a:fillRef idx="0">
            <a:schemeClr val="accent1"/>
          </a:fillRef>
          <a:effectRef idx="0">
            <a:schemeClr val="accent1"/>
          </a:effectRef>
          <a:fontRef idx="minor">
            <a:schemeClr val="tx1"/>
          </a:fontRef>
        </p:style>
      </p:cxnSp>
      <p:cxnSp>
        <p:nvCxnSpPr>
          <p:cNvPr id="44" name="直接箭头连接符 43">
            <a:extLst>
              <a:ext uri="{FF2B5EF4-FFF2-40B4-BE49-F238E27FC236}">
                <a16:creationId xmlns:a16="http://schemas.microsoft.com/office/drawing/2014/main" id="{BF40DB0F-B774-4E92-86D1-F5EF05335845}"/>
              </a:ext>
            </a:extLst>
          </p:cNvPr>
          <p:cNvCxnSpPr>
            <a:cxnSpLocks/>
          </p:cNvCxnSpPr>
          <p:nvPr/>
        </p:nvCxnSpPr>
        <p:spPr>
          <a:xfrm flipH="1">
            <a:off x="3710227" y="4972660"/>
            <a:ext cx="1168552" cy="0"/>
          </a:xfrm>
          <a:prstGeom prst="straightConnector1">
            <a:avLst/>
          </a:prstGeom>
          <a:ln w="50800" cap="rnd">
            <a:solidFill>
              <a:schemeClr val="accent6"/>
            </a:solidFill>
            <a:round/>
            <a:tailEnd type="triangle" w="med" len="med"/>
          </a:ln>
        </p:spPr>
        <p:style>
          <a:lnRef idx="1">
            <a:schemeClr val="accent1"/>
          </a:lnRef>
          <a:fillRef idx="0">
            <a:schemeClr val="accent1"/>
          </a:fillRef>
          <a:effectRef idx="0">
            <a:schemeClr val="accent1"/>
          </a:effectRef>
          <a:fontRef idx="minor">
            <a:schemeClr val="tx1"/>
          </a:fontRef>
        </p:style>
      </p:cxnSp>
      <p:cxnSp>
        <p:nvCxnSpPr>
          <p:cNvPr id="65" name="直接箭头连接符 64">
            <a:extLst>
              <a:ext uri="{FF2B5EF4-FFF2-40B4-BE49-F238E27FC236}">
                <a16:creationId xmlns:a16="http://schemas.microsoft.com/office/drawing/2014/main" id="{915BDE54-0DD6-4E90-AB6A-50F004D99D6B}"/>
              </a:ext>
            </a:extLst>
          </p:cNvPr>
          <p:cNvCxnSpPr/>
          <p:nvPr/>
        </p:nvCxnSpPr>
        <p:spPr>
          <a:xfrm flipV="1">
            <a:off x="7249637" y="4998107"/>
            <a:ext cx="0" cy="773654"/>
          </a:xfrm>
          <a:prstGeom prst="straightConnector1">
            <a:avLst/>
          </a:prstGeom>
          <a:ln w="50800" cap="rnd">
            <a:solidFill>
              <a:schemeClr val="accent6"/>
            </a:solidFill>
            <a:round/>
            <a:tailEnd type="triangle" w="med" len="med"/>
          </a:ln>
        </p:spPr>
        <p:style>
          <a:lnRef idx="1">
            <a:schemeClr val="accent1"/>
          </a:lnRef>
          <a:fillRef idx="0">
            <a:schemeClr val="accent1"/>
          </a:fillRef>
          <a:effectRef idx="0">
            <a:schemeClr val="accent1"/>
          </a:effectRef>
          <a:fontRef idx="minor">
            <a:schemeClr val="tx1"/>
          </a:fontRef>
        </p:style>
      </p:cxnSp>
      <p:cxnSp>
        <p:nvCxnSpPr>
          <p:cNvPr id="67" name="直接箭头连接符 66">
            <a:extLst>
              <a:ext uri="{FF2B5EF4-FFF2-40B4-BE49-F238E27FC236}">
                <a16:creationId xmlns:a16="http://schemas.microsoft.com/office/drawing/2014/main" id="{5F580580-B4F3-46C0-9E64-9A82F7853052}"/>
              </a:ext>
            </a:extLst>
          </p:cNvPr>
          <p:cNvCxnSpPr>
            <a:cxnSpLocks/>
          </p:cNvCxnSpPr>
          <p:nvPr/>
        </p:nvCxnSpPr>
        <p:spPr>
          <a:xfrm flipH="1">
            <a:off x="6081085" y="4972660"/>
            <a:ext cx="1168552" cy="0"/>
          </a:xfrm>
          <a:prstGeom prst="straightConnector1">
            <a:avLst/>
          </a:prstGeom>
          <a:ln w="50800" cap="rnd">
            <a:solidFill>
              <a:schemeClr val="accent6"/>
            </a:solidFill>
            <a:round/>
            <a:tailEnd type="triangle" w="med" len="med"/>
          </a:ln>
        </p:spPr>
        <p:style>
          <a:lnRef idx="1">
            <a:schemeClr val="accent1"/>
          </a:lnRef>
          <a:fillRef idx="0">
            <a:schemeClr val="accent1"/>
          </a:fillRef>
          <a:effectRef idx="0">
            <a:schemeClr val="accent1"/>
          </a:effectRef>
          <a:fontRef idx="minor">
            <a:schemeClr val="tx1"/>
          </a:fontRef>
        </p:style>
      </p:cxnSp>
      <p:cxnSp>
        <p:nvCxnSpPr>
          <p:cNvPr id="68" name="直接箭头连接符 67">
            <a:extLst>
              <a:ext uri="{FF2B5EF4-FFF2-40B4-BE49-F238E27FC236}">
                <a16:creationId xmlns:a16="http://schemas.microsoft.com/office/drawing/2014/main" id="{5B7C4C70-1674-48C0-9927-F7DD868EA0A6}"/>
              </a:ext>
            </a:extLst>
          </p:cNvPr>
          <p:cNvCxnSpPr>
            <a:cxnSpLocks/>
          </p:cNvCxnSpPr>
          <p:nvPr/>
        </p:nvCxnSpPr>
        <p:spPr>
          <a:xfrm>
            <a:off x="7249637" y="4972386"/>
            <a:ext cx="1224482" cy="0"/>
          </a:xfrm>
          <a:prstGeom prst="straightConnector1">
            <a:avLst/>
          </a:prstGeom>
          <a:ln w="50800" cap="rnd">
            <a:solidFill>
              <a:schemeClr val="accent6"/>
            </a:solidFill>
            <a:round/>
            <a:tailEnd type="triangle" w="med" len="med"/>
          </a:ln>
        </p:spPr>
        <p:style>
          <a:lnRef idx="1">
            <a:schemeClr val="accent1"/>
          </a:lnRef>
          <a:fillRef idx="0">
            <a:schemeClr val="accent1"/>
          </a:fillRef>
          <a:effectRef idx="0">
            <a:schemeClr val="accent1"/>
          </a:effectRef>
          <a:fontRef idx="minor">
            <a:schemeClr val="tx1"/>
          </a:fontRef>
        </p:style>
      </p:cxnSp>
      <p:sp>
        <p:nvSpPr>
          <p:cNvPr id="7" name="爆炸形: 8 pt  6">
            <a:extLst>
              <a:ext uri="{FF2B5EF4-FFF2-40B4-BE49-F238E27FC236}">
                <a16:creationId xmlns:a16="http://schemas.microsoft.com/office/drawing/2014/main" id="{95E59403-7E1F-4259-AEF9-BFD11AD54551}"/>
              </a:ext>
            </a:extLst>
          </p:cNvPr>
          <p:cNvSpPr/>
          <p:nvPr/>
        </p:nvSpPr>
        <p:spPr>
          <a:xfrm>
            <a:off x="5362493" y="4054054"/>
            <a:ext cx="1355154" cy="1355154"/>
          </a:xfrm>
          <a:prstGeom prst="irregularSeal1">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zh-CN" altLang="en-US" sz="2000" b="1" dirty="0"/>
              <a:t>碰撞</a:t>
            </a:r>
          </a:p>
        </p:txBody>
      </p:sp>
      <p:sp>
        <p:nvSpPr>
          <p:cNvPr id="5" name="对话气泡: 圆角矩形 4">
            <a:extLst>
              <a:ext uri="{FF2B5EF4-FFF2-40B4-BE49-F238E27FC236}">
                <a16:creationId xmlns:a16="http://schemas.microsoft.com/office/drawing/2014/main" id="{741B613B-3AB2-4401-AFEF-376D5E074955}"/>
              </a:ext>
            </a:extLst>
          </p:cNvPr>
          <p:cNvSpPr/>
          <p:nvPr/>
        </p:nvSpPr>
        <p:spPr>
          <a:xfrm>
            <a:off x="3710448" y="2951657"/>
            <a:ext cx="7639863" cy="954686"/>
          </a:xfrm>
          <a:prstGeom prst="wedgeRoundRectCallout">
            <a:avLst>
              <a:gd name="adj1" fmla="val -21005"/>
              <a:gd name="adj2" fmla="val 74214"/>
              <a:gd name="adj3" fmla="val 16667"/>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zh-CN" altLang="en-US" b="1" dirty="0"/>
              <a:t>共享总线以太网的一个重要问题：</a:t>
            </a:r>
            <a:r>
              <a:rPr lang="zh-CN" altLang="en-US" b="1" dirty="0">
                <a:solidFill>
                  <a:schemeClr val="tx1"/>
                </a:solidFill>
                <a:highlight>
                  <a:srgbClr val="F4B919"/>
                </a:highlight>
              </a:rPr>
              <a:t>如何协调总线上的各站点争用总线</a:t>
            </a:r>
            <a:r>
              <a:rPr lang="zh-CN" altLang="en-US" b="1" dirty="0"/>
              <a:t>。</a:t>
            </a:r>
          </a:p>
        </p:txBody>
      </p:sp>
      <p:sp>
        <p:nvSpPr>
          <p:cNvPr id="35" name="矩形 34">
            <a:extLst>
              <a:ext uri="{FF2B5EF4-FFF2-40B4-BE49-F238E27FC236}">
                <a16:creationId xmlns:a16="http://schemas.microsoft.com/office/drawing/2014/main" id="{37CF1C90-3C12-4251-8C8C-425F65DDF538}"/>
              </a:ext>
            </a:extLst>
          </p:cNvPr>
          <p:cNvSpPr/>
          <p:nvPr/>
        </p:nvSpPr>
        <p:spPr>
          <a:xfrm>
            <a:off x="1056633" y="1335374"/>
            <a:ext cx="256976" cy="256976"/>
          </a:xfrm>
          <a:prstGeom prst="rect">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36" name="íşlïḍè">
            <a:extLst>
              <a:ext uri="{FF2B5EF4-FFF2-40B4-BE49-F238E27FC236}">
                <a16:creationId xmlns:a16="http://schemas.microsoft.com/office/drawing/2014/main" id="{E8288EB4-74D1-451B-9F55-E1A4E2E05657}"/>
              </a:ext>
            </a:extLst>
          </p:cNvPr>
          <p:cNvSpPr txBox="1"/>
          <p:nvPr/>
        </p:nvSpPr>
        <p:spPr>
          <a:xfrm>
            <a:off x="1373861" y="1281052"/>
            <a:ext cx="10513339" cy="666159"/>
          </a:xfrm>
          <a:prstGeom prst="rect">
            <a:avLst/>
          </a:prstGeom>
          <a:noFill/>
        </p:spPr>
        <p:txBody>
          <a:bodyPr wrap="square" lIns="91440" tIns="45720" rIns="91440" bIns="45720" anchor="ctr">
            <a:noAutofit/>
          </a:bodyPr>
          <a:lstStyle/>
          <a:p>
            <a:r>
              <a:rPr lang="zh-CN" altLang="en-US" b="1" dirty="0">
                <a:latin typeface="Arial Narrow" panose="020B0606020202030204" pitchFamily="34" charset="0"/>
              </a:rPr>
              <a:t>为了解决各站点争用总线的问题，共享总线以太网使用了一种专用协议</a:t>
            </a:r>
            <a:r>
              <a:rPr lang="en-US" altLang="zh-CN" b="1" dirty="0">
                <a:solidFill>
                  <a:schemeClr val="accent1">
                    <a:lumMod val="75000"/>
                  </a:schemeClr>
                </a:solidFill>
                <a:latin typeface="Arial Narrow" panose="020B0606020202030204" pitchFamily="34" charset="0"/>
              </a:rPr>
              <a:t>CSMA/CD</a:t>
            </a:r>
            <a:r>
              <a:rPr lang="zh-CN" altLang="en-US" b="1" dirty="0">
                <a:latin typeface="Arial Narrow" panose="020B0606020202030204" pitchFamily="34" charset="0"/>
              </a:rPr>
              <a:t>，它是</a:t>
            </a:r>
            <a:r>
              <a:rPr lang="zh-CN" altLang="en-US" b="1" dirty="0">
                <a:solidFill>
                  <a:schemeClr val="accent1">
                    <a:lumMod val="75000"/>
                  </a:schemeClr>
                </a:solidFill>
                <a:latin typeface="Arial Narrow" panose="020B0606020202030204" pitchFamily="34" charset="0"/>
              </a:rPr>
              <a:t>载波监听多址接入</a:t>
            </a:r>
            <a:r>
              <a:rPr lang="en-US" altLang="zh-CN" b="1" dirty="0">
                <a:solidFill>
                  <a:schemeClr val="accent1">
                    <a:lumMod val="75000"/>
                  </a:schemeClr>
                </a:solidFill>
                <a:latin typeface="Arial Narrow" panose="020B0606020202030204" pitchFamily="34" charset="0"/>
              </a:rPr>
              <a:t>/</a:t>
            </a:r>
            <a:r>
              <a:rPr lang="zh-CN" altLang="en-US" b="1" dirty="0">
                <a:solidFill>
                  <a:schemeClr val="accent1">
                    <a:lumMod val="75000"/>
                  </a:schemeClr>
                </a:solidFill>
                <a:latin typeface="Arial Narrow" panose="020B0606020202030204" pitchFamily="34" charset="0"/>
              </a:rPr>
              <a:t>碰撞检测</a:t>
            </a:r>
            <a:r>
              <a:rPr lang="zh-CN" altLang="en-US" b="1" dirty="0">
                <a:latin typeface="Arial Narrow" panose="020B0606020202030204" pitchFamily="34" charset="0"/>
              </a:rPr>
              <a:t>（</a:t>
            </a:r>
            <a:r>
              <a:rPr lang="en-US" altLang="zh-CN" b="1" dirty="0">
                <a:solidFill>
                  <a:schemeClr val="accent1">
                    <a:lumMod val="75000"/>
                  </a:schemeClr>
                </a:solidFill>
                <a:latin typeface="Arial Narrow" panose="020B0606020202030204" pitchFamily="34" charset="0"/>
              </a:rPr>
              <a:t>C</a:t>
            </a:r>
            <a:r>
              <a:rPr lang="en-US" altLang="zh-CN" b="1" dirty="0">
                <a:latin typeface="Arial Narrow" panose="020B0606020202030204" pitchFamily="34" charset="0"/>
              </a:rPr>
              <a:t>arrier </a:t>
            </a:r>
            <a:r>
              <a:rPr lang="en-US" altLang="zh-CN" b="1" dirty="0">
                <a:solidFill>
                  <a:schemeClr val="accent1">
                    <a:lumMod val="75000"/>
                  </a:schemeClr>
                </a:solidFill>
                <a:latin typeface="Arial Narrow" panose="020B0606020202030204" pitchFamily="34" charset="0"/>
              </a:rPr>
              <a:t>S</a:t>
            </a:r>
            <a:r>
              <a:rPr lang="en-US" altLang="zh-CN" b="1" dirty="0">
                <a:latin typeface="Arial Narrow" panose="020B0606020202030204" pitchFamily="34" charset="0"/>
              </a:rPr>
              <a:t>ense </a:t>
            </a:r>
            <a:r>
              <a:rPr lang="en-US" altLang="zh-CN" b="1" dirty="0">
                <a:solidFill>
                  <a:schemeClr val="accent1">
                    <a:lumMod val="75000"/>
                  </a:schemeClr>
                </a:solidFill>
                <a:latin typeface="Arial Narrow" panose="020B0606020202030204" pitchFamily="34" charset="0"/>
              </a:rPr>
              <a:t>M</a:t>
            </a:r>
            <a:r>
              <a:rPr lang="en-US" altLang="zh-CN" b="1" dirty="0">
                <a:latin typeface="Arial Narrow" panose="020B0606020202030204" pitchFamily="34" charset="0"/>
              </a:rPr>
              <a:t>ultiple </a:t>
            </a:r>
            <a:r>
              <a:rPr lang="en-US" altLang="zh-CN" b="1" dirty="0">
                <a:solidFill>
                  <a:schemeClr val="accent1">
                    <a:lumMod val="75000"/>
                  </a:schemeClr>
                </a:solidFill>
                <a:latin typeface="Arial Narrow" panose="020B0606020202030204" pitchFamily="34" charset="0"/>
              </a:rPr>
              <a:t>A</a:t>
            </a:r>
            <a:r>
              <a:rPr lang="en-US" altLang="zh-CN" b="1" dirty="0">
                <a:latin typeface="Arial Narrow" panose="020B0606020202030204" pitchFamily="34" charset="0"/>
              </a:rPr>
              <a:t>ccess </a:t>
            </a:r>
            <a:r>
              <a:rPr lang="en-US" altLang="zh-CN" b="1" dirty="0">
                <a:solidFill>
                  <a:schemeClr val="accent1">
                    <a:lumMod val="75000"/>
                  </a:schemeClr>
                </a:solidFill>
                <a:latin typeface="Arial Narrow" panose="020B0606020202030204" pitchFamily="34" charset="0"/>
              </a:rPr>
              <a:t>C</a:t>
            </a:r>
            <a:r>
              <a:rPr lang="en-US" altLang="zh-CN" b="1" dirty="0">
                <a:latin typeface="Arial Narrow" panose="020B0606020202030204" pitchFamily="34" charset="0"/>
              </a:rPr>
              <a:t>ollision </a:t>
            </a:r>
            <a:r>
              <a:rPr lang="en-US" altLang="zh-CN" b="1" dirty="0">
                <a:solidFill>
                  <a:schemeClr val="accent1">
                    <a:lumMod val="75000"/>
                  </a:schemeClr>
                </a:solidFill>
                <a:latin typeface="Arial Narrow" panose="020B0606020202030204" pitchFamily="34" charset="0"/>
              </a:rPr>
              <a:t>D</a:t>
            </a:r>
            <a:r>
              <a:rPr lang="en-US" altLang="zh-CN" b="1" dirty="0">
                <a:latin typeface="Arial Narrow" panose="020B0606020202030204" pitchFamily="34" charset="0"/>
              </a:rPr>
              <a:t>etection</a:t>
            </a:r>
            <a:r>
              <a:rPr lang="zh-CN" altLang="en-US" b="1" dirty="0">
                <a:latin typeface="Arial Narrow" panose="020B0606020202030204" pitchFamily="34" charset="0"/>
              </a:rPr>
              <a:t>）的英文缩写词。</a:t>
            </a:r>
          </a:p>
        </p:txBody>
      </p:sp>
      <p:sp>
        <p:nvSpPr>
          <p:cNvPr id="38" name="文本框 37">
            <a:extLst>
              <a:ext uri="{FF2B5EF4-FFF2-40B4-BE49-F238E27FC236}">
                <a16:creationId xmlns:a16="http://schemas.microsoft.com/office/drawing/2014/main" id="{84A31281-0C7C-4AD1-BF1E-5FB4696F26F7}"/>
              </a:ext>
            </a:extLst>
          </p:cNvPr>
          <p:cNvSpPr txBox="1"/>
          <p:nvPr/>
        </p:nvSpPr>
        <p:spPr>
          <a:xfrm>
            <a:off x="2798398" y="1564723"/>
            <a:ext cx="383192" cy="369332"/>
          </a:xfrm>
          <a:prstGeom prst="rect">
            <a:avLst/>
          </a:prstGeom>
          <a:noFill/>
        </p:spPr>
        <p:txBody>
          <a:bodyPr wrap="square">
            <a:spAutoFit/>
          </a:bodyPr>
          <a:lstStyle/>
          <a:p>
            <a:r>
              <a:rPr lang="en-US" altLang="zh-CN" b="1" dirty="0">
                <a:solidFill>
                  <a:schemeClr val="accent1">
                    <a:lumMod val="75000"/>
                  </a:schemeClr>
                </a:solidFill>
                <a:latin typeface="Arial Narrow" panose="020B0606020202030204" pitchFamily="34" charset="0"/>
              </a:rPr>
              <a:t>C</a:t>
            </a:r>
            <a:endParaRPr lang="zh-CN" altLang="en-US" dirty="0"/>
          </a:p>
        </p:txBody>
      </p:sp>
      <p:sp>
        <p:nvSpPr>
          <p:cNvPr id="39" name="文本框 38">
            <a:extLst>
              <a:ext uri="{FF2B5EF4-FFF2-40B4-BE49-F238E27FC236}">
                <a16:creationId xmlns:a16="http://schemas.microsoft.com/office/drawing/2014/main" id="{D1527A42-5BA8-4F70-8A58-1322EC2698B7}"/>
              </a:ext>
            </a:extLst>
          </p:cNvPr>
          <p:cNvSpPr txBox="1"/>
          <p:nvPr/>
        </p:nvSpPr>
        <p:spPr>
          <a:xfrm>
            <a:off x="3463641" y="1564723"/>
            <a:ext cx="383192" cy="369332"/>
          </a:xfrm>
          <a:prstGeom prst="rect">
            <a:avLst/>
          </a:prstGeom>
          <a:noFill/>
        </p:spPr>
        <p:txBody>
          <a:bodyPr wrap="square">
            <a:spAutoFit/>
          </a:bodyPr>
          <a:lstStyle/>
          <a:p>
            <a:r>
              <a:rPr lang="en-US" altLang="zh-CN" b="1" dirty="0">
                <a:solidFill>
                  <a:schemeClr val="accent1">
                    <a:lumMod val="75000"/>
                  </a:schemeClr>
                </a:solidFill>
                <a:latin typeface="Arial Narrow" panose="020B0606020202030204" pitchFamily="34" charset="0"/>
              </a:rPr>
              <a:t>S</a:t>
            </a:r>
            <a:endParaRPr lang="zh-CN" altLang="en-US" dirty="0"/>
          </a:p>
        </p:txBody>
      </p:sp>
      <p:sp>
        <p:nvSpPr>
          <p:cNvPr id="41" name="文本框 40">
            <a:extLst>
              <a:ext uri="{FF2B5EF4-FFF2-40B4-BE49-F238E27FC236}">
                <a16:creationId xmlns:a16="http://schemas.microsoft.com/office/drawing/2014/main" id="{0FCCC336-AB70-403B-BE37-A1B698CF616F}"/>
              </a:ext>
            </a:extLst>
          </p:cNvPr>
          <p:cNvSpPr txBox="1"/>
          <p:nvPr/>
        </p:nvSpPr>
        <p:spPr>
          <a:xfrm>
            <a:off x="4076595" y="1564723"/>
            <a:ext cx="383192" cy="369332"/>
          </a:xfrm>
          <a:prstGeom prst="rect">
            <a:avLst/>
          </a:prstGeom>
          <a:noFill/>
        </p:spPr>
        <p:txBody>
          <a:bodyPr wrap="square">
            <a:spAutoFit/>
          </a:bodyPr>
          <a:lstStyle/>
          <a:p>
            <a:r>
              <a:rPr lang="en-US" altLang="zh-CN" b="1" dirty="0">
                <a:solidFill>
                  <a:schemeClr val="accent1">
                    <a:lumMod val="75000"/>
                  </a:schemeClr>
                </a:solidFill>
                <a:latin typeface="Arial Narrow" panose="020B0606020202030204" pitchFamily="34" charset="0"/>
              </a:rPr>
              <a:t>M</a:t>
            </a:r>
            <a:endParaRPr lang="zh-CN" altLang="en-US" dirty="0"/>
          </a:p>
        </p:txBody>
      </p:sp>
      <p:sp>
        <p:nvSpPr>
          <p:cNvPr id="54" name="文本框 53">
            <a:extLst>
              <a:ext uri="{FF2B5EF4-FFF2-40B4-BE49-F238E27FC236}">
                <a16:creationId xmlns:a16="http://schemas.microsoft.com/office/drawing/2014/main" id="{B5431C6C-A9AE-4820-962C-B2D3EB67BE9B}"/>
              </a:ext>
            </a:extLst>
          </p:cNvPr>
          <p:cNvSpPr txBox="1"/>
          <p:nvPr/>
        </p:nvSpPr>
        <p:spPr>
          <a:xfrm>
            <a:off x="4824727" y="1563796"/>
            <a:ext cx="383192" cy="369332"/>
          </a:xfrm>
          <a:prstGeom prst="rect">
            <a:avLst/>
          </a:prstGeom>
          <a:noFill/>
        </p:spPr>
        <p:txBody>
          <a:bodyPr wrap="square">
            <a:spAutoFit/>
          </a:bodyPr>
          <a:lstStyle/>
          <a:p>
            <a:r>
              <a:rPr lang="en-US" altLang="zh-CN" b="1" dirty="0">
                <a:solidFill>
                  <a:schemeClr val="accent1">
                    <a:lumMod val="75000"/>
                  </a:schemeClr>
                </a:solidFill>
                <a:latin typeface="Arial Narrow" panose="020B0606020202030204" pitchFamily="34" charset="0"/>
              </a:rPr>
              <a:t>A</a:t>
            </a:r>
            <a:endParaRPr lang="zh-CN" altLang="en-US" dirty="0"/>
          </a:p>
        </p:txBody>
      </p:sp>
      <p:sp>
        <p:nvSpPr>
          <p:cNvPr id="55" name="文本框 54">
            <a:extLst>
              <a:ext uri="{FF2B5EF4-FFF2-40B4-BE49-F238E27FC236}">
                <a16:creationId xmlns:a16="http://schemas.microsoft.com/office/drawing/2014/main" id="{F7208B3A-F0CA-46E2-A78F-A769880DCC09}"/>
              </a:ext>
            </a:extLst>
          </p:cNvPr>
          <p:cNvSpPr txBox="1"/>
          <p:nvPr/>
        </p:nvSpPr>
        <p:spPr>
          <a:xfrm>
            <a:off x="5541422" y="1563796"/>
            <a:ext cx="383192" cy="369332"/>
          </a:xfrm>
          <a:prstGeom prst="rect">
            <a:avLst/>
          </a:prstGeom>
          <a:noFill/>
        </p:spPr>
        <p:txBody>
          <a:bodyPr wrap="square">
            <a:spAutoFit/>
          </a:bodyPr>
          <a:lstStyle/>
          <a:p>
            <a:r>
              <a:rPr lang="en-US" altLang="zh-CN" b="1" dirty="0">
                <a:solidFill>
                  <a:schemeClr val="accent1">
                    <a:lumMod val="75000"/>
                  </a:schemeClr>
                </a:solidFill>
                <a:latin typeface="Arial Narrow" panose="020B0606020202030204" pitchFamily="34" charset="0"/>
              </a:rPr>
              <a:t>C</a:t>
            </a:r>
            <a:endParaRPr lang="zh-CN" altLang="en-US" dirty="0"/>
          </a:p>
        </p:txBody>
      </p:sp>
      <p:sp>
        <p:nvSpPr>
          <p:cNvPr id="57" name="文本框 56">
            <a:extLst>
              <a:ext uri="{FF2B5EF4-FFF2-40B4-BE49-F238E27FC236}">
                <a16:creationId xmlns:a16="http://schemas.microsoft.com/office/drawing/2014/main" id="{F625F8B0-68ED-4238-86A5-61737324B156}"/>
              </a:ext>
            </a:extLst>
          </p:cNvPr>
          <p:cNvSpPr txBox="1"/>
          <p:nvPr/>
        </p:nvSpPr>
        <p:spPr>
          <a:xfrm>
            <a:off x="6378816" y="1568705"/>
            <a:ext cx="383192" cy="369332"/>
          </a:xfrm>
          <a:prstGeom prst="rect">
            <a:avLst/>
          </a:prstGeom>
          <a:noFill/>
        </p:spPr>
        <p:txBody>
          <a:bodyPr wrap="square">
            <a:spAutoFit/>
          </a:bodyPr>
          <a:lstStyle/>
          <a:p>
            <a:r>
              <a:rPr lang="en-US" altLang="zh-CN" b="1" dirty="0">
                <a:solidFill>
                  <a:schemeClr val="accent1">
                    <a:lumMod val="75000"/>
                  </a:schemeClr>
                </a:solidFill>
                <a:latin typeface="Arial Narrow" panose="020B0606020202030204" pitchFamily="34" charset="0"/>
              </a:rPr>
              <a:t>D</a:t>
            </a:r>
            <a:endParaRPr lang="zh-CN" altLang="en-US" dirty="0"/>
          </a:p>
        </p:txBody>
      </p:sp>
    </p:spTree>
    <p:custDataLst>
      <p:tags r:id="rId1"/>
    </p:custDataLst>
    <p:extLst>
      <p:ext uri="{BB962C8B-B14F-4D97-AF65-F5344CB8AC3E}">
        <p14:creationId xmlns:p14="http://schemas.microsoft.com/office/powerpoint/2010/main" val="1480443170"/>
      </p:ext>
    </p:extLst>
  </p:cSld>
  <p:clrMapOvr>
    <a:masterClrMapping/>
  </p:clrMapOvr>
  <mc:AlternateContent xmlns:mc="http://schemas.openxmlformats.org/markup-compatibility/2006" xmlns:p14="http://schemas.microsoft.com/office/powerpoint/2010/main">
    <mc:Choice Requires="p14">
      <p:transition p14:dur="10"/>
    </mc:Choice>
    <mc:Fallback xmlns="">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49" presetClass="entr" presetSubtype="0" decel="100000" fill="hold" grpId="0" nodeType="withEffect">
                                  <p:stCondLst>
                                    <p:cond delay="0"/>
                                  </p:stCondLst>
                                  <p:childTnLst>
                                    <p:set>
                                      <p:cBhvr>
                                        <p:cTn id="6" dur="1" fill="hold">
                                          <p:stCondLst>
                                            <p:cond delay="0"/>
                                          </p:stCondLst>
                                        </p:cTn>
                                        <p:tgtEl>
                                          <p:spTgt spid="35"/>
                                        </p:tgtEl>
                                        <p:attrNameLst>
                                          <p:attrName>style.visibility</p:attrName>
                                        </p:attrNameLst>
                                      </p:cBhvr>
                                      <p:to>
                                        <p:strVal val="visible"/>
                                      </p:to>
                                    </p:set>
                                    <p:anim calcmode="lin" valueType="num">
                                      <p:cBhvr>
                                        <p:cTn id="7" dur="500" fill="hold"/>
                                        <p:tgtEl>
                                          <p:spTgt spid="35"/>
                                        </p:tgtEl>
                                        <p:attrNameLst>
                                          <p:attrName>ppt_w</p:attrName>
                                        </p:attrNameLst>
                                      </p:cBhvr>
                                      <p:tavLst>
                                        <p:tav tm="0">
                                          <p:val>
                                            <p:fltVal val="0"/>
                                          </p:val>
                                        </p:tav>
                                        <p:tav tm="100000">
                                          <p:val>
                                            <p:strVal val="#ppt_w"/>
                                          </p:val>
                                        </p:tav>
                                      </p:tavLst>
                                    </p:anim>
                                    <p:anim calcmode="lin" valueType="num">
                                      <p:cBhvr>
                                        <p:cTn id="8" dur="500" fill="hold"/>
                                        <p:tgtEl>
                                          <p:spTgt spid="35"/>
                                        </p:tgtEl>
                                        <p:attrNameLst>
                                          <p:attrName>ppt_h</p:attrName>
                                        </p:attrNameLst>
                                      </p:cBhvr>
                                      <p:tavLst>
                                        <p:tav tm="0">
                                          <p:val>
                                            <p:fltVal val="0"/>
                                          </p:val>
                                        </p:tav>
                                        <p:tav tm="100000">
                                          <p:val>
                                            <p:strVal val="#ppt_h"/>
                                          </p:val>
                                        </p:tav>
                                      </p:tavLst>
                                    </p:anim>
                                    <p:anim calcmode="lin" valueType="num">
                                      <p:cBhvr>
                                        <p:cTn id="9" dur="500" fill="hold"/>
                                        <p:tgtEl>
                                          <p:spTgt spid="35"/>
                                        </p:tgtEl>
                                        <p:attrNameLst>
                                          <p:attrName>style.rotation</p:attrName>
                                        </p:attrNameLst>
                                      </p:cBhvr>
                                      <p:tavLst>
                                        <p:tav tm="0">
                                          <p:val>
                                            <p:fltVal val="360"/>
                                          </p:val>
                                        </p:tav>
                                        <p:tav tm="100000">
                                          <p:val>
                                            <p:fltVal val="0"/>
                                          </p:val>
                                        </p:tav>
                                      </p:tavLst>
                                    </p:anim>
                                    <p:animEffect transition="in" filter="fade">
                                      <p:cBhvr>
                                        <p:cTn id="10" dur="500"/>
                                        <p:tgtEl>
                                          <p:spTgt spid="35"/>
                                        </p:tgtEl>
                                      </p:cBhvr>
                                    </p:animEffect>
                                  </p:childTnLst>
                                </p:cTn>
                              </p:par>
                            </p:childTnLst>
                          </p:cTn>
                        </p:par>
                        <p:par>
                          <p:cTn id="11" fill="hold">
                            <p:stCondLst>
                              <p:cond delay="500"/>
                            </p:stCondLst>
                            <p:childTnLst>
                              <p:par>
                                <p:cTn id="12" presetID="1" presetClass="entr" presetSubtype="0" fill="hold" grpId="0" nodeType="afterEffect">
                                  <p:stCondLst>
                                    <p:cond delay="0"/>
                                  </p:stCondLst>
                                  <p:iterate type="lt">
                                    <p:tmAbs val="100"/>
                                  </p:iterate>
                                  <p:childTnLst>
                                    <p:set>
                                      <p:cBhvr>
                                        <p:cTn id="13" dur="1" fill="hold">
                                          <p:stCondLst>
                                            <p:cond delay="0"/>
                                          </p:stCondLst>
                                        </p:cTn>
                                        <p:tgtEl>
                                          <p:spTgt spid="36"/>
                                        </p:tgtEl>
                                        <p:attrNameLst>
                                          <p:attrName>style.visibility</p:attrName>
                                        </p:attrNameLst>
                                      </p:cBhvr>
                                      <p:to>
                                        <p:strVal val="visible"/>
                                      </p:to>
                                    </p:set>
                                  </p:childTnLst>
                                </p:cTn>
                              </p:par>
                            </p:childTnLst>
                          </p:cTn>
                        </p:par>
                        <p:par>
                          <p:cTn id="14" fill="hold">
                            <p:stCondLst>
                              <p:cond delay="11101"/>
                            </p:stCondLst>
                            <p:childTnLst>
                              <p:par>
                                <p:cTn id="15" presetID="1" presetClass="entr" presetSubtype="0" fill="hold" grpId="0" nodeType="afterEffect">
                                  <p:stCondLst>
                                    <p:cond delay="0"/>
                                  </p:stCondLst>
                                  <p:childTnLst>
                                    <p:set>
                                      <p:cBhvr>
                                        <p:cTn id="16" dur="1" fill="hold">
                                          <p:stCondLst>
                                            <p:cond delay="0"/>
                                          </p:stCondLst>
                                        </p:cTn>
                                        <p:tgtEl>
                                          <p:spTgt spid="38"/>
                                        </p:tgtEl>
                                        <p:attrNameLst>
                                          <p:attrName>style.visibility</p:attrName>
                                        </p:attrNameLst>
                                      </p:cBhvr>
                                      <p:to>
                                        <p:strVal val="visible"/>
                                      </p:to>
                                    </p:set>
                                  </p:childTnLst>
                                </p:cTn>
                              </p:par>
                            </p:childTnLst>
                          </p:cTn>
                        </p:par>
                        <p:par>
                          <p:cTn id="17" fill="hold">
                            <p:stCondLst>
                              <p:cond delay="11101"/>
                            </p:stCondLst>
                            <p:childTnLst>
                              <p:par>
                                <p:cTn id="18" presetID="1" presetClass="entr" presetSubtype="0" fill="hold" grpId="0" nodeType="afterEffect">
                                  <p:stCondLst>
                                    <p:cond delay="0"/>
                                  </p:stCondLst>
                                  <p:childTnLst>
                                    <p:set>
                                      <p:cBhvr>
                                        <p:cTn id="19" dur="1" fill="hold">
                                          <p:stCondLst>
                                            <p:cond delay="0"/>
                                          </p:stCondLst>
                                        </p:cTn>
                                        <p:tgtEl>
                                          <p:spTgt spid="39"/>
                                        </p:tgtEl>
                                        <p:attrNameLst>
                                          <p:attrName>style.visibility</p:attrName>
                                        </p:attrNameLst>
                                      </p:cBhvr>
                                      <p:to>
                                        <p:strVal val="visible"/>
                                      </p:to>
                                    </p:set>
                                  </p:childTnLst>
                                </p:cTn>
                              </p:par>
                            </p:childTnLst>
                          </p:cTn>
                        </p:par>
                        <p:par>
                          <p:cTn id="20" fill="hold">
                            <p:stCondLst>
                              <p:cond delay="11101"/>
                            </p:stCondLst>
                            <p:childTnLst>
                              <p:par>
                                <p:cTn id="21" presetID="1" presetClass="entr" presetSubtype="0" fill="hold" grpId="0" nodeType="afterEffect">
                                  <p:stCondLst>
                                    <p:cond delay="0"/>
                                  </p:stCondLst>
                                  <p:childTnLst>
                                    <p:set>
                                      <p:cBhvr>
                                        <p:cTn id="22" dur="1" fill="hold">
                                          <p:stCondLst>
                                            <p:cond delay="0"/>
                                          </p:stCondLst>
                                        </p:cTn>
                                        <p:tgtEl>
                                          <p:spTgt spid="41"/>
                                        </p:tgtEl>
                                        <p:attrNameLst>
                                          <p:attrName>style.visibility</p:attrName>
                                        </p:attrNameLst>
                                      </p:cBhvr>
                                      <p:to>
                                        <p:strVal val="visible"/>
                                      </p:to>
                                    </p:set>
                                  </p:childTnLst>
                                </p:cTn>
                              </p:par>
                            </p:childTnLst>
                          </p:cTn>
                        </p:par>
                        <p:par>
                          <p:cTn id="23" fill="hold">
                            <p:stCondLst>
                              <p:cond delay="11101"/>
                            </p:stCondLst>
                            <p:childTnLst>
                              <p:par>
                                <p:cTn id="24" presetID="1" presetClass="entr" presetSubtype="0" fill="hold" grpId="0" nodeType="afterEffect">
                                  <p:stCondLst>
                                    <p:cond delay="0"/>
                                  </p:stCondLst>
                                  <p:childTnLst>
                                    <p:set>
                                      <p:cBhvr>
                                        <p:cTn id="25" dur="1" fill="hold">
                                          <p:stCondLst>
                                            <p:cond delay="0"/>
                                          </p:stCondLst>
                                        </p:cTn>
                                        <p:tgtEl>
                                          <p:spTgt spid="54"/>
                                        </p:tgtEl>
                                        <p:attrNameLst>
                                          <p:attrName>style.visibility</p:attrName>
                                        </p:attrNameLst>
                                      </p:cBhvr>
                                      <p:to>
                                        <p:strVal val="visible"/>
                                      </p:to>
                                    </p:set>
                                  </p:childTnLst>
                                </p:cTn>
                              </p:par>
                            </p:childTnLst>
                          </p:cTn>
                        </p:par>
                        <p:par>
                          <p:cTn id="26" fill="hold">
                            <p:stCondLst>
                              <p:cond delay="11101"/>
                            </p:stCondLst>
                            <p:childTnLst>
                              <p:par>
                                <p:cTn id="27" presetID="1" presetClass="entr" presetSubtype="0" fill="hold" grpId="0" nodeType="afterEffect">
                                  <p:stCondLst>
                                    <p:cond delay="0"/>
                                  </p:stCondLst>
                                  <p:childTnLst>
                                    <p:set>
                                      <p:cBhvr>
                                        <p:cTn id="28" dur="1" fill="hold">
                                          <p:stCondLst>
                                            <p:cond delay="0"/>
                                          </p:stCondLst>
                                        </p:cTn>
                                        <p:tgtEl>
                                          <p:spTgt spid="55"/>
                                        </p:tgtEl>
                                        <p:attrNameLst>
                                          <p:attrName>style.visibility</p:attrName>
                                        </p:attrNameLst>
                                      </p:cBhvr>
                                      <p:to>
                                        <p:strVal val="visible"/>
                                      </p:to>
                                    </p:set>
                                  </p:childTnLst>
                                </p:cTn>
                              </p:par>
                            </p:childTnLst>
                          </p:cTn>
                        </p:par>
                        <p:par>
                          <p:cTn id="29" fill="hold">
                            <p:stCondLst>
                              <p:cond delay="11101"/>
                            </p:stCondLst>
                            <p:childTnLst>
                              <p:par>
                                <p:cTn id="30" presetID="1" presetClass="entr" presetSubtype="0" fill="hold" grpId="0" nodeType="afterEffect">
                                  <p:stCondLst>
                                    <p:cond delay="0"/>
                                  </p:stCondLst>
                                  <p:childTnLst>
                                    <p:set>
                                      <p:cBhvr>
                                        <p:cTn id="31" dur="1" fill="hold">
                                          <p:stCondLst>
                                            <p:cond delay="0"/>
                                          </p:stCondLst>
                                        </p:cTn>
                                        <p:tgtEl>
                                          <p:spTgt spid="57"/>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5" grpId="0" animBg="1"/>
      <p:bldP spid="36" grpId="0"/>
      <p:bldP spid="38" grpId="0"/>
      <p:bldP spid="39" grpId="0"/>
      <p:bldP spid="41" grpId="0"/>
      <p:bldP spid="54" grpId="0"/>
      <p:bldP spid="55" grpId="0"/>
      <p:bldP spid="57" grpId="0"/>
    </p:bldLst>
  </p:timing>
</p:sld>
</file>

<file path=ppt/slides/slide29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4" name="组合 3">
            <a:extLst>
              <a:ext uri="{FF2B5EF4-FFF2-40B4-BE49-F238E27FC236}">
                <a16:creationId xmlns:a16="http://schemas.microsoft.com/office/drawing/2014/main" id="{9A1EA9F2-FCB6-48C3-935F-7AE7E3AD14AC}"/>
              </a:ext>
            </a:extLst>
          </p:cNvPr>
          <p:cNvGrpSpPr/>
          <p:nvPr/>
        </p:nvGrpSpPr>
        <p:grpSpPr>
          <a:xfrm>
            <a:off x="304800" y="749300"/>
            <a:ext cx="6192344" cy="400110"/>
            <a:chOff x="424117" y="898245"/>
            <a:chExt cx="6192344" cy="400110"/>
          </a:xfrm>
        </p:grpSpPr>
        <p:sp>
          <p:nvSpPr>
            <p:cNvPr id="2" name="平行四边形 1">
              <a:extLst>
                <a:ext uri="{FF2B5EF4-FFF2-40B4-BE49-F238E27FC236}">
                  <a16:creationId xmlns:a16="http://schemas.microsoft.com/office/drawing/2014/main" id="{1F5BAA3F-9845-4F89-A2DD-8222D3E4EDAC}"/>
                </a:ext>
              </a:extLst>
            </p:cNvPr>
            <p:cNvSpPr/>
            <p:nvPr/>
          </p:nvSpPr>
          <p:spPr>
            <a:xfrm>
              <a:off x="424117" y="898245"/>
              <a:ext cx="628306" cy="387090"/>
            </a:xfrm>
            <a:prstGeom prst="parallelogram">
              <a:avLst/>
            </a:prstGeom>
            <a:solidFill>
              <a:schemeClr val="accent3">
                <a:lumMod val="75000"/>
              </a:schemeClr>
            </a:solidFill>
            <a:ln>
              <a:solidFill>
                <a:schemeClr val="accent3">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CN" sz="2200" dirty="0">
                  <a:latin typeface="Impact" panose="020B0806030902050204" pitchFamily="34" charset="0"/>
                </a:rPr>
                <a:t>01</a:t>
              </a:r>
              <a:endParaRPr lang="zh-CN" altLang="en-US" sz="2200" dirty="0">
                <a:latin typeface="Impact" panose="020B0806030902050204" pitchFamily="34" charset="0"/>
              </a:endParaRPr>
            </a:p>
          </p:txBody>
        </p:sp>
        <p:sp>
          <p:nvSpPr>
            <p:cNvPr id="3" name="文本框 2">
              <a:extLst>
                <a:ext uri="{FF2B5EF4-FFF2-40B4-BE49-F238E27FC236}">
                  <a16:creationId xmlns:a16="http://schemas.microsoft.com/office/drawing/2014/main" id="{4D6BD736-A4D3-4F26-AFED-36E11F50F70B}"/>
                </a:ext>
              </a:extLst>
            </p:cNvPr>
            <p:cNvSpPr txBox="1"/>
            <p:nvPr/>
          </p:nvSpPr>
          <p:spPr>
            <a:xfrm>
              <a:off x="1052423" y="898245"/>
              <a:ext cx="5564038" cy="400110"/>
            </a:xfrm>
            <a:prstGeom prst="rect">
              <a:avLst/>
            </a:prstGeom>
            <a:noFill/>
          </p:spPr>
          <p:txBody>
            <a:bodyPr wrap="square" rtlCol="0">
              <a:spAutoFit/>
            </a:bodyPr>
            <a:lstStyle/>
            <a:p>
              <a:r>
                <a:rPr lang="en-US" altLang="zh-CN" sz="2000" b="1" dirty="0"/>
                <a:t>CSMA/CD</a:t>
              </a:r>
              <a:r>
                <a:rPr lang="zh-CN" altLang="en-US" sz="2000" b="1" dirty="0"/>
                <a:t>协议的基本原理</a:t>
              </a:r>
              <a:endParaRPr lang="en-US" altLang="zh-CN" sz="2000" b="1" dirty="0"/>
            </a:p>
          </p:txBody>
        </p:sp>
      </p:grpSp>
      <p:sp>
        <p:nvSpPr>
          <p:cNvPr id="6" name="矩形 5">
            <a:extLst>
              <a:ext uri="{FF2B5EF4-FFF2-40B4-BE49-F238E27FC236}">
                <a16:creationId xmlns:a16="http://schemas.microsoft.com/office/drawing/2014/main" id="{BC2570DD-396E-4D25-AF51-7823C90107CF}"/>
              </a:ext>
            </a:extLst>
          </p:cNvPr>
          <p:cNvSpPr/>
          <p:nvPr/>
        </p:nvSpPr>
        <p:spPr>
          <a:xfrm>
            <a:off x="304800" y="1341329"/>
            <a:ext cx="3740382" cy="400110"/>
          </a:xfrm>
          <a:prstGeom prst="rect">
            <a:avLst/>
          </a:prstGeom>
        </p:spPr>
        <p:style>
          <a:lnRef idx="2">
            <a:schemeClr val="accent4">
              <a:shade val="50000"/>
            </a:schemeClr>
          </a:lnRef>
          <a:fillRef idx="1">
            <a:schemeClr val="accent4"/>
          </a:fillRef>
          <a:effectRef idx="0">
            <a:schemeClr val="accent4"/>
          </a:effectRef>
          <a:fontRef idx="minor">
            <a:schemeClr val="lt1"/>
          </a:fontRef>
        </p:style>
        <p:txBody>
          <a:bodyPr rtlCol="0" anchor="ctr"/>
          <a:lstStyle/>
          <a:p>
            <a:pPr algn="ctr"/>
            <a:endParaRPr lang="zh-CN" altLang="en-US" b="1" dirty="0"/>
          </a:p>
        </p:txBody>
      </p:sp>
      <p:sp>
        <p:nvSpPr>
          <p:cNvPr id="56" name="矩形 55">
            <a:extLst>
              <a:ext uri="{FF2B5EF4-FFF2-40B4-BE49-F238E27FC236}">
                <a16:creationId xmlns:a16="http://schemas.microsoft.com/office/drawing/2014/main" id="{3C4796E6-AC0C-457E-9848-A637639E67CC}"/>
              </a:ext>
            </a:extLst>
          </p:cNvPr>
          <p:cNvSpPr/>
          <p:nvPr/>
        </p:nvSpPr>
        <p:spPr>
          <a:xfrm>
            <a:off x="4225809" y="1341329"/>
            <a:ext cx="3740382" cy="400110"/>
          </a:xfrm>
          <a:prstGeom prst="rect">
            <a:avLst/>
          </a:prstGeom>
        </p:spPr>
        <p:style>
          <a:lnRef idx="2">
            <a:schemeClr val="accent3">
              <a:shade val="50000"/>
            </a:schemeClr>
          </a:lnRef>
          <a:fillRef idx="1">
            <a:schemeClr val="accent3"/>
          </a:fillRef>
          <a:effectRef idx="0">
            <a:schemeClr val="accent3"/>
          </a:effectRef>
          <a:fontRef idx="minor">
            <a:schemeClr val="lt1"/>
          </a:fontRef>
        </p:style>
        <p:txBody>
          <a:bodyPr rtlCol="0" anchor="ctr"/>
          <a:lstStyle/>
          <a:p>
            <a:pPr algn="ctr"/>
            <a:endParaRPr lang="zh-CN" altLang="en-US"/>
          </a:p>
        </p:txBody>
      </p:sp>
      <p:sp>
        <p:nvSpPr>
          <p:cNvPr id="58" name="矩形 57">
            <a:extLst>
              <a:ext uri="{FF2B5EF4-FFF2-40B4-BE49-F238E27FC236}">
                <a16:creationId xmlns:a16="http://schemas.microsoft.com/office/drawing/2014/main" id="{8C738A42-5B66-4505-B03D-160313542C6B}"/>
              </a:ext>
            </a:extLst>
          </p:cNvPr>
          <p:cNvSpPr/>
          <p:nvPr/>
        </p:nvSpPr>
        <p:spPr>
          <a:xfrm>
            <a:off x="8146818" y="1341329"/>
            <a:ext cx="3740382" cy="400110"/>
          </a:xfrm>
          <a:prstGeom prst="rect">
            <a:avLst/>
          </a:prstGeom>
        </p:spPr>
        <p:style>
          <a:lnRef idx="2">
            <a:schemeClr val="accent5">
              <a:shade val="50000"/>
            </a:schemeClr>
          </a:lnRef>
          <a:fillRef idx="1">
            <a:schemeClr val="accent5"/>
          </a:fillRef>
          <a:effectRef idx="0">
            <a:schemeClr val="accent5"/>
          </a:effectRef>
          <a:fontRef idx="minor">
            <a:schemeClr val="lt1"/>
          </a:fontRef>
        </p:style>
        <p:txBody>
          <a:bodyPr rtlCol="0" anchor="ctr"/>
          <a:lstStyle/>
          <a:p>
            <a:pPr algn="ctr"/>
            <a:endParaRPr lang="zh-CN" altLang="en-US"/>
          </a:p>
        </p:txBody>
      </p:sp>
      <p:sp>
        <p:nvSpPr>
          <p:cNvPr id="8" name="文本框 7">
            <a:extLst>
              <a:ext uri="{FF2B5EF4-FFF2-40B4-BE49-F238E27FC236}">
                <a16:creationId xmlns:a16="http://schemas.microsoft.com/office/drawing/2014/main" id="{D124AB74-A7F3-4D08-8C3C-B508C7C6A51C}"/>
              </a:ext>
            </a:extLst>
          </p:cNvPr>
          <p:cNvSpPr txBox="1"/>
          <p:nvPr/>
        </p:nvSpPr>
        <p:spPr>
          <a:xfrm>
            <a:off x="1085438" y="1356718"/>
            <a:ext cx="1598556" cy="400110"/>
          </a:xfrm>
          <a:prstGeom prst="rect">
            <a:avLst/>
          </a:prstGeom>
          <a:noFill/>
        </p:spPr>
        <p:txBody>
          <a:bodyPr wrap="square" rtlCol="0">
            <a:spAutoFit/>
          </a:bodyPr>
          <a:lstStyle/>
          <a:p>
            <a:pPr algn="ctr"/>
            <a:r>
              <a:rPr lang="zh-CN" altLang="en-US" sz="2000" b="1" dirty="0">
                <a:solidFill>
                  <a:schemeClr val="bg1"/>
                </a:solidFill>
              </a:rPr>
              <a:t>多址接入</a:t>
            </a:r>
          </a:p>
        </p:txBody>
      </p:sp>
      <p:sp>
        <p:nvSpPr>
          <p:cNvPr id="41" name="文本框 40">
            <a:extLst>
              <a:ext uri="{FF2B5EF4-FFF2-40B4-BE49-F238E27FC236}">
                <a16:creationId xmlns:a16="http://schemas.microsoft.com/office/drawing/2014/main" id="{0FCCC336-AB70-403B-BE37-A1B698CF616F}"/>
              </a:ext>
            </a:extLst>
          </p:cNvPr>
          <p:cNvSpPr txBox="1"/>
          <p:nvPr/>
        </p:nvSpPr>
        <p:spPr>
          <a:xfrm>
            <a:off x="2320829" y="1314258"/>
            <a:ext cx="383192" cy="461665"/>
          </a:xfrm>
          <a:prstGeom prst="rect">
            <a:avLst/>
          </a:prstGeom>
          <a:noFill/>
        </p:spPr>
        <p:txBody>
          <a:bodyPr wrap="square">
            <a:spAutoFit/>
          </a:bodyPr>
          <a:lstStyle/>
          <a:p>
            <a:r>
              <a:rPr lang="en-US" altLang="zh-CN" sz="2400" b="1" dirty="0">
                <a:solidFill>
                  <a:schemeClr val="bg1"/>
                </a:solidFill>
                <a:latin typeface="Arial Narrow" panose="020B0606020202030204" pitchFamily="34" charset="0"/>
              </a:rPr>
              <a:t>M</a:t>
            </a:r>
            <a:endParaRPr lang="zh-CN" altLang="en-US" sz="2400" dirty="0">
              <a:solidFill>
                <a:schemeClr val="bg1"/>
              </a:solidFill>
            </a:endParaRPr>
          </a:p>
        </p:txBody>
      </p:sp>
      <p:sp>
        <p:nvSpPr>
          <p:cNvPr id="54" name="文本框 53">
            <a:extLst>
              <a:ext uri="{FF2B5EF4-FFF2-40B4-BE49-F238E27FC236}">
                <a16:creationId xmlns:a16="http://schemas.microsoft.com/office/drawing/2014/main" id="{B5431C6C-A9AE-4820-962C-B2D3EB67BE9B}"/>
              </a:ext>
            </a:extLst>
          </p:cNvPr>
          <p:cNvSpPr txBox="1"/>
          <p:nvPr/>
        </p:nvSpPr>
        <p:spPr>
          <a:xfrm>
            <a:off x="2560926" y="1314258"/>
            <a:ext cx="383192" cy="461665"/>
          </a:xfrm>
          <a:prstGeom prst="rect">
            <a:avLst/>
          </a:prstGeom>
          <a:noFill/>
        </p:spPr>
        <p:txBody>
          <a:bodyPr wrap="square">
            <a:spAutoFit/>
          </a:bodyPr>
          <a:lstStyle/>
          <a:p>
            <a:r>
              <a:rPr lang="en-US" altLang="zh-CN" sz="2400" b="1" dirty="0">
                <a:solidFill>
                  <a:schemeClr val="bg1"/>
                </a:solidFill>
                <a:latin typeface="Arial Narrow" panose="020B0606020202030204" pitchFamily="34" charset="0"/>
              </a:rPr>
              <a:t>A</a:t>
            </a:r>
            <a:endParaRPr lang="zh-CN" altLang="en-US" sz="2400" dirty="0">
              <a:solidFill>
                <a:schemeClr val="bg1"/>
              </a:solidFill>
            </a:endParaRPr>
          </a:p>
        </p:txBody>
      </p:sp>
      <p:sp>
        <p:nvSpPr>
          <p:cNvPr id="59" name="文本框 58">
            <a:extLst>
              <a:ext uri="{FF2B5EF4-FFF2-40B4-BE49-F238E27FC236}">
                <a16:creationId xmlns:a16="http://schemas.microsoft.com/office/drawing/2014/main" id="{C8D143D7-F7E3-4FC0-A8A1-BD4C812C40DB}"/>
              </a:ext>
            </a:extLst>
          </p:cNvPr>
          <p:cNvSpPr txBox="1"/>
          <p:nvPr/>
        </p:nvSpPr>
        <p:spPr>
          <a:xfrm>
            <a:off x="5099369" y="1356718"/>
            <a:ext cx="1598556" cy="400110"/>
          </a:xfrm>
          <a:prstGeom prst="rect">
            <a:avLst/>
          </a:prstGeom>
          <a:noFill/>
        </p:spPr>
        <p:txBody>
          <a:bodyPr wrap="square" rtlCol="0">
            <a:spAutoFit/>
          </a:bodyPr>
          <a:lstStyle/>
          <a:p>
            <a:pPr algn="ctr"/>
            <a:r>
              <a:rPr lang="zh-CN" altLang="en-US" sz="2000" b="1" dirty="0">
                <a:solidFill>
                  <a:schemeClr val="bg1"/>
                </a:solidFill>
              </a:rPr>
              <a:t>载波监听</a:t>
            </a:r>
          </a:p>
        </p:txBody>
      </p:sp>
      <p:sp>
        <p:nvSpPr>
          <p:cNvPr id="38" name="文本框 37">
            <a:extLst>
              <a:ext uri="{FF2B5EF4-FFF2-40B4-BE49-F238E27FC236}">
                <a16:creationId xmlns:a16="http://schemas.microsoft.com/office/drawing/2014/main" id="{84A31281-0C7C-4AD1-BF1E-5FB4696F26F7}"/>
              </a:ext>
            </a:extLst>
          </p:cNvPr>
          <p:cNvSpPr txBox="1"/>
          <p:nvPr/>
        </p:nvSpPr>
        <p:spPr>
          <a:xfrm>
            <a:off x="6344496" y="1314692"/>
            <a:ext cx="383192" cy="461665"/>
          </a:xfrm>
          <a:prstGeom prst="rect">
            <a:avLst/>
          </a:prstGeom>
          <a:noFill/>
        </p:spPr>
        <p:txBody>
          <a:bodyPr wrap="square">
            <a:spAutoFit/>
          </a:bodyPr>
          <a:lstStyle/>
          <a:p>
            <a:r>
              <a:rPr lang="en-US" altLang="zh-CN" sz="2400" b="1" dirty="0">
                <a:solidFill>
                  <a:schemeClr val="bg1"/>
                </a:solidFill>
                <a:latin typeface="Arial Narrow" panose="020B0606020202030204" pitchFamily="34" charset="0"/>
              </a:rPr>
              <a:t>C</a:t>
            </a:r>
            <a:endParaRPr lang="zh-CN" altLang="en-US" sz="2400" dirty="0">
              <a:solidFill>
                <a:schemeClr val="bg1"/>
              </a:solidFill>
            </a:endParaRPr>
          </a:p>
        </p:txBody>
      </p:sp>
      <p:sp>
        <p:nvSpPr>
          <p:cNvPr id="39" name="文本框 38">
            <a:extLst>
              <a:ext uri="{FF2B5EF4-FFF2-40B4-BE49-F238E27FC236}">
                <a16:creationId xmlns:a16="http://schemas.microsoft.com/office/drawing/2014/main" id="{D1527A42-5BA8-4F70-8A58-1322EC2698B7}"/>
              </a:ext>
            </a:extLst>
          </p:cNvPr>
          <p:cNvSpPr txBox="1"/>
          <p:nvPr/>
        </p:nvSpPr>
        <p:spPr>
          <a:xfrm>
            <a:off x="6538548" y="1314692"/>
            <a:ext cx="383192" cy="461665"/>
          </a:xfrm>
          <a:prstGeom prst="rect">
            <a:avLst/>
          </a:prstGeom>
          <a:noFill/>
        </p:spPr>
        <p:txBody>
          <a:bodyPr wrap="square">
            <a:spAutoFit/>
          </a:bodyPr>
          <a:lstStyle/>
          <a:p>
            <a:r>
              <a:rPr lang="en-US" altLang="zh-CN" sz="2400" b="1" dirty="0">
                <a:solidFill>
                  <a:schemeClr val="bg1"/>
                </a:solidFill>
                <a:latin typeface="Arial Narrow" panose="020B0606020202030204" pitchFamily="34" charset="0"/>
              </a:rPr>
              <a:t>S</a:t>
            </a:r>
            <a:endParaRPr lang="zh-CN" altLang="en-US" sz="2400" dirty="0">
              <a:solidFill>
                <a:schemeClr val="bg1"/>
              </a:solidFill>
            </a:endParaRPr>
          </a:p>
        </p:txBody>
      </p:sp>
      <p:sp>
        <p:nvSpPr>
          <p:cNvPr id="60" name="文本框 59">
            <a:extLst>
              <a:ext uri="{FF2B5EF4-FFF2-40B4-BE49-F238E27FC236}">
                <a16:creationId xmlns:a16="http://schemas.microsoft.com/office/drawing/2014/main" id="{AB15AA99-A243-45C1-AE07-0B685612E43F}"/>
              </a:ext>
            </a:extLst>
          </p:cNvPr>
          <p:cNvSpPr txBox="1"/>
          <p:nvPr/>
        </p:nvSpPr>
        <p:spPr>
          <a:xfrm>
            <a:off x="8790300" y="1356718"/>
            <a:ext cx="1598556" cy="400110"/>
          </a:xfrm>
          <a:prstGeom prst="rect">
            <a:avLst/>
          </a:prstGeom>
          <a:noFill/>
        </p:spPr>
        <p:txBody>
          <a:bodyPr wrap="square" rtlCol="0">
            <a:spAutoFit/>
          </a:bodyPr>
          <a:lstStyle/>
          <a:p>
            <a:pPr algn="ctr"/>
            <a:r>
              <a:rPr lang="zh-CN" altLang="en-US" sz="2000" b="1" dirty="0">
                <a:solidFill>
                  <a:schemeClr val="bg1"/>
                </a:solidFill>
              </a:rPr>
              <a:t>碰撞检测</a:t>
            </a:r>
          </a:p>
        </p:txBody>
      </p:sp>
      <p:sp>
        <p:nvSpPr>
          <p:cNvPr id="55" name="文本框 54">
            <a:extLst>
              <a:ext uri="{FF2B5EF4-FFF2-40B4-BE49-F238E27FC236}">
                <a16:creationId xmlns:a16="http://schemas.microsoft.com/office/drawing/2014/main" id="{F7208B3A-F0CA-46E2-A78F-A769880DCC09}"/>
              </a:ext>
            </a:extLst>
          </p:cNvPr>
          <p:cNvSpPr txBox="1"/>
          <p:nvPr/>
        </p:nvSpPr>
        <p:spPr>
          <a:xfrm>
            <a:off x="10032254" y="1318483"/>
            <a:ext cx="383192" cy="461665"/>
          </a:xfrm>
          <a:prstGeom prst="rect">
            <a:avLst/>
          </a:prstGeom>
          <a:noFill/>
        </p:spPr>
        <p:txBody>
          <a:bodyPr wrap="square">
            <a:spAutoFit/>
          </a:bodyPr>
          <a:lstStyle/>
          <a:p>
            <a:r>
              <a:rPr lang="en-US" altLang="zh-CN" sz="2400" b="1" dirty="0">
                <a:solidFill>
                  <a:schemeClr val="bg1"/>
                </a:solidFill>
                <a:latin typeface="Arial Narrow" panose="020B0606020202030204" pitchFamily="34" charset="0"/>
              </a:rPr>
              <a:t>C</a:t>
            </a:r>
            <a:endParaRPr lang="zh-CN" altLang="en-US" sz="2400" dirty="0">
              <a:solidFill>
                <a:schemeClr val="bg1"/>
              </a:solidFill>
            </a:endParaRPr>
          </a:p>
        </p:txBody>
      </p:sp>
      <p:sp>
        <p:nvSpPr>
          <p:cNvPr id="57" name="文本框 56">
            <a:extLst>
              <a:ext uri="{FF2B5EF4-FFF2-40B4-BE49-F238E27FC236}">
                <a16:creationId xmlns:a16="http://schemas.microsoft.com/office/drawing/2014/main" id="{F625F8B0-68ED-4238-86A5-61737324B156}"/>
              </a:ext>
            </a:extLst>
          </p:cNvPr>
          <p:cNvSpPr txBox="1"/>
          <p:nvPr/>
        </p:nvSpPr>
        <p:spPr>
          <a:xfrm>
            <a:off x="10259198" y="1318483"/>
            <a:ext cx="383192" cy="461665"/>
          </a:xfrm>
          <a:prstGeom prst="rect">
            <a:avLst/>
          </a:prstGeom>
          <a:noFill/>
        </p:spPr>
        <p:txBody>
          <a:bodyPr wrap="square">
            <a:spAutoFit/>
          </a:bodyPr>
          <a:lstStyle/>
          <a:p>
            <a:r>
              <a:rPr lang="en-US" altLang="zh-CN" sz="2400" b="1" dirty="0">
                <a:solidFill>
                  <a:schemeClr val="bg1"/>
                </a:solidFill>
                <a:latin typeface="Arial Narrow" panose="020B0606020202030204" pitchFamily="34" charset="0"/>
              </a:rPr>
              <a:t>D</a:t>
            </a:r>
            <a:endParaRPr lang="zh-CN" altLang="en-US" sz="2400" dirty="0">
              <a:solidFill>
                <a:schemeClr val="bg1"/>
              </a:solidFill>
            </a:endParaRPr>
          </a:p>
        </p:txBody>
      </p:sp>
      <p:sp>
        <p:nvSpPr>
          <p:cNvPr id="61" name="矩形 60">
            <a:extLst>
              <a:ext uri="{FF2B5EF4-FFF2-40B4-BE49-F238E27FC236}">
                <a16:creationId xmlns:a16="http://schemas.microsoft.com/office/drawing/2014/main" id="{B6D95967-10AF-41B3-97D6-C223E1F2B0FD}"/>
              </a:ext>
            </a:extLst>
          </p:cNvPr>
          <p:cNvSpPr/>
          <p:nvPr/>
        </p:nvSpPr>
        <p:spPr>
          <a:xfrm>
            <a:off x="304800" y="1741439"/>
            <a:ext cx="3740382" cy="3775233"/>
          </a:xfrm>
          <a:prstGeom prst="rect">
            <a:avLst/>
          </a:prstGeom>
          <a:noFill/>
        </p:spPr>
        <p:style>
          <a:lnRef idx="2">
            <a:schemeClr val="accent4">
              <a:shade val="50000"/>
            </a:schemeClr>
          </a:lnRef>
          <a:fillRef idx="1">
            <a:schemeClr val="accent4"/>
          </a:fillRef>
          <a:effectRef idx="0">
            <a:schemeClr val="accent4"/>
          </a:effectRef>
          <a:fontRef idx="minor">
            <a:schemeClr val="lt1"/>
          </a:fontRef>
        </p:style>
        <p:txBody>
          <a:bodyPr rtlCol="0" anchor="ctr"/>
          <a:lstStyle/>
          <a:p>
            <a:pPr algn="ctr"/>
            <a:endParaRPr lang="zh-CN" altLang="en-US" b="1" dirty="0"/>
          </a:p>
        </p:txBody>
      </p:sp>
      <p:sp>
        <p:nvSpPr>
          <p:cNvPr id="18" name="矩形 17">
            <a:extLst>
              <a:ext uri="{FF2B5EF4-FFF2-40B4-BE49-F238E27FC236}">
                <a16:creationId xmlns:a16="http://schemas.microsoft.com/office/drawing/2014/main" id="{59D26361-E6AA-46B1-8017-889D6AA99322}"/>
              </a:ext>
            </a:extLst>
          </p:cNvPr>
          <p:cNvSpPr/>
          <p:nvPr/>
        </p:nvSpPr>
        <p:spPr>
          <a:xfrm>
            <a:off x="4224503" y="1741438"/>
            <a:ext cx="3740382" cy="3775233"/>
          </a:xfrm>
          <a:prstGeom prst="rect">
            <a:avLst/>
          </a:prstGeom>
          <a:noFill/>
          <a:ln>
            <a:solidFill>
              <a:schemeClr val="accent3"/>
            </a:solidFill>
          </a:ln>
        </p:spPr>
        <p:style>
          <a:lnRef idx="2">
            <a:schemeClr val="accent4">
              <a:shade val="50000"/>
            </a:schemeClr>
          </a:lnRef>
          <a:fillRef idx="1">
            <a:schemeClr val="accent4"/>
          </a:fillRef>
          <a:effectRef idx="0">
            <a:schemeClr val="accent4"/>
          </a:effectRef>
          <a:fontRef idx="minor">
            <a:schemeClr val="lt1"/>
          </a:fontRef>
        </p:style>
        <p:txBody>
          <a:bodyPr rtlCol="0" anchor="ctr"/>
          <a:lstStyle/>
          <a:p>
            <a:pPr algn="ctr"/>
            <a:endParaRPr lang="zh-CN" altLang="en-US" b="1" dirty="0"/>
          </a:p>
        </p:txBody>
      </p:sp>
      <p:sp>
        <p:nvSpPr>
          <p:cNvPr id="19" name="矩形 18">
            <a:extLst>
              <a:ext uri="{FF2B5EF4-FFF2-40B4-BE49-F238E27FC236}">
                <a16:creationId xmlns:a16="http://schemas.microsoft.com/office/drawing/2014/main" id="{5C19E8C5-F888-453F-976F-C19AE648BD68}"/>
              </a:ext>
            </a:extLst>
          </p:cNvPr>
          <p:cNvSpPr/>
          <p:nvPr/>
        </p:nvSpPr>
        <p:spPr>
          <a:xfrm>
            <a:off x="8144206" y="1741438"/>
            <a:ext cx="3740382" cy="3775233"/>
          </a:xfrm>
          <a:prstGeom prst="rect">
            <a:avLst/>
          </a:prstGeom>
          <a:noFill/>
          <a:ln>
            <a:solidFill>
              <a:schemeClr val="accent5"/>
            </a:solidFill>
          </a:ln>
        </p:spPr>
        <p:style>
          <a:lnRef idx="2">
            <a:schemeClr val="accent4">
              <a:shade val="50000"/>
            </a:schemeClr>
          </a:lnRef>
          <a:fillRef idx="1">
            <a:schemeClr val="accent4"/>
          </a:fillRef>
          <a:effectRef idx="0">
            <a:schemeClr val="accent4"/>
          </a:effectRef>
          <a:fontRef idx="minor">
            <a:schemeClr val="lt1"/>
          </a:fontRef>
        </p:style>
        <p:txBody>
          <a:bodyPr rtlCol="0" anchor="ctr"/>
          <a:lstStyle/>
          <a:p>
            <a:pPr algn="ctr"/>
            <a:endParaRPr lang="zh-CN" altLang="en-US" b="1" dirty="0"/>
          </a:p>
        </p:txBody>
      </p:sp>
    </p:spTree>
    <p:custDataLst>
      <p:tags r:id="rId1"/>
    </p:custDataLst>
    <p:extLst>
      <p:ext uri="{BB962C8B-B14F-4D97-AF65-F5344CB8AC3E}">
        <p14:creationId xmlns:p14="http://schemas.microsoft.com/office/powerpoint/2010/main" val="2419883207"/>
      </p:ext>
    </p:extLst>
  </p:cSld>
  <p:clrMapOvr>
    <a:masterClrMapping/>
  </p:clrMapOvr>
  <mc:AlternateContent xmlns:mc="http://schemas.openxmlformats.org/markup-compatibility/2006" xmlns:p159="http://schemas.microsoft.com/office/powerpoint/2015/09/main">
    <mc:Choice Requires="p159">
      <p:transition xmlns:p14="http://schemas.microsoft.com/office/powerpoint/2010/main" spd="slow" p14:dur="2000">
        <p159:morph option="byObject"/>
      </p:transition>
    </mc:Choice>
    <mc:Fallback xmlns="">
      <p:transition spd="slow">
        <p:fade/>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2" presetClass="entr" presetSubtype="1" fill="hold" grpId="0" nodeType="withEffect">
                                  <p:stCondLst>
                                    <p:cond delay="0"/>
                                  </p:stCondLst>
                                  <p:childTnLst>
                                    <p:set>
                                      <p:cBhvr>
                                        <p:cTn id="6" dur="1" fill="hold">
                                          <p:stCondLst>
                                            <p:cond delay="0"/>
                                          </p:stCondLst>
                                        </p:cTn>
                                        <p:tgtEl>
                                          <p:spTgt spid="61"/>
                                        </p:tgtEl>
                                        <p:attrNameLst>
                                          <p:attrName>style.visibility</p:attrName>
                                        </p:attrNameLst>
                                      </p:cBhvr>
                                      <p:to>
                                        <p:strVal val="visible"/>
                                      </p:to>
                                    </p:set>
                                    <p:animEffect transition="in" filter="wipe(up)">
                                      <p:cBhvr>
                                        <p:cTn id="7" dur="500"/>
                                        <p:tgtEl>
                                          <p:spTgt spid="61"/>
                                        </p:tgtEl>
                                      </p:cBhvr>
                                    </p:animEffect>
                                  </p:childTnLst>
                                </p:cTn>
                              </p:par>
                              <p:par>
                                <p:cTn id="8" presetID="22" presetClass="entr" presetSubtype="1" fill="hold" grpId="0" nodeType="withEffect">
                                  <p:stCondLst>
                                    <p:cond delay="0"/>
                                  </p:stCondLst>
                                  <p:childTnLst>
                                    <p:set>
                                      <p:cBhvr>
                                        <p:cTn id="9" dur="1" fill="hold">
                                          <p:stCondLst>
                                            <p:cond delay="0"/>
                                          </p:stCondLst>
                                        </p:cTn>
                                        <p:tgtEl>
                                          <p:spTgt spid="18"/>
                                        </p:tgtEl>
                                        <p:attrNameLst>
                                          <p:attrName>style.visibility</p:attrName>
                                        </p:attrNameLst>
                                      </p:cBhvr>
                                      <p:to>
                                        <p:strVal val="visible"/>
                                      </p:to>
                                    </p:set>
                                    <p:animEffect transition="in" filter="wipe(up)">
                                      <p:cBhvr>
                                        <p:cTn id="10" dur="500"/>
                                        <p:tgtEl>
                                          <p:spTgt spid="18"/>
                                        </p:tgtEl>
                                      </p:cBhvr>
                                    </p:animEffect>
                                  </p:childTnLst>
                                </p:cTn>
                              </p:par>
                              <p:par>
                                <p:cTn id="11" presetID="22" presetClass="entr" presetSubtype="1" fill="hold" grpId="0" nodeType="withEffect">
                                  <p:stCondLst>
                                    <p:cond delay="0"/>
                                  </p:stCondLst>
                                  <p:childTnLst>
                                    <p:set>
                                      <p:cBhvr>
                                        <p:cTn id="12" dur="1" fill="hold">
                                          <p:stCondLst>
                                            <p:cond delay="0"/>
                                          </p:stCondLst>
                                        </p:cTn>
                                        <p:tgtEl>
                                          <p:spTgt spid="19"/>
                                        </p:tgtEl>
                                        <p:attrNameLst>
                                          <p:attrName>style.visibility</p:attrName>
                                        </p:attrNameLst>
                                      </p:cBhvr>
                                      <p:to>
                                        <p:strVal val="visible"/>
                                      </p:to>
                                    </p:set>
                                    <p:animEffect transition="in" filter="wipe(up)">
                                      <p:cBhvr>
                                        <p:cTn id="13" dur="500"/>
                                        <p:tgtEl>
                                          <p:spTgt spid="19"/>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61" grpId="0" animBg="1"/>
      <p:bldP spid="18" grpId="0" animBg="1"/>
      <p:bldP spid="19" grpId="0" animBg="1"/>
    </p:bldLst>
  </p:timing>
</p:sld>
</file>

<file path=ppt/slides/slide29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4" name="组合 3">
            <a:extLst>
              <a:ext uri="{FF2B5EF4-FFF2-40B4-BE49-F238E27FC236}">
                <a16:creationId xmlns:a16="http://schemas.microsoft.com/office/drawing/2014/main" id="{9A1EA9F2-FCB6-48C3-935F-7AE7E3AD14AC}"/>
              </a:ext>
            </a:extLst>
          </p:cNvPr>
          <p:cNvGrpSpPr/>
          <p:nvPr/>
        </p:nvGrpSpPr>
        <p:grpSpPr>
          <a:xfrm>
            <a:off x="304800" y="749300"/>
            <a:ext cx="6192344" cy="400110"/>
            <a:chOff x="424117" y="898245"/>
            <a:chExt cx="6192344" cy="400110"/>
          </a:xfrm>
        </p:grpSpPr>
        <p:sp>
          <p:nvSpPr>
            <p:cNvPr id="2" name="平行四边形 1">
              <a:extLst>
                <a:ext uri="{FF2B5EF4-FFF2-40B4-BE49-F238E27FC236}">
                  <a16:creationId xmlns:a16="http://schemas.microsoft.com/office/drawing/2014/main" id="{1F5BAA3F-9845-4F89-A2DD-8222D3E4EDAC}"/>
                </a:ext>
              </a:extLst>
            </p:cNvPr>
            <p:cNvSpPr/>
            <p:nvPr/>
          </p:nvSpPr>
          <p:spPr>
            <a:xfrm>
              <a:off x="424117" y="898245"/>
              <a:ext cx="628306" cy="387090"/>
            </a:xfrm>
            <a:prstGeom prst="parallelogram">
              <a:avLst/>
            </a:prstGeom>
            <a:solidFill>
              <a:schemeClr val="accent3">
                <a:lumMod val="75000"/>
              </a:schemeClr>
            </a:solidFill>
            <a:ln>
              <a:solidFill>
                <a:schemeClr val="accent3">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CN" sz="2200" dirty="0">
                  <a:latin typeface="Impact" panose="020B0806030902050204" pitchFamily="34" charset="0"/>
                </a:rPr>
                <a:t>01</a:t>
              </a:r>
              <a:endParaRPr lang="zh-CN" altLang="en-US" sz="2200" dirty="0">
                <a:latin typeface="Impact" panose="020B0806030902050204" pitchFamily="34" charset="0"/>
              </a:endParaRPr>
            </a:p>
          </p:txBody>
        </p:sp>
        <p:sp>
          <p:nvSpPr>
            <p:cNvPr id="3" name="文本框 2">
              <a:extLst>
                <a:ext uri="{FF2B5EF4-FFF2-40B4-BE49-F238E27FC236}">
                  <a16:creationId xmlns:a16="http://schemas.microsoft.com/office/drawing/2014/main" id="{4D6BD736-A4D3-4F26-AFED-36E11F50F70B}"/>
                </a:ext>
              </a:extLst>
            </p:cNvPr>
            <p:cNvSpPr txBox="1"/>
            <p:nvPr/>
          </p:nvSpPr>
          <p:spPr>
            <a:xfrm>
              <a:off x="1052423" y="898245"/>
              <a:ext cx="5564038" cy="400110"/>
            </a:xfrm>
            <a:prstGeom prst="rect">
              <a:avLst/>
            </a:prstGeom>
            <a:noFill/>
          </p:spPr>
          <p:txBody>
            <a:bodyPr wrap="square" rtlCol="0">
              <a:spAutoFit/>
            </a:bodyPr>
            <a:lstStyle/>
            <a:p>
              <a:r>
                <a:rPr lang="en-US" altLang="zh-CN" sz="2000" b="1" dirty="0"/>
                <a:t>CSMA/CD</a:t>
              </a:r>
              <a:r>
                <a:rPr lang="zh-CN" altLang="en-US" sz="2000" b="1" dirty="0"/>
                <a:t>协议的基本原理</a:t>
              </a:r>
              <a:endParaRPr lang="en-US" altLang="zh-CN" sz="2000" b="1" dirty="0"/>
            </a:p>
          </p:txBody>
        </p:sp>
      </p:grpSp>
      <p:sp>
        <p:nvSpPr>
          <p:cNvPr id="6" name="矩形 5">
            <a:extLst>
              <a:ext uri="{FF2B5EF4-FFF2-40B4-BE49-F238E27FC236}">
                <a16:creationId xmlns:a16="http://schemas.microsoft.com/office/drawing/2014/main" id="{BC2570DD-396E-4D25-AF51-7823C90107CF}"/>
              </a:ext>
            </a:extLst>
          </p:cNvPr>
          <p:cNvSpPr/>
          <p:nvPr/>
        </p:nvSpPr>
        <p:spPr>
          <a:xfrm>
            <a:off x="304800" y="1341329"/>
            <a:ext cx="3740382" cy="400110"/>
          </a:xfrm>
          <a:prstGeom prst="rect">
            <a:avLst/>
          </a:prstGeom>
        </p:spPr>
        <p:style>
          <a:lnRef idx="2">
            <a:schemeClr val="accent4">
              <a:shade val="50000"/>
            </a:schemeClr>
          </a:lnRef>
          <a:fillRef idx="1">
            <a:schemeClr val="accent4"/>
          </a:fillRef>
          <a:effectRef idx="0">
            <a:schemeClr val="accent4"/>
          </a:effectRef>
          <a:fontRef idx="minor">
            <a:schemeClr val="lt1"/>
          </a:fontRef>
        </p:style>
        <p:txBody>
          <a:bodyPr rtlCol="0" anchor="ctr"/>
          <a:lstStyle/>
          <a:p>
            <a:pPr algn="ctr"/>
            <a:endParaRPr lang="zh-CN" altLang="en-US" b="1" dirty="0"/>
          </a:p>
        </p:txBody>
      </p:sp>
      <p:sp>
        <p:nvSpPr>
          <p:cNvPr id="56" name="矩形 55">
            <a:extLst>
              <a:ext uri="{FF2B5EF4-FFF2-40B4-BE49-F238E27FC236}">
                <a16:creationId xmlns:a16="http://schemas.microsoft.com/office/drawing/2014/main" id="{3C4796E6-AC0C-457E-9848-A637639E67CC}"/>
              </a:ext>
            </a:extLst>
          </p:cNvPr>
          <p:cNvSpPr/>
          <p:nvPr/>
        </p:nvSpPr>
        <p:spPr>
          <a:xfrm>
            <a:off x="4225809" y="1341329"/>
            <a:ext cx="3740382" cy="400110"/>
          </a:xfrm>
          <a:prstGeom prst="rect">
            <a:avLst/>
          </a:prstGeom>
        </p:spPr>
        <p:style>
          <a:lnRef idx="2">
            <a:schemeClr val="accent3">
              <a:shade val="50000"/>
            </a:schemeClr>
          </a:lnRef>
          <a:fillRef idx="1">
            <a:schemeClr val="accent3"/>
          </a:fillRef>
          <a:effectRef idx="0">
            <a:schemeClr val="accent3"/>
          </a:effectRef>
          <a:fontRef idx="minor">
            <a:schemeClr val="lt1"/>
          </a:fontRef>
        </p:style>
        <p:txBody>
          <a:bodyPr rtlCol="0" anchor="ctr"/>
          <a:lstStyle/>
          <a:p>
            <a:pPr algn="ctr"/>
            <a:endParaRPr lang="zh-CN" altLang="en-US"/>
          </a:p>
        </p:txBody>
      </p:sp>
      <p:sp>
        <p:nvSpPr>
          <p:cNvPr id="58" name="矩形 57">
            <a:extLst>
              <a:ext uri="{FF2B5EF4-FFF2-40B4-BE49-F238E27FC236}">
                <a16:creationId xmlns:a16="http://schemas.microsoft.com/office/drawing/2014/main" id="{8C738A42-5B66-4505-B03D-160313542C6B}"/>
              </a:ext>
            </a:extLst>
          </p:cNvPr>
          <p:cNvSpPr/>
          <p:nvPr/>
        </p:nvSpPr>
        <p:spPr>
          <a:xfrm>
            <a:off x="8146818" y="1341329"/>
            <a:ext cx="3740382" cy="400110"/>
          </a:xfrm>
          <a:prstGeom prst="rect">
            <a:avLst/>
          </a:prstGeom>
        </p:spPr>
        <p:style>
          <a:lnRef idx="2">
            <a:schemeClr val="accent5">
              <a:shade val="50000"/>
            </a:schemeClr>
          </a:lnRef>
          <a:fillRef idx="1">
            <a:schemeClr val="accent5"/>
          </a:fillRef>
          <a:effectRef idx="0">
            <a:schemeClr val="accent5"/>
          </a:effectRef>
          <a:fontRef idx="minor">
            <a:schemeClr val="lt1"/>
          </a:fontRef>
        </p:style>
        <p:txBody>
          <a:bodyPr rtlCol="0" anchor="ctr"/>
          <a:lstStyle/>
          <a:p>
            <a:pPr algn="ctr"/>
            <a:endParaRPr lang="zh-CN" altLang="en-US"/>
          </a:p>
        </p:txBody>
      </p:sp>
      <p:sp>
        <p:nvSpPr>
          <p:cNvPr id="8" name="文本框 7">
            <a:extLst>
              <a:ext uri="{FF2B5EF4-FFF2-40B4-BE49-F238E27FC236}">
                <a16:creationId xmlns:a16="http://schemas.microsoft.com/office/drawing/2014/main" id="{D124AB74-A7F3-4D08-8C3C-B508C7C6A51C}"/>
              </a:ext>
            </a:extLst>
          </p:cNvPr>
          <p:cNvSpPr txBox="1"/>
          <p:nvPr/>
        </p:nvSpPr>
        <p:spPr>
          <a:xfrm>
            <a:off x="1085438" y="1356718"/>
            <a:ext cx="1598556" cy="400110"/>
          </a:xfrm>
          <a:prstGeom prst="rect">
            <a:avLst/>
          </a:prstGeom>
          <a:noFill/>
        </p:spPr>
        <p:txBody>
          <a:bodyPr wrap="square" rtlCol="0">
            <a:spAutoFit/>
          </a:bodyPr>
          <a:lstStyle/>
          <a:p>
            <a:pPr algn="ctr"/>
            <a:r>
              <a:rPr lang="zh-CN" altLang="en-US" sz="2000" b="1" dirty="0">
                <a:solidFill>
                  <a:schemeClr val="bg1"/>
                </a:solidFill>
              </a:rPr>
              <a:t>多址接入</a:t>
            </a:r>
          </a:p>
        </p:txBody>
      </p:sp>
      <p:sp>
        <p:nvSpPr>
          <p:cNvPr id="41" name="文本框 40">
            <a:extLst>
              <a:ext uri="{FF2B5EF4-FFF2-40B4-BE49-F238E27FC236}">
                <a16:creationId xmlns:a16="http://schemas.microsoft.com/office/drawing/2014/main" id="{0FCCC336-AB70-403B-BE37-A1B698CF616F}"/>
              </a:ext>
            </a:extLst>
          </p:cNvPr>
          <p:cNvSpPr txBox="1"/>
          <p:nvPr/>
        </p:nvSpPr>
        <p:spPr>
          <a:xfrm>
            <a:off x="2320829" y="1314258"/>
            <a:ext cx="383192" cy="461665"/>
          </a:xfrm>
          <a:prstGeom prst="rect">
            <a:avLst/>
          </a:prstGeom>
          <a:noFill/>
        </p:spPr>
        <p:txBody>
          <a:bodyPr wrap="square">
            <a:spAutoFit/>
          </a:bodyPr>
          <a:lstStyle/>
          <a:p>
            <a:r>
              <a:rPr lang="en-US" altLang="zh-CN" sz="2400" b="1" dirty="0">
                <a:solidFill>
                  <a:schemeClr val="bg1"/>
                </a:solidFill>
                <a:latin typeface="Arial Narrow" panose="020B0606020202030204" pitchFamily="34" charset="0"/>
              </a:rPr>
              <a:t>M</a:t>
            </a:r>
            <a:endParaRPr lang="zh-CN" altLang="en-US" sz="2400" dirty="0">
              <a:solidFill>
                <a:schemeClr val="bg1"/>
              </a:solidFill>
            </a:endParaRPr>
          </a:p>
        </p:txBody>
      </p:sp>
      <p:sp>
        <p:nvSpPr>
          <p:cNvPr id="54" name="文本框 53">
            <a:extLst>
              <a:ext uri="{FF2B5EF4-FFF2-40B4-BE49-F238E27FC236}">
                <a16:creationId xmlns:a16="http://schemas.microsoft.com/office/drawing/2014/main" id="{B5431C6C-A9AE-4820-962C-B2D3EB67BE9B}"/>
              </a:ext>
            </a:extLst>
          </p:cNvPr>
          <p:cNvSpPr txBox="1"/>
          <p:nvPr/>
        </p:nvSpPr>
        <p:spPr>
          <a:xfrm>
            <a:off x="2560926" y="1314258"/>
            <a:ext cx="383192" cy="461665"/>
          </a:xfrm>
          <a:prstGeom prst="rect">
            <a:avLst/>
          </a:prstGeom>
          <a:noFill/>
        </p:spPr>
        <p:txBody>
          <a:bodyPr wrap="square">
            <a:spAutoFit/>
          </a:bodyPr>
          <a:lstStyle/>
          <a:p>
            <a:r>
              <a:rPr lang="en-US" altLang="zh-CN" sz="2400" b="1" dirty="0">
                <a:solidFill>
                  <a:schemeClr val="bg1"/>
                </a:solidFill>
                <a:latin typeface="Arial Narrow" panose="020B0606020202030204" pitchFamily="34" charset="0"/>
              </a:rPr>
              <a:t>A</a:t>
            </a:r>
            <a:endParaRPr lang="zh-CN" altLang="en-US" sz="2400" dirty="0">
              <a:solidFill>
                <a:schemeClr val="bg1"/>
              </a:solidFill>
            </a:endParaRPr>
          </a:p>
        </p:txBody>
      </p:sp>
      <p:sp>
        <p:nvSpPr>
          <p:cNvPr id="59" name="文本框 58">
            <a:extLst>
              <a:ext uri="{FF2B5EF4-FFF2-40B4-BE49-F238E27FC236}">
                <a16:creationId xmlns:a16="http://schemas.microsoft.com/office/drawing/2014/main" id="{C8D143D7-F7E3-4FC0-A8A1-BD4C812C40DB}"/>
              </a:ext>
            </a:extLst>
          </p:cNvPr>
          <p:cNvSpPr txBox="1"/>
          <p:nvPr/>
        </p:nvSpPr>
        <p:spPr>
          <a:xfrm>
            <a:off x="5099369" y="1356718"/>
            <a:ext cx="1598556" cy="400110"/>
          </a:xfrm>
          <a:prstGeom prst="rect">
            <a:avLst/>
          </a:prstGeom>
          <a:noFill/>
        </p:spPr>
        <p:txBody>
          <a:bodyPr wrap="square" rtlCol="0">
            <a:spAutoFit/>
          </a:bodyPr>
          <a:lstStyle/>
          <a:p>
            <a:pPr algn="ctr"/>
            <a:r>
              <a:rPr lang="zh-CN" altLang="en-US" sz="2000" b="1" dirty="0">
                <a:solidFill>
                  <a:schemeClr val="bg1"/>
                </a:solidFill>
              </a:rPr>
              <a:t>载波监听</a:t>
            </a:r>
          </a:p>
        </p:txBody>
      </p:sp>
      <p:sp>
        <p:nvSpPr>
          <p:cNvPr id="38" name="文本框 37">
            <a:extLst>
              <a:ext uri="{FF2B5EF4-FFF2-40B4-BE49-F238E27FC236}">
                <a16:creationId xmlns:a16="http://schemas.microsoft.com/office/drawing/2014/main" id="{84A31281-0C7C-4AD1-BF1E-5FB4696F26F7}"/>
              </a:ext>
            </a:extLst>
          </p:cNvPr>
          <p:cNvSpPr txBox="1"/>
          <p:nvPr/>
        </p:nvSpPr>
        <p:spPr>
          <a:xfrm>
            <a:off x="6344496" y="1314692"/>
            <a:ext cx="383192" cy="461665"/>
          </a:xfrm>
          <a:prstGeom prst="rect">
            <a:avLst/>
          </a:prstGeom>
          <a:noFill/>
        </p:spPr>
        <p:txBody>
          <a:bodyPr wrap="square">
            <a:spAutoFit/>
          </a:bodyPr>
          <a:lstStyle/>
          <a:p>
            <a:r>
              <a:rPr lang="en-US" altLang="zh-CN" sz="2400" b="1" dirty="0">
                <a:solidFill>
                  <a:schemeClr val="bg1"/>
                </a:solidFill>
                <a:latin typeface="Arial Narrow" panose="020B0606020202030204" pitchFamily="34" charset="0"/>
              </a:rPr>
              <a:t>C</a:t>
            </a:r>
            <a:endParaRPr lang="zh-CN" altLang="en-US" sz="2400" dirty="0">
              <a:solidFill>
                <a:schemeClr val="bg1"/>
              </a:solidFill>
            </a:endParaRPr>
          </a:p>
        </p:txBody>
      </p:sp>
      <p:sp>
        <p:nvSpPr>
          <p:cNvPr id="39" name="文本框 38">
            <a:extLst>
              <a:ext uri="{FF2B5EF4-FFF2-40B4-BE49-F238E27FC236}">
                <a16:creationId xmlns:a16="http://schemas.microsoft.com/office/drawing/2014/main" id="{D1527A42-5BA8-4F70-8A58-1322EC2698B7}"/>
              </a:ext>
            </a:extLst>
          </p:cNvPr>
          <p:cNvSpPr txBox="1"/>
          <p:nvPr/>
        </p:nvSpPr>
        <p:spPr>
          <a:xfrm>
            <a:off x="6538548" y="1314692"/>
            <a:ext cx="383192" cy="461665"/>
          </a:xfrm>
          <a:prstGeom prst="rect">
            <a:avLst/>
          </a:prstGeom>
          <a:noFill/>
        </p:spPr>
        <p:txBody>
          <a:bodyPr wrap="square">
            <a:spAutoFit/>
          </a:bodyPr>
          <a:lstStyle/>
          <a:p>
            <a:r>
              <a:rPr lang="en-US" altLang="zh-CN" sz="2400" b="1" dirty="0">
                <a:solidFill>
                  <a:schemeClr val="bg1"/>
                </a:solidFill>
                <a:latin typeface="Arial Narrow" panose="020B0606020202030204" pitchFamily="34" charset="0"/>
              </a:rPr>
              <a:t>S</a:t>
            </a:r>
            <a:endParaRPr lang="zh-CN" altLang="en-US" sz="2400" dirty="0">
              <a:solidFill>
                <a:schemeClr val="bg1"/>
              </a:solidFill>
            </a:endParaRPr>
          </a:p>
        </p:txBody>
      </p:sp>
      <p:sp>
        <p:nvSpPr>
          <p:cNvPr id="60" name="文本框 59">
            <a:extLst>
              <a:ext uri="{FF2B5EF4-FFF2-40B4-BE49-F238E27FC236}">
                <a16:creationId xmlns:a16="http://schemas.microsoft.com/office/drawing/2014/main" id="{AB15AA99-A243-45C1-AE07-0B685612E43F}"/>
              </a:ext>
            </a:extLst>
          </p:cNvPr>
          <p:cNvSpPr txBox="1"/>
          <p:nvPr/>
        </p:nvSpPr>
        <p:spPr>
          <a:xfrm>
            <a:off x="8790300" y="1356718"/>
            <a:ext cx="1598556" cy="400110"/>
          </a:xfrm>
          <a:prstGeom prst="rect">
            <a:avLst/>
          </a:prstGeom>
          <a:noFill/>
        </p:spPr>
        <p:txBody>
          <a:bodyPr wrap="square" rtlCol="0">
            <a:spAutoFit/>
          </a:bodyPr>
          <a:lstStyle/>
          <a:p>
            <a:pPr algn="ctr"/>
            <a:r>
              <a:rPr lang="zh-CN" altLang="en-US" sz="2000" b="1" dirty="0">
                <a:solidFill>
                  <a:schemeClr val="bg1"/>
                </a:solidFill>
              </a:rPr>
              <a:t>碰撞检测</a:t>
            </a:r>
          </a:p>
        </p:txBody>
      </p:sp>
      <p:sp>
        <p:nvSpPr>
          <p:cNvPr id="55" name="文本框 54">
            <a:extLst>
              <a:ext uri="{FF2B5EF4-FFF2-40B4-BE49-F238E27FC236}">
                <a16:creationId xmlns:a16="http://schemas.microsoft.com/office/drawing/2014/main" id="{F7208B3A-F0CA-46E2-A78F-A769880DCC09}"/>
              </a:ext>
            </a:extLst>
          </p:cNvPr>
          <p:cNvSpPr txBox="1"/>
          <p:nvPr/>
        </p:nvSpPr>
        <p:spPr>
          <a:xfrm>
            <a:off x="10032254" y="1318483"/>
            <a:ext cx="383192" cy="461665"/>
          </a:xfrm>
          <a:prstGeom prst="rect">
            <a:avLst/>
          </a:prstGeom>
          <a:noFill/>
        </p:spPr>
        <p:txBody>
          <a:bodyPr wrap="square">
            <a:spAutoFit/>
          </a:bodyPr>
          <a:lstStyle/>
          <a:p>
            <a:r>
              <a:rPr lang="en-US" altLang="zh-CN" sz="2400" b="1" dirty="0">
                <a:solidFill>
                  <a:schemeClr val="bg1"/>
                </a:solidFill>
                <a:latin typeface="Arial Narrow" panose="020B0606020202030204" pitchFamily="34" charset="0"/>
              </a:rPr>
              <a:t>C</a:t>
            </a:r>
            <a:endParaRPr lang="zh-CN" altLang="en-US" sz="2400" dirty="0">
              <a:solidFill>
                <a:schemeClr val="bg1"/>
              </a:solidFill>
            </a:endParaRPr>
          </a:p>
        </p:txBody>
      </p:sp>
      <p:sp>
        <p:nvSpPr>
          <p:cNvPr id="57" name="文本框 56">
            <a:extLst>
              <a:ext uri="{FF2B5EF4-FFF2-40B4-BE49-F238E27FC236}">
                <a16:creationId xmlns:a16="http://schemas.microsoft.com/office/drawing/2014/main" id="{F625F8B0-68ED-4238-86A5-61737324B156}"/>
              </a:ext>
            </a:extLst>
          </p:cNvPr>
          <p:cNvSpPr txBox="1"/>
          <p:nvPr/>
        </p:nvSpPr>
        <p:spPr>
          <a:xfrm>
            <a:off x="10259198" y="1318483"/>
            <a:ext cx="383192" cy="461665"/>
          </a:xfrm>
          <a:prstGeom prst="rect">
            <a:avLst/>
          </a:prstGeom>
          <a:noFill/>
        </p:spPr>
        <p:txBody>
          <a:bodyPr wrap="square">
            <a:spAutoFit/>
          </a:bodyPr>
          <a:lstStyle/>
          <a:p>
            <a:r>
              <a:rPr lang="en-US" altLang="zh-CN" sz="2400" b="1" dirty="0">
                <a:solidFill>
                  <a:schemeClr val="bg1"/>
                </a:solidFill>
                <a:latin typeface="Arial Narrow" panose="020B0606020202030204" pitchFamily="34" charset="0"/>
              </a:rPr>
              <a:t>D</a:t>
            </a:r>
            <a:endParaRPr lang="zh-CN" altLang="en-US" sz="2400" dirty="0">
              <a:solidFill>
                <a:schemeClr val="bg1"/>
              </a:solidFill>
            </a:endParaRPr>
          </a:p>
        </p:txBody>
      </p:sp>
      <p:sp>
        <p:nvSpPr>
          <p:cNvPr id="20" name="矩形 19">
            <a:extLst>
              <a:ext uri="{FF2B5EF4-FFF2-40B4-BE49-F238E27FC236}">
                <a16:creationId xmlns:a16="http://schemas.microsoft.com/office/drawing/2014/main" id="{78E69C25-885E-4CBA-BA70-FE89F11513E9}"/>
              </a:ext>
            </a:extLst>
          </p:cNvPr>
          <p:cNvSpPr/>
          <p:nvPr/>
        </p:nvSpPr>
        <p:spPr>
          <a:xfrm>
            <a:off x="480594" y="1907145"/>
            <a:ext cx="256976" cy="256976"/>
          </a:xfrm>
          <a:prstGeom prst="rect">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21" name="íşlïḍè">
            <a:extLst>
              <a:ext uri="{FF2B5EF4-FFF2-40B4-BE49-F238E27FC236}">
                <a16:creationId xmlns:a16="http://schemas.microsoft.com/office/drawing/2014/main" id="{B0C91897-282F-4CA1-85EA-80D14797123C}"/>
              </a:ext>
            </a:extLst>
          </p:cNvPr>
          <p:cNvSpPr txBox="1"/>
          <p:nvPr/>
        </p:nvSpPr>
        <p:spPr>
          <a:xfrm>
            <a:off x="797822" y="1852824"/>
            <a:ext cx="3247360" cy="641802"/>
          </a:xfrm>
          <a:prstGeom prst="rect">
            <a:avLst/>
          </a:prstGeom>
          <a:noFill/>
        </p:spPr>
        <p:txBody>
          <a:bodyPr wrap="square" lIns="91440" tIns="45720" rIns="91440" bIns="45720" anchor="ctr">
            <a:noAutofit/>
          </a:bodyPr>
          <a:lstStyle/>
          <a:p>
            <a:r>
              <a:rPr lang="zh-CN" altLang="en-US" b="1" dirty="0">
                <a:latin typeface="Arial Narrow" panose="020B0606020202030204" pitchFamily="34" charset="0"/>
              </a:rPr>
              <a:t>多个站点连接在一条总线上，竞争使用总线。</a:t>
            </a:r>
          </a:p>
        </p:txBody>
      </p:sp>
      <p:sp>
        <p:nvSpPr>
          <p:cNvPr id="22" name="矩形 21">
            <a:extLst>
              <a:ext uri="{FF2B5EF4-FFF2-40B4-BE49-F238E27FC236}">
                <a16:creationId xmlns:a16="http://schemas.microsoft.com/office/drawing/2014/main" id="{4FFFEC01-B97B-4119-9D56-D4C0E7D4840D}"/>
              </a:ext>
            </a:extLst>
          </p:cNvPr>
          <p:cNvSpPr/>
          <p:nvPr/>
        </p:nvSpPr>
        <p:spPr>
          <a:xfrm>
            <a:off x="304800" y="1741439"/>
            <a:ext cx="3740382" cy="3775233"/>
          </a:xfrm>
          <a:prstGeom prst="rect">
            <a:avLst/>
          </a:prstGeom>
          <a:noFill/>
        </p:spPr>
        <p:style>
          <a:lnRef idx="2">
            <a:schemeClr val="accent4">
              <a:shade val="50000"/>
            </a:schemeClr>
          </a:lnRef>
          <a:fillRef idx="1">
            <a:schemeClr val="accent4"/>
          </a:fillRef>
          <a:effectRef idx="0">
            <a:schemeClr val="accent4"/>
          </a:effectRef>
          <a:fontRef idx="minor">
            <a:schemeClr val="lt1"/>
          </a:fontRef>
        </p:style>
        <p:txBody>
          <a:bodyPr rtlCol="0" anchor="ctr"/>
          <a:lstStyle/>
          <a:p>
            <a:pPr algn="ctr"/>
            <a:endParaRPr lang="zh-CN" altLang="en-US" b="1" dirty="0"/>
          </a:p>
        </p:txBody>
      </p:sp>
      <p:sp>
        <p:nvSpPr>
          <p:cNvPr id="23" name="矩形 22">
            <a:extLst>
              <a:ext uri="{FF2B5EF4-FFF2-40B4-BE49-F238E27FC236}">
                <a16:creationId xmlns:a16="http://schemas.microsoft.com/office/drawing/2014/main" id="{4CE024AC-91D9-497D-B1DB-C54F716E422D}"/>
              </a:ext>
            </a:extLst>
          </p:cNvPr>
          <p:cNvSpPr/>
          <p:nvPr/>
        </p:nvSpPr>
        <p:spPr>
          <a:xfrm>
            <a:off x="4224503" y="1741438"/>
            <a:ext cx="3740382" cy="3775233"/>
          </a:xfrm>
          <a:prstGeom prst="rect">
            <a:avLst/>
          </a:prstGeom>
          <a:noFill/>
          <a:ln>
            <a:solidFill>
              <a:schemeClr val="accent3"/>
            </a:solidFill>
          </a:ln>
        </p:spPr>
        <p:style>
          <a:lnRef idx="2">
            <a:schemeClr val="accent4">
              <a:shade val="50000"/>
            </a:schemeClr>
          </a:lnRef>
          <a:fillRef idx="1">
            <a:schemeClr val="accent4"/>
          </a:fillRef>
          <a:effectRef idx="0">
            <a:schemeClr val="accent4"/>
          </a:effectRef>
          <a:fontRef idx="minor">
            <a:schemeClr val="lt1"/>
          </a:fontRef>
        </p:style>
        <p:txBody>
          <a:bodyPr rtlCol="0" anchor="ctr"/>
          <a:lstStyle/>
          <a:p>
            <a:pPr algn="ctr"/>
            <a:endParaRPr lang="zh-CN" altLang="en-US" b="1" dirty="0"/>
          </a:p>
        </p:txBody>
      </p:sp>
      <p:sp>
        <p:nvSpPr>
          <p:cNvPr id="24" name="矩形 23">
            <a:extLst>
              <a:ext uri="{FF2B5EF4-FFF2-40B4-BE49-F238E27FC236}">
                <a16:creationId xmlns:a16="http://schemas.microsoft.com/office/drawing/2014/main" id="{2EB7C699-167D-42DF-8490-91913053C739}"/>
              </a:ext>
            </a:extLst>
          </p:cNvPr>
          <p:cNvSpPr/>
          <p:nvPr/>
        </p:nvSpPr>
        <p:spPr>
          <a:xfrm>
            <a:off x="8144206" y="1741438"/>
            <a:ext cx="3740382" cy="3775233"/>
          </a:xfrm>
          <a:prstGeom prst="rect">
            <a:avLst/>
          </a:prstGeom>
          <a:noFill/>
          <a:ln>
            <a:solidFill>
              <a:schemeClr val="accent5"/>
            </a:solidFill>
          </a:ln>
        </p:spPr>
        <p:style>
          <a:lnRef idx="2">
            <a:schemeClr val="accent4">
              <a:shade val="50000"/>
            </a:schemeClr>
          </a:lnRef>
          <a:fillRef idx="1">
            <a:schemeClr val="accent4"/>
          </a:fillRef>
          <a:effectRef idx="0">
            <a:schemeClr val="accent4"/>
          </a:effectRef>
          <a:fontRef idx="minor">
            <a:schemeClr val="lt1"/>
          </a:fontRef>
        </p:style>
        <p:txBody>
          <a:bodyPr rtlCol="0" anchor="ctr"/>
          <a:lstStyle/>
          <a:p>
            <a:pPr algn="ctr"/>
            <a:endParaRPr lang="zh-CN" altLang="en-US" b="1" dirty="0"/>
          </a:p>
        </p:txBody>
      </p:sp>
    </p:spTree>
    <p:custDataLst>
      <p:tags r:id="rId1"/>
    </p:custDataLst>
    <p:extLst>
      <p:ext uri="{BB962C8B-B14F-4D97-AF65-F5344CB8AC3E}">
        <p14:creationId xmlns:p14="http://schemas.microsoft.com/office/powerpoint/2010/main" val="353929476"/>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49" presetClass="entr" presetSubtype="0" decel="100000" fill="hold" grpId="0" nodeType="withEffect">
                                  <p:stCondLst>
                                    <p:cond delay="0"/>
                                  </p:stCondLst>
                                  <p:childTnLst>
                                    <p:set>
                                      <p:cBhvr>
                                        <p:cTn id="6" dur="1" fill="hold">
                                          <p:stCondLst>
                                            <p:cond delay="0"/>
                                          </p:stCondLst>
                                        </p:cTn>
                                        <p:tgtEl>
                                          <p:spTgt spid="20"/>
                                        </p:tgtEl>
                                        <p:attrNameLst>
                                          <p:attrName>style.visibility</p:attrName>
                                        </p:attrNameLst>
                                      </p:cBhvr>
                                      <p:to>
                                        <p:strVal val="visible"/>
                                      </p:to>
                                    </p:set>
                                    <p:anim calcmode="lin" valueType="num">
                                      <p:cBhvr>
                                        <p:cTn id="7" dur="500" fill="hold"/>
                                        <p:tgtEl>
                                          <p:spTgt spid="20"/>
                                        </p:tgtEl>
                                        <p:attrNameLst>
                                          <p:attrName>ppt_w</p:attrName>
                                        </p:attrNameLst>
                                      </p:cBhvr>
                                      <p:tavLst>
                                        <p:tav tm="0">
                                          <p:val>
                                            <p:fltVal val="0"/>
                                          </p:val>
                                        </p:tav>
                                        <p:tav tm="100000">
                                          <p:val>
                                            <p:strVal val="#ppt_w"/>
                                          </p:val>
                                        </p:tav>
                                      </p:tavLst>
                                    </p:anim>
                                    <p:anim calcmode="lin" valueType="num">
                                      <p:cBhvr>
                                        <p:cTn id="8" dur="500" fill="hold"/>
                                        <p:tgtEl>
                                          <p:spTgt spid="20"/>
                                        </p:tgtEl>
                                        <p:attrNameLst>
                                          <p:attrName>ppt_h</p:attrName>
                                        </p:attrNameLst>
                                      </p:cBhvr>
                                      <p:tavLst>
                                        <p:tav tm="0">
                                          <p:val>
                                            <p:fltVal val="0"/>
                                          </p:val>
                                        </p:tav>
                                        <p:tav tm="100000">
                                          <p:val>
                                            <p:strVal val="#ppt_h"/>
                                          </p:val>
                                        </p:tav>
                                      </p:tavLst>
                                    </p:anim>
                                    <p:anim calcmode="lin" valueType="num">
                                      <p:cBhvr>
                                        <p:cTn id="9" dur="500" fill="hold"/>
                                        <p:tgtEl>
                                          <p:spTgt spid="20"/>
                                        </p:tgtEl>
                                        <p:attrNameLst>
                                          <p:attrName>style.rotation</p:attrName>
                                        </p:attrNameLst>
                                      </p:cBhvr>
                                      <p:tavLst>
                                        <p:tav tm="0">
                                          <p:val>
                                            <p:fltVal val="360"/>
                                          </p:val>
                                        </p:tav>
                                        <p:tav tm="100000">
                                          <p:val>
                                            <p:fltVal val="0"/>
                                          </p:val>
                                        </p:tav>
                                      </p:tavLst>
                                    </p:anim>
                                    <p:animEffect transition="in" filter="fade">
                                      <p:cBhvr>
                                        <p:cTn id="10" dur="500"/>
                                        <p:tgtEl>
                                          <p:spTgt spid="20"/>
                                        </p:tgtEl>
                                      </p:cBhvr>
                                    </p:animEffect>
                                  </p:childTnLst>
                                </p:cTn>
                              </p:par>
                            </p:childTnLst>
                          </p:cTn>
                        </p:par>
                        <p:par>
                          <p:cTn id="11" fill="hold">
                            <p:stCondLst>
                              <p:cond delay="500"/>
                            </p:stCondLst>
                            <p:childTnLst>
                              <p:par>
                                <p:cTn id="12" presetID="1" presetClass="entr" presetSubtype="0" fill="hold" grpId="0" nodeType="afterEffect">
                                  <p:stCondLst>
                                    <p:cond delay="0"/>
                                  </p:stCondLst>
                                  <p:iterate type="lt">
                                    <p:tmAbs val="100"/>
                                  </p:iterate>
                                  <p:childTnLst>
                                    <p:set>
                                      <p:cBhvr>
                                        <p:cTn id="13" dur="1" fill="hold">
                                          <p:stCondLst>
                                            <p:cond delay="0"/>
                                          </p:stCondLst>
                                        </p:cTn>
                                        <p:tgtEl>
                                          <p:spTgt spid="21"/>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0" grpId="0" animBg="1"/>
      <p:bldP spid="21" grpId="0"/>
    </p:bldLst>
  </p:timing>
</p:sld>
</file>

<file path=ppt/slides/slide29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4" name="组合 3">
            <a:extLst>
              <a:ext uri="{FF2B5EF4-FFF2-40B4-BE49-F238E27FC236}">
                <a16:creationId xmlns:a16="http://schemas.microsoft.com/office/drawing/2014/main" id="{9A1EA9F2-FCB6-48C3-935F-7AE7E3AD14AC}"/>
              </a:ext>
            </a:extLst>
          </p:cNvPr>
          <p:cNvGrpSpPr/>
          <p:nvPr/>
        </p:nvGrpSpPr>
        <p:grpSpPr>
          <a:xfrm>
            <a:off x="304800" y="749300"/>
            <a:ext cx="6192344" cy="400110"/>
            <a:chOff x="424117" y="898245"/>
            <a:chExt cx="6192344" cy="400110"/>
          </a:xfrm>
        </p:grpSpPr>
        <p:sp>
          <p:nvSpPr>
            <p:cNvPr id="2" name="平行四边形 1">
              <a:extLst>
                <a:ext uri="{FF2B5EF4-FFF2-40B4-BE49-F238E27FC236}">
                  <a16:creationId xmlns:a16="http://schemas.microsoft.com/office/drawing/2014/main" id="{1F5BAA3F-9845-4F89-A2DD-8222D3E4EDAC}"/>
                </a:ext>
              </a:extLst>
            </p:cNvPr>
            <p:cNvSpPr/>
            <p:nvPr/>
          </p:nvSpPr>
          <p:spPr>
            <a:xfrm>
              <a:off x="424117" y="898245"/>
              <a:ext cx="628306" cy="387090"/>
            </a:xfrm>
            <a:prstGeom prst="parallelogram">
              <a:avLst/>
            </a:prstGeom>
            <a:solidFill>
              <a:schemeClr val="accent3">
                <a:lumMod val="75000"/>
              </a:schemeClr>
            </a:solidFill>
            <a:ln>
              <a:solidFill>
                <a:schemeClr val="accent3">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CN" sz="2200" dirty="0">
                  <a:latin typeface="Impact" panose="020B0806030902050204" pitchFamily="34" charset="0"/>
                </a:rPr>
                <a:t>01</a:t>
              </a:r>
              <a:endParaRPr lang="zh-CN" altLang="en-US" sz="2200" dirty="0">
                <a:latin typeface="Impact" panose="020B0806030902050204" pitchFamily="34" charset="0"/>
              </a:endParaRPr>
            </a:p>
          </p:txBody>
        </p:sp>
        <p:sp>
          <p:nvSpPr>
            <p:cNvPr id="3" name="文本框 2">
              <a:extLst>
                <a:ext uri="{FF2B5EF4-FFF2-40B4-BE49-F238E27FC236}">
                  <a16:creationId xmlns:a16="http://schemas.microsoft.com/office/drawing/2014/main" id="{4D6BD736-A4D3-4F26-AFED-36E11F50F70B}"/>
                </a:ext>
              </a:extLst>
            </p:cNvPr>
            <p:cNvSpPr txBox="1"/>
            <p:nvPr/>
          </p:nvSpPr>
          <p:spPr>
            <a:xfrm>
              <a:off x="1052423" y="898245"/>
              <a:ext cx="5564038" cy="400110"/>
            </a:xfrm>
            <a:prstGeom prst="rect">
              <a:avLst/>
            </a:prstGeom>
            <a:noFill/>
          </p:spPr>
          <p:txBody>
            <a:bodyPr wrap="square" rtlCol="0">
              <a:spAutoFit/>
            </a:bodyPr>
            <a:lstStyle/>
            <a:p>
              <a:r>
                <a:rPr lang="en-US" altLang="zh-CN" sz="2000" b="1" dirty="0"/>
                <a:t>CSMA/CD</a:t>
              </a:r>
              <a:r>
                <a:rPr lang="zh-CN" altLang="en-US" sz="2000" b="1" dirty="0"/>
                <a:t>协议的基本原理</a:t>
              </a:r>
              <a:endParaRPr lang="en-US" altLang="zh-CN" sz="2000" b="1" dirty="0"/>
            </a:p>
          </p:txBody>
        </p:sp>
      </p:grpSp>
      <p:sp>
        <p:nvSpPr>
          <p:cNvPr id="6" name="矩形 5">
            <a:extLst>
              <a:ext uri="{FF2B5EF4-FFF2-40B4-BE49-F238E27FC236}">
                <a16:creationId xmlns:a16="http://schemas.microsoft.com/office/drawing/2014/main" id="{BC2570DD-396E-4D25-AF51-7823C90107CF}"/>
              </a:ext>
            </a:extLst>
          </p:cNvPr>
          <p:cNvSpPr/>
          <p:nvPr/>
        </p:nvSpPr>
        <p:spPr>
          <a:xfrm>
            <a:off x="304800" y="1341329"/>
            <a:ext cx="3740382" cy="400110"/>
          </a:xfrm>
          <a:prstGeom prst="rect">
            <a:avLst/>
          </a:prstGeom>
        </p:spPr>
        <p:style>
          <a:lnRef idx="2">
            <a:schemeClr val="accent4">
              <a:shade val="50000"/>
            </a:schemeClr>
          </a:lnRef>
          <a:fillRef idx="1">
            <a:schemeClr val="accent4"/>
          </a:fillRef>
          <a:effectRef idx="0">
            <a:schemeClr val="accent4"/>
          </a:effectRef>
          <a:fontRef idx="minor">
            <a:schemeClr val="lt1"/>
          </a:fontRef>
        </p:style>
        <p:txBody>
          <a:bodyPr rtlCol="0" anchor="ctr"/>
          <a:lstStyle/>
          <a:p>
            <a:pPr algn="ctr"/>
            <a:endParaRPr lang="zh-CN" altLang="en-US" b="1" dirty="0"/>
          </a:p>
        </p:txBody>
      </p:sp>
      <p:sp>
        <p:nvSpPr>
          <p:cNvPr id="56" name="矩形 55">
            <a:extLst>
              <a:ext uri="{FF2B5EF4-FFF2-40B4-BE49-F238E27FC236}">
                <a16:creationId xmlns:a16="http://schemas.microsoft.com/office/drawing/2014/main" id="{3C4796E6-AC0C-457E-9848-A637639E67CC}"/>
              </a:ext>
            </a:extLst>
          </p:cNvPr>
          <p:cNvSpPr/>
          <p:nvPr/>
        </p:nvSpPr>
        <p:spPr>
          <a:xfrm>
            <a:off x="4225809" y="1341329"/>
            <a:ext cx="3740382" cy="400110"/>
          </a:xfrm>
          <a:prstGeom prst="rect">
            <a:avLst/>
          </a:prstGeom>
        </p:spPr>
        <p:style>
          <a:lnRef idx="2">
            <a:schemeClr val="accent3">
              <a:shade val="50000"/>
            </a:schemeClr>
          </a:lnRef>
          <a:fillRef idx="1">
            <a:schemeClr val="accent3"/>
          </a:fillRef>
          <a:effectRef idx="0">
            <a:schemeClr val="accent3"/>
          </a:effectRef>
          <a:fontRef idx="minor">
            <a:schemeClr val="lt1"/>
          </a:fontRef>
        </p:style>
        <p:txBody>
          <a:bodyPr rtlCol="0" anchor="ctr"/>
          <a:lstStyle/>
          <a:p>
            <a:pPr algn="ctr"/>
            <a:endParaRPr lang="zh-CN" altLang="en-US"/>
          </a:p>
        </p:txBody>
      </p:sp>
      <p:sp>
        <p:nvSpPr>
          <p:cNvPr id="58" name="矩形 57">
            <a:extLst>
              <a:ext uri="{FF2B5EF4-FFF2-40B4-BE49-F238E27FC236}">
                <a16:creationId xmlns:a16="http://schemas.microsoft.com/office/drawing/2014/main" id="{8C738A42-5B66-4505-B03D-160313542C6B}"/>
              </a:ext>
            </a:extLst>
          </p:cNvPr>
          <p:cNvSpPr/>
          <p:nvPr/>
        </p:nvSpPr>
        <p:spPr>
          <a:xfrm>
            <a:off x="8146818" y="1341329"/>
            <a:ext cx="3740382" cy="400110"/>
          </a:xfrm>
          <a:prstGeom prst="rect">
            <a:avLst/>
          </a:prstGeom>
        </p:spPr>
        <p:style>
          <a:lnRef idx="2">
            <a:schemeClr val="accent5">
              <a:shade val="50000"/>
            </a:schemeClr>
          </a:lnRef>
          <a:fillRef idx="1">
            <a:schemeClr val="accent5"/>
          </a:fillRef>
          <a:effectRef idx="0">
            <a:schemeClr val="accent5"/>
          </a:effectRef>
          <a:fontRef idx="minor">
            <a:schemeClr val="lt1"/>
          </a:fontRef>
        </p:style>
        <p:txBody>
          <a:bodyPr rtlCol="0" anchor="ctr"/>
          <a:lstStyle/>
          <a:p>
            <a:pPr algn="ctr"/>
            <a:endParaRPr lang="zh-CN" altLang="en-US"/>
          </a:p>
        </p:txBody>
      </p:sp>
      <p:sp>
        <p:nvSpPr>
          <p:cNvPr id="8" name="文本框 7">
            <a:extLst>
              <a:ext uri="{FF2B5EF4-FFF2-40B4-BE49-F238E27FC236}">
                <a16:creationId xmlns:a16="http://schemas.microsoft.com/office/drawing/2014/main" id="{D124AB74-A7F3-4D08-8C3C-B508C7C6A51C}"/>
              </a:ext>
            </a:extLst>
          </p:cNvPr>
          <p:cNvSpPr txBox="1"/>
          <p:nvPr/>
        </p:nvSpPr>
        <p:spPr>
          <a:xfrm>
            <a:off x="1085438" y="1356718"/>
            <a:ext cx="1598556" cy="400110"/>
          </a:xfrm>
          <a:prstGeom prst="rect">
            <a:avLst/>
          </a:prstGeom>
          <a:noFill/>
        </p:spPr>
        <p:txBody>
          <a:bodyPr wrap="square" rtlCol="0">
            <a:spAutoFit/>
          </a:bodyPr>
          <a:lstStyle/>
          <a:p>
            <a:pPr algn="ctr"/>
            <a:r>
              <a:rPr lang="zh-CN" altLang="en-US" sz="2000" b="1" dirty="0">
                <a:solidFill>
                  <a:schemeClr val="bg1"/>
                </a:solidFill>
              </a:rPr>
              <a:t>多址接入</a:t>
            </a:r>
          </a:p>
        </p:txBody>
      </p:sp>
      <p:sp>
        <p:nvSpPr>
          <p:cNvPr id="41" name="文本框 40">
            <a:extLst>
              <a:ext uri="{FF2B5EF4-FFF2-40B4-BE49-F238E27FC236}">
                <a16:creationId xmlns:a16="http://schemas.microsoft.com/office/drawing/2014/main" id="{0FCCC336-AB70-403B-BE37-A1B698CF616F}"/>
              </a:ext>
            </a:extLst>
          </p:cNvPr>
          <p:cNvSpPr txBox="1"/>
          <p:nvPr/>
        </p:nvSpPr>
        <p:spPr>
          <a:xfrm>
            <a:off x="2320829" y="1314258"/>
            <a:ext cx="383192" cy="461665"/>
          </a:xfrm>
          <a:prstGeom prst="rect">
            <a:avLst/>
          </a:prstGeom>
          <a:noFill/>
        </p:spPr>
        <p:txBody>
          <a:bodyPr wrap="square">
            <a:spAutoFit/>
          </a:bodyPr>
          <a:lstStyle/>
          <a:p>
            <a:r>
              <a:rPr lang="en-US" altLang="zh-CN" sz="2400" b="1" dirty="0">
                <a:solidFill>
                  <a:schemeClr val="bg1"/>
                </a:solidFill>
                <a:latin typeface="Arial Narrow" panose="020B0606020202030204" pitchFamily="34" charset="0"/>
              </a:rPr>
              <a:t>M</a:t>
            </a:r>
            <a:endParaRPr lang="zh-CN" altLang="en-US" sz="2400" dirty="0">
              <a:solidFill>
                <a:schemeClr val="bg1"/>
              </a:solidFill>
            </a:endParaRPr>
          </a:p>
        </p:txBody>
      </p:sp>
      <p:sp>
        <p:nvSpPr>
          <p:cNvPr id="54" name="文本框 53">
            <a:extLst>
              <a:ext uri="{FF2B5EF4-FFF2-40B4-BE49-F238E27FC236}">
                <a16:creationId xmlns:a16="http://schemas.microsoft.com/office/drawing/2014/main" id="{B5431C6C-A9AE-4820-962C-B2D3EB67BE9B}"/>
              </a:ext>
            </a:extLst>
          </p:cNvPr>
          <p:cNvSpPr txBox="1"/>
          <p:nvPr/>
        </p:nvSpPr>
        <p:spPr>
          <a:xfrm>
            <a:off x="2560926" y="1314258"/>
            <a:ext cx="383192" cy="461665"/>
          </a:xfrm>
          <a:prstGeom prst="rect">
            <a:avLst/>
          </a:prstGeom>
          <a:noFill/>
        </p:spPr>
        <p:txBody>
          <a:bodyPr wrap="square">
            <a:spAutoFit/>
          </a:bodyPr>
          <a:lstStyle/>
          <a:p>
            <a:r>
              <a:rPr lang="en-US" altLang="zh-CN" sz="2400" b="1" dirty="0">
                <a:solidFill>
                  <a:schemeClr val="bg1"/>
                </a:solidFill>
                <a:latin typeface="Arial Narrow" panose="020B0606020202030204" pitchFamily="34" charset="0"/>
              </a:rPr>
              <a:t>A</a:t>
            </a:r>
            <a:endParaRPr lang="zh-CN" altLang="en-US" sz="2400" dirty="0">
              <a:solidFill>
                <a:schemeClr val="bg1"/>
              </a:solidFill>
            </a:endParaRPr>
          </a:p>
        </p:txBody>
      </p:sp>
      <p:sp>
        <p:nvSpPr>
          <p:cNvPr id="59" name="文本框 58">
            <a:extLst>
              <a:ext uri="{FF2B5EF4-FFF2-40B4-BE49-F238E27FC236}">
                <a16:creationId xmlns:a16="http://schemas.microsoft.com/office/drawing/2014/main" id="{C8D143D7-F7E3-4FC0-A8A1-BD4C812C40DB}"/>
              </a:ext>
            </a:extLst>
          </p:cNvPr>
          <p:cNvSpPr txBox="1"/>
          <p:nvPr/>
        </p:nvSpPr>
        <p:spPr>
          <a:xfrm>
            <a:off x="5099369" y="1356718"/>
            <a:ext cx="1598556" cy="400110"/>
          </a:xfrm>
          <a:prstGeom prst="rect">
            <a:avLst/>
          </a:prstGeom>
          <a:noFill/>
        </p:spPr>
        <p:txBody>
          <a:bodyPr wrap="square" rtlCol="0">
            <a:spAutoFit/>
          </a:bodyPr>
          <a:lstStyle/>
          <a:p>
            <a:pPr algn="ctr"/>
            <a:r>
              <a:rPr lang="zh-CN" altLang="en-US" sz="2000" b="1" dirty="0">
                <a:solidFill>
                  <a:schemeClr val="bg1"/>
                </a:solidFill>
              </a:rPr>
              <a:t>载波监听</a:t>
            </a:r>
          </a:p>
        </p:txBody>
      </p:sp>
      <p:sp>
        <p:nvSpPr>
          <p:cNvPr id="38" name="文本框 37">
            <a:extLst>
              <a:ext uri="{FF2B5EF4-FFF2-40B4-BE49-F238E27FC236}">
                <a16:creationId xmlns:a16="http://schemas.microsoft.com/office/drawing/2014/main" id="{84A31281-0C7C-4AD1-BF1E-5FB4696F26F7}"/>
              </a:ext>
            </a:extLst>
          </p:cNvPr>
          <p:cNvSpPr txBox="1"/>
          <p:nvPr/>
        </p:nvSpPr>
        <p:spPr>
          <a:xfrm>
            <a:off x="6344496" y="1314692"/>
            <a:ext cx="383192" cy="461665"/>
          </a:xfrm>
          <a:prstGeom prst="rect">
            <a:avLst/>
          </a:prstGeom>
          <a:noFill/>
        </p:spPr>
        <p:txBody>
          <a:bodyPr wrap="square">
            <a:spAutoFit/>
          </a:bodyPr>
          <a:lstStyle/>
          <a:p>
            <a:r>
              <a:rPr lang="en-US" altLang="zh-CN" sz="2400" b="1" dirty="0">
                <a:solidFill>
                  <a:schemeClr val="bg1"/>
                </a:solidFill>
                <a:latin typeface="Arial Narrow" panose="020B0606020202030204" pitchFamily="34" charset="0"/>
              </a:rPr>
              <a:t>C</a:t>
            </a:r>
            <a:endParaRPr lang="zh-CN" altLang="en-US" sz="2400" dirty="0">
              <a:solidFill>
                <a:schemeClr val="bg1"/>
              </a:solidFill>
            </a:endParaRPr>
          </a:p>
        </p:txBody>
      </p:sp>
      <p:sp>
        <p:nvSpPr>
          <p:cNvPr id="39" name="文本框 38">
            <a:extLst>
              <a:ext uri="{FF2B5EF4-FFF2-40B4-BE49-F238E27FC236}">
                <a16:creationId xmlns:a16="http://schemas.microsoft.com/office/drawing/2014/main" id="{D1527A42-5BA8-4F70-8A58-1322EC2698B7}"/>
              </a:ext>
            </a:extLst>
          </p:cNvPr>
          <p:cNvSpPr txBox="1"/>
          <p:nvPr/>
        </p:nvSpPr>
        <p:spPr>
          <a:xfrm>
            <a:off x="6538548" y="1314692"/>
            <a:ext cx="383192" cy="461665"/>
          </a:xfrm>
          <a:prstGeom prst="rect">
            <a:avLst/>
          </a:prstGeom>
          <a:noFill/>
        </p:spPr>
        <p:txBody>
          <a:bodyPr wrap="square">
            <a:spAutoFit/>
          </a:bodyPr>
          <a:lstStyle/>
          <a:p>
            <a:r>
              <a:rPr lang="en-US" altLang="zh-CN" sz="2400" b="1" dirty="0">
                <a:solidFill>
                  <a:schemeClr val="bg1"/>
                </a:solidFill>
                <a:latin typeface="Arial Narrow" panose="020B0606020202030204" pitchFamily="34" charset="0"/>
              </a:rPr>
              <a:t>S</a:t>
            </a:r>
            <a:endParaRPr lang="zh-CN" altLang="en-US" sz="2400" dirty="0">
              <a:solidFill>
                <a:schemeClr val="bg1"/>
              </a:solidFill>
            </a:endParaRPr>
          </a:p>
        </p:txBody>
      </p:sp>
      <p:sp>
        <p:nvSpPr>
          <p:cNvPr id="60" name="文本框 59">
            <a:extLst>
              <a:ext uri="{FF2B5EF4-FFF2-40B4-BE49-F238E27FC236}">
                <a16:creationId xmlns:a16="http://schemas.microsoft.com/office/drawing/2014/main" id="{AB15AA99-A243-45C1-AE07-0B685612E43F}"/>
              </a:ext>
            </a:extLst>
          </p:cNvPr>
          <p:cNvSpPr txBox="1"/>
          <p:nvPr/>
        </p:nvSpPr>
        <p:spPr>
          <a:xfrm>
            <a:off x="8790300" y="1356718"/>
            <a:ext cx="1598556" cy="400110"/>
          </a:xfrm>
          <a:prstGeom prst="rect">
            <a:avLst/>
          </a:prstGeom>
          <a:noFill/>
        </p:spPr>
        <p:txBody>
          <a:bodyPr wrap="square" rtlCol="0">
            <a:spAutoFit/>
          </a:bodyPr>
          <a:lstStyle/>
          <a:p>
            <a:pPr algn="ctr"/>
            <a:r>
              <a:rPr lang="zh-CN" altLang="en-US" sz="2000" b="1" dirty="0">
                <a:solidFill>
                  <a:schemeClr val="bg1"/>
                </a:solidFill>
              </a:rPr>
              <a:t>碰撞检测</a:t>
            </a:r>
          </a:p>
        </p:txBody>
      </p:sp>
      <p:sp>
        <p:nvSpPr>
          <p:cNvPr id="55" name="文本框 54">
            <a:extLst>
              <a:ext uri="{FF2B5EF4-FFF2-40B4-BE49-F238E27FC236}">
                <a16:creationId xmlns:a16="http://schemas.microsoft.com/office/drawing/2014/main" id="{F7208B3A-F0CA-46E2-A78F-A769880DCC09}"/>
              </a:ext>
            </a:extLst>
          </p:cNvPr>
          <p:cNvSpPr txBox="1"/>
          <p:nvPr/>
        </p:nvSpPr>
        <p:spPr>
          <a:xfrm>
            <a:off x="10032254" y="1318483"/>
            <a:ext cx="383192" cy="461665"/>
          </a:xfrm>
          <a:prstGeom prst="rect">
            <a:avLst/>
          </a:prstGeom>
          <a:noFill/>
        </p:spPr>
        <p:txBody>
          <a:bodyPr wrap="square">
            <a:spAutoFit/>
          </a:bodyPr>
          <a:lstStyle/>
          <a:p>
            <a:r>
              <a:rPr lang="en-US" altLang="zh-CN" sz="2400" b="1" dirty="0">
                <a:solidFill>
                  <a:schemeClr val="bg1"/>
                </a:solidFill>
                <a:latin typeface="Arial Narrow" panose="020B0606020202030204" pitchFamily="34" charset="0"/>
              </a:rPr>
              <a:t>C</a:t>
            </a:r>
            <a:endParaRPr lang="zh-CN" altLang="en-US" sz="2400" dirty="0">
              <a:solidFill>
                <a:schemeClr val="bg1"/>
              </a:solidFill>
            </a:endParaRPr>
          </a:p>
        </p:txBody>
      </p:sp>
      <p:sp>
        <p:nvSpPr>
          <p:cNvPr id="57" name="文本框 56">
            <a:extLst>
              <a:ext uri="{FF2B5EF4-FFF2-40B4-BE49-F238E27FC236}">
                <a16:creationId xmlns:a16="http://schemas.microsoft.com/office/drawing/2014/main" id="{F625F8B0-68ED-4238-86A5-61737324B156}"/>
              </a:ext>
            </a:extLst>
          </p:cNvPr>
          <p:cNvSpPr txBox="1"/>
          <p:nvPr/>
        </p:nvSpPr>
        <p:spPr>
          <a:xfrm>
            <a:off x="10259198" y="1318483"/>
            <a:ext cx="383192" cy="461665"/>
          </a:xfrm>
          <a:prstGeom prst="rect">
            <a:avLst/>
          </a:prstGeom>
          <a:noFill/>
        </p:spPr>
        <p:txBody>
          <a:bodyPr wrap="square">
            <a:spAutoFit/>
          </a:bodyPr>
          <a:lstStyle/>
          <a:p>
            <a:r>
              <a:rPr lang="en-US" altLang="zh-CN" sz="2400" b="1" dirty="0">
                <a:solidFill>
                  <a:schemeClr val="bg1"/>
                </a:solidFill>
                <a:latin typeface="Arial Narrow" panose="020B0606020202030204" pitchFamily="34" charset="0"/>
              </a:rPr>
              <a:t>D</a:t>
            </a:r>
            <a:endParaRPr lang="zh-CN" altLang="en-US" sz="2400" dirty="0">
              <a:solidFill>
                <a:schemeClr val="bg1"/>
              </a:solidFill>
            </a:endParaRPr>
          </a:p>
        </p:txBody>
      </p:sp>
      <p:sp>
        <p:nvSpPr>
          <p:cNvPr id="20" name="矩形 19">
            <a:extLst>
              <a:ext uri="{FF2B5EF4-FFF2-40B4-BE49-F238E27FC236}">
                <a16:creationId xmlns:a16="http://schemas.microsoft.com/office/drawing/2014/main" id="{78E69C25-885E-4CBA-BA70-FE89F11513E9}"/>
              </a:ext>
            </a:extLst>
          </p:cNvPr>
          <p:cNvSpPr/>
          <p:nvPr/>
        </p:nvSpPr>
        <p:spPr>
          <a:xfrm>
            <a:off x="480594" y="1907145"/>
            <a:ext cx="256976" cy="256976"/>
          </a:xfrm>
          <a:prstGeom prst="rect">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21" name="íşlïḍè">
            <a:extLst>
              <a:ext uri="{FF2B5EF4-FFF2-40B4-BE49-F238E27FC236}">
                <a16:creationId xmlns:a16="http://schemas.microsoft.com/office/drawing/2014/main" id="{B0C91897-282F-4CA1-85EA-80D14797123C}"/>
              </a:ext>
            </a:extLst>
          </p:cNvPr>
          <p:cNvSpPr txBox="1"/>
          <p:nvPr/>
        </p:nvSpPr>
        <p:spPr>
          <a:xfrm>
            <a:off x="797822" y="1852824"/>
            <a:ext cx="3247360" cy="641802"/>
          </a:xfrm>
          <a:prstGeom prst="rect">
            <a:avLst/>
          </a:prstGeom>
          <a:noFill/>
        </p:spPr>
        <p:txBody>
          <a:bodyPr wrap="square" lIns="91440" tIns="45720" rIns="91440" bIns="45720" anchor="ctr">
            <a:noAutofit/>
          </a:bodyPr>
          <a:lstStyle/>
          <a:p>
            <a:r>
              <a:rPr lang="zh-CN" altLang="en-US" b="1" dirty="0">
                <a:latin typeface="Arial Narrow" panose="020B0606020202030204" pitchFamily="34" charset="0"/>
              </a:rPr>
              <a:t>多个站点连接在一条总线上，竞争使用总线。</a:t>
            </a:r>
          </a:p>
        </p:txBody>
      </p:sp>
      <p:sp>
        <p:nvSpPr>
          <p:cNvPr id="22" name="矩形 21">
            <a:extLst>
              <a:ext uri="{FF2B5EF4-FFF2-40B4-BE49-F238E27FC236}">
                <a16:creationId xmlns:a16="http://schemas.microsoft.com/office/drawing/2014/main" id="{30048939-591F-407A-A2B6-756162248488}"/>
              </a:ext>
            </a:extLst>
          </p:cNvPr>
          <p:cNvSpPr/>
          <p:nvPr/>
        </p:nvSpPr>
        <p:spPr>
          <a:xfrm>
            <a:off x="4403588" y="1907145"/>
            <a:ext cx="256976" cy="256976"/>
          </a:xfrm>
          <a:prstGeom prst="rect">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23" name="íşlïḍè">
            <a:extLst>
              <a:ext uri="{FF2B5EF4-FFF2-40B4-BE49-F238E27FC236}">
                <a16:creationId xmlns:a16="http://schemas.microsoft.com/office/drawing/2014/main" id="{17A20E68-FDDC-45FD-B2B2-65C6B6E2E2A4}"/>
              </a:ext>
            </a:extLst>
          </p:cNvPr>
          <p:cNvSpPr txBox="1"/>
          <p:nvPr/>
        </p:nvSpPr>
        <p:spPr>
          <a:xfrm>
            <a:off x="4720816" y="1852824"/>
            <a:ext cx="3247360" cy="943642"/>
          </a:xfrm>
          <a:prstGeom prst="rect">
            <a:avLst/>
          </a:prstGeom>
          <a:noFill/>
        </p:spPr>
        <p:txBody>
          <a:bodyPr wrap="square" lIns="91440" tIns="45720" rIns="91440" bIns="45720" anchor="ctr">
            <a:noAutofit/>
          </a:bodyPr>
          <a:lstStyle/>
          <a:p>
            <a:r>
              <a:rPr lang="zh-CN" altLang="en-US" b="1" dirty="0">
                <a:latin typeface="Arial Narrow" panose="020B0606020202030204" pitchFamily="34" charset="0"/>
              </a:rPr>
              <a:t>每个站点在发送帧之前，先要检测一下总线上是否有其他站点在发送帧（“</a:t>
            </a:r>
            <a:r>
              <a:rPr lang="zh-CN" altLang="en-US" b="1" dirty="0">
                <a:solidFill>
                  <a:schemeClr val="accent1">
                    <a:lumMod val="75000"/>
                  </a:schemeClr>
                </a:solidFill>
                <a:latin typeface="Arial Narrow" panose="020B0606020202030204" pitchFamily="34" charset="0"/>
              </a:rPr>
              <a:t>先听后说</a:t>
            </a:r>
            <a:r>
              <a:rPr lang="zh-CN" altLang="en-US" b="1" dirty="0">
                <a:latin typeface="Arial Narrow" panose="020B0606020202030204" pitchFamily="34" charset="0"/>
              </a:rPr>
              <a:t>”）：</a:t>
            </a:r>
          </a:p>
        </p:txBody>
      </p:sp>
      <p:sp>
        <p:nvSpPr>
          <p:cNvPr id="26" name="矩形 25">
            <a:extLst>
              <a:ext uri="{FF2B5EF4-FFF2-40B4-BE49-F238E27FC236}">
                <a16:creationId xmlns:a16="http://schemas.microsoft.com/office/drawing/2014/main" id="{1A1196AD-F7AE-4007-A4D2-27CC5354A92E}"/>
              </a:ext>
            </a:extLst>
          </p:cNvPr>
          <p:cNvSpPr/>
          <p:nvPr/>
        </p:nvSpPr>
        <p:spPr>
          <a:xfrm>
            <a:off x="4786780" y="2915407"/>
            <a:ext cx="256976" cy="256976"/>
          </a:xfrm>
          <a:prstGeom prst="rect">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27" name="íşlïḍè">
            <a:extLst>
              <a:ext uri="{FF2B5EF4-FFF2-40B4-BE49-F238E27FC236}">
                <a16:creationId xmlns:a16="http://schemas.microsoft.com/office/drawing/2014/main" id="{7D1C99B3-FC3B-4E96-8491-C5E2A565E6D8}"/>
              </a:ext>
            </a:extLst>
          </p:cNvPr>
          <p:cNvSpPr txBox="1"/>
          <p:nvPr/>
        </p:nvSpPr>
        <p:spPr>
          <a:xfrm>
            <a:off x="5104008" y="2861085"/>
            <a:ext cx="2860877" cy="1200449"/>
          </a:xfrm>
          <a:prstGeom prst="rect">
            <a:avLst/>
          </a:prstGeom>
          <a:noFill/>
        </p:spPr>
        <p:txBody>
          <a:bodyPr wrap="square" lIns="91440" tIns="45720" rIns="91440" bIns="45720" anchor="ctr">
            <a:noAutofit/>
          </a:bodyPr>
          <a:lstStyle/>
          <a:p>
            <a:r>
              <a:rPr lang="zh-CN" altLang="en-US" b="1" dirty="0">
                <a:latin typeface="Arial Narrow" panose="020B0606020202030204" pitchFamily="34" charset="0"/>
              </a:rPr>
              <a:t>若检测到总线空闲</a:t>
            </a:r>
            <a:r>
              <a:rPr lang="en-US" altLang="zh-CN" b="1" dirty="0">
                <a:latin typeface="Arial Narrow" panose="020B0606020202030204" pitchFamily="34" charset="0"/>
              </a:rPr>
              <a:t>96</a:t>
            </a:r>
            <a:r>
              <a:rPr lang="zh-CN" altLang="en-US" b="1" dirty="0">
                <a:latin typeface="Arial Narrow" panose="020B0606020202030204" pitchFamily="34" charset="0"/>
              </a:rPr>
              <a:t>比特时间（发送</a:t>
            </a:r>
            <a:r>
              <a:rPr lang="en-US" altLang="zh-CN" b="1" dirty="0">
                <a:latin typeface="Arial Narrow" panose="020B0606020202030204" pitchFamily="34" charset="0"/>
              </a:rPr>
              <a:t>96</a:t>
            </a:r>
            <a:r>
              <a:rPr lang="zh-CN" altLang="en-US" b="1" dirty="0">
                <a:latin typeface="Arial Narrow" panose="020B0606020202030204" pitchFamily="34" charset="0"/>
              </a:rPr>
              <a:t>比特所耗费的时间，也称为帧间最小间隔），则发送这个帧；</a:t>
            </a:r>
          </a:p>
        </p:txBody>
      </p:sp>
      <p:sp>
        <p:nvSpPr>
          <p:cNvPr id="28" name="矩形 27">
            <a:extLst>
              <a:ext uri="{FF2B5EF4-FFF2-40B4-BE49-F238E27FC236}">
                <a16:creationId xmlns:a16="http://schemas.microsoft.com/office/drawing/2014/main" id="{1E9AB81E-E117-46FD-BF12-9350FCB23EA6}"/>
              </a:ext>
            </a:extLst>
          </p:cNvPr>
          <p:cNvSpPr/>
          <p:nvPr/>
        </p:nvSpPr>
        <p:spPr>
          <a:xfrm>
            <a:off x="4790881" y="4180475"/>
            <a:ext cx="256976" cy="256976"/>
          </a:xfrm>
          <a:prstGeom prst="rect">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29" name="íşlïḍè">
            <a:extLst>
              <a:ext uri="{FF2B5EF4-FFF2-40B4-BE49-F238E27FC236}">
                <a16:creationId xmlns:a16="http://schemas.microsoft.com/office/drawing/2014/main" id="{6B09116A-46C4-476A-81E2-2A8E71DE24E8}"/>
              </a:ext>
            </a:extLst>
          </p:cNvPr>
          <p:cNvSpPr txBox="1"/>
          <p:nvPr/>
        </p:nvSpPr>
        <p:spPr>
          <a:xfrm>
            <a:off x="5108109" y="4126153"/>
            <a:ext cx="2860877" cy="1200449"/>
          </a:xfrm>
          <a:prstGeom prst="rect">
            <a:avLst/>
          </a:prstGeom>
          <a:noFill/>
        </p:spPr>
        <p:txBody>
          <a:bodyPr wrap="square" lIns="91440" tIns="45720" rIns="91440" bIns="45720" anchor="ctr">
            <a:noAutofit/>
          </a:bodyPr>
          <a:lstStyle/>
          <a:p>
            <a:r>
              <a:rPr lang="zh-CN" altLang="en-US" b="1" dirty="0">
                <a:latin typeface="Arial Narrow" panose="020B0606020202030204" pitchFamily="34" charset="0"/>
              </a:rPr>
              <a:t>若检测到总线忙，则继续检测并等待总线转为空闲</a:t>
            </a:r>
            <a:r>
              <a:rPr lang="en-US" altLang="zh-CN" b="1" dirty="0">
                <a:latin typeface="Arial Narrow" panose="020B0606020202030204" pitchFamily="34" charset="0"/>
              </a:rPr>
              <a:t>96</a:t>
            </a:r>
            <a:r>
              <a:rPr lang="zh-CN" altLang="en-US" b="1" dirty="0">
                <a:latin typeface="Arial Narrow" panose="020B0606020202030204" pitchFamily="34" charset="0"/>
              </a:rPr>
              <a:t>比特时间，然后发送这个帧。</a:t>
            </a:r>
          </a:p>
        </p:txBody>
      </p:sp>
      <p:sp>
        <p:nvSpPr>
          <p:cNvPr id="30" name="矩形 29">
            <a:extLst>
              <a:ext uri="{FF2B5EF4-FFF2-40B4-BE49-F238E27FC236}">
                <a16:creationId xmlns:a16="http://schemas.microsoft.com/office/drawing/2014/main" id="{1E203018-50A1-46A8-A94E-FA5F02FF77F0}"/>
              </a:ext>
            </a:extLst>
          </p:cNvPr>
          <p:cNvSpPr/>
          <p:nvPr/>
        </p:nvSpPr>
        <p:spPr>
          <a:xfrm>
            <a:off x="304800" y="1741439"/>
            <a:ext cx="3740382" cy="3775233"/>
          </a:xfrm>
          <a:prstGeom prst="rect">
            <a:avLst/>
          </a:prstGeom>
          <a:noFill/>
        </p:spPr>
        <p:style>
          <a:lnRef idx="2">
            <a:schemeClr val="accent4">
              <a:shade val="50000"/>
            </a:schemeClr>
          </a:lnRef>
          <a:fillRef idx="1">
            <a:schemeClr val="accent4"/>
          </a:fillRef>
          <a:effectRef idx="0">
            <a:schemeClr val="accent4"/>
          </a:effectRef>
          <a:fontRef idx="minor">
            <a:schemeClr val="lt1"/>
          </a:fontRef>
        </p:style>
        <p:txBody>
          <a:bodyPr rtlCol="0" anchor="ctr"/>
          <a:lstStyle/>
          <a:p>
            <a:pPr algn="ctr"/>
            <a:endParaRPr lang="zh-CN" altLang="en-US" b="1" dirty="0"/>
          </a:p>
        </p:txBody>
      </p:sp>
      <p:sp>
        <p:nvSpPr>
          <p:cNvPr id="31" name="矩形 30">
            <a:extLst>
              <a:ext uri="{FF2B5EF4-FFF2-40B4-BE49-F238E27FC236}">
                <a16:creationId xmlns:a16="http://schemas.microsoft.com/office/drawing/2014/main" id="{AF29BCFE-018D-403D-9356-49A33A24C825}"/>
              </a:ext>
            </a:extLst>
          </p:cNvPr>
          <p:cNvSpPr/>
          <p:nvPr/>
        </p:nvSpPr>
        <p:spPr>
          <a:xfrm>
            <a:off x="4224503" y="1741438"/>
            <a:ext cx="3740382" cy="3775233"/>
          </a:xfrm>
          <a:prstGeom prst="rect">
            <a:avLst/>
          </a:prstGeom>
          <a:noFill/>
          <a:ln>
            <a:solidFill>
              <a:schemeClr val="accent3"/>
            </a:solidFill>
          </a:ln>
        </p:spPr>
        <p:style>
          <a:lnRef idx="2">
            <a:schemeClr val="accent4">
              <a:shade val="50000"/>
            </a:schemeClr>
          </a:lnRef>
          <a:fillRef idx="1">
            <a:schemeClr val="accent4"/>
          </a:fillRef>
          <a:effectRef idx="0">
            <a:schemeClr val="accent4"/>
          </a:effectRef>
          <a:fontRef idx="minor">
            <a:schemeClr val="lt1"/>
          </a:fontRef>
        </p:style>
        <p:txBody>
          <a:bodyPr rtlCol="0" anchor="ctr"/>
          <a:lstStyle/>
          <a:p>
            <a:pPr algn="ctr"/>
            <a:endParaRPr lang="zh-CN" altLang="en-US" b="1" dirty="0"/>
          </a:p>
        </p:txBody>
      </p:sp>
      <p:sp>
        <p:nvSpPr>
          <p:cNvPr id="32" name="矩形 31">
            <a:extLst>
              <a:ext uri="{FF2B5EF4-FFF2-40B4-BE49-F238E27FC236}">
                <a16:creationId xmlns:a16="http://schemas.microsoft.com/office/drawing/2014/main" id="{A448A4EF-4F9E-431A-9DBF-A8905FD270BB}"/>
              </a:ext>
            </a:extLst>
          </p:cNvPr>
          <p:cNvSpPr/>
          <p:nvPr/>
        </p:nvSpPr>
        <p:spPr>
          <a:xfrm>
            <a:off x="8144206" y="1741438"/>
            <a:ext cx="3740382" cy="3775233"/>
          </a:xfrm>
          <a:prstGeom prst="rect">
            <a:avLst/>
          </a:prstGeom>
          <a:noFill/>
          <a:ln>
            <a:solidFill>
              <a:schemeClr val="accent5"/>
            </a:solidFill>
          </a:ln>
        </p:spPr>
        <p:style>
          <a:lnRef idx="2">
            <a:schemeClr val="accent4">
              <a:shade val="50000"/>
            </a:schemeClr>
          </a:lnRef>
          <a:fillRef idx="1">
            <a:schemeClr val="accent4"/>
          </a:fillRef>
          <a:effectRef idx="0">
            <a:schemeClr val="accent4"/>
          </a:effectRef>
          <a:fontRef idx="minor">
            <a:schemeClr val="lt1"/>
          </a:fontRef>
        </p:style>
        <p:txBody>
          <a:bodyPr rtlCol="0" anchor="ctr"/>
          <a:lstStyle/>
          <a:p>
            <a:pPr algn="ctr"/>
            <a:endParaRPr lang="zh-CN" altLang="en-US" b="1" dirty="0"/>
          </a:p>
        </p:txBody>
      </p:sp>
    </p:spTree>
    <p:custDataLst>
      <p:tags r:id="rId1"/>
    </p:custDataLst>
    <p:extLst>
      <p:ext uri="{BB962C8B-B14F-4D97-AF65-F5344CB8AC3E}">
        <p14:creationId xmlns:p14="http://schemas.microsoft.com/office/powerpoint/2010/main" val="393669042"/>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49" presetClass="entr" presetSubtype="0" decel="100000" fill="hold" grpId="0" nodeType="afterEffect">
                                  <p:stCondLst>
                                    <p:cond delay="0"/>
                                  </p:stCondLst>
                                  <p:childTnLst>
                                    <p:set>
                                      <p:cBhvr>
                                        <p:cTn id="6" dur="1" fill="hold">
                                          <p:stCondLst>
                                            <p:cond delay="0"/>
                                          </p:stCondLst>
                                        </p:cTn>
                                        <p:tgtEl>
                                          <p:spTgt spid="22"/>
                                        </p:tgtEl>
                                        <p:attrNameLst>
                                          <p:attrName>style.visibility</p:attrName>
                                        </p:attrNameLst>
                                      </p:cBhvr>
                                      <p:to>
                                        <p:strVal val="visible"/>
                                      </p:to>
                                    </p:set>
                                    <p:anim calcmode="lin" valueType="num">
                                      <p:cBhvr>
                                        <p:cTn id="7" dur="500" fill="hold"/>
                                        <p:tgtEl>
                                          <p:spTgt spid="22"/>
                                        </p:tgtEl>
                                        <p:attrNameLst>
                                          <p:attrName>ppt_w</p:attrName>
                                        </p:attrNameLst>
                                      </p:cBhvr>
                                      <p:tavLst>
                                        <p:tav tm="0">
                                          <p:val>
                                            <p:fltVal val="0"/>
                                          </p:val>
                                        </p:tav>
                                        <p:tav tm="100000">
                                          <p:val>
                                            <p:strVal val="#ppt_w"/>
                                          </p:val>
                                        </p:tav>
                                      </p:tavLst>
                                    </p:anim>
                                    <p:anim calcmode="lin" valueType="num">
                                      <p:cBhvr>
                                        <p:cTn id="8" dur="500" fill="hold"/>
                                        <p:tgtEl>
                                          <p:spTgt spid="22"/>
                                        </p:tgtEl>
                                        <p:attrNameLst>
                                          <p:attrName>ppt_h</p:attrName>
                                        </p:attrNameLst>
                                      </p:cBhvr>
                                      <p:tavLst>
                                        <p:tav tm="0">
                                          <p:val>
                                            <p:fltVal val="0"/>
                                          </p:val>
                                        </p:tav>
                                        <p:tav tm="100000">
                                          <p:val>
                                            <p:strVal val="#ppt_h"/>
                                          </p:val>
                                        </p:tav>
                                      </p:tavLst>
                                    </p:anim>
                                    <p:anim calcmode="lin" valueType="num">
                                      <p:cBhvr>
                                        <p:cTn id="9" dur="500" fill="hold"/>
                                        <p:tgtEl>
                                          <p:spTgt spid="22"/>
                                        </p:tgtEl>
                                        <p:attrNameLst>
                                          <p:attrName>style.rotation</p:attrName>
                                        </p:attrNameLst>
                                      </p:cBhvr>
                                      <p:tavLst>
                                        <p:tav tm="0">
                                          <p:val>
                                            <p:fltVal val="360"/>
                                          </p:val>
                                        </p:tav>
                                        <p:tav tm="100000">
                                          <p:val>
                                            <p:fltVal val="0"/>
                                          </p:val>
                                        </p:tav>
                                      </p:tavLst>
                                    </p:anim>
                                    <p:animEffect transition="in" filter="fade">
                                      <p:cBhvr>
                                        <p:cTn id="10" dur="500"/>
                                        <p:tgtEl>
                                          <p:spTgt spid="22"/>
                                        </p:tgtEl>
                                      </p:cBhvr>
                                    </p:animEffect>
                                  </p:childTnLst>
                                </p:cTn>
                              </p:par>
                            </p:childTnLst>
                          </p:cTn>
                        </p:par>
                        <p:par>
                          <p:cTn id="11" fill="hold">
                            <p:stCondLst>
                              <p:cond delay="500"/>
                            </p:stCondLst>
                            <p:childTnLst>
                              <p:par>
                                <p:cTn id="12" presetID="1" presetClass="entr" presetSubtype="0" fill="hold" grpId="0" nodeType="afterEffect">
                                  <p:stCondLst>
                                    <p:cond delay="0"/>
                                  </p:stCondLst>
                                  <p:iterate type="lt">
                                    <p:tmAbs val="100"/>
                                  </p:iterate>
                                  <p:childTnLst>
                                    <p:set>
                                      <p:cBhvr>
                                        <p:cTn id="13" dur="1" fill="hold">
                                          <p:stCondLst>
                                            <p:cond delay="0"/>
                                          </p:stCondLst>
                                        </p:cTn>
                                        <p:tgtEl>
                                          <p:spTgt spid="23"/>
                                        </p:tgtEl>
                                        <p:attrNameLst>
                                          <p:attrName>style.visibility</p:attrName>
                                        </p:attrNameLst>
                                      </p:cBhvr>
                                      <p:to>
                                        <p:strVal val="visible"/>
                                      </p:to>
                                    </p:set>
                                  </p:childTnLst>
                                </p:cTn>
                              </p:par>
                            </p:childTnLst>
                          </p:cTn>
                        </p:par>
                      </p:childTnLst>
                    </p:cTn>
                  </p:par>
                  <p:par>
                    <p:cTn id="14" fill="hold">
                      <p:stCondLst>
                        <p:cond delay="indefinite"/>
                      </p:stCondLst>
                      <p:childTnLst>
                        <p:par>
                          <p:cTn id="15" fill="hold">
                            <p:stCondLst>
                              <p:cond delay="0"/>
                            </p:stCondLst>
                            <p:childTnLst>
                              <p:par>
                                <p:cTn id="16" presetID="49" presetClass="entr" presetSubtype="0" decel="100000" fill="hold" grpId="0" nodeType="clickEffect">
                                  <p:stCondLst>
                                    <p:cond delay="0"/>
                                  </p:stCondLst>
                                  <p:childTnLst>
                                    <p:set>
                                      <p:cBhvr>
                                        <p:cTn id="17" dur="1" fill="hold">
                                          <p:stCondLst>
                                            <p:cond delay="0"/>
                                          </p:stCondLst>
                                        </p:cTn>
                                        <p:tgtEl>
                                          <p:spTgt spid="26"/>
                                        </p:tgtEl>
                                        <p:attrNameLst>
                                          <p:attrName>style.visibility</p:attrName>
                                        </p:attrNameLst>
                                      </p:cBhvr>
                                      <p:to>
                                        <p:strVal val="visible"/>
                                      </p:to>
                                    </p:set>
                                    <p:anim calcmode="lin" valueType="num">
                                      <p:cBhvr>
                                        <p:cTn id="18" dur="500" fill="hold"/>
                                        <p:tgtEl>
                                          <p:spTgt spid="26"/>
                                        </p:tgtEl>
                                        <p:attrNameLst>
                                          <p:attrName>ppt_w</p:attrName>
                                        </p:attrNameLst>
                                      </p:cBhvr>
                                      <p:tavLst>
                                        <p:tav tm="0">
                                          <p:val>
                                            <p:fltVal val="0"/>
                                          </p:val>
                                        </p:tav>
                                        <p:tav tm="100000">
                                          <p:val>
                                            <p:strVal val="#ppt_w"/>
                                          </p:val>
                                        </p:tav>
                                      </p:tavLst>
                                    </p:anim>
                                    <p:anim calcmode="lin" valueType="num">
                                      <p:cBhvr>
                                        <p:cTn id="19" dur="500" fill="hold"/>
                                        <p:tgtEl>
                                          <p:spTgt spid="26"/>
                                        </p:tgtEl>
                                        <p:attrNameLst>
                                          <p:attrName>ppt_h</p:attrName>
                                        </p:attrNameLst>
                                      </p:cBhvr>
                                      <p:tavLst>
                                        <p:tav tm="0">
                                          <p:val>
                                            <p:fltVal val="0"/>
                                          </p:val>
                                        </p:tav>
                                        <p:tav tm="100000">
                                          <p:val>
                                            <p:strVal val="#ppt_h"/>
                                          </p:val>
                                        </p:tav>
                                      </p:tavLst>
                                    </p:anim>
                                    <p:anim calcmode="lin" valueType="num">
                                      <p:cBhvr>
                                        <p:cTn id="20" dur="500" fill="hold"/>
                                        <p:tgtEl>
                                          <p:spTgt spid="26"/>
                                        </p:tgtEl>
                                        <p:attrNameLst>
                                          <p:attrName>style.rotation</p:attrName>
                                        </p:attrNameLst>
                                      </p:cBhvr>
                                      <p:tavLst>
                                        <p:tav tm="0">
                                          <p:val>
                                            <p:fltVal val="360"/>
                                          </p:val>
                                        </p:tav>
                                        <p:tav tm="100000">
                                          <p:val>
                                            <p:fltVal val="0"/>
                                          </p:val>
                                        </p:tav>
                                      </p:tavLst>
                                    </p:anim>
                                    <p:animEffect transition="in" filter="fade">
                                      <p:cBhvr>
                                        <p:cTn id="21" dur="500"/>
                                        <p:tgtEl>
                                          <p:spTgt spid="26"/>
                                        </p:tgtEl>
                                      </p:cBhvr>
                                    </p:animEffect>
                                  </p:childTnLst>
                                </p:cTn>
                              </p:par>
                            </p:childTnLst>
                          </p:cTn>
                        </p:par>
                        <p:par>
                          <p:cTn id="22" fill="hold">
                            <p:stCondLst>
                              <p:cond delay="500"/>
                            </p:stCondLst>
                            <p:childTnLst>
                              <p:par>
                                <p:cTn id="23" presetID="1" presetClass="entr" presetSubtype="0" fill="hold" grpId="0" nodeType="afterEffect">
                                  <p:stCondLst>
                                    <p:cond delay="0"/>
                                  </p:stCondLst>
                                  <p:iterate type="lt">
                                    <p:tmAbs val="100"/>
                                  </p:iterate>
                                  <p:childTnLst>
                                    <p:set>
                                      <p:cBhvr>
                                        <p:cTn id="24" dur="1" fill="hold">
                                          <p:stCondLst>
                                            <p:cond delay="0"/>
                                          </p:stCondLst>
                                        </p:cTn>
                                        <p:tgtEl>
                                          <p:spTgt spid="27"/>
                                        </p:tgtEl>
                                        <p:attrNameLst>
                                          <p:attrName>style.visibility</p:attrName>
                                        </p:attrNameLst>
                                      </p:cBhvr>
                                      <p:to>
                                        <p:strVal val="visible"/>
                                      </p:to>
                                    </p:set>
                                  </p:childTnLst>
                                </p:cTn>
                              </p:par>
                            </p:childTnLst>
                          </p:cTn>
                        </p:par>
                      </p:childTnLst>
                    </p:cTn>
                  </p:par>
                  <p:par>
                    <p:cTn id="25" fill="hold">
                      <p:stCondLst>
                        <p:cond delay="indefinite"/>
                      </p:stCondLst>
                      <p:childTnLst>
                        <p:par>
                          <p:cTn id="26" fill="hold">
                            <p:stCondLst>
                              <p:cond delay="0"/>
                            </p:stCondLst>
                            <p:childTnLst>
                              <p:par>
                                <p:cTn id="27" presetID="49" presetClass="entr" presetSubtype="0" decel="100000" fill="hold" grpId="0" nodeType="clickEffect">
                                  <p:stCondLst>
                                    <p:cond delay="0"/>
                                  </p:stCondLst>
                                  <p:childTnLst>
                                    <p:set>
                                      <p:cBhvr>
                                        <p:cTn id="28" dur="1" fill="hold">
                                          <p:stCondLst>
                                            <p:cond delay="0"/>
                                          </p:stCondLst>
                                        </p:cTn>
                                        <p:tgtEl>
                                          <p:spTgt spid="28"/>
                                        </p:tgtEl>
                                        <p:attrNameLst>
                                          <p:attrName>style.visibility</p:attrName>
                                        </p:attrNameLst>
                                      </p:cBhvr>
                                      <p:to>
                                        <p:strVal val="visible"/>
                                      </p:to>
                                    </p:set>
                                    <p:anim calcmode="lin" valueType="num">
                                      <p:cBhvr>
                                        <p:cTn id="29" dur="500" fill="hold"/>
                                        <p:tgtEl>
                                          <p:spTgt spid="28"/>
                                        </p:tgtEl>
                                        <p:attrNameLst>
                                          <p:attrName>ppt_w</p:attrName>
                                        </p:attrNameLst>
                                      </p:cBhvr>
                                      <p:tavLst>
                                        <p:tav tm="0">
                                          <p:val>
                                            <p:fltVal val="0"/>
                                          </p:val>
                                        </p:tav>
                                        <p:tav tm="100000">
                                          <p:val>
                                            <p:strVal val="#ppt_w"/>
                                          </p:val>
                                        </p:tav>
                                      </p:tavLst>
                                    </p:anim>
                                    <p:anim calcmode="lin" valueType="num">
                                      <p:cBhvr>
                                        <p:cTn id="30" dur="500" fill="hold"/>
                                        <p:tgtEl>
                                          <p:spTgt spid="28"/>
                                        </p:tgtEl>
                                        <p:attrNameLst>
                                          <p:attrName>ppt_h</p:attrName>
                                        </p:attrNameLst>
                                      </p:cBhvr>
                                      <p:tavLst>
                                        <p:tav tm="0">
                                          <p:val>
                                            <p:fltVal val="0"/>
                                          </p:val>
                                        </p:tav>
                                        <p:tav tm="100000">
                                          <p:val>
                                            <p:strVal val="#ppt_h"/>
                                          </p:val>
                                        </p:tav>
                                      </p:tavLst>
                                    </p:anim>
                                    <p:anim calcmode="lin" valueType="num">
                                      <p:cBhvr>
                                        <p:cTn id="31" dur="500" fill="hold"/>
                                        <p:tgtEl>
                                          <p:spTgt spid="28"/>
                                        </p:tgtEl>
                                        <p:attrNameLst>
                                          <p:attrName>style.rotation</p:attrName>
                                        </p:attrNameLst>
                                      </p:cBhvr>
                                      <p:tavLst>
                                        <p:tav tm="0">
                                          <p:val>
                                            <p:fltVal val="360"/>
                                          </p:val>
                                        </p:tav>
                                        <p:tav tm="100000">
                                          <p:val>
                                            <p:fltVal val="0"/>
                                          </p:val>
                                        </p:tav>
                                      </p:tavLst>
                                    </p:anim>
                                    <p:animEffect transition="in" filter="fade">
                                      <p:cBhvr>
                                        <p:cTn id="32" dur="500"/>
                                        <p:tgtEl>
                                          <p:spTgt spid="28"/>
                                        </p:tgtEl>
                                      </p:cBhvr>
                                    </p:animEffect>
                                  </p:childTnLst>
                                </p:cTn>
                              </p:par>
                            </p:childTnLst>
                          </p:cTn>
                        </p:par>
                        <p:par>
                          <p:cTn id="33" fill="hold">
                            <p:stCondLst>
                              <p:cond delay="500"/>
                            </p:stCondLst>
                            <p:childTnLst>
                              <p:par>
                                <p:cTn id="34" presetID="1" presetClass="entr" presetSubtype="0" fill="hold" grpId="0" nodeType="afterEffect">
                                  <p:stCondLst>
                                    <p:cond delay="0"/>
                                  </p:stCondLst>
                                  <p:iterate type="lt">
                                    <p:tmAbs val="100"/>
                                  </p:iterate>
                                  <p:childTnLst>
                                    <p:set>
                                      <p:cBhvr>
                                        <p:cTn id="35" dur="1" fill="hold">
                                          <p:stCondLst>
                                            <p:cond delay="0"/>
                                          </p:stCondLst>
                                        </p:cTn>
                                        <p:tgtEl>
                                          <p:spTgt spid="29"/>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2" grpId="0" animBg="1"/>
      <p:bldP spid="23" grpId="0"/>
      <p:bldP spid="26" grpId="0" animBg="1"/>
      <p:bldP spid="27" grpId="0"/>
      <p:bldP spid="28" grpId="0" animBg="1"/>
      <p:bldP spid="29" grpId="0"/>
    </p:bldLst>
  </p:timing>
</p:sld>
</file>

<file path=ppt/slides/slide30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4" name="组合 3">
            <a:extLst>
              <a:ext uri="{FF2B5EF4-FFF2-40B4-BE49-F238E27FC236}">
                <a16:creationId xmlns:a16="http://schemas.microsoft.com/office/drawing/2014/main" id="{9A1EA9F2-FCB6-48C3-935F-7AE7E3AD14AC}"/>
              </a:ext>
            </a:extLst>
          </p:cNvPr>
          <p:cNvGrpSpPr/>
          <p:nvPr/>
        </p:nvGrpSpPr>
        <p:grpSpPr>
          <a:xfrm>
            <a:off x="304800" y="749300"/>
            <a:ext cx="6192344" cy="400110"/>
            <a:chOff x="424117" y="898245"/>
            <a:chExt cx="6192344" cy="400110"/>
          </a:xfrm>
        </p:grpSpPr>
        <p:sp>
          <p:nvSpPr>
            <p:cNvPr id="2" name="平行四边形 1">
              <a:extLst>
                <a:ext uri="{FF2B5EF4-FFF2-40B4-BE49-F238E27FC236}">
                  <a16:creationId xmlns:a16="http://schemas.microsoft.com/office/drawing/2014/main" id="{1F5BAA3F-9845-4F89-A2DD-8222D3E4EDAC}"/>
                </a:ext>
              </a:extLst>
            </p:cNvPr>
            <p:cNvSpPr/>
            <p:nvPr/>
          </p:nvSpPr>
          <p:spPr>
            <a:xfrm>
              <a:off x="424117" y="898245"/>
              <a:ext cx="628306" cy="387090"/>
            </a:xfrm>
            <a:prstGeom prst="parallelogram">
              <a:avLst/>
            </a:prstGeom>
            <a:solidFill>
              <a:schemeClr val="accent3">
                <a:lumMod val="75000"/>
              </a:schemeClr>
            </a:solidFill>
            <a:ln>
              <a:solidFill>
                <a:schemeClr val="accent3">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CN" sz="2200" dirty="0">
                  <a:latin typeface="Impact" panose="020B0806030902050204" pitchFamily="34" charset="0"/>
                </a:rPr>
                <a:t>01</a:t>
              </a:r>
              <a:endParaRPr lang="zh-CN" altLang="en-US" sz="2200" dirty="0">
                <a:latin typeface="Impact" panose="020B0806030902050204" pitchFamily="34" charset="0"/>
              </a:endParaRPr>
            </a:p>
          </p:txBody>
        </p:sp>
        <p:sp>
          <p:nvSpPr>
            <p:cNvPr id="3" name="文本框 2">
              <a:extLst>
                <a:ext uri="{FF2B5EF4-FFF2-40B4-BE49-F238E27FC236}">
                  <a16:creationId xmlns:a16="http://schemas.microsoft.com/office/drawing/2014/main" id="{4D6BD736-A4D3-4F26-AFED-36E11F50F70B}"/>
                </a:ext>
              </a:extLst>
            </p:cNvPr>
            <p:cNvSpPr txBox="1"/>
            <p:nvPr/>
          </p:nvSpPr>
          <p:spPr>
            <a:xfrm>
              <a:off x="1052423" y="898245"/>
              <a:ext cx="5564038" cy="400110"/>
            </a:xfrm>
            <a:prstGeom prst="rect">
              <a:avLst/>
            </a:prstGeom>
            <a:noFill/>
          </p:spPr>
          <p:txBody>
            <a:bodyPr wrap="square" rtlCol="0">
              <a:spAutoFit/>
            </a:bodyPr>
            <a:lstStyle/>
            <a:p>
              <a:r>
                <a:rPr lang="en-US" altLang="zh-CN" sz="2000" b="1" dirty="0"/>
                <a:t>CSMA/CD</a:t>
              </a:r>
              <a:r>
                <a:rPr lang="zh-CN" altLang="en-US" sz="2000" b="1" dirty="0"/>
                <a:t>协议的基本原理</a:t>
              </a:r>
              <a:endParaRPr lang="en-US" altLang="zh-CN" sz="2000" b="1" dirty="0"/>
            </a:p>
          </p:txBody>
        </p:sp>
      </p:grpSp>
      <p:sp>
        <p:nvSpPr>
          <p:cNvPr id="6" name="矩形 5">
            <a:extLst>
              <a:ext uri="{FF2B5EF4-FFF2-40B4-BE49-F238E27FC236}">
                <a16:creationId xmlns:a16="http://schemas.microsoft.com/office/drawing/2014/main" id="{BC2570DD-396E-4D25-AF51-7823C90107CF}"/>
              </a:ext>
            </a:extLst>
          </p:cNvPr>
          <p:cNvSpPr/>
          <p:nvPr/>
        </p:nvSpPr>
        <p:spPr>
          <a:xfrm>
            <a:off x="304800" y="1341329"/>
            <a:ext cx="3740382" cy="400110"/>
          </a:xfrm>
          <a:prstGeom prst="rect">
            <a:avLst/>
          </a:prstGeom>
        </p:spPr>
        <p:style>
          <a:lnRef idx="2">
            <a:schemeClr val="accent4">
              <a:shade val="50000"/>
            </a:schemeClr>
          </a:lnRef>
          <a:fillRef idx="1">
            <a:schemeClr val="accent4"/>
          </a:fillRef>
          <a:effectRef idx="0">
            <a:schemeClr val="accent4"/>
          </a:effectRef>
          <a:fontRef idx="minor">
            <a:schemeClr val="lt1"/>
          </a:fontRef>
        </p:style>
        <p:txBody>
          <a:bodyPr rtlCol="0" anchor="ctr"/>
          <a:lstStyle/>
          <a:p>
            <a:pPr algn="ctr"/>
            <a:endParaRPr lang="zh-CN" altLang="en-US" b="1" dirty="0"/>
          </a:p>
        </p:txBody>
      </p:sp>
      <p:sp>
        <p:nvSpPr>
          <p:cNvPr id="56" name="矩形 55">
            <a:extLst>
              <a:ext uri="{FF2B5EF4-FFF2-40B4-BE49-F238E27FC236}">
                <a16:creationId xmlns:a16="http://schemas.microsoft.com/office/drawing/2014/main" id="{3C4796E6-AC0C-457E-9848-A637639E67CC}"/>
              </a:ext>
            </a:extLst>
          </p:cNvPr>
          <p:cNvSpPr/>
          <p:nvPr/>
        </p:nvSpPr>
        <p:spPr>
          <a:xfrm>
            <a:off x="4225809" y="1341329"/>
            <a:ext cx="3740382" cy="400110"/>
          </a:xfrm>
          <a:prstGeom prst="rect">
            <a:avLst/>
          </a:prstGeom>
        </p:spPr>
        <p:style>
          <a:lnRef idx="2">
            <a:schemeClr val="accent3">
              <a:shade val="50000"/>
            </a:schemeClr>
          </a:lnRef>
          <a:fillRef idx="1">
            <a:schemeClr val="accent3"/>
          </a:fillRef>
          <a:effectRef idx="0">
            <a:schemeClr val="accent3"/>
          </a:effectRef>
          <a:fontRef idx="minor">
            <a:schemeClr val="lt1"/>
          </a:fontRef>
        </p:style>
        <p:txBody>
          <a:bodyPr rtlCol="0" anchor="ctr"/>
          <a:lstStyle/>
          <a:p>
            <a:pPr algn="ctr"/>
            <a:endParaRPr lang="zh-CN" altLang="en-US"/>
          </a:p>
        </p:txBody>
      </p:sp>
      <p:sp>
        <p:nvSpPr>
          <p:cNvPr id="58" name="矩形 57">
            <a:extLst>
              <a:ext uri="{FF2B5EF4-FFF2-40B4-BE49-F238E27FC236}">
                <a16:creationId xmlns:a16="http://schemas.microsoft.com/office/drawing/2014/main" id="{8C738A42-5B66-4505-B03D-160313542C6B}"/>
              </a:ext>
            </a:extLst>
          </p:cNvPr>
          <p:cNvSpPr/>
          <p:nvPr/>
        </p:nvSpPr>
        <p:spPr>
          <a:xfrm>
            <a:off x="8146818" y="1341329"/>
            <a:ext cx="3740382" cy="400110"/>
          </a:xfrm>
          <a:prstGeom prst="rect">
            <a:avLst/>
          </a:prstGeom>
        </p:spPr>
        <p:style>
          <a:lnRef idx="2">
            <a:schemeClr val="accent5">
              <a:shade val="50000"/>
            </a:schemeClr>
          </a:lnRef>
          <a:fillRef idx="1">
            <a:schemeClr val="accent5"/>
          </a:fillRef>
          <a:effectRef idx="0">
            <a:schemeClr val="accent5"/>
          </a:effectRef>
          <a:fontRef idx="minor">
            <a:schemeClr val="lt1"/>
          </a:fontRef>
        </p:style>
        <p:txBody>
          <a:bodyPr rtlCol="0" anchor="ctr"/>
          <a:lstStyle/>
          <a:p>
            <a:pPr algn="ctr"/>
            <a:endParaRPr lang="zh-CN" altLang="en-US"/>
          </a:p>
        </p:txBody>
      </p:sp>
      <p:sp>
        <p:nvSpPr>
          <p:cNvPr id="8" name="文本框 7">
            <a:extLst>
              <a:ext uri="{FF2B5EF4-FFF2-40B4-BE49-F238E27FC236}">
                <a16:creationId xmlns:a16="http://schemas.microsoft.com/office/drawing/2014/main" id="{D124AB74-A7F3-4D08-8C3C-B508C7C6A51C}"/>
              </a:ext>
            </a:extLst>
          </p:cNvPr>
          <p:cNvSpPr txBox="1"/>
          <p:nvPr/>
        </p:nvSpPr>
        <p:spPr>
          <a:xfrm>
            <a:off x="1085438" y="1356718"/>
            <a:ext cx="1598556" cy="400110"/>
          </a:xfrm>
          <a:prstGeom prst="rect">
            <a:avLst/>
          </a:prstGeom>
          <a:noFill/>
        </p:spPr>
        <p:txBody>
          <a:bodyPr wrap="square" rtlCol="0">
            <a:spAutoFit/>
          </a:bodyPr>
          <a:lstStyle/>
          <a:p>
            <a:pPr algn="ctr"/>
            <a:r>
              <a:rPr lang="zh-CN" altLang="en-US" sz="2000" b="1" dirty="0">
                <a:solidFill>
                  <a:schemeClr val="bg1"/>
                </a:solidFill>
              </a:rPr>
              <a:t>多址接入</a:t>
            </a:r>
          </a:p>
        </p:txBody>
      </p:sp>
      <p:sp>
        <p:nvSpPr>
          <p:cNvPr id="41" name="文本框 40">
            <a:extLst>
              <a:ext uri="{FF2B5EF4-FFF2-40B4-BE49-F238E27FC236}">
                <a16:creationId xmlns:a16="http://schemas.microsoft.com/office/drawing/2014/main" id="{0FCCC336-AB70-403B-BE37-A1B698CF616F}"/>
              </a:ext>
            </a:extLst>
          </p:cNvPr>
          <p:cNvSpPr txBox="1"/>
          <p:nvPr/>
        </p:nvSpPr>
        <p:spPr>
          <a:xfrm>
            <a:off x="2320829" y="1314258"/>
            <a:ext cx="383192" cy="461665"/>
          </a:xfrm>
          <a:prstGeom prst="rect">
            <a:avLst/>
          </a:prstGeom>
          <a:noFill/>
        </p:spPr>
        <p:txBody>
          <a:bodyPr wrap="square">
            <a:spAutoFit/>
          </a:bodyPr>
          <a:lstStyle/>
          <a:p>
            <a:r>
              <a:rPr lang="en-US" altLang="zh-CN" sz="2400" b="1" dirty="0">
                <a:solidFill>
                  <a:schemeClr val="bg1"/>
                </a:solidFill>
                <a:latin typeface="Arial Narrow" panose="020B0606020202030204" pitchFamily="34" charset="0"/>
              </a:rPr>
              <a:t>M</a:t>
            </a:r>
            <a:endParaRPr lang="zh-CN" altLang="en-US" sz="2400" dirty="0">
              <a:solidFill>
                <a:schemeClr val="bg1"/>
              </a:solidFill>
            </a:endParaRPr>
          </a:p>
        </p:txBody>
      </p:sp>
      <p:sp>
        <p:nvSpPr>
          <p:cNvPr id="54" name="文本框 53">
            <a:extLst>
              <a:ext uri="{FF2B5EF4-FFF2-40B4-BE49-F238E27FC236}">
                <a16:creationId xmlns:a16="http://schemas.microsoft.com/office/drawing/2014/main" id="{B5431C6C-A9AE-4820-962C-B2D3EB67BE9B}"/>
              </a:ext>
            </a:extLst>
          </p:cNvPr>
          <p:cNvSpPr txBox="1"/>
          <p:nvPr/>
        </p:nvSpPr>
        <p:spPr>
          <a:xfrm>
            <a:off x="2560926" y="1314258"/>
            <a:ext cx="383192" cy="461665"/>
          </a:xfrm>
          <a:prstGeom prst="rect">
            <a:avLst/>
          </a:prstGeom>
          <a:noFill/>
        </p:spPr>
        <p:txBody>
          <a:bodyPr wrap="square">
            <a:spAutoFit/>
          </a:bodyPr>
          <a:lstStyle/>
          <a:p>
            <a:r>
              <a:rPr lang="en-US" altLang="zh-CN" sz="2400" b="1" dirty="0">
                <a:solidFill>
                  <a:schemeClr val="bg1"/>
                </a:solidFill>
                <a:latin typeface="Arial Narrow" panose="020B0606020202030204" pitchFamily="34" charset="0"/>
              </a:rPr>
              <a:t>A</a:t>
            </a:r>
            <a:endParaRPr lang="zh-CN" altLang="en-US" sz="2400" dirty="0">
              <a:solidFill>
                <a:schemeClr val="bg1"/>
              </a:solidFill>
            </a:endParaRPr>
          </a:p>
        </p:txBody>
      </p:sp>
      <p:sp>
        <p:nvSpPr>
          <p:cNvPr id="59" name="文本框 58">
            <a:extLst>
              <a:ext uri="{FF2B5EF4-FFF2-40B4-BE49-F238E27FC236}">
                <a16:creationId xmlns:a16="http://schemas.microsoft.com/office/drawing/2014/main" id="{C8D143D7-F7E3-4FC0-A8A1-BD4C812C40DB}"/>
              </a:ext>
            </a:extLst>
          </p:cNvPr>
          <p:cNvSpPr txBox="1"/>
          <p:nvPr/>
        </p:nvSpPr>
        <p:spPr>
          <a:xfrm>
            <a:off x="5099369" y="1356718"/>
            <a:ext cx="1598556" cy="400110"/>
          </a:xfrm>
          <a:prstGeom prst="rect">
            <a:avLst/>
          </a:prstGeom>
          <a:noFill/>
        </p:spPr>
        <p:txBody>
          <a:bodyPr wrap="square" rtlCol="0">
            <a:spAutoFit/>
          </a:bodyPr>
          <a:lstStyle/>
          <a:p>
            <a:pPr algn="ctr"/>
            <a:r>
              <a:rPr lang="zh-CN" altLang="en-US" sz="2000" b="1" dirty="0">
                <a:solidFill>
                  <a:schemeClr val="bg1"/>
                </a:solidFill>
              </a:rPr>
              <a:t>载波监听</a:t>
            </a:r>
          </a:p>
        </p:txBody>
      </p:sp>
      <p:sp>
        <p:nvSpPr>
          <p:cNvPr id="38" name="文本框 37">
            <a:extLst>
              <a:ext uri="{FF2B5EF4-FFF2-40B4-BE49-F238E27FC236}">
                <a16:creationId xmlns:a16="http://schemas.microsoft.com/office/drawing/2014/main" id="{84A31281-0C7C-4AD1-BF1E-5FB4696F26F7}"/>
              </a:ext>
            </a:extLst>
          </p:cNvPr>
          <p:cNvSpPr txBox="1"/>
          <p:nvPr/>
        </p:nvSpPr>
        <p:spPr>
          <a:xfrm>
            <a:off x="6344496" y="1314692"/>
            <a:ext cx="383192" cy="461665"/>
          </a:xfrm>
          <a:prstGeom prst="rect">
            <a:avLst/>
          </a:prstGeom>
          <a:noFill/>
        </p:spPr>
        <p:txBody>
          <a:bodyPr wrap="square">
            <a:spAutoFit/>
          </a:bodyPr>
          <a:lstStyle/>
          <a:p>
            <a:r>
              <a:rPr lang="en-US" altLang="zh-CN" sz="2400" b="1" dirty="0">
                <a:solidFill>
                  <a:schemeClr val="bg1"/>
                </a:solidFill>
                <a:latin typeface="Arial Narrow" panose="020B0606020202030204" pitchFamily="34" charset="0"/>
              </a:rPr>
              <a:t>C</a:t>
            </a:r>
            <a:endParaRPr lang="zh-CN" altLang="en-US" sz="2400" dirty="0">
              <a:solidFill>
                <a:schemeClr val="bg1"/>
              </a:solidFill>
            </a:endParaRPr>
          </a:p>
        </p:txBody>
      </p:sp>
      <p:sp>
        <p:nvSpPr>
          <p:cNvPr id="39" name="文本框 38">
            <a:extLst>
              <a:ext uri="{FF2B5EF4-FFF2-40B4-BE49-F238E27FC236}">
                <a16:creationId xmlns:a16="http://schemas.microsoft.com/office/drawing/2014/main" id="{D1527A42-5BA8-4F70-8A58-1322EC2698B7}"/>
              </a:ext>
            </a:extLst>
          </p:cNvPr>
          <p:cNvSpPr txBox="1"/>
          <p:nvPr/>
        </p:nvSpPr>
        <p:spPr>
          <a:xfrm>
            <a:off x="6538548" y="1314692"/>
            <a:ext cx="383192" cy="461665"/>
          </a:xfrm>
          <a:prstGeom prst="rect">
            <a:avLst/>
          </a:prstGeom>
          <a:noFill/>
        </p:spPr>
        <p:txBody>
          <a:bodyPr wrap="square">
            <a:spAutoFit/>
          </a:bodyPr>
          <a:lstStyle/>
          <a:p>
            <a:r>
              <a:rPr lang="en-US" altLang="zh-CN" sz="2400" b="1" dirty="0">
                <a:solidFill>
                  <a:schemeClr val="bg1"/>
                </a:solidFill>
                <a:latin typeface="Arial Narrow" panose="020B0606020202030204" pitchFamily="34" charset="0"/>
              </a:rPr>
              <a:t>S</a:t>
            </a:r>
            <a:endParaRPr lang="zh-CN" altLang="en-US" sz="2400" dirty="0">
              <a:solidFill>
                <a:schemeClr val="bg1"/>
              </a:solidFill>
            </a:endParaRPr>
          </a:p>
        </p:txBody>
      </p:sp>
      <p:sp>
        <p:nvSpPr>
          <p:cNvPr id="60" name="文本框 59">
            <a:extLst>
              <a:ext uri="{FF2B5EF4-FFF2-40B4-BE49-F238E27FC236}">
                <a16:creationId xmlns:a16="http://schemas.microsoft.com/office/drawing/2014/main" id="{AB15AA99-A243-45C1-AE07-0B685612E43F}"/>
              </a:ext>
            </a:extLst>
          </p:cNvPr>
          <p:cNvSpPr txBox="1"/>
          <p:nvPr/>
        </p:nvSpPr>
        <p:spPr>
          <a:xfrm>
            <a:off x="8790300" y="1356718"/>
            <a:ext cx="1598556" cy="400110"/>
          </a:xfrm>
          <a:prstGeom prst="rect">
            <a:avLst/>
          </a:prstGeom>
          <a:noFill/>
        </p:spPr>
        <p:txBody>
          <a:bodyPr wrap="square" rtlCol="0">
            <a:spAutoFit/>
          </a:bodyPr>
          <a:lstStyle/>
          <a:p>
            <a:pPr algn="ctr"/>
            <a:r>
              <a:rPr lang="zh-CN" altLang="en-US" sz="2000" b="1" dirty="0">
                <a:solidFill>
                  <a:schemeClr val="bg1"/>
                </a:solidFill>
              </a:rPr>
              <a:t>碰撞检测</a:t>
            </a:r>
          </a:p>
        </p:txBody>
      </p:sp>
      <p:sp>
        <p:nvSpPr>
          <p:cNvPr id="55" name="文本框 54">
            <a:extLst>
              <a:ext uri="{FF2B5EF4-FFF2-40B4-BE49-F238E27FC236}">
                <a16:creationId xmlns:a16="http://schemas.microsoft.com/office/drawing/2014/main" id="{F7208B3A-F0CA-46E2-A78F-A769880DCC09}"/>
              </a:ext>
            </a:extLst>
          </p:cNvPr>
          <p:cNvSpPr txBox="1"/>
          <p:nvPr/>
        </p:nvSpPr>
        <p:spPr>
          <a:xfrm>
            <a:off x="10032254" y="1318483"/>
            <a:ext cx="383192" cy="461665"/>
          </a:xfrm>
          <a:prstGeom prst="rect">
            <a:avLst/>
          </a:prstGeom>
          <a:noFill/>
        </p:spPr>
        <p:txBody>
          <a:bodyPr wrap="square">
            <a:spAutoFit/>
          </a:bodyPr>
          <a:lstStyle/>
          <a:p>
            <a:r>
              <a:rPr lang="en-US" altLang="zh-CN" sz="2400" b="1" dirty="0">
                <a:solidFill>
                  <a:schemeClr val="bg1"/>
                </a:solidFill>
                <a:latin typeface="Arial Narrow" panose="020B0606020202030204" pitchFamily="34" charset="0"/>
              </a:rPr>
              <a:t>C</a:t>
            </a:r>
            <a:endParaRPr lang="zh-CN" altLang="en-US" sz="2400" dirty="0">
              <a:solidFill>
                <a:schemeClr val="bg1"/>
              </a:solidFill>
            </a:endParaRPr>
          </a:p>
        </p:txBody>
      </p:sp>
      <p:sp>
        <p:nvSpPr>
          <p:cNvPr id="57" name="文本框 56">
            <a:extLst>
              <a:ext uri="{FF2B5EF4-FFF2-40B4-BE49-F238E27FC236}">
                <a16:creationId xmlns:a16="http://schemas.microsoft.com/office/drawing/2014/main" id="{F625F8B0-68ED-4238-86A5-61737324B156}"/>
              </a:ext>
            </a:extLst>
          </p:cNvPr>
          <p:cNvSpPr txBox="1"/>
          <p:nvPr/>
        </p:nvSpPr>
        <p:spPr>
          <a:xfrm>
            <a:off x="10259198" y="1318483"/>
            <a:ext cx="383192" cy="461665"/>
          </a:xfrm>
          <a:prstGeom prst="rect">
            <a:avLst/>
          </a:prstGeom>
          <a:noFill/>
        </p:spPr>
        <p:txBody>
          <a:bodyPr wrap="square">
            <a:spAutoFit/>
          </a:bodyPr>
          <a:lstStyle/>
          <a:p>
            <a:r>
              <a:rPr lang="en-US" altLang="zh-CN" sz="2400" b="1" dirty="0">
                <a:solidFill>
                  <a:schemeClr val="bg1"/>
                </a:solidFill>
                <a:latin typeface="Arial Narrow" panose="020B0606020202030204" pitchFamily="34" charset="0"/>
              </a:rPr>
              <a:t>D</a:t>
            </a:r>
            <a:endParaRPr lang="zh-CN" altLang="en-US" sz="2400" dirty="0">
              <a:solidFill>
                <a:schemeClr val="bg1"/>
              </a:solidFill>
            </a:endParaRPr>
          </a:p>
        </p:txBody>
      </p:sp>
      <p:sp>
        <p:nvSpPr>
          <p:cNvPr id="20" name="矩形 19">
            <a:extLst>
              <a:ext uri="{FF2B5EF4-FFF2-40B4-BE49-F238E27FC236}">
                <a16:creationId xmlns:a16="http://schemas.microsoft.com/office/drawing/2014/main" id="{78E69C25-885E-4CBA-BA70-FE89F11513E9}"/>
              </a:ext>
            </a:extLst>
          </p:cNvPr>
          <p:cNvSpPr/>
          <p:nvPr/>
        </p:nvSpPr>
        <p:spPr>
          <a:xfrm>
            <a:off x="480594" y="1907145"/>
            <a:ext cx="256976" cy="256976"/>
          </a:xfrm>
          <a:prstGeom prst="rect">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21" name="íşlïḍè">
            <a:extLst>
              <a:ext uri="{FF2B5EF4-FFF2-40B4-BE49-F238E27FC236}">
                <a16:creationId xmlns:a16="http://schemas.microsoft.com/office/drawing/2014/main" id="{B0C91897-282F-4CA1-85EA-80D14797123C}"/>
              </a:ext>
            </a:extLst>
          </p:cNvPr>
          <p:cNvSpPr txBox="1"/>
          <p:nvPr/>
        </p:nvSpPr>
        <p:spPr>
          <a:xfrm>
            <a:off x="797822" y="1852824"/>
            <a:ext cx="3247360" cy="641802"/>
          </a:xfrm>
          <a:prstGeom prst="rect">
            <a:avLst/>
          </a:prstGeom>
          <a:noFill/>
        </p:spPr>
        <p:txBody>
          <a:bodyPr wrap="square" lIns="91440" tIns="45720" rIns="91440" bIns="45720" anchor="ctr">
            <a:noAutofit/>
          </a:bodyPr>
          <a:lstStyle/>
          <a:p>
            <a:r>
              <a:rPr lang="zh-CN" altLang="en-US" b="1" dirty="0">
                <a:latin typeface="Arial Narrow" panose="020B0606020202030204" pitchFamily="34" charset="0"/>
              </a:rPr>
              <a:t>多个站点连接在一条总线上，竞争使用总线。</a:t>
            </a:r>
          </a:p>
        </p:txBody>
      </p:sp>
      <p:sp>
        <p:nvSpPr>
          <p:cNvPr id="22" name="矩形 21">
            <a:extLst>
              <a:ext uri="{FF2B5EF4-FFF2-40B4-BE49-F238E27FC236}">
                <a16:creationId xmlns:a16="http://schemas.microsoft.com/office/drawing/2014/main" id="{30048939-591F-407A-A2B6-756162248488}"/>
              </a:ext>
            </a:extLst>
          </p:cNvPr>
          <p:cNvSpPr/>
          <p:nvPr/>
        </p:nvSpPr>
        <p:spPr>
          <a:xfrm>
            <a:off x="4403588" y="1907145"/>
            <a:ext cx="256976" cy="256976"/>
          </a:xfrm>
          <a:prstGeom prst="rect">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23" name="íşlïḍè">
            <a:extLst>
              <a:ext uri="{FF2B5EF4-FFF2-40B4-BE49-F238E27FC236}">
                <a16:creationId xmlns:a16="http://schemas.microsoft.com/office/drawing/2014/main" id="{17A20E68-FDDC-45FD-B2B2-65C6B6E2E2A4}"/>
              </a:ext>
            </a:extLst>
          </p:cNvPr>
          <p:cNvSpPr txBox="1"/>
          <p:nvPr/>
        </p:nvSpPr>
        <p:spPr>
          <a:xfrm>
            <a:off x="4720816" y="1852824"/>
            <a:ext cx="3247360" cy="943642"/>
          </a:xfrm>
          <a:prstGeom prst="rect">
            <a:avLst/>
          </a:prstGeom>
          <a:noFill/>
        </p:spPr>
        <p:txBody>
          <a:bodyPr wrap="square" lIns="91440" tIns="45720" rIns="91440" bIns="45720" anchor="ctr">
            <a:noAutofit/>
          </a:bodyPr>
          <a:lstStyle/>
          <a:p>
            <a:r>
              <a:rPr lang="zh-CN" altLang="en-US" b="1" dirty="0">
                <a:latin typeface="Arial Narrow" panose="020B0606020202030204" pitchFamily="34" charset="0"/>
              </a:rPr>
              <a:t>每个站点在发送帧之前，先要检测一下总线上是否有其他站点在发送帧（“</a:t>
            </a:r>
            <a:r>
              <a:rPr lang="zh-CN" altLang="en-US" b="1" dirty="0">
                <a:solidFill>
                  <a:schemeClr val="accent1">
                    <a:lumMod val="75000"/>
                  </a:schemeClr>
                </a:solidFill>
                <a:latin typeface="Arial Narrow" panose="020B0606020202030204" pitchFamily="34" charset="0"/>
              </a:rPr>
              <a:t>先听后说</a:t>
            </a:r>
            <a:r>
              <a:rPr lang="zh-CN" altLang="en-US" b="1" dirty="0">
                <a:latin typeface="Arial Narrow" panose="020B0606020202030204" pitchFamily="34" charset="0"/>
              </a:rPr>
              <a:t>”）：</a:t>
            </a:r>
          </a:p>
        </p:txBody>
      </p:sp>
      <p:sp>
        <p:nvSpPr>
          <p:cNvPr id="26" name="矩形 25">
            <a:extLst>
              <a:ext uri="{FF2B5EF4-FFF2-40B4-BE49-F238E27FC236}">
                <a16:creationId xmlns:a16="http://schemas.microsoft.com/office/drawing/2014/main" id="{1A1196AD-F7AE-4007-A4D2-27CC5354A92E}"/>
              </a:ext>
            </a:extLst>
          </p:cNvPr>
          <p:cNvSpPr/>
          <p:nvPr/>
        </p:nvSpPr>
        <p:spPr>
          <a:xfrm>
            <a:off x="4786780" y="2915407"/>
            <a:ext cx="256976" cy="256976"/>
          </a:xfrm>
          <a:prstGeom prst="rect">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27" name="íşlïḍè">
            <a:extLst>
              <a:ext uri="{FF2B5EF4-FFF2-40B4-BE49-F238E27FC236}">
                <a16:creationId xmlns:a16="http://schemas.microsoft.com/office/drawing/2014/main" id="{7D1C99B3-FC3B-4E96-8491-C5E2A565E6D8}"/>
              </a:ext>
            </a:extLst>
          </p:cNvPr>
          <p:cNvSpPr txBox="1"/>
          <p:nvPr/>
        </p:nvSpPr>
        <p:spPr>
          <a:xfrm>
            <a:off x="5104008" y="2861085"/>
            <a:ext cx="2860877" cy="1200449"/>
          </a:xfrm>
          <a:prstGeom prst="rect">
            <a:avLst/>
          </a:prstGeom>
          <a:noFill/>
        </p:spPr>
        <p:txBody>
          <a:bodyPr wrap="square" lIns="91440" tIns="45720" rIns="91440" bIns="45720" anchor="ctr">
            <a:noAutofit/>
          </a:bodyPr>
          <a:lstStyle/>
          <a:p>
            <a:r>
              <a:rPr lang="zh-CN" altLang="en-US" b="1" dirty="0">
                <a:latin typeface="Arial Narrow" panose="020B0606020202030204" pitchFamily="34" charset="0"/>
              </a:rPr>
              <a:t>若检测到总线空闲</a:t>
            </a:r>
            <a:r>
              <a:rPr lang="en-US" altLang="zh-CN" b="1" dirty="0">
                <a:latin typeface="Arial Narrow" panose="020B0606020202030204" pitchFamily="34" charset="0"/>
              </a:rPr>
              <a:t>96</a:t>
            </a:r>
            <a:r>
              <a:rPr lang="zh-CN" altLang="en-US" b="1" dirty="0">
                <a:latin typeface="Arial Narrow" panose="020B0606020202030204" pitchFamily="34" charset="0"/>
              </a:rPr>
              <a:t>比特时间（发送</a:t>
            </a:r>
            <a:r>
              <a:rPr lang="en-US" altLang="zh-CN" b="1" dirty="0">
                <a:latin typeface="Arial Narrow" panose="020B0606020202030204" pitchFamily="34" charset="0"/>
              </a:rPr>
              <a:t>96</a:t>
            </a:r>
            <a:r>
              <a:rPr lang="zh-CN" altLang="en-US" b="1" dirty="0">
                <a:latin typeface="Arial Narrow" panose="020B0606020202030204" pitchFamily="34" charset="0"/>
              </a:rPr>
              <a:t>比特所耗费的时间，也称为帧间最小间隔），则发送这个帧；</a:t>
            </a:r>
          </a:p>
        </p:txBody>
      </p:sp>
      <p:sp>
        <p:nvSpPr>
          <p:cNvPr id="28" name="矩形 27">
            <a:extLst>
              <a:ext uri="{FF2B5EF4-FFF2-40B4-BE49-F238E27FC236}">
                <a16:creationId xmlns:a16="http://schemas.microsoft.com/office/drawing/2014/main" id="{1E9AB81E-E117-46FD-BF12-9350FCB23EA6}"/>
              </a:ext>
            </a:extLst>
          </p:cNvPr>
          <p:cNvSpPr/>
          <p:nvPr/>
        </p:nvSpPr>
        <p:spPr>
          <a:xfrm>
            <a:off x="4790881" y="4180475"/>
            <a:ext cx="256976" cy="256976"/>
          </a:xfrm>
          <a:prstGeom prst="rect">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29" name="íşlïḍè">
            <a:extLst>
              <a:ext uri="{FF2B5EF4-FFF2-40B4-BE49-F238E27FC236}">
                <a16:creationId xmlns:a16="http://schemas.microsoft.com/office/drawing/2014/main" id="{6B09116A-46C4-476A-81E2-2A8E71DE24E8}"/>
              </a:ext>
            </a:extLst>
          </p:cNvPr>
          <p:cNvSpPr txBox="1"/>
          <p:nvPr/>
        </p:nvSpPr>
        <p:spPr>
          <a:xfrm>
            <a:off x="5108109" y="4126153"/>
            <a:ext cx="2860877" cy="1200449"/>
          </a:xfrm>
          <a:prstGeom prst="rect">
            <a:avLst/>
          </a:prstGeom>
          <a:noFill/>
        </p:spPr>
        <p:txBody>
          <a:bodyPr wrap="square" lIns="91440" tIns="45720" rIns="91440" bIns="45720" anchor="ctr">
            <a:noAutofit/>
          </a:bodyPr>
          <a:lstStyle/>
          <a:p>
            <a:r>
              <a:rPr lang="zh-CN" altLang="en-US" b="1" dirty="0">
                <a:latin typeface="Arial Narrow" panose="020B0606020202030204" pitchFamily="34" charset="0"/>
              </a:rPr>
              <a:t>若检测到总线忙，则继续检测并等待总线转为空闲</a:t>
            </a:r>
            <a:r>
              <a:rPr lang="en-US" altLang="zh-CN" b="1" dirty="0">
                <a:latin typeface="Arial Narrow" panose="020B0606020202030204" pitchFamily="34" charset="0"/>
              </a:rPr>
              <a:t>96</a:t>
            </a:r>
            <a:r>
              <a:rPr lang="zh-CN" altLang="en-US" b="1" dirty="0">
                <a:latin typeface="Arial Narrow" panose="020B0606020202030204" pitchFamily="34" charset="0"/>
              </a:rPr>
              <a:t>比特时间，然后发送这个帧。</a:t>
            </a:r>
          </a:p>
        </p:txBody>
      </p:sp>
      <p:sp>
        <p:nvSpPr>
          <p:cNvPr id="30" name="矩形 29">
            <a:extLst>
              <a:ext uri="{FF2B5EF4-FFF2-40B4-BE49-F238E27FC236}">
                <a16:creationId xmlns:a16="http://schemas.microsoft.com/office/drawing/2014/main" id="{A5C3958C-1571-43B4-9BC7-28389BA5F2FA}"/>
              </a:ext>
            </a:extLst>
          </p:cNvPr>
          <p:cNvSpPr/>
          <p:nvPr/>
        </p:nvSpPr>
        <p:spPr>
          <a:xfrm>
            <a:off x="8318290" y="1907145"/>
            <a:ext cx="256976" cy="256976"/>
          </a:xfrm>
          <a:prstGeom prst="rect">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31" name="íşlïḍè">
            <a:extLst>
              <a:ext uri="{FF2B5EF4-FFF2-40B4-BE49-F238E27FC236}">
                <a16:creationId xmlns:a16="http://schemas.microsoft.com/office/drawing/2014/main" id="{1974BEEE-FBB1-4630-A81C-3A91610EF59D}"/>
              </a:ext>
            </a:extLst>
          </p:cNvPr>
          <p:cNvSpPr txBox="1"/>
          <p:nvPr/>
        </p:nvSpPr>
        <p:spPr>
          <a:xfrm>
            <a:off x="8635518" y="1852824"/>
            <a:ext cx="3247360" cy="641802"/>
          </a:xfrm>
          <a:prstGeom prst="rect">
            <a:avLst/>
          </a:prstGeom>
          <a:noFill/>
        </p:spPr>
        <p:txBody>
          <a:bodyPr wrap="square" lIns="91440" tIns="45720" rIns="91440" bIns="45720" anchor="ctr">
            <a:noAutofit/>
          </a:bodyPr>
          <a:lstStyle/>
          <a:p>
            <a:r>
              <a:rPr lang="zh-CN" altLang="en-US" b="1" dirty="0">
                <a:latin typeface="Arial Narrow" panose="020B0606020202030204" pitchFamily="34" charset="0"/>
              </a:rPr>
              <a:t>每个正在发送帧的站点边发送边检测碰撞（“</a:t>
            </a:r>
            <a:r>
              <a:rPr lang="zh-CN" altLang="en-US" b="1" dirty="0">
                <a:solidFill>
                  <a:schemeClr val="accent1">
                    <a:lumMod val="75000"/>
                  </a:schemeClr>
                </a:solidFill>
                <a:latin typeface="Arial Narrow" panose="020B0606020202030204" pitchFamily="34" charset="0"/>
              </a:rPr>
              <a:t>边说边听</a:t>
            </a:r>
            <a:r>
              <a:rPr lang="zh-CN" altLang="en-US" b="1" dirty="0">
                <a:latin typeface="Arial Narrow" panose="020B0606020202030204" pitchFamily="34" charset="0"/>
              </a:rPr>
              <a:t>”）：</a:t>
            </a:r>
          </a:p>
        </p:txBody>
      </p:sp>
      <p:sp>
        <p:nvSpPr>
          <p:cNvPr id="32" name="矩形 31">
            <a:extLst>
              <a:ext uri="{FF2B5EF4-FFF2-40B4-BE49-F238E27FC236}">
                <a16:creationId xmlns:a16="http://schemas.microsoft.com/office/drawing/2014/main" id="{5000BCC3-6FC6-43C9-9021-3538F1836217}"/>
              </a:ext>
            </a:extLst>
          </p:cNvPr>
          <p:cNvSpPr/>
          <p:nvPr/>
        </p:nvSpPr>
        <p:spPr>
          <a:xfrm>
            <a:off x="8704773" y="2915407"/>
            <a:ext cx="256976" cy="256976"/>
          </a:xfrm>
          <a:prstGeom prst="rect">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33" name="íşlïḍè">
            <a:extLst>
              <a:ext uri="{FF2B5EF4-FFF2-40B4-BE49-F238E27FC236}">
                <a16:creationId xmlns:a16="http://schemas.microsoft.com/office/drawing/2014/main" id="{F000C95A-25B9-4EEA-91F8-F3DA8773D84E}"/>
              </a:ext>
            </a:extLst>
          </p:cNvPr>
          <p:cNvSpPr txBox="1"/>
          <p:nvPr/>
        </p:nvSpPr>
        <p:spPr>
          <a:xfrm>
            <a:off x="9022001" y="2861084"/>
            <a:ext cx="2860877" cy="1755303"/>
          </a:xfrm>
          <a:prstGeom prst="rect">
            <a:avLst/>
          </a:prstGeom>
          <a:noFill/>
        </p:spPr>
        <p:txBody>
          <a:bodyPr wrap="square" lIns="91440" tIns="45720" rIns="91440" bIns="45720" anchor="ctr">
            <a:noAutofit/>
          </a:bodyPr>
          <a:lstStyle/>
          <a:p>
            <a:r>
              <a:rPr lang="zh-CN" altLang="en-US" b="1" dirty="0">
                <a:latin typeface="Arial Narrow" panose="020B0606020202030204" pitchFamily="34" charset="0"/>
              </a:rPr>
              <a:t>一旦发现总线上出现碰撞，立即停止发送，退避一段随机时间后再次从载波监听开始进行发送（“一旦冲突，立即停说，等待时机，重新再说”）。</a:t>
            </a:r>
          </a:p>
        </p:txBody>
      </p:sp>
      <p:sp>
        <p:nvSpPr>
          <p:cNvPr id="34" name="矩形 33">
            <a:extLst>
              <a:ext uri="{FF2B5EF4-FFF2-40B4-BE49-F238E27FC236}">
                <a16:creationId xmlns:a16="http://schemas.microsoft.com/office/drawing/2014/main" id="{582390D1-43C5-4140-B6AA-7D4F2927C3FD}"/>
              </a:ext>
            </a:extLst>
          </p:cNvPr>
          <p:cNvSpPr/>
          <p:nvPr/>
        </p:nvSpPr>
        <p:spPr>
          <a:xfrm>
            <a:off x="304800" y="1741439"/>
            <a:ext cx="3740382" cy="3775233"/>
          </a:xfrm>
          <a:prstGeom prst="rect">
            <a:avLst/>
          </a:prstGeom>
          <a:noFill/>
        </p:spPr>
        <p:style>
          <a:lnRef idx="2">
            <a:schemeClr val="accent4">
              <a:shade val="50000"/>
            </a:schemeClr>
          </a:lnRef>
          <a:fillRef idx="1">
            <a:schemeClr val="accent4"/>
          </a:fillRef>
          <a:effectRef idx="0">
            <a:schemeClr val="accent4"/>
          </a:effectRef>
          <a:fontRef idx="minor">
            <a:schemeClr val="lt1"/>
          </a:fontRef>
        </p:style>
        <p:txBody>
          <a:bodyPr rtlCol="0" anchor="ctr"/>
          <a:lstStyle/>
          <a:p>
            <a:pPr algn="ctr"/>
            <a:endParaRPr lang="zh-CN" altLang="en-US" b="1" dirty="0"/>
          </a:p>
        </p:txBody>
      </p:sp>
      <p:sp>
        <p:nvSpPr>
          <p:cNvPr id="35" name="矩形 34">
            <a:extLst>
              <a:ext uri="{FF2B5EF4-FFF2-40B4-BE49-F238E27FC236}">
                <a16:creationId xmlns:a16="http://schemas.microsoft.com/office/drawing/2014/main" id="{F1177734-F941-486D-BAF6-D2FD4CEDBCE2}"/>
              </a:ext>
            </a:extLst>
          </p:cNvPr>
          <p:cNvSpPr/>
          <p:nvPr/>
        </p:nvSpPr>
        <p:spPr>
          <a:xfrm>
            <a:off x="4224503" y="1741438"/>
            <a:ext cx="3740382" cy="3775233"/>
          </a:xfrm>
          <a:prstGeom prst="rect">
            <a:avLst/>
          </a:prstGeom>
          <a:noFill/>
          <a:ln>
            <a:solidFill>
              <a:schemeClr val="accent3"/>
            </a:solidFill>
          </a:ln>
        </p:spPr>
        <p:style>
          <a:lnRef idx="2">
            <a:schemeClr val="accent4">
              <a:shade val="50000"/>
            </a:schemeClr>
          </a:lnRef>
          <a:fillRef idx="1">
            <a:schemeClr val="accent4"/>
          </a:fillRef>
          <a:effectRef idx="0">
            <a:schemeClr val="accent4"/>
          </a:effectRef>
          <a:fontRef idx="minor">
            <a:schemeClr val="lt1"/>
          </a:fontRef>
        </p:style>
        <p:txBody>
          <a:bodyPr rtlCol="0" anchor="ctr"/>
          <a:lstStyle/>
          <a:p>
            <a:pPr algn="ctr"/>
            <a:endParaRPr lang="zh-CN" altLang="en-US" b="1" dirty="0"/>
          </a:p>
        </p:txBody>
      </p:sp>
      <p:sp>
        <p:nvSpPr>
          <p:cNvPr id="36" name="矩形 35">
            <a:extLst>
              <a:ext uri="{FF2B5EF4-FFF2-40B4-BE49-F238E27FC236}">
                <a16:creationId xmlns:a16="http://schemas.microsoft.com/office/drawing/2014/main" id="{308CC8E4-2332-4ACB-84DB-10AC48F06657}"/>
              </a:ext>
            </a:extLst>
          </p:cNvPr>
          <p:cNvSpPr/>
          <p:nvPr/>
        </p:nvSpPr>
        <p:spPr>
          <a:xfrm>
            <a:off x="8144206" y="1741438"/>
            <a:ext cx="3740382" cy="3775233"/>
          </a:xfrm>
          <a:prstGeom prst="rect">
            <a:avLst/>
          </a:prstGeom>
          <a:noFill/>
          <a:ln>
            <a:solidFill>
              <a:schemeClr val="accent5"/>
            </a:solidFill>
          </a:ln>
        </p:spPr>
        <p:style>
          <a:lnRef idx="2">
            <a:schemeClr val="accent4">
              <a:shade val="50000"/>
            </a:schemeClr>
          </a:lnRef>
          <a:fillRef idx="1">
            <a:schemeClr val="accent4"/>
          </a:fillRef>
          <a:effectRef idx="0">
            <a:schemeClr val="accent4"/>
          </a:effectRef>
          <a:fontRef idx="minor">
            <a:schemeClr val="lt1"/>
          </a:fontRef>
        </p:style>
        <p:txBody>
          <a:bodyPr rtlCol="0" anchor="ctr"/>
          <a:lstStyle/>
          <a:p>
            <a:pPr algn="ctr"/>
            <a:endParaRPr lang="zh-CN" altLang="en-US" b="1" dirty="0"/>
          </a:p>
        </p:txBody>
      </p:sp>
    </p:spTree>
    <p:custDataLst>
      <p:tags r:id="rId1"/>
    </p:custDataLst>
    <p:extLst>
      <p:ext uri="{BB962C8B-B14F-4D97-AF65-F5344CB8AC3E}">
        <p14:creationId xmlns:p14="http://schemas.microsoft.com/office/powerpoint/2010/main" val="734641261"/>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49" presetClass="entr" presetSubtype="0" decel="100000" fill="hold" grpId="0" nodeType="withEffect">
                                  <p:stCondLst>
                                    <p:cond delay="0"/>
                                  </p:stCondLst>
                                  <p:childTnLst>
                                    <p:set>
                                      <p:cBhvr>
                                        <p:cTn id="6" dur="1" fill="hold">
                                          <p:stCondLst>
                                            <p:cond delay="0"/>
                                          </p:stCondLst>
                                        </p:cTn>
                                        <p:tgtEl>
                                          <p:spTgt spid="30"/>
                                        </p:tgtEl>
                                        <p:attrNameLst>
                                          <p:attrName>style.visibility</p:attrName>
                                        </p:attrNameLst>
                                      </p:cBhvr>
                                      <p:to>
                                        <p:strVal val="visible"/>
                                      </p:to>
                                    </p:set>
                                    <p:anim calcmode="lin" valueType="num">
                                      <p:cBhvr>
                                        <p:cTn id="7" dur="500" fill="hold"/>
                                        <p:tgtEl>
                                          <p:spTgt spid="30"/>
                                        </p:tgtEl>
                                        <p:attrNameLst>
                                          <p:attrName>ppt_w</p:attrName>
                                        </p:attrNameLst>
                                      </p:cBhvr>
                                      <p:tavLst>
                                        <p:tav tm="0">
                                          <p:val>
                                            <p:fltVal val="0"/>
                                          </p:val>
                                        </p:tav>
                                        <p:tav tm="100000">
                                          <p:val>
                                            <p:strVal val="#ppt_w"/>
                                          </p:val>
                                        </p:tav>
                                      </p:tavLst>
                                    </p:anim>
                                    <p:anim calcmode="lin" valueType="num">
                                      <p:cBhvr>
                                        <p:cTn id="8" dur="500" fill="hold"/>
                                        <p:tgtEl>
                                          <p:spTgt spid="30"/>
                                        </p:tgtEl>
                                        <p:attrNameLst>
                                          <p:attrName>ppt_h</p:attrName>
                                        </p:attrNameLst>
                                      </p:cBhvr>
                                      <p:tavLst>
                                        <p:tav tm="0">
                                          <p:val>
                                            <p:fltVal val="0"/>
                                          </p:val>
                                        </p:tav>
                                        <p:tav tm="100000">
                                          <p:val>
                                            <p:strVal val="#ppt_h"/>
                                          </p:val>
                                        </p:tav>
                                      </p:tavLst>
                                    </p:anim>
                                    <p:anim calcmode="lin" valueType="num">
                                      <p:cBhvr>
                                        <p:cTn id="9" dur="500" fill="hold"/>
                                        <p:tgtEl>
                                          <p:spTgt spid="30"/>
                                        </p:tgtEl>
                                        <p:attrNameLst>
                                          <p:attrName>style.rotation</p:attrName>
                                        </p:attrNameLst>
                                      </p:cBhvr>
                                      <p:tavLst>
                                        <p:tav tm="0">
                                          <p:val>
                                            <p:fltVal val="360"/>
                                          </p:val>
                                        </p:tav>
                                        <p:tav tm="100000">
                                          <p:val>
                                            <p:fltVal val="0"/>
                                          </p:val>
                                        </p:tav>
                                      </p:tavLst>
                                    </p:anim>
                                    <p:animEffect transition="in" filter="fade">
                                      <p:cBhvr>
                                        <p:cTn id="10" dur="500"/>
                                        <p:tgtEl>
                                          <p:spTgt spid="30"/>
                                        </p:tgtEl>
                                      </p:cBhvr>
                                    </p:animEffect>
                                  </p:childTnLst>
                                </p:cTn>
                              </p:par>
                            </p:childTnLst>
                          </p:cTn>
                        </p:par>
                        <p:par>
                          <p:cTn id="11" fill="hold">
                            <p:stCondLst>
                              <p:cond delay="500"/>
                            </p:stCondLst>
                            <p:childTnLst>
                              <p:par>
                                <p:cTn id="12" presetID="1" presetClass="entr" presetSubtype="0" fill="hold" grpId="0" nodeType="afterEffect">
                                  <p:stCondLst>
                                    <p:cond delay="0"/>
                                  </p:stCondLst>
                                  <p:iterate type="lt">
                                    <p:tmAbs val="100"/>
                                  </p:iterate>
                                  <p:childTnLst>
                                    <p:set>
                                      <p:cBhvr>
                                        <p:cTn id="13" dur="1" fill="hold">
                                          <p:stCondLst>
                                            <p:cond delay="0"/>
                                          </p:stCondLst>
                                        </p:cTn>
                                        <p:tgtEl>
                                          <p:spTgt spid="31"/>
                                        </p:tgtEl>
                                        <p:attrNameLst>
                                          <p:attrName>style.visibility</p:attrName>
                                        </p:attrNameLst>
                                      </p:cBhvr>
                                      <p:to>
                                        <p:strVal val="visible"/>
                                      </p:to>
                                    </p:set>
                                  </p:childTnLst>
                                </p:cTn>
                              </p:par>
                            </p:childTnLst>
                          </p:cTn>
                        </p:par>
                      </p:childTnLst>
                    </p:cTn>
                  </p:par>
                  <p:par>
                    <p:cTn id="14" fill="hold">
                      <p:stCondLst>
                        <p:cond delay="indefinite"/>
                      </p:stCondLst>
                      <p:childTnLst>
                        <p:par>
                          <p:cTn id="15" fill="hold">
                            <p:stCondLst>
                              <p:cond delay="0"/>
                            </p:stCondLst>
                            <p:childTnLst>
                              <p:par>
                                <p:cTn id="16" presetID="49" presetClass="entr" presetSubtype="0" decel="100000" fill="hold" grpId="0" nodeType="clickEffect">
                                  <p:stCondLst>
                                    <p:cond delay="0"/>
                                  </p:stCondLst>
                                  <p:childTnLst>
                                    <p:set>
                                      <p:cBhvr>
                                        <p:cTn id="17" dur="1" fill="hold">
                                          <p:stCondLst>
                                            <p:cond delay="0"/>
                                          </p:stCondLst>
                                        </p:cTn>
                                        <p:tgtEl>
                                          <p:spTgt spid="32"/>
                                        </p:tgtEl>
                                        <p:attrNameLst>
                                          <p:attrName>style.visibility</p:attrName>
                                        </p:attrNameLst>
                                      </p:cBhvr>
                                      <p:to>
                                        <p:strVal val="visible"/>
                                      </p:to>
                                    </p:set>
                                    <p:anim calcmode="lin" valueType="num">
                                      <p:cBhvr>
                                        <p:cTn id="18" dur="500" fill="hold"/>
                                        <p:tgtEl>
                                          <p:spTgt spid="32"/>
                                        </p:tgtEl>
                                        <p:attrNameLst>
                                          <p:attrName>ppt_w</p:attrName>
                                        </p:attrNameLst>
                                      </p:cBhvr>
                                      <p:tavLst>
                                        <p:tav tm="0">
                                          <p:val>
                                            <p:fltVal val="0"/>
                                          </p:val>
                                        </p:tav>
                                        <p:tav tm="100000">
                                          <p:val>
                                            <p:strVal val="#ppt_w"/>
                                          </p:val>
                                        </p:tav>
                                      </p:tavLst>
                                    </p:anim>
                                    <p:anim calcmode="lin" valueType="num">
                                      <p:cBhvr>
                                        <p:cTn id="19" dur="500" fill="hold"/>
                                        <p:tgtEl>
                                          <p:spTgt spid="32"/>
                                        </p:tgtEl>
                                        <p:attrNameLst>
                                          <p:attrName>ppt_h</p:attrName>
                                        </p:attrNameLst>
                                      </p:cBhvr>
                                      <p:tavLst>
                                        <p:tav tm="0">
                                          <p:val>
                                            <p:fltVal val="0"/>
                                          </p:val>
                                        </p:tav>
                                        <p:tav tm="100000">
                                          <p:val>
                                            <p:strVal val="#ppt_h"/>
                                          </p:val>
                                        </p:tav>
                                      </p:tavLst>
                                    </p:anim>
                                    <p:anim calcmode="lin" valueType="num">
                                      <p:cBhvr>
                                        <p:cTn id="20" dur="500" fill="hold"/>
                                        <p:tgtEl>
                                          <p:spTgt spid="32"/>
                                        </p:tgtEl>
                                        <p:attrNameLst>
                                          <p:attrName>style.rotation</p:attrName>
                                        </p:attrNameLst>
                                      </p:cBhvr>
                                      <p:tavLst>
                                        <p:tav tm="0">
                                          <p:val>
                                            <p:fltVal val="360"/>
                                          </p:val>
                                        </p:tav>
                                        <p:tav tm="100000">
                                          <p:val>
                                            <p:fltVal val="0"/>
                                          </p:val>
                                        </p:tav>
                                      </p:tavLst>
                                    </p:anim>
                                    <p:animEffect transition="in" filter="fade">
                                      <p:cBhvr>
                                        <p:cTn id="21" dur="500"/>
                                        <p:tgtEl>
                                          <p:spTgt spid="32"/>
                                        </p:tgtEl>
                                      </p:cBhvr>
                                    </p:animEffect>
                                  </p:childTnLst>
                                </p:cTn>
                              </p:par>
                            </p:childTnLst>
                          </p:cTn>
                        </p:par>
                        <p:par>
                          <p:cTn id="22" fill="hold">
                            <p:stCondLst>
                              <p:cond delay="500"/>
                            </p:stCondLst>
                            <p:childTnLst>
                              <p:par>
                                <p:cTn id="23" presetID="1" presetClass="entr" presetSubtype="0" fill="hold" grpId="0" nodeType="afterEffect">
                                  <p:stCondLst>
                                    <p:cond delay="0"/>
                                  </p:stCondLst>
                                  <p:iterate type="lt">
                                    <p:tmAbs val="100"/>
                                  </p:iterate>
                                  <p:childTnLst>
                                    <p:set>
                                      <p:cBhvr>
                                        <p:cTn id="24" dur="1" fill="hold">
                                          <p:stCondLst>
                                            <p:cond delay="0"/>
                                          </p:stCondLst>
                                        </p:cTn>
                                        <p:tgtEl>
                                          <p:spTgt spid="33"/>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0" grpId="0" animBg="1"/>
      <p:bldP spid="31" grpId="0"/>
      <p:bldP spid="32" grpId="0" animBg="1"/>
      <p:bldP spid="33" grpId="0"/>
    </p:bldLst>
  </p:timing>
</p:sld>
</file>

<file path=ppt/slides/slide30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4" name="组合 3">
            <a:extLst>
              <a:ext uri="{FF2B5EF4-FFF2-40B4-BE49-F238E27FC236}">
                <a16:creationId xmlns:a16="http://schemas.microsoft.com/office/drawing/2014/main" id="{9A1EA9F2-FCB6-48C3-935F-7AE7E3AD14AC}"/>
              </a:ext>
            </a:extLst>
          </p:cNvPr>
          <p:cNvGrpSpPr/>
          <p:nvPr/>
        </p:nvGrpSpPr>
        <p:grpSpPr>
          <a:xfrm>
            <a:off x="304800" y="749300"/>
            <a:ext cx="6192344" cy="400110"/>
            <a:chOff x="424117" y="898245"/>
            <a:chExt cx="6192344" cy="400110"/>
          </a:xfrm>
        </p:grpSpPr>
        <p:sp>
          <p:nvSpPr>
            <p:cNvPr id="2" name="平行四边形 1">
              <a:extLst>
                <a:ext uri="{FF2B5EF4-FFF2-40B4-BE49-F238E27FC236}">
                  <a16:creationId xmlns:a16="http://schemas.microsoft.com/office/drawing/2014/main" id="{1F5BAA3F-9845-4F89-A2DD-8222D3E4EDAC}"/>
                </a:ext>
              </a:extLst>
            </p:cNvPr>
            <p:cNvSpPr/>
            <p:nvPr/>
          </p:nvSpPr>
          <p:spPr>
            <a:xfrm>
              <a:off x="424117" y="898245"/>
              <a:ext cx="628306" cy="387090"/>
            </a:xfrm>
            <a:prstGeom prst="parallelogram">
              <a:avLst/>
            </a:prstGeom>
            <a:solidFill>
              <a:schemeClr val="accent3">
                <a:lumMod val="75000"/>
              </a:schemeClr>
            </a:solidFill>
            <a:ln>
              <a:solidFill>
                <a:schemeClr val="accent3">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CN" sz="2200" dirty="0">
                  <a:latin typeface="Impact" panose="020B0806030902050204" pitchFamily="34" charset="0"/>
                </a:rPr>
                <a:t>01</a:t>
              </a:r>
              <a:endParaRPr lang="zh-CN" altLang="en-US" sz="2200" dirty="0">
                <a:latin typeface="Impact" panose="020B0806030902050204" pitchFamily="34" charset="0"/>
              </a:endParaRPr>
            </a:p>
          </p:txBody>
        </p:sp>
        <p:sp>
          <p:nvSpPr>
            <p:cNvPr id="3" name="文本框 2">
              <a:extLst>
                <a:ext uri="{FF2B5EF4-FFF2-40B4-BE49-F238E27FC236}">
                  <a16:creationId xmlns:a16="http://schemas.microsoft.com/office/drawing/2014/main" id="{4D6BD736-A4D3-4F26-AFED-36E11F50F70B}"/>
                </a:ext>
              </a:extLst>
            </p:cNvPr>
            <p:cNvSpPr txBox="1"/>
            <p:nvPr/>
          </p:nvSpPr>
          <p:spPr>
            <a:xfrm>
              <a:off x="1052423" y="898245"/>
              <a:ext cx="5564038" cy="400110"/>
            </a:xfrm>
            <a:prstGeom prst="rect">
              <a:avLst/>
            </a:prstGeom>
            <a:noFill/>
          </p:spPr>
          <p:txBody>
            <a:bodyPr wrap="square" rtlCol="0">
              <a:spAutoFit/>
            </a:bodyPr>
            <a:lstStyle/>
            <a:p>
              <a:r>
                <a:rPr lang="en-US" altLang="zh-CN" sz="2000" b="1" dirty="0"/>
                <a:t>CSMA/CD</a:t>
              </a:r>
              <a:r>
                <a:rPr lang="zh-CN" altLang="en-US" sz="2000" b="1" dirty="0"/>
                <a:t>协议的基本原理</a:t>
              </a:r>
              <a:endParaRPr lang="en-US" altLang="zh-CN" sz="2000" b="1" dirty="0"/>
            </a:p>
          </p:txBody>
        </p:sp>
      </p:grpSp>
      <p:sp>
        <p:nvSpPr>
          <p:cNvPr id="6" name="矩形 5">
            <a:extLst>
              <a:ext uri="{FF2B5EF4-FFF2-40B4-BE49-F238E27FC236}">
                <a16:creationId xmlns:a16="http://schemas.microsoft.com/office/drawing/2014/main" id="{BC2570DD-396E-4D25-AF51-7823C90107CF}"/>
              </a:ext>
            </a:extLst>
          </p:cNvPr>
          <p:cNvSpPr/>
          <p:nvPr/>
        </p:nvSpPr>
        <p:spPr>
          <a:xfrm>
            <a:off x="4462359" y="757078"/>
            <a:ext cx="2153414" cy="400110"/>
          </a:xfrm>
          <a:prstGeom prst="rect">
            <a:avLst/>
          </a:prstGeom>
        </p:spPr>
        <p:style>
          <a:lnRef idx="2">
            <a:schemeClr val="accent4">
              <a:shade val="50000"/>
            </a:schemeClr>
          </a:lnRef>
          <a:fillRef idx="1">
            <a:schemeClr val="accent4"/>
          </a:fillRef>
          <a:effectRef idx="0">
            <a:schemeClr val="accent4"/>
          </a:effectRef>
          <a:fontRef idx="minor">
            <a:schemeClr val="lt1"/>
          </a:fontRef>
        </p:style>
        <p:txBody>
          <a:bodyPr rtlCol="0" anchor="ctr"/>
          <a:lstStyle/>
          <a:p>
            <a:pPr algn="ctr"/>
            <a:endParaRPr lang="zh-CN" altLang="en-US" b="1" dirty="0"/>
          </a:p>
        </p:txBody>
      </p:sp>
      <p:sp>
        <p:nvSpPr>
          <p:cNvPr id="56" name="矩形 55">
            <a:extLst>
              <a:ext uri="{FF2B5EF4-FFF2-40B4-BE49-F238E27FC236}">
                <a16:creationId xmlns:a16="http://schemas.microsoft.com/office/drawing/2014/main" id="{3C4796E6-AC0C-457E-9848-A637639E67CC}"/>
              </a:ext>
            </a:extLst>
          </p:cNvPr>
          <p:cNvSpPr/>
          <p:nvPr/>
        </p:nvSpPr>
        <p:spPr>
          <a:xfrm>
            <a:off x="7094783" y="757078"/>
            <a:ext cx="2153414" cy="400110"/>
          </a:xfrm>
          <a:prstGeom prst="rect">
            <a:avLst/>
          </a:prstGeom>
        </p:spPr>
        <p:style>
          <a:lnRef idx="2">
            <a:schemeClr val="accent3">
              <a:shade val="50000"/>
            </a:schemeClr>
          </a:lnRef>
          <a:fillRef idx="1">
            <a:schemeClr val="accent3"/>
          </a:fillRef>
          <a:effectRef idx="0">
            <a:schemeClr val="accent3"/>
          </a:effectRef>
          <a:fontRef idx="minor">
            <a:schemeClr val="lt1"/>
          </a:fontRef>
        </p:style>
        <p:txBody>
          <a:bodyPr rtlCol="0" anchor="ctr"/>
          <a:lstStyle/>
          <a:p>
            <a:pPr algn="ctr"/>
            <a:endParaRPr lang="zh-CN" altLang="en-US"/>
          </a:p>
        </p:txBody>
      </p:sp>
      <p:sp>
        <p:nvSpPr>
          <p:cNvPr id="58" name="矩形 57">
            <a:extLst>
              <a:ext uri="{FF2B5EF4-FFF2-40B4-BE49-F238E27FC236}">
                <a16:creationId xmlns:a16="http://schemas.microsoft.com/office/drawing/2014/main" id="{8C738A42-5B66-4505-B03D-160313542C6B}"/>
              </a:ext>
            </a:extLst>
          </p:cNvPr>
          <p:cNvSpPr/>
          <p:nvPr/>
        </p:nvSpPr>
        <p:spPr>
          <a:xfrm>
            <a:off x="9727206" y="757078"/>
            <a:ext cx="2153414" cy="400110"/>
          </a:xfrm>
          <a:prstGeom prst="rect">
            <a:avLst/>
          </a:prstGeom>
        </p:spPr>
        <p:style>
          <a:lnRef idx="2">
            <a:schemeClr val="accent5">
              <a:shade val="50000"/>
            </a:schemeClr>
          </a:lnRef>
          <a:fillRef idx="1">
            <a:schemeClr val="accent5"/>
          </a:fillRef>
          <a:effectRef idx="0">
            <a:schemeClr val="accent5"/>
          </a:effectRef>
          <a:fontRef idx="minor">
            <a:schemeClr val="lt1"/>
          </a:fontRef>
        </p:style>
        <p:txBody>
          <a:bodyPr rtlCol="0" anchor="ctr"/>
          <a:lstStyle/>
          <a:p>
            <a:pPr algn="ctr"/>
            <a:endParaRPr lang="zh-CN" altLang="en-US"/>
          </a:p>
        </p:txBody>
      </p:sp>
      <p:sp>
        <p:nvSpPr>
          <p:cNvPr id="8" name="文本框 7">
            <a:extLst>
              <a:ext uri="{FF2B5EF4-FFF2-40B4-BE49-F238E27FC236}">
                <a16:creationId xmlns:a16="http://schemas.microsoft.com/office/drawing/2014/main" id="{D124AB74-A7F3-4D08-8C3C-B508C7C6A51C}"/>
              </a:ext>
            </a:extLst>
          </p:cNvPr>
          <p:cNvSpPr txBox="1"/>
          <p:nvPr/>
        </p:nvSpPr>
        <p:spPr>
          <a:xfrm>
            <a:off x="4473322" y="772467"/>
            <a:ext cx="1598556" cy="400110"/>
          </a:xfrm>
          <a:prstGeom prst="rect">
            <a:avLst/>
          </a:prstGeom>
          <a:noFill/>
        </p:spPr>
        <p:txBody>
          <a:bodyPr wrap="square" rtlCol="0">
            <a:spAutoFit/>
          </a:bodyPr>
          <a:lstStyle/>
          <a:p>
            <a:pPr algn="ctr"/>
            <a:r>
              <a:rPr lang="zh-CN" altLang="en-US" sz="2000" b="1" dirty="0">
                <a:solidFill>
                  <a:schemeClr val="bg1"/>
                </a:solidFill>
              </a:rPr>
              <a:t>多址接入</a:t>
            </a:r>
          </a:p>
        </p:txBody>
      </p:sp>
      <p:sp>
        <p:nvSpPr>
          <p:cNvPr id="41" name="文本框 40">
            <a:extLst>
              <a:ext uri="{FF2B5EF4-FFF2-40B4-BE49-F238E27FC236}">
                <a16:creationId xmlns:a16="http://schemas.microsoft.com/office/drawing/2014/main" id="{0FCCC336-AB70-403B-BE37-A1B698CF616F}"/>
              </a:ext>
            </a:extLst>
          </p:cNvPr>
          <p:cNvSpPr txBox="1"/>
          <p:nvPr/>
        </p:nvSpPr>
        <p:spPr>
          <a:xfrm>
            <a:off x="5708713" y="730007"/>
            <a:ext cx="383192" cy="461665"/>
          </a:xfrm>
          <a:prstGeom prst="rect">
            <a:avLst/>
          </a:prstGeom>
          <a:noFill/>
        </p:spPr>
        <p:txBody>
          <a:bodyPr wrap="square">
            <a:spAutoFit/>
          </a:bodyPr>
          <a:lstStyle/>
          <a:p>
            <a:r>
              <a:rPr lang="en-US" altLang="zh-CN" sz="2400" b="1" dirty="0">
                <a:solidFill>
                  <a:schemeClr val="bg1"/>
                </a:solidFill>
                <a:latin typeface="Arial Narrow" panose="020B0606020202030204" pitchFamily="34" charset="0"/>
              </a:rPr>
              <a:t>M</a:t>
            </a:r>
            <a:endParaRPr lang="zh-CN" altLang="en-US" sz="2400" dirty="0">
              <a:solidFill>
                <a:schemeClr val="bg1"/>
              </a:solidFill>
            </a:endParaRPr>
          </a:p>
        </p:txBody>
      </p:sp>
      <p:sp>
        <p:nvSpPr>
          <p:cNvPr id="54" name="文本框 53">
            <a:extLst>
              <a:ext uri="{FF2B5EF4-FFF2-40B4-BE49-F238E27FC236}">
                <a16:creationId xmlns:a16="http://schemas.microsoft.com/office/drawing/2014/main" id="{B5431C6C-A9AE-4820-962C-B2D3EB67BE9B}"/>
              </a:ext>
            </a:extLst>
          </p:cNvPr>
          <p:cNvSpPr txBox="1"/>
          <p:nvPr/>
        </p:nvSpPr>
        <p:spPr>
          <a:xfrm>
            <a:off x="5948810" y="730007"/>
            <a:ext cx="383192" cy="461665"/>
          </a:xfrm>
          <a:prstGeom prst="rect">
            <a:avLst/>
          </a:prstGeom>
          <a:noFill/>
        </p:spPr>
        <p:txBody>
          <a:bodyPr wrap="square">
            <a:spAutoFit/>
          </a:bodyPr>
          <a:lstStyle/>
          <a:p>
            <a:r>
              <a:rPr lang="en-US" altLang="zh-CN" sz="2400" b="1" dirty="0">
                <a:solidFill>
                  <a:schemeClr val="bg1"/>
                </a:solidFill>
                <a:latin typeface="Arial Narrow" panose="020B0606020202030204" pitchFamily="34" charset="0"/>
              </a:rPr>
              <a:t>A</a:t>
            </a:r>
            <a:endParaRPr lang="zh-CN" altLang="en-US" sz="2400" dirty="0">
              <a:solidFill>
                <a:schemeClr val="bg1"/>
              </a:solidFill>
            </a:endParaRPr>
          </a:p>
        </p:txBody>
      </p:sp>
      <p:sp>
        <p:nvSpPr>
          <p:cNvPr id="59" name="文本框 58">
            <a:extLst>
              <a:ext uri="{FF2B5EF4-FFF2-40B4-BE49-F238E27FC236}">
                <a16:creationId xmlns:a16="http://schemas.microsoft.com/office/drawing/2014/main" id="{C8D143D7-F7E3-4FC0-A8A1-BD4C812C40DB}"/>
              </a:ext>
            </a:extLst>
          </p:cNvPr>
          <p:cNvSpPr txBox="1"/>
          <p:nvPr/>
        </p:nvSpPr>
        <p:spPr>
          <a:xfrm>
            <a:off x="7236053" y="772467"/>
            <a:ext cx="1598556" cy="400110"/>
          </a:xfrm>
          <a:prstGeom prst="rect">
            <a:avLst/>
          </a:prstGeom>
          <a:noFill/>
        </p:spPr>
        <p:txBody>
          <a:bodyPr wrap="square" rtlCol="0">
            <a:spAutoFit/>
          </a:bodyPr>
          <a:lstStyle/>
          <a:p>
            <a:pPr algn="ctr"/>
            <a:r>
              <a:rPr lang="zh-CN" altLang="en-US" sz="2000" b="1" dirty="0">
                <a:solidFill>
                  <a:schemeClr val="bg1"/>
                </a:solidFill>
              </a:rPr>
              <a:t>载波监听</a:t>
            </a:r>
          </a:p>
        </p:txBody>
      </p:sp>
      <p:sp>
        <p:nvSpPr>
          <p:cNvPr id="38" name="文本框 37">
            <a:extLst>
              <a:ext uri="{FF2B5EF4-FFF2-40B4-BE49-F238E27FC236}">
                <a16:creationId xmlns:a16="http://schemas.microsoft.com/office/drawing/2014/main" id="{84A31281-0C7C-4AD1-BF1E-5FB4696F26F7}"/>
              </a:ext>
            </a:extLst>
          </p:cNvPr>
          <p:cNvSpPr txBox="1"/>
          <p:nvPr/>
        </p:nvSpPr>
        <p:spPr>
          <a:xfrm>
            <a:off x="8481180" y="730441"/>
            <a:ext cx="383192" cy="461665"/>
          </a:xfrm>
          <a:prstGeom prst="rect">
            <a:avLst/>
          </a:prstGeom>
          <a:noFill/>
        </p:spPr>
        <p:txBody>
          <a:bodyPr wrap="square">
            <a:spAutoFit/>
          </a:bodyPr>
          <a:lstStyle/>
          <a:p>
            <a:r>
              <a:rPr lang="en-US" altLang="zh-CN" sz="2400" b="1" dirty="0">
                <a:solidFill>
                  <a:schemeClr val="bg1"/>
                </a:solidFill>
                <a:latin typeface="Arial Narrow" panose="020B0606020202030204" pitchFamily="34" charset="0"/>
              </a:rPr>
              <a:t>C</a:t>
            </a:r>
            <a:endParaRPr lang="zh-CN" altLang="en-US" sz="2400" dirty="0">
              <a:solidFill>
                <a:schemeClr val="bg1"/>
              </a:solidFill>
            </a:endParaRPr>
          </a:p>
        </p:txBody>
      </p:sp>
      <p:sp>
        <p:nvSpPr>
          <p:cNvPr id="39" name="文本框 38">
            <a:extLst>
              <a:ext uri="{FF2B5EF4-FFF2-40B4-BE49-F238E27FC236}">
                <a16:creationId xmlns:a16="http://schemas.microsoft.com/office/drawing/2014/main" id="{D1527A42-5BA8-4F70-8A58-1322EC2698B7}"/>
              </a:ext>
            </a:extLst>
          </p:cNvPr>
          <p:cNvSpPr txBox="1"/>
          <p:nvPr/>
        </p:nvSpPr>
        <p:spPr>
          <a:xfrm>
            <a:off x="8675232" y="730441"/>
            <a:ext cx="383192" cy="461665"/>
          </a:xfrm>
          <a:prstGeom prst="rect">
            <a:avLst/>
          </a:prstGeom>
          <a:noFill/>
        </p:spPr>
        <p:txBody>
          <a:bodyPr wrap="square">
            <a:spAutoFit/>
          </a:bodyPr>
          <a:lstStyle/>
          <a:p>
            <a:r>
              <a:rPr lang="en-US" altLang="zh-CN" sz="2400" b="1" dirty="0">
                <a:solidFill>
                  <a:schemeClr val="bg1"/>
                </a:solidFill>
                <a:latin typeface="Arial Narrow" panose="020B0606020202030204" pitchFamily="34" charset="0"/>
              </a:rPr>
              <a:t>S</a:t>
            </a:r>
            <a:endParaRPr lang="zh-CN" altLang="en-US" sz="2400" dirty="0">
              <a:solidFill>
                <a:schemeClr val="bg1"/>
              </a:solidFill>
            </a:endParaRPr>
          </a:p>
        </p:txBody>
      </p:sp>
      <p:sp>
        <p:nvSpPr>
          <p:cNvPr id="60" name="文本框 59">
            <a:extLst>
              <a:ext uri="{FF2B5EF4-FFF2-40B4-BE49-F238E27FC236}">
                <a16:creationId xmlns:a16="http://schemas.microsoft.com/office/drawing/2014/main" id="{AB15AA99-A243-45C1-AE07-0B685612E43F}"/>
              </a:ext>
            </a:extLst>
          </p:cNvPr>
          <p:cNvSpPr txBox="1"/>
          <p:nvPr/>
        </p:nvSpPr>
        <p:spPr>
          <a:xfrm>
            <a:off x="9791788" y="772467"/>
            <a:ext cx="1598556" cy="400110"/>
          </a:xfrm>
          <a:prstGeom prst="rect">
            <a:avLst/>
          </a:prstGeom>
          <a:noFill/>
        </p:spPr>
        <p:txBody>
          <a:bodyPr wrap="square" rtlCol="0">
            <a:spAutoFit/>
          </a:bodyPr>
          <a:lstStyle/>
          <a:p>
            <a:pPr algn="ctr"/>
            <a:r>
              <a:rPr lang="zh-CN" altLang="en-US" sz="2000" b="1" dirty="0">
                <a:solidFill>
                  <a:schemeClr val="bg1"/>
                </a:solidFill>
              </a:rPr>
              <a:t>碰撞检测</a:t>
            </a:r>
          </a:p>
        </p:txBody>
      </p:sp>
      <p:sp>
        <p:nvSpPr>
          <p:cNvPr id="55" name="文本框 54">
            <a:extLst>
              <a:ext uri="{FF2B5EF4-FFF2-40B4-BE49-F238E27FC236}">
                <a16:creationId xmlns:a16="http://schemas.microsoft.com/office/drawing/2014/main" id="{F7208B3A-F0CA-46E2-A78F-A769880DCC09}"/>
              </a:ext>
            </a:extLst>
          </p:cNvPr>
          <p:cNvSpPr txBox="1"/>
          <p:nvPr/>
        </p:nvSpPr>
        <p:spPr>
          <a:xfrm>
            <a:off x="11033742" y="734232"/>
            <a:ext cx="383192" cy="461665"/>
          </a:xfrm>
          <a:prstGeom prst="rect">
            <a:avLst/>
          </a:prstGeom>
          <a:noFill/>
        </p:spPr>
        <p:txBody>
          <a:bodyPr wrap="square">
            <a:spAutoFit/>
          </a:bodyPr>
          <a:lstStyle/>
          <a:p>
            <a:r>
              <a:rPr lang="en-US" altLang="zh-CN" sz="2400" b="1" dirty="0">
                <a:solidFill>
                  <a:schemeClr val="bg1"/>
                </a:solidFill>
                <a:latin typeface="Arial Narrow" panose="020B0606020202030204" pitchFamily="34" charset="0"/>
              </a:rPr>
              <a:t>C</a:t>
            </a:r>
            <a:endParaRPr lang="zh-CN" altLang="en-US" sz="2400" dirty="0">
              <a:solidFill>
                <a:schemeClr val="bg1"/>
              </a:solidFill>
            </a:endParaRPr>
          </a:p>
        </p:txBody>
      </p:sp>
      <p:sp>
        <p:nvSpPr>
          <p:cNvPr id="57" name="文本框 56">
            <a:extLst>
              <a:ext uri="{FF2B5EF4-FFF2-40B4-BE49-F238E27FC236}">
                <a16:creationId xmlns:a16="http://schemas.microsoft.com/office/drawing/2014/main" id="{F625F8B0-68ED-4238-86A5-61737324B156}"/>
              </a:ext>
            </a:extLst>
          </p:cNvPr>
          <p:cNvSpPr txBox="1"/>
          <p:nvPr/>
        </p:nvSpPr>
        <p:spPr>
          <a:xfrm>
            <a:off x="11260686" y="734232"/>
            <a:ext cx="383192" cy="461665"/>
          </a:xfrm>
          <a:prstGeom prst="rect">
            <a:avLst/>
          </a:prstGeom>
          <a:noFill/>
        </p:spPr>
        <p:txBody>
          <a:bodyPr wrap="square">
            <a:spAutoFit/>
          </a:bodyPr>
          <a:lstStyle/>
          <a:p>
            <a:r>
              <a:rPr lang="en-US" altLang="zh-CN" sz="2400" b="1" dirty="0">
                <a:solidFill>
                  <a:schemeClr val="bg1"/>
                </a:solidFill>
                <a:latin typeface="Arial Narrow" panose="020B0606020202030204" pitchFamily="34" charset="0"/>
              </a:rPr>
              <a:t>D</a:t>
            </a:r>
            <a:endParaRPr lang="zh-CN" altLang="en-US" sz="2400" dirty="0">
              <a:solidFill>
                <a:schemeClr val="bg1"/>
              </a:solidFill>
            </a:endParaRPr>
          </a:p>
        </p:txBody>
      </p:sp>
    </p:spTree>
    <p:custDataLst>
      <p:tags r:id="rId1"/>
    </p:custDataLst>
    <p:extLst>
      <p:ext uri="{BB962C8B-B14F-4D97-AF65-F5344CB8AC3E}">
        <p14:creationId xmlns:p14="http://schemas.microsoft.com/office/powerpoint/2010/main" val="3723938667"/>
      </p:ext>
    </p:extLst>
  </p:cSld>
  <p:clrMapOvr>
    <a:masterClrMapping/>
  </p:clrMapOvr>
  <mc:AlternateContent xmlns:mc="http://schemas.openxmlformats.org/markup-compatibility/2006" xmlns:p159="http://schemas.microsoft.com/office/powerpoint/2015/09/main">
    <mc:Choice Requires="p159">
      <p:transition spd="slow">
        <p159:morph option="byObject"/>
      </p:transition>
    </mc:Choice>
    <mc:Fallback xmlns="">
      <p:transition spd="slow">
        <p:fade/>
      </p:transition>
    </mc:Fallback>
  </mc:AlternateContent>
</p:sld>
</file>

<file path=ppt/slides/slide30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4" name="组合 3">
            <a:extLst>
              <a:ext uri="{FF2B5EF4-FFF2-40B4-BE49-F238E27FC236}">
                <a16:creationId xmlns:a16="http://schemas.microsoft.com/office/drawing/2014/main" id="{9A1EA9F2-FCB6-48C3-935F-7AE7E3AD14AC}"/>
              </a:ext>
            </a:extLst>
          </p:cNvPr>
          <p:cNvGrpSpPr/>
          <p:nvPr/>
        </p:nvGrpSpPr>
        <p:grpSpPr>
          <a:xfrm>
            <a:off x="304800" y="749300"/>
            <a:ext cx="6192344" cy="400110"/>
            <a:chOff x="424117" y="898245"/>
            <a:chExt cx="6192344" cy="400110"/>
          </a:xfrm>
        </p:grpSpPr>
        <p:sp>
          <p:nvSpPr>
            <p:cNvPr id="2" name="平行四边形 1">
              <a:extLst>
                <a:ext uri="{FF2B5EF4-FFF2-40B4-BE49-F238E27FC236}">
                  <a16:creationId xmlns:a16="http://schemas.microsoft.com/office/drawing/2014/main" id="{1F5BAA3F-9845-4F89-A2DD-8222D3E4EDAC}"/>
                </a:ext>
              </a:extLst>
            </p:cNvPr>
            <p:cNvSpPr/>
            <p:nvPr/>
          </p:nvSpPr>
          <p:spPr>
            <a:xfrm>
              <a:off x="424117" y="898245"/>
              <a:ext cx="628306" cy="387090"/>
            </a:xfrm>
            <a:prstGeom prst="parallelogram">
              <a:avLst/>
            </a:prstGeom>
            <a:solidFill>
              <a:schemeClr val="accent3">
                <a:lumMod val="75000"/>
              </a:schemeClr>
            </a:solidFill>
            <a:ln>
              <a:solidFill>
                <a:schemeClr val="accent3">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CN" sz="2200" dirty="0">
                  <a:latin typeface="Impact" panose="020B0806030902050204" pitchFamily="34" charset="0"/>
                </a:rPr>
                <a:t>01</a:t>
              </a:r>
              <a:endParaRPr lang="zh-CN" altLang="en-US" sz="2200" dirty="0">
                <a:latin typeface="Impact" panose="020B0806030902050204" pitchFamily="34" charset="0"/>
              </a:endParaRPr>
            </a:p>
          </p:txBody>
        </p:sp>
        <p:sp>
          <p:nvSpPr>
            <p:cNvPr id="3" name="文本框 2">
              <a:extLst>
                <a:ext uri="{FF2B5EF4-FFF2-40B4-BE49-F238E27FC236}">
                  <a16:creationId xmlns:a16="http://schemas.microsoft.com/office/drawing/2014/main" id="{4D6BD736-A4D3-4F26-AFED-36E11F50F70B}"/>
                </a:ext>
              </a:extLst>
            </p:cNvPr>
            <p:cNvSpPr txBox="1"/>
            <p:nvPr/>
          </p:nvSpPr>
          <p:spPr>
            <a:xfrm>
              <a:off x="1052423" y="898245"/>
              <a:ext cx="5564038" cy="400110"/>
            </a:xfrm>
            <a:prstGeom prst="rect">
              <a:avLst/>
            </a:prstGeom>
            <a:noFill/>
          </p:spPr>
          <p:txBody>
            <a:bodyPr wrap="square" rtlCol="0">
              <a:spAutoFit/>
            </a:bodyPr>
            <a:lstStyle/>
            <a:p>
              <a:r>
                <a:rPr lang="en-US" altLang="zh-CN" sz="2000" b="1" dirty="0"/>
                <a:t>CSMA/CD</a:t>
              </a:r>
              <a:r>
                <a:rPr lang="zh-CN" altLang="en-US" sz="2000" b="1" dirty="0"/>
                <a:t>协议的基本原理</a:t>
              </a:r>
              <a:endParaRPr lang="en-US" altLang="zh-CN" sz="2000" b="1" dirty="0"/>
            </a:p>
          </p:txBody>
        </p:sp>
      </p:grpSp>
      <p:grpSp>
        <p:nvGrpSpPr>
          <p:cNvPr id="5" name="组合 4">
            <a:extLst>
              <a:ext uri="{FF2B5EF4-FFF2-40B4-BE49-F238E27FC236}">
                <a16:creationId xmlns:a16="http://schemas.microsoft.com/office/drawing/2014/main" id="{C01E6C52-422B-4C95-B19D-1CED5810DA03}"/>
              </a:ext>
            </a:extLst>
          </p:cNvPr>
          <p:cNvGrpSpPr/>
          <p:nvPr/>
        </p:nvGrpSpPr>
        <p:grpSpPr>
          <a:xfrm>
            <a:off x="4462359" y="730007"/>
            <a:ext cx="2153414" cy="461665"/>
            <a:chOff x="4462359" y="730007"/>
            <a:chExt cx="2153414" cy="461665"/>
          </a:xfrm>
        </p:grpSpPr>
        <p:sp>
          <p:nvSpPr>
            <p:cNvPr id="6" name="矩形 5">
              <a:extLst>
                <a:ext uri="{FF2B5EF4-FFF2-40B4-BE49-F238E27FC236}">
                  <a16:creationId xmlns:a16="http://schemas.microsoft.com/office/drawing/2014/main" id="{BC2570DD-396E-4D25-AF51-7823C90107CF}"/>
                </a:ext>
              </a:extLst>
            </p:cNvPr>
            <p:cNvSpPr/>
            <p:nvPr/>
          </p:nvSpPr>
          <p:spPr>
            <a:xfrm>
              <a:off x="4462359" y="757078"/>
              <a:ext cx="2153414" cy="400110"/>
            </a:xfrm>
            <a:prstGeom prst="rect">
              <a:avLst/>
            </a:prstGeom>
            <a:solidFill>
              <a:schemeClr val="bg2">
                <a:lumMod val="90000"/>
              </a:schemeClr>
            </a:solidFill>
            <a:ln>
              <a:solidFill>
                <a:schemeClr val="bg2">
                  <a:lumMod val="90000"/>
                </a:schemeClr>
              </a:solidFill>
            </a:ln>
          </p:spPr>
          <p:style>
            <a:lnRef idx="2">
              <a:schemeClr val="accent4">
                <a:shade val="50000"/>
              </a:schemeClr>
            </a:lnRef>
            <a:fillRef idx="1">
              <a:schemeClr val="accent4"/>
            </a:fillRef>
            <a:effectRef idx="0">
              <a:schemeClr val="accent4"/>
            </a:effectRef>
            <a:fontRef idx="minor">
              <a:schemeClr val="lt1"/>
            </a:fontRef>
          </p:style>
          <p:txBody>
            <a:bodyPr rtlCol="0" anchor="ctr"/>
            <a:lstStyle/>
            <a:p>
              <a:pPr algn="ctr"/>
              <a:endParaRPr lang="zh-CN" altLang="en-US" b="1" dirty="0"/>
            </a:p>
          </p:txBody>
        </p:sp>
        <p:sp>
          <p:nvSpPr>
            <p:cNvPr id="8" name="文本框 7">
              <a:extLst>
                <a:ext uri="{FF2B5EF4-FFF2-40B4-BE49-F238E27FC236}">
                  <a16:creationId xmlns:a16="http://schemas.microsoft.com/office/drawing/2014/main" id="{D124AB74-A7F3-4D08-8C3C-B508C7C6A51C}"/>
                </a:ext>
              </a:extLst>
            </p:cNvPr>
            <p:cNvSpPr txBox="1"/>
            <p:nvPr/>
          </p:nvSpPr>
          <p:spPr>
            <a:xfrm>
              <a:off x="4473322" y="772467"/>
              <a:ext cx="1598556" cy="400110"/>
            </a:xfrm>
            <a:prstGeom prst="rect">
              <a:avLst/>
            </a:prstGeom>
            <a:noFill/>
          </p:spPr>
          <p:txBody>
            <a:bodyPr wrap="square" rtlCol="0">
              <a:spAutoFit/>
            </a:bodyPr>
            <a:lstStyle/>
            <a:p>
              <a:pPr algn="ctr"/>
              <a:r>
                <a:rPr lang="zh-CN" altLang="en-US" sz="2000" b="1" dirty="0">
                  <a:solidFill>
                    <a:schemeClr val="bg1"/>
                  </a:solidFill>
                </a:rPr>
                <a:t>多址接入</a:t>
              </a:r>
            </a:p>
          </p:txBody>
        </p:sp>
        <p:sp>
          <p:nvSpPr>
            <p:cNvPr id="41" name="文本框 40">
              <a:extLst>
                <a:ext uri="{FF2B5EF4-FFF2-40B4-BE49-F238E27FC236}">
                  <a16:creationId xmlns:a16="http://schemas.microsoft.com/office/drawing/2014/main" id="{0FCCC336-AB70-403B-BE37-A1B698CF616F}"/>
                </a:ext>
              </a:extLst>
            </p:cNvPr>
            <p:cNvSpPr txBox="1"/>
            <p:nvPr/>
          </p:nvSpPr>
          <p:spPr>
            <a:xfrm>
              <a:off x="5708713" y="730007"/>
              <a:ext cx="383192" cy="461665"/>
            </a:xfrm>
            <a:prstGeom prst="rect">
              <a:avLst/>
            </a:prstGeom>
            <a:noFill/>
          </p:spPr>
          <p:txBody>
            <a:bodyPr wrap="square">
              <a:spAutoFit/>
            </a:bodyPr>
            <a:lstStyle/>
            <a:p>
              <a:r>
                <a:rPr lang="en-US" altLang="zh-CN" sz="2400" b="1" dirty="0">
                  <a:solidFill>
                    <a:schemeClr val="bg1"/>
                  </a:solidFill>
                  <a:latin typeface="Arial Narrow" panose="020B0606020202030204" pitchFamily="34" charset="0"/>
                </a:rPr>
                <a:t>M</a:t>
              </a:r>
              <a:endParaRPr lang="zh-CN" altLang="en-US" sz="2400" dirty="0">
                <a:solidFill>
                  <a:schemeClr val="bg1"/>
                </a:solidFill>
              </a:endParaRPr>
            </a:p>
          </p:txBody>
        </p:sp>
        <p:sp>
          <p:nvSpPr>
            <p:cNvPr id="54" name="文本框 53">
              <a:extLst>
                <a:ext uri="{FF2B5EF4-FFF2-40B4-BE49-F238E27FC236}">
                  <a16:creationId xmlns:a16="http://schemas.microsoft.com/office/drawing/2014/main" id="{B5431C6C-A9AE-4820-962C-B2D3EB67BE9B}"/>
                </a:ext>
              </a:extLst>
            </p:cNvPr>
            <p:cNvSpPr txBox="1"/>
            <p:nvPr/>
          </p:nvSpPr>
          <p:spPr>
            <a:xfrm>
              <a:off x="5948810" y="730007"/>
              <a:ext cx="383192" cy="461665"/>
            </a:xfrm>
            <a:prstGeom prst="rect">
              <a:avLst/>
            </a:prstGeom>
            <a:noFill/>
          </p:spPr>
          <p:txBody>
            <a:bodyPr wrap="square">
              <a:spAutoFit/>
            </a:bodyPr>
            <a:lstStyle/>
            <a:p>
              <a:r>
                <a:rPr lang="en-US" altLang="zh-CN" sz="2400" b="1" dirty="0">
                  <a:solidFill>
                    <a:schemeClr val="bg1"/>
                  </a:solidFill>
                  <a:latin typeface="Arial Narrow" panose="020B0606020202030204" pitchFamily="34" charset="0"/>
                </a:rPr>
                <a:t>A</a:t>
              </a:r>
              <a:endParaRPr lang="zh-CN" altLang="en-US" sz="2400" dirty="0">
                <a:solidFill>
                  <a:schemeClr val="bg1"/>
                </a:solidFill>
              </a:endParaRPr>
            </a:p>
          </p:txBody>
        </p:sp>
      </p:grpSp>
      <p:grpSp>
        <p:nvGrpSpPr>
          <p:cNvPr id="7" name="组合 6">
            <a:extLst>
              <a:ext uri="{FF2B5EF4-FFF2-40B4-BE49-F238E27FC236}">
                <a16:creationId xmlns:a16="http://schemas.microsoft.com/office/drawing/2014/main" id="{B9C158CC-93D8-4410-8E32-3C037291B916}"/>
              </a:ext>
            </a:extLst>
          </p:cNvPr>
          <p:cNvGrpSpPr/>
          <p:nvPr/>
        </p:nvGrpSpPr>
        <p:grpSpPr>
          <a:xfrm>
            <a:off x="7094783" y="730441"/>
            <a:ext cx="2153414" cy="461665"/>
            <a:chOff x="7094783" y="730441"/>
            <a:chExt cx="2153414" cy="461665"/>
          </a:xfrm>
        </p:grpSpPr>
        <p:sp>
          <p:nvSpPr>
            <p:cNvPr id="56" name="矩形 55">
              <a:extLst>
                <a:ext uri="{FF2B5EF4-FFF2-40B4-BE49-F238E27FC236}">
                  <a16:creationId xmlns:a16="http://schemas.microsoft.com/office/drawing/2014/main" id="{3C4796E6-AC0C-457E-9848-A637639E67CC}"/>
                </a:ext>
              </a:extLst>
            </p:cNvPr>
            <p:cNvSpPr/>
            <p:nvPr/>
          </p:nvSpPr>
          <p:spPr>
            <a:xfrm>
              <a:off x="7094783" y="757078"/>
              <a:ext cx="2153414" cy="400110"/>
            </a:xfrm>
            <a:prstGeom prst="rect">
              <a:avLst/>
            </a:prstGeom>
            <a:solidFill>
              <a:schemeClr val="bg2">
                <a:lumMod val="90000"/>
              </a:schemeClr>
            </a:solidFill>
            <a:ln>
              <a:solidFill>
                <a:schemeClr val="bg2">
                  <a:lumMod val="90000"/>
                </a:schemeClr>
              </a:solidFill>
            </a:ln>
          </p:spPr>
          <p:style>
            <a:lnRef idx="2">
              <a:schemeClr val="accent3">
                <a:shade val="50000"/>
              </a:schemeClr>
            </a:lnRef>
            <a:fillRef idx="1">
              <a:schemeClr val="accent3"/>
            </a:fillRef>
            <a:effectRef idx="0">
              <a:schemeClr val="accent3"/>
            </a:effectRef>
            <a:fontRef idx="minor">
              <a:schemeClr val="lt1"/>
            </a:fontRef>
          </p:style>
          <p:txBody>
            <a:bodyPr rtlCol="0" anchor="ctr"/>
            <a:lstStyle/>
            <a:p>
              <a:pPr algn="ctr"/>
              <a:endParaRPr lang="zh-CN" altLang="en-US"/>
            </a:p>
          </p:txBody>
        </p:sp>
        <p:sp>
          <p:nvSpPr>
            <p:cNvPr id="59" name="文本框 58">
              <a:extLst>
                <a:ext uri="{FF2B5EF4-FFF2-40B4-BE49-F238E27FC236}">
                  <a16:creationId xmlns:a16="http://schemas.microsoft.com/office/drawing/2014/main" id="{C8D143D7-F7E3-4FC0-A8A1-BD4C812C40DB}"/>
                </a:ext>
              </a:extLst>
            </p:cNvPr>
            <p:cNvSpPr txBox="1"/>
            <p:nvPr/>
          </p:nvSpPr>
          <p:spPr>
            <a:xfrm>
              <a:off x="7236053" y="772467"/>
              <a:ext cx="1598556" cy="400110"/>
            </a:xfrm>
            <a:prstGeom prst="rect">
              <a:avLst/>
            </a:prstGeom>
            <a:noFill/>
          </p:spPr>
          <p:txBody>
            <a:bodyPr wrap="square" rtlCol="0">
              <a:spAutoFit/>
            </a:bodyPr>
            <a:lstStyle/>
            <a:p>
              <a:pPr algn="ctr"/>
              <a:r>
                <a:rPr lang="zh-CN" altLang="en-US" sz="2000" b="1" dirty="0">
                  <a:solidFill>
                    <a:schemeClr val="bg1"/>
                  </a:solidFill>
                </a:rPr>
                <a:t>载波监听</a:t>
              </a:r>
            </a:p>
          </p:txBody>
        </p:sp>
        <p:sp>
          <p:nvSpPr>
            <p:cNvPr id="38" name="文本框 37">
              <a:extLst>
                <a:ext uri="{FF2B5EF4-FFF2-40B4-BE49-F238E27FC236}">
                  <a16:creationId xmlns:a16="http://schemas.microsoft.com/office/drawing/2014/main" id="{84A31281-0C7C-4AD1-BF1E-5FB4696F26F7}"/>
                </a:ext>
              </a:extLst>
            </p:cNvPr>
            <p:cNvSpPr txBox="1"/>
            <p:nvPr/>
          </p:nvSpPr>
          <p:spPr>
            <a:xfrm>
              <a:off x="8481180" y="730441"/>
              <a:ext cx="383192" cy="461665"/>
            </a:xfrm>
            <a:prstGeom prst="rect">
              <a:avLst/>
            </a:prstGeom>
            <a:noFill/>
          </p:spPr>
          <p:txBody>
            <a:bodyPr wrap="square">
              <a:spAutoFit/>
            </a:bodyPr>
            <a:lstStyle/>
            <a:p>
              <a:r>
                <a:rPr lang="en-US" altLang="zh-CN" sz="2400" b="1" dirty="0">
                  <a:solidFill>
                    <a:schemeClr val="bg1"/>
                  </a:solidFill>
                  <a:latin typeface="Arial Narrow" panose="020B0606020202030204" pitchFamily="34" charset="0"/>
                </a:rPr>
                <a:t>C</a:t>
              </a:r>
              <a:endParaRPr lang="zh-CN" altLang="en-US" sz="2400" dirty="0">
                <a:solidFill>
                  <a:schemeClr val="bg1"/>
                </a:solidFill>
              </a:endParaRPr>
            </a:p>
          </p:txBody>
        </p:sp>
        <p:sp>
          <p:nvSpPr>
            <p:cNvPr id="39" name="文本框 38">
              <a:extLst>
                <a:ext uri="{FF2B5EF4-FFF2-40B4-BE49-F238E27FC236}">
                  <a16:creationId xmlns:a16="http://schemas.microsoft.com/office/drawing/2014/main" id="{D1527A42-5BA8-4F70-8A58-1322EC2698B7}"/>
                </a:ext>
              </a:extLst>
            </p:cNvPr>
            <p:cNvSpPr txBox="1"/>
            <p:nvPr/>
          </p:nvSpPr>
          <p:spPr>
            <a:xfrm>
              <a:off x="8675232" y="730441"/>
              <a:ext cx="383192" cy="461665"/>
            </a:xfrm>
            <a:prstGeom prst="rect">
              <a:avLst/>
            </a:prstGeom>
            <a:noFill/>
          </p:spPr>
          <p:txBody>
            <a:bodyPr wrap="square">
              <a:spAutoFit/>
            </a:bodyPr>
            <a:lstStyle/>
            <a:p>
              <a:r>
                <a:rPr lang="en-US" altLang="zh-CN" sz="2400" b="1" dirty="0">
                  <a:solidFill>
                    <a:schemeClr val="bg1"/>
                  </a:solidFill>
                  <a:latin typeface="Arial Narrow" panose="020B0606020202030204" pitchFamily="34" charset="0"/>
                </a:rPr>
                <a:t>S</a:t>
              </a:r>
              <a:endParaRPr lang="zh-CN" altLang="en-US" sz="2400" dirty="0">
                <a:solidFill>
                  <a:schemeClr val="bg1"/>
                </a:solidFill>
              </a:endParaRPr>
            </a:p>
          </p:txBody>
        </p:sp>
      </p:grpSp>
      <p:grpSp>
        <p:nvGrpSpPr>
          <p:cNvPr id="9" name="组合 8">
            <a:extLst>
              <a:ext uri="{FF2B5EF4-FFF2-40B4-BE49-F238E27FC236}">
                <a16:creationId xmlns:a16="http://schemas.microsoft.com/office/drawing/2014/main" id="{46C7C9F9-77AF-4E79-B679-41F2B5E760D4}"/>
              </a:ext>
            </a:extLst>
          </p:cNvPr>
          <p:cNvGrpSpPr/>
          <p:nvPr/>
        </p:nvGrpSpPr>
        <p:grpSpPr>
          <a:xfrm>
            <a:off x="9727206" y="734232"/>
            <a:ext cx="2153414" cy="461665"/>
            <a:chOff x="9727206" y="734232"/>
            <a:chExt cx="2153414" cy="461665"/>
          </a:xfrm>
        </p:grpSpPr>
        <p:sp>
          <p:nvSpPr>
            <p:cNvPr id="58" name="矩形 57">
              <a:extLst>
                <a:ext uri="{FF2B5EF4-FFF2-40B4-BE49-F238E27FC236}">
                  <a16:creationId xmlns:a16="http://schemas.microsoft.com/office/drawing/2014/main" id="{8C738A42-5B66-4505-B03D-160313542C6B}"/>
                </a:ext>
              </a:extLst>
            </p:cNvPr>
            <p:cNvSpPr/>
            <p:nvPr/>
          </p:nvSpPr>
          <p:spPr>
            <a:xfrm>
              <a:off x="9727206" y="757078"/>
              <a:ext cx="2153414" cy="400110"/>
            </a:xfrm>
            <a:prstGeom prst="rect">
              <a:avLst/>
            </a:prstGeom>
            <a:solidFill>
              <a:schemeClr val="bg2">
                <a:lumMod val="90000"/>
              </a:schemeClr>
            </a:solidFill>
            <a:ln>
              <a:solidFill>
                <a:schemeClr val="bg2">
                  <a:lumMod val="90000"/>
                </a:schemeClr>
              </a:solidFill>
            </a:ln>
          </p:spPr>
          <p:style>
            <a:lnRef idx="2">
              <a:schemeClr val="accent5">
                <a:shade val="50000"/>
              </a:schemeClr>
            </a:lnRef>
            <a:fillRef idx="1">
              <a:schemeClr val="accent5"/>
            </a:fillRef>
            <a:effectRef idx="0">
              <a:schemeClr val="accent5"/>
            </a:effectRef>
            <a:fontRef idx="minor">
              <a:schemeClr val="lt1"/>
            </a:fontRef>
          </p:style>
          <p:txBody>
            <a:bodyPr rtlCol="0" anchor="ctr"/>
            <a:lstStyle/>
            <a:p>
              <a:pPr algn="ctr"/>
              <a:endParaRPr lang="zh-CN" altLang="en-US"/>
            </a:p>
          </p:txBody>
        </p:sp>
        <p:sp>
          <p:nvSpPr>
            <p:cNvPr id="60" name="文本框 59">
              <a:extLst>
                <a:ext uri="{FF2B5EF4-FFF2-40B4-BE49-F238E27FC236}">
                  <a16:creationId xmlns:a16="http://schemas.microsoft.com/office/drawing/2014/main" id="{AB15AA99-A243-45C1-AE07-0B685612E43F}"/>
                </a:ext>
              </a:extLst>
            </p:cNvPr>
            <p:cNvSpPr txBox="1"/>
            <p:nvPr/>
          </p:nvSpPr>
          <p:spPr>
            <a:xfrm>
              <a:off x="9791788" y="772467"/>
              <a:ext cx="1598556" cy="400110"/>
            </a:xfrm>
            <a:prstGeom prst="rect">
              <a:avLst/>
            </a:prstGeom>
            <a:noFill/>
          </p:spPr>
          <p:txBody>
            <a:bodyPr wrap="square" rtlCol="0">
              <a:spAutoFit/>
            </a:bodyPr>
            <a:lstStyle/>
            <a:p>
              <a:pPr algn="ctr"/>
              <a:r>
                <a:rPr lang="zh-CN" altLang="en-US" sz="2000" b="1" dirty="0">
                  <a:solidFill>
                    <a:schemeClr val="bg1"/>
                  </a:solidFill>
                </a:rPr>
                <a:t>碰撞检测</a:t>
              </a:r>
            </a:p>
          </p:txBody>
        </p:sp>
        <p:sp>
          <p:nvSpPr>
            <p:cNvPr id="55" name="文本框 54">
              <a:extLst>
                <a:ext uri="{FF2B5EF4-FFF2-40B4-BE49-F238E27FC236}">
                  <a16:creationId xmlns:a16="http://schemas.microsoft.com/office/drawing/2014/main" id="{F7208B3A-F0CA-46E2-A78F-A769880DCC09}"/>
                </a:ext>
              </a:extLst>
            </p:cNvPr>
            <p:cNvSpPr txBox="1"/>
            <p:nvPr/>
          </p:nvSpPr>
          <p:spPr>
            <a:xfrm>
              <a:off x="11033742" y="734232"/>
              <a:ext cx="383192" cy="461665"/>
            </a:xfrm>
            <a:prstGeom prst="rect">
              <a:avLst/>
            </a:prstGeom>
            <a:noFill/>
          </p:spPr>
          <p:txBody>
            <a:bodyPr wrap="square">
              <a:spAutoFit/>
            </a:bodyPr>
            <a:lstStyle/>
            <a:p>
              <a:r>
                <a:rPr lang="en-US" altLang="zh-CN" sz="2400" b="1" dirty="0">
                  <a:solidFill>
                    <a:schemeClr val="bg1"/>
                  </a:solidFill>
                  <a:latin typeface="Arial Narrow" panose="020B0606020202030204" pitchFamily="34" charset="0"/>
                </a:rPr>
                <a:t>C</a:t>
              </a:r>
              <a:endParaRPr lang="zh-CN" altLang="en-US" sz="2400" dirty="0">
                <a:solidFill>
                  <a:schemeClr val="bg1"/>
                </a:solidFill>
              </a:endParaRPr>
            </a:p>
          </p:txBody>
        </p:sp>
        <p:sp>
          <p:nvSpPr>
            <p:cNvPr id="57" name="文本框 56">
              <a:extLst>
                <a:ext uri="{FF2B5EF4-FFF2-40B4-BE49-F238E27FC236}">
                  <a16:creationId xmlns:a16="http://schemas.microsoft.com/office/drawing/2014/main" id="{F625F8B0-68ED-4238-86A5-61737324B156}"/>
                </a:ext>
              </a:extLst>
            </p:cNvPr>
            <p:cNvSpPr txBox="1"/>
            <p:nvPr/>
          </p:nvSpPr>
          <p:spPr>
            <a:xfrm>
              <a:off x="11260686" y="734232"/>
              <a:ext cx="383192" cy="461665"/>
            </a:xfrm>
            <a:prstGeom prst="rect">
              <a:avLst/>
            </a:prstGeom>
            <a:noFill/>
          </p:spPr>
          <p:txBody>
            <a:bodyPr wrap="square">
              <a:spAutoFit/>
            </a:bodyPr>
            <a:lstStyle/>
            <a:p>
              <a:r>
                <a:rPr lang="en-US" altLang="zh-CN" sz="2400" b="1" dirty="0">
                  <a:solidFill>
                    <a:schemeClr val="bg1"/>
                  </a:solidFill>
                  <a:latin typeface="Arial Narrow" panose="020B0606020202030204" pitchFamily="34" charset="0"/>
                </a:rPr>
                <a:t>D</a:t>
              </a:r>
              <a:endParaRPr lang="zh-CN" altLang="en-US" sz="2400" dirty="0">
                <a:solidFill>
                  <a:schemeClr val="bg1"/>
                </a:solidFill>
              </a:endParaRPr>
            </a:p>
          </p:txBody>
        </p:sp>
      </p:grpSp>
      <p:grpSp>
        <p:nvGrpSpPr>
          <p:cNvPr id="20" name="组合 19">
            <a:extLst>
              <a:ext uri="{FF2B5EF4-FFF2-40B4-BE49-F238E27FC236}">
                <a16:creationId xmlns:a16="http://schemas.microsoft.com/office/drawing/2014/main" id="{0566D37A-AF09-4305-A02C-E4BAA9CA0A13}"/>
              </a:ext>
            </a:extLst>
          </p:cNvPr>
          <p:cNvGrpSpPr/>
          <p:nvPr/>
        </p:nvGrpSpPr>
        <p:grpSpPr>
          <a:xfrm>
            <a:off x="4462359" y="730007"/>
            <a:ext cx="2153414" cy="461665"/>
            <a:chOff x="4462359" y="730007"/>
            <a:chExt cx="2153414" cy="461665"/>
          </a:xfrm>
        </p:grpSpPr>
        <p:sp>
          <p:nvSpPr>
            <p:cNvPr id="21" name="矩形 20">
              <a:extLst>
                <a:ext uri="{FF2B5EF4-FFF2-40B4-BE49-F238E27FC236}">
                  <a16:creationId xmlns:a16="http://schemas.microsoft.com/office/drawing/2014/main" id="{687C9201-07A4-4AD1-BB92-BF60BE2309FB}"/>
                </a:ext>
              </a:extLst>
            </p:cNvPr>
            <p:cNvSpPr/>
            <p:nvPr/>
          </p:nvSpPr>
          <p:spPr>
            <a:xfrm>
              <a:off x="4462359" y="757078"/>
              <a:ext cx="2153414" cy="400110"/>
            </a:xfrm>
            <a:prstGeom prst="rect">
              <a:avLst/>
            </a:prstGeom>
            <a:solidFill>
              <a:schemeClr val="accent4"/>
            </a:solidFill>
            <a:ln>
              <a:solidFill>
                <a:schemeClr val="accent4"/>
              </a:solidFill>
            </a:ln>
          </p:spPr>
          <p:style>
            <a:lnRef idx="2">
              <a:schemeClr val="accent4">
                <a:shade val="50000"/>
              </a:schemeClr>
            </a:lnRef>
            <a:fillRef idx="1">
              <a:schemeClr val="accent4"/>
            </a:fillRef>
            <a:effectRef idx="0">
              <a:schemeClr val="accent4"/>
            </a:effectRef>
            <a:fontRef idx="minor">
              <a:schemeClr val="lt1"/>
            </a:fontRef>
          </p:style>
          <p:txBody>
            <a:bodyPr rtlCol="0" anchor="ctr"/>
            <a:lstStyle/>
            <a:p>
              <a:pPr algn="ctr"/>
              <a:endParaRPr lang="zh-CN" altLang="en-US" b="1" dirty="0"/>
            </a:p>
          </p:txBody>
        </p:sp>
        <p:sp>
          <p:nvSpPr>
            <p:cNvPr id="22" name="文本框 21">
              <a:extLst>
                <a:ext uri="{FF2B5EF4-FFF2-40B4-BE49-F238E27FC236}">
                  <a16:creationId xmlns:a16="http://schemas.microsoft.com/office/drawing/2014/main" id="{1F92EA7B-E9E6-4124-938F-8C048C1CACF5}"/>
                </a:ext>
              </a:extLst>
            </p:cNvPr>
            <p:cNvSpPr txBox="1"/>
            <p:nvPr/>
          </p:nvSpPr>
          <p:spPr>
            <a:xfrm>
              <a:off x="4473322" y="772467"/>
              <a:ext cx="1598556" cy="400110"/>
            </a:xfrm>
            <a:prstGeom prst="rect">
              <a:avLst/>
            </a:prstGeom>
            <a:noFill/>
          </p:spPr>
          <p:txBody>
            <a:bodyPr wrap="square" rtlCol="0">
              <a:spAutoFit/>
            </a:bodyPr>
            <a:lstStyle/>
            <a:p>
              <a:pPr algn="ctr"/>
              <a:r>
                <a:rPr lang="zh-CN" altLang="en-US" sz="2000" b="1" dirty="0">
                  <a:solidFill>
                    <a:schemeClr val="bg1"/>
                  </a:solidFill>
                </a:rPr>
                <a:t>多址接入</a:t>
              </a:r>
            </a:p>
          </p:txBody>
        </p:sp>
        <p:sp>
          <p:nvSpPr>
            <p:cNvPr id="23" name="文本框 22">
              <a:extLst>
                <a:ext uri="{FF2B5EF4-FFF2-40B4-BE49-F238E27FC236}">
                  <a16:creationId xmlns:a16="http://schemas.microsoft.com/office/drawing/2014/main" id="{B988EF4D-9E06-4E06-AC14-111371FD378A}"/>
                </a:ext>
              </a:extLst>
            </p:cNvPr>
            <p:cNvSpPr txBox="1"/>
            <p:nvPr/>
          </p:nvSpPr>
          <p:spPr>
            <a:xfrm>
              <a:off x="5708713" y="730007"/>
              <a:ext cx="383192" cy="461665"/>
            </a:xfrm>
            <a:prstGeom prst="rect">
              <a:avLst/>
            </a:prstGeom>
            <a:noFill/>
          </p:spPr>
          <p:txBody>
            <a:bodyPr wrap="square">
              <a:spAutoFit/>
            </a:bodyPr>
            <a:lstStyle/>
            <a:p>
              <a:r>
                <a:rPr lang="en-US" altLang="zh-CN" sz="2400" b="1" dirty="0">
                  <a:solidFill>
                    <a:schemeClr val="bg1"/>
                  </a:solidFill>
                  <a:latin typeface="Arial Narrow" panose="020B0606020202030204" pitchFamily="34" charset="0"/>
                </a:rPr>
                <a:t>M</a:t>
              </a:r>
              <a:endParaRPr lang="zh-CN" altLang="en-US" sz="2400" dirty="0">
                <a:solidFill>
                  <a:schemeClr val="bg1"/>
                </a:solidFill>
              </a:endParaRPr>
            </a:p>
          </p:txBody>
        </p:sp>
        <p:sp>
          <p:nvSpPr>
            <p:cNvPr id="24" name="文本框 23">
              <a:extLst>
                <a:ext uri="{FF2B5EF4-FFF2-40B4-BE49-F238E27FC236}">
                  <a16:creationId xmlns:a16="http://schemas.microsoft.com/office/drawing/2014/main" id="{77783A9C-725B-4AF0-B7B4-BCF5554D3290}"/>
                </a:ext>
              </a:extLst>
            </p:cNvPr>
            <p:cNvSpPr txBox="1"/>
            <p:nvPr/>
          </p:nvSpPr>
          <p:spPr>
            <a:xfrm>
              <a:off x="5948810" y="730007"/>
              <a:ext cx="383192" cy="461665"/>
            </a:xfrm>
            <a:prstGeom prst="rect">
              <a:avLst/>
            </a:prstGeom>
            <a:noFill/>
          </p:spPr>
          <p:txBody>
            <a:bodyPr wrap="square">
              <a:spAutoFit/>
            </a:bodyPr>
            <a:lstStyle/>
            <a:p>
              <a:r>
                <a:rPr lang="en-US" altLang="zh-CN" sz="2400" b="1" dirty="0">
                  <a:solidFill>
                    <a:schemeClr val="bg1"/>
                  </a:solidFill>
                  <a:latin typeface="Arial Narrow" panose="020B0606020202030204" pitchFamily="34" charset="0"/>
                </a:rPr>
                <a:t>A</a:t>
              </a:r>
              <a:endParaRPr lang="zh-CN" altLang="en-US" sz="2400" dirty="0">
                <a:solidFill>
                  <a:schemeClr val="bg1"/>
                </a:solidFill>
              </a:endParaRPr>
            </a:p>
          </p:txBody>
        </p:sp>
      </p:grpSp>
      <p:grpSp>
        <p:nvGrpSpPr>
          <p:cNvPr id="25" name="组合 24">
            <a:extLst>
              <a:ext uri="{FF2B5EF4-FFF2-40B4-BE49-F238E27FC236}">
                <a16:creationId xmlns:a16="http://schemas.microsoft.com/office/drawing/2014/main" id="{A53F2F16-666E-49B5-900C-EE2365802BB6}"/>
              </a:ext>
            </a:extLst>
          </p:cNvPr>
          <p:cNvGrpSpPr/>
          <p:nvPr/>
        </p:nvGrpSpPr>
        <p:grpSpPr>
          <a:xfrm>
            <a:off x="2455280" y="1720180"/>
            <a:ext cx="7180791" cy="812800"/>
            <a:chOff x="2455280" y="3752911"/>
            <a:chExt cx="7180791" cy="812800"/>
          </a:xfrm>
        </p:grpSpPr>
        <p:cxnSp>
          <p:nvCxnSpPr>
            <p:cNvPr id="26" name="直接连接符 25">
              <a:extLst>
                <a:ext uri="{FF2B5EF4-FFF2-40B4-BE49-F238E27FC236}">
                  <a16:creationId xmlns:a16="http://schemas.microsoft.com/office/drawing/2014/main" id="{242FA538-70F3-4A91-A0A1-2978B2AB59B3}"/>
                </a:ext>
              </a:extLst>
            </p:cNvPr>
            <p:cNvCxnSpPr/>
            <p:nvPr/>
          </p:nvCxnSpPr>
          <p:spPr>
            <a:xfrm flipV="1">
              <a:off x="9636071" y="3752911"/>
              <a:ext cx="0" cy="812800"/>
            </a:xfrm>
            <a:prstGeom prst="line">
              <a:avLst/>
            </a:prstGeom>
            <a:ln w="152400">
              <a:solidFill>
                <a:schemeClr val="tx1"/>
              </a:solidFill>
              <a:tailEnd w="med" len="lg"/>
            </a:ln>
          </p:spPr>
          <p:style>
            <a:lnRef idx="1">
              <a:schemeClr val="accent1"/>
            </a:lnRef>
            <a:fillRef idx="0">
              <a:schemeClr val="accent1"/>
            </a:fillRef>
            <a:effectRef idx="0">
              <a:schemeClr val="accent1"/>
            </a:effectRef>
            <a:fontRef idx="minor">
              <a:schemeClr val="tx1"/>
            </a:fontRef>
          </p:style>
        </p:cxnSp>
        <p:cxnSp>
          <p:nvCxnSpPr>
            <p:cNvPr id="27" name="直接连接符 26">
              <a:extLst>
                <a:ext uri="{FF2B5EF4-FFF2-40B4-BE49-F238E27FC236}">
                  <a16:creationId xmlns:a16="http://schemas.microsoft.com/office/drawing/2014/main" id="{F21D0102-E2A1-4D3E-9DC3-885D830E96D0}"/>
                </a:ext>
              </a:extLst>
            </p:cNvPr>
            <p:cNvCxnSpPr/>
            <p:nvPr/>
          </p:nvCxnSpPr>
          <p:spPr>
            <a:xfrm flipV="1">
              <a:off x="2455280" y="3752911"/>
              <a:ext cx="0" cy="812800"/>
            </a:xfrm>
            <a:prstGeom prst="line">
              <a:avLst/>
            </a:prstGeom>
            <a:ln w="152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8" name="直接连接符 27">
              <a:extLst>
                <a:ext uri="{FF2B5EF4-FFF2-40B4-BE49-F238E27FC236}">
                  <a16:creationId xmlns:a16="http://schemas.microsoft.com/office/drawing/2014/main" id="{AB2C8EEA-0851-44A9-80D2-87DFBEA1F73A}"/>
                </a:ext>
              </a:extLst>
            </p:cNvPr>
            <p:cNvCxnSpPr/>
            <p:nvPr/>
          </p:nvCxnSpPr>
          <p:spPr>
            <a:xfrm flipV="1">
              <a:off x="4878779" y="3752911"/>
              <a:ext cx="0" cy="812800"/>
            </a:xfrm>
            <a:prstGeom prst="line">
              <a:avLst/>
            </a:prstGeom>
            <a:ln w="152400">
              <a:solidFill>
                <a:schemeClr val="tx1"/>
              </a:solidFill>
              <a:tailEnd w="med" len="lg"/>
            </a:ln>
          </p:spPr>
          <p:style>
            <a:lnRef idx="1">
              <a:schemeClr val="accent1"/>
            </a:lnRef>
            <a:fillRef idx="0">
              <a:schemeClr val="accent1"/>
            </a:fillRef>
            <a:effectRef idx="0">
              <a:schemeClr val="accent1"/>
            </a:effectRef>
            <a:fontRef idx="minor">
              <a:schemeClr val="tx1"/>
            </a:fontRef>
          </p:style>
        </p:cxnSp>
        <p:cxnSp>
          <p:nvCxnSpPr>
            <p:cNvPr id="29" name="直接连接符 28">
              <a:extLst>
                <a:ext uri="{FF2B5EF4-FFF2-40B4-BE49-F238E27FC236}">
                  <a16:creationId xmlns:a16="http://schemas.microsoft.com/office/drawing/2014/main" id="{536174B3-7078-4268-ABF0-FDE23864C53A}"/>
                </a:ext>
              </a:extLst>
            </p:cNvPr>
            <p:cNvCxnSpPr/>
            <p:nvPr/>
          </p:nvCxnSpPr>
          <p:spPr>
            <a:xfrm flipV="1">
              <a:off x="7249637" y="3752911"/>
              <a:ext cx="0" cy="812800"/>
            </a:xfrm>
            <a:prstGeom prst="line">
              <a:avLst/>
            </a:prstGeom>
            <a:ln w="1524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30" name="组合 29">
            <a:extLst>
              <a:ext uri="{FF2B5EF4-FFF2-40B4-BE49-F238E27FC236}">
                <a16:creationId xmlns:a16="http://schemas.microsoft.com/office/drawing/2014/main" id="{B2DEEF20-80ED-4B25-8707-42A86FB12C98}"/>
              </a:ext>
            </a:extLst>
          </p:cNvPr>
          <p:cNvGrpSpPr/>
          <p:nvPr/>
        </p:nvGrpSpPr>
        <p:grpSpPr>
          <a:xfrm>
            <a:off x="1618162" y="1566769"/>
            <a:ext cx="8955675" cy="238462"/>
            <a:chOff x="1618162" y="3599500"/>
            <a:chExt cx="8955675" cy="238462"/>
          </a:xfrm>
        </p:grpSpPr>
        <p:cxnSp>
          <p:nvCxnSpPr>
            <p:cNvPr id="31" name="直接连接符 30">
              <a:extLst>
                <a:ext uri="{FF2B5EF4-FFF2-40B4-BE49-F238E27FC236}">
                  <a16:creationId xmlns:a16="http://schemas.microsoft.com/office/drawing/2014/main" id="{837D477A-5171-490F-B6D4-97C6D7A8A650}"/>
                </a:ext>
              </a:extLst>
            </p:cNvPr>
            <p:cNvCxnSpPr>
              <a:cxnSpLocks/>
            </p:cNvCxnSpPr>
            <p:nvPr/>
          </p:nvCxnSpPr>
          <p:spPr>
            <a:xfrm>
              <a:off x="1749794" y="3725200"/>
              <a:ext cx="8622888" cy="0"/>
            </a:xfrm>
            <a:prstGeom prst="line">
              <a:avLst/>
            </a:prstGeom>
            <a:ln w="152400">
              <a:solidFill>
                <a:schemeClr val="tx1"/>
              </a:solidFill>
            </a:ln>
          </p:spPr>
          <p:style>
            <a:lnRef idx="1">
              <a:schemeClr val="accent1"/>
            </a:lnRef>
            <a:fillRef idx="0">
              <a:schemeClr val="accent1"/>
            </a:fillRef>
            <a:effectRef idx="0">
              <a:schemeClr val="accent1"/>
            </a:effectRef>
            <a:fontRef idx="minor">
              <a:schemeClr val="tx1"/>
            </a:fontRef>
          </p:style>
        </p:cxnSp>
        <p:sp>
          <p:nvSpPr>
            <p:cNvPr id="32" name="矩形 31">
              <a:extLst>
                <a:ext uri="{FF2B5EF4-FFF2-40B4-BE49-F238E27FC236}">
                  <a16:creationId xmlns:a16="http://schemas.microsoft.com/office/drawing/2014/main" id="{D0513BC0-5BBA-4500-8077-440780C8EB78}"/>
                </a:ext>
              </a:extLst>
            </p:cNvPr>
            <p:cNvSpPr/>
            <p:nvPr/>
          </p:nvSpPr>
          <p:spPr>
            <a:xfrm>
              <a:off x="1618162" y="3599500"/>
              <a:ext cx="225524" cy="225524"/>
            </a:xfrm>
            <a:prstGeom prst="rect">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33" name="矩形 32">
              <a:extLst>
                <a:ext uri="{FF2B5EF4-FFF2-40B4-BE49-F238E27FC236}">
                  <a16:creationId xmlns:a16="http://schemas.microsoft.com/office/drawing/2014/main" id="{0E184DA7-F858-483A-B4A1-7B85D64E8273}"/>
                </a:ext>
              </a:extLst>
            </p:cNvPr>
            <p:cNvSpPr/>
            <p:nvPr/>
          </p:nvSpPr>
          <p:spPr>
            <a:xfrm>
              <a:off x="10348313" y="3612438"/>
              <a:ext cx="225524" cy="225524"/>
            </a:xfrm>
            <a:prstGeom prst="rect">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grpSp>
      <p:grpSp>
        <p:nvGrpSpPr>
          <p:cNvPr id="34" name="组合 33">
            <a:extLst>
              <a:ext uri="{FF2B5EF4-FFF2-40B4-BE49-F238E27FC236}">
                <a16:creationId xmlns:a16="http://schemas.microsoft.com/office/drawing/2014/main" id="{0DFB39EB-FEA0-438F-AA58-EC795A998106}"/>
              </a:ext>
            </a:extLst>
          </p:cNvPr>
          <p:cNvGrpSpPr/>
          <p:nvPr/>
        </p:nvGrpSpPr>
        <p:grpSpPr>
          <a:xfrm>
            <a:off x="1968674" y="2412905"/>
            <a:ext cx="7852814" cy="641082"/>
            <a:chOff x="1968674" y="4445636"/>
            <a:chExt cx="7852814" cy="641082"/>
          </a:xfrm>
        </p:grpSpPr>
        <p:grpSp>
          <p:nvGrpSpPr>
            <p:cNvPr id="35" name="组合 34">
              <a:extLst>
                <a:ext uri="{FF2B5EF4-FFF2-40B4-BE49-F238E27FC236}">
                  <a16:creationId xmlns:a16="http://schemas.microsoft.com/office/drawing/2014/main" id="{BF807099-7B3E-40CD-8303-26A049401039}"/>
                </a:ext>
              </a:extLst>
            </p:cNvPr>
            <p:cNvGrpSpPr/>
            <p:nvPr/>
          </p:nvGrpSpPr>
          <p:grpSpPr>
            <a:xfrm>
              <a:off x="1968674" y="4445636"/>
              <a:ext cx="662814" cy="641082"/>
              <a:chOff x="812355" y="3422987"/>
              <a:chExt cx="662814" cy="641082"/>
            </a:xfrm>
          </p:grpSpPr>
          <p:pic>
            <p:nvPicPr>
              <p:cNvPr id="48" name="图形 47">
                <a:extLst>
                  <a:ext uri="{FF2B5EF4-FFF2-40B4-BE49-F238E27FC236}">
                    <a16:creationId xmlns:a16="http://schemas.microsoft.com/office/drawing/2014/main" id="{1C6CE519-73F7-48EC-9BF7-9DD329B4C743}"/>
                  </a:ext>
                </a:extLst>
              </p:cNvPr>
              <p:cNvPicPr>
                <a:picLocks noChangeAspect="1"/>
              </p:cNvPicPr>
              <p:nvPr/>
            </p:nvPicPr>
            <p:blipFill>
              <a:blip r:embed="rId3">
                <a:extLst>
                  <a:ext uri="{28A0092B-C50C-407E-A947-70E740481C1C}">
                    <a14:useLocalDpi xmlns:a14="http://schemas.microsoft.com/office/drawing/2010/main" val="0"/>
                  </a:ext>
                  <a:ext uri="{96DAC541-7B7A-43D3-8B79-37D633B846F1}">
                    <asvg:svgBlip xmlns:asvg="http://schemas.microsoft.com/office/drawing/2016/SVG/main" r:embed="rId4"/>
                  </a:ext>
                </a:extLst>
              </a:blip>
              <a:stretch>
                <a:fillRect/>
              </a:stretch>
            </p:blipFill>
            <p:spPr>
              <a:xfrm>
                <a:off x="812355" y="3422987"/>
                <a:ext cx="662814" cy="641082"/>
              </a:xfrm>
              <a:prstGeom prst="rect">
                <a:avLst/>
              </a:prstGeom>
            </p:spPr>
          </p:pic>
          <p:sp>
            <p:nvSpPr>
              <p:cNvPr id="49" name="文本框 48">
                <a:extLst>
                  <a:ext uri="{FF2B5EF4-FFF2-40B4-BE49-F238E27FC236}">
                    <a16:creationId xmlns:a16="http://schemas.microsoft.com/office/drawing/2014/main" id="{5DD329AF-6509-4A44-A9A8-8B805FB525CF}"/>
                  </a:ext>
                </a:extLst>
              </p:cNvPr>
              <p:cNvSpPr txBox="1"/>
              <p:nvPr/>
            </p:nvSpPr>
            <p:spPr>
              <a:xfrm>
                <a:off x="1087044" y="3451320"/>
                <a:ext cx="355235" cy="400110"/>
              </a:xfrm>
              <a:prstGeom prst="rect">
                <a:avLst/>
              </a:prstGeom>
              <a:noFill/>
            </p:spPr>
            <p:txBody>
              <a:bodyPr wrap="square" rtlCol="0">
                <a:spAutoFit/>
              </a:bodyPr>
              <a:lstStyle/>
              <a:p>
                <a:pPr algn="ctr"/>
                <a:r>
                  <a:rPr lang="en-US" altLang="zh-CN" sz="2000" b="1" dirty="0">
                    <a:solidFill>
                      <a:schemeClr val="bg1"/>
                    </a:solidFill>
                    <a:latin typeface="Arial Black" panose="020B0A04020102020204" pitchFamily="34" charset="0"/>
                    <a:ea typeface="+mj-ea"/>
                  </a:rPr>
                  <a:t>A</a:t>
                </a:r>
                <a:endParaRPr lang="zh-CN" altLang="en-US" sz="2000" b="1" dirty="0">
                  <a:solidFill>
                    <a:schemeClr val="bg1"/>
                  </a:solidFill>
                  <a:latin typeface="Arial Black" panose="020B0A04020102020204" pitchFamily="34" charset="0"/>
                  <a:ea typeface="+mj-ea"/>
                </a:endParaRPr>
              </a:p>
            </p:txBody>
          </p:sp>
        </p:grpSp>
        <p:grpSp>
          <p:nvGrpSpPr>
            <p:cNvPr id="36" name="组合 35">
              <a:extLst>
                <a:ext uri="{FF2B5EF4-FFF2-40B4-BE49-F238E27FC236}">
                  <a16:creationId xmlns:a16="http://schemas.microsoft.com/office/drawing/2014/main" id="{E6E15EE0-C1D5-4CA6-B022-40595F8FA79F}"/>
                </a:ext>
              </a:extLst>
            </p:cNvPr>
            <p:cNvGrpSpPr/>
            <p:nvPr/>
          </p:nvGrpSpPr>
          <p:grpSpPr>
            <a:xfrm>
              <a:off x="4365341" y="4445636"/>
              <a:ext cx="662814" cy="641082"/>
              <a:chOff x="3209022" y="3422987"/>
              <a:chExt cx="662814" cy="641082"/>
            </a:xfrm>
          </p:grpSpPr>
          <p:pic>
            <p:nvPicPr>
              <p:cNvPr id="46" name="图形 45">
                <a:extLst>
                  <a:ext uri="{FF2B5EF4-FFF2-40B4-BE49-F238E27FC236}">
                    <a16:creationId xmlns:a16="http://schemas.microsoft.com/office/drawing/2014/main" id="{C8C4C2F7-68D1-41CA-A597-6AAB50358E43}"/>
                  </a:ext>
                </a:extLst>
              </p:cNvPr>
              <p:cNvPicPr>
                <a:picLocks noChangeAspect="1"/>
              </p:cNvPicPr>
              <p:nvPr/>
            </p:nvPicPr>
            <p:blipFill>
              <a:blip r:embed="rId3">
                <a:extLst>
                  <a:ext uri="{28A0092B-C50C-407E-A947-70E740481C1C}">
                    <a14:useLocalDpi xmlns:a14="http://schemas.microsoft.com/office/drawing/2010/main" val="0"/>
                  </a:ext>
                  <a:ext uri="{96DAC541-7B7A-43D3-8B79-37D633B846F1}">
                    <asvg:svgBlip xmlns:asvg="http://schemas.microsoft.com/office/drawing/2016/SVG/main" r:embed="rId4"/>
                  </a:ext>
                </a:extLst>
              </a:blip>
              <a:stretch>
                <a:fillRect/>
              </a:stretch>
            </p:blipFill>
            <p:spPr>
              <a:xfrm>
                <a:off x="3209022" y="3422987"/>
                <a:ext cx="662814" cy="641082"/>
              </a:xfrm>
              <a:prstGeom prst="rect">
                <a:avLst/>
              </a:prstGeom>
            </p:spPr>
          </p:pic>
          <p:sp>
            <p:nvSpPr>
              <p:cNvPr id="47" name="文本框 46">
                <a:extLst>
                  <a:ext uri="{FF2B5EF4-FFF2-40B4-BE49-F238E27FC236}">
                    <a16:creationId xmlns:a16="http://schemas.microsoft.com/office/drawing/2014/main" id="{658648CC-F992-4CC1-820A-6390807EB9AE}"/>
                  </a:ext>
                </a:extLst>
              </p:cNvPr>
              <p:cNvSpPr txBox="1"/>
              <p:nvPr/>
            </p:nvSpPr>
            <p:spPr>
              <a:xfrm>
                <a:off x="3490791" y="3451320"/>
                <a:ext cx="355235" cy="400110"/>
              </a:xfrm>
              <a:prstGeom prst="rect">
                <a:avLst/>
              </a:prstGeom>
              <a:noFill/>
            </p:spPr>
            <p:txBody>
              <a:bodyPr wrap="square" rtlCol="0">
                <a:spAutoFit/>
              </a:bodyPr>
              <a:lstStyle/>
              <a:p>
                <a:pPr algn="ctr"/>
                <a:r>
                  <a:rPr lang="en-US" altLang="zh-CN" sz="2000" b="1" dirty="0">
                    <a:solidFill>
                      <a:schemeClr val="bg1"/>
                    </a:solidFill>
                    <a:latin typeface="Arial Black" panose="020B0A04020102020204" pitchFamily="34" charset="0"/>
                    <a:ea typeface="+mj-ea"/>
                  </a:rPr>
                  <a:t>B</a:t>
                </a:r>
                <a:endParaRPr lang="zh-CN" altLang="en-US" sz="2000" b="1" dirty="0">
                  <a:solidFill>
                    <a:schemeClr val="bg1"/>
                  </a:solidFill>
                  <a:latin typeface="Arial Black" panose="020B0A04020102020204" pitchFamily="34" charset="0"/>
                  <a:ea typeface="+mj-ea"/>
                </a:endParaRPr>
              </a:p>
            </p:txBody>
          </p:sp>
        </p:grpSp>
        <p:grpSp>
          <p:nvGrpSpPr>
            <p:cNvPr id="37" name="组合 36">
              <a:extLst>
                <a:ext uri="{FF2B5EF4-FFF2-40B4-BE49-F238E27FC236}">
                  <a16:creationId xmlns:a16="http://schemas.microsoft.com/office/drawing/2014/main" id="{902C1D2E-FCC9-4698-83A9-FC2317BE61ED}"/>
                </a:ext>
              </a:extLst>
            </p:cNvPr>
            <p:cNvGrpSpPr/>
            <p:nvPr/>
          </p:nvGrpSpPr>
          <p:grpSpPr>
            <a:xfrm>
              <a:off x="6762008" y="4445636"/>
              <a:ext cx="662814" cy="641082"/>
              <a:chOff x="5605689" y="3422987"/>
              <a:chExt cx="662814" cy="641082"/>
            </a:xfrm>
          </p:grpSpPr>
          <p:pic>
            <p:nvPicPr>
              <p:cNvPr id="44" name="图形 43">
                <a:extLst>
                  <a:ext uri="{FF2B5EF4-FFF2-40B4-BE49-F238E27FC236}">
                    <a16:creationId xmlns:a16="http://schemas.microsoft.com/office/drawing/2014/main" id="{40F7F6D8-AE1D-4E43-836A-E987F0EAB4E5}"/>
                  </a:ext>
                </a:extLst>
              </p:cNvPr>
              <p:cNvPicPr>
                <a:picLocks noChangeAspect="1"/>
              </p:cNvPicPr>
              <p:nvPr/>
            </p:nvPicPr>
            <p:blipFill>
              <a:blip r:embed="rId3">
                <a:extLst>
                  <a:ext uri="{28A0092B-C50C-407E-A947-70E740481C1C}">
                    <a14:useLocalDpi xmlns:a14="http://schemas.microsoft.com/office/drawing/2010/main" val="0"/>
                  </a:ext>
                  <a:ext uri="{96DAC541-7B7A-43D3-8B79-37D633B846F1}">
                    <asvg:svgBlip xmlns:asvg="http://schemas.microsoft.com/office/drawing/2016/SVG/main" r:embed="rId4"/>
                  </a:ext>
                </a:extLst>
              </a:blip>
              <a:stretch>
                <a:fillRect/>
              </a:stretch>
            </p:blipFill>
            <p:spPr>
              <a:xfrm>
                <a:off x="5605689" y="3422987"/>
                <a:ext cx="662814" cy="641082"/>
              </a:xfrm>
              <a:prstGeom prst="rect">
                <a:avLst/>
              </a:prstGeom>
            </p:spPr>
          </p:pic>
          <p:sp>
            <p:nvSpPr>
              <p:cNvPr id="45" name="文本框 44">
                <a:extLst>
                  <a:ext uri="{FF2B5EF4-FFF2-40B4-BE49-F238E27FC236}">
                    <a16:creationId xmlns:a16="http://schemas.microsoft.com/office/drawing/2014/main" id="{6CB1768A-E878-4DEC-AD18-464A0F0DD547}"/>
                  </a:ext>
                </a:extLst>
              </p:cNvPr>
              <p:cNvSpPr txBox="1"/>
              <p:nvPr/>
            </p:nvSpPr>
            <p:spPr>
              <a:xfrm>
                <a:off x="5885506" y="3451320"/>
                <a:ext cx="355235" cy="400110"/>
              </a:xfrm>
              <a:prstGeom prst="rect">
                <a:avLst/>
              </a:prstGeom>
              <a:noFill/>
            </p:spPr>
            <p:txBody>
              <a:bodyPr wrap="square" rtlCol="0">
                <a:spAutoFit/>
              </a:bodyPr>
              <a:lstStyle/>
              <a:p>
                <a:pPr algn="ctr"/>
                <a:r>
                  <a:rPr lang="en-US" altLang="zh-CN" sz="2000" b="1" dirty="0">
                    <a:solidFill>
                      <a:schemeClr val="bg1"/>
                    </a:solidFill>
                    <a:latin typeface="Arial Black" panose="020B0A04020102020204" pitchFamily="34" charset="0"/>
                    <a:ea typeface="+mj-ea"/>
                  </a:rPr>
                  <a:t>C</a:t>
                </a:r>
                <a:endParaRPr lang="zh-CN" altLang="en-US" sz="2000" b="1" dirty="0">
                  <a:solidFill>
                    <a:schemeClr val="bg1"/>
                  </a:solidFill>
                  <a:latin typeface="Arial Black" panose="020B0A04020102020204" pitchFamily="34" charset="0"/>
                  <a:ea typeface="+mj-ea"/>
                </a:endParaRPr>
              </a:p>
            </p:txBody>
          </p:sp>
        </p:grpSp>
        <p:grpSp>
          <p:nvGrpSpPr>
            <p:cNvPr id="40" name="组合 39">
              <a:extLst>
                <a:ext uri="{FF2B5EF4-FFF2-40B4-BE49-F238E27FC236}">
                  <a16:creationId xmlns:a16="http://schemas.microsoft.com/office/drawing/2014/main" id="{6552C21E-1E72-4745-AC0E-DCC76E804F73}"/>
                </a:ext>
              </a:extLst>
            </p:cNvPr>
            <p:cNvGrpSpPr/>
            <p:nvPr/>
          </p:nvGrpSpPr>
          <p:grpSpPr>
            <a:xfrm>
              <a:off x="9158674" y="4445636"/>
              <a:ext cx="662814" cy="641082"/>
              <a:chOff x="8002355" y="3422987"/>
              <a:chExt cx="662814" cy="641082"/>
            </a:xfrm>
          </p:grpSpPr>
          <p:pic>
            <p:nvPicPr>
              <p:cNvPr id="42" name="图形 41">
                <a:extLst>
                  <a:ext uri="{FF2B5EF4-FFF2-40B4-BE49-F238E27FC236}">
                    <a16:creationId xmlns:a16="http://schemas.microsoft.com/office/drawing/2014/main" id="{6B11717D-FCEB-42D3-A119-E59AC28CD863}"/>
                  </a:ext>
                </a:extLst>
              </p:cNvPr>
              <p:cNvPicPr>
                <a:picLocks noChangeAspect="1"/>
              </p:cNvPicPr>
              <p:nvPr/>
            </p:nvPicPr>
            <p:blipFill>
              <a:blip r:embed="rId3">
                <a:extLst>
                  <a:ext uri="{28A0092B-C50C-407E-A947-70E740481C1C}">
                    <a14:useLocalDpi xmlns:a14="http://schemas.microsoft.com/office/drawing/2010/main" val="0"/>
                  </a:ext>
                  <a:ext uri="{96DAC541-7B7A-43D3-8B79-37D633B846F1}">
                    <asvg:svgBlip xmlns:asvg="http://schemas.microsoft.com/office/drawing/2016/SVG/main" r:embed="rId4"/>
                  </a:ext>
                </a:extLst>
              </a:blip>
              <a:stretch>
                <a:fillRect/>
              </a:stretch>
            </p:blipFill>
            <p:spPr>
              <a:xfrm>
                <a:off x="8002355" y="3422987"/>
                <a:ext cx="662814" cy="641082"/>
              </a:xfrm>
              <a:prstGeom prst="rect">
                <a:avLst/>
              </a:prstGeom>
            </p:spPr>
          </p:pic>
          <p:sp>
            <p:nvSpPr>
              <p:cNvPr id="43" name="文本框 42">
                <a:extLst>
                  <a:ext uri="{FF2B5EF4-FFF2-40B4-BE49-F238E27FC236}">
                    <a16:creationId xmlns:a16="http://schemas.microsoft.com/office/drawing/2014/main" id="{39CE4E63-0120-4586-A613-A2CF75236E92}"/>
                  </a:ext>
                </a:extLst>
              </p:cNvPr>
              <p:cNvSpPr txBox="1"/>
              <p:nvPr/>
            </p:nvSpPr>
            <p:spPr>
              <a:xfrm>
                <a:off x="8282675" y="3444742"/>
                <a:ext cx="355235" cy="400110"/>
              </a:xfrm>
              <a:prstGeom prst="rect">
                <a:avLst/>
              </a:prstGeom>
              <a:noFill/>
            </p:spPr>
            <p:txBody>
              <a:bodyPr wrap="square" rtlCol="0">
                <a:spAutoFit/>
              </a:bodyPr>
              <a:lstStyle/>
              <a:p>
                <a:pPr algn="ctr"/>
                <a:r>
                  <a:rPr lang="en-US" altLang="zh-CN" sz="2000" b="1" dirty="0">
                    <a:solidFill>
                      <a:schemeClr val="bg1"/>
                    </a:solidFill>
                    <a:latin typeface="Arial Black" panose="020B0A04020102020204" pitchFamily="34" charset="0"/>
                    <a:ea typeface="+mj-ea"/>
                  </a:rPr>
                  <a:t>D</a:t>
                </a:r>
                <a:endParaRPr lang="zh-CN" altLang="en-US" sz="2000" b="1" dirty="0">
                  <a:solidFill>
                    <a:schemeClr val="bg1"/>
                  </a:solidFill>
                  <a:latin typeface="Arial Black" panose="020B0A04020102020204" pitchFamily="34" charset="0"/>
                  <a:ea typeface="+mj-ea"/>
                </a:endParaRPr>
              </a:p>
            </p:txBody>
          </p:sp>
        </p:grpSp>
      </p:grpSp>
    </p:spTree>
    <p:custDataLst>
      <p:tags r:id="rId1"/>
    </p:custDataLst>
    <p:extLst>
      <p:ext uri="{BB962C8B-B14F-4D97-AF65-F5344CB8AC3E}">
        <p14:creationId xmlns:p14="http://schemas.microsoft.com/office/powerpoint/2010/main" val="2538952256"/>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2" presetClass="entr" presetSubtype="8" fill="hold" nodeType="withEffect">
                                  <p:stCondLst>
                                    <p:cond delay="0"/>
                                  </p:stCondLst>
                                  <p:childTnLst>
                                    <p:set>
                                      <p:cBhvr>
                                        <p:cTn id="6" dur="1" fill="hold">
                                          <p:stCondLst>
                                            <p:cond delay="0"/>
                                          </p:stCondLst>
                                        </p:cTn>
                                        <p:tgtEl>
                                          <p:spTgt spid="20"/>
                                        </p:tgtEl>
                                        <p:attrNameLst>
                                          <p:attrName>style.visibility</p:attrName>
                                        </p:attrNameLst>
                                      </p:cBhvr>
                                      <p:to>
                                        <p:strVal val="visible"/>
                                      </p:to>
                                    </p:set>
                                    <p:animEffect transition="in" filter="wipe(left)">
                                      <p:cBhvr>
                                        <p:cTn id="7" dur="1000"/>
                                        <p:tgtEl>
                                          <p:spTgt spid="20"/>
                                        </p:tgtEl>
                                      </p:cBhvr>
                                    </p:animEffect>
                                  </p:childTnLst>
                                </p:cTn>
                              </p:par>
                            </p:childTnLst>
                          </p:cTn>
                        </p:par>
                      </p:childTnLst>
                    </p:cTn>
                  </p:par>
                  <p:par>
                    <p:cTn id="8" fill="hold">
                      <p:stCondLst>
                        <p:cond delay="indefinite"/>
                      </p:stCondLst>
                      <p:childTnLst>
                        <p:par>
                          <p:cTn id="9" fill="hold">
                            <p:stCondLst>
                              <p:cond delay="0"/>
                            </p:stCondLst>
                            <p:childTnLst>
                              <p:par>
                                <p:cTn id="10" presetID="30" presetClass="entr" presetSubtype="0" fill="hold" nodeType="clickEffect">
                                  <p:stCondLst>
                                    <p:cond delay="0"/>
                                  </p:stCondLst>
                                  <p:childTnLst>
                                    <p:set>
                                      <p:cBhvr>
                                        <p:cTn id="11" dur="1" fill="hold">
                                          <p:stCondLst>
                                            <p:cond delay="0"/>
                                          </p:stCondLst>
                                        </p:cTn>
                                        <p:tgtEl>
                                          <p:spTgt spid="30"/>
                                        </p:tgtEl>
                                        <p:attrNameLst>
                                          <p:attrName>style.visibility</p:attrName>
                                        </p:attrNameLst>
                                      </p:cBhvr>
                                      <p:to>
                                        <p:strVal val="visible"/>
                                      </p:to>
                                    </p:set>
                                    <p:animEffect transition="in" filter="fade">
                                      <p:cBhvr>
                                        <p:cTn id="12" dur="800" decel="100000"/>
                                        <p:tgtEl>
                                          <p:spTgt spid="30"/>
                                        </p:tgtEl>
                                      </p:cBhvr>
                                    </p:animEffect>
                                    <p:anim calcmode="lin" valueType="num">
                                      <p:cBhvr>
                                        <p:cTn id="13" dur="800" decel="100000" fill="hold"/>
                                        <p:tgtEl>
                                          <p:spTgt spid="30"/>
                                        </p:tgtEl>
                                        <p:attrNameLst>
                                          <p:attrName>style.rotation</p:attrName>
                                        </p:attrNameLst>
                                      </p:cBhvr>
                                      <p:tavLst>
                                        <p:tav tm="0">
                                          <p:val>
                                            <p:fltVal val="-90"/>
                                          </p:val>
                                        </p:tav>
                                        <p:tav tm="100000">
                                          <p:val>
                                            <p:fltVal val="0"/>
                                          </p:val>
                                        </p:tav>
                                      </p:tavLst>
                                    </p:anim>
                                    <p:anim calcmode="lin" valueType="num">
                                      <p:cBhvr>
                                        <p:cTn id="14" dur="800" decel="100000" fill="hold"/>
                                        <p:tgtEl>
                                          <p:spTgt spid="30"/>
                                        </p:tgtEl>
                                        <p:attrNameLst>
                                          <p:attrName>ppt_x</p:attrName>
                                        </p:attrNameLst>
                                      </p:cBhvr>
                                      <p:tavLst>
                                        <p:tav tm="0">
                                          <p:val>
                                            <p:strVal val="#ppt_x+0.4"/>
                                          </p:val>
                                        </p:tav>
                                        <p:tav tm="100000">
                                          <p:val>
                                            <p:strVal val="#ppt_x-0.05"/>
                                          </p:val>
                                        </p:tav>
                                      </p:tavLst>
                                    </p:anim>
                                    <p:anim calcmode="lin" valueType="num">
                                      <p:cBhvr>
                                        <p:cTn id="15" dur="800" decel="100000" fill="hold"/>
                                        <p:tgtEl>
                                          <p:spTgt spid="30"/>
                                        </p:tgtEl>
                                        <p:attrNameLst>
                                          <p:attrName>ppt_y</p:attrName>
                                        </p:attrNameLst>
                                      </p:cBhvr>
                                      <p:tavLst>
                                        <p:tav tm="0">
                                          <p:val>
                                            <p:strVal val="#ppt_y-0.4"/>
                                          </p:val>
                                        </p:tav>
                                        <p:tav tm="100000">
                                          <p:val>
                                            <p:strVal val="#ppt_y+0.1"/>
                                          </p:val>
                                        </p:tav>
                                      </p:tavLst>
                                    </p:anim>
                                    <p:anim calcmode="lin" valueType="num">
                                      <p:cBhvr>
                                        <p:cTn id="16" dur="200" accel="100000" fill="hold">
                                          <p:stCondLst>
                                            <p:cond delay="800"/>
                                          </p:stCondLst>
                                        </p:cTn>
                                        <p:tgtEl>
                                          <p:spTgt spid="30"/>
                                        </p:tgtEl>
                                        <p:attrNameLst>
                                          <p:attrName>ppt_x</p:attrName>
                                        </p:attrNameLst>
                                      </p:cBhvr>
                                      <p:tavLst>
                                        <p:tav tm="0">
                                          <p:val>
                                            <p:strVal val="#ppt_x-0.05"/>
                                          </p:val>
                                        </p:tav>
                                        <p:tav tm="100000">
                                          <p:val>
                                            <p:strVal val="#ppt_x"/>
                                          </p:val>
                                        </p:tav>
                                      </p:tavLst>
                                    </p:anim>
                                    <p:anim calcmode="lin" valueType="num">
                                      <p:cBhvr>
                                        <p:cTn id="17" dur="200" accel="100000" fill="hold">
                                          <p:stCondLst>
                                            <p:cond delay="800"/>
                                          </p:stCondLst>
                                        </p:cTn>
                                        <p:tgtEl>
                                          <p:spTgt spid="30"/>
                                        </p:tgtEl>
                                        <p:attrNameLst>
                                          <p:attrName>ppt_y</p:attrName>
                                        </p:attrNameLst>
                                      </p:cBhvr>
                                      <p:tavLst>
                                        <p:tav tm="0">
                                          <p:val>
                                            <p:strVal val="#ppt_y+0.1"/>
                                          </p:val>
                                        </p:tav>
                                        <p:tav tm="100000">
                                          <p:val>
                                            <p:strVal val="#ppt_y"/>
                                          </p:val>
                                        </p:tav>
                                      </p:tavLst>
                                    </p:anim>
                                  </p:childTnLst>
                                </p:cTn>
                              </p:par>
                            </p:childTnLst>
                          </p:cTn>
                        </p:par>
                      </p:childTnLst>
                    </p:cTn>
                  </p:par>
                  <p:par>
                    <p:cTn id="18" fill="hold">
                      <p:stCondLst>
                        <p:cond delay="indefinite"/>
                      </p:stCondLst>
                      <p:childTnLst>
                        <p:par>
                          <p:cTn id="19" fill="hold">
                            <p:stCondLst>
                              <p:cond delay="0"/>
                            </p:stCondLst>
                            <p:childTnLst>
                              <p:par>
                                <p:cTn id="20" presetID="53" presetClass="entr" presetSubtype="16" fill="hold" nodeType="clickEffect">
                                  <p:stCondLst>
                                    <p:cond delay="0"/>
                                  </p:stCondLst>
                                  <p:childTnLst>
                                    <p:set>
                                      <p:cBhvr>
                                        <p:cTn id="21" dur="1" fill="hold">
                                          <p:stCondLst>
                                            <p:cond delay="0"/>
                                          </p:stCondLst>
                                        </p:cTn>
                                        <p:tgtEl>
                                          <p:spTgt spid="34"/>
                                        </p:tgtEl>
                                        <p:attrNameLst>
                                          <p:attrName>style.visibility</p:attrName>
                                        </p:attrNameLst>
                                      </p:cBhvr>
                                      <p:to>
                                        <p:strVal val="visible"/>
                                      </p:to>
                                    </p:set>
                                    <p:anim calcmode="lin" valueType="num">
                                      <p:cBhvr>
                                        <p:cTn id="22" dur="500" fill="hold"/>
                                        <p:tgtEl>
                                          <p:spTgt spid="34"/>
                                        </p:tgtEl>
                                        <p:attrNameLst>
                                          <p:attrName>ppt_w</p:attrName>
                                        </p:attrNameLst>
                                      </p:cBhvr>
                                      <p:tavLst>
                                        <p:tav tm="0">
                                          <p:val>
                                            <p:fltVal val="0"/>
                                          </p:val>
                                        </p:tav>
                                        <p:tav tm="100000">
                                          <p:val>
                                            <p:strVal val="#ppt_w"/>
                                          </p:val>
                                        </p:tav>
                                      </p:tavLst>
                                    </p:anim>
                                    <p:anim calcmode="lin" valueType="num">
                                      <p:cBhvr>
                                        <p:cTn id="23" dur="500" fill="hold"/>
                                        <p:tgtEl>
                                          <p:spTgt spid="34"/>
                                        </p:tgtEl>
                                        <p:attrNameLst>
                                          <p:attrName>ppt_h</p:attrName>
                                        </p:attrNameLst>
                                      </p:cBhvr>
                                      <p:tavLst>
                                        <p:tav tm="0">
                                          <p:val>
                                            <p:fltVal val="0"/>
                                          </p:val>
                                        </p:tav>
                                        <p:tav tm="100000">
                                          <p:val>
                                            <p:strVal val="#ppt_h"/>
                                          </p:val>
                                        </p:tav>
                                      </p:tavLst>
                                    </p:anim>
                                    <p:animEffect transition="in" filter="fade">
                                      <p:cBhvr>
                                        <p:cTn id="24" dur="500"/>
                                        <p:tgtEl>
                                          <p:spTgt spid="34"/>
                                        </p:tgtEl>
                                      </p:cBhvr>
                                    </p:animEffect>
                                  </p:childTnLst>
                                </p:cTn>
                              </p:par>
                            </p:childTnLst>
                          </p:cTn>
                        </p:par>
                        <p:par>
                          <p:cTn id="25" fill="hold">
                            <p:stCondLst>
                              <p:cond delay="500"/>
                            </p:stCondLst>
                            <p:childTnLst>
                              <p:par>
                                <p:cTn id="26" presetID="22" presetClass="entr" presetSubtype="4" fill="hold" nodeType="afterEffect">
                                  <p:stCondLst>
                                    <p:cond delay="0"/>
                                  </p:stCondLst>
                                  <p:childTnLst>
                                    <p:set>
                                      <p:cBhvr>
                                        <p:cTn id="27" dur="1" fill="hold">
                                          <p:stCondLst>
                                            <p:cond delay="0"/>
                                          </p:stCondLst>
                                        </p:cTn>
                                        <p:tgtEl>
                                          <p:spTgt spid="25"/>
                                        </p:tgtEl>
                                        <p:attrNameLst>
                                          <p:attrName>style.visibility</p:attrName>
                                        </p:attrNameLst>
                                      </p:cBhvr>
                                      <p:to>
                                        <p:strVal val="visible"/>
                                      </p:to>
                                    </p:set>
                                    <p:animEffect transition="in" filter="wipe(down)">
                                      <p:cBhvr>
                                        <p:cTn id="28" dur="500"/>
                                        <p:tgtEl>
                                          <p:spTgt spid="25"/>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30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4" name="组合 3">
            <a:extLst>
              <a:ext uri="{FF2B5EF4-FFF2-40B4-BE49-F238E27FC236}">
                <a16:creationId xmlns:a16="http://schemas.microsoft.com/office/drawing/2014/main" id="{9A1EA9F2-FCB6-48C3-935F-7AE7E3AD14AC}"/>
              </a:ext>
            </a:extLst>
          </p:cNvPr>
          <p:cNvGrpSpPr/>
          <p:nvPr/>
        </p:nvGrpSpPr>
        <p:grpSpPr>
          <a:xfrm>
            <a:off x="304800" y="749300"/>
            <a:ext cx="6192344" cy="400110"/>
            <a:chOff x="424117" y="898245"/>
            <a:chExt cx="6192344" cy="400110"/>
          </a:xfrm>
        </p:grpSpPr>
        <p:sp>
          <p:nvSpPr>
            <p:cNvPr id="2" name="平行四边形 1">
              <a:extLst>
                <a:ext uri="{FF2B5EF4-FFF2-40B4-BE49-F238E27FC236}">
                  <a16:creationId xmlns:a16="http://schemas.microsoft.com/office/drawing/2014/main" id="{1F5BAA3F-9845-4F89-A2DD-8222D3E4EDAC}"/>
                </a:ext>
              </a:extLst>
            </p:cNvPr>
            <p:cNvSpPr/>
            <p:nvPr/>
          </p:nvSpPr>
          <p:spPr>
            <a:xfrm>
              <a:off x="424117" y="898245"/>
              <a:ext cx="628306" cy="387090"/>
            </a:xfrm>
            <a:prstGeom prst="parallelogram">
              <a:avLst/>
            </a:prstGeom>
            <a:solidFill>
              <a:schemeClr val="accent3">
                <a:lumMod val="75000"/>
              </a:schemeClr>
            </a:solidFill>
            <a:ln>
              <a:solidFill>
                <a:schemeClr val="accent3">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CN" sz="2200" dirty="0">
                  <a:latin typeface="Impact" panose="020B0806030902050204" pitchFamily="34" charset="0"/>
                </a:rPr>
                <a:t>01</a:t>
              </a:r>
              <a:endParaRPr lang="zh-CN" altLang="en-US" sz="2200" dirty="0">
                <a:latin typeface="Impact" panose="020B0806030902050204" pitchFamily="34" charset="0"/>
              </a:endParaRPr>
            </a:p>
          </p:txBody>
        </p:sp>
        <p:sp>
          <p:nvSpPr>
            <p:cNvPr id="3" name="文本框 2">
              <a:extLst>
                <a:ext uri="{FF2B5EF4-FFF2-40B4-BE49-F238E27FC236}">
                  <a16:creationId xmlns:a16="http://schemas.microsoft.com/office/drawing/2014/main" id="{4D6BD736-A4D3-4F26-AFED-36E11F50F70B}"/>
                </a:ext>
              </a:extLst>
            </p:cNvPr>
            <p:cNvSpPr txBox="1"/>
            <p:nvPr/>
          </p:nvSpPr>
          <p:spPr>
            <a:xfrm>
              <a:off x="1052423" y="898245"/>
              <a:ext cx="5564038" cy="400110"/>
            </a:xfrm>
            <a:prstGeom prst="rect">
              <a:avLst/>
            </a:prstGeom>
            <a:noFill/>
          </p:spPr>
          <p:txBody>
            <a:bodyPr wrap="square" rtlCol="0">
              <a:spAutoFit/>
            </a:bodyPr>
            <a:lstStyle/>
            <a:p>
              <a:r>
                <a:rPr lang="en-US" altLang="zh-CN" sz="2000" b="1" dirty="0"/>
                <a:t>CSMA/CD</a:t>
              </a:r>
              <a:r>
                <a:rPr lang="zh-CN" altLang="en-US" sz="2000" b="1" dirty="0"/>
                <a:t>协议的基本原理</a:t>
              </a:r>
              <a:endParaRPr lang="en-US" altLang="zh-CN" sz="2000" b="1" dirty="0"/>
            </a:p>
          </p:txBody>
        </p:sp>
      </p:grpSp>
      <p:grpSp>
        <p:nvGrpSpPr>
          <p:cNvPr id="5" name="组合 4">
            <a:extLst>
              <a:ext uri="{FF2B5EF4-FFF2-40B4-BE49-F238E27FC236}">
                <a16:creationId xmlns:a16="http://schemas.microsoft.com/office/drawing/2014/main" id="{C01E6C52-422B-4C95-B19D-1CED5810DA03}"/>
              </a:ext>
            </a:extLst>
          </p:cNvPr>
          <p:cNvGrpSpPr/>
          <p:nvPr/>
        </p:nvGrpSpPr>
        <p:grpSpPr>
          <a:xfrm>
            <a:off x="4462359" y="730007"/>
            <a:ext cx="2153414" cy="461665"/>
            <a:chOff x="4462359" y="730007"/>
            <a:chExt cx="2153414" cy="461665"/>
          </a:xfrm>
        </p:grpSpPr>
        <p:sp>
          <p:nvSpPr>
            <p:cNvPr id="6" name="矩形 5">
              <a:extLst>
                <a:ext uri="{FF2B5EF4-FFF2-40B4-BE49-F238E27FC236}">
                  <a16:creationId xmlns:a16="http://schemas.microsoft.com/office/drawing/2014/main" id="{BC2570DD-396E-4D25-AF51-7823C90107CF}"/>
                </a:ext>
              </a:extLst>
            </p:cNvPr>
            <p:cNvSpPr/>
            <p:nvPr/>
          </p:nvSpPr>
          <p:spPr>
            <a:xfrm>
              <a:off x="4462359" y="757078"/>
              <a:ext cx="2153414" cy="400110"/>
            </a:xfrm>
            <a:prstGeom prst="rect">
              <a:avLst/>
            </a:prstGeom>
            <a:solidFill>
              <a:schemeClr val="bg2">
                <a:lumMod val="90000"/>
              </a:schemeClr>
            </a:solidFill>
            <a:ln>
              <a:solidFill>
                <a:schemeClr val="bg2">
                  <a:lumMod val="90000"/>
                </a:schemeClr>
              </a:solidFill>
            </a:ln>
          </p:spPr>
          <p:style>
            <a:lnRef idx="2">
              <a:schemeClr val="accent4">
                <a:shade val="50000"/>
              </a:schemeClr>
            </a:lnRef>
            <a:fillRef idx="1">
              <a:schemeClr val="accent4"/>
            </a:fillRef>
            <a:effectRef idx="0">
              <a:schemeClr val="accent4"/>
            </a:effectRef>
            <a:fontRef idx="minor">
              <a:schemeClr val="lt1"/>
            </a:fontRef>
          </p:style>
          <p:txBody>
            <a:bodyPr rtlCol="0" anchor="ctr"/>
            <a:lstStyle/>
            <a:p>
              <a:pPr algn="ctr"/>
              <a:endParaRPr lang="zh-CN" altLang="en-US" b="1" dirty="0"/>
            </a:p>
          </p:txBody>
        </p:sp>
        <p:sp>
          <p:nvSpPr>
            <p:cNvPr id="8" name="文本框 7">
              <a:extLst>
                <a:ext uri="{FF2B5EF4-FFF2-40B4-BE49-F238E27FC236}">
                  <a16:creationId xmlns:a16="http://schemas.microsoft.com/office/drawing/2014/main" id="{D124AB74-A7F3-4D08-8C3C-B508C7C6A51C}"/>
                </a:ext>
              </a:extLst>
            </p:cNvPr>
            <p:cNvSpPr txBox="1"/>
            <p:nvPr/>
          </p:nvSpPr>
          <p:spPr>
            <a:xfrm>
              <a:off x="4473322" y="772467"/>
              <a:ext cx="1598556" cy="400110"/>
            </a:xfrm>
            <a:prstGeom prst="rect">
              <a:avLst/>
            </a:prstGeom>
            <a:noFill/>
          </p:spPr>
          <p:txBody>
            <a:bodyPr wrap="square" rtlCol="0">
              <a:spAutoFit/>
            </a:bodyPr>
            <a:lstStyle/>
            <a:p>
              <a:pPr algn="ctr"/>
              <a:r>
                <a:rPr lang="zh-CN" altLang="en-US" sz="2000" b="1" dirty="0">
                  <a:solidFill>
                    <a:schemeClr val="bg1"/>
                  </a:solidFill>
                </a:rPr>
                <a:t>多址接入</a:t>
              </a:r>
            </a:p>
          </p:txBody>
        </p:sp>
        <p:sp>
          <p:nvSpPr>
            <p:cNvPr id="41" name="文本框 40">
              <a:extLst>
                <a:ext uri="{FF2B5EF4-FFF2-40B4-BE49-F238E27FC236}">
                  <a16:creationId xmlns:a16="http://schemas.microsoft.com/office/drawing/2014/main" id="{0FCCC336-AB70-403B-BE37-A1B698CF616F}"/>
                </a:ext>
              </a:extLst>
            </p:cNvPr>
            <p:cNvSpPr txBox="1"/>
            <p:nvPr/>
          </p:nvSpPr>
          <p:spPr>
            <a:xfrm>
              <a:off x="5708713" y="730007"/>
              <a:ext cx="383192" cy="461665"/>
            </a:xfrm>
            <a:prstGeom prst="rect">
              <a:avLst/>
            </a:prstGeom>
            <a:noFill/>
          </p:spPr>
          <p:txBody>
            <a:bodyPr wrap="square">
              <a:spAutoFit/>
            </a:bodyPr>
            <a:lstStyle/>
            <a:p>
              <a:r>
                <a:rPr lang="en-US" altLang="zh-CN" sz="2400" b="1" dirty="0">
                  <a:solidFill>
                    <a:schemeClr val="bg1"/>
                  </a:solidFill>
                  <a:latin typeface="Arial Narrow" panose="020B0606020202030204" pitchFamily="34" charset="0"/>
                </a:rPr>
                <a:t>M</a:t>
              </a:r>
              <a:endParaRPr lang="zh-CN" altLang="en-US" sz="2400" dirty="0">
                <a:solidFill>
                  <a:schemeClr val="bg1"/>
                </a:solidFill>
              </a:endParaRPr>
            </a:p>
          </p:txBody>
        </p:sp>
        <p:sp>
          <p:nvSpPr>
            <p:cNvPr id="54" name="文本框 53">
              <a:extLst>
                <a:ext uri="{FF2B5EF4-FFF2-40B4-BE49-F238E27FC236}">
                  <a16:creationId xmlns:a16="http://schemas.microsoft.com/office/drawing/2014/main" id="{B5431C6C-A9AE-4820-962C-B2D3EB67BE9B}"/>
                </a:ext>
              </a:extLst>
            </p:cNvPr>
            <p:cNvSpPr txBox="1"/>
            <p:nvPr/>
          </p:nvSpPr>
          <p:spPr>
            <a:xfrm>
              <a:off x="5948810" y="730007"/>
              <a:ext cx="383192" cy="461665"/>
            </a:xfrm>
            <a:prstGeom prst="rect">
              <a:avLst/>
            </a:prstGeom>
            <a:noFill/>
          </p:spPr>
          <p:txBody>
            <a:bodyPr wrap="square">
              <a:spAutoFit/>
            </a:bodyPr>
            <a:lstStyle/>
            <a:p>
              <a:r>
                <a:rPr lang="en-US" altLang="zh-CN" sz="2400" b="1" dirty="0">
                  <a:solidFill>
                    <a:schemeClr val="bg1"/>
                  </a:solidFill>
                  <a:latin typeface="Arial Narrow" panose="020B0606020202030204" pitchFamily="34" charset="0"/>
                </a:rPr>
                <a:t>A</a:t>
              </a:r>
              <a:endParaRPr lang="zh-CN" altLang="en-US" sz="2400" dirty="0">
                <a:solidFill>
                  <a:schemeClr val="bg1"/>
                </a:solidFill>
              </a:endParaRPr>
            </a:p>
          </p:txBody>
        </p:sp>
      </p:grpSp>
      <p:grpSp>
        <p:nvGrpSpPr>
          <p:cNvPr id="7" name="组合 6">
            <a:extLst>
              <a:ext uri="{FF2B5EF4-FFF2-40B4-BE49-F238E27FC236}">
                <a16:creationId xmlns:a16="http://schemas.microsoft.com/office/drawing/2014/main" id="{B9C158CC-93D8-4410-8E32-3C037291B916}"/>
              </a:ext>
            </a:extLst>
          </p:cNvPr>
          <p:cNvGrpSpPr/>
          <p:nvPr/>
        </p:nvGrpSpPr>
        <p:grpSpPr>
          <a:xfrm>
            <a:off x="7094783" y="730441"/>
            <a:ext cx="2153414" cy="461665"/>
            <a:chOff x="7094783" y="730441"/>
            <a:chExt cx="2153414" cy="461665"/>
          </a:xfrm>
        </p:grpSpPr>
        <p:sp>
          <p:nvSpPr>
            <p:cNvPr id="56" name="矩形 55">
              <a:extLst>
                <a:ext uri="{FF2B5EF4-FFF2-40B4-BE49-F238E27FC236}">
                  <a16:creationId xmlns:a16="http://schemas.microsoft.com/office/drawing/2014/main" id="{3C4796E6-AC0C-457E-9848-A637639E67CC}"/>
                </a:ext>
              </a:extLst>
            </p:cNvPr>
            <p:cNvSpPr/>
            <p:nvPr/>
          </p:nvSpPr>
          <p:spPr>
            <a:xfrm>
              <a:off x="7094783" y="757078"/>
              <a:ext cx="2153414" cy="400110"/>
            </a:xfrm>
            <a:prstGeom prst="rect">
              <a:avLst/>
            </a:prstGeom>
            <a:solidFill>
              <a:schemeClr val="bg2">
                <a:lumMod val="90000"/>
              </a:schemeClr>
            </a:solidFill>
            <a:ln>
              <a:solidFill>
                <a:schemeClr val="bg2">
                  <a:lumMod val="90000"/>
                </a:schemeClr>
              </a:solidFill>
            </a:ln>
          </p:spPr>
          <p:style>
            <a:lnRef idx="2">
              <a:schemeClr val="accent3">
                <a:shade val="50000"/>
              </a:schemeClr>
            </a:lnRef>
            <a:fillRef idx="1">
              <a:schemeClr val="accent3"/>
            </a:fillRef>
            <a:effectRef idx="0">
              <a:schemeClr val="accent3"/>
            </a:effectRef>
            <a:fontRef idx="minor">
              <a:schemeClr val="lt1"/>
            </a:fontRef>
          </p:style>
          <p:txBody>
            <a:bodyPr rtlCol="0" anchor="ctr"/>
            <a:lstStyle/>
            <a:p>
              <a:pPr algn="ctr"/>
              <a:endParaRPr lang="zh-CN" altLang="en-US"/>
            </a:p>
          </p:txBody>
        </p:sp>
        <p:sp>
          <p:nvSpPr>
            <p:cNvPr id="59" name="文本框 58">
              <a:extLst>
                <a:ext uri="{FF2B5EF4-FFF2-40B4-BE49-F238E27FC236}">
                  <a16:creationId xmlns:a16="http://schemas.microsoft.com/office/drawing/2014/main" id="{C8D143D7-F7E3-4FC0-A8A1-BD4C812C40DB}"/>
                </a:ext>
              </a:extLst>
            </p:cNvPr>
            <p:cNvSpPr txBox="1"/>
            <p:nvPr/>
          </p:nvSpPr>
          <p:spPr>
            <a:xfrm>
              <a:off x="7236053" y="772467"/>
              <a:ext cx="1598556" cy="400110"/>
            </a:xfrm>
            <a:prstGeom prst="rect">
              <a:avLst/>
            </a:prstGeom>
            <a:noFill/>
          </p:spPr>
          <p:txBody>
            <a:bodyPr wrap="square" rtlCol="0">
              <a:spAutoFit/>
            </a:bodyPr>
            <a:lstStyle/>
            <a:p>
              <a:pPr algn="ctr"/>
              <a:r>
                <a:rPr lang="zh-CN" altLang="en-US" sz="2000" b="1" dirty="0">
                  <a:solidFill>
                    <a:schemeClr val="bg1"/>
                  </a:solidFill>
                </a:rPr>
                <a:t>载波监听</a:t>
              </a:r>
            </a:p>
          </p:txBody>
        </p:sp>
        <p:sp>
          <p:nvSpPr>
            <p:cNvPr id="38" name="文本框 37">
              <a:extLst>
                <a:ext uri="{FF2B5EF4-FFF2-40B4-BE49-F238E27FC236}">
                  <a16:creationId xmlns:a16="http://schemas.microsoft.com/office/drawing/2014/main" id="{84A31281-0C7C-4AD1-BF1E-5FB4696F26F7}"/>
                </a:ext>
              </a:extLst>
            </p:cNvPr>
            <p:cNvSpPr txBox="1"/>
            <p:nvPr/>
          </p:nvSpPr>
          <p:spPr>
            <a:xfrm>
              <a:off x="8481180" y="730441"/>
              <a:ext cx="383192" cy="461665"/>
            </a:xfrm>
            <a:prstGeom prst="rect">
              <a:avLst/>
            </a:prstGeom>
            <a:noFill/>
          </p:spPr>
          <p:txBody>
            <a:bodyPr wrap="square">
              <a:spAutoFit/>
            </a:bodyPr>
            <a:lstStyle/>
            <a:p>
              <a:r>
                <a:rPr lang="en-US" altLang="zh-CN" sz="2400" b="1" dirty="0">
                  <a:solidFill>
                    <a:schemeClr val="bg1"/>
                  </a:solidFill>
                  <a:latin typeface="Arial Narrow" panose="020B0606020202030204" pitchFamily="34" charset="0"/>
                </a:rPr>
                <a:t>C</a:t>
              </a:r>
              <a:endParaRPr lang="zh-CN" altLang="en-US" sz="2400" dirty="0">
                <a:solidFill>
                  <a:schemeClr val="bg1"/>
                </a:solidFill>
              </a:endParaRPr>
            </a:p>
          </p:txBody>
        </p:sp>
        <p:sp>
          <p:nvSpPr>
            <p:cNvPr id="39" name="文本框 38">
              <a:extLst>
                <a:ext uri="{FF2B5EF4-FFF2-40B4-BE49-F238E27FC236}">
                  <a16:creationId xmlns:a16="http://schemas.microsoft.com/office/drawing/2014/main" id="{D1527A42-5BA8-4F70-8A58-1322EC2698B7}"/>
                </a:ext>
              </a:extLst>
            </p:cNvPr>
            <p:cNvSpPr txBox="1"/>
            <p:nvPr/>
          </p:nvSpPr>
          <p:spPr>
            <a:xfrm>
              <a:off x="8675232" y="730441"/>
              <a:ext cx="383192" cy="461665"/>
            </a:xfrm>
            <a:prstGeom prst="rect">
              <a:avLst/>
            </a:prstGeom>
            <a:noFill/>
          </p:spPr>
          <p:txBody>
            <a:bodyPr wrap="square">
              <a:spAutoFit/>
            </a:bodyPr>
            <a:lstStyle/>
            <a:p>
              <a:r>
                <a:rPr lang="en-US" altLang="zh-CN" sz="2400" b="1" dirty="0">
                  <a:solidFill>
                    <a:schemeClr val="bg1"/>
                  </a:solidFill>
                  <a:latin typeface="Arial Narrow" panose="020B0606020202030204" pitchFamily="34" charset="0"/>
                </a:rPr>
                <a:t>S</a:t>
              </a:r>
              <a:endParaRPr lang="zh-CN" altLang="en-US" sz="2400" dirty="0">
                <a:solidFill>
                  <a:schemeClr val="bg1"/>
                </a:solidFill>
              </a:endParaRPr>
            </a:p>
          </p:txBody>
        </p:sp>
      </p:grpSp>
      <p:grpSp>
        <p:nvGrpSpPr>
          <p:cNvPr id="9" name="组合 8">
            <a:extLst>
              <a:ext uri="{FF2B5EF4-FFF2-40B4-BE49-F238E27FC236}">
                <a16:creationId xmlns:a16="http://schemas.microsoft.com/office/drawing/2014/main" id="{46C7C9F9-77AF-4E79-B679-41F2B5E760D4}"/>
              </a:ext>
            </a:extLst>
          </p:cNvPr>
          <p:cNvGrpSpPr/>
          <p:nvPr/>
        </p:nvGrpSpPr>
        <p:grpSpPr>
          <a:xfrm>
            <a:off x="9727206" y="734232"/>
            <a:ext cx="2153414" cy="461665"/>
            <a:chOff x="9727206" y="734232"/>
            <a:chExt cx="2153414" cy="461665"/>
          </a:xfrm>
        </p:grpSpPr>
        <p:sp>
          <p:nvSpPr>
            <p:cNvPr id="58" name="矩形 57">
              <a:extLst>
                <a:ext uri="{FF2B5EF4-FFF2-40B4-BE49-F238E27FC236}">
                  <a16:creationId xmlns:a16="http://schemas.microsoft.com/office/drawing/2014/main" id="{8C738A42-5B66-4505-B03D-160313542C6B}"/>
                </a:ext>
              </a:extLst>
            </p:cNvPr>
            <p:cNvSpPr/>
            <p:nvPr/>
          </p:nvSpPr>
          <p:spPr>
            <a:xfrm>
              <a:off x="9727206" y="757078"/>
              <a:ext cx="2153414" cy="400110"/>
            </a:xfrm>
            <a:prstGeom prst="rect">
              <a:avLst/>
            </a:prstGeom>
            <a:solidFill>
              <a:schemeClr val="bg2">
                <a:lumMod val="90000"/>
              </a:schemeClr>
            </a:solidFill>
            <a:ln>
              <a:solidFill>
                <a:schemeClr val="bg2">
                  <a:lumMod val="90000"/>
                </a:schemeClr>
              </a:solidFill>
            </a:ln>
          </p:spPr>
          <p:style>
            <a:lnRef idx="2">
              <a:schemeClr val="accent5">
                <a:shade val="50000"/>
              </a:schemeClr>
            </a:lnRef>
            <a:fillRef idx="1">
              <a:schemeClr val="accent5"/>
            </a:fillRef>
            <a:effectRef idx="0">
              <a:schemeClr val="accent5"/>
            </a:effectRef>
            <a:fontRef idx="minor">
              <a:schemeClr val="lt1"/>
            </a:fontRef>
          </p:style>
          <p:txBody>
            <a:bodyPr rtlCol="0" anchor="ctr"/>
            <a:lstStyle/>
            <a:p>
              <a:pPr algn="ctr"/>
              <a:endParaRPr lang="zh-CN" altLang="en-US"/>
            </a:p>
          </p:txBody>
        </p:sp>
        <p:sp>
          <p:nvSpPr>
            <p:cNvPr id="60" name="文本框 59">
              <a:extLst>
                <a:ext uri="{FF2B5EF4-FFF2-40B4-BE49-F238E27FC236}">
                  <a16:creationId xmlns:a16="http://schemas.microsoft.com/office/drawing/2014/main" id="{AB15AA99-A243-45C1-AE07-0B685612E43F}"/>
                </a:ext>
              </a:extLst>
            </p:cNvPr>
            <p:cNvSpPr txBox="1"/>
            <p:nvPr/>
          </p:nvSpPr>
          <p:spPr>
            <a:xfrm>
              <a:off x="9791788" y="772467"/>
              <a:ext cx="1598556" cy="400110"/>
            </a:xfrm>
            <a:prstGeom prst="rect">
              <a:avLst/>
            </a:prstGeom>
            <a:noFill/>
          </p:spPr>
          <p:txBody>
            <a:bodyPr wrap="square" rtlCol="0">
              <a:spAutoFit/>
            </a:bodyPr>
            <a:lstStyle/>
            <a:p>
              <a:pPr algn="ctr"/>
              <a:r>
                <a:rPr lang="zh-CN" altLang="en-US" sz="2000" b="1" dirty="0">
                  <a:solidFill>
                    <a:schemeClr val="bg1"/>
                  </a:solidFill>
                </a:rPr>
                <a:t>碰撞检测</a:t>
              </a:r>
            </a:p>
          </p:txBody>
        </p:sp>
        <p:sp>
          <p:nvSpPr>
            <p:cNvPr id="55" name="文本框 54">
              <a:extLst>
                <a:ext uri="{FF2B5EF4-FFF2-40B4-BE49-F238E27FC236}">
                  <a16:creationId xmlns:a16="http://schemas.microsoft.com/office/drawing/2014/main" id="{F7208B3A-F0CA-46E2-A78F-A769880DCC09}"/>
                </a:ext>
              </a:extLst>
            </p:cNvPr>
            <p:cNvSpPr txBox="1"/>
            <p:nvPr/>
          </p:nvSpPr>
          <p:spPr>
            <a:xfrm>
              <a:off x="11033742" y="734232"/>
              <a:ext cx="383192" cy="461665"/>
            </a:xfrm>
            <a:prstGeom prst="rect">
              <a:avLst/>
            </a:prstGeom>
            <a:noFill/>
          </p:spPr>
          <p:txBody>
            <a:bodyPr wrap="square">
              <a:spAutoFit/>
            </a:bodyPr>
            <a:lstStyle/>
            <a:p>
              <a:r>
                <a:rPr lang="en-US" altLang="zh-CN" sz="2400" b="1" dirty="0">
                  <a:solidFill>
                    <a:schemeClr val="bg1"/>
                  </a:solidFill>
                  <a:latin typeface="Arial Narrow" panose="020B0606020202030204" pitchFamily="34" charset="0"/>
                </a:rPr>
                <a:t>C</a:t>
              </a:r>
              <a:endParaRPr lang="zh-CN" altLang="en-US" sz="2400" dirty="0">
                <a:solidFill>
                  <a:schemeClr val="bg1"/>
                </a:solidFill>
              </a:endParaRPr>
            </a:p>
          </p:txBody>
        </p:sp>
        <p:sp>
          <p:nvSpPr>
            <p:cNvPr id="57" name="文本框 56">
              <a:extLst>
                <a:ext uri="{FF2B5EF4-FFF2-40B4-BE49-F238E27FC236}">
                  <a16:creationId xmlns:a16="http://schemas.microsoft.com/office/drawing/2014/main" id="{F625F8B0-68ED-4238-86A5-61737324B156}"/>
                </a:ext>
              </a:extLst>
            </p:cNvPr>
            <p:cNvSpPr txBox="1"/>
            <p:nvPr/>
          </p:nvSpPr>
          <p:spPr>
            <a:xfrm>
              <a:off x="11260686" y="734232"/>
              <a:ext cx="383192" cy="461665"/>
            </a:xfrm>
            <a:prstGeom prst="rect">
              <a:avLst/>
            </a:prstGeom>
            <a:noFill/>
          </p:spPr>
          <p:txBody>
            <a:bodyPr wrap="square">
              <a:spAutoFit/>
            </a:bodyPr>
            <a:lstStyle/>
            <a:p>
              <a:r>
                <a:rPr lang="en-US" altLang="zh-CN" sz="2400" b="1" dirty="0">
                  <a:solidFill>
                    <a:schemeClr val="bg1"/>
                  </a:solidFill>
                  <a:latin typeface="Arial Narrow" panose="020B0606020202030204" pitchFamily="34" charset="0"/>
                </a:rPr>
                <a:t>D</a:t>
              </a:r>
              <a:endParaRPr lang="zh-CN" altLang="en-US" sz="2400" dirty="0">
                <a:solidFill>
                  <a:schemeClr val="bg1"/>
                </a:solidFill>
              </a:endParaRPr>
            </a:p>
          </p:txBody>
        </p:sp>
      </p:grpSp>
      <p:grpSp>
        <p:nvGrpSpPr>
          <p:cNvPr id="25" name="组合 24">
            <a:extLst>
              <a:ext uri="{FF2B5EF4-FFF2-40B4-BE49-F238E27FC236}">
                <a16:creationId xmlns:a16="http://schemas.microsoft.com/office/drawing/2014/main" id="{A53F2F16-666E-49B5-900C-EE2365802BB6}"/>
              </a:ext>
            </a:extLst>
          </p:cNvPr>
          <p:cNvGrpSpPr/>
          <p:nvPr/>
        </p:nvGrpSpPr>
        <p:grpSpPr>
          <a:xfrm>
            <a:off x="2455280" y="1720180"/>
            <a:ext cx="7180791" cy="812800"/>
            <a:chOff x="2455280" y="3752911"/>
            <a:chExt cx="7180791" cy="812800"/>
          </a:xfrm>
        </p:grpSpPr>
        <p:cxnSp>
          <p:nvCxnSpPr>
            <p:cNvPr id="26" name="直接连接符 25">
              <a:extLst>
                <a:ext uri="{FF2B5EF4-FFF2-40B4-BE49-F238E27FC236}">
                  <a16:creationId xmlns:a16="http://schemas.microsoft.com/office/drawing/2014/main" id="{242FA538-70F3-4A91-A0A1-2978B2AB59B3}"/>
                </a:ext>
              </a:extLst>
            </p:cNvPr>
            <p:cNvCxnSpPr/>
            <p:nvPr/>
          </p:nvCxnSpPr>
          <p:spPr>
            <a:xfrm flipV="1">
              <a:off x="9636071" y="3752911"/>
              <a:ext cx="0" cy="812800"/>
            </a:xfrm>
            <a:prstGeom prst="line">
              <a:avLst/>
            </a:prstGeom>
            <a:ln w="152400">
              <a:solidFill>
                <a:schemeClr val="tx1"/>
              </a:solidFill>
              <a:tailEnd w="med" len="lg"/>
            </a:ln>
          </p:spPr>
          <p:style>
            <a:lnRef idx="1">
              <a:schemeClr val="accent1"/>
            </a:lnRef>
            <a:fillRef idx="0">
              <a:schemeClr val="accent1"/>
            </a:fillRef>
            <a:effectRef idx="0">
              <a:schemeClr val="accent1"/>
            </a:effectRef>
            <a:fontRef idx="minor">
              <a:schemeClr val="tx1"/>
            </a:fontRef>
          </p:style>
        </p:cxnSp>
        <p:cxnSp>
          <p:nvCxnSpPr>
            <p:cNvPr id="27" name="直接连接符 26">
              <a:extLst>
                <a:ext uri="{FF2B5EF4-FFF2-40B4-BE49-F238E27FC236}">
                  <a16:creationId xmlns:a16="http://schemas.microsoft.com/office/drawing/2014/main" id="{F21D0102-E2A1-4D3E-9DC3-885D830E96D0}"/>
                </a:ext>
              </a:extLst>
            </p:cNvPr>
            <p:cNvCxnSpPr/>
            <p:nvPr/>
          </p:nvCxnSpPr>
          <p:spPr>
            <a:xfrm flipV="1">
              <a:off x="2455280" y="3752911"/>
              <a:ext cx="0" cy="812800"/>
            </a:xfrm>
            <a:prstGeom prst="line">
              <a:avLst/>
            </a:prstGeom>
            <a:ln w="152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8" name="直接连接符 27">
              <a:extLst>
                <a:ext uri="{FF2B5EF4-FFF2-40B4-BE49-F238E27FC236}">
                  <a16:creationId xmlns:a16="http://schemas.microsoft.com/office/drawing/2014/main" id="{AB2C8EEA-0851-44A9-80D2-87DFBEA1F73A}"/>
                </a:ext>
              </a:extLst>
            </p:cNvPr>
            <p:cNvCxnSpPr/>
            <p:nvPr/>
          </p:nvCxnSpPr>
          <p:spPr>
            <a:xfrm flipV="1">
              <a:off x="4878779" y="3752911"/>
              <a:ext cx="0" cy="812800"/>
            </a:xfrm>
            <a:prstGeom prst="line">
              <a:avLst/>
            </a:prstGeom>
            <a:ln w="152400">
              <a:solidFill>
                <a:schemeClr val="tx1"/>
              </a:solidFill>
              <a:tailEnd w="med" len="lg"/>
            </a:ln>
          </p:spPr>
          <p:style>
            <a:lnRef idx="1">
              <a:schemeClr val="accent1"/>
            </a:lnRef>
            <a:fillRef idx="0">
              <a:schemeClr val="accent1"/>
            </a:fillRef>
            <a:effectRef idx="0">
              <a:schemeClr val="accent1"/>
            </a:effectRef>
            <a:fontRef idx="minor">
              <a:schemeClr val="tx1"/>
            </a:fontRef>
          </p:style>
        </p:cxnSp>
        <p:cxnSp>
          <p:nvCxnSpPr>
            <p:cNvPr id="29" name="直接连接符 28">
              <a:extLst>
                <a:ext uri="{FF2B5EF4-FFF2-40B4-BE49-F238E27FC236}">
                  <a16:creationId xmlns:a16="http://schemas.microsoft.com/office/drawing/2014/main" id="{536174B3-7078-4268-ABF0-FDE23864C53A}"/>
                </a:ext>
              </a:extLst>
            </p:cNvPr>
            <p:cNvCxnSpPr/>
            <p:nvPr/>
          </p:nvCxnSpPr>
          <p:spPr>
            <a:xfrm flipV="1">
              <a:off x="7249637" y="3752911"/>
              <a:ext cx="0" cy="812800"/>
            </a:xfrm>
            <a:prstGeom prst="line">
              <a:avLst/>
            </a:prstGeom>
            <a:ln w="1524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30" name="组合 29">
            <a:extLst>
              <a:ext uri="{FF2B5EF4-FFF2-40B4-BE49-F238E27FC236}">
                <a16:creationId xmlns:a16="http://schemas.microsoft.com/office/drawing/2014/main" id="{B2DEEF20-80ED-4B25-8707-42A86FB12C98}"/>
              </a:ext>
            </a:extLst>
          </p:cNvPr>
          <p:cNvGrpSpPr/>
          <p:nvPr/>
        </p:nvGrpSpPr>
        <p:grpSpPr>
          <a:xfrm>
            <a:off x="1618162" y="1566769"/>
            <a:ext cx="8955675" cy="238462"/>
            <a:chOff x="1618162" y="3599500"/>
            <a:chExt cx="8955675" cy="238462"/>
          </a:xfrm>
        </p:grpSpPr>
        <p:cxnSp>
          <p:nvCxnSpPr>
            <p:cNvPr id="31" name="直接连接符 30">
              <a:extLst>
                <a:ext uri="{FF2B5EF4-FFF2-40B4-BE49-F238E27FC236}">
                  <a16:creationId xmlns:a16="http://schemas.microsoft.com/office/drawing/2014/main" id="{837D477A-5171-490F-B6D4-97C6D7A8A650}"/>
                </a:ext>
              </a:extLst>
            </p:cNvPr>
            <p:cNvCxnSpPr>
              <a:cxnSpLocks/>
            </p:cNvCxnSpPr>
            <p:nvPr/>
          </p:nvCxnSpPr>
          <p:spPr>
            <a:xfrm>
              <a:off x="1749794" y="3725200"/>
              <a:ext cx="8622888" cy="0"/>
            </a:xfrm>
            <a:prstGeom prst="line">
              <a:avLst/>
            </a:prstGeom>
            <a:ln w="152400">
              <a:solidFill>
                <a:schemeClr val="tx1"/>
              </a:solidFill>
            </a:ln>
          </p:spPr>
          <p:style>
            <a:lnRef idx="1">
              <a:schemeClr val="accent1"/>
            </a:lnRef>
            <a:fillRef idx="0">
              <a:schemeClr val="accent1"/>
            </a:fillRef>
            <a:effectRef idx="0">
              <a:schemeClr val="accent1"/>
            </a:effectRef>
            <a:fontRef idx="minor">
              <a:schemeClr val="tx1"/>
            </a:fontRef>
          </p:style>
        </p:cxnSp>
        <p:sp>
          <p:nvSpPr>
            <p:cNvPr id="32" name="矩形 31">
              <a:extLst>
                <a:ext uri="{FF2B5EF4-FFF2-40B4-BE49-F238E27FC236}">
                  <a16:creationId xmlns:a16="http://schemas.microsoft.com/office/drawing/2014/main" id="{D0513BC0-5BBA-4500-8077-440780C8EB78}"/>
                </a:ext>
              </a:extLst>
            </p:cNvPr>
            <p:cNvSpPr/>
            <p:nvPr/>
          </p:nvSpPr>
          <p:spPr>
            <a:xfrm>
              <a:off x="1618162" y="3599500"/>
              <a:ext cx="225524" cy="225524"/>
            </a:xfrm>
            <a:prstGeom prst="rect">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33" name="矩形 32">
              <a:extLst>
                <a:ext uri="{FF2B5EF4-FFF2-40B4-BE49-F238E27FC236}">
                  <a16:creationId xmlns:a16="http://schemas.microsoft.com/office/drawing/2014/main" id="{0E184DA7-F858-483A-B4A1-7B85D64E8273}"/>
                </a:ext>
              </a:extLst>
            </p:cNvPr>
            <p:cNvSpPr/>
            <p:nvPr/>
          </p:nvSpPr>
          <p:spPr>
            <a:xfrm>
              <a:off x="10348313" y="3612438"/>
              <a:ext cx="225524" cy="225524"/>
            </a:xfrm>
            <a:prstGeom prst="rect">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grpSp>
      <p:grpSp>
        <p:nvGrpSpPr>
          <p:cNvPr id="34" name="组合 33">
            <a:extLst>
              <a:ext uri="{FF2B5EF4-FFF2-40B4-BE49-F238E27FC236}">
                <a16:creationId xmlns:a16="http://schemas.microsoft.com/office/drawing/2014/main" id="{0DFB39EB-FEA0-438F-AA58-EC795A998106}"/>
              </a:ext>
            </a:extLst>
          </p:cNvPr>
          <p:cNvGrpSpPr/>
          <p:nvPr/>
        </p:nvGrpSpPr>
        <p:grpSpPr>
          <a:xfrm>
            <a:off x="1968674" y="2412905"/>
            <a:ext cx="7852814" cy="641082"/>
            <a:chOff x="1968674" y="4445636"/>
            <a:chExt cx="7852814" cy="641082"/>
          </a:xfrm>
        </p:grpSpPr>
        <p:grpSp>
          <p:nvGrpSpPr>
            <p:cNvPr id="35" name="组合 34">
              <a:extLst>
                <a:ext uri="{FF2B5EF4-FFF2-40B4-BE49-F238E27FC236}">
                  <a16:creationId xmlns:a16="http://schemas.microsoft.com/office/drawing/2014/main" id="{BF807099-7B3E-40CD-8303-26A049401039}"/>
                </a:ext>
              </a:extLst>
            </p:cNvPr>
            <p:cNvGrpSpPr/>
            <p:nvPr/>
          </p:nvGrpSpPr>
          <p:grpSpPr>
            <a:xfrm>
              <a:off x="1968674" y="4445636"/>
              <a:ext cx="662814" cy="641082"/>
              <a:chOff x="812355" y="3422987"/>
              <a:chExt cx="662814" cy="641082"/>
            </a:xfrm>
          </p:grpSpPr>
          <p:pic>
            <p:nvPicPr>
              <p:cNvPr id="48" name="图形 47">
                <a:extLst>
                  <a:ext uri="{FF2B5EF4-FFF2-40B4-BE49-F238E27FC236}">
                    <a16:creationId xmlns:a16="http://schemas.microsoft.com/office/drawing/2014/main" id="{1C6CE519-73F7-48EC-9BF7-9DD329B4C743}"/>
                  </a:ext>
                </a:extLst>
              </p:cNvPr>
              <p:cNvPicPr>
                <a:picLocks noChangeAspect="1"/>
              </p:cNvPicPr>
              <p:nvPr/>
            </p:nvPicPr>
            <p:blipFill>
              <a:blip r:embed="rId3">
                <a:extLst>
                  <a:ext uri="{28A0092B-C50C-407E-A947-70E740481C1C}">
                    <a14:useLocalDpi xmlns:a14="http://schemas.microsoft.com/office/drawing/2010/main" val="0"/>
                  </a:ext>
                  <a:ext uri="{96DAC541-7B7A-43D3-8B79-37D633B846F1}">
                    <asvg:svgBlip xmlns:asvg="http://schemas.microsoft.com/office/drawing/2016/SVG/main" r:embed="rId4"/>
                  </a:ext>
                </a:extLst>
              </a:blip>
              <a:stretch>
                <a:fillRect/>
              </a:stretch>
            </p:blipFill>
            <p:spPr>
              <a:xfrm>
                <a:off x="812355" y="3422987"/>
                <a:ext cx="662814" cy="641082"/>
              </a:xfrm>
              <a:prstGeom prst="rect">
                <a:avLst/>
              </a:prstGeom>
            </p:spPr>
          </p:pic>
          <p:sp>
            <p:nvSpPr>
              <p:cNvPr id="49" name="文本框 48">
                <a:extLst>
                  <a:ext uri="{FF2B5EF4-FFF2-40B4-BE49-F238E27FC236}">
                    <a16:creationId xmlns:a16="http://schemas.microsoft.com/office/drawing/2014/main" id="{5DD329AF-6509-4A44-A9A8-8B805FB525CF}"/>
                  </a:ext>
                </a:extLst>
              </p:cNvPr>
              <p:cNvSpPr txBox="1"/>
              <p:nvPr/>
            </p:nvSpPr>
            <p:spPr>
              <a:xfrm>
                <a:off x="1087044" y="3451320"/>
                <a:ext cx="355235" cy="400110"/>
              </a:xfrm>
              <a:prstGeom prst="rect">
                <a:avLst/>
              </a:prstGeom>
              <a:noFill/>
            </p:spPr>
            <p:txBody>
              <a:bodyPr wrap="square" rtlCol="0">
                <a:spAutoFit/>
              </a:bodyPr>
              <a:lstStyle/>
              <a:p>
                <a:pPr algn="ctr"/>
                <a:r>
                  <a:rPr lang="en-US" altLang="zh-CN" sz="2000" b="1" dirty="0">
                    <a:solidFill>
                      <a:schemeClr val="bg1"/>
                    </a:solidFill>
                    <a:latin typeface="Arial Black" panose="020B0A04020102020204" pitchFamily="34" charset="0"/>
                    <a:ea typeface="+mj-ea"/>
                  </a:rPr>
                  <a:t>A</a:t>
                </a:r>
                <a:endParaRPr lang="zh-CN" altLang="en-US" sz="2000" b="1" dirty="0">
                  <a:solidFill>
                    <a:schemeClr val="bg1"/>
                  </a:solidFill>
                  <a:latin typeface="Arial Black" panose="020B0A04020102020204" pitchFamily="34" charset="0"/>
                  <a:ea typeface="+mj-ea"/>
                </a:endParaRPr>
              </a:p>
            </p:txBody>
          </p:sp>
        </p:grpSp>
        <p:grpSp>
          <p:nvGrpSpPr>
            <p:cNvPr id="36" name="组合 35">
              <a:extLst>
                <a:ext uri="{FF2B5EF4-FFF2-40B4-BE49-F238E27FC236}">
                  <a16:creationId xmlns:a16="http://schemas.microsoft.com/office/drawing/2014/main" id="{E6E15EE0-C1D5-4CA6-B022-40595F8FA79F}"/>
                </a:ext>
              </a:extLst>
            </p:cNvPr>
            <p:cNvGrpSpPr/>
            <p:nvPr/>
          </p:nvGrpSpPr>
          <p:grpSpPr>
            <a:xfrm>
              <a:off x="4365341" y="4445636"/>
              <a:ext cx="662814" cy="641082"/>
              <a:chOff x="3209022" y="3422987"/>
              <a:chExt cx="662814" cy="641082"/>
            </a:xfrm>
          </p:grpSpPr>
          <p:pic>
            <p:nvPicPr>
              <p:cNvPr id="46" name="图形 45">
                <a:extLst>
                  <a:ext uri="{FF2B5EF4-FFF2-40B4-BE49-F238E27FC236}">
                    <a16:creationId xmlns:a16="http://schemas.microsoft.com/office/drawing/2014/main" id="{C8C4C2F7-68D1-41CA-A597-6AAB50358E43}"/>
                  </a:ext>
                </a:extLst>
              </p:cNvPr>
              <p:cNvPicPr>
                <a:picLocks noChangeAspect="1"/>
              </p:cNvPicPr>
              <p:nvPr/>
            </p:nvPicPr>
            <p:blipFill>
              <a:blip r:embed="rId3">
                <a:extLst>
                  <a:ext uri="{28A0092B-C50C-407E-A947-70E740481C1C}">
                    <a14:useLocalDpi xmlns:a14="http://schemas.microsoft.com/office/drawing/2010/main" val="0"/>
                  </a:ext>
                  <a:ext uri="{96DAC541-7B7A-43D3-8B79-37D633B846F1}">
                    <asvg:svgBlip xmlns:asvg="http://schemas.microsoft.com/office/drawing/2016/SVG/main" r:embed="rId4"/>
                  </a:ext>
                </a:extLst>
              </a:blip>
              <a:stretch>
                <a:fillRect/>
              </a:stretch>
            </p:blipFill>
            <p:spPr>
              <a:xfrm>
                <a:off x="3209022" y="3422987"/>
                <a:ext cx="662814" cy="641082"/>
              </a:xfrm>
              <a:prstGeom prst="rect">
                <a:avLst/>
              </a:prstGeom>
            </p:spPr>
          </p:pic>
          <p:sp>
            <p:nvSpPr>
              <p:cNvPr id="47" name="文本框 46">
                <a:extLst>
                  <a:ext uri="{FF2B5EF4-FFF2-40B4-BE49-F238E27FC236}">
                    <a16:creationId xmlns:a16="http://schemas.microsoft.com/office/drawing/2014/main" id="{658648CC-F992-4CC1-820A-6390807EB9AE}"/>
                  </a:ext>
                </a:extLst>
              </p:cNvPr>
              <p:cNvSpPr txBox="1"/>
              <p:nvPr/>
            </p:nvSpPr>
            <p:spPr>
              <a:xfrm>
                <a:off x="3490791" y="3451320"/>
                <a:ext cx="355235" cy="400110"/>
              </a:xfrm>
              <a:prstGeom prst="rect">
                <a:avLst/>
              </a:prstGeom>
              <a:noFill/>
            </p:spPr>
            <p:txBody>
              <a:bodyPr wrap="square" rtlCol="0">
                <a:spAutoFit/>
              </a:bodyPr>
              <a:lstStyle/>
              <a:p>
                <a:pPr algn="ctr"/>
                <a:r>
                  <a:rPr lang="en-US" altLang="zh-CN" sz="2000" b="1" dirty="0">
                    <a:solidFill>
                      <a:schemeClr val="bg1"/>
                    </a:solidFill>
                    <a:latin typeface="Arial Black" panose="020B0A04020102020204" pitchFamily="34" charset="0"/>
                    <a:ea typeface="+mj-ea"/>
                  </a:rPr>
                  <a:t>B</a:t>
                </a:r>
                <a:endParaRPr lang="zh-CN" altLang="en-US" sz="2000" b="1" dirty="0">
                  <a:solidFill>
                    <a:schemeClr val="bg1"/>
                  </a:solidFill>
                  <a:latin typeface="Arial Black" panose="020B0A04020102020204" pitchFamily="34" charset="0"/>
                  <a:ea typeface="+mj-ea"/>
                </a:endParaRPr>
              </a:p>
            </p:txBody>
          </p:sp>
        </p:grpSp>
        <p:grpSp>
          <p:nvGrpSpPr>
            <p:cNvPr id="37" name="组合 36">
              <a:extLst>
                <a:ext uri="{FF2B5EF4-FFF2-40B4-BE49-F238E27FC236}">
                  <a16:creationId xmlns:a16="http://schemas.microsoft.com/office/drawing/2014/main" id="{902C1D2E-FCC9-4698-83A9-FC2317BE61ED}"/>
                </a:ext>
              </a:extLst>
            </p:cNvPr>
            <p:cNvGrpSpPr/>
            <p:nvPr/>
          </p:nvGrpSpPr>
          <p:grpSpPr>
            <a:xfrm>
              <a:off x="6762008" y="4445636"/>
              <a:ext cx="662814" cy="641082"/>
              <a:chOff x="5605689" y="3422987"/>
              <a:chExt cx="662814" cy="641082"/>
            </a:xfrm>
          </p:grpSpPr>
          <p:pic>
            <p:nvPicPr>
              <p:cNvPr id="44" name="图形 43">
                <a:extLst>
                  <a:ext uri="{FF2B5EF4-FFF2-40B4-BE49-F238E27FC236}">
                    <a16:creationId xmlns:a16="http://schemas.microsoft.com/office/drawing/2014/main" id="{40F7F6D8-AE1D-4E43-836A-E987F0EAB4E5}"/>
                  </a:ext>
                </a:extLst>
              </p:cNvPr>
              <p:cNvPicPr>
                <a:picLocks noChangeAspect="1"/>
              </p:cNvPicPr>
              <p:nvPr/>
            </p:nvPicPr>
            <p:blipFill>
              <a:blip r:embed="rId3">
                <a:extLst>
                  <a:ext uri="{28A0092B-C50C-407E-A947-70E740481C1C}">
                    <a14:useLocalDpi xmlns:a14="http://schemas.microsoft.com/office/drawing/2010/main" val="0"/>
                  </a:ext>
                  <a:ext uri="{96DAC541-7B7A-43D3-8B79-37D633B846F1}">
                    <asvg:svgBlip xmlns:asvg="http://schemas.microsoft.com/office/drawing/2016/SVG/main" r:embed="rId4"/>
                  </a:ext>
                </a:extLst>
              </a:blip>
              <a:stretch>
                <a:fillRect/>
              </a:stretch>
            </p:blipFill>
            <p:spPr>
              <a:xfrm>
                <a:off x="5605689" y="3422987"/>
                <a:ext cx="662814" cy="641082"/>
              </a:xfrm>
              <a:prstGeom prst="rect">
                <a:avLst/>
              </a:prstGeom>
            </p:spPr>
          </p:pic>
          <p:sp>
            <p:nvSpPr>
              <p:cNvPr id="45" name="文本框 44">
                <a:extLst>
                  <a:ext uri="{FF2B5EF4-FFF2-40B4-BE49-F238E27FC236}">
                    <a16:creationId xmlns:a16="http://schemas.microsoft.com/office/drawing/2014/main" id="{6CB1768A-E878-4DEC-AD18-464A0F0DD547}"/>
                  </a:ext>
                </a:extLst>
              </p:cNvPr>
              <p:cNvSpPr txBox="1"/>
              <p:nvPr/>
            </p:nvSpPr>
            <p:spPr>
              <a:xfrm>
                <a:off x="5885506" y="3451320"/>
                <a:ext cx="355235" cy="400110"/>
              </a:xfrm>
              <a:prstGeom prst="rect">
                <a:avLst/>
              </a:prstGeom>
              <a:noFill/>
            </p:spPr>
            <p:txBody>
              <a:bodyPr wrap="square" rtlCol="0">
                <a:spAutoFit/>
              </a:bodyPr>
              <a:lstStyle/>
              <a:p>
                <a:pPr algn="ctr"/>
                <a:r>
                  <a:rPr lang="en-US" altLang="zh-CN" sz="2000" b="1" dirty="0">
                    <a:solidFill>
                      <a:schemeClr val="bg1"/>
                    </a:solidFill>
                    <a:latin typeface="Arial Black" panose="020B0A04020102020204" pitchFamily="34" charset="0"/>
                    <a:ea typeface="+mj-ea"/>
                  </a:rPr>
                  <a:t>C</a:t>
                </a:r>
                <a:endParaRPr lang="zh-CN" altLang="en-US" sz="2000" b="1" dirty="0">
                  <a:solidFill>
                    <a:schemeClr val="bg1"/>
                  </a:solidFill>
                  <a:latin typeface="Arial Black" panose="020B0A04020102020204" pitchFamily="34" charset="0"/>
                  <a:ea typeface="+mj-ea"/>
                </a:endParaRPr>
              </a:p>
            </p:txBody>
          </p:sp>
        </p:grpSp>
        <p:grpSp>
          <p:nvGrpSpPr>
            <p:cNvPr id="40" name="组合 39">
              <a:extLst>
                <a:ext uri="{FF2B5EF4-FFF2-40B4-BE49-F238E27FC236}">
                  <a16:creationId xmlns:a16="http://schemas.microsoft.com/office/drawing/2014/main" id="{6552C21E-1E72-4745-AC0E-DCC76E804F73}"/>
                </a:ext>
              </a:extLst>
            </p:cNvPr>
            <p:cNvGrpSpPr/>
            <p:nvPr/>
          </p:nvGrpSpPr>
          <p:grpSpPr>
            <a:xfrm>
              <a:off x="9158674" y="4445636"/>
              <a:ext cx="662814" cy="641082"/>
              <a:chOff x="8002355" y="3422987"/>
              <a:chExt cx="662814" cy="641082"/>
            </a:xfrm>
          </p:grpSpPr>
          <p:pic>
            <p:nvPicPr>
              <p:cNvPr id="42" name="图形 41">
                <a:extLst>
                  <a:ext uri="{FF2B5EF4-FFF2-40B4-BE49-F238E27FC236}">
                    <a16:creationId xmlns:a16="http://schemas.microsoft.com/office/drawing/2014/main" id="{6B11717D-FCEB-42D3-A119-E59AC28CD863}"/>
                  </a:ext>
                </a:extLst>
              </p:cNvPr>
              <p:cNvPicPr>
                <a:picLocks noChangeAspect="1"/>
              </p:cNvPicPr>
              <p:nvPr/>
            </p:nvPicPr>
            <p:blipFill>
              <a:blip r:embed="rId3">
                <a:extLst>
                  <a:ext uri="{28A0092B-C50C-407E-A947-70E740481C1C}">
                    <a14:useLocalDpi xmlns:a14="http://schemas.microsoft.com/office/drawing/2010/main" val="0"/>
                  </a:ext>
                  <a:ext uri="{96DAC541-7B7A-43D3-8B79-37D633B846F1}">
                    <asvg:svgBlip xmlns:asvg="http://schemas.microsoft.com/office/drawing/2016/SVG/main" r:embed="rId4"/>
                  </a:ext>
                </a:extLst>
              </a:blip>
              <a:stretch>
                <a:fillRect/>
              </a:stretch>
            </p:blipFill>
            <p:spPr>
              <a:xfrm>
                <a:off x="8002355" y="3422987"/>
                <a:ext cx="662814" cy="641082"/>
              </a:xfrm>
              <a:prstGeom prst="rect">
                <a:avLst/>
              </a:prstGeom>
            </p:spPr>
          </p:pic>
          <p:sp>
            <p:nvSpPr>
              <p:cNvPr id="43" name="文本框 42">
                <a:extLst>
                  <a:ext uri="{FF2B5EF4-FFF2-40B4-BE49-F238E27FC236}">
                    <a16:creationId xmlns:a16="http://schemas.microsoft.com/office/drawing/2014/main" id="{39CE4E63-0120-4586-A613-A2CF75236E92}"/>
                  </a:ext>
                </a:extLst>
              </p:cNvPr>
              <p:cNvSpPr txBox="1"/>
              <p:nvPr/>
            </p:nvSpPr>
            <p:spPr>
              <a:xfrm>
                <a:off x="8282675" y="3444742"/>
                <a:ext cx="355235" cy="400110"/>
              </a:xfrm>
              <a:prstGeom prst="rect">
                <a:avLst/>
              </a:prstGeom>
              <a:noFill/>
            </p:spPr>
            <p:txBody>
              <a:bodyPr wrap="square" rtlCol="0">
                <a:spAutoFit/>
              </a:bodyPr>
              <a:lstStyle/>
              <a:p>
                <a:pPr algn="ctr"/>
                <a:r>
                  <a:rPr lang="en-US" altLang="zh-CN" sz="2000" b="1" dirty="0">
                    <a:solidFill>
                      <a:schemeClr val="bg1"/>
                    </a:solidFill>
                    <a:latin typeface="Arial Black" panose="020B0A04020102020204" pitchFamily="34" charset="0"/>
                    <a:ea typeface="+mj-ea"/>
                  </a:rPr>
                  <a:t>D</a:t>
                </a:r>
                <a:endParaRPr lang="zh-CN" altLang="en-US" sz="2000" b="1" dirty="0">
                  <a:solidFill>
                    <a:schemeClr val="bg1"/>
                  </a:solidFill>
                  <a:latin typeface="Arial Black" panose="020B0A04020102020204" pitchFamily="34" charset="0"/>
                  <a:ea typeface="+mj-ea"/>
                </a:endParaRPr>
              </a:p>
            </p:txBody>
          </p:sp>
        </p:grpSp>
      </p:grpSp>
      <p:grpSp>
        <p:nvGrpSpPr>
          <p:cNvPr id="50" name="组合 49">
            <a:extLst>
              <a:ext uri="{FF2B5EF4-FFF2-40B4-BE49-F238E27FC236}">
                <a16:creationId xmlns:a16="http://schemas.microsoft.com/office/drawing/2014/main" id="{244989BE-2F10-4B97-B29E-AF9AC895A2BE}"/>
              </a:ext>
            </a:extLst>
          </p:cNvPr>
          <p:cNvGrpSpPr/>
          <p:nvPr/>
        </p:nvGrpSpPr>
        <p:grpSpPr>
          <a:xfrm>
            <a:off x="7094783" y="730441"/>
            <a:ext cx="2153414" cy="461665"/>
            <a:chOff x="7094783" y="730441"/>
            <a:chExt cx="2153414" cy="461665"/>
          </a:xfrm>
        </p:grpSpPr>
        <p:sp>
          <p:nvSpPr>
            <p:cNvPr id="51" name="矩形 50">
              <a:extLst>
                <a:ext uri="{FF2B5EF4-FFF2-40B4-BE49-F238E27FC236}">
                  <a16:creationId xmlns:a16="http://schemas.microsoft.com/office/drawing/2014/main" id="{EC3A55EB-7B87-4D65-9007-9411AFC72105}"/>
                </a:ext>
              </a:extLst>
            </p:cNvPr>
            <p:cNvSpPr/>
            <p:nvPr/>
          </p:nvSpPr>
          <p:spPr>
            <a:xfrm>
              <a:off x="7094783" y="757078"/>
              <a:ext cx="2153414" cy="400110"/>
            </a:xfrm>
            <a:prstGeom prst="rect">
              <a:avLst/>
            </a:prstGeom>
            <a:solidFill>
              <a:schemeClr val="accent3"/>
            </a:solidFill>
            <a:ln>
              <a:solidFill>
                <a:schemeClr val="accent3"/>
              </a:solidFill>
            </a:ln>
          </p:spPr>
          <p:style>
            <a:lnRef idx="2">
              <a:schemeClr val="accent3">
                <a:shade val="50000"/>
              </a:schemeClr>
            </a:lnRef>
            <a:fillRef idx="1">
              <a:schemeClr val="accent3"/>
            </a:fillRef>
            <a:effectRef idx="0">
              <a:schemeClr val="accent3"/>
            </a:effectRef>
            <a:fontRef idx="minor">
              <a:schemeClr val="lt1"/>
            </a:fontRef>
          </p:style>
          <p:txBody>
            <a:bodyPr rtlCol="0" anchor="ctr"/>
            <a:lstStyle/>
            <a:p>
              <a:pPr algn="ctr"/>
              <a:endParaRPr lang="zh-CN" altLang="en-US"/>
            </a:p>
          </p:txBody>
        </p:sp>
        <p:sp>
          <p:nvSpPr>
            <p:cNvPr id="52" name="文本框 51">
              <a:extLst>
                <a:ext uri="{FF2B5EF4-FFF2-40B4-BE49-F238E27FC236}">
                  <a16:creationId xmlns:a16="http://schemas.microsoft.com/office/drawing/2014/main" id="{E2D71344-F2FB-4854-8CBB-881E8033F2DF}"/>
                </a:ext>
              </a:extLst>
            </p:cNvPr>
            <p:cNvSpPr txBox="1"/>
            <p:nvPr/>
          </p:nvSpPr>
          <p:spPr>
            <a:xfrm>
              <a:off x="7236053" y="772467"/>
              <a:ext cx="1598556" cy="400110"/>
            </a:xfrm>
            <a:prstGeom prst="rect">
              <a:avLst/>
            </a:prstGeom>
            <a:noFill/>
          </p:spPr>
          <p:txBody>
            <a:bodyPr wrap="square" rtlCol="0">
              <a:spAutoFit/>
            </a:bodyPr>
            <a:lstStyle/>
            <a:p>
              <a:pPr algn="ctr"/>
              <a:r>
                <a:rPr lang="zh-CN" altLang="en-US" sz="2000" b="1" dirty="0">
                  <a:solidFill>
                    <a:schemeClr val="bg1"/>
                  </a:solidFill>
                </a:rPr>
                <a:t>载波监听</a:t>
              </a:r>
            </a:p>
          </p:txBody>
        </p:sp>
        <p:sp>
          <p:nvSpPr>
            <p:cNvPr id="53" name="文本框 52">
              <a:extLst>
                <a:ext uri="{FF2B5EF4-FFF2-40B4-BE49-F238E27FC236}">
                  <a16:creationId xmlns:a16="http://schemas.microsoft.com/office/drawing/2014/main" id="{5426DF4A-64CD-4031-95EC-CD65FF84A15F}"/>
                </a:ext>
              </a:extLst>
            </p:cNvPr>
            <p:cNvSpPr txBox="1"/>
            <p:nvPr/>
          </p:nvSpPr>
          <p:spPr>
            <a:xfrm>
              <a:off x="8481180" y="730441"/>
              <a:ext cx="383192" cy="461665"/>
            </a:xfrm>
            <a:prstGeom prst="rect">
              <a:avLst/>
            </a:prstGeom>
            <a:noFill/>
          </p:spPr>
          <p:txBody>
            <a:bodyPr wrap="square">
              <a:spAutoFit/>
            </a:bodyPr>
            <a:lstStyle/>
            <a:p>
              <a:r>
                <a:rPr lang="en-US" altLang="zh-CN" sz="2400" b="1" dirty="0">
                  <a:solidFill>
                    <a:schemeClr val="bg1"/>
                  </a:solidFill>
                  <a:latin typeface="Arial Narrow" panose="020B0606020202030204" pitchFamily="34" charset="0"/>
                </a:rPr>
                <a:t>C</a:t>
              </a:r>
              <a:endParaRPr lang="zh-CN" altLang="en-US" sz="2400" dirty="0">
                <a:solidFill>
                  <a:schemeClr val="bg1"/>
                </a:solidFill>
              </a:endParaRPr>
            </a:p>
          </p:txBody>
        </p:sp>
        <p:sp>
          <p:nvSpPr>
            <p:cNvPr id="61" name="文本框 60">
              <a:extLst>
                <a:ext uri="{FF2B5EF4-FFF2-40B4-BE49-F238E27FC236}">
                  <a16:creationId xmlns:a16="http://schemas.microsoft.com/office/drawing/2014/main" id="{39C3139B-ED07-4252-B4ED-76840D54C225}"/>
                </a:ext>
              </a:extLst>
            </p:cNvPr>
            <p:cNvSpPr txBox="1"/>
            <p:nvPr/>
          </p:nvSpPr>
          <p:spPr>
            <a:xfrm>
              <a:off x="8675232" y="730441"/>
              <a:ext cx="383192" cy="461665"/>
            </a:xfrm>
            <a:prstGeom prst="rect">
              <a:avLst/>
            </a:prstGeom>
            <a:noFill/>
          </p:spPr>
          <p:txBody>
            <a:bodyPr wrap="square">
              <a:spAutoFit/>
            </a:bodyPr>
            <a:lstStyle/>
            <a:p>
              <a:r>
                <a:rPr lang="en-US" altLang="zh-CN" sz="2400" b="1" dirty="0">
                  <a:solidFill>
                    <a:schemeClr val="bg1"/>
                  </a:solidFill>
                  <a:latin typeface="Arial Narrow" panose="020B0606020202030204" pitchFamily="34" charset="0"/>
                </a:rPr>
                <a:t>S</a:t>
              </a:r>
              <a:endParaRPr lang="zh-CN" altLang="en-US" sz="2400" dirty="0">
                <a:solidFill>
                  <a:schemeClr val="bg1"/>
                </a:solidFill>
              </a:endParaRPr>
            </a:p>
          </p:txBody>
        </p:sp>
      </p:grpSp>
    </p:spTree>
    <p:custDataLst>
      <p:tags r:id="rId1"/>
    </p:custDataLst>
    <p:extLst>
      <p:ext uri="{BB962C8B-B14F-4D97-AF65-F5344CB8AC3E}">
        <p14:creationId xmlns:p14="http://schemas.microsoft.com/office/powerpoint/2010/main" val="1511938828"/>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2" presetClass="entr" presetSubtype="8" fill="hold" nodeType="withEffect">
                                  <p:stCondLst>
                                    <p:cond delay="0"/>
                                  </p:stCondLst>
                                  <p:childTnLst>
                                    <p:set>
                                      <p:cBhvr>
                                        <p:cTn id="6" dur="1" fill="hold">
                                          <p:stCondLst>
                                            <p:cond delay="0"/>
                                          </p:stCondLst>
                                        </p:cTn>
                                        <p:tgtEl>
                                          <p:spTgt spid="50"/>
                                        </p:tgtEl>
                                        <p:attrNameLst>
                                          <p:attrName>style.visibility</p:attrName>
                                        </p:attrNameLst>
                                      </p:cBhvr>
                                      <p:to>
                                        <p:strVal val="visible"/>
                                      </p:to>
                                    </p:set>
                                    <p:animEffect transition="in" filter="wipe(left)">
                                      <p:cBhvr>
                                        <p:cTn id="7" dur="1000"/>
                                        <p:tgtEl>
                                          <p:spTgt spid="50"/>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30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4" name="文本框 63">
            <a:extLst>
              <a:ext uri="{FF2B5EF4-FFF2-40B4-BE49-F238E27FC236}">
                <a16:creationId xmlns:a16="http://schemas.microsoft.com/office/drawing/2014/main" id="{23F7B5CF-A4D6-48C5-AAE8-6D72EAB3BEF9}"/>
              </a:ext>
            </a:extLst>
          </p:cNvPr>
          <p:cNvSpPr txBox="1"/>
          <p:nvPr/>
        </p:nvSpPr>
        <p:spPr>
          <a:xfrm>
            <a:off x="6702498" y="3129631"/>
            <a:ext cx="2337352" cy="369332"/>
          </a:xfrm>
          <a:prstGeom prst="rect">
            <a:avLst/>
          </a:prstGeom>
          <a:noFill/>
        </p:spPr>
        <p:txBody>
          <a:bodyPr wrap="square" rtlCol="0">
            <a:spAutoFit/>
          </a:bodyPr>
          <a:lstStyle/>
          <a:p>
            <a:pPr algn="ctr"/>
            <a:r>
              <a:rPr lang="zh-CN" altLang="en-US" b="1" dirty="0"/>
              <a:t>总线空闲</a:t>
            </a:r>
            <a:r>
              <a:rPr lang="en-US" altLang="zh-CN" b="1" dirty="0"/>
              <a:t>96</a:t>
            </a:r>
            <a:r>
              <a:rPr lang="zh-CN" altLang="en-US" b="1" dirty="0"/>
              <a:t>比特时间</a:t>
            </a:r>
          </a:p>
        </p:txBody>
      </p:sp>
      <p:grpSp>
        <p:nvGrpSpPr>
          <p:cNvPr id="12" name="组合 11">
            <a:extLst>
              <a:ext uri="{FF2B5EF4-FFF2-40B4-BE49-F238E27FC236}">
                <a16:creationId xmlns:a16="http://schemas.microsoft.com/office/drawing/2014/main" id="{85068DFB-FF33-49FD-A466-A5F94C7DE30F}"/>
              </a:ext>
            </a:extLst>
          </p:cNvPr>
          <p:cNvGrpSpPr/>
          <p:nvPr/>
        </p:nvGrpSpPr>
        <p:grpSpPr>
          <a:xfrm>
            <a:off x="7376268" y="2126580"/>
            <a:ext cx="1214008" cy="700697"/>
            <a:chOff x="7264170" y="2492318"/>
            <a:chExt cx="1214008" cy="700697"/>
          </a:xfrm>
        </p:grpSpPr>
        <p:sp>
          <p:nvSpPr>
            <p:cNvPr id="62" name="iconfont-1141-850533">
              <a:extLst>
                <a:ext uri="{FF2B5EF4-FFF2-40B4-BE49-F238E27FC236}">
                  <a16:creationId xmlns:a16="http://schemas.microsoft.com/office/drawing/2014/main" id="{5BE0148F-320A-4421-BA8C-5CA812DA824B}"/>
                </a:ext>
              </a:extLst>
            </p:cNvPr>
            <p:cNvSpPr/>
            <p:nvPr/>
          </p:nvSpPr>
          <p:spPr>
            <a:xfrm>
              <a:off x="7518691" y="2518630"/>
              <a:ext cx="228556" cy="228556"/>
            </a:xfrm>
            <a:custGeom>
              <a:avLst/>
              <a:gdLst>
                <a:gd name="T0" fmla="*/ 10400 w 12800"/>
                <a:gd name="T1" fmla="*/ 10400 h 12800"/>
                <a:gd name="T2" fmla="*/ 10400 w 12800"/>
                <a:gd name="T3" fmla="*/ 10400 h 12800"/>
                <a:gd name="T4" fmla="*/ 10400 w 12800"/>
                <a:gd name="T5" fmla="*/ 2400 h 12800"/>
                <a:gd name="T6" fmla="*/ 9600 w 12800"/>
                <a:gd name="T7" fmla="*/ 1600 h 12800"/>
                <a:gd name="T8" fmla="*/ 8800 w 12800"/>
                <a:gd name="T9" fmla="*/ 2400 h 12800"/>
                <a:gd name="T10" fmla="*/ 8800 w 12800"/>
                <a:gd name="T11" fmla="*/ 10400 h 12800"/>
                <a:gd name="T12" fmla="*/ 8800 w 12800"/>
                <a:gd name="T13" fmla="*/ 10400 h 12800"/>
                <a:gd name="T14" fmla="*/ 6400 w 12800"/>
                <a:gd name="T15" fmla="*/ 12800 h 12800"/>
                <a:gd name="T16" fmla="*/ 4000 w 12800"/>
                <a:gd name="T17" fmla="*/ 10400 h 12800"/>
                <a:gd name="T18" fmla="*/ 4000 w 12800"/>
                <a:gd name="T19" fmla="*/ 2400 h 12800"/>
                <a:gd name="T20" fmla="*/ 3200 w 12800"/>
                <a:gd name="T21" fmla="*/ 1600 h 12800"/>
                <a:gd name="T22" fmla="*/ 2400 w 12800"/>
                <a:gd name="T23" fmla="*/ 2400 h 12800"/>
                <a:gd name="T24" fmla="*/ 2400 w 12800"/>
                <a:gd name="T25" fmla="*/ 10400 h 12800"/>
                <a:gd name="T26" fmla="*/ 2400 w 12800"/>
                <a:gd name="T27" fmla="*/ 10400 h 12800"/>
                <a:gd name="T28" fmla="*/ 0 w 12800"/>
                <a:gd name="T29" fmla="*/ 12800 h 12800"/>
                <a:gd name="T30" fmla="*/ 0 w 12800"/>
                <a:gd name="T31" fmla="*/ 11200 h 12800"/>
                <a:gd name="T32" fmla="*/ 800 w 12800"/>
                <a:gd name="T33" fmla="*/ 10400 h 12800"/>
                <a:gd name="T34" fmla="*/ 800 w 12800"/>
                <a:gd name="T35" fmla="*/ 10400 h 12800"/>
                <a:gd name="T36" fmla="*/ 800 w 12800"/>
                <a:gd name="T37" fmla="*/ 2400 h 12800"/>
                <a:gd name="T38" fmla="*/ 3200 w 12800"/>
                <a:gd name="T39" fmla="*/ 0 h 12800"/>
                <a:gd name="T40" fmla="*/ 5600 w 12800"/>
                <a:gd name="T41" fmla="*/ 2400 h 12800"/>
                <a:gd name="T42" fmla="*/ 5600 w 12800"/>
                <a:gd name="T43" fmla="*/ 10400 h 12800"/>
                <a:gd name="T44" fmla="*/ 6400 w 12800"/>
                <a:gd name="T45" fmla="*/ 11200 h 12800"/>
                <a:gd name="T46" fmla="*/ 7200 w 12800"/>
                <a:gd name="T47" fmla="*/ 10400 h 12800"/>
                <a:gd name="T48" fmla="*/ 7200 w 12800"/>
                <a:gd name="T49" fmla="*/ 2400 h 12800"/>
                <a:gd name="T50" fmla="*/ 7200 w 12800"/>
                <a:gd name="T51" fmla="*/ 2400 h 12800"/>
                <a:gd name="T52" fmla="*/ 9600 w 12800"/>
                <a:gd name="T53" fmla="*/ 0 h 12800"/>
                <a:gd name="T54" fmla="*/ 12000 w 12800"/>
                <a:gd name="T55" fmla="*/ 2400 h 12800"/>
                <a:gd name="T56" fmla="*/ 12000 w 12800"/>
                <a:gd name="T57" fmla="*/ 10400 h 12800"/>
                <a:gd name="T58" fmla="*/ 12800 w 12800"/>
                <a:gd name="T59" fmla="*/ 11200 h 12800"/>
                <a:gd name="T60" fmla="*/ 12800 w 12800"/>
                <a:gd name="T61" fmla="*/ 12800 h 12800"/>
                <a:gd name="T62" fmla="*/ 10400 w 12800"/>
                <a:gd name="T63" fmla="*/ 10400 h 128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12800" h="12800">
                  <a:moveTo>
                    <a:pt x="10400" y="10400"/>
                  </a:moveTo>
                  <a:lnTo>
                    <a:pt x="10400" y="10400"/>
                  </a:lnTo>
                  <a:lnTo>
                    <a:pt x="10400" y="2400"/>
                  </a:lnTo>
                  <a:cubicBezTo>
                    <a:pt x="10400" y="1958"/>
                    <a:pt x="10042" y="1600"/>
                    <a:pt x="9600" y="1600"/>
                  </a:cubicBezTo>
                  <a:cubicBezTo>
                    <a:pt x="9158" y="1600"/>
                    <a:pt x="8800" y="1958"/>
                    <a:pt x="8800" y="2400"/>
                  </a:cubicBezTo>
                  <a:lnTo>
                    <a:pt x="8800" y="10400"/>
                  </a:lnTo>
                  <a:lnTo>
                    <a:pt x="8800" y="10400"/>
                  </a:lnTo>
                  <a:cubicBezTo>
                    <a:pt x="8800" y="11725"/>
                    <a:pt x="7726" y="12800"/>
                    <a:pt x="6400" y="12800"/>
                  </a:cubicBezTo>
                  <a:cubicBezTo>
                    <a:pt x="5074" y="12800"/>
                    <a:pt x="4000" y="11725"/>
                    <a:pt x="4000" y="10400"/>
                  </a:cubicBezTo>
                  <a:lnTo>
                    <a:pt x="4000" y="2400"/>
                  </a:lnTo>
                  <a:cubicBezTo>
                    <a:pt x="4000" y="1958"/>
                    <a:pt x="3642" y="1600"/>
                    <a:pt x="3200" y="1600"/>
                  </a:cubicBezTo>
                  <a:cubicBezTo>
                    <a:pt x="2758" y="1600"/>
                    <a:pt x="2400" y="1958"/>
                    <a:pt x="2400" y="2400"/>
                  </a:cubicBezTo>
                  <a:lnTo>
                    <a:pt x="2400" y="10400"/>
                  </a:lnTo>
                  <a:lnTo>
                    <a:pt x="2400" y="10400"/>
                  </a:lnTo>
                  <a:cubicBezTo>
                    <a:pt x="2400" y="11725"/>
                    <a:pt x="1326" y="12800"/>
                    <a:pt x="0" y="12800"/>
                  </a:cubicBezTo>
                  <a:lnTo>
                    <a:pt x="0" y="11200"/>
                  </a:lnTo>
                  <a:cubicBezTo>
                    <a:pt x="442" y="11200"/>
                    <a:pt x="800" y="10842"/>
                    <a:pt x="800" y="10400"/>
                  </a:cubicBezTo>
                  <a:lnTo>
                    <a:pt x="800" y="10400"/>
                  </a:lnTo>
                  <a:lnTo>
                    <a:pt x="800" y="2400"/>
                  </a:lnTo>
                  <a:cubicBezTo>
                    <a:pt x="800" y="1074"/>
                    <a:pt x="1874" y="0"/>
                    <a:pt x="3200" y="0"/>
                  </a:cubicBezTo>
                  <a:cubicBezTo>
                    <a:pt x="4526" y="0"/>
                    <a:pt x="5600" y="1074"/>
                    <a:pt x="5600" y="2400"/>
                  </a:cubicBezTo>
                  <a:lnTo>
                    <a:pt x="5600" y="10400"/>
                  </a:lnTo>
                  <a:cubicBezTo>
                    <a:pt x="5600" y="10842"/>
                    <a:pt x="5958" y="11200"/>
                    <a:pt x="6400" y="11200"/>
                  </a:cubicBezTo>
                  <a:cubicBezTo>
                    <a:pt x="6842" y="11200"/>
                    <a:pt x="7200" y="10842"/>
                    <a:pt x="7200" y="10400"/>
                  </a:cubicBezTo>
                  <a:lnTo>
                    <a:pt x="7200" y="2400"/>
                  </a:lnTo>
                  <a:lnTo>
                    <a:pt x="7200" y="2400"/>
                  </a:lnTo>
                  <a:cubicBezTo>
                    <a:pt x="7200" y="1074"/>
                    <a:pt x="8274" y="0"/>
                    <a:pt x="9600" y="0"/>
                  </a:cubicBezTo>
                  <a:cubicBezTo>
                    <a:pt x="10926" y="0"/>
                    <a:pt x="12000" y="1074"/>
                    <a:pt x="12000" y="2400"/>
                  </a:cubicBezTo>
                  <a:lnTo>
                    <a:pt x="12000" y="10400"/>
                  </a:lnTo>
                  <a:cubicBezTo>
                    <a:pt x="12000" y="10842"/>
                    <a:pt x="12358" y="11200"/>
                    <a:pt x="12800" y="11200"/>
                  </a:cubicBezTo>
                  <a:lnTo>
                    <a:pt x="12800" y="12800"/>
                  </a:lnTo>
                  <a:cubicBezTo>
                    <a:pt x="11474" y="12800"/>
                    <a:pt x="10400" y="11725"/>
                    <a:pt x="10400" y="10400"/>
                  </a:cubicBezTo>
                  <a:close/>
                </a:path>
              </a:pathLst>
            </a:custGeom>
            <a:solidFill>
              <a:schemeClr val="tx1"/>
            </a:solidFill>
            <a:ln>
              <a:solidFill>
                <a:schemeClr val="accent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63" name="iconfont-11673-5560710">
              <a:extLst>
                <a:ext uri="{FF2B5EF4-FFF2-40B4-BE49-F238E27FC236}">
                  <a16:creationId xmlns:a16="http://schemas.microsoft.com/office/drawing/2014/main" id="{954A2063-ABF8-4F05-86E9-E299867C237A}"/>
                </a:ext>
              </a:extLst>
            </p:cNvPr>
            <p:cNvSpPr/>
            <p:nvPr/>
          </p:nvSpPr>
          <p:spPr>
            <a:xfrm>
              <a:off x="7780728" y="2492318"/>
              <a:ext cx="377363" cy="377363"/>
            </a:xfrm>
            <a:custGeom>
              <a:avLst/>
              <a:gdLst>
                <a:gd name="connsiteX0" fmla="*/ 409852 w 609586"/>
                <a:gd name="connsiteY0" fmla="*/ 390766 h 609586"/>
                <a:gd name="connsiteX1" fmla="*/ 396374 w 609586"/>
                <a:gd name="connsiteY1" fmla="*/ 396374 h 609586"/>
                <a:gd name="connsiteX2" fmla="*/ 396374 w 609586"/>
                <a:gd name="connsiteY2" fmla="*/ 423329 h 609586"/>
                <a:gd name="connsiteX3" fmla="*/ 558009 w 609586"/>
                <a:gd name="connsiteY3" fmla="*/ 584964 h 609586"/>
                <a:gd name="connsiteX4" fmla="*/ 584964 w 609586"/>
                <a:gd name="connsiteY4" fmla="*/ 584964 h 609586"/>
                <a:gd name="connsiteX5" fmla="*/ 590536 w 609586"/>
                <a:gd name="connsiteY5" fmla="*/ 571487 h 609586"/>
                <a:gd name="connsiteX6" fmla="*/ 584964 w 609586"/>
                <a:gd name="connsiteY6" fmla="*/ 558009 h 609586"/>
                <a:gd name="connsiteX7" fmla="*/ 423329 w 609586"/>
                <a:gd name="connsiteY7" fmla="*/ 396374 h 609586"/>
                <a:gd name="connsiteX8" fmla="*/ 409852 w 609586"/>
                <a:gd name="connsiteY8" fmla="*/ 390766 h 609586"/>
                <a:gd name="connsiteX9" fmla="*/ 199987 w 609586"/>
                <a:gd name="connsiteY9" fmla="*/ 76185 h 609586"/>
                <a:gd name="connsiteX10" fmla="*/ 76185 w 609586"/>
                <a:gd name="connsiteY10" fmla="*/ 199988 h 609586"/>
                <a:gd name="connsiteX11" fmla="*/ 199987 w 609586"/>
                <a:gd name="connsiteY11" fmla="*/ 323790 h 609586"/>
                <a:gd name="connsiteX12" fmla="*/ 323790 w 609586"/>
                <a:gd name="connsiteY12" fmla="*/ 199988 h 609586"/>
                <a:gd name="connsiteX13" fmla="*/ 199987 w 609586"/>
                <a:gd name="connsiteY13" fmla="*/ 76185 h 609586"/>
                <a:gd name="connsiteX14" fmla="*/ 199987 w 609586"/>
                <a:gd name="connsiteY14" fmla="*/ 57139 h 609586"/>
                <a:gd name="connsiteX15" fmla="*/ 342836 w 609586"/>
                <a:gd name="connsiteY15" fmla="*/ 199988 h 609586"/>
                <a:gd name="connsiteX16" fmla="*/ 199987 w 609586"/>
                <a:gd name="connsiteY16" fmla="*/ 342836 h 609586"/>
                <a:gd name="connsiteX17" fmla="*/ 57139 w 609586"/>
                <a:gd name="connsiteY17" fmla="*/ 199988 h 609586"/>
                <a:gd name="connsiteX18" fmla="*/ 199987 w 609586"/>
                <a:gd name="connsiteY18" fmla="*/ 57139 h 609586"/>
                <a:gd name="connsiteX19" fmla="*/ 200020 w 609586"/>
                <a:gd name="connsiteY19" fmla="*/ 19050 h 609586"/>
                <a:gd name="connsiteX20" fmla="*/ 19050 w 609586"/>
                <a:gd name="connsiteY20" fmla="*/ 200020 h 609586"/>
                <a:gd name="connsiteX21" fmla="*/ 200020 w 609586"/>
                <a:gd name="connsiteY21" fmla="*/ 380991 h 609586"/>
                <a:gd name="connsiteX22" fmla="*/ 380991 w 609586"/>
                <a:gd name="connsiteY22" fmla="*/ 200020 h 609586"/>
                <a:gd name="connsiteX23" fmla="*/ 200020 w 609586"/>
                <a:gd name="connsiteY23" fmla="*/ 19050 h 609586"/>
                <a:gd name="connsiteX24" fmla="*/ 200020 w 609586"/>
                <a:gd name="connsiteY24" fmla="*/ 0 h 609586"/>
                <a:gd name="connsiteX25" fmla="*/ 400041 w 609586"/>
                <a:gd name="connsiteY25" fmla="*/ 200020 h 609586"/>
                <a:gd name="connsiteX26" fmla="*/ 347464 w 609586"/>
                <a:gd name="connsiteY26" fmla="*/ 334701 h 609586"/>
                <a:gd name="connsiteX27" fmla="*/ 349655 w 609586"/>
                <a:gd name="connsiteY27" fmla="*/ 336177 h 609586"/>
                <a:gd name="connsiteX28" fmla="*/ 390707 w 609586"/>
                <a:gd name="connsiteY28" fmla="*/ 377229 h 609586"/>
                <a:gd name="connsiteX29" fmla="*/ 436806 w 609586"/>
                <a:gd name="connsiteY29" fmla="*/ 382896 h 609586"/>
                <a:gd name="connsiteX30" fmla="*/ 598442 w 609586"/>
                <a:gd name="connsiteY30" fmla="*/ 544532 h 609586"/>
                <a:gd name="connsiteX31" fmla="*/ 609586 w 609586"/>
                <a:gd name="connsiteY31" fmla="*/ 571487 h 609586"/>
                <a:gd name="connsiteX32" fmla="*/ 598442 w 609586"/>
                <a:gd name="connsiteY32" fmla="*/ 598442 h 609586"/>
                <a:gd name="connsiteX33" fmla="*/ 571487 w 609586"/>
                <a:gd name="connsiteY33" fmla="*/ 609586 h 609586"/>
                <a:gd name="connsiteX34" fmla="*/ 544579 w 609586"/>
                <a:gd name="connsiteY34" fmla="*/ 598442 h 609586"/>
                <a:gd name="connsiteX35" fmla="*/ 382944 w 609586"/>
                <a:gd name="connsiteY35" fmla="*/ 436806 h 609586"/>
                <a:gd name="connsiteX36" fmla="*/ 377134 w 609586"/>
                <a:gd name="connsiteY36" fmla="*/ 390611 h 609586"/>
                <a:gd name="connsiteX37" fmla="*/ 336177 w 609586"/>
                <a:gd name="connsiteY37" fmla="*/ 349655 h 609586"/>
                <a:gd name="connsiteX38" fmla="*/ 334701 w 609586"/>
                <a:gd name="connsiteY38" fmla="*/ 347464 h 609586"/>
                <a:gd name="connsiteX39" fmla="*/ 200020 w 609586"/>
                <a:gd name="connsiteY39" fmla="*/ 400041 h 609586"/>
                <a:gd name="connsiteX40" fmla="*/ 0 w 609586"/>
                <a:gd name="connsiteY40" fmla="*/ 200020 h 609586"/>
                <a:gd name="connsiteX41" fmla="*/ 200020 w 609586"/>
                <a:gd name="connsiteY41" fmla="*/ 0 h 60958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Lst>
              <a:rect l="l" t="t" r="r" b="b"/>
              <a:pathLst>
                <a:path w="609586" h="609586">
                  <a:moveTo>
                    <a:pt x="409852" y="390766"/>
                  </a:moveTo>
                  <a:cubicBezTo>
                    <a:pt x="404970" y="390766"/>
                    <a:pt x="400089" y="392635"/>
                    <a:pt x="396374" y="396374"/>
                  </a:cubicBezTo>
                  <a:cubicBezTo>
                    <a:pt x="388897" y="403803"/>
                    <a:pt x="388897" y="415900"/>
                    <a:pt x="396374" y="423329"/>
                  </a:cubicBezTo>
                  <a:lnTo>
                    <a:pt x="558009" y="584964"/>
                  </a:lnTo>
                  <a:cubicBezTo>
                    <a:pt x="565581" y="592156"/>
                    <a:pt x="577392" y="592156"/>
                    <a:pt x="584964" y="584964"/>
                  </a:cubicBezTo>
                  <a:cubicBezTo>
                    <a:pt x="588536" y="581345"/>
                    <a:pt x="590536" y="576583"/>
                    <a:pt x="590536" y="571487"/>
                  </a:cubicBezTo>
                  <a:cubicBezTo>
                    <a:pt x="590536" y="566391"/>
                    <a:pt x="588536" y="561629"/>
                    <a:pt x="584964" y="558009"/>
                  </a:cubicBezTo>
                  <a:lnTo>
                    <a:pt x="423329" y="396374"/>
                  </a:lnTo>
                  <a:cubicBezTo>
                    <a:pt x="419614" y="392635"/>
                    <a:pt x="414733" y="390766"/>
                    <a:pt x="409852" y="390766"/>
                  </a:cubicBezTo>
                  <a:close/>
                  <a:moveTo>
                    <a:pt x="199987" y="76185"/>
                  </a:moveTo>
                  <a:cubicBezTo>
                    <a:pt x="131706" y="76185"/>
                    <a:pt x="76185" y="131706"/>
                    <a:pt x="76185" y="199988"/>
                  </a:cubicBezTo>
                  <a:cubicBezTo>
                    <a:pt x="76185" y="268269"/>
                    <a:pt x="131706" y="323790"/>
                    <a:pt x="199987" y="323790"/>
                  </a:cubicBezTo>
                  <a:cubicBezTo>
                    <a:pt x="268269" y="323790"/>
                    <a:pt x="323790" y="268269"/>
                    <a:pt x="323790" y="199988"/>
                  </a:cubicBezTo>
                  <a:cubicBezTo>
                    <a:pt x="323790" y="131706"/>
                    <a:pt x="268269" y="76185"/>
                    <a:pt x="199987" y="76185"/>
                  </a:cubicBezTo>
                  <a:close/>
                  <a:moveTo>
                    <a:pt x="199987" y="57139"/>
                  </a:moveTo>
                  <a:cubicBezTo>
                    <a:pt x="278745" y="57139"/>
                    <a:pt x="342836" y="121230"/>
                    <a:pt x="342836" y="199988"/>
                  </a:cubicBezTo>
                  <a:cubicBezTo>
                    <a:pt x="342836" y="278745"/>
                    <a:pt x="278745" y="342836"/>
                    <a:pt x="199987" y="342836"/>
                  </a:cubicBezTo>
                  <a:cubicBezTo>
                    <a:pt x="121230" y="342836"/>
                    <a:pt x="57139" y="278745"/>
                    <a:pt x="57139" y="199988"/>
                  </a:cubicBezTo>
                  <a:cubicBezTo>
                    <a:pt x="57139" y="121230"/>
                    <a:pt x="121230" y="57139"/>
                    <a:pt x="199987" y="57139"/>
                  </a:cubicBezTo>
                  <a:close/>
                  <a:moveTo>
                    <a:pt x="200020" y="19050"/>
                  </a:moveTo>
                  <a:cubicBezTo>
                    <a:pt x="100248" y="19050"/>
                    <a:pt x="19050" y="100248"/>
                    <a:pt x="19050" y="200020"/>
                  </a:cubicBezTo>
                  <a:cubicBezTo>
                    <a:pt x="19050" y="299793"/>
                    <a:pt x="100248" y="380991"/>
                    <a:pt x="200020" y="380991"/>
                  </a:cubicBezTo>
                  <a:cubicBezTo>
                    <a:pt x="299793" y="380991"/>
                    <a:pt x="380991" y="299793"/>
                    <a:pt x="380991" y="200020"/>
                  </a:cubicBezTo>
                  <a:cubicBezTo>
                    <a:pt x="380991" y="100248"/>
                    <a:pt x="299793" y="19050"/>
                    <a:pt x="200020" y="19050"/>
                  </a:cubicBezTo>
                  <a:close/>
                  <a:moveTo>
                    <a:pt x="200020" y="0"/>
                  </a:moveTo>
                  <a:cubicBezTo>
                    <a:pt x="310317" y="0"/>
                    <a:pt x="400041" y="89723"/>
                    <a:pt x="400041" y="200020"/>
                  </a:cubicBezTo>
                  <a:cubicBezTo>
                    <a:pt x="400041" y="249930"/>
                    <a:pt x="381277" y="297983"/>
                    <a:pt x="347464" y="334701"/>
                  </a:cubicBezTo>
                  <a:cubicBezTo>
                    <a:pt x="348226" y="335129"/>
                    <a:pt x="348988" y="335510"/>
                    <a:pt x="349655" y="336177"/>
                  </a:cubicBezTo>
                  <a:lnTo>
                    <a:pt x="390707" y="377229"/>
                  </a:lnTo>
                  <a:cubicBezTo>
                    <a:pt x="405184" y="369038"/>
                    <a:pt x="424710" y="370847"/>
                    <a:pt x="436806" y="382896"/>
                  </a:cubicBezTo>
                  <a:lnTo>
                    <a:pt x="598442" y="544532"/>
                  </a:lnTo>
                  <a:cubicBezTo>
                    <a:pt x="605633" y="551771"/>
                    <a:pt x="609586" y="561295"/>
                    <a:pt x="609586" y="571487"/>
                  </a:cubicBezTo>
                  <a:cubicBezTo>
                    <a:pt x="609586" y="581678"/>
                    <a:pt x="605633" y="591203"/>
                    <a:pt x="598442" y="598442"/>
                  </a:cubicBezTo>
                  <a:cubicBezTo>
                    <a:pt x="591203" y="605633"/>
                    <a:pt x="581678" y="609586"/>
                    <a:pt x="571487" y="609586"/>
                  </a:cubicBezTo>
                  <a:cubicBezTo>
                    <a:pt x="561295" y="609586"/>
                    <a:pt x="551771" y="605633"/>
                    <a:pt x="544579" y="598442"/>
                  </a:cubicBezTo>
                  <a:lnTo>
                    <a:pt x="382944" y="436806"/>
                  </a:lnTo>
                  <a:cubicBezTo>
                    <a:pt x="370562" y="424615"/>
                    <a:pt x="368180" y="405518"/>
                    <a:pt x="377134" y="390611"/>
                  </a:cubicBezTo>
                  <a:lnTo>
                    <a:pt x="336177" y="349655"/>
                  </a:lnTo>
                  <a:cubicBezTo>
                    <a:pt x="335510" y="348988"/>
                    <a:pt x="335129" y="348226"/>
                    <a:pt x="334701" y="347464"/>
                  </a:cubicBezTo>
                  <a:cubicBezTo>
                    <a:pt x="299126" y="379991"/>
                    <a:pt x="251930" y="400041"/>
                    <a:pt x="200020" y="400041"/>
                  </a:cubicBezTo>
                  <a:cubicBezTo>
                    <a:pt x="89723" y="400041"/>
                    <a:pt x="0" y="310317"/>
                    <a:pt x="0" y="200020"/>
                  </a:cubicBezTo>
                  <a:cubicBezTo>
                    <a:pt x="0" y="89723"/>
                    <a:pt x="89723" y="0"/>
                    <a:pt x="200020" y="0"/>
                  </a:cubicBezTo>
                  <a:close/>
                </a:path>
              </a:pathLst>
            </a:cu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1" name="文本框 10">
              <a:extLst>
                <a:ext uri="{FF2B5EF4-FFF2-40B4-BE49-F238E27FC236}">
                  <a16:creationId xmlns:a16="http://schemas.microsoft.com/office/drawing/2014/main" id="{391C8416-8EF3-4D35-A972-EB74E75E9E19}"/>
                </a:ext>
              </a:extLst>
            </p:cNvPr>
            <p:cNvSpPr txBox="1"/>
            <p:nvPr/>
          </p:nvSpPr>
          <p:spPr>
            <a:xfrm>
              <a:off x="7264170" y="2823683"/>
              <a:ext cx="1214008" cy="369332"/>
            </a:xfrm>
            <a:prstGeom prst="rect">
              <a:avLst/>
            </a:prstGeom>
            <a:noFill/>
          </p:spPr>
          <p:txBody>
            <a:bodyPr wrap="square" rtlCol="0">
              <a:spAutoFit/>
            </a:bodyPr>
            <a:lstStyle/>
            <a:p>
              <a:r>
                <a:rPr lang="zh-CN" altLang="en-US" b="1" dirty="0"/>
                <a:t>载波监听</a:t>
              </a:r>
            </a:p>
          </p:txBody>
        </p:sp>
      </p:grpSp>
      <p:grpSp>
        <p:nvGrpSpPr>
          <p:cNvPr id="4" name="组合 3">
            <a:extLst>
              <a:ext uri="{FF2B5EF4-FFF2-40B4-BE49-F238E27FC236}">
                <a16:creationId xmlns:a16="http://schemas.microsoft.com/office/drawing/2014/main" id="{9A1EA9F2-FCB6-48C3-935F-7AE7E3AD14AC}"/>
              </a:ext>
            </a:extLst>
          </p:cNvPr>
          <p:cNvGrpSpPr/>
          <p:nvPr/>
        </p:nvGrpSpPr>
        <p:grpSpPr>
          <a:xfrm>
            <a:off x="304800" y="749300"/>
            <a:ext cx="6192344" cy="400110"/>
            <a:chOff x="424117" y="898245"/>
            <a:chExt cx="6192344" cy="400110"/>
          </a:xfrm>
        </p:grpSpPr>
        <p:sp>
          <p:nvSpPr>
            <p:cNvPr id="2" name="平行四边形 1">
              <a:extLst>
                <a:ext uri="{FF2B5EF4-FFF2-40B4-BE49-F238E27FC236}">
                  <a16:creationId xmlns:a16="http://schemas.microsoft.com/office/drawing/2014/main" id="{1F5BAA3F-9845-4F89-A2DD-8222D3E4EDAC}"/>
                </a:ext>
              </a:extLst>
            </p:cNvPr>
            <p:cNvSpPr/>
            <p:nvPr/>
          </p:nvSpPr>
          <p:spPr>
            <a:xfrm>
              <a:off x="424117" y="898245"/>
              <a:ext cx="628306" cy="387090"/>
            </a:xfrm>
            <a:prstGeom prst="parallelogram">
              <a:avLst/>
            </a:prstGeom>
            <a:solidFill>
              <a:schemeClr val="accent3">
                <a:lumMod val="75000"/>
              </a:schemeClr>
            </a:solidFill>
            <a:ln>
              <a:solidFill>
                <a:schemeClr val="accent3">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CN" sz="2200" dirty="0">
                  <a:latin typeface="Impact" panose="020B0806030902050204" pitchFamily="34" charset="0"/>
                </a:rPr>
                <a:t>01</a:t>
              </a:r>
              <a:endParaRPr lang="zh-CN" altLang="en-US" sz="2200" dirty="0">
                <a:latin typeface="Impact" panose="020B0806030902050204" pitchFamily="34" charset="0"/>
              </a:endParaRPr>
            </a:p>
          </p:txBody>
        </p:sp>
        <p:sp>
          <p:nvSpPr>
            <p:cNvPr id="3" name="文本框 2">
              <a:extLst>
                <a:ext uri="{FF2B5EF4-FFF2-40B4-BE49-F238E27FC236}">
                  <a16:creationId xmlns:a16="http://schemas.microsoft.com/office/drawing/2014/main" id="{4D6BD736-A4D3-4F26-AFED-36E11F50F70B}"/>
                </a:ext>
              </a:extLst>
            </p:cNvPr>
            <p:cNvSpPr txBox="1"/>
            <p:nvPr/>
          </p:nvSpPr>
          <p:spPr>
            <a:xfrm>
              <a:off x="1052423" y="898245"/>
              <a:ext cx="5564038" cy="400110"/>
            </a:xfrm>
            <a:prstGeom prst="rect">
              <a:avLst/>
            </a:prstGeom>
            <a:noFill/>
          </p:spPr>
          <p:txBody>
            <a:bodyPr wrap="square" rtlCol="0">
              <a:spAutoFit/>
            </a:bodyPr>
            <a:lstStyle/>
            <a:p>
              <a:r>
                <a:rPr lang="en-US" altLang="zh-CN" sz="2000" b="1" dirty="0"/>
                <a:t>CSMA/CD</a:t>
              </a:r>
              <a:r>
                <a:rPr lang="zh-CN" altLang="en-US" sz="2000" b="1" dirty="0"/>
                <a:t>协议的基本原理</a:t>
              </a:r>
              <a:endParaRPr lang="en-US" altLang="zh-CN" sz="2000" b="1" dirty="0"/>
            </a:p>
          </p:txBody>
        </p:sp>
      </p:grpSp>
      <p:grpSp>
        <p:nvGrpSpPr>
          <p:cNvPr id="5" name="组合 4">
            <a:extLst>
              <a:ext uri="{FF2B5EF4-FFF2-40B4-BE49-F238E27FC236}">
                <a16:creationId xmlns:a16="http://schemas.microsoft.com/office/drawing/2014/main" id="{C01E6C52-422B-4C95-B19D-1CED5810DA03}"/>
              </a:ext>
            </a:extLst>
          </p:cNvPr>
          <p:cNvGrpSpPr/>
          <p:nvPr/>
        </p:nvGrpSpPr>
        <p:grpSpPr>
          <a:xfrm>
            <a:off x="4462359" y="730007"/>
            <a:ext cx="2153414" cy="461665"/>
            <a:chOff x="4462359" y="730007"/>
            <a:chExt cx="2153414" cy="461665"/>
          </a:xfrm>
        </p:grpSpPr>
        <p:sp>
          <p:nvSpPr>
            <p:cNvPr id="6" name="矩形 5">
              <a:extLst>
                <a:ext uri="{FF2B5EF4-FFF2-40B4-BE49-F238E27FC236}">
                  <a16:creationId xmlns:a16="http://schemas.microsoft.com/office/drawing/2014/main" id="{BC2570DD-396E-4D25-AF51-7823C90107CF}"/>
                </a:ext>
              </a:extLst>
            </p:cNvPr>
            <p:cNvSpPr/>
            <p:nvPr/>
          </p:nvSpPr>
          <p:spPr>
            <a:xfrm>
              <a:off x="4462359" y="757078"/>
              <a:ext cx="2153414" cy="400110"/>
            </a:xfrm>
            <a:prstGeom prst="rect">
              <a:avLst/>
            </a:prstGeom>
            <a:solidFill>
              <a:schemeClr val="bg2">
                <a:lumMod val="90000"/>
              </a:schemeClr>
            </a:solidFill>
            <a:ln>
              <a:solidFill>
                <a:schemeClr val="bg2">
                  <a:lumMod val="90000"/>
                </a:schemeClr>
              </a:solidFill>
            </a:ln>
          </p:spPr>
          <p:style>
            <a:lnRef idx="2">
              <a:schemeClr val="accent4">
                <a:shade val="50000"/>
              </a:schemeClr>
            </a:lnRef>
            <a:fillRef idx="1">
              <a:schemeClr val="accent4"/>
            </a:fillRef>
            <a:effectRef idx="0">
              <a:schemeClr val="accent4"/>
            </a:effectRef>
            <a:fontRef idx="minor">
              <a:schemeClr val="lt1"/>
            </a:fontRef>
          </p:style>
          <p:txBody>
            <a:bodyPr rtlCol="0" anchor="ctr"/>
            <a:lstStyle/>
            <a:p>
              <a:pPr algn="ctr"/>
              <a:endParaRPr lang="zh-CN" altLang="en-US" b="1" dirty="0"/>
            </a:p>
          </p:txBody>
        </p:sp>
        <p:sp>
          <p:nvSpPr>
            <p:cNvPr id="8" name="文本框 7">
              <a:extLst>
                <a:ext uri="{FF2B5EF4-FFF2-40B4-BE49-F238E27FC236}">
                  <a16:creationId xmlns:a16="http://schemas.microsoft.com/office/drawing/2014/main" id="{D124AB74-A7F3-4D08-8C3C-B508C7C6A51C}"/>
                </a:ext>
              </a:extLst>
            </p:cNvPr>
            <p:cNvSpPr txBox="1"/>
            <p:nvPr/>
          </p:nvSpPr>
          <p:spPr>
            <a:xfrm>
              <a:off x="4473322" y="772467"/>
              <a:ext cx="1598556" cy="400110"/>
            </a:xfrm>
            <a:prstGeom prst="rect">
              <a:avLst/>
            </a:prstGeom>
            <a:noFill/>
          </p:spPr>
          <p:txBody>
            <a:bodyPr wrap="square" rtlCol="0">
              <a:spAutoFit/>
            </a:bodyPr>
            <a:lstStyle/>
            <a:p>
              <a:pPr algn="ctr"/>
              <a:r>
                <a:rPr lang="zh-CN" altLang="en-US" sz="2000" b="1" dirty="0">
                  <a:solidFill>
                    <a:schemeClr val="bg1"/>
                  </a:solidFill>
                </a:rPr>
                <a:t>多址接入</a:t>
              </a:r>
            </a:p>
          </p:txBody>
        </p:sp>
        <p:sp>
          <p:nvSpPr>
            <p:cNvPr id="41" name="文本框 40">
              <a:extLst>
                <a:ext uri="{FF2B5EF4-FFF2-40B4-BE49-F238E27FC236}">
                  <a16:creationId xmlns:a16="http://schemas.microsoft.com/office/drawing/2014/main" id="{0FCCC336-AB70-403B-BE37-A1B698CF616F}"/>
                </a:ext>
              </a:extLst>
            </p:cNvPr>
            <p:cNvSpPr txBox="1"/>
            <p:nvPr/>
          </p:nvSpPr>
          <p:spPr>
            <a:xfrm>
              <a:off x="5708713" y="730007"/>
              <a:ext cx="383192" cy="461665"/>
            </a:xfrm>
            <a:prstGeom prst="rect">
              <a:avLst/>
            </a:prstGeom>
            <a:noFill/>
          </p:spPr>
          <p:txBody>
            <a:bodyPr wrap="square">
              <a:spAutoFit/>
            </a:bodyPr>
            <a:lstStyle/>
            <a:p>
              <a:r>
                <a:rPr lang="en-US" altLang="zh-CN" sz="2400" b="1" dirty="0">
                  <a:solidFill>
                    <a:schemeClr val="bg1"/>
                  </a:solidFill>
                  <a:latin typeface="Arial Narrow" panose="020B0606020202030204" pitchFamily="34" charset="0"/>
                </a:rPr>
                <a:t>M</a:t>
              </a:r>
              <a:endParaRPr lang="zh-CN" altLang="en-US" sz="2400" dirty="0">
                <a:solidFill>
                  <a:schemeClr val="bg1"/>
                </a:solidFill>
              </a:endParaRPr>
            </a:p>
          </p:txBody>
        </p:sp>
        <p:sp>
          <p:nvSpPr>
            <p:cNvPr id="54" name="文本框 53">
              <a:extLst>
                <a:ext uri="{FF2B5EF4-FFF2-40B4-BE49-F238E27FC236}">
                  <a16:creationId xmlns:a16="http://schemas.microsoft.com/office/drawing/2014/main" id="{B5431C6C-A9AE-4820-962C-B2D3EB67BE9B}"/>
                </a:ext>
              </a:extLst>
            </p:cNvPr>
            <p:cNvSpPr txBox="1"/>
            <p:nvPr/>
          </p:nvSpPr>
          <p:spPr>
            <a:xfrm>
              <a:off x="5948810" y="730007"/>
              <a:ext cx="383192" cy="461665"/>
            </a:xfrm>
            <a:prstGeom prst="rect">
              <a:avLst/>
            </a:prstGeom>
            <a:noFill/>
          </p:spPr>
          <p:txBody>
            <a:bodyPr wrap="square">
              <a:spAutoFit/>
            </a:bodyPr>
            <a:lstStyle/>
            <a:p>
              <a:r>
                <a:rPr lang="en-US" altLang="zh-CN" sz="2400" b="1" dirty="0">
                  <a:solidFill>
                    <a:schemeClr val="bg1"/>
                  </a:solidFill>
                  <a:latin typeface="Arial Narrow" panose="020B0606020202030204" pitchFamily="34" charset="0"/>
                </a:rPr>
                <a:t>A</a:t>
              </a:r>
              <a:endParaRPr lang="zh-CN" altLang="en-US" sz="2400" dirty="0">
                <a:solidFill>
                  <a:schemeClr val="bg1"/>
                </a:solidFill>
              </a:endParaRPr>
            </a:p>
          </p:txBody>
        </p:sp>
      </p:grpSp>
      <p:grpSp>
        <p:nvGrpSpPr>
          <p:cNvPr id="7" name="组合 6">
            <a:extLst>
              <a:ext uri="{FF2B5EF4-FFF2-40B4-BE49-F238E27FC236}">
                <a16:creationId xmlns:a16="http://schemas.microsoft.com/office/drawing/2014/main" id="{B9C158CC-93D8-4410-8E32-3C037291B916}"/>
              </a:ext>
            </a:extLst>
          </p:cNvPr>
          <p:cNvGrpSpPr/>
          <p:nvPr/>
        </p:nvGrpSpPr>
        <p:grpSpPr>
          <a:xfrm>
            <a:off x="7094783" y="730441"/>
            <a:ext cx="2153414" cy="461665"/>
            <a:chOff x="7094783" y="730441"/>
            <a:chExt cx="2153414" cy="461665"/>
          </a:xfrm>
        </p:grpSpPr>
        <p:sp>
          <p:nvSpPr>
            <p:cNvPr id="56" name="矩形 55">
              <a:extLst>
                <a:ext uri="{FF2B5EF4-FFF2-40B4-BE49-F238E27FC236}">
                  <a16:creationId xmlns:a16="http://schemas.microsoft.com/office/drawing/2014/main" id="{3C4796E6-AC0C-457E-9848-A637639E67CC}"/>
                </a:ext>
              </a:extLst>
            </p:cNvPr>
            <p:cNvSpPr/>
            <p:nvPr/>
          </p:nvSpPr>
          <p:spPr>
            <a:xfrm>
              <a:off x="7094783" y="757078"/>
              <a:ext cx="2153414" cy="400110"/>
            </a:xfrm>
            <a:prstGeom prst="rect">
              <a:avLst/>
            </a:prstGeom>
            <a:solidFill>
              <a:schemeClr val="bg2">
                <a:lumMod val="90000"/>
              </a:schemeClr>
            </a:solidFill>
            <a:ln>
              <a:solidFill>
                <a:schemeClr val="bg2">
                  <a:lumMod val="90000"/>
                </a:schemeClr>
              </a:solidFill>
            </a:ln>
          </p:spPr>
          <p:style>
            <a:lnRef idx="2">
              <a:schemeClr val="accent3">
                <a:shade val="50000"/>
              </a:schemeClr>
            </a:lnRef>
            <a:fillRef idx="1">
              <a:schemeClr val="accent3"/>
            </a:fillRef>
            <a:effectRef idx="0">
              <a:schemeClr val="accent3"/>
            </a:effectRef>
            <a:fontRef idx="minor">
              <a:schemeClr val="lt1"/>
            </a:fontRef>
          </p:style>
          <p:txBody>
            <a:bodyPr rtlCol="0" anchor="ctr"/>
            <a:lstStyle/>
            <a:p>
              <a:pPr algn="ctr"/>
              <a:endParaRPr lang="zh-CN" altLang="en-US"/>
            </a:p>
          </p:txBody>
        </p:sp>
        <p:sp>
          <p:nvSpPr>
            <p:cNvPr id="59" name="文本框 58">
              <a:extLst>
                <a:ext uri="{FF2B5EF4-FFF2-40B4-BE49-F238E27FC236}">
                  <a16:creationId xmlns:a16="http://schemas.microsoft.com/office/drawing/2014/main" id="{C8D143D7-F7E3-4FC0-A8A1-BD4C812C40DB}"/>
                </a:ext>
              </a:extLst>
            </p:cNvPr>
            <p:cNvSpPr txBox="1"/>
            <p:nvPr/>
          </p:nvSpPr>
          <p:spPr>
            <a:xfrm>
              <a:off x="7236053" y="772467"/>
              <a:ext cx="1598556" cy="400110"/>
            </a:xfrm>
            <a:prstGeom prst="rect">
              <a:avLst/>
            </a:prstGeom>
            <a:noFill/>
          </p:spPr>
          <p:txBody>
            <a:bodyPr wrap="square" rtlCol="0">
              <a:spAutoFit/>
            </a:bodyPr>
            <a:lstStyle/>
            <a:p>
              <a:pPr algn="ctr"/>
              <a:r>
                <a:rPr lang="zh-CN" altLang="en-US" sz="2000" b="1" dirty="0">
                  <a:solidFill>
                    <a:schemeClr val="bg1"/>
                  </a:solidFill>
                </a:rPr>
                <a:t>载波监听</a:t>
              </a:r>
            </a:p>
          </p:txBody>
        </p:sp>
        <p:sp>
          <p:nvSpPr>
            <p:cNvPr id="38" name="文本框 37">
              <a:extLst>
                <a:ext uri="{FF2B5EF4-FFF2-40B4-BE49-F238E27FC236}">
                  <a16:creationId xmlns:a16="http://schemas.microsoft.com/office/drawing/2014/main" id="{84A31281-0C7C-4AD1-BF1E-5FB4696F26F7}"/>
                </a:ext>
              </a:extLst>
            </p:cNvPr>
            <p:cNvSpPr txBox="1"/>
            <p:nvPr/>
          </p:nvSpPr>
          <p:spPr>
            <a:xfrm>
              <a:off x="8481180" y="730441"/>
              <a:ext cx="383192" cy="461665"/>
            </a:xfrm>
            <a:prstGeom prst="rect">
              <a:avLst/>
            </a:prstGeom>
            <a:noFill/>
          </p:spPr>
          <p:txBody>
            <a:bodyPr wrap="square">
              <a:spAutoFit/>
            </a:bodyPr>
            <a:lstStyle/>
            <a:p>
              <a:r>
                <a:rPr lang="en-US" altLang="zh-CN" sz="2400" b="1" dirty="0">
                  <a:solidFill>
                    <a:schemeClr val="bg1"/>
                  </a:solidFill>
                  <a:latin typeface="Arial Narrow" panose="020B0606020202030204" pitchFamily="34" charset="0"/>
                </a:rPr>
                <a:t>C</a:t>
              </a:r>
              <a:endParaRPr lang="zh-CN" altLang="en-US" sz="2400" dirty="0">
                <a:solidFill>
                  <a:schemeClr val="bg1"/>
                </a:solidFill>
              </a:endParaRPr>
            </a:p>
          </p:txBody>
        </p:sp>
        <p:sp>
          <p:nvSpPr>
            <p:cNvPr id="39" name="文本框 38">
              <a:extLst>
                <a:ext uri="{FF2B5EF4-FFF2-40B4-BE49-F238E27FC236}">
                  <a16:creationId xmlns:a16="http://schemas.microsoft.com/office/drawing/2014/main" id="{D1527A42-5BA8-4F70-8A58-1322EC2698B7}"/>
                </a:ext>
              </a:extLst>
            </p:cNvPr>
            <p:cNvSpPr txBox="1"/>
            <p:nvPr/>
          </p:nvSpPr>
          <p:spPr>
            <a:xfrm>
              <a:off x="8675232" y="730441"/>
              <a:ext cx="383192" cy="461665"/>
            </a:xfrm>
            <a:prstGeom prst="rect">
              <a:avLst/>
            </a:prstGeom>
            <a:noFill/>
          </p:spPr>
          <p:txBody>
            <a:bodyPr wrap="square">
              <a:spAutoFit/>
            </a:bodyPr>
            <a:lstStyle/>
            <a:p>
              <a:r>
                <a:rPr lang="en-US" altLang="zh-CN" sz="2400" b="1" dirty="0">
                  <a:solidFill>
                    <a:schemeClr val="bg1"/>
                  </a:solidFill>
                  <a:latin typeface="Arial Narrow" panose="020B0606020202030204" pitchFamily="34" charset="0"/>
                </a:rPr>
                <a:t>S</a:t>
              </a:r>
              <a:endParaRPr lang="zh-CN" altLang="en-US" sz="2400" dirty="0">
                <a:solidFill>
                  <a:schemeClr val="bg1"/>
                </a:solidFill>
              </a:endParaRPr>
            </a:p>
          </p:txBody>
        </p:sp>
      </p:grpSp>
      <p:grpSp>
        <p:nvGrpSpPr>
          <p:cNvPr id="9" name="组合 8">
            <a:extLst>
              <a:ext uri="{FF2B5EF4-FFF2-40B4-BE49-F238E27FC236}">
                <a16:creationId xmlns:a16="http://schemas.microsoft.com/office/drawing/2014/main" id="{46C7C9F9-77AF-4E79-B679-41F2B5E760D4}"/>
              </a:ext>
            </a:extLst>
          </p:cNvPr>
          <p:cNvGrpSpPr/>
          <p:nvPr/>
        </p:nvGrpSpPr>
        <p:grpSpPr>
          <a:xfrm>
            <a:off x="9727206" y="734232"/>
            <a:ext cx="2153414" cy="461665"/>
            <a:chOff x="9727206" y="734232"/>
            <a:chExt cx="2153414" cy="461665"/>
          </a:xfrm>
        </p:grpSpPr>
        <p:sp>
          <p:nvSpPr>
            <p:cNvPr id="58" name="矩形 57">
              <a:extLst>
                <a:ext uri="{FF2B5EF4-FFF2-40B4-BE49-F238E27FC236}">
                  <a16:creationId xmlns:a16="http://schemas.microsoft.com/office/drawing/2014/main" id="{8C738A42-5B66-4505-B03D-160313542C6B}"/>
                </a:ext>
              </a:extLst>
            </p:cNvPr>
            <p:cNvSpPr/>
            <p:nvPr/>
          </p:nvSpPr>
          <p:spPr>
            <a:xfrm>
              <a:off x="9727206" y="757078"/>
              <a:ext cx="2153414" cy="400110"/>
            </a:xfrm>
            <a:prstGeom prst="rect">
              <a:avLst/>
            </a:prstGeom>
            <a:solidFill>
              <a:schemeClr val="bg2">
                <a:lumMod val="90000"/>
              </a:schemeClr>
            </a:solidFill>
            <a:ln>
              <a:solidFill>
                <a:schemeClr val="bg2">
                  <a:lumMod val="90000"/>
                </a:schemeClr>
              </a:solidFill>
            </a:ln>
          </p:spPr>
          <p:style>
            <a:lnRef idx="2">
              <a:schemeClr val="accent5">
                <a:shade val="50000"/>
              </a:schemeClr>
            </a:lnRef>
            <a:fillRef idx="1">
              <a:schemeClr val="accent5"/>
            </a:fillRef>
            <a:effectRef idx="0">
              <a:schemeClr val="accent5"/>
            </a:effectRef>
            <a:fontRef idx="minor">
              <a:schemeClr val="lt1"/>
            </a:fontRef>
          </p:style>
          <p:txBody>
            <a:bodyPr rtlCol="0" anchor="ctr"/>
            <a:lstStyle/>
            <a:p>
              <a:pPr algn="ctr"/>
              <a:endParaRPr lang="zh-CN" altLang="en-US"/>
            </a:p>
          </p:txBody>
        </p:sp>
        <p:sp>
          <p:nvSpPr>
            <p:cNvPr id="60" name="文本框 59">
              <a:extLst>
                <a:ext uri="{FF2B5EF4-FFF2-40B4-BE49-F238E27FC236}">
                  <a16:creationId xmlns:a16="http://schemas.microsoft.com/office/drawing/2014/main" id="{AB15AA99-A243-45C1-AE07-0B685612E43F}"/>
                </a:ext>
              </a:extLst>
            </p:cNvPr>
            <p:cNvSpPr txBox="1"/>
            <p:nvPr/>
          </p:nvSpPr>
          <p:spPr>
            <a:xfrm>
              <a:off x="9791788" y="772467"/>
              <a:ext cx="1598556" cy="400110"/>
            </a:xfrm>
            <a:prstGeom prst="rect">
              <a:avLst/>
            </a:prstGeom>
            <a:noFill/>
          </p:spPr>
          <p:txBody>
            <a:bodyPr wrap="square" rtlCol="0">
              <a:spAutoFit/>
            </a:bodyPr>
            <a:lstStyle/>
            <a:p>
              <a:pPr algn="ctr"/>
              <a:r>
                <a:rPr lang="zh-CN" altLang="en-US" sz="2000" b="1" dirty="0">
                  <a:solidFill>
                    <a:schemeClr val="bg1"/>
                  </a:solidFill>
                </a:rPr>
                <a:t>碰撞检测</a:t>
              </a:r>
            </a:p>
          </p:txBody>
        </p:sp>
        <p:sp>
          <p:nvSpPr>
            <p:cNvPr id="55" name="文本框 54">
              <a:extLst>
                <a:ext uri="{FF2B5EF4-FFF2-40B4-BE49-F238E27FC236}">
                  <a16:creationId xmlns:a16="http://schemas.microsoft.com/office/drawing/2014/main" id="{F7208B3A-F0CA-46E2-A78F-A769880DCC09}"/>
                </a:ext>
              </a:extLst>
            </p:cNvPr>
            <p:cNvSpPr txBox="1"/>
            <p:nvPr/>
          </p:nvSpPr>
          <p:spPr>
            <a:xfrm>
              <a:off x="11033742" y="734232"/>
              <a:ext cx="383192" cy="461665"/>
            </a:xfrm>
            <a:prstGeom prst="rect">
              <a:avLst/>
            </a:prstGeom>
            <a:noFill/>
          </p:spPr>
          <p:txBody>
            <a:bodyPr wrap="square">
              <a:spAutoFit/>
            </a:bodyPr>
            <a:lstStyle/>
            <a:p>
              <a:r>
                <a:rPr lang="en-US" altLang="zh-CN" sz="2400" b="1" dirty="0">
                  <a:solidFill>
                    <a:schemeClr val="bg1"/>
                  </a:solidFill>
                  <a:latin typeface="Arial Narrow" panose="020B0606020202030204" pitchFamily="34" charset="0"/>
                </a:rPr>
                <a:t>C</a:t>
              </a:r>
              <a:endParaRPr lang="zh-CN" altLang="en-US" sz="2400" dirty="0">
                <a:solidFill>
                  <a:schemeClr val="bg1"/>
                </a:solidFill>
              </a:endParaRPr>
            </a:p>
          </p:txBody>
        </p:sp>
        <p:sp>
          <p:nvSpPr>
            <p:cNvPr id="57" name="文本框 56">
              <a:extLst>
                <a:ext uri="{FF2B5EF4-FFF2-40B4-BE49-F238E27FC236}">
                  <a16:creationId xmlns:a16="http://schemas.microsoft.com/office/drawing/2014/main" id="{F625F8B0-68ED-4238-86A5-61737324B156}"/>
                </a:ext>
              </a:extLst>
            </p:cNvPr>
            <p:cNvSpPr txBox="1"/>
            <p:nvPr/>
          </p:nvSpPr>
          <p:spPr>
            <a:xfrm>
              <a:off x="11260686" y="734232"/>
              <a:ext cx="383192" cy="461665"/>
            </a:xfrm>
            <a:prstGeom prst="rect">
              <a:avLst/>
            </a:prstGeom>
            <a:noFill/>
          </p:spPr>
          <p:txBody>
            <a:bodyPr wrap="square">
              <a:spAutoFit/>
            </a:bodyPr>
            <a:lstStyle/>
            <a:p>
              <a:r>
                <a:rPr lang="en-US" altLang="zh-CN" sz="2400" b="1" dirty="0">
                  <a:solidFill>
                    <a:schemeClr val="bg1"/>
                  </a:solidFill>
                  <a:latin typeface="Arial Narrow" panose="020B0606020202030204" pitchFamily="34" charset="0"/>
                </a:rPr>
                <a:t>D</a:t>
              </a:r>
              <a:endParaRPr lang="zh-CN" altLang="en-US" sz="2400" dirty="0">
                <a:solidFill>
                  <a:schemeClr val="bg1"/>
                </a:solidFill>
              </a:endParaRPr>
            </a:p>
          </p:txBody>
        </p:sp>
      </p:grpSp>
      <p:grpSp>
        <p:nvGrpSpPr>
          <p:cNvPr id="25" name="组合 24">
            <a:extLst>
              <a:ext uri="{FF2B5EF4-FFF2-40B4-BE49-F238E27FC236}">
                <a16:creationId xmlns:a16="http://schemas.microsoft.com/office/drawing/2014/main" id="{A53F2F16-666E-49B5-900C-EE2365802BB6}"/>
              </a:ext>
            </a:extLst>
          </p:cNvPr>
          <p:cNvGrpSpPr/>
          <p:nvPr/>
        </p:nvGrpSpPr>
        <p:grpSpPr>
          <a:xfrm>
            <a:off x="2455280" y="1720180"/>
            <a:ext cx="7180791" cy="812800"/>
            <a:chOff x="2455280" y="3752911"/>
            <a:chExt cx="7180791" cy="812800"/>
          </a:xfrm>
        </p:grpSpPr>
        <p:cxnSp>
          <p:nvCxnSpPr>
            <p:cNvPr id="26" name="直接连接符 25">
              <a:extLst>
                <a:ext uri="{FF2B5EF4-FFF2-40B4-BE49-F238E27FC236}">
                  <a16:creationId xmlns:a16="http://schemas.microsoft.com/office/drawing/2014/main" id="{242FA538-70F3-4A91-A0A1-2978B2AB59B3}"/>
                </a:ext>
              </a:extLst>
            </p:cNvPr>
            <p:cNvCxnSpPr/>
            <p:nvPr/>
          </p:nvCxnSpPr>
          <p:spPr>
            <a:xfrm flipV="1">
              <a:off x="9636071" y="3752911"/>
              <a:ext cx="0" cy="812800"/>
            </a:xfrm>
            <a:prstGeom prst="line">
              <a:avLst/>
            </a:prstGeom>
            <a:ln w="152400">
              <a:solidFill>
                <a:schemeClr val="tx1"/>
              </a:solidFill>
              <a:tailEnd w="med" len="lg"/>
            </a:ln>
          </p:spPr>
          <p:style>
            <a:lnRef idx="1">
              <a:schemeClr val="accent1"/>
            </a:lnRef>
            <a:fillRef idx="0">
              <a:schemeClr val="accent1"/>
            </a:fillRef>
            <a:effectRef idx="0">
              <a:schemeClr val="accent1"/>
            </a:effectRef>
            <a:fontRef idx="minor">
              <a:schemeClr val="tx1"/>
            </a:fontRef>
          </p:style>
        </p:cxnSp>
        <p:cxnSp>
          <p:nvCxnSpPr>
            <p:cNvPr id="27" name="直接连接符 26">
              <a:extLst>
                <a:ext uri="{FF2B5EF4-FFF2-40B4-BE49-F238E27FC236}">
                  <a16:creationId xmlns:a16="http://schemas.microsoft.com/office/drawing/2014/main" id="{F21D0102-E2A1-4D3E-9DC3-885D830E96D0}"/>
                </a:ext>
              </a:extLst>
            </p:cNvPr>
            <p:cNvCxnSpPr/>
            <p:nvPr/>
          </p:nvCxnSpPr>
          <p:spPr>
            <a:xfrm flipV="1">
              <a:off x="2455280" y="3752911"/>
              <a:ext cx="0" cy="812800"/>
            </a:xfrm>
            <a:prstGeom prst="line">
              <a:avLst/>
            </a:prstGeom>
            <a:ln w="152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8" name="直接连接符 27">
              <a:extLst>
                <a:ext uri="{FF2B5EF4-FFF2-40B4-BE49-F238E27FC236}">
                  <a16:creationId xmlns:a16="http://schemas.microsoft.com/office/drawing/2014/main" id="{AB2C8EEA-0851-44A9-80D2-87DFBEA1F73A}"/>
                </a:ext>
              </a:extLst>
            </p:cNvPr>
            <p:cNvCxnSpPr/>
            <p:nvPr/>
          </p:nvCxnSpPr>
          <p:spPr>
            <a:xfrm flipV="1">
              <a:off x="4878779" y="3752911"/>
              <a:ext cx="0" cy="812800"/>
            </a:xfrm>
            <a:prstGeom prst="line">
              <a:avLst/>
            </a:prstGeom>
            <a:ln w="152400">
              <a:solidFill>
                <a:schemeClr val="tx1"/>
              </a:solidFill>
              <a:tailEnd w="med" len="lg"/>
            </a:ln>
          </p:spPr>
          <p:style>
            <a:lnRef idx="1">
              <a:schemeClr val="accent1"/>
            </a:lnRef>
            <a:fillRef idx="0">
              <a:schemeClr val="accent1"/>
            </a:fillRef>
            <a:effectRef idx="0">
              <a:schemeClr val="accent1"/>
            </a:effectRef>
            <a:fontRef idx="minor">
              <a:schemeClr val="tx1"/>
            </a:fontRef>
          </p:style>
        </p:cxnSp>
        <p:cxnSp>
          <p:nvCxnSpPr>
            <p:cNvPr id="29" name="直接连接符 28">
              <a:extLst>
                <a:ext uri="{FF2B5EF4-FFF2-40B4-BE49-F238E27FC236}">
                  <a16:creationId xmlns:a16="http://schemas.microsoft.com/office/drawing/2014/main" id="{536174B3-7078-4268-ABF0-FDE23864C53A}"/>
                </a:ext>
              </a:extLst>
            </p:cNvPr>
            <p:cNvCxnSpPr/>
            <p:nvPr/>
          </p:nvCxnSpPr>
          <p:spPr>
            <a:xfrm flipV="1">
              <a:off x="7249637" y="3752911"/>
              <a:ext cx="0" cy="812800"/>
            </a:xfrm>
            <a:prstGeom prst="line">
              <a:avLst/>
            </a:prstGeom>
            <a:ln w="1524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30" name="组合 29">
            <a:extLst>
              <a:ext uri="{FF2B5EF4-FFF2-40B4-BE49-F238E27FC236}">
                <a16:creationId xmlns:a16="http://schemas.microsoft.com/office/drawing/2014/main" id="{B2DEEF20-80ED-4B25-8707-42A86FB12C98}"/>
              </a:ext>
            </a:extLst>
          </p:cNvPr>
          <p:cNvGrpSpPr/>
          <p:nvPr/>
        </p:nvGrpSpPr>
        <p:grpSpPr>
          <a:xfrm>
            <a:off x="1618162" y="1566769"/>
            <a:ext cx="8955675" cy="238462"/>
            <a:chOff x="1618162" y="3599500"/>
            <a:chExt cx="8955675" cy="238462"/>
          </a:xfrm>
        </p:grpSpPr>
        <p:cxnSp>
          <p:nvCxnSpPr>
            <p:cNvPr id="31" name="直接连接符 30">
              <a:extLst>
                <a:ext uri="{FF2B5EF4-FFF2-40B4-BE49-F238E27FC236}">
                  <a16:creationId xmlns:a16="http://schemas.microsoft.com/office/drawing/2014/main" id="{837D477A-5171-490F-B6D4-97C6D7A8A650}"/>
                </a:ext>
              </a:extLst>
            </p:cNvPr>
            <p:cNvCxnSpPr>
              <a:cxnSpLocks/>
            </p:cNvCxnSpPr>
            <p:nvPr/>
          </p:nvCxnSpPr>
          <p:spPr>
            <a:xfrm>
              <a:off x="1749794" y="3725200"/>
              <a:ext cx="8622888" cy="0"/>
            </a:xfrm>
            <a:prstGeom prst="line">
              <a:avLst/>
            </a:prstGeom>
            <a:ln w="152400">
              <a:solidFill>
                <a:schemeClr val="tx1"/>
              </a:solidFill>
            </a:ln>
          </p:spPr>
          <p:style>
            <a:lnRef idx="1">
              <a:schemeClr val="accent1"/>
            </a:lnRef>
            <a:fillRef idx="0">
              <a:schemeClr val="accent1"/>
            </a:fillRef>
            <a:effectRef idx="0">
              <a:schemeClr val="accent1"/>
            </a:effectRef>
            <a:fontRef idx="minor">
              <a:schemeClr val="tx1"/>
            </a:fontRef>
          </p:style>
        </p:cxnSp>
        <p:sp>
          <p:nvSpPr>
            <p:cNvPr id="32" name="矩形 31">
              <a:extLst>
                <a:ext uri="{FF2B5EF4-FFF2-40B4-BE49-F238E27FC236}">
                  <a16:creationId xmlns:a16="http://schemas.microsoft.com/office/drawing/2014/main" id="{D0513BC0-5BBA-4500-8077-440780C8EB78}"/>
                </a:ext>
              </a:extLst>
            </p:cNvPr>
            <p:cNvSpPr/>
            <p:nvPr/>
          </p:nvSpPr>
          <p:spPr>
            <a:xfrm>
              <a:off x="1618162" y="3599500"/>
              <a:ext cx="225524" cy="225524"/>
            </a:xfrm>
            <a:prstGeom prst="rect">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33" name="矩形 32">
              <a:extLst>
                <a:ext uri="{FF2B5EF4-FFF2-40B4-BE49-F238E27FC236}">
                  <a16:creationId xmlns:a16="http://schemas.microsoft.com/office/drawing/2014/main" id="{0E184DA7-F858-483A-B4A1-7B85D64E8273}"/>
                </a:ext>
              </a:extLst>
            </p:cNvPr>
            <p:cNvSpPr/>
            <p:nvPr/>
          </p:nvSpPr>
          <p:spPr>
            <a:xfrm>
              <a:off x="10348313" y="3612438"/>
              <a:ext cx="225524" cy="225524"/>
            </a:xfrm>
            <a:prstGeom prst="rect">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grpSp>
      <p:grpSp>
        <p:nvGrpSpPr>
          <p:cNvPr id="34" name="组合 33">
            <a:extLst>
              <a:ext uri="{FF2B5EF4-FFF2-40B4-BE49-F238E27FC236}">
                <a16:creationId xmlns:a16="http://schemas.microsoft.com/office/drawing/2014/main" id="{0DFB39EB-FEA0-438F-AA58-EC795A998106}"/>
              </a:ext>
            </a:extLst>
          </p:cNvPr>
          <p:cNvGrpSpPr/>
          <p:nvPr/>
        </p:nvGrpSpPr>
        <p:grpSpPr>
          <a:xfrm>
            <a:off x="1968674" y="2412905"/>
            <a:ext cx="7852814" cy="641082"/>
            <a:chOff x="1968674" y="4445636"/>
            <a:chExt cx="7852814" cy="641082"/>
          </a:xfrm>
        </p:grpSpPr>
        <p:grpSp>
          <p:nvGrpSpPr>
            <p:cNvPr id="35" name="组合 34">
              <a:extLst>
                <a:ext uri="{FF2B5EF4-FFF2-40B4-BE49-F238E27FC236}">
                  <a16:creationId xmlns:a16="http://schemas.microsoft.com/office/drawing/2014/main" id="{BF807099-7B3E-40CD-8303-26A049401039}"/>
                </a:ext>
              </a:extLst>
            </p:cNvPr>
            <p:cNvGrpSpPr/>
            <p:nvPr/>
          </p:nvGrpSpPr>
          <p:grpSpPr>
            <a:xfrm>
              <a:off x="1968674" y="4445636"/>
              <a:ext cx="662814" cy="641082"/>
              <a:chOff x="812355" y="3422987"/>
              <a:chExt cx="662814" cy="641082"/>
            </a:xfrm>
          </p:grpSpPr>
          <p:pic>
            <p:nvPicPr>
              <p:cNvPr id="48" name="图形 47">
                <a:extLst>
                  <a:ext uri="{FF2B5EF4-FFF2-40B4-BE49-F238E27FC236}">
                    <a16:creationId xmlns:a16="http://schemas.microsoft.com/office/drawing/2014/main" id="{1C6CE519-73F7-48EC-9BF7-9DD329B4C743}"/>
                  </a:ext>
                </a:extLst>
              </p:cNvPr>
              <p:cNvPicPr>
                <a:picLocks noChangeAspect="1"/>
              </p:cNvPicPr>
              <p:nvPr/>
            </p:nvPicPr>
            <p:blipFill>
              <a:blip r:embed="rId3">
                <a:extLst>
                  <a:ext uri="{28A0092B-C50C-407E-A947-70E740481C1C}">
                    <a14:useLocalDpi xmlns:a14="http://schemas.microsoft.com/office/drawing/2010/main" val="0"/>
                  </a:ext>
                  <a:ext uri="{96DAC541-7B7A-43D3-8B79-37D633B846F1}">
                    <asvg:svgBlip xmlns:asvg="http://schemas.microsoft.com/office/drawing/2016/SVG/main" r:embed="rId4"/>
                  </a:ext>
                </a:extLst>
              </a:blip>
              <a:stretch>
                <a:fillRect/>
              </a:stretch>
            </p:blipFill>
            <p:spPr>
              <a:xfrm>
                <a:off x="812355" y="3422987"/>
                <a:ext cx="662814" cy="641082"/>
              </a:xfrm>
              <a:prstGeom prst="rect">
                <a:avLst/>
              </a:prstGeom>
            </p:spPr>
          </p:pic>
          <p:sp>
            <p:nvSpPr>
              <p:cNvPr id="49" name="文本框 48">
                <a:extLst>
                  <a:ext uri="{FF2B5EF4-FFF2-40B4-BE49-F238E27FC236}">
                    <a16:creationId xmlns:a16="http://schemas.microsoft.com/office/drawing/2014/main" id="{5DD329AF-6509-4A44-A9A8-8B805FB525CF}"/>
                  </a:ext>
                </a:extLst>
              </p:cNvPr>
              <p:cNvSpPr txBox="1"/>
              <p:nvPr/>
            </p:nvSpPr>
            <p:spPr>
              <a:xfrm>
                <a:off x="1087044" y="3451320"/>
                <a:ext cx="355235" cy="400110"/>
              </a:xfrm>
              <a:prstGeom prst="rect">
                <a:avLst/>
              </a:prstGeom>
              <a:noFill/>
            </p:spPr>
            <p:txBody>
              <a:bodyPr wrap="square" rtlCol="0">
                <a:spAutoFit/>
              </a:bodyPr>
              <a:lstStyle/>
              <a:p>
                <a:pPr algn="ctr"/>
                <a:r>
                  <a:rPr lang="en-US" altLang="zh-CN" sz="2000" b="1" dirty="0">
                    <a:solidFill>
                      <a:schemeClr val="bg1"/>
                    </a:solidFill>
                    <a:latin typeface="Arial Black" panose="020B0A04020102020204" pitchFamily="34" charset="0"/>
                    <a:ea typeface="+mj-ea"/>
                  </a:rPr>
                  <a:t>A</a:t>
                </a:r>
                <a:endParaRPr lang="zh-CN" altLang="en-US" sz="2000" b="1" dirty="0">
                  <a:solidFill>
                    <a:schemeClr val="bg1"/>
                  </a:solidFill>
                  <a:latin typeface="Arial Black" panose="020B0A04020102020204" pitchFamily="34" charset="0"/>
                  <a:ea typeface="+mj-ea"/>
                </a:endParaRPr>
              </a:p>
            </p:txBody>
          </p:sp>
        </p:grpSp>
        <p:grpSp>
          <p:nvGrpSpPr>
            <p:cNvPr id="36" name="组合 35">
              <a:extLst>
                <a:ext uri="{FF2B5EF4-FFF2-40B4-BE49-F238E27FC236}">
                  <a16:creationId xmlns:a16="http://schemas.microsoft.com/office/drawing/2014/main" id="{E6E15EE0-C1D5-4CA6-B022-40595F8FA79F}"/>
                </a:ext>
              </a:extLst>
            </p:cNvPr>
            <p:cNvGrpSpPr/>
            <p:nvPr/>
          </p:nvGrpSpPr>
          <p:grpSpPr>
            <a:xfrm>
              <a:off x="4365341" y="4445636"/>
              <a:ext cx="662814" cy="641082"/>
              <a:chOff x="3209022" y="3422987"/>
              <a:chExt cx="662814" cy="641082"/>
            </a:xfrm>
          </p:grpSpPr>
          <p:pic>
            <p:nvPicPr>
              <p:cNvPr id="46" name="图形 45">
                <a:extLst>
                  <a:ext uri="{FF2B5EF4-FFF2-40B4-BE49-F238E27FC236}">
                    <a16:creationId xmlns:a16="http://schemas.microsoft.com/office/drawing/2014/main" id="{C8C4C2F7-68D1-41CA-A597-6AAB50358E43}"/>
                  </a:ext>
                </a:extLst>
              </p:cNvPr>
              <p:cNvPicPr>
                <a:picLocks noChangeAspect="1"/>
              </p:cNvPicPr>
              <p:nvPr/>
            </p:nvPicPr>
            <p:blipFill>
              <a:blip r:embed="rId3">
                <a:extLst>
                  <a:ext uri="{28A0092B-C50C-407E-A947-70E740481C1C}">
                    <a14:useLocalDpi xmlns:a14="http://schemas.microsoft.com/office/drawing/2010/main" val="0"/>
                  </a:ext>
                  <a:ext uri="{96DAC541-7B7A-43D3-8B79-37D633B846F1}">
                    <asvg:svgBlip xmlns:asvg="http://schemas.microsoft.com/office/drawing/2016/SVG/main" r:embed="rId4"/>
                  </a:ext>
                </a:extLst>
              </a:blip>
              <a:stretch>
                <a:fillRect/>
              </a:stretch>
            </p:blipFill>
            <p:spPr>
              <a:xfrm>
                <a:off x="3209022" y="3422987"/>
                <a:ext cx="662814" cy="641082"/>
              </a:xfrm>
              <a:prstGeom prst="rect">
                <a:avLst/>
              </a:prstGeom>
            </p:spPr>
          </p:pic>
          <p:sp>
            <p:nvSpPr>
              <p:cNvPr id="47" name="文本框 46">
                <a:extLst>
                  <a:ext uri="{FF2B5EF4-FFF2-40B4-BE49-F238E27FC236}">
                    <a16:creationId xmlns:a16="http://schemas.microsoft.com/office/drawing/2014/main" id="{658648CC-F992-4CC1-820A-6390807EB9AE}"/>
                  </a:ext>
                </a:extLst>
              </p:cNvPr>
              <p:cNvSpPr txBox="1"/>
              <p:nvPr/>
            </p:nvSpPr>
            <p:spPr>
              <a:xfrm>
                <a:off x="3490791" y="3451320"/>
                <a:ext cx="355235" cy="400110"/>
              </a:xfrm>
              <a:prstGeom prst="rect">
                <a:avLst/>
              </a:prstGeom>
              <a:noFill/>
            </p:spPr>
            <p:txBody>
              <a:bodyPr wrap="square" rtlCol="0">
                <a:spAutoFit/>
              </a:bodyPr>
              <a:lstStyle/>
              <a:p>
                <a:pPr algn="ctr"/>
                <a:r>
                  <a:rPr lang="en-US" altLang="zh-CN" sz="2000" b="1" dirty="0">
                    <a:solidFill>
                      <a:schemeClr val="bg1"/>
                    </a:solidFill>
                    <a:latin typeface="Arial Black" panose="020B0A04020102020204" pitchFamily="34" charset="0"/>
                    <a:ea typeface="+mj-ea"/>
                  </a:rPr>
                  <a:t>B</a:t>
                </a:r>
                <a:endParaRPr lang="zh-CN" altLang="en-US" sz="2000" b="1" dirty="0">
                  <a:solidFill>
                    <a:schemeClr val="bg1"/>
                  </a:solidFill>
                  <a:latin typeface="Arial Black" panose="020B0A04020102020204" pitchFamily="34" charset="0"/>
                  <a:ea typeface="+mj-ea"/>
                </a:endParaRPr>
              </a:p>
            </p:txBody>
          </p:sp>
        </p:grpSp>
        <p:grpSp>
          <p:nvGrpSpPr>
            <p:cNvPr id="37" name="组合 36">
              <a:extLst>
                <a:ext uri="{FF2B5EF4-FFF2-40B4-BE49-F238E27FC236}">
                  <a16:creationId xmlns:a16="http://schemas.microsoft.com/office/drawing/2014/main" id="{902C1D2E-FCC9-4698-83A9-FC2317BE61ED}"/>
                </a:ext>
              </a:extLst>
            </p:cNvPr>
            <p:cNvGrpSpPr/>
            <p:nvPr/>
          </p:nvGrpSpPr>
          <p:grpSpPr>
            <a:xfrm>
              <a:off x="6762008" y="4445636"/>
              <a:ext cx="662814" cy="641082"/>
              <a:chOff x="5605689" y="3422987"/>
              <a:chExt cx="662814" cy="641082"/>
            </a:xfrm>
          </p:grpSpPr>
          <p:pic>
            <p:nvPicPr>
              <p:cNvPr id="44" name="图形 43">
                <a:extLst>
                  <a:ext uri="{FF2B5EF4-FFF2-40B4-BE49-F238E27FC236}">
                    <a16:creationId xmlns:a16="http://schemas.microsoft.com/office/drawing/2014/main" id="{40F7F6D8-AE1D-4E43-836A-E987F0EAB4E5}"/>
                  </a:ext>
                </a:extLst>
              </p:cNvPr>
              <p:cNvPicPr>
                <a:picLocks noChangeAspect="1"/>
              </p:cNvPicPr>
              <p:nvPr/>
            </p:nvPicPr>
            <p:blipFill>
              <a:blip r:embed="rId3">
                <a:extLst>
                  <a:ext uri="{28A0092B-C50C-407E-A947-70E740481C1C}">
                    <a14:useLocalDpi xmlns:a14="http://schemas.microsoft.com/office/drawing/2010/main" val="0"/>
                  </a:ext>
                  <a:ext uri="{96DAC541-7B7A-43D3-8B79-37D633B846F1}">
                    <asvg:svgBlip xmlns:asvg="http://schemas.microsoft.com/office/drawing/2016/SVG/main" r:embed="rId4"/>
                  </a:ext>
                </a:extLst>
              </a:blip>
              <a:stretch>
                <a:fillRect/>
              </a:stretch>
            </p:blipFill>
            <p:spPr>
              <a:xfrm>
                <a:off x="5605689" y="3422987"/>
                <a:ext cx="662814" cy="641082"/>
              </a:xfrm>
              <a:prstGeom prst="rect">
                <a:avLst/>
              </a:prstGeom>
            </p:spPr>
          </p:pic>
          <p:sp>
            <p:nvSpPr>
              <p:cNvPr id="45" name="文本框 44">
                <a:extLst>
                  <a:ext uri="{FF2B5EF4-FFF2-40B4-BE49-F238E27FC236}">
                    <a16:creationId xmlns:a16="http://schemas.microsoft.com/office/drawing/2014/main" id="{6CB1768A-E878-4DEC-AD18-464A0F0DD547}"/>
                  </a:ext>
                </a:extLst>
              </p:cNvPr>
              <p:cNvSpPr txBox="1"/>
              <p:nvPr/>
            </p:nvSpPr>
            <p:spPr>
              <a:xfrm>
                <a:off x="5885506" y="3451320"/>
                <a:ext cx="355235" cy="400110"/>
              </a:xfrm>
              <a:prstGeom prst="rect">
                <a:avLst/>
              </a:prstGeom>
              <a:noFill/>
            </p:spPr>
            <p:txBody>
              <a:bodyPr wrap="square" rtlCol="0">
                <a:spAutoFit/>
              </a:bodyPr>
              <a:lstStyle/>
              <a:p>
                <a:pPr algn="ctr"/>
                <a:r>
                  <a:rPr lang="en-US" altLang="zh-CN" sz="2000" b="1" dirty="0">
                    <a:solidFill>
                      <a:schemeClr val="bg1"/>
                    </a:solidFill>
                    <a:latin typeface="Arial Black" panose="020B0A04020102020204" pitchFamily="34" charset="0"/>
                    <a:ea typeface="+mj-ea"/>
                  </a:rPr>
                  <a:t>C</a:t>
                </a:r>
                <a:endParaRPr lang="zh-CN" altLang="en-US" sz="2000" b="1" dirty="0">
                  <a:solidFill>
                    <a:schemeClr val="bg1"/>
                  </a:solidFill>
                  <a:latin typeface="Arial Black" panose="020B0A04020102020204" pitchFamily="34" charset="0"/>
                  <a:ea typeface="+mj-ea"/>
                </a:endParaRPr>
              </a:p>
            </p:txBody>
          </p:sp>
        </p:grpSp>
        <p:grpSp>
          <p:nvGrpSpPr>
            <p:cNvPr id="40" name="组合 39">
              <a:extLst>
                <a:ext uri="{FF2B5EF4-FFF2-40B4-BE49-F238E27FC236}">
                  <a16:creationId xmlns:a16="http://schemas.microsoft.com/office/drawing/2014/main" id="{6552C21E-1E72-4745-AC0E-DCC76E804F73}"/>
                </a:ext>
              </a:extLst>
            </p:cNvPr>
            <p:cNvGrpSpPr/>
            <p:nvPr/>
          </p:nvGrpSpPr>
          <p:grpSpPr>
            <a:xfrm>
              <a:off x="9158674" y="4445636"/>
              <a:ext cx="662814" cy="641082"/>
              <a:chOff x="8002355" y="3422987"/>
              <a:chExt cx="662814" cy="641082"/>
            </a:xfrm>
          </p:grpSpPr>
          <p:pic>
            <p:nvPicPr>
              <p:cNvPr id="42" name="图形 41">
                <a:extLst>
                  <a:ext uri="{FF2B5EF4-FFF2-40B4-BE49-F238E27FC236}">
                    <a16:creationId xmlns:a16="http://schemas.microsoft.com/office/drawing/2014/main" id="{6B11717D-FCEB-42D3-A119-E59AC28CD863}"/>
                  </a:ext>
                </a:extLst>
              </p:cNvPr>
              <p:cNvPicPr>
                <a:picLocks noChangeAspect="1"/>
              </p:cNvPicPr>
              <p:nvPr/>
            </p:nvPicPr>
            <p:blipFill>
              <a:blip r:embed="rId3">
                <a:extLst>
                  <a:ext uri="{28A0092B-C50C-407E-A947-70E740481C1C}">
                    <a14:useLocalDpi xmlns:a14="http://schemas.microsoft.com/office/drawing/2010/main" val="0"/>
                  </a:ext>
                  <a:ext uri="{96DAC541-7B7A-43D3-8B79-37D633B846F1}">
                    <asvg:svgBlip xmlns:asvg="http://schemas.microsoft.com/office/drawing/2016/SVG/main" r:embed="rId4"/>
                  </a:ext>
                </a:extLst>
              </a:blip>
              <a:stretch>
                <a:fillRect/>
              </a:stretch>
            </p:blipFill>
            <p:spPr>
              <a:xfrm>
                <a:off x="8002355" y="3422987"/>
                <a:ext cx="662814" cy="641082"/>
              </a:xfrm>
              <a:prstGeom prst="rect">
                <a:avLst/>
              </a:prstGeom>
            </p:spPr>
          </p:pic>
          <p:sp>
            <p:nvSpPr>
              <p:cNvPr id="43" name="文本框 42">
                <a:extLst>
                  <a:ext uri="{FF2B5EF4-FFF2-40B4-BE49-F238E27FC236}">
                    <a16:creationId xmlns:a16="http://schemas.microsoft.com/office/drawing/2014/main" id="{39CE4E63-0120-4586-A613-A2CF75236E92}"/>
                  </a:ext>
                </a:extLst>
              </p:cNvPr>
              <p:cNvSpPr txBox="1"/>
              <p:nvPr/>
            </p:nvSpPr>
            <p:spPr>
              <a:xfrm>
                <a:off x="8282675" y="3444742"/>
                <a:ext cx="355235" cy="400110"/>
              </a:xfrm>
              <a:prstGeom prst="rect">
                <a:avLst/>
              </a:prstGeom>
              <a:noFill/>
            </p:spPr>
            <p:txBody>
              <a:bodyPr wrap="square" rtlCol="0">
                <a:spAutoFit/>
              </a:bodyPr>
              <a:lstStyle/>
              <a:p>
                <a:pPr algn="ctr"/>
                <a:r>
                  <a:rPr lang="en-US" altLang="zh-CN" sz="2000" b="1" dirty="0">
                    <a:solidFill>
                      <a:schemeClr val="bg1"/>
                    </a:solidFill>
                    <a:latin typeface="Arial Black" panose="020B0A04020102020204" pitchFamily="34" charset="0"/>
                    <a:ea typeface="+mj-ea"/>
                  </a:rPr>
                  <a:t>D</a:t>
                </a:r>
                <a:endParaRPr lang="zh-CN" altLang="en-US" sz="2000" b="1" dirty="0">
                  <a:solidFill>
                    <a:schemeClr val="bg1"/>
                  </a:solidFill>
                  <a:latin typeface="Arial Black" panose="020B0A04020102020204" pitchFamily="34" charset="0"/>
                  <a:ea typeface="+mj-ea"/>
                </a:endParaRPr>
              </a:p>
            </p:txBody>
          </p:sp>
        </p:grpSp>
      </p:grpSp>
      <p:grpSp>
        <p:nvGrpSpPr>
          <p:cNvPr id="50" name="组合 49">
            <a:extLst>
              <a:ext uri="{FF2B5EF4-FFF2-40B4-BE49-F238E27FC236}">
                <a16:creationId xmlns:a16="http://schemas.microsoft.com/office/drawing/2014/main" id="{244989BE-2F10-4B97-B29E-AF9AC895A2BE}"/>
              </a:ext>
            </a:extLst>
          </p:cNvPr>
          <p:cNvGrpSpPr/>
          <p:nvPr/>
        </p:nvGrpSpPr>
        <p:grpSpPr>
          <a:xfrm>
            <a:off x="7094783" y="730441"/>
            <a:ext cx="2153414" cy="461665"/>
            <a:chOff x="7094783" y="730441"/>
            <a:chExt cx="2153414" cy="461665"/>
          </a:xfrm>
        </p:grpSpPr>
        <p:sp>
          <p:nvSpPr>
            <p:cNvPr id="51" name="矩形 50">
              <a:extLst>
                <a:ext uri="{FF2B5EF4-FFF2-40B4-BE49-F238E27FC236}">
                  <a16:creationId xmlns:a16="http://schemas.microsoft.com/office/drawing/2014/main" id="{EC3A55EB-7B87-4D65-9007-9411AFC72105}"/>
                </a:ext>
              </a:extLst>
            </p:cNvPr>
            <p:cNvSpPr/>
            <p:nvPr/>
          </p:nvSpPr>
          <p:spPr>
            <a:xfrm>
              <a:off x="7094783" y="757078"/>
              <a:ext cx="2153414" cy="400110"/>
            </a:xfrm>
            <a:prstGeom prst="rect">
              <a:avLst/>
            </a:prstGeom>
            <a:solidFill>
              <a:schemeClr val="accent3"/>
            </a:solidFill>
            <a:ln>
              <a:solidFill>
                <a:schemeClr val="accent3"/>
              </a:solidFill>
            </a:ln>
          </p:spPr>
          <p:style>
            <a:lnRef idx="2">
              <a:schemeClr val="accent3">
                <a:shade val="50000"/>
              </a:schemeClr>
            </a:lnRef>
            <a:fillRef idx="1">
              <a:schemeClr val="accent3"/>
            </a:fillRef>
            <a:effectRef idx="0">
              <a:schemeClr val="accent3"/>
            </a:effectRef>
            <a:fontRef idx="minor">
              <a:schemeClr val="lt1"/>
            </a:fontRef>
          </p:style>
          <p:txBody>
            <a:bodyPr rtlCol="0" anchor="ctr"/>
            <a:lstStyle/>
            <a:p>
              <a:pPr algn="ctr"/>
              <a:endParaRPr lang="zh-CN" altLang="en-US"/>
            </a:p>
          </p:txBody>
        </p:sp>
        <p:sp>
          <p:nvSpPr>
            <p:cNvPr id="52" name="文本框 51">
              <a:extLst>
                <a:ext uri="{FF2B5EF4-FFF2-40B4-BE49-F238E27FC236}">
                  <a16:creationId xmlns:a16="http://schemas.microsoft.com/office/drawing/2014/main" id="{E2D71344-F2FB-4854-8CBB-881E8033F2DF}"/>
                </a:ext>
              </a:extLst>
            </p:cNvPr>
            <p:cNvSpPr txBox="1"/>
            <p:nvPr/>
          </p:nvSpPr>
          <p:spPr>
            <a:xfrm>
              <a:off x="7236053" y="772467"/>
              <a:ext cx="1598556" cy="400110"/>
            </a:xfrm>
            <a:prstGeom prst="rect">
              <a:avLst/>
            </a:prstGeom>
            <a:noFill/>
          </p:spPr>
          <p:txBody>
            <a:bodyPr wrap="square" rtlCol="0">
              <a:spAutoFit/>
            </a:bodyPr>
            <a:lstStyle/>
            <a:p>
              <a:pPr algn="ctr"/>
              <a:r>
                <a:rPr lang="zh-CN" altLang="en-US" sz="2000" b="1" dirty="0">
                  <a:solidFill>
                    <a:schemeClr val="bg1"/>
                  </a:solidFill>
                </a:rPr>
                <a:t>载波监听</a:t>
              </a:r>
            </a:p>
          </p:txBody>
        </p:sp>
        <p:sp>
          <p:nvSpPr>
            <p:cNvPr id="53" name="文本框 52">
              <a:extLst>
                <a:ext uri="{FF2B5EF4-FFF2-40B4-BE49-F238E27FC236}">
                  <a16:creationId xmlns:a16="http://schemas.microsoft.com/office/drawing/2014/main" id="{5426DF4A-64CD-4031-95EC-CD65FF84A15F}"/>
                </a:ext>
              </a:extLst>
            </p:cNvPr>
            <p:cNvSpPr txBox="1"/>
            <p:nvPr/>
          </p:nvSpPr>
          <p:spPr>
            <a:xfrm>
              <a:off x="8481180" y="730441"/>
              <a:ext cx="383192" cy="461665"/>
            </a:xfrm>
            <a:prstGeom prst="rect">
              <a:avLst/>
            </a:prstGeom>
            <a:noFill/>
          </p:spPr>
          <p:txBody>
            <a:bodyPr wrap="square">
              <a:spAutoFit/>
            </a:bodyPr>
            <a:lstStyle/>
            <a:p>
              <a:r>
                <a:rPr lang="en-US" altLang="zh-CN" sz="2400" b="1" dirty="0">
                  <a:solidFill>
                    <a:schemeClr val="bg1"/>
                  </a:solidFill>
                  <a:latin typeface="Arial Narrow" panose="020B0606020202030204" pitchFamily="34" charset="0"/>
                </a:rPr>
                <a:t>C</a:t>
              </a:r>
              <a:endParaRPr lang="zh-CN" altLang="en-US" sz="2400" dirty="0">
                <a:solidFill>
                  <a:schemeClr val="bg1"/>
                </a:solidFill>
              </a:endParaRPr>
            </a:p>
          </p:txBody>
        </p:sp>
        <p:sp>
          <p:nvSpPr>
            <p:cNvPr id="61" name="文本框 60">
              <a:extLst>
                <a:ext uri="{FF2B5EF4-FFF2-40B4-BE49-F238E27FC236}">
                  <a16:creationId xmlns:a16="http://schemas.microsoft.com/office/drawing/2014/main" id="{39C3139B-ED07-4252-B4ED-76840D54C225}"/>
                </a:ext>
              </a:extLst>
            </p:cNvPr>
            <p:cNvSpPr txBox="1"/>
            <p:nvPr/>
          </p:nvSpPr>
          <p:spPr>
            <a:xfrm>
              <a:off x="8675232" y="730441"/>
              <a:ext cx="383192" cy="461665"/>
            </a:xfrm>
            <a:prstGeom prst="rect">
              <a:avLst/>
            </a:prstGeom>
            <a:noFill/>
          </p:spPr>
          <p:txBody>
            <a:bodyPr wrap="square">
              <a:spAutoFit/>
            </a:bodyPr>
            <a:lstStyle/>
            <a:p>
              <a:r>
                <a:rPr lang="en-US" altLang="zh-CN" sz="2400" b="1" dirty="0">
                  <a:solidFill>
                    <a:schemeClr val="bg1"/>
                  </a:solidFill>
                  <a:latin typeface="Arial Narrow" panose="020B0606020202030204" pitchFamily="34" charset="0"/>
                </a:rPr>
                <a:t>S</a:t>
              </a:r>
              <a:endParaRPr lang="zh-CN" altLang="en-US" sz="2400" dirty="0">
                <a:solidFill>
                  <a:schemeClr val="bg1"/>
                </a:solidFill>
              </a:endParaRPr>
            </a:p>
          </p:txBody>
        </p:sp>
      </p:grpSp>
    </p:spTree>
    <p:custDataLst>
      <p:tags r:id="rId1"/>
    </p:custDataLst>
    <p:extLst>
      <p:ext uri="{BB962C8B-B14F-4D97-AF65-F5344CB8AC3E}">
        <p14:creationId xmlns:p14="http://schemas.microsoft.com/office/powerpoint/2010/main" val="3225507717"/>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2" presetClass="entr" presetSubtype="8" fill="hold" nodeType="withEffect">
                                  <p:stCondLst>
                                    <p:cond delay="0"/>
                                  </p:stCondLst>
                                  <p:childTnLst>
                                    <p:set>
                                      <p:cBhvr>
                                        <p:cTn id="6" dur="1" fill="hold">
                                          <p:stCondLst>
                                            <p:cond delay="0"/>
                                          </p:stCondLst>
                                        </p:cTn>
                                        <p:tgtEl>
                                          <p:spTgt spid="12"/>
                                        </p:tgtEl>
                                        <p:attrNameLst>
                                          <p:attrName>style.visibility</p:attrName>
                                        </p:attrNameLst>
                                      </p:cBhvr>
                                      <p:to>
                                        <p:strVal val="visible"/>
                                      </p:to>
                                    </p:set>
                                    <p:anim calcmode="lin" valueType="num">
                                      <p:cBhvr additive="base">
                                        <p:cTn id="7" dur="500"/>
                                        <p:tgtEl>
                                          <p:spTgt spid="12"/>
                                        </p:tgtEl>
                                        <p:attrNameLst>
                                          <p:attrName>ppt_x</p:attrName>
                                        </p:attrNameLst>
                                      </p:cBhvr>
                                      <p:tavLst>
                                        <p:tav tm="0">
                                          <p:val>
                                            <p:strVal val="#ppt_x-#ppt_w*1.125000"/>
                                          </p:val>
                                        </p:tav>
                                        <p:tav tm="100000">
                                          <p:val>
                                            <p:strVal val="#ppt_x"/>
                                          </p:val>
                                        </p:tav>
                                      </p:tavLst>
                                    </p:anim>
                                    <p:animEffect transition="in" filter="wipe(right)">
                                      <p:cBhvr>
                                        <p:cTn id="8" dur="500"/>
                                        <p:tgtEl>
                                          <p:spTgt spid="12"/>
                                        </p:tgtEl>
                                      </p:cBhvr>
                                    </p:animEffect>
                                  </p:childTnLst>
                                </p:cTn>
                              </p:par>
                            </p:childTnLst>
                          </p:cTn>
                        </p:par>
                      </p:childTnLst>
                    </p:cTn>
                  </p:par>
                  <p:par>
                    <p:cTn id="9" fill="hold">
                      <p:stCondLst>
                        <p:cond delay="indefinite"/>
                      </p:stCondLst>
                      <p:childTnLst>
                        <p:par>
                          <p:cTn id="10" fill="hold">
                            <p:stCondLst>
                              <p:cond delay="0"/>
                            </p:stCondLst>
                            <p:childTnLst>
                              <p:par>
                                <p:cTn id="11" presetID="47" presetClass="entr" presetSubtype="0" fill="hold" grpId="0" nodeType="clickEffect">
                                  <p:stCondLst>
                                    <p:cond delay="0"/>
                                  </p:stCondLst>
                                  <p:childTnLst>
                                    <p:set>
                                      <p:cBhvr>
                                        <p:cTn id="12" dur="1" fill="hold">
                                          <p:stCondLst>
                                            <p:cond delay="0"/>
                                          </p:stCondLst>
                                        </p:cTn>
                                        <p:tgtEl>
                                          <p:spTgt spid="64"/>
                                        </p:tgtEl>
                                        <p:attrNameLst>
                                          <p:attrName>style.visibility</p:attrName>
                                        </p:attrNameLst>
                                      </p:cBhvr>
                                      <p:to>
                                        <p:strVal val="visible"/>
                                      </p:to>
                                    </p:set>
                                    <p:animEffect transition="in" filter="fade">
                                      <p:cBhvr>
                                        <p:cTn id="13" dur="1000"/>
                                        <p:tgtEl>
                                          <p:spTgt spid="64"/>
                                        </p:tgtEl>
                                      </p:cBhvr>
                                    </p:animEffect>
                                    <p:anim calcmode="lin" valueType="num">
                                      <p:cBhvr>
                                        <p:cTn id="14" dur="1000" fill="hold"/>
                                        <p:tgtEl>
                                          <p:spTgt spid="64"/>
                                        </p:tgtEl>
                                        <p:attrNameLst>
                                          <p:attrName>ppt_x</p:attrName>
                                        </p:attrNameLst>
                                      </p:cBhvr>
                                      <p:tavLst>
                                        <p:tav tm="0">
                                          <p:val>
                                            <p:strVal val="#ppt_x"/>
                                          </p:val>
                                        </p:tav>
                                        <p:tav tm="100000">
                                          <p:val>
                                            <p:strVal val="#ppt_x"/>
                                          </p:val>
                                        </p:tav>
                                      </p:tavLst>
                                    </p:anim>
                                    <p:anim calcmode="lin" valueType="num">
                                      <p:cBhvr>
                                        <p:cTn id="15" dur="1000" fill="hold"/>
                                        <p:tgtEl>
                                          <p:spTgt spid="64"/>
                                        </p:tgtEl>
                                        <p:attrNameLst>
                                          <p:attrName>ppt_y</p:attrName>
                                        </p:attrNameLst>
                                      </p:cBhvr>
                                      <p:tavLst>
                                        <p:tav tm="0">
                                          <p:val>
                                            <p:strVal val="#ppt_y-.1"/>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64" grpId="0"/>
    </p:bldLst>
  </p:timing>
</p:sld>
</file>

<file path=ppt/slides/slide30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4" name="组合 3">
            <a:extLst>
              <a:ext uri="{FF2B5EF4-FFF2-40B4-BE49-F238E27FC236}">
                <a16:creationId xmlns:a16="http://schemas.microsoft.com/office/drawing/2014/main" id="{9A1EA9F2-FCB6-48C3-935F-7AE7E3AD14AC}"/>
              </a:ext>
            </a:extLst>
          </p:cNvPr>
          <p:cNvGrpSpPr/>
          <p:nvPr/>
        </p:nvGrpSpPr>
        <p:grpSpPr>
          <a:xfrm>
            <a:off x="304800" y="749300"/>
            <a:ext cx="6192344" cy="400110"/>
            <a:chOff x="424117" y="898245"/>
            <a:chExt cx="6192344" cy="400110"/>
          </a:xfrm>
        </p:grpSpPr>
        <p:sp>
          <p:nvSpPr>
            <p:cNvPr id="2" name="平行四边形 1">
              <a:extLst>
                <a:ext uri="{FF2B5EF4-FFF2-40B4-BE49-F238E27FC236}">
                  <a16:creationId xmlns:a16="http://schemas.microsoft.com/office/drawing/2014/main" id="{1F5BAA3F-9845-4F89-A2DD-8222D3E4EDAC}"/>
                </a:ext>
              </a:extLst>
            </p:cNvPr>
            <p:cNvSpPr/>
            <p:nvPr/>
          </p:nvSpPr>
          <p:spPr>
            <a:xfrm>
              <a:off x="424117" y="898245"/>
              <a:ext cx="628306" cy="387090"/>
            </a:xfrm>
            <a:prstGeom prst="parallelogram">
              <a:avLst/>
            </a:prstGeom>
            <a:solidFill>
              <a:schemeClr val="accent3">
                <a:lumMod val="75000"/>
              </a:schemeClr>
            </a:solidFill>
            <a:ln>
              <a:solidFill>
                <a:schemeClr val="accent3">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CN" sz="2200" dirty="0">
                  <a:latin typeface="Impact" panose="020B0806030902050204" pitchFamily="34" charset="0"/>
                </a:rPr>
                <a:t>01</a:t>
              </a:r>
              <a:endParaRPr lang="zh-CN" altLang="en-US" sz="2200" dirty="0">
                <a:latin typeface="Impact" panose="020B0806030902050204" pitchFamily="34" charset="0"/>
              </a:endParaRPr>
            </a:p>
          </p:txBody>
        </p:sp>
        <p:sp>
          <p:nvSpPr>
            <p:cNvPr id="3" name="文本框 2">
              <a:extLst>
                <a:ext uri="{FF2B5EF4-FFF2-40B4-BE49-F238E27FC236}">
                  <a16:creationId xmlns:a16="http://schemas.microsoft.com/office/drawing/2014/main" id="{4D6BD736-A4D3-4F26-AFED-36E11F50F70B}"/>
                </a:ext>
              </a:extLst>
            </p:cNvPr>
            <p:cNvSpPr txBox="1"/>
            <p:nvPr/>
          </p:nvSpPr>
          <p:spPr>
            <a:xfrm>
              <a:off x="1052423" y="898245"/>
              <a:ext cx="5564038" cy="400110"/>
            </a:xfrm>
            <a:prstGeom prst="rect">
              <a:avLst/>
            </a:prstGeom>
            <a:noFill/>
          </p:spPr>
          <p:txBody>
            <a:bodyPr wrap="square" rtlCol="0">
              <a:spAutoFit/>
            </a:bodyPr>
            <a:lstStyle/>
            <a:p>
              <a:r>
                <a:rPr lang="en-US" altLang="zh-CN" sz="2000" b="1" dirty="0"/>
                <a:t>CSMA/CD</a:t>
              </a:r>
              <a:r>
                <a:rPr lang="zh-CN" altLang="en-US" sz="2000" b="1" dirty="0"/>
                <a:t>协议的基本原理</a:t>
              </a:r>
              <a:endParaRPr lang="en-US" altLang="zh-CN" sz="2000" b="1" dirty="0"/>
            </a:p>
          </p:txBody>
        </p:sp>
      </p:grpSp>
      <p:grpSp>
        <p:nvGrpSpPr>
          <p:cNvPr id="5" name="组合 4">
            <a:extLst>
              <a:ext uri="{FF2B5EF4-FFF2-40B4-BE49-F238E27FC236}">
                <a16:creationId xmlns:a16="http://schemas.microsoft.com/office/drawing/2014/main" id="{C01E6C52-422B-4C95-B19D-1CED5810DA03}"/>
              </a:ext>
            </a:extLst>
          </p:cNvPr>
          <p:cNvGrpSpPr/>
          <p:nvPr/>
        </p:nvGrpSpPr>
        <p:grpSpPr>
          <a:xfrm>
            <a:off x="4462359" y="730007"/>
            <a:ext cx="2153414" cy="461665"/>
            <a:chOff x="4462359" y="730007"/>
            <a:chExt cx="2153414" cy="461665"/>
          </a:xfrm>
        </p:grpSpPr>
        <p:sp>
          <p:nvSpPr>
            <p:cNvPr id="6" name="矩形 5">
              <a:extLst>
                <a:ext uri="{FF2B5EF4-FFF2-40B4-BE49-F238E27FC236}">
                  <a16:creationId xmlns:a16="http://schemas.microsoft.com/office/drawing/2014/main" id="{BC2570DD-396E-4D25-AF51-7823C90107CF}"/>
                </a:ext>
              </a:extLst>
            </p:cNvPr>
            <p:cNvSpPr/>
            <p:nvPr/>
          </p:nvSpPr>
          <p:spPr>
            <a:xfrm>
              <a:off x="4462359" y="757078"/>
              <a:ext cx="2153414" cy="400110"/>
            </a:xfrm>
            <a:prstGeom prst="rect">
              <a:avLst/>
            </a:prstGeom>
            <a:solidFill>
              <a:schemeClr val="bg2">
                <a:lumMod val="90000"/>
              </a:schemeClr>
            </a:solidFill>
            <a:ln>
              <a:solidFill>
                <a:schemeClr val="bg2">
                  <a:lumMod val="90000"/>
                </a:schemeClr>
              </a:solidFill>
            </a:ln>
          </p:spPr>
          <p:style>
            <a:lnRef idx="2">
              <a:schemeClr val="accent4">
                <a:shade val="50000"/>
              </a:schemeClr>
            </a:lnRef>
            <a:fillRef idx="1">
              <a:schemeClr val="accent4"/>
            </a:fillRef>
            <a:effectRef idx="0">
              <a:schemeClr val="accent4"/>
            </a:effectRef>
            <a:fontRef idx="minor">
              <a:schemeClr val="lt1"/>
            </a:fontRef>
          </p:style>
          <p:txBody>
            <a:bodyPr rtlCol="0" anchor="ctr"/>
            <a:lstStyle/>
            <a:p>
              <a:pPr algn="ctr"/>
              <a:endParaRPr lang="zh-CN" altLang="en-US" b="1" dirty="0"/>
            </a:p>
          </p:txBody>
        </p:sp>
        <p:sp>
          <p:nvSpPr>
            <p:cNvPr id="8" name="文本框 7">
              <a:extLst>
                <a:ext uri="{FF2B5EF4-FFF2-40B4-BE49-F238E27FC236}">
                  <a16:creationId xmlns:a16="http://schemas.microsoft.com/office/drawing/2014/main" id="{D124AB74-A7F3-4D08-8C3C-B508C7C6A51C}"/>
                </a:ext>
              </a:extLst>
            </p:cNvPr>
            <p:cNvSpPr txBox="1"/>
            <p:nvPr/>
          </p:nvSpPr>
          <p:spPr>
            <a:xfrm>
              <a:off x="4473322" y="772467"/>
              <a:ext cx="1598556" cy="400110"/>
            </a:xfrm>
            <a:prstGeom prst="rect">
              <a:avLst/>
            </a:prstGeom>
            <a:noFill/>
          </p:spPr>
          <p:txBody>
            <a:bodyPr wrap="square" rtlCol="0">
              <a:spAutoFit/>
            </a:bodyPr>
            <a:lstStyle/>
            <a:p>
              <a:pPr algn="ctr"/>
              <a:r>
                <a:rPr lang="zh-CN" altLang="en-US" sz="2000" b="1" dirty="0">
                  <a:solidFill>
                    <a:schemeClr val="bg1"/>
                  </a:solidFill>
                </a:rPr>
                <a:t>多址接入</a:t>
              </a:r>
            </a:p>
          </p:txBody>
        </p:sp>
        <p:sp>
          <p:nvSpPr>
            <p:cNvPr id="41" name="文本框 40">
              <a:extLst>
                <a:ext uri="{FF2B5EF4-FFF2-40B4-BE49-F238E27FC236}">
                  <a16:creationId xmlns:a16="http://schemas.microsoft.com/office/drawing/2014/main" id="{0FCCC336-AB70-403B-BE37-A1B698CF616F}"/>
                </a:ext>
              </a:extLst>
            </p:cNvPr>
            <p:cNvSpPr txBox="1"/>
            <p:nvPr/>
          </p:nvSpPr>
          <p:spPr>
            <a:xfrm>
              <a:off x="5708713" y="730007"/>
              <a:ext cx="383192" cy="461665"/>
            </a:xfrm>
            <a:prstGeom prst="rect">
              <a:avLst/>
            </a:prstGeom>
            <a:noFill/>
          </p:spPr>
          <p:txBody>
            <a:bodyPr wrap="square">
              <a:spAutoFit/>
            </a:bodyPr>
            <a:lstStyle/>
            <a:p>
              <a:r>
                <a:rPr lang="en-US" altLang="zh-CN" sz="2400" b="1" dirty="0">
                  <a:solidFill>
                    <a:schemeClr val="bg1"/>
                  </a:solidFill>
                  <a:latin typeface="Arial Narrow" panose="020B0606020202030204" pitchFamily="34" charset="0"/>
                </a:rPr>
                <a:t>M</a:t>
              </a:r>
              <a:endParaRPr lang="zh-CN" altLang="en-US" sz="2400" dirty="0">
                <a:solidFill>
                  <a:schemeClr val="bg1"/>
                </a:solidFill>
              </a:endParaRPr>
            </a:p>
          </p:txBody>
        </p:sp>
        <p:sp>
          <p:nvSpPr>
            <p:cNvPr id="54" name="文本框 53">
              <a:extLst>
                <a:ext uri="{FF2B5EF4-FFF2-40B4-BE49-F238E27FC236}">
                  <a16:creationId xmlns:a16="http://schemas.microsoft.com/office/drawing/2014/main" id="{B5431C6C-A9AE-4820-962C-B2D3EB67BE9B}"/>
                </a:ext>
              </a:extLst>
            </p:cNvPr>
            <p:cNvSpPr txBox="1"/>
            <p:nvPr/>
          </p:nvSpPr>
          <p:spPr>
            <a:xfrm>
              <a:off x="5948810" y="730007"/>
              <a:ext cx="383192" cy="461665"/>
            </a:xfrm>
            <a:prstGeom prst="rect">
              <a:avLst/>
            </a:prstGeom>
            <a:noFill/>
          </p:spPr>
          <p:txBody>
            <a:bodyPr wrap="square">
              <a:spAutoFit/>
            </a:bodyPr>
            <a:lstStyle/>
            <a:p>
              <a:r>
                <a:rPr lang="en-US" altLang="zh-CN" sz="2400" b="1" dirty="0">
                  <a:solidFill>
                    <a:schemeClr val="bg1"/>
                  </a:solidFill>
                  <a:latin typeface="Arial Narrow" panose="020B0606020202030204" pitchFamily="34" charset="0"/>
                </a:rPr>
                <a:t>A</a:t>
              </a:r>
              <a:endParaRPr lang="zh-CN" altLang="en-US" sz="2400" dirty="0">
                <a:solidFill>
                  <a:schemeClr val="bg1"/>
                </a:solidFill>
              </a:endParaRPr>
            </a:p>
          </p:txBody>
        </p:sp>
      </p:grpSp>
      <p:grpSp>
        <p:nvGrpSpPr>
          <p:cNvPr id="7" name="组合 6">
            <a:extLst>
              <a:ext uri="{FF2B5EF4-FFF2-40B4-BE49-F238E27FC236}">
                <a16:creationId xmlns:a16="http://schemas.microsoft.com/office/drawing/2014/main" id="{B9C158CC-93D8-4410-8E32-3C037291B916}"/>
              </a:ext>
            </a:extLst>
          </p:cNvPr>
          <p:cNvGrpSpPr/>
          <p:nvPr/>
        </p:nvGrpSpPr>
        <p:grpSpPr>
          <a:xfrm>
            <a:off x="7094783" y="730441"/>
            <a:ext cx="2153414" cy="461665"/>
            <a:chOff x="7094783" y="730441"/>
            <a:chExt cx="2153414" cy="461665"/>
          </a:xfrm>
        </p:grpSpPr>
        <p:sp>
          <p:nvSpPr>
            <p:cNvPr id="56" name="矩形 55">
              <a:extLst>
                <a:ext uri="{FF2B5EF4-FFF2-40B4-BE49-F238E27FC236}">
                  <a16:creationId xmlns:a16="http://schemas.microsoft.com/office/drawing/2014/main" id="{3C4796E6-AC0C-457E-9848-A637639E67CC}"/>
                </a:ext>
              </a:extLst>
            </p:cNvPr>
            <p:cNvSpPr/>
            <p:nvPr/>
          </p:nvSpPr>
          <p:spPr>
            <a:xfrm>
              <a:off x="7094783" y="757078"/>
              <a:ext cx="2153414" cy="400110"/>
            </a:xfrm>
            <a:prstGeom prst="rect">
              <a:avLst/>
            </a:prstGeom>
            <a:solidFill>
              <a:schemeClr val="bg2">
                <a:lumMod val="90000"/>
              </a:schemeClr>
            </a:solidFill>
            <a:ln>
              <a:solidFill>
                <a:schemeClr val="bg2">
                  <a:lumMod val="90000"/>
                </a:schemeClr>
              </a:solidFill>
            </a:ln>
          </p:spPr>
          <p:style>
            <a:lnRef idx="2">
              <a:schemeClr val="accent3">
                <a:shade val="50000"/>
              </a:schemeClr>
            </a:lnRef>
            <a:fillRef idx="1">
              <a:schemeClr val="accent3"/>
            </a:fillRef>
            <a:effectRef idx="0">
              <a:schemeClr val="accent3"/>
            </a:effectRef>
            <a:fontRef idx="minor">
              <a:schemeClr val="lt1"/>
            </a:fontRef>
          </p:style>
          <p:txBody>
            <a:bodyPr rtlCol="0" anchor="ctr"/>
            <a:lstStyle/>
            <a:p>
              <a:pPr algn="ctr"/>
              <a:endParaRPr lang="zh-CN" altLang="en-US"/>
            </a:p>
          </p:txBody>
        </p:sp>
        <p:sp>
          <p:nvSpPr>
            <p:cNvPr id="59" name="文本框 58">
              <a:extLst>
                <a:ext uri="{FF2B5EF4-FFF2-40B4-BE49-F238E27FC236}">
                  <a16:creationId xmlns:a16="http://schemas.microsoft.com/office/drawing/2014/main" id="{C8D143D7-F7E3-4FC0-A8A1-BD4C812C40DB}"/>
                </a:ext>
              </a:extLst>
            </p:cNvPr>
            <p:cNvSpPr txBox="1"/>
            <p:nvPr/>
          </p:nvSpPr>
          <p:spPr>
            <a:xfrm>
              <a:off x="7236053" y="772467"/>
              <a:ext cx="1598556" cy="400110"/>
            </a:xfrm>
            <a:prstGeom prst="rect">
              <a:avLst/>
            </a:prstGeom>
            <a:noFill/>
          </p:spPr>
          <p:txBody>
            <a:bodyPr wrap="square" rtlCol="0">
              <a:spAutoFit/>
            </a:bodyPr>
            <a:lstStyle/>
            <a:p>
              <a:pPr algn="ctr"/>
              <a:r>
                <a:rPr lang="zh-CN" altLang="en-US" sz="2000" b="1" dirty="0">
                  <a:solidFill>
                    <a:schemeClr val="bg1"/>
                  </a:solidFill>
                </a:rPr>
                <a:t>载波监听</a:t>
              </a:r>
            </a:p>
          </p:txBody>
        </p:sp>
        <p:sp>
          <p:nvSpPr>
            <p:cNvPr id="38" name="文本框 37">
              <a:extLst>
                <a:ext uri="{FF2B5EF4-FFF2-40B4-BE49-F238E27FC236}">
                  <a16:creationId xmlns:a16="http://schemas.microsoft.com/office/drawing/2014/main" id="{84A31281-0C7C-4AD1-BF1E-5FB4696F26F7}"/>
                </a:ext>
              </a:extLst>
            </p:cNvPr>
            <p:cNvSpPr txBox="1"/>
            <p:nvPr/>
          </p:nvSpPr>
          <p:spPr>
            <a:xfrm>
              <a:off x="8481180" y="730441"/>
              <a:ext cx="383192" cy="461665"/>
            </a:xfrm>
            <a:prstGeom prst="rect">
              <a:avLst/>
            </a:prstGeom>
            <a:noFill/>
          </p:spPr>
          <p:txBody>
            <a:bodyPr wrap="square">
              <a:spAutoFit/>
            </a:bodyPr>
            <a:lstStyle/>
            <a:p>
              <a:r>
                <a:rPr lang="en-US" altLang="zh-CN" sz="2400" b="1" dirty="0">
                  <a:solidFill>
                    <a:schemeClr val="bg1"/>
                  </a:solidFill>
                  <a:latin typeface="Arial Narrow" panose="020B0606020202030204" pitchFamily="34" charset="0"/>
                </a:rPr>
                <a:t>C</a:t>
              </a:r>
              <a:endParaRPr lang="zh-CN" altLang="en-US" sz="2400" dirty="0">
                <a:solidFill>
                  <a:schemeClr val="bg1"/>
                </a:solidFill>
              </a:endParaRPr>
            </a:p>
          </p:txBody>
        </p:sp>
        <p:sp>
          <p:nvSpPr>
            <p:cNvPr id="39" name="文本框 38">
              <a:extLst>
                <a:ext uri="{FF2B5EF4-FFF2-40B4-BE49-F238E27FC236}">
                  <a16:creationId xmlns:a16="http://schemas.microsoft.com/office/drawing/2014/main" id="{D1527A42-5BA8-4F70-8A58-1322EC2698B7}"/>
                </a:ext>
              </a:extLst>
            </p:cNvPr>
            <p:cNvSpPr txBox="1"/>
            <p:nvPr/>
          </p:nvSpPr>
          <p:spPr>
            <a:xfrm>
              <a:off x="8675232" y="730441"/>
              <a:ext cx="383192" cy="461665"/>
            </a:xfrm>
            <a:prstGeom prst="rect">
              <a:avLst/>
            </a:prstGeom>
            <a:noFill/>
          </p:spPr>
          <p:txBody>
            <a:bodyPr wrap="square">
              <a:spAutoFit/>
            </a:bodyPr>
            <a:lstStyle/>
            <a:p>
              <a:r>
                <a:rPr lang="en-US" altLang="zh-CN" sz="2400" b="1" dirty="0">
                  <a:solidFill>
                    <a:schemeClr val="bg1"/>
                  </a:solidFill>
                  <a:latin typeface="Arial Narrow" panose="020B0606020202030204" pitchFamily="34" charset="0"/>
                </a:rPr>
                <a:t>S</a:t>
              </a:r>
              <a:endParaRPr lang="zh-CN" altLang="en-US" sz="2400" dirty="0">
                <a:solidFill>
                  <a:schemeClr val="bg1"/>
                </a:solidFill>
              </a:endParaRPr>
            </a:p>
          </p:txBody>
        </p:sp>
      </p:grpSp>
      <p:grpSp>
        <p:nvGrpSpPr>
          <p:cNvPr id="9" name="组合 8">
            <a:extLst>
              <a:ext uri="{FF2B5EF4-FFF2-40B4-BE49-F238E27FC236}">
                <a16:creationId xmlns:a16="http://schemas.microsoft.com/office/drawing/2014/main" id="{46C7C9F9-77AF-4E79-B679-41F2B5E760D4}"/>
              </a:ext>
            </a:extLst>
          </p:cNvPr>
          <p:cNvGrpSpPr/>
          <p:nvPr/>
        </p:nvGrpSpPr>
        <p:grpSpPr>
          <a:xfrm>
            <a:off x="9727206" y="734232"/>
            <a:ext cx="2153414" cy="461665"/>
            <a:chOff x="9727206" y="734232"/>
            <a:chExt cx="2153414" cy="461665"/>
          </a:xfrm>
        </p:grpSpPr>
        <p:sp>
          <p:nvSpPr>
            <p:cNvPr id="58" name="矩形 57">
              <a:extLst>
                <a:ext uri="{FF2B5EF4-FFF2-40B4-BE49-F238E27FC236}">
                  <a16:creationId xmlns:a16="http://schemas.microsoft.com/office/drawing/2014/main" id="{8C738A42-5B66-4505-B03D-160313542C6B}"/>
                </a:ext>
              </a:extLst>
            </p:cNvPr>
            <p:cNvSpPr/>
            <p:nvPr/>
          </p:nvSpPr>
          <p:spPr>
            <a:xfrm>
              <a:off x="9727206" y="757078"/>
              <a:ext cx="2153414" cy="400110"/>
            </a:xfrm>
            <a:prstGeom prst="rect">
              <a:avLst/>
            </a:prstGeom>
            <a:solidFill>
              <a:schemeClr val="bg2">
                <a:lumMod val="90000"/>
              </a:schemeClr>
            </a:solidFill>
            <a:ln>
              <a:solidFill>
                <a:schemeClr val="bg2">
                  <a:lumMod val="90000"/>
                </a:schemeClr>
              </a:solidFill>
            </a:ln>
          </p:spPr>
          <p:style>
            <a:lnRef idx="2">
              <a:schemeClr val="accent5">
                <a:shade val="50000"/>
              </a:schemeClr>
            </a:lnRef>
            <a:fillRef idx="1">
              <a:schemeClr val="accent5"/>
            </a:fillRef>
            <a:effectRef idx="0">
              <a:schemeClr val="accent5"/>
            </a:effectRef>
            <a:fontRef idx="minor">
              <a:schemeClr val="lt1"/>
            </a:fontRef>
          </p:style>
          <p:txBody>
            <a:bodyPr rtlCol="0" anchor="ctr"/>
            <a:lstStyle/>
            <a:p>
              <a:pPr algn="ctr"/>
              <a:endParaRPr lang="zh-CN" altLang="en-US"/>
            </a:p>
          </p:txBody>
        </p:sp>
        <p:sp>
          <p:nvSpPr>
            <p:cNvPr id="60" name="文本框 59">
              <a:extLst>
                <a:ext uri="{FF2B5EF4-FFF2-40B4-BE49-F238E27FC236}">
                  <a16:creationId xmlns:a16="http://schemas.microsoft.com/office/drawing/2014/main" id="{AB15AA99-A243-45C1-AE07-0B685612E43F}"/>
                </a:ext>
              </a:extLst>
            </p:cNvPr>
            <p:cNvSpPr txBox="1"/>
            <p:nvPr/>
          </p:nvSpPr>
          <p:spPr>
            <a:xfrm>
              <a:off x="9791788" y="772467"/>
              <a:ext cx="1598556" cy="400110"/>
            </a:xfrm>
            <a:prstGeom prst="rect">
              <a:avLst/>
            </a:prstGeom>
            <a:noFill/>
          </p:spPr>
          <p:txBody>
            <a:bodyPr wrap="square" rtlCol="0">
              <a:spAutoFit/>
            </a:bodyPr>
            <a:lstStyle/>
            <a:p>
              <a:pPr algn="ctr"/>
              <a:r>
                <a:rPr lang="zh-CN" altLang="en-US" sz="2000" b="1" dirty="0">
                  <a:solidFill>
                    <a:schemeClr val="bg1"/>
                  </a:solidFill>
                </a:rPr>
                <a:t>碰撞检测</a:t>
              </a:r>
            </a:p>
          </p:txBody>
        </p:sp>
        <p:sp>
          <p:nvSpPr>
            <p:cNvPr id="55" name="文本框 54">
              <a:extLst>
                <a:ext uri="{FF2B5EF4-FFF2-40B4-BE49-F238E27FC236}">
                  <a16:creationId xmlns:a16="http://schemas.microsoft.com/office/drawing/2014/main" id="{F7208B3A-F0CA-46E2-A78F-A769880DCC09}"/>
                </a:ext>
              </a:extLst>
            </p:cNvPr>
            <p:cNvSpPr txBox="1"/>
            <p:nvPr/>
          </p:nvSpPr>
          <p:spPr>
            <a:xfrm>
              <a:off x="11033742" y="734232"/>
              <a:ext cx="383192" cy="461665"/>
            </a:xfrm>
            <a:prstGeom prst="rect">
              <a:avLst/>
            </a:prstGeom>
            <a:noFill/>
          </p:spPr>
          <p:txBody>
            <a:bodyPr wrap="square">
              <a:spAutoFit/>
            </a:bodyPr>
            <a:lstStyle/>
            <a:p>
              <a:r>
                <a:rPr lang="en-US" altLang="zh-CN" sz="2400" b="1" dirty="0">
                  <a:solidFill>
                    <a:schemeClr val="bg1"/>
                  </a:solidFill>
                  <a:latin typeface="Arial Narrow" panose="020B0606020202030204" pitchFamily="34" charset="0"/>
                </a:rPr>
                <a:t>C</a:t>
              </a:r>
              <a:endParaRPr lang="zh-CN" altLang="en-US" sz="2400" dirty="0">
                <a:solidFill>
                  <a:schemeClr val="bg1"/>
                </a:solidFill>
              </a:endParaRPr>
            </a:p>
          </p:txBody>
        </p:sp>
        <p:sp>
          <p:nvSpPr>
            <p:cNvPr id="57" name="文本框 56">
              <a:extLst>
                <a:ext uri="{FF2B5EF4-FFF2-40B4-BE49-F238E27FC236}">
                  <a16:creationId xmlns:a16="http://schemas.microsoft.com/office/drawing/2014/main" id="{F625F8B0-68ED-4238-86A5-61737324B156}"/>
                </a:ext>
              </a:extLst>
            </p:cNvPr>
            <p:cNvSpPr txBox="1"/>
            <p:nvPr/>
          </p:nvSpPr>
          <p:spPr>
            <a:xfrm>
              <a:off x="11260686" y="734232"/>
              <a:ext cx="383192" cy="461665"/>
            </a:xfrm>
            <a:prstGeom prst="rect">
              <a:avLst/>
            </a:prstGeom>
            <a:noFill/>
          </p:spPr>
          <p:txBody>
            <a:bodyPr wrap="square">
              <a:spAutoFit/>
            </a:bodyPr>
            <a:lstStyle/>
            <a:p>
              <a:r>
                <a:rPr lang="en-US" altLang="zh-CN" sz="2400" b="1" dirty="0">
                  <a:solidFill>
                    <a:schemeClr val="bg1"/>
                  </a:solidFill>
                  <a:latin typeface="Arial Narrow" panose="020B0606020202030204" pitchFamily="34" charset="0"/>
                </a:rPr>
                <a:t>D</a:t>
              </a:r>
              <a:endParaRPr lang="zh-CN" altLang="en-US" sz="2400" dirty="0">
                <a:solidFill>
                  <a:schemeClr val="bg1"/>
                </a:solidFill>
              </a:endParaRPr>
            </a:p>
          </p:txBody>
        </p:sp>
      </p:grpSp>
      <p:grpSp>
        <p:nvGrpSpPr>
          <p:cNvPr id="25" name="组合 24">
            <a:extLst>
              <a:ext uri="{FF2B5EF4-FFF2-40B4-BE49-F238E27FC236}">
                <a16:creationId xmlns:a16="http://schemas.microsoft.com/office/drawing/2014/main" id="{A53F2F16-666E-49B5-900C-EE2365802BB6}"/>
              </a:ext>
            </a:extLst>
          </p:cNvPr>
          <p:cNvGrpSpPr/>
          <p:nvPr/>
        </p:nvGrpSpPr>
        <p:grpSpPr>
          <a:xfrm>
            <a:off x="2455280" y="1720180"/>
            <a:ext cx="7180791" cy="812800"/>
            <a:chOff x="2455280" y="3752911"/>
            <a:chExt cx="7180791" cy="812800"/>
          </a:xfrm>
        </p:grpSpPr>
        <p:cxnSp>
          <p:nvCxnSpPr>
            <p:cNvPr id="26" name="直接连接符 25">
              <a:extLst>
                <a:ext uri="{FF2B5EF4-FFF2-40B4-BE49-F238E27FC236}">
                  <a16:creationId xmlns:a16="http://schemas.microsoft.com/office/drawing/2014/main" id="{242FA538-70F3-4A91-A0A1-2978B2AB59B3}"/>
                </a:ext>
              </a:extLst>
            </p:cNvPr>
            <p:cNvCxnSpPr/>
            <p:nvPr/>
          </p:nvCxnSpPr>
          <p:spPr>
            <a:xfrm flipV="1">
              <a:off x="9636071" y="3752911"/>
              <a:ext cx="0" cy="812800"/>
            </a:xfrm>
            <a:prstGeom prst="line">
              <a:avLst/>
            </a:prstGeom>
            <a:ln w="152400">
              <a:solidFill>
                <a:schemeClr val="tx1"/>
              </a:solidFill>
              <a:tailEnd w="med" len="lg"/>
            </a:ln>
          </p:spPr>
          <p:style>
            <a:lnRef idx="1">
              <a:schemeClr val="accent1"/>
            </a:lnRef>
            <a:fillRef idx="0">
              <a:schemeClr val="accent1"/>
            </a:fillRef>
            <a:effectRef idx="0">
              <a:schemeClr val="accent1"/>
            </a:effectRef>
            <a:fontRef idx="minor">
              <a:schemeClr val="tx1"/>
            </a:fontRef>
          </p:style>
        </p:cxnSp>
        <p:cxnSp>
          <p:nvCxnSpPr>
            <p:cNvPr id="27" name="直接连接符 26">
              <a:extLst>
                <a:ext uri="{FF2B5EF4-FFF2-40B4-BE49-F238E27FC236}">
                  <a16:creationId xmlns:a16="http://schemas.microsoft.com/office/drawing/2014/main" id="{F21D0102-E2A1-4D3E-9DC3-885D830E96D0}"/>
                </a:ext>
              </a:extLst>
            </p:cNvPr>
            <p:cNvCxnSpPr/>
            <p:nvPr/>
          </p:nvCxnSpPr>
          <p:spPr>
            <a:xfrm flipV="1">
              <a:off x="2455280" y="3752911"/>
              <a:ext cx="0" cy="812800"/>
            </a:xfrm>
            <a:prstGeom prst="line">
              <a:avLst/>
            </a:prstGeom>
            <a:ln w="152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8" name="直接连接符 27">
              <a:extLst>
                <a:ext uri="{FF2B5EF4-FFF2-40B4-BE49-F238E27FC236}">
                  <a16:creationId xmlns:a16="http://schemas.microsoft.com/office/drawing/2014/main" id="{AB2C8EEA-0851-44A9-80D2-87DFBEA1F73A}"/>
                </a:ext>
              </a:extLst>
            </p:cNvPr>
            <p:cNvCxnSpPr/>
            <p:nvPr/>
          </p:nvCxnSpPr>
          <p:spPr>
            <a:xfrm flipV="1">
              <a:off x="4878779" y="3752911"/>
              <a:ext cx="0" cy="812800"/>
            </a:xfrm>
            <a:prstGeom prst="line">
              <a:avLst/>
            </a:prstGeom>
            <a:ln w="152400">
              <a:solidFill>
                <a:schemeClr val="tx1"/>
              </a:solidFill>
              <a:tailEnd w="med" len="lg"/>
            </a:ln>
          </p:spPr>
          <p:style>
            <a:lnRef idx="1">
              <a:schemeClr val="accent1"/>
            </a:lnRef>
            <a:fillRef idx="0">
              <a:schemeClr val="accent1"/>
            </a:fillRef>
            <a:effectRef idx="0">
              <a:schemeClr val="accent1"/>
            </a:effectRef>
            <a:fontRef idx="minor">
              <a:schemeClr val="tx1"/>
            </a:fontRef>
          </p:style>
        </p:cxnSp>
        <p:cxnSp>
          <p:nvCxnSpPr>
            <p:cNvPr id="29" name="直接连接符 28">
              <a:extLst>
                <a:ext uri="{FF2B5EF4-FFF2-40B4-BE49-F238E27FC236}">
                  <a16:creationId xmlns:a16="http://schemas.microsoft.com/office/drawing/2014/main" id="{536174B3-7078-4268-ABF0-FDE23864C53A}"/>
                </a:ext>
              </a:extLst>
            </p:cNvPr>
            <p:cNvCxnSpPr/>
            <p:nvPr/>
          </p:nvCxnSpPr>
          <p:spPr>
            <a:xfrm flipV="1">
              <a:off x="7249637" y="3752911"/>
              <a:ext cx="0" cy="812800"/>
            </a:xfrm>
            <a:prstGeom prst="line">
              <a:avLst/>
            </a:prstGeom>
            <a:ln w="1524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30" name="组合 29">
            <a:extLst>
              <a:ext uri="{FF2B5EF4-FFF2-40B4-BE49-F238E27FC236}">
                <a16:creationId xmlns:a16="http://schemas.microsoft.com/office/drawing/2014/main" id="{B2DEEF20-80ED-4B25-8707-42A86FB12C98}"/>
              </a:ext>
            </a:extLst>
          </p:cNvPr>
          <p:cNvGrpSpPr/>
          <p:nvPr/>
        </p:nvGrpSpPr>
        <p:grpSpPr>
          <a:xfrm>
            <a:off x="1618162" y="1566769"/>
            <a:ext cx="8955675" cy="238462"/>
            <a:chOff x="1618162" y="3599500"/>
            <a:chExt cx="8955675" cy="238462"/>
          </a:xfrm>
        </p:grpSpPr>
        <p:cxnSp>
          <p:nvCxnSpPr>
            <p:cNvPr id="31" name="直接连接符 30">
              <a:extLst>
                <a:ext uri="{FF2B5EF4-FFF2-40B4-BE49-F238E27FC236}">
                  <a16:creationId xmlns:a16="http://schemas.microsoft.com/office/drawing/2014/main" id="{837D477A-5171-490F-B6D4-97C6D7A8A650}"/>
                </a:ext>
              </a:extLst>
            </p:cNvPr>
            <p:cNvCxnSpPr>
              <a:cxnSpLocks/>
            </p:cNvCxnSpPr>
            <p:nvPr/>
          </p:nvCxnSpPr>
          <p:spPr>
            <a:xfrm>
              <a:off x="1749794" y="3725200"/>
              <a:ext cx="8622888" cy="0"/>
            </a:xfrm>
            <a:prstGeom prst="line">
              <a:avLst/>
            </a:prstGeom>
            <a:ln w="152400">
              <a:solidFill>
                <a:schemeClr val="tx1"/>
              </a:solidFill>
            </a:ln>
          </p:spPr>
          <p:style>
            <a:lnRef idx="1">
              <a:schemeClr val="accent1"/>
            </a:lnRef>
            <a:fillRef idx="0">
              <a:schemeClr val="accent1"/>
            </a:fillRef>
            <a:effectRef idx="0">
              <a:schemeClr val="accent1"/>
            </a:effectRef>
            <a:fontRef idx="minor">
              <a:schemeClr val="tx1"/>
            </a:fontRef>
          </p:style>
        </p:cxnSp>
        <p:sp>
          <p:nvSpPr>
            <p:cNvPr id="32" name="矩形 31">
              <a:extLst>
                <a:ext uri="{FF2B5EF4-FFF2-40B4-BE49-F238E27FC236}">
                  <a16:creationId xmlns:a16="http://schemas.microsoft.com/office/drawing/2014/main" id="{D0513BC0-5BBA-4500-8077-440780C8EB78}"/>
                </a:ext>
              </a:extLst>
            </p:cNvPr>
            <p:cNvSpPr/>
            <p:nvPr/>
          </p:nvSpPr>
          <p:spPr>
            <a:xfrm>
              <a:off x="1618162" y="3599500"/>
              <a:ext cx="225524" cy="225524"/>
            </a:xfrm>
            <a:prstGeom prst="rect">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33" name="矩形 32">
              <a:extLst>
                <a:ext uri="{FF2B5EF4-FFF2-40B4-BE49-F238E27FC236}">
                  <a16:creationId xmlns:a16="http://schemas.microsoft.com/office/drawing/2014/main" id="{0E184DA7-F858-483A-B4A1-7B85D64E8273}"/>
                </a:ext>
              </a:extLst>
            </p:cNvPr>
            <p:cNvSpPr/>
            <p:nvPr/>
          </p:nvSpPr>
          <p:spPr>
            <a:xfrm>
              <a:off x="10348313" y="3612438"/>
              <a:ext cx="225524" cy="225524"/>
            </a:xfrm>
            <a:prstGeom prst="rect">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grpSp>
      <p:grpSp>
        <p:nvGrpSpPr>
          <p:cNvPr id="34" name="组合 33">
            <a:extLst>
              <a:ext uri="{FF2B5EF4-FFF2-40B4-BE49-F238E27FC236}">
                <a16:creationId xmlns:a16="http://schemas.microsoft.com/office/drawing/2014/main" id="{0DFB39EB-FEA0-438F-AA58-EC795A998106}"/>
              </a:ext>
            </a:extLst>
          </p:cNvPr>
          <p:cNvGrpSpPr/>
          <p:nvPr/>
        </p:nvGrpSpPr>
        <p:grpSpPr>
          <a:xfrm>
            <a:off x="1968674" y="2412905"/>
            <a:ext cx="7852814" cy="641082"/>
            <a:chOff x="1968674" y="4445636"/>
            <a:chExt cx="7852814" cy="641082"/>
          </a:xfrm>
        </p:grpSpPr>
        <p:grpSp>
          <p:nvGrpSpPr>
            <p:cNvPr id="35" name="组合 34">
              <a:extLst>
                <a:ext uri="{FF2B5EF4-FFF2-40B4-BE49-F238E27FC236}">
                  <a16:creationId xmlns:a16="http://schemas.microsoft.com/office/drawing/2014/main" id="{BF807099-7B3E-40CD-8303-26A049401039}"/>
                </a:ext>
              </a:extLst>
            </p:cNvPr>
            <p:cNvGrpSpPr/>
            <p:nvPr/>
          </p:nvGrpSpPr>
          <p:grpSpPr>
            <a:xfrm>
              <a:off x="1968674" y="4445636"/>
              <a:ext cx="662814" cy="641082"/>
              <a:chOff x="812355" y="3422987"/>
              <a:chExt cx="662814" cy="641082"/>
            </a:xfrm>
          </p:grpSpPr>
          <p:pic>
            <p:nvPicPr>
              <p:cNvPr id="48" name="图形 47">
                <a:extLst>
                  <a:ext uri="{FF2B5EF4-FFF2-40B4-BE49-F238E27FC236}">
                    <a16:creationId xmlns:a16="http://schemas.microsoft.com/office/drawing/2014/main" id="{1C6CE519-73F7-48EC-9BF7-9DD329B4C743}"/>
                  </a:ext>
                </a:extLst>
              </p:cNvPr>
              <p:cNvPicPr>
                <a:picLocks noChangeAspect="1"/>
              </p:cNvPicPr>
              <p:nvPr/>
            </p:nvPicPr>
            <p:blipFill>
              <a:blip r:embed="rId3">
                <a:extLst>
                  <a:ext uri="{28A0092B-C50C-407E-A947-70E740481C1C}">
                    <a14:useLocalDpi xmlns:a14="http://schemas.microsoft.com/office/drawing/2010/main" val="0"/>
                  </a:ext>
                  <a:ext uri="{96DAC541-7B7A-43D3-8B79-37D633B846F1}">
                    <asvg:svgBlip xmlns:asvg="http://schemas.microsoft.com/office/drawing/2016/SVG/main" r:embed="rId4"/>
                  </a:ext>
                </a:extLst>
              </a:blip>
              <a:stretch>
                <a:fillRect/>
              </a:stretch>
            </p:blipFill>
            <p:spPr>
              <a:xfrm>
                <a:off x="812355" y="3422987"/>
                <a:ext cx="662814" cy="641082"/>
              </a:xfrm>
              <a:prstGeom prst="rect">
                <a:avLst/>
              </a:prstGeom>
            </p:spPr>
          </p:pic>
          <p:sp>
            <p:nvSpPr>
              <p:cNvPr id="49" name="文本框 48">
                <a:extLst>
                  <a:ext uri="{FF2B5EF4-FFF2-40B4-BE49-F238E27FC236}">
                    <a16:creationId xmlns:a16="http://schemas.microsoft.com/office/drawing/2014/main" id="{5DD329AF-6509-4A44-A9A8-8B805FB525CF}"/>
                  </a:ext>
                </a:extLst>
              </p:cNvPr>
              <p:cNvSpPr txBox="1"/>
              <p:nvPr/>
            </p:nvSpPr>
            <p:spPr>
              <a:xfrm>
                <a:off x="1087044" y="3451320"/>
                <a:ext cx="355235" cy="400110"/>
              </a:xfrm>
              <a:prstGeom prst="rect">
                <a:avLst/>
              </a:prstGeom>
              <a:noFill/>
            </p:spPr>
            <p:txBody>
              <a:bodyPr wrap="square" rtlCol="0">
                <a:spAutoFit/>
              </a:bodyPr>
              <a:lstStyle/>
              <a:p>
                <a:pPr algn="ctr"/>
                <a:r>
                  <a:rPr lang="en-US" altLang="zh-CN" sz="2000" b="1" dirty="0">
                    <a:solidFill>
                      <a:schemeClr val="bg1"/>
                    </a:solidFill>
                    <a:latin typeface="Arial Black" panose="020B0A04020102020204" pitchFamily="34" charset="0"/>
                    <a:ea typeface="+mj-ea"/>
                  </a:rPr>
                  <a:t>A</a:t>
                </a:r>
                <a:endParaRPr lang="zh-CN" altLang="en-US" sz="2000" b="1" dirty="0">
                  <a:solidFill>
                    <a:schemeClr val="bg1"/>
                  </a:solidFill>
                  <a:latin typeface="Arial Black" panose="020B0A04020102020204" pitchFamily="34" charset="0"/>
                  <a:ea typeface="+mj-ea"/>
                </a:endParaRPr>
              </a:p>
            </p:txBody>
          </p:sp>
        </p:grpSp>
        <p:grpSp>
          <p:nvGrpSpPr>
            <p:cNvPr id="36" name="组合 35">
              <a:extLst>
                <a:ext uri="{FF2B5EF4-FFF2-40B4-BE49-F238E27FC236}">
                  <a16:creationId xmlns:a16="http://schemas.microsoft.com/office/drawing/2014/main" id="{E6E15EE0-C1D5-4CA6-B022-40595F8FA79F}"/>
                </a:ext>
              </a:extLst>
            </p:cNvPr>
            <p:cNvGrpSpPr/>
            <p:nvPr/>
          </p:nvGrpSpPr>
          <p:grpSpPr>
            <a:xfrm>
              <a:off x="4365341" y="4445636"/>
              <a:ext cx="662814" cy="641082"/>
              <a:chOff x="3209022" y="3422987"/>
              <a:chExt cx="662814" cy="641082"/>
            </a:xfrm>
          </p:grpSpPr>
          <p:pic>
            <p:nvPicPr>
              <p:cNvPr id="46" name="图形 45">
                <a:extLst>
                  <a:ext uri="{FF2B5EF4-FFF2-40B4-BE49-F238E27FC236}">
                    <a16:creationId xmlns:a16="http://schemas.microsoft.com/office/drawing/2014/main" id="{C8C4C2F7-68D1-41CA-A597-6AAB50358E43}"/>
                  </a:ext>
                </a:extLst>
              </p:cNvPr>
              <p:cNvPicPr>
                <a:picLocks noChangeAspect="1"/>
              </p:cNvPicPr>
              <p:nvPr/>
            </p:nvPicPr>
            <p:blipFill>
              <a:blip r:embed="rId3">
                <a:extLst>
                  <a:ext uri="{28A0092B-C50C-407E-A947-70E740481C1C}">
                    <a14:useLocalDpi xmlns:a14="http://schemas.microsoft.com/office/drawing/2010/main" val="0"/>
                  </a:ext>
                  <a:ext uri="{96DAC541-7B7A-43D3-8B79-37D633B846F1}">
                    <asvg:svgBlip xmlns:asvg="http://schemas.microsoft.com/office/drawing/2016/SVG/main" r:embed="rId4"/>
                  </a:ext>
                </a:extLst>
              </a:blip>
              <a:stretch>
                <a:fillRect/>
              </a:stretch>
            </p:blipFill>
            <p:spPr>
              <a:xfrm>
                <a:off x="3209022" y="3422987"/>
                <a:ext cx="662814" cy="641082"/>
              </a:xfrm>
              <a:prstGeom prst="rect">
                <a:avLst/>
              </a:prstGeom>
            </p:spPr>
          </p:pic>
          <p:sp>
            <p:nvSpPr>
              <p:cNvPr id="47" name="文本框 46">
                <a:extLst>
                  <a:ext uri="{FF2B5EF4-FFF2-40B4-BE49-F238E27FC236}">
                    <a16:creationId xmlns:a16="http://schemas.microsoft.com/office/drawing/2014/main" id="{658648CC-F992-4CC1-820A-6390807EB9AE}"/>
                  </a:ext>
                </a:extLst>
              </p:cNvPr>
              <p:cNvSpPr txBox="1"/>
              <p:nvPr/>
            </p:nvSpPr>
            <p:spPr>
              <a:xfrm>
                <a:off x="3490791" y="3451320"/>
                <a:ext cx="355235" cy="400110"/>
              </a:xfrm>
              <a:prstGeom prst="rect">
                <a:avLst/>
              </a:prstGeom>
              <a:noFill/>
            </p:spPr>
            <p:txBody>
              <a:bodyPr wrap="square" rtlCol="0">
                <a:spAutoFit/>
              </a:bodyPr>
              <a:lstStyle/>
              <a:p>
                <a:pPr algn="ctr"/>
                <a:r>
                  <a:rPr lang="en-US" altLang="zh-CN" sz="2000" b="1" dirty="0">
                    <a:solidFill>
                      <a:schemeClr val="bg1"/>
                    </a:solidFill>
                    <a:latin typeface="Arial Black" panose="020B0A04020102020204" pitchFamily="34" charset="0"/>
                    <a:ea typeface="+mj-ea"/>
                  </a:rPr>
                  <a:t>B</a:t>
                </a:r>
                <a:endParaRPr lang="zh-CN" altLang="en-US" sz="2000" b="1" dirty="0">
                  <a:solidFill>
                    <a:schemeClr val="bg1"/>
                  </a:solidFill>
                  <a:latin typeface="Arial Black" panose="020B0A04020102020204" pitchFamily="34" charset="0"/>
                  <a:ea typeface="+mj-ea"/>
                </a:endParaRPr>
              </a:p>
            </p:txBody>
          </p:sp>
        </p:grpSp>
        <p:grpSp>
          <p:nvGrpSpPr>
            <p:cNvPr id="37" name="组合 36">
              <a:extLst>
                <a:ext uri="{FF2B5EF4-FFF2-40B4-BE49-F238E27FC236}">
                  <a16:creationId xmlns:a16="http://schemas.microsoft.com/office/drawing/2014/main" id="{902C1D2E-FCC9-4698-83A9-FC2317BE61ED}"/>
                </a:ext>
              </a:extLst>
            </p:cNvPr>
            <p:cNvGrpSpPr/>
            <p:nvPr/>
          </p:nvGrpSpPr>
          <p:grpSpPr>
            <a:xfrm>
              <a:off x="6762008" y="4445636"/>
              <a:ext cx="662814" cy="641082"/>
              <a:chOff x="5605689" y="3422987"/>
              <a:chExt cx="662814" cy="641082"/>
            </a:xfrm>
          </p:grpSpPr>
          <p:pic>
            <p:nvPicPr>
              <p:cNvPr id="44" name="图形 43">
                <a:extLst>
                  <a:ext uri="{FF2B5EF4-FFF2-40B4-BE49-F238E27FC236}">
                    <a16:creationId xmlns:a16="http://schemas.microsoft.com/office/drawing/2014/main" id="{40F7F6D8-AE1D-4E43-836A-E987F0EAB4E5}"/>
                  </a:ext>
                </a:extLst>
              </p:cNvPr>
              <p:cNvPicPr>
                <a:picLocks noChangeAspect="1"/>
              </p:cNvPicPr>
              <p:nvPr/>
            </p:nvPicPr>
            <p:blipFill>
              <a:blip r:embed="rId3">
                <a:extLst>
                  <a:ext uri="{28A0092B-C50C-407E-A947-70E740481C1C}">
                    <a14:useLocalDpi xmlns:a14="http://schemas.microsoft.com/office/drawing/2010/main" val="0"/>
                  </a:ext>
                  <a:ext uri="{96DAC541-7B7A-43D3-8B79-37D633B846F1}">
                    <asvg:svgBlip xmlns:asvg="http://schemas.microsoft.com/office/drawing/2016/SVG/main" r:embed="rId4"/>
                  </a:ext>
                </a:extLst>
              </a:blip>
              <a:stretch>
                <a:fillRect/>
              </a:stretch>
            </p:blipFill>
            <p:spPr>
              <a:xfrm>
                <a:off x="5605689" y="3422987"/>
                <a:ext cx="662814" cy="641082"/>
              </a:xfrm>
              <a:prstGeom prst="rect">
                <a:avLst/>
              </a:prstGeom>
            </p:spPr>
          </p:pic>
          <p:sp>
            <p:nvSpPr>
              <p:cNvPr id="45" name="文本框 44">
                <a:extLst>
                  <a:ext uri="{FF2B5EF4-FFF2-40B4-BE49-F238E27FC236}">
                    <a16:creationId xmlns:a16="http://schemas.microsoft.com/office/drawing/2014/main" id="{6CB1768A-E878-4DEC-AD18-464A0F0DD547}"/>
                  </a:ext>
                </a:extLst>
              </p:cNvPr>
              <p:cNvSpPr txBox="1"/>
              <p:nvPr/>
            </p:nvSpPr>
            <p:spPr>
              <a:xfrm>
                <a:off x="5885506" y="3451320"/>
                <a:ext cx="355235" cy="400110"/>
              </a:xfrm>
              <a:prstGeom prst="rect">
                <a:avLst/>
              </a:prstGeom>
              <a:noFill/>
            </p:spPr>
            <p:txBody>
              <a:bodyPr wrap="square" rtlCol="0">
                <a:spAutoFit/>
              </a:bodyPr>
              <a:lstStyle/>
              <a:p>
                <a:pPr algn="ctr"/>
                <a:r>
                  <a:rPr lang="en-US" altLang="zh-CN" sz="2000" b="1" dirty="0">
                    <a:solidFill>
                      <a:schemeClr val="bg1"/>
                    </a:solidFill>
                    <a:latin typeface="Arial Black" panose="020B0A04020102020204" pitchFamily="34" charset="0"/>
                    <a:ea typeface="+mj-ea"/>
                  </a:rPr>
                  <a:t>C</a:t>
                </a:r>
                <a:endParaRPr lang="zh-CN" altLang="en-US" sz="2000" b="1" dirty="0">
                  <a:solidFill>
                    <a:schemeClr val="bg1"/>
                  </a:solidFill>
                  <a:latin typeface="Arial Black" panose="020B0A04020102020204" pitchFamily="34" charset="0"/>
                  <a:ea typeface="+mj-ea"/>
                </a:endParaRPr>
              </a:p>
            </p:txBody>
          </p:sp>
        </p:grpSp>
        <p:grpSp>
          <p:nvGrpSpPr>
            <p:cNvPr id="40" name="组合 39">
              <a:extLst>
                <a:ext uri="{FF2B5EF4-FFF2-40B4-BE49-F238E27FC236}">
                  <a16:creationId xmlns:a16="http://schemas.microsoft.com/office/drawing/2014/main" id="{6552C21E-1E72-4745-AC0E-DCC76E804F73}"/>
                </a:ext>
              </a:extLst>
            </p:cNvPr>
            <p:cNvGrpSpPr/>
            <p:nvPr/>
          </p:nvGrpSpPr>
          <p:grpSpPr>
            <a:xfrm>
              <a:off x="9158674" y="4445636"/>
              <a:ext cx="662814" cy="641082"/>
              <a:chOff x="8002355" y="3422987"/>
              <a:chExt cx="662814" cy="641082"/>
            </a:xfrm>
          </p:grpSpPr>
          <p:pic>
            <p:nvPicPr>
              <p:cNvPr id="42" name="图形 41">
                <a:extLst>
                  <a:ext uri="{FF2B5EF4-FFF2-40B4-BE49-F238E27FC236}">
                    <a16:creationId xmlns:a16="http://schemas.microsoft.com/office/drawing/2014/main" id="{6B11717D-FCEB-42D3-A119-E59AC28CD863}"/>
                  </a:ext>
                </a:extLst>
              </p:cNvPr>
              <p:cNvPicPr>
                <a:picLocks noChangeAspect="1"/>
              </p:cNvPicPr>
              <p:nvPr/>
            </p:nvPicPr>
            <p:blipFill>
              <a:blip r:embed="rId3">
                <a:extLst>
                  <a:ext uri="{28A0092B-C50C-407E-A947-70E740481C1C}">
                    <a14:useLocalDpi xmlns:a14="http://schemas.microsoft.com/office/drawing/2010/main" val="0"/>
                  </a:ext>
                  <a:ext uri="{96DAC541-7B7A-43D3-8B79-37D633B846F1}">
                    <asvg:svgBlip xmlns:asvg="http://schemas.microsoft.com/office/drawing/2016/SVG/main" r:embed="rId4"/>
                  </a:ext>
                </a:extLst>
              </a:blip>
              <a:stretch>
                <a:fillRect/>
              </a:stretch>
            </p:blipFill>
            <p:spPr>
              <a:xfrm>
                <a:off x="8002355" y="3422987"/>
                <a:ext cx="662814" cy="641082"/>
              </a:xfrm>
              <a:prstGeom prst="rect">
                <a:avLst/>
              </a:prstGeom>
            </p:spPr>
          </p:pic>
          <p:sp>
            <p:nvSpPr>
              <p:cNvPr id="43" name="文本框 42">
                <a:extLst>
                  <a:ext uri="{FF2B5EF4-FFF2-40B4-BE49-F238E27FC236}">
                    <a16:creationId xmlns:a16="http://schemas.microsoft.com/office/drawing/2014/main" id="{39CE4E63-0120-4586-A613-A2CF75236E92}"/>
                  </a:ext>
                </a:extLst>
              </p:cNvPr>
              <p:cNvSpPr txBox="1"/>
              <p:nvPr/>
            </p:nvSpPr>
            <p:spPr>
              <a:xfrm>
                <a:off x="8282675" y="3444742"/>
                <a:ext cx="355235" cy="400110"/>
              </a:xfrm>
              <a:prstGeom prst="rect">
                <a:avLst/>
              </a:prstGeom>
              <a:noFill/>
            </p:spPr>
            <p:txBody>
              <a:bodyPr wrap="square" rtlCol="0">
                <a:spAutoFit/>
              </a:bodyPr>
              <a:lstStyle/>
              <a:p>
                <a:pPr algn="ctr"/>
                <a:r>
                  <a:rPr lang="en-US" altLang="zh-CN" sz="2000" b="1" dirty="0">
                    <a:solidFill>
                      <a:schemeClr val="bg1"/>
                    </a:solidFill>
                    <a:latin typeface="Arial Black" panose="020B0A04020102020204" pitchFamily="34" charset="0"/>
                    <a:ea typeface="+mj-ea"/>
                  </a:rPr>
                  <a:t>D</a:t>
                </a:r>
                <a:endParaRPr lang="zh-CN" altLang="en-US" sz="2000" b="1" dirty="0">
                  <a:solidFill>
                    <a:schemeClr val="bg1"/>
                  </a:solidFill>
                  <a:latin typeface="Arial Black" panose="020B0A04020102020204" pitchFamily="34" charset="0"/>
                  <a:ea typeface="+mj-ea"/>
                </a:endParaRPr>
              </a:p>
            </p:txBody>
          </p:sp>
        </p:grpSp>
      </p:grpSp>
      <p:grpSp>
        <p:nvGrpSpPr>
          <p:cNvPr id="50" name="组合 49">
            <a:extLst>
              <a:ext uri="{FF2B5EF4-FFF2-40B4-BE49-F238E27FC236}">
                <a16:creationId xmlns:a16="http://schemas.microsoft.com/office/drawing/2014/main" id="{244989BE-2F10-4B97-B29E-AF9AC895A2BE}"/>
              </a:ext>
            </a:extLst>
          </p:cNvPr>
          <p:cNvGrpSpPr/>
          <p:nvPr/>
        </p:nvGrpSpPr>
        <p:grpSpPr>
          <a:xfrm>
            <a:off x="7094783" y="730441"/>
            <a:ext cx="2153414" cy="461665"/>
            <a:chOff x="7094783" y="730441"/>
            <a:chExt cx="2153414" cy="461665"/>
          </a:xfrm>
        </p:grpSpPr>
        <p:sp>
          <p:nvSpPr>
            <p:cNvPr id="51" name="矩形 50">
              <a:extLst>
                <a:ext uri="{FF2B5EF4-FFF2-40B4-BE49-F238E27FC236}">
                  <a16:creationId xmlns:a16="http://schemas.microsoft.com/office/drawing/2014/main" id="{EC3A55EB-7B87-4D65-9007-9411AFC72105}"/>
                </a:ext>
              </a:extLst>
            </p:cNvPr>
            <p:cNvSpPr/>
            <p:nvPr/>
          </p:nvSpPr>
          <p:spPr>
            <a:xfrm>
              <a:off x="7094783" y="757078"/>
              <a:ext cx="2153414" cy="400110"/>
            </a:xfrm>
            <a:prstGeom prst="rect">
              <a:avLst/>
            </a:prstGeom>
            <a:solidFill>
              <a:schemeClr val="accent3"/>
            </a:solidFill>
            <a:ln>
              <a:solidFill>
                <a:schemeClr val="accent3"/>
              </a:solidFill>
            </a:ln>
          </p:spPr>
          <p:style>
            <a:lnRef idx="2">
              <a:schemeClr val="accent3">
                <a:shade val="50000"/>
              </a:schemeClr>
            </a:lnRef>
            <a:fillRef idx="1">
              <a:schemeClr val="accent3"/>
            </a:fillRef>
            <a:effectRef idx="0">
              <a:schemeClr val="accent3"/>
            </a:effectRef>
            <a:fontRef idx="minor">
              <a:schemeClr val="lt1"/>
            </a:fontRef>
          </p:style>
          <p:txBody>
            <a:bodyPr rtlCol="0" anchor="ctr"/>
            <a:lstStyle/>
            <a:p>
              <a:pPr algn="ctr"/>
              <a:endParaRPr lang="zh-CN" altLang="en-US"/>
            </a:p>
          </p:txBody>
        </p:sp>
        <p:sp>
          <p:nvSpPr>
            <p:cNvPr id="52" name="文本框 51">
              <a:extLst>
                <a:ext uri="{FF2B5EF4-FFF2-40B4-BE49-F238E27FC236}">
                  <a16:creationId xmlns:a16="http://schemas.microsoft.com/office/drawing/2014/main" id="{E2D71344-F2FB-4854-8CBB-881E8033F2DF}"/>
                </a:ext>
              </a:extLst>
            </p:cNvPr>
            <p:cNvSpPr txBox="1"/>
            <p:nvPr/>
          </p:nvSpPr>
          <p:spPr>
            <a:xfrm>
              <a:off x="7236053" y="772467"/>
              <a:ext cx="1598556" cy="400110"/>
            </a:xfrm>
            <a:prstGeom prst="rect">
              <a:avLst/>
            </a:prstGeom>
            <a:noFill/>
          </p:spPr>
          <p:txBody>
            <a:bodyPr wrap="square" rtlCol="0">
              <a:spAutoFit/>
            </a:bodyPr>
            <a:lstStyle/>
            <a:p>
              <a:pPr algn="ctr"/>
              <a:r>
                <a:rPr lang="zh-CN" altLang="en-US" sz="2000" b="1" dirty="0">
                  <a:solidFill>
                    <a:schemeClr val="bg1"/>
                  </a:solidFill>
                </a:rPr>
                <a:t>载波监听</a:t>
              </a:r>
            </a:p>
          </p:txBody>
        </p:sp>
        <p:sp>
          <p:nvSpPr>
            <p:cNvPr id="53" name="文本框 52">
              <a:extLst>
                <a:ext uri="{FF2B5EF4-FFF2-40B4-BE49-F238E27FC236}">
                  <a16:creationId xmlns:a16="http://schemas.microsoft.com/office/drawing/2014/main" id="{5426DF4A-64CD-4031-95EC-CD65FF84A15F}"/>
                </a:ext>
              </a:extLst>
            </p:cNvPr>
            <p:cNvSpPr txBox="1"/>
            <p:nvPr/>
          </p:nvSpPr>
          <p:spPr>
            <a:xfrm>
              <a:off x="8481180" y="730441"/>
              <a:ext cx="383192" cy="461665"/>
            </a:xfrm>
            <a:prstGeom prst="rect">
              <a:avLst/>
            </a:prstGeom>
            <a:noFill/>
          </p:spPr>
          <p:txBody>
            <a:bodyPr wrap="square">
              <a:spAutoFit/>
            </a:bodyPr>
            <a:lstStyle/>
            <a:p>
              <a:r>
                <a:rPr lang="en-US" altLang="zh-CN" sz="2400" b="1" dirty="0">
                  <a:solidFill>
                    <a:schemeClr val="bg1"/>
                  </a:solidFill>
                  <a:latin typeface="Arial Narrow" panose="020B0606020202030204" pitchFamily="34" charset="0"/>
                </a:rPr>
                <a:t>C</a:t>
              </a:r>
              <a:endParaRPr lang="zh-CN" altLang="en-US" sz="2400" dirty="0">
                <a:solidFill>
                  <a:schemeClr val="bg1"/>
                </a:solidFill>
              </a:endParaRPr>
            </a:p>
          </p:txBody>
        </p:sp>
        <p:sp>
          <p:nvSpPr>
            <p:cNvPr id="61" name="文本框 60">
              <a:extLst>
                <a:ext uri="{FF2B5EF4-FFF2-40B4-BE49-F238E27FC236}">
                  <a16:creationId xmlns:a16="http://schemas.microsoft.com/office/drawing/2014/main" id="{39C3139B-ED07-4252-B4ED-76840D54C225}"/>
                </a:ext>
              </a:extLst>
            </p:cNvPr>
            <p:cNvSpPr txBox="1"/>
            <p:nvPr/>
          </p:nvSpPr>
          <p:spPr>
            <a:xfrm>
              <a:off x="8675232" y="730441"/>
              <a:ext cx="383192" cy="461665"/>
            </a:xfrm>
            <a:prstGeom prst="rect">
              <a:avLst/>
            </a:prstGeom>
            <a:noFill/>
          </p:spPr>
          <p:txBody>
            <a:bodyPr wrap="square">
              <a:spAutoFit/>
            </a:bodyPr>
            <a:lstStyle/>
            <a:p>
              <a:r>
                <a:rPr lang="en-US" altLang="zh-CN" sz="2400" b="1" dirty="0">
                  <a:solidFill>
                    <a:schemeClr val="bg1"/>
                  </a:solidFill>
                  <a:latin typeface="Arial Narrow" panose="020B0606020202030204" pitchFamily="34" charset="0"/>
                </a:rPr>
                <a:t>S</a:t>
              </a:r>
              <a:endParaRPr lang="zh-CN" altLang="en-US" sz="2400" dirty="0">
                <a:solidFill>
                  <a:schemeClr val="bg1"/>
                </a:solidFill>
              </a:endParaRPr>
            </a:p>
          </p:txBody>
        </p:sp>
      </p:grpSp>
      <p:cxnSp>
        <p:nvCxnSpPr>
          <p:cNvPr id="65" name="直接箭头连接符 64">
            <a:extLst>
              <a:ext uri="{FF2B5EF4-FFF2-40B4-BE49-F238E27FC236}">
                <a16:creationId xmlns:a16="http://schemas.microsoft.com/office/drawing/2014/main" id="{6B824699-9145-4A7B-BF01-37AE80A31AFB}"/>
              </a:ext>
            </a:extLst>
          </p:cNvPr>
          <p:cNvCxnSpPr/>
          <p:nvPr/>
        </p:nvCxnSpPr>
        <p:spPr>
          <a:xfrm flipV="1">
            <a:off x="7246548" y="1697032"/>
            <a:ext cx="0" cy="773654"/>
          </a:xfrm>
          <a:prstGeom prst="straightConnector1">
            <a:avLst/>
          </a:prstGeom>
          <a:ln w="50800" cap="rnd">
            <a:solidFill>
              <a:schemeClr val="accent6"/>
            </a:solidFill>
            <a:round/>
            <a:tailEnd type="triangle" w="med" len="med"/>
          </a:ln>
        </p:spPr>
        <p:style>
          <a:lnRef idx="1">
            <a:schemeClr val="accent1"/>
          </a:lnRef>
          <a:fillRef idx="0">
            <a:schemeClr val="accent1"/>
          </a:fillRef>
          <a:effectRef idx="0">
            <a:schemeClr val="accent1"/>
          </a:effectRef>
          <a:fontRef idx="minor">
            <a:schemeClr val="tx1"/>
          </a:fontRef>
        </p:style>
      </p:cxnSp>
      <p:cxnSp>
        <p:nvCxnSpPr>
          <p:cNvPr id="66" name="直接箭头连接符 65">
            <a:extLst>
              <a:ext uri="{FF2B5EF4-FFF2-40B4-BE49-F238E27FC236}">
                <a16:creationId xmlns:a16="http://schemas.microsoft.com/office/drawing/2014/main" id="{A58FEE9A-C14F-444F-B99E-B6407BF31F19}"/>
              </a:ext>
            </a:extLst>
          </p:cNvPr>
          <p:cNvCxnSpPr>
            <a:cxnSpLocks/>
          </p:cNvCxnSpPr>
          <p:nvPr/>
        </p:nvCxnSpPr>
        <p:spPr>
          <a:xfrm>
            <a:off x="7246548" y="1689447"/>
            <a:ext cx="3101765" cy="0"/>
          </a:xfrm>
          <a:prstGeom prst="straightConnector1">
            <a:avLst/>
          </a:prstGeom>
          <a:ln w="50800" cap="rnd">
            <a:solidFill>
              <a:schemeClr val="accent6"/>
            </a:solidFill>
            <a:round/>
            <a:tailEnd type="triangle" w="med" len="med"/>
          </a:ln>
        </p:spPr>
        <p:style>
          <a:lnRef idx="1">
            <a:schemeClr val="accent1"/>
          </a:lnRef>
          <a:fillRef idx="0">
            <a:schemeClr val="accent1"/>
          </a:fillRef>
          <a:effectRef idx="0">
            <a:schemeClr val="accent1"/>
          </a:effectRef>
          <a:fontRef idx="minor">
            <a:schemeClr val="tx1"/>
          </a:fontRef>
        </p:style>
      </p:cxnSp>
      <p:cxnSp>
        <p:nvCxnSpPr>
          <p:cNvPr id="67" name="直接箭头连接符 66">
            <a:extLst>
              <a:ext uri="{FF2B5EF4-FFF2-40B4-BE49-F238E27FC236}">
                <a16:creationId xmlns:a16="http://schemas.microsoft.com/office/drawing/2014/main" id="{C2C59C67-CBA4-4AE3-8C9C-47C3FD3954ED}"/>
              </a:ext>
            </a:extLst>
          </p:cNvPr>
          <p:cNvCxnSpPr>
            <a:cxnSpLocks/>
          </p:cNvCxnSpPr>
          <p:nvPr/>
        </p:nvCxnSpPr>
        <p:spPr>
          <a:xfrm flipH="1">
            <a:off x="1843686" y="1693588"/>
            <a:ext cx="5402862" cy="0"/>
          </a:xfrm>
          <a:prstGeom prst="straightConnector1">
            <a:avLst/>
          </a:prstGeom>
          <a:ln w="50800" cap="rnd">
            <a:solidFill>
              <a:schemeClr val="accent6"/>
            </a:solidFill>
            <a:round/>
            <a:tailEnd type="triangle" w="med" len="med"/>
          </a:ln>
        </p:spPr>
        <p:style>
          <a:lnRef idx="1">
            <a:schemeClr val="accent1"/>
          </a:lnRef>
          <a:fillRef idx="0">
            <a:schemeClr val="accent1"/>
          </a:fillRef>
          <a:effectRef idx="0">
            <a:schemeClr val="accent1"/>
          </a:effectRef>
          <a:fontRef idx="minor">
            <a:schemeClr val="tx1"/>
          </a:fontRef>
        </p:style>
      </p:cxnSp>
      <p:cxnSp>
        <p:nvCxnSpPr>
          <p:cNvPr id="70" name="直接箭头连接符 69">
            <a:extLst>
              <a:ext uri="{FF2B5EF4-FFF2-40B4-BE49-F238E27FC236}">
                <a16:creationId xmlns:a16="http://schemas.microsoft.com/office/drawing/2014/main" id="{717D5C26-30E6-44C6-A207-48334D3A2208}"/>
              </a:ext>
            </a:extLst>
          </p:cNvPr>
          <p:cNvCxnSpPr>
            <a:cxnSpLocks/>
          </p:cNvCxnSpPr>
          <p:nvPr/>
        </p:nvCxnSpPr>
        <p:spPr>
          <a:xfrm>
            <a:off x="2458858" y="1692469"/>
            <a:ext cx="0" cy="808365"/>
          </a:xfrm>
          <a:prstGeom prst="straightConnector1">
            <a:avLst/>
          </a:prstGeom>
          <a:ln w="50800" cap="rnd">
            <a:solidFill>
              <a:schemeClr val="accent6"/>
            </a:solidFill>
            <a:round/>
            <a:tailEnd type="triangle" w="med" len="med"/>
          </a:ln>
        </p:spPr>
        <p:style>
          <a:lnRef idx="1">
            <a:schemeClr val="accent1"/>
          </a:lnRef>
          <a:fillRef idx="0">
            <a:schemeClr val="accent1"/>
          </a:fillRef>
          <a:effectRef idx="0">
            <a:schemeClr val="accent1"/>
          </a:effectRef>
          <a:fontRef idx="minor">
            <a:schemeClr val="tx1"/>
          </a:fontRef>
        </p:style>
      </p:cxnSp>
      <p:cxnSp>
        <p:nvCxnSpPr>
          <p:cNvPr id="71" name="直接箭头连接符 70">
            <a:extLst>
              <a:ext uri="{FF2B5EF4-FFF2-40B4-BE49-F238E27FC236}">
                <a16:creationId xmlns:a16="http://schemas.microsoft.com/office/drawing/2014/main" id="{1283080C-5CEC-4775-B5F0-62FCE5A3C7A0}"/>
              </a:ext>
            </a:extLst>
          </p:cNvPr>
          <p:cNvCxnSpPr>
            <a:cxnSpLocks/>
          </p:cNvCxnSpPr>
          <p:nvPr/>
        </p:nvCxnSpPr>
        <p:spPr>
          <a:xfrm>
            <a:off x="4884984" y="1692469"/>
            <a:ext cx="0" cy="808365"/>
          </a:xfrm>
          <a:prstGeom prst="straightConnector1">
            <a:avLst/>
          </a:prstGeom>
          <a:ln w="50800" cap="rnd">
            <a:solidFill>
              <a:schemeClr val="accent6"/>
            </a:solidFill>
            <a:round/>
            <a:tailEnd type="triangle" w="med" len="med"/>
          </a:ln>
        </p:spPr>
        <p:style>
          <a:lnRef idx="1">
            <a:schemeClr val="accent1"/>
          </a:lnRef>
          <a:fillRef idx="0">
            <a:schemeClr val="accent1"/>
          </a:fillRef>
          <a:effectRef idx="0">
            <a:schemeClr val="accent1"/>
          </a:effectRef>
          <a:fontRef idx="minor">
            <a:schemeClr val="tx1"/>
          </a:fontRef>
        </p:style>
      </p:cxnSp>
      <p:cxnSp>
        <p:nvCxnSpPr>
          <p:cNvPr id="72" name="直接箭头连接符 71">
            <a:extLst>
              <a:ext uri="{FF2B5EF4-FFF2-40B4-BE49-F238E27FC236}">
                <a16:creationId xmlns:a16="http://schemas.microsoft.com/office/drawing/2014/main" id="{D03131C9-0BA2-4A8E-9B08-C4A7B26A6235}"/>
              </a:ext>
            </a:extLst>
          </p:cNvPr>
          <p:cNvCxnSpPr>
            <a:cxnSpLocks/>
          </p:cNvCxnSpPr>
          <p:nvPr/>
        </p:nvCxnSpPr>
        <p:spPr>
          <a:xfrm>
            <a:off x="9640967" y="1692469"/>
            <a:ext cx="0" cy="808365"/>
          </a:xfrm>
          <a:prstGeom prst="straightConnector1">
            <a:avLst/>
          </a:prstGeom>
          <a:ln w="50800" cap="rnd">
            <a:solidFill>
              <a:schemeClr val="accent6"/>
            </a:solidFill>
            <a:round/>
            <a:tailEnd type="triangle" w="med" len="med"/>
          </a:ln>
        </p:spPr>
        <p:style>
          <a:lnRef idx="1">
            <a:schemeClr val="accent1"/>
          </a:lnRef>
          <a:fillRef idx="0">
            <a:schemeClr val="accent1"/>
          </a:fillRef>
          <a:effectRef idx="0">
            <a:schemeClr val="accent1"/>
          </a:effectRef>
          <a:fontRef idx="minor">
            <a:schemeClr val="tx1"/>
          </a:fontRef>
        </p:style>
      </p:cxnSp>
    </p:spTree>
    <p:custDataLst>
      <p:tags r:id="rId1"/>
    </p:custDataLst>
    <p:extLst>
      <p:ext uri="{BB962C8B-B14F-4D97-AF65-F5344CB8AC3E}">
        <p14:creationId xmlns:p14="http://schemas.microsoft.com/office/powerpoint/2010/main" val="3868312993"/>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2" presetClass="entr" presetSubtype="4" fill="hold" nodeType="withEffect">
                                  <p:stCondLst>
                                    <p:cond delay="0"/>
                                  </p:stCondLst>
                                  <p:childTnLst>
                                    <p:set>
                                      <p:cBhvr>
                                        <p:cTn id="6" dur="1" fill="hold">
                                          <p:stCondLst>
                                            <p:cond delay="0"/>
                                          </p:stCondLst>
                                        </p:cTn>
                                        <p:tgtEl>
                                          <p:spTgt spid="65"/>
                                        </p:tgtEl>
                                        <p:attrNameLst>
                                          <p:attrName>style.visibility</p:attrName>
                                        </p:attrNameLst>
                                      </p:cBhvr>
                                      <p:to>
                                        <p:strVal val="visible"/>
                                      </p:to>
                                    </p:set>
                                    <p:animEffect transition="in" filter="wipe(down)">
                                      <p:cBhvr>
                                        <p:cTn id="7" dur="1000"/>
                                        <p:tgtEl>
                                          <p:spTgt spid="65"/>
                                        </p:tgtEl>
                                      </p:cBhvr>
                                    </p:animEffect>
                                  </p:childTnLst>
                                </p:cTn>
                              </p:par>
                              <p:par>
                                <p:cTn id="8" presetID="22" presetClass="entr" presetSubtype="8" fill="hold" nodeType="withEffect">
                                  <p:stCondLst>
                                    <p:cond delay="800"/>
                                  </p:stCondLst>
                                  <p:childTnLst>
                                    <p:set>
                                      <p:cBhvr>
                                        <p:cTn id="9" dur="1" fill="hold">
                                          <p:stCondLst>
                                            <p:cond delay="0"/>
                                          </p:stCondLst>
                                        </p:cTn>
                                        <p:tgtEl>
                                          <p:spTgt spid="66"/>
                                        </p:tgtEl>
                                        <p:attrNameLst>
                                          <p:attrName>style.visibility</p:attrName>
                                        </p:attrNameLst>
                                      </p:cBhvr>
                                      <p:to>
                                        <p:strVal val="visible"/>
                                      </p:to>
                                    </p:set>
                                    <p:animEffect transition="in" filter="wipe(left)">
                                      <p:cBhvr>
                                        <p:cTn id="10" dur="2000"/>
                                        <p:tgtEl>
                                          <p:spTgt spid="66"/>
                                        </p:tgtEl>
                                      </p:cBhvr>
                                    </p:animEffect>
                                  </p:childTnLst>
                                </p:cTn>
                              </p:par>
                              <p:par>
                                <p:cTn id="11" presetID="22" presetClass="entr" presetSubtype="2" fill="hold" nodeType="withEffect">
                                  <p:stCondLst>
                                    <p:cond delay="800"/>
                                  </p:stCondLst>
                                  <p:childTnLst>
                                    <p:set>
                                      <p:cBhvr>
                                        <p:cTn id="12" dur="1" fill="hold">
                                          <p:stCondLst>
                                            <p:cond delay="0"/>
                                          </p:stCondLst>
                                        </p:cTn>
                                        <p:tgtEl>
                                          <p:spTgt spid="67"/>
                                        </p:tgtEl>
                                        <p:attrNameLst>
                                          <p:attrName>style.visibility</p:attrName>
                                        </p:attrNameLst>
                                      </p:cBhvr>
                                      <p:to>
                                        <p:strVal val="visible"/>
                                      </p:to>
                                    </p:set>
                                    <p:animEffect transition="in" filter="wipe(right)">
                                      <p:cBhvr>
                                        <p:cTn id="13" dur="2500"/>
                                        <p:tgtEl>
                                          <p:spTgt spid="67"/>
                                        </p:tgtEl>
                                      </p:cBhvr>
                                    </p:animEffect>
                                  </p:childTnLst>
                                </p:cTn>
                              </p:par>
                              <p:par>
                                <p:cTn id="14" presetID="22" presetClass="entr" presetSubtype="1" fill="hold" nodeType="withEffect">
                                  <p:stCondLst>
                                    <p:cond delay="2100"/>
                                  </p:stCondLst>
                                  <p:childTnLst>
                                    <p:set>
                                      <p:cBhvr>
                                        <p:cTn id="15" dur="1" fill="hold">
                                          <p:stCondLst>
                                            <p:cond delay="0"/>
                                          </p:stCondLst>
                                        </p:cTn>
                                        <p:tgtEl>
                                          <p:spTgt spid="72"/>
                                        </p:tgtEl>
                                        <p:attrNameLst>
                                          <p:attrName>style.visibility</p:attrName>
                                        </p:attrNameLst>
                                      </p:cBhvr>
                                      <p:to>
                                        <p:strVal val="visible"/>
                                      </p:to>
                                    </p:set>
                                    <p:animEffect transition="in" filter="wipe(up)">
                                      <p:cBhvr>
                                        <p:cTn id="16" dur="1000"/>
                                        <p:tgtEl>
                                          <p:spTgt spid="72"/>
                                        </p:tgtEl>
                                      </p:cBhvr>
                                    </p:animEffect>
                                  </p:childTnLst>
                                </p:cTn>
                              </p:par>
                              <p:par>
                                <p:cTn id="17" presetID="22" presetClass="entr" presetSubtype="1" fill="hold" nodeType="withEffect">
                                  <p:stCondLst>
                                    <p:cond delay="1900"/>
                                  </p:stCondLst>
                                  <p:childTnLst>
                                    <p:set>
                                      <p:cBhvr>
                                        <p:cTn id="18" dur="1" fill="hold">
                                          <p:stCondLst>
                                            <p:cond delay="0"/>
                                          </p:stCondLst>
                                        </p:cTn>
                                        <p:tgtEl>
                                          <p:spTgt spid="71"/>
                                        </p:tgtEl>
                                        <p:attrNameLst>
                                          <p:attrName>style.visibility</p:attrName>
                                        </p:attrNameLst>
                                      </p:cBhvr>
                                      <p:to>
                                        <p:strVal val="visible"/>
                                      </p:to>
                                    </p:set>
                                    <p:animEffect transition="in" filter="wipe(up)">
                                      <p:cBhvr>
                                        <p:cTn id="19" dur="1000"/>
                                        <p:tgtEl>
                                          <p:spTgt spid="71"/>
                                        </p:tgtEl>
                                      </p:cBhvr>
                                    </p:animEffect>
                                  </p:childTnLst>
                                </p:cTn>
                              </p:par>
                              <p:par>
                                <p:cTn id="20" presetID="22" presetClass="entr" presetSubtype="1" fill="hold" nodeType="withEffect">
                                  <p:stCondLst>
                                    <p:cond delay="2800"/>
                                  </p:stCondLst>
                                  <p:childTnLst>
                                    <p:set>
                                      <p:cBhvr>
                                        <p:cTn id="21" dur="1" fill="hold">
                                          <p:stCondLst>
                                            <p:cond delay="0"/>
                                          </p:stCondLst>
                                        </p:cTn>
                                        <p:tgtEl>
                                          <p:spTgt spid="70"/>
                                        </p:tgtEl>
                                        <p:attrNameLst>
                                          <p:attrName>style.visibility</p:attrName>
                                        </p:attrNameLst>
                                      </p:cBhvr>
                                      <p:to>
                                        <p:strVal val="visible"/>
                                      </p:to>
                                    </p:set>
                                    <p:animEffect transition="in" filter="wipe(up)">
                                      <p:cBhvr>
                                        <p:cTn id="22" dur="1000"/>
                                        <p:tgtEl>
                                          <p:spTgt spid="70"/>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30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0" name="矩形 9">
            <a:extLst>
              <a:ext uri="{FF2B5EF4-FFF2-40B4-BE49-F238E27FC236}">
                <a16:creationId xmlns:a16="http://schemas.microsoft.com/office/drawing/2014/main" id="{817E4DA6-B50E-48FD-8638-9AAD694A90D7}"/>
              </a:ext>
            </a:extLst>
          </p:cNvPr>
          <p:cNvSpPr/>
          <p:nvPr/>
        </p:nvSpPr>
        <p:spPr>
          <a:xfrm>
            <a:off x="3618340" y="3193559"/>
            <a:ext cx="2156815" cy="335494"/>
          </a:xfrm>
          <a:prstGeom prst="rect">
            <a:avLst/>
          </a:prstGeom>
        </p:spPr>
        <p:style>
          <a:lnRef idx="2">
            <a:schemeClr val="accent3">
              <a:shade val="50000"/>
            </a:schemeClr>
          </a:lnRef>
          <a:fillRef idx="1">
            <a:schemeClr val="accent3"/>
          </a:fillRef>
          <a:effectRef idx="0">
            <a:schemeClr val="accent3"/>
          </a:effectRef>
          <a:fontRef idx="minor">
            <a:schemeClr val="lt1"/>
          </a:fontRef>
        </p:style>
        <p:txBody>
          <a:bodyPr rtlCol="0" anchor="ctr"/>
          <a:lstStyle/>
          <a:p>
            <a:pPr algn="ctr"/>
            <a:r>
              <a:rPr lang="zh-CN" altLang="en-US" b="1" dirty="0"/>
              <a:t>有帧要发送</a:t>
            </a:r>
          </a:p>
        </p:txBody>
      </p:sp>
      <p:grpSp>
        <p:nvGrpSpPr>
          <p:cNvPr id="4" name="组合 3">
            <a:extLst>
              <a:ext uri="{FF2B5EF4-FFF2-40B4-BE49-F238E27FC236}">
                <a16:creationId xmlns:a16="http://schemas.microsoft.com/office/drawing/2014/main" id="{9A1EA9F2-FCB6-48C3-935F-7AE7E3AD14AC}"/>
              </a:ext>
            </a:extLst>
          </p:cNvPr>
          <p:cNvGrpSpPr/>
          <p:nvPr/>
        </p:nvGrpSpPr>
        <p:grpSpPr>
          <a:xfrm>
            <a:off x="304800" y="749300"/>
            <a:ext cx="6192344" cy="400110"/>
            <a:chOff x="424117" y="898245"/>
            <a:chExt cx="6192344" cy="400110"/>
          </a:xfrm>
        </p:grpSpPr>
        <p:sp>
          <p:nvSpPr>
            <p:cNvPr id="2" name="平行四边形 1">
              <a:extLst>
                <a:ext uri="{FF2B5EF4-FFF2-40B4-BE49-F238E27FC236}">
                  <a16:creationId xmlns:a16="http://schemas.microsoft.com/office/drawing/2014/main" id="{1F5BAA3F-9845-4F89-A2DD-8222D3E4EDAC}"/>
                </a:ext>
              </a:extLst>
            </p:cNvPr>
            <p:cNvSpPr/>
            <p:nvPr/>
          </p:nvSpPr>
          <p:spPr>
            <a:xfrm>
              <a:off x="424117" y="898245"/>
              <a:ext cx="628306" cy="387090"/>
            </a:xfrm>
            <a:prstGeom prst="parallelogram">
              <a:avLst/>
            </a:prstGeom>
            <a:solidFill>
              <a:schemeClr val="accent3">
                <a:lumMod val="75000"/>
              </a:schemeClr>
            </a:solidFill>
            <a:ln>
              <a:solidFill>
                <a:schemeClr val="accent3">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CN" sz="2200" dirty="0">
                  <a:latin typeface="Impact" panose="020B0806030902050204" pitchFamily="34" charset="0"/>
                </a:rPr>
                <a:t>01</a:t>
              </a:r>
              <a:endParaRPr lang="zh-CN" altLang="en-US" sz="2200" dirty="0">
                <a:latin typeface="Impact" panose="020B0806030902050204" pitchFamily="34" charset="0"/>
              </a:endParaRPr>
            </a:p>
          </p:txBody>
        </p:sp>
        <p:sp>
          <p:nvSpPr>
            <p:cNvPr id="3" name="文本框 2">
              <a:extLst>
                <a:ext uri="{FF2B5EF4-FFF2-40B4-BE49-F238E27FC236}">
                  <a16:creationId xmlns:a16="http://schemas.microsoft.com/office/drawing/2014/main" id="{4D6BD736-A4D3-4F26-AFED-36E11F50F70B}"/>
                </a:ext>
              </a:extLst>
            </p:cNvPr>
            <p:cNvSpPr txBox="1"/>
            <p:nvPr/>
          </p:nvSpPr>
          <p:spPr>
            <a:xfrm>
              <a:off x="1052423" y="898245"/>
              <a:ext cx="5564038" cy="400110"/>
            </a:xfrm>
            <a:prstGeom prst="rect">
              <a:avLst/>
            </a:prstGeom>
            <a:noFill/>
          </p:spPr>
          <p:txBody>
            <a:bodyPr wrap="square" rtlCol="0">
              <a:spAutoFit/>
            </a:bodyPr>
            <a:lstStyle/>
            <a:p>
              <a:r>
                <a:rPr lang="en-US" altLang="zh-CN" sz="2000" b="1" dirty="0"/>
                <a:t>CSMA/CD</a:t>
              </a:r>
              <a:r>
                <a:rPr lang="zh-CN" altLang="en-US" sz="2000" b="1" dirty="0"/>
                <a:t>协议的基本原理</a:t>
              </a:r>
              <a:endParaRPr lang="en-US" altLang="zh-CN" sz="2000" b="1" dirty="0"/>
            </a:p>
          </p:txBody>
        </p:sp>
      </p:grpSp>
      <p:grpSp>
        <p:nvGrpSpPr>
          <p:cNvPr id="5" name="组合 4">
            <a:extLst>
              <a:ext uri="{FF2B5EF4-FFF2-40B4-BE49-F238E27FC236}">
                <a16:creationId xmlns:a16="http://schemas.microsoft.com/office/drawing/2014/main" id="{C01E6C52-422B-4C95-B19D-1CED5810DA03}"/>
              </a:ext>
            </a:extLst>
          </p:cNvPr>
          <p:cNvGrpSpPr/>
          <p:nvPr/>
        </p:nvGrpSpPr>
        <p:grpSpPr>
          <a:xfrm>
            <a:off x="4462359" y="730007"/>
            <a:ext cx="2153414" cy="461665"/>
            <a:chOff x="4462359" y="730007"/>
            <a:chExt cx="2153414" cy="461665"/>
          </a:xfrm>
        </p:grpSpPr>
        <p:sp>
          <p:nvSpPr>
            <p:cNvPr id="6" name="矩形 5">
              <a:extLst>
                <a:ext uri="{FF2B5EF4-FFF2-40B4-BE49-F238E27FC236}">
                  <a16:creationId xmlns:a16="http://schemas.microsoft.com/office/drawing/2014/main" id="{BC2570DD-396E-4D25-AF51-7823C90107CF}"/>
                </a:ext>
              </a:extLst>
            </p:cNvPr>
            <p:cNvSpPr/>
            <p:nvPr/>
          </p:nvSpPr>
          <p:spPr>
            <a:xfrm>
              <a:off x="4462359" y="757078"/>
              <a:ext cx="2153414" cy="400110"/>
            </a:xfrm>
            <a:prstGeom prst="rect">
              <a:avLst/>
            </a:prstGeom>
            <a:solidFill>
              <a:schemeClr val="bg2">
                <a:lumMod val="90000"/>
              </a:schemeClr>
            </a:solidFill>
            <a:ln>
              <a:solidFill>
                <a:schemeClr val="bg2">
                  <a:lumMod val="90000"/>
                </a:schemeClr>
              </a:solidFill>
            </a:ln>
          </p:spPr>
          <p:style>
            <a:lnRef idx="2">
              <a:schemeClr val="accent4">
                <a:shade val="50000"/>
              </a:schemeClr>
            </a:lnRef>
            <a:fillRef idx="1">
              <a:schemeClr val="accent4"/>
            </a:fillRef>
            <a:effectRef idx="0">
              <a:schemeClr val="accent4"/>
            </a:effectRef>
            <a:fontRef idx="minor">
              <a:schemeClr val="lt1"/>
            </a:fontRef>
          </p:style>
          <p:txBody>
            <a:bodyPr rtlCol="0" anchor="ctr"/>
            <a:lstStyle/>
            <a:p>
              <a:pPr algn="ctr"/>
              <a:endParaRPr lang="zh-CN" altLang="en-US" b="1" dirty="0"/>
            </a:p>
          </p:txBody>
        </p:sp>
        <p:sp>
          <p:nvSpPr>
            <p:cNvPr id="8" name="文本框 7">
              <a:extLst>
                <a:ext uri="{FF2B5EF4-FFF2-40B4-BE49-F238E27FC236}">
                  <a16:creationId xmlns:a16="http://schemas.microsoft.com/office/drawing/2014/main" id="{D124AB74-A7F3-4D08-8C3C-B508C7C6A51C}"/>
                </a:ext>
              </a:extLst>
            </p:cNvPr>
            <p:cNvSpPr txBox="1"/>
            <p:nvPr/>
          </p:nvSpPr>
          <p:spPr>
            <a:xfrm>
              <a:off x="4473322" y="772467"/>
              <a:ext cx="1598556" cy="400110"/>
            </a:xfrm>
            <a:prstGeom prst="rect">
              <a:avLst/>
            </a:prstGeom>
            <a:noFill/>
          </p:spPr>
          <p:txBody>
            <a:bodyPr wrap="square" rtlCol="0">
              <a:spAutoFit/>
            </a:bodyPr>
            <a:lstStyle/>
            <a:p>
              <a:pPr algn="ctr"/>
              <a:r>
                <a:rPr lang="zh-CN" altLang="en-US" sz="2000" b="1" dirty="0">
                  <a:solidFill>
                    <a:schemeClr val="bg1"/>
                  </a:solidFill>
                </a:rPr>
                <a:t>多址接入</a:t>
              </a:r>
            </a:p>
          </p:txBody>
        </p:sp>
        <p:sp>
          <p:nvSpPr>
            <p:cNvPr id="41" name="文本框 40">
              <a:extLst>
                <a:ext uri="{FF2B5EF4-FFF2-40B4-BE49-F238E27FC236}">
                  <a16:creationId xmlns:a16="http://schemas.microsoft.com/office/drawing/2014/main" id="{0FCCC336-AB70-403B-BE37-A1B698CF616F}"/>
                </a:ext>
              </a:extLst>
            </p:cNvPr>
            <p:cNvSpPr txBox="1"/>
            <p:nvPr/>
          </p:nvSpPr>
          <p:spPr>
            <a:xfrm>
              <a:off x="5708713" y="730007"/>
              <a:ext cx="383192" cy="461665"/>
            </a:xfrm>
            <a:prstGeom prst="rect">
              <a:avLst/>
            </a:prstGeom>
            <a:noFill/>
          </p:spPr>
          <p:txBody>
            <a:bodyPr wrap="square">
              <a:spAutoFit/>
            </a:bodyPr>
            <a:lstStyle/>
            <a:p>
              <a:r>
                <a:rPr lang="en-US" altLang="zh-CN" sz="2400" b="1" dirty="0">
                  <a:solidFill>
                    <a:schemeClr val="bg1"/>
                  </a:solidFill>
                  <a:latin typeface="Arial Narrow" panose="020B0606020202030204" pitchFamily="34" charset="0"/>
                </a:rPr>
                <a:t>M</a:t>
              </a:r>
              <a:endParaRPr lang="zh-CN" altLang="en-US" sz="2400" dirty="0">
                <a:solidFill>
                  <a:schemeClr val="bg1"/>
                </a:solidFill>
              </a:endParaRPr>
            </a:p>
          </p:txBody>
        </p:sp>
        <p:sp>
          <p:nvSpPr>
            <p:cNvPr id="54" name="文本框 53">
              <a:extLst>
                <a:ext uri="{FF2B5EF4-FFF2-40B4-BE49-F238E27FC236}">
                  <a16:creationId xmlns:a16="http://schemas.microsoft.com/office/drawing/2014/main" id="{B5431C6C-A9AE-4820-962C-B2D3EB67BE9B}"/>
                </a:ext>
              </a:extLst>
            </p:cNvPr>
            <p:cNvSpPr txBox="1"/>
            <p:nvPr/>
          </p:nvSpPr>
          <p:spPr>
            <a:xfrm>
              <a:off x="5948810" y="730007"/>
              <a:ext cx="383192" cy="461665"/>
            </a:xfrm>
            <a:prstGeom prst="rect">
              <a:avLst/>
            </a:prstGeom>
            <a:noFill/>
          </p:spPr>
          <p:txBody>
            <a:bodyPr wrap="square">
              <a:spAutoFit/>
            </a:bodyPr>
            <a:lstStyle/>
            <a:p>
              <a:r>
                <a:rPr lang="en-US" altLang="zh-CN" sz="2400" b="1" dirty="0">
                  <a:solidFill>
                    <a:schemeClr val="bg1"/>
                  </a:solidFill>
                  <a:latin typeface="Arial Narrow" panose="020B0606020202030204" pitchFamily="34" charset="0"/>
                </a:rPr>
                <a:t>A</a:t>
              </a:r>
              <a:endParaRPr lang="zh-CN" altLang="en-US" sz="2400" dirty="0">
                <a:solidFill>
                  <a:schemeClr val="bg1"/>
                </a:solidFill>
              </a:endParaRPr>
            </a:p>
          </p:txBody>
        </p:sp>
      </p:grpSp>
      <p:grpSp>
        <p:nvGrpSpPr>
          <p:cNvPr id="7" name="组合 6">
            <a:extLst>
              <a:ext uri="{FF2B5EF4-FFF2-40B4-BE49-F238E27FC236}">
                <a16:creationId xmlns:a16="http://schemas.microsoft.com/office/drawing/2014/main" id="{B9C158CC-93D8-4410-8E32-3C037291B916}"/>
              </a:ext>
            </a:extLst>
          </p:cNvPr>
          <p:cNvGrpSpPr/>
          <p:nvPr/>
        </p:nvGrpSpPr>
        <p:grpSpPr>
          <a:xfrm>
            <a:off x="7094783" y="730441"/>
            <a:ext cx="2153414" cy="461665"/>
            <a:chOff x="7094783" y="730441"/>
            <a:chExt cx="2153414" cy="461665"/>
          </a:xfrm>
        </p:grpSpPr>
        <p:sp>
          <p:nvSpPr>
            <p:cNvPr id="56" name="矩形 55">
              <a:extLst>
                <a:ext uri="{FF2B5EF4-FFF2-40B4-BE49-F238E27FC236}">
                  <a16:creationId xmlns:a16="http://schemas.microsoft.com/office/drawing/2014/main" id="{3C4796E6-AC0C-457E-9848-A637639E67CC}"/>
                </a:ext>
              </a:extLst>
            </p:cNvPr>
            <p:cNvSpPr/>
            <p:nvPr/>
          </p:nvSpPr>
          <p:spPr>
            <a:xfrm>
              <a:off x="7094783" y="757078"/>
              <a:ext cx="2153414" cy="400110"/>
            </a:xfrm>
            <a:prstGeom prst="rect">
              <a:avLst/>
            </a:prstGeom>
            <a:solidFill>
              <a:schemeClr val="bg2">
                <a:lumMod val="90000"/>
              </a:schemeClr>
            </a:solidFill>
            <a:ln>
              <a:solidFill>
                <a:schemeClr val="bg2">
                  <a:lumMod val="90000"/>
                </a:schemeClr>
              </a:solidFill>
            </a:ln>
          </p:spPr>
          <p:style>
            <a:lnRef idx="2">
              <a:schemeClr val="accent3">
                <a:shade val="50000"/>
              </a:schemeClr>
            </a:lnRef>
            <a:fillRef idx="1">
              <a:schemeClr val="accent3"/>
            </a:fillRef>
            <a:effectRef idx="0">
              <a:schemeClr val="accent3"/>
            </a:effectRef>
            <a:fontRef idx="minor">
              <a:schemeClr val="lt1"/>
            </a:fontRef>
          </p:style>
          <p:txBody>
            <a:bodyPr rtlCol="0" anchor="ctr"/>
            <a:lstStyle/>
            <a:p>
              <a:pPr algn="ctr"/>
              <a:endParaRPr lang="zh-CN" altLang="en-US"/>
            </a:p>
          </p:txBody>
        </p:sp>
        <p:sp>
          <p:nvSpPr>
            <p:cNvPr id="59" name="文本框 58">
              <a:extLst>
                <a:ext uri="{FF2B5EF4-FFF2-40B4-BE49-F238E27FC236}">
                  <a16:creationId xmlns:a16="http://schemas.microsoft.com/office/drawing/2014/main" id="{C8D143D7-F7E3-4FC0-A8A1-BD4C812C40DB}"/>
                </a:ext>
              </a:extLst>
            </p:cNvPr>
            <p:cNvSpPr txBox="1"/>
            <p:nvPr/>
          </p:nvSpPr>
          <p:spPr>
            <a:xfrm>
              <a:off x="7236053" y="772467"/>
              <a:ext cx="1598556" cy="400110"/>
            </a:xfrm>
            <a:prstGeom prst="rect">
              <a:avLst/>
            </a:prstGeom>
            <a:noFill/>
          </p:spPr>
          <p:txBody>
            <a:bodyPr wrap="square" rtlCol="0">
              <a:spAutoFit/>
            </a:bodyPr>
            <a:lstStyle/>
            <a:p>
              <a:pPr algn="ctr"/>
              <a:r>
                <a:rPr lang="zh-CN" altLang="en-US" sz="2000" b="1" dirty="0">
                  <a:solidFill>
                    <a:schemeClr val="bg1"/>
                  </a:solidFill>
                </a:rPr>
                <a:t>载波监听</a:t>
              </a:r>
            </a:p>
          </p:txBody>
        </p:sp>
        <p:sp>
          <p:nvSpPr>
            <p:cNvPr id="38" name="文本框 37">
              <a:extLst>
                <a:ext uri="{FF2B5EF4-FFF2-40B4-BE49-F238E27FC236}">
                  <a16:creationId xmlns:a16="http://schemas.microsoft.com/office/drawing/2014/main" id="{84A31281-0C7C-4AD1-BF1E-5FB4696F26F7}"/>
                </a:ext>
              </a:extLst>
            </p:cNvPr>
            <p:cNvSpPr txBox="1"/>
            <p:nvPr/>
          </p:nvSpPr>
          <p:spPr>
            <a:xfrm>
              <a:off x="8481180" y="730441"/>
              <a:ext cx="383192" cy="461665"/>
            </a:xfrm>
            <a:prstGeom prst="rect">
              <a:avLst/>
            </a:prstGeom>
            <a:noFill/>
          </p:spPr>
          <p:txBody>
            <a:bodyPr wrap="square">
              <a:spAutoFit/>
            </a:bodyPr>
            <a:lstStyle/>
            <a:p>
              <a:r>
                <a:rPr lang="en-US" altLang="zh-CN" sz="2400" b="1" dirty="0">
                  <a:solidFill>
                    <a:schemeClr val="bg1"/>
                  </a:solidFill>
                  <a:latin typeface="Arial Narrow" panose="020B0606020202030204" pitchFamily="34" charset="0"/>
                </a:rPr>
                <a:t>C</a:t>
              </a:r>
              <a:endParaRPr lang="zh-CN" altLang="en-US" sz="2400" dirty="0">
                <a:solidFill>
                  <a:schemeClr val="bg1"/>
                </a:solidFill>
              </a:endParaRPr>
            </a:p>
          </p:txBody>
        </p:sp>
        <p:sp>
          <p:nvSpPr>
            <p:cNvPr id="39" name="文本框 38">
              <a:extLst>
                <a:ext uri="{FF2B5EF4-FFF2-40B4-BE49-F238E27FC236}">
                  <a16:creationId xmlns:a16="http://schemas.microsoft.com/office/drawing/2014/main" id="{D1527A42-5BA8-4F70-8A58-1322EC2698B7}"/>
                </a:ext>
              </a:extLst>
            </p:cNvPr>
            <p:cNvSpPr txBox="1"/>
            <p:nvPr/>
          </p:nvSpPr>
          <p:spPr>
            <a:xfrm>
              <a:off x="8675232" y="730441"/>
              <a:ext cx="383192" cy="461665"/>
            </a:xfrm>
            <a:prstGeom prst="rect">
              <a:avLst/>
            </a:prstGeom>
            <a:noFill/>
          </p:spPr>
          <p:txBody>
            <a:bodyPr wrap="square">
              <a:spAutoFit/>
            </a:bodyPr>
            <a:lstStyle/>
            <a:p>
              <a:r>
                <a:rPr lang="en-US" altLang="zh-CN" sz="2400" b="1" dirty="0">
                  <a:solidFill>
                    <a:schemeClr val="bg1"/>
                  </a:solidFill>
                  <a:latin typeface="Arial Narrow" panose="020B0606020202030204" pitchFamily="34" charset="0"/>
                </a:rPr>
                <a:t>S</a:t>
              </a:r>
              <a:endParaRPr lang="zh-CN" altLang="en-US" sz="2400" dirty="0">
                <a:solidFill>
                  <a:schemeClr val="bg1"/>
                </a:solidFill>
              </a:endParaRPr>
            </a:p>
          </p:txBody>
        </p:sp>
      </p:grpSp>
      <p:grpSp>
        <p:nvGrpSpPr>
          <p:cNvPr id="9" name="组合 8">
            <a:extLst>
              <a:ext uri="{FF2B5EF4-FFF2-40B4-BE49-F238E27FC236}">
                <a16:creationId xmlns:a16="http://schemas.microsoft.com/office/drawing/2014/main" id="{46C7C9F9-77AF-4E79-B679-41F2B5E760D4}"/>
              </a:ext>
            </a:extLst>
          </p:cNvPr>
          <p:cNvGrpSpPr/>
          <p:nvPr/>
        </p:nvGrpSpPr>
        <p:grpSpPr>
          <a:xfrm>
            <a:off x="9727206" y="734232"/>
            <a:ext cx="2153414" cy="461665"/>
            <a:chOff x="9727206" y="734232"/>
            <a:chExt cx="2153414" cy="461665"/>
          </a:xfrm>
        </p:grpSpPr>
        <p:sp>
          <p:nvSpPr>
            <p:cNvPr id="58" name="矩形 57">
              <a:extLst>
                <a:ext uri="{FF2B5EF4-FFF2-40B4-BE49-F238E27FC236}">
                  <a16:creationId xmlns:a16="http://schemas.microsoft.com/office/drawing/2014/main" id="{8C738A42-5B66-4505-B03D-160313542C6B}"/>
                </a:ext>
              </a:extLst>
            </p:cNvPr>
            <p:cNvSpPr/>
            <p:nvPr/>
          </p:nvSpPr>
          <p:spPr>
            <a:xfrm>
              <a:off x="9727206" y="757078"/>
              <a:ext cx="2153414" cy="400110"/>
            </a:xfrm>
            <a:prstGeom prst="rect">
              <a:avLst/>
            </a:prstGeom>
            <a:solidFill>
              <a:schemeClr val="bg2">
                <a:lumMod val="90000"/>
              </a:schemeClr>
            </a:solidFill>
            <a:ln>
              <a:solidFill>
                <a:schemeClr val="bg2">
                  <a:lumMod val="90000"/>
                </a:schemeClr>
              </a:solidFill>
            </a:ln>
          </p:spPr>
          <p:style>
            <a:lnRef idx="2">
              <a:schemeClr val="accent5">
                <a:shade val="50000"/>
              </a:schemeClr>
            </a:lnRef>
            <a:fillRef idx="1">
              <a:schemeClr val="accent5"/>
            </a:fillRef>
            <a:effectRef idx="0">
              <a:schemeClr val="accent5"/>
            </a:effectRef>
            <a:fontRef idx="minor">
              <a:schemeClr val="lt1"/>
            </a:fontRef>
          </p:style>
          <p:txBody>
            <a:bodyPr rtlCol="0" anchor="ctr"/>
            <a:lstStyle/>
            <a:p>
              <a:pPr algn="ctr"/>
              <a:endParaRPr lang="zh-CN" altLang="en-US"/>
            </a:p>
          </p:txBody>
        </p:sp>
        <p:sp>
          <p:nvSpPr>
            <p:cNvPr id="60" name="文本框 59">
              <a:extLst>
                <a:ext uri="{FF2B5EF4-FFF2-40B4-BE49-F238E27FC236}">
                  <a16:creationId xmlns:a16="http://schemas.microsoft.com/office/drawing/2014/main" id="{AB15AA99-A243-45C1-AE07-0B685612E43F}"/>
                </a:ext>
              </a:extLst>
            </p:cNvPr>
            <p:cNvSpPr txBox="1"/>
            <p:nvPr/>
          </p:nvSpPr>
          <p:spPr>
            <a:xfrm>
              <a:off x="9791788" y="772467"/>
              <a:ext cx="1598556" cy="400110"/>
            </a:xfrm>
            <a:prstGeom prst="rect">
              <a:avLst/>
            </a:prstGeom>
            <a:noFill/>
          </p:spPr>
          <p:txBody>
            <a:bodyPr wrap="square" rtlCol="0">
              <a:spAutoFit/>
            </a:bodyPr>
            <a:lstStyle/>
            <a:p>
              <a:pPr algn="ctr"/>
              <a:r>
                <a:rPr lang="zh-CN" altLang="en-US" sz="2000" b="1" dirty="0">
                  <a:solidFill>
                    <a:schemeClr val="bg1"/>
                  </a:solidFill>
                </a:rPr>
                <a:t>碰撞检测</a:t>
              </a:r>
            </a:p>
          </p:txBody>
        </p:sp>
        <p:sp>
          <p:nvSpPr>
            <p:cNvPr id="55" name="文本框 54">
              <a:extLst>
                <a:ext uri="{FF2B5EF4-FFF2-40B4-BE49-F238E27FC236}">
                  <a16:creationId xmlns:a16="http://schemas.microsoft.com/office/drawing/2014/main" id="{F7208B3A-F0CA-46E2-A78F-A769880DCC09}"/>
                </a:ext>
              </a:extLst>
            </p:cNvPr>
            <p:cNvSpPr txBox="1"/>
            <p:nvPr/>
          </p:nvSpPr>
          <p:spPr>
            <a:xfrm>
              <a:off x="11033742" y="734232"/>
              <a:ext cx="383192" cy="461665"/>
            </a:xfrm>
            <a:prstGeom prst="rect">
              <a:avLst/>
            </a:prstGeom>
            <a:noFill/>
          </p:spPr>
          <p:txBody>
            <a:bodyPr wrap="square">
              <a:spAutoFit/>
            </a:bodyPr>
            <a:lstStyle/>
            <a:p>
              <a:r>
                <a:rPr lang="en-US" altLang="zh-CN" sz="2400" b="1" dirty="0">
                  <a:solidFill>
                    <a:schemeClr val="bg1"/>
                  </a:solidFill>
                  <a:latin typeface="Arial Narrow" panose="020B0606020202030204" pitchFamily="34" charset="0"/>
                </a:rPr>
                <a:t>C</a:t>
              </a:r>
              <a:endParaRPr lang="zh-CN" altLang="en-US" sz="2400" dirty="0">
                <a:solidFill>
                  <a:schemeClr val="bg1"/>
                </a:solidFill>
              </a:endParaRPr>
            </a:p>
          </p:txBody>
        </p:sp>
        <p:sp>
          <p:nvSpPr>
            <p:cNvPr id="57" name="文本框 56">
              <a:extLst>
                <a:ext uri="{FF2B5EF4-FFF2-40B4-BE49-F238E27FC236}">
                  <a16:creationId xmlns:a16="http://schemas.microsoft.com/office/drawing/2014/main" id="{F625F8B0-68ED-4238-86A5-61737324B156}"/>
                </a:ext>
              </a:extLst>
            </p:cNvPr>
            <p:cNvSpPr txBox="1"/>
            <p:nvPr/>
          </p:nvSpPr>
          <p:spPr>
            <a:xfrm>
              <a:off x="11260686" y="734232"/>
              <a:ext cx="383192" cy="461665"/>
            </a:xfrm>
            <a:prstGeom prst="rect">
              <a:avLst/>
            </a:prstGeom>
            <a:noFill/>
          </p:spPr>
          <p:txBody>
            <a:bodyPr wrap="square">
              <a:spAutoFit/>
            </a:bodyPr>
            <a:lstStyle/>
            <a:p>
              <a:r>
                <a:rPr lang="en-US" altLang="zh-CN" sz="2400" b="1" dirty="0">
                  <a:solidFill>
                    <a:schemeClr val="bg1"/>
                  </a:solidFill>
                  <a:latin typeface="Arial Narrow" panose="020B0606020202030204" pitchFamily="34" charset="0"/>
                </a:rPr>
                <a:t>D</a:t>
              </a:r>
              <a:endParaRPr lang="zh-CN" altLang="en-US" sz="2400" dirty="0">
                <a:solidFill>
                  <a:schemeClr val="bg1"/>
                </a:solidFill>
              </a:endParaRPr>
            </a:p>
          </p:txBody>
        </p:sp>
      </p:grpSp>
      <p:grpSp>
        <p:nvGrpSpPr>
          <p:cNvPr id="25" name="组合 24">
            <a:extLst>
              <a:ext uri="{FF2B5EF4-FFF2-40B4-BE49-F238E27FC236}">
                <a16:creationId xmlns:a16="http://schemas.microsoft.com/office/drawing/2014/main" id="{A53F2F16-666E-49B5-900C-EE2365802BB6}"/>
              </a:ext>
            </a:extLst>
          </p:cNvPr>
          <p:cNvGrpSpPr/>
          <p:nvPr/>
        </p:nvGrpSpPr>
        <p:grpSpPr>
          <a:xfrm>
            <a:off x="2455280" y="1720180"/>
            <a:ext cx="7180791" cy="812800"/>
            <a:chOff x="2455280" y="3752911"/>
            <a:chExt cx="7180791" cy="812800"/>
          </a:xfrm>
        </p:grpSpPr>
        <p:cxnSp>
          <p:nvCxnSpPr>
            <p:cNvPr id="26" name="直接连接符 25">
              <a:extLst>
                <a:ext uri="{FF2B5EF4-FFF2-40B4-BE49-F238E27FC236}">
                  <a16:creationId xmlns:a16="http://schemas.microsoft.com/office/drawing/2014/main" id="{242FA538-70F3-4A91-A0A1-2978B2AB59B3}"/>
                </a:ext>
              </a:extLst>
            </p:cNvPr>
            <p:cNvCxnSpPr/>
            <p:nvPr/>
          </p:nvCxnSpPr>
          <p:spPr>
            <a:xfrm flipV="1">
              <a:off x="9636071" y="3752911"/>
              <a:ext cx="0" cy="812800"/>
            </a:xfrm>
            <a:prstGeom prst="line">
              <a:avLst/>
            </a:prstGeom>
            <a:ln w="152400">
              <a:solidFill>
                <a:schemeClr val="tx1"/>
              </a:solidFill>
              <a:tailEnd w="med" len="lg"/>
            </a:ln>
          </p:spPr>
          <p:style>
            <a:lnRef idx="1">
              <a:schemeClr val="accent1"/>
            </a:lnRef>
            <a:fillRef idx="0">
              <a:schemeClr val="accent1"/>
            </a:fillRef>
            <a:effectRef idx="0">
              <a:schemeClr val="accent1"/>
            </a:effectRef>
            <a:fontRef idx="minor">
              <a:schemeClr val="tx1"/>
            </a:fontRef>
          </p:style>
        </p:cxnSp>
        <p:cxnSp>
          <p:nvCxnSpPr>
            <p:cNvPr id="27" name="直接连接符 26">
              <a:extLst>
                <a:ext uri="{FF2B5EF4-FFF2-40B4-BE49-F238E27FC236}">
                  <a16:creationId xmlns:a16="http://schemas.microsoft.com/office/drawing/2014/main" id="{F21D0102-E2A1-4D3E-9DC3-885D830E96D0}"/>
                </a:ext>
              </a:extLst>
            </p:cNvPr>
            <p:cNvCxnSpPr/>
            <p:nvPr/>
          </p:nvCxnSpPr>
          <p:spPr>
            <a:xfrm flipV="1">
              <a:off x="2455280" y="3752911"/>
              <a:ext cx="0" cy="812800"/>
            </a:xfrm>
            <a:prstGeom prst="line">
              <a:avLst/>
            </a:prstGeom>
            <a:ln w="152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8" name="直接连接符 27">
              <a:extLst>
                <a:ext uri="{FF2B5EF4-FFF2-40B4-BE49-F238E27FC236}">
                  <a16:creationId xmlns:a16="http://schemas.microsoft.com/office/drawing/2014/main" id="{AB2C8EEA-0851-44A9-80D2-87DFBEA1F73A}"/>
                </a:ext>
              </a:extLst>
            </p:cNvPr>
            <p:cNvCxnSpPr/>
            <p:nvPr/>
          </p:nvCxnSpPr>
          <p:spPr>
            <a:xfrm flipV="1">
              <a:off x="4878779" y="3752911"/>
              <a:ext cx="0" cy="812800"/>
            </a:xfrm>
            <a:prstGeom prst="line">
              <a:avLst/>
            </a:prstGeom>
            <a:ln w="152400">
              <a:solidFill>
                <a:schemeClr val="tx1"/>
              </a:solidFill>
              <a:tailEnd w="med" len="lg"/>
            </a:ln>
          </p:spPr>
          <p:style>
            <a:lnRef idx="1">
              <a:schemeClr val="accent1"/>
            </a:lnRef>
            <a:fillRef idx="0">
              <a:schemeClr val="accent1"/>
            </a:fillRef>
            <a:effectRef idx="0">
              <a:schemeClr val="accent1"/>
            </a:effectRef>
            <a:fontRef idx="minor">
              <a:schemeClr val="tx1"/>
            </a:fontRef>
          </p:style>
        </p:cxnSp>
        <p:cxnSp>
          <p:nvCxnSpPr>
            <p:cNvPr id="29" name="直接连接符 28">
              <a:extLst>
                <a:ext uri="{FF2B5EF4-FFF2-40B4-BE49-F238E27FC236}">
                  <a16:creationId xmlns:a16="http://schemas.microsoft.com/office/drawing/2014/main" id="{536174B3-7078-4268-ABF0-FDE23864C53A}"/>
                </a:ext>
              </a:extLst>
            </p:cNvPr>
            <p:cNvCxnSpPr/>
            <p:nvPr/>
          </p:nvCxnSpPr>
          <p:spPr>
            <a:xfrm flipV="1">
              <a:off x="7249637" y="3752911"/>
              <a:ext cx="0" cy="812800"/>
            </a:xfrm>
            <a:prstGeom prst="line">
              <a:avLst/>
            </a:prstGeom>
            <a:ln w="1524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30" name="组合 29">
            <a:extLst>
              <a:ext uri="{FF2B5EF4-FFF2-40B4-BE49-F238E27FC236}">
                <a16:creationId xmlns:a16="http://schemas.microsoft.com/office/drawing/2014/main" id="{B2DEEF20-80ED-4B25-8707-42A86FB12C98}"/>
              </a:ext>
            </a:extLst>
          </p:cNvPr>
          <p:cNvGrpSpPr/>
          <p:nvPr/>
        </p:nvGrpSpPr>
        <p:grpSpPr>
          <a:xfrm>
            <a:off x="1618162" y="1566769"/>
            <a:ext cx="8955675" cy="238462"/>
            <a:chOff x="1618162" y="3599500"/>
            <a:chExt cx="8955675" cy="238462"/>
          </a:xfrm>
        </p:grpSpPr>
        <p:cxnSp>
          <p:nvCxnSpPr>
            <p:cNvPr id="31" name="直接连接符 30">
              <a:extLst>
                <a:ext uri="{FF2B5EF4-FFF2-40B4-BE49-F238E27FC236}">
                  <a16:creationId xmlns:a16="http://schemas.microsoft.com/office/drawing/2014/main" id="{837D477A-5171-490F-B6D4-97C6D7A8A650}"/>
                </a:ext>
              </a:extLst>
            </p:cNvPr>
            <p:cNvCxnSpPr>
              <a:cxnSpLocks/>
            </p:cNvCxnSpPr>
            <p:nvPr/>
          </p:nvCxnSpPr>
          <p:spPr>
            <a:xfrm>
              <a:off x="1749794" y="3725200"/>
              <a:ext cx="8622888" cy="0"/>
            </a:xfrm>
            <a:prstGeom prst="line">
              <a:avLst/>
            </a:prstGeom>
            <a:ln w="152400">
              <a:solidFill>
                <a:schemeClr val="tx1"/>
              </a:solidFill>
            </a:ln>
          </p:spPr>
          <p:style>
            <a:lnRef idx="1">
              <a:schemeClr val="accent1"/>
            </a:lnRef>
            <a:fillRef idx="0">
              <a:schemeClr val="accent1"/>
            </a:fillRef>
            <a:effectRef idx="0">
              <a:schemeClr val="accent1"/>
            </a:effectRef>
            <a:fontRef idx="minor">
              <a:schemeClr val="tx1"/>
            </a:fontRef>
          </p:style>
        </p:cxnSp>
        <p:sp>
          <p:nvSpPr>
            <p:cNvPr id="32" name="矩形 31">
              <a:extLst>
                <a:ext uri="{FF2B5EF4-FFF2-40B4-BE49-F238E27FC236}">
                  <a16:creationId xmlns:a16="http://schemas.microsoft.com/office/drawing/2014/main" id="{D0513BC0-5BBA-4500-8077-440780C8EB78}"/>
                </a:ext>
              </a:extLst>
            </p:cNvPr>
            <p:cNvSpPr/>
            <p:nvPr/>
          </p:nvSpPr>
          <p:spPr>
            <a:xfrm>
              <a:off x="1618162" y="3599500"/>
              <a:ext cx="225524" cy="225524"/>
            </a:xfrm>
            <a:prstGeom prst="rect">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33" name="矩形 32">
              <a:extLst>
                <a:ext uri="{FF2B5EF4-FFF2-40B4-BE49-F238E27FC236}">
                  <a16:creationId xmlns:a16="http://schemas.microsoft.com/office/drawing/2014/main" id="{0E184DA7-F858-483A-B4A1-7B85D64E8273}"/>
                </a:ext>
              </a:extLst>
            </p:cNvPr>
            <p:cNvSpPr/>
            <p:nvPr/>
          </p:nvSpPr>
          <p:spPr>
            <a:xfrm>
              <a:off x="10348313" y="3612438"/>
              <a:ext cx="225524" cy="225524"/>
            </a:xfrm>
            <a:prstGeom prst="rect">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grpSp>
      <p:grpSp>
        <p:nvGrpSpPr>
          <p:cNvPr id="34" name="组合 33">
            <a:extLst>
              <a:ext uri="{FF2B5EF4-FFF2-40B4-BE49-F238E27FC236}">
                <a16:creationId xmlns:a16="http://schemas.microsoft.com/office/drawing/2014/main" id="{0DFB39EB-FEA0-438F-AA58-EC795A998106}"/>
              </a:ext>
            </a:extLst>
          </p:cNvPr>
          <p:cNvGrpSpPr/>
          <p:nvPr/>
        </p:nvGrpSpPr>
        <p:grpSpPr>
          <a:xfrm>
            <a:off x="1968674" y="2412905"/>
            <a:ext cx="7852814" cy="641082"/>
            <a:chOff x="1968674" y="4445636"/>
            <a:chExt cx="7852814" cy="641082"/>
          </a:xfrm>
        </p:grpSpPr>
        <p:grpSp>
          <p:nvGrpSpPr>
            <p:cNvPr id="35" name="组合 34">
              <a:extLst>
                <a:ext uri="{FF2B5EF4-FFF2-40B4-BE49-F238E27FC236}">
                  <a16:creationId xmlns:a16="http://schemas.microsoft.com/office/drawing/2014/main" id="{BF807099-7B3E-40CD-8303-26A049401039}"/>
                </a:ext>
              </a:extLst>
            </p:cNvPr>
            <p:cNvGrpSpPr/>
            <p:nvPr/>
          </p:nvGrpSpPr>
          <p:grpSpPr>
            <a:xfrm>
              <a:off x="1968674" y="4445636"/>
              <a:ext cx="662814" cy="641082"/>
              <a:chOff x="812355" y="3422987"/>
              <a:chExt cx="662814" cy="641082"/>
            </a:xfrm>
          </p:grpSpPr>
          <p:pic>
            <p:nvPicPr>
              <p:cNvPr id="48" name="图形 47">
                <a:extLst>
                  <a:ext uri="{FF2B5EF4-FFF2-40B4-BE49-F238E27FC236}">
                    <a16:creationId xmlns:a16="http://schemas.microsoft.com/office/drawing/2014/main" id="{1C6CE519-73F7-48EC-9BF7-9DD329B4C743}"/>
                  </a:ext>
                </a:extLst>
              </p:cNvPr>
              <p:cNvPicPr>
                <a:picLocks noChangeAspect="1"/>
              </p:cNvPicPr>
              <p:nvPr/>
            </p:nvPicPr>
            <p:blipFill>
              <a:blip r:embed="rId3">
                <a:extLst>
                  <a:ext uri="{28A0092B-C50C-407E-A947-70E740481C1C}">
                    <a14:useLocalDpi xmlns:a14="http://schemas.microsoft.com/office/drawing/2010/main" val="0"/>
                  </a:ext>
                  <a:ext uri="{96DAC541-7B7A-43D3-8B79-37D633B846F1}">
                    <asvg:svgBlip xmlns:asvg="http://schemas.microsoft.com/office/drawing/2016/SVG/main" r:embed="rId4"/>
                  </a:ext>
                </a:extLst>
              </a:blip>
              <a:stretch>
                <a:fillRect/>
              </a:stretch>
            </p:blipFill>
            <p:spPr>
              <a:xfrm>
                <a:off x="812355" y="3422987"/>
                <a:ext cx="662814" cy="641082"/>
              </a:xfrm>
              <a:prstGeom prst="rect">
                <a:avLst/>
              </a:prstGeom>
            </p:spPr>
          </p:pic>
          <p:sp>
            <p:nvSpPr>
              <p:cNvPr id="49" name="文本框 48">
                <a:extLst>
                  <a:ext uri="{FF2B5EF4-FFF2-40B4-BE49-F238E27FC236}">
                    <a16:creationId xmlns:a16="http://schemas.microsoft.com/office/drawing/2014/main" id="{5DD329AF-6509-4A44-A9A8-8B805FB525CF}"/>
                  </a:ext>
                </a:extLst>
              </p:cNvPr>
              <p:cNvSpPr txBox="1"/>
              <p:nvPr/>
            </p:nvSpPr>
            <p:spPr>
              <a:xfrm>
                <a:off x="1087044" y="3451320"/>
                <a:ext cx="355235" cy="400110"/>
              </a:xfrm>
              <a:prstGeom prst="rect">
                <a:avLst/>
              </a:prstGeom>
              <a:noFill/>
            </p:spPr>
            <p:txBody>
              <a:bodyPr wrap="square" rtlCol="0">
                <a:spAutoFit/>
              </a:bodyPr>
              <a:lstStyle/>
              <a:p>
                <a:pPr algn="ctr"/>
                <a:r>
                  <a:rPr lang="en-US" altLang="zh-CN" sz="2000" b="1" dirty="0">
                    <a:solidFill>
                      <a:schemeClr val="bg1"/>
                    </a:solidFill>
                    <a:latin typeface="Arial Black" panose="020B0A04020102020204" pitchFamily="34" charset="0"/>
                    <a:ea typeface="+mj-ea"/>
                  </a:rPr>
                  <a:t>A</a:t>
                </a:r>
                <a:endParaRPr lang="zh-CN" altLang="en-US" sz="2000" b="1" dirty="0">
                  <a:solidFill>
                    <a:schemeClr val="bg1"/>
                  </a:solidFill>
                  <a:latin typeface="Arial Black" panose="020B0A04020102020204" pitchFamily="34" charset="0"/>
                  <a:ea typeface="+mj-ea"/>
                </a:endParaRPr>
              </a:p>
            </p:txBody>
          </p:sp>
        </p:grpSp>
        <p:grpSp>
          <p:nvGrpSpPr>
            <p:cNvPr id="36" name="组合 35">
              <a:extLst>
                <a:ext uri="{FF2B5EF4-FFF2-40B4-BE49-F238E27FC236}">
                  <a16:creationId xmlns:a16="http://schemas.microsoft.com/office/drawing/2014/main" id="{E6E15EE0-C1D5-4CA6-B022-40595F8FA79F}"/>
                </a:ext>
              </a:extLst>
            </p:cNvPr>
            <p:cNvGrpSpPr/>
            <p:nvPr/>
          </p:nvGrpSpPr>
          <p:grpSpPr>
            <a:xfrm>
              <a:off x="4365341" y="4445636"/>
              <a:ext cx="662814" cy="641082"/>
              <a:chOff x="3209022" y="3422987"/>
              <a:chExt cx="662814" cy="641082"/>
            </a:xfrm>
          </p:grpSpPr>
          <p:pic>
            <p:nvPicPr>
              <p:cNvPr id="46" name="图形 45">
                <a:extLst>
                  <a:ext uri="{FF2B5EF4-FFF2-40B4-BE49-F238E27FC236}">
                    <a16:creationId xmlns:a16="http://schemas.microsoft.com/office/drawing/2014/main" id="{C8C4C2F7-68D1-41CA-A597-6AAB50358E43}"/>
                  </a:ext>
                </a:extLst>
              </p:cNvPr>
              <p:cNvPicPr>
                <a:picLocks noChangeAspect="1"/>
              </p:cNvPicPr>
              <p:nvPr/>
            </p:nvPicPr>
            <p:blipFill>
              <a:blip r:embed="rId3">
                <a:extLst>
                  <a:ext uri="{28A0092B-C50C-407E-A947-70E740481C1C}">
                    <a14:useLocalDpi xmlns:a14="http://schemas.microsoft.com/office/drawing/2010/main" val="0"/>
                  </a:ext>
                  <a:ext uri="{96DAC541-7B7A-43D3-8B79-37D633B846F1}">
                    <asvg:svgBlip xmlns:asvg="http://schemas.microsoft.com/office/drawing/2016/SVG/main" r:embed="rId4"/>
                  </a:ext>
                </a:extLst>
              </a:blip>
              <a:stretch>
                <a:fillRect/>
              </a:stretch>
            </p:blipFill>
            <p:spPr>
              <a:xfrm>
                <a:off x="3209022" y="3422987"/>
                <a:ext cx="662814" cy="641082"/>
              </a:xfrm>
              <a:prstGeom prst="rect">
                <a:avLst/>
              </a:prstGeom>
            </p:spPr>
          </p:pic>
          <p:sp>
            <p:nvSpPr>
              <p:cNvPr id="47" name="文本框 46">
                <a:extLst>
                  <a:ext uri="{FF2B5EF4-FFF2-40B4-BE49-F238E27FC236}">
                    <a16:creationId xmlns:a16="http://schemas.microsoft.com/office/drawing/2014/main" id="{658648CC-F992-4CC1-820A-6390807EB9AE}"/>
                  </a:ext>
                </a:extLst>
              </p:cNvPr>
              <p:cNvSpPr txBox="1"/>
              <p:nvPr/>
            </p:nvSpPr>
            <p:spPr>
              <a:xfrm>
                <a:off x="3490791" y="3451320"/>
                <a:ext cx="355235" cy="400110"/>
              </a:xfrm>
              <a:prstGeom prst="rect">
                <a:avLst/>
              </a:prstGeom>
              <a:noFill/>
            </p:spPr>
            <p:txBody>
              <a:bodyPr wrap="square" rtlCol="0">
                <a:spAutoFit/>
              </a:bodyPr>
              <a:lstStyle/>
              <a:p>
                <a:pPr algn="ctr"/>
                <a:r>
                  <a:rPr lang="en-US" altLang="zh-CN" sz="2000" b="1" dirty="0">
                    <a:solidFill>
                      <a:schemeClr val="bg1"/>
                    </a:solidFill>
                    <a:latin typeface="Arial Black" panose="020B0A04020102020204" pitchFamily="34" charset="0"/>
                    <a:ea typeface="+mj-ea"/>
                  </a:rPr>
                  <a:t>B</a:t>
                </a:r>
                <a:endParaRPr lang="zh-CN" altLang="en-US" sz="2000" b="1" dirty="0">
                  <a:solidFill>
                    <a:schemeClr val="bg1"/>
                  </a:solidFill>
                  <a:latin typeface="Arial Black" panose="020B0A04020102020204" pitchFamily="34" charset="0"/>
                  <a:ea typeface="+mj-ea"/>
                </a:endParaRPr>
              </a:p>
            </p:txBody>
          </p:sp>
        </p:grpSp>
        <p:grpSp>
          <p:nvGrpSpPr>
            <p:cNvPr id="37" name="组合 36">
              <a:extLst>
                <a:ext uri="{FF2B5EF4-FFF2-40B4-BE49-F238E27FC236}">
                  <a16:creationId xmlns:a16="http://schemas.microsoft.com/office/drawing/2014/main" id="{902C1D2E-FCC9-4698-83A9-FC2317BE61ED}"/>
                </a:ext>
              </a:extLst>
            </p:cNvPr>
            <p:cNvGrpSpPr/>
            <p:nvPr/>
          </p:nvGrpSpPr>
          <p:grpSpPr>
            <a:xfrm>
              <a:off x="6762008" y="4445636"/>
              <a:ext cx="662814" cy="641082"/>
              <a:chOff x="5605689" y="3422987"/>
              <a:chExt cx="662814" cy="641082"/>
            </a:xfrm>
          </p:grpSpPr>
          <p:pic>
            <p:nvPicPr>
              <p:cNvPr id="44" name="图形 43">
                <a:extLst>
                  <a:ext uri="{FF2B5EF4-FFF2-40B4-BE49-F238E27FC236}">
                    <a16:creationId xmlns:a16="http://schemas.microsoft.com/office/drawing/2014/main" id="{40F7F6D8-AE1D-4E43-836A-E987F0EAB4E5}"/>
                  </a:ext>
                </a:extLst>
              </p:cNvPr>
              <p:cNvPicPr>
                <a:picLocks noChangeAspect="1"/>
              </p:cNvPicPr>
              <p:nvPr/>
            </p:nvPicPr>
            <p:blipFill>
              <a:blip r:embed="rId3">
                <a:extLst>
                  <a:ext uri="{28A0092B-C50C-407E-A947-70E740481C1C}">
                    <a14:useLocalDpi xmlns:a14="http://schemas.microsoft.com/office/drawing/2010/main" val="0"/>
                  </a:ext>
                  <a:ext uri="{96DAC541-7B7A-43D3-8B79-37D633B846F1}">
                    <asvg:svgBlip xmlns:asvg="http://schemas.microsoft.com/office/drawing/2016/SVG/main" r:embed="rId4"/>
                  </a:ext>
                </a:extLst>
              </a:blip>
              <a:stretch>
                <a:fillRect/>
              </a:stretch>
            </p:blipFill>
            <p:spPr>
              <a:xfrm>
                <a:off x="5605689" y="3422987"/>
                <a:ext cx="662814" cy="641082"/>
              </a:xfrm>
              <a:prstGeom prst="rect">
                <a:avLst/>
              </a:prstGeom>
            </p:spPr>
          </p:pic>
          <p:sp>
            <p:nvSpPr>
              <p:cNvPr id="45" name="文本框 44">
                <a:extLst>
                  <a:ext uri="{FF2B5EF4-FFF2-40B4-BE49-F238E27FC236}">
                    <a16:creationId xmlns:a16="http://schemas.microsoft.com/office/drawing/2014/main" id="{6CB1768A-E878-4DEC-AD18-464A0F0DD547}"/>
                  </a:ext>
                </a:extLst>
              </p:cNvPr>
              <p:cNvSpPr txBox="1"/>
              <p:nvPr/>
            </p:nvSpPr>
            <p:spPr>
              <a:xfrm>
                <a:off x="5885506" y="3451320"/>
                <a:ext cx="355235" cy="400110"/>
              </a:xfrm>
              <a:prstGeom prst="rect">
                <a:avLst/>
              </a:prstGeom>
              <a:noFill/>
            </p:spPr>
            <p:txBody>
              <a:bodyPr wrap="square" rtlCol="0">
                <a:spAutoFit/>
              </a:bodyPr>
              <a:lstStyle/>
              <a:p>
                <a:pPr algn="ctr"/>
                <a:r>
                  <a:rPr lang="en-US" altLang="zh-CN" sz="2000" b="1" dirty="0">
                    <a:solidFill>
                      <a:schemeClr val="bg1"/>
                    </a:solidFill>
                    <a:latin typeface="Arial Black" panose="020B0A04020102020204" pitchFamily="34" charset="0"/>
                    <a:ea typeface="+mj-ea"/>
                  </a:rPr>
                  <a:t>C</a:t>
                </a:r>
                <a:endParaRPr lang="zh-CN" altLang="en-US" sz="2000" b="1" dirty="0">
                  <a:solidFill>
                    <a:schemeClr val="bg1"/>
                  </a:solidFill>
                  <a:latin typeface="Arial Black" panose="020B0A04020102020204" pitchFamily="34" charset="0"/>
                  <a:ea typeface="+mj-ea"/>
                </a:endParaRPr>
              </a:p>
            </p:txBody>
          </p:sp>
        </p:grpSp>
        <p:grpSp>
          <p:nvGrpSpPr>
            <p:cNvPr id="40" name="组合 39">
              <a:extLst>
                <a:ext uri="{FF2B5EF4-FFF2-40B4-BE49-F238E27FC236}">
                  <a16:creationId xmlns:a16="http://schemas.microsoft.com/office/drawing/2014/main" id="{6552C21E-1E72-4745-AC0E-DCC76E804F73}"/>
                </a:ext>
              </a:extLst>
            </p:cNvPr>
            <p:cNvGrpSpPr/>
            <p:nvPr/>
          </p:nvGrpSpPr>
          <p:grpSpPr>
            <a:xfrm>
              <a:off x="9158674" y="4445636"/>
              <a:ext cx="662814" cy="641082"/>
              <a:chOff x="8002355" y="3422987"/>
              <a:chExt cx="662814" cy="641082"/>
            </a:xfrm>
          </p:grpSpPr>
          <p:pic>
            <p:nvPicPr>
              <p:cNvPr id="42" name="图形 41">
                <a:extLst>
                  <a:ext uri="{FF2B5EF4-FFF2-40B4-BE49-F238E27FC236}">
                    <a16:creationId xmlns:a16="http://schemas.microsoft.com/office/drawing/2014/main" id="{6B11717D-FCEB-42D3-A119-E59AC28CD863}"/>
                  </a:ext>
                </a:extLst>
              </p:cNvPr>
              <p:cNvPicPr>
                <a:picLocks noChangeAspect="1"/>
              </p:cNvPicPr>
              <p:nvPr/>
            </p:nvPicPr>
            <p:blipFill>
              <a:blip r:embed="rId3">
                <a:extLst>
                  <a:ext uri="{28A0092B-C50C-407E-A947-70E740481C1C}">
                    <a14:useLocalDpi xmlns:a14="http://schemas.microsoft.com/office/drawing/2010/main" val="0"/>
                  </a:ext>
                  <a:ext uri="{96DAC541-7B7A-43D3-8B79-37D633B846F1}">
                    <asvg:svgBlip xmlns:asvg="http://schemas.microsoft.com/office/drawing/2016/SVG/main" r:embed="rId4"/>
                  </a:ext>
                </a:extLst>
              </a:blip>
              <a:stretch>
                <a:fillRect/>
              </a:stretch>
            </p:blipFill>
            <p:spPr>
              <a:xfrm>
                <a:off x="8002355" y="3422987"/>
                <a:ext cx="662814" cy="641082"/>
              </a:xfrm>
              <a:prstGeom prst="rect">
                <a:avLst/>
              </a:prstGeom>
            </p:spPr>
          </p:pic>
          <p:sp>
            <p:nvSpPr>
              <p:cNvPr id="43" name="文本框 42">
                <a:extLst>
                  <a:ext uri="{FF2B5EF4-FFF2-40B4-BE49-F238E27FC236}">
                    <a16:creationId xmlns:a16="http://schemas.microsoft.com/office/drawing/2014/main" id="{39CE4E63-0120-4586-A613-A2CF75236E92}"/>
                  </a:ext>
                </a:extLst>
              </p:cNvPr>
              <p:cNvSpPr txBox="1"/>
              <p:nvPr/>
            </p:nvSpPr>
            <p:spPr>
              <a:xfrm>
                <a:off x="8282675" y="3444742"/>
                <a:ext cx="355235" cy="400110"/>
              </a:xfrm>
              <a:prstGeom prst="rect">
                <a:avLst/>
              </a:prstGeom>
              <a:noFill/>
            </p:spPr>
            <p:txBody>
              <a:bodyPr wrap="square" rtlCol="0">
                <a:spAutoFit/>
              </a:bodyPr>
              <a:lstStyle/>
              <a:p>
                <a:pPr algn="ctr"/>
                <a:r>
                  <a:rPr lang="en-US" altLang="zh-CN" sz="2000" b="1" dirty="0">
                    <a:solidFill>
                      <a:schemeClr val="bg1"/>
                    </a:solidFill>
                    <a:latin typeface="Arial Black" panose="020B0A04020102020204" pitchFamily="34" charset="0"/>
                    <a:ea typeface="+mj-ea"/>
                  </a:rPr>
                  <a:t>D</a:t>
                </a:r>
                <a:endParaRPr lang="zh-CN" altLang="en-US" sz="2000" b="1" dirty="0">
                  <a:solidFill>
                    <a:schemeClr val="bg1"/>
                  </a:solidFill>
                  <a:latin typeface="Arial Black" panose="020B0A04020102020204" pitchFamily="34" charset="0"/>
                  <a:ea typeface="+mj-ea"/>
                </a:endParaRPr>
              </a:p>
            </p:txBody>
          </p:sp>
        </p:grpSp>
      </p:grpSp>
      <p:grpSp>
        <p:nvGrpSpPr>
          <p:cNvPr id="50" name="组合 49">
            <a:extLst>
              <a:ext uri="{FF2B5EF4-FFF2-40B4-BE49-F238E27FC236}">
                <a16:creationId xmlns:a16="http://schemas.microsoft.com/office/drawing/2014/main" id="{244989BE-2F10-4B97-B29E-AF9AC895A2BE}"/>
              </a:ext>
            </a:extLst>
          </p:cNvPr>
          <p:cNvGrpSpPr/>
          <p:nvPr/>
        </p:nvGrpSpPr>
        <p:grpSpPr>
          <a:xfrm>
            <a:off x="7094783" y="730441"/>
            <a:ext cx="2153414" cy="461665"/>
            <a:chOff x="7094783" y="730441"/>
            <a:chExt cx="2153414" cy="461665"/>
          </a:xfrm>
        </p:grpSpPr>
        <p:sp>
          <p:nvSpPr>
            <p:cNvPr id="51" name="矩形 50">
              <a:extLst>
                <a:ext uri="{FF2B5EF4-FFF2-40B4-BE49-F238E27FC236}">
                  <a16:creationId xmlns:a16="http://schemas.microsoft.com/office/drawing/2014/main" id="{EC3A55EB-7B87-4D65-9007-9411AFC72105}"/>
                </a:ext>
              </a:extLst>
            </p:cNvPr>
            <p:cNvSpPr/>
            <p:nvPr/>
          </p:nvSpPr>
          <p:spPr>
            <a:xfrm>
              <a:off x="7094783" y="757078"/>
              <a:ext cx="2153414" cy="400110"/>
            </a:xfrm>
            <a:prstGeom prst="rect">
              <a:avLst/>
            </a:prstGeom>
            <a:solidFill>
              <a:schemeClr val="accent3"/>
            </a:solidFill>
            <a:ln>
              <a:solidFill>
                <a:schemeClr val="accent3"/>
              </a:solidFill>
            </a:ln>
          </p:spPr>
          <p:style>
            <a:lnRef idx="2">
              <a:schemeClr val="accent3">
                <a:shade val="50000"/>
              </a:schemeClr>
            </a:lnRef>
            <a:fillRef idx="1">
              <a:schemeClr val="accent3"/>
            </a:fillRef>
            <a:effectRef idx="0">
              <a:schemeClr val="accent3"/>
            </a:effectRef>
            <a:fontRef idx="minor">
              <a:schemeClr val="lt1"/>
            </a:fontRef>
          </p:style>
          <p:txBody>
            <a:bodyPr rtlCol="0" anchor="ctr"/>
            <a:lstStyle/>
            <a:p>
              <a:pPr algn="ctr"/>
              <a:endParaRPr lang="zh-CN" altLang="en-US"/>
            </a:p>
          </p:txBody>
        </p:sp>
        <p:sp>
          <p:nvSpPr>
            <p:cNvPr id="52" name="文本框 51">
              <a:extLst>
                <a:ext uri="{FF2B5EF4-FFF2-40B4-BE49-F238E27FC236}">
                  <a16:creationId xmlns:a16="http://schemas.microsoft.com/office/drawing/2014/main" id="{E2D71344-F2FB-4854-8CBB-881E8033F2DF}"/>
                </a:ext>
              </a:extLst>
            </p:cNvPr>
            <p:cNvSpPr txBox="1"/>
            <p:nvPr/>
          </p:nvSpPr>
          <p:spPr>
            <a:xfrm>
              <a:off x="7236053" y="772467"/>
              <a:ext cx="1598556" cy="400110"/>
            </a:xfrm>
            <a:prstGeom prst="rect">
              <a:avLst/>
            </a:prstGeom>
            <a:noFill/>
          </p:spPr>
          <p:txBody>
            <a:bodyPr wrap="square" rtlCol="0">
              <a:spAutoFit/>
            </a:bodyPr>
            <a:lstStyle/>
            <a:p>
              <a:pPr algn="ctr"/>
              <a:r>
                <a:rPr lang="zh-CN" altLang="en-US" sz="2000" b="1" dirty="0">
                  <a:solidFill>
                    <a:schemeClr val="bg1"/>
                  </a:solidFill>
                </a:rPr>
                <a:t>载波监听</a:t>
              </a:r>
            </a:p>
          </p:txBody>
        </p:sp>
        <p:sp>
          <p:nvSpPr>
            <p:cNvPr id="53" name="文本框 52">
              <a:extLst>
                <a:ext uri="{FF2B5EF4-FFF2-40B4-BE49-F238E27FC236}">
                  <a16:creationId xmlns:a16="http://schemas.microsoft.com/office/drawing/2014/main" id="{5426DF4A-64CD-4031-95EC-CD65FF84A15F}"/>
                </a:ext>
              </a:extLst>
            </p:cNvPr>
            <p:cNvSpPr txBox="1"/>
            <p:nvPr/>
          </p:nvSpPr>
          <p:spPr>
            <a:xfrm>
              <a:off x="8481180" y="730441"/>
              <a:ext cx="383192" cy="461665"/>
            </a:xfrm>
            <a:prstGeom prst="rect">
              <a:avLst/>
            </a:prstGeom>
            <a:noFill/>
          </p:spPr>
          <p:txBody>
            <a:bodyPr wrap="square">
              <a:spAutoFit/>
            </a:bodyPr>
            <a:lstStyle/>
            <a:p>
              <a:r>
                <a:rPr lang="en-US" altLang="zh-CN" sz="2400" b="1" dirty="0">
                  <a:solidFill>
                    <a:schemeClr val="bg1"/>
                  </a:solidFill>
                  <a:latin typeface="Arial Narrow" panose="020B0606020202030204" pitchFamily="34" charset="0"/>
                </a:rPr>
                <a:t>C</a:t>
              </a:r>
              <a:endParaRPr lang="zh-CN" altLang="en-US" sz="2400" dirty="0">
                <a:solidFill>
                  <a:schemeClr val="bg1"/>
                </a:solidFill>
              </a:endParaRPr>
            </a:p>
          </p:txBody>
        </p:sp>
        <p:sp>
          <p:nvSpPr>
            <p:cNvPr id="61" name="文本框 60">
              <a:extLst>
                <a:ext uri="{FF2B5EF4-FFF2-40B4-BE49-F238E27FC236}">
                  <a16:creationId xmlns:a16="http://schemas.microsoft.com/office/drawing/2014/main" id="{39C3139B-ED07-4252-B4ED-76840D54C225}"/>
                </a:ext>
              </a:extLst>
            </p:cNvPr>
            <p:cNvSpPr txBox="1"/>
            <p:nvPr/>
          </p:nvSpPr>
          <p:spPr>
            <a:xfrm>
              <a:off x="8675232" y="730441"/>
              <a:ext cx="383192" cy="461665"/>
            </a:xfrm>
            <a:prstGeom prst="rect">
              <a:avLst/>
            </a:prstGeom>
            <a:noFill/>
          </p:spPr>
          <p:txBody>
            <a:bodyPr wrap="square">
              <a:spAutoFit/>
            </a:bodyPr>
            <a:lstStyle/>
            <a:p>
              <a:r>
                <a:rPr lang="en-US" altLang="zh-CN" sz="2400" b="1" dirty="0">
                  <a:solidFill>
                    <a:schemeClr val="bg1"/>
                  </a:solidFill>
                  <a:latin typeface="Arial Narrow" panose="020B0606020202030204" pitchFamily="34" charset="0"/>
                </a:rPr>
                <a:t>S</a:t>
              </a:r>
              <a:endParaRPr lang="zh-CN" altLang="en-US" sz="2400" dirty="0">
                <a:solidFill>
                  <a:schemeClr val="bg1"/>
                </a:solidFill>
              </a:endParaRPr>
            </a:p>
          </p:txBody>
        </p:sp>
      </p:grpSp>
      <p:cxnSp>
        <p:nvCxnSpPr>
          <p:cNvPr id="65" name="直接箭头连接符 64">
            <a:extLst>
              <a:ext uri="{FF2B5EF4-FFF2-40B4-BE49-F238E27FC236}">
                <a16:creationId xmlns:a16="http://schemas.microsoft.com/office/drawing/2014/main" id="{6B824699-9145-4A7B-BF01-37AE80A31AFB}"/>
              </a:ext>
            </a:extLst>
          </p:cNvPr>
          <p:cNvCxnSpPr/>
          <p:nvPr/>
        </p:nvCxnSpPr>
        <p:spPr>
          <a:xfrm flipV="1">
            <a:off x="7246548" y="1697032"/>
            <a:ext cx="0" cy="773654"/>
          </a:xfrm>
          <a:prstGeom prst="straightConnector1">
            <a:avLst/>
          </a:prstGeom>
          <a:ln w="50800" cap="rnd">
            <a:solidFill>
              <a:schemeClr val="accent6"/>
            </a:solidFill>
            <a:round/>
            <a:tailEnd type="triangle" w="med" len="med"/>
          </a:ln>
        </p:spPr>
        <p:style>
          <a:lnRef idx="1">
            <a:schemeClr val="accent1"/>
          </a:lnRef>
          <a:fillRef idx="0">
            <a:schemeClr val="accent1"/>
          </a:fillRef>
          <a:effectRef idx="0">
            <a:schemeClr val="accent1"/>
          </a:effectRef>
          <a:fontRef idx="minor">
            <a:schemeClr val="tx1"/>
          </a:fontRef>
        </p:style>
      </p:cxnSp>
      <p:cxnSp>
        <p:nvCxnSpPr>
          <p:cNvPr id="66" name="直接箭头连接符 65">
            <a:extLst>
              <a:ext uri="{FF2B5EF4-FFF2-40B4-BE49-F238E27FC236}">
                <a16:creationId xmlns:a16="http://schemas.microsoft.com/office/drawing/2014/main" id="{A58FEE9A-C14F-444F-B99E-B6407BF31F19}"/>
              </a:ext>
            </a:extLst>
          </p:cNvPr>
          <p:cNvCxnSpPr>
            <a:cxnSpLocks/>
          </p:cNvCxnSpPr>
          <p:nvPr/>
        </p:nvCxnSpPr>
        <p:spPr>
          <a:xfrm>
            <a:off x="7246548" y="1689447"/>
            <a:ext cx="3101765" cy="0"/>
          </a:xfrm>
          <a:prstGeom prst="straightConnector1">
            <a:avLst/>
          </a:prstGeom>
          <a:ln w="50800" cap="rnd">
            <a:solidFill>
              <a:schemeClr val="accent6"/>
            </a:solidFill>
            <a:round/>
            <a:tailEnd type="triangle" w="med" len="med"/>
          </a:ln>
        </p:spPr>
        <p:style>
          <a:lnRef idx="1">
            <a:schemeClr val="accent1"/>
          </a:lnRef>
          <a:fillRef idx="0">
            <a:schemeClr val="accent1"/>
          </a:fillRef>
          <a:effectRef idx="0">
            <a:schemeClr val="accent1"/>
          </a:effectRef>
          <a:fontRef idx="minor">
            <a:schemeClr val="tx1"/>
          </a:fontRef>
        </p:style>
      </p:cxnSp>
      <p:cxnSp>
        <p:nvCxnSpPr>
          <p:cNvPr id="67" name="直接箭头连接符 66">
            <a:extLst>
              <a:ext uri="{FF2B5EF4-FFF2-40B4-BE49-F238E27FC236}">
                <a16:creationId xmlns:a16="http://schemas.microsoft.com/office/drawing/2014/main" id="{C2C59C67-CBA4-4AE3-8C9C-47C3FD3954ED}"/>
              </a:ext>
            </a:extLst>
          </p:cNvPr>
          <p:cNvCxnSpPr>
            <a:cxnSpLocks/>
          </p:cNvCxnSpPr>
          <p:nvPr/>
        </p:nvCxnSpPr>
        <p:spPr>
          <a:xfrm flipH="1">
            <a:off x="1843686" y="1693588"/>
            <a:ext cx="5402862" cy="0"/>
          </a:xfrm>
          <a:prstGeom prst="straightConnector1">
            <a:avLst/>
          </a:prstGeom>
          <a:ln w="50800" cap="rnd">
            <a:solidFill>
              <a:schemeClr val="accent6"/>
            </a:solidFill>
            <a:round/>
            <a:tailEnd type="triangle" w="med" len="med"/>
          </a:ln>
        </p:spPr>
        <p:style>
          <a:lnRef idx="1">
            <a:schemeClr val="accent1"/>
          </a:lnRef>
          <a:fillRef idx="0">
            <a:schemeClr val="accent1"/>
          </a:fillRef>
          <a:effectRef idx="0">
            <a:schemeClr val="accent1"/>
          </a:effectRef>
          <a:fontRef idx="minor">
            <a:schemeClr val="tx1"/>
          </a:fontRef>
        </p:style>
      </p:cxnSp>
      <p:cxnSp>
        <p:nvCxnSpPr>
          <p:cNvPr id="70" name="直接箭头连接符 69">
            <a:extLst>
              <a:ext uri="{FF2B5EF4-FFF2-40B4-BE49-F238E27FC236}">
                <a16:creationId xmlns:a16="http://schemas.microsoft.com/office/drawing/2014/main" id="{717D5C26-30E6-44C6-A207-48334D3A2208}"/>
              </a:ext>
            </a:extLst>
          </p:cNvPr>
          <p:cNvCxnSpPr>
            <a:cxnSpLocks/>
          </p:cNvCxnSpPr>
          <p:nvPr/>
        </p:nvCxnSpPr>
        <p:spPr>
          <a:xfrm>
            <a:off x="2458858" y="1692469"/>
            <a:ext cx="0" cy="808365"/>
          </a:xfrm>
          <a:prstGeom prst="straightConnector1">
            <a:avLst/>
          </a:prstGeom>
          <a:ln w="50800" cap="rnd">
            <a:solidFill>
              <a:schemeClr val="accent6"/>
            </a:solidFill>
            <a:round/>
            <a:tailEnd type="triangle" w="med" len="med"/>
          </a:ln>
        </p:spPr>
        <p:style>
          <a:lnRef idx="1">
            <a:schemeClr val="accent1"/>
          </a:lnRef>
          <a:fillRef idx="0">
            <a:schemeClr val="accent1"/>
          </a:fillRef>
          <a:effectRef idx="0">
            <a:schemeClr val="accent1"/>
          </a:effectRef>
          <a:fontRef idx="minor">
            <a:schemeClr val="tx1"/>
          </a:fontRef>
        </p:style>
      </p:cxnSp>
      <p:cxnSp>
        <p:nvCxnSpPr>
          <p:cNvPr id="71" name="直接箭头连接符 70">
            <a:extLst>
              <a:ext uri="{FF2B5EF4-FFF2-40B4-BE49-F238E27FC236}">
                <a16:creationId xmlns:a16="http://schemas.microsoft.com/office/drawing/2014/main" id="{1283080C-5CEC-4775-B5F0-62FCE5A3C7A0}"/>
              </a:ext>
            </a:extLst>
          </p:cNvPr>
          <p:cNvCxnSpPr>
            <a:cxnSpLocks/>
          </p:cNvCxnSpPr>
          <p:nvPr/>
        </p:nvCxnSpPr>
        <p:spPr>
          <a:xfrm>
            <a:off x="4884984" y="1692469"/>
            <a:ext cx="0" cy="808365"/>
          </a:xfrm>
          <a:prstGeom prst="straightConnector1">
            <a:avLst/>
          </a:prstGeom>
          <a:ln w="50800" cap="rnd">
            <a:solidFill>
              <a:schemeClr val="accent6"/>
            </a:solidFill>
            <a:round/>
            <a:tailEnd type="triangle" w="med" len="med"/>
          </a:ln>
        </p:spPr>
        <p:style>
          <a:lnRef idx="1">
            <a:schemeClr val="accent1"/>
          </a:lnRef>
          <a:fillRef idx="0">
            <a:schemeClr val="accent1"/>
          </a:fillRef>
          <a:effectRef idx="0">
            <a:schemeClr val="accent1"/>
          </a:effectRef>
          <a:fontRef idx="minor">
            <a:schemeClr val="tx1"/>
          </a:fontRef>
        </p:style>
      </p:cxnSp>
      <p:cxnSp>
        <p:nvCxnSpPr>
          <p:cNvPr id="72" name="直接箭头连接符 71">
            <a:extLst>
              <a:ext uri="{FF2B5EF4-FFF2-40B4-BE49-F238E27FC236}">
                <a16:creationId xmlns:a16="http://schemas.microsoft.com/office/drawing/2014/main" id="{D03131C9-0BA2-4A8E-9B08-C4A7B26A6235}"/>
              </a:ext>
            </a:extLst>
          </p:cNvPr>
          <p:cNvCxnSpPr>
            <a:cxnSpLocks/>
          </p:cNvCxnSpPr>
          <p:nvPr/>
        </p:nvCxnSpPr>
        <p:spPr>
          <a:xfrm>
            <a:off x="9640967" y="1692469"/>
            <a:ext cx="0" cy="808365"/>
          </a:xfrm>
          <a:prstGeom prst="straightConnector1">
            <a:avLst/>
          </a:prstGeom>
          <a:ln w="50800" cap="rnd">
            <a:solidFill>
              <a:schemeClr val="accent6"/>
            </a:solidFill>
            <a:round/>
            <a:tailEnd type="triangle" w="med" len="med"/>
          </a:ln>
        </p:spPr>
        <p:style>
          <a:lnRef idx="1">
            <a:schemeClr val="accent1"/>
          </a:lnRef>
          <a:fillRef idx="0">
            <a:schemeClr val="accent1"/>
          </a:fillRef>
          <a:effectRef idx="0">
            <a:schemeClr val="accent1"/>
          </a:effectRef>
          <a:fontRef idx="minor">
            <a:schemeClr val="tx1"/>
          </a:fontRef>
        </p:style>
      </p:cxnSp>
      <p:grpSp>
        <p:nvGrpSpPr>
          <p:cNvPr id="89" name="组合 88">
            <a:extLst>
              <a:ext uri="{FF2B5EF4-FFF2-40B4-BE49-F238E27FC236}">
                <a16:creationId xmlns:a16="http://schemas.microsoft.com/office/drawing/2014/main" id="{A60C1766-FE56-4FB8-8049-E2D4A91FDF4C}"/>
              </a:ext>
            </a:extLst>
          </p:cNvPr>
          <p:cNvGrpSpPr/>
          <p:nvPr/>
        </p:nvGrpSpPr>
        <p:grpSpPr>
          <a:xfrm>
            <a:off x="3618340" y="3529053"/>
            <a:ext cx="2156816" cy="1412699"/>
            <a:chOff x="3618340" y="3529053"/>
            <a:chExt cx="2156816" cy="1412699"/>
          </a:xfrm>
        </p:grpSpPr>
        <p:grpSp>
          <p:nvGrpSpPr>
            <p:cNvPr id="13" name="组合 12">
              <a:extLst>
                <a:ext uri="{FF2B5EF4-FFF2-40B4-BE49-F238E27FC236}">
                  <a16:creationId xmlns:a16="http://schemas.microsoft.com/office/drawing/2014/main" id="{6F6F734D-FC9E-4FE9-AAD3-1DC7FECE72BE}"/>
                </a:ext>
              </a:extLst>
            </p:cNvPr>
            <p:cNvGrpSpPr/>
            <p:nvPr/>
          </p:nvGrpSpPr>
          <p:grpSpPr>
            <a:xfrm>
              <a:off x="3618340" y="3939124"/>
              <a:ext cx="2156816" cy="1002628"/>
              <a:chOff x="3618340" y="3773304"/>
              <a:chExt cx="2156816" cy="1002628"/>
            </a:xfrm>
          </p:grpSpPr>
          <p:sp>
            <p:nvSpPr>
              <p:cNvPr id="11" name="流程图: 决策 10">
                <a:extLst>
                  <a:ext uri="{FF2B5EF4-FFF2-40B4-BE49-F238E27FC236}">
                    <a16:creationId xmlns:a16="http://schemas.microsoft.com/office/drawing/2014/main" id="{0165DD2E-FE47-40F5-933C-064B2A5AE296}"/>
                  </a:ext>
                </a:extLst>
              </p:cNvPr>
              <p:cNvSpPr/>
              <p:nvPr/>
            </p:nvSpPr>
            <p:spPr>
              <a:xfrm>
                <a:off x="3618340" y="3773304"/>
                <a:ext cx="2156816" cy="1002628"/>
              </a:xfrm>
              <a:prstGeom prst="flowChartDecision">
                <a:avLst/>
              </a:prstGeom>
            </p:spPr>
            <p:style>
              <a:lnRef idx="2">
                <a:schemeClr val="accent3">
                  <a:shade val="50000"/>
                </a:schemeClr>
              </a:lnRef>
              <a:fillRef idx="1">
                <a:schemeClr val="accent3"/>
              </a:fillRef>
              <a:effectRef idx="0">
                <a:schemeClr val="accent3"/>
              </a:effectRef>
              <a:fontRef idx="minor">
                <a:schemeClr val="lt1"/>
              </a:fontRef>
            </p:style>
            <p:txBody>
              <a:bodyPr rtlCol="0" anchor="ctr"/>
              <a:lstStyle/>
              <a:p>
                <a:pPr algn="ctr"/>
                <a:endParaRPr lang="zh-CN" altLang="en-US"/>
              </a:p>
            </p:txBody>
          </p:sp>
          <p:sp>
            <p:nvSpPr>
              <p:cNvPr id="12" name="文本框 11">
                <a:extLst>
                  <a:ext uri="{FF2B5EF4-FFF2-40B4-BE49-F238E27FC236}">
                    <a16:creationId xmlns:a16="http://schemas.microsoft.com/office/drawing/2014/main" id="{A0CDC4EA-1869-4EBA-9FDD-C7918792ADE2}"/>
                  </a:ext>
                </a:extLst>
              </p:cNvPr>
              <p:cNvSpPr txBox="1"/>
              <p:nvPr/>
            </p:nvSpPr>
            <p:spPr>
              <a:xfrm>
                <a:off x="3912189" y="3920038"/>
                <a:ext cx="1561617" cy="646331"/>
              </a:xfrm>
              <a:prstGeom prst="rect">
                <a:avLst/>
              </a:prstGeom>
              <a:noFill/>
            </p:spPr>
            <p:txBody>
              <a:bodyPr wrap="square" rtlCol="0">
                <a:spAutoFit/>
              </a:bodyPr>
              <a:lstStyle/>
              <a:p>
                <a:pPr algn="ctr"/>
                <a:r>
                  <a:rPr lang="zh-CN" altLang="en-US" b="1" dirty="0">
                    <a:solidFill>
                      <a:schemeClr val="bg1"/>
                    </a:solidFill>
                  </a:rPr>
                  <a:t>信道空闲</a:t>
                </a:r>
                <a:endParaRPr lang="en-US" altLang="zh-CN" b="1" dirty="0">
                  <a:solidFill>
                    <a:schemeClr val="bg1"/>
                  </a:solidFill>
                </a:endParaRPr>
              </a:p>
              <a:p>
                <a:pPr algn="ctr"/>
                <a:r>
                  <a:rPr lang="en-US" altLang="zh-CN" b="1" dirty="0">
                    <a:solidFill>
                      <a:schemeClr val="bg1"/>
                    </a:solidFill>
                  </a:rPr>
                  <a:t>96</a:t>
                </a:r>
                <a:r>
                  <a:rPr lang="zh-CN" altLang="en-US" b="1" dirty="0">
                    <a:solidFill>
                      <a:schemeClr val="bg1"/>
                    </a:solidFill>
                  </a:rPr>
                  <a:t>比特时间？</a:t>
                </a:r>
              </a:p>
            </p:txBody>
          </p:sp>
        </p:grpSp>
        <p:cxnSp>
          <p:nvCxnSpPr>
            <p:cNvPr id="15" name="直接箭头连接符 14">
              <a:extLst>
                <a:ext uri="{FF2B5EF4-FFF2-40B4-BE49-F238E27FC236}">
                  <a16:creationId xmlns:a16="http://schemas.microsoft.com/office/drawing/2014/main" id="{8BC989FE-4CA6-472F-B89E-6022821999CA}"/>
                </a:ext>
              </a:extLst>
            </p:cNvPr>
            <p:cNvCxnSpPr>
              <a:stCxn id="10" idx="2"/>
              <a:endCxn id="11" idx="0"/>
            </p:cNvCxnSpPr>
            <p:nvPr/>
          </p:nvCxnSpPr>
          <p:spPr>
            <a:xfrm>
              <a:off x="4696748" y="3529053"/>
              <a:ext cx="0" cy="410071"/>
            </a:xfrm>
            <a:prstGeom prst="straightConnector1">
              <a:avLst/>
            </a:prstGeom>
            <a:ln w="12700">
              <a:solidFill>
                <a:schemeClr val="tx1"/>
              </a:solidFill>
              <a:tailEnd type="triangle"/>
            </a:ln>
          </p:spPr>
          <p:style>
            <a:lnRef idx="1">
              <a:schemeClr val="accent1"/>
            </a:lnRef>
            <a:fillRef idx="0">
              <a:schemeClr val="accent1"/>
            </a:fillRef>
            <a:effectRef idx="0">
              <a:schemeClr val="accent1"/>
            </a:effectRef>
            <a:fontRef idx="minor">
              <a:schemeClr val="tx1"/>
            </a:fontRef>
          </p:style>
        </p:cxnSp>
      </p:grpSp>
      <p:grpSp>
        <p:nvGrpSpPr>
          <p:cNvPr id="90" name="组合 89">
            <a:extLst>
              <a:ext uri="{FF2B5EF4-FFF2-40B4-BE49-F238E27FC236}">
                <a16:creationId xmlns:a16="http://schemas.microsoft.com/office/drawing/2014/main" id="{53AF500B-7FC7-492C-B846-1814D08B9461}"/>
              </a:ext>
            </a:extLst>
          </p:cNvPr>
          <p:cNvGrpSpPr/>
          <p:nvPr/>
        </p:nvGrpSpPr>
        <p:grpSpPr>
          <a:xfrm>
            <a:off x="3213902" y="3696800"/>
            <a:ext cx="1479094" cy="743638"/>
            <a:chOff x="3213902" y="3696800"/>
            <a:chExt cx="1479094" cy="743638"/>
          </a:xfrm>
        </p:grpSpPr>
        <p:cxnSp>
          <p:nvCxnSpPr>
            <p:cNvPr id="75" name="连接符: 肘形 74">
              <a:extLst>
                <a:ext uri="{FF2B5EF4-FFF2-40B4-BE49-F238E27FC236}">
                  <a16:creationId xmlns:a16="http://schemas.microsoft.com/office/drawing/2014/main" id="{B0753E80-1758-4F9B-8E87-EF86F3BB4687}"/>
                </a:ext>
              </a:extLst>
            </p:cNvPr>
            <p:cNvCxnSpPr>
              <a:cxnSpLocks/>
              <a:stCxn id="11" idx="1"/>
            </p:cNvCxnSpPr>
            <p:nvPr/>
          </p:nvCxnSpPr>
          <p:spPr>
            <a:xfrm rot="10800000" flipH="1">
              <a:off x="3618339" y="3696800"/>
              <a:ext cx="1074657" cy="743638"/>
            </a:xfrm>
            <a:prstGeom prst="bentConnector3">
              <a:avLst>
                <a:gd name="adj1" fmla="val -21272"/>
              </a:avLst>
            </a:prstGeom>
            <a:ln w="12700">
              <a:solidFill>
                <a:schemeClr val="tx1"/>
              </a:solidFill>
              <a:tailEnd type="triangle"/>
            </a:ln>
          </p:spPr>
          <p:style>
            <a:lnRef idx="1">
              <a:schemeClr val="accent1"/>
            </a:lnRef>
            <a:fillRef idx="0">
              <a:schemeClr val="accent1"/>
            </a:fillRef>
            <a:effectRef idx="0">
              <a:schemeClr val="accent1"/>
            </a:effectRef>
            <a:fontRef idx="minor">
              <a:schemeClr val="tx1"/>
            </a:fontRef>
          </p:style>
        </p:cxnSp>
        <p:sp>
          <p:nvSpPr>
            <p:cNvPr id="81" name="文本框 80">
              <a:extLst>
                <a:ext uri="{FF2B5EF4-FFF2-40B4-BE49-F238E27FC236}">
                  <a16:creationId xmlns:a16="http://schemas.microsoft.com/office/drawing/2014/main" id="{75E5AB3E-992E-4B3B-98B0-29DA1FEC7903}"/>
                </a:ext>
              </a:extLst>
            </p:cNvPr>
            <p:cNvSpPr txBox="1"/>
            <p:nvPr/>
          </p:nvSpPr>
          <p:spPr>
            <a:xfrm>
              <a:off x="3213902" y="4029294"/>
              <a:ext cx="679897" cy="369332"/>
            </a:xfrm>
            <a:prstGeom prst="rect">
              <a:avLst/>
            </a:prstGeom>
            <a:noFill/>
          </p:spPr>
          <p:txBody>
            <a:bodyPr wrap="square" rtlCol="0">
              <a:spAutoFit/>
            </a:bodyPr>
            <a:lstStyle/>
            <a:p>
              <a:pPr algn="ctr"/>
              <a:r>
                <a:rPr lang="zh-CN" altLang="en-US" b="1" dirty="0"/>
                <a:t>否</a:t>
              </a:r>
            </a:p>
          </p:txBody>
        </p:sp>
      </p:grpSp>
      <p:grpSp>
        <p:nvGrpSpPr>
          <p:cNvPr id="85" name="组合 84">
            <a:extLst>
              <a:ext uri="{FF2B5EF4-FFF2-40B4-BE49-F238E27FC236}">
                <a16:creationId xmlns:a16="http://schemas.microsoft.com/office/drawing/2014/main" id="{888D1F89-BA67-4569-953F-DB0A9BE48BD6}"/>
              </a:ext>
            </a:extLst>
          </p:cNvPr>
          <p:cNvGrpSpPr/>
          <p:nvPr/>
        </p:nvGrpSpPr>
        <p:grpSpPr>
          <a:xfrm>
            <a:off x="4957795" y="2287826"/>
            <a:ext cx="1214008" cy="700697"/>
            <a:chOff x="7264170" y="2492318"/>
            <a:chExt cx="1214008" cy="700697"/>
          </a:xfrm>
        </p:grpSpPr>
        <p:sp>
          <p:nvSpPr>
            <p:cNvPr id="86" name="iconfont-1141-850533">
              <a:extLst>
                <a:ext uri="{FF2B5EF4-FFF2-40B4-BE49-F238E27FC236}">
                  <a16:creationId xmlns:a16="http://schemas.microsoft.com/office/drawing/2014/main" id="{62A901BB-BE02-4DC6-B6D2-00232489BB89}"/>
                </a:ext>
              </a:extLst>
            </p:cNvPr>
            <p:cNvSpPr/>
            <p:nvPr/>
          </p:nvSpPr>
          <p:spPr>
            <a:xfrm>
              <a:off x="7518691" y="2518630"/>
              <a:ext cx="228556" cy="228556"/>
            </a:xfrm>
            <a:custGeom>
              <a:avLst/>
              <a:gdLst>
                <a:gd name="T0" fmla="*/ 10400 w 12800"/>
                <a:gd name="T1" fmla="*/ 10400 h 12800"/>
                <a:gd name="T2" fmla="*/ 10400 w 12800"/>
                <a:gd name="T3" fmla="*/ 10400 h 12800"/>
                <a:gd name="T4" fmla="*/ 10400 w 12800"/>
                <a:gd name="T5" fmla="*/ 2400 h 12800"/>
                <a:gd name="T6" fmla="*/ 9600 w 12800"/>
                <a:gd name="T7" fmla="*/ 1600 h 12800"/>
                <a:gd name="T8" fmla="*/ 8800 w 12800"/>
                <a:gd name="T9" fmla="*/ 2400 h 12800"/>
                <a:gd name="T10" fmla="*/ 8800 w 12800"/>
                <a:gd name="T11" fmla="*/ 10400 h 12800"/>
                <a:gd name="T12" fmla="*/ 8800 w 12800"/>
                <a:gd name="T13" fmla="*/ 10400 h 12800"/>
                <a:gd name="T14" fmla="*/ 6400 w 12800"/>
                <a:gd name="T15" fmla="*/ 12800 h 12800"/>
                <a:gd name="T16" fmla="*/ 4000 w 12800"/>
                <a:gd name="T17" fmla="*/ 10400 h 12800"/>
                <a:gd name="T18" fmla="*/ 4000 w 12800"/>
                <a:gd name="T19" fmla="*/ 2400 h 12800"/>
                <a:gd name="T20" fmla="*/ 3200 w 12800"/>
                <a:gd name="T21" fmla="*/ 1600 h 12800"/>
                <a:gd name="T22" fmla="*/ 2400 w 12800"/>
                <a:gd name="T23" fmla="*/ 2400 h 12800"/>
                <a:gd name="T24" fmla="*/ 2400 w 12800"/>
                <a:gd name="T25" fmla="*/ 10400 h 12800"/>
                <a:gd name="T26" fmla="*/ 2400 w 12800"/>
                <a:gd name="T27" fmla="*/ 10400 h 12800"/>
                <a:gd name="T28" fmla="*/ 0 w 12800"/>
                <a:gd name="T29" fmla="*/ 12800 h 12800"/>
                <a:gd name="T30" fmla="*/ 0 w 12800"/>
                <a:gd name="T31" fmla="*/ 11200 h 12800"/>
                <a:gd name="T32" fmla="*/ 800 w 12800"/>
                <a:gd name="T33" fmla="*/ 10400 h 12800"/>
                <a:gd name="T34" fmla="*/ 800 w 12800"/>
                <a:gd name="T35" fmla="*/ 10400 h 12800"/>
                <a:gd name="T36" fmla="*/ 800 w 12800"/>
                <a:gd name="T37" fmla="*/ 2400 h 12800"/>
                <a:gd name="T38" fmla="*/ 3200 w 12800"/>
                <a:gd name="T39" fmla="*/ 0 h 12800"/>
                <a:gd name="T40" fmla="*/ 5600 w 12800"/>
                <a:gd name="T41" fmla="*/ 2400 h 12800"/>
                <a:gd name="T42" fmla="*/ 5600 w 12800"/>
                <a:gd name="T43" fmla="*/ 10400 h 12800"/>
                <a:gd name="T44" fmla="*/ 6400 w 12800"/>
                <a:gd name="T45" fmla="*/ 11200 h 12800"/>
                <a:gd name="T46" fmla="*/ 7200 w 12800"/>
                <a:gd name="T47" fmla="*/ 10400 h 12800"/>
                <a:gd name="T48" fmla="*/ 7200 w 12800"/>
                <a:gd name="T49" fmla="*/ 2400 h 12800"/>
                <a:gd name="T50" fmla="*/ 7200 w 12800"/>
                <a:gd name="T51" fmla="*/ 2400 h 12800"/>
                <a:gd name="T52" fmla="*/ 9600 w 12800"/>
                <a:gd name="T53" fmla="*/ 0 h 12800"/>
                <a:gd name="T54" fmla="*/ 12000 w 12800"/>
                <a:gd name="T55" fmla="*/ 2400 h 12800"/>
                <a:gd name="T56" fmla="*/ 12000 w 12800"/>
                <a:gd name="T57" fmla="*/ 10400 h 12800"/>
                <a:gd name="T58" fmla="*/ 12800 w 12800"/>
                <a:gd name="T59" fmla="*/ 11200 h 12800"/>
                <a:gd name="T60" fmla="*/ 12800 w 12800"/>
                <a:gd name="T61" fmla="*/ 12800 h 12800"/>
                <a:gd name="T62" fmla="*/ 10400 w 12800"/>
                <a:gd name="T63" fmla="*/ 10400 h 128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12800" h="12800">
                  <a:moveTo>
                    <a:pt x="10400" y="10400"/>
                  </a:moveTo>
                  <a:lnTo>
                    <a:pt x="10400" y="10400"/>
                  </a:lnTo>
                  <a:lnTo>
                    <a:pt x="10400" y="2400"/>
                  </a:lnTo>
                  <a:cubicBezTo>
                    <a:pt x="10400" y="1958"/>
                    <a:pt x="10042" y="1600"/>
                    <a:pt x="9600" y="1600"/>
                  </a:cubicBezTo>
                  <a:cubicBezTo>
                    <a:pt x="9158" y="1600"/>
                    <a:pt x="8800" y="1958"/>
                    <a:pt x="8800" y="2400"/>
                  </a:cubicBezTo>
                  <a:lnTo>
                    <a:pt x="8800" y="10400"/>
                  </a:lnTo>
                  <a:lnTo>
                    <a:pt x="8800" y="10400"/>
                  </a:lnTo>
                  <a:cubicBezTo>
                    <a:pt x="8800" y="11725"/>
                    <a:pt x="7726" y="12800"/>
                    <a:pt x="6400" y="12800"/>
                  </a:cubicBezTo>
                  <a:cubicBezTo>
                    <a:pt x="5074" y="12800"/>
                    <a:pt x="4000" y="11725"/>
                    <a:pt x="4000" y="10400"/>
                  </a:cubicBezTo>
                  <a:lnTo>
                    <a:pt x="4000" y="2400"/>
                  </a:lnTo>
                  <a:cubicBezTo>
                    <a:pt x="4000" y="1958"/>
                    <a:pt x="3642" y="1600"/>
                    <a:pt x="3200" y="1600"/>
                  </a:cubicBezTo>
                  <a:cubicBezTo>
                    <a:pt x="2758" y="1600"/>
                    <a:pt x="2400" y="1958"/>
                    <a:pt x="2400" y="2400"/>
                  </a:cubicBezTo>
                  <a:lnTo>
                    <a:pt x="2400" y="10400"/>
                  </a:lnTo>
                  <a:lnTo>
                    <a:pt x="2400" y="10400"/>
                  </a:lnTo>
                  <a:cubicBezTo>
                    <a:pt x="2400" y="11725"/>
                    <a:pt x="1326" y="12800"/>
                    <a:pt x="0" y="12800"/>
                  </a:cubicBezTo>
                  <a:lnTo>
                    <a:pt x="0" y="11200"/>
                  </a:lnTo>
                  <a:cubicBezTo>
                    <a:pt x="442" y="11200"/>
                    <a:pt x="800" y="10842"/>
                    <a:pt x="800" y="10400"/>
                  </a:cubicBezTo>
                  <a:lnTo>
                    <a:pt x="800" y="10400"/>
                  </a:lnTo>
                  <a:lnTo>
                    <a:pt x="800" y="2400"/>
                  </a:lnTo>
                  <a:cubicBezTo>
                    <a:pt x="800" y="1074"/>
                    <a:pt x="1874" y="0"/>
                    <a:pt x="3200" y="0"/>
                  </a:cubicBezTo>
                  <a:cubicBezTo>
                    <a:pt x="4526" y="0"/>
                    <a:pt x="5600" y="1074"/>
                    <a:pt x="5600" y="2400"/>
                  </a:cubicBezTo>
                  <a:lnTo>
                    <a:pt x="5600" y="10400"/>
                  </a:lnTo>
                  <a:cubicBezTo>
                    <a:pt x="5600" y="10842"/>
                    <a:pt x="5958" y="11200"/>
                    <a:pt x="6400" y="11200"/>
                  </a:cubicBezTo>
                  <a:cubicBezTo>
                    <a:pt x="6842" y="11200"/>
                    <a:pt x="7200" y="10842"/>
                    <a:pt x="7200" y="10400"/>
                  </a:cubicBezTo>
                  <a:lnTo>
                    <a:pt x="7200" y="2400"/>
                  </a:lnTo>
                  <a:lnTo>
                    <a:pt x="7200" y="2400"/>
                  </a:lnTo>
                  <a:cubicBezTo>
                    <a:pt x="7200" y="1074"/>
                    <a:pt x="8274" y="0"/>
                    <a:pt x="9600" y="0"/>
                  </a:cubicBezTo>
                  <a:cubicBezTo>
                    <a:pt x="10926" y="0"/>
                    <a:pt x="12000" y="1074"/>
                    <a:pt x="12000" y="2400"/>
                  </a:cubicBezTo>
                  <a:lnTo>
                    <a:pt x="12000" y="10400"/>
                  </a:lnTo>
                  <a:cubicBezTo>
                    <a:pt x="12000" y="10842"/>
                    <a:pt x="12358" y="11200"/>
                    <a:pt x="12800" y="11200"/>
                  </a:cubicBezTo>
                  <a:lnTo>
                    <a:pt x="12800" y="12800"/>
                  </a:lnTo>
                  <a:cubicBezTo>
                    <a:pt x="11474" y="12800"/>
                    <a:pt x="10400" y="11725"/>
                    <a:pt x="10400" y="10400"/>
                  </a:cubicBezTo>
                  <a:close/>
                </a:path>
              </a:pathLst>
            </a:custGeom>
            <a:solidFill>
              <a:schemeClr val="tx1"/>
            </a:solidFill>
            <a:ln>
              <a:solidFill>
                <a:schemeClr val="accent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87" name="iconfont-11673-5560710">
              <a:extLst>
                <a:ext uri="{FF2B5EF4-FFF2-40B4-BE49-F238E27FC236}">
                  <a16:creationId xmlns:a16="http://schemas.microsoft.com/office/drawing/2014/main" id="{CCB90CC5-F382-4337-A288-4161ADD20D60}"/>
                </a:ext>
              </a:extLst>
            </p:cNvPr>
            <p:cNvSpPr/>
            <p:nvPr/>
          </p:nvSpPr>
          <p:spPr>
            <a:xfrm>
              <a:off x="7780728" y="2492318"/>
              <a:ext cx="377363" cy="377363"/>
            </a:xfrm>
            <a:custGeom>
              <a:avLst/>
              <a:gdLst>
                <a:gd name="connsiteX0" fmla="*/ 409852 w 609586"/>
                <a:gd name="connsiteY0" fmla="*/ 390766 h 609586"/>
                <a:gd name="connsiteX1" fmla="*/ 396374 w 609586"/>
                <a:gd name="connsiteY1" fmla="*/ 396374 h 609586"/>
                <a:gd name="connsiteX2" fmla="*/ 396374 w 609586"/>
                <a:gd name="connsiteY2" fmla="*/ 423329 h 609586"/>
                <a:gd name="connsiteX3" fmla="*/ 558009 w 609586"/>
                <a:gd name="connsiteY3" fmla="*/ 584964 h 609586"/>
                <a:gd name="connsiteX4" fmla="*/ 584964 w 609586"/>
                <a:gd name="connsiteY4" fmla="*/ 584964 h 609586"/>
                <a:gd name="connsiteX5" fmla="*/ 590536 w 609586"/>
                <a:gd name="connsiteY5" fmla="*/ 571487 h 609586"/>
                <a:gd name="connsiteX6" fmla="*/ 584964 w 609586"/>
                <a:gd name="connsiteY6" fmla="*/ 558009 h 609586"/>
                <a:gd name="connsiteX7" fmla="*/ 423329 w 609586"/>
                <a:gd name="connsiteY7" fmla="*/ 396374 h 609586"/>
                <a:gd name="connsiteX8" fmla="*/ 409852 w 609586"/>
                <a:gd name="connsiteY8" fmla="*/ 390766 h 609586"/>
                <a:gd name="connsiteX9" fmla="*/ 199987 w 609586"/>
                <a:gd name="connsiteY9" fmla="*/ 76185 h 609586"/>
                <a:gd name="connsiteX10" fmla="*/ 76185 w 609586"/>
                <a:gd name="connsiteY10" fmla="*/ 199988 h 609586"/>
                <a:gd name="connsiteX11" fmla="*/ 199987 w 609586"/>
                <a:gd name="connsiteY11" fmla="*/ 323790 h 609586"/>
                <a:gd name="connsiteX12" fmla="*/ 323790 w 609586"/>
                <a:gd name="connsiteY12" fmla="*/ 199988 h 609586"/>
                <a:gd name="connsiteX13" fmla="*/ 199987 w 609586"/>
                <a:gd name="connsiteY13" fmla="*/ 76185 h 609586"/>
                <a:gd name="connsiteX14" fmla="*/ 199987 w 609586"/>
                <a:gd name="connsiteY14" fmla="*/ 57139 h 609586"/>
                <a:gd name="connsiteX15" fmla="*/ 342836 w 609586"/>
                <a:gd name="connsiteY15" fmla="*/ 199988 h 609586"/>
                <a:gd name="connsiteX16" fmla="*/ 199987 w 609586"/>
                <a:gd name="connsiteY16" fmla="*/ 342836 h 609586"/>
                <a:gd name="connsiteX17" fmla="*/ 57139 w 609586"/>
                <a:gd name="connsiteY17" fmla="*/ 199988 h 609586"/>
                <a:gd name="connsiteX18" fmla="*/ 199987 w 609586"/>
                <a:gd name="connsiteY18" fmla="*/ 57139 h 609586"/>
                <a:gd name="connsiteX19" fmla="*/ 200020 w 609586"/>
                <a:gd name="connsiteY19" fmla="*/ 19050 h 609586"/>
                <a:gd name="connsiteX20" fmla="*/ 19050 w 609586"/>
                <a:gd name="connsiteY20" fmla="*/ 200020 h 609586"/>
                <a:gd name="connsiteX21" fmla="*/ 200020 w 609586"/>
                <a:gd name="connsiteY21" fmla="*/ 380991 h 609586"/>
                <a:gd name="connsiteX22" fmla="*/ 380991 w 609586"/>
                <a:gd name="connsiteY22" fmla="*/ 200020 h 609586"/>
                <a:gd name="connsiteX23" fmla="*/ 200020 w 609586"/>
                <a:gd name="connsiteY23" fmla="*/ 19050 h 609586"/>
                <a:gd name="connsiteX24" fmla="*/ 200020 w 609586"/>
                <a:gd name="connsiteY24" fmla="*/ 0 h 609586"/>
                <a:gd name="connsiteX25" fmla="*/ 400041 w 609586"/>
                <a:gd name="connsiteY25" fmla="*/ 200020 h 609586"/>
                <a:gd name="connsiteX26" fmla="*/ 347464 w 609586"/>
                <a:gd name="connsiteY26" fmla="*/ 334701 h 609586"/>
                <a:gd name="connsiteX27" fmla="*/ 349655 w 609586"/>
                <a:gd name="connsiteY27" fmla="*/ 336177 h 609586"/>
                <a:gd name="connsiteX28" fmla="*/ 390707 w 609586"/>
                <a:gd name="connsiteY28" fmla="*/ 377229 h 609586"/>
                <a:gd name="connsiteX29" fmla="*/ 436806 w 609586"/>
                <a:gd name="connsiteY29" fmla="*/ 382896 h 609586"/>
                <a:gd name="connsiteX30" fmla="*/ 598442 w 609586"/>
                <a:gd name="connsiteY30" fmla="*/ 544532 h 609586"/>
                <a:gd name="connsiteX31" fmla="*/ 609586 w 609586"/>
                <a:gd name="connsiteY31" fmla="*/ 571487 h 609586"/>
                <a:gd name="connsiteX32" fmla="*/ 598442 w 609586"/>
                <a:gd name="connsiteY32" fmla="*/ 598442 h 609586"/>
                <a:gd name="connsiteX33" fmla="*/ 571487 w 609586"/>
                <a:gd name="connsiteY33" fmla="*/ 609586 h 609586"/>
                <a:gd name="connsiteX34" fmla="*/ 544579 w 609586"/>
                <a:gd name="connsiteY34" fmla="*/ 598442 h 609586"/>
                <a:gd name="connsiteX35" fmla="*/ 382944 w 609586"/>
                <a:gd name="connsiteY35" fmla="*/ 436806 h 609586"/>
                <a:gd name="connsiteX36" fmla="*/ 377134 w 609586"/>
                <a:gd name="connsiteY36" fmla="*/ 390611 h 609586"/>
                <a:gd name="connsiteX37" fmla="*/ 336177 w 609586"/>
                <a:gd name="connsiteY37" fmla="*/ 349655 h 609586"/>
                <a:gd name="connsiteX38" fmla="*/ 334701 w 609586"/>
                <a:gd name="connsiteY38" fmla="*/ 347464 h 609586"/>
                <a:gd name="connsiteX39" fmla="*/ 200020 w 609586"/>
                <a:gd name="connsiteY39" fmla="*/ 400041 h 609586"/>
                <a:gd name="connsiteX40" fmla="*/ 0 w 609586"/>
                <a:gd name="connsiteY40" fmla="*/ 200020 h 609586"/>
                <a:gd name="connsiteX41" fmla="*/ 200020 w 609586"/>
                <a:gd name="connsiteY41" fmla="*/ 0 h 60958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Lst>
              <a:rect l="l" t="t" r="r" b="b"/>
              <a:pathLst>
                <a:path w="609586" h="609586">
                  <a:moveTo>
                    <a:pt x="409852" y="390766"/>
                  </a:moveTo>
                  <a:cubicBezTo>
                    <a:pt x="404970" y="390766"/>
                    <a:pt x="400089" y="392635"/>
                    <a:pt x="396374" y="396374"/>
                  </a:cubicBezTo>
                  <a:cubicBezTo>
                    <a:pt x="388897" y="403803"/>
                    <a:pt x="388897" y="415900"/>
                    <a:pt x="396374" y="423329"/>
                  </a:cubicBezTo>
                  <a:lnTo>
                    <a:pt x="558009" y="584964"/>
                  </a:lnTo>
                  <a:cubicBezTo>
                    <a:pt x="565581" y="592156"/>
                    <a:pt x="577392" y="592156"/>
                    <a:pt x="584964" y="584964"/>
                  </a:cubicBezTo>
                  <a:cubicBezTo>
                    <a:pt x="588536" y="581345"/>
                    <a:pt x="590536" y="576583"/>
                    <a:pt x="590536" y="571487"/>
                  </a:cubicBezTo>
                  <a:cubicBezTo>
                    <a:pt x="590536" y="566391"/>
                    <a:pt x="588536" y="561629"/>
                    <a:pt x="584964" y="558009"/>
                  </a:cubicBezTo>
                  <a:lnTo>
                    <a:pt x="423329" y="396374"/>
                  </a:lnTo>
                  <a:cubicBezTo>
                    <a:pt x="419614" y="392635"/>
                    <a:pt x="414733" y="390766"/>
                    <a:pt x="409852" y="390766"/>
                  </a:cubicBezTo>
                  <a:close/>
                  <a:moveTo>
                    <a:pt x="199987" y="76185"/>
                  </a:moveTo>
                  <a:cubicBezTo>
                    <a:pt x="131706" y="76185"/>
                    <a:pt x="76185" y="131706"/>
                    <a:pt x="76185" y="199988"/>
                  </a:cubicBezTo>
                  <a:cubicBezTo>
                    <a:pt x="76185" y="268269"/>
                    <a:pt x="131706" y="323790"/>
                    <a:pt x="199987" y="323790"/>
                  </a:cubicBezTo>
                  <a:cubicBezTo>
                    <a:pt x="268269" y="323790"/>
                    <a:pt x="323790" y="268269"/>
                    <a:pt x="323790" y="199988"/>
                  </a:cubicBezTo>
                  <a:cubicBezTo>
                    <a:pt x="323790" y="131706"/>
                    <a:pt x="268269" y="76185"/>
                    <a:pt x="199987" y="76185"/>
                  </a:cubicBezTo>
                  <a:close/>
                  <a:moveTo>
                    <a:pt x="199987" y="57139"/>
                  </a:moveTo>
                  <a:cubicBezTo>
                    <a:pt x="278745" y="57139"/>
                    <a:pt x="342836" y="121230"/>
                    <a:pt x="342836" y="199988"/>
                  </a:cubicBezTo>
                  <a:cubicBezTo>
                    <a:pt x="342836" y="278745"/>
                    <a:pt x="278745" y="342836"/>
                    <a:pt x="199987" y="342836"/>
                  </a:cubicBezTo>
                  <a:cubicBezTo>
                    <a:pt x="121230" y="342836"/>
                    <a:pt x="57139" y="278745"/>
                    <a:pt x="57139" y="199988"/>
                  </a:cubicBezTo>
                  <a:cubicBezTo>
                    <a:pt x="57139" y="121230"/>
                    <a:pt x="121230" y="57139"/>
                    <a:pt x="199987" y="57139"/>
                  </a:cubicBezTo>
                  <a:close/>
                  <a:moveTo>
                    <a:pt x="200020" y="19050"/>
                  </a:moveTo>
                  <a:cubicBezTo>
                    <a:pt x="100248" y="19050"/>
                    <a:pt x="19050" y="100248"/>
                    <a:pt x="19050" y="200020"/>
                  </a:cubicBezTo>
                  <a:cubicBezTo>
                    <a:pt x="19050" y="299793"/>
                    <a:pt x="100248" y="380991"/>
                    <a:pt x="200020" y="380991"/>
                  </a:cubicBezTo>
                  <a:cubicBezTo>
                    <a:pt x="299793" y="380991"/>
                    <a:pt x="380991" y="299793"/>
                    <a:pt x="380991" y="200020"/>
                  </a:cubicBezTo>
                  <a:cubicBezTo>
                    <a:pt x="380991" y="100248"/>
                    <a:pt x="299793" y="19050"/>
                    <a:pt x="200020" y="19050"/>
                  </a:cubicBezTo>
                  <a:close/>
                  <a:moveTo>
                    <a:pt x="200020" y="0"/>
                  </a:moveTo>
                  <a:cubicBezTo>
                    <a:pt x="310317" y="0"/>
                    <a:pt x="400041" y="89723"/>
                    <a:pt x="400041" y="200020"/>
                  </a:cubicBezTo>
                  <a:cubicBezTo>
                    <a:pt x="400041" y="249930"/>
                    <a:pt x="381277" y="297983"/>
                    <a:pt x="347464" y="334701"/>
                  </a:cubicBezTo>
                  <a:cubicBezTo>
                    <a:pt x="348226" y="335129"/>
                    <a:pt x="348988" y="335510"/>
                    <a:pt x="349655" y="336177"/>
                  </a:cubicBezTo>
                  <a:lnTo>
                    <a:pt x="390707" y="377229"/>
                  </a:lnTo>
                  <a:cubicBezTo>
                    <a:pt x="405184" y="369038"/>
                    <a:pt x="424710" y="370847"/>
                    <a:pt x="436806" y="382896"/>
                  </a:cubicBezTo>
                  <a:lnTo>
                    <a:pt x="598442" y="544532"/>
                  </a:lnTo>
                  <a:cubicBezTo>
                    <a:pt x="605633" y="551771"/>
                    <a:pt x="609586" y="561295"/>
                    <a:pt x="609586" y="571487"/>
                  </a:cubicBezTo>
                  <a:cubicBezTo>
                    <a:pt x="609586" y="581678"/>
                    <a:pt x="605633" y="591203"/>
                    <a:pt x="598442" y="598442"/>
                  </a:cubicBezTo>
                  <a:cubicBezTo>
                    <a:pt x="591203" y="605633"/>
                    <a:pt x="581678" y="609586"/>
                    <a:pt x="571487" y="609586"/>
                  </a:cubicBezTo>
                  <a:cubicBezTo>
                    <a:pt x="561295" y="609586"/>
                    <a:pt x="551771" y="605633"/>
                    <a:pt x="544579" y="598442"/>
                  </a:cubicBezTo>
                  <a:lnTo>
                    <a:pt x="382944" y="436806"/>
                  </a:lnTo>
                  <a:cubicBezTo>
                    <a:pt x="370562" y="424615"/>
                    <a:pt x="368180" y="405518"/>
                    <a:pt x="377134" y="390611"/>
                  </a:cubicBezTo>
                  <a:lnTo>
                    <a:pt x="336177" y="349655"/>
                  </a:lnTo>
                  <a:cubicBezTo>
                    <a:pt x="335510" y="348988"/>
                    <a:pt x="335129" y="348226"/>
                    <a:pt x="334701" y="347464"/>
                  </a:cubicBezTo>
                  <a:cubicBezTo>
                    <a:pt x="299126" y="379991"/>
                    <a:pt x="251930" y="400041"/>
                    <a:pt x="200020" y="400041"/>
                  </a:cubicBezTo>
                  <a:cubicBezTo>
                    <a:pt x="89723" y="400041"/>
                    <a:pt x="0" y="310317"/>
                    <a:pt x="0" y="200020"/>
                  </a:cubicBezTo>
                  <a:cubicBezTo>
                    <a:pt x="0" y="89723"/>
                    <a:pt x="89723" y="0"/>
                    <a:pt x="200020" y="0"/>
                  </a:cubicBezTo>
                  <a:close/>
                </a:path>
              </a:pathLst>
            </a:cu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88" name="文本框 87">
              <a:extLst>
                <a:ext uri="{FF2B5EF4-FFF2-40B4-BE49-F238E27FC236}">
                  <a16:creationId xmlns:a16="http://schemas.microsoft.com/office/drawing/2014/main" id="{B37A123D-0B21-479B-BBE1-CDDD984F15F5}"/>
                </a:ext>
              </a:extLst>
            </p:cNvPr>
            <p:cNvSpPr txBox="1"/>
            <p:nvPr/>
          </p:nvSpPr>
          <p:spPr>
            <a:xfrm>
              <a:off x="7264170" y="2823683"/>
              <a:ext cx="1214008" cy="369332"/>
            </a:xfrm>
            <a:prstGeom prst="rect">
              <a:avLst/>
            </a:prstGeom>
            <a:noFill/>
          </p:spPr>
          <p:txBody>
            <a:bodyPr wrap="square" rtlCol="0">
              <a:spAutoFit/>
            </a:bodyPr>
            <a:lstStyle/>
            <a:p>
              <a:r>
                <a:rPr lang="zh-CN" altLang="en-US" b="1" dirty="0"/>
                <a:t>载波监听</a:t>
              </a:r>
            </a:p>
          </p:txBody>
        </p:sp>
      </p:grpSp>
    </p:spTree>
    <p:custDataLst>
      <p:tags r:id="rId1"/>
    </p:custDataLst>
    <p:extLst>
      <p:ext uri="{BB962C8B-B14F-4D97-AF65-F5344CB8AC3E}">
        <p14:creationId xmlns:p14="http://schemas.microsoft.com/office/powerpoint/2010/main" val="1390439013"/>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47" presetClass="entr" presetSubtype="0" fill="hold" grpId="0" nodeType="withEffect">
                                  <p:stCondLst>
                                    <p:cond delay="0"/>
                                  </p:stCondLst>
                                  <p:childTnLst>
                                    <p:set>
                                      <p:cBhvr>
                                        <p:cTn id="6" dur="1" fill="hold">
                                          <p:stCondLst>
                                            <p:cond delay="0"/>
                                          </p:stCondLst>
                                        </p:cTn>
                                        <p:tgtEl>
                                          <p:spTgt spid="10"/>
                                        </p:tgtEl>
                                        <p:attrNameLst>
                                          <p:attrName>style.visibility</p:attrName>
                                        </p:attrNameLst>
                                      </p:cBhvr>
                                      <p:to>
                                        <p:strVal val="visible"/>
                                      </p:to>
                                    </p:set>
                                    <p:animEffect transition="in" filter="fade">
                                      <p:cBhvr>
                                        <p:cTn id="7" dur="1000"/>
                                        <p:tgtEl>
                                          <p:spTgt spid="10"/>
                                        </p:tgtEl>
                                      </p:cBhvr>
                                    </p:animEffect>
                                    <p:anim calcmode="lin" valueType="num">
                                      <p:cBhvr>
                                        <p:cTn id="8" dur="1000" fill="hold"/>
                                        <p:tgtEl>
                                          <p:spTgt spid="10"/>
                                        </p:tgtEl>
                                        <p:attrNameLst>
                                          <p:attrName>ppt_x</p:attrName>
                                        </p:attrNameLst>
                                      </p:cBhvr>
                                      <p:tavLst>
                                        <p:tav tm="0">
                                          <p:val>
                                            <p:strVal val="#ppt_x"/>
                                          </p:val>
                                        </p:tav>
                                        <p:tav tm="100000">
                                          <p:val>
                                            <p:strVal val="#ppt_x"/>
                                          </p:val>
                                        </p:tav>
                                      </p:tavLst>
                                    </p:anim>
                                    <p:anim calcmode="lin" valueType="num">
                                      <p:cBhvr>
                                        <p:cTn id="9" dur="1000" fill="hold"/>
                                        <p:tgtEl>
                                          <p:spTgt spid="10"/>
                                        </p:tgtEl>
                                        <p:attrNameLst>
                                          <p:attrName>ppt_y</p:attrName>
                                        </p:attrNameLst>
                                      </p:cBhvr>
                                      <p:tavLst>
                                        <p:tav tm="0">
                                          <p:val>
                                            <p:strVal val="#ppt_y-.1"/>
                                          </p:val>
                                        </p:tav>
                                        <p:tav tm="100000">
                                          <p:val>
                                            <p:strVal val="#ppt_y"/>
                                          </p:val>
                                        </p:tav>
                                      </p:tavLst>
                                    </p:anim>
                                  </p:childTnLst>
                                </p:cTn>
                              </p:par>
                            </p:childTnLst>
                          </p:cTn>
                        </p:par>
                      </p:childTnLst>
                    </p:cTn>
                  </p:par>
                  <p:par>
                    <p:cTn id="10" fill="hold">
                      <p:stCondLst>
                        <p:cond delay="indefinite"/>
                      </p:stCondLst>
                      <p:childTnLst>
                        <p:par>
                          <p:cTn id="11" fill="hold">
                            <p:stCondLst>
                              <p:cond delay="0"/>
                            </p:stCondLst>
                            <p:childTnLst>
                              <p:par>
                                <p:cTn id="12" presetID="12" presetClass="entr" presetSubtype="8" fill="hold" nodeType="clickEffect">
                                  <p:stCondLst>
                                    <p:cond delay="0"/>
                                  </p:stCondLst>
                                  <p:childTnLst>
                                    <p:set>
                                      <p:cBhvr>
                                        <p:cTn id="13" dur="1" fill="hold">
                                          <p:stCondLst>
                                            <p:cond delay="0"/>
                                          </p:stCondLst>
                                        </p:cTn>
                                        <p:tgtEl>
                                          <p:spTgt spid="85"/>
                                        </p:tgtEl>
                                        <p:attrNameLst>
                                          <p:attrName>style.visibility</p:attrName>
                                        </p:attrNameLst>
                                      </p:cBhvr>
                                      <p:to>
                                        <p:strVal val="visible"/>
                                      </p:to>
                                    </p:set>
                                    <p:anim calcmode="lin" valueType="num">
                                      <p:cBhvr additive="base">
                                        <p:cTn id="14" dur="500"/>
                                        <p:tgtEl>
                                          <p:spTgt spid="85"/>
                                        </p:tgtEl>
                                        <p:attrNameLst>
                                          <p:attrName>ppt_x</p:attrName>
                                        </p:attrNameLst>
                                      </p:cBhvr>
                                      <p:tavLst>
                                        <p:tav tm="0">
                                          <p:val>
                                            <p:strVal val="#ppt_x-#ppt_w*1.125000"/>
                                          </p:val>
                                        </p:tav>
                                        <p:tav tm="100000">
                                          <p:val>
                                            <p:strVal val="#ppt_x"/>
                                          </p:val>
                                        </p:tav>
                                      </p:tavLst>
                                    </p:anim>
                                    <p:animEffect transition="in" filter="wipe(right)">
                                      <p:cBhvr>
                                        <p:cTn id="15" dur="500"/>
                                        <p:tgtEl>
                                          <p:spTgt spid="85"/>
                                        </p:tgtEl>
                                      </p:cBhvr>
                                    </p:animEffect>
                                  </p:childTnLst>
                                </p:cTn>
                              </p:par>
                            </p:childTnLst>
                          </p:cTn>
                        </p:par>
                      </p:childTnLst>
                    </p:cTn>
                  </p:par>
                  <p:par>
                    <p:cTn id="16" fill="hold">
                      <p:stCondLst>
                        <p:cond delay="indefinite"/>
                      </p:stCondLst>
                      <p:childTnLst>
                        <p:par>
                          <p:cTn id="17" fill="hold">
                            <p:stCondLst>
                              <p:cond delay="0"/>
                            </p:stCondLst>
                            <p:childTnLst>
                              <p:par>
                                <p:cTn id="18" presetID="22" presetClass="entr" presetSubtype="1" fill="hold" nodeType="clickEffect">
                                  <p:stCondLst>
                                    <p:cond delay="0"/>
                                  </p:stCondLst>
                                  <p:childTnLst>
                                    <p:set>
                                      <p:cBhvr>
                                        <p:cTn id="19" dur="1" fill="hold">
                                          <p:stCondLst>
                                            <p:cond delay="0"/>
                                          </p:stCondLst>
                                        </p:cTn>
                                        <p:tgtEl>
                                          <p:spTgt spid="89"/>
                                        </p:tgtEl>
                                        <p:attrNameLst>
                                          <p:attrName>style.visibility</p:attrName>
                                        </p:attrNameLst>
                                      </p:cBhvr>
                                      <p:to>
                                        <p:strVal val="visible"/>
                                      </p:to>
                                    </p:set>
                                    <p:animEffect transition="in" filter="wipe(up)">
                                      <p:cBhvr>
                                        <p:cTn id="20" dur="1000"/>
                                        <p:tgtEl>
                                          <p:spTgt spid="89"/>
                                        </p:tgtEl>
                                      </p:cBhvr>
                                    </p:animEffect>
                                  </p:childTnLst>
                                </p:cTn>
                              </p:par>
                            </p:childTnLst>
                          </p:cTn>
                        </p:par>
                        <p:par>
                          <p:cTn id="21" fill="hold">
                            <p:stCondLst>
                              <p:cond delay="1000"/>
                            </p:stCondLst>
                            <p:childTnLst>
                              <p:par>
                                <p:cTn id="22" presetID="22" presetClass="entr" presetSubtype="4" fill="hold" nodeType="afterEffect">
                                  <p:stCondLst>
                                    <p:cond delay="0"/>
                                  </p:stCondLst>
                                  <p:childTnLst>
                                    <p:set>
                                      <p:cBhvr>
                                        <p:cTn id="23" dur="1" fill="hold">
                                          <p:stCondLst>
                                            <p:cond delay="0"/>
                                          </p:stCondLst>
                                        </p:cTn>
                                        <p:tgtEl>
                                          <p:spTgt spid="90"/>
                                        </p:tgtEl>
                                        <p:attrNameLst>
                                          <p:attrName>style.visibility</p:attrName>
                                        </p:attrNameLst>
                                      </p:cBhvr>
                                      <p:to>
                                        <p:strVal val="visible"/>
                                      </p:to>
                                    </p:set>
                                    <p:animEffect transition="in" filter="wipe(down)">
                                      <p:cBhvr>
                                        <p:cTn id="24" dur="500"/>
                                        <p:tgtEl>
                                          <p:spTgt spid="90"/>
                                        </p:tgtEl>
                                      </p:cBhvr>
                                    </p:animEffect>
                                  </p:childTnLst>
                                </p:cTn>
                              </p:par>
                            </p:childTnLst>
                          </p:cTn>
                        </p:par>
                      </p:childTnLst>
                    </p:cTn>
                  </p:par>
                  <p:par>
                    <p:cTn id="25" fill="hold">
                      <p:stCondLst>
                        <p:cond delay="indefinite"/>
                      </p:stCondLst>
                      <p:childTnLst>
                        <p:par>
                          <p:cTn id="26" fill="hold">
                            <p:stCondLst>
                              <p:cond delay="0"/>
                            </p:stCondLst>
                            <p:childTnLst>
                              <p:par>
                                <p:cTn id="27" presetID="35" presetClass="emph" presetSubtype="0" repeatCount="4000" fill="hold" nodeType="clickEffect">
                                  <p:stCondLst>
                                    <p:cond delay="0"/>
                                  </p:stCondLst>
                                  <p:childTnLst>
                                    <p:anim calcmode="discrete" valueType="str">
                                      <p:cBhvr>
                                        <p:cTn id="28" dur="500" fill="hold"/>
                                        <p:tgtEl>
                                          <p:spTgt spid="85"/>
                                        </p:tgtEl>
                                        <p:attrNameLst>
                                          <p:attrName>style.visibility</p:attrName>
                                        </p:attrNameLst>
                                      </p:cBhvr>
                                      <p:tavLst>
                                        <p:tav tm="0">
                                          <p:val>
                                            <p:strVal val="hidden"/>
                                          </p:val>
                                        </p:tav>
                                        <p:tav tm="50000">
                                          <p:val>
                                            <p:strVal val="visible"/>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0" grpId="0" animBg="1"/>
    </p:bldLst>
  </p:timing>
</p:sld>
</file>

<file path=ppt/slides/slide30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0" name="矩形 9">
            <a:extLst>
              <a:ext uri="{FF2B5EF4-FFF2-40B4-BE49-F238E27FC236}">
                <a16:creationId xmlns:a16="http://schemas.microsoft.com/office/drawing/2014/main" id="{817E4DA6-B50E-48FD-8638-9AAD694A90D7}"/>
              </a:ext>
            </a:extLst>
          </p:cNvPr>
          <p:cNvSpPr/>
          <p:nvPr/>
        </p:nvSpPr>
        <p:spPr>
          <a:xfrm>
            <a:off x="3618340" y="3193559"/>
            <a:ext cx="2156815" cy="335494"/>
          </a:xfrm>
          <a:prstGeom prst="rect">
            <a:avLst/>
          </a:prstGeom>
        </p:spPr>
        <p:style>
          <a:lnRef idx="2">
            <a:schemeClr val="accent3">
              <a:shade val="50000"/>
            </a:schemeClr>
          </a:lnRef>
          <a:fillRef idx="1">
            <a:schemeClr val="accent3"/>
          </a:fillRef>
          <a:effectRef idx="0">
            <a:schemeClr val="accent3"/>
          </a:effectRef>
          <a:fontRef idx="minor">
            <a:schemeClr val="lt1"/>
          </a:fontRef>
        </p:style>
        <p:txBody>
          <a:bodyPr rtlCol="0" anchor="ctr"/>
          <a:lstStyle/>
          <a:p>
            <a:pPr algn="ctr"/>
            <a:r>
              <a:rPr lang="zh-CN" altLang="en-US" b="1" dirty="0"/>
              <a:t>有帧要发送</a:t>
            </a:r>
          </a:p>
        </p:txBody>
      </p:sp>
      <p:grpSp>
        <p:nvGrpSpPr>
          <p:cNvPr id="4" name="组合 3">
            <a:extLst>
              <a:ext uri="{FF2B5EF4-FFF2-40B4-BE49-F238E27FC236}">
                <a16:creationId xmlns:a16="http://schemas.microsoft.com/office/drawing/2014/main" id="{9A1EA9F2-FCB6-48C3-935F-7AE7E3AD14AC}"/>
              </a:ext>
            </a:extLst>
          </p:cNvPr>
          <p:cNvGrpSpPr/>
          <p:nvPr/>
        </p:nvGrpSpPr>
        <p:grpSpPr>
          <a:xfrm>
            <a:off x="304800" y="749300"/>
            <a:ext cx="6192344" cy="400110"/>
            <a:chOff x="424117" y="898245"/>
            <a:chExt cx="6192344" cy="400110"/>
          </a:xfrm>
        </p:grpSpPr>
        <p:sp>
          <p:nvSpPr>
            <p:cNvPr id="2" name="平行四边形 1">
              <a:extLst>
                <a:ext uri="{FF2B5EF4-FFF2-40B4-BE49-F238E27FC236}">
                  <a16:creationId xmlns:a16="http://schemas.microsoft.com/office/drawing/2014/main" id="{1F5BAA3F-9845-4F89-A2DD-8222D3E4EDAC}"/>
                </a:ext>
              </a:extLst>
            </p:cNvPr>
            <p:cNvSpPr/>
            <p:nvPr/>
          </p:nvSpPr>
          <p:spPr>
            <a:xfrm>
              <a:off x="424117" y="898245"/>
              <a:ext cx="628306" cy="387090"/>
            </a:xfrm>
            <a:prstGeom prst="parallelogram">
              <a:avLst/>
            </a:prstGeom>
            <a:solidFill>
              <a:schemeClr val="accent3">
                <a:lumMod val="75000"/>
              </a:schemeClr>
            </a:solidFill>
            <a:ln>
              <a:solidFill>
                <a:schemeClr val="accent3">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CN" sz="2200" dirty="0">
                  <a:latin typeface="Impact" panose="020B0806030902050204" pitchFamily="34" charset="0"/>
                </a:rPr>
                <a:t>01</a:t>
              </a:r>
              <a:endParaRPr lang="zh-CN" altLang="en-US" sz="2200" dirty="0">
                <a:latin typeface="Impact" panose="020B0806030902050204" pitchFamily="34" charset="0"/>
              </a:endParaRPr>
            </a:p>
          </p:txBody>
        </p:sp>
        <p:sp>
          <p:nvSpPr>
            <p:cNvPr id="3" name="文本框 2">
              <a:extLst>
                <a:ext uri="{FF2B5EF4-FFF2-40B4-BE49-F238E27FC236}">
                  <a16:creationId xmlns:a16="http://schemas.microsoft.com/office/drawing/2014/main" id="{4D6BD736-A4D3-4F26-AFED-36E11F50F70B}"/>
                </a:ext>
              </a:extLst>
            </p:cNvPr>
            <p:cNvSpPr txBox="1"/>
            <p:nvPr/>
          </p:nvSpPr>
          <p:spPr>
            <a:xfrm>
              <a:off x="1052423" y="898245"/>
              <a:ext cx="5564038" cy="400110"/>
            </a:xfrm>
            <a:prstGeom prst="rect">
              <a:avLst/>
            </a:prstGeom>
            <a:noFill/>
          </p:spPr>
          <p:txBody>
            <a:bodyPr wrap="square" rtlCol="0">
              <a:spAutoFit/>
            </a:bodyPr>
            <a:lstStyle/>
            <a:p>
              <a:r>
                <a:rPr lang="en-US" altLang="zh-CN" sz="2000" b="1" dirty="0"/>
                <a:t>CSMA/CD</a:t>
              </a:r>
              <a:r>
                <a:rPr lang="zh-CN" altLang="en-US" sz="2000" b="1" dirty="0"/>
                <a:t>协议的基本原理</a:t>
              </a:r>
              <a:endParaRPr lang="en-US" altLang="zh-CN" sz="2000" b="1" dirty="0"/>
            </a:p>
          </p:txBody>
        </p:sp>
      </p:grpSp>
      <p:grpSp>
        <p:nvGrpSpPr>
          <p:cNvPr id="5" name="组合 4">
            <a:extLst>
              <a:ext uri="{FF2B5EF4-FFF2-40B4-BE49-F238E27FC236}">
                <a16:creationId xmlns:a16="http://schemas.microsoft.com/office/drawing/2014/main" id="{C01E6C52-422B-4C95-B19D-1CED5810DA03}"/>
              </a:ext>
            </a:extLst>
          </p:cNvPr>
          <p:cNvGrpSpPr/>
          <p:nvPr/>
        </p:nvGrpSpPr>
        <p:grpSpPr>
          <a:xfrm>
            <a:off x="4462359" y="730007"/>
            <a:ext cx="2153414" cy="461665"/>
            <a:chOff x="4462359" y="730007"/>
            <a:chExt cx="2153414" cy="461665"/>
          </a:xfrm>
        </p:grpSpPr>
        <p:sp>
          <p:nvSpPr>
            <p:cNvPr id="6" name="矩形 5">
              <a:extLst>
                <a:ext uri="{FF2B5EF4-FFF2-40B4-BE49-F238E27FC236}">
                  <a16:creationId xmlns:a16="http://schemas.microsoft.com/office/drawing/2014/main" id="{BC2570DD-396E-4D25-AF51-7823C90107CF}"/>
                </a:ext>
              </a:extLst>
            </p:cNvPr>
            <p:cNvSpPr/>
            <p:nvPr/>
          </p:nvSpPr>
          <p:spPr>
            <a:xfrm>
              <a:off x="4462359" y="757078"/>
              <a:ext cx="2153414" cy="400110"/>
            </a:xfrm>
            <a:prstGeom prst="rect">
              <a:avLst/>
            </a:prstGeom>
            <a:solidFill>
              <a:schemeClr val="bg2">
                <a:lumMod val="90000"/>
              </a:schemeClr>
            </a:solidFill>
            <a:ln>
              <a:solidFill>
                <a:schemeClr val="bg2">
                  <a:lumMod val="90000"/>
                </a:schemeClr>
              </a:solidFill>
            </a:ln>
          </p:spPr>
          <p:style>
            <a:lnRef idx="2">
              <a:schemeClr val="accent4">
                <a:shade val="50000"/>
              </a:schemeClr>
            </a:lnRef>
            <a:fillRef idx="1">
              <a:schemeClr val="accent4"/>
            </a:fillRef>
            <a:effectRef idx="0">
              <a:schemeClr val="accent4"/>
            </a:effectRef>
            <a:fontRef idx="minor">
              <a:schemeClr val="lt1"/>
            </a:fontRef>
          </p:style>
          <p:txBody>
            <a:bodyPr rtlCol="0" anchor="ctr"/>
            <a:lstStyle/>
            <a:p>
              <a:pPr algn="ctr"/>
              <a:endParaRPr lang="zh-CN" altLang="en-US" b="1" dirty="0"/>
            </a:p>
          </p:txBody>
        </p:sp>
        <p:sp>
          <p:nvSpPr>
            <p:cNvPr id="8" name="文本框 7">
              <a:extLst>
                <a:ext uri="{FF2B5EF4-FFF2-40B4-BE49-F238E27FC236}">
                  <a16:creationId xmlns:a16="http://schemas.microsoft.com/office/drawing/2014/main" id="{D124AB74-A7F3-4D08-8C3C-B508C7C6A51C}"/>
                </a:ext>
              </a:extLst>
            </p:cNvPr>
            <p:cNvSpPr txBox="1"/>
            <p:nvPr/>
          </p:nvSpPr>
          <p:spPr>
            <a:xfrm>
              <a:off x="4473322" y="772467"/>
              <a:ext cx="1598556" cy="400110"/>
            </a:xfrm>
            <a:prstGeom prst="rect">
              <a:avLst/>
            </a:prstGeom>
            <a:noFill/>
          </p:spPr>
          <p:txBody>
            <a:bodyPr wrap="square" rtlCol="0">
              <a:spAutoFit/>
            </a:bodyPr>
            <a:lstStyle/>
            <a:p>
              <a:pPr algn="ctr"/>
              <a:r>
                <a:rPr lang="zh-CN" altLang="en-US" sz="2000" b="1" dirty="0">
                  <a:solidFill>
                    <a:schemeClr val="bg1"/>
                  </a:solidFill>
                </a:rPr>
                <a:t>多址接入</a:t>
              </a:r>
            </a:p>
          </p:txBody>
        </p:sp>
        <p:sp>
          <p:nvSpPr>
            <p:cNvPr id="41" name="文本框 40">
              <a:extLst>
                <a:ext uri="{FF2B5EF4-FFF2-40B4-BE49-F238E27FC236}">
                  <a16:creationId xmlns:a16="http://schemas.microsoft.com/office/drawing/2014/main" id="{0FCCC336-AB70-403B-BE37-A1B698CF616F}"/>
                </a:ext>
              </a:extLst>
            </p:cNvPr>
            <p:cNvSpPr txBox="1"/>
            <p:nvPr/>
          </p:nvSpPr>
          <p:spPr>
            <a:xfrm>
              <a:off x="5708713" y="730007"/>
              <a:ext cx="383192" cy="461665"/>
            </a:xfrm>
            <a:prstGeom prst="rect">
              <a:avLst/>
            </a:prstGeom>
            <a:noFill/>
          </p:spPr>
          <p:txBody>
            <a:bodyPr wrap="square">
              <a:spAutoFit/>
            </a:bodyPr>
            <a:lstStyle/>
            <a:p>
              <a:r>
                <a:rPr lang="en-US" altLang="zh-CN" sz="2400" b="1" dirty="0">
                  <a:solidFill>
                    <a:schemeClr val="bg1"/>
                  </a:solidFill>
                  <a:latin typeface="Arial Narrow" panose="020B0606020202030204" pitchFamily="34" charset="0"/>
                </a:rPr>
                <a:t>M</a:t>
              </a:r>
              <a:endParaRPr lang="zh-CN" altLang="en-US" sz="2400" dirty="0">
                <a:solidFill>
                  <a:schemeClr val="bg1"/>
                </a:solidFill>
              </a:endParaRPr>
            </a:p>
          </p:txBody>
        </p:sp>
        <p:sp>
          <p:nvSpPr>
            <p:cNvPr id="54" name="文本框 53">
              <a:extLst>
                <a:ext uri="{FF2B5EF4-FFF2-40B4-BE49-F238E27FC236}">
                  <a16:creationId xmlns:a16="http://schemas.microsoft.com/office/drawing/2014/main" id="{B5431C6C-A9AE-4820-962C-B2D3EB67BE9B}"/>
                </a:ext>
              </a:extLst>
            </p:cNvPr>
            <p:cNvSpPr txBox="1"/>
            <p:nvPr/>
          </p:nvSpPr>
          <p:spPr>
            <a:xfrm>
              <a:off x="5948810" y="730007"/>
              <a:ext cx="383192" cy="461665"/>
            </a:xfrm>
            <a:prstGeom prst="rect">
              <a:avLst/>
            </a:prstGeom>
            <a:noFill/>
          </p:spPr>
          <p:txBody>
            <a:bodyPr wrap="square">
              <a:spAutoFit/>
            </a:bodyPr>
            <a:lstStyle/>
            <a:p>
              <a:r>
                <a:rPr lang="en-US" altLang="zh-CN" sz="2400" b="1" dirty="0">
                  <a:solidFill>
                    <a:schemeClr val="bg1"/>
                  </a:solidFill>
                  <a:latin typeface="Arial Narrow" panose="020B0606020202030204" pitchFamily="34" charset="0"/>
                </a:rPr>
                <a:t>A</a:t>
              </a:r>
              <a:endParaRPr lang="zh-CN" altLang="en-US" sz="2400" dirty="0">
                <a:solidFill>
                  <a:schemeClr val="bg1"/>
                </a:solidFill>
              </a:endParaRPr>
            </a:p>
          </p:txBody>
        </p:sp>
      </p:grpSp>
      <p:grpSp>
        <p:nvGrpSpPr>
          <p:cNvPr id="7" name="组合 6">
            <a:extLst>
              <a:ext uri="{FF2B5EF4-FFF2-40B4-BE49-F238E27FC236}">
                <a16:creationId xmlns:a16="http://schemas.microsoft.com/office/drawing/2014/main" id="{B9C158CC-93D8-4410-8E32-3C037291B916}"/>
              </a:ext>
            </a:extLst>
          </p:cNvPr>
          <p:cNvGrpSpPr/>
          <p:nvPr/>
        </p:nvGrpSpPr>
        <p:grpSpPr>
          <a:xfrm>
            <a:off x="7094783" y="730441"/>
            <a:ext cx="2153414" cy="461665"/>
            <a:chOff x="7094783" y="730441"/>
            <a:chExt cx="2153414" cy="461665"/>
          </a:xfrm>
        </p:grpSpPr>
        <p:sp>
          <p:nvSpPr>
            <p:cNvPr id="56" name="矩形 55">
              <a:extLst>
                <a:ext uri="{FF2B5EF4-FFF2-40B4-BE49-F238E27FC236}">
                  <a16:creationId xmlns:a16="http://schemas.microsoft.com/office/drawing/2014/main" id="{3C4796E6-AC0C-457E-9848-A637639E67CC}"/>
                </a:ext>
              </a:extLst>
            </p:cNvPr>
            <p:cNvSpPr/>
            <p:nvPr/>
          </p:nvSpPr>
          <p:spPr>
            <a:xfrm>
              <a:off x="7094783" y="757078"/>
              <a:ext cx="2153414" cy="400110"/>
            </a:xfrm>
            <a:prstGeom prst="rect">
              <a:avLst/>
            </a:prstGeom>
            <a:solidFill>
              <a:schemeClr val="bg2">
                <a:lumMod val="90000"/>
              </a:schemeClr>
            </a:solidFill>
            <a:ln>
              <a:solidFill>
                <a:schemeClr val="bg2">
                  <a:lumMod val="90000"/>
                </a:schemeClr>
              </a:solidFill>
            </a:ln>
          </p:spPr>
          <p:style>
            <a:lnRef idx="2">
              <a:schemeClr val="accent3">
                <a:shade val="50000"/>
              </a:schemeClr>
            </a:lnRef>
            <a:fillRef idx="1">
              <a:schemeClr val="accent3"/>
            </a:fillRef>
            <a:effectRef idx="0">
              <a:schemeClr val="accent3"/>
            </a:effectRef>
            <a:fontRef idx="minor">
              <a:schemeClr val="lt1"/>
            </a:fontRef>
          </p:style>
          <p:txBody>
            <a:bodyPr rtlCol="0" anchor="ctr"/>
            <a:lstStyle/>
            <a:p>
              <a:pPr algn="ctr"/>
              <a:endParaRPr lang="zh-CN" altLang="en-US"/>
            </a:p>
          </p:txBody>
        </p:sp>
        <p:sp>
          <p:nvSpPr>
            <p:cNvPr id="59" name="文本框 58">
              <a:extLst>
                <a:ext uri="{FF2B5EF4-FFF2-40B4-BE49-F238E27FC236}">
                  <a16:creationId xmlns:a16="http://schemas.microsoft.com/office/drawing/2014/main" id="{C8D143D7-F7E3-4FC0-A8A1-BD4C812C40DB}"/>
                </a:ext>
              </a:extLst>
            </p:cNvPr>
            <p:cNvSpPr txBox="1"/>
            <p:nvPr/>
          </p:nvSpPr>
          <p:spPr>
            <a:xfrm>
              <a:off x="7236053" y="772467"/>
              <a:ext cx="1598556" cy="400110"/>
            </a:xfrm>
            <a:prstGeom prst="rect">
              <a:avLst/>
            </a:prstGeom>
            <a:noFill/>
          </p:spPr>
          <p:txBody>
            <a:bodyPr wrap="square" rtlCol="0">
              <a:spAutoFit/>
            </a:bodyPr>
            <a:lstStyle/>
            <a:p>
              <a:pPr algn="ctr"/>
              <a:r>
                <a:rPr lang="zh-CN" altLang="en-US" sz="2000" b="1" dirty="0">
                  <a:solidFill>
                    <a:schemeClr val="bg1"/>
                  </a:solidFill>
                </a:rPr>
                <a:t>载波监听</a:t>
              </a:r>
            </a:p>
          </p:txBody>
        </p:sp>
        <p:sp>
          <p:nvSpPr>
            <p:cNvPr id="38" name="文本框 37">
              <a:extLst>
                <a:ext uri="{FF2B5EF4-FFF2-40B4-BE49-F238E27FC236}">
                  <a16:creationId xmlns:a16="http://schemas.microsoft.com/office/drawing/2014/main" id="{84A31281-0C7C-4AD1-BF1E-5FB4696F26F7}"/>
                </a:ext>
              </a:extLst>
            </p:cNvPr>
            <p:cNvSpPr txBox="1"/>
            <p:nvPr/>
          </p:nvSpPr>
          <p:spPr>
            <a:xfrm>
              <a:off x="8481180" y="730441"/>
              <a:ext cx="383192" cy="461665"/>
            </a:xfrm>
            <a:prstGeom prst="rect">
              <a:avLst/>
            </a:prstGeom>
            <a:noFill/>
          </p:spPr>
          <p:txBody>
            <a:bodyPr wrap="square">
              <a:spAutoFit/>
            </a:bodyPr>
            <a:lstStyle/>
            <a:p>
              <a:r>
                <a:rPr lang="en-US" altLang="zh-CN" sz="2400" b="1" dirty="0">
                  <a:solidFill>
                    <a:schemeClr val="bg1"/>
                  </a:solidFill>
                  <a:latin typeface="Arial Narrow" panose="020B0606020202030204" pitchFamily="34" charset="0"/>
                </a:rPr>
                <a:t>C</a:t>
              </a:r>
              <a:endParaRPr lang="zh-CN" altLang="en-US" sz="2400" dirty="0">
                <a:solidFill>
                  <a:schemeClr val="bg1"/>
                </a:solidFill>
              </a:endParaRPr>
            </a:p>
          </p:txBody>
        </p:sp>
        <p:sp>
          <p:nvSpPr>
            <p:cNvPr id="39" name="文本框 38">
              <a:extLst>
                <a:ext uri="{FF2B5EF4-FFF2-40B4-BE49-F238E27FC236}">
                  <a16:creationId xmlns:a16="http://schemas.microsoft.com/office/drawing/2014/main" id="{D1527A42-5BA8-4F70-8A58-1322EC2698B7}"/>
                </a:ext>
              </a:extLst>
            </p:cNvPr>
            <p:cNvSpPr txBox="1"/>
            <p:nvPr/>
          </p:nvSpPr>
          <p:spPr>
            <a:xfrm>
              <a:off x="8675232" y="730441"/>
              <a:ext cx="383192" cy="461665"/>
            </a:xfrm>
            <a:prstGeom prst="rect">
              <a:avLst/>
            </a:prstGeom>
            <a:noFill/>
          </p:spPr>
          <p:txBody>
            <a:bodyPr wrap="square">
              <a:spAutoFit/>
            </a:bodyPr>
            <a:lstStyle/>
            <a:p>
              <a:r>
                <a:rPr lang="en-US" altLang="zh-CN" sz="2400" b="1" dirty="0">
                  <a:solidFill>
                    <a:schemeClr val="bg1"/>
                  </a:solidFill>
                  <a:latin typeface="Arial Narrow" panose="020B0606020202030204" pitchFamily="34" charset="0"/>
                </a:rPr>
                <a:t>S</a:t>
              </a:r>
              <a:endParaRPr lang="zh-CN" altLang="en-US" sz="2400" dirty="0">
                <a:solidFill>
                  <a:schemeClr val="bg1"/>
                </a:solidFill>
              </a:endParaRPr>
            </a:p>
          </p:txBody>
        </p:sp>
      </p:grpSp>
      <p:grpSp>
        <p:nvGrpSpPr>
          <p:cNvPr id="9" name="组合 8">
            <a:extLst>
              <a:ext uri="{FF2B5EF4-FFF2-40B4-BE49-F238E27FC236}">
                <a16:creationId xmlns:a16="http://schemas.microsoft.com/office/drawing/2014/main" id="{46C7C9F9-77AF-4E79-B679-41F2B5E760D4}"/>
              </a:ext>
            </a:extLst>
          </p:cNvPr>
          <p:cNvGrpSpPr/>
          <p:nvPr/>
        </p:nvGrpSpPr>
        <p:grpSpPr>
          <a:xfrm>
            <a:off x="9727206" y="734232"/>
            <a:ext cx="2153414" cy="461665"/>
            <a:chOff x="9727206" y="734232"/>
            <a:chExt cx="2153414" cy="461665"/>
          </a:xfrm>
        </p:grpSpPr>
        <p:sp>
          <p:nvSpPr>
            <p:cNvPr id="58" name="矩形 57">
              <a:extLst>
                <a:ext uri="{FF2B5EF4-FFF2-40B4-BE49-F238E27FC236}">
                  <a16:creationId xmlns:a16="http://schemas.microsoft.com/office/drawing/2014/main" id="{8C738A42-5B66-4505-B03D-160313542C6B}"/>
                </a:ext>
              </a:extLst>
            </p:cNvPr>
            <p:cNvSpPr/>
            <p:nvPr/>
          </p:nvSpPr>
          <p:spPr>
            <a:xfrm>
              <a:off x="9727206" y="757078"/>
              <a:ext cx="2153414" cy="400110"/>
            </a:xfrm>
            <a:prstGeom prst="rect">
              <a:avLst/>
            </a:prstGeom>
            <a:solidFill>
              <a:schemeClr val="bg2">
                <a:lumMod val="90000"/>
              </a:schemeClr>
            </a:solidFill>
            <a:ln>
              <a:solidFill>
                <a:schemeClr val="bg2">
                  <a:lumMod val="90000"/>
                </a:schemeClr>
              </a:solidFill>
            </a:ln>
          </p:spPr>
          <p:style>
            <a:lnRef idx="2">
              <a:schemeClr val="accent5">
                <a:shade val="50000"/>
              </a:schemeClr>
            </a:lnRef>
            <a:fillRef idx="1">
              <a:schemeClr val="accent5"/>
            </a:fillRef>
            <a:effectRef idx="0">
              <a:schemeClr val="accent5"/>
            </a:effectRef>
            <a:fontRef idx="minor">
              <a:schemeClr val="lt1"/>
            </a:fontRef>
          </p:style>
          <p:txBody>
            <a:bodyPr rtlCol="0" anchor="ctr"/>
            <a:lstStyle/>
            <a:p>
              <a:pPr algn="ctr"/>
              <a:endParaRPr lang="zh-CN" altLang="en-US"/>
            </a:p>
          </p:txBody>
        </p:sp>
        <p:sp>
          <p:nvSpPr>
            <p:cNvPr id="60" name="文本框 59">
              <a:extLst>
                <a:ext uri="{FF2B5EF4-FFF2-40B4-BE49-F238E27FC236}">
                  <a16:creationId xmlns:a16="http://schemas.microsoft.com/office/drawing/2014/main" id="{AB15AA99-A243-45C1-AE07-0B685612E43F}"/>
                </a:ext>
              </a:extLst>
            </p:cNvPr>
            <p:cNvSpPr txBox="1"/>
            <p:nvPr/>
          </p:nvSpPr>
          <p:spPr>
            <a:xfrm>
              <a:off x="9791788" y="772467"/>
              <a:ext cx="1598556" cy="400110"/>
            </a:xfrm>
            <a:prstGeom prst="rect">
              <a:avLst/>
            </a:prstGeom>
            <a:noFill/>
          </p:spPr>
          <p:txBody>
            <a:bodyPr wrap="square" rtlCol="0">
              <a:spAutoFit/>
            </a:bodyPr>
            <a:lstStyle/>
            <a:p>
              <a:pPr algn="ctr"/>
              <a:r>
                <a:rPr lang="zh-CN" altLang="en-US" sz="2000" b="1" dirty="0">
                  <a:solidFill>
                    <a:schemeClr val="bg1"/>
                  </a:solidFill>
                </a:rPr>
                <a:t>碰撞检测</a:t>
              </a:r>
            </a:p>
          </p:txBody>
        </p:sp>
        <p:sp>
          <p:nvSpPr>
            <p:cNvPr id="55" name="文本框 54">
              <a:extLst>
                <a:ext uri="{FF2B5EF4-FFF2-40B4-BE49-F238E27FC236}">
                  <a16:creationId xmlns:a16="http://schemas.microsoft.com/office/drawing/2014/main" id="{F7208B3A-F0CA-46E2-A78F-A769880DCC09}"/>
                </a:ext>
              </a:extLst>
            </p:cNvPr>
            <p:cNvSpPr txBox="1"/>
            <p:nvPr/>
          </p:nvSpPr>
          <p:spPr>
            <a:xfrm>
              <a:off x="11033742" y="734232"/>
              <a:ext cx="383192" cy="461665"/>
            </a:xfrm>
            <a:prstGeom prst="rect">
              <a:avLst/>
            </a:prstGeom>
            <a:noFill/>
          </p:spPr>
          <p:txBody>
            <a:bodyPr wrap="square">
              <a:spAutoFit/>
            </a:bodyPr>
            <a:lstStyle/>
            <a:p>
              <a:r>
                <a:rPr lang="en-US" altLang="zh-CN" sz="2400" b="1" dirty="0">
                  <a:solidFill>
                    <a:schemeClr val="bg1"/>
                  </a:solidFill>
                  <a:latin typeface="Arial Narrow" panose="020B0606020202030204" pitchFamily="34" charset="0"/>
                </a:rPr>
                <a:t>C</a:t>
              </a:r>
              <a:endParaRPr lang="zh-CN" altLang="en-US" sz="2400" dirty="0">
                <a:solidFill>
                  <a:schemeClr val="bg1"/>
                </a:solidFill>
              </a:endParaRPr>
            </a:p>
          </p:txBody>
        </p:sp>
        <p:sp>
          <p:nvSpPr>
            <p:cNvPr id="57" name="文本框 56">
              <a:extLst>
                <a:ext uri="{FF2B5EF4-FFF2-40B4-BE49-F238E27FC236}">
                  <a16:creationId xmlns:a16="http://schemas.microsoft.com/office/drawing/2014/main" id="{F625F8B0-68ED-4238-86A5-61737324B156}"/>
                </a:ext>
              </a:extLst>
            </p:cNvPr>
            <p:cNvSpPr txBox="1"/>
            <p:nvPr/>
          </p:nvSpPr>
          <p:spPr>
            <a:xfrm>
              <a:off x="11260686" y="734232"/>
              <a:ext cx="383192" cy="461665"/>
            </a:xfrm>
            <a:prstGeom prst="rect">
              <a:avLst/>
            </a:prstGeom>
            <a:noFill/>
          </p:spPr>
          <p:txBody>
            <a:bodyPr wrap="square">
              <a:spAutoFit/>
            </a:bodyPr>
            <a:lstStyle/>
            <a:p>
              <a:r>
                <a:rPr lang="en-US" altLang="zh-CN" sz="2400" b="1" dirty="0">
                  <a:solidFill>
                    <a:schemeClr val="bg1"/>
                  </a:solidFill>
                  <a:latin typeface="Arial Narrow" panose="020B0606020202030204" pitchFamily="34" charset="0"/>
                </a:rPr>
                <a:t>D</a:t>
              </a:r>
              <a:endParaRPr lang="zh-CN" altLang="en-US" sz="2400" dirty="0">
                <a:solidFill>
                  <a:schemeClr val="bg1"/>
                </a:solidFill>
              </a:endParaRPr>
            </a:p>
          </p:txBody>
        </p:sp>
      </p:grpSp>
      <p:grpSp>
        <p:nvGrpSpPr>
          <p:cNvPr id="25" name="组合 24">
            <a:extLst>
              <a:ext uri="{FF2B5EF4-FFF2-40B4-BE49-F238E27FC236}">
                <a16:creationId xmlns:a16="http://schemas.microsoft.com/office/drawing/2014/main" id="{A53F2F16-666E-49B5-900C-EE2365802BB6}"/>
              </a:ext>
            </a:extLst>
          </p:cNvPr>
          <p:cNvGrpSpPr/>
          <p:nvPr/>
        </p:nvGrpSpPr>
        <p:grpSpPr>
          <a:xfrm>
            <a:off x="2455280" y="1720180"/>
            <a:ext cx="7180791" cy="812800"/>
            <a:chOff x="2455280" y="3752911"/>
            <a:chExt cx="7180791" cy="812800"/>
          </a:xfrm>
        </p:grpSpPr>
        <p:cxnSp>
          <p:nvCxnSpPr>
            <p:cNvPr id="26" name="直接连接符 25">
              <a:extLst>
                <a:ext uri="{FF2B5EF4-FFF2-40B4-BE49-F238E27FC236}">
                  <a16:creationId xmlns:a16="http://schemas.microsoft.com/office/drawing/2014/main" id="{242FA538-70F3-4A91-A0A1-2978B2AB59B3}"/>
                </a:ext>
              </a:extLst>
            </p:cNvPr>
            <p:cNvCxnSpPr/>
            <p:nvPr/>
          </p:nvCxnSpPr>
          <p:spPr>
            <a:xfrm flipV="1">
              <a:off x="9636071" y="3752911"/>
              <a:ext cx="0" cy="812800"/>
            </a:xfrm>
            <a:prstGeom prst="line">
              <a:avLst/>
            </a:prstGeom>
            <a:ln w="152400">
              <a:solidFill>
                <a:schemeClr val="tx1"/>
              </a:solidFill>
              <a:tailEnd w="med" len="lg"/>
            </a:ln>
          </p:spPr>
          <p:style>
            <a:lnRef idx="1">
              <a:schemeClr val="accent1"/>
            </a:lnRef>
            <a:fillRef idx="0">
              <a:schemeClr val="accent1"/>
            </a:fillRef>
            <a:effectRef idx="0">
              <a:schemeClr val="accent1"/>
            </a:effectRef>
            <a:fontRef idx="minor">
              <a:schemeClr val="tx1"/>
            </a:fontRef>
          </p:style>
        </p:cxnSp>
        <p:cxnSp>
          <p:nvCxnSpPr>
            <p:cNvPr id="27" name="直接连接符 26">
              <a:extLst>
                <a:ext uri="{FF2B5EF4-FFF2-40B4-BE49-F238E27FC236}">
                  <a16:creationId xmlns:a16="http://schemas.microsoft.com/office/drawing/2014/main" id="{F21D0102-E2A1-4D3E-9DC3-885D830E96D0}"/>
                </a:ext>
              </a:extLst>
            </p:cNvPr>
            <p:cNvCxnSpPr/>
            <p:nvPr/>
          </p:nvCxnSpPr>
          <p:spPr>
            <a:xfrm flipV="1">
              <a:off x="2455280" y="3752911"/>
              <a:ext cx="0" cy="812800"/>
            </a:xfrm>
            <a:prstGeom prst="line">
              <a:avLst/>
            </a:prstGeom>
            <a:ln w="152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8" name="直接连接符 27">
              <a:extLst>
                <a:ext uri="{FF2B5EF4-FFF2-40B4-BE49-F238E27FC236}">
                  <a16:creationId xmlns:a16="http://schemas.microsoft.com/office/drawing/2014/main" id="{AB2C8EEA-0851-44A9-80D2-87DFBEA1F73A}"/>
                </a:ext>
              </a:extLst>
            </p:cNvPr>
            <p:cNvCxnSpPr/>
            <p:nvPr/>
          </p:nvCxnSpPr>
          <p:spPr>
            <a:xfrm flipV="1">
              <a:off x="4878779" y="3752911"/>
              <a:ext cx="0" cy="812800"/>
            </a:xfrm>
            <a:prstGeom prst="line">
              <a:avLst/>
            </a:prstGeom>
            <a:ln w="152400">
              <a:solidFill>
                <a:schemeClr val="tx1"/>
              </a:solidFill>
              <a:tailEnd w="med" len="lg"/>
            </a:ln>
          </p:spPr>
          <p:style>
            <a:lnRef idx="1">
              <a:schemeClr val="accent1"/>
            </a:lnRef>
            <a:fillRef idx="0">
              <a:schemeClr val="accent1"/>
            </a:fillRef>
            <a:effectRef idx="0">
              <a:schemeClr val="accent1"/>
            </a:effectRef>
            <a:fontRef idx="minor">
              <a:schemeClr val="tx1"/>
            </a:fontRef>
          </p:style>
        </p:cxnSp>
        <p:cxnSp>
          <p:nvCxnSpPr>
            <p:cNvPr id="29" name="直接连接符 28">
              <a:extLst>
                <a:ext uri="{FF2B5EF4-FFF2-40B4-BE49-F238E27FC236}">
                  <a16:creationId xmlns:a16="http://schemas.microsoft.com/office/drawing/2014/main" id="{536174B3-7078-4268-ABF0-FDE23864C53A}"/>
                </a:ext>
              </a:extLst>
            </p:cNvPr>
            <p:cNvCxnSpPr/>
            <p:nvPr/>
          </p:nvCxnSpPr>
          <p:spPr>
            <a:xfrm flipV="1">
              <a:off x="7249637" y="3752911"/>
              <a:ext cx="0" cy="812800"/>
            </a:xfrm>
            <a:prstGeom prst="line">
              <a:avLst/>
            </a:prstGeom>
            <a:ln w="1524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30" name="组合 29">
            <a:extLst>
              <a:ext uri="{FF2B5EF4-FFF2-40B4-BE49-F238E27FC236}">
                <a16:creationId xmlns:a16="http://schemas.microsoft.com/office/drawing/2014/main" id="{B2DEEF20-80ED-4B25-8707-42A86FB12C98}"/>
              </a:ext>
            </a:extLst>
          </p:cNvPr>
          <p:cNvGrpSpPr/>
          <p:nvPr/>
        </p:nvGrpSpPr>
        <p:grpSpPr>
          <a:xfrm>
            <a:off x="1618162" y="1566769"/>
            <a:ext cx="8955675" cy="238462"/>
            <a:chOff x="1618162" y="3599500"/>
            <a:chExt cx="8955675" cy="238462"/>
          </a:xfrm>
        </p:grpSpPr>
        <p:cxnSp>
          <p:nvCxnSpPr>
            <p:cNvPr id="31" name="直接连接符 30">
              <a:extLst>
                <a:ext uri="{FF2B5EF4-FFF2-40B4-BE49-F238E27FC236}">
                  <a16:creationId xmlns:a16="http://schemas.microsoft.com/office/drawing/2014/main" id="{837D477A-5171-490F-B6D4-97C6D7A8A650}"/>
                </a:ext>
              </a:extLst>
            </p:cNvPr>
            <p:cNvCxnSpPr>
              <a:cxnSpLocks/>
            </p:cNvCxnSpPr>
            <p:nvPr/>
          </p:nvCxnSpPr>
          <p:spPr>
            <a:xfrm>
              <a:off x="1749794" y="3725200"/>
              <a:ext cx="8622888" cy="0"/>
            </a:xfrm>
            <a:prstGeom prst="line">
              <a:avLst/>
            </a:prstGeom>
            <a:ln w="152400">
              <a:solidFill>
                <a:schemeClr val="tx1"/>
              </a:solidFill>
            </a:ln>
          </p:spPr>
          <p:style>
            <a:lnRef idx="1">
              <a:schemeClr val="accent1"/>
            </a:lnRef>
            <a:fillRef idx="0">
              <a:schemeClr val="accent1"/>
            </a:fillRef>
            <a:effectRef idx="0">
              <a:schemeClr val="accent1"/>
            </a:effectRef>
            <a:fontRef idx="minor">
              <a:schemeClr val="tx1"/>
            </a:fontRef>
          </p:style>
        </p:cxnSp>
        <p:sp>
          <p:nvSpPr>
            <p:cNvPr id="32" name="矩形 31">
              <a:extLst>
                <a:ext uri="{FF2B5EF4-FFF2-40B4-BE49-F238E27FC236}">
                  <a16:creationId xmlns:a16="http://schemas.microsoft.com/office/drawing/2014/main" id="{D0513BC0-5BBA-4500-8077-440780C8EB78}"/>
                </a:ext>
              </a:extLst>
            </p:cNvPr>
            <p:cNvSpPr/>
            <p:nvPr/>
          </p:nvSpPr>
          <p:spPr>
            <a:xfrm>
              <a:off x="1618162" y="3599500"/>
              <a:ext cx="225524" cy="225524"/>
            </a:xfrm>
            <a:prstGeom prst="rect">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33" name="矩形 32">
              <a:extLst>
                <a:ext uri="{FF2B5EF4-FFF2-40B4-BE49-F238E27FC236}">
                  <a16:creationId xmlns:a16="http://schemas.microsoft.com/office/drawing/2014/main" id="{0E184DA7-F858-483A-B4A1-7B85D64E8273}"/>
                </a:ext>
              </a:extLst>
            </p:cNvPr>
            <p:cNvSpPr/>
            <p:nvPr/>
          </p:nvSpPr>
          <p:spPr>
            <a:xfrm>
              <a:off x="10348313" y="3612438"/>
              <a:ext cx="225524" cy="225524"/>
            </a:xfrm>
            <a:prstGeom prst="rect">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grpSp>
      <p:grpSp>
        <p:nvGrpSpPr>
          <p:cNvPr id="34" name="组合 33">
            <a:extLst>
              <a:ext uri="{FF2B5EF4-FFF2-40B4-BE49-F238E27FC236}">
                <a16:creationId xmlns:a16="http://schemas.microsoft.com/office/drawing/2014/main" id="{0DFB39EB-FEA0-438F-AA58-EC795A998106}"/>
              </a:ext>
            </a:extLst>
          </p:cNvPr>
          <p:cNvGrpSpPr/>
          <p:nvPr/>
        </p:nvGrpSpPr>
        <p:grpSpPr>
          <a:xfrm>
            <a:off x="1968674" y="2412905"/>
            <a:ext cx="7852814" cy="641082"/>
            <a:chOff x="1968674" y="4445636"/>
            <a:chExt cx="7852814" cy="641082"/>
          </a:xfrm>
        </p:grpSpPr>
        <p:grpSp>
          <p:nvGrpSpPr>
            <p:cNvPr id="35" name="组合 34">
              <a:extLst>
                <a:ext uri="{FF2B5EF4-FFF2-40B4-BE49-F238E27FC236}">
                  <a16:creationId xmlns:a16="http://schemas.microsoft.com/office/drawing/2014/main" id="{BF807099-7B3E-40CD-8303-26A049401039}"/>
                </a:ext>
              </a:extLst>
            </p:cNvPr>
            <p:cNvGrpSpPr/>
            <p:nvPr/>
          </p:nvGrpSpPr>
          <p:grpSpPr>
            <a:xfrm>
              <a:off x="1968674" y="4445636"/>
              <a:ext cx="662814" cy="641082"/>
              <a:chOff x="812355" y="3422987"/>
              <a:chExt cx="662814" cy="641082"/>
            </a:xfrm>
          </p:grpSpPr>
          <p:pic>
            <p:nvPicPr>
              <p:cNvPr id="48" name="图形 47">
                <a:extLst>
                  <a:ext uri="{FF2B5EF4-FFF2-40B4-BE49-F238E27FC236}">
                    <a16:creationId xmlns:a16="http://schemas.microsoft.com/office/drawing/2014/main" id="{1C6CE519-73F7-48EC-9BF7-9DD329B4C743}"/>
                  </a:ext>
                </a:extLst>
              </p:cNvPr>
              <p:cNvPicPr>
                <a:picLocks noChangeAspect="1"/>
              </p:cNvPicPr>
              <p:nvPr/>
            </p:nvPicPr>
            <p:blipFill>
              <a:blip r:embed="rId3">
                <a:extLst>
                  <a:ext uri="{28A0092B-C50C-407E-A947-70E740481C1C}">
                    <a14:useLocalDpi xmlns:a14="http://schemas.microsoft.com/office/drawing/2010/main" val="0"/>
                  </a:ext>
                  <a:ext uri="{96DAC541-7B7A-43D3-8B79-37D633B846F1}">
                    <asvg:svgBlip xmlns:asvg="http://schemas.microsoft.com/office/drawing/2016/SVG/main" r:embed="rId4"/>
                  </a:ext>
                </a:extLst>
              </a:blip>
              <a:stretch>
                <a:fillRect/>
              </a:stretch>
            </p:blipFill>
            <p:spPr>
              <a:xfrm>
                <a:off x="812355" y="3422987"/>
                <a:ext cx="662814" cy="641082"/>
              </a:xfrm>
              <a:prstGeom prst="rect">
                <a:avLst/>
              </a:prstGeom>
            </p:spPr>
          </p:pic>
          <p:sp>
            <p:nvSpPr>
              <p:cNvPr id="49" name="文本框 48">
                <a:extLst>
                  <a:ext uri="{FF2B5EF4-FFF2-40B4-BE49-F238E27FC236}">
                    <a16:creationId xmlns:a16="http://schemas.microsoft.com/office/drawing/2014/main" id="{5DD329AF-6509-4A44-A9A8-8B805FB525CF}"/>
                  </a:ext>
                </a:extLst>
              </p:cNvPr>
              <p:cNvSpPr txBox="1"/>
              <p:nvPr/>
            </p:nvSpPr>
            <p:spPr>
              <a:xfrm>
                <a:off x="1087044" y="3451320"/>
                <a:ext cx="355235" cy="400110"/>
              </a:xfrm>
              <a:prstGeom prst="rect">
                <a:avLst/>
              </a:prstGeom>
              <a:noFill/>
            </p:spPr>
            <p:txBody>
              <a:bodyPr wrap="square" rtlCol="0">
                <a:spAutoFit/>
              </a:bodyPr>
              <a:lstStyle/>
              <a:p>
                <a:pPr algn="ctr"/>
                <a:r>
                  <a:rPr lang="en-US" altLang="zh-CN" sz="2000" b="1" dirty="0">
                    <a:solidFill>
                      <a:schemeClr val="bg1"/>
                    </a:solidFill>
                    <a:latin typeface="Arial Black" panose="020B0A04020102020204" pitchFamily="34" charset="0"/>
                    <a:ea typeface="+mj-ea"/>
                  </a:rPr>
                  <a:t>A</a:t>
                </a:r>
                <a:endParaRPr lang="zh-CN" altLang="en-US" sz="2000" b="1" dirty="0">
                  <a:solidFill>
                    <a:schemeClr val="bg1"/>
                  </a:solidFill>
                  <a:latin typeface="Arial Black" panose="020B0A04020102020204" pitchFamily="34" charset="0"/>
                  <a:ea typeface="+mj-ea"/>
                </a:endParaRPr>
              </a:p>
            </p:txBody>
          </p:sp>
        </p:grpSp>
        <p:grpSp>
          <p:nvGrpSpPr>
            <p:cNvPr id="36" name="组合 35">
              <a:extLst>
                <a:ext uri="{FF2B5EF4-FFF2-40B4-BE49-F238E27FC236}">
                  <a16:creationId xmlns:a16="http://schemas.microsoft.com/office/drawing/2014/main" id="{E6E15EE0-C1D5-4CA6-B022-40595F8FA79F}"/>
                </a:ext>
              </a:extLst>
            </p:cNvPr>
            <p:cNvGrpSpPr/>
            <p:nvPr/>
          </p:nvGrpSpPr>
          <p:grpSpPr>
            <a:xfrm>
              <a:off x="4365341" y="4445636"/>
              <a:ext cx="662814" cy="641082"/>
              <a:chOff x="3209022" y="3422987"/>
              <a:chExt cx="662814" cy="641082"/>
            </a:xfrm>
          </p:grpSpPr>
          <p:pic>
            <p:nvPicPr>
              <p:cNvPr id="46" name="图形 45">
                <a:extLst>
                  <a:ext uri="{FF2B5EF4-FFF2-40B4-BE49-F238E27FC236}">
                    <a16:creationId xmlns:a16="http://schemas.microsoft.com/office/drawing/2014/main" id="{C8C4C2F7-68D1-41CA-A597-6AAB50358E43}"/>
                  </a:ext>
                </a:extLst>
              </p:cNvPr>
              <p:cNvPicPr>
                <a:picLocks noChangeAspect="1"/>
              </p:cNvPicPr>
              <p:nvPr/>
            </p:nvPicPr>
            <p:blipFill>
              <a:blip r:embed="rId3">
                <a:extLst>
                  <a:ext uri="{28A0092B-C50C-407E-A947-70E740481C1C}">
                    <a14:useLocalDpi xmlns:a14="http://schemas.microsoft.com/office/drawing/2010/main" val="0"/>
                  </a:ext>
                  <a:ext uri="{96DAC541-7B7A-43D3-8B79-37D633B846F1}">
                    <asvg:svgBlip xmlns:asvg="http://schemas.microsoft.com/office/drawing/2016/SVG/main" r:embed="rId4"/>
                  </a:ext>
                </a:extLst>
              </a:blip>
              <a:stretch>
                <a:fillRect/>
              </a:stretch>
            </p:blipFill>
            <p:spPr>
              <a:xfrm>
                <a:off x="3209022" y="3422987"/>
                <a:ext cx="662814" cy="641082"/>
              </a:xfrm>
              <a:prstGeom prst="rect">
                <a:avLst/>
              </a:prstGeom>
            </p:spPr>
          </p:pic>
          <p:sp>
            <p:nvSpPr>
              <p:cNvPr id="47" name="文本框 46">
                <a:extLst>
                  <a:ext uri="{FF2B5EF4-FFF2-40B4-BE49-F238E27FC236}">
                    <a16:creationId xmlns:a16="http://schemas.microsoft.com/office/drawing/2014/main" id="{658648CC-F992-4CC1-820A-6390807EB9AE}"/>
                  </a:ext>
                </a:extLst>
              </p:cNvPr>
              <p:cNvSpPr txBox="1"/>
              <p:nvPr/>
            </p:nvSpPr>
            <p:spPr>
              <a:xfrm>
                <a:off x="3490791" y="3451320"/>
                <a:ext cx="355235" cy="400110"/>
              </a:xfrm>
              <a:prstGeom prst="rect">
                <a:avLst/>
              </a:prstGeom>
              <a:noFill/>
            </p:spPr>
            <p:txBody>
              <a:bodyPr wrap="square" rtlCol="0">
                <a:spAutoFit/>
              </a:bodyPr>
              <a:lstStyle/>
              <a:p>
                <a:pPr algn="ctr"/>
                <a:r>
                  <a:rPr lang="en-US" altLang="zh-CN" sz="2000" b="1" dirty="0">
                    <a:solidFill>
                      <a:schemeClr val="bg1"/>
                    </a:solidFill>
                    <a:latin typeface="Arial Black" panose="020B0A04020102020204" pitchFamily="34" charset="0"/>
                    <a:ea typeface="+mj-ea"/>
                  </a:rPr>
                  <a:t>B</a:t>
                </a:r>
                <a:endParaRPr lang="zh-CN" altLang="en-US" sz="2000" b="1" dirty="0">
                  <a:solidFill>
                    <a:schemeClr val="bg1"/>
                  </a:solidFill>
                  <a:latin typeface="Arial Black" panose="020B0A04020102020204" pitchFamily="34" charset="0"/>
                  <a:ea typeface="+mj-ea"/>
                </a:endParaRPr>
              </a:p>
            </p:txBody>
          </p:sp>
        </p:grpSp>
        <p:grpSp>
          <p:nvGrpSpPr>
            <p:cNvPr id="37" name="组合 36">
              <a:extLst>
                <a:ext uri="{FF2B5EF4-FFF2-40B4-BE49-F238E27FC236}">
                  <a16:creationId xmlns:a16="http://schemas.microsoft.com/office/drawing/2014/main" id="{902C1D2E-FCC9-4698-83A9-FC2317BE61ED}"/>
                </a:ext>
              </a:extLst>
            </p:cNvPr>
            <p:cNvGrpSpPr/>
            <p:nvPr/>
          </p:nvGrpSpPr>
          <p:grpSpPr>
            <a:xfrm>
              <a:off x="6762008" y="4445636"/>
              <a:ext cx="662814" cy="641082"/>
              <a:chOff x="5605689" y="3422987"/>
              <a:chExt cx="662814" cy="641082"/>
            </a:xfrm>
          </p:grpSpPr>
          <p:pic>
            <p:nvPicPr>
              <p:cNvPr id="44" name="图形 43">
                <a:extLst>
                  <a:ext uri="{FF2B5EF4-FFF2-40B4-BE49-F238E27FC236}">
                    <a16:creationId xmlns:a16="http://schemas.microsoft.com/office/drawing/2014/main" id="{40F7F6D8-AE1D-4E43-836A-E987F0EAB4E5}"/>
                  </a:ext>
                </a:extLst>
              </p:cNvPr>
              <p:cNvPicPr>
                <a:picLocks noChangeAspect="1"/>
              </p:cNvPicPr>
              <p:nvPr/>
            </p:nvPicPr>
            <p:blipFill>
              <a:blip r:embed="rId3">
                <a:extLst>
                  <a:ext uri="{28A0092B-C50C-407E-A947-70E740481C1C}">
                    <a14:useLocalDpi xmlns:a14="http://schemas.microsoft.com/office/drawing/2010/main" val="0"/>
                  </a:ext>
                  <a:ext uri="{96DAC541-7B7A-43D3-8B79-37D633B846F1}">
                    <asvg:svgBlip xmlns:asvg="http://schemas.microsoft.com/office/drawing/2016/SVG/main" r:embed="rId4"/>
                  </a:ext>
                </a:extLst>
              </a:blip>
              <a:stretch>
                <a:fillRect/>
              </a:stretch>
            </p:blipFill>
            <p:spPr>
              <a:xfrm>
                <a:off x="5605689" y="3422987"/>
                <a:ext cx="662814" cy="641082"/>
              </a:xfrm>
              <a:prstGeom prst="rect">
                <a:avLst/>
              </a:prstGeom>
            </p:spPr>
          </p:pic>
          <p:sp>
            <p:nvSpPr>
              <p:cNvPr id="45" name="文本框 44">
                <a:extLst>
                  <a:ext uri="{FF2B5EF4-FFF2-40B4-BE49-F238E27FC236}">
                    <a16:creationId xmlns:a16="http://schemas.microsoft.com/office/drawing/2014/main" id="{6CB1768A-E878-4DEC-AD18-464A0F0DD547}"/>
                  </a:ext>
                </a:extLst>
              </p:cNvPr>
              <p:cNvSpPr txBox="1"/>
              <p:nvPr/>
            </p:nvSpPr>
            <p:spPr>
              <a:xfrm>
                <a:off x="5885506" y="3451320"/>
                <a:ext cx="355235" cy="400110"/>
              </a:xfrm>
              <a:prstGeom prst="rect">
                <a:avLst/>
              </a:prstGeom>
              <a:noFill/>
            </p:spPr>
            <p:txBody>
              <a:bodyPr wrap="square" rtlCol="0">
                <a:spAutoFit/>
              </a:bodyPr>
              <a:lstStyle/>
              <a:p>
                <a:pPr algn="ctr"/>
                <a:r>
                  <a:rPr lang="en-US" altLang="zh-CN" sz="2000" b="1" dirty="0">
                    <a:solidFill>
                      <a:schemeClr val="bg1"/>
                    </a:solidFill>
                    <a:latin typeface="Arial Black" panose="020B0A04020102020204" pitchFamily="34" charset="0"/>
                    <a:ea typeface="+mj-ea"/>
                  </a:rPr>
                  <a:t>C</a:t>
                </a:r>
                <a:endParaRPr lang="zh-CN" altLang="en-US" sz="2000" b="1" dirty="0">
                  <a:solidFill>
                    <a:schemeClr val="bg1"/>
                  </a:solidFill>
                  <a:latin typeface="Arial Black" panose="020B0A04020102020204" pitchFamily="34" charset="0"/>
                  <a:ea typeface="+mj-ea"/>
                </a:endParaRPr>
              </a:p>
            </p:txBody>
          </p:sp>
        </p:grpSp>
        <p:grpSp>
          <p:nvGrpSpPr>
            <p:cNvPr id="40" name="组合 39">
              <a:extLst>
                <a:ext uri="{FF2B5EF4-FFF2-40B4-BE49-F238E27FC236}">
                  <a16:creationId xmlns:a16="http://schemas.microsoft.com/office/drawing/2014/main" id="{6552C21E-1E72-4745-AC0E-DCC76E804F73}"/>
                </a:ext>
              </a:extLst>
            </p:cNvPr>
            <p:cNvGrpSpPr/>
            <p:nvPr/>
          </p:nvGrpSpPr>
          <p:grpSpPr>
            <a:xfrm>
              <a:off x="9158674" y="4445636"/>
              <a:ext cx="662814" cy="641082"/>
              <a:chOff x="8002355" y="3422987"/>
              <a:chExt cx="662814" cy="641082"/>
            </a:xfrm>
          </p:grpSpPr>
          <p:pic>
            <p:nvPicPr>
              <p:cNvPr id="42" name="图形 41">
                <a:extLst>
                  <a:ext uri="{FF2B5EF4-FFF2-40B4-BE49-F238E27FC236}">
                    <a16:creationId xmlns:a16="http://schemas.microsoft.com/office/drawing/2014/main" id="{6B11717D-FCEB-42D3-A119-E59AC28CD863}"/>
                  </a:ext>
                </a:extLst>
              </p:cNvPr>
              <p:cNvPicPr>
                <a:picLocks noChangeAspect="1"/>
              </p:cNvPicPr>
              <p:nvPr/>
            </p:nvPicPr>
            <p:blipFill>
              <a:blip r:embed="rId3">
                <a:extLst>
                  <a:ext uri="{28A0092B-C50C-407E-A947-70E740481C1C}">
                    <a14:useLocalDpi xmlns:a14="http://schemas.microsoft.com/office/drawing/2010/main" val="0"/>
                  </a:ext>
                  <a:ext uri="{96DAC541-7B7A-43D3-8B79-37D633B846F1}">
                    <asvg:svgBlip xmlns:asvg="http://schemas.microsoft.com/office/drawing/2016/SVG/main" r:embed="rId4"/>
                  </a:ext>
                </a:extLst>
              </a:blip>
              <a:stretch>
                <a:fillRect/>
              </a:stretch>
            </p:blipFill>
            <p:spPr>
              <a:xfrm>
                <a:off x="8002355" y="3422987"/>
                <a:ext cx="662814" cy="641082"/>
              </a:xfrm>
              <a:prstGeom prst="rect">
                <a:avLst/>
              </a:prstGeom>
            </p:spPr>
          </p:pic>
          <p:sp>
            <p:nvSpPr>
              <p:cNvPr id="43" name="文本框 42">
                <a:extLst>
                  <a:ext uri="{FF2B5EF4-FFF2-40B4-BE49-F238E27FC236}">
                    <a16:creationId xmlns:a16="http://schemas.microsoft.com/office/drawing/2014/main" id="{39CE4E63-0120-4586-A613-A2CF75236E92}"/>
                  </a:ext>
                </a:extLst>
              </p:cNvPr>
              <p:cNvSpPr txBox="1"/>
              <p:nvPr/>
            </p:nvSpPr>
            <p:spPr>
              <a:xfrm>
                <a:off x="8282675" y="3444742"/>
                <a:ext cx="355235" cy="400110"/>
              </a:xfrm>
              <a:prstGeom prst="rect">
                <a:avLst/>
              </a:prstGeom>
              <a:noFill/>
            </p:spPr>
            <p:txBody>
              <a:bodyPr wrap="square" rtlCol="0">
                <a:spAutoFit/>
              </a:bodyPr>
              <a:lstStyle/>
              <a:p>
                <a:pPr algn="ctr"/>
                <a:r>
                  <a:rPr lang="en-US" altLang="zh-CN" sz="2000" b="1" dirty="0">
                    <a:solidFill>
                      <a:schemeClr val="bg1"/>
                    </a:solidFill>
                    <a:latin typeface="Arial Black" panose="020B0A04020102020204" pitchFamily="34" charset="0"/>
                    <a:ea typeface="+mj-ea"/>
                  </a:rPr>
                  <a:t>D</a:t>
                </a:r>
                <a:endParaRPr lang="zh-CN" altLang="en-US" sz="2000" b="1" dirty="0">
                  <a:solidFill>
                    <a:schemeClr val="bg1"/>
                  </a:solidFill>
                  <a:latin typeface="Arial Black" panose="020B0A04020102020204" pitchFamily="34" charset="0"/>
                  <a:ea typeface="+mj-ea"/>
                </a:endParaRPr>
              </a:p>
            </p:txBody>
          </p:sp>
        </p:grpSp>
      </p:grpSp>
      <p:grpSp>
        <p:nvGrpSpPr>
          <p:cNvPr id="50" name="组合 49">
            <a:extLst>
              <a:ext uri="{FF2B5EF4-FFF2-40B4-BE49-F238E27FC236}">
                <a16:creationId xmlns:a16="http://schemas.microsoft.com/office/drawing/2014/main" id="{244989BE-2F10-4B97-B29E-AF9AC895A2BE}"/>
              </a:ext>
            </a:extLst>
          </p:cNvPr>
          <p:cNvGrpSpPr/>
          <p:nvPr/>
        </p:nvGrpSpPr>
        <p:grpSpPr>
          <a:xfrm>
            <a:off x="7094783" y="730441"/>
            <a:ext cx="2153414" cy="461665"/>
            <a:chOff x="7094783" y="730441"/>
            <a:chExt cx="2153414" cy="461665"/>
          </a:xfrm>
        </p:grpSpPr>
        <p:sp>
          <p:nvSpPr>
            <p:cNvPr id="51" name="矩形 50">
              <a:extLst>
                <a:ext uri="{FF2B5EF4-FFF2-40B4-BE49-F238E27FC236}">
                  <a16:creationId xmlns:a16="http://schemas.microsoft.com/office/drawing/2014/main" id="{EC3A55EB-7B87-4D65-9007-9411AFC72105}"/>
                </a:ext>
              </a:extLst>
            </p:cNvPr>
            <p:cNvSpPr/>
            <p:nvPr/>
          </p:nvSpPr>
          <p:spPr>
            <a:xfrm>
              <a:off x="7094783" y="757078"/>
              <a:ext cx="2153414" cy="400110"/>
            </a:xfrm>
            <a:prstGeom prst="rect">
              <a:avLst/>
            </a:prstGeom>
            <a:solidFill>
              <a:schemeClr val="accent3"/>
            </a:solidFill>
            <a:ln>
              <a:solidFill>
                <a:schemeClr val="accent3"/>
              </a:solidFill>
            </a:ln>
          </p:spPr>
          <p:style>
            <a:lnRef idx="2">
              <a:schemeClr val="accent3">
                <a:shade val="50000"/>
              </a:schemeClr>
            </a:lnRef>
            <a:fillRef idx="1">
              <a:schemeClr val="accent3"/>
            </a:fillRef>
            <a:effectRef idx="0">
              <a:schemeClr val="accent3"/>
            </a:effectRef>
            <a:fontRef idx="minor">
              <a:schemeClr val="lt1"/>
            </a:fontRef>
          </p:style>
          <p:txBody>
            <a:bodyPr rtlCol="0" anchor="ctr"/>
            <a:lstStyle/>
            <a:p>
              <a:pPr algn="ctr"/>
              <a:endParaRPr lang="zh-CN" altLang="en-US"/>
            </a:p>
          </p:txBody>
        </p:sp>
        <p:sp>
          <p:nvSpPr>
            <p:cNvPr id="52" name="文本框 51">
              <a:extLst>
                <a:ext uri="{FF2B5EF4-FFF2-40B4-BE49-F238E27FC236}">
                  <a16:creationId xmlns:a16="http://schemas.microsoft.com/office/drawing/2014/main" id="{E2D71344-F2FB-4854-8CBB-881E8033F2DF}"/>
                </a:ext>
              </a:extLst>
            </p:cNvPr>
            <p:cNvSpPr txBox="1"/>
            <p:nvPr/>
          </p:nvSpPr>
          <p:spPr>
            <a:xfrm>
              <a:off x="7236053" y="772467"/>
              <a:ext cx="1598556" cy="400110"/>
            </a:xfrm>
            <a:prstGeom prst="rect">
              <a:avLst/>
            </a:prstGeom>
            <a:noFill/>
          </p:spPr>
          <p:txBody>
            <a:bodyPr wrap="square" rtlCol="0">
              <a:spAutoFit/>
            </a:bodyPr>
            <a:lstStyle/>
            <a:p>
              <a:pPr algn="ctr"/>
              <a:r>
                <a:rPr lang="zh-CN" altLang="en-US" sz="2000" b="1" dirty="0">
                  <a:solidFill>
                    <a:schemeClr val="bg1"/>
                  </a:solidFill>
                </a:rPr>
                <a:t>载波监听</a:t>
              </a:r>
            </a:p>
          </p:txBody>
        </p:sp>
        <p:sp>
          <p:nvSpPr>
            <p:cNvPr id="53" name="文本框 52">
              <a:extLst>
                <a:ext uri="{FF2B5EF4-FFF2-40B4-BE49-F238E27FC236}">
                  <a16:creationId xmlns:a16="http://schemas.microsoft.com/office/drawing/2014/main" id="{5426DF4A-64CD-4031-95EC-CD65FF84A15F}"/>
                </a:ext>
              </a:extLst>
            </p:cNvPr>
            <p:cNvSpPr txBox="1"/>
            <p:nvPr/>
          </p:nvSpPr>
          <p:spPr>
            <a:xfrm>
              <a:off x="8481180" y="730441"/>
              <a:ext cx="383192" cy="461665"/>
            </a:xfrm>
            <a:prstGeom prst="rect">
              <a:avLst/>
            </a:prstGeom>
            <a:noFill/>
          </p:spPr>
          <p:txBody>
            <a:bodyPr wrap="square">
              <a:spAutoFit/>
            </a:bodyPr>
            <a:lstStyle/>
            <a:p>
              <a:r>
                <a:rPr lang="en-US" altLang="zh-CN" sz="2400" b="1" dirty="0">
                  <a:solidFill>
                    <a:schemeClr val="bg1"/>
                  </a:solidFill>
                  <a:latin typeface="Arial Narrow" panose="020B0606020202030204" pitchFamily="34" charset="0"/>
                </a:rPr>
                <a:t>C</a:t>
              </a:r>
              <a:endParaRPr lang="zh-CN" altLang="en-US" sz="2400" dirty="0">
                <a:solidFill>
                  <a:schemeClr val="bg1"/>
                </a:solidFill>
              </a:endParaRPr>
            </a:p>
          </p:txBody>
        </p:sp>
        <p:sp>
          <p:nvSpPr>
            <p:cNvPr id="61" name="文本框 60">
              <a:extLst>
                <a:ext uri="{FF2B5EF4-FFF2-40B4-BE49-F238E27FC236}">
                  <a16:creationId xmlns:a16="http://schemas.microsoft.com/office/drawing/2014/main" id="{39C3139B-ED07-4252-B4ED-76840D54C225}"/>
                </a:ext>
              </a:extLst>
            </p:cNvPr>
            <p:cNvSpPr txBox="1"/>
            <p:nvPr/>
          </p:nvSpPr>
          <p:spPr>
            <a:xfrm>
              <a:off x="8675232" y="730441"/>
              <a:ext cx="383192" cy="461665"/>
            </a:xfrm>
            <a:prstGeom prst="rect">
              <a:avLst/>
            </a:prstGeom>
            <a:noFill/>
          </p:spPr>
          <p:txBody>
            <a:bodyPr wrap="square">
              <a:spAutoFit/>
            </a:bodyPr>
            <a:lstStyle/>
            <a:p>
              <a:r>
                <a:rPr lang="en-US" altLang="zh-CN" sz="2400" b="1" dirty="0">
                  <a:solidFill>
                    <a:schemeClr val="bg1"/>
                  </a:solidFill>
                  <a:latin typeface="Arial Narrow" panose="020B0606020202030204" pitchFamily="34" charset="0"/>
                </a:rPr>
                <a:t>S</a:t>
              </a:r>
              <a:endParaRPr lang="zh-CN" altLang="en-US" sz="2400" dirty="0">
                <a:solidFill>
                  <a:schemeClr val="bg1"/>
                </a:solidFill>
              </a:endParaRPr>
            </a:p>
          </p:txBody>
        </p:sp>
      </p:grpSp>
      <p:cxnSp>
        <p:nvCxnSpPr>
          <p:cNvPr id="65" name="直接箭头连接符 64">
            <a:extLst>
              <a:ext uri="{FF2B5EF4-FFF2-40B4-BE49-F238E27FC236}">
                <a16:creationId xmlns:a16="http://schemas.microsoft.com/office/drawing/2014/main" id="{6B824699-9145-4A7B-BF01-37AE80A31AFB}"/>
              </a:ext>
            </a:extLst>
          </p:cNvPr>
          <p:cNvCxnSpPr>
            <a:cxnSpLocks/>
          </p:cNvCxnSpPr>
          <p:nvPr/>
        </p:nvCxnSpPr>
        <p:spPr>
          <a:xfrm flipV="1">
            <a:off x="4878779" y="1692469"/>
            <a:ext cx="0" cy="773654"/>
          </a:xfrm>
          <a:prstGeom prst="straightConnector1">
            <a:avLst/>
          </a:prstGeom>
          <a:ln w="50800" cap="rnd">
            <a:solidFill>
              <a:schemeClr val="accent6"/>
            </a:solidFill>
            <a:round/>
            <a:tailEnd type="triangle" w="med" len="med"/>
          </a:ln>
        </p:spPr>
        <p:style>
          <a:lnRef idx="1">
            <a:schemeClr val="accent1"/>
          </a:lnRef>
          <a:fillRef idx="0">
            <a:schemeClr val="accent1"/>
          </a:fillRef>
          <a:effectRef idx="0">
            <a:schemeClr val="accent1"/>
          </a:effectRef>
          <a:fontRef idx="minor">
            <a:schemeClr val="tx1"/>
          </a:fontRef>
        </p:style>
      </p:cxnSp>
      <p:grpSp>
        <p:nvGrpSpPr>
          <p:cNvPr id="89" name="组合 88">
            <a:extLst>
              <a:ext uri="{FF2B5EF4-FFF2-40B4-BE49-F238E27FC236}">
                <a16:creationId xmlns:a16="http://schemas.microsoft.com/office/drawing/2014/main" id="{A60C1766-FE56-4FB8-8049-E2D4A91FDF4C}"/>
              </a:ext>
            </a:extLst>
          </p:cNvPr>
          <p:cNvGrpSpPr/>
          <p:nvPr/>
        </p:nvGrpSpPr>
        <p:grpSpPr>
          <a:xfrm>
            <a:off x="3618340" y="3529053"/>
            <a:ext cx="2156816" cy="1412699"/>
            <a:chOff x="3618340" y="3529053"/>
            <a:chExt cx="2156816" cy="1412699"/>
          </a:xfrm>
        </p:grpSpPr>
        <p:grpSp>
          <p:nvGrpSpPr>
            <p:cNvPr id="13" name="组合 12">
              <a:extLst>
                <a:ext uri="{FF2B5EF4-FFF2-40B4-BE49-F238E27FC236}">
                  <a16:creationId xmlns:a16="http://schemas.microsoft.com/office/drawing/2014/main" id="{6F6F734D-FC9E-4FE9-AAD3-1DC7FECE72BE}"/>
                </a:ext>
              </a:extLst>
            </p:cNvPr>
            <p:cNvGrpSpPr/>
            <p:nvPr/>
          </p:nvGrpSpPr>
          <p:grpSpPr>
            <a:xfrm>
              <a:off x="3618340" y="3939124"/>
              <a:ext cx="2156816" cy="1002628"/>
              <a:chOff x="3618340" y="3773304"/>
              <a:chExt cx="2156816" cy="1002628"/>
            </a:xfrm>
          </p:grpSpPr>
          <p:sp>
            <p:nvSpPr>
              <p:cNvPr id="11" name="流程图: 决策 10">
                <a:extLst>
                  <a:ext uri="{FF2B5EF4-FFF2-40B4-BE49-F238E27FC236}">
                    <a16:creationId xmlns:a16="http://schemas.microsoft.com/office/drawing/2014/main" id="{0165DD2E-FE47-40F5-933C-064B2A5AE296}"/>
                  </a:ext>
                </a:extLst>
              </p:cNvPr>
              <p:cNvSpPr/>
              <p:nvPr/>
            </p:nvSpPr>
            <p:spPr>
              <a:xfrm>
                <a:off x="3618340" y="3773304"/>
                <a:ext cx="2156816" cy="1002628"/>
              </a:xfrm>
              <a:prstGeom prst="flowChartDecision">
                <a:avLst/>
              </a:prstGeom>
            </p:spPr>
            <p:style>
              <a:lnRef idx="2">
                <a:schemeClr val="accent3">
                  <a:shade val="50000"/>
                </a:schemeClr>
              </a:lnRef>
              <a:fillRef idx="1">
                <a:schemeClr val="accent3"/>
              </a:fillRef>
              <a:effectRef idx="0">
                <a:schemeClr val="accent3"/>
              </a:effectRef>
              <a:fontRef idx="minor">
                <a:schemeClr val="lt1"/>
              </a:fontRef>
            </p:style>
            <p:txBody>
              <a:bodyPr rtlCol="0" anchor="ctr"/>
              <a:lstStyle/>
              <a:p>
                <a:pPr algn="ctr"/>
                <a:endParaRPr lang="zh-CN" altLang="en-US"/>
              </a:p>
            </p:txBody>
          </p:sp>
          <p:sp>
            <p:nvSpPr>
              <p:cNvPr id="12" name="文本框 11">
                <a:extLst>
                  <a:ext uri="{FF2B5EF4-FFF2-40B4-BE49-F238E27FC236}">
                    <a16:creationId xmlns:a16="http://schemas.microsoft.com/office/drawing/2014/main" id="{A0CDC4EA-1869-4EBA-9FDD-C7918792ADE2}"/>
                  </a:ext>
                </a:extLst>
              </p:cNvPr>
              <p:cNvSpPr txBox="1"/>
              <p:nvPr/>
            </p:nvSpPr>
            <p:spPr>
              <a:xfrm>
                <a:off x="3912189" y="3920038"/>
                <a:ext cx="1561617" cy="646331"/>
              </a:xfrm>
              <a:prstGeom prst="rect">
                <a:avLst/>
              </a:prstGeom>
              <a:noFill/>
            </p:spPr>
            <p:txBody>
              <a:bodyPr wrap="square" rtlCol="0">
                <a:spAutoFit/>
              </a:bodyPr>
              <a:lstStyle/>
              <a:p>
                <a:pPr algn="ctr"/>
                <a:r>
                  <a:rPr lang="zh-CN" altLang="en-US" b="1" dirty="0">
                    <a:solidFill>
                      <a:schemeClr val="bg1"/>
                    </a:solidFill>
                  </a:rPr>
                  <a:t>信道空闲</a:t>
                </a:r>
                <a:endParaRPr lang="en-US" altLang="zh-CN" b="1" dirty="0">
                  <a:solidFill>
                    <a:schemeClr val="bg1"/>
                  </a:solidFill>
                </a:endParaRPr>
              </a:p>
              <a:p>
                <a:pPr algn="ctr"/>
                <a:r>
                  <a:rPr lang="en-US" altLang="zh-CN" b="1" dirty="0">
                    <a:solidFill>
                      <a:schemeClr val="bg1"/>
                    </a:solidFill>
                  </a:rPr>
                  <a:t>96</a:t>
                </a:r>
                <a:r>
                  <a:rPr lang="zh-CN" altLang="en-US" b="1" dirty="0">
                    <a:solidFill>
                      <a:schemeClr val="bg1"/>
                    </a:solidFill>
                  </a:rPr>
                  <a:t>比特时间？</a:t>
                </a:r>
              </a:p>
            </p:txBody>
          </p:sp>
        </p:grpSp>
        <p:cxnSp>
          <p:nvCxnSpPr>
            <p:cNvPr id="15" name="直接箭头连接符 14">
              <a:extLst>
                <a:ext uri="{FF2B5EF4-FFF2-40B4-BE49-F238E27FC236}">
                  <a16:creationId xmlns:a16="http://schemas.microsoft.com/office/drawing/2014/main" id="{8BC989FE-4CA6-472F-B89E-6022821999CA}"/>
                </a:ext>
              </a:extLst>
            </p:cNvPr>
            <p:cNvCxnSpPr>
              <a:stCxn id="10" idx="2"/>
              <a:endCxn id="11" idx="0"/>
            </p:cNvCxnSpPr>
            <p:nvPr/>
          </p:nvCxnSpPr>
          <p:spPr>
            <a:xfrm>
              <a:off x="4696748" y="3529053"/>
              <a:ext cx="0" cy="410071"/>
            </a:xfrm>
            <a:prstGeom prst="straightConnector1">
              <a:avLst/>
            </a:prstGeom>
            <a:ln w="12700">
              <a:solidFill>
                <a:schemeClr val="tx1"/>
              </a:solidFill>
              <a:tailEnd type="triangle"/>
            </a:ln>
          </p:spPr>
          <p:style>
            <a:lnRef idx="1">
              <a:schemeClr val="accent1"/>
            </a:lnRef>
            <a:fillRef idx="0">
              <a:schemeClr val="accent1"/>
            </a:fillRef>
            <a:effectRef idx="0">
              <a:schemeClr val="accent1"/>
            </a:effectRef>
            <a:fontRef idx="minor">
              <a:schemeClr val="tx1"/>
            </a:fontRef>
          </p:style>
        </p:cxnSp>
      </p:grpSp>
      <p:grpSp>
        <p:nvGrpSpPr>
          <p:cNvPr id="16" name="组合 15">
            <a:extLst>
              <a:ext uri="{FF2B5EF4-FFF2-40B4-BE49-F238E27FC236}">
                <a16:creationId xmlns:a16="http://schemas.microsoft.com/office/drawing/2014/main" id="{D8537797-6A10-4E13-AFEC-CFAFD513EAE7}"/>
              </a:ext>
            </a:extLst>
          </p:cNvPr>
          <p:cNvGrpSpPr/>
          <p:nvPr/>
        </p:nvGrpSpPr>
        <p:grpSpPr>
          <a:xfrm>
            <a:off x="5775155" y="5018256"/>
            <a:ext cx="2798508" cy="1002628"/>
            <a:chOff x="5775155" y="5018256"/>
            <a:chExt cx="2798508" cy="1002628"/>
          </a:xfrm>
        </p:grpSpPr>
        <p:grpSp>
          <p:nvGrpSpPr>
            <p:cNvPr id="63" name="组合 62">
              <a:extLst>
                <a:ext uri="{FF2B5EF4-FFF2-40B4-BE49-F238E27FC236}">
                  <a16:creationId xmlns:a16="http://schemas.microsoft.com/office/drawing/2014/main" id="{05C12647-BDC5-4122-814E-61D6B6C006C9}"/>
                </a:ext>
              </a:extLst>
            </p:cNvPr>
            <p:cNvGrpSpPr/>
            <p:nvPr/>
          </p:nvGrpSpPr>
          <p:grpSpPr>
            <a:xfrm>
              <a:off x="6416847" y="5018256"/>
              <a:ext cx="2156816" cy="1002628"/>
              <a:chOff x="3618340" y="3773304"/>
              <a:chExt cx="2156816" cy="1002628"/>
            </a:xfrm>
          </p:grpSpPr>
          <p:sp>
            <p:nvSpPr>
              <p:cNvPr id="64" name="流程图: 决策 63">
                <a:extLst>
                  <a:ext uri="{FF2B5EF4-FFF2-40B4-BE49-F238E27FC236}">
                    <a16:creationId xmlns:a16="http://schemas.microsoft.com/office/drawing/2014/main" id="{E6295894-78C8-424E-9BF6-D0CE0E149E05}"/>
                  </a:ext>
                </a:extLst>
              </p:cNvPr>
              <p:cNvSpPr/>
              <p:nvPr/>
            </p:nvSpPr>
            <p:spPr>
              <a:xfrm>
                <a:off x="3618340" y="3773304"/>
                <a:ext cx="2156816" cy="1002628"/>
              </a:xfrm>
              <a:prstGeom prst="flowChartDecision">
                <a:avLst/>
              </a:prstGeom>
            </p:spPr>
            <p:style>
              <a:lnRef idx="2">
                <a:schemeClr val="accent5">
                  <a:shade val="50000"/>
                </a:schemeClr>
              </a:lnRef>
              <a:fillRef idx="1">
                <a:schemeClr val="accent5"/>
              </a:fillRef>
              <a:effectRef idx="0">
                <a:schemeClr val="accent5"/>
              </a:effectRef>
              <a:fontRef idx="minor">
                <a:schemeClr val="lt1"/>
              </a:fontRef>
            </p:style>
            <p:txBody>
              <a:bodyPr rtlCol="0" anchor="ctr"/>
              <a:lstStyle/>
              <a:p>
                <a:pPr algn="ctr"/>
                <a:endParaRPr lang="zh-CN" altLang="en-US"/>
              </a:p>
            </p:txBody>
          </p:sp>
          <p:sp>
            <p:nvSpPr>
              <p:cNvPr id="68" name="文本框 67">
                <a:extLst>
                  <a:ext uri="{FF2B5EF4-FFF2-40B4-BE49-F238E27FC236}">
                    <a16:creationId xmlns:a16="http://schemas.microsoft.com/office/drawing/2014/main" id="{B9FB4205-6FBB-42A1-A5C5-56C61CCE3615}"/>
                  </a:ext>
                </a:extLst>
              </p:cNvPr>
              <p:cNvSpPr txBox="1"/>
              <p:nvPr/>
            </p:nvSpPr>
            <p:spPr>
              <a:xfrm>
                <a:off x="3915939" y="4084047"/>
                <a:ext cx="1561617" cy="369332"/>
              </a:xfrm>
              <a:prstGeom prst="rect">
                <a:avLst/>
              </a:prstGeom>
              <a:noFill/>
              <a:ln>
                <a:noFill/>
              </a:ln>
            </p:spPr>
            <p:style>
              <a:lnRef idx="2">
                <a:schemeClr val="accent5">
                  <a:shade val="50000"/>
                </a:schemeClr>
              </a:lnRef>
              <a:fillRef idx="1">
                <a:schemeClr val="accent5"/>
              </a:fillRef>
              <a:effectRef idx="0">
                <a:schemeClr val="accent5"/>
              </a:effectRef>
              <a:fontRef idx="minor">
                <a:schemeClr val="lt1"/>
              </a:fontRef>
            </p:style>
            <p:txBody>
              <a:bodyPr wrap="square" rtlCol="0">
                <a:spAutoFit/>
              </a:bodyPr>
              <a:lstStyle/>
              <a:p>
                <a:pPr algn="ctr"/>
                <a:r>
                  <a:rPr lang="zh-CN" altLang="en-US" b="1" dirty="0">
                    <a:solidFill>
                      <a:schemeClr val="bg1"/>
                    </a:solidFill>
                  </a:rPr>
                  <a:t>检测到碰撞？</a:t>
                </a:r>
              </a:p>
            </p:txBody>
          </p:sp>
        </p:grpSp>
        <p:cxnSp>
          <p:nvCxnSpPr>
            <p:cNvPr id="74" name="直接箭头连接符 73">
              <a:extLst>
                <a:ext uri="{FF2B5EF4-FFF2-40B4-BE49-F238E27FC236}">
                  <a16:creationId xmlns:a16="http://schemas.microsoft.com/office/drawing/2014/main" id="{ED672E0E-9738-418B-B083-BE1F9C1449B1}"/>
                </a:ext>
              </a:extLst>
            </p:cNvPr>
            <p:cNvCxnSpPr>
              <a:cxnSpLocks/>
              <a:stCxn id="62" idx="3"/>
              <a:endCxn id="64" idx="1"/>
            </p:cNvCxnSpPr>
            <p:nvPr/>
          </p:nvCxnSpPr>
          <p:spPr>
            <a:xfrm>
              <a:off x="5775155" y="5519570"/>
              <a:ext cx="641692" cy="0"/>
            </a:xfrm>
            <a:prstGeom prst="straightConnector1">
              <a:avLst/>
            </a:prstGeom>
            <a:ln w="12700">
              <a:solidFill>
                <a:schemeClr val="tx1"/>
              </a:solidFill>
              <a:tailEnd type="triangle"/>
            </a:ln>
          </p:spPr>
          <p:style>
            <a:lnRef idx="1">
              <a:schemeClr val="accent1"/>
            </a:lnRef>
            <a:fillRef idx="0">
              <a:schemeClr val="accent1"/>
            </a:fillRef>
            <a:effectRef idx="0">
              <a:schemeClr val="accent1"/>
            </a:effectRef>
            <a:fontRef idx="minor">
              <a:schemeClr val="tx1"/>
            </a:fontRef>
          </p:style>
        </p:cxnSp>
      </p:grpSp>
      <p:grpSp>
        <p:nvGrpSpPr>
          <p:cNvPr id="90" name="组合 89">
            <a:extLst>
              <a:ext uri="{FF2B5EF4-FFF2-40B4-BE49-F238E27FC236}">
                <a16:creationId xmlns:a16="http://schemas.microsoft.com/office/drawing/2014/main" id="{53AF500B-7FC7-492C-B846-1814D08B9461}"/>
              </a:ext>
            </a:extLst>
          </p:cNvPr>
          <p:cNvGrpSpPr/>
          <p:nvPr/>
        </p:nvGrpSpPr>
        <p:grpSpPr>
          <a:xfrm>
            <a:off x="3213902" y="3696800"/>
            <a:ext cx="1479094" cy="743638"/>
            <a:chOff x="3213902" y="3696800"/>
            <a:chExt cx="1479094" cy="743638"/>
          </a:xfrm>
        </p:grpSpPr>
        <p:cxnSp>
          <p:nvCxnSpPr>
            <p:cNvPr id="75" name="连接符: 肘形 74">
              <a:extLst>
                <a:ext uri="{FF2B5EF4-FFF2-40B4-BE49-F238E27FC236}">
                  <a16:creationId xmlns:a16="http://schemas.microsoft.com/office/drawing/2014/main" id="{B0753E80-1758-4F9B-8E87-EF86F3BB4687}"/>
                </a:ext>
              </a:extLst>
            </p:cNvPr>
            <p:cNvCxnSpPr>
              <a:cxnSpLocks/>
              <a:stCxn id="11" idx="1"/>
            </p:cNvCxnSpPr>
            <p:nvPr/>
          </p:nvCxnSpPr>
          <p:spPr>
            <a:xfrm rot="10800000" flipH="1">
              <a:off x="3618339" y="3696800"/>
              <a:ext cx="1074657" cy="743638"/>
            </a:xfrm>
            <a:prstGeom prst="bentConnector3">
              <a:avLst>
                <a:gd name="adj1" fmla="val -21272"/>
              </a:avLst>
            </a:prstGeom>
            <a:ln w="12700">
              <a:solidFill>
                <a:schemeClr val="tx1"/>
              </a:solidFill>
              <a:tailEnd type="triangle"/>
            </a:ln>
          </p:spPr>
          <p:style>
            <a:lnRef idx="1">
              <a:schemeClr val="accent1"/>
            </a:lnRef>
            <a:fillRef idx="0">
              <a:schemeClr val="accent1"/>
            </a:fillRef>
            <a:effectRef idx="0">
              <a:schemeClr val="accent1"/>
            </a:effectRef>
            <a:fontRef idx="minor">
              <a:schemeClr val="tx1"/>
            </a:fontRef>
          </p:style>
        </p:cxnSp>
        <p:sp>
          <p:nvSpPr>
            <p:cNvPr id="81" name="文本框 80">
              <a:extLst>
                <a:ext uri="{FF2B5EF4-FFF2-40B4-BE49-F238E27FC236}">
                  <a16:creationId xmlns:a16="http://schemas.microsoft.com/office/drawing/2014/main" id="{75E5AB3E-992E-4B3B-98B0-29DA1FEC7903}"/>
                </a:ext>
              </a:extLst>
            </p:cNvPr>
            <p:cNvSpPr txBox="1"/>
            <p:nvPr/>
          </p:nvSpPr>
          <p:spPr>
            <a:xfrm>
              <a:off x="3213902" y="4029294"/>
              <a:ext cx="679897" cy="369332"/>
            </a:xfrm>
            <a:prstGeom prst="rect">
              <a:avLst/>
            </a:prstGeom>
            <a:noFill/>
          </p:spPr>
          <p:txBody>
            <a:bodyPr wrap="square" rtlCol="0">
              <a:spAutoFit/>
            </a:bodyPr>
            <a:lstStyle/>
            <a:p>
              <a:pPr algn="ctr"/>
              <a:r>
                <a:rPr lang="zh-CN" altLang="en-US" b="1" dirty="0"/>
                <a:t>否</a:t>
              </a:r>
            </a:p>
          </p:txBody>
        </p:sp>
      </p:grpSp>
      <p:grpSp>
        <p:nvGrpSpPr>
          <p:cNvPr id="14" name="组合 13">
            <a:extLst>
              <a:ext uri="{FF2B5EF4-FFF2-40B4-BE49-F238E27FC236}">
                <a16:creationId xmlns:a16="http://schemas.microsoft.com/office/drawing/2014/main" id="{DFFE2C86-0EC7-4C76-B053-FAAD2048078C}"/>
              </a:ext>
            </a:extLst>
          </p:cNvPr>
          <p:cNvGrpSpPr/>
          <p:nvPr/>
        </p:nvGrpSpPr>
        <p:grpSpPr>
          <a:xfrm>
            <a:off x="3618340" y="4861868"/>
            <a:ext cx="2156815" cy="825449"/>
            <a:chOff x="3618340" y="4861868"/>
            <a:chExt cx="2156815" cy="825449"/>
          </a:xfrm>
        </p:grpSpPr>
        <p:sp>
          <p:nvSpPr>
            <p:cNvPr id="62" name="矩形 61">
              <a:extLst>
                <a:ext uri="{FF2B5EF4-FFF2-40B4-BE49-F238E27FC236}">
                  <a16:creationId xmlns:a16="http://schemas.microsoft.com/office/drawing/2014/main" id="{F54F187A-0CED-475A-BCF6-B88756AE175F}"/>
                </a:ext>
              </a:extLst>
            </p:cNvPr>
            <p:cNvSpPr/>
            <p:nvPr/>
          </p:nvSpPr>
          <p:spPr>
            <a:xfrm>
              <a:off x="3618340" y="5351823"/>
              <a:ext cx="2156815" cy="335494"/>
            </a:xfrm>
            <a:prstGeom prst="rect">
              <a:avLst/>
            </a:prstGeom>
          </p:spPr>
          <p:style>
            <a:lnRef idx="2">
              <a:schemeClr val="accent5">
                <a:shade val="50000"/>
              </a:schemeClr>
            </a:lnRef>
            <a:fillRef idx="1">
              <a:schemeClr val="accent5"/>
            </a:fillRef>
            <a:effectRef idx="0">
              <a:schemeClr val="accent5"/>
            </a:effectRef>
            <a:fontRef idx="minor">
              <a:schemeClr val="lt1"/>
            </a:fontRef>
          </p:style>
          <p:txBody>
            <a:bodyPr rtlCol="0" anchor="ctr"/>
            <a:lstStyle/>
            <a:p>
              <a:pPr algn="ctr"/>
              <a:r>
                <a:rPr lang="zh-CN" altLang="en-US" b="1" dirty="0"/>
                <a:t>发送帧</a:t>
              </a:r>
            </a:p>
          </p:txBody>
        </p:sp>
        <p:cxnSp>
          <p:nvCxnSpPr>
            <p:cNvPr id="73" name="直接箭头连接符 72">
              <a:extLst>
                <a:ext uri="{FF2B5EF4-FFF2-40B4-BE49-F238E27FC236}">
                  <a16:creationId xmlns:a16="http://schemas.microsoft.com/office/drawing/2014/main" id="{7B8869AD-956A-4BAD-B1BE-AA2C5E0CC188}"/>
                </a:ext>
              </a:extLst>
            </p:cNvPr>
            <p:cNvCxnSpPr>
              <a:cxnSpLocks/>
              <a:stCxn id="11" idx="2"/>
              <a:endCxn id="62" idx="0"/>
            </p:cNvCxnSpPr>
            <p:nvPr/>
          </p:nvCxnSpPr>
          <p:spPr>
            <a:xfrm>
              <a:off x="4696748" y="4941752"/>
              <a:ext cx="0" cy="410071"/>
            </a:xfrm>
            <a:prstGeom prst="straightConnector1">
              <a:avLst/>
            </a:prstGeom>
            <a:ln w="12700">
              <a:solidFill>
                <a:schemeClr val="tx1"/>
              </a:solidFill>
              <a:tailEnd type="triangle"/>
            </a:ln>
          </p:spPr>
          <p:style>
            <a:lnRef idx="1">
              <a:schemeClr val="accent1"/>
            </a:lnRef>
            <a:fillRef idx="0">
              <a:schemeClr val="accent1"/>
            </a:fillRef>
            <a:effectRef idx="0">
              <a:schemeClr val="accent1"/>
            </a:effectRef>
            <a:fontRef idx="minor">
              <a:schemeClr val="tx1"/>
            </a:fontRef>
          </p:style>
        </p:cxnSp>
        <p:sp>
          <p:nvSpPr>
            <p:cNvPr id="84" name="文本框 83">
              <a:extLst>
                <a:ext uri="{FF2B5EF4-FFF2-40B4-BE49-F238E27FC236}">
                  <a16:creationId xmlns:a16="http://schemas.microsoft.com/office/drawing/2014/main" id="{692F5F67-9019-480B-80C9-30B4E7172CF0}"/>
                </a:ext>
              </a:extLst>
            </p:cNvPr>
            <p:cNvSpPr txBox="1"/>
            <p:nvPr/>
          </p:nvSpPr>
          <p:spPr>
            <a:xfrm>
              <a:off x="4559904" y="4861868"/>
              <a:ext cx="637749" cy="369332"/>
            </a:xfrm>
            <a:prstGeom prst="rect">
              <a:avLst/>
            </a:prstGeom>
            <a:noFill/>
          </p:spPr>
          <p:txBody>
            <a:bodyPr wrap="square" rtlCol="0">
              <a:spAutoFit/>
            </a:bodyPr>
            <a:lstStyle/>
            <a:p>
              <a:pPr algn="ctr"/>
              <a:r>
                <a:rPr lang="zh-CN" altLang="en-US" b="1" dirty="0"/>
                <a:t>是</a:t>
              </a:r>
            </a:p>
          </p:txBody>
        </p:sp>
      </p:grpSp>
    </p:spTree>
    <p:custDataLst>
      <p:tags r:id="rId1"/>
    </p:custDataLst>
    <p:extLst>
      <p:ext uri="{BB962C8B-B14F-4D97-AF65-F5344CB8AC3E}">
        <p14:creationId xmlns:p14="http://schemas.microsoft.com/office/powerpoint/2010/main" val="4086413229"/>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2" presetClass="entr" presetSubtype="1" fill="hold" nodeType="withEffect">
                                  <p:stCondLst>
                                    <p:cond delay="0"/>
                                  </p:stCondLst>
                                  <p:childTnLst>
                                    <p:set>
                                      <p:cBhvr>
                                        <p:cTn id="6" dur="1" fill="hold">
                                          <p:stCondLst>
                                            <p:cond delay="0"/>
                                          </p:stCondLst>
                                        </p:cTn>
                                        <p:tgtEl>
                                          <p:spTgt spid="14"/>
                                        </p:tgtEl>
                                        <p:attrNameLst>
                                          <p:attrName>style.visibility</p:attrName>
                                        </p:attrNameLst>
                                      </p:cBhvr>
                                      <p:to>
                                        <p:strVal val="visible"/>
                                      </p:to>
                                    </p:set>
                                    <p:animEffect transition="in" filter="wipe(up)">
                                      <p:cBhvr>
                                        <p:cTn id="7" dur="500"/>
                                        <p:tgtEl>
                                          <p:spTgt spid="14"/>
                                        </p:tgtEl>
                                      </p:cBhvr>
                                    </p:animEffect>
                                  </p:childTnLst>
                                </p:cTn>
                              </p:par>
                            </p:childTnLst>
                          </p:cTn>
                        </p:par>
                      </p:childTnLst>
                    </p:cTn>
                  </p:par>
                  <p:par>
                    <p:cTn id="8" fill="hold">
                      <p:stCondLst>
                        <p:cond delay="indefinite"/>
                      </p:stCondLst>
                      <p:childTnLst>
                        <p:par>
                          <p:cTn id="9" fill="hold">
                            <p:stCondLst>
                              <p:cond delay="0"/>
                            </p:stCondLst>
                            <p:childTnLst>
                              <p:par>
                                <p:cTn id="10" presetID="22" presetClass="entr" presetSubtype="4" fill="hold" nodeType="clickEffect">
                                  <p:stCondLst>
                                    <p:cond delay="0"/>
                                  </p:stCondLst>
                                  <p:childTnLst>
                                    <p:set>
                                      <p:cBhvr>
                                        <p:cTn id="11" dur="1" fill="hold">
                                          <p:stCondLst>
                                            <p:cond delay="0"/>
                                          </p:stCondLst>
                                        </p:cTn>
                                        <p:tgtEl>
                                          <p:spTgt spid="65"/>
                                        </p:tgtEl>
                                        <p:attrNameLst>
                                          <p:attrName>style.visibility</p:attrName>
                                        </p:attrNameLst>
                                      </p:cBhvr>
                                      <p:to>
                                        <p:strVal val="visible"/>
                                      </p:to>
                                    </p:set>
                                    <p:animEffect transition="in" filter="wipe(down)">
                                      <p:cBhvr>
                                        <p:cTn id="12" dur="1000"/>
                                        <p:tgtEl>
                                          <p:spTgt spid="65"/>
                                        </p:tgtEl>
                                      </p:cBhvr>
                                    </p:animEffect>
                                  </p:childTnLst>
                                </p:cTn>
                              </p:par>
                            </p:childTnLst>
                          </p:cTn>
                        </p:par>
                      </p:childTnLst>
                    </p:cTn>
                  </p:par>
                  <p:par>
                    <p:cTn id="13" fill="hold">
                      <p:stCondLst>
                        <p:cond delay="indefinite"/>
                      </p:stCondLst>
                      <p:childTnLst>
                        <p:par>
                          <p:cTn id="14" fill="hold">
                            <p:stCondLst>
                              <p:cond delay="0"/>
                            </p:stCondLst>
                            <p:childTnLst>
                              <p:par>
                                <p:cTn id="15" presetID="22" presetClass="entr" presetSubtype="8" fill="hold" nodeType="clickEffect">
                                  <p:stCondLst>
                                    <p:cond delay="0"/>
                                  </p:stCondLst>
                                  <p:childTnLst>
                                    <p:set>
                                      <p:cBhvr>
                                        <p:cTn id="16" dur="1" fill="hold">
                                          <p:stCondLst>
                                            <p:cond delay="0"/>
                                          </p:stCondLst>
                                        </p:cTn>
                                        <p:tgtEl>
                                          <p:spTgt spid="16"/>
                                        </p:tgtEl>
                                        <p:attrNameLst>
                                          <p:attrName>style.visibility</p:attrName>
                                        </p:attrNameLst>
                                      </p:cBhvr>
                                      <p:to>
                                        <p:strVal val="visible"/>
                                      </p:to>
                                    </p:set>
                                    <p:animEffect transition="in" filter="wipe(left)">
                                      <p:cBhvr>
                                        <p:cTn id="17" dur="1000"/>
                                        <p:tgtEl>
                                          <p:spTgt spid="16"/>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30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0" name="矩形 9">
            <a:extLst>
              <a:ext uri="{FF2B5EF4-FFF2-40B4-BE49-F238E27FC236}">
                <a16:creationId xmlns:a16="http://schemas.microsoft.com/office/drawing/2014/main" id="{817E4DA6-B50E-48FD-8638-9AAD694A90D7}"/>
              </a:ext>
            </a:extLst>
          </p:cNvPr>
          <p:cNvSpPr/>
          <p:nvPr/>
        </p:nvSpPr>
        <p:spPr>
          <a:xfrm>
            <a:off x="3618340" y="3193559"/>
            <a:ext cx="2156815" cy="335494"/>
          </a:xfrm>
          <a:prstGeom prst="rect">
            <a:avLst/>
          </a:prstGeom>
        </p:spPr>
        <p:style>
          <a:lnRef idx="2">
            <a:schemeClr val="accent3">
              <a:shade val="50000"/>
            </a:schemeClr>
          </a:lnRef>
          <a:fillRef idx="1">
            <a:schemeClr val="accent3"/>
          </a:fillRef>
          <a:effectRef idx="0">
            <a:schemeClr val="accent3"/>
          </a:effectRef>
          <a:fontRef idx="minor">
            <a:schemeClr val="lt1"/>
          </a:fontRef>
        </p:style>
        <p:txBody>
          <a:bodyPr rtlCol="0" anchor="ctr"/>
          <a:lstStyle/>
          <a:p>
            <a:pPr algn="ctr"/>
            <a:r>
              <a:rPr lang="zh-CN" altLang="en-US" b="1" dirty="0"/>
              <a:t>有帧要发送</a:t>
            </a:r>
          </a:p>
        </p:txBody>
      </p:sp>
      <p:grpSp>
        <p:nvGrpSpPr>
          <p:cNvPr id="4" name="组合 3">
            <a:extLst>
              <a:ext uri="{FF2B5EF4-FFF2-40B4-BE49-F238E27FC236}">
                <a16:creationId xmlns:a16="http://schemas.microsoft.com/office/drawing/2014/main" id="{9A1EA9F2-FCB6-48C3-935F-7AE7E3AD14AC}"/>
              </a:ext>
            </a:extLst>
          </p:cNvPr>
          <p:cNvGrpSpPr/>
          <p:nvPr/>
        </p:nvGrpSpPr>
        <p:grpSpPr>
          <a:xfrm>
            <a:off x="304800" y="749300"/>
            <a:ext cx="6192344" cy="400110"/>
            <a:chOff x="424117" y="898245"/>
            <a:chExt cx="6192344" cy="400110"/>
          </a:xfrm>
        </p:grpSpPr>
        <p:sp>
          <p:nvSpPr>
            <p:cNvPr id="2" name="平行四边形 1">
              <a:extLst>
                <a:ext uri="{FF2B5EF4-FFF2-40B4-BE49-F238E27FC236}">
                  <a16:creationId xmlns:a16="http://schemas.microsoft.com/office/drawing/2014/main" id="{1F5BAA3F-9845-4F89-A2DD-8222D3E4EDAC}"/>
                </a:ext>
              </a:extLst>
            </p:cNvPr>
            <p:cNvSpPr/>
            <p:nvPr/>
          </p:nvSpPr>
          <p:spPr>
            <a:xfrm>
              <a:off x="424117" y="898245"/>
              <a:ext cx="628306" cy="387090"/>
            </a:xfrm>
            <a:prstGeom prst="parallelogram">
              <a:avLst/>
            </a:prstGeom>
            <a:solidFill>
              <a:schemeClr val="accent3">
                <a:lumMod val="75000"/>
              </a:schemeClr>
            </a:solidFill>
            <a:ln>
              <a:solidFill>
                <a:schemeClr val="accent3">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CN" sz="2200" dirty="0">
                  <a:latin typeface="Impact" panose="020B0806030902050204" pitchFamily="34" charset="0"/>
                </a:rPr>
                <a:t>01</a:t>
              </a:r>
              <a:endParaRPr lang="zh-CN" altLang="en-US" sz="2200" dirty="0">
                <a:latin typeface="Impact" panose="020B0806030902050204" pitchFamily="34" charset="0"/>
              </a:endParaRPr>
            </a:p>
          </p:txBody>
        </p:sp>
        <p:sp>
          <p:nvSpPr>
            <p:cNvPr id="3" name="文本框 2">
              <a:extLst>
                <a:ext uri="{FF2B5EF4-FFF2-40B4-BE49-F238E27FC236}">
                  <a16:creationId xmlns:a16="http://schemas.microsoft.com/office/drawing/2014/main" id="{4D6BD736-A4D3-4F26-AFED-36E11F50F70B}"/>
                </a:ext>
              </a:extLst>
            </p:cNvPr>
            <p:cNvSpPr txBox="1"/>
            <p:nvPr/>
          </p:nvSpPr>
          <p:spPr>
            <a:xfrm>
              <a:off x="1052423" y="898245"/>
              <a:ext cx="5564038" cy="400110"/>
            </a:xfrm>
            <a:prstGeom prst="rect">
              <a:avLst/>
            </a:prstGeom>
            <a:noFill/>
          </p:spPr>
          <p:txBody>
            <a:bodyPr wrap="square" rtlCol="0">
              <a:spAutoFit/>
            </a:bodyPr>
            <a:lstStyle/>
            <a:p>
              <a:r>
                <a:rPr lang="en-US" altLang="zh-CN" sz="2000" b="1" dirty="0"/>
                <a:t>CSMA/CD</a:t>
              </a:r>
              <a:r>
                <a:rPr lang="zh-CN" altLang="en-US" sz="2000" b="1" dirty="0"/>
                <a:t>协议的基本原理</a:t>
              </a:r>
              <a:endParaRPr lang="en-US" altLang="zh-CN" sz="2000" b="1" dirty="0"/>
            </a:p>
          </p:txBody>
        </p:sp>
      </p:grpSp>
      <p:grpSp>
        <p:nvGrpSpPr>
          <p:cNvPr id="5" name="组合 4">
            <a:extLst>
              <a:ext uri="{FF2B5EF4-FFF2-40B4-BE49-F238E27FC236}">
                <a16:creationId xmlns:a16="http://schemas.microsoft.com/office/drawing/2014/main" id="{C01E6C52-422B-4C95-B19D-1CED5810DA03}"/>
              </a:ext>
            </a:extLst>
          </p:cNvPr>
          <p:cNvGrpSpPr/>
          <p:nvPr/>
        </p:nvGrpSpPr>
        <p:grpSpPr>
          <a:xfrm>
            <a:off x="4462359" y="730007"/>
            <a:ext cx="2153414" cy="461665"/>
            <a:chOff x="4462359" y="730007"/>
            <a:chExt cx="2153414" cy="461665"/>
          </a:xfrm>
        </p:grpSpPr>
        <p:sp>
          <p:nvSpPr>
            <p:cNvPr id="6" name="矩形 5">
              <a:extLst>
                <a:ext uri="{FF2B5EF4-FFF2-40B4-BE49-F238E27FC236}">
                  <a16:creationId xmlns:a16="http://schemas.microsoft.com/office/drawing/2014/main" id="{BC2570DD-396E-4D25-AF51-7823C90107CF}"/>
                </a:ext>
              </a:extLst>
            </p:cNvPr>
            <p:cNvSpPr/>
            <p:nvPr/>
          </p:nvSpPr>
          <p:spPr>
            <a:xfrm>
              <a:off x="4462359" y="757078"/>
              <a:ext cx="2153414" cy="400110"/>
            </a:xfrm>
            <a:prstGeom prst="rect">
              <a:avLst/>
            </a:prstGeom>
            <a:solidFill>
              <a:schemeClr val="bg2">
                <a:lumMod val="90000"/>
              </a:schemeClr>
            </a:solidFill>
            <a:ln>
              <a:solidFill>
                <a:schemeClr val="bg2">
                  <a:lumMod val="90000"/>
                </a:schemeClr>
              </a:solidFill>
            </a:ln>
          </p:spPr>
          <p:style>
            <a:lnRef idx="2">
              <a:schemeClr val="accent4">
                <a:shade val="50000"/>
              </a:schemeClr>
            </a:lnRef>
            <a:fillRef idx="1">
              <a:schemeClr val="accent4"/>
            </a:fillRef>
            <a:effectRef idx="0">
              <a:schemeClr val="accent4"/>
            </a:effectRef>
            <a:fontRef idx="minor">
              <a:schemeClr val="lt1"/>
            </a:fontRef>
          </p:style>
          <p:txBody>
            <a:bodyPr rtlCol="0" anchor="ctr"/>
            <a:lstStyle/>
            <a:p>
              <a:pPr algn="ctr"/>
              <a:endParaRPr lang="zh-CN" altLang="en-US" b="1" dirty="0"/>
            </a:p>
          </p:txBody>
        </p:sp>
        <p:sp>
          <p:nvSpPr>
            <p:cNvPr id="8" name="文本框 7">
              <a:extLst>
                <a:ext uri="{FF2B5EF4-FFF2-40B4-BE49-F238E27FC236}">
                  <a16:creationId xmlns:a16="http://schemas.microsoft.com/office/drawing/2014/main" id="{D124AB74-A7F3-4D08-8C3C-B508C7C6A51C}"/>
                </a:ext>
              </a:extLst>
            </p:cNvPr>
            <p:cNvSpPr txBox="1"/>
            <p:nvPr/>
          </p:nvSpPr>
          <p:spPr>
            <a:xfrm>
              <a:off x="4473322" y="772467"/>
              <a:ext cx="1598556" cy="400110"/>
            </a:xfrm>
            <a:prstGeom prst="rect">
              <a:avLst/>
            </a:prstGeom>
            <a:noFill/>
          </p:spPr>
          <p:txBody>
            <a:bodyPr wrap="square" rtlCol="0">
              <a:spAutoFit/>
            </a:bodyPr>
            <a:lstStyle/>
            <a:p>
              <a:pPr algn="ctr"/>
              <a:r>
                <a:rPr lang="zh-CN" altLang="en-US" sz="2000" b="1" dirty="0">
                  <a:solidFill>
                    <a:schemeClr val="bg1"/>
                  </a:solidFill>
                </a:rPr>
                <a:t>多址接入</a:t>
              </a:r>
            </a:p>
          </p:txBody>
        </p:sp>
        <p:sp>
          <p:nvSpPr>
            <p:cNvPr id="41" name="文本框 40">
              <a:extLst>
                <a:ext uri="{FF2B5EF4-FFF2-40B4-BE49-F238E27FC236}">
                  <a16:creationId xmlns:a16="http://schemas.microsoft.com/office/drawing/2014/main" id="{0FCCC336-AB70-403B-BE37-A1B698CF616F}"/>
                </a:ext>
              </a:extLst>
            </p:cNvPr>
            <p:cNvSpPr txBox="1"/>
            <p:nvPr/>
          </p:nvSpPr>
          <p:spPr>
            <a:xfrm>
              <a:off x="5708713" y="730007"/>
              <a:ext cx="383192" cy="461665"/>
            </a:xfrm>
            <a:prstGeom prst="rect">
              <a:avLst/>
            </a:prstGeom>
            <a:noFill/>
          </p:spPr>
          <p:txBody>
            <a:bodyPr wrap="square">
              <a:spAutoFit/>
            </a:bodyPr>
            <a:lstStyle/>
            <a:p>
              <a:r>
                <a:rPr lang="en-US" altLang="zh-CN" sz="2400" b="1" dirty="0">
                  <a:solidFill>
                    <a:schemeClr val="bg1"/>
                  </a:solidFill>
                  <a:latin typeface="Arial Narrow" panose="020B0606020202030204" pitchFamily="34" charset="0"/>
                </a:rPr>
                <a:t>M</a:t>
              </a:r>
              <a:endParaRPr lang="zh-CN" altLang="en-US" sz="2400" dirty="0">
                <a:solidFill>
                  <a:schemeClr val="bg1"/>
                </a:solidFill>
              </a:endParaRPr>
            </a:p>
          </p:txBody>
        </p:sp>
        <p:sp>
          <p:nvSpPr>
            <p:cNvPr id="54" name="文本框 53">
              <a:extLst>
                <a:ext uri="{FF2B5EF4-FFF2-40B4-BE49-F238E27FC236}">
                  <a16:creationId xmlns:a16="http://schemas.microsoft.com/office/drawing/2014/main" id="{B5431C6C-A9AE-4820-962C-B2D3EB67BE9B}"/>
                </a:ext>
              </a:extLst>
            </p:cNvPr>
            <p:cNvSpPr txBox="1"/>
            <p:nvPr/>
          </p:nvSpPr>
          <p:spPr>
            <a:xfrm>
              <a:off x="5948810" y="730007"/>
              <a:ext cx="383192" cy="461665"/>
            </a:xfrm>
            <a:prstGeom prst="rect">
              <a:avLst/>
            </a:prstGeom>
            <a:noFill/>
          </p:spPr>
          <p:txBody>
            <a:bodyPr wrap="square">
              <a:spAutoFit/>
            </a:bodyPr>
            <a:lstStyle/>
            <a:p>
              <a:r>
                <a:rPr lang="en-US" altLang="zh-CN" sz="2400" b="1" dirty="0">
                  <a:solidFill>
                    <a:schemeClr val="bg1"/>
                  </a:solidFill>
                  <a:latin typeface="Arial Narrow" panose="020B0606020202030204" pitchFamily="34" charset="0"/>
                </a:rPr>
                <a:t>A</a:t>
              </a:r>
              <a:endParaRPr lang="zh-CN" altLang="en-US" sz="2400" dirty="0">
                <a:solidFill>
                  <a:schemeClr val="bg1"/>
                </a:solidFill>
              </a:endParaRPr>
            </a:p>
          </p:txBody>
        </p:sp>
      </p:grpSp>
      <p:grpSp>
        <p:nvGrpSpPr>
          <p:cNvPr id="7" name="组合 6">
            <a:extLst>
              <a:ext uri="{FF2B5EF4-FFF2-40B4-BE49-F238E27FC236}">
                <a16:creationId xmlns:a16="http://schemas.microsoft.com/office/drawing/2014/main" id="{B9C158CC-93D8-4410-8E32-3C037291B916}"/>
              </a:ext>
            </a:extLst>
          </p:cNvPr>
          <p:cNvGrpSpPr/>
          <p:nvPr/>
        </p:nvGrpSpPr>
        <p:grpSpPr>
          <a:xfrm>
            <a:off x="7094783" y="730441"/>
            <a:ext cx="2153414" cy="461665"/>
            <a:chOff x="7094783" y="730441"/>
            <a:chExt cx="2153414" cy="461665"/>
          </a:xfrm>
        </p:grpSpPr>
        <p:sp>
          <p:nvSpPr>
            <p:cNvPr id="56" name="矩形 55">
              <a:extLst>
                <a:ext uri="{FF2B5EF4-FFF2-40B4-BE49-F238E27FC236}">
                  <a16:creationId xmlns:a16="http://schemas.microsoft.com/office/drawing/2014/main" id="{3C4796E6-AC0C-457E-9848-A637639E67CC}"/>
                </a:ext>
              </a:extLst>
            </p:cNvPr>
            <p:cNvSpPr/>
            <p:nvPr/>
          </p:nvSpPr>
          <p:spPr>
            <a:xfrm>
              <a:off x="7094783" y="757078"/>
              <a:ext cx="2153414" cy="400110"/>
            </a:xfrm>
            <a:prstGeom prst="rect">
              <a:avLst/>
            </a:prstGeom>
            <a:solidFill>
              <a:schemeClr val="bg2">
                <a:lumMod val="90000"/>
              </a:schemeClr>
            </a:solidFill>
            <a:ln>
              <a:solidFill>
                <a:schemeClr val="bg2">
                  <a:lumMod val="90000"/>
                </a:schemeClr>
              </a:solidFill>
            </a:ln>
          </p:spPr>
          <p:style>
            <a:lnRef idx="2">
              <a:schemeClr val="accent3">
                <a:shade val="50000"/>
              </a:schemeClr>
            </a:lnRef>
            <a:fillRef idx="1">
              <a:schemeClr val="accent3"/>
            </a:fillRef>
            <a:effectRef idx="0">
              <a:schemeClr val="accent3"/>
            </a:effectRef>
            <a:fontRef idx="minor">
              <a:schemeClr val="lt1"/>
            </a:fontRef>
          </p:style>
          <p:txBody>
            <a:bodyPr rtlCol="0" anchor="ctr"/>
            <a:lstStyle/>
            <a:p>
              <a:pPr algn="ctr"/>
              <a:endParaRPr lang="zh-CN" altLang="en-US"/>
            </a:p>
          </p:txBody>
        </p:sp>
        <p:sp>
          <p:nvSpPr>
            <p:cNvPr id="59" name="文本框 58">
              <a:extLst>
                <a:ext uri="{FF2B5EF4-FFF2-40B4-BE49-F238E27FC236}">
                  <a16:creationId xmlns:a16="http://schemas.microsoft.com/office/drawing/2014/main" id="{C8D143D7-F7E3-4FC0-A8A1-BD4C812C40DB}"/>
                </a:ext>
              </a:extLst>
            </p:cNvPr>
            <p:cNvSpPr txBox="1"/>
            <p:nvPr/>
          </p:nvSpPr>
          <p:spPr>
            <a:xfrm>
              <a:off x="7236053" y="772467"/>
              <a:ext cx="1598556" cy="400110"/>
            </a:xfrm>
            <a:prstGeom prst="rect">
              <a:avLst/>
            </a:prstGeom>
            <a:noFill/>
          </p:spPr>
          <p:txBody>
            <a:bodyPr wrap="square" rtlCol="0">
              <a:spAutoFit/>
            </a:bodyPr>
            <a:lstStyle/>
            <a:p>
              <a:pPr algn="ctr"/>
              <a:r>
                <a:rPr lang="zh-CN" altLang="en-US" sz="2000" b="1" dirty="0">
                  <a:solidFill>
                    <a:schemeClr val="bg1"/>
                  </a:solidFill>
                </a:rPr>
                <a:t>载波监听</a:t>
              </a:r>
            </a:p>
          </p:txBody>
        </p:sp>
        <p:sp>
          <p:nvSpPr>
            <p:cNvPr id="38" name="文本框 37">
              <a:extLst>
                <a:ext uri="{FF2B5EF4-FFF2-40B4-BE49-F238E27FC236}">
                  <a16:creationId xmlns:a16="http://schemas.microsoft.com/office/drawing/2014/main" id="{84A31281-0C7C-4AD1-BF1E-5FB4696F26F7}"/>
                </a:ext>
              </a:extLst>
            </p:cNvPr>
            <p:cNvSpPr txBox="1"/>
            <p:nvPr/>
          </p:nvSpPr>
          <p:spPr>
            <a:xfrm>
              <a:off x="8481180" y="730441"/>
              <a:ext cx="383192" cy="461665"/>
            </a:xfrm>
            <a:prstGeom prst="rect">
              <a:avLst/>
            </a:prstGeom>
            <a:noFill/>
          </p:spPr>
          <p:txBody>
            <a:bodyPr wrap="square">
              <a:spAutoFit/>
            </a:bodyPr>
            <a:lstStyle/>
            <a:p>
              <a:r>
                <a:rPr lang="en-US" altLang="zh-CN" sz="2400" b="1" dirty="0">
                  <a:solidFill>
                    <a:schemeClr val="bg1"/>
                  </a:solidFill>
                  <a:latin typeface="Arial Narrow" panose="020B0606020202030204" pitchFamily="34" charset="0"/>
                </a:rPr>
                <a:t>C</a:t>
              </a:r>
              <a:endParaRPr lang="zh-CN" altLang="en-US" sz="2400" dirty="0">
                <a:solidFill>
                  <a:schemeClr val="bg1"/>
                </a:solidFill>
              </a:endParaRPr>
            </a:p>
          </p:txBody>
        </p:sp>
        <p:sp>
          <p:nvSpPr>
            <p:cNvPr id="39" name="文本框 38">
              <a:extLst>
                <a:ext uri="{FF2B5EF4-FFF2-40B4-BE49-F238E27FC236}">
                  <a16:creationId xmlns:a16="http://schemas.microsoft.com/office/drawing/2014/main" id="{D1527A42-5BA8-4F70-8A58-1322EC2698B7}"/>
                </a:ext>
              </a:extLst>
            </p:cNvPr>
            <p:cNvSpPr txBox="1"/>
            <p:nvPr/>
          </p:nvSpPr>
          <p:spPr>
            <a:xfrm>
              <a:off x="8675232" y="730441"/>
              <a:ext cx="383192" cy="461665"/>
            </a:xfrm>
            <a:prstGeom prst="rect">
              <a:avLst/>
            </a:prstGeom>
            <a:noFill/>
          </p:spPr>
          <p:txBody>
            <a:bodyPr wrap="square">
              <a:spAutoFit/>
            </a:bodyPr>
            <a:lstStyle/>
            <a:p>
              <a:r>
                <a:rPr lang="en-US" altLang="zh-CN" sz="2400" b="1" dirty="0">
                  <a:solidFill>
                    <a:schemeClr val="bg1"/>
                  </a:solidFill>
                  <a:latin typeface="Arial Narrow" panose="020B0606020202030204" pitchFamily="34" charset="0"/>
                </a:rPr>
                <a:t>S</a:t>
              </a:r>
              <a:endParaRPr lang="zh-CN" altLang="en-US" sz="2400" dirty="0">
                <a:solidFill>
                  <a:schemeClr val="bg1"/>
                </a:solidFill>
              </a:endParaRPr>
            </a:p>
          </p:txBody>
        </p:sp>
      </p:grpSp>
      <p:grpSp>
        <p:nvGrpSpPr>
          <p:cNvPr id="9" name="组合 8">
            <a:extLst>
              <a:ext uri="{FF2B5EF4-FFF2-40B4-BE49-F238E27FC236}">
                <a16:creationId xmlns:a16="http://schemas.microsoft.com/office/drawing/2014/main" id="{46C7C9F9-77AF-4E79-B679-41F2B5E760D4}"/>
              </a:ext>
            </a:extLst>
          </p:cNvPr>
          <p:cNvGrpSpPr/>
          <p:nvPr/>
        </p:nvGrpSpPr>
        <p:grpSpPr>
          <a:xfrm>
            <a:off x="9727206" y="734232"/>
            <a:ext cx="2153414" cy="461665"/>
            <a:chOff x="9727206" y="734232"/>
            <a:chExt cx="2153414" cy="461665"/>
          </a:xfrm>
        </p:grpSpPr>
        <p:sp>
          <p:nvSpPr>
            <p:cNvPr id="58" name="矩形 57">
              <a:extLst>
                <a:ext uri="{FF2B5EF4-FFF2-40B4-BE49-F238E27FC236}">
                  <a16:creationId xmlns:a16="http://schemas.microsoft.com/office/drawing/2014/main" id="{8C738A42-5B66-4505-B03D-160313542C6B}"/>
                </a:ext>
              </a:extLst>
            </p:cNvPr>
            <p:cNvSpPr/>
            <p:nvPr/>
          </p:nvSpPr>
          <p:spPr>
            <a:xfrm>
              <a:off x="9727206" y="757078"/>
              <a:ext cx="2153414" cy="400110"/>
            </a:xfrm>
            <a:prstGeom prst="rect">
              <a:avLst/>
            </a:prstGeom>
            <a:solidFill>
              <a:schemeClr val="bg2">
                <a:lumMod val="90000"/>
              </a:schemeClr>
            </a:solidFill>
            <a:ln>
              <a:solidFill>
                <a:schemeClr val="bg2">
                  <a:lumMod val="90000"/>
                </a:schemeClr>
              </a:solidFill>
            </a:ln>
          </p:spPr>
          <p:style>
            <a:lnRef idx="2">
              <a:schemeClr val="accent5">
                <a:shade val="50000"/>
              </a:schemeClr>
            </a:lnRef>
            <a:fillRef idx="1">
              <a:schemeClr val="accent5"/>
            </a:fillRef>
            <a:effectRef idx="0">
              <a:schemeClr val="accent5"/>
            </a:effectRef>
            <a:fontRef idx="minor">
              <a:schemeClr val="lt1"/>
            </a:fontRef>
          </p:style>
          <p:txBody>
            <a:bodyPr rtlCol="0" anchor="ctr"/>
            <a:lstStyle/>
            <a:p>
              <a:pPr algn="ctr"/>
              <a:endParaRPr lang="zh-CN" altLang="en-US"/>
            </a:p>
          </p:txBody>
        </p:sp>
        <p:sp>
          <p:nvSpPr>
            <p:cNvPr id="60" name="文本框 59">
              <a:extLst>
                <a:ext uri="{FF2B5EF4-FFF2-40B4-BE49-F238E27FC236}">
                  <a16:creationId xmlns:a16="http://schemas.microsoft.com/office/drawing/2014/main" id="{AB15AA99-A243-45C1-AE07-0B685612E43F}"/>
                </a:ext>
              </a:extLst>
            </p:cNvPr>
            <p:cNvSpPr txBox="1"/>
            <p:nvPr/>
          </p:nvSpPr>
          <p:spPr>
            <a:xfrm>
              <a:off x="9791788" y="772467"/>
              <a:ext cx="1598556" cy="400110"/>
            </a:xfrm>
            <a:prstGeom prst="rect">
              <a:avLst/>
            </a:prstGeom>
            <a:noFill/>
          </p:spPr>
          <p:txBody>
            <a:bodyPr wrap="square" rtlCol="0">
              <a:spAutoFit/>
            </a:bodyPr>
            <a:lstStyle/>
            <a:p>
              <a:pPr algn="ctr"/>
              <a:r>
                <a:rPr lang="zh-CN" altLang="en-US" sz="2000" b="1" dirty="0">
                  <a:solidFill>
                    <a:schemeClr val="bg1"/>
                  </a:solidFill>
                </a:rPr>
                <a:t>碰撞检测</a:t>
              </a:r>
            </a:p>
          </p:txBody>
        </p:sp>
        <p:sp>
          <p:nvSpPr>
            <p:cNvPr id="55" name="文本框 54">
              <a:extLst>
                <a:ext uri="{FF2B5EF4-FFF2-40B4-BE49-F238E27FC236}">
                  <a16:creationId xmlns:a16="http://schemas.microsoft.com/office/drawing/2014/main" id="{F7208B3A-F0CA-46E2-A78F-A769880DCC09}"/>
                </a:ext>
              </a:extLst>
            </p:cNvPr>
            <p:cNvSpPr txBox="1"/>
            <p:nvPr/>
          </p:nvSpPr>
          <p:spPr>
            <a:xfrm>
              <a:off x="11033742" y="734232"/>
              <a:ext cx="383192" cy="461665"/>
            </a:xfrm>
            <a:prstGeom prst="rect">
              <a:avLst/>
            </a:prstGeom>
            <a:noFill/>
          </p:spPr>
          <p:txBody>
            <a:bodyPr wrap="square">
              <a:spAutoFit/>
            </a:bodyPr>
            <a:lstStyle/>
            <a:p>
              <a:r>
                <a:rPr lang="en-US" altLang="zh-CN" sz="2400" b="1" dirty="0">
                  <a:solidFill>
                    <a:schemeClr val="bg1"/>
                  </a:solidFill>
                  <a:latin typeface="Arial Narrow" panose="020B0606020202030204" pitchFamily="34" charset="0"/>
                </a:rPr>
                <a:t>C</a:t>
              </a:r>
              <a:endParaRPr lang="zh-CN" altLang="en-US" sz="2400" dirty="0">
                <a:solidFill>
                  <a:schemeClr val="bg1"/>
                </a:solidFill>
              </a:endParaRPr>
            </a:p>
          </p:txBody>
        </p:sp>
        <p:sp>
          <p:nvSpPr>
            <p:cNvPr id="57" name="文本框 56">
              <a:extLst>
                <a:ext uri="{FF2B5EF4-FFF2-40B4-BE49-F238E27FC236}">
                  <a16:creationId xmlns:a16="http://schemas.microsoft.com/office/drawing/2014/main" id="{F625F8B0-68ED-4238-86A5-61737324B156}"/>
                </a:ext>
              </a:extLst>
            </p:cNvPr>
            <p:cNvSpPr txBox="1"/>
            <p:nvPr/>
          </p:nvSpPr>
          <p:spPr>
            <a:xfrm>
              <a:off x="11260686" y="734232"/>
              <a:ext cx="383192" cy="461665"/>
            </a:xfrm>
            <a:prstGeom prst="rect">
              <a:avLst/>
            </a:prstGeom>
            <a:noFill/>
          </p:spPr>
          <p:txBody>
            <a:bodyPr wrap="square">
              <a:spAutoFit/>
            </a:bodyPr>
            <a:lstStyle/>
            <a:p>
              <a:r>
                <a:rPr lang="en-US" altLang="zh-CN" sz="2400" b="1" dirty="0">
                  <a:solidFill>
                    <a:schemeClr val="bg1"/>
                  </a:solidFill>
                  <a:latin typeface="Arial Narrow" panose="020B0606020202030204" pitchFamily="34" charset="0"/>
                </a:rPr>
                <a:t>D</a:t>
              </a:r>
              <a:endParaRPr lang="zh-CN" altLang="en-US" sz="2400" dirty="0">
                <a:solidFill>
                  <a:schemeClr val="bg1"/>
                </a:solidFill>
              </a:endParaRPr>
            </a:p>
          </p:txBody>
        </p:sp>
      </p:grpSp>
      <p:grpSp>
        <p:nvGrpSpPr>
          <p:cNvPr id="25" name="组合 24">
            <a:extLst>
              <a:ext uri="{FF2B5EF4-FFF2-40B4-BE49-F238E27FC236}">
                <a16:creationId xmlns:a16="http://schemas.microsoft.com/office/drawing/2014/main" id="{A53F2F16-666E-49B5-900C-EE2365802BB6}"/>
              </a:ext>
            </a:extLst>
          </p:cNvPr>
          <p:cNvGrpSpPr/>
          <p:nvPr/>
        </p:nvGrpSpPr>
        <p:grpSpPr>
          <a:xfrm>
            <a:off x="2455280" y="1720180"/>
            <a:ext cx="7180791" cy="812800"/>
            <a:chOff x="2455280" y="3752911"/>
            <a:chExt cx="7180791" cy="812800"/>
          </a:xfrm>
        </p:grpSpPr>
        <p:cxnSp>
          <p:nvCxnSpPr>
            <p:cNvPr id="26" name="直接连接符 25">
              <a:extLst>
                <a:ext uri="{FF2B5EF4-FFF2-40B4-BE49-F238E27FC236}">
                  <a16:creationId xmlns:a16="http://schemas.microsoft.com/office/drawing/2014/main" id="{242FA538-70F3-4A91-A0A1-2978B2AB59B3}"/>
                </a:ext>
              </a:extLst>
            </p:cNvPr>
            <p:cNvCxnSpPr/>
            <p:nvPr/>
          </p:nvCxnSpPr>
          <p:spPr>
            <a:xfrm flipV="1">
              <a:off x="9636071" y="3752911"/>
              <a:ext cx="0" cy="812800"/>
            </a:xfrm>
            <a:prstGeom prst="line">
              <a:avLst/>
            </a:prstGeom>
            <a:ln w="152400">
              <a:solidFill>
                <a:schemeClr val="tx1"/>
              </a:solidFill>
              <a:tailEnd w="med" len="lg"/>
            </a:ln>
          </p:spPr>
          <p:style>
            <a:lnRef idx="1">
              <a:schemeClr val="accent1"/>
            </a:lnRef>
            <a:fillRef idx="0">
              <a:schemeClr val="accent1"/>
            </a:fillRef>
            <a:effectRef idx="0">
              <a:schemeClr val="accent1"/>
            </a:effectRef>
            <a:fontRef idx="minor">
              <a:schemeClr val="tx1"/>
            </a:fontRef>
          </p:style>
        </p:cxnSp>
        <p:cxnSp>
          <p:nvCxnSpPr>
            <p:cNvPr id="27" name="直接连接符 26">
              <a:extLst>
                <a:ext uri="{FF2B5EF4-FFF2-40B4-BE49-F238E27FC236}">
                  <a16:creationId xmlns:a16="http://schemas.microsoft.com/office/drawing/2014/main" id="{F21D0102-E2A1-4D3E-9DC3-885D830E96D0}"/>
                </a:ext>
              </a:extLst>
            </p:cNvPr>
            <p:cNvCxnSpPr/>
            <p:nvPr/>
          </p:nvCxnSpPr>
          <p:spPr>
            <a:xfrm flipV="1">
              <a:off x="2455280" y="3752911"/>
              <a:ext cx="0" cy="812800"/>
            </a:xfrm>
            <a:prstGeom prst="line">
              <a:avLst/>
            </a:prstGeom>
            <a:ln w="152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8" name="直接连接符 27">
              <a:extLst>
                <a:ext uri="{FF2B5EF4-FFF2-40B4-BE49-F238E27FC236}">
                  <a16:creationId xmlns:a16="http://schemas.microsoft.com/office/drawing/2014/main" id="{AB2C8EEA-0851-44A9-80D2-87DFBEA1F73A}"/>
                </a:ext>
              </a:extLst>
            </p:cNvPr>
            <p:cNvCxnSpPr/>
            <p:nvPr/>
          </p:nvCxnSpPr>
          <p:spPr>
            <a:xfrm flipV="1">
              <a:off x="4878779" y="3752911"/>
              <a:ext cx="0" cy="812800"/>
            </a:xfrm>
            <a:prstGeom prst="line">
              <a:avLst/>
            </a:prstGeom>
            <a:ln w="152400">
              <a:solidFill>
                <a:schemeClr val="tx1"/>
              </a:solidFill>
              <a:tailEnd w="med" len="lg"/>
            </a:ln>
          </p:spPr>
          <p:style>
            <a:lnRef idx="1">
              <a:schemeClr val="accent1"/>
            </a:lnRef>
            <a:fillRef idx="0">
              <a:schemeClr val="accent1"/>
            </a:fillRef>
            <a:effectRef idx="0">
              <a:schemeClr val="accent1"/>
            </a:effectRef>
            <a:fontRef idx="minor">
              <a:schemeClr val="tx1"/>
            </a:fontRef>
          </p:style>
        </p:cxnSp>
        <p:cxnSp>
          <p:nvCxnSpPr>
            <p:cNvPr id="29" name="直接连接符 28">
              <a:extLst>
                <a:ext uri="{FF2B5EF4-FFF2-40B4-BE49-F238E27FC236}">
                  <a16:creationId xmlns:a16="http://schemas.microsoft.com/office/drawing/2014/main" id="{536174B3-7078-4268-ABF0-FDE23864C53A}"/>
                </a:ext>
              </a:extLst>
            </p:cNvPr>
            <p:cNvCxnSpPr/>
            <p:nvPr/>
          </p:nvCxnSpPr>
          <p:spPr>
            <a:xfrm flipV="1">
              <a:off x="7249637" y="3752911"/>
              <a:ext cx="0" cy="812800"/>
            </a:xfrm>
            <a:prstGeom prst="line">
              <a:avLst/>
            </a:prstGeom>
            <a:ln w="1524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30" name="组合 29">
            <a:extLst>
              <a:ext uri="{FF2B5EF4-FFF2-40B4-BE49-F238E27FC236}">
                <a16:creationId xmlns:a16="http://schemas.microsoft.com/office/drawing/2014/main" id="{B2DEEF20-80ED-4B25-8707-42A86FB12C98}"/>
              </a:ext>
            </a:extLst>
          </p:cNvPr>
          <p:cNvGrpSpPr/>
          <p:nvPr/>
        </p:nvGrpSpPr>
        <p:grpSpPr>
          <a:xfrm>
            <a:off x="1618162" y="1566769"/>
            <a:ext cx="8955675" cy="238462"/>
            <a:chOff x="1618162" y="3599500"/>
            <a:chExt cx="8955675" cy="238462"/>
          </a:xfrm>
        </p:grpSpPr>
        <p:cxnSp>
          <p:nvCxnSpPr>
            <p:cNvPr id="31" name="直接连接符 30">
              <a:extLst>
                <a:ext uri="{FF2B5EF4-FFF2-40B4-BE49-F238E27FC236}">
                  <a16:creationId xmlns:a16="http://schemas.microsoft.com/office/drawing/2014/main" id="{837D477A-5171-490F-B6D4-97C6D7A8A650}"/>
                </a:ext>
              </a:extLst>
            </p:cNvPr>
            <p:cNvCxnSpPr>
              <a:cxnSpLocks/>
            </p:cNvCxnSpPr>
            <p:nvPr/>
          </p:nvCxnSpPr>
          <p:spPr>
            <a:xfrm>
              <a:off x="1749794" y="3725200"/>
              <a:ext cx="8622888" cy="0"/>
            </a:xfrm>
            <a:prstGeom prst="line">
              <a:avLst/>
            </a:prstGeom>
            <a:ln w="152400">
              <a:solidFill>
                <a:schemeClr val="tx1"/>
              </a:solidFill>
            </a:ln>
          </p:spPr>
          <p:style>
            <a:lnRef idx="1">
              <a:schemeClr val="accent1"/>
            </a:lnRef>
            <a:fillRef idx="0">
              <a:schemeClr val="accent1"/>
            </a:fillRef>
            <a:effectRef idx="0">
              <a:schemeClr val="accent1"/>
            </a:effectRef>
            <a:fontRef idx="minor">
              <a:schemeClr val="tx1"/>
            </a:fontRef>
          </p:style>
        </p:cxnSp>
        <p:sp>
          <p:nvSpPr>
            <p:cNvPr id="32" name="矩形 31">
              <a:extLst>
                <a:ext uri="{FF2B5EF4-FFF2-40B4-BE49-F238E27FC236}">
                  <a16:creationId xmlns:a16="http://schemas.microsoft.com/office/drawing/2014/main" id="{D0513BC0-5BBA-4500-8077-440780C8EB78}"/>
                </a:ext>
              </a:extLst>
            </p:cNvPr>
            <p:cNvSpPr/>
            <p:nvPr/>
          </p:nvSpPr>
          <p:spPr>
            <a:xfrm>
              <a:off x="1618162" y="3599500"/>
              <a:ext cx="225524" cy="225524"/>
            </a:xfrm>
            <a:prstGeom prst="rect">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33" name="矩形 32">
              <a:extLst>
                <a:ext uri="{FF2B5EF4-FFF2-40B4-BE49-F238E27FC236}">
                  <a16:creationId xmlns:a16="http://schemas.microsoft.com/office/drawing/2014/main" id="{0E184DA7-F858-483A-B4A1-7B85D64E8273}"/>
                </a:ext>
              </a:extLst>
            </p:cNvPr>
            <p:cNvSpPr/>
            <p:nvPr/>
          </p:nvSpPr>
          <p:spPr>
            <a:xfrm>
              <a:off x="10348313" y="3612438"/>
              <a:ext cx="225524" cy="225524"/>
            </a:xfrm>
            <a:prstGeom prst="rect">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grpSp>
      <p:grpSp>
        <p:nvGrpSpPr>
          <p:cNvPr id="34" name="组合 33">
            <a:extLst>
              <a:ext uri="{FF2B5EF4-FFF2-40B4-BE49-F238E27FC236}">
                <a16:creationId xmlns:a16="http://schemas.microsoft.com/office/drawing/2014/main" id="{0DFB39EB-FEA0-438F-AA58-EC795A998106}"/>
              </a:ext>
            </a:extLst>
          </p:cNvPr>
          <p:cNvGrpSpPr/>
          <p:nvPr/>
        </p:nvGrpSpPr>
        <p:grpSpPr>
          <a:xfrm>
            <a:off x="1968674" y="2412905"/>
            <a:ext cx="7852814" cy="641082"/>
            <a:chOff x="1968674" y="4445636"/>
            <a:chExt cx="7852814" cy="641082"/>
          </a:xfrm>
        </p:grpSpPr>
        <p:grpSp>
          <p:nvGrpSpPr>
            <p:cNvPr id="35" name="组合 34">
              <a:extLst>
                <a:ext uri="{FF2B5EF4-FFF2-40B4-BE49-F238E27FC236}">
                  <a16:creationId xmlns:a16="http://schemas.microsoft.com/office/drawing/2014/main" id="{BF807099-7B3E-40CD-8303-26A049401039}"/>
                </a:ext>
              </a:extLst>
            </p:cNvPr>
            <p:cNvGrpSpPr/>
            <p:nvPr/>
          </p:nvGrpSpPr>
          <p:grpSpPr>
            <a:xfrm>
              <a:off x="1968674" y="4445636"/>
              <a:ext cx="662814" cy="641082"/>
              <a:chOff x="812355" y="3422987"/>
              <a:chExt cx="662814" cy="641082"/>
            </a:xfrm>
          </p:grpSpPr>
          <p:pic>
            <p:nvPicPr>
              <p:cNvPr id="48" name="图形 47">
                <a:extLst>
                  <a:ext uri="{FF2B5EF4-FFF2-40B4-BE49-F238E27FC236}">
                    <a16:creationId xmlns:a16="http://schemas.microsoft.com/office/drawing/2014/main" id="{1C6CE519-73F7-48EC-9BF7-9DD329B4C743}"/>
                  </a:ext>
                </a:extLst>
              </p:cNvPr>
              <p:cNvPicPr>
                <a:picLocks noChangeAspect="1"/>
              </p:cNvPicPr>
              <p:nvPr/>
            </p:nvPicPr>
            <p:blipFill>
              <a:blip r:embed="rId3">
                <a:extLst>
                  <a:ext uri="{28A0092B-C50C-407E-A947-70E740481C1C}">
                    <a14:useLocalDpi xmlns:a14="http://schemas.microsoft.com/office/drawing/2010/main" val="0"/>
                  </a:ext>
                  <a:ext uri="{96DAC541-7B7A-43D3-8B79-37D633B846F1}">
                    <asvg:svgBlip xmlns:asvg="http://schemas.microsoft.com/office/drawing/2016/SVG/main" r:embed="rId4"/>
                  </a:ext>
                </a:extLst>
              </a:blip>
              <a:stretch>
                <a:fillRect/>
              </a:stretch>
            </p:blipFill>
            <p:spPr>
              <a:xfrm>
                <a:off x="812355" y="3422987"/>
                <a:ext cx="662814" cy="641082"/>
              </a:xfrm>
              <a:prstGeom prst="rect">
                <a:avLst/>
              </a:prstGeom>
            </p:spPr>
          </p:pic>
          <p:sp>
            <p:nvSpPr>
              <p:cNvPr id="49" name="文本框 48">
                <a:extLst>
                  <a:ext uri="{FF2B5EF4-FFF2-40B4-BE49-F238E27FC236}">
                    <a16:creationId xmlns:a16="http://schemas.microsoft.com/office/drawing/2014/main" id="{5DD329AF-6509-4A44-A9A8-8B805FB525CF}"/>
                  </a:ext>
                </a:extLst>
              </p:cNvPr>
              <p:cNvSpPr txBox="1"/>
              <p:nvPr/>
            </p:nvSpPr>
            <p:spPr>
              <a:xfrm>
                <a:off x="1087044" y="3451320"/>
                <a:ext cx="355235" cy="400110"/>
              </a:xfrm>
              <a:prstGeom prst="rect">
                <a:avLst/>
              </a:prstGeom>
              <a:noFill/>
            </p:spPr>
            <p:txBody>
              <a:bodyPr wrap="square" rtlCol="0">
                <a:spAutoFit/>
              </a:bodyPr>
              <a:lstStyle/>
              <a:p>
                <a:pPr algn="ctr"/>
                <a:r>
                  <a:rPr lang="en-US" altLang="zh-CN" sz="2000" b="1" dirty="0">
                    <a:solidFill>
                      <a:schemeClr val="bg1"/>
                    </a:solidFill>
                    <a:latin typeface="Arial Black" panose="020B0A04020102020204" pitchFamily="34" charset="0"/>
                    <a:ea typeface="+mj-ea"/>
                  </a:rPr>
                  <a:t>A</a:t>
                </a:r>
                <a:endParaRPr lang="zh-CN" altLang="en-US" sz="2000" b="1" dirty="0">
                  <a:solidFill>
                    <a:schemeClr val="bg1"/>
                  </a:solidFill>
                  <a:latin typeface="Arial Black" panose="020B0A04020102020204" pitchFamily="34" charset="0"/>
                  <a:ea typeface="+mj-ea"/>
                </a:endParaRPr>
              </a:p>
            </p:txBody>
          </p:sp>
        </p:grpSp>
        <p:grpSp>
          <p:nvGrpSpPr>
            <p:cNvPr id="36" name="组合 35">
              <a:extLst>
                <a:ext uri="{FF2B5EF4-FFF2-40B4-BE49-F238E27FC236}">
                  <a16:creationId xmlns:a16="http://schemas.microsoft.com/office/drawing/2014/main" id="{E6E15EE0-C1D5-4CA6-B022-40595F8FA79F}"/>
                </a:ext>
              </a:extLst>
            </p:cNvPr>
            <p:cNvGrpSpPr/>
            <p:nvPr/>
          </p:nvGrpSpPr>
          <p:grpSpPr>
            <a:xfrm>
              <a:off x="4365341" y="4445636"/>
              <a:ext cx="662814" cy="641082"/>
              <a:chOff x="3209022" y="3422987"/>
              <a:chExt cx="662814" cy="641082"/>
            </a:xfrm>
          </p:grpSpPr>
          <p:pic>
            <p:nvPicPr>
              <p:cNvPr id="46" name="图形 45">
                <a:extLst>
                  <a:ext uri="{FF2B5EF4-FFF2-40B4-BE49-F238E27FC236}">
                    <a16:creationId xmlns:a16="http://schemas.microsoft.com/office/drawing/2014/main" id="{C8C4C2F7-68D1-41CA-A597-6AAB50358E43}"/>
                  </a:ext>
                </a:extLst>
              </p:cNvPr>
              <p:cNvPicPr>
                <a:picLocks noChangeAspect="1"/>
              </p:cNvPicPr>
              <p:nvPr/>
            </p:nvPicPr>
            <p:blipFill>
              <a:blip r:embed="rId3">
                <a:extLst>
                  <a:ext uri="{28A0092B-C50C-407E-A947-70E740481C1C}">
                    <a14:useLocalDpi xmlns:a14="http://schemas.microsoft.com/office/drawing/2010/main" val="0"/>
                  </a:ext>
                  <a:ext uri="{96DAC541-7B7A-43D3-8B79-37D633B846F1}">
                    <asvg:svgBlip xmlns:asvg="http://schemas.microsoft.com/office/drawing/2016/SVG/main" r:embed="rId4"/>
                  </a:ext>
                </a:extLst>
              </a:blip>
              <a:stretch>
                <a:fillRect/>
              </a:stretch>
            </p:blipFill>
            <p:spPr>
              <a:xfrm>
                <a:off x="3209022" y="3422987"/>
                <a:ext cx="662814" cy="641082"/>
              </a:xfrm>
              <a:prstGeom prst="rect">
                <a:avLst/>
              </a:prstGeom>
            </p:spPr>
          </p:pic>
          <p:sp>
            <p:nvSpPr>
              <p:cNvPr id="47" name="文本框 46">
                <a:extLst>
                  <a:ext uri="{FF2B5EF4-FFF2-40B4-BE49-F238E27FC236}">
                    <a16:creationId xmlns:a16="http://schemas.microsoft.com/office/drawing/2014/main" id="{658648CC-F992-4CC1-820A-6390807EB9AE}"/>
                  </a:ext>
                </a:extLst>
              </p:cNvPr>
              <p:cNvSpPr txBox="1"/>
              <p:nvPr/>
            </p:nvSpPr>
            <p:spPr>
              <a:xfrm>
                <a:off x="3490791" y="3451320"/>
                <a:ext cx="355235" cy="400110"/>
              </a:xfrm>
              <a:prstGeom prst="rect">
                <a:avLst/>
              </a:prstGeom>
              <a:noFill/>
            </p:spPr>
            <p:txBody>
              <a:bodyPr wrap="square" rtlCol="0">
                <a:spAutoFit/>
              </a:bodyPr>
              <a:lstStyle/>
              <a:p>
                <a:pPr algn="ctr"/>
                <a:r>
                  <a:rPr lang="en-US" altLang="zh-CN" sz="2000" b="1" dirty="0">
                    <a:solidFill>
                      <a:schemeClr val="bg1"/>
                    </a:solidFill>
                    <a:latin typeface="Arial Black" panose="020B0A04020102020204" pitchFamily="34" charset="0"/>
                    <a:ea typeface="+mj-ea"/>
                  </a:rPr>
                  <a:t>B</a:t>
                </a:r>
                <a:endParaRPr lang="zh-CN" altLang="en-US" sz="2000" b="1" dirty="0">
                  <a:solidFill>
                    <a:schemeClr val="bg1"/>
                  </a:solidFill>
                  <a:latin typeface="Arial Black" panose="020B0A04020102020204" pitchFamily="34" charset="0"/>
                  <a:ea typeface="+mj-ea"/>
                </a:endParaRPr>
              </a:p>
            </p:txBody>
          </p:sp>
        </p:grpSp>
        <p:grpSp>
          <p:nvGrpSpPr>
            <p:cNvPr id="37" name="组合 36">
              <a:extLst>
                <a:ext uri="{FF2B5EF4-FFF2-40B4-BE49-F238E27FC236}">
                  <a16:creationId xmlns:a16="http://schemas.microsoft.com/office/drawing/2014/main" id="{902C1D2E-FCC9-4698-83A9-FC2317BE61ED}"/>
                </a:ext>
              </a:extLst>
            </p:cNvPr>
            <p:cNvGrpSpPr/>
            <p:nvPr/>
          </p:nvGrpSpPr>
          <p:grpSpPr>
            <a:xfrm>
              <a:off x="6762008" y="4445636"/>
              <a:ext cx="662814" cy="641082"/>
              <a:chOff x="5605689" y="3422987"/>
              <a:chExt cx="662814" cy="641082"/>
            </a:xfrm>
          </p:grpSpPr>
          <p:pic>
            <p:nvPicPr>
              <p:cNvPr id="44" name="图形 43">
                <a:extLst>
                  <a:ext uri="{FF2B5EF4-FFF2-40B4-BE49-F238E27FC236}">
                    <a16:creationId xmlns:a16="http://schemas.microsoft.com/office/drawing/2014/main" id="{40F7F6D8-AE1D-4E43-836A-E987F0EAB4E5}"/>
                  </a:ext>
                </a:extLst>
              </p:cNvPr>
              <p:cNvPicPr>
                <a:picLocks noChangeAspect="1"/>
              </p:cNvPicPr>
              <p:nvPr/>
            </p:nvPicPr>
            <p:blipFill>
              <a:blip r:embed="rId3">
                <a:extLst>
                  <a:ext uri="{28A0092B-C50C-407E-A947-70E740481C1C}">
                    <a14:useLocalDpi xmlns:a14="http://schemas.microsoft.com/office/drawing/2010/main" val="0"/>
                  </a:ext>
                  <a:ext uri="{96DAC541-7B7A-43D3-8B79-37D633B846F1}">
                    <asvg:svgBlip xmlns:asvg="http://schemas.microsoft.com/office/drawing/2016/SVG/main" r:embed="rId4"/>
                  </a:ext>
                </a:extLst>
              </a:blip>
              <a:stretch>
                <a:fillRect/>
              </a:stretch>
            </p:blipFill>
            <p:spPr>
              <a:xfrm>
                <a:off x="5605689" y="3422987"/>
                <a:ext cx="662814" cy="641082"/>
              </a:xfrm>
              <a:prstGeom prst="rect">
                <a:avLst/>
              </a:prstGeom>
            </p:spPr>
          </p:pic>
          <p:sp>
            <p:nvSpPr>
              <p:cNvPr id="45" name="文本框 44">
                <a:extLst>
                  <a:ext uri="{FF2B5EF4-FFF2-40B4-BE49-F238E27FC236}">
                    <a16:creationId xmlns:a16="http://schemas.microsoft.com/office/drawing/2014/main" id="{6CB1768A-E878-4DEC-AD18-464A0F0DD547}"/>
                  </a:ext>
                </a:extLst>
              </p:cNvPr>
              <p:cNvSpPr txBox="1"/>
              <p:nvPr/>
            </p:nvSpPr>
            <p:spPr>
              <a:xfrm>
                <a:off x="5885506" y="3451320"/>
                <a:ext cx="355235" cy="400110"/>
              </a:xfrm>
              <a:prstGeom prst="rect">
                <a:avLst/>
              </a:prstGeom>
              <a:noFill/>
            </p:spPr>
            <p:txBody>
              <a:bodyPr wrap="square" rtlCol="0">
                <a:spAutoFit/>
              </a:bodyPr>
              <a:lstStyle/>
              <a:p>
                <a:pPr algn="ctr"/>
                <a:r>
                  <a:rPr lang="en-US" altLang="zh-CN" sz="2000" b="1" dirty="0">
                    <a:solidFill>
                      <a:schemeClr val="bg1"/>
                    </a:solidFill>
                    <a:latin typeface="Arial Black" panose="020B0A04020102020204" pitchFamily="34" charset="0"/>
                    <a:ea typeface="+mj-ea"/>
                  </a:rPr>
                  <a:t>C</a:t>
                </a:r>
                <a:endParaRPr lang="zh-CN" altLang="en-US" sz="2000" b="1" dirty="0">
                  <a:solidFill>
                    <a:schemeClr val="bg1"/>
                  </a:solidFill>
                  <a:latin typeface="Arial Black" panose="020B0A04020102020204" pitchFamily="34" charset="0"/>
                  <a:ea typeface="+mj-ea"/>
                </a:endParaRPr>
              </a:p>
            </p:txBody>
          </p:sp>
        </p:grpSp>
        <p:grpSp>
          <p:nvGrpSpPr>
            <p:cNvPr id="40" name="组合 39">
              <a:extLst>
                <a:ext uri="{FF2B5EF4-FFF2-40B4-BE49-F238E27FC236}">
                  <a16:creationId xmlns:a16="http://schemas.microsoft.com/office/drawing/2014/main" id="{6552C21E-1E72-4745-AC0E-DCC76E804F73}"/>
                </a:ext>
              </a:extLst>
            </p:cNvPr>
            <p:cNvGrpSpPr/>
            <p:nvPr/>
          </p:nvGrpSpPr>
          <p:grpSpPr>
            <a:xfrm>
              <a:off x="9158674" y="4445636"/>
              <a:ext cx="662814" cy="641082"/>
              <a:chOff x="8002355" y="3422987"/>
              <a:chExt cx="662814" cy="641082"/>
            </a:xfrm>
          </p:grpSpPr>
          <p:pic>
            <p:nvPicPr>
              <p:cNvPr id="42" name="图形 41">
                <a:extLst>
                  <a:ext uri="{FF2B5EF4-FFF2-40B4-BE49-F238E27FC236}">
                    <a16:creationId xmlns:a16="http://schemas.microsoft.com/office/drawing/2014/main" id="{6B11717D-FCEB-42D3-A119-E59AC28CD863}"/>
                  </a:ext>
                </a:extLst>
              </p:cNvPr>
              <p:cNvPicPr>
                <a:picLocks noChangeAspect="1"/>
              </p:cNvPicPr>
              <p:nvPr/>
            </p:nvPicPr>
            <p:blipFill>
              <a:blip r:embed="rId3">
                <a:extLst>
                  <a:ext uri="{28A0092B-C50C-407E-A947-70E740481C1C}">
                    <a14:useLocalDpi xmlns:a14="http://schemas.microsoft.com/office/drawing/2010/main" val="0"/>
                  </a:ext>
                  <a:ext uri="{96DAC541-7B7A-43D3-8B79-37D633B846F1}">
                    <asvg:svgBlip xmlns:asvg="http://schemas.microsoft.com/office/drawing/2016/SVG/main" r:embed="rId4"/>
                  </a:ext>
                </a:extLst>
              </a:blip>
              <a:stretch>
                <a:fillRect/>
              </a:stretch>
            </p:blipFill>
            <p:spPr>
              <a:xfrm>
                <a:off x="8002355" y="3422987"/>
                <a:ext cx="662814" cy="641082"/>
              </a:xfrm>
              <a:prstGeom prst="rect">
                <a:avLst/>
              </a:prstGeom>
            </p:spPr>
          </p:pic>
          <p:sp>
            <p:nvSpPr>
              <p:cNvPr id="43" name="文本框 42">
                <a:extLst>
                  <a:ext uri="{FF2B5EF4-FFF2-40B4-BE49-F238E27FC236}">
                    <a16:creationId xmlns:a16="http://schemas.microsoft.com/office/drawing/2014/main" id="{39CE4E63-0120-4586-A613-A2CF75236E92}"/>
                  </a:ext>
                </a:extLst>
              </p:cNvPr>
              <p:cNvSpPr txBox="1"/>
              <p:nvPr/>
            </p:nvSpPr>
            <p:spPr>
              <a:xfrm>
                <a:off x="8282675" y="3444742"/>
                <a:ext cx="355235" cy="400110"/>
              </a:xfrm>
              <a:prstGeom prst="rect">
                <a:avLst/>
              </a:prstGeom>
              <a:noFill/>
            </p:spPr>
            <p:txBody>
              <a:bodyPr wrap="square" rtlCol="0">
                <a:spAutoFit/>
              </a:bodyPr>
              <a:lstStyle/>
              <a:p>
                <a:pPr algn="ctr"/>
                <a:r>
                  <a:rPr lang="en-US" altLang="zh-CN" sz="2000" b="1" dirty="0">
                    <a:solidFill>
                      <a:schemeClr val="bg1"/>
                    </a:solidFill>
                    <a:latin typeface="Arial Black" panose="020B0A04020102020204" pitchFamily="34" charset="0"/>
                    <a:ea typeface="+mj-ea"/>
                  </a:rPr>
                  <a:t>D</a:t>
                </a:r>
                <a:endParaRPr lang="zh-CN" altLang="en-US" sz="2000" b="1" dirty="0">
                  <a:solidFill>
                    <a:schemeClr val="bg1"/>
                  </a:solidFill>
                  <a:latin typeface="Arial Black" panose="020B0A04020102020204" pitchFamily="34" charset="0"/>
                  <a:ea typeface="+mj-ea"/>
                </a:endParaRPr>
              </a:p>
            </p:txBody>
          </p:sp>
        </p:grpSp>
      </p:grpSp>
      <p:cxnSp>
        <p:nvCxnSpPr>
          <p:cNvPr id="65" name="直接箭头连接符 64">
            <a:extLst>
              <a:ext uri="{FF2B5EF4-FFF2-40B4-BE49-F238E27FC236}">
                <a16:creationId xmlns:a16="http://schemas.microsoft.com/office/drawing/2014/main" id="{6B824699-9145-4A7B-BF01-37AE80A31AFB}"/>
              </a:ext>
            </a:extLst>
          </p:cNvPr>
          <p:cNvCxnSpPr>
            <a:cxnSpLocks/>
          </p:cNvCxnSpPr>
          <p:nvPr/>
        </p:nvCxnSpPr>
        <p:spPr>
          <a:xfrm flipV="1">
            <a:off x="4878779" y="1692469"/>
            <a:ext cx="0" cy="773654"/>
          </a:xfrm>
          <a:prstGeom prst="straightConnector1">
            <a:avLst/>
          </a:prstGeom>
          <a:ln w="50800" cap="rnd">
            <a:solidFill>
              <a:schemeClr val="accent6"/>
            </a:solidFill>
            <a:round/>
            <a:tailEnd type="triangle" w="med" len="med"/>
          </a:ln>
        </p:spPr>
        <p:style>
          <a:lnRef idx="1">
            <a:schemeClr val="accent1"/>
          </a:lnRef>
          <a:fillRef idx="0">
            <a:schemeClr val="accent1"/>
          </a:fillRef>
          <a:effectRef idx="0">
            <a:schemeClr val="accent1"/>
          </a:effectRef>
          <a:fontRef idx="minor">
            <a:schemeClr val="tx1"/>
          </a:fontRef>
        </p:style>
      </p:cxnSp>
      <p:grpSp>
        <p:nvGrpSpPr>
          <p:cNvPr id="89" name="组合 88">
            <a:extLst>
              <a:ext uri="{FF2B5EF4-FFF2-40B4-BE49-F238E27FC236}">
                <a16:creationId xmlns:a16="http://schemas.microsoft.com/office/drawing/2014/main" id="{A60C1766-FE56-4FB8-8049-E2D4A91FDF4C}"/>
              </a:ext>
            </a:extLst>
          </p:cNvPr>
          <p:cNvGrpSpPr/>
          <p:nvPr/>
        </p:nvGrpSpPr>
        <p:grpSpPr>
          <a:xfrm>
            <a:off x="3618340" y="3529053"/>
            <a:ext cx="2156816" cy="1412699"/>
            <a:chOff x="3618340" y="3529053"/>
            <a:chExt cx="2156816" cy="1412699"/>
          </a:xfrm>
        </p:grpSpPr>
        <p:grpSp>
          <p:nvGrpSpPr>
            <p:cNvPr id="13" name="组合 12">
              <a:extLst>
                <a:ext uri="{FF2B5EF4-FFF2-40B4-BE49-F238E27FC236}">
                  <a16:creationId xmlns:a16="http://schemas.microsoft.com/office/drawing/2014/main" id="{6F6F734D-FC9E-4FE9-AAD3-1DC7FECE72BE}"/>
                </a:ext>
              </a:extLst>
            </p:cNvPr>
            <p:cNvGrpSpPr/>
            <p:nvPr/>
          </p:nvGrpSpPr>
          <p:grpSpPr>
            <a:xfrm>
              <a:off x="3618340" y="3939124"/>
              <a:ext cx="2156816" cy="1002628"/>
              <a:chOff x="3618340" y="3773304"/>
              <a:chExt cx="2156816" cy="1002628"/>
            </a:xfrm>
          </p:grpSpPr>
          <p:sp>
            <p:nvSpPr>
              <p:cNvPr id="11" name="流程图: 决策 10">
                <a:extLst>
                  <a:ext uri="{FF2B5EF4-FFF2-40B4-BE49-F238E27FC236}">
                    <a16:creationId xmlns:a16="http://schemas.microsoft.com/office/drawing/2014/main" id="{0165DD2E-FE47-40F5-933C-064B2A5AE296}"/>
                  </a:ext>
                </a:extLst>
              </p:cNvPr>
              <p:cNvSpPr/>
              <p:nvPr/>
            </p:nvSpPr>
            <p:spPr>
              <a:xfrm>
                <a:off x="3618340" y="3773304"/>
                <a:ext cx="2156816" cy="1002628"/>
              </a:xfrm>
              <a:prstGeom prst="flowChartDecision">
                <a:avLst/>
              </a:prstGeom>
            </p:spPr>
            <p:style>
              <a:lnRef idx="2">
                <a:schemeClr val="accent3">
                  <a:shade val="50000"/>
                </a:schemeClr>
              </a:lnRef>
              <a:fillRef idx="1">
                <a:schemeClr val="accent3"/>
              </a:fillRef>
              <a:effectRef idx="0">
                <a:schemeClr val="accent3"/>
              </a:effectRef>
              <a:fontRef idx="minor">
                <a:schemeClr val="lt1"/>
              </a:fontRef>
            </p:style>
            <p:txBody>
              <a:bodyPr rtlCol="0" anchor="ctr"/>
              <a:lstStyle/>
              <a:p>
                <a:pPr algn="ctr"/>
                <a:endParaRPr lang="zh-CN" altLang="en-US"/>
              </a:p>
            </p:txBody>
          </p:sp>
          <p:sp>
            <p:nvSpPr>
              <p:cNvPr id="12" name="文本框 11">
                <a:extLst>
                  <a:ext uri="{FF2B5EF4-FFF2-40B4-BE49-F238E27FC236}">
                    <a16:creationId xmlns:a16="http://schemas.microsoft.com/office/drawing/2014/main" id="{A0CDC4EA-1869-4EBA-9FDD-C7918792ADE2}"/>
                  </a:ext>
                </a:extLst>
              </p:cNvPr>
              <p:cNvSpPr txBox="1"/>
              <p:nvPr/>
            </p:nvSpPr>
            <p:spPr>
              <a:xfrm>
                <a:off x="3912189" y="3920038"/>
                <a:ext cx="1561617" cy="646331"/>
              </a:xfrm>
              <a:prstGeom prst="rect">
                <a:avLst/>
              </a:prstGeom>
              <a:noFill/>
            </p:spPr>
            <p:txBody>
              <a:bodyPr wrap="square" rtlCol="0">
                <a:spAutoFit/>
              </a:bodyPr>
              <a:lstStyle/>
              <a:p>
                <a:pPr algn="ctr"/>
                <a:r>
                  <a:rPr lang="zh-CN" altLang="en-US" b="1" dirty="0">
                    <a:solidFill>
                      <a:schemeClr val="bg1"/>
                    </a:solidFill>
                  </a:rPr>
                  <a:t>信道空闲</a:t>
                </a:r>
                <a:endParaRPr lang="en-US" altLang="zh-CN" b="1" dirty="0">
                  <a:solidFill>
                    <a:schemeClr val="bg1"/>
                  </a:solidFill>
                </a:endParaRPr>
              </a:p>
              <a:p>
                <a:pPr algn="ctr"/>
                <a:r>
                  <a:rPr lang="en-US" altLang="zh-CN" b="1" dirty="0">
                    <a:solidFill>
                      <a:schemeClr val="bg1"/>
                    </a:solidFill>
                  </a:rPr>
                  <a:t>96</a:t>
                </a:r>
                <a:r>
                  <a:rPr lang="zh-CN" altLang="en-US" b="1" dirty="0">
                    <a:solidFill>
                      <a:schemeClr val="bg1"/>
                    </a:solidFill>
                  </a:rPr>
                  <a:t>比特时间？</a:t>
                </a:r>
              </a:p>
            </p:txBody>
          </p:sp>
        </p:grpSp>
        <p:cxnSp>
          <p:nvCxnSpPr>
            <p:cNvPr id="15" name="直接箭头连接符 14">
              <a:extLst>
                <a:ext uri="{FF2B5EF4-FFF2-40B4-BE49-F238E27FC236}">
                  <a16:creationId xmlns:a16="http://schemas.microsoft.com/office/drawing/2014/main" id="{8BC989FE-4CA6-472F-B89E-6022821999CA}"/>
                </a:ext>
              </a:extLst>
            </p:cNvPr>
            <p:cNvCxnSpPr>
              <a:stCxn id="10" idx="2"/>
              <a:endCxn id="11" idx="0"/>
            </p:cNvCxnSpPr>
            <p:nvPr/>
          </p:nvCxnSpPr>
          <p:spPr>
            <a:xfrm>
              <a:off x="4696748" y="3529053"/>
              <a:ext cx="0" cy="410071"/>
            </a:xfrm>
            <a:prstGeom prst="straightConnector1">
              <a:avLst/>
            </a:prstGeom>
            <a:ln w="12700">
              <a:solidFill>
                <a:schemeClr val="tx1"/>
              </a:solidFill>
              <a:tailEnd type="triangle"/>
            </a:ln>
          </p:spPr>
          <p:style>
            <a:lnRef idx="1">
              <a:schemeClr val="accent1"/>
            </a:lnRef>
            <a:fillRef idx="0">
              <a:schemeClr val="accent1"/>
            </a:fillRef>
            <a:effectRef idx="0">
              <a:schemeClr val="accent1"/>
            </a:effectRef>
            <a:fontRef idx="minor">
              <a:schemeClr val="tx1"/>
            </a:fontRef>
          </p:style>
        </p:cxnSp>
      </p:grpSp>
      <p:grpSp>
        <p:nvGrpSpPr>
          <p:cNvPr id="16" name="组合 15">
            <a:extLst>
              <a:ext uri="{FF2B5EF4-FFF2-40B4-BE49-F238E27FC236}">
                <a16:creationId xmlns:a16="http://schemas.microsoft.com/office/drawing/2014/main" id="{D8537797-6A10-4E13-AFEC-CFAFD513EAE7}"/>
              </a:ext>
            </a:extLst>
          </p:cNvPr>
          <p:cNvGrpSpPr/>
          <p:nvPr/>
        </p:nvGrpSpPr>
        <p:grpSpPr>
          <a:xfrm>
            <a:off x="5775155" y="5018256"/>
            <a:ext cx="2798508" cy="1002628"/>
            <a:chOff x="5775155" y="5018256"/>
            <a:chExt cx="2798508" cy="1002628"/>
          </a:xfrm>
        </p:grpSpPr>
        <p:grpSp>
          <p:nvGrpSpPr>
            <p:cNvPr id="63" name="组合 62">
              <a:extLst>
                <a:ext uri="{FF2B5EF4-FFF2-40B4-BE49-F238E27FC236}">
                  <a16:creationId xmlns:a16="http://schemas.microsoft.com/office/drawing/2014/main" id="{05C12647-BDC5-4122-814E-61D6B6C006C9}"/>
                </a:ext>
              </a:extLst>
            </p:cNvPr>
            <p:cNvGrpSpPr/>
            <p:nvPr/>
          </p:nvGrpSpPr>
          <p:grpSpPr>
            <a:xfrm>
              <a:off x="6416847" y="5018256"/>
              <a:ext cx="2156816" cy="1002628"/>
              <a:chOff x="3618340" y="3773304"/>
              <a:chExt cx="2156816" cy="1002628"/>
            </a:xfrm>
          </p:grpSpPr>
          <p:sp>
            <p:nvSpPr>
              <p:cNvPr id="64" name="流程图: 决策 63">
                <a:extLst>
                  <a:ext uri="{FF2B5EF4-FFF2-40B4-BE49-F238E27FC236}">
                    <a16:creationId xmlns:a16="http://schemas.microsoft.com/office/drawing/2014/main" id="{E6295894-78C8-424E-9BF6-D0CE0E149E05}"/>
                  </a:ext>
                </a:extLst>
              </p:cNvPr>
              <p:cNvSpPr/>
              <p:nvPr/>
            </p:nvSpPr>
            <p:spPr>
              <a:xfrm>
                <a:off x="3618340" y="3773304"/>
                <a:ext cx="2156816" cy="1002628"/>
              </a:xfrm>
              <a:prstGeom prst="flowChartDecision">
                <a:avLst/>
              </a:prstGeom>
            </p:spPr>
            <p:style>
              <a:lnRef idx="2">
                <a:schemeClr val="accent5">
                  <a:shade val="50000"/>
                </a:schemeClr>
              </a:lnRef>
              <a:fillRef idx="1">
                <a:schemeClr val="accent5"/>
              </a:fillRef>
              <a:effectRef idx="0">
                <a:schemeClr val="accent5"/>
              </a:effectRef>
              <a:fontRef idx="minor">
                <a:schemeClr val="lt1"/>
              </a:fontRef>
            </p:style>
            <p:txBody>
              <a:bodyPr rtlCol="0" anchor="ctr"/>
              <a:lstStyle/>
              <a:p>
                <a:pPr algn="ctr"/>
                <a:endParaRPr lang="zh-CN" altLang="en-US"/>
              </a:p>
            </p:txBody>
          </p:sp>
          <p:sp>
            <p:nvSpPr>
              <p:cNvPr id="68" name="文本框 67">
                <a:extLst>
                  <a:ext uri="{FF2B5EF4-FFF2-40B4-BE49-F238E27FC236}">
                    <a16:creationId xmlns:a16="http://schemas.microsoft.com/office/drawing/2014/main" id="{B9FB4205-6FBB-42A1-A5C5-56C61CCE3615}"/>
                  </a:ext>
                </a:extLst>
              </p:cNvPr>
              <p:cNvSpPr txBox="1"/>
              <p:nvPr/>
            </p:nvSpPr>
            <p:spPr>
              <a:xfrm>
                <a:off x="3915939" y="4084047"/>
                <a:ext cx="1561617" cy="369332"/>
              </a:xfrm>
              <a:prstGeom prst="rect">
                <a:avLst/>
              </a:prstGeom>
              <a:noFill/>
              <a:ln>
                <a:noFill/>
              </a:ln>
            </p:spPr>
            <p:style>
              <a:lnRef idx="2">
                <a:schemeClr val="accent5">
                  <a:shade val="50000"/>
                </a:schemeClr>
              </a:lnRef>
              <a:fillRef idx="1">
                <a:schemeClr val="accent5"/>
              </a:fillRef>
              <a:effectRef idx="0">
                <a:schemeClr val="accent5"/>
              </a:effectRef>
              <a:fontRef idx="minor">
                <a:schemeClr val="lt1"/>
              </a:fontRef>
            </p:style>
            <p:txBody>
              <a:bodyPr wrap="square" rtlCol="0">
                <a:spAutoFit/>
              </a:bodyPr>
              <a:lstStyle/>
              <a:p>
                <a:pPr algn="ctr"/>
                <a:r>
                  <a:rPr lang="zh-CN" altLang="en-US" b="1" dirty="0">
                    <a:solidFill>
                      <a:schemeClr val="bg1"/>
                    </a:solidFill>
                  </a:rPr>
                  <a:t>检测到碰撞？</a:t>
                </a:r>
              </a:p>
            </p:txBody>
          </p:sp>
        </p:grpSp>
        <p:cxnSp>
          <p:nvCxnSpPr>
            <p:cNvPr id="74" name="直接箭头连接符 73">
              <a:extLst>
                <a:ext uri="{FF2B5EF4-FFF2-40B4-BE49-F238E27FC236}">
                  <a16:creationId xmlns:a16="http://schemas.microsoft.com/office/drawing/2014/main" id="{ED672E0E-9738-418B-B083-BE1F9C1449B1}"/>
                </a:ext>
              </a:extLst>
            </p:cNvPr>
            <p:cNvCxnSpPr>
              <a:cxnSpLocks/>
              <a:stCxn id="62" idx="3"/>
              <a:endCxn id="64" idx="1"/>
            </p:cNvCxnSpPr>
            <p:nvPr/>
          </p:nvCxnSpPr>
          <p:spPr>
            <a:xfrm>
              <a:off x="5775155" y="5519570"/>
              <a:ext cx="641692" cy="0"/>
            </a:xfrm>
            <a:prstGeom prst="straightConnector1">
              <a:avLst/>
            </a:prstGeom>
            <a:ln w="12700">
              <a:solidFill>
                <a:schemeClr val="tx1"/>
              </a:solidFill>
              <a:tailEnd type="triangle"/>
            </a:ln>
          </p:spPr>
          <p:style>
            <a:lnRef idx="1">
              <a:schemeClr val="accent1"/>
            </a:lnRef>
            <a:fillRef idx="0">
              <a:schemeClr val="accent1"/>
            </a:fillRef>
            <a:effectRef idx="0">
              <a:schemeClr val="accent1"/>
            </a:effectRef>
            <a:fontRef idx="minor">
              <a:schemeClr val="tx1"/>
            </a:fontRef>
          </p:style>
        </p:cxnSp>
      </p:grpSp>
      <p:grpSp>
        <p:nvGrpSpPr>
          <p:cNvPr id="90" name="组合 89">
            <a:extLst>
              <a:ext uri="{FF2B5EF4-FFF2-40B4-BE49-F238E27FC236}">
                <a16:creationId xmlns:a16="http://schemas.microsoft.com/office/drawing/2014/main" id="{53AF500B-7FC7-492C-B846-1814D08B9461}"/>
              </a:ext>
            </a:extLst>
          </p:cNvPr>
          <p:cNvGrpSpPr/>
          <p:nvPr/>
        </p:nvGrpSpPr>
        <p:grpSpPr>
          <a:xfrm>
            <a:off x="3213902" y="3696800"/>
            <a:ext cx="1479094" cy="743638"/>
            <a:chOff x="3213902" y="3696800"/>
            <a:chExt cx="1479094" cy="743638"/>
          </a:xfrm>
        </p:grpSpPr>
        <p:cxnSp>
          <p:nvCxnSpPr>
            <p:cNvPr id="75" name="连接符: 肘形 74">
              <a:extLst>
                <a:ext uri="{FF2B5EF4-FFF2-40B4-BE49-F238E27FC236}">
                  <a16:creationId xmlns:a16="http://schemas.microsoft.com/office/drawing/2014/main" id="{B0753E80-1758-4F9B-8E87-EF86F3BB4687}"/>
                </a:ext>
              </a:extLst>
            </p:cNvPr>
            <p:cNvCxnSpPr>
              <a:cxnSpLocks/>
              <a:stCxn id="11" idx="1"/>
            </p:cNvCxnSpPr>
            <p:nvPr/>
          </p:nvCxnSpPr>
          <p:spPr>
            <a:xfrm rot="10800000" flipH="1">
              <a:off x="3618339" y="3696800"/>
              <a:ext cx="1074657" cy="743638"/>
            </a:xfrm>
            <a:prstGeom prst="bentConnector3">
              <a:avLst>
                <a:gd name="adj1" fmla="val -21272"/>
              </a:avLst>
            </a:prstGeom>
            <a:ln w="12700">
              <a:solidFill>
                <a:schemeClr val="tx1"/>
              </a:solidFill>
              <a:tailEnd type="triangle"/>
            </a:ln>
          </p:spPr>
          <p:style>
            <a:lnRef idx="1">
              <a:schemeClr val="accent1"/>
            </a:lnRef>
            <a:fillRef idx="0">
              <a:schemeClr val="accent1"/>
            </a:fillRef>
            <a:effectRef idx="0">
              <a:schemeClr val="accent1"/>
            </a:effectRef>
            <a:fontRef idx="minor">
              <a:schemeClr val="tx1"/>
            </a:fontRef>
          </p:style>
        </p:cxnSp>
        <p:sp>
          <p:nvSpPr>
            <p:cNvPr id="81" name="文本框 80">
              <a:extLst>
                <a:ext uri="{FF2B5EF4-FFF2-40B4-BE49-F238E27FC236}">
                  <a16:creationId xmlns:a16="http://schemas.microsoft.com/office/drawing/2014/main" id="{75E5AB3E-992E-4B3B-98B0-29DA1FEC7903}"/>
                </a:ext>
              </a:extLst>
            </p:cNvPr>
            <p:cNvSpPr txBox="1"/>
            <p:nvPr/>
          </p:nvSpPr>
          <p:spPr>
            <a:xfrm>
              <a:off x="3213902" y="4029294"/>
              <a:ext cx="679897" cy="369332"/>
            </a:xfrm>
            <a:prstGeom prst="rect">
              <a:avLst/>
            </a:prstGeom>
            <a:noFill/>
          </p:spPr>
          <p:txBody>
            <a:bodyPr wrap="square" rtlCol="0">
              <a:spAutoFit/>
            </a:bodyPr>
            <a:lstStyle/>
            <a:p>
              <a:pPr algn="ctr"/>
              <a:r>
                <a:rPr lang="zh-CN" altLang="en-US" b="1" dirty="0"/>
                <a:t>否</a:t>
              </a:r>
            </a:p>
          </p:txBody>
        </p:sp>
      </p:grpSp>
      <p:grpSp>
        <p:nvGrpSpPr>
          <p:cNvPr id="17" name="组合 16">
            <a:extLst>
              <a:ext uri="{FF2B5EF4-FFF2-40B4-BE49-F238E27FC236}">
                <a16:creationId xmlns:a16="http://schemas.microsoft.com/office/drawing/2014/main" id="{F2477ACC-F32C-45F0-88AC-64E1B5B2BBC0}"/>
              </a:ext>
            </a:extLst>
          </p:cNvPr>
          <p:cNvGrpSpPr/>
          <p:nvPr/>
        </p:nvGrpSpPr>
        <p:grpSpPr>
          <a:xfrm>
            <a:off x="4696748" y="5687318"/>
            <a:ext cx="2889748" cy="598270"/>
            <a:chOff x="4696748" y="5687318"/>
            <a:chExt cx="2889748" cy="598270"/>
          </a:xfrm>
        </p:grpSpPr>
        <p:cxnSp>
          <p:nvCxnSpPr>
            <p:cNvPr id="21" name="连接符: 肘形 20">
              <a:extLst>
                <a:ext uri="{FF2B5EF4-FFF2-40B4-BE49-F238E27FC236}">
                  <a16:creationId xmlns:a16="http://schemas.microsoft.com/office/drawing/2014/main" id="{3E217AB6-D8D2-4578-B61E-3F6EA48A6218}"/>
                </a:ext>
              </a:extLst>
            </p:cNvPr>
            <p:cNvCxnSpPr>
              <a:stCxn id="64" idx="2"/>
              <a:endCxn id="62" idx="2"/>
            </p:cNvCxnSpPr>
            <p:nvPr/>
          </p:nvCxnSpPr>
          <p:spPr>
            <a:xfrm rot="5400000" flipH="1">
              <a:off x="5929218" y="4454848"/>
              <a:ext cx="333567" cy="2798507"/>
            </a:xfrm>
            <a:prstGeom prst="bentConnector3">
              <a:avLst>
                <a:gd name="adj1" fmla="val -68532"/>
              </a:avLst>
            </a:prstGeom>
            <a:ln w="12700">
              <a:solidFill>
                <a:schemeClr val="tx1"/>
              </a:solidFill>
              <a:tailEnd type="triangle"/>
            </a:ln>
          </p:spPr>
          <p:style>
            <a:lnRef idx="1">
              <a:schemeClr val="accent1"/>
            </a:lnRef>
            <a:fillRef idx="0">
              <a:schemeClr val="accent1"/>
            </a:fillRef>
            <a:effectRef idx="0">
              <a:schemeClr val="accent1"/>
            </a:effectRef>
            <a:fontRef idx="minor">
              <a:schemeClr val="tx1"/>
            </a:fontRef>
          </p:style>
        </p:cxnSp>
        <p:sp>
          <p:nvSpPr>
            <p:cNvPr id="82" name="文本框 81">
              <a:extLst>
                <a:ext uri="{FF2B5EF4-FFF2-40B4-BE49-F238E27FC236}">
                  <a16:creationId xmlns:a16="http://schemas.microsoft.com/office/drawing/2014/main" id="{19443827-4B1D-4F0D-8490-B3DD9045CAAF}"/>
                </a:ext>
              </a:extLst>
            </p:cNvPr>
            <p:cNvSpPr txBox="1"/>
            <p:nvPr/>
          </p:nvSpPr>
          <p:spPr>
            <a:xfrm>
              <a:off x="6906599" y="5916256"/>
              <a:ext cx="679897" cy="369332"/>
            </a:xfrm>
            <a:prstGeom prst="rect">
              <a:avLst/>
            </a:prstGeom>
            <a:noFill/>
          </p:spPr>
          <p:txBody>
            <a:bodyPr wrap="square" rtlCol="0">
              <a:spAutoFit/>
            </a:bodyPr>
            <a:lstStyle/>
            <a:p>
              <a:pPr algn="ctr"/>
              <a:r>
                <a:rPr lang="zh-CN" altLang="en-US" b="1" dirty="0"/>
                <a:t>否</a:t>
              </a:r>
            </a:p>
          </p:txBody>
        </p:sp>
      </p:grpSp>
      <p:grpSp>
        <p:nvGrpSpPr>
          <p:cNvPr id="14" name="组合 13">
            <a:extLst>
              <a:ext uri="{FF2B5EF4-FFF2-40B4-BE49-F238E27FC236}">
                <a16:creationId xmlns:a16="http://schemas.microsoft.com/office/drawing/2014/main" id="{DFFE2C86-0EC7-4C76-B053-FAAD2048078C}"/>
              </a:ext>
            </a:extLst>
          </p:cNvPr>
          <p:cNvGrpSpPr/>
          <p:nvPr/>
        </p:nvGrpSpPr>
        <p:grpSpPr>
          <a:xfrm>
            <a:off x="3618340" y="4861868"/>
            <a:ext cx="2156815" cy="825449"/>
            <a:chOff x="3618340" y="4861868"/>
            <a:chExt cx="2156815" cy="825449"/>
          </a:xfrm>
        </p:grpSpPr>
        <p:sp>
          <p:nvSpPr>
            <p:cNvPr id="62" name="矩形 61">
              <a:extLst>
                <a:ext uri="{FF2B5EF4-FFF2-40B4-BE49-F238E27FC236}">
                  <a16:creationId xmlns:a16="http://schemas.microsoft.com/office/drawing/2014/main" id="{F54F187A-0CED-475A-BCF6-B88756AE175F}"/>
                </a:ext>
              </a:extLst>
            </p:cNvPr>
            <p:cNvSpPr/>
            <p:nvPr/>
          </p:nvSpPr>
          <p:spPr>
            <a:xfrm>
              <a:off x="3618340" y="5351823"/>
              <a:ext cx="2156815" cy="335494"/>
            </a:xfrm>
            <a:prstGeom prst="rect">
              <a:avLst/>
            </a:prstGeom>
          </p:spPr>
          <p:style>
            <a:lnRef idx="2">
              <a:schemeClr val="accent5">
                <a:shade val="50000"/>
              </a:schemeClr>
            </a:lnRef>
            <a:fillRef idx="1">
              <a:schemeClr val="accent5"/>
            </a:fillRef>
            <a:effectRef idx="0">
              <a:schemeClr val="accent5"/>
            </a:effectRef>
            <a:fontRef idx="minor">
              <a:schemeClr val="lt1"/>
            </a:fontRef>
          </p:style>
          <p:txBody>
            <a:bodyPr rtlCol="0" anchor="ctr"/>
            <a:lstStyle/>
            <a:p>
              <a:pPr algn="ctr"/>
              <a:r>
                <a:rPr lang="zh-CN" altLang="en-US" b="1" dirty="0"/>
                <a:t>发送帧</a:t>
              </a:r>
            </a:p>
          </p:txBody>
        </p:sp>
        <p:cxnSp>
          <p:nvCxnSpPr>
            <p:cNvPr id="73" name="直接箭头连接符 72">
              <a:extLst>
                <a:ext uri="{FF2B5EF4-FFF2-40B4-BE49-F238E27FC236}">
                  <a16:creationId xmlns:a16="http://schemas.microsoft.com/office/drawing/2014/main" id="{7B8869AD-956A-4BAD-B1BE-AA2C5E0CC188}"/>
                </a:ext>
              </a:extLst>
            </p:cNvPr>
            <p:cNvCxnSpPr>
              <a:cxnSpLocks/>
              <a:stCxn id="11" idx="2"/>
              <a:endCxn id="62" idx="0"/>
            </p:cNvCxnSpPr>
            <p:nvPr/>
          </p:nvCxnSpPr>
          <p:spPr>
            <a:xfrm>
              <a:off x="4696748" y="4941752"/>
              <a:ext cx="0" cy="410071"/>
            </a:xfrm>
            <a:prstGeom prst="straightConnector1">
              <a:avLst/>
            </a:prstGeom>
            <a:ln w="12700">
              <a:solidFill>
                <a:schemeClr val="tx1"/>
              </a:solidFill>
              <a:tailEnd type="triangle"/>
            </a:ln>
          </p:spPr>
          <p:style>
            <a:lnRef idx="1">
              <a:schemeClr val="accent1"/>
            </a:lnRef>
            <a:fillRef idx="0">
              <a:schemeClr val="accent1"/>
            </a:fillRef>
            <a:effectRef idx="0">
              <a:schemeClr val="accent1"/>
            </a:effectRef>
            <a:fontRef idx="minor">
              <a:schemeClr val="tx1"/>
            </a:fontRef>
          </p:style>
        </p:cxnSp>
        <p:sp>
          <p:nvSpPr>
            <p:cNvPr id="84" name="文本框 83">
              <a:extLst>
                <a:ext uri="{FF2B5EF4-FFF2-40B4-BE49-F238E27FC236}">
                  <a16:creationId xmlns:a16="http://schemas.microsoft.com/office/drawing/2014/main" id="{692F5F67-9019-480B-80C9-30B4E7172CF0}"/>
                </a:ext>
              </a:extLst>
            </p:cNvPr>
            <p:cNvSpPr txBox="1"/>
            <p:nvPr/>
          </p:nvSpPr>
          <p:spPr>
            <a:xfrm>
              <a:off x="4559904" y="4861868"/>
              <a:ext cx="637749" cy="369332"/>
            </a:xfrm>
            <a:prstGeom prst="rect">
              <a:avLst/>
            </a:prstGeom>
            <a:noFill/>
          </p:spPr>
          <p:txBody>
            <a:bodyPr wrap="square" rtlCol="0">
              <a:spAutoFit/>
            </a:bodyPr>
            <a:lstStyle/>
            <a:p>
              <a:pPr algn="ctr"/>
              <a:r>
                <a:rPr lang="zh-CN" altLang="en-US" b="1" dirty="0"/>
                <a:t>是</a:t>
              </a:r>
            </a:p>
          </p:txBody>
        </p:sp>
      </p:grpSp>
      <p:grpSp>
        <p:nvGrpSpPr>
          <p:cNvPr id="77" name="组合 76">
            <a:extLst>
              <a:ext uri="{FF2B5EF4-FFF2-40B4-BE49-F238E27FC236}">
                <a16:creationId xmlns:a16="http://schemas.microsoft.com/office/drawing/2014/main" id="{1B6971EE-F977-4DA3-A9A0-44F6C9DC48DA}"/>
              </a:ext>
            </a:extLst>
          </p:cNvPr>
          <p:cNvGrpSpPr/>
          <p:nvPr/>
        </p:nvGrpSpPr>
        <p:grpSpPr>
          <a:xfrm>
            <a:off x="9727206" y="734232"/>
            <a:ext cx="2153414" cy="461665"/>
            <a:chOff x="9727206" y="734232"/>
            <a:chExt cx="2153414" cy="461665"/>
          </a:xfrm>
        </p:grpSpPr>
        <p:sp>
          <p:nvSpPr>
            <p:cNvPr id="79" name="矩形 78">
              <a:extLst>
                <a:ext uri="{FF2B5EF4-FFF2-40B4-BE49-F238E27FC236}">
                  <a16:creationId xmlns:a16="http://schemas.microsoft.com/office/drawing/2014/main" id="{23D339D1-2ECC-4222-BF66-5F8AC926D8C7}"/>
                </a:ext>
              </a:extLst>
            </p:cNvPr>
            <p:cNvSpPr/>
            <p:nvPr/>
          </p:nvSpPr>
          <p:spPr>
            <a:xfrm>
              <a:off x="9727206" y="757078"/>
              <a:ext cx="2153414" cy="400110"/>
            </a:xfrm>
            <a:prstGeom prst="rect">
              <a:avLst/>
            </a:prstGeom>
            <a:solidFill>
              <a:schemeClr val="accent5"/>
            </a:solidFill>
            <a:ln>
              <a:solidFill>
                <a:schemeClr val="accent5"/>
              </a:solidFill>
            </a:ln>
          </p:spPr>
          <p:style>
            <a:lnRef idx="2">
              <a:schemeClr val="accent5">
                <a:shade val="50000"/>
              </a:schemeClr>
            </a:lnRef>
            <a:fillRef idx="1">
              <a:schemeClr val="accent5"/>
            </a:fillRef>
            <a:effectRef idx="0">
              <a:schemeClr val="accent5"/>
            </a:effectRef>
            <a:fontRef idx="minor">
              <a:schemeClr val="lt1"/>
            </a:fontRef>
          </p:style>
          <p:txBody>
            <a:bodyPr rtlCol="0" anchor="ctr"/>
            <a:lstStyle/>
            <a:p>
              <a:pPr algn="ctr"/>
              <a:endParaRPr lang="zh-CN" altLang="en-US"/>
            </a:p>
          </p:txBody>
        </p:sp>
        <p:sp>
          <p:nvSpPr>
            <p:cNvPr id="80" name="文本框 79">
              <a:extLst>
                <a:ext uri="{FF2B5EF4-FFF2-40B4-BE49-F238E27FC236}">
                  <a16:creationId xmlns:a16="http://schemas.microsoft.com/office/drawing/2014/main" id="{644983D9-31FB-44F8-9DB3-5BFCAA2F4462}"/>
                </a:ext>
              </a:extLst>
            </p:cNvPr>
            <p:cNvSpPr txBox="1"/>
            <p:nvPr/>
          </p:nvSpPr>
          <p:spPr>
            <a:xfrm>
              <a:off x="9791788" y="772467"/>
              <a:ext cx="1598556" cy="400110"/>
            </a:xfrm>
            <a:prstGeom prst="rect">
              <a:avLst/>
            </a:prstGeom>
            <a:noFill/>
          </p:spPr>
          <p:txBody>
            <a:bodyPr wrap="square" rtlCol="0">
              <a:spAutoFit/>
            </a:bodyPr>
            <a:lstStyle/>
            <a:p>
              <a:pPr algn="ctr"/>
              <a:r>
                <a:rPr lang="zh-CN" altLang="en-US" sz="2000" b="1" dirty="0">
                  <a:solidFill>
                    <a:schemeClr val="bg1"/>
                  </a:solidFill>
                </a:rPr>
                <a:t>碰撞检测</a:t>
              </a:r>
            </a:p>
          </p:txBody>
        </p:sp>
        <p:sp>
          <p:nvSpPr>
            <p:cNvPr id="85" name="文本框 84">
              <a:extLst>
                <a:ext uri="{FF2B5EF4-FFF2-40B4-BE49-F238E27FC236}">
                  <a16:creationId xmlns:a16="http://schemas.microsoft.com/office/drawing/2014/main" id="{C1CFD963-D797-4467-A290-7E45A4D0B8B2}"/>
                </a:ext>
              </a:extLst>
            </p:cNvPr>
            <p:cNvSpPr txBox="1"/>
            <p:nvPr/>
          </p:nvSpPr>
          <p:spPr>
            <a:xfrm>
              <a:off x="11033742" y="734232"/>
              <a:ext cx="383192" cy="461665"/>
            </a:xfrm>
            <a:prstGeom prst="rect">
              <a:avLst/>
            </a:prstGeom>
            <a:noFill/>
          </p:spPr>
          <p:txBody>
            <a:bodyPr wrap="square">
              <a:spAutoFit/>
            </a:bodyPr>
            <a:lstStyle/>
            <a:p>
              <a:r>
                <a:rPr lang="en-US" altLang="zh-CN" sz="2400" b="1" dirty="0">
                  <a:solidFill>
                    <a:schemeClr val="bg1"/>
                  </a:solidFill>
                  <a:latin typeface="Arial Narrow" panose="020B0606020202030204" pitchFamily="34" charset="0"/>
                </a:rPr>
                <a:t>C</a:t>
              </a:r>
              <a:endParaRPr lang="zh-CN" altLang="en-US" sz="2400" dirty="0">
                <a:solidFill>
                  <a:schemeClr val="bg1"/>
                </a:solidFill>
              </a:endParaRPr>
            </a:p>
          </p:txBody>
        </p:sp>
        <p:sp>
          <p:nvSpPr>
            <p:cNvPr id="86" name="文本框 85">
              <a:extLst>
                <a:ext uri="{FF2B5EF4-FFF2-40B4-BE49-F238E27FC236}">
                  <a16:creationId xmlns:a16="http://schemas.microsoft.com/office/drawing/2014/main" id="{BA726DB0-C965-40B9-B603-AEA447E38417}"/>
                </a:ext>
              </a:extLst>
            </p:cNvPr>
            <p:cNvSpPr txBox="1"/>
            <p:nvPr/>
          </p:nvSpPr>
          <p:spPr>
            <a:xfrm>
              <a:off x="11260686" y="734232"/>
              <a:ext cx="383192" cy="461665"/>
            </a:xfrm>
            <a:prstGeom prst="rect">
              <a:avLst/>
            </a:prstGeom>
            <a:noFill/>
          </p:spPr>
          <p:txBody>
            <a:bodyPr wrap="square">
              <a:spAutoFit/>
            </a:bodyPr>
            <a:lstStyle/>
            <a:p>
              <a:r>
                <a:rPr lang="en-US" altLang="zh-CN" sz="2400" b="1" dirty="0">
                  <a:solidFill>
                    <a:schemeClr val="bg1"/>
                  </a:solidFill>
                  <a:latin typeface="Arial Narrow" panose="020B0606020202030204" pitchFamily="34" charset="0"/>
                </a:rPr>
                <a:t>D</a:t>
              </a:r>
              <a:endParaRPr lang="zh-CN" altLang="en-US" sz="2400" dirty="0">
                <a:solidFill>
                  <a:schemeClr val="bg1"/>
                </a:solidFill>
              </a:endParaRPr>
            </a:p>
          </p:txBody>
        </p:sp>
      </p:grpSp>
    </p:spTree>
    <p:custDataLst>
      <p:tags r:id="rId1"/>
    </p:custDataLst>
    <p:extLst>
      <p:ext uri="{BB962C8B-B14F-4D97-AF65-F5344CB8AC3E}">
        <p14:creationId xmlns:p14="http://schemas.microsoft.com/office/powerpoint/2010/main" val="3796607505"/>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2" presetClass="entr" presetSubtype="8" fill="hold" nodeType="withEffect">
                                  <p:stCondLst>
                                    <p:cond delay="0"/>
                                  </p:stCondLst>
                                  <p:childTnLst>
                                    <p:set>
                                      <p:cBhvr>
                                        <p:cTn id="6" dur="1" fill="hold">
                                          <p:stCondLst>
                                            <p:cond delay="0"/>
                                          </p:stCondLst>
                                        </p:cTn>
                                        <p:tgtEl>
                                          <p:spTgt spid="77"/>
                                        </p:tgtEl>
                                        <p:attrNameLst>
                                          <p:attrName>style.visibility</p:attrName>
                                        </p:attrNameLst>
                                      </p:cBhvr>
                                      <p:to>
                                        <p:strVal val="visible"/>
                                      </p:to>
                                    </p:set>
                                    <p:animEffect transition="in" filter="wipe(left)">
                                      <p:cBhvr>
                                        <p:cTn id="7" dur="1000"/>
                                        <p:tgtEl>
                                          <p:spTgt spid="77"/>
                                        </p:tgtEl>
                                      </p:cBhvr>
                                    </p:animEffect>
                                  </p:childTnLst>
                                </p:cTn>
                              </p:par>
                            </p:childTnLst>
                          </p:cTn>
                        </p:par>
                      </p:childTnLst>
                    </p:cTn>
                  </p:par>
                  <p:par>
                    <p:cTn id="8" fill="hold">
                      <p:stCondLst>
                        <p:cond delay="indefinite"/>
                      </p:stCondLst>
                      <p:childTnLst>
                        <p:par>
                          <p:cTn id="9" fill="hold">
                            <p:stCondLst>
                              <p:cond delay="0"/>
                            </p:stCondLst>
                            <p:childTnLst>
                              <p:par>
                                <p:cTn id="10" presetID="22" presetClass="entr" presetSubtype="2" fill="hold" nodeType="clickEffect">
                                  <p:stCondLst>
                                    <p:cond delay="0"/>
                                  </p:stCondLst>
                                  <p:childTnLst>
                                    <p:set>
                                      <p:cBhvr>
                                        <p:cTn id="11" dur="1" fill="hold">
                                          <p:stCondLst>
                                            <p:cond delay="0"/>
                                          </p:stCondLst>
                                        </p:cTn>
                                        <p:tgtEl>
                                          <p:spTgt spid="17"/>
                                        </p:tgtEl>
                                        <p:attrNameLst>
                                          <p:attrName>style.visibility</p:attrName>
                                        </p:attrNameLst>
                                      </p:cBhvr>
                                      <p:to>
                                        <p:strVal val="visible"/>
                                      </p:to>
                                    </p:set>
                                    <p:animEffect transition="in" filter="wipe(right)">
                                      <p:cBhvr>
                                        <p:cTn id="12" dur="500"/>
                                        <p:tgtEl>
                                          <p:spTgt spid="17"/>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30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8" name="文本框 17">
            <a:extLst>
              <a:ext uri="{FF2B5EF4-FFF2-40B4-BE49-F238E27FC236}">
                <a16:creationId xmlns:a16="http://schemas.microsoft.com/office/drawing/2014/main" id="{4AC905B5-E37D-4CD0-B6B2-1965BBA4AEF4}"/>
              </a:ext>
            </a:extLst>
          </p:cNvPr>
          <p:cNvSpPr txBox="1"/>
          <p:nvPr/>
        </p:nvSpPr>
        <p:spPr>
          <a:xfrm>
            <a:off x="6458637" y="2990060"/>
            <a:ext cx="2957055" cy="646331"/>
          </a:xfrm>
          <a:prstGeom prst="rect">
            <a:avLst/>
          </a:prstGeom>
          <a:noFill/>
        </p:spPr>
        <p:txBody>
          <a:bodyPr wrap="square" rtlCol="0">
            <a:spAutoFit/>
          </a:bodyPr>
          <a:lstStyle/>
          <a:p>
            <a:pPr algn="ctr"/>
            <a:r>
              <a:rPr lang="zh-CN" altLang="en-US" b="1" dirty="0">
                <a:solidFill>
                  <a:schemeClr val="accent1">
                    <a:lumMod val="75000"/>
                  </a:schemeClr>
                </a:solidFill>
                <a:latin typeface="+mn-ea"/>
              </a:rPr>
              <a:t>检测到总线空闲</a:t>
            </a:r>
            <a:endParaRPr lang="en-US" altLang="zh-CN" b="1" dirty="0">
              <a:solidFill>
                <a:schemeClr val="accent1">
                  <a:lumMod val="75000"/>
                </a:schemeClr>
              </a:solidFill>
              <a:latin typeface="+mn-ea"/>
            </a:endParaRPr>
          </a:p>
          <a:p>
            <a:pPr algn="ctr"/>
            <a:r>
              <a:rPr lang="zh-CN" altLang="en-US" b="1" dirty="0">
                <a:solidFill>
                  <a:schemeClr val="accent1">
                    <a:lumMod val="75000"/>
                  </a:schemeClr>
                </a:solidFill>
                <a:latin typeface="+mn-ea"/>
              </a:rPr>
              <a:t>但总线实际上并不空闲</a:t>
            </a:r>
          </a:p>
        </p:txBody>
      </p:sp>
      <p:grpSp>
        <p:nvGrpSpPr>
          <p:cNvPr id="88" name="组合 87">
            <a:extLst>
              <a:ext uri="{FF2B5EF4-FFF2-40B4-BE49-F238E27FC236}">
                <a16:creationId xmlns:a16="http://schemas.microsoft.com/office/drawing/2014/main" id="{2D4D13F7-4CBE-47B5-8B83-1350ED32D98B}"/>
              </a:ext>
            </a:extLst>
          </p:cNvPr>
          <p:cNvGrpSpPr/>
          <p:nvPr/>
        </p:nvGrpSpPr>
        <p:grpSpPr>
          <a:xfrm>
            <a:off x="7379284" y="2262879"/>
            <a:ext cx="1214008" cy="700697"/>
            <a:chOff x="7264170" y="2492318"/>
            <a:chExt cx="1214008" cy="700697"/>
          </a:xfrm>
        </p:grpSpPr>
        <p:sp>
          <p:nvSpPr>
            <p:cNvPr id="91" name="iconfont-1141-850533">
              <a:extLst>
                <a:ext uri="{FF2B5EF4-FFF2-40B4-BE49-F238E27FC236}">
                  <a16:creationId xmlns:a16="http://schemas.microsoft.com/office/drawing/2014/main" id="{915BFFFA-F5FD-4DDB-8B70-3BCEE535E26E}"/>
                </a:ext>
              </a:extLst>
            </p:cNvPr>
            <p:cNvSpPr/>
            <p:nvPr/>
          </p:nvSpPr>
          <p:spPr>
            <a:xfrm>
              <a:off x="7518691" y="2518630"/>
              <a:ext cx="228556" cy="228556"/>
            </a:xfrm>
            <a:custGeom>
              <a:avLst/>
              <a:gdLst>
                <a:gd name="T0" fmla="*/ 10400 w 12800"/>
                <a:gd name="T1" fmla="*/ 10400 h 12800"/>
                <a:gd name="T2" fmla="*/ 10400 w 12800"/>
                <a:gd name="T3" fmla="*/ 10400 h 12800"/>
                <a:gd name="T4" fmla="*/ 10400 w 12800"/>
                <a:gd name="T5" fmla="*/ 2400 h 12800"/>
                <a:gd name="T6" fmla="*/ 9600 w 12800"/>
                <a:gd name="T7" fmla="*/ 1600 h 12800"/>
                <a:gd name="T8" fmla="*/ 8800 w 12800"/>
                <a:gd name="T9" fmla="*/ 2400 h 12800"/>
                <a:gd name="T10" fmla="*/ 8800 w 12800"/>
                <a:gd name="T11" fmla="*/ 10400 h 12800"/>
                <a:gd name="T12" fmla="*/ 8800 w 12800"/>
                <a:gd name="T13" fmla="*/ 10400 h 12800"/>
                <a:gd name="T14" fmla="*/ 6400 w 12800"/>
                <a:gd name="T15" fmla="*/ 12800 h 12800"/>
                <a:gd name="T16" fmla="*/ 4000 w 12800"/>
                <a:gd name="T17" fmla="*/ 10400 h 12800"/>
                <a:gd name="T18" fmla="*/ 4000 w 12800"/>
                <a:gd name="T19" fmla="*/ 2400 h 12800"/>
                <a:gd name="T20" fmla="*/ 3200 w 12800"/>
                <a:gd name="T21" fmla="*/ 1600 h 12800"/>
                <a:gd name="T22" fmla="*/ 2400 w 12800"/>
                <a:gd name="T23" fmla="*/ 2400 h 12800"/>
                <a:gd name="T24" fmla="*/ 2400 w 12800"/>
                <a:gd name="T25" fmla="*/ 10400 h 12800"/>
                <a:gd name="T26" fmla="*/ 2400 w 12800"/>
                <a:gd name="T27" fmla="*/ 10400 h 12800"/>
                <a:gd name="T28" fmla="*/ 0 w 12800"/>
                <a:gd name="T29" fmla="*/ 12800 h 12800"/>
                <a:gd name="T30" fmla="*/ 0 w 12800"/>
                <a:gd name="T31" fmla="*/ 11200 h 12800"/>
                <a:gd name="T32" fmla="*/ 800 w 12800"/>
                <a:gd name="T33" fmla="*/ 10400 h 12800"/>
                <a:gd name="T34" fmla="*/ 800 w 12800"/>
                <a:gd name="T35" fmla="*/ 10400 h 12800"/>
                <a:gd name="T36" fmla="*/ 800 w 12800"/>
                <a:gd name="T37" fmla="*/ 2400 h 12800"/>
                <a:gd name="T38" fmla="*/ 3200 w 12800"/>
                <a:gd name="T39" fmla="*/ 0 h 12800"/>
                <a:gd name="T40" fmla="*/ 5600 w 12800"/>
                <a:gd name="T41" fmla="*/ 2400 h 12800"/>
                <a:gd name="T42" fmla="*/ 5600 w 12800"/>
                <a:gd name="T43" fmla="*/ 10400 h 12800"/>
                <a:gd name="T44" fmla="*/ 6400 w 12800"/>
                <a:gd name="T45" fmla="*/ 11200 h 12800"/>
                <a:gd name="T46" fmla="*/ 7200 w 12800"/>
                <a:gd name="T47" fmla="*/ 10400 h 12800"/>
                <a:gd name="T48" fmla="*/ 7200 w 12800"/>
                <a:gd name="T49" fmla="*/ 2400 h 12800"/>
                <a:gd name="T50" fmla="*/ 7200 w 12800"/>
                <a:gd name="T51" fmla="*/ 2400 h 12800"/>
                <a:gd name="T52" fmla="*/ 9600 w 12800"/>
                <a:gd name="T53" fmla="*/ 0 h 12800"/>
                <a:gd name="T54" fmla="*/ 12000 w 12800"/>
                <a:gd name="T55" fmla="*/ 2400 h 12800"/>
                <a:gd name="T56" fmla="*/ 12000 w 12800"/>
                <a:gd name="T57" fmla="*/ 10400 h 12800"/>
                <a:gd name="T58" fmla="*/ 12800 w 12800"/>
                <a:gd name="T59" fmla="*/ 11200 h 12800"/>
                <a:gd name="T60" fmla="*/ 12800 w 12800"/>
                <a:gd name="T61" fmla="*/ 12800 h 12800"/>
                <a:gd name="T62" fmla="*/ 10400 w 12800"/>
                <a:gd name="T63" fmla="*/ 10400 h 128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12800" h="12800">
                  <a:moveTo>
                    <a:pt x="10400" y="10400"/>
                  </a:moveTo>
                  <a:lnTo>
                    <a:pt x="10400" y="10400"/>
                  </a:lnTo>
                  <a:lnTo>
                    <a:pt x="10400" y="2400"/>
                  </a:lnTo>
                  <a:cubicBezTo>
                    <a:pt x="10400" y="1958"/>
                    <a:pt x="10042" y="1600"/>
                    <a:pt x="9600" y="1600"/>
                  </a:cubicBezTo>
                  <a:cubicBezTo>
                    <a:pt x="9158" y="1600"/>
                    <a:pt x="8800" y="1958"/>
                    <a:pt x="8800" y="2400"/>
                  </a:cubicBezTo>
                  <a:lnTo>
                    <a:pt x="8800" y="10400"/>
                  </a:lnTo>
                  <a:lnTo>
                    <a:pt x="8800" y="10400"/>
                  </a:lnTo>
                  <a:cubicBezTo>
                    <a:pt x="8800" y="11725"/>
                    <a:pt x="7726" y="12800"/>
                    <a:pt x="6400" y="12800"/>
                  </a:cubicBezTo>
                  <a:cubicBezTo>
                    <a:pt x="5074" y="12800"/>
                    <a:pt x="4000" y="11725"/>
                    <a:pt x="4000" y="10400"/>
                  </a:cubicBezTo>
                  <a:lnTo>
                    <a:pt x="4000" y="2400"/>
                  </a:lnTo>
                  <a:cubicBezTo>
                    <a:pt x="4000" y="1958"/>
                    <a:pt x="3642" y="1600"/>
                    <a:pt x="3200" y="1600"/>
                  </a:cubicBezTo>
                  <a:cubicBezTo>
                    <a:pt x="2758" y="1600"/>
                    <a:pt x="2400" y="1958"/>
                    <a:pt x="2400" y="2400"/>
                  </a:cubicBezTo>
                  <a:lnTo>
                    <a:pt x="2400" y="10400"/>
                  </a:lnTo>
                  <a:lnTo>
                    <a:pt x="2400" y="10400"/>
                  </a:lnTo>
                  <a:cubicBezTo>
                    <a:pt x="2400" y="11725"/>
                    <a:pt x="1326" y="12800"/>
                    <a:pt x="0" y="12800"/>
                  </a:cubicBezTo>
                  <a:lnTo>
                    <a:pt x="0" y="11200"/>
                  </a:lnTo>
                  <a:cubicBezTo>
                    <a:pt x="442" y="11200"/>
                    <a:pt x="800" y="10842"/>
                    <a:pt x="800" y="10400"/>
                  </a:cubicBezTo>
                  <a:lnTo>
                    <a:pt x="800" y="10400"/>
                  </a:lnTo>
                  <a:lnTo>
                    <a:pt x="800" y="2400"/>
                  </a:lnTo>
                  <a:cubicBezTo>
                    <a:pt x="800" y="1074"/>
                    <a:pt x="1874" y="0"/>
                    <a:pt x="3200" y="0"/>
                  </a:cubicBezTo>
                  <a:cubicBezTo>
                    <a:pt x="4526" y="0"/>
                    <a:pt x="5600" y="1074"/>
                    <a:pt x="5600" y="2400"/>
                  </a:cubicBezTo>
                  <a:lnTo>
                    <a:pt x="5600" y="10400"/>
                  </a:lnTo>
                  <a:cubicBezTo>
                    <a:pt x="5600" y="10842"/>
                    <a:pt x="5958" y="11200"/>
                    <a:pt x="6400" y="11200"/>
                  </a:cubicBezTo>
                  <a:cubicBezTo>
                    <a:pt x="6842" y="11200"/>
                    <a:pt x="7200" y="10842"/>
                    <a:pt x="7200" y="10400"/>
                  </a:cubicBezTo>
                  <a:lnTo>
                    <a:pt x="7200" y="2400"/>
                  </a:lnTo>
                  <a:lnTo>
                    <a:pt x="7200" y="2400"/>
                  </a:lnTo>
                  <a:cubicBezTo>
                    <a:pt x="7200" y="1074"/>
                    <a:pt x="8274" y="0"/>
                    <a:pt x="9600" y="0"/>
                  </a:cubicBezTo>
                  <a:cubicBezTo>
                    <a:pt x="10926" y="0"/>
                    <a:pt x="12000" y="1074"/>
                    <a:pt x="12000" y="2400"/>
                  </a:cubicBezTo>
                  <a:lnTo>
                    <a:pt x="12000" y="10400"/>
                  </a:lnTo>
                  <a:cubicBezTo>
                    <a:pt x="12000" y="10842"/>
                    <a:pt x="12358" y="11200"/>
                    <a:pt x="12800" y="11200"/>
                  </a:cubicBezTo>
                  <a:lnTo>
                    <a:pt x="12800" y="12800"/>
                  </a:lnTo>
                  <a:cubicBezTo>
                    <a:pt x="11474" y="12800"/>
                    <a:pt x="10400" y="11725"/>
                    <a:pt x="10400" y="10400"/>
                  </a:cubicBezTo>
                  <a:close/>
                </a:path>
              </a:pathLst>
            </a:custGeom>
            <a:solidFill>
              <a:schemeClr val="tx1"/>
            </a:solidFill>
            <a:ln>
              <a:solidFill>
                <a:schemeClr val="accent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92" name="iconfont-11673-5560710">
              <a:extLst>
                <a:ext uri="{FF2B5EF4-FFF2-40B4-BE49-F238E27FC236}">
                  <a16:creationId xmlns:a16="http://schemas.microsoft.com/office/drawing/2014/main" id="{AD83CC09-AD99-45A9-A850-D98DD716B91E}"/>
                </a:ext>
              </a:extLst>
            </p:cNvPr>
            <p:cNvSpPr/>
            <p:nvPr/>
          </p:nvSpPr>
          <p:spPr>
            <a:xfrm>
              <a:off x="7780728" y="2492318"/>
              <a:ext cx="377363" cy="377363"/>
            </a:xfrm>
            <a:custGeom>
              <a:avLst/>
              <a:gdLst>
                <a:gd name="connsiteX0" fmla="*/ 409852 w 609586"/>
                <a:gd name="connsiteY0" fmla="*/ 390766 h 609586"/>
                <a:gd name="connsiteX1" fmla="*/ 396374 w 609586"/>
                <a:gd name="connsiteY1" fmla="*/ 396374 h 609586"/>
                <a:gd name="connsiteX2" fmla="*/ 396374 w 609586"/>
                <a:gd name="connsiteY2" fmla="*/ 423329 h 609586"/>
                <a:gd name="connsiteX3" fmla="*/ 558009 w 609586"/>
                <a:gd name="connsiteY3" fmla="*/ 584964 h 609586"/>
                <a:gd name="connsiteX4" fmla="*/ 584964 w 609586"/>
                <a:gd name="connsiteY4" fmla="*/ 584964 h 609586"/>
                <a:gd name="connsiteX5" fmla="*/ 590536 w 609586"/>
                <a:gd name="connsiteY5" fmla="*/ 571487 h 609586"/>
                <a:gd name="connsiteX6" fmla="*/ 584964 w 609586"/>
                <a:gd name="connsiteY6" fmla="*/ 558009 h 609586"/>
                <a:gd name="connsiteX7" fmla="*/ 423329 w 609586"/>
                <a:gd name="connsiteY7" fmla="*/ 396374 h 609586"/>
                <a:gd name="connsiteX8" fmla="*/ 409852 w 609586"/>
                <a:gd name="connsiteY8" fmla="*/ 390766 h 609586"/>
                <a:gd name="connsiteX9" fmla="*/ 199987 w 609586"/>
                <a:gd name="connsiteY9" fmla="*/ 76185 h 609586"/>
                <a:gd name="connsiteX10" fmla="*/ 76185 w 609586"/>
                <a:gd name="connsiteY10" fmla="*/ 199988 h 609586"/>
                <a:gd name="connsiteX11" fmla="*/ 199987 w 609586"/>
                <a:gd name="connsiteY11" fmla="*/ 323790 h 609586"/>
                <a:gd name="connsiteX12" fmla="*/ 323790 w 609586"/>
                <a:gd name="connsiteY12" fmla="*/ 199988 h 609586"/>
                <a:gd name="connsiteX13" fmla="*/ 199987 w 609586"/>
                <a:gd name="connsiteY13" fmla="*/ 76185 h 609586"/>
                <a:gd name="connsiteX14" fmla="*/ 199987 w 609586"/>
                <a:gd name="connsiteY14" fmla="*/ 57139 h 609586"/>
                <a:gd name="connsiteX15" fmla="*/ 342836 w 609586"/>
                <a:gd name="connsiteY15" fmla="*/ 199988 h 609586"/>
                <a:gd name="connsiteX16" fmla="*/ 199987 w 609586"/>
                <a:gd name="connsiteY16" fmla="*/ 342836 h 609586"/>
                <a:gd name="connsiteX17" fmla="*/ 57139 w 609586"/>
                <a:gd name="connsiteY17" fmla="*/ 199988 h 609586"/>
                <a:gd name="connsiteX18" fmla="*/ 199987 w 609586"/>
                <a:gd name="connsiteY18" fmla="*/ 57139 h 609586"/>
                <a:gd name="connsiteX19" fmla="*/ 200020 w 609586"/>
                <a:gd name="connsiteY19" fmla="*/ 19050 h 609586"/>
                <a:gd name="connsiteX20" fmla="*/ 19050 w 609586"/>
                <a:gd name="connsiteY20" fmla="*/ 200020 h 609586"/>
                <a:gd name="connsiteX21" fmla="*/ 200020 w 609586"/>
                <a:gd name="connsiteY21" fmla="*/ 380991 h 609586"/>
                <a:gd name="connsiteX22" fmla="*/ 380991 w 609586"/>
                <a:gd name="connsiteY22" fmla="*/ 200020 h 609586"/>
                <a:gd name="connsiteX23" fmla="*/ 200020 w 609586"/>
                <a:gd name="connsiteY23" fmla="*/ 19050 h 609586"/>
                <a:gd name="connsiteX24" fmla="*/ 200020 w 609586"/>
                <a:gd name="connsiteY24" fmla="*/ 0 h 609586"/>
                <a:gd name="connsiteX25" fmla="*/ 400041 w 609586"/>
                <a:gd name="connsiteY25" fmla="*/ 200020 h 609586"/>
                <a:gd name="connsiteX26" fmla="*/ 347464 w 609586"/>
                <a:gd name="connsiteY26" fmla="*/ 334701 h 609586"/>
                <a:gd name="connsiteX27" fmla="*/ 349655 w 609586"/>
                <a:gd name="connsiteY27" fmla="*/ 336177 h 609586"/>
                <a:gd name="connsiteX28" fmla="*/ 390707 w 609586"/>
                <a:gd name="connsiteY28" fmla="*/ 377229 h 609586"/>
                <a:gd name="connsiteX29" fmla="*/ 436806 w 609586"/>
                <a:gd name="connsiteY29" fmla="*/ 382896 h 609586"/>
                <a:gd name="connsiteX30" fmla="*/ 598442 w 609586"/>
                <a:gd name="connsiteY30" fmla="*/ 544532 h 609586"/>
                <a:gd name="connsiteX31" fmla="*/ 609586 w 609586"/>
                <a:gd name="connsiteY31" fmla="*/ 571487 h 609586"/>
                <a:gd name="connsiteX32" fmla="*/ 598442 w 609586"/>
                <a:gd name="connsiteY32" fmla="*/ 598442 h 609586"/>
                <a:gd name="connsiteX33" fmla="*/ 571487 w 609586"/>
                <a:gd name="connsiteY33" fmla="*/ 609586 h 609586"/>
                <a:gd name="connsiteX34" fmla="*/ 544579 w 609586"/>
                <a:gd name="connsiteY34" fmla="*/ 598442 h 609586"/>
                <a:gd name="connsiteX35" fmla="*/ 382944 w 609586"/>
                <a:gd name="connsiteY35" fmla="*/ 436806 h 609586"/>
                <a:gd name="connsiteX36" fmla="*/ 377134 w 609586"/>
                <a:gd name="connsiteY36" fmla="*/ 390611 h 609586"/>
                <a:gd name="connsiteX37" fmla="*/ 336177 w 609586"/>
                <a:gd name="connsiteY37" fmla="*/ 349655 h 609586"/>
                <a:gd name="connsiteX38" fmla="*/ 334701 w 609586"/>
                <a:gd name="connsiteY38" fmla="*/ 347464 h 609586"/>
                <a:gd name="connsiteX39" fmla="*/ 200020 w 609586"/>
                <a:gd name="connsiteY39" fmla="*/ 400041 h 609586"/>
                <a:gd name="connsiteX40" fmla="*/ 0 w 609586"/>
                <a:gd name="connsiteY40" fmla="*/ 200020 h 609586"/>
                <a:gd name="connsiteX41" fmla="*/ 200020 w 609586"/>
                <a:gd name="connsiteY41" fmla="*/ 0 h 60958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Lst>
              <a:rect l="l" t="t" r="r" b="b"/>
              <a:pathLst>
                <a:path w="609586" h="609586">
                  <a:moveTo>
                    <a:pt x="409852" y="390766"/>
                  </a:moveTo>
                  <a:cubicBezTo>
                    <a:pt x="404970" y="390766"/>
                    <a:pt x="400089" y="392635"/>
                    <a:pt x="396374" y="396374"/>
                  </a:cubicBezTo>
                  <a:cubicBezTo>
                    <a:pt x="388897" y="403803"/>
                    <a:pt x="388897" y="415900"/>
                    <a:pt x="396374" y="423329"/>
                  </a:cubicBezTo>
                  <a:lnTo>
                    <a:pt x="558009" y="584964"/>
                  </a:lnTo>
                  <a:cubicBezTo>
                    <a:pt x="565581" y="592156"/>
                    <a:pt x="577392" y="592156"/>
                    <a:pt x="584964" y="584964"/>
                  </a:cubicBezTo>
                  <a:cubicBezTo>
                    <a:pt x="588536" y="581345"/>
                    <a:pt x="590536" y="576583"/>
                    <a:pt x="590536" y="571487"/>
                  </a:cubicBezTo>
                  <a:cubicBezTo>
                    <a:pt x="590536" y="566391"/>
                    <a:pt x="588536" y="561629"/>
                    <a:pt x="584964" y="558009"/>
                  </a:cubicBezTo>
                  <a:lnTo>
                    <a:pt x="423329" y="396374"/>
                  </a:lnTo>
                  <a:cubicBezTo>
                    <a:pt x="419614" y="392635"/>
                    <a:pt x="414733" y="390766"/>
                    <a:pt x="409852" y="390766"/>
                  </a:cubicBezTo>
                  <a:close/>
                  <a:moveTo>
                    <a:pt x="199987" y="76185"/>
                  </a:moveTo>
                  <a:cubicBezTo>
                    <a:pt x="131706" y="76185"/>
                    <a:pt x="76185" y="131706"/>
                    <a:pt x="76185" y="199988"/>
                  </a:cubicBezTo>
                  <a:cubicBezTo>
                    <a:pt x="76185" y="268269"/>
                    <a:pt x="131706" y="323790"/>
                    <a:pt x="199987" y="323790"/>
                  </a:cubicBezTo>
                  <a:cubicBezTo>
                    <a:pt x="268269" y="323790"/>
                    <a:pt x="323790" y="268269"/>
                    <a:pt x="323790" y="199988"/>
                  </a:cubicBezTo>
                  <a:cubicBezTo>
                    <a:pt x="323790" y="131706"/>
                    <a:pt x="268269" y="76185"/>
                    <a:pt x="199987" y="76185"/>
                  </a:cubicBezTo>
                  <a:close/>
                  <a:moveTo>
                    <a:pt x="199987" y="57139"/>
                  </a:moveTo>
                  <a:cubicBezTo>
                    <a:pt x="278745" y="57139"/>
                    <a:pt x="342836" y="121230"/>
                    <a:pt x="342836" y="199988"/>
                  </a:cubicBezTo>
                  <a:cubicBezTo>
                    <a:pt x="342836" y="278745"/>
                    <a:pt x="278745" y="342836"/>
                    <a:pt x="199987" y="342836"/>
                  </a:cubicBezTo>
                  <a:cubicBezTo>
                    <a:pt x="121230" y="342836"/>
                    <a:pt x="57139" y="278745"/>
                    <a:pt x="57139" y="199988"/>
                  </a:cubicBezTo>
                  <a:cubicBezTo>
                    <a:pt x="57139" y="121230"/>
                    <a:pt x="121230" y="57139"/>
                    <a:pt x="199987" y="57139"/>
                  </a:cubicBezTo>
                  <a:close/>
                  <a:moveTo>
                    <a:pt x="200020" y="19050"/>
                  </a:moveTo>
                  <a:cubicBezTo>
                    <a:pt x="100248" y="19050"/>
                    <a:pt x="19050" y="100248"/>
                    <a:pt x="19050" y="200020"/>
                  </a:cubicBezTo>
                  <a:cubicBezTo>
                    <a:pt x="19050" y="299793"/>
                    <a:pt x="100248" y="380991"/>
                    <a:pt x="200020" y="380991"/>
                  </a:cubicBezTo>
                  <a:cubicBezTo>
                    <a:pt x="299793" y="380991"/>
                    <a:pt x="380991" y="299793"/>
                    <a:pt x="380991" y="200020"/>
                  </a:cubicBezTo>
                  <a:cubicBezTo>
                    <a:pt x="380991" y="100248"/>
                    <a:pt x="299793" y="19050"/>
                    <a:pt x="200020" y="19050"/>
                  </a:cubicBezTo>
                  <a:close/>
                  <a:moveTo>
                    <a:pt x="200020" y="0"/>
                  </a:moveTo>
                  <a:cubicBezTo>
                    <a:pt x="310317" y="0"/>
                    <a:pt x="400041" y="89723"/>
                    <a:pt x="400041" y="200020"/>
                  </a:cubicBezTo>
                  <a:cubicBezTo>
                    <a:pt x="400041" y="249930"/>
                    <a:pt x="381277" y="297983"/>
                    <a:pt x="347464" y="334701"/>
                  </a:cubicBezTo>
                  <a:cubicBezTo>
                    <a:pt x="348226" y="335129"/>
                    <a:pt x="348988" y="335510"/>
                    <a:pt x="349655" y="336177"/>
                  </a:cubicBezTo>
                  <a:lnTo>
                    <a:pt x="390707" y="377229"/>
                  </a:lnTo>
                  <a:cubicBezTo>
                    <a:pt x="405184" y="369038"/>
                    <a:pt x="424710" y="370847"/>
                    <a:pt x="436806" y="382896"/>
                  </a:cubicBezTo>
                  <a:lnTo>
                    <a:pt x="598442" y="544532"/>
                  </a:lnTo>
                  <a:cubicBezTo>
                    <a:pt x="605633" y="551771"/>
                    <a:pt x="609586" y="561295"/>
                    <a:pt x="609586" y="571487"/>
                  </a:cubicBezTo>
                  <a:cubicBezTo>
                    <a:pt x="609586" y="581678"/>
                    <a:pt x="605633" y="591203"/>
                    <a:pt x="598442" y="598442"/>
                  </a:cubicBezTo>
                  <a:cubicBezTo>
                    <a:pt x="591203" y="605633"/>
                    <a:pt x="581678" y="609586"/>
                    <a:pt x="571487" y="609586"/>
                  </a:cubicBezTo>
                  <a:cubicBezTo>
                    <a:pt x="561295" y="609586"/>
                    <a:pt x="551771" y="605633"/>
                    <a:pt x="544579" y="598442"/>
                  </a:cubicBezTo>
                  <a:lnTo>
                    <a:pt x="382944" y="436806"/>
                  </a:lnTo>
                  <a:cubicBezTo>
                    <a:pt x="370562" y="424615"/>
                    <a:pt x="368180" y="405518"/>
                    <a:pt x="377134" y="390611"/>
                  </a:cubicBezTo>
                  <a:lnTo>
                    <a:pt x="336177" y="349655"/>
                  </a:lnTo>
                  <a:cubicBezTo>
                    <a:pt x="335510" y="348988"/>
                    <a:pt x="335129" y="348226"/>
                    <a:pt x="334701" y="347464"/>
                  </a:cubicBezTo>
                  <a:cubicBezTo>
                    <a:pt x="299126" y="379991"/>
                    <a:pt x="251930" y="400041"/>
                    <a:pt x="200020" y="400041"/>
                  </a:cubicBezTo>
                  <a:cubicBezTo>
                    <a:pt x="89723" y="400041"/>
                    <a:pt x="0" y="310317"/>
                    <a:pt x="0" y="200020"/>
                  </a:cubicBezTo>
                  <a:cubicBezTo>
                    <a:pt x="0" y="89723"/>
                    <a:pt x="89723" y="0"/>
                    <a:pt x="200020" y="0"/>
                  </a:cubicBezTo>
                  <a:close/>
                </a:path>
              </a:pathLst>
            </a:cu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93" name="文本框 92">
              <a:extLst>
                <a:ext uri="{FF2B5EF4-FFF2-40B4-BE49-F238E27FC236}">
                  <a16:creationId xmlns:a16="http://schemas.microsoft.com/office/drawing/2014/main" id="{ED39C18C-D21E-4C22-84EB-DE4099A3A216}"/>
                </a:ext>
              </a:extLst>
            </p:cNvPr>
            <p:cNvSpPr txBox="1"/>
            <p:nvPr/>
          </p:nvSpPr>
          <p:spPr>
            <a:xfrm>
              <a:off x="7264170" y="2823683"/>
              <a:ext cx="1214008" cy="369332"/>
            </a:xfrm>
            <a:prstGeom prst="rect">
              <a:avLst/>
            </a:prstGeom>
            <a:noFill/>
          </p:spPr>
          <p:txBody>
            <a:bodyPr wrap="square" rtlCol="0">
              <a:spAutoFit/>
            </a:bodyPr>
            <a:lstStyle/>
            <a:p>
              <a:r>
                <a:rPr lang="zh-CN" altLang="en-US" b="1" dirty="0"/>
                <a:t>载波监听</a:t>
              </a:r>
            </a:p>
          </p:txBody>
        </p:sp>
      </p:grpSp>
      <p:sp>
        <p:nvSpPr>
          <p:cNvPr id="10" name="矩形 9">
            <a:extLst>
              <a:ext uri="{FF2B5EF4-FFF2-40B4-BE49-F238E27FC236}">
                <a16:creationId xmlns:a16="http://schemas.microsoft.com/office/drawing/2014/main" id="{817E4DA6-B50E-48FD-8638-9AAD694A90D7}"/>
              </a:ext>
            </a:extLst>
          </p:cNvPr>
          <p:cNvSpPr/>
          <p:nvPr/>
        </p:nvSpPr>
        <p:spPr>
          <a:xfrm>
            <a:off x="3618340" y="3193559"/>
            <a:ext cx="2156815" cy="335494"/>
          </a:xfrm>
          <a:prstGeom prst="rect">
            <a:avLst/>
          </a:prstGeom>
        </p:spPr>
        <p:style>
          <a:lnRef idx="2">
            <a:schemeClr val="accent3">
              <a:shade val="50000"/>
            </a:schemeClr>
          </a:lnRef>
          <a:fillRef idx="1">
            <a:schemeClr val="accent3"/>
          </a:fillRef>
          <a:effectRef idx="0">
            <a:schemeClr val="accent3"/>
          </a:effectRef>
          <a:fontRef idx="minor">
            <a:schemeClr val="lt1"/>
          </a:fontRef>
        </p:style>
        <p:txBody>
          <a:bodyPr rtlCol="0" anchor="ctr"/>
          <a:lstStyle/>
          <a:p>
            <a:pPr algn="ctr"/>
            <a:r>
              <a:rPr lang="zh-CN" altLang="en-US" b="1" dirty="0"/>
              <a:t>有帧要发送</a:t>
            </a:r>
          </a:p>
        </p:txBody>
      </p:sp>
      <p:grpSp>
        <p:nvGrpSpPr>
          <p:cNvPr id="4" name="组合 3">
            <a:extLst>
              <a:ext uri="{FF2B5EF4-FFF2-40B4-BE49-F238E27FC236}">
                <a16:creationId xmlns:a16="http://schemas.microsoft.com/office/drawing/2014/main" id="{9A1EA9F2-FCB6-48C3-935F-7AE7E3AD14AC}"/>
              </a:ext>
            </a:extLst>
          </p:cNvPr>
          <p:cNvGrpSpPr/>
          <p:nvPr/>
        </p:nvGrpSpPr>
        <p:grpSpPr>
          <a:xfrm>
            <a:off x="304800" y="749300"/>
            <a:ext cx="6192344" cy="400110"/>
            <a:chOff x="424117" y="898245"/>
            <a:chExt cx="6192344" cy="400110"/>
          </a:xfrm>
        </p:grpSpPr>
        <p:sp>
          <p:nvSpPr>
            <p:cNvPr id="2" name="平行四边形 1">
              <a:extLst>
                <a:ext uri="{FF2B5EF4-FFF2-40B4-BE49-F238E27FC236}">
                  <a16:creationId xmlns:a16="http://schemas.microsoft.com/office/drawing/2014/main" id="{1F5BAA3F-9845-4F89-A2DD-8222D3E4EDAC}"/>
                </a:ext>
              </a:extLst>
            </p:cNvPr>
            <p:cNvSpPr/>
            <p:nvPr/>
          </p:nvSpPr>
          <p:spPr>
            <a:xfrm>
              <a:off x="424117" y="898245"/>
              <a:ext cx="628306" cy="387090"/>
            </a:xfrm>
            <a:prstGeom prst="parallelogram">
              <a:avLst/>
            </a:prstGeom>
            <a:solidFill>
              <a:schemeClr val="accent3">
                <a:lumMod val="75000"/>
              </a:schemeClr>
            </a:solidFill>
            <a:ln>
              <a:solidFill>
                <a:schemeClr val="accent3">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CN" sz="2200" dirty="0">
                  <a:latin typeface="Impact" panose="020B0806030902050204" pitchFamily="34" charset="0"/>
                </a:rPr>
                <a:t>01</a:t>
              </a:r>
              <a:endParaRPr lang="zh-CN" altLang="en-US" sz="2200" dirty="0">
                <a:latin typeface="Impact" panose="020B0806030902050204" pitchFamily="34" charset="0"/>
              </a:endParaRPr>
            </a:p>
          </p:txBody>
        </p:sp>
        <p:sp>
          <p:nvSpPr>
            <p:cNvPr id="3" name="文本框 2">
              <a:extLst>
                <a:ext uri="{FF2B5EF4-FFF2-40B4-BE49-F238E27FC236}">
                  <a16:creationId xmlns:a16="http://schemas.microsoft.com/office/drawing/2014/main" id="{4D6BD736-A4D3-4F26-AFED-36E11F50F70B}"/>
                </a:ext>
              </a:extLst>
            </p:cNvPr>
            <p:cNvSpPr txBox="1"/>
            <p:nvPr/>
          </p:nvSpPr>
          <p:spPr>
            <a:xfrm>
              <a:off x="1052423" y="898245"/>
              <a:ext cx="5564038" cy="400110"/>
            </a:xfrm>
            <a:prstGeom prst="rect">
              <a:avLst/>
            </a:prstGeom>
            <a:noFill/>
          </p:spPr>
          <p:txBody>
            <a:bodyPr wrap="square" rtlCol="0">
              <a:spAutoFit/>
            </a:bodyPr>
            <a:lstStyle/>
            <a:p>
              <a:r>
                <a:rPr lang="en-US" altLang="zh-CN" sz="2000" b="1" dirty="0"/>
                <a:t>CSMA/CD</a:t>
              </a:r>
              <a:r>
                <a:rPr lang="zh-CN" altLang="en-US" sz="2000" b="1" dirty="0"/>
                <a:t>协议的基本原理</a:t>
              </a:r>
              <a:endParaRPr lang="en-US" altLang="zh-CN" sz="2000" b="1" dirty="0"/>
            </a:p>
          </p:txBody>
        </p:sp>
      </p:grpSp>
      <p:grpSp>
        <p:nvGrpSpPr>
          <p:cNvPr id="5" name="组合 4">
            <a:extLst>
              <a:ext uri="{FF2B5EF4-FFF2-40B4-BE49-F238E27FC236}">
                <a16:creationId xmlns:a16="http://schemas.microsoft.com/office/drawing/2014/main" id="{C01E6C52-422B-4C95-B19D-1CED5810DA03}"/>
              </a:ext>
            </a:extLst>
          </p:cNvPr>
          <p:cNvGrpSpPr/>
          <p:nvPr/>
        </p:nvGrpSpPr>
        <p:grpSpPr>
          <a:xfrm>
            <a:off x="4462359" y="730007"/>
            <a:ext cx="2153414" cy="461665"/>
            <a:chOff x="4462359" y="730007"/>
            <a:chExt cx="2153414" cy="461665"/>
          </a:xfrm>
        </p:grpSpPr>
        <p:sp>
          <p:nvSpPr>
            <p:cNvPr id="6" name="矩形 5">
              <a:extLst>
                <a:ext uri="{FF2B5EF4-FFF2-40B4-BE49-F238E27FC236}">
                  <a16:creationId xmlns:a16="http://schemas.microsoft.com/office/drawing/2014/main" id="{BC2570DD-396E-4D25-AF51-7823C90107CF}"/>
                </a:ext>
              </a:extLst>
            </p:cNvPr>
            <p:cNvSpPr/>
            <p:nvPr/>
          </p:nvSpPr>
          <p:spPr>
            <a:xfrm>
              <a:off x="4462359" y="757078"/>
              <a:ext cx="2153414" cy="400110"/>
            </a:xfrm>
            <a:prstGeom prst="rect">
              <a:avLst/>
            </a:prstGeom>
            <a:solidFill>
              <a:schemeClr val="bg2">
                <a:lumMod val="90000"/>
              </a:schemeClr>
            </a:solidFill>
            <a:ln>
              <a:solidFill>
                <a:schemeClr val="bg2">
                  <a:lumMod val="90000"/>
                </a:schemeClr>
              </a:solidFill>
            </a:ln>
          </p:spPr>
          <p:style>
            <a:lnRef idx="2">
              <a:schemeClr val="accent4">
                <a:shade val="50000"/>
              </a:schemeClr>
            </a:lnRef>
            <a:fillRef idx="1">
              <a:schemeClr val="accent4"/>
            </a:fillRef>
            <a:effectRef idx="0">
              <a:schemeClr val="accent4"/>
            </a:effectRef>
            <a:fontRef idx="minor">
              <a:schemeClr val="lt1"/>
            </a:fontRef>
          </p:style>
          <p:txBody>
            <a:bodyPr rtlCol="0" anchor="ctr"/>
            <a:lstStyle/>
            <a:p>
              <a:pPr algn="ctr"/>
              <a:endParaRPr lang="zh-CN" altLang="en-US" b="1" dirty="0"/>
            </a:p>
          </p:txBody>
        </p:sp>
        <p:sp>
          <p:nvSpPr>
            <p:cNvPr id="8" name="文本框 7">
              <a:extLst>
                <a:ext uri="{FF2B5EF4-FFF2-40B4-BE49-F238E27FC236}">
                  <a16:creationId xmlns:a16="http://schemas.microsoft.com/office/drawing/2014/main" id="{D124AB74-A7F3-4D08-8C3C-B508C7C6A51C}"/>
                </a:ext>
              </a:extLst>
            </p:cNvPr>
            <p:cNvSpPr txBox="1"/>
            <p:nvPr/>
          </p:nvSpPr>
          <p:spPr>
            <a:xfrm>
              <a:off x="4473322" y="772467"/>
              <a:ext cx="1598556" cy="400110"/>
            </a:xfrm>
            <a:prstGeom prst="rect">
              <a:avLst/>
            </a:prstGeom>
            <a:noFill/>
          </p:spPr>
          <p:txBody>
            <a:bodyPr wrap="square" rtlCol="0">
              <a:spAutoFit/>
            </a:bodyPr>
            <a:lstStyle/>
            <a:p>
              <a:pPr algn="ctr"/>
              <a:r>
                <a:rPr lang="zh-CN" altLang="en-US" sz="2000" b="1" dirty="0">
                  <a:solidFill>
                    <a:schemeClr val="bg1"/>
                  </a:solidFill>
                </a:rPr>
                <a:t>多址接入</a:t>
              </a:r>
            </a:p>
          </p:txBody>
        </p:sp>
        <p:sp>
          <p:nvSpPr>
            <p:cNvPr id="41" name="文本框 40">
              <a:extLst>
                <a:ext uri="{FF2B5EF4-FFF2-40B4-BE49-F238E27FC236}">
                  <a16:creationId xmlns:a16="http://schemas.microsoft.com/office/drawing/2014/main" id="{0FCCC336-AB70-403B-BE37-A1B698CF616F}"/>
                </a:ext>
              </a:extLst>
            </p:cNvPr>
            <p:cNvSpPr txBox="1"/>
            <p:nvPr/>
          </p:nvSpPr>
          <p:spPr>
            <a:xfrm>
              <a:off x="5708713" y="730007"/>
              <a:ext cx="383192" cy="461665"/>
            </a:xfrm>
            <a:prstGeom prst="rect">
              <a:avLst/>
            </a:prstGeom>
            <a:noFill/>
          </p:spPr>
          <p:txBody>
            <a:bodyPr wrap="square">
              <a:spAutoFit/>
            </a:bodyPr>
            <a:lstStyle/>
            <a:p>
              <a:r>
                <a:rPr lang="en-US" altLang="zh-CN" sz="2400" b="1" dirty="0">
                  <a:solidFill>
                    <a:schemeClr val="bg1"/>
                  </a:solidFill>
                  <a:latin typeface="Arial Narrow" panose="020B0606020202030204" pitchFamily="34" charset="0"/>
                </a:rPr>
                <a:t>M</a:t>
              </a:r>
              <a:endParaRPr lang="zh-CN" altLang="en-US" sz="2400" dirty="0">
                <a:solidFill>
                  <a:schemeClr val="bg1"/>
                </a:solidFill>
              </a:endParaRPr>
            </a:p>
          </p:txBody>
        </p:sp>
        <p:sp>
          <p:nvSpPr>
            <p:cNvPr id="54" name="文本框 53">
              <a:extLst>
                <a:ext uri="{FF2B5EF4-FFF2-40B4-BE49-F238E27FC236}">
                  <a16:creationId xmlns:a16="http://schemas.microsoft.com/office/drawing/2014/main" id="{B5431C6C-A9AE-4820-962C-B2D3EB67BE9B}"/>
                </a:ext>
              </a:extLst>
            </p:cNvPr>
            <p:cNvSpPr txBox="1"/>
            <p:nvPr/>
          </p:nvSpPr>
          <p:spPr>
            <a:xfrm>
              <a:off x="5948810" y="730007"/>
              <a:ext cx="383192" cy="461665"/>
            </a:xfrm>
            <a:prstGeom prst="rect">
              <a:avLst/>
            </a:prstGeom>
            <a:noFill/>
          </p:spPr>
          <p:txBody>
            <a:bodyPr wrap="square">
              <a:spAutoFit/>
            </a:bodyPr>
            <a:lstStyle/>
            <a:p>
              <a:r>
                <a:rPr lang="en-US" altLang="zh-CN" sz="2400" b="1" dirty="0">
                  <a:solidFill>
                    <a:schemeClr val="bg1"/>
                  </a:solidFill>
                  <a:latin typeface="Arial Narrow" panose="020B0606020202030204" pitchFamily="34" charset="0"/>
                </a:rPr>
                <a:t>A</a:t>
              </a:r>
              <a:endParaRPr lang="zh-CN" altLang="en-US" sz="2400" dirty="0">
                <a:solidFill>
                  <a:schemeClr val="bg1"/>
                </a:solidFill>
              </a:endParaRPr>
            </a:p>
          </p:txBody>
        </p:sp>
      </p:grpSp>
      <p:grpSp>
        <p:nvGrpSpPr>
          <p:cNvPr id="7" name="组合 6">
            <a:extLst>
              <a:ext uri="{FF2B5EF4-FFF2-40B4-BE49-F238E27FC236}">
                <a16:creationId xmlns:a16="http://schemas.microsoft.com/office/drawing/2014/main" id="{B9C158CC-93D8-4410-8E32-3C037291B916}"/>
              </a:ext>
            </a:extLst>
          </p:cNvPr>
          <p:cNvGrpSpPr/>
          <p:nvPr/>
        </p:nvGrpSpPr>
        <p:grpSpPr>
          <a:xfrm>
            <a:off x="7094783" y="730441"/>
            <a:ext cx="2153414" cy="461665"/>
            <a:chOff x="7094783" y="730441"/>
            <a:chExt cx="2153414" cy="461665"/>
          </a:xfrm>
        </p:grpSpPr>
        <p:sp>
          <p:nvSpPr>
            <p:cNvPr id="56" name="矩形 55">
              <a:extLst>
                <a:ext uri="{FF2B5EF4-FFF2-40B4-BE49-F238E27FC236}">
                  <a16:creationId xmlns:a16="http://schemas.microsoft.com/office/drawing/2014/main" id="{3C4796E6-AC0C-457E-9848-A637639E67CC}"/>
                </a:ext>
              </a:extLst>
            </p:cNvPr>
            <p:cNvSpPr/>
            <p:nvPr/>
          </p:nvSpPr>
          <p:spPr>
            <a:xfrm>
              <a:off x="7094783" y="757078"/>
              <a:ext cx="2153414" cy="400110"/>
            </a:xfrm>
            <a:prstGeom prst="rect">
              <a:avLst/>
            </a:prstGeom>
            <a:solidFill>
              <a:schemeClr val="bg2">
                <a:lumMod val="90000"/>
              </a:schemeClr>
            </a:solidFill>
            <a:ln>
              <a:solidFill>
                <a:schemeClr val="bg2">
                  <a:lumMod val="90000"/>
                </a:schemeClr>
              </a:solidFill>
            </a:ln>
          </p:spPr>
          <p:style>
            <a:lnRef idx="2">
              <a:schemeClr val="accent3">
                <a:shade val="50000"/>
              </a:schemeClr>
            </a:lnRef>
            <a:fillRef idx="1">
              <a:schemeClr val="accent3"/>
            </a:fillRef>
            <a:effectRef idx="0">
              <a:schemeClr val="accent3"/>
            </a:effectRef>
            <a:fontRef idx="minor">
              <a:schemeClr val="lt1"/>
            </a:fontRef>
          </p:style>
          <p:txBody>
            <a:bodyPr rtlCol="0" anchor="ctr"/>
            <a:lstStyle/>
            <a:p>
              <a:pPr algn="ctr"/>
              <a:endParaRPr lang="zh-CN" altLang="en-US"/>
            </a:p>
          </p:txBody>
        </p:sp>
        <p:sp>
          <p:nvSpPr>
            <p:cNvPr id="59" name="文本框 58">
              <a:extLst>
                <a:ext uri="{FF2B5EF4-FFF2-40B4-BE49-F238E27FC236}">
                  <a16:creationId xmlns:a16="http://schemas.microsoft.com/office/drawing/2014/main" id="{C8D143D7-F7E3-4FC0-A8A1-BD4C812C40DB}"/>
                </a:ext>
              </a:extLst>
            </p:cNvPr>
            <p:cNvSpPr txBox="1"/>
            <p:nvPr/>
          </p:nvSpPr>
          <p:spPr>
            <a:xfrm>
              <a:off x="7236053" y="772467"/>
              <a:ext cx="1598556" cy="400110"/>
            </a:xfrm>
            <a:prstGeom prst="rect">
              <a:avLst/>
            </a:prstGeom>
            <a:noFill/>
          </p:spPr>
          <p:txBody>
            <a:bodyPr wrap="square" rtlCol="0">
              <a:spAutoFit/>
            </a:bodyPr>
            <a:lstStyle/>
            <a:p>
              <a:pPr algn="ctr"/>
              <a:r>
                <a:rPr lang="zh-CN" altLang="en-US" sz="2000" b="1" dirty="0">
                  <a:solidFill>
                    <a:schemeClr val="bg1"/>
                  </a:solidFill>
                </a:rPr>
                <a:t>载波监听</a:t>
              </a:r>
            </a:p>
          </p:txBody>
        </p:sp>
        <p:sp>
          <p:nvSpPr>
            <p:cNvPr id="38" name="文本框 37">
              <a:extLst>
                <a:ext uri="{FF2B5EF4-FFF2-40B4-BE49-F238E27FC236}">
                  <a16:creationId xmlns:a16="http://schemas.microsoft.com/office/drawing/2014/main" id="{84A31281-0C7C-4AD1-BF1E-5FB4696F26F7}"/>
                </a:ext>
              </a:extLst>
            </p:cNvPr>
            <p:cNvSpPr txBox="1"/>
            <p:nvPr/>
          </p:nvSpPr>
          <p:spPr>
            <a:xfrm>
              <a:off x="8481180" y="730441"/>
              <a:ext cx="383192" cy="461665"/>
            </a:xfrm>
            <a:prstGeom prst="rect">
              <a:avLst/>
            </a:prstGeom>
            <a:noFill/>
          </p:spPr>
          <p:txBody>
            <a:bodyPr wrap="square">
              <a:spAutoFit/>
            </a:bodyPr>
            <a:lstStyle/>
            <a:p>
              <a:r>
                <a:rPr lang="en-US" altLang="zh-CN" sz="2400" b="1" dirty="0">
                  <a:solidFill>
                    <a:schemeClr val="bg1"/>
                  </a:solidFill>
                  <a:latin typeface="Arial Narrow" panose="020B0606020202030204" pitchFamily="34" charset="0"/>
                </a:rPr>
                <a:t>C</a:t>
              </a:r>
              <a:endParaRPr lang="zh-CN" altLang="en-US" sz="2400" dirty="0">
                <a:solidFill>
                  <a:schemeClr val="bg1"/>
                </a:solidFill>
              </a:endParaRPr>
            </a:p>
          </p:txBody>
        </p:sp>
        <p:sp>
          <p:nvSpPr>
            <p:cNvPr id="39" name="文本框 38">
              <a:extLst>
                <a:ext uri="{FF2B5EF4-FFF2-40B4-BE49-F238E27FC236}">
                  <a16:creationId xmlns:a16="http://schemas.microsoft.com/office/drawing/2014/main" id="{D1527A42-5BA8-4F70-8A58-1322EC2698B7}"/>
                </a:ext>
              </a:extLst>
            </p:cNvPr>
            <p:cNvSpPr txBox="1"/>
            <p:nvPr/>
          </p:nvSpPr>
          <p:spPr>
            <a:xfrm>
              <a:off x="8675232" y="730441"/>
              <a:ext cx="383192" cy="461665"/>
            </a:xfrm>
            <a:prstGeom prst="rect">
              <a:avLst/>
            </a:prstGeom>
            <a:noFill/>
          </p:spPr>
          <p:txBody>
            <a:bodyPr wrap="square">
              <a:spAutoFit/>
            </a:bodyPr>
            <a:lstStyle/>
            <a:p>
              <a:r>
                <a:rPr lang="en-US" altLang="zh-CN" sz="2400" b="1" dirty="0">
                  <a:solidFill>
                    <a:schemeClr val="bg1"/>
                  </a:solidFill>
                  <a:latin typeface="Arial Narrow" panose="020B0606020202030204" pitchFamily="34" charset="0"/>
                </a:rPr>
                <a:t>S</a:t>
              </a:r>
              <a:endParaRPr lang="zh-CN" altLang="en-US" sz="2400" dirty="0">
                <a:solidFill>
                  <a:schemeClr val="bg1"/>
                </a:solidFill>
              </a:endParaRPr>
            </a:p>
          </p:txBody>
        </p:sp>
      </p:grpSp>
      <p:grpSp>
        <p:nvGrpSpPr>
          <p:cNvPr id="9" name="组合 8">
            <a:extLst>
              <a:ext uri="{FF2B5EF4-FFF2-40B4-BE49-F238E27FC236}">
                <a16:creationId xmlns:a16="http://schemas.microsoft.com/office/drawing/2014/main" id="{46C7C9F9-77AF-4E79-B679-41F2B5E760D4}"/>
              </a:ext>
            </a:extLst>
          </p:cNvPr>
          <p:cNvGrpSpPr/>
          <p:nvPr/>
        </p:nvGrpSpPr>
        <p:grpSpPr>
          <a:xfrm>
            <a:off x="9727206" y="734232"/>
            <a:ext cx="2153414" cy="461665"/>
            <a:chOff x="9727206" y="734232"/>
            <a:chExt cx="2153414" cy="461665"/>
          </a:xfrm>
        </p:grpSpPr>
        <p:sp>
          <p:nvSpPr>
            <p:cNvPr id="58" name="矩形 57">
              <a:extLst>
                <a:ext uri="{FF2B5EF4-FFF2-40B4-BE49-F238E27FC236}">
                  <a16:creationId xmlns:a16="http://schemas.microsoft.com/office/drawing/2014/main" id="{8C738A42-5B66-4505-B03D-160313542C6B}"/>
                </a:ext>
              </a:extLst>
            </p:cNvPr>
            <p:cNvSpPr/>
            <p:nvPr/>
          </p:nvSpPr>
          <p:spPr>
            <a:xfrm>
              <a:off x="9727206" y="757078"/>
              <a:ext cx="2153414" cy="400110"/>
            </a:xfrm>
            <a:prstGeom prst="rect">
              <a:avLst/>
            </a:prstGeom>
            <a:solidFill>
              <a:schemeClr val="bg2">
                <a:lumMod val="90000"/>
              </a:schemeClr>
            </a:solidFill>
            <a:ln>
              <a:solidFill>
                <a:schemeClr val="bg2">
                  <a:lumMod val="90000"/>
                </a:schemeClr>
              </a:solidFill>
            </a:ln>
          </p:spPr>
          <p:style>
            <a:lnRef idx="2">
              <a:schemeClr val="accent5">
                <a:shade val="50000"/>
              </a:schemeClr>
            </a:lnRef>
            <a:fillRef idx="1">
              <a:schemeClr val="accent5"/>
            </a:fillRef>
            <a:effectRef idx="0">
              <a:schemeClr val="accent5"/>
            </a:effectRef>
            <a:fontRef idx="minor">
              <a:schemeClr val="lt1"/>
            </a:fontRef>
          </p:style>
          <p:txBody>
            <a:bodyPr rtlCol="0" anchor="ctr"/>
            <a:lstStyle/>
            <a:p>
              <a:pPr algn="ctr"/>
              <a:endParaRPr lang="zh-CN" altLang="en-US"/>
            </a:p>
          </p:txBody>
        </p:sp>
        <p:sp>
          <p:nvSpPr>
            <p:cNvPr id="60" name="文本框 59">
              <a:extLst>
                <a:ext uri="{FF2B5EF4-FFF2-40B4-BE49-F238E27FC236}">
                  <a16:creationId xmlns:a16="http://schemas.microsoft.com/office/drawing/2014/main" id="{AB15AA99-A243-45C1-AE07-0B685612E43F}"/>
                </a:ext>
              </a:extLst>
            </p:cNvPr>
            <p:cNvSpPr txBox="1"/>
            <p:nvPr/>
          </p:nvSpPr>
          <p:spPr>
            <a:xfrm>
              <a:off x="9791788" y="772467"/>
              <a:ext cx="1598556" cy="400110"/>
            </a:xfrm>
            <a:prstGeom prst="rect">
              <a:avLst/>
            </a:prstGeom>
            <a:noFill/>
          </p:spPr>
          <p:txBody>
            <a:bodyPr wrap="square" rtlCol="0">
              <a:spAutoFit/>
            </a:bodyPr>
            <a:lstStyle/>
            <a:p>
              <a:pPr algn="ctr"/>
              <a:r>
                <a:rPr lang="zh-CN" altLang="en-US" sz="2000" b="1" dirty="0">
                  <a:solidFill>
                    <a:schemeClr val="bg1"/>
                  </a:solidFill>
                </a:rPr>
                <a:t>碰撞检测</a:t>
              </a:r>
            </a:p>
          </p:txBody>
        </p:sp>
        <p:sp>
          <p:nvSpPr>
            <p:cNvPr id="55" name="文本框 54">
              <a:extLst>
                <a:ext uri="{FF2B5EF4-FFF2-40B4-BE49-F238E27FC236}">
                  <a16:creationId xmlns:a16="http://schemas.microsoft.com/office/drawing/2014/main" id="{F7208B3A-F0CA-46E2-A78F-A769880DCC09}"/>
                </a:ext>
              </a:extLst>
            </p:cNvPr>
            <p:cNvSpPr txBox="1"/>
            <p:nvPr/>
          </p:nvSpPr>
          <p:spPr>
            <a:xfrm>
              <a:off x="11033742" y="734232"/>
              <a:ext cx="383192" cy="461665"/>
            </a:xfrm>
            <a:prstGeom prst="rect">
              <a:avLst/>
            </a:prstGeom>
            <a:noFill/>
          </p:spPr>
          <p:txBody>
            <a:bodyPr wrap="square">
              <a:spAutoFit/>
            </a:bodyPr>
            <a:lstStyle/>
            <a:p>
              <a:r>
                <a:rPr lang="en-US" altLang="zh-CN" sz="2400" b="1" dirty="0">
                  <a:solidFill>
                    <a:schemeClr val="bg1"/>
                  </a:solidFill>
                  <a:latin typeface="Arial Narrow" panose="020B0606020202030204" pitchFamily="34" charset="0"/>
                </a:rPr>
                <a:t>C</a:t>
              </a:r>
              <a:endParaRPr lang="zh-CN" altLang="en-US" sz="2400" dirty="0">
                <a:solidFill>
                  <a:schemeClr val="bg1"/>
                </a:solidFill>
              </a:endParaRPr>
            </a:p>
          </p:txBody>
        </p:sp>
        <p:sp>
          <p:nvSpPr>
            <p:cNvPr id="57" name="文本框 56">
              <a:extLst>
                <a:ext uri="{FF2B5EF4-FFF2-40B4-BE49-F238E27FC236}">
                  <a16:creationId xmlns:a16="http://schemas.microsoft.com/office/drawing/2014/main" id="{F625F8B0-68ED-4238-86A5-61737324B156}"/>
                </a:ext>
              </a:extLst>
            </p:cNvPr>
            <p:cNvSpPr txBox="1"/>
            <p:nvPr/>
          </p:nvSpPr>
          <p:spPr>
            <a:xfrm>
              <a:off x="11260686" y="734232"/>
              <a:ext cx="383192" cy="461665"/>
            </a:xfrm>
            <a:prstGeom prst="rect">
              <a:avLst/>
            </a:prstGeom>
            <a:noFill/>
          </p:spPr>
          <p:txBody>
            <a:bodyPr wrap="square">
              <a:spAutoFit/>
            </a:bodyPr>
            <a:lstStyle/>
            <a:p>
              <a:r>
                <a:rPr lang="en-US" altLang="zh-CN" sz="2400" b="1" dirty="0">
                  <a:solidFill>
                    <a:schemeClr val="bg1"/>
                  </a:solidFill>
                  <a:latin typeface="Arial Narrow" panose="020B0606020202030204" pitchFamily="34" charset="0"/>
                </a:rPr>
                <a:t>D</a:t>
              </a:r>
              <a:endParaRPr lang="zh-CN" altLang="en-US" sz="2400" dirty="0">
                <a:solidFill>
                  <a:schemeClr val="bg1"/>
                </a:solidFill>
              </a:endParaRPr>
            </a:p>
          </p:txBody>
        </p:sp>
      </p:grpSp>
      <p:grpSp>
        <p:nvGrpSpPr>
          <p:cNvPr id="25" name="组合 24">
            <a:extLst>
              <a:ext uri="{FF2B5EF4-FFF2-40B4-BE49-F238E27FC236}">
                <a16:creationId xmlns:a16="http://schemas.microsoft.com/office/drawing/2014/main" id="{A53F2F16-666E-49B5-900C-EE2365802BB6}"/>
              </a:ext>
            </a:extLst>
          </p:cNvPr>
          <p:cNvGrpSpPr/>
          <p:nvPr/>
        </p:nvGrpSpPr>
        <p:grpSpPr>
          <a:xfrm>
            <a:off x="2455280" y="1720180"/>
            <a:ext cx="7180791" cy="812800"/>
            <a:chOff x="2455280" y="3752911"/>
            <a:chExt cx="7180791" cy="812800"/>
          </a:xfrm>
        </p:grpSpPr>
        <p:cxnSp>
          <p:nvCxnSpPr>
            <p:cNvPr id="26" name="直接连接符 25">
              <a:extLst>
                <a:ext uri="{FF2B5EF4-FFF2-40B4-BE49-F238E27FC236}">
                  <a16:creationId xmlns:a16="http://schemas.microsoft.com/office/drawing/2014/main" id="{242FA538-70F3-4A91-A0A1-2978B2AB59B3}"/>
                </a:ext>
              </a:extLst>
            </p:cNvPr>
            <p:cNvCxnSpPr/>
            <p:nvPr/>
          </p:nvCxnSpPr>
          <p:spPr>
            <a:xfrm flipV="1">
              <a:off x="9636071" y="3752911"/>
              <a:ext cx="0" cy="812800"/>
            </a:xfrm>
            <a:prstGeom prst="line">
              <a:avLst/>
            </a:prstGeom>
            <a:ln w="152400">
              <a:solidFill>
                <a:schemeClr val="tx1"/>
              </a:solidFill>
              <a:tailEnd w="med" len="lg"/>
            </a:ln>
          </p:spPr>
          <p:style>
            <a:lnRef idx="1">
              <a:schemeClr val="accent1"/>
            </a:lnRef>
            <a:fillRef idx="0">
              <a:schemeClr val="accent1"/>
            </a:fillRef>
            <a:effectRef idx="0">
              <a:schemeClr val="accent1"/>
            </a:effectRef>
            <a:fontRef idx="minor">
              <a:schemeClr val="tx1"/>
            </a:fontRef>
          </p:style>
        </p:cxnSp>
        <p:cxnSp>
          <p:nvCxnSpPr>
            <p:cNvPr id="27" name="直接连接符 26">
              <a:extLst>
                <a:ext uri="{FF2B5EF4-FFF2-40B4-BE49-F238E27FC236}">
                  <a16:creationId xmlns:a16="http://schemas.microsoft.com/office/drawing/2014/main" id="{F21D0102-E2A1-4D3E-9DC3-885D830E96D0}"/>
                </a:ext>
              </a:extLst>
            </p:cNvPr>
            <p:cNvCxnSpPr/>
            <p:nvPr/>
          </p:nvCxnSpPr>
          <p:spPr>
            <a:xfrm flipV="1">
              <a:off x="2455280" y="3752911"/>
              <a:ext cx="0" cy="812800"/>
            </a:xfrm>
            <a:prstGeom prst="line">
              <a:avLst/>
            </a:prstGeom>
            <a:ln w="152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8" name="直接连接符 27">
              <a:extLst>
                <a:ext uri="{FF2B5EF4-FFF2-40B4-BE49-F238E27FC236}">
                  <a16:creationId xmlns:a16="http://schemas.microsoft.com/office/drawing/2014/main" id="{AB2C8EEA-0851-44A9-80D2-87DFBEA1F73A}"/>
                </a:ext>
              </a:extLst>
            </p:cNvPr>
            <p:cNvCxnSpPr/>
            <p:nvPr/>
          </p:nvCxnSpPr>
          <p:spPr>
            <a:xfrm flipV="1">
              <a:off x="4878779" y="3752911"/>
              <a:ext cx="0" cy="812800"/>
            </a:xfrm>
            <a:prstGeom prst="line">
              <a:avLst/>
            </a:prstGeom>
            <a:ln w="152400">
              <a:solidFill>
                <a:schemeClr val="tx1"/>
              </a:solidFill>
              <a:tailEnd w="med" len="lg"/>
            </a:ln>
          </p:spPr>
          <p:style>
            <a:lnRef idx="1">
              <a:schemeClr val="accent1"/>
            </a:lnRef>
            <a:fillRef idx="0">
              <a:schemeClr val="accent1"/>
            </a:fillRef>
            <a:effectRef idx="0">
              <a:schemeClr val="accent1"/>
            </a:effectRef>
            <a:fontRef idx="minor">
              <a:schemeClr val="tx1"/>
            </a:fontRef>
          </p:style>
        </p:cxnSp>
        <p:cxnSp>
          <p:nvCxnSpPr>
            <p:cNvPr id="29" name="直接连接符 28">
              <a:extLst>
                <a:ext uri="{FF2B5EF4-FFF2-40B4-BE49-F238E27FC236}">
                  <a16:creationId xmlns:a16="http://schemas.microsoft.com/office/drawing/2014/main" id="{536174B3-7078-4268-ABF0-FDE23864C53A}"/>
                </a:ext>
              </a:extLst>
            </p:cNvPr>
            <p:cNvCxnSpPr/>
            <p:nvPr/>
          </p:nvCxnSpPr>
          <p:spPr>
            <a:xfrm flipV="1">
              <a:off x="7249637" y="3752911"/>
              <a:ext cx="0" cy="812800"/>
            </a:xfrm>
            <a:prstGeom prst="line">
              <a:avLst/>
            </a:prstGeom>
            <a:ln w="1524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30" name="组合 29">
            <a:extLst>
              <a:ext uri="{FF2B5EF4-FFF2-40B4-BE49-F238E27FC236}">
                <a16:creationId xmlns:a16="http://schemas.microsoft.com/office/drawing/2014/main" id="{B2DEEF20-80ED-4B25-8707-42A86FB12C98}"/>
              </a:ext>
            </a:extLst>
          </p:cNvPr>
          <p:cNvGrpSpPr/>
          <p:nvPr/>
        </p:nvGrpSpPr>
        <p:grpSpPr>
          <a:xfrm>
            <a:off x="1618162" y="1566769"/>
            <a:ext cx="8955675" cy="238462"/>
            <a:chOff x="1618162" y="3599500"/>
            <a:chExt cx="8955675" cy="238462"/>
          </a:xfrm>
        </p:grpSpPr>
        <p:cxnSp>
          <p:nvCxnSpPr>
            <p:cNvPr id="31" name="直接连接符 30">
              <a:extLst>
                <a:ext uri="{FF2B5EF4-FFF2-40B4-BE49-F238E27FC236}">
                  <a16:creationId xmlns:a16="http://schemas.microsoft.com/office/drawing/2014/main" id="{837D477A-5171-490F-B6D4-97C6D7A8A650}"/>
                </a:ext>
              </a:extLst>
            </p:cNvPr>
            <p:cNvCxnSpPr>
              <a:cxnSpLocks/>
            </p:cNvCxnSpPr>
            <p:nvPr/>
          </p:nvCxnSpPr>
          <p:spPr>
            <a:xfrm>
              <a:off x="1749794" y="3725200"/>
              <a:ext cx="8622888" cy="0"/>
            </a:xfrm>
            <a:prstGeom prst="line">
              <a:avLst/>
            </a:prstGeom>
            <a:ln w="152400">
              <a:solidFill>
                <a:schemeClr val="tx1"/>
              </a:solidFill>
            </a:ln>
          </p:spPr>
          <p:style>
            <a:lnRef idx="1">
              <a:schemeClr val="accent1"/>
            </a:lnRef>
            <a:fillRef idx="0">
              <a:schemeClr val="accent1"/>
            </a:fillRef>
            <a:effectRef idx="0">
              <a:schemeClr val="accent1"/>
            </a:effectRef>
            <a:fontRef idx="minor">
              <a:schemeClr val="tx1"/>
            </a:fontRef>
          </p:style>
        </p:cxnSp>
        <p:sp>
          <p:nvSpPr>
            <p:cNvPr id="32" name="矩形 31">
              <a:extLst>
                <a:ext uri="{FF2B5EF4-FFF2-40B4-BE49-F238E27FC236}">
                  <a16:creationId xmlns:a16="http://schemas.microsoft.com/office/drawing/2014/main" id="{D0513BC0-5BBA-4500-8077-440780C8EB78}"/>
                </a:ext>
              </a:extLst>
            </p:cNvPr>
            <p:cNvSpPr/>
            <p:nvPr/>
          </p:nvSpPr>
          <p:spPr>
            <a:xfrm>
              <a:off x="1618162" y="3599500"/>
              <a:ext cx="225524" cy="225524"/>
            </a:xfrm>
            <a:prstGeom prst="rect">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33" name="矩形 32">
              <a:extLst>
                <a:ext uri="{FF2B5EF4-FFF2-40B4-BE49-F238E27FC236}">
                  <a16:creationId xmlns:a16="http://schemas.microsoft.com/office/drawing/2014/main" id="{0E184DA7-F858-483A-B4A1-7B85D64E8273}"/>
                </a:ext>
              </a:extLst>
            </p:cNvPr>
            <p:cNvSpPr/>
            <p:nvPr/>
          </p:nvSpPr>
          <p:spPr>
            <a:xfrm>
              <a:off x="10348313" y="3612438"/>
              <a:ext cx="225524" cy="225524"/>
            </a:xfrm>
            <a:prstGeom prst="rect">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grpSp>
      <p:grpSp>
        <p:nvGrpSpPr>
          <p:cNvPr id="34" name="组合 33">
            <a:extLst>
              <a:ext uri="{FF2B5EF4-FFF2-40B4-BE49-F238E27FC236}">
                <a16:creationId xmlns:a16="http://schemas.microsoft.com/office/drawing/2014/main" id="{0DFB39EB-FEA0-438F-AA58-EC795A998106}"/>
              </a:ext>
            </a:extLst>
          </p:cNvPr>
          <p:cNvGrpSpPr/>
          <p:nvPr/>
        </p:nvGrpSpPr>
        <p:grpSpPr>
          <a:xfrm>
            <a:off x="1968674" y="2412905"/>
            <a:ext cx="7852814" cy="641082"/>
            <a:chOff x="1968674" y="4445636"/>
            <a:chExt cx="7852814" cy="641082"/>
          </a:xfrm>
        </p:grpSpPr>
        <p:grpSp>
          <p:nvGrpSpPr>
            <p:cNvPr id="35" name="组合 34">
              <a:extLst>
                <a:ext uri="{FF2B5EF4-FFF2-40B4-BE49-F238E27FC236}">
                  <a16:creationId xmlns:a16="http://schemas.microsoft.com/office/drawing/2014/main" id="{BF807099-7B3E-40CD-8303-26A049401039}"/>
                </a:ext>
              </a:extLst>
            </p:cNvPr>
            <p:cNvGrpSpPr/>
            <p:nvPr/>
          </p:nvGrpSpPr>
          <p:grpSpPr>
            <a:xfrm>
              <a:off x="1968674" y="4445636"/>
              <a:ext cx="662814" cy="641082"/>
              <a:chOff x="812355" y="3422987"/>
              <a:chExt cx="662814" cy="641082"/>
            </a:xfrm>
          </p:grpSpPr>
          <p:pic>
            <p:nvPicPr>
              <p:cNvPr id="48" name="图形 47">
                <a:extLst>
                  <a:ext uri="{FF2B5EF4-FFF2-40B4-BE49-F238E27FC236}">
                    <a16:creationId xmlns:a16="http://schemas.microsoft.com/office/drawing/2014/main" id="{1C6CE519-73F7-48EC-9BF7-9DD329B4C743}"/>
                  </a:ext>
                </a:extLst>
              </p:cNvPr>
              <p:cNvPicPr>
                <a:picLocks noChangeAspect="1"/>
              </p:cNvPicPr>
              <p:nvPr/>
            </p:nvPicPr>
            <p:blipFill>
              <a:blip r:embed="rId3">
                <a:extLst>
                  <a:ext uri="{28A0092B-C50C-407E-A947-70E740481C1C}">
                    <a14:useLocalDpi xmlns:a14="http://schemas.microsoft.com/office/drawing/2010/main" val="0"/>
                  </a:ext>
                  <a:ext uri="{96DAC541-7B7A-43D3-8B79-37D633B846F1}">
                    <asvg:svgBlip xmlns:asvg="http://schemas.microsoft.com/office/drawing/2016/SVG/main" r:embed="rId4"/>
                  </a:ext>
                </a:extLst>
              </a:blip>
              <a:stretch>
                <a:fillRect/>
              </a:stretch>
            </p:blipFill>
            <p:spPr>
              <a:xfrm>
                <a:off x="812355" y="3422987"/>
                <a:ext cx="662814" cy="641082"/>
              </a:xfrm>
              <a:prstGeom prst="rect">
                <a:avLst/>
              </a:prstGeom>
            </p:spPr>
          </p:pic>
          <p:sp>
            <p:nvSpPr>
              <p:cNvPr id="49" name="文本框 48">
                <a:extLst>
                  <a:ext uri="{FF2B5EF4-FFF2-40B4-BE49-F238E27FC236}">
                    <a16:creationId xmlns:a16="http://schemas.microsoft.com/office/drawing/2014/main" id="{5DD329AF-6509-4A44-A9A8-8B805FB525CF}"/>
                  </a:ext>
                </a:extLst>
              </p:cNvPr>
              <p:cNvSpPr txBox="1"/>
              <p:nvPr/>
            </p:nvSpPr>
            <p:spPr>
              <a:xfrm>
                <a:off x="1087044" y="3451320"/>
                <a:ext cx="355235" cy="400110"/>
              </a:xfrm>
              <a:prstGeom prst="rect">
                <a:avLst/>
              </a:prstGeom>
              <a:noFill/>
            </p:spPr>
            <p:txBody>
              <a:bodyPr wrap="square" rtlCol="0">
                <a:spAutoFit/>
              </a:bodyPr>
              <a:lstStyle/>
              <a:p>
                <a:pPr algn="ctr"/>
                <a:r>
                  <a:rPr lang="en-US" altLang="zh-CN" sz="2000" b="1" dirty="0">
                    <a:solidFill>
                      <a:schemeClr val="bg1"/>
                    </a:solidFill>
                    <a:latin typeface="Arial Black" panose="020B0A04020102020204" pitchFamily="34" charset="0"/>
                    <a:ea typeface="+mj-ea"/>
                  </a:rPr>
                  <a:t>A</a:t>
                </a:r>
                <a:endParaRPr lang="zh-CN" altLang="en-US" sz="2000" b="1" dirty="0">
                  <a:solidFill>
                    <a:schemeClr val="bg1"/>
                  </a:solidFill>
                  <a:latin typeface="Arial Black" panose="020B0A04020102020204" pitchFamily="34" charset="0"/>
                  <a:ea typeface="+mj-ea"/>
                </a:endParaRPr>
              </a:p>
            </p:txBody>
          </p:sp>
        </p:grpSp>
        <p:grpSp>
          <p:nvGrpSpPr>
            <p:cNvPr id="36" name="组合 35">
              <a:extLst>
                <a:ext uri="{FF2B5EF4-FFF2-40B4-BE49-F238E27FC236}">
                  <a16:creationId xmlns:a16="http://schemas.microsoft.com/office/drawing/2014/main" id="{E6E15EE0-C1D5-4CA6-B022-40595F8FA79F}"/>
                </a:ext>
              </a:extLst>
            </p:cNvPr>
            <p:cNvGrpSpPr/>
            <p:nvPr/>
          </p:nvGrpSpPr>
          <p:grpSpPr>
            <a:xfrm>
              <a:off x="4365341" y="4445636"/>
              <a:ext cx="662814" cy="641082"/>
              <a:chOff x="3209022" y="3422987"/>
              <a:chExt cx="662814" cy="641082"/>
            </a:xfrm>
          </p:grpSpPr>
          <p:pic>
            <p:nvPicPr>
              <p:cNvPr id="46" name="图形 45">
                <a:extLst>
                  <a:ext uri="{FF2B5EF4-FFF2-40B4-BE49-F238E27FC236}">
                    <a16:creationId xmlns:a16="http://schemas.microsoft.com/office/drawing/2014/main" id="{C8C4C2F7-68D1-41CA-A597-6AAB50358E43}"/>
                  </a:ext>
                </a:extLst>
              </p:cNvPr>
              <p:cNvPicPr>
                <a:picLocks noChangeAspect="1"/>
              </p:cNvPicPr>
              <p:nvPr/>
            </p:nvPicPr>
            <p:blipFill>
              <a:blip r:embed="rId3">
                <a:extLst>
                  <a:ext uri="{28A0092B-C50C-407E-A947-70E740481C1C}">
                    <a14:useLocalDpi xmlns:a14="http://schemas.microsoft.com/office/drawing/2010/main" val="0"/>
                  </a:ext>
                  <a:ext uri="{96DAC541-7B7A-43D3-8B79-37D633B846F1}">
                    <asvg:svgBlip xmlns:asvg="http://schemas.microsoft.com/office/drawing/2016/SVG/main" r:embed="rId4"/>
                  </a:ext>
                </a:extLst>
              </a:blip>
              <a:stretch>
                <a:fillRect/>
              </a:stretch>
            </p:blipFill>
            <p:spPr>
              <a:xfrm>
                <a:off x="3209022" y="3422987"/>
                <a:ext cx="662814" cy="641082"/>
              </a:xfrm>
              <a:prstGeom prst="rect">
                <a:avLst/>
              </a:prstGeom>
            </p:spPr>
          </p:pic>
          <p:sp>
            <p:nvSpPr>
              <p:cNvPr id="47" name="文本框 46">
                <a:extLst>
                  <a:ext uri="{FF2B5EF4-FFF2-40B4-BE49-F238E27FC236}">
                    <a16:creationId xmlns:a16="http://schemas.microsoft.com/office/drawing/2014/main" id="{658648CC-F992-4CC1-820A-6390807EB9AE}"/>
                  </a:ext>
                </a:extLst>
              </p:cNvPr>
              <p:cNvSpPr txBox="1"/>
              <p:nvPr/>
            </p:nvSpPr>
            <p:spPr>
              <a:xfrm>
                <a:off x="3490791" y="3451320"/>
                <a:ext cx="355235" cy="400110"/>
              </a:xfrm>
              <a:prstGeom prst="rect">
                <a:avLst/>
              </a:prstGeom>
              <a:noFill/>
            </p:spPr>
            <p:txBody>
              <a:bodyPr wrap="square" rtlCol="0">
                <a:spAutoFit/>
              </a:bodyPr>
              <a:lstStyle/>
              <a:p>
                <a:pPr algn="ctr"/>
                <a:r>
                  <a:rPr lang="en-US" altLang="zh-CN" sz="2000" b="1" dirty="0">
                    <a:solidFill>
                      <a:schemeClr val="bg1"/>
                    </a:solidFill>
                    <a:latin typeface="Arial Black" panose="020B0A04020102020204" pitchFamily="34" charset="0"/>
                    <a:ea typeface="+mj-ea"/>
                  </a:rPr>
                  <a:t>B</a:t>
                </a:r>
                <a:endParaRPr lang="zh-CN" altLang="en-US" sz="2000" b="1" dirty="0">
                  <a:solidFill>
                    <a:schemeClr val="bg1"/>
                  </a:solidFill>
                  <a:latin typeface="Arial Black" panose="020B0A04020102020204" pitchFamily="34" charset="0"/>
                  <a:ea typeface="+mj-ea"/>
                </a:endParaRPr>
              </a:p>
            </p:txBody>
          </p:sp>
        </p:grpSp>
        <p:grpSp>
          <p:nvGrpSpPr>
            <p:cNvPr id="37" name="组合 36">
              <a:extLst>
                <a:ext uri="{FF2B5EF4-FFF2-40B4-BE49-F238E27FC236}">
                  <a16:creationId xmlns:a16="http://schemas.microsoft.com/office/drawing/2014/main" id="{902C1D2E-FCC9-4698-83A9-FC2317BE61ED}"/>
                </a:ext>
              </a:extLst>
            </p:cNvPr>
            <p:cNvGrpSpPr/>
            <p:nvPr/>
          </p:nvGrpSpPr>
          <p:grpSpPr>
            <a:xfrm>
              <a:off x="6762008" y="4445636"/>
              <a:ext cx="662814" cy="641082"/>
              <a:chOff x="5605689" y="3422987"/>
              <a:chExt cx="662814" cy="641082"/>
            </a:xfrm>
          </p:grpSpPr>
          <p:pic>
            <p:nvPicPr>
              <p:cNvPr id="44" name="图形 43">
                <a:extLst>
                  <a:ext uri="{FF2B5EF4-FFF2-40B4-BE49-F238E27FC236}">
                    <a16:creationId xmlns:a16="http://schemas.microsoft.com/office/drawing/2014/main" id="{40F7F6D8-AE1D-4E43-836A-E987F0EAB4E5}"/>
                  </a:ext>
                </a:extLst>
              </p:cNvPr>
              <p:cNvPicPr>
                <a:picLocks noChangeAspect="1"/>
              </p:cNvPicPr>
              <p:nvPr/>
            </p:nvPicPr>
            <p:blipFill>
              <a:blip r:embed="rId3">
                <a:extLst>
                  <a:ext uri="{28A0092B-C50C-407E-A947-70E740481C1C}">
                    <a14:useLocalDpi xmlns:a14="http://schemas.microsoft.com/office/drawing/2010/main" val="0"/>
                  </a:ext>
                  <a:ext uri="{96DAC541-7B7A-43D3-8B79-37D633B846F1}">
                    <asvg:svgBlip xmlns:asvg="http://schemas.microsoft.com/office/drawing/2016/SVG/main" r:embed="rId4"/>
                  </a:ext>
                </a:extLst>
              </a:blip>
              <a:stretch>
                <a:fillRect/>
              </a:stretch>
            </p:blipFill>
            <p:spPr>
              <a:xfrm>
                <a:off x="5605689" y="3422987"/>
                <a:ext cx="662814" cy="641082"/>
              </a:xfrm>
              <a:prstGeom prst="rect">
                <a:avLst/>
              </a:prstGeom>
            </p:spPr>
          </p:pic>
          <p:sp>
            <p:nvSpPr>
              <p:cNvPr id="45" name="文本框 44">
                <a:extLst>
                  <a:ext uri="{FF2B5EF4-FFF2-40B4-BE49-F238E27FC236}">
                    <a16:creationId xmlns:a16="http://schemas.microsoft.com/office/drawing/2014/main" id="{6CB1768A-E878-4DEC-AD18-464A0F0DD547}"/>
                  </a:ext>
                </a:extLst>
              </p:cNvPr>
              <p:cNvSpPr txBox="1"/>
              <p:nvPr/>
            </p:nvSpPr>
            <p:spPr>
              <a:xfrm>
                <a:off x="5885506" y="3451320"/>
                <a:ext cx="355235" cy="400110"/>
              </a:xfrm>
              <a:prstGeom prst="rect">
                <a:avLst/>
              </a:prstGeom>
              <a:noFill/>
            </p:spPr>
            <p:txBody>
              <a:bodyPr wrap="square" rtlCol="0">
                <a:spAutoFit/>
              </a:bodyPr>
              <a:lstStyle/>
              <a:p>
                <a:pPr algn="ctr"/>
                <a:r>
                  <a:rPr lang="en-US" altLang="zh-CN" sz="2000" b="1" dirty="0">
                    <a:solidFill>
                      <a:schemeClr val="bg1"/>
                    </a:solidFill>
                    <a:latin typeface="Arial Black" panose="020B0A04020102020204" pitchFamily="34" charset="0"/>
                    <a:ea typeface="+mj-ea"/>
                  </a:rPr>
                  <a:t>C</a:t>
                </a:r>
                <a:endParaRPr lang="zh-CN" altLang="en-US" sz="2000" b="1" dirty="0">
                  <a:solidFill>
                    <a:schemeClr val="bg1"/>
                  </a:solidFill>
                  <a:latin typeface="Arial Black" panose="020B0A04020102020204" pitchFamily="34" charset="0"/>
                  <a:ea typeface="+mj-ea"/>
                </a:endParaRPr>
              </a:p>
            </p:txBody>
          </p:sp>
        </p:grpSp>
        <p:grpSp>
          <p:nvGrpSpPr>
            <p:cNvPr id="40" name="组合 39">
              <a:extLst>
                <a:ext uri="{FF2B5EF4-FFF2-40B4-BE49-F238E27FC236}">
                  <a16:creationId xmlns:a16="http://schemas.microsoft.com/office/drawing/2014/main" id="{6552C21E-1E72-4745-AC0E-DCC76E804F73}"/>
                </a:ext>
              </a:extLst>
            </p:cNvPr>
            <p:cNvGrpSpPr/>
            <p:nvPr/>
          </p:nvGrpSpPr>
          <p:grpSpPr>
            <a:xfrm>
              <a:off x="9158674" y="4445636"/>
              <a:ext cx="662814" cy="641082"/>
              <a:chOff x="8002355" y="3422987"/>
              <a:chExt cx="662814" cy="641082"/>
            </a:xfrm>
          </p:grpSpPr>
          <p:pic>
            <p:nvPicPr>
              <p:cNvPr id="42" name="图形 41">
                <a:extLst>
                  <a:ext uri="{FF2B5EF4-FFF2-40B4-BE49-F238E27FC236}">
                    <a16:creationId xmlns:a16="http://schemas.microsoft.com/office/drawing/2014/main" id="{6B11717D-FCEB-42D3-A119-E59AC28CD863}"/>
                  </a:ext>
                </a:extLst>
              </p:cNvPr>
              <p:cNvPicPr>
                <a:picLocks noChangeAspect="1"/>
              </p:cNvPicPr>
              <p:nvPr/>
            </p:nvPicPr>
            <p:blipFill>
              <a:blip r:embed="rId3">
                <a:extLst>
                  <a:ext uri="{28A0092B-C50C-407E-A947-70E740481C1C}">
                    <a14:useLocalDpi xmlns:a14="http://schemas.microsoft.com/office/drawing/2010/main" val="0"/>
                  </a:ext>
                  <a:ext uri="{96DAC541-7B7A-43D3-8B79-37D633B846F1}">
                    <asvg:svgBlip xmlns:asvg="http://schemas.microsoft.com/office/drawing/2016/SVG/main" r:embed="rId4"/>
                  </a:ext>
                </a:extLst>
              </a:blip>
              <a:stretch>
                <a:fillRect/>
              </a:stretch>
            </p:blipFill>
            <p:spPr>
              <a:xfrm>
                <a:off x="8002355" y="3422987"/>
                <a:ext cx="662814" cy="641082"/>
              </a:xfrm>
              <a:prstGeom prst="rect">
                <a:avLst/>
              </a:prstGeom>
            </p:spPr>
          </p:pic>
          <p:sp>
            <p:nvSpPr>
              <p:cNvPr id="43" name="文本框 42">
                <a:extLst>
                  <a:ext uri="{FF2B5EF4-FFF2-40B4-BE49-F238E27FC236}">
                    <a16:creationId xmlns:a16="http://schemas.microsoft.com/office/drawing/2014/main" id="{39CE4E63-0120-4586-A613-A2CF75236E92}"/>
                  </a:ext>
                </a:extLst>
              </p:cNvPr>
              <p:cNvSpPr txBox="1"/>
              <p:nvPr/>
            </p:nvSpPr>
            <p:spPr>
              <a:xfrm>
                <a:off x="8282675" y="3444742"/>
                <a:ext cx="355235" cy="400110"/>
              </a:xfrm>
              <a:prstGeom prst="rect">
                <a:avLst/>
              </a:prstGeom>
              <a:noFill/>
            </p:spPr>
            <p:txBody>
              <a:bodyPr wrap="square" rtlCol="0">
                <a:spAutoFit/>
              </a:bodyPr>
              <a:lstStyle/>
              <a:p>
                <a:pPr algn="ctr"/>
                <a:r>
                  <a:rPr lang="en-US" altLang="zh-CN" sz="2000" b="1" dirty="0">
                    <a:solidFill>
                      <a:schemeClr val="bg1"/>
                    </a:solidFill>
                    <a:latin typeface="Arial Black" panose="020B0A04020102020204" pitchFamily="34" charset="0"/>
                    <a:ea typeface="+mj-ea"/>
                  </a:rPr>
                  <a:t>D</a:t>
                </a:r>
                <a:endParaRPr lang="zh-CN" altLang="en-US" sz="2000" b="1" dirty="0">
                  <a:solidFill>
                    <a:schemeClr val="bg1"/>
                  </a:solidFill>
                  <a:latin typeface="Arial Black" panose="020B0A04020102020204" pitchFamily="34" charset="0"/>
                  <a:ea typeface="+mj-ea"/>
                </a:endParaRPr>
              </a:p>
            </p:txBody>
          </p:sp>
        </p:grpSp>
      </p:grpSp>
      <p:cxnSp>
        <p:nvCxnSpPr>
          <p:cNvPr id="65" name="直接箭头连接符 64">
            <a:extLst>
              <a:ext uri="{FF2B5EF4-FFF2-40B4-BE49-F238E27FC236}">
                <a16:creationId xmlns:a16="http://schemas.microsoft.com/office/drawing/2014/main" id="{6B824699-9145-4A7B-BF01-37AE80A31AFB}"/>
              </a:ext>
            </a:extLst>
          </p:cNvPr>
          <p:cNvCxnSpPr>
            <a:cxnSpLocks/>
          </p:cNvCxnSpPr>
          <p:nvPr/>
        </p:nvCxnSpPr>
        <p:spPr>
          <a:xfrm flipV="1">
            <a:off x="4878779" y="1692469"/>
            <a:ext cx="0" cy="773654"/>
          </a:xfrm>
          <a:prstGeom prst="straightConnector1">
            <a:avLst/>
          </a:prstGeom>
          <a:ln w="50800" cap="rnd">
            <a:solidFill>
              <a:schemeClr val="accent6"/>
            </a:solidFill>
            <a:round/>
            <a:tailEnd type="triangle" w="med" len="med"/>
          </a:ln>
        </p:spPr>
        <p:style>
          <a:lnRef idx="1">
            <a:schemeClr val="accent1"/>
          </a:lnRef>
          <a:fillRef idx="0">
            <a:schemeClr val="accent1"/>
          </a:fillRef>
          <a:effectRef idx="0">
            <a:schemeClr val="accent1"/>
          </a:effectRef>
          <a:fontRef idx="minor">
            <a:schemeClr val="tx1"/>
          </a:fontRef>
        </p:style>
      </p:cxnSp>
      <p:grpSp>
        <p:nvGrpSpPr>
          <p:cNvPr id="89" name="组合 88">
            <a:extLst>
              <a:ext uri="{FF2B5EF4-FFF2-40B4-BE49-F238E27FC236}">
                <a16:creationId xmlns:a16="http://schemas.microsoft.com/office/drawing/2014/main" id="{A60C1766-FE56-4FB8-8049-E2D4A91FDF4C}"/>
              </a:ext>
            </a:extLst>
          </p:cNvPr>
          <p:cNvGrpSpPr/>
          <p:nvPr/>
        </p:nvGrpSpPr>
        <p:grpSpPr>
          <a:xfrm>
            <a:off x="3618340" y="3529053"/>
            <a:ext cx="2156816" cy="1412699"/>
            <a:chOff x="3618340" y="3529053"/>
            <a:chExt cx="2156816" cy="1412699"/>
          </a:xfrm>
        </p:grpSpPr>
        <p:grpSp>
          <p:nvGrpSpPr>
            <p:cNvPr id="13" name="组合 12">
              <a:extLst>
                <a:ext uri="{FF2B5EF4-FFF2-40B4-BE49-F238E27FC236}">
                  <a16:creationId xmlns:a16="http://schemas.microsoft.com/office/drawing/2014/main" id="{6F6F734D-FC9E-4FE9-AAD3-1DC7FECE72BE}"/>
                </a:ext>
              </a:extLst>
            </p:cNvPr>
            <p:cNvGrpSpPr/>
            <p:nvPr/>
          </p:nvGrpSpPr>
          <p:grpSpPr>
            <a:xfrm>
              <a:off x="3618340" y="3939124"/>
              <a:ext cx="2156816" cy="1002628"/>
              <a:chOff x="3618340" y="3773304"/>
              <a:chExt cx="2156816" cy="1002628"/>
            </a:xfrm>
          </p:grpSpPr>
          <p:sp>
            <p:nvSpPr>
              <p:cNvPr id="11" name="流程图: 决策 10">
                <a:extLst>
                  <a:ext uri="{FF2B5EF4-FFF2-40B4-BE49-F238E27FC236}">
                    <a16:creationId xmlns:a16="http://schemas.microsoft.com/office/drawing/2014/main" id="{0165DD2E-FE47-40F5-933C-064B2A5AE296}"/>
                  </a:ext>
                </a:extLst>
              </p:cNvPr>
              <p:cNvSpPr/>
              <p:nvPr/>
            </p:nvSpPr>
            <p:spPr>
              <a:xfrm>
                <a:off x="3618340" y="3773304"/>
                <a:ext cx="2156816" cy="1002628"/>
              </a:xfrm>
              <a:prstGeom prst="flowChartDecision">
                <a:avLst/>
              </a:prstGeom>
            </p:spPr>
            <p:style>
              <a:lnRef idx="2">
                <a:schemeClr val="accent3">
                  <a:shade val="50000"/>
                </a:schemeClr>
              </a:lnRef>
              <a:fillRef idx="1">
                <a:schemeClr val="accent3"/>
              </a:fillRef>
              <a:effectRef idx="0">
                <a:schemeClr val="accent3"/>
              </a:effectRef>
              <a:fontRef idx="minor">
                <a:schemeClr val="lt1"/>
              </a:fontRef>
            </p:style>
            <p:txBody>
              <a:bodyPr rtlCol="0" anchor="ctr"/>
              <a:lstStyle/>
              <a:p>
                <a:pPr algn="ctr"/>
                <a:endParaRPr lang="zh-CN" altLang="en-US"/>
              </a:p>
            </p:txBody>
          </p:sp>
          <p:sp>
            <p:nvSpPr>
              <p:cNvPr id="12" name="文本框 11">
                <a:extLst>
                  <a:ext uri="{FF2B5EF4-FFF2-40B4-BE49-F238E27FC236}">
                    <a16:creationId xmlns:a16="http://schemas.microsoft.com/office/drawing/2014/main" id="{A0CDC4EA-1869-4EBA-9FDD-C7918792ADE2}"/>
                  </a:ext>
                </a:extLst>
              </p:cNvPr>
              <p:cNvSpPr txBox="1"/>
              <p:nvPr/>
            </p:nvSpPr>
            <p:spPr>
              <a:xfrm>
                <a:off x="3912189" y="3920038"/>
                <a:ext cx="1561617" cy="646331"/>
              </a:xfrm>
              <a:prstGeom prst="rect">
                <a:avLst/>
              </a:prstGeom>
              <a:noFill/>
            </p:spPr>
            <p:txBody>
              <a:bodyPr wrap="square" rtlCol="0">
                <a:spAutoFit/>
              </a:bodyPr>
              <a:lstStyle/>
              <a:p>
                <a:pPr algn="ctr"/>
                <a:r>
                  <a:rPr lang="zh-CN" altLang="en-US" b="1" dirty="0">
                    <a:solidFill>
                      <a:schemeClr val="bg1"/>
                    </a:solidFill>
                  </a:rPr>
                  <a:t>信道空闲</a:t>
                </a:r>
                <a:endParaRPr lang="en-US" altLang="zh-CN" b="1" dirty="0">
                  <a:solidFill>
                    <a:schemeClr val="bg1"/>
                  </a:solidFill>
                </a:endParaRPr>
              </a:p>
              <a:p>
                <a:pPr algn="ctr"/>
                <a:r>
                  <a:rPr lang="en-US" altLang="zh-CN" b="1" dirty="0">
                    <a:solidFill>
                      <a:schemeClr val="bg1"/>
                    </a:solidFill>
                  </a:rPr>
                  <a:t>96</a:t>
                </a:r>
                <a:r>
                  <a:rPr lang="zh-CN" altLang="en-US" b="1" dirty="0">
                    <a:solidFill>
                      <a:schemeClr val="bg1"/>
                    </a:solidFill>
                  </a:rPr>
                  <a:t>比特时间？</a:t>
                </a:r>
              </a:p>
            </p:txBody>
          </p:sp>
        </p:grpSp>
        <p:cxnSp>
          <p:nvCxnSpPr>
            <p:cNvPr id="15" name="直接箭头连接符 14">
              <a:extLst>
                <a:ext uri="{FF2B5EF4-FFF2-40B4-BE49-F238E27FC236}">
                  <a16:creationId xmlns:a16="http://schemas.microsoft.com/office/drawing/2014/main" id="{8BC989FE-4CA6-472F-B89E-6022821999CA}"/>
                </a:ext>
              </a:extLst>
            </p:cNvPr>
            <p:cNvCxnSpPr>
              <a:stCxn id="10" idx="2"/>
              <a:endCxn id="11" idx="0"/>
            </p:cNvCxnSpPr>
            <p:nvPr/>
          </p:nvCxnSpPr>
          <p:spPr>
            <a:xfrm>
              <a:off x="4696748" y="3529053"/>
              <a:ext cx="0" cy="410071"/>
            </a:xfrm>
            <a:prstGeom prst="straightConnector1">
              <a:avLst/>
            </a:prstGeom>
            <a:ln w="12700">
              <a:solidFill>
                <a:schemeClr val="tx1"/>
              </a:solidFill>
              <a:tailEnd type="triangle"/>
            </a:ln>
          </p:spPr>
          <p:style>
            <a:lnRef idx="1">
              <a:schemeClr val="accent1"/>
            </a:lnRef>
            <a:fillRef idx="0">
              <a:schemeClr val="accent1"/>
            </a:fillRef>
            <a:effectRef idx="0">
              <a:schemeClr val="accent1"/>
            </a:effectRef>
            <a:fontRef idx="minor">
              <a:schemeClr val="tx1"/>
            </a:fontRef>
          </p:style>
        </p:cxnSp>
      </p:grpSp>
      <p:grpSp>
        <p:nvGrpSpPr>
          <p:cNvPr id="16" name="组合 15">
            <a:extLst>
              <a:ext uri="{FF2B5EF4-FFF2-40B4-BE49-F238E27FC236}">
                <a16:creationId xmlns:a16="http://schemas.microsoft.com/office/drawing/2014/main" id="{D8537797-6A10-4E13-AFEC-CFAFD513EAE7}"/>
              </a:ext>
            </a:extLst>
          </p:cNvPr>
          <p:cNvGrpSpPr/>
          <p:nvPr/>
        </p:nvGrpSpPr>
        <p:grpSpPr>
          <a:xfrm>
            <a:off x="5775155" y="5018256"/>
            <a:ext cx="2798508" cy="1002628"/>
            <a:chOff x="5775155" y="5018256"/>
            <a:chExt cx="2798508" cy="1002628"/>
          </a:xfrm>
        </p:grpSpPr>
        <p:grpSp>
          <p:nvGrpSpPr>
            <p:cNvPr id="63" name="组合 62">
              <a:extLst>
                <a:ext uri="{FF2B5EF4-FFF2-40B4-BE49-F238E27FC236}">
                  <a16:creationId xmlns:a16="http://schemas.microsoft.com/office/drawing/2014/main" id="{05C12647-BDC5-4122-814E-61D6B6C006C9}"/>
                </a:ext>
              </a:extLst>
            </p:cNvPr>
            <p:cNvGrpSpPr/>
            <p:nvPr/>
          </p:nvGrpSpPr>
          <p:grpSpPr>
            <a:xfrm>
              <a:off x="6416847" y="5018256"/>
              <a:ext cx="2156816" cy="1002628"/>
              <a:chOff x="3618340" y="3773304"/>
              <a:chExt cx="2156816" cy="1002628"/>
            </a:xfrm>
          </p:grpSpPr>
          <p:sp>
            <p:nvSpPr>
              <p:cNvPr id="64" name="流程图: 决策 63">
                <a:extLst>
                  <a:ext uri="{FF2B5EF4-FFF2-40B4-BE49-F238E27FC236}">
                    <a16:creationId xmlns:a16="http://schemas.microsoft.com/office/drawing/2014/main" id="{E6295894-78C8-424E-9BF6-D0CE0E149E05}"/>
                  </a:ext>
                </a:extLst>
              </p:cNvPr>
              <p:cNvSpPr/>
              <p:nvPr/>
            </p:nvSpPr>
            <p:spPr>
              <a:xfrm>
                <a:off x="3618340" y="3773304"/>
                <a:ext cx="2156816" cy="1002628"/>
              </a:xfrm>
              <a:prstGeom prst="flowChartDecision">
                <a:avLst/>
              </a:prstGeom>
            </p:spPr>
            <p:style>
              <a:lnRef idx="2">
                <a:schemeClr val="accent5">
                  <a:shade val="50000"/>
                </a:schemeClr>
              </a:lnRef>
              <a:fillRef idx="1">
                <a:schemeClr val="accent5"/>
              </a:fillRef>
              <a:effectRef idx="0">
                <a:schemeClr val="accent5"/>
              </a:effectRef>
              <a:fontRef idx="minor">
                <a:schemeClr val="lt1"/>
              </a:fontRef>
            </p:style>
            <p:txBody>
              <a:bodyPr rtlCol="0" anchor="ctr"/>
              <a:lstStyle/>
              <a:p>
                <a:pPr algn="ctr"/>
                <a:endParaRPr lang="zh-CN" altLang="en-US"/>
              </a:p>
            </p:txBody>
          </p:sp>
          <p:sp>
            <p:nvSpPr>
              <p:cNvPr id="68" name="文本框 67">
                <a:extLst>
                  <a:ext uri="{FF2B5EF4-FFF2-40B4-BE49-F238E27FC236}">
                    <a16:creationId xmlns:a16="http://schemas.microsoft.com/office/drawing/2014/main" id="{B9FB4205-6FBB-42A1-A5C5-56C61CCE3615}"/>
                  </a:ext>
                </a:extLst>
              </p:cNvPr>
              <p:cNvSpPr txBox="1"/>
              <p:nvPr/>
            </p:nvSpPr>
            <p:spPr>
              <a:xfrm>
                <a:off x="3915939" y="4084047"/>
                <a:ext cx="1561617" cy="369332"/>
              </a:xfrm>
              <a:prstGeom prst="rect">
                <a:avLst/>
              </a:prstGeom>
              <a:noFill/>
              <a:ln>
                <a:noFill/>
              </a:ln>
            </p:spPr>
            <p:style>
              <a:lnRef idx="2">
                <a:schemeClr val="accent5">
                  <a:shade val="50000"/>
                </a:schemeClr>
              </a:lnRef>
              <a:fillRef idx="1">
                <a:schemeClr val="accent5"/>
              </a:fillRef>
              <a:effectRef idx="0">
                <a:schemeClr val="accent5"/>
              </a:effectRef>
              <a:fontRef idx="minor">
                <a:schemeClr val="lt1"/>
              </a:fontRef>
            </p:style>
            <p:txBody>
              <a:bodyPr wrap="square" rtlCol="0">
                <a:spAutoFit/>
              </a:bodyPr>
              <a:lstStyle/>
              <a:p>
                <a:pPr algn="ctr"/>
                <a:r>
                  <a:rPr lang="zh-CN" altLang="en-US" b="1" dirty="0">
                    <a:solidFill>
                      <a:schemeClr val="bg1"/>
                    </a:solidFill>
                  </a:rPr>
                  <a:t>检测到碰撞？</a:t>
                </a:r>
              </a:p>
            </p:txBody>
          </p:sp>
        </p:grpSp>
        <p:cxnSp>
          <p:nvCxnSpPr>
            <p:cNvPr id="74" name="直接箭头连接符 73">
              <a:extLst>
                <a:ext uri="{FF2B5EF4-FFF2-40B4-BE49-F238E27FC236}">
                  <a16:creationId xmlns:a16="http://schemas.microsoft.com/office/drawing/2014/main" id="{ED672E0E-9738-418B-B083-BE1F9C1449B1}"/>
                </a:ext>
              </a:extLst>
            </p:cNvPr>
            <p:cNvCxnSpPr>
              <a:cxnSpLocks/>
              <a:stCxn id="62" idx="3"/>
              <a:endCxn id="64" idx="1"/>
            </p:cNvCxnSpPr>
            <p:nvPr/>
          </p:nvCxnSpPr>
          <p:spPr>
            <a:xfrm>
              <a:off x="5775155" y="5519570"/>
              <a:ext cx="641692" cy="0"/>
            </a:xfrm>
            <a:prstGeom prst="straightConnector1">
              <a:avLst/>
            </a:prstGeom>
            <a:ln w="12700">
              <a:solidFill>
                <a:schemeClr val="tx1"/>
              </a:solidFill>
              <a:tailEnd type="triangle"/>
            </a:ln>
          </p:spPr>
          <p:style>
            <a:lnRef idx="1">
              <a:schemeClr val="accent1"/>
            </a:lnRef>
            <a:fillRef idx="0">
              <a:schemeClr val="accent1"/>
            </a:fillRef>
            <a:effectRef idx="0">
              <a:schemeClr val="accent1"/>
            </a:effectRef>
            <a:fontRef idx="minor">
              <a:schemeClr val="tx1"/>
            </a:fontRef>
          </p:style>
        </p:cxnSp>
      </p:grpSp>
      <p:grpSp>
        <p:nvGrpSpPr>
          <p:cNvPr id="90" name="组合 89">
            <a:extLst>
              <a:ext uri="{FF2B5EF4-FFF2-40B4-BE49-F238E27FC236}">
                <a16:creationId xmlns:a16="http://schemas.microsoft.com/office/drawing/2014/main" id="{53AF500B-7FC7-492C-B846-1814D08B9461}"/>
              </a:ext>
            </a:extLst>
          </p:cNvPr>
          <p:cNvGrpSpPr/>
          <p:nvPr/>
        </p:nvGrpSpPr>
        <p:grpSpPr>
          <a:xfrm>
            <a:off x="3213902" y="3696800"/>
            <a:ext cx="1479094" cy="743638"/>
            <a:chOff x="3213902" y="3696800"/>
            <a:chExt cx="1479094" cy="743638"/>
          </a:xfrm>
        </p:grpSpPr>
        <p:cxnSp>
          <p:nvCxnSpPr>
            <p:cNvPr id="75" name="连接符: 肘形 74">
              <a:extLst>
                <a:ext uri="{FF2B5EF4-FFF2-40B4-BE49-F238E27FC236}">
                  <a16:creationId xmlns:a16="http://schemas.microsoft.com/office/drawing/2014/main" id="{B0753E80-1758-4F9B-8E87-EF86F3BB4687}"/>
                </a:ext>
              </a:extLst>
            </p:cNvPr>
            <p:cNvCxnSpPr>
              <a:cxnSpLocks/>
              <a:stCxn id="11" idx="1"/>
            </p:cNvCxnSpPr>
            <p:nvPr/>
          </p:nvCxnSpPr>
          <p:spPr>
            <a:xfrm rot="10800000" flipH="1">
              <a:off x="3618339" y="3696800"/>
              <a:ext cx="1074657" cy="743638"/>
            </a:xfrm>
            <a:prstGeom prst="bentConnector3">
              <a:avLst>
                <a:gd name="adj1" fmla="val -21272"/>
              </a:avLst>
            </a:prstGeom>
            <a:ln w="12700">
              <a:solidFill>
                <a:schemeClr val="tx1"/>
              </a:solidFill>
              <a:tailEnd type="triangle"/>
            </a:ln>
          </p:spPr>
          <p:style>
            <a:lnRef idx="1">
              <a:schemeClr val="accent1"/>
            </a:lnRef>
            <a:fillRef idx="0">
              <a:schemeClr val="accent1"/>
            </a:fillRef>
            <a:effectRef idx="0">
              <a:schemeClr val="accent1"/>
            </a:effectRef>
            <a:fontRef idx="minor">
              <a:schemeClr val="tx1"/>
            </a:fontRef>
          </p:style>
        </p:cxnSp>
        <p:sp>
          <p:nvSpPr>
            <p:cNvPr id="81" name="文本框 80">
              <a:extLst>
                <a:ext uri="{FF2B5EF4-FFF2-40B4-BE49-F238E27FC236}">
                  <a16:creationId xmlns:a16="http://schemas.microsoft.com/office/drawing/2014/main" id="{75E5AB3E-992E-4B3B-98B0-29DA1FEC7903}"/>
                </a:ext>
              </a:extLst>
            </p:cNvPr>
            <p:cNvSpPr txBox="1"/>
            <p:nvPr/>
          </p:nvSpPr>
          <p:spPr>
            <a:xfrm>
              <a:off x="3213902" y="4029294"/>
              <a:ext cx="679897" cy="369332"/>
            </a:xfrm>
            <a:prstGeom prst="rect">
              <a:avLst/>
            </a:prstGeom>
            <a:noFill/>
          </p:spPr>
          <p:txBody>
            <a:bodyPr wrap="square" rtlCol="0">
              <a:spAutoFit/>
            </a:bodyPr>
            <a:lstStyle/>
            <a:p>
              <a:pPr algn="ctr"/>
              <a:r>
                <a:rPr lang="zh-CN" altLang="en-US" b="1" dirty="0"/>
                <a:t>否</a:t>
              </a:r>
            </a:p>
          </p:txBody>
        </p:sp>
      </p:grpSp>
      <p:grpSp>
        <p:nvGrpSpPr>
          <p:cNvPr id="17" name="组合 16">
            <a:extLst>
              <a:ext uri="{FF2B5EF4-FFF2-40B4-BE49-F238E27FC236}">
                <a16:creationId xmlns:a16="http://schemas.microsoft.com/office/drawing/2014/main" id="{F2477ACC-F32C-45F0-88AC-64E1B5B2BBC0}"/>
              </a:ext>
            </a:extLst>
          </p:cNvPr>
          <p:cNvGrpSpPr/>
          <p:nvPr/>
        </p:nvGrpSpPr>
        <p:grpSpPr>
          <a:xfrm>
            <a:off x="4696748" y="5687318"/>
            <a:ext cx="2889748" cy="598270"/>
            <a:chOff x="4696748" y="5687318"/>
            <a:chExt cx="2889748" cy="598270"/>
          </a:xfrm>
        </p:grpSpPr>
        <p:cxnSp>
          <p:nvCxnSpPr>
            <p:cNvPr id="21" name="连接符: 肘形 20">
              <a:extLst>
                <a:ext uri="{FF2B5EF4-FFF2-40B4-BE49-F238E27FC236}">
                  <a16:creationId xmlns:a16="http://schemas.microsoft.com/office/drawing/2014/main" id="{3E217AB6-D8D2-4578-B61E-3F6EA48A6218}"/>
                </a:ext>
              </a:extLst>
            </p:cNvPr>
            <p:cNvCxnSpPr>
              <a:stCxn id="64" idx="2"/>
              <a:endCxn id="62" idx="2"/>
            </p:cNvCxnSpPr>
            <p:nvPr/>
          </p:nvCxnSpPr>
          <p:spPr>
            <a:xfrm rot="5400000" flipH="1">
              <a:off x="5929218" y="4454848"/>
              <a:ext cx="333567" cy="2798507"/>
            </a:xfrm>
            <a:prstGeom prst="bentConnector3">
              <a:avLst>
                <a:gd name="adj1" fmla="val -68532"/>
              </a:avLst>
            </a:prstGeom>
            <a:ln w="12700">
              <a:solidFill>
                <a:schemeClr val="tx1"/>
              </a:solidFill>
              <a:tailEnd type="triangle"/>
            </a:ln>
          </p:spPr>
          <p:style>
            <a:lnRef idx="1">
              <a:schemeClr val="accent1"/>
            </a:lnRef>
            <a:fillRef idx="0">
              <a:schemeClr val="accent1"/>
            </a:fillRef>
            <a:effectRef idx="0">
              <a:schemeClr val="accent1"/>
            </a:effectRef>
            <a:fontRef idx="minor">
              <a:schemeClr val="tx1"/>
            </a:fontRef>
          </p:style>
        </p:cxnSp>
        <p:sp>
          <p:nvSpPr>
            <p:cNvPr id="82" name="文本框 81">
              <a:extLst>
                <a:ext uri="{FF2B5EF4-FFF2-40B4-BE49-F238E27FC236}">
                  <a16:creationId xmlns:a16="http://schemas.microsoft.com/office/drawing/2014/main" id="{19443827-4B1D-4F0D-8490-B3DD9045CAAF}"/>
                </a:ext>
              </a:extLst>
            </p:cNvPr>
            <p:cNvSpPr txBox="1"/>
            <p:nvPr/>
          </p:nvSpPr>
          <p:spPr>
            <a:xfrm>
              <a:off x="6906599" y="5916256"/>
              <a:ext cx="679897" cy="369332"/>
            </a:xfrm>
            <a:prstGeom prst="rect">
              <a:avLst/>
            </a:prstGeom>
            <a:noFill/>
          </p:spPr>
          <p:txBody>
            <a:bodyPr wrap="square" rtlCol="0">
              <a:spAutoFit/>
            </a:bodyPr>
            <a:lstStyle/>
            <a:p>
              <a:pPr algn="ctr"/>
              <a:r>
                <a:rPr lang="zh-CN" altLang="en-US" b="1" dirty="0"/>
                <a:t>否</a:t>
              </a:r>
            </a:p>
          </p:txBody>
        </p:sp>
      </p:grpSp>
      <p:grpSp>
        <p:nvGrpSpPr>
          <p:cNvPr id="14" name="组合 13">
            <a:extLst>
              <a:ext uri="{FF2B5EF4-FFF2-40B4-BE49-F238E27FC236}">
                <a16:creationId xmlns:a16="http://schemas.microsoft.com/office/drawing/2014/main" id="{DFFE2C86-0EC7-4C76-B053-FAAD2048078C}"/>
              </a:ext>
            </a:extLst>
          </p:cNvPr>
          <p:cNvGrpSpPr/>
          <p:nvPr/>
        </p:nvGrpSpPr>
        <p:grpSpPr>
          <a:xfrm>
            <a:off x="3618340" y="4861868"/>
            <a:ext cx="2156815" cy="825449"/>
            <a:chOff x="3618340" y="4861868"/>
            <a:chExt cx="2156815" cy="825449"/>
          </a:xfrm>
        </p:grpSpPr>
        <p:sp>
          <p:nvSpPr>
            <p:cNvPr id="62" name="矩形 61">
              <a:extLst>
                <a:ext uri="{FF2B5EF4-FFF2-40B4-BE49-F238E27FC236}">
                  <a16:creationId xmlns:a16="http://schemas.microsoft.com/office/drawing/2014/main" id="{F54F187A-0CED-475A-BCF6-B88756AE175F}"/>
                </a:ext>
              </a:extLst>
            </p:cNvPr>
            <p:cNvSpPr/>
            <p:nvPr/>
          </p:nvSpPr>
          <p:spPr>
            <a:xfrm>
              <a:off x="3618340" y="5351823"/>
              <a:ext cx="2156815" cy="335494"/>
            </a:xfrm>
            <a:prstGeom prst="rect">
              <a:avLst/>
            </a:prstGeom>
          </p:spPr>
          <p:style>
            <a:lnRef idx="2">
              <a:schemeClr val="accent5">
                <a:shade val="50000"/>
              </a:schemeClr>
            </a:lnRef>
            <a:fillRef idx="1">
              <a:schemeClr val="accent5"/>
            </a:fillRef>
            <a:effectRef idx="0">
              <a:schemeClr val="accent5"/>
            </a:effectRef>
            <a:fontRef idx="minor">
              <a:schemeClr val="lt1"/>
            </a:fontRef>
          </p:style>
          <p:txBody>
            <a:bodyPr rtlCol="0" anchor="ctr"/>
            <a:lstStyle/>
            <a:p>
              <a:pPr algn="ctr"/>
              <a:r>
                <a:rPr lang="zh-CN" altLang="en-US" b="1" dirty="0"/>
                <a:t>发送帧</a:t>
              </a:r>
            </a:p>
          </p:txBody>
        </p:sp>
        <p:cxnSp>
          <p:nvCxnSpPr>
            <p:cNvPr id="73" name="直接箭头连接符 72">
              <a:extLst>
                <a:ext uri="{FF2B5EF4-FFF2-40B4-BE49-F238E27FC236}">
                  <a16:creationId xmlns:a16="http://schemas.microsoft.com/office/drawing/2014/main" id="{7B8869AD-956A-4BAD-B1BE-AA2C5E0CC188}"/>
                </a:ext>
              </a:extLst>
            </p:cNvPr>
            <p:cNvCxnSpPr>
              <a:cxnSpLocks/>
              <a:stCxn id="11" idx="2"/>
              <a:endCxn id="62" idx="0"/>
            </p:cNvCxnSpPr>
            <p:nvPr/>
          </p:nvCxnSpPr>
          <p:spPr>
            <a:xfrm>
              <a:off x="4696748" y="4941752"/>
              <a:ext cx="0" cy="410071"/>
            </a:xfrm>
            <a:prstGeom prst="straightConnector1">
              <a:avLst/>
            </a:prstGeom>
            <a:ln w="12700">
              <a:solidFill>
                <a:schemeClr val="tx1"/>
              </a:solidFill>
              <a:tailEnd type="triangle"/>
            </a:ln>
          </p:spPr>
          <p:style>
            <a:lnRef idx="1">
              <a:schemeClr val="accent1"/>
            </a:lnRef>
            <a:fillRef idx="0">
              <a:schemeClr val="accent1"/>
            </a:fillRef>
            <a:effectRef idx="0">
              <a:schemeClr val="accent1"/>
            </a:effectRef>
            <a:fontRef idx="minor">
              <a:schemeClr val="tx1"/>
            </a:fontRef>
          </p:style>
        </p:cxnSp>
        <p:sp>
          <p:nvSpPr>
            <p:cNvPr id="84" name="文本框 83">
              <a:extLst>
                <a:ext uri="{FF2B5EF4-FFF2-40B4-BE49-F238E27FC236}">
                  <a16:creationId xmlns:a16="http://schemas.microsoft.com/office/drawing/2014/main" id="{692F5F67-9019-480B-80C9-30B4E7172CF0}"/>
                </a:ext>
              </a:extLst>
            </p:cNvPr>
            <p:cNvSpPr txBox="1"/>
            <p:nvPr/>
          </p:nvSpPr>
          <p:spPr>
            <a:xfrm>
              <a:off x="4559904" y="4861868"/>
              <a:ext cx="637749" cy="369332"/>
            </a:xfrm>
            <a:prstGeom prst="rect">
              <a:avLst/>
            </a:prstGeom>
            <a:noFill/>
          </p:spPr>
          <p:txBody>
            <a:bodyPr wrap="square" rtlCol="0">
              <a:spAutoFit/>
            </a:bodyPr>
            <a:lstStyle/>
            <a:p>
              <a:pPr algn="ctr"/>
              <a:r>
                <a:rPr lang="zh-CN" altLang="en-US" b="1" dirty="0"/>
                <a:t>是</a:t>
              </a:r>
            </a:p>
          </p:txBody>
        </p:sp>
      </p:grpSp>
      <p:grpSp>
        <p:nvGrpSpPr>
          <p:cNvPr id="77" name="组合 76">
            <a:extLst>
              <a:ext uri="{FF2B5EF4-FFF2-40B4-BE49-F238E27FC236}">
                <a16:creationId xmlns:a16="http://schemas.microsoft.com/office/drawing/2014/main" id="{1B6971EE-F977-4DA3-A9A0-44F6C9DC48DA}"/>
              </a:ext>
            </a:extLst>
          </p:cNvPr>
          <p:cNvGrpSpPr/>
          <p:nvPr/>
        </p:nvGrpSpPr>
        <p:grpSpPr>
          <a:xfrm>
            <a:off x="9727206" y="734232"/>
            <a:ext cx="2153414" cy="461665"/>
            <a:chOff x="9727206" y="734232"/>
            <a:chExt cx="2153414" cy="461665"/>
          </a:xfrm>
        </p:grpSpPr>
        <p:sp>
          <p:nvSpPr>
            <p:cNvPr id="79" name="矩形 78">
              <a:extLst>
                <a:ext uri="{FF2B5EF4-FFF2-40B4-BE49-F238E27FC236}">
                  <a16:creationId xmlns:a16="http://schemas.microsoft.com/office/drawing/2014/main" id="{23D339D1-2ECC-4222-BF66-5F8AC926D8C7}"/>
                </a:ext>
              </a:extLst>
            </p:cNvPr>
            <p:cNvSpPr/>
            <p:nvPr/>
          </p:nvSpPr>
          <p:spPr>
            <a:xfrm>
              <a:off x="9727206" y="757078"/>
              <a:ext cx="2153414" cy="400110"/>
            </a:xfrm>
            <a:prstGeom prst="rect">
              <a:avLst/>
            </a:prstGeom>
            <a:solidFill>
              <a:schemeClr val="accent5"/>
            </a:solidFill>
            <a:ln>
              <a:solidFill>
                <a:schemeClr val="accent5"/>
              </a:solidFill>
            </a:ln>
          </p:spPr>
          <p:style>
            <a:lnRef idx="2">
              <a:schemeClr val="accent5">
                <a:shade val="50000"/>
              </a:schemeClr>
            </a:lnRef>
            <a:fillRef idx="1">
              <a:schemeClr val="accent5"/>
            </a:fillRef>
            <a:effectRef idx="0">
              <a:schemeClr val="accent5"/>
            </a:effectRef>
            <a:fontRef idx="minor">
              <a:schemeClr val="lt1"/>
            </a:fontRef>
          </p:style>
          <p:txBody>
            <a:bodyPr rtlCol="0" anchor="ctr"/>
            <a:lstStyle/>
            <a:p>
              <a:pPr algn="ctr"/>
              <a:endParaRPr lang="zh-CN" altLang="en-US"/>
            </a:p>
          </p:txBody>
        </p:sp>
        <p:sp>
          <p:nvSpPr>
            <p:cNvPr id="80" name="文本框 79">
              <a:extLst>
                <a:ext uri="{FF2B5EF4-FFF2-40B4-BE49-F238E27FC236}">
                  <a16:creationId xmlns:a16="http://schemas.microsoft.com/office/drawing/2014/main" id="{644983D9-31FB-44F8-9DB3-5BFCAA2F4462}"/>
                </a:ext>
              </a:extLst>
            </p:cNvPr>
            <p:cNvSpPr txBox="1"/>
            <p:nvPr/>
          </p:nvSpPr>
          <p:spPr>
            <a:xfrm>
              <a:off x="9791788" y="772467"/>
              <a:ext cx="1598556" cy="400110"/>
            </a:xfrm>
            <a:prstGeom prst="rect">
              <a:avLst/>
            </a:prstGeom>
            <a:noFill/>
          </p:spPr>
          <p:txBody>
            <a:bodyPr wrap="square" rtlCol="0">
              <a:spAutoFit/>
            </a:bodyPr>
            <a:lstStyle/>
            <a:p>
              <a:pPr algn="ctr"/>
              <a:r>
                <a:rPr lang="zh-CN" altLang="en-US" sz="2000" b="1" dirty="0">
                  <a:solidFill>
                    <a:schemeClr val="bg1"/>
                  </a:solidFill>
                </a:rPr>
                <a:t>碰撞检测</a:t>
              </a:r>
            </a:p>
          </p:txBody>
        </p:sp>
        <p:sp>
          <p:nvSpPr>
            <p:cNvPr id="85" name="文本框 84">
              <a:extLst>
                <a:ext uri="{FF2B5EF4-FFF2-40B4-BE49-F238E27FC236}">
                  <a16:creationId xmlns:a16="http://schemas.microsoft.com/office/drawing/2014/main" id="{C1CFD963-D797-4467-A290-7E45A4D0B8B2}"/>
                </a:ext>
              </a:extLst>
            </p:cNvPr>
            <p:cNvSpPr txBox="1"/>
            <p:nvPr/>
          </p:nvSpPr>
          <p:spPr>
            <a:xfrm>
              <a:off x="11033742" y="734232"/>
              <a:ext cx="383192" cy="461665"/>
            </a:xfrm>
            <a:prstGeom prst="rect">
              <a:avLst/>
            </a:prstGeom>
            <a:noFill/>
          </p:spPr>
          <p:txBody>
            <a:bodyPr wrap="square">
              <a:spAutoFit/>
            </a:bodyPr>
            <a:lstStyle/>
            <a:p>
              <a:r>
                <a:rPr lang="en-US" altLang="zh-CN" sz="2400" b="1" dirty="0">
                  <a:solidFill>
                    <a:schemeClr val="bg1"/>
                  </a:solidFill>
                  <a:latin typeface="Arial Narrow" panose="020B0606020202030204" pitchFamily="34" charset="0"/>
                </a:rPr>
                <a:t>C</a:t>
              </a:r>
              <a:endParaRPr lang="zh-CN" altLang="en-US" sz="2400" dirty="0">
                <a:solidFill>
                  <a:schemeClr val="bg1"/>
                </a:solidFill>
              </a:endParaRPr>
            </a:p>
          </p:txBody>
        </p:sp>
        <p:sp>
          <p:nvSpPr>
            <p:cNvPr id="86" name="文本框 85">
              <a:extLst>
                <a:ext uri="{FF2B5EF4-FFF2-40B4-BE49-F238E27FC236}">
                  <a16:creationId xmlns:a16="http://schemas.microsoft.com/office/drawing/2014/main" id="{BA726DB0-C965-40B9-B603-AEA447E38417}"/>
                </a:ext>
              </a:extLst>
            </p:cNvPr>
            <p:cNvSpPr txBox="1"/>
            <p:nvPr/>
          </p:nvSpPr>
          <p:spPr>
            <a:xfrm>
              <a:off x="11260686" y="734232"/>
              <a:ext cx="383192" cy="461665"/>
            </a:xfrm>
            <a:prstGeom prst="rect">
              <a:avLst/>
            </a:prstGeom>
            <a:noFill/>
          </p:spPr>
          <p:txBody>
            <a:bodyPr wrap="square">
              <a:spAutoFit/>
            </a:bodyPr>
            <a:lstStyle/>
            <a:p>
              <a:r>
                <a:rPr lang="en-US" altLang="zh-CN" sz="2400" b="1" dirty="0">
                  <a:solidFill>
                    <a:schemeClr val="bg1"/>
                  </a:solidFill>
                  <a:latin typeface="Arial Narrow" panose="020B0606020202030204" pitchFamily="34" charset="0"/>
                </a:rPr>
                <a:t>D</a:t>
              </a:r>
              <a:endParaRPr lang="zh-CN" altLang="en-US" sz="2400" dirty="0">
                <a:solidFill>
                  <a:schemeClr val="bg1"/>
                </a:solidFill>
              </a:endParaRPr>
            </a:p>
          </p:txBody>
        </p:sp>
      </p:grpSp>
    </p:spTree>
    <p:custDataLst>
      <p:tags r:id="rId1"/>
    </p:custDataLst>
    <p:extLst>
      <p:ext uri="{BB962C8B-B14F-4D97-AF65-F5344CB8AC3E}">
        <p14:creationId xmlns:p14="http://schemas.microsoft.com/office/powerpoint/2010/main" val="1276691048"/>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2" presetClass="entr" presetSubtype="8" fill="hold" nodeType="withEffect">
                                  <p:stCondLst>
                                    <p:cond delay="0"/>
                                  </p:stCondLst>
                                  <p:childTnLst>
                                    <p:set>
                                      <p:cBhvr>
                                        <p:cTn id="6" dur="1" fill="hold">
                                          <p:stCondLst>
                                            <p:cond delay="0"/>
                                          </p:stCondLst>
                                        </p:cTn>
                                        <p:tgtEl>
                                          <p:spTgt spid="88"/>
                                        </p:tgtEl>
                                        <p:attrNameLst>
                                          <p:attrName>style.visibility</p:attrName>
                                        </p:attrNameLst>
                                      </p:cBhvr>
                                      <p:to>
                                        <p:strVal val="visible"/>
                                      </p:to>
                                    </p:set>
                                    <p:anim calcmode="lin" valueType="num">
                                      <p:cBhvr additive="base">
                                        <p:cTn id="7" dur="500"/>
                                        <p:tgtEl>
                                          <p:spTgt spid="88"/>
                                        </p:tgtEl>
                                        <p:attrNameLst>
                                          <p:attrName>ppt_x</p:attrName>
                                        </p:attrNameLst>
                                      </p:cBhvr>
                                      <p:tavLst>
                                        <p:tav tm="0">
                                          <p:val>
                                            <p:strVal val="#ppt_x-#ppt_w*1.125000"/>
                                          </p:val>
                                        </p:tav>
                                        <p:tav tm="100000">
                                          <p:val>
                                            <p:strVal val="#ppt_x"/>
                                          </p:val>
                                        </p:tav>
                                      </p:tavLst>
                                    </p:anim>
                                    <p:animEffect transition="in" filter="wipe(right)">
                                      <p:cBhvr>
                                        <p:cTn id="8" dur="500"/>
                                        <p:tgtEl>
                                          <p:spTgt spid="88"/>
                                        </p:tgtEl>
                                      </p:cBhvr>
                                    </p:animEffect>
                                  </p:childTnLst>
                                </p:cTn>
                              </p:par>
                            </p:childTnLst>
                          </p:cTn>
                        </p:par>
                      </p:childTnLst>
                    </p:cTn>
                  </p:par>
                  <p:par>
                    <p:cTn id="9" fill="hold">
                      <p:stCondLst>
                        <p:cond delay="indefinite"/>
                      </p:stCondLst>
                      <p:childTnLst>
                        <p:par>
                          <p:cTn id="10" fill="hold">
                            <p:stCondLst>
                              <p:cond delay="0"/>
                            </p:stCondLst>
                            <p:childTnLst>
                              <p:par>
                                <p:cTn id="11" presetID="47" presetClass="entr" presetSubtype="0" fill="hold" grpId="0" nodeType="clickEffect">
                                  <p:stCondLst>
                                    <p:cond delay="0"/>
                                  </p:stCondLst>
                                  <p:childTnLst>
                                    <p:set>
                                      <p:cBhvr>
                                        <p:cTn id="12" dur="1" fill="hold">
                                          <p:stCondLst>
                                            <p:cond delay="0"/>
                                          </p:stCondLst>
                                        </p:cTn>
                                        <p:tgtEl>
                                          <p:spTgt spid="18"/>
                                        </p:tgtEl>
                                        <p:attrNameLst>
                                          <p:attrName>style.visibility</p:attrName>
                                        </p:attrNameLst>
                                      </p:cBhvr>
                                      <p:to>
                                        <p:strVal val="visible"/>
                                      </p:to>
                                    </p:set>
                                    <p:animEffect transition="in" filter="fade">
                                      <p:cBhvr>
                                        <p:cTn id="13" dur="1000"/>
                                        <p:tgtEl>
                                          <p:spTgt spid="18"/>
                                        </p:tgtEl>
                                      </p:cBhvr>
                                    </p:animEffect>
                                    <p:anim calcmode="lin" valueType="num">
                                      <p:cBhvr>
                                        <p:cTn id="14" dur="1000" fill="hold"/>
                                        <p:tgtEl>
                                          <p:spTgt spid="18"/>
                                        </p:tgtEl>
                                        <p:attrNameLst>
                                          <p:attrName>ppt_x</p:attrName>
                                        </p:attrNameLst>
                                      </p:cBhvr>
                                      <p:tavLst>
                                        <p:tav tm="0">
                                          <p:val>
                                            <p:strVal val="#ppt_x"/>
                                          </p:val>
                                        </p:tav>
                                        <p:tav tm="100000">
                                          <p:val>
                                            <p:strVal val="#ppt_x"/>
                                          </p:val>
                                        </p:tav>
                                      </p:tavLst>
                                    </p:anim>
                                    <p:anim calcmode="lin" valueType="num">
                                      <p:cBhvr>
                                        <p:cTn id="15" dur="1000" fill="hold"/>
                                        <p:tgtEl>
                                          <p:spTgt spid="18"/>
                                        </p:tgtEl>
                                        <p:attrNameLst>
                                          <p:attrName>ppt_y</p:attrName>
                                        </p:attrNameLst>
                                      </p:cBhvr>
                                      <p:tavLst>
                                        <p:tav tm="0">
                                          <p:val>
                                            <p:strVal val="#ppt_y-.1"/>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8" grpId="0"/>
    </p:bldLst>
  </p:timing>
</p:sld>
</file>

<file path=ppt/slides/slide31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0" name="矩形 9">
            <a:extLst>
              <a:ext uri="{FF2B5EF4-FFF2-40B4-BE49-F238E27FC236}">
                <a16:creationId xmlns:a16="http://schemas.microsoft.com/office/drawing/2014/main" id="{817E4DA6-B50E-48FD-8638-9AAD694A90D7}"/>
              </a:ext>
            </a:extLst>
          </p:cNvPr>
          <p:cNvSpPr/>
          <p:nvPr/>
        </p:nvSpPr>
        <p:spPr>
          <a:xfrm>
            <a:off x="3618340" y="3193559"/>
            <a:ext cx="2156815" cy="335494"/>
          </a:xfrm>
          <a:prstGeom prst="rect">
            <a:avLst/>
          </a:prstGeom>
        </p:spPr>
        <p:style>
          <a:lnRef idx="2">
            <a:schemeClr val="accent3">
              <a:shade val="50000"/>
            </a:schemeClr>
          </a:lnRef>
          <a:fillRef idx="1">
            <a:schemeClr val="accent3"/>
          </a:fillRef>
          <a:effectRef idx="0">
            <a:schemeClr val="accent3"/>
          </a:effectRef>
          <a:fontRef idx="minor">
            <a:schemeClr val="lt1"/>
          </a:fontRef>
        </p:style>
        <p:txBody>
          <a:bodyPr rtlCol="0" anchor="ctr"/>
          <a:lstStyle/>
          <a:p>
            <a:pPr algn="ctr"/>
            <a:r>
              <a:rPr lang="zh-CN" altLang="en-US" b="1" dirty="0"/>
              <a:t>有帧要发送</a:t>
            </a:r>
          </a:p>
        </p:txBody>
      </p:sp>
      <p:grpSp>
        <p:nvGrpSpPr>
          <p:cNvPr id="4" name="组合 3">
            <a:extLst>
              <a:ext uri="{FF2B5EF4-FFF2-40B4-BE49-F238E27FC236}">
                <a16:creationId xmlns:a16="http://schemas.microsoft.com/office/drawing/2014/main" id="{9A1EA9F2-FCB6-48C3-935F-7AE7E3AD14AC}"/>
              </a:ext>
            </a:extLst>
          </p:cNvPr>
          <p:cNvGrpSpPr/>
          <p:nvPr/>
        </p:nvGrpSpPr>
        <p:grpSpPr>
          <a:xfrm>
            <a:off x="304800" y="749300"/>
            <a:ext cx="6192344" cy="400110"/>
            <a:chOff x="424117" y="898245"/>
            <a:chExt cx="6192344" cy="400110"/>
          </a:xfrm>
        </p:grpSpPr>
        <p:sp>
          <p:nvSpPr>
            <p:cNvPr id="2" name="平行四边形 1">
              <a:extLst>
                <a:ext uri="{FF2B5EF4-FFF2-40B4-BE49-F238E27FC236}">
                  <a16:creationId xmlns:a16="http://schemas.microsoft.com/office/drawing/2014/main" id="{1F5BAA3F-9845-4F89-A2DD-8222D3E4EDAC}"/>
                </a:ext>
              </a:extLst>
            </p:cNvPr>
            <p:cNvSpPr/>
            <p:nvPr/>
          </p:nvSpPr>
          <p:spPr>
            <a:xfrm>
              <a:off x="424117" y="898245"/>
              <a:ext cx="628306" cy="387090"/>
            </a:xfrm>
            <a:prstGeom prst="parallelogram">
              <a:avLst/>
            </a:prstGeom>
            <a:solidFill>
              <a:schemeClr val="accent3">
                <a:lumMod val="75000"/>
              </a:schemeClr>
            </a:solidFill>
            <a:ln>
              <a:solidFill>
                <a:schemeClr val="accent3">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CN" sz="2200" dirty="0">
                  <a:latin typeface="Impact" panose="020B0806030902050204" pitchFamily="34" charset="0"/>
                </a:rPr>
                <a:t>01</a:t>
              </a:r>
              <a:endParaRPr lang="zh-CN" altLang="en-US" sz="2200" dirty="0">
                <a:latin typeface="Impact" panose="020B0806030902050204" pitchFamily="34" charset="0"/>
              </a:endParaRPr>
            </a:p>
          </p:txBody>
        </p:sp>
        <p:sp>
          <p:nvSpPr>
            <p:cNvPr id="3" name="文本框 2">
              <a:extLst>
                <a:ext uri="{FF2B5EF4-FFF2-40B4-BE49-F238E27FC236}">
                  <a16:creationId xmlns:a16="http://schemas.microsoft.com/office/drawing/2014/main" id="{4D6BD736-A4D3-4F26-AFED-36E11F50F70B}"/>
                </a:ext>
              </a:extLst>
            </p:cNvPr>
            <p:cNvSpPr txBox="1"/>
            <p:nvPr/>
          </p:nvSpPr>
          <p:spPr>
            <a:xfrm>
              <a:off x="1052423" y="898245"/>
              <a:ext cx="5564038" cy="400110"/>
            </a:xfrm>
            <a:prstGeom prst="rect">
              <a:avLst/>
            </a:prstGeom>
            <a:noFill/>
          </p:spPr>
          <p:txBody>
            <a:bodyPr wrap="square" rtlCol="0">
              <a:spAutoFit/>
            </a:bodyPr>
            <a:lstStyle/>
            <a:p>
              <a:r>
                <a:rPr lang="en-US" altLang="zh-CN" sz="2000" b="1" dirty="0"/>
                <a:t>CSMA/CD</a:t>
              </a:r>
              <a:r>
                <a:rPr lang="zh-CN" altLang="en-US" sz="2000" b="1" dirty="0"/>
                <a:t>协议的基本原理</a:t>
              </a:r>
              <a:endParaRPr lang="en-US" altLang="zh-CN" sz="2000" b="1" dirty="0"/>
            </a:p>
          </p:txBody>
        </p:sp>
      </p:grpSp>
      <p:grpSp>
        <p:nvGrpSpPr>
          <p:cNvPr id="5" name="组合 4">
            <a:extLst>
              <a:ext uri="{FF2B5EF4-FFF2-40B4-BE49-F238E27FC236}">
                <a16:creationId xmlns:a16="http://schemas.microsoft.com/office/drawing/2014/main" id="{C01E6C52-422B-4C95-B19D-1CED5810DA03}"/>
              </a:ext>
            </a:extLst>
          </p:cNvPr>
          <p:cNvGrpSpPr/>
          <p:nvPr/>
        </p:nvGrpSpPr>
        <p:grpSpPr>
          <a:xfrm>
            <a:off x="4462359" y="730007"/>
            <a:ext cx="2153414" cy="461665"/>
            <a:chOff x="4462359" y="730007"/>
            <a:chExt cx="2153414" cy="461665"/>
          </a:xfrm>
        </p:grpSpPr>
        <p:sp>
          <p:nvSpPr>
            <p:cNvPr id="6" name="矩形 5">
              <a:extLst>
                <a:ext uri="{FF2B5EF4-FFF2-40B4-BE49-F238E27FC236}">
                  <a16:creationId xmlns:a16="http://schemas.microsoft.com/office/drawing/2014/main" id="{BC2570DD-396E-4D25-AF51-7823C90107CF}"/>
                </a:ext>
              </a:extLst>
            </p:cNvPr>
            <p:cNvSpPr/>
            <p:nvPr/>
          </p:nvSpPr>
          <p:spPr>
            <a:xfrm>
              <a:off x="4462359" y="757078"/>
              <a:ext cx="2153414" cy="400110"/>
            </a:xfrm>
            <a:prstGeom prst="rect">
              <a:avLst/>
            </a:prstGeom>
            <a:solidFill>
              <a:schemeClr val="bg2">
                <a:lumMod val="90000"/>
              </a:schemeClr>
            </a:solidFill>
            <a:ln>
              <a:solidFill>
                <a:schemeClr val="bg2">
                  <a:lumMod val="90000"/>
                </a:schemeClr>
              </a:solidFill>
            </a:ln>
          </p:spPr>
          <p:style>
            <a:lnRef idx="2">
              <a:schemeClr val="accent4">
                <a:shade val="50000"/>
              </a:schemeClr>
            </a:lnRef>
            <a:fillRef idx="1">
              <a:schemeClr val="accent4"/>
            </a:fillRef>
            <a:effectRef idx="0">
              <a:schemeClr val="accent4"/>
            </a:effectRef>
            <a:fontRef idx="minor">
              <a:schemeClr val="lt1"/>
            </a:fontRef>
          </p:style>
          <p:txBody>
            <a:bodyPr rtlCol="0" anchor="ctr"/>
            <a:lstStyle/>
            <a:p>
              <a:pPr algn="ctr"/>
              <a:endParaRPr lang="zh-CN" altLang="en-US" b="1" dirty="0"/>
            </a:p>
          </p:txBody>
        </p:sp>
        <p:sp>
          <p:nvSpPr>
            <p:cNvPr id="8" name="文本框 7">
              <a:extLst>
                <a:ext uri="{FF2B5EF4-FFF2-40B4-BE49-F238E27FC236}">
                  <a16:creationId xmlns:a16="http://schemas.microsoft.com/office/drawing/2014/main" id="{D124AB74-A7F3-4D08-8C3C-B508C7C6A51C}"/>
                </a:ext>
              </a:extLst>
            </p:cNvPr>
            <p:cNvSpPr txBox="1"/>
            <p:nvPr/>
          </p:nvSpPr>
          <p:spPr>
            <a:xfrm>
              <a:off x="4473322" y="772467"/>
              <a:ext cx="1598556" cy="400110"/>
            </a:xfrm>
            <a:prstGeom prst="rect">
              <a:avLst/>
            </a:prstGeom>
            <a:noFill/>
          </p:spPr>
          <p:txBody>
            <a:bodyPr wrap="square" rtlCol="0">
              <a:spAutoFit/>
            </a:bodyPr>
            <a:lstStyle/>
            <a:p>
              <a:pPr algn="ctr"/>
              <a:r>
                <a:rPr lang="zh-CN" altLang="en-US" sz="2000" b="1" dirty="0">
                  <a:solidFill>
                    <a:schemeClr val="bg1"/>
                  </a:solidFill>
                </a:rPr>
                <a:t>多址接入</a:t>
              </a:r>
            </a:p>
          </p:txBody>
        </p:sp>
        <p:sp>
          <p:nvSpPr>
            <p:cNvPr id="41" name="文本框 40">
              <a:extLst>
                <a:ext uri="{FF2B5EF4-FFF2-40B4-BE49-F238E27FC236}">
                  <a16:creationId xmlns:a16="http://schemas.microsoft.com/office/drawing/2014/main" id="{0FCCC336-AB70-403B-BE37-A1B698CF616F}"/>
                </a:ext>
              </a:extLst>
            </p:cNvPr>
            <p:cNvSpPr txBox="1"/>
            <p:nvPr/>
          </p:nvSpPr>
          <p:spPr>
            <a:xfrm>
              <a:off x="5708713" y="730007"/>
              <a:ext cx="383192" cy="461665"/>
            </a:xfrm>
            <a:prstGeom prst="rect">
              <a:avLst/>
            </a:prstGeom>
            <a:noFill/>
          </p:spPr>
          <p:txBody>
            <a:bodyPr wrap="square">
              <a:spAutoFit/>
            </a:bodyPr>
            <a:lstStyle/>
            <a:p>
              <a:r>
                <a:rPr lang="en-US" altLang="zh-CN" sz="2400" b="1" dirty="0">
                  <a:solidFill>
                    <a:schemeClr val="bg1"/>
                  </a:solidFill>
                  <a:latin typeface="Arial Narrow" panose="020B0606020202030204" pitchFamily="34" charset="0"/>
                </a:rPr>
                <a:t>M</a:t>
              </a:r>
              <a:endParaRPr lang="zh-CN" altLang="en-US" sz="2400" dirty="0">
                <a:solidFill>
                  <a:schemeClr val="bg1"/>
                </a:solidFill>
              </a:endParaRPr>
            </a:p>
          </p:txBody>
        </p:sp>
        <p:sp>
          <p:nvSpPr>
            <p:cNvPr id="54" name="文本框 53">
              <a:extLst>
                <a:ext uri="{FF2B5EF4-FFF2-40B4-BE49-F238E27FC236}">
                  <a16:creationId xmlns:a16="http://schemas.microsoft.com/office/drawing/2014/main" id="{B5431C6C-A9AE-4820-962C-B2D3EB67BE9B}"/>
                </a:ext>
              </a:extLst>
            </p:cNvPr>
            <p:cNvSpPr txBox="1"/>
            <p:nvPr/>
          </p:nvSpPr>
          <p:spPr>
            <a:xfrm>
              <a:off x="5948810" y="730007"/>
              <a:ext cx="383192" cy="461665"/>
            </a:xfrm>
            <a:prstGeom prst="rect">
              <a:avLst/>
            </a:prstGeom>
            <a:noFill/>
          </p:spPr>
          <p:txBody>
            <a:bodyPr wrap="square">
              <a:spAutoFit/>
            </a:bodyPr>
            <a:lstStyle/>
            <a:p>
              <a:r>
                <a:rPr lang="en-US" altLang="zh-CN" sz="2400" b="1" dirty="0">
                  <a:solidFill>
                    <a:schemeClr val="bg1"/>
                  </a:solidFill>
                  <a:latin typeface="Arial Narrow" panose="020B0606020202030204" pitchFamily="34" charset="0"/>
                </a:rPr>
                <a:t>A</a:t>
              </a:r>
              <a:endParaRPr lang="zh-CN" altLang="en-US" sz="2400" dirty="0">
                <a:solidFill>
                  <a:schemeClr val="bg1"/>
                </a:solidFill>
              </a:endParaRPr>
            </a:p>
          </p:txBody>
        </p:sp>
      </p:grpSp>
      <p:grpSp>
        <p:nvGrpSpPr>
          <p:cNvPr id="7" name="组合 6">
            <a:extLst>
              <a:ext uri="{FF2B5EF4-FFF2-40B4-BE49-F238E27FC236}">
                <a16:creationId xmlns:a16="http://schemas.microsoft.com/office/drawing/2014/main" id="{B9C158CC-93D8-4410-8E32-3C037291B916}"/>
              </a:ext>
            </a:extLst>
          </p:cNvPr>
          <p:cNvGrpSpPr/>
          <p:nvPr/>
        </p:nvGrpSpPr>
        <p:grpSpPr>
          <a:xfrm>
            <a:off x="7094783" y="730441"/>
            <a:ext cx="2153414" cy="461665"/>
            <a:chOff x="7094783" y="730441"/>
            <a:chExt cx="2153414" cy="461665"/>
          </a:xfrm>
        </p:grpSpPr>
        <p:sp>
          <p:nvSpPr>
            <p:cNvPr id="56" name="矩形 55">
              <a:extLst>
                <a:ext uri="{FF2B5EF4-FFF2-40B4-BE49-F238E27FC236}">
                  <a16:creationId xmlns:a16="http://schemas.microsoft.com/office/drawing/2014/main" id="{3C4796E6-AC0C-457E-9848-A637639E67CC}"/>
                </a:ext>
              </a:extLst>
            </p:cNvPr>
            <p:cNvSpPr/>
            <p:nvPr/>
          </p:nvSpPr>
          <p:spPr>
            <a:xfrm>
              <a:off x="7094783" y="757078"/>
              <a:ext cx="2153414" cy="400110"/>
            </a:xfrm>
            <a:prstGeom prst="rect">
              <a:avLst/>
            </a:prstGeom>
            <a:solidFill>
              <a:schemeClr val="bg2">
                <a:lumMod val="90000"/>
              </a:schemeClr>
            </a:solidFill>
            <a:ln>
              <a:solidFill>
                <a:schemeClr val="bg2">
                  <a:lumMod val="90000"/>
                </a:schemeClr>
              </a:solidFill>
            </a:ln>
          </p:spPr>
          <p:style>
            <a:lnRef idx="2">
              <a:schemeClr val="accent3">
                <a:shade val="50000"/>
              </a:schemeClr>
            </a:lnRef>
            <a:fillRef idx="1">
              <a:schemeClr val="accent3"/>
            </a:fillRef>
            <a:effectRef idx="0">
              <a:schemeClr val="accent3"/>
            </a:effectRef>
            <a:fontRef idx="minor">
              <a:schemeClr val="lt1"/>
            </a:fontRef>
          </p:style>
          <p:txBody>
            <a:bodyPr rtlCol="0" anchor="ctr"/>
            <a:lstStyle/>
            <a:p>
              <a:pPr algn="ctr"/>
              <a:endParaRPr lang="zh-CN" altLang="en-US"/>
            </a:p>
          </p:txBody>
        </p:sp>
        <p:sp>
          <p:nvSpPr>
            <p:cNvPr id="59" name="文本框 58">
              <a:extLst>
                <a:ext uri="{FF2B5EF4-FFF2-40B4-BE49-F238E27FC236}">
                  <a16:creationId xmlns:a16="http://schemas.microsoft.com/office/drawing/2014/main" id="{C8D143D7-F7E3-4FC0-A8A1-BD4C812C40DB}"/>
                </a:ext>
              </a:extLst>
            </p:cNvPr>
            <p:cNvSpPr txBox="1"/>
            <p:nvPr/>
          </p:nvSpPr>
          <p:spPr>
            <a:xfrm>
              <a:off x="7236053" y="772467"/>
              <a:ext cx="1598556" cy="400110"/>
            </a:xfrm>
            <a:prstGeom prst="rect">
              <a:avLst/>
            </a:prstGeom>
            <a:noFill/>
          </p:spPr>
          <p:txBody>
            <a:bodyPr wrap="square" rtlCol="0">
              <a:spAutoFit/>
            </a:bodyPr>
            <a:lstStyle/>
            <a:p>
              <a:pPr algn="ctr"/>
              <a:r>
                <a:rPr lang="zh-CN" altLang="en-US" sz="2000" b="1" dirty="0">
                  <a:solidFill>
                    <a:schemeClr val="bg1"/>
                  </a:solidFill>
                </a:rPr>
                <a:t>载波监听</a:t>
              </a:r>
            </a:p>
          </p:txBody>
        </p:sp>
        <p:sp>
          <p:nvSpPr>
            <p:cNvPr id="38" name="文本框 37">
              <a:extLst>
                <a:ext uri="{FF2B5EF4-FFF2-40B4-BE49-F238E27FC236}">
                  <a16:creationId xmlns:a16="http://schemas.microsoft.com/office/drawing/2014/main" id="{84A31281-0C7C-4AD1-BF1E-5FB4696F26F7}"/>
                </a:ext>
              </a:extLst>
            </p:cNvPr>
            <p:cNvSpPr txBox="1"/>
            <p:nvPr/>
          </p:nvSpPr>
          <p:spPr>
            <a:xfrm>
              <a:off x="8481180" y="730441"/>
              <a:ext cx="383192" cy="461665"/>
            </a:xfrm>
            <a:prstGeom prst="rect">
              <a:avLst/>
            </a:prstGeom>
            <a:noFill/>
          </p:spPr>
          <p:txBody>
            <a:bodyPr wrap="square">
              <a:spAutoFit/>
            </a:bodyPr>
            <a:lstStyle/>
            <a:p>
              <a:r>
                <a:rPr lang="en-US" altLang="zh-CN" sz="2400" b="1" dirty="0">
                  <a:solidFill>
                    <a:schemeClr val="bg1"/>
                  </a:solidFill>
                  <a:latin typeface="Arial Narrow" panose="020B0606020202030204" pitchFamily="34" charset="0"/>
                </a:rPr>
                <a:t>C</a:t>
              </a:r>
              <a:endParaRPr lang="zh-CN" altLang="en-US" sz="2400" dirty="0">
                <a:solidFill>
                  <a:schemeClr val="bg1"/>
                </a:solidFill>
              </a:endParaRPr>
            </a:p>
          </p:txBody>
        </p:sp>
        <p:sp>
          <p:nvSpPr>
            <p:cNvPr id="39" name="文本框 38">
              <a:extLst>
                <a:ext uri="{FF2B5EF4-FFF2-40B4-BE49-F238E27FC236}">
                  <a16:creationId xmlns:a16="http://schemas.microsoft.com/office/drawing/2014/main" id="{D1527A42-5BA8-4F70-8A58-1322EC2698B7}"/>
                </a:ext>
              </a:extLst>
            </p:cNvPr>
            <p:cNvSpPr txBox="1"/>
            <p:nvPr/>
          </p:nvSpPr>
          <p:spPr>
            <a:xfrm>
              <a:off x="8675232" y="730441"/>
              <a:ext cx="383192" cy="461665"/>
            </a:xfrm>
            <a:prstGeom prst="rect">
              <a:avLst/>
            </a:prstGeom>
            <a:noFill/>
          </p:spPr>
          <p:txBody>
            <a:bodyPr wrap="square">
              <a:spAutoFit/>
            </a:bodyPr>
            <a:lstStyle/>
            <a:p>
              <a:r>
                <a:rPr lang="en-US" altLang="zh-CN" sz="2400" b="1" dirty="0">
                  <a:solidFill>
                    <a:schemeClr val="bg1"/>
                  </a:solidFill>
                  <a:latin typeface="Arial Narrow" panose="020B0606020202030204" pitchFamily="34" charset="0"/>
                </a:rPr>
                <a:t>S</a:t>
              </a:r>
              <a:endParaRPr lang="zh-CN" altLang="en-US" sz="2400" dirty="0">
                <a:solidFill>
                  <a:schemeClr val="bg1"/>
                </a:solidFill>
              </a:endParaRPr>
            </a:p>
          </p:txBody>
        </p:sp>
      </p:grpSp>
      <p:grpSp>
        <p:nvGrpSpPr>
          <p:cNvPr id="9" name="组合 8">
            <a:extLst>
              <a:ext uri="{FF2B5EF4-FFF2-40B4-BE49-F238E27FC236}">
                <a16:creationId xmlns:a16="http://schemas.microsoft.com/office/drawing/2014/main" id="{46C7C9F9-77AF-4E79-B679-41F2B5E760D4}"/>
              </a:ext>
            </a:extLst>
          </p:cNvPr>
          <p:cNvGrpSpPr/>
          <p:nvPr/>
        </p:nvGrpSpPr>
        <p:grpSpPr>
          <a:xfrm>
            <a:off x="9727206" y="734232"/>
            <a:ext cx="2153414" cy="461665"/>
            <a:chOff x="9727206" y="734232"/>
            <a:chExt cx="2153414" cy="461665"/>
          </a:xfrm>
        </p:grpSpPr>
        <p:sp>
          <p:nvSpPr>
            <p:cNvPr id="58" name="矩形 57">
              <a:extLst>
                <a:ext uri="{FF2B5EF4-FFF2-40B4-BE49-F238E27FC236}">
                  <a16:creationId xmlns:a16="http://schemas.microsoft.com/office/drawing/2014/main" id="{8C738A42-5B66-4505-B03D-160313542C6B}"/>
                </a:ext>
              </a:extLst>
            </p:cNvPr>
            <p:cNvSpPr/>
            <p:nvPr/>
          </p:nvSpPr>
          <p:spPr>
            <a:xfrm>
              <a:off x="9727206" y="757078"/>
              <a:ext cx="2153414" cy="400110"/>
            </a:xfrm>
            <a:prstGeom prst="rect">
              <a:avLst/>
            </a:prstGeom>
            <a:solidFill>
              <a:schemeClr val="bg2">
                <a:lumMod val="90000"/>
              </a:schemeClr>
            </a:solidFill>
            <a:ln>
              <a:solidFill>
                <a:schemeClr val="bg2">
                  <a:lumMod val="90000"/>
                </a:schemeClr>
              </a:solidFill>
            </a:ln>
          </p:spPr>
          <p:style>
            <a:lnRef idx="2">
              <a:schemeClr val="accent5">
                <a:shade val="50000"/>
              </a:schemeClr>
            </a:lnRef>
            <a:fillRef idx="1">
              <a:schemeClr val="accent5"/>
            </a:fillRef>
            <a:effectRef idx="0">
              <a:schemeClr val="accent5"/>
            </a:effectRef>
            <a:fontRef idx="minor">
              <a:schemeClr val="lt1"/>
            </a:fontRef>
          </p:style>
          <p:txBody>
            <a:bodyPr rtlCol="0" anchor="ctr"/>
            <a:lstStyle/>
            <a:p>
              <a:pPr algn="ctr"/>
              <a:endParaRPr lang="zh-CN" altLang="en-US"/>
            </a:p>
          </p:txBody>
        </p:sp>
        <p:sp>
          <p:nvSpPr>
            <p:cNvPr id="60" name="文本框 59">
              <a:extLst>
                <a:ext uri="{FF2B5EF4-FFF2-40B4-BE49-F238E27FC236}">
                  <a16:creationId xmlns:a16="http://schemas.microsoft.com/office/drawing/2014/main" id="{AB15AA99-A243-45C1-AE07-0B685612E43F}"/>
                </a:ext>
              </a:extLst>
            </p:cNvPr>
            <p:cNvSpPr txBox="1"/>
            <p:nvPr/>
          </p:nvSpPr>
          <p:spPr>
            <a:xfrm>
              <a:off x="9791788" y="772467"/>
              <a:ext cx="1598556" cy="400110"/>
            </a:xfrm>
            <a:prstGeom prst="rect">
              <a:avLst/>
            </a:prstGeom>
            <a:noFill/>
          </p:spPr>
          <p:txBody>
            <a:bodyPr wrap="square" rtlCol="0">
              <a:spAutoFit/>
            </a:bodyPr>
            <a:lstStyle/>
            <a:p>
              <a:pPr algn="ctr"/>
              <a:r>
                <a:rPr lang="zh-CN" altLang="en-US" sz="2000" b="1" dirty="0">
                  <a:solidFill>
                    <a:schemeClr val="bg1"/>
                  </a:solidFill>
                </a:rPr>
                <a:t>碰撞检测</a:t>
              </a:r>
            </a:p>
          </p:txBody>
        </p:sp>
        <p:sp>
          <p:nvSpPr>
            <p:cNvPr id="55" name="文本框 54">
              <a:extLst>
                <a:ext uri="{FF2B5EF4-FFF2-40B4-BE49-F238E27FC236}">
                  <a16:creationId xmlns:a16="http://schemas.microsoft.com/office/drawing/2014/main" id="{F7208B3A-F0CA-46E2-A78F-A769880DCC09}"/>
                </a:ext>
              </a:extLst>
            </p:cNvPr>
            <p:cNvSpPr txBox="1"/>
            <p:nvPr/>
          </p:nvSpPr>
          <p:spPr>
            <a:xfrm>
              <a:off x="11033742" y="734232"/>
              <a:ext cx="383192" cy="461665"/>
            </a:xfrm>
            <a:prstGeom prst="rect">
              <a:avLst/>
            </a:prstGeom>
            <a:noFill/>
          </p:spPr>
          <p:txBody>
            <a:bodyPr wrap="square">
              <a:spAutoFit/>
            </a:bodyPr>
            <a:lstStyle/>
            <a:p>
              <a:r>
                <a:rPr lang="en-US" altLang="zh-CN" sz="2400" b="1" dirty="0">
                  <a:solidFill>
                    <a:schemeClr val="bg1"/>
                  </a:solidFill>
                  <a:latin typeface="Arial Narrow" panose="020B0606020202030204" pitchFamily="34" charset="0"/>
                </a:rPr>
                <a:t>C</a:t>
              </a:r>
              <a:endParaRPr lang="zh-CN" altLang="en-US" sz="2400" dirty="0">
                <a:solidFill>
                  <a:schemeClr val="bg1"/>
                </a:solidFill>
              </a:endParaRPr>
            </a:p>
          </p:txBody>
        </p:sp>
        <p:sp>
          <p:nvSpPr>
            <p:cNvPr id="57" name="文本框 56">
              <a:extLst>
                <a:ext uri="{FF2B5EF4-FFF2-40B4-BE49-F238E27FC236}">
                  <a16:creationId xmlns:a16="http://schemas.microsoft.com/office/drawing/2014/main" id="{F625F8B0-68ED-4238-86A5-61737324B156}"/>
                </a:ext>
              </a:extLst>
            </p:cNvPr>
            <p:cNvSpPr txBox="1"/>
            <p:nvPr/>
          </p:nvSpPr>
          <p:spPr>
            <a:xfrm>
              <a:off x="11260686" y="734232"/>
              <a:ext cx="383192" cy="461665"/>
            </a:xfrm>
            <a:prstGeom prst="rect">
              <a:avLst/>
            </a:prstGeom>
            <a:noFill/>
          </p:spPr>
          <p:txBody>
            <a:bodyPr wrap="square">
              <a:spAutoFit/>
            </a:bodyPr>
            <a:lstStyle/>
            <a:p>
              <a:r>
                <a:rPr lang="en-US" altLang="zh-CN" sz="2400" b="1" dirty="0">
                  <a:solidFill>
                    <a:schemeClr val="bg1"/>
                  </a:solidFill>
                  <a:latin typeface="Arial Narrow" panose="020B0606020202030204" pitchFamily="34" charset="0"/>
                </a:rPr>
                <a:t>D</a:t>
              </a:r>
              <a:endParaRPr lang="zh-CN" altLang="en-US" sz="2400" dirty="0">
                <a:solidFill>
                  <a:schemeClr val="bg1"/>
                </a:solidFill>
              </a:endParaRPr>
            </a:p>
          </p:txBody>
        </p:sp>
      </p:grpSp>
      <p:grpSp>
        <p:nvGrpSpPr>
          <p:cNvPr id="25" name="组合 24">
            <a:extLst>
              <a:ext uri="{FF2B5EF4-FFF2-40B4-BE49-F238E27FC236}">
                <a16:creationId xmlns:a16="http://schemas.microsoft.com/office/drawing/2014/main" id="{A53F2F16-666E-49B5-900C-EE2365802BB6}"/>
              </a:ext>
            </a:extLst>
          </p:cNvPr>
          <p:cNvGrpSpPr/>
          <p:nvPr/>
        </p:nvGrpSpPr>
        <p:grpSpPr>
          <a:xfrm>
            <a:off x="2455280" y="1720180"/>
            <a:ext cx="7180791" cy="812800"/>
            <a:chOff x="2455280" y="3752911"/>
            <a:chExt cx="7180791" cy="812800"/>
          </a:xfrm>
        </p:grpSpPr>
        <p:cxnSp>
          <p:nvCxnSpPr>
            <p:cNvPr id="26" name="直接连接符 25">
              <a:extLst>
                <a:ext uri="{FF2B5EF4-FFF2-40B4-BE49-F238E27FC236}">
                  <a16:creationId xmlns:a16="http://schemas.microsoft.com/office/drawing/2014/main" id="{242FA538-70F3-4A91-A0A1-2978B2AB59B3}"/>
                </a:ext>
              </a:extLst>
            </p:cNvPr>
            <p:cNvCxnSpPr/>
            <p:nvPr/>
          </p:nvCxnSpPr>
          <p:spPr>
            <a:xfrm flipV="1">
              <a:off x="9636071" y="3752911"/>
              <a:ext cx="0" cy="812800"/>
            </a:xfrm>
            <a:prstGeom prst="line">
              <a:avLst/>
            </a:prstGeom>
            <a:ln w="152400">
              <a:solidFill>
                <a:schemeClr val="tx1"/>
              </a:solidFill>
              <a:tailEnd w="med" len="lg"/>
            </a:ln>
          </p:spPr>
          <p:style>
            <a:lnRef idx="1">
              <a:schemeClr val="accent1"/>
            </a:lnRef>
            <a:fillRef idx="0">
              <a:schemeClr val="accent1"/>
            </a:fillRef>
            <a:effectRef idx="0">
              <a:schemeClr val="accent1"/>
            </a:effectRef>
            <a:fontRef idx="minor">
              <a:schemeClr val="tx1"/>
            </a:fontRef>
          </p:style>
        </p:cxnSp>
        <p:cxnSp>
          <p:nvCxnSpPr>
            <p:cNvPr id="27" name="直接连接符 26">
              <a:extLst>
                <a:ext uri="{FF2B5EF4-FFF2-40B4-BE49-F238E27FC236}">
                  <a16:creationId xmlns:a16="http://schemas.microsoft.com/office/drawing/2014/main" id="{F21D0102-E2A1-4D3E-9DC3-885D830E96D0}"/>
                </a:ext>
              </a:extLst>
            </p:cNvPr>
            <p:cNvCxnSpPr/>
            <p:nvPr/>
          </p:nvCxnSpPr>
          <p:spPr>
            <a:xfrm flipV="1">
              <a:off x="2455280" y="3752911"/>
              <a:ext cx="0" cy="812800"/>
            </a:xfrm>
            <a:prstGeom prst="line">
              <a:avLst/>
            </a:prstGeom>
            <a:ln w="152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8" name="直接连接符 27">
              <a:extLst>
                <a:ext uri="{FF2B5EF4-FFF2-40B4-BE49-F238E27FC236}">
                  <a16:creationId xmlns:a16="http://schemas.microsoft.com/office/drawing/2014/main" id="{AB2C8EEA-0851-44A9-80D2-87DFBEA1F73A}"/>
                </a:ext>
              </a:extLst>
            </p:cNvPr>
            <p:cNvCxnSpPr/>
            <p:nvPr/>
          </p:nvCxnSpPr>
          <p:spPr>
            <a:xfrm flipV="1">
              <a:off x="4878779" y="3752911"/>
              <a:ext cx="0" cy="812800"/>
            </a:xfrm>
            <a:prstGeom prst="line">
              <a:avLst/>
            </a:prstGeom>
            <a:ln w="152400">
              <a:solidFill>
                <a:schemeClr val="tx1"/>
              </a:solidFill>
              <a:tailEnd w="med" len="lg"/>
            </a:ln>
          </p:spPr>
          <p:style>
            <a:lnRef idx="1">
              <a:schemeClr val="accent1"/>
            </a:lnRef>
            <a:fillRef idx="0">
              <a:schemeClr val="accent1"/>
            </a:fillRef>
            <a:effectRef idx="0">
              <a:schemeClr val="accent1"/>
            </a:effectRef>
            <a:fontRef idx="minor">
              <a:schemeClr val="tx1"/>
            </a:fontRef>
          </p:style>
        </p:cxnSp>
        <p:cxnSp>
          <p:nvCxnSpPr>
            <p:cNvPr id="29" name="直接连接符 28">
              <a:extLst>
                <a:ext uri="{FF2B5EF4-FFF2-40B4-BE49-F238E27FC236}">
                  <a16:creationId xmlns:a16="http://schemas.microsoft.com/office/drawing/2014/main" id="{536174B3-7078-4268-ABF0-FDE23864C53A}"/>
                </a:ext>
              </a:extLst>
            </p:cNvPr>
            <p:cNvCxnSpPr/>
            <p:nvPr/>
          </p:nvCxnSpPr>
          <p:spPr>
            <a:xfrm flipV="1">
              <a:off x="7249637" y="3752911"/>
              <a:ext cx="0" cy="812800"/>
            </a:xfrm>
            <a:prstGeom prst="line">
              <a:avLst/>
            </a:prstGeom>
            <a:ln w="1524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30" name="组合 29">
            <a:extLst>
              <a:ext uri="{FF2B5EF4-FFF2-40B4-BE49-F238E27FC236}">
                <a16:creationId xmlns:a16="http://schemas.microsoft.com/office/drawing/2014/main" id="{B2DEEF20-80ED-4B25-8707-42A86FB12C98}"/>
              </a:ext>
            </a:extLst>
          </p:cNvPr>
          <p:cNvGrpSpPr/>
          <p:nvPr/>
        </p:nvGrpSpPr>
        <p:grpSpPr>
          <a:xfrm>
            <a:off x="1618162" y="1566769"/>
            <a:ext cx="8955675" cy="238462"/>
            <a:chOff x="1618162" y="3599500"/>
            <a:chExt cx="8955675" cy="238462"/>
          </a:xfrm>
        </p:grpSpPr>
        <p:cxnSp>
          <p:nvCxnSpPr>
            <p:cNvPr id="31" name="直接连接符 30">
              <a:extLst>
                <a:ext uri="{FF2B5EF4-FFF2-40B4-BE49-F238E27FC236}">
                  <a16:creationId xmlns:a16="http://schemas.microsoft.com/office/drawing/2014/main" id="{837D477A-5171-490F-B6D4-97C6D7A8A650}"/>
                </a:ext>
              </a:extLst>
            </p:cNvPr>
            <p:cNvCxnSpPr>
              <a:cxnSpLocks/>
            </p:cNvCxnSpPr>
            <p:nvPr/>
          </p:nvCxnSpPr>
          <p:spPr>
            <a:xfrm>
              <a:off x="1749794" y="3725200"/>
              <a:ext cx="8622888" cy="0"/>
            </a:xfrm>
            <a:prstGeom prst="line">
              <a:avLst/>
            </a:prstGeom>
            <a:ln w="152400">
              <a:solidFill>
                <a:schemeClr val="tx1"/>
              </a:solidFill>
            </a:ln>
          </p:spPr>
          <p:style>
            <a:lnRef idx="1">
              <a:schemeClr val="accent1"/>
            </a:lnRef>
            <a:fillRef idx="0">
              <a:schemeClr val="accent1"/>
            </a:fillRef>
            <a:effectRef idx="0">
              <a:schemeClr val="accent1"/>
            </a:effectRef>
            <a:fontRef idx="minor">
              <a:schemeClr val="tx1"/>
            </a:fontRef>
          </p:style>
        </p:cxnSp>
        <p:sp>
          <p:nvSpPr>
            <p:cNvPr id="32" name="矩形 31">
              <a:extLst>
                <a:ext uri="{FF2B5EF4-FFF2-40B4-BE49-F238E27FC236}">
                  <a16:creationId xmlns:a16="http://schemas.microsoft.com/office/drawing/2014/main" id="{D0513BC0-5BBA-4500-8077-440780C8EB78}"/>
                </a:ext>
              </a:extLst>
            </p:cNvPr>
            <p:cNvSpPr/>
            <p:nvPr/>
          </p:nvSpPr>
          <p:spPr>
            <a:xfrm>
              <a:off x="1618162" y="3599500"/>
              <a:ext cx="225524" cy="225524"/>
            </a:xfrm>
            <a:prstGeom prst="rect">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33" name="矩形 32">
              <a:extLst>
                <a:ext uri="{FF2B5EF4-FFF2-40B4-BE49-F238E27FC236}">
                  <a16:creationId xmlns:a16="http://schemas.microsoft.com/office/drawing/2014/main" id="{0E184DA7-F858-483A-B4A1-7B85D64E8273}"/>
                </a:ext>
              </a:extLst>
            </p:cNvPr>
            <p:cNvSpPr/>
            <p:nvPr/>
          </p:nvSpPr>
          <p:spPr>
            <a:xfrm>
              <a:off x="10348313" y="3612438"/>
              <a:ext cx="225524" cy="225524"/>
            </a:xfrm>
            <a:prstGeom prst="rect">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grpSp>
      <p:grpSp>
        <p:nvGrpSpPr>
          <p:cNvPr id="34" name="组合 33">
            <a:extLst>
              <a:ext uri="{FF2B5EF4-FFF2-40B4-BE49-F238E27FC236}">
                <a16:creationId xmlns:a16="http://schemas.microsoft.com/office/drawing/2014/main" id="{0DFB39EB-FEA0-438F-AA58-EC795A998106}"/>
              </a:ext>
            </a:extLst>
          </p:cNvPr>
          <p:cNvGrpSpPr/>
          <p:nvPr/>
        </p:nvGrpSpPr>
        <p:grpSpPr>
          <a:xfrm>
            <a:off x="1968674" y="2412905"/>
            <a:ext cx="7852814" cy="641082"/>
            <a:chOff x="1968674" y="4445636"/>
            <a:chExt cx="7852814" cy="641082"/>
          </a:xfrm>
        </p:grpSpPr>
        <p:grpSp>
          <p:nvGrpSpPr>
            <p:cNvPr id="35" name="组合 34">
              <a:extLst>
                <a:ext uri="{FF2B5EF4-FFF2-40B4-BE49-F238E27FC236}">
                  <a16:creationId xmlns:a16="http://schemas.microsoft.com/office/drawing/2014/main" id="{BF807099-7B3E-40CD-8303-26A049401039}"/>
                </a:ext>
              </a:extLst>
            </p:cNvPr>
            <p:cNvGrpSpPr/>
            <p:nvPr/>
          </p:nvGrpSpPr>
          <p:grpSpPr>
            <a:xfrm>
              <a:off x="1968674" y="4445636"/>
              <a:ext cx="662814" cy="641082"/>
              <a:chOff x="812355" y="3422987"/>
              <a:chExt cx="662814" cy="641082"/>
            </a:xfrm>
          </p:grpSpPr>
          <p:pic>
            <p:nvPicPr>
              <p:cNvPr id="48" name="图形 47">
                <a:extLst>
                  <a:ext uri="{FF2B5EF4-FFF2-40B4-BE49-F238E27FC236}">
                    <a16:creationId xmlns:a16="http://schemas.microsoft.com/office/drawing/2014/main" id="{1C6CE519-73F7-48EC-9BF7-9DD329B4C743}"/>
                  </a:ext>
                </a:extLst>
              </p:cNvPr>
              <p:cNvPicPr>
                <a:picLocks noChangeAspect="1"/>
              </p:cNvPicPr>
              <p:nvPr/>
            </p:nvPicPr>
            <p:blipFill>
              <a:blip r:embed="rId3">
                <a:extLst>
                  <a:ext uri="{28A0092B-C50C-407E-A947-70E740481C1C}">
                    <a14:useLocalDpi xmlns:a14="http://schemas.microsoft.com/office/drawing/2010/main" val="0"/>
                  </a:ext>
                  <a:ext uri="{96DAC541-7B7A-43D3-8B79-37D633B846F1}">
                    <asvg:svgBlip xmlns:asvg="http://schemas.microsoft.com/office/drawing/2016/SVG/main" r:embed="rId4"/>
                  </a:ext>
                </a:extLst>
              </a:blip>
              <a:stretch>
                <a:fillRect/>
              </a:stretch>
            </p:blipFill>
            <p:spPr>
              <a:xfrm>
                <a:off x="812355" y="3422987"/>
                <a:ext cx="662814" cy="641082"/>
              </a:xfrm>
              <a:prstGeom prst="rect">
                <a:avLst/>
              </a:prstGeom>
            </p:spPr>
          </p:pic>
          <p:sp>
            <p:nvSpPr>
              <p:cNvPr id="49" name="文本框 48">
                <a:extLst>
                  <a:ext uri="{FF2B5EF4-FFF2-40B4-BE49-F238E27FC236}">
                    <a16:creationId xmlns:a16="http://schemas.microsoft.com/office/drawing/2014/main" id="{5DD329AF-6509-4A44-A9A8-8B805FB525CF}"/>
                  </a:ext>
                </a:extLst>
              </p:cNvPr>
              <p:cNvSpPr txBox="1"/>
              <p:nvPr/>
            </p:nvSpPr>
            <p:spPr>
              <a:xfrm>
                <a:off x="1087044" y="3451320"/>
                <a:ext cx="355235" cy="400110"/>
              </a:xfrm>
              <a:prstGeom prst="rect">
                <a:avLst/>
              </a:prstGeom>
              <a:noFill/>
            </p:spPr>
            <p:txBody>
              <a:bodyPr wrap="square" rtlCol="0">
                <a:spAutoFit/>
              </a:bodyPr>
              <a:lstStyle/>
              <a:p>
                <a:pPr algn="ctr"/>
                <a:r>
                  <a:rPr lang="en-US" altLang="zh-CN" sz="2000" b="1" dirty="0">
                    <a:solidFill>
                      <a:schemeClr val="bg1"/>
                    </a:solidFill>
                    <a:latin typeface="Arial Black" panose="020B0A04020102020204" pitchFamily="34" charset="0"/>
                    <a:ea typeface="+mj-ea"/>
                  </a:rPr>
                  <a:t>A</a:t>
                </a:r>
                <a:endParaRPr lang="zh-CN" altLang="en-US" sz="2000" b="1" dirty="0">
                  <a:solidFill>
                    <a:schemeClr val="bg1"/>
                  </a:solidFill>
                  <a:latin typeface="Arial Black" panose="020B0A04020102020204" pitchFamily="34" charset="0"/>
                  <a:ea typeface="+mj-ea"/>
                </a:endParaRPr>
              </a:p>
            </p:txBody>
          </p:sp>
        </p:grpSp>
        <p:grpSp>
          <p:nvGrpSpPr>
            <p:cNvPr id="36" name="组合 35">
              <a:extLst>
                <a:ext uri="{FF2B5EF4-FFF2-40B4-BE49-F238E27FC236}">
                  <a16:creationId xmlns:a16="http://schemas.microsoft.com/office/drawing/2014/main" id="{E6E15EE0-C1D5-4CA6-B022-40595F8FA79F}"/>
                </a:ext>
              </a:extLst>
            </p:cNvPr>
            <p:cNvGrpSpPr/>
            <p:nvPr/>
          </p:nvGrpSpPr>
          <p:grpSpPr>
            <a:xfrm>
              <a:off x="4365341" y="4445636"/>
              <a:ext cx="662814" cy="641082"/>
              <a:chOff x="3209022" y="3422987"/>
              <a:chExt cx="662814" cy="641082"/>
            </a:xfrm>
          </p:grpSpPr>
          <p:pic>
            <p:nvPicPr>
              <p:cNvPr id="46" name="图形 45">
                <a:extLst>
                  <a:ext uri="{FF2B5EF4-FFF2-40B4-BE49-F238E27FC236}">
                    <a16:creationId xmlns:a16="http://schemas.microsoft.com/office/drawing/2014/main" id="{C8C4C2F7-68D1-41CA-A597-6AAB50358E43}"/>
                  </a:ext>
                </a:extLst>
              </p:cNvPr>
              <p:cNvPicPr>
                <a:picLocks noChangeAspect="1"/>
              </p:cNvPicPr>
              <p:nvPr/>
            </p:nvPicPr>
            <p:blipFill>
              <a:blip r:embed="rId3">
                <a:extLst>
                  <a:ext uri="{28A0092B-C50C-407E-A947-70E740481C1C}">
                    <a14:useLocalDpi xmlns:a14="http://schemas.microsoft.com/office/drawing/2010/main" val="0"/>
                  </a:ext>
                  <a:ext uri="{96DAC541-7B7A-43D3-8B79-37D633B846F1}">
                    <asvg:svgBlip xmlns:asvg="http://schemas.microsoft.com/office/drawing/2016/SVG/main" r:embed="rId4"/>
                  </a:ext>
                </a:extLst>
              </a:blip>
              <a:stretch>
                <a:fillRect/>
              </a:stretch>
            </p:blipFill>
            <p:spPr>
              <a:xfrm>
                <a:off x="3209022" y="3422987"/>
                <a:ext cx="662814" cy="641082"/>
              </a:xfrm>
              <a:prstGeom prst="rect">
                <a:avLst/>
              </a:prstGeom>
            </p:spPr>
          </p:pic>
          <p:sp>
            <p:nvSpPr>
              <p:cNvPr id="47" name="文本框 46">
                <a:extLst>
                  <a:ext uri="{FF2B5EF4-FFF2-40B4-BE49-F238E27FC236}">
                    <a16:creationId xmlns:a16="http://schemas.microsoft.com/office/drawing/2014/main" id="{658648CC-F992-4CC1-820A-6390807EB9AE}"/>
                  </a:ext>
                </a:extLst>
              </p:cNvPr>
              <p:cNvSpPr txBox="1"/>
              <p:nvPr/>
            </p:nvSpPr>
            <p:spPr>
              <a:xfrm>
                <a:off x="3490791" y="3451320"/>
                <a:ext cx="355235" cy="400110"/>
              </a:xfrm>
              <a:prstGeom prst="rect">
                <a:avLst/>
              </a:prstGeom>
              <a:noFill/>
            </p:spPr>
            <p:txBody>
              <a:bodyPr wrap="square" rtlCol="0">
                <a:spAutoFit/>
              </a:bodyPr>
              <a:lstStyle/>
              <a:p>
                <a:pPr algn="ctr"/>
                <a:r>
                  <a:rPr lang="en-US" altLang="zh-CN" sz="2000" b="1" dirty="0">
                    <a:solidFill>
                      <a:schemeClr val="bg1"/>
                    </a:solidFill>
                    <a:latin typeface="Arial Black" panose="020B0A04020102020204" pitchFamily="34" charset="0"/>
                    <a:ea typeface="+mj-ea"/>
                  </a:rPr>
                  <a:t>B</a:t>
                </a:r>
                <a:endParaRPr lang="zh-CN" altLang="en-US" sz="2000" b="1" dirty="0">
                  <a:solidFill>
                    <a:schemeClr val="bg1"/>
                  </a:solidFill>
                  <a:latin typeface="Arial Black" panose="020B0A04020102020204" pitchFamily="34" charset="0"/>
                  <a:ea typeface="+mj-ea"/>
                </a:endParaRPr>
              </a:p>
            </p:txBody>
          </p:sp>
        </p:grpSp>
        <p:grpSp>
          <p:nvGrpSpPr>
            <p:cNvPr id="37" name="组合 36">
              <a:extLst>
                <a:ext uri="{FF2B5EF4-FFF2-40B4-BE49-F238E27FC236}">
                  <a16:creationId xmlns:a16="http://schemas.microsoft.com/office/drawing/2014/main" id="{902C1D2E-FCC9-4698-83A9-FC2317BE61ED}"/>
                </a:ext>
              </a:extLst>
            </p:cNvPr>
            <p:cNvGrpSpPr/>
            <p:nvPr/>
          </p:nvGrpSpPr>
          <p:grpSpPr>
            <a:xfrm>
              <a:off x="6762008" y="4445636"/>
              <a:ext cx="662814" cy="641082"/>
              <a:chOff x="5605689" y="3422987"/>
              <a:chExt cx="662814" cy="641082"/>
            </a:xfrm>
          </p:grpSpPr>
          <p:pic>
            <p:nvPicPr>
              <p:cNvPr id="44" name="图形 43">
                <a:extLst>
                  <a:ext uri="{FF2B5EF4-FFF2-40B4-BE49-F238E27FC236}">
                    <a16:creationId xmlns:a16="http://schemas.microsoft.com/office/drawing/2014/main" id="{40F7F6D8-AE1D-4E43-836A-E987F0EAB4E5}"/>
                  </a:ext>
                </a:extLst>
              </p:cNvPr>
              <p:cNvPicPr>
                <a:picLocks noChangeAspect="1"/>
              </p:cNvPicPr>
              <p:nvPr/>
            </p:nvPicPr>
            <p:blipFill>
              <a:blip r:embed="rId3">
                <a:extLst>
                  <a:ext uri="{28A0092B-C50C-407E-A947-70E740481C1C}">
                    <a14:useLocalDpi xmlns:a14="http://schemas.microsoft.com/office/drawing/2010/main" val="0"/>
                  </a:ext>
                  <a:ext uri="{96DAC541-7B7A-43D3-8B79-37D633B846F1}">
                    <asvg:svgBlip xmlns:asvg="http://schemas.microsoft.com/office/drawing/2016/SVG/main" r:embed="rId4"/>
                  </a:ext>
                </a:extLst>
              </a:blip>
              <a:stretch>
                <a:fillRect/>
              </a:stretch>
            </p:blipFill>
            <p:spPr>
              <a:xfrm>
                <a:off x="5605689" y="3422987"/>
                <a:ext cx="662814" cy="641082"/>
              </a:xfrm>
              <a:prstGeom prst="rect">
                <a:avLst/>
              </a:prstGeom>
            </p:spPr>
          </p:pic>
          <p:sp>
            <p:nvSpPr>
              <p:cNvPr id="45" name="文本框 44">
                <a:extLst>
                  <a:ext uri="{FF2B5EF4-FFF2-40B4-BE49-F238E27FC236}">
                    <a16:creationId xmlns:a16="http://schemas.microsoft.com/office/drawing/2014/main" id="{6CB1768A-E878-4DEC-AD18-464A0F0DD547}"/>
                  </a:ext>
                </a:extLst>
              </p:cNvPr>
              <p:cNvSpPr txBox="1"/>
              <p:nvPr/>
            </p:nvSpPr>
            <p:spPr>
              <a:xfrm>
                <a:off x="5885506" y="3451320"/>
                <a:ext cx="355235" cy="400110"/>
              </a:xfrm>
              <a:prstGeom prst="rect">
                <a:avLst/>
              </a:prstGeom>
              <a:noFill/>
            </p:spPr>
            <p:txBody>
              <a:bodyPr wrap="square" rtlCol="0">
                <a:spAutoFit/>
              </a:bodyPr>
              <a:lstStyle/>
              <a:p>
                <a:pPr algn="ctr"/>
                <a:r>
                  <a:rPr lang="en-US" altLang="zh-CN" sz="2000" b="1" dirty="0">
                    <a:solidFill>
                      <a:schemeClr val="bg1"/>
                    </a:solidFill>
                    <a:latin typeface="Arial Black" panose="020B0A04020102020204" pitchFamily="34" charset="0"/>
                    <a:ea typeface="+mj-ea"/>
                  </a:rPr>
                  <a:t>C</a:t>
                </a:r>
                <a:endParaRPr lang="zh-CN" altLang="en-US" sz="2000" b="1" dirty="0">
                  <a:solidFill>
                    <a:schemeClr val="bg1"/>
                  </a:solidFill>
                  <a:latin typeface="Arial Black" panose="020B0A04020102020204" pitchFamily="34" charset="0"/>
                  <a:ea typeface="+mj-ea"/>
                </a:endParaRPr>
              </a:p>
            </p:txBody>
          </p:sp>
        </p:grpSp>
        <p:grpSp>
          <p:nvGrpSpPr>
            <p:cNvPr id="40" name="组合 39">
              <a:extLst>
                <a:ext uri="{FF2B5EF4-FFF2-40B4-BE49-F238E27FC236}">
                  <a16:creationId xmlns:a16="http://schemas.microsoft.com/office/drawing/2014/main" id="{6552C21E-1E72-4745-AC0E-DCC76E804F73}"/>
                </a:ext>
              </a:extLst>
            </p:cNvPr>
            <p:cNvGrpSpPr/>
            <p:nvPr/>
          </p:nvGrpSpPr>
          <p:grpSpPr>
            <a:xfrm>
              <a:off x="9158674" y="4445636"/>
              <a:ext cx="662814" cy="641082"/>
              <a:chOff x="8002355" y="3422987"/>
              <a:chExt cx="662814" cy="641082"/>
            </a:xfrm>
          </p:grpSpPr>
          <p:pic>
            <p:nvPicPr>
              <p:cNvPr id="42" name="图形 41">
                <a:extLst>
                  <a:ext uri="{FF2B5EF4-FFF2-40B4-BE49-F238E27FC236}">
                    <a16:creationId xmlns:a16="http://schemas.microsoft.com/office/drawing/2014/main" id="{6B11717D-FCEB-42D3-A119-E59AC28CD863}"/>
                  </a:ext>
                </a:extLst>
              </p:cNvPr>
              <p:cNvPicPr>
                <a:picLocks noChangeAspect="1"/>
              </p:cNvPicPr>
              <p:nvPr/>
            </p:nvPicPr>
            <p:blipFill>
              <a:blip r:embed="rId3">
                <a:extLst>
                  <a:ext uri="{28A0092B-C50C-407E-A947-70E740481C1C}">
                    <a14:useLocalDpi xmlns:a14="http://schemas.microsoft.com/office/drawing/2010/main" val="0"/>
                  </a:ext>
                  <a:ext uri="{96DAC541-7B7A-43D3-8B79-37D633B846F1}">
                    <asvg:svgBlip xmlns:asvg="http://schemas.microsoft.com/office/drawing/2016/SVG/main" r:embed="rId4"/>
                  </a:ext>
                </a:extLst>
              </a:blip>
              <a:stretch>
                <a:fillRect/>
              </a:stretch>
            </p:blipFill>
            <p:spPr>
              <a:xfrm>
                <a:off x="8002355" y="3422987"/>
                <a:ext cx="662814" cy="641082"/>
              </a:xfrm>
              <a:prstGeom prst="rect">
                <a:avLst/>
              </a:prstGeom>
            </p:spPr>
          </p:pic>
          <p:sp>
            <p:nvSpPr>
              <p:cNvPr id="43" name="文本框 42">
                <a:extLst>
                  <a:ext uri="{FF2B5EF4-FFF2-40B4-BE49-F238E27FC236}">
                    <a16:creationId xmlns:a16="http://schemas.microsoft.com/office/drawing/2014/main" id="{39CE4E63-0120-4586-A613-A2CF75236E92}"/>
                  </a:ext>
                </a:extLst>
              </p:cNvPr>
              <p:cNvSpPr txBox="1"/>
              <p:nvPr/>
            </p:nvSpPr>
            <p:spPr>
              <a:xfrm>
                <a:off x="8282675" y="3444742"/>
                <a:ext cx="355235" cy="400110"/>
              </a:xfrm>
              <a:prstGeom prst="rect">
                <a:avLst/>
              </a:prstGeom>
              <a:noFill/>
            </p:spPr>
            <p:txBody>
              <a:bodyPr wrap="square" rtlCol="0">
                <a:spAutoFit/>
              </a:bodyPr>
              <a:lstStyle/>
              <a:p>
                <a:pPr algn="ctr"/>
                <a:r>
                  <a:rPr lang="en-US" altLang="zh-CN" sz="2000" b="1" dirty="0">
                    <a:solidFill>
                      <a:schemeClr val="bg1"/>
                    </a:solidFill>
                    <a:latin typeface="Arial Black" panose="020B0A04020102020204" pitchFamily="34" charset="0"/>
                    <a:ea typeface="+mj-ea"/>
                  </a:rPr>
                  <a:t>D</a:t>
                </a:r>
                <a:endParaRPr lang="zh-CN" altLang="en-US" sz="2000" b="1" dirty="0">
                  <a:solidFill>
                    <a:schemeClr val="bg1"/>
                  </a:solidFill>
                  <a:latin typeface="Arial Black" panose="020B0A04020102020204" pitchFamily="34" charset="0"/>
                  <a:ea typeface="+mj-ea"/>
                </a:endParaRPr>
              </a:p>
            </p:txBody>
          </p:sp>
        </p:grpSp>
      </p:grpSp>
      <p:cxnSp>
        <p:nvCxnSpPr>
          <p:cNvPr id="65" name="直接箭头连接符 64">
            <a:extLst>
              <a:ext uri="{FF2B5EF4-FFF2-40B4-BE49-F238E27FC236}">
                <a16:creationId xmlns:a16="http://schemas.microsoft.com/office/drawing/2014/main" id="{6B824699-9145-4A7B-BF01-37AE80A31AFB}"/>
              </a:ext>
            </a:extLst>
          </p:cNvPr>
          <p:cNvCxnSpPr>
            <a:cxnSpLocks/>
          </p:cNvCxnSpPr>
          <p:nvPr/>
        </p:nvCxnSpPr>
        <p:spPr>
          <a:xfrm flipV="1">
            <a:off x="4878779" y="1692469"/>
            <a:ext cx="0" cy="773654"/>
          </a:xfrm>
          <a:prstGeom prst="straightConnector1">
            <a:avLst/>
          </a:prstGeom>
          <a:ln w="50800" cap="rnd">
            <a:solidFill>
              <a:schemeClr val="accent6"/>
            </a:solidFill>
            <a:round/>
            <a:tailEnd type="triangle" w="med" len="med"/>
          </a:ln>
        </p:spPr>
        <p:style>
          <a:lnRef idx="1">
            <a:schemeClr val="accent1"/>
          </a:lnRef>
          <a:fillRef idx="0">
            <a:schemeClr val="accent1"/>
          </a:fillRef>
          <a:effectRef idx="0">
            <a:schemeClr val="accent1"/>
          </a:effectRef>
          <a:fontRef idx="minor">
            <a:schemeClr val="tx1"/>
          </a:fontRef>
        </p:style>
      </p:cxnSp>
      <p:cxnSp>
        <p:nvCxnSpPr>
          <p:cNvPr id="66" name="直接箭头连接符 65">
            <a:extLst>
              <a:ext uri="{FF2B5EF4-FFF2-40B4-BE49-F238E27FC236}">
                <a16:creationId xmlns:a16="http://schemas.microsoft.com/office/drawing/2014/main" id="{A58FEE9A-C14F-444F-B99E-B6407BF31F19}"/>
              </a:ext>
            </a:extLst>
          </p:cNvPr>
          <p:cNvCxnSpPr>
            <a:cxnSpLocks/>
          </p:cNvCxnSpPr>
          <p:nvPr/>
        </p:nvCxnSpPr>
        <p:spPr>
          <a:xfrm>
            <a:off x="4878779" y="1692469"/>
            <a:ext cx="2370858" cy="0"/>
          </a:xfrm>
          <a:prstGeom prst="straightConnector1">
            <a:avLst/>
          </a:prstGeom>
          <a:ln w="50800" cap="rnd">
            <a:solidFill>
              <a:schemeClr val="accent6"/>
            </a:solidFill>
            <a:round/>
            <a:tailEnd type="triangle" w="med" len="med"/>
          </a:ln>
        </p:spPr>
        <p:style>
          <a:lnRef idx="1">
            <a:schemeClr val="accent1"/>
          </a:lnRef>
          <a:fillRef idx="0">
            <a:schemeClr val="accent1"/>
          </a:fillRef>
          <a:effectRef idx="0">
            <a:schemeClr val="accent1"/>
          </a:effectRef>
          <a:fontRef idx="minor">
            <a:schemeClr val="tx1"/>
          </a:fontRef>
        </p:style>
      </p:cxnSp>
      <p:cxnSp>
        <p:nvCxnSpPr>
          <p:cNvPr id="67" name="直接箭头连接符 66">
            <a:extLst>
              <a:ext uri="{FF2B5EF4-FFF2-40B4-BE49-F238E27FC236}">
                <a16:creationId xmlns:a16="http://schemas.microsoft.com/office/drawing/2014/main" id="{C2C59C67-CBA4-4AE3-8C9C-47C3FD3954ED}"/>
              </a:ext>
            </a:extLst>
          </p:cNvPr>
          <p:cNvCxnSpPr>
            <a:cxnSpLocks/>
          </p:cNvCxnSpPr>
          <p:nvPr/>
        </p:nvCxnSpPr>
        <p:spPr>
          <a:xfrm flipH="1">
            <a:off x="1843686" y="1693588"/>
            <a:ext cx="3035093" cy="0"/>
          </a:xfrm>
          <a:prstGeom prst="straightConnector1">
            <a:avLst/>
          </a:prstGeom>
          <a:ln w="50800" cap="rnd">
            <a:solidFill>
              <a:schemeClr val="accent6"/>
            </a:solidFill>
            <a:round/>
            <a:tailEnd type="triangle" w="med" len="med"/>
          </a:ln>
        </p:spPr>
        <p:style>
          <a:lnRef idx="1">
            <a:schemeClr val="accent1"/>
          </a:lnRef>
          <a:fillRef idx="0">
            <a:schemeClr val="accent1"/>
          </a:fillRef>
          <a:effectRef idx="0">
            <a:schemeClr val="accent1"/>
          </a:effectRef>
          <a:fontRef idx="minor">
            <a:schemeClr val="tx1"/>
          </a:fontRef>
        </p:style>
      </p:cxnSp>
      <p:cxnSp>
        <p:nvCxnSpPr>
          <p:cNvPr id="70" name="直接箭头连接符 69">
            <a:extLst>
              <a:ext uri="{FF2B5EF4-FFF2-40B4-BE49-F238E27FC236}">
                <a16:creationId xmlns:a16="http://schemas.microsoft.com/office/drawing/2014/main" id="{717D5C26-30E6-44C6-A207-48334D3A2208}"/>
              </a:ext>
            </a:extLst>
          </p:cNvPr>
          <p:cNvCxnSpPr>
            <a:cxnSpLocks/>
          </p:cNvCxnSpPr>
          <p:nvPr/>
        </p:nvCxnSpPr>
        <p:spPr>
          <a:xfrm>
            <a:off x="2458858" y="1692469"/>
            <a:ext cx="0" cy="808365"/>
          </a:xfrm>
          <a:prstGeom prst="straightConnector1">
            <a:avLst/>
          </a:prstGeom>
          <a:ln w="50800" cap="rnd">
            <a:solidFill>
              <a:schemeClr val="accent6"/>
            </a:solidFill>
            <a:round/>
            <a:tailEnd type="triangle" w="med" len="med"/>
          </a:ln>
        </p:spPr>
        <p:style>
          <a:lnRef idx="1">
            <a:schemeClr val="accent1"/>
          </a:lnRef>
          <a:fillRef idx="0">
            <a:schemeClr val="accent1"/>
          </a:fillRef>
          <a:effectRef idx="0">
            <a:schemeClr val="accent1"/>
          </a:effectRef>
          <a:fontRef idx="minor">
            <a:schemeClr val="tx1"/>
          </a:fontRef>
        </p:style>
      </p:cxnSp>
      <p:grpSp>
        <p:nvGrpSpPr>
          <p:cNvPr id="89" name="组合 88">
            <a:extLst>
              <a:ext uri="{FF2B5EF4-FFF2-40B4-BE49-F238E27FC236}">
                <a16:creationId xmlns:a16="http://schemas.microsoft.com/office/drawing/2014/main" id="{A60C1766-FE56-4FB8-8049-E2D4A91FDF4C}"/>
              </a:ext>
            </a:extLst>
          </p:cNvPr>
          <p:cNvGrpSpPr/>
          <p:nvPr/>
        </p:nvGrpSpPr>
        <p:grpSpPr>
          <a:xfrm>
            <a:off x="3618340" y="3529053"/>
            <a:ext cx="2156816" cy="1412699"/>
            <a:chOff x="3618340" y="3529053"/>
            <a:chExt cx="2156816" cy="1412699"/>
          </a:xfrm>
        </p:grpSpPr>
        <p:grpSp>
          <p:nvGrpSpPr>
            <p:cNvPr id="13" name="组合 12">
              <a:extLst>
                <a:ext uri="{FF2B5EF4-FFF2-40B4-BE49-F238E27FC236}">
                  <a16:creationId xmlns:a16="http://schemas.microsoft.com/office/drawing/2014/main" id="{6F6F734D-FC9E-4FE9-AAD3-1DC7FECE72BE}"/>
                </a:ext>
              </a:extLst>
            </p:cNvPr>
            <p:cNvGrpSpPr/>
            <p:nvPr/>
          </p:nvGrpSpPr>
          <p:grpSpPr>
            <a:xfrm>
              <a:off x="3618340" y="3939124"/>
              <a:ext cx="2156816" cy="1002628"/>
              <a:chOff x="3618340" y="3773304"/>
              <a:chExt cx="2156816" cy="1002628"/>
            </a:xfrm>
          </p:grpSpPr>
          <p:sp>
            <p:nvSpPr>
              <p:cNvPr id="11" name="流程图: 决策 10">
                <a:extLst>
                  <a:ext uri="{FF2B5EF4-FFF2-40B4-BE49-F238E27FC236}">
                    <a16:creationId xmlns:a16="http://schemas.microsoft.com/office/drawing/2014/main" id="{0165DD2E-FE47-40F5-933C-064B2A5AE296}"/>
                  </a:ext>
                </a:extLst>
              </p:cNvPr>
              <p:cNvSpPr/>
              <p:nvPr/>
            </p:nvSpPr>
            <p:spPr>
              <a:xfrm>
                <a:off x="3618340" y="3773304"/>
                <a:ext cx="2156816" cy="1002628"/>
              </a:xfrm>
              <a:prstGeom prst="flowChartDecision">
                <a:avLst/>
              </a:prstGeom>
            </p:spPr>
            <p:style>
              <a:lnRef idx="2">
                <a:schemeClr val="accent3">
                  <a:shade val="50000"/>
                </a:schemeClr>
              </a:lnRef>
              <a:fillRef idx="1">
                <a:schemeClr val="accent3"/>
              </a:fillRef>
              <a:effectRef idx="0">
                <a:schemeClr val="accent3"/>
              </a:effectRef>
              <a:fontRef idx="minor">
                <a:schemeClr val="lt1"/>
              </a:fontRef>
            </p:style>
            <p:txBody>
              <a:bodyPr rtlCol="0" anchor="ctr"/>
              <a:lstStyle/>
              <a:p>
                <a:pPr algn="ctr"/>
                <a:endParaRPr lang="zh-CN" altLang="en-US"/>
              </a:p>
            </p:txBody>
          </p:sp>
          <p:sp>
            <p:nvSpPr>
              <p:cNvPr id="12" name="文本框 11">
                <a:extLst>
                  <a:ext uri="{FF2B5EF4-FFF2-40B4-BE49-F238E27FC236}">
                    <a16:creationId xmlns:a16="http://schemas.microsoft.com/office/drawing/2014/main" id="{A0CDC4EA-1869-4EBA-9FDD-C7918792ADE2}"/>
                  </a:ext>
                </a:extLst>
              </p:cNvPr>
              <p:cNvSpPr txBox="1"/>
              <p:nvPr/>
            </p:nvSpPr>
            <p:spPr>
              <a:xfrm>
                <a:off x="3912189" y="3920038"/>
                <a:ext cx="1561617" cy="646331"/>
              </a:xfrm>
              <a:prstGeom prst="rect">
                <a:avLst/>
              </a:prstGeom>
              <a:noFill/>
            </p:spPr>
            <p:txBody>
              <a:bodyPr wrap="square" rtlCol="0">
                <a:spAutoFit/>
              </a:bodyPr>
              <a:lstStyle/>
              <a:p>
                <a:pPr algn="ctr"/>
                <a:r>
                  <a:rPr lang="zh-CN" altLang="en-US" b="1" dirty="0">
                    <a:solidFill>
                      <a:schemeClr val="bg1"/>
                    </a:solidFill>
                  </a:rPr>
                  <a:t>信道空闲</a:t>
                </a:r>
                <a:endParaRPr lang="en-US" altLang="zh-CN" b="1" dirty="0">
                  <a:solidFill>
                    <a:schemeClr val="bg1"/>
                  </a:solidFill>
                </a:endParaRPr>
              </a:p>
              <a:p>
                <a:pPr algn="ctr"/>
                <a:r>
                  <a:rPr lang="en-US" altLang="zh-CN" b="1" dirty="0">
                    <a:solidFill>
                      <a:schemeClr val="bg1"/>
                    </a:solidFill>
                  </a:rPr>
                  <a:t>96</a:t>
                </a:r>
                <a:r>
                  <a:rPr lang="zh-CN" altLang="en-US" b="1" dirty="0">
                    <a:solidFill>
                      <a:schemeClr val="bg1"/>
                    </a:solidFill>
                  </a:rPr>
                  <a:t>比特时间？</a:t>
                </a:r>
              </a:p>
            </p:txBody>
          </p:sp>
        </p:grpSp>
        <p:cxnSp>
          <p:nvCxnSpPr>
            <p:cNvPr id="15" name="直接箭头连接符 14">
              <a:extLst>
                <a:ext uri="{FF2B5EF4-FFF2-40B4-BE49-F238E27FC236}">
                  <a16:creationId xmlns:a16="http://schemas.microsoft.com/office/drawing/2014/main" id="{8BC989FE-4CA6-472F-B89E-6022821999CA}"/>
                </a:ext>
              </a:extLst>
            </p:cNvPr>
            <p:cNvCxnSpPr>
              <a:stCxn id="10" idx="2"/>
              <a:endCxn id="11" idx="0"/>
            </p:cNvCxnSpPr>
            <p:nvPr/>
          </p:nvCxnSpPr>
          <p:spPr>
            <a:xfrm>
              <a:off x="4696748" y="3529053"/>
              <a:ext cx="0" cy="410071"/>
            </a:xfrm>
            <a:prstGeom prst="straightConnector1">
              <a:avLst/>
            </a:prstGeom>
            <a:ln w="12700">
              <a:solidFill>
                <a:schemeClr val="tx1"/>
              </a:solidFill>
              <a:tailEnd type="triangle"/>
            </a:ln>
          </p:spPr>
          <p:style>
            <a:lnRef idx="1">
              <a:schemeClr val="accent1"/>
            </a:lnRef>
            <a:fillRef idx="0">
              <a:schemeClr val="accent1"/>
            </a:fillRef>
            <a:effectRef idx="0">
              <a:schemeClr val="accent1"/>
            </a:effectRef>
            <a:fontRef idx="minor">
              <a:schemeClr val="tx1"/>
            </a:fontRef>
          </p:style>
        </p:cxnSp>
      </p:grpSp>
      <p:grpSp>
        <p:nvGrpSpPr>
          <p:cNvPr id="16" name="组合 15">
            <a:extLst>
              <a:ext uri="{FF2B5EF4-FFF2-40B4-BE49-F238E27FC236}">
                <a16:creationId xmlns:a16="http://schemas.microsoft.com/office/drawing/2014/main" id="{D8537797-6A10-4E13-AFEC-CFAFD513EAE7}"/>
              </a:ext>
            </a:extLst>
          </p:cNvPr>
          <p:cNvGrpSpPr/>
          <p:nvPr/>
        </p:nvGrpSpPr>
        <p:grpSpPr>
          <a:xfrm>
            <a:off x="5775155" y="5018256"/>
            <a:ext cx="2798508" cy="1002628"/>
            <a:chOff x="5775155" y="5018256"/>
            <a:chExt cx="2798508" cy="1002628"/>
          </a:xfrm>
        </p:grpSpPr>
        <p:grpSp>
          <p:nvGrpSpPr>
            <p:cNvPr id="63" name="组合 62">
              <a:extLst>
                <a:ext uri="{FF2B5EF4-FFF2-40B4-BE49-F238E27FC236}">
                  <a16:creationId xmlns:a16="http://schemas.microsoft.com/office/drawing/2014/main" id="{05C12647-BDC5-4122-814E-61D6B6C006C9}"/>
                </a:ext>
              </a:extLst>
            </p:cNvPr>
            <p:cNvGrpSpPr/>
            <p:nvPr/>
          </p:nvGrpSpPr>
          <p:grpSpPr>
            <a:xfrm>
              <a:off x="6416847" y="5018256"/>
              <a:ext cx="2156816" cy="1002628"/>
              <a:chOff x="3618340" y="3773304"/>
              <a:chExt cx="2156816" cy="1002628"/>
            </a:xfrm>
          </p:grpSpPr>
          <p:sp>
            <p:nvSpPr>
              <p:cNvPr id="64" name="流程图: 决策 63">
                <a:extLst>
                  <a:ext uri="{FF2B5EF4-FFF2-40B4-BE49-F238E27FC236}">
                    <a16:creationId xmlns:a16="http://schemas.microsoft.com/office/drawing/2014/main" id="{E6295894-78C8-424E-9BF6-D0CE0E149E05}"/>
                  </a:ext>
                </a:extLst>
              </p:cNvPr>
              <p:cNvSpPr/>
              <p:nvPr/>
            </p:nvSpPr>
            <p:spPr>
              <a:xfrm>
                <a:off x="3618340" y="3773304"/>
                <a:ext cx="2156816" cy="1002628"/>
              </a:xfrm>
              <a:prstGeom prst="flowChartDecision">
                <a:avLst/>
              </a:prstGeom>
            </p:spPr>
            <p:style>
              <a:lnRef idx="2">
                <a:schemeClr val="accent5">
                  <a:shade val="50000"/>
                </a:schemeClr>
              </a:lnRef>
              <a:fillRef idx="1">
                <a:schemeClr val="accent5"/>
              </a:fillRef>
              <a:effectRef idx="0">
                <a:schemeClr val="accent5"/>
              </a:effectRef>
              <a:fontRef idx="minor">
                <a:schemeClr val="lt1"/>
              </a:fontRef>
            </p:style>
            <p:txBody>
              <a:bodyPr rtlCol="0" anchor="ctr"/>
              <a:lstStyle/>
              <a:p>
                <a:pPr algn="ctr"/>
                <a:endParaRPr lang="zh-CN" altLang="en-US"/>
              </a:p>
            </p:txBody>
          </p:sp>
          <p:sp>
            <p:nvSpPr>
              <p:cNvPr id="68" name="文本框 67">
                <a:extLst>
                  <a:ext uri="{FF2B5EF4-FFF2-40B4-BE49-F238E27FC236}">
                    <a16:creationId xmlns:a16="http://schemas.microsoft.com/office/drawing/2014/main" id="{B9FB4205-6FBB-42A1-A5C5-56C61CCE3615}"/>
                  </a:ext>
                </a:extLst>
              </p:cNvPr>
              <p:cNvSpPr txBox="1"/>
              <p:nvPr/>
            </p:nvSpPr>
            <p:spPr>
              <a:xfrm>
                <a:off x="3915939" y="4084047"/>
                <a:ext cx="1561617" cy="369332"/>
              </a:xfrm>
              <a:prstGeom prst="rect">
                <a:avLst/>
              </a:prstGeom>
              <a:noFill/>
              <a:ln>
                <a:noFill/>
              </a:ln>
            </p:spPr>
            <p:style>
              <a:lnRef idx="2">
                <a:schemeClr val="accent5">
                  <a:shade val="50000"/>
                </a:schemeClr>
              </a:lnRef>
              <a:fillRef idx="1">
                <a:schemeClr val="accent5"/>
              </a:fillRef>
              <a:effectRef idx="0">
                <a:schemeClr val="accent5"/>
              </a:effectRef>
              <a:fontRef idx="minor">
                <a:schemeClr val="lt1"/>
              </a:fontRef>
            </p:style>
            <p:txBody>
              <a:bodyPr wrap="square" rtlCol="0">
                <a:spAutoFit/>
              </a:bodyPr>
              <a:lstStyle/>
              <a:p>
                <a:pPr algn="ctr"/>
                <a:r>
                  <a:rPr lang="zh-CN" altLang="en-US" b="1" dirty="0">
                    <a:solidFill>
                      <a:schemeClr val="bg1"/>
                    </a:solidFill>
                  </a:rPr>
                  <a:t>检测到碰撞？</a:t>
                </a:r>
              </a:p>
            </p:txBody>
          </p:sp>
        </p:grpSp>
        <p:cxnSp>
          <p:nvCxnSpPr>
            <p:cNvPr id="74" name="直接箭头连接符 73">
              <a:extLst>
                <a:ext uri="{FF2B5EF4-FFF2-40B4-BE49-F238E27FC236}">
                  <a16:creationId xmlns:a16="http://schemas.microsoft.com/office/drawing/2014/main" id="{ED672E0E-9738-418B-B083-BE1F9C1449B1}"/>
                </a:ext>
              </a:extLst>
            </p:cNvPr>
            <p:cNvCxnSpPr>
              <a:cxnSpLocks/>
              <a:stCxn id="62" idx="3"/>
              <a:endCxn id="64" idx="1"/>
            </p:cNvCxnSpPr>
            <p:nvPr/>
          </p:nvCxnSpPr>
          <p:spPr>
            <a:xfrm>
              <a:off x="5775155" y="5519570"/>
              <a:ext cx="641692" cy="0"/>
            </a:xfrm>
            <a:prstGeom prst="straightConnector1">
              <a:avLst/>
            </a:prstGeom>
            <a:ln w="12700">
              <a:solidFill>
                <a:schemeClr val="tx1"/>
              </a:solidFill>
              <a:tailEnd type="triangle"/>
            </a:ln>
          </p:spPr>
          <p:style>
            <a:lnRef idx="1">
              <a:schemeClr val="accent1"/>
            </a:lnRef>
            <a:fillRef idx="0">
              <a:schemeClr val="accent1"/>
            </a:fillRef>
            <a:effectRef idx="0">
              <a:schemeClr val="accent1"/>
            </a:effectRef>
            <a:fontRef idx="minor">
              <a:schemeClr val="tx1"/>
            </a:fontRef>
          </p:style>
        </p:cxnSp>
      </p:grpSp>
      <p:grpSp>
        <p:nvGrpSpPr>
          <p:cNvPr id="90" name="组合 89">
            <a:extLst>
              <a:ext uri="{FF2B5EF4-FFF2-40B4-BE49-F238E27FC236}">
                <a16:creationId xmlns:a16="http://schemas.microsoft.com/office/drawing/2014/main" id="{53AF500B-7FC7-492C-B846-1814D08B9461}"/>
              </a:ext>
            </a:extLst>
          </p:cNvPr>
          <p:cNvGrpSpPr/>
          <p:nvPr/>
        </p:nvGrpSpPr>
        <p:grpSpPr>
          <a:xfrm>
            <a:off x="3213902" y="3696800"/>
            <a:ext cx="1479094" cy="743638"/>
            <a:chOff x="3213902" y="3696800"/>
            <a:chExt cx="1479094" cy="743638"/>
          </a:xfrm>
        </p:grpSpPr>
        <p:cxnSp>
          <p:nvCxnSpPr>
            <p:cNvPr id="75" name="连接符: 肘形 74">
              <a:extLst>
                <a:ext uri="{FF2B5EF4-FFF2-40B4-BE49-F238E27FC236}">
                  <a16:creationId xmlns:a16="http://schemas.microsoft.com/office/drawing/2014/main" id="{B0753E80-1758-4F9B-8E87-EF86F3BB4687}"/>
                </a:ext>
              </a:extLst>
            </p:cNvPr>
            <p:cNvCxnSpPr>
              <a:cxnSpLocks/>
              <a:stCxn id="11" idx="1"/>
            </p:cNvCxnSpPr>
            <p:nvPr/>
          </p:nvCxnSpPr>
          <p:spPr>
            <a:xfrm rot="10800000" flipH="1">
              <a:off x="3618339" y="3696800"/>
              <a:ext cx="1074657" cy="743638"/>
            </a:xfrm>
            <a:prstGeom prst="bentConnector3">
              <a:avLst>
                <a:gd name="adj1" fmla="val -21272"/>
              </a:avLst>
            </a:prstGeom>
            <a:ln w="12700">
              <a:solidFill>
                <a:schemeClr val="tx1"/>
              </a:solidFill>
              <a:tailEnd type="triangle"/>
            </a:ln>
          </p:spPr>
          <p:style>
            <a:lnRef idx="1">
              <a:schemeClr val="accent1"/>
            </a:lnRef>
            <a:fillRef idx="0">
              <a:schemeClr val="accent1"/>
            </a:fillRef>
            <a:effectRef idx="0">
              <a:schemeClr val="accent1"/>
            </a:effectRef>
            <a:fontRef idx="minor">
              <a:schemeClr val="tx1"/>
            </a:fontRef>
          </p:style>
        </p:cxnSp>
        <p:sp>
          <p:nvSpPr>
            <p:cNvPr id="81" name="文本框 80">
              <a:extLst>
                <a:ext uri="{FF2B5EF4-FFF2-40B4-BE49-F238E27FC236}">
                  <a16:creationId xmlns:a16="http://schemas.microsoft.com/office/drawing/2014/main" id="{75E5AB3E-992E-4B3B-98B0-29DA1FEC7903}"/>
                </a:ext>
              </a:extLst>
            </p:cNvPr>
            <p:cNvSpPr txBox="1"/>
            <p:nvPr/>
          </p:nvSpPr>
          <p:spPr>
            <a:xfrm>
              <a:off x="3213902" y="4029294"/>
              <a:ext cx="679897" cy="369332"/>
            </a:xfrm>
            <a:prstGeom prst="rect">
              <a:avLst/>
            </a:prstGeom>
            <a:noFill/>
          </p:spPr>
          <p:txBody>
            <a:bodyPr wrap="square" rtlCol="0">
              <a:spAutoFit/>
            </a:bodyPr>
            <a:lstStyle/>
            <a:p>
              <a:pPr algn="ctr"/>
              <a:r>
                <a:rPr lang="zh-CN" altLang="en-US" b="1" dirty="0"/>
                <a:t>否</a:t>
              </a:r>
            </a:p>
          </p:txBody>
        </p:sp>
      </p:grpSp>
      <p:grpSp>
        <p:nvGrpSpPr>
          <p:cNvPr id="17" name="组合 16">
            <a:extLst>
              <a:ext uri="{FF2B5EF4-FFF2-40B4-BE49-F238E27FC236}">
                <a16:creationId xmlns:a16="http://schemas.microsoft.com/office/drawing/2014/main" id="{F2477ACC-F32C-45F0-88AC-64E1B5B2BBC0}"/>
              </a:ext>
            </a:extLst>
          </p:cNvPr>
          <p:cNvGrpSpPr/>
          <p:nvPr/>
        </p:nvGrpSpPr>
        <p:grpSpPr>
          <a:xfrm>
            <a:off x="4696748" y="5687318"/>
            <a:ext cx="2889748" cy="598270"/>
            <a:chOff x="4696748" y="5687318"/>
            <a:chExt cx="2889748" cy="598270"/>
          </a:xfrm>
        </p:grpSpPr>
        <p:cxnSp>
          <p:nvCxnSpPr>
            <p:cNvPr id="21" name="连接符: 肘形 20">
              <a:extLst>
                <a:ext uri="{FF2B5EF4-FFF2-40B4-BE49-F238E27FC236}">
                  <a16:creationId xmlns:a16="http://schemas.microsoft.com/office/drawing/2014/main" id="{3E217AB6-D8D2-4578-B61E-3F6EA48A6218}"/>
                </a:ext>
              </a:extLst>
            </p:cNvPr>
            <p:cNvCxnSpPr>
              <a:stCxn id="64" idx="2"/>
              <a:endCxn id="62" idx="2"/>
            </p:cNvCxnSpPr>
            <p:nvPr/>
          </p:nvCxnSpPr>
          <p:spPr>
            <a:xfrm rot="5400000" flipH="1">
              <a:off x="5929218" y="4454848"/>
              <a:ext cx="333567" cy="2798507"/>
            </a:xfrm>
            <a:prstGeom prst="bentConnector3">
              <a:avLst>
                <a:gd name="adj1" fmla="val -68532"/>
              </a:avLst>
            </a:prstGeom>
            <a:ln w="12700">
              <a:solidFill>
                <a:schemeClr val="tx1"/>
              </a:solidFill>
              <a:tailEnd type="triangle"/>
            </a:ln>
          </p:spPr>
          <p:style>
            <a:lnRef idx="1">
              <a:schemeClr val="accent1"/>
            </a:lnRef>
            <a:fillRef idx="0">
              <a:schemeClr val="accent1"/>
            </a:fillRef>
            <a:effectRef idx="0">
              <a:schemeClr val="accent1"/>
            </a:effectRef>
            <a:fontRef idx="minor">
              <a:schemeClr val="tx1"/>
            </a:fontRef>
          </p:style>
        </p:cxnSp>
        <p:sp>
          <p:nvSpPr>
            <p:cNvPr id="82" name="文本框 81">
              <a:extLst>
                <a:ext uri="{FF2B5EF4-FFF2-40B4-BE49-F238E27FC236}">
                  <a16:creationId xmlns:a16="http://schemas.microsoft.com/office/drawing/2014/main" id="{19443827-4B1D-4F0D-8490-B3DD9045CAAF}"/>
                </a:ext>
              </a:extLst>
            </p:cNvPr>
            <p:cNvSpPr txBox="1"/>
            <p:nvPr/>
          </p:nvSpPr>
          <p:spPr>
            <a:xfrm>
              <a:off x="6906599" y="5916256"/>
              <a:ext cx="679897" cy="369332"/>
            </a:xfrm>
            <a:prstGeom prst="rect">
              <a:avLst/>
            </a:prstGeom>
            <a:noFill/>
          </p:spPr>
          <p:txBody>
            <a:bodyPr wrap="square" rtlCol="0">
              <a:spAutoFit/>
            </a:bodyPr>
            <a:lstStyle/>
            <a:p>
              <a:pPr algn="ctr"/>
              <a:r>
                <a:rPr lang="zh-CN" altLang="en-US" b="1" dirty="0"/>
                <a:t>否</a:t>
              </a:r>
            </a:p>
          </p:txBody>
        </p:sp>
      </p:grpSp>
      <p:grpSp>
        <p:nvGrpSpPr>
          <p:cNvPr id="14" name="组合 13">
            <a:extLst>
              <a:ext uri="{FF2B5EF4-FFF2-40B4-BE49-F238E27FC236}">
                <a16:creationId xmlns:a16="http://schemas.microsoft.com/office/drawing/2014/main" id="{DFFE2C86-0EC7-4C76-B053-FAAD2048078C}"/>
              </a:ext>
            </a:extLst>
          </p:cNvPr>
          <p:cNvGrpSpPr/>
          <p:nvPr/>
        </p:nvGrpSpPr>
        <p:grpSpPr>
          <a:xfrm>
            <a:off x="3618340" y="4861868"/>
            <a:ext cx="2156815" cy="825449"/>
            <a:chOff x="3618340" y="4861868"/>
            <a:chExt cx="2156815" cy="825449"/>
          </a:xfrm>
        </p:grpSpPr>
        <p:sp>
          <p:nvSpPr>
            <p:cNvPr id="62" name="矩形 61">
              <a:extLst>
                <a:ext uri="{FF2B5EF4-FFF2-40B4-BE49-F238E27FC236}">
                  <a16:creationId xmlns:a16="http://schemas.microsoft.com/office/drawing/2014/main" id="{F54F187A-0CED-475A-BCF6-B88756AE175F}"/>
                </a:ext>
              </a:extLst>
            </p:cNvPr>
            <p:cNvSpPr/>
            <p:nvPr/>
          </p:nvSpPr>
          <p:spPr>
            <a:xfrm>
              <a:off x="3618340" y="5351823"/>
              <a:ext cx="2156815" cy="335494"/>
            </a:xfrm>
            <a:prstGeom prst="rect">
              <a:avLst/>
            </a:prstGeom>
          </p:spPr>
          <p:style>
            <a:lnRef idx="2">
              <a:schemeClr val="accent5">
                <a:shade val="50000"/>
              </a:schemeClr>
            </a:lnRef>
            <a:fillRef idx="1">
              <a:schemeClr val="accent5"/>
            </a:fillRef>
            <a:effectRef idx="0">
              <a:schemeClr val="accent5"/>
            </a:effectRef>
            <a:fontRef idx="minor">
              <a:schemeClr val="lt1"/>
            </a:fontRef>
          </p:style>
          <p:txBody>
            <a:bodyPr rtlCol="0" anchor="ctr"/>
            <a:lstStyle/>
            <a:p>
              <a:pPr algn="ctr"/>
              <a:r>
                <a:rPr lang="zh-CN" altLang="en-US" b="1" dirty="0"/>
                <a:t>发送帧</a:t>
              </a:r>
            </a:p>
          </p:txBody>
        </p:sp>
        <p:cxnSp>
          <p:nvCxnSpPr>
            <p:cNvPr id="73" name="直接箭头连接符 72">
              <a:extLst>
                <a:ext uri="{FF2B5EF4-FFF2-40B4-BE49-F238E27FC236}">
                  <a16:creationId xmlns:a16="http://schemas.microsoft.com/office/drawing/2014/main" id="{7B8869AD-956A-4BAD-B1BE-AA2C5E0CC188}"/>
                </a:ext>
              </a:extLst>
            </p:cNvPr>
            <p:cNvCxnSpPr>
              <a:cxnSpLocks/>
              <a:stCxn id="11" idx="2"/>
              <a:endCxn id="62" idx="0"/>
            </p:cNvCxnSpPr>
            <p:nvPr/>
          </p:nvCxnSpPr>
          <p:spPr>
            <a:xfrm>
              <a:off x="4696748" y="4941752"/>
              <a:ext cx="0" cy="410071"/>
            </a:xfrm>
            <a:prstGeom prst="straightConnector1">
              <a:avLst/>
            </a:prstGeom>
            <a:ln w="12700">
              <a:solidFill>
                <a:schemeClr val="tx1"/>
              </a:solidFill>
              <a:tailEnd type="triangle"/>
            </a:ln>
          </p:spPr>
          <p:style>
            <a:lnRef idx="1">
              <a:schemeClr val="accent1"/>
            </a:lnRef>
            <a:fillRef idx="0">
              <a:schemeClr val="accent1"/>
            </a:fillRef>
            <a:effectRef idx="0">
              <a:schemeClr val="accent1"/>
            </a:effectRef>
            <a:fontRef idx="minor">
              <a:schemeClr val="tx1"/>
            </a:fontRef>
          </p:style>
        </p:cxnSp>
        <p:sp>
          <p:nvSpPr>
            <p:cNvPr id="84" name="文本框 83">
              <a:extLst>
                <a:ext uri="{FF2B5EF4-FFF2-40B4-BE49-F238E27FC236}">
                  <a16:creationId xmlns:a16="http://schemas.microsoft.com/office/drawing/2014/main" id="{692F5F67-9019-480B-80C9-30B4E7172CF0}"/>
                </a:ext>
              </a:extLst>
            </p:cNvPr>
            <p:cNvSpPr txBox="1"/>
            <p:nvPr/>
          </p:nvSpPr>
          <p:spPr>
            <a:xfrm>
              <a:off x="4559904" y="4861868"/>
              <a:ext cx="637749" cy="369332"/>
            </a:xfrm>
            <a:prstGeom prst="rect">
              <a:avLst/>
            </a:prstGeom>
            <a:noFill/>
          </p:spPr>
          <p:txBody>
            <a:bodyPr wrap="square" rtlCol="0">
              <a:spAutoFit/>
            </a:bodyPr>
            <a:lstStyle/>
            <a:p>
              <a:pPr algn="ctr"/>
              <a:r>
                <a:rPr lang="zh-CN" altLang="en-US" b="1" dirty="0"/>
                <a:t>是</a:t>
              </a:r>
            </a:p>
          </p:txBody>
        </p:sp>
      </p:grpSp>
      <p:grpSp>
        <p:nvGrpSpPr>
          <p:cNvPr id="77" name="组合 76">
            <a:extLst>
              <a:ext uri="{FF2B5EF4-FFF2-40B4-BE49-F238E27FC236}">
                <a16:creationId xmlns:a16="http://schemas.microsoft.com/office/drawing/2014/main" id="{1B6971EE-F977-4DA3-A9A0-44F6C9DC48DA}"/>
              </a:ext>
            </a:extLst>
          </p:cNvPr>
          <p:cNvGrpSpPr/>
          <p:nvPr/>
        </p:nvGrpSpPr>
        <p:grpSpPr>
          <a:xfrm>
            <a:off x="9727206" y="734232"/>
            <a:ext cx="2153414" cy="461665"/>
            <a:chOff x="9727206" y="734232"/>
            <a:chExt cx="2153414" cy="461665"/>
          </a:xfrm>
        </p:grpSpPr>
        <p:sp>
          <p:nvSpPr>
            <p:cNvPr id="79" name="矩形 78">
              <a:extLst>
                <a:ext uri="{FF2B5EF4-FFF2-40B4-BE49-F238E27FC236}">
                  <a16:creationId xmlns:a16="http://schemas.microsoft.com/office/drawing/2014/main" id="{23D339D1-2ECC-4222-BF66-5F8AC926D8C7}"/>
                </a:ext>
              </a:extLst>
            </p:cNvPr>
            <p:cNvSpPr/>
            <p:nvPr/>
          </p:nvSpPr>
          <p:spPr>
            <a:xfrm>
              <a:off x="9727206" y="757078"/>
              <a:ext cx="2153414" cy="400110"/>
            </a:xfrm>
            <a:prstGeom prst="rect">
              <a:avLst/>
            </a:prstGeom>
            <a:solidFill>
              <a:schemeClr val="accent5"/>
            </a:solidFill>
            <a:ln>
              <a:solidFill>
                <a:schemeClr val="accent5"/>
              </a:solidFill>
            </a:ln>
          </p:spPr>
          <p:style>
            <a:lnRef idx="2">
              <a:schemeClr val="accent5">
                <a:shade val="50000"/>
              </a:schemeClr>
            </a:lnRef>
            <a:fillRef idx="1">
              <a:schemeClr val="accent5"/>
            </a:fillRef>
            <a:effectRef idx="0">
              <a:schemeClr val="accent5"/>
            </a:effectRef>
            <a:fontRef idx="minor">
              <a:schemeClr val="lt1"/>
            </a:fontRef>
          </p:style>
          <p:txBody>
            <a:bodyPr rtlCol="0" anchor="ctr"/>
            <a:lstStyle/>
            <a:p>
              <a:pPr algn="ctr"/>
              <a:endParaRPr lang="zh-CN" altLang="en-US"/>
            </a:p>
          </p:txBody>
        </p:sp>
        <p:sp>
          <p:nvSpPr>
            <p:cNvPr id="80" name="文本框 79">
              <a:extLst>
                <a:ext uri="{FF2B5EF4-FFF2-40B4-BE49-F238E27FC236}">
                  <a16:creationId xmlns:a16="http://schemas.microsoft.com/office/drawing/2014/main" id="{644983D9-31FB-44F8-9DB3-5BFCAA2F4462}"/>
                </a:ext>
              </a:extLst>
            </p:cNvPr>
            <p:cNvSpPr txBox="1"/>
            <p:nvPr/>
          </p:nvSpPr>
          <p:spPr>
            <a:xfrm>
              <a:off x="9791788" y="772467"/>
              <a:ext cx="1598556" cy="400110"/>
            </a:xfrm>
            <a:prstGeom prst="rect">
              <a:avLst/>
            </a:prstGeom>
            <a:noFill/>
          </p:spPr>
          <p:txBody>
            <a:bodyPr wrap="square" rtlCol="0">
              <a:spAutoFit/>
            </a:bodyPr>
            <a:lstStyle/>
            <a:p>
              <a:pPr algn="ctr"/>
              <a:r>
                <a:rPr lang="zh-CN" altLang="en-US" sz="2000" b="1" dirty="0">
                  <a:solidFill>
                    <a:schemeClr val="bg1"/>
                  </a:solidFill>
                </a:rPr>
                <a:t>碰撞检测</a:t>
              </a:r>
            </a:p>
          </p:txBody>
        </p:sp>
        <p:sp>
          <p:nvSpPr>
            <p:cNvPr id="85" name="文本框 84">
              <a:extLst>
                <a:ext uri="{FF2B5EF4-FFF2-40B4-BE49-F238E27FC236}">
                  <a16:creationId xmlns:a16="http://schemas.microsoft.com/office/drawing/2014/main" id="{C1CFD963-D797-4467-A290-7E45A4D0B8B2}"/>
                </a:ext>
              </a:extLst>
            </p:cNvPr>
            <p:cNvSpPr txBox="1"/>
            <p:nvPr/>
          </p:nvSpPr>
          <p:spPr>
            <a:xfrm>
              <a:off x="11033742" y="734232"/>
              <a:ext cx="383192" cy="461665"/>
            </a:xfrm>
            <a:prstGeom prst="rect">
              <a:avLst/>
            </a:prstGeom>
            <a:noFill/>
          </p:spPr>
          <p:txBody>
            <a:bodyPr wrap="square">
              <a:spAutoFit/>
            </a:bodyPr>
            <a:lstStyle/>
            <a:p>
              <a:r>
                <a:rPr lang="en-US" altLang="zh-CN" sz="2400" b="1" dirty="0">
                  <a:solidFill>
                    <a:schemeClr val="bg1"/>
                  </a:solidFill>
                  <a:latin typeface="Arial Narrow" panose="020B0606020202030204" pitchFamily="34" charset="0"/>
                </a:rPr>
                <a:t>C</a:t>
              </a:r>
              <a:endParaRPr lang="zh-CN" altLang="en-US" sz="2400" dirty="0">
                <a:solidFill>
                  <a:schemeClr val="bg1"/>
                </a:solidFill>
              </a:endParaRPr>
            </a:p>
          </p:txBody>
        </p:sp>
        <p:sp>
          <p:nvSpPr>
            <p:cNvPr id="86" name="文本框 85">
              <a:extLst>
                <a:ext uri="{FF2B5EF4-FFF2-40B4-BE49-F238E27FC236}">
                  <a16:creationId xmlns:a16="http://schemas.microsoft.com/office/drawing/2014/main" id="{BA726DB0-C965-40B9-B603-AEA447E38417}"/>
                </a:ext>
              </a:extLst>
            </p:cNvPr>
            <p:cNvSpPr txBox="1"/>
            <p:nvPr/>
          </p:nvSpPr>
          <p:spPr>
            <a:xfrm>
              <a:off x="11260686" y="734232"/>
              <a:ext cx="383192" cy="461665"/>
            </a:xfrm>
            <a:prstGeom prst="rect">
              <a:avLst/>
            </a:prstGeom>
            <a:noFill/>
          </p:spPr>
          <p:txBody>
            <a:bodyPr wrap="square">
              <a:spAutoFit/>
            </a:bodyPr>
            <a:lstStyle/>
            <a:p>
              <a:r>
                <a:rPr lang="en-US" altLang="zh-CN" sz="2400" b="1" dirty="0">
                  <a:solidFill>
                    <a:schemeClr val="bg1"/>
                  </a:solidFill>
                  <a:latin typeface="Arial Narrow" panose="020B0606020202030204" pitchFamily="34" charset="0"/>
                </a:rPr>
                <a:t>D</a:t>
              </a:r>
              <a:endParaRPr lang="zh-CN" altLang="en-US" sz="2400" dirty="0">
                <a:solidFill>
                  <a:schemeClr val="bg1"/>
                </a:solidFill>
              </a:endParaRPr>
            </a:p>
          </p:txBody>
        </p:sp>
      </p:grpSp>
      <p:cxnSp>
        <p:nvCxnSpPr>
          <p:cNvPr id="87" name="直接箭头连接符 86">
            <a:extLst>
              <a:ext uri="{FF2B5EF4-FFF2-40B4-BE49-F238E27FC236}">
                <a16:creationId xmlns:a16="http://schemas.microsoft.com/office/drawing/2014/main" id="{6BD70865-A07D-44FE-ABD0-8FF10C08D28A}"/>
              </a:ext>
            </a:extLst>
          </p:cNvPr>
          <p:cNvCxnSpPr>
            <a:cxnSpLocks/>
          </p:cNvCxnSpPr>
          <p:nvPr/>
        </p:nvCxnSpPr>
        <p:spPr>
          <a:xfrm flipV="1">
            <a:off x="7247900" y="1692469"/>
            <a:ext cx="0" cy="773654"/>
          </a:xfrm>
          <a:prstGeom prst="straightConnector1">
            <a:avLst/>
          </a:prstGeom>
          <a:ln w="50800" cap="rnd">
            <a:solidFill>
              <a:schemeClr val="accent6"/>
            </a:solidFill>
            <a:round/>
            <a:tailEnd type="triangle" w="med" len="med"/>
          </a:ln>
        </p:spPr>
        <p:style>
          <a:lnRef idx="1">
            <a:schemeClr val="accent1"/>
          </a:lnRef>
          <a:fillRef idx="0">
            <a:schemeClr val="accent1"/>
          </a:fillRef>
          <a:effectRef idx="0">
            <a:schemeClr val="accent1"/>
          </a:effectRef>
          <a:fontRef idx="minor">
            <a:schemeClr val="tx1"/>
          </a:fontRef>
        </p:style>
      </p:cxnSp>
      <p:grpSp>
        <p:nvGrpSpPr>
          <p:cNvPr id="20" name="组合 19">
            <a:extLst>
              <a:ext uri="{FF2B5EF4-FFF2-40B4-BE49-F238E27FC236}">
                <a16:creationId xmlns:a16="http://schemas.microsoft.com/office/drawing/2014/main" id="{1FF25F8D-F086-494E-8FD9-D16C042152CF}"/>
              </a:ext>
            </a:extLst>
          </p:cNvPr>
          <p:cNvGrpSpPr/>
          <p:nvPr/>
        </p:nvGrpSpPr>
        <p:grpSpPr>
          <a:xfrm>
            <a:off x="6809207" y="1304626"/>
            <a:ext cx="820470" cy="820470"/>
            <a:chOff x="9290558" y="4054613"/>
            <a:chExt cx="820470" cy="820470"/>
          </a:xfrm>
        </p:grpSpPr>
        <p:sp>
          <p:nvSpPr>
            <p:cNvPr id="94" name="爆炸形: 8 pt  93">
              <a:extLst>
                <a:ext uri="{FF2B5EF4-FFF2-40B4-BE49-F238E27FC236}">
                  <a16:creationId xmlns:a16="http://schemas.microsoft.com/office/drawing/2014/main" id="{B0E4C2A5-F272-426D-AD63-2B20049E3806}"/>
                </a:ext>
              </a:extLst>
            </p:cNvPr>
            <p:cNvSpPr/>
            <p:nvPr/>
          </p:nvSpPr>
          <p:spPr>
            <a:xfrm>
              <a:off x="9290558" y="4054613"/>
              <a:ext cx="820470" cy="820470"/>
            </a:xfrm>
            <a:prstGeom prst="irregularSeal1">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sz="2000" b="1" dirty="0"/>
            </a:p>
          </p:txBody>
        </p:sp>
        <p:sp>
          <p:nvSpPr>
            <p:cNvPr id="19" name="文本框 18">
              <a:extLst>
                <a:ext uri="{FF2B5EF4-FFF2-40B4-BE49-F238E27FC236}">
                  <a16:creationId xmlns:a16="http://schemas.microsoft.com/office/drawing/2014/main" id="{9A04026C-346A-4418-8C7C-58678F177B4D}"/>
                </a:ext>
              </a:extLst>
            </p:cNvPr>
            <p:cNvSpPr txBox="1"/>
            <p:nvPr/>
          </p:nvSpPr>
          <p:spPr>
            <a:xfrm>
              <a:off x="9290558" y="4250289"/>
              <a:ext cx="777741" cy="369332"/>
            </a:xfrm>
            <a:prstGeom prst="rect">
              <a:avLst/>
            </a:prstGeom>
            <a:noFill/>
          </p:spPr>
          <p:txBody>
            <a:bodyPr wrap="square" rtlCol="0">
              <a:spAutoFit/>
            </a:bodyPr>
            <a:lstStyle/>
            <a:p>
              <a:pPr algn="ctr"/>
              <a:r>
                <a:rPr lang="zh-CN" altLang="en-US" b="1" dirty="0">
                  <a:solidFill>
                    <a:schemeClr val="bg1"/>
                  </a:solidFill>
                </a:rPr>
                <a:t>碰撞</a:t>
              </a:r>
            </a:p>
          </p:txBody>
        </p:sp>
      </p:grpSp>
    </p:spTree>
    <p:custDataLst>
      <p:tags r:id="rId1"/>
    </p:custDataLst>
    <p:extLst>
      <p:ext uri="{BB962C8B-B14F-4D97-AF65-F5344CB8AC3E}">
        <p14:creationId xmlns:p14="http://schemas.microsoft.com/office/powerpoint/2010/main" val="2996034509"/>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2" presetClass="entr" presetSubtype="8" fill="hold" nodeType="withEffect">
                                  <p:stCondLst>
                                    <p:cond delay="0"/>
                                  </p:stCondLst>
                                  <p:childTnLst>
                                    <p:set>
                                      <p:cBhvr>
                                        <p:cTn id="6" dur="1" fill="hold">
                                          <p:stCondLst>
                                            <p:cond delay="0"/>
                                          </p:stCondLst>
                                        </p:cTn>
                                        <p:tgtEl>
                                          <p:spTgt spid="66"/>
                                        </p:tgtEl>
                                        <p:attrNameLst>
                                          <p:attrName>style.visibility</p:attrName>
                                        </p:attrNameLst>
                                      </p:cBhvr>
                                      <p:to>
                                        <p:strVal val="visible"/>
                                      </p:to>
                                    </p:set>
                                    <p:animEffect transition="in" filter="wipe(left)">
                                      <p:cBhvr>
                                        <p:cTn id="7" dur="2000"/>
                                        <p:tgtEl>
                                          <p:spTgt spid="66"/>
                                        </p:tgtEl>
                                      </p:cBhvr>
                                    </p:animEffect>
                                  </p:childTnLst>
                                </p:cTn>
                              </p:par>
                              <p:par>
                                <p:cTn id="8" presetID="22" presetClass="entr" presetSubtype="2" fill="hold" nodeType="withEffect">
                                  <p:stCondLst>
                                    <p:cond delay="0"/>
                                  </p:stCondLst>
                                  <p:childTnLst>
                                    <p:set>
                                      <p:cBhvr>
                                        <p:cTn id="9" dur="1" fill="hold">
                                          <p:stCondLst>
                                            <p:cond delay="0"/>
                                          </p:stCondLst>
                                        </p:cTn>
                                        <p:tgtEl>
                                          <p:spTgt spid="67"/>
                                        </p:tgtEl>
                                        <p:attrNameLst>
                                          <p:attrName>style.visibility</p:attrName>
                                        </p:attrNameLst>
                                      </p:cBhvr>
                                      <p:to>
                                        <p:strVal val="visible"/>
                                      </p:to>
                                    </p:set>
                                    <p:animEffect transition="in" filter="wipe(right)">
                                      <p:cBhvr>
                                        <p:cTn id="10" dur="2500"/>
                                        <p:tgtEl>
                                          <p:spTgt spid="67"/>
                                        </p:tgtEl>
                                      </p:cBhvr>
                                    </p:animEffect>
                                  </p:childTnLst>
                                </p:cTn>
                              </p:par>
                              <p:par>
                                <p:cTn id="11" presetID="22" presetClass="entr" presetSubtype="4" fill="hold" nodeType="withEffect">
                                  <p:stCondLst>
                                    <p:cond delay="1000"/>
                                  </p:stCondLst>
                                  <p:childTnLst>
                                    <p:set>
                                      <p:cBhvr>
                                        <p:cTn id="12" dur="1" fill="hold">
                                          <p:stCondLst>
                                            <p:cond delay="0"/>
                                          </p:stCondLst>
                                        </p:cTn>
                                        <p:tgtEl>
                                          <p:spTgt spid="87"/>
                                        </p:tgtEl>
                                        <p:attrNameLst>
                                          <p:attrName>style.visibility</p:attrName>
                                        </p:attrNameLst>
                                      </p:cBhvr>
                                      <p:to>
                                        <p:strVal val="visible"/>
                                      </p:to>
                                    </p:set>
                                    <p:animEffect transition="in" filter="wipe(down)">
                                      <p:cBhvr>
                                        <p:cTn id="13" dur="1000"/>
                                        <p:tgtEl>
                                          <p:spTgt spid="87"/>
                                        </p:tgtEl>
                                      </p:cBhvr>
                                    </p:animEffect>
                                  </p:childTnLst>
                                </p:cTn>
                              </p:par>
                              <p:par>
                                <p:cTn id="14" presetID="22" presetClass="entr" presetSubtype="1" fill="hold" nodeType="withEffect">
                                  <p:stCondLst>
                                    <p:cond delay="1700"/>
                                  </p:stCondLst>
                                  <p:childTnLst>
                                    <p:set>
                                      <p:cBhvr>
                                        <p:cTn id="15" dur="1" fill="hold">
                                          <p:stCondLst>
                                            <p:cond delay="0"/>
                                          </p:stCondLst>
                                        </p:cTn>
                                        <p:tgtEl>
                                          <p:spTgt spid="70"/>
                                        </p:tgtEl>
                                        <p:attrNameLst>
                                          <p:attrName>style.visibility</p:attrName>
                                        </p:attrNameLst>
                                      </p:cBhvr>
                                      <p:to>
                                        <p:strVal val="visible"/>
                                      </p:to>
                                    </p:set>
                                    <p:animEffect transition="in" filter="wipe(up)">
                                      <p:cBhvr>
                                        <p:cTn id="16" dur="1000"/>
                                        <p:tgtEl>
                                          <p:spTgt spid="70"/>
                                        </p:tgtEl>
                                      </p:cBhvr>
                                    </p:animEffect>
                                  </p:childTnLst>
                                </p:cTn>
                              </p:par>
                              <p:par>
                                <p:cTn id="17" presetID="53" presetClass="entr" presetSubtype="16" fill="hold" nodeType="withEffect">
                                  <p:stCondLst>
                                    <p:cond delay="1700"/>
                                  </p:stCondLst>
                                  <p:childTnLst>
                                    <p:set>
                                      <p:cBhvr>
                                        <p:cTn id="18" dur="1" fill="hold">
                                          <p:stCondLst>
                                            <p:cond delay="0"/>
                                          </p:stCondLst>
                                        </p:cTn>
                                        <p:tgtEl>
                                          <p:spTgt spid="20"/>
                                        </p:tgtEl>
                                        <p:attrNameLst>
                                          <p:attrName>style.visibility</p:attrName>
                                        </p:attrNameLst>
                                      </p:cBhvr>
                                      <p:to>
                                        <p:strVal val="visible"/>
                                      </p:to>
                                    </p:set>
                                    <p:anim calcmode="lin" valueType="num">
                                      <p:cBhvr>
                                        <p:cTn id="19" dur="500" fill="hold"/>
                                        <p:tgtEl>
                                          <p:spTgt spid="20"/>
                                        </p:tgtEl>
                                        <p:attrNameLst>
                                          <p:attrName>ppt_w</p:attrName>
                                        </p:attrNameLst>
                                      </p:cBhvr>
                                      <p:tavLst>
                                        <p:tav tm="0">
                                          <p:val>
                                            <p:fltVal val="0"/>
                                          </p:val>
                                        </p:tav>
                                        <p:tav tm="100000">
                                          <p:val>
                                            <p:strVal val="#ppt_w"/>
                                          </p:val>
                                        </p:tav>
                                      </p:tavLst>
                                    </p:anim>
                                    <p:anim calcmode="lin" valueType="num">
                                      <p:cBhvr>
                                        <p:cTn id="20" dur="500" fill="hold"/>
                                        <p:tgtEl>
                                          <p:spTgt spid="20"/>
                                        </p:tgtEl>
                                        <p:attrNameLst>
                                          <p:attrName>ppt_h</p:attrName>
                                        </p:attrNameLst>
                                      </p:cBhvr>
                                      <p:tavLst>
                                        <p:tav tm="0">
                                          <p:val>
                                            <p:fltVal val="0"/>
                                          </p:val>
                                        </p:tav>
                                        <p:tav tm="100000">
                                          <p:val>
                                            <p:strVal val="#ppt_h"/>
                                          </p:val>
                                        </p:tav>
                                      </p:tavLst>
                                    </p:anim>
                                    <p:animEffect transition="in" filter="fade">
                                      <p:cBhvr>
                                        <p:cTn id="21" dur="500"/>
                                        <p:tgtEl>
                                          <p:spTgt spid="20"/>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31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8" name="文本框 87">
            <a:extLst>
              <a:ext uri="{FF2B5EF4-FFF2-40B4-BE49-F238E27FC236}">
                <a16:creationId xmlns:a16="http://schemas.microsoft.com/office/drawing/2014/main" id="{C1BC94DB-C9CF-4F04-9AEA-91EC5BEDB894}"/>
              </a:ext>
            </a:extLst>
          </p:cNvPr>
          <p:cNvSpPr txBox="1"/>
          <p:nvPr/>
        </p:nvSpPr>
        <p:spPr>
          <a:xfrm>
            <a:off x="5000608" y="2203930"/>
            <a:ext cx="1844599" cy="923330"/>
          </a:xfrm>
          <a:prstGeom prst="rect">
            <a:avLst/>
          </a:prstGeom>
          <a:noFill/>
        </p:spPr>
        <p:txBody>
          <a:bodyPr wrap="square" rtlCol="0">
            <a:spAutoFit/>
          </a:bodyPr>
          <a:lstStyle/>
          <a:p>
            <a:r>
              <a:rPr lang="zh-CN" altLang="en-US" b="1" dirty="0">
                <a:solidFill>
                  <a:schemeClr val="accent5"/>
                </a:solidFill>
                <a:latin typeface="+mn-ea"/>
              </a:rPr>
              <a:t>边发送帧</a:t>
            </a:r>
            <a:endParaRPr lang="en-US" altLang="zh-CN" b="1" dirty="0">
              <a:solidFill>
                <a:schemeClr val="accent5"/>
              </a:solidFill>
              <a:latin typeface="+mn-ea"/>
            </a:endParaRPr>
          </a:p>
          <a:p>
            <a:r>
              <a:rPr lang="zh-CN" altLang="en-US" b="1" dirty="0">
                <a:solidFill>
                  <a:schemeClr val="accent5"/>
                </a:solidFill>
                <a:latin typeface="+mn-ea"/>
              </a:rPr>
              <a:t>边检测碰撞</a:t>
            </a:r>
            <a:endParaRPr lang="en-US" altLang="zh-CN" b="1" dirty="0">
              <a:solidFill>
                <a:schemeClr val="accent5"/>
              </a:solidFill>
              <a:latin typeface="+mn-ea"/>
            </a:endParaRPr>
          </a:p>
          <a:p>
            <a:r>
              <a:rPr lang="zh-CN" altLang="en-US" b="1" dirty="0">
                <a:solidFill>
                  <a:schemeClr val="accent5"/>
                </a:solidFill>
                <a:latin typeface="+mn-ea"/>
              </a:rPr>
              <a:t>但检测不到碰撞</a:t>
            </a:r>
          </a:p>
        </p:txBody>
      </p:sp>
      <p:sp>
        <p:nvSpPr>
          <p:cNvPr id="91" name="文本框 90">
            <a:extLst>
              <a:ext uri="{FF2B5EF4-FFF2-40B4-BE49-F238E27FC236}">
                <a16:creationId xmlns:a16="http://schemas.microsoft.com/office/drawing/2014/main" id="{DC81292F-7B68-4339-BFD1-4289C2D92091}"/>
              </a:ext>
            </a:extLst>
          </p:cNvPr>
          <p:cNvSpPr txBox="1"/>
          <p:nvPr/>
        </p:nvSpPr>
        <p:spPr>
          <a:xfrm>
            <a:off x="7402637" y="2180377"/>
            <a:ext cx="1844599" cy="923330"/>
          </a:xfrm>
          <a:prstGeom prst="rect">
            <a:avLst/>
          </a:prstGeom>
          <a:noFill/>
        </p:spPr>
        <p:txBody>
          <a:bodyPr wrap="square" rtlCol="0">
            <a:spAutoFit/>
          </a:bodyPr>
          <a:lstStyle/>
          <a:p>
            <a:r>
              <a:rPr lang="zh-CN" altLang="en-US" b="1" dirty="0">
                <a:solidFill>
                  <a:schemeClr val="accent5"/>
                </a:solidFill>
                <a:latin typeface="+mn-ea"/>
              </a:rPr>
              <a:t>边发送帧</a:t>
            </a:r>
            <a:endParaRPr lang="en-US" altLang="zh-CN" b="1" dirty="0">
              <a:solidFill>
                <a:schemeClr val="accent5"/>
              </a:solidFill>
              <a:latin typeface="+mn-ea"/>
            </a:endParaRPr>
          </a:p>
          <a:p>
            <a:r>
              <a:rPr lang="zh-CN" altLang="en-US" b="1" dirty="0">
                <a:solidFill>
                  <a:schemeClr val="accent5"/>
                </a:solidFill>
                <a:latin typeface="+mn-ea"/>
              </a:rPr>
              <a:t>边检测碰撞</a:t>
            </a:r>
            <a:endParaRPr lang="en-US" altLang="zh-CN" b="1" dirty="0">
              <a:solidFill>
                <a:schemeClr val="accent5"/>
              </a:solidFill>
              <a:latin typeface="+mn-ea"/>
            </a:endParaRPr>
          </a:p>
          <a:p>
            <a:r>
              <a:rPr lang="zh-CN" altLang="en-US" b="1" dirty="0">
                <a:solidFill>
                  <a:schemeClr val="accent5"/>
                </a:solidFill>
                <a:latin typeface="+mn-ea"/>
              </a:rPr>
              <a:t>但检测不到碰撞</a:t>
            </a:r>
          </a:p>
        </p:txBody>
      </p:sp>
      <p:sp>
        <p:nvSpPr>
          <p:cNvPr id="10" name="矩形 9">
            <a:extLst>
              <a:ext uri="{FF2B5EF4-FFF2-40B4-BE49-F238E27FC236}">
                <a16:creationId xmlns:a16="http://schemas.microsoft.com/office/drawing/2014/main" id="{817E4DA6-B50E-48FD-8638-9AAD694A90D7}"/>
              </a:ext>
            </a:extLst>
          </p:cNvPr>
          <p:cNvSpPr/>
          <p:nvPr/>
        </p:nvSpPr>
        <p:spPr>
          <a:xfrm>
            <a:off x="3618340" y="3193559"/>
            <a:ext cx="2156815" cy="335494"/>
          </a:xfrm>
          <a:prstGeom prst="rect">
            <a:avLst/>
          </a:prstGeom>
        </p:spPr>
        <p:style>
          <a:lnRef idx="2">
            <a:schemeClr val="accent3">
              <a:shade val="50000"/>
            </a:schemeClr>
          </a:lnRef>
          <a:fillRef idx="1">
            <a:schemeClr val="accent3"/>
          </a:fillRef>
          <a:effectRef idx="0">
            <a:schemeClr val="accent3"/>
          </a:effectRef>
          <a:fontRef idx="minor">
            <a:schemeClr val="lt1"/>
          </a:fontRef>
        </p:style>
        <p:txBody>
          <a:bodyPr rtlCol="0" anchor="ctr"/>
          <a:lstStyle/>
          <a:p>
            <a:pPr algn="ctr"/>
            <a:r>
              <a:rPr lang="zh-CN" altLang="en-US" b="1" dirty="0"/>
              <a:t>有帧要发送</a:t>
            </a:r>
          </a:p>
        </p:txBody>
      </p:sp>
      <p:grpSp>
        <p:nvGrpSpPr>
          <p:cNvPr id="4" name="组合 3">
            <a:extLst>
              <a:ext uri="{FF2B5EF4-FFF2-40B4-BE49-F238E27FC236}">
                <a16:creationId xmlns:a16="http://schemas.microsoft.com/office/drawing/2014/main" id="{9A1EA9F2-FCB6-48C3-935F-7AE7E3AD14AC}"/>
              </a:ext>
            </a:extLst>
          </p:cNvPr>
          <p:cNvGrpSpPr/>
          <p:nvPr/>
        </p:nvGrpSpPr>
        <p:grpSpPr>
          <a:xfrm>
            <a:off x="304800" y="749300"/>
            <a:ext cx="6192344" cy="400110"/>
            <a:chOff x="424117" y="898245"/>
            <a:chExt cx="6192344" cy="400110"/>
          </a:xfrm>
        </p:grpSpPr>
        <p:sp>
          <p:nvSpPr>
            <p:cNvPr id="2" name="平行四边形 1">
              <a:extLst>
                <a:ext uri="{FF2B5EF4-FFF2-40B4-BE49-F238E27FC236}">
                  <a16:creationId xmlns:a16="http://schemas.microsoft.com/office/drawing/2014/main" id="{1F5BAA3F-9845-4F89-A2DD-8222D3E4EDAC}"/>
                </a:ext>
              </a:extLst>
            </p:cNvPr>
            <p:cNvSpPr/>
            <p:nvPr/>
          </p:nvSpPr>
          <p:spPr>
            <a:xfrm>
              <a:off x="424117" y="898245"/>
              <a:ext cx="628306" cy="387090"/>
            </a:xfrm>
            <a:prstGeom prst="parallelogram">
              <a:avLst/>
            </a:prstGeom>
            <a:solidFill>
              <a:schemeClr val="accent3">
                <a:lumMod val="75000"/>
              </a:schemeClr>
            </a:solidFill>
            <a:ln>
              <a:solidFill>
                <a:schemeClr val="accent3">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CN" sz="2200" dirty="0">
                  <a:latin typeface="Impact" panose="020B0806030902050204" pitchFamily="34" charset="0"/>
                </a:rPr>
                <a:t>01</a:t>
              </a:r>
              <a:endParaRPr lang="zh-CN" altLang="en-US" sz="2200" dirty="0">
                <a:latin typeface="Impact" panose="020B0806030902050204" pitchFamily="34" charset="0"/>
              </a:endParaRPr>
            </a:p>
          </p:txBody>
        </p:sp>
        <p:sp>
          <p:nvSpPr>
            <p:cNvPr id="3" name="文本框 2">
              <a:extLst>
                <a:ext uri="{FF2B5EF4-FFF2-40B4-BE49-F238E27FC236}">
                  <a16:creationId xmlns:a16="http://schemas.microsoft.com/office/drawing/2014/main" id="{4D6BD736-A4D3-4F26-AFED-36E11F50F70B}"/>
                </a:ext>
              </a:extLst>
            </p:cNvPr>
            <p:cNvSpPr txBox="1"/>
            <p:nvPr/>
          </p:nvSpPr>
          <p:spPr>
            <a:xfrm>
              <a:off x="1052423" y="898245"/>
              <a:ext cx="5564038" cy="400110"/>
            </a:xfrm>
            <a:prstGeom prst="rect">
              <a:avLst/>
            </a:prstGeom>
            <a:noFill/>
          </p:spPr>
          <p:txBody>
            <a:bodyPr wrap="square" rtlCol="0">
              <a:spAutoFit/>
            </a:bodyPr>
            <a:lstStyle/>
            <a:p>
              <a:r>
                <a:rPr lang="en-US" altLang="zh-CN" sz="2000" b="1" dirty="0"/>
                <a:t>CSMA/CD</a:t>
              </a:r>
              <a:r>
                <a:rPr lang="zh-CN" altLang="en-US" sz="2000" b="1" dirty="0"/>
                <a:t>协议的基本原理</a:t>
              </a:r>
              <a:endParaRPr lang="en-US" altLang="zh-CN" sz="2000" b="1" dirty="0"/>
            </a:p>
          </p:txBody>
        </p:sp>
      </p:grpSp>
      <p:grpSp>
        <p:nvGrpSpPr>
          <p:cNvPr id="5" name="组合 4">
            <a:extLst>
              <a:ext uri="{FF2B5EF4-FFF2-40B4-BE49-F238E27FC236}">
                <a16:creationId xmlns:a16="http://schemas.microsoft.com/office/drawing/2014/main" id="{C01E6C52-422B-4C95-B19D-1CED5810DA03}"/>
              </a:ext>
            </a:extLst>
          </p:cNvPr>
          <p:cNvGrpSpPr/>
          <p:nvPr/>
        </p:nvGrpSpPr>
        <p:grpSpPr>
          <a:xfrm>
            <a:off x="4462359" y="730007"/>
            <a:ext cx="2153414" cy="461665"/>
            <a:chOff x="4462359" y="730007"/>
            <a:chExt cx="2153414" cy="461665"/>
          </a:xfrm>
        </p:grpSpPr>
        <p:sp>
          <p:nvSpPr>
            <p:cNvPr id="6" name="矩形 5">
              <a:extLst>
                <a:ext uri="{FF2B5EF4-FFF2-40B4-BE49-F238E27FC236}">
                  <a16:creationId xmlns:a16="http://schemas.microsoft.com/office/drawing/2014/main" id="{BC2570DD-396E-4D25-AF51-7823C90107CF}"/>
                </a:ext>
              </a:extLst>
            </p:cNvPr>
            <p:cNvSpPr/>
            <p:nvPr/>
          </p:nvSpPr>
          <p:spPr>
            <a:xfrm>
              <a:off x="4462359" y="757078"/>
              <a:ext cx="2153414" cy="400110"/>
            </a:xfrm>
            <a:prstGeom prst="rect">
              <a:avLst/>
            </a:prstGeom>
            <a:solidFill>
              <a:schemeClr val="bg2">
                <a:lumMod val="90000"/>
              </a:schemeClr>
            </a:solidFill>
            <a:ln>
              <a:solidFill>
                <a:schemeClr val="bg2">
                  <a:lumMod val="90000"/>
                </a:schemeClr>
              </a:solidFill>
            </a:ln>
          </p:spPr>
          <p:style>
            <a:lnRef idx="2">
              <a:schemeClr val="accent4">
                <a:shade val="50000"/>
              </a:schemeClr>
            </a:lnRef>
            <a:fillRef idx="1">
              <a:schemeClr val="accent4"/>
            </a:fillRef>
            <a:effectRef idx="0">
              <a:schemeClr val="accent4"/>
            </a:effectRef>
            <a:fontRef idx="minor">
              <a:schemeClr val="lt1"/>
            </a:fontRef>
          </p:style>
          <p:txBody>
            <a:bodyPr rtlCol="0" anchor="ctr"/>
            <a:lstStyle/>
            <a:p>
              <a:pPr algn="ctr"/>
              <a:endParaRPr lang="zh-CN" altLang="en-US" b="1" dirty="0"/>
            </a:p>
          </p:txBody>
        </p:sp>
        <p:sp>
          <p:nvSpPr>
            <p:cNvPr id="8" name="文本框 7">
              <a:extLst>
                <a:ext uri="{FF2B5EF4-FFF2-40B4-BE49-F238E27FC236}">
                  <a16:creationId xmlns:a16="http://schemas.microsoft.com/office/drawing/2014/main" id="{D124AB74-A7F3-4D08-8C3C-B508C7C6A51C}"/>
                </a:ext>
              </a:extLst>
            </p:cNvPr>
            <p:cNvSpPr txBox="1"/>
            <p:nvPr/>
          </p:nvSpPr>
          <p:spPr>
            <a:xfrm>
              <a:off x="4473322" y="772467"/>
              <a:ext cx="1598556" cy="400110"/>
            </a:xfrm>
            <a:prstGeom prst="rect">
              <a:avLst/>
            </a:prstGeom>
            <a:noFill/>
          </p:spPr>
          <p:txBody>
            <a:bodyPr wrap="square" rtlCol="0">
              <a:spAutoFit/>
            </a:bodyPr>
            <a:lstStyle/>
            <a:p>
              <a:pPr algn="ctr"/>
              <a:r>
                <a:rPr lang="zh-CN" altLang="en-US" sz="2000" b="1" dirty="0">
                  <a:solidFill>
                    <a:schemeClr val="bg1"/>
                  </a:solidFill>
                </a:rPr>
                <a:t>多址接入</a:t>
              </a:r>
            </a:p>
          </p:txBody>
        </p:sp>
        <p:sp>
          <p:nvSpPr>
            <p:cNvPr id="41" name="文本框 40">
              <a:extLst>
                <a:ext uri="{FF2B5EF4-FFF2-40B4-BE49-F238E27FC236}">
                  <a16:creationId xmlns:a16="http://schemas.microsoft.com/office/drawing/2014/main" id="{0FCCC336-AB70-403B-BE37-A1B698CF616F}"/>
                </a:ext>
              </a:extLst>
            </p:cNvPr>
            <p:cNvSpPr txBox="1"/>
            <p:nvPr/>
          </p:nvSpPr>
          <p:spPr>
            <a:xfrm>
              <a:off x="5708713" y="730007"/>
              <a:ext cx="383192" cy="461665"/>
            </a:xfrm>
            <a:prstGeom prst="rect">
              <a:avLst/>
            </a:prstGeom>
            <a:noFill/>
          </p:spPr>
          <p:txBody>
            <a:bodyPr wrap="square">
              <a:spAutoFit/>
            </a:bodyPr>
            <a:lstStyle/>
            <a:p>
              <a:r>
                <a:rPr lang="en-US" altLang="zh-CN" sz="2400" b="1" dirty="0">
                  <a:solidFill>
                    <a:schemeClr val="bg1"/>
                  </a:solidFill>
                  <a:latin typeface="Arial Narrow" panose="020B0606020202030204" pitchFamily="34" charset="0"/>
                </a:rPr>
                <a:t>M</a:t>
              </a:r>
              <a:endParaRPr lang="zh-CN" altLang="en-US" sz="2400" dirty="0">
                <a:solidFill>
                  <a:schemeClr val="bg1"/>
                </a:solidFill>
              </a:endParaRPr>
            </a:p>
          </p:txBody>
        </p:sp>
        <p:sp>
          <p:nvSpPr>
            <p:cNvPr id="54" name="文本框 53">
              <a:extLst>
                <a:ext uri="{FF2B5EF4-FFF2-40B4-BE49-F238E27FC236}">
                  <a16:creationId xmlns:a16="http://schemas.microsoft.com/office/drawing/2014/main" id="{B5431C6C-A9AE-4820-962C-B2D3EB67BE9B}"/>
                </a:ext>
              </a:extLst>
            </p:cNvPr>
            <p:cNvSpPr txBox="1"/>
            <p:nvPr/>
          </p:nvSpPr>
          <p:spPr>
            <a:xfrm>
              <a:off x="5948810" y="730007"/>
              <a:ext cx="383192" cy="461665"/>
            </a:xfrm>
            <a:prstGeom prst="rect">
              <a:avLst/>
            </a:prstGeom>
            <a:noFill/>
          </p:spPr>
          <p:txBody>
            <a:bodyPr wrap="square">
              <a:spAutoFit/>
            </a:bodyPr>
            <a:lstStyle/>
            <a:p>
              <a:r>
                <a:rPr lang="en-US" altLang="zh-CN" sz="2400" b="1" dirty="0">
                  <a:solidFill>
                    <a:schemeClr val="bg1"/>
                  </a:solidFill>
                  <a:latin typeface="Arial Narrow" panose="020B0606020202030204" pitchFamily="34" charset="0"/>
                </a:rPr>
                <a:t>A</a:t>
              </a:r>
              <a:endParaRPr lang="zh-CN" altLang="en-US" sz="2400" dirty="0">
                <a:solidFill>
                  <a:schemeClr val="bg1"/>
                </a:solidFill>
              </a:endParaRPr>
            </a:p>
          </p:txBody>
        </p:sp>
      </p:grpSp>
      <p:grpSp>
        <p:nvGrpSpPr>
          <p:cNvPr id="7" name="组合 6">
            <a:extLst>
              <a:ext uri="{FF2B5EF4-FFF2-40B4-BE49-F238E27FC236}">
                <a16:creationId xmlns:a16="http://schemas.microsoft.com/office/drawing/2014/main" id="{B9C158CC-93D8-4410-8E32-3C037291B916}"/>
              </a:ext>
            </a:extLst>
          </p:cNvPr>
          <p:cNvGrpSpPr/>
          <p:nvPr/>
        </p:nvGrpSpPr>
        <p:grpSpPr>
          <a:xfrm>
            <a:off x="7094783" y="730441"/>
            <a:ext cx="2153414" cy="461665"/>
            <a:chOff x="7094783" y="730441"/>
            <a:chExt cx="2153414" cy="461665"/>
          </a:xfrm>
        </p:grpSpPr>
        <p:sp>
          <p:nvSpPr>
            <p:cNvPr id="56" name="矩形 55">
              <a:extLst>
                <a:ext uri="{FF2B5EF4-FFF2-40B4-BE49-F238E27FC236}">
                  <a16:creationId xmlns:a16="http://schemas.microsoft.com/office/drawing/2014/main" id="{3C4796E6-AC0C-457E-9848-A637639E67CC}"/>
                </a:ext>
              </a:extLst>
            </p:cNvPr>
            <p:cNvSpPr/>
            <p:nvPr/>
          </p:nvSpPr>
          <p:spPr>
            <a:xfrm>
              <a:off x="7094783" y="757078"/>
              <a:ext cx="2153414" cy="400110"/>
            </a:xfrm>
            <a:prstGeom prst="rect">
              <a:avLst/>
            </a:prstGeom>
            <a:solidFill>
              <a:schemeClr val="bg2">
                <a:lumMod val="90000"/>
              </a:schemeClr>
            </a:solidFill>
            <a:ln>
              <a:solidFill>
                <a:schemeClr val="bg2">
                  <a:lumMod val="90000"/>
                </a:schemeClr>
              </a:solidFill>
            </a:ln>
          </p:spPr>
          <p:style>
            <a:lnRef idx="2">
              <a:schemeClr val="accent3">
                <a:shade val="50000"/>
              </a:schemeClr>
            </a:lnRef>
            <a:fillRef idx="1">
              <a:schemeClr val="accent3"/>
            </a:fillRef>
            <a:effectRef idx="0">
              <a:schemeClr val="accent3"/>
            </a:effectRef>
            <a:fontRef idx="minor">
              <a:schemeClr val="lt1"/>
            </a:fontRef>
          </p:style>
          <p:txBody>
            <a:bodyPr rtlCol="0" anchor="ctr"/>
            <a:lstStyle/>
            <a:p>
              <a:pPr algn="ctr"/>
              <a:endParaRPr lang="zh-CN" altLang="en-US"/>
            </a:p>
          </p:txBody>
        </p:sp>
        <p:sp>
          <p:nvSpPr>
            <p:cNvPr id="59" name="文本框 58">
              <a:extLst>
                <a:ext uri="{FF2B5EF4-FFF2-40B4-BE49-F238E27FC236}">
                  <a16:creationId xmlns:a16="http://schemas.microsoft.com/office/drawing/2014/main" id="{C8D143D7-F7E3-4FC0-A8A1-BD4C812C40DB}"/>
                </a:ext>
              </a:extLst>
            </p:cNvPr>
            <p:cNvSpPr txBox="1"/>
            <p:nvPr/>
          </p:nvSpPr>
          <p:spPr>
            <a:xfrm>
              <a:off x="7236053" y="772467"/>
              <a:ext cx="1598556" cy="400110"/>
            </a:xfrm>
            <a:prstGeom prst="rect">
              <a:avLst/>
            </a:prstGeom>
            <a:noFill/>
          </p:spPr>
          <p:txBody>
            <a:bodyPr wrap="square" rtlCol="0">
              <a:spAutoFit/>
            </a:bodyPr>
            <a:lstStyle/>
            <a:p>
              <a:pPr algn="ctr"/>
              <a:r>
                <a:rPr lang="zh-CN" altLang="en-US" sz="2000" b="1" dirty="0">
                  <a:solidFill>
                    <a:schemeClr val="bg1"/>
                  </a:solidFill>
                </a:rPr>
                <a:t>载波监听</a:t>
              </a:r>
            </a:p>
          </p:txBody>
        </p:sp>
        <p:sp>
          <p:nvSpPr>
            <p:cNvPr id="38" name="文本框 37">
              <a:extLst>
                <a:ext uri="{FF2B5EF4-FFF2-40B4-BE49-F238E27FC236}">
                  <a16:creationId xmlns:a16="http://schemas.microsoft.com/office/drawing/2014/main" id="{84A31281-0C7C-4AD1-BF1E-5FB4696F26F7}"/>
                </a:ext>
              </a:extLst>
            </p:cNvPr>
            <p:cNvSpPr txBox="1"/>
            <p:nvPr/>
          </p:nvSpPr>
          <p:spPr>
            <a:xfrm>
              <a:off x="8481180" y="730441"/>
              <a:ext cx="383192" cy="461665"/>
            </a:xfrm>
            <a:prstGeom prst="rect">
              <a:avLst/>
            </a:prstGeom>
            <a:noFill/>
          </p:spPr>
          <p:txBody>
            <a:bodyPr wrap="square">
              <a:spAutoFit/>
            </a:bodyPr>
            <a:lstStyle/>
            <a:p>
              <a:r>
                <a:rPr lang="en-US" altLang="zh-CN" sz="2400" b="1" dirty="0">
                  <a:solidFill>
                    <a:schemeClr val="bg1"/>
                  </a:solidFill>
                  <a:latin typeface="Arial Narrow" panose="020B0606020202030204" pitchFamily="34" charset="0"/>
                </a:rPr>
                <a:t>C</a:t>
              </a:r>
              <a:endParaRPr lang="zh-CN" altLang="en-US" sz="2400" dirty="0">
                <a:solidFill>
                  <a:schemeClr val="bg1"/>
                </a:solidFill>
              </a:endParaRPr>
            </a:p>
          </p:txBody>
        </p:sp>
        <p:sp>
          <p:nvSpPr>
            <p:cNvPr id="39" name="文本框 38">
              <a:extLst>
                <a:ext uri="{FF2B5EF4-FFF2-40B4-BE49-F238E27FC236}">
                  <a16:creationId xmlns:a16="http://schemas.microsoft.com/office/drawing/2014/main" id="{D1527A42-5BA8-4F70-8A58-1322EC2698B7}"/>
                </a:ext>
              </a:extLst>
            </p:cNvPr>
            <p:cNvSpPr txBox="1"/>
            <p:nvPr/>
          </p:nvSpPr>
          <p:spPr>
            <a:xfrm>
              <a:off x="8675232" y="730441"/>
              <a:ext cx="383192" cy="461665"/>
            </a:xfrm>
            <a:prstGeom prst="rect">
              <a:avLst/>
            </a:prstGeom>
            <a:noFill/>
          </p:spPr>
          <p:txBody>
            <a:bodyPr wrap="square">
              <a:spAutoFit/>
            </a:bodyPr>
            <a:lstStyle/>
            <a:p>
              <a:r>
                <a:rPr lang="en-US" altLang="zh-CN" sz="2400" b="1" dirty="0">
                  <a:solidFill>
                    <a:schemeClr val="bg1"/>
                  </a:solidFill>
                  <a:latin typeface="Arial Narrow" panose="020B0606020202030204" pitchFamily="34" charset="0"/>
                </a:rPr>
                <a:t>S</a:t>
              </a:r>
              <a:endParaRPr lang="zh-CN" altLang="en-US" sz="2400" dirty="0">
                <a:solidFill>
                  <a:schemeClr val="bg1"/>
                </a:solidFill>
              </a:endParaRPr>
            </a:p>
          </p:txBody>
        </p:sp>
      </p:grpSp>
      <p:grpSp>
        <p:nvGrpSpPr>
          <p:cNvPr id="9" name="组合 8">
            <a:extLst>
              <a:ext uri="{FF2B5EF4-FFF2-40B4-BE49-F238E27FC236}">
                <a16:creationId xmlns:a16="http://schemas.microsoft.com/office/drawing/2014/main" id="{46C7C9F9-77AF-4E79-B679-41F2B5E760D4}"/>
              </a:ext>
            </a:extLst>
          </p:cNvPr>
          <p:cNvGrpSpPr/>
          <p:nvPr/>
        </p:nvGrpSpPr>
        <p:grpSpPr>
          <a:xfrm>
            <a:off x="9727206" y="734232"/>
            <a:ext cx="2153414" cy="461665"/>
            <a:chOff x="9727206" y="734232"/>
            <a:chExt cx="2153414" cy="461665"/>
          </a:xfrm>
        </p:grpSpPr>
        <p:sp>
          <p:nvSpPr>
            <p:cNvPr id="58" name="矩形 57">
              <a:extLst>
                <a:ext uri="{FF2B5EF4-FFF2-40B4-BE49-F238E27FC236}">
                  <a16:creationId xmlns:a16="http://schemas.microsoft.com/office/drawing/2014/main" id="{8C738A42-5B66-4505-B03D-160313542C6B}"/>
                </a:ext>
              </a:extLst>
            </p:cNvPr>
            <p:cNvSpPr/>
            <p:nvPr/>
          </p:nvSpPr>
          <p:spPr>
            <a:xfrm>
              <a:off x="9727206" y="757078"/>
              <a:ext cx="2153414" cy="400110"/>
            </a:xfrm>
            <a:prstGeom prst="rect">
              <a:avLst/>
            </a:prstGeom>
            <a:solidFill>
              <a:schemeClr val="bg2">
                <a:lumMod val="90000"/>
              </a:schemeClr>
            </a:solidFill>
            <a:ln>
              <a:solidFill>
                <a:schemeClr val="bg2">
                  <a:lumMod val="90000"/>
                </a:schemeClr>
              </a:solidFill>
            </a:ln>
          </p:spPr>
          <p:style>
            <a:lnRef idx="2">
              <a:schemeClr val="accent5">
                <a:shade val="50000"/>
              </a:schemeClr>
            </a:lnRef>
            <a:fillRef idx="1">
              <a:schemeClr val="accent5"/>
            </a:fillRef>
            <a:effectRef idx="0">
              <a:schemeClr val="accent5"/>
            </a:effectRef>
            <a:fontRef idx="minor">
              <a:schemeClr val="lt1"/>
            </a:fontRef>
          </p:style>
          <p:txBody>
            <a:bodyPr rtlCol="0" anchor="ctr"/>
            <a:lstStyle/>
            <a:p>
              <a:pPr algn="ctr"/>
              <a:endParaRPr lang="zh-CN" altLang="en-US"/>
            </a:p>
          </p:txBody>
        </p:sp>
        <p:sp>
          <p:nvSpPr>
            <p:cNvPr id="60" name="文本框 59">
              <a:extLst>
                <a:ext uri="{FF2B5EF4-FFF2-40B4-BE49-F238E27FC236}">
                  <a16:creationId xmlns:a16="http://schemas.microsoft.com/office/drawing/2014/main" id="{AB15AA99-A243-45C1-AE07-0B685612E43F}"/>
                </a:ext>
              </a:extLst>
            </p:cNvPr>
            <p:cNvSpPr txBox="1"/>
            <p:nvPr/>
          </p:nvSpPr>
          <p:spPr>
            <a:xfrm>
              <a:off x="9791788" y="772467"/>
              <a:ext cx="1598556" cy="400110"/>
            </a:xfrm>
            <a:prstGeom prst="rect">
              <a:avLst/>
            </a:prstGeom>
            <a:noFill/>
          </p:spPr>
          <p:txBody>
            <a:bodyPr wrap="square" rtlCol="0">
              <a:spAutoFit/>
            </a:bodyPr>
            <a:lstStyle/>
            <a:p>
              <a:pPr algn="ctr"/>
              <a:r>
                <a:rPr lang="zh-CN" altLang="en-US" sz="2000" b="1" dirty="0">
                  <a:solidFill>
                    <a:schemeClr val="bg1"/>
                  </a:solidFill>
                </a:rPr>
                <a:t>碰撞检测</a:t>
              </a:r>
            </a:p>
          </p:txBody>
        </p:sp>
        <p:sp>
          <p:nvSpPr>
            <p:cNvPr id="55" name="文本框 54">
              <a:extLst>
                <a:ext uri="{FF2B5EF4-FFF2-40B4-BE49-F238E27FC236}">
                  <a16:creationId xmlns:a16="http://schemas.microsoft.com/office/drawing/2014/main" id="{F7208B3A-F0CA-46E2-A78F-A769880DCC09}"/>
                </a:ext>
              </a:extLst>
            </p:cNvPr>
            <p:cNvSpPr txBox="1"/>
            <p:nvPr/>
          </p:nvSpPr>
          <p:spPr>
            <a:xfrm>
              <a:off x="11033742" y="734232"/>
              <a:ext cx="383192" cy="461665"/>
            </a:xfrm>
            <a:prstGeom prst="rect">
              <a:avLst/>
            </a:prstGeom>
            <a:noFill/>
          </p:spPr>
          <p:txBody>
            <a:bodyPr wrap="square">
              <a:spAutoFit/>
            </a:bodyPr>
            <a:lstStyle/>
            <a:p>
              <a:r>
                <a:rPr lang="en-US" altLang="zh-CN" sz="2400" b="1" dirty="0">
                  <a:solidFill>
                    <a:schemeClr val="bg1"/>
                  </a:solidFill>
                  <a:latin typeface="Arial Narrow" panose="020B0606020202030204" pitchFamily="34" charset="0"/>
                </a:rPr>
                <a:t>C</a:t>
              </a:r>
              <a:endParaRPr lang="zh-CN" altLang="en-US" sz="2400" dirty="0">
                <a:solidFill>
                  <a:schemeClr val="bg1"/>
                </a:solidFill>
              </a:endParaRPr>
            </a:p>
          </p:txBody>
        </p:sp>
        <p:sp>
          <p:nvSpPr>
            <p:cNvPr id="57" name="文本框 56">
              <a:extLst>
                <a:ext uri="{FF2B5EF4-FFF2-40B4-BE49-F238E27FC236}">
                  <a16:creationId xmlns:a16="http://schemas.microsoft.com/office/drawing/2014/main" id="{F625F8B0-68ED-4238-86A5-61737324B156}"/>
                </a:ext>
              </a:extLst>
            </p:cNvPr>
            <p:cNvSpPr txBox="1"/>
            <p:nvPr/>
          </p:nvSpPr>
          <p:spPr>
            <a:xfrm>
              <a:off x="11260686" y="734232"/>
              <a:ext cx="383192" cy="461665"/>
            </a:xfrm>
            <a:prstGeom prst="rect">
              <a:avLst/>
            </a:prstGeom>
            <a:noFill/>
          </p:spPr>
          <p:txBody>
            <a:bodyPr wrap="square">
              <a:spAutoFit/>
            </a:bodyPr>
            <a:lstStyle/>
            <a:p>
              <a:r>
                <a:rPr lang="en-US" altLang="zh-CN" sz="2400" b="1" dirty="0">
                  <a:solidFill>
                    <a:schemeClr val="bg1"/>
                  </a:solidFill>
                  <a:latin typeface="Arial Narrow" panose="020B0606020202030204" pitchFamily="34" charset="0"/>
                </a:rPr>
                <a:t>D</a:t>
              </a:r>
              <a:endParaRPr lang="zh-CN" altLang="en-US" sz="2400" dirty="0">
                <a:solidFill>
                  <a:schemeClr val="bg1"/>
                </a:solidFill>
              </a:endParaRPr>
            </a:p>
          </p:txBody>
        </p:sp>
      </p:grpSp>
      <p:grpSp>
        <p:nvGrpSpPr>
          <p:cNvPr id="25" name="组合 24">
            <a:extLst>
              <a:ext uri="{FF2B5EF4-FFF2-40B4-BE49-F238E27FC236}">
                <a16:creationId xmlns:a16="http://schemas.microsoft.com/office/drawing/2014/main" id="{A53F2F16-666E-49B5-900C-EE2365802BB6}"/>
              </a:ext>
            </a:extLst>
          </p:cNvPr>
          <p:cNvGrpSpPr/>
          <p:nvPr/>
        </p:nvGrpSpPr>
        <p:grpSpPr>
          <a:xfrm>
            <a:off x="2455280" y="1720180"/>
            <a:ext cx="7180791" cy="812800"/>
            <a:chOff x="2455280" y="3752911"/>
            <a:chExt cx="7180791" cy="812800"/>
          </a:xfrm>
        </p:grpSpPr>
        <p:cxnSp>
          <p:nvCxnSpPr>
            <p:cNvPr id="26" name="直接连接符 25">
              <a:extLst>
                <a:ext uri="{FF2B5EF4-FFF2-40B4-BE49-F238E27FC236}">
                  <a16:creationId xmlns:a16="http://schemas.microsoft.com/office/drawing/2014/main" id="{242FA538-70F3-4A91-A0A1-2978B2AB59B3}"/>
                </a:ext>
              </a:extLst>
            </p:cNvPr>
            <p:cNvCxnSpPr/>
            <p:nvPr/>
          </p:nvCxnSpPr>
          <p:spPr>
            <a:xfrm flipV="1">
              <a:off x="9636071" y="3752911"/>
              <a:ext cx="0" cy="812800"/>
            </a:xfrm>
            <a:prstGeom prst="line">
              <a:avLst/>
            </a:prstGeom>
            <a:ln w="152400">
              <a:solidFill>
                <a:schemeClr val="tx1"/>
              </a:solidFill>
              <a:tailEnd w="med" len="lg"/>
            </a:ln>
          </p:spPr>
          <p:style>
            <a:lnRef idx="1">
              <a:schemeClr val="accent1"/>
            </a:lnRef>
            <a:fillRef idx="0">
              <a:schemeClr val="accent1"/>
            </a:fillRef>
            <a:effectRef idx="0">
              <a:schemeClr val="accent1"/>
            </a:effectRef>
            <a:fontRef idx="minor">
              <a:schemeClr val="tx1"/>
            </a:fontRef>
          </p:style>
        </p:cxnSp>
        <p:cxnSp>
          <p:nvCxnSpPr>
            <p:cNvPr id="27" name="直接连接符 26">
              <a:extLst>
                <a:ext uri="{FF2B5EF4-FFF2-40B4-BE49-F238E27FC236}">
                  <a16:creationId xmlns:a16="http://schemas.microsoft.com/office/drawing/2014/main" id="{F21D0102-E2A1-4D3E-9DC3-885D830E96D0}"/>
                </a:ext>
              </a:extLst>
            </p:cNvPr>
            <p:cNvCxnSpPr/>
            <p:nvPr/>
          </p:nvCxnSpPr>
          <p:spPr>
            <a:xfrm flipV="1">
              <a:off x="2455280" y="3752911"/>
              <a:ext cx="0" cy="812800"/>
            </a:xfrm>
            <a:prstGeom prst="line">
              <a:avLst/>
            </a:prstGeom>
            <a:ln w="152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8" name="直接连接符 27">
              <a:extLst>
                <a:ext uri="{FF2B5EF4-FFF2-40B4-BE49-F238E27FC236}">
                  <a16:creationId xmlns:a16="http://schemas.microsoft.com/office/drawing/2014/main" id="{AB2C8EEA-0851-44A9-80D2-87DFBEA1F73A}"/>
                </a:ext>
              </a:extLst>
            </p:cNvPr>
            <p:cNvCxnSpPr/>
            <p:nvPr/>
          </p:nvCxnSpPr>
          <p:spPr>
            <a:xfrm flipV="1">
              <a:off x="4878779" y="3752911"/>
              <a:ext cx="0" cy="812800"/>
            </a:xfrm>
            <a:prstGeom prst="line">
              <a:avLst/>
            </a:prstGeom>
            <a:ln w="152400">
              <a:solidFill>
                <a:schemeClr val="tx1"/>
              </a:solidFill>
              <a:tailEnd w="med" len="lg"/>
            </a:ln>
          </p:spPr>
          <p:style>
            <a:lnRef idx="1">
              <a:schemeClr val="accent1"/>
            </a:lnRef>
            <a:fillRef idx="0">
              <a:schemeClr val="accent1"/>
            </a:fillRef>
            <a:effectRef idx="0">
              <a:schemeClr val="accent1"/>
            </a:effectRef>
            <a:fontRef idx="minor">
              <a:schemeClr val="tx1"/>
            </a:fontRef>
          </p:style>
        </p:cxnSp>
        <p:cxnSp>
          <p:nvCxnSpPr>
            <p:cNvPr id="29" name="直接连接符 28">
              <a:extLst>
                <a:ext uri="{FF2B5EF4-FFF2-40B4-BE49-F238E27FC236}">
                  <a16:creationId xmlns:a16="http://schemas.microsoft.com/office/drawing/2014/main" id="{536174B3-7078-4268-ABF0-FDE23864C53A}"/>
                </a:ext>
              </a:extLst>
            </p:cNvPr>
            <p:cNvCxnSpPr/>
            <p:nvPr/>
          </p:nvCxnSpPr>
          <p:spPr>
            <a:xfrm flipV="1">
              <a:off x="7249637" y="3752911"/>
              <a:ext cx="0" cy="812800"/>
            </a:xfrm>
            <a:prstGeom prst="line">
              <a:avLst/>
            </a:prstGeom>
            <a:ln w="1524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30" name="组合 29">
            <a:extLst>
              <a:ext uri="{FF2B5EF4-FFF2-40B4-BE49-F238E27FC236}">
                <a16:creationId xmlns:a16="http://schemas.microsoft.com/office/drawing/2014/main" id="{B2DEEF20-80ED-4B25-8707-42A86FB12C98}"/>
              </a:ext>
            </a:extLst>
          </p:cNvPr>
          <p:cNvGrpSpPr/>
          <p:nvPr/>
        </p:nvGrpSpPr>
        <p:grpSpPr>
          <a:xfrm>
            <a:off x="1618162" y="1566769"/>
            <a:ext cx="8955675" cy="238462"/>
            <a:chOff x="1618162" y="3599500"/>
            <a:chExt cx="8955675" cy="238462"/>
          </a:xfrm>
        </p:grpSpPr>
        <p:cxnSp>
          <p:nvCxnSpPr>
            <p:cNvPr id="31" name="直接连接符 30">
              <a:extLst>
                <a:ext uri="{FF2B5EF4-FFF2-40B4-BE49-F238E27FC236}">
                  <a16:creationId xmlns:a16="http://schemas.microsoft.com/office/drawing/2014/main" id="{837D477A-5171-490F-B6D4-97C6D7A8A650}"/>
                </a:ext>
              </a:extLst>
            </p:cNvPr>
            <p:cNvCxnSpPr>
              <a:cxnSpLocks/>
            </p:cNvCxnSpPr>
            <p:nvPr/>
          </p:nvCxnSpPr>
          <p:spPr>
            <a:xfrm>
              <a:off x="1749794" y="3725200"/>
              <a:ext cx="8622888" cy="0"/>
            </a:xfrm>
            <a:prstGeom prst="line">
              <a:avLst/>
            </a:prstGeom>
            <a:ln w="152400">
              <a:solidFill>
                <a:schemeClr val="tx1"/>
              </a:solidFill>
            </a:ln>
          </p:spPr>
          <p:style>
            <a:lnRef idx="1">
              <a:schemeClr val="accent1"/>
            </a:lnRef>
            <a:fillRef idx="0">
              <a:schemeClr val="accent1"/>
            </a:fillRef>
            <a:effectRef idx="0">
              <a:schemeClr val="accent1"/>
            </a:effectRef>
            <a:fontRef idx="minor">
              <a:schemeClr val="tx1"/>
            </a:fontRef>
          </p:style>
        </p:cxnSp>
        <p:sp>
          <p:nvSpPr>
            <p:cNvPr id="32" name="矩形 31">
              <a:extLst>
                <a:ext uri="{FF2B5EF4-FFF2-40B4-BE49-F238E27FC236}">
                  <a16:creationId xmlns:a16="http://schemas.microsoft.com/office/drawing/2014/main" id="{D0513BC0-5BBA-4500-8077-440780C8EB78}"/>
                </a:ext>
              </a:extLst>
            </p:cNvPr>
            <p:cNvSpPr/>
            <p:nvPr/>
          </p:nvSpPr>
          <p:spPr>
            <a:xfrm>
              <a:off x="1618162" y="3599500"/>
              <a:ext cx="225524" cy="225524"/>
            </a:xfrm>
            <a:prstGeom prst="rect">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33" name="矩形 32">
              <a:extLst>
                <a:ext uri="{FF2B5EF4-FFF2-40B4-BE49-F238E27FC236}">
                  <a16:creationId xmlns:a16="http://schemas.microsoft.com/office/drawing/2014/main" id="{0E184DA7-F858-483A-B4A1-7B85D64E8273}"/>
                </a:ext>
              </a:extLst>
            </p:cNvPr>
            <p:cNvSpPr/>
            <p:nvPr/>
          </p:nvSpPr>
          <p:spPr>
            <a:xfrm>
              <a:off x="10348313" y="3612438"/>
              <a:ext cx="225524" cy="225524"/>
            </a:xfrm>
            <a:prstGeom prst="rect">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grpSp>
      <p:grpSp>
        <p:nvGrpSpPr>
          <p:cNvPr id="34" name="组合 33">
            <a:extLst>
              <a:ext uri="{FF2B5EF4-FFF2-40B4-BE49-F238E27FC236}">
                <a16:creationId xmlns:a16="http://schemas.microsoft.com/office/drawing/2014/main" id="{0DFB39EB-FEA0-438F-AA58-EC795A998106}"/>
              </a:ext>
            </a:extLst>
          </p:cNvPr>
          <p:cNvGrpSpPr/>
          <p:nvPr/>
        </p:nvGrpSpPr>
        <p:grpSpPr>
          <a:xfrm>
            <a:off x="1968674" y="2412905"/>
            <a:ext cx="7852814" cy="641082"/>
            <a:chOff x="1968674" y="4445636"/>
            <a:chExt cx="7852814" cy="641082"/>
          </a:xfrm>
        </p:grpSpPr>
        <p:grpSp>
          <p:nvGrpSpPr>
            <p:cNvPr id="35" name="组合 34">
              <a:extLst>
                <a:ext uri="{FF2B5EF4-FFF2-40B4-BE49-F238E27FC236}">
                  <a16:creationId xmlns:a16="http://schemas.microsoft.com/office/drawing/2014/main" id="{BF807099-7B3E-40CD-8303-26A049401039}"/>
                </a:ext>
              </a:extLst>
            </p:cNvPr>
            <p:cNvGrpSpPr/>
            <p:nvPr/>
          </p:nvGrpSpPr>
          <p:grpSpPr>
            <a:xfrm>
              <a:off x="1968674" y="4445636"/>
              <a:ext cx="662814" cy="641082"/>
              <a:chOff x="812355" y="3422987"/>
              <a:chExt cx="662814" cy="641082"/>
            </a:xfrm>
          </p:grpSpPr>
          <p:pic>
            <p:nvPicPr>
              <p:cNvPr id="48" name="图形 47">
                <a:extLst>
                  <a:ext uri="{FF2B5EF4-FFF2-40B4-BE49-F238E27FC236}">
                    <a16:creationId xmlns:a16="http://schemas.microsoft.com/office/drawing/2014/main" id="{1C6CE519-73F7-48EC-9BF7-9DD329B4C743}"/>
                  </a:ext>
                </a:extLst>
              </p:cNvPr>
              <p:cNvPicPr>
                <a:picLocks noChangeAspect="1"/>
              </p:cNvPicPr>
              <p:nvPr/>
            </p:nvPicPr>
            <p:blipFill>
              <a:blip r:embed="rId3">
                <a:extLst>
                  <a:ext uri="{28A0092B-C50C-407E-A947-70E740481C1C}">
                    <a14:useLocalDpi xmlns:a14="http://schemas.microsoft.com/office/drawing/2010/main" val="0"/>
                  </a:ext>
                  <a:ext uri="{96DAC541-7B7A-43D3-8B79-37D633B846F1}">
                    <asvg:svgBlip xmlns:asvg="http://schemas.microsoft.com/office/drawing/2016/SVG/main" r:embed="rId4"/>
                  </a:ext>
                </a:extLst>
              </a:blip>
              <a:stretch>
                <a:fillRect/>
              </a:stretch>
            </p:blipFill>
            <p:spPr>
              <a:xfrm>
                <a:off x="812355" y="3422987"/>
                <a:ext cx="662814" cy="641082"/>
              </a:xfrm>
              <a:prstGeom prst="rect">
                <a:avLst/>
              </a:prstGeom>
            </p:spPr>
          </p:pic>
          <p:sp>
            <p:nvSpPr>
              <p:cNvPr id="49" name="文本框 48">
                <a:extLst>
                  <a:ext uri="{FF2B5EF4-FFF2-40B4-BE49-F238E27FC236}">
                    <a16:creationId xmlns:a16="http://schemas.microsoft.com/office/drawing/2014/main" id="{5DD329AF-6509-4A44-A9A8-8B805FB525CF}"/>
                  </a:ext>
                </a:extLst>
              </p:cNvPr>
              <p:cNvSpPr txBox="1"/>
              <p:nvPr/>
            </p:nvSpPr>
            <p:spPr>
              <a:xfrm>
                <a:off x="1087044" y="3451320"/>
                <a:ext cx="355235" cy="400110"/>
              </a:xfrm>
              <a:prstGeom prst="rect">
                <a:avLst/>
              </a:prstGeom>
              <a:noFill/>
            </p:spPr>
            <p:txBody>
              <a:bodyPr wrap="square" rtlCol="0">
                <a:spAutoFit/>
              </a:bodyPr>
              <a:lstStyle/>
              <a:p>
                <a:pPr algn="ctr"/>
                <a:r>
                  <a:rPr lang="en-US" altLang="zh-CN" sz="2000" b="1" dirty="0">
                    <a:solidFill>
                      <a:schemeClr val="bg1"/>
                    </a:solidFill>
                    <a:latin typeface="Arial Black" panose="020B0A04020102020204" pitchFamily="34" charset="0"/>
                    <a:ea typeface="+mj-ea"/>
                  </a:rPr>
                  <a:t>A</a:t>
                </a:r>
                <a:endParaRPr lang="zh-CN" altLang="en-US" sz="2000" b="1" dirty="0">
                  <a:solidFill>
                    <a:schemeClr val="bg1"/>
                  </a:solidFill>
                  <a:latin typeface="Arial Black" panose="020B0A04020102020204" pitchFamily="34" charset="0"/>
                  <a:ea typeface="+mj-ea"/>
                </a:endParaRPr>
              </a:p>
            </p:txBody>
          </p:sp>
        </p:grpSp>
        <p:grpSp>
          <p:nvGrpSpPr>
            <p:cNvPr id="36" name="组合 35">
              <a:extLst>
                <a:ext uri="{FF2B5EF4-FFF2-40B4-BE49-F238E27FC236}">
                  <a16:creationId xmlns:a16="http://schemas.microsoft.com/office/drawing/2014/main" id="{E6E15EE0-C1D5-4CA6-B022-40595F8FA79F}"/>
                </a:ext>
              </a:extLst>
            </p:cNvPr>
            <p:cNvGrpSpPr/>
            <p:nvPr/>
          </p:nvGrpSpPr>
          <p:grpSpPr>
            <a:xfrm>
              <a:off x="4365341" y="4445636"/>
              <a:ext cx="662814" cy="641082"/>
              <a:chOff x="3209022" y="3422987"/>
              <a:chExt cx="662814" cy="641082"/>
            </a:xfrm>
          </p:grpSpPr>
          <p:pic>
            <p:nvPicPr>
              <p:cNvPr id="46" name="图形 45">
                <a:extLst>
                  <a:ext uri="{FF2B5EF4-FFF2-40B4-BE49-F238E27FC236}">
                    <a16:creationId xmlns:a16="http://schemas.microsoft.com/office/drawing/2014/main" id="{C8C4C2F7-68D1-41CA-A597-6AAB50358E43}"/>
                  </a:ext>
                </a:extLst>
              </p:cNvPr>
              <p:cNvPicPr>
                <a:picLocks noChangeAspect="1"/>
              </p:cNvPicPr>
              <p:nvPr/>
            </p:nvPicPr>
            <p:blipFill>
              <a:blip r:embed="rId3">
                <a:extLst>
                  <a:ext uri="{28A0092B-C50C-407E-A947-70E740481C1C}">
                    <a14:useLocalDpi xmlns:a14="http://schemas.microsoft.com/office/drawing/2010/main" val="0"/>
                  </a:ext>
                  <a:ext uri="{96DAC541-7B7A-43D3-8B79-37D633B846F1}">
                    <asvg:svgBlip xmlns:asvg="http://schemas.microsoft.com/office/drawing/2016/SVG/main" r:embed="rId4"/>
                  </a:ext>
                </a:extLst>
              </a:blip>
              <a:stretch>
                <a:fillRect/>
              </a:stretch>
            </p:blipFill>
            <p:spPr>
              <a:xfrm>
                <a:off x="3209022" y="3422987"/>
                <a:ext cx="662814" cy="641082"/>
              </a:xfrm>
              <a:prstGeom prst="rect">
                <a:avLst/>
              </a:prstGeom>
            </p:spPr>
          </p:pic>
          <p:sp>
            <p:nvSpPr>
              <p:cNvPr id="47" name="文本框 46">
                <a:extLst>
                  <a:ext uri="{FF2B5EF4-FFF2-40B4-BE49-F238E27FC236}">
                    <a16:creationId xmlns:a16="http://schemas.microsoft.com/office/drawing/2014/main" id="{658648CC-F992-4CC1-820A-6390807EB9AE}"/>
                  </a:ext>
                </a:extLst>
              </p:cNvPr>
              <p:cNvSpPr txBox="1"/>
              <p:nvPr/>
            </p:nvSpPr>
            <p:spPr>
              <a:xfrm>
                <a:off x="3490791" y="3451320"/>
                <a:ext cx="355235" cy="400110"/>
              </a:xfrm>
              <a:prstGeom prst="rect">
                <a:avLst/>
              </a:prstGeom>
              <a:noFill/>
            </p:spPr>
            <p:txBody>
              <a:bodyPr wrap="square" rtlCol="0">
                <a:spAutoFit/>
              </a:bodyPr>
              <a:lstStyle/>
              <a:p>
                <a:pPr algn="ctr"/>
                <a:r>
                  <a:rPr lang="en-US" altLang="zh-CN" sz="2000" b="1" dirty="0">
                    <a:solidFill>
                      <a:schemeClr val="bg1"/>
                    </a:solidFill>
                    <a:latin typeface="Arial Black" panose="020B0A04020102020204" pitchFamily="34" charset="0"/>
                    <a:ea typeface="+mj-ea"/>
                  </a:rPr>
                  <a:t>B</a:t>
                </a:r>
                <a:endParaRPr lang="zh-CN" altLang="en-US" sz="2000" b="1" dirty="0">
                  <a:solidFill>
                    <a:schemeClr val="bg1"/>
                  </a:solidFill>
                  <a:latin typeface="Arial Black" panose="020B0A04020102020204" pitchFamily="34" charset="0"/>
                  <a:ea typeface="+mj-ea"/>
                </a:endParaRPr>
              </a:p>
            </p:txBody>
          </p:sp>
        </p:grpSp>
        <p:grpSp>
          <p:nvGrpSpPr>
            <p:cNvPr id="37" name="组合 36">
              <a:extLst>
                <a:ext uri="{FF2B5EF4-FFF2-40B4-BE49-F238E27FC236}">
                  <a16:creationId xmlns:a16="http://schemas.microsoft.com/office/drawing/2014/main" id="{902C1D2E-FCC9-4698-83A9-FC2317BE61ED}"/>
                </a:ext>
              </a:extLst>
            </p:cNvPr>
            <p:cNvGrpSpPr/>
            <p:nvPr/>
          </p:nvGrpSpPr>
          <p:grpSpPr>
            <a:xfrm>
              <a:off x="6762008" y="4445636"/>
              <a:ext cx="662814" cy="641082"/>
              <a:chOff x="5605689" y="3422987"/>
              <a:chExt cx="662814" cy="641082"/>
            </a:xfrm>
          </p:grpSpPr>
          <p:pic>
            <p:nvPicPr>
              <p:cNvPr id="44" name="图形 43">
                <a:extLst>
                  <a:ext uri="{FF2B5EF4-FFF2-40B4-BE49-F238E27FC236}">
                    <a16:creationId xmlns:a16="http://schemas.microsoft.com/office/drawing/2014/main" id="{40F7F6D8-AE1D-4E43-836A-E987F0EAB4E5}"/>
                  </a:ext>
                </a:extLst>
              </p:cNvPr>
              <p:cNvPicPr>
                <a:picLocks noChangeAspect="1"/>
              </p:cNvPicPr>
              <p:nvPr/>
            </p:nvPicPr>
            <p:blipFill>
              <a:blip r:embed="rId3">
                <a:extLst>
                  <a:ext uri="{28A0092B-C50C-407E-A947-70E740481C1C}">
                    <a14:useLocalDpi xmlns:a14="http://schemas.microsoft.com/office/drawing/2010/main" val="0"/>
                  </a:ext>
                  <a:ext uri="{96DAC541-7B7A-43D3-8B79-37D633B846F1}">
                    <asvg:svgBlip xmlns:asvg="http://schemas.microsoft.com/office/drawing/2016/SVG/main" r:embed="rId4"/>
                  </a:ext>
                </a:extLst>
              </a:blip>
              <a:stretch>
                <a:fillRect/>
              </a:stretch>
            </p:blipFill>
            <p:spPr>
              <a:xfrm>
                <a:off x="5605689" y="3422987"/>
                <a:ext cx="662814" cy="641082"/>
              </a:xfrm>
              <a:prstGeom prst="rect">
                <a:avLst/>
              </a:prstGeom>
            </p:spPr>
          </p:pic>
          <p:sp>
            <p:nvSpPr>
              <p:cNvPr id="45" name="文本框 44">
                <a:extLst>
                  <a:ext uri="{FF2B5EF4-FFF2-40B4-BE49-F238E27FC236}">
                    <a16:creationId xmlns:a16="http://schemas.microsoft.com/office/drawing/2014/main" id="{6CB1768A-E878-4DEC-AD18-464A0F0DD547}"/>
                  </a:ext>
                </a:extLst>
              </p:cNvPr>
              <p:cNvSpPr txBox="1"/>
              <p:nvPr/>
            </p:nvSpPr>
            <p:spPr>
              <a:xfrm>
                <a:off x="5885506" y="3451320"/>
                <a:ext cx="355235" cy="400110"/>
              </a:xfrm>
              <a:prstGeom prst="rect">
                <a:avLst/>
              </a:prstGeom>
              <a:noFill/>
            </p:spPr>
            <p:txBody>
              <a:bodyPr wrap="square" rtlCol="0">
                <a:spAutoFit/>
              </a:bodyPr>
              <a:lstStyle/>
              <a:p>
                <a:pPr algn="ctr"/>
                <a:r>
                  <a:rPr lang="en-US" altLang="zh-CN" sz="2000" b="1" dirty="0">
                    <a:solidFill>
                      <a:schemeClr val="bg1"/>
                    </a:solidFill>
                    <a:latin typeface="Arial Black" panose="020B0A04020102020204" pitchFamily="34" charset="0"/>
                    <a:ea typeface="+mj-ea"/>
                  </a:rPr>
                  <a:t>C</a:t>
                </a:r>
                <a:endParaRPr lang="zh-CN" altLang="en-US" sz="2000" b="1" dirty="0">
                  <a:solidFill>
                    <a:schemeClr val="bg1"/>
                  </a:solidFill>
                  <a:latin typeface="Arial Black" panose="020B0A04020102020204" pitchFamily="34" charset="0"/>
                  <a:ea typeface="+mj-ea"/>
                </a:endParaRPr>
              </a:p>
            </p:txBody>
          </p:sp>
        </p:grpSp>
        <p:grpSp>
          <p:nvGrpSpPr>
            <p:cNvPr id="40" name="组合 39">
              <a:extLst>
                <a:ext uri="{FF2B5EF4-FFF2-40B4-BE49-F238E27FC236}">
                  <a16:creationId xmlns:a16="http://schemas.microsoft.com/office/drawing/2014/main" id="{6552C21E-1E72-4745-AC0E-DCC76E804F73}"/>
                </a:ext>
              </a:extLst>
            </p:cNvPr>
            <p:cNvGrpSpPr/>
            <p:nvPr/>
          </p:nvGrpSpPr>
          <p:grpSpPr>
            <a:xfrm>
              <a:off x="9158674" y="4445636"/>
              <a:ext cx="662814" cy="641082"/>
              <a:chOff x="8002355" y="3422987"/>
              <a:chExt cx="662814" cy="641082"/>
            </a:xfrm>
          </p:grpSpPr>
          <p:pic>
            <p:nvPicPr>
              <p:cNvPr id="42" name="图形 41">
                <a:extLst>
                  <a:ext uri="{FF2B5EF4-FFF2-40B4-BE49-F238E27FC236}">
                    <a16:creationId xmlns:a16="http://schemas.microsoft.com/office/drawing/2014/main" id="{6B11717D-FCEB-42D3-A119-E59AC28CD863}"/>
                  </a:ext>
                </a:extLst>
              </p:cNvPr>
              <p:cNvPicPr>
                <a:picLocks noChangeAspect="1"/>
              </p:cNvPicPr>
              <p:nvPr/>
            </p:nvPicPr>
            <p:blipFill>
              <a:blip r:embed="rId3">
                <a:extLst>
                  <a:ext uri="{28A0092B-C50C-407E-A947-70E740481C1C}">
                    <a14:useLocalDpi xmlns:a14="http://schemas.microsoft.com/office/drawing/2010/main" val="0"/>
                  </a:ext>
                  <a:ext uri="{96DAC541-7B7A-43D3-8B79-37D633B846F1}">
                    <asvg:svgBlip xmlns:asvg="http://schemas.microsoft.com/office/drawing/2016/SVG/main" r:embed="rId4"/>
                  </a:ext>
                </a:extLst>
              </a:blip>
              <a:stretch>
                <a:fillRect/>
              </a:stretch>
            </p:blipFill>
            <p:spPr>
              <a:xfrm>
                <a:off x="8002355" y="3422987"/>
                <a:ext cx="662814" cy="641082"/>
              </a:xfrm>
              <a:prstGeom prst="rect">
                <a:avLst/>
              </a:prstGeom>
            </p:spPr>
          </p:pic>
          <p:sp>
            <p:nvSpPr>
              <p:cNvPr id="43" name="文本框 42">
                <a:extLst>
                  <a:ext uri="{FF2B5EF4-FFF2-40B4-BE49-F238E27FC236}">
                    <a16:creationId xmlns:a16="http://schemas.microsoft.com/office/drawing/2014/main" id="{39CE4E63-0120-4586-A613-A2CF75236E92}"/>
                  </a:ext>
                </a:extLst>
              </p:cNvPr>
              <p:cNvSpPr txBox="1"/>
              <p:nvPr/>
            </p:nvSpPr>
            <p:spPr>
              <a:xfrm>
                <a:off x="8282675" y="3444742"/>
                <a:ext cx="355235" cy="400110"/>
              </a:xfrm>
              <a:prstGeom prst="rect">
                <a:avLst/>
              </a:prstGeom>
              <a:noFill/>
            </p:spPr>
            <p:txBody>
              <a:bodyPr wrap="square" rtlCol="0">
                <a:spAutoFit/>
              </a:bodyPr>
              <a:lstStyle/>
              <a:p>
                <a:pPr algn="ctr"/>
                <a:r>
                  <a:rPr lang="en-US" altLang="zh-CN" sz="2000" b="1" dirty="0">
                    <a:solidFill>
                      <a:schemeClr val="bg1"/>
                    </a:solidFill>
                    <a:latin typeface="Arial Black" panose="020B0A04020102020204" pitchFamily="34" charset="0"/>
                    <a:ea typeface="+mj-ea"/>
                  </a:rPr>
                  <a:t>D</a:t>
                </a:r>
                <a:endParaRPr lang="zh-CN" altLang="en-US" sz="2000" b="1" dirty="0">
                  <a:solidFill>
                    <a:schemeClr val="bg1"/>
                  </a:solidFill>
                  <a:latin typeface="Arial Black" panose="020B0A04020102020204" pitchFamily="34" charset="0"/>
                  <a:ea typeface="+mj-ea"/>
                </a:endParaRPr>
              </a:p>
            </p:txBody>
          </p:sp>
        </p:grpSp>
      </p:grpSp>
      <p:cxnSp>
        <p:nvCxnSpPr>
          <p:cNvPr id="65" name="直接箭头连接符 64">
            <a:extLst>
              <a:ext uri="{FF2B5EF4-FFF2-40B4-BE49-F238E27FC236}">
                <a16:creationId xmlns:a16="http://schemas.microsoft.com/office/drawing/2014/main" id="{6B824699-9145-4A7B-BF01-37AE80A31AFB}"/>
              </a:ext>
            </a:extLst>
          </p:cNvPr>
          <p:cNvCxnSpPr>
            <a:cxnSpLocks/>
          </p:cNvCxnSpPr>
          <p:nvPr/>
        </p:nvCxnSpPr>
        <p:spPr>
          <a:xfrm flipV="1">
            <a:off x="4878779" y="1692469"/>
            <a:ext cx="0" cy="773654"/>
          </a:xfrm>
          <a:prstGeom prst="straightConnector1">
            <a:avLst/>
          </a:prstGeom>
          <a:ln w="50800" cap="rnd">
            <a:solidFill>
              <a:schemeClr val="accent6"/>
            </a:solidFill>
            <a:round/>
            <a:tailEnd type="triangle" w="med" len="med"/>
          </a:ln>
        </p:spPr>
        <p:style>
          <a:lnRef idx="1">
            <a:schemeClr val="accent1"/>
          </a:lnRef>
          <a:fillRef idx="0">
            <a:schemeClr val="accent1"/>
          </a:fillRef>
          <a:effectRef idx="0">
            <a:schemeClr val="accent1"/>
          </a:effectRef>
          <a:fontRef idx="minor">
            <a:schemeClr val="tx1"/>
          </a:fontRef>
        </p:style>
      </p:cxnSp>
      <p:cxnSp>
        <p:nvCxnSpPr>
          <p:cNvPr id="66" name="直接箭头连接符 65">
            <a:extLst>
              <a:ext uri="{FF2B5EF4-FFF2-40B4-BE49-F238E27FC236}">
                <a16:creationId xmlns:a16="http://schemas.microsoft.com/office/drawing/2014/main" id="{A58FEE9A-C14F-444F-B99E-B6407BF31F19}"/>
              </a:ext>
            </a:extLst>
          </p:cNvPr>
          <p:cNvCxnSpPr>
            <a:cxnSpLocks/>
          </p:cNvCxnSpPr>
          <p:nvPr/>
        </p:nvCxnSpPr>
        <p:spPr>
          <a:xfrm>
            <a:off x="4878779" y="1692469"/>
            <a:ext cx="2370858" cy="0"/>
          </a:xfrm>
          <a:prstGeom prst="straightConnector1">
            <a:avLst/>
          </a:prstGeom>
          <a:ln w="50800" cap="rnd">
            <a:solidFill>
              <a:schemeClr val="accent6"/>
            </a:solidFill>
            <a:round/>
            <a:tailEnd type="triangle" w="med" len="med"/>
          </a:ln>
        </p:spPr>
        <p:style>
          <a:lnRef idx="1">
            <a:schemeClr val="accent1"/>
          </a:lnRef>
          <a:fillRef idx="0">
            <a:schemeClr val="accent1"/>
          </a:fillRef>
          <a:effectRef idx="0">
            <a:schemeClr val="accent1"/>
          </a:effectRef>
          <a:fontRef idx="minor">
            <a:schemeClr val="tx1"/>
          </a:fontRef>
        </p:style>
      </p:cxnSp>
      <p:cxnSp>
        <p:nvCxnSpPr>
          <p:cNvPr id="67" name="直接箭头连接符 66">
            <a:extLst>
              <a:ext uri="{FF2B5EF4-FFF2-40B4-BE49-F238E27FC236}">
                <a16:creationId xmlns:a16="http://schemas.microsoft.com/office/drawing/2014/main" id="{C2C59C67-CBA4-4AE3-8C9C-47C3FD3954ED}"/>
              </a:ext>
            </a:extLst>
          </p:cNvPr>
          <p:cNvCxnSpPr>
            <a:cxnSpLocks/>
          </p:cNvCxnSpPr>
          <p:nvPr/>
        </p:nvCxnSpPr>
        <p:spPr>
          <a:xfrm flipH="1">
            <a:off x="1843686" y="1693588"/>
            <a:ext cx="3035093" cy="0"/>
          </a:xfrm>
          <a:prstGeom prst="straightConnector1">
            <a:avLst/>
          </a:prstGeom>
          <a:ln w="50800" cap="rnd">
            <a:solidFill>
              <a:schemeClr val="accent6"/>
            </a:solidFill>
            <a:round/>
            <a:tailEnd type="triangle" w="med" len="med"/>
          </a:ln>
        </p:spPr>
        <p:style>
          <a:lnRef idx="1">
            <a:schemeClr val="accent1"/>
          </a:lnRef>
          <a:fillRef idx="0">
            <a:schemeClr val="accent1"/>
          </a:fillRef>
          <a:effectRef idx="0">
            <a:schemeClr val="accent1"/>
          </a:effectRef>
          <a:fontRef idx="minor">
            <a:schemeClr val="tx1"/>
          </a:fontRef>
        </p:style>
      </p:cxnSp>
      <p:cxnSp>
        <p:nvCxnSpPr>
          <p:cNvPr id="70" name="直接箭头连接符 69">
            <a:extLst>
              <a:ext uri="{FF2B5EF4-FFF2-40B4-BE49-F238E27FC236}">
                <a16:creationId xmlns:a16="http://schemas.microsoft.com/office/drawing/2014/main" id="{717D5C26-30E6-44C6-A207-48334D3A2208}"/>
              </a:ext>
            </a:extLst>
          </p:cNvPr>
          <p:cNvCxnSpPr>
            <a:cxnSpLocks/>
          </p:cNvCxnSpPr>
          <p:nvPr/>
        </p:nvCxnSpPr>
        <p:spPr>
          <a:xfrm>
            <a:off x="2458858" y="1692469"/>
            <a:ext cx="0" cy="808365"/>
          </a:xfrm>
          <a:prstGeom prst="straightConnector1">
            <a:avLst/>
          </a:prstGeom>
          <a:ln w="50800" cap="rnd">
            <a:solidFill>
              <a:schemeClr val="accent6"/>
            </a:solidFill>
            <a:round/>
            <a:tailEnd type="triangle" w="med" len="med"/>
          </a:ln>
        </p:spPr>
        <p:style>
          <a:lnRef idx="1">
            <a:schemeClr val="accent1"/>
          </a:lnRef>
          <a:fillRef idx="0">
            <a:schemeClr val="accent1"/>
          </a:fillRef>
          <a:effectRef idx="0">
            <a:schemeClr val="accent1"/>
          </a:effectRef>
          <a:fontRef idx="minor">
            <a:schemeClr val="tx1"/>
          </a:fontRef>
        </p:style>
      </p:cxnSp>
      <p:grpSp>
        <p:nvGrpSpPr>
          <p:cNvPr id="89" name="组合 88">
            <a:extLst>
              <a:ext uri="{FF2B5EF4-FFF2-40B4-BE49-F238E27FC236}">
                <a16:creationId xmlns:a16="http://schemas.microsoft.com/office/drawing/2014/main" id="{A60C1766-FE56-4FB8-8049-E2D4A91FDF4C}"/>
              </a:ext>
            </a:extLst>
          </p:cNvPr>
          <p:cNvGrpSpPr/>
          <p:nvPr/>
        </p:nvGrpSpPr>
        <p:grpSpPr>
          <a:xfrm>
            <a:off x="3618340" y="3529053"/>
            <a:ext cx="2156816" cy="1412699"/>
            <a:chOff x="3618340" y="3529053"/>
            <a:chExt cx="2156816" cy="1412699"/>
          </a:xfrm>
        </p:grpSpPr>
        <p:grpSp>
          <p:nvGrpSpPr>
            <p:cNvPr id="13" name="组合 12">
              <a:extLst>
                <a:ext uri="{FF2B5EF4-FFF2-40B4-BE49-F238E27FC236}">
                  <a16:creationId xmlns:a16="http://schemas.microsoft.com/office/drawing/2014/main" id="{6F6F734D-FC9E-4FE9-AAD3-1DC7FECE72BE}"/>
                </a:ext>
              </a:extLst>
            </p:cNvPr>
            <p:cNvGrpSpPr/>
            <p:nvPr/>
          </p:nvGrpSpPr>
          <p:grpSpPr>
            <a:xfrm>
              <a:off x="3618340" y="3939124"/>
              <a:ext cx="2156816" cy="1002628"/>
              <a:chOff x="3618340" y="3773304"/>
              <a:chExt cx="2156816" cy="1002628"/>
            </a:xfrm>
          </p:grpSpPr>
          <p:sp>
            <p:nvSpPr>
              <p:cNvPr id="11" name="流程图: 决策 10">
                <a:extLst>
                  <a:ext uri="{FF2B5EF4-FFF2-40B4-BE49-F238E27FC236}">
                    <a16:creationId xmlns:a16="http://schemas.microsoft.com/office/drawing/2014/main" id="{0165DD2E-FE47-40F5-933C-064B2A5AE296}"/>
                  </a:ext>
                </a:extLst>
              </p:cNvPr>
              <p:cNvSpPr/>
              <p:nvPr/>
            </p:nvSpPr>
            <p:spPr>
              <a:xfrm>
                <a:off x="3618340" y="3773304"/>
                <a:ext cx="2156816" cy="1002628"/>
              </a:xfrm>
              <a:prstGeom prst="flowChartDecision">
                <a:avLst/>
              </a:prstGeom>
            </p:spPr>
            <p:style>
              <a:lnRef idx="2">
                <a:schemeClr val="accent3">
                  <a:shade val="50000"/>
                </a:schemeClr>
              </a:lnRef>
              <a:fillRef idx="1">
                <a:schemeClr val="accent3"/>
              </a:fillRef>
              <a:effectRef idx="0">
                <a:schemeClr val="accent3"/>
              </a:effectRef>
              <a:fontRef idx="minor">
                <a:schemeClr val="lt1"/>
              </a:fontRef>
            </p:style>
            <p:txBody>
              <a:bodyPr rtlCol="0" anchor="ctr"/>
              <a:lstStyle/>
              <a:p>
                <a:pPr algn="ctr"/>
                <a:endParaRPr lang="zh-CN" altLang="en-US"/>
              </a:p>
            </p:txBody>
          </p:sp>
          <p:sp>
            <p:nvSpPr>
              <p:cNvPr id="12" name="文本框 11">
                <a:extLst>
                  <a:ext uri="{FF2B5EF4-FFF2-40B4-BE49-F238E27FC236}">
                    <a16:creationId xmlns:a16="http://schemas.microsoft.com/office/drawing/2014/main" id="{A0CDC4EA-1869-4EBA-9FDD-C7918792ADE2}"/>
                  </a:ext>
                </a:extLst>
              </p:cNvPr>
              <p:cNvSpPr txBox="1"/>
              <p:nvPr/>
            </p:nvSpPr>
            <p:spPr>
              <a:xfrm>
                <a:off x="3912189" y="3920038"/>
                <a:ext cx="1561617" cy="646331"/>
              </a:xfrm>
              <a:prstGeom prst="rect">
                <a:avLst/>
              </a:prstGeom>
              <a:noFill/>
            </p:spPr>
            <p:txBody>
              <a:bodyPr wrap="square" rtlCol="0">
                <a:spAutoFit/>
              </a:bodyPr>
              <a:lstStyle/>
              <a:p>
                <a:pPr algn="ctr"/>
                <a:r>
                  <a:rPr lang="zh-CN" altLang="en-US" b="1" dirty="0">
                    <a:solidFill>
                      <a:schemeClr val="bg1"/>
                    </a:solidFill>
                  </a:rPr>
                  <a:t>信道空闲</a:t>
                </a:r>
                <a:endParaRPr lang="en-US" altLang="zh-CN" b="1" dirty="0">
                  <a:solidFill>
                    <a:schemeClr val="bg1"/>
                  </a:solidFill>
                </a:endParaRPr>
              </a:p>
              <a:p>
                <a:pPr algn="ctr"/>
                <a:r>
                  <a:rPr lang="en-US" altLang="zh-CN" b="1" dirty="0">
                    <a:solidFill>
                      <a:schemeClr val="bg1"/>
                    </a:solidFill>
                  </a:rPr>
                  <a:t>96</a:t>
                </a:r>
                <a:r>
                  <a:rPr lang="zh-CN" altLang="en-US" b="1" dirty="0">
                    <a:solidFill>
                      <a:schemeClr val="bg1"/>
                    </a:solidFill>
                  </a:rPr>
                  <a:t>比特时间？</a:t>
                </a:r>
              </a:p>
            </p:txBody>
          </p:sp>
        </p:grpSp>
        <p:cxnSp>
          <p:nvCxnSpPr>
            <p:cNvPr id="15" name="直接箭头连接符 14">
              <a:extLst>
                <a:ext uri="{FF2B5EF4-FFF2-40B4-BE49-F238E27FC236}">
                  <a16:creationId xmlns:a16="http://schemas.microsoft.com/office/drawing/2014/main" id="{8BC989FE-4CA6-472F-B89E-6022821999CA}"/>
                </a:ext>
              </a:extLst>
            </p:cNvPr>
            <p:cNvCxnSpPr>
              <a:stCxn id="10" idx="2"/>
              <a:endCxn id="11" idx="0"/>
            </p:cNvCxnSpPr>
            <p:nvPr/>
          </p:nvCxnSpPr>
          <p:spPr>
            <a:xfrm>
              <a:off x="4696748" y="3529053"/>
              <a:ext cx="0" cy="410071"/>
            </a:xfrm>
            <a:prstGeom prst="straightConnector1">
              <a:avLst/>
            </a:prstGeom>
            <a:ln w="12700">
              <a:solidFill>
                <a:schemeClr val="tx1"/>
              </a:solidFill>
              <a:tailEnd type="triangle"/>
            </a:ln>
          </p:spPr>
          <p:style>
            <a:lnRef idx="1">
              <a:schemeClr val="accent1"/>
            </a:lnRef>
            <a:fillRef idx="0">
              <a:schemeClr val="accent1"/>
            </a:fillRef>
            <a:effectRef idx="0">
              <a:schemeClr val="accent1"/>
            </a:effectRef>
            <a:fontRef idx="minor">
              <a:schemeClr val="tx1"/>
            </a:fontRef>
          </p:style>
        </p:cxnSp>
      </p:grpSp>
      <p:grpSp>
        <p:nvGrpSpPr>
          <p:cNvPr id="16" name="组合 15">
            <a:extLst>
              <a:ext uri="{FF2B5EF4-FFF2-40B4-BE49-F238E27FC236}">
                <a16:creationId xmlns:a16="http://schemas.microsoft.com/office/drawing/2014/main" id="{D8537797-6A10-4E13-AFEC-CFAFD513EAE7}"/>
              </a:ext>
            </a:extLst>
          </p:cNvPr>
          <p:cNvGrpSpPr/>
          <p:nvPr/>
        </p:nvGrpSpPr>
        <p:grpSpPr>
          <a:xfrm>
            <a:off x="5775155" y="5018256"/>
            <a:ext cx="2798508" cy="1002628"/>
            <a:chOff x="5775155" y="5018256"/>
            <a:chExt cx="2798508" cy="1002628"/>
          </a:xfrm>
        </p:grpSpPr>
        <p:grpSp>
          <p:nvGrpSpPr>
            <p:cNvPr id="63" name="组合 62">
              <a:extLst>
                <a:ext uri="{FF2B5EF4-FFF2-40B4-BE49-F238E27FC236}">
                  <a16:creationId xmlns:a16="http://schemas.microsoft.com/office/drawing/2014/main" id="{05C12647-BDC5-4122-814E-61D6B6C006C9}"/>
                </a:ext>
              </a:extLst>
            </p:cNvPr>
            <p:cNvGrpSpPr/>
            <p:nvPr/>
          </p:nvGrpSpPr>
          <p:grpSpPr>
            <a:xfrm>
              <a:off x="6416847" y="5018256"/>
              <a:ext cx="2156816" cy="1002628"/>
              <a:chOff x="3618340" y="3773304"/>
              <a:chExt cx="2156816" cy="1002628"/>
            </a:xfrm>
          </p:grpSpPr>
          <p:sp>
            <p:nvSpPr>
              <p:cNvPr id="64" name="流程图: 决策 63">
                <a:extLst>
                  <a:ext uri="{FF2B5EF4-FFF2-40B4-BE49-F238E27FC236}">
                    <a16:creationId xmlns:a16="http://schemas.microsoft.com/office/drawing/2014/main" id="{E6295894-78C8-424E-9BF6-D0CE0E149E05}"/>
                  </a:ext>
                </a:extLst>
              </p:cNvPr>
              <p:cNvSpPr/>
              <p:nvPr/>
            </p:nvSpPr>
            <p:spPr>
              <a:xfrm>
                <a:off x="3618340" y="3773304"/>
                <a:ext cx="2156816" cy="1002628"/>
              </a:xfrm>
              <a:prstGeom prst="flowChartDecision">
                <a:avLst/>
              </a:prstGeom>
            </p:spPr>
            <p:style>
              <a:lnRef idx="2">
                <a:schemeClr val="accent5">
                  <a:shade val="50000"/>
                </a:schemeClr>
              </a:lnRef>
              <a:fillRef idx="1">
                <a:schemeClr val="accent5"/>
              </a:fillRef>
              <a:effectRef idx="0">
                <a:schemeClr val="accent5"/>
              </a:effectRef>
              <a:fontRef idx="minor">
                <a:schemeClr val="lt1"/>
              </a:fontRef>
            </p:style>
            <p:txBody>
              <a:bodyPr rtlCol="0" anchor="ctr"/>
              <a:lstStyle/>
              <a:p>
                <a:pPr algn="ctr"/>
                <a:endParaRPr lang="zh-CN" altLang="en-US"/>
              </a:p>
            </p:txBody>
          </p:sp>
          <p:sp>
            <p:nvSpPr>
              <p:cNvPr id="68" name="文本框 67">
                <a:extLst>
                  <a:ext uri="{FF2B5EF4-FFF2-40B4-BE49-F238E27FC236}">
                    <a16:creationId xmlns:a16="http://schemas.microsoft.com/office/drawing/2014/main" id="{B9FB4205-6FBB-42A1-A5C5-56C61CCE3615}"/>
                  </a:ext>
                </a:extLst>
              </p:cNvPr>
              <p:cNvSpPr txBox="1"/>
              <p:nvPr/>
            </p:nvSpPr>
            <p:spPr>
              <a:xfrm>
                <a:off x="3915939" y="4084047"/>
                <a:ext cx="1561617" cy="369332"/>
              </a:xfrm>
              <a:prstGeom prst="rect">
                <a:avLst/>
              </a:prstGeom>
              <a:noFill/>
              <a:ln>
                <a:noFill/>
              </a:ln>
            </p:spPr>
            <p:style>
              <a:lnRef idx="2">
                <a:schemeClr val="accent5">
                  <a:shade val="50000"/>
                </a:schemeClr>
              </a:lnRef>
              <a:fillRef idx="1">
                <a:schemeClr val="accent5"/>
              </a:fillRef>
              <a:effectRef idx="0">
                <a:schemeClr val="accent5"/>
              </a:effectRef>
              <a:fontRef idx="minor">
                <a:schemeClr val="lt1"/>
              </a:fontRef>
            </p:style>
            <p:txBody>
              <a:bodyPr wrap="square" rtlCol="0">
                <a:spAutoFit/>
              </a:bodyPr>
              <a:lstStyle/>
              <a:p>
                <a:pPr algn="ctr"/>
                <a:r>
                  <a:rPr lang="zh-CN" altLang="en-US" b="1" dirty="0">
                    <a:solidFill>
                      <a:schemeClr val="bg1"/>
                    </a:solidFill>
                  </a:rPr>
                  <a:t>检测到碰撞？</a:t>
                </a:r>
              </a:p>
            </p:txBody>
          </p:sp>
        </p:grpSp>
        <p:cxnSp>
          <p:nvCxnSpPr>
            <p:cNvPr id="74" name="直接箭头连接符 73">
              <a:extLst>
                <a:ext uri="{FF2B5EF4-FFF2-40B4-BE49-F238E27FC236}">
                  <a16:creationId xmlns:a16="http://schemas.microsoft.com/office/drawing/2014/main" id="{ED672E0E-9738-418B-B083-BE1F9C1449B1}"/>
                </a:ext>
              </a:extLst>
            </p:cNvPr>
            <p:cNvCxnSpPr>
              <a:cxnSpLocks/>
              <a:stCxn id="62" idx="3"/>
              <a:endCxn id="64" idx="1"/>
            </p:cNvCxnSpPr>
            <p:nvPr/>
          </p:nvCxnSpPr>
          <p:spPr>
            <a:xfrm>
              <a:off x="5775155" y="5519570"/>
              <a:ext cx="641692" cy="0"/>
            </a:xfrm>
            <a:prstGeom prst="straightConnector1">
              <a:avLst/>
            </a:prstGeom>
            <a:ln w="12700">
              <a:solidFill>
                <a:schemeClr val="tx1"/>
              </a:solidFill>
              <a:tailEnd type="triangle"/>
            </a:ln>
          </p:spPr>
          <p:style>
            <a:lnRef idx="1">
              <a:schemeClr val="accent1"/>
            </a:lnRef>
            <a:fillRef idx="0">
              <a:schemeClr val="accent1"/>
            </a:fillRef>
            <a:effectRef idx="0">
              <a:schemeClr val="accent1"/>
            </a:effectRef>
            <a:fontRef idx="minor">
              <a:schemeClr val="tx1"/>
            </a:fontRef>
          </p:style>
        </p:cxnSp>
      </p:grpSp>
      <p:grpSp>
        <p:nvGrpSpPr>
          <p:cNvPr id="90" name="组合 89">
            <a:extLst>
              <a:ext uri="{FF2B5EF4-FFF2-40B4-BE49-F238E27FC236}">
                <a16:creationId xmlns:a16="http://schemas.microsoft.com/office/drawing/2014/main" id="{53AF500B-7FC7-492C-B846-1814D08B9461}"/>
              </a:ext>
            </a:extLst>
          </p:cNvPr>
          <p:cNvGrpSpPr/>
          <p:nvPr/>
        </p:nvGrpSpPr>
        <p:grpSpPr>
          <a:xfrm>
            <a:off x="3213902" y="3696800"/>
            <a:ext cx="1479094" cy="743638"/>
            <a:chOff x="3213902" y="3696800"/>
            <a:chExt cx="1479094" cy="743638"/>
          </a:xfrm>
        </p:grpSpPr>
        <p:cxnSp>
          <p:nvCxnSpPr>
            <p:cNvPr id="75" name="连接符: 肘形 74">
              <a:extLst>
                <a:ext uri="{FF2B5EF4-FFF2-40B4-BE49-F238E27FC236}">
                  <a16:creationId xmlns:a16="http://schemas.microsoft.com/office/drawing/2014/main" id="{B0753E80-1758-4F9B-8E87-EF86F3BB4687}"/>
                </a:ext>
              </a:extLst>
            </p:cNvPr>
            <p:cNvCxnSpPr>
              <a:cxnSpLocks/>
              <a:stCxn id="11" idx="1"/>
            </p:cNvCxnSpPr>
            <p:nvPr/>
          </p:nvCxnSpPr>
          <p:spPr>
            <a:xfrm rot="10800000" flipH="1">
              <a:off x="3618339" y="3696800"/>
              <a:ext cx="1074657" cy="743638"/>
            </a:xfrm>
            <a:prstGeom prst="bentConnector3">
              <a:avLst>
                <a:gd name="adj1" fmla="val -21272"/>
              </a:avLst>
            </a:prstGeom>
            <a:ln w="12700">
              <a:solidFill>
                <a:schemeClr val="tx1"/>
              </a:solidFill>
              <a:tailEnd type="triangle"/>
            </a:ln>
          </p:spPr>
          <p:style>
            <a:lnRef idx="1">
              <a:schemeClr val="accent1"/>
            </a:lnRef>
            <a:fillRef idx="0">
              <a:schemeClr val="accent1"/>
            </a:fillRef>
            <a:effectRef idx="0">
              <a:schemeClr val="accent1"/>
            </a:effectRef>
            <a:fontRef idx="minor">
              <a:schemeClr val="tx1"/>
            </a:fontRef>
          </p:style>
        </p:cxnSp>
        <p:sp>
          <p:nvSpPr>
            <p:cNvPr id="81" name="文本框 80">
              <a:extLst>
                <a:ext uri="{FF2B5EF4-FFF2-40B4-BE49-F238E27FC236}">
                  <a16:creationId xmlns:a16="http://schemas.microsoft.com/office/drawing/2014/main" id="{75E5AB3E-992E-4B3B-98B0-29DA1FEC7903}"/>
                </a:ext>
              </a:extLst>
            </p:cNvPr>
            <p:cNvSpPr txBox="1"/>
            <p:nvPr/>
          </p:nvSpPr>
          <p:spPr>
            <a:xfrm>
              <a:off x="3213902" y="4029294"/>
              <a:ext cx="679897" cy="369332"/>
            </a:xfrm>
            <a:prstGeom prst="rect">
              <a:avLst/>
            </a:prstGeom>
            <a:noFill/>
          </p:spPr>
          <p:txBody>
            <a:bodyPr wrap="square" rtlCol="0">
              <a:spAutoFit/>
            </a:bodyPr>
            <a:lstStyle/>
            <a:p>
              <a:pPr algn="ctr"/>
              <a:r>
                <a:rPr lang="zh-CN" altLang="en-US" b="1" dirty="0"/>
                <a:t>否</a:t>
              </a:r>
            </a:p>
          </p:txBody>
        </p:sp>
      </p:grpSp>
      <p:grpSp>
        <p:nvGrpSpPr>
          <p:cNvPr id="17" name="组合 16">
            <a:extLst>
              <a:ext uri="{FF2B5EF4-FFF2-40B4-BE49-F238E27FC236}">
                <a16:creationId xmlns:a16="http://schemas.microsoft.com/office/drawing/2014/main" id="{F2477ACC-F32C-45F0-88AC-64E1B5B2BBC0}"/>
              </a:ext>
            </a:extLst>
          </p:cNvPr>
          <p:cNvGrpSpPr/>
          <p:nvPr/>
        </p:nvGrpSpPr>
        <p:grpSpPr>
          <a:xfrm>
            <a:off x="4696748" y="5687318"/>
            <a:ext cx="2889748" cy="598270"/>
            <a:chOff x="4696748" y="5687318"/>
            <a:chExt cx="2889748" cy="598270"/>
          </a:xfrm>
        </p:grpSpPr>
        <p:cxnSp>
          <p:nvCxnSpPr>
            <p:cNvPr id="21" name="连接符: 肘形 20">
              <a:extLst>
                <a:ext uri="{FF2B5EF4-FFF2-40B4-BE49-F238E27FC236}">
                  <a16:creationId xmlns:a16="http://schemas.microsoft.com/office/drawing/2014/main" id="{3E217AB6-D8D2-4578-B61E-3F6EA48A6218}"/>
                </a:ext>
              </a:extLst>
            </p:cNvPr>
            <p:cNvCxnSpPr>
              <a:stCxn id="64" idx="2"/>
              <a:endCxn id="62" idx="2"/>
            </p:cNvCxnSpPr>
            <p:nvPr/>
          </p:nvCxnSpPr>
          <p:spPr>
            <a:xfrm rot="5400000" flipH="1">
              <a:off x="5929218" y="4454848"/>
              <a:ext cx="333567" cy="2798507"/>
            </a:xfrm>
            <a:prstGeom prst="bentConnector3">
              <a:avLst>
                <a:gd name="adj1" fmla="val -68532"/>
              </a:avLst>
            </a:prstGeom>
            <a:ln w="12700">
              <a:solidFill>
                <a:schemeClr val="tx1"/>
              </a:solidFill>
              <a:tailEnd type="triangle"/>
            </a:ln>
          </p:spPr>
          <p:style>
            <a:lnRef idx="1">
              <a:schemeClr val="accent1"/>
            </a:lnRef>
            <a:fillRef idx="0">
              <a:schemeClr val="accent1"/>
            </a:fillRef>
            <a:effectRef idx="0">
              <a:schemeClr val="accent1"/>
            </a:effectRef>
            <a:fontRef idx="minor">
              <a:schemeClr val="tx1"/>
            </a:fontRef>
          </p:style>
        </p:cxnSp>
        <p:sp>
          <p:nvSpPr>
            <p:cNvPr id="82" name="文本框 81">
              <a:extLst>
                <a:ext uri="{FF2B5EF4-FFF2-40B4-BE49-F238E27FC236}">
                  <a16:creationId xmlns:a16="http://schemas.microsoft.com/office/drawing/2014/main" id="{19443827-4B1D-4F0D-8490-B3DD9045CAAF}"/>
                </a:ext>
              </a:extLst>
            </p:cNvPr>
            <p:cNvSpPr txBox="1"/>
            <p:nvPr/>
          </p:nvSpPr>
          <p:spPr>
            <a:xfrm>
              <a:off x="6906599" y="5916256"/>
              <a:ext cx="679897" cy="369332"/>
            </a:xfrm>
            <a:prstGeom prst="rect">
              <a:avLst/>
            </a:prstGeom>
            <a:noFill/>
          </p:spPr>
          <p:txBody>
            <a:bodyPr wrap="square" rtlCol="0">
              <a:spAutoFit/>
            </a:bodyPr>
            <a:lstStyle/>
            <a:p>
              <a:pPr algn="ctr"/>
              <a:r>
                <a:rPr lang="zh-CN" altLang="en-US" b="1" dirty="0"/>
                <a:t>否</a:t>
              </a:r>
            </a:p>
          </p:txBody>
        </p:sp>
      </p:grpSp>
      <p:grpSp>
        <p:nvGrpSpPr>
          <p:cNvPr id="14" name="组合 13">
            <a:extLst>
              <a:ext uri="{FF2B5EF4-FFF2-40B4-BE49-F238E27FC236}">
                <a16:creationId xmlns:a16="http://schemas.microsoft.com/office/drawing/2014/main" id="{DFFE2C86-0EC7-4C76-B053-FAAD2048078C}"/>
              </a:ext>
            </a:extLst>
          </p:cNvPr>
          <p:cNvGrpSpPr/>
          <p:nvPr/>
        </p:nvGrpSpPr>
        <p:grpSpPr>
          <a:xfrm>
            <a:off x="3618340" y="4861868"/>
            <a:ext cx="2156815" cy="825449"/>
            <a:chOff x="3618340" y="4861868"/>
            <a:chExt cx="2156815" cy="825449"/>
          </a:xfrm>
        </p:grpSpPr>
        <p:sp>
          <p:nvSpPr>
            <p:cNvPr id="62" name="矩形 61">
              <a:extLst>
                <a:ext uri="{FF2B5EF4-FFF2-40B4-BE49-F238E27FC236}">
                  <a16:creationId xmlns:a16="http://schemas.microsoft.com/office/drawing/2014/main" id="{F54F187A-0CED-475A-BCF6-B88756AE175F}"/>
                </a:ext>
              </a:extLst>
            </p:cNvPr>
            <p:cNvSpPr/>
            <p:nvPr/>
          </p:nvSpPr>
          <p:spPr>
            <a:xfrm>
              <a:off x="3618340" y="5351823"/>
              <a:ext cx="2156815" cy="335494"/>
            </a:xfrm>
            <a:prstGeom prst="rect">
              <a:avLst/>
            </a:prstGeom>
          </p:spPr>
          <p:style>
            <a:lnRef idx="2">
              <a:schemeClr val="accent5">
                <a:shade val="50000"/>
              </a:schemeClr>
            </a:lnRef>
            <a:fillRef idx="1">
              <a:schemeClr val="accent5"/>
            </a:fillRef>
            <a:effectRef idx="0">
              <a:schemeClr val="accent5"/>
            </a:effectRef>
            <a:fontRef idx="minor">
              <a:schemeClr val="lt1"/>
            </a:fontRef>
          </p:style>
          <p:txBody>
            <a:bodyPr rtlCol="0" anchor="ctr"/>
            <a:lstStyle/>
            <a:p>
              <a:pPr algn="ctr"/>
              <a:r>
                <a:rPr lang="zh-CN" altLang="en-US" b="1" dirty="0"/>
                <a:t>发送帧</a:t>
              </a:r>
            </a:p>
          </p:txBody>
        </p:sp>
        <p:cxnSp>
          <p:nvCxnSpPr>
            <p:cNvPr id="73" name="直接箭头连接符 72">
              <a:extLst>
                <a:ext uri="{FF2B5EF4-FFF2-40B4-BE49-F238E27FC236}">
                  <a16:creationId xmlns:a16="http://schemas.microsoft.com/office/drawing/2014/main" id="{7B8869AD-956A-4BAD-B1BE-AA2C5E0CC188}"/>
                </a:ext>
              </a:extLst>
            </p:cNvPr>
            <p:cNvCxnSpPr>
              <a:cxnSpLocks/>
              <a:stCxn id="11" idx="2"/>
              <a:endCxn id="62" idx="0"/>
            </p:cNvCxnSpPr>
            <p:nvPr/>
          </p:nvCxnSpPr>
          <p:spPr>
            <a:xfrm>
              <a:off x="4696748" y="4941752"/>
              <a:ext cx="0" cy="410071"/>
            </a:xfrm>
            <a:prstGeom prst="straightConnector1">
              <a:avLst/>
            </a:prstGeom>
            <a:ln w="12700">
              <a:solidFill>
                <a:schemeClr val="tx1"/>
              </a:solidFill>
              <a:tailEnd type="triangle"/>
            </a:ln>
          </p:spPr>
          <p:style>
            <a:lnRef idx="1">
              <a:schemeClr val="accent1"/>
            </a:lnRef>
            <a:fillRef idx="0">
              <a:schemeClr val="accent1"/>
            </a:fillRef>
            <a:effectRef idx="0">
              <a:schemeClr val="accent1"/>
            </a:effectRef>
            <a:fontRef idx="minor">
              <a:schemeClr val="tx1"/>
            </a:fontRef>
          </p:style>
        </p:cxnSp>
        <p:sp>
          <p:nvSpPr>
            <p:cNvPr id="84" name="文本框 83">
              <a:extLst>
                <a:ext uri="{FF2B5EF4-FFF2-40B4-BE49-F238E27FC236}">
                  <a16:creationId xmlns:a16="http://schemas.microsoft.com/office/drawing/2014/main" id="{692F5F67-9019-480B-80C9-30B4E7172CF0}"/>
                </a:ext>
              </a:extLst>
            </p:cNvPr>
            <p:cNvSpPr txBox="1"/>
            <p:nvPr/>
          </p:nvSpPr>
          <p:spPr>
            <a:xfrm>
              <a:off x="4559904" y="4861868"/>
              <a:ext cx="637749" cy="369332"/>
            </a:xfrm>
            <a:prstGeom prst="rect">
              <a:avLst/>
            </a:prstGeom>
            <a:noFill/>
          </p:spPr>
          <p:txBody>
            <a:bodyPr wrap="square" rtlCol="0">
              <a:spAutoFit/>
            </a:bodyPr>
            <a:lstStyle/>
            <a:p>
              <a:pPr algn="ctr"/>
              <a:r>
                <a:rPr lang="zh-CN" altLang="en-US" b="1" dirty="0"/>
                <a:t>是</a:t>
              </a:r>
            </a:p>
          </p:txBody>
        </p:sp>
      </p:grpSp>
      <p:grpSp>
        <p:nvGrpSpPr>
          <p:cNvPr id="77" name="组合 76">
            <a:extLst>
              <a:ext uri="{FF2B5EF4-FFF2-40B4-BE49-F238E27FC236}">
                <a16:creationId xmlns:a16="http://schemas.microsoft.com/office/drawing/2014/main" id="{1B6971EE-F977-4DA3-A9A0-44F6C9DC48DA}"/>
              </a:ext>
            </a:extLst>
          </p:cNvPr>
          <p:cNvGrpSpPr/>
          <p:nvPr/>
        </p:nvGrpSpPr>
        <p:grpSpPr>
          <a:xfrm>
            <a:off x="9727206" y="734232"/>
            <a:ext cx="2153414" cy="461665"/>
            <a:chOff x="9727206" y="734232"/>
            <a:chExt cx="2153414" cy="461665"/>
          </a:xfrm>
        </p:grpSpPr>
        <p:sp>
          <p:nvSpPr>
            <p:cNvPr id="79" name="矩形 78">
              <a:extLst>
                <a:ext uri="{FF2B5EF4-FFF2-40B4-BE49-F238E27FC236}">
                  <a16:creationId xmlns:a16="http://schemas.microsoft.com/office/drawing/2014/main" id="{23D339D1-2ECC-4222-BF66-5F8AC926D8C7}"/>
                </a:ext>
              </a:extLst>
            </p:cNvPr>
            <p:cNvSpPr/>
            <p:nvPr/>
          </p:nvSpPr>
          <p:spPr>
            <a:xfrm>
              <a:off x="9727206" y="757078"/>
              <a:ext cx="2153414" cy="400110"/>
            </a:xfrm>
            <a:prstGeom prst="rect">
              <a:avLst/>
            </a:prstGeom>
            <a:solidFill>
              <a:schemeClr val="accent5"/>
            </a:solidFill>
            <a:ln>
              <a:solidFill>
                <a:schemeClr val="accent5"/>
              </a:solidFill>
            </a:ln>
          </p:spPr>
          <p:style>
            <a:lnRef idx="2">
              <a:schemeClr val="accent5">
                <a:shade val="50000"/>
              </a:schemeClr>
            </a:lnRef>
            <a:fillRef idx="1">
              <a:schemeClr val="accent5"/>
            </a:fillRef>
            <a:effectRef idx="0">
              <a:schemeClr val="accent5"/>
            </a:effectRef>
            <a:fontRef idx="minor">
              <a:schemeClr val="lt1"/>
            </a:fontRef>
          </p:style>
          <p:txBody>
            <a:bodyPr rtlCol="0" anchor="ctr"/>
            <a:lstStyle/>
            <a:p>
              <a:pPr algn="ctr"/>
              <a:endParaRPr lang="zh-CN" altLang="en-US"/>
            </a:p>
          </p:txBody>
        </p:sp>
        <p:sp>
          <p:nvSpPr>
            <p:cNvPr id="80" name="文本框 79">
              <a:extLst>
                <a:ext uri="{FF2B5EF4-FFF2-40B4-BE49-F238E27FC236}">
                  <a16:creationId xmlns:a16="http://schemas.microsoft.com/office/drawing/2014/main" id="{644983D9-31FB-44F8-9DB3-5BFCAA2F4462}"/>
                </a:ext>
              </a:extLst>
            </p:cNvPr>
            <p:cNvSpPr txBox="1"/>
            <p:nvPr/>
          </p:nvSpPr>
          <p:spPr>
            <a:xfrm>
              <a:off x="9791788" y="772467"/>
              <a:ext cx="1598556" cy="400110"/>
            </a:xfrm>
            <a:prstGeom prst="rect">
              <a:avLst/>
            </a:prstGeom>
            <a:noFill/>
          </p:spPr>
          <p:txBody>
            <a:bodyPr wrap="square" rtlCol="0">
              <a:spAutoFit/>
            </a:bodyPr>
            <a:lstStyle/>
            <a:p>
              <a:pPr algn="ctr"/>
              <a:r>
                <a:rPr lang="zh-CN" altLang="en-US" sz="2000" b="1" dirty="0">
                  <a:solidFill>
                    <a:schemeClr val="bg1"/>
                  </a:solidFill>
                </a:rPr>
                <a:t>碰撞检测</a:t>
              </a:r>
            </a:p>
          </p:txBody>
        </p:sp>
        <p:sp>
          <p:nvSpPr>
            <p:cNvPr id="85" name="文本框 84">
              <a:extLst>
                <a:ext uri="{FF2B5EF4-FFF2-40B4-BE49-F238E27FC236}">
                  <a16:creationId xmlns:a16="http://schemas.microsoft.com/office/drawing/2014/main" id="{C1CFD963-D797-4467-A290-7E45A4D0B8B2}"/>
                </a:ext>
              </a:extLst>
            </p:cNvPr>
            <p:cNvSpPr txBox="1"/>
            <p:nvPr/>
          </p:nvSpPr>
          <p:spPr>
            <a:xfrm>
              <a:off x="11033742" y="734232"/>
              <a:ext cx="383192" cy="461665"/>
            </a:xfrm>
            <a:prstGeom prst="rect">
              <a:avLst/>
            </a:prstGeom>
            <a:noFill/>
          </p:spPr>
          <p:txBody>
            <a:bodyPr wrap="square">
              <a:spAutoFit/>
            </a:bodyPr>
            <a:lstStyle/>
            <a:p>
              <a:r>
                <a:rPr lang="en-US" altLang="zh-CN" sz="2400" b="1" dirty="0">
                  <a:solidFill>
                    <a:schemeClr val="bg1"/>
                  </a:solidFill>
                  <a:latin typeface="Arial Narrow" panose="020B0606020202030204" pitchFamily="34" charset="0"/>
                </a:rPr>
                <a:t>C</a:t>
              </a:r>
              <a:endParaRPr lang="zh-CN" altLang="en-US" sz="2400" dirty="0">
                <a:solidFill>
                  <a:schemeClr val="bg1"/>
                </a:solidFill>
              </a:endParaRPr>
            </a:p>
          </p:txBody>
        </p:sp>
        <p:sp>
          <p:nvSpPr>
            <p:cNvPr id="86" name="文本框 85">
              <a:extLst>
                <a:ext uri="{FF2B5EF4-FFF2-40B4-BE49-F238E27FC236}">
                  <a16:creationId xmlns:a16="http://schemas.microsoft.com/office/drawing/2014/main" id="{BA726DB0-C965-40B9-B603-AEA447E38417}"/>
                </a:ext>
              </a:extLst>
            </p:cNvPr>
            <p:cNvSpPr txBox="1"/>
            <p:nvPr/>
          </p:nvSpPr>
          <p:spPr>
            <a:xfrm>
              <a:off x="11260686" y="734232"/>
              <a:ext cx="383192" cy="461665"/>
            </a:xfrm>
            <a:prstGeom prst="rect">
              <a:avLst/>
            </a:prstGeom>
            <a:noFill/>
          </p:spPr>
          <p:txBody>
            <a:bodyPr wrap="square">
              <a:spAutoFit/>
            </a:bodyPr>
            <a:lstStyle/>
            <a:p>
              <a:r>
                <a:rPr lang="en-US" altLang="zh-CN" sz="2400" b="1" dirty="0">
                  <a:solidFill>
                    <a:schemeClr val="bg1"/>
                  </a:solidFill>
                  <a:latin typeface="Arial Narrow" panose="020B0606020202030204" pitchFamily="34" charset="0"/>
                </a:rPr>
                <a:t>D</a:t>
              </a:r>
              <a:endParaRPr lang="zh-CN" altLang="en-US" sz="2400" dirty="0">
                <a:solidFill>
                  <a:schemeClr val="bg1"/>
                </a:solidFill>
              </a:endParaRPr>
            </a:p>
          </p:txBody>
        </p:sp>
      </p:grpSp>
      <p:cxnSp>
        <p:nvCxnSpPr>
          <p:cNvPr id="87" name="直接箭头连接符 86">
            <a:extLst>
              <a:ext uri="{FF2B5EF4-FFF2-40B4-BE49-F238E27FC236}">
                <a16:creationId xmlns:a16="http://schemas.microsoft.com/office/drawing/2014/main" id="{6BD70865-A07D-44FE-ABD0-8FF10C08D28A}"/>
              </a:ext>
            </a:extLst>
          </p:cNvPr>
          <p:cNvCxnSpPr>
            <a:cxnSpLocks/>
          </p:cNvCxnSpPr>
          <p:nvPr/>
        </p:nvCxnSpPr>
        <p:spPr>
          <a:xfrm flipV="1">
            <a:off x="7247900" y="1692469"/>
            <a:ext cx="0" cy="773654"/>
          </a:xfrm>
          <a:prstGeom prst="straightConnector1">
            <a:avLst/>
          </a:prstGeom>
          <a:ln w="50800" cap="rnd">
            <a:solidFill>
              <a:schemeClr val="accent6"/>
            </a:solidFill>
            <a:round/>
            <a:tailEnd type="triangle" w="med" len="med"/>
          </a:ln>
        </p:spPr>
        <p:style>
          <a:lnRef idx="1">
            <a:schemeClr val="accent1"/>
          </a:lnRef>
          <a:fillRef idx="0">
            <a:schemeClr val="accent1"/>
          </a:fillRef>
          <a:effectRef idx="0">
            <a:schemeClr val="accent1"/>
          </a:effectRef>
          <a:fontRef idx="minor">
            <a:schemeClr val="tx1"/>
          </a:fontRef>
        </p:style>
      </p:cxnSp>
      <p:grpSp>
        <p:nvGrpSpPr>
          <p:cNvPr id="20" name="组合 19">
            <a:extLst>
              <a:ext uri="{FF2B5EF4-FFF2-40B4-BE49-F238E27FC236}">
                <a16:creationId xmlns:a16="http://schemas.microsoft.com/office/drawing/2014/main" id="{1FF25F8D-F086-494E-8FD9-D16C042152CF}"/>
              </a:ext>
            </a:extLst>
          </p:cNvPr>
          <p:cNvGrpSpPr/>
          <p:nvPr/>
        </p:nvGrpSpPr>
        <p:grpSpPr>
          <a:xfrm>
            <a:off x="6809207" y="1304626"/>
            <a:ext cx="820470" cy="820470"/>
            <a:chOff x="9290558" y="4054613"/>
            <a:chExt cx="820470" cy="820470"/>
          </a:xfrm>
        </p:grpSpPr>
        <p:sp>
          <p:nvSpPr>
            <p:cNvPr id="94" name="爆炸形: 8 pt  93">
              <a:extLst>
                <a:ext uri="{FF2B5EF4-FFF2-40B4-BE49-F238E27FC236}">
                  <a16:creationId xmlns:a16="http://schemas.microsoft.com/office/drawing/2014/main" id="{B0E4C2A5-F272-426D-AD63-2B20049E3806}"/>
                </a:ext>
              </a:extLst>
            </p:cNvPr>
            <p:cNvSpPr/>
            <p:nvPr/>
          </p:nvSpPr>
          <p:spPr>
            <a:xfrm>
              <a:off x="9290558" y="4054613"/>
              <a:ext cx="820470" cy="820470"/>
            </a:xfrm>
            <a:prstGeom prst="irregularSeal1">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sz="2000" b="1" dirty="0"/>
            </a:p>
          </p:txBody>
        </p:sp>
        <p:sp>
          <p:nvSpPr>
            <p:cNvPr id="19" name="文本框 18">
              <a:extLst>
                <a:ext uri="{FF2B5EF4-FFF2-40B4-BE49-F238E27FC236}">
                  <a16:creationId xmlns:a16="http://schemas.microsoft.com/office/drawing/2014/main" id="{9A04026C-346A-4418-8C7C-58678F177B4D}"/>
                </a:ext>
              </a:extLst>
            </p:cNvPr>
            <p:cNvSpPr txBox="1"/>
            <p:nvPr/>
          </p:nvSpPr>
          <p:spPr>
            <a:xfrm>
              <a:off x="9290558" y="4250289"/>
              <a:ext cx="777741" cy="369332"/>
            </a:xfrm>
            <a:prstGeom prst="rect">
              <a:avLst/>
            </a:prstGeom>
            <a:noFill/>
          </p:spPr>
          <p:txBody>
            <a:bodyPr wrap="square" rtlCol="0">
              <a:spAutoFit/>
            </a:bodyPr>
            <a:lstStyle/>
            <a:p>
              <a:pPr algn="ctr"/>
              <a:r>
                <a:rPr lang="zh-CN" altLang="en-US" b="1" dirty="0">
                  <a:solidFill>
                    <a:schemeClr val="bg1"/>
                  </a:solidFill>
                </a:rPr>
                <a:t>碰撞</a:t>
              </a:r>
            </a:p>
          </p:txBody>
        </p:sp>
      </p:grpSp>
    </p:spTree>
    <p:custDataLst>
      <p:tags r:id="rId1"/>
    </p:custDataLst>
    <p:extLst>
      <p:ext uri="{BB962C8B-B14F-4D97-AF65-F5344CB8AC3E}">
        <p14:creationId xmlns:p14="http://schemas.microsoft.com/office/powerpoint/2010/main" val="740352487"/>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2" presetClass="entr" presetSubtype="8" fill="hold" grpId="0" nodeType="withEffect">
                                  <p:stCondLst>
                                    <p:cond delay="0"/>
                                  </p:stCondLst>
                                  <p:childTnLst>
                                    <p:set>
                                      <p:cBhvr>
                                        <p:cTn id="6" dur="1" fill="hold">
                                          <p:stCondLst>
                                            <p:cond delay="0"/>
                                          </p:stCondLst>
                                        </p:cTn>
                                        <p:tgtEl>
                                          <p:spTgt spid="88"/>
                                        </p:tgtEl>
                                        <p:attrNameLst>
                                          <p:attrName>style.visibility</p:attrName>
                                        </p:attrNameLst>
                                      </p:cBhvr>
                                      <p:to>
                                        <p:strVal val="visible"/>
                                      </p:to>
                                    </p:set>
                                    <p:anim calcmode="lin" valueType="num">
                                      <p:cBhvr additive="base">
                                        <p:cTn id="7" dur="500"/>
                                        <p:tgtEl>
                                          <p:spTgt spid="88"/>
                                        </p:tgtEl>
                                        <p:attrNameLst>
                                          <p:attrName>ppt_x</p:attrName>
                                        </p:attrNameLst>
                                      </p:cBhvr>
                                      <p:tavLst>
                                        <p:tav tm="0">
                                          <p:val>
                                            <p:strVal val="#ppt_x-#ppt_w*1.125000"/>
                                          </p:val>
                                        </p:tav>
                                        <p:tav tm="100000">
                                          <p:val>
                                            <p:strVal val="#ppt_x"/>
                                          </p:val>
                                        </p:tav>
                                      </p:tavLst>
                                    </p:anim>
                                    <p:animEffect transition="in" filter="wipe(right)">
                                      <p:cBhvr>
                                        <p:cTn id="8" dur="500"/>
                                        <p:tgtEl>
                                          <p:spTgt spid="88"/>
                                        </p:tgtEl>
                                      </p:cBhvr>
                                    </p:animEffect>
                                  </p:childTnLst>
                                </p:cTn>
                              </p:par>
                              <p:par>
                                <p:cTn id="9" presetID="12" presetClass="entr" presetSubtype="8" fill="hold" grpId="0" nodeType="withEffect">
                                  <p:stCondLst>
                                    <p:cond delay="0"/>
                                  </p:stCondLst>
                                  <p:childTnLst>
                                    <p:set>
                                      <p:cBhvr>
                                        <p:cTn id="10" dur="1" fill="hold">
                                          <p:stCondLst>
                                            <p:cond delay="0"/>
                                          </p:stCondLst>
                                        </p:cTn>
                                        <p:tgtEl>
                                          <p:spTgt spid="91"/>
                                        </p:tgtEl>
                                        <p:attrNameLst>
                                          <p:attrName>style.visibility</p:attrName>
                                        </p:attrNameLst>
                                      </p:cBhvr>
                                      <p:to>
                                        <p:strVal val="visible"/>
                                      </p:to>
                                    </p:set>
                                    <p:anim calcmode="lin" valueType="num">
                                      <p:cBhvr additive="base">
                                        <p:cTn id="11" dur="500"/>
                                        <p:tgtEl>
                                          <p:spTgt spid="91"/>
                                        </p:tgtEl>
                                        <p:attrNameLst>
                                          <p:attrName>ppt_x</p:attrName>
                                        </p:attrNameLst>
                                      </p:cBhvr>
                                      <p:tavLst>
                                        <p:tav tm="0">
                                          <p:val>
                                            <p:strVal val="#ppt_x-#ppt_w*1.125000"/>
                                          </p:val>
                                        </p:tav>
                                        <p:tav tm="100000">
                                          <p:val>
                                            <p:strVal val="#ppt_x"/>
                                          </p:val>
                                        </p:tav>
                                      </p:tavLst>
                                    </p:anim>
                                    <p:animEffect transition="in" filter="wipe(right)">
                                      <p:cBhvr>
                                        <p:cTn id="12" dur="500"/>
                                        <p:tgtEl>
                                          <p:spTgt spid="91"/>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88" grpId="0"/>
      <p:bldP spid="91" grpId="0"/>
    </p:bldLst>
  </p:timing>
</p:sld>
</file>

<file path=ppt/slides/slide31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8" name="文本框 87">
            <a:extLst>
              <a:ext uri="{FF2B5EF4-FFF2-40B4-BE49-F238E27FC236}">
                <a16:creationId xmlns:a16="http://schemas.microsoft.com/office/drawing/2014/main" id="{C1BC94DB-C9CF-4F04-9AEA-91EC5BEDB894}"/>
              </a:ext>
            </a:extLst>
          </p:cNvPr>
          <p:cNvSpPr txBox="1"/>
          <p:nvPr/>
        </p:nvSpPr>
        <p:spPr>
          <a:xfrm>
            <a:off x="5000608" y="2203930"/>
            <a:ext cx="1844599" cy="923330"/>
          </a:xfrm>
          <a:prstGeom prst="rect">
            <a:avLst/>
          </a:prstGeom>
          <a:noFill/>
        </p:spPr>
        <p:txBody>
          <a:bodyPr wrap="square" rtlCol="0">
            <a:spAutoFit/>
          </a:bodyPr>
          <a:lstStyle/>
          <a:p>
            <a:r>
              <a:rPr lang="zh-CN" altLang="en-US" b="1" dirty="0">
                <a:solidFill>
                  <a:schemeClr val="accent5"/>
                </a:solidFill>
                <a:latin typeface="+mn-ea"/>
              </a:rPr>
              <a:t>边发送帧</a:t>
            </a:r>
            <a:endParaRPr lang="en-US" altLang="zh-CN" b="1" dirty="0">
              <a:solidFill>
                <a:schemeClr val="accent5"/>
              </a:solidFill>
              <a:latin typeface="+mn-ea"/>
            </a:endParaRPr>
          </a:p>
          <a:p>
            <a:r>
              <a:rPr lang="zh-CN" altLang="en-US" b="1" dirty="0">
                <a:solidFill>
                  <a:schemeClr val="accent5"/>
                </a:solidFill>
                <a:latin typeface="+mn-ea"/>
              </a:rPr>
              <a:t>边检测碰撞</a:t>
            </a:r>
            <a:endParaRPr lang="en-US" altLang="zh-CN" b="1" dirty="0">
              <a:solidFill>
                <a:schemeClr val="accent5"/>
              </a:solidFill>
              <a:latin typeface="+mn-ea"/>
            </a:endParaRPr>
          </a:p>
          <a:p>
            <a:r>
              <a:rPr lang="zh-CN" altLang="en-US" b="1" dirty="0">
                <a:solidFill>
                  <a:schemeClr val="accent5"/>
                </a:solidFill>
                <a:latin typeface="+mn-ea"/>
              </a:rPr>
              <a:t>但检测不到碰撞</a:t>
            </a:r>
          </a:p>
        </p:txBody>
      </p:sp>
      <p:sp>
        <p:nvSpPr>
          <p:cNvPr id="91" name="文本框 90">
            <a:extLst>
              <a:ext uri="{FF2B5EF4-FFF2-40B4-BE49-F238E27FC236}">
                <a16:creationId xmlns:a16="http://schemas.microsoft.com/office/drawing/2014/main" id="{DC81292F-7B68-4339-BFD1-4289C2D92091}"/>
              </a:ext>
            </a:extLst>
          </p:cNvPr>
          <p:cNvSpPr txBox="1"/>
          <p:nvPr/>
        </p:nvSpPr>
        <p:spPr>
          <a:xfrm>
            <a:off x="7402637" y="2180377"/>
            <a:ext cx="1844599" cy="923330"/>
          </a:xfrm>
          <a:prstGeom prst="rect">
            <a:avLst/>
          </a:prstGeom>
          <a:noFill/>
        </p:spPr>
        <p:txBody>
          <a:bodyPr wrap="square" rtlCol="0">
            <a:spAutoFit/>
          </a:bodyPr>
          <a:lstStyle/>
          <a:p>
            <a:r>
              <a:rPr lang="zh-CN" altLang="en-US" b="1" dirty="0">
                <a:solidFill>
                  <a:schemeClr val="accent1">
                    <a:lumMod val="75000"/>
                  </a:schemeClr>
                </a:solidFill>
                <a:latin typeface="+mn-ea"/>
              </a:rPr>
              <a:t>检测到碰撞</a:t>
            </a:r>
            <a:endParaRPr lang="en-US" altLang="zh-CN" b="1" dirty="0">
              <a:solidFill>
                <a:schemeClr val="accent1">
                  <a:lumMod val="75000"/>
                </a:schemeClr>
              </a:solidFill>
              <a:latin typeface="+mn-ea"/>
            </a:endParaRPr>
          </a:p>
          <a:p>
            <a:r>
              <a:rPr lang="zh-CN" altLang="en-US" b="1" dirty="0">
                <a:solidFill>
                  <a:schemeClr val="accent1">
                    <a:lumMod val="75000"/>
                  </a:schemeClr>
                </a:solidFill>
                <a:latin typeface="+mn-ea"/>
              </a:rPr>
              <a:t>停止发送</a:t>
            </a:r>
            <a:endParaRPr lang="en-US" altLang="zh-CN" b="1" dirty="0">
              <a:solidFill>
                <a:schemeClr val="accent1">
                  <a:lumMod val="75000"/>
                </a:schemeClr>
              </a:solidFill>
              <a:latin typeface="+mn-ea"/>
            </a:endParaRPr>
          </a:p>
          <a:p>
            <a:r>
              <a:rPr lang="zh-CN" altLang="en-US" b="1" dirty="0">
                <a:solidFill>
                  <a:schemeClr val="accent1">
                    <a:lumMod val="75000"/>
                  </a:schemeClr>
                </a:solidFill>
                <a:latin typeface="+mn-ea"/>
              </a:rPr>
              <a:t>退避随机时间</a:t>
            </a:r>
          </a:p>
        </p:txBody>
      </p:sp>
      <p:sp>
        <p:nvSpPr>
          <p:cNvPr id="10" name="矩形 9">
            <a:extLst>
              <a:ext uri="{FF2B5EF4-FFF2-40B4-BE49-F238E27FC236}">
                <a16:creationId xmlns:a16="http://schemas.microsoft.com/office/drawing/2014/main" id="{817E4DA6-B50E-48FD-8638-9AAD694A90D7}"/>
              </a:ext>
            </a:extLst>
          </p:cNvPr>
          <p:cNvSpPr/>
          <p:nvPr/>
        </p:nvSpPr>
        <p:spPr>
          <a:xfrm>
            <a:off x="3618340" y="3193559"/>
            <a:ext cx="2156815" cy="335494"/>
          </a:xfrm>
          <a:prstGeom prst="rect">
            <a:avLst/>
          </a:prstGeom>
        </p:spPr>
        <p:style>
          <a:lnRef idx="2">
            <a:schemeClr val="accent3">
              <a:shade val="50000"/>
            </a:schemeClr>
          </a:lnRef>
          <a:fillRef idx="1">
            <a:schemeClr val="accent3"/>
          </a:fillRef>
          <a:effectRef idx="0">
            <a:schemeClr val="accent3"/>
          </a:effectRef>
          <a:fontRef idx="minor">
            <a:schemeClr val="lt1"/>
          </a:fontRef>
        </p:style>
        <p:txBody>
          <a:bodyPr rtlCol="0" anchor="ctr"/>
          <a:lstStyle/>
          <a:p>
            <a:pPr algn="ctr"/>
            <a:r>
              <a:rPr lang="zh-CN" altLang="en-US" b="1" dirty="0"/>
              <a:t>有帧要发送</a:t>
            </a:r>
          </a:p>
        </p:txBody>
      </p:sp>
      <p:grpSp>
        <p:nvGrpSpPr>
          <p:cNvPr id="4" name="组合 3">
            <a:extLst>
              <a:ext uri="{FF2B5EF4-FFF2-40B4-BE49-F238E27FC236}">
                <a16:creationId xmlns:a16="http://schemas.microsoft.com/office/drawing/2014/main" id="{9A1EA9F2-FCB6-48C3-935F-7AE7E3AD14AC}"/>
              </a:ext>
            </a:extLst>
          </p:cNvPr>
          <p:cNvGrpSpPr/>
          <p:nvPr/>
        </p:nvGrpSpPr>
        <p:grpSpPr>
          <a:xfrm>
            <a:off x="304800" y="749300"/>
            <a:ext cx="6192344" cy="400110"/>
            <a:chOff x="424117" y="898245"/>
            <a:chExt cx="6192344" cy="400110"/>
          </a:xfrm>
        </p:grpSpPr>
        <p:sp>
          <p:nvSpPr>
            <p:cNvPr id="2" name="平行四边形 1">
              <a:extLst>
                <a:ext uri="{FF2B5EF4-FFF2-40B4-BE49-F238E27FC236}">
                  <a16:creationId xmlns:a16="http://schemas.microsoft.com/office/drawing/2014/main" id="{1F5BAA3F-9845-4F89-A2DD-8222D3E4EDAC}"/>
                </a:ext>
              </a:extLst>
            </p:cNvPr>
            <p:cNvSpPr/>
            <p:nvPr/>
          </p:nvSpPr>
          <p:spPr>
            <a:xfrm>
              <a:off x="424117" y="898245"/>
              <a:ext cx="628306" cy="387090"/>
            </a:xfrm>
            <a:prstGeom prst="parallelogram">
              <a:avLst/>
            </a:prstGeom>
            <a:solidFill>
              <a:schemeClr val="accent3">
                <a:lumMod val="75000"/>
              </a:schemeClr>
            </a:solidFill>
            <a:ln>
              <a:solidFill>
                <a:schemeClr val="accent3">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CN" sz="2200" dirty="0">
                  <a:latin typeface="Impact" panose="020B0806030902050204" pitchFamily="34" charset="0"/>
                </a:rPr>
                <a:t>01</a:t>
              </a:r>
              <a:endParaRPr lang="zh-CN" altLang="en-US" sz="2200" dirty="0">
                <a:latin typeface="Impact" panose="020B0806030902050204" pitchFamily="34" charset="0"/>
              </a:endParaRPr>
            </a:p>
          </p:txBody>
        </p:sp>
        <p:sp>
          <p:nvSpPr>
            <p:cNvPr id="3" name="文本框 2">
              <a:extLst>
                <a:ext uri="{FF2B5EF4-FFF2-40B4-BE49-F238E27FC236}">
                  <a16:creationId xmlns:a16="http://schemas.microsoft.com/office/drawing/2014/main" id="{4D6BD736-A4D3-4F26-AFED-36E11F50F70B}"/>
                </a:ext>
              </a:extLst>
            </p:cNvPr>
            <p:cNvSpPr txBox="1"/>
            <p:nvPr/>
          </p:nvSpPr>
          <p:spPr>
            <a:xfrm>
              <a:off x="1052423" y="898245"/>
              <a:ext cx="5564038" cy="400110"/>
            </a:xfrm>
            <a:prstGeom prst="rect">
              <a:avLst/>
            </a:prstGeom>
            <a:noFill/>
          </p:spPr>
          <p:txBody>
            <a:bodyPr wrap="square" rtlCol="0">
              <a:spAutoFit/>
            </a:bodyPr>
            <a:lstStyle/>
            <a:p>
              <a:r>
                <a:rPr lang="en-US" altLang="zh-CN" sz="2000" b="1" dirty="0"/>
                <a:t>CSMA/CD</a:t>
              </a:r>
              <a:r>
                <a:rPr lang="zh-CN" altLang="en-US" sz="2000" b="1" dirty="0"/>
                <a:t>协议的基本原理</a:t>
              </a:r>
              <a:endParaRPr lang="en-US" altLang="zh-CN" sz="2000" b="1" dirty="0"/>
            </a:p>
          </p:txBody>
        </p:sp>
      </p:grpSp>
      <p:grpSp>
        <p:nvGrpSpPr>
          <p:cNvPr id="5" name="组合 4">
            <a:extLst>
              <a:ext uri="{FF2B5EF4-FFF2-40B4-BE49-F238E27FC236}">
                <a16:creationId xmlns:a16="http://schemas.microsoft.com/office/drawing/2014/main" id="{C01E6C52-422B-4C95-B19D-1CED5810DA03}"/>
              </a:ext>
            </a:extLst>
          </p:cNvPr>
          <p:cNvGrpSpPr/>
          <p:nvPr/>
        </p:nvGrpSpPr>
        <p:grpSpPr>
          <a:xfrm>
            <a:off x="4462359" y="730007"/>
            <a:ext cx="2153414" cy="461665"/>
            <a:chOff x="4462359" y="730007"/>
            <a:chExt cx="2153414" cy="461665"/>
          </a:xfrm>
        </p:grpSpPr>
        <p:sp>
          <p:nvSpPr>
            <p:cNvPr id="6" name="矩形 5">
              <a:extLst>
                <a:ext uri="{FF2B5EF4-FFF2-40B4-BE49-F238E27FC236}">
                  <a16:creationId xmlns:a16="http://schemas.microsoft.com/office/drawing/2014/main" id="{BC2570DD-396E-4D25-AF51-7823C90107CF}"/>
                </a:ext>
              </a:extLst>
            </p:cNvPr>
            <p:cNvSpPr/>
            <p:nvPr/>
          </p:nvSpPr>
          <p:spPr>
            <a:xfrm>
              <a:off x="4462359" y="757078"/>
              <a:ext cx="2153414" cy="400110"/>
            </a:xfrm>
            <a:prstGeom prst="rect">
              <a:avLst/>
            </a:prstGeom>
            <a:solidFill>
              <a:schemeClr val="bg2">
                <a:lumMod val="90000"/>
              </a:schemeClr>
            </a:solidFill>
            <a:ln>
              <a:solidFill>
                <a:schemeClr val="bg2">
                  <a:lumMod val="90000"/>
                </a:schemeClr>
              </a:solidFill>
            </a:ln>
          </p:spPr>
          <p:style>
            <a:lnRef idx="2">
              <a:schemeClr val="accent4">
                <a:shade val="50000"/>
              </a:schemeClr>
            </a:lnRef>
            <a:fillRef idx="1">
              <a:schemeClr val="accent4"/>
            </a:fillRef>
            <a:effectRef idx="0">
              <a:schemeClr val="accent4"/>
            </a:effectRef>
            <a:fontRef idx="minor">
              <a:schemeClr val="lt1"/>
            </a:fontRef>
          </p:style>
          <p:txBody>
            <a:bodyPr rtlCol="0" anchor="ctr"/>
            <a:lstStyle/>
            <a:p>
              <a:pPr algn="ctr"/>
              <a:endParaRPr lang="zh-CN" altLang="en-US" b="1" dirty="0"/>
            </a:p>
          </p:txBody>
        </p:sp>
        <p:sp>
          <p:nvSpPr>
            <p:cNvPr id="8" name="文本框 7">
              <a:extLst>
                <a:ext uri="{FF2B5EF4-FFF2-40B4-BE49-F238E27FC236}">
                  <a16:creationId xmlns:a16="http://schemas.microsoft.com/office/drawing/2014/main" id="{D124AB74-A7F3-4D08-8C3C-B508C7C6A51C}"/>
                </a:ext>
              </a:extLst>
            </p:cNvPr>
            <p:cNvSpPr txBox="1"/>
            <p:nvPr/>
          </p:nvSpPr>
          <p:spPr>
            <a:xfrm>
              <a:off x="4473322" y="772467"/>
              <a:ext cx="1598556" cy="400110"/>
            </a:xfrm>
            <a:prstGeom prst="rect">
              <a:avLst/>
            </a:prstGeom>
            <a:noFill/>
          </p:spPr>
          <p:txBody>
            <a:bodyPr wrap="square" rtlCol="0">
              <a:spAutoFit/>
            </a:bodyPr>
            <a:lstStyle/>
            <a:p>
              <a:pPr algn="ctr"/>
              <a:r>
                <a:rPr lang="zh-CN" altLang="en-US" sz="2000" b="1" dirty="0">
                  <a:solidFill>
                    <a:schemeClr val="bg1"/>
                  </a:solidFill>
                </a:rPr>
                <a:t>多址接入</a:t>
              </a:r>
            </a:p>
          </p:txBody>
        </p:sp>
        <p:sp>
          <p:nvSpPr>
            <p:cNvPr id="41" name="文本框 40">
              <a:extLst>
                <a:ext uri="{FF2B5EF4-FFF2-40B4-BE49-F238E27FC236}">
                  <a16:creationId xmlns:a16="http://schemas.microsoft.com/office/drawing/2014/main" id="{0FCCC336-AB70-403B-BE37-A1B698CF616F}"/>
                </a:ext>
              </a:extLst>
            </p:cNvPr>
            <p:cNvSpPr txBox="1"/>
            <p:nvPr/>
          </p:nvSpPr>
          <p:spPr>
            <a:xfrm>
              <a:off x="5708713" y="730007"/>
              <a:ext cx="383192" cy="461665"/>
            </a:xfrm>
            <a:prstGeom prst="rect">
              <a:avLst/>
            </a:prstGeom>
            <a:noFill/>
          </p:spPr>
          <p:txBody>
            <a:bodyPr wrap="square">
              <a:spAutoFit/>
            </a:bodyPr>
            <a:lstStyle/>
            <a:p>
              <a:r>
                <a:rPr lang="en-US" altLang="zh-CN" sz="2400" b="1" dirty="0">
                  <a:solidFill>
                    <a:schemeClr val="bg1"/>
                  </a:solidFill>
                  <a:latin typeface="Arial Narrow" panose="020B0606020202030204" pitchFamily="34" charset="0"/>
                </a:rPr>
                <a:t>M</a:t>
              </a:r>
              <a:endParaRPr lang="zh-CN" altLang="en-US" sz="2400" dirty="0">
                <a:solidFill>
                  <a:schemeClr val="bg1"/>
                </a:solidFill>
              </a:endParaRPr>
            </a:p>
          </p:txBody>
        </p:sp>
        <p:sp>
          <p:nvSpPr>
            <p:cNvPr id="54" name="文本框 53">
              <a:extLst>
                <a:ext uri="{FF2B5EF4-FFF2-40B4-BE49-F238E27FC236}">
                  <a16:creationId xmlns:a16="http://schemas.microsoft.com/office/drawing/2014/main" id="{B5431C6C-A9AE-4820-962C-B2D3EB67BE9B}"/>
                </a:ext>
              </a:extLst>
            </p:cNvPr>
            <p:cNvSpPr txBox="1"/>
            <p:nvPr/>
          </p:nvSpPr>
          <p:spPr>
            <a:xfrm>
              <a:off x="5948810" y="730007"/>
              <a:ext cx="383192" cy="461665"/>
            </a:xfrm>
            <a:prstGeom prst="rect">
              <a:avLst/>
            </a:prstGeom>
            <a:noFill/>
          </p:spPr>
          <p:txBody>
            <a:bodyPr wrap="square">
              <a:spAutoFit/>
            </a:bodyPr>
            <a:lstStyle/>
            <a:p>
              <a:r>
                <a:rPr lang="en-US" altLang="zh-CN" sz="2400" b="1" dirty="0">
                  <a:solidFill>
                    <a:schemeClr val="bg1"/>
                  </a:solidFill>
                  <a:latin typeface="Arial Narrow" panose="020B0606020202030204" pitchFamily="34" charset="0"/>
                </a:rPr>
                <a:t>A</a:t>
              </a:r>
              <a:endParaRPr lang="zh-CN" altLang="en-US" sz="2400" dirty="0">
                <a:solidFill>
                  <a:schemeClr val="bg1"/>
                </a:solidFill>
              </a:endParaRPr>
            </a:p>
          </p:txBody>
        </p:sp>
      </p:grpSp>
      <p:grpSp>
        <p:nvGrpSpPr>
          <p:cNvPr id="7" name="组合 6">
            <a:extLst>
              <a:ext uri="{FF2B5EF4-FFF2-40B4-BE49-F238E27FC236}">
                <a16:creationId xmlns:a16="http://schemas.microsoft.com/office/drawing/2014/main" id="{B9C158CC-93D8-4410-8E32-3C037291B916}"/>
              </a:ext>
            </a:extLst>
          </p:cNvPr>
          <p:cNvGrpSpPr/>
          <p:nvPr/>
        </p:nvGrpSpPr>
        <p:grpSpPr>
          <a:xfrm>
            <a:off x="7094783" y="730441"/>
            <a:ext cx="2153414" cy="461665"/>
            <a:chOff x="7094783" y="730441"/>
            <a:chExt cx="2153414" cy="461665"/>
          </a:xfrm>
        </p:grpSpPr>
        <p:sp>
          <p:nvSpPr>
            <p:cNvPr id="56" name="矩形 55">
              <a:extLst>
                <a:ext uri="{FF2B5EF4-FFF2-40B4-BE49-F238E27FC236}">
                  <a16:creationId xmlns:a16="http://schemas.microsoft.com/office/drawing/2014/main" id="{3C4796E6-AC0C-457E-9848-A637639E67CC}"/>
                </a:ext>
              </a:extLst>
            </p:cNvPr>
            <p:cNvSpPr/>
            <p:nvPr/>
          </p:nvSpPr>
          <p:spPr>
            <a:xfrm>
              <a:off x="7094783" y="757078"/>
              <a:ext cx="2153414" cy="400110"/>
            </a:xfrm>
            <a:prstGeom prst="rect">
              <a:avLst/>
            </a:prstGeom>
            <a:solidFill>
              <a:schemeClr val="bg2">
                <a:lumMod val="90000"/>
              </a:schemeClr>
            </a:solidFill>
            <a:ln>
              <a:solidFill>
                <a:schemeClr val="bg2">
                  <a:lumMod val="90000"/>
                </a:schemeClr>
              </a:solidFill>
            </a:ln>
          </p:spPr>
          <p:style>
            <a:lnRef idx="2">
              <a:schemeClr val="accent3">
                <a:shade val="50000"/>
              </a:schemeClr>
            </a:lnRef>
            <a:fillRef idx="1">
              <a:schemeClr val="accent3"/>
            </a:fillRef>
            <a:effectRef idx="0">
              <a:schemeClr val="accent3"/>
            </a:effectRef>
            <a:fontRef idx="minor">
              <a:schemeClr val="lt1"/>
            </a:fontRef>
          </p:style>
          <p:txBody>
            <a:bodyPr rtlCol="0" anchor="ctr"/>
            <a:lstStyle/>
            <a:p>
              <a:pPr algn="ctr"/>
              <a:endParaRPr lang="zh-CN" altLang="en-US"/>
            </a:p>
          </p:txBody>
        </p:sp>
        <p:sp>
          <p:nvSpPr>
            <p:cNvPr id="59" name="文本框 58">
              <a:extLst>
                <a:ext uri="{FF2B5EF4-FFF2-40B4-BE49-F238E27FC236}">
                  <a16:creationId xmlns:a16="http://schemas.microsoft.com/office/drawing/2014/main" id="{C8D143D7-F7E3-4FC0-A8A1-BD4C812C40DB}"/>
                </a:ext>
              </a:extLst>
            </p:cNvPr>
            <p:cNvSpPr txBox="1"/>
            <p:nvPr/>
          </p:nvSpPr>
          <p:spPr>
            <a:xfrm>
              <a:off x="7236053" y="772467"/>
              <a:ext cx="1598556" cy="400110"/>
            </a:xfrm>
            <a:prstGeom prst="rect">
              <a:avLst/>
            </a:prstGeom>
            <a:noFill/>
          </p:spPr>
          <p:txBody>
            <a:bodyPr wrap="square" rtlCol="0">
              <a:spAutoFit/>
            </a:bodyPr>
            <a:lstStyle/>
            <a:p>
              <a:pPr algn="ctr"/>
              <a:r>
                <a:rPr lang="zh-CN" altLang="en-US" sz="2000" b="1" dirty="0">
                  <a:solidFill>
                    <a:schemeClr val="bg1"/>
                  </a:solidFill>
                </a:rPr>
                <a:t>载波监听</a:t>
              </a:r>
            </a:p>
          </p:txBody>
        </p:sp>
        <p:sp>
          <p:nvSpPr>
            <p:cNvPr id="38" name="文本框 37">
              <a:extLst>
                <a:ext uri="{FF2B5EF4-FFF2-40B4-BE49-F238E27FC236}">
                  <a16:creationId xmlns:a16="http://schemas.microsoft.com/office/drawing/2014/main" id="{84A31281-0C7C-4AD1-BF1E-5FB4696F26F7}"/>
                </a:ext>
              </a:extLst>
            </p:cNvPr>
            <p:cNvSpPr txBox="1"/>
            <p:nvPr/>
          </p:nvSpPr>
          <p:spPr>
            <a:xfrm>
              <a:off x="8481180" y="730441"/>
              <a:ext cx="383192" cy="461665"/>
            </a:xfrm>
            <a:prstGeom prst="rect">
              <a:avLst/>
            </a:prstGeom>
            <a:noFill/>
          </p:spPr>
          <p:txBody>
            <a:bodyPr wrap="square">
              <a:spAutoFit/>
            </a:bodyPr>
            <a:lstStyle/>
            <a:p>
              <a:r>
                <a:rPr lang="en-US" altLang="zh-CN" sz="2400" b="1" dirty="0">
                  <a:solidFill>
                    <a:schemeClr val="bg1"/>
                  </a:solidFill>
                  <a:latin typeface="Arial Narrow" panose="020B0606020202030204" pitchFamily="34" charset="0"/>
                </a:rPr>
                <a:t>C</a:t>
              </a:r>
              <a:endParaRPr lang="zh-CN" altLang="en-US" sz="2400" dirty="0">
                <a:solidFill>
                  <a:schemeClr val="bg1"/>
                </a:solidFill>
              </a:endParaRPr>
            </a:p>
          </p:txBody>
        </p:sp>
        <p:sp>
          <p:nvSpPr>
            <p:cNvPr id="39" name="文本框 38">
              <a:extLst>
                <a:ext uri="{FF2B5EF4-FFF2-40B4-BE49-F238E27FC236}">
                  <a16:creationId xmlns:a16="http://schemas.microsoft.com/office/drawing/2014/main" id="{D1527A42-5BA8-4F70-8A58-1322EC2698B7}"/>
                </a:ext>
              </a:extLst>
            </p:cNvPr>
            <p:cNvSpPr txBox="1"/>
            <p:nvPr/>
          </p:nvSpPr>
          <p:spPr>
            <a:xfrm>
              <a:off x="8675232" y="730441"/>
              <a:ext cx="383192" cy="461665"/>
            </a:xfrm>
            <a:prstGeom prst="rect">
              <a:avLst/>
            </a:prstGeom>
            <a:noFill/>
          </p:spPr>
          <p:txBody>
            <a:bodyPr wrap="square">
              <a:spAutoFit/>
            </a:bodyPr>
            <a:lstStyle/>
            <a:p>
              <a:r>
                <a:rPr lang="en-US" altLang="zh-CN" sz="2400" b="1" dirty="0">
                  <a:solidFill>
                    <a:schemeClr val="bg1"/>
                  </a:solidFill>
                  <a:latin typeface="Arial Narrow" panose="020B0606020202030204" pitchFamily="34" charset="0"/>
                </a:rPr>
                <a:t>S</a:t>
              </a:r>
              <a:endParaRPr lang="zh-CN" altLang="en-US" sz="2400" dirty="0">
                <a:solidFill>
                  <a:schemeClr val="bg1"/>
                </a:solidFill>
              </a:endParaRPr>
            </a:p>
          </p:txBody>
        </p:sp>
      </p:grpSp>
      <p:grpSp>
        <p:nvGrpSpPr>
          <p:cNvPr id="9" name="组合 8">
            <a:extLst>
              <a:ext uri="{FF2B5EF4-FFF2-40B4-BE49-F238E27FC236}">
                <a16:creationId xmlns:a16="http://schemas.microsoft.com/office/drawing/2014/main" id="{46C7C9F9-77AF-4E79-B679-41F2B5E760D4}"/>
              </a:ext>
            </a:extLst>
          </p:cNvPr>
          <p:cNvGrpSpPr/>
          <p:nvPr/>
        </p:nvGrpSpPr>
        <p:grpSpPr>
          <a:xfrm>
            <a:off x="9727206" y="734232"/>
            <a:ext cx="2153414" cy="461665"/>
            <a:chOff x="9727206" y="734232"/>
            <a:chExt cx="2153414" cy="461665"/>
          </a:xfrm>
        </p:grpSpPr>
        <p:sp>
          <p:nvSpPr>
            <p:cNvPr id="58" name="矩形 57">
              <a:extLst>
                <a:ext uri="{FF2B5EF4-FFF2-40B4-BE49-F238E27FC236}">
                  <a16:creationId xmlns:a16="http://schemas.microsoft.com/office/drawing/2014/main" id="{8C738A42-5B66-4505-B03D-160313542C6B}"/>
                </a:ext>
              </a:extLst>
            </p:cNvPr>
            <p:cNvSpPr/>
            <p:nvPr/>
          </p:nvSpPr>
          <p:spPr>
            <a:xfrm>
              <a:off x="9727206" y="757078"/>
              <a:ext cx="2153414" cy="400110"/>
            </a:xfrm>
            <a:prstGeom prst="rect">
              <a:avLst/>
            </a:prstGeom>
            <a:solidFill>
              <a:schemeClr val="bg2">
                <a:lumMod val="90000"/>
              </a:schemeClr>
            </a:solidFill>
            <a:ln>
              <a:solidFill>
                <a:schemeClr val="bg2">
                  <a:lumMod val="90000"/>
                </a:schemeClr>
              </a:solidFill>
            </a:ln>
          </p:spPr>
          <p:style>
            <a:lnRef idx="2">
              <a:schemeClr val="accent5">
                <a:shade val="50000"/>
              </a:schemeClr>
            </a:lnRef>
            <a:fillRef idx="1">
              <a:schemeClr val="accent5"/>
            </a:fillRef>
            <a:effectRef idx="0">
              <a:schemeClr val="accent5"/>
            </a:effectRef>
            <a:fontRef idx="minor">
              <a:schemeClr val="lt1"/>
            </a:fontRef>
          </p:style>
          <p:txBody>
            <a:bodyPr rtlCol="0" anchor="ctr"/>
            <a:lstStyle/>
            <a:p>
              <a:pPr algn="ctr"/>
              <a:endParaRPr lang="zh-CN" altLang="en-US"/>
            </a:p>
          </p:txBody>
        </p:sp>
        <p:sp>
          <p:nvSpPr>
            <p:cNvPr id="60" name="文本框 59">
              <a:extLst>
                <a:ext uri="{FF2B5EF4-FFF2-40B4-BE49-F238E27FC236}">
                  <a16:creationId xmlns:a16="http://schemas.microsoft.com/office/drawing/2014/main" id="{AB15AA99-A243-45C1-AE07-0B685612E43F}"/>
                </a:ext>
              </a:extLst>
            </p:cNvPr>
            <p:cNvSpPr txBox="1"/>
            <p:nvPr/>
          </p:nvSpPr>
          <p:spPr>
            <a:xfrm>
              <a:off x="9791788" y="772467"/>
              <a:ext cx="1598556" cy="400110"/>
            </a:xfrm>
            <a:prstGeom prst="rect">
              <a:avLst/>
            </a:prstGeom>
            <a:noFill/>
          </p:spPr>
          <p:txBody>
            <a:bodyPr wrap="square" rtlCol="0">
              <a:spAutoFit/>
            </a:bodyPr>
            <a:lstStyle/>
            <a:p>
              <a:pPr algn="ctr"/>
              <a:r>
                <a:rPr lang="zh-CN" altLang="en-US" sz="2000" b="1" dirty="0">
                  <a:solidFill>
                    <a:schemeClr val="bg1"/>
                  </a:solidFill>
                </a:rPr>
                <a:t>碰撞检测</a:t>
              </a:r>
            </a:p>
          </p:txBody>
        </p:sp>
        <p:sp>
          <p:nvSpPr>
            <p:cNvPr id="55" name="文本框 54">
              <a:extLst>
                <a:ext uri="{FF2B5EF4-FFF2-40B4-BE49-F238E27FC236}">
                  <a16:creationId xmlns:a16="http://schemas.microsoft.com/office/drawing/2014/main" id="{F7208B3A-F0CA-46E2-A78F-A769880DCC09}"/>
                </a:ext>
              </a:extLst>
            </p:cNvPr>
            <p:cNvSpPr txBox="1"/>
            <p:nvPr/>
          </p:nvSpPr>
          <p:spPr>
            <a:xfrm>
              <a:off x="11033742" y="734232"/>
              <a:ext cx="383192" cy="461665"/>
            </a:xfrm>
            <a:prstGeom prst="rect">
              <a:avLst/>
            </a:prstGeom>
            <a:noFill/>
          </p:spPr>
          <p:txBody>
            <a:bodyPr wrap="square">
              <a:spAutoFit/>
            </a:bodyPr>
            <a:lstStyle/>
            <a:p>
              <a:r>
                <a:rPr lang="en-US" altLang="zh-CN" sz="2400" b="1" dirty="0">
                  <a:solidFill>
                    <a:schemeClr val="bg1"/>
                  </a:solidFill>
                  <a:latin typeface="Arial Narrow" panose="020B0606020202030204" pitchFamily="34" charset="0"/>
                </a:rPr>
                <a:t>C</a:t>
              </a:r>
              <a:endParaRPr lang="zh-CN" altLang="en-US" sz="2400" dirty="0">
                <a:solidFill>
                  <a:schemeClr val="bg1"/>
                </a:solidFill>
              </a:endParaRPr>
            </a:p>
          </p:txBody>
        </p:sp>
        <p:sp>
          <p:nvSpPr>
            <p:cNvPr id="57" name="文本框 56">
              <a:extLst>
                <a:ext uri="{FF2B5EF4-FFF2-40B4-BE49-F238E27FC236}">
                  <a16:creationId xmlns:a16="http://schemas.microsoft.com/office/drawing/2014/main" id="{F625F8B0-68ED-4238-86A5-61737324B156}"/>
                </a:ext>
              </a:extLst>
            </p:cNvPr>
            <p:cNvSpPr txBox="1"/>
            <p:nvPr/>
          </p:nvSpPr>
          <p:spPr>
            <a:xfrm>
              <a:off x="11260686" y="734232"/>
              <a:ext cx="383192" cy="461665"/>
            </a:xfrm>
            <a:prstGeom prst="rect">
              <a:avLst/>
            </a:prstGeom>
            <a:noFill/>
          </p:spPr>
          <p:txBody>
            <a:bodyPr wrap="square">
              <a:spAutoFit/>
            </a:bodyPr>
            <a:lstStyle/>
            <a:p>
              <a:r>
                <a:rPr lang="en-US" altLang="zh-CN" sz="2400" b="1" dirty="0">
                  <a:solidFill>
                    <a:schemeClr val="bg1"/>
                  </a:solidFill>
                  <a:latin typeface="Arial Narrow" panose="020B0606020202030204" pitchFamily="34" charset="0"/>
                </a:rPr>
                <a:t>D</a:t>
              </a:r>
              <a:endParaRPr lang="zh-CN" altLang="en-US" sz="2400" dirty="0">
                <a:solidFill>
                  <a:schemeClr val="bg1"/>
                </a:solidFill>
              </a:endParaRPr>
            </a:p>
          </p:txBody>
        </p:sp>
      </p:grpSp>
      <p:grpSp>
        <p:nvGrpSpPr>
          <p:cNvPr id="25" name="组合 24">
            <a:extLst>
              <a:ext uri="{FF2B5EF4-FFF2-40B4-BE49-F238E27FC236}">
                <a16:creationId xmlns:a16="http://schemas.microsoft.com/office/drawing/2014/main" id="{A53F2F16-666E-49B5-900C-EE2365802BB6}"/>
              </a:ext>
            </a:extLst>
          </p:cNvPr>
          <p:cNvGrpSpPr/>
          <p:nvPr/>
        </p:nvGrpSpPr>
        <p:grpSpPr>
          <a:xfrm>
            <a:off x="2455280" y="1720180"/>
            <a:ext cx="7180791" cy="812800"/>
            <a:chOff x="2455280" y="3752911"/>
            <a:chExt cx="7180791" cy="812800"/>
          </a:xfrm>
        </p:grpSpPr>
        <p:cxnSp>
          <p:nvCxnSpPr>
            <p:cNvPr id="26" name="直接连接符 25">
              <a:extLst>
                <a:ext uri="{FF2B5EF4-FFF2-40B4-BE49-F238E27FC236}">
                  <a16:creationId xmlns:a16="http://schemas.microsoft.com/office/drawing/2014/main" id="{242FA538-70F3-4A91-A0A1-2978B2AB59B3}"/>
                </a:ext>
              </a:extLst>
            </p:cNvPr>
            <p:cNvCxnSpPr/>
            <p:nvPr/>
          </p:nvCxnSpPr>
          <p:spPr>
            <a:xfrm flipV="1">
              <a:off x="9636071" y="3752911"/>
              <a:ext cx="0" cy="812800"/>
            </a:xfrm>
            <a:prstGeom prst="line">
              <a:avLst/>
            </a:prstGeom>
            <a:ln w="152400">
              <a:solidFill>
                <a:schemeClr val="tx1"/>
              </a:solidFill>
              <a:tailEnd w="med" len="lg"/>
            </a:ln>
          </p:spPr>
          <p:style>
            <a:lnRef idx="1">
              <a:schemeClr val="accent1"/>
            </a:lnRef>
            <a:fillRef idx="0">
              <a:schemeClr val="accent1"/>
            </a:fillRef>
            <a:effectRef idx="0">
              <a:schemeClr val="accent1"/>
            </a:effectRef>
            <a:fontRef idx="minor">
              <a:schemeClr val="tx1"/>
            </a:fontRef>
          </p:style>
        </p:cxnSp>
        <p:cxnSp>
          <p:nvCxnSpPr>
            <p:cNvPr id="27" name="直接连接符 26">
              <a:extLst>
                <a:ext uri="{FF2B5EF4-FFF2-40B4-BE49-F238E27FC236}">
                  <a16:creationId xmlns:a16="http://schemas.microsoft.com/office/drawing/2014/main" id="{F21D0102-E2A1-4D3E-9DC3-885D830E96D0}"/>
                </a:ext>
              </a:extLst>
            </p:cNvPr>
            <p:cNvCxnSpPr/>
            <p:nvPr/>
          </p:nvCxnSpPr>
          <p:spPr>
            <a:xfrm flipV="1">
              <a:off x="2455280" y="3752911"/>
              <a:ext cx="0" cy="812800"/>
            </a:xfrm>
            <a:prstGeom prst="line">
              <a:avLst/>
            </a:prstGeom>
            <a:ln w="152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8" name="直接连接符 27">
              <a:extLst>
                <a:ext uri="{FF2B5EF4-FFF2-40B4-BE49-F238E27FC236}">
                  <a16:creationId xmlns:a16="http://schemas.microsoft.com/office/drawing/2014/main" id="{AB2C8EEA-0851-44A9-80D2-87DFBEA1F73A}"/>
                </a:ext>
              </a:extLst>
            </p:cNvPr>
            <p:cNvCxnSpPr/>
            <p:nvPr/>
          </p:nvCxnSpPr>
          <p:spPr>
            <a:xfrm flipV="1">
              <a:off x="4878779" y="3752911"/>
              <a:ext cx="0" cy="812800"/>
            </a:xfrm>
            <a:prstGeom prst="line">
              <a:avLst/>
            </a:prstGeom>
            <a:ln w="152400">
              <a:solidFill>
                <a:schemeClr val="tx1"/>
              </a:solidFill>
              <a:tailEnd w="med" len="lg"/>
            </a:ln>
          </p:spPr>
          <p:style>
            <a:lnRef idx="1">
              <a:schemeClr val="accent1"/>
            </a:lnRef>
            <a:fillRef idx="0">
              <a:schemeClr val="accent1"/>
            </a:fillRef>
            <a:effectRef idx="0">
              <a:schemeClr val="accent1"/>
            </a:effectRef>
            <a:fontRef idx="minor">
              <a:schemeClr val="tx1"/>
            </a:fontRef>
          </p:style>
        </p:cxnSp>
        <p:cxnSp>
          <p:nvCxnSpPr>
            <p:cNvPr id="29" name="直接连接符 28">
              <a:extLst>
                <a:ext uri="{FF2B5EF4-FFF2-40B4-BE49-F238E27FC236}">
                  <a16:creationId xmlns:a16="http://schemas.microsoft.com/office/drawing/2014/main" id="{536174B3-7078-4268-ABF0-FDE23864C53A}"/>
                </a:ext>
              </a:extLst>
            </p:cNvPr>
            <p:cNvCxnSpPr/>
            <p:nvPr/>
          </p:nvCxnSpPr>
          <p:spPr>
            <a:xfrm flipV="1">
              <a:off x="7249637" y="3752911"/>
              <a:ext cx="0" cy="812800"/>
            </a:xfrm>
            <a:prstGeom prst="line">
              <a:avLst/>
            </a:prstGeom>
            <a:ln w="1524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30" name="组合 29">
            <a:extLst>
              <a:ext uri="{FF2B5EF4-FFF2-40B4-BE49-F238E27FC236}">
                <a16:creationId xmlns:a16="http://schemas.microsoft.com/office/drawing/2014/main" id="{B2DEEF20-80ED-4B25-8707-42A86FB12C98}"/>
              </a:ext>
            </a:extLst>
          </p:cNvPr>
          <p:cNvGrpSpPr/>
          <p:nvPr/>
        </p:nvGrpSpPr>
        <p:grpSpPr>
          <a:xfrm>
            <a:off x="1618162" y="1566769"/>
            <a:ext cx="8955675" cy="238462"/>
            <a:chOff x="1618162" y="3599500"/>
            <a:chExt cx="8955675" cy="238462"/>
          </a:xfrm>
        </p:grpSpPr>
        <p:cxnSp>
          <p:nvCxnSpPr>
            <p:cNvPr id="31" name="直接连接符 30">
              <a:extLst>
                <a:ext uri="{FF2B5EF4-FFF2-40B4-BE49-F238E27FC236}">
                  <a16:creationId xmlns:a16="http://schemas.microsoft.com/office/drawing/2014/main" id="{837D477A-5171-490F-B6D4-97C6D7A8A650}"/>
                </a:ext>
              </a:extLst>
            </p:cNvPr>
            <p:cNvCxnSpPr>
              <a:cxnSpLocks/>
            </p:cNvCxnSpPr>
            <p:nvPr/>
          </p:nvCxnSpPr>
          <p:spPr>
            <a:xfrm>
              <a:off x="1749794" y="3725200"/>
              <a:ext cx="8622888" cy="0"/>
            </a:xfrm>
            <a:prstGeom prst="line">
              <a:avLst/>
            </a:prstGeom>
            <a:ln w="152400">
              <a:solidFill>
                <a:schemeClr val="tx1"/>
              </a:solidFill>
            </a:ln>
          </p:spPr>
          <p:style>
            <a:lnRef idx="1">
              <a:schemeClr val="accent1"/>
            </a:lnRef>
            <a:fillRef idx="0">
              <a:schemeClr val="accent1"/>
            </a:fillRef>
            <a:effectRef idx="0">
              <a:schemeClr val="accent1"/>
            </a:effectRef>
            <a:fontRef idx="minor">
              <a:schemeClr val="tx1"/>
            </a:fontRef>
          </p:style>
        </p:cxnSp>
        <p:sp>
          <p:nvSpPr>
            <p:cNvPr id="32" name="矩形 31">
              <a:extLst>
                <a:ext uri="{FF2B5EF4-FFF2-40B4-BE49-F238E27FC236}">
                  <a16:creationId xmlns:a16="http://schemas.microsoft.com/office/drawing/2014/main" id="{D0513BC0-5BBA-4500-8077-440780C8EB78}"/>
                </a:ext>
              </a:extLst>
            </p:cNvPr>
            <p:cNvSpPr/>
            <p:nvPr/>
          </p:nvSpPr>
          <p:spPr>
            <a:xfrm>
              <a:off x="1618162" y="3599500"/>
              <a:ext cx="225524" cy="225524"/>
            </a:xfrm>
            <a:prstGeom prst="rect">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33" name="矩形 32">
              <a:extLst>
                <a:ext uri="{FF2B5EF4-FFF2-40B4-BE49-F238E27FC236}">
                  <a16:creationId xmlns:a16="http://schemas.microsoft.com/office/drawing/2014/main" id="{0E184DA7-F858-483A-B4A1-7B85D64E8273}"/>
                </a:ext>
              </a:extLst>
            </p:cNvPr>
            <p:cNvSpPr/>
            <p:nvPr/>
          </p:nvSpPr>
          <p:spPr>
            <a:xfrm>
              <a:off x="10348313" y="3612438"/>
              <a:ext cx="225524" cy="225524"/>
            </a:xfrm>
            <a:prstGeom prst="rect">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grpSp>
      <p:grpSp>
        <p:nvGrpSpPr>
          <p:cNvPr id="34" name="组合 33">
            <a:extLst>
              <a:ext uri="{FF2B5EF4-FFF2-40B4-BE49-F238E27FC236}">
                <a16:creationId xmlns:a16="http://schemas.microsoft.com/office/drawing/2014/main" id="{0DFB39EB-FEA0-438F-AA58-EC795A998106}"/>
              </a:ext>
            </a:extLst>
          </p:cNvPr>
          <p:cNvGrpSpPr/>
          <p:nvPr/>
        </p:nvGrpSpPr>
        <p:grpSpPr>
          <a:xfrm>
            <a:off x="1968674" y="2412905"/>
            <a:ext cx="7852814" cy="641082"/>
            <a:chOff x="1968674" y="4445636"/>
            <a:chExt cx="7852814" cy="641082"/>
          </a:xfrm>
        </p:grpSpPr>
        <p:grpSp>
          <p:nvGrpSpPr>
            <p:cNvPr id="35" name="组合 34">
              <a:extLst>
                <a:ext uri="{FF2B5EF4-FFF2-40B4-BE49-F238E27FC236}">
                  <a16:creationId xmlns:a16="http://schemas.microsoft.com/office/drawing/2014/main" id="{BF807099-7B3E-40CD-8303-26A049401039}"/>
                </a:ext>
              </a:extLst>
            </p:cNvPr>
            <p:cNvGrpSpPr/>
            <p:nvPr/>
          </p:nvGrpSpPr>
          <p:grpSpPr>
            <a:xfrm>
              <a:off x="1968674" y="4445636"/>
              <a:ext cx="662814" cy="641082"/>
              <a:chOff x="812355" y="3422987"/>
              <a:chExt cx="662814" cy="641082"/>
            </a:xfrm>
          </p:grpSpPr>
          <p:pic>
            <p:nvPicPr>
              <p:cNvPr id="48" name="图形 47">
                <a:extLst>
                  <a:ext uri="{FF2B5EF4-FFF2-40B4-BE49-F238E27FC236}">
                    <a16:creationId xmlns:a16="http://schemas.microsoft.com/office/drawing/2014/main" id="{1C6CE519-73F7-48EC-9BF7-9DD329B4C743}"/>
                  </a:ext>
                </a:extLst>
              </p:cNvPr>
              <p:cNvPicPr>
                <a:picLocks noChangeAspect="1"/>
              </p:cNvPicPr>
              <p:nvPr/>
            </p:nvPicPr>
            <p:blipFill>
              <a:blip r:embed="rId3">
                <a:extLst>
                  <a:ext uri="{28A0092B-C50C-407E-A947-70E740481C1C}">
                    <a14:useLocalDpi xmlns:a14="http://schemas.microsoft.com/office/drawing/2010/main" val="0"/>
                  </a:ext>
                  <a:ext uri="{96DAC541-7B7A-43D3-8B79-37D633B846F1}">
                    <asvg:svgBlip xmlns:asvg="http://schemas.microsoft.com/office/drawing/2016/SVG/main" r:embed="rId4"/>
                  </a:ext>
                </a:extLst>
              </a:blip>
              <a:stretch>
                <a:fillRect/>
              </a:stretch>
            </p:blipFill>
            <p:spPr>
              <a:xfrm>
                <a:off x="812355" y="3422987"/>
                <a:ext cx="662814" cy="641082"/>
              </a:xfrm>
              <a:prstGeom prst="rect">
                <a:avLst/>
              </a:prstGeom>
            </p:spPr>
          </p:pic>
          <p:sp>
            <p:nvSpPr>
              <p:cNvPr id="49" name="文本框 48">
                <a:extLst>
                  <a:ext uri="{FF2B5EF4-FFF2-40B4-BE49-F238E27FC236}">
                    <a16:creationId xmlns:a16="http://schemas.microsoft.com/office/drawing/2014/main" id="{5DD329AF-6509-4A44-A9A8-8B805FB525CF}"/>
                  </a:ext>
                </a:extLst>
              </p:cNvPr>
              <p:cNvSpPr txBox="1"/>
              <p:nvPr/>
            </p:nvSpPr>
            <p:spPr>
              <a:xfrm>
                <a:off x="1087044" y="3451320"/>
                <a:ext cx="355235" cy="400110"/>
              </a:xfrm>
              <a:prstGeom prst="rect">
                <a:avLst/>
              </a:prstGeom>
              <a:noFill/>
            </p:spPr>
            <p:txBody>
              <a:bodyPr wrap="square" rtlCol="0">
                <a:spAutoFit/>
              </a:bodyPr>
              <a:lstStyle/>
              <a:p>
                <a:pPr algn="ctr"/>
                <a:r>
                  <a:rPr lang="en-US" altLang="zh-CN" sz="2000" b="1" dirty="0">
                    <a:solidFill>
                      <a:schemeClr val="bg1"/>
                    </a:solidFill>
                    <a:latin typeface="Arial Black" panose="020B0A04020102020204" pitchFamily="34" charset="0"/>
                    <a:ea typeface="+mj-ea"/>
                  </a:rPr>
                  <a:t>A</a:t>
                </a:r>
                <a:endParaRPr lang="zh-CN" altLang="en-US" sz="2000" b="1" dirty="0">
                  <a:solidFill>
                    <a:schemeClr val="bg1"/>
                  </a:solidFill>
                  <a:latin typeface="Arial Black" panose="020B0A04020102020204" pitchFamily="34" charset="0"/>
                  <a:ea typeface="+mj-ea"/>
                </a:endParaRPr>
              </a:p>
            </p:txBody>
          </p:sp>
        </p:grpSp>
        <p:grpSp>
          <p:nvGrpSpPr>
            <p:cNvPr id="36" name="组合 35">
              <a:extLst>
                <a:ext uri="{FF2B5EF4-FFF2-40B4-BE49-F238E27FC236}">
                  <a16:creationId xmlns:a16="http://schemas.microsoft.com/office/drawing/2014/main" id="{E6E15EE0-C1D5-4CA6-B022-40595F8FA79F}"/>
                </a:ext>
              </a:extLst>
            </p:cNvPr>
            <p:cNvGrpSpPr/>
            <p:nvPr/>
          </p:nvGrpSpPr>
          <p:grpSpPr>
            <a:xfrm>
              <a:off x="4365341" y="4445636"/>
              <a:ext cx="662814" cy="641082"/>
              <a:chOff x="3209022" y="3422987"/>
              <a:chExt cx="662814" cy="641082"/>
            </a:xfrm>
          </p:grpSpPr>
          <p:pic>
            <p:nvPicPr>
              <p:cNvPr id="46" name="图形 45">
                <a:extLst>
                  <a:ext uri="{FF2B5EF4-FFF2-40B4-BE49-F238E27FC236}">
                    <a16:creationId xmlns:a16="http://schemas.microsoft.com/office/drawing/2014/main" id="{C8C4C2F7-68D1-41CA-A597-6AAB50358E43}"/>
                  </a:ext>
                </a:extLst>
              </p:cNvPr>
              <p:cNvPicPr>
                <a:picLocks noChangeAspect="1"/>
              </p:cNvPicPr>
              <p:nvPr/>
            </p:nvPicPr>
            <p:blipFill>
              <a:blip r:embed="rId3">
                <a:extLst>
                  <a:ext uri="{28A0092B-C50C-407E-A947-70E740481C1C}">
                    <a14:useLocalDpi xmlns:a14="http://schemas.microsoft.com/office/drawing/2010/main" val="0"/>
                  </a:ext>
                  <a:ext uri="{96DAC541-7B7A-43D3-8B79-37D633B846F1}">
                    <asvg:svgBlip xmlns:asvg="http://schemas.microsoft.com/office/drawing/2016/SVG/main" r:embed="rId4"/>
                  </a:ext>
                </a:extLst>
              </a:blip>
              <a:stretch>
                <a:fillRect/>
              </a:stretch>
            </p:blipFill>
            <p:spPr>
              <a:xfrm>
                <a:off x="3209022" y="3422987"/>
                <a:ext cx="662814" cy="641082"/>
              </a:xfrm>
              <a:prstGeom prst="rect">
                <a:avLst/>
              </a:prstGeom>
            </p:spPr>
          </p:pic>
          <p:sp>
            <p:nvSpPr>
              <p:cNvPr id="47" name="文本框 46">
                <a:extLst>
                  <a:ext uri="{FF2B5EF4-FFF2-40B4-BE49-F238E27FC236}">
                    <a16:creationId xmlns:a16="http://schemas.microsoft.com/office/drawing/2014/main" id="{658648CC-F992-4CC1-820A-6390807EB9AE}"/>
                  </a:ext>
                </a:extLst>
              </p:cNvPr>
              <p:cNvSpPr txBox="1"/>
              <p:nvPr/>
            </p:nvSpPr>
            <p:spPr>
              <a:xfrm>
                <a:off x="3490791" y="3451320"/>
                <a:ext cx="355235" cy="400110"/>
              </a:xfrm>
              <a:prstGeom prst="rect">
                <a:avLst/>
              </a:prstGeom>
              <a:noFill/>
            </p:spPr>
            <p:txBody>
              <a:bodyPr wrap="square" rtlCol="0">
                <a:spAutoFit/>
              </a:bodyPr>
              <a:lstStyle/>
              <a:p>
                <a:pPr algn="ctr"/>
                <a:r>
                  <a:rPr lang="en-US" altLang="zh-CN" sz="2000" b="1" dirty="0">
                    <a:solidFill>
                      <a:schemeClr val="bg1"/>
                    </a:solidFill>
                    <a:latin typeface="Arial Black" panose="020B0A04020102020204" pitchFamily="34" charset="0"/>
                    <a:ea typeface="+mj-ea"/>
                  </a:rPr>
                  <a:t>B</a:t>
                </a:r>
                <a:endParaRPr lang="zh-CN" altLang="en-US" sz="2000" b="1" dirty="0">
                  <a:solidFill>
                    <a:schemeClr val="bg1"/>
                  </a:solidFill>
                  <a:latin typeface="Arial Black" panose="020B0A04020102020204" pitchFamily="34" charset="0"/>
                  <a:ea typeface="+mj-ea"/>
                </a:endParaRPr>
              </a:p>
            </p:txBody>
          </p:sp>
        </p:grpSp>
        <p:grpSp>
          <p:nvGrpSpPr>
            <p:cNvPr id="37" name="组合 36">
              <a:extLst>
                <a:ext uri="{FF2B5EF4-FFF2-40B4-BE49-F238E27FC236}">
                  <a16:creationId xmlns:a16="http://schemas.microsoft.com/office/drawing/2014/main" id="{902C1D2E-FCC9-4698-83A9-FC2317BE61ED}"/>
                </a:ext>
              </a:extLst>
            </p:cNvPr>
            <p:cNvGrpSpPr/>
            <p:nvPr/>
          </p:nvGrpSpPr>
          <p:grpSpPr>
            <a:xfrm>
              <a:off x="6762008" y="4445636"/>
              <a:ext cx="662814" cy="641082"/>
              <a:chOff x="5605689" y="3422987"/>
              <a:chExt cx="662814" cy="641082"/>
            </a:xfrm>
          </p:grpSpPr>
          <p:pic>
            <p:nvPicPr>
              <p:cNvPr id="44" name="图形 43">
                <a:extLst>
                  <a:ext uri="{FF2B5EF4-FFF2-40B4-BE49-F238E27FC236}">
                    <a16:creationId xmlns:a16="http://schemas.microsoft.com/office/drawing/2014/main" id="{40F7F6D8-AE1D-4E43-836A-E987F0EAB4E5}"/>
                  </a:ext>
                </a:extLst>
              </p:cNvPr>
              <p:cNvPicPr>
                <a:picLocks noChangeAspect="1"/>
              </p:cNvPicPr>
              <p:nvPr/>
            </p:nvPicPr>
            <p:blipFill>
              <a:blip r:embed="rId3">
                <a:extLst>
                  <a:ext uri="{28A0092B-C50C-407E-A947-70E740481C1C}">
                    <a14:useLocalDpi xmlns:a14="http://schemas.microsoft.com/office/drawing/2010/main" val="0"/>
                  </a:ext>
                  <a:ext uri="{96DAC541-7B7A-43D3-8B79-37D633B846F1}">
                    <asvg:svgBlip xmlns:asvg="http://schemas.microsoft.com/office/drawing/2016/SVG/main" r:embed="rId4"/>
                  </a:ext>
                </a:extLst>
              </a:blip>
              <a:stretch>
                <a:fillRect/>
              </a:stretch>
            </p:blipFill>
            <p:spPr>
              <a:xfrm>
                <a:off x="5605689" y="3422987"/>
                <a:ext cx="662814" cy="641082"/>
              </a:xfrm>
              <a:prstGeom prst="rect">
                <a:avLst/>
              </a:prstGeom>
            </p:spPr>
          </p:pic>
          <p:sp>
            <p:nvSpPr>
              <p:cNvPr id="45" name="文本框 44">
                <a:extLst>
                  <a:ext uri="{FF2B5EF4-FFF2-40B4-BE49-F238E27FC236}">
                    <a16:creationId xmlns:a16="http://schemas.microsoft.com/office/drawing/2014/main" id="{6CB1768A-E878-4DEC-AD18-464A0F0DD547}"/>
                  </a:ext>
                </a:extLst>
              </p:cNvPr>
              <p:cNvSpPr txBox="1"/>
              <p:nvPr/>
            </p:nvSpPr>
            <p:spPr>
              <a:xfrm>
                <a:off x="5885506" y="3451320"/>
                <a:ext cx="355235" cy="400110"/>
              </a:xfrm>
              <a:prstGeom prst="rect">
                <a:avLst/>
              </a:prstGeom>
              <a:noFill/>
            </p:spPr>
            <p:txBody>
              <a:bodyPr wrap="square" rtlCol="0">
                <a:spAutoFit/>
              </a:bodyPr>
              <a:lstStyle/>
              <a:p>
                <a:pPr algn="ctr"/>
                <a:r>
                  <a:rPr lang="en-US" altLang="zh-CN" sz="2000" b="1" dirty="0">
                    <a:solidFill>
                      <a:schemeClr val="bg1"/>
                    </a:solidFill>
                    <a:latin typeface="Arial Black" panose="020B0A04020102020204" pitchFamily="34" charset="0"/>
                    <a:ea typeface="+mj-ea"/>
                  </a:rPr>
                  <a:t>C</a:t>
                </a:r>
                <a:endParaRPr lang="zh-CN" altLang="en-US" sz="2000" b="1" dirty="0">
                  <a:solidFill>
                    <a:schemeClr val="bg1"/>
                  </a:solidFill>
                  <a:latin typeface="Arial Black" panose="020B0A04020102020204" pitchFamily="34" charset="0"/>
                  <a:ea typeface="+mj-ea"/>
                </a:endParaRPr>
              </a:p>
            </p:txBody>
          </p:sp>
        </p:grpSp>
        <p:grpSp>
          <p:nvGrpSpPr>
            <p:cNvPr id="40" name="组合 39">
              <a:extLst>
                <a:ext uri="{FF2B5EF4-FFF2-40B4-BE49-F238E27FC236}">
                  <a16:creationId xmlns:a16="http://schemas.microsoft.com/office/drawing/2014/main" id="{6552C21E-1E72-4745-AC0E-DCC76E804F73}"/>
                </a:ext>
              </a:extLst>
            </p:cNvPr>
            <p:cNvGrpSpPr/>
            <p:nvPr/>
          </p:nvGrpSpPr>
          <p:grpSpPr>
            <a:xfrm>
              <a:off x="9158674" y="4445636"/>
              <a:ext cx="662814" cy="641082"/>
              <a:chOff x="8002355" y="3422987"/>
              <a:chExt cx="662814" cy="641082"/>
            </a:xfrm>
          </p:grpSpPr>
          <p:pic>
            <p:nvPicPr>
              <p:cNvPr id="42" name="图形 41">
                <a:extLst>
                  <a:ext uri="{FF2B5EF4-FFF2-40B4-BE49-F238E27FC236}">
                    <a16:creationId xmlns:a16="http://schemas.microsoft.com/office/drawing/2014/main" id="{6B11717D-FCEB-42D3-A119-E59AC28CD863}"/>
                  </a:ext>
                </a:extLst>
              </p:cNvPr>
              <p:cNvPicPr>
                <a:picLocks noChangeAspect="1"/>
              </p:cNvPicPr>
              <p:nvPr/>
            </p:nvPicPr>
            <p:blipFill>
              <a:blip r:embed="rId3">
                <a:extLst>
                  <a:ext uri="{28A0092B-C50C-407E-A947-70E740481C1C}">
                    <a14:useLocalDpi xmlns:a14="http://schemas.microsoft.com/office/drawing/2010/main" val="0"/>
                  </a:ext>
                  <a:ext uri="{96DAC541-7B7A-43D3-8B79-37D633B846F1}">
                    <asvg:svgBlip xmlns:asvg="http://schemas.microsoft.com/office/drawing/2016/SVG/main" r:embed="rId4"/>
                  </a:ext>
                </a:extLst>
              </a:blip>
              <a:stretch>
                <a:fillRect/>
              </a:stretch>
            </p:blipFill>
            <p:spPr>
              <a:xfrm>
                <a:off x="8002355" y="3422987"/>
                <a:ext cx="662814" cy="641082"/>
              </a:xfrm>
              <a:prstGeom prst="rect">
                <a:avLst/>
              </a:prstGeom>
            </p:spPr>
          </p:pic>
          <p:sp>
            <p:nvSpPr>
              <p:cNvPr id="43" name="文本框 42">
                <a:extLst>
                  <a:ext uri="{FF2B5EF4-FFF2-40B4-BE49-F238E27FC236}">
                    <a16:creationId xmlns:a16="http://schemas.microsoft.com/office/drawing/2014/main" id="{39CE4E63-0120-4586-A613-A2CF75236E92}"/>
                  </a:ext>
                </a:extLst>
              </p:cNvPr>
              <p:cNvSpPr txBox="1"/>
              <p:nvPr/>
            </p:nvSpPr>
            <p:spPr>
              <a:xfrm>
                <a:off x="8282675" y="3444742"/>
                <a:ext cx="355235" cy="400110"/>
              </a:xfrm>
              <a:prstGeom prst="rect">
                <a:avLst/>
              </a:prstGeom>
              <a:noFill/>
            </p:spPr>
            <p:txBody>
              <a:bodyPr wrap="square" rtlCol="0">
                <a:spAutoFit/>
              </a:bodyPr>
              <a:lstStyle/>
              <a:p>
                <a:pPr algn="ctr"/>
                <a:r>
                  <a:rPr lang="en-US" altLang="zh-CN" sz="2000" b="1" dirty="0">
                    <a:solidFill>
                      <a:schemeClr val="bg1"/>
                    </a:solidFill>
                    <a:latin typeface="Arial Black" panose="020B0A04020102020204" pitchFamily="34" charset="0"/>
                    <a:ea typeface="+mj-ea"/>
                  </a:rPr>
                  <a:t>D</a:t>
                </a:r>
                <a:endParaRPr lang="zh-CN" altLang="en-US" sz="2000" b="1" dirty="0">
                  <a:solidFill>
                    <a:schemeClr val="bg1"/>
                  </a:solidFill>
                  <a:latin typeface="Arial Black" panose="020B0A04020102020204" pitchFamily="34" charset="0"/>
                  <a:ea typeface="+mj-ea"/>
                </a:endParaRPr>
              </a:p>
            </p:txBody>
          </p:sp>
        </p:grpSp>
      </p:grpSp>
      <p:cxnSp>
        <p:nvCxnSpPr>
          <p:cNvPr id="65" name="直接箭头连接符 64">
            <a:extLst>
              <a:ext uri="{FF2B5EF4-FFF2-40B4-BE49-F238E27FC236}">
                <a16:creationId xmlns:a16="http://schemas.microsoft.com/office/drawing/2014/main" id="{6B824699-9145-4A7B-BF01-37AE80A31AFB}"/>
              </a:ext>
            </a:extLst>
          </p:cNvPr>
          <p:cNvCxnSpPr>
            <a:cxnSpLocks/>
          </p:cNvCxnSpPr>
          <p:nvPr/>
        </p:nvCxnSpPr>
        <p:spPr>
          <a:xfrm flipV="1">
            <a:off x="4878779" y="1692469"/>
            <a:ext cx="0" cy="773654"/>
          </a:xfrm>
          <a:prstGeom prst="straightConnector1">
            <a:avLst/>
          </a:prstGeom>
          <a:ln w="50800" cap="rnd">
            <a:solidFill>
              <a:schemeClr val="accent6"/>
            </a:solidFill>
            <a:round/>
            <a:tailEnd type="triangle" w="med" len="med"/>
          </a:ln>
        </p:spPr>
        <p:style>
          <a:lnRef idx="1">
            <a:schemeClr val="accent1"/>
          </a:lnRef>
          <a:fillRef idx="0">
            <a:schemeClr val="accent1"/>
          </a:fillRef>
          <a:effectRef idx="0">
            <a:schemeClr val="accent1"/>
          </a:effectRef>
          <a:fontRef idx="minor">
            <a:schemeClr val="tx1"/>
          </a:fontRef>
        </p:style>
      </p:cxnSp>
      <p:cxnSp>
        <p:nvCxnSpPr>
          <p:cNvPr id="66" name="直接箭头连接符 65">
            <a:extLst>
              <a:ext uri="{FF2B5EF4-FFF2-40B4-BE49-F238E27FC236}">
                <a16:creationId xmlns:a16="http://schemas.microsoft.com/office/drawing/2014/main" id="{A58FEE9A-C14F-444F-B99E-B6407BF31F19}"/>
              </a:ext>
            </a:extLst>
          </p:cNvPr>
          <p:cNvCxnSpPr>
            <a:cxnSpLocks/>
          </p:cNvCxnSpPr>
          <p:nvPr/>
        </p:nvCxnSpPr>
        <p:spPr>
          <a:xfrm>
            <a:off x="4878779" y="1692469"/>
            <a:ext cx="2370858" cy="0"/>
          </a:xfrm>
          <a:prstGeom prst="straightConnector1">
            <a:avLst/>
          </a:prstGeom>
          <a:ln w="50800" cap="rnd">
            <a:solidFill>
              <a:schemeClr val="accent6"/>
            </a:solidFill>
            <a:round/>
            <a:tailEnd type="triangle" w="med" len="med"/>
          </a:ln>
        </p:spPr>
        <p:style>
          <a:lnRef idx="1">
            <a:schemeClr val="accent1"/>
          </a:lnRef>
          <a:fillRef idx="0">
            <a:schemeClr val="accent1"/>
          </a:fillRef>
          <a:effectRef idx="0">
            <a:schemeClr val="accent1"/>
          </a:effectRef>
          <a:fontRef idx="minor">
            <a:schemeClr val="tx1"/>
          </a:fontRef>
        </p:style>
      </p:cxnSp>
      <p:cxnSp>
        <p:nvCxnSpPr>
          <p:cNvPr id="67" name="直接箭头连接符 66">
            <a:extLst>
              <a:ext uri="{FF2B5EF4-FFF2-40B4-BE49-F238E27FC236}">
                <a16:creationId xmlns:a16="http://schemas.microsoft.com/office/drawing/2014/main" id="{C2C59C67-CBA4-4AE3-8C9C-47C3FD3954ED}"/>
              </a:ext>
            </a:extLst>
          </p:cNvPr>
          <p:cNvCxnSpPr>
            <a:cxnSpLocks/>
          </p:cNvCxnSpPr>
          <p:nvPr/>
        </p:nvCxnSpPr>
        <p:spPr>
          <a:xfrm flipH="1">
            <a:off x="1843686" y="1693588"/>
            <a:ext cx="3035093" cy="0"/>
          </a:xfrm>
          <a:prstGeom prst="straightConnector1">
            <a:avLst/>
          </a:prstGeom>
          <a:ln w="50800" cap="rnd">
            <a:solidFill>
              <a:schemeClr val="accent6"/>
            </a:solidFill>
            <a:round/>
            <a:tailEnd type="triangle" w="med" len="med"/>
          </a:ln>
        </p:spPr>
        <p:style>
          <a:lnRef idx="1">
            <a:schemeClr val="accent1"/>
          </a:lnRef>
          <a:fillRef idx="0">
            <a:schemeClr val="accent1"/>
          </a:fillRef>
          <a:effectRef idx="0">
            <a:schemeClr val="accent1"/>
          </a:effectRef>
          <a:fontRef idx="minor">
            <a:schemeClr val="tx1"/>
          </a:fontRef>
        </p:style>
      </p:cxnSp>
      <p:cxnSp>
        <p:nvCxnSpPr>
          <p:cNvPr id="70" name="直接箭头连接符 69">
            <a:extLst>
              <a:ext uri="{FF2B5EF4-FFF2-40B4-BE49-F238E27FC236}">
                <a16:creationId xmlns:a16="http://schemas.microsoft.com/office/drawing/2014/main" id="{717D5C26-30E6-44C6-A207-48334D3A2208}"/>
              </a:ext>
            </a:extLst>
          </p:cNvPr>
          <p:cNvCxnSpPr>
            <a:cxnSpLocks/>
          </p:cNvCxnSpPr>
          <p:nvPr/>
        </p:nvCxnSpPr>
        <p:spPr>
          <a:xfrm>
            <a:off x="2458858" y="1692469"/>
            <a:ext cx="0" cy="808365"/>
          </a:xfrm>
          <a:prstGeom prst="straightConnector1">
            <a:avLst/>
          </a:prstGeom>
          <a:ln w="50800" cap="rnd">
            <a:solidFill>
              <a:schemeClr val="accent6"/>
            </a:solidFill>
            <a:round/>
            <a:tailEnd type="triangle" w="med" len="med"/>
          </a:ln>
        </p:spPr>
        <p:style>
          <a:lnRef idx="1">
            <a:schemeClr val="accent1"/>
          </a:lnRef>
          <a:fillRef idx="0">
            <a:schemeClr val="accent1"/>
          </a:fillRef>
          <a:effectRef idx="0">
            <a:schemeClr val="accent1"/>
          </a:effectRef>
          <a:fontRef idx="minor">
            <a:schemeClr val="tx1"/>
          </a:fontRef>
        </p:style>
      </p:cxnSp>
      <p:grpSp>
        <p:nvGrpSpPr>
          <p:cNvPr id="89" name="组合 88">
            <a:extLst>
              <a:ext uri="{FF2B5EF4-FFF2-40B4-BE49-F238E27FC236}">
                <a16:creationId xmlns:a16="http://schemas.microsoft.com/office/drawing/2014/main" id="{A60C1766-FE56-4FB8-8049-E2D4A91FDF4C}"/>
              </a:ext>
            </a:extLst>
          </p:cNvPr>
          <p:cNvGrpSpPr/>
          <p:nvPr/>
        </p:nvGrpSpPr>
        <p:grpSpPr>
          <a:xfrm>
            <a:off x="3618340" y="3529053"/>
            <a:ext cx="2156816" cy="1412699"/>
            <a:chOff x="3618340" y="3529053"/>
            <a:chExt cx="2156816" cy="1412699"/>
          </a:xfrm>
        </p:grpSpPr>
        <p:grpSp>
          <p:nvGrpSpPr>
            <p:cNvPr id="13" name="组合 12">
              <a:extLst>
                <a:ext uri="{FF2B5EF4-FFF2-40B4-BE49-F238E27FC236}">
                  <a16:creationId xmlns:a16="http://schemas.microsoft.com/office/drawing/2014/main" id="{6F6F734D-FC9E-4FE9-AAD3-1DC7FECE72BE}"/>
                </a:ext>
              </a:extLst>
            </p:cNvPr>
            <p:cNvGrpSpPr/>
            <p:nvPr/>
          </p:nvGrpSpPr>
          <p:grpSpPr>
            <a:xfrm>
              <a:off x="3618340" y="3939124"/>
              <a:ext cx="2156816" cy="1002628"/>
              <a:chOff x="3618340" y="3773304"/>
              <a:chExt cx="2156816" cy="1002628"/>
            </a:xfrm>
          </p:grpSpPr>
          <p:sp>
            <p:nvSpPr>
              <p:cNvPr id="11" name="流程图: 决策 10">
                <a:extLst>
                  <a:ext uri="{FF2B5EF4-FFF2-40B4-BE49-F238E27FC236}">
                    <a16:creationId xmlns:a16="http://schemas.microsoft.com/office/drawing/2014/main" id="{0165DD2E-FE47-40F5-933C-064B2A5AE296}"/>
                  </a:ext>
                </a:extLst>
              </p:cNvPr>
              <p:cNvSpPr/>
              <p:nvPr/>
            </p:nvSpPr>
            <p:spPr>
              <a:xfrm>
                <a:off x="3618340" y="3773304"/>
                <a:ext cx="2156816" cy="1002628"/>
              </a:xfrm>
              <a:prstGeom prst="flowChartDecision">
                <a:avLst/>
              </a:prstGeom>
            </p:spPr>
            <p:style>
              <a:lnRef idx="2">
                <a:schemeClr val="accent3">
                  <a:shade val="50000"/>
                </a:schemeClr>
              </a:lnRef>
              <a:fillRef idx="1">
                <a:schemeClr val="accent3"/>
              </a:fillRef>
              <a:effectRef idx="0">
                <a:schemeClr val="accent3"/>
              </a:effectRef>
              <a:fontRef idx="minor">
                <a:schemeClr val="lt1"/>
              </a:fontRef>
            </p:style>
            <p:txBody>
              <a:bodyPr rtlCol="0" anchor="ctr"/>
              <a:lstStyle/>
              <a:p>
                <a:pPr algn="ctr"/>
                <a:endParaRPr lang="zh-CN" altLang="en-US"/>
              </a:p>
            </p:txBody>
          </p:sp>
          <p:sp>
            <p:nvSpPr>
              <p:cNvPr id="12" name="文本框 11">
                <a:extLst>
                  <a:ext uri="{FF2B5EF4-FFF2-40B4-BE49-F238E27FC236}">
                    <a16:creationId xmlns:a16="http://schemas.microsoft.com/office/drawing/2014/main" id="{A0CDC4EA-1869-4EBA-9FDD-C7918792ADE2}"/>
                  </a:ext>
                </a:extLst>
              </p:cNvPr>
              <p:cNvSpPr txBox="1"/>
              <p:nvPr/>
            </p:nvSpPr>
            <p:spPr>
              <a:xfrm>
                <a:off x="3912189" y="3920038"/>
                <a:ext cx="1561617" cy="646331"/>
              </a:xfrm>
              <a:prstGeom prst="rect">
                <a:avLst/>
              </a:prstGeom>
              <a:noFill/>
            </p:spPr>
            <p:txBody>
              <a:bodyPr wrap="square" rtlCol="0">
                <a:spAutoFit/>
              </a:bodyPr>
              <a:lstStyle/>
              <a:p>
                <a:pPr algn="ctr"/>
                <a:r>
                  <a:rPr lang="zh-CN" altLang="en-US" b="1" dirty="0">
                    <a:solidFill>
                      <a:schemeClr val="bg1"/>
                    </a:solidFill>
                  </a:rPr>
                  <a:t>信道空闲</a:t>
                </a:r>
                <a:endParaRPr lang="en-US" altLang="zh-CN" b="1" dirty="0">
                  <a:solidFill>
                    <a:schemeClr val="bg1"/>
                  </a:solidFill>
                </a:endParaRPr>
              </a:p>
              <a:p>
                <a:pPr algn="ctr"/>
                <a:r>
                  <a:rPr lang="en-US" altLang="zh-CN" b="1" dirty="0">
                    <a:solidFill>
                      <a:schemeClr val="bg1"/>
                    </a:solidFill>
                  </a:rPr>
                  <a:t>96</a:t>
                </a:r>
                <a:r>
                  <a:rPr lang="zh-CN" altLang="en-US" b="1" dirty="0">
                    <a:solidFill>
                      <a:schemeClr val="bg1"/>
                    </a:solidFill>
                  </a:rPr>
                  <a:t>比特时间？</a:t>
                </a:r>
              </a:p>
            </p:txBody>
          </p:sp>
        </p:grpSp>
        <p:cxnSp>
          <p:nvCxnSpPr>
            <p:cNvPr id="15" name="直接箭头连接符 14">
              <a:extLst>
                <a:ext uri="{FF2B5EF4-FFF2-40B4-BE49-F238E27FC236}">
                  <a16:creationId xmlns:a16="http://schemas.microsoft.com/office/drawing/2014/main" id="{8BC989FE-4CA6-472F-B89E-6022821999CA}"/>
                </a:ext>
              </a:extLst>
            </p:cNvPr>
            <p:cNvCxnSpPr>
              <a:stCxn id="10" idx="2"/>
              <a:endCxn id="11" idx="0"/>
            </p:cNvCxnSpPr>
            <p:nvPr/>
          </p:nvCxnSpPr>
          <p:spPr>
            <a:xfrm>
              <a:off x="4696748" y="3529053"/>
              <a:ext cx="0" cy="410071"/>
            </a:xfrm>
            <a:prstGeom prst="straightConnector1">
              <a:avLst/>
            </a:prstGeom>
            <a:ln w="12700">
              <a:solidFill>
                <a:schemeClr val="tx1"/>
              </a:solidFill>
              <a:tailEnd type="triangle"/>
            </a:ln>
          </p:spPr>
          <p:style>
            <a:lnRef idx="1">
              <a:schemeClr val="accent1"/>
            </a:lnRef>
            <a:fillRef idx="0">
              <a:schemeClr val="accent1"/>
            </a:fillRef>
            <a:effectRef idx="0">
              <a:schemeClr val="accent1"/>
            </a:effectRef>
            <a:fontRef idx="minor">
              <a:schemeClr val="tx1"/>
            </a:fontRef>
          </p:style>
        </p:cxnSp>
      </p:grpSp>
      <p:grpSp>
        <p:nvGrpSpPr>
          <p:cNvPr id="16" name="组合 15">
            <a:extLst>
              <a:ext uri="{FF2B5EF4-FFF2-40B4-BE49-F238E27FC236}">
                <a16:creationId xmlns:a16="http://schemas.microsoft.com/office/drawing/2014/main" id="{D8537797-6A10-4E13-AFEC-CFAFD513EAE7}"/>
              </a:ext>
            </a:extLst>
          </p:cNvPr>
          <p:cNvGrpSpPr/>
          <p:nvPr/>
        </p:nvGrpSpPr>
        <p:grpSpPr>
          <a:xfrm>
            <a:off x="5775155" y="5018256"/>
            <a:ext cx="2798508" cy="1002628"/>
            <a:chOff x="5775155" y="5018256"/>
            <a:chExt cx="2798508" cy="1002628"/>
          </a:xfrm>
        </p:grpSpPr>
        <p:grpSp>
          <p:nvGrpSpPr>
            <p:cNvPr id="63" name="组合 62">
              <a:extLst>
                <a:ext uri="{FF2B5EF4-FFF2-40B4-BE49-F238E27FC236}">
                  <a16:creationId xmlns:a16="http://schemas.microsoft.com/office/drawing/2014/main" id="{05C12647-BDC5-4122-814E-61D6B6C006C9}"/>
                </a:ext>
              </a:extLst>
            </p:cNvPr>
            <p:cNvGrpSpPr/>
            <p:nvPr/>
          </p:nvGrpSpPr>
          <p:grpSpPr>
            <a:xfrm>
              <a:off x="6416847" y="5018256"/>
              <a:ext cx="2156816" cy="1002628"/>
              <a:chOff x="3618340" y="3773304"/>
              <a:chExt cx="2156816" cy="1002628"/>
            </a:xfrm>
          </p:grpSpPr>
          <p:sp>
            <p:nvSpPr>
              <p:cNvPr id="64" name="流程图: 决策 63">
                <a:extLst>
                  <a:ext uri="{FF2B5EF4-FFF2-40B4-BE49-F238E27FC236}">
                    <a16:creationId xmlns:a16="http://schemas.microsoft.com/office/drawing/2014/main" id="{E6295894-78C8-424E-9BF6-D0CE0E149E05}"/>
                  </a:ext>
                </a:extLst>
              </p:cNvPr>
              <p:cNvSpPr/>
              <p:nvPr/>
            </p:nvSpPr>
            <p:spPr>
              <a:xfrm>
                <a:off x="3618340" y="3773304"/>
                <a:ext cx="2156816" cy="1002628"/>
              </a:xfrm>
              <a:prstGeom prst="flowChartDecision">
                <a:avLst/>
              </a:prstGeom>
            </p:spPr>
            <p:style>
              <a:lnRef idx="2">
                <a:schemeClr val="accent5">
                  <a:shade val="50000"/>
                </a:schemeClr>
              </a:lnRef>
              <a:fillRef idx="1">
                <a:schemeClr val="accent5"/>
              </a:fillRef>
              <a:effectRef idx="0">
                <a:schemeClr val="accent5"/>
              </a:effectRef>
              <a:fontRef idx="minor">
                <a:schemeClr val="lt1"/>
              </a:fontRef>
            </p:style>
            <p:txBody>
              <a:bodyPr rtlCol="0" anchor="ctr"/>
              <a:lstStyle/>
              <a:p>
                <a:pPr algn="ctr"/>
                <a:endParaRPr lang="zh-CN" altLang="en-US"/>
              </a:p>
            </p:txBody>
          </p:sp>
          <p:sp>
            <p:nvSpPr>
              <p:cNvPr id="68" name="文本框 67">
                <a:extLst>
                  <a:ext uri="{FF2B5EF4-FFF2-40B4-BE49-F238E27FC236}">
                    <a16:creationId xmlns:a16="http://schemas.microsoft.com/office/drawing/2014/main" id="{B9FB4205-6FBB-42A1-A5C5-56C61CCE3615}"/>
                  </a:ext>
                </a:extLst>
              </p:cNvPr>
              <p:cNvSpPr txBox="1"/>
              <p:nvPr/>
            </p:nvSpPr>
            <p:spPr>
              <a:xfrm>
                <a:off x="3915939" y="4084047"/>
                <a:ext cx="1561617" cy="369332"/>
              </a:xfrm>
              <a:prstGeom prst="rect">
                <a:avLst/>
              </a:prstGeom>
              <a:noFill/>
              <a:ln>
                <a:noFill/>
              </a:ln>
            </p:spPr>
            <p:style>
              <a:lnRef idx="2">
                <a:schemeClr val="accent5">
                  <a:shade val="50000"/>
                </a:schemeClr>
              </a:lnRef>
              <a:fillRef idx="1">
                <a:schemeClr val="accent5"/>
              </a:fillRef>
              <a:effectRef idx="0">
                <a:schemeClr val="accent5"/>
              </a:effectRef>
              <a:fontRef idx="minor">
                <a:schemeClr val="lt1"/>
              </a:fontRef>
            </p:style>
            <p:txBody>
              <a:bodyPr wrap="square" rtlCol="0">
                <a:spAutoFit/>
              </a:bodyPr>
              <a:lstStyle/>
              <a:p>
                <a:pPr algn="ctr"/>
                <a:r>
                  <a:rPr lang="zh-CN" altLang="en-US" b="1" dirty="0">
                    <a:solidFill>
                      <a:schemeClr val="bg1"/>
                    </a:solidFill>
                  </a:rPr>
                  <a:t>检测到碰撞？</a:t>
                </a:r>
              </a:p>
            </p:txBody>
          </p:sp>
        </p:grpSp>
        <p:cxnSp>
          <p:nvCxnSpPr>
            <p:cNvPr id="74" name="直接箭头连接符 73">
              <a:extLst>
                <a:ext uri="{FF2B5EF4-FFF2-40B4-BE49-F238E27FC236}">
                  <a16:creationId xmlns:a16="http://schemas.microsoft.com/office/drawing/2014/main" id="{ED672E0E-9738-418B-B083-BE1F9C1449B1}"/>
                </a:ext>
              </a:extLst>
            </p:cNvPr>
            <p:cNvCxnSpPr>
              <a:cxnSpLocks/>
              <a:stCxn id="62" idx="3"/>
              <a:endCxn id="64" idx="1"/>
            </p:cNvCxnSpPr>
            <p:nvPr/>
          </p:nvCxnSpPr>
          <p:spPr>
            <a:xfrm>
              <a:off x="5775155" y="5519570"/>
              <a:ext cx="641692" cy="0"/>
            </a:xfrm>
            <a:prstGeom prst="straightConnector1">
              <a:avLst/>
            </a:prstGeom>
            <a:ln w="12700">
              <a:solidFill>
                <a:schemeClr val="tx1"/>
              </a:solidFill>
              <a:tailEnd type="triangle"/>
            </a:ln>
          </p:spPr>
          <p:style>
            <a:lnRef idx="1">
              <a:schemeClr val="accent1"/>
            </a:lnRef>
            <a:fillRef idx="0">
              <a:schemeClr val="accent1"/>
            </a:fillRef>
            <a:effectRef idx="0">
              <a:schemeClr val="accent1"/>
            </a:effectRef>
            <a:fontRef idx="minor">
              <a:schemeClr val="tx1"/>
            </a:fontRef>
          </p:style>
        </p:cxnSp>
      </p:grpSp>
      <p:grpSp>
        <p:nvGrpSpPr>
          <p:cNvPr id="90" name="组合 89">
            <a:extLst>
              <a:ext uri="{FF2B5EF4-FFF2-40B4-BE49-F238E27FC236}">
                <a16:creationId xmlns:a16="http://schemas.microsoft.com/office/drawing/2014/main" id="{53AF500B-7FC7-492C-B846-1814D08B9461}"/>
              </a:ext>
            </a:extLst>
          </p:cNvPr>
          <p:cNvGrpSpPr/>
          <p:nvPr/>
        </p:nvGrpSpPr>
        <p:grpSpPr>
          <a:xfrm>
            <a:off x="3213902" y="3696800"/>
            <a:ext cx="1479094" cy="743638"/>
            <a:chOff x="3213902" y="3696800"/>
            <a:chExt cx="1479094" cy="743638"/>
          </a:xfrm>
        </p:grpSpPr>
        <p:cxnSp>
          <p:nvCxnSpPr>
            <p:cNvPr id="75" name="连接符: 肘形 74">
              <a:extLst>
                <a:ext uri="{FF2B5EF4-FFF2-40B4-BE49-F238E27FC236}">
                  <a16:creationId xmlns:a16="http://schemas.microsoft.com/office/drawing/2014/main" id="{B0753E80-1758-4F9B-8E87-EF86F3BB4687}"/>
                </a:ext>
              </a:extLst>
            </p:cNvPr>
            <p:cNvCxnSpPr>
              <a:cxnSpLocks/>
              <a:stCxn id="11" idx="1"/>
            </p:cNvCxnSpPr>
            <p:nvPr/>
          </p:nvCxnSpPr>
          <p:spPr>
            <a:xfrm rot="10800000" flipH="1">
              <a:off x="3618339" y="3696800"/>
              <a:ext cx="1074657" cy="743638"/>
            </a:xfrm>
            <a:prstGeom prst="bentConnector3">
              <a:avLst>
                <a:gd name="adj1" fmla="val -21272"/>
              </a:avLst>
            </a:prstGeom>
            <a:ln w="12700">
              <a:solidFill>
                <a:schemeClr val="tx1"/>
              </a:solidFill>
              <a:tailEnd type="triangle"/>
            </a:ln>
          </p:spPr>
          <p:style>
            <a:lnRef idx="1">
              <a:schemeClr val="accent1"/>
            </a:lnRef>
            <a:fillRef idx="0">
              <a:schemeClr val="accent1"/>
            </a:fillRef>
            <a:effectRef idx="0">
              <a:schemeClr val="accent1"/>
            </a:effectRef>
            <a:fontRef idx="minor">
              <a:schemeClr val="tx1"/>
            </a:fontRef>
          </p:style>
        </p:cxnSp>
        <p:sp>
          <p:nvSpPr>
            <p:cNvPr id="81" name="文本框 80">
              <a:extLst>
                <a:ext uri="{FF2B5EF4-FFF2-40B4-BE49-F238E27FC236}">
                  <a16:creationId xmlns:a16="http://schemas.microsoft.com/office/drawing/2014/main" id="{75E5AB3E-992E-4B3B-98B0-29DA1FEC7903}"/>
                </a:ext>
              </a:extLst>
            </p:cNvPr>
            <p:cNvSpPr txBox="1"/>
            <p:nvPr/>
          </p:nvSpPr>
          <p:spPr>
            <a:xfrm>
              <a:off x="3213902" y="4029294"/>
              <a:ext cx="679897" cy="369332"/>
            </a:xfrm>
            <a:prstGeom prst="rect">
              <a:avLst/>
            </a:prstGeom>
            <a:noFill/>
          </p:spPr>
          <p:txBody>
            <a:bodyPr wrap="square" rtlCol="0">
              <a:spAutoFit/>
            </a:bodyPr>
            <a:lstStyle/>
            <a:p>
              <a:pPr algn="ctr"/>
              <a:r>
                <a:rPr lang="zh-CN" altLang="en-US" b="1" dirty="0"/>
                <a:t>否</a:t>
              </a:r>
            </a:p>
          </p:txBody>
        </p:sp>
      </p:grpSp>
      <p:grpSp>
        <p:nvGrpSpPr>
          <p:cNvPr id="17" name="组合 16">
            <a:extLst>
              <a:ext uri="{FF2B5EF4-FFF2-40B4-BE49-F238E27FC236}">
                <a16:creationId xmlns:a16="http://schemas.microsoft.com/office/drawing/2014/main" id="{F2477ACC-F32C-45F0-88AC-64E1B5B2BBC0}"/>
              </a:ext>
            </a:extLst>
          </p:cNvPr>
          <p:cNvGrpSpPr/>
          <p:nvPr/>
        </p:nvGrpSpPr>
        <p:grpSpPr>
          <a:xfrm>
            <a:off x="4696748" y="5687318"/>
            <a:ext cx="2889748" cy="598270"/>
            <a:chOff x="4696748" y="5687318"/>
            <a:chExt cx="2889748" cy="598270"/>
          </a:xfrm>
        </p:grpSpPr>
        <p:cxnSp>
          <p:nvCxnSpPr>
            <p:cNvPr id="21" name="连接符: 肘形 20">
              <a:extLst>
                <a:ext uri="{FF2B5EF4-FFF2-40B4-BE49-F238E27FC236}">
                  <a16:creationId xmlns:a16="http://schemas.microsoft.com/office/drawing/2014/main" id="{3E217AB6-D8D2-4578-B61E-3F6EA48A6218}"/>
                </a:ext>
              </a:extLst>
            </p:cNvPr>
            <p:cNvCxnSpPr>
              <a:stCxn id="64" idx="2"/>
              <a:endCxn id="62" idx="2"/>
            </p:cNvCxnSpPr>
            <p:nvPr/>
          </p:nvCxnSpPr>
          <p:spPr>
            <a:xfrm rot="5400000" flipH="1">
              <a:off x="5929218" y="4454848"/>
              <a:ext cx="333567" cy="2798507"/>
            </a:xfrm>
            <a:prstGeom prst="bentConnector3">
              <a:avLst>
                <a:gd name="adj1" fmla="val -68532"/>
              </a:avLst>
            </a:prstGeom>
            <a:ln w="12700">
              <a:solidFill>
                <a:schemeClr val="tx1"/>
              </a:solidFill>
              <a:tailEnd type="triangle"/>
            </a:ln>
          </p:spPr>
          <p:style>
            <a:lnRef idx="1">
              <a:schemeClr val="accent1"/>
            </a:lnRef>
            <a:fillRef idx="0">
              <a:schemeClr val="accent1"/>
            </a:fillRef>
            <a:effectRef idx="0">
              <a:schemeClr val="accent1"/>
            </a:effectRef>
            <a:fontRef idx="minor">
              <a:schemeClr val="tx1"/>
            </a:fontRef>
          </p:style>
        </p:cxnSp>
        <p:sp>
          <p:nvSpPr>
            <p:cNvPr id="82" name="文本框 81">
              <a:extLst>
                <a:ext uri="{FF2B5EF4-FFF2-40B4-BE49-F238E27FC236}">
                  <a16:creationId xmlns:a16="http://schemas.microsoft.com/office/drawing/2014/main" id="{19443827-4B1D-4F0D-8490-B3DD9045CAAF}"/>
                </a:ext>
              </a:extLst>
            </p:cNvPr>
            <p:cNvSpPr txBox="1"/>
            <p:nvPr/>
          </p:nvSpPr>
          <p:spPr>
            <a:xfrm>
              <a:off x="6906599" y="5916256"/>
              <a:ext cx="679897" cy="369332"/>
            </a:xfrm>
            <a:prstGeom prst="rect">
              <a:avLst/>
            </a:prstGeom>
            <a:noFill/>
          </p:spPr>
          <p:txBody>
            <a:bodyPr wrap="square" rtlCol="0">
              <a:spAutoFit/>
            </a:bodyPr>
            <a:lstStyle/>
            <a:p>
              <a:pPr algn="ctr"/>
              <a:r>
                <a:rPr lang="zh-CN" altLang="en-US" b="1" dirty="0"/>
                <a:t>否</a:t>
              </a:r>
            </a:p>
          </p:txBody>
        </p:sp>
      </p:grpSp>
      <p:grpSp>
        <p:nvGrpSpPr>
          <p:cNvPr id="14" name="组合 13">
            <a:extLst>
              <a:ext uri="{FF2B5EF4-FFF2-40B4-BE49-F238E27FC236}">
                <a16:creationId xmlns:a16="http://schemas.microsoft.com/office/drawing/2014/main" id="{DFFE2C86-0EC7-4C76-B053-FAAD2048078C}"/>
              </a:ext>
            </a:extLst>
          </p:cNvPr>
          <p:cNvGrpSpPr/>
          <p:nvPr/>
        </p:nvGrpSpPr>
        <p:grpSpPr>
          <a:xfrm>
            <a:off x="3618340" y="4861868"/>
            <a:ext cx="2156815" cy="825449"/>
            <a:chOff x="3618340" y="4861868"/>
            <a:chExt cx="2156815" cy="825449"/>
          </a:xfrm>
        </p:grpSpPr>
        <p:sp>
          <p:nvSpPr>
            <p:cNvPr id="62" name="矩形 61">
              <a:extLst>
                <a:ext uri="{FF2B5EF4-FFF2-40B4-BE49-F238E27FC236}">
                  <a16:creationId xmlns:a16="http://schemas.microsoft.com/office/drawing/2014/main" id="{F54F187A-0CED-475A-BCF6-B88756AE175F}"/>
                </a:ext>
              </a:extLst>
            </p:cNvPr>
            <p:cNvSpPr/>
            <p:nvPr/>
          </p:nvSpPr>
          <p:spPr>
            <a:xfrm>
              <a:off x="3618340" y="5351823"/>
              <a:ext cx="2156815" cy="335494"/>
            </a:xfrm>
            <a:prstGeom prst="rect">
              <a:avLst/>
            </a:prstGeom>
          </p:spPr>
          <p:style>
            <a:lnRef idx="2">
              <a:schemeClr val="accent5">
                <a:shade val="50000"/>
              </a:schemeClr>
            </a:lnRef>
            <a:fillRef idx="1">
              <a:schemeClr val="accent5"/>
            </a:fillRef>
            <a:effectRef idx="0">
              <a:schemeClr val="accent5"/>
            </a:effectRef>
            <a:fontRef idx="minor">
              <a:schemeClr val="lt1"/>
            </a:fontRef>
          </p:style>
          <p:txBody>
            <a:bodyPr rtlCol="0" anchor="ctr"/>
            <a:lstStyle/>
            <a:p>
              <a:pPr algn="ctr"/>
              <a:r>
                <a:rPr lang="zh-CN" altLang="en-US" b="1" dirty="0"/>
                <a:t>发送帧</a:t>
              </a:r>
            </a:p>
          </p:txBody>
        </p:sp>
        <p:cxnSp>
          <p:nvCxnSpPr>
            <p:cNvPr id="73" name="直接箭头连接符 72">
              <a:extLst>
                <a:ext uri="{FF2B5EF4-FFF2-40B4-BE49-F238E27FC236}">
                  <a16:creationId xmlns:a16="http://schemas.microsoft.com/office/drawing/2014/main" id="{7B8869AD-956A-4BAD-B1BE-AA2C5E0CC188}"/>
                </a:ext>
              </a:extLst>
            </p:cNvPr>
            <p:cNvCxnSpPr>
              <a:cxnSpLocks/>
              <a:stCxn id="11" idx="2"/>
              <a:endCxn id="62" idx="0"/>
            </p:cNvCxnSpPr>
            <p:nvPr/>
          </p:nvCxnSpPr>
          <p:spPr>
            <a:xfrm>
              <a:off x="4696748" y="4941752"/>
              <a:ext cx="0" cy="410071"/>
            </a:xfrm>
            <a:prstGeom prst="straightConnector1">
              <a:avLst/>
            </a:prstGeom>
            <a:ln w="12700">
              <a:solidFill>
                <a:schemeClr val="tx1"/>
              </a:solidFill>
              <a:tailEnd type="triangle"/>
            </a:ln>
          </p:spPr>
          <p:style>
            <a:lnRef idx="1">
              <a:schemeClr val="accent1"/>
            </a:lnRef>
            <a:fillRef idx="0">
              <a:schemeClr val="accent1"/>
            </a:fillRef>
            <a:effectRef idx="0">
              <a:schemeClr val="accent1"/>
            </a:effectRef>
            <a:fontRef idx="minor">
              <a:schemeClr val="tx1"/>
            </a:fontRef>
          </p:style>
        </p:cxnSp>
        <p:sp>
          <p:nvSpPr>
            <p:cNvPr id="84" name="文本框 83">
              <a:extLst>
                <a:ext uri="{FF2B5EF4-FFF2-40B4-BE49-F238E27FC236}">
                  <a16:creationId xmlns:a16="http://schemas.microsoft.com/office/drawing/2014/main" id="{692F5F67-9019-480B-80C9-30B4E7172CF0}"/>
                </a:ext>
              </a:extLst>
            </p:cNvPr>
            <p:cNvSpPr txBox="1"/>
            <p:nvPr/>
          </p:nvSpPr>
          <p:spPr>
            <a:xfrm>
              <a:off x="4559904" y="4861868"/>
              <a:ext cx="637749" cy="369332"/>
            </a:xfrm>
            <a:prstGeom prst="rect">
              <a:avLst/>
            </a:prstGeom>
            <a:noFill/>
          </p:spPr>
          <p:txBody>
            <a:bodyPr wrap="square" rtlCol="0">
              <a:spAutoFit/>
            </a:bodyPr>
            <a:lstStyle/>
            <a:p>
              <a:pPr algn="ctr"/>
              <a:r>
                <a:rPr lang="zh-CN" altLang="en-US" b="1" dirty="0"/>
                <a:t>是</a:t>
              </a:r>
            </a:p>
          </p:txBody>
        </p:sp>
      </p:grpSp>
      <p:grpSp>
        <p:nvGrpSpPr>
          <p:cNvPr id="77" name="组合 76">
            <a:extLst>
              <a:ext uri="{FF2B5EF4-FFF2-40B4-BE49-F238E27FC236}">
                <a16:creationId xmlns:a16="http://schemas.microsoft.com/office/drawing/2014/main" id="{1B6971EE-F977-4DA3-A9A0-44F6C9DC48DA}"/>
              </a:ext>
            </a:extLst>
          </p:cNvPr>
          <p:cNvGrpSpPr/>
          <p:nvPr/>
        </p:nvGrpSpPr>
        <p:grpSpPr>
          <a:xfrm>
            <a:off x="9727206" y="734232"/>
            <a:ext cx="2153414" cy="461665"/>
            <a:chOff x="9727206" y="734232"/>
            <a:chExt cx="2153414" cy="461665"/>
          </a:xfrm>
        </p:grpSpPr>
        <p:sp>
          <p:nvSpPr>
            <p:cNvPr id="79" name="矩形 78">
              <a:extLst>
                <a:ext uri="{FF2B5EF4-FFF2-40B4-BE49-F238E27FC236}">
                  <a16:creationId xmlns:a16="http://schemas.microsoft.com/office/drawing/2014/main" id="{23D339D1-2ECC-4222-BF66-5F8AC926D8C7}"/>
                </a:ext>
              </a:extLst>
            </p:cNvPr>
            <p:cNvSpPr/>
            <p:nvPr/>
          </p:nvSpPr>
          <p:spPr>
            <a:xfrm>
              <a:off x="9727206" y="757078"/>
              <a:ext cx="2153414" cy="400110"/>
            </a:xfrm>
            <a:prstGeom prst="rect">
              <a:avLst/>
            </a:prstGeom>
            <a:solidFill>
              <a:schemeClr val="accent5"/>
            </a:solidFill>
            <a:ln>
              <a:solidFill>
                <a:schemeClr val="accent5"/>
              </a:solidFill>
            </a:ln>
          </p:spPr>
          <p:style>
            <a:lnRef idx="2">
              <a:schemeClr val="accent5">
                <a:shade val="50000"/>
              </a:schemeClr>
            </a:lnRef>
            <a:fillRef idx="1">
              <a:schemeClr val="accent5"/>
            </a:fillRef>
            <a:effectRef idx="0">
              <a:schemeClr val="accent5"/>
            </a:effectRef>
            <a:fontRef idx="minor">
              <a:schemeClr val="lt1"/>
            </a:fontRef>
          </p:style>
          <p:txBody>
            <a:bodyPr rtlCol="0" anchor="ctr"/>
            <a:lstStyle/>
            <a:p>
              <a:pPr algn="ctr"/>
              <a:endParaRPr lang="zh-CN" altLang="en-US"/>
            </a:p>
          </p:txBody>
        </p:sp>
        <p:sp>
          <p:nvSpPr>
            <p:cNvPr id="80" name="文本框 79">
              <a:extLst>
                <a:ext uri="{FF2B5EF4-FFF2-40B4-BE49-F238E27FC236}">
                  <a16:creationId xmlns:a16="http://schemas.microsoft.com/office/drawing/2014/main" id="{644983D9-31FB-44F8-9DB3-5BFCAA2F4462}"/>
                </a:ext>
              </a:extLst>
            </p:cNvPr>
            <p:cNvSpPr txBox="1"/>
            <p:nvPr/>
          </p:nvSpPr>
          <p:spPr>
            <a:xfrm>
              <a:off x="9791788" y="772467"/>
              <a:ext cx="1598556" cy="400110"/>
            </a:xfrm>
            <a:prstGeom prst="rect">
              <a:avLst/>
            </a:prstGeom>
            <a:noFill/>
          </p:spPr>
          <p:txBody>
            <a:bodyPr wrap="square" rtlCol="0">
              <a:spAutoFit/>
            </a:bodyPr>
            <a:lstStyle/>
            <a:p>
              <a:pPr algn="ctr"/>
              <a:r>
                <a:rPr lang="zh-CN" altLang="en-US" sz="2000" b="1" dirty="0">
                  <a:solidFill>
                    <a:schemeClr val="bg1"/>
                  </a:solidFill>
                </a:rPr>
                <a:t>碰撞检测</a:t>
              </a:r>
            </a:p>
          </p:txBody>
        </p:sp>
        <p:sp>
          <p:nvSpPr>
            <p:cNvPr id="85" name="文本框 84">
              <a:extLst>
                <a:ext uri="{FF2B5EF4-FFF2-40B4-BE49-F238E27FC236}">
                  <a16:creationId xmlns:a16="http://schemas.microsoft.com/office/drawing/2014/main" id="{C1CFD963-D797-4467-A290-7E45A4D0B8B2}"/>
                </a:ext>
              </a:extLst>
            </p:cNvPr>
            <p:cNvSpPr txBox="1"/>
            <p:nvPr/>
          </p:nvSpPr>
          <p:spPr>
            <a:xfrm>
              <a:off x="11033742" y="734232"/>
              <a:ext cx="383192" cy="461665"/>
            </a:xfrm>
            <a:prstGeom prst="rect">
              <a:avLst/>
            </a:prstGeom>
            <a:noFill/>
          </p:spPr>
          <p:txBody>
            <a:bodyPr wrap="square">
              <a:spAutoFit/>
            </a:bodyPr>
            <a:lstStyle/>
            <a:p>
              <a:r>
                <a:rPr lang="en-US" altLang="zh-CN" sz="2400" b="1" dirty="0">
                  <a:solidFill>
                    <a:schemeClr val="bg1"/>
                  </a:solidFill>
                  <a:latin typeface="Arial Narrow" panose="020B0606020202030204" pitchFamily="34" charset="0"/>
                </a:rPr>
                <a:t>C</a:t>
              </a:r>
              <a:endParaRPr lang="zh-CN" altLang="en-US" sz="2400" dirty="0">
                <a:solidFill>
                  <a:schemeClr val="bg1"/>
                </a:solidFill>
              </a:endParaRPr>
            </a:p>
          </p:txBody>
        </p:sp>
        <p:sp>
          <p:nvSpPr>
            <p:cNvPr id="86" name="文本框 85">
              <a:extLst>
                <a:ext uri="{FF2B5EF4-FFF2-40B4-BE49-F238E27FC236}">
                  <a16:creationId xmlns:a16="http://schemas.microsoft.com/office/drawing/2014/main" id="{BA726DB0-C965-40B9-B603-AEA447E38417}"/>
                </a:ext>
              </a:extLst>
            </p:cNvPr>
            <p:cNvSpPr txBox="1"/>
            <p:nvPr/>
          </p:nvSpPr>
          <p:spPr>
            <a:xfrm>
              <a:off x="11260686" y="734232"/>
              <a:ext cx="383192" cy="461665"/>
            </a:xfrm>
            <a:prstGeom prst="rect">
              <a:avLst/>
            </a:prstGeom>
            <a:noFill/>
          </p:spPr>
          <p:txBody>
            <a:bodyPr wrap="square">
              <a:spAutoFit/>
            </a:bodyPr>
            <a:lstStyle/>
            <a:p>
              <a:r>
                <a:rPr lang="en-US" altLang="zh-CN" sz="2400" b="1" dirty="0">
                  <a:solidFill>
                    <a:schemeClr val="bg1"/>
                  </a:solidFill>
                  <a:latin typeface="Arial Narrow" panose="020B0606020202030204" pitchFamily="34" charset="0"/>
                </a:rPr>
                <a:t>D</a:t>
              </a:r>
              <a:endParaRPr lang="zh-CN" altLang="en-US" sz="2400" dirty="0">
                <a:solidFill>
                  <a:schemeClr val="bg1"/>
                </a:solidFill>
              </a:endParaRPr>
            </a:p>
          </p:txBody>
        </p:sp>
      </p:grpSp>
      <p:cxnSp>
        <p:nvCxnSpPr>
          <p:cNvPr id="87" name="直接箭头连接符 86">
            <a:extLst>
              <a:ext uri="{FF2B5EF4-FFF2-40B4-BE49-F238E27FC236}">
                <a16:creationId xmlns:a16="http://schemas.microsoft.com/office/drawing/2014/main" id="{6BD70865-A07D-44FE-ABD0-8FF10C08D28A}"/>
              </a:ext>
            </a:extLst>
          </p:cNvPr>
          <p:cNvCxnSpPr>
            <a:cxnSpLocks/>
          </p:cNvCxnSpPr>
          <p:nvPr/>
        </p:nvCxnSpPr>
        <p:spPr>
          <a:xfrm flipV="1">
            <a:off x="7247900" y="1692469"/>
            <a:ext cx="0" cy="773654"/>
          </a:xfrm>
          <a:prstGeom prst="straightConnector1">
            <a:avLst/>
          </a:prstGeom>
          <a:ln w="50800" cap="rnd">
            <a:solidFill>
              <a:schemeClr val="accent6"/>
            </a:solidFill>
            <a:round/>
            <a:tailEnd type="triangle" w="med" len="med"/>
          </a:ln>
        </p:spPr>
        <p:style>
          <a:lnRef idx="1">
            <a:schemeClr val="accent1"/>
          </a:lnRef>
          <a:fillRef idx="0">
            <a:schemeClr val="accent1"/>
          </a:fillRef>
          <a:effectRef idx="0">
            <a:schemeClr val="accent1"/>
          </a:effectRef>
          <a:fontRef idx="minor">
            <a:schemeClr val="tx1"/>
          </a:fontRef>
        </p:style>
      </p:cxnSp>
      <p:cxnSp>
        <p:nvCxnSpPr>
          <p:cNvPr id="92" name="直接箭头连接符 91">
            <a:extLst>
              <a:ext uri="{FF2B5EF4-FFF2-40B4-BE49-F238E27FC236}">
                <a16:creationId xmlns:a16="http://schemas.microsoft.com/office/drawing/2014/main" id="{58988A20-B745-4878-AA97-E0EC36610C48}"/>
              </a:ext>
            </a:extLst>
          </p:cNvPr>
          <p:cNvCxnSpPr>
            <a:cxnSpLocks/>
          </p:cNvCxnSpPr>
          <p:nvPr/>
        </p:nvCxnSpPr>
        <p:spPr>
          <a:xfrm>
            <a:off x="7247900" y="1700446"/>
            <a:ext cx="0" cy="808365"/>
          </a:xfrm>
          <a:prstGeom prst="straightConnector1">
            <a:avLst/>
          </a:prstGeom>
          <a:ln w="50800" cap="rnd">
            <a:solidFill>
              <a:schemeClr val="accent1">
                <a:lumMod val="75000"/>
              </a:schemeClr>
            </a:solidFill>
            <a:round/>
            <a:tailEnd type="triangle" w="med" len="med"/>
          </a:ln>
        </p:spPr>
        <p:style>
          <a:lnRef idx="1">
            <a:schemeClr val="accent1"/>
          </a:lnRef>
          <a:fillRef idx="0">
            <a:schemeClr val="accent1"/>
          </a:fillRef>
          <a:effectRef idx="0">
            <a:schemeClr val="accent1"/>
          </a:effectRef>
          <a:fontRef idx="minor">
            <a:schemeClr val="tx1"/>
          </a:fontRef>
        </p:style>
      </p:cxnSp>
      <p:cxnSp>
        <p:nvCxnSpPr>
          <p:cNvPr id="93" name="直接箭头连接符 92">
            <a:extLst>
              <a:ext uri="{FF2B5EF4-FFF2-40B4-BE49-F238E27FC236}">
                <a16:creationId xmlns:a16="http://schemas.microsoft.com/office/drawing/2014/main" id="{E8E95763-DE45-4C33-824F-45A5F87EA76E}"/>
              </a:ext>
            </a:extLst>
          </p:cNvPr>
          <p:cNvCxnSpPr>
            <a:cxnSpLocks/>
          </p:cNvCxnSpPr>
          <p:nvPr/>
        </p:nvCxnSpPr>
        <p:spPr>
          <a:xfrm>
            <a:off x="7246548" y="1689447"/>
            <a:ext cx="877797" cy="0"/>
          </a:xfrm>
          <a:prstGeom prst="straightConnector1">
            <a:avLst/>
          </a:prstGeom>
          <a:ln w="50800" cap="rnd">
            <a:solidFill>
              <a:schemeClr val="accent1">
                <a:lumMod val="75000"/>
              </a:schemeClr>
            </a:solidFill>
            <a:round/>
            <a:tailEnd type="triangle" w="med" len="med"/>
          </a:ln>
        </p:spPr>
        <p:style>
          <a:lnRef idx="1">
            <a:schemeClr val="accent1"/>
          </a:lnRef>
          <a:fillRef idx="0">
            <a:schemeClr val="accent1"/>
          </a:fillRef>
          <a:effectRef idx="0">
            <a:schemeClr val="accent1"/>
          </a:effectRef>
          <a:fontRef idx="minor">
            <a:schemeClr val="tx1"/>
          </a:fontRef>
        </p:style>
      </p:cxnSp>
      <p:cxnSp>
        <p:nvCxnSpPr>
          <p:cNvPr id="96" name="直接箭头连接符 95">
            <a:extLst>
              <a:ext uri="{FF2B5EF4-FFF2-40B4-BE49-F238E27FC236}">
                <a16:creationId xmlns:a16="http://schemas.microsoft.com/office/drawing/2014/main" id="{8C3BE9E6-6DAD-435D-9276-E2D0C394E16D}"/>
              </a:ext>
            </a:extLst>
          </p:cNvPr>
          <p:cNvCxnSpPr>
            <a:cxnSpLocks/>
          </p:cNvCxnSpPr>
          <p:nvPr/>
        </p:nvCxnSpPr>
        <p:spPr>
          <a:xfrm flipH="1">
            <a:off x="6233431" y="1688260"/>
            <a:ext cx="1057153" cy="0"/>
          </a:xfrm>
          <a:prstGeom prst="straightConnector1">
            <a:avLst/>
          </a:prstGeom>
          <a:ln w="50800" cap="rnd">
            <a:solidFill>
              <a:schemeClr val="accent1">
                <a:lumMod val="75000"/>
              </a:schemeClr>
            </a:solidFill>
            <a:round/>
            <a:tailEnd type="triangle" w="med" len="med"/>
          </a:ln>
        </p:spPr>
        <p:style>
          <a:lnRef idx="1">
            <a:schemeClr val="accent1"/>
          </a:lnRef>
          <a:fillRef idx="0">
            <a:schemeClr val="accent1"/>
          </a:fillRef>
          <a:effectRef idx="0">
            <a:schemeClr val="accent1"/>
          </a:effectRef>
          <a:fontRef idx="minor">
            <a:schemeClr val="tx1"/>
          </a:fontRef>
        </p:style>
      </p:cxnSp>
      <p:grpSp>
        <p:nvGrpSpPr>
          <p:cNvPr id="20" name="组合 19">
            <a:extLst>
              <a:ext uri="{FF2B5EF4-FFF2-40B4-BE49-F238E27FC236}">
                <a16:creationId xmlns:a16="http://schemas.microsoft.com/office/drawing/2014/main" id="{1FF25F8D-F086-494E-8FD9-D16C042152CF}"/>
              </a:ext>
            </a:extLst>
          </p:cNvPr>
          <p:cNvGrpSpPr/>
          <p:nvPr/>
        </p:nvGrpSpPr>
        <p:grpSpPr>
          <a:xfrm>
            <a:off x="6809207" y="1304626"/>
            <a:ext cx="820470" cy="820470"/>
            <a:chOff x="9290558" y="4054613"/>
            <a:chExt cx="820470" cy="820470"/>
          </a:xfrm>
        </p:grpSpPr>
        <p:sp>
          <p:nvSpPr>
            <p:cNvPr id="94" name="爆炸形: 8 pt  93">
              <a:extLst>
                <a:ext uri="{FF2B5EF4-FFF2-40B4-BE49-F238E27FC236}">
                  <a16:creationId xmlns:a16="http://schemas.microsoft.com/office/drawing/2014/main" id="{B0E4C2A5-F272-426D-AD63-2B20049E3806}"/>
                </a:ext>
              </a:extLst>
            </p:cNvPr>
            <p:cNvSpPr/>
            <p:nvPr/>
          </p:nvSpPr>
          <p:spPr>
            <a:xfrm>
              <a:off x="9290558" y="4054613"/>
              <a:ext cx="820470" cy="820470"/>
            </a:xfrm>
            <a:prstGeom prst="irregularSeal1">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sz="2000" b="1" dirty="0"/>
            </a:p>
          </p:txBody>
        </p:sp>
        <p:sp>
          <p:nvSpPr>
            <p:cNvPr id="19" name="文本框 18">
              <a:extLst>
                <a:ext uri="{FF2B5EF4-FFF2-40B4-BE49-F238E27FC236}">
                  <a16:creationId xmlns:a16="http://schemas.microsoft.com/office/drawing/2014/main" id="{9A04026C-346A-4418-8C7C-58678F177B4D}"/>
                </a:ext>
              </a:extLst>
            </p:cNvPr>
            <p:cNvSpPr txBox="1"/>
            <p:nvPr/>
          </p:nvSpPr>
          <p:spPr>
            <a:xfrm>
              <a:off x="9290558" y="4250289"/>
              <a:ext cx="777741" cy="369332"/>
            </a:xfrm>
            <a:prstGeom prst="rect">
              <a:avLst/>
            </a:prstGeom>
            <a:noFill/>
          </p:spPr>
          <p:txBody>
            <a:bodyPr wrap="square" rtlCol="0">
              <a:spAutoFit/>
            </a:bodyPr>
            <a:lstStyle/>
            <a:p>
              <a:pPr algn="ctr"/>
              <a:r>
                <a:rPr lang="zh-CN" altLang="en-US" b="1" dirty="0">
                  <a:solidFill>
                    <a:schemeClr val="bg1"/>
                  </a:solidFill>
                </a:rPr>
                <a:t>碰撞</a:t>
              </a:r>
            </a:p>
          </p:txBody>
        </p:sp>
      </p:grpSp>
    </p:spTree>
    <p:custDataLst>
      <p:tags r:id="rId1"/>
    </p:custDataLst>
    <p:extLst>
      <p:ext uri="{BB962C8B-B14F-4D97-AF65-F5344CB8AC3E}">
        <p14:creationId xmlns:p14="http://schemas.microsoft.com/office/powerpoint/2010/main" val="797330731"/>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2" presetClass="entr" presetSubtype="2" fill="hold" nodeType="withEffect">
                                  <p:stCondLst>
                                    <p:cond delay="0"/>
                                  </p:stCondLst>
                                  <p:childTnLst>
                                    <p:set>
                                      <p:cBhvr>
                                        <p:cTn id="6" dur="1" fill="hold">
                                          <p:stCondLst>
                                            <p:cond delay="0"/>
                                          </p:stCondLst>
                                        </p:cTn>
                                        <p:tgtEl>
                                          <p:spTgt spid="96"/>
                                        </p:tgtEl>
                                        <p:attrNameLst>
                                          <p:attrName>style.visibility</p:attrName>
                                        </p:attrNameLst>
                                      </p:cBhvr>
                                      <p:to>
                                        <p:strVal val="visible"/>
                                      </p:to>
                                    </p:set>
                                    <p:animEffect transition="in" filter="wipe(right)">
                                      <p:cBhvr>
                                        <p:cTn id="7" dur="1000"/>
                                        <p:tgtEl>
                                          <p:spTgt spid="96"/>
                                        </p:tgtEl>
                                      </p:cBhvr>
                                    </p:animEffect>
                                  </p:childTnLst>
                                </p:cTn>
                              </p:par>
                              <p:par>
                                <p:cTn id="8" presetID="22" presetClass="entr" presetSubtype="8" fill="hold" nodeType="withEffect">
                                  <p:stCondLst>
                                    <p:cond delay="0"/>
                                  </p:stCondLst>
                                  <p:childTnLst>
                                    <p:set>
                                      <p:cBhvr>
                                        <p:cTn id="9" dur="1" fill="hold">
                                          <p:stCondLst>
                                            <p:cond delay="0"/>
                                          </p:stCondLst>
                                        </p:cTn>
                                        <p:tgtEl>
                                          <p:spTgt spid="93"/>
                                        </p:tgtEl>
                                        <p:attrNameLst>
                                          <p:attrName>style.visibility</p:attrName>
                                        </p:attrNameLst>
                                      </p:cBhvr>
                                      <p:to>
                                        <p:strVal val="visible"/>
                                      </p:to>
                                    </p:set>
                                    <p:animEffect transition="in" filter="wipe(left)">
                                      <p:cBhvr>
                                        <p:cTn id="10" dur="1000"/>
                                        <p:tgtEl>
                                          <p:spTgt spid="93"/>
                                        </p:tgtEl>
                                      </p:cBhvr>
                                    </p:animEffect>
                                  </p:childTnLst>
                                </p:cTn>
                              </p:par>
                              <p:par>
                                <p:cTn id="11" presetID="22" presetClass="entr" presetSubtype="1" fill="hold" nodeType="withEffect">
                                  <p:stCondLst>
                                    <p:cond delay="0"/>
                                  </p:stCondLst>
                                  <p:childTnLst>
                                    <p:set>
                                      <p:cBhvr>
                                        <p:cTn id="12" dur="1" fill="hold">
                                          <p:stCondLst>
                                            <p:cond delay="0"/>
                                          </p:stCondLst>
                                        </p:cTn>
                                        <p:tgtEl>
                                          <p:spTgt spid="92"/>
                                        </p:tgtEl>
                                        <p:attrNameLst>
                                          <p:attrName>style.visibility</p:attrName>
                                        </p:attrNameLst>
                                      </p:cBhvr>
                                      <p:to>
                                        <p:strVal val="visible"/>
                                      </p:to>
                                    </p:set>
                                    <p:animEffect transition="in" filter="wipe(up)">
                                      <p:cBhvr>
                                        <p:cTn id="13" dur="1000"/>
                                        <p:tgtEl>
                                          <p:spTgt spid="92"/>
                                        </p:tgtEl>
                                      </p:cBhvr>
                                    </p:animEffect>
                                  </p:childTnLst>
                                </p:cTn>
                              </p:par>
                            </p:childTnLst>
                          </p:cTn>
                        </p:par>
                      </p:childTnLst>
                    </p:cTn>
                  </p:par>
                  <p:par>
                    <p:cTn id="14" fill="hold">
                      <p:stCondLst>
                        <p:cond delay="indefinite"/>
                      </p:stCondLst>
                      <p:childTnLst>
                        <p:par>
                          <p:cTn id="15" fill="hold">
                            <p:stCondLst>
                              <p:cond delay="0"/>
                            </p:stCondLst>
                            <p:childTnLst>
                              <p:par>
                                <p:cTn id="16" presetID="12" presetClass="entr" presetSubtype="8" fill="hold" grpId="0" nodeType="clickEffect">
                                  <p:stCondLst>
                                    <p:cond delay="0"/>
                                  </p:stCondLst>
                                  <p:childTnLst>
                                    <p:set>
                                      <p:cBhvr>
                                        <p:cTn id="17" dur="1" fill="hold">
                                          <p:stCondLst>
                                            <p:cond delay="0"/>
                                          </p:stCondLst>
                                        </p:cTn>
                                        <p:tgtEl>
                                          <p:spTgt spid="91"/>
                                        </p:tgtEl>
                                        <p:attrNameLst>
                                          <p:attrName>style.visibility</p:attrName>
                                        </p:attrNameLst>
                                      </p:cBhvr>
                                      <p:to>
                                        <p:strVal val="visible"/>
                                      </p:to>
                                    </p:set>
                                    <p:anim calcmode="lin" valueType="num">
                                      <p:cBhvr additive="base">
                                        <p:cTn id="18" dur="500"/>
                                        <p:tgtEl>
                                          <p:spTgt spid="91"/>
                                        </p:tgtEl>
                                        <p:attrNameLst>
                                          <p:attrName>ppt_x</p:attrName>
                                        </p:attrNameLst>
                                      </p:cBhvr>
                                      <p:tavLst>
                                        <p:tav tm="0">
                                          <p:val>
                                            <p:strVal val="#ppt_x-#ppt_w*1.125000"/>
                                          </p:val>
                                        </p:tav>
                                        <p:tav tm="100000">
                                          <p:val>
                                            <p:strVal val="#ppt_x"/>
                                          </p:val>
                                        </p:tav>
                                      </p:tavLst>
                                    </p:anim>
                                    <p:animEffect transition="in" filter="wipe(right)">
                                      <p:cBhvr>
                                        <p:cTn id="19" dur="500"/>
                                        <p:tgtEl>
                                          <p:spTgt spid="91"/>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91" grpId="0"/>
    </p:bldLst>
  </p:timing>
</p:sld>
</file>

<file path=ppt/slides/slide31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8" name="文本框 97">
            <a:extLst>
              <a:ext uri="{FF2B5EF4-FFF2-40B4-BE49-F238E27FC236}">
                <a16:creationId xmlns:a16="http://schemas.microsoft.com/office/drawing/2014/main" id="{39CC18F2-9736-47C8-BC29-7A55C7B23822}"/>
              </a:ext>
            </a:extLst>
          </p:cNvPr>
          <p:cNvSpPr txBox="1"/>
          <p:nvPr/>
        </p:nvSpPr>
        <p:spPr>
          <a:xfrm>
            <a:off x="5014044" y="2180377"/>
            <a:ext cx="1844599" cy="923330"/>
          </a:xfrm>
          <a:prstGeom prst="rect">
            <a:avLst/>
          </a:prstGeom>
          <a:noFill/>
        </p:spPr>
        <p:txBody>
          <a:bodyPr wrap="square" rtlCol="0">
            <a:spAutoFit/>
          </a:bodyPr>
          <a:lstStyle/>
          <a:p>
            <a:r>
              <a:rPr lang="zh-CN" altLang="en-US" b="1" dirty="0">
                <a:solidFill>
                  <a:schemeClr val="accent1">
                    <a:lumMod val="75000"/>
                  </a:schemeClr>
                </a:solidFill>
                <a:latin typeface="+mn-ea"/>
              </a:rPr>
              <a:t>检测到碰撞</a:t>
            </a:r>
            <a:endParaRPr lang="en-US" altLang="zh-CN" b="1" dirty="0">
              <a:solidFill>
                <a:schemeClr val="accent1">
                  <a:lumMod val="75000"/>
                </a:schemeClr>
              </a:solidFill>
              <a:latin typeface="+mn-ea"/>
            </a:endParaRPr>
          </a:p>
          <a:p>
            <a:r>
              <a:rPr lang="zh-CN" altLang="en-US" b="1" dirty="0">
                <a:solidFill>
                  <a:schemeClr val="accent1">
                    <a:lumMod val="75000"/>
                  </a:schemeClr>
                </a:solidFill>
                <a:latin typeface="+mn-ea"/>
              </a:rPr>
              <a:t>停止发送</a:t>
            </a:r>
            <a:endParaRPr lang="en-US" altLang="zh-CN" b="1" dirty="0">
              <a:solidFill>
                <a:schemeClr val="accent1">
                  <a:lumMod val="75000"/>
                </a:schemeClr>
              </a:solidFill>
              <a:latin typeface="+mn-ea"/>
            </a:endParaRPr>
          </a:p>
          <a:p>
            <a:r>
              <a:rPr lang="zh-CN" altLang="en-US" b="1" dirty="0">
                <a:solidFill>
                  <a:schemeClr val="accent1">
                    <a:lumMod val="75000"/>
                  </a:schemeClr>
                </a:solidFill>
                <a:latin typeface="+mn-ea"/>
              </a:rPr>
              <a:t>退避随机时间</a:t>
            </a:r>
          </a:p>
        </p:txBody>
      </p:sp>
      <p:sp>
        <p:nvSpPr>
          <p:cNvPr id="91" name="文本框 90">
            <a:extLst>
              <a:ext uri="{FF2B5EF4-FFF2-40B4-BE49-F238E27FC236}">
                <a16:creationId xmlns:a16="http://schemas.microsoft.com/office/drawing/2014/main" id="{DC81292F-7B68-4339-BFD1-4289C2D92091}"/>
              </a:ext>
            </a:extLst>
          </p:cNvPr>
          <p:cNvSpPr txBox="1"/>
          <p:nvPr/>
        </p:nvSpPr>
        <p:spPr>
          <a:xfrm>
            <a:off x="7402637" y="2180377"/>
            <a:ext cx="1844599" cy="923330"/>
          </a:xfrm>
          <a:prstGeom prst="rect">
            <a:avLst/>
          </a:prstGeom>
          <a:noFill/>
        </p:spPr>
        <p:txBody>
          <a:bodyPr wrap="square" rtlCol="0">
            <a:spAutoFit/>
          </a:bodyPr>
          <a:lstStyle/>
          <a:p>
            <a:r>
              <a:rPr lang="zh-CN" altLang="en-US" b="1" dirty="0">
                <a:solidFill>
                  <a:schemeClr val="accent1">
                    <a:lumMod val="75000"/>
                  </a:schemeClr>
                </a:solidFill>
                <a:latin typeface="+mn-ea"/>
              </a:rPr>
              <a:t>检测到碰撞</a:t>
            </a:r>
            <a:endParaRPr lang="en-US" altLang="zh-CN" b="1" dirty="0">
              <a:solidFill>
                <a:schemeClr val="accent1">
                  <a:lumMod val="75000"/>
                </a:schemeClr>
              </a:solidFill>
              <a:latin typeface="+mn-ea"/>
            </a:endParaRPr>
          </a:p>
          <a:p>
            <a:r>
              <a:rPr lang="zh-CN" altLang="en-US" b="1" dirty="0">
                <a:solidFill>
                  <a:schemeClr val="accent1">
                    <a:lumMod val="75000"/>
                  </a:schemeClr>
                </a:solidFill>
                <a:latin typeface="+mn-ea"/>
              </a:rPr>
              <a:t>停止发送</a:t>
            </a:r>
            <a:endParaRPr lang="en-US" altLang="zh-CN" b="1" dirty="0">
              <a:solidFill>
                <a:schemeClr val="accent1">
                  <a:lumMod val="75000"/>
                </a:schemeClr>
              </a:solidFill>
              <a:latin typeface="+mn-ea"/>
            </a:endParaRPr>
          </a:p>
          <a:p>
            <a:r>
              <a:rPr lang="zh-CN" altLang="en-US" b="1" dirty="0">
                <a:solidFill>
                  <a:schemeClr val="accent1">
                    <a:lumMod val="75000"/>
                  </a:schemeClr>
                </a:solidFill>
                <a:latin typeface="+mn-ea"/>
              </a:rPr>
              <a:t>退避随机时间</a:t>
            </a:r>
          </a:p>
        </p:txBody>
      </p:sp>
      <p:sp>
        <p:nvSpPr>
          <p:cNvPr id="10" name="矩形 9">
            <a:extLst>
              <a:ext uri="{FF2B5EF4-FFF2-40B4-BE49-F238E27FC236}">
                <a16:creationId xmlns:a16="http://schemas.microsoft.com/office/drawing/2014/main" id="{817E4DA6-B50E-48FD-8638-9AAD694A90D7}"/>
              </a:ext>
            </a:extLst>
          </p:cNvPr>
          <p:cNvSpPr/>
          <p:nvPr/>
        </p:nvSpPr>
        <p:spPr>
          <a:xfrm>
            <a:off x="3618340" y="3193559"/>
            <a:ext cx="2156815" cy="335494"/>
          </a:xfrm>
          <a:prstGeom prst="rect">
            <a:avLst/>
          </a:prstGeom>
        </p:spPr>
        <p:style>
          <a:lnRef idx="2">
            <a:schemeClr val="accent3">
              <a:shade val="50000"/>
            </a:schemeClr>
          </a:lnRef>
          <a:fillRef idx="1">
            <a:schemeClr val="accent3"/>
          </a:fillRef>
          <a:effectRef idx="0">
            <a:schemeClr val="accent3"/>
          </a:effectRef>
          <a:fontRef idx="minor">
            <a:schemeClr val="lt1"/>
          </a:fontRef>
        </p:style>
        <p:txBody>
          <a:bodyPr rtlCol="0" anchor="ctr"/>
          <a:lstStyle/>
          <a:p>
            <a:pPr algn="ctr"/>
            <a:r>
              <a:rPr lang="zh-CN" altLang="en-US" b="1" dirty="0"/>
              <a:t>有帧要发送</a:t>
            </a:r>
          </a:p>
        </p:txBody>
      </p:sp>
      <p:grpSp>
        <p:nvGrpSpPr>
          <p:cNvPr id="4" name="组合 3">
            <a:extLst>
              <a:ext uri="{FF2B5EF4-FFF2-40B4-BE49-F238E27FC236}">
                <a16:creationId xmlns:a16="http://schemas.microsoft.com/office/drawing/2014/main" id="{9A1EA9F2-FCB6-48C3-935F-7AE7E3AD14AC}"/>
              </a:ext>
            </a:extLst>
          </p:cNvPr>
          <p:cNvGrpSpPr/>
          <p:nvPr/>
        </p:nvGrpSpPr>
        <p:grpSpPr>
          <a:xfrm>
            <a:off x="304800" y="749300"/>
            <a:ext cx="6192344" cy="400110"/>
            <a:chOff x="424117" y="898245"/>
            <a:chExt cx="6192344" cy="400110"/>
          </a:xfrm>
        </p:grpSpPr>
        <p:sp>
          <p:nvSpPr>
            <p:cNvPr id="2" name="平行四边形 1">
              <a:extLst>
                <a:ext uri="{FF2B5EF4-FFF2-40B4-BE49-F238E27FC236}">
                  <a16:creationId xmlns:a16="http://schemas.microsoft.com/office/drawing/2014/main" id="{1F5BAA3F-9845-4F89-A2DD-8222D3E4EDAC}"/>
                </a:ext>
              </a:extLst>
            </p:cNvPr>
            <p:cNvSpPr/>
            <p:nvPr/>
          </p:nvSpPr>
          <p:spPr>
            <a:xfrm>
              <a:off x="424117" y="898245"/>
              <a:ext cx="628306" cy="387090"/>
            </a:xfrm>
            <a:prstGeom prst="parallelogram">
              <a:avLst/>
            </a:prstGeom>
            <a:solidFill>
              <a:schemeClr val="accent3">
                <a:lumMod val="75000"/>
              </a:schemeClr>
            </a:solidFill>
            <a:ln>
              <a:solidFill>
                <a:schemeClr val="accent3">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CN" sz="2200" dirty="0">
                  <a:latin typeface="Impact" panose="020B0806030902050204" pitchFamily="34" charset="0"/>
                </a:rPr>
                <a:t>01</a:t>
              </a:r>
              <a:endParaRPr lang="zh-CN" altLang="en-US" sz="2200" dirty="0">
                <a:latin typeface="Impact" panose="020B0806030902050204" pitchFamily="34" charset="0"/>
              </a:endParaRPr>
            </a:p>
          </p:txBody>
        </p:sp>
        <p:sp>
          <p:nvSpPr>
            <p:cNvPr id="3" name="文本框 2">
              <a:extLst>
                <a:ext uri="{FF2B5EF4-FFF2-40B4-BE49-F238E27FC236}">
                  <a16:creationId xmlns:a16="http://schemas.microsoft.com/office/drawing/2014/main" id="{4D6BD736-A4D3-4F26-AFED-36E11F50F70B}"/>
                </a:ext>
              </a:extLst>
            </p:cNvPr>
            <p:cNvSpPr txBox="1"/>
            <p:nvPr/>
          </p:nvSpPr>
          <p:spPr>
            <a:xfrm>
              <a:off x="1052423" y="898245"/>
              <a:ext cx="5564038" cy="400110"/>
            </a:xfrm>
            <a:prstGeom prst="rect">
              <a:avLst/>
            </a:prstGeom>
            <a:noFill/>
          </p:spPr>
          <p:txBody>
            <a:bodyPr wrap="square" rtlCol="0">
              <a:spAutoFit/>
            </a:bodyPr>
            <a:lstStyle/>
            <a:p>
              <a:r>
                <a:rPr lang="en-US" altLang="zh-CN" sz="2000" b="1" dirty="0"/>
                <a:t>CSMA/CD</a:t>
              </a:r>
              <a:r>
                <a:rPr lang="zh-CN" altLang="en-US" sz="2000" b="1" dirty="0"/>
                <a:t>协议的基本原理</a:t>
              </a:r>
              <a:endParaRPr lang="en-US" altLang="zh-CN" sz="2000" b="1" dirty="0"/>
            </a:p>
          </p:txBody>
        </p:sp>
      </p:grpSp>
      <p:grpSp>
        <p:nvGrpSpPr>
          <p:cNvPr id="5" name="组合 4">
            <a:extLst>
              <a:ext uri="{FF2B5EF4-FFF2-40B4-BE49-F238E27FC236}">
                <a16:creationId xmlns:a16="http://schemas.microsoft.com/office/drawing/2014/main" id="{C01E6C52-422B-4C95-B19D-1CED5810DA03}"/>
              </a:ext>
            </a:extLst>
          </p:cNvPr>
          <p:cNvGrpSpPr/>
          <p:nvPr/>
        </p:nvGrpSpPr>
        <p:grpSpPr>
          <a:xfrm>
            <a:off x="4462359" y="730007"/>
            <a:ext cx="2153414" cy="461665"/>
            <a:chOff x="4462359" y="730007"/>
            <a:chExt cx="2153414" cy="461665"/>
          </a:xfrm>
        </p:grpSpPr>
        <p:sp>
          <p:nvSpPr>
            <p:cNvPr id="6" name="矩形 5">
              <a:extLst>
                <a:ext uri="{FF2B5EF4-FFF2-40B4-BE49-F238E27FC236}">
                  <a16:creationId xmlns:a16="http://schemas.microsoft.com/office/drawing/2014/main" id="{BC2570DD-396E-4D25-AF51-7823C90107CF}"/>
                </a:ext>
              </a:extLst>
            </p:cNvPr>
            <p:cNvSpPr/>
            <p:nvPr/>
          </p:nvSpPr>
          <p:spPr>
            <a:xfrm>
              <a:off x="4462359" y="757078"/>
              <a:ext cx="2153414" cy="400110"/>
            </a:xfrm>
            <a:prstGeom prst="rect">
              <a:avLst/>
            </a:prstGeom>
            <a:solidFill>
              <a:schemeClr val="bg2">
                <a:lumMod val="90000"/>
              </a:schemeClr>
            </a:solidFill>
            <a:ln>
              <a:solidFill>
                <a:schemeClr val="bg2">
                  <a:lumMod val="90000"/>
                </a:schemeClr>
              </a:solidFill>
            </a:ln>
          </p:spPr>
          <p:style>
            <a:lnRef idx="2">
              <a:schemeClr val="accent4">
                <a:shade val="50000"/>
              </a:schemeClr>
            </a:lnRef>
            <a:fillRef idx="1">
              <a:schemeClr val="accent4"/>
            </a:fillRef>
            <a:effectRef idx="0">
              <a:schemeClr val="accent4"/>
            </a:effectRef>
            <a:fontRef idx="minor">
              <a:schemeClr val="lt1"/>
            </a:fontRef>
          </p:style>
          <p:txBody>
            <a:bodyPr rtlCol="0" anchor="ctr"/>
            <a:lstStyle/>
            <a:p>
              <a:pPr algn="ctr"/>
              <a:endParaRPr lang="zh-CN" altLang="en-US" b="1" dirty="0"/>
            </a:p>
          </p:txBody>
        </p:sp>
        <p:sp>
          <p:nvSpPr>
            <p:cNvPr id="8" name="文本框 7">
              <a:extLst>
                <a:ext uri="{FF2B5EF4-FFF2-40B4-BE49-F238E27FC236}">
                  <a16:creationId xmlns:a16="http://schemas.microsoft.com/office/drawing/2014/main" id="{D124AB74-A7F3-4D08-8C3C-B508C7C6A51C}"/>
                </a:ext>
              </a:extLst>
            </p:cNvPr>
            <p:cNvSpPr txBox="1"/>
            <p:nvPr/>
          </p:nvSpPr>
          <p:spPr>
            <a:xfrm>
              <a:off x="4473322" y="772467"/>
              <a:ext cx="1598556" cy="400110"/>
            </a:xfrm>
            <a:prstGeom prst="rect">
              <a:avLst/>
            </a:prstGeom>
            <a:noFill/>
          </p:spPr>
          <p:txBody>
            <a:bodyPr wrap="square" rtlCol="0">
              <a:spAutoFit/>
            </a:bodyPr>
            <a:lstStyle/>
            <a:p>
              <a:pPr algn="ctr"/>
              <a:r>
                <a:rPr lang="zh-CN" altLang="en-US" sz="2000" b="1" dirty="0">
                  <a:solidFill>
                    <a:schemeClr val="bg1"/>
                  </a:solidFill>
                </a:rPr>
                <a:t>多址接入</a:t>
              </a:r>
            </a:p>
          </p:txBody>
        </p:sp>
        <p:sp>
          <p:nvSpPr>
            <p:cNvPr id="41" name="文本框 40">
              <a:extLst>
                <a:ext uri="{FF2B5EF4-FFF2-40B4-BE49-F238E27FC236}">
                  <a16:creationId xmlns:a16="http://schemas.microsoft.com/office/drawing/2014/main" id="{0FCCC336-AB70-403B-BE37-A1B698CF616F}"/>
                </a:ext>
              </a:extLst>
            </p:cNvPr>
            <p:cNvSpPr txBox="1"/>
            <p:nvPr/>
          </p:nvSpPr>
          <p:spPr>
            <a:xfrm>
              <a:off x="5708713" y="730007"/>
              <a:ext cx="383192" cy="461665"/>
            </a:xfrm>
            <a:prstGeom prst="rect">
              <a:avLst/>
            </a:prstGeom>
            <a:noFill/>
          </p:spPr>
          <p:txBody>
            <a:bodyPr wrap="square">
              <a:spAutoFit/>
            </a:bodyPr>
            <a:lstStyle/>
            <a:p>
              <a:r>
                <a:rPr lang="en-US" altLang="zh-CN" sz="2400" b="1" dirty="0">
                  <a:solidFill>
                    <a:schemeClr val="bg1"/>
                  </a:solidFill>
                  <a:latin typeface="Arial Narrow" panose="020B0606020202030204" pitchFamily="34" charset="0"/>
                </a:rPr>
                <a:t>M</a:t>
              </a:r>
              <a:endParaRPr lang="zh-CN" altLang="en-US" sz="2400" dirty="0">
                <a:solidFill>
                  <a:schemeClr val="bg1"/>
                </a:solidFill>
              </a:endParaRPr>
            </a:p>
          </p:txBody>
        </p:sp>
        <p:sp>
          <p:nvSpPr>
            <p:cNvPr id="54" name="文本框 53">
              <a:extLst>
                <a:ext uri="{FF2B5EF4-FFF2-40B4-BE49-F238E27FC236}">
                  <a16:creationId xmlns:a16="http://schemas.microsoft.com/office/drawing/2014/main" id="{B5431C6C-A9AE-4820-962C-B2D3EB67BE9B}"/>
                </a:ext>
              </a:extLst>
            </p:cNvPr>
            <p:cNvSpPr txBox="1"/>
            <p:nvPr/>
          </p:nvSpPr>
          <p:spPr>
            <a:xfrm>
              <a:off x="5948810" y="730007"/>
              <a:ext cx="383192" cy="461665"/>
            </a:xfrm>
            <a:prstGeom prst="rect">
              <a:avLst/>
            </a:prstGeom>
            <a:noFill/>
          </p:spPr>
          <p:txBody>
            <a:bodyPr wrap="square">
              <a:spAutoFit/>
            </a:bodyPr>
            <a:lstStyle/>
            <a:p>
              <a:r>
                <a:rPr lang="en-US" altLang="zh-CN" sz="2400" b="1" dirty="0">
                  <a:solidFill>
                    <a:schemeClr val="bg1"/>
                  </a:solidFill>
                  <a:latin typeface="Arial Narrow" panose="020B0606020202030204" pitchFamily="34" charset="0"/>
                </a:rPr>
                <a:t>A</a:t>
              </a:r>
              <a:endParaRPr lang="zh-CN" altLang="en-US" sz="2400" dirty="0">
                <a:solidFill>
                  <a:schemeClr val="bg1"/>
                </a:solidFill>
              </a:endParaRPr>
            </a:p>
          </p:txBody>
        </p:sp>
      </p:grpSp>
      <p:grpSp>
        <p:nvGrpSpPr>
          <p:cNvPr id="7" name="组合 6">
            <a:extLst>
              <a:ext uri="{FF2B5EF4-FFF2-40B4-BE49-F238E27FC236}">
                <a16:creationId xmlns:a16="http://schemas.microsoft.com/office/drawing/2014/main" id="{B9C158CC-93D8-4410-8E32-3C037291B916}"/>
              </a:ext>
            </a:extLst>
          </p:cNvPr>
          <p:cNvGrpSpPr/>
          <p:nvPr/>
        </p:nvGrpSpPr>
        <p:grpSpPr>
          <a:xfrm>
            <a:off x="7094783" y="730441"/>
            <a:ext cx="2153414" cy="461665"/>
            <a:chOff x="7094783" y="730441"/>
            <a:chExt cx="2153414" cy="461665"/>
          </a:xfrm>
        </p:grpSpPr>
        <p:sp>
          <p:nvSpPr>
            <p:cNvPr id="56" name="矩形 55">
              <a:extLst>
                <a:ext uri="{FF2B5EF4-FFF2-40B4-BE49-F238E27FC236}">
                  <a16:creationId xmlns:a16="http://schemas.microsoft.com/office/drawing/2014/main" id="{3C4796E6-AC0C-457E-9848-A637639E67CC}"/>
                </a:ext>
              </a:extLst>
            </p:cNvPr>
            <p:cNvSpPr/>
            <p:nvPr/>
          </p:nvSpPr>
          <p:spPr>
            <a:xfrm>
              <a:off x="7094783" y="757078"/>
              <a:ext cx="2153414" cy="400110"/>
            </a:xfrm>
            <a:prstGeom prst="rect">
              <a:avLst/>
            </a:prstGeom>
            <a:solidFill>
              <a:schemeClr val="bg2">
                <a:lumMod val="90000"/>
              </a:schemeClr>
            </a:solidFill>
            <a:ln>
              <a:solidFill>
                <a:schemeClr val="bg2">
                  <a:lumMod val="90000"/>
                </a:schemeClr>
              </a:solidFill>
            </a:ln>
          </p:spPr>
          <p:style>
            <a:lnRef idx="2">
              <a:schemeClr val="accent3">
                <a:shade val="50000"/>
              </a:schemeClr>
            </a:lnRef>
            <a:fillRef idx="1">
              <a:schemeClr val="accent3"/>
            </a:fillRef>
            <a:effectRef idx="0">
              <a:schemeClr val="accent3"/>
            </a:effectRef>
            <a:fontRef idx="minor">
              <a:schemeClr val="lt1"/>
            </a:fontRef>
          </p:style>
          <p:txBody>
            <a:bodyPr rtlCol="0" anchor="ctr"/>
            <a:lstStyle/>
            <a:p>
              <a:pPr algn="ctr"/>
              <a:endParaRPr lang="zh-CN" altLang="en-US"/>
            </a:p>
          </p:txBody>
        </p:sp>
        <p:sp>
          <p:nvSpPr>
            <p:cNvPr id="59" name="文本框 58">
              <a:extLst>
                <a:ext uri="{FF2B5EF4-FFF2-40B4-BE49-F238E27FC236}">
                  <a16:creationId xmlns:a16="http://schemas.microsoft.com/office/drawing/2014/main" id="{C8D143D7-F7E3-4FC0-A8A1-BD4C812C40DB}"/>
                </a:ext>
              </a:extLst>
            </p:cNvPr>
            <p:cNvSpPr txBox="1"/>
            <p:nvPr/>
          </p:nvSpPr>
          <p:spPr>
            <a:xfrm>
              <a:off x="7236053" y="772467"/>
              <a:ext cx="1598556" cy="400110"/>
            </a:xfrm>
            <a:prstGeom prst="rect">
              <a:avLst/>
            </a:prstGeom>
            <a:noFill/>
          </p:spPr>
          <p:txBody>
            <a:bodyPr wrap="square" rtlCol="0">
              <a:spAutoFit/>
            </a:bodyPr>
            <a:lstStyle/>
            <a:p>
              <a:pPr algn="ctr"/>
              <a:r>
                <a:rPr lang="zh-CN" altLang="en-US" sz="2000" b="1" dirty="0">
                  <a:solidFill>
                    <a:schemeClr val="bg1"/>
                  </a:solidFill>
                </a:rPr>
                <a:t>载波监听</a:t>
              </a:r>
            </a:p>
          </p:txBody>
        </p:sp>
        <p:sp>
          <p:nvSpPr>
            <p:cNvPr id="38" name="文本框 37">
              <a:extLst>
                <a:ext uri="{FF2B5EF4-FFF2-40B4-BE49-F238E27FC236}">
                  <a16:creationId xmlns:a16="http://schemas.microsoft.com/office/drawing/2014/main" id="{84A31281-0C7C-4AD1-BF1E-5FB4696F26F7}"/>
                </a:ext>
              </a:extLst>
            </p:cNvPr>
            <p:cNvSpPr txBox="1"/>
            <p:nvPr/>
          </p:nvSpPr>
          <p:spPr>
            <a:xfrm>
              <a:off x="8481180" y="730441"/>
              <a:ext cx="383192" cy="461665"/>
            </a:xfrm>
            <a:prstGeom prst="rect">
              <a:avLst/>
            </a:prstGeom>
            <a:noFill/>
          </p:spPr>
          <p:txBody>
            <a:bodyPr wrap="square">
              <a:spAutoFit/>
            </a:bodyPr>
            <a:lstStyle/>
            <a:p>
              <a:r>
                <a:rPr lang="en-US" altLang="zh-CN" sz="2400" b="1" dirty="0">
                  <a:solidFill>
                    <a:schemeClr val="bg1"/>
                  </a:solidFill>
                  <a:latin typeface="Arial Narrow" panose="020B0606020202030204" pitchFamily="34" charset="0"/>
                </a:rPr>
                <a:t>C</a:t>
              </a:r>
              <a:endParaRPr lang="zh-CN" altLang="en-US" sz="2400" dirty="0">
                <a:solidFill>
                  <a:schemeClr val="bg1"/>
                </a:solidFill>
              </a:endParaRPr>
            </a:p>
          </p:txBody>
        </p:sp>
        <p:sp>
          <p:nvSpPr>
            <p:cNvPr id="39" name="文本框 38">
              <a:extLst>
                <a:ext uri="{FF2B5EF4-FFF2-40B4-BE49-F238E27FC236}">
                  <a16:creationId xmlns:a16="http://schemas.microsoft.com/office/drawing/2014/main" id="{D1527A42-5BA8-4F70-8A58-1322EC2698B7}"/>
                </a:ext>
              </a:extLst>
            </p:cNvPr>
            <p:cNvSpPr txBox="1"/>
            <p:nvPr/>
          </p:nvSpPr>
          <p:spPr>
            <a:xfrm>
              <a:off x="8675232" y="730441"/>
              <a:ext cx="383192" cy="461665"/>
            </a:xfrm>
            <a:prstGeom prst="rect">
              <a:avLst/>
            </a:prstGeom>
            <a:noFill/>
          </p:spPr>
          <p:txBody>
            <a:bodyPr wrap="square">
              <a:spAutoFit/>
            </a:bodyPr>
            <a:lstStyle/>
            <a:p>
              <a:r>
                <a:rPr lang="en-US" altLang="zh-CN" sz="2400" b="1" dirty="0">
                  <a:solidFill>
                    <a:schemeClr val="bg1"/>
                  </a:solidFill>
                  <a:latin typeface="Arial Narrow" panose="020B0606020202030204" pitchFamily="34" charset="0"/>
                </a:rPr>
                <a:t>S</a:t>
              </a:r>
              <a:endParaRPr lang="zh-CN" altLang="en-US" sz="2400" dirty="0">
                <a:solidFill>
                  <a:schemeClr val="bg1"/>
                </a:solidFill>
              </a:endParaRPr>
            </a:p>
          </p:txBody>
        </p:sp>
      </p:grpSp>
      <p:grpSp>
        <p:nvGrpSpPr>
          <p:cNvPr id="9" name="组合 8">
            <a:extLst>
              <a:ext uri="{FF2B5EF4-FFF2-40B4-BE49-F238E27FC236}">
                <a16:creationId xmlns:a16="http://schemas.microsoft.com/office/drawing/2014/main" id="{46C7C9F9-77AF-4E79-B679-41F2B5E760D4}"/>
              </a:ext>
            </a:extLst>
          </p:cNvPr>
          <p:cNvGrpSpPr/>
          <p:nvPr/>
        </p:nvGrpSpPr>
        <p:grpSpPr>
          <a:xfrm>
            <a:off x="9727206" y="734232"/>
            <a:ext cx="2153414" cy="461665"/>
            <a:chOff x="9727206" y="734232"/>
            <a:chExt cx="2153414" cy="461665"/>
          </a:xfrm>
        </p:grpSpPr>
        <p:sp>
          <p:nvSpPr>
            <p:cNvPr id="58" name="矩形 57">
              <a:extLst>
                <a:ext uri="{FF2B5EF4-FFF2-40B4-BE49-F238E27FC236}">
                  <a16:creationId xmlns:a16="http://schemas.microsoft.com/office/drawing/2014/main" id="{8C738A42-5B66-4505-B03D-160313542C6B}"/>
                </a:ext>
              </a:extLst>
            </p:cNvPr>
            <p:cNvSpPr/>
            <p:nvPr/>
          </p:nvSpPr>
          <p:spPr>
            <a:xfrm>
              <a:off x="9727206" y="757078"/>
              <a:ext cx="2153414" cy="400110"/>
            </a:xfrm>
            <a:prstGeom prst="rect">
              <a:avLst/>
            </a:prstGeom>
            <a:solidFill>
              <a:schemeClr val="bg2">
                <a:lumMod val="90000"/>
              </a:schemeClr>
            </a:solidFill>
            <a:ln>
              <a:solidFill>
                <a:schemeClr val="bg2">
                  <a:lumMod val="90000"/>
                </a:schemeClr>
              </a:solidFill>
            </a:ln>
          </p:spPr>
          <p:style>
            <a:lnRef idx="2">
              <a:schemeClr val="accent5">
                <a:shade val="50000"/>
              </a:schemeClr>
            </a:lnRef>
            <a:fillRef idx="1">
              <a:schemeClr val="accent5"/>
            </a:fillRef>
            <a:effectRef idx="0">
              <a:schemeClr val="accent5"/>
            </a:effectRef>
            <a:fontRef idx="minor">
              <a:schemeClr val="lt1"/>
            </a:fontRef>
          </p:style>
          <p:txBody>
            <a:bodyPr rtlCol="0" anchor="ctr"/>
            <a:lstStyle/>
            <a:p>
              <a:pPr algn="ctr"/>
              <a:endParaRPr lang="zh-CN" altLang="en-US"/>
            </a:p>
          </p:txBody>
        </p:sp>
        <p:sp>
          <p:nvSpPr>
            <p:cNvPr id="60" name="文本框 59">
              <a:extLst>
                <a:ext uri="{FF2B5EF4-FFF2-40B4-BE49-F238E27FC236}">
                  <a16:creationId xmlns:a16="http://schemas.microsoft.com/office/drawing/2014/main" id="{AB15AA99-A243-45C1-AE07-0B685612E43F}"/>
                </a:ext>
              </a:extLst>
            </p:cNvPr>
            <p:cNvSpPr txBox="1"/>
            <p:nvPr/>
          </p:nvSpPr>
          <p:spPr>
            <a:xfrm>
              <a:off x="9791788" y="772467"/>
              <a:ext cx="1598556" cy="400110"/>
            </a:xfrm>
            <a:prstGeom prst="rect">
              <a:avLst/>
            </a:prstGeom>
            <a:noFill/>
          </p:spPr>
          <p:txBody>
            <a:bodyPr wrap="square" rtlCol="0">
              <a:spAutoFit/>
            </a:bodyPr>
            <a:lstStyle/>
            <a:p>
              <a:pPr algn="ctr"/>
              <a:r>
                <a:rPr lang="zh-CN" altLang="en-US" sz="2000" b="1" dirty="0">
                  <a:solidFill>
                    <a:schemeClr val="bg1"/>
                  </a:solidFill>
                </a:rPr>
                <a:t>碰撞检测</a:t>
              </a:r>
            </a:p>
          </p:txBody>
        </p:sp>
        <p:sp>
          <p:nvSpPr>
            <p:cNvPr id="55" name="文本框 54">
              <a:extLst>
                <a:ext uri="{FF2B5EF4-FFF2-40B4-BE49-F238E27FC236}">
                  <a16:creationId xmlns:a16="http://schemas.microsoft.com/office/drawing/2014/main" id="{F7208B3A-F0CA-46E2-A78F-A769880DCC09}"/>
                </a:ext>
              </a:extLst>
            </p:cNvPr>
            <p:cNvSpPr txBox="1"/>
            <p:nvPr/>
          </p:nvSpPr>
          <p:spPr>
            <a:xfrm>
              <a:off x="11033742" y="734232"/>
              <a:ext cx="383192" cy="461665"/>
            </a:xfrm>
            <a:prstGeom prst="rect">
              <a:avLst/>
            </a:prstGeom>
            <a:noFill/>
          </p:spPr>
          <p:txBody>
            <a:bodyPr wrap="square">
              <a:spAutoFit/>
            </a:bodyPr>
            <a:lstStyle/>
            <a:p>
              <a:r>
                <a:rPr lang="en-US" altLang="zh-CN" sz="2400" b="1" dirty="0">
                  <a:solidFill>
                    <a:schemeClr val="bg1"/>
                  </a:solidFill>
                  <a:latin typeface="Arial Narrow" panose="020B0606020202030204" pitchFamily="34" charset="0"/>
                </a:rPr>
                <a:t>C</a:t>
              </a:r>
              <a:endParaRPr lang="zh-CN" altLang="en-US" sz="2400" dirty="0">
                <a:solidFill>
                  <a:schemeClr val="bg1"/>
                </a:solidFill>
              </a:endParaRPr>
            </a:p>
          </p:txBody>
        </p:sp>
        <p:sp>
          <p:nvSpPr>
            <p:cNvPr id="57" name="文本框 56">
              <a:extLst>
                <a:ext uri="{FF2B5EF4-FFF2-40B4-BE49-F238E27FC236}">
                  <a16:creationId xmlns:a16="http://schemas.microsoft.com/office/drawing/2014/main" id="{F625F8B0-68ED-4238-86A5-61737324B156}"/>
                </a:ext>
              </a:extLst>
            </p:cNvPr>
            <p:cNvSpPr txBox="1"/>
            <p:nvPr/>
          </p:nvSpPr>
          <p:spPr>
            <a:xfrm>
              <a:off x="11260686" y="734232"/>
              <a:ext cx="383192" cy="461665"/>
            </a:xfrm>
            <a:prstGeom prst="rect">
              <a:avLst/>
            </a:prstGeom>
            <a:noFill/>
          </p:spPr>
          <p:txBody>
            <a:bodyPr wrap="square">
              <a:spAutoFit/>
            </a:bodyPr>
            <a:lstStyle/>
            <a:p>
              <a:r>
                <a:rPr lang="en-US" altLang="zh-CN" sz="2400" b="1" dirty="0">
                  <a:solidFill>
                    <a:schemeClr val="bg1"/>
                  </a:solidFill>
                  <a:latin typeface="Arial Narrow" panose="020B0606020202030204" pitchFamily="34" charset="0"/>
                </a:rPr>
                <a:t>D</a:t>
              </a:r>
              <a:endParaRPr lang="zh-CN" altLang="en-US" sz="2400" dirty="0">
                <a:solidFill>
                  <a:schemeClr val="bg1"/>
                </a:solidFill>
              </a:endParaRPr>
            </a:p>
          </p:txBody>
        </p:sp>
      </p:grpSp>
      <p:grpSp>
        <p:nvGrpSpPr>
          <p:cNvPr id="25" name="组合 24">
            <a:extLst>
              <a:ext uri="{FF2B5EF4-FFF2-40B4-BE49-F238E27FC236}">
                <a16:creationId xmlns:a16="http://schemas.microsoft.com/office/drawing/2014/main" id="{A53F2F16-666E-49B5-900C-EE2365802BB6}"/>
              </a:ext>
            </a:extLst>
          </p:cNvPr>
          <p:cNvGrpSpPr/>
          <p:nvPr/>
        </p:nvGrpSpPr>
        <p:grpSpPr>
          <a:xfrm>
            <a:off x="2455280" y="1720180"/>
            <a:ext cx="7180791" cy="812800"/>
            <a:chOff x="2455280" y="3752911"/>
            <a:chExt cx="7180791" cy="812800"/>
          </a:xfrm>
        </p:grpSpPr>
        <p:cxnSp>
          <p:nvCxnSpPr>
            <p:cNvPr id="26" name="直接连接符 25">
              <a:extLst>
                <a:ext uri="{FF2B5EF4-FFF2-40B4-BE49-F238E27FC236}">
                  <a16:creationId xmlns:a16="http://schemas.microsoft.com/office/drawing/2014/main" id="{242FA538-70F3-4A91-A0A1-2978B2AB59B3}"/>
                </a:ext>
              </a:extLst>
            </p:cNvPr>
            <p:cNvCxnSpPr/>
            <p:nvPr/>
          </p:nvCxnSpPr>
          <p:spPr>
            <a:xfrm flipV="1">
              <a:off x="9636071" y="3752911"/>
              <a:ext cx="0" cy="812800"/>
            </a:xfrm>
            <a:prstGeom prst="line">
              <a:avLst/>
            </a:prstGeom>
            <a:ln w="152400">
              <a:solidFill>
                <a:schemeClr val="tx1"/>
              </a:solidFill>
              <a:tailEnd w="med" len="lg"/>
            </a:ln>
          </p:spPr>
          <p:style>
            <a:lnRef idx="1">
              <a:schemeClr val="accent1"/>
            </a:lnRef>
            <a:fillRef idx="0">
              <a:schemeClr val="accent1"/>
            </a:fillRef>
            <a:effectRef idx="0">
              <a:schemeClr val="accent1"/>
            </a:effectRef>
            <a:fontRef idx="minor">
              <a:schemeClr val="tx1"/>
            </a:fontRef>
          </p:style>
        </p:cxnSp>
        <p:cxnSp>
          <p:nvCxnSpPr>
            <p:cNvPr id="27" name="直接连接符 26">
              <a:extLst>
                <a:ext uri="{FF2B5EF4-FFF2-40B4-BE49-F238E27FC236}">
                  <a16:creationId xmlns:a16="http://schemas.microsoft.com/office/drawing/2014/main" id="{F21D0102-E2A1-4D3E-9DC3-885D830E96D0}"/>
                </a:ext>
              </a:extLst>
            </p:cNvPr>
            <p:cNvCxnSpPr/>
            <p:nvPr/>
          </p:nvCxnSpPr>
          <p:spPr>
            <a:xfrm flipV="1">
              <a:off x="2455280" y="3752911"/>
              <a:ext cx="0" cy="812800"/>
            </a:xfrm>
            <a:prstGeom prst="line">
              <a:avLst/>
            </a:prstGeom>
            <a:ln w="152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8" name="直接连接符 27">
              <a:extLst>
                <a:ext uri="{FF2B5EF4-FFF2-40B4-BE49-F238E27FC236}">
                  <a16:creationId xmlns:a16="http://schemas.microsoft.com/office/drawing/2014/main" id="{AB2C8EEA-0851-44A9-80D2-87DFBEA1F73A}"/>
                </a:ext>
              </a:extLst>
            </p:cNvPr>
            <p:cNvCxnSpPr/>
            <p:nvPr/>
          </p:nvCxnSpPr>
          <p:spPr>
            <a:xfrm flipV="1">
              <a:off x="4878779" y="3752911"/>
              <a:ext cx="0" cy="812800"/>
            </a:xfrm>
            <a:prstGeom prst="line">
              <a:avLst/>
            </a:prstGeom>
            <a:ln w="152400">
              <a:solidFill>
                <a:schemeClr val="tx1"/>
              </a:solidFill>
              <a:tailEnd w="med" len="lg"/>
            </a:ln>
          </p:spPr>
          <p:style>
            <a:lnRef idx="1">
              <a:schemeClr val="accent1"/>
            </a:lnRef>
            <a:fillRef idx="0">
              <a:schemeClr val="accent1"/>
            </a:fillRef>
            <a:effectRef idx="0">
              <a:schemeClr val="accent1"/>
            </a:effectRef>
            <a:fontRef idx="minor">
              <a:schemeClr val="tx1"/>
            </a:fontRef>
          </p:style>
        </p:cxnSp>
        <p:cxnSp>
          <p:nvCxnSpPr>
            <p:cNvPr id="29" name="直接连接符 28">
              <a:extLst>
                <a:ext uri="{FF2B5EF4-FFF2-40B4-BE49-F238E27FC236}">
                  <a16:creationId xmlns:a16="http://schemas.microsoft.com/office/drawing/2014/main" id="{536174B3-7078-4268-ABF0-FDE23864C53A}"/>
                </a:ext>
              </a:extLst>
            </p:cNvPr>
            <p:cNvCxnSpPr/>
            <p:nvPr/>
          </p:nvCxnSpPr>
          <p:spPr>
            <a:xfrm flipV="1">
              <a:off x="7249637" y="3752911"/>
              <a:ext cx="0" cy="812800"/>
            </a:xfrm>
            <a:prstGeom prst="line">
              <a:avLst/>
            </a:prstGeom>
            <a:ln w="1524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30" name="组合 29">
            <a:extLst>
              <a:ext uri="{FF2B5EF4-FFF2-40B4-BE49-F238E27FC236}">
                <a16:creationId xmlns:a16="http://schemas.microsoft.com/office/drawing/2014/main" id="{B2DEEF20-80ED-4B25-8707-42A86FB12C98}"/>
              </a:ext>
            </a:extLst>
          </p:cNvPr>
          <p:cNvGrpSpPr/>
          <p:nvPr/>
        </p:nvGrpSpPr>
        <p:grpSpPr>
          <a:xfrm>
            <a:off x="1618162" y="1566769"/>
            <a:ext cx="8955675" cy="238462"/>
            <a:chOff x="1618162" y="3599500"/>
            <a:chExt cx="8955675" cy="238462"/>
          </a:xfrm>
        </p:grpSpPr>
        <p:cxnSp>
          <p:nvCxnSpPr>
            <p:cNvPr id="31" name="直接连接符 30">
              <a:extLst>
                <a:ext uri="{FF2B5EF4-FFF2-40B4-BE49-F238E27FC236}">
                  <a16:creationId xmlns:a16="http://schemas.microsoft.com/office/drawing/2014/main" id="{837D477A-5171-490F-B6D4-97C6D7A8A650}"/>
                </a:ext>
              </a:extLst>
            </p:cNvPr>
            <p:cNvCxnSpPr>
              <a:cxnSpLocks/>
            </p:cNvCxnSpPr>
            <p:nvPr/>
          </p:nvCxnSpPr>
          <p:spPr>
            <a:xfrm>
              <a:off x="1749794" y="3725200"/>
              <a:ext cx="8622888" cy="0"/>
            </a:xfrm>
            <a:prstGeom prst="line">
              <a:avLst/>
            </a:prstGeom>
            <a:ln w="152400">
              <a:solidFill>
                <a:schemeClr val="tx1"/>
              </a:solidFill>
            </a:ln>
          </p:spPr>
          <p:style>
            <a:lnRef idx="1">
              <a:schemeClr val="accent1"/>
            </a:lnRef>
            <a:fillRef idx="0">
              <a:schemeClr val="accent1"/>
            </a:fillRef>
            <a:effectRef idx="0">
              <a:schemeClr val="accent1"/>
            </a:effectRef>
            <a:fontRef idx="minor">
              <a:schemeClr val="tx1"/>
            </a:fontRef>
          </p:style>
        </p:cxnSp>
        <p:sp>
          <p:nvSpPr>
            <p:cNvPr id="32" name="矩形 31">
              <a:extLst>
                <a:ext uri="{FF2B5EF4-FFF2-40B4-BE49-F238E27FC236}">
                  <a16:creationId xmlns:a16="http://schemas.microsoft.com/office/drawing/2014/main" id="{D0513BC0-5BBA-4500-8077-440780C8EB78}"/>
                </a:ext>
              </a:extLst>
            </p:cNvPr>
            <p:cNvSpPr/>
            <p:nvPr/>
          </p:nvSpPr>
          <p:spPr>
            <a:xfrm>
              <a:off x="1618162" y="3599500"/>
              <a:ext cx="225524" cy="225524"/>
            </a:xfrm>
            <a:prstGeom prst="rect">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33" name="矩形 32">
              <a:extLst>
                <a:ext uri="{FF2B5EF4-FFF2-40B4-BE49-F238E27FC236}">
                  <a16:creationId xmlns:a16="http://schemas.microsoft.com/office/drawing/2014/main" id="{0E184DA7-F858-483A-B4A1-7B85D64E8273}"/>
                </a:ext>
              </a:extLst>
            </p:cNvPr>
            <p:cNvSpPr/>
            <p:nvPr/>
          </p:nvSpPr>
          <p:spPr>
            <a:xfrm>
              <a:off x="10348313" y="3612438"/>
              <a:ext cx="225524" cy="225524"/>
            </a:xfrm>
            <a:prstGeom prst="rect">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grpSp>
      <p:grpSp>
        <p:nvGrpSpPr>
          <p:cNvPr id="34" name="组合 33">
            <a:extLst>
              <a:ext uri="{FF2B5EF4-FFF2-40B4-BE49-F238E27FC236}">
                <a16:creationId xmlns:a16="http://schemas.microsoft.com/office/drawing/2014/main" id="{0DFB39EB-FEA0-438F-AA58-EC795A998106}"/>
              </a:ext>
            </a:extLst>
          </p:cNvPr>
          <p:cNvGrpSpPr/>
          <p:nvPr/>
        </p:nvGrpSpPr>
        <p:grpSpPr>
          <a:xfrm>
            <a:off x="1968674" y="2412905"/>
            <a:ext cx="7852814" cy="641082"/>
            <a:chOff x="1968674" y="4445636"/>
            <a:chExt cx="7852814" cy="641082"/>
          </a:xfrm>
        </p:grpSpPr>
        <p:grpSp>
          <p:nvGrpSpPr>
            <p:cNvPr id="35" name="组合 34">
              <a:extLst>
                <a:ext uri="{FF2B5EF4-FFF2-40B4-BE49-F238E27FC236}">
                  <a16:creationId xmlns:a16="http://schemas.microsoft.com/office/drawing/2014/main" id="{BF807099-7B3E-40CD-8303-26A049401039}"/>
                </a:ext>
              </a:extLst>
            </p:cNvPr>
            <p:cNvGrpSpPr/>
            <p:nvPr/>
          </p:nvGrpSpPr>
          <p:grpSpPr>
            <a:xfrm>
              <a:off x="1968674" y="4445636"/>
              <a:ext cx="662814" cy="641082"/>
              <a:chOff x="812355" y="3422987"/>
              <a:chExt cx="662814" cy="641082"/>
            </a:xfrm>
          </p:grpSpPr>
          <p:pic>
            <p:nvPicPr>
              <p:cNvPr id="48" name="图形 47">
                <a:extLst>
                  <a:ext uri="{FF2B5EF4-FFF2-40B4-BE49-F238E27FC236}">
                    <a16:creationId xmlns:a16="http://schemas.microsoft.com/office/drawing/2014/main" id="{1C6CE519-73F7-48EC-9BF7-9DD329B4C743}"/>
                  </a:ext>
                </a:extLst>
              </p:cNvPr>
              <p:cNvPicPr>
                <a:picLocks noChangeAspect="1"/>
              </p:cNvPicPr>
              <p:nvPr/>
            </p:nvPicPr>
            <p:blipFill>
              <a:blip r:embed="rId3">
                <a:extLst>
                  <a:ext uri="{28A0092B-C50C-407E-A947-70E740481C1C}">
                    <a14:useLocalDpi xmlns:a14="http://schemas.microsoft.com/office/drawing/2010/main" val="0"/>
                  </a:ext>
                  <a:ext uri="{96DAC541-7B7A-43D3-8B79-37D633B846F1}">
                    <asvg:svgBlip xmlns:asvg="http://schemas.microsoft.com/office/drawing/2016/SVG/main" r:embed="rId4"/>
                  </a:ext>
                </a:extLst>
              </a:blip>
              <a:stretch>
                <a:fillRect/>
              </a:stretch>
            </p:blipFill>
            <p:spPr>
              <a:xfrm>
                <a:off x="812355" y="3422987"/>
                <a:ext cx="662814" cy="641082"/>
              </a:xfrm>
              <a:prstGeom prst="rect">
                <a:avLst/>
              </a:prstGeom>
            </p:spPr>
          </p:pic>
          <p:sp>
            <p:nvSpPr>
              <p:cNvPr id="49" name="文本框 48">
                <a:extLst>
                  <a:ext uri="{FF2B5EF4-FFF2-40B4-BE49-F238E27FC236}">
                    <a16:creationId xmlns:a16="http://schemas.microsoft.com/office/drawing/2014/main" id="{5DD329AF-6509-4A44-A9A8-8B805FB525CF}"/>
                  </a:ext>
                </a:extLst>
              </p:cNvPr>
              <p:cNvSpPr txBox="1"/>
              <p:nvPr/>
            </p:nvSpPr>
            <p:spPr>
              <a:xfrm>
                <a:off x="1087044" y="3451320"/>
                <a:ext cx="355235" cy="400110"/>
              </a:xfrm>
              <a:prstGeom prst="rect">
                <a:avLst/>
              </a:prstGeom>
              <a:noFill/>
            </p:spPr>
            <p:txBody>
              <a:bodyPr wrap="square" rtlCol="0">
                <a:spAutoFit/>
              </a:bodyPr>
              <a:lstStyle/>
              <a:p>
                <a:pPr algn="ctr"/>
                <a:r>
                  <a:rPr lang="en-US" altLang="zh-CN" sz="2000" b="1" dirty="0">
                    <a:solidFill>
                      <a:schemeClr val="bg1"/>
                    </a:solidFill>
                    <a:latin typeface="Arial Black" panose="020B0A04020102020204" pitchFamily="34" charset="0"/>
                    <a:ea typeface="+mj-ea"/>
                  </a:rPr>
                  <a:t>A</a:t>
                </a:r>
                <a:endParaRPr lang="zh-CN" altLang="en-US" sz="2000" b="1" dirty="0">
                  <a:solidFill>
                    <a:schemeClr val="bg1"/>
                  </a:solidFill>
                  <a:latin typeface="Arial Black" panose="020B0A04020102020204" pitchFamily="34" charset="0"/>
                  <a:ea typeface="+mj-ea"/>
                </a:endParaRPr>
              </a:p>
            </p:txBody>
          </p:sp>
        </p:grpSp>
        <p:grpSp>
          <p:nvGrpSpPr>
            <p:cNvPr id="36" name="组合 35">
              <a:extLst>
                <a:ext uri="{FF2B5EF4-FFF2-40B4-BE49-F238E27FC236}">
                  <a16:creationId xmlns:a16="http://schemas.microsoft.com/office/drawing/2014/main" id="{E6E15EE0-C1D5-4CA6-B022-40595F8FA79F}"/>
                </a:ext>
              </a:extLst>
            </p:cNvPr>
            <p:cNvGrpSpPr/>
            <p:nvPr/>
          </p:nvGrpSpPr>
          <p:grpSpPr>
            <a:xfrm>
              <a:off x="4365341" y="4445636"/>
              <a:ext cx="662814" cy="641082"/>
              <a:chOff x="3209022" y="3422987"/>
              <a:chExt cx="662814" cy="641082"/>
            </a:xfrm>
          </p:grpSpPr>
          <p:pic>
            <p:nvPicPr>
              <p:cNvPr id="46" name="图形 45">
                <a:extLst>
                  <a:ext uri="{FF2B5EF4-FFF2-40B4-BE49-F238E27FC236}">
                    <a16:creationId xmlns:a16="http://schemas.microsoft.com/office/drawing/2014/main" id="{C8C4C2F7-68D1-41CA-A597-6AAB50358E43}"/>
                  </a:ext>
                </a:extLst>
              </p:cNvPr>
              <p:cNvPicPr>
                <a:picLocks noChangeAspect="1"/>
              </p:cNvPicPr>
              <p:nvPr/>
            </p:nvPicPr>
            <p:blipFill>
              <a:blip r:embed="rId3">
                <a:extLst>
                  <a:ext uri="{28A0092B-C50C-407E-A947-70E740481C1C}">
                    <a14:useLocalDpi xmlns:a14="http://schemas.microsoft.com/office/drawing/2010/main" val="0"/>
                  </a:ext>
                  <a:ext uri="{96DAC541-7B7A-43D3-8B79-37D633B846F1}">
                    <asvg:svgBlip xmlns:asvg="http://schemas.microsoft.com/office/drawing/2016/SVG/main" r:embed="rId4"/>
                  </a:ext>
                </a:extLst>
              </a:blip>
              <a:stretch>
                <a:fillRect/>
              </a:stretch>
            </p:blipFill>
            <p:spPr>
              <a:xfrm>
                <a:off x="3209022" y="3422987"/>
                <a:ext cx="662814" cy="641082"/>
              </a:xfrm>
              <a:prstGeom prst="rect">
                <a:avLst/>
              </a:prstGeom>
            </p:spPr>
          </p:pic>
          <p:sp>
            <p:nvSpPr>
              <p:cNvPr id="47" name="文本框 46">
                <a:extLst>
                  <a:ext uri="{FF2B5EF4-FFF2-40B4-BE49-F238E27FC236}">
                    <a16:creationId xmlns:a16="http://schemas.microsoft.com/office/drawing/2014/main" id="{658648CC-F992-4CC1-820A-6390807EB9AE}"/>
                  </a:ext>
                </a:extLst>
              </p:cNvPr>
              <p:cNvSpPr txBox="1"/>
              <p:nvPr/>
            </p:nvSpPr>
            <p:spPr>
              <a:xfrm>
                <a:off x="3490791" y="3451320"/>
                <a:ext cx="355235" cy="400110"/>
              </a:xfrm>
              <a:prstGeom prst="rect">
                <a:avLst/>
              </a:prstGeom>
              <a:noFill/>
            </p:spPr>
            <p:txBody>
              <a:bodyPr wrap="square" rtlCol="0">
                <a:spAutoFit/>
              </a:bodyPr>
              <a:lstStyle/>
              <a:p>
                <a:pPr algn="ctr"/>
                <a:r>
                  <a:rPr lang="en-US" altLang="zh-CN" sz="2000" b="1" dirty="0">
                    <a:solidFill>
                      <a:schemeClr val="bg1"/>
                    </a:solidFill>
                    <a:latin typeface="Arial Black" panose="020B0A04020102020204" pitchFamily="34" charset="0"/>
                    <a:ea typeface="+mj-ea"/>
                  </a:rPr>
                  <a:t>B</a:t>
                </a:r>
                <a:endParaRPr lang="zh-CN" altLang="en-US" sz="2000" b="1" dirty="0">
                  <a:solidFill>
                    <a:schemeClr val="bg1"/>
                  </a:solidFill>
                  <a:latin typeface="Arial Black" panose="020B0A04020102020204" pitchFamily="34" charset="0"/>
                  <a:ea typeface="+mj-ea"/>
                </a:endParaRPr>
              </a:p>
            </p:txBody>
          </p:sp>
        </p:grpSp>
        <p:grpSp>
          <p:nvGrpSpPr>
            <p:cNvPr id="37" name="组合 36">
              <a:extLst>
                <a:ext uri="{FF2B5EF4-FFF2-40B4-BE49-F238E27FC236}">
                  <a16:creationId xmlns:a16="http://schemas.microsoft.com/office/drawing/2014/main" id="{902C1D2E-FCC9-4698-83A9-FC2317BE61ED}"/>
                </a:ext>
              </a:extLst>
            </p:cNvPr>
            <p:cNvGrpSpPr/>
            <p:nvPr/>
          </p:nvGrpSpPr>
          <p:grpSpPr>
            <a:xfrm>
              <a:off x="6762008" y="4445636"/>
              <a:ext cx="662814" cy="641082"/>
              <a:chOff x="5605689" y="3422987"/>
              <a:chExt cx="662814" cy="641082"/>
            </a:xfrm>
          </p:grpSpPr>
          <p:pic>
            <p:nvPicPr>
              <p:cNvPr id="44" name="图形 43">
                <a:extLst>
                  <a:ext uri="{FF2B5EF4-FFF2-40B4-BE49-F238E27FC236}">
                    <a16:creationId xmlns:a16="http://schemas.microsoft.com/office/drawing/2014/main" id="{40F7F6D8-AE1D-4E43-836A-E987F0EAB4E5}"/>
                  </a:ext>
                </a:extLst>
              </p:cNvPr>
              <p:cNvPicPr>
                <a:picLocks noChangeAspect="1"/>
              </p:cNvPicPr>
              <p:nvPr/>
            </p:nvPicPr>
            <p:blipFill>
              <a:blip r:embed="rId3">
                <a:extLst>
                  <a:ext uri="{28A0092B-C50C-407E-A947-70E740481C1C}">
                    <a14:useLocalDpi xmlns:a14="http://schemas.microsoft.com/office/drawing/2010/main" val="0"/>
                  </a:ext>
                  <a:ext uri="{96DAC541-7B7A-43D3-8B79-37D633B846F1}">
                    <asvg:svgBlip xmlns:asvg="http://schemas.microsoft.com/office/drawing/2016/SVG/main" r:embed="rId4"/>
                  </a:ext>
                </a:extLst>
              </a:blip>
              <a:stretch>
                <a:fillRect/>
              </a:stretch>
            </p:blipFill>
            <p:spPr>
              <a:xfrm>
                <a:off x="5605689" y="3422987"/>
                <a:ext cx="662814" cy="641082"/>
              </a:xfrm>
              <a:prstGeom prst="rect">
                <a:avLst/>
              </a:prstGeom>
            </p:spPr>
          </p:pic>
          <p:sp>
            <p:nvSpPr>
              <p:cNvPr id="45" name="文本框 44">
                <a:extLst>
                  <a:ext uri="{FF2B5EF4-FFF2-40B4-BE49-F238E27FC236}">
                    <a16:creationId xmlns:a16="http://schemas.microsoft.com/office/drawing/2014/main" id="{6CB1768A-E878-4DEC-AD18-464A0F0DD547}"/>
                  </a:ext>
                </a:extLst>
              </p:cNvPr>
              <p:cNvSpPr txBox="1"/>
              <p:nvPr/>
            </p:nvSpPr>
            <p:spPr>
              <a:xfrm>
                <a:off x="5885506" y="3451320"/>
                <a:ext cx="355235" cy="400110"/>
              </a:xfrm>
              <a:prstGeom prst="rect">
                <a:avLst/>
              </a:prstGeom>
              <a:noFill/>
            </p:spPr>
            <p:txBody>
              <a:bodyPr wrap="square" rtlCol="0">
                <a:spAutoFit/>
              </a:bodyPr>
              <a:lstStyle/>
              <a:p>
                <a:pPr algn="ctr"/>
                <a:r>
                  <a:rPr lang="en-US" altLang="zh-CN" sz="2000" b="1" dirty="0">
                    <a:solidFill>
                      <a:schemeClr val="bg1"/>
                    </a:solidFill>
                    <a:latin typeface="Arial Black" panose="020B0A04020102020204" pitchFamily="34" charset="0"/>
                    <a:ea typeface="+mj-ea"/>
                  </a:rPr>
                  <a:t>C</a:t>
                </a:r>
                <a:endParaRPr lang="zh-CN" altLang="en-US" sz="2000" b="1" dirty="0">
                  <a:solidFill>
                    <a:schemeClr val="bg1"/>
                  </a:solidFill>
                  <a:latin typeface="Arial Black" panose="020B0A04020102020204" pitchFamily="34" charset="0"/>
                  <a:ea typeface="+mj-ea"/>
                </a:endParaRPr>
              </a:p>
            </p:txBody>
          </p:sp>
        </p:grpSp>
        <p:grpSp>
          <p:nvGrpSpPr>
            <p:cNvPr id="40" name="组合 39">
              <a:extLst>
                <a:ext uri="{FF2B5EF4-FFF2-40B4-BE49-F238E27FC236}">
                  <a16:creationId xmlns:a16="http://schemas.microsoft.com/office/drawing/2014/main" id="{6552C21E-1E72-4745-AC0E-DCC76E804F73}"/>
                </a:ext>
              </a:extLst>
            </p:cNvPr>
            <p:cNvGrpSpPr/>
            <p:nvPr/>
          </p:nvGrpSpPr>
          <p:grpSpPr>
            <a:xfrm>
              <a:off x="9158674" y="4445636"/>
              <a:ext cx="662814" cy="641082"/>
              <a:chOff x="8002355" y="3422987"/>
              <a:chExt cx="662814" cy="641082"/>
            </a:xfrm>
          </p:grpSpPr>
          <p:pic>
            <p:nvPicPr>
              <p:cNvPr id="42" name="图形 41">
                <a:extLst>
                  <a:ext uri="{FF2B5EF4-FFF2-40B4-BE49-F238E27FC236}">
                    <a16:creationId xmlns:a16="http://schemas.microsoft.com/office/drawing/2014/main" id="{6B11717D-FCEB-42D3-A119-E59AC28CD863}"/>
                  </a:ext>
                </a:extLst>
              </p:cNvPr>
              <p:cNvPicPr>
                <a:picLocks noChangeAspect="1"/>
              </p:cNvPicPr>
              <p:nvPr/>
            </p:nvPicPr>
            <p:blipFill>
              <a:blip r:embed="rId3">
                <a:extLst>
                  <a:ext uri="{28A0092B-C50C-407E-A947-70E740481C1C}">
                    <a14:useLocalDpi xmlns:a14="http://schemas.microsoft.com/office/drawing/2010/main" val="0"/>
                  </a:ext>
                  <a:ext uri="{96DAC541-7B7A-43D3-8B79-37D633B846F1}">
                    <asvg:svgBlip xmlns:asvg="http://schemas.microsoft.com/office/drawing/2016/SVG/main" r:embed="rId4"/>
                  </a:ext>
                </a:extLst>
              </a:blip>
              <a:stretch>
                <a:fillRect/>
              </a:stretch>
            </p:blipFill>
            <p:spPr>
              <a:xfrm>
                <a:off x="8002355" y="3422987"/>
                <a:ext cx="662814" cy="641082"/>
              </a:xfrm>
              <a:prstGeom prst="rect">
                <a:avLst/>
              </a:prstGeom>
            </p:spPr>
          </p:pic>
          <p:sp>
            <p:nvSpPr>
              <p:cNvPr id="43" name="文本框 42">
                <a:extLst>
                  <a:ext uri="{FF2B5EF4-FFF2-40B4-BE49-F238E27FC236}">
                    <a16:creationId xmlns:a16="http://schemas.microsoft.com/office/drawing/2014/main" id="{39CE4E63-0120-4586-A613-A2CF75236E92}"/>
                  </a:ext>
                </a:extLst>
              </p:cNvPr>
              <p:cNvSpPr txBox="1"/>
              <p:nvPr/>
            </p:nvSpPr>
            <p:spPr>
              <a:xfrm>
                <a:off x="8282675" y="3444742"/>
                <a:ext cx="355235" cy="400110"/>
              </a:xfrm>
              <a:prstGeom prst="rect">
                <a:avLst/>
              </a:prstGeom>
              <a:noFill/>
            </p:spPr>
            <p:txBody>
              <a:bodyPr wrap="square" rtlCol="0">
                <a:spAutoFit/>
              </a:bodyPr>
              <a:lstStyle/>
              <a:p>
                <a:pPr algn="ctr"/>
                <a:r>
                  <a:rPr lang="en-US" altLang="zh-CN" sz="2000" b="1" dirty="0">
                    <a:solidFill>
                      <a:schemeClr val="bg1"/>
                    </a:solidFill>
                    <a:latin typeface="Arial Black" panose="020B0A04020102020204" pitchFamily="34" charset="0"/>
                    <a:ea typeface="+mj-ea"/>
                  </a:rPr>
                  <a:t>D</a:t>
                </a:r>
                <a:endParaRPr lang="zh-CN" altLang="en-US" sz="2000" b="1" dirty="0">
                  <a:solidFill>
                    <a:schemeClr val="bg1"/>
                  </a:solidFill>
                  <a:latin typeface="Arial Black" panose="020B0A04020102020204" pitchFamily="34" charset="0"/>
                  <a:ea typeface="+mj-ea"/>
                </a:endParaRPr>
              </a:p>
            </p:txBody>
          </p:sp>
        </p:grpSp>
      </p:grpSp>
      <p:cxnSp>
        <p:nvCxnSpPr>
          <p:cNvPr id="65" name="直接箭头连接符 64">
            <a:extLst>
              <a:ext uri="{FF2B5EF4-FFF2-40B4-BE49-F238E27FC236}">
                <a16:creationId xmlns:a16="http://schemas.microsoft.com/office/drawing/2014/main" id="{6B824699-9145-4A7B-BF01-37AE80A31AFB}"/>
              </a:ext>
            </a:extLst>
          </p:cNvPr>
          <p:cNvCxnSpPr>
            <a:cxnSpLocks/>
          </p:cNvCxnSpPr>
          <p:nvPr/>
        </p:nvCxnSpPr>
        <p:spPr>
          <a:xfrm flipV="1">
            <a:off x="4878779" y="1692469"/>
            <a:ext cx="0" cy="773654"/>
          </a:xfrm>
          <a:prstGeom prst="straightConnector1">
            <a:avLst/>
          </a:prstGeom>
          <a:ln w="50800" cap="rnd">
            <a:solidFill>
              <a:schemeClr val="accent6"/>
            </a:solidFill>
            <a:round/>
            <a:tailEnd type="triangle" w="med" len="med"/>
          </a:ln>
        </p:spPr>
        <p:style>
          <a:lnRef idx="1">
            <a:schemeClr val="accent1"/>
          </a:lnRef>
          <a:fillRef idx="0">
            <a:schemeClr val="accent1"/>
          </a:fillRef>
          <a:effectRef idx="0">
            <a:schemeClr val="accent1"/>
          </a:effectRef>
          <a:fontRef idx="minor">
            <a:schemeClr val="tx1"/>
          </a:fontRef>
        </p:style>
      </p:cxnSp>
      <p:cxnSp>
        <p:nvCxnSpPr>
          <p:cNvPr id="66" name="直接箭头连接符 65">
            <a:extLst>
              <a:ext uri="{FF2B5EF4-FFF2-40B4-BE49-F238E27FC236}">
                <a16:creationId xmlns:a16="http://schemas.microsoft.com/office/drawing/2014/main" id="{A58FEE9A-C14F-444F-B99E-B6407BF31F19}"/>
              </a:ext>
            </a:extLst>
          </p:cNvPr>
          <p:cNvCxnSpPr>
            <a:cxnSpLocks/>
          </p:cNvCxnSpPr>
          <p:nvPr/>
        </p:nvCxnSpPr>
        <p:spPr>
          <a:xfrm>
            <a:off x="4878779" y="1692469"/>
            <a:ext cx="2370858" cy="0"/>
          </a:xfrm>
          <a:prstGeom prst="straightConnector1">
            <a:avLst/>
          </a:prstGeom>
          <a:ln w="50800" cap="rnd">
            <a:solidFill>
              <a:schemeClr val="accent6"/>
            </a:solidFill>
            <a:round/>
            <a:tailEnd type="triangle" w="med" len="med"/>
          </a:ln>
        </p:spPr>
        <p:style>
          <a:lnRef idx="1">
            <a:schemeClr val="accent1"/>
          </a:lnRef>
          <a:fillRef idx="0">
            <a:schemeClr val="accent1"/>
          </a:fillRef>
          <a:effectRef idx="0">
            <a:schemeClr val="accent1"/>
          </a:effectRef>
          <a:fontRef idx="minor">
            <a:schemeClr val="tx1"/>
          </a:fontRef>
        </p:style>
      </p:cxnSp>
      <p:cxnSp>
        <p:nvCxnSpPr>
          <p:cNvPr id="67" name="直接箭头连接符 66">
            <a:extLst>
              <a:ext uri="{FF2B5EF4-FFF2-40B4-BE49-F238E27FC236}">
                <a16:creationId xmlns:a16="http://schemas.microsoft.com/office/drawing/2014/main" id="{C2C59C67-CBA4-4AE3-8C9C-47C3FD3954ED}"/>
              </a:ext>
            </a:extLst>
          </p:cNvPr>
          <p:cNvCxnSpPr>
            <a:cxnSpLocks/>
          </p:cNvCxnSpPr>
          <p:nvPr/>
        </p:nvCxnSpPr>
        <p:spPr>
          <a:xfrm flipH="1">
            <a:off x="1843686" y="1693588"/>
            <a:ext cx="3035093" cy="0"/>
          </a:xfrm>
          <a:prstGeom prst="straightConnector1">
            <a:avLst/>
          </a:prstGeom>
          <a:ln w="50800" cap="rnd">
            <a:solidFill>
              <a:schemeClr val="accent6"/>
            </a:solidFill>
            <a:round/>
            <a:tailEnd type="triangle" w="med" len="med"/>
          </a:ln>
        </p:spPr>
        <p:style>
          <a:lnRef idx="1">
            <a:schemeClr val="accent1"/>
          </a:lnRef>
          <a:fillRef idx="0">
            <a:schemeClr val="accent1"/>
          </a:fillRef>
          <a:effectRef idx="0">
            <a:schemeClr val="accent1"/>
          </a:effectRef>
          <a:fontRef idx="minor">
            <a:schemeClr val="tx1"/>
          </a:fontRef>
        </p:style>
      </p:cxnSp>
      <p:cxnSp>
        <p:nvCxnSpPr>
          <p:cNvPr id="70" name="直接箭头连接符 69">
            <a:extLst>
              <a:ext uri="{FF2B5EF4-FFF2-40B4-BE49-F238E27FC236}">
                <a16:creationId xmlns:a16="http://schemas.microsoft.com/office/drawing/2014/main" id="{717D5C26-30E6-44C6-A207-48334D3A2208}"/>
              </a:ext>
            </a:extLst>
          </p:cNvPr>
          <p:cNvCxnSpPr>
            <a:cxnSpLocks/>
          </p:cNvCxnSpPr>
          <p:nvPr/>
        </p:nvCxnSpPr>
        <p:spPr>
          <a:xfrm>
            <a:off x="2458858" y="1692469"/>
            <a:ext cx="0" cy="808365"/>
          </a:xfrm>
          <a:prstGeom prst="straightConnector1">
            <a:avLst/>
          </a:prstGeom>
          <a:ln w="50800" cap="rnd">
            <a:solidFill>
              <a:schemeClr val="accent6"/>
            </a:solidFill>
            <a:round/>
            <a:tailEnd type="triangle" w="med" len="med"/>
          </a:ln>
        </p:spPr>
        <p:style>
          <a:lnRef idx="1">
            <a:schemeClr val="accent1"/>
          </a:lnRef>
          <a:fillRef idx="0">
            <a:schemeClr val="accent1"/>
          </a:fillRef>
          <a:effectRef idx="0">
            <a:schemeClr val="accent1"/>
          </a:effectRef>
          <a:fontRef idx="minor">
            <a:schemeClr val="tx1"/>
          </a:fontRef>
        </p:style>
      </p:cxnSp>
      <p:grpSp>
        <p:nvGrpSpPr>
          <p:cNvPr id="89" name="组合 88">
            <a:extLst>
              <a:ext uri="{FF2B5EF4-FFF2-40B4-BE49-F238E27FC236}">
                <a16:creationId xmlns:a16="http://schemas.microsoft.com/office/drawing/2014/main" id="{A60C1766-FE56-4FB8-8049-E2D4A91FDF4C}"/>
              </a:ext>
            </a:extLst>
          </p:cNvPr>
          <p:cNvGrpSpPr/>
          <p:nvPr/>
        </p:nvGrpSpPr>
        <p:grpSpPr>
          <a:xfrm>
            <a:off x="3618340" y="3529053"/>
            <a:ext cx="2156816" cy="1412699"/>
            <a:chOff x="3618340" y="3529053"/>
            <a:chExt cx="2156816" cy="1412699"/>
          </a:xfrm>
        </p:grpSpPr>
        <p:grpSp>
          <p:nvGrpSpPr>
            <p:cNvPr id="13" name="组合 12">
              <a:extLst>
                <a:ext uri="{FF2B5EF4-FFF2-40B4-BE49-F238E27FC236}">
                  <a16:creationId xmlns:a16="http://schemas.microsoft.com/office/drawing/2014/main" id="{6F6F734D-FC9E-4FE9-AAD3-1DC7FECE72BE}"/>
                </a:ext>
              </a:extLst>
            </p:cNvPr>
            <p:cNvGrpSpPr/>
            <p:nvPr/>
          </p:nvGrpSpPr>
          <p:grpSpPr>
            <a:xfrm>
              <a:off x="3618340" y="3939124"/>
              <a:ext cx="2156816" cy="1002628"/>
              <a:chOff x="3618340" y="3773304"/>
              <a:chExt cx="2156816" cy="1002628"/>
            </a:xfrm>
          </p:grpSpPr>
          <p:sp>
            <p:nvSpPr>
              <p:cNvPr id="11" name="流程图: 决策 10">
                <a:extLst>
                  <a:ext uri="{FF2B5EF4-FFF2-40B4-BE49-F238E27FC236}">
                    <a16:creationId xmlns:a16="http://schemas.microsoft.com/office/drawing/2014/main" id="{0165DD2E-FE47-40F5-933C-064B2A5AE296}"/>
                  </a:ext>
                </a:extLst>
              </p:cNvPr>
              <p:cNvSpPr/>
              <p:nvPr/>
            </p:nvSpPr>
            <p:spPr>
              <a:xfrm>
                <a:off x="3618340" y="3773304"/>
                <a:ext cx="2156816" cy="1002628"/>
              </a:xfrm>
              <a:prstGeom prst="flowChartDecision">
                <a:avLst/>
              </a:prstGeom>
            </p:spPr>
            <p:style>
              <a:lnRef idx="2">
                <a:schemeClr val="accent3">
                  <a:shade val="50000"/>
                </a:schemeClr>
              </a:lnRef>
              <a:fillRef idx="1">
                <a:schemeClr val="accent3"/>
              </a:fillRef>
              <a:effectRef idx="0">
                <a:schemeClr val="accent3"/>
              </a:effectRef>
              <a:fontRef idx="minor">
                <a:schemeClr val="lt1"/>
              </a:fontRef>
            </p:style>
            <p:txBody>
              <a:bodyPr rtlCol="0" anchor="ctr"/>
              <a:lstStyle/>
              <a:p>
                <a:pPr algn="ctr"/>
                <a:endParaRPr lang="zh-CN" altLang="en-US"/>
              </a:p>
            </p:txBody>
          </p:sp>
          <p:sp>
            <p:nvSpPr>
              <p:cNvPr id="12" name="文本框 11">
                <a:extLst>
                  <a:ext uri="{FF2B5EF4-FFF2-40B4-BE49-F238E27FC236}">
                    <a16:creationId xmlns:a16="http://schemas.microsoft.com/office/drawing/2014/main" id="{A0CDC4EA-1869-4EBA-9FDD-C7918792ADE2}"/>
                  </a:ext>
                </a:extLst>
              </p:cNvPr>
              <p:cNvSpPr txBox="1"/>
              <p:nvPr/>
            </p:nvSpPr>
            <p:spPr>
              <a:xfrm>
                <a:off x="3912189" y="3920038"/>
                <a:ext cx="1561617" cy="646331"/>
              </a:xfrm>
              <a:prstGeom prst="rect">
                <a:avLst/>
              </a:prstGeom>
              <a:noFill/>
            </p:spPr>
            <p:txBody>
              <a:bodyPr wrap="square" rtlCol="0">
                <a:spAutoFit/>
              </a:bodyPr>
              <a:lstStyle/>
              <a:p>
                <a:pPr algn="ctr"/>
                <a:r>
                  <a:rPr lang="zh-CN" altLang="en-US" b="1" dirty="0">
                    <a:solidFill>
                      <a:schemeClr val="bg1"/>
                    </a:solidFill>
                  </a:rPr>
                  <a:t>信道空闲</a:t>
                </a:r>
                <a:endParaRPr lang="en-US" altLang="zh-CN" b="1" dirty="0">
                  <a:solidFill>
                    <a:schemeClr val="bg1"/>
                  </a:solidFill>
                </a:endParaRPr>
              </a:p>
              <a:p>
                <a:pPr algn="ctr"/>
                <a:r>
                  <a:rPr lang="en-US" altLang="zh-CN" b="1" dirty="0">
                    <a:solidFill>
                      <a:schemeClr val="bg1"/>
                    </a:solidFill>
                  </a:rPr>
                  <a:t>96</a:t>
                </a:r>
                <a:r>
                  <a:rPr lang="zh-CN" altLang="en-US" b="1" dirty="0">
                    <a:solidFill>
                      <a:schemeClr val="bg1"/>
                    </a:solidFill>
                  </a:rPr>
                  <a:t>比特时间？</a:t>
                </a:r>
              </a:p>
            </p:txBody>
          </p:sp>
        </p:grpSp>
        <p:cxnSp>
          <p:nvCxnSpPr>
            <p:cNvPr id="15" name="直接箭头连接符 14">
              <a:extLst>
                <a:ext uri="{FF2B5EF4-FFF2-40B4-BE49-F238E27FC236}">
                  <a16:creationId xmlns:a16="http://schemas.microsoft.com/office/drawing/2014/main" id="{8BC989FE-4CA6-472F-B89E-6022821999CA}"/>
                </a:ext>
              </a:extLst>
            </p:cNvPr>
            <p:cNvCxnSpPr>
              <a:stCxn id="10" idx="2"/>
              <a:endCxn id="11" idx="0"/>
            </p:cNvCxnSpPr>
            <p:nvPr/>
          </p:nvCxnSpPr>
          <p:spPr>
            <a:xfrm>
              <a:off x="4696748" y="3529053"/>
              <a:ext cx="0" cy="410071"/>
            </a:xfrm>
            <a:prstGeom prst="straightConnector1">
              <a:avLst/>
            </a:prstGeom>
            <a:ln w="12700">
              <a:solidFill>
                <a:schemeClr val="tx1"/>
              </a:solidFill>
              <a:tailEnd type="triangle"/>
            </a:ln>
          </p:spPr>
          <p:style>
            <a:lnRef idx="1">
              <a:schemeClr val="accent1"/>
            </a:lnRef>
            <a:fillRef idx="0">
              <a:schemeClr val="accent1"/>
            </a:fillRef>
            <a:effectRef idx="0">
              <a:schemeClr val="accent1"/>
            </a:effectRef>
            <a:fontRef idx="minor">
              <a:schemeClr val="tx1"/>
            </a:fontRef>
          </p:style>
        </p:cxnSp>
      </p:grpSp>
      <p:grpSp>
        <p:nvGrpSpPr>
          <p:cNvPr id="16" name="组合 15">
            <a:extLst>
              <a:ext uri="{FF2B5EF4-FFF2-40B4-BE49-F238E27FC236}">
                <a16:creationId xmlns:a16="http://schemas.microsoft.com/office/drawing/2014/main" id="{D8537797-6A10-4E13-AFEC-CFAFD513EAE7}"/>
              </a:ext>
            </a:extLst>
          </p:cNvPr>
          <p:cNvGrpSpPr/>
          <p:nvPr/>
        </p:nvGrpSpPr>
        <p:grpSpPr>
          <a:xfrm>
            <a:off x="5775155" y="5018256"/>
            <a:ext cx="2798508" cy="1002628"/>
            <a:chOff x="5775155" y="5018256"/>
            <a:chExt cx="2798508" cy="1002628"/>
          </a:xfrm>
        </p:grpSpPr>
        <p:grpSp>
          <p:nvGrpSpPr>
            <p:cNvPr id="63" name="组合 62">
              <a:extLst>
                <a:ext uri="{FF2B5EF4-FFF2-40B4-BE49-F238E27FC236}">
                  <a16:creationId xmlns:a16="http://schemas.microsoft.com/office/drawing/2014/main" id="{05C12647-BDC5-4122-814E-61D6B6C006C9}"/>
                </a:ext>
              </a:extLst>
            </p:cNvPr>
            <p:cNvGrpSpPr/>
            <p:nvPr/>
          </p:nvGrpSpPr>
          <p:grpSpPr>
            <a:xfrm>
              <a:off x="6416847" y="5018256"/>
              <a:ext cx="2156816" cy="1002628"/>
              <a:chOff x="3618340" y="3773304"/>
              <a:chExt cx="2156816" cy="1002628"/>
            </a:xfrm>
          </p:grpSpPr>
          <p:sp>
            <p:nvSpPr>
              <p:cNvPr id="64" name="流程图: 决策 63">
                <a:extLst>
                  <a:ext uri="{FF2B5EF4-FFF2-40B4-BE49-F238E27FC236}">
                    <a16:creationId xmlns:a16="http://schemas.microsoft.com/office/drawing/2014/main" id="{E6295894-78C8-424E-9BF6-D0CE0E149E05}"/>
                  </a:ext>
                </a:extLst>
              </p:cNvPr>
              <p:cNvSpPr/>
              <p:nvPr/>
            </p:nvSpPr>
            <p:spPr>
              <a:xfrm>
                <a:off x="3618340" y="3773304"/>
                <a:ext cx="2156816" cy="1002628"/>
              </a:xfrm>
              <a:prstGeom prst="flowChartDecision">
                <a:avLst/>
              </a:prstGeom>
            </p:spPr>
            <p:style>
              <a:lnRef idx="2">
                <a:schemeClr val="accent5">
                  <a:shade val="50000"/>
                </a:schemeClr>
              </a:lnRef>
              <a:fillRef idx="1">
                <a:schemeClr val="accent5"/>
              </a:fillRef>
              <a:effectRef idx="0">
                <a:schemeClr val="accent5"/>
              </a:effectRef>
              <a:fontRef idx="minor">
                <a:schemeClr val="lt1"/>
              </a:fontRef>
            </p:style>
            <p:txBody>
              <a:bodyPr rtlCol="0" anchor="ctr"/>
              <a:lstStyle/>
              <a:p>
                <a:pPr algn="ctr"/>
                <a:endParaRPr lang="zh-CN" altLang="en-US"/>
              </a:p>
            </p:txBody>
          </p:sp>
          <p:sp>
            <p:nvSpPr>
              <p:cNvPr id="68" name="文本框 67">
                <a:extLst>
                  <a:ext uri="{FF2B5EF4-FFF2-40B4-BE49-F238E27FC236}">
                    <a16:creationId xmlns:a16="http://schemas.microsoft.com/office/drawing/2014/main" id="{B9FB4205-6FBB-42A1-A5C5-56C61CCE3615}"/>
                  </a:ext>
                </a:extLst>
              </p:cNvPr>
              <p:cNvSpPr txBox="1"/>
              <p:nvPr/>
            </p:nvSpPr>
            <p:spPr>
              <a:xfrm>
                <a:off x="3915939" y="4084047"/>
                <a:ext cx="1561617" cy="369332"/>
              </a:xfrm>
              <a:prstGeom prst="rect">
                <a:avLst/>
              </a:prstGeom>
              <a:noFill/>
              <a:ln>
                <a:noFill/>
              </a:ln>
            </p:spPr>
            <p:style>
              <a:lnRef idx="2">
                <a:schemeClr val="accent5">
                  <a:shade val="50000"/>
                </a:schemeClr>
              </a:lnRef>
              <a:fillRef idx="1">
                <a:schemeClr val="accent5"/>
              </a:fillRef>
              <a:effectRef idx="0">
                <a:schemeClr val="accent5"/>
              </a:effectRef>
              <a:fontRef idx="minor">
                <a:schemeClr val="lt1"/>
              </a:fontRef>
            </p:style>
            <p:txBody>
              <a:bodyPr wrap="square" rtlCol="0">
                <a:spAutoFit/>
              </a:bodyPr>
              <a:lstStyle/>
              <a:p>
                <a:pPr algn="ctr"/>
                <a:r>
                  <a:rPr lang="zh-CN" altLang="en-US" b="1" dirty="0">
                    <a:solidFill>
                      <a:schemeClr val="bg1"/>
                    </a:solidFill>
                  </a:rPr>
                  <a:t>检测到碰撞？</a:t>
                </a:r>
              </a:p>
            </p:txBody>
          </p:sp>
        </p:grpSp>
        <p:cxnSp>
          <p:nvCxnSpPr>
            <p:cNvPr id="74" name="直接箭头连接符 73">
              <a:extLst>
                <a:ext uri="{FF2B5EF4-FFF2-40B4-BE49-F238E27FC236}">
                  <a16:creationId xmlns:a16="http://schemas.microsoft.com/office/drawing/2014/main" id="{ED672E0E-9738-418B-B083-BE1F9C1449B1}"/>
                </a:ext>
              </a:extLst>
            </p:cNvPr>
            <p:cNvCxnSpPr>
              <a:cxnSpLocks/>
              <a:stCxn id="62" idx="3"/>
              <a:endCxn id="64" idx="1"/>
            </p:cNvCxnSpPr>
            <p:nvPr/>
          </p:nvCxnSpPr>
          <p:spPr>
            <a:xfrm>
              <a:off x="5775155" y="5519570"/>
              <a:ext cx="641692" cy="0"/>
            </a:xfrm>
            <a:prstGeom prst="straightConnector1">
              <a:avLst/>
            </a:prstGeom>
            <a:ln w="12700">
              <a:solidFill>
                <a:schemeClr val="tx1"/>
              </a:solidFill>
              <a:tailEnd type="triangle"/>
            </a:ln>
          </p:spPr>
          <p:style>
            <a:lnRef idx="1">
              <a:schemeClr val="accent1"/>
            </a:lnRef>
            <a:fillRef idx="0">
              <a:schemeClr val="accent1"/>
            </a:fillRef>
            <a:effectRef idx="0">
              <a:schemeClr val="accent1"/>
            </a:effectRef>
            <a:fontRef idx="minor">
              <a:schemeClr val="tx1"/>
            </a:fontRef>
          </p:style>
        </p:cxnSp>
      </p:grpSp>
      <p:cxnSp>
        <p:nvCxnSpPr>
          <p:cNvPr id="76" name="连接符: 肘形 75">
            <a:extLst>
              <a:ext uri="{FF2B5EF4-FFF2-40B4-BE49-F238E27FC236}">
                <a16:creationId xmlns:a16="http://schemas.microsoft.com/office/drawing/2014/main" id="{0C9C4D4B-6160-4CDA-8294-20057E2DBF20}"/>
              </a:ext>
            </a:extLst>
          </p:cNvPr>
          <p:cNvCxnSpPr>
            <a:cxnSpLocks/>
            <a:stCxn id="69" idx="0"/>
          </p:cNvCxnSpPr>
          <p:nvPr/>
        </p:nvCxnSpPr>
        <p:spPr>
          <a:xfrm rot="16200000" flipV="1">
            <a:off x="5810797" y="2582750"/>
            <a:ext cx="570408" cy="2798507"/>
          </a:xfrm>
          <a:prstGeom prst="bentConnector2">
            <a:avLst/>
          </a:prstGeom>
          <a:ln w="12700">
            <a:solidFill>
              <a:schemeClr val="tx1"/>
            </a:solidFill>
            <a:tailEnd type="triangle"/>
          </a:ln>
        </p:spPr>
        <p:style>
          <a:lnRef idx="1">
            <a:schemeClr val="accent1"/>
          </a:lnRef>
          <a:fillRef idx="0">
            <a:schemeClr val="accent1"/>
          </a:fillRef>
          <a:effectRef idx="0">
            <a:schemeClr val="accent1"/>
          </a:effectRef>
          <a:fontRef idx="minor">
            <a:schemeClr val="tx1"/>
          </a:fontRef>
        </p:style>
      </p:cxnSp>
      <p:grpSp>
        <p:nvGrpSpPr>
          <p:cNvPr id="90" name="组合 89">
            <a:extLst>
              <a:ext uri="{FF2B5EF4-FFF2-40B4-BE49-F238E27FC236}">
                <a16:creationId xmlns:a16="http://schemas.microsoft.com/office/drawing/2014/main" id="{53AF500B-7FC7-492C-B846-1814D08B9461}"/>
              </a:ext>
            </a:extLst>
          </p:cNvPr>
          <p:cNvGrpSpPr/>
          <p:nvPr/>
        </p:nvGrpSpPr>
        <p:grpSpPr>
          <a:xfrm>
            <a:off x="3213902" y="3696800"/>
            <a:ext cx="1479094" cy="743638"/>
            <a:chOff x="3213902" y="3696800"/>
            <a:chExt cx="1479094" cy="743638"/>
          </a:xfrm>
        </p:grpSpPr>
        <p:cxnSp>
          <p:nvCxnSpPr>
            <p:cNvPr id="75" name="连接符: 肘形 74">
              <a:extLst>
                <a:ext uri="{FF2B5EF4-FFF2-40B4-BE49-F238E27FC236}">
                  <a16:creationId xmlns:a16="http://schemas.microsoft.com/office/drawing/2014/main" id="{B0753E80-1758-4F9B-8E87-EF86F3BB4687}"/>
                </a:ext>
              </a:extLst>
            </p:cNvPr>
            <p:cNvCxnSpPr>
              <a:cxnSpLocks/>
              <a:stCxn id="11" idx="1"/>
            </p:cNvCxnSpPr>
            <p:nvPr/>
          </p:nvCxnSpPr>
          <p:spPr>
            <a:xfrm rot="10800000" flipH="1">
              <a:off x="3618339" y="3696800"/>
              <a:ext cx="1074657" cy="743638"/>
            </a:xfrm>
            <a:prstGeom prst="bentConnector3">
              <a:avLst>
                <a:gd name="adj1" fmla="val -21272"/>
              </a:avLst>
            </a:prstGeom>
            <a:ln w="12700">
              <a:solidFill>
                <a:schemeClr val="tx1"/>
              </a:solidFill>
              <a:tailEnd type="triangle"/>
            </a:ln>
          </p:spPr>
          <p:style>
            <a:lnRef idx="1">
              <a:schemeClr val="accent1"/>
            </a:lnRef>
            <a:fillRef idx="0">
              <a:schemeClr val="accent1"/>
            </a:fillRef>
            <a:effectRef idx="0">
              <a:schemeClr val="accent1"/>
            </a:effectRef>
            <a:fontRef idx="minor">
              <a:schemeClr val="tx1"/>
            </a:fontRef>
          </p:style>
        </p:cxnSp>
        <p:sp>
          <p:nvSpPr>
            <p:cNvPr id="81" name="文本框 80">
              <a:extLst>
                <a:ext uri="{FF2B5EF4-FFF2-40B4-BE49-F238E27FC236}">
                  <a16:creationId xmlns:a16="http://schemas.microsoft.com/office/drawing/2014/main" id="{75E5AB3E-992E-4B3B-98B0-29DA1FEC7903}"/>
                </a:ext>
              </a:extLst>
            </p:cNvPr>
            <p:cNvSpPr txBox="1"/>
            <p:nvPr/>
          </p:nvSpPr>
          <p:spPr>
            <a:xfrm>
              <a:off x="3213902" y="4029294"/>
              <a:ext cx="679897" cy="369332"/>
            </a:xfrm>
            <a:prstGeom prst="rect">
              <a:avLst/>
            </a:prstGeom>
            <a:noFill/>
          </p:spPr>
          <p:txBody>
            <a:bodyPr wrap="square" rtlCol="0">
              <a:spAutoFit/>
            </a:bodyPr>
            <a:lstStyle/>
            <a:p>
              <a:pPr algn="ctr"/>
              <a:r>
                <a:rPr lang="zh-CN" altLang="en-US" b="1" dirty="0"/>
                <a:t>否</a:t>
              </a:r>
            </a:p>
          </p:txBody>
        </p:sp>
      </p:grpSp>
      <p:grpSp>
        <p:nvGrpSpPr>
          <p:cNvPr id="17" name="组合 16">
            <a:extLst>
              <a:ext uri="{FF2B5EF4-FFF2-40B4-BE49-F238E27FC236}">
                <a16:creationId xmlns:a16="http://schemas.microsoft.com/office/drawing/2014/main" id="{F2477ACC-F32C-45F0-88AC-64E1B5B2BBC0}"/>
              </a:ext>
            </a:extLst>
          </p:cNvPr>
          <p:cNvGrpSpPr/>
          <p:nvPr/>
        </p:nvGrpSpPr>
        <p:grpSpPr>
          <a:xfrm>
            <a:off x="4696748" y="5687318"/>
            <a:ext cx="2889748" cy="598270"/>
            <a:chOff x="4696748" y="5687318"/>
            <a:chExt cx="2889748" cy="598270"/>
          </a:xfrm>
        </p:grpSpPr>
        <p:cxnSp>
          <p:nvCxnSpPr>
            <p:cNvPr id="21" name="连接符: 肘形 20">
              <a:extLst>
                <a:ext uri="{FF2B5EF4-FFF2-40B4-BE49-F238E27FC236}">
                  <a16:creationId xmlns:a16="http://schemas.microsoft.com/office/drawing/2014/main" id="{3E217AB6-D8D2-4578-B61E-3F6EA48A6218}"/>
                </a:ext>
              </a:extLst>
            </p:cNvPr>
            <p:cNvCxnSpPr>
              <a:stCxn id="64" idx="2"/>
              <a:endCxn id="62" idx="2"/>
            </p:cNvCxnSpPr>
            <p:nvPr/>
          </p:nvCxnSpPr>
          <p:spPr>
            <a:xfrm rot="5400000" flipH="1">
              <a:off x="5929218" y="4454848"/>
              <a:ext cx="333567" cy="2798507"/>
            </a:xfrm>
            <a:prstGeom prst="bentConnector3">
              <a:avLst>
                <a:gd name="adj1" fmla="val -68532"/>
              </a:avLst>
            </a:prstGeom>
            <a:ln w="12700">
              <a:solidFill>
                <a:schemeClr val="tx1"/>
              </a:solidFill>
              <a:tailEnd type="triangle"/>
            </a:ln>
          </p:spPr>
          <p:style>
            <a:lnRef idx="1">
              <a:schemeClr val="accent1"/>
            </a:lnRef>
            <a:fillRef idx="0">
              <a:schemeClr val="accent1"/>
            </a:fillRef>
            <a:effectRef idx="0">
              <a:schemeClr val="accent1"/>
            </a:effectRef>
            <a:fontRef idx="minor">
              <a:schemeClr val="tx1"/>
            </a:fontRef>
          </p:style>
        </p:cxnSp>
        <p:sp>
          <p:nvSpPr>
            <p:cNvPr id="82" name="文本框 81">
              <a:extLst>
                <a:ext uri="{FF2B5EF4-FFF2-40B4-BE49-F238E27FC236}">
                  <a16:creationId xmlns:a16="http://schemas.microsoft.com/office/drawing/2014/main" id="{19443827-4B1D-4F0D-8490-B3DD9045CAAF}"/>
                </a:ext>
              </a:extLst>
            </p:cNvPr>
            <p:cNvSpPr txBox="1"/>
            <p:nvPr/>
          </p:nvSpPr>
          <p:spPr>
            <a:xfrm>
              <a:off x="6906599" y="5916256"/>
              <a:ext cx="679897" cy="369332"/>
            </a:xfrm>
            <a:prstGeom prst="rect">
              <a:avLst/>
            </a:prstGeom>
            <a:noFill/>
          </p:spPr>
          <p:txBody>
            <a:bodyPr wrap="square" rtlCol="0">
              <a:spAutoFit/>
            </a:bodyPr>
            <a:lstStyle/>
            <a:p>
              <a:pPr algn="ctr"/>
              <a:r>
                <a:rPr lang="zh-CN" altLang="en-US" b="1" dirty="0"/>
                <a:t>否</a:t>
              </a:r>
            </a:p>
          </p:txBody>
        </p:sp>
      </p:grpSp>
      <p:grpSp>
        <p:nvGrpSpPr>
          <p:cNvPr id="22" name="组合 21">
            <a:extLst>
              <a:ext uri="{FF2B5EF4-FFF2-40B4-BE49-F238E27FC236}">
                <a16:creationId xmlns:a16="http://schemas.microsoft.com/office/drawing/2014/main" id="{802070C7-D4B5-434A-B92A-75FCD84C6B64}"/>
              </a:ext>
            </a:extLst>
          </p:cNvPr>
          <p:cNvGrpSpPr/>
          <p:nvPr/>
        </p:nvGrpSpPr>
        <p:grpSpPr>
          <a:xfrm>
            <a:off x="6416846" y="4267208"/>
            <a:ext cx="2156815" cy="819867"/>
            <a:chOff x="6416846" y="4267208"/>
            <a:chExt cx="2156815" cy="819867"/>
          </a:xfrm>
        </p:grpSpPr>
        <p:sp>
          <p:nvSpPr>
            <p:cNvPr id="69" name="矩形 68">
              <a:extLst>
                <a:ext uri="{FF2B5EF4-FFF2-40B4-BE49-F238E27FC236}">
                  <a16:creationId xmlns:a16="http://schemas.microsoft.com/office/drawing/2014/main" id="{D6210856-1306-46EA-AB5D-379A945389D8}"/>
                </a:ext>
              </a:extLst>
            </p:cNvPr>
            <p:cNvSpPr/>
            <p:nvPr/>
          </p:nvSpPr>
          <p:spPr>
            <a:xfrm>
              <a:off x="6416846" y="4267208"/>
              <a:ext cx="2156815" cy="335494"/>
            </a:xfrm>
            <a:prstGeom prst="rect">
              <a:avLst/>
            </a:prstGeom>
          </p:spPr>
          <p:style>
            <a:lnRef idx="2">
              <a:schemeClr val="accent5">
                <a:shade val="50000"/>
              </a:schemeClr>
            </a:lnRef>
            <a:fillRef idx="1">
              <a:schemeClr val="accent5"/>
            </a:fillRef>
            <a:effectRef idx="0">
              <a:schemeClr val="accent5"/>
            </a:effectRef>
            <a:fontRef idx="minor">
              <a:schemeClr val="lt1"/>
            </a:fontRef>
          </p:style>
          <p:txBody>
            <a:bodyPr rtlCol="0" anchor="ctr"/>
            <a:lstStyle/>
            <a:p>
              <a:pPr algn="ctr"/>
              <a:r>
                <a:rPr lang="zh-CN" altLang="en-US" b="1" dirty="0"/>
                <a:t>退避一段随机时间</a:t>
              </a:r>
            </a:p>
          </p:txBody>
        </p:sp>
        <p:cxnSp>
          <p:nvCxnSpPr>
            <p:cNvPr id="78" name="直接箭头连接符 77">
              <a:extLst>
                <a:ext uri="{FF2B5EF4-FFF2-40B4-BE49-F238E27FC236}">
                  <a16:creationId xmlns:a16="http://schemas.microsoft.com/office/drawing/2014/main" id="{28C35375-29C9-46C5-9459-44BB6317A9AE}"/>
                </a:ext>
              </a:extLst>
            </p:cNvPr>
            <p:cNvCxnSpPr>
              <a:cxnSpLocks/>
              <a:stCxn id="64" idx="0"/>
              <a:endCxn id="69" idx="2"/>
            </p:cNvCxnSpPr>
            <p:nvPr/>
          </p:nvCxnSpPr>
          <p:spPr>
            <a:xfrm flipH="1" flipV="1">
              <a:off x="7495254" y="4602702"/>
              <a:ext cx="1" cy="415554"/>
            </a:xfrm>
            <a:prstGeom prst="straightConnector1">
              <a:avLst/>
            </a:prstGeom>
            <a:ln w="12700">
              <a:solidFill>
                <a:schemeClr val="tx1"/>
              </a:solidFill>
              <a:tailEnd type="triangle"/>
            </a:ln>
          </p:spPr>
          <p:style>
            <a:lnRef idx="1">
              <a:schemeClr val="accent1"/>
            </a:lnRef>
            <a:fillRef idx="0">
              <a:schemeClr val="accent1"/>
            </a:fillRef>
            <a:effectRef idx="0">
              <a:schemeClr val="accent1"/>
            </a:effectRef>
            <a:fontRef idx="minor">
              <a:schemeClr val="tx1"/>
            </a:fontRef>
          </p:style>
        </p:cxnSp>
        <p:sp>
          <p:nvSpPr>
            <p:cNvPr id="83" name="文本框 82">
              <a:extLst>
                <a:ext uri="{FF2B5EF4-FFF2-40B4-BE49-F238E27FC236}">
                  <a16:creationId xmlns:a16="http://schemas.microsoft.com/office/drawing/2014/main" id="{033ADBAC-CA45-4457-AF0D-A59B64CFB6E4}"/>
                </a:ext>
              </a:extLst>
            </p:cNvPr>
            <p:cNvSpPr txBox="1"/>
            <p:nvPr/>
          </p:nvSpPr>
          <p:spPr>
            <a:xfrm>
              <a:off x="6927672" y="4717743"/>
              <a:ext cx="637749" cy="369332"/>
            </a:xfrm>
            <a:prstGeom prst="rect">
              <a:avLst/>
            </a:prstGeom>
            <a:noFill/>
          </p:spPr>
          <p:txBody>
            <a:bodyPr wrap="square" rtlCol="0">
              <a:spAutoFit/>
            </a:bodyPr>
            <a:lstStyle/>
            <a:p>
              <a:pPr algn="ctr"/>
              <a:r>
                <a:rPr lang="zh-CN" altLang="en-US" b="1" dirty="0"/>
                <a:t>是</a:t>
              </a:r>
            </a:p>
          </p:txBody>
        </p:sp>
      </p:grpSp>
      <p:grpSp>
        <p:nvGrpSpPr>
          <p:cNvPr id="14" name="组合 13">
            <a:extLst>
              <a:ext uri="{FF2B5EF4-FFF2-40B4-BE49-F238E27FC236}">
                <a16:creationId xmlns:a16="http://schemas.microsoft.com/office/drawing/2014/main" id="{DFFE2C86-0EC7-4C76-B053-FAAD2048078C}"/>
              </a:ext>
            </a:extLst>
          </p:cNvPr>
          <p:cNvGrpSpPr/>
          <p:nvPr/>
        </p:nvGrpSpPr>
        <p:grpSpPr>
          <a:xfrm>
            <a:off x="3618340" y="4861868"/>
            <a:ext cx="2156815" cy="825449"/>
            <a:chOff x="3618340" y="4861868"/>
            <a:chExt cx="2156815" cy="825449"/>
          </a:xfrm>
        </p:grpSpPr>
        <p:sp>
          <p:nvSpPr>
            <p:cNvPr id="62" name="矩形 61">
              <a:extLst>
                <a:ext uri="{FF2B5EF4-FFF2-40B4-BE49-F238E27FC236}">
                  <a16:creationId xmlns:a16="http://schemas.microsoft.com/office/drawing/2014/main" id="{F54F187A-0CED-475A-BCF6-B88756AE175F}"/>
                </a:ext>
              </a:extLst>
            </p:cNvPr>
            <p:cNvSpPr/>
            <p:nvPr/>
          </p:nvSpPr>
          <p:spPr>
            <a:xfrm>
              <a:off x="3618340" y="5351823"/>
              <a:ext cx="2156815" cy="335494"/>
            </a:xfrm>
            <a:prstGeom prst="rect">
              <a:avLst/>
            </a:prstGeom>
          </p:spPr>
          <p:style>
            <a:lnRef idx="2">
              <a:schemeClr val="accent5">
                <a:shade val="50000"/>
              </a:schemeClr>
            </a:lnRef>
            <a:fillRef idx="1">
              <a:schemeClr val="accent5"/>
            </a:fillRef>
            <a:effectRef idx="0">
              <a:schemeClr val="accent5"/>
            </a:effectRef>
            <a:fontRef idx="minor">
              <a:schemeClr val="lt1"/>
            </a:fontRef>
          </p:style>
          <p:txBody>
            <a:bodyPr rtlCol="0" anchor="ctr"/>
            <a:lstStyle/>
            <a:p>
              <a:pPr algn="ctr"/>
              <a:r>
                <a:rPr lang="zh-CN" altLang="en-US" b="1" dirty="0"/>
                <a:t>发送帧</a:t>
              </a:r>
            </a:p>
          </p:txBody>
        </p:sp>
        <p:cxnSp>
          <p:nvCxnSpPr>
            <p:cNvPr id="73" name="直接箭头连接符 72">
              <a:extLst>
                <a:ext uri="{FF2B5EF4-FFF2-40B4-BE49-F238E27FC236}">
                  <a16:creationId xmlns:a16="http://schemas.microsoft.com/office/drawing/2014/main" id="{7B8869AD-956A-4BAD-B1BE-AA2C5E0CC188}"/>
                </a:ext>
              </a:extLst>
            </p:cNvPr>
            <p:cNvCxnSpPr>
              <a:cxnSpLocks/>
              <a:stCxn id="11" idx="2"/>
              <a:endCxn id="62" idx="0"/>
            </p:cNvCxnSpPr>
            <p:nvPr/>
          </p:nvCxnSpPr>
          <p:spPr>
            <a:xfrm>
              <a:off x="4696748" y="4941752"/>
              <a:ext cx="0" cy="410071"/>
            </a:xfrm>
            <a:prstGeom prst="straightConnector1">
              <a:avLst/>
            </a:prstGeom>
            <a:ln w="12700">
              <a:solidFill>
                <a:schemeClr val="tx1"/>
              </a:solidFill>
              <a:tailEnd type="triangle"/>
            </a:ln>
          </p:spPr>
          <p:style>
            <a:lnRef idx="1">
              <a:schemeClr val="accent1"/>
            </a:lnRef>
            <a:fillRef idx="0">
              <a:schemeClr val="accent1"/>
            </a:fillRef>
            <a:effectRef idx="0">
              <a:schemeClr val="accent1"/>
            </a:effectRef>
            <a:fontRef idx="minor">
              <a:schemeClr val="tx1"/>
            </a:fontRef>
          </p:style>
        </p:cxnSp>
        <p:sp>
          <p:nvSpPr>
            <p:cNvPr id="84" name="文本框 83">
              <a:extLst>
                <a:ext uri="{FF2B5EF4-FFF2-40B4-BE49-F238E27FC236}">
                  <a16:creationId xmlns:a16="http://schemas.microsoft.com/office/drawing/2014/main" id="{692F5F67-9019-480B-80C9-30B4E7172CF0}"/>
                </a:ext>
              </a:extLst>
            </p:cNvPr>
            <p:cNvSpPr txBox="1"/>
            <p:nvPr/>
          </p:nvSpPr>
          <p:spPr>
            <a:xfrm>
              <a:off x="4559904" y="4861868"/>
              <a:ext cx="637749" cy="369332"/>
            </a:xfrm>
            <a:prstGeom prst="rect">
              <a:avLst/>
            </a:prstGeom>
            <a:noFill/>
          </p:spPr>
          <p:txBody>
            <a:bodyPr wrap="square" rtlCol="0">
              <a:spAutoFit/>
            </a:bodyPr>
            <a:lstStyle/>
            <a:p>
              <a:pPr algn="ctr"/>
              <a:r>
                <a:rPr lang="zh-CN" altLang="en-US" b="1" dirty="0"/>
                <a:t>是</a:t>
              </a:r>
            </a:p>
          </p:txBody>
        </p:sp>
      </p:grpSp>
      <p:grpSp>
        <p:nvGrpSpPr>
          <p:cNvPr id="77" name="组合 76">
            <a:extLst>
              <a:ext uri="{FF2B5EF4-FFF2-40B4-BE49-F238E27FC236}">
                <a16:creationId xmlns:a16="http://schemas.microsoft.com/office/drawing/2014/main" id="{1B6971EE-F977-4DA3-A9A0-44F6C9DC48DA}"/>
              </a:ext>
            </a:extLst>
          </p:cNvPr>
          <p:cNvGrpSpPr/>
          <p:nvPr/>
        </p:nvGrpSpPr>
        <p:grpSpPr>
          <a:xfrm>
            <a:off x="9727206" y="734232"/>
            <a:ext cx="2153414" cy="461665"/>
            <a:chOff x="9727206" y="734232"/>
            <a:chExt cx="2153414" cy="461665"/>
          </a:xfrm>
        </p:grpSpPr>
        <p:sp>
          <p:nvSpPr>
            <p:cNvPr id="79" name="矩形 78">
              <a:extLst>
                <a:ext uri="{FF2B5EF4-FFF2-40B4-BE49-F238E27FC236}">
                  <a16:creationId xmlns:a16="http://schemas.microsoft.com/office/drawing/2014/main" id="{23D339D1-2ECC-4222-BF66-5F8AC926D8C7}"/>
                </a:ext>
              </a:extLst>
            </p:cNvPr>
            <p:cNvSpPr/>
            <p:nvPr/>
          </p:nvSpPr>
          <p:spPr>
            <a:xfrm>
              <a:off x="9727206" y="757078"/>
              <a:ext cx="2153414" cy="400110"/>
            </a:xfrm>
            <a:prstGeom prst="rect">
              <a:avLst/>
            </a:prstGeom>
            <a:solidFill>
              <a:schemeClr val="accent5"/>
            </a:solidFill>
            <a:ln>
              <a:solidFill>
                <a:schemeClr val="accent5"/>
              </a:solidFill>
            </a:ln>
          </p:spPr>
          <p:style>
            <a:lnRef idx="2">
              <a:schemeClr val="accent5">
                <a:shade val="50000"/>
              </a:schemeClr>
            </a:lnRef>
            <a:fillRef idx="1">
              <a:schemeClr val="accent5"/>
            </a:fillRef>
            <a:effectRef idx="0">
              <a:schemeClr val="accent5"/>
            </a:effectRef>
            <a:fontRef idx="minor">
              <a:schemeClr val="lt1"/>
            </a:fontRef>
          </p:style>
          <p:txBody>
            <a:bodyPr rtlCol="0" anchor="ctr"/>
            <a:lstStyle/>
            <a:p>
              <a:pPr algn="ctr"/>
              <a:endParaRPr lang="zh-CN" altLang="en-US"/>
            </a:p>
          </p:txBody>
        </p:sp>
        <p:sp>
          <p:nvSpPr>
            <p:cNvPr id="80" name="文本框 79">
              <a:extLst>
                <a:ext uri="{FF2B5EF4-FFF2-40B4-BE49-F238E27FC236}">
                  <a16:creationId xmlns:a16="http://schemas.microsoft.com/office/drawing/2014/main" id="{644983D9-31FB-44F8-9DB3-5BFCAA2F4462}"/>
                </a:ext>
              </a:extLst>
            </p:cNvPr>
            <p:cNvSpPr txBox="1"/>
            <p:nvPr/>
          </p:nvSpPr>
          <p:spPr>
            <a:xfrm>
              <a:off x="9791788" y="772467"/>
              <a:ext cx="1598556" cy="400110"/>
            </a:xfrm>
            <a:prstGeom prst="rect">
              <a:avLst/>
            </a:prstGeom>
            <a:noFill/>
          </p:spPr>
          <p:txBody>
            <a:bodyPr wrap="square" rtlCol="0">
              <a:spAutoFit/>
            </a:bodyPr>
            <a:lstStyle/>
            <a:p>
              <a:pPr algn="ctr"/>
              <a:r>
                <a:rPr lang="zh-CN" altLang="en-US" sz="2000" b="1" dirty="0">
                  <a:solidFill>
                    <a:schemeClr val="bg1"/>
                  </a:solidFill>
                </a:rPr>
                <a:t>碰撞检测</a:t>
              </a:r>
            </a:p>
          </p:txBody>
        </p:sp>
        <p:sp>
          <p:nvSpPr>
            <p:cNvPr id="85" name="文本框 84">
              <a:extLst>
                <a:ext uri="{FF2B5EF4-FFF2-40B4-BE49-F238E27FC236}">
                  <a16:creationId xmlns:a16="http://schemas.microsoft.com/office/drawing/2014/main" id="{C1CFD963-D797-4467-A290-7E45A4D0B8B2}"/>
                </a:ext>
              </a:extLst>
            </p:cNvPr>
            <p:cNvSpPr txBox="1"/>
            <p:nvPr/>
          </p:nvSpPr>
          <p:spPr>
            <a:xfrm>
              <a:off x="11033742" y="734232"/>
              <a:ext cx="383192" cy="461665"/>
            </a:xfrm>
            <a:prstGeom prst="rect">
              <a:avLst/>
            </a:prstGeom>
            <a:noFill/>
          </p:spPr>
          <p:txBody>
            <a:bodyPr wrap="square">
              <a:spAutoFit/>
            </a:bodyPr>
            <a:lstStyle/>
            <a:p>
              <a:r>
                <a:rPr lang="en-US" altLang="zh-CN" sz="2400" b="1" dirty="0">
                  <a:solidFill>
                    <a:schemeClr val="bg1"/>
                  </a:solidFill>
                  <a:latin typeface="Arial Narrow" panose="020B0606020202030204" pitchFamily="34" charset="0"/>
                </a:rPr>
                <a:t>C</a:t>
              </a:r>
              <a:endParaRPr lang="zh-CN" altLang="en-US" sz="2400" dirty="0">
                <a:solidFill>
                  <a:schemeClr val="bg1"/>
                </a:solidFill>
              </a:endParaRPr>
            </a:p>
          </p:txBody>
        </p:sp>
        <p:sp>
          <p:nvSpPr>
            <p:cNvPr id="86" name="文本框 85">
              <a:extLst>
                <a:ext uri="{FF2B5EF4-FFF2-40B4-BE49-F238E27FC236}">
                  <a16:creationId xmlns:a16="http://schemas.microsoft.com/office/drawing/2014/main" id="{BA726DB0-C965-40B9-B603-AEA447E38417}"/>
                </a:ext>
              </a:extLst>
            </p:cNvPr>
            <p:cNvSpPr txBox="1"/>
            <p:nvPr/>
          </p:nvSpPr>
          <p:spPr>
            <a:xfrm>
              <a:off x="11260686" y="734232"/>
              <a:ext cx="383192" cy="461665"/>
            </a:xfrm>
            <a:prstGeom prst="rect">
              <a:avLst/>
            </a:prstGeom>
            <a:noFill/>
          </p:spPr>
          <p:txBody>
            <a:bodyPr wrap="square">
              <a:spAutoFit/>
            </a:bodyPr>
            <a:lstStyle/>
            <a:p>
              <a:r>
                <a:rPr lang="en-US" altLang="zh-CN" sz="2400" b="1" dirty="0">
                  <a:solidFill>
                    <a:schemeClr val="bg1"/>
                  </a:solidFill>
                  <a:latin typeface="Arial Narrow" panose="020B0606020202030204" pitchFamily="34" charset="0"/>
                </a:rPr>
                <a:t>D</a:t>
              </a:r>
              <a:endParaRPr lang="zh-CN" altLang="en-US" sz="2400" dirty="0">
                <a:solidFill>
                  <a:schemeClr val="bg1"/>
                </a:solidFill>
              </a:endParaRPr>
            </a:p>
          </p:txBody>
        </p:sp>
      </p:grpSp>
      <p:cxnSp>
        <p:nvCxnSpPr>
          <p:cNvPr id="87" name="直接箭头连接符 86">
            <a:extLst>
              <a:ext uri="{FF2B5EF4-FFF2-40B4-BE49-F238E27FC236}">
                <a16:creationId xmlns:a16="http://schemas.microsoft.com/office/drawing/2014/main" id="{6BD70865-A07D-44FE-ABD0-8FF10C08D28A}"/>
              </a:ext>
            </a:extLst>
          </p:cNvPr>
          <p:cNvCxnSpPr>
            <a:cxnSpLocks/>
          </p:cNvCxnSpPr>
          <p:nvPr/>
        </p:nvCxnSpPr>
        <p:spPr>
          <a:xfrm flipV="1">
            <a:off x="7247900" y="1692469"/>
            <a:ext cx="0" cy="773654"/>
          </a:xfrm>
          <a:prstGeom prst="straightConnector1">
            <a:avLst/>
          </a:prstGeom>
          <a:ln w="50800" cap="rnd">
            <a:solidFill>
              <a:schemeClr val="accent6"/>
            </a:solidFill>
            <a:round/>
            <a:tailEnd type="triangle" w="med" len="med"/>
          </a:ln>
        </p:spPr>
        <p:style>
          <a:lnRef idx="1">
            <a:schemeClr val="accent1"/>
          </a:lnRef>
          <a:fillRef idx="0">
            <a:schemeClr val="accent1"/>
          </a:fillRef>
          <a:effectRef idx="0">
            <a:schemeClr val="accent1"/>
          </a:effectRef>
          <a:fontRef idx="minor">
            <a:schemeClr val="tx1"/>
          </a:fontRef>
        </p:style>
      </p:cxnSp>
      <p:cxnSp>
        <p:nvCxnSpPr>
          <p:cNvPr id="92" name="直接箭头连接符 91">
            <a:extLst>
              <a:ext uri="{FF2B5EF4-FFF2-40B4-BE49-F238E27FC236}">
                <a16:creationId xmlns:a16="http://schemas.microsoft.com/office/drawing/2014/main" id="{58988A20-B745-4878-AA97-E0EC36610C48}"/>
              </a:ext>
            </a:extLst>
          </p:cNvPr>
          <p:cNvCxnSpPr>
            <a:cxnSpLocks/>
          </p:cNvCxnSpPr>
          <p:nvPr/>
        </p:nvCxnSpPr>
        <p:spPr>
          <a:xfrm>
            <a:off x="7247900" y="1700446"/>
            <a:ext cx="0" cy="808365"/>
          </a:xfrm>
          <a:prstGeom prst="straightConnector1">
            <a:avLst/>
          </a:prstGeom>
          <a:ln w="50800" cap="rnd">
            <a:solidFill>
              <a:schemeClr val="accent1">
                <a:lumMod val="75000"/>
              </a:schemeClr>
            </a:solidFill>
            <a:round/>
            <a:tailEnd type="triangle" w="med" len="med"/>
          </a:ln>
        </p:spPr>
        <p:style>
          <a:lnRef idx="1">
            <a:schemeClr val="accent1"/>
          </a:lnRef>
          <a:fillRef idx="0">
            <a:schemeClr val="accent1"/>
          </a:fillRef>
          <a:effectRef idx="0">
            <a:schemeClr val="accent1"/>
          </a:effectRef>
          <a:fontRef idx="minor">
            <a:schemeClr val="tx1"/>
          </a:fontRef>
        </p:style>
      </p:cxnSp>
      <p:cxnSp>
        <p:nvCxnSpPr>
          <p:cNvPr id="93" name="直接箭头连接符 92">
            <a:extLst>
              <a:ext uri="{FF2B5EF4-FFF2-40B4-BE49-F238E27FC236}">
                <a16:creationId xmlns:a16="http://schemas.microsoft.com/office/drawing/2014/main" id="{E8E95763-DE45-4C33-824F-45A5F87EA76E}"/>
              </a:ext>
            </a:extLst>
          </p:cNvPr>
          <p:cNvCxnSpPr>
            <a:cxnSpLocks/>
          </p:cNvCxnSpPr>
          <p:nvPr/>
        </p:nvCxnSpPr>
        <p:spPr>
          <a:xfrm>
            <a:off x="7246548" y="1689447"/>
            <a:ext cx="877797" cy="0"/>
          </a:xfrm>
          <a:prstGeom prst="straightConnector1">
            <a:avLst/>
          </a:prstGeom>
          <a:ln w="50800" cap="rnd">
            <a:solidFill>
              <a:schemeClr val="accent1">
                <a:lumMod val="75000"/>
              </a:schemeClr>
            </a:solidFill>
            <a:round/>
            <a:tailEnd type="triangle" w="med" len="med"/>
          </a:ln>
        </p:spPr>
        <p:style>
          <a:lnRef idx="1">
            <a:schemeClr val="accent1"/>
          </a:lnRef>
          <a:fillRef idx="0">
            <a:schemeClr val="accent1"/>
          </a:fillRef>
          <a:effectRef idx="0">
            <a:schemeClr val="accent1"/>
          </a:effectRef>
          <a:fontRef idx="minor">
            <a:schemeClr val="tx1"/>
          </a:fontRef>
        </p:style>
      </p:cxnSp>
      <p:cxnSp>
        <p:nvCxnSpPr>
          <p:cNvPr id="96" name="直接箭头连接符 95">
            <a:extLst>
              <a:ext uri="{FF2B5EF4-FFF2-40B4-BE49-F238E27FC236}">
                <a16:creationId xmlns:a16="http://schemas.microsoft.com/office/drawing/2014/main" id="{8C3BE9E6-6DAD-435D-9276-E2D0C394E16D}"/>
              </a:ext>
            </a:extLst>
          </p:cNvPr>
          <p:cNvCxnSpPr>
            <a:cxnSpLocks/>
          </p:cNvCxnSpPr>
          <p:nvPr/>
        </p:nvCxnSpPr>
        <p:spPr>
          <a:xfrm flipH="1">
            <a:off x="6233431" y="1688260"/>
            <a:ext cx="1057153" cy="0"/>
          </a:xfrm>
          <a:prstGeom prst="straightConnector1">
            <a:avLst/>
          </a:prstGeom>
          <a:ln w="50800" cap="rnd">
            <a:solidFill>
              <a:schemeClr val="accent1">
                <a:lumMod val="75000"/>
              </a:schemeClr>
            </a:solidFill>
            <a:round/>
            <a:tailEnd type="none" w="med" len="med"/>
          </a:ln>
        </p:spPr>
        <p:style>
          <a:lnRef idx="1">
            <a:schemeClr val="accent1"/>
          </a:lnRef>
          <a:fillRef idx="0">
            <a:schemeClr val="accent1"/>
          </a:fillRef>
          <a:effectRef idx="0">
            <a:schemeClr val="accent1"/>
          </a:effectRef>
          <a:fontRef idx="minor">
            <a:schemeClr val="tx1"/>
          </a:fontRef>
        </p:style>
      </p:cxnSp>
      <p:grpSp>
        <p:nvGrpSpPr>
          <p:cNvPr id="20" name="组合 19">
            <a:extLst>
              <a:ext uri="{FF2B5EF4-FFF2-40B4-BE49-F238E27FC236}">
                <a16:creationId xmlns:a16="http://schemas.microsoft.com/office/drawing/2014/main" id="{1FF25F8D-F086-494E-8FD9-D16C042152CF}"/>
              </a:ext>
            </a:extLst>
          </p:cNvPr>
          <p:cNvGrpSpPr/>
          <p:nvPr/>
        </p:nvGrpSpPr>
        <p:grpSpPr>
          <a:xfrm>
            <a:off x="6809207" y="1304626"/>
            <a:ext cx="820470" cy="820470"/>
            <a:chOff x="9290558" y="4054613"/>
            <a:chExt cx="820470" cy="820470"/>
          </a:xfrm>
        </p:grpSpPr>
        <p:sp>
          <p:nvSpPr>
            <p:cNvPr id="94" name="爆炸形: 8 pt  93">
              <a:extLst>
                <a:ext uri="{FF2B5EF4-FFF2-40B4-BE49-F238E27FC236}">
                  <a16:creationId xmlns:a16="http://schemas.microsoft.com/office/drawing/2014/main" id="{B0E4C2A5-F272-426D-AD63-2B20049E3806}"/>
                </a:ext>
              </a:extLst>
            </p:cNvPr>
            <p:cNvSpPr/>
            <p:nvPr/>
          </p:nvSpPr>
          <p:spPr>
            <a:xfrm>
              <a:off x="9290558" y="4054613"/>
              <a:ext cx="820470" cy="820470"/>
            </a:xfrm>
            <a:prstGeom prst="irregularSeal1">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sz="2000" b="1" dirty="0"/>
            </a:p>
          </p:txBody>
        </p:sp>
        <p:sp>
          <p:nvSpPr>
            <p:cNvPr id="19" name="文本框 18">
              <a:extLst>
                <a:ext uri="{FF2B5EF4-FFF2-40B4-BE49-F238E27FC236}">
                  <a16:creationId xmlns:a16="http://schemas.microsoft.com/office/drawing/2014/main" id="{9A04026C-346A-4418-8C7C-58678F177B4D}"/>
                </a:ext>
              </a:extLst>
            </p:cNvPr>
            <p:cNvSpPr txBox="1"/>
            <p:nvPr/>
          </p:nvSpPr>
          <p:spPr>
            <a:xfrm>
              <a:off x="9290558" y="4250289"/>
              <a:ext cx="777741" cy="369332"/>
            </a:xfrm>
            <a:prstGeom prst="rect">
              <a:avLst/>
            </a:prstGeom>
            <a:noFill/>
          </p:spPr>
          <p:txBody>
            <a:bodyPr wrap="square" rtlCol="0">
              <a:spAutoFit/>
            </a:bodyPr>
            <a:lstStyle/>
            <a:p>
              <a:pPr algn="ctr"/>
              <a:r>
                <a:rPr lang="zh-CN" altLang="en-US" b="1" dirty="0">
                  <a:solidFill>
                    <a:schemeClr val="bg1"/>
                  </a:solidFill>
                </a:rPr>
                <a:t>碰撞</a:t>
              </a:r>
            </a:p>
          </p:txBody>
        </p:sp>
      </p:grpSp>
      <p:cxnSp>
        <p:nvCxnSpPr>
          <p:cNvPr id="95" name="直接箭头连接符 94">
            <a:extLst>
              <a:ext uri="{FF2B5EF4-FFF2-40B4-BE49-F238E27FC236}">
                <a16:creationId xmlns:a16="http://schemas.microsoft.com/office/drawing/2014/main" id="{8AFC294C-284E-4923-A440-01A50400FAF8}"/>
              </a:ext>
            </a:extLst>
          </p:cNvPr>
          <p:cNvCxnSpPr>
            <a:cxnSpLocks/>
          </p:cNvCxnSpPr>
          <p:nvPr/>
        </p:nvCxnSpPr>
        <p:spPr>
          <a:xfrm flipH="1">
            <a:off x="4462359" y="1693736"/>
            <a:ext cx="1792447" cy="0"/>
          </a:xfrm>
          <a:prstGeom prst="straightConnector1">
            <a:avLst/>
          </a:prstGeom>
          <a:ln w="50800" cap="rnd">
            <a:solidFill>
              <a:schemeClr val="accent1">
                <a:lumMod val="75000"/>
              </a:schemeClr>
            </a:solidFill>
            <a:round/>
            <a:tailEnd type="triangle" w="med" len="med"/>
          </a:ln>
        </p:spPr>
        <p:style>
          <a:lnRef idx="1">
            <a:schemeClr val="accent1"/>
          </a:lnRef>
          <a:fillRef idx="0">
            <a:schemeClr val="accent1"/>
          </a:fillRef>
          <a:effectRef idx="0">
            <a:schemeClr val="accent1"/>
          </a:effectRef>
          <a:fontRef idx="minor">
            <a:schemeClr val="tx1"/>
          </a:fontRef>
        </p:style>
      </p:cxnSp>
      <p:cxnSp>
        <p:nvCxnSpPr>
          <p:cNvPr id="97" name="直接箭头连接符 96">
            <a:extLst>
              <a:ext uri="{FF2B5EF4-FFF2-40B4-BE49-F238E27FC236}">
                <a16:creationId xmlns:a16="http://schemas.microsoft.com/office/drawing/2014/main" id="{AFA8B910-0AE4-4513-902F-D05EA64AE2BD}"/>
              </a:ext>
            </a:extLst>
          </p:cNvPr>
          <p:cNvCxnSpPr>
            <a:cxnSpLocks/>
          </p:cNvCxnSpPr>
          <p:nvPr/>
        </p:nvCxnSpPr>
        <p:spPr>
          <a:xfrm>
            <a:off x="4878779" y="1700446"/>
            <a:ext cx="0" cy="808365"/>
          </a:xfrm>
          <a:prstGeom prst="straightConnector1">
            <a:avLst/>
          </a:prstGeom>
          <a:ln w="50800" cap="rnd">
            <a:solidFill>
              <a:schemeClr val="accent1">
                <a:lumMod val="75000"/>
              </a:schemeClr>
            </a:solidFill>
            <a:round/>
            <a:tailEnd type="triangle" w="med" len="med"/>
          </a:ln>
        </p:spPr>
        <p:style>
          <a:lnRef idx="1">
            <a:schemeClr val="accent1"/>
          </a:lnRef>
          <a:fillRef idx="0">
            <a:schemeClr val="accent1"/>
          </a:fillRef>
          <a:effectRef idx="0">
            <a:schemeClr val="accent1"/>
          </a:effectRef>
          <a:fontRef idx="minor">
            <a:schemeClr val="tx1"/>
          </a:fontRef>
        </p:style>
      </p:cxnSp>
    </p:spTree>
    <p:custDataLst>
      <p:tags r:id="rId1"/>
    </p:custDataLst>
    <p:extLst>
      <p:ext uri="{BB962C8B-B14F-4D97-AF65-F5344CB8AC3E}">
        <p14:creationId xmlns:p14="http://schemas.microsoft.com/office/powerpoint/2010/main" val="387281872"/>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2" presetClass="entr" presetSubtype="2" fill="hold" nodeType="withEffect">
                                  <p:stCondLst>
                                    <p:cond delay="0"/>
                                  </p:stCondLst>
                                  <p:childTnLst>
                                    <p:set>
                                      <p:cBhvr>
                                        <p:cTn id="6" dur="1" fill="hold">
                                          <p:stCondLst>
                                            <p:cond delay="0"/>
                                          </p:stCondLst>
                                        </p:cTn>
                                        <p:tgtEl>
                                          <p:spTgt spid="95"/>
                                        </p:tgtEl>
                                        <p:attrNameLst>
                                          <p:attrName>style.visibility</p:attrName>
                                        </p:attrNameLst>
                                      </p:cBhvr>
                                      <p:to>
                                        <p:strVal val="visible"/>
                                      </p:to>
                                    </p:set>
                                    <p:animEffect transition="in" filter="wipe(right)">
                                      <p:cBhvr>
                                        <p:cTn id="7" dur="1500"/>
                                        <p:tgtEl>
                                          <p:spTgt spid="95"/>
                                        </p:tgtEl>
                                      </p:cBhvr>
                                    </p:animEffect>
                                  </p:childTnLst>
                                </p:cTn>
                              </p:par>
                              <p:par>
                                <p:cTn id="8" presetID="22" presetClass="entr" presetSubtype="1" fill="hold" nodeType="withEffect">
                                  <p:stCondLst>
                                    <p:cond delay="1000"/>
                                  </p:stCondLst>
                                  <p:childTnLst>
                                    <p:set>
                                      <p:cBhvr>
                                        <p:cTn id="9" dur="1" fill="hold">
                                          <p:stCondLst>
                                            <p:cond delay="0"/>
                                          </p:stCondLst>
                                        </p:cTn>
                                        <p:tgtEl>
                                          <p:spTgt spid="97"/>
                                        </p:tgtEl>
                                        <p:attrNameLst>
                                          <p:attrName>style.visibility</p:attrName>
                                        </p:attrNameLst>
                                      </p:cBhvr>
                                      <p:to>
                                        <p:strVal val="visible"/>
                                      </p:to>
                                    </p:set>
                                    <p:animEffect transition="in" filter="wipe(up)">
                                      <p:cBhvr>
                                        <p:cTn id="10" dur="1000"/>
                                        <p:tgtEl>
                                          <p:spTgt spid="97"/>
                                        </p:tgtEl>
                                      </p:cBhvr>
                                    </p:animEffect>
                                  </p:childTnLst>
                                </p:cTn>
                              </p:par>
                            </p:childTnLst>
                          </p:cTn>
                        </p:par>
                        <p:par>
                          <p:cTn id="11" fill="hold">
                            <p:stCondLst>
                              <p:cond delay="2000"/>
                            </p:stCondLst>
                            <p:childTnLst>
                              <p:par>
                                <p:cTn id="12" presetID="12" presetClass="entr" presetSubtype="8" fill="hold" grpId="0" nodeType="afterEffect">
                                  <p:stCondLst>
                                    <p:cond delay="0"/>
                                  </p:stCondLst>
                                  <p:childTnLst>
                                    <p:set>
                                      <p:cBhvr>
                                        <p:cTn id="13" dur="1" fill="hold">
                                          <p:stCondLst>
                                            <p:cond delay="0"/>
                                          </p:stCondLst>
                                        </p:cTn>
                                        <p:tgtEl>
                                          <p:spTgt spid="98"/>
                                        </p:tgtEl>
                                        <p:attrNameLst>
                                          <p:attrName>style.visibility</p:attrName>
                                        </p:attrNameLst>
                                      </p:cBhvr>
                                      <p:to>
                                        <p:strVal val="visible"/>
                                      </p:to>
                                    </p:set>
                                    <p:anim calcmode="lin" valueType="num">
                                      <p:cBhvr additive="base">
                                        <p:cTn id="14" dur="500"/>
                                        <p:tgtEl>
                                          <p:spTgt spid="98"/>
                                        </p:tgtEl>
                                        <p:attrNameLst>
                                          <p:attrName>ppt_x</p:attrName>
                                        </p:attrNameLst>
                                      </p:cBhvr>
                                      <p:tavLst>
                                        <p:tav tm="0">
                                          <p:val>
                                            <p:strVal val="#ppt_x-#ppt_w*1.125000"/>
                                          </p:val>
                                        </p:tav>
                                        <p:tav tm="100000">
                                          <p:val>
                                            <p:strVal val="#ppt_x"/>
                                          </p:val>
                                        </p:tav>
                                      </p:tavLst>
                                    </p:anim>
                                    <p:animEffect transition="in" filter="wipe(right)">
                                      <p:cBhvr>
                                        <p:cTn id="15" dur="500"/>
                                        <p:tgtEl>
                                          <p:spTgt spid="98"/>
                                        </p:tgtEl>
                                      </p:cBhvr>
                                    </p:animEffect>
                                  </p:childTnLst>
                                </p:cTn>
                              </p:par>
                            </p:childTnLst>
                          </p:cTn>
                        </p:par>
                      </p:childTnLst>
                    </p:cTn>
                  </p:par>
                  <p:par>
                    <p:cTn id="16" fill="hold">
                      <p:stCondLst>
                        <p:cond delay="indefinite"/>
                      </p:stCondLst>
                      <p:childTnLst>
                        <p:par>
                          <p:cTn id="17" fill="hold">
                            <p:stCondLst>
                              <p:cond delay="0"/>
                            </p:stCondLst>
                            <p:childTnLst>
                              <p:par>
                                <p:cTn id="18" presetID="22" presetClass="entr" presetSubtype="4" fill="hold" nodeType="clickEffect">
                                  <p:stCondLst>
                                    <p:cond delay="0"/>
                                  </p:stCondLst>
                                  <p:childTnLst>
                                    <p:set>
                                      <p:cBhvr>
                                        <p:cTn id="19" dur="1" fill="hold">
                                          <p:stCondLst>
                                            <p:cond delay="0"/>
                                          </p:stCondLst>
                                        </p:cTn>
                                        <p:tgtEl>
                                          <p:spTgt spid="22"/>
                                        </p:tgtEl>
                                        <p:attrNameLst>
                                          <p:attrName>style.visibility</p:attrName>
                                        </p:attrNameLst>
                                      </p:cBhvr>
                                      <p:to>
                                        <p:strVal val="visible"/>
                                      </p:to>
                                    </p:set>
                                    <p:animEffect transition="in" filter="wipe(down)">
                                      <p:cBhvr>
                                        <p:cTn id="20" dur="500"/>
                                        <p:tgtEl>
                                          <p:spTgt spid="22"/>
                                        </p:tgtEl>
                                      </p:cBhvr>
                                    </p:animEffect>
                                  </p:childTnLst>
                                </p:cTn>
                              </p:par>
                            </p:childTnLst>
                          </p:cTn>
                        </p:par>
                        <p:par>
                          <p:cTn id="21" fill="hold">
                            <p:stCondLst>
                              <p:cond delay="500"/>
                            </p:stCondLst>
                            <p:childTnLst>
                              <p:par>
                                <p:cTn id="22" presetID="22" presetClass="entr" presetSubtype="2" fill="hold" nodeType="afterEffect">
                                  <p:stCondLst>
                                    <p:cond delay="0"/>
                                  </p:stCondLst>
                                  <p:childTnLst>
                                    <p:set>
                                      <p:cBhvr>
                                        <p:cTn id="23" dur="1" fill="hold">
                                          <p:stCondLst>
                                            <p:cond delay="0"/>
                                          </p:stCondLst>
                                        </p:cTn>
                                        <p:tgtEl>
                                          <p:spTgt spid="76"/>
                                        </p:tgtEl>
                                        <p:attrNameLst>
                                          <p:attrName>style.visibility</p:attrName>
                                        </p:attrNameLst>
                                      </p:cBhvr>
                                      <p:to>
                                        <p:strVal val="visible"/>
                                      </p:to>
                                    </p:set>
                                    <p:animEffect transition="in" filter="wipe(right)">
                                      <p:cBhvr>
                                        <p:cTn id="24" dur="500"/>
                                        <p:tgtEl>
                                          <p:spTgt spid="76"/>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98" grpId="0"/>
    </p:bldLst>
  </p:timing>
</p:sld>
</file>

<file path=ppt/slides/slide31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8" name="文本框 97">
            <a:extLst>
              <a:ext uri="{FF2B5EF4-FFF2-40B4-BE49-F238E27FC236}">
                <a16:creationId xmlns:a16="http://schemas.microsoft.com/office/drawing/2014/main" id="{39CC18F2-9736-47C8-BC29-7A55C7B23822}"/>
              </a:ext>
            </a:extLst>
          </p:cNvPr>
          <p:cNvSpPr txBox="1"/>
          <p:nvPr/>
        </p:nvSpPr>
        <p:spPr>
          <a:xfrm>
            <a:off x="5014044" y="2180377"/>
            <a:ext cx="1844599" cy="923330"/>
          </a:xfrm>
          <a:prstGeom prst="rect">
            <a:avLst/>
          </a:prstGeom>
          <a:noFill/>
        </p:spPr>
        <p:txBody>
          <a:bodyPr wrap="square" rtlCol="0">
            <a:spAutoFit/>
          </a:bodyPr>
          <a:lstStyle/>
          <a:p>
            <a:r>
              <a:rPr lang="zh-CN" altLang="en-US" b="1" dirty="0">
                <a:solidFill>
                  <a:schemeClr val="accent1">
                    <a:lumMod val="75000"/>
                  </a:schemeClr>
                </a:solidFill>
                <a:latin typeface="+mn-ea"/>
              </a:rPr>
              <a:t>检测到碰撞</a:t>
            </a:r>
            <a:endParaRPr lang="en-US" altLang="zh-CN" b="1" dirty="0">
              <a:solidFill>
                <a:schemeClr val="accent1">
                  <a:lumMod val="75000"/>
                </a:schemeClr>
              </a:solidFill>
              <a:latin typeface="+mn-ea"/>
            </a:endParaRPr>
          </a:p>
          <a:p>
            <a:r>
              <a:rPr lang="zh-CN" altLang="en-US" b="1" dirty="0">
                <a:solidFill>
                  <a:schemeClr val="accent1">
                    <a:lumMod val="75000"/>
                  </a:schemeClr>
                </a:solidFill>
                <a:latin typeface="+mn-ea"/>
              </a:rPr>
              <a:t>停止发送</a:t>
            </a:r>
            <a:endParaRPr lang="en-US" altLang="zh-CN" b="1" dirty="0">
              <a:solidFill>
                <a:schemeClr val="accent1">
                  <a:lumMod val="75000"/>
                </a:schemeClr>
              </a:solidFill>
              <a:latin typeface="+mn-ea"/>
            </a:endParaRPr>
          </a:p>
          <a:p>
            <a:r>
              <a:rPr lang="zh-CN" altLang="en-US" b="1" dirty="0">
                <a:solidFill>
                  <a:schemeClr val="accent1">
                    <a:lumMod val="75000"/>
                  </a:schemeClr>
                </a:solidFill>
                <a:latin typeface="+mn-ea"/>
              </a:rPr>
              <a:t>退避随机时间</a:t>
            </a:r>
          </a:p>
        </p:txBody>
      </p:sp>
      <p:sp>
        <p:nvSpPr>
          <p:cNvPr id="91" name="文本框 90">
            <a:extLst>
              <a:ext uri="{FF2B5EF4-FFF2-40B4-BE49-F238E27FC236}">
                <a16:creationId xmlns:a16="http://schemas.microsoft.com/office/drawing/2014/main" id="{DC81292F-7B68-4339-BFD1-4289C2D92091}"/>
              </a:ext>
            </a:extLst>
          </p:cNvPr>
          <p:cNvSpPr txBox="1"/>
          <p:nvPr/>
        </p:nvSpPr>
        <p:spPr>
          <a:xfrm>
            <a:off x="7402637" y="2180377"/>
            <a:ext cx="1844599" cy="923330"/>
          </a:xfrm>
          <a:prstGeom prst="rect">
            <a:avLst/>
          </a:prstGeom>
          <a:noFill/>
        </p:spPr>
        <p:txBody>
          <a:bodyPr wrap="square" rtlCol="0">
            <a:spAutoFit/>
          </a:bodyPr>
          <a:lstStyle/>
          <a:p>
            <a:r>
              <a:rPr lang="zh-CN" altLang="en-US" b="1" dirty="0">
                <a:solidFill>
                  <a:schemeClr val="accent1">
                    <a:lumMod val="75000"/>
                  </a:schemeClr>
                </a:solidFill>
                <a:latin typeface="+mn-ea"/>
              </a:rPr>
              <a:t>检测到碰撞</a:t>
            </a:r>
            <a:endParaRPr lang="en-US" altLang="zh-CN" b="1" dirty="0">
              <a:solidFill>
                <a:schemeClr val="accent1">
                  <a:lumMod val="75000"/>
                </a:schemeClr>
              </a:solidFill>
              <a:latin typeface="+mn-ea"/>
            </a:endParaRPr>
          </a:p>
          <a:p>
            <a:r>
              <a:rPr lang="zh-CN" altLang="en-US" b="1" dirty="0">
                <a:solidFill>
                  <a:schemeClr val="accent1">
                    <a:lumMod val="75000"/>
                  </a:schemeClr>
                </a:solidFill>
                <a:latin typeface="+mn-ea"/>
              </a:rPr>
              <a:t>停止发送</a:t>
            </a:r>
            <a:endParaRPr lang="en-US" altLang="zh-CN" b="1" dirty="0">
              <a:solidFill>
                <a:schemeClr val="accent1">
                  <a:lumMod val="75000"/>
                </a:schemeClr>
              </a:solidFill>
              <a:latin typeface="+mn-ea"/>
            </a:endParaRPr>
          </a:p>
          <a:p>
            <a:r>
              <a:rPr lang="zh-CN" altLang="en-US" b="1" dirty="0">
                <a:solidFill>
                  <a:schemeClr val="accent1">
                    <a:lumMod val="75000"/>
                  </a:schemeClr>
                </a:solidFill>
                <a:latin typeface="+mn-ea"/>
              </a:rPr>
              <a:t>退避随机时间</a:t>
            </a:r>
          </a:p>
        </p:txBody>
      </p:sp>
      <p:grpSp>
        <p:nvGrpSpPr>
          <p:cNvPr id="4" name="组合 3">
            <a:extLst>
              <a:ext uri="{FF2B5EF4-FFF2-40B4-BE49-F238E27FC236}">
                <a16:creationId xmlns:a16="http://schemas.microsoft.com/office/drawing/2014/main" id="{9A1EA9F2-FCB6-48C3-935F-7AE7E3AD14AC}"/>
              </a:ext>
            </a:extLst>
          </p:cNvPr>
          <p:cNvGrpSpPr/>
          <p:nvPr/>
        </p:nvGrpSpPr>
        <p:grpSpPr>
          <a:xfrm>
            <a:off x="304800" y="749300"/>
            <a:ext cx="6192344" cy="400110"/>
            <a:chOff x="424117" y="898245"/>
            <a:chExt cx="6192344" cy="400110"/>
          </a:xfrm>
        </p:grpSpPr>
        <p:sp>
          <p:nvSpPr>
            <p:cNvPr id="2" name="平行四边形 1">
              <a:extLst>
                <a:ext uri="{FF2B5EF4-FFF2-40B4-BE49-F238E27FC236}">
                  <a16:creationId xmlns:a16="http://schemas.microsoft.com/office/drawing/2014/main" id="{1F5BAA3F-9845-4F89-A2DD-8222D3E4EDAC}"/>
                </a:ext>
              </a:extLst>
            </p:cNvPr>
            <p:cNvSpPr/>
            <p:nvPr/>
          </p:nvSpPr>
          <p:spPr>
            <a:xfrm>
              <a:off x="424117" y="898245"/>
              <a:ext cx="628306" cy="387090"/>
            </a:xfrm>
            <a:prstGeom prst="parallelogram">
              <a:avLst/>
            </a:prstGeom>
            <a:solidFill>
              <a:schemeClr val="accent3">
                <a:lumMod val="75000"/>
              </a:schemeClr>
            </a:solidFill>
            <a:ln>
              <a:solidFill>
                <a:schemeClr val="accent3">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CN" sz="2200" dirty="0">
                  <a:latin typeface="Impact" panose="020B0806030902050204" pitchFamily="34" charset="0"/>
                </a:rPr>
                <a:t>01</a:t>
              </a:r>
              <a:endParaRPr lang="zh-CN" altLang="en-US" sz="2200" dirty="0">
                <a:latin typeface="Impact" panose="020B0806030902050204" pitchFamily="34" charset="0"/>
              </a:endParaRPr>
            </a:p>
          </p:txBody>
        </p:sp>
        <p:sp>
          <p:nvSpPr>
            <p:cNvPr id="3" name="文本框 2">
              <a:extLst>
                <a:ext uri="{FF2B5EF4-FFF2-40B4-BE49-F238E27FC236}">
                  <a16:creationId xmlns:a16="http://schemas.microsoft.com/office/drawing/2014/main" id="{4D6BD736-A4D3-4F26-AFED-36E11F50F70B}"/>
                </a:ext>
              </a:extLst>
            </p:cNvPr>
            <p:cNvSpPr txBox="1"/>
            <p:nvPr/>
          </p:nvSpPr>
          <p:spPr>
            <a:xfrm>
              <a:off x="1052423" y="898245"/>
              <a:ext cx="5564038" cy="400110"/>
            </a:xfrm>
            <a:prstGeom prst="rect">
              <a:avLst/>
            </a:prstGeom>
            <a:noFill/>
          </p:spPr>
          <p:txBody>
            <a:bodyPr wrap="square" rtlCol="0">
              <a:spAutoFit/>
            </a:bodyPr>
            <a:lstStyle/>
            <a:p>
              <a:r>
                <a:rPr lang="en-US" altLang="zh-CN" sz="2000" b="1" dirty="0"/>
                <a:t>CSMA/CD</a:t>
              </a:r>
              <a:r>
                <a:rPr lang="zh-CN" altLang="en-US" sz="2000" b="1" dirty="0"/>
                <a:t>协议的基本原理</a:t>
              </a:r>
              <a:endParaRPr lang="en-US" altLang="zh-CN" sz="2000" b="1" dirty="0"/>
            </a:p>
          </p:txBody>
        </p:sp>
      </p:grpSp>
      <p:grpSp>
        <p:nvGrpSpPr>
          <p:cNvPr id="5" name="组合 4">
            <a:extLst>
              <a:ext uri="{FF2B5EF4-FFF2-40B4-BE49-F238E27FC236}">
                <a16:creationId xmlns:a16="http://schemas.microsoft.com/office/drawing/2014/main" id="{C01E6C52-422B-4C95-B19D-1CED5810DA03}"/>
              </a:ext>
            </a:extLst>
          </p:cNvPr>
          <p:cNvGrpSpPr/>
          <p:nvPr/>
        </p:nvGrpSpPr>
        <p:grpSpPr>
          <a:xfrm>
            <a:off x="4462359" y="730007"/>
            <a:ext cx="2153414" cy="461665"/>
            <a:chOff x="4462359" y="730007"/>
            <a:chExt cx="2153414" cy="461665"/>
          </a:xfrm>
        </p:grpSpPr>
        <p:sp>
          <p:nvSpPr>
            <p:cNvPr id="6" name="矩形 5">
              <a:extLst>
                <a:ext uri="{FF2B5EF4-FFF2-40B4-BE49-F238E27FC236}">
                  <a16:creationId xmlns:a16="http://schemas.microsoft.com/office/drawing/2014/main" id="{BC2570DD-396E-4D25-AF51-7823C90107CF}"/>
                </a:ext>
              </a:extLst>
            </p:cNvPr>
            <p:cNvSpPr/>
            <p:nvPr/>
          </p:nvSpPr>
          <p:spPr>
            <a:xfrm>
              <a:off x="4462359" y="757078"/>
              <a:ext cx="2153414" cy="400110"/>
            </a:xfrm>
            <a:prstGeom prst="rect">
              <a:avLst/>
            </a:prstGeom>
            <a:solidFill>
              <a:schemeClr val="bg2">
                <a:lumMod val="90000"/>
              </a:schemeClr>
            </a:solidFill>
            <a:ln>
              <a:solidFill>
                <a:schemeClr val="bg2">
                  <a:lumMod val="90000"/>
                </a:schemeClr>
              </a:solidFill>
            </a:ln>
          </p:spPr>
          <p:style>
            <a:lnRef idx="2">
              <a:schemeClr val="accent4">
                <a:shade val="50000"/>
              </a:schemeClr>
            </a:lnRef>
            <a:fillRef idx="1">
              <a:schemeClr val="accent4"/>
            </a:fillRef>
            <a:effectRef idx="0">
              <a:schemeClr val="accent4"/>
            </a:effectRef>
            <a:fontRef idx="minor">
              <a:schemeClr val="lt1"/>
            </a:fontRef>
          </p:style>
          <p:txBody>
            <a:bodyPr rtlCol="0" anchor="ctr"/>
            <a:lstStyle/>
            <a:p>
              <a:pPr algn="ctr"/>
              <a:endParaRPr lang="zh-CN" altLang="en-US" b="1" dirty="0"/>
            </a:p>
          </p:txBody>
        </p:sp>
        <p:sp>
          <p:nvSpPr>
            <p:cNvPr id="8" name="文本框 7">
              <a:extLst>
                <a:ext uri="{FF2B5EF4-FFF2-40B4-BE49-F238E27FC236}">
                  <a16:creationId xmlns:a16="http://schemas.microsoft.com/office/drawing/2014/main" id="{D124AB74-A7F3-4D08-8C3C-B508C7C6A51C}"/>
                </a:ext>
              </a:extLst>
            </p:cNvPr>
            <p:cNvSpPr txBox="1"/>
            <p:nvPr/>
          </p:nvSpPr>
          <p:spPr>
            <a:xfrm>
              <a:off x="4473322" y="772467"/>
              <a:ext cx="1598556" cy="400110"/>
            </a:xfrm>
            <a:prstGeom prst="rect">
              <a:avLst/>
            </a:prstGeom>
            <a:noFill/>
          </p:spPr>
          <p:txBody>
            <a:bodyPr wrap="square" rtlCol="0">
              <a:spAutoFit/>
            </a:bodyPr>
            <a:lstStyle/>
            <a:p>
              <a:pPr algn="ctr"/>
              <a:r>
                <a:rPr lang="zh-CN" altLang="en-US" sz="2000" b="1" dirty="0">
                  <a:solidFill>
                    <a:schemeClr val="bg1"/>
                  </a:solidFill>
                </a:rPr>
                <a:t>多址接入</a:t>
              </a:r>
            </a:p>
          </p:txBody>
        </p:sp>
        <p:sp>
          <p:nvSpPr>
            <p:cNvPr id="41" name="文本框 40">
              <a:extLst>
                <a:ext uri="{FF2B5EF4-FFF2-40B4-BE49-F238E27FC236}">
                  <a16:creationId xmlns:a16="http://schemas.microsoft.com/office/drawing/2014/main" id="{0FCCC336-AB70-403B-BE37-A1B698CF616F}"/>
                </a:ext>
              </a:extLst>
            </p:cNvPr>
            <p:cNvSpPr txBox="1"/>
            <p:nvPr/>
          </p:nvSpPr>
          <p:spPr>
            <a:xfrm>
              <a:off x="5708713" y="730007"/>
              <a:ext cx="383192" cy="461665"/>
            </a:xfrm>
            <a:prstGeom prst="rect">
              <a:avLst/>
            </a:prstGeom>
            <a:noFill/>
          </p:spPr>
          <p:txBody>
            <a:bodyPr wrap="square">
              <a:spAutoFit/>
            </a:bodyPr>
            <a:lstStyle/>
            <a:p>
              <a:r>
                <a:rPr lang="en-US" altLang="zh-CN" sz="2400" b="1" dirty="0">
                  <a:solidFill>
                    <a:schemeClr val="bg1"/>
                  </a:solidFill>
                  <a:latin typeface="Arial Narrow" panose="020B0606020202030204" pitchFamily="34" charset="0"/>
                </a:rPr>
                <a:t>M</a:t>
              </a:r>
              <a:endParaRPr lang="zh-CN" altLang="en-US" sz="2400" dirty="0">
                <a:solidFill>
                  <a:schemeClr val="bg1"/>
                </a:solidFill>
              </a:endParaRPr>
            </a:p>
          </p:txBody>
        </p:sp>
        <p:sp>
          <p:nvSpPr>
            <p:cNvPr id="54" name="文本框 53">
              <a:extLst>
                <a:ext uri="{FF2B5EF4-FFF2-40B4-BE49-F238E27FC236}">
                  <a16:creationId xmlns:a16="http://schemas.microsoft.com/office/drawing/2014/main" id="{B5431C6C-A9AE-4820-962C-B2D3EB67BE9B}"/>
                </a:ext>
              </a:extLst>
            </p:cNvPr>
            <p:cNvSpPr txBox="1"/>
            <p:nvPr/>
          </p:nvSpPr>
          <p:spPr>
            <a:xfrm>
              <a:off x="5948810" y="730007"/>
              <a:ext cx="383192" cy="461665"/>
            </a:xfrm>
            <a:prstGeom prst="rect">
              <a:avLst/>
            </a:prstGeom>
            <a:noFill/>
          </p:spPr>
          <p:txBody>
            <a:bodyPr wrap="square">
              <a:spAutoFit/>
            </a:bodyPr>
            <a:lstStyle/>
            <a:p>
              <a:r>
                <a:rPr lang="en-US" altLang="zh-CN" sz="2400" b="1" dirty="0">
                  <a:solidFill>
                    <a:schemeClr val="bg1"/>
                  </a:solidFill>
                  <a:latin typeface="Arial Narrow" panose="020B0606020202030204" pitchFamily="34" charset="0"/>
                </a:rPr>
                <a:t>A</a:t>
              </a:r>
              <a:endParaRPr lang="zh-CN" altLang="en-US" sz="2400" dirty="0">
                <a:solidFill>
                  <a:schemeClr val="bg1"/>
                </a:solidFill>
              </a:endParaRPr>
            </a:p>
          </p:txBody>
        </p:sp>
      </p:grpSp>
      <p:grpSp>
        <p:nvGrpSpPr>
          <p:cNvPr id="7" name="组合 6">
            <a:extLst>
              <a:ext uri="{FF2B5EF4-FFF2-40B4-BE49-F238E27FC236}">
                <a16:creationId xmlns:a16="http://schemas.microsoft.com/office/drawing/2014/main" id="{B9C158CC-93D8-4410-8E32-3C037291B916}"/>
              </a:ext>
            </a:extLst>
          </p:cNvPr>
          <p:cNvGrpSpPr/>
          <p:nvPr/>
        </p:nvGrpSpPr>
        <p:grpSpPr>
          <a:xfrm>
            <a:off x="7094783" y="730441"/>
            <a:ext cx="2153414" cy="461665"/>
            <a:chOff x="7094783" y="730441"/>
            <a:chExt cx="2153414" cy="461665"/>
          </a:xfrm>
        </p:grpSpPr>
        <p:sp>
          <p:nvSpPr>
            <p:cNvPr id="56" name="矩形 55">
              <a:extLst>
                <a:ext uri="{FF2B5EF4-FFF2-40B4-BE49-F238E27FC236}">
                  <a16:creationId xmlns:a16="http://schemas.microsoft.com/office/drawing/2014/main" id="{3C4796E6-AC0C-457E-9848-A637639E67CC}"/>
                </a:ext>
              </a:extLst>
            </p:cNvPr>
            <p:cNvSpPr/>
            <p:nvPr/>
          </p:nvSpPr>
          <p:spPr>
            <a:xfrm>
              <a:off x="7094783" y="757078"/>
              <a:ext cx="2153414" cy="400110"/>
            </a:xfrm>
            <a:prstGeom prst="rect">
              <a:avLst/>
            </a:prstGeom>
            <a:solidFill>
              <a:schemeClr val="bg2">
                <a:lumMod val="90000"/>
              </a:schemeClr>
            </a:solidFill>
            <a:ln>
              <a:solidFill>
                <a:schemeClr val="bg2">
                  <a:lumMod val="90000"/>
                </a:schemeClr>
              </a:solidFill>
            </a:ln>
          </p:spPr>
          <p:style>
            <a:lnRef idx="2">
              <a:schemeClr val="accent3">
                <a:shade val="50000"/>
              </a:schemeClr>
            </a:lnRef>
            <a:fillRef idx="1">
              <a:schemeClr val="accent3"/>
            </a:fillRef>
            <a:effectRef idx="0">
              <a:schemeClr val="accent3"/>
            </a:effectRef>
            <a:fontRef idx="minor">
              <a:schemeClr val="lt1"/>
            </a:fontRef>
          </p:style>
          <p:txBody>
            <a:bodyPr rtlCol="0" anchor="ctr"/>
            <a:lstStyle/>
            <a:p>
              <a:pPr algn="ctr"/>
              <a:endParaRPr lang="zh-CN" altLang="en-US"/>
            </a:p>
          </p:txBody>
        </p:sp>
        <p:sp>
          <p:nvSpPr>
            <p:cNvPr id="59" name="文本框 58">
              <a:extLst>
                <a:ext uri="{FF2B5EF4-FFF2-40B4-BE49-F238E27FC236}">
                  <a16:creationId xmlns:a16="http://schemas.microsoft.com/office/drawing/2014/main" id="{C8D143D7-F7E3-4FC0-A8A1-BD4C812C40DB}"/>
                </a:ext>
              </a:extLst>
            </p:cNvPr>
            <p:cNvSpPr txBox="1"/>
            <p:nvPr/>
          </p:nvSpPr>
          <p:spPr>
            <a:xfrm>
              <a:off x="7236053" y="772467"/>
              <a:ext cx="1598556" cy="400110"/>
            </a:xfrm>
            <a:prstGeom prst="rect">
              <a:avLst/>
            </a:prstGeom>
            <a:noFill/>
          </p:spPr>
          <p:txBody>
            <a:bodyPr wrap="square" rtlCol="0">
              <a:spAutoFit/>
            </a:bodyPr>
            <a:lstStyle/>
            <a:p>
              <a:pPr algn="ctr"/>
              <a:r>
                <a:rPr lang="zh-CN" altLang="en-US" sz="2000" b="1" dirty="0">
                  <a:solidFill>
                    <a:schemeClr val="bg1"/>
                  </a:solidFill>
                </a:rPr>
                <a:t>载波监听</a:t>
              </a:r>
            </a:p>
          </p:txBody>
        </p:sp>
        <p:sp>
          <p:nvSpPr>
            <p:cNvPr id="38" name="文本框 37">
              <a:extLst>
                <a:ext uri="{FF2B5EF4-FFF2-40B4-BE49-F238E27FC236}">
                  <a16:creationId xmlns:a16="http://schemas.microsoft.com/office/drawing/2014/main" id="{84A31281-0C7C-4AD1-BF1E-5FB4696F26F7}"/>
                </a:ext>
              </a:extLst>
            </p:cNvPr>
            <p:cNvSpPr txBox="1"/>
            <p:nvPr/>
          </p:nvSpPr>
          <p:spPr>
            <a:xfrm>
              <a:off x="8481180" y="730441"/>
              <a:ext cx="383192" cy="461665"/>
            </a:xfrm>
            <a:prstGeom prst="rect">
              <a:avLst/>
            </a:prstGeom>
            <a:noFill/>
          </p:spPr>
          <p:txBody>
            <a:bodyPr wrap="square">
              <a:spAutoFit/>
            </a:bodyPr>
            <a:lstStyle/>
            <a:p>
              <a:r>
                <a:rPr lang="en-US" altLang="zh-CN" sz="2400" b="1" dirty="0">
                  <a:solidFill>
                    <a:schemeClr val="bg1"/>
                  </a:solidFill>
                  <a:latin typeface="Arial Narrow" panose="020B0606020202030204" pitchFamily="34" charset="0"/>
                </a:rPr>
                <a:t>C</a:t>
              </a:r>
              <a:endParaRPr lang="zh-CN" altLang="en-US" sz="2400" dirty="0">
                <a:solidFill>
                  <a:schemeClr val="bg1"/>
                </a:solidFill>
              </a:endParaRPr>
            </a:p>
          </p:txBody>
        </p:sp>
        <p:sp>
          <p:nvSpPr>
            <p:cNvPr id="39" name="文本框 38">
              <a:extLst>
                <a:ext uri="{FF2B5EF4-FFF2-40B4-BE49-F238E27FC236}">
                  <a16:creationId xmlns:a16="http://schemas.microsoft.com/office/drawing/2014/main" id="{D1527A42-5BA8-4F70-8A58-1322EC2698B7}"/>
                </a:ext>
              </a:extLst>
            </p:cNvPr>
            <p:cNvSpPr txBox="1"/>
            <p:nvPr/>
          </p:nvSpPr>
          <p:spPr>
            <a:xfrm>
              <a:off x="8675232" y="730441"/>
              <a:ext cx="383192" cy="461665"/>
            </a:xfrm>
            <a:prstGeom prst="rect">
              <a:avLst/>
            </a:prstGeom>
            <a:noFill/>
          </p:spPr>
          <p:txBody>
            <a:bodyPr wrap="square">
              <a:spAutoFit/>
            </a:bodyPr>
            <a:lstStyle/>
            <a:p>
              <a:r>
                <a:rPr lang="en-US" altLang="zh-CN" sz="2400" b="1" dirty="0">
                  <a:solidFill>
                    <a:schemeClr val="bg1"/>
                  </a:solidFill>
                  <a:latin typeface="Arial Narrow" panose="020B0606020202030204" pitchFamily="34" charset="0"/>
                </a:rPr>
                <a:t>S</a:t>
              </a:r>
              <a:endParaRPr lang="zh-CN" altLang="en-US" sz="2400" dirty="0">
                <a:solidFill>
                  <a:schemeClr val="bg1"/>
                </a:solidFill>
              </a:endParaRPr>
            </a:p>
          </p:txBody>
        </p:sp>
      </p:grpSp>
      <p:grpSp>
        <p:nvGrpSpPr>
          <p:cNvPr id="9" name="组合 8">
            <a:extLst>
              <a:ext uri="{FF2B5EF4-FFF2-40B4-BE49-F238E27FC236}">
                <a16:creationId xmlns:a16="http://schemas.microsoft.com/office/drawing/2014/main" id="{46C7C9F9-77AF-4E79-B679-41F2B5E760D4}"/>
              </a:ext>
            </a:extLst>
          </p:cNvPr>
          <p:cNvGrpSpPr/>
          <p:nvPr/>
        </p:nvGrpSpPr>
        <p:grpSpPr>
          <a:xfrm>
            <a:off x="9727206" y="734232"/>
            <a:ext cx="2153414" cy="461665"/>
            <a:chOff x="9727206" y="734232"/>
            <a:chExt cx="2153414" cy="461665"/>
          </a:xfrm>
        </p:grpSpPr>
        <p:sp>
          <p:nvSpPr>
            <p:cNvPr id="58" name="矩形 57">
              <a:extLst>
                <a:ext uri="{FF2B5EF4-FFF2-40B4-BE49-F238E27FC236}">
                  <a16:creationId xmlns:a16="http://schemas.microsoft.com/office/drawing/2014/main" id="{8C738A42-5B66-4505-B03D-160313542C6B}"/>
                </a:ext>
              </a:extLst>
            </p:cNvPr>
            <p:cNvSpPr/>
            <p:nvPr/>
          </p:nvSpPr>
          <p:spPr>
            <a:xfrm>
              <a:off x="9727206" y="757078"/>
              <a:ext cx="2153414" cy="400110"/>
            </a:xfrm>
            <a:prstGeom prst="rect">
              <a:avLst/>
            </a:prstGeom>
            <a:solidFill>
              <a:schemeClr val="bg2">
                <a:lumMod val="90000"/>
              </a:schemeClr>
            </a:solidFill>
            <a:ln>
              <a:solidFill>
                <a:schemeClr val="bg2">
                  <a:lumMod val="90000"/>
                </a:schemeClr>
              </a:solidFill>
            </a:ln>
          </p:spPr>
          <p:style>
            <a:lnRef idx="2">
              <a:schemeClr val="accent5">
                <a:shade val="50000"/>
              </a:schemeClr>
            </a:lnRef>
            <a:fillRef idx="1">
              <a:schemeClr val="accent5"/>
            </a:fillRef>
            <a:effectRef idx="0">
              <a:schemeClr val="accent5"/>
            </a:effectRef>
            <a:fontRef idx="minor">
              <a:schemeClr val="lt1"/>
            </a:fontRef>
          </p:style>
          <p:txBody>
            <a:bodyPr rtlCol="0" anchor="ctr"/>
            <a:lstStyle/>
            <a:p>
              <a:pPr algn="ctr"/>
              <a:endParaRPr lang="zh-CN" altLang="en-US"/>
            </a:p>
          </p:txBody>
        </p:sp>
        <p:sp>
          <p:nvSpPr>
            <p:cNvPr id="60" name="文本框 59">
              <a:extLst>
                <a:ext uri="{FF2B5EF4-FFF2-40B4-BE49-F238E27FC236}">
                  <a16:creationId xmlns:a16="http://schemas.microsoft.com/office/drawing/2014/main" id="{AB15AA99-A243-45C1-AE07-0B685612E43F}"/>
                </a:ext>
              </a:extLst>
            </p:cNvPr>
            <p:cNvSpPr txBox="1"/>
            <p:nvPr/>
          </p:nvSpPr>
          <p:spPr>
            <a:xfrm>
              <a:off x="9791788" y="772467"/>
              <a:ext cx="1598556" cy="400110"/>
            </a:xfrm>
            <a:prstGeom prst="rect">
              <a:avLst/>
            </a:prstGeom>
            <a:noFill/>
          </p:spPr>
          <p:txBody>
            <a:bodyPr wrap="square" rtlCol="0">
              <a:spAutoFit/>
            </a:bodyPr>
            <a:lstStyle/>
            <a:p>
              <a:pPr algn="ctr"/>
              <a:r>
                <a:rPr lang="zh-CN" altLang="en-US" sz="2000" b="1" dirty="0">
                  <a:solidFill>
                    <a:schemeClr val="bg1"/>
                  </a:solidFill>
                </a:rPr>
                <a:t>碰撞检测</a:t>
              </a:r>
            </a:p>
          </p:txBody>
        </p:sp>
        <p:sp>
          <p:nvSpPr>
            <p:cNvPr id="55" name="文本框 54">
              <a:extLst>
                <a:ext uri="{FF2B5EF4-FFF2-40B4-BE49-F238E27FC236}">
                  <a16:creationId xmlns:a16="http://schemas.microsoft.com/office/drawing/2014/main" id="{F7208B3A-F0CA-46E2-A78F-A769880DCC09}"/>
                </a:ext>
              </a:extLst>
            </p:cNvPr>
            <p:cNvSpPr txBox="1"/>
            <p:nvPr/>
          </p:nvSpPr>
          <p:spPr>
            <a:xfrm>
              <a:off x="11033742" y="734232"/>
              <a:ext cx="383192" cy="461665"/>
            </a:xfrm>
            <a:prstGeom prst="rect">
              <a:avLst/>
            </a:prstGeom>
            <a:noFill/>
          </p:spPr>
          <p:txBody>
            <a:bodyPr wrap="square">
              <a:spAutoFit/>
            </a:bodyPr>
            <a:lstStyle/>
            <a:p>
              <a:r>
                <a:rPr lang="en-US" altLang="zh-CN" sz="2400" b="1" dirty="0">
                  <a:solidFill>
                    <a:schemeClr val="bg1"/>
                  </a:solidFill>
                  <a:latin typeface="Arial Narrow" panose="020B0606020202030204" pitchFamily="34" charset="0"/>
                </a:rPr>
                <a:t>C</a:t>
              </a:r>
              <a:endParaRPr lang="zh-CN" altLang="en-US" sz="2400" dirty="0">
                <a:solidFill>
                  <a:schemeClr val="bg1"/>
                </a:solidFill>
              </a:endParaRPr>
            </a:p>
          </p:txBody>
        </p:sp>
        <p:sp>
          <p:nvSpPr>
            <p:cNvPr id="57" name="文本框 56">
              <a:extLst>
                <a:ext uri="{FF2B5EF4-FFF2-40B4-BE49-F238E27FC236}">
                  <a16:creationId xmlns:a16="http://schemas.microsoft.com/office/drawing/2014/main" id="{F625F8B0-68ED-4238-86A5-61737324B156}"/>
                </a:ext>
              </a:extLst>
            </p:cNvPr>
            <p:cNvSpPr txBox="1"/>
            <p:nvPr/>
          </p:nvSpPr>
          <p:spPr>
            <a:xfrm>
              <a:off x="11260686" y="734232"/>
              <a:ext cx="383192" cy="461665"/>
            </a:xfrm>
            <a:prstGeom prst="rect">
              <a:avLst/>
            </a:prstGeom>
            <a:noFill/>
          </p:spPr>
          <p:txBody>
            <a:bodyPr wrap="square">
              <a:spAutoFit/>
            </a:bodyPr>
            <a:lstStyle/>
            <a:p>
              <a:r>
                <a:rPr lang="en-US" altLang="zh-CN" sz="2400" b="1" dirty="0">
                  <a:solidFill>
                    <a:schemeClr val="bg1"/>
                  </a:solidFill>
                  <a:latin typeface="Arial Narrow" panose="020B0606020202030204" pitchFamily="34" charset="0"/>
                </a:rPr>
                <a:t>D</a:t>
              </a:r>
              <a:endParaRPr lang="zh-CN" altLang="en-US" sz="2400" dirty="0">
                <a:solidFill>
                  <a:schemeClr val="bg1"/>
                </a:solidFill>
              </a:endParaRPr>
            </a:p>
          </p:txBody>
        </p:sp>
      </p:grpSp>
      <p:grpSp>
        <p:nvGrpSpPr>
          <p:cNvPr id="25" name="组合 24">
            <a:extLst>
              <a:ext uri="{FF2B5EF4-FFF2-40B4-BE49-F238E27FC236}">
                <a16:creationId xmlns:a16="http://schemas.microsoft.com/office/drawing/2014/main" id="{A53F2F16-666E-49B5-900C-EE2365802BB6}"/>
              </a:ext>
            </a:extLst>
          </p:cNvPr>
          <p:cNvGrpSpPr/>
          <p:nvPr/>
        </p:nvGrpSpPr>
        <p:grpSpPr>
          <a:xfrm>
            <a:off x="2455280" y="1720180"/>
            <a:ext cx="7180791" cy="812800"/>
            <a:chOff x="2455280" y="3752911"/>
            <a:chExt cx="7180791" cy="812800"/>
          </a:xfrm>
        </p:grpSpPr>
        <p:cxnSp>
          <p:nvCxnSpPr>
            <p:cNvPr id="26" name="直接连接符 25">
              <a:extLst>
                <a:ext uri="{FF2B5EF4-FFF2-40B4-BE49-F238E27FC236}">
                  <a16:creationId xmlns:a16="http://schemas.microsoft.com/office/drawing/2014/main" id="{242FA538-70F3-4A91-A0A1-2978B2AB59B3}"/>
                </a:ext>
              </a:extLst>
            </p:cNvPr>
            <p:cNvCxnSpPr/>
            <p:nvPr/>
          </p:nvCxnSpPr>
          <p:spPr>
            <a:xfrm flipV="1">
              <a:off x="9636071" y="3752911"/>
              <a:ext cx="0" cy="812800"/>
            </a:xfrm>
            <a:prstGeom prst="line">
              <a:avLst/>
            </a:prstGeom>
            <a:ln w="152400">
              <a:solidFill>
                <a:schemeClr val="tx1"/>
              </a:solidFill>
              <a:tailEnd w="med" len="lg"/>
            </a:ln>
          </p:spPr>
          <p:style>
            <a:lnRef idx="1">
              <a:schemeClr val="accent1"/>
            </a:lnRef>
            <a:fillRef idx="0">
              <a:schemeClr val="accent1"/>
            </a:fillRef>
            <a:effectRef idx="0">
              <a:schemeClr val="accent1"/>
            </a:effectRef>
            <a:fontRef idx="minor">
              <a:schemeClr val="tx1"/>
            </a:fontRef>
          </p:style>
        </p:cxnSp>
        <p:cxnSp>
          <p:nvCxnSpPr>
            <p:cNvPr id="27" name="直接连接符 26">
              <a:extLst>
                <a:ext uri="{FF2B5EF4-FFF2-40B4-BE49-F238E27FC236}">
                  <a16:creationId xmlns:a16="http://schemas.microsoft.com/office/drawing/2014/main" id="{F21D0102-E2A1-4D3E-9DC3-885D830E96D0}"/>
                </a:ext>
              </a:extLst>
            </p:cNvPr>
            <p:cNvCxnSpPr/>
            <p:nvPr/>
          </p:nvCxnSpPr>
          <p:spPr>
            <a:xfrm flipV="1">
              <a:off x="2455280" y="3752911"/>
              <a:ext cx="0" cy="812800"/>
            </a:xfrm>
            <a:prstGeom prst="line">
              <a:avLst/>
            </a:prstGeom>
            <a:ln w="152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8" name="直接连接符 27">
              <a:extLst>
                <a:ext uri="{FF2B5EF4-FFF2-40B4-BE49-F238E27FC236}">
                  <a16:creationId xmlns:a16="http://schemas.microsoft.com/office/drawing/2014/main" id="{AB2C8EEA-0851-44A9-80D2-87DFBEA1F73A}"/>
                </a:ext>
              </a:extLst>
            </p:cNvPr>
            <p:cNvCxnSpPr/>
            <p:nvPr/>
          </p:nvCxnSpPr>
          <p:spPr>
            <a:xfrm flipV="1">
              <a:off x="4878779" y="3752911"/>
              <a:ext cx="0" cy="812800"/>
            </a:xfrm>
            <a:prstGeom prst="line">
              <a:avLst/>
            </a:prstGeom>
            <a:ln w="152400">
              <a:solidFill>
                <a:schemeClr val="tx1"/>
              </a:solidFill>
              <a:tailEnd w="med" len="lg"/>
            </a:ln>
          </p:spPr>
          <p:style>
            <a:lnRef idx="1">
              <a:schemeClr val="accent1"/>
            </a:lnRef>
            <a:fillRef idx="0">
              <a:schemeClr val="accent1"/>
            </a:fillRef>
            <a:effectRef idx="0">
              <a:schemeClr val="accent1"/>
            </a:effectRef>
            <a:fontRef idx="minor">
              <a:schemeClr val="tx1"/>
            </a:fontRef>
          </p:style>
        </p:cxnSp>
        <p:cxnSp>
          <p:nvCxnSpPr>
            <p:cNvPr id="29" name="直接连接符 28">
              <a:extLst>
                <a:ext uri="{FF2B5EF4-FFF2-40B4-BE49-F238E27FC236}">
                  <a16:creationId xmlns:a16="http://schemas.microsoft.com/office/drawing/2014/main" id="{536174B3-7078-4268-ABF0-FDE23864C53A}"/>
                </a:ext>
              </a:extLst>
            </p:cNvPr>
            <p:cNvCxnSpPr/>
            <p:nvPr/>
          </p:nvCxnSpPr>
          <p:spPr>
            <a:xfrm flipV="1">
              <a:off x="7249637" y="3752911"/>
              <a:ext cx="0" cy="812800"/>
            </a:xfrm>
            <a:prstGeom prst="line">
              <a:avLst/>
            </a:prstGeom>
            <a:ln w="1524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30" name="组合 29">
            <a:extLst>
              <a:ext uri="{FF2B5EF4-FFF2-40B4-BE49-F238E27FC236}">
                <a16:creationId xmlns:a16="http://schemas.microsoft.com/office/drawing/2014/main" id="{B2DEEF20-80ED-4B25-8707-42A86FB12C98}"/>
              </a:ext>
            </a:extLst>
          </p:cNvPr>
          <p:cNvGrpSpPr/>
          <p:nvPr/>
        </p:nvGrpSpPr>
        <p:grpSpPr>
          <a:xfrm>
            <a:off x="1618162" y="1566769"/>
            <a:ext cx="8955675" cy="238462"/>
            <a:chOff x="1618162" y="3599500"/>
            <a:chExt cx="8955675" cy="238462"/>
          </a:xfrm>
        </p:grpSpPr>
        <p:cxnSp>
          <p:nvCxnSpPr>
            <p:cNvPr id="31" name="直接连接符 30">
              <a:extLst>
                <a:ext uri="{FF2B5EF4-FFF2-40B4-BE49-F238E27FC236}">
                  <a16:creationId xmlns:a16="http://schemas.microsoft.com/office/drawing/2014/main" id="{837D477A-5171-490F-B6D4-97C6D7A8A650}"/>
                </a:ext>
              </a:extLst>
            </p:cNvPr>
            <p:cNvCxnSpPr>
              <a:cxnSpLocks/>
            </p:cNvCxnSpPr>
            <p:nvPr/>
          </p:nvCxnSpPr>
          <p:spPr>
            <a:xfrm>
              <a:off x="1749794" y="3725200"/>
              <a:ext cx="8622888" cy="0"/>
            </a:xfrm>
            <a:prstGeom prst="line">
              <a:avLst/>
            </a:prstGeom>
            <a:ln w="152400">
              <a:solidFill>
                <a:schemeClr val="tx1"/>
              </a:solidFill>
            </a:ln>
          </p:spPr>
          <p:style>
            <a:lnRef idx="1">
              <a:schemeClr val="accent1"/>
            </a:lnRef>
            <a:fillRef idx="0">
              <a:schemeClr val="accent1"/>
            </a:fillRef>
            <a:effectRef idx="0">
              <a:schemeClr val="accent1"/>
            </a:effectRef>
            <a:fontRef idx="minor">
              <a:schemeClr val="tx1"/>
            </a:fontRef>
          </p:style>
        </p:cxnSp>
        <p:sp>
          <p:nvSpPr>
            <p:cNvPr id="32" name="矩形 31">
              <a:extLst>
                <a:ext uri="{FF2B5EF4-FFF2-40B4-BE49-F238E27FC236}">
                  <a16:creationId xmlns:a16="http://schemas.microsoft.com/office/drawing/2014/main" id="{D0513BC0-5BBA-4500-8077-440780C8EB78}"/>
                </a:ext>
              </a:extLst>
            </p:cNvPr>
            <p:cNvSpPr/>
            <p:nvPr/>
          </p:nvSpPr>
          <p:spPr>
            <a:xfrm>
              <a:off x="1618162" y="3599500"/>
              <a:ext cx="225524" cy="225524"/>
            </a:xfrm>
            <a:prstGeom prst="rect">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33" name="矩形 32">
              <a:extLst>
                <a:ext uri="{FF2B5EF4-FFF2-40B4-BE49-F238E27FC236}">
                  <a16:creationId xmlns:a16="http://schemas.microsoft.com/office/drawing/2014/main" id="{0E184DA7-F858-483A-B4A1-7B85D64E8273}"/>
                </a:ext>
              </a:extLst>
            </p:cNvPr>
            <p:cNvSpPr/>
            <p:nvPr/>
          </p:nvSpPr>
          <p:spPr>
            <a:xfrm>
              <a:off x="10348313" y="3612438"/>
              <a:ext cx="225524" cy="225524"/>
            </a:xfrm>
            <a:prstGeom prst="rect">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grpSp>
      <p:grpSp>
        <p:nvGrpSpPr>
          <p:cNvPr id="34" name="组合 33">
            <a:extLst>
              <a:ext uri="{FF2B5EF4-FFF2-40B4-BE49-F238E27FC236}">
                <a16:creationId xmlns:a16="http://schemas.microsoft.com/office/drawing/2014/main" id="{0DFB39EB-FEA0-438F-AA58-EC795A998106}"/>
              </a:ext>
            </a:extLst>
          </p:cNvPr>
          <p:cNvGrpSpPr/>
          <p:nvPr/>
        </p:nvGrpSpPr>
        <p:grpSpPr>
          <a:xfrm>
            <a:off x="1968674" y="2412905"/>
            <a:ext cx="7852814" cy="641082"/>
            <a:chOff x="1968674" y="4445636"/>
            <a:chExt cx="7852814" cy="641082"/>
          </a:xfrm>
        </p:grpSpPr>
        <p:grpSp>
          <p:nvGrpSpPr>
            <p:cNvPr id="35" name="组合 34">
              <a:extLst>
                <a:ext uri="{FF2B5EF4-FFF2-40B4-BE49-F238E27FC236}">
                  <a16:creationId xmlns:a16="http://schemas.microsoft.com/office/drawing/2014/main" id="{BF807099-7B3E-40CD-8303-26A049401039}"/>
                </a:ext>
              </a:extLst>
            </p:cNvPr>
            <p:cNvGrpSpPr/>
            <p:nvPr/>
          </p:nvGrpSpPr>
          <p:grpSpPr>
            <a:xfrm>
              <a:off x="1968674" y="4445636"/>
              <a:ext cx="662814" cy="641082"/>
              <a:chOff x="812355" y="3422987"/>
              <a:chExt cx="662814" cy="641082"/>
            </a:xfrm>
          </p:grpSpPr>
          <p:pic>
            <p:nvPicPr>
              <p:cNvPr id="48" name="图形 47">
                <a:extLst>
                  <a:ext uri="{FF2B5EF4-FFF2-40B4-BE49-F238E27FC236}">
                    <a16:creationId xmlns:a16="http://schemas.microsoft.com/office/drawing/2014/main" id="{1C6CE519-73F7-48EC-9BF7-9DD329B4C743}"/>
                  </a:ext>
                </a:extLst>
              </p:cNvPr>
              <p:cNvPicPr>
                <a:picLocks noChangeAspect="1"/>
              </p:cNvPicPr>
              <p:nvPr/>
            </p:nvPicPr>
            <p:blipFill>
              <a:blip r:embed="rId3">
                <a:extLst>
                  <a:ext uri="{28A0092B-C50C-407E-A947-70E740481C1C}">
                    <a14:useLocalDpi xmlns:a14="http://schemas.microsoft.com/office/drawing/2010/main" val="0"/>
                  </a:ext>
                  <a:ext uri="{96DAC541-7B7A-43D3-8B79-37D633B846F1}">
                    <asvg:svgBlip xmlns:asvg="http://schemas.microsoft.com/office/drawing/2016/SVG/main" r:embed="rId4"/>
                  </a:ext>
                </a:extLst>
              </a:blip>
              <a:stretch>
                <a:fillRect/>
              </a:stretch>
            </p:blipFill>
            <p:spPr>
              <a:xfrm>
                <a:off x="812355" y="3422987"/>
                <a:ext cx="662814" cy="641082"/>
              </a:xfrm>
              <a:prstGeom prst="rect">
                <a:avLst/>
              </a:prstGeom>
            </p:spPr>
          </p:pic>
          <p:sp>
            <p:nvSpPr>
              <p:cNvPr id="49" name="文本框 48">
                <a:extLst>
                  <a:ext uri="{FF2B5EF4-FFF2-40B4-BE49-F238E27FC236}">
                    <a16:creationId xmlns:a16="http://schemas.microsoft.com/office/drawing/2014/main" id="{5DD329AF-6509-4A44-A9A8-8B805FB525CF}"/>
                  </a:ext>
                </a:extLst>
              </p:cNvPr>
              <p:cNvSpPr txBox="1"/>
              <p:nvPr/>
            </p:nvSpPr>
            <p:spPr>
              <a:xfrm>
                <a:off x="1087044" y="3451320"/>
                <a:ext cx="355235" cy="400110"/>
              </a:xfrm>
              <a:prstGeom prst="rect">
                <a:avLst/>
              </a:prstGeom>
              <a:noFill/>
            </p:spPr>
            <p:txBody>
              <a:bodyPr wrap="square" rtlCol="0">
                <a:spAutoFit/>
              </a:bodyPr>
              <a:lstStyle/>
              <a:p>
                <a:pPr algn="ctr"/>
                <a:r>
                  <a:rPr lang="en-US" altLang="zh-CN" sz="2000" b="1" dirty="0">
                    <a:solidFill>
                      <a:schemeClr val="bg1"/>
                    </a:solidFill>
                    <a:latin typeface="Arial Black" panose="020B0A04020102020204" pitchFamily="34" charset="0"/>
                    <a:ea typeface="+mj-ea"/>
                  </a:rPr>
                  <a:t>A</a:t>
                </a:r>
                <a:endParaRPr lang="zh-CN" altLang="en-US" sz="2000" b="1" dirty="0">
                  <a:solidFill>
                    <a:schemeClr val="bg1"/>
                  </a:solidFill>
                  <a:latin typeface="Arial Black" panose="020B0A04020102020204" pitchFamily="34" charset="0"/>
                  <a:ea typeface="+mj-ea"/>
                </a:endParaRPr>
              </a:p>
            </p:txBody>
          </p:sp>
        </p:grpSp>
        <p:grpSp>
          <p:nvGrpSpPr>
            <p:cNvPr id="36" name="组合 35">
              <a:extLst>
                <a:ext uri="{FF2B5EF4-FFF2-40B4-BE49-F238E27FC236}">
                  <a16:creationId xmlns:a16="http://schemas.microsoft.com/office/drawing/2014/main" id="{E6E15EE0-C1D5-4CA6-B022-40595F8FA79F}"/>
                </a:ext>
              </a:extLst>
            </p:cNvPr>
            <p:cNvGrpSpPr/>
            <p:nvPr/>
          </p:nvGrpSpPr>
          <p:grpSpPr>
            <a:xfrm>
              <a:off x="4365341" y="4445636"/>
              <a:ext cx="662814" cy="641082"/>
              <a:chOff x="3209022" y="3422987"/>
              <a:chExt cx="662814" cy="641082"/>
            </a:xfrm>
          </p:grpSpPr>
          <p:pic>
            <p:nvPicPr>
              <p:cNvPr id="46" name="图形 45">
                <a:extLst>
                  <a:ext uri="{FF2B5EF4-FFF2-40B4-BE49-F238E27FC236}">
                    <a16:creationId xmlns:a16="http://schemas.microsoft.com/office/drawing/2014/main" id="{C8C4C2F7-68D1-41CA-A597-6AAB50358E43}"/>
                  </a:ext>
                </a:extLst>
              </p:cNvPr>
              <p:cNvPicPr>
                <a:picLocks noChangeAspect="1"/>
              </p:cNvPicPr>
              <p:nvPr/>
            </p:nvPicPr>
            <p:blipFill>
              <a:blip r:embed="rId3">
                <a:extLst>
                  <a:ext uri="{28A0092B-C50C-407E-A947-70E740481C1C}">
                    <a14:useLocalDpi xmlns:a14="http://schemas.microsoft.com/office/drawing/2010/main" val="0"/>
                  </a:ext>
                  <a:ext uri="{96DAC541-7B7A-43D3-8B79-37D633B846F1}">
                    <asvg:svgBlip xmlns:asvg="http://schemas.microsoft.com/office/drawing/2016/SVG/main" r:embed="rId4"/>
                  </a:ext>
                </a:extLst>
              </a:blip>
              <a:stretch>
                <a:fillRect/>
              </a:stretch>
            </p:blipFill>
            <p:spPr>
              <a:xfrm>
                <a:off x="3209022" y="3422987"/>
                <a:ext cx="662814" cy="641082"/>
              </a:xfrm>
              <a:prstGeom prst="rect">
                <a:avLst/>
              </a:prstGeom>
            </p:spPr>
          </p:pic>
          <p:sp>
            <p:nvSpPr>
              <p:cNvPr id="47" name="文本框 46">
                <a:extLst>
                  <a:ext uri="{FF2B5EF4-FFF2-40B4-BE49-F238E27FC236}">
                    <a16:creationId xmlns:a16="http://schemas.microsoft.com/office/drawing/2014/main" id="{658648CC-F992-4CC1-820A-6390807EB9AE}"/>
                  </a:ext>
                </a:extLst>
              </p:cNvPr>
              <p:cNvSpPr txBox="1"/>
              <p:nvPr/>
            </p:nvSpPr>
            <p:spPr>
              <a:xfrm>
                <a:off x="3490791" y="3451320"/>
                <a:ext cx="355235" cy="400110"/>
              </a:xfrm>
              <a:prstGeom prst="rect">
                <a:avLst/>
              </a:prstGeom>
              <a:noFill/>
            </p:spPr>
            <p:txBody>
              <a:bodyPr wrap="square" rtlCol="0">
                <a:spAutoFit/>
              </a:bodyPr>
              <a:lstStyle/>
              <a:p>
                <a:pPr algn="ctr"/>
                <a:r>
                  <a:rPr lang="en-US" altLang="zh-CN" sz="2000" b="1" dirty="0">
                    <a:solidFill>
                      <a:schemeClr val="bg1"/>
                    </a:solidFill>
                    <a:latin typeface="Arial Black" panose="020B0A04020102020204" pitchFamily="34" charset="0"/>
                    <a:ea typeface="+mj-ea"/>
                  </a:rPr>
                  <a:t>B</a:t>
                </a:r>
                <a:endParaRPr lang="zh-CN" altLang="en-US" sz="2000" b="1" dirty="0">
                  <a:solidFill>
                    <a:schemeClr val="bg1"/>
                  </a:solidFill>
                  <a:latin typeface="Arial Black" panose="020B0A04020102020204" pitchFamily="34" charset="0"/>
                  <a:ea typeface="+mj-ea"/>
                </a:endParaRPr>
              </a:p>
            </p:txBody>
          </p:sp>
        </p:grpSp>
        <p:grpSp>
          <p:nvGrpSpPr>
            <p:cNvPr id="37" name="组合 36">
              <a:extLst>
                <a:ext uri="{FF2B5EF4-FFF2-40B4-BE49-F238E27FC236}">
                  <a16:creationId xmlns:a16="http://schemas.microsoft.com/office/drawing/2014/main" id="{902C1D2E-FCC9-4698-83A9-FC2317BE61ED}"/>
                </a:ext>
              </a:extLst>
            </p:cNvPr>
            <p:cNvGrpSpPr/>
            <p:nvPr/>
          </p:nvGrpSpPr>
          <p:grpSpPr>
            <a:xfrm>
              <a:off x="6762008" y="4445636"/>
              <a:ext cx="662814" cy="641082"/>
              <a:chOff x="5605689" y="3422987"/>
              <a:chExt cx="662814" cy="641082"/>
            </a:xfrm>
          </p:grpSpPr>
          <p:pic>
            <p:nvPicPr>
              <p:cNvPr id="44" name="图形 43">
                <a:extLst>
                  <a:ext uri="{FF2B5EF4-FFF2-40B4-BE49-F238E27FC236}">
                    <a16:creationId xmlns:a16="http://schemas.microsoft.com/office/drawing/2014/main" id="{40F7F6D8-AE1D-4E43-836A-E987F0EAB4E5}"/>
                  </a:ext>
                </a:extLst>
              </p:cNvPr>
              <p:cNvPicPr>
                <a:picLocks noChangeAspect="1"/>
              </p:cNvPicPr>
              <p:nvPr/>
            </p:nvPicPr>
            <p:blipFill>
              <a:blip r:embed="rId3">
                <a:extLst>
                  <a:ext uri="{28A0092B-C50C-407E-A947-70E740481C1C}">
                    <a14:useLocalDpi xmlns:a14="http://schemas.microsoft.com/office/drawing/2010/main" val="0"/>
                  </a:ext>
                  <a:ext uri="{96DAC541-7B7A-43D3-8B79-37D633B846F1}">
                    <asvg:svgBlip xmlns:asvg="http://schemas.microsoft.com/office/drawing/2016/SVG/main" r:embed="rId4"/>
                  </a:ext>
                </a:extLst>
              </a:blip>
              <a:stretch>
                <a:fillRect/>
              </a:stretch>
            </p:blipFill>
            <p:spPr>
              <a:xfrm>
                <a:off x="5605689" y="3422987"/>
                <a:ext cx="662814" cy="641082"/>
              </a:xfrm>
              <a:prstGeom prst="rect">
                <a:avLst/>
              </a:prstGeom>
            </p:spPr>
          </p:pic>
          <p:sp>
            <p:nvSpPr>
              <p:cNvPr id="45" name="文本框 44">
                <a:extLst>
                  <a:ext uri="{FF2B5EF4-FFF2-40B4-BE49-F238E27FC236}">
                    <a16:creationId xmlns:a16="http://schemas.microsoft.com/office/drawing/2014/main" id="{6CB1768A-E878-4DEC-AD18-464A0F0DD547}"/>
                  </a:ext>
                </a:extLst>
              </p:cNvPr>
              <p:cNvSpPr txBox="1"/>
              <p:nvPr/>
            </p:nvSpPr>
            <p:spPr>
              <a:xfrm>
                <a:off x="5885506" y="3451320"/>
                <a:ext cx="355235" cy="400110"/>
              </a:xfrm>
              <a:prstGeom prst="rect">
                <a:avLst/>
              </a:prstGeom>
              <a:noFill/>
            </p:spPr>
            <p:txBody>
              <a:bodyPr wrap="square" rtlCol="0">
                <a:spAutoFit/>
              </a:bodyPr>
              <a:lstStyle/>
              <a:p>
                <a:pPr algn="ctr"/>
                <a:r>
                  <a:rPr lang="en-US" altLang="zh-CN" sz="2000" b="1" dirty="0">
                    <a:solidFill>
                      <a:schemeClr val="bg1"/>
                    </a:solidFill>
                    <a:latin typeface="Arial Black" panose="020B0A04020102020204" pitchFamily="34" charset="0"/>
                    <a:ea typeface="+mj-ea"/>
                  </a:rPr>
                  <a:t>C</a:t>
                </a:r>
                <a:endParaRPr lang="zh-CN" altLang="en-US" sz="2000" b="1" dirty="0">
                  <a:solidFill>
                    <a:schemeClr val="bg1"/>
                  </a:solidFill>
                  <a:latin typeface="Arial Black" panose="020B0A04020102020204" pitchFamily="34" charset="0"/>
                  <a:ea typeface="+mj-ea"/>
                </a:endParaRPr>
              </a:p>
            </p:txBody>
          </p:sp>
        </p:grpSp>
        <p:grpSp>
          <p:nvGrpSpPr>
            <p:cNvPr id="40" name="组合 39">
              <a:extLst>
                <a:ext uri="{FF2B5EF4-FFF2-40B4-BE49-F238E27FC236}">
                  <a16:creationId xmlns:a16="http://schemas.microsoft.com/office/drawing/2014/main" id="{6552C21E-1E72-4745-AC0E-DCC76E804F73}"/>
                </a:ext>
              </a:extLst>
            </p:cNvPr>
            <p:cNvGrpSpPr/>
            <p:nvPr/>
          </p:nvGrpSpPr>
          <p:grpSpPr>
            <a:xfrm>
              <a:off x="9158674" y="4445636"/>
              <a:ext cx="662814" cy="641082"/>
              <a:chOff x="8002355" y="3422987"/>
              <a:chExt cx="662814" cy="641082"/>
            </a:xfrm>
          </p:grpSpPr>
          <p:pic>
            <p:nvPicPr>
              <p:cNvPr id="42" name="图形 41">
                <a:extLst>
                  <a:ext uri="{FF2B5EF4-FFF2-40B4-BE49-F238E27FC236}">
                    <a16:creationId xmlns:a16="http://schemas.microsoft.com/office/drawing/2014/main" id="{6B11717D-FCEB-42D3-A119-E59AC28CD863}"/>
                  </a:ext>
                </a:extLst>
              </p:cNvPr>
              <p:cNvPicPr>
                <a:picLocks noChangeAspect="1"/>
              </p:cNvPicPr>
              <p:nvPr/>
            </p:nvPicPr>
            <p:blipFill>
              <a:blip r:embed="rId3">
                <a:extLst>
                  <a:ext uri="{28A0092B-C50C-407E-A947-70E740481C1C}">
                    <a14:useLocalDpi xmlns:a14="http://schemas.microsoft.com/office/drawing/2010/main" val="0"/>
                  </a:ext>
                  <a:ext uri="{96DAC541-7B7A-43D3-8B79-37D633B846F1}">
                    <asvg:svgBlip xmlns:asvg="http://schemas.microsoft.com/office/drawing/2016/SVG/main" r:embed="rId4"/>
                  </a:ext>
                </a:extLst>
              </a:blip>
              <a:stretch>
                <a:fillRect/>
              </a:stretch>
            </p:blipFill>
            <p:spPr>
              <a:xfrm>
                <a:off x="8002355" y="3422987"/>
                <a:ext cx="662814" cy="641082"/>
              </a:xfrm>
              <a:prstGeom prst="rect">
                <a:avLst/>
              </a:prstGeom>
            </p:spPr>
          </p:pic>
          <p:sp>
            <p:nvSpPr>
              <p:cNvPr id="43" name="文本框 42">
                <a:extLst>
                  <a:ext uri="{FF2B5EF4-FFF2-40B4-BE49-F238E27FC236}">
                    <a16:creationId xmlns:a16="http://schemas.microsoft.com/office/drawing/2014/main" id="{39CE4E63-0120-4586-A613-A2CF75236E92}"/>
                  </a:ext>
                </a:extLst>
              </p:cNvPr>
              <p:cNvSpPr txBox="1"/>
              <p:nvPr/>
            </p:nvSpPr>
            <p:spPr>
              <a:xfrm>
                <a:off x="8282675" y="3444742"/>
                <a:ext cx="355235" cy="400110"/>
              </a:xfrm>
              <a:prstGeom prst="rect">
                <a:avLst/>
              </a:prstGeom>
              <a:noFill/>
            </p:spPr>
            <p:txBody>
              <a:bodyPr wrap="square" rtlCol="0">
                <a:spAutoFit/>
              </a:bodyPr>
              <a:lstStyle/>
              <a:p>
                <a:pPr algn="ctr"/>
                <a:r>
                  <a:rPr lang="en-US" altLang="zh-CN" sz="2000" b="1" dirty="0">
                    <a:solidFill>
                      <a:schemeClr val="bg1"/>
                    </a:solidFill>
                    <a:latin typeface="Arial Black" panose="020B0A04020102020204" pitchFamily="34" charset="0"/>
                    <a:ea typeface="+mj-ea"/>
                  </a:rPr>
                  <a:t>D</a:t>
                </a:r>
                <a:endParaRPr lang="zh-CN" altLang="en-US" sz="2000" b="1" dirty="0">
                  <a:solidFill>
                    <a:schemeClr val="bg1"/>
                  </a:solidFill>
                  <a:latin typeface="Arial Black" panose="020B0A04020102020204" pitchFamily="34" charset="0"/>
                  <a:ea typeface="+mj-ea"/>
                </a:endParaRPr>
              </a:p>
            </p:txBody>
          </p:sp>
        </p:grpSp>
      </p:grpSp>
      <p:cxnSp>
        <p:nvCxnSpPr>
          <p:cNvPr id="65" name="直接箭头连接符 64">
            <a:extLst>
              <a:ext uri="{FF2B5EF4-FFF2-40B4-BE49-F238E27FC236}">
                <a16:creationId xmlns:a16="http://schemas.microsoft.com/office/drawing/2014/main" id="{6B824699-9145-4A7B-BF01-37AE80A31AFB}"/>
              </a:ext>
            </a:extLst>
          </p:cNvPr>
          <p:cNvCxnSpPr>
            <a:cxnSpLocks/>
          </p:cNvCxnSpPr>
          <p:nvPr/>
        </p:nvCxnSpPr>
        <p:spPr>
          <a:xfrm flipV="1">
            <a:off x="4878779" y="1692469"/>
            <a:ext cx="0" cy="773654"/>
          </a:xfrm>
          <a:prstGeom prst="straightConnector1">
            <a:avLst/>
          </a:prstGeom>
          <a:ln w="50800" cap="rnd">
            <a:solidFill>
              <a:schemeClr val="accent6"/>
            </a:solidFill>
            <a:round/>
            <a:tailEnd type="triangle" w="med" len="med"/>
          </a:ln>
        </p:spPr>
        <p:style>
          <a:lnRef idx="1">
            <a:schemeClr val="accent1"/>
          </a:lnRef>
          <a:fillRef idx="0">
            <a:schemeClr val="accent1"/>
          </a:fillRef>
          <a:effectRef idx="0">
            <a:schemeClr val="accent1"/>
          </a:effectRef>
          <a:fontRef idx="minor">
            <a:schemeClr val="tx1"/>
          </a:fontRef>
        </p:style>
      </p:cxnSp>
      <p:cxnSp>
        <p:nvCxnSpPr>
          <p:cNvPr id="66" name="直接箭头连接符 65">
            <a:extLst>
              <a:ext uri="{FF2B5EF4-FFF2-40B4-BE49-F238E27FC236}">
                <a16:creationId xmlns:a16="http://schemas.microsoft.com/office/drawing/2014/main" id="{A58FEE9A-C14F-444F-B99E-B6407BF31F19}"/>
              </a:ext>
            </a:extLst>
          </p:cNvPr>
          <p:cNvCxnSpPr>
            <a:cxnSpLocks/>
          </p:cNvCxnSpPr>
          <p:nvPr/>
        </p:nvCxnSpPr>
        <p:spPr>
          <a:xfrm>
            <a:off x="4878779" y="1692469"/>
            <a:ext cx="2370858" cy="0"/>
          </a:xfrm>
          <a:prstGeom prst="straightConnector1">
            <a:avLst/>
          </a:prstGeom>
          <a:ln w="50800" cap="rnd">
            <a:solidFill>
              <a:schemeClr val="accent6"/>
            </a:solidFill>
            <a:round/>
            <a:tailEnd type="triangle" w="med" len="med"/>
          </a:ln>
        </p:spPr>
        <p:style>
          <a:lnRef idx="1">
            <a:schemeClr val="accent1"/>
          </a:lnRef>
          <a:fillRef idx="0">
            <a:schemeClr val="accent1"/>
          </a:fillRef>
          <a:effectRef idx="0">
            <a:schemeClr val="accent1"/>
          </a:effectRef>
          <a:fontRef idx="minor">
            <a:schemeClr val="tx1"/>
          </a:fontRef>
        </p:style>
      </p:cxnSp>
      <p:cxnSp>
        <p:nvCxnSpPr>
          <p:cNvPr id="67" name="直接箭头连接符 66">
            <a:extLst>
              <a:ext uri="{FF2B5EF4-FFF2-40B4-BE49-F238E27FC236}">
                <a16:creationId xmlns:a16="http://schemas.microsoft.com/office/drawing/2014/main" id="{C2C59C67-CBA4-4AE3-8C9C-47C3FD3954ED}"/>
              </a:ext>
            </a:extLst>
          </p:cNvPr>
          <p:cNvCxnSpPr>
            <a:cxnSpLocks/>
          </p:cNvCxnSpPr>
          <p:nvPr/>
        </p:nvCxnSpPr>
        <p:spPr>
          <a:xfrm flipH="1">
            <a:off x="1843686" y="1693588"/>
            <a:ext cx="3035093" cy="0"/>
          </a:xfrm>
          <a:prstGeom prst="straightConnector1">
            <a:avLst/>
          </a:prstGeom>
          <a:ln w="50800" cap="rnd">
            <a:solidFill>
              <a:schemeClr val="accent6"/>
            </a:solidFill>
            <a:round/>
            <a:tailEnd type="triangle" w="med" len="med"/>
          </a:ln>
        </p:spPr>
        <p:style>
          <a:lnRef idx="1">
            <a:schemeClr val="accent1"/>
          </a:lnRef>
          <a:fillRef idx="0">
            <a:schemeClr val="accent1"/>
          </a:fillRef>
          <a:effectRef idx="0">
            <a:schemeClr val="accent1"/>
          </a:effectRef>
          <a:fontRef idx="minor">
            <a:schemeClr val="tx1"/>
          </a:fontRef>
        </p:style>
      </p:cxnSp>
      <p:cxnSp>
        <p:nvCxnSpPr>
          <p:cNvPr id="70" name="直接箭头连接符 69">
            <a:extLst>
              <a:ext uri="{FF2B5EF4-FFF2-40B4-BE49-F238E27FC236}">
                <a16:creationId xmlns:a16="http://schemas.microsoft.com/office/drawing/2014/main" id="{717D5C26-30E6-44C6-A207-48334D3A2208}"/>
              </a:ext>
            </a:extLst>
          </p:cNvPr>
          <p:cNvCxnSpPr>
            <a:cxnSpLocks/>
          </p:cNvCxnSpPr>
          <p:nvPr/>
        </p:nvCxnSpPr>
        <p:spPr>
          <a:xfrm>
            <a:off x="2458858" y="1692469"/>
            <a:ext cx="0" cy="808365"/>
          </a:xfrm>
          <a:prstGeom prst="straightConnector1">
            <a:avLst/>
          </a:prstGeom>
          <a:ln w="50800" cap="rnd">
            <a:solidFill>
              <a:schemeClr val="accent6"/>
            </a:solidFill>
            <a:round/>
            <a:tailEnd type="triangle" w="med" len="med"/>
          </a:ln>
        </p:spPr>
        <p:style>
          <a:lnRef idx="1">
            <a:schemeClr val="accent1"/>
          </a:lnRef>
          <a:fillRef idx="0">
            <a:schemeClr val="accent1"/>
          </a:fillRef>
          <a:effectRef idx="0">
            <a:schemeClr val="accent1"/>
          </a:effectRef>
          <a:fontRef idx="minor">
            <a:schemeClr val="tx1"/>
          </a:fontRef>
        </p:style>
      </p:cxnSp>
      <p:grpSp>
        <p:nvGrpSpPr>
          <p:cNvPr id="77" name="组合 76">
            <a:extLst>
              <a:ext uri="{FF2B5EF4-FFF2-40B4-BE49-F238E27FC236}">
                <a16:creationId xmlns:a16="http://schemas.microsoft.com/office/drawing/2014/main" id="{1B6971EE-F977-4DA3-A9A0-44F6C9DC48DA}"/>
              </a:ext>
            </a:extLst>
          </p:cNvPr>
          <p:cNvGrpSpPr/>
          <p:nvPr/>
        </p:nvGrpSpPr>
        <p:grpSpPr>
          <a:xfrm>
            <a:off x="9727206" y="734232"/>
            <a:ext cx="2153414" cy="461665"/>
            <a:chOff x="9727206" y="734232"/>
            <a:chExt cx="2153414" cy="461665"/>
          </a:xfrm>
        </p:grpSpPr>
        <p:sp>
          <p:nvSpPr>
            <p:cNvPr id="79" name="矩形 78">
              <a:extLst>
                <a:ext uri="{FF2B5EF4-FFF2-40B4-BE49-F238E27FC236}">
                  <a16:creationId xmlns:a16="http://schemas.microsoft.com/office/drawing/2014/main" id="{23D339D1-2ECC-4222-BF66-5F8AC926D8C7}"/>
                </a:ext>
              </a:extLst>
            </p:cNvPr>
            <p:cNvSpPr/>
            <p:nvPr/>
          </p:nvSpPr>
          <p:spPr>
            <a:xfrm>
              <a:off x="9727206" y="757078"/>
              <a:ext cx="2153414" cy="400110"/>
            </a:xfrm>
            <a:prstGeom prst="rect">
              <a:avLst/>
            </a:prstGeom>
            <a:solidFill>
              <a:schemeClr val="accent5"/>
            </a:solidFill>
            <a:ln>
              <a:solidFill>
                <a:schemeClr val="accent5"/>
              </a:solidFill>
            </a:ln>
          </p:spPr>
          <p:style>
            <a:lnRef idx="2">
              <a:schemeClr val="accent5">
                <a:shade val="50000"/>
              </a:schemeClr>
            </a:lnRef>
            <a:fillRef idx="1">
              <a:schemeClr val="accent5"/>
            </a:fillRef>
            <a:effectRef idx="0">
              <a:schemeClr val="accent5"/>
            </a:effectRef>
            <a:fontRef idx="minor">
              <a:schemeClr val="lt1"/>
            </a:fontRef>
          </p:style>
          <p:txBody>
            <a:bodyPr rtlCol="0" anchor="ctr"/>
            <a:lstStyle/>
            <a:p>
              <a:pPr algn="ctr"/>
              <a:endParaRPr lang="zh-CN" altLang="en-US"/>
            </a:p>
          </p:txBody>
        </p:sp>
        <p:sp>
          <p:nvSpPr>
            <p:cNvPr id="80" name="文本框 79">
              <a:extLst>
                <a:ext uri="{FF2B5EF4-FFF2-40B4-BE49-F238E27FC236}">
                  <a16:creationId xmlns:a16="http://schemas.microsoft.com/office/drawing/2014/main" id="{644983D9-31FB-44F8-9DB3-5BFCAA2F4462}"/>
                </a:ext>
              </a:extLst>
            </p:cNvPr>
            <p:cNvSpPr txBox="1"/>
            <p:nvPr/>
          </p:nvSpPr>
          <p:spPr>
            <a:xfrm>
              <a:off x="9791788" y="772467"/>
              <a:ext cx="1598556" cy="400110"/>
            </a:xfrm>
            <a:prstGeom prst="rect">
              <a:avLst/>
            </a:prstGeom>
            <a:noFill/>
          </p:spPr>
          <p:txBody>
            <a:bodyPr wrap="square" rtlCol="0">
              <a:spAutoFit/>
            </a:bodyPr>
            <a:lstStyle/>
            <a:p>
              <a:pPr algn="ctr"/>
              <a:r>
                <a:rPr lang="zh-CN" altLang="en-US" sz="2000" b="1" dirty="0">
                  <a:solidFill>
                    <a:schemeClr val="bg1"/>
                  </a:solidFill>
                </a:rPr>
                <a:t>碰撞检测</a:t>
              </a:r>
            </a:p>
          </p:txBody>
        </p:sp>
        <p:sp>
          <p:nvSpPr>
            <p:cNvPr id="85" name="文本框 84">
              <a:extLst>
                <a:ext uri="{FF2B5EF4-FFF2-40B4-BE49-F238E27FC236}">
                  <a16:creationId xmlns:a16="http://schemas.microsoft.com/office/drawing/2014/main" id="{C1CFD963-D797-4467-A290-7E45A4D0B8B2}"/>
                </a:ext>
              </a:extLst>
            </p:cNvPr>
            <p:cNvSpPr txBox="1"/>
            <p:nvPr/>
          </p:nvSpPr>
          <p:spPr>
            <a:xfrm>
              <a:off x="11033742" y="734232"/>
              <a:ext cx="383192" cy="461665"/>
            </a:xfrm>
            <a:prstGeom prst="rect">
              <a:avLst/>
            </a:prstGeom>
            <a:noFill/>
          </p:spPr>
          <p:txBody>
            <a:bodyPr wrap="square">
              <a:spAutoFit/>
            </a:bodyPr>
            <a:lstStyle/>
            <a:p>
              <a:r>
                <a:rPr lang="en-US" altLang="zh-CN" sz="2400" b="1" dirty="0">
                  <a:solidFill>
                    <a:schemeClr val="bg1"/>
                  </a:solidFill>
                  <a:latin typeface="Arial Narrow" panose="020B0606020202030204" pitchFamily="34" charset="0"/>
                </a:rPr>
                <a:t>C</a:t>
              </a:r>
              <a:endParaRPr lang="zh-CN" altLang="en-US" sz="2400" dirty="0">
                <a:solidFill>
                  <a:schemeClr val="bg1"/>
                </a:solidFill>
              </a:endParaRPr>
            </a:p>
          </p:txBody>
        </p:sp>
        <p:sp>
          <p:nvSpPr>
            <p:cNvPr id="86" name="文本框 85">
              <a:extLst>
                <a:ext uri="{FF2B5EF4-FFF2-40B4-BE49-F238E27FC236}">
                  <a16:creationId xmlns:a16="http://schemas.microsoft.com/office/drawing/2014/main" id="{BA726DB0-C965-40B9-B603-AEA447E38417}"/>
                </a:ext>
              </a:extLst>
            </p:cNvPr>
            <p:cNvSpPr txBox="1"/>
            <p:nvPr/>
          </p:nvSpPr>
          <p:spPr>
            <a:xfrm>
              <a:off x="11260686" y="734232"/>
              <a:ext cx="383192" cy="461665"/>
            </a:xfrm>
            <a:prstGeom prst="rect">
              <a:avLst/>
            </a:prstGeom>
            <a:noFill/>
          </p:spPr>
          <p:txBody>
            <a:bodyPr wrap="square">
              <a:spAutoFit/>
            </a:bodyPr>
            <a:lstStyle/>
            <a:p>
              <a:r>
                <a:rPr lang="en-US" altLang="zh-CN" sz="2400" b="1" dirty="0">
                  <a:solidFill>
                    <a:schemeClr val="bg1"/>
                  </a:solidFill>
                  <a:latin typeface="Arial Narrow" panose="020B0606020202030204" pitchFamily="34" charset="0"/>
                </a:rPr>
                <a:t>D</a:t>
              </a:r>
              <a:endParaRPr lang="zh-CN" altLang="en-US" sz="2400" dirty="0">
                <a:solidFill>
                  <a:schemeClr val="bg1"/>
                </a:solidFill>
              </a:endParaRPr>
            </a:p>
          </p:txBody>
        </p:sp>
      </p:grpSp>
      <p:cxnSp>
        <p:nvCxnSpPr>
          <p:cNvPr id="87" name="直接箭头连接符 86">
            <a:extLst>
              <a:ext uri="{FF2B5EF4-FFF2-40B4-BE49-F238E27FC236}">
                <a16:creationId xmlns:a16="http://schemas.microsoft.com/office/drawing/2014/main" id="{6BD70865-A07D-44FE-ABD0-8FF10C08D28A}"/>
              </a:ext>
            </a:extLst>
          </p:cNvPr>
          <p:cNvCxnSpPr>
            <a:cxnSpLocks/>
          </p:cNvCxnSpPr>
          <p:nvPr/>
        </p:nvCxnSpPr>
        <p:spPr>
          <a:xfrm flipV="1">
            <a:off x="7247900" y="1692469"/>
            <a:ext cx="0" cy="773654"/>
          </a:xfrm>
          <a:prstGeom prst="straightConnector1">
            <a:avLst/>
          </a:prstGeom>
          <a:ln w="50800" cap="rnd">
            <a:solidFill>
              <a:schemeClr val="accent6"/>
            </a:solidFill>
            <a:round/>
            <a:tailEnd type="triangle" w="med" len="med"/>
          </a:ln>
        </p:spPr>
        <p:style>
          <a:lnRef idx="1">
            <a:schemeClr val="accent1"/>
          </a:lnRef>
          <a:fillRef idx="0">
            <a:schemeClr val="accent1"/>
          </a:fillRef>
          <a:effectRef idx="0">
            <a:schemeClr val="accent1"/>
          </a:effectRef>
          <a:fontRef idx="minor">
            <a:schemeClr val="tx1"/>
          </a:fontRef>
        </p:style>
      </p:cxnSp>
      <p:cxnSp>
        <p:nvCxnSpPr>
          <p:cNvPr id="92" name="直接箭头连接符 91">
            <a:extLst>
              <a:ext uri="{FF2B5EF4-FFF2-40B4-BE49-F238E27FC236}">
                <a16:creationId xmlns:a16="http://schemas.microsoft.com/office/drawing/2014/main" id="{58988A20-B745-4878-AA97-E0EC36610C48}"/>
              </a:ext>
            </a:extLst>
          </p:cNvPr>
          <p:cNvCxnSpPr>
            <a:cxnSpLocks/>
          </p:cNvCxnSpPr>
          <p:nvPr/>
        </p:nvCxnSpPr>
        <p:spPr>
          <a:xfrm>
            <a:off x="7247900" y="1700446"/>
            <a:ext cx="0" cy="808365"/>
          </a:xfrm>
          <a:prstGeom prst="straightConnector1">
            <a:avLst/>
          </a:prstGeom>
          <a:ln w="50800" cap="rnd">
            <a:solidFill>
              <a:schemeClr val="accent1">
                <a:lumMod val="75000"/>
              </a:schemeClr>
            </a:solidFill>
            <a:round/>
            <a:tailEnd type="triangle" w="med" len="med"/>
          </a:ln>
        </p:spPr>
        <p:style>
          <a:lnRef idx="1">
            <a:schemeClr val="accent1"/>
          </a:lnRef>
          <a:fillRef idx="0">
            <a:schemeClr val="accent1"/>
          </a:fillRef>
          <a:effectRef idx="0">
            <a:schemeClr val="accent1"/>
          </a:effectRef>
          <a:fontRef idx="minor">
            <a:schemeClr val="tx1"/>
          </a:fontRef>
        </p:style>
      </p:cxnSp>
      <p:cxnSp>
        <p:nvCxnSpPr>
          <p:cNvPr id="93" name="直接箭头连接符 92">
            <a:extLst>
              <a:ext uri="{FF2B5EF4-FFF2-40B4-BE49-F238E27FC236}">
                <a16:creationId xmlns:a16="http://schemas.microsoft.com/office/drawing/2014/main" id="{E8E95763-DE45-4C33-824F-45A5F87EA76E}"/>
              </a:ext>
            </a:extLst>
          </p:cNvPr>
          <p:cNvCxnSpPr>
            <a:cxnSpLocks/>
          </p:cNvCxnSpPr>
          <p:nvPr/>
        </p:nvCxnSpPr>
        <p:spPr>
          <a:xfrm>
            <a:off x="7246548" y="1689447"/>
            <a:ext cx="877797" cy="0"/>
          </a:xfrm>
          <a:prstGeom prst="straightConnector1">
            <a:avLst/>
          </a:prstGeom>
          <a:ln w="50800" cap="rnd">
            <a:solidFill>
              <a:schemeClr val="accent1">
                <a:lumMod val="75000"/>
              </a:schemeClr>
            </a:solidFill>
            <a:round/>
            <a:tailEnd type="triangle" w="med" len="med"/>
          </a:ln>
        </p:spPr>
        <p:style>
          <a:lnRef idx="1">
            <a:schemeClr val="accent1"/>
          </a:lnRef>
          <a:fillRef idx="0">
            <a:schemeClr val="accent1"/>
          </a:fillRef>
          <a:effectRef idx="0">
            <a:schemeClr val="accent1"/>
          </a:effectRef>
          <a:fontRef idx="minor">
            <a:schemeClr val="tx1"/>
          </a:fontRef>
        </p:style>
      </p:cxnSp>
      <p:cxnSp>
        <p:nvCxnSpPr>
          <p:cNvPr id="96" name="直接箭头连接符 95">
            <a:extLst>
              <a:ext uri="{FF2B5EF4-FFF2-40B4-BE49-F238E27FC236}">
                <a16:creationId xmlns:a16="http://schemas.microsoft.com/office/drawing/2014/main" id="{8C3BE9E6-6DAD-435D-9276-E2D0C394E16D}"/>
              </a:ext>
            </a:extLst>
          </p:cNvPr>
          <p:cNvCxnSpPr>
            <a:cxnSpLocks/>
          </p:cNvCxnSpPr>
          <p:nvPr/>
        </p:nvCxnSpPr>
        <p:spPr>
          <a:xfrm flipH="1">
            <a:off x="6233431" y="1688260"/>
            <a:ext cx="1057153" cy="0"/>
          </a:xfrm>
          <a:prstGeom prst="straightConnector1">
            <a:avLst/>
          </a:prstGeom>
          <a:ln w="50800" cap="rnd">
            <a:solidFill>
              <a:schemeClr val="accent1">
                <a:lumMod val="75000"/>
              </a:schemeClr>
            </a:solidFill>
            <a:round/>
            <a:tailEnd type="none" w="med" len="med"/>
          </a:ln>
        </p:spPr>
        <p:style>
          <a:lnRef idx="1">
            <a:schemeClr val="accent1"/>
          </a:lnRef>
          <a:fillRef idx="0">
            <a:schemeClr val="accent1"/>
          </a:fillRef>
          <a:effectRef idx="0">
            <a:schemeClr val="accent1"/>
          </a:effectRef>
          <a:fontRef idx="minor">
            <a:schemeClr val="tx1"/>
          </a:fontRef>
        </p:style>
      </p:cxnSp>
      <p:grpSp>
        <p:nvGrpSpPr>
          <p:cNvPr id="20" name="组合 19">
            <a:extLst>
              <a:ext uri="{FF2B5EF4-FFF2-40B4-BE49-F238E27FC236}">
                <a16:creationId xmlns:a16="http://schemas.microsoft.com/office/drawing/2014/main" id="{1FF25F8D-F086-494E-8FD9-D16C042152CF}"/>
              </a:ext>
            </a:extLst>
          </p:cNvPr>
          <p:cNvGrpSpPr/>
          <p:nvPr/>
        </p:nvGrpSpPr>
        <p:grpSpPr>
          <a:xfrm>
            <a:off x="6809207" y="1304626"/>
            <a:ext cx="820470" cy="820470"/>
            <a:chOff x="9290558" y="4054613"/>
            <a:chExt cx="820470" cy="820470"/>
          </a:xfrm>
        </p:grpSpPr>
        <p:sp>
          <p:nvSpPr>
            <p:cNvPr id="94" name="爆炸形: 8 pt  93">
              <a:extLst>
                <a:ext uri="{FF2B5EF4-FFF2-40B4-BE49-F238E27FC236}">
                  <a16:creationId xmlns:a16="http://schemas.microsoft.com/office/drawing/2014/main" id="{B0E4C2A5-F272-426D-AD63-2B20049E3806}"/>
                </a:ext>
              </a:extLst>
            </p:cNvPr>
            <p:cNvSpPr/>
            <p:nvPr/>
          </p:nvSpPr>
          <p:spPr>
            <a:xfrm>
              <a:off x="9290558" y="4054613"/>
              <a:ext cx="820470" cy="820470"/>
            </a:xfrm>
            <a:prstGeom prst="irregularSeal1">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sz="2000" b="1" dirty="0"/>
            </a:p>
          </p:txBody>
        </p:sp>
        <p:sp>
          <p:nvSpPr>
            <p:cNvPr id="19" name="文本框 18">
              <a:extLst>
                <a:ext uri="{FF2B5EF4-FFF2-40B4-BE49-F238E27FC236}">
                  <a16:creationId xmlns:a16="http://schemas.microsoft.com/office/drawing/2014/main" id="{9A04026C-346A-4418-8C7C-58678F177B4D}"/>
                </a:ext>
              </a:extLst>
            </p:cNvPr>
            <p:cNvSpPr txBox="1"/>
            <p:nvPr/>
          </p:nvSpPr>
          <p:spPr>
            <a:xfrm>
              <a:off x="9290558" y="4250289"/>
              <a:ext cx="777741" cy="369332"/>
            </a:xfrm>
            <a:prstGeom prst="rect">
              <a:avLst/>
            </a:prstGeom>
            <a:noFill/>
          </p:spPr>
          <p:txBody>
            <a:bodyPr wrap="square" rtlCol="0">
              <a:spAutoFit/>
            </a:bodyPr>
            <a:lstStyle/>
            <a:p>
              <a:pPr algn="ctr"/>
              <a:r>
                <a:rPr lang="zh-CN" altLang="en-US" b="1" dirty="0">
                  <a:solidFill>
                    <a:schemeClr val="bg1"/>
                  </a:solidFill>
                </a:rPr>
                <a:t>碰撞</a:t>
              </a:r>
            </a:p>
          </p:txBody>
        </p:sp>
      </p:grpSp>
      <p:cxnSp>
        <p:nvCxnSpPr>
          <p:cNvPr id="95" name="直接箭头连接符 94">
            <a:extLst>
              <a:ext uri="{FF2B5EF4-FFF2-40B4-BE49-F238E27FC236}">
                <a16:creationId xmlns:a16="http://schemas.microsoft.com/office/drawing/2014/main" id="{8AFC294C-284E-4923-A440-01A50400FAF8}"/>
              </a:ext>
            </a:extLst>
          </p:cNvPr>
          <p:cNvCxnSpPr>
            <a:cxnSpLocks/>
          </p:cNvCxnSpPr>
          <p:nvPr/>
        </p:nvCxnSpPr>
        <p:spPr>
          <a:xfrm flipH="1">
            <a:off x="4462359" y="1693736"/>
            <a:ext cx="1792447" cy="0"/>
          </a:xfrm>
          <a:prstGeom prst="straightConnector1">
            <a:avLst/>
          </a:prstGeom>
          <a:ln w="50800" cap="rnd">
            <a:solidFill>
              <a:schemeClr val="accent1">
                <a:lumMod val="75000"/>
              </a:schemeClr>
            </a:solidFill>
            <a:round/>
            <a:tailEnd type="triangle" w="med" len="med"/>
          </a:ln>
        </p:spPr>
        <p:style>
          <a:lnRef idx="1">
            <a:schemeClr val="accent1"/>
          </a:lnRef>
          <a:fillRef idx="0">
            <a:schemeClr val="accent1"/>
          </a:fillRef>
          <a:effectRef idx="0">
            <a:schemeClr val="accent1"/>
          </a:effectRef>
          <a:fontRef idx="minor">
            <a:schemeClr val="tx1"/>
          </a:fontRef>
        </p:style>
      </p:cxnSp>
      <p:cxnSp>
        <p:nvCxnSpPr>
          <p:cNvPr id="97" name="直接箭头连接符 96">
            <a:extLst>
              <a:ext uri="{FF2B5EF4-FFF2-40B4-BE49-F238E27FC236}">
                <a16:creationId xmlns:a16="http://schemas.microsoft.com/office/drawing/2014/main" id="{AFA8B910-0AE4-4513-902F-D05EA64AE2BD}"/>
              </a:ext>
            </a:extLst>
          </p:cNvPr>
          <p:cNvCxnSpPr>
            <a:cxnSpLocks/>
          </p:cNvCxnSpPr>
          <p:nvPr/>
        </p:nvCxnSpPr>
        <p:spPr>
          <a:xfrm>
            <a:off x="4878779" y="1700446"/>
            <a:ext cx="0" cy="808365"/>
          </a:xfrm>
          <a:prstGeom prst="straightConnector1">
            <a:avLst/>
          </a:prstGeom>
          <a:ln w="50800" cap="rnd">
            <a:solidFill>
              <a:schemeClr val="accent1">
                <a:lumMod val="75000"/>
              </a:schemeClr>
            </a:solidFill>
            <a:round/>
            <a:tailEnd type="triangle" w="med" len="med"/>
          </a:ln>
        </p:spPr>
        <p:style>
          <a:lnRef idx="1">
            <a:schemeClr val="accent1"/>
          </a:lnRef>
          <a:fillRef idx="0">
            <a:schemeClr val="accent1"/>
          </a:fillRef>
          <a:effectRef idx="0">
            <a:schemeClr val="accent1"/>
          </a:effectRef>
          <a:fontRef idx="minor">
            <a:schemeClr val="tx1"/>
          </a:fontRef>
        </p:style>
      </p:cxnSp>
      <p:sp>
        <p:nvSpPr>
          <p:cNvPr id="99" name="矩形 98">
            <a:extLst>
              <a:ext uri="{FF2B5EF4-FFF2-40B4-BE49-F238E27FC236}">
                <a16:creationId xmlns:a16="http://schemas.microsoft.com/office/drawing/2014/main" id="{BC4101F8-4F99-4B16-8D5B-AC4951296296}"/>
              </a:ext>
            </a:extLst>
          </p:cNvPr>
          <p:cNvSpPr/>
          <p:nvPr/>
        </p:nvSpPr>
        <p:spPr>
          <a:xfrm>
            <a:off x="3378026" y="3593225"/>
            <a:ext cx="5444959" cy="429304"/>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zh-CN" altLang="en-US" b="1" dirty="0"/>
              <a:t>强化碰撞</a:t>
            </a:r>
            <a:endParaRPr lang="en-US" altLang="zh-CN" b="1" dirty="0"/>
          </a:p>
        </p:txBody>
      </p:sp>
      <p:sp>
        <p:nvSpPr>
          <p:cNvPr id="100" name="矩形 99">
            <a:extLst>
              <a:ext uri="{FF2B5EF4-FFF2-40B4-BE49-F238E27FC236}">
                <a16:creationId xmlns:a16="http://schemas.microsoft.com/office/drawing/2014/main" id="{10952053-592E-4F0D-93AE-6DFD0DE82F0C}"/>
              </a:ext>
            </a:extLst>
          </p:cNvPr>
          <p:cNvSpPr/>
          <p:nvPr/>
        </p:nvSpPr>
        <p:spPr>
          <a:xfrm>
            <a:off x="3378026" y="4020333"/>
            <a:ext cx="5444959" cy="1472645"/>
          </a:xfrm>
          <a:prstGeom prst="rect">
            <a:avLst/>
          </a:pr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endParaRPr lang="en-US" altLang="zh-CN" b="1" dirty="0">
              <a:solidFill>
                <a:schemeClr val="tx1"/>
              </a:solidFill>
              <a:latin typeface="+mn-ea"/>
            </a:endParaRPr>
          </a:p>
        </p:txBody>
      </p:sp>
      <p:sp>
        <p:nvSpPr>
          <p:cNvPr id="101" name="文本框 100">
            <a:extLst>
              <a:ext uri="{FF2B5EF4-FFF2-40B4-BE49-F238E27FC236}">
                <a16:creationId xmlns:a16="http://schemas.microsoft.com/office/drawing/2014/main" id="{A094395A-F621-4767-BA0D-DCAE7AA76E7E}"/>
              </a:ext>
            </a:extLst>
          </p:cNvPr>
          <p:cNvSpPr txBox="1"/>
          <p:nvPr/>
        </p:nvSpPr>
        <p:spPr>
          <a:xfrm>
            <a:off x="3378026" y="4157589"/>
            <a:ext cx="5444959" cy="1200329"/>
          </a:xfrm>
          <a:prstGeom prst="rect">
            <a:avLst/>
          </a:prstGeom>
          <a:noFill/>
        </p:spPr>
        <p:txBody>
          <a:bodyPr wrap="square">
            <a:spAutoFit/>
          </a:bodyPr>
          <a:lstStyle/>
          <a:p>
            <a:r>
              <a:rPr lang="zh-CN" altLang="en-US" b="1" dirty="0">
                <a:solidFill>
                  <a:schemeClr val="tx1"/>
                </a:solidFill>
                <a:latin typeface="+mn-ea"/>
              </a:rPr>
              <a:t>       发送帧的站点一旦检测到碰撞，除了立即停止发送帧外，还要再继续发送</a:t>
            </a:r>
            <a:r>
              <a:rPr lang="en-US" altLang="zh-CN" b="1" dirty="0">
                <a:solidFill>
                  <a:schemeClr val="accent1">
                    <a:lumMod val="75000"/>
                  </a:schemeClr>
                </a:solidFill>
                <a:latin typeface="+mn-ea"/>
              </a:rPr>
              <a:t>32</a:t>
            </a:r>
            <a:r>
              <a:rPr lang="zh-CN" altLang="en-US" b="1" dirty="0">
                <a:solidFill>
                  <a:schemeClr val="accent1">
                    <a:lumMod val="75000"/>
                  </a:schemeClr>
                </a:solidFill>
                <a:latin typeface="+mn-ea"/>
              </a:rPr>
              <a:t>比特或</a:t>
            </a:r>
            <a:r>
              <a:rPr lang="en-US" altLang="zh-CN" b="1" dirty="0">
                <a:solidFill>
                  <a:schemeClr val="accent1">
                    <a:lumMod val="75000"/>
                  </a:schemeClr>
                </a:solidFill>
                <a:latin typeface="+mn-ea"/>
              </a:rPr>
              <a:t>48</a:t>
            </a:r>
            <a:r>
              <a:rPr lang="zh-CN" altLang="en-US" b="1" dirty="0">
                <a:solidFill>
                  <a:schemeClr val="accent1">
                    <a:lumMod val="75000"/>
                  </a:schemeClr>
                </a:solidFill>
                <a:latin typeface="+mn-ea"/>
              </a:rPr>
              <a:t>比特的人为干扰信号</a:t>
            </a:r>
            <a:r>
              <a:rPr lang="zh-CN" altLang="en-US" b="1" dirty="0">
                <a:solidFill>
                  <a:schemeClr val="tx1"/>
                </a:solidFill>
                <a:latin typeface="+mn-ea"/>
              </a:rPr>
              <a:t>（</a:t>
            </a:r>
            <a:r>
              <a:rPr lang="en-US" altLang="zh-CN" b="1" dirty="0">
                <a:solidFill>
                  <a:schemeClr val="tx1"/>
                </a:solidFill>
                <a:latin typeface="+mn-ea"/>
              </a:rPr>
              <a:t>Jamming Signal</a:t>
            </a:r>
            <a:r>
              <a:rPr lang="zh-CN" altLang="en-US" b="1" dirty="0">
                <a:solidFill>
                  <a:schemeClr val="tx1"/>
                </a:solidFill>
                <a:latin typeface="+mn-ea"/>
              </a:rPr>
              <a:t>），以便</a:t>
            </a:r>
            <a:r>
              <a:rPr lang="zh-CN" altLang="en-US" b="1" dirty="0">
                <a:solidFill>
                  <a:schemeClr val="accent1">
                    <a:lumMod val="75000"/>
                  </a:schemeClr>
                </a:solidFill>
                <a:latin typeface="+mn-ea"/>
              </a:rPr>
              <a:t>有足够多的碰撞信号使所有站点都能检测出碰撞</a:t>
            </a:r>
            <a:r>
              <a:rPr lang="zh-CN" altLang="en-US" b="1" dirty="0">
                <a:solidFill>
                  <a:schemeClr val="tx1"/>
                </a:solidFill>
                <a:latin typeface="+mn-ea"/>
              </a:rPr>
              <a:t>。</a:t>
            </a:r>
            <a:endParaRPr lang="zh-CN" altLang="en-US" dirty="0"/>
          </a:p>
        </p:txBody>
      </p:sp>
    </p:spTree>
    <p:custDataLst>
      <p:tags r:id="rId1"/>
    </p:custDataLst>
    <p:extLst>
      <p:ext uri="{BB962C8B-B14F-4D97-AF65-F5344CB8AC3E}">
        <p14:creationId xmlns:p14="http://schemas.microsoft.com/office/powerpoint/2010/main" val="4148842442"/>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53" presetClass="entr" presetSubtype="16" fill="hold" grpId="0" nodeType="withEffect">
                                  <p:stCondLst>
                                    <p:cond delay="0"/>
                                  </p:stCondLst>
                                  <p:childTnLst>
                                    <p:set>
                                      <p:cBhvr>
                                        <p:cTn id="6" dur="1" fill="hold">
                                          <p:stCondLst>
                                            <p:cond delay="0"/>
                                          </p:stCondLst>
                                        </p:cTn>
                                        <p:tgtEl>
                                          <p:spTgt spid="99"/>
                                        </p:tgtEl>
                                        <p:attrNameLst>
                                          <p:attrName>style.visibility</p:attrName>
                                        </p:attrNameLst>
                                      </p:cBhvr>
                                      <p:to>
                                        <p:strVal val="visible"/>
                                      </p:to>
                                    </p:set>
                                    <p:anim calcmode="lin" valueType="num">
                                      <p:cBhvr>
                                        <p:cTn id="7" dur="500" fill="hold"/>
                                        <p:tgtEl>
                                          <p:spTgt spid="99"/>
                                        </p:tgtEl>
                                        <p:attrNameLst>
                                          <p:attrName>ppt_w</p:attrName>
                                        </p:attrNameLst>
                                      </p:cBhvr>
                                      <p:tavLst>
                                        <p:tav tm="0">
                                          <p:val>
                                            <p:fltVal val="0"/>
                                          </p:val>
                                        </p:tav>
                                        <p:tav tm="100000">
                                          <p:val>
                                            <p:strVal val="#ppt_w"/>
                                          </p:val>
                                        </p:tav>
                                      </p:tavLst>
                                    </p:anim>
                                    <p:anim calcmode="lin" valueType="num">
                                      <p:cBhvr>
                                        <p:cTn id="8" dur="500" fill="hold"/>
                                        <p:tgtEl>
                                          <p:spTgt spid="99"/>
                                        </p:tgtEl>
                                        <p:attrNameLst>
                                          <p:attrName>ppt_h</p:attrName>
                                        </p:attrNameLst>
                                      </p:cBhvr>
                                      <p:tavLst>
                                        <p:tav tm="0">
                                          <p:val>
                                            <p:fltVal val="0"/>
                                          </p:val>
                                        </p:tav>
                                        <p:tav tm="100000">
                                          <p:val>
                                            <p:strVal val="#ppt_h"/>
                                          </p:val>
                                        </p:tav>
                                      </p:tavLst>
                                    </p:anim>
                                    <p:animEffect transition="in" filter="fade">
                                      <p:cBhvr>
                                        <p:cTn id="9" dur="500"/>
                                        <p:tgtEl>
                                          <p:spTgt spid="99"/>
                                        </p:tgtEl>
                                      </p:cBhvr>
                                    </p:animEffect>
                                  </p:childTnLst>
                                </p:cTn>
                              </p:par>
                            </p:childTnLst>
                          </p:cTn>
                        </p:par>
                        <p:par>
                          <p:cTn id="10" fill="hold">
                            <p:stCondLst>
                              <p:cond delay="500"/>
                            </p:stCondLst>
                            <p:childTnLst>
                              <p:par>
                                <p:cTn id="11" presetID="22" presetClass="entr" presetSubtype="1" fill="hold" grpId="0" nodeType="afterEffect">
                                  <p:stCondLst>
                                    <p:cond delay="0"/>
                                  </p:stCondLst>
                                  <p:childTnLst>
                                    <p:set>
                                      <p:cBhvr>
                                        <p:cTn id="12" dur="1" fill="hold">
                                          <p:stCondLst>
                                            <p:cond delay="0"/>
                                          </p:stCondLst>
                                        </p:cTn>
                                        <p:tgtEl>
                                          <p:spTgt spid="100"/>
                                        </p:tgtEl>
                                        <p:attrNameLst>
                                          <p:attrName>style.visibility</p:attrName>
                                        </p:attrNameLst>
                                      </p:cBhvr>
                                      <p:to>
                                        <p:strVal val="visible"/>
                                      </p:to>
                                    </p:set>
                                    <p:animEffect transition="in" filter="wipe(up)">
                                      <p:cBhvr>
                                        <p:cTn id="13" dur="500"/>
                                        <p:tgtEl>
                                          <p:spTgt spid="100"/>
                                        </p:tgtEl>
                                      </p:cBhvr>
                                    </p:animEffect>
                                  </p:childTnLst>
                                </p:cTn>
                              </p:par>
                            </p:childTnLst>
                          </p:cTn>
                        </p:par>
                      </p:childTnLst>
                    </p:cTn>
                  </p:par>
                  <p:par>
                    <p:cTn id="14" fill="hold">
                      <p:stCondLst>
                        <p:cond delay="indefinite"/>
                      </p:stCondLst>
                      <p:childTnLst>
                        <p:par>
                          <p:cTn id="15" fill="hold">
                            <p:stCondLst>
                              <p:cond delay="0"/>
                            </p:stCondLst>
                            <p:childTnLst>
                              <p:par>
                                <p:cTn id="16" presetID="1" presetClass="entr" presetSubtype="0" fill="hold" grpId="0" nodeType="clickEffect">
                                  <p:stCondLst>
                                    <p:cond delay="0"/>
                                  </p:stCondLst>
                                  <p:iterate type="lt">
                                    <p:tmAbs val="100"/>
                                  </p:iterate>
                                  <p:childTnLst>
                                    <p:set>
                                      <p:cBhvr>
                                        <p:cTn id="17" dur="1" fill="hold">
                                          <p:stCondLst>
                                            <p:cond delay="0"/>
                                          </p:stCondLst>
                                        </p:cTn>
                                        <p:tgtEl>
                                          <p:spTgt spid="101"/>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99" grpId="0" animBg="1"/>
      <p:bldP spid="100" grpId="0" animBg="1"/>
      <p:bldP spid="101" grpId="0"/>
    </p:bldLst>
  </p:timing>
</p:sld>
</file>

<file path=ppt/slides/slide31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4" name="组合 3">
            <a:extLst>
              <a:ext uri="{FF2B5EF4-FFF2-40B4-BE49-F238E27FC236}">
                <a16:creationId xmlns:a16="http://schemas.microsoft.com/office/drawing/2014/main" id="{9A1EA9F2-FCB6-48C3-935F-7AE7E3AD14AC}"/>
              </a:ext>
            </a:extLst>
          </p:cNvPr>
          <p:cNvGrpSpPr/>
          <p:nvPr/>
        </p:nvGrpSpPr>
        <p:grpSpPr>
          <a:xfrm>
            <a:off x="304800" y="749300"/>
            <a:ext cx="6192344" cy="400110"/>
            <a:chOff x="424117" y="898245"/>
            <a:chExt cx="6192344" cy="400110"/>
          </a:xfrm>
        </p:grpSpPr>
        <p:sp>
          <p:nvSpPr>
            <p:cNvPr id="2" name="平行四边形 1">
              <a:extLst>
                <a:ext uri="{FF2B5EF4-FFF2-40B4-BE49-F238E27FC236}">
                  <a16:creationId xmlns:a16="http://schemas.microsoft.com/office/drawing/2014/main" id="{1F5BAA3F-9845-4F89-A2DD-8222D3E4EDAC}"/>
                </a:ext>
              </a:extLst>
            </p:cNvPr>
            <p:cNvSpPr/>
            <p:nvPr/>
          </p:nvSpPr>
          <p:spPr>
            <a:xfrm>
              <a:off x="424117" y="898245"/>
              <a:ext cx="628306" cy="387090"/>
            </a:xfrm>
            <a:prstGeom prst="parallelogram">
              <a:avLst/>
            </a:prstGeom>
            <a:solidFill>
              <a:schemeClr val="accent3">
                <a:lumMod val="75000"/>
              </a:schemeClr>
            </a:solidFill>
            <a:ln>
              <a:solidFill>
                <a:schemeClr val="accent3">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CN" sz="2200" dirty="0">
                  <a:latin typeface="Impact" panose="020B0806030902050204" pitchFamily="34" charset="0"/>
                </a:rPr>
                <a:t>01</a:t>
              </a:r>
              <a:endParaRPr lang="zh-CN" altLang="en-US" sz="2200" dirty="0">
                <a:latin typeface="Impact" panose="020B0806030902050204" pitchFamily="34" charset="0"/>
              </a:endParaRPr>
            </a:p>
          </p:txBody>
        </p:sp>
        <p:sp>
          <p:nvSpPr>
            <p:cNvPr id="3" name="文本框 2">
              <a:extLst>
                <a:ext uri="{FF2B5EF4-FFF2-40B4-BE49-F238E27FC236}">
                  <a16:creationId xmlns:a16="http://schemas.microsoft.com/office/drawing/2014/main" id="{4D6BD736-A4D3-4F26-AFED-36E11F50F70B}"/>
                </a:ext>
              </a:extLst>
            </p:cNvPr>
            <p:cNvSpPr txBox="1"/>
            <p:nvPr/>
          </p:nvSpPr>
          <p:spPr>
            <a:xfrm>
              <a:off x="1052423" y="898245"/>
              <a:ext cx="5564038" cy="400110"/>
            </a:xfrm>
            <a:prstGeom prst="rect">
              <a:avLst/>
            </a:prstGeom>
            <a:noFill/>
          </p:spPr>
          <p:txBody>
            <a:bodyPr wrap="square" rtlCol="0">
              <a:spAutoFit/>
            </a:bodyPr>
            <a:lstStyle/>
            <a:p>
              <a:r>
                <a:rPr lang="en-US" altLang="zh-CN" sz="2000" b="1" dirty="0"/>
                <a:t>CSMA/CD</a:t>
              </a:r>
              <a:r>
                <a:rPr lang="zh-CN" altLang="en-US" sz="2000" b="1" dirty="0"/>
                <a:t>协议的基本原理</a:t>
              </a:r>
              <a:endParaRPr lang="en-US" altLang="zh-CN" sz="2000" b="1" dirty="0"/>
            </a:p>
          </p:txBody>
        </p:sp>
      </p:grpSp>
      <p:grpSp>
        <p:nvGrpSpPr>
          <p:cNvPr id="5" name="组合 4">
            <a:extLst>
              <a:ext uri="{FF2B5EF4-FFF2-40B4-BE49-F238E27FC236}">
                <a16:creationId xmlns:a16="http://schemas.microsoft.com/office/drawing/2014/main" id="{C01E6C52-422B-4C95-B19D-1CED5810DA03}"/>
              </a:ext>
            </a:extLst>
          </p:cNvPr>
          <p:cNvGrpSpPr/>
          <p:nvPr/>
        </p:nvGrpSpPr>
        <p:grpSpPr>
          <a:xfrm>
            <a:off x="4462359" y="730007"/>
            <a:ext cx="2153414" cy="461665"/>
            <a:chOff x="4462359" y="730007"/>
            <a:chExt cx="2153414" cy="461665"/>
          </a:xfrm>
        </p:grpSpPr>
        <p:sp>
          <p:nvSpPr>
            <p:cNvPr id="6" name="矩形 5">
              <a:extLst>
                <a:ext uri="{FF2B5EF4-FFF2-40B4-BE49-F238E27FC236}">
                  <a16:creationId xmlns:a16="http://schemas.microsoft.com/office/drawing/2014/main" id="{BC2570DD-396E-4D25-AF51-7823C90107CF}"/>
                </a:ext>
              </a:extLst>
            </p:cNvPr>
            <p:cNvSpPr/>
            <p:nvPr/>
          </p:nvSpPr>
          <p:spPr>
            <a:xfrm>
              <a:off x="4462359" y="757078"/>
              <a:ext cx="2153414" cy="400110"/>
            </a:xfrm>
            <a:prstGeom prst="rect">
              <a:avLst/>
            </a:prstGeom>
            <a:solidFill>
              <a:schemeClr val="accent4"/>
            </a:solidFill>
            <a:ln>
              <a:solidFill>
                <a:schemeClr val="accent4"/>
              </a:solidFill>
            </a:ln>
          </p:spPr>
          <p:style>
            <a:lnRef idx="2">
              <a:schemeClr val="accent4">
                <a:shade val="50000"/>
              </a:schemeClr>
            </a:lnRef>
            <a:fillRef idx="1">
              <a:schemeClr val="accent4"/>
            </a:fillRef>
            <a:effectRef idx="0">
              <a:schemeClr val="accent4"/>
            </a:effectRef>
            <a:fontRef idx="minor">
              <a:schemeClr val="lt1"/>
            </a:fontRef>
          </p:style>
          <p:txBody>
            <a:bodyPr rtlCol="0" anchor="ctr"/>
            <a:lstStyle/>
            <a:p>
              <a:pPr algn="ctr"/>
              <a:endParaRPr lang="zh-CN" altLang="en-US" b="1" dirty="0"/>
            </a:p>
          </p:txBody>
        </p:sp>
        <p:sp>
          <p:nvSpPr>
            <p:cNvPr id="8" name="文本框 7">
              <a:extLst>
                <a:ext uri="{FF2B5EF4-FFF2-40B4-BE49-F238E27FC236}">
                  <a16:creationId xmlns:a16="http://schemas.microsoft.com/office/drawing/2014/main" id="{D124AB74-A7F3-4D08-8C3C-B508C7C6A51C}"/>
                </a:ext>
              </a:extLst>
            </p:cNvPr>
            <p:cNvSpPr txBox="1"/>
            <p:nvPr/>
          </p:nvSpPr>
          <p:spPr>
            <a:xfrm>
              <a:off x="4473322" y="772467"/>
              <a:ext cx="1598556" cy="400110"/>
            </a:xfrm>
            <a:prstGeom prst="rect">
              <a:avLst/>
            </a:prstGeom>
            <a:noFill/>
          </p:spPr>
          <p:txBody>
            <a:bodyPr wrap="square" rtlCol="0">
              <a:spAutoFit/>
            </a:bodyPr>
            <a:lstStyle/>
            <a:p>
              <a:pPr algn="ctr"/>
              <a:r>
                <a:rPr lang="zh-CN" altLang="en-US" sz="2000" b="1" dirty="0">
                  <a:solidFill>
                    <a:schemeClr val="bg1"/>
                  </a:solidFill>
                </a:rPr>
                <a:t>多址接入</a:t>
              </a:r>
            </a:p>
          </p:txBody>
        </p:sp>
        <p:sp>
          <p:nvSpPr>
            <p:cNvPr id="41" name="文本框 40">
              <a:extLst>
                <a:ext uri="{FF2B5EF4-FFF2-40B4-BE49-F238E27FC236}">
                  <a16:creationId xmlns:a16="http://schemas.microsoft.com/office/drawing/2014/main" id="{0FCCC336-AB70-403B-BE37-A1B698CF616F}"/>
                </a:ext>
              </a:extLst>
            </p:cNvPr>
            <p:cNvSpPr txBox="1"/>
            <p:nvPr/>
          </p:nvSpPr>
          <p:spPr>
            <a:xfrm>
              <a:off x="5708713" y="730007"/>
              <a:ext cx="383192" cy="461665"/>
            </a:xfrm>
            <a:prstGeom prst="rect">
              <a:avLst/>
            </a:prstGeom>
            <a:noFill/>
          </p:spPr>
          <p:txBody>
            <a:bodyPr wrap="square">
              <a:spAutoFit/>
            </a:bodyPr>
            <a:lstStyle/>
            <a:p>
              <a:r>
                <a:rPr lang="en-US" altLang="zh-CN" sz="2400" b="1" dirty="0">
                  <a:solidFill>
                    <a:schemeClr val="bg1"/>
                  </a:solidFill>
                  <a:latin typeface="Arial Narrow" panose="020B0606020202030204" pitchFamily="34" charset="0"/>
                </a:rPr>
                <a:t>M</a:t>
              </a:r>
              <a:endParaRPr lang="zh-CN" altLang="en-US" sz="2400" dirty="0">
                <a:solidFill>
                  <a:schemeClr val="bg1"/>
                </a:solidFill>
              </a:endParaRPr>
            </a:p>
          </p:txBody>
        </p:sp>
        <p:sp>
          <p:nvSpPr>
            <p:cNvPr id="54" name="文本框 53">
              <a:extLst>
                <a:ext uri="{FF2B5EF4-FFF2-40B4-BE49-F238E27FC236}">
                  <a16:creationId xmlns:a16="http://schemas.microsoft.com/office/drawing/2014/main" id="{B5431C6C-A9AE-4820-962C-B2D3EB67BE9B}"/>
                </a:ext>
              </a:extLst>
            </p:cNvPr>
            <p:cNvSpPr txBox="1"/>
            <p:nvPr/>
          </p:nvSpPr>
          <p:spPr>
            <a:xfrm>
              <a:off x="5948810" y="730007"/>
              <a:ext cx="383192" cy="461665"/>
            </a:xfrm>
            <a:prstGeom prst="rect">
              <a:avLst/>
            </a:prstGeom>
            <a:noFill/>
          </p:spPr>
          <p:txBody>
            <a:bodyPr wrap="square">
              <a:spAutoFit/>
            </a:bodyPr>
            <a:lstStyle/>
            <a:p>
              <a:r>
                <a:rPr lang="en-US" altLang="zh-CN" sz="2400" b="1" dirty="0">
                  <a:solidFill>
                    <a:schemeClr val="bg1"/>
                  </a:solidFill>
                  <a:latin typeface="Arial Narrow" panose="020B0606020202030204" pitchFamily="34" charset="0"/>
                </a:rPr>
                <a:t>A</a:t>
              </a:r>
              <a:endParaRPr lang="zh-CN" altLang="en-US" sz="2400" dirty="0">
                <a:solidFill>
                  <a:schemeClr val="bg1"/>
                </a:solidFill>
              </a:endParaRPr>
            </a:p>
          </p:txBody>
        </p:sp>
      </p:grpSp>
      <p:grpSp>
        <p:nvGrpSpPr>
          <p:cNvPr id="7" name="组合 6">
            <a:extLst>
              <a:ext uri="{FF2B5EF4-FFF2-40B4-BE49-F238E27FC236}">
                <a16:creationId xmlns:a16="http://schemas.microsoft.com/office/drawing/2014/main" id="{B9C158CC-93D8-4410-8E32-3C037291B916}"/>
              </a:ext>
            </a:extLst>
          </p:cNvPr>
          <p:cNvGrpSpPr/>
          <p:nvPr/>
        </p:nvGrpSpPr>
        <p:grpSpPr>
          <a:xfrm>
            <a:off x="7094783" y="730441"/>
            <a:ext cx="2153414" cy="461665"/>
            <a:chOff x="7094783" y="730441"/>
            <a:chExt cx="2153414" cy="461665"/>
          </a:xfrm>
        </p:grpSpPr>
        <p:sp>
          <p:nvSpPr>
            <p:cNvPr id="56" name="矩形 55">
              <a:extLst>
                <a:ext uri="{FF2B5EF4-FFF2-40B4-BE49-F238E27FC236}">
                  <a16:creationId xmlns:a16="http://schemas.microsoft.com/office/drawing/2014/main" id="{3C4796E6-AC0C-457E-9848-A637639E67CC}"/>
                </a:ext>
              </a:extLst>
            </p:cNvPr>
            <p:cNvSpPr/>
            <p:nvPr/>
          </p:nvSpPr>
          <p:spPr>
            <a:xfrm>
              <a:off x="7094783" y="757078"/>
              <a:ext cx="2153414" cy="400110"/>
            </a:xfrm>
            <a:prstGeom prst="rect">
              <a:avLst/>
            </a:prstGeom>
            <a:solidFill>
              <a:schemeClr val="accent3"/>
            </a:solidFill>
            <a:ln>
              <a:solidFill>
                <a:schemeClr val="accent3"/>
              </a:solidFill>
            </a:ln>
          </p:spPr>
          <p:style>
            <a:lnRef idx="2">
              <a:schemeClr val="accent3">
                <a:shade val="50000"/>
              </a:schemeClr>
            </a:lnRef>
            <a:fillRef idx="1">
              <a:schemeClr val="accent3"/>
            </a:fillRef>
            <a:effectRef idx="0">
              <a:schemeClr val="accent3"/>
            </a:effectRef>
            <a:fontRef idx="minor">
              <a:schemeClr val="lt1"/>
            </a:fontRef>
          </p:style>
          <p:txBody>
            <a:bodyPr rtlCol="0" anchor="ctr"/>
            <a:lstStyle/>
            <a:p>
              <a:pPr algn="ctr"/>
              <a:endParaRPr lang="zh-CN" altLang="en-US"/>
            </a:p>
          </p:txBody>
        </p:sp>
        <p:sp>
          <p:nvSpPr>
            <p:cNvPr id="59" name="文本框 58">
              <a:extLst>
                <a:ext uri="{FF2B5EF4-FFF2-40B4-BE49-F238E27FC236}">
                  <a16:creationId xmlns:a16="http://schemas.microsoft.com/office/drawing/2014/main" id="{C8D143D7-F7E3-4FC0-A8A1-BD4C812C40DB}"/>
                </a:ext>
              </a:extLst>
            </p:cNvPr>
            <p:cNvSpPr txBox="1"/>
            <p:nvPr/>
          </p:nvSpPr>
          <p:spPr>
            <a:xfrm>
              <a:off x="7236053" y="772467"/>
              <a:ext cx="1598556" cy="400110"/>
            </a:xfrm>
            <a:prstGeom prst="rect">
              <a:avLst/>
            </a:prstGeom>
            <a:noFill/>
          </p:spPr>
          <p:txBody>
            <a:bodyPr wrap="square" rtlCol="0">
              <a:spAutoFit/>
            </a:bodyPr>
            <a:lstStyle/>
            <a:p>
              <a:pPr algn="ctr"/>
              <a:r>
                <a:rPr lang="zh-CN" altLang="en-US" sz="2000" b="1" dirty="0">
                  <a:solidFill>
                    <a:schemeClr val="bg1"/>
                  </a:solidFill>
                </a:rPr>
                <a:t>载波监听</a:t>
              </a:r>
            </a:p>
          </p:txBody>
        </p:sp>
        <p:sp>
          <p:nvSpPr>
            <p:cNvPr id="38" name="文本框 37">
              <a:extLst>
                <a:ext uri="{FF2B5EF4-FFF2-40B4-BE49-F238E27FC236}">
                  <a16:creationId xmlns:a16="http://schemas.microsoft.com/office/drawing/2014/main" id="{84A31281-0C7C-4AD1-BF1E-5FB4696F26F7}"/>
                </a:ext>
              </a:extLst>
            </p:cNvPr>
            <p:cNvSpPr txBox="1"/>
            <p:nvPr/>
          </p:nvSpPr>
          <p:spPr>
            <a:xfrm>
              <a:off x="8481180" y="730441"/>
              <a:ext cx="383192" cy="461665"/>
            </a:xfrm>
            <a:prstGeom prst="rect">
              <a:avLst/>
            </a:prstGeom>
            <a:noFill/>
          </p:spPr>
          <p:txBody>
            <a:bodyPr wrap="square">
              <a:spAutoFit/>
            </a:bodyPr>
            <a:lstStyle/>
            <a:p>
              <a:r>
                <a:rPr lang="en-US" altLang="zh-CN" sz="2400" b="1" dirty="0">
                  <a:solidFill>
                    <a:schemeClr val="bg1"/>
                  </a:solidFill>
                  <a:latin typeface="Arial Narrow" panose="020B0606020202030204" pitchFamily="34" charset="0"/>
                </a:rPr>
                <a:t>C</a:t>
              </a:r>
              <a:endParaRPr lang="zh-CN" altLang="en-US" sz="2400" dirty="0">
                <a:solidFill>
                  <a:schemeClr val="bg1"/>
                </a:solidFill>
              </a:endParaRPr>
            </a:p>
          </p:txBody>
        </p:sp>
        <p:sp>
          <p:nvSpPr>
            <p:cNvPr id="39" name="文本框 38">
              <a:extLst>
                <a:ext uri="{FF2B5EF4-FFF2-40B4-BE49-F238E27FC236}">
                  <a16:creationId xmlns:a16="http://schemas.microsoft.com/office/drawing/2014/main" id="{D1527A42-5BA8-4F70-8A58-1322EC2698B7}"/>
                </a:ext>
              </a:extLst>
            </p:cNvPr>
            <p:cNvSpPr txBox="1"/>
            <p:nvPr/>
          </p:nvSpPr>
          <p:spPr>
            <a:xfrm>
              <a:off x="8675232" y="730441"/>
              <a:ext cx="383192" cy="461665"/>
            </a:xfrm>
            <a:prstGeom prst="rect">
              <a:avLst/>
            </a:prstGeom>
            <a:noFill/>
          </p:spPr>
          <p:txBody>
            <a:bodyPr wrap="square">
              <a:spAutoFit/>
            </a:bodyPr>
            <a:lstStyle/>
            <a:p>
              <a:r>
                <a:rPr lang="en-US" altLang="zh-CN" sz="2400" b="1" dirty="0">
                  <a:solidFill>
                    <a:schemeClr val="bg1"/>
                  </a:solidFill>
                  <a:latin typeface="Arial Narrow" panose="020B0606020202030204" pitchFamily="34" charset="0"/>
                </a:rPr>
                <a:t>S</a:t>
              </a:r>
              <a:endParaRPr lang="zh-CN" altLang="en-US" sz="2400" dirty="0">
                <a:solidFill>
                  <a:schemeClr val="bg1"/>
                </a:solidFill>
              </a:endParaRPr>
            </a:p>
          </p:txBody>
        </p:sp>
      </p:grpSp>
      <p:grpSp>
        <p:nvGrpSpPr>
          <p:cNvPr id="9" name="组合 8">
            <a:extLst>
              <a:ext uri="{FF2B5EF4-FFF2-40B4-BE49-F238E27FC236}">
                <a16:creationId xmlns:a16="http://schemas.microsoft.com/office/drawing/2014/main" id="{46C7C9F9-77AF-4E79-B679-41F2B5E760D4}"/>
              </a:ext>
            </a:extLst>
          </p:cNvPr>
          <p:cNvGrpSpPr/>
          <p:nvPr/>
        </p:nvGrpSpPr>
        <p:grpSpPr>
          <a:xfrm>
            <a:off x="9727206" y="734232"/>
            <a:ext cx="2153414" cy="461665"/>
            <a:chOff x="9727206" y="734232"/>
            <a:chExt cx="2153414" cy="461665"/>
          </a:xfrm>
        </p:grpSpPr>
        <p:sp>
          <p:nvSpPr>
            <p:cNvPr id="58" name="矩形 57">
              <a:extLst>
                <a:ext uri="{FF2B5EF4-FFF2-40B4-BE49-F238E27FC236}">
                  <a16:creationId xmlns:a16="http://schemas.microsoft.com/office/drawing/2014/main" id="{8C738A42-5B66-4505-B03D-160313542C6B}"/>
                </a:ext>
              </a:extLst>
            </p:cNvPr>
            <p:cNvSpPr/>
            <p:nvPr/>
          </p:nvSpPr>
          <p:spPr>
            <a:xfrm>
              <a:off x="9727206" y="757078"/>
              <a:ext cx="2153414" cy="400110"/>
            </a:xfrm>
            <a:prstGeom prst="rect">
              <a:avLst/>
            </a:prstGeom>
            <a:solidFill>
              <a:schemeClr val="bg2">
                <a:lumMod val="90000"/>
              </a:schemeClr>
            </a:solidFill>
            <a:ln>
              <a:solidFill>
                <a:schemeClr val="bg2">
                  <a:lumMod val="90000"/>
                </a:schemeClr>
              </a:solidFill>
            </a:ln>
          </p:spPr>
          <p:style>
            <a:lnRef idx="2">
              <a:schemeClr val="accent5">
                <a:shade val="50000"/>
              </a:schemeClr>
            </a:lnRef>
            <a:fillRef idx="1">
              <a:schemeClr val="accent5"/>
            </a:fillRef>
            <a:effectRef idx="0">
              <a:schemeClr val="accent5"/>
            </a:effectRef>
            <a:fontRef idx="minor">
              <a:schemeClr val="lt1"/>
            </a:fontRef>
          </p:style>
          <p:txBody>
            <a:bodyPr rtlCol="0" anchor="ctr"/>
            <a:lstStyle/>
            <a:p>
              <a:pPr algn="ctr"/>
              <a:endParaRPr lang="zh-CN" altLang="en-US"/>
            </a:p>
          </p:txBody>
        </p:sp>
        <p:sp>
          <p:nvSpPr>
            <p:cNvPr id="60" name="文本框 59">
              <a:extLst>
                <a:ext uri="{FF2B5EF4-FFF2-40B4-BE49-F238E27FC236}">
                  <a16:creationId xmlns:a16="http://schemas.microsoft.com/office/drawing/2014/main" id="{AB15AA99-A243-45C1-AE07-0B685612E43F}"/>
                </a:ext>
              </a:extLst>
            </p:cNvPr>
            <p:cNvSpPr txBox="1"/>
            <p:nvPr/>
          </p:nvSpPr>
          <p:spPr>
            <a:xfrm>
              <a:off x="9791788" y="772467"/>
              <a:ext cx="1598556" cy="400110"/>
            </a:xfrm>
            <a:prstGeom prst="rect">
              <a:avLst/>
            </a:prstGeom>
            <a:noFill/>
          </p:spPr>
          <p:txBody>
            <a:bodyPr wrap="square" rtlCol="0">
              <a:spAutoFit/>
            </a:bodyPr>
            <a:lstStyle/>
            <a:p>
              <a:pPr algn="ctr"/>
              <a:r>
                <a:rPr lang="zh-CN" altLang="en-US" sz="2000" b="1" dirty="0">
                  <a:solidFill>
                    <a:schemeClr val="bg1"/>
                  </a:solidFill>
                </a:rPr>
                <a:t>碰撞检测</a:t>
              </a:r>
            </a:p>
          </p:txBody>
        </p:sp>
        <p:sp>
          <p:nvSpPr>
            <p:cNvPr id="55" name="文本框 54">
              <a:extLst>
                <a:ext uri="{FF2B5EF4-FFF2-40B4-BE49-F238E27FC236}">
                  <a16:creationId xmlns:a16="http://schemas.microsoft.com/office/drawing/2014/main" id="{F7208B3A-F0CA-46E2-A78F-A769880DCC09}"/>
                </a:ext>
              </a:extLst>
            </p:cNvPr>
            <p:cNvSpPr txBox="1"/>
            <p:nvPr/>
          </p:nvSpPr>
          <p:spPr>
            <a:xfrm>
              <a:off x="11033742" y="734232"/>
              <a:ext cx="383192" cy="461665"/>
            </a:xfrm>
            <a:prstGeom prst="rect">
              <a:avLst/>
            </a:prstGeom>
            <a:noFill/>
          </p:spPr>
          <p:txBody>
            <a:bodyPr wrap="square">
              <a:spAutoFit/>
            </a:bodyPr>
            <a:lstStyle/>
            <a:p>
              <a:r>
                <a:rPr lang="en-US" altLang="zh-CN" sz="2400" b="1" dirty="0">
                  <a:solidFill>
                    <a:schemeClr val="bg1"/>
                  </a:solidFill>
                  <a:latin typeface="Arial Narrow" panose="020B0606020202030204" pitchFamily="34" charset="0"/>
                </a:rPr>
                <a:t>C</a:t>
              </a:r>
              <a:endParaRPr lang="zh-CN" altLang="en-US" sz="2400" dirty="0">
                <a:solidFill>
                  <a:schemeClr val="bg1"/>
                </a:solidFill>
              </a:endParaRPr>
            </a:p>
          </p:txBody>
        </p:sp>
        <p:sp>
          <p:nvSpPr>
            <p:cNvPr id="57" name="文本框 56">
              <a:extLst>
                <a:ext uri="{FF2B5EF4-FFF2-40B4-BE49-F238E27FC236}">
                  <a16:creationId xmlns:a16="http://schemas.microsoft.com/office/drawing/2014/main" id="{F625F8B0-68ED-4238-86A5-61737324B156}"/>
                </a:ext>
              </a:extLst>
            </p:cNvPr>
            <p:cNvSpPr txBox="1"/>
            <p:nvPr/>
          </p:nvSpPr>
          <p:spPr>
            <a:xfrm>
              <a:off x="11260686" y="734232"/>
              <a:ext cx="383192" cy="461665"/>
            </a:xfrm>
            <a:prstGeom prst="rect">
              <a:avLst/>
            </a:prstGeom>
            <a:noFill/>
          </p:spPr>
          <p:txBody>
            <a:bodyPr wrap="square">
              <a:spAutoFit/>
            </a:bodyPr>
            <a:lstStyle/>
            <a:p>
              <a:r>
                <a:rPr lang="en-US" altLang="zh-CN" sz="2400" b="1" dirty="0">
                  <a:solidFill>
                    <a:schemeClr val="bg1"/>
                  </a:solidFill>
                  <a:latin typeface="Arial Narrow" panose="020B0606020202030204" pitchFamily="34" charset="0"/>
                </a:rPr>
                <a:t>D</a:t>
              </a:r>
              <a:endParaRPr lang="zh-CN" altLang="en-US" sz="2400" dirty="0">
                <a:solidFill>
                  <a:schemeClr val="bg1"/>
                </a:solidFill>
              </a:endParaRPr>
            </a:p>
          </p:txBody>
        </p:sp>
      </p:grpSp>
      <p:grpSp>
        <p:nvGrpSpPr>
          <p:cNvPr id="77" name="组合 76">
            <a:extLst>
              <a:ext uri="{FF2B5EF4-FFF2-40B4-BE49-F238E27FC236}">
                <a16:creationId xmlns:a16="http://schemas.microsoft.com/office/drawing/2014/main" id="{1B6971EE-F977-4DA3-A9A0-44F6C9DC48DA}"/>
              </a:ext>
            </a:extLst>
          </p:cNvPr>
          <p:cNvGrpSpPr/>
          <p:nvPr/>
        </p:nvGrpSpPr>
        <p:grpSpPr>
          <a:xfrm>
            <a:off x="9727206" y="734232"/>
            <a:ext cx="2153414" cy="461665"/>
            <a:chOff x="9727206" y="734232"/>
            <a:chExt cx="2153414" cy="461665"/>
          </a:xfrm>
        </p:grpSpPr>
        <p:sp>
          <p:nvSpPr>
            <p:cNvPr id="79" name="矩形 78">
              <a:extLst>
                <a:ext uri="{FF2B5EF4-FFF2-40B4-BE49-F238E27FC236}">
                  <a16:creationId xmlns:a16="http://schemas.microsoft.com/office/drawing/2014/main" id="{23D339D1-2ECC-4222-BF66-5F8AC926D8C7}"/>
                </a:ext>
              </a:extLst>
            </p:cNvPr>
            <p:cNvSpPr/>
            <p:nvPr/>
          </p:nvSpPr>
          <p:spPr>
            <a:xfrm>
              <a:off x="9727206" y="757078"/>
              <a:ext cx="2153414" cy="400110"/>
            </a:xfrm>
            <a:prstGeom prst="rect">
              <a:avLst/>
            </a:prstGeom>
            <a:solidFill>
              <a:schemeClr val="accent5"/>
            </a:solidFill>
            <a:ln>
              <a:solidFill>
                <a:schemeClr val="accent5"/>
              </a:solidFill>
            </a:ln>
          </p:spPr>
          <p:style>
            <a:lnRef idx="2">
              <a:schemeClr val="accent5">
                <a:shade val="50000"/>
              </a:schemeClr>
            </a:lnRef>
            <a:fillRef idx="1">
              <a:schemeClr val="accent5"/>
            </a:fillRef>
            <a:effectRef idx="0">
              <a:schemeClr val="accent5"/>
            </a:effectRef>
            <a:fontRef idx="minor">
              <a:schemeClr val="lt1"/>
            </a:fontRef>
          </p:style>
          <p:txBody>
            <a:bodyPr rtlCol="0" anchor="ctr"/>
            <a:lstStyle/>
            <a:p>
              <a:pPr algn="ctr"/>
              <a:endParaRPr lang="zh-CN" altLang="en-US"/>
            </a:p>
          </p:txBody>
        </p:sp>
        <p:sp>
          <p:nvSpPr>
            <p:cNvPr id="80" name="文本框 79">
              <a:extLst>
                <a:ext uri="{FF2B5EF4-FFF2-40B4-BE49-F238E27FC236}">
                  <a16:creationId xmlns:a16="http://schemas.microsoft.com/office/drawing/2014/main" id="{644983D9-31FB-44F8-9DB3-5BFCAA2F4462}"/>
                </a:ext>
              </a:extLst>
            </p:cNvPr>
            <p:cNvSpPr txBox="1"/>
            <p:nvPr/>
          </p:nvSpPr>
          <p:spPr>
            <a:xfrm>
              <a:off x="9791788" y="772467"/>
              <a:ext cx="1598556" cy="400110"/>
            </a:xfrm>
            <a:prstGeom prst="rect">
              <a:avLst/>
            </a:prstGeom>
            <a:noFill/>
          </p:spPr>
          <p:txBody>
            <a:bodyPr wrap="square" rtlCol="0">
              <a:spAutoFit/>
            </a:bodyPr>
            <a:lstStyle/>
            <a:p>
              <a:pPr algn="ctr"/>
              <a:r>
                <a:rPr lang="zh-CN" altLang="en-US" sz="2000" b="1" dirty="0">
                  <a:solidFill>
                    <a:schemeClr val="bg1"/>
                  </a:solidFill>
                </a:rPr>
                <a:t>碰撞检测</a:t>
              </a:r>
            </a:p>
          </p:txBody>
        </p:sp>
        <p:sp>
          <p:nvSpPr>
            <p:cNvPr id="85" name="文本框 84">
              <a:extLst>
                <a:ext uri="{FF2B5EF4-FFF2-40B4-BE49-F238E27FC236}">
                  <a16:creationId xmlns:a16="http://schemas.microsoft.com/office/drawing/2014/main" id="{C1CFD963-D797-4467-A290-7E45A4D0B8B2}"/>
                </a:ext>
              </a:extLst>
            </p:cNvPr>
            <p:cNvSpPr txBox="1"/>
            <p:nvPr/>
          </p:nvSpPr>
          <p:spPr>
            <a:xfrm>
              <a:off x="11033742" y="734232"/>
              <a:ext cx="383192" cy="461665"/>
            </a:xfrm>
            <a:prstGeom prst="rect">
              <a:avLst/>
            </a:prstGeom>
            <a:noFill/>
          </p:spPr>
          <p:txBody>
            <a:bodyPr wrap="square">
              <a:spAutoFit/>
            </a:bodyPr>
            <a:lstStyle/>
            <a:p>
              <a:r>
                <a:rPr lang="en-US" altLang="zh-CN" sz="2400" b="1" dirty="0">
                  <a:solidFill>
                    <a:schemeClr val="bg1"/>
                  </a:solidFill>
                  <a:latin typeface="Arial Narrow" panose="020B0606020202030204" pitchFamily="34" charset="0"/>
                </a:rPr>
                <a:t>C</a:t>
              </a:r>
              <a:endParaRPr lang="zh-CN" altLang="en-US" sz="2400" dirty="0">
                <a:solidFill>
                  <a:schemeClr val="bg1"/>
                </a:solidFill>
              </a:endParaRPr>
            </a:p>
          </p:txBody>
        </p:sp>
        <p:sp>
          <p:nvSpPr>
            <p:cNvPr id="86" name="文本框 85">
              <a:extLst>
                <a:ext uri="{FF2B5EF4-FFF2-40B4-BE49-F238E27FC236}">
                  <a16:creationId xmlns:a16="http://schemas.microsoft.com/office/drawing/2014/main" id="{BA726DB0-C965-40B9-B603-AEA447E38417}"/>
                </a:ext>
              </a:extLst>
            </p:cNvPr>
            <p:cNvSpPr txBox="1"/>
            <p:nvPr/>
          </p:nvSpPr>
          <p:spPr>
            <a:xfrm>
              <a:off x="11260686" y="734232"/>
              <a:ext cx="383192" cy="461665"/>
            </a:xfrm>
            <a:prstGeom prst="rect">
              <a:avLst/>
            </a:prstGeom>
            <a:noFill/>
          </p:spPr>
          <p:txBody>
            <a:bodyPr wrap="square">
              <a:spAutoFit/>
            </a:bodyPr>
            <a:lstStyle/>
            <a:p>
              <a:r>
                <a:rPr lang="en-US" altLang="zh-CN" sz="2400" b="1" dirty="0">
                  <a:solidFill>
                    <a:schemeClr val="bg1"/>
                  </a:solidFill>
                  <a:latin typeface="Arial Narrow" panose="020B0606020202030204" pitchFamily="34" charset="0"/>
                </a:rPr>
                <a:t>D</a:t>
              </a:r>
              <a:endParaRPr lang="zh-CN" altLang="en-US" sz="2400" dirty="0">
                <a:solidFill>
                  <a:schemeClr val="bg1"/>
                </a:solidFill>
              </a:endParaRPr>
            </a:p>
          </p:txBody>
        </p:sp>
      </p:grpSp>
      <p:sp>
        <p:nvSpPr>
          <p:cNvPr id="68" name="矩形 67">
            <a:extLst>
              <a:ext uri="{FF2B5EF4-FFF2-40B4-BE49-F238E27FC236}">
                <a16:creationId xmlns:a16="http://schemas.microsoft.com/office/drawing/2014/main" id="{02C15C8A-47B6-40A5-B670-5424B6733A85}"/>
              </a:ext>
            </a:extLst>
          </p:cNvPr>
          <p:cNvSpPr/>
          <p:nvPr/>
        </p:nvSpPr>
        <p:spPr>
          <a:xfrm>
            <a:off x="1056633" y="1335374"/>
            <a:ext cx="256976" cy="256976"/>
          </a:xfrm>
          <a:prstGeom prst="rect">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69" name="íşlïḍè">
            <a:extLst>
              <a:ext uri="{FF2B5EF4-FFF2-40B4-BE49-F238E27FC236}">
                <a16:creationId xmlns:a16="http://schemas.microsoft.com/office/drawing/2014/main" id="{891CCC88-9843-49CE-80A5-C8DB9CECDEE0}"/>
              </a:ext>
            </a:extLst>
          </p:cNvPr>
          <p:cNvSpPr txBox="1"/>
          <p:nvPr/>
        </p:nvSpPr>
        <p:spPr>
          <a:xfrm>
            <a:off x="1373861" y="1281052"/>
            <a:ext cx="10270017" cy="400111"/>
          </a:xfrm>
          <a:prstGeom prst="rect">
            <a:avLst/>
          </a:prstGeom>
          <a:noFill/>
        </p:spPr>
        <p:txBody>
          <a:bodyPr wrap="square" lIns="91440" tIns="45720" rIns="91440" bIns="45720" anchor="ctr">
            <a:noAutofit/>
          </a:bodyPr>
          <a:lstStyle/>
          <a:p>
            <a:r>
              <a:rPr lang="zh-CN" altLang="en-US" b="1" dirty="0">
                <a:latin typeface="Arial Narrow" panose="020B0606020202030204" pitchFamily="34" charset="0"/>
              </a:rPr>
              <a:t>载波监听检测到总线空闲，但</a:t>
            </a:r>
            <a:r>
              <a:rPr lang="zh-CN" altLang="en-US" b="1" dirty="0">
                <a:solidFill>
                  <a:schemeClr val="accent1">
                    <a:lumMod val="75000"/>
                  </a:schemeClr>
                </a:solidFill>
                <a:latin typeface="Arial Narrow" panose="020B0606020202030204" pitchFamily="34" charset="0"/>
              </a:rPr>
              <a:t>总线并不一定空闲</a:t>
            </a:r>
            <a:r>
              <a:rPr lang="zh-CN" altLang="en-US" b="1" dirty="0">
                <a:latin typeface="Arial Narrow" panose="020B0606020202030204" pitchFamily="34" charset="0"/>
              </a:rPr>
              <a:t>。</a:t>
            </a:r>
          </a:p>
        </p:txBody>
      </p:sp>
      <p:sp>
        <p:nvSpPr>
          <p:cNvPr id="71" name="矩形 70">
            <a:extLst>
              <a:ext uri="{FF2B5EF4-FFF2-40B4-BE49-F238E27FC236}">
                <a16:creationId xmlns:a16="http://schemas.microsoft.com/office/drawing/2014/main" id="{B799856C-A34F-4085-AEE0-E9E59EC723F8}"/>
              </a:ext>
            </a:extLst>
          </p:cNvPr>
          <p:cNvSpPr/>
          <p:nvPr/>
        </p:nvSpPr>
        <p:spPr>
          <a:xfrm>
            <a:off x="1056633" y="1805667"/>
            <a:ext cx="256976" cy="256976"/>
          </a:xfrm>
          <a:prstGeom prst="rect">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72" name="íşlïḍè">
            <a:extLst>
              <a:ext uri="{FF2B5EF4-FFF2-40B4-BE49-F238E27FC236}">
                <a16:creationId xmlns:a16="http://schemas.microsoft.com/office/drawing/2014/main" id="{D7779987-E797-4E08-9F30-76442C874FA5}"/>
              </a:ext>
            </a:extLst>
          </p:cNvPr>
          <p:cNvSpPr txBox="1"/>
          <p:nvPr/>
        </p:nvSpPr>
        <p:spPr>
          <a:xfrm>
            <a:off x="1373861" y="1751345"/>
            <a:ext cx="10270017" cy="616885"/>
          </a:xfrm>
          <a:prstGeom prst="rect">
            <a:avLst/>
          </a:prstGeom>
          <a:noFill/>
        </p:spPr>
        <p:txBody>
          <a:bodyPr wrap="square" lIns="91440" tIns="45720" rIns="91440" bIns="45720" anchor="ctr">
            <a:noAutofit/>
          </a:bodyPr>
          <a:lstStyle/>
          <a:p>
            <a:r>
              <a:rPr lang="zh-CN" altLang="en-US" b="1" dirty="0">
                <a:latin typeface="Arial Narrow" panose="020B0606020202030204" pitchFamily="34" charset="0"/>
              </a:rPr>
              <a:t>使用</a:t>
            </a:r>
            <a:r>
              <a:rPr lang="en-US" altLang="zh-CN" b="1" dirty="0">
                <a:latin typeface="Arial Narrow" panose="020B0606020202030204" pitchFamily="34" charset="0"/>
              </a:rPr>
              <a:t>CSMA/CD</a:t>
            </a:r>
            <a:r>
              <a:rPr lang="zh-CN" altLang="en-US" b="1" dirty="0">
                <a:latin typeface="Arial Narrow" panose="020B0606020202030204" pitchFamily="34" charset="0"/>
              </a:rPr>
              <a:t>协议的共享总线以太网上的各站点，只是尽量避免碰撞并在出现碰撞时做出退避后重发的处理，但</a:t>
            </a:r>
            <a:r>
              <a:rPr lang="zh-CN" altLang="en-US" b="1" dirty="0">
                <a:solidFill>
                  <a:schemeClr val="accent1">
                    <a:lumMod val="75000"/>
                  </a:schemeClr>
                </a:solidFill>
                <a:latin typeface="Arial Narrow" panose="020B0606020202030204" pitchFamily="34" charset="0"/>
              </a:rPr>
              <a:t>不能完全避免碰撞</a:t>
            </a:r>
            <a:r>
              <a:rPr lang="zh-CN" altLang="en-US" b="1" dirty="0">
                <a:latin typeface="Arial Narrow" panose="020B0606020202030204" pitchFamily="34" charset="0"/>
              </a:rPr>
              <a:t>。</a:t>
            </a:r>
          </a:p>
        </p:txBody>
      </p:sp>
      <p:sp>
        <p:nvSpPr>
          <p:cNvPr id="73" name="矩形 72">
            <a:extLst>
              <a:ext uri="{FF2B5EF4-FFF2-40B4-BE49-F238E27FC236}">
                <a16:creationId xmlns:a16="http://schemas.microsoft.com/office/drawing/2014/main" id="{1234878B-953A-4DA7-8650-AA66575F6B0E}"/>
              </a:ext>
            </a:extLst>
          </p:cNvPr>
          <p:cNvSpPr/>
          <p:nvPr/>
        </p:nvSpPr>
        <p:spPr>
          <a:xfrm>
            <a:off x="1056633" y="2492734"/>
            <a:ext cx="256976" cy="256976"/>
          </a:xfrm>
          <a:prstGeom prst="rect">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74" name="íşlïḍè">
            <a:extLst>
              <a:ext uri="{FF2B5EF4-FFF2-40B4-BE49-F238E27FC236}">
                <a16:creationId xmlns:a16="http://schemas.microsoft.com/office/drawing/2014/main" id="{97188229-F0F9-4FB0-9C86-C02C47F9D035}"/>
              </a:ext>
            </a:extLst>
          </p:cNvPr>
          <p:cNvSpPr txBox="1"/>
          <p:nvPr/>
        </p:nvSpPr>
        <p:spPr>
          <a:xfrm>
            <a:off x="1373861" y="2438412"/>
            <a:ext cx="10270017" cy="616885"/>
          </a:xfrm>
          <a:prstGeom prst="rect">
            <a:avLst/>
          </a:prstGeom>
          <a:noFill/>
        </p:spPr>
        <p:txBody>
          <a:bodyPr wrap="square" lIns="91440" tIns="45720" rIns="91440" bIns="45720" anchor="ctr">
            <a:noAutofit/>
          </a:bodyPr>
          <a:lstStyle/>
          <a:p>
            <a:r>
              <a:rPr lang="zh-CN" altLang="en-US" b="1" dirty="0">
                <a:latin typeface="Arial Narrow" panose="020B0606020202030204" pitchFamily="34" charset="0"/>
              </a:rPr>
              <a:t>在使用</a:t>
            </a:r>
            <a:r>
              <a:rPr lang="en-US" altLang="zh-CN" b="1" dirty="0">
                <a:latin typeface="Arial Narrow" panose="020B0606020202030204" pitchFamily="34" charset="0"/>
              </a:rPr>
              <a:t>CSMA/CD</a:t>
            </a:r>
            <a:r>
              <a:rPr lang="zh-CN" altLang="en-US" b="1" dirty="0">
                <a:latin typeface="Arial Narrow" panose="020B0606020202030204" pitchFamily="34" charset="0"/>
              </a:rPr>
              <a:t>协议时，由于正在发送帧的站点必须“边发送帧边检测碰撞”，因此站点不可能同时进行发送和接收，也就是不可能进行全双工通信，而</a:t>
            </a:r>
            <a:r>
              <a:rPr lang="zh-CN" altLang="en-US" b="1" dirty="0">
                <a:solidFill>
                  <a:schemeClr val="accent1">
                    <a:lumMod val="75000"/>
                  </a:schemeClr>
                </a:solidFill>
                <a:latin typeface="Arial Narrow" panose="020B0606020202030204" pitchFamily="34" charset="0"/>
              </a:rPr>
              <a:t>只能进行半双工通信</a:t>
            </a:r>
            <a:r>
              <a:rPr lang="zh-CN" altLang="en-US" b="1" dirty="0">
                <a:latin typeface="Arial Narrow" panose="020B0606020202030204" pitchFamily="34" charset="0"/>
              </a:rPr>
              <a:t>（双向交替通信）。</a:t>
            </a:r>
          </a:p>
        </p:txBody>
      </p:sp>
    </p:spTree>
    <p:custDataLst>
      <p:tags r:id="rId1"/>
    </p:custDataLst>
    <p:extLst>
      <p:ext uri="{BB962C8B-B14F-4D97-AF65-F5344CB8AC3E}">
        <p14:creationId xmlns:p14="http://schemas.microsoft.com/office/powerpoint/2010/main" val="1155149427"/>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49" presetClass="entr" presetSubtype="0" decel="100000" fill="hold" grpId="0" nodeType="withEffect">
                                  <p:stCondLst>
                                    <p:cond delay="0"/>
                                  </p:stCondLst>
                                  <p:childTnLst>
                                    <p:set>
                                      <p:cBhvr>
                                        <p:cTn id="6" dur="1" fill="hold">
                                          <p:stCondLst>
                                            <p:cond delay="0"/>
                                          </p:stCondLst>
                                        </p:cTn>
                                        <p:tgtEl>
                                          <p:spTgt spid="68"/>
                                        </p:tgtEl>
                                        <p:attrNameLst>
                                          <p:attrName>style.visibility</p:attrName>
                                        </p:attrNameLst>
                                      </p:cBhvr>
                                      <p:to>
                                        <p:strVal val="visible"/>
                                      </p:to>
                                    </p:set>
                                    <p:anim calcmode="lin" valueType="num">
                                      <p:cBhvr>
                                        <p:cTn id="7" dur="500" fill="hold"/>
                                        <p:tgtEl>
                                          <p:spTgt spid="68"/>
                                        </p:tgtEl>
                                        <p:attrNameLst>
                                          <p:attrName>ppt_w</p:attrName>
                                        </p:attrNameLst>
                                      </p:cBhvr>
                                      <p:tavLst>
                                        <p:tav tm="0">
                                          <p:val>
                                            <p:fltVal val="0"/>
                                          </p:val>
                                        </p:tav>
                                        <p:tav tm="100000">
                                          <p:val>
                                            <p:strVal val="#ppt_w"/>
                                          </p:val>
                                        </p:tav>
                                      </p:tavLst>
                                    </p:anim>
                                    <p:anim calcmode="lin" valueType="num">
                                      <p:cBhvr>
                                        <p:cTn id="8" dur="500" fill="hold"/>
                                        <p:tgtEl>
                                          <p:spTgt spid="68"/>
                                        </p:tgtEl>
                                        <p:attrNameLst>
                                          <p:attrName>ppt_h</p:attrName>
                                        </p:attrNameLst>
                                      </p:cBhvr>
                                      <p:tavLst>
                                        <p:tav tm="0">
                                          <p:val>
                                            <p:fltVal val="0"/>
                                          </p:val>
                                        </p:tav>
                                        <p:tav tm="100000">
                                          <p:val>
                                            <p:strVal val="#ppt_h"/>
                                          </p:val>
                                        </p:tav>
                                      </p:tavLst>
                                    </p:anim>
                                    <p:anim calcmode="lin" valueType="num">
                                      <p:cBhvr>
                                        <p:cTn id="9" dur="500" fill="hold"/>
                                        <p:tgtEl>
                                          <p:spTgt spid="68"/>
                                        </p:tgtEl>
                                        <p:attrNameLst>
                                          <p:attrName>style.rotation</p:attrName>
                                        </p:attrNameLst>
                                      </p:cBhvr>
                                      <p:tavLst>
                                        <p:tav tm="0">
                                          <p:val>
                                            <p:fltVal val="360"/>
                                          </p:val>
                                        </p:tav>
                                        <p:tav tm="100000">
                                          <p:val>
                                            <p:fltVal val="0"/>
                                          </p:val>
                                        </p:tav>
                                      </p:tavLst>
                                    </p:anim>
                                    <p:animEffect transition="in" filter="fade">
                                      <p:cBhvr>
                                        <p:cTn id="10" dur="500"/>
                                        <p:tgtEl>
                                          <p:spTgt spid="68"/>
                                        </p:tgtEl>
                                      </p:cBhvr>
                                    </p:animEffect>
                                  </p:childTnLst>
                                </p:cTn>
                              </p:par>
                            </p:childTnLst>
                          </p:cTn>
                        </p:par>
                        <p:par>
                          <p:cTn id="11" fill="hold">
                            <p:stCondLst>
                              <p:cond delay="500"/>
                            </p:stCondLst>
                            <p:childTnLst>
                              <p:par>
                                <p:cTn id="12" presetID="1" presetClass="entr" presetSubtype="0" fill="hold" grpId="0" nodeType="afterEffect">
                                  <p:stCondLst>
                                    <p:cond delay="0"/>
                                  </p:stCondLst>
                                  <p:iterate type="lt">
                                    <p:tmAbs val="100"/>
                                  </p:iterate>
                                  <p:childTnLst>
                                    <p:set>
                                      <p:cBhvr>
                                        <p:cTn id="13" dur="1" fill="hold">
                                          <p:stCondLst>
                                            <p:cond delay="0"/>
                                          </p:stCondLst>
                                        </p:cTn>
                                        <p:tgtEl>
                                          <p:spTgt spid="69"/>
                                        </p:tgtEl>
                                        <p:attrNameLst>
                                          <p:attrName>style.visibility</p:attrName>
                                        </p:attrNameLst>
                                      </p:cBhvr>
                                      <p:to>
                                        <p:strVal val="visible"/>
                                      </p:to>
                                    </p:set>
                                  </p:childTnLst>
                                </p:cTn>
                              </p:par>
                            </p:childTnLst>
                          </p:cTn>
                        </p:par>
                      </p:childTnLst>
                    </p:cTn>
                  </p:par>
                  <p:par>
                    <p:cTn id="14" fill="hold">
                      <p:stCondLst>
                        <p:cond delay="indefinite"/>
                      </p:stCondLst>
                      <p:childTnLst>
                        <p:par>
                          <p:cTn id="15" fill="hold">
                            <p:stCondLst>
                              <p:cond delay="0"/>
                            </p:stCondLst>
                            <p:childTnLst>
                              <p:par>
                                <p:cTn id="16" presetID="49" presetClass="entr" presetSubtype="0" decel="100000" fill="hold" grpId="0" nodeType="clickEffect">
                                  <p:stCondLst>
                                    <p:cond delay="0"/>
                                  </p:stCondLst>
                                  <p:childTnLst>
                                    <p:set>
                                      <p:cBhvr>
                                        <p:cTn id="17" dur="1" fill="hold">
                                          <p:stCondLst>
                                            <p:cond delay="0"/>
                                          </p:stCondLst>
                                        </p:cTn>
                                        <p:tgtEl>
                                          <p:spTgt spid="71"/>
                                        </p:tgtEl>
                                        <p:attrNameLst>
                                          <p:attrName>style.visibility</p:attrName>
                                        </p:attrNameLst>
                                      </p:cBhvr>
                                      <p:to>
                                        <p:strVal val="visible"/>
                                      </p:to>
                                    </p:set>
                                    <p:anim calcmode="lin" valueType="num">
                                      <p:cBhvr>
                                        <p:cTn id="18" dur="500" fill="hold"/>
                                        <p:tgtEl>
                                          <p:spTgt spid="71"/>
                                        </p:tgtEl>
                                        <p:attrNameLst>
                                          <p:attrName>ppt_w</p:attrName>
                                        </p:attrNameLst>
                                      </p:cBhvr>
                                      <p:tavLst>
                                        <p:tav tm="0">
                                          <p:val>
                                            <p:fltVal val="0"/>
                                          </p:val>
                                        </p:tav>
                                        <p:tav tm="100000">
                                          <p:val>
                                            <p:strVal val="#ppt_w"/>
                                          </p:val>
                                        </p:tav>
                                      </p:tavLst>
                                    </p:anim>
                                    <p:anim calcmode="lin" valueType="num">
                                      <p:cBhvr>
                                        <p:cTn id="19" dur="500" fill="hold"/>
                                        <p:tgtEl>
                                          <p:spTgt spid="71"/>
                                        </p:tgtEl>
                                        <p:attrNameLst>
                                          <p:attrName>ppt_h</p:attrName>
                                        </p:attrNameLst>
                                      </p:cBhvr>
                                      <p:tavLst>
                                        <p:tav tm="0">
                                          <p:val>
                                            <p:fltVal val="0"/>
                                          </p:val>
                                        </p:tav>
                                        <p:tav tm="100000">
                                          <p:val>
                                            <p:strVal val="#ppt_h"/>
                                          </p:val>
                                        </p:tav>
                                      </p:tavLst>
                                    </p:anim>
                                    <p:anim calcmode="lin" valueType="num">
                                      <p:cBhvr>
                                        <p:cTn id="20" dur="500" fill="hold"/>
                                        <p:tgtEl>
                                          <p:spTgt spid="71"/>
                                        </p:tgtEl>
                                        <p:attrNameLst>
                                          <p:attrName>style.rotation</p:attrName>
                                        </p:attrNameLst>
                                      </p:cBhvr>
                                      <p:tavLst>
                                        <p:tav tm="0">
                                          <p:val>
                                            <p:fltVal val="360"/>
                                          </p:val>
                                        </p:tav>
                                        <p:tav tm="100000">
                                          <p:val>
                                            <p:fltVal val="0"/>
                                          </p:val>
                                        </p:tav>
                                      </p:tavLst>
                                    </p:anim>
                                    <p:animEffect transition="in" filter="fade">
                                      <p:cBhvr>
                                        <p:cTn id="21" dur="500"/>
                                        <p:tgtEl>
                                          <p:spTgt spid="71"/>
                                        </p:tgtEl>
                                      </p:cBhvr>
                                    </p:animEffect>
                                  </p:childTnLst>
                                </p:cTn>
                              </p:par>
                            </p:childTnLst>
                          </p:cTn>
                        </p:par>
                        <p:par>
                          <p:cTn id="22" fill="hold">
                            <p:stCondLst>
                              <p:cond delay="500"/>
                            </p:stCondLst>
                            <p:childTnLst>
                              <p:par>
                                <p:cTn id="23" presetID="1" presetClass="entr" presetSubtype="0" fill="hold" grpId="0" nodeType="afterEffect">
                                  <p:stCondLst>
                                    <p:cond delay="0"/>
                                  </p:stCondLst>
                                  <p:iterate type="lt">
                                    <p:tmAbs val="100"/>
                                  </p:iterate>
                                  <p:childTnLst>
                                    <p:set>
                                      <p:cBhvr>
                                        <p:cTn id="24" dur="1" fill="hold">
                                          <p:stCondLst>
                                            <p:cond delay="0"/>
                                          </p:stCondLst>
                                        </p:cTn>
                                        <p:tgtEl>
                                          <p:spTgt spid="72"/>
                                        </p:tgtEl>
                                        <p:attrNameLst>
                                          <p:attrName>style.visibility</p:attrName>
                                        </p:attrNameLst>
                                      </p:cBhvr>
                                      <p:to>
                                        <p:strVal val="visible"/>
                                      </p:to>
                                    </p:set>
                                  </p:childTnLst>
                                </p:cTn>
                              </p:par>
                            </p:childTnLst>
                          </p:cTn>
                        </p:par>
                      </p:childTnLst>
                    </p:cTn>
                  </p:par>
                  <p:par>
                    <p:cTn id="25" fill="hold">
                      <p:stCondLst>
                        <p:cond delay="indefinite"/>
                      </p:stCondLst>
                      <p:childTnLst>
                        <p:par>
                          <p:cTn id="26" fill="hold">
                            <p:stCondLst>
                              <p:cond delay="0"/>
                            </p:stCondLst>
                            <p:childTnLst>
                              <p:par>
                                <p:cTn id="27" presetID="49" presetClass="entr" presetSubtype="0" decel="100000" fill="hold" grpId="0" nodeType="clickEffect">
                                  <p:stCondLst>
                                    <p:cond delay="0"/>
                                  </p:stCondLst>
                                  <p:childTnLst>
                                    <p:set>
                                      <p:cBhvr>
                                        <p:cTn id="28" dur="1" fill="hold">
                                          <p:stCondLst>
                                            <p:cond delay="0"/>
                                          </p:stCondLst>
                                        </p:cTn>
                                        <p:tgtEl>
                                          <p:spTgt spid="73"/>
                                        </p:tgtEl>
                                        <p:attrNameLst>
                                          <p:attrName>style.visibility</p:attrName>
                                        </p:attrNameLst>
                                      </p:cBhvr>
                                      <p:to>
                                        <p:strVal val="visible"/>
                                      </p:to>
                                    </p:set>
                                    <p:anim calcmode="lin" valueType="num">
                                      <p:cBhvr>
                                        <p:cTn id="29" dur="500" fill="hold"/>
                                        <p:tgtEl>
                                          <p:spTgt spid="73"/>
                                        </p:tgtEl>
                                        <p:attrNameLst>
                                          <p:attrName>ppt_w</p:attrName>
                                        </p:attrNameLst>
                                      </p:cBhvr>
                                      <p:tavLst>
                                        <p:tav tm="0">
                                          <p:val>
                                            <p:fltVal val="0"/>
                                          </p:val>
                                        </p:tav>
                                        <p:tav tm="100000">
                                          <p:val>
                                            <p:strVal val="#ppt_w"/>
                                          </p:val>
                                        </p:tav>
                                      </p:tavLst>
                                    </p:anim>
                                    <p:anim calcmode="lin" valueType="num">
                                      <p:cBhvr>
                                        <p:cTn id="30" dur="500" fill="hold"/>
                                        <p:tgtEl>
                                          <p:spTgt spid="73"/>
                                        </p:tgtEl>
                                        <p:attrNameLst>
                                          <p:attrName>ppt_h</p:attrName>
                                        </p:attrNameLst>
                                      </p:cBhvr>
                                      <p:tavLst>
                                        <p:tav tm="0">
                                          <p:val>
                                            <p:fltVal val="0"/>
                                          </p:val>
                                        </p:tav>
                                        <p:tav tm="100000">
                                          <p:val>
                                            <p:strVal val="#ppt_h"/>
                                          </p:val>
                                        </p:tav>
                                      </p:tavLst>
                                    </p:anim>
                                    <p:anim calcmode="lin" valueType="num">
                                      <p:cBhvr>
                                        <p:cTn id="31" dur="500" fill="hold"/>
                                        <p:tgtEl>
                                          <p:spTgt spid="73"/>
                                        </p:tgtEl>
                                        <p:attrNameLst>
                                          <p:attrName>style.rotation</p:attrName>
                                        </p:attrNameLst>
                                      </p:cBhvr>
                                      <p:tavLst>
                                        <p:tav tm="0">
                                          <p:val>
                                            <p:fltVal val="360"/>
                                          </p:val>
                                        </p:tav>
                                        <p:tav tm="100000">
                                          <p:val>
                                            <p:fltVal val="0"/>
                                          </p:val>
                                        </p:tav>
                                      </p:tavLst>
                                    </p:anim>
                                    <p:animEffect transition="in" filter="fade">
                                      <p:cBhvr>
                                        <p:cTn id="32" dur="500"/>
                                        <p:tgtEl>
                                          <p:spTgt spid="73"/>
                                        </p:tgtEl>
                                      </p:cBhvr>
                                    </p:animEffect>
                                  </p:childTnLst>
                                </p:cTn>
                              </p:par>
                            </p:childTnLst>
                          </p:cTn>
                        </p:par>
                        <p:par>
                          <p:cTn id="33" fill="hold">
                            <p:stCondLst>
                              <p:cond delay="500"/>
                            </p:stCondLst>
                            <p:childTnLst>
                              <p:par>
                                <p:cTn id="34" presetID="1" presetClass="entr" presetSubtype="0" fill="hold" grpId="0" nodeType="afterEffect">
                                  <p:stCondLst>
                                    <p:cond delay="0"/>
                                  </p:stCondLst>
                                  <p:iterate type="lt">
                                    <p:tmAbs val="100"/>
                                  </p:iterate>
                                  <p:childTnLst>
                                    <p:set>
                                      <p:cBhvr>
                                        <p:cTn id="35" dur="1" fill="hold">
                                          <p:stCondLst>
                                            <p:cond delay="0"/>
                                          </p:stCondLst>
                                        </p:cTn>
                                        <p:tgtEl>
                                          <p:spTgt spid="74"/>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68" grpId="0" animBg="1"/>
      <p:bldP spid="69" grpId="0"/>
      <p:bldP spid="71" grpId="0" animBg="1"/>
      <p:bldP spid="72" grpId="0"/>
      <p:bldP spid="73" grpId="0" animBg="1"/>
      <p:bldP spid="74" grpId="0"/>
    </p:bldLst>
  </p:timing>
</p:sld>
</file>

<file path=ppt/slides/slide31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4" name="组合 3">
            <a:extLst>
              <a:ext uri="{FF2B5EF4-FFF2-40B4-BE49-F238E27FC236}">
                <a16:creationId xmlns:a16="http://schemas.microsoft.com/office/drawing/2014/main" id="{9A1EA9F2-FCB6-48C3-935F-7AE7E3AD14AC}"/>
              </a:ext>
            </a:extLst>
          </p:cNvPr>
          <p:cNvGrpSpPr/>
          <p:nvPr/>
        </p:nvGrpSpPr>
        <p:grpSpPr>
          <a:xfrm>
            <a:off x="304800" y="749300"/>
            <a:ext cx="6192344" cy="400110"/>
            <a:chOff x="424117" y="898245"/>
            <a:chExt cx="6192344" cy="400110"/>
          </a:xfrm>
        </p:grpSpPr>
        <p:sp>
          <p:nvSpPr>
            <p:cNvPr id="2" name="平行四边形 1">
              <a:extLst>
                <a:ext uri="{FF2B5EF4-FFF2-40B4-BE49-F238E27FC236}">
                  <a16:creationId xmlns:a16="http://schemas.microsoft.com/office/drawing/2014/main" id="{1F5BAA3F-9845-4F89-A2DD-8222D3E4EDAC}"/>
                </a:ext>
              </a:extLst>
            </p:cNvPr>
            <p:cNvSpPr/>
            <p:nvPr/>
          </p:nvSpPr>
          <p:spPr>
            <a:xfrm>
              <a:off x="424117" y="898245"/>
              <a:ext cx="628306" cy="387090"/>
            </a:xfrm>
            <a:prstGeom prst="parallelogram">
              <a:avLst/>
            </a:prstGeom>
            <a:solidFill>
              <a:schemeClr val="accent3">
                <a:lumMod val="75000"/>
              </a:schemeClr>
            </a:solidFill>
            <a:ln>
              <a:solidFill>
                <a:schemeClr val="accent3">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CN" sz="2200" dirty="0">
                  <a:latin typeface="Impact" panose="020B0806030902050204" pitchFamily="34" charset="0"/>
                </a:rPr>
                <a:t>01</a:t>
              </a:r>
              <a:endParaRPr lang="zh-CN" altLang="en-US" sz="2200" dirty="0">
                <a:latin typeface="Impact" panose="020B0806030902050204" pitchFamily="34" charset="0"/>
              </a:endParaRPr>
            </a:p>
          </p:txBody>
        </p:sp>
        <p:sp>
          <p:nvSpPr>
            <p:cNvPr id="3" name="文本框 2">
              <a:extLst>
                <a:ext uri="{FF2B5EF4-FFF2-40B4-BE49-F238E27FC236}">
                  <a16:creationId xmlns:a16="http://schemas.microsoft.com/office/drawing/2014/main" id="{4D6BD736-A4D3-4F26-AFED-36E11F50F70B}"/>
                </a:ext>
              </a:extLst>
            </p:cNvPr>
            <p:cNvSpPr txBox="1"/>
            <p:nvPr/>
          </p:nvSpPr>
          <p:spPr>
            <a:xfrm>
              <a:off x="1052423" y="898245"/>
              <a:ext cx="5564038" cy="400110"/>
            </a:xfrm>
            <a:prstGeom prst="rect">
              <a:avLst/>
            </a:prstGeom>
            <a:noFill/>
          </p:spPr>
          <p:txBody>
            <a:bodyPr wrap="square" rtlCol="0">
              <a:spAutoFit/>
            </a:bodyPr>
            <a:lstStyle/>
            <a:p>
              <a:r>
                <a:rPr lang="en-US" altLang="zh-CN" sz="2000" b="1" dirty="0"/>
                <a:t>CSMA/CD</a:t>
              </a:r>
              <a:r>
                <a:rPr lang="zh-CN" altLang="en-US" sz="2000" b="1" dirty="0"/>
                <a:t>协议的基本原理</a:t>
              </a:r>
              <a:endParaRPr lang="en-US" altLang="zh-CN" sz="2000" b="1" dirty="0"/>
            </a:p>
          </p:txBody>
        </p:sp>
      </p:grpSp>
      <p:grpSp>
        <p:nvGrpSpPr>
          <p:cNvPr id="5" name="组合 4">
            <a:extLst>
              <a:ext uri="{FF2B5EF4-FFF2-40B4-BE49-F238E27FC236}">
                <a16:creationId xmlns:a16="http://schemas.microsoft.com/office/drawing/2014/main" id="{C01E6C52-422B-4C95-B19D-1CED5810DA03}"/>
              </a:ext>
            </a:extLst>
          </p:cNvPr>
          <p:cNvGrpSpPr/>
          <p:nvPr/>
        </p:nvGrpSpPr>
        <p:grpSpPr>
          <a:xfrm>
            <a:off x="4462359" y="730007"/>
            <a:ext cx="2153414" cy="461665"/>
            <a:chOff x="4462359" y="730007"/>
            <a:chExt cx="2153414" cy="461665"/>
          </a:xfrm>
        </p:grpSpPr>
        <p:sp>
          <p:nvSpPr>
            <p:cNvPr id="6" name="矩形 5">
              <a:extLst>
                <a:ext uri="{FF2B5EF4-FFF2-40B4-BE49-F238E27FC236}">
                  <a16:creationId xmlns:a16="http://schemas.microsoft.com/office/drawing/2014/main" id="{BC2570DD-396E-4D25-AF51-7823C90107CF}"/>
                </a:ext>
              </a:extLst>
            </p:cNvPr>
            <p:cNvSpPr/>
            <p:nvPr/>
          </p:nvSpPr>
          <p:spPr>
            <a:xfrm>
              <a:off x="4462359" y="757078"/>
              <a:ext cx="2153414" cy="400110"/>
            </a:xfrm>
            <a:prstGeom prst="rect">
              <a:avLst/>
            </a:prstGeom>
            <a:solidFill>
              <a:schemeClr val="accent4"/>
            </a:solidFill>
            <a:ln>
              <a:solidFill>
                <a:schemeClr val="accent4"/>
              </a:solidFill>
            </a:ln>
          </p:spPr>
          <p:style>
            <a:lnRef idx="2">
              <a:schemeClr val="accent4">
                <a:shade val="50000"/>
              </a:schemeClr>
            </a:lnRef>
            <a:fillRef idx="1">
              <a:schemeClr val="accent4"/>
            </a:fillRef>
            <a:effectRef idx="0">
              <a:schemeClr val="accent4"/>
            </a:effectRef>
            <a:fontRef idx="minor">
              <a:schemeClr val="lt1"/>
            </a:fontRef>
          </p:style>
          <p:txBody>
            <a:bodyPr rtlCol="0" anchor="ctr"/>
            <a:lstStyle/>
            <a:p>
              <a:pPr algn="ctr"/>
              <a:endParaRPr lang="zh-CN" altLang="en-US" b="1" dirty="0"/>
            </a:p>
          </p:txBody>
        </p:sp>
        <p:sp>
          <p:nvSpPr>
            <p:cNvPr id="8" name="文本框 7">
              <a:extLst>
                <a:ext uri="{FF2B5EF4-FFF2-40B4-BE49-F238E27FC236}">
                  <a16:creationId xmlns:a16="http://schemas.microsoft.com/office/drawing/2014/main" id="{D124AB74-A7F3-4D08-8C3C-B508C7C6A51C}"/>
                </a:ext>
              </a:extLst>
            </p:cNvPr>
            <p:cNvSpPr txBox="1"/>
            <p:nvPr/>
          </p:nvSpPr>
          <p:spPr>
            <a:xfrm>
              <a:off x="4473322" y="772467"/>
              <a:ext cx="1598556" cy="400110"/>
            </a:xfrm>
            <a:prstGeom prst="rect">
              <a:avLst/>
            </a:prstGeom>
            <a:noFill/>
          </p:spPr>
          <p:txBody>
            <a:bodyPr wrap="square" rtlCol="0">
              <a:spAutoFit/>
            </a:bodyPr>
            <a:lstStyle/>
            <a:p>
              <a:pPr algn="ctr"/>
              <a:r>
                <a:rPr lang="zh-CN" altLang="en-US" sz="2000" b="1" dirty="0">
                  <a:solidFill>
                    <a:schemeClr val="bg1"/>
                  </a:solidFill>
                </a:rPr>
                <a:t>多址接入</a:t>
              </a:r>
            </a:p>
          </p:txBody>
        </p:sp>
        <p:sp>
          <p:nvSpPr>
            <p:cNvPr id="41" name="文本框 40">
              <a:extLst>
                <a:ext uri="{FF2B5EF4-FFF2-40B4-BE49-F238E27FC236}">
                  <a16:creationId xmlns:a16="http://schemas.microsoft.com/office/drawing/2014/main" id="{0FCCC336-AB70-403B-BE37-A1B698CF616F}"/>
                </a:ext>
              </a:extLst>
            </p:cNvPr>
            <p:cNvSpPr txBox="1"/>
            <p:nvPr/>
          </p:nvSpPr>
          <p:spPr>
            <a:xfrm>
              <a:off x="5708713" y="730007"/>
              <a:ext cx="383192" cy="461665"/>
            </a:xfrm>
            <a:prstGeom prst="rect">
              <a:avLst/>
            </a:prstGeom>
            <a:noFill/>
          </p:spPr>
          <p:txBody>
            <a:bodyPr wrap="square">
              <a:spAutoFit/>
            </a:bodyPr>
            <a:lstStyle/>
            <a:p>
              <a:r>
                <a:rPr lang="en-US" altLang="zh-CN" sz="2400" b="1" dirty="0">
                  <a:solidFill>
                    <a:schemeClr val="bg1"/>
                  </a:solidFill>
                  <a:latin typeface="Arial Narrow" panose="020B0606020202030204" pitchFamily="34" charset="0"/>
                </a:rPr>
                <a:t>M</a:t>
              </a:r>
              <a:endParaRPr lang="zh-CN" altLang="en-US" sz="2400" dirty="0">
                <a:solidFill>
                  <a:schemeClr val="bg1"/>
                </a:solidFill>
              </a:endParaRPr>
            </a:p>
          </p:txBody>
        </p:sp>
        <p:sp>
          <p:nvSpPr>
            <p:cNvPr id="54" name="文本框 53">
              <a:extLst>
                <a:ext uri="{FF2B5EF4-FFF2-40B4-BE49-F238E27FC236}">
                  <a16:creationId xmlns:a16="http://schemas.microsoft.com/office/drawing/2014/main" id="{B5431C6C-A9AE-4820-962C-B2D3EB67BE9B}"/>
                </a:ext>
              </a:extLst>
            </p:cNvPr>
            <p:cNvSpPr txBox="1"/>
            <p:nvPr/>
          </p:nvSpPr>
          <p:spPr>
            <a:xfrm>
              <a:off x="5948810" y="730007"/>
              <a:ext cx="383192" cy="461665"/>
            </a:xfrm>
            <a:prstGeom prst="rect">
              <a:avLst/>
            </a:prstGeom>
            <a:noFill/>
          </p:spPr>
          <p:txBody>
            <a:bodyPr wrap="square">
              <a:spAutoFit/>
            </a:bodyPr>
            <a:lstStyle/>
            <a:p>
              <a:r>
                <a:rPr lang="en-US" altLang="zh-CN" sz="2400" b="1" dirty="0">
                  <a:solidFill>
                    <a:schemeClr val="bg1"/>
                  </a:solidFill>
                  <a:latin typeface="Arial Narrow" panose="020B0606020202030204" pitchFamily="34" charset="0"/>
                </a:rPr>
                <a:t>A</a:t>
              </a:r>
              <a:endParaRPr lang="zh-CN" altLang="en-US" sz="2400" dirty="0">
                <a:solidFill>
                  <a:schemeClr val="bg1"/>
                </a:solidFill>
              </a:endParaRPr>
            </a:p>
          </p:txBody>
        </p:sp>
      </p:grpSp>
      <p:grpSp>
        <p:nvGrpSpPr>
          <p:cNvPr id="7" name="组合 6">
            <a:extLst>
              <a:ext uri="{FF2B5EF4-FFF2-40B4-BE49-F238E27FC236}">
                <a16:creationId xmlns:a16="http://schemas.microsoft.com/office/drawing/2014/main" id="{B9C158CC-93D8-4410-8E32-3C037291B916}"/>
              </a:ext>
            </a:extLst>
          </p:cNvPr>
          <p:cNvGrpSpPr/>
          <p:nvPr/>
        </p:nvGrpSpPr>
        <p:grpSpPr>
          <a:xfrm>
            <a:off x="7094783" y="730441"/>
            <a:ext cx="2153414" cy="461665"/>
            <a:chOff x="7094783" y="730441"/>
            <a:chExt cx="2153414" cy="461665"/>
          </a:xfrm>
        </p:grpSpPr>
        <p:sp>
          <p:nvSpPr>
            <p:cNvPr id="56" name="矩形 55">
              <a:extLst>
                <a:ext uri="{FF2B5EF4-FFF2-40B4-BE49-F238E27FC236}">
                  <a16:creationId xmlns:a16="http://schemas.microsoft.com/office/drawing/2014/main" id="{3C4796E6-AC0C-457E-9848-A637639E67CC}"/>
                </a:ext>
              </a:extLst>
            </p:cNvPr>
            <p:cNvSpPr/>
            <p:nvPr/>
          </p:nvSpPr>
          <p:spPr>
            <a:xfrm>
              <a:off x="7094783" y="757078"/>
              <a:ext cx="2153414" cy="400110"/>
            </a:xfrm>
            <a:prstGeom prst="rect">
              <a:avLst/>
            </a:prstGeom>
            <a:solidFill>
              <a:schemeClr val="accent3"/>
            </a:solidFill>
            <a:ln>
              <a:solidFill>
                <a:schemeClr val="accent3"/>
              </a:solidFill>
            </a:ln>
          </p:spPr>
          <p:style>
            <a:lnRef idx="2">
              <a:schemeClr val="accent3">
                <a:shade val="50000"/>
              </a:schemeClr>
            </a:lnRef>
            <a:fillRef idx="1">
              <a:schemeClr val="accent3"/>
            </a:fillRef>
            <a:effectRef idx="0">
              <a:schemeClr val="accent3"/>
            </a:effectRef>
            <a:fontRef idx="minor">
              <a:schemeClr val="lt1"/>
            </a:fontRef>
          </p:style>
          <p:txBody>
            <a:bodyPr rtlCol="0" anchor="ctr"/>
            <a:lstStyle/>
            <a:p>
              <a:pPr algn="ctr"/>
              <a:endParaRPr lang="zh-CN" altLang="en-US"/>
            </a:p>
          </p:txBody>
        </p:sp>
        <p:sp>
          <p:nvSpPr>
            <p:cNvPr id="59" name="文本框 58">
              <a:extLst>
                <a:ext uri="{FF2B5EF4-FFF2-40B4-BE49-F238E27FC236}">
                  <a16:creationId xmlns:a16="http://schemas.microsoft.com/office/drawing/2014/main" id="{C8D143D7-F7E3-4FC0-A8A1-BD4C812C40DB}"/>
                </a:ext>
              </a:extLst>
            </p:cNvPr>
            <p:cNvSpPr txBox="1"/>
            <p:nvPr/>
          </p:nvSpPr>
          <p:spPr>
            <a:xfrm>
              <a:off x="7236053" y="772467"/>
              <a:ext cx="1598556" cy="400110"/>
            </a:xfrm>
            <a:prstGeom prst="rect">
              <a:avLst/>
            </a:prstGeom>
            <a:noFill/>
          </p:spPr>
          <p:txBody>
            <a:bodyPr wrap="square" rtlCol="0">
              <a:spAutoFit/>
            </a:bodyPr>
            <a:lstStyle/>
            <a:p>
              <a:pPr algn="ctr"/>
              <a:r>
                <a:rPr lang="zh-CN" altLang="en-US" sz="2000" b="1" dirty="0">
                  <a:solidFill>
                    <a:schemeClr val="bg1"/>
                  </a:solidFill>
                </a:rPr>
                <a:t>载波监听</a:t>
              </a:r>
            </a:p>
          </p:txBody>
        </p:sp>
        <p:sp>
          <p:nvSpPr>
            <p:cNvPr id="38" name="文本框 37">
              <a:extLst>
                <a:ext uri="{FF2B5EF4-FFF2-40B4-BE49-F238E27FC236}">
                  <a16:creationId xmlns:a16="http://schemas.microsoft.com/office/drawing/2014/main" id="{84A31281-0C7C-4AD1-BF1E-5FB4696F26F7}"/>
                </a:ext>
              </a:extLst>
            </p:cNvPr>
            <p:cNvSpPr txBox="1"/>
            <p:nvPr/>
          </p:nvSpPr>
          <p:spPr>
            <a:xfrm>
              <a:off x="8481180" y="730441"/>
              <a:ext cx="383192" cy="461665"/>
            </a:xfrm>
            <a:prstGeom prst="rect">
              <a:avLst/>
            </a:prstGeom>
            <a:noFill/>
          </p:spPr>
          <p:txBody>
            <a:bodyPr wrap="square">
              <a:spAutoFit/>
            </a:bodyPr>
            <a:lstStyle/>
            <a:p>
              <a:r>
                <a:rPr lang="en-US" altLang="zh-CN" sz="2400" b="1" dirty="0">
                  <a:solidFill>
                    <a:schemeClr val="bg1"/>
                  </a:solidFill>
                  <a:latin typeface="Arial Narrow" panose="020B0606020202030204" pitchFamily="34" charset="0"/>
                </a:rPr>
                <a:t>C</a:t>
              </a:r>
              <a:endParaRPr lang="zh-CN" altLang="en-US" sz="2400" dirty="0">
                <a:solidFill>
                  <a:schemeClr val="bg1"/>
                </a:solidFill>
              </a:endParaRPr>
            </a:p>
          </p:txBody>
        </p:sp>
        <p:sp>
          <p:nvSpPr>
            <p:cNvPr id="39" name="文本框 38">
              <a:extLst>
                <a:ext uri="{FF2B5EF4-FFF2-40B4-BE49-F238E27FC236}">
                  <a16:creationId xmlns:a16="http://schemas.microsoft.com/office/drawing/2014/main" id="{D1527A42-5BA8-4F70-8A58-1322EC2698B7}"/>
                </a:ext>
              </a:extLst>
            </p:cNvPr>
            <p:cNvSpPr txBox="1"/>
            <p:nvPr/>
          </p:nvSpPr>
          <p:spPr>
            <a:xfrm>
              <a:off x="8675232" y="730441"/>
              <a:ext cx="383192" cy="461665"/>
            </a:xfrm>
            <a:prstGeom prst="rect">
              <a:avLst/>
            </a:prstGeom>
            <a:noFill/>
          </p:spPr>
          <p:txBody>
            <a:bodyPr wrap="square">
              <a:spAutoFit/>
            </a:bodyPr>
            <a:lstStyle/>
            <a:p>
              <a:r>
                <a:rPr lang="en-US" altLang="zh-CN" sz="2400" b="1" dirty="0">
                  <a:solidFill>
                    <a:schemeClr val="bg1"/>
                  </a:solidFill>
                  <a:latin typeface="Arial Narrow" panose="020B0606020202030204" pitchFamily="34" charset="0"/>
                </a:rPr>
                <a:t>S</a:t>
              </a:r>
              <a:endParaRPr lang="zh-CN" altLang="en-US" sz="2400" dirty="0">
                <a:solidFill>
                  <a:schemeClr val="bg1"/>
                </a:solidFill>
              </a:endParaRPr>
            </a:p>
          </p:txBody>
        </p:sp>
      </p:grpSp>
      <p:grpSp>
        <p:nvGrpSpPr>
          <p:cNvPr id="9" name="组合 8">
            <a:extLst>
              <a:ext uri="{FF2B5EF4-FFF2-40B4-BE49-F238E27FC236}">
                <a16:creationId xmlns:a16="http://schemas.microsoft.com/office/drawing/2014/main" id="{46C7C9F9-77AF-4E79-B679-41F2B5E760D4}"/>
              </a:ext>
            </a:extLst>
          </p:cNvPr>
          <p:cNvGrpSpPr/>
          <p:nvPr/>
        </p:nvGrpSpPr>
        <p:grpSpPr>
          <a:xfrm>
            <a:off x="9727206" y="734232"/>
            <a:ext cx="2153414" cy="461665"/>
            <a:chOff x="9727206" y="734232"/>
            <a:chExt cx="2153414" cy="461665"/>
          </a:xfrm>
        </p:grpSpPr>
        <p:sp>
          <p:nvSpPr>
            <p:cNvPr id="58" name="矩形 57">
              <a:extLst>
                <a:ext uri="{FF2B5EF4-FFF2-40B4-BE49-F238E27FC236}">
                  <a16:creationId xmlns:a16="http://schemas.microsoft.com/office/drawing/2014/main" id="{8C738A42-5B66-4505-B03D-160313542C6B}"/>
                </a:ext>
              </a:extLst>
            </p:cNvPr>
            <p:cNvSpPr/>
            <p:nvPr/>
          </p:nvSpPr>
          <p:spPr>
            <a:xfrm>
              <a:off x="9727206" y="757078"/>
              <a:ext cx="2153414" cy="400110"/>
            </a:xfrm>
            <a:prstGeom prst="rect">
              <a:avLst/>
            </a:prstGeom>
            <a:solidFill>
              <a:schemeClr val="bg2">
                <a:lumMod val="90000"/>
              </a:schemeClr>
            </a:solidFill>
            <a:ln>
              <a:solidFill>
                <a:schemeClr val="bg2">
                  <a:lumMod val="90000"/>
                </a:schemeClr>
              </a:solidFill>
            </a:ln>
          </p:spPr>
          <p:style>
            <a:lnRef idx="2">
              <a:schemeClr val="accent5">
                <a:shade val="50000"/>
              </a:schemeClr>
            </a:lnRef>
            <a:fillRef idx="1">
              <a:schemeClr val="accent5"/>
            </a:fillRef>
            <a:effectRef idx="0">
              <a:schemeClr val="accent5"/>
            </a:effectRef>
            <a:fontRef idx="minor">
              <a:schemeClr val="lt1"/>
            </a:fontRef>
          </p:style>
          <p:txBody>
            <a:bodyPr rtlCol="0" anchor="ctr"/>
            <a:lstStyle/>
            <a:p>
              <a:pPr algn="ctr"/>
              <a:endParaRPr lang="zh-CN" altLang="en-US"/>
            </a:p>
          </p:txBody>
        </p:sp>
        <p:sp>
          <p:nvSpPr>
            <p:cNvPr id="60" name="文本框 59">
              <a:extLst>
                <a:ext uri="{FF2B5EF4-FFF2-40B4-BE49-F238E27FC236}">
                  <a16:creationId xmlns:a16="http://schemas.microsoft.com/office/drawing/2014/main" id="{AB15AA99-A243-45C1-AE07-0B685612E43F}"/>
                </a:ext>
              </a:extLst>
            </p:cNvPr>
            <p:cNvSpPr txBox="1"/>
            <p:nvPr/>
          </p:nvSpPr>
          <p:spPr>
            <a:xfrm>
              <a:off x="9791788" y="772467"/>
              <a:ext cx="1598556" cy="400110"/>
            </a:xfrm>
            <a:prstGeom prst="rect">
              <a:avLst/>
            </a:prstGeom>
            <a:noFill/>
          </p:spPr>
          <p:txBody>
            <a:bodyPr wrap="square" rtlCol="0">
              <a:spAutoFit/>
            </a:bodyPr>
            <a:lstStyle/>
            <a:p>
              <a:pPr algn="ctr"/>
              <a:r>
                <a:rPr lang="zh-CN" altLang="en-US" sz="2000" b="1" dirty="0">
                  <a:solidFill>
                    <a:schemeClr val="bg1"/>
                  </a:solidFill>
                </a:rPr>
                <a:t>碰撞检测</a:t>
              </a:r>
            </a:p>
          </p:txBody>
        </p:sp>
        <p:sp>
          <p:nvSpPr>
            <p:cNvPr id="55" name="文本框 54">
              <a:extLst>
                <a:ext uri="{FF2B5EF4-FFF2-40B4-BE49-F238E27FC236}">
                  <a16:creationId xmlns:a16="http://schemas.microsoft.com/office/drawing/2014/main" id="{F7208B3A-F0CA-46E2-A78F-A769880DCC09}"/>
                </a:ext>
              </a:extLst>
            </p:cNvPr>
            <p:cNvSpPr txBox="1"/>
            <p:nvPr/>
          </p:nvSpPr>
          <p:spPr>
            <a:xfrm>
              <a:off x="11033742" y="734232"/>
              <a:ext cx="383192" cy="461665"/>
            </a:xfrm>
            <a:prstGeom prst="rect">
              <a:avLst/>
            </a:prstGeom>
            <a:noFill/>
          </p:spPr>
          <p:txBody>
            <a:bodyPr wrap="square">
              <a:spAutoFit/>
            </a:bodyPr>
            <a:lstStyle/>
            <a:p>
              <a:r>
                <a:rPr lang="en-US" altLang="zh-CN" sz="2400" b="1" dirty="0">
                  <a:solidFill>
                    <a:schemeClr val="bg1"/>
                  </a:solidFill>
                  <a:latin typeface="Arial Narrow" panose="020B0606020202030204" pitchFamily="34" charset="0"/>
                </a:rPr>
                <a:t>C</a:t>
              </a:r>
              <a:endParaRPr lang="zh-CN" altLang="en-US" sz="2400" dirty="0">
                <a:solidFill>
                  <a:schemeClr val="bg1"/>
                </a:solidFill>
              </a:endParaRPr>
            </a:p>
          </p:txBody>
        </p:sp>
        <p:sp>
          <p:nvSpPr>
            <p:cNvPr id="57" name="文本框 56">
              <a:extLst>
                <a:ext uri="{FF2B5EF4-FFF2-40B4-BE49-F238E27FC236}">
                  <a16:creationId xmlns:a16="http://schemas.microsoft.com/office/drawing/2014/main" id="{F625F8B0-68ED-4238-86A5-61737324B156}"/>
                </a:ext>
              </a:extLst>
            </p:cNvPr>
            <p:cNvSpPr txBox="1"/>
            <p:nvPr/>
          </p:nvSpPr>
          <p:spPr>
            <a:xfrm>
              <a:off x="11260686" y="734232"/>
              <a:ext cx="383192" cy="461665"/>
            </a:xfrm>
            <a:prstGeom prst="rect">
              <a:avLst/>
            </a:prstGeom>
            <a:noFill/>
          </p:spPr>
          <p:txBody>
            <a:bodyPr wrap="square">
              <a:spAutoFit/>
            </a:bodyPr>
            <a:lstStyle/>
            <a:p>
              <a:r>
                <a:rPr lang="en-US" altLang="zh-CN" sz="2400" b="1" dirty="0">
                  <a:solidFill>
                    <a:schemeClr val="bg1"/>
                  </a:solidFill>
                  <a:latin typeface="Arial Narrow" panose="020B0606020202030204" pitchFamily="34" charset="0"/>
                </a:rPr>
                <a:t>D</a:t>
              </a:r>
              <a:endParaRPr lang="zh-CN" altLang="en-US" sz="2400" dirty="0">
                <a:solidFill>
                  <a:schemeClr val="bg1"/>
                </a:solidFill>
              </a:endParaRPr>
            </a:p>
          </p:txBody>
        </p:sp>
      </p:grpSp>
      <p:grpSp>
        <p:nvGrpSpPr>
          <p:cNvPr id="77" name="组合 76">
            <a:extLst>
              <a:ext uri="{FF2B5EF4-FFF2-40B4-BE49-F238E27FC236}">
                <a16:creationId xmlns:a16="http://schemas.microsoft.com/office/drawing/2014/main" id="{1B6971EE-F977-4DA3-A9A0-44F6C9DC48DA}"/>
              </a:ext>
            </a:extLst>
          </p:cNvPr>
          <p:cNvGrpSpPr/>
          <p:nvPr/>
        </p:nvGrpSpPr>
        <p:grpSpPr>
          <a:xfrm>
            <a:off x="9727206" y="734232"/>
            <a:ext cx="2153414" cy="461665"/>
            <a:chOff x="9727206" y="734232"/>
            <a:chExt cx="2153414" cy="461665"/>
          </a:xfrm>
        </p:grpSpPr>
        <p:sp>
          <p:nvSpPr>
            <p:cNvPr id="79" name="矩形 78">
              <a:extLst>
                <a:ext uri="{FF2B5EF4-FFF2-40B4-BE49-F238E27FC236}">
                  <a16:creationId xmlns:a16="http://schemas.microsoft.com/office/drawing/2014/main" id="{23D339D1-2ECC-4222-BF66-5F8AC926D8C7}"/>
                </a:ext>
              </a:extLst>
            </p:cNvPr>
            <p:cNvSpPr/>
            <p:nvPr/>
          </p:nvSpPr>
          <p:spPr>
            <a:xfrm>
              <a:off x="9727206" y="757078"/>
              <a:ext cx="2153414" cy="400110"/>
            </a:xfrm>
            <a:prstGeom prst="rect">
              <a:avLst/>
            </a:prstGeom>
            <a:solidFill>
              <a:schemeClr val="accent5"/>
            </a:solidFill>
            <a:ln>
              <a:solidFill>
                <a:schemeClr val="accent5"/>
              </a:solidFill>
            </a:ln>
          </p:spPr>
          <p:style>
            <a:lnRef idx="2">
              <a:schemeClr val="accent5">
                <a:shade val="50000"/>
              </a:schemeClr>
            </a:lnRef>
            <a:fillRef idx="1">
              <a:schemeClr val="accent5"/>
            </a:fillRef>
            <a:effectRef idx="0">
              <a:schemeClr val="accent5"/>
            </a:effectRef>
            <a:fontRef idx="minor">
              <a:schemeClr val="lt1"/>
            </a:fontRef>
          </p:style>
          <p:txBody>
            <a:bodyPr rtlCol="0" anchor="ctr"/>
            <a:lstStyle/>
            <a:p>
              <a:pPr algn="ctr"/>
              <a:endParaRPr lang="zh-CN" altLang="en-US"/>
            </a:p>
          </p:txBody>
        </p:sp>
        <p:sp>
          <p:nvSpPr>
            <p:cNvPr id="80" name="文本框 79">
              <a:extLst>
                <a:ext uri="{FF2B5EF4-FFF2-40B4-BE49-F238E27FC236}">
                  <a16:creationId xmlns:a16="http://schemas.microsoft.com/office/drawing/2014/main" id="{644983D9-31FB-44F8-9DB3-5BFCAA2F4462}"/>
                </a:ext>
              </a:extLst>
            </p:cNvPr>
            <p:cNvSpPr txBox="1"/>
            <p:nvPr/>
          </p:nvSpPr>
          <p:spPr>
            <a:xfrm>
              <a:off x="9791788" y="772467"/>
              <a:ext cx="1598556" cy="400110"/>
            </a:xfrm>
            <a:prstGeom prst="rect">
              <a:avLst/>
            </a:prstGeom>
            <a:noFill/>
          </p:spPr>
          <p:txBody>
            <a:bodyPr wrap="square" rtlCol="0">
              <a:spAutoFit/>
            </a:bodyPr>
            <a:lstStyle/>
            <a:p>
              <a:pPr algn="ctr"/>
              <a:r>
                <a:rPr lang="zh-CN" altLang="en-US" sz="2000" b="1" dirty="0">
                  <a:solidFill>
                    <a:schemeClr val="bg1"/>
                  </a:solidFill>
                </a:rPr>
                <a:t>碰撞检测</a:t>
              </a:r>
            </a:p>
          </p:txBody>
        </p:sp>
        <p:sp>
          <p:nvSpPr>
            <p:cNvPr id="85" name="文本框 84">
              <a:extLst>
                <a:ext uri="{FF2B5EF4-FFF2-40B4-BE49-F238E27FC236}">
                  <a16:creationId xmlns:a16="http://schemas.microsoft.com/office/drawing/2014/main" id="{C1CFD963-D797-4467-A290-7E45A4D0B8B2}"/>
                </a:ext>
              </a:extLst>
            </p:cNvPr>
            <p:cNvSpPr txBox="1"/>
            <p:nvPr/>
          </p:nvSpPr>
          <p:spPr>
            <a:xfrm>
              <a:off x="11033742" y="734232"/>
              <a:ext cx="383192" cy="461665"/>
            </a:xfrm>
            <a:prstGeom prst="rect">
              <a:avLst/>
            </a:prstGeom>
            <a:noFill/>
          </p:spPr>
          <p:txBody>
            <a:bodyPr wrap="square">
              <a:spAutoFit/>
            </a:bodyPr>
            <a:lstStyle/>
            <a:p>
              <a:r>
                <a:rPr lang="en-US" altLang="zh-CN" sz="2400" b="1" dirty="0">
                  <a:solidFill>
                    <a:schemeClr val="bg1"/>
                  </a:solidFill>
                  <a:latin typeface="Arial Narrow" panose="020B0606020202030204" pitchFamily="34" charset="0"/>
                </a:rPr>
                <a:t>C</a:t>
              </a:r>
              <a:endParaRPr lang="zh-CN" altLang="en-US" sz="2400" dirty="0">
                <a:solidFill>
                  <a:schemeClr val="bg1"/>
                </a:solidFill>
              </a:endParaRPr>
            </a:p>
          </p:txBody>
        </p:sp>
        <p:sp>
          <p:nvSpPr>
            <p:cNvPr id="86" name="文本框 85">
              <a:extLst>
                <a:ext uri="{FF2B5EF4-FFF2-40B4-BE49-F238E27FC236}">
                  <a16:creationId xmlns:a16="http://schemas.microsoft.com/office/drawing/2014/main" id="{BA726DB0-C965-40B9-B603-AEA447E38417}"/>
                </a:ext>
              </a:extLst>
            </p:cNvPr>
            <p:cNvSpPr txBox="1"/>
            <p:nvPr/>
          </p:nvSpPr>
          <p:spPr>
            <a:xfrm>
              <a:off x="11260686" y="734232"/>
              <a:ext cx="383192" cy="461665"/>
            </a:xfrm>
            <a:prstGeom prst="rect">
              <a:avLst/>
            </a:prstGeom>
            <a:noFill/>
          </p:spPr>
          <p:txBody>
            <a:bodyPr wrap="square">
              <a:spAutoFit/>
            </a:bodyPr>
            <a:lstStyle/>
            <a:p>
              <a:r>
                <a:rPr lang="en-US" altLang="zh-CN" sz="2400" b="1" dirty="0">
                  <a:solidFill>
                    <a:schemeClr val="bg1"/>
                  </a:solidFill>
                  <a:latin typeface="Arial Narrow" panose="020B0606020202030204" pitchFamily="34" charset="0"/>
                </a:rPr>
                <a:t>D</a:t>
              </a:r>
              <a:endParaRPr lang="zh-CN" altLang="en-US" sz="2400" dirty="0">
                <a:solidFill>
                  <a:schemeClr val="bg1"/>
                </a:solidFill>
              </a:endParaRPr>
            </a:p>
          </p:txBody>
        </p:sp>
      </p:grpSp>
      <p:grpSp>
        <p:nvGrpSpPr>
          <p:cNvPr id="10" name="组合 9">
            <a:extLst>
              <a:ext uri="{FF2B5EF4-FFF2-40B4-BE49-F238E27FC236}">
                <a16:creationId xmlns:a16="http://schemas.microsoft.com/office/drawing/2014/main" id="{5C285408-CBFF-4D61-8C58-BDEB4AEBCE9F}"/>
              </a:ext>
            </a:extLst>
          </p:cNvPr>
          <p:cNvGrpSpPr/>
          <p:nvPr/>
        </p:nvGrpSpPr>
        <p:grpSpPr>
          <a:xfrm>
            <a:off x="1373861" y="1281052"/>
            <a:ext cx="10270017" cy="885375"/>
            <a:chOff x="1373861" y="1281052"/>
            <a:chExt cx="10270017" cy="885375"/>
          </a:xfrm>
        </p:grpSpPr>
        <p:sp>
          <p:nvSpPr>
            <p:cNvPr id="69" name="íşlïḍè">
              <a:extLst>
                <a:ext uri="{FF2B5EF4-FFF2-40B4-BE49-F238E27FC236}">
                  <a16:creationId xmlns:a16="http://schemas.microsoft.com/office/drawing/2014/main" id="{891CCC88-9843-49CE-80A5-C8DB9CECDEE0}"/>
                </a:ext>
              </a:extLst>
            </p:cNvPr>
            <p:cNvSpPr txBox="1"/>
            <p:nvPr/>
          </p:nvSpPr>
          <p:spPr>
            <a:xfrm>
              <a:off x="1373861" y="1281052"/>
              <a:ext cx="10270017" cy="400111"/>
            </a:xfrm>
            <a:prstGeom prst="rect">
              <a:avLst/>
            </a:prstGeom>
            <a:noFill/>
          </p:spPr>
          <p:txBody>
            <a:bodyPr wrap="square" lIns="91440" tIns="45720" rIns="91440" bIns="45720" anchor="ctr">
              <a:noAutofit/>
            </a:bodyPr>
            <a:lstStyle/>
            <a:p>
              <a:r>
                <a:rPr lang="en-US" altLang="zh-CN" b="1" dirty="0">
                  <a:latin typeface="Arial Narrow" panose="020B0606020202030204" pitchFamily="34" charset="0"/>
                </a:rPr>
                <a:t>【2013</a:t>
              </a:r>
              <a:r>
                <a:rPr lang="zh-CN" altLang="en-US" b="1" dirty="0">
                  <a:latin typeface="Arial Narrow" panose="020B0606020202030204" pitchFamily="34" charset="0"/>
                </a:rPr>
                <a:t>年 题</a:t>
              </a:r>
              <a:r>
                <a:rPr lang="en-US" altLang="zh-CN" b="1" dirty="0">
                  <a:latin typeface="Arial Narrow" panose="020B0606020202030204" pitchFamily="34" charset="0"/>
                </a:rPr>
                <a:t>36】</a:t>
              </a:r>
              <a:r>
                <a:rPr lang="zh-CN" altLang="en-US" b="1" dirty="0">
                  <a:latin typeface="Arial Narrow" panose="020B0606020202030204" pitchFamily="34" charset="0"/>
                </a:rPr>
                <a:t>下列介质访问控制方法中，可能发生冲突的是（      ）。</a:t>
              </a:r>
            </a:p>
          </p:txBody>
        </p:sp>
        <p:sp>
          <p:nvSpPr>
            <p:cNvPr id="31" name="íşlïḍè">
              <a:extLst>
                <a:ext uri="{FF2B5EF4-FFF2-40B4-BE49-F238E27FC236}">
                  <a16:creationId xmlns:a16="http://schemas.microsoft.com/office/drawing/2014/main" id="{0175BF7A-CFF2-4250-B161-CED6A75E0EB2}"/>
                </a:ext>
              </a:extLst>
            </p:cNvPr>
            <p:cNvSpPr txBox="1"/>
            <p:nvPr/>
          </p:nvSpPr>
          <p:spPr>
            <a:xfrm>
              <a:off x="2900323" y="1766316"/>
              <a:ext cx="1448157" cy="400111"/>
            </a:xfrm>
            <a:prstGeom prst="rect">
              <a:avLst/>
            </a:prstGeom>
            <a:noFill/>
          </p:spPr>
          <p:txBody>
            <a:bodyPr wrap="square" lIns="91440" tIns="45720" rIns="91440" bIns="45720" anchor="ctr">
              <a:noAutofit/>
            </a:bodyPr>
            <a:lstStyle/>
            <a:p>
              <a:r>
                <a:rPr lang="en-US" altLang="zh-CN" b="1" dirty="0">
                  <a:latin typeface="Arial Narrow" panose="020B0606020202030204" pitchFamily="34" charset="0"/>
                </a:rPr>
                <a:t>A. CDMA</a:t>
              </a:r>
              <a:endParaRPr lang="zh-CN" altLang="en-US" b="1" dirty="0">
                <a:latin typeface="Arial Narrow" panose="020B0606020202030204" pitchFamily="34" charset="0"/>
              </a:endParaRPr>
            </a:p>
          </p:txBody>
        </p:sp>
        <p:sp>
          <p:nvSpPr>
            <p:cNvPr id="32" name="íşlïḍè">
              <a:extLst>
                <a:ext uri="{FF2B5EF4-FFF2-40B4-BE49-F238E27FC236}">
                  <a16:creationId xmlns:a16="http://schemas.microsoft.com/office/drawing/2014/main" id="{7011E08B-7AE2-4D01-88C8-D05E59191E4C}"/>
                </a:ext>
              </a:extLst>
            </p:cNvPr>
            <p:cNvSpPr txBox="1"/>
            <p:nvPr/>
          </p:nvSpPr>
          <p:spPr>
            <a:xfrm>
              <a:off x="4693232" y="1766316"/>
              <a:ext cx="1448157" cy="400111"/>
            </a:xfrm>
            <a:prstGeom prst="rect">
              <a:avLst/>
            </a:prstGeom>
            <a:noFill/>
          </p:spPr>
          <p:txBody>
            <a:bodyPr wrap="square" lIns="91440" tIns="45720" rIns="91440" bIns="45720" anchor="ctr">
              <a:noAutofit/>
            </a:bodyPr>
            <a:lstStyle/>
            <a:p>
              <a:r>
                <a:rPr lang="en-US" altLang="zh-CN" b="1" dirty="0">
                  <a:latin typeface="Arial Narrow" panose="020B0606020202030204" pitchFamily="34" charset="0"/>
                </a:rPr>
                <a:t>B. CSMA</a:t>
              </a:r>
              <a:endParaRPr lang="zh-CN" altLang="en-US" b="1" dirty="0">
                <a:latin typeface="Arial Narrow" panose="020B0606020202030204" pitchFamily="34" charset="0"/>
              </a:endParaRPr>
            </a:p>
          </p:txBody>
        </p:sp>
        <p:sp>
          <p:nvSpPr>
            <p:cNvPr id="33" name="íşlïḍè">
              <a:extLst>
                <a:ext uri="{FF2B5EF4-FFF2-40B4-BE49-F238E27FC236}">
                  <a16:creationId xmlns:a16="http://schemas.microsoft.com/office/drawing/2014/main" id="{91C58155-6493-4E81-9A3B-29DF78067D86}"/>
                </a:ext>
              </a:extLst>
            </p:cNvPr>
            <p:cNvSpPr txBox="1"/>
            <p:nvPr/>
          </p:nvSpPr>
          <p:spPr>
            <a:xfrm>
              <a:off x="6486141" y="1766316"/>
              <a:ext cx="1448157" cy="400111"/>
            </a:xfrm>
            <a:prstGeom prst="rect">
              <a:avLst/>
            </a:prstGeom>
            <a:noFill/>
          </p:spPr>
          <p:txBody>
            <a:bodyPr wrap="square" lIns="91440" tIns="45720" rIns="91440" bIns="45720" anchor="ctr">
              <a:noAutofit/>
            </a:bodyPr>
            <a:lstStyle/>
            <a:p>
              <a:r>
                <a:rPr lang="en-US" altLang="zh-CN" b="1" dirty="0">
                  <a:latin typeface="Arial Narrow" panose="020B0606020202030204" pitchFamily="34" charset="0"/>
                </a:rPr>
                <a:t>C. TDMA</a:t>
              </a:r>
              <a:endParaRPr lang="zh-CN" altLang="en-US" b="1" dirty="0">
                <a:latin typeface="Arial Narrow" panose="020B0606020202030204" pitchFamily="34" charset="0"/>
              </a:endParaRPr>
            </a:p>
          </p:txBody>
        </p:sp>
        <p:sp>
          <p:nvSpPr>
            <p:cNvPr id="34" name="íşlïḍè">
              <a:extLst>
                <a:ext uri="{FF2B5EF4-FFF2-40B4-BE49-F238E27FC236}">
                  <a16:creationId xmlns:a16="http://schemas.microsoft.com/office/drawing/2014/main" id="{E9D5FA2C-4B2E-4F44-AF39-B2F3EC6802D9}"/>
                </a:ext>
              </a:extLst>
            </p:cNvPr>
            <p:cNvSpPr txBox="1"/>
            <p:nvPr/>
          </p:nvSpPr>
          <p:spPr>
            <a:xfrm>
              <a:off x="8279049" y="1766316"/>
              <a:ext cx="1448157" cy="400111"/>
            </a:xfrm>
            <a:prstGeom prst="rect">
              <a:avLst/>
            </a:prstGeom>
            <a:noFill/>
          </p:spPr>
          <p:txBody>
            <a:bodyPr wrap="square" lIns="91440" tIns="45720" rIns="91440" bIns="45720" anchor="ctr">
              <a:noAutofit/>
            </a:bodyPr>
            <a:lstStyle/>
            <a:p>
              <a:r>
                <a:rPr lang="en-US" altLang="zh-CN" b="1" dirty="0">
                  <a:latin typeface="Arial Narrow" panose="020B0606020202030204" pitchFamily="34" charset="0"/>
                </a:rPr>
                <a:t>D. FDMA</a:t>
              </a:r>
              <a:endParaRPr lang="zh-CN" altLang="en-US" b="1" dirty="0">
                <a:latin typeface="Arial Narrow" panose="020B0606020202030204" pitchFamily="34" charset="0"/>
              </a:endParaRPr>
            </a:p>
          </p:txBody>
        </p:sp>
      </p:grpSp>
      <p:sp>
        <p:nvSpPr>
          <p:cNvPr id="35" name="íşlïḍè">
            <a:extLst>
              <a:ext uri="{FF2B5EF4-FFF2-40B4-BE49-F238E27FC236}">
                <a16:creationId xmlns:a16="http://schemas.microsoft.com/office/drawing/2014/main" id="{A5330BE8-EE74-4555-B137-BA961F7221AE}"/>
              </a:ext>
            </a:extLst>
          </p:cNvPr>
          <p:cNvSpPr txBox="1"/>
          <p:nvPr/>
        </p:nvSpPr>
        <p:spPr>
          <a:xfrm>
            <a:off x="7824333" y="1296441"/>
            <a:ext cx="394903" cy="400111"/>
          </a:xfrm>
          <a:prstGeom prst="rect">
            <a:avLst/>
          </a:prstGeom>
          <a:noFill/>
        </p:spPr>
        <p:txBody>
          <a:bodyPr wrap="square" lIns="91440" tIns="45720" rIns="91440" bIns="45720" anchor="ctr">
            <a:noAutofit/>
          </a:bodyPr>
          <a:lstStyle/>
          <a:p>
            <a:pPr algn="ctr"/>
            <a:r>
              <a:rPr lang="en-US" altLang="zh-CN" sz="2800" b="1" dirty="0">
                <a:solidFill>
                  <a:schemeClr val="accent1">
                    <a:lumMod val="75000"/>
                  </a:schemeClr>
                </a:solidFill>
                <a:latin typeface="Arial Black" panose="020B0A04020102020204" pitchFamily="34" charset="0"/>
              </a:rPr>
              <a:t>B</a:t>
            </a:r>
            <a:endParaRPr lang="zh-CN" altLang="en-US" sz="2800" b="1" dirty="0">
              <a:solidFill>
                <a:schemeClr val="accent1">
                  <a:lumMod val="75000"/>
                </a:schemeClr>
              </a:solidFill>
              <a:latin typeface="Arial Black" panose="020B0A04020102020204" pitchFamily="34" charset="0"/>
            </a:endParaRPr>
          </a:p>
        </p:txBody>
      </p:sp>
      <p:sp>
        <p:nvSpPr>
          <p:cNvPr id="37" name="íşlïḍè">
            <a:extLst>
              <a:ext uri="{FF2B5EF4-FFF2-40B4-BE49-F238E27FC236}">
                <a16:creationId xmlns:a16="http://schemas.microsoft.com/office/drawing/2014/main" id="{3B287EFB-6A86-400F-B9D5-E6DF783DC298}"/>
              </a:ext>
            </a:extLst>
          </p:cNvPr>
          <p:cNvSpPr txBox="1"/>
          <p:nvPr/>
        </p:nvSpPr>
        <p:spPr>
          <a:xfrm>
            <a:off x="1610004" y="2474129"/>
            <a:ext cx="720024" cy="400111"/>
          </a:xfrm>
          <a:prstGeom prst="rect">
            <a:avLst/>
          </a:prstGeom>
          <a:noFill/>
        </p:spPr>
        <p:txBody>
          <a:bodyPr wrap="square" lIns="91440" tIns="45720" rIns="91440" bIns="45720" anchor="ctr">
            <a:noAutofit/>
          </a:bodyPr>
          <a:lstStyle/>
          <a:p>
            <a:r>
              <a:rPr lang="zh-CN" altLang="en-US" b="1" dirty="0">
                <a:latin typeface="Arial Narrow" panose="020B0606020202030204" pitchFamily="34" charset="0"/>
              </a:rPr>
              <a:t>解析</a:t>
            </a:r>
          </a:p>
        </p:txBody>
      </p:sp>
    </p:spTree>
    <p:custDataLst>
      <p:tags r:id="rId1"/>
    </p:custDataLst>
    <p:extLst>
      <p:ext uri="{BB962C8B-B14F-4D97-AF65-F5344CB8AC3E}">
        <p14:creationId xmlns:p14="http://schemas.microsoft.com/office/powerpoint/2010/main" val="621722919"/>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30" presetClass="entr" presetSubtype="0" fill="hold" nodeType="withEffect">
                                  <p:stCondLst>
                                    <p:cond delay="0"/>
                                  </p:stCondLst>
                                  <p:childTnLst>
                                    <p:set>
                                      <p:cBhvr>
                                        <p:cTn id="6" dur="1" fill="hold">
                                          <p:stCondLst>
                                            <p:cond delay="0"/>
                                          </p:stCondLst>
                                        </p:cTn>
                                        <p:tgtEl>
                                          <p:spTgt spid="10"/>
                                        </p:tgtEl>
                                        <p:attrNameLst>
                                          <p:attrName>style.visibility</p:attrName>
                                        </p:attrNameLst>
                                      </p:cBhvr>
                                      <p:to>
                                        <p:strVal val="visible"/>
                                      </p:to>
                                    </p:set>
                                    <p:animEffect transition="in" filter="fade">
                                      <p:cBhvr>
                                        <p:cTn id="7" dur="800" decel="100000"/>
                                        <p:tgtEl>
                                          <p:spTgt spid="10"/>
                                        </p:tgtEl>
                                      </p:cBhvr>
                                    </p:animEffect>
                                    <p:anim calcmode="lin" valueType="num">
                                      <p:cBhvr>
                                        <p:cTn id="8" dur="800" decel="100000" fill="hold"/>
                                        <p:tgtEl>
                                          <p:spTgt spid="10"/>
                                        </p:tgtEl>
                                        <p:attrNameLst>
                                          <p:attrName>style.rotation</p:attrName>
                                        </p:attrNameLst>
                                      </p:cBhvr>
                                      <p:tavLst>
                                        <p:tav tm="0">
                                          <p:val>
                                            <p:fltVal val="-90"/>
                                          </p:val>
                                        </p:tav>
                                        <p:tav tm="100000">
                                          <p:val>
                                            <p:fltVal val="0"/>
                                          </p:val>
                                        </p:tav>
                                      </p:tavLst>
                                    </p:anim>
                                    <p:anim calcmode="lin" valueType="num">
                                      <p:cBhvr>
                                        <p:cTn id="9" dur="800" decel="100000" fill="hold"/>
                                        <p:tgtEl>
                                          <p:spTgt spid="10"/>
                                        </p:tgtEl>
                                        <p:attrNameLst>
                                          <p:attrName>ppt_x</p:attrName>
                                        </p:attrNameLst>
                                      </p:cBhvr>
                                      <p:tavLst>
                                        <p:tav tm="0">
                                          <p:val>
                                            <p:strVal val="#ppt_x+0.4"/>
                                          </p:val>
                                        </p:tav>
                                        <p:tav tm="100000">
                                          <p:val>
                                            <p:strVal val="#ppt_x-0.05"/>
                                          </p:val>
                                        </p:tav>
                                      </p:tavLst>
                                    </p:anim>
                                    <p:anim calcmode="lin" valueType="num">
                                      <p:cBhvr>
                                        <p:cTn id="10" dur="800" decel="100000" fill="hold"/>
                                        <p:tgtEl>
                                          <p:spTgt spid="10"/>
                                        </p:tgtEl>
                                        <p:attrNameLst>
                                          <p:attrName>ppt_y</p:attrName>
                                        </p:attrNameLst>
                                      </p:cBhvr>
                                      <p:tavLst>
                                        <p:tav tm="0">
                                          <p:val>
                                            <p:strVal val="#ppt_y-0.4"/>
                                          </p:val>
                                        </p:tav>
                                        <p:tav tm="100000">
                                          <p:val>
                                            <p:strVal val="#ppt_y+0.1"/>
                                          </p:val>
                                        </p:tav>
                                      </p:tavLst>
                                    </p:anim>
                                    <p:anim calcmode="lin" valueType="num">
                                      <p:cBhvr>
                                        <p:cTn id="11" dur="200" accel="100000" fill="hold">
                                          <p:stCondLst>
                                            <p:cond delay="800"/>
                                          </p:stCondLst>
                                        </p:cTn>
                                        <p:tgtEl>
                                          <p:spTgt spid="10"/>
                                        </p:tgtEl>
                                        <p:attrNameLst>
                                          <p:attrName>ppt_x</p:attrName>
                                        </p:attrNameLst>
                                      </p:cBhvr>
                                      <p:tavLst>
                                        <p:tav tm="0">
                                          <p:val>
                                            <p:strVal val="#ppt_x-0.05"/>
                                          </p:val>
                                        </p:tav>
                                        <p:tav tm="100000">
                                          <p:val>
                                            <p:strVal val="#ppt_x"/>
                                          </p:val>
                                        </p:tav>
                                      </p:tavLst>
                                    </p:anim>
                                    <p:anim calcmode="lin" valueType="num">
                                      <p:cBhvr>
                                        <p:cTn id="12" dur="200" accel="100000" fill="hold">
                                          <p:stCondLst>
                                            <p:cond delay="800"/>
                                          </p:stCondLst>
                                        </p:cTn>
                                        <p:tgtEl>
                                          <p:spTgt spid="10"/>
                                        </p:tgtEl>
                                        <p:attrNameLst>
                                          <p:attrName>ppt_y</p:attrName>
                                        </p:attrNameLst>
                                      </p:cBhvr>
                                      <p:tavLst>
                                        <p:tav tm="0">
                                          <p:val>
                                            <p:strVal val="#ppt_y+0.1"/>
                                          </p:val>
                                        </p:tav>
                                        <p:tav tm="100000">
                                          <p:val>
                                            <p:strVal val="#ppt_y"/>
                                          </p:val>
                                        </p:tav>
                                      </p:tavLst>
                                    </p:anim>
                                  </p:childTnLst>
                                </p:cTn>
                              </p:par>
                            </p:childTnLst>
                          </p:cTn>
                        </p:par>
                      </p:childTnLst>
                    </p:cTn>
                  </p:par>
                  <p:par>
                    <p:cTn id="13" fill="hold">
                      <p:stCondLst>
                        <p:cond delay="indefinite"/>
                      </p:stCondLst>
                      <p:childTnLst>
                        <p:par>
                          <p:cTn id="14" fill="hold">
                            <p:stCondLst>
                              <p:cond delay="0"/>
                            </p:stCondLst>
                            <p:childTnLst>
                              <p:par>
                                <p:cTn id="15" presetID="30" presetClass="entr" presetSubtype="0" fill="hold" grpId="0" nodeType="clickEffect">
                                  <p:stCondLst>
                                    <p:cond delay="0"/>
                                  </p:stCondLst>
                                  <p:childTnLst>
                                    <p:set>
                                      <p:cBhvr>
                                        <p:cTn id="16" dur="1" fill="hold">
                                          <p:stCondLst>
                                            <p:cond delay="0"/>
                                          </p:stCondLst>
                                        </p:cTn>
                                        <p:tgtEl>
                                          <p:spTgt spid="35"/>
                                        </p:tgtEl>
                                        <p:attrNameLst>
                                          <p:attrName>style.visibility</p:attrName>
                                        </p:attrNameLst>
                                      </p:cBhvr>
                                      <p:to>
                                        <p:strVal val="visible"/>
                                      </p:to>
                                    </p:set>
                                    <p:animEffect transition="in" filter="fade">
                                      <p:cBhvr>
                                        <p:cTn id="17" dur="800" decel="100000"/>
                                        <p:tgtEl>
                                          <p:spTgt spid="35"/>
                                        </p:tgtEl>
                                      </p:cBhvr>
                                    </p:animEffect>
                                    <p:anim calcmode="lin" valueType="num">
                                      <p:cBhvr>
                                        <p:cTn id="18" dur="800" decel="100000" fill="hold"/>
                                        <p:tgtEl>
                                          <p:spTgt spid="35"/>
                                        </p:tgtEl>
                                        <p:attrNameLst>
                                          <p:attrName>style.rotation</p:attrName>
                                        </p:attrNameLst>
                                      </p:cBhvr>
                                      <p:tavLst>
                                        <p:tav tm="0">
                                          <p:val>
                                            <p:fltVal val="-90"/>
                                          </p:val>
                                        </p:tav>
                                        <p:tav tm="100000">
                                          <p:val>
                                            <p:fltVal val="0"/>
                                          </p:val>
                                        </p:tav>
                                      </p:tavLst>
                                    </p:anim>
                                    <p:anim calcmode="lin" valueType="num">
                                      <p:cBhvr>
                                        <p:cTn id="19" dur="800" decel="100000" fill="hold"/>
                                        <p:tgtEl>
                                          <p:spTgt spid="35"/>
                                        </p:tgtEl>
                                        <p:attrNameLst>
                                          <p:attrName>ppt_x</p:attrName>
                                        </p:attrNameLst>
                                      </p:cBhvr>
                                      <p:tavLst>
                                        <p:tav tm="0">
                                          <p:val>
                                            <p:strVal val="#ppt_x+0.4"/>
                                          </p:val>
                                        </p:tav>
                                        <p:tav tm="100000">
                                          <p:val>
                                            <p:strVal val="#ppt_x-0.05"/>
                                          </p:val>
                                        </p:tav>
                                      </p:tavLst>
                                    </p:anim>
                                    <p:anim calcmode="lin" valueType="num">
                                      <p:cBhvr>
                                        <p:cTn id="20" dur="800" decel="100000" fill="hold"/>
                                        <p:tgtEl>
                                          <p:spTgt spid="35"/>
                                        </p:tgtEl>
                                        <p:attrNameLst>
                                          <p:attrName>ppt_y</p:attrName>
                                        </p:attrNameLst>
                                      </p:cBhvr>
                                      <p:tavLst>
                                        <p:tav tm="0">
                                          <p:val>
                                            <p:strVal val="#ppt_y-0.4"/>
                                          </p:val>
                                        </p:tav>
                                        <p:tav tm="100000">
                                          <p:val>
                                            <p:strVal val="#ppt_y+0.1"/>
                                          </p:val>
                                        </p:tav>
                                      </p:tavLst>
                                    </p:anim>
                                    <p:anim calcmode="lin" valueType="num">
                                      <p:cBhvr>
                                        <p:cTn id="21" dur="200" accel="100000" fill="hold">
                                          <p:stCondLst>
                                            <p:cond delay="800"/>
                                          </p:stCondLst>
                                        </p:cTn>
                                        <p:tgtEl>
                                          <p:spTgt spid="35"/>
                                        </p:tgtEl>
                                        <p:attrNameLst>
                                          <p:attrName>ppt_x</p:attrName>
                                        </p:attrNameLst>
                                      </p:cBhvr>
                                      <p:tavLst>
                                        <p:tav tm="0">
                                          <p:val>
                                            <p:strVal val="#ppt_x-0.05"/>
                                          </p:val>
                                        </p:tav>
                                        <p:tav tm="100000">
                                          <p:val>
                                            <p:strVal val="#ppt_x"/>
                                          </p:val>
                                        </p:tav>
                                      </p:tavLst>
                                    </p:anim>
                                    <p:anim calcmode="lin" valueType="num">
                                      <p:cBhvr>
                                        <p:cTn id="22" dur="200" accel="100000" fill="hold">
                                          <p:stCondLst>
                                            <p:cond delay="800"/>
                                          </p:stCondLst>
                                        </p:cTn>
                                        <p:tgtEl>
                                          <p:spTgt spid="35"/>
                                        </p:tgtEl>
                                        <p:attrNameLst>
                                          <p:attrName>ppt_y</p:attrName>
                                        </p:attrNameLst>
                                      </p:cBhvr>
                                      <p:tavLst>
                                        <p:tav tm="0">
                                          <p:val>
                                            <p:strVal val="#ppt_y+0.1"/>
                                          </p:val>
                                        </p:tav>
                                        <p:tav tm="100000">
                                          <p:val>
                                            <p:strVal val="#ppt_y"/>
                                          </p:val>
                                        </p:tav>
                                      </p:tavLst>
                                    </p:anim>
                                  </p:childTnLst>
                                </p:cTn>
                              </p:par>
                            </p:childTnLst>
                          </p:cTn>
                        </p:par>
                      </p:childTnLst>
                    </p:cTn>
                  </p:par>
                  <p:par>
                    <p:cTn id="23" fill="hold">
                      <p:stCondLst>
                        <p:cond delay="indefinite"/>
                      </p:stCondLst>
                      <p:childTnLst>
                        <p:par>
                          <p:cTn id="24" fill="hold">
                            <p:stCondLst>
                              <p:cond delay="0"/>
                            </p:stCondLst>
                            <p:childTnLst>
                              <p:par>
                                <p:cTn id="25" presetID="53" presetClass="entr" presetSubtype="16" fill="hold" grpId="0" nodeType="clickEffect">
                                  <p:stCondLst>
                                    <p:cond delay="0"/>
                                  </p:stCondLst>
                                  <p:childTnLst>
                                    <p:set>
                                      <p:cBhvr>
                                        <p:cTn id="26" dur="1" fill="hold">
                                          <p:stCondLst>
                                            <p:cond delay="0"/>
                                          </p:stCondLst>
                                        </p:cTn>
                                        <p:tgtEl>
                                          <p:spTgt spid="37"/>
                                        </p:tgtEl>
                                        <p:attrNameLst>
                                          <p:attrName>style.visibility</p:attrName>
                                        </p:attrNameLst>
                                      </p:cBhvr>
                                      <p:to>
                                        <p:strVal val="visible"/>
                                      </p:to>
                                    </p:set>
                                    <p:anim calcmode="lin" valueType="num">
                                      <p:cBhvr>
                                        <p:cTn id="27" dur="500" fill="hold"/>
                                        <p:tgtEl>
                                          <p:spTgt spid="37"/>
                                        </p:tgtEl>
                                        <p:attrNameLst>
                                          <p:attrName>ppt_w</p:attrName>
                                        </p:attrNameLst>
                                      </p:cBhvr>
                                      <p:tavLst>
                                        <p:tav tm="0">
                                          <p:val>
                                            <p:fltVal val="0"/>
                                          </p:val>
                                        </p:tav>
                                        <p:tav tm="100000">
                                          <p:val>
                                            <p:strVal val="#ppt_w"/>
                                          </p:val>
                                        </p:tav>
                                      </p:tavLst>
                                    </p:anim>
                                    <p:anim calcmode="lin" valueType="num">
                                      <p:cBhvr>
                                        <p:cTn id="28" dur="500" fill="hold"/>
                                        <p:tgtEl>
                                          <p:spTgt spid="37"/>
                                        </p:tgtEl>
                                        <p:attrNameLst>
                                          <p:attrName>ppt_h</p:attrName>
                                        </p:attrNameLst>
                                      </p:cBhvr>
                                      <p:tavLst>
                                        <p:tav tm="0">
                                          <p:val>
                                            <p:fltVal val="0"/>
                                          </p:val>
                                        </p:tav>
                                        <p:tav tm="100000">
                                          <p:val>
                                            <p:strVal val="#ppt_h"/>
                                          </p:val>
                                        </p:tav>
                                      </p:tavLst>
                                    </p:anim>
                                    <p:animEffect transition="in" filter="fade">
                                      <p:cBhvr>
                                        <p:cTn id="29" dur="500"/>
                                        <p:tgtEl>
                                          <p:spTgt spid="37"/>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5" grpId="0"/>
      <p:bldP spid="37" grpId="0"/>
    </p:bldLst>
  </p:timing>
</p:sld>
</file>

<file path=ppt/slides/slide31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4" name="组合 3">
            <a:extLst>
              <a:ext uri="{FF2B5EF4-FFF2-40B4-BE49-F238E27FC236}">
                <a16:creationId xmlns:a16="http://schemas.microsoft.com/office/drawing/2014/main" id="{9A1EA9F2-FCB6-48C3-935F-7AE7E3AD14AC}"/>
              </a:ext>
            </a:extLst>
          </p:cNvPr>
          <p:cNvGrpSpPr/>
          <p:nvPr/>
        </p:nvGrpSpPr>
        <p:grpSpPr>
          <a:xfrm>
            <a:off x="304800" y="749300"/>
            <a:ext cx="6192344" cy="400110"/>
            <a:chOff x="424117" y="898245"/>
            <a:chExt cx="6192344" cy="400110"/>
          </a:xfrm>
        </p:grpSpPr>
        <p:sp>
          <p:nvSpPr>
            <p:cNvPr id="2" name="平行四边形 1">
              <a:extLst>
                <a:ext uri="{FF2B5EF4-FFF2-40B4-BE49-F238E27FC236}">
                  <a16:creationId xmlns:a16="http://schemas.microsoft.com/office/drawing/2014/main" id="{1F5BAA3F-9845-4F89-A2DD-8222D3E4EDAC}"/>
                </a:ext>
              </a:extLst>
            </p:cNvPr>
            <p:cNvSpPr/>
            <p:nvPr/>
          </p:nvSpPr>
          <p:spPr>
            <a:xfrm>
              <a:off x="424117" y="898245"/>
              <a:ext cx="628306" cy="387090"/>
            </a:xfrm>
            <a:prstGeom prst="parallelogram">
              <a:avLst/>
            </a:prstGeom>
            <a:solidFill>
              <a:schemeClr val="accent3">
                <a:lumMod val="75000"/>
              </a:schemeClr>
            </a:solidFill>
            <a:ln>
              <a:solidFill>
                <a:schemeClr val="accent3">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CN" sz="2200" dirty="0">
                  <a:latin typeface="Impact" panose="020B0806030902050204" pitchFamily="34" charset="0"/>
                </a:rPr>
                <a:t>01</a:t>
              </a:r>
              <a:endParaRPr lang="zh-CN" altLang="en-US" sz="2200" dirty="0">
                <a:latin typeface="Impact" panose="020B0806030902050204" pitchFamily="34" charset="0"/>
              </a:endParaRPr>
            </a:p>
          </p:txBody>
        </p:sp>
        <p:sp>
          <p:nvSpPr>
            <p:cNvPr id="3" name="文本框 2">
              <a:extLst>
                <a:ext uri="{FF2B5EF4-FFF2-40B4-BE49-F238E27FC236}">
                  <a16:creationId xmlns:a16="http://schemas.microsoft.com/office/drawing/2014/main" id="{4D6BD736-A4D3-4F26-AFED-36E11F50F70B}"/>
                </a:ext>
              </a:extLst>
            </p:cNvPr>
            <p:cNvSpPr txBox="1"/>
            <p:nvPr/>
          </p:nvSpPr>
          <p:spPr>
            <a:xfrm>
              <a:off x="1052423" y="898245"/>
              <a:ext cx="5564038" cy="400110"/>
            </a:xfrm>
            <a:prstGeom prst="rect">
              <a:avLst/>
            </a:prstGeom>
            <a:noFill/>
          </p:spPr>
          <p:txBody>
            <a:bodyPr wrap="square" rtlCol="0">
              <a:spAutoFit/>
            </a:bodyPr>
            <a:lstStyle/>
            <a:p>
              <a:r>
                <a:rPr lang="en-US" altLang="zh-CN" sz="2000" b="1" dirty="0"/>
                <a:t>CSMA/CD</a:t>
              </a:r>
              <a:r>
                <a:rPr lang="zh-CN" altLang="en-US" sz="2000" b="1" dirty="0"/>
                <a:t>协议的基本原理</a:t>
              </a:r>
              <a:endParaRPr lang="en-US" altLang="zh-CN" sz="2000" b="1" dirty="0"/>
            </a:p>
          </p:txBody>
        </p:sp>
      </p:grpSp>
      <p:grpSp>
        <p:nvGrpSpPr>
          <p:cNvPr id="5" name="组合 4">
            <a:extLst>
              <a:ext uri="{FF2B5EF4-FFF2-40B4-BE49-F238E27FC236}">
                <a16:creationId xmlns:a16="http://schemas.microsoft.com/office/drawing/2014/main" id="{C01E6C52-422B-4C95-B19D-1CED5810DA03}"/>
              </a:ext>
            </a:extLst>
          </p:cNvPr>
          <p:cNvGrpSpPr/>
          <p:nvPr/>
        </p:nvGrpSpPr>
        <p:grpSpPr>
          <a:xfrm>
            <a:off x="4462359" y="730007"/>
            <a:ext cx="2153414" cy="461665"/>
            <a:chOff x="4462359" y="730007"/>
            <a:chExt cx="2153414" cy="461665"/>
          </a:xfrm>
        </p:grpSpPr>
        <p:sp>
          <p:nvSpPr>
            <p:cNvPr id="6" name="矩形 5">
              <a:extLst>
                <a:ext uri="{FF2B5EF4-FFF2-40B4-BE49-F238E27FC236}">
                  <a16:creationId xmlns:a16="http://schemas.microsoft.com/office/drawing/2014/main" id="{BC2570DD-396E-4D25-AF51-7823C90107CF}"/>
                </a:ext>
              </a:extLst>
            </p:cNvPr>
            <p:cNvSpPr/>
            <p:nvPr/>
          </p:nvSpPr>
          <p:spPr>
            <a:xfrm>
              <a:off x="4462359" y="757078"/>
              <a:ext cx="2153414" cy="400110"/>
            </a:xfrm>
            <a:prstGeom prst="rect">
              <a:avLst/>
            </a:prstGeom>
            <a:solidFill>
              <a:schemeClr val="accent4"/>
            </a:solidFill>
            <a:ln>
              <a:solidFill>
                <a:schemeClr val="accent4"/>
              </a:solidFill>
            </a:ln>
          </p:spPr>
          <p:style>
            <a:lnRef idx="2">
              <a:schemeClr val="accent4">
                <a:shade val="50000"/>
              </a:schemeClr>
            </a:lnRef>
            <a:fillRef idx="1">
              <a:schemeClr val="accent4"/>
            </a:fillRef>
            <a:effectRef idx="0">
              <a:schemeClr val="accent4"/>
            </a:effectRef>
            <a:fontRef idx="minor">
              <a:schemeClr val="lt1"/>
            </a:fontRef>
          </p:style>
          <p:txBody>
            <a:bodyPr rtlCol="0" anchor="ctr"/>
            <a:lstStyle/>
            <a:p>
              <a:pPr algn="ctr"/>
              <a:endParaRPr lang="zh-CN" altLang="en-US" b="1" dirty="0"/>
            </a:p>
          </p:txBody>
        </p:sp>
        <p:sp>
          <p:nvSpPr>
            <p:cNvPr id="8" name="文本框 7">
              <a:extLst>
                <a:ext uri="{FF2B5EF4-FFF2-40B4-BE49-F238E27FC236}">
                  <a16:creationId xmlns:a16="http://schemas.microsoft.com/office/drawing/2014/main" id="{D124AB74-A7F3-4D08-8C3C-B508C7C6A51C}"/>
                </a:ext>
              </a:extLst>
            </p:cNvPr>
            <p:cNvSpPr txBox="1"/>
            <p:nvPr/>
          </p:nvSpPr>
          <p:spPr>
            <a:xfrm>
              <a:off x="4473322" y="772467"/>
              <a:ext cx="1598556" cy="400110"/>
            </a:xfrm>
            <a:prstGeom prst="rect">
              <a:avLst/>
            </a:prstGeom>
            <a:noFill/>
          </p:spPr>
          <p:txBody>
            <a:bodyPr wrap="square" rtlCol="0">
              <a:spAutoFit/>
            </a:bodyPr>
            <a:lstStyle/>
            <a:p>
              <a:pPr algn="ctr"/>
              <a:r>
                <a:rPr lang="zh-CN" altLang="en-US" sz="2000" b="1" dirty="0">
                  <a:solidFill>
                    <a:schemeClr val="bg1"/>
                  </a:solidFill>
                </a:rPr>
                <a:t>多址接入</a:t>
              </a:r>
            </a:p>
          </p:txBody>
        </p:sp>
        <p:sp>
          <p:nvSpPr>
            <p:cNvPr id="41" name="文本框 40">
              <a:extLst>
                <a:ext uri="{FF2B5EF4-FFF2-40B4-BE49-F238E27FC236}">
                  <a16:creationId xmlns:a16="http://schemas.microsoft.com/office/drawing/2014/main" id="{0FCCC336-AB70-403B-BE37-A1B698CF616F}"/>
                </a:ext>
              </a:extLst>
            </p:cNvPr>
            <p:cNvSpPr txBox="1"/>
            <p:nvPr/>
          </p:nvSpPr>
          <p:spPr>
            <a:xfrm>
              <a:off x="5708713" y="730007"/>
              <a:ext cx="383192" cy="461665"/>
            </a:xfrm>
            <a:prstGeom prst="rect">
              <a:avLst/>
            </a:prstGeom>
            <a:noFill/>
          </p:spPr>
          <p:txBody>
            <a:bodyPr wrap="square">
              <a:spAutoFit/>
            </a:bodyPr>
            <a:lstStyle/>
            <a:p>
              <a:r>
                <a:rPr lang="en-US" altLang="zh-CN" sz="2400" b="1" dirty="0">
                  <a:solidFill>
                    <a:schemeClr val="bg1"/>
                  </a:solidFill>
                  <a:latin typeface="Arial Narrow" panose="020B0606020202030204" pitchFamily="34" charset="0"/>
                </a:rPr>
                <a:t>M</a:t>
              </a:r>
              <a:endParaRPr lang="zh-CN" altLang="en-US" sz="2400" dirty="0">
                <a:solidFill>
                  <a:schemeClr val="bg1"/>
                </a:solidFill>
              </a:endParaRPr>
            </a:p>
          </p:txBody>
        </p:sp>
        <p:sp>
          <p:nvSpPr>
            <p:cNvPr id="54" name="文本框 53">
              <a:extLst>
                <a:ext uri="{FF2B5EF4-FFF2-40B4-BE49-F238E27FC236}">
                  <a16:creationId xmlns:a16="http://schemas.microsoft.com/office/drawing/2014/main" id="{B5431C6C-A9AE-4820-962C-B2D3EB67BE9B}"/>
                </a:ext>
              </a:extLst>
            </p:cNvPr>
            <p:cNvSpPr txBox="1"/>
            <p:nvPr/>
          </p:nvSpPr>
          <p:spPr>
            <a:xfrm>
              <a:off x="5948810" y="730007"/>
              <a:ext cx="383192" cy="461665"/>
            </a:xfrm>
            <a:prstGeom prst="rect">
              <a:avLst/>
            </a:prstGeom>
            <a:noFill/>
          </p:spPr>
          <p:txBody>
            <a:bodyPr wrap="square">
              <a:spAutoFit/>
            </a:bodyPr>
            <a:lstStyle/>
            <a:p>
              <a:r>
                <a:rPr lang="en-US" altLang="zh-CN" sz="2400" b="1" dirty="0">
                  <a:solidFill>
                    <a:schemeClr val="bg1"/>
                  </a:solidFill>
                  <a:latin typeface="Arial Narrow" panose="020B0606020202030204" pitchFamily="34" charset="0"/>
                </a:rPr>
                <a:t>A</a:t>
              </a:r>
              <a:endParaRPr lang="zh-CN" altLang="en-US" sz="2400" dirty="0">
                <a:solidFill>
                  <a:schemeClr val="bg1"/>
                </a:solidFill>
              </a:endParaRPr>
            </a:p>
          </p:txBody>
        </p:sp>
      </p:grpSp>
      <p:grpSp>
        <p:nvGrpSpPr>
          <p:cNvPr id="7" name="组合 6">
            <a:extLst>
              <a:ext uri="{FF2B5EF4-FFF2-40B4-BE49-F238E27FC236}">
                <a16:creationId xmlns:a16="http://schemas.microsoft.com/office/drawing/2014/main" id="{B9C158CC-93D8-4410-8E32-3C037291B916}"/>
              </a:ext>
            </a:extLst>
          </p:cNvPr>
          <p:cNvGrpSpPr/>
          <p:nvPr/>
        </p:nvGrpSpPr>
        <p:grpSpPr>
          <a:xfrm>
            <a:off x="7094783" y="730441"/>
            <a:ext cx="2153414" cy="461665"/>
            <a:chOff x="7094783" y="730441"/>
            <a:chExt cx="2153414" cy="461665"/>
          </a:xfrm>
        </p:grpSpPr>
        <p:sp>
          <p:nvSpPr>
            <p:cNvPr id="56" name="矩形 55">
              <a:extLst>
                <a:ext uri="{FF2B5EF4-FFF2-40B4-BE49-F238E27FC236}">
                  <a16:creationId xmlns:a16="http://schemas.microsoft.com/office/drawing/2014/main" id="{3C4796E6-AC0C-457E-9848-A637639E67CC}"/>
                </a:ext>
              </a:extLst>
            </p:cNvPr>
            <p:cNvSpPr/>
            <p:nvPr/>
          </p:nvSpPr>
          <p:spPr>
            <a:xfrm>
              <a:off x="7094783" y="757078"/>
              <a:ext cx="2153414" cy="400110"/>
            </a:xfrm>
            <a:prstGeom prst="rect">
              <a:avLst/>
            </a:prstGeom>
            <a:solidFill>
              <a:schemeClr val="accent3"/>
            </a:solidFill>
            <a:ln>
              <a:solidFill>
                <a:schemeClr val="accent3"/>
              </a:solidFill>
            </a:ln>
          </p:spPr>
          <p:style>
            <a:lnRef idx="2">
              <a:schemeClr val="accent3">
                <a:shade val="50000"/>
              </a:schemeClr>
            </a:lnRef>
            <a:fillRef idx="1">
              <a:schemeClr val="accent3"/>
            </a:fillRef>
            <a:effectRef idx="0">
              <a:schemeClr val="accent3"/>
            </a:effectRef>
            <a:fontRef idx="minor">
              <a:schemeClr val="lt1"/>
            </a:fontRef>
          </p:style>
          <p:txBody>
            <a:bodyPr rtlCol="0" anchor="ctr"/>
            <a:lstStyle/>
            <a:p>
              <a:pPr algn="ctr"/>
              <a:endParaRPr lang="zh-CN" altLang="en-US"/>
            </a:p>
          </p:txBody>
        </p:sp>
        <p:sp>
          <p:nvSpPr>
            <p:cNvPr id="59" name="文本框 58">
              <a:extLst>
                <a:ext uri="{FF2B5EF4-FFF2-40B4-BE49-F238E27FC236}">
                  <a16:creationId xmlns:a16="http://schemas.microsoft.com/office/drawing/2014/main" id="{C8D143D7-F7E3-4FC0-A8A1-BD4C812C40DB}"/>
                </a:ext>
              </a:extLst>
            </p:cNvPr>
            <p:cNvSpPr txBox="1"/>
            <p:nvPr/>
          </p:nvSpPr>
          <p:spPr>
            <a:xfrm>
              <a:off x="7236053" y="772467"/>
              <a:ext cx="1598556" cy="400110"/>
            </a:xfrm>
            <a:prstGeom prst="rect">
              <a:avLst/>
            </a:prstGeom>
            <a:noFill/>
          </p:spPr>
          <p:txBody>
            <a:bodyPr wrap="square" rtlCol="0">
              <a:spAutoFit/>
            </a:bodyPr>
            <a:lstStyle/>
            <a:p>
              <a:pPr algn="ctr"/>
              <a:r>
                <a:rPr lang="zh-CN" altLang="en-US" sz="2000" b="1" dirty="0">
                  <a:solidFill>
                    <a:schemeClr val="bg1"/>
                  </a:solidFill>
                </a:rPr>
                <a:t>载波监听</a:t>
              </a:r>
            </a:p>
          </p:txBody>
        </p:sp>
        <p:sp>
          <p:nvSpPr>
            <p:cNvPr id="38" name="文本框 37">
              <a:extLst>
                <a:ext uri="{FF2B5EF4-FFF2-40B4-BE49-F238E27FC236}">
                  <a16:creationId xmlns:a16="http://schemas.microsoft.com/office/drawing/2014/main" id="{84A31281-0C7C-4AD1-BF1E-5FB4696F26F7}"/>
                </a:ext>
              </a:extLst>
            </p:cNvPr>
            <p:cNvSpPr txBox="1"/>
            <p:nvPr/>
          </p:nvSpPr>
          <p:spPr>
            <a:xfrm>
              <a:off x="8481180" y="730441"/>
              <a:ext cx="383192" cy="461665"/>
            </a:xfrm>
            <a:prstGeom prst="rect">
              <a:avLst/>
            </a:prstGeom>
            <a:noFill/>
          </p:spPr>
          <p:txBody>
            <a:bodyPr wrap="square">
              <a:spAutoFit/>
            </a:bodyPr>
            <a:lstStyle/>
            <a:p>
              <a:r>
                <a:rPr lang="en-US" altLang="zh-CN" sz="2400" b="1" dirty="0">
                  <a:solidFill>
                    <a:schemeClr val="bg1"/>
                  </a:solidFill>
                  <a:latin typeface="Arial Narrow" panose="020B0606020202030204" pitchFamily="34" charset="0"/>
                </a:rPr>
                <a:t>C</a:t>
              </a:r>
              <a:endParaRPr lang="zh-CN" altLang="en-US" sz="2400" dirty="0">
                <a:solidFill>
                  <a:schemeClr val="bg1"/>
                </a:solidFill>
              </a:endParaRPr>
            </a:p>
          </p:txBody>
        </p:sp>
        <p:sp>
          <p:nvSpPr>
            <p:cNvPr id="39" name="文本框 38">
              <a:extLst>
                <a:ext uri="{FF2B5EF4-FFF2-40B4-BE49-F238E27FC236}">
                  <a16:creationId xmlns:a16="http://schemas.microsoft.com/office/drawing/2014/main" id="{D1527A42-5BA8-4F70-8A58-1322EC2698B7}"/>
                </a:ext>
              </a:extLst>
            </p:cNvPr>
            <p:cNvSpPr txBox="1"/>
            <p:nvPr/>
          </p:nvSpPr>
          <p:spPr>
            <a:xfrm>
              <a:off x="8675232" y="730441"/>
              <a:ext cx="383192" cy="461665"/>
            </a:xfrm>
            <a:prstGeom prst="rect">
              <a:avLst/>
            </a:prstGeom>
            <a:noFill/>
          </p:spPr>
          <p:txBody>
            <a:bodyPr wrap="square">
              <a:spAutoFit/>
            </a:bodyPr>
            <a:lstStyle/>
            <a:p>
              <a:r>
                <a:rPr lang="en-US" altLang="zh-CN" sz="2400" b="1" dirty="0">
                  <a:solidFill>
                    <a:schemeClr val="bg1"/>
                  </a:solidFill>
                  <a:latin typeface="Arial Narrow" panose="020B0606020202030204" pitchFamily="34" charset="0"/>
                </a:rPr>
                <a:t>S</a:t>
              </a:r>
              <a:endParaRPr lang="zh-CN" altLang="en-US" sz="2400" dirty="0">
                <a:solidFill>
                  <a:schemeClr val="bg1"/>
                </a:solidFill>
              </a:endParaRPr>
            </a:p>
          </p:txBody>
        </p:sp>
      </p:grpSp>
      <p:grpSp>
        <p:nvGrpSpPr>
          <p:cNvPr id="9" name="组合 8">
            <a:extLst>
              <a:ext uri="{FF2B5EF4-FFF2-40B4-BE49-F238E27FC236}">
                <a16:creationId xmlns:a16="http://schemas.microsoft.com/office/drawing/2014/main" id="{46C7C9F9-77AF-4E79-B679-41F2B5E760D4}"/>
              </a:ext>
            </a:extLst>
          </p:cNvPr>
          <p:cNvGrpSpPr/>
          <p:nvPr/>
        </p:nvGrpSpPr>
        <p:grpSpPr>
          <a:xfrm>
            <a:off x="9727206" y="734232"/>
            <a:ext cx="2153414" cy="461665"/>
            <a:chOff x="9727206" y="734232"/>
            <a:chExt cx="2153414" cy="461665"/>
          </a:xfrm>
        </p:grpSpPr>
        <p:sp>
          <p:nvSpPr>
            <p:cNvPr id="58" name="矩形 57">
              <a:extLst>
                <a:ext uri="{FF2B5EF4-FFF2-40B4-BE49-F238E27FC236}">
                  <a16:creationId xmlns:a16="http://schemas.microsoft.com/office/drawing/2014/main" id="{8C738A42-5B66-4505-B03D-160313542C6B}"/>
                </a:ext>
              </a:extLst>
            </p:cNvPr>
            <p:cNvSpPr/>
            <p:nvPr/>
          </p:nvSpPr>
          <p:spPr>
            <a:xfrm>
              <a:off x="9727206" y="757078"/>
              <a:ext cx="2153414" cy="400110"/>
            </a:xfrm>
            <a:prstGeom prst="rect">
              <a:avLst/>
            </a:prstGeom>
            <a:solidFill>
              <a:schemeClr val="bg2">
                <a:lumMod val="90000"/>
              </a:schemeClr>
            </a:solidFill>
            <a:ln>
              <a:solidFill>
                <a:schemeClr val="bg2">
                  <a:lumMod val="90000"/>
                </a:schemeClr>
              </a:solidFill>
            </a:ln>
          </p:spPr>
          <p:style>
            <a:lnRef idx="2">
              <a:schemeClr val="accent5">
                <a:shade val="50000"/>
              </a:schemeClr>
            </a:lnRef>
            <a:fillRef idx="1">
              <a:schemeClr val="accent5"/>
            </a:fillRef>
            <a:effectRef idx="0">
              <a:schemeClr val="accent5"/>
            </a:effectRef>
            <a:fontRef idx="minor">
              <a:schemeClr val="lt1"/>
            </a:fontRef>
          </p:style>
          <p:txBody>
            <a:bodyPr rtlCol="0" anchor="ctr"/>
            <a:lstStyle/>
            <a:p>
              <a:pPr algn="ctr"/>
              <a:endParaRPr lang="zh-CN" altLang="en-US"/>
            </a:p>
          </p:txBody>
        </p:sp>
        <p:sp>
          <p:nvSpPr>
            <p:cNvPr id="60" name="文本框 59">
              <a:extLst>
                <a:ext uri="{FF2B5EF4-FFF2-40B4-BE49-F238E27FC236}">
                  <a16:creationId xmlns:a16="http://schemas.microsoft.com/office/drawing/2014/main" id="{AB15AA99-A243-45C1-AE07-0B685612E43F}"/>
                </a:ext>
              </a:extLst>
            </p:cNvPr>
            <p:cNvSpPr txBox="1"/>
            <p:nvPr/>
          </p:nvSpPr>
          <p:spPr>
            <a:xfrm>
              <a:off x="9791788" y="772467"/>
              <a:ext cx="1598556" cy="400110"/>
            </a:xfrm>
            <a:prstGeom prst="rect">
              <a:avLst/>
            </a:prstGeom>
            <a:noFill/>
          </p:spPr>
          <p:txBody>
            <a:bodyPr wrap="square" rtlCol="0">
              <a:spAutoFit/>
            </a:bodyPr>
            <a:lstStyle/>
            <a:p>
              <a:pPr algn="ctr"/>
              <a:r>
                <a:rPr lang="zh-CN" altLang="en-US" sz="2000" b="1" dirty="0">
                  <a:solidFill>
                    <a:schemeClr val="bg1"/>
                  </a:solidFill>
                </a:rPr>
                <a:t>碰撞检测</a:t>
              </a:r>
            </a:p>
          </p:txBody>
        </p:sp>
        <p:sp>
          <p:nvSpPr>
            <p:cNvPr id="55" name="文本框 54">
              <a:extLst>
                <a:ext uri="{FF2B5EF4-FFF2-40B4-BE49-F238E27FC236}">
                  <a16:creationId xmlns:a16="http://schemas.microsoft.com/office/drawing/2014/main" id="{F7208B3A-F0CA-46E2-A78F-A769880DCC09}"/>
                </a:ext>
              </a:extLst>
            </p:cNvPr>
            <p:cNvSpPr txBox="1"/>
            <p:nvPr/>
          </p:nvSpPr>
          <p:spPr>
            <a:xfrm>
              <a:off x="11033742" y="734232"/>
              <a:ext cx="383192" cy="461665"/>
            </a:xfrm>
            <a:prstGeom prst="rect">
              <a:avLst/>
            </a:prstGeom>
            <a:noFill/>
          </p:spPr>
          <p:txBody>
            <a:bodyPr wrap="square">
              <a:spAutoFit/>
            </a:bodyPr>
            <a:lstStyle/>
            <a:p>
              <a:r>
                <a:rPr lang="en-US" altLang="zh-CN" sz="2400" b="1" dirty="0">
                  <a:solidFill>
                    <a:schemeClr val="bg1"/>
                  </a:solidFill>
                  <a:latin typeface="Arial Narrow" panose="020B0606020202030204" pitchFamily="34" charset="0"/>
                </a:rPr>
                <a:t>C</a:t>
              </a:r>
              <a:endParaRPr lang="zh-CN" altLang="en-US" sz="2400" dirty="0">
                <a:solidFill>
                  <a:schemeClr val="bg1"/>
                </a:solidFill>
              </a:endParaRPr>
            </a:p>
          </p:txBody>
        </p:sp>
        <p:sp>
          <p:nvSpPr>
            <p:cNvPr id="57" name="文本框 56">
              <a:extLst>
                <a:ext uri="{FF2B5EF4-FFF2-40B4-BE49-F238E27FC236}">
                  <a16:creationId xmlns:a16="http://schemas.microsoft.com/office/drawing/2014/main" id="{F625F8B0-68ED-4238-86A5-61737324B156}"/>
                </a:ext>
              </a:extLst>
            </p:cNvPr>
            <p:cNvSpPr txBox="1"/>
            <p:nvPr/>
          </p:nvSpPr>
          <p:spPr>
            <a:xfrm>
              <a:off x="11260686" y="734232"/>
              <a:ext cx="383192" cy="461665"/>
            </a:xfrm>
            <a:prstGeom prst="rect">
              <a:avLst/>
            </a:prstGeom>
            <a:noFill/>
          </p:spPr>
          <p:txBody>
            <a:bodyPr wrap="square">
              <a:spAutoFit/>
            </a:bodyPr>
            <a:lstStyle/>
            <a:p>
              <a:r>
                <a:rPr lang="en-US" altLang="zh-CN" sz="2400" b="1" dirty="0">
                  <a:solidFill>
                    <a:schemeClr val="bg1"/>
                  </a:solidFill>
                  <a:latin typeface="Arial Narrow" panose="020B0606020202030204" pitchFamily="34" charset="0"/>
                </a:rPr>
                <a:t>D</a:t>
              </a:r>
              <a:endParaRPr lang="zh-CN" altLang="en-US" sz="2400" dirty="0">
                <a:solidFill>
                  <a:schemeClr val="bg1"/>
                </a:solidFill>
              </a:endParaRPr>
            </a:p>
          </p:txBody>
        </p:sp>
      </p:grpSp>
      <p:grpSp>
        <p:nvGrpSpPr>
          <p:cNvPr id="77" name="组合 76">
            <a:extLst>
              <a:ext uri="{FF2B5EF4-FFF2-40B4-BE49-F238E27FC236}">
                <a16:creationId xmlns:a16="http://schemas.microsoft.com/office/drawing/2014/main" id="{1B6971EE-F977-4DA3-A9A0-44F6C9DC48DA}"/>
              </a:ext>
            </a:extLst>
          </p:cNvPr>
          <p:cNvGrpSpPr/>
          <p:nvPr/>
        </p:nvGrpSpPr>
        <p:grpSpPr>
          <a:xfrm>
            <a:off x="9727206" y="734232"/>
            <a:ext cx="2153414" cy="461665"/>
            <a:chOff x="9727206" y="734232"/>
            <a:chExt cx="2153414" cy="461665"/>
          </a:xfrm>
        </p:grpSpPr>
        <p:sp>
          <p:nvSpPr>
            <p:cNvPr id="79" name="矩形 78">
              <a:extLst>
                <a:ext uri="{FF2B5EF4-FFF2-40B4-BE49-F238E27FC236}">
                  <a16:creationId xmlns:a16="http://schemas.microsoft.com/office/drawing/2014/main" id="{23D339D1-2ECC-4222-BF66-5F8AC926D8C7}"/>
                </a:ext>
              </a:extLst>
            </p:cNvPr>
            <p:cNvSpPr/>
            <p:nvPr/>
          </p:nvSpPr>
          <p:spPr>
            <a:xfrm>
              <a:off x="9727206" y="757078"/>
              <a:ext cx="2153414" cy="400110"/>
            </a:xfrm>
            <a:prstGeom prst="rect">
              <a:avLst/>
            </a:prstGeom>
            <a:solidFill>
              <a:schemeClr val="accent5"/>
            </a:solidFill>
            <a:ln>
              <a:solidFill>
                <a:schemeClr val="accent5"/>
              </a:solidFill>
            </a:ln>
          </p:spPr>
          <p:style>
            <a:lnRef idx="2">
              <a:schemeClr val="accent5">
                <a:shade val="50000"/>
              </a:schemeClr>
            </a:lnRef>
            <a:fillRef idx="1">
              <a:schemeClr val="accent5"/>
            </a:fillRef>
            <a:effectRef idx="0">
              <a:schemeClr val="accent5"/>
            </a:effectRef>
            <a:fontRef idx="minor">
              <a:schemeClr val="lt1"/>
            </a:fontRef>
          </p:style>
          <p:txBody>
            <a:bodyPr rtlCol="0" anchor="ctr"/>
            <a:lstStyle/>
            <a:p>
              <a:pPr algn="ctr"/>
              <a:endParaRPr lang="zh-CN" altLang="en-US"/>
            </a:p>
          </p:txBody>
        </p:sp>
        <p:sp>
          <p:nvSpPr>
            <p:cNvPr id="80" name="文本框 79">
              <a:extLst>
                <a:ext uri="{FF2B5EF4-FFF2-40B4-BE49-F238E27FC236}">
                  <a16:creationId xmlns:a16="http://schemas.microsoft.com/office/drawing/2014/main" id="{644983D9-31FB-44F8-9DB3-5BFCAA2F4462}"/>
                </a:ext>
              </a:extLst>
            </p:cNvPr>
            <p:cNvSpPr txBox="1"/>
            <p:nvPr/>
          </p:nvSpPr>
          <p:spPr>
            <a:xfrm>
              <a:off x="9791788" y="772467"/>
              <a:ext cx="1598556" cy="400110"/>
            </a:xfrm>
            <a:prstGeom prst="rect">
              <a:avLst/>
            </a:prstGeom>
            <a:noFill/>
          </p:spPr>
          <p:txBody>
            <a:bodyPr wrap="square" rtlCol="0">
              <a:spAutoFit/>
            </a:bodyPr>
            <a:lstStyle/>
            <a:p>
              <a:pPr algn="ctr"/>
              <a:r>
                <a:rPr lang="zh-CN" altLang="en-US" sz="2000" b="1" dirty="0">
                  <a:solidFill>
                    <a:schemeClr val="bg1"/>
                  </a:solidFill>
                </a:rPr>
                <a:t>碰撞检测</a:t>
              </a:r>
            </a:p>
          </p:txBody>
        </p:sp>
        <p:sp>
          <p:nvSpPr>
            <p:cNvPr id="85" name="文本框 84">
              <a:extLst>
                <a:ext uri="{FF2B5EF4-FFF2-40B4-BE49-F238E27FC236}">
                  <a16:creationId xmlns:a16="http://schemas.microsoft.com/office/drawing/2014/main" id="{C1CFD963-D797-4467-A290-7E45A4D0B8B2}"/>
                </a:ext>
              </a:extLst>
            </p:cNvPr>
            <p:cNvSpPr txBox="1"/>
            <p:nvPr/>
          </p:nvSpPr>
          <p:spPr>
            <a:xfrm>
              <a:off x="11033742" y="734232"/>
              <a:ext cx="383192" cy="461665"/>
            </a:xfrm>
            <a:prstGeom prst="rect">
              <a:avLst/>
            </a:prstGeom>
            <a:noFill/>
          </p:spPr>
          <p:txBody>
            <a:bodyPr wrap="square">
              <a:spAutoFit/>
            </a:bodyPr>
            <a:lstStyle/>
            <a:p>
              <a:r>
                <a:rPr lang="en-US" altLang="zh-CN" sz="2400" b="1" dirty="0">
                  <a:solidFill>
                    <a:schemeClr val="bg1"/>
                  </a:solidFill>
                  <a:latin typeface="Arial Narrow" panose="020B0606020202030204" pitchFamily="34" charset="0"/>
                </a:rPr>
                <a:t>C</a:t>
              </a:r>
              <a:endParaRPr lang="zh-CN" altLang="en-US" sz="2400" dirty="0">
                <a:solidFill>
                  <a:schemeClr val="bg1"/>
                </a:solidFill>
              </a:endParaRPr>
            </a:p>
          </p:txBody>
        </p:sp>
        <p:sp>
          <p:nvSpPr>
            <p:cNvPr id="86" name="文本框 85">
              <a:extLst>
                <a:ext uri="{FF2B5EF4-FFF2-40B4-BE49-F238E27FC236}">
                  <a16:creationId xmlns:a16="http://schemas.microsoft.com/office/drawing/2014/main" id="{BA726DB0-C965-40B9-B603-AEA447E38417}"/>
                </a:ext>
              </a:extLst>
            </p:cNvPr>
            <p:cNvSpPr txBox="1"/>
            <p:nvPr/>
          </p:nvSpPr>
          <p:spPr>
            <a:xfrm>
              <a:off x="11260686" y="734232"/>
              <a:ext cx="383192" cy="461665"/>
            </a:xfrm>
            <a:prstGeom prst="rect">
              <a:avLst/>
            </a:prstGeom>
            <a:noFill/>
          </p:spPr>
          <p:txBody>
            <a:bodyPr wrap="square">
              <a:spAutoFit/>
            </a:bodyPr>
            <a:lstStyle/>
            <a:p>
              <a:r>
                <a:rPr lang="en-US" altLang="zh-CN" sz="2400" b="1" dirty="0">
                  <a:solidFill>
                    <a:schemeClr val="bg1"/>
                  </a:solidFill>
                  <a:latin typeface="Arial Narrow" panose="020B0606020202030204" pitchFamily="34" charset="0"/>
                </a:rPr>
                <a:t>D</a:t>
              </a:r>
              <a:endParaRPr lang="zh-CN" altLang="en-US" sz="2400" dirty="0">
                <a:solidFill>
                  <a:schemeClr val="bg1"/>
                </a:solidFill>
              </a:endParaRPr>
            </a:p>
          </p:txBody>
        </p:sp>
      </p:grpSp>
      <p:sp>
        <p:nvSpPr>
          <p:cNvPr id="69" name="íşlïḍè">
            <a:extLst>
              <a:ext uri="{FF2B5EF4-FFF2-40B4-BE49-F238E27FC236}">
                <a16:creationId xmlns:a16="http://schemas.microsoft.com/office/drawing/2014/main" id="{891CCC88-9843-49CE-80A5-C8DB9CECDEE0}"/>
              </a:ext>
            </a:extLst>
          </p:cNvPr>
          <p:cNvSpPr txBox="1"/>
          <p:nvPr/>
        </p:nvSpPr>
        <p:spPr>
          <a:xfrm>
            <a:off x="1373861" y="1281052"/>
            <a:ext cx="10270017" cy="400111"/>
          </a:xfrm>
          <a:prstGeom prst="rect">
            <a:avLst/>
          </a:prstGeom>
          <a:noFill/>
        </p:spPr>
        <p:txBody>
          <a:bodyPr wrap="square" lIns="91440" tIns="45720" rIns="91440" bIns="45720" anchor="ctr">
            <a:noAutofit/>
          </a:bodyPr>
          <a:lstStyle/>
          <a:p>
            <a:r>
              <a:rPr lang="en-US" altLang="zh-CN" b="1" dirty="0">
                <a:latin typeface="Arial Narrow" panose="020B0606020202030204" pitchFamily="34" charset="0"/>
              </a:rPr>
              <a:t>【2013</a:t>
            </a:r>
            <a:r>
              <a:rPr lang="zh-CN" altLang="en-US" b="1" dirty="0">
                <a:latin typeface="Arial Narrow" panose="020B0606020202030204" pitchFamily="34" charset="0"/>
              </a:rPr>
              <a:t>年 题</a:t>
            </a:r>
            <a:r>
              <a:rPr lang="en-US" altLang="zh-CN" b="1" dirty="0">
                <a:latin typeface="Arial Narrow" panose="020B0606020202030204" pitchFamily="34" charset="0"/>
              </a:rPr>
              <a:t>36】</a:t>
            </a:r>
            <a:r>
              <a:rPr lang="zh-CN" altLang="en-US" b="1" dirty="0">
                <a:latin typeface="Arial Narrow" panose="020B0606020202030204" pitchFamily="34" charset="0"/>
              </a:rPr>
              <a:t>下列介质访问控制方法中，可能发生冲突的是（      ）。</a:t>
            </a:r>
          </a:p>
        </p:txBody>
      </p:sp>
      <p:sp>
        <p:nvSpPr>
          <p:cNvPr id="31" name="íşlïḍè">
            <a:extLst>
              <a:ext uri="{FF2B5EF4-FFF2-40B4-BE49-F238E27FC236}">
                <a16:creationId xmlns:a16="http://schemas.microsoft.com/office/drawing/2014/main" id="{0175BF7A-CFF2-4250-B161-CED6A75E0EB2}"/>
              </a:ext>
            </a:extLst>
          </p:cNvPr>
          <p:cNvSpPr txBox="1"/>
          <p:nvPr/>
        </p:nvSpPr>
        <p:spPr>
          <a:xfrm>
            <a:off x="2900323" y="1766316"/>
            <a:ext cx="1448157" cy="400111"/>
          </a:xfrm>
          <a:prstGeom prst="rect">
            <a:avLst/>
          </a:prstGeom>
          <a:noFill/>
        </p:spPr>
        <p:txBody>
          <a:bodyPr wrap="square" lIns="91440" tIns="45720" rIns="91440" bIns="45720" anchor="ctr">
            <a:noAutofit/>
          </a:bodyPr>
          <a:lstStyle/>
          <a:p>
            <a:r>
              <a:rPr lang="en-US" altLang="zh-CN" b="1" dirty="0">
                <a:latin typeface="Arial Narrow" panose="020B0606020202030204" pitchFamily="34" charset="0"/>
              </a:rPr>
              <a:t>A. CDMA</a:t>
            </a:r>
            <a:endParaRPr lang="zh-CN" altLang="en-US" b="1" dirty="0">
              <a:latin typeface="Arial Narrow" panose="020B0606020202030204" pitchFamily="34" charset="0"/>
            </a:endParaRPr>
          </a:p>
        </p:txBody>
      </p:sp>
      <p:sp>
        <p:nvSpPr>
          <p:cNvPr id="32" name="íşlïḍè">
            <a:extLst>
              <a:ext uri="{FF2B5EF4-FFF2-40B4-BE49-F238E27FC236}">
                <a16:creationId xmlns:a16="http://schemas.microsoft.com/office/drawing/2014/main" id="{7011E08B-7AE2-4D01-88C8-D05E59191E4C}"/>
              </a:ext>
            </a:extLst>
          </p:cNvPr>
          <p:cNvSpPr txBox="1"/>
          <p:nvPr/>
        </p:nvSpPr>
        <p:spPr>
          <a:xfrm>
            <a:off x="4693232" y="1766316"/>
            <a:ext cx="1448157" cy="400111"/>
          </a:xfrm>
          <a:prstGeom prst="rect">
            <a:avLst/>
          </a:prstGeom>
          <a:noFill/>
        </p:spPr>
        <p:txBody>
          <a:bodyPr wrap="square" lIns="91440" tIns="45720" rIns="91440" bIns="45720" anchor="ctr">
            <a:noAutofit/>
          </a:bodyPr>
          <a:lstStyle/>
          <a:p>
            <a:r>
              <a:rPr lang="en-US" altLang="zh-CN" b="1" dirty="0">
                <a:latin typeface="Arial Narrow" panose="020B0606020202030204" pitchFamily="34" charset="0"/>
              </a:rPr>
              <a:t>B. CSMA</a:t>
            </a:r>
            <a:endParaRPr lang="zh-CN" altLang="en-US" b="1" dirty="0">
              <a:latin typeface="Arial Narrow" panose="020B0606020202030204" pitchFamily="34" charset="0"/>
            </a:endParaRPr>
          </a:p>
        </p:txBody>
      </p:sp>
      <p:sp>
        <p:nvSpPr>
          <p:cNvPr id="33" name="íşlïḍè">
            <a:extLst>
              <a:ext uri="{FF2B5EF4-FFF2-40B4-BE49-F238E27FC236}">
                <a16:creationId xmlns:a16="http://schemas.microsoft.com/office/drawing/2014/main" id="{91C58155-6493-4E81-9A3B-29DF78067D86}"/>
              </a:ext>
            </a:extLst>
          </p:cNvPr>
          <p:cNvSpPr txBox="1"/>
          <p:nvPr/>
        </p:nvSpPr>
        <p:spPr>
          <a:xfrm>
            <a:off x="6486141" y="1766316"/>
            <a:ext cx="1448157" cy="400111"/>
          </a:xfrm>
          <a:prstGeom prst="rect">
            <a:avLst/>
          </a:prstGeom>
          <a:noFill/>
        </p:spPr>
        <p:txBody>
          <a:bodyPr wrap="square" lIns="91440" tIns="45720" rIns="91440" bIns="45720" anchor="ctr">
            <a:noAutofit/>
          </a:bodyPr>
          <a:lstStyle/>
          <a:p>
            <a:r>
              <a:rPr lang="en-US" altLang="zh-CN" b="1" dirty="0">
                <a:latin typeface="Arial Narrow" panose="020B0606020202030204" pitchFamily="34" charset="0"/>
              </a:rPr>
              <a:t>C. TDMA</a:t>
            </a:r>
            <a:endParaRPr lang="zh-CN" altLang="en-US" b="1" dirty="0">
              <a:latin typeface="Arial Narrow" panose="020B0606020202030204" pitchFamily="34" charset="0"/>
            </a:endParaRPr>
          </a:p>
        </p:txBody>
      </p:sp>
      <p:sp>
        <p:nvSpPr>
          <p:cNvPr id="34" name="íşlïḍè">
            <a:extLst>
              <a:ext uri="{FF2B5EF4-FFF2-40B4-BE49-F238E27FC236}">
                <a16:creationId xmlns:a16="http://schemas.microsoft.com/office/drawing/2014/main" id="{E9D5FA2C-4B2E-4F44-AF39-B2F3EC6802D9}"/>
              </a:ext>
            </a:extLst>
          </p:cNvPr>
          <p:cNvSpPr txBox="1"/>
          <p:nvPr/>
        </p:nvSpPr>
        <p:spPr>
          <a:xfrm>
            <a:off x="8279049" y="1766316"/>
            <a:ext cx="1448157" cy="400111"/>
          </a:xfrm>
          <a:prstGeom prst="rect">
            <a:avLst/>
          </a:prstGeom>
          <a:noFill/>
        </p:spPr>
        <p:txBody>
          <a:bodyPr wrap="square" lIns="91440" tIns="45720" rIns="91440" bIns="45720" anchor="ctr">
            <a:noAutofit/>
          </a:bodyPr>
          <a:lstStyle/>
          <a:p>
            <a:r>
              <a:rPr lang="en-US" altLang="zh-CN" b="1" dirty="0">
                <a:latin typeface="Arial Narrow" panose="020B0606020202030204" pitchFamily="34" charset="0"/>
              </a:rPr>
              <a:t>D. FDMA</a:t>
            </a:r>
            <a:endParaRPr lang="zh-CN" altLang="en-US" b="1" dirty="0">
              <a:latin typeface="Arial Narrow" panose="020B0606020202030204" pitchFamily="34" charset="0"/>
            </a:endParaRPr>
          </a:p>
        </p:txBody>
      </p:sp>
      <p:sp>
        <p:nvSpPr>
          <p:cNvPr id="35" name="íşlïḍè">
            <a:extLst>
              <a:ext uri="{FF2B5EF4-FFF2-40B4-BE49-F238E27FC236}">
                <a16:creationId xmlns:a16="http://schemas.microsoft.com/office/drawing/2014/main" id="{A5330BE8-EE74-4555-B137-BA961F7221AE}"/>
              </a:ext>
            </a:extLst>
          </p:cNvPr>
          <p:cNvSpPr txBox="1"/>
          <p:nvPr/>
        </p:nvSpPr>
        <p:spPr>
          <a:xfrm>
            <a:off x="7824333" y="1296441"/>
            <a:ext cx="394903" cy="400111"/>
          </a:xfrm>
          <a:prstGeom prst="rect">
            <a:avLst/>
          </a:prstGeom>
          <a:noFill/>
        </p:spPr>
        <p:txBody>
          <a:bodyPr wrap="square" lIns="91440" tIns="45720" rIns="91440" bIns="45720" anchor="ctr">
            <a:noAutofit/>
          </a:bodyPr>
          <a:lstStyle/>
          <a:p>
            <a:pPr algn="ctr"/>
            <a:r>
              <a:rPr lang="en-US" altLang="zh-CN" sz="2800" b="1" dirty="0">
                <a:solidFill>
                  <a:schemeClr val="accent1">
                    <a:lumMod val="75000"/>
                  </a:schemeClr>
                </a:solidFill>
                <a:latin typeface="Arial Black" panose="020B0A04020102020204" pitchFamily="34" charset="0"/>
              </a:rPr>
              <a:t>B</a:t>
            </a:r>
            <a:endParaRPr lang="zh-CN" altLang="en-US" sz="2800" b="1" dirty="0">
              <a:solidFill>
                <a:schemeClr val="accent1">
                  <a:lumMod val="75000"/>
                </a:schemeClr>
              </a:solidFill>
              <a:latin typeface="Arial Black" panose="020B0A04020102020204" pitchFamily="34" charset="0"/>
            </a:endParaRPr>
          </a:p>
        </p:txBody>
      </p:sp>
      <p:sp>
        <p:nvSpPr>
          <p:cNvPr id="37" name="íşlïḍè">
            <a:extLst>
              <a:ext uri="{FF2B5EF4-FFF2-40B4-BE49-F238E27FC236}">
                <a16:creationId xmlns:a16="http://schemas.microsoft.com/office/drawing/2014/main" id="{3B287EFB-6A86-400F-B9D5-E6DF783DC298}"/>
              </a:ext>
            </a:extLst>
          </p:cNvPr>
          <p:cNvSpPr txBox="1"/>
          <p:nvPr/>
        </p:nvSpPr>
        <p:spPr>
          <a:xfrm>
            <a:off x="1610004" y="2474129"/>
            <a:ext cx="720024" cy="400111"/>
          </a:xfrm>
          <a:prstGeom prst="rect">
            <a:avLst/>
          </a:prstGeom>
          <a:noFill/>
        </p:spPr>
        <p:txBody>
          <a:bodyPr wrap="square" lIns="91440" tIns="45720" rIns="91440" bIns="45720" anchor="ctr">
            <a:noAutofit/>
          </a:bodyPr>
          <a:lstStyle/>
          <a:p>
            <a:r>
              <a:rPr lang="zh-CN" altLang="en-US" b="1" dirty="0">
                <a:latin typeface="Arial Narrow" panose="020B0606020202030204" pitchFamily="34" charset="0"/>
              </a:rPr>
              <a:t>解析</a:t>
            </a:r>
          </a:p>
        </p:txBody>
      </p:sp>
      <p:sp>
        <p:nvSpPr>
          <p:cNvPr id="11" name="文本框 10">
            <a:extLst>
              <a:ext uri="{FF2B5EF4-FFF2-40B4-BE49-F238E27FC236}">
                <a16:creationId xmlns:a16="http://schemas.microsoft.com/office/drawing/2014/main" id="{E58F1217-3DE4-4CB5-81B2-5367FAACC2CC}"/>
              </a:ext>
            </a:extLst>
          </p:cNvPr>
          <p:cNvSpPr txBox="1"/>
          <p:nvPr/>
        </p:nvSpPr>
        <p:spPr>
          <a:xfrm>
            <a:off x="2243817" y="2808457"/>
            <a:ext cx="9314462" cy="646331"/>
          </a:xfrm>
          <a:prstGeom prst="rect">
            <a:avLst/>
          </a:prstGeom>
          <a:noFill/>
        </p:spPr>
        <p:txBody>
          <a:bodyPr wrap="square" rtlCol="0">
            <a:spAutoFit/>
          </a:bodyPr>
          <a:lstStyle/>
          <a:p>
            <a:r>
              <a:rPr lang="en-US" altLang="zh-CN" b="1" dirty="0"/>
              <a:t>CDMA</a:t>
            </a:r>
            <a:r>
              <a:rPr lang="zh-CN" altLang="en-US" b="1" dirty="0"/>
              <a:t>（</a:t>
            </a:r>
            <a:r>
              <a:rPr lang="en-US" altLang="zh-CN" b="1" dirty="0"/>
              <a:t>Code Division Multiplex Access</a:t>
            </a:r>
            <a:r>
              <a:rPr lang="zh-CN" altLang="en-US" b="1" dirty="0"/>
              <a:t>）是码分多址的英文缩写词。</a:t>
            </a:r>
            <a:r>
              <a:rPr lang="en-US" altLang="zh-CN" b="1" dirty="0"/>
              <a:t> CDMA</a:t>
            </a:r>
            <a:r>
              <a:rPr lang="zh-CN" altLang="en-US" b="1" dirty="0"/>
              <a:t>的每个用户可以</a:t>
            </a:r>
            <a:r>
              <a:rPr lang="zh-CN" altLang="en-US" b="1" dirty="0">
                <a:solidFill>
                  <a:schemeClr val="accent1">
                    <a:lumMod val="75000"/>
                  </a:schemeClr>
                </a:solidFill>
              </a:rPr>
              <a:t>在相同的时间使用相同的频带进行通信</a:t>
            </a:r>
            <a:r>
              <a:rPr lang="zh-CN" altLang="en-US" b="1" dirty="0"/>
              <a:t>。</a:t>
            </a:r>
          </a:p>
        </p:txBody>
      </p:sp>
      <p:pic>
        <p:nvPicPr>
          <p:cNvPr id="13" name="图片 12" descr="图示&#10;&#10;中度可信度描述已自动生成">
            <a:extLst>
              <a:ext uri="{FF2B5EF4-FFF2-40B4-BE49-F238E27FC236}">
                <a16:creationId xmlns:a16="http://schemas.microsoft.com/office/drawing/2014/main" id="{D1BA86AD-9403-4A48-8035-931BEFDE6392}"/>
              </a:ext>
            </a:extLst>
          </p:cNvPr>
          <p:cNvPicPr>
            <a:picLocks noChangeAspect="1"/>
          </p:cNvPicPr>
          <p:nvPr/>
        </p:nvPicPr>
        <p:blipFill>
          <a:blip r:embed="rId3" cstate="print">
            <a:extLst>
              <a:ext uri="{28A0092B-C50C-407E-A947-70E740481C1C}">
                <a14:useLocalDpi xmlns:a14="http://schemas.microsoft.com/office/drawing/2010/main" val="0"/>
              </a:ext>
            </a:extLst>
          </a:blip>
          <a:stretch>
            <a:fillRect/>
          </a:stretch>
        </p:blipFill>
        <p:spPr>
          <a:xfrm>
            <a:off x="2870026" y="3681919"/>
            <a:ext cx="7199445" cy="2756981"/>
          </a:xfrm>
          <a:prstGeom prst="rect">
            <a:avLst/>
          </a:prstGeom>
        </p:spPr>
      </p:pic>
    </p:spTree>
    <p:custDataLst>
      <p:tags r:id="rId1"/>
    </p:custDataLst>
    <p:extLst>
      <p:ext uri="{BB962C8B-B14F-4D97-AF65-F5344CB8AC3E}">
        <p14:creationId xmlns:p14="http://schemas.microsoft.com/office/powerpoint/2010/main" val="407397436"/>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34" presetClass="emph" presetSubtype="0" fill="hold" grpId="0" nodeType="withEffect">
                                  <p:stCondLst>
                                    <p:cond delay="0"/>
                                  </p:stCondLst>
                                  <p:iterate type="lt">
                                    <p:tmPct val="10000"/>
                                  </p:iterate>
                                  <p:childTnLst>
                                    <p:animMotion origin="layout" path="M 0.0 0.0 L 0.0 -0.07213" pathEditMode="relative" ptsTypes="">
                                      <p:cBhvr>
                                        <p:cTn id="6" dur="250" accel="50000" decel="50000" autoRev="1" fill="hold">
                                          <p:stCondLst>
                                            <p:cond delay="0"/>
                                          </p:stCondLst>
                                        </p:cTn>
                                        <p:tgtEl>
                                          <p:spTgt spid="31"/>
                                        </p:tgtEl>
                                        <p:attrNameLst>
                                          <p:attrName>ppt_x</p:attrName>
                                          <p:attrName>ppt_y</p:attrName>
                                        </p:attrNameLst>
                                      </p:cBhvr>
                                    </p:animMotion>
                                    <p:animRot by="1500000">
                                      <p:cBhvr>
                                        <p:cTn id="7" dur="125" fill="hold">
                                          <p:stCondLst>
                                            <p:cond delay="0"/>
                                          </p:stCondLst>
                                        </p:cTn>
                                        <p:tgtEl>
                                          <p:spTgt spid="31"/>
                                        </p:tgtEl>
                                        <p:attrNameLst>
                                          <p:attrName>r</p:attrName>
                                        </p:attrNameLst>
                                      </p:cBhvr>
                                    </p:animRot>
                                    <p:animRot by="-1500000">
                                      <p:cBhvr>
                                        <p:cTn id="8" dur="125" fill="hold">
                                          <p:stCondLst>
                                            <p:cond delay="125"/>
                                          </p:stCondLst>
                                        </p:cTn>
                                        <p:tgtEl>
                                          <p:spTgt spid="31"/>
                                        </p:tgtEl>
                                        <p:attrNameLst>
                                          <p:attrName>r</p:attrName>
                                        </p:attrNameLst>
                                      </p:cBhvr>
                                    </p:animRot>
                                    <p:animRot by="-1500000">
                                      <p:cBhvr>
                                        <p:cTn id="9" dur="125" fill="hold">
                                          <p:stCondLst>
                                            <p:cond delay="250"/>
                                          </p:stCondLst>
                                        </p:cTn>
                                        <p:tgtEl>
                                          <p:spTgt spid="31"/>
                                        </p:tgtEl>
                                        <p:attrNameLst>
                                          <p:attrName>r</p:attrName>
                                        </p:attrNameLst>
                                      </p:cBhvr>
                                    </p:animRot>
                                    <p:animRot by="1500000">
                                      <p:cBhvr>
                                        <p:cTn id="10" dur="125" fill="hold">
                                          <p:stCondLst>
                                            <p:cond delay="375"/>
                                          </p:stCondLst>
                                        </p:cTn>
                                        <p:tgtEl>
                                          <p:spTgt spid="31"/>
                                        </p:tgtEl>
                                        <p:attrNameLst>
                                          <p:attrName>r</p:attrName>
                                        </p:attrNameLst>
                                      </p:cBhvr>
                                    </p:animRot>
                                  </p:childTnLst>
                                </p:cTn>
                              </p:par>
                            </p:childTnLst>
                          </p:cTn>
                        </p:par>
                      </p:childTnLst>
                    </p:cTn>
                  </p:par>
                  <p:par>
                    <p:cTn id="11" fill="hold">
                      <p:stCondLst>
                        <p:cond delay="indefinite"/>
                      </p:stCondLst>
                      <p:childTnLst>
                        <p:par>
                          <p:cTn id="12" fill="hold">
                            <p:stCondLst>
                              <p:cond delay="0"/>
                            </p:stCondLst>
                            <p:childTnLst>
                              <p:par>
                                <p:cTn id="13" presetID="1" presetClass="entr" presetSubtype="0" fill="hold" grpId="0" nodeType="clickEffect">
                                  <p:stCondLst>
                                    <p:cond delay="0"/>
                                  </p:stCondLst>
                                  <p:iterate type="lt">
                                    <p:tmAbs val="100"/>
                                  </p:iterate>
                                  <p:childTnLst>
                                    <p:set>
                                      <p:cBhvr>
                                        <p:cTn id="14" dur="1" fill="hold">
                                          <p:stCondLst>
                                            <p:cond delay="0"/>
                                          </p:stCondLst>
                                        </p:cTn>
                                        <p:tgtEl>
                                          <p:spTgt spid="11"/>
                                        </p:tgtEl>
                                        <p:attrNameLst>
                                          <p:attrName>style.visibility</p:attrName>
                                        </p:attrNameLst>
                                      </p:cBhvr>
                                      <p:to>
                                        <p:strVal val="visible"/>
                                      </p:to>
                                    </p:set>
                                  </p:childTnLst>
                                </p:cTn>
                              </p:par>
                            </p:childTnLst>
                          </p:cTn>
                        </p:par>
                      </p:childTnLst>
                    </p:cTn>
                  </p:par>
                  <p:par>
                    <p:cTn id="15" fill="hold">
                      <p:stCondLst>
                        <p:cond delay="indefinite"/>
                      </p:stCondLst>
                      <p:childTnLst>
                        <p:par>
                          <p:cTn id="16" fill="hold">
                            <p:stCondLst>
                              <p:cond delay="0"/>
                            </p:stCondLst>
                            <p:childTnLst>
                              <p:par>
                                <p:cTn id="17" presetID="30" presetClass="entr" presetSubtype="0" fill="hold" nodeType="clickEffect">
                                  <p:stCondLst>
                                    <p:cond delay="0"/>
                                  </p:stCondLst>
                                  <p:childTnLst>
                                    <p:set>
                                      <p:cBhvr>
                                        <p:cTn id="18" dur="1" fill="hold">
                                          <p:stCondLst>
                                            <p:cond delay="0"/>
                                          </p:stCondLst>
                                        </p:cTn>
                                        <p:tgtEl>
                                          <p:spTgt spid="13"/>
                                        </p:tgtEl>
                                        <p:attrNameLst>
                                          <p:attrName>style.visibility</p:attrName>
                                        </p:attrNameLst>
                                      </p:cBhvr>
                                      <p:to>
                                        <p:strVal val="visible"/>
                                      </p:to>
                                    </p:set>
                                    <p:animEffect transition="in" filter="fade">
                                      <p:cBhvr>
                                        <p:cTn id="19" dur="800" decel="100000"/>
                                        <p:tgtEl>
                                          <p:spTgt spid="13"/>
                                        </p:tgtEl>
                                      </p:cBhvr>
                                    </p:animEffect>
                                    <p:anim calcmode="lin" valueType="num">
                                      <p:cBhvr>
                                        <p:cTn id="20" dur="800" decel="100000" fill="hold"/>
                                        <p:tgtEl>
                                          <p:spTgt spid="13"/>
                                        </p:tgtEl>
                                        <p:attrNameLst>
                                          <p:attrName>style.rotation</p:attrName>
                                        </p:attrNameLst>
                                      </p:cBhvr>
                                      <p:tavLst>
                                        <p:tav tm="0">
                                          <p:val>
                                            <p:fltVal val="-90"/>
                                          </p:val>
                                        </p:tav>
                                        <p:tav tm="100000">
                                          <p:val>
                                            <p:fltVal val="0"/>
                                          </p:val>
                                        </p:tav>
                                      </p:tavLst>
                                    </p:anim>
                                    <p:anim calcmode="lin" valueType="num">
                                      <p:cBhvr>
                                        <p:cTn id="21" dur="800" decel="100000" fill="hold"/>
                                        <p:tgtEl>
                                          <p:spTgt spid="13"/>
                                        </p:tgtEl>
                                        <p:attrNameLst>
                                          <p:attrName>ppt_x</p:attrName>
                                        </p:attrNameLst>
                                      </p:cBhvr>
                                      <p:tavLst>
                                        <p:tav tm="0">
                                          <p:val>
                                            <p:strVal val="#ppt_x+0.4"/>
                                          </p:val>
                                        </p:tav>
                                        <p:tav tm="100000">
                                          <p:val>
                                            <p:strVal val="#ppt_x-0.05"/>
                                          </p:val>
                                        </p:tav>
                                      </p:tavLst>
                                    </p:anim>
                                    <p:anim calcmode="lin" valueType="num">
                                      <p:cBhvr>
                                        <p:cTn id="22" dur="800" decel="100000" fill="hold"/>
                                        <p:tgtEl>
                                          <p:spTgt spid="13"/>
                                        </p:tgtEl>
                                        <p:attrNameLst>
                                          <p:attrName>ppt_y</p:attrName>
                                        </p:attrNameLst>
                                      </p:cBhvr>
                                      <p:tavLst>
                                        <p:tav tm="0">
                                          <p:val>
                                            <p:strVal val="#ppt_y-0.4"/>
                                          </p:val>
                                        </p:tav>
                                        <p:tav tm="100000">
                                          <p:val>
                                            <p:strVal val="#ppt_y+0.1"/>
                                          </p:val>
                                        </p:tav>
                                      </p:tavLst>
                                    </p:anim>
                                    <p:anim calcmode="lin" valueType="num">
                                      <p:cBhvr>
                                        <p:cTn id="23" dur="200" accel="100000" fill="hold">
                                          <p:stCondLst>
                                            <p:cond delay="800"/>
                                          </p:stCondLst>
                                        </p:cTn>
                                        <p:tgtEl>
                                          <p:spTgt spid="13"/>
                                        </p:tgtEl>
                                        <p:attrNameLst>
                                          <p:attrName>ppt_x</p:attrName>
                                        </p:attrNameLst>
                                      </p:cBhvr>
                                      <p:tavLst>
                                        <p:tav tm="0">
                                          <p:val>
                                            <p:strVal val="#ppt_x-0.05"/>
                                          </p:val>
                                        </p:tav>
                                        <p:tav tm="100000">
                                          <p:val>
                                            <p:strVal val="#ppt_x"/>
                                          </p:val>
                                        </p:tav>
                                      </p:tavLst>
                                    </p:anim>
                                    <p:anim calcmode="lin" valueType="num">
                                      <p:cBhvr>
                                        <p:cTn id="24" dur="200" accel="100000" fill="hold">
                                          <p:stCondLst>
                                            <p:cond delay="800"/>
                                          </p:stCondLst>
                                        </p:cTn>
                                        <p:tgtEl>
                                          <p:spTgt spid="13"/>
                                        </p:tgtEl>
                                        <p:attrNameLst>
                                          <p:attrName>ppt_y</p:attrName>
                                        </p:attrNameLst>
                                      </p:cBhvr>
                                      <p:tavLst>
                                        <p:tav tm="0">
                                          <p:val>
                                            <p:strVal val="#ppt_y+0.1"/>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1" grpId="0"/>
      <p:bldP spid="11" grpId="0"/>
    </p:bldLst>
  </p:timing>
</p:sld>
</file>

<file path=ppt/slides/slide31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4" name="组合 3">
            <a:extLst>
              <a:ext uri="{FF2B5EF4-FFF2-40B4-BE49-F238E27FC236}">
                <a16:creationId xmlns:a16="http://schemas.microsoft.com/office/drawing/2014/main" id="{9A1EA9F2-FCB6-48C3-935F-7AE7E3AD14AC}"/>
              </a:ext>
            </a:extLst>
          </p:cNvPr>
          <p:cNvGrpSpPr/>
          <p:nvPr/>
        </p:nvGrpSpPr>
        <p:grpSpPr>
          <a:xfrm>
            <a:off x="304800" y="749300"/>
            <a:ext cx="6192344" cy="400110"/>
            <a:chOff x="424117" y="898245"/>
            <a:chExt cx="6192344" cy="400110"/>
          </a:xfrm>
        </p:grpSpPr>
        <p:sp>
          <p:nvSpPr>
            <p:cNvPr id="2" name="平行四边形 1">
              <a:extLst>
                <a:ext uri="{FF2B5EF4-FFF2-40B4-BE49-F238E27FC236}">
                  <a16:creationId xmlns:a16="http://schemas.microsoft.com/office/drawing/2014/main" id="{1F5BAA3F-9845-4F89-A2DD-8222D3E4EDAC}"/>
                </a:ext>
              </a:extLst>
            </p:cNvPr>
            <p:cNvSpPr/>
            <p:nvPr/>
          </p:nvSpPr>
          <p:spPr>
            <a:xfrm>
              <a:off x="424117" y="898245"/>
              <a:ext cx="628306" cy="387090"/>
            </a:xfrm>
            <a:prstGeom prst="parallelogram">
              <a:avLst/>
            </a:prstGeom>
            <a:solidFill>
              <a:schemeClr val="accent3">
                <a:lumMod val="75000"/>
              </a:schemeClr>
            </a:solidFill>
            <a:ln>
              <a:solidFill>
                <a:schemeClr val="accent3">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CN" sz="2200" dirty="0">
                  <a:latin typeface="Impact" panose="020B0806030902050204" pitchFamily="34" charset="0"/>
                </a:rPr>
                <a:t>01</a:t>
              </a:r>
              <a:endParaRPr lang="zh-CN" altLang="en-US" sz="2200" dirty="0">
                <a:latin typeface="Impact" panose="020B0806030902050204" pitchFamily="34" charset="0"/>
              </a:endParaRPr>
            </a:p>
          </p:txBody>
        </p:sp>
        <p:sp>
          <p:nvSpPr>
            <p:cNvPr id="3" name="文本框 2">
              <a:extLst>
                <a:ext uri="{FF2B5EF4-FFF2-40B4-BE49-F238E27FC236}">
                  <a16:creationId xmlns:a16="http://schemas.microsoft.com/office/drawing/2014/main" id="{4D6BD736-A4D3-4F26-AFED-36E11F50F70B}"/>
                </a:ext>
              </a:extLst>
            </p:cNvPr>
            <p:cNvSpPr txBox="1"/>
            <p:nvPr/>
          </p:nvSpPr>
          <p:spPr>
            <a:xfrm>
              <a:off x="1052423" y="898245"/>
              <a:ext cx="5564038" cy="400110"/>
            </a:xfrm>
            <a:prstGeom prst="rect">
              <a:avLst/>
            </a:prstGeom>
            <a:noFill/>
          </p:spPr>
          <p:txBody>
            <a:bodyPr wrap="square" rtlCol="0">
              <a:spAutoFit/>
            </a:bodyPr>
            <a:lstStyle/>
            <a:p>
              <a:r>
                <a:rPr lang="en-US" altLang="zh-CN" sz="2000" b="1" dirty="0"/>
                <a:t>CSMA/CD</a:t>
              </a:r>
              <a:r>
                <a:rPr lang="zh-CN" altLang="en-US" sz="2000" b="1" dirty="0"/>
                <a:t>协议的基本原理</a:t>
              </a:r>
              <a:endParaRPr lang="en-US" altLang="zh-CN" sz="2000" b="1" dirty="0"/>
            </a:p>
          </p:txBody>
        </p:sp>
      </p:grpSp>
      <p:grpSp>
        <p:nvGrpSpPr>
          <p:cNvPr id="5" name="组合 4">
            <a:extLst>
              <a:ext uri="{FF2B5EF4-FFF2-40B4-BE49-F238E27FC236}">
                <a16:creationId xmlns:a16="http://schemas.microsoft.com/office/drawing/2014/main" id="{C01E6C52-422B-4C95-B19D-1CED5810DA03}"/>
              </a:ext>
            </a:extLst>
          </p:cNvPr>
          <p:cNvGrpSpPr/>
          <p:nvPr/>
        </p:nvGrpSpPr>
        <p:grpSpPr>
          <a:xfrm>
            <a:off x="4462359" y="730007"/>
            <a:ext cx="2153414" cy="461665"/>
            <a:chOff x="4462359" y="730007"/>
            <a:chExt cx="2153414" cy="461665"/>
          </a:xfrm>
        </p:grpSpPr>
        <p:sp>
          <p:nvSpPr>
            <p:cNvPr id="6" name="矩形 5">
              <a:extLst>
                <a:ext uri="{FF2B5EF4-FFF2-40B4-BE49-F238E27FC236}">
                  <a16:creationId xmlns:a16="http://schemas.microsoft.com/office/drawing/2014/main" id="{BC2570DD-396E-4D25-AF51-7823C90107CF}"/>
                </a:ext>
              </a:extLst>
            </p:cNvPr>
            <p:cNvSpPr/>
            <p:nvPr/>
          </p:nvSpPr>
          <p:spPr>
            <a:xfrm>
              <a:off x="4462359" y="757078"/>
              <a:ext cx="2153414" cy="400110"/>
            </a:xfrm>
            <a:prstGeom prst="rect">
              <a:avLst/>
            </a:prstGeom>
            <a:solidFill>
              <a:schemeClr val="accent4"/>
            </a:solidFill>
            <a:ln>
              <a:solidFill>
                <a:schemeClr val="accent4"/>
              </a:solidFill>
            </a:ln>
          </p:spPr>
          <p:style>
            <a:lnRef idx="2">
              <a:schemeClr val="accent4">
                <a:shade val="50000"/>
              </a:schemeClr>
            </a:lnRef>
            <a:fillRef idx="1">
              <a:schemeClr val="accent4"/>
            </a:fillRef>
            <a:effectRef idx="0">
              <a:schemeClr val="accent4"/>
            </a:effectRef>
            <a:fontRef idx="minor">
              <a:schemeClr val="lt1"/>
            </a:fontRef>
          </p:style>
          <p:txBody>
            <a:bodyPr rtlCol="0" anchor="ctr"/>
            <a:lstStyle/>
            <a:p>
              <a:pPr algn="ctr"/>
              <a:endParaRPr lang="zh-CN" altLang="en-US" b="1" dirty="0"/>
            </a:p>
          </p:txBody>
        </p:sp>
        <p:sp>
          <p:nvSpPr>
            <p:cNvPr id="8" name="文本框 7">
              <a:extLst>
                <a:ext uri="{FF2B5EF4-FFF2-40B4-BE49-F238E27FC236}">
                  <a16:creationId xmlns:a16="http://schemas.microsoft.com/office/drawing/2014/main" id="{D124AB74-A7F3-4D08-8C3C-B508C7C6A51C}"/>
                </a:ext>
              </a:extLst>
            </p:cNvPr>
            <p:cNvSpPr txBox="1"/>
            <p:nvPr/>
          </p:nvSpPr>
          <p:spPr>
            <a:xfrm>
              <a:off x="4473322" y="772467"/>
              <a:ext cx="1598556" cy="400110"/>
            </a:xfrm>
            <a:prstGeom prst="rect">
              <a:avLst/>
            </a:prstGeom>
            <a:noFill/>
          </p:spPr>
          <p:txBody>
            <a:bodyPr wrap="square" rtlCol="0">
              <a:spAutoFit/>
            </a:bodyPr>
            <a:lstStyle/>
            <a:p>
              <a:pPr algn="ctr"/>
              <a:r>
                <a:rPr lang="zh-CN" altLang="en-US" sz="2000" b="1" dirty="0">
                  <a:solidFill>
                    <a:schemeClr val="bg1"/>
                  </a:solidFill>
                </a:rPr>
                <a:t>多址接入</a:t>
              </a:r>
            </a:p>
          </p:txBody>
        </p:sp>
        <p:sp>
          <p:nvSpPr>
            <p:cNvPr id="41" name="文本框 40">
              <a:extLst>
                <a:ext uri="{FF2B5EF4-FFF2-40B4-BE49-F238E27FC236}">
                  <a16:creationId xmlns:a16="http://schemas.microsoft.com/office/drawing/2014/main" id="{0FCCC336-AB70-403B-BE37-A1B698CF616F}"/>
                </a:ext>
              </a:extLst>
            </p:cNvPr>
            <p:cNvSpPr txBox="1"/>
            <p:nvPr/>
          </p:nvSpPr>
          <p:spPr>
            <a:xfrm>
              <a:off x="5708713" y="730007"/>
              <a:ext cx="383192" cy="461665"/>
            </a:xfrm>
            <a:prstGeom prst="rect">
              <a:avLst/>
            </a:prstGeom>
            <a:noFill/>
          </p:spPr>
          <p:txBody>
            <a:bodyPr wrap="square">
              <a:spAutoFit/>
            </a:bodyPr>
            <a:lstStyle/>
            <a:p>
              <a:r>
                <a:rPr lang="en-US" altLang="zh-CN" sz="2400" b="1" dirty="0">
                  <a:solidFill>
                    <a:schemeClr val="bg1"/>
                  </a:solidFill>
                  <a:latin typeface="Arial Narrow" panose="020B0606020202030204" pitchFamily="34" charset="0"/>
                </a:rPr>
                <a:t>M</a:t>
              </a:r>
              <a:endParaRPr lang="zh-CN" altLang="en-US" sz="2400" dirty="0">
                <a:solidFill>
                  <a:schemeClr val="bg1"/>
                </a:solidFill>
              </a:endParaRPr>
            </a:p>
          </p:txBody>
        </p:sp>
        <p:sp>
          <p:nvSpPr>
            <p:cNvPr id="54" name="文本框 53">
              <a:extLst>
                <a:ext uri="{FF2B5EF4-FFF2-40B4-BE49-F238E27FC236}">
                  <a16:creationId xmlns:a16="http://schemas.microsoft.com/office/drawing/2014/main" id="{B5431C6C-A9AE-4820-962C-B2D3EB67BE9B}"/>
                </a:ext>
              </a:extLst>
            </p:cNvPr>
            <p:cNvSpPr txBox="1"/>
            <p:nvPr/>
          </p:nvSpPr>
          <p:spPr>
            <a:xfrm>
              <a:off x="5948810" y="730007"/>
              <a:ext cx="383192" cy="461665"/>
            </a:xfrm>
            <a:prstGeom prst="rect">
              <a:avLst/>
            </a:prstGeom>
            <a:noFill/>
          </p:spPr>
          <p:txBody>
            <a:bodyPr wrap="square">
              <a:spAutoFit/>
            </a:bodyPr>
            <a:lstStyle/>
            <a:p>
              <a:r>
                <a:rPr lang="en-US" altLang="zh-CN" sz="2400" b="1" dirty="0">
                  <a:solidFill>
                    <a:schemeClr val="bg1"/>
                  </a:solidFill>
                  <a:latin typeface="Arial Narrow" panose="020B0606020202030204" pitchFamily="34" charset="0"/>
                </a:rPr>
                <a:t>A</a:t>
              </a:r>
              <a:endParaRPr lang="zh-CN" altLang="en-US" sz="2400" dirty="0">
                <a:solidFill>
                  <a:schemeClr val="bg1"/>
                </a:solidFill>
              </a:endParaRPr>
            </a:p>
          </p:txBody>
        </p:sp>
      </p:grpSp>
      <p:grpSp>
        <p:nvGrpSpPr>
          <p:cNvPr id="7" name="组合 6">
            <a:extLst>
              <a:ext uri="{FF2B5EF4-FFF2-40B4-BE49-F238E27FC236}">
                <a16:creationId xmlns:a16="http://schemas.microsoft.com/office/drawing/2014/main" id="{B9C158CC-93D8-4410-8E32-3C037291B916}"/>
              </a:ext>
            </a:extLst>
          </p:cNvPr>
          <p:cNvGrpSpPr/>
          <p:nvPr/>
        </p:nvGrpSpPr>
        <p:grpSpPr>
          <a:xfrm>
            <a:off x="7094783" y="730441"/>
            <a:ext cx="2153414" cy="461665"/>
            <a:chOff x="7094783" y="730441"/>
            <a:chExt cx="2153414" cy="461665"/>
          </a:xfrm>
        </p:grpSpPr>
        <p:sp>
          <p:nvSpPr>
            <p:cNvPr id="56" name="矩形 55">
              <a:extLst>
                <a:ext uri="{FF2B5EF4-FFF2-40B4-BE49-F238E27FC236}">
                  <a16:creationId xmlns:a16="http://schemas.microsoft.com/office/drawing/2014/main" id="{3C4796E6-AC0C-457E-9848-A637639E67CC}"/>
                </a:ext>
              </a:extLst>
            </p:cNvPr>
            <p:cNvSpPr/>
            <p:nvPr/>
          </p:nvSpPr>
          <p:spPr>
            <a:xfrm>
              <a:off x="7094783" y="757078"/>
              <a:ext cx="2153414" cy="400110"/>
            </a:xfrm>
            <a:prstGeom prst="rect">
              <a:avLst/>
            </a:prstGeom>
            <a:solidFill>
              <a:schemeClr val="accent3"/>
            </a:solidFill>
            <a:ln>
              <a:solidFill>
                <a:schemeClr val="accent3"/>
              </a:solidFill>
            </a:ln>
          </p:spPr>
          <p:style>
            <a:lnRef idx="2">
              <a:schemeClr val="accent3">
                <a:shade val="50000"/>
              </a:schemeClr>
            </a:lnRef>
            <a:fillRef idx="1">
              <a:schemeClr val="accent3"/>
            </a:fillRef>
            <a:effectRef idx="0">
              <a:schemeClr val="accent3"/>
            </a:effectRef>
            <a:fontRef idx="minor">
              <a:schemeClr val="lt1"/>
            </a:fontRef>
          </p:style>
          <p:txBody>
            <a:bodyPr rtlCol="0" anchor="ctr"/>
            <a:lstStyle/>
            <a:p>
              <a:pPr algn="ctr"/>
              <a:endParaRPr lang="zh-CN" altLang="en-US"/>
            </a:p>
          </p:txBody>
        </p:sp>
        <p:sp>
          <p:nvSpPr>
            <p:cNvPr id="59" name="文本框 58">
              <a:extLst>
                <a:ext uri="{FF2B5EF4-FFF2-40B4-BE49-F238E27FC236}">
                  <a16:creationId xmlns:a16="http://schemas.microsoft.com/office/drawing/2014/main" id="{C8D143D7-F7E3-4FC0-A8A1-BD4C812C40DB}"/>
                </a:ext>
              </a:extLst>
            </p:cNvPr>
            <p:cNvSpPr txBox="1"/>
            <p:nvPr/>
          </p:nvSpPr>
          <p:spPr>
            <a:xfrm>
              <a:off x="7236053" y="772467"/>
              <a:ext cx="1598556" cy="400110"/>
            </a:xfrm>
            <a:prstGeom prst="rect">
              <a:avLst/>
            </a:prstGeom>
            <a:noFill/>
          </p:spPr>
          <p:txBody>
            <a:bodyPr wrap="square" rtlCol="0">
              <a:spAutoFit/>
            </a:bodyPr>
            <a:lstStyle/>
            <a:p>
              <a:pPr algn="ctr"/>
              <a:r>
                <a:rPr lang="zh-CN" altLang="en-US" sz="2000" b="1" dirty="0">
                  <a:solidFill>
                    <a:schemeClr val="bg1"/>
                  </a:solidFill>
                </a:rPr>
                <a:t>载波监听</a:t>
              </a:r>
            </a:p>
          </p:txBody>
        </p:sp>
        <p:sp>
          <p:nvSpPr>
            <p:cNvPr id="38" name="文本框 37">
              <a:extLst>
                <a:ext uri="{FF2B5EF4-FFF2-40B4-BE49-F238E27FC236}">
                  <a16:creationId xmlns:a16="http://schemas.microsoft.com/office/drawing/2014/main" id="{84A31281-0C7C-4AD1-BF1E-5FB4696F26F7}"/>
                </a:ext>
              </a:extLst>
            </p:cNvPr>
            <p:cNvSpPr txBox="1"/>
            <p:nvPr/>
          </p:nvSpPr>
          <p:spPr>
            <a:xfrm>
              <a:off x="8481180" y="730441"/>
              <a:ext cx="383192" cy="461665"/>
            </a:xfrm>
            <a:prstGeom prst="rect">
              <a:avLst/>
            </a:prstGeom>
            <a:noFill/>
          </p:spPr>
          <p:txBody>
            <a:bodyPr wrap="square">
              <a:spAutoFit/>
            </a:bodyPr>
            <a:lstStyle/>
            <a:p>
              <a:r>
                <a:rPr lang="en-US" altLang="zh-CN" sz="2400" b="1" dirty="0">
                  <a:solidFill>
                    <a:schemeClr val="bg1"/>
                  </a:solidFill>
                  <a:latin typeface="Arial Narrow" panose="020B0606020202030204" pitchFamily="34" charset="0"/>
                </a:rPr>
                <a:t>C</a:t>
              </a:r>
              <a:endParaRPr lang="zh-CN" altLang="en-US" sz="2400" dirty="0">
                <a:solidFill>
                  <a:schemeClr val="bg1"/>
                </a:solidFill>
              </a:endParaRPr>
            </a:p>
          </p:txBody>
        </p:sp>
        <p:sp>
          <p:nvSpPr>
            <p:cNvPr id="39" name="文本框 38">
              <a:extLst>
                <a:ext uri="{FF2B5EF4-FFF2-40B4-BE49-F238E27FC236}">
                  <a16:creationId xmlns:a16="http://schemas.microsoft.com/office/drawing/2014/main" id="{D1527A42-5BA8-4F70-8A58-1322EC2698B7}"/>
                </a:ext>
              </a:extLst>
            </p:cNvPr>
            <p:cNvSpPr txBox="1"/>
            <p:nvPr/>
          </p:nvSpPr>
          <p:spPr>
            <a:xfrm>
              <a:off x="8675232" y="730441"/>
              <a:ext cx="383192" cy="461665"/>
            </a:xfrm>
            <a:prstGeom prst="rect">
              <a:avLst/>
            </a:prstGeom>
            <a:noFill/>
          </p:spPr>
          <p:txBody>
            <a:bodyPr wrap="square">
              <a:spAutoFit/>
            </a:bodyPr>
            <a:lstStyle/>
            <a:p>
              <a:r>
                <a:rPr lang="en-US" altLang="zh-CN" sz="2400" b="1" dirty="0">
                  <a:solidFill>
                    <a:schemeClr val="bg1"/>
                  </a:solidFill>
                  <a:latin typeface="Arial Narrow" panose="020B0606020202030204" pitchFamily="34" charset="0"/>
                </a:rPr>
                <a:t>S</a:t>
              </a:r>
              <a:endParaRPr lang="zh-CN" altLang="en-US" sz="2400" dirty="0">
                <a:solidFill>
                  <a:schemeClr val="bg1"/>
                </a:solidFill>
              </a:endParaRPr>
            </a:p>
          </p:txBody>
        </p:sp>
      </p:grpSp>
      <p:grpSp>
        <p:nvGrpSpPr>
          <p:cNvPr id="9" name="组合 8">
            <a:extLst>
              <a:ext uri="{FF2B5EF4-FFF2-40B4-BE49-F238E27FC236}">
                <a16:creationId xmlns:a16="http://schemas.microsoft.com/office/drawing/2014/main" id="{46C7C9F9-77AF-4E79-B679-41F2B5E760D4}"/>
              </a:ext>
            </a:extLst>
          </p:cNvPr>
          <p:cNvGrpSpPr/>
          <p:nvPr/>
        </p:nvGrpSpPr>
        <p:grpSpPr>
          <a:xfrm>
            <a:off x="9727206" y="734232"/>
            <a:ext cx="2153414" cy="461665"/>
            <a:chOff x="9727206" y="734232"/>
            <a:chExt cx="2153414" cy="461665"/>
          </a:xfrm>
        </p:grpSpPr>
        <p:sp>
          <p:nvSpPr>
            <p:cNvPr id="58" name="矩形 57">
              <a:extLst>
                <a:ext uri="{FF2B5EF4-FFF2-40B4-BE49-F238E27FC236}">
                  <a16:creationId xmlns:a16="http://schemas.microsoft.com/office/drawing/2014/main" id="{8C738A42-5B66-4505-B03D-160313542C6B}"/>
                </a:ext>
              </a:extLst>
            </p:cNvPr>
            <p:cNvSpPr/>
            <p:nvPr/>
          </p:nvSpPr>
          <p:spPr>
            <a:xfrm>
              <a:off x="9727206" y="757078"/>
              <a:ext cx="2153414" cy="400110"/>
            </a:xfrm>
            <a:prstGeom prst="rect">
              <a:avLst/>
            </a:prstGeom>
            <a:solidFill>
              <a:schemeClr val="bg2">
                <a:lumMod val="90000"/>
              </a:schemeClr>
            </a:solidFill>
            <a:ln>
              <a:solidFill>
                <a:schemeClr val="bg2">
                  <a:lumMod val="90000"/>
                </a:schemeClr>
              </a:solidFill>
            </a:ln>
          </p:spPr>
          <p:style>
            <a:lnRef idx="2">
              <a:schemeClr val="accent5">
                <a:shade val="50000"/>
              </a:schemeClr>
            </a:lnRef>
            <a:fillRef idx="1">
              <a:schemeClr val="accent5"/>
            </a:fillRef>
            <a:effectRef idx="0">
              <a:schemeClr val="accent5"/>
            </a:effectRef>
            <a:fontRef idx="minor">
              <a:schemeClr val="lt1"/>
            </a:fontRef>
          </p:style>
          <p:txBody>
            <a:bodyPr rtlCol="0" anchor="ctr"/>
            <a:lstStyle/>
            <a:p>
              <a:pPr algn="ctr"/>
              <a:endParaRPr lang="zh-CN" altLang="en-US"/>
            </a:p>
          </p:txBody>
        </p:sp>
        <p:sp>
          <p:nvSpPr>
            <p:cNvPr id="60" name="文本框 59">
              <a:extLst>
                <a:ext uri="{FF2B5EF4-FFF2-40B4-BE49-F238E27FC236}">
                  <a16:creationId xmlns:a16="http://schemas.microsoft.com/office/drawing/2014/main" id="{AB15AA99-A243-45C1-AE07-0B685612E43F}"/>
                </a:ext>
              </a:extLst>
            </p:cNvPr>
            <p:cNvSpPr txBox="1"/>
            <p:nvPr/>
          </p:nvSpPr>
          <p:spPr>
            <a:xfrm>
              <a:off x="9791788" y="772467"/>
              <a:ext cx="1598556" cy="400110"/>
            </a:xfrm>
            <a:prstGeom prst="rect">
              <a:avLst/>
            </a:prstGeom>
            <a:noFill/>
          </p:spPr>
          <p:txBody>
            <a:bodyPr wrap="square" rtlCol="0">
              <a:spAutoFit/>
            </a:bodyPr>
            <a:lstStyle/>
            <a:p>
              <a:pPr algn="ctr"/>
              <a:r>
                <a:rPr lang="zh-CN" altLang="en-US" sz="2000" b="1" dirty="0">
                  <a:solidFill>
                    <a:schemeClr val="bg1"/>
                  </a:solidFill>
                </a:rPr>
                <a:t>碰撞检测</a:t>
              </a:r>
            </a:p>
          </p:txBody>
        </p:sp>
        <p:sp>
          <p:nvSpPr>
            <p:cNvPr id="55" name="文本框 54">
              <a:extLst>
                <a:ext uri="{FF2B5EF4-FFF2-40B4-BE49-F238E27FC236}">
                  <a16:creationId xmlns:a16="http://schemas.microsoft.com/office/drawing/2014/main" id="{F7208B3A-F0CA-46E2-A78F-A769880DCC09}"/>
                </a:ext>
              </a:extLst>
            </p:cNvPr>
            <p:cNvSpPr txBox="1"/>
            <p:nvPr/>
          </p:nvSpPr>
          <p:spPr>
            <a:xfrm>
              <a:off x="11033742" y="734232"/>
              <a:ext cx="383192" cy="461665"/>
            </a:xfrm>
            <a:prstGeom prst="rect">
              <a:avLst/>
            </a:prstGeom>
            <a:noFill/>
          </p:spPr>
          <p:txBody>
            <a:bodyPr wrap="square">
              <a:spAutoFit/>
            </a:bodyPr>
            <a:lstStyle/>
            <a:p>
              <a:r>
                <a:rPr lang="en-US" altLang="zh-CN" sz="2400" b="1" dirty="0">
                  <a:solidFill>
                    <a:schemeClr val="bg1"/>
                  </a:solidFill>
                  <a:latin typeface="Arial Narrow" panose="020B0606020202030204" pitchFamily="34" charset="0"/>
                </a:rPr>
                <a:t>C</a:t>
              </a:r>
              <a:endParaRPr lang="zh-CN" altLang="en-US" sz="2400" dirty="0">
                <a:solidFill>
                  <a:schemeClr val="bg1"/>
                </a:solidFill>
              </a:endParaRPr>
            </a:p>
          </p:txBody>
        </p:sp>
        <p:sp>
          <p:nvSpPr>
            <p:cNvPr id="57" name="文本框 56">
              <a:extLst>
                <a:ext uri="{FF2B5EF4-FFF2-40B4-BE49-F238E27FC236}">
                  <a16:creationId xmlns:a16="http://schemas.microsoft.com/office/drawing/2014/main" id="{F625F8B0-68ED-4238-86A5-61737324B156}"/>
                </a:ext>
              </a:extLst>
            </p:cNvPr>
            <p:cNvSpPr txBox="1"/>
            <p:nvPr/>
          </p:nvSpPr>
          <p:spPr>
            <a:xfrm>
              <a:off x="11260686" y="734232"/>
              <a:ext cx="383192" cy="461665"/>
            </a:xfrm>
            <a:prstGeom prst="rect">
              <a:avLst/>
            </a:prstGeom>
            <a:noFill/>
          </p:spPr>
          <p:txBody>
            <a:bodyPr wrap="square">
              <a:spAutoFit/>
            </a:bodyPr>
            <a:lstStyle/>
            <a:p>
              <a:r>
                <a:rPr lang="en-US" altLang="zh-CN" sz="2400" b="1" dirty="0">
                  <a:solidFill>
                    <a:schemeClr val="bg1"/>
                  </a:solidFill>
                  <a:latin typeface="Arial Narrow" panose="020B0606020202030204" pitchFamily="34" charset="0"/>
                </a:rPr>
                <a:t>D</a:t>
              </a:r>
              <a:endParaRPr lang="zh-CN" altLang="en-US" sz="2400" dirty="0">
                <a:solidFill>
                  <a:schemeClr val="bg1"/>
                </a:solidFill>
              </a:endParaRPr>
            </a:p>
          </p:txBody>
        </p:sp>
      </p:grpSp>
      <p:grpSp>
        <p:nvGrpSpPr>
          <p:cNvPr id="77" name="组合 76">
            <a:extLst>
              <a:ext uri="{FF2B5EF4-FFF2-40B4-BE49-F238E27FC236}">
                <a16:creationId xmlns:a16="http://schemas.microsoft.com/office/drawing/2014/main" id="{1B6971EE-F977-4DA3-A9A0-44F6C9DC48DA}"/>
              </a:ext>
            </a:extLst>
          </p:cNvPr>
          <p:cNvGrpSpPr/>
          <p:nvPr/>
        </p:nvGrpSpPr>
        <p:grpSpPr>
          <a:xfrm>
            <a:off x="9727206" y="734232"/>
            <a:ext cx="2153414" cy="461665"/>
            <a:chOff x="9727206" y="734232"/>
            <a:chExt cx="2153414" cy="461665"/>
          </a:xfrm>
        </p:grpSpPr>
        <p:sp>
          <p:nvSpPr>
            <p:cNvPr id="79" name="矩形 78">
              <a:extLst>
                <a:ext uri="{FF2B5EF4-FFF2-40B4-BE49-F238E27FC236}">
                  <a16:creationId xmlns:a16="http://schemas.microsoft.com/office/drawing/2014/main" id="{23D339D1-2ECC-4222-BF66-5F8AC926D8C7}"/>
                </a:ext>
              </a:extLst>
            </p:cNvPr>
            <p:cNvSpPr/>
            <p:nvPr/>
          </p:nvSpPr>
          <p:spPr>
            <a:xfrm>
              <a:off x="9727206" y="757078"/>
              <a:ext cx="2153414" cy="400110"/>
            </a:xfrm>
            <a:prstGeom prst="rect">
              <a:avLst/>
            </a:prstGeom>
            <a:solidFill>
              <a:schemeClr val="accent5"/>
            </a:solidFill>
            <a:ln>
              <a:solidFill>
                <a:schemeClr val="accent5"/>
              </a:solidFill>
            </a:ln>
          </p:spPr>
          <p:style>
            <a:lnRef idx="2">
              <a:schemeClr val="accent5">
                <a:shade val="50000"/>
              </a:schemeClr>
            </a:lnRef>
            <a:fillRef idx="1">
              <a:schemeClr val="accent5"/>
            </a:fillRef>
            <a:effectRef idx="0">
              <a:schemeClr val="accent5"/>
            </a:effectRef>
            <a:fontRef idx="minor">
              <a:schemeClr val="lt1"/>
            </a:fontRef>
          </p:style>
          <p:txBody>
            <a:bodyPr rtlCol="0" anchor="ctr"/>
            <a:lstStyle/>
            <a:p>
              <a:pPr algn="ctr"/>
              <a:endParaRPr lang="zh-CN" altLang="en-US"/>
            </a:p>
          </p:txBody>
        </p:sp>
        <p:sp>
          <p:nvSpPr>
            <p:cNvPr id="80" name="文本框 79">
              <a:extLst>
                <a:ext uri="{FF2B5EF4-FFF2-40B4-BE49-F238E27FC236}">
                  <a16:creationId xmlns:a16="http://schemas.microsoft.com/office/drawing/2014/main" id="{644983D9-31FB-44F8-9DB3-5BFCAA2F4462}"/>
                </a:ext>
              </a:extLst>
            </p:cNvPr>
            <p:cNvSpPr txBox="1"/>
            <p:nvPr/>
          </p:nvSpPr>
          <p:spPr>
            <a:xfrm>
              <a:off x="9791788" y="772467"/>
              <a:ext cx="1598556" cy="400110"/>
            </a:xfrm>
            <a:prstGeom prst="rect">
              <a:avLst/>
            </a:prstGeom>
            <a:noFill/>
          </p:spPr>
          <p:txBody>
            <a:bodyPr wrap="square" rtlCol="0">
              <a:spAutoFit/>
            </a:bodyPr>
            <a:lstStyle/>
            <a:p>
              <a:pPr algn="ctr"/>
              <a:r>
                <a:rPr lang="zh-CN" altLang="en-US" sz="2000" b="1" dirty="0">
                  <a:solidFill>
                    <a:schemeClr val="bg1"/>
                  </a:solidFill>
                </a:rPr>
                <a:t>碰撞检测</a:t>
              </a:r>
            </a:p>
          </p:txBody>
        </p:sp>
        <p:sp>
          <p:nvSpPr>
            <p:cNvPr id="85" name="文本框 84">
              <a:extLst>
                <a:ext uri="{FF2B5EF4-FFF2-40B4-BE49-F238E27FC236}">
                  <a16:creationId xmlns:a16="http://schemas.microsoft.com/office/drawing/2014/main" id="{C1CFD963-D797-4467-A290-7E45A4D0B8B2}"/>
                </a:ext>
              </a:extLst>
            </p:cNvPr>
            <p:cNvSpPr txBox="1"/>
            <p:nvPr/>
          </p:nvSpPr>
          <p:spPr>
            <a:xfrm>
              <a:off x="11033742" y="734232"/>
              <a:ext cx="383192" cy="461665"/>
            </a:xfrm>
            <a:prstGeom prst="rect">
              <a:avLst/>
            </a:prstGeom>
            <a:noFill/>
          </p:spPr>
          <p:txBody>
            <a:bodyPr wrap="square">
              <a:spAutoFit/>
            </a:bodyPr>
            <a:lstStyle/>
            <a:p>
              <a:r>
                <a:rPr lang="en-US" altLang="zh-CN" sz="2400" b="1" dirty="0">
                  <a:solidFill>
                    <a:schemeClr val="bg1"/>
                  </a:solidFill>
                  <a:latin typeface="Arial Narrow" panose="020B0606020202030204" pitchFamily="34" charset="0"/>
                </a:rPr>
                <a:t>C</a:t>
              </a:r>
              <a:endParaRPr lang="zh-CN" altLang="en-US" sz="2400" dirty="0">
                <a:solidFill>
                  <a:schemeClr val="bg1"/>
                </a:solidFill>
              </a:endParaRPr>
            </a:p>
          </p:txBody>
        </p:sp>
        <p:sp>
          <p:nvSpPr>
            <p:cNvPr id="86" name="文本框 85">
              <a:extLst>
                <a:ext uri="{FF2B5EF4-FFF2-40B4-BE49-F238E27FC236}">
                  <a16:creationId xmlns:a16="http://schemas.microsoft.com/office/drawing/2014/main" id="{BA726DB0-C965-40B9-B603-AEA447E38417}"/>
                </a:ext>
              </a:extLst>
            </p:cNvPr>
            <p:cNvSpPr txBox="1"/>
            <p:nvPr/>
          </p:nvSpPr>
          <p:spPr>
            <a:xfrm>
              <a:off x="11260686" y="734232"/>
              <a:ext cx="383192" cy="461665"/>
            </a:xfrm>
            <a:prstGeom prst="rect">
              <a:avLst/>
            </a:prstGeom>
            <a:noFill/>
          </p:spPr>
          <p:txBody>
            <a:bodyPr wrap="square">
              <a:spAutoFit/>
            </a:bodyPr>
            <a:lstStyle/>
            <a:p>
              <a:r>
                <a:rPr lang="en-US" altLang="zh-CN" sz="2400" b="1" dirty="0">
                  <a:solidFill>
                    <a:schemeClr val="bg1"/>
                  </a:solidFill>
                  <a:latin typeface="Arial Narrow" panose="020B0606020202030204" pitchFamily="34" charset="0"/>
                </a:rPr>
                <a:t>D</a:t>
              </a:r>
              <a:endParaRPr lang="zh-CN" altLang="en-US" sz="2400" dirty="0">
                <a:solidFill>
                  <a:schemeClr val="bg1"/>
                </a:solidFill>
              </a:endParaRPr>
            </a:p>
          </p:txBody>
        </p:sp>
      </p:grpSp>
      <p:sp>
        <p:nvSpPr>
          <p:cNvPr id="69" name="íşlïḍè">
            <a:extLst>
              <a:ext uri="{FF2B5EF4-FFF2-40B4-BE49-F238E27FC236}">
                <a16:creationId xmlns:a16="http://schemas.microsoft.com/office/drawing/2014/main" id="{891CCC88-9843-49CE-80A5-C8DB9CECDEE0}"/>
              </a:ext>
            </a:extLst>
          </p:cNvPr>
          <p:cNvSpPr txBox="1"/>
          <p:nvPr/>
        </p:nvSpPr>
        <p:spPr>
          <a:xfrm>
            <a:off x="1373861" y="1281052"/>
            <a:ext cx="10270017" cy="400111"/>
          </a:xfrm>
          <a:prstGeom prst="rect">
            <a:avLst/>
          </a:prstGeom>
          <a:noFill/>
        </p:spPr>
        <p:txBody>
          <a:bodyPr wrap="square" lIns="91440" tIns="45720" rIns="91440" bIns="45720" anchor="ctr">
            <a:noAutofit/>
          </a:bodyPr>
          <a:lstStyle/>
          <a:p>
            <a:r>
              <a:rPr lang="en-US" altLang="zh-CN" b="1" dirty="0">
                <a:latin typeface="Arial Narrow" panose="020B0606020202030204" pitchFamily="34" charset="0"/>
              </a:rPr>
              <a:t>【2013</a:t>
            </a:r>
            <a:r>
              <a:rPr lang="zh-CN" altLang="en-US" b="1" dirty="0">
                <a:latin typeface="Arial Narrow" panose="020B0606020202030204" pitchFamily="34" charset="0"/>
              </a:rPr>
              <a:t>年 题</a:t>
            </a:r>
            <a:r>
              <a:rPr lang="en-US" altLang="zh-CN" b="1" dirty="0">
                <a:latin typeface="Arial Narrow" panose="020B0606020202030204" pitchFamily="34" charset="0"/>
              </a:rPr>
              <a:t>36】</a:t>
            </a:r>
            <a:r>
              <a:rPr lang="zh-CN" altLang="en-US" b="1" dirty="0">
                <a:latin typeface="Arial Narrow" panose="020B0606020202030204" pitchFamily="34" charset="0"/>
              </a:rPr>
              <a:t>下列介质访问控制方法中，可能发生冲突的是（      ）。</a:t>
            </a:r>
          </a:p>
        </p:txBody>
      </p:sp>
      <p:sp>
        <p:nvSpPr>
          <p:cNvPr id="31" name="íşlïḍè">
            <a:extLst>
              <a:ext uri="{FF2B5EF4-FFF2-40B4-BE49-F238E27FC236}">
                <a16:creationId xmlns:a16="http://schemas.microsoft.com/office/drawing/2014/main" id="{0175BF7A-CFF2-4250-B161-CED6A75E0EB2}"/>
              </a:ext>
            </a:extLst>
          </p:cNvPr>
          <p:cNvSpPr txBox="1"/>
          <p:nvPr/>
        </p:nvSpPr>
        <p:spPr>
          <a:xfrm>
            <a:off x="2900323" y="1766316"/>
            <a:ext cx="1448157" cy="400111"/>
          </a:xfrm>
          <a:prstGeom prst="rect">
            <a:avLst/>
          </a:prstGeom>
          <a:noFill/>
        </p:spPr>
        <p:txBody>
          <a:bodyPr wrap="square" lIns="91440" tIns="45720" rIns="91440" bIns="45720" anchor="ctr">
            <a:noAutofit/>
          </a:bodyPr>
          <a:lstStyle/>
          <a:p>
            <a:r>
              <a:rPr lang="en-US" altLang="zh-CN" b="1" dirty="0">
                <a:latin typeface="Arial Narrow" panose="020B0606020202030204" pitchFamily="34" charset="0"/>
              </a:rPr>
              <a:t>A. CDMA</a:t>
            </a:r>
            <a:endParaRPr lang="zh-CN" altLang="en-US" b="1" dirty="0">
              <a:latin typeface="Arial Narrow" panose="020B0606020202030204" pitchFamily="34" charset="0"/>
            </a:endParaRPr>
          </a:p>
        </p:txBody>
      </p:sp>
      <p:sp>
        <p:nvSpPr>
          <p:cNvPr id="32" name="íşlïḍè">
            <a:extLst>
              <a:ext uri="{FF2B5EF4-FFF2-40B4-BE49-F238E27FC236}">
                <a16:creationId xmlns:a16="http://schemas.microsoft.com/office/drawing/2014/main" id="{7011E08B-7AE2-4D01-88C8-D05E59191E4C}"/>
              </a:ext>
            </a:extLst>
          </p:cNvPr>
          <p:cNvSpPr txBox="1"/>
          <p:nvPr/>
        </p:nvSpPr>
        <p:spPr>
          <a:xfrm>
            <a:off x="4693232" y="1766316"/>
            <a:ext cx="1448157" cy="400111"/>
          </a:xfrm>
          <a:prstGeom prst="rect">
            <a:avLst/>
          </a:prstGeom>
          <a:noFill/>
        </p:spPr>
        <p:txBody>
          <a:bodyPr wrap="square" lIns="91440" tIns="45720" rIns="91440" bIns="45720" anchor="ctr">
            <a:noAutofit/>
          </a:bodyPr>
          <a:lstStyle/>
          <a:p>
            <a:r>
              <a:rPr lang="en-US" altLang="zh-CN" b="1" dirty="0">
                <a:latin typeface="Arial Narrow" panose="020B0606020202030204" pitchFamily="34" charset="0"/>
              </a:rPr>
              <a:t>B. CSMA</a:t>
            </a:r>
            <a:endParaRPr lang="zh-CN" altLang="en-US" b="1" dirty="0">
              <a:latin typeface="Arial Narrow" panose="020B0606020202030204" pitchFamily="34" charset="0"/>
            </a:endParaRPr>
          </a:p>
        </p:txBody>
      </p:sp>
      <p:sp>
        <p:nvSpPr>
          <p:cNvPr id="33" name="íşlïḍè">
            <a:extLst>
              <a:ext uri="{FF2B5EF4-FFF2-40B4-BE49-F238E27FC236}">
                <a16:creationId xmlns:a16="http://schemas.microsoft.com/office/drawing/2014/main" id="{91C58155-6493-4E81-9A3B-29DF78067D86}"/>
              </a:ext>
            </a:extLst>
          </p:cNvPr>
          <p:cNvSpPr txBox="1"/>
          <p:nvPr/>
        </p:nvSpPr>
        <p:spPr>
          <a:xfrm>
            <a:off x="6486141" y="1766316"/>
            <a:ext cx="1448157" cy="400111"/>
          </a:xfrm>
          <a:prstGeom prst="rect">
            <a:avLst/>
          </a:prstGeom>
          <a:noFill/>
        </p:spPr>
        <p:txBody>
          <a:bodyPr wrap="square" lIns="91440" tIns="45720" rIns="91440" bIns="45720" anchor="ctr">
            <a:noAutofit/>
          </a:bodyPr>
          <a:lstStyle/>
          <a:p>
            <a:r>
              <a:rPr lang="en-US" altLang="zh-CN" b="1" dirty="0">
                <a:latin typeface="Arial Narrow" panose="020B0606020202030204" pitchFamily="34" charset="0"/>
              </a:rPr>
              <a:t>C. TDMA</a:t>
            </a:r>
            <a:endParaRPr lang="zh-CN" altLang="en-US" b="1" dirty="0">
              <a:latin typeface="Arial Narrow" panose="020B0606020202030204" pitchFamily="34" charset="0"/>
            </a:endParaRPr>
          </a:p>
        </p:txBody>
      </p:sp>
      <p:sp>
        <p:nvSpPr>
          <p:cNvPr id="34" name="íşlïḍè">
            <a:extLst>
              <a:ext uri="{FF2B5EF4-FFF2-40B4-BE49-F238E27FC236}">
                <a16:creationId xmlns:a16="http://schemas.microsoft.com/office/drawing/2014/main" id="{E9D5FA2C-4B2E-4F44-AF39-B2F3EC6802D9}"/>
              </a:ext>
            </a:extLst>
          </p:cNvPr>
          <p:cNvSpPr txBox="1"/>
          <p:nvPr/>
        </p:nvSpPr>
        <p:spPr>
          <a:xfrm>
            <a:off x="8279049" y="1766316"/>
            <a:ext cx="1448157" cy="400111"/>
          </a:xfrm>
          <a:prstGeom prst="rect">
            <a:avLst/>
          </a:prstGeom>
          <a:noFill/>
        </p:spPr>
        <p:txBody>
          <a:bodyPr wrap="square" lIns="91440" tIns="45720" rIns="91440" bIns="45720" anchor="ctr">
            <a:noAutofit/>
          </a:bodyPr>
          <a:lstStyle/>
          <a:p>
            <a:r>
              <a:rPr lang="en-US" altLang="zh-CN" b="1" dirty="0">
                <a:latin typeface="Arial Narrow" panose="020B0606020202030204" pitchFamily="34" charset="0"/>
              </a:rPr>
              <a:t>D. FDMA</a:t>
            </a:r>
            <a:endParaRPr lang="zh-CN" altLang="en-US" b="1" dirty="0">
              <a:latin typeface="Arial Narrow" panose="020B0606020202030204" pitchFamily="34" charset="0"/>
            </a:endParaRPr>
          </a:p>
        </p:txBody>
      </p:sp>
      <p:sp>
        <p:nvSpPr>
          <p:cNvPr id="35" name="íşlïḍè">
            <a:extLst>
              <a:ext uri="{FF2B5EF4-FFF2-40B4-BE49-F238E27FC236}">
                <a16:creationId xmlns:a16="http://schemas.microsoft.com/office/drawing/2014/main" id="{A5330BE8-EE74-4555-B137-BA961F7221AE}"/>
              </a:ext>
            </a:extLst>
          </p:cNvPr>
          <p:cNvSpPr txBox="1"/>
          <p:nvPr/>
        </p:nvSpPr>
        <p:spPr>
          <a:xfrm>
            <a:off x="7824333" y="1296441"/>
            <a:ext cx="394903" cy="400111"/>
          </a:xfrm>
          <a:prstGeom prst="rect">
            <a:avLst/>
          </a:prstGeom>
          <a:noFill/>
        </p:spPr>
        <p:txBody>
          <a:bodyPr wrap="square" lIns="91440" tIns="45720" rIns="91440" bIns="45720" anchor="ctr">
            <a:noAutofit/>
          </a:bodyPr>
          <a:lstStyle/>
          <a:p>
            <a:pPr algn="ctr"/>
            <a:r>
              <a:rPr lang="en-US" altLang="zh-CN" sz="2800" b="1" dirty="0">
                <a:solidFill>
                  <a:schemeClr val="accent1">
                    <a:lumMod val="75000"/>
                  </a:schemeClr>
                </a:solidFill>
                <a:latin typeface="Arial Black" panose="020B0A04020102020204" pitchFamily="34" charset="0"/>
              </a:rPr>
              <a:t>B</a:t>
            </a:r>
            <a:endParaRPr lang="zh-CN" altLang="en-US" sz="2800" b="1" dirty="0">
              <a:solidFill>
                <a:schemeClr val="accent1">
                  <a:lumMod val="75000"/>
                </a:schemeClr>
              </a:solidFill>
              <a:latin typeface="Arial Black" panose="020B0A04020102020204" pitchFamily="34" charset="0"/>
            </a:endParaRPr>
          </a:p>
        </p:txBody>
      </p:sp>
      <p:sp>
        <p:nvSpPr>
          <p:cNvPr id="37" name="íşlïḍè">
            <a:extLst>
              <a:ext uri="{FF2B5EF4-FFF2-40B4-BE49-F238E27FC236}">
                <a16:creationId xmlns:a16="http://schemas.microsoft.com/office/drawing/2014/main" id="{3B287EFB-6A86-400F-B9D5-E6DF783DC298}"/>
              </a:ext>
            </a:extLst>
          </p:cNvPr>
          <p:cNvSpPr txBox="1"/>
          <p:nvPr/>
        </p:nvSpPr>
        <p:spPr>
          <a:xfrm>
            <a:off x="1610004" y="2474129"/>
            <a:ext cx="720024" cy="400111"/>
          </a:xfrm>
          <a:prstGeom prst="rect">
            <a:avLst/>
          </a:prstGeom>
          <a:noFill/>
        </p:spPr>
        <p:txBody>
          <a:bodyPr wrap="square" lIns="91440" tIns="45720" rIns="91440" bIns="45720" anchor="ctr">
            <a:noAutofit/>
          </a:bodyPr>
          <a:lstStyle/>
          <a:p>
            <a:r>
              <a:rPr lang="zh-CN" altLang="en-US" b="1" dirty="0">
                <a:latin typeface="Arial Narrow" panose="020B0606020202030204" pitchFamily="34" charset="0"/>
              </a:rPr>
              <a:t>解析</a:t>
            </a:r>
          </a:p>
        </p:txBody>
      </p:sp>
      <p:sp>
        <p:nvSpPr>
          <p:cNvPr id="11" name="文本框 10">
            <a:extLst>
              <a:ext uri="{FF2B5EF4-FFF2-40B4-BE49-F238E27FC236}">
                <a16:creationId xmlns:a16="http://schemas.microsoft.com/office/drawing/2014/main" id="{E58F1217-3DE4-4CB5-81B2-5367FAACC2CC}"/>
              </a:ext>
            </a:extLst>
          </p:cNvPr>
          <p:cNvSpPr txBox="1"/>
          <p:nvPr/>
        </p:nvSpPr>
        <p:spPr>
          <a:xfrm>
            <a:off x="2243817" y="2808457"/>
            <a:ext cx="9314462" cy="369332"/>
          </a:xfrm>
          <a:prstGeom prst="rect">
            <a:avLst/>
          </a:prstGeom>
          <a:noFill/>
        </p:spPr>
        <p:txBody>
          <a:bodyPr wrap="square" rtlCol="0">
            <a:spAutoFit/>
          </a:bodyPr>
          <a:lstStyle/>
          <a:p>
            <a:r>
              <a:rPr lang="en-US" altLang="zh-CN" b="1" dirty="0"/>
              <a:t>TDMA</a:t>
            </a:r>
            <a:r>
              <a:rPr lang="zh-CN" altLang="en-US" b="1" dirty="0"/>
              <a:t>（</a:t>
            </a:r>
            <a:r>
              <a:rPr lang="en-US" altLang="zh-CN" b="1" dirty="0"/>
              <a:t>Time Division Multiplex Access</a:t>
            </a:r>
            <a:r>
              <a:rPr lang="zh-CN" altLang="en-US" b="1" dirty="0"/>
              <a:t>）是时分多址的英文缩写词。</a:t>
            </a:r>
          </a:p>
        </p:txBody>
      </p:sp>
      <p:pic>
        <p:nvPicPr>
          <p:cNvPr id="12" name="图片 11" descr="图形用户界面, 应用程序, Teams&#10;&#10;描述已自动生成">
            <a:extLst>
              <a:ext uri="{FF2B5EF4-FFF2-40B4-BE49-F238E27FC236}">
                <a16:creationId xmlns:a16="http://schemas.microsoft.com/office/drawing/2014/main" id="{99F06261-ED6D-4390-9571-67DA1561E5DE}"/>
              </a:ext>
            </a:extLst>
          </p:cNvPr>
          <p:cNvPicPr>
            <a:picLocks noChangeAspect="1"/>
          </p:cNvPicPr>
          <p:nvPr/>
        </p:nvPicPr>
        <p:blipFill>
          <a:blip r:embed="rId3" cstate="print">
            <a:extLst>
              <a:ext uri="{28A0092B-C50C-407E-A947-70E740481C1C}">
                <a14:useLocalDpi xmlns:a14="http://schemas.microsoft.com/office/drawing/2010/main" val="0"/>
              </a:ext>
            </a:extLst>
          </a:blip>
          <a:stretch>
            <a:fillRect/>
          </a:stretch>
        </p:blipFill>
        <p:spPr>
          <a:xfrm>
            <a:off x="2363301" y="3256728"/>
            <a:ext cx="7480356" cy="3166718"/>
          </a:xfrm>
          <a:prstGeom prst="rect">
            <a:avLst/>
          </a:prstGeom>
        </p:spPr>
      </p:pic>
    </p:spTree>
    <p:custDataLst>
      <p:tags r:id="rId1"/>
    </p:custDataLst>
    <p:extLst>
      <p:ext uri="{BB962C8B-B14F-4D97-AF65-F5344CB8AC3E}">
        <p14:creationId xmlns:p14="http://schemas.microsoft.com/office/powerpoint/2010/main" val="2577175351"/>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34" presetClass="emph" presetSubtype="0" fill="hold" grpId="0" nodeType="withEffect">
                                  <p:stCondLst>
                                    <p:cond delay="0"/>
                                  </p:stCondLst>
                                  <p:iterate type="lt">
                                    <p:tmPct val="10000"/>
                                  </p:iterate>
                                  <p:childTnLst>
                                    <p:animMotion origin="layout" path="M 0.0 0.0 L 0.0 -0.07213" pathEditMode="relative" ptsTypes="">
                                      <p:cBhvr>
                                        <p:cTn id="6" dur="250" accel="50000" decel="50000" autoRev="1" fill="hold">
                                          <p:stCondLst>
                                            <p:cond delay="0"/>
                                          </p:stCondLst>
                                        </p:cTn>
                                        <p:tgtEl>
                                          <p:spTgt spid="33"/>
                                        </p:tgtEl>
                                        <p:attrNameLst>
                                          <p:attrName>ppt_x</p:attrName>
                                          <p:attrName>ppt_y</p:attrName>
                                        </p:attrNameLst>
                                      </p:cBhvr>
                                    </p:animMotion>
                                    <p:animRot by="1500000">
                                      <p:cBhvr>
                                        <p:cTn id="7" dur="125" fill="hold">
                                          <p:stCondLst>
                                            <p:cond delay="0"/>
                                          </p:stCondLst>
                                        </p:cTn>
                                        <p:tgtEl>
                                          <p:spTgt spid="33"/>
                                        </p:tgtEl>
                                        <p:attrNameLst>
                                          <p:attrName>r</p:attrName>
                                        </p:attrNameLst>
                                      </p:cBhvr>
                                    </p:animRot>
                                    <p:animRot by="-1500000">
                                      <p:cBhvr>
                                        <p:cTn id="8" dur="125" fill="hold">
                                          <p:stCondLst>
                                            <p:cond delay="125"/>
                                          </p:stCondLst>
                                        </p:cTn>
                                        <p:tgtEl>
                                          <p:spTgt spid="33"/>
                                        </p:tgtEl>
                                        <p:attrNameLst>
                                          <p:attrName>r</p:attrName>
                                        </p:attrNameLst>
                                      </p:cBhvr>
                                    </p:animRot>
                                    <p:animRot by="-1500000">
                                      <p:cBhvr>
                                        <p:cTn id="9" dur="125" fill="hold">
                                          <p:stCondLst>
                                            <p:cond delay="250"/>
                                          </p:stCondLst>
                                        </p:cTn>
                                        <p:tgtEl>
                                          <p:spTgt spid="33"/>
                                        </p:tgtEl>
                                        <p:attrNameLst>
                                          <p:attrName>r</p:attrName>
                                        </p:attrNameLst>
                                      </p:cBhvr>
                                    </p:animRot>
                                    <p:animRot by="1500000">
                                      <p:cBhvr>
                                        <p:cTn id="10" dur="125" fill="hold">
                                          <p:stCondLst>
                                            <p:cond delay="375"/>
                                          </p:stCondLst>
                                        </p:cTn>
                                        <p:tgtEl>
                                          <p:spTgt spid="33"/>
                                        </p:tgtEl>
                                        <p:attrNameLst>
                                          <p:attrName>r</p:attrName>
                                        </p:attrNameLst>
                                      </p:cBhvr>
                                    </p:animRot>
                                  </p:childTnLst>
                                </p:cTn>
                              </p:par>
                            </p:childTnLst>
                          </p:cTn>
                        </p:par>
                      </p:childTnLst>
                    </p:cTn>
                  </p:par>
                  <p:par>
                    <p:cTn id="11" fill="hold">
                      <p:stCondLst>
                        <p:cond delay="indefinite"/>
                      </p:stCondLst>
                      <p:childTnLst>
                        <p:par>
                          <p:cTn id="12" fill="hold">
                            <p:stCondLst>
                              <p:cond delay="0"/>
                            </p:stCondLst>
                            <p:childTnLst>
                              <p:par>
                                <p:cTn id="13" presetID="1" presetClass="entr" presetSubtype="0" fill="hold" grpId="0" nodeType="clickEffect">
                                  <p:stCondLst>
                                    <p:cond delay="0"/>
                                  </p:stCondLst>
                                  <p:iterate type="lt">
                                    <p:tmAbs val="100"/>
                                  </p:iterate>
                                  <p:childTnLst>
                                    <p:set>
                                      <p:cBhvr>
                                        <p:cTn id="14" dur="1" fill="hold">
                                          <p:stCondLst>
                                            <p:cond delay="0"/>
                                          </p:stCondLst>
                                        </p:cTn>
                                        <p:tgtEl>
                                          <p:spTgt spid="11"/>
                                        </p:tgtEl>
                                        <p:attrNameLst>
                                          <p:attrName>style.visibility</p:attrName>
                                        </p:attrNameLst>
                                      </p:cBhvr>
                                      <p:to>
                                        <p:strVal val="visible"/>
                                      </p:to>
                                    </p:set>
                                  </p:childTnLst>
                                </p:cTn>
                              </p:par>
                            </p:childTnLst>
                          </p:cTn>
                        </p:par>
                      </p:childTnLst>
                    </p:cTn>
                  </p:par>
                  <p:par>
                    <p:cTn id="15" fill="hold">
                      <p:stCondLst>
                        <p:cond delay="indefinite"/>
                      </p:stCondLst>
                      <p:childTnLst>
                        <p:par>
                          <p:cTn id="16" fill="hold">
                            <p:stCondLst>
                              <p:cond delay="0"/>
                            </p:stCondLst>
                            <p:childTnLst>
                              <p:par>
                                <p:cTn id="17" presetID="30" presetClass="entr" presetSubtype="0" fill="hold" nodeType="clickEffect">
                                  <p:stCondLst>
                                    <p:cond delay="0"/>
                                  </p:stCondLst>
                                  <p:childTnLst>
                                    <p:set>
                                      <p:cBhvr>
                                        <p:cTn id="18" dur="1" fill="hold">
                                          <p:stCondLst>
                                            <p:cond delay="0"/>
                                          </p:stCondLst>
                                        </p:cTn>
                                        <p:tgtEl>
                                          <p:spTgt spid="12"/>
                                        </p:tgtEl>
                                        <p:attrNameLst>
                                          <p:attrName>style.visibility</p:attrName>
                                        </p:attrNameLst>
                                      </p:cBhvr>
                                      <p:to>
                                        <p:strVal val="visible"/>
                                      </p:to>
                                    </p:set>
                                    <p:animEffect transition="in" filter="fade">
                                      <p:cBhvr>
                                        <p:cTn id="19" dur="800" decel="100000"/>
                                        <p:tgtEl>
                                          <p:spTgt spid="12"/>
                                        </p:tgtEl>
                                      </p:cBhvr>
                                    </p:animEffect>
                                    <p:anim calcmode="lin" valueType="num">
                                      <p:cBhvr>
                                        <p:cTn id="20" dur="800" decel="100000" fill="hold"/>
                                        <p:tgtEl>
                                          <p:spTgt spid="12"/>
                                        </p:tgtEl>
                                        <p:attrNameLst>
                                          <p:attrName>style.rotation</p:attrName>
                                        </p:attrNameLst>
                                      </p:cBhvr>
                                      <p:tavLst>
                                        <p:tav tm="0">
                                          <p:val>
                                            <p:fltVal val="-90"/>
                                          </p:val>
                                        </p:tav>
                                        <p:tav tm="100000">
                                          <p:val>
                                            <p:fltVal val="0"/>
                                          </p:val>
                                        </p:tav>
                                      </p:tavLst>
                                    </p:anim>
                                    <p:anim calcmode="lin" valueType="num">
                                      <p:cBhvr>
                                        <p:cTn id="21" dur="800" decel="100000" fill="hold"/>
                                        <p:tgtEl>
                                          <p:spTgt spid="12"/>
                                        </p:tgtEl>
                                        <p:attrNameLst>
                                          <p:attrName>ppt_x</p:attrName>
                                        </p:attrNameLst>
                                      </p:cBhvr>
                                      <p:tavLst>
                                        <p:tav tm="0">
                                          <p:val>
                                            <p:strVal val="#ppt_x+0.4"/>
                                          </p:val>
                                        </p:tav>
                                        <p:tav tm="100000">
                                          <p:val>
                                            <p:strVal val="#ppt_x-0.05"/>
                                          </p:val>
                                        </p:tav>
                                      </p:tavLst>
                                    </p:anim>
                                    <p:anim calcmode="lin" valueType="num">
                                      <p:cBhvr>
                                        <p:cTn id="22" dur="800" decel="100000" fill="hold"/>
                                        <p:tgtEl>
                                          <p:spTgt spid="12"/>
                                        </p:tgtEl>
                                        <p:attrNameLst>
                                          <p:attrName>ppt_y</p:attrName>
                                        </p:attrNameLst>
                                      </p:cBhvr>
                                      <p:tavLst>
                                        <p:tav tm="0">
                                          <p:val>
                                            <p:strVal val="#ppt_y-0.4"/>
                                          </p:val>
                                        </p:tav>
                                        <p:tav tm="100000">
                                          <p:val>
                                            <p:strVal val="#ppt_y+0.1"/>
                                          </p:val>
                                        </p:tav>
                                      </p:tavLst>
                                    </p:anim>
                                    <p:anim calcmode="lin" valueType="num">
                                      <p:cBhvr>
                                        <p:cTn id="23" dur="200" accel="100000" fill="hold">
                                          <p:stCondLst>
                                            <p:cond delay="800"/>
                                          </p:stCondLst>
                                        </p:cTn>
                                        <p:tgtEl>
                                          <p:spTgt spid="12"/>
                                        </p:tgtEl>
                                        <p:attrNameLst>
                                          <p:attrName>ppt_x</p:attrName>
                                        </p:attrNameLst>
                                      </p:cBhvr>
                                      <p:tavLst>
                                        <p:tav tm="0">
                                          <p:val>
                                            <p:strVal val="#ppt_x-0.05"/>
                                          </p:val>
                                        </p:tav>
                                        <p:tav tm="100000">
                                          <p:val>
                                            <p:strVal val="#ppt_x"/>
                                          </p:val>
                                        </p:tav>
                                      </p:tavLst>
                                    </p:anim>
                                    <p:anim calcmode="lin" valueType="num">
                                      <p:cBhvr>
                                        <p:cTn id="24" dur="200" accel="100000" fill="hold">
                                          <p:stCondLst>
                                            <p:cond delay="800"/>
                                          </p:stCondLst>
                                        </p:cTn>
                                        <p:tgtEl>
                                          <p:spTgt spid="12"/>
                                        </p:tgtEl>
                                        <p:attrNameLst>
                                          <p:attrName>ppt_y</p:attrName>
                                        </p:attrNameLst>
                                      </p:cBhvr>
                                      <p:tavLst>
                                        <p:tav tm="0">
                                          <p:val>
                                            <p:strVal val="#ppt_y+0.1"/>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3" grpId="0"/>
      <p:bldP spid="11" grpId="0"/>
    </p:bldLst>
  </p:timing>
</p:sld>
</file>

<file path=ppt/slides/slide31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4" name="组合 3">
            <a:extLst>
              <a:ext uri="{FF2B5EF4-FFF2-40B4-BE49-F238E27FC236}">
                <a16:creationId xmlns:a16="http://schemas.microsoft.com/office/drawing/2014/main" id="{9A1EA9F2-FCB6-48C3-935F-7AE7E3AD14AC}"/>
              </a:ext>
            </a:extLst>
          </p:cNvPr>
          <p:cNvGrpSpPr/>
          <p:nvPr/>
        </p:nvGrpSpPr>
        <p:grpSpPr>
          <a:xfrm>
            <a:off x="304800" y="749300"/>
            <a:ext cx="6192344" cy="400110"/>
            <a:chOff x="424117" y="898245"/>
            <a:chExt cx="6192344" cy="400110"/>
          </a:xfrm>
        </p:grpSpPr>
        <p:sp>
          <p:nvSpPr>
            <p:cNvPr id="2" name="平行四边形 1">
              <a:extLst>
                <a:ext uri="{FF2B5EF4-FFF2-40B4-BE49-F238E27FC236}">
                  <a16:creationId xmlns:a16="http://schemas.microsoft.com/office/drawing/2014/main" id="{1F5BAA3F-9845-4F89-A2DD-8222D3E4EDAC}"/>
                </a:ext>
              </a:extLst>
            </p:cNvPr>
            <p:cNvSpPr/>
            <p:nvPr/>
          </p:nvSpPr>
          <p:spPr>
            <a:xfrm>
              <a:off x="424117" y="898245"/>
              <a:ext cx="628306" cy="387090"/>
            </a:xfrm>
            <a:prstGeom prst="parallelogram">
              <a:avLst/>
            </a:prstGeom>
            <a:solidFill>
              <a:schemeClr val="accent3">
                <a:lumMod val="75000"/>
              </a:schemeClr>
            </a:solidFill>
            <a:ln>
              <a:solidFill>
                <a:schemeClr val="accent3">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CN" sz="2200" dirty="0">
                  <a:latin typeface="Impact" panose="020B0806030902050204" pitchFamily="34" charset="0"/>
                </a:rPr>
                <a:t>01</a:t>
              </a:r>
              <a:endParaRPr lang="zh-CN" altLang="en-US" sz="2200" dirty="0">
                <a:latin typeface="Impact" panose="020B0806030902050204" pitchFamily="34" charset="0"/>
              </a:endParaRPr>
            </a:p>
          </p:txBody>
        </p:sp>
        <p:sp>
          <p:nvSpPr>
            <p:cNvPr id="3" name="文本框 2">
              <a:extLst>
                <a:ext uri="{FF2B5EF4-FFF2-40B4-BE49-F238E27FC236}">
                  <a16:creationId xmlns:a16="http://schemas.microsoft.com/office/drawing/2014/main" id="{4D6BD736-A4D3-4F26-AFED-36E11F50F70B}"/>
                </a:ext>
              </a:extLst>
            </p:cNvPr>
            <p:cNvSpPr txBox="1"/>
            <p:nvPr/>
          </p:nvSpPr>
          <p:spPr>
            <a:xfrm>
              <a:off x="1052423" y="898245"/>
              <a:ext cx="5564038" cy="400110"/>
            </a:xfrm>
            <a:prstGeom prst="rect">
              <a:avLst/>
            </a:prstGeom>
            <a:noFill/>
          </p:spPr>
          <p:txBody>
            <a:bodyPr wrap="square" rtlCol="0">
              <a:spAutoFit/>
            </a:bodyPr>
            <a:lstStyle/>
            <a:p>
              <a:r>
                <a:rPr lang="en-US" altLang="zh-CN" sz="2000" b="1" dirty="0"/>
                <a:t>CSMA/CD</a:t>
              </a:r>
              <a:r>
                <a:rPr lang="zh-CN" altLang="en-US" sz="2000" b="1" dirty="0"/>
                <a:t>协议的基本原理</a:t>
              </a:r>
              <a:endParaRPr lang="en-US" altLang="zh-CN" sz="2000" b="1" dirty="0"/>
            </a:p>
          </p:txBody>
        </p:sp>
      </p:grpSp>
      <p:grpSp>
        <p:nvGrpSpPr>
          <p:cNvPr id="5" name="组合 4">
            <a:extLst>
              <a:ext uri="{FF2B5EF4-FFF2-40B4-BE49-F238E27FC236}">
                <a16:creationId xmlns:a16="http://schemas.microsoft.com/office/drawing/2014/main" id="{C01E6C52-422B-4C95-B19D-1CED5810DA03}"/>
              </a:ext>
            </a:extLst>
          </p:cNvPr>
          <p:cNvGrpSpPr/>
          <p:nvPr/>
        </p:nvGrpSpPr>
        <p:grpSpPr>
          <a:xfrm>
            <a:off x="4462359" y="730007"/>
            <a:ext cx="2153414" cy="461665"/>
            <a:chOff x="4462359" y="730007"/>
            <a:chExt cx="2153414" cy="461665"/>
          </a:xfrm>
        </p:grpSpPr>
        <p:sp>
          <p:nvSpPr>
            <p:cNvPr id="6" name="矩形 5">
              <a:extLst>
                <a:ext uri="{FF2B5EF4-FFF2-40B4-BE49-F238E27FC236}">
                  <a16:creationId xmlns:a16="http://schemas.microsoft.com/office/drawing/2014/main" id="{BC2570DD-396E-4D25-AF51-7823C90107CF}"/>
                </a:ext>
              </a:extLst>
            </p:cNvPr>
            <p:cNvSpPr/>
            <p:nvPr/>
          </p:nvSpPr>
          <p:spPr>
            <a:xfrm>
              <a:off x="4462359" y="757078"/>
              <a:ext cx="2153414" cy="400110"/>
            </a:xfrm>
            <a:prstGeom prst="rect">
              <a:avLst/>
            </a:prstGeom>
            <a:solidFill>
              <a:schemeClr val="accent4"/>
            </a:solidFill>
            <a:ln>
              <a:solidFill>
                <a:schemeClr val="accent4"/>
              </a:solidFill>
            </a:ln>
          </p:spPr>
          <p:style>
            <a:lnRef idx="2">
              <a:schemeClr val="accent4">
                <a:shade val="50000"/>
              </a:schemeClr>
            </a:lnRef>
            <a:fillRef idx="1">
              <a:schemeClr val="accent4"/>
            </a:fillRef>
            <a:effectRef idx="0">
              <a:schemeClr val="accent4"/>
            </a:effectRef>
            <a:fontRef idx="minor">
              <a:schemeClr val="lt1"/>
            </a:fontRef>
          </p:style>
          <p:txBody>
            <a:bodyPr rtlCol="0" anchor="ctr"/>
            <a:lstStyle/>
            <a:p>
              <a:pPr algn="ctr"/>
              <a:endParaRPr lang="zh-CN" altLang="en-US" b="1" dirty="0"/>
            </a:p>
          </p:txBody>
        </p:sp>
        <p:sp>
          <p:nvSpPr>
            <p:cNvPr id="8" name="文本框 7">
              <a:extLst>
                <a:ext uri="{FF2B5EF4-FFF2-40B4-BE49-F238E27FC236}">
                  <a16:creationId xmlns:a16="http://schemas.microsoft.com/office/drawing/2014/main" id="{D124AB74-A7F3-4D08-8C3C-B508C7C6A51C}"/>
                </a:ext>
              </a:extLst>
            </p:cNvPr>
            <p:cNvSpPr txBox="1"/>
            <p:nvPr/>
          </p:nvSpPr>
          <p:spPr>
            <a:xfrm>
              <a:off x="4473322" y="772467"/>
              <a:ext cx="1598556" cy="400110"/>
            </a:xfrm>
            <a:prstGeom prst="rect">
              <a:avLst/>
            </a:prstGeom>
            <a:noFill/>
          </p:spPr>
          <p:txBody>
            <a:bodyPr wrap="square" rtlCol="0">
              <a:spAutoFit/>
            </a:bodyPr>
            <a:lstStyle/>
            <a:p>
              <a:pPr algn="ctr"/>
              <a:r>
                <a:rPr lang="zh-CN" altLang="en-US" sz="2000" b="1" dirty="0">
                  <a:solidFill>
                    <a:schemeClr val="bg1"/>
                  </a:solidFill>
                </a:rPr>
                <a:t>多址接入</a:t>
              </a:r>
            </a:p>
          </p:txBody>
        </p:sp>
        <p:sp>
          <p:nvSpPr>
            <p:cNvPr id="41" name="文本框 40">
              <a:extLst>
                <a:ext uri="{FF2B5EF4-FFF2-40B4-BE49-F238E27FC236}">
                  <a16:creationId xmlns:a16="http://schemas.microsoft.com/office/drawing/2014/main" id="{0FCCC336-AB70-403B-BE37-A1B698CF616F}"/>
                </a:ext>
              </a:extLst>
            </p:cNvPr>
            <p:cNvSpPr txBox="1"/>
            <p:nvPr/>
          </p:nvSpPr>
          <p:spPr>
            <a:xfrm>
              <a:off x="5708713" y="730007"/>
              <a:ext cx="383192" cy="461665"/>
            </a:xfrm>
            <a:prstGeom prst="rect">
              <a:avLst/>
            </a:prstGeom>
            <a:noFill/>
          </p:spPr>
          <p:txBody>
            <a:bodyPr wrap="square">
              <a:spAutoFit/>
            </a:bodyPr>
            <a:lstStyle/>
            <a:p>
              <a:r>
                <a:rPr lang="en-US" altLang="zh-CN" sz="2400" b="1" dirty="0">
                  <a:solidFill>
                    <a:schemeClr val="bg1"/>
                  </a:solidFill>
                  <a:latin typeface="Arial Narrow" panose="020B0606020202030204" pitchFamily="34" charset="0"/>
                </a:rPr>
                <a:t>M</a:t>
              </a:r>
              <a:endParaRPr lang="zh-CN" altLang="en-US" sz="2400" dirty="0">
                <a:solidFill>
                  <a:schemeClr val="bg1"/>
                </a:solidFill>
              </a:endParaRPr>
            </a:p>
          </p:txBody>
        </p:sp>
        <p:sp>
          <p:nvSpPr>
            <p:cNvPr id="54" name="文本框 53">
              <a:extLst>
                <a:ext uri="{FF2B5EF4-FFF2-40B4-BE49-F238E27FC236}">
                  <a16:creationId xmlns:a16="http://schemas.microsoft.com/office/drawing/2014/main" id="{B5431C6C-A9AE-4820-962C-B2D3EB67BE9B}"/>
                </a:ext>
              </a:extLst>
            </p:cNvPr>
            <p:cNvSpPr txBox="1"/>
            <p:nvPr/>
          </p:nvSpPr>
          <p:spPr>
            <a:xfrm>
              <a:off x="5948810" y="730007"/>
              <a:ext cx="383192" cy="461665"/>
            </a:xfrm>
            <a:prstGeom prst="rect">
              <a:avLst/>
            </a:prstGeom>
            <a:noFill/>
          </p:spPr>
          <p:txBody>
            <a:bodyPr wrap="square">
              <a:spAutoFit/>
            </a:bodyPr>
            <a:lstStyle/>
            <a:p>
              <a:r>
                <a:rPr lang="en-US" altLang="zh-CN" sz="2400" b="1" dirty="0">
                  <a:solidFill>
                    <a:schemeClr val="bg1"/>
                  </a:solidFill>
                  <a:latin typeface="Arial Narrow" panose="020B0606020202030204" pitchFamily="34" charset="0"/>
                </a:rPr>
                <a:t>A</a:t>
              </a:r>
              <a:endParaRPr lang="zh-CN" altLang="en-US" sz="2400" dirty="0">
                <a:solidFill>
                  <a:schemeClr val="bg1"/>
                </a:solidFill>
              </a:endParaRPr>
            </a:p>
          </p:txBody>
        </p:sp>
      </p:grpSp>
      <p:grpSp>
        <p:nvGrpSpPr>
          <p:cNvPr id="7" name="组合 6">
            <a:extLst>
              <a:ext uri="{FF2B5EF4-FFF2-40B4-BE49-F238E27FC236}">
                <a16:creationId xmlns:a16="http://schemas.microsoft.com/office/drawing/2014/main" id="{B9C158CC-93D8-4410-8E32-3C037291B916}"/>
              </a:ext>
            </a:extLst>
          </p:cNvPr>
          <p:cNvGrpSpPr/>
          <p:nvPr/>
        </p:nvGrpSpPr>
        <p:grpSpPr>
          <a:xfrm>
            <a:off x="7094783" y="730441"/>
            <a:ext cx="2153414" cy="461665"/>
            <a:chOff x="7094783" y="730441"/>
            <a:chExt cx="2153414" cy="461665"/>
          </a:xfrm>
        </p:grpSpPr>
        <p:sp>
          <p:nvSpPr>
            <p:cNvPr id="56" name="矩形 55">
              <a:extLst>
                <a:ext uri="{FF2B5EF4-FFF2-40B4-BE49-F238E27FC236}">
                  <a16:creationId xmlns:a16="http://schemas.microsoft.com/office/drawing/2014/main" id="{3C4796E6-AC0C-457E-9848-A637639E67CC}"/>
                </a:ext>
              </a:extLst>
            </p:cNvPr>
            <p:cNvSpPr/>
            <p:nvPr/>
          </p:nvSpPr>
          <p:spPr>
            <a:xfrm>
              <a:off x="7094783" y="757078"/>
              <a:ext cx="2153414" cy="400110"/>
            </a:xfrm>
            <a:prstGeom prst="rect">
              <a:avLst/>
            </a:prstGeom>
            <a:solidFill>
              <a:schemeClr val="accent3"/>
            </a:solidFill>
            <a:ln>
              <a:solidFill>
                <a:schemeClr val="accent3"/>
              </a:solidFill>
            </a:ln>
          </p:spPr>
          <p:style>
            <a:lnRef idx="2">
              <a:schemeClr val="accent3">
                <a:shade val="50000"/>
              </a:schemeClr>
            </a:lnRef>
            <a:fillRef idx="1">
              <a:schemeClr val="accent3"/>
            </a:fillRef>
            <a:effectRef idx="0">
              <a:schemeClr val="accent3"/>
            </a:effectRef>
            <a:fontRef idx="minor">
              <a:schemeClr val="lt1"/>
            </a:fontRef>
          </p:style>
          <p:txBody>
            <a:bodyPr rtlCol="0" anchor="ctr"/>
            <a:lstStyle/>
            <a:p>
              <a:pPr algn="ctr"/>
              <a:endParaRPr lang="zh-CN" altLang="en-US"/>
            </a:p>
          </p:txBody>
        </p:sp>
        <p:sp>
          <p:nvSpPr>
            <p:cNvPr id="59" name="文本框 58">
              <a:extLst>
                <a:ext uri="{FF2B5EF4-FFF2-40B4-BE49-F238E27FC236}">
                  <a16:creationId xmlns:a16="http://schemas.microsoft.com/office/drawing/2014/main" id="{C8D143D7-F7E3-4FC0-A8A1-BD4C812C40DB}"/>
                </a:ext>
              </a:extLst>
            </p:cNvPr>
            <p:cNvSpPr txBox="1"/>
            <p:nvPr/>
          </p:nvSpPr>
          <p:spPr>
            <a:xfrm>
              <a:off x="7236053" y="772467"/>
              <a:ext cx="1598556" cy="400110"/>
            </a:xfrm>
            <a:prstGeom prst="rect">
              <a:avLst/>
            </a:prstGeom>
            <a:noFill/>
          </p:spPr>
          <p:txBody>
            <a:bodyPr wrap="square" rtlCol="0">
              <a:spAutoFit/>
            </a:bodyPr>
            <a:lstStyle/>
            <a:p>
              <a:pPr algn="ctr"/>
              <a:r>
                <a:rPr lang="zh-CN" altLang="en-US" sz="2000" b="1" dirty="0">
                  <a:solidFill>
                    <a:schemeClr val="bg1"/>
                  </a:solidFill>
                </a:rPr>
                <a:t>载波监听</a:t>
              </a:r>
            </a:p>
          </p:txBody>
        </p:sp>
        <p:sp>
          <p:nvSpPr>
            <p:cNvPr id="38" name="文本框 37">
              <a:extLst>
                <a:ext uri="{FF2B5EF4-FFF2-40B4-BE49-F238E27FC236}">
                  <a16:creationId xmlns:a16="http://schemas.microsoft.com/office/drawing/2014/main" id="{84A31281-0C7C-4AD1-BF1E-5FB4696F26F7}"/>
                </a:ext>
              </a:extLst>
            </p:cNvPr>
            <p:cNvSpPr txBox="1"/>
            <p:nvPr/>
          </p:nvSpPr>
          <p:spPr>
            <a:xfrm>
              <a:off x="8481180" y="730441"/>
              <a:ext cx="383192" cy="461665"/>
            </a:xfrm>
            <a:prstGeom prst="rect">
              <a:avLst/>
            </a:prstGeom>
            <a:noFill/>
          </p:spPr>
          <p:txBody>
            <a:bodyPr wrap="square">
              <a:spAutoFit/>
            </a:bodyPr>
            <a:lstStyle/>
            <a:p>
              <a:r>
                <a:rPr lang="en-US" altLang="zh-CN" sz="2400" b="1" dirty="0">
                  <a:solidFill>
                    <a:schemeClr val="bg1"/>
                  </a:solidFill>
                  <a:latin typeface="Arial Narrow" panose="020B0606020202030204" pitchFamily="34" charset="0"/>
                </a:rPr>
                <a:t>C</a:t>
              </a:r>
              <a:endParaRPr lang="zh-CN" altLang="en-US" sz="2400" dirty="0">
                <a:solidFill>
                  <a:schemeClr val="bg1"/>
                </a:solidFill>
              </a:endParaRPr>
            </a:p>
          </p:txBody>
        </p:sp>
        <p:sp>
          <p:nvSpPr>
            <p:cNvPr id="39" name="文本框 38">
              <a:extLst>
                <a:ext uri="{FF2B5EF4-FFF2-40B4-BE49-F238E27FC236}">
                  <a16:creationId xmlns:a16="http://schemas.microsoft.com/office/drawing/2014/main" id="{D1527A42-5BA8-4F70-8A58-1322EC2698B7}"/>
                </a:ext>
              </a:extLst>
            </p:cNvPr>
            <p:cNvSpPr txBox="1"/>
            <p:nvPr/>
          </p:nvSpPr>
          <p:spPr>
            <a:xfrm>
              <a:off x="8675232" y="730441"/>
              <a:ext cx="383192" cy="461665"/>
            </a:xfrm>
            <a:prstGeom prst="rect">
              <a:avLst/>
            </a:prstGeom>
            <a:noFill/>
          </p:spPr>
          <p:txBody>
            <a:bodyPr wrap="square">
              <a:spAutoFit/>
            </a:bodyPr>
            <a:lstStyle/>
            <a:p>
              <a:r>
                <a:rPr lang="en-US" altLang="zh-CN" sz="2400" b="1" dirty="0">
                  <a:solidFill>
                    <a:schemeClr val="bg1"/>
                  </a:solidFill>
                  <a:latin typeface="Arial Narrow" panose="020B0606020202030204" pitchFamily="34" charset="0"/>
                </a:rPr>
                <a:t>S</a:t>
              </a:r>
              <a:endParaRPr lang="zh-CN" altLang="en-US" sz="2400" dirty="0">
                <a:solidFill>
                  <a:schemeClr val="bg1"/>
                </a:solidFill>
              </a:endParaRPr>
            </a:p>
          </p:txBody>
        </p:sp>
      </p:grpSp>
      <p:grpSp>
        <p:nvGrpSpPr>
          <p:cNvPr id="9" name="组合 8">
            <a:extLst>
              <a:ext uri="{FF2B5EF4-FFF2-40B4-BE49-F238E27FC236}">
                <a16:creationId xmlns:a16="http://schemas.microsoft.com/office/drawing/2014/main" id="{46C7C9F9-77AF-4E79-B679-41F2B5E760D4}"/>
              </a:ext>
            </a:extLst>
          </p:cNvPr>
          <p:cNvGrpSpPr/>
          <p:nvPr/>
        </p:nvGrpSpPr>
        <p:grpSpPr>
          <a:xfrm>
            <a:off x="9727206" y="734232"/>
            <a:ext cx="2153414" cy="461665"/>
            <a:chOff x="9727206" y="734232"/>
            <a:chExt cx="2153414" cy="461665"/>
          </a:xfrm>
        </p:grpSpPr>
        <p:sp>
          <p:nvSpPr>
            <p:cNvPr id="58" name="矩形 57">
              <a:extLst>
                <a:ext uri="{FF2B5EF4-FFF2-40B4-BE49-F238E27FC236}">
                  <a16:creationId xmlns:a16="http://schemas.microsoft.com/office/drawing/2014/main" id="{8C738A42-5B66-4505-B03D-160313542C6B}"/>
                </a:ext>
              </a:extLst>
            </p:cNvPr>
            <p:cNvSpPr/>
            <p:nvPr/>
          </p:nvSpPr>
          <p:spPr>
            <a:xfrm>
              <a:off x="9727206" y="757078"/>
              <a:ext cx="2153414" cy="400110"/>
            </a:xfrm>
            <a:prstGeom prst="rect">
              <a:avLst/>
            </a:prstGeom>
            <a:solidFill>
              <a:schemeClr val="bg2">
                <a:lumMod val="90000"/>
              </a:schemeClr>
            </a:solidFill>
            <a:ln>
              <a:solidFill>
                <a:schemeClr val="bg2">
                  <a:lumMod val="90000"/>
                </a:schemeClr>
              </a:solidFill>
            </a:ln>
          </p:spPr>
          <p:style>
            <a:lnRef idx="2">
              <a:schemeClr val="accent5">
                <a:shade val="50000"/>
              </a:schemeClr>
            </a:lnRef>
            <a:fillRef idx="1">
              <a:schemeClr val="accent5"/>
            </a:fillRef>
            <a:effectRef idx="0">
              <a:schemeClr val="accent5"/>
            </a:effectRef>
            <a:fontRef idx="minor">
              <a:schemeClr val="lt1"/>
            </a:fontRef>
          </p:style>
          <p:txBody>
            <a:bodyPr rtlCol="0" anchor="ctr"/>
            <a:lstStyle/>
            <a:p>
              <a:pPr algn="ctr"/>
              <a:endParaRPr lang="zh-CN" altLang="en-US"/>
            </a:p>
          </p:txBody>
        </p:sp>
        <p:sp>
          <p:nvSpPr>
            <p:cNvPr id="60" name="文本框 59">
              <a:extLst>
                <a:ext uri="{FF2B5EF4-FFF2-40B4-BE49-F238E27FC236}">
                  <a16:creationId xmlns:a16="http://schemas.microsoft.com/office/drawing/2014/main" id="{AB15AA99-A243-45C1-AE07-0B685612E43F}"/>
                </a:ext>
              </a:extLst>
            </p:cNvPr>
            <p:cNvSpPr txBox="1"/>
            <p:nvPr/>
          </p:nvSpPr>
          <p:spPr>
            <a:xfrm>
              <a:off x="9791788" y="772467"/>
              <a:ext cx="1598556" cy="400110"/>
            </a:xfrm>
            <a:prstGeom prst="rect">
              <a:avLst/>
            </a:prstGeom>
            <a:noFill/>
          </p:spPr>
          <p:txBody>
            <a:bodyPr wrap="square" rtlCol="0">
              <a:spAutoFit/>
            </a:bodyPr>
            <a:lstStyle/>
            <a:p>
              <a:pPr algn="ctr"/>
              <a:r>
                <a:rPr lang="zh-CN" altLang="en-US" sz="2000" b="1" dirty="0">
                  <a:solidFill>
                    <a:schemeClr val="bg1"/>
                  </a:solidFill>
                </a:rPr>
                <a:t>碰撞检测</a:t>
              </a:r>
            </a:p>
          </p:txBody>
        </p:sp>
        <p:sp>
          <p:nvSpPr>
            <p:cNvPr id="55" name="文本框 54">
              <a:extLst>
                <a:ext uri="{FF2B5EF4-FFF2-40B4-BE49-F238E27FC236}">
                  <a16:creationId xmlns:a16="http://schemas.microsoft.com/office/drawing/2014/main" id="{F7208B3A-F0CA-46E2-A78F-A769880DCC09}"/>
                </a:ext>
              </a:extLst>
            </p:cNvPr>
            <p:cNvSpPr txBox="1"/>
            <p:nvPr/>
          </p:nvSpPr>
          <p:spPr>
            <a:xfrm>
              <a:off x="11033742" y="734232"/>
              <a:ext cx="383192" cy="461665"/>
            </a:xfrm>
            <a:prstGeom prst="rect">
              <a:avLst/>
            </a:prstGeom>
            <a:noFill/>
          </p:spPr>
          <p:txBody>
            <a:bodyPr wrap="square">
              <a:spAutoFit/>
            </a:bodyPr>
            <a:lstStyle/>
            <a:p>
              <a:r>
                <a:rPr lang="en-US" altLang="zh-CN" sz="2400" b="1" dirty="0">
                  <a:solidFill>
                    <a:schemeClr val="bg1"/>
                  </a:solidFill>
                  <a:latin typeface="Arial Narrow" panose="020B0606020202030204" pitchFamily="34" charset="0"/>
                </a:rPr>
                <a:t>C</a:t>
              </a:r>
              <a:endParaRPr lang="zh-CN" altLang="en-US" sz="2400" dirty="0">
                <a:solidFill>
                  <a:schemeClr val="bg1"/>
                </a:solidFill>
              </a:endParaRPr>
            </a:p>
          </p:txBody>
        </p:sp>
        <p:sp>
          <p:nvSpPr>
            <p:cNvPr id="57" name="文本框 56">
              <a:extLst>
                <a:ext uri="{FF2B5EF4-FFF2-40B4-BE49-F238E27FC236}">
                  <a16:creationId xmlns:a16="http://schemas.microsoft.com/office/drawing/2014/main" id="{F625F8B0-68ED-4238-86A5-61737324B156}"/>
                </a:ext>
              </a:extLst>
            </p:cNvPr>
            <p:cNvSpPr txBox="1"/>
            <p:nvPr/>
          </p:nvSpPr>
          <p:spPr>
            <a:xfrm>
              <a:off x="11260686" y="734232"/>
              <a:ext cx="383192" cy="461665"/>
            </a:xfrm>
            <a:prstGeom prst="rect">
              <a:avLst/>
            </a:prstGeom>
            <a:noFill/>
          </p:spPr>
          <p:txBody>
            <a:bodyPr wrap="square">
              <a:spAutoFit/>
            </a:bodyPr>
            <a:lstStyle/>
            <a:p>
              <a:r>
                <a:rPr lang="en-US" altLang="zh-CN" sz="2400" b="1" dirty="0">
                  <a:solidFill>
                    <a:schemeClr val="bg1"/>
                  </a:solidFill>
                  <a:latin typeface="Arial Narrow" panose="020B0606020202030204" pitchFamily="34" charset="0"/>
                </a:rPr>
                <a:t>D</a:t>
              </a:r>
              <a:endParaRPr lang="zh-CN" altLang="en-US" sz="2400" dirty="0">
                <a:solidFill>
                  <a:schemeClr val="bg1"/>
                </a:solidFill>
              </a:endParaRPr>
            </a:p>
          </p:txBody>
        </p:sp>
      </p:grpSp>
      <p:grpSp>
        <p:nvGrpSpPr>
          <p:cNvPr id="77" name="组合 76">
            <a:extLst>
              <a:ext uri="{FF2B5EF4-FFF2-40B4-BE49-F238E27FC236}">
                <a16:creationId xmlns:a16="http://schemas.microsoft.com/office/drawing/2014/main" id="{1B6971EE-F977-4DA3-A9A0-44F6C9DC48DA}"/>
              </a:ext>
            </a:extLst>
          </p:cNvPr>
          <p:cNvGrpSpPr/>
          <p:nvPr/>
        </p:nvGrpSpPr>
        <p:grpSpPr>
          <a:xfrm>
            <a:off x="9727206" y="734232"/>
            <a:ext cx="2153414" cy="461665"/>
            <a:chOff x="9727206" y="734232"/>
            <a:chExt cx="2153414" cy="461665"/>
          </a:xfrm>
        </p:grpSpPr>
        <p:sp>
          <p:nvSpPr>
            <p:cNvPr id="79" name="矩形 78">
              <a:extLst>
                <a:ext uri="{FF2B5EF4-FFF2-40B4-BE49-F238E27FC236}">
                  <a16:creationId xmlns:a16="http://schemas.microsoft.com/office/drawing/2014/main" id="{23D339D1-2ECC-4222-BF66-5F8AC926D8C7}"/>
                </a:ext>
              </a:extLst>
            </p:cNvPr>
            <p:cNvSpPr/>
            <p:nvPr/>
          </p:nvSpPr>
          <p:spPr>
            <a:xfrm>
              <a:off x="9727206" y="757078"/>
              <a:ext cx="2153414" cy="400110"/>
            </a:xfrm>
            <a:prstGeom prst="rect">
              <a:avLst/>
            </a:prstGeom>
            <a:solidFill>
              <a:schemeClr val="accent5"/>
            </a:solidFill>
            <a:ln>
              <a:solidFill>
                <a:schemeClr val="accent5"/>
              </a:solidFill>
            </a:ln>
          </p:spPr>
          <p:style>
            <a:lnRef idx="2">
              <a:schemeClr val="accent5">
                <a:shade val="50000"/>
              </a:schemeClr>
            </a:lnRef>
            <a:fillRef idx="1">
              <a:schemeClr val="accent5"/>
            </a:fillRef>
            <a:effectRef idx="0">
              <a:schemeClr val="accent5"/>
            </a:effectRef>
            <a:fontRef idx="minor">
              <a:schemeClr val="lt1"/>
            </a:fontRef>
          </p:style>
          <p:txBody>
            <a:bodyPr rtlCol="0" anchor="ctr"/>
            <a:lstStyle/>
            <a:p>
              <a:pPr algn="ctr"/>
              <a:endParaRPr lang="zh-CN" altLang="en-US"/>
            </a:p>
          </p:txBody>
        </p:sp>
        <p:sp>
          <p:nvSpPr>
            <p:cNvPr id="80" name="文本框 79">
              <a:extLst>
                <a:ext uri="{FF2B5EF4-FFF2-40B4-BE49-F238E27FC236}">
                  <a16:creationId xmlns:a16="http://schemas.microsoft.com/office/drawing/2014/main" id="{644983D9-31FB-44F8-9DB3-5BFCAA2F4462}"/>
                </a:ext>
              </a:extLst>
            </p:cNvPr>
            <p:cNvSpPr txBox="1"/>
            <p:nvPr/>
          </p:nvSpPr>
          <p:spPr>
            <a:xfrm>
              <a:off x="9791788" y="772467"/>
              <a:ext cx="1598556" cy="400110"/>
            </a:xfrm>
            <a:prstGeom prst="rect">
              <a:avLst/>
            </a:prstGeom>
            <a:noFill/>
          </p:spPr>
          <p:txBody>
            <a:bodyPr wrap="square" rtlCol="0">
              <a:spAutoFit/>
            </a:bodyPr>
            <a:lstStyle/>
            <a:p>
              <a:pPr algn="ctr"/>
              <a:r>
                <a:rPr lang="zh-CN" altLang="en-US" sz="2000" b="1" dirty="0">
                  <a:solidFill>
                    <a:schemeClr val="bg1"/>
                  </a:solidFill>
                </a:rPr>
                <a:t>碰撞检测</a:t>
              </a:r>
            </a:p>
          </p:txBody>
        </p:sp>
        <p:sp>
          <p:nvSpPr>
            <p:cNvPr id="85" name="文本框 84">
              <a:extLst>
                <a:ext uri="{FF2B5EF4-FFF2-40B4-BE49-F238E27FC236}">
                  <a16:creationId xmlns:a16="http://schemas.microsoft.com/office/drawing/2014/main" id="{C1CFD963-D797-4467-A290-7E45A4D0B8B2}"/>
                </a:ext>
              </a:extLst>
            </p:cNvPr>
            <p:cNvSpPr txBox="1"/>
            <p:nvPr/>
          </p:nvSpPr>
          <p:spPr>
            <a:xfrm>
              <a:off x="11033742" y="734232"/>
              <a:ext cx="383192" cy="461665"/>
            </a:xfrm>
            <a:prstGeom prst="rect">
              <a:avLst/>
            </a:prstGeom>
            <a:noFill/>
          </p:spPr>
          <p:txBody>
            <a:bodyPr wrap="square">
              <a:spAutoFit/>
            </a:bodyPr>
            <a:lstStyle/>
            <a:p>
              <a:r>
                <a:rPr lang="en-US" altLang="zh-CN" sz="2400" b="1" dirty="0">
                  <a:solidFill>
                    <a:schemeClr val="bg1"/>
                  </a:solidFill>
                  <a:latin typeface="Arial Narrow" panose="020B0606020202030204" pitchFamily="34" charset="0"/>
                </a:rPr>
                <a:t>C</a:t>
              </a:r>
              <a:endParaRPr lang="zh-CN" altLang="en-US" sz="2400" dirty="0">
                <a:solidFill>
                  <a:schemeClr val="bg1"/>
                </a:solidFill>
              </a:endParaRPr>
            </a:p>
          </p:txBody>
        </p:sp>
        <p:sp>
          <p:nvSpPr>
            <p:cNvPr id="86" name="文本框 85">
              <a:extLst>
                <a:ext uri="{FF2B5EF4-FFF2-40B4-BE49-F238E27FC236}">
                  <a16:creationId xmlns:a16="http://schemas.microsoft.com/office/drawing/2014/main" id="{BA726DB0-C965-40B9-B603-AEA447E38417}"/>
                </a:ext>
              </a:extLst>
            </p:cNvPr>
            <p:cNvSpPr txBox="1"/>
            <p:nvPr/>
          </p:nvSpPr>
          <p:spPr>
            <a:xfrm>
              <a:off x="11260686" y="734232"/>
              <a:ext cx="383192" cy="461665"/>
            </a:xfrm>
            <a:prstGeom prst="rect">
              <a:avLst/>
            </a:prstGeom>
            <a:noFill/>
          </p:spPr>
          <p:txBody>
            <a:bodyPr wrap="square">
              <a:spAutoFit/>
            </a:bodyPr>
            <a:lstStyle/>
            <a:p>
              <a:r>
                <a:rPr lang="en-US" altLang="zh-CN" sz="2400" b="1" dirty="0">
                  <a:solidFill>
                    <a:schemeClr val="bg1"/>
                  </a:solidFill>
                  <a:latin typeface="Arial Narrow" panose="020B0606020202030204" pitchFamily="34" charset="0"/>
                </a:rPr>
                <a:t>D</a:t>
              </a:r>
              <a:endParaRPr lang="zh-CN" altLang="en-US" sz="2400" dirty="0">
                <a:solidFill>
                  <a:schemeClr val="bg1"/>
                </a:solidFill>
              </a:endParaRPr>
            </a:p>
          </p:txBody>
        </p:sp>
      </p:grpSp>
      <p:sp>
        <p:nvSpPr>
          <p:cNvPr id="69" name="íşlïḍè">
            <a:extLst>
              <a:ext uri="{FF2B5EF4-FFF2-40B4-BE49-F238E27FC236}">
                <a16:creationId xmlns:a16="http://schemas.microsoft.com/office/drawing/2014/main" id="{891CCC88-9843-49CE-80A5-C8DB9CECDEE0}"/>
              </a:ext>
            </a:extLst>
          </p:cNvPr>
          <p:cNvSpPr txBox="1"/>
          <p:nvPr/>
        </p:nvSpPr>
        <p:spPr>
          <a:xfrm>
            <a:off x="1373861" y="1281052"/>
            <a:ext cx="10270017" cy="400111"/>
          </a:xfrm>
          <a:prstGeom prst="rect">
            <a:avLst/>
          </a:prstGeom>
          <a:noFill/>
        </p:spPr>
        <p:txBody>
          <a:bodyPr wrap="square" lIns="91440" tIns="45720" rIns="91440" bIns="45720" anchor="ctr">
            <a:noAutofit/>
          </a:bodyPr>
          <a:lstStyle/>
          <a:p>
            <a:r>
              <a:rPr lang="en-US" altLang="zh-CN" b="1" dirty="0">
                <a:latin typeface="Arial Narrow" panose="020B0606020202030204" pitchFamily="34" charset="0"/>
              </a:rPr>
              <a:t>【2013</a:t>
            </a:r>
            <a:r>
              <a:rPr lang="zh-CN" altLang="en-US" b="1" dirty="0">
                <a:latin typeface="Arial Narrow" panose="020B0606020202030204" pitchFamily="34" charset="0"/>
              </a:rPr>
              <a:t>年 题</a:t>
            </a:r>
            <a:r>
              <a:rPr lang="en-US" altLang="zh-CN" b="1" dirty="0">
                <a:latin typeface="Arial Narrow" panose="020B0606020202030204" pitchFamily="34" charset="0"/>
              </a:rPr>
              <a:t>36】</a:t>
            </a:r>
            <a:r>
              <a:rPr lang="zh-CN" altLang="en-US" b="1" dirty="0">
                <a:latin typeface="Arial Narrow" panose="020B0606020202030204" pitchFamily="34" charset="0"/>
              </a:rPr>
              <a:t>下列介质访问控制方法中，可能发生冲突的是（      ）。</a:t>
            </a:r>
          </a:p>
        </p:txBody>
      </p:sp>
      <p:sp>
        <p:nvSpPr>
          <p:cNvPr id="31" name="íşlïḍè">
            <a:extLst>
              <a:ext uri="{FF2B5EF4-FFF2-40B4-BE49-F238E27FC236}">
                <a16:creationId xmlns:a16="http://schemas.microsoft.com/office/drawing/2014/main" id="{0175BF7A-CFF2-4250-B161-CED6A75E0EB2}"/>
              </a:ext>
            </a:extLst>
          </p:cNvPr>
          <p:cNvSpPr txBox="1"/>
          <p:nvPr/>
        </p:nvSpPr>
        <p:spPr>
          <a:xfrm>
            <a:off x="2900323" y="1766316"/>
            <a:ext cx="1448157" cy="400111"/>
          </a:xfrm>
          <a:prstGeom prst="rect">
            <a:avLst/>
          </a:prstGeom>
          <a:noFill/>
        </p:spPr>
        <p:txBody>
          <a:bodyPr wrap="square" lIns="91440" tIns="45720" rIns="91440" bIns="45720" anchor="ctr">
            <a:noAutofit/>
          </a:bodyPr>
          <a:lstStyle/>
          <a:p>
            <a:r>
              <a:rPr lang="en-US" altLang="zh-CN" b="1" dirty="0">
                <a:latin typeface="Arial Narrow" panose="020B0606020202030204" pitchFamily="34" charset="0"/>
              </a:rPr>
              <a:t>A. CDMA</a:t>
            </a:r>
            <a:endParaRPr lang="zh-CN" altLang="en-US" b="1" dirty="0">
              <a:latin typeface="Arial Narrow" panose="020B0606020202030204" pitchFamily="34" charset="0"/>
            </a:endParaRPr>
          </a:p>
        </p:txBody>
      </p:sp>
      <p:sp>
        <p:nvSpPr>
          <p:cNvPr id="32" name="íşlïḍè">
            <a:extLst>
              <a:ext uri="{FF2B5EF4-FFF2-40B4-BE49-F238E27FC236}">
                <a16:creationId xmlns:a16="http://schemas.microsoft.com/office/drawing/2014/main" id="{7011E08B-7AE2-4D01-88C8-D05E59191E4C}"/>
              </a:ext>
            </a:extLst>
          </p:cNvPr>
          <p:cNvSpPr txBox="1"/>
          <p:nvPr/>
        </p:nvSpPr>
        <p:spPr>
          <a:xfrm>
            <a:off x="4693232" y="1766316"/>
            <a:ext cx="1448157" cy="400111"/>
          </a:xfrm>
          <a:prstGeom prst="rect">
            <a:avLst/>
          </a:prstGeom>
          <a:noFill/>
        </p:spPr>
        <p:txBody>
          <a:bodyPr wrap="square" lIns="91440" tIns="45720" rIns="91440" bIns="45720" anchor="ctr">
            <a:noAutofit/>
          </a:bodyPr>
          <a:lstStyle/>
          <a:p>
            <a:r>
              <a:rPr lang="en-US" altLang="zh-CN" b="1" dirty="0">
                <a:latin typeface="Arial Narrow" panose="020B0606020202030204" pitchFamily="34" charset="0"/>
              </a:rPr>
              <a:t>B. CSMA</a:t>
            </a:r>
            <a:endParaRPr lang="zh-CN" altLang="en-US" b="1" dirty="0">
              <a:latin typeface="Arial Narrow" panose="020B0606020202030204" pitchFamily="34" charset="0"/>
            </a:endParaRPr>
          </a:p>
        </p:txBody>
      </p:sp>
      <p:sp>
        <p:nvSpPr>
          <p:cNvPr id="33" name="íşlïḍè">
            <a:extLst>
              <a:ext uri="{FF2B5EF4-FFF2-40B4-BE49-F238E27FC236}">
                <a16:creationId xmlns:a16="http://schemas.microsoft.com/office/drawing/2014/main" id="{91C58155-6493-4E81-9A3B-29DF78067D86}"/>
              </a:ext>
            </a:extLst>
          </p:cNvPr>
          <p:cNvSpPr txBox="1"/>
          <p:nvPr/>
        </p:nvSpPr>
        <p:spPr>
          <a:xfrm>
            <a:off x="6486141" y="1766316"/>
            <a:ext cx="1448157" cy="400111"/>
          </a:xfrm>
          <a:prstGeom prst="rect">
            <a:avLst/>
          </a:prstGeom>
          <a:noFill/>
        </p:spPr>
        <p:txBody>
          <a:bodyPr wrap="square" lIns="91440" tIns="45720" rIns="91440" bIns="45720" anchor="ctr">
            <a:noAutofit/>
          </a:bodyPr>
          <a:lstStyle/>
          <a:p>
            <a:r>
              <a:rPr lang="en-US" altLang="zh-CN" b="1" dirty="0">
                <a:latin typeface="Arial Narrow" panose="020B0606020202030204" pitchFamily="34" charset="0"/>
              </a:rPr>
              <a:t>C. TDMA</a:t>
            </a:r>
            <a:endParaRPr lang="zh-CN" altLang="en-US" b="1" dirty="0">
              <a:latin typeface="Arial Narrow" panose="020B0606020202030204" pitchFamily="34" charset="0"/>
            </a:endParaRPr>
          </a:p>
        </p:txBody>
      </p:sp>
      <p:sp>
        <p:nvSpPr>
          <p:cNvPr id="34" name="íşlïḍè">
            <a:extLst>
              <a:ext uri="{FF2B5EF4-FFF2-40B4-BE49-F238E27FC236}">
                <a16:creationId xmlns:a16="http://schemas.microsoft.com/office/drawing/2014/main" id="{E9D5FA2C-4B2E-4F44-AF39-B2F3EC6802D9}"/>
              </a:ext>
            </a:extLst>
          </p:cNvPr>
          <p:cNvSpPr txBox="1"/>
          <p:nvPr/>
        </p:nvSpPr>
        <p:spPr>
          <a:xfrm>
            <a:off x="8279049" y="1766316"/>
            <a:ext cx="1448157" cy="400111"/>
          </a:xfrm>
          <a:prstGeom prst="rect">
            <a:avLst/>
          </a:prstGeom>
          <a:noFill/>
        </p:spPr>
        <p:txBody>
          <a:bodyPr wrap="square" lIns="91440" tIns="45720" rIns="91440" bIns="45720" anchor="ctr">
            <a:noAutofit/>
          </a:bodyPr>
          <a:lstStyle/>
          <a:p>
            <a:r>
              <a:rPr lang="en-US" altLang="zh-CN" b="1" dirty="0">
                <a:latin typeface="Arial Narrow" panose="020B0606020202030204" pitchFamily="34" charset="0"/>
              </a:rPr>
              <a:t>D. FDMA</a:t>
            </a:r>
            <a:endParaRPr lang="zh-CN" altLang="en-US" b="1" dirty="0">
              <a:latin typeface="Arial Narrow" panose="020B0606020202030204" pitchFamily="34" charset="0"/>
            </a:endParaRPr>
          </a:p>
        </p:txBody>
      </p:sp>
      <p:sp>
        <p:nvSpPr>
          <p:cNvPr id="35" name="íşlïḍè">
            <a:extLst>
              <a:ext uri="{FF2B5EF4-FFF2-40B4-BE49-F238E27FC236}">
                <a16:creationId xmlns:a16="http://schemas.microsoft.com/office/drawing/2014/main" id="{A5330BE8-EE74-4555-B137-BA961F7221AE}"/>
              </a:ext>
            </a:extLst>
          </p:cNvPr>
          <p:cNvSpPr txBox="1"/>
          <p:nvPr/>
        </p:nvSpPr>
        <p:spPr>
          <a:xfrm>
            <a:off x="7824333" y="1296441"/>
            <a:ext cx="394903" cy="400111"/>
          </a:xfrm>
          <a:prstGeom prst="rect">
            <a:avLst/>
          </a:prstGeom>
          <a:noFill/>
        </p:spPr>
        <p:txBody>
          <a:bodyPr wrap="square" lIns="91440" tIns="45720" rIns="91440" bIns="45720" anchor="ctr">
            <a:noAutofit/>
          </a:bodyPr>
          <a:lstStyle/>
          <a:p>
            <a:pPr algn="ctr"/>
            <a:r>
              <a:rPr lang="en-US" altLang="zh-CN" sz="2800" b="1" dirty="0">
                <a:solidFill>
                  <a:schemeClr val="accent1">
                    <a:lumMod val="75000"/>
                  </a:schemeClr>
                </a:solidFill>
                <a:latin typeface="Arial Black" panose="020B0A04020102020204" pitchFamily="34" charset="0"/>
              </a:rPr>
              <a:t>B</a:t>
            </a:r>
            <a:endParaRPr lang="zh-CN" altLang="en-US" sz="2800" b="1" dirty="0">
              <a:solidFill>
                <a:schemeClr val="accent1">
                  <a:lumMod val="75000"/>
                </a:schemeClr>
              </a:solidFill>
              <a:latin typeface="Arial Black" panose="020B0A04020102020204" pitchFamily="34" charset="0"/>
            </a:endParaRPr>
          </a:p>
        </p:txBody>
      </p:sp>
      <p:sp>
        <p:nvSpPr>
          <p:cNvPr id="37" name="íşlïḍè">
            <a:extLst>
              <a:ext uri="{FF2B5EF4-FFF2-40B4-BE49-F238E27FC236}">
                <a16:creationId xmlns:a16="http://schemas.microsoft.com/office/drawing/2014/main" id="{3B287EFB-6A86-400F-B9D5-E6DF783DC298}"/>
              </a:ext>
            </a:extLst>
          </p:cNvPr>
          <p:cNvSpPr txBox="1"/>
          <p:nvPr/>
        </p:nvSpPr>
        <p:spPr>
          <a:xfrm>
            <a:off x="1610004" y="2474129"/>
            <a:ext cx="720024" cy="400111"/>
          </a:xfrm>
          <a:prstGeom prst="rect">
            <a:avLst/>
          </a:prstGeom>
          <a:noFill/>
        </p:spPr>
        <p:txBody>
          <a:bodyPr wrap="square" lIns="91440" tIns="45720" rIns="91440" bIns="45720" anchor="ctr">
            <a:noAutofit/>
          </a:bodyPr>
          <a:lstStyle/>
          <a:p>
            <a:r>
              <a:rPr lang="zh-CN" altLang="en-US" b="1" dirty="0">
                <a:latin typeface="Arial Narrow" panose="020B0606020202030204" pitchFamily="34" charset="0"/>
              </a:rPr>
              <a:t>解析</a:t>
            </a:r>
          </a:p>
        </p:txBody>
      </p:sp>
      <p:sp>
        <p:nvSpPr>
          <p:cNvPr id="11" name="文本框 10">
            <a:extLst>
              <a:ext uri="{FF2B5EF4-FFF2-40B4-BE49-F238E27FC236}">
                <a16:creationId xmlns:a16="http://schemas.microsoft.com/office/drawing/2014/main" id="{E58F1217-3DE4-4CB5-81B2-5367FAACC2CC}"/>
              </a:ext>
            </a:extLst>
          </p:cNvPr>
          <p:cNvSpPr txBox="1"/>
          <p:nvPr/>
        </p:nvSpPr>
        <p:spPr>
          <a:xfrm>
            <a:off x="2243817" y="2808457"/>
            <a:ext cx="9314462" cy="369332"/>
          </a:xfrm>
          <a:prstGeom prst="rect">
            <a:avLst/>
          </a:prstGeom>
          <a:noFill/>
        </p:spPr>
        <p:txBody>
          <a:bodyPr wrap="square" rtlCol="0">
            <a:spAutoFit/>
          </a:bodyPr>
          <a:lstStyle/>
          <a:p>
            <a:r>
              <a:rPr lang="en-US" altLang="zh-CN" b="1" dirty="0"/>
              <a:t>FDMA</a:t>
            </a:r>
            <a:r>
              <a:rPr lang="zh-CN" altLang="en-US" b="1" dirty="0"/>
              <a:t>（</a:t>
            </a:r>
            <a:r>
              <a:rPr lang="en-US" altLang="zh-CN" b="1" dirty="0"/>
              <a:t>Frequency Division Multiplex Access</a:t>
            </a:r>
            <a:r>
              <a:rPr lang="zh-CN" altLang="en-US" b="1" dirty="0"/>
              <a:t>）是频分多址的英文缩写词。</a:t>
            </a:r>
          </a:p>
        </p:txBody>
      </p:sp>
      <p:pic>
        <p:nvPicPr>
          <p:cNvPr id="13" name="图片 12" descr="图形用户界面, 应用程序&#10;&#10;描述已自动生成">
            <a:extLst>
              <a:ext uri="{FF2B5EF4-FFF2-40B4-BE49-F238E27FC236}">
                <a16:creationId xmlns:a16="http://schemas.microsoft.com/office/drawing/2014/main" id="{A919AC15-562E-4B82-AD54-A1B3A83C063A}"/>
              </a:ext>
            </a:extLst>
          </p:cNvPr>
          <p:cNvPicPr>
            <a:picLocks noChangeAspect="1"/>
          </p:cNvPicPr>
          <p:nvPr/>
        </p:nvPicPr>
        <p:blipFill>
          <a:blip r:embed="rId3" cstate="print">
            <a:extLst>
              <a:ext uri="{28A0092B-C50C-407E-A947-70E740481C1C}">
                <a14:useLocalDpi xmlns:a14="http://schemas.microsoft.com/office/drawing/2010/main" val="0"/>
              </a:ext>
            </a:extLst>
          </a:blip>
          <a:stretch>
            <a:fillRect/>
          </a:stretch>
        </p:blipFill>
        <p:spPr>
          <a:xfrm>
            <a:off x="2243817" y="3282804"/>
            <a:ext cx="7908251" cy="3156096"/>
          </a:xfrm>
          <a:prstGeom prst="rect">
            <a:avLst/>
          </a:prstGeom>
        </p:spPr>
      </p:pic>
    </p:spTree>
    <p:custDataLst>
      <p:tags r:id="rId1"/>
    </p:custDataLst>
    <p:extLst>
      <p:ext uri="{BB962C8B-B14F-4D97-AF65-F5344CB8AC3E}">
        <p14:creationId xmlns:p14="http://schemas.microsoft.com/office/powerpoint/2010/main" val="1340517420"/>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34" presetClass="emph" presetSubtype="0" fill="hold" grpId="0" nodeType="withEffect">
                                  <p:stCondLst>
                                    <p:cond delay="0"/>
                                  </p:stCondLst>
                                  <p:iterate type="lt">
                                    <p:tmPct val="10000"/>
                                  </p:iterate>
                                  <p:childTnLst>
                                    <p:animMotion origin="layout" path="M 0.0 0.0 L 0.0 -0.07213" pathEditMode="relative" ptsTypes="">
                                      <p:cBhvr>
                                        <p:cTn id="6" dur="250" accel="50000" decel="50000" autoRev="1" fill="hold">
                                          <p:stCondLst>
                                            <p:cond delay="0"/>
                                          </p:stCondLst>
                                        </p:cTn>
                                        <p:tgtEl>
                                          <p:spTgt spid="34"/>
                                        </p:tgtEl>
                                        <p:attrNameLst>
                                          <p:attrName>ppt_x</p:attrName>
                                          <p:attrName>ppt_y</p:attrName>
                                        </p:attrNameLst>
                                      </p:cBhvr>
                                    </p:animMotion>
                                    <p:animRot by="1500000">
                                      <p:cBhvr>
                                        <p:cTn id="7" dur="125" fill="hold">
                                          <p:stCondLst>
                                            <p:cond delay="0"/>
                                          </p:stCondLst>
                                        </p:cTn>
                                        <p:tgtEl>
                                          <p:spTgt spid="34"/>
                                        </p:tgtEl>
                                        <p:attrNameLst>
                                          <p:attrName>r</p:attrName>
                                        </p:attrNameLst>
                                      </p:cBhvr>
                                    </p:animRot>
                                    <p:animRot by="-1500000">
                                      <p:cBhvr>
                                        <p:cTn id="8" dur="125" fill="hold">
                                          <p:stCondLst>
                                            <p:cond delay="125"/>
                                          </p:stCondLst>
                                        </p:cTn>
                                        <p:tgtEl>
                                          <p:spTgt spid="34"/>
                                        </p:tgtEl>
                                        <p:attrNameLst>
                                          <p:attrName>r</p:attrName>
                                        </p:attrNameLst>
                                      </p:cBhvr>
                                    </p:animRot>
                                    <p:animRot by="-1500000">
                                      <p:cBhvr>
                                        <p:cTn id="9" dur="125" fill="hold">
                                          <p:stCondLst>
                                            <p:cond delay="250"/>
                                          </p:stCondLst>
                                        </p:cTn>
                                        <p:tgtEl>
                                          <p:spTgt spid="34"/>
                                        </p:tgtEl>
                                        <p:attrNameLst>
                                          <p:attrName>r</p:attrName>
                                        </p:attrNameLst>
                                      </p:cBhvr>
                                    </p:animRot>
                                    <p:animRot by="1500000">
                                      <p:cBhvr>
                                        <p:cTn id="10" dur="125" fill="hold">
                                          <p:stCondLst>
                                            <p:cond delay="375"/>
                                          </p:stCondLst>
                                        </p:cTn>
                                        <p:tgtEl>
                                          <p:spTgt spid="34"/>
                                        </p:tgtEl>
                                        <p:attrNameLst>
                                          <p:attrName>r</p:attrName>
                                        </p:attrNameLst>
                                      </p:cBhvr>
                                    </p:animRot>
                                  </p:childTnLst>
                                </p:cTn>
                              </p:par>
                            </p:childTnLst>
                          </p:cTn>
                        </p:par>
                      </p:childTnLst>
                    </p:cTn>
                  </p:par>
                  <p:par>
                    <p:cTn id="11" fill="hold">
                      <p:stCondLst>
                        <p:cond delay="indefinite"/>
                      </p:stCondLst>
                      <p:childTnLst>
                        <p:par>
                          <p:cTn id="12" fill="hold">
                            <p:stCondLst>
                              <p:cond delay="0"/>
                            </p:stCondLst>
                            <p:childTnLst>
                              <p:par>
                                <p:cTn id="13" presetID="1" presetClass="entr" presetSubtype="0" fill="hold" grpId="0" nodeType="clickEffect">
                                  <p:stCondLst>
                                    <p:cond delay="0"/>
                                  </p:stCondLst>
                                  <p:iterate type="lt">
                                    <p:tmAbs val="100"/>
                                  </p:iterate>
                                  <p:childTnLst>
                                    <p:set>
                                      <p:cBhvr>
                                        <p:cTn id="14" dur="1" fill="hold">
                                          <p:stCondLst>
                                            <p:cond delay="0"/>
                                          </p:stCondLst>
                                        </p:cTn>
                                        <p:tgtEl>
                                          <p:spTgt spid="11"/>
                                        </p:tgtEl>
                                        <p:attrNameLst>
                                          <p:attrName>style.visibility</p:attrName>
                                        </p:attrNameLst>
                                      </p:cBhvr>
                                      <p:to>
                                        <p:strVal val="visible"/>
                                      </p:to>
                                    </p:set>
                                  </p:childTnLst>
                                </p:cTn>
                              </p:par>
                            </p:childTnLst>
                          </p:cTn>
                        </p:par>
                      </p:childTnLst>
                    </p:cTn>
                  </p:par>
                  <p:par>
                    <p:cTn id="15" fill="hold">
                      <p:stCondLst>
                        <p:cond delay="indefinite"/>
                      </p:stCondLst>
                      <p:childTnLst>
                        <p:par>
                          <p:cTn id="16" fill="hold">
                            <p:stCondLst>
                              <p:cond delay="0"/>
                            </p:stCondLst>
                            <p:childTnLst>
                              <p:par>
                                <p:cTn id="17" presetID="30" presetClass="entr" presetSubtype="0" fill="hold" nodeType="clickEffect">
                                  <p:stCondLst>
                                    <p:cond delay="0"/>
                                  </p:stCondLst>
                                  <p:childTnLst>
                                    <p:set>
                                      <p:cBhvr>
                                        <p:cTn id="18" dur="1" fill="hold">
                                          <p:stCondLst>
                                            <p:cond delay="0"/>
                                          </p:stCondLst>
                                        </p:cTn>
                                        <p:tgtEl>
                                          <p:spTgt spid="13"/>
                                        </p:tgtEl>
                                        <p:attrNameLst>
                                          <p:attrName>style.visibility</p:attrName>
                                        </p:attrNameLst>
                                      </p:cBhvr>
                                      <p:to>
                                        <p:strVal val="visible"/>
                                      </p:to>
                                    </p:set>
                                    <p:animEffect transition="in" filter="fade">
                                      <p:cBhvr>
                                        <p:cTn id="19" dur="800" decel="100000"/>
                                        <p:tgtEl>
                                          <p:spTgt spid="13"/>
                                        </p:tgtEl>
                                      </p:cBhvr>
                                    </p:animEffect>
                                    <p:anim calcmode="lin" valueType="num">
                                      <p:cBhvr>
                                        <p:cTn id="20" dur="800" decel="100000" fill="hold"/>
                                        <p:tgtEl>
                                          <p:spTgt spid="13"/>
                                        </p:tgtEl>
                                        <p:attrNameLst>
                                          <p:attrName>style.rotation</p:attrName>
                                        </p:attrNameLst>
                                      </p:cBhvr>
                                      <p:tavLst>
                                        <p:tav tm="0">
                                          <p:val>
                                            <p:fltVal val="-90"/>
                                          </p:val>
                                        </p:tav>
                                        <p:tav tm="100000">
                                          <p:val>
                                            <p:fltVal val="0"/>
                                          </p:val>
                                        </p:tav>
                                      </p:tavLst>
                                    </p:anim>
                                    <p:anim calcmode="lin" valueType="num">
                                      <p:cBhvr>
                                        <p:cTn id="21" dur="800" decel="100000" fill="hold"/>
                                        <p:tgtEl>
                                          <p:spTgt spid="13"/>
                                        </p:tgtEl>
                                        <p:attrNameLst>
                                          <p:attrName>ppt_x</p:attrName>
                                        </p:attrNameLst>
                                      </p:cBhvr>
                                      <p:tavLst>
                                        <p:tav tm="0">
                                          <p:val>
                                            <p:strVal val="#ppt_x+0.4"/>
                                          </p:val>
                                        </p:tav>
                                        <p:tav tm="100000">
                                          <p:val>
                                            <p:strVal val="#ppt_x-0.05"/>
                                          </p:val>
                                        </p:tav>
                                      </p:tavLst>
                                    </p:anim>
                                    <p:anim calcmode="lin" valueType="num">
                                      <p:cBhvr>
                                        <p:cTn id="22" dur="800" decel="100000" fill="hold"/>
                                        <p:tgtEl>
                                          <p:spTgt spid="13"/>
                                        </p:tgtEl>
                                        <p:attrNameLst>
                                          <p:attrName>ppt_y</p:attrName>
                                        </p:attrNameLst>
                                      </p:cBhvr>
                                      <p:tavLst>
                                        <p:tav tm="0">
                                          <p:val>
                                            <p:strVal val="#ppt_y-0.4"/>
                                          </p:val>
                                        </p:tav>
                                        <p:tav tm="100000">
                                          <p:val>
                                            <p:strVal val="#ppt_y+0.1"/>
                                          </p:val>
                                        </p:tav>
                                      </p:tavLst>
                                    </p:anim>
                                    <p:anim calcmode="lin" valueType="num">
                                      <p:cBhvr>
                                        <p:cTn id="23" dur="200" accel="100000" fill="hold">
                                          <p:stCondLst>
                                            <p:cond delay="800"/>
                                          </p:stCondLst>
                                        </p:cTn>
                                        <p:tgtEl>
                                          <p:spTgt spid="13"/>
                                        </p:tgtEl>
                                        <p:attrNameLst>
                                          <p:attrName>ppt_x</p:attrName>
                                        </p:attrNameLst>
                                      </p:cBhvr>
                                      <p:tavLst>
                                        <p:tav tm="0">
                                          <p:val>
                                            <p:strVal val="#ppt_x-0.05"/>
                                          </p:val>
                                        </p:tav>
                                        <p:tav tm="100000">
                                          <p:val>
                                            <p:strVal val="#ppt_x"/>
                                          </p:val>
                                        </p:tav>
                                      </p:tavLst>
                                    </p:anim>
                                    <p:anim calcmode="lin" valueType="num">
                                      <p:cBhvr>
                                        <p:cTn id="24" dur="200" accel="100000" fill="hold">
                                          <p:stCondLst>
                                            <p:cond delay="800"/>
                                          </p:stCondLst>
                                        </p:cTn>
                                        <p:tgtEl>
                                          <p:spTgt spid="13"/>
                                        </p:tgtEl>
                                        <p:attrNameLst>
                                          <p:attrName>ppt_y</p:attrName>
                                        </p:attrNameLst>
                                      </p:cBhvr>
                                      <p:tavLst>
                                        <p:tav tm="0">
                                          <p:val>
                                            <p:strVal val="#ppt_y+0.1"/>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4" grpId="0"/>
      <p:bldP spid="11" grpId="0"/>
    </p:bldLst>
  </p:timing>
</p:sld>
</file>

<file path=ppt/slides/slide32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4" name="组合 3">
            <a:extLst>
              <a:ext uri="{FF2B5EF4-FFF2-40B4-BE49-F238E27FC236}">
                <a16:creationId xmlns:a16="http://schemas.microsoft.com/office/drawing/2014/main" id="{9A1EA9F2-FCB6-48C3-935F-7AE7E3AD14AC}"/>
              </a:ext>
            </a:extLst>
          </p:cNvPr>
          <p:cNvGrpSpPr/>
          <p:nvPr/>
        </p:nvGrpSpPr>
        <p:grpSpPr>
          <a:xfrm>
            <a:off x="304800" y="749300"/>
            <a:ext cx="6192344" cy="400110"/>
            <a:chOff x="424117" y="898245"/>
            <a:chExt cx="6192344" cy="400110"/>
          </a:xfrm>
        </p:grpSpPr>
        <p:sp>
          <p:nvSpPr>
            <p:cNvPr id="2" name="平行四边形 1">
              <a:extLst>
                <a:ext uri="{FF2B5EF4-FFF2-40B4-BE49-F238E27FC236}">
                  <a16:creationId xmlns:a16="http://schemas.microsoft.com/office/drawing/2014/main" id="{1F5BAA3F-9845-4F89-A2DD-8222D3E4EDAC}"/>
                </a:ext>
              </a:extLst>
            </p:cNvPr>
            <p:cNvSpPr/>
            <p:nvPr/>
          </p:nvSpPr>
          <p:spPr>
            <a:xfrm>
              <a:off x="424117" y="898245"/>
              <a:ext cx="628306" cy="387090"/>
            </a:xfrm>
            <a:prstGeom prst="parallelogram">
              <a:avLst/>
            </a:prstGeom>
            <a:solidFill>
              <a:schemeClr val="accent3">
                <a:lumMod val="75000"/>
              </a:schemeClr>
            </a:solidFill>
            <a:ln>
              <a:solidFill>
                <a:schemeClr val="accent3">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CN" sz="2200" dirty="0">
                  <a:latin typeface="Impact" panose="020B0806030902050204" pitchFamily="34" charset="0"/>
                </a:rPr>
                <a:t>01</a:t>
              </a:r>
              <a:endParaRPr lang="zh-CN" altLang="en-US" sz="2200" dirty="0">
                <a:latin typeface="Impact" panose="020B0806030902050204" pitchFamily="34" charset="0"/>
              </a:endParaRPr>
            </a:p>
          </p:txBody>
        </p:sp>
        <p:sp>
          <p:nvSpPr>
            <p:cNvPr id="3" name="文本框 2">
              <a:extLst>
                <a:ext uri="{FF2B5EF4-FFF2-40B4-BE49-F238E27FC236}">
                  <a16:creationId xmlns:a16="http://schemas.microsoft.com/office/drawing/2014/main" id="{4D6BD736-A4D3-4F26-AFED-36E11F50F70B}"/>
                </a:ext>
              </a:extLst>
            </p:cNvPr>
            <p:cNvSpPr txBox="1"/>
            <p:nvPr/>
          </p:nvSpPr>
          <p:spPr>
            <a:xfrm>
              <a:off x="1052423" y="898245"/>
              <a:ext cx="5564038" cy="400110"/>
            </a:xfrm>
            <a:prstGeom prst="rect">
              <a:avLst/>
            </a:prstGeom>
            <a:noFill/>
          </p:spPr>
          <p:txBody>
            <a:bodyPr wrap="square" rtlCol="0">
              <a:spAutoFit/>
            </a:bodyPr>
            <a:lstStyle/>
            <a:p>
              <a:r>
                <a:rPr lang="en-US" altLang="zh-CN" sz="2000" b="1" dirty="0"/>
                <a:t>CSMA/CD</a:t>
              </a:r>
              <a:r>
                <a:rPr lang="zh-CN" altLang="en-US" sz="2000" b="1" dirty="0"/>
                <a:t>协议的基本原理</a:t>
              </a:r>
              <a:endParaRPr lang="en-US" altLang="zh-CN" sz="2000" b="1" dirty="0"/>
            </a:p>
          </p:txBody>
        </p:sp>
      </p:grpSp>
      <p:grpSp>
        <p:nvGrpSpPr>
          <p:cNvPr id="5" name="组合 4">
            <a:extLst>
              <a:ext uri="{FF2B5EF4-FFF2-40B4-BE49-F238E27FC236}">
                <a16:creationId xmlns:a16="http://schemas.microsoft.com/office/drawing/2014/main" id="{C01E6C52-422B-4C95-B19D-1CED5810DA03}"/>
              </a:ext>
            </a:extLst>
          </p:cNvPr>
          <p:cNvGrpSpPr/>
          <p:nvPr/>
        </p:nvGrpSpPr>
        <p:grpSpPr>
          <a:xfrm>
            <a:off x="4462359" y="730007"/>
            <a:ext cx="2153414" cy="461665"/>
            <a:chOff x="4462359" y="730007"/>
            <a:chExt cx="2153414" cy="461665"/>
          </a:xfrm>
        </p:grpSpPr>
        <p:sp>
          <p:nvSpPr>
            <p:cNvPr id="6" name="矩形 5">
              <a:extLst>
                <a:ext uri="{FF2B5EF4-FFF2-40B4-BE49-F238E27FC236}">
                  <a16:creationId xmlns:a16="http://schemas.microsoft.com/office/drawing/2014/main" id="{BC2570DD-396E-4D25-AF51-7823C90107CF}"/>
                </a:ext>
              </a:extLst>
            </p:cNvPr>
            <p:cNvSpPr/>
            <p:nvPr/>
          </p:nvSpPr>
          <p:spPr>
            <a:xfrm>
              <a:off x="4462359" y="757078"/>
              <a:ext cx="2153414" cy="400110"/>
            </a:xfrm>
            <a:prstGeom prst="rect">
              <a:avLst/>
            </a:prstGeom>
            <a:solidFill>
              <a:schemeClr val="accent4"/>
            </a:solidFill>
            <a:ln>
              <a:solidFill>
                <a:schemeClr val="accent4"/>
              </a:solidFill>
            </a:ln>
          </p:spPr>
          <p:style>
            <a:lnRef idx="2">
              <a:schemeClr val="accent4">
                <a:shade val="50000"/>
              </a:schemeClr>
            </a:lnRef>
            <a:fillRef idx="1">
              <a:schemeClr val="accent4"/>
            </a:fillRef>
            <a:effectRef idx="0">
              <a:schemeClr val="accent4"/>
            </a:effectRef>
            <a:fontRef idx="minor">
              <a:schemeClr val="lt1"/>
            </a:fontRef>
          </p:style>
          <p:txBody>
            <a:bodyPr rtlCol="0" anchor="ctr"/>
            <a:lstStyle/>
            <a:p>
              <a:pPr algn="ctr"/>
              <a:endParaRPr lang="zh-CN" altLang="en-US" b="1" dirty="0"/>
            </a:p>
          </p:txBody>
        </p:sp>
        <p:sp>
          <p:nvSpPr>
            <p:cNvPr id="8" name="文本框 7">
              <a:extLst>
                <a:ext uri="{FF2B5EF4-FFF2-40B4-BE49-F238E27FC236}">
                  <a16:creationId xmlns:a16="http://schemas.microsoft.com/office/drawing/2014/main" id="{D124AB74-A7F3-4D08-8C3C-B508C7C6A51C}"/>
                </a:ext>
              </a:extLst>
            </p:cNvPr>
            <p:cNvSpPr txBox="1"/>
            <p:nvPr/>
          </p:nvSpPr>
          <p:spPr>
            <a:xfrm>
              <a:off x="4473322" y="772467"/>
              <a:ext cx="1598556" cy="400110"/>
            </a:xfrm>
            <a:prstGeom prst="rect">
              <a:avLst/>
            </a:prstGeom>
            <a:noFill/>
          </p:spPr>
          <p:txBody>
            <a:bodyPr wrap="square" rtlCol="0">
              <a:spAutoFit/>
            </a:bodyPr>
            <a:lstStyle/>
            <a:p>
              <a:pPr algn="ctr"/>
              <a:r>
                <a:rPr lang="zh-CN" altLang="en-US" sz="2000" b="1" dirty="0">
                  <a:solidFill>
                    <a:schemeClr val="bg1"/>
                  </a:solidFill>
                </a:rPr>
                <a:t>多址接入</a:t>
              </a:r>
            </a:p>
          </p:txBody>
        </p:sp>
        <p:sp>
          <p:nvSpPr>
            <p:cNvPr id="41" name="文本框 40">
              <a:extLst>
                <a:ext uri="{FF2B5EF4-FFF2-40B4-BE49-F238E27FC236}">
                  <a16:creationId xmlns:a16="http://schemas.microsoft.com/office/drawing/2014/main" id="{0FCCC336-AB70-403B-BE37-A1B698CF616F}"/>
                </a:ext>
              </a:extLst>
            </p:cNvPr>
            <p:cNvSpPr txBox="1"/>
            <p:nvPr/>
          </p:nvSpPr>
          <p:spPr>
            <a:xfrm>
              <a:off x="5708713" y="730007"/>
              <a:ext cx="383192" cy="461665"/>
            </a:xfrm>
            <a:prstGeom prst="rect">
              <a:avLst/>
            </a:prstGeom>
            <a:noFill/>
          </p:spPr>
          <p:txBody>
            <a:bodyPr wrap="square">
              <a:spAutoFit/>
            </a:bodyPr>
            <a:lstStyle/>
            <a:p>
              <a:r>
                <a:rPr lang="en-US" altLang="zh-CN" sz="2400" b="1" dirty="0">
                  <a:solidFill>
                    <a:schemeClr val="bg1"/>
                  </a:solidFill>
                  <a:latin typeface="Arial Narrow" panose="020B0606020202030204" pitchFamily="34" charset="0"/>
                </a:rPr>
                <a:t>M</a:t>
              </a:r>
              <a:endParaRPr lang="zh-CN" altLang="en-US" sz="2400" dirty="0">
                <a:solidFill>
                  <a:schemeClr val="bg1"/>
                </a:solidFill>
              </a:endParaRPr>
            </a:p>
          </p:txBody>
        </p:sp>
        <p:sp>
          <p:nvSpPr>
            <p:cNvPr id="54" name="文本框 53">
              <a:extLst>
                <a:ext uri="{FF2B5EF4-FFF2-40B4-BE49-F238E27FC236}">
                  <a16:creationId xmlns:a16="http://schemas.microsoft.com/office/drawing/2014/main" id="{B5431C6C-A9AE-4820-962C-B2D3EB67BE9B}"/>
                </a:ext>
              </a:extLst>
            </p:cNvPr>
            <p:cNvSpPr txBox="1"/>
            <p:nvPr/>
          </p:nvSpPr>
          <p:spPr>
            <a:xfrm>
              <a:off x="5948810" y="730007"/>
              <a:ext cx="383192" cy="461665"/>
            </a:xfrm>
            <a:prstGeom prst="rect">
              <a:avLst/>
            </a:prstGeom>
            <a:noFill/>
          </p:spPr>
          <p:txBody>
            <a:bodyPr wrap="square">
              <a:spAutoFit/>
            </a:bodyPr>
            <a:lstStyle/>
            <a:p>
              <a:r>
                <a:rPr lang="en-US" altLang="zh-CN" sz="2400" b="1" dirty="0">
                  <a:solidFill>
                    <a:schemeClr val="bg1"/>
                  </a:solidFill>
                  <a:latin typeface="Arial Narrow" panose="020B0606020202030204" pitchFamily="34" charset="0"/>
                </a:rPr>
                <a:t>A</a:t>
              </a:r>
              <a:endParaRPr lang="zh-CN" altLang="en-US" sz="2400" dirty="0">
                <a:solidFill>
                  <a:schemeClr val="bg1"/>
                </a:solidFill>
              </a:endParaRPr>
            </a:p>
          </p:txBody>
        </p:sp>
      </p:grpSp>
      <p:grpSp>
        <p:nvGrpSpPr>
          <p:cNvPr id="7" name="组合 6">
            <a:extLst>
              <a:ext uri="{FF2B5EF4-FFF2-40B4-BE49-F238E27FC236}">
                <a16:creationId xmlns:a16="http://schemas.microsoft.com/office/drawing/2014/main" id="{B9C158CC-93D8-4410-8E32-3C037291B916}"/>
              </a:ext>
            </a:extLst>
          </p:cNvPr>
          <p:cNvGrpSpPr/>
          <p:nvPr/>
        </p:nvGrpSpPr>
        <p:grpSpPr>
          <a:xfrm>
            <a:off x="7094783" y="730441"/>
            <a:ext cx="2153414" cy="461665"/>
            <a:chOff x="7094783" y="730441"/>
            <a:chExt cx="2153414" cy="461665"/>
          </a:xfrm>
        </p:grpSpPr>
        <p:sp>
          <p:nvSpPr>
            <p:cNvPr id="56" name="矩形 55">
              <a:extLst>
                <a:ext uri="{FF2B5EF4-FFF2-40B4-BE49-F238E27FC236}">
                  <a16:creationId xmlns:a16="http://schemas.microsoft.com/office/drawing/2014/main" id="{3C4796E6-AC0C-457E-9848-A637639E67CC}"/>
                </a:ext>
              </a:extLst>
            </p:cNvPr>
            <p:cNvSpPr/>
            <p:nvPr/>
          </p:nvSpPr>
          <p:spPr>
            <a:xfrm>
              <a:off x="7094783" y="757078"/>
              <a:ext cx="2153414" cy="400110"/>
            </a:xfrm>
            <a:prstGeom prst="rect">
              <a:avLst/>
            </a:prstGeom>
            <a:solidFill>
              <a:schemeClr val="accent3"/>
            </a:solidFill>
            <a:ln>
              <a:solidFill>
                <a:schemeClr val="accent3"/>
              </a:solidFill>
            </a:ln>
          </p:spPr>
          <p:style>
            <a:lnRef idx="2">
              <a:schemeClr val="accent3">
                <a:shade val="50000"/>
              </a:schemeClr>
            </a:lnRef>
            <a:fillRef idx="1">
              <a:schemeClr val="accent3"/>
            </a:fillRef>
            <a:effectRef idx="0">
              <a:schemeClr val="accent3"/>
            </a:effectRef>
            <a:fontRef idx="minor">
              <a:schemeClr val="lt1"/>
            </a:fontRef>
          </p:style>
          <p:txBody>
            <a:bodyPr rtlCol="0" anchor="ctr"/>
            <a:lstStyle/>
            <a:p>
              <a:pPr algn="ctr"/>
              <a:endParaRPr lang="zh-CN" altLang="en-US"/>
            </a:p>
          </p:txBody>
        </p:sp>
        <p:sp>
          <p:nvSpPr>
            <p:cNvPr id="59" name="文本框 58">
              <a:extLst>
                <a:ext uri="{FF2B5EF4-FFF2-40B4-BE49-F238E27FC236}">
                  <a16:creationId xmlns:a16="http://schemas.microsoft.com/office/drawing/2014/main" id="{C8D143D7-F7E3-4FC0-A8A1-BD4C812C40DB}"/>
                </a:ext>
              </a:extLst>
            </p:cNvPr>
            <p:cNvSpPr txBox="1"/>
            <p:nvPr/>
          </p:nvSpPr>
          <p:spPr>
            <a:xfrm>
              <a:off x="7236053" y="772467"/>
              <a:ext cx="1598556" cy="400110"/>
            </a:xfrm>
            <a:prstGeom prst="rect">
              <a:avLst/>
            </a:prstGeom>
            <a:noFill/>
          </p:spPr>
          <p:txBody>
            <a:bodyPr wrap="square" rtlCol="0">
              <a:spAutoFit/>
            </a:bodyPr>
            <a:lstStyle/>
            <a:p>
              <a:pPr algn="ctr"/>
              <a:r>
                <a:rPr lang="zh-CN" altLang="en-US" sz="2000" b="1" dirty="0">
                  <a:solidFill>
                    <a:schemeClr val="bg1"/>
                  </a:solidFill>
                </a:rPr>
                <a:t>载波监听</a:t>
              </a:r>
            </a:p>
          </p:txBody>
        </p:sp>
        <p:sp>
          <p:nvSpPr>
            <p:cNvPr id="38" name="文本框 37">
              <a:extLst>
                <a:ext uri="{FF2B5EF4-FFF2-40B4-BE49-F238E27FC236}">
                  <a16:creationId xmlns:a16="http://schemas.microsoft.com/office/drawing/2014/main" id="{84A31281-0C7C-4AD1-BF1E-5FB4696F26F7}"/>
                </a:ext>
              </a:extLst>
            </p:cNvPr>
            <p:cNvSpPr txBox="1"/>
            <p:nvPr/>
          </p:nvSpPr>
          <p:spPr>
            <a:xfrm>
              <a:off x="8481180" y="730441"/>
              <a:ext cx="383192" cy="461665"/>
            </a:xfrm>
            <a:prstGeom prst="rect">
              <a:avLst/>
            </a:prstGeom>
            <a:noFill/>
          </p:spPr>
          <p:txBody>
            <a:bodyPr wrap="square">
              <a:spAutoFit/>
            </a:bodyPr>
            <a:lstStyle/>
            <a:p>
              <a:r>
                <a:rPr lang="en-US" altLang="zh-CN" sz="2400" b="1" dirty="0">
                  <a:solidFill>
                    <a:schemeClr val="bg1"/>
                  </a:solidFill>
                  <a:latin typeface="Arial Narrow" panose="020B0606020202030204" pitchFamily="34" charset="0"/>
                </a:rPr>
                <a:t>C</a:t>
              </a:r>
              <a:endParaRPr lang="zh-CN" altLang="en-US" sz="2400" dirty="0">
                <a:solidFill>
                  <a:schemeClr val="bg1"/>
                </a:solidFill>
              </a:endParaRPr>
            </a:p>
          </p:txBody>
        </p:sp>
        <p:sp>
          <p:nvSpPr>
            <p:cNvPr id="39" name="文本框 38">
              <a:extLst>
                <a:ext uri="{FF2B5EF4-FFF2-40B4-BE49-F238E27FC236}">
                  <a16:creationId xmlns:a16="http://schemas.microsoft.com/office/drawing/2014/main" id="{D1527A42-5BA8-4F70-8A58-1322EC2698B7}"/>
                </a:ext>
              </a:extLst>
            </p:cNvPr>
            <p:cNvSpPr txBox="1"/>
            <p:nvPr/>
          </p:nvSpPr>
          <p:spPr>
            <a:xfrm>
              <a:off x="8675232" y="730441"/>
              <a:ext cx="383192" cy="461665"/>
            </a:xfrm>
            <a:prstGeom prst="rect">
              <a:avLst/>
            </a:prstGeom>
            <a:noFill/>
          </p:spPr>
          <p:txBody>
            <a:bodyPr wrap="square">
              <a:spAutoFit/>
            </a:bodyPr>
            <a:lstStyle/>
            <a:p>
              <a:r>
                <a:rPr lang="en-US" altLang="zh-CN" sz="2400" b="1" dirty="0">
                  <a:solidFill>
                    <a:schemeClr val="bg1"/>
                  </a:solidFill>
                  <a:latin typeface="Arial Narrow" panose="020B0606020202030204" pitchFamily="34" charset="0"/>
                </a:rPr>
                <a:t>S</a:t>
              </a:r>
              <a:endParaRPr lang="zh-CN" altLang="en-US" sz="2400" dirty="0">
                <a:solidFill>
                  <a:schemeClr val="bg1"/>
                </a:solidFill>
              </a:endParaRPr>
            </a:p>
          </p:txBody>
        </p:sp>
      </p:grpSp>
      <p:grpSp>
        <p:nvGrpSpPr>
          <p:cNvPr id="9" name="组合 8">
            <a:extLst>
              <a:ext uri="{FF2B5EF4-FFF2-40B4-BE49-F238E27FC236}">
                <a16:creationId xmlns:a16="http://schemas.microsoft.com/office/drawing/2014/main" id="{46C7C9F9-77AF-4E79-B679-41F2B5E760D4}"/>
              </a:ext>
            </a:extLst>
          </p:cNvPr>
          <p:cNvGrpSpPr/>
          <p:nvPr/>
        </p:nvGrpSpPr>
        <p:grpSpPr>
          <a:xfrm>
            <a:off x="9727206" y="734232"/>
            <a:ext cx="2153414" cy="461665"/>
            <a:chOff x="9727206" y="734232"/>
            <a:chExt cx="2153414" cy="461665"/>
          </a:xfrm>
        </p:grpSpPr>
        <p:sp>
          <p:nvSpPr>
            <p:cNvPr id="58" name="矩形 57">
              <a:extLst>
                <a:ext uri="{FF2B5EF4-FFF2-40B4-BE49-F238E27FC236}">
                  <a16:creationId xmlns:a16="http://schemas.microsoft.com/office/drawing/2014/main" id="{8C738A42-5B66-4505-B03D-160313542C6B}"/>
                </a:ext>
              </a:extLst>
            </p:cNvPr>
            <p:cNvSpPr/>
            <p:nvPr/>
          </p:nvSpPr>
          <p:spPr>
            <a:xfrm>
              <a:off x="9727206" y="757078"/>
              <a:ext cx="2153414" cy="400110"/>
            </a:xfrm>
            <a:prstGeom prst="rect">
              <a:avLst/>
            </a:prstGeom>
            <a:solidFill>
              <a:schemeClr val="bg2">
                <a:lumMod val="90000"/>
              </a:schemeClr>
            </a:solidFill>
            <a:ln>
              <a:solidFill>
                <a:schemeClr val="bg2">
                  <a:lumMod val="90000"/>
                </a:schemeClr>
              </a:solidFill>
            </a:ln>
          </p:spPr>
          <p:style>
            <a:lnRef idx="2">
              <a:schemeClr val="accent5">
                <a:shade val="50000"/>
              </a:schemeClr>
            </a:lnRef>
            <a:fillRef idx="1">
              <a:schemeClr val="accent5"/>
            </a:fillRef>
            <a:effectRef idx="0">
              <a:schemeClr val="accent5"/>
            </a:effectRef>
            <a:fontRef idx="minor">
              <a:schemeClr val="lt1"/>
            </a:fontRef>
          </p:style>
          <p:txBody>
            <a:bodyPr rtlCol="0" anchor="ctr"/>
            <a:lstStyle/>
            <a:p>
              <a:pPr algn="ctr"/>
              <a:endParaRPr lang="zh-CN" altLang="en-US"/>
            </a:p>
          </p:txBody>
        </p:sp>
        <p:sp>
          <p:nvSpPr>
            <p:cNvPr id="60" name="文本框 59">
              <a:extLst>
                <a:ext uri="{FF2B5EF4-FFF2-40B4-BE49-F238E27FC236}">
                  <a16:creationId xmlns:a16="http://schemas.microsoft.com/office/drawing/2014/main" id="{AB15AA99-A243-45C1-AE07-0B685612E43F}"/>
                </a:ext>
              </a:extLst>
            </p:cNvPr>
            <p:cNvSpPr txBox="1"/>
            <p:nvPr/>
          </p:nvSpPr>
          <p:spPr>
            <a:xfrm>
              <a:off x="9791788" y="772467"/>
              <a:ext cx="1598556" cy="400110"/>
            </a:xfrm>
            <a:prstGeom prst="rect">
              <a:avLst/>
            </a:prstGeom>
            <a:noFill/>
          </p:spPr>
          <p:txBody>
            <a:bodyPr wrap="square" rtlCol="0">
              <a:spAutoFit/>
            </a:bodyPr>
            <a:lstStyle/>
            <a:p>
              <a:pPr algn="ctr"/>
              <a:r>
                <a:rPr lang="zh-CN" altLang="en-US" sz="2000" b="1" dirty="0">
                  <a:solidFill>
                    <a:schemeClr val="bg1"/>
                  </a:solidFill>
                </a:rPr>
                <a:t>碰撞检测</a:t>
              </a:r>
            </a:p>
          </p:txBody>
        </p:sp>
        <p:sp>
          <p:nvSpPr>
            <p:cNvPr id="55" name="文本框 54">
              <a:extLst>
                <a:ext uri="{FF2B5EF4-FFF2-40B4-BE49-F238E27FC236}">
                  <a16:creationId xmlns:a16="http://schemas.microsoft.com/office/drawing/2014/main" id="{F7208B3A-F0CA-46E2-A78F-A769880DCC09}"/>
                </a:ext>
              </a:extLst>
            </p:cNvPr>
            <p:cNvSpPr txBox="1"/>
            <p:nvPr/>
          </p:nvSpPr>
          <p:spPr>
            <a:xfrm>
              <a:off x="11033742" y="734232"/>
              <a:ext cx="383192" cy="461665"/>
            </a:xfrm>
            <a:prstGeom prst="rect">
              <a:avLst/>
            </a:prstGeom>
            <a:noFill/>
          </p:spPr>
          <p:txBody>
            <a:bodyPr wrap="square">
              <a:spAutoFit/>
            </a:bodyPr>
            <a:lstStyle/>
            <a:p>
              <a:r>
                <a:rPr lang="en-US" altLang="zh-CN" sz="2400" b="1" dirty="0">
                  <a:solidFill>
                    <a:schemeClr val="bg1"/>
                  </a:solidFill>
                  <a:latin typeface="Arial Narrow" panose="020B0606020202030204" pitchFamily="34" charset="0"/>
                </a:rPr>
                <a:t>C</a:t>
              </a:r>
              <a:endParaRPr lang="zh-CN" altLang="en-US" sz="2400" dirty="0">
                <a:solidFill>
                  <a:schemeClr val="bg1"/>
                </a:solidFill>
              </a:endParaRPr>
            </a:p>
          </p:txBody>
        </p:sp>
        <p:sp>
          <p:nvSpPr>
            <p:cNvPr id="57" name="文本框 56">
              <a:extLst>
                <a:ext uri="{FF2B5EF4-FFF2-40B4-BE49-F238E27FC236}">
                  <a16:creationId xmlns:a16="http://schemas.microsoft.com/office/drawing/2014/main" id="{F625F8B0-68ED-4238-86A5-61737324B156}"/>
                </a:ext>
              </a:extLst>
            </p:cNvPr>
            <p:cNvSpPr txBox="1"/>
            <p:nvPr/>
          </p:nvSpPr>
          <p:spPr>
            <a:xfrm>
              <a:off x="11260686" y="734232"/>
              <a:ext cx="383192" cy="461665"/>
            </a:xfrm>
            <a:prstGeom prst="rect">
              <a:avLst/>
            </a:prstGeom>
            <a:noFill/>
          </p:spPr>
          <p:txBody>
            <a:bodyPr wrap="square">
              <a:spAutoFit/>
            </a:bodyPr>
            <a:lstStyle/>
            <a:p>
              <a:r>
                <a:rPr lang="en-US" altLang="zh-CN" sz="2400" b="1" dirty="0">
                  <a:solidFill>
                    <a:schemeClr val="bg1"/>
                  </a:solidFill>
                  <a:latin typeface="Arial Narrow" panose="020B0606020202030204" pitchFamily="34" charset="0"/>
                </a:rPr>
                <a:t>D</a:t>
              </a:r>
              <a:endParaRPr lang="zh-CN" altLang="en-US" sz="2400" dirty="0">
                <a:solidFill>
                  <a:schemeClr val="bg1"/>
                </a:solidFill>
              </a:endParaRPr>
            </a:p>
          </p:txBody>
        </p:sp>
      </p:grpSp>
      <p:grpSp>
        <p:nvGrpSpPr>
          <p:cNvPr id="77" name="组合 76">
            <a:extLst>
              <a:ext uri="{FF2B5EF4-FFF2-40B4-BE49-F238E27FC236}">
                <a16:creationId xmlns:a16="http://schemas.microsoft.com/office/drawing/2014/main" id="{1B6971EE-F977-4DA3-A9A0-44F6C9DC48DA}"/>
              </a:ext>
            </a:extLst>
          </p:cNvPr>
          <p:cNvGrpSpPr/>
          <p:nvPr/>
        </p:nvGrpSpPr>
        <p:grpSpPr>
          <a:xfrm>
            <a:off x="9727206" y="734232"/>
            <a:ext cx="2153414" cy="461665"/>
            <a:chOff x="9727206" y="734232"/>
            <a:chExt cx="2153414" cy="461665"/>
          </a:xfrm>
        </p:grpSpPr>
        <p:sp>
          <p:nvSpPr>
            <p:cNvPr id="79" name="矩形 78">
              <a:extLst>
                <a:ext uri="{FF2B5EF4-FFF2-40B4-BE49-F238E27FC236}">
                  <a16:creationId xmlns:a16="http://schemas.microsoft.com/office/drawing/2014/main" id="{23D339D1-2ECC-4222-BF66-5F8AC926D8C7}"/>
                </a:ext>
              </a:extLst>
            </p:cNvPr>
            <p:cNvSpPr/>
            <p:nvPr/>
          </p:nvSpPr>
          <p:spPr>
            <a:xfrm>
              <a:off x="9727206" y="757078"/>
              <a:ext cx="2153414" cy="400110"/>
            </a:xfrm>
            <a:prstGeom prst="rect">
              <a:avLst/>
            </a:prstGeom>
            <a:solidFill>
              <a:schemeClr val="accent5"/>
            </a:solidFill>
            <a:ln>
              <a:solidFill>
                <a:schemeClr val="accent5"/>
              </a:solidFill>
            </a:ln>
          </p:spPr>
          <p:style>
            <a:lnRef idx="2">
              <a:schemeClr val="accent5">
                <a:shade val="50000"/>
              </a:schemeClr>
            </a:lnRef>
            <a:fillRef idx="1">
              <a:schemeClr val="accent5"/>
            </a:fillRef>
            <a:effectRef idx="0">
              <a:schemeClr val="accent5"/>
            </a:effectRef>
            <a:fontRef idx="minor">
              <a:schemeClr val="lt1"/>
            </a:fontRef>
          </p:style>
          <p:txBody>
            <a:bodyPr rtlCol="0" anchor="ctr"/>
            <a:lstStyle/>
            <a:p>
              <a:pPr algn="ctr"/>
              <a:endParaRPr lang="zh-CN" altLang="en-US"/>
            </a:p>
          </p:txBody>
        </p:sp>
        <p:sp>
          <p:nvSpPr>
            <p:cNvPr id="80" name="文本框 79">
              <a:extLst>
                <a:ext uri="{FF2B5EF4-FFF2-40B4-BE49-F238E27FC236}">
                  <a16:creationId xmlns:a16="http://schemas.microsoft.com/office/drawing/2014/main" id="{644983D9-31FB-44F8-9DB3-5BFCAA2F4462}"/>
                </a:ext>
              </a:extLst>
            </p:cNvPr>
            <p:cNvSpPr txBox="1"/>
            <p:nvPr/>
          </p:nvSpPr>
          <p:spPr>
            <a:xfrm>
              <a:off x="9791788" y="772467"/>
              <a:ext cx="1598556" cy="400110"/>
            </a:xfrm>
            <a:prstGeom prst="rect">
              <a:avLst/>
            </a:prstGeom>
            <a:noFill/>
          </p:spPr>
          <p:txBody>
            <a:bodyPr wrap="square" rtlCol="0">
              <a:spAutoFit/>
            </a:bodyPr>
            <a:lstStyle/>
            <a:p>
              <a:pPr algn="ctr"/>
              <a:r>
                <a:rPr lang="zh-CN" altLang="en-US" sz="2000" b="1" dirty="0">
                  <a:solidFill>
                    <a:schemeClr val="bg1"/>
                  </a:solidFill>
                </a:rPr>
                <a:t>碰撞检测</a:t>
              </a:r>
            </a:p>
          </p:txBody>
        </p:sp>
        <p:sp>
          <p:nvSpPr>
            <p:cNvPr id="85" name="文本框 84">
              <a:extLst>
                <a:ext uri="{FF2B5EF4-FFF2-40B4-BE49-F238E27FC236}">
                  <a16:creationId xmlns:a16="http://schemas.microsoft.com/office/drawing/2014/main" id="{C1CFD963-D797-4467-A290-7E45A4D0B8B2}"/>
                </a:ext>
              </a:extLst>
            </p:cNvPr>
            <p:cNvSpPr txBox="1"/>
            <p:nvPr/>
          </p:nvSpPr>
          <p:spPr>
            <a:xfrm>
              <a:off x="11033742" y="734232"/>
              <a:ext cx="383192" cy="461665"/>
            </a:xfrm>
            <a:prstGeom prst="rect">
              <a:avLst/>
            </a:prstGeom>
            <a:noFill/>
          </p:spPr>
          <p:txBody>
            <a:bodyPr wrap="square">
              <a:spAutoFit/>
            </a:bodyPr>
            <a:lstStyle/>
            <a:p>
              <a:r>
                <a:rPr lang="en-US" altLang="zh-CN" sz="2400" b="1" dirty="0">
                  <a:solidFill>
                    <a:schemeClr val="bg1"/>
                  </a:solidFill>
                  <a:latin typeface="Arial Narrow" panose="020B0606020202030204" pitchFamily="34" charset="0"/>
                </a:rPr>
                <a:t>C</a:t>
              </a:r>
              <a:endParaRPr lang="zh-CN" altLang="en-US" sz="2400" dirty="0">
                <a:solidFill>
                  <a:schemeClr val="bg1"/>
                </a:solidFill>
              </a:endParaRPr>
            </a:p>
          </p:txBody>
        </p:sp>
        <p:sp>
          <p:nvSpPr>
            <p:cNvPr id="86" name="文本框 85">
              <a:extLst>
                <a:ext uri="{FF2B5EF4-FFF2-40B4-BE49-F238E27FC236}">
                  <a16:creationId xmlns:a16="http://schemas.microsoft.com/office/drawing/2014/main" id="{BA726DB0-C965-40B9-B603-AEA447E38417}"/>
                </a:ext>
              </a:extLst>
            </p:cNvPr>
            <p:cNvSpPr txBox="1"/>
            <p:nvPr/>
          </p:nvSpPr>
          <p:spPr>
            <a:xfrm>
              <a:off x="11260686" y="734232"/>
              <a:ext cx="383192" cy="461665"/>
            </a:xfrm>
            <a:prstGeom prst="rect">
              <a:avLst/>
            </a:prstGeom>
            <a:noFill/>
          </p:spPr>
          <p:txBody>
            <a:bodyPr wrap="square">
              <a:spAutoFit/>
            </a:bodyPr>
            <a:lstStyle/>
            <a:p>
              <a:r>
                <a:rPr lang="en-US" altLang="zh-CN" sz="2400" b="1" dirty="0">
                  <a:solidFill>
                    <a:schemeClr val="bg1"/>
                  </a:solidFill>
                  <a:latin typeface="Arial Narrow" panose="020B0606020202030204" pitchFamily="34" charset="0"/>
                </a:rPr>
                <a:t>D</a:t>
              </a:r>
              <a:endParaRPr lang="zh-CN" altLang="en-US" sz="2400" dirty="0">
                <a:solidFill>
                  <a:schemeClr val="bg1"/>
                </a:solidFill>
              </a:endParaRPr>
            </a:p>
          </p:txBody>
        </p:sp>
      </p:grpSp>
      <p:sp>
        <p:nvSpPr>
          <p:cNvPr id="69" name="íşlïḍè">
            <a:extLst>
              <a:ext uri="{FF2B5EF4-FFF2-40B4-BE49-F238E27FC236}">
                <a16:creationId xmlns:a16="http://schemas.microsoft.com/office/drawing/2014/main" id="{891CCC88-9843-49CE-80A5-C8DB9CECDEE0}"/>
              </a:ext>
            </a:extLst>
          </p:cNvPr>
          <p:cNvSpPr txBox="1"/>
          <p:nvPr/>
        </p:nvSpPr>
        <p:spPr>
          <a:xfrm>
            <a:off x="1373861" y="1281052"/>
            <a:ext cx="10270017" cy="400111"/>
          </a:xfrm>
          <a:prstGeom prst="rect">
            <a:avLst/>
          </a:prstGeom>
          <a:noFill/>
        </p:spPr>
        <p:txBody>
          <a:bodyPr wrap="square" lIns="91440" tIns="45720" rIns="91440" bIns="45720" anchor="ctr">
            <a:noAutofit/>
          </a:bodyPr>
          <a:lstStyle/>
          <a:p>
            <a:r>
              <a:rPr lang="en-US" altLang="zh-CN" b="1" dirty="0">
                <a:latin typeface="Arial Narrow" panose="020B0606020202030204" pitchFamily="34" charset="0"/>
              </a:rPr>
              <a:t>【2013</a:t>
            </a:r>
            <a:r>
              <a:rPr lang="zh-CN" altLang="en-US" b="1" dirty="0">
                <a:latin typeface="Arial Narrow" panose="020B0606020202030204" pitchFamily="34" charset="0"/>
              </a:rPr>
              <a:t>年 题</a:t>
            </a:r>
            <a:r>
              <a:rPr lang="en-US" altLang="zh-CN" b="1" dirty="0">
                <a:latin typeface="Arial Narrow" panose="020B0606020202030204" pitchFamily="34" charset="0"/>
              </a:rPr>
              <a:t>36】</a:t>
            </a:r>
            <a:r>
              <a:rPr lang="zh-CN" altLang="en-US" b="1" dirty="0">
                <a:latin typeface="Arial Narrow" panose="020B0606020202030204" pitchFamily="34" charset="0"/>
              </a:rPr>
              <a:t>下列介质访问控制方法中，可能发生冲突的是（      ）。</a:t>
            </a:r>
          </a:p>
        </p:txBody>
      </p:sp>
      <p:sp>
        <p:nvSpPr>
          <p:cNvPr id="31" name="íşlïḍè">
            <a:extLst>
              <a:ext uri="{FF2B5EF4-FFF2-40B4-BE49-F238E27FC236}">
                <a16:creationId xmlns:a16="http://schemas.microsoft.com/office/drawing/2014/main" id="{0175BF7A-CFF2-4250-B161-CED6A75E0EB2}"/>
              </a:ext>
            </a:extLst>
          </p:cNvPr>
          <p:cNvSpPr txBox="1"/>
          <p:nvPr/>
        </p:nvSpPr>
        <p:spPr>
          <a:xfrm>
            <a:off x="2900323" y="1766316"/>
            <a:ext cx="1448157" cy="400111"/>
          </a:xfrm>
          <a:prstGeom prst="rect">
            <a:avLst/>
          </a:prstGeom>
          <a:noFill/>
        </p:spPr>
        <p:txBody>
          <a:bodyPr wrap="square" lIns="91440" tIns="45720" rIns="91440" bIns="45720" anchor="ctr">
            <a:noAutofit/>
          </a:bodyPr>
          <a:lstStyle/>
          <a:p>
            <a:r>
              <a:rPr lang="en-US" altLang="zh-CN" b="1" dirty="0">
                <a:latin typeface="Arial Narrow" panose="020B0606020202030204" pitchFamily="34" charset="0"/>
              </a:rPr>
              <a:t>A. CDMA</a:t>
            </a:r>
            <a:endParaRPr lang="zh-CN" altLang="en-US" b="1" dirty="0">
              <a:latin typeface="Arial Narrow" panose="020B0606020202030204" pitchFamily="34" charset="0"/>
            </a:endParaRPr>
          </a:p>
        </p:txBody>
      </p:sp>
      <p:sp>
        <p:nvSpPr>
          <p:cNvPr id="32" name="íşlïḍè">
            <a:extLst>
              <a:ext uri="{FF2B5EF4-FFF2-40B4-BE49-F238E27FC236}">
                <a16:creationId xmlns:a16="http://schemas.microsoft.com/office/drawing/2014/main" id="{7011E08B-7AE2-4D01-88C8-D05E59191E4C}"/>
              </a:ext>
            </a:extLst>
          </p:cNvPr>
          <p:cNvSpPr txBox="1"/>
          <p:nvPr/>
        </p:nvSpPr>
        <p:spPr>
          <a:xfrm>
            <a:off x="4693232" y="1766316"/>
            <a:ext cx="1448157" cy="400111"/>
          </a:xfrm>
          <a:prstGeom prst="rect">
            <a:avLst/>
          </a:prstGeom>
          <a:noFill/>
        </p:spPr>
        <p:txBody>
          <a:bodyPr wrap="square" lIns="91440" tIns="45720" rIns="91440" bIns="45720" anchor="ctr">
            <a:noAutofit/>
          </a:bodyPr>
          <a:lstStyle/>
          <a:p>
            <a:r>
              <a:rPr lang="en-US" altLang="zh-CN" b="1" dirty="0">
                <a:latin typeface="Arial Narrow" panose="020B0606020202030204" pitchFamily="34" charset="0"/>
              </a:rPr>
              <a:t>B. CSMA</a:t>
            </a:r>
            <a:endParaRPr lang="zh-CN" altLang="en-US" b="1" dirty="0">
              <a:latin typeface="Arial Narrow" panose="020B0606020202030204" pitchFamily="34" charset="0"/>
            </a:endParaRPr>
          </a:p>
        </p:txBody>
      </p:sp>
      <p:sp>
        <p:nvSpPr>
          <p:cNvPr id="33" name="íşlïḍè">
            <a:extLst>
              <a:ext uri="{FF2B5EF4-FFF2-40B4-BE49-F238E27FC236}">
                <a16:creationId xmlns:a16="http://schemas.microsoft.com/office/drawing/2014/main" id="{91C58155-6493-4E81-9A3B-29DF78067D86}"/>
              </a:ext>
            </a:extLst>
          </p:cNvPr>
          <p:cNvSpPr txBox="1"/>
          <p:nvPr/>
        </p:nvSpPr>
        <p:spPr>
          <a:xfrm>
            <a:off x="6486141" y="1766316"/>
            <a:ext cx="1448157" cy="400111"/>
          </a:xfrm>
          <a:prstGeom prst="rect">
            <a:avLst/>
          </a:prstGeom>
          <a:noFill/>
        </p:spPr>
        <p:txBody>
          <a:bodyPr wrap="square" lIns="91440" tIns="45720" rIns="91440" bIns="45720" anchor="ctr">
            <a:noAutofit/>
          </a:bodyPr>
          <a:lstStyle/>
          <a:p>
            <a:r>
              <a:rPr lang="en-US" altLang="zh-CN" b="1" dirty="0">
                <a:latin typeface="Arial Narrow" panose="020B0606020202030204" pitchFamily="34" charset="0"/>
              </a:rPr>
              <a:t>C. TDMA</a:t>
            </a:r>
            <a:endParaRPr lang="zh-CN" altLang="en-US" b="1" dirty="0">
              <a:latin typeface="Arial Narrow" panose="020B0606020202030204" pitchFamily="34" charset="0"/>
            </a:endParaRPr>
          </a:p>
        </p:txBody>
      </p:sp>
      <p:sp>
        <p:nvSpPr>
          <p:cNvPr id="34" name="íşlïḍè">
            <a:extLst>
              <a:ext uri="{FF2B5EF4-FFF2-40B4-BE49-F238E27FC236}">
                <a16:creationId xmlns:a16="http://schemas.microsoft.com/office/drawing/2014/main" id="{E9D5FA2C-4B2E-4F44-AF39-B2F3EC6802D9}"/>
              </a:ext>
            </a:extLst>
          </p:cNvPr>
          <p:cNvSpPr txBox="1"/>
          <p:nvPr/>
        </p:nvSpPr>
        <p:spPr>
          <a:xfrm>
            <a:off x="8279049" y="1766316"/>
            <a:ext cx="1448157" cy="400111"/>
          </a:xfrm>
          <a:prstGeom prst="rect">
            <a:avLst/>
          </a:prstGeom>
          <a:noFill/>
        </p:spPr>
        <p:txBody>
          <a:bodyPr wrap="square" lIns="91440" tIns="45720" rIns="91440" bIns="45720" anchor="ctr">
            <a:noAutofit/>
          </a:bodyPr>
          <a:lstStyle/>
          <a:p>
            <a:r>
              <a:rPr lang="en-US" altLang="zh-CN" b="1" dirty="0">
                <a:latin typeface="Arial Narrow" panose="020B0606020202030204" pitchFamily="34" charset="0"/>
              </a:rPr>
              <a:t>D. FDMA</a:t>
            </a:r>
            <a:endParaRPr lang="zh-CN" altLang="en-US" b="1" dirty="0">
              <a:latin typeface="Arial Narrow" panose="020B0606020202030204" pitchFamily="34" charset="0"/>
            </a:endParaRPr>
          </a:p>
        </p:txBody>
      </p:sp>
      <p:sp>
        <p:nvSpPr>
          <p:cNvPr id="35" name="íşlïḍè">
            <a:extLst>
              <a:ext uri="{FF2B5EF4-FFF2-40B4-BE49-F238E27FC236}">
                <a16:creationId xmlns:a16="http://schemas.microsoft.com/office/drawing/2014/main" id="{A5330BE8-EE74-4555-B137-BA961F7221AE}"/>
              </a:ext>
            </a:extLst>
          </p:cNvPr>
          <p:cNvSpPr txBox="1"/>
          <p:nvPr/>
        </p:nvSpPr>
        <p:spPr>
          <a:xfrm>
            <a:off x="7824333" y="1296441"/>
            <a:ext cx="394903" cy="400111"/>
          </a:xfrm>
          <a:prstGeom prst="rect">
            <a:avLst/>
          </a:prstGeom>
          <a:noFill/>
        </p:spPr>
        <p:txBody>
          <a:bodyPr wrap="square" lIns="91440" tIns="45720" rIns="91440" bIns="45720" anchor="ctr">
            <a:noAutofit/>
          </a:bodyPr>
          <a:lstStyle/>
          <a:p>
            <a:pPr algn="ctr"/>
            <a:r>
              <a:rPr lang="en-US" altLang="zh-CN" sz="2800" b="1" dirty="0">
                <a:solidFill>
                  <a:schemeClr val="accent1">
                    <a:lumMod val="75000"/>
                  </a:schemeClr>
                </a:solidFill>
                <a:latin typeface="Arial Black" panose="020B0A04020102020204" pitchFamily="34" charset="0"/>
              </a:rPr>
              <a:t>B</a:t>
            </a:r>
            <a:endParaRPr lang="zh-CN" altLang="en-US" sz="2800" b="1" dirty="0">
              <a:solidFill>
                <a:schemeClr val="accent1">
                  <a:lumMod val="75000"/>
                </a:schemeClr>
              </a:solidFill>
              <a:latin typeface="Arial Black" panose="020B0A04020102020204" pitchFamily="34" charset="0"/>
            </a:endParaRPr>
          </a:p>
        </p:txBody>
      </p:sp>
      <p:sp>
        <p:nvSpPr>
          <p:cNvPr id="37" name="íşlïḍè">
            <a:extLst>
              <a:ext uri="{FF2B5EF4-FFF2-40B4-BE49-F238E27FC236}">
                <a16:creationId xmlns:a16="http://schemas.microsoft.com/office/drawing/2014/main" id="{3B287EFB-6A86-400F-B9D5-E6DF783DC298}"/>
              </a:ext>
            </a:extLst>
          </p:cNvPr>
          <p:cNvSpPr txBox="1"/>
          <p:nvPr/>
        </p:nvSpPr>
        <p:spPr>
          <a:xfrm>
            <a:off x="1610004" y="2474129"/>
            <a:ext cx="720024" cy="400111"/>
          </a:xfrm>
          <a:prstGeom prst="rect">
            <a:avLst/>
          </a:prstGeom>
          <a:noFill/>
        </p:spPr>
        <p:txBody>
          <a:bodyPr wrap="square" lIns="91440" tIns="45720" rIns="91440" bIns="45720" anchor="ctr">
            <a:noAutofit/>
          </a:bodyPr>
          <a:lstStyle/>
          <a:p>
            <a:r>
              <a:rPr lang="zh-CN" altLang="en-US" b="1" dirty="0">
                <a:latin typeface="Arial Narrow" panose="020B0606020202030204" pitchFamily="34" charset="0"/>
              </a:rPr>
              <a:t>解析</a:t>
            </a:r>
          </a:p>
        </p:txBody>
      </p:sp>
      <p:sp>
        <p:nvSpPr>
          <p:cNvPr id="11" name="文本框 10">
            <a:extLst>
              <a:ext uri="{FF2B5EF4-FFF2-40B4-BE49-F238E27FC236}">
                <a16:creationId xmlns:a16="http://schemas.microsoft.com/office/drawing/2014/main" id="{E58F1217-3DE4-4CB5-81B2-5367FAACC2CC}"/>
              </a:ext>
            </a:extLst>
          </p:cNvPr>
          <p:cNvSpPr txBox="1"/>
          <p:nvPr/>
        </p:nvSpPr>
        <p:spPr>
          <a:xfrm>
            <a:off x="2243817" y="2808457"/>
            <a:ext cx="9314462" cy="369332"/>
          </a:xfrm>
          <a:prstGeom prst="rect">
            <a:avLst/>
          </a:prstGeom>
          <a:noFill/>
        </p:spPr>
        <p:txBody>
          <a:bodyPr wrap="square" rtlCol="0">
            <a:spAutoFit/>
          </a:bodyPr>
          <a:lstStyle/>
          <a:p>
            <a:r>
              <a:rPr lang="en-US" altLang="zh-CN" b="1" dirty="0"/>
              <a:t>CSMA</a:t>
            </a:r>
            <a:r>
              <a:rPr lang="zh-CN" altLang="en-US" b="1" dirty="0"/>
              <a:t>（</a:t>
            </a:r>
            <a:r>
              <a:rPr lang="en-US" altLang="zh-CN" b="1" dirty="0"/>
              <a:t>Carrier Sense Multiple Access</a:t>
            </a:r>
            <a:r>
              <a:rPr lang="zh-CN" altLang="en-US" b="1" dirty="0"/>
              <a:t>）是载波监听多址接入的英文缩写词。</a:t>
            </a:r>
          </a:p>
        </p:txBody>
      </p:sp>
      <p:sp>
        <p:nvSpPr>
          <p:cNvPr id="36" name="文本框 35">
            <a:extLst>
              <a:ext uri="{FF2B5EF4-FFF2-40B4-BE49-F238E27FC236}">
                <a16:creationId xmlns:a16="http://schemas.microsoft.com/office/drawing/2014/main" id="{0838A1F2-F0C7-4A49-B59D-FD286135FDE5}"/>
              </a:ext>
            </a:extLst>
          </p:cNvPr>
          <p:cNvSpPr txBox="1"/>
          <p:nvPr/>
        </p:nvSpPr>
        <p:spPr>
          <a:xfrm>
            <a:off x="2243817" y="3177789"/>
            <a:ext cx="9314462" cy="646331"/>
          </a:xfrm>
          <a:prstGeom prst="rect">
            <a:avLst/>
          </a:prstGeom>
          <a:noFill/>
        </p:spPr>
        <p:txBody>
          <a:bodyPr wrap="square" rtlCol="0">
            <a:spAutoFit/>
          </a:bodyPr>
          <a:lstStyle/>
          <a:p>
            <a:r>
              <a:rPr lang="en-US" altLang="zh-CN" b="1" dirty="0">
                <a:solidFill>
                  <a:schemeClr val="accent1">
                    <a:lumMod val="75000"/>
                  </a:schemeClr>
                </a:solidFill>
              </a:rPr>
              <a:t>CSMA</a:t>
            </a:r>
            <a:r>
              <a:rPr lang="zh-CN" altLang="en-US" b="1" dirty="0"/>
              <a:t>属于争用型的媒体接入控制协议，连接在同一媒体上的多个站点使用该协议以竞争方式发送数据帧，</a:t>
            </a:r>
            <a:r>
              <a:rPr lang="zh-CN" altLang="en-US" b="1" dirty="0">
                <a:solidFill>
                  <a:schemeClr val="accent1">
                    <a:lumMod val="75000"/>
                  </a:schemeClr>
                </a:solidFill>
              </a:rPr>
              <a:t>可能出现冲突</a:t>
            </a:r>
            <a:r>
              <a:rPr lang="zh-CN" altLang="en-US" b="1" dirty="0"/>
              <a:t>（也称为碰撞）。</a:t>
            </a:r>
          </a:p>
        </p:txBody>
      </p:sp>
      <p:sp>
        <p:nvSpPr>
          <p:cNvPr id="40" name="文本框 39">
            <a:extLst>
              <a:ext uri="{FF2B5EF4-FFF2-40B4-BE49-F238E27FC236}">
                <a16:creationId xmlns:a16="http://schemas.microsoft.com/office/drawing/2014/main" id="{80653511-D49B-44A6-B0F9-63D82D819790}"/>
              </a:ext>
            </a:extLst>
          </p:cNvPr>
          <p:cNvSpPr txBox="1"/>
          <p:nvPr/>
        </p:nvSpPr>
        <p:spPr>
          <a:xfrm>
            <a:off x="2243817" y="4001534"/>
            <a:ext cx="9314462" cy="646331"/>
          </a:xfrm>
          <a:prstGeom prst="rect">
            <a:avLst/>
          </a:prstGeom>
          <a:noFill/>
        </p:spPr>
        <p:txBody>
          <a:bodyPr wrap="square" rtlCol="0">
            <a:spAutoFit/>
          </a:bodyPr>
          <a:lstStyle/>
          <a:p>
            <a:r>
              <a:rPr lang="en-US" altLang="zh-CN" b="1" dirty="0">
                <a:solidFill>
                  <a:schemeClr val="accent4"/>
                </a:solidFill>
              </a:rPr>
              <a:t>TDMA</a:t>
            </a:r>
            <a:r>
              <a:rPr lang="zh-CN" altLang="en-US" b="1" dirty="0">
                <a:solidFill>
                  <a:schemeClr val="accent4"/>
                </a:solidFill>
              </a:rPr>
              <a:t>、</a:t>
            </a:r>
            <a:r>
              <a:rPr lang="en-US" altLang="zh-CN" b="1" dirty="0">
                <a:solidFill>
                  <a:schemeClr val="accent4"/>
                </a:solidFill>
              </a:rPr>
              <a:t>FDMA</a:t>
            </a:r>
            <a:r>
              <a:rPr lang="zh-CN" altLang="en-US" b="1" dirty="0">
                <a:solidFill>
                  <a:schemeClr val="accent4"/>
                </a:solidFill>
              </a:rPr>
              <a:t>、</a:t>
            </a:r>
            <a:r>
              <a:rPr lang="en-US" altLang="zh-CN" b="1" dirty="0">
                <a:solidFill>
                  <a:schemeClr val="accent4"/>
                </a:solidFill>
              </a:rPr>
              <a:t>CDMA</a:t>
            </a:r>
            <a:r>
              <a:rPr lang="zh-CN" altLang="en-US" b="1" dirty="0"/>
              <a:t>是常见的物理层信道复用技术，属于静态划分信道，用于多用户共享信道，</a:t>
            </a:r>
            <a:r>
              <a:rPr lang="zh-CN" altLang="en-US" b="1" dirty="0">
                <a:solidFill>
                  <a:schemeClr val="accent4"/>
                </a:solidFill>
              </a:rPr>
              <a:t>不会发生冲突</a:t>
            </a:r>
            <a:r>
              <a:rPr lang="zh-CN" altLang="en-US" b="1" dirty="0"/>
              <a:t>。</a:t>
            </a:r>
          </a:p>
        </p:txBody>
      </p:sp>
    </p:spTree>
    <p:custDataLst>
      <p:tags r:id="rId1"/>
    </p:custDataLst>
    <p:extLst>
      <p:ext uri="{BB962C8B-B14F-4D97-AF65-F5344CB8AC3E}">
        <p14:creationId xmlns:p14="http://schemas.microsoft.com/office/powerpoint/2010/main" val="522693311"/>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34" presetClass="emph" presetSubtype="0" fill="hold" grpId="0" nodeType="withEffect">
                                  <p:stCondLst>
                                    <p:cond delay="0"/>
                                  </p:stCondLst>
                                  <p:iterate type="lt">
                                    <p:tmPct val="10000"/>
                                  </p:iterate>
                                  <p:childTnLst>
                                    <p:animMotion origin="layout" path="M 0.0 0.0 L 0.0 -0.07213" pathEditMode="relative" ptsTypes="">
                                      <p:cBhvr>
                                        <p:cTn id="6" dur="250" accel="50000" decel="50000" autoRev="1" fill="hold">
                                          <p:stCondLst>
                                            <p:cond delay="0"/>
                                          </p:stCondLst>
                                        </p:cTn>
                                        <p:tgtEl>
                                          <p:spTgt spid="32"/>
                                        </p:tgtEl>
                                        <p:attrNameLst>
                                          <p:attrName>ppt_x</p:attrName>
                                          <p:attrName>ppt_y</p:attrName>
                                        </p:attrNameLst>
                                      </p:cBhvr>
                                    </p:animMotion>
                                    <p:animRot by="1500000">
                                      <p:cBhvr>
                                        <p:cTn id="7" dur="125" fill="hold">
                                          <p:stCondLst>
                                            <p:cond delay="0"/>
                                          </p:stCondLst>
                                        </p:cTn>
                                        <p:tgtEl>
                                          <p:spTgt spid="32"/>
                                        </p:tgtEl>
                                        <p:attrNameLst>
                                          <p:attrName>r</p:attrName>
                                        </p:attrNameLst>
                                      </p:cBhvr>
                                    </p:animRot>
                                    <p:animRot by="-1500000">
                                      <p:cBhvr>
                                        <p:cTn id="8" dur="125" fill="hold">
                                          <p:stCondLst>
                                            <p:cond delay="125"/>
                                          </p:stCondLst>
                                        </p:cTn>
                                        <p:tgtEl>
                                          <p:spTgt spid="32"/>
                                        </p:tgtEl>
                                        <p:attrNameLst>
                                          <p:attrName>r</p:attrName>
                                        </p:attrNameLst>
                                      </p:cBhvr>
                                    </p:animRot>
                                    <p:animRot by="-1500000">
                                      <p:cBhvr>
                                        <p:cTn id="9" dur="125" fill="hold">
                                          <p:stCondLst>
                                            <p:cond delay="250"/>
                                          </p:stCondLst>
                                        </p:cTn>
                                        <p:tgtEl>
                                          <p:spTgt spid="32"/>
                                        </p:tgtEl>
                                        <p:attrNameLst>
                                          <p:attrName>r</p:attrName>
                                        </p:attrNameLst>
                                      </p:cBhvr>
                                    </p:animRot>
                                    <p:animRot by="1500000">
                                      <p:cBhvr>
                                        <p:cTn id="10" dur="125" fill="hold">
                                          <p:stCondLst>
                                            <p:cond delay="375"/>
                                          </p:stCondLst>
                                        </p:cTn>
                                        <p:tgtEl>
                                          <p:spTgt spid="32"/>
                                        </p:tgtEl>
                                        <p:attrNameLst>
                                          <p:attrName>r</p:attrName>
                                        </p:attrNameLst>
                                      </p:cBhvr>
                                    </p:animRot>
                                  </p:childTnLst>
                                </p:cTn>
                              </p:par>
                            </p:childTnLst>
                          </p:cTn>
                        </p:par>
                      </p:childTnLst>
                    </p:cTn>
                  </p:par>
                  <p:par>
                    <p:cTn id="11" fill="hold">
                      <p:stCondLst>
                        <p:cond delay="indefinite"/>
                      </p:stCondLst>
                      <p:childTnLst>
                        <p:par>
                          <p:cTn id="12" fill="hold">
                            <p:stCondLst>
                              <p:cond delay="0"/>
                            </p:stCondLst>
                            <p:childTnLst>
                              <p:par>
                                <p:cTn id="13" presetID="1" presetClass="entr" presetSubtype="0" fill="hold" grpId="0" nodeType="clickEffect">
                                  <p:stCondLst>
                                    <p:cond delay="0"/>
                                  </p:stCondLst>
                                  <p:iterate type="lt">
                                    <p:tmAbs val="100"/>
                                  </p:iterate>
                                  <p:childTnLst>
                                    <p:set>
                                      <p:cBhvr>
                                        <p:cTn id="14" dur="1" fill="hold">
                                          <p:stCondLst>
                                            <p:cond delay="0"/>
                                          </p:stCondLst>
                                        </p:cTn>
                                        <p:tgtEl>
                                          <p:spTgt spid="11"/>
                                        </p:tgtEl>
                                        <p:attrNameLst>
                                          <p:attrName>style.visibility</p:attrName>
                                        </p:attrNameLst>
                                      </p:cBhvr>
                                      <p:to>
                                        <p:strVal val="visible"/>
                                      </p:to>
                                    </p:set>
                                  </p:childTnLst>
                                </p:cTn>
                              </p:par>
                            </p:childTnLst>
                          </p:cTn>
                        </p:par>
                      </p:childTnLst>
                    </p:cTn>
                  </p:par>
                  <p:par>
                    <p:cTn id="15" fill="hold">
                      <p:stCondLst>
                        <p:cond delay="indefinite"/>
                      </p:stCondLst>
                      <p:childTnLst>
                        <p:par>
                          <p:cTn id="16" fill="hold">
                            <p:stCondLst>
                              <p:cond delay="0"/>
                            </p:stCondLst>
                            <p:childTnLst>
                              <p:par>
                                <p:cTn id="17" presetID="1" presetClass="entr" presetSubtype="0" fill="hold" grpId="0" nodeType="clickEffect">
                                  <p:stCondLst>
                                    <p:cond delay="0"/>
                                  </p:stCondLst>
                                  <p:iterate type="lt">
                                    <p:tmAbs val="100"/>
                                  </p:iterate>
                                  <p:childTnLst>
                                    <p:set>
                                      <p:cBhvr>
                                        <p:cTn id="18" dur="1" fill="hold">
                                          <p:stCondLst>
                                            <p:cond delay="0"/>
                                          </p:stCondLst>
                                        </p:cTn>
                                        <p:tgtEl>
                                          <p:spTgt spid="36"/>
                                        </p:tgtEl>
                                        <p:attrNameLst>
                                          <p:attrName>style.visibility</p:attrName>
                                        </p:attrNameLst>
                                      </p:cBhvr>
                                      <p:to>
                                        <p:strVal val="visible"/>
                                      </p:to>
                                    </p:set>
                                  </p:childTnLst>
                                </p:cTn>
                              </p:par>
                            </p:childTnLst>
                          </p:cTn>
                        </p:par>
                      </p:childTnLst>
                    </p:cTn>
                  </p:par>
                  <p:par>
                    <p:cTn id="19" fill="hold">
                      <p:stCondLst>
                        <p:cond delay="indefinite"/>
                      </p:stCondLst>
                      <p:childTnLst>
                        <p:par>
                          <p:cTn id="20" fill="hold">
                            <p:stCondLst>
                              <p:cond delay="0"/>
                            </p:stCondLst>
                            <p:childTnLst>
                              <p:par>
                                <p:cTn id="21" presetID="1" presetClass="entr" presetSubtype="0" fill="hold" grpId="0" nodeType="clickEffect">
                                  <p:stCondLst>
                                    <p:cond delay="0"/>
                                  </p:stCondLst>
                                  <p:iterate type="lt">
                                    <p:tmAbs val="100"/>
                                  </p:iterate>
                                  <p:childTnLst>
                                    <p:set>
                                      <p:cBhvr>
                                        <p:cTn id="22" dur="1" fill="hold">
                                          <p:stCondLst>
                                            <p:cond delay="0"/>
                                          </p:stCondLst>
                                        </p:cTn>
                                        <p:tgtEl>
                                          <p:spTgt spid="40"/>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2" grpId="0"/>
      <p:bldP spid="11" grpId="0"/>
      <p:bldP spid="36" grpId="0"/>
      <p:bldP spid="40" grpId="0"/>
    </p:bldLst>
  </p:timing>
</p:sld>
</file>

<file path=ppt/slides/slide32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4" name="组合 3">
            <a:extLst>
              <a:ext uri="{FF2B5EF4-FFF2-40B4-BE49-F238E27FC236}">
                <a16:creationId xmlns:a16="http://schemas.microsoft.com/office/drawing/2014/main" id="{9A1EA9F2-FCB6-48C3-935F-7AE7E3AD14AC}"/>
              </a:ext>
            </a:extLst>
          </p:cNvPr>
          <p:cNvGrpSpPr/>
          <p:nvPr/>
        </p:nvGrpSpPr>
        <p:grpSpPr>
          <a:xfrm>
            <a:off x="304799" y="749300"/>
            <a:ext cx="6192345" cy="400110"/>
            <a:chOff x="424116" y="898245"/>
            <a:chExt cx="6192345" cy="400110"/>
          </a:xfrm>
        </p:grpSpPr>
        <p:sp>
          <p:nvSpPr>
            <p:cNvPr id="2" name="平行四边形 1">
              <a:extLst>
                <a:ext uri="{FF2B5EF4-FFF2-40B4-BE49-F238E27FC236}">
                  <a16:creationId xmlns:a16="http://schemas.microsoft.com/office/drawing/2014/main" id="{1F5BAA3F-9845-4F89-A2DD-8222D3E4EDAC}"/>
                </a:ext>
              </a:extLst>
            </p:cNvPr>
            <p:cNvSpPr/>
            <p:nvPr/>
          </p:nvSpPr>
          <p:spPr>
            <a:xfrm>
              <a:off x="424116" y="898245"/>
              <a:ext cx="695119" cy="387090"/>
            </a:xfrm>
            <a:prstGeom prst="parallelogram">
              <a:avLst/>
            </a:prstGeom>
            <a:solidFill>
              <a:schemeClr val="accent3">
                <a:lumMod val="75000"/>
              </a:schemeClr>
            </a:solidFill>
            <a:ln>
              <a:solidFill>
                <a:schemeClr val="accent3">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CN" sz="2200" dirty="0">
                  <a:latin typeface="Impact" panose="020B0806030902050204" pitchFamily="34" charset="0"/>
                </a:rPr>
                <a:t>02</a:t>
              </a:r>
              <a:endParaRPr lang="zh-CN" altLang="en-US" sz="2200" dirty="0">
                <a:latin typeface="Impact" panose="020B0806030902050204" pitchFamily="34" charset="0"/>
              </a:endParaRPr>
            </a:p>
          </p:txBody>
        </p:sp>
        <p:sp>
          <p:nvSpPr>
            <p:cNvPr id="3" name="文本框 2">
              <a:extLst>
                <a:ext uri="{FF2B5EF4-FFF2-40B4-BE49-F238E27FC236}">
                  <a16:creationId xmlns:a16="http://schemas.microsoft.com/office/drawing/2014/main" id="{4D6BD736-A4D3-4F26-AFED-36E11F50F70B}"/>
                </a:ext>
              </a:extLst>
            </p:cNvPr>
            <p:cNvSpPr txBox="1"/>
            <p:nvPr/>
          </p:nvSpPr>
          <p:spPr>
            <a:xfrm>
              <a:off x="1052423" y="898245"/>
              <a:ext cx="5564038" cy="400110"/>
            </a:xfrm>
            <a:prstGeom prst="rect">
              <a:avLst/>
            </a:prstGeom>
            <a:noFill/>
          </p:spPr>
          <p:txBody>
            <a:bodyPr wrap="square" rtlCol="0">
              <a:spAutoFit/>
            </a:bodyPr>
            <a:lstStyle/>
            <a:p>
              <a:r>
                <a:rPr lang="zh-CN" altLang="en-US" sz="2000" b="1" dirty="0"/>
                <a:t>共享式以太网的争用期</a:t>
              </a:r>
              <a:endParaRPr lang="en-US" altLang="zh-CN" sz="2000" b="1" dirty="0"/>
            </a:p>
          </p:txBody>
        </p:sp>
      </p:grpSp>
      <p:sp>
        <p:nvSpPr>
          <p:cNvPr id="40" name="矩形 39">
            <a:extLst>
              <a:ext uri="{FF2B5EF4-FFF2-40B4-BE49-F238E27FC236}">
                <a16:creationId xmlns:a16="http://schemas.microsoft.com/office/drawing/2014/main" id="{BCD66B3D-D3F7-4440-9406-4ECBF941DE41}"/>
              </a:ext>
            </a:extLst>
          </p:cNvPr>
          <p:cNvSpPr/>
          <p:nvPr/>
        </p:nvSpPr>
        <p:spPr>
          <a:xfrm>
            <a:off x="1056633" y="1335374"/>
            <a:ext cx="256976" cy="256976"/>
          </a:xfrm>
          <a:prstGeom prst="rect">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41" name="íşlïḍè">
            <a:extLst>
              <a:ext uri="{FF2B5EF4-FFF2-40B4-BE49-F238E27FC236}">
                <a16:creationId xmlns:a16="http://schemas.microsoft.com/office/drawing/2014/main" id="{0216106F-37A5-40E5-BDEA-DFCA29F868ED}"/>
              </a:ext>
            </a:extLst>
          </p:cNvPr>
          <p:cNvSpPr txBox="1"/>
          <p:nvPr/>
        </p:nvSpPr>
        <p:spPr>
          <a:xfrm>
            <a:off x="1373861" y="1281053"/>
            <a:ext cx="10276516" cy="400110"/>
          </a:xfrm>
          <a:prstGeom prst="rect">
            <a:avLst/>
          </a:prstGeom>
          <a:noFill/>
        </p:spPr>
        <p:txBody>
          <a:bodyPr wrap="square" lIns="91440" tIns="45720" rIns="91440" bIns="45720" anchor="ctr">
            <a:noAutofit/>
          </a:bodyPr>
          <a:lstStyle/>
          <a:p>
            <a:r>
              <a:rPr lang="zh-CN" altLang="en-US" b="1" dirty="0">
                <a:latin typeface="Arial Narrow" panose="020B0606020202030204" pitchFamily="34" charset="0"/>
              </a:rPr>
              <a:t>使用</a:t>
            </a:r>
            <a:r>
              <a:rPr lang="en-US" altLang="zh-CN" b="1" dirty="0">
                <a:latin typeface="Arial Narrow" panose="020B0606020202030204" pitchFamily="34" charset="0"/>
              </a:rPr>
              <a:t>CSMA/CD</a:t>
            </a:r>
            <a:r>
              <a:rPr lang="zh-CN" altLang="en-US" b="1" dirty="0">
                <a:latin typeface="Arial Narrow" panose="020B0606020202030204" pitchFamily="34" charset="0"/>
              </a:rPr>
              <a:t>协议的共享总线以太网上的任意站点在发送帧的过程中都可能会遭遇碰撞。</a:t>
            </a:r>
          </a:p>
        </p:txBody>
      </p:sp>
      <p:grpSp>
        <p:nvGrpSpPr>
          <p:cNvPr id="7" name="组合 6">
            <a:extLst>
              <a:ext uri="{FF2B5EF4-FFF2-40B4-BE49-F238E27FC236}">
                <a16:creationId xmlns:a16="http://schemas.microsoft.com/office/drawing/2014/main" id="{0800E616-4990-4736-8862-242F9EBD9EE5}"/>
              </a:ext>
            </a:extLst>
          </p:cNvPr>
          <p:cNvGrpSpPr/>
          <p:nvPr/>
        </p:nvGrpSpPr>
        <p:grpSpPr>
          <a:xfrm>
            <a:off x="1468601" y="2101029"/>
            <a:ext cx="5043518" cy="1493071"/>
            <a:chOff x="3117370" y="3621980"/>
            <a:chExt cx="5043518" cy="1493071"/>
          </a:xfrm>
        </p:grpSpPr>
        <p:cxnSp>
          <p:nvCxnSpPr>
            <p:cNvPr id="79" name="直接连接符 78">
              <a:extLst>
                <a:ext uri="{FF2B5EF4-FFF2-40B4-BE49-F238E27FC236}">
                  <a16:creationId xmlns:a16="http://schemas.microsoft.com/office/drawing/2014/main" id="{B50EE89A-0ED5-451A-B7B7-400F31C8340B}"/>
                </a:ext>
              </a:extLst>
            </p:cNvPr>
            <p:cNvCxnSpPr/>
            <p:nvPr/>
          </p:nvCxnSpPr>
          <p:spPr>
            <a:xfrm flipV="1">
              <a:off x="6344924" y="3773930"/>
              <a:ext cx="0" cy="812800"/>
            </a:xfrm>
            <a:prstGeom prst="line">
              <a:avLst/>
            </a:prstGeom>
            <a:ln w="152400">
              <a:solidFill>
                <a:schemeClr val="tx1"/>
              </a:solidFill>
              <a:tailEnd w="med" len="lg"/>
            </a:ln>
          </p:spPr>
          <p:style>
            <a:lnRef idx="1">
              <a:schemeClr val="accent1"/>
            </a:lnRef>
            <a:fillRef idx="0">
              <a:schemeClr val="accent1"/>
            </a:fillRef>
            <a:effectRef idx="0">
              <a:schemeClr val="accent1"/>
            </a:effectRef>
            <a:fontRef idx="minor">
              <a:schemeClr val="tx1"/>
            </a:fontRef>
          </p:style>
        </p:cxnSp>
        <p:cxnSp>
          <p:nvCxnSpPr>
            <p:cNvPr id="46" name="直接连接符 45">
              <a:extLst>
                <a:ext uri="{FF2B5EF4-FFF2-40B4-BE49-F238E27FC236}">
                  <a16:creationId xmlns:a16="http://schemas.microsoft.com/office/drawing/2014/main" id="{68F324E7-1E7B-4122-B649-A70071C4A6D7}"/>
                </a:ext>
              </a:extLst>
            </p:cNvPr>
            <p:cNvCxnSpPr/>
            <p:nvPr/>
          </p:nvCxnSpPr>
          <p:spPr>
            <a:xfrm flipV="1">
              <a:off x="3599261" y="3773930"/>
              <a:ext cx="0" cy="812800"/>
            </a:xfrm>
            <a:prstGeom prst="line">
              <a:avLst/>
            </a:prstGeom>
            <a:ln w="152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8" name="直接连接符 47">
              <a:extLst>
                <a:ext uri="{FF2B5EF4-FFF2-40B4-BE49-F238E27FC236}">
                  <a16:creationId xmlns:a16="http://schemas.microsoft.com/office/drawing/2014/main" id="{4EAB45B4-373A-4ECC-AEA3-0CD6AD6A47BB}"/>
                </a:ext>
              </a:extLst>
            </p:cNvPr>
            <p:cNvCxnSpPr/>
            <p:nvPr/>
          </p:nvCxnSpPr>
          <p:spPr>
            <a:xfrm flipV="1">
              <a:off x="4995763" y="3773930"/>
              <a:ext cx="0" cy="812800"/>
            </a:xfrm>
            <a:prstGeom prst="line">
              <a:avLst/>
            </a:prstGeom>
            <a:ln w="152400">
              <a:solidFill>
                <a:schemeClr val="tx1"/>
              </a:solidFill>
              <a:tailEnd w="med" len="lg"/>
            </a:ln>
          </p:spPr>
          <p:style>
            <a:lnRef idx="1">
              <a:schemeClr val="accent1"/>
            </a:lnRef>
            <a:fillRef idx="0">
              <a:schemeClr val="accent1"/>
            </a:fillRef>
            <a:effectRef idx="0">
              <a:schemeClr val="accent1"/>
            </a:effectRef>
            <a:fontRef idx="minor">
              <a:schemeClr val="tx1"/>
            </a:fontRef>
          </p:style>
        </p:cxnSp>
        <p:cxnSp>
          <p:nvCxnSpPr>
            <p:cNvPr id="50" name="直接连接符 49">
              <a:extLst>
                <a:ext uri="{FF2B5EF4-FFF2-40B4-BE49-F238E27FC236}">
                  <a16:creationId xmlns:a16="http://schemas.microsoft.com/office/drawing/2014/main" id="{866DE1FD-FE69-43AD-A3E9-EB682A52429D}"/>
                </a:ext>
              </a:extLst>
            </p:cNvPr>
            <p:cNvCxnSpPr/>
            <p:nvPr/>
          </p:nvCxnSpPr>
          <p:spPr>
            <a:xfrm flipV="1">
              <a:off x="7730487" y="3773930"/>
              <a:ext cx="0" cy="812800"/>
            </a:xfrm>
            <a:prstGeom prst="line">
              <a:avLst/>
            </a:prstGeom>
            <a:ln w="152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5" name="直接连接符 44">
              <a:extLst>
                <a:ext uri="{FF2B5EF4-FFF2-40B4-BE49-F238E27FC236}">
                  <a16:creationId xmlns:a16="http://schemas.microsoft.com/office/drawing/2014/main" id="{CF25AE11-9337-42C1-B461-2B094F3FF441}"/>
                </a:ext>
              </a:extLst>
            </p:cNvPr>
            <p:cNvCxnSpPr>
              <a:cxnSpLocks/>
              <a:stCxn id="52" idx="3"/>
              <a:endCxn id="53" idx="3"/>
            </p:cNvCxnSpPr>
            <p:nvPr/>
          </p:nvCxnSpPr>
          <p:spPr>
            <a:xfrm>
              <a:off x="3403053" y="3734742"/>
              <a:ext cx="4757835" cy="0"/>
            </a:xfrm>
            <a:prstGeom prst="line">
              <a:avLst/>
            </a:prstGeom>
            <a:ln w="152400">
              <a:solidFill>
                <a:schemeClr val="tx1"/>
              </a:solidFill>
            </a:ln>
          </p:spPr>
          <p:style>
            <a:lnRef idx="1">
              <a:schemeClr val="accent1"/>
            </a:lnRef>
            <a:fillRef idx="0">
              <a:schemeClr val="accent1"/>
            </a:fillRef>
            <a:effectRef idx="0">
              <a:schemeClr val="accent1"/>
            </a:effectRef>
            <a:fontRef idx="minor">
              <a:schemeClr val="tx1"/>
            </a:fontRef>
          </p:style>
        </p:cxnSp>
        <p:sp>
          <p:nvSpPr>
            <p:cNvPr id="52" name="矩形 51">
              <a:extLst>
                <a:ext uri="{FF2B5EF4-FFF2-40B4-BE49-F238E27FC236}">
                  <a16:creationId xmlns:a16="http://schemas.microsoft.com/office/drawing/2014/main" id="{ADC443E8-4D96-4857-9A04-ABD5711A1A74}"/>
                </a:ext>
              </a:extLst>
            </p:cNvPr>
            <p:cNvSpPr/>
            <p:nvPr/>
          </p:nvSpPr>
          <p:spPr>
            <a:xfrm>
              <a:off x="3177529" y="3621980"/>
              <a:ext cx="225524" cy="225524"/>
            </a:xfrm>
            <a:prstGeom prst="rect">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53" name="矩形 52">
              <a:extLst>
                <a:ext uri="{FF2B5EF4-FFF2-40B4-BE49-F238E27FC236}">
                  <a16:creationId xmlns:a16="http://schemas.microsoft.com/office/drawing/2014/main" id="{01A3652D-2CBA-416D-BA7E-94C923ABB90D}"/>
                </a:ext>
              </a:extLst>
            </p:cNvPr>
            <p:cNvSpPr/>
            <p:nvPr/>
          </p:nvSpPr>
          <p:spPr>
            <a:xfrm>
              <a:off x="7935364" y="3621980"/>
              <a:ext cx="225524" cy="225524"/>
            </a:xfrm>
            <a:prstGeom prst="rect">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grpSp>
          <p:nvGrpSpPr>
            <p:cNvPr id="11" name="组合 10">
              <a:extLst>
                <a:ext uri="{FF2B5EF4-FFF2-40B4-BE49-F238E27FC236}">
                  <a16:creationId xmlns:a16="http://schemas.microsoft.com/office/drawing/2014/main" id="{BDD59C05-471B-4561-AD9B-C3EC7C8FCC84}"/>
                </a:ext>
              </a:extLst>
            </p:cNvPr>
            <p:cNvGrpSpPr/>
            <p:nvPr/>
          </p:nvGrpSpPr>
          <p:grpSpPr>
            <a:xfrm>
              <a:off x="3117370" y="4473969"/>
              <a:ext cx="662814" cy="641082"/>
              <a:chOff x="812355" y="3422987"/>
              <a:chExt cx="662814" cy="641082"/>
            </a:xfrm>
          </p:grpSpPr>
          <p:pic>
            <p:nvPicPr>
              <p:cNvPr id="47" name="图形 46">
                <a:extLst>
                  <a:ext uri="{FF2B5EF4-FFF2-40B4-BE49-F238E27FC236}">
                    <a16:creationId xmlns:a16="http://schemas.microsoft.com/office/drawing/2014/main" id="{2F188BC2-B766-4124-BD49-EAFEE881A38F}"/>
                  </a:ext>
                </a:extLst>
              </p:cNvPr>
              <p:cNvPicPr>
                <a:picLocks noChangeAspect="1"/>
              </p:cNvPicPr>
              <p:nvPr/>
            </p:nvPicPr>
            <p:blipFill>
              <a:blip r:embed="rId3">
                <a:extLst>
                  <a:ext uri="{28A0092B-C50C-407E-A947-70E740481C1C}">
                    <a14:useLocalDpi xmlns:a14="http://schemas.microsoft.com/office/drawing/2010/main" val="0"/>
                  </a:ext>
                  <a:ext uri="{96DAC541-7B7A-43D3-8B79-37D633B846F1}">
                    <asvg:svgBlip xmlns:asvg="http://schemas.microsoft.com/office/drawing/2016/SVG/main" r:embed="rId4"/>
                  </a:ext>
                </a:extLst>
              </a:blip>
              <a:stretch>
                <a:fillRect/>
              </a:stretch>
            </p:blipFill>
            <p:spPr>
              <a:xfrm>
                <a:off x="812355" y="3422987"/>
                <a:ext cx="662814" cy="641082"/>
              </a:xfrm>
              <a:prstGeom prst="rect">
                <a:avLst/>
              </a:prstGeom>
            </p:spPr>
          </p:pic>
          <p:sp>
            <p:nvSpPr>
              <p:cNvPr id="10" name="文本框 9">
                <a:extLst>
                  <a:ext uri="{FF2B5EF4-FFF2-40B4-BE49-F238E27FC236}">
                    <a16:creationId xmlns:a16="http://schemas.microsoft.com/office/drawing/2014/main" id="{B6FCB237-5D41-43CE-AB0D-0E6FF7895DCC}"/>
                  </a:ext>
                </a:extLst>
              </p:cNvPr>
              <p:cNvSpPr txBox="1"/>
              <p:nvPr/>
            </p:nvSpPr>
            <p:spPr>
              <a:xfrm>
                <a:off x="1087044" y="3451320"/>
                <a:ext cx="355235" cy="400110"/>
              </a:xfrm>
              <a:prstGeom prst="rect">
                <a:avLst/>
              </a:prstGeom>
              <a:noFill/>
            </p:spPr>
            <p:txBody>
              <a:bodyPr wrap="square" rtlCol="0">
                <a:spAutoFit/>
              </a:bodyPr>
              <a:lstStyle/>
              <a:p>
                <a:pPr algn="ctr"/>
                <a:r>
                  <a:rPr lang="en-US" altLang="zh-CN" sz="2000" b="1" dirty="0">
                    <a:solidFill>
                      <a:schemeClr val="bg1"/>
                    </a:solidFill>
                    <a:latin typeface="Arial Black" panose="020B0A04020102020204" pitchFamily="34" charset="0"/>
                    <a:ea typeface="+mj-ea"/>
                  </a:rPr>
                  <a:t>A</a:t>
                </a:r>
                <a:endParaRPr lang="zh-CN" altLang="en-US" sz="2000" b="1" dirty="0">
                  <a:solidFill>
                    <a:schemeClr val="bg1"/>
                  </a:solidFill>
                  <a:latin typeface="Arial Black" panose="020B0A04020102020204" pitchFamily="34" charset="0"/>
                  <a:ea typeface="+mj-ea"/>
                </a:endParaRPr>
              </a:p>
            </p:txBody>
          </p:sp>
        </p:grpSp>
        <p:grpSp>
          <p:nvGrpSpPr>
            <p:cNvPr id="12" name="组合 11">
              <a:extLst>
                <a:ext uri="{FF2B5EF4-FFF2-40B4-BE49-F238E27FC236}">
                  <a16:creationId xmlns:a16="http://schemas.microsoft.com/office/drawing/2014/main" id="{5269C008-81D1-4D80-9EFF-416BE9397B7F}"/>
                </a:ext>
              </a:extLst>
            </p:cNvPr>
            <p:cNvGrpSpPr/>
            <p:nvPr/>
          </p:nvGrpSpPr>
          <p:grpSpPr>
            <a:xfrm>
              <a:off x="4502430" y="4473969"/>
              <a:ext cx="662814" cy="641082"/>
              <a:chOff x="3209022" y="3422987"/>
              <a:chExt cx="662814" cy="641082"/>
            </a:xfrm>
          </p:grpSpPr>
          <p:pic>
            <p:nvPicPr>
              <p:cNvPr id="49" name="图形 48">
                <a:extLst>
                  <a:ext uri="{FF2B5EF4-FFF2-40B4-BE49-F238E27FC236}">
                    <a16:creationId xmlns:a16="http://schemas.microsoft.com/office/drawing/2014/main" id="{7D68CE9E-EEA6-4751-AC4F-25828AABA975}"/>
                  </a:ext>
                </a:extLst>
              </p:cNvPr>
              <p:cNvPicPr>
                <a:picLocks noChangeAspect="1"/>
              </p:cNvPicPr>
              <p:nvPr/>
            </p:nvPicPr>
            <p:blipFill>
              <a:blip r:embed="rId3">
                <a:extLst>
                  <a:ext uri="{28A0092B-C50C-407E-A947-70E740481C1C}">
                    <a14:useLocalDpi xmlns:a14="http://schemas.microsoft.com/office/drawing/2010/main" val="0"/>
                  </a:ext>
                  <a:ext uri="{96DAC541-7B7A-43D3-8B79-37D633B846F1}">
                    <asvg:svgBlip xmlns:asvg="http://schemas.microsoft.com/office/drawing/2016/SVG/main" r:embed="rId4"/>
                  </a:ext>
                </a:extLst>
              </a:blip>
              <a:stretch>
                <a:fillRect/>
              </a:stretch>
            </p:blipFill>
            <p:spPr>
              <a:xfrm>
                <a:off x="3209022" y="3422987"/>
                <a:ext cx="662814" cy="641082"/>
              </a:xfrm>
              <a:prstGeom prst="rect">
                <a:avLst/>
              </a:prstGeom>
            </p:spPr>
          </p:pic>
          <p:sp>
            <p:nvSpPr>
              <p:cNvPr id="80" name="文本框 79">
                <a:extLst>
                  <a:ext uri="{FF2B5EF4-FFF2-40B4-BE49-F238E27FC236}">
                    <a16:creationId xmlns:a16="http://schemas.microsoft.com/office/drawing/2014/main" id="{9CE13739-FC57-474F-B32B-DE041E416F61}"/>
                  </a:ext>
                </a:extLst>
              </p:cNvPr>
              <p:cNvSpPr txBox="1"/>
              <p:nvPr/>
            </p:nvSpPr>
            <p:spPr>
              <a:xfrm>
                <a:off x="3490791" y="3451320"/>
                <a:ext cx="355235" cy="400110"/>
              </a:xfrm>
              <a:prstGeom prst="rect">
                <a:avLst/>
              </a:prstGeom>
              <a:noFill/>
            </p:spPr>
            <p:txBody>
              <a:bodyPr wrap="square" rtlCol="0">
                <a:spAutoFit/>
              </a:bodyPr>
              <a:lstStyle/>
              <a:p>
                <a:pPr algn="ctr"/>
                <a:r>
                  <a:rPr lang="en-US" altLang="zh-CN" sz="2000" b="1" dirty="0">
                    <a:solidFill>
                      <a:schemeClr val="bg1"/>
                    </a:solidFill>
                    <a:latin typeface="Arial Black" panose="020B0A04020102020204" pitchFamily="34" charset="0"/>
                    <a:ea typeface="+mj-ea"/>
                  </a:rPr>
                  <a:t>B</a:t>
                </a:r>
                <a:endParaRPr lang="zh-CN" altLang="en-US" sz="2000" b="1" dirty="0">
                  <a:solidFill>
                    <a:schemeClr val="bg1"/>
                  </a:solidFill>
                  <a:latin typeface="Arial Black" panose="020B0A04020102020204" pitchFamily="34" charset="0"/>
                  <a:ea typeface="+mj-ea"/>
                </a:endParaRPr>
              </a:p>
            </p:txBody>
          </p:sp>
        </p:grpSp>
        <p:grpSp>
          <p:nvGrpSpPr>
            <p:cNvPr id="13" name="组合 12">
              <a:extLst>
                <a:ext uri="{FF2B5EF4-FFF2-40B4-BE49-F238E27FC236}">
                  <a16:creationId xmlns:a16="http://schemas.microsoft.com/office/drawing/2014/main" id="{004280E2-7973-4298-A45D-96B18B37C837}"/>
                </a:ext>
              </a:extLst>
            </p:cNvPr>
            <p:cNvGrpSpPr/>
            <p:nvPr/>
          </p:nvGrpSpPr>
          <p:grpSpPr>
            <a:xfrm>
              <a:off x="5887490" y="4473969"/>
              <a:ext cx="662814" cy="641082"/>
              <a:chOff x="5605689" y="3422987"/>
              <a:chExt cx="662814" cy="641082"/>
            </a:xfrm>
          </p:grpSpPr>
          <p:pic>
            <p:nvPicPr>
              <p:cNvPr id="51" name="图形 50">
                <a:extLst>
                  <a:ext uri="{FF2B5EF4-FFF2-40B4-BE49-F238E27FC236}">
                    <a16:creationId xmlns:a16="http://schemas.microsoft.com/office/drawing/2014/main" id="{0FE605DE-3103-4C7B-AFC0-03272ED69FD7}"/>
                  </a:ext>
                </a:extLst>
              </p:cNvPr>
              <p:cNvPicPr>
                <a:picLocks noChangeAspect="1"/>
              </p:cNvPicPr>
              <p:nvPr/>
            </p:nvPicPr>
            <p:blipFill>
              <a:blip r:embed="rId3">
                <a:extLst>
                  <a:ext uri="{28A0092B-C50C-407E-A947-70E740481C1C}">
                    <a14:useLocalDpi xmlns:a14="http://schemas.microsoft.com/office/drawing/2010/main" val="0"/>
                  </a:ext>
                  <a:ext uri="{96DAC541-7B7A-43D3-8B79-37D633B846F1}">
                    <asvg:svgBlip xmlns:asvg="http://schemas.microsoft.com/office/drawing/2016/SVG/main" r:embed="rId4"/>
                  </a:ext>
                </a:extLst>
              </a:blip>
              <a:stretch>
                <a:fillRect/>
              </a:stretch>
            </p:blipFill>
            <p:spPr>
              <a:xfrm>
                <a:off x="5605689" y="3422987"/>
                <a:ext cx="662814" cy="641082"/>
              </a:xfrm>
              <a:prstGeom prst="rect">
                <a:avLst/>
              </a:prstGeom>
            </p:spPr>
          </p:pic>
          <p:sp>
            <p:nvSpPr>
              <p:cNvPr id="81" name="文本框 80">
                <a:extLst>
                  <a:ext uri="{FF2B5EF4-FFF2-40B4-BE49-F238E27FC236}">
                    <a16:creationId xmlns:a16="http://schemas.microsoft.com/office/drawing/2014/main" id="{7D90056B-A972-4C0D-8BBB-578A59C26C9E}"/>
                  </a:ext>
                </a:extLst>
              </p:cNvPr>
              <p:cNvSpPr txBox="1"/>
              <p:nvPr/>
            </p:nvSpPr>
            <p:spPr>
              <a:xfrm>
                <a:off x="5885506" y="3451320"/>
                <a:ext cx="355235" cy="400110"/>
              </a:xfrm>
              <a:prstGeom prst="rect">
                <a:avLst/>
              </a:prstGeom>
              <a:noFill/>
            </p:spPr>
            <p:txBody>
              <a:bodyPr wrap="square" rtlCol="0">
                <a:spAutoFit/>
              </a:bodyPr>
              <a:lstStyle/>
              <a:p>
                <a:pPr algn="ctr"/>
                <a:r>
                  <a:rPr lang="en-US" altLang="zh-CN" sz="2000" b="1" dirty="0">
                    <a:solidFill>
                      <a:schemeClr val="bg1"/>
                    </a:solidFill>
                    <a:latin typeface="Arial Black" panose="020B0A04020102020204" pitchFamily="34" charset="0"/>
                    <a:ea typeface="+mj-ea"/>
                  </a:rPr>
                  <a:t>C</a:t>
                </a:r>
                <a:endParaRPr lang="zh-CN" altLang="en-US" sz="2000" b="1" dirty="0">
                  <a:solidFill>
                    <a:schemeClr val="bg1"/>
                  </a:solidFill>
                  <a:latin typeface="Arial Black" panose="020B0A04020102020204" pitchFamily="34" charset="0"/>
                  <a:ea typeface="+mj-ea"/>
                </a:endParaRPr>
              </a:p>
            </p:txBody>
          </p:sp>
        </p:grpSp>
        <p:grpSp>
          <p:nvGrpSpPr>
            <p:cNvPr id="14" name="组合 13">
              <a:extLst>
                <a:ext uri="{FF2B5EF4-FFF2-40B4-BE49-F238E27FC236}">
                  <a16:creationId xmlns:a16="http://schemas.microsoft.com/office/drawing/2014/main" id="{BE3241B0-5443-4CB3-9F63-FC93CD92DC73}"/>
                </a:ext>
              </a:extLst>
            </p:cNvPr>
            <p:cNvGrpSpPr/>
            <p:nvPr/>
          </p:nvGrpSpPr>
          <p:grpSpPr>
            <a:xfrm>
              <a:off x="7272550" y="4473969"/>
              <a:ext cx="662814" cy="641082"/>
              <a:chOff x="8002355" y="3422987"/>
              <a:chExt cx="662814" cy="641082"/>
            </a:xfrm>
          </p:grpSpPr>
          <p:pic>
            <p:nvPicPr>
              <p:cNvPr id="66" name="图形 65">
                <a:extLst>
                  <a:ext uri="{FF2B5EF4-FFF2-40B4-BE49-F238E27FC236}">
                    <a16:creationId xmlns:a16="http://schemas.microsoft.com/office/drawing/2014/main" id="{FE77C39A-4AE1-4FE8-83DC-95D736842A68}"/>
                  </a:ext>
                </a:extLst>
              </p:cNvPr>
              <p:cNvPicPr>
                <a:picLocks noChangeAspect="1"/>
              </p:cNvPicPr>
              <p:nvPr/>
            </p:nvPicPr>
            <p:blipFill>
              <a:blip r:embed="rId3">
                <a:extLst>
                  <a:ext uri="{28A0092B-C50C-407E-A947-70E740481C1C}">
                    <a14:useLocalDpi xmlns:a14="http://schemas.microsoft.com/office/drawing/2010/main" val="0"/>
                  </a:ext>
                  <a:ext uri="{96DAC541-7B7A-43D3-8B79-37D633B846F1}">
                    <asvg:svgBlip xmlns:asvg="http://schemas.microsoft.com/office/drawing/2016/SVG/main" r:embed="rId4"/>
                  </a:ext>
                </a:extLst>
              </a:blip>
              <a:stretch>
                <a:fillRect/>
              </a:stretch>
            </p:blipFill>
            <p:spPr>
              <a:xfrm>
                <a:off x="8002355" y="3422987"/>
                <a:ext cx="662814" cy="641082"/>
              </a:xfrm>
              <a:prstGeom prst="rect">
                <a:avLst/>
              </a:prstGeom>
            </p:spPr>
          </p:pic>
          <p:sp>
            <p:nvSpPr>
              <p:cNvPr id="82" name="文本框 81">
                <a:extLst>
                  <a:ext uri="{FF2B5EF4-FFF2-40B4-BE49-F238E27FC236}">
                    <a16:creationId xmlns:a16="http://schemas.microsoft.com/office/drawing/2014/main" id="{C325C64E-D3DE-4664-A644-B4E5AB503B47}"/>
                  </a:ext>
                </a:extLst>
              </p:cNvPr>
              <p:cNvSpPr txBox="1"/>
              <p:nvPr/>
            </p:nvSpPr>
            <p:spPr>
              <a:xfrm>
                <a:off x="8282675" y="3444742"/>
                <a:ext cx="355235" cy="400110"/>
              </a:xfrm>
              <a:prstGeom prst="rect">
                <a:avLst/>
              </a:prstGeom>
              <a:noFill/>
            </p:spPr>
            <p:txBody>
              <a:bodyPr wrap="square" rtlCol="0">
                <a:spAutoFit/>
              </a:bodyPr>
              <a:lstStyle/>
              <a:p>
                <a:pPr algn="ctr"/>
                <a:r>
                  <a:rPr lang="en-US" altLang="zh-CN" sz="2000" b="1" dirty="0">
                    <a:solidFill>
                      <a:schemeClr val="bg1"/>
                    </a:solidFill>
                    <a:latin typeface="Arial Black" panose="020B0A04020102020204" pitchFamily="34" charset="0"/>
                    <a:ea typeface="+mj-ea"/>
                  </a:rPr>
                  <a:t>D</a:t>
                </a:r>
                <a:endParaRPr lang="zh-CN" altLang="en-US" sz="2000" b="1" dirty="0">
                  <a:solidFill>
                    <a:schemeClr val="bg1"/>
                  </a:solidFill>
                  <a:latin typeface="Arial Black" panose="020B0A04020102020204" pitchFamily="34" charset="0"/>
                  <a:ea typeface="+mj-ea"/>
                </a:endParaRPr>
              </a:p>
            </p:txBody>
          </p:sp>
        </p:grpSp>
      </p:grpSp>
      <p:grpSp>
        <p:nvGrpSpPr>
          <p:cNvPr id="34" name="组合 33">
            <a:extLst>
              <a:ext uri="{FF2B5EF4-FFF2-40B4-BE49-F238E27FC236}">
                <a16:creationId xmlns:a16="http://schemas.microsoft.com/office/drawing/2014/main" id="{711454F0-51CF-4AA1-AB71-7CF64EC8CF01}"/>
              </a:ext>
            </a:extLst>
          </p:cNvPr>
          <p:cNvGrpSpPr/>
          <p:nvPr/>
        </p:nvGrpSpPr>
        <p:grpSpPr>
          <a:xfrm>
            <a:off x="1528760" y="3594100"/>
            <a:ext cx="4757835" cy="1702741"/>
            <a:chOff x="1528760" y="3594100"/>
            <a:chExt cx="4757835" cy="1702741"/>
          </a:xfrm>
        </p:grpSpPr>
        <p:sp>
          <p:nvSpPr>
            <p:cNvPr id="8" name="矩形 7">
              <a:extLst>
                <a:ext uri="{FF2B5EF4-FFF2-40B4-BE49-F238E27FC236}">
                  <a16:creationId xmlns:a16="http://schemas.microsoft.com/office/drawing/2014/main" id="{86E1530B-394C-4EC3-9FDD-A1A347E5B54D}"/>
                </a:ext>
              </a:extLst>
            </p:cNvPr>
            <p:cNvSpPr/>
            <p:nvPr/>
          </p:nvSpPr>
          <p:spPr>
            <a:xfrm>
              <a:off x="1528760" y="4566637"/>
              <a:ext cx="4757835" cy="730204"/>
            </a:xfrm>
            <a:prstGeom prst="rect">
              <a:avLst/>
            </a:prstGeom>
          </p:spPr>
          <p:style>
            <a:lnRef idx="2">
              <a:schemeClr val="accent3">
                <a:shade val="50000"/>
              </a:schemeClr>
            </a:lnRef>
            <a:fillRef idx="1">
              <a:schemeClr val="accent3"/>
            </a:fillRef>
            <a:effectRef idx="0">
              <a:schemeClr val="accent3"/>
            </a:effectRef>
            <a:fontRef idx="minor">
              <a:schemeClr val="lt1"/>
            </a:fontRef>
          </p:style>
          <p:txBody>
            <a:bodyPr rtlCol="0" anchor="ctr"/>
            <a:lstStyle/>
            <a:p>
              <a:pPr algn="ctr"/>
              <a:r>
                <a:rPr lang="zh-CN" altLang="en-US" b="1" dirty="0"/>
                <a:t>任意站点在发送帧的过程中都可能会遭遇碰撞</a:t>
              </a:r>
            </a:p>
          </p:txBody>
        </p:sp>
        <p:cxnSp>
          <p:nvCxnSpPr>
            <p:cNvPr id="15" name="直接箭头连接符 14">
              <a:extLst>
                <a:ext uri="{FF2B5EF4-FFF2-40B4-BE49-F238E27FC236}">
                  <a16:creationId xmlns:a16="http://schemas.microsoft.com/office/drawing/2014/main" id="{F9A39FAF-9AB5-4801-9EDC-C93DEF080CBD}"/>
                </a:ext>
              </a:extLst>
            </p:cNvPr>
            <p:cNvCxnSpPr>
              <a:cxnSpLocks/>
              <a:stCxn id="8" idx="0"/>
              <a:endCxn id="47" idx="2"/>
            </p:cNvCxnSpPr>
            <p:nvPr/>
          </p:nvCxnSpPr>
          <p:spPr>
            <a:xfrm flipH="1" flipV="1">
              <a:off x="1800008" y="3594100"/>
              <a:ext cx="2107670" cy="972537"/>
            </a:xfrm>
            <a:prstGeom prst="straightConnector1">
              <a:avLst/>
            </a:prstGeom>
            <a:ln w="12700">
              <a:solidFill>
                <a:schemeClr val="accent3"/>
              </a:solidFill>
              <a:tailEnd type="triangle"/>
            </a:ln>
          </p:spPr>
          <p:style>
            <a:lnRef idx="1">
              <a:schemeClr val="accent1"/>
            </a:lnRef>
            <a:fillRef idx="0">
              <a:schemeClr val="accent1"/>
            </a:fillRef>
            <a:effectRef idx="0">
              <a:schemeClr val="accent1"/>
            </a:effectRef>
            <a:fontRef idx="minor">
              <a:schemeClr val="tx1"/>
            </a:fontRef>
          </p:style>
        </p:cxnSp>
        <p:cxnSp>
          <p:nvCxnSpPr>
            <p:cNvPr id="37" name="直接箭头连接符 36">
              <a:extLst>
                <a:ext uri="{FF2B5EF4-FFF2-40B4-BE49-F238E27FC236}">
                  <a16:creationId xmlns:a16="http://schemas.microsoft.com/office/drawing/2014/main" id="{B31B436A-A9F5-478B-BF77-4C6651EB84C1}"/>
                </a:ext>
              </a:extLst>
            </p:cNvPr>
            <p:cNvCxnSpPr>
              <a:cxnSpLocks/>
              <a:stCxn id="8" idx="0"/>
              <a:endCxn id="49" idx="2"/>
            </p:cNvCxnSpPr>
            <p:nvPr/>
          </p:nvCxnSpPr>
          <p:spPr>
            <a:xfrm flipH="1" flipV="1">
              <a:off x="3185068" y="3594100"/>
              <a:ext cx="722610" cy="972537"/>
            </a:xfrm>
            <a:prstGeom prst="straightConnector1">
              <a:avLst/>
            </a:prstGeom>
            <a:ln w="12700">
              <a:solidFill>
                <a:schemeClr val="accent3"/>
              </a:solidFill>
              <a:tailEnd type="triangle"/>
            </a:ln>
          </p:spPr>
          <p:style>
            <a:lnRef idx="1">
              <a:schemeClr val="accent1"/>
            </a:lnRef>
            <a:fillRef idx="0">
              <a:schemeClr val="accent1"/>
            </a:fillRef>
            <a:effectRef idx="0">
              <a:schemeClr val="accent1"/>
            </a:effectRef>
            <a:fontRef idx="minor">
              <a:schemeClr val="tx1"/>
            </a:fontRef>
          </p:style>
        </p:cxnSp>
        <p:cxnSp>
          <p:nvCxnSpPr>
            <p:cNvPr id="42" name="直接箭头连接符 41">
              <a:extLst>
                <a:ext uri="{FF2B5EF4-FFF2-40B4-BE49-F238E27FC236}">
                  <a16:creationId xmlns:a16="http://schemas.microsoft.com/office/drawing/2014/main" id="{D10F8F75-1683-420E-981B-5CE37A9F364A}"/>
                </a:ext>
              </a:extLst>
            </p:cNvPr>
            <p:cNvCxnSpPr>
              <a:cxnSpLocks/>
              <a:stCxn id="8" idx="0"/>
              <a:endCxn id="51" idx="2"/>
            </p:cNvCxnSpPr>
            <p:nvPr/>
          </p:nvCxnSpPr>
          <p:spPr>
            <a:xfrm flipV="1">
              <a:off x="3907678" y="3594100"/>
              <a:ext cx="662450" cy="972537"/>
            </a:xfrm>
            <a:prstGeom prst="straightConnector1">
              <a:avLst/>
            </a:prstGeom>
            <a:ln w="12700">
              <a:solidFill>
                <a:schemeClr val="accent3"/>
              </a:solidFill>
              <a:tailEnd type="triangle"/>
            </a:ln>
          </p:spPr>
          <p:style>
            <a:lnRef idx="1">
              <a:schemeClr val="accent1"/>
            </a:lnRef>
            <a:fillRef idx="0">
              <a:schemeClr val="accent1"/>
            </a:fillRef>
            <a:effectRef idx="0">
              <a:schemeClr val="accent1"/>
            </a:effectRef>
            <a:fontRef idx="minor">
              <a:schemeClr val="tx1"/>
            </a:fontRef>
          </p:style>
        </p:cxnSp>
        <p:cxnSp>
          <p:nvCxnSpPr>
            <p:cNvPr id="43" name="直接箭头连接符 42">
              <a:extLst>
                <a:ext uri="{FF2B5EF4-FFF2-40B4-BE49-F238E27FC236}">
                  <a16:creationId xmlns:a16="http://schemas.microsoft.com/office/drawing/2014/main" id="{4BD047F4-CF80-4A22-B29B-FD4C17DD8E07}"/>
                </a:ext>
              </a:extLst>
            </p:cNvPr>
            <p:cNvCxnSpPr>
              <a:cxnSpLocks/>
              <a:stCxn id="8" idx="0"/>
              <a:endCxn id="66" idx="2"/>
            </p:cNvCxnSpPr>
            <p:nvPr/>
          </p:nvCxnSpPr>
          <p:spPr>
            <a:xfrm flipV="1">
              <a:off x="3907678" y="3594100"/>
              <a:ext cx="2047510" cy="972537"/>
            </a:xfrm>
            <a:prstGeom prst="straightConnector1">
              <a:avLst/>
            </a:prstGeom>
            <a:ln w="12700">
              <a:solidFill>
                <a:schemeClr val="accent3"/>
              </a:solidFill>
              <a:tailEnd type="triangle"/>
            </a:ln>
          </p:spPr>
          <p:style>
            <a:lnRef idx="1">
              <a:schemeClr val="accent1"/>
            </a:lnRef>
            <a:fillRef idx="0">
              <a:schemeClr val="accent1"/>
            </a:fillRef>
            <a:effectRef idx="0">
              <a:schemeClr val="accent1"/>
            </a:effectRef>
            <a:fontRef idx="minor">
              <a:schemeClr val="tx1"/>
            </a:fontRef>
          </p:style>
        </p:cxnSp>
      </p:grpSp>
      <p:grpSp>
        <p:nvGrpSpPr>
          <p:cNvPr id="54" name="组合 53">
            <a:extLst>
              <a:ext uri="{FF2B5EF4-FFF2-40B4-BE49-F238E27FC236}">
                <a16:creationId xmlns:a16="http://schemas.microsoft.com/office/drawing/2014/main" id="{427A3681-1389-4FDA-8916-BED4F1D2F6DA}"/>
              </a:ext>
            </a:extLst>
          </p:cNvPr>
          <p:cNvGrpSpPr/>
          <p:nvPr/>
        </p:nvGrpSpPr>
        <p:grpSpPr>
          <a:xfrm>
            <a:off x="8477189" y="3716806"/>
            <a:ext cx="3309436" cy="2661797"/>
            <a:chOff x="3207781" y="1105990"/>
            <a:chExt cx="5776438" cy="4646020"/>
          </a:xfrm>
        </p:grpSpPr>
        <p:sp>
          <p:nvSpPr>
            <p:cNvPr id="55" name="任意多边形 4">
              <a:extLst>
                <a:ext uri="{FF2B5EF4-FFF2-40B4-BE49-F238E27FC236}">
                  <a16:creationId xmlns:a16="http://schemas.microsoft.com/office/drawing/2014/main" id="{1131DCCB-A275-4473-AF1F-2C686546723D}"/>
                </a:ext>
              </a:extLst>
            </p:cNvPr>
            <p:cNvSpPr/>
            <p:nvPr/>
          </p:nvSpPr>
          <p:spPr>
            <a:xfrm>
              <a:off x="3598883" y="5220505"/>
              <a:ext cx="5385336" cy="531505"/>
            </a:xfrm>
            <a:custGeom>
              <a:avLst/>
              <a:gdLst>
                <a:gd name="connsiteX0" fmla="*/ -514 w 4756429"/>
                <a:gd name="connsiteY0" fmla="*/ 234476 h 469435"/>
                <a:gd name="connsiteX1" fmla="*/ 2377732 w 4756429"/>
                <a:gd name="connsiteY1" fmla="*/ -210 h 469435"/>
                <a:gd name="connsiteX2" fmla="*/ 4755915 w 4756429"/>
                <a:gd name="connsiteY2" fmla="*/ 234476 h 469435"/>
                <a:gd name="connsiteX3" fmla="*/ 2377732 w 4756429"/>
                <a:gd name="connsiteY3" fmla="*/ 469226 h 469435"/>
                <a:gd name="connsiteX4" fmla="*/ -514 w 4756429"/>
                <a:gd name="connsiteY4" fmla="*/ 234476 h 46943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756429" h="469435">
                  <a:moveTo>
                    <a:pt x="-514" y="234476"/>
                  </a:moveTo>
                  <a:cubicBezTo>
                    <a:pt x="-514" y="104871"/>
                    <a:pt x="1064277" y="-210"/>
                    <a:pt x="2377732" y="-210"/>
                  </a:cubicBezTo>
                  <a:cubicBezTo>
                    <a:pt x="3691187" y="-210"/>
                    <a:pt x="4755915" y="104871"/>
                    <a:pt x="4755915" y="234476"/>
                  </a:cubicBezTo>
                  <a:cubicBezTo>
                    <a:pt x="4755915" y="364081"/>
                    <a:pt x="3691187" y="469226"/>
                    <a:pt x="2377732" y="469226"/>
                  </a:cubicBezTo>
                  <a:cubicBezTo>
                    <a:pt x="1064277" y="469226"/>
                    <a:pt x="-514" y="364144"/>
                    <a:pt x="-514" y="234476"/>
                  </a:cubicBezTo>
                  <a:close/>
                </a:path>
              </a:pathLst>
            </a:custGeom>
            <a:solidFill>
              <a:srgbClr val="E8E8E8"/>
            </a:solidFill>
            <a:ln w="6346" cap="flat">
              <a:noFill/>
              <a:prstDash val="solid"/>
              <a:miter/>
            </a:ln>
          </p:spPr>
          <p:txBody>
            <a:bodyPr rtlCol="0" anchor="ctr"/>
            <a:lstStyle/>
            <a:p>
              <a:endParaRPr lang="zh-CN" altLang="en-US"/>
            </a:p>
          </p:txBody>
        </p:sp>
        <p:sp>
          <p:nvSpPr>
            <p:cNvPr id="56" name="任意多边形 5">
              <a:extLst>
                <a:ext uri="{FF2B5EF4-FFF2-40B4-BE49-F238E27FC236}">
                  <a16:creationId xmlns:a16="http://schemas.microsoft.com/office/drawing/2014/main" id="{F34F6EFC-014D-449C-8D06-F083446779E7}"/>
                </a:ext>
              </a:extLst>
            </p:cNvPr>
            <p:cNvSpPr/>
            <p:nvPr/>
          </p:nvSpPr>
          <p:spPr>
            <a:xfrm>
              <a:off x="4313321" y="3382454"/>
              <a:ext cx="883608" cy="1118025"/>
            </a:xfrm>
            <a:custGeom>
              <a:avLst/>
              <a:gdLst>
                <a:gd name="connsiteX0" fmla="*/ 304303 w 780419"/>
                <a:gd name="connsiteY0" fmla="*/ 118570 h 987461"/>
                <a:gd name="connsiteX1" fmla="*/ 254240 w 780419"/>
                <a:gd name="connsiteY1" fmla="*/ 127782 h 987461"/>
                <a:gd name="connsiteX2" fmla="*/ 200428 w 780419"/>
                <a:gd name="connsiteY2" fmla="*/ 182038 h 987461"/>
                <a:gd name="connsiteX3" fmla="*/ 189374 w 780419"/>
                <a:gd name="connsiteY3" fmla="*/ 260437 h 987461"/>
                <a:gd name="connsiteX4" fmla="*/ 195727 w 780419"/>
                <a:gd name="connsiteY4" fmla="*/ 517740 h 987461"/>
                <a:gd name="connsiteX5" fmla="*/ 71395 w 780419"/>
                <a:gd name="connsiteY5" fmla="*/ 592835 h 987461"/>
                <a:gd name="connsiteX6" fmla="*/ 24001 w 780419"/>
                <a:gd name="connsiteY6" fmla="*/ 840164 h 987461"/>
                <a:gd name="connsiteX7" fmla="*/ 249411 w 780419"/>
                <a:gd name="connsiteY7" fmla="*/ 982284 h 987461"/>
                <a:gd name="connsiteX8" fmla="*/ 522597 w 780419"/>
                <a:gd name="connsiteY8" fmla="*/ 959286 h 987461"/>
                <a:gd name="connsiteX9" fmla="*/ 699597 w 780419"/>
                <a:gd name="connsiteY9" fmla="*/ 889401 h 987461"/>
                <a:gd name="connsiteX10" fmla="*/ 708555 w 780419"/>
                <a:gd name="connsiteY10" fmla="*/ 575617 h 987461"/>
                <a:gd name="connsiteX11" fmla="*/ 764082 w 780419"/>
                <a:gd name="connsiteY11" fmla="*/ 389088 h 987461"/>
                <a:gd name="connsiteX12" fmla="*/ 606968 w 780419"/>
                <a:gd name="connsiteY12" fmla="*/ 27466 h 987461"/>
                <a:gd name="connsiteX13" fmla="*/ 304303 w 780419"/>
                <a:gd name="connsiteY13" fmla="*/ 118761 h 98746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780419" h="987461">
                  <a:moveTo>
                    <a:pt x="304303" y="118570"/>
                  </a:moveTo>
                  <a:cubicBezTo>
                    <a:pt x="307860" y="110184"/>
                    <a:pt x="258432" y="125940"/>
                    <a:pt x="254240" y="127782"/>
                  </a:cubicBezTo>
                  <a:cubicBezTo>
                    <a:pt x="230002" y="138284"/>
                    <a:pt x="210733" y="157712"/>
                    <a:pt x="200428" y="182038"/>
                  </a:cubicBezTo>
                  <a:cubicBezTo>
                    <a:pt x="191299" y="207108"/>
                    <a:pt x="187531" y="233817"/>
                    <a:pt x="189374" y="260437"/>
                  </a:cubicBezTo>
                  <a:cubicBezTo>
                    <a:pt x="191216" y="342393"/>
                    <a:pt x="253985" y="444679"/>
                    <a:pt x="195727" y="517740"/>
                  </a:cubicBezTo>
                  <a:cubicBezTo>
                    <a:pt x="165486" y="555478"/>
                    <a:pt x="111484" y="565706"/>
                    <a:pt x="71395" y="592835"/>
                  </a:cubicBezTo>
                  <a:cubicBezTo>
                    <a:pt x="-4843" y="644295"/>
                    <a:pt x="-20154" y="759351"/>
                    <a:pt x="24001" y="840164"/>
                  </a:cubicBezTo>
                  <a:cubicBezTo>
                    <a:pt x="68155" y="920976"/>
                    <a:pt x="158306" y="968752"/>
                    <a:pt x="249411" y="982284"/>
                  </a:cubicBezTo>
                  <a:cubicBezTo>
                    <a:pt x="340516" y="995816"/>
                    <a:pt x="433081" y="979552"/>
                    <a:pt x="522597" y="959286"/>
                  </a:cubicBezTo>
                  <a:cubicBezTo>
                    <a:pt x="584986" y="945182"/>
                    <a:pt x="648835" y="928092"/>
                    <a:pt x="699597" y="889401"/>
                  </a:cubicBezTo>
                  <a:cubicBezTo>
                    <a:pt x="819354" y="797724"/>
                    <a:pt x="763510" y="682986"/>
                    <a:pt x="708555" y="575617"/>
                  </a:cubicBezTo>
                  <a:cubicBezTo>
                    <a:pt x="673358" y="506876"/>
                    <a:pt x="736509" y="474475"/>
                    <a:pt x="764082" y="389088"/>
                  </a:cubicBezTo>
                  <a:cubicBezTo>
                    <a:pt x="813700" y="235469"/>
                    <a:pt x="742608" y="86360"/>
                    <a:pt x="606968" y="27466"/>
                  </a:cubicBezTo>
                  <a:cubicBezTo>
                    <a:pt x="384225" y="-69039"/>
                    <a:pt x="304747" y="117744"/>
                    <a:pt x="304303" y="118761"/>
                  </a:cubicBezTo>
                  <a:close/>
                </a:path>
              </a:pathLst>
            </a:custGeom>
            <a:solidFill>
              <a:srgbClr val="971D05"/>
            </a:solidFill>
            <a:ln w="6346" cap="flat">
              <a:noFill/>
              <a:prstDash val="solid"/>
              <a:miter/>
            </a:ln>
          </p:spPr>
          <p:txBody>
            <a:bodyPr rtlCol="0" anchor="ctr"/>
            <a:lstStyle/>
            <a:p>
              <a:endParaRPr lang="zh-CN" altLang="en-US"/>
            </a:p>
          </p:txBody>
        </p:sp>
        <p:sp>
          <p:nvSpPr>
            <p:cNvPr id="57" name="任意多边形 6">
              <a:extLst>
                <a:ext uri="{FF2B5EF4-FFF2-40B4-BE49-F238E27FC236}">
                  <a16:creationId xmlns:a16="http://schemas.microsoft.com/office/drawing/2014/main" id="{DA2BBDEA-50E8-4715-A236-8B7280B76664}"/>
                </a:ext>
              </a:extLst>
            </p:cNvPr>
            <p:cNvSpPr/>
            <p:nvPr/>
          </p:nvSpPr>
          <p:spPr>
            <a:xfrm>
              <a:off x="4743753" y="3967018"/>
              <a:ext cx="251762" cy="311178"/>
            </a:xfrm>
            <a:custGeom>
              <a:avLst/>
              <a:gdLst>
                <a:gd name="connsiteX0" fmla="*/ 110730 w 222361"/>
                <a:gd name="connsiteY0" fmla="*/ 274628 h 274838"/>
                <a:gd name="connsiteX1" fmla="*/ 110730 w 222361"/>
                <a:gd name="connsiteY1" fmla="*/ 274628 h 274838"/>
                <a:gd name="connsiteX2" fmla="*/ -514 w 222361"/>
                <a:gd name="connsiteY2" fmla="*/ 126853 h 274838"/>
                <a:gd name="connsiteX3" fmla="*/ -514 w 222361"/>
                <a:gd name="connsiteY3" fmla="*/ -210 h 274838"/>
                <a:gd name="connsiteX4" fmla="*/ 221847 w 222361"/>
                <a:gd name="connsiteY4" fmla="*/ -210 h 274838"/>
                <a:gd name="connsiteX5" fmla="*/ 221847 w 222361"/>
                <a:gd name="connsiteY5" fmla="*/ 126853 h 274838"/>
                <a:gd name="connsiteX6" fmla="*/ 111937 w 222361"/>
                <a:gd name="connsiteY6" fmla="*/ 274628 h 27483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22361" h="274838">
                  <a:moveTo>
                    <a:pt x="110730" y="274628"/>
                  </a:moveTo>
                  <a:lnTo>
                    <a:pt x="110730" y="274628"/>
                  </a:lnTo>
                  <a:cubicBezTo>
                    <a:pt x="49358" y="274628"/>
                    <a:pt x="-451" y="163639"/>
                    <a:pt x="-514" y="126853"/>
                  </a:cubicBezTo>
                  <a:lnTo>
                    <a:pt x="-514" y="-210"/>
                  </a:lnTo>
                  <a:lnTo>
                    <a:pt x="221847" y="-210"/>
                  </a:lnTo>
                  <a:lnTo>
                    <a:pt x="221847" y="126853"/>
                  </a:lnTo>
                  <a:cubicBezTo>
                    <a:pt x="221847" y="163448"/>
                    <a:pt x="172991" y="274438"/>
                    <a:pt x="111937" y="274628"/>
                  </a:cubicBezTo>
                  <a:close/>
                </a:path>
              </a:pathLst>
            </a:custGeom>
            <a:solidFill>
              <a:srgbClr val="FF93B1"/>
            </a:solidFill>
            <a:ln w="6346" cap="flat">
              <a:noFill/>
              <a:prstDash val="solid"/>
              <a:miter/>
            </a:ln>
          </p:spPr>
          <p:txBody>
            <a:bodyPr rtlCol="0" anchor="ctr"/>
            <a:lstStyle/>
            <a:p>
              <a:endParaRPr lang="zh-CN" altLang="en-US"/>
            </a:p>
          </p:txBody>
        </p:sp>
        <p:sp>
          <p:nvSpPr>
            <p:cNvPr id="58" name="任意多边形 7">
              <a:extLst>
                <a:ext uri="{FF2B5EF4-FFF2-40B4-BE49-F238E27FC236}">
                  <a16:creationId xmlns:a16="http://schemas.microsoft.com/office/drawing/2014/main" id="{505FB993-B651-4F1F-867B-4CC7CCAEF0E7}"/>
                </a:ext>
              </a:extLst>
            </p:cNvPr>
            <p:cNvSpPr/>
            <p:nvPr/>
          </p:nvSpPr>
          <p:spPr>
            <a:xfrm>
              <a:off x="4572555" y="3764605"/>
              <a:ext cx="121406" cy="141542"/>
            </a:xfrm>
            <a:custGeom>
              <a:avLst/>
              <a:gdLst>
                <a:gd name="connsiteX0" fmla="*/ 77312 w 107228"/>
                <a:gd name="connsiteY0" fmla="*/ 27741 h 125013"/>
                <a:gd name="connsiteX1" fmla="*/ -514 w 107228"/>
                <a:gd name="connsiteY1" fmla="*/ 46801 h 125013"/>
                <a:gd name="connsiteX2" fmla="*/ 94783 w 107228"/>
                <a:gd name="connsiteY2" fmla="*/ 110332 h 125013"/>
                <a:gd name="connsiteX3" fmla="*/ 77312 w 107228"/>
                <a:gd name="connsiteY3" fmla="*/ 27741 h 125013"/>
              </a:gdLst>
              <a:ahLst/>
              <a:cxnLst>
                <a:cxn ang="0">
                  <a:pos x="connsiteX0" y="connsiteY0"/>
                </a:cxn>
                <a:cxn ang="0">
                  <a:pos x="connsiteX1" y="connsiteY1"/>
                </a:cxn>
                <a:cxn ang="0">
                  <a:pos x="connsiteX2" y="connsiteY2"/>
                </a:cxn>
                <a:cxn ang="0">
                  <a:pos x="connsiteX3" y="connsiteY3"/>
                </a:cxn>
              </a:cxnLst>
              <a:rect l="l" t="t" r="r" b="b"/>
              <a:pathLst>
                <a:path w="107228" h="125013">
                  <a:moveTo>
                    <a:pt x="77312" y="27741"/>
                  </a:moveTo>
                  <a:cubicBezTo>
                    <a:pt x="41226" y="-26515"/>
                    <a:pt x="-514" y="8364"/>
                    <a:pt x="-514" y="46801"/>
                  </a:cubicBezTo>
                  <a:cubicBezTo>
                    <a:pt x="-514" y="102073"/>
                    <a:pt x="60031" y="149722"/>
                    <a:pt x="94783" y="110332"/>
                  </a:cubicBezTo>
                  <a:cubicBezTo>
                    <a:pt x="129535" y="70943"/>
                    <a:pt x="77312" y="27741"/>
                    <a:pt x="77312" y="27741"/>
                  </a:cubicBezTo>
                  <a:close/>
                </a:path>
              </a:pathLst>
            </a:custGeom>
            <a:solidFill>
              <a:srgbClr val="FED0D6"/>
            </a:solidFill>
            <a:ln w="6346" cap="flat">
              <a:noFill/>
              <a:prstDash val="solid"/>
              <a:miter/>
            </a:ln>
          </p:spPr>
          <p:txBody>
            <a:bodyPr rtlCol="0" anchor="ctr"/>
            <a:lstStyle/>
            <a:p>
              <a:endParaRPr lang="zh-CN" altLang="en-US"/>
            </a:p>
          </p:txBody>
        </p:sp>
        <p:sp>
          <p:nvSpPr>
            <p:cNvPr id="59" name="任意多边形 8">
              <a:extLst>
                <a:ext uri="{FF2B5EF4-FFF2-40B4-BE49-F238E27FC236}">
                  <a16:creationId xmlns:a16="http://schemas.microsoft.com/office/drawing/2014/main" id="{22E57580-BA13-4F22-8ED9-8D4DD2275BCB}"/>
                </a:ext>
              </a:extLst>
            </p:cNvPr>
            <p:cNvSpPr/>
            <p:nvPr/>
          </p:nvSpPr>
          <p:spPr>
            <a:xfrm>
              <a:off x="5034066" y="3764605"/>
              <a:ext cx="121425" cy="141542"/>
            </a:xfrm>
            <a:custGeom>
              <a:avLst/>
              <a:gdLst>
                <a:gd name="connsiteX0" fmla="*/ 28968 w 107245"/>
                <a:gd name="connsiteY0" fmla="*/ 27741 h 125013"/>
                <a:gd name="connsiteX1" fmla="*/ 106731 w 107245"/>
                <a:gd name="connsiteY1" fmla="*/ 46801 h 125013"/>
                <a:gd name="connsiteX2" fmla="*/ 11433 w 107245"/>
                <a:gd name="connsiteY2" fmla="*/ 110332 h 125013"/>
                <a:gd name="connsiteX3" fmla="*/ 28968 w 107245"/>
                <a:gd name="connsiteY3" fmla="*/ 27741 h 125013"/>
              </a:gdLst>
              <a:ahLst/>
              <a:cxnLst>
                <a:cxn ang="0">
                  <a:pos x="connsiteX0" y="connsiteY0"/>
                </a:cxn>
                <a:cxn ang="0">
                  <a:pos x="connsiteX1" y="connsiteY1"/>
                </a:cxn>
                <a:cxn ang="0">
                  <a:pos x="connsiteX2" y="connsiteY2"/>
                </a:cxn>
                <a:cxn ang="0">
                  <a:pos x="connsiteX3" y="connsiteY3"/>
                </a:cxn>
              </a:cxnLst>
              <a:rect l="l" t="t" r="r" b="b"/>
              <a:pathLst>
                <a:path w="107245" h="125013">
                  <a:moveTo>
                    <a:pt x="28968" y="27741"/>
                  </a:moveTo>
                  <a:cubicBezTo>
                    <a:pt x="64927" y="-26515"/>
                    <a:pt x="106731" y="8364"/>
                    <a:pt x="106731" y="46801"/>
                  </a:cubicBezTo>
                  <a:cubicBezTo>
                    <a:pt x="106731" y="102073"/>
                    <a:pt x="46249" y="149722"/>
                    <a:pt x="11433" y="110332"/>
                  </a:cubicBezTo>
                  <a:cubicBezTo>
                    <a:pt x="-23382" y="70943"/>
                    <a:pt x="28968" y="27741"/>
                    <a:pt x="28968" y="27741"/>
                  </a:cubicBezTo>
                  <a:close/>
                </a:path>
              </a:pathLst>
            </a:custGeom>
            <a:solidFill>
              <a:srgbClr val="FED0D6"/>
            </a:solidFill>
            <a:ln w="6346" cap="flat">
              <a:noFill/>
              <a:prstDash val="solid"/>
              <a:miter/>
            </a:ln>
          </p:spPr>
          <p:txBody>
            <a:bodyPr rtlCol="0" anchor="ctr"/>
            <a:lstStyle/>
            <a:p>
              <a:endParaRPr lang="zh-CN" altLang="en-US"/>
            </a:p>
          </p:txBody>
        </p:sp>
        <p:sp>
          <p:nvSpPr>
            <p:cNvPr id="60" name="任意多边形 9">
              <a:extLst>
                <a:ext uri="{FF2B5EF4-FFF2-40B4-BE49-F238E27FC236}">
                  <a16:creationId xmlns:a16="http://schemas.microsoft.com/office/drawing/2014/main" id="{787C09D0-F6DA-49F1-A439-9C2FB7BEC682}"/>
                </a:ext>
              </a:extLst>
            </p:cNvPr>
            <p:cNvSpPr/>
            <p:nvPr/>
          </p:nvSpPr>
          <p:spPr>
            <a:xfrm>
              <a:off x="4636485" y="3571274"/>
              <a:ext cx="453974" cy="467243"/>
            </a:xfrm>
            <a:custGeom>
              <a:avLst/>
              <a:gdLst>
                <a:gd name="connsiteX0" fmla="*/ 199817 w 400958"/>
                <a:gd name="connsiteY0" fmla="*/ 412468 h 412678"/>
                <a:gd name="connsiteX1" fmla="*/ 6744 w 400958"/>
                <a:gd name="connsiteY1" fmla="*/ 98113 h 412678"/>
                <a:gd name="connsiteX2" fmla="*/ 393207 w 400958"/>
                <a:gd name="connsiteY2" fmla="*/ 98113 h 412678"/>
                <a:gd name="connsiteX3" fmla="*/ 199817 w 400958"/>
                <a:gd name="connsiteY3" fmla="*/ 412468 h 412678"/>
              </a:gdLst>
              <a:ahLst/>
              <a:cxnLst>
                <a:cxn ang="0">
                  <a:pos x="connsiteX0" y="connsiteY0"/>
                </a:cxn>
                <a:cxn ang="0">
                  <a:pos x="connsiteX1" y="connsiteY1"/>
                </a:cxn>
                <a:cxn ang="0">
                  <a:pos x="connsiteX2" y="connsiteY2"/>
                </a:cxn>
                <a:cxn ang="0">
                  <a:pos x="connsiteX3" y="connsiteY3"/>
                </a:cxn>
              </a:cxnLst>
              <a:rect l="l" t="t" r="r" b="b"/>
              <a:pathLst>
                <a:path w="400958" h="412678">
                  <a:moveTo>
                    <a:pt x="199817" y="412468"/>
                  </a:moveTo>
                  <a:cubicBezTo>
                    <a:pt x="57569" y="412468"/>
                    <a:pt x="-26547" y="257387"/>
                    <a:pt x="6744" y="98113"/>
                  </a:cubicBezTo>
                  <a:cubicBezTo>
                    <a:pt x="34063" y="-33016"/>
                    <a:pt x="365762" y="-32953"/>
                    <a:pt x="393207" y="98113"/>
                  </a:cubicBezTo>
                  <a:cubicBezTo>
                    <a:pt x="426434" y="257387"/>
                    <a:pt x="342382" y="412595"/>
                    <a:pt x="199817" y="412468"/>
                  </a:cubicBezTo>
                  <a:close/>
                </a:path>
              </a:pathLst>
            </a:custGeom>
            <a:solidFill>
              <a:srgbClr val="FED0D6"/>
            </a:solidFill>
            <a:ln w="6346" cap="flat">
              <a:noFill/>
              <a:prstDash val="solid"/>
              <a:miter/>
            </a:ln>
          </p:spPr>
          <p:txBody>
            <a:bodyPr rtlCol="0" anchor="ctr"/>
            <a:lstStyle/>
            <a:p>
              <a:endParaRPr lang="zh-CN" altLang="en-US"/>
            </a:p>
          </p:txBody>
        </p:sp>
        <p:sp>
          <p:nvSpPr>
            <p:cNvPr id="61" name="任意多边形 10">
              <a:extLst>
                <a:ext uri="{FF2B5EF4-FFF2-40B4-BE49-F238E27FC236}">
                  <a16:creationId xmlns:a16="http://schemas.microsoft.com/office/drawing/2014/main" id="{49C6AC3C-7CA4-4F7B-A71F-E80D249F2A14}"/>
                </a:ext>
              </a:extLst>
            </p:cNvPr>
            <p:cNvSpPr/>
            <p:nvPr/>
          </p:nvSpPr>
          <p:spPr>
            <a:xfrm>
              <a:off x="4757636" y="3487392"/>
              <a:ext cx="367502" cy="234313"/>
            </a:xfrm>
            <a:custGeom>
              <a:avLst/>
              <a:gdLst>
                <a:gd name="connsiteX0" fmla="*/ -514 w 324585"/>
                <a:gd name="connsiteY0" fmla="*/ 31541 h 206950"/>
                <a:gd name="connsiteX1" fmla="*/ 303231 w 324585"/>
                <a:gd name="connsiteY1" fmla="*/ 198693 h 206950"/>
                <a:gd name="connsiteX2" fmla="*/ 184045 w 324585"/>
                <a:gd name="connsiteY2" fmla="*/ 21757 h 206950"/>
                <a:gd name="connsiteX3" fmla="*/ -514 w 324585"/>
                <a:gd name="connsiteY3" fmla="*/ 31541 h 206950"/>
              </a:gdLst>
              <a:ahLst/>
              <a:cxnLst>
                <a:cxn ang="0">
                  <a:pos x="connsiteX0" y="connsiteY0"/>
                </a:cxn>
                <a:cxn ang="0">
                  <a:pos x="connsiteX1" y="connsiteY1"/>
                </a:cxn>
                <a:cxn ang="0">
                  <a:pos x="connsiteX2" y="connsiteY2"/>
                </a:cxn>
                <a:cxn ang="0">
                  <a:pos x="connsiteX3" y="connsiteY3"/>
                </a:cxn>
              </a:cxnLst>
              <a:rect l="l" t="t" r="r" b="b"/>
              <a:pathLst>
                <a:path w="324585" h="206950">
                  <a:moveTo>
                    <a:pt x="-514" y="31541"/>
                  </a:moveTo>
                  <a:cubicBezTo>
                    <a:pt x="-514" y="165911"/>
                    <a:pt x="253612" y="230650"/>
                    <a:pt x="303231" y="198693"/>
                  </a:cubicBezTo>
                  <a:cubicBezTo>
                    <a:pt x="352849" y="166737"/>
                    <a:pt x="314158" y="52951"/>
                    <a:pt x="184045" y="21757"/>
                  </a:cubicBezTo>
                  <a:cubicBezTo>
                    <a:pt x="53932" y="-9437"/>
                    <a:pt x="-197" y="-8484"/>
                    <a:pt x="-514" y="31541"/>
                  </a:cubicBezTo>
                  <a:close/>
                </a:path>
              </a:pathLst>
            </a:custGeom>
            <a:solidFill>
              <a:srgbClr val="971D05"/>
            </a:solidFill>
            <a:ln w="6346" cap="flat">
              <a:noFill/>
              <a:prstDash val="solid"/>
              <a:miter/>
            </a:ln>
          </p:spPr>
          <p:txBody>
            <a:bodyPr rtlCol="0" anchor="ctr"/>
            <a:lstStyle/>
            <a:p>
              <a:endParaRPr lang="zh-CN" altLang="en-US"/>
            </a:p>
          </p:txBody>
        </p:sp>
        <p:sp>
          <p:nvSpPr>
            <p:cNvPr id="62" name="任意多边形 11">
              <a:extLst>
                <a:ext uri="{FF2B5EF4-FFF2-40B4-BE49-F238E27FC236}">
                  <a16:creationId xmlns:a16="http://schemas.microsoft.com/office/drawing/2014/main" id="{B823105F-5DB6-473F-8A8C-4353DFA7D270}"/>
                </a:ext>
              </a:extLst>
            </p:cNvPr>
            <p:cNvSpPr/>
            <p:nvPr/>
          </p:nvSpPr>
          <p:spPr>
            <a:xfrm>
              <a:off x="4592900" y="3508707"/>
              <a:ext cx="173053" cy="238281"/>
            </a:xfrm>
            <a:custGeom>
              <a:avLst/>
              <a:gdLst>
                <a:gd name="connsiteX0" fmla="*/ 145428 w 152844"/>
                <a:gd name="connsiteY0" fmla="*/ 11762 h 210454"/>
                <a:gd name="connsiteX1" fmla="*/ 38759 w 152844"/>
                <a:gd name="connsiteY1" fmla="*/ 209790 h 210454"/>
                <a:gd name="connsiteX2" fmla="*/ 27704 w 152844"/>
                <a:gd name="connsiteY2" fmla="*/ 78089 h 210454"/>
                <a:gd name="connsiteX3" fmla="*/ 145428 w 152844"/>
                <a:gd name="connsiteY3" fmla="*/ 11762 h 210454"/>
              </a:gdLst>
              <a:ahLst/>
              <a:cxnLst>
                <a:cxn ang="0">
                  <a:pos x="connsiteX0" y="connsiteY0"/>
                </a:cxn>
                <a:cxn ang="0">
                  <a:pos x="connsiteX1" y="connsiteY1"/>
                </a:cxn>
                <a:cxn ang="0">
                  <a:pos x="connsiteX2" y="connsiteY2"/>
                </a:cxn>
                <a:cxn ang="0">
                  <a:pos x="connsiteX3" y="connsiteY3"/>
                </a:cxn>
              </a:cxnLst>
              <a:rect l="l" t="t" r="r" b="b"/>
              <a:pathLst>
                <a:path w="152844" h="210454">
                  <a:moveTo>
                    <a:pt x="145428" y="11762"/>
                  </a:moveTo>
                  <a:cubicBezTo>
                    <a:pt x="177703" y="76501"/>
                    <a:pt x="89076" y="219320"/>
                    <a:pt x="38759" y="209790"/>
                  </a:cubicBezTo>
                  <a:cubicBezTo>
                    <a:pt x="-11559" y="200261"/>
                    <a:pt x="-11622" y="144416"/>
                    <a:pt x="27704" y="78089"/>
                  </a:cubicBezTo>
                  <a:cubicBezTo>
                    <a:pt x="67030" y="11762"/>
                    <a:pt x="130117" y="-18987"/>
                    <a:pt x="145428" y="11762"/>
                  </a:cubicBezTo>
                  <a:close/>
                </a:path>
              </a:pathLst>
            </a:custGeom>
            <a:solidFill>
              <a:srgbClr val="971D05"/>
            </a:solidFill>
            <a:ln w="6346" cap="flat">
              <a:noFill/>
              <a:prstDash val="solid"/>
              <a:miter/>
            </a:ln>
          </p:spPr>
          <p:txBody>
            <a:bodyPr rtlCol="0" anchor="ctr"/>
            <a:lstStyle/>
            <a:p>
              <a:endParaRPr lang="zh-CN" altLang="en-US"/>
            </a:p>
          </p:txBody>
        </p:sp>
        <p:sp>
          <p:nvSpPr>
            <p:cNvPr id="63" name="任意多边形 12">
              <a:extLst>
                <a:ext uri="{FF2B5EF4-FFF2-40B4-BE49-F238E27FC236}">
                  <a16:creationId xmlns:a16="http://schemas.microsoft.com/office/drawing/2014/main" id="{5F77973C-4972-43B7-892C-703EE1175A54}"/>
                </a:ext>
              </a:extLst>
            </p:cNvPr>
            <p:cNvSpPr/>
            <p:nvPr/>
          </p:nvSpPr>
          <p:spPr>
            <a:xfrm>
              <a:off x="3612370" y="4281731"/>
              <a:ext cx="915035" cy="627652"/>
            </a:xfrm>
            <a:custGeom>
              <a:avLst/>
              <a:gdLst>
                <a:gd name="connsiteX0" fmla="*/ 797158 w 808176"/>
                <a:gd name="connsiteY0" fmla="*/ 72207 h 554354"/>
                <a:gd name="connsiteX1" fmla="*/ 561011 w 808176"/>
                <a:gd name="connsiteY1" fmla="*/ 325698 h 554354"/>
                <a:gd name="connsiteX2" fmla="*/ 47611 w 808176"/>
                <a:gd name="connsiteY2" fmla="*/ 553523 h 554354"/>
                <a:gd name="connsiteX3" fmla="*/ 47611 w 808176"/>
                <a:gd name="connsiteY3" fmla="*/ 451110 h 554354"/>
                <a:gd name="connsiteX4" fmla="*/ 496844 w 808176"/>
                <a:gd name="connsiteY4" fmla="*/ 243743 h 554354"/>
                <a:gd name="connsiteX5" fmla="*/ 650844 w 808176"/>
                <a:gd name="connsiteY5" fmla="*/ 90123 h 554354"/>
                <a:gd name="connsiteX6" fmla="*/ 699637 w 808176"/>
                <a:gd name="connsiteY6" fmla="*/ 36375 h 554354"/>
                <a:gd name="connsiteX7" fmla="*/ 709866 w 808176"/>
                <a:gd name="connsiteY7" fmla="*/ 18459 h 554354"/>
                <a:gd name="connsiteX8" fmla="*/ 709866 w 808176"/>
                <a:gd name="connsiteY8" fmla="*/ 21000 h 554354"/>
                <a:gd name="connsiteX9" fmla="*/ 797158 w 808176"/>
                <a:gd name="connsiteY9" fmla="*/ 72207 h 55435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808176" h="554354">
                  <a:moveTo>
                    <a:pt x="797158" y="72207"/>
                  </a:moveTo>
                  <a:cubicBezTo>
                    <a:pt x="727280" y="164525"/>
                    <a:pt x="648151" y="249460"/>
                    <a:pt x="561011" y="325698"/>
                  </a:cubicBezTo>
                  <a:cubicBezTo>
                    <a:pt x="422385" y="446027"/>
                    <a:pt x="242717" y="563752"/>
                    <a:pt x="47611" y="553523"/>
                  </a:cubicBezTo>
                  <a:cubicBezTo>
                    <a:pt x="-16556" y="548377"/>
                    <a:pt x="-16556" y="446027"/>
                    <a:pt x="47611" y="451110"/>
                  </a:cubicBezTo>
                  <a:cubicBezTo>
                    <a:pt x="219591" y="461339"/>
                    <a:pt x="376197" y="351302"/>
                    <a:pt x="496844" y="243743"/>
                  </a:cubicBezTo>
                  <a:cubicBezTo>
                    <a:pt x="553323" y="197682"/>
                    <a:pt x="602052" y="143871"/>
                    <a:pt x="650844" y="90123"/>
                  </a:cubicBezTo>
                  <a:cubicBezTo>
                    <a:pt x="668824" y="72207"/>
                    <a:pt x="684199" y="54291"/>
                    <a:pt x="699637" y="36375"/>
                  </a:cubicBezTo>
                  <a:cubicBezTo>
                    <a:pt x="703589" y="30727"/>
                    <a:pt x="707013" y="24730"/>
                    <a:pt x="709866" y="18459"/>
                  </a:cubicBezTo>
                  <a:cubicBezTo>
                    <a:pt x="717553" y="10772"/>
                    <a:pt x="702178" y="31165"/>
                    <a:pt x="709866" y="21000"/>
                  </a:cubicBezTo>
                  <a:cubicBezTo>
                    <a:pt x="748366" y="-30206"/>
                    <a:pt x="838199" y="21000"/>
                    <a:pt x="797158" y="72207"/>
                  </a:cubicBezTo>
                  <a:close/>
                </a:path>
              </a:pathLst>
            </a:custGeom>
            <a:solidFill>
              <a:srgbClr val="FED0D6"/>
            </a:solidFill>
            <a:ln w="6346" cap="flat">
              <a:noFill/>
              <a:prstDash val="solid"/>
              <a:miter/>
            </a:ln>
          </p:spPr>
          <p:txBody>
            <a:bodyPr rtlCol="0" anchor="ctr"/>
            <a:lstStyle/>
            <a:p>
              <a:endParaRPr lang="zh-CN" altLang="en-US"/>
            </a:p>
          </p:txBody>
        </p:sp>
        <p:sp>
          <p:nvSpPr>
            <p:cNvPr id="64" name="任意多边形 13">
              <a:extLst>
                <a:ext uri="{FF2B5EF4-FFF2-40B4-BE49-F238E27FC236}">
                  <a16:creationId xmlns:a16="http://schemas.microsoft.com/office/drawing/2014/main" id="{5F97ED1C-B9A5-4670-A46B-0282E3B8A51E}"/>
                </a:ext>
              </a:extLst>
            </p:cNvPr>
            <p:cNvSpPr/>
            <p:nvPr/>
          </p:nvSpPr>
          <p:spPr>
            <a:xfrm>
              <a:off x="5248839" y="3957542"/>
              <a:ext cx="415701" cy="712692"/>
            </a:xfrm>
            <a:custGeom>
              <a:avLst/>
              <a:gdLst>
                <a:gd name="connsiteX0" fmla="*/ 90290 w 367155"/>
                <a:gd name="connsiteY0" fmla="*/ 275691 h 629463"/>
                <a:gd name="connsiteX1" fmla="*/ 229361 w 367155"/>
                <a:gd name="connsiteY1" fmla="*/ 451738 h 629463"/>
                <a:gd name="connsiteX2" fmla="*/ 246959 w 367155"/>
                <a:gd name="connsiteY2" fmla="*/ 471877 h 629463"/>
                <a:gd name="connsiteX3" fmla="*/ 201979 w 367155"/>
                <a:gd name="connsiteY3" fmla="*/ 211016 h 629463"/>
                <a:gd name="connsiteX4" fmla="*/ 194292 w 367155"/>
                <a:gd name="connsiteY4" fmla="*/ 113241 h 629463"/>
                <a:gd name="connsiteX5" fmla="*/ 298420 w 367155"/>
                <a:gd name="connsiteY5" fmla="*/ 6952 h 629463"/>
                <a:gd name="connsiteX6" fmla="*/ 340732 w 367155"/>
                <a:gd name="connsiteY6" fmla="*/ 100280 h 629463"/>
                <a:gd name="connsiteX7" fmla="*/ 314748 w 367155"/>
                <a:gd name="connsiteY7" fmla="*/ 117624 h 629463"/>
                <a:gd name="connsiteX8" fmla="*/ 294544 w 367155"/>
                <a:gd name="connsiteY8" fmla="*/ 135286 h 629463"/>
                <a:gd name="connsiteX9" fmla="*/ 296006 w 367155"/>
                <a:gd name="connsiteY9" fmla="*/ 157077 h 629463"/>
                <a:gd name="connsiteX10" fmla="*/ 320402 w 367155"/>
                <a:gd name="connsiteY10" fmla="*/ 297927 h 629463"/>
                <a:gd name="connsiteX11" fmla="*/ 354518 w 367155"/>
                <a:gd name="connsiteY11" fmla="*/ 572194 h 629463"/>
                <a:gd name="connsiteX12" fmla="*/ 268560 w 367155"/>
                <a:gd name="connsiteY12" fmla="*/ 625243 h 629463"/>
                <a:gd name="connsiteX13" fmla="*/ 170785 w 367155"/>
                <a:gd name="connsiteY13" fmla="*/ 540237 h 629463"/>
                <a:gd name="connsiteX14" fmla="*/ 9668 w 367155"/>
                <a:gd name="connsiteY14" fmla="*/ 340176 h 629463"/>
                <a:gd name="connsiteX15" fmla="*/ 90290 w 367155"/>
                <a:gd name="connsiteY15" fmla="*/ 275437 h 62946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67155" h="629463">
                  <a:moveTo>
                    <a:pt x="90290" y="275691"/>
                  </a:moveTo>
                  <a:cubicBezTo>
                    <a:pt x="134762" y="336999"/>
                    <a:pt x="181013" y="394877"/>
                    <a:pt x="229361" y="451738"/>
                  </a:cubicBezTo>
                  <a:cubicBezTo>
                    <a:pt x="235714" y="459997"/>
                    <a:pt x="241432" y="465969"/>
                    <a:pt x="246959" y="471877"/>
                  </a:cubicBezTo>
                  <a:cubicBezTo>
                    <a:pt x="235460" y="384267"/>
                    <a:pt x="213478" y="298626"/>
                    <a:pt x="201979" y="211016"/>
                  </a:cubicBezTo>
                  <a:cubicBezTo>
                    <a:pt x="196325" y="179822"/>
                    <a:pt x="189273" y="146277"/>
                    <a:pt x="194292" y="113241"/>
                  </a:cubicBezTo>
                  <a:cubicBezTo>
                    <a:pt x="199692" y="62923"/>
                    <a:pt x="258395" y="30649"/>
                    <a:pt x="298420" y="6952"/>
                  </a:cubicBezTo>
                  <a:cubicBezTo>
                    <a:pt x="353692" y="-26593"/>
                    <a:pt x="396068" y="66735"/>
                    <a:pt x="340732" y="100280"/>
                  </a:cubicBezTo>
                  <a:cubicBezTo>
                    <a:pt x="351342" y="92593"/>
                    <a:pt x="319449" y="115528"/>
                    <a:pt x="314748" y="117624"/>
                  </a:cubicBezTo>
                  <a:cubicBezTo>
                    <a:pt x="304138" y="125311"/>
                    <a:pt x="296705" y="139924"/>
                    <a:pt x="294544" y="135286"/>
                  </a:cubicBezTo>
                  <a:cubicBezTo>
                    <a:pt x="294544" y="141004"/>
                    <a:pt x="296451" y="145642"/>
                    <a:pt x="296006" y="157077"/>
                  </a:cubicBezTo>
                  <a:cubicBezTo>
                    <a:pt x="303375" y="204409"/>
                    <a:pt x="310682" y="251740"/>
                    <a:pt x="320402" y="297927"/>
                  </a:cubicBezTo>
                  <a:cubicBezTo>
                    <a:pt x="335523" y="381090"/>
                    <a:pt x="369321" y="486744"/>
                    <a:pt x="354518" y="572194"/>
                  </a:cubicBezTo>
                  <a:cubicBezTo>
                    <a:pt x="348165" y="614442"/>
                    <a:pt x="311698" y="639474"/>
                    <a:pt x="268560" y="625243"/>
                  </a:cubicBezTo>
                  <a:cubicBezTo>
                    <a:pt x="230124" y="608915"/>
                    <a:pt x="198358" y="569906"/>
                    <a:pt x="170785" y="540237"/>
                  </a:cubicBezTo>
                  <a:cubicBezTo>
                    <a:pt x="113695" y="476343"/>
                    <a:pt x="59922" y="409571"/>
                    <a:pt x="9668" y="340176"/>
                  </a:cubicBezTo>
                  <a:cubicBezTo>
                    <a:pt x="-28451" y="287127"/>
                    <a:pt x="49821" y="223468"/>
                    <a:pt x="90290" y="275437"/>
                  </a:cubicBezTo>
                  <a:close/>
                </a:path>
              </a:pathLst>
            </a:custGeom>
            <a:solidFill>
              <a:srgbClr val="FED0D6"/>
            </a:solidFill>
            <a:ln w="6346" cap="flat">
              <a:noFill/>
              <a:prstDash val="solid"/>
              <a:miter/>
            </a:ln>
          </p:spPr>
          <p:txBody>
            <a:bodyPr rtlCol="0" anchor="ctr"/>
            <a:lstStyle/>
            <a:p>
              <a:endParaRPr lang="zh-CN" altLang="en-US"/>
            </a:p>
          </p:txBody>
        </p:sp>
        <p:sp>
          <p:nvSpPr>
            <p:cNvPr id="65" name="任意多边形 14">
              <a:extLst>
                <a:ext uri="{FF2B5EF4-FFF2-40B4-BE49-F238E27FC236}">
                  <a16:creationId xmlns:a16="http://schemas.microsoft.com/office/drawing/2014/main" id="{ACE1B254-BAB8-4DF9-964C-9B20E6A5DB3E}"/>
                </a:ext>
              </a:extLst>
            </p:cNvPr>
            <p:cNvSpPr/>
            <p:nvPr/>
          </p:nvSpPr>
          <p:spPr>
            <a:xfrm>
              <a:off x="4494869" y="4089375"/>
              <a:ext cx="731188" cy="915335"/>
            </a:xfrm>
            <a:custGeom>
              <a:avLst/>
              <a:gdLst>
                <a:gd name="connsiteX0" fmla="*/ -514 w 645799"/>
                <a:gd name="connsiteY0" fmla="*/ 61416 h 808441"/>
                <a:gd name="connsiteX1" fmla="*/ 219877 w 645799"/>
                <a:gd name="connsiteY1" fmla="*/ -210 h 808441"/>
                <a:gd name="connsiteX2" fmla="*/ 333662 w 645799"/>
                <a:gd name="connsiteY2" fmla="*/ 71263 h 808441"/>
                <a:gd name="connsiteX3" fmla="*/ 441666 w 645799"/>
                <a:gd name="connsiteY3" fmla="*/ -210 h 808441"/>
                <a:gd name="connsiteX4" fmla="*/ 481564 w 645799"/>
                <a:gd name="connsiteY4" fmla="*/ 3475 h 808441"/>
                <a:gd name="connsiteX5" fmla="*/ 625527 w 645799"/>
                <a:gd name="connsiteY5" fmla="*/ 23360 h 808441"/>
                <a:gd name="connsiteX6" fmla="*/ 637598 w 645799"/>
                <a:gd name="connsiteY6" fmla="*/ 333459 h 808441"/>
                <a:gd name="connsiteX7" fmla="*/ 645285 w 645799"/>
                <a:gd name="connsiteY7" fmla="*/ 792920 h 808441"/>
                <a:gd name="connsiteX8" fmla="*/ 384488 w 645799"/>
                <a:gd name="connsiteY8" fmla="*/ 808231 h 808441"/>
                <a:gd name="connsiteX9" fmla="*/ 20006 w 645799"/>
                <a:gd name="connsiteY9" fmla="*/ 792920 h 808441"/>
                <a:gd name="connsiteX10" fmla="*/ 27694 w 645799"/>
                <a:gd name="connsiteY10" fmla="*/ 333459 h 808441"/>
                <a:gd name="connsiteX11" fmla="*/ -514 w 645799"/>
                <a:gd name="connsiteY11" fmla="*/ 61416 h 80844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645799" h="808441">
                  <a:moveTo>
                    <a:pt x="-514" y="61416"/>
                  </a:moveTo>
                  <a:lnTo>
                    <a:pt x="219877" y="-210"/>
                  </a:lnTo>
                  <a:cubicBezTo>
                    <a:pt x="235252" y="69103"/>
                    <a:pt x="308250" y="71263"/>
                    <a:pt x="333662" y="71263"/>
                  </a:cubicBezTo>
                  <a:cubicBezTo>
                    <a:pt x="365428" y="71263"/>
                    <a:pt x="426292" y="69103"/>
                    <a:pt x="441666" y="-210"/>
                  </a:cubicBezTo>
                  <a:lnTo>
                    <a:pt x="481564" y="3475"/>
                  </a:lnTo>
                  <a:cubicBezTo>
                    <a:pt x="594142" y="14085"/>
                    <a:pt x="625527" y="23360"/>
                    <a:pt x="625527" y="23360"/>
                  </a:cubicBezTo>
                  <a:cubicBezTo>
                    <a:pt x="597382" y="336508"/>
                    <a:pt x="658436" y="258428"/>
                    <a:pt x="637598" y="333459"/>
                  </a:cubicBezTo>
                  <a:cubicBezTo>
                    <a:pt x="581436" y="535045"/>
                    <a:pt x="645285" y="792920"/>
                    <a:pt x="645285" y="792920"/>
                  </a:cubicBezTo>
                  <a:cubicBezTo>
                    <a:pt x="543317" y="808231"/>
                    <a:pt x="455770" y="808231"/>
                    <a:pt x="384488" y="808231"/>
                  </a:cubicBezTo>
                  <a:cubicBezTo>
                    <a:pt x="17401" y="808231"/>
                    <a:pt x="20006" y="792920"/>
                    <a:pt x="20006" y="792920"/>
                  </a:cubicBezTo>
                  <a:cubicBezTo>
                    <a:pt x="20006" y="792920"/>
                    <a:pt x="85889" y="477866"/>
                    <a:pt x="27694" y="333459"/>
                  </a:cubicBezTo>
                  <a:cubicBezTo>
                    <a:pt x="2281" y="269927"/>
                    <a:pt x="-514" y="61416"/>
                    <a:pt x="-514" y="61416"/>
                  </a:cubicBezTo>
                  <a:close/>
                </a:path>
              </a:pathLst>
            </a:custGeom>
            <a:solidFill>
              <a:srgbClr val="BE5ED3"/>
            </a:solidFill>
            <a:ln w="6346" cap="flat">
              <a:noFill/>
              <a:prstDash val="solid"/>
              <a:miter/>
            </a:ln>
          </p:spPr>
          <p:txBody>
            <a:bodyPr rtlCol="0" anchor="ctr"/>
            <a:lstStyle/>
            <a:p>
              <a:endParaRPr lang="zh-CN" altLang="en-US"/>
            </a:p>
          </p:txBody>
        </p:sp>
        <p:sp>
          <p:nvSpPr>
            <p:cNvPr id="67" name="任意多边形 15">
              <a:extLst>
                <a:ext uri="{FF2B5EF4-FFF2-40B4-BE49-F238E27FC236}">
                  <a16:creationId xmlns:a16="http://schemas.microsoft.com/office/drawing/2014/main" id="{8A81B763-AE69-42EF-98BB-C444577B69FA}"/>
                </a:ext>
              </a:extLst>
            </p:cNvPr>
            <p:cNvSpPr/>
            <p:nvPr/>
          </p:nvSpPr>
          <p:spPr>
            <a:xfrm>
              <a:off x="4736560" y="4414867"/>
              <a:ext cx="302114" cy="302114"/>
            </a:xfrm>
            <a:custGeom>
              <a:avLst/>
              <a:gdLst>
                <a:gd name="connsiteX0" fmla="*/ 266833 w 266833"/>
                <a:gd name="connsiteY0" fmla="*/ 133417 h 266833"/>
                <a:gd name="connsiteX1" fmla="*/ 133417 w 266833"/>
                <a:gd name="connsiteY1" fmla="*/ 266833 h 266833"/>
                <a:gd name="connsiteX2" fmla="*/ 0 w 266833"/>
                <a:gd name="connsiteY2" fmla="*/ 133417 h 266833"/>
                <a:gd name="connsiteX3" fmla="*/ 133417 w 266833"/>
                <a:gd name="connsiteY3" fmla="*/ 0 h 266833"/>
                <a:gd name="connsiteX4" fmla="*/ 266833 w 266833"/>
                <a:gd name="connsiteY4" fmla="*/ 133417 h 26683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66833" h="266833">
                  <a:moveTo>
                    <a:pt x="266833" y="133417"/>
                  </a:moveTo>
                  <a:cubicBezTo>
                    <a:pt x="266833" y="207101"/>
                    <a:pt x="207101" y="266833"/>
                    <a:pt x="133417" y="266833"/>
                  </a:cubicBezTo>
                  <a:cubicBezTo>
                    <a:pt x="59733" y="266833"/>
                    <a:pt x="0" y="207101"/>
                    <a:pt x="0" y="133417"/>
                  </a:cubicBezTo>
                  <a:cubicBezTo>
                    <a:pt x="0" y="59733"/>
                    <a:pt x="59733" y="0"/>
                    <a:pt x="133417" y="0"/>
                  </a:cubicBezTo>
                  <a:cubicBezTo>
                    <a:pt x="207101" y="0"/>
                    <a:pt x="266833" y="59733"/>
                    <a:pt x="266833" y="133417"/>
                  </a:cubicBezTo>
                  <a:close/>
                </a:path>
              </a:pathLst>
            </a:custGeom>
            <a:solidFill>
              <a:srgbClr val="FFC545"/>
            </a:solidFill>
            <a:ln w="6346" cap="flat">
              <a:noFill/>
              <a:prstDash val="solid"/>
              <a:miter/>
            </a:ln>
          </p:spPr>
          <p:txBody>
            <a:bodyPr rtlCol="0" anchor="ctr"/>
            <a:lstStyle/>
            <a:p>
              <a:endParaRPr lang="zh-CN" altLang="en-US"/>
            </a:p>
          </p:txBody>
        </p:sp>
        <p:sp>
          <p:nvSpPr>
            <p:cNvPr id="68" name="任意多边形 16">
              <a:extLst>
                <a:ext uri="{FF2B5EF4-FFF2-40B4-BE49-F238E27FC236}">
                  <a16:creationId xmlns:a16="http://schemas.microsoft.com/office/drawing/2014/main" id="{EA089B2E-E99E-4943-A7D6-3A29C880001B}"/>
                </a:ext>
              </a:extLst>
            </p:cNvPr>
            <p:cNvSpPr/>
            <p:nvPr/>
          </p:nvSpPr>
          <p:spPr>
            <a:xfrm>
              <a:off x="4808492" y="4501185"/>
              <a:ext cx="28772" cy="57545"/>
            </a:xfrm>
            <a:custGeom>
              <a:avLst/>
              <a:gdLst>
                <a:gd name="connsiteX0" fmla="*/ 25413 w 25412"/>
                <a:gd name="connsiteY0" fmla="*/ 25413 h 50825"/>
                <a:gd name="connsiteX1" fmla="*/ 12706 w 25412"/>
                <a:gd name="connsiteY1" fmla="*/ 50825 h 50825"/>
                <a:gd name="connsiteX2" fmla="*/ 0 w 25412"/>
                <a:gd name="connsiteY2" fmla="*/ 25413 h 50825"/>
                <a:gd name="connsiteX3" fmla="*/ 12706 w 25412"/>
                <a:gd name="connsiteY3" fmla="*/ 0 h 50825"/>
                <a:gd name="connsiteX4" fmla="*/ 25413 w 25412"/>
                <a:gd name="connsiteY4" fmla="*/ 25413 h 508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5412" h="50825">
                  <a:moveTo>
                    <a:pt x="25413" y="25413"/>
                  </a:moveTo>
                  <a:cubicBezTo>
                    <a:pt x="25413" y="39448"/>
                    <a:pt x="19724" y="50825"/>
                    <a:pt x="12706" y="50825"/>
                  </a:cubicBezTo>
                  <a:cubicBezTo>
                    <a:pt x="5689" y="50825"/>
                    <a:pt x="0" y="39448"/>
                    <a:pt x="0" y="25413"/>
                  </a:cubicBezTo>
                  <a:cubicBezTo>
                    <a:pt x="0" y="11378"/>
                    <a:pt x="5689" y="0"/>
                    <a:pt x="12706" y="0"/>
                  </a:cubicBezTo>
                  <a:cubicBezTo>
                    <a:pt x="19724" y="0"/>
                    <a:pt x="25413" y="11378"/>
                    <a:pt x="25413" y="25413"/>
                  </a:cubicBezTo>
                  <a:close/>
                </a:path>
              </a:pathLst>
            </a:custGeom>
            <a:solidFill>
              <a:srgbClr val="00002B"/>
            </a:solidFill>
            <a:ln w="6346" cap="flat">
              <a:noFill/>
              <a:prstDash val="solid"/>
              <a:miter/>
            </a:ln>
          </p:spPr>
          <p:txBody>
            <a:bodyPr rtlCol="0" anchor="ctr"/>
            <a:lstStyle/>
            <a:p>
              <a:endParaRPr lang="zh-CN" altLang="en-US"/>
            </a:p>
          </p:txBody>
        </p:sp>
        <p:sp>
          <p:nvSpPr>
            <p:cNvPr id="69" name="任意多边形 17">
              <a:extLst>
                <a:ext uri="{FF2B5EF4-FFF2-40B4-BE49-F238E27FC236}">
                  <a16:creationId xmlns:a16="http://schemas.microsoft.com/office/drawing/2014/main" id="{2F83541F-E873-4B71-AAA4-C53AD96A984E}"/>
                </a:ext>
              </a:extLst>
            </p:cNvPr>
            <p:cNvSpPr/>
            <p:nvPr/>
          </p:nvSpPr>
          <p:spPr>
            <a:xfrm>
              <a:off x="4937970" y="4501185"/>
              <a:ext cx="28772" cy="57545"/>
            </a:xfrm>
            <a:custGeom>
              <a:avLst/>
              <a:gdLst>
                <a:gd name="connsiteX0" fmla="*/ 25413 w 25412"/>
                <a:gd name="connsiteY0" fmla="*/ 25413 h 50825"/>
                <a:gd name="connsiteX1" fmla="*/ 12706 w 25412"/>
                <a:gd name="connsiteY1" fmla="*/ 50825 h 50825"/>
                <a:gd name="connsiteX2" fmla="*/ 0 w 25412"/>
                <a:gd name="connsiteY2" fmla="*/ 25413 h 50825"/>
                <a:gd name="connsiteX3" fmla="*/ 12706 w 25412"/>
                <a:gd name="connsiteY3" fmla="*/ 0 h 50825"/>
                <a:gd name="connsiteX4" fmla="*/ 25413 w 25412"/>
                <a:gd name="connsiteY4" fmla="*/ 25413 h 508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5412" h="50825">
                  <a:moveTo>
                    <a:pt x="25413" y="25413"/>
                  </a:moveTo>
                  <a:cubicBezTo>
                    <a:pt x="25413" y="39448"/>
                    <a:pt x="19724" y="50825"/>
                    <a:pt x="12706" y="50825"/>
                  </a:cubicBezTo>
                  <a:cubicBezTo>
                    <a:pt x="5689" y="50825"/>
                    <a:pt x="0" y="39448"/>
                    <a:pt x="0" y="25413"/>
                  </a:cubicBezTo>
                  <a:cubicBezTo>
                    <a:pt x="0" y="11378"/>
                    <a:pt x="5689" y="0"/>
                    <a:pt x="12706" y="0"/>
                  </a:cubicBezTo>
                  <a:cubicBezTo>
                    <a:pt x="19724" y="0"/>
                    <a:pt x="25413" y="11378"/>
                    <a:pt x="25413" y="25413"/>
                  </a:cubicBezTo>
                  <a:close/>
                </a:path>
              </a:pathLst>
            </a:custGeom>
            <a:solidFill>
              <a:srgbClr val="00002B"/>
            </a:solidFill>
            <a:ln w="6346" cap="flat">
              <a:noFill/>
              <a:prstDash val="solid"/>
              <a:miter/>
            </a:ln>
          </p:spPr>
          <p:txBody>
            <a:bodyPr rtlCol="0" anchor="ctr"/>
            <a:lstStyle/>
            <a:p>
              <a:endParaRPr lang="zh-CN" altLang="en-US"/>
            </a:p>
          </p:txBody>
        </p:sp>
        <p:sp>
          <p:nvSpPr>
            <p:cNvPr id="70" name="任意多边形 18">
              <a:extLst>
                <a:ext uri="{FF2B5EF4-FFF2-40B4-BE49-F238E27FC236}">
                  <a16:creationId xmlns:a16="http://schemas.microsoft.com/office/drawing/2014/main" id="{69B42959-025E-4BDD-8432-25361BF02203}"/>
                </a:ext>
              </a:extLst>
            </p:cNvPr>
            <p:cNvSpPr/>
            <p:nvPr/>
          </p:nvSpPr>
          <p:spPr>
            <a:xfrm>
              <a:off x="4809355" y="4601890"/>
              <a:ext cx="156524" cy="64640"/>
            </a:xfrm>
            <a:custGeom>
              <a:avLst/>
              <a:gdLst>
                <a:gd name="connsiteX0" fmla="*/ -514 w 138245"/>
                <a:gd name="connsiteY0" fmla="*/ -210 h 57091"/>
                <a:gd name="connsiteX1" fmla="*/ 81924 w 138245"/>
                <a:gd name="connsiteY1" fmla="*/ 55596 h 57091"/>
                <a:gd name="connsiteX2" fmla="*/ 137731 w 138245"/>
                <a:gd name="connsiteY2" fmla="*/ -210 h 57091"/>
              </a:gdLst>
              <a:ahLst/>
              <a:cxnLst>
                <a:cxn ang="0">
                  <a:pos x="connsiteX0" y="connsiteY0"/>
                </a:cxn>
                <a:cxn ang="0">
                  <a:pos x="connsiteX1" y="connsiteY1"/>
                </a:cxn>
                <a:cxn ang="0">
                  <a:pos x="connsiteX2" y="connsiteY2"/>
                </a:cxn>
              </a:cxnLst>
              <a:rect l="l" t="t" r="r" b="b"/>
              <a:pathLst>
                <a:path w="138245" h="57091">
                  <a:moveTo>
                    <a:pt x="-514" y="-210"/>
                  </a:moveTo>
                  <a:cubicBezTo>
                    <a:pt x="6836" y="37966"/>
                    <a:pt x="43748" y="62953"/>
                    <a:pt x="81924" y="55596"/>
                  </a:cubicBezTo>
                  <a:cubicBezTo>
                    <a:pt x="110183" y="50152"/>
                    <a:pt x="132286" y="28055"/>
                    <a:pt x="137731" y="-210"/>
                  </a:cubicBezTo>
                  <a:close/>
                </a:path>
              </a:pathLst>
            </a:custGeom>
            <a:solidFill>
              <a:srgbClr val="E27AA5"/>
            </a:solidFill>
            <a:ln w="6346" cap="flat">
              <a:noFill/>
              <a:prstDash val="solid"/>
              <a:miter/>
            </a:ln>
          </p:spPr>
          <p:txBody>
            <a:bodyPr rtlCol="0" anchor="ctr"/>
            <a:lstStyle/>
            <a:p>
              <a:endParaRPr lang="zh-CN" altLang="en-US"/>
            </a:p>
          </p:txBody>
        </p:sp>
        <p:sp>
          <p:nvSpPr>
            <p:cNvPr id="71" name="任意多边形 19">
              <a:extLst>
                <a:ext uri="{FF2B5EF4-FFF2-40B4-BE49-F238E27FC236}">
                  <a16:creationId xmlns:a16="http://schemas.microsoft.com/office/drawing/2014/main" id="{FC60D626-4A3E-4AF7-AB3D-83E044B0F0A1}"/>
                </a:ext>
              </a:extLst>
            </p:cNvPr>
            <p:cNvSpPr/>
            <p:nvPr/>
          </p:nvSpPr>
          <p:spPr>
            <a:xfrm>
              <a:off x="4509837" y="4987374"/>
              <a:ext cx="724245" cy="307437"/>
            </a:xfrm>
            <a:custGeom>
              <a:avLst/>
              <a:gdLst>
                <a:gd name="connsiteX0" fmla="*/ 6214 w 639667"/>
                <a:gd name="connsiteY0" fmla="*/ -210 h 271534"/>
                <a:gd name="connsiteX1" fmla="*/ 632637 w 639667"/>
                <a:gd name="connsiteY1" fmla="*/ -210 h 271534"/>
                <a:gd name="connsiteX2" fmla="*/ 537657 w 639667"/>
                <a:gd name="connsiteY2" fmla="*/ 271325 h 271534"/>
                <a:gd name="connsiteX3" fmla="*/ 101194 w 639667"/>
                <a:gd name="connsiteY3" fmla="*/ 271325 h 271534"/>
                <a:gd name="connsiteX4" fmla="*/ 5897 w 639667"/>
                <a:gd name="connsiteY4" fmla="*/ -210 h 27153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39667" h="271534">
                  <a:moveTo>
                    <a:pt x="6214" y="-210"/>
                  </a:moveTo>
                  <a:cubicBezTo>
                    <a:pt x="295029" y="15101"/>
                    <a:pt x="632637" y="-210"/>
                    <a:pt x="632637" y="-210"/>
                  </a:cubicBezTo>
                  <a:cubicBezTo>
                    <a:pt x="632637" y="-210"/>
                    <a:pt x="676283" y="271325"/>
                    <a:pt x="537657" y="271325"/>
                  </a:cubicBezTo>
                  <a:lnTo>
                    <a:pt x="101194" y="271325"/>
                  </a:lnTo>
                  <a:cubicBezTo>
                    <a:pt x="-37432" y="271325"/>
                    <a:pt x="5897" y="-210"/>
                    <a:pt x="5897" y="-210"/>
                  </a:cubicBezTo>
                  <a:close/>
                </a:path>
              </a:pathLst>
            </a:custGeom>
            <a:solidFill>
              <a:srgbClr val="00002B"/>
            </a:solidFill>
            <a:ln w="6346" cap="flat">
              <a:noFill/>
              <a:prstDash val="solid"/>
              <a:miter/>
            </a:ln>
          </p:spPr>
          <p:txBody>
            <a:bodyPr rtlCol="0" anchor="ctr"/>
            <a:lstStyle/>
            <a:p>
              <a:endParaRPr lang="zh-CN" altLang="en-US"/>
            </a:p>
          </p:txBody>
        </p:sp>
        <p:sp>
          <p:nvSpPr>
            <p:cNvPr id="72" name="任意多边形 20">
              <a:extLst>
                <a:ext uri="{FF2B5EF4-FFF2-40B4-BE49-F238E27FC236}">
                  <a16:creationId xmlns:a16="http://schemas.microsoft.com/office/drawing/2014/main" id="{AC50372B-2677-43D5-B5D9-7249E2E83EB3}"/>
                </a:ext>
              </a:extLst>
            </p:cNvPr>
            <p:cNvSpPr/>
            <p:nvPr/>
          </p:nvSpPr>
          <p:spPr>
            <a:xfrm>
              <a:off x="5524719" y="5246473"/>
              <a:ext cx="230304" cy="183920"/>
            </a:xfrm>
            <a:custGeom>
              <a:avLst/>
              <a:gdLst>
                <a:gd name="connsiteX0" fmla="*/ 27630 w 203409"/>
                <a:gd name="connsiteY0" fmla="*/ -210 h 162442"/>
                <a:gd name="connsiteX1" fmla="*/ 202787 w 203409"/>
                <a:gd name="connsiteY1" fmla="*/ 97057 h 162442"/>
                <a:gd name="connsiteX2" fmla="*/ -514 w 203409"/>
                <a:gd name="connsiteY2" fmla="*/ 161034 h 162442"/>
                <a:gd name="connsiteX3" fmla="*/ 27630 w 203409"/>
                <a:gd name="connsiteY3" fmla="*/ -210 h 162442"/>
              </a:gdLst>
              <a:ahLst/>
              <a:cxnLst>
                <a:cxn ang="0">
                  <a:pos x="connsiteX0" y="connsiteY0"/>
                </a:cxn>
                <a:cxn ang="0">
                  <a:pos x="connsiteX1" y="connsiteY1"/>
                </a:cxn>
                <a:cxn ang="0">
                  <a:pos x="connsiteX2" y="connsiteY2"/>
                </a:cxn>
                <a:cxn ang="0">
                  <a:pos x="connsiteX3" y="connsiteY3"/>
                </a:cxn>
              </a:cxnLst>
              <a:rect l="l" t="t" r="r" b="b"/>
              <a:pathLst>
                <a:path w="203409" h="162442">
                  <a:moveTo>
                    <a:pt x="27630" y="-210"/>
                  </a:moveTo>
                  <a:cubicBezTo>
                    <a:pt x="27630" y="-210"/>
                    <a:pt x="207933" y="20247"/>
                    <a:pt x="202787" y="97057"/>
                  </a:cubicBezTo>
                  <a:cubicBezTo>
                    <a:pt x="200246" y="176408"/>
                    <a:pt x="-514" y="161034"/>
                    <a:pt x="-514" y="161034"/>
                  </a:cubicBezTo>
                  <a:lnTo>
                    <a:pt x="27630" y="-210"/>
                  </a:lnTo>
                  <a:close/>
                </a:path>
              </a:pathLst>
            </a:custGeom>
            <a:solidFill>
              <a:srgbClr val="00002B"/>
            </a:solidFill>
            <a:ln w="6346" cap="flat">
              <a:noFill/>
              <a:prstDash val="solid"/>
              <a:miter/>
            </a:ln>
          </p:spPr>
          <p:txBody>
            <a:bodyPr rtlCol="0" anchor="ctr"/>
            <a:lstStyle/>
            <a:p>
              <a:endParaRPr lang="zh-CN" altLang="en-US"/>
            </a:p>
          </p:txBody>
        </p:sp>
        <p:sp>
          <p:nvSpPr>
            <p:cNvPr id="73" name="任意多边形 21">
              <a:extLst>
                <a:ext uri="{FF2B5EF4-FFF2-40B4-BE49-F238E27FC236}">
                  <a16:creationId xmlns:a16="http://schemas.microsoft.com/office/drawing/2014/main" id="{BA09348E-9CE6-466E-9CF5-C120FF6ED693}"/>
                </a:ext>
              </a:extLst>
            </p:cNvPr>
            <p:cNvSpPr/>
            <p:nvPr/>
          </p:nvSpPr>
          <p:spPr>
            <a:xfrm>
              <a:off x="4100646" y="5006258"/>
              <a:ext cx="1488236" cy="437236"/>
            </a:xfrm>
            <a:custGeom>
              <a:avLst/>
              <a:gdLst>
                <a:gd name="connsiteX0" fmla="*/ 1313924 w 1314438"/>
                <a:gd name="connsiteY0" fmla="*/ 208966 h 386175"/>
                <a:gd name="connsiteX1" fmla="*/ 2820 w 1314438"/>
                <a:gd name="connsiteY1" fmla="*/ 90797 h 386175"/>
                <a:gd name="connsiteX2" fmla="*/ 1293403 w 1314438"/>
                <a:gd name="connsiteY2" fmla="*/ 385966 h 386175"/>
                <a:gd name="connsiteX3" fmla="*/ 1313924 w 1314438"/>
                <a:gd name="connsiteY3" fmla="*/ 208712 h 386175"/>
              </a:gdLst>
              <a:ahLst/>
              <a:cxnLst>
                <a:cxn ang="0">
                  <a:pos x="connsiteX0" y="connsiteY0"/>
                </a:cxn>
                <a:cxn ang="0">
                  <a:pos x="connsiteX1" y="connsiteY1"/>
                </a:cxn>
                <a:cxn ang="0">
                  <a:pos x="connsiteX2" y="connsiteY2"/>
                </a:cxn>
                <a:cxn ang="0">
                  <a:pos x="connsiteX3" y="connsiteY3"/>
                </a:cxn>
              </a:cxnLst>
              <a:rect l="l" t="t" r="r" b="b"/>
              <a:pathLst>
                <a:path w="1314438" h="386175">
                  <a:moveTo>
                    <a:pt x="1313924" y="208966"/>
                  </a:moveTo>
                  <a:cubicBezTo>
                    <a:pt x="1313924" y="208966"/>
                    <a:pt x="82361" y="-168603"/>
                    <a:pt x="2820" y="90797"/>
                  </a:cubicBezTo>
                  <a:cubicBezTo>
                    <a:pt x="-76722" y="347847"/>
                    <a:pt x="1293403" y="385966"/>
                    <a:pt x="1293403" y="385966"/>
                  </a:cubicBezTo>
                  <a:lnTo>
                    <a:pt x="1313924" y="208712"/>
                  </a:lnTo>
                  <a:close/>
                </a:path>
              </a:pathLst>
            </a:custGeom>
            <a:solidFill>
              <a:srgbClr val="1E2160"/>
            </a:solidFill>
            <a:ln w="6346" cap="flat">
              <a:noFill/>
              <a:prstDash val="solid"/>
              <a:miter/>
            </a:ln>
          </p:spPr>
          <p:txBody>
            <a:bodyPr rtlCol="0" anchor="ctr"/>
            <a:lstStyle/>
            <a:p>
              <a:endParaRPr lang="zh-CN" altLang="en-US"/>
            </a:p>
          </p:txBody>
        </p:sp>
        <p:sp>
          <p:nvSpPr>
            <p:cNvPr id="74" name="任意多边形 22">
              <a:extLst>
                <a:ext uri="{FF2B5EF4-FFF2-40B4-BE49-F238E27FC236}">
                  <a16:creationId xmlns:a16="http://schemas.microsoft.com/office/drawing/2014/main" id="{B3F5A4C3-9F01-45F4-84E8-D7765CCD198D}"/>
                </a:ext>
              </a:extLst>
            </p:cNvPr>
            <p:cNvSpPr/>
            <p:nvPr/>
          </p:nvSpPr>
          <p:spPr>
            <a:xfrm>
              <a:off x="4002665" y="5286755"/>
              <a:ext cx="235837" cy="184637"/>
            </a:xfrm>
            <a:custGeom>
              <a:avLst/>
              <a:gdLst>
                <a:gd name="connsiteX0" fmla="*/ 169282 w 208296"/>
                <a:gd name="connsiteY0" fmla="*/ -210 h 163075"/>
                <a:gd name="connsiteX1" fmla="*/ -94 w 208296"/>
                <a:gd name="connsiteY1" fmla="*/ 109382 h 163075"/>
                <a:gd name="connsiteX2" fmla="*/ 207782 w 208296"/>
                <a:gd name="connsiteY2" fmla="*/ 157857 h 163075"/>
                <a:gd name="connsiteX3" fmla="*/ 169282 w 208296"/>
                <a:gd name="connsiteY3" fmla="*/ -210 h 163075"/>
              </a:gdLst>
              <a:ahLst/>
              <a:cxnLst>
                <a:cxn ang="0">
                  <a:pos x="connsiteX0" y="connsiteY0"/>
                </a:cxn>
                <a:cxn ang="0">
                  <a:pos x="connsiteX1" y="connsiteY1"/>
                </a:cxn>
                <a:cxn ang="0">
                  <a:pos x="connsiteX2" y="connsiteY2"/>
                </a:cxn>
                <a:cxn ang="0">
                  <a:pos x="connsiteX3" y="connsiteY3"/>
                </a:cxn>
              </a:cxnLst>
              <a:rect l="l" t="t" r="r" b="b"/>
              <a:pathLst>
                <a:path w="208296" h="163075">
                  <a:moveTo>
                    <a:pt x="169282" y="-210"/>
                  </a:moveTo>
                  <a:cubicBezTo>
                    <a:pt x="169282" y="-210"/>
                    <a:pt x="-10322" y="32890"/>
                    <a:pt x="-94" y="109382"/>
                  </a:cubicBezTo>
                  <a:cubicBezTo>
                    <a:pt x="10135" y="185874"/>
                    <a:pt x="207782" y="157857"/>
                    <a:pt x="207782" y="157857"/>
                  </a:cubicBezTo>
                  <a:lnTo>
                    <a:pt x="169282" y="-210"/>
                  </a:lnTo>
                  <a:close/>
                </a:path>
              </a:pathLst>
            </a:custGeom>
            <a:solidFill>
              <a:srgbClr val="00002B"/>
            </a:solidFill>
            <a:ln w="6346" cap="flat">
              <a:noFill/>
              <a:prstDash val="solid"/>
              <a:miter/>
            </a:ln>
          </p:spPr>
          <p:txBody>
            <a:bodyPr rtlCol="0" anchor="ctr"/>
            <a:lstStyle/>
            <a:p>
              <a:endParaRPr lang="zh-CN" altLang="en-US"/>
            </a:p>
          </p:txBody>
        </p:sp>
        <p:sp>
          <p:nvSpPr>
            <p:cNvPr id="75" name="任意多边形 23">
              <a:extLst>
                <a:ext uri="{FF2B5EF4-FFF2-40B4-BE49-F238E27FC236}">
                  <a16:creationId xmlns:a16="http://schemas.microsoft.com/office/drawing/2014/main" id="{1ADCA24A-73B4-4C6E-884F-067686E1F16B}"/>
                </a:ext>
              </a:extLst>
            </p:cNvPr>
            <p:cNvSpPr/>
            <p:nvPr/>
          </p:nvSpPr>
          <p:spPr>
            <a:xfrm>
              <a:off x="4163334" y="4959760"/>
              <a:ext cx="1475212" cy="524448"/>
            </a:xfrm>
            <a:custGeom>
              <a:avLst/>
              <a:gdLst>
                <a:gd name="connsiteX0" fmla="*/ -514 w 1302935"/>
                <a:gd name="connsiteY0" fmla="*/ 288407 h 463202"/>
                <a:gd name="connsiteX1" fmla="*/ 1297439 w 1302935"/>
                <a:gd name="connsiteY1" fmla="*/ 75449 h 463202"/>
                <a:gd name="connsiteX2" fmla="*/ 30298 w 1302935"/>
                <a:gd name="connsiteY2" fmla="*/ 462992 h 463202"/>
                <a:gd name="connsiteX3" fmla="*/ -514 w 1302935"/>
                <a:gd name="connsiteY3" fmla="*/ 288535 h 463202"/>
              </a:gdLst>
              <a:ahLst/>
              <a:cxnLst>
                <a:cxn ang="0">
                  <a:pos x="connsiteX0" y="connsiteY0"/>
                </a:cxn>
                <a:cxn ang="0">
                  <a:pos x="connsiteX1" y="connsiteY1"/>
                </a:cxn>
                <a:cxn ang="0">
                  <a:pos x="connsiteX2" y="connsiteY2"/>
                </a:cxn>
                <a:cxn ang="0">
                  <a:pos x="connsiteX3" y="connsiteY3"/>
                </a:cxn>
              </a:cxnLst>
              <a:rect l="l" t="t" r="r" b="b"/>
              <a:pathLst>
                <a:path w="1302935" h="463202">
                  <a:moveTo>
                    <a:pt x="-514" y="288407"/>
                  </a:moveTo>
                  <a:cubicBezTo>
                    <a:pt x="-514" y="288407"/>
                    <a:pt x="1197376" y="-178551"/>
                    <a:pt x="1297439" y="75449"/>
                  </a:cubicBezTo>
                  <a:cubicBezTo>
                    <a:pt x="1394896" y="326908"/>
                    <a:pt x="30298" y="462992"/>
                    <a:pt x="30298" y="462992"/>
                  </a:cubicBezTo>
                  <a:lnTo>
                    <a:pt x="-514" y="288535"/>
                  </a:lnTo>
                  <a:close/>
                </a:path>
              </a:pathLst>
            </a:custGeom>
            <a:solidFill>
              <a:srgbClr val="2A3072"/>
            </a:solidFill>
            <a:ln w="6346" cap="flat">
              <a:noFill/>
              <a:prstDash val="solid"/>
              <a:miter/>
            </a:ln>
          </p:spPr>
          <p:txBody>
            <a:bodyPr rtlCol="0" anchor="ctr"/>
            <a:lstStyle/>
            <a:p>
              <a:endParaRPr lang="zh-CN" altLang="en-US"/>
            </a:p>
          </p:txBody>
        </p:sp>
        <p:sp>
          <p:nvSpPr>
            <p:cNvPr id="76" name="任意多边形 24">
              <a:extLst>
                <a:ext uri="{FF2B5EF4-FFF2-40B4-BE49-F238E27FC236}">
                  <a16:creationId xmlns:a16="http://schemas.microsoft.com/office/drawing/2014/main" id="{27A2C5C3-F08A-4B6C-8928-E0F6E74E1199}"/>
                </a:ext>
              </a:extLst>
            </p:cNvPr>
            <p:cNvSpPr/>
            <p:nvPr/>
          </p:nvSpPr>
          <p:spPr>
            <a:xfrm>
              <a:off x="4197069" y="4159220"/>
              <a:ext cx="334881" cy="457055"/>
            </a:xfrm>
            <a:custGeom>
              <a:avLst/>
              <a:gdLst>
                <a:gd name="connsiteX0" fmla="*/ 262507 w 295773"/>
                <a:gd name="connsiteY0" fmla="*/ -210 h 403680"/>
                <a:gd name="connsiteX1" fmla="*/ -514 w 295773"/>
                <a:gd name="connsiteY1" fmla="*/ 206522 h 403680"/>
                <a:gd name="connsiteX2" fmla="*/ 151962 w 295773"/>
                <a:gd name="connsiteY2" fmla="*/ 403470 h 403680"/>
                <a:gd name="connsiteX3" fmla="*/ 290969 w 295773"/>
                <a:gd name="connsiteY3" fmla="*/ 272468 h 403680"/>
                <a:gd name="connsiteX4" fmla="*/ 262507 w 295773"/>
                <a:gd name="connsiteY4" fmla="*/ -210 h 4036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95773" h="403680">
                  <a:moveTo>
                    <a:pt x="262507" y="-210"/>
                  </a:moveTo>
                  <a:cubicBezTo>
                    <a:pt x="262507" y="-210"/>
                    <a:pt x="113843" y="47693"/>
                    <a:pt x="-514" y="206522"/>
                  </a:cubicBezTo>
                  <a:lnTo>
                    <a:pt x="151962" y="403470"/>
                  </a:lnTo>
                  <a:cubicBezTo>
                    <a:pt x="151962" y="403470"/>
                    <a:pt x="278326" y="317766"/>
                    <a:pt x="290969" y="272468"/>
                  </a:cubicBezTo>
                  <a:cubicBezTo>
                    <a:pt x="309393" y="206395"/>
                    <a:pt x="262507" y="-210"/>
                    <a:pt x="262507" y="-210"/>
                  </a:cubicBezTo>
                  <a:close/>
                </a:path>
              </a:pathLst>
            </a:custGeom>
            <a:solidFill>
              <a:srgbClr val="BE5ED3"/>
            </a:solidFill>
            <a:ln w="6346" cap="flat">
              <a:noFill/>
              <a:prstDash val="solid"/>
              <a:miter/>
            </a:ln>
          </p:spPr>
          <p:txBody>
            <a:bodyPr rtlCol="0" anchor="ctr"/>
            <a:lstStyle/>
            <a:p>
              <a:endParaRPr lang="zh-CN" altLang="en-US"/>
            </a:p>
          </p:txBody>
        </p:sp>
        <p:sp>
          <p:nvSpPr>
            <p:cNvPr id="77" name="任意多边形 25">
              <a:extLst>
                <a:ext uri="{FF2B5EF4-FFF2-40B4-BE49-F238E27FC236}">
                  <a16:creationId xmlns:a16="http://schemas.microsoft.com/office/drawing/2014/main" id="{DBAF0B10-5DC9-4250-B30F-1CDDDA8589A0}"/>
                </a:ext>
              </a:extLst>
            </p:cNvPr>
            <p:cNvSpPr/>
            <p:nvPr/>
          </p:nvSpPr>
          <p:spPr>
            <a:xfrm>
              <a:off x="5168201" y="4116061"/>
              <a:ext cx="316452" cy="449862"/>
            </a:xfrm>
            <a:custGeom>
              <a:avLst/>
              <a:gdLst>
                <a:gd name="connsiteX0" fmla="*/ 30827 w 279496"/>
                <a:gd name="connsiteY0" fmla="*/ -210 h 397327"/>
                <a:gd name="connsiteX1" fmla="*/ 278982 w 279496"/>
                <a:gd name="connsiteY1" fmla="*/ 203092 h 397327"/>
                <a:gd name="connsiteX2" fmla="*/ 134892 w 279496"/>
                <a:gd name="connsiteY2" fmla="*/ 397117 h 397327"/>
                <a:gd name="connsiteX3" fmla="*/ 3508 w 279496"/>
                <a:gd name="connsiteY3" fmla="*/ 268148 h 397327"/>
                <a:gd name="connsiteX4" fmla="*/ 30827 w 279496"/>
                <a:gd name="connsiteY4" fmla="*/ -210 h 39732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79496" h="397327">
                  <a:moveTo>
                    <a:pt x="30827" y="-210"/>
                  </a:moveTo>
                  <a:cubicBezTo>
                    <a:pt x="30827" y="-210"/>
                    <a:pt x="161575" y="21899"/>
                    <a:pt x="278982" y="203092"/>
                  </a:cubicBezTo>
                  <a:lnTo>
                    <a:pt x="134892" y="397117"/>
                  </a:lnTo>
                  <a:cubicBezTo>
                    <a:pt x="134892" y="397117"/>
                    <a:pt x="15452" y="312747"/>
                    <a:pt x="3508" y="268148"/>
                  </a:cubicBezTo>
                  <a:cubicBezTo>
                    <a:pt x="-13899" y="203155"/>
                    <a:pt x="30827" y="-210"/>
                    <a:pt x="30827" y="-210"/>
                  </a:cubicBezTo>
                  <a:close/>
                </a:path>
              </a:pathLst>
            </a:custGeom>
            <a:solidFill>
              <a:srgbClr val="BE5ED3"/>
            </a:solidFill>
            <a:ln w="6346" cap="flat">
              <a:noFill/>
              <a:prstDash val="solid"/>
              <a:miter/>
            </a:ln>
          </p:spPr>
          <p:txBody>
            <a:bodyPr rtlCol="0" anchor="ctr"/>
            <a:lstStyle/>
            <a:p>
              <a:endParaRPr lang="zh-CN" altLang="en-US"/>
            </a:p>
          </p:txBody>
        </p:sp>
        <p:sp>
          <p:nvSpPr>
            <p:cNvPr id="78" name="任意多边形 26">
              <a:extLst>
                <a:ext uri="{FF2B5EF4-FFF2-40B4-BE49-F238E27FC236}">
                  <a16:creationId xmlns:a16="http://schemas.microsoft.com/office/drawing/2014/main" id="{3B27B858-F467-4675-92C6-49FECCA06DD4}"/>
                </a:ext>
              </a:extLst>
            </p:cNvPr>
            <p:cNvSpPr/>
            <p:nvPr/>
          </p:nvSpPr>
          <p:spPr>
            <a:xfrm>
              <a:off x="3207781" y="3560975"/>
              <a:ext cx="1486066" cy="1759003"/>
            </a:xfrm>
            <a:custGeom>
              <a:avLst/>
              <a:gdLst>
                <a:gd name="connsiteX0" fmla="*/ 933471 w 1312521"/>
                <a:gd name="connsiteY0" fmla="*/ 872704 h 1553585"/>
                <a:gd name="connsiteX1" fmla="*/ 1030738 w 1312521"/>
                <a:gd name="connsiteY1" fmla="*/ 1006121 h 1553585"/>
                <a:gd name="connsiteX2" fmla="*/ 1002848 w 1312521"/>
                <a:gd name="connsiteY2" fmla="*/ 1177656 h 1553585"/>
                <a:gd name="connsiteX3" fmla="*/ 831211 w 1312521"/>
                <a:gd name="connsiteY3" fmla="*/ 1152962 h 1553585"/>
                <a:gd name="connsiteX4" fmla="*/ 830677 w 1312521"/>
                <a:gd name="connsiteY4" fmla="*/ 1152244 h 1553585"/>
                <a:gd name="connsiteX5" fmla="*/ 674897 w 1312521"/>
                <a:gd name="connsiteY5" fmla="*/ 940874 h 1553585"/>
                <a:gd name="connsiteX6" fmla="*/ 674008 w 1312521"/>
                <a:gd name="connsiteY6" fmla="*/ 935220 h 1553585"/>
                <a:gd name="connsiteX7" fmla="*/ 669942 w 1312521"/>
                <a:gd name="connsiteY7" fmla="*/ 931217 h 1553585"/>
                <a:gd name="connsiteX8" fmla="*/ 695354 w 1312521"/>
                <a:gd name="connsiteY8" fmla="*/ 758792 h 1553585"/>
                <a:gd name="connsiteX9" fmla="*/ 761046 w 1312521"/>
                <a:gd name="connsiteY9" fmla="*/ 359495 h 1553585"/>
                <a:gd name="connsiteX10" fmla="*/ 364075 w 1312521"/>
                <a:gd name="connsiteY10" fmla="*/ 301001 h 1553585"/>
                <a:gd name="connsiteX11" fmla="*/ 362321 w 1312521"/>
                <a:gd name="connsiteY11" fmla="*/ 302316 h 1553585"/>
                <a:gd name="connsiteX12" fmla="*/ 248727 w 1312521"/>
                <a:gd name="connsiteY12" fmla="*/ 557015 h 1553585"/>
                <a:gd name="connsiteX13" fmla="*/ 137946 w 1312521"/>
                <a:gd name="connsiteY13" fmla="*/ 696670 h 1553585"/>
                <a:gd name="connsiteX14" fmla="*/ 136910 w 1312521"/>
                <a:gd name="connsiteY14" fmla="*/ 696785 h 1553585"/>
                <a:gd name="connsiteX15" fmla="*/ 2668 w 1312521"/>
                <a:gd name="connsiteY15" fmla="*/ 586557 h 1553585"/>
                <a:gd name="connsiteX16" fmla="*/ 216389 w 1312521"/>
                <a:gd name="connsiteY16" fmla="*/ 102509 h 1553585"/>
                <a:gd name="connsiteX17" fmla="*/ 960282 w 1312521"/>
                <a:gd name="connsiteY17" fmla="*/ 215786 h 1553585"/>
                <a:gd name="connsiteX18" fmla="*/ 933471 w 1312521"/>
                <a:gd name="connsiteY18" fmla="*/ 872704 h 1553585"/>
                <a:gd name="connsiteX19" fmla="*/ 1259071 w 1312521"/>
                <a:gd name="connsiteY19" fmla="*/ 1318824 h 1553585"/>
                <a:gd name="connsiteX20" fmla="*/ 1287153 w 1312521"/>
                <a:gd name="connsiteY20" fmla="*/ 1357388 h 1553585"/>
                <a:gd name="connsiteX21" fmla="*/ 1259199 w 1312521"/>
                <a:gd name="connsiteY21" fmla="*/ 1528923 h 1553585"/>
                <a:gd name="connsiteX22" fmla="*/ 1087644 w 1312521"/>
                <a:gd name="connsiteY22" fmla="*/ 1504260 h 1553585"/>
                <a:gd name="connsiteX23" fmla="*/ 1087091 w 1312521"/>
                <a:gd name="connsiteY23" fmla="*/ 1503511 h 1553585"/>
                <a:gd name="connsiteX24" fmla="*/ 1061678 w 1312521"/>
                <a:gd name="connsiteY24" fmla="*/ 1465391 h 1553585"/>
                <a:gd name="connsiteX25" fmla="*/ 1087091 w 1312521"/>
                <a:gd name="connsiteY25" fmla="*/ 1292967 h 1553585"/>
                <a:gd name="connsiteX26" fmla="*/ 1259199 w 1312521"/>
                <a:gd name="connsiteY26" fmla="*/ 1318379 h 155358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Lst>
              <a:rect l="l" t="t" r="r" b="b"/>
              <a:pathLst>
                <a:path w="1312521" h="1553585">
                  <a:moveTo>
                    <a:pt x="933471" y="872704"/>
                  </a:moveTo>
                  <a:lnTo>
                    <a:pt x="1030738" y="1006121"/>
                  </a:lnTo>
                  <a:cubicBezTo>
                    <a:pt x="1071971" y="1062410"/>
                    <a:pt x="1061551" y="1137187"/>
                    <a:pt x="1002848" y="1177656"/>
                  </a:cubicBezTo>
                  <a:cubicBezTo>
                    <a:pt x="948630" y="1218234"/>
                    <a:pt x="871788" y="1207179"/>
                    <a:pt x="831211" y="1152962"/>
                  </a:cubicBezTo>
                  <a:cubicBezTo>
                    <a:pt x="831033" y="1152720"/>
                    <a:pt x="830855" y="1152485"/>
                    <a:pt x="830677" y="1152244"/>
                  </a:cubicBezTo>
                  <a:lnTo>
                    <a:pt x="674897" y="940874"/>
                  </a:lnTo>
                  <a:cubicBezTo>
                    <a:pt x="673246" y="937633"/>
                    <a:pt x="676486" y="935982"/>
                    <a:pt x="674008" y="935220"/>
                  </a:cubicBezTo>
                  <a:cubicBezTo>
                    <a:pt x="671530" y="934457"/>
                    <a:pt x="671594" y="934457"/>
                    <a:pt x="669942" y="931217"/>
                  </a:cubicBezTo>
                  <a:cubicBezTo>
                    <a:pt x="630362" y="878168"/>
                    <a:pt x="642369" y="798499"/>
                    <a:pt x="695354" y="758792"/>
                  </a:cubicBezTo>
                  <a:cubicBezTo>
                    <a:pt x="824769" y="665400"/>
                    <a:pt x="855010" y="486495"/>
                    <a:pt x="761046" y="359495"/>
                  </a:cubicBezTo>
                  <a:cubicBezTo>
                    <a:pt x="667578" y="233721"/>
                    <a:pt x="489849" y="207534"/>
                    <a:pt x="364075" y="301001"/>
                  </a:cubicBezTo>
                  <a:cubicBezTo>
                    <a:pt x="363490" y="301439"/>
                    <a:pt x="362906" y="301878"/>
                    <a:pt x="362321" y="302316"/>
                  </a:cubicBezTo>
                  <a:cubicBezTo>
                    <a:pt x="281636" y="360797"/>
                    <a:pt x="238326" y="457912"/>
                    <a:pt x="248727" y="557015"/>
                  </a:cubicBezTo>
                  <a:cubicBezTo>
                    <a:pt x="256700" y="626169"/>
                    <a:pt x="207101" y="688697"/>
                    <a:pt x="137946" y="696670"/>
                  </a:cubicBezTo>
                  <a:cubicBezTo>
                    <a:pt x="137603" y="696708"/>
                    <a:pt x="137254" y="696747"/>
                    <a:pt x="136910" y="696785"/>
                  </a:cubicBezTo>
                  <a:cubicBezTo>
                    <a:pt x="68106" y="701741"/>
                    <a:pt x="9847" y="656252"/>
                    <a:pt x="2668" y="586557"/>
                  </a:cubicBezTo>
                  <a:cubicBezTo>
                    <a:pt x="-18056" y="398554"/>
                    <a:pt x="63493" y="213855"/>
                    <a:pt x="216389" y="102509"/>
                  </a:cubicBezTo>
                  <a:cubicBezTo>
                    <a:pt x="453375" y="-70456"/>
                    <a:pt x="785519" y="-19878"/>
                    <a:pt x="960282" y="215786"/>
                  </a:cubicBezTo>
                  <a:cubicBezTo>
                    <a:pt x="1106405" y="415975"/>
                    <a:pt x="1089251" y="688017"/>
                    <a:pt x="933471" y="872704"/>
                  </a:cubicBezTo>
                  <a:close/>
                  <a:moveTo>
                    <a:pt x="1259071" y="1318824"/>
                  </a:moveTo>
                  <a:lnTo>
                    <a:pt x="1287153" y="1357388"/>
                  </a:lnTo>
                  <a:cubicBezTo>
                    <a:pt x="1328321" y="1413677"/>
                    <a:pt x="1317902" y="1488454"/>
                    <a:pt x="1259199" y="1528923"/>
                  </a:cubicBezTo>
                  <a:cubicBezTo>
                    <a:pt x="1205012" y="1569488"/>
                    <a:pt x="1128209" y="1558440"/>
                    <a:pt x="1087644" y="1504260"/>
                  </a:cubicBezTo>
                  <a:cubicBezTo>
                    <a:pt x="1087460" y="1504013"/>
                    <a:pt x="1087275" y="1503758"/>
                    <a:pt x="1087091" y="1503511"/>
                  </a:cubicBezTo>
                  <a:lnTo>
                    <a:pt x="1061678" y="1465391"/>
                  </a:lnTo>
                  <a:cubicBezTo>
                    <a:pt x="1019684" y="1411517"/>
                    <a:pt x="1034106" y="1332610"/>
                    <a:pt x="1087091" y="1292967"/>
                  </a:cubicBezTo>
                  <a:cubicBezTo>
                    <a:pt x="1141671" y="1252592"/>
                    <a:pt x="1218621" y="1263958"/>
                    <a:pt x="1259199" y="1318379"/>
                  </a:cubicBezTo>
                  <a:close/>
                </a:path>
              </a:pathLst>
            </a:custGeom>
            <a:solidFill>
              <a:srgbClr val="FFC545"/>
            </a:solidFill>
            <a:ln w="6346" cap="flat">
              <a:noFill/>
              <a:prstDash val="solid"/>
              <a:miter/>
            </a:ln>
          </p:spPr>
          <p:txBody>
            <a:bodyPr rtlCol="0" anchor="ctr"/>
            <a:lstStyle/>
            <a:p>
              <a:endParaRPr lang="zh-CN" altLang="en-US"/>
            </a:p>
          </p:txBody>
        </p:sp>
        <p:sp>
          <p:nvSpPr>
            <p:cNvPr id="85" name="任意多边形 27">
              <a:extLst>
                <a:ext uri="{FF2B5EF4-FFF2-40B4-BE49-F238E27FC236}">
                  <a16:creationId xmlns:a16="http://schemas.microsoft.com/office/drawing/2014/main" id="{14BEE9D9-A21C-416F-AA09-BD9FA8A99392}"/>
                </a:ext>
              </a:extLst>
            </p:cNvPr>
            <p:cNvSpPr/>
            <p:nvPr/>
          </p:nvSpPr>
          <p:spPr>
            <a:xfrm>
              <a:off x="6164723" y="1962102"/>
              <a:ext cx="703194" cy="564027"/>
            </a:xfrm>
            <a:custGeom>
              <a:avLst/>
              <a:gdLst>
                <a:gd name="connsiteX0" fmla="*/ 577794 w 621074"/>
                <a:gd name="connsiteY0" fmla="*/ 416455 h 498159"/>
                <a:gd name="connsiteX1" fmla="*/ 538976 w 621074"/>
                <a:gd name="connsiteY1" fmla="*/ 192061 h 498159"/>
                <a:gd name="connsiteX2" fmla="*/ 398317 w 621074"/>
                <a:gd name="connsiteY2" fmla="*/ 31135 h 498159"/>
                <a:gd name="connsiteX3" fmla="*/ 10265 w 621074"/>
                <a:gd name="connsiteY3" fmla="*/ 121159 h 498159"/>
                <a:gd name="connsiteX4" fmla="*/ 38156 w 621074"/>
                <a:gd name="connsiteY4" fmla="*/ 265504 h 498159"/>
                <a:gd name="connsiteX5" fmla="*/ 65983 w 621074"/>
                <a:gd name="connsiteY5" fmla="*/ 440152 h 498159"/>
                <a:gd name="connsiteX6" fmla="*/ 577794 w 621074"/>
                <a:gd name="connsiteY6" fmla="*/ 416455 h 4981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621074" h="498159">
                  <a:moveTo>
                    <a:pt x="577794" y="416455"/>
                  </a:moveTo>
                  <a:cubicBezTo>
                    <a:pt x="667819" y="254576"/>
                    <a:pt x="596536" y="161629"/>
                    <a:pt x="538976" y="192061"/>
                  </a:cubicBezTo>
                  <a:cubicBezTo>
                    <a:pt x="538976" y="192061"/>
                    <a:pt x="530399" y="91617"/>
                    <a:pt x="398317" y="31135"/>
                  </a:cubicBezTo>
                  <a:cubicBezTo>
                    <a:pt x="245841" y="-38750"/>
                    <a:pt x="48893" y="15633"/>
                    <a:pt x="10265" y="121159"/>
                  </a:cubicBezTo>
                  <a:cubicBezTo>
                    <a:pt x="-25186" y="218554"/>
                    <a:pt x="38156" y="265504"/>
                    <a:pt x="38156" y="265504"/>
                  </a:cubicBezTo>
                  <a:cubicBezTo>
                    <a:pt x="38156" y="265504"/>
                    <a:pt x="-1043" y="335388"/>
                    <a:pt x="65983" y="440152"/>
                  </a:cubicBezTo>
                  <a:cubicBezTo>
                    <a:pt x="133009" y="544916"/>
                    <a:pt x="537515" y="488945"/>
                    <a:pt x="577794" y="416455"/>
                  </a:cubicBezTo>
                  <a:close/>
                </a:path>
              </a:pathLst>
            </a:custGeom>
            <a:solidFill>
              <a:srgbClr val="981D04"/>
            </a:solidFill>
            <a:ln w="6346" cap="flat">
              <a:noFill/>
              <a:prstDash val="solid"/>
              <a:miter/>
            </a:ln>
          </p:spPr>
          <p:txBody>
            <a:bodyPr rtlCol="0" anchor="ctr"/>
            <a:lstStyle/>
            <a:p>
              <a:endParaRPr lang="zh-CN" altLang="en-US"/>
            </a:p>
          </p:txBody>
        </p:sp>
        <p:sp>
          <p:nvSpPr>
            <p:cNvPr id="86" name="任意多边形 28">
              <a:extLst>
                <a:ext uri="{FF2B5EF4-FFF2-40B4-BE49-F238E27FC236}">
                  <a16:creationId xmlns:a16="http://schemas.microsoft.com/office/drawing/2014/main" id="{A60A5D1E-4C49-4017-AA6A-87DC90364A0D}"/>
                </a:ext>
              </a:extLst>
            </p:cNvPr>
            <p:cNvSpPr/>
            <p:nvPr/>
          </p:nvSpPr>
          <p:spPr>
            <a:xfrm>
              <a:off x="6390997" y="2695691"/>
              <a:ext cx="273341" cy="276362"/>
            </a:xfrm>
            <a:custGeom>
              <a:avLst/>
              <a:gdLst>
                <a:gd name="connsiteX0" fmla="*/ 120196 w 241420"/>
                <a:gd name="connsiteY0" fmla="*/ 243879 h 244088"/>
                <a:gd name="connsiteX1" fmla="*/ 120196 w 241420"/>
                <a:gd name="connsiteY1" fmla="*/ 243879 h 244088"/>
                <a:gd name="connsiteX2" fmla="*/ -514 w 241420"/>
                <a:gd name="connsiteY2" fmla="*/ 160017 h 244088"/>
                <a:gd name="connsiteX3" fmla="*/ -514 w 241420"/>
                <a:gd name="connsiteY3" fmla="*/ -210 h 244088"/>
                <a:gd name="connsiteX4" fmla="*/ 240906 w 241420"/>
                <a:gd name="connsiteY4" fmla="*/ -210 h 244088"/>
                <a:gd name="connsiteX5" fmla="*/ 240906 w 241420"/>
                <a:gd name="connsiteY5" fmla="*/ 160335 h 244088"/>
                <a:gd name="connsiteX6" fmla="*/ 120958 w 241420"/>
                <a:gd name="connsiteY6" fmla="*/ 243752 h 24408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41420" h="244088">
                  <a:moveTo>
                    <a:pt x="120196" y="243879"/>
                  </a:moveTo>
                  <a:lnTo>
                    <a:pt x="120196" y="243879"/>
                  </a:lnTo>
                  <a:cubicBezTo>
                    <a:pt x="53551" y="243879"/>
                    <a:pt x="-514" y="206332"/>
                    <a:pt x="-514" y="160017"/>
                  </a:cubicBezTo>
                  <a:lnTo>
                    <a:pt x="-514" y="-210"/>
                  </a:lnTo>
                  <a:lnTo>
                    <a:pt x="240906" y="-210"/>
                  </a:lnTo>
                  <a:lnTo>
                    <a:pt x="240906" y="160335"/>
                  </a:lnTo>
                  <a:cubicBezTo>
                    <a:pt x="240906" y="206395"/>
                    <a:pt x="187222" y="243752"/>
                    <a:pt x="120958" y="243752"/>
                  </a:cubicBezTo>
                  <a:close/>
                </a:path>
              </a:pathLst>
            </a:custGeom>
            <a:solidFill>
              <a:srgbClr val="FF93B1"/>
            </a:solidFill>
            <a:ln w="6346" cap="flat">
              <a:noFill/>
              <a:prstDash val="solid"/>
              <a:miter/>
            </a:ln>
          </p:spPr>
          <p:txBody>
            <a:bodyPr rtlCol="0" anchor="ctr"/>
            <a:lstStyle/>
            <a:p>
              <a:endParaRPr lang="zh-CN" altLang="en-US"/>
            </a:p>
          </p:txBody>
        </p:sp>
        <p:sp>
          <p:nvSpPr>
            <p:cNvPr id="87" name="任意多边形 29">
              <a:extLst>
                <a:ext uri="{FF2B5EF4-FFF2-40B4-BE49-F238E27FC236}">
                  <a16:creationId xmlns:a16="http://schemas.microsoft.com/office/drawing/2014/main" id="{69613217-4D0D-4D28-AECC-7E811312A084}"/>
                </a:ext>
              </a:extLst>
            </p:cNvPr>
            <p:cNvSpPr/>
            <p:nvPr/>
          </p:nvSpPr>
          <p:spPr>
            <a:xfrm>
              <a:off x="6190954" y="2434905"/>
              <a:ext cx="140645" cy="163868"/>
            </a:xfrm>
            <a:custGeom>
              <a:avLst/>
              <a:gdLst>
                <a:gd name="connsiteX0" fmla="*/ 89827 w 124220"/>
                <a:gd name="connsiteY0" fmla="*/ 32284 h 144731"/>
                <a:gd name="connsiteX1" fmla="*/ -514 w 124220"/>
                <a:gd name="connsiteY1" fmla="*/ 54139 h 144731"/>
                <a:gd name="connsiteX2" fmla="*/ 109904 w 124220"/>
                <a:gd name="connsiteY2" fmla="*/ 127518 h 144731"/>
                <a:gd name="connsiteX3" fmla="*/ 89827 w 124220"/>
                <a:gd name="connsiteY3" fmla="*/ 32221 h 144731"/>
              </a:gdLst>
              <a:ahLst/>
              <a:cxnLst>
                <a:cxn ang="0">
                  <a:pos x="connsiteX0" y="connsiteY0"/>
                </a:cxn>
                <a:cxn ang="0">
                  <a:pos x="connsiteX1" y="connsiteY1"/>
                </a:cxn>
                <a:cxn ang="0">
                  <a:pos x="connsiteX2" y="connsiteY2"/>
                </a:cxn>
                <a:cxn ang="0">
                  <a:pos x="connsiteX3" y="connsiteY3"/>
                </a:cxn>
              </a:cxnLst>
              <a:rect l="l" t="t" r="r" b="b"/>
              <a:pathLst>
                <a:path w="124220" h="144731">
                  <a:moveTo>
                    <a:pt x="89827" y="32284"/>
                  </a:moveTo>
                  <a:cubicBezTo>
                    <a:pt x="47960" y="-30739"/>
                    <a:pt x="-514" y="9730"/>
                    <a:pt x="-514" y="54139"/>
                  </a:cubicBezTo>
                  <a:cubicBezTo>
                    <a:pt x="-514" y="118306"/>
                    <a:pt x="69752" y="173579"/>
                    <a:pt x="109904" y="127518"/>
                  </a:cubicBezTo>
                  <a:cubicBezTo>
                    <a:pt x="150056" y="81458"/>
                    <a:pt x="89827" y="32221"/>
                    <a:pt x="89827" y="32221"/>
                  </a:cubicBezTo>
                  <a:close/>
                </a:path>
              </a:pathLst>
            </a:custGeom>
            <a:solidFill>
              <a:srgbClr val="FED0D6"/>
            </a:solidFill>
            <a:ln w="6346" cap="flat">
              <a:noFill/>
              <a:prstDash val="solid"/>
              <a:miter/>
            </a:ln>
          </p:spPr>
          <p:txBody>
            <a:bodyPr rtlCol="0" anchor="ctr"/>
            <a:lstStyle/>
            <a:p>
              <a:endParaRPr lang="zh-CN" altLang="en-US"/>
            </a:p>
          </p:txBody>
        </p:sp>
        <p:sp>
          <p:nvSpPr>
            <p:cNvPr id="88" name="任意多边形 30">
              <a:extLst>
                <a:ext uri="{FF2B5EF4-FFF2-40B4-BE49-F238E27FC236}">
                  <a16:creationId xmlns:a16="http://schemas.microsoft.com/office/drawing/2014/main" id="{B1FD2BFA-5D8E-4682-AB04-B62A484D6E39}"/>
                </a:ext>
              </a:extLst>
            </p:cNvPr>
            <p:cNvSpPr/>
            <p:nvPr/>
          </p:nvSpPr>
          <p:spPr>
            <a:xfrm>
              <a:off x="6727091" y="2434905"/>
              <a:ext cx="140816" cy="163868"/>
            </a:xfrm>
            <a:custGeom>
              <a:avLst/>
              <a:gdLst>
                <a:gd name="connsiteX0" fmla="*/ 33579 w 124371"/>
                <a:gd name="connsiteY0" fmla="*/ 32284 h 144731"/>
                <a:gd name="connsiteX1" fmla="*/ 123857 w 124371"/>
                <a:gd name="connsiteY1" fmla="*/ 54139 h 144731"/>
                <a:gd name="connsiteX2" fmla="*/ 13439 w 124371"/>
                <a:gd name="connsiteY2" fmla="*/ 127518 h 144731"/>
                <a:gd name="connsiteX3" fmla="*/ 33579 w 124371"/>
                <a:gd name="connsiteY3" fmla="*/ 32221 h 144731"/>
              </a:gdLst>
              <a:ahLst/>
              <a:cxnLst>
                <a:cxn ang="0">
                  <a:pos x="connsiteX0" y="connsiteY0"/>
                </a:cxn>
                <a:cxn ang="0">
                  <a:pos x="connsiteX1" y="connsiteY1"/>
                </a:cxn>
                <a:cxn ang="0">
                  <a:pos x="connsiteX2" y="connsiteY2"/>
                </a:cxn>
                <a:cxn ang="0">
                  <a:pos x="connsiteX3" y="connsiteY3"/>
                </a:cxn>
              </a:cxnLst>
              <a:rect l="l" t="t" r="r" b="b"/>
              <a:pathLst>
                <a:path w="124371" h="144731">
                  <a:moveTo>
                    <a:pt x="33579" y="32284"/>
                  </a:moveTo>
                  <a:cubicBezTo>
                    <a:pt x="75319" y="-30739"/>
                    <a:pt x="123857" y="9730"/>
                    <a:pt x="123857" y="54139"/>
                  </a:cubicBezTo>
                  <a:cubicBezTo>
                    <a:pt x="123857" y="118306"/>
                    <a:pt x="53972" y="173579"/>
                    <a:pt x="13439" y="127518"/>
                  </a:cubicBezTo>
                  <a:cubicBezTo>
                    <a:pt x="-27095" y="81458"/>
                    <a:pt x="33579" y="32221"/>
                    <a:pt x="33579" y="32221"/>
                  </a:cubicBezTo>
                  <a:close/>
                </a:path>
              </a:pathLst>
            </a:custGeom>
            <a:solidFill>
              <a:srgbClr val="FED0D6"/>
            </a:solidFill>
            <a:ln w="6346" cap="flat">
              <a:noFill/>
              <a:prstDash val="solid"/>
              <a:miter/>
            </a:ln>
          </p:spPr>
          <p:txBody>
            <a:bodyPr rtlCol="0" anchor="ctr"/>
            <a:lstStyle/>
            <a:p>
              <a:endParaRPr lang="zh-CN" altLang="en-US"/>
            </a:p>
          </p:txBody>
        </p:sp>
        <p:sp>
          <p:nvSpPr>
            <p:cNvPr id="89" name="任意多边形 31">
              <a:extLst>
                <a:ext uri="{FF2B5EF4-FFF2-40B4-BE49-F238E27FC236}">
                  <a16:creationId xmlns:a16="http://schemas.microsoft.com/office/drawing/2014/main" id="{A62B84FF-6622-4544-9191-FF2907D58DB0}"/>
                </a:ext>
              </a:extLst>
            </p:cNvPr>
            <p:cNvSpPr/>
            <p:nvPr/>
          </p:nvSpPr>
          <p:spPr>
            <a:xfrm>
              <a:off x="6265196" y="2209296"/>
              <a:ext cx="527030" cy="543940"/>
            </a:xfrm>
            <a:custGeom>
              <a:avLst/>
              <a:gdLst>
                <a:gd name="connsiteX0" fmla="*/ 232068 w 465483"/>
                <a:gd name="connsiteY0" fmla="*/ 480209 h 480418"/>
                <a:gd name="connsiteX1" fmla="*/ 7928 w 465483"/>
                <a:gd name="connsiteY1" fmla="*/ 114266 h 480418"/>
                <a:gd name="connsiteX2" fmla="*/ 456589 w 465483"/>
                <a:gd name="connsiteY2" fmla="*/ 114266 h 480418"/>
                <a:gd name="connsiteX3" fmla="*/ 232068 w 465483"/>
                <a:gd name="connsiteY3" fmla="*/ 480209 h 480418"/>
              </a:gdLst>
              <a:ahLst/>
              <a:cxnLst>
                <a:cxn ang="0">
                  <a:pos x="connsiteX0" y="connsiteY0"/>
                </a:cxn>
                <a:cxn ang="0">
                  <a:pos x="connsiteX1" y="connsiteY1"/>
                </a:cxn>
                <a:cxn ang="0">
                  <a:pos x="connsiteX2" y="connsiteY2"/>
                </a:cxn>
                <a:cxn ang="0">
                  <a:pos x="connsiteX3" y="connsiteY3"/>
                </a:cxn>
              </a:cxnLst>
              <a:rect l="l" t="t" r="r" b="b"/>
              <a:pathLst>
                <a:path w="465483" h="480418">
                  <a:moveTo>
                    <a:pt x="232068" y="480209"/>
                  </a:moveTo>
                  <a:cubicBezTo>
                    <a:pt x="66886" y="480209"/>
                    <a:pt x="-30763" y="299588"/>
                    <a:pt x="7928" y="114266"/>
                  </a:cubicBezTo>
                  <a:cubicBezTo>
                    <a:pt x="39694" y="-38527"/>
                    <a:pt x="424696" y="-38210"/>
                    <a:pt x="456589" y="114266"/>
                  </a:cubicBezTo>
                  <a:cubicBezTo>
                    <a:pt x="495153" y="299588"/>
                    <a:pt x="397251" y="480209"/>
                    <a:pt x="232068" y="480209"/>
                  </a:cubicBezTo>
                  <a:close/>
                </a:path>
              </a:pathLst>
            </a:custGeom>
            <a:solidFill>
              <a:srgbClr val="FED0D6"/>
            </a:solidFill>
            <a:ln w="6346" cap="flat">
              <a:noFill/>
              <a:prstDash val="solid"/>
              <a:miter/>
            </a:ln>
          </p:spPr>
          <p:txBody>
            <a:bodyPr rtlCol="0" anchor="ctr"/>
            <a:lstStyle/>
            <a:p>
              <a:endParaRPr lang="zh-CN" altLang="en-US"/>
            </a:p>
          </p:txBody>
        </p:sp>
        <p:sp>
          <p:nvSpPr>
            <p:cNvPr id="90" name="任意多边形 32">
              <a:extLst>
                <a:ext uri="{FF2B5EF4-FFF2-40B4-BE49-F238E27FC236}">
                  <a16:creationId xmlns:a16="http://schemas.microsoft.com/office/drawing/2014/main" id="{E07061B5-E293-4BAD-BA97-F842C5BB267E}"/>
                </a:ext>
              </a:extLst>
            </p:cNvPr>
            <p:cNvSpPr/>
            <p:nvPr/>
          </p:nvSpPr>
          <p:spPr>
            <a:xfrm>
              <a:off x="6255890" y="2082565"/>
              <a:ext cx="448236" cy="230262"/>
            </a:xfrm>
            <a:custGeom>
              <a:avLst/>
              <a:gdLst>
                <a:gd name="connsiteX0" fmla="*/ 386663 w 395890"/>
                <a:gd name="connsiteY0" fmla="*/ 112221 h 203372"/>
                <a:gd name="connsiteX1" fmla="*/ 250388 w 395890"/>
                <a:gd name="connsiteY1" fmla="*/ 153708 h 203372"/>
                <a:gd name="connsiteX2" fmla="*/ 94799 w 395890"/>
                <a:gd name="connsiteY2" fmla="*/ 202246 h 203372"/>
                <a:gd name="connsiteX3" fmla="*/ 66146 w 395890"/>
                <a:gd name="connsiteY3" fmla="*/ 31028 h 203372"/>
                <a:gd name="connsiteX4" fmla="*/ 386663 w 395890"/>
                <a:gd name="connsiteY4" fmla="*/ 112221 h 20337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95890" h="203372">
                  <a:moveTo>
                    <a:pt x="386663" y="112221"/>
                  </a:moveTo>
                  <a:cubicBezTo>
                    <a:pt x="344034" y="208472"/>
                    <a:pt x="250388" y="153708"/>
                    <a:pt x="250388" y="153708"/>
                  </a:cubicBezTo>
                  <a:cubicBezTo>
                    <a:pt x="207091" y="190022"/>
                    <a:pt x="151062" y="207500"/>
                    <a:pt x="94799" y="202246"/>
                  </a:cubicBezTo>
                  <a:cubicBezTo>
                    <a:pt x="581" y="192970"/>
                    <a:pt x="-48592" y="79439"/>
                    <a:pt x="66146" y="31028"/>
                  </a:cubicBezTo>
                  <a:cubicBezTo>
                    <a:pt x="180884" y="-17383"/>
                    <a:pt x="446701" y="-22784"/>
                    <a:pt x="386663" y="112221"/>
                  </a:cubicBezTo>
                  <a:close/>
                </a:path>
              </a:pathLst>
            </a:custGeom>
            <a:solidFill>
              <a:srgbClr val="981D04"/>
            </a:solidFill>
            <a:ln w="6346" cap="flat">
              <a:noFill/>
              <a:prstDash val="solid"/>
              <a:miter/>
            </a:ln>
          </p:spPr>
          <p:txBody>
            <a:bodyPr rtlCol="0" anchor="ctr"/>
            <a:lstStyle/>
            <a:p>
              <a:endParaRPr lang="zh-CN" altLang="en-US"/>
            </a:p>
          </p:txBody>
        </p:sp>
        <p:sp>
          <p:nvSpPr>
            <p:cNvPr id="91" name="任意多边形 33">
              <a:extLst>
                <a:ext uri="{FF2B5EF4-FFF2-40B4-BE49-F238E27FC236}">
                  <a16:creationId xmlns:a16="http://schemas.microsoft.com/office/drawing/2014/main" id="{481C0E44-BD67-4F0C-B4DA-374303E5DDB8}"/>
                </a:ext>
              </a:extLst>
            </p:cNvPr>
            <p:cNvSpPr/>
            <p:nvPr/>
          </p:nvSpPr>
          <p:spPr>
            <a:xfrm>
              <a:off x="5999615" y="5296537"/>
              <a:ext cx="484830" cy="136671"/>
            </a:xfrm>
            <a:custGeom>
              <a:avLst/>
              <a:gdLst>
                <a:gd name="connsiteX0" fmla="*/ 415046 w 428211"/>
                <a:gd name="connsiteY0" fmla="*/ -210 h 120710"/>
                <a:gd name="connsiteX1" fmla="*/ 150755 w 428211"/>
                <a:gd name="connsiteY1" fmla="*/ -210 h 120710"/>
                <a:gd name="connsiteX2" fmla="*/ -514 w 428211"/>
                <a:gd name="connsiteY2" fmla="*/ 107794 h 120710"/>
                <a:gd name="connsiteX3" fmla="*/ -514 w 428211"/>
                <a:gd name="connsiteY3" fmla="*/ 120500 h 120710"/>
                <a:gd name="connsiteX4" fmla="*/ 425148 w 428211"/>
                <a:gd name="connsiteY4" fmla="*/ 120500 h 120710"/>
                <a:gd name="connsiteX5" fmla="*/ 414856 w 428211"/>
                <a:gd name="connsiteY5" fmla="*/ -210 h 1207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428211" h="120710">
                  <a:moveTo>
                    <a:pt x="415046" y="-210"/>
                  </a:moveTo>
                  <a:lnTo>
                    <a:pt x="150755" y="-210"/>
                  </a:lnTo>
                  <a:cubicBezTo>
                    <a:pt x="150755" y="-210"/>
                    <a:pt x="14924" y="76981"/>
                    <a:pt x="-514" y="107794"/>
                  </a:cubicBezTo>
                  <a:lnTo>
                    <a:pt x="-514" y="120500"/>
                  </a:lnTo>
                  <a:lnTo>
                    <a:pt x="425148" y="120500"/>
                  </a:lnTo>
                  <a:cubicBezTo>
                    <a:pt x="425148" y="120500"/>
                    <a:pt x="435377" y="30412"/>
                    <a:pt x="414856" y="-210"/>
                  </a:cubicBezTo>
                  <a:close/>
                </a:path>
              </a:pathLst>
            </a:custGeom>
            <a:solidFill>
              <a:srgbClr val="00065B"/>
            </a:solidFill>
            <a:ln w="6346" cap="flat">
              <a:noFill/>
              <a:prstDash val="solid"/>
              <a:miter/>
            </a:ln>
          </p:spPr>
          <p:txBody>
            <a:bodyPr rtlCol="0" anchor="ctr"/>
            <a:lstStyle/>
            <a:p>
              <a:endParaRPr lang="zh-CN" altLang="en-US"/>
            </a:p>
          </p:txBody>
        </p:sp>
        <p:sp>
          <p:nvSpPr>
            <p:cNvPr id="92" name="任意多边形 34">
              <a:extLst>
                <a:ext uri="{FF2B5EF4-FFF2-40B4-BE49-F238E27FC236}">
                  <a16:creationId xmlns:a16="http://schemas.microsoft.com/office/drawing/2014/main" id="{0E582F40-17EC-41DE-B69A-CC8D4B776950}"/>
                </a:ext>
              </a:extLst>
            </p:cNvPr>
            <p:cNvSpPr/>
            <p:nvPr/>
          </p:nvSpPr>
          <p:spPr>
            <a:xfrm>
              <a:off x="5999255" y="5433496"/>
              <a:ext cx="483023" cy="22802"/>
            </a:xfrm>
            <a:custGeom>
              <a:avLst/>
              <a:gdLst>
                <a:gd name="connsiteX0" fmla="*/ 426615 w 426615"/>
                <a:gd name="connsiteY0" fmla="*/ 0 h 20139"/>
                <a:gd name="connsiteX1" fmla="*/ 0 w 426615"/>
                <a:gd name="connsiteY1" fmla="*/ 0 h 20139"/>
                <a:gd name="connsiteX2" fmla="*/ 0 w 426615"/>
                <a:gd name="connsiteY2" fmla="*/ 20140 h 20139"/>
                <a:gd name="connsiteX3" fmla="*/ 426615 w 426615"/>
                <a:gd name="connsiteY3" fmla="*/ 20140 h 20139"/>
                <a:gd name="connsiteX4" fmla="*/ 426615 w 426615"/>
                <a:gd name="connsiteY4" fmla="*/ 0 h 20139"/>
                <a:gd name="connsiteX5" fmla="*/ 426615 w 426615"/>
                <a:gd name="connsiteY5" fmla="*/ 0 h 201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426615" h="20139">
                  <a:moveTo>
                    <a:pt x="426615" y="0"/>
                  </a:moveTo>
                  <a:lnTo>
                    <a:pt x="0" y="0"/>
                  </a:lnTo>
                  <a:lnTo>
                    <a:pt x="0" y="20140"/>
                  </a:lnTo>
                  <a:lnTo>
                    <a:pt x="426615" y="20140"/>
                  </a:lnTo>
                  <a:lnTo>
                    <a:pt x="426615" y="0"/>
                  </a:lnTo>
                  <a:lnTo>
                    <a:pt x="426615" y="0"/>
                  </a:lnTo>
                  <a:close/>
                </a:path>
              </a:pathLst>
            </a:custGeom>
            <a:solidFill>
              <a:srgbClr val="434CC0"/>
            </a:solidFill>
            <a:ln w="6346" cap="flat">
              <a:noFill/>
              <a:prstDash val="solid"/>
              <a:miter/>
            </a:ln>
          </p:spPr>
          <p:txBody>
            <a:bodyPr rtlCol="0" anchor="ctr"/>
            <a:lstStyle/>
            <a:p>
              <a:endParaRPr lang="zh-CN" altLang="en-US"/>
            </a:p>
          </p:txBody>
        </p:sp>
        <p:sp>
          <p:nvSpPr>
            <p:cNvPr id="93" name="任意多边形 35">
              <a:extLst>
                <a:ext uri="{FF2B5EF4-FFF2-40B4-BE49-F238E27FC236}">
                  <a16:creationId xmlns:a16="http://schemas.microsoft.com/office/drawing/2014/main" id="{798569BA-AF7F-4EB4-B1DF-004635627DC8}"/>
                </a:ext>
              </a:extLst>
            </p:cNvPr>
            <p:cNvSpPr/>
            <p:nvPr/>
          </p:nvSpPr>
          <p:spPr>
            <a:xfrm>
              <a:off x="6140242" y="3782441"/>
              <a:ext cx="395626" cy="1526181"/>
            </a:xfrm>
            <a:custGeom>
              <a:avLst/>
              <a:gdLst>
                <a:gd name="connsiteX0" fmla="*/ 348910 w 349424"/>
                <a:gd name="connsiteY0" fmla="*/ -210 h 1347952"/>
                <a:gd name="connsiteX1" fmla="*/ 17656 w 349424"/>
                <a:gd name="connsiteY1" fmla="*/ -210 h 1347952"/>
                <a:gd name="connsiteX2" fmla="*/ -514 w 349424"/>
                <a:gd name="connsiteY2" fmla="*/ 1347742 h 1347952"/>
                <a:gd name="connsiteX3" fmla="*/ 305200 w 349424"/>
                <a:gd name="connsiteY3" fmla="*/ 1347742 h 1347952"/>
                <a:gd name="connsiteX4" fmla="*/ 346369 w 349424"/>
                <a:gd name="connsiteY4" fmla="*/ 202583 h 13479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49424" h="1347952">
                  <a:moveTo>
                    <a:pt x="348910" y="-210"/>
                  </a:moveTo>
                  <a:lnTo>
                    <a:pt x="17656" y="-210"/>
                  </a:lnTo>
                  <a:lnTo>
                    <a:pt x="-514" y="1347742"/>
                  </a:lnTo>
                  <a:lnTo>
                    <a:pt x="305200" y="1347742"/>
                  </a:lnTo>
                  <a:cubicBezTo>
                    <a:pt x="305200" y="1347742"/>
                    <a:pt x="303548" y="602833"/>
                    <a:pt x="346369" y="202583"/>
                  </a:cubicBezTo>
                  <a:close/>
                </a:path>
              </a:pathLst>
            </a:custGeom>
            <a:solidFill>
              <a:srgbClr val="981D04"/>
            </a:solidFill>
            <a:ln w="6346" cap="flat">
              <a:noFill/>
              <a:prstDash val="solid"/>
              <a:miter/>
            </a:ln>
          </p:spPr>
          <p:txBody>
            <a:bodyPr rtlCol="0" anchor="ctr"/>
            <a:lstStyle/>
            <a:p>
              <a:endParaRPr lang="zh-CN" altLang="en-US"/>
            </a:p>
          </p:txBody>
        </p:sp>
        <p:sp>
          <p:nvSpPr>
            <p:cNvPr id="94" name="任意多边形 36">
              <a:extLst>
                <a:ext uri="{FF2B5EF4-FFF2-40B4-BE49-F238E27FC236}">
                  <a16:creationId xmlns:a16="http://schemas.microsoft.com/office/drawing/2014/main" id="{59926CDB-04FA-4FE1-988E-CE7C25D8E9F2}"/>
                </a:ext>
              </a:extLst>
            </p:cNvPr>
            <p:cNvSpPr/>
            <p:nvPr/>
          </p:nvSpPr>
          <p:spPr>
            <a:xfrm>
              <a:off x="6583298" y="5296537"/>
              <a:ext cx="484866" cy="136671"/>
            </a:xfrm>
            <a:custGeom>
              <a:avLst/>
              <a:gdLst>
                <a:gd name="connsiteX0" fmla="*/ 12168 w 428243"/>
                <a:gd name="connsiteY0" fmla="*/ -210 h 120710"/>
                <a:gd name="connsiteX1" fmla="*/ 276460 w 428243"/>
                <a:gd name="connsiteY1" fmla="*/ -210 h 120710"/>
                <a:gd name="connsiteX2" fmla="*/ 427729 w 428243"/>
                <a:gd name="connsiteY2" fmla="*/ 107794 h 120710"/>
                <a:gd name="connsiteX3" fmla="*/ 427729 w 428243"/>
                <a:gd name="connsiteY3" fmla="*/ 120500 h 120710"/>
                <a:gd name="connsiteX4" fmla="*/ 2067 w 428243"/>
                <a:gd name="connsiteY4" fmla="*/ 120500 h 120710"/>
                <a:gd name="connsiteX5" fmla="*/ 12295 w 428243"/>
                <a:gd name="connsiteY5" fmla="*/ -210 h 1207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428243" h="120710">
                  <a:moveTo>
                    <a:pt x="12168" y="-210"/>
                  </a:moveTo>
                  <a:lnTo>
                    <a:pt x="276460" y="-210"/>
                  </a:lnTo>
                  <a:cubicBezTo>
                    <a:pt x="276460" y="-210"/>
                    <a:pt x="412354" y="76981"/>
                    <a:pt x="427729" y="107794"/>
                  </a:cubicBezTo>
                  <a:lnTo>
                    <a:pt x="427729" y="120500"/>
                  </a:lnTo>
                  <a:lnTo>
                    <a:pt x="2067" y="120500"/>
                  </a:lnTo>
                  <a:cubicBezTo>
                    <a:pt x="2067" y="120500"/>
                    <a:pt x="-8226" y="30412"/>
                    <a:pt x="12295" y="-210"/>
                  </a:cubicBezTo>
                  <a:close/>
                </a:path>
              </a:pathLst>
            </a:custGeom>
            <a:solidFill>
              <a:srgbClr val="00065B"/>
            </a:solidFill>
            <a:ln w="6346" cap="flat">
              <a:noFill/>
              <a:prstDash val="solid"/>
              <a:miter/>
            </a:ln>
          </p:spPr>
          <p:txBody>
            <a:bodyPr rtlCol="0" anchor="ctr"/>
            <a:lstStyle/>
            <a:p>
              <a:endParaRPr lang="zh-CN" altLang="en-US"/>
            </a:p>
          </p:txBody>
        </p:sp>
        <p:sp>
          <p:nvSpPr>
            <p:cNvPr id="95" name="任意多边形 37">
              <a:extLst>
                <a:ext uri="{FF2B5EF4-FFF2-40B4-BE49-F238E27FC236}">
                  <a16:creationId xmlns:a16="http://schemas.microsoft.com/office/drawing/2014/main" id="{D872F288-332E-409C-96D5-FDDD5009BB43}"/>
                </a:ext>
              </a:extLst>
            </p:cNvPr>
            <p:cNvSpPr/>
            <p:nvPr/>
          </p:nvSpPr>
          <p:spPr>
            <a:xfrm>
              <a:off x="6585142" y="5433496"/>
              <a:ext cx="483023" cy="22802"/>
            </a:xfrm>
            <a:custGeom>
              <a:avLst/>
              <a:gdLst>
                <a:gd name="connsiteX0" fmla="*/ 0 w 426615"/>
                <a:gd name="connsiteY0" fmla="*/ 0 h 20139"/>
                <a:gd name="connsiteX1" fmla="*/ 426615 w 426615"/>
                <a:gd name="connsiteY1" fmla="*/ 0 h 20139"/>
                <a:gd name="connsiteX2" fmla="*/ 426615 w 426615"/>
                <a:gd name="connsiteY2" fmla="*/ 20140 h 20139"/>
                <a:gd name="connsiteX3" fmla="*/ 0 w 426615"/>
                <a:gd name="connsiteY3" fmla="*/ 20140 h 20139"/>
                <a:gd name="connsiteX4" fmla="*/ 0 w 426615"/>
                <a:gd name="connsiteY4" fmla="*/ 0 h 20139"/>
                <a:gd name="connsiteX5" fmla="*/ 0 w 426615"/>
                <a:gd name="connsiteY5" fmla="*/ 0 h 201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426615" h="20139">
                  <a:moveTo>
                    <a:pt x="0" y="0"/>
                  </a:moveTo>
                  <a:lnTo>
                    <a:pt x="426615" y="0"/>
                  </a:lnTo>
                  <a:lnTo>
                    <a:pt x="426615" y="20140"/>
                  </a:lnTo>
                  <a:lnTo>
                    <a:pt x="0" y="20140"/>
                  </a:lnTo>
                  <a:lnTo>
                    <a:pt x="0" y="0"/>
                  </a:lnTo>
                  <a:lnTo>
                    <a:pt x="0" y="0"/>
                  </a:lnTo>
                  <a:close/>
                </a:path>
              </a:pathLst>
            </a:custGeom>
            <a:solidFill>
              <a:srgbClr val="434CC0"/>
            </a:solidFill>
            <a:ln w="6346" cap="flat">
              <a:noFill/>
              <a:prstDash val="solid"/>
              <a:miter/>
            </a:ln>
          </p:spPr>
          <p:txBody>
            <a:bodyPr rtlCol="0" anchor="ctr"/>
            <a:lstStyle/>
            <a:p>
              <a:endParaRPr lang="zh-CN" altLang="en-US"/>
            </a:p>
          </p:txBody>
        </p:sp>
        <p:sp>
          <p:nvSpPr>
            <p:cNvPr id="96" name="任意多边形 38">
              <a:extLst>
                <a:ext uri="{FF2B5EF4-FFF2-40B4-BE49-F238E27FC236}">
                  <a16:creationId xmlns:a16="http://schemas.microsoft.com/office/drawing/2014/main" id="{E6FCDDB0-D49A-4326-B458-BB0DDA3E38AB}"/>
                </a:ext>
              </a:extLst>
            </p:cNvPr>
            <p:cNvSpPr/>
            <p:nvPr/>
          </p:nvSpPr>
          <p:spPr>
            <a:xfrm>
              <a:off x="6531551" y="3782441"/>
              <a:ext cx="395698" cy="1526181"/>
            </a:xfrm>
            <a:custGeom>
              <a:avLst/>
              <a:gdLst>
                <a:gd name="connsiteX0" fmla="*/ -514 w 349488"/>
                <a:gd name="connsiteY0" fmla="*/ -210 h 1347952"/>
                <a:gd name="connsiteX1" fmla="*/ 330803 w 349488"/>
                <a:gd name="connsiteY1" fmla="*/ -210 h 1347952"/>
                <a:gd name="connsiteX2" fmla="*/ 348974 w 349488"/>
                <a:gd name="connsiteY2" fmla="*/ 1347742 h 1347952"/>
                <a:gd name="connsiteX3" fmla="*/ 43259 w 349488"/>
                <a:gd name="connsiteY3" fmla="*/ 1347742 h 1347952"/>
                <a:gd name="connsiteX4" fmla="*/ 2408 w 349488"/>
                <a:gd name="connsiteY4" fmla="*/ 202583 h 13479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49488" h="1347952">
                  <a:moveTo>
                    <a:pt x="-514" y="-210"/>
                  </a:moveTo>
                  <a:lnTo>
                    <a:pt x="330803" y="-210"/>
                  </a:lnTo>
                  <a:lnTo>
                    <a:pt x="348974" y="1347742"/>
                  </a:lnTo>
                  <a:lnTo>
                    <a:pt x="43259" y="1347742"/>
                  </a:lnTo>
                  <a:cubicBezTo>
                    <a:pt x="43259" y="1347742"/>
                    <a:pt x="44911" y="602833"/>
                    <a:pt x="2408" y="202583"/>
                  </a:cubicBezTo>
                  <a:close/>
                </a:path>
              </a:pathLst>
            </a:custGeom>
            <a:solidFill>
              <a:srgbClr val="981D04"/>
            </a:solidFill>
            <a:ln w="6346" cap="flat">
              <a:noFill/>
              <a:prstDash val="solid"/>
              <a:miter/>
            </a:ln>
          </p:spPr>
          <p:txBody>
            <a:bodyPr rtlCol="0" anchor="ctr"/>
            <a:lstStyle/>
            <a:p>
              <a:endParaRPr lang="zh-CN" altLang="en-US"/>
            </a:p>
          </p:txBody>
        </p:sp>
        <p:sp>
          <p:nvSpPr>
            <p:cNvPr id="97" name="任意多边形 39">
              <a:extLst>
                <a:ext uri="{FF2B5EF4-FFF2-40B4-BE49-F238E27FC236}">
                  <a16:creationId xmlns:a16="http://schemas.microsoft.com/office/drawing/2014/main" id="{F969DBDD-0070-42A6-B3A3-30A2869C24E6}"/>
                </a:ext>
              </a:extLst>
            </p:cNvPr>
            <p:cNvSpPr/>
            <p:nvPr/>
          </p:nvSpPr>
          <p:spPr>
            <a:xfrm>
              <a:off x="6096076" y="2836102"/>
              <a:ext cx="877570" cy="1154292"/>
            </a:xfrm>
            <a:custGeom>
              <a:avLst/>
              <a:gdLst>
                <a:gd name="connsiteX0" fmla="*/ 259966 w 775086"/>
                <a:gd name="connsiteY0" fmla="*/ -210 h 1019493"/>
                <a:gd name="connsiteX1" fmla="*/ 380676 w 775086"/>
                <a:gd name="connsiteY1" fmla="*/ 81873 h 1019493"/>
                <a:gd name="connsiteX2" fmla="*/ 383217 w 775086"/>
                <a:gd name="connsiteY2" fmla="*/ 81873 h 1019493"/>
                <a:gd name="connsiteX3" fmla="*/ 501132 w 775086"/>
                <a:gd name="connsiteY3" fmla="*/ -210 h 1019493"/>
                <a:gd name="connsiteX4" fmla="*/ 703735 w 775086"/>
                <a:gd name="connsiteY4" fmla="*/ 40832 h 1019493"/>
                <a:gd name="connsiteX5" fmla="*/ 774573 w 775086"/>
                <a:gd name="connsiteY5" fmla="*/ 943109 h 1019493"/>
                <a:gd name="connsiteX6" fmla="*/ -514 w 775086"/>
                <a:gd name="connsiteY6" fmla="*/ 924050 h 1019493"/>
                <a:gd name="connsiteX7" fmla="*/ 66893 w 775086"/>
                <a:gd name="connsiteY7" fmla="*/ 30603 h 1019493"/>
                <a:gd name="connsiteX8" fmla="*/ 260029 w 775086"/>
                <a:gd name="connsiteY8" fmla="*/ -210 h 101949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775086" h="1019493">
                  <a:moveTo>
                    <a:pt x="259966" y="-210"/>
                  </a:moveTo>
                  <a:cubicBezTo>
                    <a:pt x="277882" y="79268"/>
                    <a:pt x="372734" y="81873"/>
                    <a:pt x="380676" y="81873"/>
                  </a:cubicBezTo>
                  <a:lnTo>
                    <a:pt x="383217" y="81873"/>
                  </a:lnTo>
                  <a:cubicBezTo>
                    <a:pt x="390904" y="81873"/>
                    <a:pt x="480611" y="79268"/>
                    <a:pt x="501132" y="-210"/>
                  </a:cubicBezTo>
                  <a:lnTo>
                    <a:pt x="703735" y="40832"/>
                  </a:lnTo>
                  <a:lnTo>
                    <a:pt x="774573" y="943109"/>
                  </a:lnTo>
                  <a:cubicBezTo>
                    <a:pt x="615743" y="1025700"/>
                    <a:pt x="132394" y="1069347"/>
                    <a:pt x="-514" y="924050"/>
                  </a:cubicBezTo>
                  <a:lnTo>
                    <a:pt x="66893" y="30603"/>
                  </a:lnTo>
                  <a:lnTo>
                    <a:pt x="260029" y="-210"/>
                  </a:lnTo>
                  <a:close/>
                </a:path>
              </a:pathLst>
            </a:custGeom>
            <a:solidFill>
              <a:srgbClr val="00065B"/>
            </a:solidFill>
            <a:ln w="6346" cap="flat">
              <a:noFill/>
              <a:prstDash val="solid"/>
              <a:miter/>
            </a:ln>
          </p:spPr>
          <p:txBody>
            <a:bodyPr rtlCol="0" anchor="ctr"/>
            <a:lstStyle/>
            <a:p>
              <a:endParaRPr lang="zh-CN" altLang="en-US"/>
            </a:p>
          </p:txBody>
        </p:sp>
        <p:sp>
          <p:nvSpPr>
            <p:cNvPr id="98" name="任意多边形 40">
              <a:extLst>
                <a:ext uri="{FF2B5EF4-FFF2-40B4-BE49-F238E27FC236}">
                  <a16:creationId xmlns:a16="http://schemas.microsoft.com/office/drawing/2014/main" id="{6BEC9D0C-C273-4A8D-B2C4-1746C0E399BF}"/>
                </a:ext>
              </a:extLst>
            </p:cNvPr>
            <p:cNvSpPr/>
            <p:nvPr/>
          </p:nvSpPr>
          <p:spPr>
            <a:xfrm>
              <a:off x="5368249" y="3005839"/>
              <a:ext cx="792980" cy="422613"/>
            </a:xfrm>
            <a:custGeom>
              <a:avLst/>
              <a:gdLst>
                <a:gd name="connsiteX0" fmla="*/ 698477 w 700375"/>
                <a:gd name="connsiteY0" fmla="*/ 67344 h 373260"/>
                <a:gd name="connsiteX1" fmla="*/ 582976 w 700375"/>
                <a:gd name="connsiteY1" fmla="*/ 238880 h 373260"/>
                <a:gd name="connsiteX2" fmla="*/ 51470 w 700375"/>
                <a:gd name="connsiteY2" fmla="*/ 369755 h 373260"/>
                <a:gd name="connsiteX3" fmla="*/ 51470 w 700375"/>
                <a:gd name="connsiteY3" fmla="*/ 261751 h 373260"/>
                <a:gd name="connsiteX4" fmla="*/ 505786 w 700375"/>
                <a:gd name="connsiteY4" fmla="*/ 161816 h 373260"/>
                <a:gd name="connsiteX5" fmla="*/ 580181 w 700375"/>
                <a:gd name="connsiteY5" fmla="*/ 74714 h 373260"/>
                <a:gd name="connsiteX6" fmla="*/ 587932 w 700375"/>
                <a:gd name="connsiteY6" fmla="*/ 56798 h 373260"/>
                <a:gd name="connsiteX7" fmla="*/ 587932 w 700375"/>
                <a:gd name="connsiteY7" fmla="*/ 59339 h 373260"/>
                <a:gd name="connsiteX8" fmla="*/ 590474 w 700375"/>
                <a:gd name="connsiteY8" fmla="*/ 51652 h 373260"/>
                <a:gd name="connsiteX9" fmla="*/ 593015 w 700375"/>
                <a:gd name="connsiteY9" fmla="*/ 38945 h 373260"/>
                <a:gd name="connsiteX10" fmla="*/ 698287 w 700375"/>
                <a:gd name="connsiteY10" fmla="*/ 67154 h 37326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700375" h="373260">
                  <a:moveTo>
                    <a:pt x="698477" y="67344"/>
                  </a:moveTo>
                  <a:cubicBezTo>
                    <a:pt x="683039" y="133989"/>
                    <a:pt x="634310" y="195488"/>
                    <a:pt x="582976" y="238880"/>
                  </a:cubicBezTo>
                  <a:cubicBezTo>
                    <a:pt x="439014" y="362068"/>
                    <a:pt x="233933" y="382525"/>
                    <a:pt x="51470" y="369755"/>
                  </a:cubicBezTo>
                  <a:cubicBezTo>
                    <a:pt x="-17843" y="364609"/>
                    <a:pt x="-17843" y="256986"/>
                    <a:pt x="51470" y="261751"/>
                  </a:cubicBezTo>
                  <a:cubicBezTo>
                    <a:pt x="202930" y="274457"/>
                    <a:pt x="385139" y="264356"/>
                    <a:pt x="505786" y="161816"/>
                  </a:cubicBezTo>
                  <a:cubicBezTo>
                    <a:pt x="541681" y="131066"/>
                    <a:pt x="559660" y="110609"/>
                    <a:pt x="580181" y="74714"/>
                  </a:cubicBezTo>
                  <a:cubicBezTo>
                    <a:pt x="582284" y="68545"/>
                    <a:pt x="584876" y="62554"/>
                    <a:pt x="587932" y="56798"/>
                  </a:cubicBezTo>
                  <a:cubicBezTo>
                    <a:pt x="593015" y="46506"/>
                    <a:pt x="582786" y="69504"/>
                    <a:pt x="587932" y="59339"/>
                  </a:cubicBezTo>
                  <a:cubicBezTo>
                    <a:pt x="587932" y="56798"/>
                    <a:pt x="590474" y="54193"/>
                    <a:pt x="590474" y="51652"/>
                  </a:cubicBezTo>
                  <a:cubicBezTo>
                    <a:pt x="591077" y="47370"/>
                    <a:pt x="591928" y="43132"/>
                    <a:pt x="593015" y="38945"/>
                  </a:cubicBezTo>
                  <a:cubicBezTo>
                    <a:pt x="610994" y="-30241"/>
                    <a:pt x="713725" y="509"/>
                    <a:pt x="698287" y="67154"/>
                  </a:cubicBezTo>
                  <a:close/>
                </a:path>
              </a:pathLst>
            </a:custGeom>
            <a:solidFill>
              <a:srgbClr val="FED0D6"/>
            </a:solidFill>
            <a:ln w="6346" cap="flat">
              <a:noFill/>
              <a:prstDash val="solid"/>
              <a:miter/>
            </a:ln>
          </p:spPr>
          <p:txBody>
            <a:bodyPr rtlCol="0" anchor="ctr"/>
            <a:lstStyle/>
            <a:p>
              <a:endParaRPr lang="zh-CN" altLang="en-US"/>
            </a:p>
          </p:txBody>
        </p:sp>
        <p:sp>
          <p:nvSpPr>
            <p:cNvPr id="99" name="任意多边形 41">
              <a:extLst>
                <a:ext uri="{FF2B5EF4-FFF2-40B4-BE49-F238E27FC236}">
                  <a16:creationId xmlns:a16="http://schemas.microsoft.com/office/drawing/2014/main" id="{E3DB0353-9C5F-4EDF-9A4E-390FC212D1B8}"/>
                </a:ext>
              </a:extLst>
            </p:cNvPr>
            <p:cNvSpPr/>
            <p:nvPr/>
          </p:nvSpPr>
          <p:spPr>
            <a:xfrm>
              <a:off x="5555003" y="2870989"/>
              <a:ext cx="617392" cy="613005"/>
            </a:xfrm>
            <a:custGeom>
              <a:avLst/>
              <a:gdLst>
                <a:gd name="connsiteX0" fmla="*/ 14860 w 545292"/>
                <a:gd name="connsiteY0" fmla="*/ 541208 h 541418"/>
                <a:gd name="connsiteX1" fmla="*/ 534550 w 545292"/>
                <a:gd name="connsiteY1" fmla="*/ 283332 h 541418"/>
                <a:gd name="connsiteX2" fmla="*/ 544778 w 545292"/>
                <a:gd name="connsiteY2" fmla="*/ -210 h 541418"/>
                <a:gd name="connsiteX3" fmla="*/ 544778 w 545292"/>
                <a:gd name="connsiteY3" fmla="*/ -210 h 541418"/>
                <a:gd name="connsiteX4" fmla="*/ 356661 w 545292"/>
                <a:gd name="connsiteY4" fmla="*/ 143562 h 541418"/>
                <a:gd name="connsiteX5" fmla="*/ -514 w 545292"/>
                <a:gd name="connsiteY5" fmla="*/ 353662 h 54141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545292" h="541418">
                  <a:moveTo>
                    <a:pt x="14860" y="541208"/>
                  </a:moveTo>
                  <a:cubicBezTo>
                    <a:pt x="14860" y="541208"/>
                    <a:pt x="369367" y="543812"/>
                    <a:pt x="534550" y="283332"/>
                  </a:cubicBezTo>
                  <a:lnTo>
                    <a:pt x="544778" y="-210"/>
                  </a:lnTo>
                  <a:lnTo>
                    <a:pt x="544778" y="-210"/>
                  </a:lnTo>
                  <a:cubicBezTo>
                    <a:pt x="544778" y="-210"/>
                    <a:pt x="471018" y="3793"/>
                    <a:pt x="356661" y="143562"/>
                  </a:cubicBezTo>
                  <a:cubicBezTo>
                    <a:pt x="285251" y="230855"/>
                    <a:pt x="140653" y="363890"/>
                    <a:pt x="-514" y="353662"/>
                  </a:cubicBezTo>
                  <a:close/>
                </a:path>
              </a:pathLst>
            </a:custGeom>
            <a:solidFill>
              <a:srgbClr val="434CC0"/>
            </a:solidFill>
            <a:ln w="6346" cap="flat">
              <a:noFill/>
              <a:prstDash val="solid"/>
              <a:miter/>
            </a:ln>
          </p:spPr>
          <p:txBody>
            <a:bodyPr rtlCol="0" anchor="ctr"/>
            <a:lstStyle/>
            <a:p>
              <a:endParaRPr lang="zh-CN" altLang="en-US"/>
            </a:p>
          </p:txBody>
        </p:sp>
        <p:sp>
          <p:nvSpPr>
            <p:cNvPr id="100" name="任意多边形 42">
              <a:extLst>
                <a:ext uri="{FF2B5EF4-FFF2-40B4-BE49-F238E27FC236}">
                  <a16:creationId xmlns:a16="http://schemas.microsoft.com/office/drawing/2014/main" id="{77F349FF-3F95-422C-B6D3-6D1548E830EA}"/>
                </a:ext>
              </a:extLst>
            </p:cNvPr>
            <p:cNvSpPr/>
            <p:nvPr/>
          </p:nvSpPr>
          <p:spPr>
            <a:xfrm>
              <a:off x="4621893" y="1105990"/>
              <a:ext cx="1140920" cy="1998720"/>
            </a:xfrm>
            <a:custGeom>
              <a:avLst/>
              <a:gdLst>
                <a:gd name="connsiteX0" fmla="*/ 596690 w 1007682"/>
                <a:gd name="connsiteY0" fmla="*/ 1042540 h 1765307"/>
                <a:gd name="connsiteX1" fmla="*/ 596690 w 1007682"/>
                <a:gd name="connsiteY1" fmla="*/ 1209120 h 1765307"/>
                <a:gd name="connsiteX2" fmla="*/ 479747 w 1007682"/>
                <a:gd name="connsiteY2" fmla="*/ 1332124 h 1765307"/>
                <a:gd name="connsiteX3" fmla="*/ 473502 w 1007682"/>
                <a:gd name="connsiteY3" fmla="*/ 1332118 h 1765307"/>
                <a:gd name="connsiteX4" fmla="*/ 350314 w 1007682"/>
                <a:gd name="connsiteY4" fmla="*/ 1209120 h 1765307"/>
                <a:gd name="connsiteX5" fmla="*/ 350314 w 1007682"/>
                <a:gd name="connsiteY5" fmla="*/ 945209 h 1765307"/>
                <a:gd name="connsiteX6" fmla="*/ 352855 w 1007682"/>
                <a:gd name="connsiteY6" fmla="*/ 940063 h 1765307"/>
                <a:gd name="connsiteX7" fmla="*/ 350314 w 1007682"/>
                <a:gd name="connsiteY7" fmla="*/ 934981 h 1765307"/>
                <a:gd name="connsiteX8" fmla="*/ 473502 w 1007682"/>
                <a:gd name="connsiteY8" fmla="*/ 811983 h 1765307"/>
                <a:gd name="connsiteX9" fmla="*/ 760983 w 1007682"/>
                <a:gd name="connsiteY9" fmla="*/ 530157 h 1765307"/>
                <a:gd name="connsiteX10" fmla="*/ 473502 w 1007682"/>
                <a:gd name="connsiteY10" fmla="*/ 245725 h 1765307"/>
                <a:gd name="connsiteX11" fmla="*/ 229667 w 1007682"/>
                <a:gd name="connsiteY11" fmla="*/ 384097 h 1765307"/>
                <a:gd name="connsiteX12" fmla="*/ 62134 w 1007682"/>
                <a:gd name="connsiteY12" fmla="*/ 430888 h 1765307"/>
                <a:gd name="connsiteX13" fmla="*/ 15343 w 1007682"/>
                <a:gd name="connsiteY13" fmla="*/ 263355 h 1765307"/>
                <a:gd name="connsiteX14" fmla="*/ 16645 w 1007682"/>
                <a:gd name="connsiteY14" fmla="*/ 261100 h 1765307"/>
                <a:gd name="connsiteX15" fmla="*/ 473502 w 1007682"/>
                <a:gd name="connsiteY15" fmla="*/ -206 h 1765307"/>
                <a:gd name="connsiteX16" fmla="*/ 1007168 w 1007682"/>
                <a:gd name="connsiteY16" fmla="*/ 530157 h 1765307"/>
                <a:gd name="connsiteX17" fmla="*/ 596499 w 1007682"/>
                <a:gd name="connsiteY17" fmla="*/ 1042540 h 1765307"/>
                <a:gd name="connsiteX18" fmla="*/ 596690 w 1007682"/>
                <a:gd name="connsiteY18" fmla="*/ 1595965 h 1765307"/>
                <a:gd name="connsiteX19" fmla="*/ 596690 w 1007682"/>
                <a:gd name="connsiteY19" fmla="*/ 1642089 h 1765307"/>
                <a:gd name="connsiteX20" fmla="*/ 473502 w 1007682"/>
                <a:gd name="connsiteY20" fmla="*/ 1765086 h 1765307"/>
                <a:gd name="connsiteX21" fmla="*/ 350314 w 1007682"/>
                <a:gd name="connsiteY21" fmla="*/ 1645221 h 1765307"/>
                <a:gd name="connsiteX22" fmla="*/ 350314 w 1007682"/>
                <a:gd name="connsiteY22" fmla="*/ 1642089 h 1765307"/>
                <a:gd name="connsiteX23" fmla="*/ 350314 w 1007682"/>
                <a:gd name="connsiteY23" fmla="*/ 1595965 h 1765307"/>
                <a:gd name="connsiteX24" fmla="*/ 473502 w 1007682"/>
                <a:gd name="connsiteY24" fmla="*/ 1473031 h 1765307"/>
                <a:gd name="connsiteX25" fmla="*/ 596690 w 1007682"/>
                <a:gd name="connsiteY25" fmla="*/ 1592769 h 1765307"/>
                <a:gd name="connsiteX26" fmla="*/ 596690 w 1007682"/>
                <a:gd name="connsiteY26" fmla="*/ 1595965 h 17653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Lst>
              <a:rect l="l" t="t" r="r" b="b"/>
              <a:pathLst>
                <a:path w="1007682" h="1765307">
                  <a:moveTo>
                    <a:pt x="596690" y="1042540"/>
                  </a:moveTo>
                  <a:lnTo>
                    <a:pt x="596690" y="1209120"/>
                  </a:lnTo>
                  <a:cubicBezTo>
                    <a:pt x="598361" y="1275377"/>
                    <a:pt x="546004" y="1330447"/>
                    <a:pt x="479747" y="1332124"/>
                  </a:cubicBezTo>
                  <a:cubicBezTo>
                    <a:pt x="477663" y="1332175"/>
                    <a:pt x="475579" y="1332175"/>
                    <a:pt x="473502" y="1332118"/>
                  </a:cubicBezTo>
                  <a:cubicBezTo>
                    <a:pt x="405529" y="1332156"/>
                    <a:pt x="350384" y="1277093"/>
                    <a:pt x="350314" y="1209120"/>
                  </a:cubicBezTo>
                  <a:lnTo>
                    <a:pt x="350314" y="945209"/>
                  </a:lnTo>
                  <a:cubicBezTo>
                    <a:pt x="350314" y="942668"/>
                    <a:pt x="352855" y="942668"/>
                    <a:pt x="352855" y="940063"/>
                  </a:cubicBezTo>
                  <a:cubicBezTo>
                    <a:pt x="350314" y="937522"/>
                    <a:pt x="350314" y="937522"/>
                    <a:pt x="350314" y="934981"/>
                  </a:cubicBezTo>
                  <a:cubicBezTo>
                    <a:pt x="350314" y="870941"/>
                    <a:pt x="406793" y="811983"/>
                    <a:pt x="473502" y="811983"/>
                  </a:cubicBezTo>
                  <a:cubicBezTo>
                    <a:pt x="632649" y="811983"/>
                    <a:pt x="760983" y="686445"/>
                    <a:pt x="760983" y="530157"/>
                  </a:cubicBezTo>
                  <a:cubicBezTo>
                    <a:pt x="760983" y="368723"/>
                    <a:pt x="632649" y="245725"/>
                    <a:pt x="473502" y="245725"/>
                  </a:cubicBezTo>
                  <a:cubicBezTo>
                    <a:pt x="373636" y="246094"/>
                    <a:pt x="281198" y="298552"/>
                    <a:pt x="229667" y="384097"/>
                  </a:cubicBezTo>
                  <a:cubicBezTo>
                    <a:pt x="196326" y="443283"/>
                    <a:pt x="121320" y="464230"/>
                    <a:pt x="62134" y="430888"/>
                  </a:cubicBezTo>
                  <a:cubicBezTo>
                    <a:pt x="2948" y="397547"/>
                    <a:pt x="-17999" y="322541"/>
                    <a:pt x="15343" y="263355"/>
                  </a:cubicBezTo>
                  <a:cubicBezTo>
                    <a:pt x="15769" y="262599"/>
                    <a:pt x="16201" y="261850"/>
                    <a:pt x="16645" y="261100"/>
                  </a:cubicBezTo>
                  <a:cubicBezTo>
                    <a:pt x="111346" y="98668"/>
                    <a:pt x="285480" y="-930"/>
                    <a:pt x="473502" y="-206"/>
                  </a:cubicBezTo>
                  <a:cubicBezTo>
                    <a:pt x="766129" y="-206"/>
                    <a:pt x="1007168" y="235497"/>
                    <a:pt x="1007168" y="530157"/>
                  </a:cubicBezTo>
                  <a:cubicBezTo>
                    <a:pt x="1007168" y="778693"/>
                    <a:pt x="832647" y="988792"/>
                    <a:pt x="596499" y="1042540"/>
                  </a:cubicBezTo>
                  <a:close/>
                  <a:moveTo>
                    <a:pt x="596690" y="1595965"/>
                  </a:moveTo>
                  <a:lnTo>
                    <a:pt x="596690" y="1642089"/>
                  </a:lnTo>
                  <a:cubicBezTo>
                    <a:pt x="596690" y="1713816"/>
                    <a:pt x="545356" y="1765086"/>
                    <a:pt x="473502" y="1765086"/>
                  </a:cubicBezTo>
                  <a:cubicBezTo>
                    <a:pt x="406387" y="1766001"/>
                    <a:pt x="351235" y="1712336"/>
                    <a:pt x="350314" y="1645221"/>
                  </a:cubicBezTo>
                  <a:cubicBezTo>
                    <a:pt x="350301" y="1644179"/>
                    <a:pt x="350301" y="1643131"/>
                    <a:pt x="350314" y="1642089"/>
                  </a:cubicBezTo>
                  <a:lnTo>
                    <a:pt x="350314" y="1595965"/>
                  </a:lnTo>
                  <a:cubicBezTo>
                    <a:pt x="351305" y="1528386"/>
                    <a:pt x="405923" y="1473882"/>
                    <a:pt x="473502" y="1473031"/>
                  </a:cubicBezTo>
                  <a:cubicBezTo>
                    <a:pt x="540585" y="1472078"/>
                    <a:pt x="595737" y="1525686"/>
                    <a:pt x="596690" y="1592769"/>
                  </a:cubicBezTo>
                  <a:cubicBezTo>
                    <a:pt x="596703" y="1593830"/>
                    <a:pt x="596703" y="1594897"/>
                    <a:pt x="596690" y="1595965"/>
                  </a:cubicBezTo>
                  <a:close/>
                </a:path>
              </a:pathLst>
            </a:custGeom>
            <a:solidFill>
              <a:srgbClr val="FFC545"/>
            </a:solidFill>
            <a:ln w="6346" cap="flat">
              <a:noFill/>
              <a:prstDash val="solid"/>
              <a:miter/>
            </a:ln>
          </p:spPr>
          <p:txBody>
            <a:bodyPr rtlCol="0" anchor="ctr"/>
            <a:lstStyle/>
            <a:p>
              <a:endParaRPr lang="zh-CN" altLang="en-US"/>
            </a:p>
          </p:txBody>
        </p:sp>
        <p:sp>
          <p:nvSpPr>
            <p:cNvPr id="101" name="任意多边形 43">
              <a:extLst>
                <a:ext uri="{FF2B5EF4-FFF2-40B4-BE49-F238E27FC236}">
                  <a16:creationId xmlns:a16="http://schemas.microsoft.com/office/drawing/2014/main" id="{FD362422-1829-47D1-9318-B660BA5738B1}"/>
                </a:ext>
              </a:extLst>
            </p:cNvPr>
            <p:cNvSpPr/>
            <p:nvPr/>
          </p:nvSpPr>
          <p:spPr>
            <a:xfrm>
              <a:off x="6447837" y="2687348"/>
              <a:ext cx="549892" cy="723736"/>
            </a:xfrm>
            <a:custGeom>
              <a:avLst/>
              <a:gdLst>
                <a:gd name="connsiteX0" fmla="*/ 104936 w 485675"/>
                <a:gd name="connsiteY0" fmla="*/ 49599 h 639217"/>
                <a:gd name="connsiteX1" fmla="*/ 228188 w 485675"/>
                <a:gd name="connsiteY1" fmla="*/ 397943 h 639217"/>
                <a:gd name="connsiteX2" fmla="*/ 282126 w 485675"/>
                <a:gd name="connsiteY2" fmla="*/ 492733 h 639217"/>
                <a:gd name="connsiteX3" fmla="*/ 305252 w 485675"/>
                <a:gd name="connsiteY3" fmla="*/ 523482 h 639217"/>
                <a:gd name="connsiteX4" fmla="*/ 315544 w 485675"/>
                <a:gd name="connsiteY4" fmla="*/ 533711 h 639217"/>
                <a:gd name="connsiteX5" fmla="*/ 294959 w 485675"/>
                <a:gd name="connsiteY5" fmla="*/ 533711 h 639217"/>
                <a:gd name="connsiteX6" fmla="*/ 310398 w 485675"/>
                <a:gd name="connsiteY6" fmla="*/ 513253 h 639217"/>
                <a:gd name="connsiteX7" fmla="*/ 341210 w 485675"/>
                <a:gd name="connsiteY7" fmla="*/ 456837 h 639217"/>
                <a:gd name="connsiteX8" fmla="*/ 379711 w 485675"/>
                <a:gd name="connsiteY8" fmla="*/ 308300 h 639217"/>
                <a:gd name="connsiteX9" fmla="*/ 484982 w 485675"/>
                <a:gd name="connsiteY9" fmla="*/ 308300 h 639217"/>
                <a:gd name="connsiteX10" fmla="*/ 364272 w 485675"/>
                <a:gd name="connsiteY10" fmla="*/ 613252 h 639217"/>
                <a:gd name="connsiteX11" fmla="*/ 179395 w 485675"/>
                <a:gd name="connsiteY11" fmla="*/ 528692 h 639217"/>
                <a:gd name="connsiteX12" fmla="*/ 53602 w 485675"/>
                <a:gd name="connsiteY12" fmla="*/ 267449 h 639217"/>
                <a:gd name="connsiteX13" fmla="*/ -336 w 485675"/>
                <a:gd name="connsiteY13" fmla="*/ 49726 h 639217"/>
                <a:gd name="connsiteX14" fmla="*/ 104936 w 485675"/>
                <a:gd name="connsiteY14" fmla="*/ 49726 h 6392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485675" h="639217">
                  <a:moveTo>
                    <a:pt x="104936" y="49599"/>
                  </a:moveTo>
                  <a:cubicBezTo>
                    <a:pt x="115228" y="172533"/>
                    <a:pt x="174312" y="290384"/>
                    <a:pt x="228188" y="397943"/>
                  </a:cubicBezTo>
                  <a:cubicBezTo>
                    <a:pt x="246167" y="431234"/>
                    <a:pt x="261605" y="461983"/>
                    <a:pt x="282126" y="492733"/>
                  </a:cubicBezTo>
                  <a:lnTo>
                    <a:pt x="305252" y="523482"/>
                  </a:lnTo>
                  <a:cubicBezTo>
                    <a:pt x="307793" y="528565"/>
                    <a:pt x="320626" y="536188"/>
                    <a:pt x="315544" y="533711"/>
                  </a:cubicBezTo>
                  <a:cubicBezTo>
                    <a:pt x="297564" y="541398"/>
                    <a:pt x="290131" y="541398"/>
                    <a:pt x="294959" y="533711"/>
                  </a:cubicBezTo>
                  <a:cubicBezTo>
                    <a:pt x="302647" y="528565"/>
                    <a:pt x="305252" y="521004"/>
                    <a:pt x="310398" y="513253"/>
                  </a:cubicBezTo>
                  <a:cubicBezTo>
                    <a:pt x="322596" y="495566"/>
                    <a:pt x="332951" y="476659"/>
                    <a:pt x="341210" y="456837"/>
                  </a:cubicBezTo>
                  <a:cubicBezTo>
                    <a:pt x="364145" y="410497"/>
                    <a:pt x="377233" y="359932"/>
                    <a:pt x="379711" y="308300"/>
                  </a:cubicBezTo>
                  <a:cubicBezTo>
                    <a:pt x="382252" y="241719"/>
                    <a:pt x="490129" y="241719"/>
                    <a:pt x="484982" y="308300"/>
                  </a:cubicBezTo>
                  <a:cubicBezTo>
                    <a:pt x="479837" y="410777"/>
                    <a:pt x="441336" y="541398"/>
                    <a:pt x="364272" y="613252"/>
                  </a:cubicBezTo>
                  <a:cubicBezTo>
                    <a:pt x="287208" y="685107"/>
                    <a:pt x="218149" y="590190"/>
                    <a:pt x="179395" y="528692"/>
                  </a:cubicBezTo>
                  <a:cubicBezTo>
                    <a:pt x="128061" y="446736"/>
                    <a:pt x="92102" y="357156"/>
                    <a:pt x="53602" y="267449"/>
                  </a:cubicBezTo>
                  <a:cubicBezTo>
                    <a:pt x="25185" y="197869"/>
                    <a:pt x="7014" y="124528"/>
                    <a:pt x="-336" y="49726"/>
                  </a:cubicBezTo>
                  <a:cubicBezTo>
                    <a:pt x="-5419" y="-16855"/>
                    <a:pt x="99853" y="-16855"/>
                    <a:pt x="104936" y="49726"/>
                  </a:cubicBezTo>
                  <a:close/>
                </a:path>
              </a:pathLst>
            </a:custGeom>
            <a:solidFill>
              <a:srgbClr val="FED0D6"/>
            </a:solidFill>
            <a:ln w="6346" cap="flat">
              <a:noFill/>
              <a:prstDash val="solid"/>
              <a:miter/>
            </a:ln>
          </p:spPr>
          <p:txBody>
            <a:bodyPr rtlCol="0" anchor="ctr"/>
            <a:lstStyle/>
            <a:p>
              <a:endParaRPr lang="zh-CN" altLang="en-US"/>
            </a:p>
          </p:txBody>
        </p:sp>
        <p:sp>
          <p:nvSpPr>
            <p:cNvPr id="102" name="任意多边形 44">
              <a:extLst>
                <a:ext uri="{FF2B5EF4-FFF2-40B4-BE49-F238E27FC236}">
                  <a16:creationId xmlns:a16="http://schemas.microsoft.com/office/drawing/2014/main" id="{445B09FD-B671-48A6-B3AD-4FB7043E90D1}"/>
                </a:ext>
              </a:extLst>
            </p:cNvPr>
            <p:cNvSpPr/>
            <p:nvPr/>
          </p:nvSpPr>
          <p:spPr>
            <a:xfrm>
              <a:off x="6450484" y="2821356"/>
              <a:ext cx="595677" cy="626971"/>
            </a:xfrm>
            <a:custGeom>
              <a:avLst/>
              <a:gdLst>
                <a:gd name="connsiteX0" fmla="*/ 391667 w 526113"/>
                <a:gd name="connsiteY0" fmla="*/ 53983 h 553753"/>
                <a:gd name="connsiteX1" fmla="*/ 525083 w 526113"/>
                <a:gd name="connsiteY1" fmla="*/ 215734 h 553753"/>
                <a:gd name="connsiteX2" fmla="*/ 273815 w 526113"/>
                <a:gd name="connsiteY2" fmla="*/ 552135 h 553753"/>
                <a:gd name="connsiteX3" fmla="*/ -514 w 526113"/>
                <a:gd name="connsiteY3" fmla="*/ 53983 h 553753"/>
                <a:gd name="connsiteX4" fmla="*/ 137540 w 526113"/>
                <a:gd name="connsiteY4" fmla="*/ -210 h 553753"/>
                <a:gd name="connsiteX5" fmla="*/ 299037 w 526113"/>
                <a:gd name="connsiteY5" fmla="*/ 364398 h 553753"/>
                <a:gd name="connsiteX6" fmla="*/ 391667 w 526113"/>
                <a:gd name="connsiteY6" fmla="*/ 53983 h 5537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526113" h="553753">
                  <a:moveTo>
                    <a:pt x="391667" y="53983"/>
                  </a:moveTo>
                  <a:cubicBezTo>
                    <a:pt x="391667" y="53983"/>
                    <a:pt x="535248" y="69357"/>
                    <a:pt x="525083" y="215734"/>
                  </a:cubicBezTo>
                  <a:cubicBezTo>
                    <a:pt x="514791" y="364653"/>
                    <a:pt x="391667" y="572656"/>
                    <a:pt x="273815" y="552135"/>
                  </a:cubicBezTo>
                  <a:cubicBezTo>
                    <a:pt x="155837" y="529009"/>
                    <a:pt x="27630" y="187463"/>
                    <a:pt x="-514" y="53983"/>
                  </a:cubicBezTo>
                  <a:lnTo>
                    <a:pt x="137540" y="-210"/>
                  </a:lnTo>
                  <a:cubicBezTo>
                    <a:pt x="137540" y="-210"/>
                    <a:pt x="275975" y="356711"/>
                    <a:pt x="299037" y="364398"/>
                  </a:cubicBezTo>
                  <a:lnTo>
                    <a:pt x="391667" y="53983"/>
                  </a:lnTo>
                  <a:close/>
                </a:path>
              </a:pathLst>
            </a:custGeom>
            <a:solidFill>
              <a:srgbClr val="434CC0"/>
            </a:solidFill>
            <a:ln w="6346" cap="flat">
              <a:noFill/>
              <a:prstDash val="solid"/>
              <a:miter/>
            </a:ln>
          </p:spPr>
          <p:txBody>
            <a:bodyPr rtlCol="0" anchor="ctr"/>
            <a:lstStyle/>
            <a:p>
              <a:endParaRPr lang="zh-CN" altLang="en-US"/>
            </a:p>
          </p:txBody>
        </p:sp>
        <p:sp>
          <p:nvSpPr>
            <p:cNvPr id="103" name="任意多边形 45">
              <a:extLst>
                <a:ext uri="{FF2B5EF4-FFF2-40B4-BE49-F238E27FC236}">
                  <a16:creationId xmlns:a16="http://schemas.microsoft.com/office/drawing/2014/main" id="{2EC49148-3333-4B03-9518-4BC048042457}"/>
                </a:ext>
              </a:extLst>
            </p:cNvPr>
            <p:cNvSpPr/>
            <p:nvPr/>
          </p:nvSpPr>
          <p:spPr>
            <a:xfrm>
              <a:off x="8263601" y="2004798"/>
              <a:ext cx="273214" cy="237195"/>
            </a:xfrm>
            <a:custGeom>
              <a:avLst/>
              <a:gdLst>
                <a:gd name="connsiteX0" fmla="*/ -513 w 241308"/>
                <a:gd name="connsiteY0" fmla="*/ 130082 h 209495"/>
                <a:gd name="connsiteX1" fmla="*/ 215813 w 241308"/>
                <a:gd name="connsiteY1" fmla="*/ 56513 h 209495"/>
                <a:gd name="connsiteX2" fmla="*/ 122294 w 241308"/>
                <a:gd name="connsiteY2" fmla="*/ 208608 h 209495"/>
                <a:gd name="connsiteX3" fmla="*/ 21470 w 241308"/>
                <a:gd name="connsiteY3" fmla="*/ 130972 h 209495"/>
              </a:gdLst>
              <a:ahLst/>
              <a:cxnLst>
                <a:cxn ang="0">
                  <a:pos x="connsiteX0" y="connsiteY0"/>
                </a:cxn>
                <a:cxn ang="0">
                  <a:pos x="connsiteX1" y="connsiteY1"/>
                </a:cxn>
                <a:cxn ang="0">
                  <a:pos x="connsiteX2" y="connsiteY2"/>
                </a:cxn>
                <a:cxn ang="0">
                  <a:pos x="connsiteX3" y="connsiteY3"/>
                </a:cxn>
              </a:cxnLst>
              <a:rect l="l" t="t" r="r" b="b"/>
              <a:pathLst>
                <a:path w="241308" h="209495">
                  <a:moveTo>
                    <a:pt x="-513" y="130082"/>
                  </a:moveTo>
                  <a:cubicBezTo>
                    <a:pt x="-1084" y="1177"/>
                    <a:pt x="150439" y="-48188"/>
                    <a:pt x="215813" y="56513"/>
                  </a:cubicBezTo>
                  <a:cubicBezTo>
                    <a:pt x="281187" y="161213"/>
                    <a:pt x="207046" y="216104"/>
                    <a:pt x="122294" y="208608"/>
                  </a:cubicBezTo>
                  <a:cubicBezTo>
                    <a:pt x="37543" y="201111"/>
                    <a:pt x="21470" y="130972"/>
                    <a:pt x="21470" y="130972"/>
                  </a:cubicBezTo>
                  <a:close/>
                </a:path>
              </a:pathLst>
            </a:custGeom>
            <a:solidFill>
              <a:srgbClr val="981D04"/>
            </a:solidFill>
            <a:ln w="6346" cap="flat">
              <a:noFill/>
              <a:prstDash val="solid"/>
              <a:miter/>
            </a:ln>
          </p:spPr>
          <p:txBody>
            <a:bodyPr rtlCol="0" anchor="ctr"/>
            <a:lstStyle/>
            <a:p>
              <a:endParaRPr lang="zh-CN" altLang="en-US"/>
            </a:p>
          </p:txBody>
        </p:sp>
        <p:sp>
          <p:nvSpPr>
            <p:cNvPr id="104" name="任意多边形 46">
              <a:extLst>
                <a:ext uri="{FF2B5EF4-FFF2-40B4-BE49-F238E27FC236}">
                  <a16:creationId xmlns:a16="http://schemas.microsoft.com/office/drawing/2014/main" id="{EAE871DD-7983-4B2F-B9DE-5DAC59F4F2B0}"/>
                </a:ext>
              </a:extLst>
            </p:cNvPr>
            <p:cNvSpPr/>
            <p:nvPr/>
          </p:nvSpPr>
          <p:spPr>
            <a:xfrm>
              <a:off x="8197929" y="2105151"/>
              <a:ext cx="197911" cy="239513"/>
            </a:xfrm>
            <a:custGeom>
              <a:avLst/>
              <a:gdLst>
                <a:gd name="connsiteX0" fmla="*/ -514 w 174799"/>
                <a:gd name="connsiteY0" fmla="*/ 24739 h 211542"/>
                <a:gd name="connsiteX1" fmla="*/ 166701 w 174799"/>
                <a:gd name="connsiteY1" fmla="*/ 92020 h 211542"/>
                <a:gd name="connsiteX2" fmla="*/ 160348 w 174799"/>
                <a:gd name="connsiteY2" fmla="*/ 211332 h 211542"/>
              </a:gdLst>
              <a:ahLst/>
              <a:cxnLst>
                <a:cxn ang="0">
                  <a:pos x="connsiteX0" y="connsiteY0"/>
                </a:cxn>
                <a:cxn ang="0">
                  <a:pos x="connsiteX1" y="connsiteY1"/>
                </a:cxn>
                <a:cxn ang="0">
                  <a:pos x="connsiteX2" y="connsiteY2"/>
                </a:cxn>
              </a:cxnLst>
              <a:rect l="l" t="t" r="r" b="b"/>
              <a:pathLst>
                <a:path w="174799" h="211542">
                  <a:moveTo>
                    <a:pt x="-514" y="24739"/>
                  </a:moveTo>
                  <a:cubicBezTo>
                    <a:pt x="35890" y="-41461"/>
                    <a:pt x="146498" y="39161"/>
                    <a:pt x="166701" y="92020"/>
                  </a:cubicBezTo>
                  <a:cubicBezTo>
                    <a:pt x="186904" y="144878"/>
                    <a:pt x="160348" y="211332"/>
                    <a:pt x="160348" y="211332"/>
                  </a:cubicBezTo>
                  <a:close/>
                </a:path>
              </a:pathLst>
            </a:custGeom>
            <a:solidFill>
              <a:srgbClr val="F93F57"/>
            </a:solidFill>
            <a:ln w="6346" cap="flat">
              <a:noFill/>
              <a:prstDash val="solid"/>
              <a:miter/>
            </a:ln>
          </p:spPr>
          <p:txBody>
            <a:bodyPr rtlCol="0" anchor="ctr"/>
            <a:lstStyle/>
            <a:p>
              <a:endParaRPr lang="zh-CN" altLang="en-US"/>
            </a:p>
          </p:txBody>
        </p:sp>
        <p:sp>
          <p:nvSpPr>
            <p:cNvPr id="105" name="任意多边形 47">
              <a:extLst>
                <a:ext uri="{FF2B5EF4-FFF2-40B4-BE49-F238E27FC236}">
                  <a16:creationId xmlns:a16="http://schemas.microsoft.com/office/drawing/2014/main" id="{C7041BE2-FD0B-4EC3-842A-F510474C372C}"/>
                </a:ext>
              </a:extLst>
            </p:cNvPr>
            <p:cNvSpPr/>
            <p:nvPr/>
          </p:nvSpPr>
          <p:spPr>
            <a:xfrm>
              <a:off x="7774250" y="2086348"/>
              <a:ext cx="652587" cy="579300"/>
            </a:xfrm>
            <a:custGeom>
              <a:avLst/>
              <a:gdLst>
                <a:gd name="connsiteX0" fmla="*/ -514 w 576377"/>
                <a:gd name="connsiteY0" fmla="*/ 291788 h 511649"/>
                <a:gd name="connsiteX1" fmla="*/ 355898 w 576377"/>
                <a:gd name="connsiteY1" fmla="*/ 7992 h 511649"/>
                <a:gd name="connsiteX2" fmla="*/ 556976 w 576377"/>
                <a:gd name="connsiteY2" fmla="*/ 175842 h 511649"/>
                <a:gd name="connsiteX3" fmla="*/ 473114 w 576377"/>
                <a:gd name="connsiteY3" fmla="*/ 482701 h 511649"/>
                <a:gd name="connsiteX4" fmla="*/ -514 w 576377"/>
                <a:gd name="connsiteY4" fmla="*/ 291661 h 51164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76377" h="511649">
                  <a:moveTo>
                    <a:pt x="-514" y="291788"/>
                  </a:moveTo>
                  <a:cubicBezTo>
                    <a:pt x="10667" y="33341"/>
                    <a:pt x="203739" y="-24473"/>
                    <a:pt x="355898" y="7992"/>
                  </a:cubicBezTo>
                  <a:cubicBezTo>
                    <a:pt x="508056" y="40456"/>
                    <a:pt x="556976" y="175842"/>
                    <a:pt x="556976" y="175842"/>
                  </a:cubicBezTo>
                  <a:cubicBezTo>
                    <a:pt x="556976" y="175842"/>
                    <a:pt x="635247" y="359195"/>
                    <a:pt x="473114" y="482701"/>
                  </a:cubicBezTo>
                  <a:cubicBezTo>
                    <a:pt x="310981" y="606206"/>
                    <a:pt x="-514" y="291661"/>
                    <a:pt x="-514" y="291661"/>
                  </a:cubicBezTo>
                  <a:close/>
                </a:path>
              </a:pathLst>
            </a:custGeom>
            <a:solidFill>
              <a:srgbClr val="981D04"/>
            </a:solidFill>
            <a:ln w="6346" cap="flat">
              <a:noFill/>
              <a:prstDash val="solid"/>
              <a:miter/>
            </a:ln>
          </p:spPr>
          <p:txBody>
            <a:bodyPr rtlCol="0" anchor="ctr"/>
            <a:lstStyle/>
            <a:p>
              <a:endParaRPr lang="zh-CN" altLang="en-US"/>
            </a:p>
          </p:txBody>
        </p:sp>
        <p:sp>
          <p:nvSpPr>
            <p:cNvPr id="106" name="任意多边形 48">
              <a:extLst>
                <a:ext uri="{FF2B5EF4-FFF2-40B4-BE49-F238E27FC236}">
                  <a16:creationId xmlns:a16="http://schemas.microsoft.com/office/drawing/2014/main" id="{2A248F19-9EC1-4FB0-B410-BD97EDCEBE73}"/>
                </a:ext>
              </a:extLst>
            </p:cNvPr>
            <p:cNvSpPr/>
            <p:nvPr/>
          </p:nvSpPr>
          <p:spPr>
            <a:xfrm>
              <a:off x="7926027" y="2682959"/>
              <a:ext cx="248884" cy="276290"/>
            </a:xfrm>
            <a:custGeom>
              <a:avLst/>
              <a:gdLst>
                <a:gd name="connsiteX0" fmla="*/ 109395 w 219819"/>
                <a:gd name="connsiteY0" fmla="*/ 243815 h 244025"/>
                <a:gd name="connsiteX1" fmla="*/ 109395 w 219819"/>
                <a:gd name="connsiteY1" fmla="*/ 243815 h 244025"/>
                <a:gd name="connsiteX2" fmla="*/ -514 w 219819"/>
                <a:gd name="connsiteY2" fmla="*/ 160906 h 244025"/>
                <a:gd name="connsiteX3" fmla="*/ -514 w 219819"/>
                <a:gd name="connsiteY3" fmla="*/ -210 h 244025"/>
                <a:gd name="connsiteX4" fmla="*/ 219305 w 219819"/>
                <a:gd name="connsiteY4" fmla="*/ -210 h 244025"/>
                <a:gd name="connsiteX5" fmla="*/ 219305 w 219819"/>
                <a:gd name="connsiteY5" fmla="*/ 160017 h 244025"/>
                <a:gd name="connsiteX6" fmla="*/ 110602 w 219819"/>
                <a:gd name="connsiteY6" fmla="*/ 243815 h 2440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19819" h="244025">
                  <a:moveTo>
                    <a:pt x="109395" y="243815"/>
                  </a:moveTo>
                  <a:lnTo>
                    <a:pt x="109395" y="243815"/>
                  </a:lnTo>
                  <a:cubicBezTo>
                    <a:pt x="48976" y="243815"/>
                    <a:pt x="-197" y="206967"/>
                    <a:pt x="-514" y="160906"/>
                  </a:cubicBezTo>
                  <a:lnTo>
                    <a:pt x="-514" y="-210"/>
                  </a:lnTo>
                  <a:lnTo>
                    <a:pt x="219305" y="-210"/>
                  </a:lnTo>
                  <a:lnTo>
                    <a:pt x="219305" y="160017"/>
                  </a:lnTo>
                  <a:cubicBezTo>
                    <a:pt x="219305" y="206014"/>
                    <a:pt x="170958" y="243498"/>
                    <a:pt x="110602" y="243815"/>
                  </a:cubicBezTo>
                  <a:close/>
                </a:path>
              </a:pathLst>
            </a:custGeom>
            <a:solidFill>
              <a:srgbClr val="FF93B1"/>
            </a:solidFill>
            <a:ln w="6346" cap="flat">
              <a:noFill/>
              <a:prstDash val="solid"/>
              <a:miter/>
            </a:ln>
          </p:spPr>
          <p:txBody>
            <a:bodyPr rtlCol="0" anchor="ctr"/>
            <a:lstStyle/>
            <a:p>
              <a:endParaRPr lang="zh-CN" altLang="en-US"/>
            </a:p>
          </p:txBody>
        </p:sp>
        <p:sp>
          <p:nvSpPr>
            <p:cNvPr id="107" name="任意多边形 49">
              <a:extLst>
                <a:ext uri="{FF2B5EF4-FFF2-40B4-BE49-F238E27FC236}">
                  <a16:creationId xmlns:a16="http://schemas.microsoft.com/office/drawing/2014/main" id="{23F03EC5-4622-4B36-8CBF-E84FF25BDD29}"/>
                </a:ext>
              </a:extLst>
            </p:cNvPr>
            <p:cNvSpPr/>
            <p:nvPr/>
          </p:nvSpPr>
          <p:spPr>
            <a:xfrm>
              <a:off x="7730087" y="2415564"/>
              <a:ext cx="132524" cy="169000"/>
            </a:xfrm>
            <a:custGeom>
              <a:avLst/>
              <a:gdLst>
                <a:gd name="connsiteX0" fmla="*/ 93764 w 117048"/>
                <a:gd name="connsiteY0" fmla="*/ 41043 h 149264"/>
                <a:gd name="connsiteX1" fmla="*/ 1072 w 117048"/>
                <a:gd name="connsiteY1" fmla="*/ 45490 h 149264"/>
                <a:gd name="connsiteX2" fmla="*/ 95670 w 117048"/>
                <a:gd name="connsiteY2" fmla="*/ 138183 h 149264"/>
                <a:gd name="connsiteX3" fmla="*/ 93764 w 117048"/>
                <a:gd name="connsiteY3" fmla="*/ 41043 h 149264"/>
              </a:gdLst>
              <a:ahLst/>
              <a:cxnLst>
                <a:cxn ang="0">
                  <a:pos x="connsiteX0" y="connsiteY0"/>
                </a:cxn>
                <a:cxn ang="0">
                  <a:pos x="connsiteX1" y="connsiteY1"/>
                </a:cxn>
                <a:cxn ang="0">
                  <a:pos x="connsiteX2" y="connsiteY2"/>
                </a:cxn>
                <a:cxn ang="0">
                  <a:pos x="connsiteX3" y="connsiteY3"/>
                </a:cxn>
              </a:cxnLst>
              <a:rect l="l" t="t" r="r" b="b"/>
              <a:pathLst>
                <a:path w="117048" h="149264">
                  <a:moveTo>
                    <a:pt x="93764" y="41043"/>
                  </a:moveTo>
                  <a:cubicBezTo>
                    <a:pt x="64540" y="-28842"/>
                    <a:pt x="9394" y="2098"/>
                    <a:pt x="1072" y="45490"/>
                  </a:cubicBezTo>
                  <a:cubicBezTo>
                    <a:pt x="-10936" y="108450"/>
                    <a:pt x="47640" y="175857"/>
                    <a:pt x="95670" y="138183"/>
                  </a:cubicBezTo>
                  <a:cubicBezTo>
                    <a:pt x="143700" y="100509"/>
                    <a:pt x="93764" y="41043"/>
                    <a:pt x="93764" y="41043"/>
                  </a:cubicBezTo>
                  <a:close/>
                </a:path>
              </a:pathLst>
            </a:custGeom>
            <a:solidFill>
              <a:srgbClr val="FED0D6"/>
            </a:solidFill>
            <a:ln w="6346" cap="flat">
              <a:noFill/>
              <a:prstDash val="solid"/>
              <a:miter/>
            </a:ln>
          </p:spPr>
          <p:txBody>
            <a:bodyPr rtlCol="0" anchor="ctr"/>
            <a:lstStyle/>
            <a:p>
              <a:endParaRPr lang="zh-CN" altLang="en-US"/>
            </a:p>
          </p:txBody>
        </p:sp>
        <p:sp>
          <p:nvSpPr>
            <p:cNvPr id="108" name="任意多边形 50">
              <a:extLst>
                <a:ext uri="{FF2B5EF4-FFF2-40B4-BE49-F238E27FC236}">
                  <a16:creationId xmlns:a16="http://schemas.microsoft.com/office/drawing/2014/main" id="{289B9639-284D-41FC-9B0A-1DABB12E6BBB}"/>
                </a:ext>
              </a:extLst>
            </p:cNvPr>
            <p:cNvSpPr/>
            <p:nvPr/>
          </p:nvSpPr>
          <p:spPr>
            <a:xfrm>
              <a:off x="8248927" y="2523567"/>
              <a:ext cx="148402" cy="155616"/>
            </a:xfrm>
            <a:custGeom>
              <a:avLst/>
              <a:gdLst>
                <a:gd name="connsiteX0" fmla="*/ 44850 w 131071"/>
                <a:gd name="connsiteY0" fmla="*/ 23606 h 137443"/>
                <a:gd name="connsiteX1" fmla="*/ 129474 w 131071"/>
                <a:gd name="connsiteY1" fmla="*/ 61725 h 137443"/>
                <a:gd name="connsiteX2" fmla="*/ 7430 w 131071"/>
                <a:gd name="connsiteY2" fmla="*/ 113122 h 137443"/>
                <a:gd name="connsiteX3" fmla="*/ 44850 w 131071"/>
                <a:gd name="connsiteY3" fmla="*/ 23479 h 137443"/>
              </a:gdLst>
              <a:ahLst/>
              <a:cxnLst>
                <a:cxn ang="0">
                  <a:pos x="connsiteX0" y="connsiteY0"/>
                </a:cxn>
                <a:cxn ang="0">
                  <a:pos x="connsiteX1" y="connsiteY1"/>
                </a:cxn>
                <a:cxn ang="0">
                  <a:pos x="connsiteX2" y="connsiteY2"/>
                </a:cxn>
                <a:cxn ang="0">
                  <a:pos x="connsiteX3" y="connsiteY3"/>
                </a:cxn>
              </a:cxnLst>
              <a:rect l="l" t="t" r="r" b="b"/>
              <a:pathLst>
                <a:path w="131071" h="137443">
                  <a:moveTo>
                    <a:pt x="44850" y="23606"/>
                  </a:moveTo>
                  <a:cubicBezTo>
                    <a:pt x="97708" y="-30396"/>
                    <a:pt x="137734" y="18397"/>
                    <a:pt x="129474" y="61725"/>
                  </a:cubicBezTo>
                  <a:cubicBezTo>
                    <a:pt x="117466" y="124685"/>
                    <a:pt x="38115" y="165790"/>
                    <a:pt x="7430" y="113122"/>
                  </a:cubicBezTo>
                  <a:cubicBezTo>
                    <a:pt x="-23256" y="60455"/>
                    <a:pt x="44850" y="23479"/>
                    <a:pt x="44850" y="23479"/>
                  </a:cubicBezTo>
                  <a:close/>
                </a:path>
              </a:pathLst>
            </a:custGeom>
            <a:solidFill>
              <a:srgbClr val="FED0D6"/>
            </a:solidFill>
            <a:ln w="6346" cap="flat">
              <a:noFill/>
              <a:prstDash val="solid"/>
              <a:miter/>
            </a:ln>
          </p:spPr>
          <p:txBody>
            <a:bodyPr rtlCol="0" anchor="ctr"/>
            <a:lstStyle/>
            <a:p>
              <a:endParaRPr lang="zh-CN" altLang="en-US"/>
            </a:p>
          </p:txBody>
        </p:sp>
        <p:sp>
          <p:nvSpPr>
            <p:cNvPr id="109" name="任意多边形 51">
              <a:extLst>
                <a:ext uri="{FF2B5EF4-FFF2-40B4-BE49-F238E27FC236}">
                  <a16:creationId xmlns:a16="http://schemas.microsoft.com/office/drawing/2014/main" id="{66A6E4C4-3812-458A-B031-C155039962C1}"/>
                </a:ext>
              </a:extLst>
            </p:cNvPr>
            <p:cNvSpPr/>
            <p:nvPr/>
          </p:nvSpPr>
          <p:spPr>
            <a:xfrm>
              <a:off x="7809723" y="2240589"/>
              <a:ext cx="532212" cy="546181"/>
            </a:xfrm>
            <a:custGeom>
              <a:avLst/>
              <a:gdLst>
                <a:gd name="connsiteX0" fmla="*/ 180923 w 470060"/>
                <a:gd name="connsiteY0" fmla="*/ 478301 h 482397"/>
                <a:gd name="connsiteX1" fmla="*/ 29463 w 470060"/>
                <a:gd name="connsiteY1" fmla="*/ 77479 h 482397"/>
                <a:gd name="connsiteX2" fmla="*/ 469484 w 470060"/>
                <a:gd name="connsiteY2" fmla="*/ 161341 h 482397"/>
                <a:gd name="connsiteX3" fmla="*/ 180923 w 470060"/>
                <a:gd name="connsiteY3" fmla="*/ 478301 h 482397"/>
              </a:gdLst>
              <a:ahLst/>
              <a:cxnLst>
                <a:cxn ang="0">
                  <a:pos x="connsiteX0" y="connsiteY0"/>
                </a:cxn>
                <a:cxn ang="0">
                  <a:pos x="connsiteX1" y="connsiteY1"/>
                </a:cxn>
                <a:cxn ang="0">
                  <a:pos x="connsiteX2" y="connsiteY2"/>
                </a:cxn>
                <a:cxn ang="0">
                  <a:pos x="connsiteX3" y="connsiteY3"/>
                </a:cxn>
              </a:cxnLst>
              <a:rect l="l" t="t" r="r" b="b"/>
              <a:pathLst>
                <a:path w="470060" h="482397">
                  <a:moveTo>
                    <a:pt x="180923" y="478301"/>
                  </a:moveTo>
                  <a:cubicBezTo>
                    <a:pt x="19045" y="447488"/>
                    <a:pt x="-42962" y="252065"/>
                    <a:pt x="29463" y="77479"/>
                  </a:cubicBezTo>
                  <a:cubicBezTo>
                    <a:pt x="89247" y="-66293"/>
                    <a:pt x="466880" y="5688"/>
                    <a:pt x="469484" y="161341"/>
                  </a:cubicBezTo>
                  <a:cubicBezTo>
                    <a:pt x="472788" y="350348"/>
                    <a:pt x="342929" y="509304"/>
                    <a:pt x="180923" y="478301"/>
                  </a:cubicBezTo>
                  <a:close/>
                </a:path>
              </a:pathLst>
            </a:custGeom>
            <a:solidFill>
              <a:srgbClr val="FED0D6"/>
            </a:solidFill>
            <a:ln w="6346" cap="flat">
              <a:noFill/>
              <a:prstDash val="solid"/>
              <a:miter/>
            </a:ln>
          </p:spPr>
          <p:txBody>
            <a:bodyPr rtlCol="0" anchor="ctr"/>
            <a:lstStyle/>
            <a:p>
              <a:endParaRPr lang="zh-CN" altLang="en-US"/>
            </a:p>
          </p:txBody>
        </p:sp>
        <p:sp>
          <p:nvSpPr>
            <p:cNvPr id="110" name="任意多边形 52">
              <a:extLst>
                <a:ext uri="{FF2B5EF4-FFF2-40B4-BE49-F238E27FC236}">
                  <a16:creationId xmlns:a16="http://schemas.microsoft.com/office/drawing/2014/main" id="{32C69F0A-B0A3-40A1-BEB5-0B38F31BFDED}"/>
                </a:ext>
              </a:extLst>
            </p:cNvPr>
            <p:cNvSpPr/>
            <p:nvPr/>
          </p:nvSpPr>
          <p:spPr>
            <a:xfrm>
              <a:off x="7789201" y="2165401"/>
              <a:ext cx="375782" cy="560573"/>
            </a:xfrm>
            <a:custGeom>
              <a:avLst/>
              <a:gdLst>
                <a:gd name="connsiteX0" fmla="*/ 331384 w 331898"/>
                <a:gd name="connsiteY0" fmla="*/ 36709 h 495109"/>
                <a:gd name="connsiteX1" fmla="*/ 61184 w 331898"/>
                <a:gd name="connsiteY1" fmla="*/ 494899 h 495109"/>
                <a:gd name="connsiteX2" fmla="*/ 61184 w 331898"/>
                <a:gd name="connsiteY2" fmla="*/ 494899 h 495109"/>
                <a:gd name="connsiteX3" fmla="*/ 42633 w 331898"/>
                <a:gd name="connsiteY3" fmla="*/ 73430 h 495109"/>
                <a:gd name="connsiteX4" fmla="*/ 331384 w 331898"/>
                <a:gd name="connsiteY4" fmla="*/ 36709 h 49510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31898" h="495109">
                  <a:moveTo>
                    <a:pt x="331384" y="36709"/>
                  </a:moveTo>
                  <a:cubicBezTo>
                    <a:pt x="45491" y="74002"/>
                    <a:pt x="40409" y="335308"/>
                    <a:pt x="61184" y="494899"/>
                  </a:cubicBezTo>
                  <a:lnTo>
                    <a:pt x="61184" y="494899"/>
                  </a:lnTo>
                  <a:cubicBezTo>
                    <a:pt x="61184" y="494899"/>
                    <a:pt x="-64292" y="213962"/>
                    <a:pt x="42633" y="73430"/>
                  </a:cubicBezTo>
                  <a:cubicBezTo>
                    <a:pt x="149556" y="-67102"/>
                    <a:pt x="331384" y="36709"/>
                    <a:pt x="331384" y="36709"/>
                  </a:cubicBezTo>
                  <a:close/>
                </a:path>
              </a:pathLst>
            </a:custGeom>
            <a:solidFill>
              <a:srgbClr val="981D04"/>
            </a:solidFill>
            <a:ln w="6346" cap="flat">
              <a:noFill/>
              <a:prstDash val="solid"/>
              <a:miter/>
            </a:ln>
          </p:spPr>
          <p:txBody>
            <a:bodyPr rtlCol="0" anchor="ctr"/>
            <a:lstStyle/>
            <a:p>
              <a:endParaRPr lang="zh-CN" altLang="en-US"/>
            </a:p>
          </p:txBody>
        </p:sp>
        <p:sp>
          <p:nvSpPr>
            <p:cNvPr id="111" name="任意多边形 53">
              <a:extLst>
                <a:ext uri="{FF2B5EF4-FFF2-40B4-BE49-F238E27FC236}">
                  <a16:creationId xmlns:a16="http://schemas.microsoft.com/office/drawing/2014/main" id="{8AC0F992-EA1B-4CC1-81D4-F6BAC0C13B29}"/>
                </a:ext>
              </a:extLst>
            </p:cNvPr>
            <p:cNvSpPr/>
            <p:nvPr/>
          </p:nvSpPr>
          <p:spPr>
            <a:xfrm>
              <a:off x="7703109" y="2838260"/>
              <a:ext cx="683282" cy="765140"/>
            </a:xfrm>
            <a:custGeom>
              <a:avLst/>
              <a:gdLst>
                <a:gd name="connsiteX0" fmla="*/ 602973 w 603487"/>
                <a:gd name="connsiteY0" fmla="*/ 61225 h 675786"/>
                <a:gd name="connsiteX1" fmla="*/ 415491 w 603487"/>
                <a:gd name="connsiteY1" fmla="*/ -210 h 675786"/>
                <a:gd name="connsiteX2" fmla="*/ 302532 w 603487"/>
                <a:gd name="connsiteY2" fmla="*/ 86828 h 675786"/>
                <a:gd name="connsiteX3" fmla="*/ 299927 w 603487"/>
                <a:gd name="connsiteY3" fmla="*/ 86828 h 675786"/>
                <a:gd name="connsiteX4" fmla="*/ 197260 w 603487"/>
                <a:gd name="connsiteY4" fmla="*/ -210 h 675786"/>
                <a:gd name="connsiteX5" fmla="*/ -514 w 603487"/>
                <a:gd name="connsiteY5" fmla="*/ 61225 h 675786"/>
                <a:gd name="connsiteX6" fmla="*/ 24898 w 603487"/>
                <a:gd name="connsiteY6" fmla="*/ 268529 h 675786"/>
                <a:gd name="connsiteX7" fmla="*/ 50311 w 603487"/>
                <a:gd name="connsiteY7" fmla="*/ 406774 h 675786"/>
                <a:gd name="connsiteX8" fmla="*/ 88811 w 603487"/>
                <a:gd name="connsiteY8" fmla="*/ 675577 h 675786"/>
                <a:gd name="connsiteX9" fmla="*/ 512504 w 603487"/>
                <a:gd name="connsiteY9" fmla="*/ 675577 h 675786"/>
                <a:gd name="connsiteX10" fmla="*/ 553609 w 603487"/>
                <a:gd name="connsiteY10" fmla="*/ 406774 h 675786"/>
                <a:gd name="connsiteX11" fmla="*/ 576735 w 603487"/>
                <a:gd name="connsiteY11" fmla="*/ 268529 h 675786"/>
                <a:gd name="connsiteX12" fmla="*/ 602147 w 603487"/>
                <a:gd name="connsiteY12" fmla="*/ 61225 h 67578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603487" h="675786">
                  <a:moveTo>
                    <a:pt x="602973" y="61225"/>
                  </a:moveTo>
                  <a:lnTo>
                    <a:pt x="415491" y="-210"/>
                  </a:lnTo>
                  <a:cubicBezTo>
                    <a:pt x="400116" y="66308"/>
                    <a:pt x="315365" y="86828"/>
                    <a:pt x="302532" y="86828"/>
                  </a:cubicBezTo>
                  <a:lnTo>
                    <a:pt x="299927" y="86828"/>
                  </a:lnTo>
                  <a:cubicBezTo>
                    <a:pt x="287220" y="86828"/>
                    <a:pt x="212634" y="66308"/>
                    <a:pt x="197260" y="-210"/>
                  </a:cubicBezTo>
                  <a:lnTo>
                    <a:pt x="-514" y="61225"/>
                  </a:lnTo>
                  <a:lnTo>
                    <a:pt x="24898" y="268529"/>
                  </a:lnTo>
                  <a:cubicBezTo>
                    <a:pt x="24898" y="268529"/>
                    <a:pt x="9460" y="347880"/>
                    <a:pt x="50311" y="406774"/>
                  </a:cubicBezTo>
                  <a:cubicBezTo>
                    <a:pt x="88811" y="463063"/>
                    <a:pt x="88811" y="675577"/>
                    <a:pt x="88811" y="675577"/>
                  </a:cubicBezTo>
                  <a:lnTo>
                    <a:pt x="512504" y="675577"/>
                  </a:lnTo>
                  <a:cubicBezTo>
                    <a:pt x="512504" y="675577"/>
                    <a:pt x="512504" y="463063"/>
                    <a:pt x="553609" y="406774"/>
                  </a:cubicBezTo>
                  <a:cubicBezTo>
                    <a:pt x="592109" y="347880"/>
                    <a:pt x="576735" y="268529"/>
                    <a:pt x="576735" y="268529"/>
                  </a:cubicBezTo>
                  <a:lnTo>
                    <a:pt x="602147" y="61225"/>
                  </a:lnTo>
                  <a:close/>
                </a:path>
              </a:pathLst>
            </a:custGeom>
            <a:solidFill>
              <a:srgbClr val="F93F57"/>
            </a:solidFill>
            <a:ln w="6346" cap="flat">
              <a:noFill/>
              <a:prstDash val="solid"/>
              <a:miter/>
            </a:ln>
          </p:spPr>
          <p:txBody>
            <a:bodyPr rtlCol="0" anchor="ctr"/>
            <a:lstStyle/>
            <a:p>
              <a:endParaRPr lang="zh-CN" altLang="en-US"/>
            </a:p>
          </p:txBody>
        </p:sp>
        <p:sp>
          <p:nvSpPr>
            <p:cNvPr id="112" name="任意多边形 54">
              <a:extLst>
                <a:ext uri="{FF2B5EF4-FFF2-40B4-BE49-F238E27FC236}">
                  <a16:creationId xmlns:a16="http://schemas.microsoft.com/office/drawing/2014/main" id="{2F2F30B7-A8BD-4DF4-BDE2-DF9F5595A908}"/>
                </a:ext>
              </a:extLst>
            </p:cNvPr>
            <p:cNvSpPr/>
            <p:nvPr/>
          </p:nvSpPr>
          <p:spPr>
            <a:xfrm>
              <a:off x="7668222" y="2246131"/>
              <a:ext cx="203061" cy="147805"/>
            </a:xfrm>
            <a:custGeom>
              <a:avLst/>
              <a:gdLst>
                <a:gd name="connsiteX0" fmla="*/ -514 w 179347"/>
                <a:gd name="connsiteY0" fmla="*/ 71186 h 130544"/>
                <a:gd name="connsiteX1" fmla="*/ 171784 w 179347"/>
                <a:gd name="connsiteY1" fmla="*/ 4287 h 130544"/>
                <a:gd name="connsiteX2" fmla="*/ 43195 w 179347"/>
                <a:gd name="connsiteY2" fmla="*/ 130334 h 130544"/>
                <a:gd name="connsiteX3" fmla="*/ -514 w 179347"/>
                <a:gd name="connsiteY3" fmla="*/ 71186 h 130544"/>
              </a:gdLst>
              <a:ahLst/>
              <a:cxnLst>
                <a:cxn ang="0">
                  <a:pos x="connsiteX0" y="connsiteY0"/>
                </a:cxn>
                <a:cxn ang="0">
                  <a:pos x="connsiteX1" y="connsiteY1"/>
                </a:cxn>
                <a:cxn ang="0">
                  <a:pos x="connsiteX2" y="connsiteY2"/>
                </a:cxn>
                <a:cxn ang="0">
                  <a:pos x="connsiteX3" y="connsiteY3"/>
                </a:cxn>
              </a:cxnLst>
              <a:rect l="l" t="t" r="r" b="b"/>
              <a:pathLst>
                <a:path w="179347" h="130544">
                  <a:moveTo>
                    <a:pt x="-514" y="71186"/>
                  </a:moveTo>
                  <a:cubicBezTo>
                    <a:pt x="-514" y="71186"/>
                    <a:pt x="146053" y="-21379"/>
                    <a:pt x="171784" y="4287"/>
                  </a:cubicBezTo>
                  <a:cubicBezTo>
                    <a:pt x="197196" y="27477"/>
                    <a:pt x="153804" y="73728"/>
                    <a:pt x="43195" y="130334"/>
                  </a:cubicBezTo>
                  <a:lnTo>
                    <a:pt x="-514" y="71186"/>
                  </a:lnTo>
                  <a:close/>
                </a:path>
              </a:pathLst>
            </a:custGeom>
            <a:solidFill>
              <a:srgbClr val="FED0D6"/>
            </a:solidFill>
            <a:ln w="6346" cap="flat">
              <a:noFill/>
              <a:prstDash val="solid"/>
              <a:miter/>
            </a:ln>
          </p:spPr>
          <p:txBody>
            <a:bodyPr rtlCol="0" anchor="ctr"/>
            <a:lstStyle/>
            <a:p>
              <a:endParaRPr lang="zh-CN" altLang="en-US"/>
            </a:p>
          </p:txBody>
        </p:sp>
        <p:sp>
          <p:nvSpPr>
            <p:cNvPr id="113" name="任意多边形 55">
              <a:extLst>
                <a:ext uri="{FF2B5EF4-FFF2-40B4-BE49-F238E27FC236}">
                  <a16:creationId xmlns:a16="http://schemas.microsoft.com/office/drawing/2014/main" id="{2810DBFB-FD68-4A4E-B779-FD5EF369366A}"/>
                </a:ext>
              </a:extLst>
            </p:cNvPr>
            <p:cNvSpPr/>
            <p:nvPr/>
          </p:nvSpPr>
          <p:spPr>
            <a:xfrm>
              <a:off x="7253337" y="2273163"/>
              <a:ext cx="519616" cy="812040"/>
            </a:xfrm>
            <a:custGeom>
              <a:avLst/>
              <a:gdLst>
                <a:gd name="connsiteX0" fmla="*/ 396859 w 458935"/>
                <a:gd name="connsiteY0" fmla="*/ 560775 h 717209"/>
                <a:gd name="connsiteX1" fmla="*/ 147942 w 458935"/>
                <a:gd name="connsiteY1" fmla="*/ 358426 h 717209"/>
                <a:gd name="connsiteX2" fmla="*/ 458421 w 458935"/>
                <a:gd name="connsiteY2" fmla="*/ 107349 h 717209"/>
                <a:gd name="connsiteX3" fmla="*/ 409628 w 458935"/>
                <a:gd name="connsiteY3" fmla="*/ -210 h 717209"/>
                <a:gd name="connsiteX4" fmla="*/ 4297 w 458935"/>
                <a:gd name="connsiteY4" fmla="*/ 348134 h 717209"/>
                <a:gd name="connsiteX5" fmla="*/ 417253 w 458935"/>
                <a:gd name="connsiteY5" fmla="*/ 716999 h 717209"/>
                <a:gd name="connsiteX6" fmla="*/ 396732 w 458935"/>
                <a:gd name="connsiteY6" fmla="*/ 560775 h 71720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458935" h="717209">
                  <a:moveTo>
                    <a:pt x="396859" y="560775"/>
                  </a:moveTo>
                  <a:cubicBezTo>
                    <a:pt x="396859" y="560775"/>
                    <a:pt x="158234" y="399404"/>
                    <a:pt x="147942" y="358426"/>
                  </a:cubicBezTo>
                  <a:cubicBezTo>
                    <a:pt x="137713" y="320307"/>
                    <a:pt x="458421" y="107349"/>
                    <a:pt x="458421" y="107349"/>
                  </a:cubicBezTo>
                  <a:lnTo>
                    <a:pt x="409628" y="-210"/>
                  </a:lnTo>
                  <a:cubicBezTo>
                    <a:pt x="409628" y="-210"/>
                    <a:pt x="47879" y="230346"/>
                    <a:pt x="4297" y="348134"/>
                  </a:cubicBezTo>
                  <a:cubicBezTo>
                    <a:pt x="-41891" y="465986"/>
                    <a:pt x="255691" y="696542"/>
                    <a:pt x="417253" y="716999"/>
                  </a:cubicBezTo>
                  <a:lnTo>
                    <a:pt x="396732" y="560775"/>
                  </a:lnTo>
                  <a:close/>
                </a:path>
              </a:pathLst>
            </a:custGeom>
            <a:solidFill>
              <a:srgbClr val="F93F57"/>
            </a:solidFill>
            <a:ln w="6346" cap="flat">
              <a:noFill/>
              <a:prstDash val="solid"/>
              <a:miter/>
            </a:ln>
          </p:spPr>
          <p:txBody>
            <a:bodyPr rtlCol="0" anchor="ctr"/>
            <a:lstStyle/>
            <a:p>
              <a:endParaRPr lang="zh-CN" altLang="en-US"/>
            </a:p>
          </p:txBody>
        </p:sp>
        <p:sp>
          <p:nvSpPr>
            <p:cNvPr id="114" name="任意多边形 56">
              <a:extLst>
                <a:ext uri="{FF2B5EF4-FFF2-40B4-BE49-F238E27FC236}">
                  <a16:creationId xmlns:a16="http://schemas.microsoft.com/office/drawing/2014/main" id="{BBE6DD59-F9A8-4DED-84FE-68F96EA324EF}"/>
                </a:ext>
              </a:extLst>
            </p:cNvPr>
            <p:cNvSpPr/>
            <p:nvPr/>
          </p:nvSpPr>
          <p:spPr>
            <a:xfrm>
              <a:off x="7861504" y="4281217"/>
              <a:ext cx="152998" cy="1017478"/>
            </a:xfrm>
            <a:custGeom>
              <a:avLst/>
              <a:gdLst>
                <a:gd name="connsiteX0" fmla="*/ 126555 w 135131"/>
                <a:gd name="connsiteY0" fmla="*/ 898656 h 898656"/>
                <a:gd name="connsiteX1" fmla="*/ 0 w 135131"/>
                <a:gd name="connsiteY1" fmla="*/ 898656 h 898656"/>
                <a:gd name="connsiteX2" fmla="*/ 0 w 135131"/>
                <a:gd name="connsiteY2" fmla="*/ 0 h 898656"/>
                <a:gd name="connsiteX3" fmla="*/ 135132 w 135131"/>
                <a:gd name="connsiteY3" fmla="*/ 0 h 898656"/>
                <a:gd name="connsiteX4" fmla="*/ 126555 w 135131"/>
                <a:gd name="connsiteY4" fmla="*/ 898656 h 898656"/>
                <a:gd name="connsiteX5" fmla="*/ 126555 w 135131"/>
                <a:gd name="connsiteY5" fmla="*/ 898656 h 898656"/>
                <a:gd name="connsiteX6" fmla="*/ 126555 w 135131"/>
                <a:gd name="connsiteY6" fmla="*/ 898656 h 89865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35131" h="898656">
                  <a:moveTo>
                    <a:pt x="126555" y="898656"/>
                  </a:moveTo>
                  <a:lnTo>
                    <a:pt x="0" y="898656"/>
                  </a:lnTo>
                  <a:lnTo>
                    <a:pt x="0" y="0"/>
                  </a:lnTo>
                  <a:lnTo>
                    <a:pt x="135132" y="0"/>
                  </a:lnTo>
                  <a:lnTo>
                    <a:pt x="126555" y="898656"/>
                  </a:lnTo>
                  <a:lnTo>
                    <a:pt x="126555" y="898656"/>
                  </a:lnTo>
                  <a:lnTo>
                    <a:pt x="126555" y="898656"/>
                  </a:lnTo>
                  <a:close/>
                </a:path>
              </a:pathLst>
            </a:custGeom>
            <a:solidFill>
              <a:srgbClr val="FED0D6"/>
            </a:solidFill>
            <a:ln w="6346" cap="flat">
              <a:noFill/>
              <a:prstDash val="solid"/>
              <a:miter/>
            </a:ln>
          </p:spPr>
          <p:txBody>
            <a:bodyPr rtlCol="0" anchor="ctr"/>
            <a:lstStyle/>
            <a:p>
              <a:endParaRPr lang="zh-CN" altLang="en-US"/>
            </a:p>
          </p:txBody>
        </p:sp>
        <p:sp>
          <p:nvSpPr>
            <p:cNvPr id="115" name="任意多边形 57">
              <a:extLst>
                <a:ext uri="{FF2B5EF4-FFF2-40B4-BE49-F238E27FC236}">
                  <a16:creationId xmlns:a16="http://schemas.microsoft.com/office/drawing/2014/main" id="{24960840-7781-400C-8B81-D06B8B26A7CC}"/>
                </a:ext>
              </a:extLst>
            </p:cNvPr>
            <p:cNvSpPr/>
            <p:nvPr/>
          </p:nvSpPr>
          <p:spPr>
            <a:xfrm>
              <a:off x="7703109" y="5287978"/>
              <a:ext cx="316405" cy="123506"/>
            </a:xfrm>
            <a:custGeom>
              <a:avLst/>
              <a:gdLst>
                <a:gd name="connsiteX0" fmla="*/ 264603 w 279455"/>
                <a:gd name="connsiteY0" fmla="*/ -210 h 109083"/>
                <a:gd name="connsiteX1" fmla="*/ 138493 w 279455"/>
                <a:gd name="connsiteY1" fmla="*/ -210 h 109083"/>
                <a:gd name="connsiteX2" fmla="*/ -514 w 279455"/>
                <a:gd name="connsiteY2" fmla="*/ 96168 h 109083"/>
                <a:gd name="connsiteX3" fmla="*/ -514 w 279455"/>
                <a:gd name="connsiteY3" fmla="*/ 108874 h 109083"/>
                <a:gd name="connsiteX4" fmla="*/ 277500 w 279455"/>
                <a:gd name="connsiteY4" fmla="*/ 108874 h 109083"/>
                <a:gd name="connsiteX5" fmla="*/ 264794 w 279455"/>
                <a:gd name="connsiteY5" fmla="*/ -210 h 10908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9455" h="109083">
                  <a:moveTo>
                    <a:pt x="264603" y="-210"/>
                  </a:moveTo>
                  <a:lnTo>
                    <a:pt x="138493" y="-210"/>
                  </a:lnTo>
                  <a:cubicBezTo>
                    <a:pt x="138493" y="-210"/>
                    <a:pt x="12382" y="68277"/>
                    <a:pt x="-514" y="96168"/>
                  </a:cubicBezTo>
                  <a:lnTo>
                    <a:pt x="-514" y="108874"/>
                  </a:lnTo>
                  <a:lnTo>
                    <a:pt x="277500" y="108874"/>
                  </a:lnTo>
                  <a:cubicBezTo>
                    <a:pt x="277500" y="108874"/>
                    <a:pt x="285251" y="27681"/>
                    <a:pt x="264794" y="-210"/>
                  </a:cubicBezTo>
                  <a:close/>
                </a:path>
              </a:pathLst>
            </a:custGeom>
            <a:solidFill>
              <a:srgbClr val="F93F57"/>
            </a:solidFill>
            <a:ln w="6346" cap="flat">
              <a:noFill/>
              <a:prstDash val="solid"/>
              <a:miter/>
            </a:ln>
          </p:spPr>
          <p:txBody>
            <a:bodyPr rtlCol="0" anchor="ctr"/>
            <a:lstStyle/>
            <a:p>
              <a:endParaRPr lang="zh-CN" altLang="en-US"/>
            </a:p>
          </p:txBody>
        </p:sp>
        <p:sp>
          <p:nvSpPr>
            <p:cNvPr id="116" name="任意多边形 58">
              <a:extLst>
                <a:ext uri="{FF2B5EF4-FFF2-40B4-BE49-F238E27FC236}">
                  <a16:creationId xmlns:a16="http://schemas.microsoft.com/office/drawing/2014/main" id="{73B623CA-D156-4CDE-A4B0-FAAD2A7D877E}"/>
                </a:ext>
              </a:extLst>
            </p:cNvPr>
            <p:cNvSpPr/>
            <p:nvPr/>
          </p:nvSpPr>
          <p:spPr>
            <a:xfrm>
              <a:off x="7703109" y="5411484"/>
              <a:ext cx="314126" cy="18773"/>
            </a:xfrm>
            <a:custGeom>
              <a:avLst/>
              <a:gdLst>
                <a:gd name="connsiteX0" fmla="*/ 0 w 277442"/>
                <a:gd name="connsiteY0" fmla="*/ 0 h 16581"/>
                <a:gd name="connsiteX1" fmla="*/ 277443 w 277442"/>
                <a:gd name="connsiteY1" fmla="*/ 0 h 16581"/>
                <a:gd name="connsiteX2" fmla="*/ 277443 w 277442"/>
                <a:gd name="connsiteY2" fmla="*/ 16582 h 16581"/>
                <a:gd name="connsiteX3" fmla="*/ 0 w 277442"/>
                <a:gd name="connsiteY3" fmla="*/ 16582 h 16581"/>
                <a:gd name="connsiteX4" fmla="*/ 0 w 277442"/>
                <a:gd name="connsiteY4" fmla="*/ 0 h 16581"/>
                <a:gd name="connsiteX5" fmla="*/ 0 w 277442"/>
                <a:gd name="connsiteY5" fmla="*/ 0 h 1658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7442" h="16581">
                  <a:moveTo>
                    <a:pt x="0" y="0"/>
                  </a:moveTo>
                  <a:lnTo>
                    <a:pt x="277443" y="0"/>
                  </a:lnTo>
                  <a:lnTo>
                    <a:pt x="277443" y="16582"/>
                  </a:lnTo>
                  <a:lnTo>
                    <a:pt x="0" y="16582"/>
                  </a:lnTo>
                  <a:lnTo>
                    <a:pt x="0" y="0"/>
                  </a:lnTo>
                  <a:lnTo>
                    <a:pt x="0" y="0"/>
                  </a:lnTo>
                  <a:close/>
                </a:path>
              </a:pathLst>
            </a:custGeom>
            <a:solidFill>
              <a:srgbClr val="981D04"/>
            </a:solidFill>
            <a:ln w="6346" cap="flat">
              <a:noFill/>
              <a:prstDash val="solid"/>
              <a:miter/>
            </a:ln>
          </p:spPr>
          <p:txBody>
            <a:bodyPr rtlCol="0" anchor="ctr"/>
            <a:lstStyle/>
            <a:p>
              <a:endParaRPr lang="zh-CN" altLang="en-US"/>
            </a:p>
          </p:txBody>
        </p:sp>
        <p:sp>
          <p:nvSpPr>
            <p:cNvPr id="117" name="任意多边形 59">
              <a:extLst>
                <a:ext uri="{FF2B5EF4-FFF2-40B4-BE49-F238E27FC236}">
                  <a16:creationId xmlns:a16="http://schemas.microsoft.com/office/drawing/2014/main" id="{B97D8EF6-232B-4766-86A7-D77365230B84}"/>
                </a:ext>
              </a:extLst>
            </p:cNvPr>
            <p:cNvSpPr/>
            <p:nvPr/>
          </p:nvSpPr>
          <p:spPr>
            <a:xfrm>
              <a:off x="8074926" y="4281217"/>
              <a:ext cx="154366" cy="1017478"/>
            </a:xfrm>
            <a:custGeom>
              <a:avLst/>
              <a:gdLst>
                <a:gd name="connsiteX0" fmla="*/ 8704 w 136339"/>
                <a:gd name="connsiteY0" fmla="*/ 898656 h 898656"/>
                <a:gd name="connsiteX1" fmla="*/ 136339 w 136339"/>
                <a:gd name="connsiteY1" fmla="*/ 898656 h 898656"/>
                <a:gd name="connsiteX2" fmla="*/ 136339 w 136339"/>
                <a:gd name="connsiteY2" fmla="*/ 0 h 898656"/>
                <a:gd name="connsiteX3" fmla="*/ 0 w 136339"/>
                <a:gd name="connsiteY3" fmla="*/ 0 h 898656"/>
                <a:gd name="connsiteX4" fmla="*/ 8704 w 136339"/>
                <a:gd name="connsiteY4" fmla="*/ 898656 h 898656"/>
                <a:gd name="connsiteX5" fmla="*/ 8704 w 136339"/>
                <a:gd name="connsiteY5" fmla="*/ 898656 h 898656"/>
                <a:gd name="connsiteX6" fmla="*/ 8704 w 136339"/>
                <a:gd name="connsiteY6" fmla="*/ 898656 h 89865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36339" h="898656">
                  <a:moveTo>
                    <a:pt x="8704" y="898656"/>
                  </a:moveTo>
                  <a:lnTo>
                    <a:pt x="136339" y="898656"/>
                  </a:lnTo>
                  <a:lnTo>
                    <a:pt x="136339" y="0"/>
                  </a:lnTo>
                  <a:lnTo>
                    <a:pt x="0" y="0"/>
                  </a:lnTo>
                  <a:lnTo>
                    <a:pt x="8704" y="898656"/>
                  </a:lnTo>
                  <a:lnTo>
                    <a:pt x="8704" y="898656"/>
                  </a:lnTo>
                  <a:lnTo>
                    <a:pt x="8704" y="898656"/>
                  </a:lnTo>
                  <a:close/>
                </a:path>
              </a:pathLst>
            </a:custGeom>
            <a:solidFill>
              <a:srgbClr val="FED0D6"/>
            </a:solidFill>
            <a:ln w="6346" cap="flat">
              <a:noFill/>
              <a:prstDash val="solid"/>
              <a:miter/>
            </a:ln>
          </p:spPr>
          <p:txBody>
            <a:bodyPr rtlCol="0" anchor="ctr"/>
            <a:lstStyle/>
            <a:p>
              <a:endParaRPr lang="zh-CN" altLang="en-US"/>
            </a:p>
          </p:txBody>
        </p:sp>
        <p:sp>
          <p:nvSpPr>
            <p:cNvPr id="118" name="任意多边形 60">
              <a:extLst>
                <a:ext uri="{FF2B5EF4-FFF2-40B4-BE49-F238E27FC236}">
                  <a16:creationId xmlns:a16="http://schemas.microsoft.com/office/drawing/2014/main" id="{CE363BB7-471B-4B7B-BB98-6F027BFE587B}"/>
                </a:ext>
              </a:extLst>
            </p:cNvPr>
            <p:cNvSpPr/>
            <p:nvPr/>
          </p:nvSpPr>
          <p:spPr>
            <a:xfrm>
              <a:off x="8073764" y="5287978"/>
              <a:ext cx="312627" cy="123506"/>
            </a:xfrm>
            <a:custGeom>
              <a:avLst/>
              <a:gdLst>
                <a:gd name="connsiteX0" fmla="*/ 11376 w 276118"/>
                <a:gd name="connsiteY0" fmla="*/ -210 h 109083"/>
                <a:gd name="connsiteX1" fmla="*/ 139646 w 276118"/>
                <a:gd name="connsiteY1" fmla="*/ -210 h 109083"/>
                <a:gd name="connsiteX2" fmla="*/ 275604 w 276118"/>
                <a:gd name="connsiteY2" fmla="*/ 96168 h 109083"/>
                <a:gd name="connsiteX3" fmla="*/ 275604 w 276118"/>
                <a:gd name="connsiteY3" fmla="*/ 108874 h 109083"/>
                <a:gd name="connsiteX4" fmla="*/ 1147 w 276118"/>
                <a:gd name="connsiteY4" fmla="*/ 108874 h 109083"/>
                <a:gd name="connsiteX5" fmla="*/ 11376 w 276118"/>
                <a:gd name="connsiteY5" fmla="*/ -210 h 10908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6118" h="109083">
                  <a:moveTo>
                    <a:pt x="11376" y="-210"/>
                  </a:moveTo>
                  <a:lnTo>
                    <a:pt x="139646" y="-210"/>
                  </a:lnTo>
                  <a:cubicBezTo>
                    <a:pt x="139646" y="-210"/>
                    <a:pt x="262771" y="68277"/>
                    <a:pt x="275604" y="96168"/>
                  </a:cubicBezTo>
                  <a:lnTo>
                    <a:pt x="275604" y="108874"/>
                  </a:lnTo>
                  <a:lnTo>
                    <a:pt x="1147" y="108874"/>
                  </a:lnTo>
                  <a:cubicBezTo>
                    <a:pt x="1147" y="108874"/>
                    <a:pt x="-6604" y="27681"/>
                    <a:pt x="11376" y="-210"/>
                  </a:cubicBezTo>
                  <a:close/>
                </a:path>
              </a:pathLst>
            </a:custGeom>
            <a:solidFill>
              <a:srgbClr val="F93F57"/>
            </a:solidFill>
            <a:ln w="6346" cap="flat">
              <a:noFill/>
              <a:prstDash val="solid"/>
              <a:miter/>
            </a:ln>
          </p:spPr>
          <p:txBody>
            <a:bodyPr rtlCol="0" anchor="ctr"/>
            <a:lstStyle/>
            <a:p>
              <a:endParaRPr lang="zh-CN" altLang="en-US"/>
            </a:p>
          </p:txBody>
        </p:sp>
        <p:sp>
          <p:nvSpPr>
            <p:cNvPr id="119" name="任意多边形 61">
              <a:extLst>
                <a:ext uri="{FF2B5EF4-FFF2-40B4-BE49-F238E27FC236}">
                  <a16:creationId xmlns:a16="http://schemas.microsoft.com/office/drawing/2014/main" id="{3FBBF8B1-B86F-4FAA-B2ED-B61B6CBCB569}"/>
                </a:ext>
              </a:extLst>
            </p:cNvPr>
            <p:cNvSpPr/>
            <p:nvPr/>
          </p:nvSpPr>
          <p:spPr>
            <a:xfrm>
              <a:off x="8074926" y="5411484"/>
              <a:ext cx="311393" cy="18773"/>
            </a:xfrm>
            <a:custGeom>
              <a:avLst/>
              <a:gdLst>
                <a:gd name="connsiteX0" fmla="*/ 0 w 275028"/>
                <a:gd name="connsiteY0" fmla="*/ 0 h 16581"/>
                <a:gd name="connsiteX1" fmla="*/ 275029 w 275028"/>
                <a:gd name="connsiteY1" fmla="*/ 0 h 16581"/>
                <a:gd name="connsiteX2" fmla="*/ 275029 w 275028"/>
                <a:gd name="connsiteY2" fmla="*/ 16582 h 16581"/>
                <a:gd name="connsiteX3" fmla="*/ 0 w 275028"/>
                <a:gd name="connsiteY3" fmla="*/ 16582 h 16581"/>
                <a:gd name="connsiteX4" fmla="*/ 0 w 275028"/>
                <a:gd name="connsiteY4" fmla="*/ 0 h 16581"/>
                <a:gd name="connsiteX5" fmla="*/ 0 w 275028"/>
                <a:gd name="connsiteY5" fmla="*/ 0 h 1658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5028" h="16581">
                  <a:moveTo>
                    <a:pt x="0" y="0"/>
                  </a:moveTo>
                  <a:lnTo>
                    <a:pt x="275029" y="0"/>
                  </a:lnTo>
                  <a:lnTo>
                    <a:pt x="275029" y="16582"/>
                  </a:lnTo>
                  <a:lnTo>
                    <a:pt x="0" y="16582"/>
                  </a:lnTo>
                  <a:lnTo>
                    <a:pt x="0" y="0"/>
                  </a:lnTo>
                  <a:lnTo>
                    <a:pt x="0" y="0"/>
                  </a:lnTo>
                  <a:close/>
                </a:path>
              </a:pathLst>
            </a:custGeom>
            <a:solidFill>
              <a:srgbClr val="981D04"/>
            </a:solidFill>
            <a:ln w="6346" cap="flat">
              <a:noFill/>
              <a:prstDash val="solid"/>
              <a:miter/>
            </a:ln>
          </p:spPr>
          <p:txBody>
            <a:bodyPr rtlCol="0" anchor="ctr"/>
            <a:lstStyle/>
            <a:p>
              <a:endParaRPr lang="zh-CN" altLang="en-US"/>
            </a:p>
          </p:txBody>
        </p:sp>
        <p:sp>
          <p:nvSpPr>
            <p:cNvPr id="120" name="任意多边形 62">
              <a:extLst>
                <a:ext uri="{FF2B5EF4-FFF2-40B4-BE49-F238E27FC236}">
                  <a16:creationId xmlns:a16="http://schemas.microsoft.com/office/drawing/2014/main" id="{B6BBA217-6FB2-43F3-B0A1-205608D4FDF4}"/>
                </a:ext>
              </a:extLst>
            </p:cNvPr>
            <p:cNvSpPr/>
            <p:nvPr/>
          </p:nvSpPr>
          <p:spPr>
            <a:xfrm>
              <a:off x="7564855" y="3584555"/>
              <a:ext cx="961084" cy="1110846"/>
            </a:xfrm>
            <a:custGeom>
              <a:avLst/>
              <a:gdLst>
                <a:gd name="connsiteX0" fmla="*/ 635502 w 848847"/>
                <a:gd name="connsiteY0" fmla="*/ -210 h 981120"/>
                <a:gd name="connsiteX1" fmla="*/ 212380 w 848847"/>
                <a:gd name="connsiteY1" fmla="*/ -210 h 981120"/>
                <a:gd name="connsiteX2" fmla="*/ -514 w 848847"/>
                <a:gd name="connsiteY2" fmla="*/ 980910 h 981120"/>
                <a:gd name="connsiteX3" fmla="*/ 848334 w 848847"/>
                <a:gd name="connsiteY3" fmla="*/ 980910 h 981120"/>
                <a:gd name="connsiteX4" fmla="*/ 635502 w 848847"/>
                <a:gd name="connsiteY4" fmla="*/ -210 h 98112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48847" h="981120">
                  <a:moveTo>
                    <a:pt x="635502" y="-210"/>
                  </a:moveTo>
                  <a:lnTo>
                    <a:pt x="212380" y="-210"/>
                  </a:lnTo>
                  <a:cubicBezTo>
                    <a:pt x="12319" y="253281"/>
                    <a:pt x="-514" y="980910"/>
                    <a:pt x="-514" y="980910"/>
                  </a:cubicBezTo>
                  <a:lnTo>
                    <a:pt x="848334" y="980910"/>
                  </a:lnTo>
                  <a:cubicBezTo>
                    <a:pt x="848334" y="980910"/>
                    <a:pt x="838104" y="253281"/>
                    <a:pt x="635502" y="-210"/>
                  </a:cubicBezTo>
                  <a:close/>
                </a:path>
              </a:pathLst>
            </a:custGeom>
            <a:solidFill>
              <a:srgbClr val="434CC0"/>
            </a:solidFill>
            <a:ln w="6346" cap="flat">
              <a:noFill/>
              <a:prstDash val="solid"/>
              <a:miter/>
            </a:ln>
          </p:spPr>
          <p:txBody>
            <a:bodyPr rtlCol="0" anchor="ctr"/>
            <a:lstStyle/>
            <a:p>
              <a:endParaRPr lang="zh-CN" altLang="en-US"/>
            </a:p>
          </p:txBody>
        </p:sp>
        <p:sp>
          <p:nvSpPr>
            <p:cNvPr id="121" name="任意多边形 63">
              <a:extLst>
                <a:ext uri="{FF2B5EF4-FFF2-40B4-BE49-F238E27FC236}">
                  <a16:creationId xmlns:a16="http://schemas.microsoft.com/office/drawing/2014/main" id="{B5B9D302-1C3B-4176-B1AE-3E2F371CC24E}"/>
                </a:ext>
              </a:extLst>
            </p:cNvPr>
            <p:cNvSpPr/>
            <p:nvPr/>
          </p:nvSpPr>
          <p:spPr>
            <a:xfrm>
              <a:off x="6993099" y="2948350"/>
              <a:ext cx="1467130" cy="1769867"/>
            </a:xfrm>
            <a:custGeom>
              <a:avLst/>
              <a:gdLst>
                <a:gd name="connsiteX0" fmla="*/ 927593 w 1295797"/>
                <a:gd name="connsiteY0" fmla="*/ 878849 h 1563180"/>
                <a:gd name="connsiteX1" fmla="*/ 1022891 w 1295797"/>
                <a:gd name="connsiteY1" fmla="*/ 1014617 h 1563180"/>
                <a:gd name="connsiteX2" fmla="*/ 992077 w 1295797"/>
                <a:gd name="connsiteY2" fmla="*/ 1186152 h 1563180"/>
                <a:gd name="connsiteX3" fmla="*/ 821876 w 1295797"/>
                <a:gd name="connsiteY3" fmla="*/ 1157900 h 1563180"/>
                <a:gd name="connsiteX4" fmla="*/ 820161 w 1295797"/>
                <a:gd name="connsiteY4" fmla="*/ 1155403 h 1563180"/>
                <a:gd name="connsiteX5" fmla="*/ 668447 w 1295797"/>
                <a:gd name="connsiteY5" fmla="*/ 940348 h 1563180"/>
                <a:gd name="connsiteX6" fmla="*/ 668447 w 1295797"/>
                <a:gd name="connsiteY6" fmla="*/ 935202 h 1563180"/>
                <a:gd name="connsiteX7" fmla="*/ 663300 w 1295797"/>
                <a:gd name="connsiteY7" fmla="*/ 932661 h 1563180"/>
                <a:gd name="connsiteX8" fmla="*/ 694114 w 1295797"/>
                <a:gd name="connsiteY8" fmla="*/ 761125 h 1563180"/>
                <a:gd name="connsiteX9" fmla="*/ 765968 w 1295797"/>
                <a:gd name="connsiteY9" fmla="*/ 364243 h 1563180"/>
                <a:gd name="connsiteX10" fmla="*/ 368196 w 1295797"/>
                <a:gd name="connsiteY10" fmla="*/ 297661 h 1563180"/>
                <a:gd name="connsiteX11" fmla="*/ 250154 w 1295797"/>
                <a:gd name="connsiteY11" fmla="*/ 551153 h 1563180"/>
                <a:gd name="connsiteX12" fmla="*/ 134780 w 1295797"/>
                <a:gd name="connsiteY12" fmla="*/ 686793 h 1563180"/>
                <a:gd name="connsiteX13" fmla="*/ 1364 w 1295797"/>
                <a:gd name="connsiteY13" fmla="*/ 574152 h 1563180"/>
                <a:gd name="connsiteX14" fmla="*/ 224614 w 1295797"/>
                <a:gd name="connsiteY14" fmla="*/ 95313 h 1563180"/>
                <a:gd name="connsiteX15" fmla="*/ 966156 w 1295797"/>
                <a:gd name="connsiteY15" fmla="*/ 223329 h 1563180"/>
                <a:gd name="connsiteX16" fmla="*/ 927657 w 1295797"/>
                <a:gd name="connsiteY16" fmla="*/ 878849 h 1563180"/>
                <a:gd name="connsiteX17" fmla="*/ 1245823 w 1295797"/>
                <a:gd name="connsiteY17" fmla="*/ 1332149 h 1563180"/>
                <a:gd name="connsiteX18" fmla="*/ 1271236 w 1295797"/>
                <a:gd name="connsiteY18" fmla="*/ 1367980 h 1563180"/>
                <a:gd name="connsiteX19" fmla="*/ 1242965 w 1295797"/>
                <a:gd name="connsiteY19" fmla="*/ 1542121 h 1563180"/>
                <a:gd name="connsiteX20" fmla="*/ 1068506 w 1295797"/>
                <a:gd name="connsiteY20" fmla="*/ 1511371 h 1563180"/>
                <a:gd name="connsiteX21" fmla="*/ 1043093 w 1295797"/>
                <a:gd name="connsiteY21" fmla="*/ 1473252 h 1563180"/>
                <a:gd name="connsiteX22" fmla="*/ 1073906 w 1295797"/>
                <a:gd name="connsiteY22" fmla="*/ 1301717 h 1563180"/>
                <a:gd name="connsiteX23" fmla="*/ 1242583 w 1295797"/>
                <a:gd name="connsiteY23" fmla="*/ 1327847 h 1563180"/>
                <a:gd name="connsiteX24" fmla="*/ 1245823 w 1295797"/>
                <a:gd name="connsiteY24" fmla="*/ 1332466 h 156318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1295797" h="1563180">
                  <a:moveTo>
                    <a:pt x="927593" y="878849"/>
                  </a:moveTo>
                  <a:lnTo>
                    <a:pt x="1022891" y="1014617"/>
                  </a:lnTo>
                  <a:cubicBezTo>
                    <a:pt x="1063932" y="1070906"/>
                    <a:pt x="1051098" y="1145174"/>
                    <a:pt x="992077" y="1186152"/>
                  </a:cubicBezTo>
                  <a:cubicBezTo>
                    <a:pt x="937313" y="1225345"/>
                    <a:pt x="861075" y="1212696"/>
                    <a:pt x="821876" y="1157900"/>
                  </a:cubicBezTo>
                  <a:cubicBezTo>
                    <a:pt x="821305" y="1157074"/>
                    <a:pt x="820732" y="1156242"/>
                    <a:pt x="820161" y="1155403"/>
                  </a:cubicBezTo>
                  <a:lnTo>
                    <a:pt x="668447" y="940348"/>
                  </a:lnTo>
                  <a:lnTo>
                    <a:pt x="668447" y="935202"/>
                  </a:lnTo>
                  <a:cubicBezTo>
                    <a:pt x="663300" y="935202"/>
                    <a:pt x="663300" y="935202"/>
                    <a:pt x="663300" y="932661"/>
                  </a:cubicBezTo>
                  <a:cubicBezTo>
                    <a:pt x="624801" y="878849"/>
                    <a:pt x="640239" y="799244"/>
                    <a:pt x="694114" y="761125"/>
                  </a:cubicBezTo>
                  <a:cubicBezTo>
                    <a:pt x="822384" y="668941"/>
                    <a:pt x="855738" y="492259"/>
                    <a:pt x="765968" y="364243"/>
                  </a:cubicBezTo>
                  <a:cubicBezTo>
                    <a:pt x="673593" y="233621"/>
                    <a:pt x="499135" y="208018"/>
                    <a:pt x="368196" y="297661"/>
                  </a:cubicBezTo>
                  <a:cubicBezTo>
                    <a:pt x="283572" y="359096"/>
                    <a:pt x="239926" y="456491"/>
                    <a:pt x="250154" y="551153"/>
                  </a:cubicBezTo>
                  <a:cubicBezTo>
                    <a:pt x="255618" y="620421"/>
                    <a:pt x="204030" y="681056"/>
                    <a:pt x="134780" y="686793"/>
                  </a:cubicBezTo>
                  <a:cubicBezTo>
                    <a:pt x="65467" y="691939"/>
                    <a:pt x="9051" y="643274"/>
                    <a:pt x="1364" y="574152"/>
                  </a:cubicBezTo>
                  <a:cubicBezTo>
                    <a:pt x="-14456" y="386231"/>
                    <a:pt x="70486" y="204003"/>
                    <a:pt x="224614" y="95313"/>
                  </a:cubicBezTo>
                  <a:cubicBezTo>
                    <a:pt x="466035" y="-71140"/>
                    <a:pt x="799386" y="-14788"/>
                    <a:pt x="966156" y="223329"/>
                  </a:cubicBezTo>
                  <a:cubicBezTo>
                    <a:pt x="1107832" y="424058"/>
                    <a:pt x="1091822" y="696081"/>
                    <a:pt x="927657" y="878849"/>
                  </a:cubicBezTo>
                  <a:close/>
                  <a:moveTo>
                    <a:pt x="1245823" y="1332149"/>
                  </a:moveTo>
                  <a:lnTo>
                    <a:pt x="1271236" y="1367980"/>
                  </a:lnTo>
                  <a:cubicBezTo>
                    <a:pt x="1312277" y="1426874"/>
                    <a:pt x="1299444" y="1501397"/>
                    <a:pt x="1242965" y="1542121"/>
                  </a:cubicBezTo>
                  <a:cubicBezTo>
                    <a:pt x="1189089" y="1577953"/>
                    <a:pt x="1109548" y="1567533"/>
                    <a:pt x="1068506" y="1511371"/>
                  </a:cubicBezTo>
                  <a:lnTo>
                    <a:pt x="1043093" y="1473252"/>
                  </a:lnTo>
                  <a:cubicBezTo>
                    <a:pt x="1004593" y="1419505"/>
                    <a:pt x="1019968" y="1339836"/>
                    <a:pt x="1073906" y="1301717"/>
                  </a:cubicBezTo>
                  <a:cubicBezTo>
                    <a:pt x="1127718" y="1262346"/>
                    <a:pt x="1203257" y="1274049"/>
                    <a:pt x="1242583" y="1327847"/>
                  </a:cubicBezTo>
                  <a:cubicBezTo>
                    <a:pt x="1243727" y="1329359"/>
                    <a:pt x="1244806" y="1330903"/>
                    <a:pt x="1245823" y="1332466"/>
                  </a:cubicBezTo>
                  <a:close/>
                </a:path>
              </a:pathLst>
            </a:custGeom>
            <a:solidFill>
              <a:srgbClr val="FFC545"/>
            </a:solidFill>
            <a:ln w="6346" cap="flat">
              <a:noFill/>
              <a:prstDash val="solid"/>
              <a:miter/>
            </a:ln>
          </p:spPr>
          <p:txBody>
            <a:bodyPr rtlCol="0" anchor="ctr"/>
            <a:lstStyle/>
            <a:p>
              <a:endParaRPr lang="zh-CN" altLang="en-US"/>
            </a:p>
          </p:txBody>
        </p:sp>
        <p:sp>
          <p:nvSpPr>
            <p:cNvPr id="122" name="任意多边形 64">
              <a:extLst>
                <a:ext uri="{FF2B5EF4-FFF2-40B4-BE49-F238E27FC236}">
                  <a16:creationId xmlns:a16="http://schemas.microsoft.com/office/drawing/2014/main" id="{2445C059-AF30-4075-B431-A14CB002CC61}"/>
                </a:ext>
              </a:extLst>
            </p:cNvPr>
            <p:cNvSpPr/>
            <p:nvPr/>
          </p:nvSpPr>
          <p:spPr>
            <a:xfrm>
              <a:off x="8074926" y="2908035"/>
              <a:ext cx="512041" cy="826857"/>
            </a:xfrm>
            <a:custGeom>
              <a:avLst/>
              <a:gdLst>
                <a:gd name="connsiteX0" fmla="*/ 274260 w 452244"/>
                <a:gd name="connsiteY0" fmla="*/ -210 h 730296"/>
                <a:gd name="connsiteX1" fmla="*/ 451387 w 452244"/>
                <a:gd name="connsiteY1" fmla="*/ 381616 h 730296"/>
                <a:gd name="connsiteX2" fmla="*/ 43132 w 452244"/>
                <a:gd name="connsiteY2" fmla="*/ 730087 h 730296"/>
                <a:gd name="connsiteX3" fmla="*/ -514 w 452244"/>
                <a:gd name="connsiteY3" fmla="*/ 558551 h 730296"/>
                <a:gd name="connsiteX4" fmla="*/ 315302 w 452244"/>
                <a:gd name="connsiteY4" fmla="*/ 366368 h 730296"/>
                <a:gd name="connsiteX5" fmla="*/ 248594 w 452244"/>
                <a:gd name="connsiteY5" fmla="*/ 207539 h 730296"/>
                <a:gd name="connsiteX6" fmla="*/ 274007 w 452244"/>
                <a:gd name="connsiteY6" fmla="*/ -19 h 7302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452244" h="730296">
                  <a:moveTo>
                    <a:pt x="274260" y="-210"/>
                  </a:moveTo>
                  <a:cubicBezTo>
                    <a:pt x="274260" y="-210"/>
                    <a:pt x="438553" y="292036"/>
                    <a:pt x="451387" y="381616"/>
                  </a:cubicBezTo>
                  <a:cubicBezTo>
                    <a:pt x="464093" y="473864"/>
                    <a:pt x="120196" y="717317"/>
                    <a:pt x="43132" y="730087"/>
                  </a:cubicBezTo>
                  <a:lnTo>
                    <a:pt x="-514" y="558551"/>
                  </a:lnTo>
                  <a:cubicBezTo>
                    <a:pt x="-514" y="558551"/>
                    <a:pt x="284489" y="425135"/>
                    <a:pt x="315302" y="366368"/>
                  </a:cubicBezTo>
                  <a:lnTo>
                    <a:pt x="248594" y="207539"/>
                  </a:lnTo>
                  <a:lnTo>
                    <a:pt x="274007" y="-19"/>
                  </a:lnTo>
                  <a:close/>
                </a:path>
              </a:pathLst>
            </a:custGeom>
            <a:solidFill>
              <a:srgbClr val="F93F57"/>
            </a:solidFill>
            <a:ln w="6346" cap="flat">
              <a:noFill/>
              <a:prstDash val="solid"/>
              <a:miter/>
            </a:ln>
          </p:spPr>
          <p:txBody>
            <a:bodyPr rtlCol="0" anchor="ctr"/>
            <a:lstStyle/>
            <a:p>
              <a:endParaRPr lang="zh-CN" altLang="en-US"/>
            </a:p>
          </p:txBody>
        </p:sp>
        <p:sp>
          <p:nvSpPr>
            <p:cNvPr id="123" name="任意多边形 65">
              <a:extLst>
                <a:ext uri="{FF2B5EF4-FFF2-40B4-BE49-F238E27FC236}">
                  <a16:creationId xmlns:a16="http://schemas.microsoft.com/office/drawing/2014/main" id="{7727183A-B628-4844-9223-8C99901D5D49}"/>
                </a:ext>
              </a:extLst>
            </p:cNvPr>
            <p:cNvSpPr/>
            <p:nvPr/>
          </p:nvSpPr>
          <p:spPr>
            <a:xfrm>
              <a:off x="8008236" y="3573622"/>
              <a:ext cx="101648" cy="117572"/>
            </a:xfrm>
            <a:custGeom>
              <a:avLst/>
              <a:gdLst>
                <a:gd name="connsiteX0" fmla="*/ 66265 w 89777"/>
                <a:gd name="connsiteY0" fmla="*/ 362 h 103842"/>
                <a:gd name="connsiteX1" fmla="*/ 5147 w 89777"/>
                <a:gd name="connsiteY1" fmla="*/ 15800 h 103842"/>
                <a:gd name="connsiteX2" fmla="*/ 89263 w 89777"/>
                <a:gd name="connsiteY2" fmla="*/ 95596 h 103842"/>
                <a:gd name="connsiteX3" fmla="*/ 66265 w 89777"/>
                <a:gd name="connsiteY3" fmla="*/ 298 h 103842"/>
              </a:gdLst>
              <a:ahLst/>
              <a:cxnLst>
                <a:cxn ang="0">
                  <a:pos x="connsiteX0" y="connsiteY0"/>
                </a:cxn>
                <a:cxn ang="0">
                  <a:pos x="connsiteX1" y="connsiteY1"/>
                </a:cxn>
                <a:cxn ang="0">
                  <a:pos x="connsiteX2" y="connsiteY2"/>
                </a:cxn>
                <a:cxn ang="0">
                  <a:pos x="connsiteX3" y="connsiteY3"/>
                </a:cxn>
              </a:cxnLst>
              <a:rect l="l" t="t" r="r" b="b"/>
              <a:pathLst>
                <a:path w="89777" h="103842">
                  <a:moveTo>
                    <a:pt x="66265" y="362"/>
                  </a:moveTo>
                  <a:cubicBezTo>
                    <a:pt x="66265" y="362"/>
                    <a:pt x="15439" y="-4784"/>
                    <a:pt x="5147" y="15800"/>
                  </a:cubicBezTo>
                  <a:cubicBezTo>
                    <a:pt x="-5145" y="36384"/>
                    <a:pt x="-12705" y="131555"/>
                    <a:pt x="89263" y="95596"/>
                  </a:cubicBezTo>
                  <a:lnTo>
                    <a:pt x="66265" y="298"/>
                  </a:lnTo>
                  <a:close/>
                </a:path>
              </a:pathLst>
            </a:custGeom>
            <a:solidFill>
              <a:srgbClr val="FF93B1"/>
            </a:solidFill>
            <a:ln w="6346" cap="flat">
              <a:noFill/>
              <a:prstDash val="solid"/>
              <a:miter/>
            </a:ln>
          </p:spPr>
          <p:txBody>
            <a:bodyPr rtlCol="0" anchor="ctr"/>
            <a:lstStyle/>
            <a:p>
              <a:endParaRPr lang="zh-CN" altLang="en-US"/>
            </a:p>
          </p:txBody>
        </p:sp>
        <p:sp>
          <p:nvSpPr>
            <p:cNvPr id="124" name="任意多边形 67">
              <a:extLst>
                <a:ext uri="{FF2B5EF4-FFF2-40B4-BE49-F238E27FC236}">
                  <a16:creationId xmlns:a16="http://schemas.microsoft.com/office/drawing/2014/main" id="{A4DD1F58-5297-4A2D-B03E-9A8E23752D7B}"/>
                </a:ext>
              </a:extLst>
            </p:cNvPr>
            <p:cNvSpPr/>
            <p:nvPr/>
          </p:nvSpPr>
          <p:spPr>
            <a:xfrm rot="19901924">
              <a:off x="4001212" y="2597109"/>
              <a:ext cx="340051" cy="595716"/>
            </a:xfrm>
            <a:custGeom>
              <a:avLst/>
              <a:gdLst>
                <a:gd name="connsiteX0" fmla="*/ 596690 w 1007682"/>
                <a:gd name="connsiteY0" fmla="*/ 1042540 h 1765307"/>
                <a:gd name="connsiteX1" fmla="*/ 596690 w 1007682"/>
                <a:gd name="connsiteY1" fmla="*/ 1209120 h 1765307"/>
                <a:gd name="connsiteX2" fmla="*/ 479747 w 1007682"/>
                <a:gd name="connsiteY2" fmla="*/ 1332124 h 1765307"/>
                <a:gd name="connsiteX3" fmla="*/ 473502 w 1007682"/>
                <a:gd name="connsiteY3" fmla="*/ 1332118 h 1765307"/>
                <a:gd name="connsiteX4" fmla="*/ 350314 w 1007682"/>
                <a:gd name="connsiteY4" fmla="*/ 1209120 h 1765307"/>
                <a:gd name="connsiteX5" fmla="*/ 350314 w 1007682"/>
                <a:gd name="connsiteY5" fmla="*/ 945209 h 1765307"/>
                <a:gd name="connsiteX6" fmla="*/ 352855 w 1007682"/>
                <a:gd name="connsiteY6" fmla="*/ 940063 h 1765307"/>
                <a:gd name="connsiteX7" fmla="*/ 350314 w 1007682"/>
                <a:gd name="connsiteY7" fmla="*/ 934981 h 1765307"/>
                <a:gd name="connsiteX8" fmla="*/ 473502 w 1007682"/>
                <a:gd name="connsiteY8" fmla="*/ 811983 h 1765307"/>
                <a:gd name="connsiteX9" fmla="*/ 760983 w 1007682"/>
                <a:gd name="connsiteY9" fmla="*/ 530157 h 1765307"/>
                <a:gd name="connsiteX10" fmla="*/ 473502 w 1007682"/>
                <a:gd name="connsiteY10" fmla="*/ 245725 h 1765307"/>
                <a:gd name="connsiteX11" fmla="*/ 229667 w 1007682"/>
                <a:gd name="connsiteY11" fmla="*/ 384097 h 1765307"/>
                <a:gd name="connsiteX12" fmla="*/ 62134 w 1007682"/>
                <a:gd name="connsiteY12" fmla="*/ 430888 h 1765307"/>
                <a:gd name="connsiteX13" fmla="*/ 15343 w 1007682"/>
                <a:gd name="connsiteY13" fmla="*/ 263355 h 1765307"/>
                <a:gd name="connsiteX14" fmla="*/ 16645 w 1007682"/>
                <a:gd name="connsiteY14" fmla="*/ 261100 h 1765307"/>
                <a:gd name="connsiteX15" fmla="*/ 473502 w 1007682"/>
                <a:gd name="connsiteY15" fmla="*/ -206 h 1765307"/>
                <a:gd name="connsiteX16" fmla="*/ 1007168 w 1007682"/>
                <a:gd name="connsiteY16" fmla="*/ 530157 h 1765307"/>
                <a:gd name="connsiteX17" fmla="*/ 596499 w 1007682"/>
                <a:gd name="connsiteY17" fmla="*/ 1042540 h 1765307"/>
                <a:gd name="connsiteX18" fmla="*/ 596690 w 1007682"/>
                <a:gd name="connsiteY18" fmla="*/ 1595965 h 1765307"/>
                <a:gd name="connsiteX19" fmla="*/ 596690 w 1007682"/>
                <a:gd name="connsiteY19" fmla="*/ 1642089 h 1765307"/>
                <a:gd name="connsiteX20" fmla="*/ 473502 w 1007682"/>
                <a:gd name="connsiteY20" fmla="*/ 1765086 h 1765307"/>
                <a:gd name="connsiteX21" fmla="*/ 350314 w 1007682"/>
                <a:gd name="connsiteY21" fmla="*/ 1645221 h 1765307"/>
                <a:gd name="connsiteX22" fmla="*/ 350314 w 1007682"/>
                <a:gd name="connsiteY22" fmla="*/ 1642089 h 1765307"/>
                <a:gd name="connsiteX23" fmla="*/ 350314 w 1007682"/>
                <a:gd name="connsiteY23" fmla="*/ 1595965 h 1765307"/>
                <a:gd name="connsiteX24" fmla="*/ 473502 w 1007682"/>
                <a:gd name="connsiteY24" fmla="*/ 1473031 h 1765307"/>
                <a:gd name="connsiteX25" fmla="*/ 596690 w 1007682"/>
                <a:gd name="connsiteY25" fmla="*/ 1592769 h 1765307"/>
                <a:gd name="connsiteX26" fmla="*/ 596690 w 1007682"/>
                <a:gd name="connsiteY26" fmla="*/ 1595965 h 17653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Lst>
              <a:rect l="l" t="t" r="r" b="b"/>
              <a:pathLst>
                <a:path w="1007682" h="1765307">
                  <a:moveTo>
                    <a:pt x="596690" y="1042540"/>
                  </a:moveTo>
                  <a:lnTo>
                    <a:pt x="596690" y="1209120"/>
                  </a:lnTo>
                  <a:cubicBezTo>
                    <a:pt x="598361" y="1275377"/>
                    <a:pt x="546004" y="1330447"/>
                    <a:pt x="479747" y="1332124"/>
                  </a:cubicBezTo>
                  <a:cubicBezTo>
                    <a:pt x="477663" y="1332175"/>
                    <a:pt x="475579" y="1332175"/>
                    <a:pt x="473502" y="1332118"/>
                  </a:cubicBezTo>
                  <a:cubicBezTo>
                    <a:pt x="405529" y="1332156"/>
                    <a:pt x="350384" y="1277093"/>
                    <a:pt x="350314" y="1209120"/>
                  </a:cubicBezTo>
                  <a:lnTo>
                    <a:pt x="350314" y="945209"/>
                  </a:lnTo>
                  <a:cubicBezTo>
                    <a:pt x="350314" y="942668"/>
                    <a:pt x="352855" y="942668"/>
                    <a:pt x="352855" y="940063"/>
                  </a:cubicBezTo>
                  <a:cubicBezTo>
                    <a:pt x="350314" y="937522"/>
                    <a:pt x="350314" y="937522"/>
                    <a:pt x="350314" y="934981"/>
                  </a:cubicBezTo>
                  <a:cubicBezTo>
                    <a:pt x="350314" y="870941"/>
                    <a:pt x="406793" y="811983"/>
                    <a:pt x="473502" y="811983"/>
                  </a:cubicBezTo>
                  <a:cubicBezTo>
                    <a:pt x="632649" y="811983"/>
                    <a:pt x="760983" y="686445"/>
                    <a:pt x="760983" y="530157"/>
                  </a:cubicBezTo>
                  <a:cubicBezTo>
                    <a:pt x="760983" y="368723"/>
                    <a:pt x="632649" y="245725"/>
                    <a:pt x="473502" y="245725"/>
                  </a:cubicBezTo>
                  <a:cubicBezTo>
                    <a:pt x="373636" y="246094"/>
                    <a:pt x="281198" y="298552"/>
                    <a:pt x="229667" y="384097"/>
                  </a:cubicBezTo>
                  <a:cubicBezTo>
                    <a:pt x="196326" y="443283"/>
                    <a:pt x="121320" y="464230"/>
                    <a:pt x="62134" y="430888"/>
                  </a:cubicBezTo>
                  <a:cubicBezTo>
                    <a:pt x="2948" y="397547"/>
                    <a:pt x="-17999" y="322541"/>
                    <a:pt x="15343" y="263355"/>
                  </a:cubicBezTo>
                  <a:cubicBezTo>
                    <a:pt x="15769" y="262599"/>
                    <a:pt x="16201" y="261850"/>
                    <a:pt x="16645" y="261100"/>
                  </a:cubicBezTo>
                  <a:cubicBezTo>
                    <a:pt x="111346" y="98668"/>
                    <a:pt x="285480" y="-930"/>
                    <a:pt x="473502" y="-206"/>
                  </a:cubicBezTo>
                  <a:cubicBezTo>
                    <a:pt x="766129" y="-206"/>
                    <a:pt x="1007168" y="235497"/>
                    <a:pt x="1007168" y="530157"/>
                  </a:cubicBezTo>
                  <a:cubicBezTo>
                    <a:pt x="1007168" y="778693"/>
                    <a:pt x="832647" y="988792"/>
                    <a:pt x="596499" y="1042540"/>
                  </a:cubicBezTo>
                  <a:close/>
                  <a:moveTo>
                    <a:pt x="596690" y="1595965"/>
                  </a:moveTo>
                  <a:lnTo>
                    <a:pt x="596690" y="1642089"/>
                  </a:lnTo>
                  <a:cubicBezTo>
                    <a:pt x="596690" y="1713816"/>
                    <a:pt x="545356" y="1765086"/>
                    <a:pt x="473502" y="1765086"/>
                  </a:cubicBezTo>
                  <a:cubicBezTo>
                    <a:pt x="406387" y="1766001"/>
                    <a:pt x="351235" y="1712336"/>
                    <a:pt x="350314" y="1645221"/>
                  </a:cubicBezTo>
                  <a:cubicBezTo>
                    <a:pt x="350301" y="1644179"/>
                    <a:pt x="350301" y="1643131"/>
                    <a:pt x="350314" y="1642089"/>
                  </a:cubicBezTo>
                  <a:lnTo>
                    <a:pt x="350314" y="1595965"/>
                  </a:lnTo>
                  <a:cubicBezTo>
                    <a:pt x="351305" y="1528386"/>
                    <a:pt x="405923" y="1473882"/>
                    <a:pt x="473502" y="1473031"/>
                  </a:cubicBezTo>
                  <a:cubicBezTo>
                    <a:pt x="540585" y="1472078"/>
                    <a:pt x="595737" y="1525686"/>
                    <a:pt x="596690" y="1592769"/>
                  </a:cubicBezTo>
                  <a:cubicBezTo>
                    <a:pt x="596703" y="1593830"/>
                    <a:pt x="596703" y="1594897"/>
                    <a:pt x="596690" y="1595965"/>
                  </a:cubicBezTo>
                  <a:close/>
                </a:path>
              </a:pathLst>
            </a:custGeom>
            <a:solidFill>
              <a:srgbClr val="D0D4DA"/>
            </a:solidFill>
            <a:ln w="6346" cap="flat">
              <a:noFill/>
              <a:prstDash val="solid"/>
              <a:miter/>
            </a:ln>
          </p:spPr>
          <p:txBody>
            <a:bodyPr rtlCol="0" anchor="ctr"/>
            <a:lstStyle/>
            <a:p>
              <a:endParaRPr lang="zh-CN" altLang="en-US"/>
            </a:p>
          </p:txBody>
        </p:sp>
      </p:grpSp>
      <p:sp>
        <p:nvSpPr>
          <p:cNvPr id="33" name="对话气泡: 椭圆形 32">
            <a:extLst>
              <a:ext uri="{FF2B5EF4-FFF2-40B4-BE49-F238E27FC236}">
                <a16:creationId xmlns:a16="http://schemas.microsoft.com/office/drawing/2014/main" id="{522078EE-C897-4A99-A8C5-ACBB20336E13}"/>
              </a:ext>
            </a:extLst>
          </p:cNvPr>
          <p:cNvSpPr/>
          <p:nvPr/>
        </p:nvSpPr>
        <p:spPr>
          <a:xfrm>
            <a:off x="6943531" y="1785136"/>
            <a:ext cx="4819051" cy="1606382"/>
          </a:xfrm>
          <a:prstGeom prst="wedgeEllipseCallout">
            <a:avLst>
              <a:gd name="adj1" fmla="val 3316"/>
              <a:gd name="adj2" fmla="val 68170"/>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r>
              <a:rPr lang="zh-CN" altLang="en-US" b="1" dirty="0"/>
              <a:t>         某个站点从发送帧开始，</a:t>
            </a:r>
            <a:r>
              <a:rPr lang="zh-CN" altLang="en-US" b="1" dirty="0">
                <a:solidFill>
                  <a:schemeClr val="tx1"/>
                </a:solidFill>
                <a:highlight>
                  <a:srgbClr val="F4B919"/>
                </a:highlight>
              </a:rPr>
              <a:t>最长</a:t>
            </a:r>
            <a:r>
              <a:rPr lang="zh-CN" altLang="en-US" b="1" dirty="0"/>
              <a:t>要经过多长</a:t>
            </a:r>
            <a:r>
              <a:rPr lang="zh-CN" altLang="en-US" b="1" dirty="0">
                <a:solidFill>
                  <a:schemeClr val="tx1"/>
                </a:solidFill>
                <a:highlight>
                  <a:srgbClr val="F4B919"/>
                </a:highlight>
              </a:rPr>
              <a:t>时间</a:t>
            </a:r>
            <a:r>
              <a:rPr lang="zh-CN" altLang="en-US" b="1" dirty="0"/>
              <a:t>，才能</a:t>
            </a:r>
            <a:r>
              <a:rPr lang="zh-CN" altLang="en-US" b="1" dirty="0">
                <a:solidFill>
                  <a:schemeClr val="tx1"/>
                </a:solidFill>
                <a:highlight>
                  <a:srgbClr val="F4B919"/>
                </a:highlight>
              </a:rPr>
              <a:t>检测出</a:t>
            </a:r>
            <a:r>
              <a:rPr lang="zh-CN" altLang="en-US" b="1" dirty="0"/>
              <a:t>自己发送的帧与其他站点发送的帧产生了</a:t>
            </a:r>
            <a:r>
              <a:rPr lang="zh-CN" altLang="en-US" b="1" dirty="0">
                <a:solidFill>
                  <a:schemeClr val="tx1"/>
                </a:solidFill>
                <a:highlight>
                  <a:srgbClr val="F4B919"/>
                </a:highlight>
              </a:rPr>
              <a:t>碰撞</a:t>
            </a:r>
            <a:r>
              <a:rPr lang="zh-CN" altLang="en-US" b="1" dirty="0"/>
              <a:t>？</a:t>
            </a:r>
          </a:p>
        </p:txBody>
      </p:sp>
    </p:spTree>
    <p:custDataLst>
      <p:tags r:id="rId1"/>
    </p:custDataLst>
    <p:extLst>
      <p:ext uri="{BB962C8B-B14F-4D97-AF65-F5344CB8AC3E}">
        <p14:creationId xmlns:p14="http://schemas.microsoft.com/office/powerpoint/2010/main" val="218663960"/>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2" presetClass="entr" presetSubtype="1" fill="hold" nodeType="withEffect">
                                  <p:stCondLst>
                                    <p:cond delay="0"/>
                                  </p:stCondLst>
                                  <p:childTnLst>
                                    <p:set>
                                      <p:cBhvr>
                                        <p:cTn id="6" dur="1" fill="hold">
                                          <p:stCondLst>
                                            <p:cond delay="0"/>
                                          </p:stCondLst>
                                        </p:cTn>
                                        <p:tgtEl>
                                          <p:spTgt spid="4"/>
                                        </p:tgtEl>
                                        <p:attrNameLst>
                                          <p:attrName>style.visibility</p:attrName>
                                        </p:attrNameLst>
                                      </p:cBhvr>
                                      <p:to>
                                        <p:strVal val="visible"/>
                                      </p:to>
                                    </p:set>
                                    <p:anim calcmode="lin" valueType="num">
                                      <p:cBhvr additive="base">
                                        <p:cTn id="7" dur="1000"/>
                                        <p:tgtEl>
                                          <p:spTgt spid="4"/>
                                        </p:tgtEl>
                                        <p:attrNameLst>
                                          <p:attrName>ppt_y</p:attrName>
                                        </p:attrNameLst>
                                      </p:cBhvr>
                                      <p:tavLst>
                                        <p:tav tm="0">
                                          <p:val>
                                            <p:strVal val="#ppt_y-#ppt_h*1.125000"/>
                                          </p:val>
                                        </p:tav>
                                        <p:tav tm="100000">
                                          <p:val>
                                            <p:strVal val="#ppt_y"/>
                                          </p:val>
                                        </p:tav>
                                      </p:tavLst>
                                    </p:anim>
                                    <p:animEffect transition="in" filter="wipe(down)">
                                      <p:cBhvr>
                                        <p:cTn id="8" dur="1000"/>
                                        <p:tgtEl>
                                          <p:spTgt spid="4"/>
                                        </p:tgtEl>
                                      </p:cBhvr>
                                    </p:animEffect>
                                  </p:childTnLst>
                                </p:cTn>
                              </p:par>
                            </p:childTnLst>
                          </p:cTn>
                        </p:par>
                      </p:childTnLst>
                    </p:cTn>
                  </p:par>
                  <p:par>
                    <p:cTn id="9" fill="hold">
                      <p:stCondLst>
                        <p:cond delay="indefinite"/>
                      </p:stCondLst>
                      <p:childTnLst>
                        <p:par>
                          <p:cTn id="10" fill="hold">
                            <p:stCondLst>
                              <p:cond delay="0"/>
                            </p:stCondLst>
                            <p:childTnLst>
                              <p:par>
                                <p:cTn id="11" presetID="49" presetClass="entr" presetSubtype="0" decel="100000" fill="hold" grpId="0" nodeType="clickEffect">
                                  <p:stCondLst>
                                    <p:cond delay="0"/>
                                  </p:stCondLst>
                                  <p:childTnLst>
                                    <p:set>
                                      <p:cBhvr>
                                        <p:cTn id="12" dur="1" fill="hold">
                                          <p:stCondLst>
                                            <p:cond delay="0"/>
                                          </p:stCondLst>
                                        </p:cTn>
                                        <p:tgtEl>
                                          <p:spTgt spid="40"/>
                                        </p:tgtEl>
                                        <p:attrNameLst>
                                          <p:attrName>style.visibility</p:attrName>
                                        </p:attrNameLst>
                                      </p:cBhvr>
                                      <p:to>
                                        <p:strVal val="visible"/>
                                      </p:to>
                                    </p:set>
                                    <p:anim calcmode="lin" valueType="num">
                                      <p:cBhvr>
                                        <p:cTn id="13" dur="500" fill="hold"/>
                                        <p:tgtEl>
                                          <p:spTgt spid="40"/>
                                        </p:tgtEl>
                                        <p:attrNameLst>
                                          <p:attrName>ppt_w</p:attrName>
                                        </p:attrNameLst>
                                      </p:cBhvr>
                                      <p:tavLst>
                                        <p:tav tm="0">
                                          <p:val>
                                            <p:fltVal val="0"/>
                                          </p:val>
                                        </p:tav>
                                        <p:tav tm="100000">
                                          <p:val>
                                            <p:strVal val="#ppt_w"/>
                                          </p:val>
                                        </p:tav>
                                      </p:tavLst>
                                    </p:anim>
                                    <p:anim calcmode="lin" valueType="num">
                                      <p:cBhvr>
                                        <p:cTn id="14" dur="500" fill="hold"/>
                                        <p:tgtEl>
                                          <p:spTgt spid="40"/>
                                        </p:tgtEl>
                                        <p:attrNameLst>
                                          <p:attrName>ppt_h</p:attrName>
                                        </p:attrNameLst>
                                      </p:cBhvr>
                                      <p:tavLst>
                                        <p:tav tm="0">
                                          <p:val>
                                            <p:fltVal val="0"/>
                                          </p:val>
                                        </p:tav>
                                        <p:tav tm="100000">
                                          <p:val>
                                            <p:strVal val="#ppt_h"/>
                                          </p:val>
                                        </p:tav>
                                      </p:tavLst>
                                    </p:anim>
                                    <p:anim calcmode="lin" valueType="num">
                                      <p:cBhvr>
                                        <p:cTn id="15" dur="500" fill="hold"/>
                                        <p:tgtEl>
                                          <p:spTgt spid="40"/>
                                        </p:tgtEl>
                                        <p:attrNameLst>
                                          <p:attrName>style.rotation</p:attrName>
                                        </p:attrNameLst>
                                      </p:cBhvr>
                                      <p:tavLst>
                                        <p:tav tm="0">
                                          <p:val>
                                            <p:fltVal val="360"/>
                                          </p:val>
                                        </p:tav>
                                        <p:tav tm="100000">
                                          <p:val>
                                            <p:fltVal val="0"/>
                                          </p:val>
                                        </p:tav>
                                      </p:tavLst>
                                    </p:anim>
                                    <p:animEffect transition="in" filter="fade">
                                      <p:cBhvr>
                                        <p:cTn id="16" dur="500"/>
                                        <p:tgtEl>
                                          <p:spTgt spid="40"/>
                                        </p:tgtEl>
                                      </p:cBhvr>
                                    </p:animEffect>
                                  </p:childTnLst>
                                </p:cTn>
                              </p:par>
                            </p:childTnLst>
                          </p:cTn>
                        </p:par>
                        <p:par>
                          <p:cTn id="17" fill="hold">
                            <p:stCondLst>
                              <p:cond delay="500"/>
                            </p:stCondLst>
                            <p:childTnLst>
                              <p:par>
                                <p:cTn id="18" presetID="1" presetClass="entr" presetSubtype="0" fill="hold" grpId="0" nodeType="afterEffect">
                                  <p:stCondLst>
                                    <p:cond delay="0"/>
                                  </p:stCondLst>
                                  <p:iterate type="lt">
                                    <p:tmAbs val="100"/>
                                  </p:iterate>
                                  <p:childTnLst>
                                    <p:set>
                                      <p:cBhvr>
                                        <p:cTn id="19" dur="1" fill="hold">
                                          <p:stCondLst>
                                            <p:cond delay="0"/>
                                          </p:stCondLst>
                                        </p:cTn>
                                        <p:tgtEl>
                                          <p:spTgt spid="41"/>
                                        </p:tgtEl>
                                        <p:attrNameLst>
                                          <p:attrName>style.visibility</p:attrName>
                                        </p:attrNameLst>
                                      </p:cBhvr>
                                      <p:to>
                                        <p:strVal val="visible"/>
                                      </p:to>
                                    </p:set>
                                  </p:childTnLst>
                                </p:cTn>
                              </p:par>
                            </p:childTnLst>
                          </p:cTn>
                        </p:par>
                      </p:childTnLst>
                    </p:cTn>
                  </p:par>
                  <p:par>
                    <p:cTn id="20" fill="hold">
                      <p:stCondLst>
                        <p:cond delay="indefinite"/>
                      </p:stCondLst>
                      <p:childTnLst>
                        <p:par>
                          <p:cTn id="21" fill="hold">
                            <p:stCondLst>
                              <p:cond delay="0"/>
                            </p:stCondLst>
                            <p:childTnLst>
                              <p:par>
                                <p:cTn id="22" presetID="30" presetClass="entr" presetSubtype="0" fill="hold" nodeType="clickEffect">
                                  <p:stCondLst>
                                    <p:cond delay="0"/>
                                  </p:stCondLst>
                                  <p:childTnLst>
                                    <p:set>
                                      <p:cBhvr>
                                        <p:cTn id="23" dur="1" fill="hold">
                                          <p:stCondLst>
                                            <p:cond delay="0"/>
                                          </p:stCondLst>
                                        </p:cTn>
                                        <p:tgtEl>
                                          <p:spTgt spid="7"/>
                                        </p:tgtEl>
                                        <p:attrNameLst>
                                          <p:attrName>style.visibility</p:attrName>
                                        </p:attrNameLst>
                                      </p:cBhvr>
                                      <p:to>
                                        <p:strVal val="visible"/>
                                      </p:to>
                                    </p:set>
                                    <p:animEffect transition="in" filter="fade">
                                      <p:cBhvr>
                                        <p:cTn id="24" dur="800" decel="100000"/>
                                        <p:tgtEl>
                                          <p:spTgt spid="7"/>
                                        </p:tgtEl>
                                      </p:cBhvr>
                                    </p:animEffect>
                                    <p:anim calcmode="lin" valueType="num">
                                      <p:cBhvr>
                                        <p:cTn id="25" dur="800" decel="100000" fill="hold"/>
                                        <p:tgtEl>
                                          <p:spTgt spid="7"/>
                                        </p:tgtEl>
                                        <p:attrNameLst>
                                          <p:attrName>style.rotation</p:attrName>
                                        </p:attrNameLst>
                                      </p:cBhvr>
                                      <p:tavLst>
                                        <p:tav tm="0">
                                          <p:val>
                                            <p:fltVal val="-90"/>
                                          </p:val>
                                        </p:tav>
                                        <p:tav tm="100000">
                                          <p:val>
                                            <p:fltVal val="0"/>
                                          </p:val>
                                        </p:tav>
                                      </p:tavLst>
                                    </p:anim>
                                    <p:anim calcmode="lin" valueType="num">
                                      <p:cBhvr>
                                        <p:cTn id="26" dur="800" decel="100000" fill="hold"/>
                                        <p:tgtEl>
                                          <p:spTgt spid="7"/>
                                        </p:tgtEl>
                                        <p:attrNameLst>
                                          <p:attrName>ppt_x</p:attrName>
                                        </p:attrNameLst>
                                      </p:cBhvr>
                                      <p:tavLst>
                                        <p:tav tm="0">
                                          <p:val>
                                            <p:strVal val="#ppt_x+0.4"/>
                                          </p:val>
                                        </p:tav>
                                        <p:tav tm="100000">
                                          <p:val>
                                            <p:strVal val="#ppt_x-0.05"/>
                                          </p:val>
                                        </p:tav>
                                      </p:tavLst>
                                    </p:anim>
                                    <p:anim calcmode="lin" valueType="num">
                                      <p:cBhvr>
                                        <p:cTn id="27" dur="800" decel="100000" fill="hold"/>
                                        <p:tgtEl>
                                          <p:spTgt spid="7"/>
                                        </p:tgtEl>
                                        <p:attrNameLst>
                                          <p:attrName>ppt_y</p:attrName>
                                        </p:attrNameLst>
                                      </p:cBhvr>
                                      <p:tavLst>
                                        <p:tav tm="0">
                                          <p:val>
                                            <p:strVal val="#ppt_y-0.4"/>
                                          </p:val>
                                        </p:tav>
                                        <p:tav tm="100000">
                                          <p:val>
                                            <p:strVal val="#ppt_y+0.1"/>
                                          </p:val>
                                        </p:tav>
                                      </p:tavLst>
                                    </p:anim>
                                    <p:anim calcmode="lin" valueType="num">
                                      <p:cBhvr>
                                        <p:cTn id="28" dur="200" accel="100000" fill="hold">
                                          <p:stCondLst>
                                            <p:cond delay="800"/>
                                          </p:stCondLst>
                                        </p:cTn>
                                        <p:tgtEl>
                                          <p:spTgt spid="7"/>
                                        </p:tgtEl>
                                        <p:attrNameLst>
                                          <p:attrName>ppt_x</p:attrName>
                                        </p:attrNameLst>
                                      </p:cBhvr>
                                      <p:tavLst>
                                        <p:tav tm="0">
                                          <p:val>
                                            <p:strVal val="#ppt_x-0.05"/>
                                          </p:val>
                                        </p:tav>
                                        <p:tav tm="100000">
                                          <p:val>
                                            <p:strVal val="#ppt_x"/>
                                          </p:val>
                                        </p:tav>
                                      </p:tavLst>
                                    </p:anim>
                                    <p:anim calcmode="lin" valueType="num">
                                      <p:cBhvr>
                                        <p:cTn id="29" dur="200" accel="100000" fill="hold">
                                          <p:stCondLst>
                                            <p:cond delay="800"/>
                                          </p:stCondLst>
                                        </p:cTn>
                                        <p:tgtEl>
                                          <p:spTgt spid="7"/>
                                        </p:tgtEl>
                                        <p:attrNameLst>
                                          <p:attrName>ppt_y</p:attrName>
                                        </p:attrNameLst>
                                      </p:cBhvr>
                                      <p:tavLst>
                                        <p:tav tm="0">
                                          <p:val>
                                            <p:strVal val="#ppt_y+0.1"/>
                                          </p:val>
                                        </p:tav>
                                        <p:tav tm="100000">
                                          <p:val>
                                            <p:strVal val="#ppt_y"/>
                                          </p:val>
                                        </p:tav>
                                      </p:tavLst>
                                    </p:anim>
                                  </p:childTnLst>
                                </p:cTn>
                              </p:par>
                            </p:childTnLst>
                          </p:cTn>
                        </p:par>
                      </p:childTnLst>
                    </p:cTn>
                  </p:par>
                  <p:par>
                    <p:cTn id="30" fill="hold">
                      <p:stCondLst>
                        <p:cond delay="indefinite"/>
                      </p:stCondLst>
                      <p:childTnLst>
                        <p:par>
                          <p:cTn id="31" fill="hold">
                            <p:stCondLst>
                              <p:cond delay="0"/>
                            </p:stCondLst>
                            <p:childTnLst>
                              <p:par>
                                <p:cTn id="32" presetID="22" presetClass="entr" presetSubtype="4" fill="hold" nodeType="clickEffect">
                                  <p:stCondLst>
                                    <p:cond delay="0"/>
                                  </p:stCondLst>
                                  <p:childTnLst>
                                    <p:set>
                                      <p:cBhvr>
                                        <p:cTn id="33" dur="1" fill="hold">
                                          <p:stCondLst>
                                            <p:cond delay="0"/>
                                          </p:stCondLst>
                                        </p:cTn>
                                        <p:tgtEl>
                                          <p:spTgt spid="34"/>
                                        </p:tgtEl>
                                        <p:attrNameLst>
                                          <p:attrName>style.visibility</p:attrName>
                                        </p:attrNameLst>
                                      </p:cBhvr>
                                      <p:to>
                                        <p:strVal val="visible"/>
                                      </p:to>
                                    </p:set>
                                    <p:animEffect transition="in" filter="wipe(down)">
                                      <p:cBhvr>
                                        <p:cTn id="34" dur="1000"/>
                                        <p:tgtEl>
                                          <p:spTgt spid="34"/>
                                        </p:tgtEl>
                                      </p:cBhvr>
                                    </p:animEffect>
                                  </p:childTnLst>
                                </p:cTn>
                              </p:par>
                            </p:childTnLst>
                          </p:cTn>
                        </p:par>
                      </p:childTnLst>
                    </p:cTn>
                  </p:par>
                  <p:par>
                    <p:cTn id="35" fill="hold">
                      <p:stCondLst>
                        <p:cond delay="indefinite"/>
                      </p:stCondLst>
                      <p:childTnLst>
                        <p:par>
                          <p:cTn id="36" fill="hold">
                            <p:stCondLst>
                              <p:cond delay="0"/>
                            </p:stCondLst>
                            <p:childTnLst>
                              <p:par>
                                <p:cTn id="37" presetID="2" presetClass="entr" presetSubtype="2" fill="hold" nodeType="clickEffect">
                                  <p:stCondLst>
                                    <p:cond delay="0"/>
                                  </p:stCondLst>
                                  <p:childTnLst>
                                    <p:set>
                                      <p:cBhvr>
                                        <p:cTn id="38" dur="1" fill="hold">
                                          <p:stCondLst>
                                            <p:cond delay="0"/>
                                          </p:stCondLst>
                                        </p:cTn>
                                        <p:tgtEl>
                                          <p:spTgt spid="54"/>
                                        </p:tgtEl>
                                        <p:attrNameLst>
                                          <p:attrName>style.visibility</p:attrName>
                                        </p:attrNameLst>
                                      </p:cBhvr>
                                      <p:to>
                                        <p:strVal val="visible"/>
                                      </p:to>
                                    </p:set>
                                    <p:anim calcmode="lin" valueType="num">
                                      <p:cBhvr additive="base">
                                        <p:cTn id="39" dur="500" fill="hold"/>
                                        <p:tgtEl>
                                          <p:spTgt spid="54"/>
                                        </p:tgtEl>
                                        <p:attrNameLst>
                                          <p:attrName>ppt_x</p:attrName>
                                        </p:attrNameLst>
                                      </p:cBhvr>
                                      <p:tavLst>
                                        <p:tav tm="0">
                                          <p:val>
                                            <p:strVal val="1+#ppt_w/2"/>
                                          </p:val>
                                        </p:tav>
                                        <p:tav tm="100000">
                                          <p:val>
                                            <p:strVal val="#ppt_x"/>
                                          </p:val>
                                        </p:tav>
                                      </p:tavLst>
                                    </p:anim>
                                    <p:anim calcmode="lin" valueType="num">
                                      <p:cBhvr additive="base">
                                        <p:cTn id="40" dur="500" fill="hold"/>
                                        <p:tgtEl>
                                          <p:spTgt spid="54"/>
                                        </p:tgtEl>
                                        <p:attrNameLst>
                                          <p:attrName>ppt_y</p:attrName>
                                        </p:attrNameLst>
                                      </p:cBhvr>
                                      <p:tavLst>
                                        <p:tav tm="0">
                                          <p:val>
                                            <p:strVal val="#ppt_y"/>
                                          </p:val>
                                        </p:tav>
                                        <p:tav tm="100000">
                                          <p:val>
                                            <p:strVal val="#ppt_y"/>
                                          </p:val>
                                        </p:tav>
                                      </p:tavLst>
                                    </p:anim>
                                  </p:childTnLst>
                                </p:cTn>
                              </p:par>
                            </p:childTnLst>
                          </p:cTn>
                        </p:par>
                        <p:par>
                          <p:cTn id="41" fill="hold">
                            <p:stCondLst>
                              <p:cond delay="500"/>
                            </p:stCondLst>
                            <p:childTnLst>
                              <p:par>
                                <p:cTn id="42" presetID="12" presetClass="entr" presetSubtype="4" fill="hold" grpId="0" nodeType="afterEffect">
                                  <p:stCondLst>
                                    <p:cond delay="0"/>
                                  </p:stCondLst>
                                  <p:childTnLst>
                                    <p:set>
                                      <p:cBhvr>
                                        <p:cTn id="43" dur="1" fill="hold">
                                          <p:stCondLst>
                                            <p:cond delay="0"/>
                                          </p:stCondLst>
                                        </p:cTn>
                                        <p:tgtEl>
                                          <p:spTgt spid="33"/>
                                        </p:tgtEl>
                                        <p:attrNameLst>
                                          <p:attrName>style.visibility</p:attrName>
                                        </p:attrNameLst>
                                      </p:cBhvr>
                                      <p:to>
                                        <p:strVal val="visible"/>
                                      </p:to>
                                    </p:set>
                                    <p:anim calcmode="lin" valueType="num">
                                      <p:cBhvr additive="base">
                                        <p:cTn id="44" dur="500"/>
                                        <p:tgtEl>
                                          <p:spTgt spid="33"/>
                                        </p:tgtEl>
                                        <p:attrNameLst>
                                          <p:attrName>ppt_y</p:attrName>
                                        </p:attrNameLst>
                                      </p:cBhvr>
                                      <p:tavLst>
                                        <p:tav tm="0">
                                          <p:val>
                                            <p:strVal val="#ppt_y+#ppt_h*1.125000"/>
                                          </p:val>
                                        </p:tav>
                                        <p:tav tm="100000">
                                          <p:val>
                                            <p:strVal val="#ppt_y"/>
                                          </p:val>
                                        </p:tav>
                                      </p:tavLst>
                                    </p:anim>
                                    <p:animEffect transition="in" filter="wipe(up)">
                                      <p:cBhvr>
                                        <p:cTn id="45" dur="500"/>
                                        <p:tgtEl>
                                          <p:spTgt spid="33"/>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0" grpId="0" animBg="1"/>
      <p:bldP spid="41" grpId="0"/>
      <p:bldP spid="33" grpId="0" animBg="1"/>
    </p:bldLst>
  </p:timing>
</p:sld>
</file>

<file path=ppt/slides/slide32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4" name="组合 3">
            <a:extLst>
              <a:ext uri="{FF2B5EF4-FFF2-40B4-BE49-F238E27FC236}">
                <a16:creationId xmlns:a16="http://schemas.microsoft.com/office/drawing/2014/main" id="{9A1EA9F2-FCB6-48C3-935F-7AE7E3AD14AC}"/>
              </a:ext>
            </a:extLst>
          </p:cNvPr>
          <p:cNvGrpSpPr/>
          <p:nvPr/>
        </p:nvGrpSpPr>
        <p:grpSpPr>
          <a:xfrm>
            <a:off x="304800" y="749300"/>
            <a:ext cx="6192344" cy="400110"/>
            <a:chOff x="424117" y="898245"/>
            <a:chExt cx="6192344" cy="400110"/>
          </a:xfrm>
        </p:grpSpPr>
        <p:sp>
          <p:nvSpPr>
            <p:cNvPr id="2" name="平行四边形 1">
              <a:extLst>
                <a:ext uri="{FF2B5EF4-FFF2-40B4-BE49-F238E27FC236}">
                  <a16:creationId xmlns:a16="http://schemas.microsoft.com/office/drawing/2014/main" id="{1F5BAA3F-9845-4F89-A2DD-8222D3E4EDAC}"/>
                </a:ext>
              </a:extLst>
            </p:cNvPr>
            <p:cNvSpPr/>
            <p:nvPr/>
          </p:nvSpPr>
          <p:spPr>
            <a:xfrm>
              <a:off x="424117" y="898245"/>
              <a:ext cx="628306" cy="387090"/>
            </a:xfrm>
            <a:prstGeom prst="parallelogram">
              <a:avLst/>
            </a:prstGeom>
            <a:solidFill>
              <a:schemeClr val="accent3">
                <a:lumMod val="75000"/>
              </a:schemeClr>
            </a:solidFill>
            <a:ln>
              <a:solidFill>
                <a:schemeClr val="accent3">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CN" sz="2200" dirty="0">
                  <a:latin typeface="Impact" panose="020B0806030902050204" pitchFamily="34" charset="0"/>
                </a:rPr>
                <a:t>01</a:t>
              </a:r>
              <a:endParaRPr lang="zh-CN" altLang="en-US" sz="2200" dirty="0">
                <a:latin typeface="Impact" panose="020B0806030902050204" pitchFamily="34" charset="0"/>
              </a:endParaRPr>
            </a:p>
          </p:txBody>
        </p:sp>
        <p:sp>
          <p:nvSpPr>
            <p:cNvPr id="3" name="文本框 2">
              <a:extLst>
                <a:ext uri="{FF2B5EF4-FFF2-40B4-BE49-F238E27FC236}">
                  <a16:creationId xmlns:a16="http://schemas.microsoft.com/office/drawing/2014/main" id="{4D6BD736-A4D3-4F26-AFED-36E11F50F70B}"/>
                </a:ext>
              </a:extLst>
            </p:cNvPr>
            <p:cNvSpPr txBox="1"/>
            <p:nvPr/>
          </p:nvSpPr>
          <p:spPr>
            <a:xfrm>
              <a:off x="1052423" y="898245"/>
              <a:ext cx="5564038" cy="400110"/>
            </a:xfrm>
            <a:prstGeom prst="rect">
              <a:avLst/>
            </a:prstGeom>
            <a:noFill/>
          </p:spPr>
          <p:txBody>
            <a:bodyPr wrap="square" rtlCol="0">
              <a:spAutoFit/>
            </a:bodyPr>
            <a:lstStyle/>
            <a:p>
              <a:r>
                <a:rPr lang="zh-CN" altLang="en-US" sz="2000" b="1" dirty="0"/>
                <a:t>共享式以太网的争用期</a:t>
              </a:r>
              <a:endParaRPr lang="en-US" altLang="zh-CN" sz="2000" b="1" dirty="0"/>
            </a:p>
          </p:txBody>
        </p:sp>
      </p:grpSp>
      <p:sp>
        <p:nvSpPr>
          <p:cNvPr id="40" name="矩形 39">
            <a:extLst>
              <a:ext uri="{FF2B5EF4-FFF2-40B4-BE49-F238E27FC236}">
                <a16:creationId xmlns:a16="http://schemas.microsoft.com/office/drawing/2014/main" id="{BCD66B3D-D3F7-4440-9406-4ECBF941DE41}"/>
              </a:ext>
            </a:extLst>
          </p:cNvPr>
          <p:cNvSpPr/>
          <p:nvPr/>
        </p:nvSpPr>
        <p:spPr>
          <a:xfrm>
            <a:off x="1056633" y="1335374"/>
            <a:ext cx="256976" cy="256976"/>
          </a:xfrm>
          <a:prstGeom prst="rect">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41" name="íşlïḍè">
            <a:extLst>
              <a:ext uri="{FF2B5EF4-FFF2-40B4-BE49-F238E27FC236}">
                <a16:creationId xmlns:a16="http://schemas.microsoft.com/office/drawing/2014/main" id="{0216106F-37A5-40E5-BDEA-DFCA29F868ED}"/>
              </a:ext>
            </a:extLst>
          </p:cNvPr>
          <p:cNvSpPr txBox="1"/>
          <p:nvPr/>
        </p:nvSpPr>
        <p:spPr>
          <a:xfrm>
            <a:off x="1373861" y="1281053"/>
            <a:ext cx="10276516" cy="400110"/>
          </a:xfrm>
          <a:prstGeom prst="rect">
            <a:avLst/>
          </a:prstGeom>
          <a:noFill/>
        </p:spPr>
        <p:txBody>
          <a:bodyPr wrap="square" lIns="91440" tIns="45720" rIns="91440" bIns="45720" anchor="ctr">
            <a:noAutofit/>
          </a:bodyPr>
          <a:lstStyle/>
          <a:p>
            <a:r>
              <a:rPr lang="zh-CN" altLang="en-US" b="1" dirty="0">
                <a:latin typeface="Arial Narrow" panose="020B0606020202030204" pitchFamily="34" charset="0"/>
              </a:rPr>
              <a:t>使用</a:t>
            </a:r>
            <a:r>
              <a:rPr lang="en-US" altLang="zh-CN" b="1" dirty="0">
                <a:latin typeface="Arial Narrow" panose="020B0606020202030204" pitchFamily="34" charset="0"/>
              </a:rPr>
              <a:t>CSMA/CD</a:t>
            </a:r>
            <a:r>
              <a:rPr lang="zh-CN" altLang="en-US" b="1" dirty="0">
                <a:latin typeface="Arial Narrow" panose="020B0606020202030204" pitchFamily="34" charset="0"/>
              </a:rPr>
              <a:t>协议的共享总线以太网上的任意站点在发送帧的过程中都可能会遭遇碰撞。</a:t>
            </a:r>
          </a:p>
        </p:txBody>
      </p:sp>
      <p:grpSp>
        <p:nvGrpSpPr>
          <p:cNvPr id="7" name="组合 6">
            <a:extLst>
              <a:ext uri="{FF2B5EF4-FFF2-40B4-BE49-F238E27FC236}">
                <a16:creationId xmlns:a16="http://schemas.microsoft.com/office/drawing/2014/main" id="{0800E616-4990-4736-8862-242F9EBD9EE5}"/>
              </a:ext>
            </a:extLst>
          </p:cNvPr>
          <p:cNvGrpSpPr/>
          <p:nvPr/>
        </p:nvGrpSpPr>
        <p:grpSpPr>
          <a:xfrm>
            <a:off x="1468601" y="2101029"/>
            <a:ext cx="5043518" cy="1493071"/>
            <a:chOff x="3117370" y="3621980"/>
            <a:chExt cx="5043518" cy="1493071"/>
          </a:xfrm>
        </p:grpSpPr>
        <p:cxnSp>
          <p:nvCxnSpPr>
            <p:cNvPr id="79" name="直接连接符 78">
              <a:extLst>
                <a:ext uri="{FF2B5EF4-FFF2-40B4-BE49-F238E27FC236}">
                  <a16:creationId xmlns:a16="http://schemas.microsoft.com/office/drawing/2014/main" id="{B50EE89A-0ED5-451A-B7B7-400F31C8340B}"/>
                </a:ext>
              </a:extLst>
            </p:cNvPr>
            <p:cNvCxnSpPr/>
            <p:nvPr/>
          </p:nvCxnSpPr>
          <p:spPr>
            <a:xfrm flipV="1">
              <a:off x="6344924" y="3773930"/>
              <a:ext cx="0" cy="812800"/>
            </a:xfrm>
            <a:prstGeom prst="line">
              <a:avLst/>
            </a:prstGeom>
            <a:ln w="152400">
              <a:solidFill>
                <a:schemeClr val="tx1"/>
              </a:solidFill>
              <a:tailEnd w="med" len="lg"/>
            </a:ln>
          </p:spPr>
          <p:style>
            <a:lnRef idx="1">
              <a:schemeClr val="accent1"/>
            </a:lnRef>
            <a:fillRef idx="0">
              <a:schemeClr val="accent1"/>
            </a:fillRef>
            <a:effectRef idx="0">
              <a:schemeClr val="accent1"/>
            </a:effectRef>
            <a:fontRef idx="minor">
              <a:schemeClr val="tx1"/>
            </a:fontRef>
          </p:style>
        </p:cxnSp>
        <p:cxnSp>
          <p:nvCxnSpPr>
            <p:cNvPr id="46" name="直接连接符 45">
              <a:extLst>
                <a:ext uri="{FF2B5EF4-FFF2-40B4-BE49-F238E27FC236}">
                  <a16:creationId xmlns:a16="http://schemas.microsoft.com/office/drawing/2014/main" id="{68F324E7-1E7B-4122-B649-A70071C4A6D7}"/>
                </a:ext>
              </a:extLst>
            </p:cNvPr>
            <p:cNvCxnSpPr/>
            <p:nvPr/>
          </p:nvCxnSpPr>
          <p:spPr>
            <a:xfrm flipV="1">
              <a:off x="3599261" y="3773930"/>
              <a:ext cx="0" cy="812800"/>
            </a:xfrm>
            <a:prstGeom prst="line">
              <a:avLst/>
            </a:prstGeom>
            <a:ln w="152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8" name="直接连接符 47">
              <a:extLst>
                <a:ext uri="{FF2B5EF4-FFF2-40B4-BE49-F238E27FC236}">
                  <a16:creationId xmlns:a16="http://schemas.microsoft.com/office/drawing/2014/main" id="{4EAB45B4-373A-4ECC-AEA3-0CD6AD6A47BB}"/>
                </a:ext>
              </a:extLst>
            </p:cNvPr>
            <p:cNvCxnSpPr/>
            <p:nvPr/>
          </p:nvCxnSpPr>
          <p:spPr>
            <a:xfrm flipV="1">
              <a:off x="4995763" y="3773930"/>
              <a:ext cx="0" cy="812800"/>
            </a:xfrm>
            <a:prstGeom prst="line">
              <a:avLst/>
            </a:prstGeom>
            <a:ln w="152400">
              <a:solidFill>
                <a:schemeClr val="tx1"/>
              </a:solidFill>
              <a:tailEnd w="med" len="lg"/>
            </a:ln>
          </p:spPr>
          <p:style>
            <a:lnRef idx="1">
              <a:schemeClr val="accent1"/>
            </a:lnRef>
            <a:fillRef idx="0">
              <a:schemeClr val="accent1"/>
            </a:fillRef>
            <a:effectRef idx="0">
              <a:schemeClr val="accent1"/>
            </a:effectRef>
            <a:fontRef idx="minor">
              <a:schemeClr val="tx1"/>
            </a:fontRef>
          </p:style>
        </p:cxnSp>
        <p:cxnSp>
          <p:nvCxnSpPr>
            <p:cNvPr id="50" name="直接连接符 49">
              <a:extLst>
                <a:ext uri="{FF2B5EF4-FFF2-40B4-BE49-F238E27FC236}">
                  <a16:creationId xmlns:a16="http://schemas.microsoft.com/office/drawing/2014/main" id="{866DE1FD-FE69-43AD-A3E9-EB682A52429D}"/>
                </a:ext>
              </a:extLst>
            </p:cNvPr>
            <p:cNvCxnSpPr/>
            <p:nvPr/>
          </p:nvCxnSpPr>
          <p:spPr>
            <a:xfrm flipV="1">
              <a:off x="7730487" y="3773930"/>
              <a:ext cx="0" cy="812800"/>
            </a:xfrm>
            <a:prstGeom prst="line">
              <a:avLst/>
            </a:prstGeom>
            <a:ln w="152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5" name="直接连接符 44">
              <a:extLst>
                <a:ext uri="{FF2B5EF4-FFF2-40B4-BE49-F238E27FC236}">
                  <a16:creationId xmlns:a16="http://schemas.microsoft.com/office/drawing/2014/main" id="{CF25AE11-9337-42C1-B461-2B094F3FF441}"/>
                </a:ext>
              </a:extLst>
            </p:cNvPr>
            <p:cNvCxnSpPr>
              <a:cxnSpLocks/>
              <a:stCxn id="52" idx="3"/>
              <a:endCxn id="53" idx="3"/>
            </p:cNvCxnSpPr>
            <p:nvPr/>
          </p:nvCxnSpPr>
          <p:spPr>
            <a:xfrm>
              <a:off x="3403053" y="3734742"/>
              <a:ext cx="4757835" cy="0"/>
            </a:xfrm>
            <a:prstGeom prst="line">
              <a:avLst/>
            </a:prstGeom>
            <a:ln w="152400">
              <a:solidFill>
                <a:schemeClr val="tx1"/>
              </a:solidFill>
            </a:ln>
          </p:spPr>
          <p:style>
            <a:lnRef idx="1">
              <a:schemeClr val="accent1"/>
            </a:lnRef>
            <a:fillRef idx="0">
              <a:schemeClr val="accent1"/>
            </a:fillRef>
            <a:effectRef idx="0">
              <a:schemeClr val="accent1"/>
            </a:effectRef>
            <a:fontRef idx="minor">
              <a:schemeClr val="tx1"/>
            </a:fontRef>
          </p:style>
        </p:cxnSp>
        <p:sp>
          <p:nvSpPr>
            <p:cNvPr id="52" name="矩形 51">
              <a:extLst>
                <a:ext uri="{FF2B5EF4-FFF2-40B4-BE49-F238E27FC236}">
                  <a16:creationId xmlns:a16="http://schemas.microsoft.com/office/drawing/2014/main" id="{ADC443E8-4D96-4857-9A04-ABD5711A1A74}"/>
                </a:ext>
              </a:extLst>
            </p:cNvPr>
            <p:cNvSpPr/>
            <p:nvPr/>
          </p:nvSpPr>
          <p:spPr>
            <a:xfrm>
              <a:off x="3177529" y="3621980"/>
              <a:ext cx="225524" cy="225524"/>
            </a:xfrm>
            <a:prstGeom prst="rect">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53" name="矩形 52">
              <a:extLst>
                <a:ext uri="{FF2B5EF4-FFF2-40B4-BE49-F238E27FC236}">
                  <a16:creationId xmlns:a16="http://schemas.microsoft.com/office/drawing/2014/main" id="{01A3652D-2CBA-416D-BA7E-94C923ABB90D}"/>
                </a:ext>
              </a:extLst>
            </p:cNvPr>
            <p:cNvSpPr/>
            <p:nvPr/>
          </p:nvSpPr>
          <p:spPr>
            <a:xfrm>
              <a:off x="7935364" y="3621980"/>
              <a:ext cx="225524" cy="225524"/>
            </a:xfrm>
            <a:prstGeom prst="rect">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grpSp>
          <p:nvGrpSpPr>
            <p:cNvPr id="11" name="组合 10">
              <a:extLst>
                <a:ext uri="{FF2B5EF4-FFF2-40B4-BE49-F238E27FC236}">
                  <a16:creationId xmlns:a16="http://schemas.microsoft.com/office/drawing/2014/main" id="{BDD59C05-471B-4561-AD9B-C3EC7C8FCC84}"/>
                </a:ext>
              </a:extLst>
            </p:cNvPr>
            <p:cNvGrpSpPr/>
            <p:nvPr/>
          </p:nvGrpSpPr>
          <p:grpSpPr>
            <a:xfrm>
              <a:off x="3117370" y="4473969"/>
              <a:ext cx="662814" cy="641082"/>
              <a:chOff x="812355" y="3422987"/>
              <a:chExt cx="662814" cy="641082"/>
            </a:xfrm>
          </p:grpSpPr>
          <p:pic>
            <p:nvPicPr>
              <p:cNvPr id="47" name="图形 46">
                <a:extLst>
                  <a:ext uri="{FF2B5EF4-FFF2-40B4-BE49-F238E27FC236}">
                    <a16:creationId xmlns:a16="http://schemas.microsoft.com/office/drawing/2014/main" id="{2F188BC2-B766-4124-BD49-EAFEE881A38F}"/>
                  </a:ext>
                </a:extLst>
              </p:cNvPr>
              <p:cNvPicPr>
                <a:picLocks noChangeAspect="1"/>
              </p:cNvPicPr>
              <p:nvPr/>
            </p:nvPicPr>
            <p:blipFill>
              <a:blip r:embed="rId3">
                <a:extLst>
                  <a:ext uri="{28A0092B-C50C-407E-A947-70E740481C1C}">
                    <a14:useLocalDpi xmlns:a14="http://schemas.microsoft.com/office/drawing/2010/main" val="0"/>
                  </a:ext>
                  <a:ext uri="{96DAC541-7B7A-43D3-8B79-37D633B846F1}">
                    <asvg:svgBlip xmlns:asvg="http://schemas.microsoft.com/office/drawing/2016/SVG/main" r:embed="rId4"/>
                  </a:ext>
                </a:extLst>
              </a:blip>
              <a:stretch>
                <a:fillRect/>
              </a:stretch>
            </p:blipFill>
            <p:spPr>
              <a:xfrm>
                <a:off x="812355" y="3422987"/>
                <a:ext cx="662814" cy="641082"/>
              </a:xfrm>
              <a:prstGeom prst="rect">
                <a:avLst/>
              </a:prstGeom>
            </p:spPr>
          </p:pic>
          <p:sp>
            <p:nvSpPr>
              <p:cNvPr id="10" name="文本框 9">
                <a:extLst>
                  <a:ext uri="{FF2B5EF4-FFF2-40B4-BE49-F238E27FC236}">
                    <a16:creationId xmlns:a16="http://schemas.microsoft.com/office/drawing/2014/main" id="{B6FCB237-5D41-43CE-AB0D-0E6FF7895DCC}"/>
                  </a:ext>
                </a:extLst>
              </p:cNvPr>
              <p:cNvSpPr txBox="1"/>
              <p:nvPr/>
            </p:nvSpPr>
            <p:spPr>
              <a:xfrm>
                <a:off x="1087044" y="3451320"/>
                <a:ext cx="355235" cy="400110"/>
              </a:xfrm>
              <a:prstGeom prst="rect">
                <a:avLst/>
              </a:prstGeom>
              <a:noFill/>
            </p:spPr>
            <p:txBody>
              <a:bodyPr wrap="square" rtlCol="0">
                <a:spAutoFit/>
              </a:bodyPr>
              <a:lstStyle/>
              <a:p>
                <a:pPr algn="ctr"/>
                <a:r>
                  <a:rPr lang="en-US" altLang="zh-CN" sz="2000" b="1" dirty="0">
                    <a:solidFill>
                      <a:schemeClr val="bg1"/>
                    </a:solidFill>
                    <a:latin typeface="Arial Black" panose="020B0A04020102020204" pitchFamily="34" charset="0"/>
                    <a:ea typeface="+mj-ea"/>
                  </a:rPr>
                  <a:t>A</a:t>
                </a:r>
                <a:endParaRPr lang="zh-CN" altLang="en-US" sz="2000" b="1" dirty="0">
                  <a:solidFill>
                    <a:schemeClr val="bg1"/>
                  </a:solidFill>
                  <a:latin typeface="Arial Black" panose="020B0A04020102020204" pitchFamily="34" charset="0"/>
                  <a:ea typeface="+mj-ea"/>
                </a:endParaRPr>
              </a:p>
            </p:txBody>
          </p:sp>
        </p:grpSp>
        <p:grpSp>
          <p:nvGrpSpPr>
            <p:cNvPr id="12" name="组合 11">
              <a:extLst>
                <a:ext uri="{FF2B5EF4-FFF2-40B4-BE49-F238E27FC236}">
                  <a16:creationId xmlns:a16="http://schemas.microsoft.com/office/drawing/2014/main" id="{5269C008-81D1-4D80-9EFF-416BE9397B7F}"/>
                </a:ext>
              </a:extLst>
            </p:cNvPr>
            <p:cNvGrpSpPr/>
            <p:nvPr/>
          </p:nvGrpSpPr>
          <p:grpSpPr>
            <a:xfrm>
              <a:off x="4502430" y="4473969"/>
              <a:ext cx="662814" cy="641082"/>
              <a:chOff x="3209022" y="3422987"/>
              <a:chExt cx="662814" cy="641082"/>
            </a:xfrm>
          </p:grpSpPr>
          <p:pic>
            <p:nvPicPr>
              <p:cNvPr id="49" name="图形 48">
                <a:extLst>
                  <a:ext uri="{FF2B5EF4-FFF2-40B4-BE49-F238E27FC236}">
                    <a16:creationId xmlns:a16="http://schemas.microsoft.com/office/drawing/2014/main" id="{7D68CE9E-EEA6-4751-AC4F-25828AABA975}"/>
                  </a:ext>
                </a:extLst>
              </p:cNvPr>
              <p:cNvPicPr>
                <a:picLocks noChangeAspect="1"/>
              </p:cNvPicPr>
              <p:nvPr/>
            </p:nvPicPr>
            <p:blipFill>
              <a:blip r:embed="rId3">
                <a:extLst>
                  <a:ext uri="{28A0092B-C50C-407E-A947-70E740481C1C}">
                    <a14:useLocalDpi xmlns:a14="http://schemas.microsoft.com/office/drawing/2010/main" val="0"/>
                  </a:ext>
                  <a:ext uri="{96DAC541-7B7A-43D3-8B79-37D633B846F1}">
                    <asvg:svgBlip xmlns:asvg="http://schemas.microsoft.com/office/drawing/2016/SVG/main" r:embed="rId4"/>
                  </a:ext>
                </a:extLst>
              </a:blip>
              <a:stretch>
                <a:fillRect/>
              </a:stretch>
            </p:blipFill>
            <p:spPr>
              <a:xfrm>
                <a:off x="3209022" y="3422987"/>
                <a:ext cx="662814" cy="641082"/>
              </a:xfrm>
              <a:prstGeom prst="rect">
                <a:avLst/>
              </a:prstGeom>
            </p:spPr>
          </p:pic>
          <p:sp>
            <p:nvSpPr>
              <p:cNvPr id="80" name="文本框 79">
                <a:extLst>
                  <a:ext uri="{FF2B5EF4-FFF2-40B4-BE49-F238E27FC236}">
                    <a16:creationId xmlns:a16="http://schemas.microsoft.com/office/drawing/2014/main" id="{9CE13739-FC57-474F-B32B-DE041E416F61}"/>
                  </a:ext>
                </a:extLst>
              </p:cNvPr>
              <p:cNvSpPr txBox="1"/>
              <p:nvPr/>
            </p:nvSpPr>
            <p:spPr>
              <a:xfrm>
                <a:off x="3490791" y="3451320"/>
                <a:ext cx="355235" cy="400110"/>
              </a:xfrm>
              <a:prstGeom prst="rect">
                <a:avLst/>
              </a:prstGeom>
              <a:noFill/>
            </p:spPr>
            <p:txBody>
              <a:bodyPr wrap="square" rtlCol="0">
                <a:spAutoFit/>
              </a:bodyPr>
              <a:lstStyle/>
              <a:p>
                <a:pPr algn="ctr"/>
                <a:r>
                  <a:rPr lang="en-US" altLang="zh-CN" sz="2000" b="1" dirty="0">
                    <a:solidFill>
                      <a:schemeClr val="bg1"/>
                    </a:solidFill>
                    <a:latin typeface="Arial Black" panose="020B0A04020102020204" pitchFamily="34" charset="0"/>
                    <a:ea typeface="+mj-ea"/>
                  </a:rPr>
                  <a:t>B</a:t>
                </a:r>
                <a:endParaRPr lang="zh-CN" altLang="en-US" sz="2000" b="1" dirty="0">
                  <a:solidFill>
                    <a:schemeClr val="bg1"/>
                  </a:solidFill>
                  <a:latin typeface="Arial Black" panose="020B0A04020102020204" pitchFamily="34" charset="0"/>
                  <a:ea typeface="+mj-ea"/>
                </a:endParaRPr>
              </a:p>
            </p:txBody>
          </p:sp>
        </p:grpSp>
        <p:grpSp>
          <p:nvGrpSpPr>
            <p:cNvPr id="13" name="组合 12">
              <a:extLst>
                <a:ext uri="{FF2B5EF4-FFF2-40B4-BE49-F238E27FC236}">
                  <a16:creationId xmlns:a16="http://schemas.microsoft.com/office/drawing/2014/main" id="{004280E2-7973-4298-A45D-96B18B37C837}"/>
                </a:ext>
              </a:extLst>
            </p:cNvPr>
            <p:cNvGrpSpPr/>
            <p:nvPr/>
          </p:nvGrpSpPr>
          <p:grpSpPr>
            <a:xfrm>
              <a:off x="5887490" y="4473969"/>
              <a:ext cx="662814" cy="641082"/>
              <a:chOff x="5605689" y="3422987"/>
              <a:chExt cx="662814" cy="641082"/>
            </a:xfrm>
          </p:grpSpPr>
          <p:pic>
            <p:nvPicPr>
              <p:cNvPr id="51" name="图形 50">
                <a:extLst>
                  <a:ext uri="{FF2B5EF4-FFF2-40B4-BE49-F238E27FC236}">
                    <a16:creationId xmlns:a16="http://schemas.microsoft.com/office/drawing/2014/main" id="{0FE605DE-3103-4C7B-AFC0-03272ED69FD7}"/>
                  </a:ext>
                </a:extLst>
              </p:cNvPr>
              <p:cNvPicPr>
                <a:picLocks noChangeAspect="1"/>
              </p:cNvPicPr>
              <p:nvPr/>
            </p:nvPicPr>
            <p:blipFill>
              <a:blip r:embed="rId3">
                <a:extLst>
                  <a:ext uri="{28A0092B-C50C-407E-A947-70E740481C1C}">
                    <a14:useLocalDpi xmlns:a14="http://schemas.microsoft.com/office/drawing/2010/main" val="0"/>
                  </a:ext>
                  <a:ext uri="{96DAC541-7B7A-43D3-8B79-37D633B846F1}">
                    <asvg:svgBlip xmlns:asvg="http://schemas.microsoft.com/office/drawing/2016/SVG/main" r:embed="rId4"/>
                  </a:ext>
                </a:extLst>
              </a:blip>
              <a:stretch>
                <a:fillRect/>
              </a:stretch>
            </p:blipFill>
            <p:spPr>
              <a:xfrm>
                <a:off x="5605689" y="3422987"/>
                <a:ext cx="662814" cy="641082"/>
              </a:xfrm>
              <a:prstGeom prst="rect">
                <a:avLst/>
              </a:prstGeom>
            </p:spPr>
          </p:pic>
          <p:sp>
            <p:nvSpPr>
              <p:cNvPr id="81" name="文本框 80">
                <a:extLst>
                  <a:ext uri="{FF2B5EF4-FFF2-40B4-BE49-F238E27FC236}">
                    <a16:creationId xmlns:a16="http://schemas.microsoft.com/office/drawing/2014/main" id="{7D90056B-A972-4C0D-8BBB-578A59C26C9E}"/>
                  </a:ext>
                </a:extLst>
              </p:cNvPr>
              <p:cNvSpPr txBox="1"/>
              <p:nvPr/>
            </p:nvSpPr>
            <p:spPr>
              <a:xfrm>
                <a:off x="5885506" y="3451320"/>
                <a:ext cx="355235" cy="400110"/>
              </a:xfrm>
              <a:prstGeom prst="rect">
                <a:avLst/>
              </a:prstGeom>
              <a:noFill/>
            </p:spPr>
            <p:txBody>
              <a:bodyPr wrap="square" rtlCol="0">
                <a:spAutoFit/>
              </a:bodyPr>
              <a:lstStyle/>
              <a:p>
                <a:pPr algn="ctr"/>
                <a:r>
                  <a:rPr lang="en-US" altLang="zh-CN" sz="2000" b="1" dirty="0">
                    <a:solidFill>
                      <a:schemeClr val="bg1"/>
                    </a:solidFill>
                    <a:latin typeface="Arial Black" panose="020B0A04020102020204" pitchFamily="34" charset="0"/>
                    <a:ea typeface="+mj-ea"/>
                  </a:rPr>
                  <a:t>C</a:t>
                </a:r>
                <a:endParaRPr lang="zh-CN" altLang="en-US" sz="2000" b="1" dirty="0">
                  <a:solidFill>
                    <a:schemeClr val="bg1"/>
                  </a:solidFill>
                  <a:latin typeface="Arial Black" panose="020B0A04020102020204" pitchFamily="34" charset="0"/>
                  <a:ea typeface="+mj-ea"/>
                </a:endParaRPr>
              </a:p>
            </p:txBody>
          </p:sp>
        </p:grpSp>
        <p:grpSp>
          <p:nvGrpSpPr>
            <p:cNvPr id="14" name="组合 13">
              <a:extLst>
                <a:ext uri="{FF2B5EF4-FFF2-40B4-BE49-F238E27FC236}">
                  <a16:creationId xmlns:a16="http://schemas.microsoft.com/office/drawing/2014/main" id="{BE3241B0-5443-4CB3-9F63-FC93CD92DC73}"/>
                </a:ext>
              </a:extLst>
            </p:cNvPr>
            <p:cNvGrpSpPr/>
            <p:nvPr/>
          </p:nvGrpSpPr>
          <p:grpSpPr>
            <a:xfrm>
              <a:off x="7272550" y="4473969"/>
              <a:ext cx="662814" cy="641082"/>
              <a:chOff x="8002355" y="3422987"/>
              <a:chExt cx="662814" cy="641082"/>
            </a:xfrm>
          </p:grpSpPr>
          <p:pic>
            <p:nvPicPr>
              <p:cNvPr id="66" name="图形 65">
                <a:extLst>
                  <a:ext uri="{FF2B5EF4-FFF2-40B4-BE49-F238E27FC236}">
                    <a16:creationId xmlns:a16="http://schemas.microsoft.com/office/drawing/2014/main" id="{FE77C39A-4AE1-4FE8-83DC-95D736842A68}"/>
                  </a:ext>
                </a:extLst>
              </p:cNvPr>
              <p:cNvPicPr>
                <a:picLocks noChangeAspect="1"/>
              </p:cNvPicPr>
              <p:nvPr/>
            </p:nvPicPr>
            <p:blipFill>
              <a:blip r:embed="rId3">
                <a:extLst>
                  <a:ext uri="{28A0092B-C50C-407E-A947-70E740481C1C}">
                    <a14:useLocalDpi xmlns:a14="http://schemas.microsoft.com/office/drawing/2010/main" val="0"/>
                  </a:ext>
                  <a:ext uri="{96DAC541-7B7A-43D3-8B79-37D633B846F1}">
                    <asvg:svgBlip xmlns:asvg="http://schemas.microsoft.com/office/drawing/2016/SVG/main" r:embed="rId4"/>
                  </a:ext>
                </a:extLst>
              </a:blip>
              <a:stretch>
                <a:fillRect/>
              </a:stretch>
            </p:blipFill>
            <p:spPr>
              <a:xfrm>
                <a:off x="8002355" y="3422987"/>
                <a:ext cx="662814" cy="641082"/>
              </a:xfrm>
              <a:prstGeom prst="rect">
                <a:avLst/>
              </a:prstGeom>
            </p:spPr>
          </p:pic>
          <p:sp>
            <p:nvSpPr>
              <p:cNvPr id="82" name="文本框 81">
                <a:extLst>
                  <a:ext uri="{FF2B5EF4-FFF2-40B4-BE49-F238E27FC236}">
                    <a16:creationId xmlns:a16="http://schemas.microsoft.com/office/drawing/2014/main" id="{C325C64E-D3DE-4664-A644-B4E5AB503B47}"/>
                  </a:ext>
                </a:extLst>
              </p:cNvPr>
              <p:cNvSpPr txBox="1"/>
              <p:nvPr/>
            </p:nvSpPr>
            <p:spPr>
              <a:xfrm>
                <a:off x="8282675" y="3444742"/>
                <a:ext cx="355235" cy="400110"/>
              </a:xfrm>
              <a:prstGeom prst="rect">
                <a:avLst/>
              </a:prstGeom>
              <a:noFill/>
            </p:spPr>
            <p:txBody>
              <a:bodyPr wrap="square" rtlCol="0">
                <a:spAutoFit/>
              </a:bodyPr>
              <a:lstStyle/>
              <a:p>
                <a:pPr algn="ctr"/>
                <a:r>
                  <a:rPr lang="en-US" altLang="zh-CN" sz="2000" b="1" dirty="0">
                    <a:solidFill>
                      <a:schemeClr val="bg1"/>
                    </a:solidFill>
                    <a:latin typeface="Arial Black" panose="020B0A04020102020204" pitchFamily="34" charset="0"/>
                    <a:ea typeface="+mj-ea"/>
                  </a:rPr>
                  <a:t>D</a:t>
                </a:r>
                <a:endParaRPr lang="zh-CN" altLang="en-US" sz="2000" b="1" dirty="0">
                  <a:solidFill>
                    <a:schemeClr val="bg1"/>
                  </a:solidFill>
                  <a:latin typeface="Arial Black" panose="020B0A04020102020204" pitchFamily="34" charset="0"/>
                  <a:ea typeface="+mj-ea"/>
                </a:endParaRPr>
              </a:p>
            </p:txBody>
          </p:sp>
        </p:grpSp>
      </p:grpSp>
      <p:grpSp>
        <p:nvGrpSpPr>
          <p:cNvPr id="54" name="组合 53">
            <a:extLst>
              <a:ext uri="{FF2B5EF4-FFF2-40B4-BE49-F238E27FC236}">
                <a16:creationId xmlns:a16="http://schemas.microsoft.com/office/drawing/2014/main" id="{427A3681-1389-4FDA-8916-BED4F1D2F6DA}"/>
              </a:ext>
            </a:extLst>
          </p:cNvPr>
          <p:cNvGrpSpPr/>
          <p:nvPr/>
        </p:nvGrpSpPr>
        <p:grpSpPr>
          <a:xfrm>
            <a:off x="8477189" y="3716806"/>
            <a:ext cx="3309436" cy="2661797"/>
            <a:chOff x="3207781" y="1105990"/>
            <a:chExt cx="5776438" cy="4646020"/>
          </a:xfrm>
        </p:grpSpPr>
        <p:sp>
          <p:nvSpPr>
            <p:cNvPr id="55" name="任意多边形 4">
              <a:extLst>
                <a:ext uri="{FF2B5EF4-FFF2-40B4-BE49-F238E27FC236}">
                  <a16:creationId xmlns:a16="http://schemas.microsoft.com/office/drawing/2014/main" id="{1131DCCB-A275-4473-AF1F-2C686546723D}"/>
                </a:ext>
              </a:extLst>
            </p:cNvPr>
            <p:cNvSpPr/>
            <p:nvPr/>
          </p:nvSpPr>
          <p:spPr>
            <a:xfrm>
              <a:off x="3598883" y="5220505"/>
              <a:ext cx="5385336" cy="531505"/>
            </a:xfrm>
            <a:custGeom>
              <a:avLst/>
              <a:gdLst>
                <a:gd name="connsiteX0" fmla="*/ -514 w 4756429"/>
                <a:gd name="connsiteY0" fmla="*/ 234476 h 469435"/>
                <a:gd name="connsiteX1" fmla="*/ 2377732 w 4756429"/>
                <a:gd name="connsiteY1" fmla="*/ -210 h 469435"/>
                <a:gd name="connsiteX2" fmla="*/ 4755915 w 4756429"/>
                <a:gd name="connsiteY2" fmla="*/ 234476 h 469435"/>
                <a:gd name="connsiteX3" fmla="*/ 2377732 w 4756429"/>
                <a:gd name="connsiteY3" fmla="*/ 469226 h 469435"/>
                <a:gd name="connsiteX4" fmla="*/ -514 w 4756429"/>
                <a:gd name="connsiteY4" fmla="*/ 234476 h 46943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756429" h="469435">
                  <a:moveTo>
                    <a:pt x="-514" y="234476"/>
                  </a:moveTo>
                  <a:cubicBezTo>
                    <a:pt x="-514" y="104871"/>
                    <a:pt x="1064277" y="-210"/>
                    <a:pt x="2377732" y="-210"/>
                  </a:cubicBezTo>
                  <a:cubicBezTo>
                    <a:pt x="3691187" y="-210"/>
                    <a:pt x="4755915" y="104871"/>
                    <a:pt x="4755915" y="234476"/>
                  </a:cubicBezTo>
                  <a:cubicBezTo>
                    <a:pt x="4755915" y="364081"/>
                    <a:pt x="3691187" y="469226"/>
                    <a:pt x="2377732" y="469226"/>
                  </a:cubicBezTo>
                  <a:cubicBezTo>
                    <a:pt x="1064277" y="469226"/>
                    <a:pt x="-514" y="364144"/>
                    <a:pt x="-514" y="234476"/>
                  </a:cubicBezTo>
                  <a:close/>
                </a:path>
              </a:pathLst>
            </a:custGeom>
            <a:solidFill>
              <a:srgbClr val="E8E8E8"/>
            </a:solidFill>
            <a:ln w="6346" cap="flat">
              <a:noFill/>
              <a:prstDash val="solid"/>
              <a:miter/>
            </a:ln>
          </p:spPr>
          <p:txBody>
            <a:bodyPr rtlCol="0" anchor="ctr"/>
            <a:lstStyle/>
            <a:p>
              <a:endParaRPr lang="zh-CN" altLang="en-US"/>
            </a:p>
          </p:txBody>
        </p:sp>
        <p:sp>
          <p:nvSpPr>
            <p:cNvPr id="56" name="任意多边形 5">
              <a:extLst>
                <a:ext uri="{FF2B5EF4-FFF2-40B4-BE49-F238E27FC236}">
                  <a16:creationId xmlns:a16="http://schemas.microsoft.com/office/drawing/2014/main" id="{F34F6EFC-014D-449C-8D06-F083446779E7}"/>
                </a:ext>
              </a:extLst>
            </p:cNvPr>
            <p:cNvSpPr/>
            <p:nvPr/>
          </p:nvSpPr>
          <p:spPr>
            <a:xfrm>
              <a:off x="4313321" y="3382454"/>
              <a:ext cx="883608" cy="1118025"/>
            </a:xfrm>
            <a:custGeom>
              <a:avLst/>
              <a:gdLst>
                <a:gd name="connsiteX0" fmla="*/ 304303 w 780419"/>
                <a:gd name="connsiteY0" fmla="*/ 118570 h 987461"/>
                <a:gd name="connsiteX1" fmla="*/ 254240 w 780419"/>
                <a:gd name="connsiteY1" fmla="*/ 127782 h 987461"/>
                <a:gd name="connsiteX2" fmla="*/ 200428 w 780419"/>
                <a:gd name="connsiteY2" fmla="*/ 182038 h 987461"/>
                <a:gd name="connsiteX3" fmla="*/ 189374 w 780419"/>
                <a:gd name="connsiteY3" fmla="*/ 260437 h 987461"/>
                <a:gd name="connsiteX4" fmla="*/ 195727 w 780419"/>
                <a:gd name="connsiteY4" fmla="*/ 517740 h 987461"/>
                <a:gd name="connsiteX5" fmla="*/ 71395 w 780419"/>
                <a:gd name="connsiteY5" fmla="*/ 592835 h 987461"/>
                <a:gd name="connsiteX6" fmla="*/ 24001 w 780419"/>
                <a:gd name="connsiteY6" fmla="*/ 840164 h 987461"/>
                <a:gd name="connsiteX7" fmla="*/ 249411 w 780419"/>
                <a:gd name="connsiteY7" fmla="*/ 982284 h 987461"/>
                <a:gd name="connsiteX8" fmla="*/ 522597 w 780419"/>
                <a:gd name="connsiteY8" fmla="*/ 959286 h 987461"/>
                <a:gd name="connsiteX9" fmla="*/ 699597 w 780419"/>
                <a:gd name="connsiteY9" fmla="*/ 889401 h 987461"/>
                <a:gd name="connsiteX10" fmla="*/ 708555 w 780419"/>
                <a:gd name="connsiteY10" fmla="*/ 575617 h 987461"/>
                <a:gd name="connsiteX11" fmla="*/ 764082 w 780419"/>
                <a:gd name="connsiteY11" fmla="*/ 389088 h 987461"/>
                <a:gd name="connsiteX12" fmla="*/ 606968 w 780419"/>
                <a:gd name="connsiteY12" fmla="*/ 27466 h 987461"/>
                <a:gd name="connsiteX13" fmla="*/ 304303 w 780419"/>
                <a:gd name="connsiteY13" fmla="*/ 118761 h 98746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780419" h="987461">
                  <a:moveTo>
                    <a:pt x="304303" y="118570"/>
                  </a:moveTo>
                  <a:cubicBezTo>
                    <a:pt x="307860" y="110184"/>
                    <a:pt x="258432" y="125940"/>
                    <a:pt x="254240" y="127782"/>
                  </a:cubicBezTo>
                  <a:cubicBezTo>
                    <a:pt x="230002" y="138284"/>
                    <a:pt x="210733" y="157712"/>
                    <a:pt x="200428" y="182038"/>
                  </a:cubicBezTo>
                  <a:cubicBezTo>
                    <a:pt x="191299" y="207108"/>
                    <a:pt x="187531" y="233817"/>
                    <a:pt x="189374" y="260437"/>
                  </a:cubicBezTo>
                  <a:cubicBezTo>
                    <a:pt x="191216" y="342393"/>
                    <a:pt x="253985" y="444679"/>
                    <a:pt x="195727" y="517740"/>
                  </a:cubicBezTo>
                  <a:cubicBezTo>
                    <a:pt x="165486" y="555478"/>
                    <a:pt x="111484" y="565706"/>
                    <a:pt x="71395" y="592835"/>
                  </a:cubicBezTo>
                  <a:cubicBezTo>
                    <a:pt x="-4843" y="644295"/>
                    <a:pt x="-20154" y="759351"/>
                    <a:pt x="24001" y="840164"/>
                  </a:cubicBezTo>
                  <a:cubicBezTo>
                    <a:pt x="68155" y="920976"/>
                    <a:pt x="158306" y="968752"/>
                    <a:pt x="249411" y="982284"/>
                  </a:cubicBezTo>
                  <a:cubicBezTo>
                    <a:pt x="340516" y="995816"/>
                    <a:pt x="433081" y="979552"/>
                    <a:pt x="522597" y="959286"/>
                  </a:cubicBezTo>
                  <a:cubicBezTo>
                    <a:pt x="584986" y="945182"/>
                    <a:pt x="648835" y="928092"/>
                    <a:pt x="699597" y="889401"/>
                  </a:cubicBezTo>
                  <a:cubicBezTo>
                    <a:pt x="819354" y="797724"/>
                    <a:pt x="763510" y="682986"/>
                    <a:pt x="708555" y="575617"/>
                  </a:cubicBezTo>
                  <a:cubicBezTo>
                    <a:pt x="673358" y="506876"/>
                    <a:pt x="736509" y="474475"/>
                    <a:pt x="764082" y="389088"/>
                  </a:cubicBezTo>
                  <a:cubicBezTo>
                    <a:pt x="813700" y="235469"/>
                    <a:pt x="742608" y="86360"/>
                    <a:pt x="606968" y="27466"/>
                  </a:cubicBezTo>
                  <a:cubicBezTo>
                    <a:pt x="384225" y="-69039"/>
                    <a:pt x="304747" y="117744"/>
                    <a:pt x="304303" y="118761"/>
                  </a:cubicBezTo>
                  <a:close/>
                </a:path>
              </a:pathLst>
            </a:custGeom>
            <a:solidFill>
              <a:srgbClr val="971D05"/>
            </a:solidFill>
            <a:ln w="6346" cap="flat">
              <a:noFill/>
              <a:prstDash val="solid"/>
              <a:miter/>
            </a:ln>
          </p:spPr>
          <p:txBody>
            <a:bodyPr rtlCol="0" anchor="ctr"/>
            <a:lstStyle/>
            <a:p>
              <a:endParaRPr lang="zh-CN" altLang="en-US"/>
            </a:p>
          </p:txBody>
        </p:sp>
        <p:sp>
          <p:nvSpPr>
            <p:cNvPr id="57" name="任意多边形 6">
              <a:extLst>
                <a:ext uri="{FF2B5EF4-FFF2-40B4-BE49-F238E27FC236}">
                  <a16:creationId xmlns:a16="http://schemas.microsoft.com/office/drawing/2014/main" id="{DA2BBDEA-50E8-4715-A236-8B7280B76664}"/>
                </a:ext>
              </a:extLst>
            </p:cNvPr>
            <p:cNvSpPr/>
            <p:nvPr/>
          </p:nvSpPr>
          <p:spPr>
            <a:xfrm>
              <a:off x="4743753" y="3967018"/>
              <a:ext cx="251762" cy="311178"/>
            </a:xfrm>
            <a:custGeom>
              <a:avLst/>
              <a:gdLst>
                <a:gd name="connsiteX0" fmla="*/ 110730 w 222361"/>
                <a:gd name="connsiteY0" fmla="*/ 274628 h 274838"/>
                <a:gd name="connsiteX1" fmla="*/ 110730 w 222361"/>
                <a:gd name="connsiteY1" fmla="*/ 274628 h 274838"/>
                <a:gd name="connsiteX2" fmla="*/ -514 w 222361"/>
                <a:gd name="connsiteY2" fmla="*/ 126853 h 274838"/>
                <a:gd name="connsiteX3" fmla="*/ -514 w 222361"/>
                <a:gd name="connsiteY3" fmla="*/ -210 h 274838"/>
                <a:gd name="connsiteX4" fmla="*/ 221847 w 222361"/>
                <a:gd name="connsiteY4" fmla="*/ -210 h 274838"/>
                <a:gd name="connsiteX5" fmla="*/ 221847 w 222361"/>
                <a:gd name="connsiteY5" fmla="*/ 126853 h 274838"/>
                <a:gd name="connsiteX6" fmla="*/ 111937 w 222361"/>
                <a:gd name="connsiteY6" fmla="*/ 274628 h 27483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22361" h="274838">
                  <a:moveTo>
                    <a:pt x="110730" y="274628"/>
                  </a:moveTo>
                  <a:lnTo>
                    <a:pt x="110730" y="274628"/>
                  </a:lnTo>
                  <a:cubicBezTo>
                    <a:pt x="49358" y="274628"/>
                    <a:pt x="-451" y="163639"/>
                    <a:pt x="-514" y="126853"/>
                  </a:cubicBezTo>
                  <a:lnTo>
                    <a:pt x="-514" y="-210"/>
                  </a:lnTo>
                  <a:lnTo>
                    <a:pt x="221847" y="-210"/>
                  </a:lnTo>
                  <a:lnTo>
                    <a:pt x="221847" y="126853"/>
                  </a:lnTo>
                  <a:cubicBezTo>
                    <a:pt x="221847" y="163448"/>
                    <a:pt x="172991" y="274438"/>
                    <a:pt x="111937" y="274628"/>
                  </a:cubicBezTo>
                  <a:close/>
                </a:path>
              </a:pathLst>
            </a:custGeom>
            <a:solidFill>
              <a:srgbClr val="FF93B1"/>
            </a:solidFill>
            <a:ln w="6346" cap="flat">
              <a:noFill/>
              <a:prstDash val="solid"/>
              <a:miter/>
            </a:ln>
          </p:spPr>
          <p:txBody>
            <a:bodyPr rtlCol="0" anchor="ctr"/>
            <a:lstStyle/>
            <a:p>
              <a:endParaRPr lang="zh-CN" altLang="en-US"/>
            </a:p>
          </p:txBody>
        </p:sp>
        <p:sp>
          <p:nvSpPr>
            <p:cNvPr id="58" name="任意多边形 7">
              <a:extLst>
                <a:ext uri="{FF2B5EF4-FFF2-40B4-BE49-F238E27FC236}">
                  <a16:creationId xmlns:a16="http://schemas.microsoft.com/office/drawing/2014/main" id="{505FB993-B651-4F1F-867B-4CC7CCAEF0E7}"/>
                </a:ext>
              </a:extLst>
            </p:cNvPr>
            <p:cNvSpPr/>
            <p:nvPr/>
          </p:nvSpPr>
          <p:spPr>
            <a:xfrm>
              <a:off x="4572555" y="3764605"/>
              <a:ext cx="121406" cy="141542"/>
            </a:xfrm>
            <a:custGeom>
              <a:avLst/>
              <a:gdLst>
                <a:gd name="connsiteX0" fmla="*/ 77312 w 107228"/>
                <a:gd name="connsiteY0" fmla="*/ 27741 h 125013"/>
                <a:gd name="connsiteX1" fmla="*/ -514 w 107228"/>
                <a:gd name="connsiteY1" fmla="*/ 46801 h 125013"/>
                <a:gd name="connsiteX2" fmla="*/ 94783 w 107228"/>
                <a:gd name="connsiteY2" fmla="*/ 110332 h 125013"/>
                <a:gd name="connsiteX3" fmla="*/ 77312 w 107228"/>
                <a:gd name="connsiteY3" fmla="*/ 27741 h 125013"/>
              </a:gdLst>
              <a:ahLst/>
              <a:cxnLst>
                <a:cxn ang="0">
                  <a:pos x="connsiteX0" y="connsiteY0"/>
                </a:cxn>
                <a:cxn ang="0">
                  <a:pos x="connsiteX1" y="connsiteY1"/>
                </a:cxn>
                <a:cxn ang="0">
                  <a:pos x="connsiteX2" y="connsiteY2"/>
                </a:cxn>
                <a:cxn ang="0">
                  <a:pos x="connsiteX3" y="connsiteY3"/>
                </a:cxn>
              </a:cxnLst>
              <a:rect l="l" t="t" r="r" b="b"/>
              <a:pathLst>
                <a:path w="107228" h="125013">
                  <a:moveTo>
                    <a:pt x="77312" y="27741"/>
                  </a:moveTo>
                  <a:cubicBezTo>
                    <a:pt x="41226" y="-26515"/>
                    <a:pt x="-514" y="8364"/>
                    <a:pt x="-514" y="46801"/>
                  </a:cubicBezTo>
                  <a:cubicBezTo>
                    <a:pt x="-514" y="102073"/>
                    <a:pt x="60031" y="149722"/>
                    <a:pt x="94783" y="110332"/>
                  </a:cubicBezTo>
                  <a:cubicBezTo>
                    <a:pt x="129535" y="70943"/>
                    <a:pt x="77312" y="27741"/>
                    <a:pt x="77312" y="27741"/>
                  </a:cubicBezTo>
                  <a:close/>
                </a:path>
              </a:pathLst>
            </a:custGeom>
            <a:solidFill>
              <a:srgbClr val="FED0D6"/>
            </a:solidFill>
            <a:ln w="6346" cap="flat">
              <a:noFill/>
              <a:prstDash val="solid"/>
              <a:miter/>
            </a:ln>
          </p:spPr>
          <p:txBody>
            <a:bodyPr rtlCol="0" anchor="ctr"/>
            <a:lstStyle/>
            <a:p>
              <a:endParaRPr lang="zh-CN" altLang="en-US"/>
            </a:p>
          </p:txBody>
        </p:sp>
        <p:sp>
          <p:nvSpPr>
            <p:cNvPr id="59" name="任意多边形 8">
              <a:extLst>
                <a:ext uri="{FF2B5EF4-FFF2-40B4-BE49-F238E27FC236}">
                  <a16:creationId xmlns:a16="http://schemas.microsoft.com/office/drawing/2014/main" id="{22E57580-BA13-4F22-8ED9-8D4DD2275BCB}"/>
                </a:ext>
              </a:extLst>
            </p:cNvPr>
            <p:cNvSpPr/>
            <p:nvPr/>
          </p:nvSpPr>
          <p:spPr>
            <a:xfrm>
              <a:off x="5034066" y="3764605"/>
              <a:ext cx="121425" cy="141542"/>
            </a:xfrm>
            <a:custGeom>
              <a:avLst/>
              <a:gdLst>
                <a:gd name="connsiteX0" fmla="*/ 28968 w 107245"/>
                <a:gd name="connsiteY0" fmla="*/ 27741 h 125013"/>
                <a:gd name="connsiteX1" fmla="*/ 106731 w 107245"/>
                <a:gd name="connsiteY1" fmla="*/ 46801 h 125013"/>
                <a:gd name="connsiteX2" fmla="*/ 11433 w 107245"/>
                <a:gd name="connsiteY2" fmla="*/ 110332 h 125013"/>
                <a:gd name="connsiteX3" fmla="*/ 28968 w 107245"/>
                <a:gd name="connsiteY3" fmla="*/ 27741 h 125013"/>
              </a:gdLst>
              <a:ahLst/>
              <a:cxnLst>
                <a:cxn ang="0">
                  <a:pos x="connsiteX0" y="connsiteY0"/>
                </a:cxn>
                <a:cxn ang="0">
                  <a:pos x="connsiteX1" y="connsiteY1"/>
                </a:cxn>
                <a:cxn ang="0">
                  <a:pos x="connsiteX2" y="connsiteY2"/>
                </a:cxn>
                <a:cxn ang="0">
                  <a:pos x="connsiteX3" y="connsiteY3"/>
                </a:cxn>
              </a:cxnLst>
              <a:rect l="l" t="t" r="r" b="b"/>
              <a:pathLst>
                <a:path w="107245" h="125013">
                  <a:moveTo>
                    <a:pt x="28968" y="27741"/>
                  </a:moveTo>
                  <a:cubicBezTo>
                    <a:pt x="64927" y="-26515"/>
                    <a:pt x="106731" y="8364"/>
                    <a:pt x="106731" y="46801"/>
                  </a:cubicBezTo>
                  <a:cubicBezTo>
                    <a:pt x="106731" y="102073"/>
                    <a:pt x="46249" y="149722"/>
                    <a:pt x="11433" y="110332"/>
                  </a:cubicBezTo>
                  <a:cubicBezTo>
                    <a:pt x="-23382" y="70943"/>
                    <a:pt x="28968" y="27741"/>
                    <a:pt x="28968" y="27741"/>
                  </a:cubicBezTo>
                  <a:close/>
                </a:path>
              </a:pathLst>
            </a:custGeom>
            <a:solidFill>
              <a:srgbClr val="FED0D6"/>
            </a:solidFill>
            <a:ln w="6346" cap="flat">
              <a:noFill/>
              <a:prstDash val="solid"/>
              <a:miter/>
            </a:ln>
          </p:spPr>
          <p:txBody>
            <a:bodyPr rtlCol="0" anchor="ctr"/>
            <a:lstStyle/>
            <a:p>
              <a:endParaRPr lang="zh-CN" altLang="en-US"/>
            </a:p>
          </p:txBody>
        </p:sp>
        <p:sp>
          <p:nvSpPr>
            <p:cNvPr id="60" name="任意多边形 9">
              <a:extLst>
                <a:ext uri="{FF2B5EF4-FFF2-40B4-BE49-F238E27FC236}">
                  <a16:creationId xmlns:a16="http://schemas.microsoft.com/office/drawing/2014/main" id="{787C09D0-F6DA-49F1-A439-9C2FB7BEC682}"/>
                </a:ext>
              </a:extLst>
            </p:cNvPr>
            <p:cNvSpPr/>
            <p:nvPr/>
          </p:nvSpPr>
          <p:spPr>
            <a:xfrm>
              <a:off x="4636485" y="3571274"/>
              <a:ext cx="453974" cy="467243"/>
            </a:xfrm>
            <a:custGeom>
              <a:avLst/>
              <a:gdLst>
                <a:gd name="connsiteX0" fmla="*/ 199817 w 400958"/>
                <a:gd name="connsiteY0" fmla="*/ 412468 h 412678"/>
                <a:gd name="connsiteX1" fmla="*/ 6744 w 400958"/>
                <a:gd name="connsiteY1" fmla="*/ 98113 h 412678"/>
                <a:gd name="connsiteX2" fmla="*/ 393207 w 400958"/>
                <a:gd name="connsiteY2" fmla="*/ 98113 h 412678"/>
                <a:gd name="connsiteX3" fmla="*/ 199817 w 400958"/>
                <a:gd name="connsiteY3" fmla="*/ 412468 h 412678"/>
              </a:gdLst>
              <a:ahLst/>
              <a:cxnLst>
                <a:cxn ang="0">
                  <a:pos x="connsiteX0" y="connsiteY0"/>
                </a:cxn>
                <a:cxn ang="0">
                  <a:pos x="connsiteX1" y="connsiteY1"/>
                </a:cxn>
                <a:cxn ang="0">
                  <a:pos x="connsiteX2" y="connsiteY2"/>
                </a:cxn>
                <a:cxn ang="0">
                  <a:pos x="connsiteX3" y="connsiteY3"/>
                </a:cxn>
              </a:cxnLst>
              <a:rect l="l" t="t" r="r" b="b"/>
              <a:pathLst>
                <a:path w="400958" h="412678">
                  <a:moveTo>
                    <a:pt x="199817" y="412468"/>
                  </a:moveTo>
                  <a:cubicBezTo>
                    <a:pt x="57569" y="412468"/>
                    <a:pt x="-26547" y="257387"/>
                    <a:pt x="6744" y="98113"/>
                  </a:cubicBezTo>
                  <a:cubicBezTo>
                    <a:pt x="34063" y="-33016"/>
                    <a:pt x="365762" y="-32953"/>
                    <a:pt x="393207" y="98113"/>
                  </a:cubicBezTo>
                  <a:cubicBezTo>
                    <a:pt x="426434" y="257387"/>
                    <a:pt x="342382" y="412595"/>
                    <a:pt x="199817" y="412468"/>
                  </a:cubicBezTo>
                  <a:close/>
                </a:path>
              </a:pathLst>
            </a:custGeom>
            <a:solidFill>
              <a:srgbClr val="FED0D6"/>
            </a:solidFill>
            <a:ln w="6346" cap="flat">
              <a:noFill/>
              <a:prstDash val="solid"/>
              <a:miter/>
            </a:ln>
          </p:spPr>
          <p:txBody>
            <a:bodyPr rtlCol="0" anchor="ctr"/>
            <a:lstStyle/>
            <a:p>
              <a:endParaRPr lang="zh-CN" altLang="en-US"/>
            </a:p>
          </p:txBody>
        </p:sp>
        <p:sp>
          <p:nvSpPr>
            <p:cNvPr id="61" name="任意多边形 10">
              <a:extLst>
                <a:ext uri="{FF2B5EF4-FFF2-40B4-BE49-F238E27FC236}">
                  <a16:creationId xmlns:a16="http://schemas.microsoft.com/office/drawing/2014/main" id="{49C6AC3C-7CA4-4F7B-A71F-E80D249F2A14}"/>
                </a:ext>
              </a:extLst>
            </p:cNvPr>
            <p:cNvSpPr/>
            <p:nvPr/>
          </p:nvSpPr>
          <p:spPr>
            <a:xfrm>
              <a:off x="4757636" y="3487392"/>
              <a:ext cx="367502" cy="234313"/>
            </a:xfrm>
            <a:custGeom>
              <a:avLst/>
              <a:gdLst>
                <a:gd name="connsiteX0" fmla="*/ -514 w 324585"/>
                <a:gd name="connsiteY0" fmla="*/ 31541 h 206950"/>
                <a:gd name="connsiteX1" fmla="*/ 303231 w 324585"/>
                <a:gd name="connsiteY1" fmla="*/ 198693 h 206950"/>
                <a:gd name="connsiteX2" fmla="*/ 184045 w 324585"/>
                <a:gd name="connsiteY2" fmla="*/ 21757 h 206950"/>
                <a:gd name="connsiteX3" fmla="*/ -514 w 324585"/>
                <a:gd name="connsiteY3" fmla="*/ 31541 h 206950"/>
              </a:gdLst>
              <a:ahLst/>
              <a:cxnLst>
                <a:cxn ang="0">
                  <a:pos x="connsiteX0" y="connsiteY0"/>
                </a:cxn>
                <a:cxn ang="0">
                  <a:pos x="connsiteX1" y="connsiteY1"/>
                </a:cxn>
                <a:cxn ang="0">
                  <a:pos x="connsiteX2" y="connsiteY2"/>
                </a:cxn>
                <a:cxn ang="0">
                  <a:pos x="connsiteX3" y="connsiteY3"/>
                </a:cxn>
              </a:cxnLst>
              <a:rect l="l" t="t" r="r" b="b"/>
              <a:pathLst>
                <a:path w="324585" h="206950">
                  <a:moveTo>
                    <a:pt x="-514" y="31541"/>
                  </a:moveTo>
                  <a:cubicBezTo>
                    <a:pt x="-514" y="165911"/>
                    <a:pt x="253612" y="230650"/>
                    <a:pt x="303231" y="198693"/>
                  </a:cubicBezTo>
                  <a:cubicBezTo>
                    <a:pt x="352849" y="166737"/>
                    <a:pt x="314158" y="52951"/>
                    <a:pt x="184045" y="21757"/>
                  </a:cubicBezTo>
                  <a:cubicBezTo>
                    <a:pt x="53932" y="-9437"/>
                    <a:pt x="-197" y="-8484"/>
                    <a:pt x="-514" y="31541"/>
                  </a:cubicBezTo>
                  <a:close/>
                </a:path>
              </a:pathLst>
            </a:custGeom>
            <a:solidFill>
              <a:srgbClr val="971D05"/>
            </a:solidFill>
            <a:ln w="6346" cap="flat">
              <a:noFill/>
              <a:prstDash val="solid"/>
              <a:miter/>
            </a:ln>
          </p:spPr>
          <p:txBody>
            <a:bodyPr rtlCol="0" anchor="ctr"/>
            <a:lstStyle/>
            <a:p>
              <a:endParaRPr lang="zh-CN" altLang="en-US"/>
            </a:p>
          </p:txBody>
        </p:sp>
        <p:sp>
          <p:nvSpPr>
            <p:cNvPr id="62" name="任意多边形 11">
              <a:extLst>
                <a:ext uri="{FF2B5EF4-FFF2-40B4-BE49-F238E27FC236}">
                  <a16:creationId xmlns:a16="http://schemas.microsoft.com/office/drawing/2014/main" id="{B823105F-5DB6-473F-8A8C-4353DFA7D270}"/>
                </a:ext>
              </a:extLst>
            </p:cNvPr>
            <p:cNvSpPr/>
            <p:nvPr/>
          </p:nvSpPr>
          <p:spPr>
            <a:xfrm>
              <a:off x="4592900" y="3508707"/>
              <a:ext cx="173053" cy="238281"/>
            </a:xfrm>
            <a:custGeom>
              <a:avLst/>
              <a:gdLst>
                <a:gd name="connsiteX0" fmla="*/ 145428 w 152844"/>
                <a:gd name="connsiteY0" fmla="*/ 11762 h 210454"/>
                <a:gd name="connsiteX1" fmla="*/ 38759 w 152844"/>
                <a:gd name="connsiteY1" fmla="*/ 209790 h 210454"/>
                <a:gd name="connsiteX2" fmla="*/ 27704 w 152844"/>
                <a:gd name="connsiteY2" fmla="*/ 78089 h 210454"/>
                <a:gd name="connsiteX3" fmla="*/ 145428 w 152844"/>
                <a:gd name="connsiteY3" fmla="*/ 11762 h 210454"/>
              </a:gdLst>
              <a:ahLst/>
              <a:cxnLst>
                <a:cxn ang="0">
                  <a:pos x="connsiteX0" y="connsiteY0"/>
                </a:cxn>
                <a:cxn ang="0">
                  <a:pos x="connsiteX1" y="connsiteY1"/>
                </a:cxn>
                <a:cxn ang="0">
                  <a:pos x="connsiteX2" y="connsiteY2"/>
                </a:cxn>
                <a:cxn ang="0">
                  <a:pos x="connsiteX3" y="connsiteY3"/>
                </a:cxn>
              </a:cxnLst>
              <a:rect l="l" t="t" r="r" b="b"/>
              <a:pathLst>
                <a:path w="152844" h="210454">
                  <a:moveTo>
                    <a:pt x="145428" y="11762"/>
                  </a:moveTo>
                  <a:cubicBezTo>
                    <a:pt x="177703" y="76501"/>
                    <a:pt x="89076" y="219320"/>
                    <a:pt x="38759" y="209790"/>
                  </a:cubicBezTo>
                  <a:cubicBezTo>
                    <a:pt x="-11559" y="200261"/>
                    <a:pt x="-11622" y="144416"/>
                    <a:pt x="27704" y="78089"/>
                  </a:cubicBezTo>
                  <a:cubicBezTo>
                    <a:pt x="67030" y="11762"/>
                    <a:pt x="130117" y="-18987"/>
                    <a:pt x="145428" y="11762"/>
                  </a:cubicBezTo>
                  <a:close/>
                </a:path>
              </a:pathLst>
            </a:custGeom>
            <a:solidFill>
              <a:srgbClr val="971D05"/>
            </a:solidFill>
            <a:ln w="6346" cap="flat">
              <a:noFill/>
              <a:prstDash val="solid"/>
              <a:miter/>
            </a:ln>
          </p:spPr>
          <p:txBody>
            <a:bodyPr rtlCol="0" anchor="ctr"/>
            <a:lstStyle/>
            <a:p>
              <a:endParaRPr lang="zh-CN" altLang="en-US"/>
            </a:p>
          </p:txBody>
        </p:sp>
        <p:sp>
          <p:nvSpPr>
            <p:cNvPr id="63" name="任意多边形 12">
              <a:extLst>
                <a:ext uri="{FF2B5EF4-FFF2-40B4-BE49-F238E27FC236}">
                  <a16:creationId xmlns:a16="http://schemas.microsoft.com/office/drawing/2014/main" id="{5F77973C-4972-43B7-892C-703EE1175A54}"/>
                </a:ext>
              </a:extLst>
            </p:cNvPr>
            <p:cNvSpPr/>
            <p:nvPr/>
          </p:nvSpPr>
          <p:spPr>
            <a:xfrm>
              <a:off x="3612370" y="4281731"/>
              <a:ext cx="915035" cy="627652"/>
            </a:xfrm>
            <a:custGeom>
              <a:avLst/>
              <a:gdLst>
                <a:gd name="connsiteX0" fmla="*/ 797158 w 808176"/>
                <a:gd name="connsiteY0" fmla="*/ 72207 h 554354"/>
                <a:gd name="connsiteX1" fmla="*/ 561011 w 808176"/>
                <a:gd name="connsiteY1" fmla="*/ 325698 h 554354"/>
                <a:gd name="connsiteX2" fmla="*/ 47611 w 808176"/>
                <a:gd name="connsiteY2" fmla="*/ 553523 h 554354"/>
                <a:gd name="connsiteX3" fmla="*/ 47611 w 808176"/>
                <a:gd name="connsiteY3" fmla="*/ 451110 h 554354"/>
                <a:gd name="connsiteX4" fmla="*/ 496844 w 808176"/>
                <a:gd name="connsiteY4" fmla="*/ 243743 h 554354"/>
                <a:gd name="connsiteX5" fmla="*/ 650844 w 808176"/>
                <a:gd name="connsiteY5" fmla="*/ 90123 h 554354"/>
                <a:gd name="connsiteX6" fmla="*/ 699637 w 808176"/>
                <a:gd name="connsiteY6" fmla="*/ 36375 h 554354"/>
                <a:gd name="connsiteX7" fmla="*/ 709866 w 808176"/>
                <a:gd name="connsiteY7" fmla="*/ 18459 h 554354"/>
                <a:gd name="connsiteX8" fmla="*/ 709866 w 808176"/>
                <a:gd name="connsiteY8" fmla="*/ 21000 h 554354"/>
                <a:gd name="connsiteX9" fmla="*/ 797158 w 808176"/>
                <a:gd name="connsiteY9" fmla="*/ 72207 h 55435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808176" h="554354">
                  <a:moveTo>
                    <a:pt x="797158" y="72207"/>
                  </a:moveTo>
                  <a:cubicBezTo>
                    <a:pt x="727280" y="164525"/>
                    <a:pt x="648151" y="249460"/>
                    <a:pt x="561011" y="325698"/>
                  </a:cubicBezTo>
                  <a:cubicBezTo>
                    <a:pt x="422385" y="446027"/>
                    <a:pt x="242717" y="563752"/>
                    <a:pt x="47611" y="553523"/>
                  </a:cubicBezTo>
                  <a:cubicBezTo>
                    <a:pt x="-16556" y="548377"/>
                    <a:pt x="-16556" y="446027"/>
                    <a:pt x="47611" y="451110"/>
                  </a:cubicBezTo>
                  <a:cubicBezTo>
                    <a:pt x="219591" y="461339"/>
                    <a:pt x="376197" y="351302"/>
                    <a:pt x="496844" y="243743"/>
                  </a:cubicBezTo>
                  <a:cubicBezTo>
                    <a:pt x="553323" y="197682"/>
                    <a:pt x="602052" y="143871"/>
                    <a:pt x="650844" y="90123"/>
                  </a:cubicBezTo>
                  <a:cubicBezTo>
                    <a:pt x="668824" y="72207"/>
                    <a:pt x="684199" y="54291"/>
                    <a:pt x="699637" y="36375"/>
                  </a:cubicBezTo>
                  <a:cubicBezTo>
                    <a:pt x="703589" y="30727"/>
                    <a:pt x="707013" y="24730"/>
                    <a:pt x="709866" y="18459"/>
                  </a:cubicBezTo>
                  <a:cubicBezTo>
                    <a:pt x="717553" y="10772"/>
                    <a:pt x="702178" y="31165"/>
                    <a:pt x="709866" y="21000"/>
                  </a:cubicBezTo>
                  <a:cubicBezTo>
                    <a:pt x="748366" y="-30206"/>
                    <a:pt x="838199" y="21000"/>
                    <a:pt x="797158" y="72207"/>
                  </a:cubicBezTo>
                  <a:close/>
                </a:path>
              </a:pathLst>
            </a:custGeom>
            <a:solidFill>
              <a:srgbClr val="FED0D6"/>
            </a:solidFill>
            <a:ln w="6346" cap="flat">
              <a:noFill/>
              <a:prstDash val="solid"/>
              <a:miter/>
            </a:ln>
          </p:spPr>
          <p:txBody>
            <a:bodyPr rtlCol="0" anchor="ctr"/>
            <a:lstStyle/>
            <a:p>
              <a:endParaRPr lang="zh-CN" altLang="en-US"/>
            </a:p>
          </p:txBody>
        </p:sp>
        <p:sp>
          <p:nvSpPr>
            <p:cNvPr id="64" name="任意多边形 13">
              <a:extLst>
                <a:ext uri="{FF2B5EF4-FFF2-40B4-BE49-F238E27FC236}">
                  <a16:creationId xmlns:a16="http://schemas.microsoft.com/office/drawing/2014/main" id="{5F97ED1C-B9A5-4670-A46B-0282E3B8A51E}"/>
                </a:ext>
              </a:extLst>
            </p:cNvPr>
            <p:cNvSpPr/>
            <p:nvPr/>
          </p:nvSpPr>
          <p:spPr>
            <a:xfrm>
              <a:off x="5248839" y="3957542"/>
              <a:ext cx="415701" cy="712692"/>
            </a:xfrm>
            <a:custGeom>
              <a:avLst/>
              <a:gdLst>
                <a:gd name="connsiteX0" fmla="*/ 90290 w 367155"/>
                <a:gd name="connsiteY0" fmla="*/ 275691 h 629463"/>
                <a:gd name="connsiteX1" fmla="*/ 229361 w 367155"/>
                <a:gd name="connsiteY1" fmla="*/ 451738 h 629463"/>
                <a:gd name="connsiteX2" fmla="*/ 246959 w 367155"/>
                <a:gd name="connsiteY2" fmla="*/ 471877 h 629463"/>
                <a:gd name="connsiteX3" fmla="*/ 201979 w 367155"/>
                <a:gd name="connsiteY3" fmla="*/ 211016 h 629463"/>
                <a:gd name="connsiteX4" fmla="*/ 194292 w 367155"/>
                <a:gd name="connsiteY4" fmla="*/ 113241 h 629463"/>
                <a:gd name="connsiteX5" fmla="*/ 298420 w 367155"/>
                <a:gd name="connsiteY5" fmla="*/ 6952 h 629463"/>
                <a:gd name="connsiteX6" fmla="*/ 340732 w 367155"/>
                <a:gd name="connsiteY6" fmla="*/ 100280 h 629463"/>
                <a:gd name="connsiteX7" fmla="*/ 314748 w 367155"/>
                <a:gd name="connsiteY7" fmla="*/ 117624 h 629463"/>
                <a:gd name="connsiteX8" fmla="*/ 294544 w 367155"/>
                <a:gd name="connsiteY8" fmla="*/ 135286 h 629463"/>
                <a:gd name="connsiteX9" fmla="*/ 296006 w 367155"/>
                <a:gd name="connsiteY9" fmla="*/ 157077 h 629463"/>
                <a:gd name="connsiteX10" fmla="*/ 320402 w 367155"/>
                <a:gd name="connsiteY10" fmla="*/ 297927 h 629463"/>
                <a:gd name="connsiteX11" fmla="*/ 354518 w 367155"/>
                <a:gd name="connsiteY11" fmla="*/ 572194 h 629463"/>
                <a:gd name="connsiteX12" fmla="*/ 268560 w 367155"/>
                <a:gd name="connsiteY12" fmla="*/ 625243 h 629463"/>
                <a:gd name="connsiteX13" fmla="*/ 170785 w 367155"/>
                <a:gd name="connsiteY13" fmla="*/ 540237 h 629463"/>
                <a:gd name="connsiteX14" fmla="*/ 9668 w 367155"/>
                <a:gd name="connsiteY14" fmla="*/ 340176 h 629463"/>
                <a:gd name="connsiteX15" fmla="*/ 90290 w 367155"/>
                <a:gd name="connsiteY15" fmla="*/ 275437 h 62946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67155" h="629463">
                  <a:moveTo>
                    <a:pt x="90290" y="275691"/>
                  </a:moveTo>
                  <a:cubicBezTo>
                    <a:pt x="134762" y="336999"/>
                    <a:pt x="181013" y="394877"/>
                    <a:pt x="229361" y="451738"/>
                  </a:cubicBezTo>
                  <a:cubicBezTo>
                    <a:pt x="235714" y="459997"/>
                    <a:pt x="241432" y="465969"/>
                    <a:pt x="246959" y="471877"/>
                  </a:cubicBezTo>
                  <a:cubicBezTo>
                    <a:pt x="235460" y="384267"/>
                    <a:pt x="213478" y="298626"/>
                    <a:pt x="201979" y="211016"/>
                  </a:cubicBezTo>
                  <a:cubicBezTo>
                    <a:pt x="196325" y="179822"/>
                    <a:pt x="189273" y="146277"/>
                    <a:pt x="194292" y="113241"/>
                  </a:cubicBezTo>
                  <a:cubicBezTo>
                    <a:pt x="199692" y="62923"/>
                    <a:pt x="258395" y="30649"/>
                    <a:pt x="298420" y="6952"/>
                  </a:cubicBezTo>
                  <a:cubicBezTo>
                    <a:pt x="353692" y="-26593"/>
                    <a:pt x="396068" y="66735"/>
                    <a:pt x="340732" y="100280"/>
                  </a:cubicBezTo>
                  <a:cubicBezTo>
                    <a:pt x="351342" y="92593"/>
                    <a:pt x="319449" y="115528"/>
                    <a:pt x="314748" y="117624"/>
                  </a:cubicBezTo>
                  <a:cubicBezTo>
                    <a:pt x="304138" y="125311"/>
                    <a:pt x="296705" y="139924"/>
                    <a:pt x="294544" y="135286"/>
                  </a:cubicBezTo>
                  <a:cubicBezTo>
                    <a:pt x="294544" y="141004"/>
                    <a:pt x="296451" y="145642"/>
                    <a:pt x="296006" y="157077"/>
                  </a:cubicBezTo>
                  <a:cubicBezTo>
                    <a:pt x="303375" y="204409"/>
                    <a:pt x="310682" y="251740"/>
                    <a:pt x="320402" y="297927"/>
                  </a:cubicBezTo>
                  <a:cubicBezTo>
                    <a:pt x="335523" y="381090"/>
                    <a:pt x="369321" y="486744"/>
                    <a:pt x="354518" y="572194"/>
                  </a:cubicBezTo>
                  <a:cubicBezTo>
                    <a:pt x="348165" y="614442"/>
                    <a:pt x="311698" y="639474"/>
                    <a:pt x="268560" y="625243"/>
                  </a:cubicBezTo>
                  <a:cubicBezTo>
                    <a:pt x="230124" y="608915"/>
                    <a:pt x="198358" y="569906"/>
                    <a:pt x="170785" y="540237"/>
                  </a:cubicBezTo>
                  <a:cubicBezTo>
                    <a:pt x="113695" y="476343"/>
                    <a:pt x="59922" y="409571"/>
                    <a:pt x="9668" y="340176"/>
                  </a:cubicBezTo>
                  <a:cubicBezTo>
                    <a:pt x="-28451" y="287127"/>
                    <a:pt x="49821" y="223468"/>
                    <a:pt x="90290" y="275437"/>
                  </a:cubicBezTo>
                  <a:close/>
                </a:path>
              </a:pathLst>
            </a:custGeom>
            <a:solidFill>
              <a:srgbClr val="FED0D6"/>
            </a:solidFill>
            <a:ln w="6346" cap="flat">
              <a:noFill/>
              <a:prstDash val="solid"/>
              <a:miter/>
            </a:ln>
          </p:spPr>
          <p:txBody>
            <a:bodyPr rtlCol="0" anchor="ctr"/>
            <a:lstStyle/>
            <a:p>
              <a:endParaRPr lang="zh-CN" altLang="en-US"/>
            </a:p>
          </p:txBody>
        </p:sp>
        <p:sp>
          <p:nvSpPr>
            <p:cNvPr id="65" name="任意多边形 14">
              <a:extLst>
                <a:ext uri="{FF2B5EF4-FFF2-40B4-BE49-F238E27FC236}">
                  <a16:creationId xmlns:a16="http://schemas.microsoft.com/office/drawing/2014/main" id="{ACE1B254-BAB8-4DF9-964C-9B20E6A5DB3E}"/>
                </a:ext>
              </a:extLst>
            </p:cNvPr>
            <p:cNvSpPr/>
            <p:nvPr/>
          </p:nvSpPr>
          <p:spPr>
            <a:xfrm>
              <a:off x="4494869" y="4089375"/>
              <a:ext cx="731188" cy="915335"/>
            </a:xfrm>
            <a:custGeom>
              <a:avLst/>
              <a:gdLst>
                <a:gd name="connsiteX0" fmla="*/ -514 w 645799"/>
                <a:gd name="connsiteY0" fmla="*/ 61416 h 808441"/>
                <a:gd name="connsiteX1" fmla="*/ 219877 w 645799"/>
                <a:gd name="connsiteY1" fmla="*/ -210 h 808441"/>
                <a:gd name="connsiteX2" fmla="*/ 333662 w 645799"/>
                <a:gd name="connsiteY2" fmla="*/ 71263 h 808441"/>
                <a:gd name="connsiteX3" fmla="*/ 441666 w 645799"/>
                <a:gd name="connsiteY3" fmla="*/ -210 h 808441"/>
                <a:gd name="connsiteX4" fmla="*/ 481564 w 645799"/>
                <a:gd name="connsiteY4" fmla="*/ 3475 h 808441"/>
                <a:gd name="connsiteX5" fmla="*/ 625527 w 645799"/>
                <a:gd name="connsiteY5" fmla="*/ 23360 h 808441"/>
                <a:gd name="connsiteX6" fmla="*/ 637598 w 645799"/>
                <a:gd name="connsiteY6" fmla="*/ 333459 h 808441"/>
                <a:gd name="connsiteX7" fmla="*/ 645285 w 645799"/>
                <a:gd name="connsiteY7" fmla="*/ 792920 h 808441"/>
                <a:gd name="connsiteX8" fmla="*/ 384488 w 645799"/>
                <a:gd name="connsiteY8" fmla="*/ 808231 h 808441"/>
                <a:gd name="connsiteX9" fmla="*/ 20006 w 645799"/>
                <a:gd name="connsiteY9" fmla="*/ 792920 h 808441"/>
                <a:gd name="connsiteX10" fmla="*/ 27694 w 645799"/>
                <a:gd name="connsiteY10" fmla="*/ 333459 h 808441"/>
                <a:gd name="connsiteX11" fmla="*/ -514 w 645799"/>
                <a:gd name="connsiteY11" fmla="*/ 61416 h 80844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645799" h="808441">
                  <a:moveTo>
                    <a:pt x="-514" y="61416"/>
                  </a:moveTo>
                  <a:lnTo>
                    <a:pt x="219877" y="-210"/>
                  </a:lnTo>
                  <a:cubicBezTo>
                    <a:pt x="235252" y="69103"/>
                    <a:pt x="308250" y="71263"/>
                    <a:pt x="333662" y="71263"/>
                  </a:cubicBezTo>
                  <a:cubicBezTo>
                    <a:pt x="365428" y="71263"/>
                    <a:pt x="426292" y="69103"/>
                    <a:pt x="441666" y="-210"/>
                  </a:cubicBezTo>
                  <a:lnTo>
                    <a:pt x="481564" y="3475"/>
                  </a:lnTo>
                  <a:cubicBezTo>
                    <a:pt x="594142" y="14085"/>
                    <a:pt x="625527" y="23360"/>
                    <a:pt x="625527" y="23360"/>
                  </a:cubicBezTo>
                  <a:cubicBezTo>
                    <a:pt x="597382" y="336508"/>
                    <a:pt x="658436" y="258428"/>
                    <a:pt x="637598" y="333459"/>
                  </a:cubicBezTo>
                  <a:cubicBezTo>
                    <a:pt x="581436" y="535045"/>
                    <a:pt x="645285" y="792920"/>
                    <a:pt x="645285" y="792920"/>
                  </a:cubicBezTo>
                  <a:cubicBezTo>
                    <a:pt x="543317" y="808231"/>
                    <a:pt x="455770" y="808231"/>
                    <a:pt x="384488" y="808231"/>
                  </a:cubicBezTo>
                  <a:cubicBezTo>
                    <a:pt x="17401" y="808231"/>
                    <a:pt x="20006" y="792920"/>
                    <a:pt x="20006" y="792920"/>
                  </a:cubicBezTo>
                  <a:cubicBezTo>
                    <a:pt x="20006" y="792920"/>
                    <a:pt x="85889" y="477866"/>
                    <a:pt x="27694" y="333459"/>
                  </a:cubicBezTo>
                  <a:cubicBezTo>
                    <a:pt x="2281" y="269927"/>
                    <a:pt x="-514" y="61416"/>
                    <a:pt x="-514" y="61416"/>
                  </a:cubicBezTo>
                  <a:close/>
                </a:path>
              </a:pathLst>
            </a:custGeom>
            <a:solidFill>
              <a:srgbClr val="BE5ED3"/>
            </a:solidFill>
            <a:ln w="6346" cap="flat">
              <a:noFill/>
              <a:prstDash val="solid"/>
              <a:miter/>
            </a:ln>
          </p:spPr>
          <p:txBody>
            <a:bodyPr rtlCol="0" anchor="ctr"/>
            <a:lstStyle/>
            <a:p>
              <a:endParaRPr lang="zh-CN" altLang="en-US"/>
            </a:p>
          </p:txBody>
        </p:sp>
        <p:sp>
          <p:nvSpPr>
            <p:cNvPr id="67" name="任意多边形 15">
              <a:extLst>
                <a:ext uri="{FF2B5EF4-FFF2-40B4-BE49-F238E27FC236}">
                  <a16:creationId xmlns:a16="http://schemas.microsoft.com/office/drawing/2014/main" id="{8A81B763-AE69-42EF-98BB-C444577B69FA}"/>
                </a:ext>
              </a:extLst>
            </p:cNvPr>
            <p:cNvSpPr/>
            <p:nvPr/>
          </p:nvSpPr>
          <p:spPr>
            <a:xfrm>
              <a:off x="4736560" y="4414867"/>
              <a:ext cx="302114" cy="302114"/>
            </a:xfrm>
            <a:custGeom>
              <a:avLst/>
              <a:gdLst>
                <a:gd name="connsiteX0" fmla="*/ 266833 w 266833"/>
                <a:gd name="connsiteY0" fmla="*/ 133417 h 266833"/>
                <a:gd name="connsiteX1" fmla="*/ 133417 w 266833"/>
                <a:gd name="connsiteY1" fmla="*/ 266833 h 266833"/>
                <a:gd name="connsiteX2" fmla="*/ 0 w 266833"/>
                <a:gd name="connsiteY2" fmla="*/ 133417 h 266833"/>
                <a:gd name="connsiteX3" fmla="*/ 133417 w 266833"/>
                <a:gd name="connsiteY3" fmla="*/ 0 h 266833"/>
                <a:gd name="connsiteX4" fmla="*/ 266833 w 266833"/>
                <a:gd name="connsiteY4" fmla="*/ 133417 h 26683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66833" h="266833">
                  <a:moveTo>
                    <a:pt x="266833" y="133417"/>
                  </a:moveTo>
                  <a:cubicBezTo>
                    <a:pt x="266833" y="207101"/>
                    <a:pt x="207101" y="266833"/>
                    <a:pt x="133417" y="266833"/>
                  </a:cubicBezTo>
                  <a:cubicBezTo>
                    <a:pt x="59733" y="266833"/>
                    <a:pt x="0" y="207101"/>
                    <a:pt x="0" y="133417"/>
                  </a:cubicBezTo>
                  <a:cubicBezTo>
                    <a:pt x="0" y="59733"/>
                    <a:pt x="59733" y="0"/>
                    <a:pt x="133417" y="0"/>
                  </a:cubicBezTo>
                  <a:cubicBezTo>
                    <a:pt x="207101" y="0"/>
                    <a:pt x="266833" y="59733"/>
                    <a:pt x="266833" y="133417"/>
                  </a:cubicBezTo>
                  <a:close/>
                </a:path>
              </a:pathLst>
            </a:custGeom>
            <a:solidFill>
              <a:srgbClr val="FFC545"/>
            </a:solidFill>
            <a:ln w="6346" cap="flat">
              <a:noFill/>
              <a:prstDash val="solid"/>
              <a:miter/>
            </a:ln>
          </p:spPr>
          <p:txBody>
            <a:bodyPr rtlCol="0" anchor="ctr"/>
            <a:lstStyle/>
            <a:p>
              <a:endParaRPr lang="zh-CN" altLang="en-US"/>
            </a:p>
          </p:txBody>
        </p:sp>
        <p:sp>
          <p:nvSpPr>
            <p:cNvPr id="68" name="任意多边形 16">
              <a:extLst>
                <a:ext uri="{FF2B5EF4-FFF2-40B4-BE49-F238E27FC236}">
                  <a16:creationId xmlns:a16="http://schemas.microsoft.com/office/drawing/2014/main" id="{EA089B2E-E99E-4943-A7D6-3A29C880001B}"/>
                </a:ext>
              </a:extLst>
            </p:cNvPr>
            <p:cNvSpPr/>
            <p:nvPr/>
          </p:nvSpPr>
          <p:spPr>
            <a:xfrm>
              <a:off x="4808492" y="4501185"/>
              <a:ext cx="28772" cy="57545"/>
            </a:xfrm>
            <a:custGeom>
              <a:avLst/>
              <a:gdLst>
                <a:gd name="connsiteX0" fmla="*/ 25413 w 25412"/>
                <a:gd name="connsiteY0" fmla="*/ 25413 h 50825"/>
                <a:gd name="connsiteX1" fmla="*/ 12706 w 25412"/>
                <a:gd name="connsiteY1" fmla="*/ 50825 h 50825"/>
                <a:gd name="connsiteX2" fmla="*/ 0 w 25412"/>
                <a:gd name="connsiteY2" fmla="*/ 25413 h 50825"/>
                <a:gd name="connsiteX3" fmla="*/ 12706 w 25412"/>
                <a:gd name="connsiteY3" fmla="*/ 0 h 50825"/>
                <a:gd name="connsiteX4" fmla="*/ 25413 w 25412"/>
                <a:gd name="connsiteY4" fmla="*/ 25413 h 508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5412" h="50825">
                  <a:moveTo>
                    <a:pt x="25413" y="25413"/>
                  </a:moveTo>
                  <a:cubicBezTo>
                    <a:pt x="25413" y="39448"/>
                    <a:pt x="19724" y="50825"/>
                    <a:pt x="12706" y="50825"/>
                  </a:cubicBezTo>
                  <a:cubicBezTo>
                    <a:pt x="5689" y="50825"/>
                    <a:pt x="0" y="39448"/>
                    <a:pt x="0" y="25413"/>
                  </a:cubicBezTo>
                  <a:cubicBezTo>
                    <a:pt x="0" y="11378"/>
                    <a:pt x="5689" y="0"/>
                    <a:pt x="12706" y="0"/>
                  </a:cubicBezTo>
                  <a:cubicBezTo>
                    <a:pt x="19724" y="0"/>
                    <a:pt x="25413" y="11378"/>
                    <a:pt x="25413" y="25413"/>
                  </a:cubicBezTo>
                  <a:close/>
                </a:path>
              </a:pathLst>
            </a:custGeom>
            <a:solidFill>
              <a:srgbClr val="00002B"/>
            </a:solidFill>
            <a:ln w="6346" cap="flat">
              <a:noFill/>
              <a:prstDash val="solid"/>
              <a:miter/>
            </a:ln>
          </p:spPr>
          <p:txBody>
            <a:bodyPr rtlCol="0" anchor="ctr"/>
            <a:lstStyle/>
            <a:p>
              <a:endParaRPr lang="zh-CN" altLang="en-US"/>
            </a:p>
          </p:txBody>
        </p:sp>
        <p:sp>
          <p:nvSpPr>
            <p:cNvPr id="69" name="任意多边形 17">
              <a:extLst>
                <a:ext uri="{FF2B5EF4-FFF2-40B4-BE49-F238E27FC236}">
                  <a16:creationId xmlns:a16="http://schemas.microsoft.com/office/drawing/2014/main" id="{2F83541F-E873-4B71-AAA4-C53AD96A984E}"/>
                </a:ext>
              </a:extLst>
            </p:cNvPr>
            <p:cNvSpPr/>
            <p:nvPr/>
          </p:nvSpPr>
          <p:spPr>
            <a:xfrm>
              <a:off x="4937970" y="4501185"/>
              <a:ext cx="28772" cy="57545"/>
            </a:xfrm>
            <a:custGeom>
              <a:avLst/>
              <a:gdLst>
                <a:gd name="connsiteX0" fmla="*/ 25413 w 25412"/>
                <a:gd name="connsiteY0" fmla="*/ 25413 h 50825"/>
                <a:gd name="connsiteX1" fmla="*/ 12706 w 25412"/>
                <a:gd name="connsiteY1" fmla="*/ 50825 h 50825"/>
                <a:gd name="connsiteX2" fmla="*/ 0 w 25412"/>
                <a:gd name="connsiteY2" fmla="*/ 25413 h 50825"/>
                <a:gd name="connsiteX3" fmla="*/ 12706 w 25412"/>
                <a:gd name="connsiteY3" fmla="*/ 0 h 50825"/>
                <a:gd name="connsiteX4" fmla="*/ 25413 w 25412"/>
                <a:gd name="connsiteY4" fmla="*/ 25413 h 508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5412" h="50825">
                  <a:moveTo>
                    <a:pt x="25413" y="25413"/>
                  </a:moveTo>
                  <a:cubicBezTo>
                    <a:pt x="25413" y="39448"/>
                    <a:pt x="19724" y="50825"/>
                    <a:pt x="12706" y="50825"/>
                  </a:cubicBezTo>
                  <a:cubicBezTo>
                    <a:pt x="5689" y="50825"/>
                    <a:pt x="0" y="39448"/>
                    <a:pt x="0" y="25413"/>
                  </a:cubicBezTo>
                  <a:cubicBezTo>
                    <a:pt x="0" y="11378"/>
                    <a:pt x="5689" y="0"/>
                    <a:pt x="12706" y="0"/>
                  </a:cubicBezTo>
                  <a:cubicBezTo>
                    <a:pt x="19724" y="0"/>
                    <a:pt x="25413" y="11378"/>
                    <a:pt x="25413" y="25413"/>
                  </a:cubicBezTo>
                  <a:close/>
                </a:path>
              </a:pathLst>
            </a:custGeom>
            <a:solidFill>
              <a:srgbClr val="00002B"/>
            </a:solidFill>
            <a:ln w="6346" cap="flat">
              <a:noFill/>
              <a:prstDash val="solid"/>
              <a:miter/>
            </a:ln>
          </p:spPr>
          <p:txBody>
            <a:bodyPr rtlCol="0" anchor="ctr"/>
            <a:lstStyle/>
            <a:p>
              <a:endParaRPr lang="zh-CN" altLang="en-US"/>
            </a:p>
          </p:txBody>
        </p:sp>
        <p:sp>
          <p:nvSpPr>
            <p:cNvPr id="70" name="任意多边形 18">
              <a:extLst>
                <a:ext uri="{FF2B5EF4-FFF2-40B4-BE49-F238E27FC236}">
                  <a16:creationId xmlns:a16="http://schemas.microsoft.com/office/drawing/2014/main" id="{69B42959-025E-4BDD-8432-25361BF02203}"/>
                </a:ext>
              </a:extLst>
            </p:cNvPr>
            <p:cNvSpPr/>
            <p:nvPr/>
          </p:nvSpPr>
          <p:spPr>
            <a:xfrm>
              <a:off x="4809355" y="4601890"/>
              <a:ext cx="156524" cy="64640"/>
            </a:xfrm>
            <a:custGeom>
              <a:avLst/>
              <a:gdLst>
                <a:gd name="connsiteX0" fmla="*/ -514 w 138245"/>
                <a:gd name="connsiteY0" fmla="*/ -210 h 57091"/>
                <a:gd name="connsiteX1" fmla="*/ 81924 w 138245"/>
                <a:gd name="connsiteY1" fmla="*/ 55596 h 57091"/>
                <a:gd name="connsiteX2" fmla="*/ 137731 w 138245"/>
                <a:gd name="connsiteY2" fmla="*/ -210 h 57091"/>
              </a:gdLst>
              <a:ahLst/>
              <a:cxnLst>
                <a:cxn ang="0">
                  <a:pos x="connsiteX0" y="connsiteY0"/>
                </a:cxn>
                <a:cxn ang="0">
                  <a:pos x="connsiteX1" y="connsiteY1"/>
                </a:cxn>
                <a:cxn ang="0">
                  <a:pos x="connsiteX2" y="connsiteY2"/>
                </a:cxn>
              </a:cxnLst>
              <a:rect l="l" t="t" r="r" b="b"/>
              <a:pathLst>
                <a:path w="138245" h="57091">
                  <a:moveTo>
                    <a:pt x="-514" y="-210"/>
                  </a:moveTo>
                  <a:cubicBezTo>
                    <a:pt x="6836" y="37966"/>
                    <a:pt x="43748" y="62953"/>
                    <a:pt x="81924" y="55596"/>
                  </a:cubicBezTo>
                  <a:cubicBezTo>
                    <a:pt x="110183" y="50152"/>
                    <a:pt x="132286" y="28055"/>
                    <a:pt x="137731" y="-210"/>
                  </a:cubicBezTo>
                  <a:close/>
                </a:path>
              </a:pathLst>
            </a:custGeom>
            <a:solidFill>
              <a:srgbClr val="E27AA5"/>
            </a:solidFill>
            <a:ln w="6346" cap="flat">
              <a:noFill/>
              <a:prstDash val="solid"/>
              <a:miter/>
            </a:ln>
          </p:spPr>
          <p:txBody>
            <a:bodyPr rtlCol="0" anchor="ctr"/>
            <a:lstStyle/>
            <a:p>
              <a:endParaRPr lang="zh-CN" altLang="en-US"/>
            </a:p>
          </p:txBody>
        </p:sp>
        <p:sp>
          <p:nvSpPr>
            <p:cNvPr id="71" name="任意多边形 19">
              <a:extLst>
                <a:ext uri="{FF2B5EF4-FFF2-40B4-BE49-F238E27FC236}">
                  <a16:creationId xmlns:a16="http://schemas.microsoft.com/office/drawing/2014/main" id="{FC60D626-4A3E-4AF7-AB3D-83E044B0F0A1}"/>
                </a:ext>
              </a:extLst>
            </p:cNvPr>
            <p:cNvSpPr/>
            <p:nvPr/>
          </p:nvSpPr>
          <p:spPr>
            <a:xfrm>
              <a:off x="4509837" y="4987374"/>
              <a:ext cx="724245" cy="307437"/>
            </a:xfrm>
            <a:custGeom>
              <a:avLst/>
              <a:gdLst>
                <a:gd name="connsiteX0" fmla="*/ 6214 w 639667"/>
                <a:gd name="connsiteY0" fmla="*/ -210 h 271534"/>
                <a:gd name="connsiteX1" fmla="*/ 632637 w 639667"/>
                <a:gd name="connsiteY1" fmla="*/ -210 h 271534"/>
                <a:gd name="connsiteX2" fmla="*/ 537657 w 639667"/>
                <a:gd name="connsiteY2" fmla="*/ 271325 h 271534"/>
                <a:gd name="connsiteX3" fmla="*/ 101194 w 639667"/>
                <a:gd name="connsiteY3" fmla="*/ 271325 h 271534"/>
                <a:gd name="connsiteX4" fmla="*/ 5897 w 639667"/>
                <a:gd name="connsiteY4" fmla="*/ -210 h 27153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39667" h="271534">
                  <a:moveTo>
                    <a:pt x="6214" y="-210"/>
                  </a:moveTo>
                  <a:cubicBezTo>
                    <a:pt x="295029" y="15101"/>
                    <a:pt x="632637" y="-210"/>
                    <a:pt x="632637" y="-210"/>
                  </a:cubicBezTo>
                  <a:cubicBezTo>
                    <a:pt x="632637" y="-210"/>
                    <a:pt x="676283" y="271325"/>
                    <a:pt x="537657" y="271325"/>
                  </a:cubicBezTo>
                  <a:lnTo>
                    <a:pt x="101194" y="271325"/>
                  </a:lnTo>
                  <a:cubicBezTo>
                    <a:pt x="-37432" y="271325"/>
                    <a:pt x="5897" y="-210"/>
                    <a:pt x="5897" y="-210"/>
                  </a:cubicBezTo>
                  <a:close/>
                </a:path>
              </a:pathLst>
            </a:custGeom>
            <a:solidFill>
              <a:srgbClr val="00002B"/>
            </a:solidFill>
            <a:ln w="6346" cap="flat">
              <a:noFill/>
              <a:prstDash val="solid"/>
              <a:miter/>
            </a:ln>
          </p:spPr>
          <p:txBody>
            <a:bodyPr rtlCol="0" anchor="ctr"/>
            <a:lstStyle/>
            <a:p>
              <a:endParaRPr lang="zh-CN" altLang="en-US"/>
            </a:p>
          </p:txBody>
        </p:sp>
        <p:sp>
          <p:nvSpPr>
            <p:cNvPr id="72" name="任意多边形 20">
              <a:extLst>
                <a:ext uri="{FF2B5EF4-FFF2-40B4-BE49-F238E27FC236}">
                  <a16:creationId xmlns:a16="http://schemas.microsoft.com/office/drawing/2014/main" id="{AC50372B-2677-43D5-B5D9-7249E2E83EB3}"/>
                </a:ext>
              </a:extLst>
            </p:cNvPr>
            <p:cNvSpPr/>
            <p:nvPr/>
          </p:nvSpPr>
          <p:spPr>
            <a:xfrm>
              <a:off x="5524719" y="5246473"/>
              <a:ext cx="230304" cy="183920"/>
            </a:xfrm>
            <a:custGeom>
              <a:avLst/>
              <a:gdLst>
                <a:gd name="connsiteX0" fmla="*/ 27630 w 203409"/>
                <a:gd name="connsiteY0" fmla="*/ -210 h 162442"/>
                <a:gd name="connsiteX1" fmla="*/ 202787 w 203409"/>
                <a:gd name="connsiteY1" fmla="*/ 97057 h 162442"/>
                <a:gd name="connsiteX2" fmla="*/ -514 w 203409"/>
                <a:gd name="connsiteY2" fmla="*/ 161034 h 162442"/>
                <a:gd name="connsiteX3" fmla="*/ 27630 w 203409"/>
                <a:gd name="connsiteY3" fmla="*/ -210 h 162442"/>
              </a:gdLst>
              <a:ahLst/>
              <a:cxnLst>
                <a:cxn ang="0">
                  <a:pos x="connsiteX0" y="connsiteY0"/>
                </a:cxn>
                <a:cxn ang="0">
                  <a:pos x="connsiteX1" y="connsiteY1"/>
                </a:cxn>
                <a:cxn ang="0">
                  <a:pos x="connsiteX2" y="connsiteY2"/>
                </a:cxn>
                <a:cxn ang="0">
                  <a:pos x="connsiteX3" y="connsiteY3"/>
                </a:cxn>
              </a:cxnLst>
              <a:rect l="l" t="t" r="r" b="b"/>
              <a:pathLst>
                <a:path w="203409" h="162442">
                  <a:moveTo>
                    <a:pt x="27630" y="-210"/>
                  </a:moveTo>
                  <a:cubicBezTo>
                    <a:pt x="27630" y="-210"/>
                    <a:pt x="207933" y="20247"/>
                    <a:pt x="202787" y="97057"/>
                  </a:cubicBezTo>
                  <a:cubicBezTo>
                    <a:pt x="200246" y="176408"/>
                    <a:pt x="-514" y="161034"/>
                    <a:pt x="-514" y="161034"/>
                  </a:cubicBezTo>
                  <a:lnTo>
                    <a:pt x="27630" y="-210"/>
                  </a:lnTo>
                  <a:close/>
                </a:path>
              </a:pathLst>
            </a:custGeom>
            <a:solidFill>
              <a:srgbClr val="00002B"/>
            </a:solidFill>
            <a:ln w="6346" cap="flat">
              <a:noFill/>
              <a:prstDash val="solid"/>
              <a:miter/>
            </a:ln>
          </p:spPr>
          <p:txBody>
            <a:bodyPr rtlCol="0" anchor="ctr"/>
            <a:lstStyle/>
            <a:p>
              <a:endParaRPr lang="zh-CN" altLang="en-US"/>
            </a:p>
          </p:txBody>
        </p:sp>
        <p:sp>
          <p:nvSpPr>
            <p:cNvPr id="73" name="任意多边形 21">
              <a:extLst>
                <a:ext uri="{FF2B5EF4-FFF2-40B4-BE49-F238E27FC236}">
                  <a16:creationId xmlns:a16="http://schemas.microsoft.com/office/drawing/2014/main" id="{BA09348E-9CE6-466E-9CF5-C120FF6ED693}"/>
                </a:ext>
              </a:extLst>
            </p:cNvPr>
            <p:cNvSpPr/>
            <p:nvPr/>
          </p:nvSpPr>
          <p:spPr>
            <a:xfrm>
              <a:off x="4100646" y="5006258"/>
              <a:ext cx="1488236" cy="437236"/>
            </a:xfrm>
            <a:custGeom>
              <a:avLst/>
              <a:gdLst>
                <a:gd name="connsiteX0" fmla="*/ 1313924 w 1314438"/>
                <a:gd name="connsiteY0" fmla="*/ 208966 h 386175"/>
                <a:gd name="connsiteX1" fmla="*/ 2820 w 1314438"/>
                <a:gd name="connsiteY1" fmla="*/ 90797 h 386175"/>
                <a:gd name="connsiteX2" fmla="*/ 1293403 w 1314438"/>
                <a:gd name="connsiteY2" fmla="*/ 385966 h 386175"/>
                <a:gd name="connsiteX3" fmla="*/ 1313924 w 1314438"/>
                <a:gd name="connsiteY3" fmla="*/ 208712 h 386175"/>
              </a:gdLst>
              <a:ahLst/>
              <a:cxnLst>
                <a:cxn ang="0">
                  <a:pos x="connsiteX0" y="connsiteY0"/>
                </a:cxn>
                <a:cxn ang="0">
                  <a:pos x="connsiteX1" y="connsiteY1"/>
                </a:cxn>
                <a:cxn ang="0">
                  <a:pos x="connsiteX2" y="connsiteY2"/>
                </a:cxn>
                <a:cxn ang="0">
                  <a:pos x="connsiteX3" y="connsiteY3"/>
                </a:cxn>
              </a:cxnLst>
              <a:rect l="l" t="t" r="r" b="b"/>
              <a:pathLst>
                <a:path w="1314438" h="386175">
                  <a:moveTo>
                    <a:pt x="1313924" y="208966"/>
                  </a:moveTo>
                  <a:cubicBezTo>
                    <a:pt x="1313924" y="208966"/>
                    <a:pt x="82361" y="-168603"/>
                    <a:pt x="2820" y="90797"/>
                  </a:cubicBezTo>
                  <a:cubicBezTo>
                    <a:pt x="-76722" y="347847"/>
                    <a:pt x="1293403" y="385966"/>
                    <a:pt x="1293403" y="385966"/>
                  </a:cubicBezTo>
                  <a:lnTo>
                    <a:pt x="1313924" y="208712"/>
                  </a:lnTo>
                  <a:close/>
                </a:path>
              </a:pathLst>
            </a:custGeom>
            <a:solidFill>
              <a:srgbClr val="1E2160"/>
            </a:solidFill>
            <a:ln w="6346" cap="flat">
              <a:noFill/>
              <a:prstDash val="solid"/>
              <a:miter/>
            </a:ln>
          </p:spPr>
          <p:txBody>
            <a:bodyPr rtlCol="0" anchor="ctr"/>
            <a:lstStyle/>
            <a:p>
              <a:endParaRPr lang="zh-CN" altLang="en-US"/>
            </a:p>
          </p:txBody>
        </p:sp>
        <p:sp>
          <p:nvSpPr>
            <p:cNvPr id="74" name="任意多边形 22">
              <a:extLst>
                <a:ext uri="{FF2B5EF4-FFF2-40B4-BE49-F238E27FC236}">
                  <a16:creationId xmlns:a16="http://schemas.microsoft.com/office/drawing/2014/main" id="{B3F5A4C3-9F01-45F4-84E8-D7765CCD198D}"/>
                </a:ext>
              </a:extLst>
            </p:cNvPr>
            <p:cNvSpPr/>
            <p:nvPr/>
          </p:nvSpPr>
          <p:spPr>
            <a:xfrm>
              <a:off x="4002665" y="5286755"/>
              <a:ext cx="235837" cy="184637"/>
            </a:xfrm>
            <a:custGeom>
              <a:avLst/>
              <a:gdLst>
                <a:gd name="connsiteX0" fmla="*/ 169282 w 208296"/>
                <a:gd name="connsiteY0" fmla="*/ -210 h 163075"/>
                <a:gd name="connsiteX1" fmla="*/ -94 w 208296"/>
                <a:gd name="connsiteY1" fmla="*/ 109382 h 163075"/>
                <a:gd name="connsiteX2" fmla="*/ 207782 w 208296"/>
                <a:gd name="connsiteY2" fmla="*/ 157857 h 163075"/>
                <a:gd name="connsiteX3" fmla="*/ 169282 w 208296"/>
                <a:gd name="connsiteY3" fmla="*/ -210 h 163075"/>
              </a:gdLst>
              <a:ahLst/>
              <a:cxnLst>
                <a:cxn ang="0">
                  <a:pos x="connsiteX0" y="connsiteY0"/>
                </a:cxn>
                <a:cxn ang="0">
                  <a:pos x="connsiteX1" y="connsiteY1"/>
                </a:cxn>
                <a:cxn ang="0">
                  <a:pos x="connsiteX2" y="connsiteY2"/>
                </a:cxn>
                <a:cxn ang="0">
                  <a:pos x="connsiteX3" y="connsiteY3"/>
                </a:cxn>
              </a:cxnLst>
              <a:rect l="l" t="t" r="r" b="b"/>
              <a:pathLst>
                <a:path w="208296" h="163075">
                  <a:moveTo>
                    <a:pt x="169282" y="-210"/>
                  </a:moveTo>
                  <a:cubicBezTo>
                    <a:pt x="169282" y="-210"/>
                    <a:pt x="-10322" y="32890"/>
                    <a:pt x="-94" y="109382"/>
                  </a:cubicBezTo>
                  <a:cubicBezTo>
                    <a:pt x="10135" y="185874"/>
                    <a:pt x="207782" y="157857"/>
                    <a:pt x="207782" y="157857"/>
                  </a:cubicBezTo>
                  <a:lnTo>
                    <a:pt x="169282" y="-210"/>
                  </a:lnTo>
                  <a:close/>
                </a:path>
              </a:pathLst>
            </a:custGeom>
            <a:solidFill>
              <a:srgbClr val="00002B"/>
            </a:solidFill>
            <a:ln w="6346" cap="flat">
              <a:noFill/>
              <a:prstDash val="solid"/>
              <a:miter/>
            </a:ln>
          </p:spPr>
          <p:txBody>
            <a:bodyPr rtlCol="0" anchor="ctr"/>
            <a:lstStyle/>
            <a:p>
              <a:endParaRPr lang="zh-CN" altLang="en-US"/>
            </a:p>
          </p:txBody>
        </p:sp>
        <p:sp>
          <p:nvSpPr>
            <p:cNvPr id="75" name="任意多边形 23">
              <a:extLst>
                <a:ext uri="{FF2B5EF4-FFF2-40B4-BE49-F238E27FC236}">
                  <a16:creationId xmlns:a16="http://schemas.microsoft.com/office/drawing/2014/main" id="{1ADCA24A-73B4-4C6E-884F-067686E1F16B}"/>
                </a:ext>
              </a:extLst>
            </p:cNvPr>
            <p:cNvSpPr/>
            <p:nvPr/>
          </p:nvSpPr>
          <p:spPr>
            <a:xfrm>
              <a:off x="4163334" y="4959760"/>
              <a:ext cx="1475212" cy="524448"/>
            </a:xfrm>
            <a:custGeom>
              <a:avLst/>
              <a:gdLst>
                <a:gd name="connsiteX0" fmla="*/ -514 w 1302935"/>
                <a:gd name="connsiteY0" fmla="*/ 288407 h 463202"/>
                <a:gd name="connsiteX1" fmla="*/ 1297439 w 1302935"/>
                <a:gd name="connsiteY1" fmla="*/ 75449 h 463202"/>
                <a:gd name="connsiteX2" fmla="*/ 30298 w 1302935"/>
                <a:gd name="connsiteY2" fmla="*/ 462992 h 463202"/>
                <a:gd name="connsiteX3" fmla="*/ -514 w 1302935"/>
                <a:gd name="connsiteY3" fmla="*/ 288535 h 463202"/>
              </a:gdLst>
              <a:ahLst/>
              <a:cxnLst>
                <a:cxn ang="0">
                  <a:pos x="connsiteX0" y="connsiteY0"/>
                </a:cxn>
                <a:cxn ang="0">
                  <a:pos x="connsiteX1" y="connsiteY1"/>
                </a:cxn>
                <a:cxn ang="0">
                  <a:pos x="connsiteX2" y="connsiteY2"/>
                </a:cxn>
                <a:cxn ang="0">
                  <a:pos x="connsiteX3" y="connsiteY3"/>
                </a:cxn>
              </a:cxnLst>
              <a:rect l="l" t="t" r="r" b="b"/>
              <a:pathLst>
                <a:path w="1302935" h="463202">
                  <a:moveTo>
                    <a:pt x="-514" y="288407"/>
                  </a:moveTo>
                  <a:cubicBezTo>
                    <a:pt x="-514" y="288407"/>
                    <a:pt x="1197376" y="-178551"/>
                    <a:pt x="1297439" y="75449"/>
                  </a:cubicBezTo>
                  <a:cubicBezTo>
                    <a:pt x="1394896" y="326908"/>
                    <a:pt x="30298" y="462992"/>
                    <a:pt x="30298" y="462992"/>
                  </a:cubicBezTo>
                  <a:lnTo>
                    <a:pt x="-514" y="288535"/>
                  </a:lnTo>
                  <a:close/>
                </a:path>
              </a:pathLst>
            </a:custGeom>
            <a:solidFill>
              <a:srgbClr val="2A3072"/>
            </a:solidFill>
            <a:ln w="6346" cap="flat">
              <a:noFill/>
              <a:prstDash val="solid"/>
              <a:miter/>
            </a:ln>
          </p:spPr>
          <p:txBody>
            <a:bodyPr rtlCol="0" anchor="ctr"/>
            <a:lstStyle/>
            <a:p>
              <a:endParaRPr lang="zh-CN" altLang="en-US"/>
            </a:p>
          </p:txBody>
        </p:sp>
        <p:sp>
          <p:nvSpPr>
            <p:cNvPr id="76" name="任意多边形 24">
              <a:extLst>
                <a:ext uri="{FF2B5EF4-FFF2-40B4-BE49-F238E27FC236}">
                  <a16:creationId xmlns:a16="http://schemas.microsoft.com/office/drawing/2014/main" id="{27A2C5C3-F08A-4B6C-8928-E0F6E74E1199}"/>
                </a:ext>
              </a:extLst>
            </p:cNvPr>
            <p:cNvSpPr/>
            <p:nvPr/>
          </p:nvSpPr>
          <p:spPr>
            <a:xfrm>
              <a:off x="4197069" y="4159220"/>
              <a:ext cx="334881" cy="457055"/>
            </a:xfrm>
            <a:custGeom>
              <a:avLst/>
              <a:gdLst>
                <a:gd name="connsiteX0" fmla="*/ 262507 w 295773"/>
                <a:gd name="connsiteY0" fmla="*/ -210 h 403680"/>
                <a:gd name="connsiteX1" fmla="*/ -514 w 295773"/>
                <a:gd name="connsiteY1" fmla="*/ 206522 h 403680"/>
                <a:gd name="connsiteX2" fmla="*/ 151962 w 295773"/>
                <a:gd name="connsiteY2" fmla="*/ 403470 h 403680"/>
                <a:gd name="connsiteX3" fmla="*/ 290969 w 295773"/>
                <a:gd name="connsiteY3" fmla="*/ 272468 h 403680"/>
                <a:gd name="connsiteX4" fmla="*/ 262507 w 295773"/>
                <a:gd name="connsiteY4" fmla="*/ -210 h 4036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95773" h="403680">
                  <a:moveTo>
                    <a:pt x="262507" y="-210"/>
                  </a:moveTo>
                  <a:cubicBezTo>
                    <a:pt x="262507" y="-210"/>
                    <a:pt x="113843" y="47693"/>
                    <a:pt x="-514" y="206522"/>
                  </a:cubicBezTo>
                  <a:lnTo>
                    <a:pt x="151962" y="403470"/>
                  </a:lnTo>
                  <a:cubicBezTo>
                    <a:pt x="151962" y="403470"/>
                    <a:pt x="278326" y="317766"/>
                    <a:pt x="290969" y="272468"/>
                  </a:cubicBezTo>
                  <a:cubicBezTo>
                    <a:pt x="309393" y="206395"/>
                    <a:pt x="262507" y="-210"/>
                    <a:pt x="262507" y="-210"/>
                  </a:cubicBezTo>
                  <a:close/>
                </a:path>
              </a:pathLst>
            </a:custGeom>
            <a:solidFill>
              <a:srgbClr val="BE5ED3"/>
            </a:solidFill>
            <a:ln w="6346" cap="flat">
              <a:noFill/>
              <a:prstDash val="solid"/>
              <a:miter/>
            </a:ln>
          </p:spPr>
          <p:txBody>
            <a:bodyPr rtlCol="0" anchor="ctr"/>
            <a:lstStyle/>
            <a:p>
              <a:endParaRPr lang="zh-CN" altLang="en-US"/>
            </a:p>
          </p:txBody>
        </p:sp>
        <p:sp>
          <p:nvSpPr>
            <p:cNvPr id="77" name="任意多边形 25">
              <a:extLst>
                <a:ext uri="{FF2B5EF4-FFF2-40B4-BE49-F238E27FC236}">
                  <a16:creationId xmlns:a16="http://schemas.microsoft.com/office/drawing/2014/main" id="{DBAF0B10-5DC9-4250-B30F-1CDDDA8589A0}"/>
                </a:ext>
              </a:extLst>
            </p:cNvPr>
            <p:cNvSpPr/>
            <p:nvPr/>
          </p:nvSpPr>
          <p:spPr>
            <a:xfrm>
              <a:off x="5168201" y="4116061"/>
              <a:ext cx="316452" cy="449862"/>
            </a:xfrm>
            <a:custGeom>
              <a:avLst/>
              <a:gdLst>
                <a:gd name="connsiteX0" fmla="*/ 30827 w 279496"/>
                <a:gd name="connsiteY0" fmla="*/ -210 h 397327"/>
                <a:gd name="connsiteX1" fmla="*/ 278982 w 279496"/>
                <a:gd name="connsiteY1" fmla="*/ 203092 h 397327"/>
                <a:gd name="connsiteX2" fmla="*/ 134892 w 279496"/>
                <a:gd name="connsiteY2" fmla="*/ 397117 h 397327"/>
                <a:gd name="connsiteX3" fmla="*/ 3508 w 279496"/>
                <a:gd name="connsiteY3" fmla="*/ 268148 h 397327"/>
                <a:gd name="connsiteX4" fmla="*/ 30827 w 279496"/>
                <a:gd name="connsiteY4" fmla="*/ -210 h 39732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79496" h="397327">
                  <a:moveTo>
                    <a:pt x="30827" y="-210"/>
                  </a:moveTo>
                  <a:cubicBezTo>
                    <a:pt x="30827" y="-210"/>
                    <a:pt x="161575" y="21899"/>
                    <a:pt x="278982" y="203092"/>
                  </a:cubicBezTo>
                  <a:lnTo>
                    <a:pt x="134892" y="397117"/>
                  </a:lnTo>
                  <a:cubicBezTo>
                    <a:pt x="134892" y="397117"/>
                    <a:pt x="15452" y="312747"/>
                    <a:pt x="3508" y="268148"/>
                  </a:cubicBezTo>
                  <a:cubicBezTo>
                    <a:pt x="-13899" y="203155"/>
                    <a:pt x="30827" y="-210"/>
                    <a:pt x="30827" y="-210"/>
                  </a:cubicBezTo>
                  <a:close/>
                </a:path>
              </a:pathLst>
            </a:custGeom>
            <a:solidFill>
              <a:srgbClr val="BE5ED3"/>
            </a:solidFill>
            <a:ln w="6346" cap="flat">
              <a:noFill/>
              <a:prstDash val="solid"/>
              <a:miter/>
            </a:ln>
          </p:spPr>
          <p:txBody>
            <a:bodyPr rtlCol="0" anchor="ctr"/>
            <a:lstStyle/>
            <a:p>
              <a:endParaRPr lang="zh-CN" altLang="en-US"/>
            </a:p>
          </p:txBody>
        </p:sp>
        <p:sp>
          <p:nvSpPr>
            <p:cNvPr id="78" name="任意多边形 26">
              <a:extLst>
                <a:ext uri="{FF2B5EF4-FFF2-40B4-BE49-F238E27FC236}">
                  <a16:creationId xmlns:a16="http://schemas.microsoft.com/office/drawing/2014/main" id="{3B27B858-F467-4675-92C6-49FECCA06DD4}"/>
                </a:ext>
              </a:extLst>
            </p:cNvPr>
            <p:cNvSpPr/>
            <p:nvPr/>
          </p:nvSpPr>
          <p:spPr>
            <a:xfrm>
              <a:off x="3207781" y="3560975"/>
              <a:ext cx="1486066" cy="1759003"/>
            </a:xfrm>
            <a:custGeom>
              <a:avLst/>
              <a:gdLst>
                <a:gd name="connsiteX0" fmla="*/ 933471 w 1312521"/>
                <a:gd name="connsiteY0" fmla="*/ 872704 h 1553585"/>
                <a:gd name="connsiteX1" fmla="*/ 1030738 w 1312521"/>
                <a:gd name="connsiteY1" fmla="*/ 1006121 h 1553585"/>
                <a:gd name="connsiteX2" fmla="*/ 1002848 w 1312521"/>
                <a:gd name="connsiteY2" fmla="*/ 1177656 h 1553585"/>
                <a:gd name="connsiteX3" fmla="*/ 831211 w 1312521"/>
                <a:gd name="connsiteY3" fmla="*/ 1152962 h 1553585"/>
                <a:gd name="connsiteX4" fmla="*/ 830677 w 1312521"/>
                <a:gd name="connsiteY4" fmla="*/ 1152244 h 1553585"/>
                <a:gd name="connsiteX5" fmla="*/ 674897 w 1312521"/>
                <a:gd name="connsiteY5" fmla="*/ 940874 h 1553585"/>
                <a:gd name="connsiteX6" fmla="*/ 674008 w 1312521"/>
                <a:gd name="connsiteY6" fmla="*/ 935220 h 1553585"/>
                <a:gd name="connsiteX7" fmla="*/ 669942 w 1312521"/>
                <a:gd name="connsiteY7" fmla="*/ 931217 h 1553585"/>
                <a:gd name="connsiteX8" fmla="*/ 695354 w 1312521"/>
                <a:gd name="connsiteY8" fmla="*/ 758792 h 1553585"/>
                <a:gd name="connsiteX9" fmla="*/ 761046 w 1312521"/>
                <a:gd name="connsiteY9" fmla="*/ 359495 h 1553585"/>
                <a:gd name="connsiteX10" fmla="*/ 364075 w 1312521"/>
                <a:gd name="connsiteY10" fmla="*/ 301001 h 1553585"/>
                <a:gd name="connsiteX11" fmla="*/ 362321 w 1312521"/>
                <a:gd name="connsiteY11" fmla="*/ 302316 h 1553585"/>
                <a:gd name="connsiteX12" fmla="*/ 248727 w 1312521"/>
                <a:gd name="connsiteY12" fmla="*/ 557015 h 1553585"/>
                <a:gd name="connsiteX13" fmla="*/ 137946 w 1312521"/>
                <a:gd name="connsiteY13" fmla="*/ 696670 h 1553585"/>
                <a:gd name="connsiteX14" fmla="*/ 136910 w 1312521"/>
                <a:gd name="connsiteY14" fmla="*/ 696785 h 1553585"/>
                <a:gd name="connsiteX15" fmla="*/ 2668 w 1312521"/>
                <a:gd name="connsiteY15" fmla="*/ 586557 h 1553585"/>
                <a:gd name="connsiteX16" fmla="*/ 216389 w 1312521"/>
                <a:gd name="connsiteY16" fmla="*/ 102509 h 1553585"/>
                <a:gd name="connsiteX17" fmla="*/ 960282 w 1312521"/>
                <a:gd name="connsiteY17" fmla="*/ 215786 h 1553585"/>
                <a:gd name="connsiteX18" fmla="*/ 933471 w 1312521"/>
                <a:gd name="connsiteY18" fmla="*/ 872704 h 1553585"/>
                <a:gd name="connsiteX19" fmla="*/ 1259071 w 1312521"/>
                <a:gd name="connsiteY19" fmla="*/ 1318824 h 1553585"/>
                <a:gd name="connsiteX20" fmla="*/ 1287153 w 1312521"/>
                <a:gd name="connsiteY20" fmla="*/ 1357388 h 1553585"/>
                <a:gd name="connsiteX21" fmla="*/ 1259199 w 1312521"/>
                <a:gd name="connsiteY21" fmla="*/ 1528923 h 1553585"/>
                <a:gd name="connsiteX22" fmla="*/ 1087644 w 1312521"/>
                <a:gd name="connsiteY22" fmla="*/ 1504260 h 1553585"/>
                <a:gd name="connsiteX23" fmla="*/ 1087091 w 1312521"/>
                <a:gd name="connsiteY23" fmla="*/ 1503511 h 1553585"/>
                <a:gd name="connsiteX24" fmla="*/ 1061678 w 1312521"/>
                <a:gd name="connsiteY24" fmla="*/ 1465391 h 1553585"/>
                <a:gd name="connsiteX25" fmla="*/ 1087091 w 1312521"/>
                <a:gd name="connsiteY25" fmla="*/ 1292967 h 1553585"/>
                <a:gd name="connsiteX26" fmla="*/ 1259199 w 1312521"/>
                <a:gd name="connsiteY26" fmla="*/ 1318379 h 155358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Lst>
              <a:rect l="l" t="t" r="r" b="b"/>
              <a:pathLst>
                <a:path w="1312521" h="1553585">
                  <a:moveTo>
                    <a:pt x="933471" y="872704"/>
                  </a:moveTo>
                  <a:lnTo>
                    <a:pt x="1030738" y="1006121"/>
                  </a:lnTo>
                  <a:cubicBezTo>
                    <a:pt x="1071971" y="1062410"/>
                    <a:pt x="1061551" y="1137187"/>
                    <a:pt x="1002848" y="1177656"/>
                  </a:cubicBezTo>
                  <a:cubicBezTo>
                    <a:pt x="948630" y="1218234"/>
                    <a:pt x="871788" y="1207179"/>
                    <a:pt x="831211" y="1152962"/>
                  </a:cubicBezTo>
                  <a:cubicBezTo>
                    <a:pt x="831033" y="1152720"/>
                    <a:pt x="830855" y="1152485"/>
                    <a:pt x="830677" y="1152244"/>
                  </a:cubicBezTo>
                  <a:lnTo>
                    <a:pt x="674897" y="940874"/>
                  </a:lnTo>
                  <a:cubicBezTo>
                    <a:pt x="673246" y="937633"/>
                    <a:pt x="676486" y="935982"/>
                    <a:pt x="674008" y="935220"/>
                  </a:cubicBezTo>
                  <a:cubicBezTo>
                    <a:pt x="671530" y="934457"/>
                    <a:pt x="671594" y="934457"/>
                    <a:pt x="669942" y="931217"/>
                  </a:cubicBezTo>
                  <a:cubicBezTo>
                    <a:pt x="630362" y="878168"/>
                    <a:pt x="642369" y="798499"/>
                    <a:pt x="695354" y="758792"/>
                  </a:cubicBezTo>
                  <a:cubicBezTo>
                    <a:pt x="824769" y="665400"/>
                    <a:pt x="855010" y="486495"/>
                    <a:pt x="761046" y="359495"/>
                  </a:cubicBezTo>
                  <a:cubicBezTo>
                    <a:pt x="667578" y="233721"/>
                    <a:pt x="489849" y="207534"/>
                    <a:pt x="364075" y="301001"/>
                  </a:cubicBezTo>
                  <a:cubicBezTo>
                    <a:pt x="363490" y="301439"/>
                    <a:pt x="362906" y="301878"/>
                    <a:pt x="362321" y="302316"/>
                  </a:cubicBezTo>
                  <a:cubicBezTo>
                    <a:pt x="281636" y="360797"/>
                    <a:pt x="238326" y="457912"/>
                    <a:pt x="248727" y="557015"/>
                  </a:cubicBezTo>
                  <a:cubicBezTo>
                    <a:pt x="256700" y="626169"/>
                    <a:pt x="207101" y="688697"/>
                    <a:pt x="137946" y="696670"/>
                  </a:cubicBezTo>
                  <a:cubicBezTo>
                    <a:pt x="137603" y="696708"/>
                    <a:pt x="137254" y="696747"/>
                    <a:pt x="136910" y="696785"/>
                  </a:cubicBezTo>
                  <a:cubicBezTo>
                    <a:pt x="68106" y="701741"/>
                    <a:pt x="9847" y="656252"/>
                    <a:pt x="2668" y="586557"/>
                  </a:cubicBezTo>
                  <a:cubicBezTo>
                    <a:pt x="-18056" y="398554"/>
                    <a:pt x="63493" y="213855"/>
                    <a:pt x="216389" y="102509"/>
                  </a:cubicBezTo>
                  <a:cubicBezTo>
                    <a:pt x="453375" y="-70456"/>
                    <a:pt x="785519" y="-19878"/>
                    <a:pt x="960282" y="215786"/>
                  </a:cubicBezTo>
                  <a:cubicBezTo>
                    <a:pt x="1106405" y="415975"/>
                    <a:pt x="1089251" y="688017"/>
                    <a:pt x="933471" y="872704"/>
                  </a:cubicBezTo>
                  <a:close/>
                  <a:moveTo>
                    <a:pt x="1259071" y="1318824"/>
                  </a:moveTo>
                  <a:lnTo>
                    <a:pt x="1287153" y="1357388"/>
                  </a:lnTo>
                  <a:cubicBezTo>
                    <a:pt x="1328321" y="1413677"/>
                    <a:pt x="1317902" y="1488454"/>
                    <a:pt x="1259199" y="1528923"/>
                  </a:cubicBezTo>
                  <a:cubicBezTo>
                    <a:pt x="1205012" y="1569488"/>
                    <a:pt x="1128209" y="1558440"/>
                    <a:pt x="1087644" y="1504260"/>
                  </a:cubicBezTo>
                  <a:cubicBezTo>
                    <a:pt x="1087460" y="1504013"/>
                    <a:pt x="1087275" y="1503758"/>
                    <a:pt x="1087091" y="1503511"/>
                  </a:cubicBezTo>
                  <a:lnTo>
                    <a:pt x="1061678" y="1465391"/>
                  </a:lnTo>
                  <a:cubicBezTo>
                    <a:pt x="1019684" y="1411517"/>
                    <a:pt x="1034106" y="1332610"/>
                    <a:pt x="1087091" y="1292967"/>
                  </a:cubicBezTo>
                  <a:cubicBezTo>
                    <a:pt x="1141671" y="1252592"/>
                    <a:pt x="1218621" y="1263958"/>
                    <a:pt x="1259199" y="1318379"/>
                  </a:cubicBezTo>
                  <a:close/>
                </a:path>
              </a:pathLst>
            </a:custGeom>
            <a:solidFill>
              <a:srgbClr val="FFC545"/>
            </a:solidFill>
            <a:ln w="6346" cap="flat">
              <a:noFill/>
              <a:prstDash val="solid"/>
              <a:miter/>
            </a:ln>
          </p:spPr>
          <p:txBody>
            <a:bodyPr rtlCol="0" anchor="ctr"/>
            <a:lstStyle/>
            <a:p>
              <a:endParaRPr lang="zh-CN" altLang="en-US"/>
            </a:p>
          </p:txBody>
        </p:sp>
        <p:sp>
          <p:nvSpPr>
            <p:cNvPr id="85" name="任意多边形 27">
              <a:extLst>
                <a:ext uri="{FF2B5EF4-FFF2-40B4-BE49-F238E27FC236}">
                  <a16:creationId xmlns:a16="http://schemas.microsoft.com/office/drawing/2014/main" id="{14BEE9D9-A21C-416F-AA09-BD9FA8A99392}"/>
                </a:ext>
              </a:extLst>
            </p:cNvPr>
            <p:cNvSpPr/>
            <p:nvPr/>
          </p:nvSpPr>
          <p:spPr>
            <a:xfrm>
              <a:off x="6164723" y="1962102"/>
              <a:ext cx="703194" cy="564027"/>
            </a:xfrm>
            <a:custGeom>
              <a:avLst/>
              <a:gdLst>
                <a:gd name="connsiteX0" fmla="*/ 577794 w 621074"/>
                <a:gd name="connsiteY0" fmla="*/ 416455 h 498159"/>
                <a:gd name="connsiteX1" fmla="*/ 538976 w 621074"/>
                <a:gd name="connsiteY1" fmla="*/ 192061 h 498159"/>
                <a:gd name="connsiteX2" fmla="*/ 398317 w 621074"/>
                <a:gd name="connsiteY2" fmla="*/ 31135 h 498159"/>
                <a:gd name="connsiteX3" fmla="*/ 10265 w 621074"/>
                <a:gd name="connsiteY3" fmla="*/ 121159 h 498159"/>
                <a:gd name="connsiteX4" fmla="*/ 38156 w 621074"/>
                <a:gd name="connsiteY4" fmla="*/ 265504 h 498159"/>
                <a:gd name="connsiteX5" fmla="*/ 65983 w 621074"/>
                <a:gd name="connsiteY5" fmla="*/ 440152 h 498159"/>
                <a:gd name="connsiteX6" fmla="*/ 577794 w 621074"/>
                <a:gd name="connsiteY6" fmla="*/ 416455 h 4981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621074" h="498159">
                  <a:moveTo>
                    <a:pt x="577794" y="416455"/>
                  </a:moveTo>
                  <a:cubicBezTo>
                    <a:pt x="667819" y="254576"/>
                    <a:pt x="596536" y="161629"/>
                    <a:pt x="538976" y="192061"/>
                  </a:cubicBezTo>
                  <a:cubicBezTo>
                    <a:pt x="538976" y="192061"/>
                    <a:pt x="530399" y="91617"/>
                    <a:pt x="398317" y="31135"/>
                  </a:cubicBezTo>
                  <a:cubicBezTo>
                    <a:pt x="245841" y="-38750"/>
                    <a:pt x="48893" y="15633"/>
                    <a:pt x="10265" y="121159"/>
                  </a:cubicBezTo>
                  <a:cubicBezTo>
                    <a:pt x="-25186" y="218554"/>
                    <a:pt x="38156" y="265504"/>
                    <a:pt x="38156" y="265504"/>
                  </a:cubicBezTo>
                  <a:cubicBezTo>
                    <a:pt x="38156" y="265504"/>
                    <a:pt x="-1043" y="335388"/>
                    <a:pt x="65983" y="440152"/>
                  </a:cubicBezTo>
                  <a:cubicBezTo>
                    <a:pt x="133009" y="544916"/>
                    <a:pt x="537515" y="488945"/>
                    <a:pt x="577794" y="416455"/>
                  </a:cubicBezTo>
                  <a:close/>
                </a:path>
              </a:pathLst>
            </a:custGeom>
            <a:solidFill>
              <a:srgbClr val="981D04"/>
            </a:solidFill>
            <a:ln w="6346" cap="flat">
              <a:noFill/>
              <a:prstDash val="solid"/>
              <a:miter/>
            </a:ln>
          </p:spPr>
          <p:txBody>
            <a:bodyPr rtlCol="0" anchor="ctr"/>
            <a:lstStyle/>
            <a:p>
              <a:endParaRPr lang="zh-CN" altLang="en-US"/>
            </a:p>
          </p:txBody>
        </p:sp>
        <p:sp>
          <p:nvSpPr>
            <p:cNvPr id="86" name="任意多边形 28">
              <a:extLst>
                <a:ext uri="{FF2B5EF4-FFF2-40B4-BE49-F238E27FC236}">
                  <a16:creationId xmlns:a16="http://schemas.microsoft.com/office/drawing/2014/main" id="{A60A5D1E-4C49-4017-AA6A-87DC90364A0D}"/>
                </a:ext>
              </a:extLst>
            </p:cNvPr>
            <p:cNvSpPr/>
            <p:nvPr/>
          </p:nvSpPr>
          <p:spPr>
            <a:xfrm>
              <a:off x="6390997" y="2695691"/>
              <a:ext cx="273341" cy="276362"/>
            </a:xfrm>
            <a:custGeom>
              <a:avLst/>
              <a:gdLst>
                <a:gd name="connsiteX0" fmla="*/ 120196 w 241420"/>
                <a:gd name="connsiteY0" fmla="*/ 243879 h 244088"/>
                <a:gd name="connsiteX1" fmla="*/ 120196 w 241420"/>
                <a:gd name="connsiteY1" fmla="*/ 243879 h 244088"/>
                <a:gd name="connsiteX2" fmla="*/ -514 w 241420"/>
                <a:gd name="connsiteY2" fmla="*/ 160017 h 244088"/>
                <a:gd name="connsiteX3" fmla="*/ -514 w 241420"/>
                <a:gd name="connsiteY3" fmla="*/ -210 h 244088"/>
                <a:gd name="connsiteX4" fmla="*/ 240906 w 241420"/>
                <a:gd name="connsiteY4" fmla="*/ -210 h 244088"/>
                <a:gd name="connsiteX5" fmla="*/ 240906 w 241420"/>
                <a:gd name="connsiteY5" fmla="*/ 160335 h 244088"/>
                <a:gd name="connsiteX6" fmla="*/ 120958 w 241420"/>
                <a:gd name="connsiteY6" fmla="*/ 243752 h 24408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41420" h="244088">
                  <a:moveTo>
                    <a:pt x="120196" y="243879"/>
                  </a:moveTo>
                  <a:lnTo>
                    <a:pt x="120196" y="243879"/>
                  </a:lnTo>
                  <a:cubicBezTo>
                    <a:pt x="53551" y="243879"/>
                    <a:pt x="-514" y="206332"/>
                    <a:pt x="-514" y="160017"/>
                  </a:cubicBezTo>
                  <a:lnTo>
                    <a:pt x="-514" y="-210"/>
                  </a:lnTo>
                  <a:lnTo>
                    <a:pt x="240906" y="-210"/>
                  </a:lnTo>
                  <a:lnTo>
                    <a:pt x="240906" y="160335"/>
                  </a:lnTo>
                  <a:cubicBezTo>
                    <a:pt x="240906" y="206395"/>
                    <a:pt x="187222" y="243752"/>
                    <a:pt x="120958" y="243752"/>
                  </a:cubicBezTo>
                  <a:close/>
                </a:path>
              </a:pathLst>
            </a:custGeom>
            <a:solidFill>
              <a:srgbClr val="FF93B1"/>
            </a:solidFill>
            <a:ln w="6346" cap="flat">
              <a:noFill/>
              <a:prstDash val="solid"/>
              <a:miter/>
            </a:ln>
          </p:spPr>
          <p:txBody>
            <a:bodyPr rtlCol="0" anchor="ctr"/>
            <a:lstStyle/>
            <a:p>
              <a:endParaRPr lang="zh-CN" altLang="en-US"/>
            </a:p>
          </p:txBody>
        </p:sp>
        <p:sp>
          <p:nvSpPr>
            <p:cNvPr id="87" name="任意多边形 29">
              <a:extLst>
                <a:ext uri="{FF2B5EF4-FFF2-40B4-BE49-F238E27FC236}">
                  <a16:creationId xmlns:a16="http://schemas.microsoft.com/office/drawing/2014/main" id="{69613217-4D0D-4D28-AECC-7E811312A084}"/>
                </a:ext>
              </a:extLst>
            </p:cNvPr>
            <p:cNvSpPr/>
            <p:nvPr/>
          </p:nvSpPr>
          <p:spPr>
            <a:xfrm>
              <a:off x="6190954" y="2434905"/>
              <a:ext cx="140645" cy="163868"/>
            </a:xfrm>
            <a:custGeom>
              <a:avLst/>
              <a:gdLst>
                <a:gd name="connsiteX0" fmla="*/ 89827 w 124220"/>
                <a:gd name="connsiteY0" fmla="*/ 32284 h 144731"/>
                <a:gd name="connsiteX1" fmla="*/ -514 w 124220"/>
                <a:gd name="connsiteY1" fmla="*/ 54139 h 144731"/>
                <a:gd name="connsiteX2" fmla="*/ 109904 w 124220"/>
                <a:gd name="connsiteY2" fmla="*/ 127518 h 144731"/>
                <a:gd name="connsiteX3" fmla="*/ 89827 w 124220"/>
                <a:gd name="connsiteY3" fmla="*/ 32221 h 144731"/>
              </a:gdLst>
              <a:ahLst/>
              <a:cxnLst>
                <a:cxn ang="0">
                  <a:pos x="connsiteX0" y="connsiteY0"/>
                </a:cxn>
                <a:cxn ang="0">
                  <a:pos x="connsiteX1" y="connsiteY1"/>
                </a:cxn>
                <a:cxn ang="0">
                  <a:pos x="connsiteX2" y="connsiteY2"/>
                </a:cxn>
                <a:cxn ang="0">
                  <a:pos x="connsiteX3" y="connsiteY3"/>
                </a:cxn>
              </a:cxnLst>
              <a:rect l="l" t="t" r="r" b="b"/>
              <a:pathLst>
                <a:path w="124220" h="144731">
                  <a:moveTo>
                    <a:pt x="89827" y="32284"/>
                  </a:moveTo>
                  <a:cubicBezTo>
                    <a:pt x="47960" y="-30739"/>
                    <a:pt x="-514" y="9730"/>
                    <a:pt x="-514" y="54139"/>
                  </a:cubicBezTo>
                  <a:cubicBezTo>
                    <a:pt x="-514" y="118306"/>
                    <a:pt x="69752" y="173579"/>
                    <a:pt x="109904" y="127518"/>
                  </a:cubicBezTo>
                  <a:cubicBezTo>
                    <a:pt x="150056" y="81458"/>
                    <a:pt x="89827" y="32221"/>
                    <a:pt x="89827" y="32221"/>
                  </a:cubicBezTo>
                  <a:close/>
                </a:path>
              </a:pathLst>
            </a:custGeom>
            <a:solidFill>
              <a:srgbClr val="FED0D6"/>
            </a:solidFill>
            <a:ln w="6346" cap="flat">
              <a:noFill/>
              <a:prstDash val="solid"/>
              <a:miter/>
            </a:ln>
          </p:spPr>
          <p:txBody>
            <a:bodyPr rtlCol="0" anchor="ctr"/>
            <a:lstStyle/>
            <a:p>
              <a:endParaRPr lang="zh-CN" altLang="en-US"/>
            </a:p>
          </p:txBody>
        </p:sp>
        <p:sp>
          <p:nvSpPr>
            <p:cNvPr id="88" name="任意多边形 30">
              <a:extLst>
                <a:ext uri="{FF2B5EF4-FFF2-40B4-BE49-F238E27FC236}">
                  <a16:creationId xmlns:a16="http://schemas.microsoft.com/office/drawing/2014/main" id="{B1FD2BFA-5D8E-4682-AB04-B62A484D6E39}"/>
                </a:ext>
              </a:extLst>
            </p:cNvPr>
            <p:cNvSpPr/>
            <p:nvPr/>
          </p:nvSpPr>
          <p:spPr>
            <a:xfrm>
              <a:off x="6727091" y="2434905"/>
              <a:ext cx="140816" cy="163868"/>
            </a:xfrm>
            <a:custGeom>
              <a:avLst/>
              <a:gdLst>
                <a:gd name="connsiteX0" fmla="*/ 33579 w 124371"/>
                <a:gd name="connsiteY0" fmla="*/ 32284 h 144731"/>
                <a:gd name="connsiteX1" fmla="*/ 123857 w 124371"/>
                <a:gd name="connsiteY1" fmla="*/ 54139 h 144731"/>
                <a:gd name="connsiteX2" fmla="*/ 13439 w 124371"/>
                <a:gd name="connsiteY2" fmla="*/ 127518 h 144731"/>
                <a:gd name="connsiteX3" fmla="*/ 33579 w 124371"/>
                <a:gd name="connsiteY3" fmla="*/ 32221 h 144731"/>
              </a:gdLst>
              <a:ahLst/>
              <a:cxnLst>
                <a:cxn ang="0">
                  <a:pos x="connsiteX0" y="connsiteY0"/>
                </a:cxn>
                <a:cxn ang="0">
                  <a:pos x="connsiteX1" y="connsiteY1"/>
                </a:cxn>
                <a:cxn ang="0">
                  <a:pos x="connsiteX2" y="connsiteY2"/>
                </a:cxn>
                <a:cxn ang="0">
                  <a:pos x="connsiteX3" y="connsiteY3"/>
                </a:cxn>
              </a:cxnLst>
              <a:rect l="l" t="t" r="r" b="b"/>
              <a:pathLst>
                <a:path w="124371" h="144731">
                  <a:moveTo>
                    <a:pt x="33579" y="32284"/>
                  </a:moveTo>
                  <a:cubicBezTo>
                    <a:pt x="75319" y="-30739"/>
                    <a:pt x="123857" y="9730"/>
                    <a:pt x="123857" y="54139"/>
                  </a:cubicBezTo>
                  <a:cubicBezTo>
                    <a:pt x="123857" y="118306"/>
                    <a:pt x="53972" y="173579"/>
                    <a:pt x="13439" y="127518"/>
                  </a:cubicBezTo>
                  <a:cubicBezTo>
                    <a:pt x="-27095" y="81458"/>
                    <a:pt x="33579" y="32221"/>
                    <a:pt x="33579" y="32221"/>
                  </a:cubicBezTo>
                  <a:close/>
                </a:path>
              </a:pathLst>
            </a:custGeom>
            <a:solidFill>
              <a:srgbClr val="FED0D6"/>
            </a:solidFill>
            <a:ln w="6346" cap="flat">
              <a:noFill/>
              <a:prstDash val="solid"/>
              <a:miter/>
            </a:ln>
          </p:spPr>
          <p:txBody>
            <a:bodyPr rtlCol="0" anchor="ctr"/>
            <a:lstStyle/>
            <a:p>
              <a:endParaRPr lang="zh-CN" altLang="en-US"/>
            </a:p>
          </p:txBody>
        </p:sp>
        <p:sp>
          <p:nvSpPr>
            <p:cNvPr id="89" name="任意多边形 31">
              <a:extLst>
                <a:ext uri="{FF2B5EF4-FFF2-40B4-BE49-F238E27FC236}">
                  <a16:creationId xmlns:a16="http://schemas.microsoft.com/office/drawing/2014/main" id="{A62B84FF-6622-4544-9191-FF2907D58DB0}"/>
                </a:ext>
              </a:extLst>
            </p:cNvPr>
            <p:cNvSpPr/>
            <p:nvPr/>
          </p:nvSpPr>
          <p:spPr>
            <a:xfrm>
              <a:off x="6265196" y="2209296"/>
              <a:ext cx="527030" cy="543940"/>
            </a:xfrm>
            <a:custGeom>
              <a:avLst/>
              <a:gdLst>
                <a:gd name="connsiteX0" fmla="*/ 232068 w 465483"/>
                <a:gd name="connsiteY0" fmla="*/ 480209 h 480418"/>
                <a:gd name="connsiteX1" fmla="*/ 7928 w 465483"/>
                <a:gd name="connsiteY1" fmla="*/ 114266 h 480418"/>
                <a:gd name="connsiteX2" fmla="*/ 456589 w 465483"/>
                <a:gd name="connsiteY2" fmla="*/ 114266 h 480418"/>
                <a:gd name="connsiteX3" fmla="*/ 232068 w 465483"/>
                <a:gd name="connsiteY3" fmla="*/ 480209 h 480418"/>
              </a:gdLst>
              <a:ahLst/>
              <a:cxnLst>
                <a:cxn ang="0">
                  <a:pos x="connsiteX0" y="connsiteY0"/>
                </a:cxn>
                <a:cxn ang="0">
                  <a:pos x="connsiteX1" y="connsiteY1"/>
                </a:cxn>
                <a:cxn ang="0">
                  <a:pos x="connsiteX2" y="connsiteY2"/>
                </a:cxn>
                <a:cxn ang="0">
                  <a:pos x="connsiteX3" y="connsiteY3"/>
                </a:cxn>
              </a:cxnLst>
              <a:rect l="l" t="t" r="r" b="b"/>
              <a:pathLst>
                <a:path w="465483" h="480418">
                  <a:moveTo>
                    <a:pt x="232068" y="480209"/>
                  </a:moveTo>
                  <a:cubicBezTo>
                    <a:pt x="66886" y="480209"/>
                    <a:pt x="-30763" y="299588"/>
                    <a:pt x="7928" y="114266"/>
                  </a:cubicBezTo>
                  <a:cubicBezTo>
                    <a:pt x="39694" y="-38527"/>
                    <a:pt x="424696" y="-38210"/>
                    <a:pt x="456589" y="114266"/>
                  </a:cubicBezTo>
                  <a:cubicBezTo>
                    <a:pt x="495153" y="299588"/>
                    <a:pt x="397251" y="480209"/>
                    <a:pt x="232068" y="480209"/>
                  </a:cubicBezTo>
                  <a:close/>
                </a:path>
              </a:pathLst>
            </a:custGeom>
            <a:solidFill>
              <a:srgbClr val="FED0D6"/>
            </a:solidFill>
            <a:ln w="6346" cap="flat">
              <a:noFill/>
              <a:prstDash val="solid"/>
              <a:miter/>
            </a:ln>
          </p:spPr>
          <p:txBody>
            <a:bodyPr rtlCol="0" anchor="ctr"/>
            <a:lstStyle/>
            <a:p>
              <a:endParaRPr lang="zh-CN" altLang="en-US"/>
            </a:p>
          </p:txBody>
        </p:sp>
        <p:sp>
          <p:nvSpPr>
            <p:cNvPr id="90" name="任意多边形 32">
              <a:extLst>
                <a:ext uri="{FF2B5EF4-FFF2-40B4-BE49-F238E27FC236}">
                  <a16:creationId xmlns:a16="http://schemas.microsoft.com/office/drawing/2014/main" id="{E07061B5-E293-4BAD-BA97-F842C5BB267E}"/>
                </a:ext>
              </a:extLst>
            </p:cNvPr>
            <p:cNvSpPr/>
            <p:nvPr/>
          </p:nvSpPr>
          <p:spPr>
            <a:xfrm>
              <a:off x="6255890" y="2082565"/>
              <a:ext cx="448236" cy="230262"/>
            </a:xfrm>
            <a:custGeom>
              <a:avLst/>
              <a:gdLst>
                <a:gd name="connsiteX0" fmla="*/ 386663 w 395890"/>
                <a:gd name="connsiteY0" fmla="*/ 112221 h 203372"/>
                <a:gd name="connsiteX1" fmla="*/ 250388 w 395890"/>
                <a:gd name="connsiteY1" fmla="*/ 153708 h 203372"/>
                <a:gd name="connsiteX2" fmla="*/ 94799 w 395890"/>
                <a:gd name="connsiteY2" fmla="*/ 202246 h 203372"/>
                <a:gd name="connsiteX3" fmla="*/ 66146 w 395890"/>
                <a:gd name="connsiteY3" fmla="*/ 31028 h 203372"/>
                <a:gd name="connsiteX4" fmla="*/ 386663 w 395890"/>
                <a:gd name="connsiteY4" fmla="*/ 112221 h 20337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95890" h="203372">
                  <a:moveTo>
                    <a:pt x="386663" y="112221"/>
                  </a:moveTo>
                  <a:cubicBezTo>
                    <a:pt x="344034" y="208472"/>
                    <a:pt x="250388" y="153708"/>
                    <a:pt x="250388" y="153708"/>
                  </a:cubicBezTo>
                  <a:cubicBezTo>
                    <a:pt x="207091" y="190022"/>
                    <a:pt x="151062" y="207500"/>
                    <a:pt x="94799" y="202246"/>
                  </a:cubicBezTo>
                  <a:cubicBezTo>
                    <a:pt x="581" y="192970"/>
                    <a:pt x="-48592" y="79439"/>
                    <a:pt x="66146" y="31028"/>
                  </a:cubicBezTo>
                  <a:cubicBezTo>
                    <a:pt x="180884" y="-17383"/>
                    <a:pt x="446701" y="-22784"/>
                    <a:pt x="386663" y="112221"/>
                  </a:cubicBezTo>
                  <a:close/>
                </a:path>
              </a:pathLst>
            </a:custGeom>
            <a:solidFill>
              <a:srgbClr val="981D04"/>
            </a:solidFill>
            <a:ln w="6346" cap="flat">
              <a:noFill/>
              <a:prstDash val="solid"/>
              <a:miter/>
            </a:ln>
          </p:spPr>
          <p:txBody>
            <a:bodyPr rtlCol="0" anchor="ctr"/>
            <a:lstStyle/>
            <a:p>
              <a:endParaRPr lang="zh-CN" altLang="en-US"/>
            </a:p>
          </p:txBody>
        </p:sp>
        <p:sp>
          <p:nvSpPr>
            <p:cNvPr id="91" name="任意多边形 33">
              <a:extLst>
                <a:ext uri="{FF2B5EF4-FFF2-40B4-BE49-F238E27FC236}">
                  <a16:creationId xmlns:a16="http://schemas.microsoft.com/office/drawing/2014/main" id="{481C0E44-BD67-4F0C-B4DA-374303E5DDB8}"/>
                </a:ext>
              </a:extLst>
            </p:cNvPr>
            <p:cNvSpPr/>
            <p:nvPr/>
          </p:nvSpPr>
          <p:spPr>
            <a:xfrm>
              <a:off x="5999615" y="5296537"/>
              <a:ext cx="484830" cy="136671"/>
            </a:xfrm>
            <a:custGeom>
              <a:avLst/>
              <a:gdLst>
                <a:gd name="connsiteX0" fmla="*/ 415046 w 428211"/>
                <a:gd name="connsiteY0" fmla="*/ -210 h 120710"/>
                <a:gd name="connsiteX1" fmla="*/ 150755 w 428211"/>
                <a:gd name="connsiteY1" fmla="*/ -210 h 120710"/>
                <a:gd name="connsiteX2" fmla="*/ -514 w 428211"/>
                <a:gd name="connsiteY2" fmla="*/ 107794 h 120710"/>
                <a:gd name="connsiteX3" fmla="*/ -514 w 428211"/>
                <a:gd name="connsiteY3" fmla="*/ 120500 h 120710"/>
                <a:gd name="connsiteX4" fmla="*/ 425148 w 428211"/>
                <a:gd name="connsiteY4" fmla="*/ 120500 h 120710"/>
                <a:gd name="connsiteX5" fmla="*/ 414856 w 428211"/>
                <a:gd name="connsiteY5" fmla="*/ -210 h 1207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428211" h="120710">
                  <a:moveTo>
                    <a:pt x="415046" y="-210"/>
                  </a:moveTo>
                  <a:lnTo>
                    <a:pt x="150755" y="-210"/>
                  </a:lnTo>
                  <a:cubicBezTo>
                    <a:pt x="150755" y="-210"/>
                    <a:pt x="14924" y="76981"/>
                    <a:pt x="-514" y="107794"/>
                  </a:cubicBezTo>
                  <a:lnTo>
                    <a:pt x="-514" y="120500"/>
                  </a:lnTo>
                  <a:lnTo>
                    <a:pt x="425148" y="120500"/>
                  </a:lnTo>
                  <a:cubicBezTo>
                    <a:pt x="425148" y="120500"/>
                    <a:pt x="435377" y="30412"/>
                    <a:pt x="414856" y="-210"/>
                  </a:cubicBezTo>
                  <a:close/>
                </a:path>
              </a:pathLst>
            </a:custGeom>
            <a:solidFill>
              <a:srgbClr val="00065B"/>
            </a:solidFill>
            <a:ln w="6346" cap="flat">
              <a:noFill/>
              <a:prstDash val="solid"/>
              <a:miter/>
            </a:ln>
          </p:spPr>
          <p:txBody>
            <a:bodyPr rtlCol="0" anchor="ctr"/>
            <a:lstStyle/>
            <a:p>
              <a:endParaRPr lang="zh-CN" altLang="en-US"/>
            </a:p>
          </p:txBody>
        </p:sp>
        <p:sp>
          <p:nvSpPr>
            <p:cNvPr id="92" name="任意多边形 34">
              <a:extLst>
                <a:ext uri="{FF2B5EF4-FFF2-40B4-BE49-F238E27FC236}">
                  <a16:creationId xmlns:a16="http://schemas.microsoft.com/office/drawing/2014/main" id="{0E582F40-17EC-41DE-B69A-CC8D4B776950}"/>
                </a:ext>
              </a:extLst>
            </p:cNvPr>
            <p:cNvSpPr/>
            <p:nvPr/>
          </p:nvSpPr>
          <p:spPr>
            <a:xfrm>
              <a:off x="5999255" y="5433496"/>
              <a:ext cx="483023" cy="22802"/>
            </a:xfrm>
            <a:custGeom>
              <a:avLst/>
              <a:gdLst>
                <a:gd name="connsiteX0" fmla="*/ 426615 w 426615"/>
                <a:gd name="connsiteY0" fmla="*/ 0 h 20139"/>
                <a:gd name="connsiteX1" fmla="*/ 0 w 426615"/>
                <a:gd name="connsiteY1" fmla="*/ 0 h 20139"/>
                <a:gd name="connsiteX2" fmla="*/ 0 w 426615"/>
                <a:gd name="connsiteY2" fmla="*/ 20140 h 20139"/>
                <a:gd name="connsiteX3" fmla="*/ 426615 w 426615"/>
                <a:gd name="connsiteY3" fmla="*/ 20140 h 20139"/>
                <a:gd name="connsiteX4" fmla="*/ 426615 w 426615"/>
                <a:gd name="connsiteY4" fmla="*/ 0 h 20139"/>
                <a:gd name="connsiteX5" fmla="*/ 426615 w 426615"/>
                <a:gd name="connsiteY5" fmla="*/ 0 h 201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426615" h="20139">
                  <a:moveTo>
                    <a:pt x="426615" y="0"/>
                  </a:moveTo>
                  <a:lnTo>
                    <a:pt x="0" y="0"/>
                  </a:lnTo>
                  <a:lnTo>
                    <a:pt x="0" y="20140"/>
                  </a:lnTo>
                  <a:lnTo>
                    <a:pt x="426615" y="20140"/>
                  </a:lnTo>
                  <a:lnTo>
                    <a:pt x="426615" y="0"/>
                  </a:lnTo>
                  <a:lnTo>
                    <a:pt x="426615" y="0"/>
                  </a:lnTo>
                  <a:close/>
                </a:path>
              </a:pathLst>
            </a:custGeom>
            <a:solidFill>
              <a:srgbClr val="434CC0"/>
            </a:solidFill>
            <a:ln w="6346" cap="flat">
              <a:noFill/>
              <a:prstDash val="solid"/>
              <a:miter/>
            </a:ln>
          </p:spPr>
          <p:txBody>
            <a:bodyPr rtlCol="0" anchor="ctr"/>
            <a:lstStyle/>
            <a:p>
              <a:endParaRPr lang="zh-CN" altLang="en-US"/>
            </a:p>
          </p:txBody>
        </p:sp>
        <p:sp>
          <p:nvSpPr>
            <p:cNvPr id="93" name="任意多边形 35">
              <a:extLst>
                <a:ext uri="{FF2B5EF4-FFF2-40B4-BE49-F238E27FC236}">
                  <a16:creationId xmlns:a16="http://schemas.microsoft.com/office/drawing/2014/main" id="{798569BA-AF7F-4EB4-B1DF-004635627DC8}"/>
                </a:ext>
              </a:extLst>
            </p:cNvPr>
            <p:cNvSpPr/>
            <p:nvPr/>
          </p:nvSpPr>
          <p:spPr>
            <a:xfrm>
              <a:off x="6140242" y="3782441"/>
              <a:ext cx="395626" cy="1526181"/>
            </a:xfrm>
            <a:custGeom>
              <a:avLst/>
              <a:gdLst>
                <a:gd name="connsiteX0" fmla="*/ 348910 w 349424"/>
                <a:gd name="connsiteY0" fmla="*/ -210 h 1347952"/>
                <a:gd name="connsiteX1" fmla="*/ 17656 w 349424"/>
                <a:gd name="connsiteY1" fmla="*/ -210 h 1347952"/>
                <a:gd name="connsiteX2" fmla="*/ -514 w 349424"/>
                <a:gd name="connsiteY2" fmla="*/ 1347742 h 1347952"/>
                <a:gd name="connsiteX3" fmla="*/ 305200 w 349424"/>
                <a:gd name="connsiteY3" fmla="*/ 1347742 h 1347952"/>
                <a:gd name="connsiteX4" fmla="*/ 346369 w 349424"/>
                <a:gd name="connsiteY4" fmla="*/ 202583 h 13479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49424" h="1347952">
                  <a:moveTo>
                    <a:pt x="348910" y="-210"/>
                  </a:moveTo>
                  <a:lnTo>
                    <a:pt x="17656" y="-210"/>
                  </a:lnTo>
                  <a:lnTo>
                    <a:pt x="-514" y="1347742"/>
                  </a:lnTo>
                  <a:lnTo>
                    <a:pt x="305200" y="1347742"/>
                  </a:lnTo>
                  <a:cubicBezTo>
                    <a:pt x="305200" y="1347742"/>
                    <a:pt x="303548" y="602833"/>
                    <a:pt x="346369" y="202583"/>
                  </a:cubicBezTo>
                  <a:close/>
                </a:path>
              </a:pathLst>
            </a:custGeom>
            <a:solidFill>
              <a:srgbClr val="981D04"/>
            </a:solidFill>
            <a:ln w="6346" cap="flat">
              <a:noFill/>
              <a:prstDash val="solid"/>
              <a:miter/>
            </a:ln>
          </p:spPr>
          <p:txBody>
            <a:bodyPr rtlCol="0" anchor="ctr"/>
            <a:lstStyle/>
            <a:p>
              <a:endParaRPr lang="zh-CN" altLang="en-US"/>
            </a:p>
          </p:txBody>
        </p:sp>
        <p:sp>
          <p:nvSpPr>
            <p:cNvPr id="94" name="任意多边形 36">
              <a:extLst>
                <a:ext uri="{FF2B5EF4-FFF2-40B4-BE49-F238E27FC236}">
                  <a16:creationId xmlns:a16="http://schemas.microsoft.com/office/drawing/2014/main" id="{59926CDB-04FA-4FE1-988E-CE7C25D8E9F2}"/>
                </a:ext>
              </a:extLst>
            </p:cNvPr>
            <p:cNvSpPr/>
            <p:nvPr/>
          </p:nvSpPr>
          <p:spPr>
            <a:xfrm>
              <a:off x="6583298" y="5296537"/>
              <a:ext cx="484866" cy="136671"/>
            </a:xfrm>
            <a:custGeom>
              <a:avLst/>
              <a:gdLst>
                <a:gd name="connsiteX0" fmla="*/ 12168 w 428243"/>
                <a:gd name="connsiteY0" fmla="*/ -210 h 120710"/>
                <a:gd name="connsiteX1" fmla="*/ 276460 w 428243"/>
                <a:gd name="connsiteY1" fmla="*/ -210 h 120710"/>
                <a:gd name="connsiteX2" fmla="*/ 427729 w 428243"/>
                <a:gd name="connsiteY2" fmla="*/ 107794 h 120710"/>
                <a:gd name="connsiteX3" fmla="*/ 427729 w 428243"/>
                <a:gd name="connsiteY3" fmla="*/ 120500 h 120710"/>
                <a:gd name="connsiteX4" fmla="*/ 2067 w 428243"/>
                <a:gd name="connsiteY4" fmla="*/ 120500 h 120710"/>
                <a:gd name="connsiteX5" fmla="*/ 12295 w 428243"/>
                <a:gd name="connsiteY5" fmla="*/ -210 h 1207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428243" h="120710">
                  <a:moveTo>
                    <a:pt x="12168" y="-210"/>
                  </a:moveTo>
                  <a:lnTo>
                    <a:pt x="276460" y="-210"/>
                  </a:lnTo>
                  <a:cubicBezTo>
                    <a:pt x="276460" y="-210"/>
                    <a:pt x="412354" y="76981"/>
                    <a:pt x="427729" y="107794"/>
                  </a:cubicBezTo>
                  <a:lnTo>
                    <a:pt x="427729" y="120500"/>
                  </a:lnTo>
                  <a:lnTo>
                    <a:pt x="2067" y="120500"/>
                  </a:lnTo>
                  <a:cubicBezTo>
                    <a:pt x="2067" y="120500"/>
                    <a:pt x="-8226" y="30412"/>
                    <a:pt x="12295" y="-210"/>
                  </a:cubicBezTo>
                  <a:close/>
                </a:path>
              </a:pathLst>
            </a:custGeom>
            <a:solidFill>
              <a:srgbClr val="00065B"/>
            </a:solidFill>
            <a:ln w="6346" cap="flat">
              <a:noFill/>
              <a:prstDash val="solid"/>
              <a:miter/>
            </a:ln>
          </p:spPr>
          <p:txBody>
            <a:bodyPr rtlCol="0" anchor="ctr"/>
            <a:lstStyle/>
            <a:p>
              <a:endParaRPr lang="zh-CN" altLang="en-US"/>
            </a:p>
          </p:txBody>
        </p:sp>
        <p:sp>
          <p:nvSpPr>
            <p:cNvPr id="95" name="任意多边形 37">
              <a:extLst>
                <a:ext uri="{FF2B5EF4-FFF2-40B4-BE49-F238E27FC236}">
                  <a16:creationId xmlns:a16="http://schemas.microsoft.com/office/drawing/2014/main" id="{D872F288-332E-409C-96D5-FDDD5009BB43}"/>
                </a:ext>
              </a:extLst>
            </p:cNvPr>
            <p:cNvSpPr/>
            <p:nvPr/>
          </p:nvSpPr>
          <p:spPr>
            <a:xfrm>
              <a:off x="6585142" y="5433496"/>
              <a:ext cx="483023" cy="22802"/>
            </a:xfrm>
            <a:custGeom>
              <a:avLst/>
              <a:gdLst>
                <a:gd name="connsiteX0" fmla="*/ 0 w 426615"/>
                <a:gd name="connsiteY0" fmla="*/ 0 h 20139"/>
                <a:gd name="connsiteX1" fmla="*/ 426615 w 426615"/>
                <a:gd name="connsiteY1" fmla="*/ 0 h 20139"/>
                <a:gd name="connsiteX2" fmla="*/ 426615 w 426615"/>
                <a:gd name="connsiteY2" fmla="*/ 20140 h 20139"/>
                <a:gd name="connsiteX3" fmla="*/ 0 w 426615"/>
                <a:gd name="connsiteY3" fmla="*/ 20140 h 20139"/>
                <a:gd name="connsiteX4" fmla="*/ 0 w 426615"/>
                <a:gd name="connsiteY4" fmla="*/ 0 h 20139"/>
                <a:gd name="connsiteX5" fmla="*/ 0 w 426615"/>
                <a:gd name="connsiteY5" fmla="*/ 0 h 201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426615" h="20139">
                  <a:moveTo>
                    <a:pt x="0" y="0"/>
                  </a:moveTo>
                  <a:lnTo>
                    <a:pt x="426615" y="0"/>
                  </a:lnTo>
                  <a:lnTo>
                    <a:pt x="426615" y="20140"/>
                  </a:lnTo>
                  <a:lnTo>
                    <a:pt x="0" y="20140"/>
                  </a:lnTo>
                  <a:lnTo>
                    <a:pt x="0" y="0"/>
                  </a:lnTo>
                  <a:lnTo>
                    <a:pt x="0" y="0"/>
                  </a:lnTo>
                  <a:close/>
                </a:path>
              </a:pathLst>
            </a:custGeom>
            <a:solidFill>
              <a:srgbClr val="434CC0"/>
            </a:solidFill>
            <a:ln w="6346" cap="flat">
              <a:noFill/>
              <a:prstDash val="solid"/>
              <a:miter/>
            </a:ln>
          </p:spPr>
          <p:txBody>
            <a:bodyPr rtlCol="0" anchor="ctr"/>
            <a:lstStyle/>
            <a:p>
              <a:endParaRPr lang="zh-CN" altLang="en-US"/>
            </a:p>
          </p:txBody>
        </p:sp>
        <p:sp>
          <p:nvSpPr>
            <p:cNvPr id="96" name="任意多边形 38">
              <a:extLst>
                <a:ext uri="{FF2B5EF4-FFF2-40B4-BE49-F238E27FC236}">
                  <a16:creationId xmlns:a16="http://schemas.microsoft.com/office/drawing/2014/main" id="{E6FCDDB0-D49A-4326-B458-BB0DDA3E38AB}"/>
                </a:ext>
              </a:extLst>
            </p:cNvPr>
            <p:cNvSpPr/>
            <p:nvPr/>
          </p:nvSpPr>
          <p:spPr>
            <a:xfrm>
              <a:off x="6531551" y="3782441"/>
              <a:ext cx="395698" cy="1526181"/>
            </a:xfrm>
            <a:custGeom>
              <a:avLst/>
              <a:gdLst>
                <a:gd name="connsiteX0" fmla="*/ -514 w 349488"/>
                <a:gd name="connsiteY0" fmla="*/ -210 h 1347952"/>
                <a:gd name="connsiteX1" fmla="*/ 330803 w 349488"/>
                <a:gd name="connsiteY1" fmla="*/ -210 h 1347952"/>
                <a:gd name="connsiteX2" fmla="*/ 348974 w 349488"/>
                <a:gd name="connsiteY2" fmla="*/ 1347742 h 1347952"/>
                <a:gd name="connsiteX3" fmla="*/ 43259 w 349488"/>
                <a:gd name="connsiteY3" fmla="*/ 1347742 h 1347952"/>
                <a:gd name="connsiteX4" fmla="*/ 2408 w 349488"/>
                <a:gd name="connsiteY4" fmla="*/ 202583 h 13479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49488" h="1347952">
                  <a:moveTo>
                    <a:pt x="-514" y="-210"/>
                  </a:moveTo>
                  <a:lnTo>
                    <a:pt x="330803" y="-210"/>
                  </a:lnTo>
                  <a:lnTo>
                    <a:pt x="348974" y="1347742"/>
                  </a:lnTo>
                  <a:lnTo>
                    <a:pt x="43259" y="1347742"/>
                  </a:lnTo>
                  <a:cubicBezTo>
                    <a:pt x="43259" y="1347742"/>
                    <a:pt x="44911" y="602833"/>
                    <a:pt x="2408" y="202583"/>
                  </a:cubicBezTo>
                  <a:close/>
                </a:path>
              </a:pathLst>
            </a:custGeom>
            <a:solidFill>
              <a:srgbClr val="981D04"/>
            </a:solidFill>
            <a:ln w="6346" cap="flat">
              <a:noFill/>
              <a:prstDash val="solid"/>
              <a:miter/>
            </a:ln>
          </p:spPr>
          <p:txBody>
            <a:bodyPr rtlCol="0" anchor="ctr"/>
            <a:lstStyle/>
            <a:p>
              <a:endParaRPr lang="zh-CN" altLang="en-US"/>
            </a:p>
          </p:txBody>
        </p:sp>
        <p:sp>
          <p:nvSpPr>
            <p:cNvPr id="97" name="任意多边形 39">
              <a:extLst>
                <a:ext uri="{FF2B5EF4-FFF2-40B4-BE49-F238E27FC236}">
                  <a16:creationId xmlns:a16="http://schemas.microsoft.com/office/drawing/2014/main" id="{F969DBDD-0070-42A6-B3A3-30A2869C24E6}"/>
                </a:ext>
              </a:extLst>
            </p:cNvPr>
            <p:cNvSpPr/>
            <p:nvPr/>
          </p:nvSpPr>
          <p:spPr>
            <a:xfrm>
              <a:off x="6096076" y="2836102"/>
              <a:ext cx="877570" cy="1154292"/>
            </a:xfrm>
            <a:custGeom>
              <a:avLst/>
              <a:gdLst>
                <a:gd name="connsiteX0" fmla="*/ 259966 w 775086"/>
                <a:gd name="connsiteY0" fmla="*/ -210 h 1019493"/>
                <a:gd name="connsiteX1" fmla="*/ 380676 w 775086"/>
                <a:gd name="connsiteY1" fmla="*/ 81873 h 1019493"/>
                <a:gd name="connsiteX2" fmla="*/ 383217 w 775086"/>
                <a:gd name="connsiteY2" fmla="*/ 81873 h 1019493"/>
                <a:gd name="connsiteX3" fmla="*/ 501132 w 775086"/>
                <a:gd name="connsiteY3" fmla="*/ -210 h 1019493"/>
                <a:gd name="connsiteX4" fmla="*/ 703735 w 775086"/>
                <a:gd name="connsiteY4" fmla="*/ 40832 h 1019493"/>
                <a:gd name="connsiteX5" fmla="*/ 774573 w 775086"/>
                <a:gd name="connsiteY5" fmla="*/ 943109 h 1019493"/>
                <a:gd name="connsiteX6" fmla="*/ -514 w 775086"/>
                <a:gd name="connsiteY6" fmla="*/ 924050 h 1019493"/>
                <a:gd name="connsiteX7" fmla="*/ 66893 w 775086"/>
                <a:gd name="connsiteY7" fmla="*/ 30603 h 1019493"/>
                <a:gd name="connsiteX8" fmla="*/ 260029 w 775086"/>
                <a:gd name="connsiteY8" fmla="*/ -210 h 101949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775086" h="1019493">
                  <a:moveTo>
                    <a:pt x="259966" y="-210"/>
                  </a:moveTo>
                  <a:cubicBezTo>
                    <a:pt x="277882" y="79268"/>
                    <a:pt x="372734" y="81873"/>
                    <a:pt x="380676" y="81873"/>
                  </a:cubicBezTo>
                  <a:lnTo>
                    <a:pt x="383217" y="81873"/>
                  </a:lnTo>
                  <a:cubicBezTo>
                    <a:pt x="390904" y="81873"/>
                    <a:pt x="480611" y="79268"/>
                    <a:pt x="501132" y="-210"/>
                  </a:cubicBezTo>
                  <a:lnTo>
                    <a:pt x="703735" y="40832"/>
                  </a:lnTo>
                  <a:lnTo>
                    <a:pt x="774573" y="943109"/>
                  </a:lnTo>
                  <a:cubicBezTo>
                    <a:pt x="615743" y="1025700"/>
                    <a:pt x="132394" y="1069347"/>
                    <a:pt x="-514" y="924050"/>
                  </a:cubicBezTo>
                  <a:lnTo>
                    <a:pt x="66893" y="30603"/>
                  </a:lnTo>
                  <a:lnTo>
                    <a:pt x="260029" y="-210"/>
                  </a:lnTo>
                  <a:close/>
                </a:path>
              </a:pathLst>
            </a:custGeom>
            <a:solidFill>
              <a:srgbClr val="00065B"/>
            </a:solidFill>
            <a:ln w="6346" cap="flat">
              <a:noFill/>
              <a:prstDash val="solid"/>
              <a:miter/>
            </a:ln>
          </p:spPr>
          <p:txBody>
            <a:bodyPr rtlCol="0" anchor="ctr"/>
            <a:lstStyle/>
            <a:p>
              <a:endParaRPr lang="zh-CN" altLang="en-US"/>
            </a:p>
          </p:txBody>
        </p:sp>
        <p:sp>
          <p:nvSpPr>
            <p:cNvPr id="98" name="任意多边形 40">
              <a:extLst>
                <a:ext uri="{FF2B5EF4-FFF2-40B4-BE49-F238E27FC236}">
                  <a16:creationId xmlns:a16="http://schemas.microsoft.com/office/drawing/2014/main" id="{6BEC9D0C-C273-4A8D-B2C4-1746C0E399BF}"/>
                </a:ext>
              </a:extLst>
            </p:cNvPr>
            <p:cNvSpPr/>
            <p:nvPr/>
          </p:nvSpPr>
          <p:spPr>
            <a:xfrm>
              <a:off x="5368249" y="3005839"/>
              <a:ext cx="792980" cy="422613"/>
            </a:xfrm>
            <a:custGeom>
              <a:avLst/>
              <a:gdLst>
                <a:gd name="connsiteX0" fmla="*/ 698477 w 700375"/>
                <a:gd name="connsiteY0" fmla="*/ 67344 h 373260"/>
                <a:gd name="connsiteX1" fmla="*/ 582976 w 700375"/>
                <a:gd name="connsiteY1" fmla="*/ 238880 h 373260"/>
                <a:gd name="connsiteX2" fmla="*/ 51470 w 700375"/>
                <a:gd name="connsiteY2" fmla="*/ 369755 h 373260"/>
                <a:gd name="connsiteX3" fmla="*/ 51470 w 700375"/>
                <a:gd name="connsiteY3" fmla="*/ 261751 h 373260"/>
                <a:gd name="connsiteX4" fmla="*/ 505786 w 700375"/>
                <a:gd name="connsiteY4" fmla="*/ 161816 h 373260"/>
                <a:gd name="connsiteX5" fmla="*/ 580181 w 700375"/>
                <a:gd name="connsiteY5" fmla="*/ 74714 h 373260"/>
                <a:gd name="connsiteX6" fmla="*/ 587932 w 700375"/>
                <a:gd name="connsiteY6" fmla="*/ 56798 h 373260"/>
                <a:gd name="connsiteX7" fmla="*/ 587932 w 700375"/>
                <a:gd name="connsiteY7" fmla="*/ 59339 h 373260"/>
                <a:gd name="connsiteX8" fmla="*/ 590474 w 700375"/>
                <a:gd name="connsiteY8" fmla="*/ 51652 h 373260"/>
                <a:gd name="connsiteX9" fmla="*/ 593015 w 700375"/>
                <a:gd name="connsiteY9" fmla="*/ 38945 h 373260"/>
                <a:gd name="connsiteX10" fmla="*/ 698287 w 700375"/>
                <a:gd name="connsiteY10" fmla="*/ 67154 h 37326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700375" h="373260">
                  <a:moveTo>
                    <a:pt x="698477" y="67344"/>
                  </a:moveTo>
                  <a:cubicBezTo>
                    <a:pt x="683039" y="133989"/>
                    <a:pt x="634310" y="195488"/>
                    <a:pt x="582976" y="238880"/>
                  </a:cubicBezTo>
                  <a:cubicBezTo>
                    <a:pt x="439014" y="362068"/>
                    <a:pt x="233933" y="382525"/>
                    <a:pt x="51470" y="369755"/>
                  </a:cubicBezTo>
                  <a:cubicBezTo>
                    <a:pt x="-17843" y="364609"/>
                    <a:pt x="-17843" y="256986"/>
                    <a:pt x="51470" y="261751"/>
                  </a:cubicBezTo>
                  <a:cubicBezTo>
                    <a:pt x="202930" y="274457"/>
                    <a:pt x="385139" y="264356"/>
                    <a:pt x="505786" y="161816"/>
                  </a:cubicBezTo>
                  <a:cubicBezTo>
                    <a:pt x="541681" y="131066"/>
                    <a:pt x="559660" y="110609"/>
                    <a:pt x="580181" y="74714"/>
                  </a:cubicBezTo>
                  <a:cubicBezTo>
                    <a:pt x="582284" y="68545"/>
                    <a:pt x="584876" y="62554"/>
                    <a:pt x="587932" y="56798"/>
                  </a:cubicBezTo>
                  <a:cubicBezTo>
                    <a:pt x="593015" y="46506"/>
                    <a:pt x="582786" y="69504"/>
                    <a:pt x="587932" y="59339"/>
                  </a:cubicBezTo>
                  <a:cubicBezTo>
                    <a:pt x="587932" y="56798"/>
                    <a:pt x="590474" y="54193"/>
                    <a:pt x="590474" y="51652"/>
                  </a:cubicBezTo>
                  <a:cubicBezTo>
                    <a:pt x="591077" y="47370"/>
                    <a:pt x="591928" y="43132"/>
                    <a:pt x="593015" y="38945"/>
                  </a:cubicBezTo>
                  <a:cubicBezTo>
                    <a:pt x="610994" y="-30241"/>
                    <a:pt x="713725" y="509"/>
                    <a:pt x="698287" y="67154"/>
                  </a:cubicBezTo>
                  <a:close/>
                </a:path>
              </a:pathLst>
            </a:custGeom>
            <a:solidFill>
              <a:srgbClr val="FED0D6"/>
            </a:solidFill>
            <a:ln w="6346" cap="flat">
              <a:noFill/>
              <a:prstDash val="solid"/>
              <a:miter/>
            </a:ln>
          </p:spPr>
          <p:txBody>
            <a:bodyPr rtlCol="0" anchor="ctr"/>
            <a:lstStyle/>
            <a:p>
              <a:endParaRPr lang="zh-CN" altLang="en-US"/>
            </a:p>
          </p:txBody>
        </p:sp>
        <p:sp>
          <p:nvSpPr>
            <p:cNvPr id="99" name="任意多边形 41">
              <a:extLst>
                <a:ext uri="{FF2B5EF4-FFF2-40B4-BE49-F238E27FC236}">
                  <a16:creationId xmlns:a16="http://schemas.microsoft.com/office/drawing/2014/main" id="{E3DB0353-9C5F-4EDF-9A4E-390FC212D1B8}"/>
                </a:ext>
              </a:extLst>
            </p:cNvPr>
            <p:cNvSpPr/>
            <p:nvPr/>
          </p:nvSpPr>
          <p:spPr>
            <a:xfrm>
              <a:off x="5555003" y="2870989"/>
              <a:ext cx="617392" cy="613005"/>
            </a:xfrm>
            <a:custGeom>
              <a:avLst/>
              <a:gdLst>
                <a:gd name="connsiteX0" fmla="*/ 14860 w 545292"/>
                <a:gd name="connsiteY0" fmla="*/ 541208 h 541418"/>
                <a:gd name="connsiteX1" fmla="*/ 534550 w 545292"/>
                <a:gd name="connsiteY1" fmla="*/ 283332 h 541418"/>
                <a:gd name="connsiteX2" fmla="*/ 544778 w 545292"/>
                <a:gd name="connsiteY2" fmla="*/ -210 h 541418"/>
                <a:gd name="connsiteX3" fmla="*/ 544778 w 545292"/>
                <a:gd name="connsiteY3" fmla="*/ -210 h 541418"/>
                <a:gd name="connsiteX4" fmla="*/ 356661 w 545292"/>
                <a:gd name="connsiteY4" fmla="*/ 143562 h 541418"/>
                <a:gd name="connsiteX5" fmla="*/ -514 w 545292"/>
                <a:gd name="connsiteY5" fmla="*/ 353662 h 54141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545292" h="541418">
                  <a:moveTo>
                    <a:pt x="14860" y="541208"/>
                  </a:moveTo>
                  <a:cubicBezTo>
                    <a:pt x="14860" y="541208"/>
                    <a:pt x="369367" y="543812"/>
                    <a:pt x="534550" y="283332"/>
                  </a:cubicBezTo>
                  <a:lnTo>
                    <a:pt x="544778" y="-210"/>
                  </a:lnTo>
                  <a:lnTo>
                    <a:pt x="544778" y="-210"/>
                  </a:lnTo>
                  <a:cubicBezTo>
                    <a:pt x="544778" y="-210"/>
                    <a:pt x="471018" y="3793"/>
                    <a:pt x="356661" y="143562"/>
                  </a:cubicBezTo>
                  <a:cubicBezTo>
                    <a:pt x="285251" y="230855"/>
                    <a:pt x="140653" y="363890"/>
                    <a:pt x="-514" y="353662"/>
                  </a:cubicBezTo>
                  <a:close/>
                </a:path>
              </a:pathLst>
            </a:custGeom>
            <a:solidFill>
              <a:srgbClr val="434CC0"/>
            </a:solidFill>
            <a:ln w="6346" cap="flat">
              <a:noFill/>
              <a:prstDash val="solid"/>
              <a:miter/>
            </a:ln>
          </p:spPr>
          <p:txBody>
            <a:bodyPr rtlCol="0" anchor="ctr"/>
            <a:lstStyle/>
            <a:p>
              <a:endParaRPr lang="zh-CN" altLang="en-US"/>
            </a:p>
          </p:txBody>
        </p:sp>
        <p:sp>
          <p:nvSpPr>
            <p:cNvPr id="100" name="任意多边形 42">
              <a:extLst>
                <a:ext uri="{FF2B5EF4-FFF2-40B4-BE49-F238E27FC236}">
                  <a16:creationId xmlns:a16="http://schemas.microsoft.com/office/drawing/2014/main" id="{77F349FF-3F95-422C-B6D3-6D1548E830EA}"/>
                </a:ext>
              </a:extLst>
            </p:cNvPr>
            <p:cNvSpPr/>
            <p:nvPr/>
          </p:nvSpPr>
          <p:spPr>
            <a:xfrm>
              <a:off x="4621893" y="1105990"/>
              <a:ext cx="1140920" cy="1998720"/>
            </a:xfrm>
            <a:custGeom>
              <a:avLst/>
              <a:gdLst>
                <a:gd name="connsiteX0" fmla="*/ 596690 w 1007682"/>
                <a:gd name="connsiteY0" fmla="*/ 1042540 h 1765307"/>
                <a:gd name="connsiteX1" fmla="*/ 596690 w 1007682"/>
                <a:gd name="connsiteY1" fmla="*/ 1209120 h 1765307"/>
                <a:gd name="connsiteX2" fmla="*/ 479747 w 1007682"/>
                <a:gd name="connsiteY2" fmla="*/ 1332124 h 1765307"/>
                <a:gd name="connsiteX3" fmla="*/ 473502 w 1007682"/>
                <a:gd name="connsiteY3" fmla="*/ 1332118 h 1765307"/>
                <a:gd name="connsiteX4" fmla="*/ 350314 w 1007682"/>
                <a:gd name="connsiteY4" fmla="*/ 1209120 h 1765307"/>
                <a:gd name="connsiteX5" fmla="*/ 350314 w 1007682"/>
                <a:gd name="connsiteY5" fmla="*/ 945209 h 1765307"/>
                <a:gd name="connsiteX6" fmla="*/ 352855 w 1007682"/>
                <a:gd name="connsiteY6" fmla="*/ 940063 h 1765307"/>
                <a:gd name="connsiteX7" fmla="*/ 350314 w 1007682"/>
                <a:gd name="connsiteY7" fmla="*/ 934981 h 1765307"/>
                <a:gd name="connsiteX8" fmla="*/ 473502 w 1007682"/>
                <a:gd name="connsiteY8" fmla="*/ 811983 h 1765307"/>
                <a:gd name="connsiteX9" fmla="*/ 760983 w 1007682"/>
                <a:gd name="connsiteY9" fmla="*/ 530157 h 1765307"/>
                <a:gd name="connsiteX10" fmla="*/ 473502 w 1007682"/>
                <a:gd name="connsiteY10" fmla="*/ 245725 h 1765307"/>
                <a:gd name="connsiteX11" fmla="*/ 229667 w 1007682"/>
                <a:gd name="connsiteY11" fmla="*/ 384097 h 1765307"/>
                <a:gd name="connsiteX12" fmla="*/ 62134 w 1007682"/>
                <a:gd name="connsiteY12" fmla="*/ 430888 h 1765307"/>
                <a:gd name="connsiteX13" fmla="*/ 15343 w 1007682"/>
                <a:gd name="connsiteY13" fmla="*/ 263355 h 1765307"/>
                <a:gd name="connsiteX14" fmla="*/ 16645 w 1007682"/>
                <a:gd name="connsiteY14" fmla="*/ 261100 h 1765307"/>
                <a:gd name="connsiteX15" fmla="*/ 473502 w 1007682"/>
                <a:gd name="connsiteY15" fmla="*/ -206 h 1765307"/>
                <a:gd name="connsiteX16" fmla="*/ 1007168 w 1007682"/>
                <a:gd name="connsiteY16" fmla="*/ 530157 h 1765307"/>
                <a:gd name="connsiteX17" fmla="*/ 596499 w 1007682"/>
                <a:gd name="connsiteY17" fmla="*/ 1042540 h 1765307"/>
                <a:gd name="connsiteX18" fmla="*/ 596690 w 1007682"/>
                <a:gd name="connsiteY18" fmla="*/ 1595965 h 1765307"/>
                <a:gd name="connsiteX19" fmla="*/ 596690 w 1007682"/>
                <a:gd name="connsiteY19" fmla="*/ 1642089 h 1765307"/>
                <a:gd name="connsiteX20" fmla="*/ 473502 w 1007682"/>
                <a:gd name="connsiteY20" fmla="*/ 1765086 h 1765307"/>
                <a:gd name="connsiteX21" fmla="*/ 350314 w 1007682"/>
                <a:gd name="connsiteY21" fmla="*/ 1645221 h 1765307"/>
                <a:gd name="connsiteX22" fmla="*/ 350314 w 1007682"/>
                <a:gd name="connsiteY22" fmla="*/ 1642089 h 1765307"/>
                <a:gd name="connsiteX23" fmla="*/ 350314 w 1007682"/>
                <a:gd name="connsiteY23" fmla="*/ 1595965 h 1765307"/>
                <a:gd name="connsiteX24" fmla="*/ 473502 w 1007682"/>
                <a:gd name="connsiteY24" fmla="*/ 1473031 h 1765307"/>
                <a:gd name="connsiteX25" fmla="*/ 596690 w 1007682"/>
                <a:gd name="connsiteY25" fmla="*/ 1592769 h 1765307"/>
                <a:gd name="connsiteX26" fmla="*/ 596690 w 1007682"/>
                <a:gd name="connsiteY26" fmla="*/ 1595965 h 17653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Lst>
              <a:rect l="l" t="t" r="r" b="b"/>
              <a:pathLst>
                <a:path w="1007682" h="1765307">
                  <a:moveTo>
                    <a:pt x="596690" y="1042540"/>
                  </a:moveTo>
                  <a:lnTo>
                    <a:pt x="596690" y="1209120"/>
                  </a:lnTo>
                  <a:cubicBezTo>
                    <a:pt x="598361" y="1275377"/>
                    <a:pt x="546004" y="1330447"/>
                    <a:pt x="479747" y="1332124"/>
                  </a:cubicBezTo>
                  <a:cubicBezTo>
                    <a:pt x="477663" y="1332175"/>
                    <a:pt x="475579" y="1332175"/>
                    <a:pt x="473502" y="1332118"/>
                  </a:cubicBezTo>
                  <a:cubicBezTo>
                    <a:pt x="405529" y="1332156"/>
                    <a:pt x="350384" y="1277093"/>
                    <a:pt x="350314" y="1209120"/>
                  </a:cubicBezTo>
                  <a:lnTo>
                    <a:pt x="350314" y="945209"/>
                  </a:lnTo>
                  <a:cubicBezTo>
                    <a:pt x="350314" y="942668"/>
                    <a:pt x="352855" y="942668"/>
                    <a:pt x="352855" y="940063"/>
                  </a:cubicBezTo>
                  <a:cubicBezTo>
                    <a:pt x="350314" y="937522"/>
                    <a:pt x="350314" y="937522"/>
                    <a:pt x="350314" y="934981"/>
                  </a:cubicBezTo>
                  <a:cubicBezTo>
                    <a:pt x="350314" y="870941"/>
                    <a:pt x="406793" y="811983"/>
                    <a:pt x="473502" y="811983"/>
                  </a:cubicBezTo>
                  <a:cubicBezTo>
                    <a:pt x="632649" y="811983"/>
                    <a:pt x="760983" y="686445"/>
                    <a:pt x="760983" y="530157"/>
                  </a:cubicBezTo>
                  <a:cubicBezTo>
                    <a:pt x="760983" y="368723"/>
                    <a:pt x="632649" y="245725"/>
                    <a:pt x="473502" y="245725"/>
                  </a:cubicBezTo>
                  <a:cubicBezTo>
                    <a:pt x="373636" y="246094"/>
                    <a:pt x="281198" y="298552"/>
                    <a:pt x="229667" y="384097"/>
                  </a:cubicBezTo>
                  <a:cubicBezTo>
                    <a:pt x="196326" y="443283"/>
                    <a:pt x="121320" y="464230"/>
                    <a:pt x="62134" y="430888"/>
                  </a:cubicBezTo>
                  <a:cubicBezTo>
                    <a:pt x="2948" y="397547"/>
                    <a:pt x="-17999" y="322541"/>
                    <a:pt x="15343" y="263355"/>
                  </a:cubicBezTo>
                  <a:cubicBezTo>
                    <a:pt x="15769" y="262599"/>
                    <a:pt x="16201" y="261850"/>
                    <a:pt x="16645" y="261100"/>
                  </a:cubicBezTo>
                  <a:cubicBezTo>
                    <a:pt x="111346" y="98668"/>
                    <a:pt x="285480" y="-930"/>
                    <a:pt x="473502" y="-206"/>
                  </a:cubicBezTo>
                  <a:cubicBezTo>
                    <a:pt x="766129" y="-206"/>
                    <a:pt x="1007168" y="235497"/>
                    <a:pt x="1007168" y="530157"/>
                  </a:cubicBezTo>
                  <a:cubicBezTo>
                    <a:pt x="1007168" y="778693"/>
                    <a:pt x="832647" y="988792"/>
                    <a:pt x="596499" y="1042540"/>
                  </a:cubicBezTo>
                  <a:close/>
                  <a:moveTo>
                    <a:pt x="596690" y="1595965"/>
                  </a:moveTo>
                  <a:lnTo>
                    <a:pt x="596690" y="1642089"/>
                  </a:lnTo>
                  <a:cubicBezTo>
                    <a:pt x="596690" y="1713816"/>
                    <a:pt x="545356" y="1765086"/>
                    <a:pt x="473502" y="1765086"/>
                  </a:cubicBezTo>
                  <a:cubicBezTo>
                    <a:pt x="406387" y="1766001"/>
                    <a:pt x="351235" y="1712336"/>
                    <a:pt x="350314" y="1645221"/>
                  </a:cubicBezTo>
                  <a:cubicBezTo>
                    <a:pt x="350301" y="1644179"/>
                    <a:pt x="350301" y="1643131"/>
                    <a:pt x="350314" y="1642089"/>
                  </a:cubicBezTo>
                  <a:lnTo>
                    <a:pt x="350314" y="1595965"/>
                  </a:lnTo>
                  <a:cubicBezTo>
                    <a:pt x="351305" y="1528386"/>
                    <a:pt x="405923" y="1473882"/>
                    <a:pt x="473502" y="1473031"/>
                  </a:cubicBezTo>
                  <a:cubicBezTo>
                    <a:pt x="540585" y="1472078"/>
                    <a:pt x="595737" y="1525686"/>
                    <a:pt x="596690" y="1592769"/>
                  </a:cubicBezTo>
                  <a:cubicBezTo>
                    <a:pt x="596703" y="1593830"/>
                    <a:pt x="596703" y="1594897"/>
                    <a:pt x="596690" y="1595965"/>
                  </a:cubicBezTo>
                  <a:close/>
                </a:path>
              </a:pathLst>
            </a:custGeom>
            <a:solidFill>
              <a:srgbClr val="FFC545"/>
            </a:solidFill>
            <a:ln w="6346" cap="flat">
              <a:noFill/>
              <a:prstDash val="solid"/>
              <a:miter/>
            </a:ln>
          </p:spPr>
          <p:txBody>
            <a:bodyPr rtlCol="0" anchor="ctr"/>
            <a:lstStyle/>
            <a:p>
              <a:endParaRPr lang="zh-CN" altLang="en-US"/>
            </a:p>
          </p:txBody>
        </p:sp>
        <p:sp>
          <p:nvSpPr>
            <p:cNvPr id="101" name="任意多边形 43">
              <a:extLst>
                <a:ext uri="{FF2B5EF4-FFF2-40B4-BE49-F238E27FC236}">
                  <a16:creationId xmlns:a16="http://schemas.microsoft.com/office/drawing/2014/main" id="{FD362422-1829-47D1-9318-B660BA5738B1}"/>
                </a:ext>
              </a:extLst>
            </p:cNvPr>
            <p:cNvSpPr/>
            <p:nvPr/>
          </p:nvSpPr>
          <p:spPr>
            <a:xfrm>
              <a:off x="6447837" y="2687348"/>
              <a:ext cx="549892" cy="723736"/>
            </a:xfrm>
            <a:custGeom>
              <a:avLst/>
              <a:gdLst>
                <a:gd name="connsiteX0" fmla="*/ 104936 w 485675"/>
                <a:gd name="connsiteY0" fmla="*/ 49599 h 639217"/>
                <a:gd name="connsiteX1" fmla="*/ 228188 w 485675"/>
                <a:gd name="connsiteY1" fmla="*/ 397943 h 639217"/>
                <a:gd name="connsiteX2" fmla="*/ 282126 w 485675"/>
                <a:gd name="connsiteY2" fmla="*/ 492733 h 639217"/>
                <a:gd name="connsiteX3" fmla="*/ 305252 w 485675"/>
                <a:gd name="connsiteY3" fmla="*/ 523482 h 639217"/>
                <a:gd name="connsiteX4" fmla="*/ 315544 w 485675"/>
                <a:gd name="connsiteY4" fmla="*/ 533711 h 639217"/>
                <a:gd name="connsiteX5" fmla="*/ 294959 w 485675"/>
                <a:gd name="connsiteY5" fmla="*/ 533711 h 639217"/>
                <a:gd name="connsiteX6" fmla="*/ 310398 w 485675"/>
                <a:gd name="connsiteY6" fmla="*/ 513253 h 639217"/>
                <a:gd name="connsiteX7" fmla="*/ 341210 w 485675"/>
                <a:gd name="connsiteY7" fmla="*/ 456837 h 639217"/>
                <a:gd name="connsiteX8" fmla="*/ 379711 w 485675"/>
                <a:gd name="connsiteY8" fmla="*/ 308300 h 639217"/>
                <a:gd name="connsiteX9" fmla="*/ 484982 w 485675"/>
                <a:gd name="connsiteY9" fmla="*/ 308300 h 639217"/>
                <a:gd name="connsiteX10" fmla="*/ 364272 w 485675"/>
                <a:gd name="connsiteY10" fmla="*/ 613252 h 639217"/>
                <a:gd name="connsiteX11" fmla="*/ 179395 w 485675"/>
                <a:gd name="connsiteY11" fmla="*/ 528692 h 639217"/>
                <a:gd name="connsiteX12" fmla="*/ 53602 w 485675"/>
                <a:gd name="connsiteY12" fmla="*/ 267449 h 639217"/>
                <a:gd name="connsiteX13" fmla="*/ -336 w 485675"/>
                <a:gd name="connsiteY13" fmla="*/ 49726 h 639217"/>
                <a:gd name="connsiteX14" fmla="*/ 104936 w 485675"/>
                <a:gd name="connsiteY14" fmla="*/ 49726 h 6392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485675" h="639217">
                  <a:moveTo>
                    <a:pt x="104936" y="49599"/>
                  </a:moveTo>
                  <a:cubicBezTo>
                    <a:pt x="115228" y="172533"/>
                    <a:pt x="174312" y="290384"/>
                    <a:pt x="228188" y="397943"/>
                  </a:cubicBezTo>
                  <a:cubicBezTo>
                    <a:pt x="246167" y="431234"/>
                    <a:pt x="261605" y="461983"/>
                    <a:pt x="282126" y="492733"/>
                  </a:cubicBezTo>
                  <a:lnTo>
                    <a:pt x="305252" y="523482"/>
                  </a:lnTo>
                  <a:cubicBezTo>
                    <a:pt x="307793" y="528565"/>
                    <a:pt x="320626" y="536188"/>
                    <a:pt x="315544" y="533711"/>
                  </a:cubicBezTo>
                  <a:cubicBezTo>
                    <a:pt x="297564" y="541398"/>
                    <a:pt x="290131" y="541398"/>
                    <a:pt x="294959" y="533711"/>
                  </a:cubicBezTo>
                  <a:cubicBezTo>
                    <a:pt x="302647" y="528565"/>
                    <a:pt x="305252" y="521004"/>
                    <a:pt x="310398" y="513253"/>
                  </a:cubicBezTo>
                  <a:cubicBezTo>
                    <a:pt x="322596" y="495566"/>
                    <a:pt x="332951" y="476659"/>
                    <a:pt x="341210" y="456837"/>
                  </a:cubicBezTo>
                  <a:cubicBezTo>
                    <a:pt x="364145" y="410497"/>
                    <a:pt x="377233" y="359932"/>
                    <a:pt x="379711" y="308300"/>
                  </a:cubicBezTo>
                  <a:cubicBezTo>
                    <a:pt x="382252" y="241719"/>
                    <a:pt x="490129" y="241719"/>
                    <a:pt x="484982" y="308300"/>
                  </a:cubicBezTo>
                  <a:cubicBezTo>
                    <a:pt x="479837" y="410777"/>
                    <a:pt x="441336" y="541398"/>
                    <a:pt x="364272" y="613252"/>
                  </a:cubicBezTo>
                  <a:cubicBezTo>
                    <a:pt x="287208" y="685107"/>
                    <a:pt x="218149" y="590190"/>
                    <a:pt x="179395" y="528692"/>
                  </a:cubicBezTo>
                  <a:cubicBezTo>
                    <a:pt x="128061" y="446736"/>
                    <a:pt x="92102" y="357156"/>
                    <a:pt x="53602" y="267449"/>
                  </a:cubicBezTo>
                  <a:cubicBezTo>
                    <a:pt x="25185" y="197869"/>
                    <a:pt x="7014" y="124528"/>
                    <a:pt x="-336" y="49726"/>
                  </a:cubicBezTo>
                  <a:cubicBezTo>
                    <a:pt x="-5419" y="-16855"/>
                    <a:pt x="99853" y="-16855"/>
                    <a:pt x="104936" y="49726"/>
                  </a:cubicBezTo>
                  <a:close/>
                </a:path>
              </a:pathLst>
            </a:custGeom>
            <a:solidFill>
              <a:srgbClr val="FED0D6"/>
            </a:solidFill>
            <a:ln w="6346" cap="flat">
              <a:noFill/>
              <a:prstDash val="solid"/>
              <a:miter/>
            </a:ln>
          </p:spPr>
          <p:txBody>
            <a:bodyPr rtlCol="0" anchor="ctr"/>
            <a:lstStyle/>
            <a:p>
              <a:endParaRPr lang="zh-CN" altLang="en-US"/>
            </a:p>
          </p:txBody>
        </p:sp>
        <p:sp>
          <p:nvSpPr>
            <p:cNvPr id="102" name="任意多边形 44">
              <a:extLst>
                <a:ext uri="{FF2B5EF4-FFF2-40B4-BE49-F238E27FC236}">
                  <a16:creationId xmlns:a16="http://schemas.microsoft.com/office/drawing/2014/main" id="{445B09FD-B671-48A6-B3AD-4FB7043E90D1}"/>
                </a:ext>
              </a:extLst>
            </p:cNvPr>
            <p:cNvSpPr/>
            <p:nvPr/>
          </p:nvSpPr>
          <p:spPr>
            <a:xfrm>
              <a:off x="6450484" y="2821356"/>
              <a:ext cx="595677" cy="626971"/>
            </a:xfrm>
            <a:custGeom>
              <a:avLst/>
              <a:gdLst>
                <a:gd name="connsiteX0" fmla="*/ 391667 w 526113"/>
                <a:gd name="connsiteY0" fmla="*/ 53983 h 553753"/>
                <a:gd name="connsiteX1" fmla="*/ 525083 w 526113"/>
                <a:gd name="connsiteY1" fmla="*/ 215734 h 553753"/>
                <a:gd name="connsiteX2" fmla="*/ 273815 w 526113"/>
                <a:gd name="connsiteY2" fmla="*/ 552135 h 553753"/>
                <a:gd name="connsiteX3" fmla="*/ -514 w 526113"/>
                <a:gd name="connsiteY3" fmla="*/ 53983 h 553753"/>
                <a:gd name="connsiteX4" fmla="*/ 137540 w 526113"/>
                <a:gd name="connsiteY4" fmla="*/ -210 h 553753"/>
                <a:gd name="connsiteX5" fmla="*/ 299037 w 526113"/>
                <a:gd name="connsiteY5" fmla="*/ 364398 h 553753"/>
                <a:gd name="connsiteX6" fmla="*/ 391667 w 526113"/>
                <a:gd name="connsiteY6" fmla="*/ 53983 h 5537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526113" h="553753">
                  <a:moveTo>
                    <a:pt x="391667" y="53983"/>
                  </a:moveTo>
                  <a:cubicBezTo>
                    <a:pt x="391667" y="53983"/>
                    <a:pt x="535248" y="69357"/>
                    <a:pt x="525083" y="215734"/>
                  </a:cubicBezTo>
                  <a:cubicBezTo>
                    <a:pt x="514791" y="364653"/>
                    <a:pt x="391667" y="572656"/>
                    <a:pt x="273815" y="552135"/>
                  </a:cubicBezTo>
                  <a:cubicBezTo>
                    <a:pt x="155837" y="529009"/>
                    <a:pt x="27630" y="187463"/>
                    <a:pt x="-514" y="53983"/>
                  </a:cubicBezTo>
                  <a:lnTo>
                    <a:pt x="137540" y="-210"/>
                  </a:lnTo>
                  <a:cubicBezTo>
                    <a:pt x="137540" y="-210"/>
                    <a:pt x="275975" y="356711"/>
                    <a:pt x="299037" y="364398"/>
                  </a:cubicBezTo>
                  <a:lnTo>
                    <a:pt x="391667" y="53983"/>
                  </a:lnTo>
                  <a:close/>
                </a:path>
              </a:pathLst>
            </a:custGeom>
            <a:solidFill>
              <a:srgbClr val="434CC0"/>
            </a:solidFill>
            <a:ln w="6346" cap="flat">
              <a:noFill/>
              <a:prstDash val="solid"/>
              <a:miter/>
            </a:ln>
          </p:spPr>
          <p:txBody>
            <a:bodyPr rtlCol="0" anchor="ctr"/>
            <a:lstStyle/>
            <a:p>
              <a:endParaRPr lang="zh-CN" altLang="en-US"/>
            </a:p>
          </p:txBody>
        </p:sp>
        <p:sp>
          <p:nvSpPr>
            <p:cNvPr id="103" name="任意多边形 45">
              <a:extLst>
                <a:ext uri="{FF2B5EF4-FFF2-40B4-BE49-F238E27FC236}">
                  <a16:creationId xmlns:a16="http://schemas.microsoft.com/office/drawing/2014/main" id="{2EC49148-3333-4B03-9518-4BC048042457}"/>
                </a:ext>
              </a:extLst>
            </p:cNvPr>
            <p:cNvSpPr/>
            <p:nvPr/>
          </p:nvSpPr>
          <p:spPr>
            <a:xfrm>
              <a:off x="8263601" y="2004798"/>
              <a:ext cx="273214" cy="237195"/>
            </a:xfrm>
            <a:custGeom>
              <a:avLst/>
              <a:gdLst>
                <a:gd name="connsiteX0" fmla="*/ -513 w 241308"/>
                <a:gd name="connsiteY0" fmla="*/ 130082 h 209495"/>
                <a:gd name="connsiteX1" fmla="*/ 215813 w 241308"/>
                <a:gd name="connsiteY1" fmla="*/ 56513 h 209495"/>
                <a:gd name="connsiteX2" fmla="*/ 122294 w 241308"/>
                <a:gd name="connsiteY2" fmla="*/ 208608 h 209495"/>
                <a:gd name="connsiteX3" fmla="*/ 21470 w 241308"/>
                <a:gd name="connsiteY3" fmla="*/ 130972 h 209495"/>
              </a:gdLst>
              <a:ahLst/>
              <a:cxnLst>
                <a:cxn ang="0">
                  <a:pos x="connsiteX0" y="connsiteY0"/>
                </a:cxn>
                <a:cxn ang="0">
                  <a:pos x="connsiteX1" y="connsiteY1"/>
                </a:cxn>
                <a:cxn ang="0">
                  <a:pos x="connsiteX2" y="connsiteY2"/>
                </a:cxn>
                <a:cxn ang="0">
                  <a:pos x="connsiteX3" y="connsiteY3"/>
                </a:cxn>
              </a:cxnLst>
              <a:rect l="l" t="t" r="r" b="b"/>
              <a:pathLst>
                <a:path w="241308" h="209495">
                  <a:moveTo>
                    <a:pt x="-513" y="130082"/>
                  </a:moveTo>
                  <a:cubicBezTo>
                    <a:pt x="-1084" y="1177"/>
                    <a:pt x="150439" y="-48188"/>
                    <a:pt x="215813" y="56513"/>
                  </a:cubicBezTo>
                  <a:cubicBezTo>
                    <a:pt x="281187" y="161213"/>
                    <a:pt x="207046" y="216104"/>
                    <a:pt x="122294" y="208608"/>
                  </a:cubicBezTo>
                  <a:cubicBezTo>
                    <a:pt x="37543" y="201111"/>
                    <a:pt x="21470" y="130972"/>
                    <a:pt x="21470" y="130972"/>
                  </a:cubicBezTo>
                  <a:close/>
                </a:path>
              </a:pathLst>
            </a:custGeom>
            <a:solidFill>
              <a:srgbClr val="981D04"/>
            </a:solidFill>
            <a:ln w="6346" cap="flat">
              <a:noFill/>
              <a:prstDash val="solid"/>
              <a:miter/>
            </a:ln>
          </p:spPr>
          <p:txBody>
            <a:bodyPr rtlCol="0" anchor="ctr"/>
            <a:lstStyle/>
            <a:p>
              <a:endParaRPr lang="zh-CN" altLang="en-US"/>
            </a:p>
          </p:txBody>
        </p:sp>
        <p:sp>
          <p:nvSpPr>
            <p:cNvPr id="104" name="任意多边形 46">
              <a:extLst>
                <a:ext uri="{FF2B5EF4-FFF2-40B4-BE49-F238E27FC236}">
                  <a16:creationId xmlns:a16="http://schemas.microsoft.com/office/drawing/2014/main" id="{EAE871DD-7983-4B2F-B9DE-5DAC59F4F2B0}"/>
                </a:ext>
              </a:extLst>
            </p:cNvPr>
            <p:cNvSpPr/>
            <p:nvPr/>
          </p:nvSpPr>
          <p:spPr>
            <a:xfrm>
              <a:off x="8197929" y="2105151"/>
              <a:ext cx="197911" cy="239513"/>
            </a:xfrm>
            <a:custGeom>
              <a:avLst/>
              <a:gdLst>
                <a:gd name="connsiteX0" fmla="*/ -514 w 174799"/>
                <a:gd name="connsiteY0" fmla="*/ 24739 h 211542"/>
                <a:gd name="connsiteX1" fmla="*/ 166701 w 174799"/>
                <a:gd name="connsiteY1" fmla="*/ 92020 h 211542"/>
                <a:gd name="connsiteX2" fmla="*/ 160348 w 174799"/>
                <a:gd name="connsiteY2" fmla="*/ 211332 h 211542"/>
              </a:gdLst>
              <a:ahLst/>
              <a:cxnLst>
                <a:cxn ang="0">
                  <a:pos x="connsiteX0" y="connsiteY0"/>
                </a:cxn>
                <a:cxn ang="0">
                  <a:pos x="connsiteX1" y="connsiteY1"/>
                </a:cxn>
                <a:cxn ang="0">
                  <a:pos x="connsiteX2" y="connsiteY2"/>
                </a:cxn>
              </a:cxnLst>
              <a:rect l="l" t="t" r="r" b="b"/>
              <a:pathLst>
                <a:path w="174799" h="211542">
                  <a:moveTo>
                    <a:pt x="-514" y="24739"/>
                  </a:moveTo>
                  <a:cubicBezTo>
                    <a:pt x="35890" y="-41461"/>
                    <a:pt x="146498" y="39161"/>
                    <a:pt x="166701" y="92020"/>
                  </a:cubicBezTo>
                  <a:cubicBezTo>
                    <a:pt x="186904" y="144878"/>
                    <a:pt x="160348" y="211332"/>
                    <a:pt x="160348" y="211332"/>
                  </a:cubicBezTo>
                  <a:close/>
                </a:path>
              </a:pathLst>
            </a:custGeom>
            <a:solidFill>
              <a:srgbClr val="F93F57"/>
            </a:solidFill>
            <a:ln w="6346" cap="flat">
              <a:noFill/>
              <a:prstDash val="solid"/>
              <a:miter/>
            </a:ln>
          </p:spPr>
          <p:txBody>
            <a:bodyPr rtlCol="0" anchor="ctr"/>
            <a:lstStyle/>
            <a:p>
              <a:endParaRPr lang="zh-CN" altLang="en-US"/>
            </a:p>
          </p:txBody>
        </p:sp>
        <p:sp>
          <p:nvSpPr>
            <p:cNvPr id="105" name="任意多边形 47">
              <a:extLst>
                <a:ext uri="{FF2B5EF4-FFF2-40B4-BE49-F238E27FC236}">
                  <a16:creationId xmlns:a16="http://schemas.microsoft.com/office/drawing/2014/main" id="{C7041BE2-FD0B-4EC3-842A-F510474C372C}"/>
                </a:ext>
              </a:extLst>
            </p:cNvPr>
            <p:cNvSpPr/>
            <p:nvPr/>
          </p:nvSpPr>
          <p:spPr>
            <a:xfrm>
              <a:off x="7774250" y="2086348"/>
              <a:ext cx="652587" cy="579300"/>
            </a:xfrm>
            <a:custGeom>
              <a:avLst/>
              <a:gdLst>
                <a:gd name="connsiteX0" fmla="*/ -514 w 576377"/>
                <a:gd name="connsiteY0" fmla="*/ 291788 h 511649"/>
                <a:gd name="connsiteX1" fmla="*/ 355898 w 576377"/>
                <a:gd name="connsiteY1" fmla="*/ 7992 h 511649"/>
                <a:gd name="connsiteX2" fmla="*/ 556976 w 576377"/>
                <a:gd name="connsiteY2" fmla="*/ 175842 h 511649"/>
                <a:gd name="connsiteX3" fmla="*/ 473114 w 576377"/>
                <a:gd name="connsiteY3" fmla="*/ 482701 h 511649"/>
                <a:gd name="connsiteX4" fmla="*/ -514 w 576377"/>
                <a:gd name="connsiteY4" fmla="*/ 291661 h 51164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76377" h="511649">
                  <a:moveTo>
                    <a:pt x="-514" y="291788"/>
                  </a:moveTo>
                  <a:cubicBezTo>
                    <a:pt x="10667" y="33341"/>
                    <a:pt x="203739" y="-24473"/>
                    <a:pt x="355898" y="7992"/>
                  </a:cubicBezTo>
                  <a:cubicBezTo>
                    <a:pt x="508056" y="40456"/>
                    <a:pt x="556976" y="175842"/>
                    <a:pt x="556976" y="175842"/>
                  </a:cubicBezTo>
                  <a:cubicBezTo>
                    <a:pt x="556976" y="175842"/>
                    <a:pt x="635247" y="359195"/>
                    <a:pt x="473114" y="482701"/>
                  </a:cubicBezTo>
                  <a:cubicBezTo>
                    <a:pt x="310981" y="606206"/>
                    <a:pt x="-514" y="291661"/>
                    <a:pt x="-514" y="291661"/>
                  </a:cubicBezTo>
                  <a:close/>
                </a:path>
              </a:pathLst>
            </a:custGeom>
            <a:solidFill>
              <a:srgbClr val="981D04"/>
            </a:solidFill>
            <a:ln w="6346" cap="flat">
              <a:noFill/>
              <a:prstDash val="solid"/>
              <a:miter/>
            </a:ln>
          </p:spPr>
          <p:txBody>
            <a:bodyPr rtlCol="0" anchor="ctr"/>
            <a:lstStyle/>
            <a:p>
              <a:endParaRPr lang="zh-CN" altLang="en-US"/>
            </a:p>
          </p:txBody>
        </p:sp>
        <p:sp>
          <p:nvSpPr>
            <p:cNvPr id="106" name="任意多边形 48">
              <a:extLst>
                <a:ext uri="{FF2B5EF4-FFF2-40B4-BE49-F238E27FC236}">
                  <a16:creationId xmlns:a16="http://schemas.microsoft.com/office/drawing/2014/main" id="{2A248F19-9EC1-4FB0-B410-BD97EDCEBE73}"/>
                </a:ext>
              </a:extLst>
            </p:cNvPr>
            <p:cNvSpPr/>
            <p:nvPr/>
          </p:nvSpPr>
          <p:spPr>
            <a:xfrm>
              <a:off x="7926027" y="2682959"/>
              <a:ext cx="248884" cy="276290"/>
            </a:xfrm>
            <a:custGeom>
              <a:avLst/>
              <a:gdLst>
                <a:gd name="connsiteX0" fmla="*/ 109395 w 219819"/>
                <a:gd name="connsiteY0" fmla="*/ 243815 h 244025"/>
                <a:gd name="connsiteX1" fmla="*/ 109395 w 219819"/>
                <a:gd name="connsiteY1" fmla="*/ 243815 h 244025"/>
                <a:gd name="connsiteX2" fmla="*/ -514 w 219819"/>
                <a:gd name="connsiteY2" fmla="*/ 160906 h 244025"/>
                <a:gd name="connsiteX3" fmla="*/ -514 w 219819"/>
                <a:gd name="connsiteY3" fmla="*/ -210 h 244025"/>
                <a:gd name="connsiteX4" fmla="*/ 219305 w 219819"/>
                <a:gd name="connsiteY4" fmla="*/ -210 h 244025"/>
                <a:gd name="connsiteX5" fmla="*/ 219305 w 219819"/>
                <a:gd name="connsiteY5" fmla="*/ 160017 h 244025"/>
                <a:gd name="connsiteX6" fmla="*/ 110602 w 219819"/>
                <a:gd name="connsiteY6" fmla="*/ 243815 h 2440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19819" h="244025">
                  <a:moveTo>
                    <a:pt x="109395" y="243815"/>
                  </a:moveTo>
                  <a:lnTo>
                    <a:pt x="109395" y="243815"/>
                  </a:lnTo>
                  <a:cubicBezTo>
                    <a:pt x="48976" y="243815"/>
                    <a:pt x="-197" y="206967"/>
                    <a:pt x="-514" y="160906"/>
                  </a:cubicBezTo>
                  <a:lnTo>
                    <a:pt x="-514" y="-210"/>
                  </a:lnTo>
                  <a:lnTo>
                    <a:pt x="219305" y="-210"/>
                  </a:lnTo>
                  <a:lnTo>
                    <a:pt x="219305" y="160017"/>
                  </a:lnTo>
                  <a:cubicBezTo>
                    <a:pt x="219305" y="206014"/>
                    <a:pt x="170958" y="243498"/>
                    <a:pt x="110602" y="243815"/>
                  </a:cubicBezTo>
                  <a:close/>
                </a:path>
              </a:pathLst>
            </a:custGeom>
            <a:solidFill>
              <a:srgbClr val="FF93B1"/>
            </a:solidFill>
            <a:ln w="6346" cap="flat">
              <a:noFill/>
              <a:prstDash val="solid"/>
              <a:miter/>
            </a:ln>
          </p:spPr>
          <p:txBody>
            <a:bodyPr rtlCol="0" anchor="ctr"/>
            <a:lstStyle/>
            <a:p>
              <a:endParaRPr lang="zh-CN" altLang="en-US"/>
            </a:p>
          </p:txBody>
        </p:sp>
        <p:sp>
          <p:nvSpPr>
            <p:cNvPr id="107" name="任意多边形 49">
              <a:extLst>
                <a:ext uri="{FF2B5EF4-FFF2-40B4-BE49-F238E27FC236}">
                  <a16:creationId xmlns:a16="http://schemas.microsoft.com/office/drawing/2014/main" id="{23F03EC5-4622-4B36-8CBF-E84FF25BDD29}"/>
                </a:ext>
              </a:extLst>
            </p:cNvPr>
            <p:cNvSpPr/>
            <p:nvPr/>
          </p:nvSpPr>
          <p:spPr>
            <a:xfrm>
              <a:off x="7730087" y="2415564"/>
              <a:ext cx="132524" cy="169000"/>
            </a:xfrm>
            <a:custGeom>
              <a:avLst/>
              <a:gdLst>
                <a:gd name="connsiteX0" fmla="*/ 93764 w 117048"/>
                <a:gd name="connsiteY0" fmla="*/ 41043 h 149264"/>
                <a:gd name="connsiteX1" fmla="*/ 1072 w 117048"/>
                <a:gd name="connsiteY1" fmla="*/ 45490 h 149264"/>
                <a:gd name="connsiteX2" fmla="*/ 95670 w 117048"/>
                <a:gd name="connsiteY2" fmla="*/ 138183 h 149264"/>
                <a:gd name="connsiteX3" fmla="*/ 93764 w 117048"/>
                <a:gd name="connsiteY3" fmla="*/ 41043 h 149264"/>
              </a:gdLst>
              <a:ahLst/>
              <a:cxnLst>
                <a:cxn ang="0">
                  <a:pos x="connsiteX0" y="connsiteY0"/>
                </a:cxn>
                <a:cxn ang="0">
                  <a:pos x="connsiteX1" y="connsiteY1"/>
                </a:cxn>
                <a:cxn ang="0">
                  <a:pos x="connsiteX2" y="connsiteY2"/>
                </a:cxn>
                <a:cxn ang="0">
                  <a:pos x="connsiteX3" y="connsiteY3"/>
                </a:cxn>
              </a:cxnLst>
              <a:rect l="l" t="t" r="r" b="b"/>
              <a:pathLst>
                <a:path w="117048" h="149264">
                  <a:moveTo>
                    <a:pt x="93764" y="41043"/>
                  </a:moveTo>
                  <a:cubicBezTo>
                    <a:pt x="64540" y="-28842"/>
                    <a:pt x="9394" y="2098"/>
                    <a:pt x="1072" y="45490"/>
                  </a:cubicBezTo>
                  <a:cubicBezTo>
                    <a:pt x="-10936" y="108450"/>
                    <a:pt x="47640" y="175857"/>
                    <a:pt x="95670" y="138183"/>
                  </a:cubicBezTo>
                  <a:cubicBezTo>
                    <a:pt x="143700" y="100509"/>
                    <a:pt x="93764" y="41043"/>
                    <a:pt x="93764" y="41043"/>
                  </a:cubicBezTo>
                  <a:close/>
                </a:path>
              </a:pathLst>
            </a:custGeom>
            <a:solidFill>
              <a:srgbClr val="FED0D6"/>
            </a:solidFill>
            <a:ln w="6346" cap="flat">
              <a:noFill/>
              <a:prstDash val="solid"/>
              <a:miter/>
            </a:ln>
          </p:spPr>
          <p:txBody>
            <a:bodyPr rtlCol="0" anchor="ctr"/>
            <a:lstStyle/>
            <a:p>
              <a:endParaRPr lang="zh-CN" altLang="en-US"/>
            </a:p>
          </p:txBody>
        </p:sp>
        <p:sp>
          <p:nvSpPr>
            <p:cNvPr id="108" name="任意多边形 50">
              <a:extLst>
                <a:ext uri="{FF2B5EF4-FFF2-40B4-BE49-F238E27FC236}">
                  <a16:creationId xmlns:a16="http://schemas.microsoft.com/office/drawing/2014/main" id="{289B9639-284D-41FC-9B0A-1DABB12E6BBB}"/>
                </a:ext>
              </a:extLst>
            </p:cNvPr>
            <p:cNvSpPr/>
            <p:nvPr/>
          </p:nvSpPr>
          <p:spPr>
            <a:xfrm>
              <a:off x="8248927" y="2523567"/>
              <a:ext cx="148402" cy="155616"/>
            </a:xfrm>
            <a:custGeom>
              <a:avLst/>
              <a:gdLst>
                <a:gd name="connsiteX0" fmla="*/ 44850 w 131071"/>
                <a:gd name="connsiteY0" fmla="*/ 23606 h 137443"/>
                <a:gd name="connsiteX1" fmla="*/ 129474 w 131071"/>
                <a:gd name="connsiteY1" fmla="*/ 61725 h 137443"/>
                <a:gd name="connsiteX2" fmla="*/ 7430 w 131071"/>
                <a:gd name="connsiteY2" fmla="*/ 113122 h 137443"/>
                <a:gd name="connsiteX3" fmla="*/ 44850 w 131071"/>
                <a:gd name="connsiteY3" fmla="*/ 23479 h 137443"/>
              </a:gdLst>
              <a:ahLst/>
              <a:cxnLst>
                <a:cxn ang="0">
                  <a:pos x="connsiteX0" y="connsiteY0"/>
                </a:cxn>
                <a:cxn ang="0">
                  <a:pos x="connsiteX1" y="connsiteY1"/>
                </a:cxn>
                <a:cxn ang="0">
                  <a:pos x="connsiteX2" y="connsiteY2"/>
                </a:cxn>
                <a:cxn ang="0">
                  <a:pos x="connsiteX3" y="connsiteY3"/>
                </a:cxn>
              </a:cxnLst>
              <a:rect l="l" t="t" r="r" b="b"/>
              <a:pathLst>
                <a:path w="131071" h="137443">
                  <a:moveTo>
                    <a:pt x="44850" y="23606"/>
                  </a:moveTo>
                  <a:cubicBezTo>
                    <a:pt x="97708" y="-30396"/>
                    <a:pt x="137734" y="18397"/>
                    <a:pt x="129474" y="61725"/>
                  </a:cubicBezTo>
                  <a:cubicBezTo>
                    <a:pt x="117466" y="124685"/>
                    <a:pt x="38115" y="165790"/>
                    <a:pt x="7430" y="113122"/>
                  </a:cubicBezTo>
                  <a:cubicBezTo>
                    <a:pt x="-23256" y="60455"/>
                    <a:pt x="44850" y="23479"/>
                    <a:pt x="44850" y="23479"/>
                  </a:cubicBezTo>
                  <a:close/>
                </a:path>
              </a:pathLst>
            </a:custGeom>
            <a:solidFill>
              <a:srgbClr val="FED0D6"/>
            </a:solidFill>
            <a:ln w="6346" cap="flat">
              <a:noFill/>
              <a:prstDash val="solid"/>
              <a:miter/>
            </a:ln>
          </p:spPr>
          <p:txBody>
            <a:bodyPr rtlCol="0" anchor="ctr"/>
            <a:lstStyle/>
            <a:p>
              <a:endParaRPr lang="zh-CN" altLang="en-US"/>
            </a:p>
          </p:txBody>
        </p:sp>
        <p:sp>
          <p:nvSpPr>
            <p:cNvPr id="109" name="任意多边形 51">
              <a:extLst>
                <a:ext uri="{FF2B5EF4-FFF2-40B4-BE49-F238E27FC236}">
                  <a16:creationId xmlns:a16="http://schemas.microsoft.com/office/drawing/2014/main" id="{66A6E4C4-3812-458A-B031-C155039962C1}"/>
                </a:ext>
              </a:extLst>
            </p:cNvPr>
            <p:cNvSpPr/>
            <p:nvPr/>
          </p:nvSpPr>
          <p:spPr>
            <a:xfrm>
              <a:off x="7809723" y="2240589"/>
              <a:ext cx="532212" cy="546181"/>
            </a:xfrm>
            <a:custGeom>
              <a:avLst/>
              <a:gdLst>
                <a:gd name="connsiteX0" fmla="*/ 180923 w 470060"/>
                <a:gd name="connsiteY0" fmla="*/ 478301 h 482397"/>
                <a:gd name="connsiteX1" fmla="*/ 29463 w 470060"/>
                <a:gd name="connsiteY1" fmla="*/ 77479 h 482397"/>
                <a:gd name="connsiteX2" fmla="*/ 469484 w 470060"/>
                <a:gd name="connsiteY2" fmla="*/ 161341 h 482397"/>
                <a:gd name="connsiteX3" fmla="*/ 180923 w 470060"/>
                <a:gd name="connsiteY3" fmla="*/ 478301 h 482397"/>
              </a:gdLst>
              <a:ahLst/>
              <a:cxnLst>
                <a:cxn ang="0">
                  <a:pos x="connsiteX0" y="connsiteY0"/>
                </a:cxn>
                <a:cxn ang="0">
                  <a:pos x="connsiteX1" y="connsiteY1"/>
                </a:cxn>
                <a:cxn ang="0">
                  <a:pos x="connsiteX2" y="connsiteY2"/>
                </a:cxn>
                <a:cxn ang="0">
                  <a:pos x="connsiteX3" y="connsiteY3"/>
                </a:cxn>
              </a:cxnLst>
              <a:rect l="l" t="t" r="r" b="b"/>
              <a:pathLst>
                <a:path w="470060" h="482397">
                  <a:moveTo>
                    <a:pt x="180923" y="478301"/>
                  </a:moveTo>
                  <a:cubicBezTo>
                    <a:pt x="19045" y="447488"/>
                    <a:pt x="-42962" y="252065"/>
                    <a:pt x="29463" y="77479"/>
                  </a:cubicBezTo>
                  <a:cubicBezTo>
                    <a:pt x="89247" y="-66293"/>
                    <a:pt x="466880" y="5688"/>
                    <a:pt x="469484" y="161341"/>
                  </a:cubicBezTo>
                  <a:cubicBezTo>
                    <a:pt x="472788" y="350348"/>
                    <a:pt x="342929" y="509304"/>
                    <a:pt x="180923" y="478301"/>
                  </a:cubicBezTo>
                  <a:close/>
                </a:path>
              </a:pathLst>
            </a:custGeom>
            <a:solidFill>
              <a:srgbClr val="FED0D6"/>
            </a:solidFill>
            <a:ln w="6346" cap="flat">
              <a:noFill/>
              <a:prstDash val="solid"/>
              <a:miter/>
            </a:ln>
          </p:spPr>
          <p:txBody>
            <a:bodyPr rtlCol="0" anchor="ctr"/>
            <a:lstStyle/>
            <a:p>
              <a:endParaRPr lang="zh-CN" altLang="en-US"/>
            </a:p>
          </p:txBody>
        </p:sp>
        <p:sp>
          <p:nvSpPr>
            <p:cNvPr id="110" name="任意多边形 52">
              <a:extLst>
                <a:ext uri="{FF2B5EF4-FFF2-40B4-BE49-F238E27FC236}">
                  <a16:creationId xmlns:a16="http://schemas.microsoft.com/office/drawing/2014/main" id="{32C69F0A-B0A3-40A1-BEB5-0B38F31BFDED}"/>
                </a:ext>
              </a:extLst>
            </p:cNvPr>
            <p:cNvSpPr/>
            <p:nvPr/>
          </p:nvSpPr>
          <p:spPr>
            <a:xfrm>
              <a:off x="7789201" y="2165401"/>
              <a:ext cx="375782" cy="560573"/>
            </a:xfrm>
            <a:custGeom>
              <a:avLst/>
              <a:gdLst>
                <a:gd name="connsiteX0" fmla="*/ 331384 w 331898"/>
                <a:gd name="connsiteY0" fmla="*/ 36709 h 495109"/>
                <a:gd name="connsiteX1" fmla="*/ 61184 w 331898"/>
                <a:gd name="connsiteY1" fmla="*/ 494899 h 495109"/>
                <a:gd name="connsiteX2" fmla="*/ 61184 w 331898"/>
                <a:gd name="connsiteY2" fmla="*/ 494899 h 495109"/>
                <a:gd name="connsiteX3" fmla="*/ 42633 w 331898"/>
                <a:gd name="connsiteY3" fmla="*/ 73430 h 495109"/>
                <a:gd name="connsiteX4" fmla="*/ 331384 w 331898"/>
                <a:gd name="connsiteY4" fmla="*/ 36709 h 49510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31898" h="495109">
                  <a:moveTo>
                    <a:pt x="331384" y="36709"/>
                  </a:moveTo>
                  <a:cubicBezTo>
                    <a:pt x="45491" y="74002"/>
                    <a:pt x="40409" y="335308"/>
                    <a:pt x="61184" y="494899"/>
                  </a:cubicBezTo>
                  <a:lnTo>
                    <a:pt x="61184" y="494899"/>
                  </a:lnTo>
                  <a:cubicBezTo>
                    <a:pt x="61184" y="494899"/>
                    <a:pt x="-64292" y="213962"/>
                    <a:pt x="42633" y="73430"/>
                  </a:cubicBezTo>
                  <a:cubicBezTo>
                    <a:pt x="149556" y="-67102"/>
                    <a:pt x="331384" y="36709"/>
                    <a:pt x="331384" y="36709"/>
                  </a:cubicBezTo>
                  <a:close/>
                </a:path>
              </a:pathLst>
            </a:custGeom>
            <a:solidFill>
              <a:srgbClr val="981D04"/>
            </a:solidFill>
            <a:ln w="6346" cap="flat">
              <a:noFill/>
              <a:prstDash val="solid"/>
              <a:miter/>
            </a:ln>
          </p:spPr>
          <p:txBody>
            <a:bodyPr rtlCol="0" anchor="ctr"/>
            <a:lstStyle/>
            <a:p>
              <a:endParaRPr lang="zh-CN" altLang="en-US"/>
            </a:p>
          </p:txBody>
        </p:sp>
        <p:sp>
          <p:nvSpPr>
            <p:cNvPr id="111" name="任意多边形 53">
              <a:extLst>
                <a:ext uri="{FF2B5EF4-FFF2-40B4-BE49-F238E27FC236}">
                  <a16:creationId xmlns:a16="http://schemas.microsoft.com/office/drawing/2014/main" id="{8AC0F992-EA1B-4CC1-81D4-F6BAC0C13B29}"/>
                </a:ext>
              </a:extLst>
            </p:cNvPr>
            <p:cNvSpPr/>
            <p:nvPr/>
          </p:nvSpPr>
          <p:spPr>
            <a:xfrm>
              <a:off x="7703109" y="2838260"/>
              <a:ext cx="683282" cy="765140"/>
            </a:xfrm>
            <a:custGeom>
              <a:avLst/>
              <a:gdLst>
                <a:gd name="connsiteX0" fmla="*/ 602973 w 603487"/>
                <a:gd name="connsiteY0" fmla="*/ 61225 h 675786"/>
                <a:gd name="connsiteX1" fmla="*/ 415491 w 603487"/>
                <a:gd name="connsiteY1" fmla="*/ -210 h 675786"/>
                <a:gd name="connsiteX2" fmla="*/ 302532 w 603487"/>
                <a:gd name="connsiteY2" fmla="*/ 86828 h 675786"/>
                <a:gd name="connsiteX3" fmla="*/ 299927 w 603487"/>
                <a:gd name="connsiteY3" fmla="*/ 86828 h 675786"/>
                <a:gd name="connsiteX4" fmla="*/ 197260 w 603487"/>
                <a:gd name="connsiteY4" fmla="*/ -210 h 675786"/>
                <a:gd name="connsiteX5" fmla="*/ -514 w 603487"/>
                <a:gd name="connsiteY5" fmla="*/ 61225 h 675786"/>
                <a:gd name="connsiteX6" fmla="*/ 24898 w 603487"/>
                <a:gd name="connsiteY6" fmla="*/ 268529 h 675786"/>
                <a:gd name="connsiteX7" fmla="*/ 50311 w 603487"/>
                <a:gd name="connsiteY7" fmla="*/ 406774 h 675786"/>
                <a:gd name="connsiteX8" fmla="*/ 88811 w 603487"/>
                <a:gd name="connsiteY8" fmla="*/ 675577 h 675786"/>
                <a:gd name="connsiteX9" fmla="*/ 512504 w 603487"/>
                <a:gd name="connsiteY9" fmla="*/ 675577 h 675786"/>
                <a:gd name="connsiteX10" fmla="*/ 553609 w 603487"/>
                <a:gd name="connsiteY10" fmla="*/ 406774 h 675786"/>
                <a:gd name="connsiteX11" fmla="*/ 576735 w 603487"/>
                <a:gd name="connsiteY11" fmla="*/ 268529 h 675786"/>
                <a:gd name="connsiteX12" fmla="*/ 602147 w 603487"/>
                <a:gd name="connsiteY12" fmla="*/ 61225 h 67578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603487" h="675786">
                  <a:moveTo>
                    <a:pt x="602973" y="61225"/>
                  </a:moveTo>
                  <a:lnTo>
                    <a:pt x="415491" y="-210"/>
                  </a:lnTo>
                  <a:cubicBezTo>
                    <a:pt x="400116" y="66308"/>
                    <a:pt x="315365" y="86828"/>
                    <a:pt x="302532" y="86828"/>
                  </a:cubicBezTo>
                  <a:lnTo>
                    <a:pt x="299927" y="86828"/>
                  </a:lnTo>
                  <a:cubicBezTo>
                    <a:pt x="287220" y="86828"/>
                    <a:pt x="212634" y="66308"/>
                    <a:pt x="197260" y="-210"/>
                  </a:cubicBezTo>
                  <a:lnTo>
                    <a:pt x="-514" y="61225"/>
                  </a:lnTo>
                  <a:lnTo>
                    <a:pt x="24898" y="268529"/>
                  </a:lnTo>
                  <a:cubicBezTo>
                    <a:pt x="24898" y="268529"/>
                    <a:pt x="9460" y="347880"/>
                    <a:pt x="50311" y="406774"/>
                  </a:cubicBezTo>
                  <a:cubicBezTo>
                    <a:pt x="88811" y="463063"/>
                    <a:pt x="88811" y="675577"/>
                    <a:pt x="88811" y="675577"/>
                  </a:cubicBezTo>
                  <a:lnTo>
                    <a:pt x="512504" y="675577"/>
                  </a:lnTo>
                  <a:cubicBezTo>
                    <a:pt x="512504" y="675577"/>
                    <a:pt x="512504" y="463063"/>
                    <a:pt x="553609" y="406774"/>
                  </a:cubicBezTo>
                  <a:cubicBezTo>
                    <a:pt x="592109" y="347880"/>
                    <a:pt x="576735" y="268529"/>
                    <a:pt x="576735" y="268529"/>
                  </a:cubicBezTo>
                  <a:lnTo>
                    <a:pt x="602147" y="61225"/>
                  </a:lnTo>
                  <a:close/>
                </a:path>
              </a:pathLst>
            </a:custGeom>
            <a:solidFill>
              <a:srgbClr val="F93F57"/>
            </a:solidFill>
            <a:ln w="6346" cap="flat">
              <a:noFill/>
              <a:prstDash val="solid"/>
              <a:miter/>
            </a:ln>
          </p:spPr>
          <p:txBody>
            <a:bodyPr rtlCol="0" anchor="ctr"/>
            <a:lstStyle/>
            <a:p>
              <a:endParaRPr lang="zh-CN" altLang="en-US"/>
            </a:p>
          </p:txBody>
        </p:sp>
        <p:sp>
          <p:nvSpPr>
            <p:cNvPr id="112" name="任意多边形 54">
              <a:extLst>
                <a:ext uri="{FF2B5EF4-FFF2-40B4-BE49-F238E27FC236}">
                  <a16:creationId xmlns:a16="http://schemas.microsoft.com/office/drawing/2014/main" id="{2F2F30B7-A8BD-4DF4-BDE2-DF9F5595A908}"/>
                </a:ext>
              </a:extLst>
            </p:cNvPr>
            <p:cNvSpPr/>
            <p:nvPr/>
          </p:nvSpPr>
          <p:spPr>
            <a:xfrm>
              <a:off x="7668222" y="2246131"/>
              <a:ext cx="203061" cy="147805"/>
            </a:xfrm>
            <a:custGeom>
              <a:avLst/>
              <a:gdLst>
                <a:gd name="connsiteX0" fmla="*/ -514 w 179347"/>
                <a:gd name="connsiteY0" fmla="*/ 71186 h 130544"/>
                <a:gd name="connsiteX1" fmla="*/ 171784 w 179347"/>
                <a:gd name="connsiteY1" fmla="*/ 4287 h 130544"/>
                <a:gd name="connsiteX2" fmla="*/ 43195 w 179347"/>
                <a:gd name="connsiteY2" fmla="*/ 130334 h 130544"/>
                <a:gd name="connsiteX3" fmla="*/ -514 w 179347"/>
                <a:gd name="connsiteY3" fmla="*/ 71186 h 130544"/>
              </a:gdLst>
              <a:ahLst/>
              <a:cxnLst>
                <a:cxn ang="0">
                  <a:pos x="connsiteX0" y="connsiteY0"/>
                </a:cxn>
                <a:cxn ang="0">
                  <a:pos x="connsiteX1" y="connsiteY1"/>
                </a:cxn>
                <a:cxn ang="0">
                  <a:pos x="connsiteX2" y="connsiteY2"/>
                </a:cxn>
                <a:cxn ang="0">
                  <a:pos x="connsiteX3" y="connsiteY3"/>
                </a:cxn>
              </a:cxnLst>
              <a:rect l="l" t="t" r="r" b="b"/>
              <a:pathLst>
                <a:path w="179347" h="130544">
                  <a:moveTo>
                    <a:pt x="-514" y="71186"/>
                  </a:moveTo>
                  <a:cubicBezTo>
                    <a:pt x="-514" y="71186"/>
                    <a:pt x="146053" y="-21379"/>
                    <a:pt x="171784" y="4287"/>
                  </a:cubicBezTo>
                  <a:cubicBezTo>
                    <a:pt x="197196" y="27477"/>
                    <a:pt x="153804" y="73728"/>
                    <a:pt x="43195" y="130334"/>
                  </a:cubicBezTo>
                  <a:lnTo>
                    <a:pt x="-514" y="71186"/>
                  </a:lnTo>
                  <a:close/>
                </a:path>
              </a:pathLst>
            </a:custGeom>
            <a:solidFill>
              <a:srgbClr val="FED0D6"/>
            </a:solidFill>
            <a:ln w="6346" cap="flat">
              <a:noFill/>
              <a:prstDash val="solid"/>
              <a:miter/>
            </a:ln>
          </p:spPr>
          <p:txBody>
            <a:bodyPr rtlCol="0" anchor="ctr"/>
            <a:lstStyle/>
            <a:p>
              <a:endParaRPr lang="zh-CN" altLang="en-US"/>
            </a:p>
          </p:txBody>
        </p:sp>
        <p:sp>
          <p:nvSpPr>
            <p:cNvPr id="113" name="任意多边形 55">
              <a:extLst>
                <a:ext uri="{FF2B5EF4-FFF2-40B4-BE49-F238E27FC236}">
                  <a16:creationId xmlns:a16="http://schemas.microsoft.com/office/drawing/2014/main" id="{2810DBFB-FD68-4A4E-B779-FD5EF369366A}"/>
                </a:ext>
              </a:extLst>
            </p:cNvPr>
            <p:cNvSpPr/>
            <p:nvPr/>
          </p:nvSpPr>
          <p:spPr>
            <a:xfrm>
              <a:off x="7253337" y="2273163"/>
              <a:ext cx="519616" cy="812040"/>
            </a:xfrm>
            <a:custGeom>
              <a:avLst/>
              <a:gdLst>
                <a:gd name="connsiteX0" fmla="*/ 396859 w 458935"/>
                <a:gd name="connsiteY0" fmla="*/ 560775 h 717209"/>
                <a:gd name="connsiteX1" fmla="*/ 147942 w 458935"/>
                <a:gd name="connsiteY1" fmla="*/ 358426 h 717209"/>
                <a:gd name="connsiteX2" fmla="*/ 458421 w 458935"/>
                <a:gd name="connsiteY2" fmla="*/ 107349 h 717209"/>
                <a:gd name="connsiteX3" fmla="*/ 409628 w 458935"/>
                <a:gd name="connsiteY3" fmla="*/ -210 h 717209"/>
                <a:gd name="connsiteX4" fmla="*/ 4297 w 458935"/>
                <a:gd name="connsiteY4" fmla="*/ 348134 h 717209"/>
                <a:gd name="connsiteX5" fmla="*/ 417253 w 458935"/>
                <a:gd name="connsiteY5" fmla="*/ 716999 h 717209"/>
                <a:gd name="connsiteX6" fmla="*/ 396732 w 458935"/>
                <a:gd name="connsiteY6" fmla="*/ 560775 h 71720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458935" h="717209">
                  <a:moveTo>
                    <a:pt x="396859" y="560775"/>
                  </a:moveTo>
                  <a:cubicBezTo>
                    <a:pt x="396859" y="560775"/>
                    <a:pt x="158234" y="399404"/>
                    <a:pt x="147942" y="358426"/>
                  </a:cubicBezTo>
                  <a:cubicBezTo>
                    <a:pt x="137713" y="320307"/>
                    <a:pt x="458421" y="107349"/>
                    <a:pt x="458421" y="107349"/>
                  </a:cubicBezTo>
                  <a:lnTo>
                    <a:pt x="409628" y="-210"/>
                  </a:lnTo>
                  <a:cubicBezTo>
                    <a:pt x="409628" y="-210"/>
                    <a:pt x="47879" y="230346"/>
                    <a:pt x="4297" y="348134"/>
                  </a:cubicBezTo>
                  <a:cubicBezTo>
                    <a:pt x="-41891" y="465986"/>
                    <a:pt x="255691" y="696542"/>
                    <a:pt x="417253" y="716999"/>
                  </a:cubicBezTo>
                  <a:lnTo>
                    <a:pt x="396732" y="560775"/>
                  </a:lnTo>
                  <a:close/>
                </a:path>
              </a:pathLst>
            </a:custGeom>
            <a:solidFill>
              <a:srgbClr val="F93F57"/>
            </a:solidFill>
            <a:ln w="6346" cap="flat">
              <a:noFill/>
              <a:prstDash val="solid"/>
              <a:miter/>
            </a:ln>
          </p:spPr>
          <p:txBody>
            <a:bodyPr rtlCol="0" anchor="ctr"/>
            <a:lstStyle/>
            <a:p>
              <a:endParaRPr lang="zh-CN" altLang="en-US"/>
            </a:p>
          </p:txBody>
        </p:sp>
        <p:sp>
          <p:nvSpPr>
            <p:cNvPr id="114" name="任意多边形 56">
              <a:extLst>
                <a:ext uri="{FF2B5EF4-FFF2-40B4-BE49-F238E27FC236}">
                  <a16:creationId xmlns:a16="http://schemas.microsoft.com/office/drawing/2014/main" id="{BBE6DD59-F9A8-4DED-84FE-68F96EA324EF}"/>
                </a:ext>
              </a:extLst>
            </p:cNvPr>
            <p:cNvSpPr/>
            <p:nvPr/>
          </p:nvSpPr>
          <p:spPr>
            <a:xfrm>
              <a:off x="7861504" y="4281217"/>
              <a:ext cx="152998" cy="1017478"/>
            </a:xfrm>
            <a:custGeom>
              <a:avLst/>
              <a:gdLst>
                <a:gd name="connsiteX0" fmla="*/ 126555 w 135131"/>
                <a:gd name="connsiteY0" fmla="*/ 898656 h 898656"/>
                <a:gd name="connsiteX1" fmla="*/ 0 w 135131"/>
                <a:gd name="connsiteY1" fmla="*/ 898656 h 898656"/>
                <a:gd name="connsiteX2" fmla="*/ 0 w 135131"/>
                <a:gd name="connsiteY2" fmla="*/ 0 h 898656"/>
                <a:gd name="connsiteX3" fmla="*/ 135132 w 135131"/>
                <a:gd name="connsiteY3" fmla="*/ 0 h 898656"/>
                <a:gd name="connsiteX4" fmla="*/ 126555 w 135131"/>
                <a:gd name="connsiteY4" fmla="*/ 898656 h 898656"/>
                <a:gd name="connsiteX5" fmla="*/ 126555 w 135131"/>
                <a:gd name="connsiteY5" fmla="*/ 898656 h 898656"/>
                <a:gd name="connsiteX6" fmla="*/ 126555 w 135131"/>
                <a:gd name="connsiteY6" fmla="*/ 898656 h 89865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35131" h="898656">
                  <a:moveTo>
                    <a:pt x="126555" y="898656"/>
                  </a:moveTo>
                  <a:lnTo>
                    <a:pt x="0" y="898656"/>
                  </a:lnTo>
                  <a:lnTo>
                    <a:pt x="0" y="0"/>
                  </a:lnTo>
                  <a:lnTo>
                    <a:pt x="135132" y="0"/>
                  </a:lnTo>
                  <a:lnTo>
                    <a:pt x="126555" y="898656"/>
                  </a:lnTo>
                  <a:lnTo>
                    <a:pt x="126555" y="898656"/>
                  </a:lnTo>
                  <a:lnTo>
                    <a:pt x="126555" y="898656"/>
                  </a:lnTo>
                  <a:close/>
                </a:path>
              </a:pathLst>
            </a:custGeom>
            <a:solidFill>
              <a:srgbClr val="FED0D6"/>
            </a:solidFill>
            <a:ln w="6346" cap="flat">
              <a:noFill/>
              <a:prstDash val="solid"/>
              <a:miter/>
            </a:ln>
          </p:spPr>
          <p:txBody>
            <a:bodyPr rtlCol="0" anchor="ctr"/>
            <a:lstStyle/>
            <a:p>
              <a:endParaRPr lang="zh-CN" altLang="en-US"/>
            </a:p>
          </p:txBody>
        </p:sp>
        <p:sp>
          <p:nvSpPr>
            <p:cNvPr id="115" name="任意多边形 57">
              <a:extLst>
                <a:ext uri="{FF2B5EF4-FFF2-40B4-BE49-F238E27FC236}">
                  <a16:creationId xmlns:a16="http://schemas.microsoft.com/office/drawing/2014/main" id="{24960840-7781-400C-8B81-D06B8B26A7CC}"/>
                </a:ext>
              </a:extLst>
            </p:cNvPr>
            <p:cNvSpPr/>
            <p:nvPr/>
          </p:nvSpPr>
          <p:spPr>
            <a:xfrm>
              <a:off x="7703109" y="5287978"/>
              <a:ext cx="316405" cy="123506"/>
            </a:xfrm>
            <a:custGeom>
              <a:avLst/>
              <a:gdLst>
                <a:gd name="connsiteX0" fmla="*/ 264603 w 279455"/>
                <a:gd name="connsiteY0" fmla="*/ -210 h 109083"/>
                <a:gd name="connsiteX1" fmla="*/ 138493 w 279455"/>
                <a:gd name="connsiteY1" fmla="*/ -210 h 109083"/>
                <a:gd name="connsiteX2" fmla="*/ -514 w 279455"/>
                <a:gd name="connsiteY2" fmla="*/ 96168 h 109083"/>
                <a:gd name="connsiteX3" fmla="*/ -514 w 279455"/>
                <a:gd name="connsiteY3" fmla="*/ 108874 h 109083"/>
                <a:gd name="connsiteX4" fmla="*/ 277500 w 279455"/>
                <a:gd name="connsiteY4" fmla="*/ 108874 h 109083"/>
                <a:gd name="connsiteX5" fmla="*/ 264794 w 279455"/>
                <a:gd name="connsiteY5" fmla="*/ -210 h 10908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9455" h="109083">
                  <a:moveTo>
                    <a:pt x="264603" y="-210"/>
                  </a:moveTo>
                  <a:lnTo>
                    <a:pt x="138493" y="-210"/>
                  </a:lnTo>
                  <a:cubicBezTo>
                    <a:pt x="138493" y="-210"/>
                    <a:pt x="12382" y="68277"/>
                    <a:pt x="-514" y="96168"/>
                  </a:cubicBezTo>
                  <a:lnTo>
                    <a:pt x="-514" y="108874"/>
                  </a:lnTo>
                  <a:lnTo>
                    <a:pt x="277500" y="108874"/>
                  </a:lnTo>
                  <a:cubicBezTo>
                    <a:pt x="277500" y="108874"/>
                    <a:pt x="285251" y="27681"/>
                    <a:pt x="264794" y="-210"/>
                  </a:cubicBezTo>
                  <a:close/>
                </a:path>
              </a:pathLst>
            </a:custGeom>
            <a:solidFill>
              <a:srgbClr val="F93F57"/>
            </a:solidFill>
            <a:ln w="6346" cap="flat">
              <a:noFill/>
              <a:prstDash val="solid"/>
              <a:miter/>
            </a:ln>
          </p:spPr>
          <p:txBody>
            <a:bodyPr rtlCol="0" anchor="ctr"/>
            <a:lstStyle/>
            <a:p>
              <a:endParaRPr lang="zh-CN" altLang="en-US"/>
            </a:p>
          </p:txBody>
        </p:sp>
        <p:sp>
          <p:nvSpPr>
            <p:cNvPr id="116" name="任意多边形 58">
              <a:extLst>
                <a:ext uri="{FF2B5EF4-FFF2-40B4-BE49-F238E27FC236}">
                  <a16:creationId xmlns:a16="http://schemas.microsoft.com/office/drawing/2014/main" id="{73B623CA-D156-4CDE-A4B0-FAAD2A7D877E}"/>
                </a:ext>
              </a:extLst>
            </p:cNvPr>
            <p:cNvSpPr/>
            <p:nvPr/>
          </p:nvSpPr>
          <p:spPr>
            <a:xfrm>
              <a:off x="7703109" y="5411484"/>
              <a:ext cx="314126" cy="18773"/>
            </a:xfrm>
            <a:custGeom>
              <a:avLst/>
              <a:gdLst>
                <a:gd name="connsiteX0" fmla="*/ 0 w 277442"/>
                <a:gd name="connsiteY0" fmla="*/ 0 h 16581"/>
                <a:gd name="connsiteX1" fmla="*/ 277443 w 277442"/>
                <a:gd name="connsiteY1" fmla="*/ 0 h 16581"/>
                <a:gd name="connsiteX2" fmla="*/ 277443 w 277442"/>
                <a:gd name="connsiteY2" fmla="*/ 16582 h 16581"/>
                <a:gd name="connsiteX3" fmla="*/ 0 w 277442"/>
                <a:gd name="connsiteY3" fmla="*/ 16582 h 16581"/>
                <a:gd name="connsiteX4" fmla="*/ 0 w 277442"/>
                <a:gd name="connsiteY4" fmla="*/ 0 h 16581"/>
                <a:gd name="connsiteX5" fmla="*/ 0 w 277442"/>
                <a:gd name="connsiteY5" fmla="*/ 0 h 1658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7442" h="16581">
                  <a:moveTo>
                    <a:pt x="0" y="0"/>
                  </a:moveTo>
                  <a:lnTo>
                    <a:pt x="277443" y="0"/>
                  </a:lnTo>
                  <a:lnTo>
                    <a:pt x="277443" y="16582"/>
                  </a:lnTo>
                  <a:lnTo>
                    <a:pt x="0" y="16582"/>
                  </a:lnTo>
                  <a:lnTo>
                    <a:pt x="0" y="0"/>
                  </a:lnTo>
                  <a:lnTo>
                    <a:pt x="0" y="0"/>
                  </a:lnTo>
                  <a:close/>
                </a:path>
              </a:pathLst>
            </a:custGeom>
            <a:solidFill>
              <a:srgbClr val="981D04"/>
            </a:solidFill>
            <a:ln w="6346" cap="flat">
              <a:noFill/>
              <a:prstDash val="solid"/>
              <a:miter/>
            </a:ln>
          </p:spPr>
          <p:txBody>
            <a:bodyPr rtlCol="0" anchor="ctr"/>
            <a:lstStyle/>
            <a:p>
              <a:endParaRPr lang="zh-CN" altLang="en-US"/>
            </a:p>
          </p:txBody>
        </p:sp>
        <p:sp>
          <p:nvSpPr>
            <p:cNvPr id="117" name="任意多边形 59">
              <a:extLst>
                <a:ext uri="{FF2B5EF4-FFF2-40B4-BE49-F238E27FC236}">
                  <a16:creationId xmlns:a16="http://schemas.microsoft.com/office/drawing/2014/main" id="{B97D8EF6-232B-4766-86A7-D77365230B84}"/>
                </a:ext>
              </a:extLst>
            </p:cNvPr>
            <p:cNvSpPr/>
            <p:nvPr/>
          </p:nvSpPr>
          <p:spPr>
            <a:xfrm>
              <a:off x="8074926" y="4281217"/>
              <a:ext cx="154366" cy="1017478"/>
            </a:xfrm>
            <a:custGeom>
              <a:avLst/>
              <a:gdLst>
                <a:gd name="connsiteX0" fmla="*/ 8704 w 136339"/>
                <a:gd name="connsiteY0" fmla="*/ 898656 h 898656"/>
                <a:gd name="connsiteX1" fmla="*/ 136339 w 136339"/>
                <a:gd name="connsiteY1" fmla="*/ 898656 h 898656"/>
                <a:gd name="connsiteX2" fmla="*/ 136339 w 136339"/>
                <a:gd name="connsiteY2" fmla="*/ 0 h 898656"/>
                <a:gd name="connsiteX3" fmla="*/ 0 w 136339"/>
                <a:gd name="connsiteY3" fmla="*/ 0 h 898656"/>
                <a:gd name="connsiteX4" fmla="*/ 8704 w 136339"/>
                <a:gd name="connsiteY4" fmla="*/ 898656 h 898656"/>
                <a:gd name="connsiteX5" fmla="*/ 8704 w 136339"/>
                <a:gd name="connsiteY5" fmla="*/ 898656 h 898656"/>
                <a:gd name="connsiteX6" fmla="*/ 8704 w 136339"/>
                <a:gd name="connsiteY6" fmla="*/ 898656 h 89865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36339" h="898656">
                  <a:moveTo>
                    <a:pt x="8704" y="898656"/>
                  </a:moveTo>
                  <a:lnTo>
                    <a:pt x="136339" y="898656"/>
                  </a:lnTo>
                  <a:lnTo>
                    <a:pt x="136339" y="0"/>
                  </a:lnTo>
                  <a:lnTo>
                    <a:pt x="0" y="0"/>
                  </a:lnTo>
                  <a:lnTo>
                    <a:pt x="8704" y="898656"/>
                  </a:lnTo>
                  <a:lnTo>
                    <a:pt x="8704" y="898656"/>
                  </a:lnTo>
                  <a:lnTo>
                    <a:pt x="8704" y="898656"/>
                  </a:lnTo>
                  <a:close/>
                </a:path>
              </a:pathLst>
            </a:custGeom>
            <a:solidFill>
              <a:srgbClr val="FED0D6"/>
            </a:solidFill>
            <a:ln w="6346" cap="flat">
              <a:noFill/>
              <a:prstDash val="solid"/>
              <a:miter/>
            </a:ln>
          </p:spPr>
          <p:txBody>
            <a:bodyPr rtlCol="0" anchor="ctr"/>
            <a:lstStyle/>
            <a:p>
              <a:endParaRPr lang="zh-CN" altLang="en-US"/>
            </a:p>
          </p:txBody>
        </p:sp>
        <p:sp>
          <p:nvSpPr>
            <p:cNvPr id="118" name="任意多边形 60">
              <a:extLst>
                <a:ext uri="{FF2B5EF4-FFF2-40B4-BE49-F238E27FC236}">
                  <a16:creationId xmlns:a16="http://schemas.microsoft.com/office/drawing/2014/main" id="{CE363BB7-471B-4B7B-BB98-6F027BFE587B}"/>
                </a:ext>
              </a:extLst>
            </p:cNvPr>
            <p:cNvSpPr/>
            <p:nvPr/>
          </p:nvSpPr>
          <p:spPr>
            <a:xfrm>
              <a:off x="8073764" y="5287978"/>
              <a:ext cx="312627" cy="123506"/>
            </a:xfrm>
            <a:custGeom>
              <a:avLst/>
              <a:gdLst>
                <a:gd name="connsiteX0" fmla="*/ 11376 w 276118"/>
                <a:gd name="connsiteY0" fmla="*/ -210 h 109083"/>
                <a:gd name="connsiteX1" fmla="*/ 139646 w 276118"/>
                <a:gd name="connsiteY1" fmla="*/ -210 h 109083"/>
                <a:gd name="connsiteX2" fmla="*/ 275604 w 276118"/>
                <a:gd name="connsiteY2" fmla="*/ 96168 h 109083"/>
                <a:gd name="connsiteX3" fmla="*/ 275604 w 276118"/>
                <a:gd name="connsiteY3" fmla="*/ 108874 h 109083"/>
                <a:gd name="connsiteX4" fmla="*/ 1147 w 276118"/>
                <a:gd name="connsiteY4" fmla="*/ 108874 h 109083"/>
                <a:gd name="connsiteX5" fmla="*/ 11376 w 276118"/>
                <a:gd name="connsiteY5" fmla="*/ -210 h 10908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6118" h="109083">
                  <a:moveTo>
                    <a:pt x="11376" y="-210"/>
                  </a:moveTo>
                  <a:lnTo>
                    <a:pt x="139646" y="-210"/>
                  </a:lnTo>
                  <a:cubicBezTo>
                    <a:pt x="139646" y="-210"/>
                    <a:pt x="262771" y="68277"/>
                    <a:pt x="275604" y="96168"/>
                  </a:cubicBezTo>
                  <a:lnTo>
                    <a:pt x="275604" y="108874"/>
                  </a:lnTo>
                  <a:lnTo>
                    <a:pt x="1147" y="108874"/>
                  </a:lnTo>
                  <a:cubicBezTo>
                    <a:pt x="1147" y="108874"/>
                    <a:pt x="-6604" y="27681"/>
                    <a:pt x="11376" y="-210"/>
                  </a:cubicBezTo>
                  <a:close/>
                </a:path>
              </a:pathLst>
            </a:custGeom>
            <a:solidFill>
              <a:srgbClr val="F93F57"/>
            </a:solidFill>
            <a:ln w="6346" cap="flat">
              <a:noFill/>
              <a:prstDash val="solid"/>
              <a:miter/>
            </a:ln>
          </p:spPr>
          <p:txBody>
            <a:bodyPr rtlCol="0" anchor="ctr"/>
            <a:lstStyle/>
            <a:p>
              <a:endParaRPr lang="zh-CN" altLang="en-US"/>
            </a:p>
          </p:txBody>
        </p:sp>
        <p:sp>
          <p:nvSpPr>
            <p:cNvPr id="119" name="任意多边形 61">
              <a:extLst>
                <a:ext uri="{FF2B5EF4-FFF2-40B4-BE49-F238E27FC236}">
                  <a16:creationId xmlns:a16="http://schemas.microsoft.com/office/drawing/2014/main" id="{3FBBF8B1-B86F-4FAA-B2ED-B61B6CBCB569}"/>
                </a:ext>
              </a:extLst>
            </p:cNvPr>
            <p:cNvSpPr/>
            <p:nvPr/>
          </p:nvSpPr>
          <p:spPr>
            <a:xfrm>
              <a:off x="8074926" y="5411484"/>
              <a:ext cx="311393" cy="18773"/>
            </a:xfrm>
            <a:custGeom>
              <a:avLst/>
              <a:gdLst>
                <a:gd name="connsiteX0" fmla="*/ 0 w 275028"/>
                <a:gd name="connsiteY0" fmla="*/ 0 h 16581"/>
                <a:gd name="connsiteX1" fmla="*/ 275029 w 275028"/>
                <a:gd name="connsiteY1" fmla="*/ 0 h 16581"/>
                <a:gd name="connsiteX2" fmla="*/ 275029 w 275028"/>
                <a:gd name="connsiteY2" fmla="*/ 16582 h 16581"/>
                <a:gd name="connsiteX3" fmla="*/ 0 w 275028"/>
                <a:gd name="connsiteY3" fmla="*/ 16582 h 16581"/>
                <a:gd name="connsiteX4" fmla="*/ 0 w 275028"/>
                <a:gd name="connsiteY4" fmla="*/ 0 h 16581"/>
                <a:gd name="connsiteX5" fmla="*/ 0 w 275028"/>
                <a:gd name="connsiteY5" fmla="*/ 0 h 1658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5028" h="16581">
                  <a:moveTo>
                    <a:pt x="0" y="0"/>
                  </a:moveTo>
                  <a:lnTo>
                    <a:pt x="275029" y="0"/>
                  </a:lnTo>
                  <a:lnTo>
                    <a:pt x="275029" y="16582"/>
                  </a:lnTo>
                  <a:lnTo>
                    <a:pt x="0" y="16582"/>
                  </a:lnTo>
                  <a:lnTo>
                    <a:pt x="0" y="0"/>
                  </a:lnTo>
                  <a:lnTo>
                    <a:pt x="0" y="0"/>
                  </a:lnTo>
                  <a:close/>
                </a:path>
              </a:pathLst>
            </a:custGeom>
            <a:solidFill>
              <a:srgbClr val="981D04"/>
            </a:solidFill>
            <a:ln w="6346" cap="flat">
              <a:noFill/>
              <a:prstDash val="solid"/>
              <a:miter/>
            </a:ln>
          </p:spPr>
          <p:txBody>
            <a:bodyPr rtlCol="0" anchor="ctr"/>
            <a:lstStyle/>
            <a:p>
              <a:endParaRPr lang="zh-CN" altLang="en-US"/>
            </a:p>
          </p:txBody>
        </p:sp>
        <p:sp>
          <p:nvSpPr>
            <p:cNvPr id="120" name="任意多边形 62">
              <a:extLst>
                <a:ext uri="{FF2B5EF4-FFF2-40B4-BE49-F238E27FC236}">
                  <a16:creationId xmlns:a16="http://schemas.microsoft.com/office/drawing/2014/main" id="{B6BBA217-6FB2-43F3-B0A1-205608D4FDF4}"/>
                </a:ext>
              </a:extLst>
            </p:cNvPr>
            <p:cNvSpPr/>
            <p:nvPr/>
          </p:nvSpPr>
          <p:spPr>
            <a:xfrm>
              <a:off x="7564855" y="3584555"/>
              <a:ext cx="961084" cy="1110846"/>
            </a:xfrm>
            <a:custGeom>
              <a:avLst/>
              <a:gdLst>
                <a:gd name="connsiteX0" fmla="*/ 635502 w 848847"/>
                <a:gd name="connsiteY0" fmla="*/ -210 h 981120"/>
                <a:gd name="connsiteX1" fmla="*/ 212380 w 848847"/>
                <a:gd name="connsiteY1" fmla="*/ -210 h 981120"/>
                <a:gd name="connsiteX2" fmla="*/ -514 w 848847"/>
                <a:gd name="connsiteY2" fmla="*/ 980910 h 981120"/>
                <a:gd name="connsiteX3" fmla="*/ 848334 w 848847"/>
                <a:gd name="connsiteY3" fmla="*/ 980910 h 981120"/>
                <a:gd name="connsiteX4" fmla="*/ 635502 w 848847"/>
                <a:gd name="connsiteY4" fmla="*/ -210 h 98112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48847" h="981120">
                  <a:moveTo>
                    <a:pt x="635502" y="-210"/>
                  </a:moveTo>
                  <a:lnTo>
                    <a:pt x="212380" y="-210"/>
                  </a:lnTo>
                  <a:cubicBezTo>
                    <a:pt x="12319" y="253281"/>
                    <a:pt x="-514" y="980910"/>
                    <a:pt x="-514" y="980910"/>
                  </a:cubicBezTo>
                  <a:lnTo>
                    <a:pt x="848334" y="980910"/>
                  </a:lnTo>
                  <a:cubicBezTo>
                    <a:pt x="848334" y="980910"/>
                    <a:pt x="838104" y="253281"/>
                    <a:pt x="635502" y="-210"/>
                  </a:cubicBezTo>
                  <a:close/>
                </a:path>
              </a:pathLst>
            </a:custGeom>
            <a:solidFill>
              <a:srgbClr val="434CC0"/>
            </a:solidFill>
            <a:ln w="6346" cap="flat">
              <a:noFill/>
              <a:prstDash val="solid"/>
              <a:miter/>
            </a:ln>
          </p:spPr>
          <p:txBody>
            <a:bodyPr rtlCol="0" anchor="ctr"/>
            <a:lstStyle/>
            <a:p>
              <a:endParaRPr lang="zh-CN" altLang="en-US"/>
            </a:p>
          </p:txBody>
        </p:sp>
        <p:sp>
          <p:nvSpPr>
            <p:cNvPr id="121" name="任意多边形 63">
              <a:extLst>
                <a:ext uri="{FF2B5EF4-FFF2-40B4-BE49-F238E27FC236}">
                  <a16:creationId xmlns:a16="http://schemas.microsoft.com/office/drawing/2014/main" id="{B5B9D302-1C3B-4176-B1AE-3E2F371CC24E}"/>
                </a:ext>
              </a:extLst>
            </p:cNvPr>
            <p:cNvSpPr/>
            <p:nvPr/>
          </p:nvSpPr>
          <p:spPr>
            <a:xfrm>
              <a:off x="6993099" y="2948350"/>
              <a:ext cx="1467130" cy="1769867"/>
            </a:xfrm>
            <a:custGeom>
              <a:avLst/>
              <a:gdLst>
                <a:gd name="connsiteX0" fmla="*/ 927593 w 1295797"/>
                <a:gd name="connsiteY0" fmla="*/ 878849 h 1563180"/>
                <a:gd name="connsiteX1" fmla="*/ 1022891 w 1295797"/>
                <a:gd name="connsiteY1" fmla="*/ 1014617 h 1563180"/>
                <a:gd name="connsiteX2" fmla="*/ 992077 w 1295797"/>
                <a:gd name="connsiteY2" fmla="*/ 1186152 h 1563180"/>
                <a:gd name="connsiteX3" fmla="*/ 821876 w 1295797"/>
                <a:gd name="connsiteY3" fmla="*/ 1157900 h 1563180"/>
                <a:gd name="connsiteX4" fmla="*/ 820161 w 1295797"/>
                <a:gd name="connsiteY4" fmla="*/ 1155403 h 1563180"/>
                <a:gd name="connsiteX5" fmla="*/ 668447 w 1295797"/>
                <a:gd name="connsiteY5" fmla="*/ 940348 h 1563180"/>
                <a:gd name="connsiteX6" fmla="*/ 668447 w 1295797"/>
                <a:gd name="connsiteY6" fmla="*/ 935202 h 1563180"/>
                <a:gd name="connsiteX7" fmla="*/ 663300 w 1295797"/>
                <a:gd name="connsiteY7" fmla="*/ 932661 h 1563180"/>
                <a:gd name="connsiteX8" fmla="*/ 694114 w 1295797"/>
                <a:gd name="connsiteY8" fmla="*/ 761125 h 1563180"/>
                <a:gd name="connsiteX9" fmla="*/ 765968 w 1295797"/>
                <a:gd name="connsiteY9" fmla="*/ 364243 h 1563180"/>
                <a:gd name="connsiteX10" fmla="*/ 368196 w 1295797"/>
                <a:gd name="connsiteY10" fmla="*/ 297661 h 1563180"/>
                <a:gd name="connsiteX11" fmla="*/ 250154 w 1295797"/>
                <a:gd name="connsiteY11" fmla="*/ 551153 h 1563180"/>
                <a:gd name="connsiteX12" fmla="*/ 134780 w 1295797"/>
                <a:gd name="connsiteY12" fmla="*/ 686793 h 1563180"/>
                <a:gd name="connsiteX13" fmla="*/ 1364 w 1295797"/>
                <a:gd name="connsiteY13" fmla="*/ 574152 h 1563180"/>
                <a:gd name="connsiteX14" fmla="*/ 224614 w 1295797"/>
                <a:gd name="connsiteY14" fmla="*/ 95313 h 1563180"/>
                <a:gd name="connsiteX15" fmla="*/ 966156 w 1295797"/>
                <a:gd name="connsiteY15" fmla="*/ 223329 h 1563180"/>
                <a:gd name="connsiteX16" fmla="*/ 927657 w 1295797"/>
                <a:gd name="connsiteY16" fmla="*/ 878849 h 1563180"/>
                <a:gd name="connsiteX17" fmla="*/ 1245823 w 1295797"/>
                <a:gd name="connsiteY17" fmla="*/ 1332149 h 1563180"/>
                <a:gd name="connsiteX18" fmla="*/ 1271236 w 1295797"/>
                <a:gd name="connsiteY18" fmla="*/ 1367980 h 1563180"/>
                <a:gd name="connsiteX19" fmla="*/ 1242965 w 1295797"/>
                <a:gd name="connsiteY19" fmla="*/ 1542121 h 1563180"/>
                <a:gd name="connsiteX20" fmla="*/ 1068506 w 1295797"/>
                <a:gd name="connsiteY20" fmla="*/ 1511371 h 1563180"/>
                <a:gd name="connsiteX21" fmla="*/ 1043093 w 1295797"/>
                <a:gd name="connsiteY21" fmla="*/ 1473252 h 1563180"/>
                <a:gd name="connsiteX22" fmla="*/ 1073906 w 1295797"/>
                <a:gd name="connsiteY22" fmla="*/ 1301717 h 1563180"/>
                <a:gd name="connsiteX23" fmla="*/ 1242583 w 1295797"/>
                <a:gd name="connsiteY23" fmla="*/ 1327847 h 1563180"/>
                <a:gd name="connsiteX24" fmla="*/ 1245823 w 1295797"/>
                <a:gd name="connsiteY24" fmla="*/ 1332466 h 156318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1295797" h="1563180">
                  <a:moveTo>
                    <a:pt x="927593" y="878849"/>
                  </a:moveTo>
                  <a:lnTo>
                    <a:pt x="1022891" y="1014617"/>
                  </a:lnTo>
                  <a:cubicBezTo>
                    <a:pt x="1063932" y="1070906"/>
                    <a:pt x="1051098" y="1145174"/>
                    <a:pt x="992077" y="1186152"/>
                  </a:cubicBezTo>
                  <a:cubicBezTo>
                    <a:pt x="937313" y="1225345"/>
                    <a:pt x="861075" y="1212696"/>
                    <a:pt x="821876" y="1157900"/>
                  </a:cubicBezTo>
                  <a:cubicBezTo>
                    <a:pt x="821305" y="1157074"/>
                    <a:pt x="820732" y="1156242"/>
                    <a:pt x="820161" y="1155403"/>
                  </a:cubicBezTo>
                  <a:lnTo>
                    <a:pt x="668447" y="940348"/>
                  </a:lnTo>
                  <a:lnTo>
                    <a:pt x="668447" y="935202"/>
                  </a:lnTo>
                  <a:cubicBezTo>
                    <a:pt x="663300" y="935202"/>
                    <a:pt x="663300" y="935202"/>
                    <a:pt x="663300" y="932661"/>
                  </a:cubicBezTo>
                  <a:cubicBezTo>
                    <a:pt x="624801" y="878849"/>
                    <a:pt x="640239" y="799244"/>
                    <a:pt x="694114" y="761125"/>
                  </a:cubicBezTo>
                  <a:cubicBezTo>
                    <a:pt x="822384" y="668941"/>
                    <a:pt x="855738" y="492259"/>
                    <a:pt x="765968" y="364243"/>
                  </a:cubicBezTo>
                  <a:cubicBezTo>
                    <a:pt x="673593" y="233621"/>
                    <a:pt x="499135" y="208018"/>
                    <a:pt x="368196" y="297661"/>
                  </a:cubicBezTo>
                  <a:cubicBezTo>
                    <a:pt x="283572" y="359096"/>
                    <a:pt x="239926" y="456491"/>
                    <a:pt x="250154" y="551153"/>
                  </a:cubicBezTo>
                  <a:cubicBezTo>
                    <a:pt x="255618" y="620421"/>
                    <a:pt x="204030" y="681056"/>
                    <a:pt x="134780" y="686793"/>
                  </a:cubicBezTo>
                  <a:cubicBezTo>
                    <a:pt x="65467" y="691939"/>
                    <a:pt x="9051" y="643274"/>
                    <a:pt x="1364" y="574152"/>
                  </a:cubicBezTo>
                  <a:cubicBezTo>
                    <a:pt x="-14456" y="386231"/>
                    <a:pt x="70486" y="204003"/>
                    <a:pt x="224614" y="95313"/>
                  </a:cubicBezTo>
                  <a:cubicBezTo>
                    <a:pt x="466035" y="-71140"/>
                    <a:pt x="799386" y="-14788"/>
                    <a:pt x="966156" y="223329"/>
                  </a:cubicBezTo>
                  <a:cubicBezTo>
                    <a:pt x="1107832" y="424058"/>
                    <a:pt x="1091822" y="696081"/>
                    <a:pt x="927657" y="878849"/>
                  </a:cubicBezTo>
                  <a:close/>
                  <a:moveTo>
                    <a:pt x="1245823" y="1332149"/>
                  </a:moveTo>
                  <a:lnTo>
                    <a:pt x="1271236" y="1367980"/>
                  </a:lnTo>
                  <a:cubicBezTo>
                    <a:pt x="1312277" y="1426874"/>
                    <a:pt x="1299444" y="1501397"/>
                    <a:pt x="1242965" y="1542121"/>
                  </a:cubicBezTo>
                  <a:cubicBezTo>
                    <a:pt x="1189089" y="1577953"/>
                    <a:pt x="1109548" y="1567533"/>
                    <a:pt x="1068506" y="1511371"/>
                  </a:cubicBezTo>
                  <a:lnTo>
                    <a:pt x="1043093" y="1473252"/>
                  </a:lnTo>
                  <a:cubicBezTo>
                    <a:pt x="1004593" y="1419505"/>
                    <a:pt x="1019968" y="1339836"/>
                    <a:pt x="1073906" y="1301717"/>
                  </a:cubicBezTo>
                  <a:cubicBezTo>
                    <a:pt x="1127718" y="1262346"/>
                    <a:pt x="1203257" y="1274049"/>
                    <a:pt x="1242583" y="1327847"/>
                  </a:cubicBezTo>
                  <a:cubicBezTo>
                    <a:pt x="1243727" y="1329359"/>
                    <a:pt x="1244806" y="1330903"/>
                    <a:pt x="1245823" y="1332466"/>
                  </a:cubicBezTo>
                  <a:close/>
                </a:path>
              </a:pathLst>
            </a:custGeom>
            <a:solidFill>
              <a:srgbClr val="FFC545"/>
            </a:solidFill>
            <a:ln w="6346" cap="flat">
              <a:noFill/>
              <a:prstDash val="solid"/>
              <a:miter/>
            </a:ln>
          </p:spPr>
          <p:txBody>
            <a:bodyPr rtlCol="0" anchor="ctr"/>
            <a:lstStyle/>
            <a:p>
              <a:endParaRPr lang="zh-CN" altLang="en-US"/>
            </a:p>
          </p:txBody>
        </p:sp>
        <p:sp>
          <p:nvSpPr>
            <p:cNvPr id="122" name="任意多边形 64">
              <a:extLst>
                <a:ext uri="{FF2B5EF4-FFF2-40B4-BE49-F238E27FC236}">
                  <a16:creationId xmlns:a16="http://schemas.microsoft.com/office/drawing/2014/main" id="{2445C059-AF30-4075-B431-A14CB002CC61}"/>
                </a:ext>
              </a:extLst>
            </p:cNvPr>
            <p:cNvSpPr/>
            <p:nvPr/>
          </p:nvSpPr>
          <p:spPr>
            <a:xfrm>
              <a:off x="8074926" y="2908035"/>
              <a:ext cx="512041" cy="826857"/>
            </a:xfrm>
            <a:custGeom>
              <a:avLst/>
              <a:gdLst>
                <a:gd name="connsiteX0" fmla="*/ 274260 w 452244"/>
                <a:gd name="connsiteY0" fmla="*/ -210 h 730296"/>
                <a:gd name="connsiteX1" fmla="*/ 451387 w 452244"/>
                <a:gd name="connsiteY1" fmla="*/ 381616 h 730296"/>
                <a:gd name="connsiteX2" fmla="*/ 43132 w 452244"/>
                <a:gd name="connsiteY2" fmla="*/ 730087 h 730296"/>
                <a:gd name="connsiteX3" fmla="*/ -514 w 452244"/>
                <a:gd name="connsiteY3" fmla="*/ 558551 h 730296"/>
                <a:gd name="connsiteX4" fmla="*/ 315302 w 452244"/>
                <a:gd name="connsiteY4" fmla="*/ 366368 h 730296"/>
                <a:gd name="connsiteX5" fmla="*/ 248594 w 452244"/>
                <a:gd name="connsiteY5" fmla="*/ 207539 h 730296"/>
                <a:gd name="connsiteX6" fmla="*/ 274007 w 452244"/>
                <a:gd name="connsiteY6" fmla="*/ -19 h 7302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452244" h="730296">
                  <a:moveTo>
                    <a:pt x="274260" y="-210"/>
                  </a:moveTo>
                  <a:cubicBezTo>
                    <a:pt x="274260" y="-210"/>
                    <a:pt x="438553" y="292036"/>
                    <a:pt x="451387" y="381616"/>
                  </a:cubicBezTo>
                  <a:cubicBezTo>
                    <a:pt x="464093" y="473864"/>
                    <a:pt x="120196" y="717317"/>
                    <a:pt x="43132" y="730087"/>
                  </a:cubicBezTo>
                  <a:lnTo>
                    <a:pt x="-514" y="558551"/>
                  </a:lnTo>
                  <a:cubicBezTo>
                    <a:pt x="-514" y="558551"/>
                    <a:pt x="284489" y="425135"/>
                    <a:pt x="315302" y="366368"/>
                  </a:cubicBezTo>
                  <a:lnTo>
                    <a:pt x="248594" y="207539"/>
                  </a:lnTo>
                  <a:lnTo>
                    <a:pt x="274007" y="-19"/>
                  </a:lnTo>
                  <a:close/>
                </a:path>
              </a:pathLst>
            </a:custGeom>
            <a:solidFill>
              <a:srgbClr val="F93F57"/>
            </a:solidFill>
            <a:ln w="6346" cap="flat">
              <a:noFill/>
              <a:prstDash val="solid"/>
              <a:miter/>
            </a:ln>
          </p:spPr>
          <p:txBody>
            <a:bodyPr rtlCol="0" anchor="ctr"/>
            <a:lstStyle/>
            <a:p>
              <a:endParaRPr lang="zh-CN" altLang="en-US"/>
            </a:p>
          </p:txBody>
        </p:sp>
        <p:sp>
          <p:nvSpPr>
            <p:cNvPr id="123" name="任意多边形 65">
              <a:extLst>
                <a:ext uri="{FF2B5EF4-FFF2-40B4-BE49-F238E27FC236}">
                  <a16:creationId xmlns:a16="http://schemas.microsoft.com/office/drawing/2014/main" id="{7727183A-B628-4844-9223-8C99901D5D49}"/>
                </a:ext>
              </a:extLst>
            </p:cNvPr>
            <p:cNvSpPr/>
            <p:nvPr/>
          </p:nvSpPr>
          <p:spPr>
            <a:xfrm>
              <a:off x="8008236" y="3573622"/>
              <a:ext cx="101648" cy="117572"/>
            </a:xfrm>
            <a:custGeom>
              <a:avLst/>
              <a:gdLst>
                <a:gd name="connsiteX0" fmla="*/ 66265 w 89777"/>
                <a:gd name="connsiteY0" fmla="*/ 362 h 103842"/>
                <a:gd name="connsiteX1" fmla="*/ 5147 w 89777"/>
                <a:gd name="connsiteY1" fmla="*/ 15800 h 103842"/>
                <a:gd name="connsiteX2" fmla="*/ 89263 w 89777"/>
                <a:gd name="connsiteY2" fmla="*/ 95596 h 103842"/>
                <a:gd name="connsiteX3" fmla="*/ 66265 w 89777"/>
                <a:gd name="connsiteY3" fmla="*/ 298 h 103842"/>
              </a:gdLst>
              <a:ahLst/>
              <a:cxnLst>
                <a:cxn ang="0">
                  <a:pos x="connsiteX0" y="connsiteY0"/>
                </a:cxn>
                <a:cxn ang="0">
                  <a:pos x="connsiteX1" y="connsiteY1"/>
                </a:cxn>
                <a:cxn ang="0">
                  <a:pos x="connsiteX2" y="connsiteY2"/>
                </a:cxn>
                <a:cxn ang="0">
                  <a:pos x="connsiteX3" y="connsiteY3"/>
                </a:cxn>
              </a:cxnLst>
              <a:rect l="l" t="t" r="r" b="b"/>
              <a:pathLst>
                <a:path w="89777" h="103842">
                  <a:moveTo>
                    <a:pt x="66265" y="362"/>
                  </a:moveTo>
                  <a:cubicBezTo>
                    <a:pt x="66265" y="362"/>
                    <a:pt x="15439" y="-4784"/>
                    <a:pt x="5147" y="15800"/>
                  </a:cubicBezTo>
                  <a:cubicBezTo>
                    <a:pt x="-5145" y="36384"/>
                    <a:pt x="-12705" y="131555"/>
                    <a:pt x="89263" y="95596"/>
                  </a:cubicBezTo>
                  <a:lnTo>
                    <a:pt x="66265" y="298"/>
                  </a:lnTo>
                  <a:close/>
                </a:path>
              </a:pathLst>
            </a:custGeom>
            <a:solidFill>
              <a:srgbClr val="FF93B1"/>
            </a:solidFill>
            <a:ln w="6346" cap="flat">
              <a:noFill/>
              <a:prstDash val="solid"/>
              <a:miter/>
            </a:ln>
          </p:spPr>
          <p:txBody>
            <a:bodyPr rtlCol="0" anchor="ctr"/>
            <a:lstStyle/>
            <a:p>
              <a:endParaRPr lang="zh-CN" altLang="en-US"/>
            </a:p>
          </p:txBody>
        </p:sp>
        <p:sp>
          <p:nvSpPr>
            <p:cNvPr id="124" name="任意多边形 67">
              <a:extLst>
                <a:ext uri="{FF2B5EF4-FFF2-40B4-BE49-F238E27FC236}">
                  <a16:creationId xmlns:a16="http://schemas.microsoft.com/office/drawing/2014/main" id="{A4DD1F58-5297-4A2D-B03E-9A8E23752D7B}"/>
                </a:ext>
              </a:extLst>
            </p:cNvPr>
            <p:cNvSpPr/>
            <p:nvPr/>
          </p:nvSpPr>
          <p:spPr>
            <a:xfrm rot="19901924">
              <a:off x="4001212" y="2597109"/>
              <a:ext cx="340051" cy="595716"/>
            </a:xfrm>
            <a:custGeom>
              <a:avLst/>
              <a:gdLst>
                <a:gd name="connsiteX0" fmla="*/ 596690 w 1007682"/>
                <a:gd name="connsiteY0" fmla="*/ 1042540 h 1765307"/>
                <a:gd name="connsiteX1" fmla="*/ 596690 w 1007682"/>
                <a:gd name="connsiteY1" fmla="*/ 1209120 h 1765307"/>
                <a:gd name="connsiteX2" fmla="*/ 479747 w 1007682"/>
                <a:gd name="connsiteY2" fmla="*/ 1332124 h 1765307"/>
                <a:gd name="connsiteX3" fmla="*/ 473502 w 1007682"/>
                <a:gd name="connsiteY3" fmla="*/ 1332118 h 1765307"/>
                <a:gd name="connsiteX4" fmla="*/ 350314 w 1007682"/>
                <a:gd name="connsiteY4" fmla="*/ 1209120 h 1765307"/>
                <a:gd name="connsiteX5" fmla="*/ 350314 w 1007682"/>
                <a:gd name="connsiteY5" fmla="*/ 945209 h 1765307"/>
                <a:gd name="connsiteX6" fmla="*/ 352855 w 1007682"/>
                <a:gd name="connsiteY6" fmla="*/ 940063 h 1765307"/>
                <a:gd name="connsiteX7" fmla="*/ 350314 w 1007682"/>
                <a:gd name="connsiteY7" fmla="*/ 934981 h 1765307"/>
                <a:gd name="connsiteX8" fmla="*/ 473502 w 1007682"/>
                <a:gd name="connsiteY8" fmla="*/ 811983 h 1765307"/>
                <a:gd name="connsiteX9" fmla="*/ 760983 w 1007682"/>
                <a:gd name="connsiteY9" fmla="*/ 530157 h 1765307"/>
                <a:gd name="connsiteX10" fmla="*/ 473502 w 1007682"/>
                <a:gd name="connsiteY10" fmla="*/ 245725 h 1765307"/>
                <a:gd name="connsiteX11" fmla="*/ 229667 w 1007682"/>
                <a:gd name="connsiteY11" fmla="*/ 384097 h 1765307"/>
                <a:gd name="connsiteX12" fmla="*/ 62134 w 1007682"/>
                <a:gd name="connsiteY12" fmla="*/ 430888 h 1765307"/>
                <a:gd name="connsiteX13" fmla="*/ 15343 w 1007682"/>
                <a:gd name="connsiteY13" fmla="*/ 263355 h 1765307"/>
                <a:gd name="connsiteX14" fmla="*/ 16645 w 1007682"/>
                <a:gd name="connsiteY14" fmla="*/ 261100 h 1765307"/>
                <a:gd name="connsiteX15" fmla="*/ 473502 w 1007682"/>
                <a:gd name="connsiteY15" fmla="*/ -206 h 1765307"/>
                <a:gd name="connsiteX16" fmla="*/ 1007168 w 1007682"/>
                <a:gd name="connsiteY16" fmla="*/ 530157 h 1765307"/>
                <a:gd name="connsiteX17" fmla="*/ 596499 w 1007682"/>
                <a:gd name="connsiteY17" fmla="*/ 1042540 h 1765307"/>
                <a:gd name="connsiteX18" fmla="*/ 596690 w 1007682"/>
                <a:gd name="connsiteY18" fmla="*/ 1595965 h 1765307"/>
                <a:gd name="connsiteX19" fmla="*/ 596690 w 1007682"/>
                <a:gd name="connsiteY19" fmla="*/ 1642089 h 1765307"/>
                <a:gd name="connsiteX20" fmla="*/ 473502 w 1007682"/>
                <a:gd name="connsiteY20" fmla="*/ 1765086 h 1765307"/>
                <a:gd name="connsiteX21" fmla="*/ 350314 w 1007682"/>
                <a:gd name="connsiteY21" fmla="*/ 1645221 h 1765307"/>
                <a:gd name="connsiteX22" fmla="*/ 350314 w 1007682"/>
                <a:gd name="connsiteY22" fmla="*/ 1642089 h 1765307"/>
                <a:gd name="connsiteX23" fmla="*/ 350314 w 1007682"/>
                <a:gd name="connsiteY23" fmla="*/ 1595965 h 1765307"/>
                <a:gd name="connsiteX24" fmla="*/ 473502 w 1007682"/>
                <a:gd name="connsiteY24" fmla="*/ 1473031 h 1765307"/>
                <a:gd name="connsiteX25" fmla="*/ 596690 w 1007682"/>
                <a:gd name="connsiteY25" fmla="*/ 1592769 h 1765307"/>
                <a:gd name="connsiteX26" fmla="*/ 596690 w 1007682"/>
                <a:gd name="connsiteY26" fmla="*/ 1595965 h 17653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Lst>
              <a:rect l="l" t="t" r="r" b="b"/>
              <a:pathLst>
                <a:path w="1007682" h="1765307">
                  <a:moveTo>
                    <a:pt x="596690" y="1042540"/>
                  </a:moveTo>
                  <a:lnTo>
                    <a:pt x="596690" y="1209120"/>
                  </a:lnTo>
                  <a:cubicBezTo>
                    <a:pt x="598361" y="1275377"/>
                    <a:pt x="546004" y="1330447"/>
                    <a:pt x="479747" y="1332124"/>
                  </a:cubicBezTo>
                  <a:cubicBezTo>
                    <a:pt x="477663" y="1332175"/>
                    <a:pt x="475579" y="1332175"/>
                    <a:pt x="473502" y="1332118"/>
                  </a:cubicBezTo>
                  <a:cubicBezTo>
                    <a:pt x="405529" y="1332156"/>
                    <a:pt x="350384" y="1277093"/>
                    <a:pt x="350314" y="1209120"/>
                  </a:cubicBezTo>
                  <a:lnTo>
                    <a:pt x="350314" y="945209"/>
                  </a:lnTo>
                  <a:cubicBezTo>
                    <a:pt x="350314" y="942668"/>
                    <a:pt x="352855" y="942668"/>
                    <a:pt x="352855" y="940063"/>
                  </a:cubicBezTo>
                  <a:cubicBezTo>
                    <a:pt x="350314" y="937522"/>
                    <a:pt x="350314" y="937522"/>
                    <a:pt x="350314" y="934981"/>
                  </a:cubicBezTo>
                  <a:cubicBezTo>
                    <a:pt x="350314" y="870941"/>
                    <a:pt x="406793" y="811983"/>
                    <a:pt x="473502" y="811983"/>
                  </a:cubicBezTo>
                  <a:cubicBezTo>
                    <a:pt x="632649" y="811983"/>
                    <a:pt x="760983" y="686445"/>
                    <a:pt x="760983" y="530157"/>
                  </a:cubicBezTo>
                  <a:cubicBezTo>
                    <a:pt x="760983" y="368723"/>
                    <a:pt x="632649" y="245725"/>
                    <a:pt x="473502" y="245725"/>
                  </a:cubicBezTo>
                  <a:cubicBezTo>
                    <a:pt x="373636" y="246094"/>
                    <a:pt x="281198" y="298552"/>
                    <a:pt x="229667" y="384097"/>
                  </a:cubicBezTo>
                  <a:cubicBezTo>
                    <a:pt x="196326" y="443283"/>
                    <a:pt x="121320" y="464230"/>
                    <a:pt x="62134" y="430888"/>
                  </a:cubicBezTo>
                  <a:cubicBezTo>
                    <a:pt x="2948" y="397547"/>
                    <a:pt x="-17999" y="322541"/>
                    <a:pt x="15343" y="263355"/>
                  </a:cubicBezTo>
                  <a:cubicBezTo>
                    <a:pt x="15769" y="262599"/>
                    <a:pt x="16201" y="261850"/>
                    <a:pt x="16645" y="261100"/>
                  </a:cubicBezTo>
                  <a:cubicBezTo>
                    <a:pt x="111346" y="98668"/>
                    <a:pt x="285480" y="-930"/>
                    <a:pt x="473502" y="-206"/>
                  </a:cubicBezTo>
                  <a:cubicBezTo>
                    <a:pt x="766129" y="-206"/>
                    <a:pt x="1007168" y="235497"/>
                    <a:pt x="1007168" y="530157"/>
                  </a:cubicBezTo>
                  <a:cubicBezTo>
                    <a:pt x="1007168" y="778693"/>
                    <a:pt x="832647" y="988792"/>
                    <a:pt x="596499" y="1042540"/>
                  </a:cubicBezTo>
                  <a:close/>
                  <a:moveTo>
                    <a:pt x="596690" y="1595965"/>
                  </a:moveTo>
                  <a:lnTo>
                    <a:pt x="596690" y="1642089"/>
                  </a:lnTo>
                  <a:cubicBezTo>
                    <a:pt x="596690" y="1713816"/>
                    <a:pt x="545356" y="1765086"/>
                    <a:pt x="473502" y="1765086"/>
                  </a:cubicBezTo>
                  <a:cubicBezTo>
                    <a:pt x="406387" y="1766001"/>
                    <a:pt x="351235" y="1712336"/>
                    <a:pt x="350314" y="1645221"/>
                  </a:cubicBezTo>
                  <a:cubicBezTo>
                    <a:pt x="350301" y="1644179"/>
                    <a:pt x="350301" y="1643131"/>
                    <a:pt x="350314" y="1642089"/>
                  </a:cubicBezTo>
                  <a:lnTo>
                    <a:pt x="350314" y="1595965"/>
                  </a:lnTo>
                  <a:cubicBezTo>
                    <a:pt x="351305" y="1528386"/>
                    <a:pt x="405923" y="1473882"/>
                    <a:pt x="473502" y="1473031"/>
                  </a:cubicBezTo>
                  <a:cubicBezTo>
                    <a:pt x="540585" y="1472078"/>
                    <a:pt x="595737" y="1525686"/>
                    <a:pt x="596690" y="1592769"/>
                  </a:cubicBezTo>
                  <a:cubicBezTo>
                    <a:pt x="596703" y="1593830"/>
                    <a:pt x="596703" y="1594897"/>
                    <a:pt x="596690" y="1595965"/>
                  </a:cubicBezTo>
                  <a:close/>
                </a:path>
              </a:pathLst>
            </a:custGeom>
            <a:solidFill>
              <a:srgbClr val="D0D4DA"/>
            </a:solidFill>
            <a:ln w="6346" cap="flat">
              <a:noFill/>
              <a:prstDash val="solid"/>
              <a:miter/>
            </a:ln>
          </p:spPr>
          <p:txBody>
            <a:bodyPr rtlCol="0" anchor="ctr"/>
            <a:lstStyle/>
            <a:p>
              <a:endParaRPr lang="zh-CN" altLang="en-US"/>
            </a:p>
          </p:txBody>
        </p:sp>
      </p:grpSp>
      <p:sp>
        <p:nvSpPr>
          <p:cNvPr id="33" name="对话气泡: 椭圆形 32">
            <a:extLst>
              <a:ext uri="{FF2B5EF4-FFF2-40B4-BE49-F238E27FC236}">
                <a16:creationId xmlns:a16="http://schemas.microsoft.com/office/drawing/2014/main" id="{522078EE-C897-4A99-A8C5-ACBB20336E13}"/>
              </a:ext>
            </a:extLst>
          </p:cNvPr>
          <p:cNvSpPr/>
          <p:nvPr/>
        </p:nvSpPr>
        <p:spPr>
          <a:xfrm>
            <a:off x="6943531" y="1785136"/>
            <a:ext cx="4819051" cy="1606382"/>
          </a:xfrm>
          <a:prstGeom prst="wedgeEllipseCallout">
            <a:avLst>
              <a:gd name="adj1" fmla="val 3316"/>
              <a:gd name="adj2" fmla="val 68170"/>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r>
              <a:rPr lang="zh-CN" altLang="en-US" b="1" dirty="0"/>
              <a:t>         某个站点从发送帧开始，</a:t>
            </a:r>
            <a:r>
              <a:rPr lang="zh-CN" altLang="en-US" b="1" dirty="0">
                <a:solidFill>
                  <a:schemeClr val="tx1"/>
                </a:solidFill>
                <a:highlight>
                  <a:srgbClr val="F4B919"/>
                </a:highlight>
              </a:rPr>
              <a:t>最长</a:t>
            </a:r>
            <a:r>
              <a:rPr lang="zh-CN" altLang="en-US" b="1" dirty="0"/>
              <a:t>要经过多长</a:t>
            </a:r>
            <a:r>
              <a:rPr lang="zh-CN" altLang="en-US" b="1" dirty="0">
                <a:solidFill>
                  <a:schemeClr val="tx1"/>
                </a:solidFill>
                <a:highlight>
                  <a:srgbClr val="F4B919"/>
                </a:highlight>
              </a:rPr>
              <a:t>时间</a:t>
            </a:r>
            <a:r>
              <a:rPr lang="zh-CN" altLang="en-US" b="1" dirty="0"/>
              <a:t>，才能</a:t>
            </a:r>
            <a:r>
              <a:rPr lang="zh-CN" altLang="en-US" b="1" dirty="0">
                <a:solidFill>
                  <a:schemeClr val="tx1"/>
                </a:solidFill>
                <a:highlight>
                  <a:srgbClr val="F4B919"/>
                </a:highlight>
              </a:rPr>
              <a:t>检测出</a:t>
            </a:r>
            <a:r>
              <a:rPr lang="zh-CN" altLang="en-US" b="1" dirty="0"/>
              <a:t>自己发送的帧与其他站点发送的帧产生了</a:t>
            </a:r>
            <a:r>
              <a:rPr lang="zh-CN" altLang="en-US" b="1" dirty="0">
                <a:solidFill>
                  <a:schemeClr val="tx1"/>
                </a:solidFill>
                <a:highlight>
                  <a:srgbClr val="F4B919"/>
                </a:highlight>
              </a:rPr>
              <a:t>碰撞</a:t>
            </a:r>
            <a:r>
              <a:rPr lang="zh-CN" altLang="en-US" b="1" dirty="0"/>
              <a:t>？</a:t>
            </a:r>
          </a:p>
        </p:txBody>
      </p:sp>
      <p:grpSp>
        <p:nvGrpSpPr>
          <p:cNvPr id="9" name="组合 8">
            <a:extLst>
              <a:ext uri="{FF2B5EF4-FFF2-40B4-BE49-F238E27FC236}">
                <a16:creationId xmlns:a16="http://schemas.microsoft.com/office/drawing/2014/main" id="{362ECC28-635C-4382-AD3D-FB8A8445151E}"/>
              </a:ext>
            </a:extLst>
          </p:cNvPr>
          <p:cNvGrpSpPr/>
          <p:nvPr/>
        </p:nvGrpSpPr>
        <p:grpSpPr>
          <a:xfrm>
            <a:off x="1515727" y="3594099"/>
            <a:ext cx="4757835" cy="1294302"/>
            <a:chOff x="1515727" y="3594099"/>
            <a:chExt cx="4757835" cy="1294302"/>
          </a:xfrm>
        </p:grpSpPr>
        <p:sp>
          <p:nvSpPr>
            <p:cNvPr id="8" name="矩形 7">
              <a:extLst>
                <a:ext uri="{FF2B5EF4-FFF2-40B4-BE49-F238E27FC236}">
                  <a16:creationId xmlns:a16="http://schemas.microsoft.com/office/drawing/2014/main" id="{86E1530B-394C-4EC3-9FDD-A1A347E5B54D}"/>
                </a:ext>
              </a:extLst>
            </p:cNvPr>
            <p:cNvSpPr/>
            <p:nvPr/>
          </p:nvSpPr>
          <p:spPr>
            <a:xfrm>
              <a:off x="1515727" y="4158197"/>
              <a:ext cx="4757835" cy="730204"/>
            </a:xfrm>
            <a:prstGeom prst="rect">
              <a:avLst/>
            </a:prstGeom>
          </p:spPr>
          <p:style>
            <a:lnRef idx="2">
              <a:schemeClr val="accent4">
                <a:shade val="50000"/>
              </a:schemeClr>
            </a:lnRef>
            <a:fillRef idx="1">
              <a:schemeClr val="accent4"/>
            </a:fillRef>
            <a:effectRef idx="0">
              <a:schemeClr val="accent4"/>
            </a:effectRef>
            <a:fontRef idx="minor">
              <a:schemeClr val="lt1"/>
            </a:fontRef>
          </p:style>
          <p:txBody>
            <a:bodyPr rtlCol="0" anchor="ctr"/>
            <a:lstStyle/>
            <a:p>
              <a:pPr algn="ctr"/>
              <a:r>
                <a:rPr lang="zh-CN" altLang="en-US" b="1" dirty="0"/>
                <a:t>应当考虑位于共享总线以太网两端的两个站点</a:t>
              </a:r>
              <a:endParaRPr lang="en-US" altLang="zh-CN" b="1" dirty="0"/>
            </a:p>
            <a:p>
              <a:pPr algn="ctr"/>
              <a:r>
                <a:rPr lang="zh-CN" altLang="en-US" b="1" dirty="0"/>
                <a:t>发送的帧产生碰撞的情况</a:t>
              </a:r>
            </a:p>
          </p:txBody>
        </p:sp>
        <p:cxnSp>
          <p:nvCxnSpPr>
            <p:cNvPr id="6" name="直接箭头连接符 5">
              <a:extLst>
                <a:ext uri="{FF2B5EF4-FFF2-40B4-BE49-F238E27FC236}">
                  <a16:creationId xmlns:a16="http://schemas.microsoft.com/office/drawing/2014/main" id="{02601E32-59AF-4CFE-BEF1-71BF00604C48}"/>
                </a:ext>
              </a:extLst>
            </p:cNvPr>
            <p:cNvCxnSpPr/>
            <p:nvPr/>
          </p:nvCxnSpPr>
          <p:spPr>
            <a:xfrm flipV="1">
              <a:off x="1800008" y="3594100"/>
              <a:ext cx="0" cy="576565"/>
            </a:xfrm>
            <a:prstGeom prst="straightConnector1">
              <a:avLst/>
            </a:prstGeom>
            <a:ln w="12700">
              <a:solidFill>
                <a:schemeClr val="accent4"/>
              </a:solidFill>
              <a:tailEnd type="triangle"/>
            </a:ln>
          </p:spPr>
          <p:style>
            <a:lnRef idx="1">
              <a:schemeClr val="accent1"/>
            </a:lnRef>
            <a:fillRef idx="0">
              <a:schemeClr val="accent1"/>
            </a:fillRef>
            <a:effectRef idx="0">
              <a:schemeClr val="accent1"/>
            </a:effectRef>
            <a:fontRef idx="minor">
              <a:schemeClr val="tx1"/>
            </a:fontRef>
          </p:style>
        </p:cxnSp>
        <p:cxnSp>
          <p:nvCxnSpPr>
            <p:cNvPr id="125" name="直接箭头连接符 124">
              <a:extLst>
                <a:ext uri="{FF2B5EF4-FFF2-40B4-BE49-F238E27FC236}">
                  <a16:creationId xmlns:a16="http://schemas.microsoft.com/office/drawing/2014/main" id="{88CF18A7-0680-4CBA-9D87-C568E7391D4A}"/>
                </a:ext>
              </a:extLst>
            </p:cNvPr>
            <p:cNvCxnSpPr/>
            <p:nvPr/>
          </p:nvCxnSpPr>
          <p:spPr>
            <a:xfrm flipV="1">
              <a:off x="5982280" y="3594099"/>
              <a:ext cx="0" cy="576565"/>
            </a:xfrm>
            <a:prstGeom prst="straightConnector1">
              <a:avLst/>
            </a:prstGeom>
            <a:ln w="12700">
              <a:solidFill>
                <a:schemeClr val="accent4"/>
              </a:solidFill>
              <a:tailEnd type="triangle"/>
            </a:ln>
          </p:spPr>
          <p:style>
            <a:lnRef idx="1">
              <a:schemeClr val="accent1"/>
            </a:lnRef>
            <a:fillRef idx="0">
              <a:schemeClr val="accent1"/>
            </a:fillRef>
            <a:effectRef idx="0">
              <a:schemeClr val="accent1"/>
            </a:effectRef>
            <a:fontRef idx="minor">
              <a:schemeClr val="tx1"/>
            </a:fontRef>
          </p:style>
        </p:cxnSp>
      </p:grpSp>
      <p:sp>
        <p:nvSpPr>
          <p:cNvPr id="126" name="平行四边形 125">
            <a:extLst>
              <a:ext uri="{FF2B5EF4-FFF2-40B4-BE49-F238E27FC236}">
                <a16:creationId xmlns:a16="http://schemas.microsoft.com/office/drawing/2014/main" id="{B004B850-C9EA-F483-4855-B6B0383F9AFA}"/>
              </a:ext>
            </a:extLst>
          </p:cNvPr>
          <p:cNvSpPr/>
          <p:nvPr/>
        </p:nvSpPr>
        <p:spPr>
          <a:xfrm>
            <a:off x="304799" y="749300"/>
            <a:ext cx="695119" cy="387090"/>
          </a:xfrm>
          <a:prstGeom prst="parallelogram">
            <a:avLst/>
          </a:prstGeom>
          <a:solidFill>
            <a:schemeClr val="accent3">
              <a:lumMod val="75000"/>
            </a:schemeClr>
          </a:solidFill>
          <a:ln>
            <a:solidFill>
              <a:schemeClr val="accent3">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CN" sz="2200" dirty="0">
                <a:latin typeface="Impact" panose="020B0806030902050204" pitchFamily="34" charset="0"/>
              </a:rPr>
              <a:t>02</a:t>
            </a:r>
            <a:endParaRPr lang="zh-CN" altLang="en-US" sz="2200" dirty="0">
              <a:latin typeface="Impact" panose="020B0806030902050204" pitchFamily="34" charset="0"/>
            </a:endParaRPr>
          </a:p>
        </p:txBody>
      </p:sp>
    </p:spTree>
    <p:custDataLst>
      <p:tags r:id="rId1"/>
    </p:custDataLst>
    <p:extLst>
      <p:ext uri="{BB962C8B-B14F-4D97-AF65-F5344CB8AC3E}">
        <p14:creationId xmlns:p14="http://schemas.microsoft.com/office/powerpoint/2010/main" val="1808741269"/>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42" presetClass="entr" presetSubtype="0" fill="hold" nodeType="withEffect">
                                  <p:stCondLst>
                                    <p:cond delay="0"/>
                                  </p:stCondLst>
                                  <p:childTnLst>
                                    <p:set>
                                      <p:cBhvr>
                                        <p:cTn id="6" dur="1" fill="hold">
                                          <p:stCondLst>
                                            <p:cond delay="0"/>
                                          </p:stCondLst>
                                        </p:cTn>
                                        <p:tgtEl>
                                          <p:spTgt spid="9"/>
                                        </p:tgtEl>
                                        <p:attrNameLst>
                                          <p:attrName>style.visibility</p:attrName>
                                        </p:attrNameLst>
                                      </p:cBhvr>
                                      <p:to>
                                        <p:strVal val="visible"/>
                                      </p:to>
                                    </p:set>
                                    <p:animEffect transition="in" filter="fade">
                                      <p:cBhvr>
                                        <p:cTn id="7" dur="1000"/>
                                        <p:tgtEl>
                                          <p:spTgt spid="9"/>
                                        </p:tgtEl>
                                      </p:cBhvr>
                                    </p:animEffect>
                                    <p:anim calcmode="lin" valueType="num">
                                      <p:cBhvr>
                                        <p:cTn id="8" dur="1000" fill="hold"/>
                                        <p:tgtEl>
                                          <p:spTgt spid="9"/>
                                        </p:tgtEl>
                                        <p:attrNameLst>
                                          <p:attrName>ppt_x</p:attrName>
                                        </p:attrNameLst>
                                      </p:cBhvr>
                                      <p:tavLst>
                                        <p:tav tm="0">
                                          <p:val>
                                            <p:strVal val="#ppt_x"/>
                                          </p:val>
                                        </p:tav>
                                        <p:tav tm="100000">
                                          <p:val>
                                            <p:strVal val="#ppt_x"/>
                                          </p:val>
                                        </p:tav>
                                      </p:tavLst>
                                    </p:anim>
                                    <p:anim calcmode="lin" valueType="num">
                                      <p:cBhvr>
                                        <p:cTn id="9" dur="1000" fill="hold"/>
                                        <p:tgtEl>
                                          <p:spTgt spid="9"/>
                                        </p:tgtEl>
                                        <p:attrNameLst>
                                          <p:attrName>ppt_y</p:attrName>
                                        </p:attrNameLst>
                                      </p:cBhvr>
                                      <p:tavLst>
                                        <p:tav tm="0">
                                          <p:val>
                                            <p:strVal val="#ppt_y+.1"/>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32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4" name="组合 3">
            <a:extLst>
              <a:ext uri="{FF2B5EF4-FFF2-40B4-BE49-F238E27FC236}">
                <a16:creationId xmlns:a16="http://schemas.microsoft.com/office/drawing/2014/main" id="{9A1EA9F2-FCB6-48C3-935F-7AE7E3AD14AC}"/>
              </a:ext>
            </a:extLst>
          </p:cNvPr>
          <p:cNvGrpSpPr/>
          <p:nvPr/>
        </p:nvGrpSpPr>
        <p:grpSpPr>
          <a:xfrm>
            <a:off x="304800" y="749300"/>
            <a:ext cx="6192344" cy="400110"/>
            <a:chOff x="424117" y="898245"/>
            <a:chExt cx="6192344" cy="400110"/>
          </a:xfrm>
        </p:grpSpPr>
        <p:sp>
          <p:nvSpPr>
            <p:cNvPr id="2" name="平行四边形 1">
              <a:extLst>
                <a:ext uri="{FF2B5EF4-FFF2-40B4-BE49-F238E27FC236}">
                  <a16:creationId xmlns:a16="http://schemas.microsoft.com/office/drawing/2014/main" id="{1F5BAA3F-9845-4F89-A2DD-8222D3E4EDAC}"/>
                </a:ext>
              </a:extLst>
            </p:cNvPr>
            <p:cNvSpPr/>
            <p:nvPr/>
          </p:nvSpPr>
          <p:spPr>
            <a:xfrm>
              <a:off x="424117" y="898245"/>
              <a:ext cx="628306" cy="387090"/>
            </a:xfrm>
            <a:prstGeom prst="parallelogram">
              <a:avLst/>
            </a:prstGeom>
            <a:solidFill>
              <a:schemeClr val="accent3">
                <a:lumMod val="75000"/>
              </a:schemeClr>
            </a:solidFill>
            <a:ln>
              <a:solidFill>
                <a:schemeClr val="accent3">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CN" sz="2200" dirty="0">
                  <a:latin typeface="Impact" panose="020B0806030902050204" pitchFamily="34" charset="0"/>
                </a:rPr>
                <a:t>01</a:t>
              </a:r>
              <a:endParaRPr lang="zh-CN" altLang="en-US" sz="2200" dirty="0">
                <a:latin typeface="Impact" panose="020B0806030902050204" pitchFamily="34" charset="0"/>
              </a:endParaRPr>
            </a:p>
          </p:txBody>
        </p:sp>
        <p:sp>
          <p:nvSpPr>
            <p:cNvPr id="3" name="文本框 2">
              <a:extLst>
                <a:ext uri="{FF2B5EF4-FFF2-40B4-BE49-F238E27FC236}">
                  <a16:creationId xmlns:a16="http://schemas.microsoft.com/office/drawing/2014/main" id="{4D6BD736-A4D3-4F26-AFED-36E11F50F70B}"/>
                </a:ext>
              </a:extLst>
            </p:cNvPr>
            <p:cNvSpPr txBox="1"/>
            <p:nvPr/>
          </p:nvSpPr>
          <p:spPr>
            <a:xfrm>
              <a:off x="1052423" y="898245"/>
              <a:ext cx="5564038" cy="400110"/>
            </a:xfrm>
            <a:prstGeom prst="rect">
              <a:avLst/>
            </a:prstGeom>
            <a:noFill/>
          </p:spPr>
          <p:txBody>
            <a:bodyPr wrap="square" rtlCol="0">
              <a:spAutoFit/>
            </a:bodyPr>
            <a:lstStyle/>
            <a:p>
              <a:r>
                <a:rPr lang="zh-CN" altLang="en-US" sz="2000" b="1" dirty="0"/>
                <a:t>共享式以太网的争用期</a:t>
              </a:r>
              <a:endParaRPr lang="en-US" altLang="zh-CN" sz="2000" b="1" dirty="0"/>
            </a:p>
          </p:txBody>
        </p:sp>
      </p:grpSp>
      <p:grpSp>
        <p:nvGrpSpPr>
          <p:cNvPr id="7" name="组合 6">
            <a:extLst>
              <a:ext uri="{FF2B5EF4-FFF2-40B4-BE49-F238E27FC236}">
                <a16:creationId xmlns:a16="http://schemas.microsoft.com/office/drawing/2014/main" id="{0800E616-4990-4736-8862-242F9EBD9EE5}"/>
              </a:ext>
            </a:extLst>
          </p:cNvPr>
          <p:cNvGrpSpPr/>
          <p:nvPr/>
        </p:nvGrpSpPr>
        <p:grpSpPr>
          <a:xfrm>
            <a:off x="3580270" y="1483145"/>
            <a:ext cx="5043518" cy="1493071"/>
            <a:chOff x="3117370" y="3621980"/>
            <a:chExt cx="5043518" cy="1493071"/>
          </a:xfrm>
        </p:grpSpPr>
        <p:cxnSp>
          <p:nvCxnSpPr>
            <p:cNvPr id="79" name="直接连接符 78">
              <a:extLst>
                <a:ext uri="{FF2B5EF4-FFF2-40B4-BE49-F238E27FC236}">
                  <a16:creationId xmlns:a16="http://schemas.microsoft.com/office/drawing/2014/main" id="{B50EE89A-0ED5-451A-B7B7-400F31C8340B}"/>
                </a:ext>
              </a:extLst>
            </p:cNvPr>
            <p:cNvCxnSpPr/>
            <p:nvPr/>
          </p:nvCxnSpPr>
          <p:spPr>
            <a:xfrm flipV="1">
              <a:off x="6344924" y="3773930"/>
              <a:ext cx="0" cy="812800"/>
            </a:xfrm>
            <a:prstGeom prst="line">
              <a:avLst/>
            </a:prstGeom>
            <a:ln w="152400">
              <a:solidFill>
                <a:schemeClr val="tx1"/>
              </a:solidFill>
              <a:tailEnd w="med" len="lg"/>
            </a:ln>
          </p:spPr>
          <p:style>
            <a:lnRef idx="1">
              <a:schemeClr val="accent1"/>
            </a:lnRef>
            <a:fillRef idx="0">
              <a:schemeClr val="accent1"/>
            </a:fillRef>
            <a:effectRef idx="0">
              <a:schemeClr val="accent1"/>
            </a:effectRef>
            <a:fontRef idx="minor">
              <a:schemeClr val="tx1"/>
            </a:fontRef>
          </p:style>
        </p:cxnSp>
        <p:cxnSp>
          <p:nvCxnSpPr>
            <p:cNvPr id="46" name="直接连接符 45">
              <a:extLst>
                <a:ext uri="{FF2B5EF4-FFF2-40B4-BE49-F238E27FC236}">
                  <a16:creationId xmlns:a16="http://schemas.microsoft.com/office/drawing/2014/main" id="{68F324E7-1E7B-4122-B649-A70071C4A6D7}"/>
                </a:ext>
              </a:extLst>
            </p:cNvPr>
            <p:cNvCxnSpPr/>
            <p:nvPr/>
          </p:nvCxnSpPr>
          <p:spPr>
            <a:xfrm flipV="1">
              <a:off x="3599261" y="3773930"/>
              <a:ext cx="0" cy="812800"/>
            </a:xfrm>
            <a:prstGeom prst="line">
              <a:avLst/>
            </a:prstGeom>
            <a:ln w="152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8" name="直接连接符 47">
              <a:extLst>
                <a:ext uri="{FF2B5EF4-FFF2-40B4-BE49-F238E27FC236}">
                  <a16:creationId xmlns:a16="http://schemas.microsoft.com/office/drawing/2014/main" id="{4EAB45B4-373A-4ECC-AEA3-0CD6AD6A47BB}"/>
                </a:ext>
              </a:extLst>
            </p:cNvPr>
            <p:cNvCxnSpPr/>
            <p:nvPr/>
          </p:nvCxnSpPr>
          <p:spPr>
            <a:xfrm flipV="1">
              <a:off x="4995763" y="3773930"/>
              <a:ext cx="0" cy="812800"/>
            </a:xfrm>
            <a:prstGeom prst="line">
              <a:avLst/>
            </a:prstGeom>
            <a:ln w="152400">
              <a:solidFill>
                <a:schemeClr val="tx1"/>
              </a:solidFill>
              <a:tailEnd w="med" len="lg"/>
            </a:ln>
          </p:spPr>
          <p:style>
            <a:lnRef idx="1">
              <a:schemeClr val="accent1"/>
            </a:lnRef>
            <a:fillRef idx="0">
              <a:schemeClr val="accent1"/>
            </a:fillRef>
            <a:effectRef idx="0">
              <a:schemeClr val="accent1"/>
            </a:effectRef>
            <a:fontRef idx="minor">
              <a:schemeClr val="tx1"/>
            </a:fontRef>
          </p:style>
        </p:cxnSp>
        <p:cxnSp>
          <p:nvCxnSpPr>
            <p:cNvPr id="50" name="直接连接符 49">
              <a:extLst>
                <a:ext uri="{FF2B5EF4-FFF2-40B4-BE49-F238E27FC236}">
                  <a16:creationId xmlns:a16="http://schemas.microsoft.com/office/drawing/2014/main" id="{866DE1FD-FE69-43AD-A3E9-EB682A52429D}"/>
                </a:ext>
              </a:extLst>
            </p:cNvPr>
            <p:cNvCxnSpPr/>
            <p:nvPr/>
          </p:nvCxnSpPr>
          <p:spPr>
            <a:xfrm flipV="1">
              <a:off x="7730487" y="3773930"/>
              <a:ext cx="0" cy="812800"/>
            </a:xfrm>
            <a:prstGeom prst="line">
              <a:avLst/>
            </a:prstGeom>
            <a:ln w="152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5" name="直接连接符 44">
              <a:extLst>
                <a:ext uri="{FF2B5EF4-FFF2-40B4-BE49-F238E27FC236}">
                  <a16:creationId xmlns:a16="http://schemas.microsoft.com/office/drawing/2014/main" id="{CF25AE11-9337-42C1-B461-2B094F3FF441}"/>
                </a:ext>
              </a:extLst>
            </p:cNvPr>
            <p:cNvCxnSpPr>
              <a:cxnSpLocks/>
              <a:stCxn id="52" idx="3"/>
              <a:endCxn id="53" idx="3"/>
            </p:cNvCxnSpPr>
            <p:nvPr/>
          </p:nvCxnSpPr>
          <p:spPr>
            <a:xfrm>
              <a:off x="3403053" y="3734742"/>
              <a:ext cx="4757835" cy="0"/>
            </a:xfrm>
            <a:prstGeom prst="line">
              <a:avLst/>
            </a:prstGeom>
            <a:ln w="152400">
              <a:solidFill>
                <a:schemeClr val="tx1"/>
              </a:solidFill>
            </a:ln>
          </p:spPr>
          <p:style>
            <a:lnRef idx="1">
              <a:schemeClr val="accent1"/>
            </a:lnRef>
            <a:fillRef idx="0">
              <a:schemeClr val="accent1"/>
            </a:fillRef>
            <a:effectRef idx="0">
              <a:schemeClr val="accent1"/>
            </a:effectRef>
            <a:fontRef idx="minor">
              <a:schemeClr val="tx1"/>
            </a:fontRef>
          </p:style>
        </p:cxnSp>
        <p:sp>
          <p:nvSpPr>
            <p:cNvPr id="52" name="矩形 51">
              <a:extLst>
                <a:ext uri="{FF2B5EF4-FFF2-40B4-BE49-F238E27FC236}">
                  <a16:creationId xmlns:a16="http://schemas.microsoft.com/office/drawing/2014/main" id="{ADC443E8-4D96-4857-9A04-ABD5711A1A74}"/>
                </a:ext>
              </a:extLst>
            </p:cNvPr>
            <p:cNvSpPr/>
            <p:nvPr/>
          </p:nvSpPr>
          <p:spPr>
            <a:xfrm>
              <a:off x="3177529" y="3621980"/>
              <a:ext cx="225524" cy="225524"/>
            </a:xfrm>
            <a:prstGeom prst="rect">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53" name="矩形 52">
              <a:extLst>
                <a:ext uri="{FF2B5EF4-FFF2-40B4-BE49-F238E27FC236}">
                  <a16:creationId xmlns:a16="http://schemas.microsoft.com/office/drawing/2014/main" id="{01A3652D-2CBA-416D-BA7E-94C923ABB90D}"/>
                </a:ext>
              </a:extLst>
            </p:cNvPr>
            <p:cNvSpPr/>
            <p:nvPr/>
          </p:nvSpPr>
          <p:spPr>
            <a:xfrm>
              <a:off x="7935364" y="3621980"/>
              <a:ext cx="225524" cy="225524"/>
            </a:xfrm>
            <a:prstGeom prst="rect">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grpSp>
          <p:nvGrpSpPr>
            <p:cNvPr id="11" name="组合 10">
              <a:extLst>
                <a:ext uri="{FF2B5EF4-FFF2-40B4-BE49-F238E27FC236}">
                  <a16:creationId xmlns:a16="http://schemas.microsoft.com/office/drawing/2014/main" id="{BDD59C05-471B-4561-AD9B-C3EC7C8FCC84}"/>
                </a:ext>
              </a:extLst>
            </p:cNvPr>
            <p:cNvGrpSpPr/>
            <p:nvPr/>
          </p:nvGrpSpPr>
          <p:grpSpPr>
            <a:xfrm>
              <a:off x="3117370" y="4473969"/>
              <a:ext cx="662814" cy="641082"/>
              <a:chOff x="812355" y="3422987"/>
              <a:chExt cx="662814" cy="641082"/>
            </a:xfrm>
          </p:grpSpPr>
          <p:pic>
            <p:nvPicPr>
              <p:cNvPr id="47" name="图形 46">
                <a:extLst>
                  <a:ext uri="{FF2B5EF4-FFF2-40B4-BE49-F238E27FC236}">
                    <a16:creationId xmlns:a16="http://schemas.microsoft.com/office/drawing/2014/main" id="{2F188BC2-B766-4124-BD49-EAFEE881A38F}"/>
                  </a:ext>
                </a:extLst>
              </p:cNvPr>
              <p:cNvPicPr>
                <a:picLocks noChangeAspect="1"/>
              </p:cNvPicPr>
              <p:nvPr/>
            </p:nvPicPr>
            <p:blipFill>
              <a:blip r:embed="rId3">
                <a:extLst>
                  <a:ext uri="{28A0092B-C50C-407E-A947-70E740481C1C}">
                    <a14:useLocalDpi xmlns:a14="http://schemas.microsoft.com/office/drawing/2010/main" val="0"/>
                  </a:ext>
                  <a:ext uri="{96DAC541-7B7A-43D3-8B79-37D633B846F1}">
                    <asvg:svgBlip xmlns:asvg="http://schemas.microsoft.com/office/drawing/2016/SVG/main" r:embed="rId4"/>
                  </a:ext>
                </a:extLst>
              </a:blip>
              <a:stretch>
                <a:fillRect/>
              </a:stretch>
            </p:blipFill>
            <p:spPr>
              <a:xfrm>
                <a:off x="812355" y="3422987"/>
                <a:ext cx="662814" cy="641082"/>
              </a:xfrm>
              <a:prstGeom prst="rect">
                <a:avLst/>
              </a:prstGeom>
            </p:spPr>
          </p:pic>
          <p:sp>
            <p:nvSpPr>
              <p:cNvPr id="10" name="文本框 9">
                <a:extLst>
                  <a:ext uri="{FF2B5EF4-FFF2-40B4-BE49-F238E27FC236}">
                    <a16:creationId xmlns:a16="http://schemas.microsoft.com/office/drawing/2014/main" id="{B6FCB237-5D41-43CE-AB0D-0E6FF7895DCC}"/>
                  </a:ext>
                </a:extLst>
              </p:cNvPr>
              <p:cNvSpPr txBox="1"/>
              <p:nvPr/>
            </p:nvSpPr>
            <p:spPr>
              <a:xfrm>
                <a:off x="1087044" y="3451320"/>
                <a:ext cx="355235" cy="400110"/>
              </a:xfrm>
              <a:prstGeom prst="rect">
                <a:avLst/>
              </a:prstGeom>
              <a:noFill/>
            </p:spPr>
            <p:txBody>
              <a:bodyPr wrap="square" rtlCol="0">
                <a:spAutoFit/>
              </a:bodyPr>
              <a:lstStyle/>
              <a:p>
                <a:pPr algn="ctr"/>
                <a:r>
                  <a:rPr lang="en-US" altLang="zh-CN" sz="2000" b="1" dirty="0">
                    <a:solidFill>
                      <a:schemeClr val="bg1"/>
                    </a:solidFill>
                    <a:latin typeface="Arial Black" panose="020B0A04020102020204" pitchFamily="34" charset="0"/>
                    <a:ea typeface="+mj-ea"/>
                  </a:rPr>
                  <a:t>A</a:t>
                </a:r>
                <a:endParaRPr lang="zh-CN" altLang="en-US" sz="2000" b="1" dirty="0">
                  <a:solidFill>
                    <a:schemeClr val="bg1"/>
                  </a:solidFill>
                  <a:latin typeface="Arial Black" panose="020B0A04020102020204" pitchFamily="34" charset="0"/>
                  <a:ea typeface="+mj-ea"/>
                </a:endParaRPr>
              </a:p>
            </p:txBody>
          </p:sp>
        </p:grpSp>
        <p:grpSp>
          <p:nvGrpSpPr>
            <p:cNvPr id="12" name="组合 11">
              <a:extLst>
                <a:ext uri="{FF2B5EF4-FFF2-40B4-BE49-F238E27FC236}">
                  <a16:creationId xmlns:a16="http://schemas.microsoft.com/office/drawing/2014/main" id="{5269C008-81D1-4D80-9EFF-416BE9397B7F}"/>
                </a:ext>
              </a:extLst>
            </p:cNvPr>
            <p:cNvGrpSpPr/>
            <p:nvPr/>
          </p:nvGrpSpPr>
          <p:grpSpPr>
            <a:xfrm>
              <a:off x="4502430" y="4473969"/>
              <a:ext cx="662814" cy="641082"/>
              <a:chOff x="3209022" y="3422987"/>
              <a:chExt cx="662814" cy="641082"/>
            </a:xfrm>
          </p:grpSpPr>
          <p:pic>
            <p:nvPicPr>
              <p:cNvPr id="49" name="图形 48">
                <a:extLst>
                  <a:ext uri="{FF2B5EF4-FFF2-40B4-BE49-F238E27FC236}">
                    <a16:creationId xmlns:a16="http://schemas.microsoft.com/office/drawing/2014/main" id="{7D68CE9E-EEA6-4751-AC4F-25828AABA975}"/>
                  </a:ext>
                </a:extLst>
              </p:cNvPr>
              <p:cNvPicPr>
                <a:picLocks noChangeAspect="1"/>
              </p:cNvPicPr>
              <p:nvPr/>
            </p:nvPicPr>
            <p:blipFill>
              <a:blip r:embed="rId3">
                <a:extLst>
                  <a:ext uri="{28A0092B-C50C-407E-A947-70E740481C1C}">
                    <a14:useLocalDpi xmlns:a14="http://schemas.microsoft.com/office/drawing/2010/main" val="0"/>
                  </a:ext>
                  <a:ext uri="{96DAC541-7B7A-43D3-8B79-37D633B846F1}">
                    <asvg:svgBlip xmlns:asvg="http://schemas.microsoft.com/office/drawing/2016/SVG/main" r:embed="rId4"/>
                  </a:ext>
                </a:extLst>
              </a:blip>
              <a:stretch>
                <a:fillRect/>
              </a:stretch>
            </p:blipFill>
            <p:spPr>
              <a:xfrm>
                <a:off x="3209022" y="3422987"/>
                <a:ext cx="662814" cy="641082"/>
              </a:xfrm>
              <a:prstGeom prst="rect">
                <a:avLst/>
              </a:prstGeom>
            </p:spPr>
          </p:pic>
          <p:sp>
            <p:nvSpPr>
              <p:cNvPr id="80" name="文本框 79">
                <a:extLst>
                  <a:ext uri="{FF2B5EF4-FFF2-40B4-BE49-F238E27FC236}">
                    <a16:creationId xmlns:a16="http://schemas.microsoft.com/office/drawing/2014/main" id="{9CE13739-FC57-474F-B32B-DE041E416F61}"/>
                  </a:ext>
                </a:extLst>
              </p:cNvPr>
              <p:cNvSpPr txBox="1"/>
              <p:nvPr/>
            </p:nvSpPr>
            <p:spPr>
              <a:xfrm>
                <a:off x="3490791" y="3451320"/>
                <a:ext cx="355235" cy="400110"/>
              </a:xfrm>
              <a:prstGeom prst="rect">
                <a:avLst/>
              </a:prstGeom>
              <a:noFill/>
            </p:spPr>
            <p:txBody>
              <a:bodyPr wrap="square" rtlCol="0">
                <a:spAutoFit/>
              </a:bodyPr>
              <a:lstStyle/>
              <a:p>
                <a:pPr algn="ctr"/>
                <a:r>
                  <a:rPr lang="en-US" altLang="zh-CN" sz="2000" b="1" dirty="0">
                    <a:solidFill>
                      <a:schemeClr val="bg1"/>
                    </a:solidFill>
                    <a:latin typeface="Arial Black" panose="020B0A04020102020204" pitchFamily="34" charset="0"/>
                    <a:ea typeface="+mj-ea"/>
                  </a:rPr>
                  <a:t>B</a:t>
                </a:r>
                <a:endParaRPr lang="zh-CN" altLang="en-US" sz="2000" b="1" dirty="0">
                  <a:solidFill>
                    <a:schemeClr val="bg1"/>
                  </a:solidFill>
                  <a:latin typeface="Arial Black" panose="020B0A04020102020204" pitchFamily="34" charset="0"/>
                  <a:ea typeface="+mj-ea"/>
                </a:endParaRPr>
              </a:p>
            </p:txBody>
          </p:sp>
        </p:grpSp>
        <p:grpSp>
          <p:nvGrpSpPr>
            <p:cNvPr id="13" name="组合 12">
              <a:extLst>
                <a:ext uri="{FF2B5EF4-FFF2-40B4-BE49-F238E27FC236}">
                  <a16:creationId xmlns:a16="http://schemas.microsoft.com/office/drawing/2014/main" id="{004280E2-7973-4298-A45D-96B18B37C837}"/>
                </a:ext>
              </a:extLst>
            </p:cNvPr>
            <p:cNvGrpSpPr/>
            <p:nvPr/>
          </p:nvGrpSpPr>
          <p:grpSpPr>
            <a:xfrm>
              <a:off x="5887490" y="4473969"/>
              <a:ext cx="662814" cy="641082"/>
              <a:chOff x="5605689" y="3422987"/>
              <a:chExt cx="662814" cy="641082"/>
            </a:xfrm>
          </p:grpSpPr>
          <p:pic>
            <p:nvPicPr>
              <p:cNvPr id="51" name="图形 50">
                <a:extLst>
                  <a:ext uri="{FF2B5EF4-FFF2-40B4-BE49-F238E27FC236}">
                    <a16:creationId xmlns:a16="http://schemas.microsoft.com/office/drawing/2014/main" id="{0FE605DE-3103-4C7B-AFC0-03272ED69FD7}"/>
                  </a:ext>
                </a:extLst>
              </p:cNvPr>
              <p:cNvPicPr>
                <a:picLocks noChangeAspect="1"/>
              </p:cNvPicPr>
              <p:nvPr/>
            </p:nvPicPr>
            <p:blipFill>
              <a:blip r:embed="rId3">
                <a:extLst>
                  <a:ext uri="{28A0092B-C50C-407E-A947-70E740481C1C}">
                    <a14:useLocalDpi xmlns:a14="http://schemas.microsoft.com/office/drawing/2010/main" val="0"/>
                  </a:ext>
                  <a:ext uri="{96DAC541-7B7A-43D3-8B79-37D633B846F1}">
                    <asvg:svgBlip xmlns:asvg="http://schemas.microsoft.com/office/drawing/2016/SVG/main" r:embed="rId4"/>
                  </a:ext>
                </a:extLst>
              </a:blip>
              <a:stretch>
                <a:fillRect/>
              </a:stretch>
            </p:blipFill>
            <p:spPr>
              <a:xfrm>
                <a:off x="5605689" y="3422987"/>
                <a:ext cx="662814" cy="641082"/>
              </a:xfrm>
              <a:prstGeom prst="rect">
                <a:avLst/>
              </a:prstGeom>
            </p:spPr>
          </p:pic>
          <p:sp>
            <p:nvSpPr>
              <p:cNvPr id="81" name="文本框 80">
                <a:extLst>
                  <a:ext uri="{FF2B5EF4-FFF2-40B4-BE49-F238E27FC236}">
                    <a16:creationId xmlns:a16="http://schemas.microsoft.com/office/drawing/2014/main" id="{7D90056B-A972-4C0D-8BBB-578A59C26C9E}"/>
                  </a:ext>
                </a:extLst>
              </p:cNvPr>
              <p:cNvSpPr txBox="1"/>
              <p:nvPr/>
            </p:nvSpPr>
            <p:spPr>
              <a:xfrm>
                <a:off x="5885506" y="3451320"/>
                <a:ext cx="355235" cy="400110"/>
              </a:xfrm>
              <a:prstGeom prst="rect">
                <a:avLst/>
              </a:prstGeom>
              <a:noFill/>
            </p:spPr>
            <p:txBody>
              <a:bodyPr wrap="square" rtlCol="0">
                <a:spAutoFit/>
              </a:bodyPr>
              <a:lstStyle/>
              <a:p>
                <a:pPr algn="ctr"/>
                <a:r>
                  <a:rPr lang="en-US" altLang="zh-CN" sz="2000" b="1" dirty="0">
                    <a:solidFill>
                      <a:schemeClr val="bg1"/>
                    </a:solidFill>
                    <a:latin typeface="Arial Black" panose="020B0A04020102020204" pitchFamily="34" charset="0"/>
                    <a:ea typeface="+mj-ea"/>
                  </a:rPr>
                  <a:t>C</a:t>
                </a:r>
                <a:endParaRPr lang="zh-CN" altLang="en-US" sz="2000" b="1" dirty="0">
                  <a:solidFill>
                    <a:schemeClr val="bg1"/>
                  </a:solidFill>
                  <a:latin typeface="Arial Black" panose="020B0A04020102020204" pitchFamily="34" charset="0"/>
                  <a:ea typeface="+mj-ea"/>
                </a:endParaRPr>
              </a:p>
            </p:txBody>
          </p:sp>
        </p:grpSp>
        <p:grpSp>
          <p:nvGrpSpPr>
            <p:cNvPr id="14" name="组合 13">
              <a:extLst>
                <a:ext uri="{FF2B5EF4-FFF2-40B4-BE49-F238E27FC236}">
                  <a16:creationId xmlns:a16="http://schemas.microsoft.com/office/drawing/2014/main" id="{BE3241B0-5443-4CB3-9F63-FC93CD92DC73}"/>
                </a:ext>
              </a:extLst>
            </p:cNvPr>
            <p:cNvGrpSpPr/>
            <p:nvPr/>
          </p:nvGrpSpPr>
          <p:grpSpPr>
            <a:xfrm>
              <a:off x="7272550" y="4473969"/>
              <a:ext cx="662814" cy="641082"/>
              <a:chOff x="8002355" y="3422987"/>
              <a:chExt cx="662814" cy="641082"/>
            </a:xfrm>
          </p:grpSpPr>
          <p:pic>
            <p:nvPicPr>
              <p:cNvPr id="66" name="图形 65">
                <a:extLst>
                  <a:ext uri="{FF2B5EF4-FFF2-40B4-BE49-F238E27FC236}">
                    <a16:creationId xmlns:a16="http://schemas.microsoft.com/office/drawing/2014/main" id="{FE77C39A-4AE1-4FE8-83DC-95D736842A68}"/>
                  </a:ext>
                </a:extLst>
              </p:cNvPr>
              <p:cNvPicPr>
                <a:picLocks noChangeAspect="1"/>
              </p:cNvPicPr>
              <p:nvPr/>
            </p:nvPicPr>
            <p:blipFill>
              <a:blip r:embed="rId3">
                <a:extLst>
                  <a:ext uri="{28A0092B-C50C-407E-A947-70E740481C1C}">
                    <a14:useLocalDpi xmlns:a14="http://schemas.microsoft.com/office/drawing/2010/main" val="0"/>
                  </a:ext>
                  <a:ext uri="{96DAC541-7B7A-43D3-8B79-37D633B846F1}">
                    <asvg:svgBlip xmlns:asvg="http://schemas.microsoft.com/office/drawing/2016/SVG/main" r:embed="rId4"/>
                  </a:ext>
                </a:extLst>
              </a:blip>
              <a:stretch>
                <a:fillRect/>
              </a:stretch>
            </p:blipFill>
            <p:spPr>
              <a:xfrm>
                <a:off x="8002355" y="3422987"/>
                <a:ext cx="662814" cy="641082"/>
              </a:xfrm>
              <a:prstGeom prst="rect">
                <a:avLst/>
              </a:prstGeom>
            </p:spPr>
          </p:pic>
          <p:sp>
            <p:nvSpPr>
              <p:cNvPr id="82" name="文本框 81">
                <a:extLst>
                  <a:ext uri="{FF2B5EF4-FFF2-40B4-BE49-F238E27FC236}">
                    <a16:creationId xmlns:a16="http://schemas.microsoft.com/office/drawing/2014/main" id="{C325C64E-D3DE-4664-A644-B4E5AB503B47}"/>
                  </a:ext>
                </a:extLst>
              </p:cNvPr>
              <p:cNvSpPr txBox="1"/>
              <p:nvPr/>
            </p:nvSpPr>
            <p:spPr>
              <a:xfrm>
                <a:off x="8282675" y="3444742"/>
                <a:ext cx="355235" cy="400110"/>
              </a:xfrm>
              <a:prstGeom prst="rect">
                <a:avLst/>
              </a:prstGeom>
              <a:noFill/>
            </p:spPr>
            <p:txBody>
              <a:bodyPr wrap="square" rtlCol="0">
                <a:spAutoFit/>
              </a:bodyPr>
              <a:lstStyle/>
              <a:p>
                <a:pPr algn="ctr"/>
                <a:r>
                  <a:rPr lang="en-US" altLang="zh-CN" sz="2000" b="1" dirty="0">
                    <a:solidFill>
                      <a:schemeClr val="bg1"/>
                    </a:solidFill>
                    <a:latin typeface="Arial Black" panose="020B0A04020102020204" pitchFamily="34" charset="0"/>
                    <a:ea typeface="+mj-ea"/>
                  </a:rPr>
                  <a:t>D</a:t>
                </a:r>
                <a:endParaRPr lang="zh-CN" altLang="en-US" sz="2000" b="1" dirty="0">
                  <a:solidFill>
                    <a:schemeClr val="bg1"/>
                  </a:solidFill>
                  <a:latin typeface="Arial Black" panose="020B0A04020102020204" pitchFamily="34" charset="0"/>
                  <a:ea typeface="+mj-ea"/>
                </a:endParaRPr>
              </a:p>
            </p:txBody>
          </p:sp>
        </p:grpSp>
      </p:grpSp>
      <p:grpSp>
        <p:nvGrpSpPr>
          <p:cNvPr id="17" name="组合 16">
            <a:extLst>
              <a:ext uri="{FF2B5EF4-FFF2-40B4-BE49-F238E27FC236}">
                <a16:creationId xmlns:a16="http://schemas.microsoft.com/office/drawing/2014/main" id="{FDA2961C-D066-472F-9068-1C0EF44FBDA7}"/>
              </a:ext>
            </a:extLst>
          </p:cNvPr>
          <p:cNvGrpSpPr/>
          <p:nvPr/>
        </p:nvGrpSpPr>
        <p:grpSpPr>
          <a:xfrm>
            <a:off x="4032576" y="1050810"/>
            <a:ext cx="4160811" cy="400110"/>
            <a:chOff x="4032576" y="1050810"/>
            <a:chExt cx="4160811" cy="400110"/>
          </a:xfrm>
        </p:grpSpPr>
        <p:cxnSp>
          <p:nvCxnSpPr>
            <p:cNvPr id="15" name="直接箭头连接符 14">
              <a:extLst>
                <a:ext uri="{FF2B5EF4-FFF2-40B4-BE49-F238E27FC236}">
                  <a16:creationId xmlns:a16="http://schemas.microsoft.com/office/drawing/2014/main" id="{E6A37BDE-7A05-4A5E-8DF9-3AB17C4B131D}"/>
                </a:ext>
              </a:extLst>
            </p:cNvPr>
            <p:cNvCxnSpPr>
              <a:cxnSpLocks/>
            </p:cNvCxnSpPr>
            <p:nvPr/>
          </p:nvCxnSpPr>
          <p:spPr>
            <a:xfrm>
              <a:off x="4032576" y="1250865"/>
              <a:ext cx="4160811" cy="0"/>
            </a:xfrm>
            <a:prstGeom prst="straightConnector1">
              <a:avLst/>
            </a:prstGeom>
            <a:ln w="25400">
              <a:solidFill>
                <a:schemeClr val="tx1"/>
              </a:solidFill>
              <a:tailEnd type="triangle" w="med" len="lg"/>
            </a:ln>
          </p:spPr>
          <p:style>
            <a:lnRef idx="1">
              <a:schemeClr val="accent1"/>
            </a:lnRef>
            <a:fillRef idx="0">
              <a:schemeClr val="accent1"/>
            </a:fillRef>
            <a:effectRef idx="0">
              <a:schemeClr val="accent1"/>
            </a:effectRef>
            <a:fontRef idx="minor">
              <a:schemeClr val="tx1"/>
            </a:fontRef>
          </p:style>
        </p:cxnSp>
        <mc:AlternateContent xmlns:mc="http://schemas.openxmlformats.org/markup-compatibility/2006" xmlns:a14="http://schemas.microsoft.com/office/drawing/2010/main">
          <mc:Choice Requires="a14">
            <p:sp>
              <p:nvSpPr>
                <p:cNvPr id="126" name="íşlïḍè">
                  <a:extLst>
                    <a:ext uri="{FF2B5EF4-FFF2-40B4-BE49-F238E27FC236}">
                      <a16:creationId xmlns:a16="http://schemas.microsoft.com/office/drawing/2014/main" id="{A1D8E5D6-85FB-4561-99CE-6D2D768E9E98}"/>
                    </a:ext>
                  </a:extLst>
                </p:cNvPr>
                <p:cNvSpPr txBox="1"/>
                <p:nvPr/>
              </p:nvSpPr>
              <p:spPr>
                <a:xfrm>
                  <a:off x="4553965" y="1050810"/>
                  <a:ext cx="3248038" cy="400110"/>
                </a:xfrm>
                <a:prstGeom prst="rect">
                  <a:avLst/>
                </a:prstGeom>
                <a:solidFill>
                  <a:schemeClr val="bg1"/>
                </a:solidFill>
              </p:spPr>
              <p:txBody>
                <a:bodyPr wrap="square" lIns="91440" tIns="45720" rIns="91440" bIns="45720" anchor="ctr">
                  <a:noAutofit/>
                </a:bodyPr>
                <a:lstStyle/>
                <a:p>
                  <a:pPr algn="ctr"/>
                  <a:r>
                    <a:rPr lang="zh-CN" altLang="en-US" b="1" dirty="0">
                      <a:latin typeface="Arial Narrow" panose="020B0606020202030204" pitchFamily="34" charset="0"/>
                    </a:rPr>
                    <a:t>以太网单程端到端传播时延</a:t>
                  </a:r>
                  <a14:m>
                    <m:oMath xmlns:m="http://schemas.openxmlformats.org/officeDocument/2006/math">
                      <m:r>
                        <a:rPr lang="el-GR" altLang="zh-CN" sz="2800" b="1" i="1" dirty="0" smtClean="0">
                          <a:latin typeface="Cambria Math" panose="02040503050406030204" pitchFamily="18" charset="0"/>
                        </a:rPr>
                        <m:t>𝝉</m:t>
                      </m:r>
                    </m:oMath>
                  </a14:m>
                  <a:endParaRPr lang="zh-CN" altLang="en-US" b="1" dirty="0">
                    <a:latin typeface="Arial Narrow" panose="020B0606020202030204" pitchFamily="34" charset="0"/>
                  </a:endParaRPr>
                </a:p>
              </p:txBody>
            </p:sp>
          </mc:Choice>
          <mc:Fallback xmlns="">
            <p:sp>
              <p:nvSpPr>
                <p:cNvPr id="126" name="íşlïḍè">
                  <a:extLst>
                    <a:ext uri="{FF2B5EF4-FFF2-40B4-BE49-F238E27FC236}">
                      <a16:creationId xmlns:a16="http://schemas.microsoft.com/office/drawing/2014/main" id="{A1D8E5D6-85FB-4561-99CE-6D2D768E9E98}"/>
                    </a:ext>
                  </a:extLst>
                </p:cNvPr>
                <p:cNvSpPr txBox="1">
                  <a:spLocks noRot="1" noChangeAspect="1" noMove="1" noResize="1" noEditPoints="1" noAdjustHandles="1" noChangeArrowheads="1" noChangeShapeType="1" noTextEdit="1"/>
                </p:cNvSpPr>
                <p:nvPr/>
              </p:nvSpPr>
              <p:spPr>
                <a:xfrm>
                  <a:off x="4553965" y="1050810"/>
                  <a:ext cx="3248038" cy="400110"/>
                </a:xfrm>
                <a:prstGeom prst="rect">
                  <a:avLst/>
                </a:prstGeom>
                <a:blipFill>
                  <a:blip r:embed="rId5"/>
                  <a:stretch>
                    <a:fillRect b="-33333"/>
                  </a:stretch>
                </a:blipFill>
              </p:spPr>
              <p:txBody>
                <a:bodyPr/>
                <a:lstStyle/>
                <a:p>
                  <a:r>
                    <a:rPr lang="zh-CN" altLang="en-US">
                      <a:noFill/>
                    </a:rPr>
                    <a:t> </a:t>
                  </a:r>
                </a:p>
              </p:txBody>
            </p:sp>
          </mc:Fallback>
        </mc:AlternateContent>
      </p:grpSp>
      <p:grpSp>
        <p:nvGrpSpPr>
          <p:cNvPr id="33" name="组合 32">
            <a:extLst>
              <a:ext uri="{FF2B5EF4-FFF2-40B4-BE49-F238E27FC236}">
                <a16:creationId xmlns:a16="http://schemas.microsoft.com/office/drawing/2014/main" id="{8B5C4234-C498-456C-B101-2ACF3886EBBB}"/>
              </a:ext>
            </a:extLst>
          </p:cNvPr>
          <p:cNvGrpSpPr/>
          <p:nvPr/>
        </p:nvGrpSpPr>
        <p:grpSpPr>
          <a:xfrm>
            <a:off x="3678658" y="2976216"/>
            <a:ext cx="4643985" cy="3560080"/>
            <a:chOff x="3678658" y="2976216"/>
            <a:chExt cx="4643985" cy="3560080"/>
          </a:xfrm>
        </p:grpSpPr>
        <p:cxnSp>
          <p:nvCxnSpPr>
            <p:cNvPr id="34" name="直接箭头连接符 33">
              <a:extLst>
                <a:ext uri="{FF2B5EF4-FFF2-40B4-BE49-F238E27FC236}">
                  <a16:creationId xmlns:a16="http://schemas.microsoft.com/office/drawing/2014/main" id="{836E66CA-3EC8-44F3-BF2B-7C3552DA84B2}"/>
                </a:ext>
              </a:extLst>
            </p:cNvPr>
            <p:cNvCxnSpPr>
              <a:cxnSpLocks/>
            </p:cNvCxnSpPr>
            <p:nvPr/>
          </p:nvCxnSpPr>
          <p:spPr>
            <a:xfrm>
              <a:off x="3937171" y="2976216"/>
              <a:ext cx="0" cy="3462684"/>
            </a:xfrm>
            <a:prstGeom prst="straightConnector1">
              <a:avLst/>
            </a:prstGeom>
            <a:ln w="12700">
              <a:solidFill>
                <a:schemeClr val="tx1"/>
              </a:solidFill>
              <a:tailEnd type="triangle"/>
            </a:ln>
          </p:spPr>
          <p:style>
            <a:lnRef idx="1">
              <a:schemeClr val="accent1"/>
            </a:lnRef>
            <a:fillRef idx="0">
              <a:schemeClr val="accent1"/>
            </a:fillRef>
            <a:effectRef idx="0">
              <a:schemeClr val="accent1"/>
            </a:effectRef>
            <a:fontRef idx="minor">
              <a:schemeClr val="tx1"/>
            </a:fontRef>
          </p:style>
        </p:cxnSp>
        <mc:AlternateContent xmlns:mc="http://schemas.openxmlformats.org/markup-compatibility/2006" xmlns:a14="http://schemas.microsoft.com/office/drawing/2010/main">
          <mc:Choice Requires="a14">
            <p:sp>
              <p:nvSpPr>
                <p:cNvPr id="35" name="íşlïḍè">
                  <a:extLst>
                    <a:ext uri="{FF2B5EF4-FFF2-40B4-BE49-F238E27FC236}">
                      <a16:creationId xmlns:a16="http://schemas.microsoft.com/office/drawing/2014/main" id="{12148945-11A6-479E-B355-06CB64D20F85}"/>
                    </a:ext>
                  </a:extLst>
                </p:cNvPr>
                <p:cNvSpPr txBox="1"/>
                <p:nvPr/>
              </p:nvSpPr>
              <p:spPr>
                <a:xfrm>
                  <a:off x="3678658" y="6136186"/>
                  <a:ext cx="258513" cy="400110"/>
                </a:xfrm>
                <a:prstGeom prst="rect">
                  <a:avLst/>
                </a:prstGeom>
                <a:noFill/>
              </p:spPr>
              <p:txBody>
                <a:bodyPr wrap="square" lIns="91440" tIns="45720" rIns="91440" bIns="45720" anchor="ctr">
                  <a:noAutofit/>
                </a:bodyPr>
                <a:lstStyle/>
                <a:p>
                  <a:pPr/>
                  <a14:m>
                    <m:oMathPara xmlns:m="http://schemas.openxmlformats.org/officeDocument/2006/math">
                      <m:oMathParaPr>
                        <m:jc m:val="center"/>
                      </m:oMathParaPr>
                      <m:oMath xmlns:m="http://schemas.openxmlformats.org/officeDocument/2006/math">
                        <m:r>
                          <a:rPr lang="en-US" altLang="zh-CN" b="1" i="1" dirty="0" smtClean="0">
                            <a:latin typeface="Cambria Math" panose="02040503050406030204" pitchFamily="18" charset="0"/>
                          </a:rPr>
                          <m:t>𝒕</m:t>
                        </m:r>
                      </m:oMath>
                    </m:oMathPara>
                  </a14:m>
                  <a:endParaRPr lang="zh-CN" altLang="en-US" b="1" dirty="0">
                    <a:latin typeface="Arial Narrow" panose="020B0606020202030204" pitchFamily="34" charset="0"/>
                  </a:endParaRPr>
                </a:p>
              </p:txBody>
            </p:sp>
          </mc:Choice>
          <mc:Fallback xmlns="">
            <p:sp>
              <p:nvSpPr>
                <p:cNvPr id="35" name="íşlïḍè">
                  <a:extLst>
                    <a:ext uri="{FF2B5EF4-FFF2-40B4-BE49-F238E27FC236}">
                      <a16:creationId xmlns:a16="http://schemas.microsoft.com/office/drawing/2014/main" id="{12148945-11A6-479E-B355-06CB64D20F85}"/>
                    </a:ext>
                  </a:extLst>
                </p:cNvPr>
                <p:cNvSpPr txBox="1">
                  <a:spLocks noRot="1" noChangeAspect="1" noMove="1" noResize="1" noEditPoints="1" noAdjustHandles="1" noChangeArrowheads="1" noChangeShapeType="1" noTextEdit="1"/>
                </p:cNvSpPr>
                <p:nvPr/>
              </p:nvSpPr>
              <p:spPr>
                <a:xfrm>
                  <a:off x="3678658" y="6136186"/>
                  <a:ext cx="258513" cy="400110"/>
                </a:xfrm>
                <a:prstGeom prst="rect">
                  <a:avLst/>
                </a:prstGeom>
                <a:blipFill>
                  <a:blip r:embed="rId6"/>
                  <a:stretch>
                    <a:fillRect r="-2326"/>
                  </a:stretch>
                </a:blipFill>
              </p:spPr>
              <p:txBody>
                <a:bodyPr/>
                <a:lstStyle/>
                <a:p>
                  <a:r>
                    <a:rPr lang="zh-CN" altLang="en-US">
                      <a:noFill/>
                    </a:rPr>
                    <a:t> </a:t>
                  </a:r>
                </a:p>
              </p:txBody>
            </p:sp>
          </mc:Fallback>
        </mc:AlternateContent>
        <p:cxnSp>
          <p:nvCxnSpPr>
            <p:cNvPr id="36" name="直接箭头连接符 35">
              <a:extLst>
                <a:ext uri="{FF2B5EF4-FFF2-40B4-BE49-F238E27FC236}">
                  <a16:creationId xmlns:a16="http://schemas.microsoft.com/office/drawing/2014/main" id="{6A476CED-088C-4368-AEA7-E92697E7A5CB}"/>
                </a:ext>
              </a:extLst>
            </p:cNvPr>
            <p:cNvCxnSpPr>
              <a:cxnSpLocks/>
            </p:cNvCxnSpPr>
            <p:nvPr/>
          </p:nvCxnSpPr>
          <p:spPr>
            <a:xfrm>
              <a:off x="8066857" y="2976216"/>
              <a:ext cx="0" cy="3462684"/>
            </a:xfrm>
            <a:prstGeom prst="straightConnector1">
              <a:avLst/>
            </a:prstGeom>
            <a:ln w="12700">
              <a:solidFill>
                <a:schemeClr val="tx1"/>
              </a:solidFill>
              <a:tailEnd type="triangle"/>
            </a:ln>
          </p:spPr>
          <p:style>
            <a:lnRef idx="1">
              <a:schemeClr val="accent1"/>
            </a:lnRef>
            <a:fillRef idx="0">
              <a:schemeClr val="accent1"/>
            </a:fillRef>
            <a:effectRef idx="0">
              <a:schemeClr val="accent1"/>
            </a:effectRef>
            <a:fontRef idx="minor">
              <a:schemeClr val="tx1"/>
            </a:fontRef>
          </p:style>
        </p:cxnSp>
        <mc:AlternateContent xmlns:mc="http://schemas.openxmlformats.org/markup-compatibility/2006" xmlns:a14="http://schemas.microsoft.com/office/drawing/2010/main">
          <mc:Choice Requires="a14">
            <p:sp>
              <p:nvSpPr>
                <p:cNvPr id="37" name="íşlïḍè">
                  <a:extLst>
                    <a:ext uri="{FF2B5EF4-FFF2-40B4-BE49-F238E27FC236}">
                      <a16:creationId xmlns:a16="http://schemas.microsoft.com/office/drawing/2014/main" id="{B4F1F3FB-E91E-44E0-A337-7A3F8F5676E7}"/>
                    </a:ext>
                  </a:extLst>
                </p:cNvPr>
                <p:cNvSpPr txBox="1"/>
                <p:nvPr/>
              </p:nvSpPr>
              <p:spPr>
                <a:xfrm>
                  <a:off x="8064130" y="6136186"/>
                  <a:ext cx="258513" cy="400110"/>
                </a:xfrm>
                <a:prstGeom prst="rect">
                  <a:avLst/>
                </a:prstGeom>
                <a:noFill/>
              </p:spPr>
              <p:txBody>
                <a:bodyPr wrap="square" lIns="91440" tIns="45720" rIns="91440" bIns="45720" anchor="ctr">
                  <a:noAutofit/>
                </a:bodyPr>
                <a:lstStyle/>
                <a:p>
                  <a:pPr/>
                  <a14:m>
                    <m:oMathPara xmlns:m="http://schemas.openxmlformats.org/officeDocument/2006/math">
                      <m:oMathParaPr>
                        <m:jc m:val="center"/>
                      </m:oMathParaPr>
                      <m:oMath xmlns:m="http://schemas.openxmlformats.org/officeDocument/2006/math">
                        <m:r>
                          <a:rPr lang="en-US" altLang="zh-CN" b="1" i="1" dirty="0" smtClean="0">
                            <a:latin typeface="Cambria Math" panose="02040503050406030204" pitchFamily="18" charset="0"/>
                          </a:rPr>
                          <m:t>𝒕</m:t>
                        </m:r>
                      </m:oMath>
                    </m:oMathPara>
                  </a14:m>
                  <a:endParaRPr lang="zh-CN" altLang="en-US" b="1" dirty="0">
                    <a:latin typeface="Arial Narrow" panose="020B0606020202030204" pitchFamily="34" charset="0"/>
                  </a:endParaRPr>
                </a:p>
              </p:txBody>
            </p:sp>
          </mc:Choice>
          <mc:Fallback xmlns="">
            <p:sp>
              <p:nvSpPr>
                <p:cNvPr id="37" name="íşlïḍè">
                  <a:extLst>
                    <a:ext uri="{FF2B5EF4-FFF2-40B4-BE49-F238E27FC236}">
                      <a16:creationId xmlns:a16="http://schemas.microsoft.com/office/drawing/2014/main" id="{B4F1F3FB-E91E-44E0-A337-7A3F8F5676E7}"/>
                    </a:ext>
                  </a:extLst>
                </p:cNvPr>
                <p:cNvSpPr txBox="1">
                  <a:spLocks noRot="1" noChangeAspect="1" noMove="1" noResize="1" noEditPoints="1" noAdjustHandles="1" noChangeArrowheads="1" noChangeShapeType="1" noTextEdit="1"/>
                </p:cNvSpPr>
                <p:nvPr/>
              </p:nvSpPr>
              <p:spPr>
                <a:xfrm>
                  <a:off x="8064130" y="6136186"/>
                  <a:ext cx="258513" cy="400110"/>
                </a:xfrm>
                <a:prstGeom prst="rect">
                  <a:avLst/>
                </a:prstGeom>
                <a:blipFill>
                  <a:blip r:embed="rId7"/>
                  <a:stretch>
                    <a:fillRect r="-2381"/>
                  </a:stretch>
                </a:blipFill>
              </p:spPr>
              <p:txBody>
                <a:bodyPr/>
                <a:lstStyle/>
                <a:p>
                  <a:r>
                    <a:rPr lang="zh-CN" altLang="en-US">
                      <a:noFill/>
                    </a:rPr>
                    <a:t> </a:t>
                  </a:r>
                </a:p>
              </p:txBody>
            </p:sp>
          </mc:Fallback>
        </mc:AlternateContent>
      </p:grpSp>
      <p:sp>
        <p:nvSpPr>
          <p:cNvPr id="38" name="平行四边形 37">
            <a:extLst>
              <a:ext uri="{FF2B5EF4-FFF2-40B4-BE49-F238E27FC236}">
                <a16:creationId xmlns:a16="http://schemas.microsoft.com/office/drawing/2014/main" id="{EA24BC25-2BFD-0157-A671-CF1B2B04F80F}"/>
              </a:ext>
            </a:extLst>
          </p:cNvPr>
          <p:cNvSpPr/>
          <p:nvPr/>
        </p:nvSpPr>
        <p:spPr>
          <a:xfrm>
            <a:off x="304799" y="749300"/>
            <a:ext cx="695119" cy="387090"/>
          </a:xfrm>
          <a:prstGeom prst="parallelogram">
            <a:avLst/>
          </a:prstGeom>
          <a:solidFill>
            <a:schemeClr val="accent3">
              <a:lumMod val="75000"/>
            </a:schemeClr>
          </a:solidFill>
          <a:ln>
            <a:solidFill>
              <a:schemeClr val="accent3">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CN" sz="2200" dirty="0">
                <a:latin typeface="Impact" panose="020B0806030902050204" pitchFamily="34" charset="0"/>
              </a:rPr>
              <a:t>02</a:t>
            </a:r>
            <a:endParaRPr lang="zh-CN" altLang="en-US" sz="2200" dirty="0">
              <a:latin typeface="Impact" panose="020B0806030902050204" pitchFamily="34" charset="0"/>
            </a:endParaRPr>
          </a:p>
        </p:txBody>
      </p:sp>
    </p:spTree>
    <p:custDataLst>
      <p:tags r:id="rId1"/>
    </p:custDataLst>
    <p:extLst>
      <p:ext uri="{BB962C8B-B14F-4D97-AF65-F5344CB8AC3E}">
        <p14:creationId xmlns:p14="http://schemas.microsoft.com/office/powerpoint/2010/main" val="89579848"/>
      </p:ext>
    </p:extLst>
  </p:cSld>
  <p:clrMapOvr>
    <a:masterClrMapping/>
  </p:clrMapOvr>
  <mc:AlternateContent xmlns:mc="http://schemas.openxmlformats.org/markup-compatibility/2006" xmlns:p159="http://schemas.microsoft.com/office/powerpoint/2015/09/main">
    <mc:Choice Requires="p159">
      <p:transition spd="slow">
        <p159:morph option="byObject"/>
      </p:transition>
    </mc:Choice>
    <mc:Fallback xmlns="">
      <p:transition spd="slow">
        <p:fade/>
      </p:transition>
    </mc:Fallback>
  </mc:AlternateContent>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2" presetClass="entr" presetSubtype="8" fill="hold" nodeType="clickEffect">
                                  <p:stCondLst>
                                    <p:cond delay="0"/>
                                  </p:stCondLst>
                                  <p:childTnLst>
                                    <p:set>
                                      <p:cBhvr>
                                        <p:cTn id="6" dur="1" fill="hold">
                                          <p:stCondLst>
                                            <p:cond delay="0"/>
                                          </p:stCondLst>
                                        </p:cTn>
                                        <p:tgtEl>
                                          <p:spTgt spid="17"/>
                                        </p:tgtEl>
                                        <p:attrNameLst>
                                          <p:attrName>style.visibility</p:attrName>
                                        </p:attrNameLst>
                                      </p:cBhvr>
                                      <p:to>
                                        <p:strVal val="visible"/>
                                      </p:to>
                                    </p:set>
                                    <p:animEffect transition="in" filter="wipe(left)">
                                      <p:cBhvr>
                                        <p:cTn id="7" dur="700"/>
                                        <p:tgtEl>
                                          <p:spTgt spid="17"/>
                                        </p:tgtEl>
                                      </p:cBhvr>
                                    </p:animEffect>
                                  </p:childTnLst>
                                </p:cTn>
                              </p:par>
                            </p:childTnLst>
                          </p:cTn>
                        </p:par>
                      </p:childTnLst>
                    </p:cTn>
                  </p:par>
                  <p:par>
                    <p:cTn id="8" fill="hold">
                      <p:stCondLst>
                        <p:cond delay="indefinite"/>
                      </p:stCondLst>
                      <p:childTnLst>
                        <p:par>
                          <p:cTn id="9" fill="hold">
                            <p:stCondLst>
                              <p:cond delay="0"/>
                            </p:stCondLst>
                            <p:childTnLst>
                              <p:par>
                                <p:cTn id="10" presetID="22" presetClass="entr" presetSubtype="1" fill="hold" nodeType="clickEffect">
                                  <p:stCondLst>
                                    <p:cond delay="0"/>
                                  </p:stCondLst>
                                  <p:childTnLst>
                                    <p:set>
                                      <p:cBhvr>
                                        <p:cTn id="11" dur="1" fill="hold">
                                          <p:stCondLst>
                                            <p:cond delay="0"/>
                                          </p:stCondLst>
                                        </p:cTn>
                                        <p:tgtEl>
                                          <p:spTgt spid="33"/>
                                        </p:tgtEl>
                                        <p:attrNameLst>
                                          <p:attrName>style.visibility</p:attrName>
                                        </p:attrNameLst>
                                      </p:cBhvr>
                                      <p:to>
                                        <p:strVal val="visible"/>
                                      </p:to>
                                    </p:set>
                                    <p:animEffect transition="in" filter="wipe(up)">
                                      <p:cBhvr>
                                        <p:cTn id="12" dur="1000"/>
                                        <p:tgtEl>
                                          <p:spTgt spid="33"/>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32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4" name="组合 3">
            <a:extLst>
              <a:ext uri="{FF2B5EF4-FFF2-40B4-BE49-F238E27FC236}">
                <a16:creationId xmlns:a16="http://schemas.microsoft.com/office/drawing/2014/main" id="{9A1EA9F2-FCB6-48C3-935F-7AE7E3AD14AC}"/>
              </a:ext>
            </a:extLst>
          </p:cNvPr>
          <p:cNvGrpSpPr/>
          <p:nvPr/>
        </p:nvGrpSpPr>
        <p:grpSpPr>
          <a:xfrm>
            <a:off x="304800" y="749300"/>
            <a:ext cx="6192344" cy="400110"/>
            <a:chOff x="424117" y="898245"/>
            <a:chExt cx="6192344" cy="400110"/>
          </a:xfrm>
        </p:grpSpPr>
        <p:sp>
          <p:nvSpPr>
            <p:cNvPr id="2" name="平行四边形 1">
              <a:extLst>
                <a:ext uri="{FF2B5EF4-FFF2-40B4-BE49-F238E27FC236}">
                  <a16:creationId xmlns:a16="http://schemas.microsoft.com/office/drawing/2014/main" id="{1F5BAA3F-9845-4F89-A2DD-8222D3E4EDAC}"/>
                </a:ext>
              </a:extLst>
            </p:cNvPr>
            <p:cNvSpPr/>
            <p:nvPr/>
          </p:nvSpPr>
          <p:spPr>
            <a:xfrm>
              <a:off x="424117" y="898245"/>
              <a:ext cx="628306" cy="387090"/>
            </a:xfrm>
            <a:prstGeom prst="parallelogram">
              <a:avLst/>
            </a:prstGeom>
            <a:solidFill>
              <a:schemeClr val="accent3">
                <a:lumMod val="75000"/>
              </a:schemeClr>
            </a:solidFill>
            <a:ln>
              <a:solidFill>
                <a:schemeClr val="accent3">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CN" sz="2200" dirty="0">
                  <a:latin typeface="Impact" panose="020B0806030902050204" pitchFamily="34" charset="0"/>
                </a:rPr>
                <a:t>01</a:t>
              </a:r>
              <a:endParaRPr lang="zh-CN" altLang="en-US" sz="2200" dirty="0">
                <a:latin typeface="Impact" panose="020B0806030902050204" pitchFamily="34" charset="0"/>
              </a:endParaRPr>
            </a:p>
          </p:txBody>
        </p:sp>
        <p:sp>
          <p:nvSpPr>
            <p:cNvPr id="3" name="文本框 2">
              <a:extLst>
                <a:ext uri="{FF2B5EF4-FFF2-40B4-BE49-F238E27FC236}">
                  <a16:creationId xmlns:a16="http://schemas.microsoft.com/office/drawing/2014/main" id="{4D6BD736-A4D3-4F26-AFED-36E11F50F70B}"/>
                </a:ext>
              </a:extLst>
            </p:cNvPr>
            <p:cNvSpPr txBox="1"/>
            <p:nvPr/>
          </p:nvSpPr>
          <p:spPr>
            <a:xfrm>
              <a:off x="1052423" y="898245"/>
              <a:ext cx="5564038" cy="400110"/>
            </a:xfrm>
            <a:prstGeom prst="rect">
              <a:avLst/>
            </a:prstGeom>
            <a:noFill/>
          </p:spPr>
          <p:txBody>
            <a:bodyPr wrap="square" rtlCol="0">
              <a:spAutoFit/>
            </a:bodyPr>
            <a:lstStyle/>
            <a:p>
              <a:r>
                <a:rPr lang="zh-CN" altLang="en-US" sz="2000" b="1" dirty="0"/>
                <a:t>共享式以太网的争用期</a:t>
              </a:r>
              <a:endParaRPr lang="en-US" altLang="zh-CN" sz="2000" b="1" dirty="0"/>
            </a:p>
          </p:txBody>
        </p:sp>
      </p:grpSp>
      <p:grpSp>
        <p:nvGrpSpPr>
          <p:cNvPr id="7" name="组合 6">
            <a:extLst>
              <a:ext uri="{FF2B5EF4-FFF2-40B4-BE49-F238E27FC236}">
                <a16:creationId xmlns:a16="http://schemas.microsoft.com/office/drawing/2014/main" id="{0800E616-4990-4736-8862-242F9EBD9EE5}"/>
              </a:ext>
            </a:extLst>
          </p:cNvPr>
          <p:cNvGrpSpPr/>
          <p:nvPr/>
        </p:nvGrpSpPr>
        <p:grpSpPr>
          <a:xfrm>
            <a:off x="3580270" y="1483145"/>
            <a:ext cx="5043518" cy="1493071"/>
            <a:chOff x="3117370" y="3621980"/>
            <a:chExt cx="5043518" cy="1493071"/>
          </a:xfrm>
        </p:grpSpPr>
        <p:cxnSp>
          <p:nvCxnSpPr>
            <p:cNvPr id="79" name="直接连接符 78">
              <a:extLst>
                <a:ext uri="{FF2B5EF4-FFF2-40B4-BE49-F238E27FC236}">
                  <a16:creationId xmlns:a16="http://schemas.microsoft.com/office/drawing/2014/main" id="{B50EE89A-0ED5-451A-B7B7-400F31C8340B}"/>
                </a:ext>
              </a:extLst>
            </p:cNvPr>
            <p:cNvCxnSpPr/>
            <p:nvPr/>
          </p:nvCxnSpPr>
          <p:spPr>
            <a:xfrm flipV="1">
              <a:off x="6344924" y="3773930"/>
              <a:ext cx="0" cy="812800"/>
            </a:xfrm>
            <a:prstGeom prst="line">
              <a:avLst/>
            </a:prstGeom>
            <a:ln w="152400">
              <a:solidFill>
                <a:schemeClr val="tx1"/>
              </a:solidFill>
              <a:tailEnd w="med" len="lg"/>
            </a:ln>
          </p:spPr>
          <p:style>
            <a:lnRef idx="1">
              <a:schemeClr val="accent1"/>
            </a:lnRef>
            <a:fillRef idx="0">
              <a:schemeClr val="accent1"/>
            </a:fillRef>
            <a:effectRef idx="0">
              <a:schemeClr val="accent1"/>
            </a:effectRef>
            <a:fontRef idx="minor">
              <a:schemeClr val="tx1"/>
            </a:fontRef>
          </p:style>
        </p:cxnSp>
        <p:cxnSp>
          <p:nvCxnSpPr>
            <p:cNvPr id="46" name="直接连接符 45">
              <a:extLst>
                <a:ext uri="{FF2B5EF4-FFF2-40B4-BE49-F238E27FC236}">
                  <a16:creationId xmlns:a16="http://schemas.microsoft.com/office/drawing/2014/main" id="{68F324E7-1E7B-4122-B649-A70071C4A6D7}"/>
                </a:ext>
              </a:extLst>
            </p:cNvPr>
            <p:cNvCxnSpPr/>
            <p:nvPr/>
          </p:nvCxnSpPr>
          <p:spPr>
            <a:xfrm flipV="1">
              <a:off x="3599261" y="3773930"/>
              <a:ext cx="0" cy="812800"/>
            </a:xfrm>
            <a:prstGeom prst="line">
              <a:avLst/>
            </a:prstGeom>
            <a:ln w="152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8" name="直接连接符 47">
              <a:extLst>
                <a:ext uri="{FF2B5EF4-FFF2-40B4-BE49-F238E27FC236}">
                  <a16:creationId xmlns:a16="http://schemas.microsoft.com/office/drawing/2014/main" id="{4EAB45B4-373A-4ECC-AEA3-0CD6AD6A47BB}"/>
                </a:ext>
              </a:extLst>
            </p:cNvPr>
            <p:cNvCxnSpPr/>
            <p:nvPr/>
          </p:nvCxnSpPr>
          <p:spPr>
            <a:xfrm flipV="1">
              <a:off x="4995763" y="3773930"/>
              <a:ext cx="0" cy="812800"/>
            </a:xfrm>
            <a:prstGeom prst="line">
              <a:avLst/>
            </a:prstGeom>
            <a:ln w="152400">
              <a:solidFill>
                <a:schemeClr val="tx1"/>
              </a:solidFill>
              <a:tailEnd w="med" len="lg"/>
            </a:ln>
          </p:spPr>
          <p:style>
            <a:lnRef idx="1">
              <a:schemeClr val="accent1"/>
            </a:lnRef>
            <a:fillRef idx="0">
              <a:schemeClr val="accent1"/>
            </a:fillRef>
            <a:effectRef idx="0">
              <a:schemeClr val="accent1"/>
            </a:effectRef>
            <a:fontRef idx="minor">
              <a:schemeClr val="tx1"/>
            </a:fontRef>
          </p:style>
        </p:cxnSp>
        <p:cxnSp>
          <p:nvCxnSpPr>
            <p:cNvPr id="50" name="直接连接符 49">
              <a:extLst>
                <a:ext uri="{FF2B5EF4-FFF2-40B4-BE49-F238E27FC236}">
                  <a16:creationId xmlns:a16="http://schemas.microsoft.com/office/drawing/2014/main" id="{866DE1FD-FE69-43AD-A3E9-EB682A52429D}"/>
                </a:ext>
              </a:extLst>
            </p:cNvPr>
            <p:cNvCxnSpPr/>
            <p:nvPr/>
          </p:nvCxnSpPr>
          <p:spPr>
            <a:xfrm flipV="1">
              <a:off x="7730487" y="3773930"/>
              <a:ext cx="0" cy="812800"/>
            </a:xfrm>
            <a:prstGeom prst="line">
              <a:avLst/>
            </a:prstGeom>
            <a:ln w="152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5" name="直接连接符 44">
              <a:extLst>
                <a:ext uri="{FF2B5EF4-FFF2-40B4-BE49-F238E27FC236}">
                  <a16:creationId xmlns:a16="http://schemas.microsoft.com/office/drawing/2014/main" id="{CF25AE11-9337-42C1-B461-2B094F3FF441}"/>
                </a:ext>
              </a:extLst>
            </p:cNvPr>
            <p:cNvCxnSpPr>
              <a:cxnSpLocks/>
              <a:stCxn id="52" idx="3"/>
              <a:endCxn id="53" idx="3"/>
            </p:cNvCxnSpPr>
            <p:nvPr/>
          </p:nvCxnSpPr>
          <p:spPr>
            <a:xfrm>
              <a:off x="3403053" y="3734742"/>
              <a:ext cx="4757835" cy="0"/>
            </a:xfrm>
            <a:prstGeom prst="line">
              <a:avLst/>
            </a:prstGeom>
            <a:ln w="152400">
              <a:solidFill>
                <a:schemeClr val="tx1"/>
              </a:solidFill>
            </a:ln>
          </p:spPr>
          <p:style>
            <a:lnRef idx="1">
              <a:schemeClr val="accent1"/>
            </a:lnRef>
            <a:fillRef idx="0">
              <a:schemeClr val="accent1"/>
            </a:fillRef>
            <a:effectRef idx="0">
              <a:schemeClr val="accent1"/>
            </a:effectRef>
            <a:fontRef idx="minor">
              <a:schemeClr val="tx1"/>
            </a:fontRef>
          </p:style>
        </p:cxnSp>
        <p:sp>
          <p:nvSpPr>
            <p:cNvPr id="52" name="矩形 51">
              <a:extLst>
                <a:ext uri="{FF2B5EF4-FFF2-40B4-BE49-F238E27FC236}">
                  <a16:creationId xmlns:a16="http://schemas.microsoft.com/office/drawing/2014/main" id="{ADC443E8-4D96-4857-9A04-ABD5711A1A74}"/>
                </a:ext>
              </a:extLst>
            </p:cNvPr>
            <p:cNvSpPr/>
            <p:nvPr/>
          </p:nvSpPr>
          <p:spPr>
            <a:xfrm>
              <a:off x="3177529" y="3621980"/>
              <a:ext cx="225524" cy="225524"/>
            </a:xfrm>
            <a:prstGeom prst="rect">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53" name="矩形 52">
              <a:extLst>
                <a:ext uri="{FF2B5EF4-FFF2-40B4-BE49-F238E27FC236}">
                  <a16:creationId xmlns:a16="http://schemas.microsoft.com/office/drawing/2014/main" id="{01A3652D-2CBA-416D-BA7E-94C923ABB90D}"/>
                </a:ext>
              </a:extLst>
            </p:cNvPr>
            <p:cNvSpPr/>
            <p:nvPr/>
          </p:nvSpPr>
          <p:spPr>
            <a:xfrm>
              <a:off x="7935364" y="3621980"/>
              <a:ext cx="225524" cy="225524"/>
            </a:xfrm>
            <a:prstGeom prst="rect">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grpSp>
          <p:nvGrpSpPr>
            <p:cNvPr id="11" name="组合 10">
              <a:extLst>
                <a:ext uri="{FF2B5EF4-FFF2-40B4-BE49-F238E27FC236}">
                  <a16:creationId xmlns:a16="http://schemas.microsoft.com/office/drawing/2014/main" id="{BDD59C05-471B-4561-AD9B-C3EC7C8FCC84}"/>
                </a:ext>
              </a:extLst>
            </p:cNvPr>
            <p:cNvGrpSpPr/>
            <p:nvPr/>
          </p:nvGrpSpPr>
          <p:grpSpPr>
            <a:xfrm>
              <a:off x="3117370" y="4473969"/>
              <a:ext cx="662814" cy="641082"/>
              <a:chOff x="812355" y="3422987"/>
              <a:chExt cx="662814" cy="641082"/>
            </a:xfrm>
          </p:grpSpPr>
          <p:pic>
            <p:nvPicPr>
              <p:cNvPr id="47" name="图形 46">
                <a:extLst>
                  <a:ext uri="{FF2B5EF4-FFF2-40B4-BE49-F238E27FC236}">
                    <a16:creationId xmlns:a16="http://schemas.microsoft.com/office/drawing/2014/main" id="{2F188BC2-B766-4124-BD49-EAFEE881A38F}"/>
                  </a:ext>
                </a:extLst>
              </p:cNvPr>
              <p:cNvPicPr>
                <a:picLocks noChangeAspect="1"/>
              </p:cNvPicPr>
              <p:nvPr/>
            </p:nvPicPr>
            <p:blipFill>
              <a:blip r:embed="rId3">
                <a:extLst>
                  <a:ext uri="{28A0092B-C50C-407E-A947-70E740481C1C}">
                    <a14:useLocalDpi xmlns:a14="http://schemas.microsoft.com/office/drawing/2010/main" val="0"/>
                  </a:ext>
                  <a:ext uri="{96DAC541-7B7A-43D3-8B79-37D633B846F1}">
                    <asvg:svgBlip xmlns:asvg="http://schemas.microsoft.com/office/drawing/2016/SVG/main" r:embed="rId4"/>
                  </a:ext>
                </a:extLst>
              </a:blip>
              <a:stretch>
                <a:fillRect/>
              </a:stretch>
            </p:blipFill>
            <p:spPr>
              <a:xfrm>
                <a:off x="812355" y="3422987"/>
                <a:ext cx="662814" cy="641082"/>
              </a:xfrm>
              <a:prstGeom prst="rect">
                <a:avLst/>
              </a:prstGeom>
            </p:spPr>
          </p:pic>
          <p:sp>
            <p:nvSpPr>
              <p:cNvPr id="10" name="文本框 9">
                <a:extLst>
                  <a:ext uri="{FF2B5EF4-FFF2-40B4-BE49-F238E27FC236}">
                    <a16:creationId xmlns:a16="http://schemas.microsoft.com/office/drawing/2014/main" id="{B6FCB237-5D41-43CE-AB0D-0E6FF7895DCC}"/>
                  </a:ext>
                </a:extLst>
              </p:cNvPr>
              <p:cNvSpPr txBox="1"/>
              <p:nvPr/>
            </p:nvSpPr>
            <p:spPr>
              <a:xfrm>
                <a:off x="1087044" y="3451320"/>
                <a:ext cx="355235" cy="400110"/>
              </a:xfrm>
              <a:prstGeom prst="rect">
                <a:avLst/>
              </a:prstGeom>
              <a:noFill/>
            </p:spPr>
            <p:txBody>
              <a:bodyPr wrap="square" rtlCol="0">
                <a:spAutoFit/>
              </a:bodyPr>
              <a:lstStyle/>
              <a:p>
                <a:pPr algn="ctr"/>
                <a:r>
                  <a:rPr lang="en-US" altLang="zh-CN" sz="2000" b="1" dirty="0">
                    <a:solidFill>
                      <a:schemeClr val="bg1"/>
                    </a:solidFill>
                    <a:latin typeface="Arial Black" panose="020B0A04020102020204" pitchFamily="34" charset="0"/>
                    <a:ea typeface="+mj-ea"/>
                  </a:rPr>
                  <a:t>A</a:t>
                </a:r>
                <a:endParaRPr lang="zh-CN" altLang="en-US" sz="2000" b="1" dirty="0">
                  <a:solidFill>
                    <a:schemeClr val="bg1"/>
                  </a:solidFill>
                  <a:latin typeface="Arial Black" panose="020B0A04020102020204" pitchFamily="34" charset="0"/>
                  <a:ea typeface="+mj-ea"/>
                </a:endParaRPr>
              </a:p>
            </p:txBody>
          </p:sp>
        </p:grpSp>
        <p:grpSp>
          <p:nvGrpSpPr>
            <p:cNvPr id="12" name="组合 11">
              <a:extLst>
                <a:ext uri="{FF2B5EF4-FFF2-40B4-BE49-F238E27FC236}">
                  <a16:creationId xmlns:a16="http://schemas.microsoft.com/office/drawing/2014/main" id="{5269C008-81D1-4D80-9EFF-416BE9397B7F}"/>
                </a:ext>
              </a:extLst>
            </p:cNvPr>
            <p:cNvGrpSpPr/>
            <p:nvPr/>
          </p:nvGrpSpPr>
          <p:grpSpPr>
            <a:xfrm>
              <a:off x="4502430" y="4473969"/>
              <a:ext cx="662814" cy="641082"/>
              <a:chOff x="3209022" y="3422987"/>
              <a:chExt cx="662814" cy="641082"/>
            </a:xfrm>
          </p:grpSpPr>
          <p:pic>
            <p:nvPicPr>
              <p:cNvPr id="49" name="图形 48">
                <a:extLst>
                  <a:ext uri="{FF2B5EF4-FFF2-40B4-BE49-F238E27FC236}">
                    <a16:creationId xmlns:a16="http://schemas.microsoft.com/office/drawing/2014/main" id="{7D68CE9E-EEA6-4751-AC4F-25828AABA975}"/>
                  </a:ext>
                </a:extLst>
              </p:cNvPr>
              <p:cNvPicPr>
                <a:picLocks noChangeAspect="1"/>
              </p:cNvPicPr>
              <p:nvPr/>
            </p:nvPicPr>
            <p:blipFill>
              <a:blip r:embed="rId3">
                <a:extLst>
                  <a:ext uri="{28A0092B-C50C-407E-A947-70E740481C1C}">
                    <a14:useLocalDpi xmlns:a14="http://schemas.microsoft.com/office/drawing/2010/main" val="0"/>
                  </a:ext>
                  <a:ext uri="{96DAC541-7B7A-43D3-8B79-37D633B846F1}">
                    <asvg:svgBlip xmlns:asvg="http://schemas.microsoft.com/office/drawing/2016/SVG/main" r:embed="rId4"/>
                  </a:ext>
                </a:extLst>
              </a:blip>
              <a:stretch>
                <a:fillRect/>
              </a:stretch>
            </p:blipFill>
            <p:spPr>
              <a:xfrm>
                <a:off x="3209022" y="3422987"/>
                <a:ext cx="662814" cy="641082"/>
              </a:xfrm>
              <a:prstGeom prst="rect">
                <a:avLst/>
              </a:prstGeom>
            </p:spPr>
          </p:pic>
          <p:sp>
            <p:nvSpPr>
              <p:cNvPr id="80" name="文本框 79">
                <a:extLst>
                  <a:ext uri="{FF2B5EF4-FFF2-40B4-BE49-F238E27FC236}">
                    <a16:creationId xmlns:a16="http://schemas.microsoft.com/office/drawing/2014/main" id="{9CE13739-FC57-474F-B32B-DE041E416F61}"/>
                  </a:ext>
                </a:extLst>
              </p:cNvPr>
              <p:cNvSpPr txBox="1"/>
              <p:nvPr/>
            </p:nvSpPr>
            <p:spPr>
              <a:xfrm>
                <a:off x="3490791" y="3451320"/>
                <a:ext cx="355235" cy="400110"/>
              </a:xfrm>
              <a:prstGeom prst="rect">
                <a:avLst/>
              </a:prstGeom>
              <a:noFill/>
            </p:spPr>
            <p:txBody>
              <a:bodyPr wrap="square" rtlCol="0">
                <a:spAutoFit/>
              </a:bodyPr>
              <a:lstStyle/>
              <a:p>
                <a:pPr algn="ctr"/>
                <a:r>
                  <a:rPr lang="en-US" altLang="zh-CN" sz="2000" b="1" dirty="0">
                    <a:solidFill>
                      <a:schemeClr val="bg1"/>
                    </a:solidFill>
                    <a:latin typeface="Arial Black" panose="020B0A04020102020204" pitchFamily="34" charset="0"/>
                    <a:ea typeface="+mj-ea"/>
                  </a:rPr>
                  <a:t>B</a:t>
                </a:r>
                <a:endParaRPr lang="zh-CN" altLang="en-US" sz="2000" b="1" dirty="0">
                  <a:solidFill>
                    <a:schemeClr val="bg1"/>
                  </a:solidFill>
                  <a:latin typeface="Arial Black" panose="020B0A04020102020204" pitchFamily="34" charset="0"/>
                  <a:ea typeface="+mj-ea"/>
                </a:endParaRPr>
              </a:p>
            </p:txBody>
          </p:sp>
        </p:grpSp>
        <p:grpSp>
          <p:nvGrpSpPr>
            <p:cNvPr id="13" name="组合 12">
              <a:extLst>
                <a:ext uri="{FF2B5EF4-FFF2-40B4-BE49-F238E27FC236}">
                  <a16:creationId xmlns:a16="http://schemas.microsoft.com/office/drawing/2014/main" id="{004280E2-7973-4298-A45D-96B18B37C837}"/>
                </a:ext>
              </a:extLst>
            </p:cNvPr>
            <p:cNvGrpSpPr/>
            <p:nvPr/>
          </p:nvGrpSpPr>
          <p:grpSpPr>
            <a:xfrm>
              <a:off x="5887490" y="4473969"/>
              <a:ext cx="662814" cy="641082"/>
              <a:chOff x="5605689" y="3422987"/>
              <a:chExt cx="662814" cy="641082"/>
            </a:xfrm>
          </p:grpSpPr>
          <p:pic>
            <p:nvPicPr>
              <p:cNvPr id="51" name="图形 50">
                <a:extLst>
                  <a:ext uri="{FF2B5EF4-FFF2-40B4-BE49-F238E27FC236}">
                    <a16:creationId xmlns:a16="http://schemas.microsoft.com/office/drawing/2014/main" id="{0FE605DE-3103-4C7B-AFC0-03272ED69FD7}"/>
                  </a:ext>
                </a:extLst>
              </p:cNvPr>
              <p:cNvPicPr>
                <a:picLocks noChangeAspect="1"/>
              </p:cNvPicPr>
              <p:nvPr/>
            </p:nvPicPr>
            <p:blipFill>
              <a:blip r:embed="rId3">
                <a:extLst>
                  <a:ext uri="{28A0092B-C50C-407E-A947-70E740481C1C}">
                    <a14:useLocalDpi xmlns:a14="http://schemas.microsoft.com/office/drawing/2010/main" val="0"/>
                  </a:ext>
                  <a:ext uri="{96DAC541-7B7A-43D3-8B79-37D633B846F1}">
                    <asvg:svgBlip xmlns:asvg="http://schemas.microsoft.com/office/drawing/2016/SVG/main" r:embed="rId4"/>
                  </a:ext>
                </a:extLst>
              </a:blip>
              <a:stretch>
                <a:fillRect/>
              </a:stretch>
            </p:blipFill>
            <p:spPr>
              <a:xfrm>
                <a:off x="5605689" y="3422987"/>
                <a:ext cx="662814" cy="641082"/>
              </a:xfrm>
              <a:prstGeom prst="rect">
                <a:avLst/>
              </a:prstGeom>
            </p:spPr>
          </p:pic>
          <p:sp>
            <p:nvSpPr>
              <p:cNvPr id="81" name="文本框 80">
                <a:extLst>
                  <a:ext uri="{FF2B5EF4-FFF2-40B4-BE49-F238E27FC236}">
                    <a16:creationId xmlns:a16="http://schemas.microsoft.com/office/drawing/2014/main" id="{7D90056B-A972-4C0D-8BBB-578A59C26C9E}"/>
                  </a:ext>
                </a:extLst>
              </p:cNvPr>
              <p:cNvSpPr txBox="1"/>
              <p:nvPr/>
            </p:nvSpPr>
            <p:spPr>
              <a:xfrm>
                <a:off x="5885506" y="3451320"/>
                <a:ext cx="355235" cy="400110"/>
              </a:xfrm>
              <a:prstGeom prst="rect">
                <a:avLst/>
              </a:prstGeom>
              <a:noFill/>
            </p:spPr>
            <p:txBody>
              <a:bodyPr wrap="square" rtlCol="0">
                <a:spAutoFit/>
              </a:bodyPr>
              <a:lstStyle/>
              <a:p>
                <a:pPr algn="ctr"/>
                <a:r>
                  <a:rPr lang="en-US" altLang="zh-CN" sz="2000" b="1" dirty="0">
                    <a:solidFill>
                      <a:schemeClr val="bg1"/>
                    </a:solidFill>
                    <a:latin typeface="Arial Black" panose="020B0A04020102020204" pitchFamily="34" charset="0"/>
                    <a:ea typeface="+mj-ea"/>
                  </a:rPr>
                  <a:t>C</a:t>
                </a:r>
                <a:endParaRPr lang="zh-CN" altLang="en-US" sz="2000" b="1" dirty="0">
                  <a:solidFill>
                    <a:schemeClr val="bg1"/>
                  </a:solidFill>
                  <a:latin typeface="Arial Black" panose="020B0A04020102020204" pitchFamily="34" charset="0"/>
                  <a:ea typeface="+mj-ea"/>
                </a:endParaRPr>
              </a:p>
            </p:txBody>
          </p:sp>
        </p:grpSp>
        <p:grpSp>
          <p:nvGrpSpPr>
            <p:cNvPr id="14" name="组合 13">
              <a:extLst>
                <a:ext uri="{FF2B5EF4-FFF2-40B4-BE49-F238E27FC236}">
                  <a16:creationId xmlns:a16="http://schemas.microsoft.com/office/drawing/2014/main" id="{BE3241B0-5443-4CB3-9F63-FC93CD92DC73}"/>
                </a:ext>
              </a:extLst>
            </p:cNvPr>
            <p:cNvGrpSpPr/>
            <p:nvPr/>
          </p:nvGrpSpPr>
          <p:grpSpPr>
            <a:xfrm>
              <a:off x="7272550" y="4473969"/>
              <a:ext cx="662814" cy="641082"/>
              <a:chOff x="8002355" y="3422987"/>
              <a:chExt cx="662814" cy="641082"/>
            </a:xfrm>
          </p:grpSpPr>
          <p:pic>
            <p:nvPicPr>
              <p:cNvPr id="66" name="图形 65">
                <a:extLst>
                  <a:ext uri="{FF2B5EF4-FFF2-40B4-BE49-F238E27FC236}">
                    <a16:creationId xmlns:a16="http://schemas.microsoft.com/office/drawing/2014/main" id="{FE77C39A-4AE1-4FE8-83DC-95D736842A68}"/>
                  </a:ext>
                </a:extLst>
              </p:cNvPr>
              <p:cNvPicPr>
                <a:picLocks noChangeAspect="1"/>
              </p:cNvPicPr>
              <p:nvPr/>
            </p:nvPicPr>
            <p:blipFill>
              <a:blip r:embed="rId3">
                <a:extLst>
                  <a:ext uri="{28A0092B-C50C-407E-A947-70E740481C1C}">
                    <a14:useLocalDpi xmlns:a14="http://schemas.microsoft.com/office/drawing/2010/main" val="0"/>
                  </a:ext>
                  <a:ext uri="{96DAC541-7B7A-43D3-8B79-37D633B846F1}">
                    <asvg:svgBlip xmlns:asvg="http://schemas.microsoft.com/office/drawing/2016/SVG/main" r:embed="rId4"/>
                  </a:ext>
                </a:extLst>
              </a:blip>
              <a:stretch>
                <a:fillRect/>
              </a:stretch>
            </p:blipFill>
            <p:spPr>
              <a:xfrm>
                <a:off x="8002355" y="3422987"/>
                <a:ext cx="662814" cy="641082"/>
              </a:xfrm>
              <a:prstGeom prst="rect">
                <a:avLst/>
              </a:prstGeom>
            </p:spPr>
          </p:pic>
          <p:sp>
            <p:nvSpPr>
              <p:cNvPr id="82" name="文本框 81">
                <a:extLst>
                  <a:ext uri="{FF2B5EF4-FFF2-40B4-BE49-F238E27FC236}">
                    <a16:creationId xmlns:a16="http://schemas.microsoft.com/office/drawing/2014/main" id="{C325C64E-D3DE-4664-A644-B4E5AB503B47}"/>
                  </a:ext>
                </a:extLst>
              </p:cNvPr>
              <p:cNvSpPr txBox="1"/>
              <p:nvPr/>
            </p:nvSpPr>
            <p:spPr>
              <a:xfrm>
                <a:off x="8282675" y="3444742"/>
                <a:ext cx="355235" cy="400110"/>
              </a:xfrm>
              <a:prstGeom prst="rect">
                <a:avLst/>
              </a:prstGeom>
              <a:noFill/>
            </p:spPr>
            <p:txBody>
              <a:bodyPr wrap="square" rtlCol="0">
                <a:spAutoFit/>
              </a:bodyPr>
              <a:lstStyle/>
              <a:p>
                <a:pPr algn="ctr"/>
                <a:r>
                  <a:rPr lang="en-US" altLang="zh-CN" sz="2000" b="1" dirty="0">
                    <a:solidFill>
                      <a:schemeClr val="bg1"/>
                    </a:solidFill>
                    <a:latin typeface="Arial Black" panose="020B0A04020102020204" pitchFamily="34" charset="0"/>
                    <a:ea typeface="+mj-ea"/>
                  </a:rPr>
                  <a:t>D</a:t>
                </a:r>
                <a:endParaRPr lang="zh-CN" altLang="en-US" sz="2000" b="1" dirty="0">
                  <a:solidFill>
                    <a:schemeClr val="bg1"/>
                  </a:solidFill>
                  <a:latin typeface="Arial Black" panose="020B0A04020102020204" pitchFamily="34" charset="0"/>
                  <a:ea typeface="+mj-ea"/>
                </a:endParaRPr>
              </a:p>
            </p:txBody>
          </p:sp>
        </p:grpSp>
      </p:grpSp>
      <p:grpSp>
        <p:nvGrpSpPr>
          <p:cNvPr id="22" name="组合 21">
            <a:extLst>
              <a:ext uri="{FF2B5EF4-FFF2-40B4-BE49-F238E27FC236}">
                <a16:creationId xmlns:a16="http://schemas.microsoft.com/office/drawing/2014/main" id="{C6236648-9726-452B-8AB2-9C33DF7DF9A3}"/>
              </a:ext>
            </a:extLst>
          </p:cNvPr>
          <p:cNvGrpSpPr/>
          <p:nvPr/>
        </p:nvGrpSpPr>
        <p:grpSpPr>
          <a:xfrm>
            <a:off x="3678658" y="2976216"/>
            <a:ext cx="4643985" cy="3560080"/>
            <a:chOff x="3678658" y="2976216"/>
            <a:chExt cx="4643985" cy="3560080"/>
          </a:xfrm>
        </p:grpSpPr>
        <p:cxnSp>
          <p:nvCxnSpPr>
            <p:cNvPr id="19" name="直接箭头连接符 18">
              <a:extLst>
                <a:ext uri="{FF2B5EF4-FFF2-40B4-BE49-F238E27FC236}">
                  <a16:creationId xmlns:a16="http://schemas.microsoft.com/office/drawing/2014/main" id="{EA01A1D6-411B-47D4-B0D1-E6011CBA765C}"/>
                </a:ext>
              </a:extLst>
            </p:cNvPr>
            <p:cNvCxnSpPr>
              <a:cxnSpLocks/>
            </p:cNvCxnSpPr>
            <p:nvPr/>
          </p:nvCxnSpPr>
          <p:spPr>
            <a:xfrm>
              <a:off x="3937171" y="2976216"/>
              <a:ext cx="0" cy="3462684"/>
            </a:xfrm>
            <a:prstGeom prst="straightConnector1">
              <a:avLst/>
            </a:prstGeom>
            <a:ln w="12700">
              <a:solidFill>
                <a:schemeClr val="tx1"/>
              </a:solidFill>
              <a:tailEnd type="triangle"/>
            </a:ln>
          </p:spPr>
          <p:style>
            <a:lnRef idx="1">
              <a:schemeClr val="accent1"/>
            </a:lnRef>
            <a:fillRef idx="0">
              <a:schemeClr val="accent1"/>
            </a:fillRef>
            <a:effectRef idx="0">
              <a:schemeClr val="accent1"/>
            </a:effectRef>
            <a:fontRef idx="minor">
              <a:schemeClr val="tx1"/>
            </a:fontRef>
          </p:style>
        </p:cxnSp>
        <mc:AlternateContent xmlns:mc="http://schemas.openxmlformats.org/markup-compatibility/2006" xmlns:a14="http://schemas.microsoft.com/office/drawing/2010/main">
          <mc:Choice Requires="a14">
            <p:sp>
              <p:nvSpPr>
                <p:cNvPr id="127" name="íşlïḍè">
                  <a:extLst>
                    <a:ext uri="{FF2B5EF4-FFF2-40B4-BE49-F238E27FC236}">
                      <a16:creationId xmlns:a16="http://schemas.microsoft.com/office/drawing/2014/main" id="{ECFCCCFE-06F1-47C5-9216-36B299E67D92}"/>
                    </a:ext>
                  </a:extLst>
                </p:cNvPr>
                <p:cNvSpPr txBox="1"/>
                <p:nvPr/>
              </p:nvSpPr>
              <p:spPr>
                <a:xfrm>
                  <a:off x="3678658" y="6136186"/>
                  <a:ext cx="258513" cy="400110"/>
                </a:xfrm>
                <a:prstGeom prst="rect">
                  <a:avLst/>
                </a:prstGeom>
                <a:noFill/>
              </p:spPr>
              <p:txBody>
                <a:bodyPr wrap="square" lIns="91440" tIns="45720" rIns="91440" bIns="45720" anchor="ctr">
                  <a:noAutofit/>
                </a:bodyPr>
                <a:lstStyle/>
                <a:p>
                  <a:pPr/>
                  <a14:m>
                    <m:oMathPara xmlns:m="http://schemas.openxmlformats.org/officeDocument/2006/math">
                      <m:oMathParaPr>
                        <m:jc m:val="center"/>
                      </m:oMathParaPr>
                      <m:oMath xmlns:m="http://schemas.openxmlformats.org/officeDocument/2006/math">
                        <m:r>
                          <a:rPr lang="en-US" altLang="zh-CN" b="1" i="1" dirty="0" smtClean="0">
                            <a:latin typeface="Cambria Math" panose="02040503050406030204" pitchFamily="18" charset="0"/>
                          </a:rPr>
                          <m:t>𝒕</m:t>
                        </m:r>
                      </m:oMath>
                    </m:oMathPara>
                  </a14:m>
                  <a:endParaRPr lang="zh-CN" altLang="en-US" b="1" dirty="0">
                    <a:latin typeface="Arial Narrow" panose="020B0606020202030204" pitchFamily="34" charset="0"/>
                  </a:endParaRPr>
                </a:p>
              </p:txBody>
            </p:sp>
          </mc:Choice>
          <mc:Fallback xmlns="">
            <p:sp>
              <p:nvSpPr>
                <p:cNvPr id="127" name="íşlïḍè">
                  <a:extLst>
                    <a:ext uri="{FF2B5EF4-FFF2-40B4-BE49-F238E27FC236}">
                      <a16:creationId xmlns:a16="http://schemas.microsoft.com/office/drawing/2014/main" id="{ECFCCCFE-06F1-47C5-9216-36B299E67D92}"/>
                    </a:ext>
                  </a:extLst>
                </p:cNvPr>
                <p:cNvSpPr txBox="1">
                  <a:spLocks noRot="1" noChangeAspect="1" noMove="1" noResize="1" noEditPoints="1" noAdjustHandles="1" noChangeArrowheads="1" noChangeShapeType="1" noTextEdit="1"/>
                </p:cNvSpPr>
                <p:nvPr/>
              </p:nvSpPr>
              <p:spPr>
                <a:xfrm>
                  <a:off x="3678658" y="6136186"/>
                  <a:ext cx="258513" cy="400110"/>
                </a:xfrm>
                <a:prstGeom prst="rect">
                  <a:avLst/>
                </a:prstGeom>
                <a:blipFill>
                  <a:blip r:embed="rId5"/>
                  <a:stretch>
                    <a:fillRect r="-2326"/>
                  </a:stretch>
                </a:blipFill>
              </p:spPr>
              <p:txBody>
                <a:bodyPr/>
                <a:lstStyle/>
                <a:p>
                  <a:r>
                    <a:rPr lang="zh-CN" altLang="en-US">
                      <a:noFill/>
                    </a:rPr>
                    <a:t> </a:t>
                  </a:r>
                </a:p>
              </p:txBody>
            </p:sp>
          </mc:Fallback>
        </mc:AlternateContent>
        <p:cxnSp>
          <p:nvCxnSpPr>
            <p:cNvPr id="128" name="直接箭头连接符 127">
              <a:extLst>
                <a:ext uri="{FF2B5EF4-FFF2-40B4-BE49-F238E27FC236}">
                  <a16:creationId xmlns:a16="http://schemas.microsoft.com/office/drawing/2014/main" id="{AF4D0728-9B40-4D39-8569-5BED0BD5A55F}"/>
                </a:ext>
              </a:extLst>
            </p:cNvPr>
            <p:cNvCxnSpPr>
              <a:cxnSpLocks/>
            </p:cNvCxnSpPr>
            <p:nvPr/>
          </p:nvCxnSpPr>
          <p:spPr>
            <a:xfrm>
              <a:off x="8066857" y="2976216"/>
              <a:ext cx="0" cy="3462684"/>
            </a:xfrm>
            <a:prstGeom prst="straightConnector1">
              <a:avLst/>
            </a:prstGeom>
            <a:ln w="12700">
              <a:solidFill>
                <a:schemeClr val="tx1"/>
              </a:solidFill>
              <a:tailEnd type="triangle"/>
            </a:ln>
          </p:spPr>
          <p:style>
            <a:lnRef idx="1">
              <a:schemeClr val="accent1"/>
            </a:lnRef>
            <a:fillRef idx="0">
              <a:schemeClr val="accent1"/>
            </a:fillRef>
            <a:effectRef idx="0">
              <a:schemeClr val="accent1"/>
            </a:effectRef>
            <a:fontRef idx="minor">
              <a:schemeClr val="tx1"/>
            </a:fontRef>
          </p:style>
        </p:cxnSp>
        <mc:AlternateContent xmlns:mc="http://schemas.openxmlformats.org/markup-compatibility/2006" xmlns:a14="http://schemas.microsoft.com/office/drawing/2010/main">
          <mc:Choice Requires="a14">
            <p:sp>
              <p:nvSpPr>
                <p:cNvPr id="129" name="íşlïḍè">
                  <a:extLst>
                    <a:ext uri="{FF2B5EF4-FFF2-40B4-BE49-F238E27FC236}">
                      <a16:creationId xmlns:a16="http://schemas.microsoft.com/office/drawing/2014/main" id="{CA225028-142D-4AD3-8FDC-A0DB661E7F10}"/>
                    </a:ext>
                  </a:extLst>
                </p:cNvPr>
                <p:cNvSpPr txBox="1"/>
                <p:nvPr/>
              </p:nvSpPr>
              <p:spPr>
                <a:xfrm>
                  <a:off x="8064130" y="6136186"/>
                  <a:ext cx="258513" cy="400110"/>
                </a:xfrm>
                <a:prstGeom prst="rect">
                  <a:avLst/>
                </a:prstGeom>
                <a:noFill/>
              </p:spPr>
              <p:txBody>
                <a:bodyPr wrap="square" lIns="91440" tIns="45720" rIns="91440" bIns="45720" anchor="ctr">
                  <a:noAutofit/>
                </a:bodyPr>
                <a:lstStyle/>
                <a:p>
                  <a:pPr/>
                  <a14:m>
                    <m:oMathPara xmlns:m="http://schemas.openxmlformats.org/officeDocument/2006/math">
                      <m:oMathParaPr>
                        <m:jc m:val="center"/>
                      </m:oMathParaPr>
                      <m:oMath xmlns:m="http://schemas.openxmlformats.org/officeDocument/2006/math">
                        <m:r>
                          <a:rPr lang="en-US" altLang="zh-CN" b="1" i="1" dirty="0" smtClean="0">
                            <a:latin typeface="Cambria Math" panose="02040503050406030204" pitchFamily="18" charset="0"/>
                          </a:rPr>
                          <m:t>𝒕</m:t>
                        </m:r>
                      </m:oMath>
                    </m:oMathPara>
                  </a14:m>
                  <a:endParaRPr lang="zh-CN" altLang="en-US" b="1" dirty="0">
                    <a:latin typeface="Arial Narrow" panose="020B0606020202030204" pitchFamily="34" charset="0"/>
                  </a:endParaRPr>
                </a:p>
              </p:txBody>
            </p:sp>
          </mc:Choice>
          <mc:Fallback xmlns="">
            <p:sp>
              <p:nvSpPr>
                <p:cNvPr id="129" name="íşlïḍè">
                  <a:extLst>
                    <a:ext uri="{FF2B5EF4-FFF2-40B4-BE49-F238E27FC236}">
                      <a16:creationId xmlns:a16="http://schemas.microsoft.com/office/drawing/2014/main" id="{CA225028-142D-4AD3-8FDC-A0DB661E7F10}"/>
                    </a:ext>
                  </a:extLst>
                </p:cNvPr>
                <p:cNvSpPr txBox="1">
                  <a:spLocks noRot="1" noChangeAspect="1" noMove="1" noResize="1" noEditPoints="1" noAdjustHandles="1" noChangeArrowheads="1" noChangeShapeType="1" noTextEdit="1"/>
                </p:cNvSpPr>
                <p:nvPr/>
              </p:nvSpPr>
              <p:spPr>
                <a:xfrm>
                  <a:off x="8064130" y="6136186"/>
                  <a:ext cx="258513" cy="400110"/>
                </a:xfrm>
                <a:prstGeom prst="rect">
                  <a:avLst/>
                </a:prstGeom>
                <a:blipFill>
                  <a:blip r:embed="rId6"/>
                  <a:stretch>
                    <a:fillRect r="-2381"/>
                  </a:stretch>
                </a:blipFill>
              </p:spPr>
              <p:txBody>
                <a:bodyPr/>
                <a:lstStyle/>
                <a:p>
                  <a:r>
                    <a:rPr lang="zh-CN" altLang="en-US">
                      <a:noFill/>
                    </a:rPr>
                    <a:t> </a:t>
                  </a:r>
                </a:p>
              </p:txBody>
            </p:sp>
          </mc:Fallback>
        </mc:AlternateContent>
      </p:grpSp>
      <mc:AlternateContent xmlns:mc="http://schemas.openxmlformats.org/markup-compatibility/2006" xmlns:a14="http://schemas.microsoft.com/office/drawing/2010/main">
        <mc:Choice Requires="a14">
          <p:sp>
            <p:nvSpPr>
              <p:cNvPr id="34" name="íşlïḍè">
                <a:extLst>
                  <a:ext uri="{FF2B5EF4-FFF2-40B4-BE49-F238E27FC236}">
                    <a16:creationId xmlns:a16="http://schemas.microsoft.com/office/drawing/2014/main" id="{0C936451-57B7-4BF8-B72B-5516912F2A33}"/>
                  </a:ext>
                </a:extLst>
              </p:cNvPr>
              <p:cNvSpPr txBox="1"/>
              <p:nvPr/>
            </p:nvSpPr>
            <p:spPr>
              <a:xfrm>
                <a:off x="1023880" y="2806385"/>
                <a:ext cx="2905331" cy="742513"/>
              </a:xfrm>
              <a:prstGeom prst="rect">
                <a:avLst/>
              </a:prstGeom>
              <a:noFill/>
            </p:spPr>
            <p:txBody>
              <a:bodyPr wrap="square" lIns="91440" tIns="45720" rIns="91440" bIns="45720" anchor="ctr">
                <a:noAutofit/>
              </a:bodyPr>
              <a:lstStyle/>
              <a:p>
                <a:pPr algn="ctr"/>
                <a14:m>
                  <m:oMathPara xmlns:m="http://schemas.openxmlformats.org/officeDocument/2006/math">
                    <m:oMathParaPr>
                      <m:jc m:val="right"/>
                    </m:oMathParaPr>
                    <m:oMath xmlns:m="http://schemas.openxmlformats.org/officeDocument/2006/math">
                      <m:r>
                        <a:rPr lang="en-US" altLang="zh-CN" sz="2800" b="1" i="1" dirty="0">
                          <a:latin typeface="Cambria Math" panose="02040503050406030204" pitchFamily="18" charset="0"/>
                        </a:rPr>
                        <m:t>𝒕</m:t>
                      </m:r>
                      <m:r>
                        <a:rPr lang="en-US" altLang="zh-CN" sz="2800" b="1" i="1" dirty="0">
                          <a:latin typeface="Cambria Math" panose="02040503050406030204" pitchFamily="18" charset="0"/>
                        </a:rPr>
                        <m:t>=</m:t>
                      </m:r>
                      <m:r>
                        <a:rPr lang="en-US" altLang="zh-CN" sz="2800" b="1" i="1" dirty="0">
                          <a:latin typeface="Cambria Math" panose="02040503050406030204" pitchFamily="18" charset="0"/>
                        </a:rPr>
                        <m:t>𝟎</m:t>
                      </m:r>
                    </m:oMath>
                  </m:oMathPara>
                </a14:m>
                <a:endParaRPr lang="zh-CN" altLang="en-US" sz="2800" b="1" dirty="0">
                  <a:latin typeface="Arial Narrow" panose="020B0606020202030204" pitchFamily="34" charset="0"/>
                </a:endParaRPr>
              </a:p>
              <a:p>
                <a:pPr algn="ctr"/>
                <a:r>
                  <a:rPr lang="en-US" altLang="zh-CN" b="1" dirty="0">
                    <a:latin typeface="Arial Narrow" panose="020B0606020202030204" pitchFamily="34" charset="0"/>
                  </a:rPr>
                  <a:t>A</a:t>
                </a:r>
                <a:r>
                  <a:rPr lang="zh-CN" altLang="en-US" b="1" dirty="0">
                    <a:latin typeface="Arial Narrow" panose="020B0606020202030204" pitchFamily="34" charset="0"/>
                  </a:rPr>
                  <a:t>检测到总线空闲，发送帧</a:t>
                </a:r>
              </a:p>
            </p:txBody>
          </p:sp>
        </mc:Choice>
        <mc:Fallback xmlns="">
          <p:sp>
            <p:nvSpPr>
              <p:cNvPr id="34" name="íşlïḍè">
                <a:extLst>
                  <a:ext uri="{FF2B5EF4-FFF2-40B4-BE49-F238E27FC236}">
                    <a16:creationId xmlns:a16="http://schemas.microsoft.com/office/drawing/2014/main" id="{0C936451-57B7-4BF8-B72B-5516912F2A33}"/>
                  </a:ext>
                </a:extLst>
              </p:cNvPr>
              <p:cNvSpPr txBox="1">
                <a:spLocks noRot="1" noChangeAspect="1" noMove="1" noResize="1" noEditPoints="1" noAdjustHandles="1" noChangeArrowheads="1" noChangeShapeType="1" noTextEdit="1"/>
              </p:cNvSpPr>
              <p:nvPr/>
            </p:nvSpPr>
            <p:spPr>
              <a:xfrm>
                <a:off x="1023880" y="2806385"/>
                <a:ext cx="2905331" cy="742513"/>
              </a:xfrm>
              <a:prstGeom prst="rect">
                <a:avLst/>
              </a:prstGeom>
              <a:blipFill>
                <a:blip r:embed="rId7"/>
                <a:stretch>
                  <a:fillRect l="-1048" r="-629" b="-16393"/>
                </a:stretch>
              </a:blipFill>
            </p:spPr>
            <p:txBody>
              <a:bodyPr/>
              <a:lstStyle/>
              <a:p>
                <a:r>
                  <a:rPr lang="zh-CN" altLang="en-US">
                    <a:noFill/>
                  </a:rPr>
                  <a:t> </a:t>
                </a:r>
              </a:p>
            </p:txBody>
          </p:sp>
        </mc:Fallback>
      </mc:AlternateContent>
      <mc:AlternateContent xmlns:mc="http://schemas.openxmlformats.org/markup-compatibility/2006" xmlns:a14="http://schemas.microsoft.com/office/drawing/2010/main">
        <mc:Choice Requires="a14">
          <p:sp>
            <p:nvSpPr>
              <p:cNvPr id="36" name="íşlïḍè">
                <a:extLst>
                  <a:ext uri="{FF2B5EF4-FFF2-40B4-BE49-F238E27FC236}">
                    <a16:creationId xmlns:a16="http://schemas.microsoft.com/office/drawing/2014/main" id="{0B3C1994-57E8-4E13-B303-24924653AD4C}"/>
                  </a:ext>
                </a:extLst>
              </p:cNvPr>
              <p:cNvSpPr txBox="1"/>
              <p:nvPr/>
            </p:nvSpPr>
            <p:spPr>
              <a:xfrm>
                <a:off x="8064130" y="3046438"/>
                <a:ext cx="2886980" cy="742513"/>
              </a:xfrm>
              <a:prstGeom prst="rect">
                <a:avLst/>
              </a:prstGeom>
              <a:noFill/>
            </p:spPr>
            <p:txBody>
              <a:bodyPr wrap="square" lIns="91440" tIns="45720" rIns="91440" bIns="45720" anchor="ctr">
                <a:noAutofit/>
              </a:bodyPr>
              <a:lstStyle/>
              <a:p>
                <a:pPr algn="ctr"/>
                <a14:m>
                  <m:oMathPara xmlns:m="http://schemas.openxmlformats.org/officeDocument/2006/math">
                    <m:oMathParaPr>
                      <m:jc m:val="left"/>
                    </m:oMathParaPr>
                    <m:oMath xmlns:m="http://schemas.openxmlformats.org/officeDocument/2006/math">
                      <m:r>
                        <a:rPr lang="en-US" altLang="zh-CN" sz="2800" b="1" i="1" dirty="0">
                          <a:latin typeface="Cambria Math" panose="02040503050406030204" pitchFamily="18" charset="0"/>
                        </a:rPr>
                        <m:t>𝒕</m:t>
                      </m:r>
                      <m:r>
                        <a:rPr lang="en-US" altLang="zh-CN" sz="2800" b="1" i="1" dirty="0">
                          <a:latin typeface="Cambria Math" panose="02040503050406030204" pitchFamily="18" charset="0"/>
                        </a:rPr>
                        <m:t>=</m:t>
                      </m:r>
                      <m:r>
                        <a:rPr lang="zh-CN" altLang="en-US" sz="2800" b="1" i="1" dirty="0" smtClean="0">
                          <a:latin typeface="Cambria Math" panose="02040503050406030204" pitchFamily="18" charset="0"/>
                        </a:rPr>
                        <m:t>𝝉</m:t>
                      </m:r>
                      <m:r>
                        <a:rPr lang="zh-CN" altLang="en-US" sz="2800" b="1" i="1" dirty="0" smtClean="0">
                          <a:latin typeface="Cambria Math" panose="02040503050406030204" pitchFamily="18" charset="0"/>
                        </a:rPr>
                        <m:t>−</m:t>
                      </m:r>
                      <m:r>
                        <a:rPr lang="zh-CN" altLang="en-US" sz="2800" b="1" i="1" dirty="0" smtClean="0">
                          <a:latin typeface="Cambria Math" panose="02040503050406030204" pitchFamily="18" charset="0"/>
                        </a:rPr>
                        <m:t>𝜹</m:t>
                      </m:r>
                    </m:oMath>
                  </m:oMathPara>
                </a14:m>
                <a:endParaRPr lang="zh-CN" altLang="en-US" sz="2800" b="1" dirty="0">
                  <a:latin typeface="Arial Narrow" panose="020B0606020202030204" pitchFamily="34" charset="0"/>
                </a:endParaRPr>
              </a:p>
              <a:p>
                <a:pPr algn="ctr"/>
                <a:r>
                  <a:rPr lang="en-US" altLang="zh-CN" b="1" dirty="0">
                    <a:latin typeface="Arial Narrow" panose="020B0606020202030204" pitchFamily="34" charset="0"/>
                  </a:rPr>
                  <a:t>D</a:t>
                </a:r>
                <a:r>
                  <a:rPr lang="zh-CN" altLang="en-US" b="1" dirty="0">
                    <a:latin typeface="Arial Narrow" panose="020B0606020202030204" pitchFamily="34" charset="0"/>
                  </a:rPr>
                  <a:t>检测到总线空闲，发送帧</a:t>
                </a:r>
              </a:p>
            </p:txBody>
          </p:sp>
        </mc:Choice>
        <mc:Fallback xmlns="">
          <p:sp>
            <p:nvSpPr>
              <p:cNvPr id="36" name="íşlïḍè">
                <a:extLst>
                  <a:ext uri="{FF2B5EF4-FFF2-40B4-BE49-F238E27FC236}">
                    <a16:creationId xmlns:a16="http://schemas.microsoft.com/office/drawing/2014/main" id="{0B3C1994-57E8-4E13-B303-24924653AD4C}"/>
                  </a:ext>
                </a:extLst>
              </p:cNvPr>
              <p:cNvSpPr txBox="1">
                <a:spLocks noRot="1" noChangeAspect="1" noMove="1" noResize="1" noEditPoints="1" noAdjustHandles="1" noChangeArrowheads="1" noChangeShapeType="1" noTextEdit="1"/>
              </p:cNvSpPr>
              <p:nvPr/>
            </p:nvSpPr>
            <p:spPr>
              <a:xfrm>
                <a:off x="8064130" y="3046438"/>
                <a:ext cx="2886980" cy="742513"/>
              </a:xfrm>
              <a:prstGeom prst="rect">
                <a:avLst/>
              </a:prstGeom>
              <a:blipFill>
                <a:blip r:embed="rId8"/>
                <a:stretch>
                  <a:fillRect l="-1480" r="-1057" b="-16393"/>
                </a:stretch>
              </a:blipFill>
            </p:spPr>
            <p:txBody>
              <a:bodyPr/>
              <a:lstStyle/>
              <a:p>
                <a:r>
                  <a:rPr lang="zh-CN" altLang="en-US">
                    <a:noFill/>
                  </a:rPr>
                  <a:t> </a:t>
                </a:r>
              </a:p>
            </p:txBody>
          </p:sp>
        </mc:Fallback>
      </mc:AlternateContent>
      <mc:AlternateContent xmlns:mc="http://schemas.openxmlformats.org/markup-compatibility/2006" xmlns:a14="http://schemas.microsoft.com/office/drawing/2010/main">
        <mc:Choice Requires="a14">
          <p:sp>
            <p:nvSpPr>
              <p:cNvPr id="37" name="íşlïḍè">
                <a:extLst>
                  <a:ext uri="{FF2B5EF4-FFF2-40B4-BE49-F238E27FC236}">
                    <a16:creationId xmlns:a16="http://schemas.microsoft.com/office/drawing/2014/main" id="{D300B8A9-D668-43A3-A7B7-08AAF84D1F84}"/>
                  </a:ext>
                </a:extLst>
              </p:cNvPr>
              <p:cNvSpPr txBox="1"/>
              <p:nvPr/>
            </p:nvSpPr>
            <p:spPr>
              <a:xfrm>
                <a:off x="8064130" y="4595090"/>
                <a:ext cx="2886980" cy="742513"/>
              </a:xfrm>
              <a:prstGeom prst="rect">
                <a:avLst/>
              </a:prstGeom>
              <a:noFill/>
            </p:spPr>
            <p:txBody>
              <a:bodyPr wrap="square" lIns="91440" tIns="45720" rIns="91440" bIns="45720" anchor="ctr">
                <a:noAutofit/>
              </a:bodyPr>
              <a:lstStyle/>
              <a:p>
                <a:pPr/>
                <a14:m>
                  <m:oMathPara xmlns:m="http://schemas.openxmlformats.org/officeDocument/2006/math">
                    <m:oMathParaPr>
                      <m:jc m:val="left"/>
                    </m:oMathParaPr>
                    <m:oMath xmlns:m="http://schemas.openxmlformats.org/officeDocument/2006/math">
                      <m:r>
                        <a:rPr lang="en-US" altLang="zh-CN" sz="2800" b="1" i="1" dirty="0" smtClean="0">
                          <a:latin typeface="Cambria Math" panose="02040503050406030204" pitchFamily="18" charset="0"/>
                        </a:rPr>
                        <m:t>𝒕</m:t>
                      </m:r>
                      <m:r>
                        <a:rPr lang="en-US" altLang="zh-CN" sz="2800" b="1" i="1" dirty="0" smtClean="0">
                          <a:latin typeface="Cambria Math" panose="02040503050406030204" pitchFamily="18" charset="0"/>
                        </a:rPr>
                        <m:t>=</m:t>
                      </m:r>
                      <m:r>
                        <a:rPr lang="zh-CN" altLang="en-US" sz="2800" b="1" i="1" dirty="0" smtClean="0">
                          <a:latin typeface="Cambria Math" panose="02040503050406030204" pitchFamily="18" charset="0"/>
                        </a:rPr>
                        <m:t>𝝉</m:t>
                      </m:r>
                    </m:oMath>
                  </m:oMathPara>
                </a14:m>
                <a:endParaRPr lang="zh-CN" altLang="en-US" sz="2800" b="1" dirty="0">
                  <a:latin typeface="Arial Narrow" panose="020B0606020202030204" pitchFamily="34" charset="0"/>
                </a:endParaRPr>
              </a:p>
              <a:p>
                <a:r>
                  <a:rPr lang="en-US" altLang="zh-CN" b="1" dirty="0">
                    <a:latin typeface="Arial Narrow" panose="020B0606020202030204" pitchFamily="34" charset="0"/>
                  </a:rPr>
                  <a:t>D</a:t>
                </a:r>
                <a:r>
                  <a:rPr lang="zh-CN" altLang="en-US" b="1" dirty="0">
                    <a:latin typeface="Arial Narrow" panose="020B0606020202030204" pitchFamily="34" charset="0"/>
                  </a:rPr>
                  <a:t>检测到碰撞，停止发送帧</a:t>
                </a:r>
              </a:p>
            </p:txBody>
          </p:sp>
        </mc:Choice>
        <mc:Fallback xmlns="">
          <p:sp>
            <p:nvSpPr>
              <p:cNvPr id="37" name="íşlïḍè">
                <a:extLst>
                  <a:ext uri="{FF2B5EF4-FFF2-40B4-BE49-F238E27FC236}">
                    <a16:creationId xmlns:a16="http://schemas.microsoft.com/office/drawing/2014/main" id="{D300B8A9-D668-43A3-A7B7-08AAF84D1F84}"/>
                  </a:ext>
                </a:extLst>
              </p:cNvPr>
              <p:cNvSpPr txBox="1">
                <a:spLocks noRot="1" noChangeAspect="1" noMove="1" noResize="1" noEditPoints="1" noAdjustHandles="1" noChangeArrowheads="1" noChangeShapeType="1" noTextEdit="1"/>
              </p:cNvSpPr>
              <p:nvPr/>
            </p:nvSpPr>
            <p:spPr>
              <a:xfrm>
                <a:off x="8064130" y="4595090"/>
                <a:ext cx="2886980" cy="742513"/>
              </a:xfrm>
              <a:prstGeom prst="rect">
                <a:avLst/>
              </a:prstGeom>
              <a:blipFill>
                <a:blip r:embed="rId9"/>
                <a:stretch>
                  <a:fillRect l="-1903" r="-634" b="-16393"/>
                </a:stretch>
              </a:blipFill>
            </p:spPr>
            <p:txBody>
              <a:bodyPr/>
              <a:lstStyle/>
              <a:p>
                <a:r>
                  <a:rPr lang="zh-CN" altLang="en-US">
                    <a:noFill/>
                  </a:rPr>
                  <a:t> </a:t>
                </a:r>
              </a:p>
            </p:txBody>
          </p:sp>
        </mc:Fallback>
      </mc:AlternateContent>
      <p:cxnSp>
        <p:nvCxnSpPr>
          <p:cNvPr id="6" name="直接箭头连接符 5">
            <a:extLst>
              <a:ext uri="{FF2B5EF4-FFF2-40B4-BE49-F238E27FC236}">
                <a16:creationId xmlns:a16="http://schemas.microsoft.com/office/drawing/2014/main" id="{BA57C221-12AA-49A9-9F8C-83763B80D3C2}"/>
              </a:ext>
            </a:extLst>
          </p:cNvPr>
          <p:cNvCxnSpPr>
            <a:cxnSpLocks/>
          </p:cNvCxnSpPr>
          <p:nvPr/>
        </p:nvCxnSpPr>
        <p:spPr>
          <a:xfrm>
            <a:off x="6497144" y="4161940"/>
            <a:ext cx="1566986" cy="660040"/>
          </a:xfrm>
          <a:prstGeom prst="straightConnector1">
            <a:avLst/>
          </a:prstGeom>
          <a:ln w="76200">
            <a:solidFill>
              <a:schemeClr val="accent1">
                <a:lumMod val="75000"/>
              </a:schemeClr>
            </a:solidFill>
            <a:tailEnd type="triangle"/>
          </a:ln>
        </p:spPr>
        <p:style>
          <a:lnRef idx="1">
            <a:schemeClr val="accent1"/>
          </a:lnRef>
          <a:fillRef idx="0">
            <a:schemeClr val="accent1"/>
          </a:fillRef>
          <a:effectRef idx="0">
            <a:schemeClr val="accent1"/>
          </a:effectRef>
          <a:fontRef idx="minor">
            <a:schemeClr val="tx1"/>
          </a:fontRef>
        </p:style>
      </p:cxnSp>
      <p:cxnSp>
        <p:nvCxnSpPr>
          <p:cNvPr id="40" name="直接箭头连接符 39">
            <a:extLst>
              <a:ext uri="{FF2B5EF4-FFF2-40B4-BE49-F238E27FC236}">
                <a16:creationId xmlns:a16="http://schemas.microsoft.com/office/drawing/2014/main" id="{7352629C-4B89-4825-9A4D-2CC3EAB892D9}"/>
              </a:ext>
            </a:extLst>
          </p:cNvPr>
          <p:cNvCxnSpPr>
            <a:cxnSpLocks/>
          </p:cNvCxnSpPr>
          <p:nvPr/>
        </p:nvCxnSpPr>
        <p:spPr>
          <a:xfrm flipH="1">
            <a:off x="3934444" y="4161940"/>
            <a:ext cx="2639160" cy="1327433"/>
          </a:xfrm>
          <a:prstGeom prst="straightConnector1">
            <a:avLst/>
          </a:prstGeom>
          <a:ln w="76200">
            <a:solidFill>
              <a:schemeClr val="accent1">
                <a:lumMod val="75000"/>
              </a:schemeClr>
            </a:solidFill>
            <a:tailEnd type="triangle"/>
          </a:ln>
        </p:spPr>
        <p:style>
          <a:lnRef idx="1">
            <a:schemeClr val="accent1"/>
          </a:lnRef>
          <a:fillRef idx="0">
            <a:schemeClr val="accent1"/>
          </a:fillRef>
          <a:effectRef idx="0">
            <a:schemeClr val="accent1"/>
          </a:effectRef>
          <a:fontRef idx="minor">
            <a:schemeClr val="tx1"/>
          </a:fontRef>
        </p:style>
      </p:cxnSp>
      <mc:AlternateContent xmlns:mc="http://schemas.openxmlformats.org/markup-compatibility/2006" xmlns:a14="http://schemas.microsoft.com/office/drawing/2010/main">
        <mc:Choice Requires="a14">
          <p:sp>
            <p:nvSpPr>
              <p:cNvPr id="43" name="íşlïḍè">
                <a:extLst>
                  <a:ext uri="{FF2B5EF4-FFF2-40B4-BE49-F238E27FC236}">
                    <a16:creationId xmlns:a16="http://schemas.microsoft.com/office/drawing/2014/main" id="{FF18C322-63CD-4ADA-8505-37EC402D75DD}"/>
                  </a:ext>
                </a:extLst>
              </p:cNvPr>
              <p:cNvSpPr txBox="1"/>
              <p:nvPr/>
            </p:nvSpPr>
            <p:spPr>
              <a:xfrm>
                <a:off x="933106" y="5272932"/>
                <a:ext cx="2905331" cy="742513"/>
              </a:xfrm>
              <a:prstGeom prst="rect">
                <a:avLst/>
              </a:prstGeom>
              <a:noFill/>
            </p:spPr>
            <p:txBody>
              <a:bodyPr wrap="square" lIns="91440" tIns="45720" rIns="91440" bIns="45720" anchor="ctr">
                <a:noAutofit/>
              </a:bodyPr>
              <a:lstStyle/>
              <a:p>
                <a:pPr algn="r"/>
                <a14:m>
                  <m:oMathPara xmlns:m="http://schemas.openxmlformats.org/officeDocument/2006/math">
                    <m:oMathParaPr>
                      <m:jc m:val="right"/>
                    </m:oMathParaPr>
                    <m:oMath xmlns:m="http://schemas.openxmlformats.org/officeDocument/2006/math">
                      <m:r>
                        <a:rPr lang="en-US" altLang="zh-CN" sz="2800" b="1" i="1" dirty="0" smtClean="0">
                          <a:latin typeface="Cambria Math" panose="02040503050406030204" pitchFamily="18" charset="0"/>
                        </a:rPr>
                        <m:t>𝒕</m:t>
                      </m:r>
                      <m:r>
                        <a:rPr lang="en-US" altLang="zh-CN" sz="2800" b="1" i="1" dirty="0" smtClean="0">
                          <a:latin typeface="Cambria Math" panose="02040503050406030204" pitchFamily="18" charset="0"/>
                        </a:rPr>
                        <m:t>=</m:t>
                      </m:r>
                      <m:r>
                        <a:rPr lang="en-US" altLang="zh-CN" sz="2800" b="1" i="1" dirty="0" smtClean="0">
                          <a:latin typeface="Cambria Math" panose="02040503050406030204" pitchFamily="18" charset="0"/>
                        </a:rPr>
                        <m:t>𝟐</m:t>
                      </m:r>
                      <m:r>
                        <a:rPr lang="el-GR" altLang="zh-CN" sz="2800" b="1" i="1" dirty="0">
                          <a:latin typeface="Cambria Math" panose="02040503050406030204" pitchFamily="18" charset="0"/>
                        </a:rPr>
                        <m:t>𝝉</m:t>
                      </m:r>
                      <m:r>
                        <a:rPr lang="en-US" altLang="zh-CN" sz="2800" b="1" dirty="0">
                          <a:latin typeface="Cambria Math" panose="02040503050406030204" pitchFamily="18" charset="0"/>
                          <a:ea typeface="Cambria Math" panose="02040503050406030204" pitchFamily="18" charset="0"/>
                        </a:rPr>
                        <m:t>−</m:t>
                      </m:r>
                      <m:r>
                        <a:rPr lang="zh-CN" altLang="en-US" sz="2800" b="1" i="1" dirty="0" smtClean="0">
                          <a:latin typeface="Cambria Math" panose="02040503050406030204" pitchFamily="18" charset="0"/>
                          <a:ea typeface="Cambria Math" panose="02040503050406030204" pitchFamily="18" charset="0"/>
                        </a:rPr>
                        <m:t>𝛅</m:t>
                      </m:r>
                    </m:oMath>
                  </m:oMathPara>
                </a14:m>
                <a:endParaRPr lang="zh-CN" altLang="en-US" sz="2800" b="1" dirty="0">
                  <a:latin typeface="Arial Narrow" panose="020B0606020202030204" pitchFamily="34" charset="0"/>
                </a:endParaRPr>
              </a:p>
              <a:p>
                <a:pPr algn="ctr"/>
                <a:r>
                  <a:rPr lang="en-US" altLang="zh-CN" b="1" dirty="0">
                    <a:latin typeface="Arial Narrow" panose="020B0606020202030204" pitchFamily="34" charset="0"/>
                  </a:rPr>
                  <a:t>A</a:t>
                </a:r>
                <a:r>
                  <a:rPr lang="zh-CN" altLang="en-US" b="1" dirty="0">
                    <a:latin typeface="Arial Narrow" panose="020B0606020202030204" pitchFamily="34" charset="0"/>
                  </a:rPr>
                  <a:t>检测到碰撞，停止发送帧</a:t>
                </a:r>
              </a:p>
            </p:txBody>
          </p:sp>
        </mc:Choice>
        <mc:Fallback xmlns="">
          <p:sp>
            <p:nvSpPr>
              <p:cNvPr id="43" name="íşlïḍè">
                <a:extLst>
                  <a:ext uri="{FF2B5EF4-FFF2-40B4-BE49-F238E27FC236}">
                    <a16:creationId xmlns:a16="http://schemas.microsoft.com/office/drawing/2014/main" id="{FF18C322-63CD-4ADA-8505-37EC402D75DD}"/>
                  </a:ext>
                </a:extLst>
              </p:cNvPr>
              <p:cNvSpPr txBox="1">
                <a:spLocks noRot="1" noChangeAspect="1" noMove="1" noResize="1" noEditPoints="1" noAdjustHandles="1" noChangeArrowheads="1" noChangeShapeType="1" noTextEdit="1"/>
              </p:cNvSpPr>
              <p:nvPr/>
            </p:nvSpPr>
            <p:spPr>
              <a:xfrm>
                <a:off x="933106" y="5272932"/>
                <a:ext cx="2905331" cy="742513"/>
              </a:xfrm>
              <a:prstGeom prst="rect">
                <a:avLst/>
              </a:prstGeom>
              <a:blipFill>
                <a:blip r:embed="rId10"/>
                <a:stretch>
                  <a:fillRect l="-839" r="-839" b="-16393"/>
                </a:stretch>
              </a:blipFill>
            </p:spPr>
            <p:txBody>
              <a:bodyPr/>
              <a:lstStyle/>
              <a:p>
                <a:r>
                  <a:rPr lang="zh-CN" altLang="en-US">
                    <a:noFill/>
                  </a:rPr>
                  <a:t> </a:t>
                </a:r>
              </a:p>
            </p:txBody>
          </p:sp>
        </mc:Fallback>
      </mc:AlternateContent>
      <p:grpSp>
        <p:nvGrpSpPr>
          <p:cNvPr id="32" name="组合 31">
            <a:extLst>
              <a:ext uri="{FF2B5EF4-FFF2-40B4-BE49-F238E27FC236}">
                <a16:creationId xmlns:a16="http://schemas.microsoft.com/office/drawing/2014/main" id="{148FA6D0-0BA9-45E0-A8E3-6CB73B851092}"/>
              </a:ext>
            </a:extLst>
          </p:cNvPr>
          <p:cNvGrpSpPr/>
          <p:nvPr/>
        </p:nvGrpSpPr>
        <p:grpSpPr>
          <a:xfrm>
            <a:off x="6680537" y="3768853"/>
            <a:ext cx="4709373" cy="742513"/>
            <a:chOff x="6680537" y="3768853"/>
            <a:chExt cx="4709373" cy="742513"/>
          </a:xfrm>
        </p:grpSpPr>
        <mc:AlternateContent xmlns:mc="http://schemas.openxmlformats.org/markup-compatibility/2006" xmlns:a14="http://schemas.microsoft.com/office/drawing/2010/main">
          <mc:Choice Requires="a14">
            <p:sp>
              <p:nvSpPr>
                <p:cNvPr id="35" name="íşlïḍè">
                  <a:extLst>
                    <a:ext uri="{FF2B5EF4-FFF2-40B4-BE49-F238E27FC236}">
                      <a16:creationId xmlns:a16="http://schemas.microsoft.com/office/drawing/2014/main" id="{EF61E81C-D067-4B1A-8788-C131BF101CA2}"/>
                    </a:ext>
                  </a:extLst>
                </p:cNvPr>
                <p:cNvSpPr txBox="1"/>
                <p:nvPr/>
              </p:nvSpPr>
              <p:spPr>
                <a:xfrm>
                  <a:off x="8064130" y="3768853"/>
                  <a:ext cx="3325780" cy="742513"/>
                </a:xfrm>
                <a:prstGeom prst="rect">
                  <a:avLst/>
                </a:prstGeom>
                <a:noFill/>
              </p:spPr>
              <p:txBody>
                <a:bodyPr wrap="square" lIns="91440" tIns="45720" rIns="91440" bIns="45720" anchor="ctr">
                  <a:noAutofit/>
                </a:bodyPr>
                <a:lstStyle/>
                <a:p>
                  <a14:m>
                    <m:oMath xmlns:m="http://schemas.openxmlformats.org/officeDocument/2006/math">
                      <m:r>
                        <a:rPr lang="en-US" altLang="zh-CN" sz="2800" b="1" i="1" dirty="0" smtClean="0">
                          <a:latin typeface="Cambria Math" panose="02040503050406030204" pitchFamily="18" charset="0"/>
                        </a:rPr>
                        <m:t>𝒕</m:t>
                      </m:r>
                      <m:r>
                        <a:rPr lang="en-US" altLang="zh-CN" sz="2800" b="1" i="1" dirty="0" smtClean="0">
                          <a:latin typeface="Cambria Math" panose="02040503050406030204" pitchFamily="18" charset="0"/>
                        </a:rPr>
                        <m:t>=</m:t>
                      </m:r>
                      <m:r>
                        <a:rPr lang="zh-CN" altLang="en-US" sz="2800" b="1" i="1" dirty="0" smtClean="0">
                          <a:latin typeface="Cambria Math" panose="02040503050406030204" pitchFamily="18" charset="0"/>
                        </a:rPr>
                        <m:t>𝝉</m:t>
                      </m:r>
                      <m:r>
                        <a:rPr lang="zh-CN" altLang="en-US" sz="2800" b="1" i="1" dirty="0" smtClean="0">
                          <a:latin typeface="Cambria Math" panose="02040503050406030204" pitchFamily="18" charset="0"/>
                        </a:rPr>
                        <m:t>−</m:t>
                      </m:r>
                      <m:f>
                        <m:fPr>
                          <m:type m:val="lin"/>
                          <m:ctrlPr>
                            <a:rPr lang="zh-CN" altLang="en-US" sz="2800" b="1" i="1" dirty="0" smtClean="0">
                              <a:latin typeface="Cambria Math" panose="02040503050406030204" pitchFamily="18" charset="0"/>
                            </a:rPr>
                          </m:ctrlPr>
                        </m:fPr>
                        <m:num>
                          <m:r>
                            <a:rPr lang="el-GR" altLang="zh-CN" sz="2800" b="1" i="1" dirty="0">
                              <a:latin typeface="Cambria Math" panose="02040503050406030204" pitchFamily="18" charset="0"/>
                            </a:rPr>
                            <m:t>𝜹</m:t>
                          </m:r>
                        </m:num>
                        <m:den>
                          <m:r>
                            <a:rPr lang="en-US" altLang="zh-CN" sz="2800" b="1" i="1" dirty="0" smtClean="0">
                              <a:latin typeface="Cambria Math" panose="02040503050406030204" pitchFamily="18" charset="0"/>
                            </a:rPr>
                            <m:t>𝟐</m:t>
                          </m:r>
                        </m:den>
                      </m:f>
                      <m:r>
                        <a:rPr lang="en-US" altLang="zh-CN" sz="2800" b="1" i="0" dirty="0" smtClean="0">
                          <a:latin typeface="Cambria Math" panose="02040503050406030204" pitchFamily="18" charset="0"/>
                        </a:rPr>
                        <m:t>,</m:t>
                      </m:r>
                    </m:oMath>
                  </a14:m>
                  <a:r>
                    <a:rPr lang="zh-CN" altLang="en-US" b="1" dirty="0">
                      <a:latin typeface="Arial Narrow" panose="020B0606020202030204" pitchFamily="34" charset="0"/>
                    </a:rPr>
                    <a:t>发生碰撞</a:t>
                  </a:r>
                </a:p>
              </p:txBody>
            </p:sp>
          </mc:Choice>
          <mc:Fallback xmlns="">
            <p:sp>
              <p:nvSpPr>
                <p:cNvPr id="35" name="íşlïḍè">
                  <a:extLst>
                    <a:ext uri="{FF2B5EF4-FFF2-40B4-BE49-F238E27FC236}">
                      <a16:creationId xmlns:a16="http://schemas.microsoft.com/office/drawing/2014/main" id="{EF61E81C-D067-4B1A-8788-C131BF101CA2}"/>
                    </a:ext>
                  </a:extLst>
                </p:cNvPr>
                <p:cNvSpPr txBox="1">
                  <a:spLocks noRot="1" noChangeAspect="1" noMove="1" noResize="1" noEditPoints="1" noAdjustHandles="1" noChangeArrowheads="1" noChangeShapeType="1" noTextEdit="1"/>
                </p:cNvSpPr>
                <p:nvPr/>
              </p:nvSpPr>
              <p:spPr>
                <a:xfrm>
                  <a:off x="8064130" y="3768853"/>
                  <a:ext cx="3325780" cy="742513"/>
                </a:xfrm>
                <a:prstGeom prst="rect">
                  <a:avLst/>
                </a:prstGeom>
                <a:blipFill>
                  <a:blip r:embed="rId11"/>
                  <a:stretch>
                    <a:fillRect/>
                  </a:stretch>
                </a:blipFill>
              </p:spPr>
              <p:txBody>
                <a:bodyPr/>
                <a:lstStyle/>
                <a:p>
                  <a:r>
                    <a:rPr lang="zh-CN" altLang="en-US">
                      <a:noFill/>
                    </a:rPr>
                    <a:t> </a:t>
                  </a:r>
                </a:p>
              </p:txBody>
            </p:sp>
          </mc:Fallback>
        </mc:AlternateContent>
        <p:cxnSp>
          <p:nvCxnSpPr>
            <p:cNvPr id="24" name="直接连接符 23">
              <a:extLst>
                <a:ext uri="{FF2B5EF4-FFF2-40B4-BE49-F238E27FC236}">
                  <a16:creationId xmlns:a16="http://schemas.microsoft.com/office/drawing/2014/main" id="{46E2A8DD-5323-4559-AC08-83EEDCA3B056}"/>
                </a:ext>
              </a:extLst>
            </p:cNvPr>
            <p:cNvCxnSpPr>
              <a:cxnSpLocks/>
            </p:cNvCxnSpPr>
            <p:nvPr/>
          </p:nvCxnSpPr>
          <p:spPr>
            <a:xfrm>
              <a:off x="6680537" y="4139580"/>
              <a:ext cx="1484246" cy="0"/>
            </a:xfrm>
            <a:prstGeom prst="line">
              <a:avLst/>
            </a:prstGeom>
            <a:ln w="12700">
              <a:solidFill>
                <a:schemeClr val="tx1"/>
              </a:solidFill>
              <a:prstDash val="dash"/>
            </a:ln>
          </p:spPr>
          <p:style>
            <a:lnRef idx="1">
              <a:schemeClr val="accent1"/>
            </a:lnRef>
            <a:fillRef idx="0">
              <a:schemeClr val="accent1"/>
            </a:fillRef>
            <a:effectRef idx="0">
              <a:schemeClr val="accent1"/>
            </a:effectRef>
            <a:fontRef idx="minor">
              <a:schemeClr val="tx1"/>
            </a:fontRef>
          </p:style>
        </p:cxnSp>
      </p:grpSp>
      <p:cxnSp>
        <p:nvCxnSpPr>
          <p:cNvPr id="54" name="直接箭头连接符 53">
            <a:extLst>
              <a:ext uri="{FF2B5EF4-FFF2-40B4-BE49-F238E27FC236}">
                <a16:creationId xmlns:a16="http://schemas.microsoft.com/office/drawing/2014/main" id="{40CFFD07-C7D4-423B-BBB0-1620FFC90A64}"/>
              </a:ext>
            </a:extLst>
          </p:cNvPr>
          <p:cNvCxnSpPr>
            <a:cxnSpLocks/>
          </p:cNvCxnSpPr>
          <p:nvPr/>
        </p:nvCxnSpPr>
        <p:spPr>
          <a:xfrm>
            <a:off x="3937170" y="3053238"/>
            <a:ext cx="1359567" cy="580381"/>
          </a:xfrm>
          <a:prstGeom prst="straightConnector1">
            <a:avLst/>
          </a:prstGeom>
          <a:ln w="76200">
            <a:solidFill>
              <a:schemeClr val="accent3"/>
            </a:solidFill>
            <a:tailEnd type="triangle"/>
          </a:ln>
        </p:spPr>
        <p:style>
          <a:lnRef idx="1">
            <a:schemeClr val="accent1"/>
          </a:lnRef>
          <a:fillRef idx="0">
            <a:schemeClr val="accent1"/>
          </a:fillRef>
          <a:effectRef idx="0">
            <a:schemeClr val="accent1"/>
          </a:effectRef>
          <a:fontRef idx="minor">
            <a:schemeClr val="tx1"/>
          </a:fontRef>
        </p:style>
      </p:cxnSp>
      <p:cxnSp>
        <p:nvCxnSpPr>
          <p:cNvPr id="55" name="直接箭头连接符 54">
            <a:extLst>
              <a:ext uri="{FF2B5EF4-FFF2-40B4-BE49-F238E27FC236}">
                <a16:creationId xmlns:a16="http://schemas.microsoft.com/office/drawing/2014/main" id="{1ABF9757-E65E-46D4-8661-19CED9D1521F}"/>
              </a:ext>
            </a:extLst>
          </p:cNvPr>
          <p:cNvCxnSpPr>
            <a:cxnSpLocks/>
          </p:cNvCxnSpPr>
          <p:nvPr/>
        </p:nvCxnSpPr>
        <p:spPr>
          <a:xfrm>
            <a:off x="5214037" y="3610893"/>
            <a:ext cx="1359567" cy="580381"/>
          </a:xfrm>
          <a:prstGeom prst="straightConnector1">
            <a:avLst/>
          </a:prstGeom>
          <a:ln w="76200">
            <a:solidFill>
              <a:schemeClr val="accent3"/>
            </a:solidFill>
            <a:tailEnd type="triangle"/>
          </a:ln>
        </p:spPr>
        <p:style>
          <a:lnRef idx="1">
            <a:schemeClr val="accent1"/>
          </a:lnRef>
          <a:fillRef idx="0">
            <a:schemeClr val="accent1"/>
          </a:fillRef>
          <a:effectRef idx="0">
            <a:schemeClr val="accent1"/>
          </a:effectRef>
          <a:fontRef idx="minor">
            <a:schemeClr val="tx1"/>
          </a:fontRef>
        </p:style>
      </p:cxnSp>
      <p:cxnSp>
        <p:nvCxnSpPr>
          <p:cNvPr id="56" name="直接箭头连接符 55">
            <a:extLst>
              <a:ext uri="{FF2B5EF4-FFF2-40B4-BE49-F238E27FC236}">
                <a16:creationId xmlns:a16="http://schemas.microsoft.com/office/drawing/2014/main" id="{E6861C39-DEA9-430E-9751-3FA3A1BDDEFC}"/>
              </a:ext>
            </a:extLst>
          </p:cNvPr>
          <p:cNvCxnSpPr>
            <a:cxnSpLocks/>
            <a:stCxn id="36" idx="1"/>
          </p:cNvCxnSpPr>
          <p:nvPr/>
        </p:nvCxnSpPr>
        <p:spPr>
          <a:xfrm flipH="1">
            <a:off x="6497144" y="3417695"/>
            <a:ext cx="1566986" cy="744245"/>
          </a:xfrm>
          <a:prstGeom prst="straightConnector1">
            <a:avLst/>
          </a:prstGeom>
          <a:ln w="76200">
            <a:solidFill>
              <a:schemeClr val="accent3"/>
            </a:solidFill>
            <a:tailEnd type="triangle"/>
          </a:ln>
        </p:spPr>
        <p:style>
          <a:lnRef idx="1">
            <a:schemeClr val="accent1"/>
          </a:lnRef>
          <a:fillRef idx="0">
            <a:schemeClr val="accent1"/>
          </a:fillRef>
          <a:effectRef idx="0">
            <a:schemeClr val="accent1"/>
          </a:effectRef>
          <a:fontRef idx="minor">
            <a:schemeClr val="tx1"/>
          </a:fontRef>
        </p:style>
      </p:cxnSp>
      <p:grpSp>
        <p:nvGrpSpPr>
          <p:cNvPr id="58" name="组合 57">
            <a:extLst>
              <a:ext uri="{FF2B5EF4-FFF2-40B4-BE49-F238E27FC236}">
                <a16:creationId xmlns:a16="http://schemas.microsoft.com/office/drawing/2014/main" id="{18262540-FD03-4E6F-A373-1D0180CCC981}"/>
              </a:ext>
            </a:extLst>
          </p:cNvPr>
          <p:cNvGrpSpPr/>
          <p:nvPr/>
        </p:nvGrpSpPr>
        <p:grpSpPr>
          <a:xfrm>
            <a:off x="6096573" y="3762786"/>
            <a:ext cx="820470" cy="820470"/>
            <a:chOff x="9290558" y="4054613"/>
            <a:chExt cx="820470" cy="820470"/>
          </a:xfrm>
        </p:grpSpPr>
        <p:sp>
          <p:nvSpPr>
            <p:cNvPr id="59" name="爆炸形: 8 pt  58">
              <a:extLst>
                <a:ext uri="{FF2B5EF4-FFF2-40B4-BE49-F238E27FC236}">
                  <a16:creationId xmlns:a16="http://schemas.microsoft.com/office/drawing/2014/main" id="{141917CE-46C5-433E-8DC2-548828338F22}"/>
                </a:ext>
              </a:extLst>
            </p:cNvPr>
            <p:cNvSpPr/>
            <p:nvPr/>
          </p:nvSpPr>
          <p:spPr>
            <a:xfrm>
              <a:off x="9290558" y="4054613"/>
              <a:ext cx="820470" cy="820470"/>
            </a:xfrm>
            <a:prstGeom prst="irregularSeal1">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sz="2000" b="1" dirty="0"/>
            </a:p>
          </p:txBody>
        </p:sp>
        <p:sp>
          <p:nvSpPr>
            <p:cNvPr id="60" name="文本框 59">
              <a:extLst>
                <a:ext uri="{FF2B5EF4-FFF2-40B4-BE49-F238E27FC236}">
                  <a16:creationId xmlns:a16="http://schemas.microsoft.com/office/drawing/2014/main" id="{71F349C2-8AAD-4991-A0F9-73045C1B33F6}"/>
                </a:ext>
              </a:extLst>
            </p:cNvPr>
            <p:cNvSpPr txBox="1"/>
            <p:nvPr/>
          </p:nvSpPr>
          <p:spPr>
            <a:xfrm>
              <a:off x="9290558" y="4250289"/>
              <a:ext cx="777741" cy="369332"/>
            </a:xfrm>
            <a:prstGeom prst="rect">
              <a:avLst/>
            </a:prstGeom>
            <a:noFill/>
          </p:spPr>
          <p:txBody>
            <a:bodyPr wrap="square" rtlCol="0">
              <a:spAutoFit/>
            </a:bodyPr>
            <a:lstStyle/>
            <a:p>
              <a:pPr algn="ctr"/>
              <a:r>
                <a:rPr lang="zh-CN" altLang="en-US" b="1" dirty="0">
                  <a:solidFill>
                    <a:schemeClr val="bg1"/>
                  </a:solidFill>
                </a:rPr>
                <a:t>碰撞</a:t>
              </a:r>
            </a:p>
          </p:txBody>
        </p:sp>
      </p:grpSp>
      <p:grpSp>
        <p:nvGrpSpPr>
          <p:cNvPr id="63" name="组合 62">
            <a:extLst>
              <a:ext uri="{FF2B5EF4-FFF2-40B4-BE49-F238E27FC236}">
                <a16:creationId xmlns:a16="http://schemas.microsoft.com/office/drawing/2014/main" id="{1D606FF4-75BD-446A-9A94-B5D6AFD22989}"/>
              </a:ext>
            </a:extLst>
          </p:cNvPr>
          <p:cNvGrpSpPr/>
          <p:nvPr/>
        </p:nvGrpSpPr>
        <p:grpSpPr>
          <a:xfrm>
            <a:off x="4032576" y="1050810"/>
            <a:ext cx="4160811" cy="400110"/>
            <a:chOff x="4032576" y="1050810"/>
            <a:chExt cx="4160811" cy="400110"/>
          </a:xfrm>
        </p:grpSpPr>
        <p:cxnSp>
          <p:nvCxnSpPr>
            <p:cNvPr id="64" name="直接箭头连接符 63">
              <a:extLst>
                <a:ext uri="{FF2B5EF4-FFF2-40B4-BE49-F238E27FC236}">
                  <a16:creationId xmlns:a16="http://schemas.microsoft.com/office/drawing/2014/main" id="{682133E2-A520-45FB-BA8C-74D278B76210}"/>
                </a:ext>
              </a:extLst>
            </p:cNvPr>
            <p:cNvCxnSpPr>
              <a:cxnSpLocks/>
            </p:cNvCxnSpPr>
            <p:nvPr/>
          </p:nvCxnSpPr>
          <p:spPr>
            <a:xfrm>
              <a:off x="4032576" y="1250865"/>
              <a:ext cx="4160811" cy="0"/>
            </a:xfrm>
            <a:prstGeom prst="straightConnector1">
              <a:avLst/>
            </a:prstGeom>
            <a:ln w="25400">
              <a:solidFill>
                <a:schemeClr val="tx1"/>
              </a:solidFill>
              <a:tailEnd type="triangle" w="med" len="lg"/>
            </a:ln>
          </p:spPr>
          <p:style>
            <a:lnRef idx="1">
              <a:schemeClr val="accent1"/>
            </a:lnRef>
            <a:fillRef idx="0">
              <a:schemeClr val="accent1"/>
            </a:fillRef>
            <a:effectRef idx="0">
              <a:schemeClr val="accent1"/>
            </a:effectRef>
            <a:fontRef idx="minor">
              <a:schemeClr val="tx1"/>
            </a:fontRef>
          </p:style>
        </p:cxnSp>
        <mc:AlternateContent xmlns:mc="http://schemas.openxmlformats.org/markup-compatibility/2006" xmlns:a14="http://schemas.microsoft.com/office/drawing/2010/main">
          <mc:Choice Requires="a14">
            <p:sp>
              <p:nvSpPr>
                <p:cNvPr id="65" name="íşlïḍè">
                  <a:extLst>
                    <a:ext uri="{FF2B5EF4-FFF2-40B4-BE49-F238E27FC236}">
                      <a16:creationId xmlns:a16="http://schemas.microsoft.com/office/drawing/2014/main" id="{6A524999-C129-44EC-908D-C5D843645F54}"/>
                    </a:ext>
                  </a:extLst>
                </p:cNvPr>
                <p:cNvSpPr txBox="1"/>
                <p:nvPr/>
              </p:nvSpPr>
              <p:spPr>
                <a:xfrm>
                  <a:off x="4553965" y="1050810"/>
                  <a:ext cx="3248038" cy="400110"/>
                </a:xfrm>
                <a:prstGeom prst="rect">
                  <a:avLst/>
                </a:prstGeom>
                <a:solidFill>
                  <a:schemeClr val="bg1"/>
                </a:solidFill>
              </p:spPr>
              <p:txBody>
                <a:bodyPr wrap="square" lIns="91440" tIns="45720" rIns="91440" bIns="45720" anchor="ctr">
                  <a:noAutofit/>
                </a:bodyPr>
                <a:lstStyle/>
                <a:p>
                  <a:pPr algn="ctr"/>
                  <a:r>
                    <a:rPr lang="zh-CN" altLang="en-US" b="1" dirty="0">
                      <a:latin typeface="Arial Narrow" panose="020B0606020202030204" pitchFamily="34" charset="0"/>
                    </a:rPr>
                    <a:t>以太网单程端到端传播时延</a:t>
                  </a:r>
                  <a14:m>
                    <m:oMath xmlns:m="http://schemas.openxmlformats.org/officeDocument/2006/math">
                      <m:r>
                        <a:rPr lang="el-GR" altLang="zh-CN" sz="2800" b="1" i="1" dirty="0" smtClean="0">
                          <a:latin typeface="Cambria Math" panose="02040503050406030204" pitchFamily="18" charset="0"/>
                        </a:rPr>
                        <m:t>𝝉</m:t>
                      </m:r>
                    </m:oMath>
                  </a14:m>
                  <a:endParaRPr lang="zh-CN" altLang="en-US" b="1" dirty="0">
                    <a:latin typeface="Arial Narrow" panose="020B0606020202030204" pitchFamily="34" charset="0"/>
                  </a:endParaRPr>
                </a:p>
              </p:txBody>
            </p:sp>
          </mc:Choice>
          <mc:Fallback xmlns="">
            <p:sp>
              <p:nvSpPr>
                <p:cNvPr id="65" name="íşlïḍè">
                  <a:extLst>
                    <a:ext uri="{FF2B5EF4-FFF2-40B4-BE49-F238E27FC236}">
                      <a16:creationId xmlns:a16="http://schemas.microsoft.com/office/drawing/2014/main" id="{6A524999-C129-44EC-908D-C5D843645F54}"/>
                    </a:ext>
                  </a:extLst>
                </p:cNvPr>
                <p:cNvSpPr txBox="1">
                  <a:spLocks noRot="1" noChangeAspect="1" noMove="1" noResize="1" noEditPoints="1" noAdjustHandles="1" noChangeArrowheads="1" noChangeShapeType="1" noTextEdit="1"/>
                </p:cNvSpPr>
                <p:nvPr/>
              </p:nvSpPr>
              <p:spPr>
                <a:xfrm>
                  <a:off x="4553965" y="1050810"/>
                  <a:ext cx="3248038" cy="400110"/>
                </a:xfrm>
                <a:prstGeom prst="rect">
                  <a:avLst/>
                </a:prstGeom>
                <a:blipFill>
                  <a:blip r:embed="rId12"/>
                  <a:stretch>
                    <a:fillRect b="-33333"/>
                  </a:stretch>
                </a:blipFill>
              </p:spPr>
              <p:txBody>
                <a:bodyPr/>
                <a:lstStyle/>
                <a:p>
                  <a:r>
                    <a:rPr lang="zh-CN" altLang="en-US">
                      <a:noFill/>
                    </a:rPr>
                    <a:t> </a:t>
                  </a:r>
                </a:p>
              </p:txBody>
            </p:sp>
          </mc:Fallback>
        </mc:AlternateContent>
      </p:grpSp>
      <p:sp>
        <p:nvSpPr>
          <p:cNvPr id="57" name="平行四边形 56">
            <a:extLst>
              <a:ext uri="{FF2B5EF4-FFF2-40B4-BE49-F238E27FC236}">
                <a16:creationId xmlns:a16="http://schemas.microsoft.com/office/drawing/2014/main" id="{77694072-AD14-D816-3675-B70D6DF077CE}"/>
              </a:ext>
            </a:extLst>
          </p:cNvPr>
          <p:cNvSpPr/>
          <p:nvPr/>
        </p:nvSpPr>
        <p:spPr>
          <a:xfrm>
            <a:off x="304799" y="749300"/>
            <a:ext cx="695119" cy="387090"/>
          </a:xfrm>
          <a:prstGeom prst="parallelogram">
            <a:avLst/>
          </a:prstGeom>
          <a:solidFill>
            <a:schemeClr val="accent3">
              <a:lumMod val="75000"/>
            </a:schemeClr>
          </a:solidFill>
          <a:ln>
            <a:solidFill>
              <a:schemeClr val="accent3">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CN" sz="2200" dirty="0">
                <a:latin typeface="Impact" panose="020B0806030902050204" pitchFamily="34" charset="0"/>
              </a:rPr>
              <a:t>02</a:t>
            </a:r>
            <a:endParaRPr lang="zh-CN" altLang="en-US" sz="2200" dirty="0">
              <a:latin typeface="Impact" panose="020B0806030902050204" pitchFamily="34" charset="0"/>
            </a:endParaRPr>
          </a:p>
        </p:txBody>
      </p:sp>
    </p:spTree>
    <p:custDataLst>
      <p:tags r:id="rId1"/>
    </p:custDataLst>
    <p:extLst>
      <p:ext uri="{BB962C8B-B14F-4D97-AF65-F5344CB8AC3E}">
        <p14:creationId xmlns:p14="http://schemas.microsoft.com/office/powerpoint/2010/main" val="1719208960"/>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8" fill="hold" grpId="0" nodeType="withEffect">
                                  <p:stCondLst>
                                    <p:cond delay="0"/>
                                  </p:stCondLst>
                                  <p:childTnLst>
                                    <p:set>
                                      <p:cBhvr>
                                        <p:cTn id="6" dur="1" fill="hold">
                                          <p:stCondLst>
                                            <p:cond delay="0"/>
                                          </p:stCondLst>
                                        </p:cTn>
                                        <p:tgtEl>
                                          <p:spTgt spid="34"/>
                                        </p:tgtEl>
                                        <p:attrNameLst>
                                          <p:attrName>style.visibility</p:attrName>
                                        </p:attrNameLst>
                                      </p:cBhvr>
                                      <p:to>
                                        <p:strVal val="visible"/>
                                      </p:to>
                                    </p:set>
                                    <p:anim calcmode="lin" valueType="num">
                                      <p:cBhvr additive="base">
                                        <p:cTn id="7" dur="500" fill="hold"/>
                                        <p:tgtEl>
                                          <p:spTgt spid="34"/>
                                        </p:tgtEl>
                                        <p:attrNameLst>
                                          <p:attrName>ppt_x</p:attrName>
                                        </p:attrNameLst>
                                      </p:cBhvr>
                                      <p:tavLst>
                                        <p:tav tm="0">
                                          <p:val>
                                            <p:strVal val="0-#ppt_w/2"/>
                                          </p:val>
                                        </p:tav>
                                        <p:tav tm="100000">
                                          <p:val>
                                            <p:strVal val="#ppt_x"/>
                                          </p:val>
                                        </p:tav>
                                      </p:tavLst>
                                    </p:anim>
                                    <p:anim calcmode="lin" valueType="num">
                                      <p:cBhvr additive="base">
                                        <p:cTn id="8" dur="500" fill="hold"/>
                                        <p:tgtEl>
                                          <p:spTgt spid="34"/>
                                        </p:tgtEl>
                                        <p:attrNameLst>
                                          <p:attrName>ppt_y</p:attrName>
                                        </p:attrNameLst>
                                      </p:cBhvr>
                                      <p:tavLst>
                                        <p:tav tm="0">
                                          <p:val>
                                            <p:strVal val="#ppt_y"/>
                                          </p:val>
                                        </p:tav>
                                        <p:tav tm="100000">
                                          <p:val>
                                            <p:strVal val="#ppt_y"/>
                                          </p:val>
                                        </p:tav>
                                      </p:tavLst>
                                    </p:anim>
                                  </p:childTnLst>
                                </p:cTn>
                              </p:par>
                            </p:childTnLst>
                          </p:cTn>
                        </p:par>
                      </p:childTnLst>
                    </p:cTn>
                  </p:par>
                  <p:par>
                    <p:cTn id="9" fill="hold">
                      <p:stCondLst>
                        <p:cond delay="indefinite"/>
                      </p:stCondLst>
                      <p:childTnLst>
                        <p:par>
                          <p:cTn id="10" fill="hold">
                            <p:stCondLst>
                              <p:cond delay="0"/>
                            </p:stCondLst>
                            <p:childTnLst>
                              <p:par>
                                <p:cTn id="11" presetID="22" presetClass="entr" presetSubtype="8" fill="hold" nodeType="clickEffect">
                                  <p:stCondLst>
                                    <p:cond delay="0"/>
                                  </p:stCondLst>
                                  <p:childTnLst>
                                    <p:set>
                                      <p:cBhvr>
                                        <p:cTn id="12" dur="1" fill="hold">
                                          <p:stCondLst>
                                            <p:cond delay="0"/>
                                          </p:stCondLst>
                                        </p:cTn>
                                        <p:tgtEl>
                                          <p:spTgt spid="54"/>
                                        </p:tgtEl>
                                        <p:attrNameLst>
                                          <p:attrName>style.visibility</p:attrName>
                                        </p:attrNameLst>
                                      </p:cBhvr>
                                      <p:to>
                                        <p:strVal val="visible"/>
                                      </p:to>
                                    </p:set>
                                    <p:animEffect transition="in" filter="wipe(left)">
                                      <p:cBhvr>
                                        <p:cTn id="13" dur="1000"/>
                                        <p:tgtEl>
                                          <p:spTgt spid="54"/>
                                        </p:tgtEl>
                                      </p:cBhvr>
                                    </p:animEffect>
                                  </p:childTnLst>
                                </p:cTn>
                              </p:par>
                            </p:childTnLst>
                          </p:cTn>
                        </p:par>
                      </p:childTnLst>
                    </p:cTn>
                  </p:par>
                  <p:par>
                    <p:cTn id="14" fill="hold">
                      <p:stCondLst>
                        <p:cond delay="indefinite"/>
                      </p:stCondLst>
                      <p:childTnLst>
                        <p:par>
                          <p:cTn id="15" fill="hold">
                            <p:stCondLst>
                              <p:cond delay="0"/>
                            </p:stCondLst>
                            <p:childTnLst>
                              <p:par>
                                <p:cTn id="16" presetID="2" presetClass="entr" presetSubtype="2" fill="hold" grpId="0" nodeType="clickEffect">
                                  <p:stCondLst>
                                    <p:cond delay="0"/>
                                  </p:stCondLst>
                                  <p:childTnLst>
                                    <p:set>
                                      <p:cBhvr>
                                        <p:cTn id="17" dur="1" fill="hold">
                                          <p:stCondLst>
                                            <p:cond delay="0"/>
                                          </p:stCondLst>
                                        </p:cTn>
                                        <p:tgtEl>
                                          <p:spTgt spid="36"/>
                                        </p:tgtEl>
                                        <p:attrNameLst>
                                          <p:attrName>style.visibility</p:attrName>
                                        </p:attrNameLst>
                                      </p:cBhvr>
                                      <p:to>
                                        <p:strVal val="visible"/>
                                      </p:to>
                                    </p:set>
                                    <p:anim calcmode="lin" valueType="num">
                                      <p:cBhvr additive="base">
                                        <p:cTn id="18" dur="500" fill="hold"/>
                                        <p:tgtEl>
                                          <p:spTgt spid="36"/>
                                        </p:tgtEl>
                                        <p:attrNameLst>
                                          <p:attrName>ppt_x</p:attrName>
                                        </p:attrNameLst>
                                      </p:cBhvr>
                                      <p:tavLst>
                                        <p:tav tm="0">
                                          <p:val>
                                            <p:strVal val="1+#ppt_w/2"/>
                                          </p:val>
                                        </p:tav>
                                        <p:tav tm="100000">
                                          <p:val>
                                            <p:strVal val="#ppt_x"/>
                                          </p:val>
                                        </p:tav>
                                      </p:tavLst>
                                    </p:anim>
                                    <p:anim calcmode="lin" valueType="num">
                                      <p:cBhvr additive="base">
                                        <p:cTn id="19" dur="500" fill="hold"/>
                                        <p:tgtEl>
                                          <p:spTgt spid="36"/>
                                        </p:tgtEl>
                                        <p:attrNameLst>
                                          <p:attrName>ppt_y</p:attrName>
                                        </p:attrNameLst>
                                      </p:cBhvr>
                                      <p:tavLst>
                                        <p:tav tm="0">
                                          <p:val>
                                            <p:strVal val="#ppt_y"/>
                                          </p:val>
                                        </p:tav>
                                        <p:tav tm="100000">
                                          <p:val>
                                            <p:strVal val="#ppt_y"/>
                                          </p:val>
                                        </p:tav>
                                      </p:tavLst>
                                    </p:anim>
                                  </p:childTnLst>
                                </p:cTn>
                              </p:par>
                            </p:childTnLst>
                          </p:cTn>
                        </p:par>
                      </p:childTnLst>
                    </p:cTn>
                  </p:par>
                  <p:par>
                    <p:cTn id="20" fill="hold">
                      <p:stCondLst>
                        <p:cond delay="indefinite"/>
                      </p:stCondLst>
                      <p:childTnLst>
                        <p:par>
                          <p:cTn id="21" fill="hold">
                            <p:stCondLst>
                              <p:cond delay="0"/>
                            </p:stCondLst>
                            <p:childTnLst>
                              <p:par>
                                <p:cTn id="22" presetID="22" presetClass="entr" presetSubtype="2" fill="hold" nodeType="clickEffect">
                                  <p:stCondLst>
                                    <p:cond delay="0"/>
                                  </p:stCondLst>
                                  <p:childTnLst>
                                    <p:set>
                                      <p:cBhvr>
                                        <p:cTn id="23" dur="1" fill="hold">
                                          <p:stCondLst>
                                            <p:cond delay="0"/>
                                          </p:stCondLst>
                                        </p:cTn>
                                        <p:tgtEl>
                                          <p:spTgt spid="56"/>
                                        </p:tgtEl>
                                        <p:attrNameLst>
                                          <p:attrName>style.visibility</p:attrName>
                                        </p:attrNameLst>
                                      </p:cBhvr>
                                      <p:to>
                                        <p:strVal val="visible"/>
                                      </p:to>
                                    </p:set>
                                    <p:animEffect transition="in" filter="wipe(right)">
                                      <p:cBhvr>
                                        <p:cTn id="24" dur="1000"/>
                                        <p:tgtEl>
                                          <p:spTgt spid="56"/>
                                        </p:tgtEl>
                                      </p:cBhvr>
                                    </p:animEffect>
                                  </p:childTnLst>
                                </p:cTn>
                              </p:par>
                              <p:par>
                                <p:cTn id="25" presetID="22" presetClass="entr" presetSubtype="8" fill="hold" nodeType="withEffect">
                                  <p:stCondLst>
                                    <p:cond delay="0"/>
                                  </p:stCondLst>
                                  <p:childTnLst>
                                    <p:set>
                                      <p:cBhvr>
                                        <p:cTn id="26" dur="1" fill="hold">
                                          <p:stCondLst>
                                            <p:cond delay="0"/>
                                          </p:stCondLst>
                                        </p:cTn>
                                        <p:tgtEl>
                                          <p:spTgt spid="55"/>
                                        </p:tgtEl>
                                        <p:attrNameLst>
                                          <p:attrName>style.visibility</p:attrName>
                                        </p:attrNameLst>
                                      </p:cBhvr>
                                      <p:to>
                                        <p:strVal val="visible"/>
                                      </p:to>
                                    </p:set>
                                    <p:animEffect transition="in" filter="wipe(left)">
                                      <p:cBhvr>
                                        <p:cTn id="27" dur="1000"/>
                                        <p:tgtEl>
                                          <p:spTgt spid="55"/>
                                        </p:tgtEl>
                                      </p:cBhvr>
                                    </p:animEffect>
                                  </p:childTnLst>
                                </p:cTn>
                              </p:par>
                              <p:par>
                                <p:cTn id="28" presetID="49" presetClass="entr" presetSubtype="0" decel="100000" fill="hold" nodeType="withEffect">
                                  <p:stCondLst>
                                    <p:cond delay="600"/>
                                  </p:stCondLst>
                                  <p:childTnLst>
                                    <p:set>
                                      <p:cBhvr>
                                        <p:cTn id="29" dur="1" fill="hold">
                                          <p:stCondLst>
                                            <p:cond delay="0"/>
                                          </p:stCondLst>
                                        </p:cTn>
                                        <p:tgtEl>
                                          <p:spTgt spid="58"/>
                                        </p:tgtEl>
                                        <p:attrNameLst>
                                          <p:attrName>style.visibility</p:attrName>
                                        </p:attrNameLst>
                                      </p:cBhvr>
                                      <p:to>
                                        <p:strVal val="visible"/>
                                      </p:to>
                                    </p:set>
                                    <p:anim calcmode="lin" valueType="num">
                                      <p:cBhvr>
                                        <p:cTn id="30" dur="500" fill="hold"/>
                                        <p:tgtEl>
                                          <p:spTgt spid="58"/>
                                        </p:tgtEl>
                                        <p:attrNameLst>
                                          <p:attrName>ppt_w</p:attrName>
                                        </p:attrNameLst>
                                      </p:cBhvr>
                                      <p:tavLst>
                                        <p:tav tm="0">
                                          <p:val>
                                            <p:fltVal val="0"/>
                                          </p:val>
                                        </p:tav>
                                        <p:tav tm="100000">
                                          <p:val>
                                            <p:strVal val="#ppt_w"/>
                                          </p:val>
                                        </p:tav>
                                      </p:tavLst>
                                    </p:anim>
                                    <p:anim calcmode="lin" valueType="num">
                                      <p:cBhvr>
                                        <p:cTn id="31" dur="500" fill="hold"/>
                                        <p:tgtEl>
                                          <p:spTgt spid="58"/>
                                        </p:tgtEl>
                                        <p:attrNameLst>
                                          <p:attrName>ppt_h</p:attrName>
                                        </p:attrNameLst>
                                      </p:cBhvr>
                                      <p:tavLst>
                                        <p:tav tm="0">
                                          <p:val>
                                            <p:fltVal val="0"/>
                                          </p:val>
                                        </p:tav>
                                        <p:tav tm="100000">
                                          <p:val>
                                            <p:strVal val="#ppt_h"/>
                                          </p:val>
                                        </p:tav>
                                      </p:tavLst>
                                    </p:anim>
                                    <p:anim calcmode="lin" valueType="num">
                                      <p:cBhvr>
                                        <p:cTn id="32" dur="500" fill="hold"/>
                                        <p:tgtEl>
                                          <p:spTgt spid="58"/>
                                        </p:tgtEl>
                                        <p:attrNameLst>
                                          <p:attrName>style.rotation</p:attrName>
                                        </p:attrNameLst>
                                      </p:cBhvr>
                                      <p:tavLst>
                                        <p:tav tm="0">
                                          <p:val>
                                            <p:fltVal val="360"/>
                                          </p:val>
                                        </p:tav>
                                        <p:tav tm="100000">
                                          <p:val>
                                            <p:fltVal val="0"/>
                                          </p:val>
                                        </p:tav>
                                      </p:tavLst>
                                    </p:anim>
                                    <p:animEffect transition="in" filter="fade">
                                      <p:cBhvr>
                                        <p:cTn id="33" dur="500"/>
                                        <p:tgtEl>
                                          <p:spTgt spid="58"/>
                                        </p:tgtEl>
                                      </p:cBhvr>
                                    </p:animEffect>
                                  </p:childTnLst>
                                </p:cTn>
                              </p:par>
                            </p:childTnLst>
                          </p:cTn>
                        </p:par>
                      </p:childTnLst>
                    </p:cTn>
                  </p:par>
                  <p:par>
                    <p:cTn id="34" fill="hold">
                      <p:stCondLst>
                        <p:cond delay="indefinite"/>
                      </p:stCondLst>
                      <p:childTnLst>
                        <p:par>
                          <p:cTn id="35" fill="hold">
                            <p:stCondLst>
                              <p:cond delay="0"/>
                            </p:stCondLst>
                            <p:childTnLst>
                              <p:par>
                                <p:cTn id="36" presetID="2" presetClass="entr" presetSubtype="2" fill="hold" nodeType="clickEffect">
                                  <p:stCondLst>
                                    <p:cond delay="0"/>
                                  </p:stCondLst>
                                  <p:childTnLst>
                                    <p:set>
                                      <p:cBhvr>
                                        <p:cTn id="37" dur="1" fill="hold">
                                          <p:stCondLst>
                                            <p:cond delay="0"/>
                                          </p:stCondLst>
                                        </p:cTn>
                                        <p:tgtEl>
                                          <p:spTgt spid="32"/>
                                        </p:tgtEl>
                                        <p:attrNameLst>
                                          <p:attrName>style.visibility</p:attrName>
                                        </p:attrNameLst>
                                      </p:cBhvr>
                                      <p:to>
                                        <p:strVal val="visible"/>
                                      </p:to>
                                    </p:set>
                                    <p:anim calcmode="lin" valueType="num">
                                      <p:cBhvr additive="base">
                                        <p:cTn id="38" dur="500" fill="hold"/>
                                        <p:tgtEl>
                                          <p:spTgt spid="32"/>
                                        </p:tgtEl>
                                        <p:attrNameLst>
                                          <p:attrName>ppt_x</p:attrName>
                                        </p:attrNameLst>
                                      </p:cBhvr>
                                      <p:tavLst>
                                        <p:tav tm="0">
                                          <p:val>
                                            <p:strVal val="1+#ppt_w/2"/>
                                          </p:val>
                                        </p:tav>
                                        <p:tav tm="100000">
                                          <p:val>
                                            <p:strVal val="#ppt_x"/>
                                          </p:val>
                                        </p:tav>
                                      </p:tavLst>
                                    </p:anim>
                                    <p:anim calcmode="lin" valueType="num">
                                      <p:cBhvr additive="base">
                                        <p:cTn id="39" dur="500" fill="hold"/>
                                        <p:tgtEl>
                                          <p:spTgt spid="32"/>
                                        </p:tgtEl>
                                        <p:attrNameLst>
                                          <p:attrName>ppt_y</p:attrName>
                                        </p:attrNameLst>
                                      </p:cBhvr>
                                      <p:tavLst>
                                        <p:tav tm="0">
                                          <p:val>
                                            <p:strVal val="#ppt_y"/>
                                          </p:val>
                                        </p:tav>
                                        <p:tav tm="100000">
                                          <p:val>
                                            <p:strVal val="#ppt_y"/>
                                          </p:val>
                                        </p:tav>
                                      </p:tavLst>
                                    </p:anim>
                                  </p:childTnLst>
                                </p:cTn>
                              </p:par>
                            </p:childTnLst>
                          </p:cTn>
                        </p:par>
                      </p:childTnLst>
                    </p:cTn>
                  </p:par>
                  <p:par>
                    <p:cTn id="40" fill="hold">
                      <p:stCondLst>
                        <p:cond delay="indefinite"/>
                      </p:stCondLst>
                      <p:childTnLst>
                        <p:par>
                          <p:cTn id="41" fill="hold">
                            <p:stCondLst>
                              <p:cond delay="0"/>
                            </p:stCondLst>
                            <p:childTnLst>
                              <p:par>
                                <p:cTn id="42" presetID="22" presetClass="entr" presetSubtype="8" fill="hold" nodeType="clickEffect">
                                  <p:stCondLst>
                                    <p:cond delay="0"/>
                                  </p:stCondLst>
                                  <p:childTnLst>
                                    <p:set>
                                      <p:cBhvr>
                                        <p:cTn id="43" dur="1" fill="hold">
                                          <p:stCondLst>
                                            <p:cond delay="0"/>
                                          </p:stCondLst>
                                        </p:cTn>
                                        <p:tgtEl>
                                          <p:spTgt spid="6"/>
                                        </p:tgtEl>
                                        <p:attrNameLst>
                                          <p:attrName>style.visibility</p:attrName>
                                        </p:attrNameLst>
                                      </p:cBhvr>
                                      <p:to>
                                        <p:strVal val="visible"/>
                                      </p:to>
                                    </p:set>
                                    <p:animEffect transition="in" filter="wipe(left)">
                                      <p:cBhvr>
                                        <p:cTn id="44" dur="1000"/>
                                        <p:tgtEl>
                                          <p:spTgt spid="6"/>
                                        </p:tgtEl>
                                      </p:cBhvr>
                                    </p:animEffect>
                                  </p:childTnLst>
                                </p:cTn>
                              </p:par>
                              <p:par>
                                <p:cTn id="45" presetID="22" presetClass="entr" presetSubtype="2" fill="hold" nodeType="withEffect">
                                  <p:stCondLst>
                                    <p:cond delay="0"/>
                                  </p:stCondLst>
                                  <p:childTnLst>
                                    <p:set>
                                      <p:cBhvr>
                                        <p:cTn id="46" dur="1" fill="hold">
                                          <p:stCondLst>
                                            <p:cond delay="0"/>
                                          </p:stCondLst>
                                        </p:cTn>
                                        <p:tgtEl>
                                          <p:spTgt spid="40"/>
                                        </p:tgtEl>
                                        <p:attrNameLst>
                                          <p:attrName>style.visibility</p:attrName>
                                        </p:attrNameLst>
                                      </p:cBhvr>
                                      <p:to>
                                        <p:strVal val="visible"/>
                                      </p:to>
                                    </p:set>
                                    <p:animEffect transition="in" filter="wipe(right)">
                                      <p:cBhvr>
                                        <p:cTn id="47" dur="2000"/>
                                        <p:tgtEl>
                                          <p:spTgt spid="40"/>
                                        </p:tgtEl>
                                      </p:cBhvr>
                                    </p:animEffect>
                                  </p:childTnLst>
                                </p:cTn>
                              </p:par>
                            </p:childTnLst>
                          </p:cTn>
                        </p:par>
                      </p:childTnLst>
                    </p:cTn>
                  </p:par>
                  <p:par>
                    <p:cTn id="48" fill="hold">
                      <p:stCondLst>
                        <p:cond delay="indefinite"/>
                      </p:stCondLst>
                      <p:childTnLst>
                        <p:par>
                          <p:cTn id="49" fill="hold">
                            <p:stCondLst>
                              <p:cond delay="0"/>
                            </p:stCondLst>
                            <p:childTnLst>
                              <p:par>
                                <p:cTn id="50" presetID="2" presetClass="entr" presetSubtype="2" fill="hold" grpId="0" nodeType="clickEffect">
                                  <p:stCondLst>
                                    <p:cond delay="0"/>
                                  </p:stCondLst>
                                  <p:childTnLst>
                                    <p:set>
                                      <p:cBhvr>
                                        <p:cTn id="51" dur="1" fill="hold">
                                          <p:stCondLst>
                                            <p:cond delay="0"/>
                                          </p:stCondLst>
                                        </p:cTn>
                                        <p:tgtEl>
                                          <p:spTgt spid="37"/>
                                        </p:tgtEl>
                                        <p:attrNameLst>
                                          <p:attrName>style.visibility</p:attrName>
                                        </p:attrNameLst>
                                      </p:cBhvr>
                                      <p:to>
                                        <p:strVal val="visible"/>
                                      </p:to>
                                    </p:set>
                                    <p:anim calcmode="lin" valueType="num">
                                      <p:cBhvr additive="base">
                                        <p:cTn id="52" dur="500" fill="hold"/>
                                        <p:tgtEl>
                                          <p:spTgt spid="37"/>
                                        </p:tgtEl>
                                        <p:attrNameLst>
                                          <p:attrName>ppt_x</p:attrName>
                                        </p:attrNameLst>
                                      </p:cBhvr>
                                      <p:tavLst>
                                        <p:tav tm="0">
                                          <p:val>
                                            <p:strVal val="1+#ppt_w/2"/>
                                          </p:val>
                                        </p:tav>
                                        <p:tav tm="100000">
                                          <p:val>
                                            <p:strVal val="#ppt_x"/>
                                          </p:val>
                                        </p:tav>
                                      </p:tavLst>
                                    </p:anim>
                                    <p:anim calcmode="lin" valueType="num">
                                      <p:cBhvr additive="base">
                                        <p:cTn id="53" dur="500" fill="hold"/>
                                        <p:tgtEl>
                                          <p:spTgt spid="37"/>
                                        </p:tgtEl>
                                        <p:attrNameLst>
                                          <p:attrName>ppt_y</p:attrName>
                                        </p:attrNameLst>
                                      </p:cBhvr>
                                      <p:tavLst>
                                        <p:tav tm="0">
                                          <p:val>
                                            <p:strVal val="#ppt_y"/>
                                          </p:val>
                                        </p:tav>
                                        <p:tav tm="100000">
                                          <p:val>
                                            <p:strVal val="#ppt_y"/>
                                          </p:val>
                                        </p:tav>
                                      </p:tavLst>
                                    </p:anim>
                                  </p:childTnLst>
                                </p:cTn>
                              </p:par>
                            </p:childTnLst>
                          </p:cTn>
                        </p:par>
                      </p:childTnLst>
                    </p:cTn>
                  </p:par>
                  <p:par>
                    <p:cTn id="54" fill="hold">
                      <p:stCondLst>
                        <p:cond delay="indefinite"/>
                      </p:stCondLst>
                      <p:childTnLst>
                        <p:par>
                          <p:cTn id="55" fill="hold">
                            <p:stCondLst>
                              <p:cond delay="0"/>
                            </p:stCondLst>
                            <p:childTnLst>
                              <p:par>
                                <p:cTn id="56" presetID="2" presetClass="entr" presetSubtype="8" fill="hold" grpId="0" nodeType="clickEffect">
                                  <p:stCondLst>
                                    <p:cond delay="0"/>
                                  </p:stCondLst>
                                  <p:childTnLst>
                                    <p:set>
                                      <p:cBhvr>
                                        <p:cTn id="57" dur="1" fill="hold">
                                          <p:stCondLst>
                                            <p:cond delay="0"/>
                                          </p:stCondLst>
                                        </p:cTn>
                                        <p:tgtEl>
                                          <p:spTgt spid="43"/>
                                        </p:tgtEl>
                                        <p:attrNameLst>
                                          <p:attrName>style.visibility</p:attrName>
                                        </p:attrNameLst>
                                      </p:cBhvr>
                                      <p:to>
                                        <p:strVal val="visible"/>
                                      </p:to>
                                    </p:set>
                                    <p:anim calcmode="lin" valueType="num">
                                      <p:cBhvr additive="base">
                                        <p:cTn id="58" dur="500" fill="hold"/>
                                        <p:tgtEl>
                                          <p:spTgt spid="43"/>
                                        </p:tgtEl>
                                        <p:attrNameLst>
                                          <p:attrName>ppt_x</p:attrName>
                                        </p:attrNameLst>
                                      </p:cBhvr>
                                      <p:tavLst>
                                        <p:tav tm="0">
                                          <p:val>
                                            <p:strVal val="0-#ppt_w/2"/>
                                          </p:val>
                                        </p:tav>
                                        <p:tav tm="100000">
                                          <p:val>
                                            <p:strVal val="#ppt_x"/>
                                          </p:val>
                                        </p:tav>
                                      </p:tavLst>
                                    </p:anim>
                                    <p:anim calcmode="lin" valueType="num">
                                      <p:cBhvr additive="base">
                                        <p:cTn id="59" dur="500" fill="hold"/>
                                        <p:tgtEl>
                                          <p:spTgt spid="43"/>
                                        </p:tgtEl>
                                        <p:attrNameLst>
                                          <p:attrName>ppt_y</p:attrName>
                                        </p:attrNameLst>
                                      </p:cBhvr>
                                      <p:tavLst>
                                        <p:tav tm="0">
                                          <p:val>
                                            <p:strVal val="#ppt_y"/>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4" grpId="0"/>
      <p:bldP spid="36" grpId="0"/>
      <p:bldP spid="37" grpId="0"/>
      <p:bldP spid="43" grpId="0"/>
    </p:bldLst>
  </p:timing>
</p:sld>
</file>

<file path=ppt/slides/slide32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4" name="组合 3">
            <a:extLst>
              <a:ext uri="{FF2B5EF4-FFF2-40B4-BE49-F238E27FC236}">
                <a16:creationId xmlns:a16="http://schemas.microsoft.com/office/drawing/2014/main" id="{9A1EA9F2-FCB6-48C3-935F-7AE7E3AD14AC}"/>
              </a:ext>
            </a:extLst>
          </p:cNvPr>
          <p:cNvGrpSpPr/>
          <p:nvPr/>
        </p:nvGrpSpPr>
        <p:grpSpPr>
          <a:xfrm>
            <a:off x="304800" y="749300"/>
            <a:ext cx="6192344" cy="400110"/>
            <a:chOff x="424117" y="898245"/>
            <a:chExt cx="6192344" cy="400110"/>
          </a:xfrm>
        </p:grpSpPr>
        <p:sp>
          <p:nvSpPr>
            <p:cNvPr id="2" name="平行四边形 1">
              <a:extLst>
                <a:ext uri="{FF2B5EF4-FFF2-40B4-BE49-F238E27FC236}">
                  <a16:creationId xmlns:a16="http://schemas.microsoft.com/office/drawing/2014/main" id="{1F5BAA3F-9845-4F89-A2DD-8222D3E4EDAC}"/>
                </a:ext>
              </a:extLst>
            </p:cNvPr>
            <p:cNvSpPr/>
            <p:nvPr/>
          </p:nvSpPr>
          <p:spPr>
            <a:xfrm>
              <a:off x="424117" y="898245"/>
              <a:ext cx="628306" cy="387090"/>
            </a:xfrm>
            <a:prstGeom prst="parallelogram">
              <a:avLst/>
            </a:prstGeom>
            <a:solidFill>
              <a:schemeClr val="accent3">
                <a:lumMod val="75000"/>
              </a:schemeClr>
            </a:solidFill>
            <a:ln>
              <a:solidFill>
                <a:schemeClr val="accent3">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CN" sz="2200" dirty="0">
                  <a:latin typeface="Impact" panose="020B0806030902050204" pitchFamily="34" charset="0"/>
                </a:rPr>
                <a:t>01</a:t>
              </a:r>
              <a:endParaRPr lang="zh-CN" altLang="en-US" sz="2200" dirty="0">
                <a:latin typeface="Impact" panose="020B0806030902050204" pitchFamily="34" charset="0"/>
              </a:endParaRPr>
            </a:p>
          </p:txBody>
        </p:sp>
        <p:sp>
          <p:nvSpPr>
            <p:cNvPr id="3" name="文本框 2">
              <a:extLst>
                <a:ext uri="{FF2B5EF4-FFF2-40B4-BE49-F238E27FC236}">
                  <a16:creationId xmlns:a16="http://schemas.microsoft.com/office/drawing/2014/main" id="{4D6BD736-A4D3-4F26-AFED-36E11F50F70B}"/>
                </a:ext>
              </a:extLst>
            </p:cNvPr>
            <p:cNvSpPr txBox="1"/>
            <p:nvPr/>
          </p:nvSpPr>
          <p:spPr>
            <a:xfrm>
              <a:off x="1052423" y="898245"/>
              <a:ext cx="5564038" cy="400110"/>
            </a:xfrm>
            <a:prstGeom prst="rect">
              <a:avLst/>
            </a:prstGeom>
            <a:noFill/>
          </p:spPr>
          <p:txBody>
            <a:bodyPr wrap="square" rtlCol="0">
              <a:spAutoFit/>
            </a:bodyPr>
            <a:lstStyle/>
            <a:p>
              <a:r>
                <a:rPr lang="zh-CN" altLang="en-US" sz="2000" b="1" dirty="0"/>
                <a:t>共享式以太网的争用期</a:t>
              </a:r>
              <a:endParaRPr lang="en-US" altLang="zh-CN" sz="2000" b="1" dirty="0"/>
            </a:p>
          </p:txBody>
        </p:sp>
      </p:grpSp>
      <p:grpSp>
        <p:nvGrpSpPr>
          <p:cNvPr id="12" name="组合 11">
            <a:extLst>
              <a:ext uri="{FF2B5EF4-FFF2-40B4-BE49-F238E27FC236}">
                <a16:creationId xmlns:a16="http://schemas.microsoft.com/office/drawing/2014/main" id="{E310245E-B8A0-4942-B49F-28F70790049F}"/>
              </a:ext>
            </a:extLst>
          </p:cNvPr>
          <p:cNvGrpSpPr/>
          <p:nvPr/>
        </p:nvGrpSpPr>
        <p:grpSpPr>
          <a:xfrm>
            <a:off x="809674" y="951595"/>
            <a:ext cx="10911316" cy="5360861"/>
            <a:chOff x="809674" y="951595"/>
            <a:chExt cx="10911316" cy="5360861"/>
          </a:xfrm>
        </p:grpSpPr>
        <p:sp>
          <p:nvSpPr>
            <p:cNvPr id="61" name="矩形 60">
              <a:extLst>
                <a:ext uri="{FF2B5EF4-FFF2-40B4-BE49-F238E27FC236}">
                  <a16:creationId xmlns:a16="http://schemas.microsoft.com/office/drawing/2014/main" id="{7DF06F2F-979F-47EF-932B-D9B553E475B3}"/>
                </a:ext>
              </a:extLst>
            </p:cNvPr>
            <p:cNvSpPr/>
            <p:nvPr/>
          </p:nvSpPr>
          <p:spPr>
            <a:xfrm>
              <a:off x="5592400" y="4796037"/>
              <a:ext cx="1251327" cy="134186"/>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59" name="矩形 58">
              <a:extLst>
                <a:ext uri="{FF2B5EF4-FFF2-40B4-BE49-F238E27FC236}">
                  <a16:creationId xmlns:a16="http://schemas.microsoft.com/office/drawing/2014/main" id="{3CFEC62E-B4E0-4B97-A7D7-7E5C31A59ECC}"/>
                </a:ext>
              </a:extLst>
            </p:cNvPr>
            <p:cNvSpPr/>
            <p:nvPr/>
          </p:nvSpPr>
          <p:spPr>
            <a:xfrm>
              <a:off x="6479257" y="4626463"/>
              <a:ext cx="1251327" cy="134186"/>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grpSp>
          <p:nvGrpSpPr>
            <p:cNvPr id="8" name="组合 7">
              <a:extLst>
                <a:ext uri="{FF2B5EF4-FFF2-40B4-BE49-F238E27FC236}">
                  <a16:creationId xmlns:a16="http://schemas.microsoft.com/office/drawing/2014/main" id="{7EE787B2-E2C9-40E8-AB23-42857876235F}"/>
                </a:ext>
              </a:extLst>
            </p:cNvPr>
            <p:cNvGrpSpPr/>
            <p:nvPr/>
          </p:nvGrpSpPr>
          <p:grpSpPr>
            <a:xfrm>
              <a:off x="3809945" y="1502546"/>
              <a:ext cx="4585265" cy="400110"/>
              <a:chOff x="3715125" y="1759101"/>
              <a:chExt cx="4585265" cy="400110"/>
            </a:xfrm>
          </p:grpSpPr>
          <p:sp>
            <p:nvSpPr>
              <p:cNvPr id="5" name="矩形 4">
                <a:extLst>
                  <a:ext uri="{FF2B5EF4-FFF2-40B4-BE49-F238E27FC236}">
                    <a16:creationId xmlns:a16="http://schemas.microsoft.com/office/drawing/2014/main" id="{C664A531-ADAD-4E2B-B5F9-19D031F610AE}"/>
                  </a:ext>
                </a:extLst>
              </p:cNvPr>
              <p:cNvSpPr/>
              <p:nvPr/>
            </p:nvSpPr>
            <p:spPr>
              <a:xfrm>
                <a:off x="3715125" y="1759101"/>
                <a:ext cx="467067" cy="400110"/>
              </a:xfrm>
              <a:prstGeom prst="rect">
                <a:avLst/>
              </a:prstGeom>
            </p:spPr>
            <p:style>
              <a:lnRef idx="2">
                <a:schemeClr val="accent3">
                  <a:shade val="50000"/>
                </a:schemeClr>
              </a:lnRef>
              <a:fillRef idx="1">
                <a:schemeClr val="accent3"/>
              </a:fillRef>
              <a:effectRef idx="0">
                <a:schemeClr val="accent3"/>
              </a:effectRef>
              <a:fontRef idx="minor">
                <a:schemeClr val="lt1"/>
              </a:fontRef>
            </p:style>
            <p:txBody>
              <a:bodyPr rtlCol="0" anchor="ctr"/>
              <a:lstStyle/>
              <a:p>
                <a:pPr algn="ctr"/>
                <a:r>
                  <a:rPr lang="en-US" altLang="zh-CN" sz="2800" b="1" dirty="0">
                    <a:latin typeface="Arial Black" panose="020B0A04020102020204" pitchFamily="34" charset="0"/>
                  </a:rPr>
                  <a:t>A</a:t>
                </a:r>
                <a:endParaRPr lang="zh-CN" altLang="en-US" sz="2800" b="1" dirty="0">
                  <a:latin typeface="Arial Black" panose="020B0A04020102020204" pitchFamily="34" charset="0"/>
                </a:endParaRPr>
              </a:p>
            </p:txBody>
          </p:sp>
          <p:sp>
            <p:nvSpPr>
              <p:cNvPr id="57" name="矩形 56">
                <a:extLst>
                  <a:ext uri="{FF2B5EF4-FFF2-40B4-BE49-F238E27FC236}">
                    <a16:creationId xmlns:a16="http://schemas.microsoft.com/office/drawing/2014/main" id="{55D2EAC3-1B1B-46D3-986E-8C589EAC9E6E}"/>
                  </a:ext>
                </a:extLst>
              </p:cNvPr>
              <p:cNvSpPr/>
              <p:nvPr/>
            </p:nvSpPr>
            <p:spPr>
              <a:xfrm>
                <a:off x="7833323" y="1759101"/>
                <a:ext cx="467067" cy="400110"/>
              </a:xfrm>
              <a:prstGeom prst="rect">
                <a:avLst/>
              </a:prstGeom>
            </p:spPr>
            <p:style>
              <a:lnRef idx="2">
                <a:schemeClr val="accent3">
                  <a:shade val="50000"/>
                </a:schemeClr>
              </a:lnRef>
              <a:fillRef idx="1">
                <a:schemeClr val="accent3"/>
              </a:fillRef>
              <a:effectRef idx="0">
                <a:schemeClr val="accent3"/>
              </a:effectRef>
              <a:fontRef idx="minor">
                <a:schemeClr val="lt1"/>
              </a:fontRef>
            </p:style>
            <p:txBody>
              <a:bodyPr rtlCol="0" anchor="ctr"/>
              <a:lstStyle/>
              <a:p>
                <a:pPr algn="ctr"/>
                <a:r>
                  <a:rPr lang="en-US" altLang="zh-CN" sz="2800" b="1" dirty="0">
                    <a:latin typeface="Arial Black" panose="020B0A04020102020204" pitchFamily="34" charset="0"/>
                  </a:rPr>
                  <a:t>D</a:t>
                </a:r>
                <a:endParaRPr lang="zh-CN" altLang="en-US" sz="2800" b="1" dirty="0">
                  <a:latin typeface="Arial Black" panose="020B0A04020102020204" pitchFamily="34" charset="0"/>
                </a:endParaRPr>
              </a:p>
            </p:txBody>
          </p:sp>
        </p:grpSp>
        <p:grpSp>
          <p:nvGrpSpPr>
            <p:cNvPr id="26" name="组合 25">
              <a:extLst>
                <a:ext uri="{FF2B5EF4-FFF2-40B4-BE49-F238E27FC236}">
                  <a16:creationId xmlns:a16="http://schemas.microsoft.com/office/drawing/2014/main" id="{E5B55900-6DA8-40F8-A30C-841964015A2C}"/>
                </a:ext>
              </a:extLst>
            </p:cNvPr>
            <p:cNvGrpSpPr/>
            <p:nvPr/>
          </p:nvGrpSpPr>
          <p:grpSpPr>
            <a:xfrm>
              <a:off x="4274289" y="951595"/>
              <a:ext cx="3651131" cy="550951"/>
              <a:chOff x="4274289" y="1208150"/>
              <a:chExt cx="3651131" cy="550951"/>
            </a:xfrm>
          </p:grpSpPr>
          <p:grpSp>
            <p:nvGrpSpPr>
              <p:cNvPr id="20" name="组合 19">
                <a:extLst>
                  <a:ext uri="{FF2B5EF4-FFF2-40B4-BE49-F238E27FC236}">
                    <a16:creationId xmlns:a16="http://schemas.microsoft.com/office/drawing/2014/main" id="{5612C3ED-1358-4F8C-B74E-EEEDE4B8CDFD}"/>
                  </a:ext>
                </a:extLst>
              </p:cNvPr>
              <p:cNvGrpSpPr/>
              <p:nvPr/>
            </p:nvGrpSpPr>
            <p:grpSpPr>
              <a:xfrm>
                <a:off x="4306395" y="1208150"/>
                <a:ext cx="3586920" cy="400110"/>
                <a:chOff x="4274289" y="1077124"/>
                <a:chExt cx="3586920" cy="400110"/>
              </a:xfrm>
            </p:grpSpPr>
            <p:cxnSp>
              <p:nvCxnSpPr>
                <p:cNvPr id="87" name="直接箭头连接符 86">
                  <a:extLst>
                    <a:ext uri="{FF2B5EF4-FFF2-40B4-BE49-F238E27FC236}">
                      <a16:creationId xmlns:a16="http://schemas.microsoft.com/office/drawing/2014/main" id="{9082D237-5DE4-4F0C-AD18-36A404566229}"/>
                    </a:ext>
                  </a:extLst>
                </p:cNvPr>
                <p:cNvCxnSpPr>
                  <a:cxnSpLocks/>
                </p:cNvCxnSpPr>
                <p:nvPr/>
              </p:nvCxnSpPr>
              <p:spPr>
                <a:xfrm>
                  <a:off x="4274289" y="1323229"/>
                  <a:ext cx="3586920" cy="0"/>
                </a:xfrm>
                <a:prstGeom prst="straightConnector1">
                  <a:avLst/>
                </a:prstGeom>
                <a:ln w="25400">
                  <a:solidFill>
                    <a:schemeClr val="tx1"/>
                  </a:solidFill>
                  <a:tailEnd type="triangle" w="med" len="lg"/>
                </a:ln>
              </p:spPr>
              <p:style>
                <a:lnRef idx="1">
                  <a:schemeClr val="accent1"/>
                </a:lnRef>
                <a:fillRef idx="0">
                  <a:schemeClr val="accent1"/>
                </a:fillRef>
                <a:effectRef idx="0">
                  <a:schemeClr val="accent1"/>
                </a:effectRef>
                <a:fontRef idx="minor">
                  <a:schemeClr val="tx1"/>
                </a:fontRef>
              </p:style>
            </p:cxnSp>
            <mc:AlternateContent xmlns:mc="http://schemas.openxmlformats.org/markup-compatibility/2006" xmlns:a14="http://schemas.microsoft.com/office/drawing/2010/main">
              <mc:Choice Requires="a14">
                <p:sp>
                  <p:nvSpPr>
                    <p:cNvPr id="88" name="íşlïḍè">
                      <a:extLst>
                        <a:ext uri="{FF2B5EF4-FFF2-40B4-BE49-F238E27FC236}">
                          <a16:creationId xmlns:a16="http://schemas.microsoft.com/office/drawing/2014/main" id="{88299F50-F686-4CD5-A209-9A9D9A4FCA37}"/>
                        </a:ext>
                      </a:extLst>
                    </p:cNvPr>
                    <p:cNvSpPr txBox="1"/>
                    <p:nvPr/>
                  </p:nvSpPr>
                  <p:spPr>
                    <a:xfrm>
                      <a:off x="4511453" y="1077124"/>
                      <a:ext cx="3118226" cy="400110"/>
                    </a:xfrm>
                    <a:prstGeom prst="rect">
                      <a:avLst/>
                    </a:prstGeom>
                    <a:solidFill>
                      <a:schemeClr val="bg1"/>
                    </a:solidFill>
                  </p:spPr>
                  <p:txBody>
                    <a:bodyPr wrap="square" lIns="91440" tIns="45720" rIns="91440" bIns="45720" anchor="ctr">
                      <a:noAutofit/>
                    </a:bodyPr>
                    <a:lstStyle/>
                    <a:p>
                      <a:pPr algn="ctr"/>
                      <a:r>
                        <a:rPr lang="zh-CN" altLang="en-US" b="1" dirty="0">
                          <a:latin typeface="Arial Narrow" panose="020B0606020202030204" pitchFamily="34" charset="0"/>
                        </a:rPr>
                        <a:t>以太网单程端到端传播时延</a:t>
                      </a:r>
                      <a14:m>
                        <m:oMath xmlns:m="http://schemas.openxmlformats.org/officeDocument/2006/math">
                          <m:r>
                            <a:rPr lang="el-GR" altLang="zh-CN" sz="2800" b="1" i="1" dirty="0" smtClean="0">
                              <a:latin typeface="Cambria Math" panose="02040503050406030204" pitchFamily="18" charset="0"/>
                            </a:rPr>
                            <m:t>𝝉</m:t>
                          </m:r>
                        </m:oMath>
                      </a14:m>
                      <a:endParaRPr lang="zh-CN" altLang="en-US" b="1" dirty="0">
                        <a:latin typeface="Arial Narrow" panose="020B0606020202030204" pitchFamily="34" charset="0"/>
                      </a:endParaRPr>
                    </a:p>
                  </p:txBody>
                </p:sp>
              </mc:Choice>
              <mc:Fallback xmlns="">
                <p:sp>
                  <p:nvSpPr>
                    <p:cNvPr id="88" name="íşlïḍè">
                      <a:extLst>
                        <a:ext uri="{FF2B5EF4-FFF2-40B4-BE49-F238E27FC236}">
                          <a16:creationId xmlns:a16="http://schemas.microsoft.com/office/drawing/2014/main" id="{88299F50-F686-4CD5-A209-9A9D9A4FCA37}"/>
                        </a:ext>
                      </a:extLst>
                    </p:cNvPr>
                    <p:cNvSpPr txBox="1">
                      <a:spLocks noRot="1" noChangeAspect="1" noMove="1" noResize="1" noEditPoints="1" noAdjustHandles="1" noChangeArrowheads="1" noChangeShapeType="1" noTextEdit="1"/>
                    </p:cNvSpPr>
                    <p:nvPr/>
                  </p:nvSpPr>
                  <p:spPr>
                    <a:xfrm>
                      <a:off x="4511453" y="1077124"/>
                      <a:ext cx="3118226" cy="400110"/>
                    </a:xfrm>
                    <a:prstGeom prst="rect">
                      <a:avLst/>
                    </a:prstGeom>
                    <a:blipFill>
                      <a:blip r:embed="rId3"/>
                      <a:stretch>
                        <a:fillRect l="-1563" b="-31818"/>
                      </a:stretch>
                    </a:blipFill>
                  </p:spPr>
                  <p:txBody>
                    <a:bodyPr/>
                    <a:lstStyle/>
                    <a:p>
                      <a:r>
                        <a:rPr lang="zh-CN" altLang="en-US">
                          <a:noFill/>
                        </a:rPr>
                        <a:t> </a:t>
                      </a:r>
                    </a:p>
                  </p:txBody>
                </p:sp>
              </mc:Fallback>
            </mc:AlternateContent>
          </p:grpSp>
          <p:cxnSp>
            <p:nvCxnSpPr>
              <p:cNvPr id="23" name="直接连接符 22">
                <a:extLst>
                  <a:ext uri="{FF2B5EF4-FFF2-40B4-BE49-F238E27FC236}">
                    <a16:creationId xmlns:a16="http://schemas.microsoft.com/office/drawing/2014/main" id="{668F030C-2074-47CB-8E30-D2BCB73C3DAB}"/>
                  </a:ext>
                </a:extLst>
              </p:cNvPr>
              <p:cNvCxnSpPr>
                <a:cxnSpLocks/>
              </p:cNvCxnSpPr>
              <p:nvPr/>
            </p:nvCxnSpPr>
            <p:spPr>
              <a:xfrm flipV="1">
                <a:off x="4274289" y="1367514"/>
                <a:ext cx="0" cy="391587"/>
              </a:xfrm>
              <a:prstGeom prst="line">
                <a:avLst/>
              </a:prstGeom>
              <a:ln w="12700">
                <a:solidFill>
                  <a:schemeClr val="tx1"/>
                </a:solidFill>
                <a:prstDash val="dash"/>
              </a:ln>
            </p:spPr>
            <p:style>
              <a:lnRef idx="1">
                <a:schemeClr val="accent1"/>
              </a:lnRef>
              <a:fillRef idx="0">
                <a:schemeClr val="accent1"/>
              </a:fillRef>
              <a:effectRef idx="0">
                <a:schemeClr val="accent1"/>
              </a:effectRef>
              <a:fontRef idx="minor">
                <a:schemeClr val="tx1"/>
              </a:fontRef>
            </p:style>
          </p:cxnSp>
          <p:cxnSp>
            <p:nvCxnSpPr>
              <p:cNvPr id="89" name="直接连接符 88">
                <a:extLst>
                  <a:ext uri="{FF2B5EF4-FFF2-40B4-BE49-F238E27FC236}">
                    <a16:creationId xmlns:a16="http://schemas.microsoft.com/office/drawing/2014/main" id="{65E1B6C8-EFF8-450E-BA15-8D77EE7B806E}"/>
                  </a:ext>
                </a:extLst>
              </p:cNvPr>
              <p:cNvCxnSpPr>
                <a:cxnSpLocks/>
              </p:cNvCxnSpPr>
              <p:nvPr/>
            </p:nvCxnSpPr>
            <p:spPr>
              <a:xfrm flipV="1">
                <a:off x="7925420" y="1367514"/>
                <a:ext cx="0" cy="391587"/>
              </a:xfrm>
              <a:prstGeom prst="line">
                <a:avLst/>
              </a:prstGeom>
              <a:ln w="12700">
                <a:solidFill>
                  <a:schemeClr val="tx1"/>
                </a:solidFill>
                <a:prstDash val="dash"/>
              </a:ln>
            </p:spPr>
            <p:style>
              <a:lnRef idx="1">
                <a:schemeClr val="accent1"/>
              </a:lnRef>
              <a:fillRef idx="0">
                <a:schemeClr val="accent1"/>
              </a:fillRef>
              <a:effectRef idx="0">
                <a:schemeClr val="accent1"/>
              </a:effectRef>
              <a:fontRef idx="minor">
                <a:schemeClr val="tx1"/>
              </a:fontRef>
            </p:style>
          </p:cxnSp>
        </p:grpSp>
        <mc:AlternateContent xmlns:mc="http://schemas.openxmlformats.org/markup-compatibility/2006" xmlns:a14="http://schemas.microsoft.com/office/drawing/2010/main">
          <mc:Choice Requires="a14">
            <p:sp>
              <p:nvSpPr>
                <p:cNvPr id="14" name="íşlïḍè">
                  <a:extLst>
                    <a:ext uri="{FF2B5EF4-FFF2-40B4-BE49-F238E27FC236}">
                      <a16:creationId xmlns:a16="http://schemas.microsoft.com/office/drawing/2014/main" id="{AF638805-751A-4189-B59A-19464BAEBE88}"/>
                    </a:ext>
                  </a:extLst>
                </p:cNvPr>
                <p:cNvSpPr txBox="1"/>
                <p:nvPr/>
              </p:nvSpPr>
              <p:spPr>
                <a:xfrm>
                  <a:off x="809794" y="1397755"/>
                  <a:ext cx="2905331" cy="742513"/>
                </a:xfrm>
                <a:prstGeom prst="rect">
                  <a:avLst/>
                </a:prstGeom>
                <a:noFill/>
              </p:spPr>
              <p:txBody>
                <a:bodyPr wrap="square" lIns="91440" tIns="45720" rIns="91440" bIns="45720" anchor="ctr">
                  <a:noAutofit/>
                </a:bodyPr>
                <a:lstStyle/>
                <a:p>
                  <a:pPr algn="ctr"/>
                  <a14:m>
                    <m:oMathPara xmlns:m="http://schemas.openxmlformats.org/officeDocument/2006/math">
                      <m:oMathParaPr>
                        <m:jc m:val="right"/>
                      </m:oMathParaPr>
                      <m:oMath xmlns:m="http://schemas.openxmlformats.org/officeDocument/2006/math">
                        <m:r>
                          <a:rPr lang="en-US" altLang="zh-CN" sz="2800" b="1" i="1" dirty="0">
                            <a:latin typeface="Cambria Math" panose="02040503050406030204" pitchFamily="18" charset="0"/>
                          </a:rPr>
                          <m:t>𝒕</m:t>
                        </m:r>
                        <m:r>
                          <a:rPr lang="en-US" altLang="zh-CN" sz="2800" b="1" i="1" dirty="0">
                            <a:latin typeface="Cambria Math" panose="02040503050406030204" pitchFamily="18" charset="0"/>
                          </a:rPr>
                          <m:t>=</m:t>
                        </m:r>
                        <m:r>
                          <a:rPr lang="en-US" altLang="zh-CN" sz="2800" b="1" i="1" dirty="0">
                            <a:latin typeface="Cambria Math" panose="02040503050406030204" pitchFamily="18" charset="0"/>
                          </a:rPr>
                          <m:t>𝟎</m:t>
                        </m:r>
                      </m:oMath>
                    </m:oMathPara>
                  </a14:m>
                  <a:endParaRPr lang="zh-CN" altLang="en-US" sz="2800" b="1" dirty="0">
                    <a:latin typeface="Arial Narrow" panose="020B0606020202030204" pitchFamily="34" charset="0"/>
                  </a:endParaRPr>
                </a:p>
                <a:p>
                  <a:pPr algn="ctr"/>
                  <a:r>
                    <a:rPr lang="en-US" altLang="zh-CN" b="1" dirty="0">
                      <a:latin typeface="Arial Narrow" panose="020B0606020202030204" pitchFamily="34" charset="0"/>
                    </a:rPr>
                    <a:t>A</a:t>
                  </a:r>
                  <a:r>
                    <a:rPr lang="zh-CN" altLang="en-US" b="1" dirty="0">
                      <a:latin typeface="Arial Narrow" panose="020B0606020202030204" pitchFamily="34" charset="0"/>
                    </a:rPr>
                    <a:t>检测到总线空闲，发送帧</a:t>
                  </a:r>
                </a:p>
              </p:txBody>
            </p:sp>
          </mc:Choice>
          <mc:Fallback xmlns="">
            <p:sp>
              <p:nvSpPr>
                <p:cNvPr id="14" name="íşlïḍè">
                  <a:extLst>
                    <a:ext uri="{FF2B5EF4-FFF2-40B4-BE49-F238E27FC236}">
                      <a16:creationId xmlns:a16="http://schemas.microsoft.com/office/drawing/2014/main" id="{AF638805-751A-4189-B59A-19464BAEBE88}"/>
                    </a:ext>
                  </a:extLst>
                </p:cNvPr>
                <p:cNvSpPr txBox="1">
                  <a:spLocks noRot="1" noChangeAspect="1" noMove="1" noResize="1" noEditPoints="1" noAdjustHandles="1" noChangeArrowheads="1" noChangeShapeType="1" noTextEdit="1"/>
                </p:cNvSpPr>
                <p:nvPr/>
              </p:nvSpPr>
              <p:spPr>
                <a:xfrm>
                  <a:off x="809794" y="1397755"/>
                  <a:ext cx="2905331" cy="742513"/>
                </a:xfrm>
                <a:prstGeom prst="rect">
                  <a:avLst/>
                </a:prstGeom>
                <a:blipFill>
                  <a:blip r:embed="rId4"/>
                  <a:stretch>
                    <a:fillRect l="-1050" r="-840" b="-16393"/>
                  </a:stretch>
                </a:blipFill>
              </p:spPr>
              <p:txBody>
                <a:bodyPr/>
                <a:lstStyle/>
                <a:p>
                  <a:r>
                    <a:rPr lang="zh-CN" altLang="en-US">
                      <a:noFill/>
                    </a:rPr>
                    <a:t> </a:t>
                  </a:r>
                </a:p>
              </p:txBody>
            </p:sp>
          </mc:Fallback>
        </mc:AlternateContent>
        <p:grpSp>
          <p:nvGrpSpPr>
            <p:cNvPr id="15" name="组合 14">
              <a:extLst>
                <a:ext uri="{FF2B5EF4-FFF2-40B4-BE49-F238E27FC236}">
                  <a16:creationId xmlns:a16="http://schemas.microsoft.com/office/drawing/2014/main" id="{071BDC09-E364-4103-B735-CC44F2785B7A}"/>
                </a:ext>
              </a:extLst>
            </p:cNvPr>
            <p:cNvGrpSpPr/>
            <p:nvPr/>
          </p:nvGrpSpPr>
          <p:grpSpPr>
            <a:xfrm>
              <a:off x="3809945" y="2527184"/>
              <a:ext cx="4585265" cy="400110"/>
              <a:chOff x="3715125" y="1759101"/>
              <a:chExt cx="4585265" cy="400110"/>
            </a:xfrm>
          </p:grpSpPr>
          <p:sp>
            <p:nvSpPr>
              <p:cNvPr id="16" name="矩形 15">
                <a:extLst>
                  <a:ext uri="{FF2B5EF4-FFF2-40B4-BE49-F238E27FC236}">
                    <a16:creationId xmlns:a16="http://schemas.microsoft.com/office/drawing/2014/main" id="{93A356B0-EA89-489B-9B8C-BE88A9D0877D}"/>
                  </a:ext>
                </a:extLst>
              </p:cNvPr>
              <p:cNvSpPr/>
              <p:nvPr/>
            </p:nvSpPr>
            <p:spPr>
              <a:xfrm>
                <a:off x="3715125" y="1759101"/>
                <a:ext cx="467067" cy="400110"/>
              </a:xfrm>
              <a:prstGeom prst="rect">
                <a:avLst/>
              </a:prstGeom>
            </p:spPr>
            <p:style>
              <a:lnRef idx="2">
                <a:schemeClr val="accent3">
                  <a:shade val="50000"/>
                </a:schemeClr>
              </a:lnRef>
              <a:fillRef idx="1">
                <a:schemeClr val="accent3"/>
              </a:fillRef>
              <a:effectRef idx="0">
                <a:schemeClr val="accent3"/>
              </a:effectRef>
              <a:fontRef idx="minor">
                <a:schemeClr val="lt1"/>
              </a:fontRef>
            </p:style>
            <p:txBody>
              <a:bodyPr rtlCol="0" anchor="ctr"/>
              <a:lstStyle/>
              <a:p>
                <a:pPr algn="ctr"/>
                <a:r>
                  <a:rPr lang="en-US" altLang="zh-CN" sz="2800" b="1" dirty="0">
                    <a:latin typeface="Arial Black" panose="020B0A04020102020204" pitchFamily="34" charset="0"/>
                  </a:rPr>
                  <a:t>A</a:t>
                </a:r>
                <a:endParaRPr lang="zh-CN" altLang="en-US" sz="2800" b="1" dirty="0">
                  <a:latin typeface="Arial Black" panose="020B0A04020102020204" pitchFamily="34" charset="0"/>
                </a:endParaRPr>
              </a:p>
            </p:txBody>
          </p:sp>
          <p:sp>
            <p:nvSpPr>
              <p:cNvPr id="17" name="矩形 16">
                <a:extLst>
                  <a:ext uri="{FF2B5EF4-FFF2-40B4-BE49-F238E27FC236}">
                    <a16:creationId xmlns:a16="http://schemas.microsoft.com/office/drawing/2014/main" id="{C73FF684-576E-4CA8-A74B-A43121DA1166}"/>
                  </a:ext>
                </a:extLst>
              </p:cNvPr>
              <p:cNvSpPr/>
              <p:nvPr/>
            </p:nvSpPr>
            <p:spPr>
              <a:xfrm>
                <a:off x="7833323" y="1759101"/>
                <a:ext cx="467067" cy="400110"/>
              </a:xfrm>
              <a:prstGeom prst="rect">
                <a:avLst/>
              </a:prstGeom>
            </p:spPr>
            <p:style>
              <a:lnRef idx="2">
                <a:schemeClr val="accent3">
                  <a:shade val="50000"/>
                </a:schemeClr>
              </a:lnRef>
              <a:fillRef idx="1">
                <a:schemeClr val="accent3"/>
              </a:fillRef>
              <a:effectRef idx="0">
                <a:schemeClr val="accent3"/>
              </a:effectRef>
              <a:fontRef idx="minor">
                <a:schemeClr val="lt1"/>
              </a:fontRef>
            </p:style>
            <p:txBody>
              <a:bodyPr rtlCol="0" anchor="ctr"/>
              <a:lstStyle/>
              <a:p>
                <a:pPr algn="ctr"/>
                <a:r>
                  <a:rPr lang="en-US" altLang="zh-CN" sz="2800" b="1" dirty="0">
                    <a:latin typeface="Arial Black" panose="020B0A04020102020204" pitchFamily="34" charset="0"/>
                  </a:rPr>
                  <a:t>D</a:t>
                </a:r>
                <a:endParaRPr lang="zh-CN" altLang="en-US" sz="2800" b="1" dirty="0">
                  <a:latin typeface="Arial Black" panose="020B0A04020102020204" pitchFamily="34" charset="0"/>
                </a:endParaRPr>
              </a:p>
            </p:txBody>
          </p:sp>
        </p:grpSp>
        <p:grpSp>
          <p:nvGrpSpPr>
            <p:cNvPr id="18" name="组合 17">
              <a:extLst>
                <a:ext uri="{FF2B5EF4-FFF2-40B4-BE49-F238E27FC236}">
                  <a16:creationId xmlns:a16="http://schemas.microsoft.com/office/drawing/2014/main" id="{3285A4D4-198B-4E7D-B273-D17DAE98F745}"/>
                </a:ext>
              </a:extLst>
            </p:cNvPr>
            <p:cNvGrpSpPr/>
            <p:nvPr/>
          </p:nvGrpSpPr>
          <p:grpSpPr>
            <a:xfrm>
              <a:off x="3809945" y="3551822"/>
              <a:ext cx="4585265" cy="400110"/>
              <a:chOff x="3715125" y="1759101"/>
              <a:chExt cx="4585265" cy="400110"/>
            </a:xfrm>
          </p:grpSpPr>
          <p:sp>
            <p:nvSpPr>
              <p:cNvPr id="19" name="矩形 18">
                <a:extLst>
                  <a:ext uri="{FF2B5EF4-FFF2-40B4-BE49-F238E27FC236}">
                    <a16:creationId xmlns:a16="http://schemas.microsoft.com/office/drawing/2014/main" id="{E36C5066-A417-43B7-931E-70D0C42EEAC2}"/>
                  </a:ext>
                </a:extLst>
              </p:cNvPr>
              <p:cNvSpPr/>
              <p:nvPr/>
            </p:nvSpPr>
            <p:spPr>
              <a:xfrm>
                <a:off x="3715125" y="1759101"/>
                <a:ext cx="467067" cy="400110"/>
              </a:xfrm>
              <a:prstGeom prst="rect">
                <a:avLst/>
              </a:prstGeom>
            </p:spPr>
            <p:style>
              <a:lnRef idx="2">
                <a:schemeClr val="accent3">
                  <a:shade val="50000"/>
                </a:schemeClr>
              </a:lnRef>
              <a:fillRef idx="1">
                <a:schemeClr val="accent3"/>
              </a:fillRef>
              <a:effectRef idx="0">
                <a:schemeClr val="accent3"/>
              </a:effectRef>
              <a:fontRef idx="minor">
                <a:schemeClr val="lt1"/>
              </a:fontRef>
            </p:style>
            <p:txBody>
              <a:bodyPr rtlCol="0" anchor="ctr"/>
              <a:lstStyle/>
              <a:p>
                <a:pPr algn="ctr"/>
                <a:r>
                  <a:rPr lang="en-US" altLang="zh-CN" sz="2800" b="1" dirty="0">
                    <a:latin typeface="Arial Black" panose="020B0A04020102020204" pitchFamily="34" charset="0"/>
                  </a:rPr>
                  <a:t>A</a:t>
                </a:r>
                <a:endParaRPr lang="zh-CN" altLang="en-US" sz="2800" b="1" dirty="0">
                  <a:latin typeface="Arial Black" panose="020B0A04020102020204" pitchFamily="34" charset="0"/>
                </a:endParaRPr>
              </a:p>
            </p:txBody>
          </p:sp>
          <p:sp>
            <p:nvSpPr>
              <p:cNvPr id="21" name="矩形 20">
                <a:extLst>
                  <a:ext uri="{FF2B5EF4-FFF2-40B4-BE49-F238E27FC236}">
                    <a16:creationId xmlns:a16="http://schemas.microsoft.com/office/drawing/2014/main" id="{B8C96675-2000-41F8-BE68-EB4399268C51}"/>
                  </a:ext>
                </a:extLst>
              </p:cNvPr>
              <p:cNvSpPr/>
              <p:nvPr/>
            </p:nvSpPr>
            <p:spPr>
              <a:xfrm>
                <a:off x="7833323" y="1759101"/>
                <a:ext cx="467067" cy="400110"/>
              </a:xfrm>
              <a:prstGeom prst="rect">
                <a:avLst/>
              </a:prstGeom>
            </p:spPr>
            <p:style>
              <a:lnRef idx="2">
                <a:schemeClr val="accent3">
                  <a:shade val="50000"/>
                </a:schemeClr>
              </a:lnRef>
              <a:fillRef idx="1">
                <a:schemeClr val="accent3"/>
              </a:fillRef>
              <a:effectRef idx="0">
                <a:schemeClr val="accent3"/>
              </a:effectRef>
              <a:fontRef idx="minor">
                <a:schemeClr val="lt1"/>
              </a:fontRef>
            </p:style>
            <p:txBody>
              <a:bodyPr rtlCol="0" anchor="ctr"/>
              <a:lstStyle/>
              <a:p>
                <a:pPr algn="ctr"/>
                <a:r>
                  <a:rPr lang="en-US" altLang="zh-CN" sz="2800" b="1" dirty="0">
                    <a:latin typeface="Arial Black" panose="020B0A04020102020204" pitchFamily="34" charset="0"/>
                  </a:rPr>
                  <a:t>D</a:t>
                </a:r>
                <a:endParaRPr lang="zh-CN" altLang="en-US" sz="2800" b="1" dirty="0">
                  <a:latin typeface="Arial Black" panose="020B0A04020102020204" pitchFamily="34" charset="0"/>
                </a:endParaRPr>
              </a:p>
            </p:txBody>
          </p:sp>
        </p:grpSp>
        <p:grpSp>
          <p:nvGrpSpPr>
            <p:cNvPr id="22" name="组合 21">
              <a:extLst>
                <a:ext uri="{FF2B5EF4-FFF2-40B4-BE49-F238E27FC236}">
                  <a16:creationId xmlns:a16="http://schemas.microsoft.com/office/drawing/2014/main" id="{1464E10B-57D4-4CBE-A6A7-A3D640B99C3C}"/>
                </a:ext>
              </a:extLst>
            </p:cNvPr>
            <p:cNvGrpSpPr/>
            <p:nvPr/>
          </p:nvGrpSpPr>
          <p:grpSpPr>
            <a:xfrm>
              <a:off x="3809945" y="4576460"/>
              <a:ext cx="4585265" cy="400110"/>
              <a:chOff x="3715125" y="1759101"/>
              <a:chExt cx="4585265" cy="400110"/>
            </a:xfrm>
          </p:grpSpPr>
          <p:sp>
            <p:nvSpPr>
              <p:cNvPr id="24" name="矩形 23">
                <a:extLst>
                  <a:ext uri="{FF2B5EF4-FFF2-40B4-BE49-F238E27FC236}">
                    <a16:creationId xmlns:a16="http://schemas.microsoft.com/office/drawing/2014/main" id="{048D2141-6EFC-4D6F-B95A-FAEC4929CB84}"/>
                  </a:ext>
                </a:extLst>
              </p:cNvPr>
              <p:cNvSpPr/>
              <p:nvPr/>
            </p:nvSpPr>
            <p:spPr>
              <a:xfrm>
                <a:off x="3715125" y="1759101"/>
                <a:ext cx="467067" cy="400110"/>
              </a:xfrm>
              <a:prstGeom prst="rect">
                <a:avLst/>
              </a:prstGeom>
            </p:spPr>
            <p:style>
              <a:lnRef idx="2">
                <a:schemeClr val="accent3">
                  <a:shade val="50000"/>
                </a:schemeClr>
              </a:lnRef>
              <a:fillRef idx="1">
                <a:schemeClr val="accent3"/>
              </a:fillRef>
              <a:effectRef idx="0">
                <a:schemeClr val="accent3"/>
              </a:effectRef>
              <a:fontRef idx="minor">
                <a:schemeClr val="lt1"/>
              </a:fontRef>
            </p:style>
            <p:txBody>
              <a:bodyPr rtlCol="0" anchor="ctr"/>
              <a:lstStyle/>
              <a:p>
                <a:pPr algn="ctr"/>
                <a:r>
                  <a:rPr lang="en-US" altLang="zh-CN" sz="2800" b="1" dirty="0">
                    <a:latin typeface="Arial Black" panose="020B0A04020102020204" pitchFamily="34" charset="0"/>
                  </a:rPr>
                  <a:t>A</a:t>
                </a:r>
                <a:endParaRPr lang="zh-CN" altLang="en-US" sz="2800" b="1" dirty="0">
                  <a:latin typeface="Arial Black" panose="020B0A04020102020204" pitchFamily="34" charset="0"/>
                </a:endParaRPr>
              </a:p>
            </p:txBody>
          </p:sp>
          <p:sp>
            <p:nvSpPr>
              <p:cNvPr id="25" name="矩形 24">
                <a:extLst>
                  <a:ext uri="{FF2B5EF4-FFF2-40B4-BE49-F238E27FC236}">
                    <a16:creationId xmlns:a16="http://schemas.microsoft.com/office/drawing/2014/main" id="{3DE858F1-C948-421A-92E5-338F0FDFA2F8}"/>
                  </a:ext>
                </a:extLst>
              </p:cNvPr>
              <p:cNvSpPr/>
              <p:nvPr/>
            </p:nvSpPr>
            <p:spPr>
              <a:xfrm>
                <a:off x="7833323" y="1759101"/>
                <a:ext cx="467067" cy="400110"/>
              </a:xfrm>
              <a:prstGeom prst="rect">
                <a:avLst/>
              </a:prstGeom>
            </p:spPr>
            <p:style>
              <a:lnRef idx="2">
                <a:schemeClr val="accent3">
                  <a:shade val="50000"/>
                </a:schemeClr>
              </a:lnRef>
              <a:fillRef idx="1">
                <a:schemeClr val="accent3"/>
              </a:fillRef>
              <a:effectRef idx="0">
                <a:schemeClr val="accent3"/>
              </a:effectRef>
              <a:fontRef idx="minor">
                <a:schemeClr val="lt1"/>
              </a:fontRef>
            </p:style>
            <p:txBody>
              <a:bodyPr rtlCol="0" anchor="ctr"/>
              <a:lstStyle/>
              <a:p>
                <a:pPr algn="ctr"/>
                <a:r>
                  <a:rPr lang="en-US" altLang="zh-CN" sz="2800" b="1" dirty="0">
                    <a:latin typeface="Arial Black" panose="020B0A04020102020204" pitchFamily="34" charset="0"/>
                  </a:rPr>
                  <a:t>D</a:t>
                </a:r>
                <a:endParaRPr lang="zh-CN" altLang="en-US" sz="2800" b="1" dirty="0">
                  <a:latin typeface="Arial Black" panose="020B0A04020102020204" pitchFamily="34" charset="0"/>
                </a:endParaRPr>
              </a:p>
            </p:txBody>
          </p:sp>
        </p:grpSp>
        <p:grpSp>
          <p:nvGrpSpPr>
            <p:cNvPr id="27" name="组合 26">
              <a:extLst>
                <a:ext uri="{FF2B5EF4-FFF2-40B4-BE49-F238E27FC236}">
                  <a16:creationId xmlns:a16="http://schemas.microsoft.com/office/drawing/2014/main" id="{E107933D-1A29-4615-8714-11CB65478D47}"/>
                </a:ext>
              </a:extLst>
            </p:cNvPr>
            <p:cNvGrpSpPr/>
            <p:nvPr/>
          </p:nvGrpSpPr>
          <p:grpSpPr>
            <a:xfrm>
              <a:off x="3809945" y="5601097"/>
              <a:ext cx="4585265" cy="400110"/>
              <a:chOff x="3715125" y="1759101"/>
              <a:chExt cx="4585265" cy="400110"/>
            </a:xfrm>
          </p:grpSpPr>
          <p:sp>
            <p:nvSpPr>
              <p:cNvPr id="28" name="矩形 27">
                <a:extLst>
                  <a:ext uri="{FF2B5EF4-FFF2-40B4-BE49-F238E27FC236}">
                    <a16:creationId xmlns:a16="http://schemas.microsoft.com/office/drawing/2014/main" id="{B40A3334-0544-44F9-A4F0-108A803BEBE1}"/>
                  </a:ext>
                </a:extLst>
              </p:cNvPr>
              <p:cNvSpPr/>
              <p:nvPr/>
            </p:nvSpPr>
            <p:spPr>
              <a:xfrm>
                <a:off x="3715125" y="1759101"/>
                <a:ext cx="467067" cy="400110"/>
              </a:xfrm>
              <a:prstGeom prst="rect">
                <a:avLst/>
              </a:prstGeom>
            </p:spPr>
            <p:style>
              <a:lnRef idx="2">
                <a:schemeClr val="accent3">
                  <a:shade val="50000"/>
                </a:schemeClr>
              </a:lnRef>
              <a:fillRef idx="1">
                <a:schemeClr val="accent3"/>
              </a:fillRef>
              <a:effectRef idx="0">
                <a:schemeClr val="accent3"/>
              </a:effectRef>
              <a:fontRef idx="minor">
                <a:schemeClr val="lt1"/>
              </a:fontRef>
            </p:style>
            <p:txBody>
              <a:bodyPr rtlCol="0" anchor="ctr"/>
              <a:lstStyle/>
              <a:p>
                <a:pPr algn="ctr"/>
                <a:r>
                  <a:rPr lang="en-US" altLang="zh-CN" sz="2800" b="1" dirty="0">
                    <a:latin typeface="Arial Black" panose="020B0A04020102020204" pitchFamily="34" charset="0"/>
                  </a:rPr>
                  <a:t>A</a:t>
                </a:r>
                <a:endParaRPr lang="zh-CN" altLang="en-US" sz="2800" b="1" dirty="0">
                  <a:latin typeface="Arial Black" panose="020B0A04020102020204" pitchFamily="34" charset="0"/>
                </a:endParaRPr>
              </a:p>
            </p:txBody>
          </p:sp>
          <p:sp>
            <p:nvSpPr>
              <p:cNvPr id="29" name="矩形 28">
                <a:extLst>
                  <a:ext uri="{FF2B5EF4-FFF2-40B4-BE49-F238E27FC236}">
                    <a16:creationId xmlns:a16="http://schemas.microsoft.com/office/drawing/2014/main" id="{A4381386-368C-4272-8174-02A7879E39C9}"/>
                  </a:ext>
                </a:extLst>
              </p:cNvPr>
              <p:cNvSpPr/>
              <p:nvPr/>
            </p:nvSpPr>
            <p:spPr>
              <a:xfrm>
                <a:off x="7833323" y="1759101"/>
                <a:ext cx="467067" cy="400110"/>
              </a:xfrm>
              <a:prstGeom prst="rect">
                <a:avLst/>
              </a:prstGeom>
            </p:spPr>
            <p:style>
              <a:lnRef idx="2">
                <a:schemeClr val="accent3">
                  <a:shade val="50000"/>
                </a:schemeClr>
              </a:lnRef>
              <a:fillRef idx="1">
                <a:schemeClr val="accent3"/>
              </a:fillRef>
              <a:effectRef idx="0">
                <a:schemeClr val="accent3"/>
              </a:effectRef>
              <a:fontRef idx="minor">
                <a:schemeClr val="lt1"/>
              </a:fontRef>
            </p:style>
            <p:txBody>
              <a:bodyPr rtlCol="0" anchor="ctr"/>
              <a:lstStyle/>
              <a:p>
                <a:pPr algn="ctr"/>
                <a:r>
                  <a:rPr lang="en-US" altLang="zh-CN" sz="2800" b="1" dirty="0">
                    <a:latin typeface="Arial Black" panose="020B0A04020102020204" pitchFamily="34" charset="0"/>
                  </a:rPr>
                  <a:t>D</a:t>
                </a:r>
                <a:endParaRPr lang="zh-CN" altLang="en-US" sz="2800" b="1" dirty="0">
                  <a:latin typeface="Arial Black" panose="020B0A04020102020204" pitchFamily="34" charset="0"/>
                </a:endParaRPr>
              </a:p>
            </p:txBody>
          </p:sp>
        </p:grpSp>
        <p:grpSp>
          <p:nvGrpSpPr>
            <p:cNvPr id="10" name="组合 9">
              <a:extLst>
                <a:ext uri="{FF2B5EF4-FFF2-40B4-BE49-F238E27FC236}">
                  <a16:creationId xmlns:a16="http://schemas.microsoft.com/office/drawing/2014/main" id="{4A5C6AD3-E79F-43AF-AC1D-B6D3A87C559D}"/>
                </a:ext>
              </a:extLst>
            </p:cNvPr>
            <p:cNvGrpSpPr/>
            <p:nvPr/>
          </p:nvGrpSpPr>
          <p:grpSpPr>
            <a:xfrm>
              <a:off x="4276445" y="1541219"/>
              <a:ext cx="421706" cy="122708"/>
              <a:chOff x="4276445" y="1541219"/>
              <a:chExt cx="421706" cy="122708"/>
            </a:xfrm>
          </p:grpSpPr>
          <p:sp>
            <p:nvSpPr>
              <p:cNvPr id="6" name="矩形 5">
                <a:extLst>
                  <a:ext uri="{FF2B5EF4-FFF2-40B4-BE49-F238E27FC236}">
                    <a16:creationId xmlns:a16="http://schemas.microsoft.com/office/drawing/2014/main" id="{9B1F5F70-1E5E-4906-8964-A0DF9C93ADE0}"/>
                  </a:ext>
                </a:extLst>
              </p:cNvPr>
              <p:cNvSpPr/>
              <p:nvPr/>
            </p:nvSpPr>
            <p:spPr>
              <a:xfrm>
                <a:off x="4276445" y="1541219"/>
                <a:ext cx="190774" cy="122708"/>
              </a:xfrm>
              <a:prstGeom prst="rect">
                <a:avLst/>
              </a:prstGeom>
            </p:spPr>
            <p:style>
              <a:lnRef idx="2">
                <a:schemeClr val="accent3">
                  <a:shade val="50000"/>
                </a:schemeClr>
              </a:lnRef>
              <a:fillRef idx="1">
                <a:schemeClr val="accent3"/>
              </a:fillRef>
              <a:effectRef idx="0">
                <a:schemeClr val="accent3"/>
              </a:effectRef>
              <a:fontRef idx="minor">
                <a:schemeClr val="lt1"/>
              </a:fontRef>
            </p:style>
            <p:txBody>
              <a:bodyPr rtlCol="0" anchor="ctr"/>
              <a:lstStyle/>
              <a:p>
                <a:pPr algn="ctr"/>
                <a:endParaRPr lang="zh-CN" altLang="en-US"/>
              </a:p>
            </p:txBody>
          </p:sp>
          <p:cxnSp>
            <p:nvCxnSpPr>
              <p:cNvPr id="9" name="直接箭头连接符 8">
                <a:extLst>
                  <a:ext uri="{FF2B5EF4-FFF2-40B4-BE49-F238E27FC236}">
                    <a16:creationId xmlns:a16="http://schemas.microsoft.com/office/drawing/2014/main" id="{186AF4A5-9CEF-4588-87AE-7012839AE805}"/>
                  </a:ext>
                </a:extLst>
              </p:cNvPr>
              <p:cNvCxnSpPr/>
              <p:nvPr/>
            </p:nvCxnSpPr>
            <p:spPr>
              <a:xfrm>
                <a:off x="4467907" y="1602573"/>
                <a:ext cx="230244" cy="0"/>
              </a:xfrm>
              <a:prstGeom prst="straightConnector1">
                <a:avLst/>
              </a:prstGeom>
              <a:ln w="12700">
                <a:solidFill>
                  <a:schemeClr val="accent3"/>
                </a:solidFill>
                <a:tailEnd type="triangle" w="med" len="lg"/>
              </a:ln>
            </p:spPr>
            <p:style>
              <a:lnRef idx="1">
                <a:schemeClr val="accent1"/>
              </a:lnRef>
              <a:fillRef idx="0">
                <a:schemeClr val="accent1"/>
              </a:fillRef>
              <a:effectRef idx="0">
                <a:schemeClr val="accent1"/>
              </a:effectRef>
              <a:fontRef idx="minor">
                <a:schemeClr val="tx1"/>
              </a:fontRef>
            </p:style>
          </p:cxnSp>
        </p:grpSp>
        <p:grpSp>
          <p:nvGrpSpPr>
            <p:cNvPr id="11" name="组合 10">
              <a:extLst>
                <a:ext uri="{FF2B5EF4-FFF2-40B4-BE49-F238E27FC236}">
                  <a16:creationId xmlns:a16="http://schemas.microsoft.com/office/drawing/2014/main" id="{BB94FADA-A786-40D9-881E-617B37BF888F}"/>
                </a:ext>
              </a:extLst>
            </p:cNvPr>
            <p:cNvGrpSpPr/>
            <p:nvPr/>
          </p:nvGrpSpPr>
          <p:grpSpPr>
            <a:xfrm>
              <a:off x="4276445" y="2592613"/>
              <a:ext cx="1616306" cy="122651"/>
              <a:chOff x="4276445" y="2592613"/>
              <a:chExt cx="1616306" cy="122651"/>
            </a:xfrm>
          </p:grpSpPr>
          <p:sp>
            <p:nvSpPr>
              <p:cNvPr id="32" name="矩形 31">
                <a:extLst>
                  <a:ext uri="{FF2B5EF4-FFF2-40B4-BE49-F238E27FC236}">
                    <a16:creationId xmlns:a16="http://schemas.microsoft.com/office/drawing/2014/main" id="{5C939B51-E6D2-4E40-8AE1-D5CFFC7CD509}"/>
                  </a:ext>
                </a:extLst>
              </p:cNvPr>
              <p:cNvSpPr/>
              <p:nvPr/>
            </p:nvSpPr>
            <p:spPr>
              <a:xfrm>
                <a:off x="4276445" y="2592613"/>
                <a:ext cx="1386062" cy="122651"/>
              </a:xfrm>
              <a:prstGeom prst="rect">
                <a:avLst/>
              </a:prstGeom>
            </p:spPr>
            <p:style>
              <a:lnRef idx="2">
                <a:schemeClr val="accent3">
                  <a:shade val="50000"/>
                </a:schemeClr>
              </a:lnRef>
              <a:fillRef idx="1">
                <a:schemeClr val="accent3"/>
              </a:fillRef>
              <a:effectRef idx="0">
                <a:schemeClr val="accent3"/>
              </a:effectRef>
              <a:fontRef idx="minor">
                <a:schemeClr val="lt1"/>
              </a:fontRef>
            </p:style>
            <p:txBody>
              <a:bodyPr rtlCol="0" anchor="ctr"/>
              <a:lstStyle/>
              <a:p>
                <a:pPr algn="ctr"/>
                <a:endParaRPr lang="zh-CN" altLang="en-US"/>
              </a:p>
            </p:txBody>
          </p:sp>
          <p:cxnSp>
            <p:nvCxnSpPr>
              <p:cNvPr id="33" name="直接箭头连接符 32">
                <a:extLst>
                  <a:ext uri="{FF2B5EF4-FFF2-40B4-BE49-F238E27FC236}">
                    <a16:creationId xmlns:a16="http://schemas.microsoft.com/office/drawing/2014/main" id="{566A8F8D-C853-4545-9C39-9A721D906495}"/>
                  </a:ext>
                </a:extLst>
              </p:cNvPr>
              <p:cNvCxnSpPr/>
              <p:nvPr/>
            </p:nvCxnSpPr>
            <p:spPr>
              <a:xfrm>
                <a:off x="5662507" y="2647194"/>
                <a:ext cx="230244" cy="0"/>
              </a:xfrm>
              <a:prstGeom prst="straightConnector1">
                <a:avLst/>
              </a:prstGeom>
              <a:ln w="12700">
                <a:solidFill>
                  <a:schemeClr val="accent3"/>
                </a:solidFill>
                <a:tailEnd type="triangle" w="med" len="lg"/>
              </a:ln>
            </p:spPr>
            <p:style>
              <a:lnRef idx="1">
                <a:schemeClr val="accent1"/>
              </a:lnRef>
              <a:fillRef idx="0">
                <a:schemeClr val="accent1"/>
              </a:fillRef>
              <a:effectRef idx="0">
                <a:schemeClr val="accent1"/>
              </a:effectRef>
              <a:fontRef idx="minor">
                <a:schemeClr val="tx1"/>
              </a:fontRef>
            </p:style>
          </p:cxnSp>
        </p:grpSp>
        <p:grpSp>
          <p:nvGrpSpPr>
            <p:cNvPr id="34" name="组合 33">
              <a:extLst>
                <a:ext uri="{FF2B5EF4-FFF2-40B4-BE49-F238E27FC236}">
                  <a16:creationId xmlns:a16="http://schemas.microsoft.com/office/drawing/2014/main" id="{682BDA35-86F3-4E1D-9D07-F2E5C731B0C4}"/>
                </a:ext>
              </a:extLst>
            </p:cNvPr>
            <p:cNvGrpSpPr/>
            <p:nvPr/>
          </p:nvGrpSpPr>
          <p:grpSpPr>
            <a:xfrm rot="10800000">
              <a:off x="7500341" y="2750650"/>
              <a:ext cx="421706" cy="122708"/>
              <a:chOff x="4276445" y="1541219"/>
              <a:chExt cx="421706" cy="122708"/>
            </a:xfrm>
          </p:grpSpPr>
          <p:sp>
            <p:nvSpPr>
              <p:cNvPr id="35" name="矩形 34">
                <a:extLst>
                  <a:ext uri="{FF2B5EF4-FFF2-40B4-BE49-F238E27FC236}">
                    <a16:creationId xmlns:a16="http://schemas.microsoft.com/office/drawing/2014/main" id="{54F2270B-FA68-4C92-AFDB-AD2EA5253FD0}"/>
                  </a:ext>
                </a:extLst>
              </p:cNvPr>
              <p:cNvSpPr/>
              <p:nvPr/>
            </p:nvSpPr>
            <p:spPr>
              <a:xfrm>
                <a:off x="4276445" y="1541219"/>
                <a:ext cx="190774" cy="122708"/>
              </a:xfrm>
              <a:prstGeom prst="rect">
                <a:avLst/>
              </a:prstGeom>
            </p:spPr>
            <p:style>
              <a:lnRef idx="2">
                <a:schemeClr val="accent3">
                  <a:shade val="50000"/>
                </a:schemeClr>
              </a:lnRef>
              <a:fillRef idx="1">
                <a:schemeClr val="accent3"/>
              </a:fillRef>
              <a:effectRef idx="0">
                <a:schemeClr val="accent3"/>
              </a:effectRef>
              <a:fontRef idx="minor">
                <a:schemeClr val="lt1"/>
              </a:fontRef>
            </p:style>
            <p:txBody>
              <a:bodyPr rtlCol="0" anchor="ctr"/>
              <a:lstStyle/>
              <a:p>
                <a:pPr algn="ctr"/>
                <a:endParaRPr lang="zh-CN" altLang="en-US"/>
              </a:p>
            </p:txBody>
          </p:sp>
          <p:cxnSp>
            <p:nvCxnSpPr>
              <p:cNvPr id="36" name="直接箭头连接符 35">
                <a:extLst>
                  <a:ext uri="{FF2B5EF4-FFF2-40B4-BE49-F238E27FC236}">
                    <a16:creationId xmlns:a16="http://schemas.microsoft.com/office/drawing/2014/main" id="{59C87EBA-012E-420A-B54E-AC2416D6FEA2}"/>
                  </a:ext>
                </a:extLst>
              </p:cNvPr>
              <p:cNvCxnSpPr/>
              <p:nvPr/>
            </p:nvCxnSpPr>
            <p:spPr>
              <a:xfrm>
                <a:off x="4467907" y="1602573"/>
                <a:ext cx="230244" cy="0"/>
              </a:xfrm>
              <a:prstGeom prst="straightConnector1">
                <a:avLst/>
              </a:prstGeom>
              <a:ln w="12700">
                <a:solidFill>
                  <a:schemeClr val="accent3"/>
                </a:solidFill>
                <a:tailEnd type="triangle" w="med" len="lg"/>
              </a:ln>
            </p:spPr>
            <p:style>
              <a:lnRef idx="1">
                <a:schemeClr val="accent1"/>
              </a:lnRef>
              <a:fillRef idx="0">
                <a:schemeClr val="accent1"/>
              </a:fillRef>
              <a:effectRef idx="0">
                <a:schemeClr val="accent1"/>
              </a:effectRef>
              <a:fontRef idx="minor">
                <a:schemeClr val="tx1"/>
              </a:fontRef>
            </p:style>
          </p:cxnSp>
        </p:grpSp>
        <mc:AlternateContent xmlns:mc="http://schemas.openxmlformats.org/markup-compatibility/2006" xmlns:a14="http://schemas.microsoft.com/office/drawing/2010/main">
          <mc:Choice Requires="a14">
            <p:sp>
              <p:nvSpPr>
                <p:cNvPr id="37" name="íşlïḍè">
                  <a:extLst>
                    <a:ext uri="{FF2B5EF4-FFF2-40B4-BE49-F238E27FC236}">
                      <a16:creationId xmlns:a16="http://schemas.microsoft.com/office/drawing/2014/main" id="{4F0318BD-5EFF-48BF-BB65-4C3802633FD9}"/>
                    </a:ext>
                  </a:extLst>
                </p:cNvPr>
                <p:cNvSpPr txBox="1"/>
                <p:nvPr/>
              </p:nvSpPr>
              <p:spPr>
                <a:xfrm>
                  <a:off x="8395210" y="2440747"/>
                  <a:ext cx="2886980" cy="742513"/>
                </a:xfrm>
                <a:prstGeom prst="rect">
                  <a:avLst/>
                </a:prstGeom>
                <a:noFill/>
              </p:spPr>
              <p:txBody>
                <a:bodyPr wrap="square" lIns="91440" tIns="45720" rIns="91440" bIns="45720" anchor="ctr">
                  <a:noAutofit/>
                </a:bodyPr>
                <a:lstStyle/>
                <a:p>
                  <a:pPr algn="ctr"/>
                  <a14:m>
                    <m:oMathPara xmlns:m="http://schemas.openxmlformats.org/officeDocument/2006/math">
                      <m:oMathParaPr>
                        <m:jc m:val="left"/>
                      </m:oMathParaPr>
                      <m:oMath xmlns:m="http://schemas.openxmlformats.org/officeDocument/2006/math">
                        <m:r>
                          <a:rPr lang="en-US" altLang="zh-CN" sz="2800" b="1" i="1" dirty="0">
                            <a:latin typeface="Cambria Math" panose="02040503050406030204" pitchFamily="18" charset="0"/>
                          </a:rPr>
                          <m:t>𝒕</m:t>
                        </m:r>
                        <m:r>
                          <a:rPr lang="en-US" altLang="zh-CN" sz="2800" b="1" i="1" dirty="0">
                            <a:latin typeface="Cambria Math" panose="02040503050406030204" pitchFamily="18" charset="0"/>
                          </a:rPr>
                          <m:t>=</m:t>
                        </m:r>
                        <m:r>
                          <a:rPr lang="zh-CN" altLang="en-US" sz="2800" b="1" i="1" dirty="0" smtClean="0">
                            <a:latin typeface="Cambria Math" panose="02040503050406030204" pitchFamily="18" charset="0"/>
                          </a:rPr>
                          <m:t>𝝉</m:t>
                        </m:r>
                        <m:r>
                          <a:rPr lang="zh-CN" altLang="en-US" sz="2800" b="1" i="1" dirty="0" smtClean="0">
                            <a:latin typeface="Cambria Math" panose="02040503050406030204" pitchFamily="18" charset="0"/>
                          </a:rPr>
                          <m:t>−</m:t>
                        </m:r>
                        <m:r>
                          <a:rPr lang="zh-CN" altLang="en-US" sz="2800" b="1" i="1" dirty="0" smtClean="0">
                            <a:latin typeface="Cambria Math" panose="02040503050406030204" pitchFamily="18" charset="0"/>
                          </a:rPr>
                          <m:t>𝜹</m:t>
                        </m:r>
                      </m:oMath>
                    </m:oMathPara>
                  </a14:m>
                  <a:endParaRPr lang="zh-CN" altLang="en-US" sz="2800" b="1" dirty="0">
                    <a:latin typeface="Arial Narrow" panose="020B0606020202030204" pitchFamily="34" charset="0"/>
                  </a:endParaRPr>
                </a:p>
                <a:p>
                  <a:pPr algn="ctr"/>
                  <a:r>
                    <a:rPr lang="en-US" altLang="zh-CN" b="1" dirty="0">
                      <a:latin typeface="Arial Narrow" panose="020B0606020202030204" pitchFamily="34" charset="0"/>
                    </a:rPr>
                    <a:t>D</a:t>
                  </a:r>
                  <a:r>
                    <a:rPr lang="zh-CN" altLang="en-US" b="1" dirty="0">
                      <a:latin typeface="Arial Narrow" panose="020B0606020202030204" pitchFamily="34" charset="0"/>
                    </a:rPr>
                    <a:t>检测到总线空闲，发送帧</a:t>
                  </a:r>
                </a:p>
              </p:txBody>
            </p:sp>
          </mc:Choice>
          <mc:Fallback xmlns="">
            <p:sp>
              <p:nvSpPr>
                <p:cNvPr id="37" name="íşlïḍè">
                  <a:extLst>
                    <a:ext uri="{FF2B5EF4-FFF2-40B4-BE49-F238E27FC236}">
                      <a16:creationId xmlns:a16="http://schemas.microsoft.com/office/drawing/2014/main" id="{4F0318BD-5EFF-48BF-BB65-4C3802633FD9}"/>
                    </a:ext>
                  </a:extLst>
                </p:cNvPr>
                <p:cNvSpPr txBox="1">
                  <a:spLocks noRot="1" noChangeAspect="1" noMove="1" noResize="1" noEditPoints="1" noAdjustHandles="1" noChangeArrowheads="1" noChangeShapeType="1" noTextEdit="1"/>
                </p:cNvSpPr>
                <p:nvPr/>
              </p:nvSpPr>
              <p:spPr>
                <a:xfrm>
                  <a:off x="8395210" y="2440747"/>
                  <a:ext cx="2886980" cy="742513"/>
                </a:xfrm>
                <a:prstGeom prst="rect">
                  <a:avLst/>
                </a:prstGeom>
                <a:blipFill>
                  <a:blip r:embed="rId5"/>
                  <a:stretch>
                    <a:fillRect l="-1266" r="-1055" b="-16393"/>
                  </a:stretch>
                </a:blipFill>
              </p:spPr>
              <p:txBody>
                <a:bodyPr/>
                <a:lstStyle/>
                <a:p>
                  <a:r>
                    <a:rPr lang="zh-CN" altLang="en-US">
                      <a:noFill/>
                    </a:rPr>
                    <a:t> </a:t>
                  </a:r>
                </a:p>
              </p:txBody>
            </p:sp>
          </mc:Fallback>
        </mc:AlternateContent>
        <p:sp>
          <p:nvSpPr>
            <p:cNvPr id="40" name="矩形 39">
              <a:extLst>
                <a:ext uri="{FF2B5EF4-FFF2-40B4-BE49-F238E27FC236}">
                  <a16:creationId xmlns:a16="http://schemas.microsoft.com/office/drawing/2014/main" id="{F18CAD05-ED1A-49EC-880B-97A39DA603DB}"/>
                </a:ext>
              </a:extLst>
            </p:cNvPr>
            <p:cNvSpPr/>
            <p:nvPr/>
          </p:nvSpPr>
          <p:spPr>
            <a:xfrm>
              <a:off x="4274288" y="3617252"/>
              <a:ext cx="2350031" cy="122650"/>
            </a:xfrm>
            <a:prstGeom prst="rect">
              <a:avLst/>
            </a:prstGeom>
          </p:spPr>
          <p:style>
            <a:lnRef idx="2">
              <a:schemeClr val="accent3">
                <a:shade val="50000"/>
              </a:schemeClr>
            </a:lnRef>
            <a:fillRef idx="1">
              <a:schemeClr val="accent3"/>
            </a:fillRef>
            <a:effectRef idx="0">
              <a:schemeClr val="accent3"/>
            </a:effectRef>
            <a:fontRef idx="minor">
              <a:schemeClr val="lt1"/>
            </a:fontRef>
          </p:style>
          <p:txBody>
            <a:bodyPr rtlCol="0" anchor="ctr"/>
            <a:lstStyle/>
            <a:p>
              <a:pPr algn="ctr"/>
              <a:endParaRPr lang="zh-CN" altLang="en-US"/>
            </a:p>
          </p:txBody>
        </p:sp>
        <p:cxnSp>
          <p:nvCxnSpPr>
            <p:cNvPr id="41" name="直接箭头连接符 40">
              <a:extLst>
                <a:ext uri="{FF2B5EF4-FFF2-40B4-BE49-F238E27FC236}">
                  <a16:creationId xmlns:a16="http://schemas.microsoft.com/office/drawing/2014/main" id="{22923F20-BDDD-439A-B2AB-7B4613FAE666}"/>
                </a:ext>
              </a:extLst>
            </p:cNvPr>
            <p:cNvCxnSpPr/>
            <p:nvPr/>
          </p:nvCxnSpPr>
          <p:spPr>
            <a:xfrm>
              <a:off x="6624319" y="3665716"/>
              <a:ext cx="230244" cy="0"/>
            </a:xfrm>
            <a:prstGeom prst="straightConnector1">
              <a:avLst/>
            </a:prstGeom>
            <a:ln w="12700">
              <a:solidFill>
                <a:schemeClr val="accent3"/>
              </a:solidFill>
              <a:tailEnd type="triangle" w="med" len="lg"/>
            </a:ln>
          </p:spPr>
          <p:style>
            <a:lnRef idx="1">
              <a:schemeClr val="accent1"/>
            </a:lnRef>
            <a:fillRef idx="0">
              <a:schemeClr val="accent1"/>
            </a:fillRef>
            <a:effectRef idx="0">
              <a:schemeClr val="accent1"/>
            </a:effectRef>
            <a:fontRef idx="minor">
              <a:schemeClr val="tx1"/>
            </a:fontRef>
          </p:style>
        </p:cxnSp>
        <p:sp>
          <p:nvSpPr>
            <p:cNvPr id="43" name="矩形 42">
              <a:extLst>
                <a:ext uri="{FF2B5EF4-FFF2-40B4-BE49-F238E27FC236}">
                  <a16:creationId xmlns:a16="http://schemas.microsoft.com/office/drawing/2014/main" id="{FD03CA3D-7F29-4844-8897-082271AC7A6E}"/>
                </a:ext>
              </a:extLst>
            </p:cNvPr>
            <p:cNvSpPr/>
            <p:nvPr/>
          </p:nvSpPr>
          <p:spPr>
            <a:xfrm rot="10800000">
              <a:off x="6854560" y="3775288"/>
              <a:ext cx="1067485" cy="134186"/>
            </a:xfrm>
            <a:prstGeom prst="rect">
              <a:avLst/>
            </a:prstGeom>
          </p:spPr>
          <p:style>
            <a:lnRef idx="2">
              <a:schemeClr val="accent3">
                <a:shade val="50000"/>
              </a:schemeClr>
            </a:lnRef>
            <a:fillRef idx="1">
              <a:schemeClr val="accent3"/>
            </a:fillRef>
            <a:effectRef idx="0">
              <a:schemeClr val="accent3"/>
            </a:effectRef>
            <a:fontRef idx="minor">
              <a:schemeClr val="lt1"/>
            </a:fontRef>
          </p:style>
          <p:txBody>
            <a:bodyPr rtlCol="0" anchor="ctr"/>
            <a:lstStyle/>
            <a:p>
              <a:pPr algn="ctr"/>
              <a:endParaRPr lang="zh-CN" altLang="en-US"/>
            </a:p>
          </p:txBody>
        </p:sp>
        <p:cxnSp>
          <p:nvCxnSpPr>
            <p:cNvPr id="44" name="直接箭头连接符 43">
              <a:extLst>
                <a:ext uri="{FF2B5EF4-FFF2-40B4-BE49-F238E27FC236}">
                  <a16:creationId xmlns:a16="http://schemas.microsoft.com/office/drawing/2014/main" id="{768AB949-7BBA-4F5A-BB0D-B1601FE847E4}"/>
                </a:ext>
              </a:extLst>
            </p:cNvPr>
            <p:cNvCxnSpPr/>
            <p:nvPr/>
          </p:nvCxnSpPr>
          <p:spPr>
            <a:xfrm rot="10800000">
              <a:off x="6807173" y="3832424"/>
              <a:ext cx="230244" cy="0"/>
            </a:xfrm>
            <a:prstGeom prst="straightConnector1">
              <a:avLst/>
            </a:prstGeom>
            <a:ln w="12700">
              <a:solidFill>
                <a:schemeClr val="accent3"/>
              </a:solidFill>
              <a:tailEnd type="triangle" w="med" len="lg"/>
            </a:ln>
          </p:spPr>
          <p:style>
            <a:lnRef idx="1">
              <a:schemeClr val="accent1"/>
            </a:lnRef>
            <a:fillRef idx="0">
              <a:schemeClr val="accent1"/>
            </a:fillRef>
            <a:effectRef idx="0">
              <a:schemeClr val="accent1"/>
            </a:effectRef>
            <a:fontRef idx="minor">
              <a:schemeClr val="tx1"/>
            </a:fontRef>
          </p:style>
        </p:cxnSp>
        <p:grpSp>
          <p:nvGrpSpPr>
            <p:cNvPr id="45" name="组合 44">
              <a:extLst>
                <a:ext uri="{FF2B5EF4-FFF2-40B4-BE49-F238E27FC236}">
                  <a16:creationId xmlns:a16="http://schemas.microsoft.com/office/drawing/2014/main" id="{A3972211-ED27-488E-9EAF-6977D47B7F59}"/>
                </a:ext>
              </a:extLst>
            </p:cNvPr>
            <p:cNvGrpSpPr/>
            <p:nvPr/>
          </p:nvGrpSpPr>
          <p:grpSpPr>
            <a:xfrm>
              <a:off x="6288486" y="3329667"/>
              <a:ext cx="820470" cy="820470"/>
              <a:chOff x="9290558" y="4054613"/>
              <a:chExt cx="820470" cy="820470"/>
            </a:xfrm>
          </p:grpSpPr>
          <p:sp>
            <p:nvSpPr>
              <p:cNvPr id="46" name="爆炸形: 8 pt  45">
                <a:extLst>
                  <a:ext uri="{FF2B5EF4-FFF2-40B4-BE49-F238E27FC236}">
                    <a16:creationId xmlns:a16="http://schemas.microsoft.com/office/drawing/2014/main" id="{F8C42822-EC97-458C-9329-F1992E48B24B}"/>
                  </a:ext>
                </a:extLst>
              </p:cNvPr>
              <p:cNvSpPr/>
              <p:nvPr/>
            </p:nvSpPr>
            <p:spPr>
              <a:xfrm>
                <a:off x="9290558" y="4054613"/>
                <a:ext cx="820470" cy="820470"/>
              </a:xfrm>
              <a:prstGeom prst="irregularSeal1">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sz="2000" b="1" dirty="0"/>
              </a:p>
            </p:txBody>
          </p:sp>
          <p:sp>
            <p:nvSpPr>
              <p:cNvPr id="47" name="文本框 46">
                <a:extLst>
                  <a:ext uri="{FF2B5EF4-FFF2-40B4-BE49-F238E27FC236}">
                    <a16:creationId xmlns:a16="http://schemas.microsoft.com/office/drawing/2014/main" id="{1D483578-2587-4DA3-87E8-0EB6C9E9997B}"/>
                  </a:ext>
                </a:extLst>
              </p:cNvPr>
              <p:cNvSpPr txBox="1"/>
              <p:nvPr/>
            </p:nvSpPr>
            <p:spPr>
              <a:xfrm>
                <a:off x="9290558" y="4250289"/>
                <a:ext cx="777741" cy="369332"/>
              </a:xfrm>
              <a:prstGeom prst="rect">
                <a:avLst/>
              </a:prstGeom>
              <a:noFill/>
            </p:spPr>
            <p:txBody>
              <a:bodyPr wrap="square" rtlCol="0">
                <a:spAutoFit/>
              </a:bodyPr>
              <a:lstStyle/>
              <a:p>
                <a:pPr algn="ctr"/>
                <a:r>
                  <a:rPr lang="zh-CN" altLang="en-US" b="1" dirty="0">
                    <a:solidFill>
                      <a:schemeClr val="bg1"/>
                    </a:solidFill>
                  </a:rPr>
                  <a:t>碰撞</a:t>
                </a:r>
              </a:p>
            </p:txBody>
          </p:sp>
        </p:grpSp>
        <mc:AlternateContent xmlns:mc="http://schemas.openxmlformats.org/markup-compatibility/2006" xmlns:a14="http://schemas.microsoft.com/office/drawing/2010/main">
          <mc:Choice Requires="a14">
            <p:sp>
              <p:nvSpPr>
                <p:cNvPr id="49" name="íşlïḍè">
                  <a:extLst>
                    <a:ext uri="{FF2B5EF4-FFF2-40B4-BE49-F238E27FC236}">
                      <a16:creationId xmlns:a16="http://schemas.microsoft.com/office/drawing/2014/main" id="{C5E08928-B942-40DB-AA7F-2357CE88C40F}"/>
                    </a:ext>
                  </a:extLst>
                </p:cNvPr>
                <p:cNvSpPr txBox="1"/>
                <p:nvPr/>
              </p:nvSpPr>
              <p:spPr>
                <a:xfrm>
                  <a:off x="8395210" y="3461167"/>
                  <a:ext cx="3325780" cy="742513"/>
                </a:xfrm>
                <a:prstGeom prst="rect">
                  <a:avLst/>
                </a:prstGeom>
                <a:noFill/>
              </p:spPr>
              <p:txBody>
                <a:bodyPr wrap="square" lIns="91440" tIns="45720" rIns="91440" bIns="45720" anchor="ctr">
                  <a:noAutofit/>
                </a:bodyPr>
                <a:lstStyle/>
                <a:p>
                  <a:pPr/>
                  <a14:m>
                    <m:oMathPara xmlns:m="http://schemas.openxmlformats.org/officeDocument/2006/math">
                      <m:oMathParaPr>
                        <m:jc m:val="left"/>
                      </m:oMathParaPr>
                      <m:oMath xmlns:m="http://schemas.openxmlformats.org/officeDocument/2006/math">
                        <m:r>
                          <a:rPr lang="en-US" altLang="zh-CN" sz="2800" b="1" i="1" dirty="0" smtClean="0">
                            <a:latin typeface="Cambria Math" panose="02040503050406030204" pitchFamily="18" charset="0"/>
                          </a:rPr>
                          <m:t>𝒕</m:t>
                        </m:r>
                        <m:r>
                          <a:rPr lang="en-US" altLang="zh-CN" sz="2800" b="1" i="1" dirty="0" smtClean="0">
                            <a:latin typeface="Cambria Math" panose="02040503050406030204" pitchFamily="18" charset="0"/>
                          </a:rPr>
                          <m:t>=</m:t>
                        </m:r>
                        <m:r>
                          <a:rPr lang="zh-CN" altLang="en-US" sz="2800" b="1" i="1" dirty="0" smtClean="0">
                            <a:latin typeface="Cambria Math" panose="02040503050406030204" pitchFamily="18" charset="0"/>
                          </a:rPr>
                          <m:t>𝝉</m:t>
                        </m:r>
                        <m:r>
                          <a:rPr lang="zh-CN" altLang="en-US" sz="2800" b="1" i="1" dirty="0" smtClean="0">
                            <a:latin typeface="Cambria Math" panose="02040503050406030204" pitchFamily="18" charset="0"/>
                          </a:rPr>
                          <m:t>−</m:t>
                        </m:r>
                        <m:f>
                          <m:fPr>
                            <m:type m:val="lin"/>
                            <m:ctrlPr>
                              <a:rPr lang="zh-CN" altLang="en-US" sz="2800" b="1" i="1" dirty="0" smtClean="0">
                                <a:latin typeface="Cambria Math" panose="02040503050406030204" pitchFamily="18" charset="0"/>
                              </a:rPr>
                            </m:ctrlPr>
                          </m:fPr>
                          <m:num>
                            <m:r>
                              <a:rPr lang="el-GR" altLang="zh-CN" sz="2800" b="1" i="1" dirty="0">
                                <a:latin typeface="Cambria Math" panose="02040503050406030204" pitchFamily="18" charset="0"/>
                              </a:rPr>
                              <m:t>𝜹</m:t>
                            </m:r>
                          </m:num>
                          <m:den>
                            <m:r>
                              <a:rPr lang="en-US" altLang="zh-CN" sz="2800" b="1" i="1" dirty="0" smtClean="0">
                                <a:latin typeface="Cambria Math" panose="02040503050406030204" pitchFamily="18" charset="0"/>
                              </a:rPr>
                              <m:t>𝟐</m:t>
                            </m:r>
                          </m:den>
                        </m:f>
                      </m:oMath>
                    </m:oMathPara>
                  </a14:m>
                  <a:endParaRPr lang="en-US" altLang="zh-CN" sz="2800" b="1" dirty="0">
                    <a:latin typeface="Arial Narrow" panose="020B0606020202030204" pitchFamily="34" charset="0"/>
                  </a:endParaRPr>
                </a:p>
                <a:p>
                  <a:r>
                    <a:rPr lang="zh-CN" altLang="en-US" b="1" dirty="0">
                      <a:latin typeface="Arial Narrow" panose="020B0606020202030204" pitchFamily="34" charset="0"/>
                    </a:rPr>
                    <a:t>发生碰撞</a:t>
                  </a:r>
                </a:p>
              </p:txBody>
            </p:sp>
          </mc:Choice>
          <mc:Fallback xmlns="">
            <p:sp>
              <p:nvSpPr>
                <p:cNvPr id="49" name="íşlïḍè">
                  <a:extLst>
                    <a:ext uri="{FF2B5EF4-FFF2-40B4-BE49-F238E27FC236}">
                      <a16:creationId xmlns:a16="http://schemas.microsoft.com/office/drawing/2014/main" id="{C5E08928-B942-40DB-AA7F-2357CE88C40F}"/>
                    </a:ext>
                  </a:extLst>
                </p:cNvPr>
                <p:cNvSpPr txBox="1">
                  <a:spLocks noRot="1" noChangeAspect="1" noMove="1" noResize="1" noEditPoints="1" noAdjustHandles="1" noChangeArrowheads="1" noChangeShapeType="1" noTextEdit="1"/>
                </p:cNvSpPr>
                <p:nvPr/>
              </p:nvSpPr>
              <p:spPr>
                <a:xfrm>
                  <a:off x="8395210" y="3461167"/>
                  <a:ext cx="3325780" cy="742513"/>
                </a:xfrm>
                <a:prstGeom prst="rect">
                  <a:avLst/>
                </a:prstGeom>
                <a:blipFill>
                  <a:blip r:embed="rId6"/>
                  <a:stretch>
                    <a:fillRect l="-1465" b="-16393"/>
                  </a:stretch>
                </a:blipFill>
              </p:spPr>
              <p:txBody>
                <a:bodyPr/>
                <a:lstStyle/>
                <a:p>
                  <a:r>
                    <a:rPr lang="zh-CN" altLang="en-US">
                      <a:noFill/>
                    </a:rPr>
                    <a:t> </a:t>
                  </a:r>
                </a:p>
              </p:txBody>
            </p:sp>
          </mc:Fallback>
        </mc:AlternateContent>
        <p:sp>
          <p:nvSpPr>
            <p:cNvPr id="51" name="矩形 50">
              <a:extLst>
                <a:ext uri="{FF2B5EF4-FFF2-40B4-BE49-F238E27FC236}">
                  <a16:creationId xmlns:a16="http://schemas.microsoft.com/office/drawing/2014/main" id="{5929FD8A-FD50-47B3-B581-82DF9A07CCFA}"/>
                </a:ext>
              </a:extLst>
            </p:cNvPr>
            <p:cNvSpPr/>
            <p:nvPr/>
          </p:nvSpPr>
          <p:spPr>
            <a:xfrm>
              <a:off x="4275386" y="4638001"/>
              <a:ext cx="2350031" cy="122650"/>
            </a:xfrm>
            <a:prstGeom prst="rect">
              <a:avLst/>
            </a:prstGeom>
          </p:spPr>
          <p:style>
            <a:lnRef idx="2">
              <a:schemeClr val="accent3">
                <a:shade val="50000"/>
              </a:schemeClr>
            </a:lnRef>
            <a:fillRef idx="1">
              <a:schemeClr val="accent3"/>
            </a:fillRef>
            <a:effectRef idx="0">
              <a:schemeClr val="accent3"/>
            </a:effectRef>
            <a:fontRef idx="minor">
              <a:schemeClr val="lt1"/>
            </a:fontRef>
          </p:style>
          <p:txBody>
            <a:bodyPr rtlCol="0" anchor="ctr"/>
            <a:lstStyle/>
            <a:p>
              <a:pPr algn="ctr"/>
              <a:endParaRPr lang="zh-CN" altLang="en-US"/>
            </a:p>
          </p:txBody>
        </p:sp>
        <p:cxnSp>
          <p:nvCxnSpPr>
            <p:cNvPr id="52" name="直接箭头连接符 51">
              <a:extLst>
                <a:ext uri="{FF2B5EF4-FFF2-40B4-BE49-F238E27FC236}">
                  <a16:creationId xmlns:a16="http://schemas.microsoft.com/office/drawing/2014/main" id="{6E9F566A-F4D9-47FF-AD8B-43729ADA2B9F}"/>
                </a:ext>
              </a:extLst>
            </p:cNvPr>
            <p:cNvCxnSpPr/>
            <p:nvPr/>
          </p:nvCxnSpPr>
          <p:spPr>
            <a:xfrm>
              <a:off x="6625417" y="4686465"/>
              <a:ext cx="230244" cy="0"/>
            </a:xfrm>
            <a:prstGeom prst="straightConnector1">
              <a:avLst/>
            </a:prstGeom>
            <a:ln w="12700">
              <a:solidFill>
                <a:schemeClr val="accent3"/>
              </a:solidFill>
              <a:tailEnd type="triangle" w="med" len="lg"/>
            </a:ln>
          </p:spPr>
          <p:style>
            <a:lnRef idx="1">
              <a:schemeClr val="accent1"/>
            </a:lnRef>
            <a:fillRef idx="0">
              <a:schemeClr val="accent1"/>
            </a:fillRef>
            <a:effectRef idx="0">
              <a:schemeClr val="accent1"/>
            </a:effectRef>
            <a:fontRef idx="minor">
              <a:schemeClr val="tx1"/>
            </a:fontRef>
          </p:style>
        </p:cxnSp>
        <p:sp>
          <p:nvSpPr>
            <p:cNvPr id="53" name="矩形 52">
              <a:extLst>
                <a:ext uri="{FF2B5EF4-FFF2-40B4-BE49-F238E27FC236}">
                  <a16:creationId xmlns:a16="http://schemas.microsoft.com/office/drawing/2014/main" id="{75AE88F1-0892-4E50-9E1F-9C9FE55F64A2}"/>
                </a:ext>
              </a:extLst>
            </p:cNvPr>
            <p:cNvSpPr/>
            <p:nvPr/>
          </p:nvSpPr>
          <p:spPr>
            <a:xfrm rot="10800000">
              <a:off x="6854562" y="4796037"/>
              <a:ext cx="1068581" cy="119177"/>
            </a:xfrm>
            <a:prstGeom prst="rect">
              <a:avLst/>
            </a:prstGeom>
          </p:spPr>
          <p:style>
            <a:lnRef idx="2">
              <a:schemeClr val="accent3">
                <a:shade val="50000"/>
              </a:schemeClr>
            </a:lnRef>
            <a:fillRef idx="1">
              <a:schemeClr val="accent3"/>
            </a:fillRef>
            <a:effectRef idx="0">
              <a:schemeClr val="accent3"/>
            </a:effectRef>
            <a:fontRef idx="minor">
              <a:schemeClr val="lt1"/>
            </a:fontRef>
          </p:style>
          <p:txBody>
            <a:bodyPr rtlCol="0" anchor="ctr"/>
            <a:lstStyle/>
            <a:p>
              <a:pPr algn="ctr"/>
              <a:endParaRPr lang="zh-CN" altLang="en-US"/>
            </a:p>
          </p:txBody>
        </p:sp>
        <p:cxnSp>
          <p:nvCxnSpPr>
            <p:cNvPr id="54" name="直接箭头连接符 53">
              <a:extLst>
                <a:ext uri="{FF2B5EF4-FFF2-40B4-BE49-F238E27FC236}">
                  <a16:creationId xmlns:a16="http://schemas.microsoft.com/office/drawing/2014/main" id="{4A735334-F814-4AC0-882D-9519674A2044}"/>
                </a:ext>
              </a:extLst>
            </p:cNvPr>
            <p:cNvCxnSpPr/>
            <p:nvPr/>
          </p:nvCxnSpPr>
          <p:spPr>
            <a:xfrm rot="10800000">
              <a:off x="6808271" y="4853173"/>
              <a:ext cx="230244" cy="0"/>
            </a:xfrm>
            <a:prstGeom prst="straightConnector1">
              <a:avLst/>
            </a:prstGeom>
            <a:ln w="12700">
              <a:solidFill>
                <a:schemeClr val="accent3"/>
              </a:solidFill>
              <a:tailEnd type="triangle" w="med" len="lg"/>
            </a:ln>
          </p:spPr>
          <p:style>
            <a:lnRef idx="1">
              <a:schemeClr val="accent1"/>
            </a:lnRef>
            <a:fillRef idx="0">
              <a:schemeClr val="accent1"/>
            </a:fillRef>
            <a:effectRef idx="0">
              <a:schemeClr val="accent1"/>
            </a:effectRef>
            <a:fontRef idx="minor">
              <a:schemeClr val="tx1"/>
            </a:fontRef>
          </p:style>
        </p:cxnSp>
        <p:grpSp>
          <p:nvGrpSpPr>
            <p:cNvPr id="55" name="组合 54">
              <a:extLst>
                <a:ext uri="{FF2B5EF4-FFF2-40B4-BE49-F238E27FC236}">
                  <a16:creationId xmlns:a16="http://schemas.microsoft.com/office/drawing/2014/main" id="{F713D40F-833B-46EE-A5C2-FEDA6F3517A2}"/>
                </a:ext>
              </a:extLst>
            </p:cNvPr>
            <p:cNvGrpSpPr/>
            <p:nvPr/>
          </p:nvGrpSpPr>
          <p:grpSpPr>
            <a:xfrm>
              <a:off x="6289584" y="4350416"/>
              <a:ext cx="820470" cy="820470"/>
              <a:chOff x="9290558" y="4054613"/>
              <a:chExt cx="820470" cy="820470"/>
            </a:xfrm>
          </p:grpSpPr>
          <p:sp>
            <p:nvSpPr>
              <p:cNvPr id="56" name="爆炸形: 8 pt  55">
                <a:extLst>
                  <a:ext uri="{FF2B5EF4-FFF2-40B4-BE49-F238E27FC236}">
                    <a16:creationId xmlns:a16="http://schemas.microsoft.com/office/drawing/2014/main" id="{7BA5C8FB-BCD1-4546-B5BD-D7774C725C73}"/>
                  </a:ext>
                </a:extLst>
              </p:cNvPr>
              <p:cNvSpPr/>
              <p:nvPr/>
            </p:nvSpPr>
            <p:spPr>
              <a:xfrm>
                <a:off x="9290558" y="4054613"/>
                <a:ext cx="820470" cy="820470"/>
              </a:xfrm>
              <a:prstGeom prst="irregularSeal1">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sz="2000" b="1" dirty="0"/>
              </a:p>
            </p:txBody>
          </p:sp>
          <p:sp>
            <p:nvSpPr>
              <p:cNvPr id="58" name="文本框 57">
                <a:extLst>
                  <a:ext uri="{FF2B5EF4-FFF2-40B4-BE49-F238E27FC236}">
                    <a16:creationId xmlns:a16="http://schemas.microsoft.com/office/drawing/2014/main" id="{3D33EAAE-89A5-49F6-BA5A-8D3074B16A6D}"/>
                  </a:ext>
                </a:extLst>
              </p:cNvPr>
              <p:cNvSpPr txBox="1"/>
              <p:nvPr/>
            </p:nvSpPr>
            <p:spPr>
              <a:xfrm>
                <a:off x="9290558" y="4250289"/>
                <a:ext cx="777741" cy="369332"/>
              </a:xfrm>
              <a:prstGeom prst="rect">
                <a:avLst/>
              </a:prstGeom>
              <a:noFill/>
            </p:spPr>
            <p:txBody>
              <a:bodyPr wrap="square" rtlCol="0">
                <a:spAutoFit/>
              </a:bodyPr>
              <a:lstStyle/>
              <a:p>
                <a:pPr algn="ctr"/>
                <a:r>
                  <a:rPr lang="zh-CN" altLang="en-US" b="1" dirty="0">
                    <a:solidFill>
                      <a:schemeClr val="bg1"/>
                    </a:solidFill>
                  </a:rPr>
                  <a:t>碰撞</a:t>
                </a:r>
              </a:p>
            </p:txBody>
          </p:sp>
        </p:grpSp>
        <p:cxnSp>
          <p:nvCxnSpPr>
            <p:cNvPr id="60" name="直接箭头连接符 59">
              <a:extLst>
                <a:ext uri="{FF2B5EF4-FFF2-40B4-BE49-F238E27FC236}">
                  <a16:creationId xmlns:a16="http://schemas.microsoft.com/office/drawing/2014/main" id="{D42605CA-419A-418F-BDF3-7700C9EC29C5}"/>
                </a:ext>
              </a:extLst>
            </p:cNvPr>
            <p:cNvCxnSpPr/>
            <p:nvPr/>
          </p:nvCxnSpPr>
          <p:spPr>
            <a:xfrm>
              <a:off x="7701256" y="4701633"/>
              <a:ext cx="230244" cy="0"/>
            </a:xfrm>
            <a:prstGeom prst="straightConnector1">
              <a:avLst/>
            </a:prstGeom>
            <a:ln w="12700">
              <a:solidFill>
                <a:schemeClr val="accent1"/>
              </a:solidFill>
              <a:tailEnd type="triangle" w="med" len="lg"/>
            </a:ln>
          </p:spPr>
          <p:style>
            <a:lnRef idx="1">
              <a:schemeClr val="accent1"/>
            </a:lnRef>
            <a:fillRef idx="0">
              <a:schemeClr val="accent1"/>
            </a:fillRef>
            <a:effectRef idx="0">
              <a:schemeClr val="accent1"/>
            </a:effectRef>
            <a:fontRef idx="minor">
              <a:schemeClr val="tx1"/>
            </a:fontRef>
          </p:style>
        </p:cxnSp>
        <p:cxnSp>
          <p:nvCxnSpPr>
            <p:cNvPr id="62" name="直接箭头连接符 61">
              <a:extLst>
                <a:ext uri="{FF2B5EF4-FFF2-40B4-BE49-F238E27FC236}">
                  <a16:creationId xmlns:a16="http://schemas.microsoft.com/office/drawing/2014/main" id="{BA692C48-9DCF-4C2D-AB80-6F20DB233288}"/>
                </a:ext>
              </a:extLst>
            </p:cNvPr>
            <p:cNvCxnSpPr/>
            <p:nvPr/>
          </p:nvCxnSpPr>
          <p:spPr>
            <a:xfrm rot="10800000">
              <a:off x="5384680" y="4860668"/>
              <a:ext cx="230244" cy="0"/>
            </a:xfrm>
            <a:prstGeom prst="straightConnector1">
              <a:avLst/>
            </a:prstGeom>
            <a:ln w="12700">
              <a:solidFill>
                <a:schemeClr val="accent1"/>
              </a:solidFill>
              <a:tailEnd type="triangle" w="med" len="lg"/>
            </a:ln>
          </p:spPr>
          <p:style>
            <a:lnRef idx="1">
              <a:schemeClr val="accent1"/>
            </a:lnRef>
            <a:fillRef idx="0">
              <a:schemeClr val="accent1"/>
            </a:fillRef>
            <a:effectRef idx="0">
              <a:schemeClr val="accent1"/>
            </a:effectRef>
            <a:fontRef idx="minor">
              <a:schemeClr val="tx1"/>
            </a:fontRef>
          </p:style>
        </p:cxnSp>
        <p:sp>
          <p:nvSpPr>
            <p:cNvPr id="63" name="矩形 62">
              <a:extLst>
                <a:ext uri="{FF2B5EF4-FFF2-40B4-BE49-F238E27FC236}">
                  <a16:creationId xmlns:a16="http://schemas.microsoft.com/office/drawing/2014/main" id="{1FDECE7C-8D33-43BA-8B57-C53730F66C68}"/>
                </a:ext>
              </a:extLst>
            </p:cNvPr>
            <p:cNvSpPr/>
            <p:nvPr/>
          </p:nvSpPr>
          <p:spPr>
            <a:xfrm>
              <a:off x="4481753" y="5790473"/>
              <a:ext cx="1997504" cy="150727"/>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64" name="矩形 63">
              <a:extLst>
                <a:ext uri="{FF2B5EF4-FFF2-40B4-BE49-F238E27FC236}">
                  <a16:creationId xmlns:a16="http://schemas.microsoft.com/office/drawing/2014/main" id="{C455C0EB-8280-443B-BCB8-70DE21C0EBB1}"/>
                </a:ext>
              </a:extLst>
            </p:cNvPr>
            <p:cNvSpPr/>
            <p:nvPr/>
          </p:nvSpPr>
          <p:spPr>
            <a:xfrm>
              <a:off x="6486937" y="5620900"/>
              <a:ext cx="1251327" cy="134186"/>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65" name="矩形 64">
              <a:extLst>
                <a:ext uri="{FF2B5EF4-FFF2-40B4-BE49-F238E27FC236}">
                  <a16:creationId xmlns:a16="http://schemas.microsoft.com/office/drawing/2014/main" id="{8461CEA2-78DD-41CD-B191-58A8225B3610}"/>
                </a:ext>
              </a:extLst>
            </p:cNvPr>
            <p:cNvSpPr/>
            <p:nvPr/>
          </p:nvSpPr>
          <p:spPr>
            <a:xfrm>
              <a:off x="4283066" y="5632438"/>
              <a:ext cx="2350031" cy="122650"/>
            </a:xfrm>
            <a:prstGeom prst="rect">
              <a:avLst/>
            </a:prstGeom>
          </p:spPr>
          <p:style>
            <a:lnRef idx="2">
              <a:schemeClr val="accent3">
                <a:shade val="50000"/>
              </a:schemeClr>
            </a:lnRef>
            <a:fillRef idx="1">
              <a:schemeClr val="accent3"/>
            </a:fillRef>
            <a:effectRef idx="0">
              <a:schemeClr val="accent3"/>
            </a:effectRef>
            <a:fontRef idx="minor">
              <a:schemeClr val="lt1"/>
            </a:fontRef>
          </p:style>
          <p:txBody>
            <a:bodyPr rtlCol="0" anchor="ctr"/>
            <a:lstStyle/>
            <a:p>
              <a:pPr algn="ctr"/>
              <a:endParaRPr lang="zh-CN" altLang="en-US"/>
            </a:p>
          </p:txBody>
        </p:sp>
        <p:cxnSp>
          <p:nvCxnSpPr>
            <p:cNvPr id="66" name="直接箭头连接符 65">
              <a:extLst>
                <a:ext uri="{FF2B5EF4-FFF2-40B4-BE49-F238E27FC236}">
                  <a16:creationId xmlns:a16="http://schemas.microsoft.com/office/drawing/2014/main" id="{28C897CF-1965-4301-9436-C64A9B4EA189}"/>
                </a:ext>
              </a:extLst>
            </p:cNvPr>
            <p:cNvCxnSpPr/>
            <p:nvPr/>
          </p:nvCxnSpPr>
          <p:spPr>
            <a:xfrm>
              <a:off x="6633097" y="5680902"/>
              <a:ext cx="230244" cy="0"/>
            </a:xfrm>
            <a:prstGeom prst="straightConnector1">
              <a:avLst/>
            </a:prstGeom>
            <a:ln w="12700">
              <a:solidFill>
                <a:schemeClr val="accent3"/>
              </a:solidFill>
              <a:tailEnd type="triangle" w="med" len="lg"/>
            </a:ln>
          </p:spPr>
          <p:style>
            <a:lnRef idx="1">
              <a:schemeClr val="accent1"/>
            </a:lnRef>
            <a:fillRef idx="0">
              <a:schemeClr val="accent1"/>
            </a:fillRef>
            <a:effectRef idx="0">
              <a:schemeClr val="accent1"/>
            </a:effectRef>
            <a:fontRef idx="minor">
              <a:schemeClr val="tx1"/>
            </a:fontRef>
          </p:style>
        </p:cxnSp>
        <p:cxnSp>
          <p:nvCxnSpPr>
            <p:cNvPr id="68" name="直接箭头连接符 67">
              <a:extLst>
                <a:ext uri="{FF2B5EF4-FFF2-40B4-BE49-F238E27FC236}">
                  <a16:creationId xmlns:a16="http://schemas.microsoft.com/office/drawing/2014/main" id="{33F188A4-E680-4027-A844-D17412641636}"/>
                </a:ext>
              </a:extLst>
            </p:cNvPr>
            <p:cNvCxnSpPr/>
            <p:nvPr/>
          </p:nvCxnSpPr>
          <p:spPr>
            <a:xfrm rot="10800000">
              <a:off x="6815951" y="5847610"/>
              <a:ext cx="230244" cy="0"/>
            </a:xfrm>
            <a:prstGeom prst="straightConnector1">
              <a:avLst/>
            </a:prstGeom>
            <a:ln w="12700">
              <a:solidFill>
                <a:schemeClr val="accent3"/>
              </a:solidFill>
              <a:tailEnd type="triangle" w="med" len="lg"/>
            </a:ln>
          </p:spPr>
          <p:style>
            <a:lnRef idx="1">
              <a:schemeClr val="accent1"/>
            </a:lnRef>
            <a:fillRef idx="0">
              <a:schemeClr val="accent1"/>
            </a:fillRef>
            <a:effectRef idx="0">
              <a:schemeClr val="accent1"/>
            </a:effectRef>
            <a:fontRef idx="minor">
              <a:schemeClr val="tx1"/>
            </a:fontRef>
          </p:style>
        </p:cxnSp>
        <p:grpSp>
          <p:nvGrpSpPr>
            <p:cNvPr id="69" name="组合 68">
              <a:extLst>
                <a:ext uri="{FF2B5EF4-FFF2-40B4-BE49-F238E27FC236}">
                  <a16:creationId xmlns:a16="http://schemas.microsoft.com/office/drawing/2014/main" id="{339B0039-CE30-40F4-A425-D5C4A3D66099}"/>
                </a:ext>
              </a:extLst>
            </p:cNvPr>
            <p:cNvGrpSpPr/>
            <p:nvPr/>
          </p:nvGrpSpPr>
          <p:grpSpPr>
            <a:xfrm>
              <a:off x="6297264" y="5344853"/>
              <a:ext cx="820470" cy="820470"/>
              <a:chOff x="9290558" y="4054613"/>
              <a:chExt cx="820470" cy="820470"/>
            </a:xfrm>
          </p:grpSpPr>
          <p:sp>
            <p:nvSpPr>
              <p:cNvPr id="70" name="爆炸形: 8 pt  69">
                <a:extLst>
                  <a:ext uri="{FF2B5EF4-FFF2-40B4-BE49-F238E27FC236}">
                    <a16:creationId xmlns:a16="http://schemas.microsoft.com/office/drawing/2014/main" id="{13167C79-B564-48F0-850F-F545FD867468}"/>
                  </a:ext>
                </a:extLst>
              </p:cNvPr>
              <p:cNvSpPr/>
              <p:nvPr/>
            </p:nvSpPr>
            <p:spPr>
              <a:xfrm>
                <a:off x="9290558" y="4054613"/>
                <a:ext cx="820470" cy="820470"/>
              </a:xfrm>
              <a:prstGeom prst="irregularSeal1">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sz="2000" b="1" dirty="0"/>
              </a:p>
            </p:txBody>
          </p:sp>
          <p:sp>
            <p:nvSpPr>
              <p:cNvPr id="71" name="文本框 70">
                <a:extLst>
                  <a:ext uri="{FF2B5EF4-FFF2-40B4-BE49-F238E27FC236}">
                    <a16:creationId xmlns:a16="http://schemas.microsoft.com/office/drawing/2014/main" id="{08FDAA2E-1208-47E6-8050-6FAE0D890FC3}"/>
                  </a:ext>
                </a:extLst>
              </p:cNvPr>
              <p:cNvSpPr txBox="1"/>
              <p:nvPr/>
            </p:nvSpPr>
            <p:spPr>
              <a:xfrm>
                <a:off x="9290558" y="4250289"/>
                <a:ext cx="777741" cy="369332"/>
              </a:xfrm>
              <a:prstGeom prst="rect">
                <a:avLst/>
              </a:prstGeom>
              <a:noFill/>
            </p:spPr>
            <p:txBody>
              <a:bodyPr wrap="square" rtlCol="0">
                <a:spAutoFit/>
              </a:bodyPr>
              <a:lstStyle/>
              <a:p>
                <a:pPr algn="ctr"/>
                <a:r>
                  <a:rPr lang="zh-CN" altLang="en-US" b="1" dirty="0">
                    <a:solidFill>
                      <a:schemeClr val="bg1"/>
                    </a:solidFill>
                  </a:rPr>
                  <a:t>碰撞</a:t>
                </a:r>
              </a:p>
            </p:txBody>
          </p:sp>
        </p:grpSp>
        <p:cxnSp>
          <p:nvCxnSpPr>
            <p:cNvPr id="72" name="直接箭头连接符 71">
              <a:extLst>
                <a:ext uri="{FF2B5EF4-FFF2-40B4-BE49-F238E27FC236}">
                  <a16:creationId xmlns:a16="http://schemas.microsoft.com/office/drawing/2014/main" id="{1BCCBAC9-75C2-4992-9E20-BEAFA0F8A28A}"/>
                </a:ext>
              </a:extLst>
            </p:cNvPr>
            <p:cNvCxnSpPr/>
            <p:nvPr/>
          </p:nvCxnSpPr>
          <p:spPr>
            <a:xfrm>
              <a:off x="7708936" y="5696070"/>
              <a:ext cx="230244" cy="0"/>
            </a:xfrm>
            <a:prstGeom prst="straightConnector1">
              <a:avLst/>
            </a:prstGeom>
            <a:ln w="12700">
              <a:solidFill>
                <a:schemeClr val="accent1"/>
              </a:solidFill>
              <a:tailEnd type="triangle" w="med" len="lg"/>
            </a:ln>
          </p:spPr>
          <p:style>
            <a:lnRef idx="1">
              <a:schemeClr val="accent1"/>
            </a:lnRef>
            <a:fillRef idx="0">
              <a:schemeClr val="accent1"/>
            </a:fillRef>
            <a:effectRef idx="0">
              <a:schemeClr val="accent1"/>
            </a:effectRef>
            <a:fontRef idx="minor">
              <a:schemeClr val="tx1"/>
            </a:fontRef>
          </p:style>
        </p:cxnSp>
        <p:cxnSp>
          <p:nvCxnSpPr>
            <p:cNvPr id="73" name="直接箭头连接符 72">
              <a:extLst>
                <a:ext uri="{FF2B5EF4-FFF2-40B4-BE49-F238E27FC236}">
                  <a16:creationId xmlns:a16="http://schemas.microsoft.com/office/drawing/2014/main" id="{CD41282C-73A9-4CF4-8702-68F6D1623AF2}"/>
                </a:ext>
              </a:extLst>
            </p:cNvPr>
            <p:cNvCxnSpPr/>
            <p:nvPr/>
          </p:nvCxnSpPr>
          <p:spPr>
            <a:xfrm rot="10800000">
              <a:off x="4274033" y="5855105"/>
              <a:ext cx="230244" cy="0"/>
            </a:xfrm>
            <a:prstGeom prst="straightConnector1">
              <a:avLst/>
            </a:prstGeom>
            <a:ln w="12700">
              <a:solidFill>
                <a:schemeClr val="accent1"/>
              </a:solidFill>
              <a:tailEnd type="triangle" w="med" len="lg"/>
            </a:ln>
          </p:spPr>
          <p:style>
            <a:lnRef idx="1">
              <a:schemeClr val="accent1"/>
            </a:lnRef>
            <a:fillRef idx="0">
              <a:schemeClr val="accent1"/>
            </a:fillRef>
            <a:effectRef idx="0">
              <a:schemeClr val="accent1"/>
            </a:effectRef>
            <a:fontRef idx="minor">
              <a:schemeClr val="tx1"/>
            </a:fontRef>
          </p:style>
        </p:cxnSp>
        <mc:AlternateContent xmlns:mc="http://schemas.openxmlformats.org/markup-compatibility/2006" xmlns:a14="http://schemas.microsoft.com/office/drawing/2010/main">
          <mc:Choice Requires="a14">
            <p:sp>
              <p:nvSpPr>
                <p:cNvPr id="74" name="íşlïḍè">
                  <a:extLst>
                    <a:ext uri="{FF2B5EF4-FFF2-40B4-BE49-F238E27FC236}">
                      <a16:creationId xmlns:a16="http://schemas.microsoft.com/office/drawing/2014/main" id="{4840C0C3-5BC9-4B60-B7D3-5A1741921057}"/>
                    </a:ext>
                  </a:extLst>
                </p:cNvPr>
                <p:cNvSpPr txBox="1"/>
                <p:nvPr/>
              </p:nvSpPr>
              <p:spPr>
                <a:xfrm>
                  <a:off x="8395210" y="4481916"/>
                  <a:ext cx="2886980" cy="742513"/>
                </a:xfrm>
                <a:prstGeom prst="rect">
                  <a:avLst/>
                </a:prstGeom>
                <a:noFill/>
              </p:spPr>
              <p:txBody>
                <a:bodyPr wrap="square" lIns="91440" tIns="45720" rIns="91440" bIns="45720" anchor="ctr">
                  <a:noAutofit/>
                </a:bodyPr>
                <a:lstStyle/>
                <a:p>
                  <a:pPr/>
                  <a14:m>
                    <m:oMathPara xmlns:m="http://schemas.openxmlformats.org/officeDocument/2006/math">
                      <m:oMathParaPr>
                        <m:jc m:val="left"/>
                      </m:oMathParaPr>
                      <m:oMath xmlns:m="http://schemas.openxmlformats.org/officeDocument/2006/math">
                        <m:r>
                          <a:rPr lang="en-US" altLang="zh-CN" sz="2800" b="1" i="1" dirty="0" smtClean="0">
                            <a:latin typeface="Cambria Math" panose="02040503050406030204" pitchFamily="18" charset="0"/>
                          </a:rPr>
                          <m:t>𝒕</m:t>
                        </m:r>
                        <m:r>
                          <a:rPr lang="en-US" altLang="zh-CN" sz="2800" b="1" i="1" dirty="0" smtClean="0">
                            <a:latin typeface="Cambria Math" panose="02040503050406030204" pitchFamily="18" charset="0"/>
                          </a:rPr>
                          <m:t>=</m:t>
                        </m:r>
                        <m:r>
                          <a:rPr lang="zh-CN" altLang="en-US" sz="2800" b="1" i="1" dirty="0" smtClean="0">
                            <a:latin typeface="Cambria Math" panose="02040503050406030204" pitchFamily="18" charset="0"/>
                          </a:rPr>
                          <m:t>𝝉</m:t>
                        </m:r>
                      </m:oMath>
                    </m:oMathPara>
                  </a14:m>
                  <a:endParaRPr lang="zh-CN" altLang="en-US" sz="2800" b="1" dirty="0">
                    <a:latin typeface="Arial Narrow" panose="020B0606020202030204" pitchFamily="34" charset="0"/>
                  </a:endParaRPr>
                </a:p>
                <a:p>
                  <a:r>
                    <a:rPr lang="en-US" altLang="zh-CN" b="1" dirty="0">
                      <a:latin typeface="Arial Narrow" panose="020B0606020202030204" pitchFamily="34" charset="0"/>
                    </a:rPr>
                    <a:t>D</a:t>
                  </a:r>
                  <a:r>
                    <a:rPr lang="zh-CN" altLang="en-US" b="1" dirty="0">
                      <a:latin typeface="Arial Narrow" panose="020B0606020202030204" pitchFamily="34" charset="0"/>
                    </a:rPr>
                    <a:t>检测到碰撞，停止发送帧</a:t>
                  </a:r>
                </a:p>
              </p:txBody>
            </p:sp>
          </mc:Choice>
          <mc:Fallback xmlns="">
            <p:sp>
              <p:nvSpPr>
                <p:cNvPr id="74" name="íşlïḍè">
                  <a:extLst>
                    <a:ext uri="{FF2B5EF4-FFF2-40B4-BE49-F238E27FC236}">
                      <a16:creationId xmlns:a16="http://schemas.microsoft.com/office/drawing/2014/main" id="{4840C0C3-5BC9-4B60-B7D3-5A1741921057}"/>
                    </a:ext>
                  </a:extLst>
                </p:cNvPr>
                <p:cNvSpPr txBox="1">
                  <a:spLocks noRot="1" noChangeAspect="1" noMove="1" noResize="1" noEditPoints="1" noAdjustHandles="1" noChangeArrowheads="1" noChangeShapeType="1" noTextEdit="1"/>
                </p:cNvSpPr>
                <p:nvPr/>
              </p:nvSpPr>
              <p:spPr>
                <a:xfrm>
                  <a:off x="8395210" y="4481916"/>
                  <a:ext cx="2886980" cy="742513"/>
                </a:xfrm>
                <a:prstGeom prst="rect">
                  <a:avLst/>
                </a:prstGeom>
                <a:blipFill>
                  <a:blip r:embed="rId7"/>
                  <a:stretch>
                    <a:fillRect l="-1688" r="-633" b="-16393"/>
                  </a:stretch>
                </a:blipFill>
              </p:spPr>
              <p:txBody>
                <a:bodyPr/>
                <a:lstStyle/>
                <a:p>
                  <a:r>
                    <a:rPr lang="zh-CN" altLang="en-US">
                      <a:noFill/>
                    </a:rPr>
                    <a:t> </a:t>
                  </a:r>
                </a:p>
              </p:txBody>
            </p:sp>
          </mc:Fallback>
        </mc:AlternateContent>
        <mc:AlternateContent xmlns:mc="http://schemas.openxmlformats.org/markup-compatibility/2006" xmlns:a14="http://schemas.microsoft.com/office/drawing/2010/main">
          <mc:Choice Requires="a14">
            <p:sp>
              <p:nvSpPr>
                <p:cNvPr id="75" name="íşlïḍè">
                  <a:extLst>
                    <a:ext uri="{FF2B5EF4-FFF2-40B4-BE49-F238E27FC236}">
                      <a16:creationId xmlns:a16="http://schemas.microsoft.com/office/drawing/2014/main" id="{A2C960D3-3A2C-462F-B3F2-A620A18135C2}"/>
                    </a:ext>
                  </a:extLst>
                </p:cNvPr>
                <p:cNvSpPr txBox="1"/>
                <p:nvPr/>
              </p:nvSpPr>
              <p:spPr>
                <a:xfrm>
                  <a:off x="809674" y="5569943"/>
                  <a:ext cx="2905331" cy="742513"/>
                </a:xfrm>
                <a:prstGeom prst="rect">
                  <a:avLst/>
                </a:prstGeom>
                <a:noFill/>
              </p:spPr>
              <p:txBody>
                <a:bodyPr wrap="square" lIns="91440" tIns="45720" rIns="91440" bIns="45720" anchor="ctr">
                  <a:noAutofit/>
                </a:bodyPr>
                <a:lstStyle/>
                <a:p>
                  <a:pPr algn="r"/>
                  <a14:m>
                    <m:oMathPara xmlns:m="http://schemas.openxmlformats.org/officeDocument/2006/math">
                      <m:oMathParaPr>
                        <m:jc m:val="right"/>
                      </m:oMathParaPr>
                      <m:oMath xmlns:m="http://schemas.openxmlformats.org/officeDocument/2006/math">
                        <m:r>
                          <a:rPr lang="en-US" altLang="zh-CN" sz="2800" b="1" i="1" dirty="0" smtClean="0">
                            <a:latin typeface="Cambria Math" panose="02040503050406030204" pitchFamily="18" charset="0"/>
                          </a:rPr>
                          <m:t>𝒕</m:t>
                        </m:r>
                        <m:r>
                          <a:rPr lang="en-US" altLang="zh-CN" sz="2800" b="1" i="1" dirty="0" smtClean="0">
                            <a:latin typeface="Cambria Math" panose="02040503050406030204" pitchFamily="18" charset="0"/>
                          </a:rPr>
                          <m:t>=</m:t>
                        </m:r>
                        <m:r>
                          <a:rPr lang="en-US" altLang="zh-CN" sz="2800" b="1" i="1" dirty="0" smtClean="0">
                            <a:latin typeface="Cambria Math" panose="02040503050406030204" pitchFamily="18" charset="0"/>
                          </a:rPr>
                          <m:t>𝟐</m:t>
                        </m:r>
                        <m:r>
                          <a:rPr lang="el-GR" altLang="zh-CN" sz="2800" b="1" i="1" dirty="0">
                            <a:latin typeface="Cambria Math" panose="02040503050406030204" pitchFamily="18" charset="0"/>
                          </a:rPr>
                          <m:t>𝝉</m:t>
                        </m:r>
                        <m:r>
                          <a:rPr lang="en-US" altLang="zh-CN" sz="2800" b="1" dirty="0">
                            <a:latin typeface="Cambria Math" panose="02040503050406030204" pitchFamily="18" charset="0"/>
                            <a:ea typeface="Cambria Math" panose="02040503050406030204" pitchFamily="18" charset="0"/>
                          </a:rPr>
                          <m:t>−</m:t>
                        </m:r>
                        <m:r>
                          <a:rPr lang="zh-CN" altLang="en-US" sz="2800" b="1" i="1" dirty="0" smtClean="0">
                            <a:latin typeface="Cambria Math" panose="02040503050406030204" pitchFamily="18" charset="0"/>
                            <a:ea typeface="Cambria Math" panose="02040503050406030204" pitchFamily="18" charset="0"/>
                          </a:rPr>
                          <m:t>𝛅</m:t>
                        </m:r>
                      </m:oMath>
                    </m:oMathPara>
                  </a14:m>
                  <a:endParaRPr lang="zh-CN" altLang="en-US" sz="2800" b="1" dirty="0">
                    <a:latin typeface="Arial Narrow" panose="020B0606020202030204" pitchFamily="34" charset="0"/>
                  </a:endParaRPr>
                </a:p>
                <a:p>
                  <a:pPr algn="ctr"/>
                  <a:r>
                    <a:rPr lang="en-US" altLang="zh-CN" b="1" dirty="0">
                      <a:latin typeface="Arial Narrow" panose="020B0606020202030204" pitchFamily="34" charset="0"/>
                    </a:rPr>
                    <a:t>A</a:t>
                  </a:r>
                  <a:r>
                    <a:rPr lang="zh-CN" altLang="en-US" b="1" dirty="0">
                      <a:latin typeface="Arial Narrow" panose="020B0606020202030204" pitchFamily="34" charset="0"/>
                    </a:rPr>
                    <a:t>检测到碰撞，停止发送帧</a:t>
                  </a:r>
                </a:p>
              </p:txBody>
            </p:sp>
          </mc:Choice>
          <mc:Fallback xmlns="">
            <p:sp>
              <p:nvSpPr>
                <p:cNvPr id="75" name="íşlïḍè">
                  <a:extLst>
                    <a:ext uri="{FF2B5EF4-FFF2-40B4-BE49-F238E27FC236}">
                      <a16:creationId xmlns:a16="http://schemas.microsoft.com/office/drawing/2014/main" id="{A2C960D3-3A2C-462F-B3F2-A620A18135C2}"/>
                    </a:ext>
                  </a:extLst>
                </p:cNvPr>
                <p:cNvSpPr txBox="1">
                  <a:spLocks noRot="1" noChangeAspect="1" noMove="1" noResize="1" noEditPoints="1" noAdjustHandles="1" noChangeArrowheads="1" noChangeShapeType="1" noTextEdit="1"/>
                </p:cNvSpPr>
                <p:nvPr/>
              </p:nvSpPr>
              <p:spPr>
                <a:xfrm>
                  <a:off x="809674" y="5569943"/>
                  <a:ext cx="2905331" cy="742513"/>
                </a:xfrm>
                <a:prstGeom prst="rect">
                  <a:avLst/>
                </a:prstGeom>
                <a:blipFill>
                  <a:blip r:embed="rId8"/>
                  <a:stretch>
                    <a:fillRect l="-1050" r="-840" b="-16393"/>
                  </a:stretch>
                </a:blipFill>
              </p:spPr>
              <p:txBody>
                <a:bodyPr/>
                <a:lstStyle/>
                <a:p>
                  <a:r>
                    <a:rPr lang="zh-CN" altLang="en-US">
                      <a:noFill/>
                    </a:rPr>
                    <a:t> </a:t>
                  </a:r>
                </a:p>
              </p:txBody>
            </p:sp>
          </mc:Fallback>
        </mc:AlternateContent>
      </p:grpSp>
      <p:sp>
        <p:nvSpPr>
          <p:cNvPr id="76" name="平行四边形 75">
            <a:extLst>
              <a:ext uri="{FF2B5EF4-FFF2-40B4-BE49-F238E27FC236}">
                <a16:creationId xmlns:a16="http://schemas.microsoft.com/office/drawing/2014/main" id="{7CF9B8B9-C2FC-07AF-EFC4-D7AF82DDEDD0}"/>
              </a:ext>
            </a:extLst>
          </p:cNvPr>
          <p:cNvSpPr/>
          <p:nvPr/>
        </p:nvSpPr>
        <p:spPr>
          <a:xfrm>
            <a:off x="304799" y="749300"/>
            <a:ext cx="695119" cy="387090"/>
          </a:xfrm>
          <a:prstGeom prst="parallelogram">
            <a:avLst/>
          </a:prstGeom>
          <a:solidFill>
            <a:schemeClr val="accent3">
              <a:lumMod val="75000"/>
            </a:schemeClr>
          </a:solidFill>
          <a:ln>
            <a:solidFill>
              <a:schemeClr val="accent3">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CN" sz="2200" dirty="0">
                <a:latin typeface="Impact" panose="020B0806030902050204" pitchFamily="34" charset="0"/>
              </a:rPr>
              <a:t>02</a:t>
            </a:r>
            <a:endParaRPr lang="zh-CN" altLang="en-US" sz="2200" dirty="0">
              <a:latin typeface="Impact" panose="020B0806030902050204" pitchFamily="34" charset="0"/>
            </a:endParaRPr>
          </a:p>
        </p:txBody>
      </p:sp>
    </p:spTree>
    <p:custDataLst>
      <p:tags r:id="rId1"/>
    </p:custDataLst>
    <p:extLst>
      <p:ext uri="{BB962C8B-B14F-4D97-AF65-F5344CB8AC3E}">
        <p14:creationId xmlns:p14="http://schemas.microsoft.com/office/powerpoint/2010/main" val="1647784295"/>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5" presetClass="entr" presetSubtype="0" fill="hold" nodeType="withEffect">
                                  <p:stCondLst>
                                    <p:cond delay="0"/>
                                  </p:stCondLst>
                                  <p:childTnLst>
                                    <p:set>
                                      <p:cBhvr>
                                        <p:cTn id="6" dur="1" fill="hold">
                                          <p:stCondLst>
                                            <p:cond delay="0"/>
                                          </p:stCondLst>
                                        </p:cTn>
                                        <p:tgtEl>
                                          <p:spTgt spid="12"/>
                                        </p:tgtEl>
                                        <p:attrNameLst>
                                          <p:attrName>style.visibility</p:attrName>
                                        </p:attrNameLst>
                                      </p:cBhvr>
                                      <p:to>
                                        <p:strVal val="visible"/>
                                      </p:to>
                                    </p:set>
                                    <p:anim calcmode="lin" valueType="num">
                                      <p:cBhvr>
                                        <p:cTn id="7" dur="1000" fill="hold"/>
                                        <p:tgtEl>
                                          <p:spTgt spid="12"/>
                                        </p:tgtEl>
                                        <p:attrNameLst>
                                          <p:attrName>ppt_w</p:attrName>
                                        </p:attrNameLst>
                                      </p:cBhvr>
                                      <p:tavLst>
                                        <p:tav tm="0">
                                          <p:val>
                                            <p:fltVal val="0"/>
                                          </p:val>
                                        </p:tav>
                                        <p:tav tm="100000">
                                          <p:val>
                                            <p:strVal val="#ppt_w"/>
                                          </p:val>
                                        </p:tav>
                                      </p:tavLst>
                                    </p:anim>
                                    <p:anim calcmode="lin" valueType="num">
                                      <p:cBhvr>
                                        <p:cTn id="8" dur="1000" fill="hold"/>
                                        <p:tgtEl>
                                          <p:spTgt spid="12"/>
                                        </p:tgtEl>
                                        <p:attrNameLst>
                                          <p:attrName>ppt_h</p:attrName>
                                        </p:attrNameLst>
                                      </p:cBhvr>
                                      <p:tavLst>
                                        <p:tav tm="0">
                                          <p:val>
                                            <p:fltVal val="0"/>
                                          </p:val>
                                        </p:tav>
                                        <p:tav tm="100000">
                                          <p:val>
                                            <p:strVal val="#ppt_h"/>
                                          </p:val>
                                        </p:tav>
                                      </p:tavLst>
                                    </p:anim>
                                    <p:anim calcmode="lin" valueType="num">
                                      <p:cBhvr>
                                        <p:cTn id="9" dur="1000" fill="hold"/>
                                        <p:tgtEl>
                                          <p:spTgt spid="12"/>
                                        </p:tgtEl>
                                        <p:attrNameLst>
                                          <p:attrName>ppt_x</p:attrName>
                                        </p:attrNameLst>
                                      </p:cBhvr>
                                      <p:tavLst>
                                        <p:tav tm="0" fmla="#ppt_x+(cos(-2*pi*(1-$))*-#ppt_x-sin(-2*pi*(1-$))*(1-#ppt_y))*(1-$)">
                                          <p:val>
                                            <p:fltVal val="0"/>
                                          </p:val>
                                        </p:tav>
                                        <p:tav tm="100000">
                                          <p:val>
                                            <p:fltVal val="1"/>
                                          </p:val>
                                        </p:tav>
                                      </p:tavLst>
                                    </p:anim>
                                    <p:anim calcmode="lin" valueType="num">
                                      <p:cBhvr>
                                        <p:cTn id="10" dur="1000" fill="hold"/>
                                        <p:tgtEl>
                                          <p:spTgt spid="12"/>
                                        </p:tgtEl>
                                        <p:attrNameLst>
                                          <p:attrName>ppt_y</p:attrName>
                                        </p:attrNameLst>
                                      </p:cBhvr>
                                      <p:tavLst>
                                        <p:tav tm="0" fmla="#ppt_y+(sin(-2*pi*(1-$))*-#ppt_x+cos(-2*pi*(1-$))*(1-#ppt_y))*(1-$)">
                                          <p:val>
                                            <p:fltVal val="0"/>
                                          </p:val>
                                        </p:tav>
                                        <p:tav tm="100000">
                                          <p:val>
                                            <p:fltVal val="1"/>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32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4" name="组合 3">
            <a:extLst>
              <a:ext uri="{FF2B5EF4-FFF2-40B4-BE49-F238E27FC236}">
                <a16:creationId xmlns:a16="http://schemas.microsoft.com/office/drawing/2014/main" id="{9A1EA9F2-FCB6-48C3-935F-7AE7E3AD14AC}"/>
              </a:ext>
            </a:extLst>
          </p:cNvPr>
          <p:cNvGrpSpPr/>
          <p:nvPr/>
        </p:nvGrpSpPr>
        <p:grpSpPr>
          <a:xfrm>
            <a:off x="304800" y="749300"/>
            <a:ext cx="6192344" cy="400110"/>
            <a:chOff x="424117" y="898245"/>
            <a:chExt cx="6192344" cy="400110"/>
          </a:xfrm>
        </p:grpSpPr>
        <p:sp>
          <p:nvSpPr>
            <p:cNvPr id="2" name="平行四边形 1">
              <a:extLst>
                <a:ext uri="{FF2B5EF4-FFF2-40B4-BE49-F238E27FC236}">
                  <a16:creationId xmlns:a16="http://schemas.microsoft.com/office/drawing/2014/main" id="{1F5BAA3F-9845-4F89-A2DD-8222D3E4EDAC}"/>
                </a:ext>
              </a:extLst>
            </p:cNvPr>
            <p:cNvSpPr/>
            <p:nvPr/>
          </p:nvSpPr>
          <p:spPr>
            <a:xfrm>
              <a:off x="424117" y="898245"/>
              <a:ext cx="628306" cy="387090"/>
            </a:xfrm>
            <a:prstGeom prst="parallelogram">
              <a:avLst/>
            </a:prstGeom>
            <a:solidFill>
              <a:schemeClr val="accent3">
                <a:lumMod val="75000"/>
              </a:schemeClr>
            </a:solidFill>
            <a:ln>
              <a:solidFill>
                <a:schemeClr val="accent3">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CN" sz="2200" dirty="0">
                  <a:latin typeface="Impact" panose="020B0806030902050204" pitchFamily="34" charset="0"/>
                </a:rPr>
                <a:t>01</a:t>
              </a:r>
              <a:endParaRPr lang="zh-CN" altLang="en-US" sz="2200" dirty="0">
                <a:latin typeface="Impact" panose="020B0806030902050204" pitchFamily="34" charset="0"/>
              </a:endParaRPr>
            </a:p>
          </p:txBody>
        </p:sp>
        <p:sp>
          <p:nvSpPr>
            <p:cNvPr id="3" name="文本框 2">
              <a:extLst>
                <a:ext uri="{FF2B5EF4-FFF2-40B4-BE49-F238E27FC236}">
                  <a16:creationId xmlns:a16="http://schemas.microsoft.com/office/drawing/2014/main" id="{4D6BD736-A4D3-4F26-AFED-36E11F50F70B}"/>
                </a:ext>
              </a:extLst>
            </p:cNvPr>
            <p:cNvSpPr txBox="1"/>
            <p:nvPr/>
          </p:nvSpPr>
          <p:spPr>
            <a:xfrm>
              <a:off x="1052423" y="898245"/>
              <a:ext cx="5564038" cy="400110"/>
            </a:xfrm>
            <a:prstGeom prst="rect">
              <a:avLst/>
            </a:prstGeom>
            <a:noFill/>
          </p:spPr>
          <p:txBody>
            <a:bodyPr wrap="square" rtlCol="0">
              <a:spAutoFit/>
            </a:bodyPr>
            <a:lstStyle/>
            <a:p>
              <a:r>
                <a:rPr lang="zh-CN" altLang="en-US" sz="2000" b="1" dirty="0"/>
                <a:t>共享式以太网的争用期</a:t>
              </a:r>
              <a:endParaRPr lang="en-US" altLang="zh-CN" sz="2000" b="1" dirty="0"/>
            </a:p>
          </p:txBody>
        </p:sp>
      </p:grpSp>
      <p:sp>
        <p:nvSpPr>
          <p:cNvPr id="76" name="矩形 75">
            <a:extLst>
              <a:ext uri="{FF2B5EF4-FFF2-40B4-BE49-F238E27FC236}">
                <a16:creationId xmlns:a16="http://schemas.microsoft.com/office/drawing/2014/main" id="{3938C4DC-477E-4EF9-A488-D71B7069C3F3}"/>
              </a:ext>
            </a:extLst>
          </p:cNvPr>
          <p:cNvSpPr/>
          <p:nvPr/>
        </p:nvSpPr>
        <p:spPr>
          <a:xfrm>
            <a:off x="1056633" y="1335374"/>
            <a:ext cx="256976" cy="256976"/>
          </a:xfrm>
          <a:prstGeom prst="rect">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mc:AlternateContent xmlns:mc="http://schemas.openxmlformats.org/markup-compatibility/2006" xmlns:a14="http://schemas.microsoft.com/office/drawing/2010/main">
        <mc:Choice Requires="a14">
          <p:sp>
            <p:nvSpPr>
              <p:cNvPr id="77" name="íşlïḍè">
                <a:extLst>
                  <a:ext uri="{FF2B5EF4-FFF2-40B4-BE49-F238E27FC236}">
                    <a16:creationId xmlns:a16="http://schemas.microsoft.com/office/drawing/2014/main" id="{F1087E1D-5451-4438-95B8-191C8BA2FEEB}"/>
                  </a:ext>
                </a:extLst>
              </p:cNvPr>
              <p:cNvSpPr txBox="1"/>
              <p:nvPr/>
            </p:nvSpPr>
            <p:spPr>
              <a:xfrm>
                <a:off x="1373861" y="1281053"/>
                <a:ext cx="10684378" cy="400110"/>
              </a:xfrm>
              <a:prstGeom prst="rect">
                <a:avLst/>
              </a:prstGeom>
              <a:noFill/>
            </p:spPr>
            <p:txBody>
              <a:bodyPr wrap="square" lIns="91440" tIns="45720" rIns="91440" bIns="45720" anchor="ctr">
                <a:noAutofit/>
              </a:bodyPr>
              <a:lstStyle/>
              <a:p>
                <a:r>
                  <a:rPr lang="zh-CN" altLang="en-US" b="1" dirty="0">
                    <a:latin typeface="Arial Narrow" panose="020B0606020202030204" pitchFamily="34" charset="0"/>
                  </a:rPr>
                  <a:t>站点从发送帧开始，最多经过时长</a:t>
                </a:r>
                <a14:m>
                  <m:oMath xmlns:m="http://schemas.openxmlformats.org/officeDocument/2006/math">
                    <m:r>
                      <a:rPr lang="en-US" altLang="zh-CN" b="1" i="1" dirty="0">
                        <a:latin typeface="Cambria Math" panose="02040503050406030204" pitchFamily="18" charset="0"/>
                      </a:rPr>
                      <m:t>𝟐</m:t>
                    </m:r>
                    <m:r>
                      <a:rPr lang="el-GR" altLang="zh-CN" b="1" i="1" dirty="0">
                        <a:latin typeface="Cambria Math" panose="02040503050406030204" pitchFamily="18" charset="0"/>
                      </a:rPr>
                      <m:t>𝝉</m:t>
                    </m:r>
                    <m:r>
                      <a:rPr lang="el-GR" altLang="zh-CN" b="1" i="1" dirty="0">
                        <a:latin typeface="Cambria Math" panose="02040503050406030204" pitchFamily="18" charset="0"/>
                      </a:rPr>
                      <m:t> </m:t>
                    </m:r>
                  </m:oMath>
                </a14:m>
                <a:r>
                  <a:rPr lang="zh-CN" altLang="en-US" b="1" dirty="0">
                    <a:latin typeface="Arial Narrow" panose="020B0606020202030204" pitchFamily="34" charset="0"/>
                  </a:rPr>
                  <a:t>（即</a:t>
                </a:r>
                <a14:m>
                  <m:oMath xmlns:m="http://schemas.openxmlformats.org/officeDocument/2006/math">
                    <m:r>
                      <a:rPr lang="zh-CN" altLang="en-US" b="1" i="1" dirty="0">
                        <a:latin typeface="Cambria Math" panose="02040503050406030204" pitchFamily="18" charset="0"/>
                      </a:rPr>
                      <m:t>𝜹</m:t>
                    </m:r>
                    <m:r>
                      <a:rPr lang="zh-CN" altLang="en-US" b="1" i="1" dirty="0" smtClean="0">
                        <a:latin typeface="Cambria Math" panose="02040503050406030204" pitchFamily="18" charset="0"/>
                      </a:rPr>
                      <m:t>→</m:t>
                    </m:r>
                    <m:r>
                      <a:rPr lang="en-US" altLang="zh-CN" b="1" i="1" dirty="0" smtClean="0">
                        <a:latin typeface="Cambria Math" panose="02040503050406030204" pitchFamily="18" charset="0"/>
                      </a:rPr>
                      <m:t>𝟎</m:t>
                    </m:r>
                  </m:oMath>
                </a14:m>
                <a:r>
                  <a:rPr lang="zh-CN" altLang="en-US" b="1" dirty="0">
                    <a:latin typeface="Arial Narrow" panose="020B0606020202030204" pitchFamily="34" charset="0"/>
                  </a:rPr>
                  <a:t>）就可检测出所发送的帧是否遭遇了碰撞。</a:t>
                </a:r>
              </a:p>
            </p:txBody>
          </p:sp>
        </mc:Choice>
        <mc:Fallback xmlns="">
          <p:sp>
            <p:nvSpPr>
              <p:cNvPr id="77" name="íşlïḍè">
                <a:extLst>
                  <a:ext uri="{FF2B5EF4-FFF2-40B4-BE49-F238E27FC236}">
                    <a16:creationId xmlns:a16="http://schemas.microsoft.com/office/drawing/2014/main" id="{F1087E1D-5451-4438-95B8-191C8BA2FEEB}"/>
                  </a:ext>
                </a:extLst>
              </p:cNvPr>
              <p:cNvSpPr txBox="1">
                <a:spLocks noRot="1" noChangeAspect="1" noMove="1" noResize="1" noEditPoints="1" noAdjustHandles="1" noChangeArrowheads="1" noChangeShapeType="1" noTextEdit="1"/>
              </p:cNvSpPr>
              <p:nvPr/>
            </p:nvSpPr>
            <p:spPr>
              <a:xfrm>
                <a:off x="1373861" y="1281053"/>
                <a:ext cx="10684378" cy="400110"/>
              </a:xfrm>
              <a:prstGeom prst="rect">
                <a:avLst/>
              </a:prstGeom>
              <a:blipFill>
                <a:blip r:embed="rId3"/>
                <a:stretch>
                  <a:fillRect l="-456" t="-4545" b="-19697"/>
                </a:stretch>
              </a:blipFill>
            </p:spPr>
            <p:txBody>
              <a:bodyPr/>
              <a:lstStyle/>
              <a:p>
                <a:r>
                  <a:rPr lang="zh-CN" altLang="en-US">
                    <a:noFill/>
                  </a:rPr>
                  <a:t> </a:t>
                </a:r>
              </a:p>
            </p:txBody>
          </p:sp>
        </mc:Fallback>
      </mc:AlternateContent>
      <p:pic>
        <p:nvPicPr>
          <p:cNvPr id="13" name="图片 12" descr="图形用户界面&#10;&#10;描述已自动生成">
            <a:extLst>
              <a:ext uri="{FF2B5EF4-FFF2-40B4-BE49-F238E27FC236}">
                <a16:creationId xmlns:a16="http://schemas.microsoft.com/office/drawing/2014/main" id="{4D36ED29-AC40-4625-B11D-77078CA1A416}"/>
              </a:ext>
            </a:extLst>
          </p:cNvPr>
          <p:cNvPicPr>
            <a:picLocks noChangeAspect="1"/>
          </p:cNvPicPr>
          <p:nvPr/>
        </p:nvPicPr>
        <p:blipFill>
          <a:blip r:embed="rId4" cstate="print">
            <a:extLst>
              <a:ext uri="{28A0092B-C50C-407E-A947-70E740481C1C}">
                <a14:useLocalDpi xmlns:a14="http://schemas.microsoft.com/office/drawing/2010/main" val="0"/>
              </a:ext>
            </a:extLst>
          </a:blip>
          <a:stretch>
            <a:fillRect/>
          </a:stretch>
        </p:blipFill>
        <p:spPr>
          <a:xfrm>
            <a:off x="2510761" y="2832505"/>
            <a:ext cx="7183633" cy="3606395"/>
          </a:xfrm>
          <a:prstGeom prst="rect">
            <a:avLst/>
          </a:prstGeom>
        </p:spPr>
      </p:pic>
      <p:sp>
        <p:nvSpPr>
          <p:cNvPr id="30" name="矩形 29">
            <a:extLst>
              <a:ext uri="{FF2B5EF4-FFF2-40B4-BE49-F238E27FC236}">
                <a16:creationId xmlns:a16="http://schemas.microsoft.com/office/drawing/2014/main" id="{1093CAD0-9213-4D89-9B1A-E2B58DE44251}"/>
              </a:ext>
            </a:extLst>
          </p:cNvPr>
          <p:cNvSpPr/>
          <p:nvPr/>
        </p:nvSpPr>
        <p:spPr>
          <a:xfrm>
            <a:off x="3203688" y="5848212"/>
            <a:ext cx="1217008" cy="309185"/>
          </a:xfrm>
          <a:prstGeom prst="rect">
            <a:avLst/>
          </a:prstGeom>
          <a:noFill/>
          <a:ln>
            <a:solidFill>
              <a:schemeClr val="accent1">
                <a:lumMod val="75000"/>
              </a:schemeClr>
            </a:solid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78" name="矩形 77">
            <a:extLst>
              <a:ext uri="{FF2B5EF4-FFF2-40B4-BE49-F238E27FC236}">
                <a16:creationId xmlns:a16="http://schemas.microsoft.com/office/drawing/2014/main" id="{8F64D8E5-EED7-4BF3-B3C1-E7F3722492DE}"/>
              </a:ext>
            </a:extLst>
          </p:cNvPr>
          <p:cNvSpPr/>
          <p:nvPr/>
        </p:nvSpPr>
        <p:spPr>
          <a:xfrm>
            <a:off x="1056633" y="1867127"/>
            <a:ext cx="256976" cy="256976"/>
          </a:xfrm>
          <a:prstGeom prst="rect">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mc:AlternateContent xmlns:mc="http://schemas.openxmlformats.org/markup-compatibility/2006" xmlns:a14="http://schemas.microsoft.com/office/drawing/2010/main">
        <mc:Choice Requires="a14">
          <p:sp>
            <p:nvSpPr>
              <p:cNvPr id="79" name="íşlïḍè">
                <a:extLst>
                  <a:ext uri="{FF2B5EF4-FFF2-40B4-BE49-F238E27FC236}">
                    <a16:creationId xmlns:a16="http://schemas.microsoft.com/office/drawing/2014/main" id="{BE1149EE-8980-41D4-8BDC-84DF9FD7763B}"/>
                  </a:ext>
                </a:extLst>
              </p:cNvPr>
              <p:cNvSpPr txBox="1"/>
              <p:nvPr/>
            </p:nvSpPr>
            <p:spPr>
              <a:xfrm>
                <a:off x="1373861" y="1812806"/>
                <a:ext cx="10684378" cy="647522"/>
              </a:xfrm>
              <a:prstGeom prst="rect">
                <a:avLst/>
              </a:prstGeom>
              <a:noFill/>
            </p:spPr>
            <p:txBody>
              <a:bodyPr wrap="square" lIns="91440" tIns="45720" rIns="91440" bIns="45720" anchor="ctr">
                <a:noAutofit/>
              </a:bodyPr>
              <a:lstStyle/>
              <a:p>
                <a:r>
                  <a:rPr lang="zh-CN" altLang="en-US" b="1" dirty="0">
                    <a:latin typeface="Arial Narrow" panose="020B0606020202030204" pitchFamily="34" charset="0"/>
                  </a:rPr>
                  <a:t>因此，共享总线以太网的</a:t>
                </a:r>
                <a:r>
                  <a:rPr lang="zh-CN" altLang="en-US" b="1" dirty="0">
                    <a:solidFill>
                      <a:schemeClr val="accent1">
                        <a:lumMod val="75000"/>
                      </a:schemeClr>
                    </a:solidFill>
                    <a:latin typeface="Arial Narrow" panose="020B0606020202030204" pitchFamily="34" charset="0"/>
                  </a:rPr>
                  <a:t>端到端往返时间</a:t>
                </a:r>
                <a14:m>
                  <m:oMath xmlns:m="http://schemas.openxmlformats.org/officeDocument/2006/math">
                    <m:r>
                      <a:rPr lang="en-US" altLang="zh-CN" b="1" i="1" dirty="0">
                        <a:solidFill>
                          <a:schemeClr val="accent1">
                            <a:lumMod val="75000"/>
                          </a:schemeClr>
                        </a:solidFill>
                        <a:latin typeface="Cambria Math" panose="02040503050406030204" pitchFamily="18" charset="0"/>
                      </a:rPr>
                      <m:t>𝟐</m:t>
                    </m:r>
                    <m:r>
                      <a:rPr lang="el-GR" altLang="zh-CN" b="1" i="1" dirty="0">
                        <a:solidFill>
                          <a:schemeClr val="accent1">
                            <a:lumMod val="75000"/>
                          </a:schemeClr>
                        </a:solidFill>
                        <a:latin typeface="Cambria Math" panose="02040503050406030204" pitchFamily="18" charset="0"/>
                      </a:rPr>
                      <m:t>𝝉</m:t>
                    </m:r>
                  </m:oMath>
                </a14:m>
                <a:r>
                  <a:rPr lang="zh-CN" altLang="en-US" b="1" dirty="0">
                    <a:latin typeface="Arial Narrow" panose="020B0606020202030204" pitchFamily="34" charset="0"/>
                  </a:rPr>
                  <a:t>被称为</a:t>
                </a:r>
                <a:r>
                  <a:rPr lang="zh-CN" altLang="en-US" b="1" dirty="0">
                    <a:solidFill>
                      <a:schemeClr val="accent1">
                        <a:lumMod val="75000"/>
                      </a:schemeClr>
                    </a:solidFill>
                    <a:latin typeface="Arial Narrow" panose="020B0606020202030204" pitchFamily="34" charset="0"/>
                  </a:rPr>
                  <a:t>争用期</a:t>
                </a:r>
                <a:r>
                  <a:rPr lang="zh-CN" altLang="en-US" b="1" dirty="0">
                    <a:latin typeface="Arial Narrow" panose="020B0606020202030204" pitchFamily="34" charset="0"/>
                  </a:rPr>
                  <a:t>（</a:t>
                </a:r>
                <a:r>
                  <a:rPr lang="en-US" altLang="zh-CN" b="1" dirty="0">
                    <a:latin typeface="Arial Narrow" panose="020B0606020202030204" pitchFamily="34" charset="0"/>
                  </a:rPr>
                  <a:t>Contention Period</a:t>
                </a:r>
                <a:r>
                  <a:rPr lang="zh-CN" altLang="en-US" b="1" dirty="0">
                    <a:latin typeface="Arial Narrow" panose="020B0606020202030204" pitchFamily="34" charset="0"/>
                  </a:rPr>
                  <a:t>）或</a:t>
                </a:r>
                <a:r>
                  <a:rPr lang="zh-CN" altLang="en-US" b="1" dirty="0">
                    <a:solidFill>
                      <a:schemeClr val="accent1">
                        <a:lumMod val="75000"/>
                      </a:schemeClr>
                    </a:solidFill>
                    <a:latin typeface="Arial Narrow" panose="020B0606020202030204" pitchFamily="34" charset="0"/>
                  </a:rPr>
                  <a:t>碰撞窗口</a:t>
                </a:r>
                <a:r>
                  <a:rPr lang="zh-CN" altLang="en-US" b="1" dirty="0">
                    <a:latin typeface="Arial Narrow" panose="020B0606020202030204" pitchFamily="34" charset="0"/>
                  </a:rPr>
                  <a:t>（</a:t>
                </a:r>
                <a:r>
                  <a:rPr lang="en-US" altLang="zh-CN" b="1" dirty="0">
                    <a:latin typeface="Arial Narrow" panose="020B0606020202030204" pitchFamily="34" charset="0"/>
                  </a:rPr>
                  <a:t>Collision Window</a:t>
                </a:r>
                <a:r>
                  <a:rPr lang="zh-CN" altLang="en-US" b="1" dirty="0">
                    <a:latin typeface="Arial Narrow" panose="020B0606020202030204" pitchFamily="34" charset="0"/>
                  </a:rPr>
                  <a:t>），它是一个非常重要的参数。</a:t>
                </a:r>
              </a:p>
            </p:txBody>
          </p:sp>
        </mc:Choice>
        <mc:Fallback xmlns="">
          <p:sp>
            <p:nvSpPr>
              <p:cNvPr id="79" name="íşlïḍè">
                <a:extLst>
                  <a:ext uri="{FF2B5EF4-FFF2-40B4-BE49-F238E27FC236}">
                    <a16:creationId xmlns:a16="http://schemas.microsoft.com/office/drawing/2014/main" id="{BE1149EE-8980-41D4-8BDC-84DF9FD7763B}"/>
                  </a:ext>
                </a:extLst>
              </p:cNvPr>
              <p:cNvSpPr txBox="1">
                <a:spLocks noRot="1" noChangeAspect="1" noMove="1" noResize="1" noEditPoints="1" noAdjustHandles="1" noChangeArrowheads="1" noChangeShapeType="1" noTextEdit="1"/>
              </p:cNvSpPr>
              <p:nvPr/>
            </p:nvSpPr>
            <p:spPr>
              <a:xfrm>
                <a:off x="1373861" y="1812806"/>
                <a:ext cx="10684378" cy="647522"/>
              </a:xfrm>
              <a:prstGeom prst="rect">
                <a:avLst/>
              </a:prstGeom>
              <a:blipFill>
                <a:blip r:embed="rId5"/>
                <a:stretch>
                  <a:fillRect l="-456" t="-4673" b="-14019"/>
                </a:stretch>
              </a:blipFill>
            </p:spPr>
            <p:txBody>
              <a:bodyPr/>
              <a:lstStyle/>
              <a:p>
                <a:r>
                  <a:rPr lang="zh-CN" altLang="en-US">
                    <a:noFill/>
                  </a:rPr>
                  <a:t> </a:t>
                </a:r>
              </a:p>
            </p:txBody>
          </p:sp>
        </mc:Fallback>
      </mc:AlternateContent>
      <p:sp>
        <p:nvSpPr>
          <p:cNvPr id="11" name="平行四边形 10">
            <a:extLst>
              <a:ext uri="{FF2B5EF4-FFF2-40B4-BE49-F238E27FC236}">
                <a16:creationId xmlns:a16="http://schemas.microsoft.com/office/drawing/2014/main" id="{54352058-0F31-5A0D-70BC-C677D14A1903}"/>
              </a:ext>
            </a:extLst>
          </p:cNvPr>
          <p:cNvSpPr/>
          <p:nvPr/>
        </p:nvSpPr>
        <p:spPr>
          <a:xfrm>
            <a:off x="304799" y="749300"/>
            <a:ext cx="695119" cy="387090"/>
          </a:xfrm>
          <a:prstGeom prst="parallelogram">
            <a:avLst/>
          </a:prstGeom>
          <a:solidFill>
            <a:schemeClr val="accent3">
              <a:lumMod val="75000"/>
            </a:schemeClr>
          </a:solidFill>
          <a:ln>
            <a:solidFill>
              <a:schemeClr val="accent3">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CN" sz="2200" dirty="0">
                <a:latin typeface="Impact" panose="020B0806030902050204" pitchFamily="34" charset="0"/>
              </a:rPr>
              <a:t>02</a:t>
            </a:r>
            <a:endParaRPr lang="zh-CN" altLang="en-US" sz="2200" dirty="0">
              <a:latin typeface="Impact" panose="020B0806030902050204" pitchFamily="34" charset="0"/>
            </a:endParaRPr>
          </a:p>
        </p:txBody>
      </p:sp>
    </p:spTree>
    <p:custDataLst>
      <p:tags r:id="rId1"/>
    </p:custDataLst>
    <p:extLst>
      <p:ext uri="{BB962C8B-B14F-4D97-AF65-F5344CB8AC3E}">
        <p14:creationId xmlns:p14="http://schemas.microsoft.com/office/powerpoint/2010/main" val="1945842067"/>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47" presetClass="entr" presetSubtype="0" fill="hold" nodeType="withEffect">
                                  <p:stCondLst>
                                    <p:cond delay="0"/>
                                  </p:stCondLst>
                                  <p:childTnLst>
                                    <p:set>
                                      <p:cBhvr>
                                        <p:cTn id="6" dur="1" fill="hold">
                                          <p:stCondLst>
                                            <p:cond delay="0"/>
                                          </p:stCondLst>
                                        </p:cTn>
                                        <p:tgtEl>
                                          <p:spTgt spid="13"/>
                                        </p:tgtEl>
                                        <p:attrNameLst>
                                          <p:attrName>style.visibility</p:attrName>
                                        </p:attrNameLst>
                                      </p:cBhvr>
                                      <p:to>
                                        <p:strVal val="visible"/>
                                      </p:to>
                                    </p:set>
                                    <p:animEffect transition="in" filter="fade">
                                      <p:cBhvr>
                                        <p:cTn id="7" dur="500"/>
                                        <p:tgtEl>
                                          <p:spTgt spid="13"/>
                                        </p:tgtEl>
                                      </p:cBhvr>
                                    </p:animEffect>
                                    <p:anim calcmode="lin" valueType="num">
                                      <p:cBhvr>
                                        <p:cTn id="8" dur="500" fill="hold"/>
                                        <p:tgtEl>
                                          <p:spTgt spid="13"/>
                                        </p:tgtEl>
                                        <p:attrNameLst>
                                          <p:attrName>ppt_x</p:attrName>
                                        </p:attrNameLst>
                                      </p:cBhvr>
                                      <p:tavLst>
                                        <p:tav tm="0">
                                          <p:val>
                                            <p:strVal val="#ppt_x"/>
                                          </p:val>
                                        </p:tav>
                                        <p:tav tm="100000">
                                          <p:val>
                                            <p:strVal val="#ppt_x"/>
                                          </p:val>
                                        </p:tav>
                                      </p:tavLst>
                                    </p:anim>
                                    <p:anim calcmode="lin" valueType="num">
                                      <p:cBhvr>
                                        <p:cTn id="9" dur="500" fill="hold"/>
                                        <p:tgtEl>
                                          <p:spTgt spid="13"/>
                                        </p:tgtEl>
                                        <p:attrNameLst>
                                          <p:attrName>ppt_y</p:attrName>
                                        </p:attrNameLst>
                                      </p:cBhvr>
                                      <p:tavLst>
                                        <p:tav tm="0">
                                          <p:val>
                                            <p:strVal val="#ppt_y-.1"/>
                                          </p:val>
                                        </p:tav>
                                        <p:tav tm="100000">
                                          <p:val>
                                            <p:strVal val="#ppt_y"/>
                                          </p:val>
                                        </p:tav>
                                      </p:tavLst>
                                    </p:anim>
                                  </p:childTnLst>
                                </p:cTn>
                              </p:par>
                              <p:par>
                                <p:cTn id="10" presetID="49" presetClass="entr" presetSubtype="0" decel="100000" fill="hold" grpId="0" nodeType="withEffect">
                                  <p:stCondLst>
                                    <p:cond delay="0"/>
                                  </p:stCondLst>
                                  <p:childTnLst>
                                    <p:set>
                                      <p:cBhvr>
                                        <p:cTn id="11" dur="1" fill="hold">
                                          <p:stCondLst>
                                            <p:cond delay="0"/>
                                          </p:stCondLst>
                                        </p:cTn>
                                        <p:tgtEl>
                                          <p:spTgt spid="76"/>
                                        </p:tgtEl>
                                        <p:attrNameLst>
                                          <p:attrName>style.visibility</p:attrName>
                                        </p:attrNameLst>
                                      </p:cBhvr>
                                      <p:to>
                                        <p:strVal val="visible"/>
                                      </p:to>
                                    </p:set>
                                    <p:anim calcmode="lin" valueType="num">
                                      <p:cBhvr>
                                        <p:cTn id="12" dur="500" fill="hold"/>
                                        <p:tgtEl>
                                          <p:spTgt spid="76"/>
                                        </p:tgtEl>
                                        <p:attrNameLst>
                                          <p:attrName>ppt_w</p:attrName>
                                        </p:attrNameLst>
                                      </p:cBhvr>
                                      <p:tavLst>
                                        <p:tav tm="0">
                                          <p:val>
                                            <p:fltVal val="0"/>
                                          </p:val>
                                        </p:tav>
                                        <p:tav tm="100000">
                                          <p:val>
                                            <p:strVal val="#ppt_w"/>
                                          </p:val>
                                        </p:tav>
                                      </p:tavLst>
                                    </p:anim>
                                    <p:anim calcmode="lin" valueType="num">
                                      <p:cBhvr>
                                        <p:cTn id="13" dur="500" fill="hold"/>
                                        <p:tgtEl>
                                          <p:spTgt spid="76"/>
                                        </p:tgtEl>
                                        <p:attrNameLst>
                                          <p:attrName>ppt_h</p:attrName>
                                        </p:attrNameLst>
                                      </p:cBhvr>
                                      <p:tavLst>
                                        <p:tav tm="0">
                                          <p:val>
                                            <p:fltVal val="0"/>
                                          </p:val>
                                        </p:tav>
                                        <p:tav tm="100000">
                                          <p:val>
                                            <p:strVal val="#ppt_h"/>
                                          </p:val>
                                        </p:tav>
                                      </p:tavLst>
                                    </p:anim>
                                    <p:anim calcmode="lin" valueType="num">
                                      <p:cBhvr>
                                        <p:cTn id="14" dur="500" fill="hold"/>
                                        <p:tgtEl>
                                          <p:spTgt spid="76"/>
                                        </p:tgtEl>
                                        <p:attrNameLst>
                                          <p:attrName>style.rotation</p:attrName>
                                        </p:attrNameLst>
                                      </p:cBhvr>
                                      <p:tavLst>
                                        <p:tav tm="0">
                                          <p:val>
                                            <p:fltVal val="360"/>
                                          </p:val>
                                        </p:tav>
                                        <p:tav tm="100000">
                                          <p:val>
                                            <p:fltVal val="0"/>
                                          </p:val>
                                        </p:tav>
                                      </p:tavLst>
                                    </p:anim>
                                    <p:animEffect transition="in" filter="fade">
                                      <p:cBhvr>
                                        <p:cTn id="15" dur="500"/>
                                        <p:tgtEl>
                                          <p:spTgt spid="76"/>
                                        </p:tgtEl>
                                      </p:cBhvr>
                                    </p:animEffect>
                                  </p:childTnLst>
                                </p:cTn>
                              </p:par>
                            </p:childTnLst>
                          </p:cTn>
                        </p:par>
                        <p:par>
                          <p:cTn id="16" fill="hold">
                            <p:stCondLst>
                              <p:cond delay="500"/>
                            </p:stCondLst>
                            <p:childTnLst>
                              <p:par>
                                <p:cTn id="17" presetID="1" presetClass="entr" presetSubtype="0" fill="hold" grpId="0" nodeType="afterEffect">
                                  <p:stCondLst>
                                    <p:cond delay="0"/>
                                  </p:stCondLst>
                                  <p:iterate type="lt">
                                    <p:tmAbs val="100"/>
                                  </p:iterate>
                                  <p:childTnLst>
                                    <p:set>
                                      <p:cBhvr>
                                        <p:cTn id="18" dur="1" fill="hold">
                                          <p:stCondLst>
                                            <p:cond delay="0"/>
                                          </p:stCondLst>
                                        </p:cTn>
                                        <p:tgtEl>
                                          <p:spTgt spid="77"/>
                                        </p:tgtEl>
                                        <p:attrNameLst>
                                          <p:attrName>style.visibility</p:attrName>
                                        </p:attrNameLst>
                                      </p:cBhvr>
                                      <p:to>
                                        <p:strVal val="visible"/>
                                      </p:to>
                                    </p:set>
                                  </p:childTnLst>
                                </p:cTn>
                              </p:par>
                            </p:childTnLst>
                          </p:cTn>
                        </p:par>
                      </p:childTnLst>
                    </p:cTn>
                  </p:par>
                  <p:par>
                    <p:cTn id="19" fill="hold">
                      <p:stCondLst>
                        <p:cond delay="indefinite"/>
                      </p:stCondLst>
                      <p:childTnLst>
                        <p:par>
                          <p:cTn id="20" fill="hold">
                            <p:stCondLst>
                              <p:cond delay="0"/>
                            </p:stCondLst>
                            <p:childTnLst>
                              <p:par>
                                <p:cTn id="21" presetID="53" presetClass="entr" presetSubtype="16" fill="hold" grpId="0" nodeType="clickEffect">
                                  <p:stCondLst>
                                    <p:cond delay="0"/>
                                  </p:stCondLst>
                                  <p:childTnLst>
                                    <p:set>
                                      <p:cBhvr>
                                        <p:cTn id="22" dur="1" fill="hold">
                                          <p:stCondLst>
                                            <p:cond delay="0"/>
                                          </p:stCondLst>
                                        </p:cTn>
                                        <p:tgtEl>
                                          <p:spTgt spid="30"/>
                                        </p:tgtEl>
                                        <p:attrNameLst>
                                          <p:attrName>style.visibility</p:attrName>
                                        </p:attrNameLst>
                                      </p:cBhvr>
                                      <p:to>
                                        <p:strVal val="visible"/>
                                      </p:to>
                                    </p:set>
                                    <p:anim calcmode="lin" valueType="num">
                                      <p:cBhvr>
                                        <p:cTn id="23" dur="500" fill="hold"/>
                                        <p:tgtEl>
                                          <p:spTgt spid="30"/>
                                        </p:tgtEl>
                                        <p:attrNameLst>
                                          <p:attrName>ppt_w</p:attrName>
                                        </p:attrNameLst>
                                      </p:cBhvr>
                                      <p:tavLst>
                                        <p:tav tm="0">
                                          <p:val>
                                            <p:fltVal val="0"/>
                                          </p:val>
                                        </p:tav>
                                        <p:tav tm="100000">
                                          <p:val>
                                            <p:strVal val="#ppt_w"/>
                                          </p:val>
                                        </p:tav>
                                      </p:tavLst>
                                    </p:anim>
                                    <p:anim calcmode="lin" valueType="num">
                                      <p:cBhvr>
                                        <p:cTn id="24" dur="500" fill="hold"/>
                                        <p:tgtEl>
                                          <p:spTgt spid="30"/>
                                        </p:tgtEl>
                                        <p:attrNameLst>
                                          <p:attrName>ppt_h</p:attrName>
                                        </p:attrNameLst>
                                      </p:cBhvr>
                                      <p:tavLst>
                                        <p:tav tm="0">
                                          <p:val>
                                            <p:fltVal val="0"/>
                                          </p:val>
                                        </p:tav>
                                        <p:tav tm="100000">
                                          <p:val>
                                            <p:strVal val="#ppt_h"/>
                                          </p:val>
                                        </p:tav>
                                      </p:tavLst>
                                    </p:anim>
                                    <p:animEffect transition="in" filter="fade">
                                      <p:cBhvr>
                                        <p:cTn id="25" dur="500"/>
                                        <p:tgtEl>
                                          <p:spTgt spid="30"/>
                                        </p:tgtEl>
                                      </p:cBhvr>
                                    </p:animEffect>
                                  </p:childTnLst>
                                </p:cTn>
                              </p:par>
                            </p:childTnLst>
                          </p:cTn>
                        </p:par>
                      </p:childTnLst>
                    </p:cTn>
                  </p:par>
                  <p:par>
                    <p:cTn id="26" fill="hold">
                      <p:stCondLst>
                        <p:cond delay="indefinite"/>
                      </p:stCondLst>
                      <p:childTnLst>
                        <p:par>
                          <p:cTn id="27" fill="hold">
                            <p:stCondLst>
                              <p:cond delay="0"/>
                            </p:stCondLst>
                            <p:childTnLst>
                              <p:par>
                                <p:cTn id="28" presetID="49" presetClass="entr" presetSubtype="0" decel="100000" fill="hold" grpId="0" nodeType="clickEffect">
                                  <p:stCondLst>
                                    <p:cond delay="0"/>
                                  </p:stCondLst>
                                  <p:childTnLst>
                                    <p:set>
                                      <p:cBhvr>
                                        <p:cTn id="29" dur="1" fill="hold">
                                          <p:stCondLst>
                                            <p:cond delay="0"/>
                                          </p:stCondLst>
                                        </p:cTn>
                                        <p:tgtEl>
                                          <p:spTgt spid="78"/>
                                        </p:tgtEl>
                                        <p:attrNameLst>
                                          <p:attrName>style.visibility</p:attrName>
                                        </p:attrNameLst>
                                      </p:cBhvr>
                                      <p:to>
                                        <p:strVal val="visible"/>
                                      </p:to>
                                    </p:set>
                                    <p:anim calcmode="lin" valueType="num">
                                      <p:cBhvr>
                                        <p:cTn id="30" dur="500" fill="hold"/>
                                        <p:tgtEl>
                                          <p:spTgt spid="78"/>
                                        </p:tgtEl>
                                        <p:attrNameLst>
                                          <p:attrName>ppt_w</p:attrName>
                                        </p:attrNameLst>
                                      </p:cBhvr>
                                      <p:tavLst>
                                        <p:tav tm="0">
                                          <p:val>
                                            <p:fltVal val="0"/>
                                          </p:val>
                                        </p:tav>
                                        <p:tav tm="100000">
                                          <p:val>
                                            <p:strVal val="#ppt_w"/>
                                          </p:val>
                                        </p:tav>
                                      </p:tavLst>
                                    </p:anim>
                                    <p:anim calcmode="lin" valueType="num">
                                      <p:cBhvr>
                                        <p:cTn id="31" dur="500" fill="hold"/>
                                        <p:tgtEl>
                                          <p:spTgt spid="78"/>
                                        </p:tgtEl>
                                        <p:attrNameLst>
                                          <p:attrName>ppt_h</p:attrName>
                                        </p:attrNameLst>
                                      </p:cBhvr>
                                      <p:tavLst>
                                        <p:tav tm="0">
                                          <p:val>
                                            <p:fltVal val="0"/>
                                          </p:val>
                                        </p:tav>
                                        <p:tav tm="100000">
                                          <p:val>
                                            <p:strVal val="#ppt_h"/>
                                          </p:val>
                                        </p:tav>
                                      </p:tavLst>
                                    </p:anim>
                                    <p:anim calcmode="lin" valueType="num">
                                      <p:cBhvr>
                                        <p:cTn id="32" dur="500" fill="hold"/>
                                        <p:tgtEl>
                                          <p:spTgt spid="78"/>
                                        </p:tgtEl>
                                        <p:attrNameLst>
                                          <p:attrName>style.rotation</p:attrName>
                                        </p:attrNameLst>
                                      </p:cBhvr>
                                      <p:tavLst>
                                        <p:tav tm="0">
                                          <p:val>
                                            <p:fltVal val="360"/>
                                          </p:val>
                                        </p:tav>
                                        <p:tav tm="100000">
                                          <p:val>
                                            <p:fltVal val="0"/>
                                          </p:val>
                                        </p:tav>
                                      </p:tavLst>
                                    </p:anim>
                                    <p:animEffect transition="in" filter="fade">
                                      <p:cBhvr>
                                        <p:cTn id="33" dur="500"/>
                                        <p:tgtEl>
                                          <p:spTgt spid="78"/>
                                        </p:tgtEl>
                                      </p:cBhvr>
                                    </p:animEffect>
                                  </p:childTnLst>
                                </p:cTn>
                              </p:par>
                            </p:childTnLst>
                          </p:cTn>
                        </p:par>
                        <p:par>
                          <p:cTn id="34" fill="hold">
                            <p:stCondLst>
                              <p:cond delay="500"/>
                            </p:stCondLst>
                            <p:childTnLst>
                              <p:par>
                                <p:cTn id="35" presetID="1" presetClass="entr" presetSubtype="0" fill="hold" grpId="0" nodeType="afterEffect">
                                  <p:stCondLst>
                                    <p:cond delay="0"/>
                                  </p:stCondLst>
                                  <p:iterate type="lt">
                                    <p:tmAbs val="100"/>
                                  </p:iterate>
                                  <p:childTnLst>
                                    <p:set>
                                      <p:cBhvr>
                                        <p:cTn id="36" dur="1" fill="hold">
                                          <p:stCondLst>
                                            <p:cond delay="0"/>
                                          </p:stCondLst>
                                        </p:cTn>
                                        <p:tgtEl>
                                          <p:spTgt spid="79"/>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76" grpId="0" animBg="1"/>
      <p:bldP spid="77" grpId="0"/>
      <p:bldP spid="30" grpId="0" animBg="1"/>
      <p:bldP spid="78" grpId="0" animBg="1"/>
      <p:bldP spid="79" grpId="0"/>
    </p:bldLst>
  </p:timing>
</p:sld>
</file>

<file path=ppt/slides/slide32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4" name="组合 3">
            <a:extLst>
              <a:ext uri="{FF2B5EF4-FFF2-40B4-BE49-F238E27FC236}">
                <a16:creationId xmlns:a16="http://schemas.microsoft.com/office/drawing/2014/main" id="{9A1EA9F2-FCB6-48C3-935F-7AE7E3AD14AC}"/>
              </a:ext>
            </a:extLst>
          </p:cNvPr>
          <p:cNvGrpSpPr/>
          <p:nvPr/>
        </p:nvGrpSpPr>
        <p:grpSpPr>
          <a:xfrm>
            <a:off x="304800" y="749300"/>
            <a:ext cx="6192344" cy="400110"/>
            <a:chOff x="424117" y="898245"/>
            <a:chExt cx="6192344" cy="400110"/>
          </a:xfrm>
        </p:grpSpPr>
        <p:sp>
          <p:nvSpPr>
            <p:cNvPr id="2" name="平行四边形 1">
              <a:extLst>
                <a:ext uri="{FF2B5EF4-FFF2-40B4-BE49-F238E27FC236}">
                  <a16:creationId xmlns:a16="http://schemas.microsoft.com/office/drawing/2014/main" id="{1F5BAA3F-9845-4F89-A2DD-8222D3E4EDAC}"/>
                </a:ext>
              </a:extLst>
            </p:cNvPr>
            <p:cNvSpPr/>
            <p:nvPr/>
          </p:nvSpPr>
          <p:spPr>
            <a:xfrm>
              <a:off x="424117" y="898245"/>
              <a:ext cx="628306" cy="387090"/>
            </a:xfrm>
            <a:prstGeom prst="parallelogram">
              <a:avLst/>
            </a:prstGeom>
            <a:solidFill>
              <a:schemeClr val="accent3">
                <a:lumMod val="75000"/>
              </a:schemeClr>
            </a:solidFill>
            <a:ln>
              <a:solidFill>
                <a:schemeClr val="accent3">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CN" sz="2200" dirty="0">
                  <a:latin typeface="Impact" panose="020B0806030902050204" pitchFamily="34" charset="0"/>
                </a:rPr>
                <a:t>01</a:t>
              </a:r>
              <a:endParaRPr lang="zh-CN" altLang="en-US" sz="2200" dirty="0">
                <a:latin typeface="Impact" panose="020B0806030902050204" pitchFamily="34" charset="0"/>
              </a:endParaRPr>
            </a:p>
          </p:txBody>
        </p:sp>
        <p:sp>
          <p:nvSpPr>
            <p:cNvPr id="3" name="文本框 2">
              <a:extLst>
                <a:ext uri="{FF2B5EF4-FFF2-40B4-BE49-F238E27FC236}">
                  <a16:creationId xmlns:a16="http://schemas.microsoft.com/office/drawing/2014/main" id="{4D6BD736-A4D3-4F26-AFED-36E11F50F70B}"/>
                </a:ext>
              </a:extLst>
            </p:cNvPr>
            <p:cNvSpPr txBox="1"/>
            <p:nvPr/>
          </p:nvSpPr>
          <p:spPr>
            <a:xfrm>
              <a:off x="1052423" y="898245"/>
              <a:ext cx="5564038" cy="400110"/>
            </a:xfrm>
            <a:prstGeom prst="rect">
              <a:avLst/>
            </a:prstGeom>
            <a:noFill/>
          </p:spPr>
          <p:txBody>
            <a:bodyPr wrap="square" rtlCol="0">
              <a:spAutoFit/>
            </a:bodyPr>
            <a:lstStyle/>
            <a:p>
              <a:r>
                <a:rPr lang="zh-CN" altLang="en-US" sz="2000" b="1" dirty="0"/>
                <a:t>共享式以太网的争用期</a:t>
              </a:r>
              <a:endParaRPr lang="en-US" altLang="zh-CN" sz="2000" b="1" dirty="0"/>
            </a:p>
          </p:txBody>
        </p:sp>
      </p:grpSp>
      <p:sp>
        <p:nvSpPr>
          <p:cNvPr id="76" name="矩形 75">
            <a:extLst>
              <a:ext uri="{FF2B5EF4-FFF2-40B4-BE49-F238E27FC236}">
                <a16:creationId xmlns:a16="http://schemas.microsoft.com/office/drawing/2014/main" id="{3938C4DC-477E-4EF9-A488-D71B7069C3F3}"/>
              </a:ext>
            </a:extLst>
          </p:cNvPr>
          <p:cNvSpPr/>
          <p:nvPr/>
        </p:nvSpPr>
        <p:spPr>
          <a:xfrm>
            <a:off x="1056633" y="1335374"/>
            <a:ext cx="256976" cy="256976"/>
          </a:xfrm>
          <a:prstGeom prst="rect">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mc:AlternateContent xmlns:mc="http://schemas.openxmlformats.org/markup-compatibility/2006" xmlns:a14="http://schemas.microsoft.com/office/drawing/2010/main">
        <mc:Choice Requires="a14">
          <p:sp>
            <p:nvSpPr>
              <p:cNvPr id="77" name="íşlïḍè">
                <a:extLst>
                  <a:ext uri="{FF2B5EF4-FFF2-40B4-BE49-F238E27FC236}">
                    <a16:creationId xmlns:a16="http://schemas.microsoft.com/office/drawing/2014/main" id="{F1087E1D-5451-4438-95B8-191C8BA2FEEB}"/>
                  </a:ext>
                </a:extLst>
              </p:cNvPr>
              <p:cNvSpPr txBox="1"/>
              <p:nvPr/>
            </p:nvSpPr>
            <p:spPr>
              <a:xfrm>
                <a:off x="1373861" y="1281053"/>
                <a:ext cx="10684378" cy="400110"/>
              </a:xfrm>
              <a:prstGeom prst="rect">
                <a:avLst/>
              </a:prstGeom>
              <a:noFill/>
            </p:spPr>
            <p:txBody>
              <a:bodyPr wrap="square" lIns="91440" tIns="45720" rIns="91440" bIns="45720" anchor="ctr">
                <a:noAutofit/>
              </a:bodyPr>
              <a:lstStyle/>
              <a:p>
                <a:r>
                  <a:rPr lang="zh-CN" altLang="en-US" b="1" dirty="0">
                    <a:latin typeface="Arial Narrow" panose="020B0606020202030204" pitchFamily="34" charset="0"/>
                  </a:rPr>
                  <a:t>站点从发送帧开始，最多经过时长</a:t>
                </a:r>
                <a14:m>
                  <m:oMath xmlns:m="http://schemas.openxmlformats.org/officeDocument/2006/math">
                    <m:r>
                      <a:rPr lang="en-US" altLang="zh-CN" b="1" i="1" dirty="0">
                        <a:latin typeface="Cambria Math" panose="02040503050406030204" pitchFamily="18" charset="0"/>
                      </a:rPr>
                      <m:t>𝟐</m:t>
                    </m:r>
                    <m:r>
                      <a:rPr lang="el-GR" altLang="zh-CN" b="1" i="1" dirty="0">
                        <a:latin typeface="Cambria Math" panose="02040503050406030204" pitchFamily="18" charset="0"/>
                      </a:rPr>
                      <m:t>𝝉</m:t>
                    </m:r>
                    <m:r>
                      <a:rPr lang="el-GR" altLang="zh-CN" b="1" i="1" dirty="0">
                        <a:latin typeface="Cambria Math" panose="02040503050406030204" pitchFamily="18" charset="0"/>
                      </a:rPr>
                      <m:t> </m:t>
                    </m:r>
                  </m:oMath>
                </a14:m>
                <a:r>
                  <a:rPr lang="zh-CN" altLang="en-US" b="1" dirty="0">
                    <a:latin typeface="Arial Narrow" panose="020B0606020202030204" pitchFamily="34" charset="0"/>
                  </a:rPr>
                  <a:t>（即</a:t>
                </a:r>
                <a14:m>
                  <m:oMath xmlns:m="http://schemas.openxmlformats.org/officeDocument/2006/math">
                    <m:r>
                      <a:rPr lang="zh-CN" altLang="en-US" b="1" i="1" dirty="0">
                        <a:latin typeface="Cambria Math" panose="02040503050406030204" pitchFamily="18" charset="0"/>
                      </a:rPr>
                      <m:t>𝜹</m:t>
                    </m:r>
                    <m:r>
                      <a:rPr lang="zh-CN" altLang="en-US" b="1" i="1" dirty="0" smtClean="0">
                        <a:latin typeface="Cambria Math" panose="02040503050406030204" pitchFamily="18" charset="0"/>
                      </a:rPr>
                      <m:t>→</m:t>
                    </m:r>
                    <m:r>
                      <a:rPr lang="en-US" altLang="zh-CN" b="1" i="1" dirty="0" smtClean="0">
                        <a:latin typeface="Cambria Math" panose="02040503050406030204" pitchFamily="18" charset="0"/>
                      </a:rPr>
                      <m:t>𝟎</m:t>
                    </m:r>
                  </m:oMath>
                </a14:m>
                <a:r>
                  <a:rPr lang="zh-CN" altLang="en-US" b="1" dirty="0">
                    <a:latin typeface="Arial Narrow" panose="020B0606020202030204" pitchFamily="34" charset="0"/>
                  </a:rPr>
                  <a:t>）就可检测出所发送的帧是否遭遇了碰撞。</a:t>
                </a:r>
              </a:p>
            </p:txBody>
          </p:sp>
        </mc:Choice>
        <mc:Fallback xmlns="">
          <p:sp>
            <p:nvSpPr>
              <p:cNvPr id="77" name="íşlïḍè">
                <a:extLst>
                  <a:ext uri="{FF2B5EF4-FFF2-40B4-BE49-F238E27FC236}">
                    <a16:creationId xmlns:a16="http://schemas.microsoft.com/office/drawing/2014/main" id="{F1087E1D-5451-4438-95B8-191C8BA2FEEB}"/>
                  </a:ext>
                </a:extLst>
              </p:cNvPr>
              <p:cNvSpPr txBox="1">
                <a:spLocks noRot="1" noChangeAspect="1" noMove="1" noResize="1" noEditPoints="1" noAdjustHandles="1" noChangeArrowheads="1" noChangeShapeType="1" noTextEdit="1"/>
              </p:cNvSpPr>
              <p:nvPr/>
            </p:nvSpPr>
            <p:spPr>
              <a:xfrm>
                <a:off x="1373861" y="1281053"/>
                <a:ext cx="10684378" cy="400110"/>
              </a:xfrm>
              <a:prstGeom prst="rect">
                <a:avLst/>
              </a:prstGeom>
              <a:blipFill>
                <a:blip r:embed="rId3"/>
                <a:stretch>
                  <a:fillRect l="-456" t="-4545" b="-19697"/>
                </a:stretch>
              </a:blipFill>
            </p:spPr>
            <p:txBody>
              <a:bodyPr/>
              <a:lstStyle/>
              <a:p>
                <a:r>
                  <a:rPr lang="zh-CN" altLang="en-US">
                    <a:noFill/>
                  </a:rPr>
                  <a:t> </a:t>
                </a:r>
              </a:p>
            </p:txBody>
          </p:sp>
        </mc:Fallback>
      </mc:AlternateContent>
      <p:sp>
        <p:nvSpPr>
          <p:cNvPr id="78" name="矩形 77">
            <a:extLst>
              <a:ext uri="{FF2B5EF4-FFF2-40B4-BE49-F238E27FC236}">
                <a16:creationId xmlns:a16="http://schemas.microsoft.com/office/drawing/2014/main" id="{8F64D8E5-EED7-4BF3-B3C1-E7F3722492DE}"/>
              </a:ext>
            </a:extLst>
          </p:cNvPr>
          <p:cNvSpPr/>
          <p:nvPr/>
        </p:nvSpPr>
        <p:spPr>
          <a:xfrm>
            <a:off x="1056633" y="1867127"/>
            <a:ext cx="256976" cy="256976"/>
          </a:xfrm>
          <a:prstGeom prst="rect">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mc:AlternateContent xmlns:mc="http://schemas.openxmlformats.org/markup-compatibility/2006" xmlns:a14="http://schemas.microsoft.com/office/drawing/2010/main">
        <mc:Choice Requires="a14">
          <p:sp>
            <p:nvSpPr>
              <p:cNvPr id="79" name="íşlïḍè">
                <a:extLst>
                  <a:ext uri="{FF2B5EF4-FFF2-40B4-BE49-F238E27FC236}">
                    <a16:creationId xmlns:a16="http://schemas.microsoft.com/office/drawing/2014/main" id="{BE1149EE-8980-41D4-8BDC-84DF9FD7763B}"/>
                  </a:ext>
                </a:extLst>
              </p:cNvPr>
              <p:cNvSpPr txBox="1"/>
              <p:nvPr/>
            </p:nvSpPr>
            <p:spPr>
              <a:xfrm>
                <a:off x="1373861" y="1812806"/>
                <a:ext cx="10684378" cy="647522"/>
              </a:xfrm>
              <a:prstGeom prst="rect">
                <a:avLst/>
              </a:prstGeom>
              <a:noFill/>
            </p:spPr>
            <p:txBody>
              <a:bodyPr wrap="square" lIns="91440" tIns="45720" rIns="91440" bIns="45720" anchor="ctr">
                <a:noAutofit/>
              </a:bodyPr>
              <a:lstStyle/>
              <a:p>
                <a:r>
                  <a:rPr lang="zh-CN" altLang="en-US" b="1" dirty="0">
                    <a:latin typeface="Arial Narrow" panose="020B0606020202030204" pitchFamily="34" charset="0"/>
                  </a:rPr>
                  <a:t>因此，共享总线以太网的</a:t>
                </a:r>
                <a:r>
                  <a:rPr lang="zh-CN" altLang="en-US" b="1" dirty="0">
                    <a:solidFill>
                      <a:schemeClr val="accent1">
                        <a:lumMod val="75000"/>
                      </a:schemeClr>
                    </a:solidFill>
                    <a:latin typeface="Arial Narrow" panose="020B0606020202030204" pitchFamily="34" charset="0"/>
                  </a:rPr>
                  <a:t>端到端往返时间</a:t>
                </a:r>
                <a14:m>
                  <m:oMath xmlns:m="http://schemas.openxmlformats.org/officeDocument/2006/math">
                    <m:r>
                      <a:rPr lang="en-US" altLang="zh-CN" b="1" i="1" dirty="0">
                        <a:solidFill>
                          <a:schemeClr val="accent1">
                            <a:lumMod val="75000"/>
                          </a:schemeClr>
                        </a:solidFill>
                        <a:latin typeface="Cambria Math" panose="02040503050406030204" pitchFamily="18" charset="0"/>
                      </a:rPr>
                      <m:t>𝟐</m:t>
                    </m:r>
                    <m:r>
                      <a:rPr lang="el-GR" altLang="zh-CN" b="1" i="1" dirty="0">
                        <a:solidFill>
                          <a:schemeClr val="accent1">
                            <a:lumMod val="75000"/>
                          </a:schemeClr>
                        </a:solidFill>
                        <a:latin typeface="Cambria Math" panose="02040503050406030204" pitchFamily="18" charset="0"/>
                      </a:rPr>
                      <m:t>𝝉</m:t>
                    </m:r>
                  </m:oMath>
                </a14:m>
                <a:r>
                  <a:rPr lang="zh-CN" altLang="en-US" b="1" dirty="0">
                    <a:latin typeface="Arial Narrow" panose="020B0606020202030204" pitchFamily="34" charset="0"/>
                  </a:rPr>
                  <a:t>被称为</a:t>
                </a:r>
                <a:r>
                  <a:rPr lang="zh-CN" altLang="en-US" b="1" dirty="0">
                    <a:solidFill>
                      <a:schemeClr val="accent1">
                        <a:lumMod val="75000"/>
                      </a:schemeClr>
                    </a:solidFill>
                    <a:latin typeface="Arial Narrow" panose="020B0606020202030204" pitchFamily="34" charset="0"/>
                  </a:rPr>
                  <a:t>争用期</a:t>
                </a:r>
                <a:r>
                  <a:rPr lang="zh-CN" altLang="en-US" b="1" dirty="0">
                    <a:latin typeface="Arial Narrow" panose="020B0606020202030204" pitchFamily="34" charset="0"/>
                  </a:rPr>
                  <a:t>（</a:t>
                </a:r>
                <a:r>
                  <a:rPr lang="en-US" altLang="zh-CN" b="1" dirty="0">
                    <a:latin typeface="Arial Narrow" panose="020B0606020202030204" pitchFamily="34" charset="0"/>
                  </a:rPr>
                  <a:t>Contention Period</a:t>
                </a:r>
                <a:r>
                  <a:rPr lang="zh-CN" altLang="en-US" b="1" dirty="0">
                    <a:latin typeface="Arial Narrow" panose="020B0606020202030204" pitchFamily="34" charset="0"/>
                  </a:rPr>
                  <a:t>）或</a:t>
                </a:r>
                <a:r>
                  <a:rPr lang="zh-CN" altLang="en-US" b="1" dirty="0">
                    <a:solidFill>
                      <a:schemeClr val="accent1">
                        <a:lumMod val="75000"/>
                      </a:schemeClr>
                    </a:solidFill>
                    <a:latin typeface="Arial Narrow" panose="020B0606020202030204" pitchFamily="34" charset="0"/>
                  </a:rPr>
                  <a:t>碰撞窗口</a:t>
                </a:r>
                <a:r>
                  <a:rPr lang="zh-CN" altLang="en-US" b="1" dirty="0">
                    <a:latin typeface="Arial Narrow" panose="020B0606020202030204" pitchFamily="34" charset="0"/>
                  </a:rPr>
                  <a:t>（</a:t>
                </a:r>
                <a:r>
                  <a:rPr lang="en-US" altLang="zh-CN" b="1" dirty="0">
                    <a:latin typeface="Arial Narrow" panose="020B0606020202030204" pitchFamily="34" charset="0"/>
                  </a:rPr>
                  <a:t>Collision Window</a:t>
                </a:r>
                <a:r>
                  <a:rPr lang="zh-CN" altLang="en-US" b="1" dirty="0">
                    <a:latin typeface="Arial Narrow" panose="020B0606020202030204" pitchFamily="34" charset="0"/>
                  </a:rPr>
                  <a:t>），它是一个非常重要的参数。</a:t>
                </a:r>
              </a:p>
            </p:txBody>
          </p:sp>
        </mc:Choice>
        <mc:Fallback xmlns="">
          <p:sp>
            <p:nvSpPr>
              <p:cNvPr id="79" name="íşlïḍè">
                <a:extLst>
                  <a:ext uri="{FF2B5EF4-FFF2-40B4-BE49-F238E27FC236}">
                    <a16:creationId xmlns:a16="http://schemas.microsoft.com/office/drawing/2014/main" id="{BE1149EE-8980-41D4-8BDC-84DF9FD7763B}"/>
                  </a:ext>
                </a:extLst>
              </p:cNvPr>
              <p:cNvSpPr txBox="1">
                <a:spLocks noRot="1" noChangeAspect="1" noMove="1" noResize="1" noEditPoints="1" noAdjustHandles="1" noChangeArrowheads="1" noChangeShapeType="1" noTextEdit="1"/>
              </p:cNvSpPr>
              <p:nvPr/>
            </p:nvSpPr>
            <p:spPr>
              <a:xfrm>
                <a:off x="1373861" y="1812806"/>
                <a:ext cx="10684378" cy="647522"/>
              </a:xfrm>
              <a:prstGeom prst="rect">
                <a:avLst/>
              </a:prstGeom>
              <a:blipFill>
                <a:blip r:embed="rId4"/>
                <a:stretch>
                  <a:fillRect l="-456" t="-4673" b="-14019"/>
                </a:stretch>
              </a:blipFill>
            </p:spPr>
            <p:txBody>
              <a:bodyPr/>
              <a:lstStyle/>
              <a:p>
                <a:r>
                  <a:rPr lang="zh-CN" altLang="en-US">
                    <a:noFill/>
                  </a:rPr>
                  <a:t> </a:t>
                </a:r>
              </a:p>
            </p:txBody>
          </p:sp>
        </mc:Fallback>
      </mc:AlternateContent>
      <p:sp>
        <p:nvSpPr>
          <p:cNvPr id="11" name="矩形 10">
            <a:extLst>
              <a:ext uri="{FF2B5EF4-FFF2-40B4-BE49-F238E27FC236}">
                <a16:creationId xmlns:a16="http://schemas.microsoft.com/office/drawing/2014/main" id="{F0ADB0DA-144A-4E86-A834-EC7698D154D9}"/>
              </a:ext>
            </a:extLst>
          </p:cNvPr>
          <p:cNvSpPr/>
          <p:nvPr/>
        </p:nvSpPr>
        <p:spPr>
          <a:xfrm>
            <a:off x="1491905" y="2646292"/>
            <a:ext cx="256976" cy="256976"/>
          </a:xfrm>
          <a:prstGeom prst="rect">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mc:AlternateContent xmlns:mc="http://schemas.openxmlformats.org/markup-compatibility/2006" xmlns:a14="http://schemas.microsoft.com/office/drawing/2010/main">
        <mc:Choice Requires="a14">
          <p:sp>
            <p:nvSpPr>
              <p:cNvPr id="12" name="íşlïḍè">
                <a:extLst>
                  <a:ext uri="{FF2B5EF4-FFF2-40B4-BE49-F238E27FC236}">
                    <a16:creationId xmlns:a16="http://schemas.microsoft.com/office/drawing/2014/main" id="{CB1C01F5-A531-4669-8F5C-A9FB9203132C}"/>
                  </a:ext>
                </a:extLst>
              </p:cNvPr>
              <p:cNvSpPr txBox="1"/>
              <p:nvPr/>
            </p:nvSpPr>
            <p:spPr>
              <a:xfrm>
                <a:off x="1809133" y="2591971"/>
                <a:ext cx="10078067" cy="400110"/>
              </a:xfrm>
              <a:prstGeom prst="rect">
                <a:avLst/>
              </a:prstGeom>
              <a:noFill/>
            </p:spPr>
            <p:txBody>
              <a:bodyPr wrap="square" lIns="91440" tIns="45720" rIns="91440" bIns="45720" anchor="ctr">
                <a:noAutofit/>
              </a:bodyPr>
              <a:lstStyle/>
              <a:p>
                <a:r>
                  <a:rPr lang="zh-CN" altLang="en-US" b="1" dirty="0">
                    <a:latin typeface="Arial Narrow" panose="020B0606020202030204" pitchFamily="34" charset="0"/>
                  </a:rPr>
                  <a:t>站点从发送帧开始，</a:t>
                </a:r>
                <a:r>
                  <a:rPr lang="zh-CN" altLang="en-US" b="1" dirty="0">
                    <a:solidFill>
                      <a:schemeClr val="accent1">
                        <a:lumMod val="75000"/>
                      </a:schemeClr>
                    </a:solidFill>
                    <a:latin typeface="Arial Narrow" panose="020B0606020202030204" pitchFamily="34" charset="0"/>
                  </a:rPr>
                  <a:t>经过争用期</a:t>
                </a:r>
                <a14:m>
                  <m:oMath xmlns:m="http://schemas.openxmlformats.org/officeDocument/2006/math">
                    <m:r>
                      <a:rPr lang="en-US" altLang="zh-CN" b="1" i="1" dirty="0">
                        <a:solidFill>
                          <a:schemeClr val="accent1">
                            <a:lumMod val="75000"/>
                          </a:schemeClr>
                        </a:solidFill>
                        <a:latin typeface="Cambria Math" panose="02040503050406030204" pitchFamily="18" charset="0"/>
                      </a:rPr>
                      <m:t>𝟐</m:t>
                    </m:r>
                    <m:r>
                      <a:rPr lang="el-GR" altLang="zh-CN" b="1" i="1" dirty="0">
                        <a:solidFill>
                          <a:schemeClr val="accent1">
                            <a:lumMod val="75000"/>
                          </a:schemeClr>
                        </a:solidFill>
                        <a:latin typeface="Cambria Math" panose="02040503050406030204" pitchFamily="18" charset="0"/>
                      </a:rPr>
                      <m:t>𝝉</m:t>
                    </m:r>
                  </m:oMath>
                </a14:m>
                <a:r>
                  <a:rPr lang="zh-CN" altLang="en-US" b="1" dirty="0">
                    <a:solidFill>
                      <a:schemeClr val="accent1">
                        <a:lumMod val="75000"/>
                      </a:schemeClr>
                    </a:solidFill>
                    <a:latin typeface="Arial Narrow" panose="020B0606020202030204" pitchFamily="34" charset="0"/>
                  </a:rPr>
                  <a:t>这段时间还没有检测到碰撞</a:t>
                </a:r>
                <a:r>
                  <a:rPr lang="zh-CN" altLang="en-US" b="1" dirty="0">
                    <a:latin typeface="Arial Narrow" panose="020B0606020202030204" pitchFamily="34" charset="0"/>
                  </a:rPr>
                  <a:t>，</a:t>
                </a:r>
                <a:r>
                  <a:rPr lang="zh-CN" altLang="en-US" b="1" dirty="0">
                    <a:solidFill>
                      <a:schemeClr val="accent1">
                        <a:lumMod val="75000"/>
                      </a:schemeClr>
                    </a:solidFill>
                    <a:latin typeface="Arial Narrow" panose="020B0606020202030204" pitchFamily="34" charset="0"/>
                  </a:rPr>
                  <a:t>就可以肯定这次发送不会产生碰撞</a:t>
                </a:r>
                <a:r>
                  <a:rPr lang="zh-CN" altLang="en-US" b="1" dirty="0">
                    <a:latin typeface="Arial Narrow" panose="020B0606020202030204" pitchFamily="34" charset="0"/>
                  </a:rPr>
                  <a:t>。</a:t>
                </a:r>
              </a:p>
            </p:txBody>
          </p:sp>
        </mc:Choice>
        <mc:Fallback xmlns="">
          <p:sp>
            <p:nvSpPr>
              <p:cNvPr id="12" name="íşlïḍè">
                <a:extLst>
                  <a:ext uri="{FF2B5EF4-FFF2-40B4-BE49-F238E27FC236}">
                    <a16:creationId xmlns:a16="http://schemas.microsoft.com/office/drawing/2014/main" id="{CB1C01F5-A531-4669-8F5C-A9FB9203132C}"/>
                  </a:ext>
                </a:extLst>
              </p:cNvPr>
              <p:cNvSpPr txBox="1">
                <a:spLocks noRot="1" noChangeAspect="1" noMove="1" noResize="1" noEditPoints="1" noAdjustHandles="1" noChangeArrowheads="1" noChangeShapeType="1" noTextEdit="1"/>
              </p:cNvSpPr>
              <p:nvPr/>
            </p:nvSpPr>
            <p:spPr>
              <a:xfrm>
                <a:off x="1809133" y="2591971"/>
                <a:ext cx="10078067" cy="400110"/>
              </a:xfrm>
              <a:prstGeom prst="rect">
                <a:avLst/>
              </a:prstGeom>
              <a:blipFill>
                <a:blip r:embed="rId5"/>
                <a:stretch>
                  <a:fillRect l="-544" t="-3030" r="-2722" b="-19697"/>
                </a:stretch>
              </a:blipFill>
            </p:spPr>
            <p:txBody>
              <a:bodyPr/>
              <a:lstStyle/>
              <a:p>
                <a:r>
                  <a:rPr lang="zh-CN" altLang="en-US">
                    <a:noFill/>
                  </a:rPr>
                  <a:t> </a:t>
                </a:r>
              </a:p>
            </p:txBody>
          </p:sp>
        </mc:Fallback>
      </mc:AlternateContent>
      <p:sp>
        <p:nvSpPr>
          <p:cNvPr id="14" name="矩形 13">
            <a:extLst>
              <a:ext uri="{FF2B5EF4-FFF2-40B4-BE49-F238E27FC236}">
                <a16:creationId xmlns:a16="http://schemas.microsoft.com/office/drawing/2014/main" id="{DADA2865-A497-48F5-AA81-E69267E5295D}"/>
              </a:ext>
            </a:extLst>
          </p:cNvPr>
          <p:cNvSpPr/>
          <p:nvPr/>
        </p:nvSpPr>
        <p:spPr>
          <a:xfrm>
            <a:off x="1056633" y="3143553"/>
            <a:ext cx="256976" cy="256976"/>
          </a:xfrm>
          <a:prstGeom prst="rect">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mc:AlternateContent xmlns:mc="http://schemas.openxmlformats.org/markup-compatibility/2006" xmlns:a14="http://schemas.microsoft.com/office/drawing/2010/main">
        <mc:Choice Requires="a14">
          <p:sp>
            <p:nvSpPr>
              <p:cNvPr id="15" name="íşlïḍè">
                <a:extLst>
                  <a:ext uri="{FF2B5EF4-FFF2-40B4-BE49-F238E27FC236}">
                    <a16:creationId xmlns:a16="http://schemas.microsoft.com/office/drawing/2014/main" id="{F00E38D7-58F4-4755-A102-E837D41FD2BB}"/>
                  </a:ext>
                </a:extLst>
              </p:cNvPr>
              <p:cNvSpPr txBox="1"/>
              <p:nvPr/>
            </p:nvSpPr>
            <p:spPr>
              <a:xfrm>
                <a:off x="1373861" y="3089231"/>
                <a:ext cx="10684378" cy="923603"/>
              </a:xfrm>
              <a:prstGeom prst="rect">
                <a:avLst/>
              </a:prstGeom>
              <a:noFill/>
            </p:spPr>
            <p:txBody>
              <a:bodyPr wrap="square" lIns="91440" tIns="45720" rIns="91440" bIns="45720" anchor="ctr">
                <a:noAutofit/>
              </a:bodyPr>
              <a:lstStyle/>
              <a:p>
                <a:r>
                  <a:rPr lang="zh-CN" altLang="en-US" b="1" dirty="0">
                    <a:latin typeface="Arial Narrow" panose="020B0606020202030204" pitchFamily="34" charset="0"/>
                  </a:rPr>
                  <a:t>从争用期的概念可以看出，共享总线以太网上的每一个站点从发送帧开始，到之后的一小段时间内，都有可能遭遇碰撞，而</a:t>
                </a:r>
                <a:r>
                  <a:rPr lang="zh-CN" altLang="en-US" b="1" dirty="0">
                    <a:solidFill>
                      <a:schemeClr val="accent1">
                        <a:lumMod val="75000"/>
                      </a:schemeClr>
                    </a:solidFill>
                    <a:latin typeface="Arial Narrow" panose="020B0606020202030204" pitchFamily="34" charset="0"/>
                  </a:rPr>
                  <a:t>这一小段时间的长短是不确定</a:t>
                </a:r>
                <a:r>
                  <a:rPr lang="zh-CN" altLang="en-US" b="1" dirty="0">
                    <a:latin typeface="Arial Narrow" panose="020B0606020202030204" pitchFamily="34" charset="0"/>
                  </a:rPr>
                  <a:t>的，它</a:t>
                </a:r>
                <a:r>
                  <a:rPr lang="zh-CN" altLang="en-US" b="1" dirty="0">
                    <a:solidFill>
                      <a:schemeClr val="accent1">
                        <a:lumMod val="75000"/>
                      </a:schemeClr>
                    </a:solidFill>
                    <a:latin typeface="Arial Narrow" panose="020B0606020202030204" pitchFamily="34" charset="0"/>
                  </a:rPr>
                  <a:t>取决于另一个发送帧的站点与本站点的距离</a:t>
                </a:r>
                <a:r>
                  <a:rPr lang="zh-CN" altLang="en-US" b="1" dirty="0">
                    <a:latin typeface="Arial Narrow" panose="020B0606020202030204" pitchFamily="34" charset="0"/>
                  </a:rPr>
                  <a:t>，但不会超过总线的端到端往返传播时延，即一个争用期</a:t>
                </a:r>
                <a14:m>
                  <m:oMath xmlns:m="http://schemas.openxmlformats.org/officeDocument/2006/math">
                    <m:r>
                      <a:rPr lang="en-US" altLang="zh-CN" b="1" i="1" dirty="0">
                        <a:latin typeface="Cambria Math" panose="02040503050406030204" pitchFamily="18" charset="0"/>
                      </a:rPr>
                      <m:t>𝟐</m:t>
                    </m:r>
                    <m:r>
                      <a:rPr lang="el-GR" altLang="zh-CN" b="1" i="1" dirty="0">
                        <a:latin typeface="Cambria Math" panose="02040503050406030204" pitchFamily="18" charset="0"/>
                      </a:rPr>
                      <m:t>𝝉</m:t>
                    </m:r>
                    <m:r>
                      <a:rPr lang="el-GR" altLang="zh-CN" b="1" i="1" dirty="0">
                        <a:latin typeface="Cambria Math" panose="02040503050406030204" pitchFamily="18" charset="0"/>
                      </a:rPr>
                      <m:t> </m:t>
                    </m:r>
                  </m:oMath>
                </a14:m>
                <a:r>
                  <a:rPr lang="zh-CN" altLang="en-US" b="1" dirty="0">
                    <a:latin typeface="Arial Narrow" panose="020B0606020202030204" pitchFamily="34" charset="0"/>
                  </a:rPr>
                  <a:t>。</a:t>
                </a:r>
              </a:p>
            </p:txBody>
          </p:sp>
        </mc:Choice>
        <mc:Fallback xmlns="">
          <p:sp>
            <p:nvSpPr>
              <p:cNvPr id="15" name="íşlïḍè">
                <a:extLst>
                  <a:ext uri="{FF2B5EF4-FFF2-40B4-BE49-F238E27FC236}">
                    <a16:creationId xmlns:a16="http://schemas.microsoft.com/office/drawing/2014/main" id="{F00E38D7-58F4-4755-A102-E837D41FD2BB}"/>
                  </a:ext>
                </a:extLst>
              </p:cNvPr>
              <p:cNvSpPr txBox="1">
                <a:spLocks noRot="1" noChangeAspect="1" noMove="1" noResize="1" noEditPoints="1" noAdjustHandles="1" noChangeArrowheads="1" noChangeShapeType="1" noTextEdit="1"/>
              </p:cNvSpPr>
              <p:nvPr/>
            </p:nvSpPr>
            <p:spPr>
              <a:xfrm>
                <a:off x="1373861" y="3089231"/>
                <a:ext cx="10684378" cy="923603"/>
              </a:xfrm>
              <a:prstGeom prst="rect">
                <a:avLst/>
              </a:prstGeom>
              <a:blipFill>
                <a:blip r:embed="rId6"/>
                <a:stretch>
                  <a:fillRect l="-456" t="-3311" b="-10596"/>
                </a:stretch>
              </a:blipFill>
            </p:spPr>
            <p:txBody>
              <a:bodyPr/>
              <a:lstStyle/>
              <a:p>
                <a:r>
                  <a:rPr lang="zh-CN" altLang="en-US">
                    <a:noFill/>
                  </a:rPr>
                  <a:t> </a:t>
                </a:r>
              </a:p>
            </p:txBody>
          </p:sp>
        </mc:Fallback>
      </mc:AlternateContent>
      <p:sp>
        <p:nvSpPr>
          <p:cNvPr id="16" name="矩形 15">
            <a:extLst>
              <a:ext uri="{FF2B5EF4-FFF2-40B4-BE49-F238E27FC236}">
                <a16:creationId xmlns:a16="http://schemas.microsoft.com/office/drawing/2014/main" id="{6290E123-A105-4A8E-BAED-54C5ACABE8BF}"/>
              </a:ext>
            </a:extLst>
          </p:cNvPr>
          <p:cNvSpPr/>
          <p:nvPr/>
        </p:nvSpPr>
        <p:spPr>
          <a:xfrm>
            <a:off x="1491905" y="4253118"/>
            <a:ext cx="256976" cy="256976"/>
          </a:xfrm>
          <a:prstGeom prst="rect">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17" name="íşlïḍè">
            <a:extLst>
              <a:ext uri="{FF2B5EF4-FFF2-40B4-BE49-F238E27FC236}">
                <a16:creationId xmlns:a16="http://schemas.microsoft.com/office/drawing/2014/main" id="{D85EB3C3-16AF-486E-97D7-783B6D756228}"/>
              </a:ext>
            </a:extLst>
          </p:cNvPr>
          <p:cNvSpPr txBox="1"/>
          <p:nvPr/>
        </p:nvSpPr>
        <p:spPr>
          <a:xfrm>
            <a:off x="1809133" y="4198797"/>
            <a:ext cx="10078067" cy="647522"/>
          </a:xfrm>
          <a:prstGeom prst="rect">
            <a:avLst/>
          </a:prstGeom>
          <a:noFill/>
        </p:spPr>
        <p:txBody>
          <a:bodyPr wrap="square" lIns="91440" tIns="45720" rIns="91440" bIns="45720" anchor="ctr">
            <a:noAutofit/>
          </a:bodyPr>
          <a:lstStyle/>
          <a:p>
            <a:r>
              <a:rPr lang="zh-CN" altLang="en-US" b="1" dirty="0">
                <a:latin typeface="Arial Narrow" panose="020B0606020202030204" pitchFamily="34" charset="0"/>
              </a:rPr>
              <a:t>很显然，总线的长度越长（单程端到端传播时延越大），网络中站点数量越多，发生碰撞的概率就越大。</a:t>
            </a:r>
          </a:p>
        </p:txBody>
      </p:sp>
      <p:sp>
        <p:nvSpPr>
          <p:cNvPr id="18" name="矩形 17">
            <a:extLst>
              <a:ext uri="{FF2B5EF4-FFF2-40B4-BE49-F238E27FC236}">
                <a16:creationId xmlns:a16="http://schemas.microsoft.com/office/drawing/2014/main" id="{02216669-5135-4C5A-865B-5BC225F602D0}"/>
              </a:ext>
            </a:extLst>
          </p:cNvPr>
          <p:cNvSpPr/>
          <p:nvPr/>
        </p:nvSpPr>
        <p:spPr>
          <a:xfrm>
            <a:off x="1491905" y="5030468"/>
            <a:ext cx="256976" cy="256976"/>
          </a:xfrm>
          <a:prstGeom prst="rect">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19" name="íşlïḍè">
            <a:extLst>
              <a:ext uri="{FF2B5EF4-FFF2-40B4-BE49-F238E27FC236}">
                <a16:creationId xmlns:a16="http://schemas.microsoft.com/office/drawing/2014/main" id="{130092CA-EF5D-4F09-AE52-6171947105B3}"/>
              </a:ext>
            </a:extLst>
          </p:cNvPr>
          <p:cNvSpPr txBox="1"/>
          <p:nvPr/>
        </p:nvSpPr>
        <p:spPr>
          <a:xfrm>
            <a:off x="1809133" y="4976147"/>
            <a:ext cx="10078067" cy="378685"/>
          </a:xfrm>
          <a:prstGeom prst="rect">
            <a:avLst/>
          </a:prstGeom>
          <a:noFill/>
        </p:spPr>
        <p:txBody>
          <a:bodyPr wrap="square" lIns="91440" tIns="45720" rIns="91440" bIns="45720" anchor="ctr">
            <a:noAutofit/>
          </a:bodyPr>
          <a:lstStyle/>
          <a:p>
            <a:r>
              <a:rPr lang="zh-CN" altLang="en-US" b="1" dirty="0">
                <a:latin typeface="Arial Narrow" panose="020B0606020202030204" pitchFamily="34" charset="0"/>
              </a:rPr>
              <a:t>因此，共享以太网的总线长度不能太长，接入的站点数量也不能太多。</a:t>
            </a:r>
          </a:p>
        </p:txBody>
      </p:sp>
      <p:sp>
        <p:nvSpPr>
          <p:cNvPr id="20" name="平行四边形 19">
            <a:extLst>
              <a:ext uri="{FF2B5EF4-FFF2-40B4-BE49-F238E27FC236}">
                <a16:creationId xmlns:a16="http://schemas.microsoft.com/office/drawing/2014/main" id="{BADD2ADE-B075-378D-1979-749D7612BD0F}"/>
              </a:ext>
            </a:extLst>
          </p:cNvPr>
          <p:cNvSpPr/>
          <p:nvPr/>
        </p:nvSpPr>
        <p:spPr>
          <a:xfrm>
            <a:off x="304799" y="749300"/>
            <a:ext cx="695119" cy="387090"/>
          </a:xfrm>
          <a:prstGeom prst="parallelogram">
            <a:avLst/>
          </a:prstGeom>
          <a:solidFill>
            <a:schemeClr val="accent3">
              <a:lumMod val="75000"/>
            </a:schemeClr>
          </a:solidFill>
          <a:ln>
            <a:solidFill>
              <a:schemeClr val="accent3">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CN" sz="2200" dirty="0">
                <a:latin typeface="Impact" panose="020B0806030902050204" pitchFamily="34" charset="0"/>
              </a:rPr>
              <a:t>02</a:t>
            </a:r>
            <a:endParaRPr lang="zh-CN" altLang="en-US" sz="2200" dirty="0">
              <a:latin typeface="Impact" panose="020B0806030902050204" pitchFamily="34" charset="0"/>
            </a:endParaRPr>
          </a:p>
        </p:txBody>
      </p:sp>
    </p:spTree>
    <p:custDataLst>
      <p:tags r:id="rId1"/>
    </p:custDataLst>
    <p:extLst>
      <p:ext uri="{BB962C8B-B14F-4D97-AF65-F5344CB8AC3E}">
        <p14:creationId xmlns:p14="http://schemas.microsoft.com/office/powerpoint/2010/main" val="236340174"/>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49" presetClass="entr" presetSubtype="0" decel="100000" fill="hold" grpId="0" nodeType="withEffect">
                                  <p:stCondLst>
                                    <p:cond delay="0"/>
                                  </p:stCondLst>
                                  <p:childTnLst>
                                    <p:set>
                                      <p:cBhvr>
                                        <p:cTn id="6" dur="1" fill="hold">
                                          <p:stCondLst>
                                            <p:cond delay="0"/>
                                          </p:stCondLst>
                                        </p:cTn>
                                        <p:tgtEl>
                                          <p:spTgt spid="11"/>
                                        </p:tgtEl>
                                        <p:attrNameLst>
                                          <p:attrName>style.visibility</p:attrName>
                                        </p:attrNameLst>
                                      </p:cBhvr>
                                      <p:to>
                                        <p:strVal val="visible"/>
                                      </p:to>
                                    </p:set>
                                    <p:anim calcmode="lin" valueType="num">
                                      <p:cBhvr>
                                        <p:cTn id="7" dur="500" fill="hold"/>
                                        <p:tgtEl>
                                          <p:spTgt spid="11"/>
                                        </p:tgtEl>
                                        <p:attrNameLst>
                                          <p:attrName>ppt_w</p:attrName>
                                        </p:attrNameLst>
                                      </p:cBhvr>
                                      <p:tavLst>
                                        <p:tav tm="0">
                                          <p:val>
                                            <p:fltVal val="0"/>
                                          </p:val>
                                        </p:tav>
                                        <p:tav tm="100000">
                                          <p:val>
                                            <p:strVal val="#ppt_w"/>
                                          </p:val>
                                        </p:tav>
                                      </p:tavLst>
                                    </p:anim>
                                    <p:anim calcmode="lin" valueType="num">
                                      <p:cBhvr>
                                        <p:cTn id="8" dur="500" fill="hold"/>
                                        <p:tgtEl>
                                          <p:spTgt spid="11"/>
                                        </p:tgtEl>
                                        <p:attrNameLst>
                                          <p:attrName>ppt_h</p:attrName>
                                        </p:attrNameLst>
                                      </p:cBhvr>
                                      <p:tavLst>
                                        <p:tav tm="0">
                                          <p:val>
                                            <p:fltVal val="0"/>
                                          </p:val>
                                        </p:tav>
                                        <p:tav tm="100000">
                                          <p:val>
                                            <p:strVal val="#ppt_h"/>
                                          </p:val>
                                        </p:tav>
                                      </p:tavLst>
                                    </p:anim>
                                    <p:anim calcmode="lin" valueType="num">
                                      <p:cBhvr>
                                        <p:cTn id="9" dur="500" fill="hold"/>
                                        <p:tgtEl>
                                          <p:spTgt spid="11"/>
                                        </p:tgtEl>
                                        <p:attrNameLst>
                                          <p:attrName>style.rotation</p:attrName>
                                        </p:attrNameLst>
                                      </p:cBhvr>
                                      <p:tavLst>
                                        <p:tav tm="0">
                                          <p:val>
                                            <p:fltVal val="360"/>
                                          </p:val>
                                        </p:tav>
                                        <p:tav tm="100000">
                                          <p:val>
                                            <p:fltVal val="0"/>
                                          </p:val>
                                        </p:tav>
                                      </p:tavLst>
                                    </p:anim>
                                    <p:animEffect transition="in" filter="fade">
                                      <p:cBhvr>
                                        <p:cTn id="10" dur="500"/>
                                        <p:tgtEl>
                                          <p:spTgt spid="11"/>
                                        </p:tgtEl>
                                      </p:cBhvr>
                                    </p:animEffect>
                                  </p:childTnLst>
                                </p:cTn>
                              </p:par>
                            </p:childTnLst>
                          </p:cTn>
                        </p:par>
                        <p:par>
                          <p:cTn id="11" fill="hold">
                            <p:stCondLst>
                              <p:cond delay="500"/>
                            </p:stCondLst>
                            <p:childTnLst>
                              <p:par>
                                <p:cTn id="12" presetID="1" presetClass="entr" presetSubtype="0" fill="hold" grpId="0" nodeType="afterEffect">
                                  <p:stCondLst>
                                    <p:cond delay="0"/>
                                  </p:stCondLst>
                                  <p:iterate type="lt">
                                    <p:tmAbs val="100"/>
                                  </p:iterate>
                                  <p:childTnLst>
                                    <p:set>
                                      <p:cBhvr>
                                        <p:cTn id="13" dur="1" fill="hold">
                                          <p:stCondLst>
                                            <p:cond delay="0"/>
                                          </p:stCondLst>
                                        </p:cTn>
                                        <p:tgtEl>
                                          <p:spTgt spid="12"/>
                                        </p:tgtEl>
                                        <p:attrNameLst>
                                          <p:attrName>style.visibility</p:attrName>
                                        </p:attrNameLst>
                                      </p:cBhvr>
                                      <p:to>
                                        <p:strVal val="visible"/>
                                      </p:to>
                                    </p:set>
                                  </p:childTnLst>
                                </p:cTn>
                              </p:par>
                            </p:childTnLst>
                          </p:cTn>
                        </p:par>
                      </p:childTnLst>
                    </p:cTn>
                  </p:par>
                  <p:par>
                    <p:cTn id="14" fill="hold">
                      <p:stCondLst>
                        <p:cond delay="indefinite"/>
                      </p:stCondLst>
                      <p:childTnLst>
                        <p:par>
                          <p:cTn id="15" fill="hold">
                            <p:stCondLst>
                              <p:cond delay="0"/>
                            </p:stCondLst>
                            <p:childTnLst>
                              <p:par>
                                <p:cTn id="16" presetID="49" presetClass="entr" presetSubtype="0" decel="100000" fill="hold" grpId="0" nodeType="clickEffect">
                                  <p:stCondLst>
                                    <p:cond delay="0"/>
                                  </p:stCondLst>
                                  <p:childTnLst>
                                    <p:set>
                                      <p:cBhvr>
                                        <p:cTn id="17" dur="1" fill="hold">
                                          <p:stCondLst>
                                            <p:cond delay="0"/>
                                          </p:stCondLst>
                                        </p:cTn>
                                        <p:tgtEl>
                                          <p:spTgt spid="14"/>
                                        </p:tgtEl>
                                        <p:attrNameLst>
                                          <p:attrName>style.visibility</p:attrName>
                                        </p:attrNameLst>
                                      </p:cBhvr>
                                      <p:to>
                                        <p:strVal val="visible"/>
                                      </p:to>
                                    </p:set>
                                    <p:anim calcmode="lin" valueType="num">
                                      <p:cBhvr>
                                        <p:cTn id="18" dur="500" fill="hold"/>
                                        <p:tgtEl>
                                          <p:spTgt spid="14"/>
                                        </p:tgtEl>
                                        <p:attrNameLst>
                                          <p:attrName>ppt_w</p:attrName>
                                        </p:attrNameLst>
                                      </p:cBhvr>
                                      <p:tavLst>
                                        <p:tav tm="0">
                                          <p:val>
                                            <p:fltVal val="0"/>
                                          </p:val>
                                        </p:tav>
                                        <p:tav tm="100000">
                                          <p:val>
                                            <p:strVal val="#ppt_w"/>
                                          </p:val>
                                        </p:tav>
                                      </p:tavLst>
                                    </p:anim>
                                    <p:anim calcmode="lin" valueType="num">
                                      <p:cBhvr>
                                        <p:cTn id="19" dur="500" fill="hold"/>
                                        <p:tgtEl>
                                          <p:spTgt spid="14"/>
                                        </p:tgtEl>
                                        <p:attrNameLst>
                                          <p:attrName>ppt_h</p:attrName>
                                        </p:attrNameLst>
                                      </p:cBhvr>
                                      <p:tavLst>
                                        <p:tav tm="0">
                                          <p:val>
                                            <p:fltVal val="0"/>
                                          </p:val>
                                        </p:tav>
                                        <p:tav tm="100000">
                                          <p:val>
                                            <p:strVal val="#ppt_h"/>
                                          </p:val>
                                        </p:tav>
                                      </p:tavLst>
                                    </p:anim>
                                    <p:anim calcmode="lin" valueType="num">
                                      <p:cBhvr>
                                        <p:cTn id="20" dur="500" fill="hold"/>
                                        <p:tgtEl>
                                          <p:spTgt spid="14"/>
                                        </p:tgtEl>
                                        <p:attrNameLst>
                                          <p:attrName>style.rotation</p:attrName>
                                        </p:attrNameLst>
                                      </p:cBhvr>
                                      <p:tavLst>
                                        <p:tav tm="0">
                                          <p:val>
                                            <p:fltVal val="360"/>
                                          </p:val>
                                        </p:tav>
                                        <p:tav tm="100000">
                                          <p:val>
                                            <p:fltVal val="0"/>
                                          </p:val>
                                        </p:tav>
                                      </p:tavLst>
                                    </p:anim>
                                    <p:animEffect transition="in" filter="fade">
                                      <p:cBhvr>
                                        <p:cTn id="21" dur="500"/>
                                        <p:tgtEl>
                                          <p:spTgt spid="14"/>
                                        </p:tgtEl>
                                      </p:cBhvr>
                                    </p:animEffect>
                                  </p:childTnLst>
                                </p:cTn>
                              </p:par>
                            </p:childTnLst>
                          </p:cTn>
                        </p:par>
                        <p:par>
                          <p:cTn id="22" fill="hold">
                            <p:stCondLst>
                              <p:cond delay="500"/>
                            </p:stCondLst>
                            <p:childTnLst>
                              <p:par>
                                <p:cTn id="23" presetID="1" presetClass="entr" presetSubtype="0" fill="hold" grpId="0" nodeType="afterEffect">
                                  <p:stCondLst>
                                    <p:cond delay="0"/>
                                  </p:stCondLst>
                                  <p:iterate type="lt">
                                    <p:tmAbs val="100"/>
                                  </p:iterate>
                                  <p:childTnLst>
                                    <p:set>
                                      <p:cBhvr>
                                        <p:cTn id="24" dur="1" fill="hold">
                                          <p:stCondLst>
                                            <p:cond delay="0"/>
                                          </p:stCondLst>
                                        </p:cTn>
                                        <p:tgtEl>
                                          <p:spTgt spid="15"/>
                                        </p:tgtEl>
                                        <p:attrNameLst>
                                          <p:attrName>style.visibility</p:attrName>
                                        </p:attrNameLst>
                                      </p:cBhvr>
                                      <p:to>
                                        <p:strVal val="visible"/>
                                      </p:to>
                                    </p:set>
                                  </p:childTnLst>
                                </p:cTn>
                              </p:par>
                            </p:childTnLst>
                          </p:cTn>
                        </p:par>
                      </p:childTnLst>
                    </p:cTn>
                  </p:par>
                  <p:par>
                    <p:cTn id="25" fill="hold">
                      <p:stCondLst>
                        <p:cond delay="indefinite"/>
                      </p:stCondLst>
                      <p:childTnLst>
                        <p:par>
                          <p:cTn id="26" fill="hold">
                            <p:stCondLst>
                              <p:cond delay="0"/>
                            </p:stCondLst>
                            <p:childTnLst>
                              <p:par>
                                <p:cTn id="27" presetID="49" presetClass="entr" presetSubtype="0" decel="100000" fill="hold" grpId="0" nodeType="clickEffect">
                                  <p:stCondLst>
                                    <p:cond delay="0"/>
                                  </p:stCondLst>
                                  <p:childTnLst>
                                    <p:set>
                                      <p:cBhvr>
                                        <p:cTn id="28" dur="1" fill="hold">
                                          <p:stCondLst>
                                            <p:cond delay="0"/>
                                          </p:stCondLst>
                                        </p:cTn>
                                        <p:tgtEl>
                                          <p:spTgt spid="16"/>
                                        </p:tgtEl>
                                        <p:attrNameLst>
                                          <p:attrName>style.visibility</p:attrName>
                                        </p:attrNameLst>
                                      </p:cBhvr>
                                      <p:to>
                                        <p:strVal val="visible"/>
                                      </p:to>
                                    </p:set>
                                    <p:anim calcmode="lin" valueType="num">
                                      <p:cBhvr>
                                        <p:cTn id="29" dur="500" fill="hold"/>
                                        <p:tgtEl>
                                          <p:spTgt spid="16"/>
                                        </p:tgtEl>
                                        <p:attrNameLst>
                                          <p:attrName>ppt_w</p:attrName>
                                        </p:attrNameLst>
                                      </p:cBhvr>
                                      <p:tavLst>
                                        <p:tav tm="0">
                                          <p:val>
                                            <p:fltVal val="0"/>
                                          </p:val>
                                        </p:tav>
                                        <p:tav tm="100000">
                                          <p:val>
                                            <p:strVal val="#ppt_w"/>
                                          </p:val>
                                        </p:tav>
                                      </p:tavLst>
                                    </p:anim>
                                    <p:anim calcmode="lin" valueType="num">
                                      <p:cBhvr>
                                        <p:cTn id="30" dur="500" fill="hold"/>
                                        <p:tgtEl>
                                          <p:spTgt spid="16"/>
                                        </p:tgtEl>
                                        <p:attrNameLst>
                                          <p:attrName>ppt_h</p:attrName>
                                        </p:attrNameLst>
                                      </p:cBhvr>
                                      <p:tavLst>
                                        <p:tav tm="0">
                                          <p:val>
                                            <p:fltVal val="0"/>
                                          </p:val>
                                        </p:tav>
                                        <p:tav tm="100000">
                                          <p:val>
                                            <p:strVal val="#ppt_h"/>
                                          </p:val>
                                        </p:tav>
                                      </p:tavLst>
                                    </p:anim>
                                    <p:anim calcmode="lin" valueType="num">
                                      <p:cBhvr>
                                        <p:cTn id="31" dur="500" fill="hold"/>
                                        <p:tgtEl>
                                          <p:spTgt spid="16"/>
                                        </p:tgtEl>
                                        <p:attrNameLst>
                                          <p:attrName>style.rotation</p:attrName>
                                        </p:attrNameLst>
                                      </p:cBhvr>
                                      <p:tavLst>
                                        <p:tav tm="0">
                                          <p:val>
                                            <p:fltVal val="360"/>
                                          </p:val>
                                        </p:tav>
                                        <p:tav tm="100000">
                                          <p:val>
                                            <p:fltVal val="0"/>
                                          </p:val>
                                        </p:tav>
                                      </p:tavLst>
                                    </p:anim>
                                    <p:animEffect transition="in" filter="fade">
                                      <p:cBhvr>
                                        <p:cTn id="32" dur="500"/>
                                        <p:tgtEl>
                                          <p:spTgt spid="16"/>
                                        </p:tgtEl>
                                      </p:cBhvr>
                                    </p:animEffect>
                                  </p:childTnLst>
                                </p:cTn>
                              </p:par>
                            </p:childTnLst>
                          </p:cTn>
                        </p:par>
                        <p:par>
                          <p:cTn id="33" fill="hold">
                            <p:stCondLst>
                              <p:cond delay="500"/>
                            </p:stCondLst>
                            <p:childTnLst>
                              <p:par>
                                <p:cTn id="34" presetID="1" presetClass="entr" presetSubtype="0" fill="hold" grpId="0" nodeType="afterEffect">
                                  <p:stCondLst>
                                    <p:cond delay="0"/>
                                  </p:stCondLst>
                                  <p:iterate type="lt">
                                    <p:tmAbs val="100"/>
                                  </p:iterate>
                                  <p:childTnLst>
                                    <p:set>
                                      <p:cBhvr>
                                        <p:cTn id="35" dur="1" fill="hold">
                                          <p:stCondLst>
                                            <p:cond delay="0"/>
                                          </p:stCondLst>
                                        </p:cTn>
                                        <p:tgtEl>
                                          <p:spTgt spid="17"/>
                                        </p:tgtEl>
                                        <p:attrNameLst>
                                          <p:attrName>style.visibility</p:attrName>
                                        </p:attrNameLst>
                                      </p:cBhvr>
                                      <p:to>
                                        <p:strVal val="visible"/>
                                      </p:to>
                                    </p:set>
                                  </p:childTnLst>
                                </p:cTn>
                              </p:par>
                            </p:childTnLst>
                          </p:cTn>
                        </p:par>
                      </p:childTnLst>
                    </p:cTn>
                  </p:par>
                  <p:par>
                    <p:cTn id="36" fill="hold">
                      <p:stCondLst>
                        <p:cond delay="indefinite"/>
                      </p:stCondLst>
                      <p:childTnLst>
                        <p:par>
                          <p:cTn id="37" fill="hold">
                            <p:stCondLst>
                              <p:cond delay="0"/>
                            </p:stCondLst>
                            <p:childTnLst>
                              <p:par>
                                <p:cTn id="38" presetID="49" presetClass="entr" presetSubtype="0" decel="100000" fill="hold" grpId="0" nodeType="clickEffect">
                                  <p:stCondLst>
                                    <p:cond delay="0"/>
                                  </p:stCondLst>
                                  <p:childTnLst>
                                    <p:set>
                                      <p:cBhvr>
                                        <p:cTn id="39" dur="1" fill="hold">
                                          <p:stCondLst>
                                            <p:cond delay="0"/>
                                          </p:stCondLst>
                                        </p:cTn>
                                        <p:tgtEl>
                                          <p:spTgt spid="18"/>
                                        </p:tgtEl>
                                        <p:attrNameLst>
                                          <p:attrName>style.visibility</p:attrName>
                                        </p:attrNameLst>
                                      </p:cBhvr>
                                      <p:to>
                                        <p:strVal val="visible"/>
                                      </p:to>
                                    </p:set>
                                    <p:anim calcmode="lin" valueType="num">
                                      <p:cBhvr>
                                        <p:cTn id="40" dur="500" fill="hold"/>
                                        <p:tgtEl>
                                          <p:spTgt spid="18"/>
                                        </p:tgtEl>
                                        <p:attrNameLst>
                                          <p:attrName>ppt_w</p:attrName>
                                        </p:attrNameLst>
                                      </p:cBhvr>
                                      <p:tavLst>
                                        <p:tav tm="0">
                                          <p:val>
                                            <p:fltVal val="0"/>
                                          </p:val>
                                        </p:tav>
                                        <p:tav tm="100000">
                                          <p:val>
                                            <p:strVal val="#ppt_w"/>
                                          </p:val>
                                        </p:tav>
                                      </p:tavLst>
                                    </p:anim>
                                    <p:anim calcmode="lin" valueType="num">
                                      <p:cBhvr>
                                        <p:cTn id="41" dur="500" fill="hold"/>
                                        <p:tgtEl>
                                          <p:spTgt spid="18"/>
                                        </p:tgtEl>
                                        <p:attrNameLst>
                                          <p:attrName>ppt_h</p:attrName>
                                        </p:attrNameLst>
                                      </p:cBhvr>
                                      <p:tavLst>
                                        <p:tav tm="0">
                                          <p:val>
                                            <p:fltVal val="0"/>
                                          </p:val>
                                        </p:tav>
                                        <p:tav tm="100000">
                                          <p:val>
                                            <p:strVal val="#ppt_h"/>
                                          </p:val>
                                        </p:tav>
                                      </p:tavLst>
                                    </p:anim>
                                    <p:anim calcmode="lin" valueType="num">
                                      <p:cBhvr>
                                        <p:cTn id="42" dur="500" fill="hold"/>
                                        <p:tgtEl>
                                          <p:spTgt spid="18"/>
                                        </p:tgtEl>
                                        <p:attrNameLst>
                                          <p:attrName>style.rotation</p:attrName>
                                        </p:attrNameLst>
                                      </p:cBhvr>
                                      <p:tavLst>
                                        <p:tav tm="0">
                                          <p:val>
                                            <p:fltVal val="360"/>
                                          </p:val>
                                        </p:tav>
                                        <p:tav tm="100000">
                                          <p:val>
                                            <p:fltVal val="0"/>
                                          </p:val>
                                        </p:tav>
                                      </p:tavLst>
                                    </p:anim>
                                    <p:animEffect transition="in" filter="fade">
                                      <p:cBhvr>
                                        <p:cTn id="43" dur="500"/>
                                        <p:tgtEl>
                                          <p:spTgt spid="18"/>
                                        </p:tgtEl>
                                      </p:cBhvr>
                                    </p:animEffect>
                                  </p:childTnLst>
                                </p:cTn>
                              </p:par>
                            </p:childTnLst>
                          </p:cTn>
                        </p:par>
                        <p:par>
                          <p:cTn id="44" fill="hold">
                            <p:stCondLst>
                              <p:cond delay="500"/>
                            </p:stCondLst>
                            <p:childTnLst>
                              <p:par>
                                <p:cTn id="45" presetID="1" presetClass="entr" presetSubtype="0" fill="hold" grpId="0" nodeType="afterEffect">
                                  <p:stCondLst>
                                    <p:cond delay="0"/>
                                  </p:stCondLst>
                                  <p:iterate type="lt">
                                    <p:tmAbs val="100"/>
                                  </p:iterate>
                                  <p:childTnLst>
                                    <p:set>
                                      <p:cBhvr>
                                        <p:cTn id="46" dur="1" fill="hold">
                                          <p:stCondLst>
                                            <p:cond delay="0"/>
                                          </p:stCondLst>
                                        </p:cTn>
                                        <p:tgtEl>
                                          <p:spTgt spid="19"/>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1" grpId="0" animBg="1"/>
      <p:bldP spid="12" grpId="0"/>
      <p:bldP spid="14" grpId="0" animBg="1"/>
      <p:bldP spid="15" grpId="0"/>
      <p:bldP spid="16" grpId="0" animBg="1"/>
      <p:bldP spid="17" grpId="0"/>
      <p:bldP spid="18" grpId="0" animBg="1"/>
      <p:bldP spid="19" grpId="0"/>
    </p:bldLst>
  </p:timing>
</p:sld>
</file>

<file path=ppt/slides/slide32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4" name="组合 3">
            <a:extLst>
              <a:ext uri="{FF2B5EF4-FFF2-40B4-BE49-F238E27FC236}">
                <a16:creationId xmlns:a16="http://schemas.microsoft.com/office/drawing/2014/main" id="{9A1EA9F2-FCB6-48C3-935F-7AE7E3AD14AC}"/>
              </a:ext>
            </a:extLst>
          </p:cNvPr>
          <p:cNvGrpSpPr/>
          <p:nvPr/>
        </p:nvGrpSpPr>
        <p:grpSpPr>
          <a:xfrm>
            <a:off x="304800" y="749300"/>
            <a:ext cx="6192344" cy="400110"/>
            <a:chOff x="424117" y="898245"/>
            <a:chExt cx="6192344" cy="400110"/>
          </a:xfrm>
        </p:grpSpPr>
        <p:sp>
          <p:nvSpPr>
            <p:cNvPr id="2" name="平行四边形 1">
              <a:extLst>
                <a:ext uri="{FF2B5EF4-FFF2-40B4-BE49-F238E27FC236}">
                  <a16:creationId xmlns:a16="http://schemas.microsoft.com/office/drawing/2014/main" id="{1F5BAA3F-9845-4F89-A2DD-8222D3E4EDAC}"/>
                </a:ext>
              </a:extLst>
            </p:cNvPr>
            <p:cNvSpPr/>
            <p:nvPr/>
          </p:nvSpPr>
          <p:spPr>
            <a:xfrm>
              <a:off x="424117" y="898245"/>
              <a:ext cx="628306" cy="387090"/>
            </a:xfrm>
            <a:prstGeom prst="parallelogram">
              <a:avLst/>
            </a:prstGeom>
            <a:solidFill>
              <a:schemeClr val="accent3">
                <a:lumMod val="75000"/>
              </a:schemeClr>
            </a:solidFill>
            <a:ln>
              <a:solidFill>
                <a:schemeClr val="accent3">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CN" sz="2200" dirty="0">
                  <a:latin typeface="Impact" panose="020B0806030902050204" pitchFamily="34" charset="0"/>
                </a:rPr>
                <a:t>01</a:t>
              </a:r>
              <a:endParaRPr lang="zh-CN" altLang="en-US" sz="2200" dirty="0">
                <a:latin typeface="Impact" panose="020B0806030902050204" pitchFamily="34" charset="0"/>
              </a:endParaRPr>
            </a:p>
          </p:txBody>
        </p:sp>
        <p:sp>
          <p:nvSpPr>
            <p:cNvPr id="3" name="文本框 2">
              <a:extLst>
                <a:ext uri="{FF2B5EF4-FFF2-40B4-BE49-F238E27FC236}">
                  <a16:creationId xmlns:a16="http://schemas.microsoft.com/office/drawing/2014/main" id="{4D6BD736-A4D3-4F26-AFED-36E11F50F70B}"/>
                </a:ext>
              </a:extLst>
            </p:cNvPr>
            <p:cNvSpPr txBox="1"/>
            <p:nvPr/>
          </p:nvSpPr>
          <p:spPr>
            <a:xfrm>
              <a:off x="1052423" y="898245"/>
              <a:ext cx="5564038" cy="400110"/>
            </a:xfrm>
            <a:prstGeom prst="rect">
              <a:avLst/>
            </a:prstGeom>
            <a:noFill/>
          </p:spPr>
          <p:txBody>
            <a:bodyPr wrap="square" rtlCol="0">
              <a:spAutoFit/>
            </a:bodyPr>
            <a:lstStyle/>
            <a:p>
              <a:r>
                <a:rPr lang="zh-CN" altLang="en-US" sz="2000" b="1" dirty="0"/>
                <a:t>共享式以太网的争用期</a:t>
              </a:r>
              <a:endParaRPr lang="en-US" altLang="zh-CN" sz="2000" b="1" dirty="0"/>
            </a:p>
          </p:txBody>
        </p:sp>
      </p:grpSp>
      <p:sp>
        <p:nvSpPr>
          <p:cNvPr id="76" name="矩形 75">
            <a:extLst>
              <a:ext uri="{FF2B5EF4-FFF2-40B4-BE49-F238E27FC236}">
                <a16:creationId xmlns:a16="http://schemas.microsoft.com/office/drawing/2014/main" id="{3938C4DC-477E-4EF9-A488-D71B7069C3F3}"/>
              </a:ext>
            </a:extLst>
          </p:cNvPr>
          <p:cNvSpPr/>
          <p:nvPr/>
        </p:nvSpPr>
        <p:spPr>
          <a:xfrm>
            <a:off x="1056633" y="1335374"/>
            <a:ext cx="256976" cy="256976"/>
          </a:xfrm>
          <a:prstGeom prst="rect">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mc:AlternateContent xmlns:mc="http://schemas.openxmlformats.org/markup-compatibility/2006" xmlns:a14="http://schemas.microsoft.com/office/drawing/2010/main">
        <mc:Choice Requires="a14">
          <p:sp>
            <p:nvSpPr>
              <p:cNvPr id="77" name="íşlïḍè">
                <a:extLst>
                  <a:ext uri="{FF2B5EF4-FFF2-40B4-BE49-F238E27FC236}">
                    <a16:creationId xmlns:a16="http://schemas.microsoft.com/office/drawing/2014/main" id="{F1087E1D-5451-4438-95B8-191C8BA2FEEB}"/>
                  </a:ext>
                </a:extLst>
              </p:cNvPr>
              <p:cNvSpPr txBox="1"/>
              <p:nvPr/>
            </p:nvSpPr>
            <p:spPr>
              <a:xfrm>
                <a:off x="1373861" y="1281053"/>
                <a:ext cx="10684378" cy="400110"/>
              </a:xfrm>
              <a:prstGeom prst="rect">
                <a:avLst/>
              </a:prstGeom>
              <a:noFill/>
            </p:spPr>
            <p:txBody>
              <a:bodyPr wrap="square" lIns="91440" tIns="45720" rIns="91440" bIns="45720" anchor="ctr">
                <a:noAutofit/>
              </a:bodyPr>
              <a:lstStyle/>
              <a:p>
                <a14:m>
                  <m:oMath xmlns:m="http://schemas.openxmlformats.org/officeDocument/2006/math">
                    <m:r>
                      <a:rPr lang="en-US" altLang="zh-CN" b="1" i="1" dirty="0" smtClean="0">
                        <a:latin typeface="Cambria Math" panose="02040503050406030204" pitchFamily="18" charset="0"/>
                      </a:rPr>
                      <m:t>𝟏𝟎</m:t>
                    </m:r>
                    <m:r>
                      <a:rPr lang="en-US" altLang="zh-CN" b="1" i="1" dirty="0" smtClean="0">
                        <a:latin typeface="Cambria Math" panose="02040503050406030204" pitchFamily="18" charset="0"/>
                      </a:rPr>
                      <m:t>𝑴𝒃</m:t>
                    </m:r>
                    <m:r>
                      <a:rPr lang="en-US" altLang="zh-CN" b="1" i="1" dirty="0" smtClean="0">
                        <a:latin typeface="Cambria Math" panose="02040503050406030204" pitchFamily="18" charset="0"/>
                      </a:rPr>
                      <m:t>/</m:t>
                    </m:r>
                    <m:r>
                      <a:rPr lang="en-US" altLang="zh-CN" b="1" i="1" dirty="0" smtClean="0">
                        <a:latin typeface="Cambria Math" panose="02040503050406030204" pitchFamily="18" charset="0"/>
                      </a:rPr>
                      <m:t>𝒔</m:t>
                    </m:r>
                  </m:oMath>
                </a14:m>
                <a:r>
                  <a:rPr lang="zh-CN" altLang="en-US" b="1" dirty="0">
                    <a:latin typeface="Arial Narrow" panose="020B0606020202030204" pitchFamily="34" charset="0"/>
                  </a:rPr>
                  <a:t>共享总线以太网（传统以太网）规定：</a:t>
                </a:r>
                <a:r>
                  <a:rPr lang="zh-CN" altLang="en-US" b="1" dirty="0">
                    <a:solidFill>
                      <a:schemeClr val="accent1">
                        <a:lumMod val="75000"/>
                      </a:schemeClr>
                    </a:solidFill>
                    <a:latin typeface="Arial Narrow" panose="020B0606020202030204" pitchFamily="34" charset="0"/>
                  </a:rPr>
                  <a:t>争用期</a:t>
                </a:r>
                <a14:m>
                  <m:oMath xmlns:m="http://schemas.openxmlformats.org/officeDocument/2006/math">
                    <m:r>
                      <a:rPr lang="en-US" altLang="zh-CN" b="1" i="1" dirty="0">
                        <a:solidFill>
                          <a:schemeClr val="accent1">
                            <a:lumMod val="75000"/>
                          </a:schemeClr>
                        </a:solidFill>
                        <a:latin typeface="Cambria Math" panose="02040503050406030204" pitchFamily="18" charset="0"/>
                      </a:rPr>
                      <m:t>𝟐</m:t>
                    </m:r>
                    <m:r>
                      <a:rPr lang="el-GR" altLang="zh-CN" b="1" i="1" dirty="0">
                        <a:solidFill>
                          <a:schemeClr val="accent1">
                            <a:lumMod val="75000"/>
                          </a:schemeClr>
                        </a:solidFill>
                        <a:latin typeface="Cambria Math" panose="02040503050406030204" pitchFamily="18" charset="0"/>
                      </a:rPr>
                      <m:t>𝝉</m:t>
                    </m:r>
                    <m:r>
                      <a:rPr lang="el-GR" altLang="zh-CN" b="1" i="1" dirty="0">
                        <a:solidFill>
                          <a:schemeClr val="accent1">
                            <a:lumMod val="75000"/>
                          </a:schemeClr>
                        </a:solidFill>
                        <a:latin typeface="Cambria Math" panose="02040503050406030204" pitchFamily="18" charset="0"/>
                      </a:rPr>
                      <m:t> </m:t>
                    </m:r>
                  </m:oMath>
                </a14:m>
                <a:r>
                  <a:rPr lang="zh-CN" altLang="en-US" b="1" dirty="0">
                    <a:solidFill>
                      <a:schemeClr val="accent1">
                        <a:lumMod val="75000"/>
                      </a:schemeClr>
                    </a:solidFill>
                    <a:latin typeface="Arial Narrow" panose="020B0606020202030204" pitchFamily="34" charset="0"/>
                  </a:rPr>
                  <a:t>的值为</a:t>
                </a:r>
                <a14:m>
                  <m:oMath xmlns:m="http://schemas.openxmlformats.org/officeDocument/2006/math">
                    <m:r>
                      <a:rPr lang="en-US" altLang="zh-CN" b="1" i="1" dirty="0" smtClean="0">
                        <a:solidFill>
                          <a:schemeClr val="accent1">
                            <a:lumMod val="75000"/>
                          </a:schemeClr>
                        </a:solidFill>
                        <a:latin typeface="Cambria Math" panose="02040503050406030204" pitchFamily="18" charset="0"/>
                      </a:rPr>
                      <m:t>𝟓𝟏𝟐</m:t>
                    </m:r>
                  </m:oMath>
                </a14:m>
                <a:r>
                  <a:rPr lang="zh-CN" altLang="en-US" b="1" dirty="0">
                    <a:solidFill>
                      <a:schemeClr val="accent1">
                        <a:lumMod val="75000"/>
                      </a:schemeClr>
                    </a:solidFill>
                    <a:latin typeface="Arial Narrow" panose="020B0606020202030204" pitchFamily="34" charset="0"/>
                  </a:rPr>
                  <a:t>比特的发送时间</a:t>
                </a:r>
                <a:r>
                  <a:rPr lang="zh-CN" altLang="en-US" b="1" dirty="0">
                    <a:latin typeface="Arial Narrow" panose="020B0606020202030204" pitchFamily="34" charset="0"/>
                  </a:rPr>
                  <a:t>，即</a:t>
                </a:r>
                <a14:m>
                  <m:oMath xmlns:m="http://schemas.openxmlformats.org/officeDocument/2006/math">
                    <m:r>
                      <a:rPr lang="en-US" altLang="zh-CN" b="1" i="1" dirty="0" smtClean="0">
                        <a:latin typeface="Cambria Math" panose="02040503050406030204" pitchFamily="18" charset="0"/>
                      </a:rPr>
                      <m:t>𝟓𝟏</m:t>
                    </m:r>
                    <m:r>
                      <a:rPr lang="en-US" altLang="zh-CN" b="1" i="1" dirty="0" smtClean="0">
                        <a:latin typeface="Cambria Math" panose="02040503050406030204" pitchFamily="18" charset="0"/>
                      </a:rPr>
                      <m:t>.</m:t>
                    </m:r>
                    <m:r>
                      <a:rPr lang="en-US" altLang="zh-CN" b="1" i="1" dirty="0" smtClean="0">
                        <a:latin typeface="Cambria Math" panose="02040503050406030204" pitchFamily="18" charset="0"/>
                      </a:rPr>
                      <m:t>𝟐</m:t>
                    </m:r>
                    <m:r>
                      <a:rPr lang="zh-CN" altLang="en-US" b="1" i="1" dirty="0" smtClean="0">
                        <a:latin typeface="Cambria Math" panose="02040503050406030204" pitchFamily="18" charset="0"/>
                      </a:rPr>
                      <m:t>𝝁</m:t>
                    </m:r>
                    <m:r>
                      <m:rPr>
                        <m:sty m:val="p"/>
                      </m:rPr>
                      <a:rPr lang="en-US" altLang="zh-CN" b="1" i="1" dirty="0">
                        <a:latin typeface="Cambria Math" panose="02040503050406030204" pitchFamily="18" charset="0"/>
                      </a:rPr>
                      <m:t>s</m:t>
                    </m:r>
                    <m:r>
                      <a:rPr lang="el-GR" altLang="zh-CN" b="1" i="1" dirty="0" smtClean="0">
                        <a:latin typeface="Cambria Math" panose="02040503050406030204" pitchFamily="18" charset="0"/>
                      </a:rPr>
                      <m:t> </m:t>
                    </m:r>
                  </m:oMath>
                </a14:m>
                <a:r>
                  <a:rPr lang="zh-CN" altLang="en-US" b="1" dirty="0">
                    <a:latin typeface="Arial Narrow" panose="020B0606020202030204" pitchFamily="34" charset="0"/>
                  </a:rPr>
                  <a:t>。</a:t>
                </a:r>
              </a:p>
            </p:txBody>
          </p:sp>
        </mc:Choice>
        <mc:Fallback xmlns="">
          <p:sp>
            <p:nvSpPr>
              <p:cNvPr id="77" name="íşlïḍè">
                <a:extLst>
                  <a:ext uri="{FF2B5EF4-FFF2-40B4-BE49-F238E27FC236}">
                    <a16:creationId xmlns:a16="http://schemas.microsoft.com/office/drawing/2014/main" id="{F1087E1D-5451-4438-95B8-191C8BA2FEEB}"/>
                  </a:ext>
                </a:extLst>
              </p:cNvPr>
              <p:cNvSpPr txBox="1">
                <a:spLocks noRot="1" noChangeAspect="1" noMove="1" noResize="1" noEditPoints="1" noAdjustHandles="1" noChangeArrowheads="1" noChangeShapeType="1" noTextEdit="1"/>
              </p:cNvSpPr>
              <p:nvPr/>
            </p:nvSpPr>
            <p:spPr>
              <a:xfrm>
                <a:off x="1373861" y="1281053"/>
                <a:ext cx="10684378" cy="400110"/>
              </a:xfrm>
              <a:prstGeom prst="rect">
                <a:avLst/>
              </a:prstGeom>
              <a:blipFill>
                <a:blip r:embed="rId3"/>
                <a:stretch>
                  <a:fillRect t="-4545" b="-19697"/>
                </a:stretch>
              </a:blipFill>
            </p:spPr>
            <p:txBody>
              <a:bodyPr/>
              <a:lstStyle/>
              <a:p>
                <a:r>
                  <a:rPr lang="zh-CN" altLang="en-US">
                    <a:noFill/>
                  </a:rPr>
                  <a:t> </a:t>
                </a:r>
              </a:p>
            </p:txBody>
          </p:sp>
        </mc:Fallback>
      </mc:AlternateContent>
      <mc:AlternateContent xmlns:mc="http://schemas.openxmlformats.org/markup-compatibility/2006" xmlns:a14="http://schemas.microsoft.com/office/drawing/2010/main">
        <mc:Choice Requires="a14">
          <p:sp>
            <p:nvSpPr>
              <p:cNvPr id="5" name="文本框 4">
                <a:extLst>
                  <a:ext uri="{FF2B5EF4-FFF2-40B4-BE49-F238E27FC236}">
                    <a16:creationId xmlns:a16="http://schemas.microsoft.com/office/drawing/2014/main" id="{81836DA5-608F-4954-89C3-734E686F1AA2}"/>
                  </a:ext>
                </a:extLst>
              </p:cNvPr>
              <p:cNvSpPr txBox="1"/>
              <p:nvPr/>
            </p:nvSpPr>
            <p:spPr>
              <a:xfrm>
                <a:off x="1373861" y="1805951"/>
                <a:ext cx="5907419" cy="676852"/>
              </a:xfrm>
              <a:prstGeom prst="rect">
                <a:avLst/>
              </a:prstGeom>
              <a:noFill/>
            </p:spPr>
            <p:txBody>
              <a:bodyPr wrap="square" rtlCol="0">
                <a:spAutoFit/>
              </a:bodyPr>
              <a:lstStyle/>
              <a:p>
                <a:r>
                  <a:rPr lang="zh-CN" altLang="en-US" b="1" dirty="0">
                    <a:latin typeface="Arial Narrow" panose="020B0606020202030204" pitchFamily="34" charset="0"/>
                  </a:rPr>
                  <a:t>争用期</a:t>
                </a:r>
                <a14:m>
                  <m:oMath xmlns:m="http://schemas.openxmlformats.org/officeDocument/2006/math">
                    <m:r>
                      <a:rPr lang="en-US" altLang="zh-CN" sz="2400" b="1" i="1" dirty="0">
                        <a:latin typeface="Cambria Math" panose="02040503050406030204" pitchFamily="18" charset="0"/>
                      </a:rPr>
                      <m:t>𝟐</m:t>
                    </m:r>
                    <m:r>
                      <a:rPr lang="el-GR" altLang="zh-CN" sz="2400" b="1" i="1" dirty="0" smtClean="0">
                        <a:latin typeface="Cambria Math" panose="02040503050406030204" pitchFamily="18" charset="0"/>
                      </a:rPr>
                      <m:t>𝝉</m:t>
                    </m:r>
                    <m:r>
                      <a:rPr lang="el-GR" altLang="zh-CN" sz="2400" b="1" i="1" dirty="0" smtClean="0">
                        <a:latin typeface="Cambria Math" panose="02040503050406030204" pitchFamily="18" charset="0"/>
                        <a:ea typeface="Cambria Math" panose="02040503050406030204" pitchFamily="18" charset="0"/>
                      </a:rPr>
                      <m:t>=</m:t>
                    </m:r>
                    <m:f>
                      <m:fPr>
                        <m:ctrlPr>
                          <a:rPr lang="el-GR" altLang="zh-CN" sz="2400" b="1" i="1" dirty="0" smtClean="0">
                            <a:latin typeface="Cambria Math" panose="02040503050406030204" pitchFamily="18" charset="0"/>
                            <a:ea typeface="Cambria Math" panose="02040503050406030204" pitchFamily="18" charset="0"/>
                          </a:rPr>
                        </m:ctrlPr>
                      </m:fPr>
                      <m:num>
                        <m:r>
                          <a:rPr lang="en-US" altLang="zh-CN" sz="2400" b="1" i="1" dirty="0" smtClean="0">
                            <a:latin typeface="Cambria Math" panose="02040503050406030204" pitchFamily="18" charset="0"/>
                            <a:ea typeface="Cambria Math" panose="02040503050406030204" pitchFamily="18" charset="0"/>
                          </a:rPr>
                          <m:t>𝟓𝟏𝟐</m:t>
                        </m:r>
                        <m:r>
                          <a:rPr lang="en-US" altLang="zh-CN" sz="2400" b="1" i="1" dirty="0" smtClean="0">
                            <a:latin typeface="Cambria Math" panose="02040503050406030204" pitchFamily="18" charset="0"/>
                            <a:ea typeface="Cambria Math" panose="02040503050406030204" pitchFamily="18" charset="0"/>
                          </a:rPr>
                          <m:t> </m:t>
                        </m:r>
                        <m:r>
                          <a:rPr lang="en-US" altLang="zh-CN" sz="2400" b="1" i="1" dirty="0" smtClean="0">
                            <a:latin typeface="Cambria Math" panose="02040503050406030204" pitchFamily="18" charset="0"/>
                            <a:ea typeface="Cambria Math" panose="02040503050406030204" pitchFamily="18" charset="0"/>
                          </a:rPr>
                          <m:t>𝒃</m:t>
                        </m:r>
                      </m:num>
                      <m:den>
                        <m:r>
                          <a:rPr lang="en-US" altLang="zh-CN" sz="2400" b="1" i="1" dirty="0" smtClean="0">
                            <a:latin typeface="Cambria Math" panose="02040503050406030204" pitchFamily="18" charset="0"/>
                            <a:ea typeface="Cambria Math" panose="02040503050406030204" pitchFamily="18" charset="0"/>
                          </a:rPr>
                          <m:t>𝟏𝟎</m:t>
                        </m:r>
                        <m:r>
                          <a:rPr lang="en-US" altLang="zh-CN" sz="2400" b="1" i="1" dirty="0" smtClean="0">
                            <a:latin typeface="Cambria Math" panose="02040503050406030204" pitchFamily="18" charset="0"/>
                            <a:ea typeface="Cambria Math" panose="02040503050406030204" pitchFamily="18" charset="0"/>
                          </a:rPr>
                          <m:t> </m:t>
                        </m:r>
                        <m:r>
                          <a:rPr lang="en-US" altLang="zh-CN" sz="2400" b="1" i="1" dirty="0" smtClean="0">
                            <a:latin typeface="Cambria Math" panose="02040503050406030204" pitchFamily="18" charset="0"/>
                            <a:ea typeface="Cambria Math" panose="02040503050406030204" pitchFamily="18" charset="0"/>
                          </a:rPr>
                          <m:t>𝑴𝒃</m:t>
                        </m:r>
                        <m:r>
                          <a:rPr lang="en-US" altLang="zh-CN" sz="2400" b="1" i="1" dirty="0" smtClean="0">
                            <a:latin typeface="Cambria Math" panose="02040503050406030204" pitchFamily="18" charset="0"/>
                            <a:ea typeface="Cambria Math" panose="02040503050406030204" pitchFamily="18" charset="0"/>
                          </a:rPr>
                          <m:t>/</m:t>
                        </m:r>
                        <m:r>
                          <a:rPr lang="en-US" altLang="zh-CN" sz="2400" b="1" i="1" dirty="0" smtClean="0">
                            <a:latin typeface="Cambria Math" panose="02040503050406030204" pitchFamily="18" charset="0"/>
                            <a:ea typeface="Cambria Math" panose="02040503050406030204" pitchFamily="18" charset="0"/>
                          </a:rPr>
                          <m:t>𝒔</m:t>
                        </m:r>
                      </m:den>
                    </m:f>
                    <m:r>
                      <a:rPr lang="el-GR" altLang="zh-CN" sz="2400" b="1" i="1" dirty="0" smtClean="0">
                        <a:latin typeface="Cambria Math" panose="02040503050406030204" pitchFamily="18" charset="0"/>
                        <a:ea typeface="Cambria Math" panose="02040503050406030204" pitchFamily="18" charset="0"/>
                      </a:rPr>
                      <m:t>=</m:t>
                    </m:r>
                    <m:f>
                      <m:fPr>
                        <m:ctrlPr>
                          <a:rPr lang="el-GR" altLang="zh-CN" sz="2400" b="1" i="1" dirty="0" smtClean="0">
                            <a:latin typeface="Cambria Math" panose="02040503050406030204" pitchFamily="18" charset="0"/>
                            <a:ea typeface="Cambria Math" panose="02040503050406030204" pitchFamily="18" charset="0"/>
                          </a:rPr>
                        </m:ctrlPr>
                      </m:fPr>
                      <m:num>
                        <m:r>
                          <a:rPr lang="en-US" altLang="zh-CN" sz="2400" b="1" i="1" dirty="0" smtClean="0">
                            <a:latin typeface="Cambria Math" panose="02040503050406030204" pitchFamily="18" charset="0"/>
                            <a:ea typeface="Cambria Math" panose="02040503050406030204" pitchFamily="18" charset="0"/>
                          </a:rPr>
                          <m:t>𝟓𝟏𝟐</m:t>
                        </m:r>
                        <m:r>
                          <a:rPr lang="en-US" altLang="zh-CN" sz="2400" b="1" i="1" dirty="0" smtClean="0">
                            <a:latin typeface="Cambria Math" panose="02040503050406030204" pitchFamily="18" charset="0"/>
                            <a:ea typeface="Cambria Math" panose="02040503050406030204" pitchFamily="18" charset="0"/>
                          </a:rPr>
                          <m:t> </m:t>
                        </m:r>
                        <m:r>
                          <a:rPr lang="en-US" altLang="zh-CN" sz="2400" b="1" i="1" dirty="0" smtClean="0">
                            <a:latin typeface="Cambria Math" panose="02040503050406030204" pitchFamily="18" charset="0"/>
                            <a:ea typeface="Cambria Math" panose="02040503050406030204" pitchFamily="18" charset="0"/>
                          </a:rPr>
                          <m:t>𝒃</m:t>
                        </m:r>
                      </m:num>
                      <m:den>
                        <m:r>
                          <a:rPr lang="en-US" altLang="zh-CN" sz="2400" b="1" i="1" dirty="0" smtClean="0">
                            <a:latin typeface="Cambria Math" panose="02040503050406030204" pitchFamily="18" charset="0"/>
                            <a:ea typeface="Cambria Math" panose="02040503050406030204" pitchFamily="18" charset="0"/>
                          </a:rPr>
                          <m:t>𝟏𝟎</m:t>
                        </m:r>
                        <m:r>
                          <a:rPr lang="en-US" altLang="zh-CN" sz="2400" b="1" i="1" dirty="0" smtClean="0">
                            <a:latin typeface="Cambria Math" panose="02040503050406030204" pitchFamily="18" charset="0"/>
                            <a:ea typeface="Cambria Math" panose="02040503050406030204" pitchFamily="18" charset="0"/>
                          </a:rPr>
                          <m:t>×</m:t>
                        </m:r>
                        <m:sSup>
                          <m:sSupPr>
                            <m:ctrlPr>
                              <a:rPr lang="en-US" altLang="zh-CN" sz="2400" b="1" i="1" dirty="0" smtClean="0">
                                <a:latin typeface="Cambria Math" panose="02040503050406030204" pitchFamily="18" charset="0"/>
                                <a:ea typeface="Cambria Math" panose="02040503050406030204" pitchFamily="18" charset="0"/>
                              </a:rPr>
                            </m:ctrlPr>
                          </m:sSupPr>
                          <m:e>
                            <m:r>
                              <a:rPr lang="en-US" altLang="zh-CN" sz="2400" b="1" i="1" dirty="0" smtClean="0">
                                <a:latin typeface="Cambria Math" panose="02040503050406030204" pitchFamily="18" charset="0"/>
                                <a:ea typeface="Cambria Math" panose="02040503050406030204" pitchFamily="18" charset="0"/>
                              </a:rPr>
                              <m:t>𝟏𝟎</m:t>
                            </m:r>
                          </m:e>
                          <m:sup>
                            <m:r>
                              <a:rPr lang="en-US" altLang="zh-CN" sz="2400" b="1" i="1" dirty="0" smtClean="0">
                                <a:latin typeface="Cambria Math" panose="02040503050406030204" pitchFamily="18" charset="0"/>
                                <a:ea typeface="Cambria Math" panose="02040503050406030204" pitchFamily="18" charset="0"/>
                              </a:rPr>
                              <m:t>𝟔</m:t>
                            </m:r>
                          </m:sup>
                        </m:sSup>
                        <m:r>
                          <a:rPr lang="en-US" altLang="zh-CN" sz="2400" b="1" i="1" dirty="0" smtClean="0">
                            <a:latin typeface="Cambria Math" panose="02040503050406030204" pitchFamily="18" charset="0"/>
                            <a:ea typeface="Cambria Math" panose="02040503050406030204" pitchFamily="18" charset="0"/>
                          </a:rPr>
                          <m:t> </m:t>
                        </m:r>
                        <m:r>
                          <a:rPr lang="en-US" altLang="zh-CN" sz="2400" b="1" i="1" dirty="0" smtClean="0">
                            <a:latin typeface="Cambria Math" panose="02040503050406030204" pitchFamily="18" charset="0"/>
                            <a:ea typeface="Cambria Math" panose="02040503050406030204" pitchFamily="18" charset="0"/>
                          </a:rPr>
                          <m:t>𝒃</m:t>
                        </m:r>
                        <m:r>
                          <a:rPr lang="en-US" altLang="zh-CN" sz="2400" b="1" i="1" dirty="0" smtClean="0">
                            <a:latin typeface="Cambria Math" panose="02040503050406030204" pitchFamily="18" charset="0"/>
                            <a:ea typeface="Cambria Math" panose="02040503050406030204" pitchFamily="18" charset="0"/>
                          </a:rPr>
                          <m:t>/</m:t>
                        </m:r>
                        <m:r>
                          <a:rPr lang="en-US" altLang="zh-CN" sz="2400" b="1" i="1" dirty="0" smtClean="0">
                            <a:latin typeface="Cambria Math" panose="02040503050406030204" pitchFamily="18" charset="0"/>
                            <a:ea typeface="Cambria Math" panose="02040503050406030204" pitchFamily="18" charset="0"/>
                          </a:rPr>
                          <m:t>𝒔</m:t>
                        </m:r>
                      </m:den>
                    </m:f>
                    <m:r>
                      <a:rPr lang="el-GR" altLang="zh-CN" sz="2400" b="1" i="1" dirty="0" smtClean="0">
                        <a:latin typeface="Cambria Math" panose="02040503050406030204" pitchFamily="18" charset="0"/>
                        <a:ea typeface="Cambria Math" panose="02040503050406030204" pitchFamily="18" charset="0"/>
                      </a:rPr>
                      <m:t>=</m:t>
                    </m:r>
                    <m:r>
                      <a:rPr lang="en-US" altLang="zh-CN" sz="2400" b="1" i="1" dirty="0" smtClean="0">
                        <a:latin typeface="Cambria Math" panose="02040503050406030204" pitchFamily="18" charset="0"/>
                        <a:ea typeface="Cambria Math" panose="02040503050406030204" pitchFamily="18" charset="0"/>
                      </a:rPr>
                      <m:t>𝟓𝟏</m:t>
                    </m:r>
                    <m:r>
                      <a:rPr lang="en-US" altLang="zh-CN" sz="2400" b="1" i="1" dirty="0" smtClean="0">
                        <a:latin typeface="Cambria Math" panose="02040503050406030204" pitchFamily="18" charset="0"/>
                        <a:ea typeface="Cambria Math" panose="02040503050406030204" pitchFamily="18" charset="0"/>
                      </a:rPr>
                      <m:t>.</m:t>
                    </m:r>
                    <m:r>
                      <a:rPr lang="en-US" altLang="zh-CN" sz="2400" b="1" i="1" dirty="0" smtClean="0">
                        <a:latin typeface="Cambria Math" panose="02040503050406030204" pitchFamily="18" charset="0"/>
                        <a:ea typeface="Cambria Math" panose="02040503050406030204" pitchFamily="18" charset="0"/>
                      </a:rPr>
                      <m:t>𝟐</m:t>
                    </m:r>
                    <m:r>
                      <a:rPr lang="zh-CN" altLang="en-US" sz="2400" b="1" i="1" dirty="0" smtClean="0">
                        <a:latin typeface="Cambria Math" panose="02040503050406030204" pitchFamily="18" charset="0"/>
                        <a:ea typeface="Cambria Math" panose="02040503050406030204" pitchFamily="18" charset="0"/>
                      </a:rPr>
                      <m:t>𝝁</m:t>
                    </m:r>
                    <m:r>
                      <a:rPr lang="en-US" altLang="zh-CN" sz="2400" b="1" i="1" dirty="0" smtClean="0">
                        <a:latin typeface="Cambria Math" panose="02040503050406030204" pitchFamily="18" charset="0"/>
                        <a:ea typeface="Cambria Math" panose="02040503050406030204" pitchFamily="18" charset="0"/>
                      </a:rPr>
                      <m:t>𝒔</m:t>
                    </m:r>
                  </m:oMath>
                </a14:m>
                <a:endParaRPr lang="zh-CN" altLang="en-US" dirty="0"/>
              </a:p>
            </p:txBody>
          </p:sp>
        </mc:Choice>
        <mc:Fallback xmlns="">
          <p:sp>
            <p:nvSpPr>
              <p:cNvPr id="5" name="文本框 4">
                <a:extLst>
                  <a:ext uri="{FF2B5EF4-FFF2-40B4-BE49-F238E27FC236}">
                    <a16:creationId xmlns:a16="http://schemas.microsoft.com/office/drawing/2014/main" id="{81836DA5-608F-4954-89C3-734E686F1AA2}"/>
                  </a:ext>
                </a:extLst>
              </p:cNvPr>
              <p:cNvSpPr txBox="1">
                <a:spLocks noRot="1" noChangeAspect="1" noMove="1" noResize="1" noEditPoints="1" noAdjustHandles="1" noChangeArrowheads="1" noChangeShapeType="1" noTextEdit="1"/>
              </p:cNvSpPr>
              <p:nvPr/>
            </p:nvSpPr>
            <p:spPr>
              <a:xfrm>
                <a:off x="1373861" y="1805951"/>
                <a:ext cx="5907419" cy="676852"/>
              </a:xfrm>
              <a:prstGeom prst="rect">
                <a:avLst/>
              </a:prstGeom>
              <a:blipFill>
                <a:blip r:embed="rId4"/>
                <a:stretch>
                  <a:fillRect l="-826"/>
                </a:stretch>
              </a:blipFill>
            </p:spPr>
            <p:txBody>
              <a:bodyPr/>
              <a:lstStyle/>
              <a:p>
                <a:r>
                  <a:rPr lang="zh-CN" altLang="en-US">
                    <a:noFill/>
                  </a:rPr>
                  <a:t> </a:t>
                </a:r>
              </a:p>
            </p:txBody>
          </p:sp>
        </mc:Fallback>
      </mc:AlternateContent>
      <mc:AlternateContent xmlns:mc="http://schemas.openxmlformats.org/markup-compatibility/2006" xmlns:a14="http://schemas.microsoft.com/office/drawing/2010/main">
        <mc:Choice Requires="a14">
          <p:sp>
            <p:nvSpPr>
              <p:cNvPr id="12" name="文本框 11">
                <a:extLst>
                  <a:ext uri="{FF2B5EF4-FFF2-40B4-BE49-F238E27FC236}">
                    <a16:creationId xmlns:a16="http://schemas.microsoft.com/office/drawing/2014/main" id="{AC3C8CDA-29C7-44AD-ADA1-EF751691901D}"/>
                  </a:ext>
                </a:extLst>
              </p:cNvPr>
              <p:cNvSpPr txBox="1"/>
              <p:nvPr/>
            </p:nvSpPr>
            <p:spPr>
              <a:xfrm>
                <a:off x="1373861" y="2826945"/>
                <a:ext cx="5907419" cy="629531"/>
              </a:xfrm>
              <a:prstGeom prst="rect">
                <a:avLst/>
              </a:prstGeom>
              <a:noFill/>
            </p:spPr>
            <p:txBody>
              <a:bodyPr wrap="square" rtlCol="0">
                <a:spAutoFit/>
              </a:bodyPr>
              <a:lstStyle/>
              <a:p>
                <a:r>
                  <a:rPr lang="zh-CN" altLang="en-US" b="1" dirty="0">
                    <a:latin typeface="Arial Narrow" panose="020B0606020202030204" pitchFamily="34" charset="0"/>
                  </a:rPr>
                  <a:t>单程端到端传播时延</a:t>
                </a:r>
                <a14:m>
                  <m:oMath xmlns:m="http://schemas.openxmlformats.org/officeDocument/2006/math">
                    <m:r>
                      <a:rPr lang="el-GR" altLang="zh-CN" sz="2400" b="1" i="1" dirty="0" smtClean="0">
                        <a:latin typeface="Cambria Math" panose="02040503050406030204" pitchFamily="18" charset="0"/>
                      </a:rPr>
                      <m:t>𝝉</m:t>
                    </m:r>
                    <m:r>
                      <a:rPr lang="el-GR" altLang="zh-CN" sz="2400" b="1" i="1" dirty="0" smtClean="0">
                        <a:latin typeface="Cambria Math" panose="02040503050406030204" pitchFamily="18" charset="0"/>
                        <a:ea typeface="Cambria Math" panose="02040503050406030204" pitchFamily="18" charset="0"/>
                      </a:rPr>
                      <m:t>=</m:t>
                    </m:r>
                    <m:f>
                      <m:fPr>
                        <m:ctrlPr>
                          <a:rPr lang="el-GR" altLang="zh-CN" sz="2400" b="1" i="1" dirty="0" smtClean="0">
                            <a:latin typeface="Cambria Math" panose="02040503050406030204" pitchFamily="18" charset="0"/>
                            <a:ea typeface="Cambria Math" panose="02040503050406030204" pitchFamily="18" charset="0"/>
                          </a:rPr>
                        </m:ctrlPr>
                      </m:fPr>
                      <m:num>
                        <m:r>
                          <a:rPr lang="en-US" altLang="zh-CN" sz="2400" b="1" i="1" dirty="0" smtClean="0">
                            <a:latin typeface="Cambria Math" panose="02040503050406030204" pitchFamily="18" charset="0"/>
                            <a:ea typeface="Cambria Math" panose="02040503050406030204" pitchFamily="18" charset="0"/>
                          </a:rPr>
                          <m:t>𝟓𝟏</m:t>
                        </m:r>
                        <m:r>
                          <a:rPr lang="en-US" altLang="zh-CN" sz="2400" b="1" i="1" dirty="0" smtClean="0">
                            <a:latin typeface="Cambria Math" panose="02040503050406030204" pitchFamily="18" charset="0"/>
                            <a:ea typeface="Cambria Math" panose="02040503050406030204" pitchFamily="18" charset="0"/>
                          </a:rPr>
                          <m:t>.</m:t>
                        </m:r>
                        <m:r>
                          <a:rPr lang="en-US" altLang="zh-CN" sz="2400" b="1" i="1" dirty="0" smtClean="0">
                            <a:latin typeface="Cambria Math" panose="02040503050406030204" pitchFamily="18" charset="0"/>
                            <a:ea typeface="Cambria Math" panose="02040503050406030204" pitchFamily="18" charset="0"/>
                          </a:rPr>
                          <m:t>𝟐</m:t>
                        </m:r>
                        <m:r>
                          <a:rPr lang="en-US" altLang="zh-CN" sz="2400" b="1" i="1" dirty="0" smtClean="0">
                            <a:latin typeface="Cambria Math" panose="02040503050406030204" pitchFamily="18" charset="0"/>
                            <a:ea typeface="Cambria Math" panose="02040503050406030204" pitchFamily="18" charset="0"/>
                          </a:rPr>
                          <m:t> </m:t>
                        </m:r>
                        <m:r>
                          <a:rPr lang="zh-CN" altLang="en-US" sz="2400" b="1" i="1" dirty="0" smtClean="0">
                            <a:latin typeface="Cambria Math" panose="02040503050406030204" pitchFamily="18" charset="0"/>
                            <a:ea typeface="Cambria Math" panose="02040503050406030204" pitchFamily="18" charset="0"/>
                          </a:rPr>
                          <m:t>𝝁</m:t>
                        </m:r>
                        <m:r>
                          <a:rPr lang="en-US" altLang="zh-CN" sz="2400" b="1" i="1" dirty="0" smtClean="0">
                            <a:latin typeface="Cambria Math" panose="02040503050406030204" pitchFamily="18" charset="0"/>
                            <a:ea typeface="Cambria Math" panose="02040503050406030204" pitchFamily="18" charset="0"/>
                          </a:rPr>
                          <m:t>𝒔</m:t>
                        </m:r>
                      </m:num>
                      <m:den>
                        <m:r>
                          <a:rPr lang="en-US" altLang="zh-CN" sz="2400" b="1" i="1" dirty="0" smtClean="0">
                            <a:latin typeface="Cambria Math" panose="02040503050406030204" pitchFamily="18" charset="0"/>
                            <a:ea typeface="Cambria Math" panose="02040503050406030204" pitchFamily="18" charset="0"/>
                          </a:rPr>
                          <m:t>𝟐</m:t>
                        </m:r>
                      </m:den>
                    </m:f>
                    <m:r>
                      <a:rPr lang="el-GR" altLang="zh-CN" sz="2400" b="1" i="1" dirty="0" smtClean="0">
                        <a:latin typeface="Cambria Math" panose="02040503050406030204" pitchFamily="18" charset="0"/>
                        <a:ea typeface="Cambria Math" panose="02040503050406030204" pitchFamily="18" charset="0"/>
                      </a:rPr>
                      <m:t>=</m:t>
                    </m:r>
                    <m:r>
                      <a:rPr lang="en-US" altLang="zh-CN" sz="2400" b="1" i="1" dirty="0" smtClean="0">
                        <a:latin typeface="Cambria Math" panose="02040503050406030204" pitchFamily="18" charset="0"/>
                        <a:ea typeface="Cambria Math" panose="02040503050406030204" pitchFamily="18" charset="0"/>
                      </a:rPr>
                      <m:t>𝟐𝟓</m:t>
                    </m:r>
                    <m:r>
                      <a:rPr lang="en-US" altLang="zh-CN" sz="2400" b="1" i="1" dirty="0" smtClean="0">
                        <a:latin typeface="Cambria Math" panose="02040503050406030204" pitchFamily="18" charset="0"/>
                        <a:ea typeface="Cambria Math" panose="02040503050406030204" pitchFamily="18" charset="0"/>
                      </a:rPr>
                      <m:t>.</m:t>
                    </m:r>
                    <m:r>
                      <a:rPr lang="en-US" altLang="zh-CN" sz="2400" b="1" i="1" dirty="0" smtClean="0">
                        <a:latin typeface="Cambria Math" panose="02040503050406030204" pitchFamily="18" charset="0"/>
                        <a:ea typeface="Cambria Math" panose="02040503050406030204" pitchFamily="18" charset="0"/>
                      </a:rPr>
                      <m:t>𝟔</m:t>
                    </m:r>
                    <m:r>
                      <a:rPr lang="zh-CN" altLang="en-US" sz="2400" b="1" i="1" dirty="0">
                        <a:latin typeface="Cambria Math" panose="02040503050406030204" pitchFamily="18" charset="0"/>
                        <a:ea typeface="Cambria Math" panose="02040503050406030204" pitchFamily="18" charset="0"/>
                      </a:rPr>
                      <m:t>𝝁</m:t>
                    </m:r>
                    <m:r>
                      <a:rPr lang="en-US" altLang="zh-CN" sz="2400" b="1" i="1" dirty="0">
                        <a:latin typeface="Cambria Math" panose="02040503050406030204" pitchFamily="18" charset="0"/>
                        <a:ea typeface="Cambria Math" panose="02040503050406030204" pitchFamily="18" charset="0"/>
                      </a:rPr>
                      <m:t>𝒔</m:t>
                    </m:r>
                  </m:oMath>
                </a14:m>
                <a:endParaRPr lang="zh-CN" altLang="en-US" sz="2400" dirty="0"/>
              </a:p>
            </p:txBody>
          </p:sp>
        </mc:Choice>
        <mc:Fallback xmlns="">
          <p:sp>
            <p:nvSpPr>
              <p:cNvPr id="12" name="文本框 11">
                <a:extLst>
                  <a:ext uri="{FF2B5EF4-FFF2-40B4-BE49-F238E27FC236}">
                    <a16:creationId xmlns:a16="http://schemas.microsoft.com/office/drawing/2014/main" id="{AC3C8CDA-29C7-44AD-ADA1-EF751691901D}"/>
                  </a:ext>
                </a:extLst>
              </p:cNvPr>
              <p:cNvSpPr txBox="1">
                <a:spLocks noRot="1" noChangeAspect="1" noMove="1" noResize="1" noEditPoints="1" noAdjustHandles="1" noChangeArrowheads="1" noChangeShapeType="1" noTextEdit="1"/>
              </p:cNvSpPr>
              <p:nvPr/>
            </p:nvSpPr>
            <p:spPr>
              <a:xfrm>
                <a:off x="1373861" y="2826945"/>
                <a:ext cx="5907419" cy="629531"/>
              </a:xfrm>
              <a:prstGeom prst="rect">
                <a:avLst/>
              </a:prstGeom>
              <a:blipFill>
                <a:blip r:embed="rId5"/>
                <a:stretch>
                  <a:fillRect l="-826"/>
                </a:stretch>
              </a:blipFill>
            </p:spPr>
            <p:txBody>
              <a:bodyPr/>
              <a:lstStyle/>
              <a:p>
                <a:r>
                  <a:rPr lang="zh-CN" altLang="en-US">
                    <a:noFill/>
                  </a:rPr>
                  <a:t> </a:t>
                </a:r>
              </a:p>
            </p:txBody>
          </p:sp>
        </mc:Fallback>
      </mc:AlternateContent>
      <mc:AlternateContent xmlns:mc="http://schemas.openxmlformats.org/markup-compatibility/2006" xmlns:a14="http://schemas.microsoft.com/office/drawing/2010/main">
        <mc:Choice Requires="a14">
          <p:sp>
            <p:nvSpPr>
              <p:cNvPr id="14" name="文本框 13">
                <a:extLst>
                  <a:ext uri="{FF2B5EF4-FFF2-40B4-BE49-F238E27FC236}">
                    <a16:creationId xmlns:a16="http://schemas.microsoft.com/office/drawing/2014/main" id="{2A8F83C2-2816-4087-B8ED-D891F16E510D}"/>
                  </a:ext>
                </a:extLst>
              </p:cNvPr>
              <p:cNvSpPr txBox="1"/>
              <p:nvPr/>
            </p:nvSpPr>
            <p:spPr>
              <a:xfrm>
                <a:off x="1373861" y="3800618"/>
                <a:ext cx="4480930" cy="470000"/>
              </a:xfrm>
              <a:prstGeom prst="rect">
                <a:avLst/>
              </a:prstGeom>
              <a:noFill/>
            </p:spPr>
            <p:txBody>
              <a:bodyPr wrap="square" rtlCol="0">
                <a:spAutoFit/>
              </a:bodyPr>
              <a:lstStyle/>
              <a:p>
                <a:r>
                  <a:rPr lang="zh-CN" altLang="en-US" b="1" dirty="0">
                    <a:latin typeface="Arial Narrow" panose="020B0606020202030204" pitchFamily="34" charset="0"/>
                  </a:rPr>
                  <a:t>假设信号的传播速率为</a:t>
                </a:r>
                <a14:m>
                  <m:oMath xmlns:m="http://schemas.openxmlformats.org/officeDocument/2006/math">
                    <m:r>
                      <a:rPr lang="en-US" altLang="zh-CN" sz="2400" b="1" i="1" dirty="0" smtClean="0">
                        <a:latin typeface="Cambria Math" panose="02040503050406030204" pitchFamily="18" charset="0"/>
                      </a:rPr>
                      <m:t>𝟐</m:t>
                    </m:r>
                    <m:r>
                      <a:rPr lang="en-US" altLang="zh-CN" sz="2400" b="1" i="1" dirty="0" smtClean="0">
                        <a:latin typeface="Cambria Math" panose="02040503050406030204" pitchFamily="18" charset="0"/>
                        <a:ea typeface="Cambria Math" panose="02040503050406030204" pitchFamily="18" charset="0"/>
                      </a:rPr>
                      <m:t>×</m:t>
                    </m:r>
                    <m:sSup>
                      <m:sSupPr>
                        <m:ctrlPr>
                          <a:rPr lang="en-US" altLang="zh-CN" sz="2400" b="1" i="1" dirty="0" smtClean="0">
                            <a:latin typeface="Cambria Math" panose="02040503050406030204" pitchFamily="18" charset="0"/>
                            <a:ea typeface="Cambria Math" panose="02040503050406030204" pitchFamily="18" charset="0"/>
                          </a:rPr>
                        </m:ctrlPr>
                      </m:sSupPr>
                      <m:e>
                        <m:r>
                          <a:rPr lang="en-US" altLang="zh-CN" sz="2400" b="1" i="1" dirty="0" smtClean="0">
                            <a:latin typeface="Cambria Math" panose="02040503050406030204" pitchFamily="18" charset="0"/>
                            <a:ea typeface="Cambria Math" panose="02040503050406030204" pitchFamily="18" charset="0"/>
                          </a:rPr>
                          <m:t>𝟏𝟎</m:t>
                        </m:r>
                      </m:e>
                      <m:sup>
                        <m:r>
                          <a:rPr lang="en-US" altLang="zh-CN" sz="2400" b="1" i="1" dirty="0" smtClean="0">
                            <a:latin typeface="Cambria Math" panose="02040503050406030204" pitchFamily="18" charset="0"/>
                            <a:ea typeface="Cambria Math" panose="02040503050406030204" pitchFamily="18" charset="0"/>
                          </a:rPr>
                          <m:t>𝟖</m:t>
                        </m:r>
                      </m:sup>
                    </m:sSup>
                    <m:r>
                      <m:rPr>
                        <m:sty m:val="p"/>
                      </m:rPr>
                      <a:rPr lang="en-US" altLang="zh-CN" sz="2400" b="1" i="1" dirty="0">
                        <a:latin typeface="Cambria Math" panose="02040503050406030204" pitchFamily="18" charset="0"/>
                        <a:ea typeface="Cambria Math" panose="02040503050406030204" pitchFamily="18" charset="0"/>
                      </a:rPr>
                      <m:t>m</m:t>
                    </m:r>
                    <m:r>
                      <a:rPr lang="en-US" altLang="zh-CN" sz="2400" b="1" i="1" dirty="0" smtClean="0">
                        <a:latin typeface="Cambria Math" panose="02040503050406030204" pitchFamily="18" charset="0"/>
                        <a:ea typeface="Cambria Math" panose="02040503050406030204" pitchFamily="18" charset="0"/>
                      </a:rPr>
                      <m:t>/</m:t>
                    </m:r>
                    <m:r>
                      <a:rPr lang="en-US" altLang="zh-CN" sz="2400" b="1" i="1" dirty="0" smtClean="0">
                        <a:latin typeface="Cambria Math" panose="02040503050406030204" pitchFamily="18" charset="0"/>
                        <a:ea typeface="Cambria Math" panose="02040503050406030204" pitchFamily="18" charset="0"/>
                      </a:rPr>
                      <m:t>𝒔</m:t>
                    </m:r>
                  </m:oMath>
                </a14:m>
                <a:endParaRPr lang="zh-CN" altLang="en-US" sz="2400" dirty="0"/>
              </a:p>
            </p:txBody>
          </p:sp>
        </mc:Choice>
        <mc:Fallback xmlns="">
          <p:sp>
            <p:nvSpPr>
              <p:cNvPr id="14" name="文本框 13">
                <a:extLst>
                  <a:ext uri="{FF2B5EF4-FFF2-40B4-BE49-F238E27FC236}">
                    <a16:creationId xmlns:a16="http://schemas.microsoft.com/office/drawing/2014/main" id="{2A8F83C2-2816-4087-B8ED-D891F16E510D}"/>
                  </a:ext>
                </a:extLst>
              </p:cNvPr>
              <p:cNvSpPr txBox="1">
                <a:spLocks noRot="1" noChangeAspect="1" noMove="1" noResize="1" noEditPoints="1" noAdjustHandles="1" noChangeArrowheads="1" noChangeShapeType="1" noTextEdit="1"/>
              </p:cNvSpPr>
              <p:nvPr/>
            </p:nvSpPr>
            <p:spPr>
              <a:xfrm>
                <a:off x="1373861" y="3800618"/>
                <a:ext cx="4480930" cy="470000"/>
              </a:xfrm>
              <a:prstGeom prst="rect">
                <a:avLst/>
              </a:prstGeom>
              <a:blipFill>
                <a:blip r:embed="rId6"/>
                <a:stretch>
                  <a:fillRect l="-1088" b="-17949"/>
                </a:stretch>
              </a:blipFill>
            </p:spPr>
            <p:txBody>
              <a:bodyPr/>
              <a:lstStyle/>
              <a:p>
                <a:r>
                  <a:rPr lang="zh-CN" altLang="en-US">
                    <a:noFill/>
                  </a:rPr>
                  <a:t> </a:t>
                </a:r>
              </a:p>
            </p:txBody>
          </p:sp>
        </mc:Fallback>
      </mc:AlternateContent>
      <p:grpSp>
        <p:nvGrpSpPr>
          <p:cNvPr id="6" name="组合 5">
            <a:extLst>
              <a:ext uri="{FF2B5EF4-FFF2-40B4-BE49-F238E27FC236}">
                <a16:creationId xmlns:a16="http://schemas.microsoft.com/office/drawing/2014/main" id="{A93F2A8E-21D9-4C9D-B1F8-E47E5E1D52F9}"/>
              </a:ext>
            </a:extLst>
          </p:cNvPr>
          <p:cNvGrpSpPr/>
          <p:nvPr/>
        </p:nvGrpSpPr>
        <p:grpSpPr>
          <a:xfrm>
            <a:off x="1373861" y="4614761"/>
            <a:ext cx="6362358" cy="470000"/>
            <a:chOff x="1373861" y="4614761"/>
            <a:chExt cx="6362358" cy="470000"/>
          </a:xfrm>
        </p:grpSpPr>
        <mc:AlternateContent xmlns:mc="http://schemas.openxmlformats.org/markup-compatibility/2006" xmlns:a14="http://schemas.microsoft.com/office/drawing/2010/main">
          <mc:Choice Requires="a14">
            <p:sp>
              <p:nvSpPr>
                <p:cNvPr id="15" name="文本框 14">
                  <a:extLst>
                    <a:ext uri="{FF2B5EF4-FFF2-40B4-BE49-F238E27FC236}">
                      <a16:creationId xmlns:a16="http://schemas.microsoft.com/office/drawing/2014/main" id="{5D28590C-C622-4A5F-8BD6-601148F55AD5}"/>
                    </a:ext>
                  </a:extLst>
                </p:cNvPr>
                <p:cNvSpPr txBox="1"/>
                <p:nvPr/>
              </p:nvSpPr>
              <p:spPr>
                <a:xfrm>
                  <a:off x="1373861" y="4614761"/>
                  <a:ext cx="5013782" cy="470000"/>
                </a:xfrm>
                <a:prstGeom prst="rect">
                  <a:avLst/>
                </a:prstGeom>
                <a:noFill/>
              </p:spPr>
              <p:txBody>
                <a:bodyPr wrap="square" rtlCol="0">
                  <a:spAutoFit/>
                </a:bodyPr>
                <a:lstStyle/>
                <a:p>
                  <a:r>
                    <a:rPr lang="zh-CN" altLang="en-US" b="1" dirty="0">
                      <a:latin typeface="Arial Narrow" panose="020B0606020202030204" pitchFamily="34" charset="0"/>
                    </a:rPr>
                    <a:t>则总线长度为</a:t>
                  </a:r>
                  <a14:m>
                    <m:oMath xmlns:m="http://schemas.openxmlformats.org/officeDocument/2006/math">
                      <m:r>
                        <a:rPr lang="en-US" altLang="zh-CN" sz="2400" b="1" i="1" dirty="0" smtClean="0">
                          <a:latin typeface="Cambria Math" panose="02040503050406030204" pitchFamily="18" charset="0"/>
                        </a:rPr>
                        <m:t>𝟐</m:t>
                      </m:r>
                      <m:r>
                        <a:rPr lang="en-US" altLang="zh-CN" sz="2400" b="1" i="1" dirty="0" smtClean="0">
                          <a:latin typeface="Cambria Math" panose="02040503050406030204" pitchFamily="18" charset="0"/>
                          <a:ea typeface="Cambria Math" panose="02040503050406030204" pitchFamily="18" charset="0"/>
                        </a:rPr>
                        <m:t>×</m:t>
                      </m:r>
                      <m:sSup>
                        <m:sSupPr>
                          <m:ctrlPr>
                            <a:rPr lang="en-US" altLang="zh-CN" sz="2400" b="1" i="1" dirty="0" smtClean="0">
                              <a:latin typeface="Cambria Math" panose="02040503050406030204" pitchFamily="18" charset="0"/>
                              <a:ea typeface="Cambria Math" panose="02040503050406030204" pitchFamily="18" charset="0"/>
                            </a:rPr>
                          </m:ctrlPr>
                        </m:sSupPr>
                        <m:e>
                          <m:r>
                            <a:rPr lang="en-US" altLang="zh-CN" sz="2400" b="1" i="1" dirty="0" smtClean="0">
                              <a:latin typeface="Cambria Math" panose="02040503050406030204" pitchFamily="18" charset="0"/>
                              <a:ea typeface="Cambria Math" panose="02040503050406030204" pitchFamily="18" charset="0"/>
                            </a:rPr>
                            <m:t>𝟏𝟎</m:t>
                          </m:r>
                        </m:e>
                        <m:sup>
                          <m:r>
                            <a:rPr lang="en-US" altLang="zh-CN" sz="2400" b="1" i="1" dirty="0" smtClean="0">
                              <a:latin typeface="Cambria Math" panose="02040503050406030204" pitchFamily="18" charset="0"/>
                              <a:ea typeface="Cambria Math" panose="02040503050406030204" pitchFamily="18" charset="0"/>
                            </a:rPr>
                            <m:t>𝟖</m:t>
                          </m:r>
                        </m:sup>
                      </m:sSup>
                      <m:r>
                        <a:rPr lang="en-US" altLang="zh-CN" sz="2400" b="1" i="1" dirty="0" smtClean="0">
                          <a:latin typeface="Cambria Math" panose="02040503050406030204" pitchFamily="18" charset="0"/>
                          <a:ea typeface="Cambria Math" panose="02040503050406030204" pitchFamily="18" charset="0"/>
                        </a:rPr>
                        <m:t>𝒎</m:t>
                      </m:r>
                      <m:r>
                        <a:rPr lang="en-US" altLang="zh-CN" sz="2400" b="1" i="1" dirty="0" smtClean="0">
                          <a:latin typeface="Cambria Math" panose="02040503050406030204" pitchFamily="18" charset="0"/>
                          <a:ea typeface="Cambria Math" panose="02040503050406030204" pitchFamily="18" charset="0"/>
                        </a:rPr>
                        <m:t>/</m:t>
                      </m:r>
                      <m:r>
                        <a:rPr lang="en-US" altLang="zh-CN" sz="2400" b="1" i="1" dirty="0" smtClean="0">
                          <a:latin typeface="Cambria Math" panose="02040503050406030204" pitchFamily="18" charset="0"/>
                          <a:ea typeface="Cambria Math" panose="02040503050406030204" pitchFamily="18" charset="0"/>
                        </a:rPr>
                        <m:t>𝒔</m:t>
                      </m:r>
                      <m:r>
                        <a:rPr lang="en-US" altLang="zh-CN" sz="2400" b="1" i="1" dirty="0" smtClean="0">
                          <a:latin typeface="Cambria Math" panose="02040503050406030204" pitchFamily="18" charset="0"/>
                          <a:ea typeface="Cambria Math" panose="02040503050406030204" pitchFamily="18" charset="0"/>
                        </a:rPr>
                        <m:t>   ×  </m:t>
                      </m:r>
                      <m:r>
                        <a:rPr lang="en-US" altLang="zh-CN" sz="2400" b="1" i="1" dirty="0" smtClean="0">
                          <a:latin typeface="Cambria Math" panose="02040503050406030204" pitchFamily="18" charset="0"/>
                          <a:ea typeface="Cambria Math" panose="02040503050406030204" pitchFamily="18" charset="0"/>
                        </a:rPr>
                        <m:t>𝟐𝟓</m:t>
                      </m:r>
                      <m:r>
                        <a:rPr lang="en-US" altLang="zh-CN" sz="2400" b="1" i="1" dirty="0" smtClean="0">
                          <a:latin typeface="Cambria Math" panose="02040503050406030204" pitchFamily="18" charset="0"/>
                          <a:ea typeface="Cambria Math" panose="02040503050406030204" pitchFamily="18" charset="0"/>
                        </a:rPr>
                        <m:t>.</m:t>
                      </m:r>
                      <m:r>
                        <a:rPr lang="en-US" altLang="zh-CN" sz="2400" b="1" i="1" dirty="0" smtClean="0">
                          <a:latin typeface="Cambria Math" panose="02040503050406030204" pitchFamily="18" charset="0"/>
                          <a:ea typeface="Cambria Math" panose="02040503050406030204" pitchFamily="18" charset="0"/>
                        </a:rPr>
                        <m:t>𝟔</m:t>
                      </m:r>
                      <m:r>
                        <a:rPr lang="zh-CN" altLang="en-US" sz="2400" b="1" i="1" dirty="0" smtClean="0">
                          <a:latin typeface="Cambria Math" panose="02040503050406030204" pitchFamily="18" charset="0"/>
                          <a:ea typeface="Cambria Math" panose="02040503050406030204" pitchFamily="18" charset="0"/>
                        </a:rPr>
                        <m:t>𝝁</m:t>
                      </m:r>
                      <m:r>
                        <a:rPr lang="en-US" altLang="zh-CN" sz="2400" b="1" i="1" dirty="0" smtClean="0">
                          <a:latin typeface="Cambria Math" panose="02040503050406030204" pitchFamily="18" charset="0"/>
                          <a:ea typeface="Cambria Math" panose="02040503050406030204" pitchFamily="18" charset="0"/>
                        </a:rPr>
                        <m:t>𝒔</m:t>
                      </m:r>
                    </m:oMath>
                  </a14:m>
                  <a:endParaRPr lang="zh-CN" altLang="en-US" sz="2400" dirty="0"/>
                </a:p>
              </p:txBody>
            </p:sp>
          </mc:Choice>
          <mc:Fallback xmlns="">
            <p:sp>
              <p:nvSpPr>
                <p:cNvPr id="15" name="文本框 14">
                  <a:extLst>
                    <a:ext uri="{FF2B5EF4-FFF2-40B4-BE49-F238E27FC236}">
                      <a16:creationId xmlns:a16="http://schemas.microsoft.com/office/drawing/2014/main" id="{5D28590C-C622-4A5F-8BD6-601148F55AD5}"/>
                    </a:ext>
                  </a:extLst>
                </p:cNvPr>
                <p:cNvSpPr txBox="1">
                  <a:spLocks noRot="1" noChangeAspect="1" noMove="1" noResize="1" noEditPoints="1" noAdjustHandles="1" noChangeArrowheads="1" noChangeShapeType="1" noTextEdit="1"/>
                </p:cNvSpPr>
                <p:nvPr/>
              </p:nvSpPr>
              <p:spPr>
                <a:xfrm>
                  <a:off x="1373861" y="4614761"/>
                  <a:ext cx="5013782" cy="470000"/>
                </a:xfrm>
                <a:prstGeom prst="rect">
                  <a:avLst/>
                </a:prstGeom>
                <a:blipFill>
                  <a:blip r:embed="rId7"/>
                  <a:stretch>
                    <a:fillRect l="-972" b="-19481"/>
                  </a:stretch>
                </a:blipFill>
              </p:spPr>
              <p:txBody>
                <a:bodyPr/>
                <a:lstStyle/>
                <a:p>
                  <a:r>
                    <a:rPr lang="zh-CN" altLang="en-US">
                      <a:noFill/>
                    </a:rPr>
                    <a:t> </a:t>
                  </a:r>
                </a:p>
              </p:txBody>
            </p:sp>
          </mc:Fallback>
        </mc:AlternateContent>
        <mc:AlternateContent xmlns:mc="http://schemas.openxmlformats.org/markup-compatibility/2006" xmlns:a14="http://schemas.microsoft.com/office/drawing/2010/main">
          <mc:Choice Requires="a14">
            <p:sp>
              <p:nvSpPr>
                <p:cNvPr id="16" name="文本框 15">
                  <a:extLst>
                    <a:ext uri="{FF2B5EF4-FFF2-40B4-BE49-F238E27FC236}">
                      <a16:creationId xmlns:a16="http://schemas.microsoft.com/office/drawing/2014/main" id="{4C456FC0-D4C3-4CED-8001-55B81BA9D491}"/>
                    </a:ext>
                  </a:extLst>
                </p:cNvPr>
                <p:cNvSpPr txBox="1"/>
                <p:nvPr/>
              </p:nvSpPr>
              <p:spPr>
                <a:xfrm>
                  <a:off x="6150888" y="4614761"/>
                  <a:ext cx="1585331" cy="470000"/>
                </a:xfrm>
                <a:prstGeom prst="rect">
                  <a:avLst/>
                </a:prstGeom>
                <a:noFill/>
              </p:spPr>
              <p:txBody>
                <a:bodyPr wrap="square" rtlCol="0">
                  <a:spAutoFit/>
                </a:bodyPr>
                <a:lstStyle/>
                <a:p>
                  <a:pPr/>
                  <a14:m>
                    <m:oMathPara xmlns:m="http://schemas.openxmlformats.org/officeDocument/2006/math">
                      <m:oMathParaPr>
                        <m:jc m:val="left"/>
                      </m:oMathParaPr>
                      <m:oMath xmlns:m="http://schemas.openxmlformats.org/officeDocument/2006/math">
                        <m:r>
                          <a:rPr lang="en-US" altLang="zh-CN" sz="2400" b="1" i="1" dirty="0" smtClean="0">
                            <a:latin typeface="Cambria Math" panose="02040503050406030204" pitchFamily="18" charset="0"/>
                            <a:ea typeface="Cambria Math" panose="02040503050406030204" pitchFamily="18" charset="0"/>
                          </a:rPr>
                          <m:t>=</m:t>
                        </m:r>
                        <m:r>
                          <a:rPr lang="en-US" altLang="zh-CN" sz="2400" b="1" i="1" dirty="0" smtClean="0">
                            <a:latin typeface="Cambria Math" panose="02040503050406030204" pitchFamily="18" charset="0"/>
                            <a:ea typeface="Cambria Math" panose="02040503050406030204" pitchFamily="18" charset="0"/>
                          </a:rPr>
                          <m:t>𝟓𝟏𝟐𝟎</m:t>
                        </m:r>
                        <m:r>
                          <a:rPr lang="en-US" altLang="zh-CN" sz="2400" b="1" i="1" dirty="0" smtClean="0">
                            <a:latin typeface="Cambria Math" panose="02040503050406030204" pitchFamily="18" charset="0"/>
                            <a:ea typeface="Cambria Math" panose="02040503050406030204" pitchFamily="18" charset="0"/>
                          </a:rPr>
                          <m:t>𝒎</m:t>
                        </m:r>
                      </m:oMath>
                    </m:oMathPara>
                  </a14:m>
                  <a:endParaRPr lang="zh-CN" altLang="en-US" sz="2400" dirty="0"/>
                </a:p>
              </p:txBody>
            </p:sp>
          </mc:Choice>
          <mc:Fallback xmlns="">
            <p:sp>
              <p:nvSpPr>
                <p:cNvPr id="16" name="文本框 15">
                  <a:extLst>
                    <a:ext uri="{FF2B5EF4-FFF2-40B4-BE49-F238E27FC236}">
                      <a16:creationId xmlns:a16="http://schemas.microsoft.com/office/drawing/2014/main" id="{4C456FC0-D4C3-4CED-8001-55B81BA9D491}"/>
                    </a:ext>
                  </a:extLst>
                </p:cNvPr>
                <p:cNvSpPr txBox="1">
                  <a:spLocks noRot="1" noChangeAspect="1" noMove="1" noResize="1" noEditPoints="1" noAdjustHandles="1" noChangeArrowheads="1" noChangeShapeType="1" noTextEdit="1"/>
                </p:cNvSpPr>
                <p:nvPr/>
              </p:nvSpPr>
              <p:spPr>
                <a:xfrm>
                  <a:off x="6150888" y="4614761"/>
                  <a:ext cx="1585331" cy="470000"/>
                </a:xfrm>
                <a:prstGeom prst="rect">
                  <a:avLst/>
                </a:prstGeom>
                <a:blipFill>
                  <a:blip r:embed="rId8"/>
                  <a:stretch>
                    <a:fillRect/>
                  </a:stretch>
                </a:blipFill>
              </p:spPr>
              <p:txBody>
                <a:bodyPr/>
                <a:lstStyle/>
                <a:p>
                  <a:r>
                    <a:rPr lang="zh-CN" altLang="en-US">
                      <a:noFill/>
                    </a:rPr>
                    <a:t> </a:t>
                  </a:r>
                </a:p>
              </p:txBody>
            </p:sp>
          </mc:Fallback>
        </mc:AlternateContent>
      </p:grpSp>
      <mc:AlternateContent xmlns:mc="http://schemas.openxmlformats.org/markup-compatibility/2006" xmlns:a14="http://schemas.microsoft.com/office/drawing/2010/main">
        <mc:Choice Requires="a14">
          <p:sp>
            <p:nvSpPr>
              <p:cNvPr id="7" name="对话气泡: 圆角矩形 6">
                <a:extLst>
                  <a:ext uri="{FF2B5EF4-FFF2-40B4-BE49-F238E27FC236}">
                    <a16:creationId xmlns:a16="http://schemas.microsoft.com/office/drawing/2014/main" id="{415230C3-A5E0-4E06-BBEA-E5DB2F6ED744}"/>
                  </a:ext>
                </a:extLst>
              </p:cNvPr>
              <p:cNvSpPr/>
              <p:nvPr/>
            </p:nvSpPr>
            <p:spPr>
              <a:xfrm>
                <a:off x="7367826" y="1805950"/>
                <a:ext cx="4519374" cy="1325377"/>
              </a:xfrm>
              <a:prstGeom prst="wedgeRoundRectCallout">
                <a:avLst>
                  <a:gd name="adj1" fmla="val -61869"/>
                  <a:gd name="adj2" fmla="val -22711"/>
                  <a:gd name="adj3" fmla="val 16667"/>
                </a:avLst>
              </a:prstGeom>
            </p:spPr>
            <p:style>
              <a:lnRef idx="2">
                <a:schemeClr val="accent4">
                  <a:shade val="50000"/>
                </a:schemeClr>
              </a:lnRef>
              <a:fillRef idx="1">
                <a:schemeClr val="accent4"/>
              </a:fillRef>
              <a:effectRef idx="0">
                <a:schemeClr val="accent4"/>
              </a:effectRef>
              <a:fontRef idx="minor">
                <a:schemeClr val="lt1"/>
              </a:fontRef>
            </p:style>
            <p:txBody>
              <a:bodyPr rtlCol="0" anchor="ctr"/>
              <a:lstStyle/>
              <a:p>
                <a:r>
                  <a:rPr lang="zh-CN" altLang="en-US" b="1" dirty="0"/>
                  <a:t>除考虑了信号传播时延外，还考虑到网络中可能存在转发器所带来的时延以及产生碰撞时继续发送</a:t>
                </a:r>
                <a14:m>
                  <m:oMath xmlns:m="http://schemas.openxmlformats.org/officeDocument/2006/math">
                    <m:r>
                      <a:rPr lang="en-US" altLang="zh-CN" b="1" i="1" dirty="0" smtClean="0">
                        <a:latin typeface="Cambria Math" panose="02040503050406030204" pitchFamily="18" charset="0"/>
                      </a:rPr>
                      <m:t>𝟑𝟐</m:t>
                    </m:r>
                  </m:oMath>
                </a14:m>
                <a:r>
                  <a:rPr lang="zh-CN" altLang="en-US" b="1" dirty="0"/>
                  <a:t>比特或</a:t>
                </a:r>
                <a14:m>
                  <m:oMath xmlns:m="http://schemas.openxmlformats.org/officeDocument/2006/math">
                    <m:r>
                      <a:rPr lang="en-US" altLang="zh-CN" b="1" i="1" dirty="0" smtClean="0">
                        <a:latin typeface="Cambria Math" panose="02040503050406030204" pitchFamily="18" charset="0"/>
                      </a:rPr>
                      <m:t>𝟒𝟖</m:t>
                    </m:r>
                  </m:oMath>
                </a14:m>
                <a:r>
                  <a:rPr lang="zh-CN" altLang="en-US" b="1" dirty="0"/>
                  <a:t>比特人为干扰信号所持续的时间等。</a:t>
                </a:r>
              </a:p>
            </p:txBody>
          </p:sp>
        </mc:Choice>
        <mc:Fallback xmlns="">
          <p:sp>
            <p:nvSpPr>
              <p:cNvPr id="7" name="对话气泡: 圆角矩形 6">
                <a:extLst>
                  <a:ext uri="{FF2B5EF4-FFF2-40B4-BE49-F238E27FC236}">
                    <a16:creationId xmlns:a16="http://schemas.microsoft.com/office/drawing/2014/main" id="{415230C3-A5E0-4E06-BBEA-E5DB2F6ED744}"/>
                  </a:ext>
                </a:extLst>
              </p:cNvPr>
              <p:cNvSpPr>
                <a:spLocks noRot="1" noChangeAspect="1" noMove="1" noResize="1" noEditPoints="1" noAdjustHandles="1" noChangeArrowheads="1" noChangeShapeType="1" noTextEdit="1"/>
              </p:cNvSpPr>
              <p:nvPr/>
            </p:nvSpPr>
            <p:spPr>
              <a:xfrm>
                <a:off x="7367826" y="1805950"/>
                <a:ext cx="4519374" cy="1325377"/>
              </a:xfrm>
              <a:prstGeom prst="wedgeRoundRectCallout">
                <a:avLst>
                  <a:gd name="adj1" fmla="val -61869"/>
                  <a:gd name="adj2" fmla="val -22711"/>
                  <a:gd name="adj3" fmla="val 16667"/>
                </a:avLst>
              </a:prstGeom>
              <a:blipFill>
                <a:blip r:embed="rId9"/>
                <a:stretch>
                  <a:fillRect b="-1364"/>
                </a:stretch>
              </a:blipFill>
            </p:spPr>
            <p:txBody>
              <a:bodyPr/>
              <a:lstStyle/>
              <a:p>
                <a:r>
                  <a:rPr lang="zh-CN" altLang="en-US">
                    <a:noFill/>
                  </a:rPr>
                  <a:t> </a:t>
                </a:r>
              </a:p>
            </p:txBody>
          </p:sp>
        </mc:Fallback>
      </mc:AlternateContent>
      <mc:AlternateContent xmlns:mc="http://schemas.openxmlformats.org/markup-compatibility/2006" xmlns:a14="http://schemas.microsoft.com/office/drawing/2010/main">
        <mc:Choice Requires="a14">
          <p:sp>
            <p:nvSpPr>
              <p:cNvPr id="18" name="对话气泡: 圆角矩形 17">
                <a:extLst>
                  <a:ext uri="{FF2B5EF4-FFF2-40B4-BE49-F238E27FC236}">
                    <a16:creationId xmlns:a16="http://schemas.microsoft.com/office/drawing/2014/main" id="{1D813248-A267-4C62-B6A0-0D6EDC801544}"/>
                  </a:ext>
                </a:extLst>
              </p:cNvPr>
              <p:cNvSpPr/>
              <p:nvPr/>
            </p:nvSpPr>
            <p:spPr>
              <a:xfrm>
                <a:off x="8013609" y="4692320"/>
                <a:ext cx="3307847" cy="784881"/>
              </a:xfrm>
              <a:prstGeom prst="wedgeRoundRectCallout">
                <a:avLst>
                  <a:gd name="adj1" fmla="val -62538"/>
                  <a:gd name="adj2" fmla="val -26682"/>
                  <a:gd name="adj3" fmla="val 16667"/>
                </a:avLst>
              </a:prstGeom>
            </p:spPr>
            <p:style>
              <a:lnRef idx="2">
                <a:schemeClr val="accent4">
                  <a:shade val="50000"/>
                </a:schemeClr>
              </a:lnRef>
              <a:fillRef idx="1">
                <a:schemeClr val="accent4"/>
              </a:fillRef>
              <a:effectRef idx="0">
                <a:schemeClr val="accent4"/>
              </a:effectRef>
              <a:fontRef idx="minor">
                <a:schemeClr val="lt1"/>
              </a:fontRef>
            </p:style>
            <p:txBody>
              <a:bodyPr rtlCol="0" anchor="ctr"/>
              <a:lstStyle/>
              <a:p>
                <a:r>
                  <a:rPr lang="zh-CN" altLang="en-US" b="1" dirty="0"/>
                  <a:t>共享总线以太网规定：</a:t>
                </a:r>
                <a:endParaRPr lang="en-US" altLang="zh-CN" b="1" dirty="0"/>
              </a:p>
              <a:p>
                <a:r>
                  <a:rPr lang="zh-CN" altLang="en-US" b="1" dirty="0"/>
                  <a:t>总线长度不能超过</a:t>
                </a:r>
                <a14:m>
                  <m:oMath xmlns:m="http://schemas.openxmlformats.org/officeDocument/2006/math">
                    <m:r>
                      <a:rPr lang="en-US" altLang="zh-CN" b="1" i="1" dirty="0" smtClean="0">
                        <a:latin typeface="Cambria Math" panose="02040503050406030204" pitchFamily="18" charset="0"/>
                      </a:rPr>
                      <m:t>𝟐𝟓𝟎𝟎</m:t>
                    </m:r>
                    <m:r>
                      <a:rPr lang="en-US" altLang="zh-CN" b="1" i="1" dirty="0" smtClean="0">
                        <a:latin typeface="Cambria Math" panose="02040503050406030204" pitchFamily="18" charset="0"/>
                      </a:rPr>
                      <m:t>𝒎</m:t>
                    </m:r>
                  </m:oMath>
                </a14:m>
                <a:r>
                  <a:rPr lang="zh-CN" altLang="en-US" b="1" dirty="0"/>
                  <a:t>。</a:t>
                </a:r>
              </a:p>
            </p:txBody>
          </p:sp>
        </mc:Choice>
        <mc:Fallback xmlns="">
          <p:sp>
            <p:nvSpPr>
              <p:cNvPr id="18" name="对话气泡: 圆角矩形 17">
                <a:extLst>
                  <a:ext uri="{FF2B5EF4-FFF2-40B4-BE49-F238E27FC236}">
                    <a16:creationId xmlns:a16="http://schemas.microsoft.com/office/drawing/2014/main" id="{1D813248-A267-4C62-B6A0-0D6EDC801544}"/>
                  </a:ext>
                </a:extLst>
              </p:cNvPr>
              <p:cNvSpPr>
                <a:spLocks noRot="1" noChangeAspect="1" noMove="1" noResize="1" noEditPoints="1" noAdjustHandles="1" noChangeArrowheads="1" noChangeShapeType="1" noTextEdit="1"/>
              </p:cNvSpPr>
              <p:nvPr/>
            </p:nvSpPr>
            <p:spPr>
              <a:xfrm>
                <a:off x="8013609" y="4692320"/>
                <a:ext cx="3307847" cy="784881"/>
              </a:xfrm>
              <a:prstGeom prst="wedgeRoundRectCallout">
                <a:avLst>
                  <a:gd name="adj1" fmla="val -62538"/>
                  <a:gd name="adj2" fmla="val -26682"/>
                  <a:gd name="adj3" fmla="val 16667"/>
                </a:avLst>
              </a:prstGeom>
              <a:blipFill>
                <a:blip r:embed="rId10"/>
                <a:stretch>
                  <a:fillRect b="-3077"/>
                </a:stretch>
              </a:blipFill>
            </p:spPr>
            <p:txBody>
              <a:bodyPr/>
              <a:lstStyle/>
              <a:p>
                <a:r>
                  <a:rPr lang="zh-CN" altLang="en-US">
                    <a:noFill/>
                  </a:rPr>
                  <a:t> </a:t>
                </a:r>
              </a:p>
            </p:txBody>
          </p:sp>
        </mc:Fallback>
      </mc:AlternateContent>
      <p:sp>
        <p:nvSpPr>
          <p:cNvPr id="17" name="平行四边形 16">
            <a:extLst>
              <a:ext uri="{FF2B5EF4-FFF2-40B4-BE49-F238E27FC236}">
                <a16:creationId xmlns:a16="http://schemas.microsoft.com/office/drawing/2014/main" id="{432CB37F-0121-FB7A-8FE0-3E6F27DC810D}"/>
              </a:ext>
            </a:extLst>
          </p:cNvPr>
          <p:cNvSpPr/>
          <p:nvPr/>
        </p:nvSpPr>
        <p:spPr>
          <a:xfrm>
            <a:off x="304799" y="749300"/>
            <a:ext cx="695119" cy="387090"/>
          </a:xfrm>
          <a:prstGeom prst="parallelogram">
            <a:avLst/>
          </a:prstGeom>
          <a:solidFill>
            <a:schemeClr val="accent3">
              <a:lumMod val="75000"/>
            </a:schemeClr>
          </a:solidFill>
          <a:ln>
            <a:solidFill>
              <a:schemeClr val="accent3">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CN" sz="2200" dirty="0">
                <a:latin typeface="Impact" panose="020B0806030902050204" pitchFamily="34" charset="0"/>
              </a:rPr>
              <a:t>02</a:t>
            </a:r>
            <a:endParaRPr lang="zh-CN" altLang="en-US" sz="2200" dirty="0">
              <a:latin typeface="Impact" panose="020B0806030902050204" pitchFamily="34" charset="0"/>
            </a:endParaRPr>
          </a:p>
        </p:txBody>
      </p:sp>
    </p:spTree>
    <p:custDataLst>
      <p:tags r:id="rId1"/>
    </p:custDataLst>
    <p:extLst>
      <p:ext uri="{BB962C8B-B14F-4D97-AF65-F5344CB8AC3E}">
        <p14:creationId xmlns:p14="http://schemas.microsoft.com/office/powerpoint/2010/main" val="323105486"/>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49" presetClass="entr" presetSubtype="0" decel="100000" fill="hold" grpId="0" nodeType="withEffect">
                                  <p:stCondLst>
                                    <p:cond delay="0"/>
                                  </p:stCondLst>
                                  <p:childTnLst>
                                    <p:set>
                                      <p:cBhvr>
                                        <p:cTn id="6" dur="1" fill="hold">
                                          <p:stCondLst>
                                            <p:cond delay="0"/>
                                          </p:stCondLst>
                                        </p:cTn>
                                        <p:tgtEl>
                                          <p:spTgt spid="76"/>
                                        </p:tgtEl>
                                        <p:attrNameLst>
                                          <p:attrName>style.visibility</p:attrName>
                                        </p:attrNameLst>
                                      </p:cBhvr>
                                      <p:to>
                                        <p:strVal val="visible"/>
                                      </p:to>
                                    </p:set>
                                    <p:anim calcmode="lin" valueType="num">
                                      <p:cBhvr>
                                        <p:cTn id="7" dur="500" fill="hold"/>
                                        <p:tgtEl>
                                          <p:spTgt spid="76"/>
                                        </p:tgtEl>
                                        <p:attrNameLst>
                                          <p:attrName>ppt_w</p:attrName>
                                        </p:attrNameLst>
                                      </p:cBhvr>
                                      <p:tavLst>
                                        <p:tav tm="0">
                                          <p:val>
                                            <p:fltVal val="0"/>
                                          </p:val>
                                        </p:tav>
                                        <p:tav tm="100000">
                                          <p:val>
                                            <p:strVal val="#ppt_w"/>
                                          </p:val>
                                        </p:tav>
                                      </p:tavLst>
                                    </p:anim>
                                    <p:anim calcmode="lin" valueType="num">
                                      <p:cBhvr>
                                        <p:cTn id="8" dur="500" fill="hold"/>
                                        <p:tgtEl>
                                          <p:spTgt spid="76"/>
                                        </p:tgtEl>
                                        <p:attrNameLst>
                                          <p:attrName>ppt_h</p:attrName>
                                        </p:attrNameLst>
                                      </p:cBhvr>
                                      <p:tavLst>
                                        <p:tav tm="0">
                                          <p:val>
                                            <p:fltVal val="0"/>
                                          </p:val>
                                        </p:tav>
                                        <p:tav tm="100000">
                                          <p:val>
                                            <p:strVal val="#ppt_h"/>
                                          </p:val>
                                        </p:tav>
                                      </p:tavLst>
                                    </p:anim>
                                    <p:anim calcmode="lin" valueType="num">
                                      <p:cBhvr>
                                        <p:cTn id="9" dur="500" fill="hold"/>
                                        <p:tgtEl>
                                          <p:spTgt spid="76"/>
                                        </p:tgtEl>
                                        <p:attrNameLst>
                                          <p:attrName>style.rotation</p:attrName>
                                        </p:attrNameLst>
                                      </p:cBhvr>
                                      <p:tavLst>
                                        <p:tav tm="0">
                                          <p:val>
                                            <p:fltVal val="360"/>
                                          </p:val>
                                        </p:tav>
                                        <p:tav tm="100000">
                                          <p:val>
                                            <p:fltVal val="0"/>
                                          </p:val>
                                        </p:tav>
                                      </p:tavLst>
                                    </p:anim>
                                    <p:animEffect transition="in" filter="fade">
                                      <p:cBhvr>
                                        <p:cTn id="10" dur="500"/>
                                        <p:tgtEl>
                                          <p:spTgt spid="76"/>
                                        </p:tgtEl>
                                      </p:cBhvr>
                                    </p:animEffect>
                                  </p:childTnLst>
                                </p:cTn>
                              </p:par>
                            </p:childTnLst>
                          </p:cTn>
                        </p:par>
                        <p:par>
                          <p:cTn id="11" fill="hold">
                            <p:stCondLst>
                              <p:cond delay="500"/>
                            </p:stCondLst>
                            <p:childTnLst>
                              <p:par>
                                <p:cTn id="12" presetID="1" presetClass="entr" presetSubtype="0" fill="hold" grpId="0" nodeType="afterEffect">
                                  <p:stCondLst>
                                    <p:cond delay="0"/>
                                  </p:stCondLst>
                                  <p:iterate type="lt">
                                    <p:tmAbs val="100"/>
                                  </p:iterate>
                                  <p:childTnLst>
                                    <p:set>
                                      <p:cBhvr>
                                        <p:cTn id="13" dur="1" fill="hold">
                                          <p:stCondLst>
                                            <p:cond delay="0"/>
                                          </p:stCondLst>
                                        </p:cTn>
                                        <p:tgtEl>
                                          <p:spTgt spid="77"/>
                                        </p:tgtEl>
                                        <p:attrNameLst>
                                          <p:attrName>style.visibility</p:attrName>
                                        </p:attrNameLst>
                                      </p:cBhvr>
                                      <p:to>
                                        <p:strVal val="visible"/>
                                      </p:to>
                                    </p:set>
                                  </p:childTnLst>
                                </p:cTn>
                              </p:par>
                            </p:childTnLst>
                          </p:cTn>
                        </p:par>
                      </p:childTnLst>
                    </p:cTn>
                  </p:par>
                  <p:par>
                    <p:cTn id="14" fill="hold">
                      <p:stCondLst>
                        <p:cond delay="indefinite"/>
                      </p:stCondLst>
                      <p:childTnLst>
                        <p:par>
                          <p:cTn id="15" fill="hold">
                            <p:stCondLst>
                              <p:cond delay="0"/>
                            </p:stCondLst>
                            <p:childTnLst>
                              <p:par>
                                <p:cTn id="16" presetID="22" presetClass="entr" presetSubtype="8" fill="hold" grpId="0" nodeType="clickEffect">
                                  <p:stCondLst>
                                    <p:cond delay="0"/>
                                  </p:stCondLst>
                                  <p:childTnLst>
                                    <p:set>
                                      <p:cBhvr>
                                        <p:cTn id="17" dur="1" fill="hold">
                                          <p:stCondLst>
                                            <p:cond delay="0"/>
                                          </p:stCondLst>
                                        </p:cTn>
                                        <p:tgtEl>
                                          <p:spTgt spid="5"/>
                                        </p:tgtEl>
                                        <p:attrNameLst>
                                          <p:attrName>style.visibility</p:attrName>
                                        </p:attrNameLst>
                                      </p:cBhvr>
                                      <p:to>
                                        <p:strVal val="visible"/>
                                      </p:to>
                                    </p:set>
                                    <p:animEffect transition="in" filter="wipe(left)">
                                      <p:cBhvr>
                                        <p:cTn id="18" dur="1000"/>
                                        <p:tgtEl>
                                          <p:spTgt spid="5"/>
                                        </p:tgtEl>
                                      </p:cBhvr>
                                    </p:animEffect>
                                  </p:childTnLst>
                                </p:cTn>
                              </p:par>
                            </p:childTnLst>
                          </p:cTn>
                        </p:par>
                      </p:childTnLst>
                    </p:cTn>
                  </p:par>
                  <p:par>
                    <p:cTn id="19" fill="hold">
                      <p:stCondLst>
                        <p:cond delay="indefinite"/>
                      </p:stCondLst>
                      <p:childTnLst>
                        <p:par>
                          <p:cTn id="20" fill="hold">
                            <p:stCondLst>
                              <p:cond delay="0"/>
                            </p:stCondLst>
                            <p:childTnLst>
                              <p:par>
                                <p:cTn id="21" presetID="22" presetClass="entr" presetSubtype="8" fill="hold" grpId="0" nodeType="clickEffect">
                                  <p:stCondLst>
                                    <p:cond delay="0"/>
                                  </p:stCondLst>
                                  <p:childTnLst>
                                    <p:set>
                                      <p:cBhvr>
                                        <p:cTn id="22" dur="1" fill="hold">
                                          <p:stCondLst>
                                            <p:cond delay="0"/>
                                          </p:stCondLst>
                                        </p:cTn>
                                        <p:tgtEl>
                                          <p:spTgt spid="12"/>
                                        </p:tgtEl>
                                        <p:attrNameLst>
                                          <p:attrName>style.visibility</p:attrName>
                                        </p:attrNameLst>
                                      </p:cBhvr>
                                      <p:to>
                                        <p:strVal val="visible"/>
                                      </p:to>
                                    </p:set>
                                    <p:animEffect transition="in" filter="wipe(left)">
                                      <p:cBhvr>
                                        <p:cTn id="23" dur="1000"/>
                                        <p:tgtEl>
                                          <p:spTgt spid="12"/>
                                        </p:tgtEl>
                                      </p:cBhvr>
                                    </p:animEffect>
                                  </p:childTnLst>
                                </p:cTn>
                              </p:par>
                            </p:childTnLst>
                          </p:cTn>
                        </p:par>
                      </p:childTnLst>
                    </p:cTn>
                  </p:par>
                  <p:par>
                    <p:cTn id="24" fill="hold">
                      <p:stCondLst>
                        <p:cond delay="indefinite"/>
                      </p:stCondLst>
                      <p:childTnLst>
                        <p:par>
                          <p:cTn id="25" fill="hold">
                            <p:stCondLst>
                              <p:cond delay="0"/>
                            </p:stCondLst>
                            <p:childTnLst>
                              <p:par>
                                <p:cTn id="26" presetID="22" presetClass="entr" presetSubtype="8" fill="hold" grpId="0" nodeType="clickEffect">
                                  <p:stCondLst>
                                    <p:cond delay="0"/>
                                  </p:stCondLst>
                                  <p:childTnLst>
                                    <p:set>
                                      <p:cBhvr>
                                        <p:cTn id="27" dur="1" fill="hold">
                                          <p:stCondLst>
                                            <p:cond delay="0"/>
                                          </p:stCondLst>
                                        </p:cTn>
                                        <p:tgtEl>
                                          <p:spTgt spid="14"/>
                                        </p:tgtEl>
                                        <p:attrNameLst>
                                          <p:attrName>style.visibility</p:attrName>
                                        </p:attrNameLst>
                                      </p:cBhvr>
                                      <p:to>
                                        <p:strVal val="visible"/>
                                      </p:to>
                                    </p:set>
                                    <p:animEffect transition="in" filter="wipe(left)">
                                      <p:cBhvr>
                                        <p:cTn id="28" dur="1000"/>
                                        <p:tgtEl>
                                          <p:spTgt spid="14"/>
                                        </p:tgtEl>
                                      </p:cBhvr>
                                    </p:animEffect>
                                  </p:childTnLst>
                                </p:cTn>
                              </p:par>
                            </p:childTnLst>
                          </p:cTn>
                        </p:par>
                      </p:childTnLst>
                    </p:cTn>
                  </p:par>
                  <p:par>
                    <p:cTn id="29" fill="hold">
                      <p:stCondLst>
                        <p:cond delay="indefinite"/>
                      </p:stCondLst>
                      <p:childTnLst>
                        <p:par>
                          <p:cTn id="30" fill="hold">
                            <p:stCondLst>
                              <p:cond delay="0"/>
                            </p:stCondLst>
                            <p:childTnLst>
                              <p:par>
                                <p:cTn id="31" presetID="22" presetClass="entr" presetSubtype="8" fill="hold" nodeType="clickEffect">
                                  <p:stCondLst>
                                    <p:cond delay="0"/>
                                  </p:stCondLst>
                                  <p:childTnLst>
                                    <p:set>
                                      <p:cBhvr>
                                        <p:cTn id="32" dur="1" fill="hold">
                                          <p:stCondLst>
                                            <p:cond delay="0"/>
                                          </p:stCondLst>
                                        </p:cTn>
                                        <p:tgtEl>
                                          <p:spTgt spid="6"/>
                                        </p:tgtEl>
                                        <p:attrNameLst>
                                          <p:attrName>style.visibility</p:attrName>
                                        </p:attrNameLst>
                                      </p:cBhvr>
                                      <p:to>
                                        <p:strVal val="visible"/>
                                      </p:to>
                                    </p:set>
                                    <p:animEffect transition="in" filter="wipe(left)">
                                      <p:cBhvr>
                                        <p:cTn id="33" dur="1000"/>
                                        <p:tgtEl>
                                          <p:spTgt spid="6"/>
                                        </p:tgtEl>
                                      </p:cBhvr>
                                    </p:animEffect>
                                  </p:childTnLst>
                                </p:cTn>
                              </p:par>
                            </p:childTnLst>
                          </p:cTn>
                        </p:par>
                      </p:childTnLst>
                    </p:cTn>
                  </p:par>
                  <p:par>
                    <p:cTn id="34" fill="hold">
                      <p:stCondLst>
                        <p:cond delay="indefinite"/>
                      </p:stCondLst>
                      <p:childTnLst>
                        <p:par>
                          <p:cTn id="35" fill="hold">
                            <p:stCondLst>
                              <p:cond delay="0"/>
                            </p:stCondLst>
                            <p:childTnLst>
                              <p:par>
                                <p:cTn id="36" presetID="2" presetClass="entr" presetSubtype="2" fill="hold" grpId="0" nodeType="clickEffect">
                                  <p:stCondLst>
                                    <p:cond delay="0"/>
                                  </p:stCondLst>
                                  <p:childTnLst>
                                    <p:set>
                                      <p:cBhvr>
                                        <p:cTn id="37" dur="1" fill="hold">
                                          <p:stCondLst>
                                            <p:cond delay="0"/>
                                          </p:stCondLst>
                                        </p:cTn>
                                        <p:tgtEl>
                                          <p:spTgt spid="7"/>
                                        </p:tgtEl>
                                        <p:attrNameLst>
                                          <p:attrName>style.visibility</p:attrName>
                                        </p:attrNameLst>
                                      </p:cBhvr>
                                      <p:to>
                                        <p:strVal val="visible"/>
                                      </p:to>
                                    </p:set>
                                    <p:anim calcmode="lin" valueType="num">
                                      <p:cBhvr additive="base">
                                        <p:cTn id="38" dur="500" fill="hold"/>
                                        <p:tgtEl>
                                          <p:spTgt spid="7"/>
                                        </p:tgtEl>
                                        <p:attrNameLst>
                                          <p:attrName>ppt_x</p:attrName>
                                        </p:attrNameLst>
                                      </p:cBhvr>
                                      <p:tavLst>
                                        <p:tav tm="0">
                                          <p:val>
                                            <p:strVal val="1+#ppt_w/2"/>
                                          </p:val>
                                        </p:tav>
                                        <p:tav tm="100000">
                                          <p:val>
                                            <p:strVal val="#ppt_x"/>
                                          </p:val>
                                        </p:tav>
                                      </p:tavLst>
                                    </p:anim>
                                    <p:anim calcmode="lin" valueType="num">
                                      <p:cBhvr additive="base">
                                        <p:cTn id="39" dur="500" fill="hold"/>
                                        <p:tgtEl>
                                          <p:spTgt spid="7"/>
                                        </p:tgtEl>
                                        <p:attrNameLst>
                                          <p:attrName>ppt_y</p:attrName>
                                        </p:attrNameLst>
                                      </p:cBhvr>
                                      <p:tavLst>
                                        <p:tav tm="0">
                                          <p:val>
                                            <p:strVal val="#ppt_y"/>
                                          </p:val>
                                        </p:tav>
                                        <p:tav tm="100000">
                                          <p:val>
                                            <p:strVal val="#ppt_y"/>
                                          </p:val>
                                        </p:tav>
                                      </p:tavLst>
                                    </p:anim>
                                  </p:childTnLst>
                                </p:cTn>
                              </p:par>
                            </p:childTnLst>
                          </p:cTn>
                        </p:par>
                      </p:childTnLst>
                    </p:cTn>
                  </p:par>
                  <p:par>
                    <p:cTn id="40" fill="hold">
                      <p:stCondLst>
                        <p:cond delay="indefinite"/>
                      </p:stCondLst>
                      <p:childTnLst>
                        <p:par>
                          <p:cTn id="41" fill="hold">
                            <p:stCondLst>
                              <p:cond delay="0"/>
                            </p:stCondLst>
                            <p:childTnLst>
                              <p:par>
                                <p:cTn id="42" presetID="2" presetClass="entr" presetSubtype="2" fill="hold" grpId="0" nodeType="clickEffect">
                                  <p:stCondLst>
                                    <p:cond delay="0"/>
                                  </p:stCondLst>
                                  <p:childTnLst>
                                    <p:set>
                                      <p:cBhvr>
                                        <p:cTn id="43" dur="1" fill="hold">
                                          <p:stCondLst>
                                            <p:cond delay="0"/>
                                          </p:stCondLst>
                                        </p:cTn>
                                        <p:tgtEl>
                                          <p:spTgt spid="18"/>
                                        </p:tgtEl>
                                        <p:attrNameLst>
                                          <p:attrName>style.visibility</p:attrName>
                                        </p:attrNameLst>
                                      </p:cBhvr>
                                      <p:to>
                                        <p:strVal val="visible"/>
                                      </p:to>
                                    </p:set>
                                    <p:anim calcmode="lin" valueType="num">
                                      <p:cBhvr additive="base">
                                        <p:cTn id="44" dur="500" fill="hold"/>
                                        <p:tgtEl>
                                          <p:spTgt spid="18"/>
                                        </p:tgtEl>
                                        <p:attrNameLst>
                                          <p:attrName>ppt_x</p:attrName>
                                        </p:attrNameLst>
                                      </p:cBhvr>
                                      <p:tavLst>
                                        <p:tav tm="0">
                                          <p:val>
                                            <p:strVal val="1+#ppt_w/2"/>
                                          </p:val>
                                        </p:tav>
                                        <p:tav tm="100000">
                                          <p:val>
                                            <p:strVal val="#ppt_x"/>
                                          </p:val>
                                        </p:tav>
                                      </p:tavLst>
                                    </p:anim>
                                    <p:anim calcmode="lin" valueType="num">
                                      <p:cBhvr additive="base">
                                        <p:cTn id="45" dur="500" fill="hold"/>
                                        <p:tgtEl>
                                          <p:spTgt spid="18"/>
                                        </p:tgtEl>
                                        <p:attrNameLst>
                                          <p:attrName>ppt_y</p:attrName>
                                        </p:attrNameLst>
                                      </p:cBhvr>
                                      <p:tavLst>
                                        <p:tav tm="0">
                                          <p:val>
                                            <p:strVal val="#ppt_y"/>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76" grpId="0" animBg="1"/>
      <p:bldP spid="77" grpId="0"/>
      <p:bldP spid="5" grpId="0"/>
      <p:bldP spid="12" grpId="0"/>
      <p:bldP spid="14" grpId="0"/>
      <p:bldP spid="7" grpId="0" animBg="1"/>
      <p:bldP spid="18" grpId="0" animBg="1"/>
    </p:bldLst>
  </p:timing>
</p:sld>
</file>

<file path=ppt/slides/slide32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4" name="组合 3">
            <a:extLst>
              <a:ext uri="{FF2B5EF4-FFF2-40B4-BE49-F238E27FC236}">
                <a16:creationId xmlns:a16="http://schemas.microsoft.com/office/drawing/2014/main" id="{9A1EA9F2-FCB6-48C3-935F-7AE7E3AD14AC}"/>
              </a:ext>
            </a:extLst>
          </p:cNvPr>
          <p:cNvGrpSpPr/>
          <p:nvPr/>
        </p:nvGrpSpPr>
        <p:grpSpPr>
          <a:xfrm>
            <a:off x="304800" y="749300"/>
            <a:ext cx="6192344" cy="400110"/>
            <a:chOff x="424117" y="898245"/>
            <a:chExt cx="6192344" cy="400110"/>
          </a:xfrm>
        </p:grpSpPr>
        <p:sp>
          <p:nvSpPr>
            <p:cNvPr id="2" name="平行四边形 1">
              <a:extLst>
                <a:ext uri="{FF2B5EF4-FFF2-40B4-BE49-F238E27FC236}">
                  <a16:creationId xmlns:a16="http://schemas.microsoft.com/office/drawing/2014/main" id="{1F5BAA3F-9845-4F89-A2DD-8222D3E4EDAC}"/>
                </a:ext>
              </a:extLst>
            </p:cNvPr>
            <p:cNvSpPr/>
            <p:nvPr/>
          </p:nvSpPr>
          <p:spPr>
            <a:xfrm>
              <a:off x="424117" y="898245"/>
              <a:ext cx="628306" cy="387090"/>
            </a:xfrm>
            <a:prstGeom prst="parallelogram">
              <a:avLst/>
            </a:prstGeom>
            <a:solidFill>
              <a:schemeClr val="accent3">
                <a:lumMod val="75000"/>
              </a:schemeClr>
            </a:solidFill>
            <a:ln>
              <a:solidFill>
                <a:schemeClr val="accent3">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CN" sz="2200" dirty="0">
                  <a:latin typeface="Impact" panose="020B0806030902050204" pitchFamily="34" charset="0"/>
                </a:rPr>
                <a:t>01</a:t>
              </a:r>
              <a:endParaRPr lang="zh-CN" altLang="en-US" sz="2200" dirty="0">
                <a:latin typeface="Impact" panose="020B0806030902050204" pitchFamily="34" charset="0"/>
              </a:endParaRPr>
            </a:p>
          </p:txBody>
        </p:sp>
        <p:sp>
          <p:nvSpPr>
            <p:cNvPr id="3" name="文本框 2">
              <a:extLst>
                <a:ext uri="{FF2B5EF4-FFF2-40B4-BE49-F238E27FC236}">
                  <a16:creationId xmlns:a16="http://schemas.microsoft.com/office/drawing/2014/main" id="{4D6BD736-A4D3-4F26-AFED-36E11F50F70B}"/>
                </a:ext>
              </a:extLst>
            </p:cNvPr>
            <p:cNvSpPr txBox="1"/>
            <p:nvPr/>
          </p:nvSpPr>
          <p:spPr>
            <a:xfrm>
              <a:off x="1052423" y="898245"/>
              <a:ext cx="5564038" cy="400110"/>
            </a:xfrm>
            <a:prstGeom prst="rect">
              <a:avLst/>
            </a:prstGeom>
            <a:noFill/>
          </p:spPr>
          <p:txBody>
            <a:bodyPr wrap="square" rtlCol="0">
              <a:spAutoFit/>
            </a:bodyPr>
            <a:lstStyle/>
            <a:p>
              <a:r>
                <a:rPr lang="zh-CN" altLang="en-US" sz="2000" b="1" dirty="0"/>
                <a:t>共享式以太网的争用期</a:t>
              </a:r>
              <a:endParaRPr lang="en-US" altLang="zh-CN" sz="2000" b="1" dirty="0"/>
            </a:p>
          </p:txBody>
        </p:sp>
      </p:grpSp>
      <p:grpSp>
        <p:nvGrpSpPr>
          <p:cNvPr id="8" name="组合 7">
            <a:extLst>
              <a:ext uri="{FF2B5EF4-FFF2-40B4-BE49-F238E27FC236}">
                <a16:creationId xmlns:a16="http://schemas.microsoft.com/office/drawing/2014/main" id="{6A6B3B70-0EAF-49E3-BF0E-B2958CB17C29}"/>
              </a:ext>
            </a:extLst>
          </p:cNvPr>
          <p:cNvGrpSpPr/>
          <p:nvPr/>
        </p:nvGrpSpPr>
        <p:grpSpPr>
          <a:xfrm>
            <a:off x="822302" y="1127212"/>
            <a:ext cx="11320427" cy="1450734"/>
            <a:chOff x="822302" y="1215265"/>
            <a:chExt cx="11320427" cy="1450734"/>
          </a:xfrm>
        </p:grpSpPr>
        <p:sp>
          <p:nvSpPr>
            <p:cNvPr id="17" name="íşlïḍè">
              <a:extLst>
                <a:ext uri="{FF2B5EF4-FFF2-40B4-BE49-F238E27FC236}">
                  <a16:creationId xmlns:a16="http://schemas.microsoft.com/office/drawing/2014/main" id="{294450E4-BC9C-4379-8EBF-3B2994B95F67}"/>
                </a:ext>
              </a:extLst>
            </p:cNvPr>
            <p:cNvSpPr txBox="1"/>
            <p:nvPr/>
          </p:nvSpPr>
          <p:spPr>
            <a:xfrm>
              <a:off x="822302" y="1215265"/>
              <a:ext cx="11209623" cy="725367"/>
            </a:xfrm>
            <a:prstGeom prst="rect">
              <a:avLst/>
            </a:prstGeom>
            <a:noFill/>
          </p:spPr>
          <p:txBody>
            <a:bodyPr wrap="square" lIns="91440" tIns="45720" rIns="91440" bIns="45720" anchor="ctr">
              <a:noAutofit/>
            </a:bodyPr>
            <a:lstStyle/>
            <a:p>
              <a:r>
                <a:rPr lang="en-US" altLang="zh-CN" b="1" dirty="0">
                  <a:latin typeface="Arial Narrow" panose="020B0606020202030204" pitchFamily="34" charset="0"/>
                </a:rPr>
                <a:t>【2010</a:t>
              </a:r>
              <a:r>
                <a:rPr lang="zh-CN" altLang="en-US" b="1" dirty="0">
                  <a:latin typeface="Arial Narrow" panose="020B0606020202030204" pitchFamily="34" charset="0"/>
                </a:rPr>
                <a:t>年 题</a:t>
              </a:r>
              <a:r>
                <a:rPr lang="en-US" altLang="zh-CN" b="1" dirty="0">
                  <a:latin typeface="Arial Narrow" panose="020B0606020202030204" pitchFamily="34" charset="0"/>
                </a:rPr>
                <a:t>47】</a:t>
              </a:r>
              <a:r>
                <a:rPr lang="zh-CN" altLang="en-US" b="1" dirty="0">
                  <a:latin typeface="Arial Narrow" panose="020B0606020202030204" pitchFamily="34" charset="0"/>
                </a:rPr>
                <a:t>某局域网采用</a:t>
              </a:r>
              <a:r>
                <a:rPr lang="en-US" altLang="zh-CN" b="1" dirty="0">
                  <a:latin typeface="Arial Narrow" panose="020B0606020202030204" pitchFamily="34" charset="0"/>
                </a:rPr>
                <a:t>CSMA/CD</a:t>
              </a:r>
              <a:r>
                <a:rPr lang="zh-CN" altLang="en-US" b="1" dirty="0">
                  <a:latin typeface="Arial Narrow" panose="020B0606020202030204" pitchFamily="34" charset="0"/>
                </a:rPr>
                <a:t>协议实现介质访问控制，数据传输速率为</a:t>
              </a:r>
              <a:r>
                <a:rPr lang="en-US" altLang="zh-CN" b="1" dirty="0">
                  <a:latin typeface="Arial Narrow" panose="020B0606020202030204" pitchFamily="34" charset="0"/>
                </a:rPr>
                <a:t>10Mbps</a:t>
              </a:r>
              <a:r>
                <a:rPr lang="zh-CN" altLang="en-US" b="1" dirty="0">
                  <a:latin typeface="Arial Narrow" panose="020B0606020202030204" pitchFamily="34" charset="0"/>
                </a:rPr>
                <a:t>，主机甲和主机乙之间</a:t>
              </a:r>
              <a:r>
                <a:rPr lang="en-US" altLang="zh-CN" b="1" dirty="0">
                  <a:latin typeface="Arial Narrow" panose="020B0606020202030204" pitchFamily="34" charset="0"/>
                </a:rPr>
                <a:t>                           </a:t>
              </a:r>
            </a:p>
            <a:p>
              <a:r>
                <a:rPr lang="en-US" altLang="zh-CN" b="1" dirty="0">
                  <a:latin typeface="Arial Narrow" panose="020B0606020202030204" pitchFamily="34" charset="0"/>
                </a:rPr>
                <a:t>                              </a:t>
              </a:r>
              <a:r>
                <a:rPr lang="zh-CN" altLang="en-US" b="1" dirty="0">
                  <a:latin typeface="Arial Narrow" panose="020B0606020202030204" pitchFamily="34" charset="0"/>
                </a:rPr>
                <a:t>的距离为</a:t>
              </a:r>
              <a:r>
                <a:rPr lang="en-US" altLang="zh-CN" b="1" dirty="0">
                  <a:latin typeface="Arial Narrow" panose="020B0606020202030204" pitchFamily="34" charset="0"/>
                </a:rPr>
                <a:t>2km</a:t>
              </a:r>
              <a:r>
                <a:rPr lang="zh-CN" altLang="en-US" b="1" dirty="0">
                  <a:latin typeface="Arial Narrow" panose="020B0606020202030204" pitchFamily="34" charset="0"/>
                </a:rPr>
                <a:t>，信号传播速度是</a:t>
              </a:r>
              <a:r>
                <a:rPr lang="en-US" altLang="zh-CN" b="1" dirty="0">
                  <a:latin typeface="Arial Narrow" panose="020B0606020202030204" pitchFamily="34" charset="0"/>
                </a:rPr>
                <a:t>200 000km/s</a:t>
              </a:r>
              <a:r>
                <a:rPr lang="zh-CN" altLang="en-US" b="1" dirty="0">
                  <a:latin typeface="Arial Narrow" panose="020B0606020202030204" pitchFamily="34" charset="0"/>
                </a:rPr>
                <a:t>。请回答下列问题，要求说明理由或写出计算过程。</a:t>
              </a:r>
            </a:p>
          </p:txBody>
        </p:sp>
        <p:sp>
          <p:nvSpPr>
            <p:cNvPr id="19" name="íşlïḍè">
              <a:extLst>
                <a:ext uri="{FF2B5EF4-FFF2-40B4-BE49-F238E27FC236}">
                  <a16:creationId xmlns:a16="http://schemas.microsoft.com/office/drawing/2014/main" id="{C276852D-BE2C-4B24-BC1B-44E6732D7424}"/>
                </a:ext>
              </a:extLst>
            </p:cNvPr>
            <p:cNvSpPr txBox="1"/>
            <p:nvPr/>
          </p:nvSpPr>
          <p:spPr>
            <a:xfrm>
              <a:off x="933106" y="1940632"/>
              <a:ext cx="11209623" cy="725367"/>
            </a:xfrm>
            <a:prstGeom prst="rect">
              <a:avLst/>
            </a:prstGeom>
            <a:noFill/>
          </p:spPr>
          <p:txBody>
            <a:bodyPr wrap="square" lIns="91440" tIns="45720" rIns="91440" bIns="45720" anchor="ctr">
              <a:noAutofit/>
            </a:bodyPr>
            <a:lstStyle/>
            <a:p>
              <a:r>
                <a:rPr lang="zh-CN" altLang="en-US" b="1" dirty="0">
                  <a:latin typeface="Arial Narrow" panose="020B0606020202030204" pitchFamily="34" charset="0"/>
                </a:rPr>
                <a:t>（</a:t>
              </a:r>
              <a:r>
                <a:rPr lang="en-US" altLang="zh-CN" b="1" dirty="0">
                  <a:latin typeface="Arial Narrow" panose="020B0606020202030204" pitchFamily="34" charset="0"/>
                </a:rPr>
                <a:t>1</a:t>
              </a:r>
              <a:r>
                <a:rPr lang="zh-CN" altLang="en-US" b="1" dirty="0">
                  <a:latin typeface="Arial Narrow" panose="020B0606020202030204" pitchFamily="34" charset="0"/>
                </a:rPr>
                <a:t>）若主机甲和主机乙发送数据时发送冲突，则从开始发送数据时刻起，到两台主机均检测到冲突时刻止，最短需经过多长时间？最长需经过多长时间（假设主机甲和主机乙发送数据过程中，其他主机不发送数据）？</a:t>
              </a:r>
            </a:p>
          </p:txBody>
        </p:sp>
      </p:grpSp>
      <p:sp>
        <p:nvSpPr>
          <p:cNvPr id="20" name="íşlïḍè">
            <a:extLst>
              <a:ext uri="{FF2B5EF4-FFF2-40B4-BE49-F238E27FC236}">
                <a16:creationId xmlns:a16="http://schemas.microsoft.com/office/drawing/2014/main" id="{EC9E30EF-4B96-4C1E-89F4-45DFCC9DA7D7}"/>
              </a:ext>
            </a:extLst>
          </p:cNvPr>
          <p:cNvSpPr txBox="1"/>
          <p:nvPr/>
        </p:nvSpPr>
        <p:spPr>
          <a:xfrm>
            <a:off x="933106" y="2716181"/>
            <a:ext cx="716200" cy="313194"/>
          </a:xfrm>
          <a:prstGeom prst="rect">
            <a:avLst/>
          </a:prstGeom>
          <a:noFill/>
        </p:spPr>
        <p:txBody>
          <a:bodyPr wrap="square" lIns="91440" tIns="45720" rIns="91440" bIns="45720" anchor="ctr">
            <a:noAutofit/>
          </a:bodyPr>
          <a:lstStyle/>
          <a:p>
            <a:r>
              <a:rPr lang="zh-CN" altLang="en-US" b="1" dirty="0">
                <a:latin typeface="Arial Narrow" panose="020B0606020202030204" pitchFamily="34" charset="0"/>
              </a:rPr>
              <a:t>解析</a:t>
            </a:r>
          </a:p>
        </p:txBody>
      </p:sp>
      <p:grpSp>
        <p:nvGrpSpPr>
          <p:cNvPr id="26" name="组合 25">
            <a:extLst>
              <a:ext uri="{FF2B5EF4-FFF2-40B4-BE49-F238E27FC236}">
                <a16:creationId xmlns:a16="http://schemas.microsoft.com/office/drawing/2014/main" id="{EAD6C1B6-070D-47CB-A884-6E935767EC30}"/>
              </a:ext>
            </a:extLst>
          </p:cNvPr>
          <p:cNvGrpSpPr/>
          <p:nvPr/>
        </p:nvGrpSpPr>
        <p:grpSpPr>
          <a:xfrm>
            <a:off x="1649306" y="2965686"/>
            <a:ext cx="8632614" cy="1600322"/>
            <a:chOff x="1649306" y="2965686"/>
            <a:chExt cx="8632614" cy="1600322"/>
          </a:xfrm>
        </p:grpSpPr>
        <p:sp>
          <p:nvSpPr>
            <p:cNvPr id="9" name="矩形 8">
              <a:extLst>
                <a:ext uri="{FF2B5EF4-FFF2-40B4-BE49-F238E27FC236}">
                  <a16:creationId xmlns:a16="http://schemas.microsoft.com/office/drawing/2014/main" id="{61C52395-B0DF-4488-ABA0-ECC5FAAD75D9}"/>
                </a:ext>
              </a:extLst>
            </p:cNvPr>
            <p:cNvSpPr/>
            <p:nvPr/>
          </p:nvSpPr>
          <p:spPr>
            <a:xfrm>
              <a:off x="1649306" y="3687514"/>
              <a:ext cx="880534" cy="878494"/>
            </a:xfrm>
            <a:prstGeom prst="rect">
              <a:avLst/>
            </a:prstGeom>
          </p:spPr>
          <p:style>
            <a:lnRef idx="2">
              <a:schemeClr val="accent3">
                <a:shade val="50000"/>
              </a:schemeClr>
            </a:lnRef>
            <a:fillRef idx="1">
              <a:schemeClr val="accent3"/>
            </a:fillRef>
            <a:effectRef idx="0">
              <a:schemeClr val="accent3"/>
            </a:effectRef>
            <a:fontRef idx="minor">
              <a:schemeClr val="lt1"/>
            </a:fontRef>
          </p:style>
          <p:txBody>
            <a:bodyPr rtlCol="0" anchor="ctr"/>
            <a:lstStyle/>
            <a:p>
              <a:pPr algn="ctr"/>
              <a:r>
                <a:rPr lang="zh-CN" altLang="en-US" b="1" dirty="0"/>
                <a:t>主机甲</a:t>
              </a:r>
            </a:p>
          </p:txBody>
        </p:sp>
        <p:sp>
          <p:nvSpPr>
            <p:cNvPr id="21" name="矩形 20">
              <a:extLst>
                <a:ext uri="{FF2B5EF4-FFF2-40B4-BE49-F238E27FC236}">
                  <a16:creationId xmlns:a16="http://schemas.microsoft.com/office/drawing/2014/main" id="{19A2121A-898E-4EF4-82C7-972C1E8E422B}"/>
                </a:ext>
              </a:extLst>
            </p:cNvPr>
            <p:cNvSpPr/>
            <p:nvPr/>
          </p:nvSpPr>
          <p:spPr>
            <a:xfrm>
              <a:off x="9401386" y="3687514"/>
              <a:ext cx="880534" cy="878494"/>
            </a:xfrm>
            <a:prstGeom prst="rect">
              <a:avLst/>
            </a:prstGeom>
          </p:spPr>
          <p:style>
            <a:lnRef idx="2">
              <a:schemeClr val="accent3">
                <a:shade val="50000"/>
              </a:schemeClr>
            </a:lnRef>
            <a:fillRef idx="1">
              <a:schemeClr val="accent3"/>
            </a:fillRef>
            <a:effectRef idx="0">
              <a:schemeClr val="accent3"/>
            </a:effectRef>
            <a:fontRef idx="minor">
              <a:schemeClr val="lt1"/>
            </a:fontRef>
          </p:style>
          <p:txBody>
            <a:bodyPr rtlCol="0" anchor="ctr"/>
            <a:lstStyle/>
            <a:p>
              <a:pPr algn="ctr"/>
              <a:r>
                <a:rPr lang="zh-CN" altLang="en-US" b="1" dirty="0"/>
                <a:t>主机乙</a:t>
              </a:r>
            </a:p>
          </p:txBody>
        </p:sp>
        <p:cxnSp>
          <p:nvCxnSpPr>
            <p:cNvPr id="11" name="直接连接符 10">
              <a:extLst>
                <a:ext uri="{FF2B5EF4-FFF2-40B4-BE49-F238E27FC236}">
                  <a16:creationId xmlns:a16="http://schemas.microsoft.com/office/drawing/2014/main" id="{FC71DADE-3B4B-48D2-8A92-0B8C13F0E440}"/>
                </a:ext>
              </a:extLst>
            </p:cNvPr>
            <p:cNvCxnSpPr>
              <a:stCxn id="9" idx="3"/>
              <a:endCxn id="21" idx="1"/>
            </p:cNvCxnSpPr>
            <p:nvPr/>
          </p:nvCxnSpPr>
          <p:spPr>
            <a:xfrm>
              <a:off x="2529840" y="4126761"/>
              <a:ext cx="6871546" cy="0"/>
            </a:xfrm>
            <a:prstGeom prst="line">
              <a:avLst/>
            </a:prstGeom>
            <a:ln w="762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2" name="直接连接符 21">
              <a:extLst>
                <a:ext uri="{FF2B5EF4-FFF2-40B4-BE49-F238E27FC236}">
                  <a16:creationId xmlns:a16="http://schemas.microsoft.com/office/drawing/2014/main" id="{BC3495F6-4C90-405D-9E2B-1B7AE38B9ED0}"/>
                </a:ext>
              </a:extLst>
            </p:cNvPr>
            <p:cNvCxnSpPr>
              <a:cxnSpLocks/>
            </p:cNvCxnSpPr>
            <p:nvPr/>
          </p:nvCxnSpPr>
          <p:spPr>
            <a:xfrm flipV="1">
              <a:off x="2529840" y="2965686"/>
              <a:ext cx="0" cy="874929"/>
            </a:xfrm>
            <a:prstGeom prst="line">
              <a:avLst/>
            </a:prstGeom>
            <a:ln w="12700">
              <a:solidFill>
                <a:schemeClr val="tx1"/>
              </a:solidFill>
              <a:prstDash val="dash"/>
            </a:ln>
          </p:spPr>
          <p:style>
            <a:lnRef idx="1">
              <a:schemeClr val="accent1"/>
            </a:lnRef>
            <a:fillRef idx="0">
              <a:schemeClr val="accent1"/>
            </a:fillRef>
            <a:effectRef idx="0">
              <a:schemeClr val="accent1"/>
            </a:effectRef>
            <a:fontRef idx="minor">
              <a:schemeClr val="tx1"/>
            </a:fontRef>
          </p:style>
        </p:cxnSp>
        <p:cxnSp>
          <p:nvCxnSpPr>
            <p:cNvPr id="25" name="直接连接符 24">
              <a:extLst>
                <a:ext uri="{FF2B5EF4-FFF2-40B4-BE49-F238E27FC236}">
                  <a16:creationId xmlns:a16="http://schemas.microsoft.com/office/drawing/2014/main" id="{D027E3E9-5C12-475A-BDD2-D7386B218720}"/>
                </a:ext>
              </a:extLst>
            </p:cNvPr>
            <p:cNvCxnSpPr>
              <a:cxnSpLocks/>
            </p:cNvCxnSpPr>
            <p:nvPr/>
          </p:nvCxnSpPr>
          <p:spPr>
            <a:xfrm flipV="1">
              <a:off x="9401386" y="2965686"/>
              <a:ext cx="0" cy="874929"/>
            </a:xfrm>
            <a:prstGeom prst="line">
              <a:avLst/>
            </a:prstGeom>
            <a:ln w="12700">
              <a:solidFill>
                <a:schemeClr val="tx1"/>
              </a:solidFill>
              <a:prstDash val="dash"/>
            </a:ln>
          </p:spPr>
          <p:style>
            <a:lnRef idx="1">
              <a:schemeClr val="accent1"/>
            </a:lnRef>
            <a:fillRef idx="0">
              <a:schemeClr val="accent1"/>
            </a:fillRef>
            <a:effectRef idx="0">
              <a:schemeClr val="accent1"/>
            </a:effectRef>
            <a:fontRef idx="minor">
              <a:schemeClr val="tx1"/>
            </a:fontRef>
          </p:style>
        </p:cxnSp>
        <p:cxnSp>
          <p:nvCxnSpPr>
            <p:cNvPr id="24" name="直接箭头连接符 23">
              <a:extLst>
                <a:ext uri="{FF2B5EF4-FFF2-40B4-BE49-F238E27FC236}">
                  <a16:creationId xmlns:a16="http://schemas.microsoft.com/office/drawing/2014/main" id="{F9D2CA04-9B0E-48ED-92B6-46717002EC15}"/>
                </a:ext>
              </a:extLst>
            </p:cNvPr>
            <p:cNvCxnSpPr/>
            <p:nvPr/>
          </p:nvCxnSpPr>
          <p:spPr>
            <a:xfrm>
              <a:off x="2529840" y="3244427"/>
              <a:ext cx="6871546" cy="0"/>
            </a:xfrm>
            <a:prstGeom prst="straightConnector1">
              <a:avLst/>
            </a:prstGeom>
            <a:ln w="12700">
              <a:solidFill>
                <a:schemeClr val="tx1"/>
              </a:solidFill>
              <a:headEnd type="triangle"/>
              <a:tailEnd type="triangle"/>
            </a:ln>
          </p:spPr>
          <p:style>
            <a:lnRef idx="1">
              <a:schemeClr val="accent1"/>
            </a:lnRef>
            <a:fillRef idx="0">
              <a:schemeClr val="accent1"/>
            </a:fillRef>
            <a:effectRef idx="0">
              <a:schemeClr val="accent1"/>
            </a:effectRef>
            <a:fontRef idx="minor">
              <a:schemeClr val="tx1"/>
            </a:fontRef>
          </p:style>
        </p:cxnSp>
        <p:sp>
          <p:nvSpPr>
            <p:cNvPr id="28" name="íşlïḍè">
              <a:extLst>
                <a:ext uri="{FF2B5EF4-FFF2-40B4-BE49-F238E27FC236}">
                  <a16:creationId xmlns:a16="http://schemas.microsoft.com/office/drawing/2014/main" id="{637E184D-0AA1-44F2-8667-15C9F189FA79}"/>
                </a:ext>
              </a:extLst>
            </p:cNvPr>
            <p:cNvSpPr txBox="1"/>
            <p:nvPr/>
          </p:nvSpPr>
          <p:spPr>
            <a:xfrm>
              <a:off x="5634606" y="3088642"/>
              <a:ext cx="662014" cy="313194"/>
            </a:xfrm>
            <a:prstGeom prst="rect">
              <a:avLst/>
            </a:prstGeom>
            <a:solidFill>
              <a:schemeClr val="bg1"/>
            </a:solidFill>
          </p:spPr>
          <p:txBody>
            <a:bodyPr wrap="square" lIns="91440" tIns="45720" rIns="91440" bIns="45720" anchor="ctr">
              <a:noAutofit/>
            </a:bodyPr>
            <a:lstStyle/>
            <a:p>
              <a:pPr algn="ctr"/>
              <a:r>
                <a:rPr lang="en-US" altLang="zh-CN" b="1" dirty="0">
                  <a:latin typeface="Arial Narrow" panose="020B0606020202030204" pitchFamily="34" charset="0"/>
                </a:rPr>
                <a:t>2km</a:t>
              </a:r>
              <a:endParaRPr lang="zh-CN" altLang="en-US" b="1" dirty="0">
                <a:latin typeface="Arial Narrow" panose="020B0606020202030204" pitchFamily="34" charset="0"/>
              </a:endParaRPr>
            </a:p>
          </p:txBody>
        </p:sp>
      </p:grpSp>
      <p:sp>
        <p:nvSpPr>
          <p:cNvPr id="18" name="平行四边形 17">
            <a:extLst>
              <a:ext uri="{FF2B5EF4-FFF2-40B4-BE49-F238E27FC236}">
                <a16:creationId xmlns:a16="http://schemas.microsoft.com/office/drawing/2014/main" id="{CD28710C-D4BA-2536-B1DE-DC0D5FA83885}"/>
              </a:ext>
            </a:extLst>
          </p:cNvPr>
          <p:cNvSpPr/>
          <p:nvPr/>
        </p:nvSpPr>
        <p:spPr>
          <a:xfrm>
            <a:off x="304799" y="749300"/>
            <a:ext cx="695119" cy="387090"/>
          </a:xfrm>
          <a:prstGeom prst="parallelogram">
            <a:avLst/>
          </a:prstGeom>
          <a:solidFill>
            <a:schemeClr val="accent3">
              <a:lumMod val="75000"/>
            </a:schemeClr>
          </a:solidFill>
          <a:ln>
            <a:solidFill>
              <a:schemeClr val="accent3">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CN" sz="2200" dirty="0">
                <a:latin typeface="Impact" panose="020B0806030902050204" pitchFamily="34" charset="0"/>
              </a:rPr>
              <a:t>02</a:t>
            </a:r>
            <a:endParaRPr lang="zh-CN" altLang="en-US" sz="2200" dirty="0">
              <a:latin typeface="Impact" panose="020B0806030902050204" pitchFamily="34" charset="0"/>
            </a:endParaRPr>
          </a:p>
        </p:txBody>
      </p:sp>
    </p:spTree>
    <p:custDataLst>
      <p:tags r:id="rId1"/>
    </p:custDataLst>
    <p:extLst>
      <p:ext uri="{BB962C8B-B14F-4D97-AF65-F5344CB8AC3E}">
        <p14:creationId xmlns:p14="http://schemas.microsoft.com/office/powerpoint/2010/main" val="3665021009"/>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30" presetClass="entr" presetSubtype="0" fill="hold" nodeType="withEffect">
                                  <p:stCondLst>
                                    <p:cond delay="0"/>
                                  </p:stCondLst>
                                  <p:childTnLst>
                                    <p:set>
                                      <p:cBhvr>
                                        <p:cTn id="6" dur="1" fill="hold">
                                          <p:stCondLst>
                                            <p:cond delay="0"/>
                                          </p:stCondLst>
                                        </p:cTn>
                                        <p:tgtEl>
                                          <p:spTgt spid="8"/>
                                        </p:tgtEl>
                                        <p:attrNameLst>
                                          <p:attrName>style.visibility</p:attrName>
                                        </p:attrNameLst>
                                      </p:cBhvr>
                                      <p:to>
                                        <p:strVal val="visible"/>
                                      </p:to>
                                    </p:set>
                                    <p:animEffect transition="in" filter="fade">
                                      <p:cBhvr>
                                        <p:cTn id="7" dur="800" decel="100000"/>
                                        <p:tgtEl>
                                          <p:spTgt spid="8"/>
                                        </p:tgtEl>
                                      </p:cBhvr>
                                    </p:animEffect>
                                    <p:anim calcmode="lin" valueType="num">
                                      <p:cBhvr>
                                        <p:cTn id="8" dur="800" decel="100000" fill="hold"/>
                                        <p:tgtEl>
                                          <p:spTgt spid="8"/>
                                        </p:tgtEl>
                                        <p:attrNameLst>
                                          <p:attrName>style.rotation</p:attrName>
                                        </p:attrNameLst>
                                      </p:cBhvr>
                                      <p:tavLst>
                                        <p:tav tm="0">
                                          <p:val>
                                            <p:fltVal val="-90"/>
                                          </p:val>
                                        </p:tav>
                                        <p:tav tm="100000">
                                          <p:val>
                                            <p:fltVal val="0"/>
                                          </p:val>
                                        </p:tav>
                                      </p:tavLst>
                                    </p:anim>
                                    <p:anim calcmode="lin" valueType="num">
                                      <p:cBhvr>
                                        <p:cTn id="9" dur="800" decel="100000" fill="hold"/>
                                        <p:tgtEl>
                                          <p:spTgt spid="8"/>
                                        </p:tgtEl>
                                        <p:attrNameLst>
                                          <p:attrName>ppt_x</p:attrName>
                                        </p:attrNameLst>
                                      </p:cBhvr>
                                      <p:tavLst>
                                        <p:tav tm="0">
                                          <p:val>
                                            <p:strVal val="#ppt_x+0.4"/>
                                          </p:val>
                                        </p:tav>
                                        <p:tav tm="100000">
                                          <p:val>
                                            <p:strVal val="#ppt_x-0.05"/>
                                          </p:val>
                                        </p:tav>
                                      </p:tavLst>
                                    </p:anim>
                                    <p:anim calcmode="lin" valueType="num">
                                      <p:cBhvr>
                                        <p:cTn id="10" dur="800" decel="100000" fill="hold"/>
                                        <p:tgtEl>
                                          <p:spTgt spid="8"/>
                                        </p:tgtEl>
                                        <p:attrNameLst>
                                          <p:attrName>ppt_y</p:attrName>
                                        </p:attrNameLst>
                                      </p:cBhvr>
                                      <p:tavLst>
                                        <p:tav tm="0">
                                          <p:val>
                                            <p:strVal val="#ppt_y-0.4"/>
                                          </p:val>
                                        </p:tav>
                                        <p:tav tm="100000">
                                          <p:val>
                                            <p:strVal val="#ppt_y+0.1"/>
                                          </p:val>
                                        </p:tav>
                                      </p:tavLst>
                                    </p:anim>
                                    <p:anim calcmode="lin" valueType="num">
                                      <p:cBhvr>
                                        <p:cTn id="11" dur="200" accel="100000" fill="hold">
                                          <p:stCondLst>
                                            <p:cond delay="800"/>
                                          </p:stCondLst>
                                        </p:cTn>
                                        <p:tgtEl>
                                          <p:spTgt spid="8"/>
                                        </p:tgtEl>
                                        <p:attrNameLst>
                                          <p:attrName>ppt_x</p:attrName>
                                        </p:attrNameLst>
                                      </p:cBhvr>
                                      <p:tavLst>
                                        <p:tav tm="0">
                                          <p:val>
                                            <p:strVal val="#ppt_x-0.05"/>
                                          </p:val>
                                        </p:tav>
                                        <p:tav tm="100000">
                                          <p:val>
                                            <p:strVal val="#ppt_x"/>
                                          </p:val>
                                        </p:tav>
                                      </p:tavLst>
                                    </p:anim>
                                    <p:anim calcmode="lin" valueType="num">
                                      <p:cBhvr>
                                        <p:cTn id="12" dur="200" accel="100000" fill="hold">
                                          <p:stCondLst>
                                            <p:cond delay="800"/>
                                          </p:stCondLst>
                                        </p:cTn>
                                        <p:tgtEl>
                                          <p:spTgt spid="8"/>
                                        </p:tgtEl>
                                        <p:attrNameLst>
                                          <p:attrName>ppt_y</p:attrName>
                                        </p:attrNameLst>
                                      </p:cBhvr>
                                      <p:tavLst>
                                        <p:tav tm="0">
                                          <p:val>
                                            <p:strVal val="#ppt_y+0.1"/>
                                          </p:val>
                                        </p:tav>
                                        <p:tav tm="100000">
                                          <p:val>
                                            <p:strVal val="#ppt_y"/>
                                          </p:val>
                                        </p:tav>
                                      </p:tavLst>
                                    </p:anim>
                                  </p:childTnLst>
                                </p:cTn>
                              </p:par>
                            </p:childTnLst>
                          </p:cTn>
                        </p:par>
                      </p:childTnLst>
                    </p:cTn>
                  </p:par>
                  <p:par>
                    <p:cTn id="13" fill="hold">
                      <p:stCondLst>
                        <p:cond delay="indefinite"/>
                      </p:stCondLst>
                      <p:childTnLst>
                        <p:par>
                          <p:cTn id="14" fill="hold">
                            <p:stCondLst>
                              <p:cond delay="0"/>
                            </p:stCondLst>
                            <p:childTnLst>
                              <p:par>
                                <p:cTn id="15" presetID="53" presetClass="entr" presetSubtype="16" fill="hold" grpId="0" nodeType="clickEffect">
                                  <p:stCondLst>
                                    <p:cond delay="0"/>
                                  </p:stCondLst>
                                  <p:childTnLst>
                                    <p:set>
                                      <p:cBhvr>
                                        <p:cTn id="16" dur="1" fill="hold">
                                          <p:stCondLst>
                                            <p:cond delay="0"/>
                                          </p:stCondLst>
                                        </p:cTn>
                                        <p:tgtEl>
                                          <p:spTgt spid="20"/>
                                        </p:tgtEl>
                                        <p:attrNameLst>
                                          <p:attrName>style.visibility</p:attrName>
                                        </p:attrNameLst>
                                      </p:cBhvr>
                                      <p:to>
                                        <p:strVal val="visible"/>
                                      </p:to>
                                    </p:set>
                                    <p:anim calcmode="lin" valueType="num">
                                      <p:cBhvr>
                                        <p:cTn id="17" dur="500" fill="hold"/>
                                        <p:tgtEl>
                                          <p:spTgt spid="20"/>
                                        </p:tgtEl>
                                        <p:attrNameLst>
                                          <p:attrName>ppt_w</p:attrName>
                                        </p:attrNameLst>
                                      </p:cBhvr>
                                      <p:tavLst>
                                        <p:tav tm="0">
                                          <p:val>
                                            <p:fltVal val="0"/>
                                          </p:val>
                                        </p:tav>
                                        <p:tav tm="100000">
                                          <p:val>
                                            <p:strVal val="#ppt_w"/>
                                          </p:val>
                                        </p:tav>
                                      </p:tavLst>
                                    </p:anim>
                                    <p:anim calcmode="lin" valueType="num">
                                      <p:cBhvr>
                                        <p:cTn id="18" dur="500" fill="hold"/>
                                        <p:tgtEl>
                                          <p:spTgt spid="20"/>
                                        </p:tgtEl>
                                        <p:attrNameLst>
                                          <p:attrName>ppt_h</p:attrName>
                                        </p:attrNameLst>
                                      </p:cBhvr>
                                      <p:tavLst>
                                        <p:tav tm="0">
                                          <p:val>
                                            <p:fltVal val="0"/>
                                          </p:val>
                                        </p:tav>
                                        <p:tav tm="100000">
                                          <p:val>
                                            <p:strVal val="#ppt_h"/>
                                          </p:val>
                                        </p:tav>
                                      </p:tavLst>
                                    </p:anim>
                                    <p:animEffect transition="in" filter="fade">
                                      <p:cBhvr>
                                        <p:cTn id="19" dur="500"/>
                                        <p:tgtEl>
                                          <p:spTgt spid="20"/>
                                        </p:tgtEl>
                                      </p:cBhvr>
                                    </p:animEffect>
                                  </p:childTnLst>
                                </p:cTn>
                              </p:par>
                            </p:childTnLst>
                          </p:cTn>
                        </p:par>
                      </p:childTnLst>
                    </p:cTn>
                  </p:par>
                  <p:par>
                    <p:cTn id="20" fill="hold">
                      <p:stCondLst>
                        <p:cond delay="indefinite"/>
                      </p:stCondLst>
                      <p:childTnLst>
                        <p:par>
                          <p:cTn id="21" fill="hold">
                            <p:stCondLst>
                              <p:cond delay="0"/>
                            </p:stCondLst>
                            <p:childTnLst>
                              <p:par>
                                <p:cTn id="22" presetID="15" presetClass="entr" presetSubtype="0" fill="hold" nodeType="clickEffect">
                                  <p:stCondLst>
                                    <p:cond delay="0"/>
                                  </p:stCondLst>
                                  <p:childTnLst>
                                    <p:set>
                                      <p:cBhvr>
                                        <p:cTn id="23" dur="1" fill="hold">
                                          <p:stCondLst>
                                            <p:cond delay="0"/>
                                          </p:stCondLst>
                                        </p:cTn>
                                        <p:tgtEl>
                                          <p:spTgt spid="26"/>
                                        </p:tgtEl>
                                        <p:attrNameLst>
                                          <p:attrName>style.visibility</p:attrName>
                                        </p:attrNameLst>
                                      </p:cBhvr>
                                      <p:to>
                                        <p:strVal val="visible"/>
                                      </p:to>
                                    </p:set>
                                    <p:anim calcmode="lin" valueType="num">
                                      <p:cBhvr>
                                        <p:cTn id="24" dur="1000" fill="hold"/>
                                        <p:tgtEl>
                                          <p:spTgt spid="26"/>
                                        </p:tgtEl>
                                        <p:attrNameLst>
                                          <p:attrName>ppt_w</p:attrName>
                                        </p:attrNameLst>
                                      </p:cBhvr>
                                      <p:tavLst>
                                        <p:tav tm="0">
                                          <p:val>
                                            <p:fltVal val="0"/>
                                          </p:val>
                                        </p:tav>
                                        <p:tav tm="100000">
                                          <p:val>
                                            <p:strVal val="#ppt_w"/>
                                          </p:val>
                                        </p:tav>
                                      </p:tavLst>
                                    </p:anim>
                                    <p:anim calcmode="lin" valueType="num">
                                      <p:cBhvr>
                                        <p:cTn id="25" dur="1000" fill="hold"/>
                                        <p:tgtEl>
                                          <p:spTgt spid="26"/>
                                        </p:tgtEl>
                                        <p:attrNameLst>
                                          <p:attrName>ppt_h</p:attrName>
                                        </p:attrNameLst>
                                      </p:cBhvr>
                                      <p:tavLst>
                                        <p:tav tm="0">
                                          <p:val>
                                            <p:fltVal val="0"/>
                                          </p:val>
                                        </p:tav>
                                        <p:tav tm="100000">
                                          <p:val>
                                            <p:strVal val="#ppt_h"/>
                                          </p:val>
                                        </p:tav>
                                      </p:tavLst>
                                    </p:anim>
                                    <p:anim calcmode="lin" valueType="num">
                                      <p:cBhvr>
                                        <p:cTn id="26" dur="1000" fill="hold"/>
                                        <p:tgtEl>
                                          <p:spTgt spid="26"/>
                                        </p:tgtEl>
                                        <p:attrNameLst>
                                          <p:attrName>ppt_x</p:attrName>
                                        </p:attrNameLst>
                                      </p:cBhvr>
                                      <p:tavLst>
                                        <p:tav tm="0" fmla="#ppt_x+(cos(-2*pi*(1-$))*-#ppt_x-sin(-2*pi*(1-$))*(1-#ppt_y))*(1-$)">
                                          <p:val>
                                            <p:fltVal val="0"/>
                                          </p:val>
                                        </p:tav>
                                        <p:tav tm="100000">
                                          <p:val>
                                            <p:fltVal val="1"/>
                                          </p:val>
                                        </p:tav>
                                      </p:tavLst>
                                    </p:anim>
                                    <p:anim calcmode="lin" valueType="num">
                                      <p:cBhvr>
                                        <p:cTn id="27" dur="1000" fill="hold"/>
                                        <p:tgtEl>
                                          <p:spTgt spid="26"/>
                                        </p:tgtEl>
                                        <p:attrNameLst>
                                          <p:attrName>ppt_y</p:attrName>
                                        </p:attrNameLst>
                                      </p:cBhvr>
                                      <p:tavLst>
                                        <p:tav tm="0" fmla="#ppt_y+(sin(-2*pi*(1-$))*-#ppt_x+cos(-2*pi*(1-$))*(1-#ppt_y))*(1-$)">
                                          <p:val>
                                            <p:fltVal val="0"/>
                                          </p:val>
                                        </p:tav>
                                        <p:tav tm="100000">
                                          <p:val>
                                            <p:fltVal val="1"/>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0" grpId="0"/>
    </p:bldLst>
  </p:timing>
</p:sld>
</file>

<file path=ppt/slides/slide33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矩形 4">
            <a:extLst>
              <a:ext uri="{FF2B5EF4-FFF2-40B4-BE49-F238E27FC236}">
                <a16:creationId xmlns:a16="http://schemas.microsoft.com/office/drawing/2014/main" id="{E068D2F6-1FF6-43A0-BCCD-E1C59F109CB5}"/>
              </a:ext>
            </a:extLst>
          </p:cNvPr>
          <p:cNvSpPr/>
          <p:nvPr/>
        </p:nvSpPr>
        <p:spPr>
          <a:xfrm>
            <a:off x="9571596" y="1921310"/>
            <a:ext cx="256557" cy="309181"/>
          </a:xfrm>
          <a:prstGeom prst="rect">
            <a:avLst/>
          </a:prstGeom>
          <a:solidFill>
            <a:schemeClr val="accent6"/>
          </a:solidFill>
          <a:ln>
            <a:solidFill>
              <a:schemeClr val="accent6"/>
            </a:solidFill>
          </a:ln>
        </p:spPr>
        <p:style>
          <a:lnRef idx="2">
            <a:schemeClr val="accent6">
              <a:shade val="50000"/>
            </a:schemeClr>
          </a:lnRef>
          <a:fillRef idx="1">
            <a:schemeClr val="accent6"/>
          </a:fillRef>
          <a:effectRef idx="0">
            <a:schemeClr val="accent6"/>
          </a:effectRef>
          <a:fontRef idx="minor">
            <a:schemeClr val="lt1"/>
          </a:fontRef>
        </p:style>
        <p:txBody>
          <a:bodyPr rtlCol="0" anchor="ctr"/>
          <a:lstStyle/>
          <a:p>
            <a:pPr algn="ctr"/>
            <a:endParaRPr lang="zh-CN" altLang="en-US"/>
          </a:p>
        </p:txBody>
      </p:sp>
      <p:grpSp>
        <p:nvGrpSpPr>
          <p:cNvPr id="4" name="组合 3">
            <a:extLst>
              <a:ext uri="{FF2B5EF4-FFF2-40B4-BE49-F238E27FC236}">
                <a16:creationId xmlns:a16="http://schemas.microsoft.com/office/drawing/2014/main" id="{9A1EA9F2-FCB6-48C3-935F-7AE7E3AD14AC}"/>
              </a:ext>
            </a:extLst>
          </p:cNvPr>
          <p:cNvGrpSpPr/>
          <p:nvPr/>
        </p:nvGrpSpPr>
        <p:grpSpPr>
          <a:xfrm>
            <a:off x="304800" y="749300"/>
            <a:ext cx="6192344" cy="400110"/>
            <a:chOff x="424117" y="898245"/>
            <a:chExt cx="6192344" cy="400110"/>
          </a:xfrm>
        </p:grpSpPr>
        <p:sp>
          <p:nvSpPr>
            <p:cNvPr id="2" name="平行四边形 1">
              <a:extLst>
                <a:ext uri="{FF2B5EF4-FFF2-40B4-BE49-F238E27FC236}">
                  <a16:creationId xmlns:a16="http://schemas.microsoft.com/office/drawing/2014/main" id="{1F5BAA3F-9845-4F89-A2DD-8222D3E4EDAC}"/>
                </a:ext>
              </a:extLst>
            </p:cNvPr>
            <p:cNvSpPr/>
            <p:nvPr/>
          </p:nvSpPr>
          <p:spPr>
            <a:xfrm>
              <a:off x="424117" y="898245"/>
              <a:ext cx="628306" cy="387090"/>
            </a:xfrm>
            <a:prstGeom prst="parallelogram">
              <a:avLst/>
            </a:prstGeom>
            <a:solidFill>
              <a:schemeClr val="accent3">
                <a:lumMod val="75000"/>
              </a:schemeClr>
            </a:solidFill>
            <a:ln>
              <a:solidFill>
                <a:schemeClr val="accent3">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CN" sz="2200" dirty="0">
                  <a:latin typeface="Impact" panose="020B0806030902050204" pitchFamily="34" charset="0"/>
                </a:rPr>
                <a:t>01</a:t>
              </a:r>
              <a:endParaRPr lang="zh-CN" altLang="en-US" sz="2200" dirty="0">
                <a:latin typeface="Impact" panose="020B0806030902050204" pitchFamily="34" charset="0"/>
              </a:endParaRPr>
            </a:p>
          </p:txBody>
        </p:sp>
        <p:sp>
          <p:nvSpPr>
            <p:cNvPr id="3" name="文本框 2">
              <a:extLst>
                <a:ext uri="{FF2B5EF4-FFF2-40B4-BE49-F238E27FC236}">
                  <a16:creationId xmlns:a16="http://schemas.microsoft.com/office/drawing/2014/main" id="{4D6BD736-A4D3-4F26-AFED-36E11F50F70B}"/>
                </a:ext>
              </a:extLst>
            </p:cNvPr>
            <p:cNvSpPr txBox="1"/>
            <p:nvPr/>
          </p:nvSpPr>
          <p:spPr>
            <a:xfrm>
              <a:off x="1052423" y="898245"/>
              <a:ext cx="5564038" cy="400110"/>
            </a:xfrm>
            <a:prstGeom prst="rect">
              <a:avLst/>
            </a:prstGeom>
            <a:noFill/>
          </p:spPr>
          <p:txBody>
            <a:bodyPr wrap="square" rtlCol="0">
              <a:spAutoFit/>
            </a:bodyPr>
            <a:lstStyle/>
            <a:p>
              <a:r>
                <a:rPr lang="zh-CN" altLang="en-US" sz="2000" b="1" dirty="0"/>
                <a:t>共享式以太网的争用期</a:t>
              </a:r>
              <a:endParaRPr lang="en-US" altLang="zh-CN" sz="2000" b="1" dirty="0"/>
            </a:p>
          </p:txBody>
        </p:sp>
      </p:grpSp>
      <p:grpSp>
        <p:nvGrpSpPr>
          <p:cNvPr id="8" name="组合 7">
            <a:extLst>
              <a:ext uri="{FF2B5EF4-FFF2-40B4-BE49-F238E27FC236}">
                <a16:creationId xmlns:a16="http://schemas.microsoft.com/office/drawing/2014/main" id="{6A6B3B70-0EAF-49E3-BF0E-B2958CB17C29}"/>
              </a:ext>
            </a:extLst>
          </p:cNvPr>
          <p:cNvGrpSpPr/>
          <p:nvPr/>
        </p:nvGrpSpPr>
        <p:grpSpPr>
          <a:xfrm>
            <a:off x="822302" y="1127212"/>
            <a:ext cx="11320427" cy="1450734"/>
            <a:chOff x="822302" y="1215265"/>
            <a:chExt cx="11320427" cy="1450734"/>
          </a:xfrm>
        </p:grpSpPr>
        <p:sp>
          <p:nvSpPr>
            <p:cNvPr id="17" name="íşlïḍè">
              <a:extLst>
                <a:ext uri="{FF2B5EF4-FFF2-40B4-BE49-F238E27FC236}">
                  <a16:creationId xmlns:a16="http://schemas.microsoft.com/office/drawing/2014/main" id="{294450E4-BC9C-4379-8EBF-3B2994B95F67}"/>
                </a:ext>
              </a:extLst>
            </p:cNvPr>
            <p:cNvSpPr txBox="1"/>
            <p:nvPr/>
          </p:nvSpPr>
          <p:spPr>
            <a:xfrm>
              <a:off x="822302" y="1215265"/>
              <a:ext cx="11209623" cy="725367"/>
            </a:xfrm>
            <a:prstGeom prst="rect">
              <a:avLst/>
            </a:prstGeom>
            <a:noFill/>
          </p:spPr>
          <p:txBody>
            <a:bodyPr wrap="square" lIns="91440" tIns="45720" rIns="91440" bIns="45720" anchor="ctr">
              <a:noAutofit/>
            </a:bodyPr>
            <a:lstStyle/>
            <a:p>
              <a:r>
                <a:rPr lang="en-US" altLang="zh-CN" b="1" dirty="0">
                  <a:latin typeface="Arial Narrow" panose="020B0606020202030204" pitchFamily="34" charset="0"/>
                </a:rPr>
                <a:t>【2010</a:t>
              </a:r>
              <a:r>
                <a:rPr lang="zh-CN" altLang="en-US" b="1" dirty="0">
                  <a:latin typeface="Arial Narrow" panose="020B0606020202030204" pitchFamily="34" charset="0"/>
                </a:rPr>
                <a:t>年 题</a:t>
              </a:r>
              <a:r>
                <a:rPr lang="en-US" altLang="zh-CN" b="1" dirty="0">
                  <a:latin typeface="Arial Narrow" panose="020B0606020202030204" pitchFamily="34" charset="0"/>
                </a:rPr>
                <a:t>47】</a:t>
              </a:r>
              <a:r>
                <a:rPr lang="zh-CN" altLang="en-US" b="1" dirty="0">
                  <a:latin typeface="Arial Narrow" panose="020B0606020202030204" pitchFamily="34" charset="0"/>
                </a:rPr>
                <a:t>某局域网采用</a:t>
              </a:r>
              <a:r>
                <a:rPr lang="en-US" altLang="zh-CN" b="1" dirty="0">
                  <a:latin typeface="Arial Narrow" panose="020B0606020202030204" pitchFamily="34" charset="0"/>
                </a:rPr>
                <a:t>CSMA/CD</a:t>
              </a:r>
              <a:r>
                <a:rPr lang="zh-CN" altLang="en-US" b="1" dirty="0">
                  <a:latin typeface="Arial Narrow" panose="020B0606020202030204" pitchFamily="34" charset="0"/>
                </a:rPr>
                <a:t>协议实现介质访问控制，数据传输速率为</a:t>
              </a:r>
              <a:r>
                <a:rPr lang="en-US" altLang="zh-CN" b="1" dirty="0">
                  <a:latin typeface="Arial Narrow" panose="020B0606020202030204" pitchFamily="34" charset="0"/>
                </a:rPr>
                <a:t>10Mbps</a:t>
              </a:r>
              <a:r>
                <a:rPr lang="zh-CN" altLang="en-US" b="1" dirty="0">
                  <a:latin typeface="Arial Narrow" panose="020B0606020202030204" pitchFamily="34" charset="0"/>
                </a:rPr>
                <a:t>，主机甲和主机乙之间</a:t>
              </a:r>
              <a:r>
                <a:rPr lang="en-US" altLang="zh-CN" b="1" dirty="0">
                  <a:latin typeface="Arial Narrow" panose="020B0606020202030204" pitchFamily="34" charset="0"/>
                </a:rPr>
                <a:t>                           </a:t>
              </a:r>
            </a:p>
            <a:p>
              <a:r>
                <a:rPr lang="en-US" altLang="zh-CN" b="1" dirty="0">
                  <a:latin typeface="Arial Narrow" panose="020B0606020202030204" pitchFamily="34" charset="0"/>
                </a:rPr>
                <a:t>                              </a:t>
              </a:r>
              <a:r>
                <a:rPr lang="zh-CN" altLang="en-US" b="1" dirty="0">
                  <a:latin typeface="Arial Narrow" panose="020B0606020202030204" pitchFamily="34" charset="0"/>
                </a:rPr>
                <a:t>的距离为</a:t>
              </a:r>
              <a:r>
                <a:rPr lang="en-US" altLang="zh-CN" b="1" dirty="0">
                  <a:latin typeface="Arial Narrow" panose="020B0606020202030204" pitchFamily="34" charset="0"/>
                </a:rPr>
                <a:t>2km</a:t>
              </a:r>
              <a:r>
                <a:rPr lang="zh-CN" altLang="en-US" b="1" dirty="0">
                  <a:latin typeface="Arial Narrow" panose="020B0606020202030204" pitchFamily="34" charset="0"/>
                </a:rPr>
                <a:t>，信号传播速度是</a:t>
              </a:r>
              <a:r>
                <a:rPr lang="en-US" altLang="zh-CN" b="1" dirty="0">
                  <a:latin typeface="Arial Narrow" panose="020B0606020202030204" pitchFamily="34" charset="0"/>
                </a:rPr>
                <a:t>200 000km/s</a:t>
              </a:r>
              <a:r>
                <a:rPr lang="zh-CN" altLang="en-US" b="1" dirty="0">
                  <a:latin typeface="Arial Narrow" panose="020B0606020202030204" pitchFamily="34" charset="0"/>
                </a:rPr>
                <a:t>。请回答下列问题，要求说明理由或写出计算过程。</a:t>
              </a:r>
            </a:p>
          </p:txBody>
        </p:sp>
        <p:sp>
          <p:nvSpPr>
            <p:cNvPr id="19" name="íşlïḍè">
              <a:extLst>
                <a:ext uri="{FF2B5EF4-FFF2-40B4-BE49-F238E27FC236}">
                  <a16:creationId xmlns:a16="http://schemas.microsoft.com/office/drawing/2014/main" id="{C276852D-BE2C-4B24-BC1B-44E6732D7424}"/>
                </a:ext>
              </a:extLst>
            </p:cNvPr>
            <p:cNvSpPr txBox="1"/>
            <p:nvPr/>
          </p:nvSpPr>
          <p:spPr>
            <a:xfrm>
              <a:off x="933106" y="1940632"/>
              <a:ext cx="11209623" cy="725367"/>
            </a:xfrm>
            <a:prstGeom prst="rect">
              <a:avLst/>
            </a:prstGeom>
            <a:noFill/>
          </p:spPr>
          <p:txBody>
            <a:bodyPr wrap="square" lIns="91440" tIns="45720" rIns="91440" bIns="45720" anchor="ctr">
              <a:noAutofit/>
            </a:bodyPr>
            <a:lstStyle/>
            <a:p>
              <a:r>
                <a:rPr lang="zh-CN" altLang="en-US" b="1" dirty="0">
                  <a:latin typeface="Arial Narrow" panose="020B0606020202030204" pitchFamily="34" charset="0"/>
                </a:rPr>
                <a:t>（</a:t>
              </a:r>
              <a:r>
                <a:rPr lang="en-US" altLang="zh-CN" b="1" dirty="0">
                  <a:latin typeface="Arial Narrow" panose="020B0606020202030204" pitchFamily="34" charset="0"/>
                </a:rPr>
                <a:t>1</a:t>
              </a:r>
              <a:r>
                <a:rPr lang="zh-CN" altLang="en-US" b="1" dirty="0">
                  <a:latin typeface="Arial Narrow" panose="020B0606020202030204" pitchFamily="34" charset="0"/>
                </a:rPr>
                <a:t>）若主机甲和主机乙发送数据时发送冲突，则从开始发送数据时刻起，到两台主机均检测到冲突时刻止，最短需经过多长时间？最长需经过多长时间（假设主机甲和主机乙发送数据过程中，其他主机不发送数据）？</a:t>
              </a:r>
            </a:p>
          </p:txBody>
        </p:sp>
      </p:grpSp>
      <p:sp>
        <p:nvSpPr>
          <p:cNvPr id="20" name="íşlïḍè">
            <a:extLst>
              <a:ext uri="{FF2B5EF4-FFF2-40B4-BE49-F238E27FC236}">
                <a16:creationId xmlns:a16="http://schemas.microsoft.com/office/drawing/2014/main" id="{EC9E30EF-4B96-4C1E-89F4-45DFCC9DA7D7}"/>
              </a:ext>
            </a:extLst>
          </p:cNvPr>
          <p:cNvSpPr txBox="1"/>
          <p:nvPr/>
        </p:nvSpPr>
        <p:spPr>
          <a:xfrm>
            <a:off x="933106" y="2716181"/>
            <a:ext cx="716200" cy="313194"/>
          </a:xfrm>
          <a:prstGeom prst="rect">
            <a:avLst/>
          </a:prstGeom>
          <a:noFill/>
        </p:spPr>
        <p:txBody>
          <a:bodyPr wrap="square" lIns="91440" tIns="45720" rIns="91440" bIns="45720" anchor="ctr">
            <a:noAutofit/>
          </a:bodyPr>
          <a:lstStyle/>
          <a:p>
            <a:r>
              <a:rPr lang="zh-CN" altLang="en-US" b="1" dirty="0">
                <a:latin typeface="Arial Narrow" panose="020B0606020202030204" pitchFamily="34" charset="0"/>
              </a:rPr>
              <a:t>解析</a:t>
            </a:r>
          </a:p>
        </p:txBody>
      </p:sp>
      <p:grpSp>
        <p:nvGrpSpPr>
          <p:cNvPr id="26" name="组合 25">
            <a:extLst>
              <a:ext uri="{FF2B5EF4-FFF2-40B4-BE49-F238E27FC236}">
                <a16:creationId xmlns:a16="http://schemas.microsoft.com/office/drawing/2014/main" id="{EAD6C1B6-070D-47CB-A884-6E935767EC30}"/>
              </a:ext>
            </a:extLst>
          </p:cNvPr>
          <p:cNvGrpSpPr/>
          <p:nvPr/>
        </p:nvGrpSpPr>
        <p:grpSpPr>
          <a:xfrm>
            <a:off x="1649306" y="2965686"/>
            <a:ext cx="8632614" cy="1600322"/>
            <a:chOff x="1649306" y="2965686"/>
            <a:chExt cx="8632614" cy="1600322"/>
          </a:xfrm>
        </p:grpSpPr>
        <p:sp>
          <p:nvSpPr>
            <p:cNvPr id="9" name="矩形 8">
              <a:extLst>
                <a:ext uri="{FF2B5EF4-FFF2-40B4-BE49-F238E27FC236}">
                  <a16:creationId xmlns:a16="http://schemas.microsoft.com/office/drawing/2014/main" id="{61C52395-B0DF-4488-ABA0-ECC5FAAD75D9}"/>
                </a:ext>
              </a:extLst>
            </p:cNvPr>
            <p:cNvSpPr/>
            <p:nvPr/>
          </p:nvSpPr>
          <p:spPr>
            <a:xfrm>
              <a:off x="1649306" y="3687514"/>
              <a:ext cx="880534" cy="878494"/>
            </a:xfrm>
            <a:prstGeom prst="rect">
              <a:avLst/>
            </a:prstGeom>
          </p:spPr>
          <p:style>
            <a:lnRef idx="2">
              <a:schemeClr val="accent3">
                <a:shade val="50000"/>
              </a:schemeClr>
            </a:lnRef>
            <a:fillRef idx="1">
              <a:schemeClr val="accent3"/>
            </a:fillRef>
            <a:effectRef idx="0">
              <a:schemeClr val="accent3"/>
            </a:effectRef>
            <a:fontRef idx="minor">
              <a:schemeClr val="lt1"/>
            </a:fontRef>
          </p:style>
          <p:txBody>
            <a:bodyPr rtlCol="0" anchor="ctr"/>
            <a:lstStyle/>
            <a:p>
              <a:pPr algn="ctr"/>
              <a:r>
                <a:rPr lang="zh-CN" altLang="en-US" b="1" dirty="0"/>
                <a:t>主机甲</a:t>
              </a:r>
            </a:p>
          </p:txBody>
        </p:sp>
        <p:sp>
          <p:nvSpPr>
            <p:cNvPr id="21" name="矩形 20">
              <a:extLst>
                <a:ext uri="{FF2B5EF4-FFF2-40B4-BE49-F238E27FC236}">
                  <a16:creationId xmlns:a16="http://schemas.microsoft.com/office/drawing/2014/main" id="{19A2121A-898E-4EF4-82C7-972C1E8E422B}"/>
                </a:ext>
              </a:extLst>
            </p:cNvPr>
            <p:cNvSpPr/>
            <p:nvPr/>
          </p:nvSpPr>
          <p:spPr>
            <a:xfrm>
              <a:off x="9401386" y="3687514"/>
              <a:ext cx="880534" cy="878494"/>
            </a:xfrm>
            <a:prstGeom prst="rect">
              <a:avLst/>
            </a:prstGeom>
          </p:spPr>
          <p:style>
            <a:lnRef idx="2">
              <a:schemeClr val="accent3">
                <a:shade val="50000"/>
              </a:schemeClr>
            </a:lnRef>
            <a:fillRef idx="1">
              <a:schemeClr val="accent3"/>
            </a:fillRef>
            <a:effectRef idx="0">
              <a:schemeClr val="accent3"/>
            </a:effectRef>
            <a:fontRef idx="minor">
              <a:schemeClr val="lt1"/>
            </a:fontRef>
          </p:style>
          <p:txBody>
            <a:bodyPr rtlCol="0" anchor="ctr"/>
            <a:lstStyle/>
            <a:p>
              <a:pPr algn="ctr"/>
              <a:r>
                <a:rPr lang="zh-CN" altLang="en-US" b="1" dirty="0"/>
                <a:t>主机乙</a:t>
              </a:r>
            </a:p>
          </p:txBody>
        </p:sp>
        <p:cxnSp>
          <p:nvCxnSpPr>
            <p:cNvPr id="11" name="直接连接符 10">
              <a:extLst>
                <a:ext uri="{FF2B5EF4-FFF2-40B4-BE49-F238E27FC236}">
                  <a16:creationId xmlns:a16="http://schemas.microsoft.com/office/drawing/2014/main" id="{FC71DADE-3B4B-48D2-8A92-0B8C13F0E440}"/>
                </a:ext>
              </a:extLst>
            </p:cNvPr>
            <p:cNvCxnSpPr>
              <a:stCxn id="9" idx="3"/>
              <a:endCxn id="21" idx="1"/>
            </p:cNvCxnSpPr>
            <p:nvPr/>
          </p:nvCxnSpPr>
          <p:spPr>
            <a:xfrm>
              <a:off x="2529840" y="4126761"/>
              <a:ext cx="6871546" cy="0"/>
            </a:xfrm>
            <a:prstGeom prst="line">
              <a:avLst/>
            </a:prstGeom>
            <a:ln w="762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2" name="直接连接符 21">
              <a:extLst>
                <a:ext uri="{FF2B5EF4-FFF2-40B4-BE49-F238E27FC236}">
                  <a16:creationId xmlns:a16="http://schemas.microsoft.com/office/drawing/2014/main" id="{BC3495F6-4C90-405D-9E2B-1B7AE38B9ED0}"/>
                </a:ext>
              </a:extLst>
            </p:cNvPr>
            <p:cNvCxnSpPr>
              <a:cxnSpLocks/>
            </p:cNvCxnSpPr>
            <p:nvPr/>
          </p:nvCxnSpPr>
          <p:spPr>
            <a:xfrm flipV="1">
              <a:off x="2529840" y="2965686"/>
              <a:ext cx="0" cy="874929"/>
            </a:xfrm>
            <a:prstGeom prst="line">
              <a:avLst/>
            </a:prstGeom>
            <a:ln w="12700">
              <a:solidFill>
                <a:schemeClr val="tx1"/>
              </a:solidFill>
              <a:prstDash val="dash"/>
            </a:ln>
          </p:spPr>
          <p:style>
            <a:lnRef idx="1">
              <a:schemeClr val="accent1"/>
            </a:lnRef>
            <a:fillRef idx="0">
              <a:schemeClr val="accent1"/>
            </a:fillRef>
            <a:effectRef idx="0">
              <a:schemeClr val="accent1"/>
            </a:effectRef>
            <a:fontRef idx="minor">
              <a:schemeClr val="tx1"/>
            </a:fontRef>
          </p:style>
        </p:cxnSp>
        <p:cxnSp>
          <p:nvCxnSpPr>
            <p:cNvPr id="25" name="直接连接符 24">
              <a:extLst>
                <a:ext uri="{FF2B5EF4-FFF2-40B4-BE49-F238E27FC236}">
                  <a16:creationId xmlns:a16="http://schemas.microsoft.com/office/drawing/2014/main" id="{D027E3E9-5C12-475A-BDD2-D7386B218720}"/>
                </a:ext>
              </a:extLst>
            </p:cNvPr>
            <p:cNvCxnSpPr>
              <a:cxnSpLocks/>
            </p:cNvCxnSpPr>
            <p:nvPr/>
          </p:nvCxnSpPr>
          <p:spPr>
            <a:xfrm flipV="1">
              <a:off x="9401386" y="2965686"/>
              <a:ext cx="0" cy="874929"/>
            </a:xfrm>
            <a:prstGeom prst="line">
              <a:avLst/>
            </a:prstGeom>
            <a:ln w="12700">
              <a:solidFill>
                <a:schemeClr val="tx1"/>
              </a:solidFill>
              <a:prstDash val="dash"/>
            </a:ln>
          </p:spPr>
          <p:style>
            <a:lnRef idx="1">
              <a:schemeClr val="accent1"/>
            </a:lnRef>
            <a:fillRef idx="0">
              <a:schemeClr val="accent1"/>
            </a:fillRef>
            <a:effectRef idx="0">
              <a:schemeClr val="accent1"/>
            </a:effectRef>
            <a:fontRef idx="minor">
              <a:schemeClr val="tx1"/>
            </a:fontRef>
          </p:style>
        </p:cxnSp>
        <p:cxnSp>
          <p:nvCxnSpPr>
            <p:cNvPr id="24" name="直接箭头连接符 23">
              <a:extLst>
                <a:ext uri="{FF2B5EF4-FFF2-40B4-BE49-F238E27FC236}">
                  <a16:creationId xmlns:a16="http://schemas.microsoft.com/office/drawing/2014/main" id="{F9D2CA04-9B0E-48ED-92B6-46717002EC15}"/>
                </a:ext>
              </a:extLst>
            </p:cNvPr>
            <p:cNvCxnSpPr/>
            <p:nvPr/>
          </p:nvCxnSpPr>
          <p:spPr>
            <a:xfrm>
              <a:off x="2529840" y="3244427"/>
              <a:ext cx="6871546" cy="0"/>
            </a:xfrm>
            <a:prstGeom prst="straightConnector1">
              <a:avLst/>
            </a:prstGeom>
            <a:ln w="12700">
              <a:solidFill>
                <a:schemeClr val="tx1"/>
              </a:solidFill>
              <a:headEnd type="triangle"/>
              <a:tailEnd type="triangle"/>
            </a:ln>
          </p:spPr>
          <p:style>
            <a:lnRef idx="1">
              <a:schemeClr val="accent1"/>
            </a:lnRef>
            <a:fillRef idx="0">
              <a:schemeClr val="accent1"/>
            </a:fillRef>
            <a:effectRef idx="0">
              <a:schemeClr val="accent1"/>
            </a:effectRef>
            <a:fontRef idx="minor">
              <a:schemeClr val="tx1"/>
            </a:fontRef>
          </p:style>
        </p:cxnSp>
        <p:sp>
          <p:nvSpPr>
            <p:cNvPr id="28" name="íşlïḍè">
              <a:extLst>
                <a:ext uri="{FF2B5EF4-FFF2-40B4-BE49-F238E27FC236}">
                  <a16:creationId xmlns:a16="http://schemas.microsoft.com/office/drawing/2014/main" id="{637E184D-0AA1-44F2-8667-15C9F189FA79}"/>
                </a:ext>
              </a:extLst>
            </p:cNvPr>
            <p:cNvSpPr txBox="1"/>
            <p:nvPr/>
          </p:nvSpPr>
          <p:spPr>
            <a:xfrm>
              <a:off x="5634606" y="3088642"/>
              <a:ext cx="662014" cy="313194"/>
            </a:xfrm>
            <a:prstGeom prst="rect">
              <a:avLst/>
            </a:prstGeom>
            <a:solidFill>
              <a:schemeClr val="bg1"/>
            </a:solidFill>
          </p:spPr>
          <p:txBody>
            <a:bodyPr wrap="square" lIns="91440" tIns="45720" rIns="91440" bIns="45720" anchor="ctr">
              <a:noAutofit/>
            </a:bodyPr>
            <a:lstStyle/>
            <a:p>
              <a:pPr algn="ctr"/>
              <a:r>
                <a:rPr lang="en-US" altLang="zh-CN" b="1" dirty="0">
                  <a:latin typeface="Arial Narrow" panose="020B0606020202030204" pitchFamily="34" charset="0"/>
                </a:rPr>
                <a:t>2km</a:t>
              </a:r>
              <a:endParaRPr lang="zh-CN" altLang="en-US" b="1" dirty="0">
                <a:latin typeface="Arial Narrow" panose="020B0606020202030204" pitchFamily="34" charset="0"/>
              </a:endParaRPr>
            </a:p>
          </p:txBody>
        </p:sp>
      </p:grpSp>
      <p:sp>
        <p:nvSpPr>
          <p:cNvPr id="18" name="平行四边形 17">
            <a:extLst>
              <a:ext uri="{FF2B5EF4-FFF2-40B4-BE49-F238E27FC236}">
                <a16:creationId xmlns:a16="http://schemas.microsoft.com/office/drawing/2014/main" id="{2B521241-6084-5C36-F0FE-1F4B8C4DE4BC}"/>
              </a:ext>
            </a:extLst>
          </p:cNvPr>
          <p:cNvSpPr/>
          <p:nvPr/>
        </p:nvSpPr>
        <p:spPr>
          <a:xfrm>
            <a:off x="304799" y="749300"/>
            <a:ext cx="695119" cy="387090"/>
          </a:xfrm>
          <a:prstGeom prst="parallelogram">
            <a:avLst/>
          </a:prstGeom>
          <a:solidFill>
            <a:schemeClr val="accent3">
              <a:lumMod val="75000"/>
            </a:schemeClr>
          </a:solidFill>
          <a:ln>
            <a:solidFill>
              <a:schemeClr val="accent3">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CN" sz="2200" dirty="0">
                <a:latin typeface="Impact" panose="020B0806030902050204" pitchFamily="34" charset="0"/>
              </a:rPr>
              <a:t>02</a:t>
            </a:r>
            <a:endParaRPr lang="zh-CN" altLang="en-US" sz="2200" dirty="0">
              <a:latin typeface="Impact" panose="020B0806030902050204" pitchFamily="34" charset="0"/>
            </a:endParaRPr>
          </a:p>
        </p:txBody>
      </p:sp>
    </p:spTree>
    <p:custDataLst>
      <p:tags r:id="rId1"/>
    </p:custDataLst>
    <p:extLst>
      <p:ext uri="{BB962C8B-B14F-4D97-AF65-F5344CB8AC3E}">
        <p14:creationId xmlns:p14="http://schemas.microsoft.com/office/powerpoint/2010/main" val="3853467111"/>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49" presetClass="entr" presetSubtype="0" decel="100000" fill="hold" grpId="0" nodeType="withEffect">
                                  <p:stCondLst>
                                    <p:cond delay="0"/>
                                  </p:stCondLst>
                                  <p:childTnLst>
                                    <p:set>
                                      <p:cBhvr>
                                        <p:cTn id="6" dur="1" fill="hold">
                                          <p:stCondLst>
                                            <p:cond delay="0"/>
                                          </p:stCondLst>
                                        </p:cTn>
                                        <p:tgtEl>
                                          <p:spTgt spid="5"/>
                                        </p:tgtEl>
                                        <p:attrNameLst>
                                          <p:attrName>style.visibility</p:attrName>
                                        </p:attrNameLst>
                                      </p:cBhvr>
                                      <p:to>
                                        <p:strVal val="visible"/>
                                      </p:to>
                                    </p:set>
                                    <p:anim calcmode="lin" valueType="num">
                                      <p:cBhvr>
                                        <p:cTn id="7" dur="500" fill="hold"/>
                                        <p:tgtEl>
                                          <p:spTgt spid="5"/>
                                        </p:tgtEl>
                                        <p:attrNameLst>
                                          <p:attrName>ppt_w</p:attrName>
                                        </p:attrNameLst>
                                      </p:cBhvr>
                                      <p:tavLst>
                                        <p:tav tm="0">
                                          <p:val>
                                            <p:fltVal val="0"/>
                                          </p:val>
                                        </p:tav>
                                        <p:tav tm="100000">
                                          <p:val>
                                            <p:strVal val="#ppt_w"/>
                                          </p:val>
                                        </p:tav>
                                      </p:tavLst>
                                    </p:anim>
                                    <p:anim calcmode="lin" valueType="num">
                                      <p:cBhvr>
                                        <p:cTn id="8" dur="500" fill="hold"/>
                                        <p:tgtEl>
                                          <p:spTgt spid="5"/>
                                        </p:tgtEl>
                                        <p:attrNameLst>
                                          <p:attrName>ppt_h</p:attrName>
                                        </p:attrNameLst>
                                      </p:cBhvr>
                                      <p:tavLst>
                                        <p:tav tm="0">
                                          <p:val>
                                            <p:fltVal val="0"/>
                                          </p:val>
                                        </p:tav>
                                        <p:tav tm="100000">
                                          <p:val>
                                            <p:strVal val="#ppt_h"/>
                                          </p:val>
                                        </p:tav>
                                      </p:tavLst>
                                    </p:anim>
                                    <p:anim calcmode="lin" valueType="num">
                                      <p:cBhvr>
                                        <p:cTn id="9" dur="500" fill="hold"/>
                                        <p:tgtEl>
                                          <p:spTgt spid="5"/>
                                        </p:tgtEl>
                                        <p:attrNameLst>
                                          <p:attrName>style.rotation</p:attrName>
                                        </p:attrNameLst>
                                      </p:cBhvr>
                                      <p:tavLst>
                                        <p:tav tm="0">
                                          <p:val>
                                            <p:fltVal val="360"/>
                                          </p:val>
                                        </p:tav>
                                        <p:tav tm="100000">
                                          <p:val>
                                            <p:fltVal val="0"/>
                                          </p:val>
                                        </p:tav>
                                      </p:tavLst>
                                    </p:anim>
                                    <p:animEffect transition="in" filter="fade">
                                      <p:cBhvr>
                                        <p:cTn id="10" dur="500"/>
                                        <p:tgtEl>
                                          <p:spTgt spid="5"/>
                                        </p:tgtEl>
                                      </p:cBhvr>
                                    </p:animEffect>
                                  </p:childTnLst>
                                </p:cTn>
                              </p:par>
                            </p:childTnLst>
                          </p:cTn>
                        </p:par>
                        <p:par>
                          <p:cTn id="11" fill="hold">
                            <p:stCondLst>
                              <p:cond delay="500"/>
                            </p:stCondLst>
                            <p:childTnLst>
                              <p:par>
                                <p:cTn id="12" presetID="35" presetClass="emph" presetSubtype="0" repeatCount="5000" fill="hold" grpId="1" nodeType="afterEffect">
                                  <p:stCondLst>
                                    <p:cond delay="0"/>
                                  </p:stCondLst>
                                  <p:childTnLst>
                                    <p:anim calcmode="discrete" valueType="str">
                                      <p:cBhvr>
                                        <p:cTn id="13" dur="500" fill="hold"/>
                                        <p:tgtEl>
                                          <p:spTgt spid="5"/>
                                        </p:tgtEl>
                                        <p:attrNameLst>
                                          <p:attrName>style.visibility</p:attrName>
                                        </p:attrNameLst>
                                      </p:cBhvr>
                                      <p:tavLst>
                                        <p:tav tm="0">
                                          <p:val>
                                            <p:strVal val="hidden"/>
                                          </p:val>
                                        </p:tav>
                                        <p:tav tm="50000">
                                          <p:val>
                                            <p:strVal val="visible"/>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 grpId="0" animBg="1"/>
      <p:bldP spid="5" grpId="1" animBg="1"/>
    </p:bldLst>
  </p:timing>
</p:sld>
</file>

<file path=ppt/slides/slide33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矩形 4">
            <a:extLst>
              <a:ext uri="{FF2B5EF4-FFF2-40B4-BE49-F238E27FC236}">
                <a16:creationId xmlns:a16="http://schemas.microsoft.com/office/drawing/2014/main" id="{E068D2F6-1FF6-43A0-BCCD-E1C59F109CB5}"/>
              </a:ext>
            </a:extLst>
          </p:cNvPr>
          <p:cNvSpPr/>
          <p:nvPr/>
        </p:nvSpPr>
        <p:spPr>
          <a:xfrm>
            <a:off x="9571596" y="1921310"/>
            <a:ext cx="256557" cy="309181"/>
          </a:xfrm>
          <a:prstGeom prst="rect">
            <a:avLst/>
          </a:prstGeom>
          <a:solidFill>
            <a:schemeClr val="accent6"/>
          </a:solidFill>
          <a:ln>
            <a:solidFill>
              <a:schemeClr val="accent6"/>
            </a:solidFill>
          </a:ln>
        </p:spPr>
        <p:style>
          <a:lnRef idx="2">
            <a:schemeClr val="accent6">
              <a:shade val="50000"/>
            </a:schemeClr>
          </a:lnRef>
          <a:fillRef idx="1">
            <a:schemeClr val="accent6"/>
          </a:fillRef>
          <a:effectRef idx="0">
            <a:schemeClr val="accent6"/>
          </a:effectRef>
          <a:fontRef idx="minor">
            <a:schemeClr val="lt1"/>
          </a:fontRef>
        </p:style>
        <p:txBody>
          <a:bodyPr rtlCol="0" anchor="ctr"/>
          <a:lstStyle/>
          <a:p>
            <a:pPr algn="ctr"/>
            <a:endParaRPr lang="zh-CN" altLang="en-US"/>
          </a:p>
        </p:txBody>
      </p:sp>
      <p:grpSp>
        <p:nvGrpSpPr>
          <p:cNvPr id="4" name="组合 3">
            <a:extLst>
              <a:ext uri="{FF2B5EF4-FFF2-40B4-BE49-F238E27FC236}">
                <a16:creationId xmlns:a16="http://schemas.microsoft.com/office/drawing/2014/main" id="{9A1EA9F2-FCB6-48C3-935F-7AE7E3AD14AC}"/>
              </a:ext>
            </a:extLst>
          </p:cNvPr>
          <p:cNvGrpSpPr/>
          <p:nvPr/>
        </p:nvGrpSpPr>
        <p:grpSpPr>
          <a:xfrm>
            <a:off x="304800" y="749300"/>
            <a:ext cx="6192344" cy="400110"/>
            <a:chOff x="424117" y="898245"/>
            <a:chExt cx="6192344" cy="400110"/>
          </a:xfrm>
        </p:grpSpPr>
        <p:sp>
          <p:nvSpPr>
            <p:cNvPr id="2" name="平行四边形 1">
              <a:extLst>
                <a:ext uri="{FF2B5EF4-FFF2-40B4-BE49-F238E27FC236}">
                  <a16:creationId xmlns:a16="http://schemas.microsoft.com/office/drawing/2014/main" id="{1F5BAA3F-9845-4F89-A2DD-8222D3E4EDAC}"/>
                </a:ext>
              </a:extLst>
            </p:cNvPr>
            <p:cNvSpPr/>
            <p:nvPr/>
          </p:nvSpPr>
          <p:spPr>
            <a:xfrm>
              <a:off x="424117" y="898245"/>
              <a:ext cx="628306" cy="387090"/>
            </a:xfrm>
            <a:prstGeom prst="parallelogram">
              <a:avLst/>
            </a:prstGeom>
            <a:solidFill>
              <a:schemeClr val="accent3">
                <a:lumMod val="75000"/>
              </a:schemeClr>
            </a:solidFill>
            <a:ln>
              <a:solidFill>
                <a:schemeClr val="accent3">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CN" sz="2200" dirty="0">
                  <a:latin typeface="Impact" panose="020B0806030902050204" pitchFamily="34" charset="0"/>
                </a:rPr>
                <a:t>01</a:t>
              </a:r>
              <a:endParaRPr lang="zh-CN" altLang="en-US" sz="2200" dirty="0">
                <a:latin typeface="Impact" panose="020B0806030902050204" pitchFamily="34" charset="0"/>
              </a:endParaRPr>
            </a:p>
          </p:txBody>
        </p:sp>
        <p:sp>
          <p:nvSpPr>
            <p:cNvPr id="3" name="文本框 2">
              <a:extLst>
                <a:ext uri="{FF2B5EF4-FFF2-40B4-BE49-F238E27FC236}">
                  <a16:creationId xmlns:a16="http://schemas.microsoft.com/office/drawing/2014/main" id="{4D6BD736-A4D3-4F26-AFED-36E11F50F70B}"/>
                </a:ext>
              </a:extLst>
            </p:cNvPr>
            <p:cNvSpPr txBox="1"/>
            <p:nvPr/>
          </p:nvSpPr>
          <p:spPr>
            <a:xfrm>
              <a:off x="1052423" y="898245"/>
              <a:ext cx="5564038" cy="400110"/>
            </a:xfrm>
            <a:prstGeom prst="rect">
              <a:avLst/>
            </a:prstGeom>
            <a:noFill/>
          </p:spPr>
          <p:txBody>
            <a:bodyPr wrap="square" rtlCol="0">
              <a:spAutoFit/>
            </a:bodyPr>
            <a:lstStyle/>
            <a:p>
              <a:r>
                <a:rPr lang="zh-CN" altLang="en-US" sz="2000" b="1" dirty="0"/>
                <a:t>共享式以太网的争用期</a:t>
              </a:r>
              <a:endParaRPr lang="en-US" altLang="zh-CN" sz="2000" b="1" dirty="0"/>
            </a:p>
          </p:txBody>
        </p:sp>
      </p:grpSp>
      <p:grpSp>
        <p:nvGrpSpPr>
          <p:cNvPr id="8" name="组合 7">
            <a:extLst>
              <a:ext uri="{FF2B5EF4-FFF2-40B4-BE49-F238E27FC236}">
                <a16:creationId xmlns:a16="http://schemas.microsoft.com/office/drawing/2014/main" id="{6A6B3B70-0EAF-49E3-BF0E-B2958CB17C29}"/>
              </a:ext>
            </a:extLst>
          </p:cNvPr>
          <p:cNvGrpSpPr/>
          <p:nvPr/>
        </p:nvGrpSpPr>
        <p:grpSpPr>
          <a:xfrm>
            <a:off x="822302" y="1127212"/>
            <a:ext cx="11320427" cy="1450734"/>
            <a:chOff x="822302" y="1215265"/>
            <a:chExt cx="11320427" cy="1450734"/>
          </a:xfrm>
        </p:grpSpPr>
        <p:sp>
          <p:nvSpPr>
            <p:cNvPr id="17" name="íşlïḍè">
              <a:extLst>
                <a:ext uri="{FF2B5EF4-FFF2-40B4-BE49-F238E27FC236}">
                  <a16:creationId xmlns:a16="http://schemas.microsoft.com/office/drawing/2014/main" id="{294450E4-BC9C-4379-8EBF-3B2994B95F67}"/>
                </a:ext>
              </a:extLst>
            </p:cNvPr>
            <p:cNvSpPr txBox="1"/>
            <p:nvPr/>
          </p:nvSpPr>
          <p:spPr>
            <a:xfrm>
              <a:off x="822302" y="1215265"/>
              <a:ext cx="11209623" cy="725367"/>
            </a:xfrm>
            <a:prstGeom prst="rect">
              <a:avLst/>
            </a:prstGeom>
            <a:noFill/>
          </p:spPr>
          <p:txBody>
            <a:bodyPr wrap="square" lIns="91440" tIns="45720" rIns="91440" bIns="45720" anchor="ctr">
              <a:noAutofit/>
            </a:bodyPr>
            <a:lstStyle/>
            <a:p>
              <a:r>
                <a:rPr lang="en-US" altLang="zh-CN" b="1" dirty="0">
                  <a:latin typeface="Arial Narrow" panose="020B0606020202030204" pitchFamily="34" charset="0"/>
                </a:rPr>
                <a:t>【2010</a:t>
              </a:r>
              <a:r>
                <a:rPr lang="zh-CN" altLang="en-US" b="1" dirty="0">
                  <a:latin typeface="Arial Narrow" panose="020B0606020202030204" pitchFamily="34" charset="0"/>
                </a:rPr>
                <a:t>年 题</a:t>
              </a:r>
              <a:r>
                <a:rPr lang="en-US" altLang="zh-CN" b="1" dirty="0">
                  <a:latin typeface="Arial Narrow" panose="020B0606020202030204" pitchFamily="34" charset="0"/>
                </a:rPr>
                <a:t>47】</a:t>
              </a:r>
              <a:r>
                <a:rPr lang="zh-CN" altLang="en-US" b="1" dirty="0">
                  <a:latin typeface="Arial Narrow" panose="020B0606020202030204" pitchFamily="34" charset="0"/>
                </a:rPr>
                <a:t>某局域网采用</a:t>
              </a:r>
              <a:r>
                <a:rPr lang="en-US" altLang="zh-CN" b="1" dirty="0">
                  <a:latin typeface="Arial Narrow" panose="020B0606020202030204" pitchFamily="34" charset="0"/>
                </a:rPr>
                <a:t>CSMA/CD</a:t>
              </a:r>
              <a:r>
                <a:rPr lang="zh-CN" altLang="en-US" b="1" dirty="0">
                  <a:latin typeface="Arial Narrow" panose="020B0606020202030204" pitchFamily="34" charset="0"/>
                </a:rPr>
                <a:t>协议实现介质访问控制，数据传输速率为</a:t>
              </a:r>
              <a:r>
                <a:rPr lang="en-US" altLang="zh-CN" b="1" dirty="0">
                  <a:latin typeface="Arial Narrow" panose="020B0606020202030204" pitchFamily="34" charset="0"/>
                </a:rPr>
                <a:t>10Mbps</a:t>
              </a:r>
              <a:r>
                <a:rPr lang="zh-CN" altLang="en-US" b="1" dirty="0">
                  <a:latin typeface="Arial Narrow" panose="020B0606020202030204" pitchFamily="34" charset="0"/>
                </a:rPr>
                <a:t>，主机甲和主机乙之间</a:t>
              </a:r>
              <a:r>
                <a:rPr lang="en-US" altLang="zh-CN" b="1" dirty="0">
                  <a:latin typeface="Arial Narrow" panose="020B0606020202030204" pitchFamily="34" charset="0"/>
                </a:rPr>
                <a:t>                           </a:t>
              </a:r>
            </a:p>
            <a:p>
              <a:r>
                <a:rPr lang="en-US" altLang="zh-CN" b="1" dirty="0">
                  <a:latin typeface="Arial Narrow" panose="020B0606020202030204" pitchFamily="34" charset="0"/>
                </a:rPr>
                <a:t>                              </a:t>
              </a:r>
              <a:r>
                <a:rPr lang="zh-CN" altLang="en-US" b="1" dirty="0">
                  <a:latin typeface="Arial Narrow" panose="020B0606020202030204" pitchFamily="34" charset="0"/>
                </a:rPr>
                <a:t>的距离为</a:t>
              </a:r>
              <a:r>
                <a:rPr lang="en-US" altLang="zh-CN" b="1" dirty="0">
                  <a:latin typeface="Arial Narrow" panose="020B0606020202030204" pitchFamily="34" charset="0"/>
                </a:rPr>
                <a:t>2km</a:t>
              </a:r>
              <a:r>
                <a:rPr lang="zh-CN" altLang="en-US" b="1" dirty="0">
                  <a:latin typeface="Arial Narrow" panose="020B0606020202030204" pitchFamily="34" charset="0"/>
                </a:rPr>
                <a:t>，信号传播速度是</a:t>
              </a:r>
              <a:r>
                <a:rPr lang="en-US" altLang="zh-CN" b="1" dirty="0">
                  <a:latin typeface="Arial Narrow" panose="020B0606020202030204" pitchFamily="34" charset="0"/>
                </a:rPr>
                <a:t>200 000km/s</a:t>
              </a:r>
              <a:r>
                <a:rPr lang="zh-CN" altLang="en-US" b="1" dirty="0">
                  <a:latin typeface="Arial Narrow" panose="020B0606020202030204" pitchFamily="34" charset="0"/>
                </a:rPr>
                <a:t>。请回答下列问题，要求说明理由或写出计算过程。</a:t>
              </a:r>
            </a:p>
          </p:txBody>
        </p:sp>
        <p:sp>
          <p:nvSpPr>
            <p:cNvPr id="19" name="íşlïḍè">
              <a:extLst>
                <a:ext uri="{FF2B5EF4-FFF2-40B4-BE49-F238E27FC236}">
                  <a16:creationId xmlns:a16="http://schemas.microsoft.com/office/drawing/2014/main" id="{C276852D-BE2C-4B24-BC1B-44E6732D7424}"/>
                </a:ext>
              </a:extLst>
            </p:cNvPr>
            <p:cNvSpPr txBox="1"/>
            <p:nvPr/>
          </p:nvSpPr>
          <p:spPr>
            <a:xfrm>
              <a:off x="933106" y="1940632"/>
              <a:ext cx="11209623" cy="725367"/>
            </a:xfrm>
            <a:prstGeom prst="rect">
              <a:avLst/>
            </a:prstGeom>
            <a:noFill/>
          </p:spPr>
          <p:txBody>
            <a:bodyPr wrap="square" lIns="91440" tIns="45720" rIns="91440" bIns="45720" anchor="ctr">
              <a:noAutofit/>
            </a:bodyPr>
            <a:lstStyle/>
            <a:p>
              <a:r>
                <a:rPr lang="zh-CN" altLang="en-US" b="1" dirty="0">
                  <a:latin typeface="Arial Narrow" panose="020B0606020202030204" pitchFamily="34" charset="0"/>
                </a:rPr>
                <a:t>（</a:t>
              </a:r>
              <a:r>
                <a:rPr lang="en-US" altLang="zh-CN" b="1" dirty="0">
                  <a:latin typeface="Arial Narrow" panose="020B0606020202030204" pitchFamily="34" charset="0"/>
                </a:rPr>
                <a:t>1</a:t>
              </a:r>
              <a:r>
                <a:rPr lang="zh-CN" altLang="en-US" b="1" dirty="0">
                  <a:latin typeface="Arial Narrow" panose="020B0606020202030204" pitchFamily="34" charset="0"/>
                </a:rPr>
                <a:t>）若主机甲和主机乙发送数据时发送冲突，则从开始发送数据时刻起，到两台主机均检测到冲突时刻止，最短需经过多长时间？最长需经过多长时间（假设主机甲和主机乙发送数据过程中，其他主机不发送数据）？</a:t>
              </a:r>
            </a:p>
          </p:txBody>
        </p:sp>
      </p:grpSp>
      <p:sp>
        <p:nvSpPr>
          <p:cNvPr id="20" name="íşlïḍè">
            <a:extLst>
              <a:ext uri="{FF2B5EF4-FFF2-40B4-BE49-F238E27FC236}">
                <a16:creationId xmlns:a16="http://schemas.microsoft.com/office/drawing/2014/main" id="{EC9E30EF-4B96-4C1E-89F4-45DFCC9DA7D7}"/>
              </a:ext>
            </a:extLst>
          </p:cNvPr>
          <p:cNvSpPr txBox="1"/>
          <p:nvPr/>
        </p:nvSpPr>
        <p:spPr>
          <a:xfrm>
            <a:off x="933106" y="2716181"/>
            <a:ext cx="716200" cy="313194"/>
          </a:xfrm>
          <a:prstGeom prst="rect">
            <a:avLst/>
          </a:prstGeom>
          <a:noFill/>
        </p:spPr>
        <p:txBody>
          <a:bodyPr wrap="square" lIns="91440" tIns="45720" rIns="91440" bIns="45720" anchor="ctr">
            <a:noAutofit/>
          </a:bodyPr>
          <a:lstStyle/>
          <a:p>
            <a:r>
              <a:rPr lang="zh-CN" altLang="en-US" b="1" dirty="0">
                <a:latin typeface="Arial Narrow" panose="020B0606020202030204" pitchFamily="34" charset="0"/>
              </a:rPr>
              <a:t>解析</a:t>
            </a:r>
          </a:p>
        </p:txBody>
      </p:sp>
      <p:grpSp>
        <p:nvGrpSpPr>
          <p:cNvPr id="26" name="组合 25">
            <a:extLst>
              <a:ext uri="{FF2B5EF4-FFF2-40B4-BE49-F238E27FC236}">
                <a16:creationId xmlns:a16="http://schemas.microsoft.com/office/drawing/2014/main" id="{EAD6C1B6-070D-47CB-A884-6E935767EC30}"/>
              </a:ext>
            </a:extLst>
          </p:cNvPr>
          <p:cNvGrpSpPr/>
          <p:nvPr/>
        </p:nvGrpSpPr>
        <p:grpSpPr>
          <a:xfrm>
            <a:off x="1649306" y="2965686"/>
            <a:ext cx="8632614" cy="1600322"/>
            <a:chOff x="1649306" y="2965686"/>
            <a:chExt cx="8632614" cy="1600322"/>
          </a:xfrm>
        </p:grpSpPr>
        <p:sp>
          <p:nvSpPr>
            <p:cNvPr id="9" name="矩形 8">
              <a:extLst>
                <a:ext uri="{FF2B5EF4-FFF2-40B4-BE49-F238E27FC236}">
                  <a16:creationId xmlns:a16="http://schemas.microsoft.com/office/drawing/2014/main" id="{61C52395-B0DF-4488-ABA0-ECC5FAAD75D9}"/>
                </a:ext>
              </a:extLst>
            </p:cNvPr>
            <p:cNvSpPr/>
            <p:nvPr/>
          </p:nvSpPr>
          <p:spPr>
            <a:xfrm>
              <a:off x="1649306" y="3687514"/>
              <a:ext cx="880534" cy="878494"/>
            </a:xfrm>
            <a:prstGeom prst="rect">
              <a:avLst/>
            </a:prstGeom>
          </p:spPr>
          <p:style>
            <a:lnRef idx="2">
              <a:schemeClr val="accent3">
                <a:shade val="50000"/>
              </a:schemeClr>
            </a:lnRef>
            <a:fillRef idx="1">
              <a:schemeClr val="accent3"/>
            </a:fillRef>
            <a:effectRef idx="0">
              <a:schemeClr val="accent3"/>
            </a:effectRef>
            <a:fontRef idx="minor">
              <a:schemeClr val="lt1"/>
            </a:fontRef>
          </p:style>
          <p:txBody>
            <a:bodyPr rtlCol="0" anchor="ctr"/>
            <a:lstStyle/>
            <a:p>
              <a:pPr algn="ctr"/>
              <a:r>
                <a:rPr lang="zh-CN" altLang="en-US" b="1" dirty="0"/>
                <a:t>主机甲</a:t>
              </a:r>
            </a:p>
          </p:txBody>
        </p:sp>
        <p:sp>
          <p:nvSpPr>
            <p:cNvPr id="21" name="矩形 20">
              <a:extLst>
                <a:ext uri="{FF2B5EF4-FFF2-40B4-BE49-F238E27FC236}">
                  <a16:creationId xmlns:a16="http://schemas.microsoft.com/office/drawing/2014/main" id="{19A2121A-898E-4EF4-82C7-972C1E8E422B}"/>
                </a:ext>
              </a:extLst>
            </p:cNvPr>
            <p:cNvSpPr/>
            <p:nvPr/>
          </p:nvSpPr>
          <p:spPr>
            <a:xfrm>
              <a:off x="9401386" y="3687514"/>
              <a:ext cx="880534" cy="878494"/>
            </a:xfrm>
            <a:prstGeom prst="rect">
              <a:avLst/>
            </a:prstGeom>
          </p:spPr>
          <p:style>
            <a:lnRef idx="2">
              <a:schemeClr val="accent3">
                <a:shade val="50000"/>
              </a:schemeClr>
            </a:lnRef>
            <a:fillRef idx="1">
              <a:schemeClr val="accent3"/>
            </a:fillRef>
            <a:effectRef idx="0">
              <a:schemeClr val="accent3"/>
            </a:effectRef>
            <a:fontRef idx="minor">
              <a:schemeClr val="lt1"/>
            </a:fontRef>
          </p:style>
          <p:txBody>
            <a:bodyPr rtlCol="0" anchor="ctr"/>
            <a:lstStyle/>
            <a:p>
              <a:pPr algn="ctr"/>
              <a:r>
                <a:rPr lang="zh-CN" altLang="en-US" b="1" dirty="0"/>
                <a:t>主机乙</a:t>
              </a:r>
            </a:p>
          </p:txBody>
        </p:sp>
        <p:cxnSp>
          <p:nvCxnSpPr>
            <p:cNvPr id="11" name="直接连接符 10">
              <a:extLst>
                <a:ext uri="{FF2B5EF4-FFF2-40B4-BE49-F238E27FC236}">
                  <a16:creationId xmlns:a16="http://schemas.microsoft.com/office/drawing/2014/main" id="{FC71DADE-3B4B-48D2-8A92-0B8C13F0E440}"/>
                </a:ext>
              </a:extLst>
            </p:cNvPr>
            <p:cNvCxnSpPr>
              <a:stCxn id="9" idx="3"/>
              <a:endCxn id="21" idx="1"/>
            </p:cNvCxnSpPr>
            <p:nvPr/>
          </p:nvCxnSpPr>
          <p:spPr>
            <a:xfrm>
              <a:off x="2529840" y="4126761"/>
              <a:ext cx="6871546" cy="0"/>
            </a:xfrm>
            <a:prstGeom prst="line">
              <a:avLst/>
            </a:prstGeom>
            <a:ln w="762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2" name="直接连接符 21">
              <a:extLst>
                <a:ext uri="{FF2B5EF4-FFF2-40B4-BE49-F238E27FC236}">
                  <a16:creationId xmlns:a16="http://schemas.microsoft.com/office/drawing/2014/main" id="{BC3495F6-4C90-405D-9E2B-1B7AE38B9ED0}"/>
                </a:ext>
              </a:extLst>
            </p:cNvPr>
            <p:cNvCxnSpPr>
              <a:cxnSpLocks/>
            </p:cNvCxnSpPr>
            <p:nvPr/>
          </p:nvCxnSpPr>
          <p:spPr>
            <a:xfrm flipV="1">
              <a:off x="2529840" y="2965686"/>
              <a:ext cx="0" cy="874929"/>
            </a:xfrm>
            <a:prstGeom prst="line">
              <a:avLst/>
            </a:prstGeom>
            <a:ln w="12700">
              <a:solidFill>
                <a:schemeClr val="tx1"/>
              </a:solidFill>
              <a:prstDash val="dash"/>
            </a:ln>
          </p:spPr>
          <p:style>
            <a:lnRef idx="1">
              <a:schemeClr val="accent1"/>
            </a:lnRef>
            <a:fillRef idx="0">
              <a:schemeClr val="accent1"/>
            </a:fillRef>
            <a:effectRef idx="0">
              <a:schemeClr val="accent1"/>
            </a:effectRef>
            <a:fontRef idx="minor">
              <a:schemeClr val="tx1"/>
            </a:fontRef>
          </p:style>
        </p:cxnSp>
        <p:cxnSp>
          <p:nvCxnSpPr>
            <p:cNvPr id="25" name="直接连接符 24">
              <a:extLst>
                <a:ext uri="{FF2B5EF4-FFF2-40B4-BE49-F238E27FC236}">
                  <a16:creationId xmlns:a16="http://schemas.microsoft.com/office/drawing/2014/main" id="{D027E3E9-5C12-475A-BDD2-D7386B218720}"/>
                </a:ext>
              </a:extLst>
            </p:cNvPr>
            <p:cNvCxnSpPr>
              <a:cxnSpLocks/>
            </p:cNvCxnSpPr>
            <p:nvPr/>
          </p:nvCxnSpPr>
          <p:spPr>
            <a:xfrm flipV="1">
              <a:off x="9401386" y="2965686"/>
              <a:ext cx="0" cy="874929"/>
            </a:xfrm>
            <a:prstGeom prst="line">
              <a:avLst/>
            </a:prstGeom>
            <a:ln w="12700">
              <a:solidFill>
                <a:schemeClr val="tx1"/>
              </a:solidFill>
              <a:prstDash val="dash"/>
            </a:ln>
          </p:spPr>
          <p:style>
            <a:lnRef idx="1">
              <a:schemeClr val="accent1"/>
            </a:lnRef>
            <a:fillRef idx="0">
              <a:schemeClr val="accent1"/>
            </a:fillRef>
            <a:effectRef idx="0">
              <a:schemeClr val="accent1"/>
            </a:effectRef>
            <a:fontRef idx="minor">
              <a:schemeClr val="tx1"/>
            </a:fontRef>
          </p:style>
        </p:cxnSp>
        <p:cxnSp>
          <p:nvCxnSpPr>
            <p:cNvPr id="24" name="直接箭头连接符 23">
              <a:extLst>
                <a:ext uri="{FF2B5EF4-FFF2-40B4-BE49-F238E27FC236}">
                  <a16:creationId xmlns:a16="http://schemas.microsoft.com/office/drawing/2014/main" id="{F9D2CA04-9B0E-48ED-92B6-46717002EC15}"/>
                </a:ext>
              </a:extLst>
            </p:cNvPr>
            <p:cNvCxnSpPr/>
            <p:nvPr/>
          </p:nvCxnSpPr>
          <p:spPr>
            <a:xfrm>
              <a:off x="2529840" y="3244427"/>
              <a:ext cx="6871546" cy="0"/>
            </a:xfrm>
            <a:prstGeom prst="straightConnector1">
              <a:avLst/>
            </a:prstGeom>
            <a:ln w="12700">
              <a:solidFill>
                <a:schemeClr val="tx1"/>
              </a:solidFill>
              <a:headEnd type="triangle"/>
              <a:tailEnd type="triangle"/>
            </a:ln>
          </p:spPr>
          <p:style>
            <a:lnRef idx="1">
              <a:schemeClr val="accent1"/>
            </a:lnRef>
            <a:fillRef idx="0">
              <a:schemeClr val="accent1"/>
            </a:fillRef>
            <a:effectRef idx="0">
              <a:schemeClr val="accent1"/>
            </a:effectRef>
            <a:fontRef idx="minor">
              <a:schemeClr val="tx1"/>
            </a:fontRef>
          </p:style>
        </p:cxnSp>
        <p:sp>
          <p:nvSpPr>
            <p:cNvPr id="28" name="íşlïḍè">
              <a:extLst>
                <a:ext uri="{FF2B5EF4-FFF2-40B4-BE49-F238E27FC236}">
                  <a16:creationId xmlns:a16="http://schemas.microsoft.com/office/drawing/2014/main" id="{637E184D-0AA1-44F2-8667-15C9F189FA79}"/>
                </a:ext>
              </a:extLst>
            </p:cNvPr>
            <p:cNvSpPr txBox="1"/>
            <p:nvPr/>
          </p:nvSpPr>
          <p:spPr>
            <a:xfrm>
              <a:off x="5634606" y="3088642"/>
              <a:ext cx="662014" cy="313194"/>
            </a:xfrm>
            <a:prstGeom prst="rect">
              <a:avLst/>
            </a:prstGeom>
            <a:solidFill>
              <a:schemeClr val="bg1"/>
            </a:solidFill>
          </p:spPr>
          <p:txBody>
            <a:bodyPr wrap="square" lIns="91440" tIns="45720" rIns="91440" bIns="45720" anchor="ctr">
              <a:noAutofit/>
            </a:bodyPr>
            <a:lstStyle/>
            <a:p>
              <a:pPr algn="ctr"/>
              <a:r>
                <a:rPr lang="en-US" altLang="zh-CN" b="1" dirty="0">
                  <a:latin typeface="Arial Narrow" panose="020B0606020202030204" pitchFamily="34" charset="0"/>
                </a:rPr>
                <a:t>2km</a:t>
              </a:r>
              <a:endParaRPr lang="zh-CN" altLang="en-US" b="1" dirty="0">
                <a:latin typeface="Arial Narrow" panose="020B0606020202030204" pitchFamily="34" charset="0"/>
              </a:endParaRPr>
            </a:p>
          </p:txBody>
        </p:sp>
      </p:grpSp>
      <p:cxnSp>
        <p:nvCxnSpPr>
          <p:cNvPr id="7" name="直接箭头连接符 6">
            <a:extLst>
              <a:ext uri="{FF2B5EF4-FFF2-40B4-BE49-F238E27FC236}">
                <a16:creationId xmlns:a16="http://schemas.microsoft.com/office/drawing/2014/main" id="{A62F6BDF-8BE0-4DFB-8AD2-4BD6D32E69C3}"/>
              </a:ext>
            </a:extLst>
          </p:cNvPr>
          <p:cNvCxnSpPr>
            <a:cxnSpLocks/>
          </p:cNvCxnSpPr>
          <p:nvPr/>
        </p:nvCxnSpPr>
        <p:spPr>
          <a:xfrm>
            <a:off x="2529840" y="3840615"/>
            <a:ext cx="3390053" cy="0"/>
          </a:xfrm>
          <a:prstGeom prst="straightConnector1">
            <a:avLst/>
          </a:prstGeom>
          <a:ln w="76200">
            <a:solidFill>
              <a:schemeClr val="accent3"/>
            </a:solidFill>
            <a:tailEnd type="triangle" w="med" len="lg"/>
          </a:ln>
        </p:spPr>
        <p:style>
          <a:lnRef idx="1">
            <a:schemeClr val="accent1"/>
          </a:lnRef>
          <a:fillRef idx="0">
            <a:schemeClr val="accent1"/>
          </a:fillRef>
          <a:effectRef idx="0">
            <a:schemeClr val="accent1"/>
          </a:effectRef>
          <a:fontRef idx="minor">
            <a:schemeClr val="tx1"/>
          </a:fontRef>
        </p:style>
      </p:cxnSp>
      <p:cxnSp>
        <p:nvCxnSpPr>
          <p:cNvPr id="23" name="直接箭头连接符 22">
            <a:extLst>
              <a:ext uri="{FF2B5EF4-FFF2-40B4-BE49-F238E27FC236}">
                <a16:creationId xmlns:a16="http://schemas.microsoft.com/office/drawing/2014/main" id="{785DD98F-D87D-44FA-8266-FC9103422AA0}"/>
              </a:ext>
            </a:extLst>
          </p:cNvPr>
          <p:cNvCxnSpPr>
            <a:cxnSpLocks/>
          </p:cNvCxnSpPr>
          <p:nvPr/>
        </p:nvCxnSpPr>
        <p:spPr>
          <a:xfrm flipH="1">
            <a:off x="6011333" y="3840615"/>
            <a:ext cx="3390053" cy="0"/>
          </a:xfrm>
          <a:prstGeom prst="straightConnector1">
            <a:avLst/>
          </a:prstGeom>
          <a:ln w="76200">
            <a:solidFill>
              <a:schemeClr val="accent3"/>
            </a:solidFill>
            <a:tailEnd type="triangle" w="med" len="lg"/>
          </a:ln>
        </p:spPr>
        <p:style>
          <a:lnRef idx="1">
            <a:schemeClr val="accent1"/>
          </a:lnRef>
          <a:fillRef idx="0">
            <a:schemeClr val="accent1"/>
          </a:fillRef>
          <a:effectRef idx="0">
            <a:schemeClr val="accent1"/>
          </a:effectRef>
          <a:fontRef idx="minor">
            <a:schemeClr val="tx1"/>
          </a:fontRef>
        </p:style>
      </p:cxnSp>
      <p:cxnSp>
        <p:nvCxnSpPr>
          <p:cNvPr id="27" name="直接箭头连接符 26">
            <a:extLst>
              <a:ext uri="{FF2B5EF4-FFF2-40B4-BE49-F238E27FC236}">
                <a16:creationId xmlns:a16="http://schemas.microsoft.com/office/drawing/2014/main" id="{CCE18616-6889-4F47-8FD4-D5D7F91F278F}"/>
              </a:ext>
            </a:extLst>
          </p:cNvPr>
          <p:cNvCxnSpPr>
            <a:cxnSpLocks/>
          </p:cNvCxnSpPr>
          <p:nvPr/>
        </p:nvCxnSpPr>
        <p:spPr>
          <a:xfrm flipH="1">
            <a:off x="2529840" y="4338455"/>
            <a:ext cx="3481493" cy="0"/>
          </a:xfrm>
          <a:prstGeom prst="straightConnector1">
            <a:avLst/>
          </a:prstGeom>
          <a:ln w="76200">
            <a:solidFill>
              <a:schemeClr val="accent1">
                <a:lumMod val="75000"/>
              </a:schemeClr>
            </a:solidFill>
            <a:tailEnd type="triangle" w="med" len="lg"/>
          </a:ln>
        </p:spPr>
        <p:style>
          <a:lnRef idx="1">
            <a:schemeClr val="accent1"/>
          </a:lnRef>
          <a:fillRef idx="0">
            <a:schemeClr val="accent1"/>
          </a:fillRef>
          <a:effectRef idx="0">
            <a:schemeClr val="accent1"/>
          </a:effectRef>
          <a:fontRef idx="minor">
            <a:schemeClr val="tx1"/>
          </a:fontRef>
        </p:style>
      </p:cxnSp>
      <p:cxnSp>
        <p:nvCxnSpPr>
          <p:cNvPr id="29" name="直接箭头连接符 28">
            <a:extLst>
              <a:ext uri="{FF2B5EF4-FFF2-40B4-BE49-F238E27FC236}">
                <a16:creationId xmlns:a16="http://schemas.microsoft.com/office/drawing/2014/main" id="{5DBA0F73-0F0E-450B-978E-20F24C09F8A3}"/>
              </a:ext>
            </a:extLst>
          </p:cNvPr>
          <p:cNvCxnSpPr>
            <a:cxnSpLocks/>
          </p:cNvCxnSpPr>
          <p:nvPr/>
        </p:nvCxnSpPr>
        <p:spPr>
          <a:xfrm>
            <a:off x="6011333" y="4338455"/>
            <a:ext cx="3390053" cy="0"/>
          </a:xfrm>
          <a:prstGeom prst="straightConnector1">
            <a:avLst/>
          </a:prstGeom>
          <a:ln w="76200">
            <a:solidFill>
              <a:schemeClr val="accent1">
                <a:lumMod val="75000"/>
              </a:schemeClr>
            </a:solidFill>
            <a:tailEnd type="triangle" w="med" len="lg"/>
          </a:ln>
        </p:spPr>
        <p:style>
          <a:lnRef idx="1">
            <a:schemeClr val="accent1"/>
          </a:lnRef>
          <a:fillRef idx="0">
            <a:schemeClr val="accent1"/>
          </a:fillRef>
          <a:effectRef idx="0">
            <a:schemeClr val="accent1"/>
          </a:effectRef>
          <a:fontRef idx="minor">
            <a:schemeClr val="tx1"/>
          </a:fontRef>
        </p:style>
      </p:cxnSp>
      <p:grpSp>
        <p:nvGrpSpPr>
          <p:cNvPr id="30" name="组合 29">
            <a:extLst>
              <a:ext uri="{FF2B5EF4-FFF2-40B4-BE49-F238E27FC236}">
                <a16:creationId xmlns:a16="http://schemas.microsoft.com/office/drawing/2014/main" id="{081F0517-735B-4E15-AC05-18C2D223257A}"/>
              </a:ext>
            </a:extLst>
          </p:cNvPr>
          <p:cNvGrpSpPr/>
          <p:nvPr/>
        </p:nvGrpSpPr>
        <p:grpSpPr>
          <a:xfrm>
            <a:off x="5555378" y="3400213"/>
            <a:ext cx="820470" cy="820470"/>
            <a:chOff x="9290558" y="4054613"/>
            <a:chExt cx="820470" cy="820470"/>
          </a:xfrm>
        </p:grpSpPr>
        <p:sp>
          <p:nvSpPr>
            <p:cNvPr id="31" name="爆炸形: 8 pt  30">
              <a:extLst>
                <a:ext uri="{FF2B5EF4-FFF2-40B4-BE49-F238E27FC236}">
                  <a16:creationId xmlns:a16="http://schemas.microsoft.com/office/drawing/2014/main" id="{C39D0C7C-F460-487E-A3F6-9F02F58EF240}"/>
                </a:ext>
              </a:extLst>
            </p:cNvPr>
            <p:cNvSpPr/>
            <p:nvPr/>
          </p:nvSpPr>
          <p:spPr>
            <a:xfrm>
              <a:off x="9290558" y="4054613"/>
              <a:ext cx="820470" cy="820470"/>
            </a:xfrm>
            <a:prstGeom prst="irregularSeal1">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sz="2000" b="1" dirty="0"/>
            </a:p>
          </p:txBody>
        </p:sp>
        <p:sp>
          <p:nvSpPr>
            <p:cNvPr id="32" name="文本框 31">
              <a:extLst>
                <a:ext uri="{FF2B5EF4-FFF2-40B4-BE49-F238E27FC236}">
                  <a16:creationId xmlns:a16="http://schemas.microsoft.com/office/drawing/2014/main" id="{A4D02AA3-9E06-4489-A8F4-4DE4C43FB356}"/>
                </a:ext>
              </a:extLst>
            </p:cNvPr>
            <p:cNvSpPr txBox="1"/>
            <p:nvPr/>
          </p:nvSpPr>
          <p:spPr>
            <a:xfrm>
              <a:off x="9290558" y="4250289"/>
              <a:ext cx="777741" cy="369332"/>
            </a:xfrm>
            <a:prstGeom prst="rect">
              <a:avLst/>
            </a:prstGeom>
            <a:noFill/>
          </p:spPr>
          <p:txBody>
            <a:bodyPr wrap="square" rtlCol="0">
              <a:spAutoFit/>
            </a:bodyPr>
            <a:lstStyle/>
            <a:p>
              <a:pPr algn="ctr"/>
              <a:r>
                <a:rPr lang="zh-CN" altLang="en-US" b="1" dirty="0">
                  <a:solidFill>
                    <a:schemeClr val="bg1"/>
                  </a:solidFill>
                </a:rPr>
                <a:t>碰撞</a:t>
              </a:r>
            </a:p>
          </p:txBody>
        </p:sp>
      </p:grpSp>
      <p:sp>
        <p:nvSpPr>
          <p:cNvPr id="33" name="íşlïḍè">
            <a:extLst>
              <a:ext uri="{FF2B5EF4-FFF2-40B4-BE49-F238E27FC236}">
                <a16:creationId xmlns:a16="http://schemas.microsoft.com/office/drawing/2014/main" id="{82523758-5D35-438A-B878-9385C88D5B8A}"/>
              </a:ext>
            </a:extLst>
          </p:cNvPr>
          <p:cNvSpPr txBox="1"/>
          <p:nvPr/>
        </p:nvSpPr>
        <p:spPr>
          <a:xfrm>
            <a:off x="5367357" y="4432376"/>
            <a:ext cx="1105072" cy="313194"/>
          </a:xfrm>
          <a:prstGeom prst="rect">
            <a:avLst/>
          </a:prstGeom>
          <a:noFill/>
        </p:spPr>
        <p:txBody>
          <a:bodyPr wrap="square" lIns="91440" tIns="45720" rIns="91440" bIns="45720" anchor="ctr">
            <a:noAutofit/>
          </a:bodyPr>
          <a:lstStyle/>
          <a:p>
            <a:pPr algn="ctr"/>
            <a:r>
              <a:rPr lang="zh-CN" altLang="en-US" b="1" dirty="0">
                <a:solidFill>
                  <a:schemeClr val="accent1">
                    <a:lumMod val="75000"/>
                  </a:schemeClr>
                </a:solidFill>
                <a:latin typeface="Arial Narrow" panose="020B0606020202030204" pitchFamily="34" charset="0"/>
              </a:rPr>
              <a:t>碰撞信号</a:t>
            </a:r>
          </a:p>
        </p:txBody>
      </p:sp>
      <mc:AlternateContent xmlns:mc="http://schemas.openxmlformats.org/markup-compatibility/2006" xmlns:a14="http://schemas.microsoft.com/office/drawing/2010/main">
        <mc:Choice Requires="a14">
          <p:sp>
            <p:nvSpPr>
              <p:cNvPr id="34" name="íşlïḍè">
                <a:extLst>
                  <a:ext uri="{FF2B5EF4-FFF2-40B4-BE49-F238E27FC236}">
                    <a16:creationId xmlns:a16="http://schemas.microsoft.com/office/drawing/2014/main" id="{B19724FE-3AE3-4759-8B8B-BCAD33D9DBEB}"/>
                  </a:ext>
                </a:extLst>
              </p:cNvPr>
              <p:cNvSpPr txBox="1"/>
              <p:nvPr/>
            </p:nvSpPr>
            <p:spPr>
              <a:xfrm>
                <a:off x="2529839" y="4950183"/>
                <a:ext cx="6962817" cy="313194"/>
              </a:xfrm>
              <a:prstGeom prst="rect">
                <a:avLst/>
              </a:prstGeom>
              <a:noFill/>
            </p:spPr>
            <p:txBody>
              <a:bodyPr wrap="square" lIns="91440" tIns="45720" rIns="91440" bIns="45720" anchor="ctr">
                <a:noAutofit/>
              </a:bodyPr>
              <a:lstStyle/>
              <a:p>
                <a:r>
                  <a:rPr lang="zh-CN" altLang="en-US" b="1" dirty="0">
                    <a:latin typeface="Arial Narrow" panose="020B0606020202030204" pitchFamily="34" charset="0"/>
                  </a:rPr>
                  <a:t>最短需要经过的时长：两主机之间信号的单程传播时延，记为</a:t>
                </a:r>
                <a14:m>
                  <m:oMath xmlns:m="http://schemas.openxmlformats.org/officeDocument/2006/math">
                    <m:r>
                      <a:rPr lang="el-GR" altLang="zh-CN" sz="2400" b="1" i="1" dirty="0" smtClean="0">
                        <a:latin typeface="Cambria Math" panose="02040503050406030204" pitchFamily="18" charset="0"/>
                      </a:rPr>
                      <m:t>𝝉</m:t>
                    </m:r>
                    <m:r>
                      <a:rPr lang="zh-CN" altLang="en-US" sz="2400" b="1" i="1" dirty="0">
                        <a:latin typeface="Cambria Math" panose="02040503050406030204" pitchFamily="18" charset="0"/>
                      </a:rPr>
                      <m:t>。</m:t>
                    </m:r>
                  </m:oMath>
                </a14:m>
                <a:endParaRPr lang="zh-CN" altLang="en-US" b="1" dirty="0">
                  <a:latin typeface="Arial Narrow" panose="020B0606020202030204" pitchFamily="34" charset="0"/>
                </a:endParaRPr>
              </a:p>
            </p:txBody>
          </p:sp>
        </mc:Choice>
        <mc:Fallback xmlns="">
          <p:sp>
            <p:nvSpPr>
              <p:cNvPr id="34" name="íşlïḍè">
                <a:extLst>
                  <a:ext uri="{FF2B5EF4-FFF2-40B4-BE49-F238E27FC236}">
                    <a16:creationId xmlns:a16="http://schemas.microsoft.com/office/drawing/2014/main" id="{B19724FE-3AE3-4759-8B8B-BCAD33D9DBEB}"/>
                  </a:ext>
                </a:extLst>
              </p:cNvPr>
              <p:cNvSpPr txBox="1">
                <a:spLocks noRot="1" noChangeAspect="1" noMove="1" noResize="1" noEditPoints="1" noAdjustHandles="1" noChangeArrowheads="1" noChangeShapeType="1" noTextEdit="1"/>
              </p:cNvSpPr>
              <p:nvPr/>
            </p:nvSpPr>
            <p:spPr>
              <a:xfrm>
                <a:off x="2529839" y="4950183"/>
                <a:ext cx="6962817" cy="313194"/>
              </a:xfrm>
              <a:prstGeom prst="rect">
                <a:avLst/>
              </a:prstGeom>
              <a:blipFill>
                <a:blip r:embed="rId3"/>
                <a:stretch>
                  <a:fillRect l="-701" t="-7843" b="-50980"/>
                </a:stretch>
              </a:blipFill>
            </p:spPr>
            <p:txBody>
              <a:bodyPr/>
              <a:lstStyle/>
              <a:p>
                <a:r>
                  <a:rPr lang="zh-CN" altLang="en-US">
                    <a:noFill/>
                  </a:rPr>
                  <a:t> </a:t>
                </a:r>
              </a:p>
            </p:txBody>
          </p:sp>
        </mc:Fallback>
      </mc:AlternateContent>
      <p:sp>
        <p:nvSpPr>
          <p:cNvPr id="35" name="平行四边形 34">
            <a:extLst>
              <a:ext uri="{FF2B5EF4-FFF2-40B4-BE49-F238E27FC236}">
                <a16:creationId xmlns:a16="http://schemas.microsoft.com/office/drawing/2014/main" id="{55928941-0DBE-BEF9-9C78-32C97AD4229E}"/>
              </a:ext>
            </a:extLst>
          </p:cNvPr>
          <p:cNvSpPr/>
          <p:nvPr/>
        </p:nvSpPr>
        <p:spPr>
          <a:xfrm>
            <a:off x="304799" y="749300"/>
            <a:ext cx="695119" cy="387090"/>
          </a:xfrm>
          <a:prstGeom prst="parallelogram">
            <a:avLst/>
          </a:prstGeom>
          <a:solidFill>
            <a:schemeClr val="accent3">
              <a:lumMod val="75000"/>
            </a:schemeClr>
          </a:solidFill>
          <a:ln>
            <a:solidFill>
              <a:schemeClr val="accent3">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CN" sz="2200" dirty="0">
                <a:latin typeface="Impact" panose="020B0806030902050204" pitchFamily="34" charset="0"/>
              </a:rPr>
              <a:t>02</a:t>
            </a:r>
            <a:endParaRPr lang="zh-CN" altLang="en-US" sz="2200" dirty="0">
              <a:latin typeface="Impact" panose="020B0806030902050204" pitchFamily="34" charset="0"/>
            </a:endParaRPr>
          </a:p>
        </p:txBody>
      </p:sp>
    </p:spTree>
    <p:custDataLst>
      <p:tags r:id="rId1"/>
    </p:custDataLst>
    <p:extLst>
      <p:ext uri="{BB962C8B-B14F-4D97-AF65-F5344CB8AC3E}">
        <p14:creationId xmlns:p14="http://schemas.microsoft.com/office/powerpoint/2010/main" val="582641566"/>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2" presetClass="entr" presetSubtype="8" fill="hold" nodeType="withEffect">
                                  <p:stCondLst>
                                    <p:cond delay="0"/>
                                  </p:stCondLst>
                                  <p:childTnLst>
                                    <p:set>
                                      <p:cBhvr>
                                        <p:cTn id="6" dur="1" fill="hold">
                                          <p:stCondLst>
                                            <p:cond delay="0"/>
                                          </p:stCondLst>
                                        </p:cTn>
                                        <p:tgtEl>
                                          <p:spTgt spid="7"/>
                                        </p:tgtEl>
                                        <p:attrNameLst>
                                          <p:attrName>style.visibility</p:attrName>
                                        </p:attrNameLst>
                                      </p:cBhvr>
                                      <p:to>
                                        <p:strVal val="visible"/>
                                      </p:to>
                                    </p:set>
                                    <p:animEffect transition="in" filter="wipe(left)">
                                      <p:cBhvr>
                                        <p:cTn id="7" dur="1000"/>
                                        <p:tgtEl>
                                          <p:spTgt spid="7"/>
                                        </p:tgtEl>
                                      </p:cBhvr>
                                    </p:animEffect>
                                  </p:childTnLst>
                                </p:cTn>
                              </p:par>
                              <p:par>
                                <p:cTn id="8" presetID="22" presetClass="entr" presetSubtype="2" fill="hold" nodeType="withEffect">
                                  <p:stCondLst>
                                    <p:cond delay="0"/>
                                  </p:stCondLst>
                                  <p:childTnLst>
                                    <p:set>
                                      <p:cBhvr>
                                        <p:cTn id="9" dur="1" fill="hold">
                                          <p:stCondLst>
                                            <p:cond delay="0"/>
                                          </p:stCondLst>
                                        </p:cTn>
                                        <p:tgtEl>
                                          <p:spTgt spid="23"/>
                                        </p:tgtEl>
                                        <p:attrNameLst>
                                          <p:attrName>style.visibility</p:attrName>
                                        </p:attrNameLst>
                                      </p:cBhvr>
                                      <p:to>
                                        <p:strVal val="visible"/>
                                      </p:to>
                                    </p:set>
                                    <p:animEffect transition="in" filter="wipe(right)">
                                      <p:cBhvr>
                                        <p:cTn id="10" dur="1000"/>
                                        <p:tgtEl>
                                          <p:spTgt spid="23"/>
                                        </p:tgtEl>
                                      </p:cBhvr>
                                    </p:animEffect>
                                  </p:childTnLst>
                                </p:cTn>
                              </p:par>
                              <p:par>
                                <p:cTn id="11" presetID="53" presetClass="entr" presetSubtype="16" fill="hold" nodeType="withEffect">
                                  <p:stCondLst>
                                    <p:cond delay="600"/>
                                  </p:stCondLst>
                                  <p:childTnLst>
                                    <p:set>
                                      <p:cBhvr>
                                        <p:cTn id="12" dur="1" fill="hold">
                                          <p:stCondLst>
                                            <p:cond delay="0"/>
                                          </p:stCondLst>
                                        </p:cTn>
                                        <p:tgtEl>
                                          <p:spTgt spid="30"/>
                                        </p:tgtEl>
                                        <p:attrNameLst>
                                          <p:attrName>style.visibility</p:attrName>
                                        </p:attrNameLst>
                                      </p:cBhvr>
                                      <p:to>
                                        <p:strVal val="visible"/>
                                      </p:to>
                                    </p:set>
                                    <p:anim calcmode="lin" valueType="num">
                                      <p:cBhvr>
                                        <p:cTn id="13" dur="500" fill="hold"/>
                                        <p:tgtEl>
                                          <p:spTgt spid="30"/>
                                        </p:tgtEl>
                                        <p:attrNameLst>
                                          <p:attrName>ppt_w</p:attrName>
                                        </p:attrNameLst>
                                      </p:cBhvr>
                                      <p:tavLst>
                                        <p:tav tm="0">
                                          <p:val>
                                            <p:fltVal val="0"/>
                                          </p:val>
                                        </p:tav>
                                        <p:tav tm="100000">
                                          <p:val>
                                            <p:strVal val="#ppt_w"/>
                                          </p:val>
                                        </p:tav>
                                      </p:tavLst>
                                    </p:anim>
                                    <p:anim calcmode="lin" valueType="num">
                                      <p:cBhvr>
                                        <p:cTn id="14" dur="500" fill="hold"/>
                                        <p:tgtEl>
                                          <p:spTgt spid="30"/>
                                        </p:tgtEl>
                                        <p:attrNameLst>
                                          <p:attrName>ppt_h</p:attrName>
                                        </p:attrNameLst>
                                      </p:cBhvr>
                                      <p:tavLst>
                                        <p:tav tm="0">
                                          <p:val>
                                            <p:fltVal val="0"/>
                                          </p:val>
                                        </p:tav>
                                        <p:tav tm="100000">
                                          <p:val>
                                            <p:strVal val="#ppt_h"/>
                                          </p:val>
                                        </p:tav>
                                      </p:tavLst>
                                    </p:anim>
                                    <p:animEffect transition="in" filter="fade">
                                      <p:cBhvr>
                                        <p:cTn id="15" dur="500"/>
                                        <p:tgtEl>
                                          <p:spTgt spid="30"/>
                                        </p:tgtEl>
                                      </p:cBhvr>
                                    </p:animEffect>
                                  </p:childTnLst>
                                </p:cTn>
                              </p:par>
                            </p:childTnLst>
                          </p:cTn>
                        </p:par>
                        <p:par>
                          <p:cTn id="16" fill="hold">
                            <p:stCondLst>
                              <p:cond delay="1100"/>
                            </p:stCondLst>
                            <p:childTnLst>
                              <p:par>
                                <p:cTn id="17" presetID="22" presetClass="entr" presetSubtype="2" fill="hold" nodeType="afterEffect">
                                  <p:stCondLst>
                                    <p:cond delay="0"/>
                                  </p:stCondLst>
                                  <p:childTnLst>
                                    <p:set>
                                      <p:cBhvr>
                                        <p:cTn id="18" dur="1" fill="hold">
                                          <p:stCondLst>
                                            <p:cond delay="0"/>
                                          </p:stCondLst>
                                        </p:cTn>
                                        <p:tgtEl>
                                          <p:spTgt spid="27"/>
                                        </p:tgtEl>
                                        <p:attrNameLst>
                                          <p:attrName>style.visibility</p:attrName>
                                        </p:attrNameLst>
                                      </p:cBhvr>
                                      <p:to>
                                        <p:strVal val="visible"/>
                                      </p:to>
                                    </p:set>
                                    <p:animEffect transition="in" filter="wipe(right)">
                                      <p:cBhvr>
                                        <p:cTn id="19" dur="1000"/>
                                        <p:tgtEl>
                                          <p:spTgt spid="27"/>
                                        </p:tgtEl>
                                      </p:cBhvr>
                                    </p:animEffect>
                                  </p:childTnLst>
                                </p:cTn>
                              </p:par>
                              <p:par>
                                <p:cTn id="20" presetID="22" presetClass="entr" presetSubtype="8" fill="hold" nodeType="withEffect">
                                  <p:stCondLst>
                                    <p:cond delay="0"/>
                                  </p:stCondLst>
                                  <p:childTnLst>
                                    <p:set>
                                      <p:cBhvr>
                                        <p:cTn id="21" dur="1" fill="hold">
                                          <p:stCondLst>
                                            <p:cond delay="0"/>
                                          </p:stCondLst>
                                        </p:cTn>
                                        <p:tgtEl>
                                          <p:spTgt spid="29"/>
                                        </p:tgtEl>
                                        <p:attrNameLst>
                                          <p:attrName>style.visibility</p:attrName>
                                        </p:attrNameLst>
                                      </p:cBhvr>
                                      <p:to>
                                        <p:strVal val="visible"/>
                                      </p:to>
                                    </p:set>
                                    <p:animEffect transition="in" filter="wipe(left)">
                                      <p:cBhvr>
                                        <p:cTn id="22" dur="1000"/>
                                        <p:tgtEl>
                                          <p:spTgt spid="29"/>
                                        </p:tgtEl>
                                      </p:cBhvr>
                                    </p:animEffect>
                                  </p:childTnLst>
                                </p:cTn>
                              </p:par>
                              <p:par>
                                <p:cTn id="23" presetID="12" presetClass="entr" presetSubtype="1" fill="hold" grpId="0" nodeType="withEffect">
                                  <p:stCondLst>
                                    <p:cond delay="0"/>
                                  </p:stCondLst>
                                  <p:childTnLst>
                                    <p:set>
                                      <p:cBhvr>
                                        <p:cTn id="24" dur="1" fill="hold">
                                          <p:stCondLst>
                                            <p:cond delay="0"/>
                                          </p:stCondLst>
                                        </p:cTn>
                                        <p:tgtEl>
                                          <p:spTgt spid="33"/>
                                        </p:tgtEl>
                                        <p:attrNameLst>
                                          <p:attrName>style.visibility</p:attrName>
                                        </p:attrNameLst>
                                      </p:cBhvr>
                                      <p:to>
                                        <p:strVal val="visible"/>
                                      </p:to>
                                    </p:set>
                                    <p:anim calcmode="lin" valueType="num">
                                      <p:cBhvr additive="base">
                                        <p:cTn id="25" dur="500"/>
                                        <p:tgtEl>
                                          <p:spTgt spid="33"/>
                                        </p:tgtEl>
                                        <p:attrNameLst>
                                          <p:attrName>ppt_y</p:attrName>
                                        </p:attrNameLst>
                                      </p:cBhvr>
                                      <p:tavLst>
                                        <p:tav tm="0">
                                          <p:val>
                                            <p:strVal val="#ppt_y-#ppt_h*1.125000"/>
                                          </p:val>
                                        </p:tav>
                                        <p:tav tm="100000">
                                          <p:val>
                                            <p:strVal val="#ppt_y"/>
                                          </p:val>
                                        </p:tav>
                                      </p:tavLst>
                                    </p:anim>
                                    <p:animEffect transition="in" filter="wipe(down)">
                                      <p:cBhvr>
                                        <p:cTn id="26" dur="500"/>
                                        <p:tgtEl>
                                          <p:spTgt spid="33"/>
                                        </p:tgtEl>
                                      </p:cBhvr>
                                    </p:animEffect>
                                  </p:childTnLst>
                                </p:cTn>
                              </p:par>
                            </p:childTnLst>
                          </p:cTn>
                        </p:par>
                      </p:childTnLst>
                    </p:cTn>
                  </p:par>
                  <p:par>
                    <p:cTn id="27" fill="hold">
                      <p:stCondLst>
                        <p:cond delay="indefinite"/>
                      </p:stCondLst>
                      <p:childTnLst>
                        <p:par>
                          <p:cTn id="28" fill="hold">
                            <p:stCondLst>
                              <p:cond delay="0"/>
                            </p:stCondLst>
                            <p:childTnLst>
                              <p:par>
                                <p:cTn id="29" presetID="32" presetClass="emph" presetSubtype="0" fill="hold" nodeType="clickEffect">
                                  <p:stCondLst>
                                    <p:cond delay="0"/>
                                  </p:stCondLst>
                                  <p:childTnLst>
                                    <p:animRot by="120000">
                                      <p:cBhvr>
                                        <p:cTn id="30" dur="100" fill="hold">
                                          <p:stCondLst>
                                            <p:cond delay="0"/>
                                          </p:stCondLst>
                                        </p:cTn>
                                        <p:tgtEl>
                                          <p:spTgt spid="7"/>
                                        </p:tgtEl>
                                        <p:attrNameLst>
                                          <p:attrName>r</p:attrName>
                                        </p:attrNameLst>
                                      </p:cBhvr>
                                    </p:animRot>
                                    <p:animRot by="-240000">
                                      <p:cBhvr>
                                        <p:cTn id="31" dur="200" fill="hold">
                                          <p:stCondLst>
                                            <p:cond delay="200"/>
                                          </p:stCondLst>
                                        </p:cTn>
                                        <p:tgtEl>
                                          <p:spTgt spid="7"/>
                                        </p:tgtEl>
                                        <p:attrNameLst>
                                          <p:attrName>r</p:attrName>
                                        </p:attrNameLst>
                                      </p:cBhvr>
                                    </p:animRot>
                                    <p:animRot by="240000">
                                      <p:cBhvr>
                                        <p:cTn id="32" dur="200" fill="hold">
                                          <p:stCondLst>
                                            <p:cond delay="400"/>
                                          </p:stCondLst>
                                        </p:cTn>
                                        <p:tgtEl>
                                          <p:spTgt spid="7"/>
                                        </p:tgtEl>
                                        <p:attrNameLst>
                                          <p:attrName>r</p:attrName>
                                        </p:attrNameLst>
                                      </p:cBhvr>
                                    </p:animRot>
                                    <p:animRot by="-240000">
                                      <p:cBhvr>
                                        <p:cTn id="33" dur="200" fill="hold">
                                          <p:stCondLst>
                                            <p:cond delay="600"/>
                                          </p:stCondLst>
                                        </p:cTn>
                                        <p:tgtEl>
                                          <p:spTgt spid="7"/>
                                        </p:tgtEl>
                                        <p:attrNameLst>
                                          <p:attrName>r</p:attrName>
                                        </p:attrNameLst>
                                      </p:cBhvr>
                                    </p:animRot>
                                    <p:animRot by="120000">
                                      <p:cBhvr>
                                        <p:cTn id="34" dur="200" fill="hold">
                                          <p:stCondLst>
                                            <p:cond delay="800"/>
                                          </p:stCondLst>
                                        </p:cTn>
                                        <p:tgtEl>
                                          <p:spTgt spid="7"/>
                                        </p:tgtEl>
                                        <p:attrNameLst>
                                          <p:attrName>r</p:attrName>
                                        </p:attrNameLst>
                                      </p:cBhvr>
                                    </p:animRot>
                                  </p:childTnLst>
                                </p:cTn>
                              </p:par>
                            </p:childTnLst>
                          </p:cTn>
                        </p:par>
                      </p:childTnLst>
                    </p:cTn>
                  </p:par>
                  <p:par>
                    <p:cTn id="35" fill="hold">
                      <p:stCondLst>
                        <p:cond delay="indefinite"/>
                      </p:stCondLst>
                      <p:childTnLst>
                        <p:par>
                          <p:cTn id="36" fill="hold">
                            <p:stCondLst>
                              <p:cond delay="0"/>
                            </p:stCondLst>
                            <p:childTnLst>
                              <p:par>
                                <p:cTn id="37" presetID="32" presetClass="emph" presetSubtype="0" fill="hold" nodeType="clickEffect">
                                  <p:stCondLst>
                                    <p:cond delay="0"/>
                                  </p:stCondLst>
                                  <p:childTnLst>
                                    <p:animRot by="120000">
                                      <p:cBhvr>
                                        <p:cTn id="38" dur="100" fill="hold">
                                          <p:stCondLst>
                                            <p:cond delay="0"/>
                                          </p:stCondLst>
                                        </p:cTn>
                                        <p:tgtEl>
                                          <p:spTgt spid="27"/>
                                        </p:tgtEl>
                                        <p:attrNameLst>
                                          <p:attrName>r</p:attrName>
                                        </p:attrNameLst>
                                      </p:cBhvr>
                                    </p:animRot>
                                    <p:animRot by="-240000">
                                      <p:cBhvr>
                                        <p:cTn id="39" dur="200" fill="hold">
                                          <p:stCondLst>
                                            <p:cond delay="200"/>
                                          </p:stCondLst>
                                        </p:cTn>
                                        <p:tgtEl>
                                          <p:spTgt spid="27"/>
                                        </p:tgtEl>
                                        <p:attrNameLst>
                                          <p:attrName>r</p:attrName>
                                        </p:attrNameLst>
                                      </p:cBhvr>
                                    </p:animRot>
                                    <p:animRot by="240000">
                                      <p:cBhvr>
                                        <p:cTn id="40" dur="200" fill="hold">
                                          <p:stCondLst>
                                            <p:cond delay="400"/>
                                          </p:stCondLst>
                                        </p:cTn>
                                        <p:tgtEl>
                                          <p:spTgt spid="27"/>
                                        </p:tgtEl>
                                        <p:attrNameLst>
                                          <p:attrName>r</p:attrName>
                                        </p:attrNameLst>
                                      </p:cBhvr>
                                    </p:animRot>
                                    <p:animRot by="-240000">
                                      <p:cBhvr>
                                        <p:cTn id="41" dur="200" fill="hold">
                                          <p:stCondLst>
                                            <p:cond delay="600"/>
                                          </p:stCondLst>
                                        </p:cTn>
                                        <p:tgtEl>
                                          <p:spTgt spid="27"/>
                                        </p:tgtEl>
                                        <p:attrNameLst>
                                          <p:attrName>r</p:attrName>
                                        </p:attrNameLst>
                                      </p:cBhvr>
                                    </p:animRot>
                                    <p:animRot by="120000">
                                      <p:cBhvr>
                                        <p:cTn id="42" dur="200" fill="hold">
                                          <p:stCondLst>
                                            <p:cond delay="800"/>
                                          </p:stCondLst>
                                        </p:cTn>
                                        <p:tgtEl>
                                          <p:spTgt spid="27"/>
                                        </p:tgtEl>
                                        <p:attrNameLst>
                                          <p:attrName>r</p:attrName>
                                        </p:attrNameLst>
                                      </p:cBhvr>
                                    </p:animRot>
                                  </p:childTnLst>
                                </p:cTn>
                              </p:par>
                            </p:childTnLst>
                          </p:cTn>
                        </p:par>
                      </p:childTnLst>
                    </p:cTn>
                  </p:par>
                  <p:par>
                    <p:cTn id="43" fill="hold">
                      <p:stCondLst>
                        <p:cond delay="indefinite"/>
                      </p:stCondLst>
                      <p:childTnLst>
                        <p:par>
                          <p:cTn id="44" fill="hold">
                            <p:stCondLst>
                              <p:cond delay="0"/>
                            </p:stCondLst>
                            <p:childTnLst>
                              <p:par>
                                <p:cTn id="45" presetID="1" presetClass="entr" presetSubtype="0" fill="hold" grpId="0" nodeType="clickEffect">
                                  <p:stCondLst>
                                    <p:cond delay="0"/>
                                  </p:stCondLst>
                                  <p:iterate type="lt">
                                    <p:tmAbs val="100"/>
                                  </p:iterate>
                                  <p:childTnLst>
                                    <p:set>
                                      <p:cBhvr>
                                        <p:cTn id="46" dur="1" fill="hold">
                                          <p:stCondLst>
                                            <p:cond delay="0"/>
                                          </p:stCondLst>
                                        </p:cTn>
                                        <p:tgtEl>
                                          <p:spTgt spid="34"/>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3" grpId="0"/>
      <p:bldP spid="34" grpId="0"/>
    </p:bldLst>
  </p:timing>
</p:sld>
</file>

<file path=ppt/slides/slide33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矩形 4">
            <a:extLst>
              <a:ext uri="{FF2B5EF4-FFF2-40B4-BE49-F238E27FC236}">
                <a16:creationId xmlns:a16="http://schemas.microsoft.com/office/drawing/2014/main" id="{E068D2F6-1FF6-43A0-BCCD-E1C59F109CB5}"/>
              </a:ext>
            </a:extLst>
          </p:cNvPr>
          <p:cNvSpPr/>
          <p:nvPr/>
        </p:nvSpPr>
        <p:spPr>
          <a:xfrm>
            <a:off x="9571596" y="1921310"/>
            <a:ext cx="256557" cy="309181"/>
          </a:xfrm>
          <a:prstGeom prst="rect">
            <a:avLst/>
          </a:prstGeom>
          <a:solidFill>
            <a:schemeClr val="accent6"/>
          </a:solidFill>
          <a:ln>
            <a:solidFill>
              <a:schemeClr val="accent6"/>
            </a:solidFill>
          </a:ln>
        </p:spPr>
        <p:style>
          <a:lnRef idx="2">
            <a:schemeClr val="accent6">
              <a:shade val="50000"/>
            </a:schemeClr>
          </a:lnRef>
          <a:fillRef idx="1">
            <a:schemeClr val="accent6"/>
          </a:fillRef>
          <a:effectRef idx="0">
            <a:schemeClr val="accent6"/>
          </a:effectRef>
          <a:fontRef idx="minor">
            <a:schemeClr val="lt1"/>
          </a:fontRef>
        </p:style>
        <p:txBody>
          <a:bodyPr rtlCol="0" anchor="ctr"/>
          <a:lstStyle/>
          <a:p>
            <a:pPr algn="ctr"/>
            <a:endParaRPr lang="zh-CN" altLang="en-US"/>
          </a:p>
        </p:txBody>
      </p:sp>
      <p:grpSp>
        <p:nvGrpSpPr>
          <p:cNvPr id="4" name="组合 3">
            <a:extLst>
              <a:ext uri="{FF2B5EF4-FFF2-40B4-BE49-F238E27FC236}">
                <a16:creationId xmlns:a16="http://schemas.microsoft.com/office/drawing/2014/main" id="{9A1EA9F2-FCB6-48C3-935F-7AE7E3AD14AC}"/>
              </a:ext>
            </a:extLst>
          </p:cNvPr>
          <p:cNvGrpSpPr/>
          <p:nvPr/>
        </p:nvGrpSpPr>
        <p:grpSpPr>
          <a:xfrm>
            <a:off x="304800" y="749300"/>
            <a:ext cx="6192344" cy="400110"/>
            <a:chOff x="424117" y="898245"/>
            <a:chExt cx="6192344" cy="400110"/>
          </a:xfrm>
        </p:grpSpPr>
        <p:sp>
          <p:nvSpPr>
            <p:cNvPr id="2" name="平行四边形 1">
              <a:extLst>
                <a:ext uri="{FF2B5EF4-FFF2-40B4-BE49-F238E27FC236}">
                  <a16:creationId xmlns:a16="http://schemas.microsoft.com/office/drawing/2014/main" id="{1F5BAA3F-9845-4F89-A2DD-8222D3E4EDAC}"/>
                </a:ext>
              </a:extLst>
            </p:cNvPr>
            <p:cNvSpPr/>
            <p:nvPr/>
          </p:nvSpPr>
          <p:spPr>
            <a:xfrm>
              <a:off x="424117" y="898245"/>
              <a:ext cx="628306" cy="387090"/>
            </a:xfrm>
            <a:prstGeom prst="parallelogram">
              <a:avLst/>
            </a:prstGeom>
            <a:solidFill>
              <a:schemeClr val="accent3">
                <a:lumMod val="75000"/>
              </a:schemeClr>
            </a:solidFill>
            <a:ln>
              <a:solidFill>
                <a:schemeClr val="accent3">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CN" sz="2200" dirty="0">
                  <a:latin typeface="Impact" panose="020B0806030902050204" pitchFamily="34" charset="0"/>
                </a:rPr>
                <a:t>01</a:t>
              </a:r>
              <a:endParaRPr lang="zh-CN" altLang="en-US" sz="2200" dirty="0">
                <a:latin typeface="Impact" panose="020B0806030902050204" pitchFamily="34" charset="0"/>
              </a:endParaRPr>
            </a:p>
          </p:txBody>
        </p:sp>
        <p:sp>
          <p:nvSpPr>
            <p:cNvPr id="3" name="文本框 2">
              <a:extLst>
                <a:ext uri="{FF2B5EF4-FFF2-40B4-BE49-F238E27FC236}">
                  <a16:creationId xmlns:a16="http://schemas.microsoft.com/office/drawing/2014/main" id="{4D6BD736-A4D3-4F26-AFED-36E11F50F70B}"/>
                </a:ext>
              </a:extLst>
            </p:cNvPr>
            <p:cNvSpPr txBox="1"/>
            <p:nvPr/>
          </p:nvSpPr>
          <p:spPr>
            <a:xfrm>
              <a:off x="1052423" y="898245"/>
              <a:ext cx="5564038" cy="400110"/>
            </a:xfrm>
            <a:prstGeom prst="rect">
              <a:avLst/>
            </a:prstGeom>
            <a:noFill/>
          </p:spPr>
          <p:txBody>
            <a:bodyPr wrap="square" rtlCol="0">
              <a:spAutoFit/>
            </a:bodyPr>
            <a:lstStyle/>
            <a:p>
              <a:r>
                <a:rPr lang="zh-CN" altLang="en-US" sz="2000" b="1" dirty="0"/>
                <a:t>共享式以太网的争用期</a:t>
              </a:r>
              <a:endParaRPr lang="en-US" altLang="zh-CN" sz="2000" b="1" dirty="0"/>
            </a:p>
          </p:txBody>
        </p:sp>
      </p:grpSp>
      <p:grpSp>
        <p:nvGrpSpPr>
          <p:cNvPr id="8" name="组合 7">
            <a:extLst>
              <a:ext uri="{FF2B5EF4-FFF2-40B4-BE49-F238E27FC236}">
                <a16:creationId xmlns:a16="http://schemas.microsoft.com/office/drawing/2014/main" id="{6A6B3B70-0EAF-49E3-BF0E-B2958CB17C29}"/>
              </a:ext>
            </a:extLst>
          </p:cNvPr>
          <p:cNvGrpSpPr/>
          <p:nvPr/>
        </p:nvGrpSpPr>
        <p:grpSpPr>
          <a:xfrm>
            <a:off x="822302" y="1127212"/>
            <a:ext cx="11320427" cy="1450734"/>
            <a:chOff x="822302" y="1215265"/>
            <a:chExt cx="11320427" cy="1450734"/>
          </a:xfrm>
        </p:grpSpPr>
        <p:sp>
          <p:nvSpPr>
            <p:cNvPr id="17" name="íşlïḍè">
              <a:extLst>
                <a:ext uri="{FF2B5EF4-FFF2-40B4-BE49-F238E27FC236}">
                  <a16:creationId xmlns:a16="http://schemas.microsoft.com/office/drawing/2014/main" id="{294450E4-BC9C-4379-8EBF-3B2994B95F67}"/>
                </a:ext>
              </a:extLst>
            </p:cNvPr>
            <p:cNvSpPr txBox="1"/>
            <p:nvPr/>
          </p:nvSpPr>
          <p:spPr>
            <a:xfrm>
              <a:off x="822302" y="1215265"/>
              <a:ext cx="11209623" cy="725367"/>
            </a:xfrm>
            <a:prstGeom prst="rect">
              <a:avLst/>
            </a:prstGeom>
            <a:noFill/>
          </p:spPr>
          <p:txBody>
            <a:bodyPr wrap="square" lIns="91440" tIns="45720" rIns="91440" bIns="45720" anchor="ctr">
              <a:noAutofit/>
            </a:bodyPr>
            <a:lstStyle/>
            <a:p>
              <a:r>
                <a:rPr lang="en-US" altLang="zh-CN" b="1" dirty="0">
                  <a:latin typeface="Arial Narrow" panose="020B0606020202030204" pitchFamily="34" charset="0"/>
                </a:rPr>
                <a:t>【2010</a:t>
              </a:r>
              <a:r>
                <a:rPr lang="zh-CN" altLang="en-US" b="1" dirty="0">
                  <a:latin typeface="Arial Narrow" panose="020B0606020202030204" pitchFamily="34" charset="0"/>
                </a:rPr>
                <a:t>年 题</a:t>
              </a:r>
              <a:r>
                <a:rPr lang="en-US" altLang="zh-CN" b="1" dirty="0">
                  <a:latin typeface="Arial Narrow" panose="020B0606020202030204" pitchFamily="34" charset="0"/>
                </a:rPr>
                <a:t>47】</a:t>
              </a:r>
              <a:r>
                <a:rPr lang="zh-CN" altLang="en-US" b="1" dirty="0">
                  <a:latin typeface="Arial Narrow" panose="020B0606020202030204" pitchFamily="34" charset="0"/>
                </a:rPr>
                <a:t>某局域网采用</a:t>
              </a:r>
              <a:r>
                <a:rPr lang="en-US" altLang="zh-CN" b="1" dirty="0">
                  <a:latin typeface="Arial Narrow" panose="020B0606020202030204" pitchFamily="34" charset="0"/>
                </a:rPr>
                <a:t>CSMA/CD</a:t>
              </a:r>
              <a:r>
                <a:rPr lang="zh-CN" altLang="en-US" b="1" dirty="0">
                  <a:latin typeface="Arial Narrow" panose="020B0606020202030204" pitchFamily="34" charset="0"/>
                </a:rPr>
                <a:t>协议实现介质访问控制，数据传输速率为</a:t>
              </a:r>
              <a:r>
                <a:rPr lang="en-US" altLang="zh-CN" b="1" dirty="0">
                  <a:latin typeface="Arial Narrow" panose="020B0606020202030204" pitchFamily="34" charset="0"/>
                </a:rPr>
                <a:t>10Mbps</a:t>
              </a:r>
              <a:r>
                <a:rPr lang="zh-CN" altLang="en-US" b="1" dirty="0">
                  <a:latin typeface="Arial Narrow" panose="020B0606020202030204" pitchFamily="34" charset="0"/>
                </a:rPr>
                <a:t>，主机甲和主机乙之间</a:t>
              </a:r>
              <a:r>
                <a:rPr lang="en-US" altLang="zh-CN" b="1" dirty="0">
                  <a:latin typeface="Arial Narrow" panose="020B0606020202030204" pitchFamily="34" charset="0"/>
                </a:rPr>
                <a:t>                           </a:t>
              </a:r>
            </a:p>
            <a:p>
              <a:r>
                <a:rPr lang="en-US" altLang="zh-CN" b="1" dirty="0">
                  <a:latin typeface="Arial Narrow" panose="020B0606020202030204" pitchFamily="34" charset="0"/>
                </a:rPr>
                <a:t>                              </a:t>
              </a:r>
              <a:r>
                <a:rPr lang="zh-CN" altLang="en-US" b="1" dirty="0">
                  <a:latin typeface="Arial Narrow" panose="020B0606020202030204" pitchFamily="34" charset="0"/>
                </a:rPr>
                <a:t>的距离为</a:t>
              </a:r>
              <a:r>
                <a:rPr lang="en-US" altLang="zh-CN" b="1" dirty="0">
                  <a:latin typeface="Arial Narrow" panose="020B0606020202030204" pitchFamily="34" charset="0"/>
                </a:rPr>
                <a:t>2km</a:t>
              </a:r>
              <a:r>
                <a:rPr lang="zh-CN" altLang="en-US" b="1" dirty="0">
                  <a:latin typeface="Arial Narrow" panose="020B0606020202030204" pitchFamily="34" charset="0"/>
                </a:rPr>
                <a:t>，信号传播速度是</a:t>
              </a:r>
              <a:r>
                <a:rPr lang="en-US" altLang="zh-CN" b="1" dirty="0">
                  <a:latin typeface="Arial Narrow" panose="020B0606020202030204" pitchFamily="34" charset="0"/>
                </a:rPr>
                <a:t>200 000km/s</a:t>
              </a:r>
              <a:r>
                <a:rPr lang="zh-CN" altLang="en-US" b="1" dirty="0">
                  <a:latin typeface="Arial Narrow" panose="020B0606020202030204" pitchFamily="34" charset="0"/>
                </a:rPr>
                <a:t>。请回答下列问题，要求说明理由或写出计算过程。</a:t>
              </a:r>
            </a:p>
          </p:txBody>
        </p:sp>
        <p:sp>
          <p:nvSpPr>
            <p:cNvPr id="19" name="íşlïḍè">
              <a:extLst>
                <a:ext uri="{FF2B5EF4-FFF2-40B4-BE49-F238E27FC236}">
                  <a16:creationId xmlns:a16="http://schemas.microsoft.com/office/drawing/2014/main" id="{C276852D-BE2C-4B24-BC1B-44E6732D7424}"/>
                </a:ext>
              </a:extLst>
            </p:cNvPr>
            <p:cNvSpPr txBox="1"/>
            <p:nvPr/>
          </p:nvSpPr>
          <p:spPr>
            <a:xfrm>
              <a:off x="933106" y="1940632"/>
              <a:ext cx="11209623" cy="725367"/>
            </a:xfrm>
            <a:prstGeom prst="rect">
              <a:avLst/>
            </a:prstGeom>
            <a:noFill/>
          </p:spPr>
          <p:txBody>
            <a:bodyPr wrap="square" lIns="91440" tIns="45720" rIns="91440" bIns="45720" anchor="ctr">
              <a:noAutofit/>
            </a:bodyPr>
            <a:lstStyle/>
            <a:p>
              <a:r>
                <a:rPr lang="zh-CN" altLang="en-US" b="1" dirty="0">
                  <a:latin typeface="Arial Narrow" panose="020B0606020202030204" pitchFamily="34" charset="0"/>
                </a:rPr>
                <a:t>（</a:t>
              </a:r>
              <a:r>
                <a:rPr lang="en-US" altLang="zh-CN" b="1" dirty="0">
                  <a:latin typeface="Arial Narrow" panose="020B0606020202030204" pitchFamily="34" charset="0"/>
                </a:rPr>
                <a:t>1</a:t>
              </a:r>
              <a:r>
                <a:rPr lang="zh-CN" altLang="en-US" b="1" dirty="0">
                  <a:latin typeface="Arial Narrow" panose="020B0606020202030204" pitchFamily="34" charset="0"/>
                </a:rPr>
                <a:t>）若主机甲和主机乙发送数据时发送冲突，则从开始发送数据时刻起，到两台主机均检测到冲突时刻止，最短需经过多长时间？最长需经过多长时间（假设主机甲和主机乙发送数据过程中，其他主机不发送数据）？</a:t>
              </a:r>
            </a:p>
          </p:txBody>
        </p:sp>
      </p:grpSp>
      <p:sp>
        <p:nvSpPr>
          <p:cNvPr id="20" name="íşlïḍè">
            <a:extLst>
              <a:ext uri="{FF2B5EF4-FFF2-40B4-BE49-F238E27FC236}">
                <a16:creationId xmlns:a16="http://schemas.microsoft.com/office/drawing/2014/main" id="{EC9E30EF-4B96-4C1E-89F4-45DFCC9DA7D7}"/>
              </a:ext>
            </a:extLst>
          </p:cNvPr>
          <p:cNvSpPr txBox="1"/>
          <p:nvPr/>
        </p:nvSpPr>
        <p:spPr>
          <a:xfrm>
            <a:off x="933106" y="2716181"/>
            <a:ext cx="716200" cy="313194"/>
          </a:xfrm>
          <a:prstGeom prst="rect">
            <a:avLst/>
          </a:prstGeom>
          <a:noFill/>
        </p:spPr>
        <p:txBody>
          <a:bodyPr wrap="square" lIns="91440" tIns="45720" rIns="91440" bIns="45720" anchor="ctr">
            <a:noAutofit/>
          </a:bodyPr>
          <a:lstStyle/>
          <a:p>
            <a:r>
              <a:rPr lang="zh-CN" altLang="en-US" b="1" dirty="0">
                <a:latin typeface="Arial Narrow" panose="020B0606020202030204" pitchFamily="34" charset="0"/>
              </a:rPr>
              <a:t>解析</a:t>
            </a:r>
          </a:p>
        </p:txBody>
      </p:sp>
      <p:grpSp>
        <p:nvGrpSpPr>
          <p:cNvPr id="26" name="组合 25">
            <a:extLst>
              <a:ext uri="{FF2B5EF4-FFF2-40B4-BE49-F238E27FC236}">
                <a16:creationId xmlns:a16="http://schemas.microsoft.com/office/drawing/2014/main" id="{EAD6C1B6-070D-47CB-A884-6E935767EC30}"/>
              </a:ext>
            </a:extLst>
          </p:cNvPr>
          <p:cNvGrpSpPr/>
          <p:nvPr/>
        </p:nvGrpSpPr>
        <p:grpSpPr>
          <a:xfrm>
            <a:off x="1649306" y="2965686"/>
            <a:ext cx="8632614" cy="1600322"/>
            <a:chOff x="1649306" y="2965686"/>
            <a:chExt cx="8632614" cy="1600322"/>
          </a:xfrm>
        </p:grpSpPr>
        <p:sp>
          <p:nvSpPr>
            <p:cNvPr id="9" name="矩形 8">
              <a:extLst>
                <a:ext uri="{FF2B5EF4-FFF2-40B4-BE49-F238E27FC236}">
                  <a16:creationId xmlns:a16="http://schemas.microsoft.com/office/drawing/2014/main" id="{61C52395-B0DF-4488-ABA0-ECC5FAAD75D9}"/>
                </a:ext>
              </a:extLst>
            </p:cNvPr>
            <p:cNvSpPr/>
            <p:nvPr/>
          </p:nvSpPr>
          <p:spPr>
            <a:xfrm>
              <a:off x="1649306" y="3687514"/>
              <a:ext cx="880534" cy="878494"/>
            </a:xfrm>
            <a:prstGeom prst="rect">
              <a:avLst/>
            </a:prstGeom>
          </p:spPr>
          <p:style>
            <a:lnRef idx="2">
              <a:schemeClr val="accent3">
                <a:shade val="50000"/>
              </a:schemeClr>
            </a:lnRef>
            <a:fillRef idx="1">
              <a:schemeClr val="accent3"/>
            </a:fillRef>
            <a:effectRef idx="0">
              <a:schemeClr val="accent3"/>
            </a:effectRef>
            <a:fontRef idx="minor">
              <a:schemeClr val="lt1"/>
            </a:fontRef>
          </p:style>
          <p:txBody>
            <a:bodyPr rtlCol="0" anchor="ctr"/>
            <a:lstStyle/>
            <a:p>
              <a:pPr algn="ctr"/>
              <a:r>
                <a:rPr lang="zh-CN" altLang="en-US" b="1" dirty="0"/>
                <a:t>主机甲</a:t>
              </a:r>
            </a:p>
          </p:txBody>
        </p:sp>
        <p:sp>
          <p:nvSpPr>
            <p:cNvPr id="21" name="矩形 20">
              <a:extLst>
                <a:ext uri="{FF2B5EF4-FFF2-40B4-BE49-F238E27FC236}">
                  <a16:creationId xmlns:a16="http://schemas.microsoft.com/office/drawing/2014/main" id="{19A2121A-898E-4EF4-82C7-972C1E8E422B}"/>
                </a:ext>
              </a:extLst>
            </p:cNvPr>
            <p:cNvSpPr/>
            <p:nvPr/>
          </p:nvSpPr>
          <p:spPr>
            <a:xfrm>
              <a:off x="9401386" y="3687514"/>
              <a:ext cx="880534" cy="878494"/>
            </a:xfrm>
            <a:prstGeom prst="rect">
              <a:avLst/>
            </a:prstGeom>
          </p:spPr>
          <p:style>
            <a:lnRef idx="2">
              <a:schemeClr val="accent3">
                <a:shade val="50000"/>
              </a:schemeClr>
            </a:lnRef>
            <a:fillRef idx="1">
              <a:schemeClr val="accent3"/>
            </a:fillRef>
            <a:effectRef idx="0">
              <a:schemeClr val="accent3"/>
            </a:effectRef>
            <a:fontRef idx="minor">
              <a:schemeClr val="lt1"/>
            </a:fontRef>
          </p:style>
          <p:txBody>
            <a:bodyPr rtlCol="0" anchor="ctr"/>
            <a:lstStyle/>
            <a:p>
              <a:pPr algn="ctr"/>
              <a:r>
                <a:rPr lang="zh-CN" altLang="en-US" b="1" dirty="0"/>
                <a:t>主机乙</a:t>
              </a:r>
            </a:p>
          </p:txBody>
        </p:sp>
        <p:cxnSp>
          <p:nvCxnSpPr>
            <p:cNvPr id="11" name="直接连接符 10">
              <a:extLst>
                <a:ext uri="{FF2B5EF4-FFF2-40B4-BE49-F238E27FC236}">
                  <a16:creationId xmlns:a16="http://schemas.microsoft.com/office/drawing/2014/main" id="{FC71DADE-3B4B-48D2-8A92-0B8C13F0E440}"/>
                </a:ext>
              </a:extLst>
            </p:cNvPr>
            <p:cNvCxnSpPr>
              <a:stCxn id="9" idx="3"/>
              <a:endCxn id="21" idx="1"/>
            </p:cNvCxnSpPr>
            <p:nvPr/>
          </p:nvCxnSpPr>
          <p:spPr>
            <a:xfrm>
              <a:off x="2529840" y="4126761"/>
              <a:ext cx="6871546" cy="0"/>
            </a:xfrm>
            <a:prstGeom prst="line">
              <a:avLst/>
            </a:prstGeom>
            <a:ln w="762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2" name="直接连接符 21">
              <a:extLst>
                <a:ext uri="{FF2B5EF4-FFF2-40B4-BE49-F238E27FC236}">
                  <a16:creationId xmlns:a16="http://schemas.microsoft.com/office/drawing/2014/main" id="{BC3495F6-4C90-405D-9E2B-1B7AE38B9ED0}"/>
                </a:ext>
              </a:extLst>
            </p:cNvPr>
            <p:cNvCxnSpPr>
              <a:cxnSpLocks/>
            </p:cNvCxnSpPr>
            <p:nvPr/>
          </p:nvCxnSpPr>
          <p:spPr>
            <a:xfrm flipV="1">
              <a:off x="2529840" y="2965686"/>
              <a:ext cx="0" cy="874929"/>
            </a:xfrm>
            <a:prstGeom prst="line">
              <a:avLst/>
            </a:prstGeom>
            <a:ln w="12700">
              <a:solidFill>
                <a:schemeClr val="tx1"/>
              </a:solidFill>
              <a:prstDash val="dash"/>
            </a:ln>
          </p:spPr>
          <p:style>
            <a:lnRef idx="1">
              <a:schemeClr val="accent1"/>
            </a:lnRef>
            <a:fillRef idx="0">
              <a:schemeClr val="accent1"/>
            </a:fillRef>
            <a:effectRef idx="0">
              <a:schemeClr val="accent1"/>
            </a:effectRef>
            <a:fontRef idx="minor">
              <a:schemeClr val="tx1"/>
            </a:fontRef>
          </p:style>
        </p:cxnSp>
        <p:cxnSp>
          <p:nvCxnSpPr>
            <p:cNvPr id="25" name="直接连接符 24">
              <a:extLst>
                <a:ext uri="{FF2B5EF4-FFF2-40B4-BE49-F238E27FC236}">
                  <a16:creationId xmlns:a16="http://schemas.microsoft.com/office/drawing/2014/main" id="{D027E3E9-5C12-475A-BDD2-D7386B218720}"/>
                </a:ext>
              </a:extLst>
            </p:cNvPr>
            <p:cNvCxnSpPr>
              <a:cxnSpLocks/>
            </p:cNvCxnSpPr>
            <p:nvPr/>
          </p:nvCxnSpPr>
          <p:spPr>
            <a:xfrm flipV="1">
              <a:off x="9401386" y="2965686"/>
              <a:ext cx="0" cy="874929"/>
            </a:xfrm>
            <a:prstGeom prst="line">
              <a:avLst/>
            </a:prstGeom>
            <a:ln w="12700">
              <a:solidFill>
                <a:schemeClr val="tx1"/>
              </a:solidFill>
              <a:prstDash val="dash"/>
            </a:ln>
          </p:spPr>
          <p:style>
            <a:lnRef idx="1">
              <a:schemeClr val="accent1"/>
            </a:lnRef>
            <a:fillRef idx="0">
              <a:schemeClr val="accent1"/>
            </a:fillRef>
            <a:effectRef idx="0">
              <a:schemeClr val="accent1"/>
            </a:effectRef>
            <a:fontRef idx="minor">
              <a:schemeClr val="tx1"/>
            </a:fontRef>
          </p:style>
        </p:cxnSp>
        <p:cxnSp>
          <p:nvCxnSpPr>
            <p:cNvPr id="24" name="直接箭头连接符 23">
              <a:extLst>
                <a:ext uri="{FF2B5EF4-FFF2-40B4-BE49-F238E27FC236}">
                  <a16:creationId xmlns:a16="http://schemas.microsoft.com/office/drawing/2014/main" id="{F9D2CA04-9B0E-48ED-92B6-46717002EC15}"/>
                </a:ext>
              </a:extLst>
            </p:cNvPr>
            <p:cNvCxnSpPr/>
            <p:nvPr/>
          </p:nvCxnSpPr>
          <p:spPr>
            <a:xfrm>
              <a:off x="2529840" y="3244427"/>
              <a:ext cx="6871546" cy="0"/>
            </a:xfrm>
            <a:prstGeom prst="straightConnector1">
              <a:avLst/>
            </a:prstGeom>
            <a:ln w="12700">
              <a:solidFill>
                <a:schemeClr val="tx1"/>
              </a:solidFill>
              <a:headEnd type="triangle"/>
              <a:tailEnd type="triangle"/>
            </a:ln>
          </p:spPr>
          <p:style>
            <a:lnRef idx="1">
              <a:schemeClr val="accent1"/>
            </a:lnRef>
            <a:fillRef idx="0">
              <a:schemeClr val="accent1"/>
            </a:fillRef>
            <a:effectRef idx="0">
              <a:schemeClr val="accent1"/>
            </a:effectRef>
            <a:fontRef idx="minor">
              <a:schemeClr val="tx1"/>
            </a:fontRef>
          </p:style>
        </p:cxnSp>
        <p:sp>
          <p:nvSpPr>
            <p:cNvPr id="28" name="íşlïḍè">
              <a:extLst>
                <a:ext uri="{FF2B5EF4-FFF2-40B4-BE49-F238E27FC236}">
                  <a16:creationId xmlns:a16="http://schemas.microsoft.com/office/drawing/2014/main" id="{637E184D-0AA1-44F2-8667-15C9F189FA79}"/>
                </a:ext>
              </a:extLst>
            </p:cNvPr>
            <p:cNvSpPr txBox="1"/>
            <p:nvPr/>
          </p:nvSpPr>
          <p:spPr>
            <a:xfrm>
              <a:off x="5634606" y="3088642"/>
              <a:ext cx="662014" cy="313194"/>
            </a:xfrm>
            <a:prstGeom prst="rect">
              <a:avLst/>
            </a:prstGeom>
            <a:solidFill>
              <a:schemeClr val="bg1"/>
            </a:solidFill>
          </p:spPr>
          <p:txBody>
            <a:bodyPr wrap="square" lIns="91440" tIns="45720" rIns="91440" bIns="45720" anchor="ctr">
              <a:noAutofit/>
            </a:bodyPr>
            <a:lstStyle/>
            <a:p>
              <a:pPr algn="ctr"/>
              <a:r>
                <a:rPr lang="en-US" altLang="zh-CN" b="1" dirty="0">
                  <a:latin typeface="Arial Narrow" panose="020B0606020202030204" pitchFamily="34" charset="0"/>
                </a:rPr>
                <a:t>2km</a:t>
              </a:r>
              <a:endParaRPr lang="zh-CN" altLang="en-US" b="1" dirty="0">
                <a:latin typeface="Arial Narrow" panose="020B0606020202030204" pitchFamily="34" charset="0"/>
              </a:endParaRPr>
            </a:p>
          </p:txBody>
        </p:sp>
      </p:grpSp>
      <p:cxnSp>
        <p:nvCxnSpPr>
          <p:cNvPr id="7" name="直接箭头连接符 6">
            <a:extLst>
              <a:ext uri="{FF2B5EF4-FFF2-40B4-BE49-F238E27FC236}">
                <a16:creationId xmlns:a16="http://schemas.microsoft.com/office/drawing/2014/main" id="{A62F6BDF-8BE0-4DFB-8AD2-4BD6D32E69C3}"/>
              </a:ext>
            </a:extLst>
          </p:cNvPr>
          <p:cNvCxnSpPr>
            <a:cxnSpLocks/>
          </p:cNvCxnSpPr>
          <p:nvPr/>
        </p:nvCxnSpPr>
        <p:spPr>
          <a:xfrm>
            <a:off x="2529840" y="3840615"/>
            <a:ext cx="6429964" cy="0"/>
          </a:xfrm>
          <a:prstGeom prst="straightConnector1">
            <a:avLst/>
          </a:prstGeom>
          <a:ln w="76200">
            <a:solidFill>
              <a:schemeClr val="accent3"/>
            </a:solidFill>
            <a:tailEnd type="triangle" w="med" len="lg"/>
          </a:ln>
        </p:spPr>
        <p:style>
          <a:lnRef idx="1">
            <a:schemeClr val="accent1"/>
          </a:lnRef>
          <a:fillRef idx="0">
            <a:schemeClr val="accent1"/>
          </a:fillRef>
          <a:effectRef idx="0">
            <a:schemeClr val="accent1"/>
          </a:effectRef>
          <a:fontRef idx="minor">
            <a:schemeClr val="tx1"/>
          </a:fontRef>
        </p:style>
      </p:cxnSp>
      <p:cxnSp>
        <p:nvCxnSpPr>
          <p:cNvPr id="23" name="直接箭头连接符 22">
            <a:extLst>
              <a:ext uri="{FF2B5EF4-FFF2-40B4-BE49-F238E27FC236}">
                <a16:creationId xmlns:a16="http://schemas.microsoft.com/office/drawing/2014/main" id="{785DD98F-D87D-44FA-8266-FC9103422AA0}"/>
              </a:ext>
            </a:extLst>
          </p:cNvPr>
          <p:cNvCxnSpPr>
            <a:cxnSpLocks/>
          </p:cNvCxnSpPr>
          <p:nvPr/>
        </p:nvCxnSpPr>
        <p:spPr>
          <a:xfrm flipH="1">
            <a:off x="8959804" y="3840615"/>
            <a:ext cx="441582" cy="0"/>
          </a:xfrm>
          <a:prstGeom prst="straightConnector1">
            <a:avLst/>
          </a:prstGeom>
          <a:ln w="76200">
            <a:solidFill>
              <a:schemeClr val="accent3"/>
            </a:solidFill>
            <a:tailEnd type="triangle" w="med" len="lg"/>
          </a:ln>
        </p:spPr>
        <p:style>
          <a:lnRef idx="1">
            <a:schemeClr val="accent1"/>
          </a:lnRef>
          <a:fillRef idx="0">
            <a:schemeClr val="accent1"/>
          </a:fillRef>
          <a:effectRef idx="0">
            <a:schemeClr val="accent1"/>
          </a:effectRef>
          <a:fontRef idx="minor">
            <a:schemeClr val="tx1"/>
          </a:fontRef>
        </p:style>
      </p:cxnSp>
      <p:cxnSp>
        <p:nvCxnSpPr>
          <p:cNvPr id="27" name="直接箭头连接符 26">
            <a:extLst>
              <a:ext uri="{FF2B5EF4-FFF2-40B4-BE49-F238E27FC236}">
                <a16:creationId xmlns:a16="http://schemas.microsoft.com/office/drawing/2014/main" id="{CCE18616-6889-4F47-8FD4-D5D7F91F278F}"/>
              </a:ext>
            </a:extLst>
          </p:cNvPr>
          <p:cNvCxnSpPr>
            <a:cxnSpLocks/>
          </p:cNvCxnSpPr>
          <p:nvPr/>
        </p:nvCxnSpPr>
        <p:spPr>
          <a:xfrm flipH="1">
            <a:off x="2529840" y="4338455"/>
            <a:ext cx="6351023" cy="0"/>
          </a:xfrm>
          <a:prstGeom prst="straightConnector1">
            <a:avLst/>
          </a:prstGeom>
          <a:ln w="76200">
            <a:solidFill>
              <a:schemeClr val="accent1">
                <a:lumMod val="75000"/>
              </a:schemeClr>
            </a:solidFill>
            <a:tailEnd type="triangle" w="med" len="lg"/>
          </a:ln>
        </p:spPr>
        <p:style>
          <a:lnRef idx="1">
            <a:schemeClr val="accent1"/>
          </a:lnRef>
          <a:fillRef idx="0">
            <a:schemeClr val="accent1"/>
          </a:fillRef>
          <a:effectRef idx="0">
            <a:schemeClr val="accent1"/>
          </a:effectRef>
          <a:fontRef idx="minor">
            <a:schemeClr val="tx1"/>
          </a:fontRef>
        </p:style>
      </p:cxnSp>
      <p:cxnSp>
        <p:nvCxnSpPr>
          <p:cNvPr id="29" name="直接箭头连接符 28">
            <a:extLst>
              <a:ext uri="{FF2B5EF4-FFF2-40B4-BE49-F238E27FC236}">
                <a16:creationId xmlns:a16="http://schemas.microsoft.com/office/drawing/2014/main" id="{5DBA0F73-0F0E-450B-978E-20F24C09F8A3}"/>
              </a:ext>
            </a:extLst>
          </p:cNvPr>
          <p:cNvCxnSpPr>
            <a:cxnSpLocks/>
          </p:cNvCxnSpPr>
          <p:nvPr/>
        </p:nvCxnSpPr>
        <p:spPr>
          <a:xfrm>
            <a:off x="8880863" y="4338455"/>
            <a:ext cx="520523" cy="0"/>
          </a:xfrm>
          <a:prstGeom prst="straightConnector1">
            <a:avLst/>
          </a:prstGeom>
          <a:ln w="76200">
            <a:solidFill>
              <a:schemeClr val="accent1">
                <a:lumMod val="75000"/>
              </a:schemeClr>
            </a:solidFill>
            <a:tailEnd type="triangle" w="med" len="lg"/>
          </a:ln>
        </p:spPr>
        <p:style>
          <a:lnRef idx="1">
            <a:schemeClr val="accent1"/>
          </a:lnRef>
          <a:fillRef idx="0">
            <a:schemeClr val="accent1"/>
          </a:fillRef>
          <a:effectRef idx="0">
            <a:schemeClr val="accent1"/>
          </a:effectRef>
          <a:fontRef idx="minor">
            <a:schemeClr val="tx1"/>
          </a:fontRef>
        </p:style>
      </p:cxnSp>
      <p:grpSp>
        <p:nvGrpSpPr>
          <p:cNvPr id="30" name="组合 29">
            <a:extLst>
              <a:ext uri="{FF2B5EF4-FFF2-40B4-BE49-F238E27FC236}">
                <a16:creationId xmlns:a16="http://schemas.microsoft.com/office/drawing/2014/main" id="{081F0517-735B-4E15-AC05-18C2D223257A}"/>
              </a:ext>
            </a:extLst>
          </p:cNvPr>
          <p:cNvGrpSpPr/>
          <p:nvPr/>
        </p:nvGrpSpPr>
        <p:grpSpPr>
          <a:xfrm>
            <a:off x="8579600" y="3316493"/>
            <a:ext cx="820470" cy="820470"/>
            <a:chOff x="9290558" y="4054613"/>
            <a:chExt cx="820470" cy="820470"/>
          </a:xfrm>
        </p:grpSpPr>
        <p:sp>
          <p:nvSpPr>
            <p:cNvPr id="31" name="爆炸形: 8 pt  30">
              <a:extLst>
                <a:ext uri="{FF2B5EF4-FFF2-40B4-BE49-F238E27FC236}">
                  <a16:creationId xmlns:a16="http://schemas.microsoft.com/office/drawing/2014/main" id="{C39D0C7C-F460-487E-A3F6-9F02F58EF240}"/>
                </a:ext>
              </a:extLst>
            </p:cNvPr>
            <p:cNvSpPr/>
            <p:nvPr/>
          </p:nvSpPr>
          <p:spPr>
            <a:xfrm>
              <a:off x="9290558" y="4054613"/>
              <a:ext cx="820470" cy="820470"/>
            </a:xfrm>
            <a:prstGeom prst="irregularSeal1">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sz="2000" b="1" dirty="0"/>
            </a:p>
          </p:txBody>
        </p:sp>
        <p:sp>
          <p:nvSpPr>
            <p:cNvPr id="32" name="文本框 31">
              <a:extLst>
                <a:ext uri="{FF2B5EF4-FFF2-40B4-BE49-F238E27FC236}">
                  <a16:creationId xmlns:a16="http://schemas.microsoft.com/office/drawing/2014/main" id="{A4D02AA3-9E06-4489-A8F4-4DE4C43FB356}"/>
                </a:ext>
              </a:extLst>
            </p:cNvPr>
            <p:cNvSpPr txBox="1"/>
            <p:nvPr/>
          </p:nvSpPr>
          <p:spPr>
            <a:xfrm>
              <a:off x="9290558" y="4250289"/>
              <a:ext cx="777741" cy="369332"/>
            </a:xfrm>
            <a:prstGeom prst="rect">
              <a:avLst/>
            </a:prstGeom>
            <a:noFill/>
          </p:spPr>
          <p:txBody>
            <a:bodyPr wrap="square" rtlCol="0">
              <a:spAutoFit/>
            </a:bodyPr>
            <a:lstStyle/>
            <a:p>
              <a:pPr algn="ctr"/>
              <a:r>
                <a:rPr lang="zh-CN" altLang="en-US" b="1" dirty="0">
                  <a:solidFill>
                    <a:schemeClr val="bg1"/>
                  </a:solidFill>
                </a:rPr>
                <a:t>碰撞</a:t>
              </a:r>
            </a:p>
          </p:txBody>
        </p:sp>
      </p:grpSp>
      <p:sp>
        <p:nvSpPr>
          <p:cNvPr id="33" name="íşlïḍè">
            <a:extLst>
              <a:ext uri="{FF2B5EF4-FFF2-40B4-BE49-F238E27FC236}">
                <a16:creationId xmlns:a16="http://schemas.microsoft.com/office/drawing/2014/main" id="{82523758-5D35-438A-B878-9385C88D5B8A}"/>
              </a:ext>
            </a:extLst>
          </p:cNvPr>
          <p:cNvSpPr txBox="1"/>
          <p:nvPr/>
        </p:nvSpPr>
        <p:spPr>
          <a:xfrm>
            <a:off x="5367357" y="4432376"/>
            <a:ext cx="1105072" cy="313194"/>
          </a:xfrm>
          <a:prstGeom prst="rect">
            <a:avLst/>
          </a:prstGeom>
          <a:noFill/>
        </p:spPr>
        <p:txBody>
          <a:bodyPr wrap="square" lIns="91440" tIns="45720" rIns="91440" bIns="45720" anchor="ctr">
            <a:noAutofit/>
          </a:bodyPr>
          <a:lstStyle/>
          <a:p>
            <a:pPr algn="ctr"/>
            <a:r>
              <a:rPr lang="zh-CN" altLang="en-US" b="1" dirty="0">
                <a:solidFill>
                  <a:schemeClr val="accent1">
                    <a:lumMod val="75000"/>
                  </a:schemeClr>
                </a:solidFill>
                <a:latin typeface="Arial Narrow" panose="020B0606020202030204" pitchFamily="34" charset="0"/>
              </a:rPr>
              <a:t>碰撞信号</a:t>
            </a:r>
          </a:p>
        </p:txBody>
      </p:sp>
      <mc:AlternateContent xmlns:mc="http://schemas.openxmlformats.org/markup-compatibility/2006" xmlns:a14="http://schemas.microsoft.com/office/drawing/2010/main">
        <mc:Choice Requires="a14">
          <p:sp>
            <p:nvSpPr>
              <p:cNvPr id="34" name="íşlïḍè">
                <a:extLst>
                  <a:ext uri="{FF2B5EF4-FFF2-40B4-BE49-F238E27FC236}">
                    <a16:creationId xmlns:a16="http://schemas.microsoft.com/office/drawing/2014/main" id="{B19724FE-3AE3-4759-8B8B-BCAD33D9DBEB}"/>
                  </a:ext>
                </a:extLst>
              </p:cNvPr>
              <p:cNvSpPr txBox="1"/>
              <p:nvPr/>
            </p:nvSpPr>
            <p:spPr>
              <a:xfrm>
                <a:off x="2529839" y="4950183"/>
                <a:ext cx="6962817" cy="313194"/>
              </a:xfrm>
              <a:prstGeom prst="rect">
                <a:avLst/>
              </a:prstGeom>
              <a:noFill/>
            </p:spPr>
            <p:txBody>
              <a:bodyPr wrap="square" lIns="91440" tIns="45720" rIns="91440" bIns="45720" anchor="ctr">
                <a:noAutofit/>
              </a:bodyPr>
              <a:lstStyle/>
              <a:p>
                <a:r>
                  <a:rPr lang="zh-CN" altLang="en-US" b="1" dirty="0">
                    <a:latin typeface="Arial Narrow" panose="020B0606020202030204" pitchFamily="34" charset="0"/>
                  </a:rPr>
                  <a:t>最短需要经过的时长：两主机之间信号的单程传播时延，记为</a:t>
                </a:r>
                <a14:m>
                  <m:oMath xmlns:m="http://schemas.openxmlformats.org/officeDocument/2006/math">
                    <m:r>
                      <a:rPr lang="el-GR" altLang="zh-CN" sz="2400" b="1" i="1" dirty="0" smtClean="0">
                        <a:latin typeface="Cambria Math" panose="02040503050406030204" pitchFamily="18" charset="0"/>
                      </a:rPr>
                      <m:t>𝝉</m:t>
                    </m:r>
                    <m:r>
                      <a:rPr lang="zh-CN" altLang="en-US" sz="2400" b="1" i="1" dirty="0">
                        <a:latin typeface="Cambria Math" panose="02040503050406030204" pitchFamily="18" charset="0"/>
                      </a:rPr>
                      <m:t>。</m:t>
                    </m:r>
                  </m:oMath>
                </a14:m>
                <a:endParaRPr lang="zh-CN" altLang="en-US" b="1" dirty="0">
                  <a:latin typeface="Arial Narrow" panose="020B0606020202030204" pitchFamily="34" charset="0"/>
                </a:endParaRPr>
              </a:p>
            </p:txBody>
          </p:sp>
        </mc:Choice>
        <mc:Fallback xmlns="">
          <p:sp>
            <p:nvSpPr>
              <p:cNvPr id="34" name="íşlïḍè">
                <a:extLst>
                  <a:ext uri="{FF2B5EF4-FFF2-40B4-BE49-F238E27FC236}">
                    <a16:creationId xmlns:a16="http://schemas.microsoft.com/office/drawing/2014/main" id="{B19724FE-3AE3-4759-8B8B-BCAD33D9DBEB}"/>
                  </a:ext>
                </a:extLst>
              </p:cNvPr>
              <p:cNvSpPr txBox="1">
                <a:spLocks noRot="1" noChangeAspect="1" noMove="1" noResize="1" noEditPoints="1" noAdjustHandles="1" noChangeArrowheads="1" noChangeShapeType="1" noTextEdit="1"/>
              </p:cNvSpPr>
              <p:nvPr/>
            </p:nvSpPr>
            <p:spPr>
              <a:xfrm>
                <a:off x="2529839" y="4950183"/>
                <a:ext cx="6962817" cy="313194"/>
              </a:xfrm>
              <a:prstGeom prst="rect">
                <a:avLst/>
              </a:prstGeom>
              <a:blipFill>
                <a:blip r:embed="rId3"/>
                <a:stretch>
                  <a:fillRect l="-701" t="-7843" b="-50980"/>
                </a:stretch>
              </a:blipFill>
            </p:spPr>
            <p:txBody>
              <a:bodyPr/>
              <a:lstStyle/>
              <a:p>
                <a:r>
                  <a:rPr lang="zh-CN" altLang="en-US">
                    <a:noFill/>
                  </a:rPr>
                  <a:t> </a:t>
                </a:r>
              </a:p>
            </p:txBody>
          </p:sp>
        </mc:Fallback>
      </mc:AlternateContent>
      <mc:AlternateContent xmlns:mc="http://schemas.openxmlformats.org/markup-compatibility/2006" xmlns:a14="http://schemas.microsoft.com/office/drawing/2010/main">
        <mc:Choice Requires="a14">
          <p:sp>
            <p:nvSpPr>
              <p:cNvPr id="35" name="íşlïḍè">
                <a:extLst>
                  <a:ext uri="{FF2B5EF4-FFF2-40B4-BE49-F238E27FC236}">
                    <a16:creationId xmlns:a16="http://schemas.microsoft.com/office/drawing/2014/main" id="{2112AB3B-35DE-4EE5-A40A-DAE4D1B79D38}"/>
                  </a:ext>
                </a:extLst>
              </p:cNvPr>
              <p:cNvSpPr txBox="1"/>
              <p:nvPr/>
            </p:nvSpPr>
            <p:spPr>
              <a:xfrm>
                <a:off x="2529839" y="5334358"/>
                <a:ext cx="7357522" cy="313194"/>
              </a:xfrm>
              <a:prstGeom prst="rect">
                <a:avLst/>
              </a:prstGeom>
              <a:noFill/>
            </p:spPr>
            <p:txBody>
              <a:bodyPr wrap="square" lIns="91440" tIns="45720" rIns="91440" bIns="45720" anchor="ctr">
                <a:noAutofit/>
              </a:bodyPr>
              <a:lstStyle/>
              <a:p>
                <a:r>
                  <a:rPr lang="zh-CN" altLang="en-US" b="1" dirty="0">
                    <a:latin typeface="Arial Narrow" panose="020B0606020202030204" pitchFamily="34" charset="0"/>
                  </a:rPr>
                  <a:t>最长需要经过的时长：两主机之间信号的往返传播时延，记为</a:t>
                </a:r>
                <a14:m>
                  <m:oMath xmlns:m="http://schemas.openxmlformats.org/officeDocument/2006/math">
                    <m:r>
                      <a:rPr lang="en-US" altLang="zh-CN" sz="2400" b="1" i="0" dirty="0" smtClean="0">
                        <a:latin typeface="Cambria Math" panose="02040503050406030204" pitchFamily="18" charset="0"/>
                      </a:rPr>
                      <m:t>𝟐</m:t>
                    </m:r>
                    <m:r>
                      <a:rPr lang="el-GR" altLang="zh-CN" sz="2400" b="1" i="1" dirty="0" smtClean="0">
                        <a:latin typeface="Cambria Math" panose="02040503050406030204" pitchFamily="18" charset="0"/>
                      </a:rPr>
                      <m:t>𝝉</m:t>
                    </m:r>
                    <m:r>
                      <a:rPr lang="zh-CN" altLang="en-US" sz="2400" b="1" i="1" dirty="0">
                        <a:latin typeface="Cambria Math" panose="02040503050406030204" pitchFamily="18" charset="0"/>
                      </a:rPr>
                      <m:t>。</m:t>
                    </m:r>
                  </m:oMath>
                </a14:m>
                <a:endParaRPr lang="zh-CN" altLang="en-US" b="1" dirty="0">
                  <a:latin typeface="Arial Narrow" panose="020B0606020202030204" pitchFamily="34" charset="0"/>
                </a:endParaRPr>
              </a:p>
            </p:txBody>
          </p:sp>
        </mc:Choice>
        <mc:Fallback xmlns="">
          <p:sp>
            <p:nvSpPr>
              <p:cNvPr id="35" name="íşlïḍè">
                <a:extLst>
                  <a:ext uri="{FF2B5EF4-FFF2-40B4-BE49-F238E27FC236}">
                    <a16:creationId xmlns:a16="http://schemas.microsoft.com/office/drawing/2014/main" id="{2112AB3B-35DE-4EE5-A40A-DAE4D1B79D38}"/>
                  </a:ext>
                </a:extLst>
              </p:cNvPr>
              <p:cNvSpPr txBox="1">
                <a:spLocks noRot="1" noChangeAspect="1" noMove="1" noResize="1" noEditPoints="1" noAdjustHandles="1" noChangeArrowheads="1" noChangeShapeType="1" noTextEdit="1"/>
              </p:cNvSpPr>
              <p:nvPr/>
            </p:nvSpPr>
            <p:spPr>
              <a:xfrm>
                <a:off x="2529839" y="5334358"/>
                <a:ext cx="7357522" cy="313194"/>
              </a:xfrm>
              <a:prstGeom prst="rect">
                <a:avLst/>
              </a:prstGeom>
              <a:blipFill>
                <a:blip r:embed="rId4"/>
                <a:stretch>
                  <a:fillRect l="-663" t="-7843" b="-50980"/>
                </a:stretch>
              </a:blipFill>
            </p:spPr>
            <p:txBody>
              <a:bodyPr/>
              <a:lstStyle/>
              <a:p>
                <a:r>
                  <a:rPr lang="zh-CN" altLang="en-US">
                    <a:noFill/>
                  </a:rPr>
                  <a:t> </a:t>
                </a:r>
              </a:p>
            </p:txBody>
          </p:sp>
        </mc:Fallback>
      </mc:AlternateContent>
      <mc:AlternateContent xmlns:mc="http://schemas.openxmlformats.org/markup-compatibility/2006" xmlns:a14="http://schemas.microsoft.com/office/drawing/2010/main">
        <mc:Choice Requires="a14">
          <p:sp>
            <p:nvSpPr>
              <p:cNvPr id="36" name="íşlïḍè">
                <a:extLst>
                  <a:ext uri="{FF2B5EF4-FFF2-40B4-BE49-F238E27FC236}">
                    <a16:creationId xmlns:a16="http://schemas.microsoft.com/office/drawing/2014/main" id="{45F40BD0-910B-4C8D-A1D2-48CC63D7724E}"/>
                  </a:ext>
                </a:extLst>
              </p:cNvPr>
              <p:cNvSpPr txBox="1"/>
              <p:nvPr/>
            </p:nvSpPr>
            <p:spPr>
              <a:xfrm>
                <a:off x="2424586" y="5658766"/>
                <a:ext cx="7357522" cy="797307"/>
              </a:xfrm>
              <a:prstGeom prst="rect">
                <a:avLst/>
              </a:prstGeom>
              <a:noFill/>
            </p:spPr>
            <p:txBody>
              <a:bodyPr wrap="square" lIns="91440" tIns="45720" rIns="91440" bIns="45720" anchor="ctr">
                <a:noAutofit/>
              </a:bodyPr>
              <a:lstStyle/>
              <a:p>
                <a:pPr/>
                <a14:m>
                  <m:oMathPara xmlns:m="http://schemas.openxmlformats.org/officeDocument/2006/math">
                    <m:oMathParaPr>
                      <m:jc m:val="centerGroup"/>
                    </m:oMathParaPr>
                    <m:oMath xmlns:m="http://schemas.openxmlformats.org/officeDocument/2006/math">
                      <m:r>
                        <a:rPr lang="el-GR" altLang="zh-CN" sz="2400" b="1" i="1" dirty="0" smtClean="0">
                          <a:latin typeface="Cambria Math" panose="02040503050406030204" pitchFamily="18" charset="0"/>
                        </a:rPr>
                        <m:t>𝝉</m:t>
                      </m:r>
                      <m:r>
                        <a:rPr lang="el-GR" altLang="zh-CN" sz="2400" b="1" i="1" dirty="0" smtClean="0">
                          <a:latin typeface="Cambria Math" panose="02040503050406030204" pitchFamily="18" charset="0"/>
                          <a:ea typeface="Cambria Math" panose="02040503050406030204" pitchFamily="18" charset="0"/>
                        </a:rPr>
                        <m:t>=</m:t>
                      </m:r>
                      <m:f>
                        <m:fPr>
                          <m:ctrlPr>
                            <a:rPr lang="el-GR" altLang="zh-CN" sz="2400" b="1" i="1" dirty="0" smtClean="0">
                              <a:latin typeface="Cambria Math" panose="02040503050406030204" pitchFamily="18" charset="0"/>
                              <a:ea typeface="Cambria Math" panose="02040503050406030204" pitchFamily="18" charset="0"/>
                            </a:rPr>
                          </m:ctrlPr>
                        </m:fPr>
                        <m:num>
                          <m:r>
                            <a:rPr lang="en-US" altLang="zh-CN" sz="2400" b="1" i="1" dirty="0" smtClean="0">
                              <a:latin typeface="Cambria Math" panose="02040503050406030204" pitchFamily="18" charset="0"/>
                              <a:ea typeface="Cambria Math" panose="02040503050406030204" pitchFamily="18" charset="0"/>
                            </a:rPr>
                            <m:t>𝟐</m:t>
                          </m:r>
                          <m:r>
                            <a:rPr lang="en-US" altLang="zh-CN" sz="2400" b="1" i="1" dirty="0" smtClean="0">
                              <a:latin typeface="Cambria Math" panose="02040503050406030204" pitchFamily="18" charset="0"/>
                              <a:ea typeface="Cambria Math" panose="02040503050406030204" pitchFamily="18" charset="0"/>
                            </a:rPr>
                            <m:t>𝒌𝒎</m:t>
                          </m:r>
                        </m:num>
                        <m:den>
                          <m:r>
                            <a:rPr lang="en-US" altLang="zh-CN" sz="2400" b="1" i="1" dirty="0" smtClean="0">
                              <a:latin typeface="Cambria Math" panose="02040503050406030204" pitchFamily="18" charset="0"/>
                              <a:ea typeface="Cambria Math" panose="02040503050406030204" pitchFamily="18" charset="0"/>
                            </a:rPr>
                            <m:t>𝟐𝟎𝟎𝟎𝟎𝟎</m:t>
                          </m:r>
                          <m:r>
                            <a:rPr lang="en-US" altLang="zh-CN" sz="2400" b="1" i="1" dirty="0" smtClean="0">
                              <a:latin typeface="Cambria Math" panose="02040503050406030204" pitchFamily="18" charset="0"/>
                              <a:ea typeface="Cambria Math" panose="02040503050406030204" pitchFamily="18" charset="0"/>
                            </a:rPr>
                            <m:t>𝒌𝒎</m:t>
                          </m:r>
                          <m:r>
                            <a:rPr lang="en-US" altLang="zh-CN" sz="2400" b="1" i="1" dirty="0" smtClean="0">
                              <a:latin typeface="Cambria Math" panose="02040503050406030204" pitchFamily="18" charset="0"/>
                              <a:ea typeface="Cambria Math" panose="02040503050406030204" pitchFamily="18" charset="0"/>
                            </a:rPr>
                            <m:t>/</m:t>
                          </m:r>
                          <m:r>
                            <a:rPr lang="en-US" altLang="zh-CN" sz="2400" b="1" i="1" dirty="0" smtClean="0">
                              <a:latin typeface="Cambria Math" panose="02040503050406030204" pitchFamily="18" charset="0"/>
                              <a:ea typeface="Cambria Math" panose="02040503050406030204" pitchFamily="18" charset="0"/>
                            </a:rPr>
                            <m:t>𝒔</m:t>
                          </m:r>
                        </m:den>
                      </m:f>
                      <m:r>
                        <a:rPr lang="en-US" altLang="zh-CN" sz="2400" b="1" i="1" dirty="0" smtClean="0">
                          <a:latin typeface="Cambria Math" panose="02040503050406030204" pitchFamily="18" charset="0"/>
                          <a:ea typeface="Cambria Math" panose="02040503050406030204" pitchFamily="18" charset="0"/>
                        </a:rPr>
                        <m:t>=</m:t>
                      </m:r>
                      <m:sSup>
                        <m:sSupPr>
                          <m:ctrlPr>
                            <a:rPr lang="en-US" altLang="zh-CN" sz="2400" b="1" i="1" dirty="0" smtClean="0">
                              <a:latin typeface="Cambria Math" panose="02040503050406030204" pitchFamily="18" charset="0"/>
                              <a:ea typeface="Cambria Math" panose="02040503050406030204" pitchFamily="18" charset="0"/>
                            </a:rPr>
                          </m:ctrlPr>
                        </m:sSupPr>
                        <m:e>
                          <m:r>
                            <a:rPr lang="en-US" altLang="zh-CN" sz="2400" b="1" i="1" dirty="0" smtClean="0">
                              <a:latin typeface="Cambria Math" panose="02040503050406030204" pitchFamily="18" charset="0"/>
                              <a:ea typeface="Cambria Math" panose="02040503050406030204" pitchFamily="18" charset="0"/>
                            </a:rPr>
                            <m:t>𝟏𝟎</m:t>
                          </m:r>
                        </m:e>
                        <m:sup>
                          <m:r>
                            <a:rPr lang="en-US" altLang="zh-CN" sz="2400" b="1" i="1" dirty="0" smtClean="0">
                              <a:latin typeface="Cambria Math" panose="02040503050406030204" pitchFamily="18" charset="0"/>
                              <a:ea typeface="Cambria Math" panose="02040503050406030204" pitchFamily="18" charset="0"/>
                            </a:rPr>
                            <m:t>−</m:t>
                          </m:r>
                          <m:r>
                            <a:rPr lang="en-US" altLang="zh-CN" sz="2400" b="1" i="1" dirty="0" smtClean="0">
                              <a:latin typeface="Cambria Math" panose="02040503050406030204" pitchFamily="18" charset="0"/>
                              <a:ea typeface="Cambria Math" panose="02040503050406030204" pitchFamily="18" charset="0"/>
                            </a:rPr>
                            <m:t>𝟓</m:t>
                          </m:r>
                        </m:sup>
                      </m:sSup>
                      <m:r>
                        <a:rPr lang="en-US" altLang="zh-CN" sz="2400" b="1" i="1" dirty="0" smtClean="0">
                          <a:latin typeface="Cambria Math" panose="02040503050406030204" pitchFamily="18" charset="0"/>
                          <a:ea typeface="Cambria Math" panose="02040503050406030204" pitchFamily="18" charset="0"/>
                        </a:rPr>
                        <m:t> </m:t>
                      </m:r>
                      <m:r>
                        <a:rPr lang="en-US" altLang="zh-CN" sz="2400" b="1" i="1" dirty="0" smtClean="0">
                          <a:latin typeface="Cambria Math" panose="02040503050406030204" pitchFamily="18" charset="0"/>
                          <a:ea typeface="Cambria Math" panose="02040503050406030204" pitchFamily="18" charset="0"/>
                        </a:rPr>
                        <m:t>𝒔</m:t>
                      </m:r>
                    </m:oMath>
                  </m:oMathPara>
                </a14:m>
                <a:endParaRPr lang="zh-CN" altLang="en-US" b="1" dirty="0">
                  <a:latin typeface="Arial Narrow" panose="020B0606020202030204" pitchFamily="34" charset="0"/>
                </a:endParaRPr>
              </a:p>
            </p:txBody>
          </p:sp>
        </mc:Choice>
        <mc:Fallback xmlns="">
          <p:sp>
            <p:nvSpPr>
              <p:cNvPr id="36" name="íşlïḍè">
                <a:extLst>
                  <a:ext uri="{FF2B5EF4-FFF2-40B4-BE49-F238E27FC236}">
                    <a16:creationId xmlns:a16="http://schemas.microsoft.com/office/drawing/2014/main" id="{45F40BD0-910B-4C8D-A1D2-48CC63D7724E}"/>
                  </a:ext>
                </a:extLst>
              </p:cNvPr>
              <p:cNvSpPr txBox="1">
                <a:spLocks noRot="1" noChangeAspect="1" noMove="1" noResize="1" noEditPoints="1" noAdjustHandles="1" noChangeArrowheads="1" noChangeShapeType="1" noTextEdit="1"/>
              </p:cNvSpPr>
              <p:nvPr/>
            </p:nvSpPr>
            <p:spPr>
              <a:xfrm>
                <a:off x="2424586" y="5658766"/>
                <a:ext cx="7357522" cy="797307"/>
              </a:xfrm>
              <a:prstGeom prst="rect">
                <a:avLst/>
              </a:prstGeom>
              <a:blipFill>
                <a:blip r:embed="rId5"/>
                <a:stretch>
                  <a:fillRect/>
                </a:stretch>
              </a:blipFill>
            </p:spPr>
            <p:txBody>
              <a:bodyPr/>
              <a:lstStyle/>
              <a:p>
                <a:r>
                  <a:rPr lang="zh-CN" altLang="en-US">
                    <a:noFill/>
                  </a:rPr>
                  <a:t> </a:t>
                </a:r>
              </a:p>
            </p:txBody>
          </p:sp>
        </mc:Fallback>
      </mc:AlternateContent>
      <p:sp>
        <p:nvSpPr>
          <p:cNvPr id="37" name="平行四边形 36">
            <a:extLst>
              <a:ext uri="{FF2B5EF4-FFF2-40B4-BE49-F238E27FC236}">
                <a16:creationId xmlns:a16="http://schemas.microsoft.com/office/drawing/2014/main" id="{0F5FF7C4-AAF8-0B5E-119E-6F9E6B09D0E5}"/>
              </a:ext>
            </a:extLst>
          </p:cNvPr>
          <p:cNvSpPr/>
          <p:nvPr/>
        </p:nvSpPr>
        <p:spPr>
          <a:xfrm>
            <a:off x="304799" y="749300"/>
            <a:ext cx="695119" cy="387090"/>
          </a:xfrm>
          <a:prstGeom prst="parallelogram">
            <a:avLst/>
          </a:prstGeom>
          <a:solidFill>
            <a:schemeClr val="accent3">
              <a:lumMod val="75000"/>
            </a:schemeClr>
          </a:solidFill>
          <a:ln>
            <a:solidFill>
              <a:schemeClr val="accent3">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CN" sz="2200" dirty="0">
                <a:latin typeface="Impact" panose="020B0806030902050204" pitchFamily="34" charset="0"/>
              </a:rPr>
              <a:t>02</a:t>
            </a:r>
            <a:endParaRPr lang="zh-CN" altLang="en-US" sz="2200" dirty="0">
              <a:latin typeface="Impact" panose="020B0806030902050204" pitchFamily="34" charset="0"/>
            </a:endParaRPr>
          </a:p>
        </p:txBody>
      </p:sp>
    </p:spTree>
    <p:custDataLst>
      <p:tags r:id="rId1"/>
    </p:custDataLst>
    <p:extLst>
      <p:ext uri="{BB962C8B-B14F-4D97-AF65-F5344CB8AC3E}">
        <p14:creationId xmlns:p14="http://schemas.microsoft.com/office/powerpoint/2010/main" val="1346338817"/>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2" presetClass="entr" presetSubtype="8" fill="hold" nodeType="withEffect">
                                  <p:stCondLst>
                                    <p:cond delay="0"/>
                                  </p:stCondLst>
                                  <p:childTnLst>
                                    <p:set>
                                      <p:cBhvr>
                                        <p:cTn id="6" dur="1" fill="hold">
                                          <p:stCondLst>
                                            <p:cond delay="0"/>
                                          </p:stCondLst>
                                        </p:cTn>
                                        <p:tgtEl>
                                          <p:spTgt spid="7"/>
                                        </p:tgtEl>
                                        <p:attrNameLst>
                                          <p:attrName>style.visibility</p:attrName>
                                        </p:attrNameLst>
                                      </p:cBhvr>
                                      <p:to>
                                        <p:strVal val="visible"/>
                                      </p:to>
                                    </p:set>
                                    <p:animEffect transition="in" filter="wipe(left)">
                                      <p:cBhvr>
                                        <p:cTn id="7" dur="2000"/>
                                        <p:tgtEl>
                                          <p:spTgt spid="7"/>
                                        </p:tgtEl>
                                      </p:cBhvr>
                                    </p:animEffect>
                                  </p:childTnLst>
                                </p:cTn>
                              </p:par>
                            </p:childTnLst>
                          </p:cTn>
                        </p:par>
                      </p:childTnLst>
                    </p:cTn>
                  </p:par>
                  <p:par>
                    <p:cTn id="8" fill="hold">
                      <p:stCondLst>
                        <p:cond delay="indefinite"/>
                      </p:stCondLst>
                      <p:childTnLst>
                        <p:par>
                          <p:cTn id="9" fill="hold">
                            <p:stCondLst>
                              <p:cond delay="0"/>
                            </p:stCondLst>
                            <p:childTnLst>
                              <p:par>
                                <p:cTn id="10" presetID="22" presetClass="entr" presetSubtype="2" fill="hold" nodeType="clickEffect">
                                  <p:stCondLst>
                                    <p:cond delay="0"/>
                                  </p:stCondLst>
                                  <p:childTnLst>
                                    <p:set>
                                      <p:cBhvr>
                                        <p:cTn id="11" dur="1" fill="hold">
                                          <p:stCondLst>
                                            <p:cond delay="0"/>
                                          </p:stCondLst>
                                        </p:cTn>
                                        <p:tgtEl>
                                          <p:spTgt spid="23"/>
                                        </p:tgtEl>
                                        <p:attrNameLst>
                                          <p:attrName>style.visibility</p:attrName>
                                        </p:attrNameLst>
                                      </p:cBhvr>
                                      <p:to>
                                        <p:strVal val="visible"/>
                                      </p:to>
                                    </p:set>
                                    <p:animEffect transition="in" filter="wipe(right)">
                                      <p:cBhvr>
                                        <p:cTn id="12" dur="500"/>
                                        <p:tgtEl>
                                          <p:spTgt spid="23"/>
                                        </p:tgtEl>
                                      </p:cBhvr>
                                    </p:animEffect>
                                  </p:childTnLst>
                                </p:cTn>
                              </p:par>
                            </p:childTnLst>
                          </p:cTn>
                        </p:par>
                      </p:childTnLst>
                    </p:cTn>
                  </p:par>
                  <p:par>
                    <p:cTn id="13" fill="hold">
                      <p:stCondLst>
                        <p:cond delay="indefinite"/>
                      </p:stCondLst>
                      <p:childTnLst>
                        <p:par>
                          <p:cTn id="14" fill="hold">
                            <p:stCondLst>
                              <p:cond delay="0"/>
                            </p:stCondLst>
                            <p:childTnLst>
                              <p:par>
                                <p:cTn id="15" presetID="53" presetClass="entr" presetSubtype="16" fill="hold" nodeType="clickEffect">
                                  <p:stCondLst>
                                    <p:cond delay="0"/>
                                  </p:stCondLst>
                                  <p:childTnLst>
                                    <p:set>
                                      <p:cBhvr>
                                        <p:cTn id="16" dur="1" fill="hold">
                                          <p:stCondLst>
                                            <p:cond delay="0"/>
                                          </p:stCondLst>
                                        </p:cTn>
                                        <p:tgtEl>
                                          <p:spTgt spid="30"/>
                                        </p:tgtEl>
                                        <p:attrNameLst>
                                          <p:attrName>style.visibility</p:attrName>
                                        </p:attrNameLst>
                                      </p:cBhvr>
                                      <p:to>
                                        <p:strVal val="visible"/>
                                      </p:to>
                                    </p:set>
                                    <p:anim calcmode="lin" valueType="num">
                                      <p:cBhvr>
                                        <p:cTn id="17" dur="500" fill="hold"/>
                                        <p:tgtEl>
                                          <p:spTgt spid="30"/>
                                        </p:tgtEl>
                                        <p:attrNameLst>
                                          <p:attrName>ppt_w</p:attrName>
                                        </p:attrNameLst>
                                      </p:cBhvr>
                                      <p:tavLst>
                                        <p:tav tm="0">
                                          <p:val>
                                            <p:fltVal val="0"/>
                                          </p:val>
                                        </p:tav>
                                        <p:tav tm="100000">
                                          <p:val>
                                            <p:strVal val="#ppt_w"/>
                                          </p:val>
                                        </p:tav>
                                      </p:tavLst>
                                    </p:anim>
                                    <p:anim calcmode="lin" valueType="num">
                                      <p:cBhvr>
                                        <p:cTn id="18" dur="500" fill="hold"/>
                                        <p:tgtEl>
                                          <p:spTgt spid="30"/>
                                        </p:tgtEl>
                                        <p:attrNameLst>
                                          <p:attrName>ppt_h</p:attrName>
                                        </p:attrNameLst>
                                      </p:cBhvr>
                                      <p:tavLst>
                                        <p:tav tm="0">
                                          <p:val>
                                            <p:fltVal val="0"/>
                                          </p:val>
                                        </p:tav>
                                        <p:tav tm="100000">
                                          <p:val>
                                            <p:strVal val="#ppt_h"/>
                                          </p:val>
                                        </p:tav>
                                      </p:tavLst>
                                    </p:anim>
                                    <p:animEffect transition="in" filter="fade">
                                      <p:cBhvr>
                                        <p:cTn id="19" dur="500"/>
                                        <p:tgtEl>
                                          <p:spTgt spid="30"/>
                                        </p:tgtEl>
                                      </p:cBhvr>
                                    </p:animEffect>
                                  </p:childTnLst>
                                </p:cTn>
                              </p:par>
                            </p:childTnLst>
                          </p:cTn>
                        </p:par>
                      </p:childTnLst>
                    </p:cTn>
                  </p:par>
                  <p:par>
                    <p:cTn id="20" fill="hold">
                      <p:stCondLst>
                        <p:cond delay="indefinite"/>
                      </p:stCondLst>
                      <p:childTnLst>
                        <p:par>
                          <p:cTn id="21" fill="hold">
                            <p:stCondLst>
                              <p:cond delay="0"/>
                            </p:stCondLst>
                            <p:childTnLst>
                              <p:par>
                                <p:cTn id="22" presetID="22" presetClass="entr" presetSubtype="2" fill="hold" nodeType="clickEffect">
                                  <p:stCondLst>
                                    <p:cond delay="0"/>
                                  </p:stCondLst>
                                  <p:childTnLst>
                                    <p:set>
                                      <p:cBhvr>
                                        <p:cTn id="23" dur="1" fill="hold">
                                          <p:stCondLst>
                                            <p:cond delay="0"/>
                                          </p:stCondLst>
                                        </p:cTn>
                                        <p:tgtEl>
                                          <p:spTgt spid="27"/>
                                        </p:tgtEl>
                                        <p:attrNameLst>
                                          <p:attrName>style.visibility</p:attrName>
                                        </p:attrNameLst>
                                      </p:cBhvr>
                                      <p:to>
                                        <p:strVal val="visible"/>
                                      </p:to>
                                    </p:set>
                                    <p:animEffect transition="in" filter="wipe(right)">
                                      <p:cBhvr>
                                        <p:cTn id="24" dur="2000"/>
                                        <p:tgtEl>
                                          <p:spTgt spid="27"/>
                                        </p:tgtEl>
                                      </p:cBhvr>
                                    </p:animEffect>
                                  </p:childTnLst>
                                </p:cTn>
                              </p:par>
                              <p:par>
                                <p:cTn id="25" presetID="22" presetClass="entr" presetSubtype="8" fill="hold" nodeType="withEffect">
                                  <p:stCondLst>
                                    <p:cond delay="0"/>
                                  </p:stCondLst>
                                  <p:childTnLst>
                                    <p:set>
                                      <p:cBhvr>
                                        <p:cTn id="26" dur="1" fill="hold">
                                          <p:stCondLst>
                                            <p:cond delay="0"/>
                                          </p:stCondLst>
                                        </p:cTn>
                                        <p:tgtEl>
                                          <p:spTgt spid="29"/>
                                        </p:tgtEl>
                                        <p:attrNameLst>
                                          <p:attrName>style.visibility</p:attrName>
                                        </p:attrNameLst>
                                      </p:cBhvr>
                                      <p:to>
                                        <p:strVal val="visible"/>
                                      </p:to>
                                    </p:set>
                                    <p:animEffect transition="in" filter="wipe(left)">
                                      <p:cBhvr>
                                        <p:cTn id="27" dur="500"/>
                                        <p:tgtEl>
                                          <p:spTgt spid="29"/>
                                        </p:tgtEl>
                                      </p:cBhvr>
                                    </p:animEffect>
                                  </p:childTnLst>
                                </p:cTn>
                              </p:par>
                              <p:par>
                                <p:cTn id="28" presetID="12" presetClass="entr" presetSubtype="1" fill="hold" grpId="0" nodeType="withEffect">
                                  <p:stCondLst>
                                    <p:cond delay="600"/>
                                  </p:stCondLst>
                                  <p:childTnLst>
                                    <p:set>
                                      <p:cBhvr>
                                        <p:cTn id="29" dur="1" fill="hold">
                                          <p:stCondLst>
                                            <p:cond delay="0"/>
                                          </p:stCondLst>
                                        </p:cTn>
                                        <p:tgtEl>
                                          <p:spTgt spid="33"/>
                                        </p:tgtEl>
                                        <p:attrNameLst>
                                          <p:attrName>style.visibility</p:attrName>
                                        </p:attrNameLst>
                                      </p:cBhvr>
                                      <p:to>
                                        <p:strVal val="visible"/>
                                      </p:to>
                                    </p:set>
                                    <p:anim calcmode="lin" valueType="num">
                                      <p:cBhvr additive="base">
                                        <p:cTn id="30" dur="500"/>
                                        <p:tgtEl>
                                          <p:spTgt spid="33"/>
                                        </p:tgtEl>
                                        <p:attrNameLst>
                                          <p:attrName>ppt_y</p:attrName>
                                        </p:attrNameLst>
                                      </p:cBhvr>
                                      <p:tavLst>
                                        <p:tav tm="0">
                                          <p:val>
                                            <p:strVal val="#ppt_y-#ppt_h*1.125000"/>
                                          </p:val>
                                        </p:tav>
                                        <p:tav tm="100000">
                                          <p:val>
                                            <p:strVal val="#ppt_y"/>
                                          </p:val>
                                        </p:tav>
                                      </p:tavLst>
                                    </p:anim>
                                    <p:animEffect transition="in" filter="wipe(down)">
                                      <p:cBhvr>
                                        <p:cTn id="31" dur="500"/>
                                        <p:tgtEl>
                                          <p:spTgt spid="33"/>
                                        </p:tgtEl>
                                      </p:cBhvr>
                                    </p:animEffect>
                                  </p:childTnLst>
                                </p:cTn>
                              </p:par>
                            </p:childTnLst>
                          </p:cTn>
                        </p:par>
                      </p:childTnLst>
                    </p:cTn>
                  </p:par>
                  <p:par>
                    <p:cTn id="32" fill="hold">
                      <p:stCondLst>
                        <p:cond delay="indefinite"/>
                      </p:stCondLst>
                      <p:childTnLst>
                        <p:par>
                          <p:cTn id="33" fill="hold">
                            <p:stCondLst>
                              <p:cond delay="0"/>
                            </p:stCondLst>
                            <p:childTnLst>
                              <p:par>
                                <p:cTn id="34" presetID="32" presetClass="emph" presetSubtype="0" fill="hold" nodeType="clickEffect">
                                  <p:stCondLst>
                                    <p:cond delay="0"/>
                                  </p:stCondLst>
                                  <p:childTnLst>
                                    <p:animRot by="120000">
                                      <p:cBhvr>
                                        <p:cTn id="35" dur="100" fill="hold">
                                          <p:stCondLst>
                                            <p:cond delay="0"/>
                                          </p:stCondLst>
                                        </p:cTn>
                                        <p:tgtEl>
                                          <p:spTgt spid="7"/>
                                        </p:tgtEl>
                                        <p:attrNameLst>
                                          <p:attrName>r</p:attrName>
                                        </p:attrNameLst>
                                      </p:cBhvr>
                                    </p:animRot>
                                    <p:animRot by="-240000">
                                      <p:cBhvr>
                                        <p:cTn id="36" dur="200" fill="hold">
                                          <p:stCondLst>
                                            <p:cond delay="200"/>
                                          </p:stCondLst>
                                        </p:cTn>
                                        <p:tgtEl>
                                          <p:spTgt spid="7"/>
                                        </p:tgtEl>
                                        <p:attrNameLst>
                                          <p:attrName>r</p:attrName>
                                        </p:attrNameLst>
                                      </p:cBhvr>
                                    </p:animRot>
                                    <p:animRot by="240000">
                                      <p:cBhvr>
                                        <p:cTn id="37" dur="200" fill="hold">
                                          <p:stCondLst>
                                            <p:cond delay="400"/>
                                          </p:stCondLst>
                                        </p:cTn>
                                        <p:tgtEl>
                                          <p:spTgt spid="7"/>
                                        </p:tgtEl>
                                        <p:attrNameLst>
                                          <p:attrName>r</p:attrName>
                                        </p:attrNameLst>
                                      </p:cBhvr>
                                    </p:animRot>
                                    <p:animRot by="-240000">
                                      <p:cBhvr>
                                        <p:cTn id="38" dur="200" fill="hold">
                                          <p:stCondLst>
                                            <p:cond delay="600"/>
                                          </p:stCondLst>
                                        </p:cTn>
                                        <p:tgtEl>
                                          <p:spTgt spid="7"/>
                                        </p:tgtEl>
                                        <p:attrNameLst>
                                          <p:attrName>r</p:attrName>
                                        </p:attrNameLst>
                                      </p:cBhvr>
                                    </p:animRot>
                                    <p:animRot by="120000">
                                      <p:cBhvr>
                                        <p:cTn id="39" dur="200" fill="hold">
                                          <p:stCondLst>
                                            <p:cond delay="800"/>
                                          </p:stCondLst>
                                        </p:cTn>
                                        <p:tgtEl>
                                          <p:spTgt spid="7"/>
                                        </p:tgtEl>
                                        <p:attrNameLst>
                                          <p:attrName>r</p:attrName>
                                        </p:attrNameLst>
                                      </p:cBhvr>
                                    </p:animRot>
                                  </p:childTnLst>
                                </p:cTn>
                              </p:par>
                            </p:childTnLst>
                          </p:cTn>
                        </p:par>
                      </p:childTnLst>
                    </p:cTn>
                  </p:par>
                  <p:par>
                    <p:cTn id="40" fill="hold">
                      <p:stCondLst>
                        <p:cond delay="indefinite"/>
                      </p:stCondLst>
                      <p:childTnLst>
                        <p:par>
                          <p:cTn id="41" fill="hold">
                            <p:stCondLst>
                              <p:cond delay="0"/>
                            </p:stCondLst>
                            <p:childTnLst>
                              <p:par>
                                <p:cTn id="42" presetID="32" presetClass="emph" presetSubtype="0" fill="hold" nodeType="clickEffect">
                                  <p:stCondLst>
                                    <p:cond delay="0"/>
                                  </p:stCondLst>
                                  <p:childTnLst>
                                    <p:animRot by="120000">
                                      <p:cBhvr>
                                        <p:cTn id="43" dur="100" fill="hold">
                                          <p:stCondLst>
                                            <p:cond delay="0"/>
                                          </p:stCondLst>
                                        </p:cTn>
                                        <p:tgtEl>
                                          <p:spTgt spid="27"/>
                                        </p:tgtEl>
                                        <p:attrNameLst>
                                          <p:attrName>r</p:attrName>
                                        </p:attrNameLst>
                                      </p:cBhvr>
                                    </p:animRot>
                                    <p:animRot by="-240000">
                                      <p:cBhvr>
                                        <p:cTn id="44" dur="200" fill="hold">
                                          <p:stCondLst>
                                            <p:cond delay="200"/>
                                          </p:stCondLst>
                                        </p:cTn>
                                        <p:tgtEl>
                                          <p:spTgt spid="27"/>
                                        </p:tgtEl>
                                        <p:attrNameLst>
                                          <p:attrName>r</p:attrName>
                                        </p:attrNameLst>
                                      </p:cBhvr>
                                    </p:animRot>
                                    <p:animRot by="240000">
                                      <p:cBhvr>
                                        <p:cTn id="45" dur="200" fill="hold">
                                          <p:stCondLst>
                                            <p:cond delay="400"/>
                                          </p:stCondLst>
                                        </p:cTn>
                                        <p:tgtEl>
                                          <p:spTgt spid="27"/>
                                        </p:tgtEl>
                                        <p:attrNameLst>
                                          <p:attrName>r</p:attrName>
                                        </p:attrNameLst>
                                      </p:cBhvr>
                                    </p:animRot>
                                    <p:animRot by="-240000">
                                      <p:cBhvr>
                                        <p:cTn id="46" dur="200" fill="hold">
                                          <p:stCondLst>
                                            <p:cond delay="600"/>
                                          </p:stCondLst>
                                        </p:cTn>
                                        <p:tgtEl>
                                          <p:spTgt spid="27"/>
                                        </p:tgtEl>
                                        <p:attrNameLst>
                                          <p:attrName>r</p:attrName>
                                        </p:attrNameLst>
                                      </p:cBhvr>
                                    </p:animRot>
                                    <p:animRot by="120000">
                                      <p:cBhvr>
                                        <p:cTn id="47" dur="200" fill="hold">
                                          <p:stCondLst>
                                            <p:cond delay="800"/>
                                          </p:stCondLst>
                                        </p:cTn>
                                        <p:tgtEl>
                                          <p:spTgt spid="27"/>
                                        </p:tgtEl>
                                        <p:attrNameLst>
                                          <p:attrName>r</p:attrName>
                                        </p:attrNameLst>
                                      </p:cBhvr>
                                    </p:animRot>
                                  </p:childTnLst>
                                </p:cTn>
                              </p:par>
                            </p:childTnLst>
                          </p:cTn>
                        </p:par>
                      </p:childTnLst>
                    </p:cTn>
                  </p:par>
                  <p:par>
                    <p:cTn id="48" fill="hold">
                      <p:stCondLst>
                        <p:cond delay="indefinite"/>
                      </p:stCondLst>
                      <p:childTnLst>
                        <p:par>
                          <p:cTn id="49" fill="hold">
                            <p:stCondLst>
                              <p:cond delay="0"/>
                            </p:stCondLst>
                            <p:childTnLst>
                              <p:par>
                                <p:cTn id="50" presetID="1" presetClass="entr" presetSubtype="0" fill="hold" grpId="0" nodeType="clickEffect">
                                  <p:stCondLst>
                                    <p:cond delay="0"/>
                                  </p:stCondLst>
                                  <p:iterate type="lt">
                                    <p:tmAbs val="100"/>
                                  </p:iterate>
                                  <p:childTnLst>
                                    <p:set>
                                      <p:cBhvr>
                                        <p:cTn id="51" dur="1" fill="hold">
                                          <p:stCondLst>
                                            <p:cond delay="0"/>
                                          </p:stCondLst>
                                        </p:cTn>
                                        <p:tgtEl>
                                          <p:spTgt spid="35"/>
                                        </p:tgtEl>
                                        <p:attrNameLst>
                                          <p:attrName>style.visibility</p:attrName>
                                        </p:attrNameLst>
                                      </p:cBhvr>
                                      <p:to>
                                        <p:strVal val="visible"/>
                                      </p:to>
                                    </p:set>
                                  </p:childTnLst>
                                </p:cTn>
                              </p:par>
                            </p:childTnLst>
                          </p:cTn>
                        </p:par>
                      </p:childTnLst>
                    </p:cTn>
                  </p:par>
                  <p:par>
                    <p:cTn id="52" fill="hold">
                      <p:stCondLst>
                        <p:cond delay="indefinite"/>
                      </p:stCondLst>
                      <p:childTnLst>
                        <p:par>
                          <p:cTn id="53" fill="hold">
                            <p:stCondLst>
                              <p:cond delay="0"/>
                            </p:stCondLst>
                            <p:childTnLst>
                              <p:par>
                                <p:cTn id="54" presetID="22" presetClass="entr" presetSubtype="8" fill="hold" grpId="0" nodeType="clickEffect">
                                  <p:stCondLst>
                                    <p:cond delay="0"/>
                                  </p:stCondLst>
                                  <p:childTnLst>
                                    <p:set>
                                      <p:cBhvr>
                                        <p:cTn id="55" dur="1" fill="hold">
                                          <p:stCondLst>
                                            <p:cond delay="0"/>
                                          </p:stCondLst>
                                        </p:cTn>
                                        <p:tgtEl>
                                          <p:spTgt spid="36"/>
                                        </p:tgtEl>
                                        <p:attrNameLst>
                                          <p:attrName>style.visibility</p:attrName>
                                        </p:attrNameLst>
                                      </p:cBhvr>
                                      <p:to>
                                        <p:strVal val="visible"/>
                                      </p:to>
                                    </p:set>
                                    <p:animEffect transition="in" filter="wipe(left)">
                                      <p:cBhvr>
                                        <p:cTn id="56" dur="1000"/>
                                        <p:tgtEl>
                                          <p:spTgt spid="36"/>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3" grpId="0"/>
      <p:bldP spid="35" grpId="0"/>
      <p:bldP spid="36" grpId="0"/>
    </p:bldLst>
  </p:timing>
</p:sld>
</file>

<file path=ppt/slides/slide33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7" name="íşlïḍè">
            <a:extLst>
              <a:ext uri="{FF2B5EF4-FFF2-40B4-BE49-F238E27FC236}">
                <a16:creationId xmlns:a16="http://schemas.microsoft.com/office/drawing/2014/main" id="{5147B48C-3C56-447A-9F8D-B61A31C6CFF8}"/>
              </a:ext>
            </a:extLst>
          </p:cNvPr>
          <p:cNvSpPr txBox="1"/>
          <p:nvPr/>
        </p:nvSpPr>
        <p:spPr>
          <a:xfrm>
            <a:off x="1216614" y="3459317"/>
            <a:ext cx="2421888" cy="313194"/>
          </a:xfrm>
          <a:prstGeom prst="rect">
            <a:avLst/>
          </a:prstGeom>
          <a:noFill/>
        </p:spPr>
        <p:txBody>
          <a:bodyPr wrap="square" lIns="91440" tIns="45720" rIns="91440" bIns="45720" anchor="ctr">
            <a:noAutofit/>
          </a:bodyPr>
          <a:lstStyle/>
          <a:p>
            <a:pPr algn="ctr"/>
            <a:r>
              <a:rPr lang="zh-CN" altLang="en-US" b="1" dirty="0">
                <a:latin typeface="Arial Narrow" panose="020B0606020202030204" pitchFamily="34" charset="0"/>
              </a:rPr>
              <a:t>给</a:t>
            </a:r>
            <a:r>
              <a:rPr lang="en-US" altLang="zh-CN" b="1" dirty="0">
                <a:latin typeface="Arial Narrow" panose="020B0606020202030204" pitchFamily="34" charset="0"/>
              </a:rPr>
              <a:t>D</a:t>
            </a:r>
            <a:r>
              <a:rPr lang="zh-CN" altLang="en-US" b="1" dirty="0">
                <a:latin typeface="Arial Narrow" panose="020B0606020202030204" pitchFamily="34" charset="0"/>
              </a:rPr>
              <a:t>发送一个很短的帧</a:t>
            </a:r>
          </a:p>
        </p:txBody>
      </p:sp>
      <p:sp>
        <p:nvSpPr>
          <p:cNvPr id="38" name="íşlïḍè">
            <a:extLst>
              <a:ext uri="{FF2B5EF4-FFF2-40B4-BE49-F238E27FC236}">
                <a16:creationId xmlns:a16="http://schemas.microsoft.com/office/drawing/2014/main" id="{90D7EF3D-7322-46CB-8A79-A67C4294AA2A}"/>
              </a:ext>
            </a:extLst>
          </p:cNvPr>
          <p:cNvSpPr txBox="1"/>
          <p:nvPr/>
        </p:nvSpPr>
        <p:spPr>
          <a:xfrm>
            <a:off x="1451301" y="3823727"/>
            <a:ext cx="2021114" cy="313194"/>
          </a:xfrm>
          <a:prstGeom prst="rect">
            <a:avLst/>
          </a:prstGeom>
          <a:noFill/>
        </p:spPr>
        <p:txBody>
          <a:bodyPr wrap="square" lIns="91440" tIns="45720" rIns="91440" bIns="45720" anchor="ctr">
            <a:noAutofit/>
          </a:bodyPr>
          <a:lstStyle/>
          <a:p>
            <a:pPr algn="ctr"/>
            <a:r>
              <a:rPr lang="zh-CN" altLang="en-US" b="1" dirty="0">
                <a:solidFill>
                  <a:schemeClr val="accent1">
                    <a:lumMod val="75000"/>
                  </a:schemeClr>
                </a:solidFill>
                <a:latin typeface="Arial Narrow" panose="020B0606020202030204" pitchFamily="34" charset="0"/>
              </a:rPr>
              <a:t>边发送边检测碰撞</a:t>
            </a:r>
          </a:p>
        </p:txBody>
      </p:sp>
      <p:grpSp>
        <p:nvGrpSpPr>
          <p:cNvPr id="4" name="组合 3">
            <a:extLst>
              <a:ext uri="{FF2B5EF4-FFF2-40B4-BE49-F238E27FC236}">
                <a16:creationId xmlns:a16="http://schemas.microsoft.com/office/drawing/2014/main" id="{9A1EA9F2-FCB6-48C3-935F-7AE7E3AD14AC}"/>
              </a:ext>
            </a:extLst>
          </p:cNvPr>
          <p:cNvGrpSpPr/>
          <p:nvPr/>
        </p:nvGrpSpPr>
        <p:grpSpPr>
          <a:xfrm>
            <a:off x="304799" y="749300"/>
            <a:ext cx="6192345" cy="400110"/>
            <a:chOff x="424116" y="898245"/>
            <a:chExt cx="6192345" cy="400110"/>
          </a:xfrm>
        </p:grpSpPr>
        <p:sp>
          <p:nvSpPr>
            <p:cNvPr id="2" name="平行四边形 1">
              <a:extLst>
                <a:ext uri="{FF2B5EF4-FFF2-40B4-BE49-F238E27FC236}">
                  <a16:creationId xmlns:a16="http://schemas.microsoft.com/office/drawing/2014/main" id="{1F5BAA3F-9845-4F89-A2DD-8222D3E4EDAC}"/>
                </a:ext>
              </a:extLst>
            </p:cNvPr>
            <p:cNvSpPr/>
            <p:nvPr/>
          </p:nvSpPr>
          <p:spPr>
            <a:xfrm>
              <a:off x="424116" y="898245"/>
              <a:ext cx="688541" cy="387090"/>
            </a:xfrm>
            <a:prstGeom prst="parallelogram">
              <a:avLst/>
            </a:prstGeom>
            <a:solidFill>
              <a:schemeClr val="accent3">
                <a:lumMod val="75000"/>
              </a:schemeClr>
            </a:solidFill>
            <a:ln>
              <a:solidFill>
                <a:schemeClr val="accent3">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CN" sz="2200" dirty="0">
                  <a:latin typeface="Impact" panose="020B0806030902050204" pitchFamily="34" charset="0"/>
                </a:rPr>
                <a:t>03</a:t>
              </a:r>
              <a:endParaRPr lang="zh-CN" altLang="en-US" sz="2200" dirty="0">
                <a:latin typeface="Impact" panose="020B0806030902050204" pitchFamily="34" charset="0"/>
              </a:endParaRPr>
            </a:p>
          </p:txBody>
        </p:sp>
        <p:sp>
          <p:nvSpPr>
            <p:cNvPr id="3" name="文本框 2">
              <a:extLst>
                <a:ext uri="{FF2B5EF4-FFF2-40B4-BE49-F238E27FC236}">
                  <a16:creationId xmlns:a16="http://schemas.microsoft.com/office/drawing/2014/main" id="{4D6BD736-A4D3-4F26-AFED-36E11F50F70B}"/>
                </a:ext>
              </a:extLst>
            </p:cNvPr>
            <p:cNvSpPr txBox="1"/>
            <p:nvPr/>
          </p:nvSpPr>
          <p:spPr>
            <a:xfrm>
              <a:off x="1052423" y="898245"/>
              <a:ext cx="5564038" cy="400110"/>
            </a:xfrm>
            <a:prstGeom prst="rect">
              <a:avLst/>
            </a:prstGeom>
            <a:noFill/>
          </p:spPr>
          <p:txBody>
            <a:bodyPr wrap="square" rtlCol="0">
              <a:spAutoFit/>
            </a:bodyPr>
            <a:lstStyle/>
            <a:p>
              <a:r>
                <a:rPr lang="zh-CN" altLang="en-US" sz="2000" b="1" dirty="0"/>
                <a:t>共享式以太网的最小帧长和最大帧长</a:t>
              </a:r>
              <a:endParaRPr lang="en-US" altLang="zh-CN" sz="2000" b="1" dirty="0"/>
            </a:p>
          </p:txBody>
        </p:sp>
      </p:grpSp>
      <p:grpSp>
        <p:nvGrpSpPr>
          <p:cNvPr id="36" name="组合 35">
            <a:extLst>
              <a:ext uri="{FF2B5EF4-FFF2-40B4-BE49-F238E27FC236}">
                <a16:creationId xmlns:a16="http://schemas.microsoft.com/office/drawing/2014/main" id="{63E838EE-B2A8-42D1-99FE-30430045CB2D}"/>
              </a:ext>
            </a:extLst>
          </p:cNvPr>
          <p:cNvGrpSpPr/>
          <p:nvPr/>
        </p:nvGrpSpPr>
        <p:grpSpPr>
          <a:xfrm>
            <a:off x="1624740" y="1929268"/>
            <a:ext cx="8955675" cy="1487218"/>
            <a:chOff x="1668486" y="2106882"/>
            <a:chExt cx="8955675" cy="1487218"/>
          </a:xfrm>
        </p:grpSpPr>
        <p:grpSp>
          <p:nvGrpSpPr>
            <p:cNvPr id="5" name="组合 4">
              <a:extLst>
                <a:ext uri="{FF2B5EF4-FFF2-40B4-BE49-F238E27FC236}">
                  <a16:creationId xmlns:a16="http://schemas.microsoft.com/office/drawing/2014/main" id="{53F81673-7277-430A-B188-899B82D65C15}"/>
                </a:ext>
              </a:extLst>
            </p:cNvPr>
            <p:cNvGrpSpPr/>
            <p:nvPr/>
          </p:nvGrpSpPr>
          <p:grpSpPr>
            <a:xfrm>
              <a:off x="2505604" y="2260293"/>
              <a:ext cx="7180791" cy="812800"/>
              <a:chOff x="2455280" y="3752911"/>
              <a:chExt cx="7180791" cy="812800"/>
            </a:xfrm>
          </p:grpSpPr>
          <p:cxnSp>
            <p:nvCxnSpPr>
              <p:cNvPr id="6" name="直接连接符 5">
                <a:extLst>
                  <a:ext uri="{FF2B5EF4-FFF2-40B4-BE49-F238E27FC236}">
                    <a16:creationId xmlns:a16="http://schemas.microsoft.com/office/drawing/2014/main" id="{645F269A-8CC2-460F-91FD-D04BBA594492}"/>
                  </a:ext>
                </a:extLst>
              </p:cNvPr>
              <p:cNvCxnSpPr/>
              <p:nvPr/>
            </p:nvCxnSpPr>
            <p:spPr>
              <a:xfrm flipV="1">
                <a:off x="9636071" y="3752911"/>
                <a:ext cx="0" cy="812800"/>
              </a:xfrm>
              <a:prstGeom prst="line">
                <a:avLst/>
              </a:prstGeom>
              <a:ln w="152400">
                <a:solidFill>
                  <a:schemeClr val="tx1"/>
                </a:solidFill>
                <a:tailEnd w="med" len="lg"/>
              </a:ln>
            </p:spPr>
            <p:style>
              <a:lnRef idx="1">
                <a:schemeClr val="accent1"/>
              </a:lnRef>
              <a:fillRef idx="0">
                <a:schemeClr val="accent1"/>
              </a:fillRef>
              <a:effectRef idx="0">
                <a:schemeClr val="accent1"/>
              </a:effectRef>
              <a:fontRef idx="minor">
                <a:schemeClr val="tx1"/>
              </a:fontRef>
            </p:style>
          </p:cxnSp>
          <p:cxnSp>
            <p:nvCxnSpPr>
              <p:cNvPr id="7" name="直接连接符 6">
                <a:extLst>
                  <a:ext uri="{FF2B5EF4-FFF2-40B4-BE49-F238E27FC236}">
                    <a16:creationId xmlns:a16="http://schemas.microsoft.com/office/drawing/2014/main" id="{BAD82238-EE1F-4F20-A566-86B504B37EEA}"/>
                  </a:ext>
                </a:extLst>
              </p:cNvPr>
              <p:cNvCxnSpPr/>
              <p:nvPr/>
            </p:nvCxnSpPr>
            <p:spPr>
              <a:xfrm flipV="1">
                <a:off x="2455280" y="3752911"/>
                <a:ext cx="0" cy="812800"/>
              </a:xfrm>
              <a:prstGeom prst="line">
                <a:avLst/>
              </a:prstGeom>
              <a:ln w="152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8" name="直接连接符 7">
                <a:extLst>
                  <a:ext uri="{FF2B5EF4-FFF2-40B4-BE49-F238E27FC236}">
                    <a16:creationId xmlns:a16="http://schemas.microsoft.com/office/drawing/2014/main" id="{2A2F95F2-3D53-4064-9F0D-39C1415AB1B6}"/>
                  </a:ext>
                </a:extLst>
              </p:cNvPr>
              <p:cNvCxnSpPr/>
              <p:nvPr/>
            </p:nvCxnSpPr>
            <p:spPr>
              <a:xfrm flipV="1">
                <a:off x="4878779" y="3752911"/>
                <a:ext cx="0" cy="812800"/>
              </a:xfrm>
              <a:prstGeom prst="line">
                <a:avLst/>
              </a:prstGeom>
              <a:ln w="152400">
                <a:solidFill>
                  <a:schemeClr val="tx1"/>
                </a:solidFill>
                <a:tailEnd w="med" len="lg"/>
              </a:ln>
            </p:spPr>
            <p:style>
              <a:lnRef idx="1">
                <a:schemeClr val="accent1"/>
              </a:lnRef>
              <a:fillRef idx="0">
                <a:schemeClr val="accent1"/>
              </a:fillRef>
              <a:effectRef idx="0">
                <a:schemeClr val="accent1"/>
              </a:effectRef>
              <a:fontRef idx="minor">
                <a:schemeClr val="tx1"/>
              </a:fontRef>
            </p:style>
          </p:cxnSp>
          <p:cxnSp>
            <p:nvCxnSpPr>
              <p:cNvPr id="9" name="直接连接符 8">
                <a:extLst>
                  <a:ext uri="{FF2B5EF4-FFF2-40B4-BE49-F238E27FC236}">
                    <a16:creationId xmlns:a16="http://schemas.microsoft.com/office/drawing/2014/main" id="{8B742966-92CD-493E-8782-3D0B92FEA149}"/>
                  </a:ext>
                </a:extLst>
              </p:cNvPr>
              <p:cNvCxnSpPr/>
              <p:nvPr/>
            </p:nvCxnSpPr>
            <p:spPr>
              <a:xfrm flipV="1">
                <a:off x="7249637" y="3752911"/>
                <a:ext cx="0" cy="812800"/>
              </a:xfrm>
              <a:prstGeom prst="line">
                <a:avLst/>
              </a:prstGeom>
              <a:ln w="1524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0" name="组合 9">
              <a:extLst>
                <a:ext uri="{FF2B5EF4-FFF2-40B4-BE49-F238E27FC236}">
                  <a16:creationId xmlns:a16="http://schemas.microsoft.com/office/drawing/2014/main" id="{70E1D9A5-DB2A-42F5-9168-6D78FA12E515}"/>
                </a:ext>
              </a:extLst>
            </p:cNvPr>
            <p:cNvGrpSpPr/>
            <p:nvPr/>
          </p:nvGrpSpPr>
          <p:grpSpPr>
            <a:xfrm>
              <a:off x="1668486" y="2106882"/>
              <a:ext cx="8955675" cy="238462"/>
              <a:chOff x="1618162" y="3599500"/>
              <a:chExt cx="8955675" cy="238462"/>
            </a:xfrm>
          </p:grpSpPr>
          <p:cxnSp>
            <p:nvCxnSpPr>
              <p:cNvPr id="11" name="直接连接符 10">
                <a:extLst>
                  <a:ext uri="{FF2B5EF4-FFF2-40B4-BE49-F238E27FC236}">
                    <a16:creationId xmlns:a16="http://schemas.microsoft.com/office/drawing/2014/main" id="{71EADB35-714B-4E13-8F95-224081CFF840}"/>
                  </a:ext>
                </a:extLst>
              </p:cNvPr>
              <p:cNvCxnSpPr>
                <a:cxnSpLocks/>
              </p:cNvCxnSpPr>
              <p:nvPr/>
            </p:nvCxnSpPr>
            <p:spPr>
              <a:xfrm>
                <a:off x="1749794" y="3725200"/>
                <a:ext cx="8622888" cy="0"/>
              </a:xfrm>
              <a:prstGeom prst="line">
                <a:avLst/>
              </a:prstGeom>
              <a:ln w="152400">
                <a:solidFill>
                  <a:schemeClr val="tx1"/>
                </a:solidFill>
              </a:ln>
            </p:spPr>
            <p:style>
              <a:lnRef idx="1">
                <a:schemeClr val="accent1"/>
              </a:lnRef>
              <a:fillRef idx="0">
                <a:schemeClr val="accent1"/>
              </a:fillRef>
              <a:effectRef idx="0">
                <a:schemeClr val="accent1"/>
              </a:effectRef>
              <a:fontRef idx="minor">
                <a:schemeClr val="tx1"/>
              </a:fontRef>
            </p:style>
          </p:cxnSp>
          <p:sp>
            <p:nvSpPr>
              <p:cNvPr id="12" name="矩形 11">
                <a:extLst>
                  <a:ext uri="{FF2B5EF4-FFF2-40B4-BE49-F238E27FC236}">
                    <a16:creationId xmlns:a16="http://schemas.microsoft.com/office/drawing/2014/main" id="{B432B91F-35EB-439C-97EE-242D4CC149F3}"/>
                  </a:ext>
                </a:extLst>
              </p:cNvPr>
              <p:cNvSpPr/>
              <p:nvPr/>
            </p:nvSpPr>
            <p:spPr>
              <a:xfrm>
                <a:off x="1618162" y="3599500"/>
                <a:ext cx="225524" cy="225524"/>
              </a:xfrm>
              <a:prstGeom prst="rect">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13" name="矩形 12">
                <a:extLst>
                  <a:ext uri="{FF2B5EF4-FFF2-40B4-BE49-F238E27FC236}">
                    <a16:creationId xmlns:a16="http://schemas.microsoft.com/office/drawing/2014/main" id="{9BD82429-09B9-4138-AE29-421147F1B8A4}"/>
                  </a:ext>
                </a:extLst>
              </p:cNvPr>
              <p:cNvSpPr/>
              <p:nvPr/>
            </p:nvSpPr>
            <p:spPr>
              <a:xfrm>
                <a:off x="10348313" y="3612438"/>
                <a:ext cx="225524" cy="225524"/>
              </a:xfrm>
              <a:prstGeom prst="rect">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grpSp>
        <p:grpSp>
          <p:nvGrpSpPr>
            <p:cNvPr id="14" name="组合 13">
              <a:extLst>
                <a:ext uri="{FF2B5EF4-FFF2-40B4-BE49-F238E27FC236}">
                  <a16:creationId xmlns:a16="http://schemas.microsoft.com/office/drawing/2014/main" id="{96A99507-89DA-4A05-A65F-C8515C0DADEA}"/>
                </a:ext>
              </a:extLst>
            </p:cNvPr>
            <p:cNvGrpSpPr/>
            <p:nvPr/>
          </p:nvGrpSpPr>
          <p:grpSpPr>
            <a:xfrm>
              <a:off x="2018998" y="2953018"/>
              <a:ext cx="7852814" cy="641082"/>
              <a:chOff x="1968674" y="4445636"/>
              <a:chExt cx="7852814" cy="641082"/>
            </a:xfrm>
          </p:grpSpPr>
          <p:grpSp>
            <p:nvGrpSpPr>
              <p:cNvPr id="15" name="组合 14">
                <a:extLst>
                  <a:ext uri="{FF2B5EF4-FFF2-40B4-BE49-F238E27FC236}">
                    <a16:creationId xmlns:a16="http://schemas.microsoft.com/office/drawing/2014/main" id="{AABB06AA-D45E-4FD9-B56E-FA6FF2380D1B}"/>
                  </a:ext>
                </a:extLst>
              </p:cNvPr>
              <p:cNvGrpSpPr/>
              <p:nvPr/>
            </p:nvGrpSpPr>
            <p:grpSpPr>
              <a:xfrm>
                <a:off x="1968674" y="4445636"/>
                <a:ext cx="662814" cy="641082"/>
                <a:chOff x="812355" y="3422987"/>
                <a:chExt cx="662814" cy="641082"/>
              </a:xfrm>
            </p:grpSpPr>
            <p:pic>
              <p:nvPicPr>
                <p:cNvPr id="25" name="图形 24">
                  <a:extLst>
                    <a:ext uri="{FF2B5EF4-FFF2-40B4-BE49-F238E27FC236}">
                      <a16:creationId xmlns:a16="http://schemas.microsoft.com/office/drawing/2014/main" id="{6B9C319F-3452-4B9D-B1BF-8393028A1A0D}"/>
                    </a:ext>
                  </a:extLst>
                </p:cNvPr>
                <p:cNvPicPr>
                  <a:picLocks noChangeAspect="1"/>
                </p:cNvPicPr>
                <p:nvPr/>
              </p:nvPicPr>
              <p:blipFill>
                <a:blip r:embed="rId3">
                  <a:extLst>
                    <a:ext uri="{28A0092B-C50C-407E-A947-70E740481C1C}">
                      <a14:useLocalDpi xmlns:a14="http://schemas.microsoft.com/office/drawing/2010/main" val="0"/>
                    </a:ext>
                    <a:ext uri="{96DAC541-7B7A-43D3-8B79-37D633B846F1}">
                      <asvg:svgBlip xmlns:asvg="http://schemas.microsoft.com/office/drawing/2016/SVG/main" r:embed="rId4"/>
                    </a:ext>
                  </a:extLst>
                </a:blip>
                <a:stretch>
                  <a:fillRect/>
                </a:stretch>
              </p:blipFill>
              <p:spPr>
                <a:xfrm>
                  <a:off x="812355" y="3422987"/>
                  <a:ext cx="662814" cy="641082"/>
                </a:xfrm>
                <a:prstGeom prst="rect">
                  <a:avLst/>
                </a:prstGeom>
              </p:spPr>
            </p:pic>
            <p:sp>
              <p:nvSpPr>
                <p:cNvPr id="26" name="文本框 25">
                  <a:extLst>
                    <a:ext uri="{FF2B5EF4-FFF2-40B4-BE49-F238E27FC236}">
                      <a16:creationId xmlns:a16="http://schemas.microsoft.com/office/drawing/2014/main" id="{259A2B82-D048-4BBE-9F66-93EB02EB7F0F}"/>
                    </a:ext>
                  </a:extLst>
                </p:cNvPr>
                <p:cNvSpPr txBox="1"/>
                <p:nvPr/>
              </p:nvSpPr>
              <p:spPr>
                <a:xfrm>
                  <a:off x="1087044" y="3451320"/>
                  <a:ext cx="355235" cy="400110"/>
                </a:xfrm>
                <a:prstGeom prst="rect">
                  <a:avLst/>
                </a:prstGeom>
                <a:noFill/>
              </p:spPr>
              <p:txBody>
                <a:bodyPr wrap="square" rtlCol="0">
                  <a:spAutoFit/>
                </a:bodyPr>
                <a:lstStyle/>
                <a:p>
                  <a:pPr algn="ctr"/>
                  <a:r>
                    <a:rPr lang="en-US" altLang="zh-CN" sz="2000" b="1" dirty="0">
                      <a:solidFill>
                        <a:schemeClr val="bg1"/>
                      </a:solidFill>
                      <a:latin typeface="Arial Black" panose="020B0A04020102020204" pitchFamily="34" charset="0"/>
                      <a:ea typeface="+mj-ea"/>
                    </a:rPr>
                    <a:t>A</a:t>
                  </a:r>
                  <a:endParaRPr lang="zh-CN" altLang="en-US" sz="2000" b="1" dirty="0">
                    <a:solidFill>
                      <a:schemeClr val="bg1"/>
                    </a:solidFill>
                    <a:latin typeface="Arial Black" panose="020B0A04020102020204" pitchFamily="34" charset="0"/>
                    <a:ea typeface="+mj-ea"/>
                  </a:endParaRPr>
                </a:p>
              </p:txBody>
            </p:sp>
          </p:grpSp>
          <p:grpSp>
            <p:nvGrpSpPr>
              <p:cNvPr id="16" name="组合 15">
                <a:extLst>
                  <a:ext uri="{FF2B5EF4-FFF2-40B4-BE49-F238E27FC236}">
                    <a16:creationId xmlns:a16="http://schemas.microsoft.com/office/drawing/2014/main" id="{B9CF07DA-4A48-4959-B5F9-DA23277AECA2}"/>
                  </a:ext>
                </a:extLst>
              </p:cNvPr>
              <p:cNvGrpSpPr/>
              <p:nvPr/>
            </p:nvGrpSpPr>
            <p:grpSpPr>
              <a:xfrm>
                <a:off x="4365341" y="4445636"/>
                <a:ext cx="662814" cy="641082"/>
                <a:chOff x="3209022" y="3422987"/>
                <a:chExt cx="662814" cy="641082"/>
              </a:xfrm>
            </p:grpSpPr>
            <p:pic>
              <p:nvPicPr>
                <p:cNvPr id="23" name="图形 22">
                  <a:extLst>
                    <a:ext uri="{FF2B5EF4-FFF2-40B4-BE49-F238E27FC236}">
                      <a16:creationId xmlns:a16="http://schemas.microsoft.com/office/drawing/2014/main" id="{30B3AAEC-4467-46A0-925C-0CDB77FBA7AF}"/>
                    </a:ext>
                  </a:extLst>
                </p:cNvPr>
                <p:cNvPicPr>
                  <a:picLocks noChangeAspect="1"/>
                </p:cNvPicPr>
                <p:nvPr/>
              </p:nvPicPr>
              <p:blipFill>
                <a:blip r:embed="rId3">
                  <a:extLst>
                    <a:ext uri="{28A0092B-C50C-407E-A947-70E740481C1C}">
                      <a14:useLocalDpi xmlns:a14="http://schemas.microsoft.com/office/drawing/2010/main" val="0"/>
                    </a:ext>
                    <a:ext uri="{96DAC541-7B7A-43D3-8B79-37D633B846F1}">
                      <asvg:svgBlip xmlns:asvg="http://schemas.microsoft.com/office/drawing/2016/SVG/main" r:embed="rId4"/>
                    </a:ext>
                  </a:extLst>
                </a:blip>
                <a:stretch>
                  <a:fillRect/>
                </a:stretch>
              </p:blipFill>
              <p:spPr>
                <a:xfrm>
                  <a:off x="3209022" y="3422987"/>
                  <a:ext cx="662814" cy="641082"/>
                </a:xfrm>
                <a:prstGeom prst="rect">
                  <a:avLst/>
                </a:prstGeom>
              </p:spPr>
            </p:pic>
            <p:sp>
              <p:nvSpPr>
                <p:cNvPr id="24" name="文本框 23">
                  <a:extLst>
                    <a:ext uri="{FF2B5EF4-FFF2-40B4-BE49-F238E27FC236}">
                      <a16:creationId xmlns:a16="http://schemas.microsoft.com/office/drawing/2014/main" id="{29A73D32-A593-4C08-99F7-0B2040C682A6}"/>
                    </a:ext>
                  </a:extLst>
                </p:cNvPr>
                <p:cNvSpPr txBox="1"/>
                <p:nvPr/>
              </p:nvSpPr>
              <p:spPr>
                <a:xfrm>
                  <a:off x="3490791" y="3451320"/>
                  <a:ext cx="355235" cy="400110"/>
                </a:xfrm>
                <a:prstGeom prst="rect">
                  <a:avLst/>
                </a:prstGeom>
                <a:noFill/>
              </p:spPr>
              <p:txBody>
                <a:bodyPr wrap="square" rtlCol="0">
                  <a:spAutoFit/>
                </a:bodyPr>
                <a:lstStyle/>
                <a:p>
                  <a:pPr algn="ctr"/>
                  <a:r>
                    <a:rPr lang="en-US" altLang="zh-CN" sz="2000" b="1" dirty="0">
                      <a:solidFill>
                        <a:schemeClr val="bg1"/>
                      </a:solidFill>
                      <a:latin typeface="Arial Black" panose="020B0A04020102020204" pitchFamily="34" charset="0"/>
                      <a:ea typeface="+mj-ea"/>
                    </a:rPr>
                    <a:t>B</a:t>
                  </a:r>
                  <a:endParaRPr lang="zh-CN" altLang="en-US" sz="2000" b="1" dirty="0">
                    <a:solidFill>
                      <a:schemeClr val="bg1"/>
                    </a:solidFill>
                    <a:latin typeface="Arial Black" panose="020B0A04020102020204" pitchFamily="34" charset="0"/>
                    <a:ea typeface="+mj-ea"/>
                  </a:endParaRPr>
                </a:p>
              </p:txBody>
            </p:sp>
          </p:grpSp>
          <p:grpSp>
            <p:nvGrpSpPr>
              <p:cNvPr id="17" name="组合 16">
                <a:extLst>
                  <a:ext uri="{FF2B5EF4-FFF2-40B4-BE49-F238E27FC236}">
                    <a16:creationId xmlns:a16="http://schemas.microsoft.com/office/drawing/2014/main" id="{6D719469-1F14-421D-AC24-5A2C6C668FF6}"/>
                  </a:ext>
                </a:extLst>
              </p:cNvPr>
              <p:cNvGrpSpPr/>
              <p:nvPr/>
            </p:nvGrpSpPr>
            <p:grpSpPr>
              <a:xfrm>
                <a:off x="6762008" y="4445636"/>
                <a:ext cx="662814" cy="641082"/>
                <a:chOff x="5605689" y="3422987"/>
                <a:chExt cx="662814" cy="641082"/>
              </a:xfrm>
            </p:grpSpPr>
            <p:pic>
              <p:nvPicPr>
                <p:cNvPr id="21" name="图形 20">
                  <a:extLst>
                    <a:ext uri="{FF2B5EF4-FFF2-40B4-BE49-F238E27FC236}">
                      <a16:creationId xmlns:a16="http://schemas.microsoft.com/office/drawing/2014/main" id="{189E947E-5907-4927-855D-32E344CF03CE}"/>
                    </a:ext>
                  </a:extLst>
                </p:cNvPr>
                <p:cNvPicPr>
                  <a:picLocks noChangeAspect="1"/>
                </p:cNvPicPr>
                <p:nvPr/>
              </p:nvPicPr>
              <p:blipFill>
                <a:blip r:embed="rId3">
                  <a:extLst>
                    <a:ext uri="{28A0092B-C50C-407E-A947-70E740481C1C}">
                      <a14:useLocalDpi xmlns:a14="http://schemas.microsoft.com/office/drawing/2010/main" val="0"/>
                    </a:ext>
                    <a:ext uri="{96DAC541-7B7A-43D3-8B79-37D633B846F1}">
                      <asvg:svgBlip xmlns:asvg="http://schemas.microsoft.com/office/drawing/2016/SVG/main" r:embed="rId4"/>
                    </a:ext>
                  </a:extLst>
                </a:blip>
                <a:stretch>
                  <a:fillRect/>
                </a:stretch>
              </p:blipFill>
              <p:spPr>
                <a:xfrm>
                  <a:off x="5605689" y="3422987"/>
                  <a:ext cx="662814" cy="641082"/>
                </a:xfrm>
                <a:prstGeom prst="rect">
                  <a:avLst/>
                </a:prstGeom>
              </p:spPr>
            </p:pic>
            <p:sp>
              <p:nvSpPr>
                <p:cNvPr id="22" name="文本框 21">
                  <a:extLst>
                    <a:ext uri="{FF2B5EF4-FFF2-40B4-BE49-F238E27FC236}">
                      <a16:creationId xmlns:a16="http://schemas.microsoft.com/office/drawing/2014/main" id="{1F38D3DA-F21B-481F-828C-EC9D2210C8A4}"/>
                    </a:ext>
                  </a:extLst>
                </p:cNvPr>
                <p:cNvSpPr txBox="1"/>
                <p:nvPr/>
              </p:nvSpPr>
              <p:spPr>
                <a:xfrm>
                  <a:off x="5885506" y="3451320"/>
                  <a:ext cx="355235" cy="400110"/>
                </a:xfrm>
                <a:prstGeom prst="rect">
                  <a:avLst/>
                </a:prstGeom>
                <a:noFill/>
              </p:spPr>
              <p:txBody>
                <a:bodyPr wrap="square" rtlCol="0">
                  <a:spAutoFit/>
                </a:bodyPr>
                <a:lstStyle/>
                <a:p>
                  <a:pPr algn="ctr"/>
                  <a:r>
                    <a:rPr lang="en-US" altLang="zh-CN" sz="2000" b="1" dirty="0">
                      <a:solidFill>
                        <a:schemeClr val="bg1"/>
                      </a:solidFill>
                      <a:latin typeface="Arial Black" panose="020B0A04020102020204" pitchFamily="34" charset="0"/>
                      <a:ea typeface="+mj-ea"/>
                    </a:rPr>
                    <a:t>C</a:t>
                  </a:r>
                  <a:endParaRPr lang="zh-CN" altLang="en-US" sz="2000" b="1" dirty="0">
                    <a:solidFill>
                      <a:schemeClr val="bg1"/>
                    </a:solidFill>
                    <a:latin typeface="Arial Black" panose="020B0A04020102020204" pitchFamily="34" charset="0"/>
                    <a:ea typeface="+mj-ea"/>
                  </a:endParaRPr>
                </a:p>
              </p:txBody>
            </p:sp>
          </p:grpSp>
          <p:grpSp>
            <p:nvGrpSpPr>
              <p:cNvPr id="18" name="组合 17">
                <a:extLst>
                  <a:ext uri="{FF2B5EF4-FFF2-40B4-BE49-F238E27FC236}">
                    <a16:creationId xmlns:a16="http://schemas.microsoft.com/office/drawing/2014/main" id="{781A7464-9676-4781-80F5-98E6387C26A0}"/>
                  </a:ext>
                </a:extLst>
              </p:cNvPr>
              <p:cNvGrpSpPr/>
              <p:nvPr/>
            </p:nvGrpSpPr>
            <p:grpSpPr>
              <a:xfrm>
                <a:off x="9158674" y="4445636"/>
                <a:ext cx="662814" cy="641082"/>
                <a:chOff x="8002355" y="3422987"/>
                <a:chExt cx="662814" cy="641082"/>
              </a:xfrm>
            </p:grpSpPr>
            <p:pic>
              <p:nvPicPr>
                <p:cNvPr id="19" name="图形 18">
                  <a:extLst>
                    <a:ext uri="{FF2B5EF4-FFF2-40B4-BE49-F238E27FC236}">
                      <a16:creationId xmlns:a16="http://schemas.microsoft.com/office/drawing/2014/main" id="{314F4A78-5BD0-4EFB-A2E4-4A1FE16A14ED}"/>
                    </a:ext>
                  </a:extLst>
                </p:cNvPr>
                <p:cNvPicPr>
                  <a:picLocks noChangeAspect="1"/>
                </p:cNvPicPr>
                <p:nvPr/>
              </p:nvPicPr>
              <p:blipFill>
                <a:blip r:embed="rId3">
                  <a:extLst>
                    <a:ext uri="{28A0092B-C50C-407E-A947-70E740481C1C}">
                      <a14:useLocalDpi xmlns:a14="http://schemas.microsoft.com/office/drawing/2010/main" val="0"/>
                    </a:ext>
                    <a:ext uri="{96DAC541-7B7A-43D3-8B79-37D633B846F1}">
                      <asvg:svgBlip xmlns:asvg="http://schemas.microsoft.com/office/drawing/2016/SVG/main" r:embed="rId4"/>
                    </a:ext>
                  </a:extLst>
                </a:blip>
                <a:stretch>
                  <a:fillRect/>
                </a:stretch>
              </p:blipFill>
              <p:spPr>
                <a:xfrm>
                  <a:off x="8002355" y="3422987"/>
                  <a:ext cx="662814" cy="641082"/>
                </a:xfrm>
                <a:prstGeom prst="rect">
                  <a:avLst/>
                </a:prstGeom>
              </p:spPr>
            </p:pic>
            <p:sp>
              <p:nvSpPr>
                <p:cNvPr id="20" name="文本框 19">
                  <a:extLst>
                    <a:ext uri="{FF2B5EF4-FFF2-40B4-BE49-F238E27FC236}">
                      <a16:creationId xmlns:a16="http://schemas.microsoft.com/office/drawing/2014/main" id="{2FC47BE8-CB54-4C99-B9D0-1E1E0580E3C2}"/>
                    </a:ext>
                  </a:extLst>
                </p:cNvPr>
                <p:cNvSpPr txBox="1"/>
                <p:nvPr/>
              </p:nvSpPr>
              <p:spPr>
                <a:xfrm>
                  <a:off x="8282675" y="3444742"/>
                  <a:ext cx="355235" cy="400110"/>
                </a:xfrm>
                <a:prstGeom prst="rect">
                  <a:avLst/>
                </a:prstGeom>
                <a:noFill/>
              </p:spPr>
              <p:txBody>
                <a:bodyPr wrap="square" rtlCol="0">
                  <a:spAutoFit/>
                </a:bodyPr>
                <a:lstStyle/>
                <a:p>
                  <a:pPr algn="ctr"/>
                  <a:r>
                    <a:rPr lang="en-US" altLang="zh-CN" sz="2000" b="1" dirty="0">
                      <a:solidFill>
                        <a:schemeClr val="bg1"/>
                      </a:solidFill>
                      <a:latin typeface="Arial Black" panose="020B0A04020102020204" pitchFamily="34" charset="0"/>
                      <a:ea typeface="+mj-ea"/>
                    </a:rPr>
                    <a:t>D</a:t>
                  </a:r>
                  <a:endParaRPr lang="zh-CN" altLang="en-US" sz="2000" b="1" dirty="0">
                    <a:solidFill>
                      <a:schemeClr val="bg1"/>
                    </a:solidFill>
                    <a:latin typeface="Arial Black" panose="020B0A04020102020204" pitchFamily="34" charset="0"/>
                    <a:ea typeface="+mj-ea"/>
                  </a:endParaRPr>
                </a:p>
              </p:txBody>
            </p:sp>
          </p:grpSp>
        </p:grpSp>
      </p:grpSp>
      <p:cxnSp>
        <p:nvCxnSpPr>
          <p:cNvPr id="30" name="直接箭头连接符 29">
            <a:extLst>
              <a:ext uri="{FF2B5EF4-FFF2-40B4-BE49-F238E27FC236}">
                <a16:creationId xmlns:a16="http://schemas.microsoft.com/office/drawing/2014/main" id="{01884B31-875A-4EF6-918A-28BA9D12C3C0}"/>
              </a:ext>
            </a:extLst>
          </p:cNvPr>
          <p:cNvCxnSpPr/>
          <p:nvPr/>
        </p:nvCxnSpPr>
        <p:spPr>
          <a:xfrm flipV="1">
            <a:off x="2461858" y="2049086"/>
            <a:ext cx="0" cy="773654"/>
          </a:xfrm>
          <a:prstGeom prst="straightConnector1">
            <a:avLst/>
          </a:prstGeom>
          <a:ln w="50800" cap="rnd">
            <a:solidFill>
              <a:schemeClr val="accent6"/>
            </a:solidFill>
            <a:round/>
            <a:tailEnd type="triangle" w="med" len="med"/>
          </a:ln>
        </p:spPr>
        <p:style>
          <a:lnRef idx="1">
            <a:schemeClr val="accent1"/>
          </a:lnRef>
          <a:fillRef idx="0">
            <a:schemeClr val="accent1"/>
          </a:fillRef>
          <a:effectRef idx="0">
            <a:schemeClr val="accent1"/>
          </a:effectRef>
          <a:fontRef idx="minor">
            <a:schemeClr val="tx1"/>
          </a:fontRef>
        </p:style>
      </p:cxnSp>
      <p:cxnSp>
        <p:nvCxnSpPr>
          <p:cNvPr id="39" name="直接箭头连接符 38">
            <a:extLst>
              <a:ext uri="{FF2B5EF4-FFF2-40B4-BE49-F238E27FC236}">
                <a16:creationId xmlns:a16="http://schemas.microsoft.com/office/drawing/2014/main" id="{5A835F81-B21B-46CB-9789-EFC0A70D1D04}"/>
              </a:ext>
            </a:extLst>
          </p:cNvPr>
          <p:cNvCxnSpPr>
            <a:cxnSpLocks/>
          </p:cNvCxnSpPr>
          <p:nvPr/>
        </p:nvCxnSpPr>
        <p:spPr>
          <a:xfrm>
            <a:off x="2461858" y="2057360"/>
            <a:ext cx="405236" cy="0"/>
          </a:xfrm>
          <a:prstGeom prst="straightConnector1">
            <a:avLst/>
          </a:prstGeom>
          <a:ln w="50800" cap="rnd">
            <a:solidFill>
              <a:schemeClr val="accent6"/>
            </a:solidFill>
            <a:round/>
            <a:tailEnd type="triangle" w="med" len="med"/>
          </a:ln>
        </p:spPr>
        <p:style>
          <a:lnRef idx="1">
            <a:schemeClr val="accent1"/>
          </a:lnRef>
          <a:fillRef idx="0">
            <a:schemeClr val="accent1"/>
          </a:fillRef>
          <a:effectRef idx="0">
            <a:schemeClr val="accent1"/>
          </a:effectRef>
          <a:fontRef idx="minor">
            <a:schemeClr val="tx1"/>
          </a:fontRef>
        </p:style>
      </p:cxnSp>
      <p:cxnSp>
        <p:nvCxnSpPr>
          <p:cNvPr id="41" name="直接箭头连接符 40">
            <a:extLst>
              <a:ext uri="{FF2B5EF4-FFF2-40B4-BE49-F238E27FC236}">
                <a16:creationId xmlns:a16="http://schemas.microsoft.com/office/drawing/2014/main" id="{B0F516B2-3E22-4772-B7C4-29626B608D45}"/>
              </a:ext>
            </a:extLst>
          </p:cNvPr>
          <p:cNvCxnSpPr>
            <a:cxnSpLocks/>
          </p:cNvCxnSpPr>
          <p:nvPr/>
        </p:nvCxnSpPr>
        <p:spPr>
          <a:xfrm flipH="1">
            <a:off x="2037066" y="2056392"/>
            <a:ext cx="439536" cy="0"/>
          </a:xfrm>
          <a:prstGeom prst="straightConnector1">
            <a:avLst/>
          </a:prstGeom>
          <a:ln w="50800" cap="rnd">
            <a:solidFill>
              <a:schemeClr val="accent6"/>
            </a:solidFill>
            <a:round/>
            <a:tailEnd type="triangle" w="med" len="med"/>
          </a:ln>
        </p:spPr>
        <p:style>
          <a:lnRef idx="1">
            <a:schemeClr val="accent1"/>
          </a:lnRef>
          <a:fillRef idx="0">
            <a:schemeClr val="accent1"/>
          </a:fillRef>
          <a:effectRef idx="0">
            <a:schemeClr val="accent1"/>
          </a:effectRef>
          <a:fontRef idx="minor">
            <a:schemeClr val="tx1"/>
          </a:fontRef>
        </p:style>
      </p:cxnSp>
    </p:spTree>
    <p:custDataLst>
      <p:tags r:id="rId1"/>
    </p:custDataLst>
    <p:extLst>
      <p:ext uri="{BB962C8B-B14F-4D97-AF65-F5344CB8AC3E}">
        <p14:creationId xmlns:p14="http://schemas.microsoft.com/office/powerpoint/2010/main" val="3071150329"/>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2" presetClass="entr" presetSubtype="1" fill="hold" nodeType="withEffect">
                                  <p:stCondLst>
                                    <p:cond delay="0"/>
                                  </p:stCondLst>
                                  <p:childTnLst>
                                    <p:set>
                                      <p:cBhvr>
                                        <p:cTn id="6" dur="1" fill="hold">
                                          <p:stCondLst>
                                            <p:cond delay="0"/>
                                          </p:stCondLst>
                                        </p:cTn>
                                        <p:tgtEl>
                                          <p:spTgt spid="4"/>
                                        </p:tgtEl>
                                        <p:attrNameLst>
                                          <p:attrName>style.visibility</p:attrName>
                                        </p:attrNameLst>
                                      </p:cBhvr>
                                      <p:to>
                                        <p:strVal val="visible"/>
                                      </p:to>
                                    </p:set>
                                    <p:anim calcmode="lin" valueType="num">
                                      <p:cBhvr additive="base">
                                        <p:cTn id="7" dur="1000"/>
                                        <p:tgtEl>
                                          <p:spTgt spid="4"/>
                                        </p:tgtEl>
                                        <p:attrNameLst>
                                          <p:attrName>ppt_y</p:attrName>
                                        </p:attrNameLst>
                                      </p:cBhvr>
                                      <p:tavLst>
                                        <p:tav tm="0">
                                          <p:val>
                                            <p:strVal val="#ppt_y-#ppt_h*1.125000"/>
                                          </p:val>
                                        </p:tav>
                                        <p:tav tm="100000">
                                          <p:val>
                                            <p:strVal val="#ppt_y"/>
                                          </p:val>
                                        </p:tav>
                                      </p:tavLst>
                                    </p:anim>
                                    <p:animEffect transition="in" filter="wipe(down)">
                                      <p:cBhvr>
                                        <p:cTn id="8" dur="1000"/>
                                        <p:tgtEl>
                                          <p:spTgt spid="4"/>
                                        </p:tgtEl>
                                      </p:cBhvr>
                                    </p:animEffect>
                                  </p:childTnLst>
                                </p:cTn>
                              </p:par>
                              <p:par>
                                <p:cTn id="9" presetID="30" presetClass="entr" presetSubtype="0" fill="hold" nodeType="withEffect">
                                  <p:stCondLst>
                                    <p:cond delay="0"/>
                                  </p:stCondLst>
                                  <p:childTnLst>
                                    <p:set>
                                      <p:cBhvr>
                                        <p:cTn id="10" dur="1" fill="hold">
                                          <p:stCondLst>
                                            <p:cond delay="0"/>
                                          </p:stCondLst>
                                        </p:cTn>
                                        <p:tgtEl>
                                          <p:spTgt spid="36"/>
                                        </p:tgtEl>
                                        <p:attrNameLst>
                                          <p:attrName>style.visibility</p:attrName>
                                        </p:attrNameLst>
                                      </p:cBhvr>
                                      <p:to>
                                        <p:strVal val="visible"/>
                                      </p:to>
                                    </p:set>
                                    <p:animEffect transition="in" filter="fade">
                                      <p:cBhvr>
                                        <p:cTn id="11" dur="800" decel="100000"/>
                                        <p:tgtEl>
                                          <p:spTgt spid="36"/>
                                        </p:tgtEl>
                                      </p:cBhvr>
                                    </p:animEffect>
                                    <p:anim calcmode="lin" valueType="num">
                                      <p:cBhvr>
                                        <p:cTn id="12" dur="800" decel="100000" fill="hold"/>
                                        <p:tgtEl>
                                          <p:spTgt spid="36"/>
                                        </p:tgtEl>
                                        <p:attrNameLst>
                                          <p:attrName>style.rotation</p:attrName>
                                        </p:attrNameLst>
                                      </p:cBhvr>
                                      <p:tavLst>
                                        <p:tav tm="0">
                                          <p:val>
                                            <p:fltVal val="-90"/>
                                          </p:val>
                                        </p:tav>
                                        <p:tav tm="100000">
                                          <p:val>
                                            <p:fltVal val="0"/>
                                          </p:val>
                                        </p:tav>
                                      </p:tavLst>
                                    </p:anim>
                                    <p:anim calcmode="lin" valueType="num">
                                      <p:cBhvr>
                                        <p:cTn id="13" dur="800" decel="100000" fill="hold"/>
                                        <p:tgtEl>
                                          <p:spTgt spid="36"/>
                                        </p:tgtEl>
                                        <p:attrNameLst>
                                          <p:attrName>ppt_x</p:attrName>
                                        </p:attrNameLst>
                                      </p:cBhvr>
                                      <p:tavLst>
                                        <p:tav tm="0">
                                          <p:val>
                                            <p:strVal val="#ppt_x+0.4"/>
                                          </p:val>
                                        </p:tav>
                                        <p:tav tm="100000">
                                          <p:val>
                                            <p:strVal val="#ppt_x-0.05"/>
                                          </p:val>
                                        </p:tav>
                                      </p:tavLst>
                                    </p:anim>
                                    <p:anim calcmode="lin" valueType="num">
                                      <p:cBhvr>
                                        <p:cTn id="14" dur="800" decel="100000" fill="hold"/>
                                        <p:tgtEl>
                                          <p:spTgt spid="36"/>
                                        </p:tgtEl>
                                        <p:attrNameLst>
                                          <p:attrName>ppt_y</p:attrName>
                                        </p:attrNameLst>
                                      </p:cBhvr>
                                      <p:tavLst>
                                        <p:tav tm="0">
                                          <p:val>
                                            <p:strVal val="#ppt_y-0.4"/>
                                          </p:val>
                                        </p:tav>
                                        <p:tav tm="100000">
                                          <p:val>
                                            <p:strVal val="#ppt_y+0.1"/>
                                          </p:val>
                                        </p:tav>
                                      </p:tavLst>
                                    </p:anim>
                                    <p:anim calcmode="lin" valueType="num">
                                      <p:cBhvr>
                                        <p:cTn id="15" dur="200" accel="100000" fill="hold">
                                          <p:stCondLst>
                                            <p:cond delay="800"/>
                                          </p:stCondLst>
                                        </p:cTn>
                                        <p:tgtEl>
                                          <p:spTgt spid="36"/>
                                        </p:tgtEl>
                                        <p:attrNameLst>
                                          <p:attrName>ppt_x</p:attrName>
                                        </p:attrNameLst>
                                      </p:cBhvr>
                                      <p:tavLst>
                                        <p:tav tm="0">
                                          <p:val>
                                            <p:strVal val="#ppt_x-0.05"/>
                                          </p:val>
                                        </p:tav>
                                        <p:tav tm="100000">
                                          <p:val>
                                            <p:strVal val="#ppt_x"/>
                                          </p:val>
                                        </p:tav>
                                      </p:tavLst>
                                    </p:anim>
                                    <p:anim calcmode="lin" valueType="num">
                                      <p:cBhvr>
                                        <p:cTn id="16" dur="200" accel="100000" fill="hold">
                                          <p:stCondLst>
                                            <p:cond delay="800"/>
                                          </p:stCondLst>
                                        </p:cTn>
                                        <p:tgtEl>
                                          <p:spTgt spid="36"/>
                                        </p:tgtEl>
                                        <p:attrNameLst>
                                          <p:attrName>ppt_y</p:attrName>
                                        </p:attrNameLst>
                                      </p:cBhvr>
                                      <p:tavLst>
                                        <p:tav tm="0">
                                          <p:val>
                                            <p:strVal val="#ppt_y+0.1"/>
                                          </p:val>
                                        </p:tav>
                                        <p:tav tm="100000">
                                          <p:val>
                                            <p:strVal val="#ppt_y"/>
                                          </p:val>
                                        </p:tav>
                                      </p:tavLst>
                                    </p:anim>
                                  </p:childTnLst>
                                </p:cTn>
                              </p:par>
                            </p:childTnLst>
                          </p:cTn>
                        </p:par>
                      </p:childTnLst>
                    </p:cTn>
                  </p:par>
                  <p:par>
                    <p:cTn id="17" fill="hold">
                      <p:stCondLst>
                        <p:cond delay="indefinite"/>
                      </p:stCondLst>
                      <p:childTnLst>
                        <p:par>
                          <p:cTn id="18" fill="hold">
                            <p:stCondLst>
                              <p:cond delay="0"/>
                            </p:stCondLst>
                            <p:childTnLst>
                              <p:par>
                                <p:cTn id="19" presetID="47" presetClass="entr" presetSubtype="0" fill="hold" grpId="0" nodeType="clickEffect">
                                  <p:stCondLst>
                                    <p:cond delay="0"/>
                                  </p:stCondLst>
                                  <p:childTnLst>
                                    <p:set>
                                      <p:cBhvr>
                                        <p:cTn id="20" dur="1" fill="hold">
                                          <p:stCondLst>
                                            <p:cond delay="0"/>
                                          </p:stCondLst>
                                        </p:cTn>
                                        <p:tgtEl>
                                          <p:spTgt spid="37"/>
                                        </p:tgtEl>
                                        <p:attrNameLst>
                                          <p:attrName>style.visibility</p:attrName>
                                        </p:attrNameLst>
                                      </p:cBhvr>
                                      <p:to>
                                        <p:strVal val="visible"/>
                                      </p:to>
                                    </p:set>
                                    <p:animEffect transition="in" filter="fade">
                                      <p:cBhvr>
                                        <p:cTn id="21" dur="1000"/>
                                        <p:tgtEl>
                                          <p:spTgt spid="37"/>
                                        </p:tgtEl>
                                      </p:cBhvr>
                                    </p:animEffect>
                                    <p:anim calcmode="lin" valueType="num">
                                      <p:cBhvr>
                                        <p:cTn id="22" dur="1000" fill="hold"/>
                                        <p:tgtEl>
                                          <p:spTgt spid="37"/>
                                        </p:tgtEl>
                                        <p:attrNameLst>
                                          <p:attrName>ppt_x</p:attrName>
                                        </p:attrNameLst>
                                      </p:cBhvr>
                                      <p:tavLst>
                                        <p:tav tm="0">
                                          <p:val>
                                            <p:strVal val="#ppt_x"/>
                                          </p:val>
                                        </p:tav>
                                        <p:tav tm="100000">
                                          <p:val>
                                            <p:strVal val="#ppt_x"/>
                                          </p:val>
                                        </p:tav>
                                      </p:tavLst>
                                    </p:anim>
                                    <p:anim calcmode="lin" valueType="num">
                                      <p:cBhvr>
                                        <p:cTn id="23" dur="1000" fill="hold"/>
                                        <p:tgtEl>
                                          <p:spTgt spid="37"/>
                                        </p:tgtEl>
                                        <p:attrNameLst>
                                          <p:attrName>ppt_y</p:attrName>
                                        </p:attrNameLst>
                                      </p:cBhvr>
                                      <p:tavLst>
                                        <p:tav tm="0">
                                          <p:val>
                                            <p:strVal val="#ppt_y-.1"/>
                                          </p:val>
                                        </p:tav>
                                        <p:tav tm="100000">
                                          <p:val>
                                            <p:strVal val="#ppt_y"/>
                                          </p:val>
                                        </p:tav>
                                      </p:tavLst>
                                    </p:anim>
                                  </p:childTnLst>
                                </p:cTn>
                              </p:par>
                            </p:childTnLst>
                          </p:cTn>
                        </p:par>
                      </p:childTnLst>
                    </p:cTn>
                  </p:par>
                  <p:par>
                    <p:cTn id="24" fill="hold">
                      <p:stCondLst>
                        <p:cond delay="indefinite"/>
                      </p:stCondLst>
                      <p:childTnLst>
                        <p:par>
                          <p:cTn id="25" fill="hold">
                            <p:stCondLst>
                              <p:cond delay="0"/>
                            </p:stCondLst>
                            <p:childTnLst>
                              <p:par>
                                <p:cTn id="26" presetID="47" presetClass="entr" presetSubtype="0" fill="hold" grpId="0" nodeType="clickEffect">
                                  <p:stCondLst>
                                    <p:cond delay="0"/>
                                  </p:stCondLst>
                                  <p:childTnLst>
                                    <p:set>
                                      <p:cBhvr>
                                        <p:cTn id="27" dur="1" fill="hold">
                                          <p:stCondLst>
                                            <p:cond delay="0"/>
                                          </p:stCondLst>
                                        </p:cTn>
                                        <p:tgtEl>
                                          <p:spTgt spid="38"/>
                                        </p:tgtEl>
                                        <p:attrNameLst>
                                          <p:attrName>style.visibility</p:attrName>
                                        </p:attrNameLst>
                                      </p:cBhvr>
                                      <p:to>
                                        <p:strVal val="visible"/>
                                      </p:to>
                                    </p:set>
                                    <p:animEffect transition="in" filter="fade">
                                      <p:cBhvr>
                                        <p:cTn id="28" dur="1000"/>
                                        <p:tgtEl>
                                          <p:spTgt spid="38"/>
                                        </p:tgtEl>
                                      </p:cBhvr>
                                    </p:animEffect>
                                    <p:anim calcmode="lin" valueType="num">
                                      <p:cBhvr>
                                        <p:cTn id="29" dur="1000" fill="hold"/>
                                        <p:tgtEl>
                                          <p:spTgt spid="38"/>
                                        </p:tgtEl>
                                        <p:attrNameLst>
                                          <p:attrName>ppt_x</p:attrName>
                                        </p:attrNameLst>
                                      </p:cBhvr>
                                      <p:tavLst>
                                        <p:tav tm="0">
                                          <p:val>
                                            <p:strVal val="#ppt_x"/>
                                          </p:val>
                                        </p:tav>
                                        <p:tav tm="100000">
                                          <p:val>
                                            <p:strVal val="#ppt_x"/>
                                          </p:val>
                                        </p:tav>
                                      </p:tavLst>
                                    </p:anim>
                                    <p:anim calcmode="lin" valueType="num">
                                      <p:cBhvr>
                                        <p:cTn id="30" dur="1000" fill="hold"/>
                                        <p:tgtEl>
                                          <p:spTgt spid="38"/>
                                        </p:tgtEl>
                                        <p:attrNameLst>
                                          <p:attrName>ppt_y</p:attrName>
                                        </p:attrNameLst>
                                      </p:cBhvr>
                                      <p:tavLst>
                                        <p:tav tm="0">
                                          <p:val>
                                            <p:strVal val="#ppt_y-.1"/>
                                          </p:val>
                                        </p:tav>
                                        <p:tav tm="100000">
                                          <p:val>
                                            <p:strVal val="#ppt_y"/>
                                          </p:val>
                                        </p:tav>
                                      </p:tavLst>
                                    </p:anim>
                                  </p:childTnLst>
                                </p:cTn>
                              </p:par>
                            </p:childTnLst>
                          </p:cTn>
                        </p:par>
                      </p:childTnLst>
                    </p:cTn>
                  </p:par>
                  <p:par>
                    <p:cTn id="31" fill="hold">
                      <p:stCondLst>
                        <p:cond delay="indefinite"/>
                      </p:stCondLst>
                      <p:childTnLst>
                        <p:par>
                          <p:cTn id="32" fill="hold">
                            <p:stCondLst>
                              <p:cond delay="0"/>
                            </p:stCondLst>
                            <p:childTnLst>
                              <p:par>
                                <p:cTn id="33" presetID="22" presetClass="entr" presetSubtype="4" fill="hold" nodeType="clickEffect">
                                  <p:stCondLst>
                                    <p:cond delay="0"/>
                                  </p:stCondLst>
                                  <p:childTnLst>
                                    <p:set>
                                      <p:cBhvr>
                                        <p:cTn id="34" dur="1" fill="hold">
                                          <p:stCondLst>
                                            <p:cond delay="0"/>
                                          </p:stCondLst>
                                        </p:cTn>
                                        <p:tgtEl>
                                          <p:spTgt spid="30"/>
                                        </p:tgtEl>
                                        <p:attrNameLst>
                                          <p:attrName>style.visibility</p:attrName>
                                        </p:attrNameLst>
                                      </p:cBhvr>
                                      <p:to>
                                        <p:strVal val="visible"/>
                                      </p:to>
                                    </p:set>
                                    <p:animEffect transition="in" filter="wipe(down)">
                                      <p:cBhvr>
                                        <p:cTn id="35" dur="1000"/>
                                        <p:tgtEl>
                                          <p:spTgt spid="30"/>
                                        </p:tgtEl>
                                      </p:cBhvr>
                                    </p:animEffect>
                                  </p:childTnLst>
                                </p:cTn>
                              </p:par>
                              <p:par>
                                <p:cTn id="36" presetID="22" presetClass="entr" presetSubtype="2" fill="hold" nodeType="withEffect">
                                  <p:stCondLst>
                                    <p:cond delay="800"/>
                                  </p:stCondLst>
                                  <p:childTnLst>
                                    <p:set>
                                      <p:cBhvr>
                                        <p:cTn id="37" dur="1" fill="hold">
                                          <p:stCondLst>
                                            <p:cond delay="0"/>
                                          </p:stCondLst>
                                        </p:cTn>
                                        <p:tgtEl>
                                          <p:spTgt spid="41"/>
                                        </p:tgtEl>
                                        <p:attrNameLst>
                                          <p:attrName>style.visibility</p:attrName>
                                        </p:attrNameLst>
                                      </p:cBhvr>
                                      <p:to>
                                        <p:strVal val="visible"/>
                                      </p:to>
                                    </p:set>
                                    <p:animEffect transition="in" filter="wipe(right)">
                                      <p:cBhvr>
                                        <p:cTn id="38" dur="500"/>
                                        <p:tgtEl>
                                          <p:spTgt spid="41"/>
                                        </p:tgtEl>
                                      </p:cBhvr>
                                    </p:animEffect>
                                  </p:childTnLst>
                                </p:cTn>
                              </p:par>
                              <p:par>
                                <p:cTn id="39" presetID="22" presetClass="entr" presetSubtype="8" fill="hold" nodeType="withEffect">
                                  <p:stCondLst>
                                    <p:cond delay="800"/>
                                  </p:stCondLst>
                                  <p:childTnLst>
                                    <p:set>
                                      <p:cBhvr>
                                        <p:cTn id="40" dur="1" fill="hold">
                                          <p:stCondLst>
                                            <p:cond delay="0"/>
                                          </p:stCondLst>
                                        </p:cTn>
                                        <p:tgtEl>
                                          <p:spTgt spid="39"/>
                                        </p:tgtEl>
                                        <p:attrNameLst>
                                          <p:attrName>style.visibility</p:attrName>
                                        </p:attrNameLst>
                                      </p:cBhvr>
                                      <p:to>
                                        <p:strVal val="visible"/>
                                      </p:to>
                                    </p:set>
                                    <p:animEffect transition="in" filter="wipe(left)">
                                      <p:cBhvr>
                                        <p:cTn id="41" dur="500"/>
                                        <p:tgtEl>
                                          <p:spTgt spid="39"/>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7" grpId="0"/>
      <p:bldP spid="38" grpId="0"/>
    </p:bldLst>
  </p:timing>
</p:sld>
</file>

<file path=ppt/slides/slide33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68" name="组合 67">
            <a:extLst>
              <a:ext uri="{FF2B5EF4-FFF2-40B4-BE49-F238E27FC236}">
                <a16:creationId xmlns:a16="http://schemas.microsoft.com/office/drawing/2014/main" id="{1BAA1B09-781D-487C-AD24-A924E84F1899}"/>
              </a:ext>
            </a:extLst>
          </p:cNvPr>
          <p:cNvGrpSpPr/>
          <p:nvPr/>
        </p:nvGrpSpPr>
        <p:grpSpPr>
          <a:xfrm>
            <a:off x="5657193" y="3459317"/>
            <a:ext cx="2941321" cy="677604"/>
            <a:chOff x="1216613" y="3459317"/>
            <a:chExt cx="2941321" cy="677604"/>
          </a:xfrm>
        </p:grpSpPr>
        <p:sp>
          <p:nvSpPr>
            <p:cNvPr id="69" name="íşlïḍè">
              <a:extLst>
                <a:ext uri="{FF2B5EF4-FFF2-40B4-BE49-F238E27FC236}">
                  <a16:creationId xmlns:a16="http://schemas.microsoft.com/office/drawing/2014/main" id="{8A71A9C2-E0E2-4942-9BE6-102F7DC01E13}"/>
                </a:ext>
              </a:extLst>
            </p:cNvPr>
            <p:cNvSpPr txBox="1"/>
            <p:nvPr/>
          </p:nvSpPr>
          <p:spPr>
            <a:xfrm>
              <a:off x="1216613" y="3459317"/>
              <a:ext cx="2941321" cy="313194"/>
            </a:xfrm>
            <a:prstGeom prst="rect">
              <a:avLst/>
            </a:prstGeom>
            <a:noFill/>
          </p:spPr>
          <p:txBody>
            <a:bodyPr wrap="square" lIns="91440" tIns="45720" rIns="91440" bIns="45720" anchor="ctr">
              <a:noAutofit/>
            </a:bodyPr>
            <a:lstStyle/>
            <a:p>
              <a:pPr algn="ctr"/>
              <a:r>
                <a:rPr lang="zh-CN" altLang="en-US" b="1" dirty="0">
                  <a:latin typeface="Arial Narrow" panose="020B0606020202030204" pitchFamily="34" charset="0"/>
                </a:rPr>
                <a:t>检测到信道空闲</a:t>
              </a:r>
              <a:r>
                <a:rPr lang="en-US" altLang="zh-CN" b="1" dirty="0">
                  <a:latin typeface="Arial Narrow" panose="020B0606020202030204" pitchFamily="34" charset="0"/>
                </a:rPr>
                <a:t>96</a:t>
              </a:r>
              <a:r>
                <a:rPr lang="zh-CN" altLang="en-US" b="1" dirty="0">
                  <a:latin typeface="Arial Narrow" panose="020B0606020202030204" pitchFamily="34" charset="0"/>
                </a:rPr>
                <a:t>比特时间</a:t>
              </a:r>
              <a:endParaRPr lang="en-US" altLang="zh-CN" b="1" dirty="0">
                <a:latin typeface="Arial Narrow" panose="020B0606020202030204" pitchFamily="34" charset="0"/>
              </a:endParaRPr>
            </a:p>
          </p:txBody>
        </p:sp>
        <p:sp>
          <p:nvSpPr>
            <p:cNvPr id="70" name="íşlïḍè">
              <a:extLst>
                <a:ext uri="{FF2B5EF4-FFF2-40B4-BE49-F238E27FC236}">
                  <a16:creationId xmlns:a16="http://schemas.microsoft.com/office/drawing/2014/main" id="{84F4D2BD-9C52-49CE-97D6-26BAA8B56213}"/>
                </a:ext>
              </a:extLst>
            </p:cNvPr>
            <p:cNvSpPr txBox="1"/>
            <p:nvPr/>
          </p:nvSpPr>
          <p:spPr>
            <a:xfrm>
              <a:off x="1688127" y="3823727"/>
              <a:ext cx="2021114" cy="313194"/>
            </a:xfrm>
            <a:prstGeom prst="rect">
              <a:avLst/>
            </a:prstGeom>
            <a:noFill/>
          </p:spPr>
          <p:txBody>
            <a:bodyPr wrap="square" lIns="91440" tIns="45720" rIns="91440" bIns="45720" anchor="ctr">
              <a:noAutofit/>
            </a:bodyPr>
            <a:lstStyle/>
            <a:p>
              <a:pPr algn="ctr"/>
              <a:r>
                <a:rPr lang="zh-CN" altLang="en-US" b="1" dirty="0">
                  <a:latin typeface="Arial Narrow" panose="020B0606020202030204" pitchFamily="34" charset="0"/>
                </a:rPr>
                <a:t>发送帧</a:t>
              </a:r>
            </a:p>
          </p:txBody>
        </p:sp>
      </p:grpSp>
      <p:grpSp>
        <p:nvGrpSpPr>
          <p:cNvPr id="27" name="组合 26">
            <a:extLst>
              <a:ext uri="{FF2B5EF4-FFF2-40B4-BE49-F238E27FC236}">
                <a16:creationId xmlns:a16="http://schemas.microsoft.com/office/drawing/2014/main" id="{FD009FDE-6241-47B6-8086-C51880F2341C}"/>
              </a:ext>
            </a:extLst>
          </p:cNvPr>
          <p:cNvGrpSpPr/>
          <p:nvPr/>
        </p:nvGrpSpPr>
        <p:grpSpPr>
          <a:xfrm>
            <a:off x="1216614" y="3459317"/>
            <a:ext cx="2421888" cy="677604"/>
            <a:chOff x="1216614" y="3459317"/>
            <a:chExt cx="2421888" cy="677604"/>
          </a:xfrm>
        </p:grpSpPr>
        <p:sp>
          <p:nvSpPr>
            <p:cNvPr id="37" name="íşlïḍè">
              <a:extLst>
                <a:ext uri="{FF2B5EF4-FFF2-40B4-BE49-F238E27FC236}">
                  <a16:creationId xmlns:a16="http://schemas.microsoft.com/office/drawing/2014/main" id="{5147B48C-3C56-447A-9F8D-B61A31C6CFF8}"/>
                </a:ext>
              </a:extLst>
            </p:cNvPr>
            <p:cNvSpPr txBox="1"/>
            <p:nvPr/>
          </p:nvSpPr>
          <p:spPr>
            <a:xfrm>
              <a:off x="1216614" y="3459317"/>
              <a:ext cx="2421888" cy="313194"/>
            </a:xfrm>
            <a:prstGeom prst="rect">
              <a:avLst/>
            </a:prstGeom>
            <a:noFill/>
          </p:spPr>
          <p:txBody>
            <a:bodyPr wrap="square" lIns="91440" tIns="45720" rIns="91440" bIns="45720" anchor="ctr">
              <a:noAutofit/>
            </a:bodyPr>
            <a:lstStyle/>
            <a:p>
              <a:pPr algn="ctr"/>
              <a:r>
                <a:rPr lang="zh-CN" altLang="en-US" b="1" dirty="0">
                  <a:latin typeface="Arial Narrow" panose="020B0606020202030204" pitchFamily="34" charset="0"/>
                </a:rPr>
                <a:t>发送完毕</a:t>
              </a:r>
            </a:p>
          </p:txBody>
        </p:sp>
        <p:sp>
          <p:nvSpPr>
            <p:cNvPr id="38" name="íşlïḍè">
              <a:extLst>
                <a:ext uri="{FF2B5EF4-FFF2-40B4-BE49-F238E27FC236}">
                  <a16:creationId xmlns:a16="http://schemas.microsoft.com/office/drawing/2014/main" id="{90D7EF3D-7322-46CB-8A79-A67C4294AA2A}"/>
                </a:ext>
              </a:extLst>
            </p:cNvPr>
            <p:cNvSpPr txBox="1"/>
            <p:nvPr/>
          </p:nvSpPr>
          <p:spPr>
            <a:xfrm>
              <a:off x="1418411" y="3823727"/>
              <a:ext cx="2021114" cy="313194"/>
            </a:xfrm>
            <a:prstGeom prst="rect">
              <a:avLst/>
            </a:prstGeom>
            <a:noFill/>
          </p:spPr>
          <p:txBody>
            <a:bodyPr wrap="square" lIns="91440" tIns="45720" rIns="91440" bIns="45720" anchor="ctr">
              <a:noAutofit/>
            </a:bodyPr>
            <a:lstStyle/>
            <a:p>
              <a:pPr algn="ctr"/>
              <a:r>
                <a:rPr lang="zh-CN" altLang="en-US" b="1" dirty="0">
                  <a:solidFill>
                    <a:schemeClr val="accent1">
                      <a:lumMod val="75000"/>
                    </a:schemeClr>
                  </a:solidFill>
                  <a:latin typeface="Arial Narrow" panose="020B0606020202030204" pitchFamily="34" charset="0"/>
                </a:rPr>
                <a:t>不再进行碰撞检测</a:t>
              </a:r>
            </a:p>
          </p:txBody>
        </p:sp>
      </p:grpSp>
      <p:grpSp>
        <p:nvGrpSpPr>
          <p:cNvPr id="4" name="组合 3">
            <a:extLst>
              <a:ext uri="{FF2B5EF4-FFF2-40B4-BE49-F238E27FC236}">
                <a16:creationId xmlns:a16="http://schemas.microsoft.com/office/drawing/2014/main" id="{9A1EA9F2-FCB6-48C3-935F-7AE7E3AD14AC}"/>
              </a:ext>
            </a:extLst>
          </p:cNvPr>
          <p:cNvGrpSpPr/>
          <p:nvPr/>
        </p:nvGrpSpPr>
        <p:grpSpPr>
          <a:xfrm>
            <a:off x="304799" y="749300"/>
            <a:ext cx="6192345" cy="400110"/>
            <a:chOff x="424116" y="898245"/>
            <a:chExt cx="6192345" cy="400110"/>
          </a:xfrm>
        </p:grpSpPr>
        <p:sp>
          <p:nvSpPr>
            <p:cNvPr id="2" name="平行四边形 1">
              <a:extLst>
                <a:ext uri="{FF2B5EF4-FFF2-40B4-BE49-F238E27FC236}">
                  <a16:creationId xmlns:a16="http://schemas.microsoft.com/office/drawing/2014/main" id="{1F5BAA3F-9845-4F89-A2DD-8222D3E4EDAC}"/>
                </a:ext>
              </a:extLst>
            </p:cNvPr>
            <p:cNvSpPr/>
            <p:nvPr/>
          </p:nvSpPr>
          <p:spPr>
            <a:xfrm>
              <a:off x="424116" y="898245"/>
              <a:ext cx="688541" cy="387090"/>
            </a:xfrm>
            <a:prstGeom prst="parallelogram">
              <a:avLst/>
            </a:prstGeom>
            <a:solidFill>
              <a:schemeClr val="accent3">
                <a:lumMod val="75000"/>
              </a:schemeClr>
            </a:solidFill>
            <a:ln>
              <a:solidFill>
                <a:schemeClr val="accent3">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CN" sz="2200" dirty="0">
                  <a:latin typeface="Impact" panose="020B0806030902050204" pitchFamily="34" charset="0"/>
                </a:rPr>
                <a:t>03</a:t>
              </a:r>
              <a:endParaRPr lang="zh-CN" altLang="en-US" sz="2200" dirty="0">
                <a:latin typeface="Impact" panose="020B0806030902050204" pitchFamily="34" charset="0"/>
              </a:endParaRPr>
            </a:p>
          </p:txBody>
        </p:sp>
        <p:sp>
          <p:nvSpPr>
            <p:cNvPr id="3" name="文本框 2">
              <a:extLst>
                <a:ext uri="{FF2B5EF4-FFF2-40B4-BE49-F238E27FC236}">
                  <a16:creationId xmlns:a16="http://schemas.microsoft.com/office/drawing/2014/main" id="{4D6BD736-A4D3-4F26-AFED-36E11F50F70B}"/>
                </a:ext>
              </a:extLst>
            </p:cNvPr>
            <p:cNvSpPr txBox="1"/>
            <p:nvPr/>
          </p:nvSpPr>
          <p:spPr>
            <a:xfrm>
              <a:off x="1052423" y="898245"/>
              <a:ext cx="5564038" cy="400110"/>
            </a:xfrm>
            <a:prstGeom prst="rect">
              <a:avLst/>
            </a:prstGeom>
            <a:noFill/>
          </p:spPr>
          <p:txBody>
            <a:bodyPr wrap="square" rtlCol="0">
              <a:spAutoFit/>
            </a:bodyPr>
            <a:lstStyle/>
            <a:p>
              <a:r>
                <a:rPr lang="zh-CN" altLang="en-US" sz="2000" b="1" dirty="0"/>
                <a:t>共享式以太网的最小帧长和最大帧长</a:t>
              </a:r>
              <a:endParaRPr lang="en-US" altLang="zh-CN" sz="2000" b="1" dirty="0"/>
            </a:p>
          </p:txBody>
        </p:sp>
      </p:grpSp>
      <p:grpSp>
        <p:nvGrpSpPr>
          <p:cNvPr id="36" name="组合 35">
            <a:extLst>
              <a:ext uri="{FF2B5EF4-FFF2-40B4-BE49-F238E27FC236}">
                <a16:creationId xmlns:a16="http://schemas.microsoft.com/office/drawing/2014/main" id="{63E838EE-B2A8-42D1-99FE-30430045CB2D}"/>
              </a:ext>
            </a:extLst>
          </p:cNvPr>
          <p:cNvGrpSpPr/>
          <p:nvPr/>
        </p:nvGrpSpPr>
        <p:grpSpPr>
          <a:xfrm>
            <a:off x="1624740" y="1929268"/>
            <a:ext cx="8955675" cy="1487218"/>
            <a:chOff x="1668486" y="2106882"/>
            <a:chExt cx="8955675" cy="1487218"/>
          </a:xfrm>
        </p:grpSpPr>
        <p:grpSp>
          <p:nvGrpSpPr>
            <p:cNvPr id="5" name="组合 4">
              <a:extLst>
                <a:ext uri="{FF2B5EF4-FFF2-40B4-BE49-F238E27FC236}">
                  <a16:creationId xmlns:a16="http://schemas.microsoft.com/office/drawing/2014/main" id="{53F81673-7277-430A-B188-899B82D65C15}"/>
                </a:ext>
              </a:extLst>
            </p:cNvPr>
            <p:cNvGrpSpPr/>
            <p:nvPr/>
          </p:nvGrpSpPr>
          <p:grpSpPr>
            <a:xfrm>
              <a:off x="2505604" y="2260293"/>
              <a:ext cx="7180791" cy="812800"/>
              <a:chOff x="2455280" y="3752911"/>
              <a:chExt cx="7180791" cy="812800"/>
            </a:xfrm>
          </p:grpSpPr>
          <p:cxnSp>
            <p:nvCxnSpPr>
              <p:cNvPr id="6" name="直接连接符 5">
                <a:extLst>
                  <a:ext uri="{FF2B5EF4-FFF2-40B4-BE49-F238E27FC236}">
                    <a16:creationId xmlns:a16="http://schemas.microsoft.com/office/drawing/2014/main" id="{645F269A-8CC2-460F-91FD-D04BBA594492}"/>
                  </a:ext>
                </a:extLst>
              </p:cNvPr>
              <p:cNvCxnSpPr/>
              <p:nvPr/>
            </p:nvCxnSpPr>
            <p:spPr>
              <a:xfrm flipV="1">
                <a:off x="9636071" y="3752911"/>
                <a:ext cx="0" cy="812800"/>
              </a:xfrm>
              <a:prstGeom prst="line">
                <a:avLst/>
              </a:prstGeom>
              <a:ln w="152400">
                <a:solidFill>
                  <a:schemeClr val="tx1"/>
                </a:solidFill>
                <a:tailEnd w="med" len="lg"/>
              </a:ln>
            </p:spPr>
            <p:style>
              <a:lnRef idx="1">
                <a:schemeClr val="accent1"/>
              </a:lnRef>
              <a:fillRef idx="0">
                <a:schemeClr val="accent1"/>
              </a:fillRef>
              <a:effectRef idx="0">
                <a:schemeClr val="accent1"/>
              </a:effectRef>
              <a:fontRef idx="minor">
                <a:schemeClr val="tx1"/>
              </a:fontRef>
            </p:style>
          </p:cxnSp>
          <p:cxnSp>
            <p:nvCxnSpPr>
              <p:cNvPr id="7" name="直接连接符 6">
                <a:extLst>
                  <a:ext uri="{FF2B5EF4-FFF2-40B4-BE49-F238E27FC236}">
                    <a16:creationId xmlns:a16="http://schemas.microsoft.com/office/drawing/2014/main" id="{BAD82238-EE1F-4F20-A566-86B504B37EEA}"/>
                  </a:ext>
                </a:extLst>
              </p:cNvPr>
              <p:cNvCxnSpPr/>
              <p:nvPr/>
            </p:nvCxnSpPr>
            <p:spPr>
              <a:xfrm flipV="1">
                <a:off x="2455280" y="3752911"/>
                <a:ext cx="0" cy="812800"/>
              </a:xfrm>
              <a:prstGeom prst="line">
                <a:avLst/>
              </a:prstGeom>
              <a:ln w="152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8" name="直接连接符 7">
                <a:extLst>
                  <a:ext uri="{FF2B5EF4-FFF2-40B4-BE49-F238E27FC236}">
                    <a16:creationId xmlns:a16="http://schemas.microsoft.com/office/drawing/2014/main" id="{2A2F95F2-3D53-4064-9F0D-39C1415AB1B6}"/>
                  </a:ext>
                </a:extLst>
              </p:cNvPr>
              <p:cNvCxnSpPr/>
              <p:nvPr/>
            </p:nvCxnSpPr>
            <p:spPr>
              <a:xfrm flipV="1">
                <a:off x="4878779" y="3752911"/>
                <a:ext cx="0" cy="812800"/>
              </a:xfrm>
              <a:prstGeom prst="line">
                <a:avLst/>
              </a:prstGeom>
              <a:ln w="152400">
                <a:solidFill>
                  <a:schemeClr val="tx1"/>
                </a:solidFill>
                <a:tailEnd w="med" len="lg"/>
              </a:ln>
            </p:spPr>
            <p:style>
              <a:lnRef idx="1">
                <a:schemeClr val="accent1"/>
              </a:lnRef>
              <a:fillRef idx="0">
                <a:schemeClr val="accent1"/>
              </a:fillRef>
              <a:effectRef idx="0">
                <a:schemeClr val="accent1"/>
              </a:effectRef>
              <a:fontRef idx="minor">
                <a:schemeClr val="tx1"/>
              </a:fontRef>
            </p:style>
          </p:cxnSp>
          <p:cxnSp>
            <p:nvCxnSpPr>
              <p:cNvPr id="9" name="直接连接符 8">
                <a:extLst>
                  <a:ext uri="{FF2B5EF4-FFF2-40B4-BE49-F238E27FC236}">
                    <a16:creationId xmlns:a16="http://schemas.microsoft.com/office/drawing/2014/main" id="{8B742966-92CD-493E-8782-3D0B92FEA149}"/>
                  </a:ext>
                </a:extLst>
              </p:cNvPr>
              <p:cNvCxnSpPr/>
              <p:nvPr/>
            </p:nvCxnSpPr>
            <p:spPr>
              <a:xfrm flipV="1">
                <a:off x="7249637" y="3752911"/>
                <a:ext cx="0" cy="812800"/>
              </a:xfrm>
              <a:prstGeom prst="line">
                <a:avLst/>
              </a:prstGeom>
              <a:ln w="1524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0" name="组合 9">
              <a:extLst>
                <a:ext uri="{FF2B5EF4-FFF2-40B4-BE49-F238E27FC236}">
                  <a16:creationId xmlns:a16="http://schemas.microsoft.com/office/drawing/2014/main" id="{70E1D9A5-DB2A-42F5-9168-6D78FA12E515}"/>
                </a:ext>
              </a:extLst>
            </p:cNvPr>
            <p:cNvGrpSpPr/>
            <p:nvPr/>
          </p:nvGrpSpPr>
          <p:grpSpPr>
            <a:xfrm>
              <a:off x="1668486" y="2106882"/>
              <a:ext cx="8955675" cy="238462"/>
              <a:chOff x="1618162" y="3599500"/>
              <a:chExt cx="8955675" cy="238462"/>
            </a:xfrm>
          </p:grpSpPr>
          <p:cxnSp>
            <p:nvCxnSpPr>
              <p:cNvPr id="11" name="直接连接符 10">
                <a:extLst>
                  <a:ext uri="{FF2B5EF4-FFF2-40B4-BE49-F238E27FC236}">
                    <a16:creationId xmlns:a16="http://schemas.microsoft.com/office/drawing/2014/main" id="{71EADB35-714B-4E13-8F95-224081CFF840}"/>
                  </a:ext>
                </a:extLst>
              </p:cNvPr>
              <p:cNvCxnSpPr>
                <a:cxnSpLocks/>
              </p:cNvCxnSpPr>
              <p:nvPr/>
            </p:nvCxnSpPr>
            <p:spPr>
              <a:xfrm>
                <a:off x="1749794" y="3725200"/>
                <a:ext cx="8622888" cy="0"/>
              </a:xfrm>
              <a:prstGeom prst="line">
                <a:avLst/>
              </a:prstGeom>
              <a:ln w="152400">
                <a:solidFill>
                  <a:schemeClr val="tx1"/>
                </a:solidFill>
              </a:ln>
            </p:spPr>
            <p:style>
              <a:lnRef idx="1">
                <a:schemeClr val="accent1"/>
              </a:lnRef>
              <a:fillRef idx="0">
                <a:schemeClr val="accent1"/>
              </a:fillRef>
              <a:effectRef idx="0">
                <a:schemeClr val="accent1"/>
              </a:effectRef>
              <a:fontRef idx="minor">
                <a:schemeClr val="tx1"/>
              </a:fontRef>
            </p:style>
          </p:cxnSp>
          <p:sp>
            <p:nvSpPr>
              <p:cNvPr id="12" name="矩形 11">
                <a:extLst>
                  <a:ext uri="{FF2B5EF4-FFF2-40B4-BE49-F238E27FC236}">
                    <a16:creationId xmlns:a16="http://schemas.microsoft.com/office/drawing/2014/main" id="{B432B91F-35EB-439C-97EE-242D4CC149F3}"/>
                  </a:ext>
                </a:extLst>
              </p:cNvPr>
              <p:cNvSpPr/>
              <p:nvPr/>
            </p:nvSpPr>
            <p:spPr>
              <a:xfrm>
                <a:off x="1618162" y="3599500"/>
                <a:ext cx="225524" cy="225524"/>
              </a:xfrm>
              <a:prstGeom prst="rect">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13" name="矩形 12">
                <a:extLst>
                  <a:ext uri="{FF2B5EF4-FFF2-40B4-BE49-F238E27FC236}">
                    <a16:creationId xmlns:a16="http://schemas.microsoft.com/office/drawing/2014/main" id="{9BD82429-09B9-4138-AE29-421147F1B8A4}"/>
                  </a:ext>
                </a:extLst>
              </p:cNvPr>
              <p:cNvSpPr/>
              <p:nvPr/>
            </p:nvSpPr>
            <p:spPr>
              <a:xfrm>
                <a:off x="10348313" y="3612438"/>
                <a:ext cx="225524" cy="225524"/>
              </a:xfrm>
              <a:prstGeom prst="rect">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grpSp>
        <p:grpSp>
          <p:nvGrpSpPr>
            <p:cNvPr id="14" name="组合 13">
              <a:extLst>
                <a:ext uri="{FF2B5EF4-FFF2-40B4-BE49-F238E27FC236}">
                  <a16:creationId xmlns:a16="http://schemas.microsoft.com/office/drawing/2014/main" id="{96A99507-89DA-4A05-A65F-C8515C0DADEA}"/>
                </a:ext>
              </a:extLst>
            </p:cNvPr>
            <p:cNvGrpSpPr/>
            <p:nvPr/>
          </p:nvGrpSpPr>
          <p:grpSpPr>
            <a:xfrm>
              <a:off x="2018998" y="2953018"/>
              <a:ext cx="7852814" cy="641082"/>
              <a:chOff x="1968674" y="4445636"/>
              <a:chExt cx="7852814" cy="641082"/>
            </a:xfrm>
          </p:grpSpPr>
          <p:grpSp>
            <p:nvGrpSpPr>
              <p:cNvPr id="15" name="组合 14">
                <a:extLst>
                  <a:ext uri="{FF2B5EF4-FFF2-40B4-BE49-F238E27FC236}">
                    <a16:creationId xmlns:a16="http://schemas.microsoft.com/office/drawing/2014/main" id="{AABB06AA-D45E-4FD9-B56E-FA6FF2380D1B}"/>
                  </a:ext>
                </a:extLst>
              </p:cNvPr>
              <p:cNvGrpSpPr/>
              <p:nvPr/>
            </p:nvGrpSpPr>
            <p:grpSpPr>
              <a:xfrm>
                <a:off x="1968674" y="4445636"/>
                <a:ext cx="662814" cy="641082"/>
                <a:chOff x="812355" y="3422987"/>
                <a:chExt cx="662814" cy="641082"/>
              </a:xfrm>
            </p:grpSpPr>
            <p:pic>
              <p:nvPicPr>
                <p:cNvPr id="25" name="图形 24">
                  <a:extLst>
                    <a:ext uri="{FF2B5EF4-FFF2-40B4-BE49-F238E27FC236}">
                      <a16:creationId xmlns:a16="http://schemas.microsoft.com/office/drawing/2014/main" id="{6B9C319F-3452-4B9D-B1BF-8393028A1A0D}"/>
                    </a:ext>
                  </a:extLst>
                </p:cNvPr>
                <p:cNvPicPr>
                  <a:picLocks noChangeAspect="1"/>
                </p:cNvPicPr>
                <p:nvPr/>
              </p:nvPicPr>
              <p:blipFill>
                <a:blip r:embed="rId3">
                  <a:extLst>
                    <a:ext uri="{28A0092B-C50C-407E-A947-70E740481C1C}">
                      <a14:useLocalDpi xmlns:a14="http://schemas.microsoft.com/office/drawing/2010/main" val="0"/>
                    </a:ext>
                    <a:ext uri="{96DAC541-7B7A-43D3-8B79-37D633B846F1}">
                      <asvg:svgBlip xmlns:asvg="http://schemas.microsoft.com/office/drawing/2016/SVG/main" r:embed="rId4"/>
                    </a:ext>
                  </a:extLst>
                </a:blip>
                <a:stretch>
                  <a:fillRect/>
                </a:stretch>
              </p:blipFill>
              <p:spPr>
                <a:xfrm>
                  <a:off x="812355" y="3422987"/>
                  <a:ext cx="662814" cy="641082"/>
                </a:xfrm>
                <a:prstGeom prst="rect">
                  <a:avLst/>
                </a:prstGeom>
              </p:spPr>
            </p:pic>
            <p:sp>
              <p:nvSpPr>
                <p:cNvPr id="26" name="文本框 25">
                  <a:extLst>
                    <a:ext uri="{FF2B5EF4-FFF2-40B4-BE49-F238E27FC236}">
                      <a16:creationId xmlns:a16="http://schemas.microsoft.com/office/drawing/2014/main" id="{259A2B82-D048-4BBE-9F66-93EB02EB7F0F}"/>
                    </a:ext>
                  </a:extLst>
                </p:cNvPr>
                <p:cNvSpPr txBox="1"/>
                <p:nvPr/>
              </p:nvSpPr>
              <p:spPr>
                <a:xfrm>
                  <a:off x="1087044" y="3451320"/>
                  <a:ext cx="355235" cy="400110"/>
                </a:xfrm>
                <a:prstGeom prst="rect">
                  <a:avLst/>
                </a:prstGeom>
                <a:noFill/>
              </p:spPr>
              <p:txBody>
                <a:bodyPr wrap="square" rtlCol="0">
                  <a:spAutoFit/>
                </a:bodyPr>
                <a:lstStyle/>
                <a:p>
                  <a:pPr algn="ctr"/>
                  <a:r>
                    <a:rPr lang="en-US" altLang="zh-CN" sz="2000" b="1" dirty="0">
                      <a:solidFill>
                        <a:schemeClr val="bg1"/>
                      </a:solidFill>
                      <a:latin typeface="Arial Black" panose="020B0A04020102020204" pitchFamily="34" charset="0"/>
                      <a:ea typeface="+mj-ea"/>
                    </a:rPr>
                    <a:t>A</a:t>
                  </a:r>
                  <a:endParaRPr lang="zh-CN" altLang="en-US" sz="2000" b="1" dirty="0">
                    <a:solidFill>
                      <a:schemeClr val="bg1"/>
                    </a:solidFill>
                    <a:latin typeface="Arial Black" panose="020B0A04020102020204" pitchFamily="34" charset="0"/>
                    <a:ea typeface="+mj-ea"/>
                  </a:endParaRPr>
                </a:p>
              </p:txBody>
            </p:sp>
          </p:grpSp>
          <p:grpSp>
            <p:nvGrpSpPr>
              <p:cNvPr id="16" name="组合 15">
                <a:extLst>
                  <a:ext uri="{FF2B5EF4-FFF2-40B4-BE49-F238E27FC236}">
                    <a16:creationId xmlns:a16="http://schemas.microsoft.com/office/drawing/2014/main" id="{B9CF07DA-4A48-4959-B5F9-DA23277AECA2}"/>
                  </a:ext>
                </a:extLst>
              </p:cNvPr>
              <p:cNvGrpSpPr/>
              <p:nvPr/>
            </p:nvGrpSpPr>
            <p:grpSpPr>
              <a:xfrm>
                <a:off x="4365341" y="4445636"/>
                <a:ext cx="662814" cy="641082"/>
                <a:chOff x="3209022" y="3422987"/>
                <a:chExt cx="662814" cy="641082"/>
              </a:xfrm>
            </p:grpSpPr>
            <p:pic>
              <p:nvPicPr>
                <p:cNvPr id="23" name="图形 22">
                  <a:extLst>
                    <a:ext uri="{FF2B5EF4-FFF2-40B4-BE49-F238E27FC236}">
                      <a16:creationId xmlns:a16="http://schemas.microsoft.com/office/drawing/2014/main" id="{30B3AAEC-4467-46A0-925C-0CDB77FBA7AF}"/>
                    </a:ext>
                  </a:extLst>
                </p:cNvPr>
                <p:cNvPicPr>
                  <a:picLocks noChangeAspect="1"/>
                </p:cNvPicPr>
                <p:nvPr/>
              </p:nvPicPr>
              <p:blipFill>
                <a:blip r:embed="rId3">
                  <a:extLst>
                    <a:ext uri="{28A0092B-C50C-407E-A947-70E740481C1C}">
                      <a14:useLocalDpi xmlns:a14="http://schemas.microsoft.com/office/drawing/2010/main" val="0"/>
                    </a:ext>
                    <a:ext uri="{96DAC541-7B7A-43D3-8B79-37D633B846F1}">
                      <asvg:svgBlip xmlns:asvg="http://schemas.microsoft.com/office/drawing/2016/SVG/main" r:embed="rId4"/>
                    </a:ext>
                  </a:extLst>
                </a:blip>
                <a:stretch>
                  <a:fillRect/>
                </a:stretch>
              </p:blipFill>
              <p:spPr>
                <a:xfrm>
                  <a:off x="3209022" y="3422987"/>
                  <a:ext cx="662814" cy="641082"/>
                </a:xfrm>
                <a:prstGeom prst="rect">
                  <a:avLst/>
                </a:prstGeom>
              </p:spPr>
            </p:pic>
            <p:sp>
              <p:nvSpPr>
                <p:cNvPr id="24" name="文本框 23">
                  <a:extLst>
                    <a:ext uri="{FF2B5EF4-FFF2-40B4-BE49-F238E27FC236}">
                      <a16:creationId xmlns:a16="http://schemas.microsoft.com/office/drawing/2014/main" id="{29A73D32-A593-4C08-99F7-0B2040C682A6}"/>
                    </a:ext>
                  </a:extLst>
                </p:cNvPr>
                <p:cNvSpPr txBox="1"/>
                <p:nvPr/>
              </p:nvSpPr>
              <p:spPr>
                <a:xfrm>
                  <a:off x="3490791" y="3451320"/>
                  <a:ext cx="355235" cy="400110"/>
                </a:xfrm>
                <a:prstGeom prst="rect">
                  <a:avLst/>
                </a:prstGeom>
                <a:noFill/>
              </p:spPr>
              <p:txBody>
                <a:bodyPr wrap="square" rtlCol="0">
                  <a:spAutoFit/>
                </a:bodyPr>
                <a:lstStyle/>
                <a:p>
                  <a:pPr algn="ctr"/>
                  <a:r>
                    <a:rPr lang="en-US" altLang="zh-CN" sz="2000" b="1" dirty="0">
                      <a:solidFill>
                        <a:schemeClr val="bg1"/>
                      </a:solidFill>
                      <a:latin typeface="Arial Black" panose="020B0A04020102020204" pitchFamily="34" charset="0"/>
                      <a:ea typeface="+mj-ea"/>
                    </a:rPr>
                    <a:t>B</a:t>
                  </a:r>
                  <a:endParaRPr lang="zh-CN" altLang="en-US" sz="2000" b="1" dirty="0">
                    <a:solidFill>
                      <a:schemeClr val="bg1"/>
                    </a:solidFill>
                    <a:latin typeface="Arial Black" panose="020B0A04020102020204" pitchFamily="34" charset="0"/>
                    <a:ea typeface="+mj-ea"/>
                  </a:endParaRPr>
                </a:p>
              </p:txBody>
            </p:sp>
          </p:grpSp>
          <p:grpSp>
            <p:nvGrpSpPr>
              <p:cNvPr id="17" name="组合 16">
                <a:extLst>
                  <a:ext uri="{FF2B5EF4-FFF2-40B4-BE49-F238E27FC236}">
                    <a16:creationId xmlns:a16="http://schemas.microsoft.com/office/drawing/2014/main" id="{6D719469-1F14-421D-AC24-5A2C6C668FF6}"/>
                  </a:ext>
                </a:extLst>
              </p:cNvPr>
              <p:cNvGrpSpPr/>
              <p:nvPr/>
            </p:nvGrpSpPr>
            <p:grpSpPr>
              <a:xfrm>
                <a:off x="6762008" y="4445636"/>
                <a:ext cx="662814" cy="641082"/>
                <a:chOff x="5605689" y="3422987"/>
                <a:chExt cx="662814" cy="641082"/>
              </a:xfrm>
            </p:grpSpPr>
            <p:pic>
              <p:nvPicPr>
                <p:cNvPr id="21" name="图形 20">
                  <a:extLst>
                    <a:ext uri="{FF2B5EF4-FFF2-40B4-BE49-F238E27FC236}">
                      <a16:creationId xmlns:a16="http://schemas.microsoft.com/office/drawing/2014/main" id="{189E947E-5907-4927-855D-32E344CF03CE}"/>
                    </a:ext>
                  </a:extLst>
                </p:cNvPr>
                <p:cNvPicPr>
                  <a:picLocks noChangeAspect="1"/>
                </p:cNvPicPr>
                <p:nvPr/>
              </p:nvPicPr>
              <p:blipFill>
                <a:blip r:embed="rId3">
                  <a:extLst>
                    <a:ext uri="{28A0092B-C50C-407E-A947-70E740481C1C}">
                      <a14:useLocalDpi xmlns:a14="http://schemas.microsoft.com/office/drawing/2010/main" val="0"/>
                    </a:ext>
                    <a:ext uri="{96DAC541-7B7A-43D3-8B79-37D633B846F1}">
                      <asvg:svgBlip xmlns:asvg="http://schemas.microsoft.com/office/drawing/2016/SVG/main" r:embed="rId4"/>
                    </a:ext>
                  </a:extLst>
                </a:blip>
                <a:stretch>
                  <a:fillRect/>
                </a:stretch>
              </p:blipFill>
              <p:spPr>
                <a:xfrm>
                  <a:off x="5605689" y="3422987"/>
                  <a:ext cx="662814" cy="641082"/>
                </a:xfrm>
                <a:prstGeom prst="rect">
                  <a:avLst/>
                </a:prstGeom>
              </p:spPr>
            </p:pic>
            <p:sp>
              <p:nvSpPr>
                <p:cNvPr id="22" name="文本框 21">
                  <a:extLst>
                    <a:ext uri="{FF2B5EF4-FFF2-40B4-BE49-F238E27FC236}">
                      <a16:creationId xmlns:a16="http://schemas.microsoft.com/office/drawing/2014/main" id="{1F38D3DA-F21B-481F-828C-EC9D2210C8A4}"/>
                    </a:ext>
                  </a:extLst>
                </p:cNvPr>
                <p:cNvSpPr txBox="1"/>
                <p:nvPr/>
              </p:nvSpPr>
              <p:spPr>
                <a:xfrm>
                  <a:off x="5885506" y="3451320"/>
                  <a:ext cx="355235" cy="400110"/>
                </a:xfrm>
                <a:prstGeom prst="rect">
                  <a:avLst/>
                </a:prstGeom>
                <a:noFill/>
              </p:spPr>
              <p:txBody>
                <a:bodyPr wrap="square" rtlCol="0">
                  <a:spAutoFit/>
                </a:bodyPr>
                <a:lstStyle/>
                <a:p>
                  <a:pPr algn="ctr"/>
                  <a:r>
                    <a:rPr lang="en-US" altLang="zh-CN" sz="2000" b="1" dirty="0">
                      <a:solidFill>
                        <a:schemeClr val="bg1"/>
                      </a:solidFill>
                      <a:latin typeface="Arial Black" panose="020B0A04020102020204" pitchFamily="34" charset="0"/>
                      <a:ea typeface="+mj-ea"/>
                    </a:rPr>
                    <a:t>C</a:t>
                  </a:r>
                  <a:endParaRPr lang="zh-CN" altLang="en-US" sz="2000" b="1" dirty="0">
                    <a:solidFill>
                      <a:schemeClr val="bg1"/>
                    </a:solidFill>
                    <a:latin typeface="Arial Black" panose="020B0A04020102020204" pitchFamily="34" charset="0"/>
                    <a:ea typeface="+mj-ea"/>
                  </a:endParaRPr>
                </a:p>
              </p:txBody>
            </p:sp>
          </p:grpSp>
          <p:grpSp>
            <p:nvGrpSpPr>
              <p:cNvPr id="18" name="组合 17">
                <a:extLst>
                  <a:ext uri="{FF2B5EF4-FFF2-40B4-BE49-F238E27FC236}">
                    <a16:creationId xmlns:a16="http://schemas.microsoft.com/office/drawing/2014/main" id="{781A7464-9676-4781-80F5-98E6387C26A0}"/>
                  </a:ext>
                </a:extLst>
              </p:cNvPr>
              <p:cNvGrpSpPr/>
              <p:nvPr/>
            </p:nvGrpSpPr>
            <p:grpSpPr>
              <a:xfrm>
                <a:off x="9158674" y="4445636"/>
                <a:ext cx="662814" cy="641082"/>
                <a:chOff x="8002355" y="3422987"/>
                <a:chExt cx="662814" cy="641082"/>
              </a:xfrm>
            </p:grpSpPr>
            <p:pic>
              <p:nvPicPr>
                <p:cNvPr id="19" name="图形 18">
                  <a:extLst>
                    <a:ext uri="{FF2B5EF4-FFF2-40B4-BE49-F238E27FC236}">
                      <a16:creationId xmlns:a16="http://schemas.microsoft.com/office/drawing/2014/main" id="{314F4A78-5BD0-4EFB-A2E4-4A1FE16A14ED}"/>
                    </a:ext>
                  </a:extLst>
                </p:cNvPr>
                <p:cNvPicPr>
                  <a:picLocks noChangeAspect="1"/>
                </p:cNvPicPr>
                <p:nvPr/>
              </p:nvPicPr>
              <p:blipFill>
                <a:blip r:embed="rId3">
                  <a:extLst>
                    <a:ext uri="{28A0092B-C50C-407E-A947-70E740481C1C}">
                      <a14:useLocalDpi xmlns:a14="http://schemas.microsoft.com/office/drawing/2010/main" val="0"/>
                    </a:ext>
                    <a:ext uri="{96DAC541-7B7A-43D3-8B79-37D633B846F1}">
                      <asvg:svgBlip xmlns:asvg="http://schemas.microsoft.com/office/drawing/2016/SVG/main" r:embed="rId4"/>
                    </a:ext>
                  </a:extLst>
                </a:blip>
                <a:stretch>
                  <a:fillRect/>
                </a:stretch>
              </p:blipFill>
              <p:spPr>
                <a:xfrm>
                  <a:off x="8002355" y="3422987"/>
                  <a:ext cx="662814" cy="641082"/>
                </a:xfrm>
                <a:prstGeom prst="rect">
                  <a:avLst/>
                </a:prstGeom>
              </p:spPr>
            </p:pic>
            <p:sp>
              <p:nvSpPr>
                <p:cNvPr id="20" name="文本框 19">
                  <a:extLst>
                    <a:ext uri="{FF2B5EF4-FFF2-40B4-BE49-F238E27FC236}">
                      <a16:creationId xmlns:a16="http://schemas.microsoft.com/office/drawing/2014/main" id="{2FC47BE8-CB54-4C99-B9D0-1E1E0580E3C2}"/>
                    </a:ext>
                  </a:extLst>
                </p:cNvPr>
                <p:cNvSpPr txBox="1"/>
                <p:nvPr/>
              </p:nvSpPr>
              <p:spPr>
                <a:xfrm>
                  <a:off x="8282675" y="3444742"/>
                  <a:ext cx="355235" cy="400110"/>
                </a:xfrm>
                <a:prstGeom prst="rect">
                  <a:avLst/>
                </a:prstGeom>
                <a:noFill/>
              </p:spPr>
              <p:txBody>
                <a:bodyPr wrap="square" rtlCol="0">
                  <a:spAutoFit/>
                </a:bodyPr>
                <a:lstStyle/>
                <a:p>
                  <a:pPr algn="ctr"/>
                  <a:r>
                    <a:rPr lang="en-US" altLang="zh-CN" sz="2000" b="1" dirty="0">
                      <a:solidFill>
                        <a:schemeClr val="bg1"/>
                      </a:solidFill>
                      <a:latin typeface="Arial Black" panose="020B0A04020102020204" pitchFamily="34" charset="0"/>
                      <a:ea typeface="+mj-ea"/>
                    </a:rPr>
                    <a:t>D</a:t>
                  </a:r>
                  <a:endParaRPr lang="zh-CN" altLang="en-US" sz="2000" b="1" dirty="0">
                    <a:solidFill>
                      <a:schemeClr val="bg1"/>
                    </a:solidFill>
                    <a:latin typeface="Arial Black" panose="020B0A04020102020204" pitchFamily="34" charset="0"/>
                    <a:ea typeface="+mj-ea"/>
                  </a:endParaRPr>
                </a:p>
              </p:txBody>
            </p:sp>
          </p:grpSp>
        </p:grpSp>
      </p:grpSp>
      <p:cxnSp>
        <p:nvCxnSpPr>
          <p:cNvPr id="39" name="直接箭头连接符 38">
            <a:extLst>
              <a:ext uri="{FF2B5EF4-FFF2-40B4-BE49-F238E27FC236}">
                <a16:creationId xmlns:a16="http://schemas.microsoft.com/office/drawing/2014/main" id="{5A835F81-B21B-46CB-9789-EFC0A70D1D04}"/>
              </a:ext>
            </a:extLst>
          </p:cNvPr>
          <p:cNvCxnSpPr>
            <a:cxnSpLocks/>
          </p:cNvCxnSpPr>
          <p:nvPr/>
        </p:nvCxnSpPr>
        <p:spPr>
          <a:xfrm>
            <a:off x="3264423" y="2057360"/>
            <a:ext cx="1452300" cy="0"/>
          </a:xfrm>
          <a:prstGeom prst="straightConnector1">
            <a:avLst/>
          </a:prstGeom>
          <a:ln w="50800" cap="rnd">
            <a:solidFill>
              <a:schemeClr val="accent6"/>
            </a:solidFill>
            <a:round/>
            <a:tailEnd type="triangle" w="med" len="med"/>
          </a:ln>
        </p:spPr>
        <p:style>
          <a:lnRef idx="1">
            <a:schemeClr val="accent1"/>
          </a:lnRef>
          <a:fillRef idx="0">
            <a:schemeClr val="accent1"/>
          </a:fillRef>
          <a:effectRef idx="0">
            <a:schemeClr val="accent1"/>
          </a:effectRef>
          <a:fontRef idx="minor">
            <a:schemeClr val="tx1"/>
          </a:fontRef>
        </p:style>
      </p:cxnSp>
      <p:cxnSp>
        <p:nvCxnSpPr>
          <p:cNvPr id="44" name="直接箭头连接符 43">
            <a:extLst>
              <a:ext uri="{FF2B5EF4-FFF2-40B4-BE49-F238E27FC236}">
                <a16:creationId xmlns:a16="http://schemas.microsoft.com/office/drawing/2014/main" id="{1A7FA208-C0E9-44F4-8A2B-68F7A421BA17}"/>
              </a:ext>
            </a:extLst>
          </p:cNvPr>
          <p:cNvCxnSpPr>
            <a:cxnSpLocks/>
          </p:cNvCxnSpPr>
          <p:nvPr/>
        </p:nvCxnSpPr>
        <p:spPr>
          <a:xfrm>
            <a:off x="7256215" y="2054968"/>
            <a:ext cx="0" cy="385625"/>
          </a:xfrm>
          <a:prstGeom prst="straightConnector1">
            <a:avLst/>
          </a:prstGeom>
          <a:ln w="50800" cap="rnd">
            <a:solidFill>
              <a:schemeClr val="accent6"/>
            </a:solidFill>
            <a:round/>
            <a:tailEnd type="triangle" w="med" len="med"/>
          </a:ln>
        </p:spPr>
        <p:style>
          <a:lnRef idx="1">
            <a:schemeClr val="accent1"/>
          </a:lnRef>
          <a:fillRef idx="0">
            <a:schemeClr val="accent1"/>
          </a:fillRef>
          <a:effectRef idx="0">
            <a:schemeClr val="accent1"/>
          </a:effectRef>
          <a:fontRef idx="minor">
            <a:schemeClr val="tx1"/>
          </a:fontRef>
        </p:style>
      </p:cxnSp>
    </p:spTree>
    <p:custDataLst>
      <p:tags r:id="rId1"/>
    </p:custDataLst>
    <p:extLst>
      <p:ext uri="{BB962C8B-B14F-4D97-AF65-F5344CB8AC3E}">
        <p14:creationId xmlns:p14="http://schemas.microsoft.com/office/powerpoint/2010/main" val="2469018897"/>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2" presetClass="entr" presetSubtype="8" fill="hold" nodeType="withEffect">
                                  <p:stCondLst>
                                    <p:cond delay="0"/>
                                  </p:stCondLst>
                                  <p:childTnLst>
                                    <p:set>
                                      <p:cBhvr>
                                        <p:cTn id="6" dur="1" fill="hold">
                                          <p:stCondLst>
                                            <p:cond delay="0"/>
                                          </p:stCondLst>
                                        </p:cTn>
                                        <p:tgtEl>
                                          <p:spTgt spid="39"/>
                                        </p:tgtEl>
                                        <p:attrNameLst>
                                          <p:attrName>style.visibility</p:attrName>
                                        </p:attrNameLst>
                                      </p:cBhvr>
                                      <p:to>
                                        <p:strVal val="visible"/>
                                      </p:to>
                                    </p:set>
                                    <p:anim calcmode="lin" valueType="num">
                                      <p:cBhvr additive="base">
                                        <p:cTn id="7" dur="500"/>
                                        <p:tgtEl>
                                          <p:spTgt spid="39"/>
                                        </p:tgtEl>
                                        <p:attrNameLst>
                                          <p:attrName>ppt_x</p:attrName>
                                        </p:attrNameLst>
                                      </p:cBhvr>
                                      <p:tavLst>
                                        <p:tav tm="0">
                                          <p:val>
                                            <p:strVal val="#ppt_x-#ppt_w*1.125000"/>
                                          </p:val>
                                        </p:tav>
                                        <p:tav tm="100000">
                                          <p:val>
                                            <p:strVal val="#ppt_x"/>
                                          </p:val>
                                        </p:tav>
                                      </p:tavLst>
                                    </p:anim>
                                    <p:animEffect transition="in" filter="wipe(right)">
                                      <p:cBhvr>
                                        <p:cTn id="8" dur="500"/>
                                        <p:tgtEl>
                                          <p:spTgt spid="39"/>
                                        </p:tgtEl>
                                      </p:cBhvr>
                                    </p:animEffect>
                                  </p:childTnLst>
                                </p:cTn>
                              </p:par>
                              <p:par>
                                <p:cTn id="9" presetID="47" presetClass="entr" presetSubtype="0" fill="hold" nodeType="withEffect">
                                  <p:stCondLst>
                                    <p:cond delay="0"/>
                                  </p:stCondLst>
                                  <p:childTnLst>
                                    <p:set>
                                      <p:cBhvr>
                                        <p:cTn id="10" dur="1" fill="hold">
                                          <p:stCondLst>
                                            <p:cond delay="0"/>
                                          </p:stCondLst>
                                        </p:cTn>
                                        <p:tgtEl>
                                          <p:spTgt spid="27"/>
                                        </p:tgtEl>
                                        <p:attrNameLst>
                                          <p:attrName>style.visibility</p:attrName>
                                        </p:attrNameLst>
                                      </p:cBhvr>
                                      <p:to>
                                        <p:strVal val="visible"/>
                                      </p:to>
                                    </p:set>
                                    <p:animEffect transition="in" filter="fade">
                                      <p:cBhvr>
                                        <p:cTn id="11" dur="1000"/>
                                        <p:tgtEl>
                                          <p:spTgt spid="27"/>
                                        </p:tgtEl>
                                      </p:cBhvr>
                                    </p:animEffect>
                                    <p:anim calcmode="lin" valueType="num">
                                      <p:cBhvr>
                                        <p:cTn id="12" dur="1000" fill="hold"/>
                                        <p:tgtEl>
                                          <p:spTgt spid="27"/>
                                        </p:tgtEl>
                                        <p:attrNameLst>
                                          <p:attrName>ppt_x</p:attrName>
                                        </p:attrNameLst>
                                      </p:cBhvr>
                                      <p:tavLst>
                                        <p:tav tm="0">
                                          <p:val>
                                            <p:strVal val="#ppt_x"/>
                                          </p:val>
                                        </p:tav>
                                        <p:tav tm="100000">
                                          <p:val>
                                            <p:strVal val="#ppt_x"/>
                                          </p:val>
                                        </p:tav>
                                      </p:tavLst>
                                    </p:anim>
                                    <p:anim calcmode="lin" valueType="num">
                                      <p:cBhvr>
                                        <p:cTn id="13" dur="1000" fill="hold"/>
                                        <p:tgtEl>
                                          <p:spTgt spid="27"/>
                                        </p:tgtEl>
                                        <p:attrNameLst>
                                          <p:attrName>ppt_y</p:attrName>
                                        </p:attrNameLst>
                                      </p:cBhvr>
                                      <p:tavLst>
                                        <p:tav tm="0">
                                          <p:val>
                                            <p:strVal val="#ppt_y-.1"/>
                                          </p:val>
                                        </p:tav>
                                        <p:tav tm="100000">
                                          <p:val>
                                            <p:strVal val="#ppt_y"/>
                                          </p:val>
                                        </p:tav>
                                      </p:tavLst>
                                    </p:anim>
                                  </p:childTnLst>
                                </p:cTn>
                              </p:par>
                            </p:childTnLst>
                          </p:cTn>
                        </p:par>
                      </p:childTnLst>
                    </p:cTn>
                  </p:par>
                  <p:par>
                    <p:cTn id="14" fill="hold">
                      <p:stCondLst>
                        <p:cond delay="indefinite"/>
                      </p:stCondLst>
                      <p:childTnLst>
                        <p:par>
                          <p:cTn id="15" fill="hold">
                            <p:stCondLst>
                              <p:cond delay="0"/>
                            </p:stCondLst>
                            <p:childTnLst>
                              <p:par>
                                <p:cTn id="16" presetID="42" presetClass="path" presetSubtype="0" accel="50000" decel="50000" fill="hold" nodeType="clickEffect">
                                  <p:stCondLst>
                                    <p:cond delay="0"/>
                                  </p:stCondLst>
                                  <p:childTnLst>
                                    <p:animMotion origin="layout" path="M -3.54167E-6 5.55112E-17 L 0.25586 -0.00069 " pathEditMode="relative" rAng="0" ptsTypes="AA">
                                      <p:cBhvr>
                                        <p:cTn id="17" dur="1000" fill="hold"/>
                                        <p:tgtEl>
                                          <p:spTgt spid="39"/>
                                        </p:tgtEl>
                                        <p:attrNameLst>
                                          <p:attrName>ppt_x</p:attrName>
                                          <p:attrName>ppt_y</p:attrName>
                                        </p:attrNameLst>
                                      </p:cBhvr>
                                      <p:rCtr x="12786" y="-46"/>
                                    </p:animMotion>
                                  </p:childTnLst>
                                </p:cTn>
                              </p:par>
                              <p:par>
                                <p:cTn id="18" presetID="22" presetClass="entr" presetSubtype="1" fill="hold" nodeType="withEffect">
                                  <p:stCondLst>
                                    <p:cond delay="600"/>
                                  </p:stCondLst>
                                  <p:childTnLst>
                                    <p:set>
                                      <p:cBhvr>
                                        <p:cTn id="19" dur="1" fill="hold">
                                          <p:stCondLst>
                                            <p:cond delay="0"/>
                                          </p:stCondLst>
                                        </p:cTn>
                                        <p:tgtEl>
                                          <p:spTgt spid="44"/>
                                        </p:tgtEl>
                                        <p:attrNameLst>
                                          <p:attrName>style.visibility</p:attrName>
                                        </p:attrNameLst>
                                      </p:cBhvr>
                                      <p:to>
                                        <p:strVal val="visible"/>
                                      </p:to>
                                    </p:set>
                                    <p:animEffect transition="in" filter="wipe(up)">
                                      <p:cBhvr>
                                        <p:cTn id="20" dur="500"/>
                                        <p:tgtEl>
                                          <p:spTgt spid="44"/>
                                        </p:tgtEl>
                                      </p:cBhvr>
                                    </p:animEffect>
                                  </p:childTnLst>
                                </p:cTn>
                              </p:par>
                            </p:childTnLst>
                          </p:cTn>
                        </p:par>
                      </p:childTnLst>
                    </p:cTn>
                  </p:par>
                  <p:par>
                    <p:cTn id="21" fill="hold">
                      <p:stCondLst>
                        <p:cond delay="indefinite"/>
                      </p:stCondLst>
                      <p:childTnLst>
                        <p:par>
                          <p:cTn id="22" fill="hold">
                            <p:stCondLst>
                              <p:cond delay="0"/>
                            </p:stCondLst>
                            <p:childTnLst>
                              <p:par>
                                <p:cTn id="23" presetID="47" presetClass="entr" presetSubtype="0" fill="hold" nodeType="clickEffect">
                                  <p:stCondLst>
                                    <p:cond delay="0"/>
                                  </p:stCondLst>
                                  <p:childTnLst>
                                    <p:set>
                                      <p:cBhvr>
                                        <p:cTn id="24" dur="1" fill="hold">
                                          <p:stCondLst>
                                            <p:cond delay="0"/>
                                          </p:stCondLst>
                                        </p:cTn>
                                        <p:tgtEl>
                                          <p:spTgt spid="68"/>
                                        </p:tgtEl>
                                        <p:attrNameLst>
                                          <p:attrName>style.visibility</p:attrName>
                                        </p:attrNameLst>
                                      </p:cBhvr>
                                      <p:to>
                                        <p:strVal val="visible"/>
                                      </p:to>
                                    </p:set>
                                    <p:animEffect transition="in" filter="fade">
                                      <p:cBhvr>
                                        <p:cTn id="25" dur="1000"/>
                                        <p:tgtEl>
                                          <p:spTgt spid="68"/>
                                        </p:tgtEl>
                                      </p:cBhvr>
                                    </p:animEffect>
                                    <p:anim calcmode="lin" valueType="num">
                                      <p:cBhvr>
                                        <p:cTn id="26" dur="1000" fill="hold"/>
                                        <p:tgtEl>
                                          <p:spTgt spid="68"/>
                                        </p:tgtEl>
                                        <p:attrNameLst>
                                          <p:attrName>ppt_x</p:attrName>
                                        </p:attrNameLst>
                                      </p:cBhvr>
                                      <p:tavLst>
                                        <p:tav tm="0">
                                          <p:val>
                                            <p:strVal val="#ppt_x"/>
                                          </p:val>
                                        </p:tav>
                                        <p:tav tm="100000">
                                          <p:val>
                                            <p:strVal val="#ppt_x"/>
                                          </p:val>
                                        </p:tav>
                                      </p:tavLst>
                                    </p:anim>
                                    <p:anim calcmode="lin" valueType="num">
                                      <p:cBhvr>
                                        <p:cTn id="27" dur="1000" fill="hold"/>
                                        <p:tgtEl>
                                          <p:spTgt spid="68"/>
                                        </p:tgtEl>
                                        <p:attrNameLst>
                                          <p:attrName>ppt_y</p:attrName>
                                        </p:attrNameLst>
                                      </p:cBhvr>
                                      <p:tavLst>
                                        <p:tav tm="0">
                                          <p:val>
                                            <p:strVal val="#ppt_y-.1"/>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33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27" name="组合 26">
            <a:extLst>
              <a:ext uri="{FF2B5EF4-FFF2-40B4-BE49-F238E27FC236}">
                <a16:creationId xmlns:a16="http://schemas.microsoft.com/office/drawing/2014/main" id="{FD009FDE-6241-47B6-8086-C51880F2341C}"/>
              </a:ext>
            </a:extLst>
          </p:cNvPr>
          <p:cNvGrpSpPr/>
          <p:nvPr/>
        </p:nvGrpSpPr>
        <p:grpSpPr>
          <a:xfrm>
            <a:off x="1216614" y="3459317"/>
            <a:ext cx="2421888" cy="677604"/>
            <a:chOff x="1216614" y="3459317"/>
            <a:chExt cx="2421888" cy="677604"/>
          </a:xfrm>
        </p:grpSpPr>
        <p:sp>
          <p:nvSpPr>
            <p:cNvPr id="37" name="íşlïḍè">
              <a:extLst>
                <a:ext uri="{FF2B5EF4-FFF2-40B4-BE49-F238E27FC236}">
                  <a16:creationId xmlns:a16="http://schemas.microsoft.com/office/drawing/2014/main" id="{5147B48C-3C56-447A-9F8D-B61A31C6CFF8}"/>
                </a:ext>
              </a:extLst>
            </p:cNvPr>
            <p:cNvSpPr txBox="1"/>
            <p:nvPr/>
          </p:nvSpPr>
          <p:spPr>
            <a:xfrm>
              <a:off x="1216614" y="3459317"/>
              <a:ext cx="2421888" cy="313194"/>
            </a:xfrm>
            <a:prstGeom prst="rect">
              <a:avLst/>
            </a:prstGeom>
            <a:noFill/>
          </p:spPr>
          <p:txBody>
            <a:bodyPr wrap="square" lIns="91440" tIns="45720" rIns="91440" bIns="45720" anchor="ctr">
              <a:noAutofit/>
            </a:bodyPr>
            <a:lstStyle/>
            <a:p>
              <a:pPr algn="ctr"/>
              <a:r>
                <a:rPr lang="zh-CN" altLang="en-US" b="1" dirty="0">
                  <a:latin typeface="Arial Narrow" panose="020B0606020202030204" pitchFamily="34" charset="0"/>
                </a:rPr>
                <a:t>发送完毕</a:t>
              </a:r>
            </a:p>
          </p:txBody>
        </p:sp>
        <p:sp>
          <p:nvSpPr>
            <p:cNvPr id="38" name="íşlïḍè">
              <a:extLst>
                <a:ext uri="{FF2B5EF4-FFF2-40B4-BE49-F238E27FC236}">
                  <a16:creationId xmlns:a16="http://schemas.microsoft.com/office/drawing/2014/main" id="{90D7EF3D-7322-46CB-8A79-A67C4294AA2A}"/>
                </a:ext>
              </a:extLst>
            </p:cNvPr>
            <p:cNvSpPr txBox="1"/>
            <p:nvPr/>
          </p:nvSpPr>
          <p:spPr>
            <a:xfrm>
              <a:off x="1418411" y="3823727"/>
              <a:ext cx="2021114" cy="313194"/>
            </a:xfrm>
            <a:prstGeom prst="rect">
              <a:avLst/>
            </a:prstGeom>
            <a:noFill/>
          </p:spPr>
          <p:txBody>
            <a:bodyPr wrap="square" lIns="91440" tIns="45720" rIns="91440" bIns="45720" anchor="ctr">
              <a:noAutofit/>
            </a:bodyPr>
            <a:lstStyle/>
            <a:p>
              <a:pPr algn="ctr"/>
              <a:r>
                <a:rPr lang="zh-CN" altLang="en-US" b="1" dirty="0">
                  <a:solidFill>
                    <a:schemeClr val="accent1">
                      <a:lumMod val="75000"/>
                    </a:schemeClr>
                  </a:solidFill>
                  <a:latin typeface="Arial Narrow" panose="020B0606020202030204" pitchFamily="34" charset="0"/>
                </a:rPr>
                <a:t>不再进行碰撞检测</a:t>
              </a:r>
            </a:p>
          </p:txBody>
        </p:sp>
      </p:grpSp>
      <p:grpSp>
        <p:nvGrpSpPr>
          <p:cNvPr id="4" name="组合 3">
            <a:extLst>
              <a:ext uri="{FF2B5EF4-FFF2-40B4-BE49-F238E27FC236}">
                <a16:creationId xmlns:a16="http://schemas.microsoft.com/office/drawing/2014/main" id="{9A1EA9F2-FCB6-48C3-935F-7AE7E3AD14AC}"/>
              </a:ext>
            </a:extLst>
          </p:cNvPr>
          <p:cNvGrpSpPr/>
          <p:nvPr/>
        </p:nvGrpSpPr>
        <p:grpSpPr>
          <a:xfrm>
            <a:off x="304799" y="749300"/>
            <a:ext cx="6192345" cy="400110"/>
            <a:chOff x="424116" y="898245"/>
            <a:chExt cx="6192345" cy="400110"/>
          </a:xfrm>
        </p:grpSpPr>
        <p:sp>
          <p:nvSpPr>
            <p:cNvPr id="2" name="平行四边形 1">
              <a:extLst>
                <a:ext uri="{FF2B5EF4-FFF2-40B4-BE49-F238E27FC236}">
                  <a16:creationId xmlns:a16="http://schemas.microsoft.com/office/drawing/2014/main" id="{1F5BAA3F-9845-4F89-A2DD-8222D3E4EDAC}"/>
                </a:ext>
              </a:extLst>
            </p:cNvPr>
            <p:cNvSpPr/>
            <p:nvPr/>
          </p:nvSpPr>
          <p:spPr>
            <a:xfrm>
              <a:off x="424116" y="898245"/>
              <a:ext cx="688541" cy="387090"/>
            </a:xfrm>
            <a:prstGeom prst="parallelogram">
              <a:avLst/>
            </a:prstGeom>
            <a:solidFill>
              <a:schemeClr val="accent3">
                <a:lumMod val="75000"/>
              </a:schemeClr>
            </a:solidFill>
            <a:ln>
              <a:solidFill>
                <a:schemeClr val="accent3">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CN" sz="2200" dirty="0">
                  <a:latin typeface="Impact" panose="020B0806030902050204" pitchFamily="34" charset="0"/>
                </a:rPr>
                <a:t>03</a:t>
              </a:r>
              <a:endParaRPr lang="zh-CN" altLang="en-US" sz="2200" dirty="0">
                <a:latin typeface="Impact" panose="020B0806030902050204" pitchFamily="34" charset="0"/>
              </a:endParaRPr>
            </a:p>
          </p:txBody>
        </p:sp>
        <p:sp>
          <p:nvSpPr>
            <p:cNvPr id="3" name="文本框 2">
              <a:extLst>
                <a:ext uri="{FF2B5EF4-FFF2-40B4-BE49-F238E27FC236}">
                  <a16:creationId xmlns:a16="http://schemas.microsoft.com/office/drawing/2014/main" id="{4D6BD736-A4D3-4F26-AFED-36E11F50F70B}"/>
                </a:ext>
              </a:extLst>
            </p:cNvPr>
            <p:cNvSpPr txBox="1"/>
            <p:nvPr/>
          </p:nvSpPr>
          <p:spPr>
            <a:xfrm>
              <a:off x="1052423" y="898245"/>
              <a:ext cx="5564038" cy="400110"/>
            </a:xfrm>
            <a:prstGeom prst="rect">
              <a:avLst/>
            </a:prstGeom>
            <a:noFill/>
          </p:spPr>
          <p:txBody>
            <a:bodyPr wrap="square" rtlCol="0">
              <a:spAutoFit/>
            </a:bodyPr>
            <a:lstStyle/>
            <a:p>
              <a:r>
                <a:rPr lang="zh-CN" altLang="en-US" sz="2000" b="1" dirty="0"/>
                <a:t>共享式以太网的最小帧长和最大帧长</a:t>
              </a:r>
              <a:endParaRPr lang="en-US" altLang="zh-CN" sz="2000" b="1" dirty="0"/>
            </a:p>
          </p:txBody>
        </p:sp>
      </p:grpSp>
      <p:grpSp>
        <p:nvGrpSpPr>
          <p:cNvPr id="36" name="组合 35">
            <a:extLst>
              <a:ext uri="{FF2B5EF4-FFF2-40B4-BE49-F238E27FC236}">
                <a16:creationId xmlns:a16="http://schemas.microsoft.com/office/drawing/2014/main" id="{63E838EE-B2A8-42D1-99FE-30430045CB2D}"/>
              </a:ext>
            </a:extLst>
          </p:cNvPr>
          <p:cNvGrpSpPr/>
          <p:nvPr/>
        </p:nvGrpSpPr>
        <p:grpSpPr>
          <a:xfrm>
            <a:off x="1624740" y="1929268"/>
            <a:ext cx="8955675" cy="1487218"/>
            <a:chOff x="1668486" y="2106882"/>
            <a:chExt cx="8955675" cy="1487218"/>
          </a:xfrm>
        </p:grpSpPr>
        <p:grpSp>
          <p:nvGrpSpPr>
            <p:cNvPr id="5" name="组合 4">
              <a:extLst>
                <a:ext uri="{FF2B5EF4-FFF2-40B4-BE49-F238E27FC236}">
                  <a16:creationId xmlns:a16="http://schemas.microsoft.com/office/drawing/2014/main" id="{53F81673-7277-430A-B188-899B82D65C15}"/>
                </a:ext>
              </a:extLst>
            </p:cNvPr>
            <p:cNvGrpSpPr/>
            <p:nvPr/>
          </p:nvGrpSpPr>
          <p:grpSpPr>
            <a:xfrm>
              <a:off x="2505604" y="2260293"/>
              <a:ext cx="7180791" cy="812800"/>
              <a:chOff x="2455280" y="3752911"/>
              <a:chExt cx="7180791" cy="812800"/>
            </a:xfrm>
          </p:grpSpPr>
          <p:cxnSp>
            <p:nvCxnSpPr>
              <p:cNvPr id="6" name="直接连接符 5">
                <a:extLst>
                  <a:ext uri="{FF2B5EF4-FFF2-40B4-BE49-F238E27FC236}">
                    <a16:creationId xmlns:a16="http://schemas.microsoft.com/office/drawing/2014/main" id="{645F269A-8CC2-460F-91FD-D04BBA594492}"/>
                  </a:ext>
                </a:extLst>
              </p:cNvPr>
              <p:cNvCxnSpPr/>
              <p:nvPr/>
            </p:nvCxnSpPr>
            <p:spPr>
              <a:xfrm flipV="1">
                <a:off x="9636071" y="3752911"/>
                <a:ext cx="0" cy="812800"/>
              </a:xfrm>
              <a:prstGeom prst="line">
                <a:avLst/>
              </a:prstGeom>
              <a:ln w="152400">
                <a:solidFill>
                  <a:schemeClr val="tx1"/>
                </a:solidFill>
                <a:tailEnd w="med" len="lg"/>
              </a:ln>
            </p:spPr>
            <p:style>
              <a:lnRef idx="1">
                <a:schemeClr val="accent1"/>
              </a:lnRef>
              <a:fillRef idx="0">
                <a:schemeClr val="accent1"/>
              </a:fillRef>
              <a:effectRef idx="0">
                <a:schemeClr val="accent1"/>
              </a:effectRef>
              <a:fontRef idx="minor">
                <a:schemeClr val="tx1"/>
              </a:fontRef>
            </p:style>
          </p:cxnSp>
          <p:cxnSp>
            <p:nvCxnSpPr>
              <p:cNvPr id="7" name="直接连接符 6">
                <a:extLst>
                  <a:ext uri="{FF2B5EF4-FFF2-40B4-BE49-F238E27FC236}">
                    <a16:creationId xmlns:a16="http://schemas.microsoft.com/office/drawing/2014/main" id="{BAD82238-EE1F-4F20-A566-86B504B37EEA}"/>
                  </a:ext>
                </a:extLst>
              </p:cNvPr>
              <p:cNvCxnSpPr/>
              <p:nvPr/>
            </p:nvCxnSpPr>
            <p:spPr>
              <a:xfrm flipV="1">
                <a:off x="2455280" y="3752911"/>
                <a:ext cx="0" cy="812800"/>
              </a:xfrm>
              <a:prstGeom prst="line">
                <a:avLst/>
              </a:prstGeom>
              <a:ln w="152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8" name="直接连接符 7">
                <a:extLst>
                  <a:ext uri="{FF2B5EF4-FFF2-40B4-BE49-F238E27FC236}">
                    <a16:creationId xmlns:a16="http://schemas.microsoft.com/office/drawing/2014/main" id="{2A2F95F2-3D53-4064-9F0D-39C1415AB1B6}"/>
                  </a:ext>
                </a:extLst>
              </p:cNvPr>
              <p:cNvCxnSpPr/>
              <p:nvPr/>
            </p:nvCxnSpPr>
            <p:spPr>
              <a:xfrm flipV="1">
                <a:off x="4878779" y="3752911"/>
                <a:ext cx="0" cy="812800"/>
              </a:xfrm>
              <a:prstGeom prst="line">
                <a:avLst/>
              </a:prstGeom>
              <a:ln w="152400">
                <a:solidFill>
                  <a:schemeClr val="tx1"/>
                </a:solidFill>
                <a:tailEnd w="med" len="lg"/>
              </a:ln>
            </p:spPr>
            <p:style>
              <a:lnRef idx="1">
                <a:schemeClr val="accent1"/>
              </a:lnRef>
              <a:fillRef idx="0">
                <a:schemeClr val="accent1"/>
              </a:fillRef>
              <a:effectRef idx="0">
                <a:schemeClr val="accent1"/>
              </a:effectRef>
              <a:fontRef idx="minor">
                <a:schemeClr val="tx1"/>
              </a:fontRef>
            </p:style>
          </p:cxnSp>
          <p:cxnSp>
            <p:nvCxnSpPr>
              <p:cNvPr id="9" name="直接连接符 8">
                <a:extLst>
                  <a:ext uri="{FF2B5EF4-FFF2-40B4-BE49-F238E27FC236}">
                    <a16:creationId xmlns:a16="http://schemas.microsoft.com/office/drawing/2014/main" id="{8B742966-92CD-493E-8782-3D0B92FEA149}"/>
                  </a:ext>
                </a:extLst>
              </p:cNvPr>
              <p:cNvCxnSpPr/>
              <p:nvPr/>
            </p:nvCxnSpPr>
            <p:spPr>
              <a:xfrm flipV="1">
                <a:off x="7249637" y="3752911"/>
                <a:ext cx="0" cy="812800"/>
              </a:xfrm>
              <a:prstGeom prst="line">
                <a:avLst/>
              </a:prstGeom>
              <a:ln w="1524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0" name="组合 9">
              <a:extLst>
                <a:ext uri="{FF2B5EF4-FFF2-40B4-BE49-F238E27FC236}">
                  <a16:creationId xmlns:a16="http://schemas.microsoft.com/office/drawing/2014/main" id="{70E1D9A5-DB2A-42F5-9168-6D78FA12E515}"/>
                </a:ext>
              </a:extLst>
            </p:cNvPr>
            <p:cNvGrpSpPr/>
            <p:nvPr/>
          </p:nvGrpSpPr>
          <p:grpSpPr>
            <a:xfrm>
              <a:off x="1668486" y="2106882"/>
              <a:ext cx="8955675" cy="238462"/>
              <a:chOff x="1618162" y="3599500"/>
              <a:chExt cx="8955675" cy="238462"/>
            </a:xfrm>
          </p:grpSpPr>
          <p:cxnSp>
            <p:nvCxnSpPr>
              <p:cNvPr id="11" name="直接连接符 10">
                <a:extLst>
                  <a:ext uri="{FF2B5EF4-FFF2-40B4-BE49-F238E27FC236}">
                    <a16:creationId xmlns:a16="http://schemas.microsoft.com/office/drawing/2014/main" id="{71EADB35-714B-4E13-8F95-224081CFF840}"/>
                  </a:ext>
                </a:extLst>
              </p:cNvPr>
              <p:cNvCxnSpPr>
                <a:cxnSpLocks/>
              </p:cNvCxnSpPr>
              <p:nvPr/>
            </p:nvCxnSpPr>
            <p:spPr>
              <a:xfrm>
                <a:off x="1749794" y="3725200"/>
                <a:ext cx="8622888" cy="0"/>
              </a:xfrm>
              <a:prstGeom prst="line">
                <a:avLst/>
              </a:prstGeom>
              <a:ln w="152400">
                <a:solidFill>
                  <a:schemeClr val="tx1"/>
                </a:solidFill>
              </a:ln>
            </p:spPr>
            <p:style>
              <a:lnRef idx="1">
                <a:schemeClr val="accent1"/>
              </a:lnRef>
              <a:fillRef idx="0">
                <a:schemeClr val="accent1"/>
              </a:fillRef>
              <a:effectRef idx="0">
                <a:schemeClr val="accent1"/>
              </a:effectRef>
              <a:fontRef idx="minor">
                <a:schemeClr val="tx1"/>
              </a:fontRef>
            </p:style>
          </p:cxnSp>
          <p:sp>
            <p:nvSpPr>
              <p:cNvPr id="12" name="矩形 11">
                <a:extLst>
                  <a:ext uri="{FF2B5EF4-FFF2-40B4-BE49-F238E27FC236}">
                    <a16:creationId xmlns:a16="http://schemas.microsoft.com/office/drawing/2014/main" id="{B432B91F-35EB-439C-97EE-242D4CC149F3}"/>
                  </a:ext>
                </a:extLst>
              </p:cNvPr>
              <p:cNvSpPr/>
              <p:nvPr/>
            </p:nvSpPr>
            <p:spPr>
              <a:xfrm>
                <a:off x="1618162" y="3599500"/>
                <a:ext cx="225524" cy="225524"/>
              </a:xfrm>
              <a:prstGeom prst="rect">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13" name="矩形 12">
                <a:extLst>
                  <a:ext uri="{FF2B5EF4-FFF2-40B4-BE49-F238E27FC236}">
                    <a16:creationId xmlns:a16="http://schemas.microsoft.com/office/drawing/2014/main" id="{9BD82429-09B9-4138-AE29-421147F1B8A4}"/>
                  </a:ext>
                </a:extLst>
              </p:cNvPr>
              <p:cNvSpPr/>
              <p:nvPr/>
            </p:nvSpPr>
            <p:spPr>
              <a:xfrm>
                <a:off x="10348313" y="3612438"/>
                <a:ext cx="225524" cy="225524"/>
              </a:xfrm>
              <a:prstGeom prst="rect">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grpSp>
        <p:grpSp>
          <p:nvGrpSpPr>
            <p:cNvPr id="14" name="组合 13">
              <a:extLst>
                <a:ext uri="{FF2B5EF4-FFF2-40B4-BE49-F238E27FC236}">
                  <a16:creationId xmlns:a16="http://schemas.microsoft.com/office/drawing/2014/main" id="{96A99507-89DA-4A05-A65F-C8515C0DADEA}"/>
                </a:ext>
              </a:extLst>
            </p:cNvPr>
            <p:cNvGrpSpPr/>
            <p:nvPr/>
          </p:nvGrpSpPr>
          <p:grpSpPr>
            <a:xfrm>
              <a:off x="2018998" y="2953018"/>
              <a:ext cx="7852814" cy="641082"/>
              <a:chOff x="1968674" y="4445636"/>
              <a:chExt cx="7852814" cy="641082"/>
            </a:xfrm>
          </p:grpSpPr>
          <p:grpSp>
            <p:nvGrpSpPr>
              <p:cNvPr id="15" name="组合 14">
                <a:extLst>
                  <a:ext uri="{FF2B5EF4-FFF2-40B4-BE49-F238E27FC236}">
                    <a16:creationId xmlns:a16="http://schemas.microsoft.com/office/drawing/2014/main" id="{AABB06AA-D45E-4FD9-B56E-FA6FF2380D1B}"/>
                  </a:ext>
                </a:extLst>
              </p:cNvPr>
              <p:cNvGrpSpPr/>
              <p:nvPr/>
            </p:nvGrpSpPr>
            <p:grpSpPr>
              <a:xfrm>
                <a:off x="1968674" y="4445636"/>
                <a:ext cx="662814" cy="641082"/>
                <a:chOff x="812355" y="3422987"/>
                <a:chExt cx="662814" cy="641082"/>
              </a:xfrm>
            </p:grpSpPr>
            <p:pic>
              <p:nvPicPr>
                <p:cNvPr id="25" name="图形 24">
                  <a:extLst>
                    <a:ext uri="{FF2B5EF4-FFF2-40B4-BE49-F238E27FC236}">
                      <a16:creationId xmlns:a16="http://schemas.microsoft.com/office/drawing/2014/main" id="{6B9C319F-3452-4B9D-B1BF-8393028A1A0D}"/>
                    </a:ext>
                  </a:extLst>
                </p:cNvPr>
                <p:cNvPicPr>
                  <a:picLocks noChangeAspect="1"/>
                </p:cNvPicPr>
                <p:nvPr/>
              </p:nvPicPr>
              <p:blipFill>
                <a:blip r:embed="rId3">
                  <a:extLst>
                    <a:ext uri="{28A0092B-C50C-407E-A947-70E740481C1C}">
                      <a14:useLocalDpi xmlns:a14="http://schemas.microsoft.com/office/drawing/2010/main" val="0"/>
                    </a:ext>
                    <a:ext uri="{96DAC541-7B7A-43D3-8B79-37D633B846F1}">
                      <asvg:svgBlip xmlns:asvg="http://schemas.microsoft.com/office/drawing/2016/SVG/main" r:embed="rId4"/>
                    </a:ext>
                  </a:extLst>
                </a:blip>
                <a:stretch>
                  <a:fillRect/>
                </a:stretch>
              </p:blipFill>
              <p:spPr>
                <a:xfrm>
                  <a:off x="812355" y="3422987"/>
                  <a:ext cx="662814" cy="641082"/>
                </a:xfrm>
                <a:prstGeom prst="rect">
                  <a:avLst/>
                </a:prstGeom>
              </p:spPr>
            </p:pic>
            <p:sp>
              <p:nvSpPr>
                <p:cNvPr id="26" name="文本框 25">
                  <a:extLst>
                    <a:ext uri="{FF2B5EF4-FFF2-40B4-BE49-F238E27FC236}">
                      <a16:creationId xmlns:a16="http://schemas.microsoft.com/office/drawing/2014/main" id="{259A2B82-D048-4BBE-9F66-93EB02EB7F0F}"/>
                    </a:ext>
                  </a:extLst>
                </p:cNvPr>
                <p:cNvSpPr txBox="1"/>
                <p:nvPr/>
              </p:nvSpPr>
              <p:spPr>
                <a:xfrm>
                  <a:off x="1087044" y="3451320"/>
                  <a:ext cx="355235" cy="400110"/>
                </a:xfrm>
                <a:prstGeom prst="rect">
                  <a:avLst/>
                </a:prstGeom>
                <a:noFill/>
              </p:spPr>
              <p:txBody>
                <a:bodyPr wrap="square" rtlCol="0">
                  <a:spAutoFit/>
                </a:bodyPr>
                <a:lstStyle/>
                <a:p>
                  <a:pPr algn="ctr"/>
                  <a:r>
                    <a:rPr lang="en-US" altLang="zh-CN" sz="2000" b="1" dirty="0">
                      <a:solidFill>
                        <a:schemeClr val="bg1"/>
                      </a:solidFill>
                      <a:latin typeface="Arial Black" panose="020B0A04020102020204" pitchFamily="34" charset="0"/>
                      <a:ea typeface="+mj-ea"/>
                    </a:rPr>
                    <a:t>A</a:t>
                  </a:r>
                  <a:endParaRPr lang="zh-CN" altLang="en-US" sz="2000" b="1" dirty="0">
                    <a:solidFill>
                      <a:schemeClr val="bg1"/>
                    </a:solidFill>
                    <a:latin typeface="Arial Black" panose="020B0A04020102020204" pitchFamily="34" charset="0"/>
                    <a:ea typeface="+mj-ea"/>
                  </a:endParaRPr>
                </a:p>
              </p:txBody>
            </p:sp>
          </p:grpSp>
          <p:grpSp>
            <p:nvGrpSpPr>
              <p:cNvPr id="16" name="组合 15">
                <a:extLst>
                  <a:ext uri="{FF2B5EF4-FFF2-40B4-BE49-F238E27FC236}">
                    <a16:creationId xmlns:a16="http://schemas.microsoft.com/office/drawing/2014/main" id="{B9CF07DA-4A48-4959-B5F9-DA23277AECA2}"/>
                  </a:ext>
                </a:extLst>
              </p:cNvPr>
              <p:cNvGrpSpPr/>
              <p:nvPr/>
            </p:nvGrpSpPr>
            <p:grpSpPr>
              <a:xfrm>
                <a:off x="4365341" y="4445636"/>
                <a:ext cx="662814" cy="641082"/>
                <a:chOff x="3209022" y="3422987"/>
                <a:chExt cx="662814" cy="641082"/>
              </a:xfrm>
            </p:grpSpPr>
            <p:pic>
              <p:nvPicPr>
                <p:cNvPr id="23" name="图形 22">
                  <a:extLst>
                    <a:ext uri="{FF2B5EF4-FFF2-40B4-BE49-F238E27FC236}">
                      <a16:creationId xmlns:a16="http://schemas.microsoft.com/office/drawing/2014/main" id="{30B3AAEC-4467-46A0-925C-0CDB77FBA7AF}"/>
                    </a:ext>
                  </a:extLst>
                </p:cNvPr>
                <p:cNvPicPr>
                  <a:picLocks noChangeAspect="1"/>
                </p:cNvPicPr>
                <p:nvPr/>
              </p:nvPicPr>
              <p:blipFill>
                <a:blip r:embed="rId3">
                  <a:extLst>
                    <a:ext uri="{28A0092B-C50C-407E-A947-70E740481C1C}">
                      <a14:useLocalDpi xmlns:a14="http://schemas.microsoft.com/office/drawing/2010/main" val="0"/>
                    </a:ext>
                    <a:ext uri="{96DAC541-7B7A-43D3-8B79-37D633B846F1}">
                      <asvg:svgBlip xmlns:asvg="http://schemas.microsoft.com/office/drawing/2016/SVG/main" r:embed="rId4"/>
                    </a:ext>
                  </a:extLst>
                </a:blip>
                <a:stretch>
                  <a:fillRect/>
                </a:stretch>
              </p:blipFill>
              <p:spPr>
                <a:xfrm>
                  <a:off x="3209022" y="3422987"/>
                  <a:ext cx="662814" cy="641082"/>
                </a:xfrm>
                <a:prstGeom prst="rect">
                  <a:avLst/>
                </a:prstGeom>
              </p:spPr>
            </p:pic>
            <p:sp>
              <p:nvSpPr>
                <p:cNvPr id="24" name="文本框 23">
                  <a:extLst>
                    <a:ext uri="{FF2B5EF4-FFF2-40B4-BE49-F238E27FC236}">
                      <a16:creationId xmlns:a16="http://schemas.microsoft.com/office/drawing/2014/main" id="{29A73D32-A593-4C08-99F7-0B2040C682A6}"/>
                    </a:ext>
                  </a:extLst>
                </p:cNvPr>
                <p:cNvSpPr txBox="1"/>
                <p:nvPr/>
              </p:nvSpPr>
              <p:spPr>
                <a:xfrm>
                  <a:off x="3490791" y="3451320"/>
                  <a:ext cx="355235" cy="400110"/>
                </a:xfrm>
                <a:prstGeom prst="rect">
                  <a:avLst/>
                </a:prstGeom>
                <a:noFill/>
              </p:spPr>
              <p:txBody>
                <a:bodyPr wrap="square" rtlCol="0">
                  <a:spAutoFit/>
                </a:bodyPr>
                <a:lstStyle/>
                <a:p>
                  <a:pPr algn="ctr"/>
                  <a:r>
                    <a:rPr lang="en-US" altLang="zh-CN" sz="2000" b="1" dirty="0">
                      <a:solidFill>
                        <a:schemeClr val="bg1"/>
                      </a:solidFill>
                      <a:latin typeface="Arial Black" panose="020B0A04020102020204" pitchFamily="34" charset="0"/>
                      <a:ea typeface="+mj-ea"/>
                    </a:rPr>
                    <a:t>B</a:t>
                  </a:r>
                  <a:endParaRPr lang="zh-CN" altLang="en-US" sz="2000" b="1" dirty="0">
                    <a:solidFill>
                      <a:schemeClr val="bg1"/>
                    </a:solidFill>
                    <a:latin typeface="Arial Black" panose="020B0A04020102020204" pitchFamily="34" charset="0"/>
                    <a:ea typeface="+mj-ea"/>
                  </a:endParaRPr>
                </a:p>
              </p:txBody>
            </p:sp>
          </p:grpSp>
          <p:grpSp>
            <p:nvGrpSpPr>
              <p:cNvPr id="17" name="组合 16">
                <a:extLst>
                  <a:ext uri="{FF2B5EF4-FFF2-40B4-BE49-F238E27FC236}">
                    <a16:creationId xmlns:a16="http://schemas.microsoft.com/office/drawing/2014/main" id="{6D719469-1F14-421D-AC24-5A2C6C668FF6}"/>
                  </a:ext>
                </a:extLst>
              </p:cNvPr>
              <p:cNvGrpSpPr/>
              <p:nvPr/>
            </p:nvGrpSpPr>
            <p:grpSpPr>
              <a:xfrm>
                <a:off x="6762008" y="4445636"/>
                <a:ext cx="662814" cy="641082"/>
                <a:chOff x="5605689" y="3422987"/>
                <a:chExt cx="662814" cy="641082"/>
              </a:xfrm>
            </p:grpSpPr>
            <p:pic>
              <p:nvPicPr>
                <p:cNvPr id="21" name="图形 20">
                  <a:extLst>
                    <a:ext uri="{FF2B5EF4-FFF2-40B4-BE49-F238E27FC236}">
                      <a16:creationId xmlns:a16="http://schemas.microsoft.com/office/drawing/2014/main" id="{189E947E-5907-4927-855D-32E344CF03CE}"/>
                    </a:ext>
                  </a:extLst>
                </p:cNvPr>
                <p:cNvPicPr>
                  <a:picLocks noChangeAspect="1"/>
                </p:cNvPicPr>
                <p:nvPr/>
              </p:nvPicPr>
              <p:blipFill>
                <a:blip r:embed="rId3">
                  <a:extLst>
                    <a:ext uri="{28A0092B-C50C-407E-A947-70E740481C1C}">
                      <a14:useLocalDpi xmlns:a14="http://schemas.microsoft.com/office/drawing/2010/main" val="0"/>
                    </a:ext>
                    <a:ext uri="{96DAC541-7B7A-43D3-8B79-37D633B846F1}">
                      <asvg:svgBlip xmlns:asvg="http://schemas.microsoft.com/office/drawing/2016/SVG/main" r:embed="rId4"/>
                    </a:ext>
                  </a:extLst>
                </a:blip>
                <a:stretch>
                  <a:fillRect/>
                </a:stretch>
              </p:blipFill>
              <p:spPr>
                <a:xfrm>
                  <a:off x="5605689" y="3422987"/>
                  <a:ext cx="662814" cy="641082"/>
                </a:xfrm>
                <a:prstGeom prst="rect">
                  <a:avLst/>
                </a:prstGeom>
              </p:spPr>
            </p:pic>
            <p:sp>
              <p:nvSpPr>
                <p:cNvPr id="22" name="文本框 21">
                  <a:extLst>
                    <a:ext uri="{FF2B5EF4-FFF2-40B4-BE49-F238E27FC236}">
                      <a16:creationId xmlns:a16="http://schemas.microsoft.com/office/drawing/2014/main" id="{1F38D3DA-F21B-481F-828C-EC9D2210C8A4}"/>
                    </a:ext>
                  </a:extLst>
                </p:cNvPr>
                <p:cNvSpPr txBox="1"/>
                <p:nvPr/>
              </p:nvSpPr>
              <p:spPr>
                <a:xfrm>
                  <a:off x="5885506" y="3451320"/>
                  <a:ext cx="355235" cy="400110"/>
                </a:xfrm>
                <a:prstGeom prst="rect">
                  <a:avLst/>
                </a:prstGeom>
                <a:noFill/>
              </p:spPr>
              <p:txBody>
                <a:bodyPr wrap="square" rtlCol="0">
                  <a:spAutoFit/>
                </a:bodyPr>
                <a:lstStyle/>
                <a:p>
                  <a:pPr algn="ctr"/>
                  <a:r>
                    <a:rPr lang="en-US" altLang="zh-CN" sz="2000" b="1" dirty="0">
                      <a:solidFill>
                        <a:schemeClr val="bg1"/>
                      </a:solidFill>
                      <a:latin typeface="Arial Black" panose="020B0A04020102020204" pitchFamily="34" charset="0"/>
                      <a:ea typeface="+mj-ea"/>
                    </a:rPr>
                    <a:t>C</a:t>
                  </a:r>
                  <a:endParaRPr lang="zh-CN" altLang="en-US" sz="2000" b="1" dirty="0">
                    <a:solidFill>
                      <a:schemeClr val="bg1"/>
                    </a:solidFill>
                    <a:latin typeface="Arial Black" panose="020B0A04020102020204" pitchFamily="34" charset="0"/>
                    <a:ea typeface="+mj-ea"/>
                  </a:endParaRPr>
                </a:p>
              </p:txBody>
            </p:sp>
          </p:grpSp>
          <p:grpSp>
            <p:nvGrpSpPr>
              <p:cNvPr id="18" name="组合 17">
                <a:extLst>
                  <a:ext uri="{FF2B5EF4-FFF2-40B4-BE49-F238E27FC236}">
                    <a16:creationId xmlns:a16="http://schemas.microsoft.com/office/drawing/2014/main" id="{781A7464-9676-4781-80F5-98E6387C26A0}"/>
                  </a:ext>
                </a:extLst>
              </p:cNvPr>
              <p:cNvGrpSpPr/>
              <p:nvPr/>
            </p:nvGrpSpPr>
            <p:grpSpPr>
              <a:xfrm>
                <a:off x="9158674" y="4445636"/>
                <a:ext cx="662814" cy="641082"/>
                <a:chOff x="8002355" y="3422987"/>
                <a:chExt cx="662814" cy="641082"/>
              </a:xfrm>
            </p:grpSpPr>
            <p:pic>
              <p:nvPicPr>
                <p:cNvPr id="19" name="图形 18">
                  <a:extLst>
                    <a:ext uri="{FF2B5EF4-FFF2-40B4-BE49-F238E27FC236}">
                      <a16:creationId xmlns:a16="http://schemas.microsoft.com/office/drawing/2014/main" id="{314F4A78-5BD0-4EFB-A2E4-4A1FE16A14ED}"/>
                    </a:ext>
                  </a:extLst>
                </p:cNvPr>
                <p:cNvPicPr>
                  <a:picLocks noChangeAspect="1"/>
                </p:cNvPicPr>
                <p:nvPr/>
              </p:nvPicPr>
              <p:blipFill>
                <a:blip r:embed="rId3">
                  <a:extLst>
                    <a:ext uri="{28A0092B-C50C-407E-A947-70E740481C1C}">
                      <a14:useLocalDpi xmlns:a14="http://schemas.microsoft.com/office/drawing/2010/main" val="0"/>
                    </a:ext>
                    <a:ext uri="{96DAC541-7B7A-43D3-8B79-37D633B846F1}">
                      <asvg:svgBlip xmlns:asvg="http://schemas.microsoft.com/office/drawing/2016/SVG/main" r:embed="rId4"/>
                    </a:ext>
                  </a:extLst>
                </a:blip>
                <a:stretch>
                  <a:fillRect/>
                </a:stretch>
              </p:blipFill>
              <p:spPr>
                <a:xfrm>
                  <a:off x="8002355" y="3422987"/>
                  <a:ext cx="662814" cy="641082"/>
                </a:xfrm>
                <a:prstGeom prst="rect">
                  <a:avLst/>
                </a:prstGeom>
              </p:spPr>
            </p:pic>
            <p:sp>
              <p:nvSpPr>
                <p:cNvPr id="20" name="文本框 19">
                  <a:extLst>
                    <a:ext uri="{FF2B5EF4-FFF2-40B4-BE49-F238E27FC236}">
                      <a16:creationId xmlns:a16="http://schemas.microsoft.com/office/drawing/2014/main" id="{2FC47BE8-CB54-4C99-B9D0-1E1E0580E3C2}"/>
                    </a:ext>
                  </a:extLst>
                </p:cNvPr>
                <p:cNvSpPr txBox="1"/>
                <p:nvPr/>
              </p:nvSpPr>
              <p:spPr>
                <a:xfrm>
                  <a:off x="8282675" y="3444742"/>
                  <a:ext cx="355235" cy="400110"/>
                </a:xfrm>
                <a:prstGeom prst="rect">
                  <a:avLst/>
                </a:prstGeom>
                <a:noFill/>
              </p:spPr>
              <p:txBody>
                <a:bodyPr wrap="square" rtlCol="0">
                  <a:spAutoFit/>
                </a:bodyPr>
                <a:lstStyle/>
                <a:p>
                  <a:pPr algn="ctr"/>
                  <a:r>
                    <a:rPr lang="en-US" altLang="zh-CN" sz="2000" b="1" dirty="0">
                      <a:solidFill>
                        <a:schemeClr val="bg1"/>
                      </a:solidFill>
                      <a:latin typeface="Arial Black" panose="020B0A04020102020204" pitchFamily="34" charset="0"/>
                      <a:ea typeface="+mj-ea"/>
                    </a:rPr>
                    <a:t>D</a:t>
                  </a:r>
                  <a:endParaRPr lang="zh-CN" altLang="en-US" sz="2000" b="1" dirty="0">
                    <a:solidFill>
                      <a:schemeClr val="bg1"/>
                    </a:solidFill>
                    <a:latin typeface="Arial Black" panose="020B0A04020102020204" pitchFamily="34" charset="0"/>
                    <a:ea typeface="+mj-ea"/>
                  </a:endParaRPr>
                </a:p>
              </p:txBody>
            </p:sp>
          </p:grpSp>
        </p:grpSp>
      </p:grpSp>
      <p:sp>
        <p:nvSpPr>
          <p:cNvPr id="40" name="íşlïḍè">
            <a:extLst>
              <a:ext uri="{FF2B5EF4-FFF2-40B4-BE49-F238E27FC236}">
                <a16:creationId xmlns:a16="http://schemas.microsoft.com/office/drawing/2014/main" id="{C220B307-61F9-4EDB-A835-581F51CEB22E}"/>
              </a:ext>
            </a:extLst>
          </p:cNvPr>
          <p:cNvSpPr txBox="1"/>
          <p:nvPr/>
        </p:nvSpPr>
        <p:spPr>
          <a:xfrm>
            <a:off x="5889049" y="3459317"/>
            <a:ext cx="2421888" cy="313194"/>
          </a:xfrm>
          <a:prstGeom prst="rect">
            <a:avLst/>
          </a:prstGeom>
          <a:noFill/>
        </p:spPr>
        <p:txBody>
          <a:bodyPr wrap="square" lIns="91440" tIns="45720" rIns="91440" bIns="45720" anchor="ctr">
            <a:noAutofit/>
          </a:bodyPr>
          <a:lstStyle/>
          <a:p>
            <a:pPr algn="ctr"/>
            <a:endParaRPr lang="zh-CN" altLang="en-US" b="1" dirty="0">
              <a:latin typeface="Arial Narrow" panose="020B0606020202030204" pitchFamily="34" charset="0"/>
            </a:endParaRPr>
          </a:p>
        </p:txBody>
      </p:sp>
      <p:cxnSp>
        <p:nvCxnSpPr>
          <p:cNvPr id="43" name="直接箭头连接符 42">
            <a:extLst>
              <a:ext uri="{FF2B5EF4-FFF2-40B4-BE49-F238E27FC236}">
                <a16:creationId xmlns:a16="http://schemas.microsoft.com/office/drawing/2014/main" id="{A20DC7E1-E211-400E-8AC9-E6F79B4D176F}"/>
              </a:ext>
            </a:extLst>
          </p:cNvPr>
          <p:cNvCxnSpPr>
            <a:cxnSpLocks/>
          </p:cNvCxnSpPr>
          <p:nvPr/>
        </p:nvCxnSpPr>
        <p:spPr>
          <a:xfrm>
            <a:off x="6380027" y="2054968"/>
            <a:ext cx="1452300" cy="0"/>
          </a:xfrm>
          <a:prstGeom prst="straightConnector1">
            <a:avLst/>
          </a:prstGeom>
          <a:ln w="50800" cap="rnd">
            <a:solidFill>
              <a:schemeClr val="accent6"/>
            </a:solidFill>
            <a:round/>
            <a:tailEnd type="triangle" w="med" len="med"/>
          </a:ln>
        </p:spPr>
        <p:style>
          <a:lnRef idx="1">
            <a:schemeClr val="accent1"/>
          </a:lnRef>
          <a:fillRef idx="0">
            <a:schemeClr val="accent1"/>
          </a:fillRef>
          <a:effectRef idx="0">
            <a:schemeClr val="accent1"/>
          </a:effectRef>
          <a:fontRef idx="minor">
            <a:schemeClr val="tx1"/>
          </a:fontRef>
        </p:style>
      </p:cxnSp>
      <p:cxnSp>
        <p:nvCxnSpPr>
          <p:cNvPr id="44" name="直接箭头连接符 43">
            <a:extLst>
              <a:ext uri="{FF2B5EF4-FFF2-40B4-BE49-F238E27FC236}">
                <a16:creationId xmlns:a16="http://schemas.microsoft.com/office/drawing/2014/main" id="{1A7FA208-C0E9-44F4-8A2B-68F7A421BA17}"/>
              </a:ext>
            </a:extLst>
          </p:cNvPr>
          <p:cNvCxnSpPr>
            <a:cxnSpLocks/>
          </p:cNvCxnSpPr>
          <p:nvPr/>
        </p:nvCxnSpPr>
        <p:spPr>
          <a:xfrm>
            <a:off x="7256215" y="2054968"/>
            <a:ext cx="0" cy="385625"/>
          </a:xfrm>
          <a:prstGeom prst="straightConnector1">
            <a:avLst/>
          </a:prstGeom>
          <a:ln w="50800" cap="rnd">
            <a:solidFill>
              <a:schemeClr val="accent6"/>
            </a:solidFill>
            <a:round/>
            <a:tailEnd type="triangle" w="med" len="med"/>
          </a:ln>
        </p:spPr>
        <p:style>
          <a:lnRef idx="1">
            <a:schemeClr val="accent1"/>
          </a:lnRef>
          <a:fillRef idx="0">
            <a:schemeClr val="accent1"/>
          </a:fillRef>
          <a:effectRef idx="0">
            <a:schemeClr val="accent1"/>
          </a:effectRef>
          <a:fontRef idx="minor">
            <a:schemeClr val="tx1"/>
          </a:fontRef>
        </p:style>
      </p:cxnSp>
      <p:cxnSp>
        <p:nvCxnSpPr>
          <p:cNvPr id="45" name="直接箭头连接符 44">
            <a:extLst>
              <a:ext uri="{FF2B5EF4-FFF2-40B4-BE49-F238E27FC236}">
                <a16:creationId xmlns:a16="http://schemas.microsoft.com/office/drawing/2014/main" id="{67FC4209-ED02-4AA2-8197-F784D2E2FD68}"/>
              </a:ext>
            </a:extLst>
          </p:cNvPr>
          <p:cNvCxnSpPr>
            <a:cxnSpLocks/>
          </p:cNvCxnSpPr>
          <p:nvPr/>
        </p:nvCxnSpPr>
        <p:spPr>
          <a:xfrm flipV="1">
            <a:off x="7256215" y="2538737"/>
            <a:ext cx="0" cy="297890"/>
          </a:xfrm>
          <a:prstGeom prst="straightConnector1">
            <a:avLst/>
          </a:prstGeom>
          <a:ln w="50800" cap="rnd">
            <a:solidFill>
              <a:schemeClr val="accent6"/>
            </a:solidFill>
            <a:round/>
            <a:tailEnd type="triangle" w="med" len="med"/>
          </a:ln>
        </p:spPr>
        <p:style>
          <a:lnRef idx="1">
            <a:schemeClr val="accent1"/>
          </a:lnRef>
          <a:fillRef idx="0">
            <a:schemeClr val="accent1"/>
          </a:fillRef>
          <a:effectRef idx="0">
            <a:schemeClr val="accent1"/>
          </a:effectRef>
          <a:fontRef idx="minor">
            <a:schemeClr val="tx1"/>
          </a:fontRef>
        </p:style>
      </p:cxnSp>
      <p:grpSp>
        <p:nvGrpSpPr>
          <p:cNvPr id="41" name="组合 40">
            <a:extLst>
              <a:ext uri="{FF2B5EF4-FFF2-40B4-BE49-F238E27FC236}">
                <a16:creationId xmlns:a16="http://schemas.microsoft.com/office/drawing/2014/main" id="{725708C2-E7F5-4292-8D21-18C603046E29}"/>
              </a:ext>
            </a:extLst>
          </p:cNvPr>
          <p:cNvGrpSpPr/>
          <p:nvPr/>
        </p:nvGrpSpPr>
        <p:grpSpPr>
          <a:xfrm>
            <a:off x="6871789" y="2012641"/>
            <a:ext cx="820470" cy="820470"/>
            <a:chOff x="9290558" y="4054613"/>
            <a:chExt cx="820470" cy="820470"/>
          </a:xfrm>
        </p:grpSpPr>
        <p:sp>
          <p:nvSpPr>
            <p:cNvPr id="46" name="爆炸形: 8 pt  45">
              <a:extLst>
                <a:ext uri="{FF2B5EF4-FFF2-40B4-BE49-F238E27FC236}">
                  <a16:creationId xmlns:a16="http://schemas.microsoft.com/office/drawing/2014/main" id="{123AB3DE-D558-4AA2-8D6F-1688FEF91232}"/>
                </a:ext>
              </a:extLst>
            </p:cNvPr>
            <p:cNvSpPr/>
            <p:nvPr/>
          </p:nvSpPr>
          <p:spPr>
            <a:xfrm>
              <a:off x="9290558" y="4054613"/>
              <a:ext cx="820470" cy="820470"/>
            </a:xfrm>
            <a:prstGeom prst="irregularSeal1">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sz="2000" b="1" dirty="0"/>
            </a:p>
          </p:txBody>
        </p:sp>
        <p:sp>
          <p:nvSpPr>
            <p:cNvPr id="47" name="文本框 46">
              <a:extLst>
                <a:ext uri="{FF2B5EF4-FFF2-40B4-BE49-F238E27FC236}">
                  <a16:creationId xmlns:a16="http://schemas.microsoft.com/office/drawing/2014/main" id="{CE5282BC-EBB9-42ED-BF69-58AA0B5B7FEB}"/>
                </a:ext>
              </a:extLst>
            </p:cNvPr>
            <p:cNvSpPr txBox="1"/>
            <p:nvPr/>
          </p:nvSpPr>
          <p:spPr>
            <a:xfrm>
              <a:off x="9290558" y="4250289"/>
              <a:ext cx="777741" cy="369332"/>
            </a:xfrm>
            <a:prstGeom prst="rect">
              <a:avLst/>
            </a:prstGeom>
            <a:noFill/>
          </p:spPr>
          <p:txBody>
            <a:bodyPr wrap="square" rtlCol="0">
              <a:spAutoFit/>
            </a:bodyPr>
            <a:lstStyle/>
            <a:p>
              <a:pPr algn="ctr"/>
              <a:r>
                <a:rPr lang="zh-CN" altLang="en-US" b="1" dirty="0">
                  <a:solidFill>
                    <a:schemeClr val="bg1"/>
                  </a:solidFill>
                </a:rPr>
                <a:t>碰撞</a:t>
              </a:r>
            </a:p>
          </p:txBody>
        </p:sp>
      </p:grpSp>
    </p:spTree>
    <p:custDataLst>
      <p:tags r:id="rId1"/>
    </p:custDataLst>
    <p:extLst>
      <p:ext uri="{BB962C8B-B14F-4D97-AF65-F5344CB8AC3E}">
        <p14:creationId xmlns:p14="http://schemas.microsoft.com/office/powerpoint/2010/main" val="737345842"/>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2" presetClass="entr" presetSubtype="4" fill="hold" nodeType="withEffect">
                                  <p:stCondLst>
                                    <p:cond delay="0"/>
                                  </p:stCondLst>
                                  <p:childTnLst>
                                    <p:set>
                                      <p:cBhvr>
                                        <p:cTn id="6" dur="1" fill="hold">
                                          <p:stCondLst>
                                            <p:cond delay="0"/>
                                          </p:stCondLst>
                                        </p:cTn>
                                        <p:tgtEl>
                                          <p:spTgt spid="45"/>
                                        </p:tgtEl>
                                        <p:attrNameLst>
                                          <p:attrName>style.visibility</p:attrName>
                                        </p:attrNameLst>
                                      </p:cBhvr>
                                      <p:to>
                                        <p:strVal val="visible"/>
                                      </p:to>
                                    </p:set>
                                    <p:animEffect transition="in" filter="wipe(down)">
                                      <p:cBhvr>
                                        <p:cTn id="7" dur="500"/>
                                        <p:tgtEl>
                                          <p:spTgt spid="45"/>
                                        </p:tgtEl>
                                      </p:cBhvr>
                                    </p:animEffect>
                                  </p:childTnLst>
                                </p:cTn>
                              </p:par>
                            </p:childTnLst>
                          </p:cTn>
                        </p:par>
                      </p:childTnLst>
                    </p:cTn>
                  </p:par>
                  <p:par>
                    <p:cTn id="8" fill="hold">
                      <p:stCondLst>
                        <p:cond delay="indefinite"/>
                      </p:stCondLst>
                      <p:childTnLst>
                        <p:par>
                          <p:cTn id="9" fill="hold">
                            <p:stCondLst>
                              <p:cond delay="0"/>
                            </p:stCondLst>
                            <p:childTnLst>
                              <p:par>
                                <p:cTn id="10" presetID="53" presetClass="entr" presetSubtype="16" fill="hold" nodeType="clickEffect">
                                  <p:stCondLst>
                                    <p:cond delay="0"/>
                                  </p:stCondLst>
                                  <p:childTnLst>
                                    <p:set>
                                      <p:cBhvr>
                                        <p:cTn id="11" dur="1" fill="hold">
                                          <p:stCondLst>
                                            <p:cond delay="0"/>
                                          </p:stCondLst>
                                        </p:cTn>
                                        <p:tgtEl>
                                          <p:spTgt spid="41"/>
                                        </p:tgtEl>
                                        <p:attrNameLst>
                                          <p:attrName>style.visibility</p:attrName>
                                        </p:attrNameLst>
                                      </p:cBhvr>
                                      <p:to>
                                        <p:strVal val="visible"/>
                                      </p:to>
                                    </p:set>
                                    <p:anim calcmode="lin" valueType="num">
                                      <p:cBhvr>
                                        <p:cTn id="12" dur="500" fill="hold"/>
                                        <p:tgtEl>
                                          <p:spTgt spid="41"/>
                                        </p:tgtEl>
                                        <p:attrNameLst>
                                          <p:attrName>ppt_w</p:attrName>
                                        </p:attrNameLst>
                                      </p:cBhvr>
                                      <p:tavLst>
                                        <p:tav tm="0">
                                          <p:val>
                                            <p:fltVal val="0"/>
                                          </p:val>
                                        </p:tav>
                                        <p:tav tm="100000">
                                          <p:val>
                                            <p:strVal val="#ppt_w"/>
                                          </p:val>
                                        </p:tav>
                                      </p:tavLst>
                                    </p:anim>
                                    <p:anim calcmode="lin" valueType="num">
                                      <p:cBhvr>
                                        <p:cTn id="13" dur="500" fill="hold"/>
                                        <p:tgtEl>
                                          <p:spTgt spid="41"/>
                                        </p:tgtEl>
                                        <p:attrNameLst>
                                          <p:attrName>ppt_h</p:attrName>
                                        </p:attrNameLst>
                                      </p:cBhvr>
                                      <p:tavLst>
                                        <p:tav tm="0">
                                          <p:val>
                                            <p:fltVal val="0"/>
                                          </p:val>
                                        </p:tav>
                                        <p:tav tm="100000">
                                          <p:val>
                                            <p:strVal val="#ppt_h"/>
                                          </p:val>
                                        </p:tav>
                                      </p:tavLst>
                                    </p:anim>
                                    <p:animEffect transition="in" filter="fade">
                                      <p:cBhvr>
                                        <p:cTn id="14" dur="500"/>
                                        <p:tgtEl>
                                          <p:spTgt spid="41"/>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33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9" name="íşlïḍè">
            <a:extLst>
              <a:ext uri="{FF2B5EF4-FFF2-40B4-BE49-F238E27FC236}">
                <a16:creationId xmlns:a16="http://schemas.microsoft.com/office/drawing/2014/main" id="{53C5E59D-C782-4263-B7F4-633B24E082FB}"/>
              </a:ext>
            </a:extLst>
          </p:cNvPr>
          <p:cNvSpPr txBox="1"/>
          <p:nvPr/>
        </p:nvSpPr>
        <p:spPr>
          <a:xfrm>
            <a:off x="1071690" y="4229413"/>
            <a:ext cx="2711736" cy="940865"/>
          </a:xfrm>
          <a:prstGeom prst="rect">
            <a:avLst/>
          </a:prstGeom>
          <a:noFill/>
        </p:spPr>
        <p:txBody>
          <a:bodyPr wrap="square" lIns="91440" tIns="45720" rIns="91440" bIns="45720" anchor="ctr">
            <a:noAutofit/>
          </a:bodyPr>
          <a:lstStyle/>
          <a:p>
            <a:pPr algn="ctr"/>
            <a:r>
              <a:rPr lang="zh-CN" altLang="en-US" b="1" dirty="0">
                <a:solidFill>
                  <a:schemeClr val="accent1">
                    <a:lumMod val="75000"/>
                  </a:schemeClr>
                </a:solidFill>
                <a:latin typeface="Arial Narrow" panose="020B0606020202030204" pitchFamily="34" charset="0"/>
              </a:rPr>
              <a:t>不知道已发送完毕的帧</a:t>
            </a:r>
            <a:endParaRPr lang="en-US" altLang="zh-CN" b="1" dirty="0">
              <a:solidFill>
                <a:schemeClr val="accent1">
                  <a:lumMod val="75000"/>
                </a:schemeClr>
              </a:solidFill>
              <a:latin typeface="Arial Narrow" panose="020B0606020202030204" pitchFamily="34" charset="0"/>
            </a:endParaRPr>
          </a:p>
          <a:p>
            <a:pPr algn="ctr"/>
            <a:r>
              <a:rPr lang="zh-CN" altLang="en-US" b="1" dirty="0">
                <a:solidFill>
                  <a:schemeClr val="accent1">
                    <a:lumMod val="75000"/>
                  </a:schemeClr>
                </a:solidFill>
                <a:latin typeface="Arial Narrow" panose="020B0606020202030204" pitchFamily="34" charset="0"/>
              </a:rPr>
              <a:t>遭遇了碰撞</a:t>
            </a:r>
            <a:endParaRPr lang="en-US" altLang="zh-CN" b="1" dirty="0">
              <a:solidFill>
                <a:schemeClr val="accent1">
                  <a:lumMod val="75000"/>
                </a:schemeClr>
              </a:solidFill>
              <a:latin typeface="Arial Narrow" panose="020B0606020202030204" pitchFamily="34" charset="0"/>
            </a:endParaRPr>
          </a:p>
          <a:p>
            <a:pPr algn="ctr"/>
            <a:r>
              <a:rPr lang="zh-CN" altLang="en-US" b="1" dirty="0">
                <a:solidFill>
                  <a:schemeClr val="accent1">
                    <a:lumMod val="75000"/>
                  </a:schemeClr>
                </a:solidFill>
                <a:latin typeface="Arial Narrow" panose="020B0606020202030204" pitchFamily="34" charset="0"/>
              </a:rPr>
              <a:t>不会重发该帧</a:t>
            </a:r>
          </a:p>
        </p:txBody>
      </p:sp>
      <p:grpSp>
        <p:nvGrpSpPr>
          <p:cNvPr id="50" name="组合 49">
            <a:extLst>
              <a:ext uri="{FF2B5EF4-FFF2-40B4-BE49-F238E27FC236}">
                <a16:creationId xmlns:a16="http://schemas.microsoft.com/office/drawing/2014/main" id="{BFAAC397-28A3-457A-89F5-43345397FCBB}"/>
              </a:ext>
            </a:extLst>
          </p:cNvPr>
          <p:cNvGrpSpPr/>
          <p:nvPr/>
        </p:nvGrpSpPr>
        <p:grpSpPr>
          <a:xfrm>
            <a:off x="8257572" y="3459317"/>
            <a:ext cx="2478174" cy="677604"/>
            <a:chOff x="1216614" y="3459317"/>
            <a:chExt cx="2478174" cy="677604"/>
          </a:xfrm>
        </p:grpSpPr>
        <p:sp>
          <p:nvSpPr>
            <p:cNvPr id="51" name="íşlïḍè">
              <a:extLst>
                <a:ext uri="{FF2B5EF4-FFF2-40B4-BE49-F238E27FC236}">
                  <a16:creationId xmlns:a16="http://schemas.microsoft.com/office/drawing/2014/main" id="{2C40025E-D0C0-4AE4-A21D-87100F34BB91}"/>
                </a:ext>
              </a:extLst>
            </p:cNvPr>
            <p:cNvSpPr txBox="1"/>
            <p:nvPr/>
          </p:nvSpPr>
          <p:spPr>
            <a:xfrm>
              <a:off x="1216614" y="3459317"/>
              <a:ext cx="2478174" cy="313194"/>
            </a:xfrm>
            <a:prstGeom prst="rect">
              <a:avLst/>
            </a:prstGeom>
            <a:noFill/>
          </p:spPr>
          <p:txBody>
            <a:bodyPr wrap="square" lIns="91440" tIns="45720" rIns="91440" bIns="45720" anchor="ctr">
              <a:noAutofit/>
            </a:bodyPr>
            <a:lstStyle/>
            <a:p>
              <a:pPr algn="ctr"/>
              <a:r>
                <a:rPr lang="zh-CN" altLang="en-US" b="1" dirty="0">
                  <a:latin typeface="Arial Narrow" panose="020B0606020202030204" pitchFamily="34" charset="0"/>
                </a:rPr>
                <a:t>最终收到遭遇碰撞的帧</a:t>
              </a:r>
              <a:endParaRPr lang="en-US" altLang="zh-CN" b="1" dirty="0">
                <a:latin typeface="Arial Narrow" panose="020B0606020202030204" pitchFamily="34" charset="0"/>
              </a:endParaRPr>
            </a:p>
          </p:txBody>
        </p:sp>
        <p:sp>
          <p:nvSpPr>
            <p:cNvPr id="52" name="íşlïḍè">
              <a:extLst>
                <a:ext uri="{FF2B5EF4-FFF2-40B4-BE49-F238E27FC236}">
                  <a16:creationId xmlns:a16="http://schemas.microsoft.com/office/drawing/2014/main" id="{7A66B0CC-9C58-4E94-8A0D-389B8237EDC7}"/>
                </a:ext>
              </a:extLst>
            </p:cNvPr>
            <p:cNvSpPr txBox="1"/>
            <p:nvPr/>
          </p:nvSpPr>
          <p:spPr>
            <a:xfrm>
              <a:off x="1418411" y="3823727"/>
              <a:ext cx="2021114" cy="313194"/>
            </a:xfrm>
            <a:prstGeom prst="rect">
              <a:avLst/>
            </a:prstGeom>
            <a:noFill/>
          </p:spPr>
          <p:txBody>
            <a:bodyPr wrap="square" lIns="91440" tIns="45720" rIns="91440" bIns="45720" anchor="ctr">
              <a:noAutofit/>
            </a:bodyPr>
            <a:lstStyle/>
            <a:p>
              <a:pPr algn="ctr"/>
              <a:r>
                <a:rPr lang="zh-CN" altLang="en-US" b="1" dirty="0">
                  <a:solidFill>
                    <a:schemeClr val="accent1">
                      <a:lumMod val="75000"/>
                    </a:schemeClr>
                  </a:solidFill>
                  <a:latin typeface="Arial Narrow" panose="020B0606020202030204" pitchFamily="34" charset="0"/>
                </a:rPr>
                <a:t>丢弃</a:t>
              </a:r>
            </a:p>
          </p:txBody>
        </p:sp>
      </p:grpSp>
      <p:grpSp>
        <p:nvGrpSpPr>
          <p:cNvPr id="27" name="组合 26">
            <a:extLst>
              <a:ext uri="{FF2B5EF4-FFF2-40B4-BE49-F238E27FC236}">
                <a16:creationId xmlns:a16="http://schemas.microsoft.com/office/drawing/2014/main" id="{FD009FDE-6241-47B6-8086-C51880F2341C}"/>
              </a:ext>
            </a:extLst>
          </p:cNvPr>
          <p:cNvGrpSpPr/>
          <p:nvPr/>
        </p:nvGrpSpPr>
        <p:grpSpPr>
          <a:xfrm>
            <a:off x="1216614" y="3459317"/>
            <a:ext cx="2421888" cy="677604"/>
            <a:chOff x="1216614" y="3459317"/>
            <a:chExt cx="2421888" cy="677604"/>
          </a:xfrm>
        </p:grpSpPr>
        <p:sp>
          <p:nvSpPr>
            <p:cNvPr id="37" name="íşlïḍè">
              <a:extLst>
                <a:ext uri="{FF2B5EF4-FFF2-40B4-BE49-F238E27FC236}">
                  <a16:creationId xmlns:a16="http://schemas.microsoft.com/office/drawing/2014/main" id="{5147B48C-3C56-447A-9F8D-B61A31C6CFF8}"/>
                </a:ext>
              </a:extLst>
            </p:cNvPr>
            <p:cNvSpPr txBox="1"/>
            <p:nvPr/>
          </p:nvSpPr>
          <p:spPr>
            <a:xfrm>
              <a:off x="1216614" y="3459317"/>
              <a:ext cx="2421888" cy="313194"/>
            </a:xfrm>
            <a:prstGeom prst="rect">
              <a:avLst/>
            </a:prstGeom>
            <a:noFill/>
          </p:spPr>
          <p:txBody>
            <a:bodyPr wrap="square" lIns="91440" tIns="45720" rIns="91440" bIns="45720" anchor="ctr">
              <a:noAutofit/>
            </a:bodyPr>
            <a:lstStyle/>
            <a:p>
              <a:pPr algn="ctr"/>
              <a:r>
                <a:rPr lang="zh-CN" altLang="en-US" b="1" dirty="0">
                  <a:latin typeface="Arial Narrow" panose="020B0606020202030204" pitchFamily="34" charset="0"/>
                </a:rPr>
                <a:t>发送完毕</a:t>
              </a:r>
            </a:p>
          </p:txBody>
        </p:sp>
        <p:sp>
          <p:nvSpPr>
            <p:cNvPr id="38" name="íşlïḍè">
              <a:extLst>
                <a:ext uri="{FF2B5EF4-FFF2-40B4-BE49-F238E27FC236}">
                  <a16:creationId xmlns:a16="http://schemas.microsoft.com/office/drawing/2014/main" id="{90D7EF3D-7322-46CB-8A79-A67C4294AA2A}"/>
                </a:ext>
              </a:extLst>
            </p:cNvPr>
            <p:cNvSpPr txBox="1"/>
            <p:nvPr/>
          </p:nvSpPr>
          <p:spPr>
            <a:xfrm>
              <a:off x="1418411" y="3823727"/>
              <a:ext cx="2021114" cy="313194"/>
            </a:xfrm>
            <a:prstGeom prst="rect">
              <a:avLst/>
            </a:prstGeom>
            <a:noFill/>
          </p:spPr>
          <p:txBody>
            <a:bodyPr wrap="square" lIns="91440" tIns="45720" rIns="91440" bIns="45720" anchor="ctr">
              <a:noAutofit/>
            </a:bodyPr>
            <a:lstStyle/>
            <a:p>
              <a:pPr algn="ctr"/>
              <a:r>
                <a:rPr lang="zh-CN" altLang="en-US" b="1" dirty="0">
                  <a:solidFill>
                    <a:schemeClr val="accent1">
                      <a:lumMod val="75000"/>
                    </a:schemeClr>
                  </a:solidFill>
                  <a:latin typeface="Arial Narrow" panose="020B0606020202030204" pitchFamily="34" charset="0"/>
                </a:rPr>
                <a:t>不再进行碰撞检测</a:t>
              </a:r>
            </a:p>
          </p:txBody>
        </p:sp>
      </p:grpSp>
      <p:grpSp>
        <p:nvGrpSpPr>
          <p:cNvPr id="4" name="组合 3">
            <a:extLst>
              <a:ext uri="{FF2B5EF4-FFF2-40B4-BE49-F238E27FC236}">
                <a16:creationId xmlns:a16="http://schemas.microsoft.com/office/drawing/2014/main" id="{9A1EA9F2-FCB6-48C3-935F-7AE7E3AD14AC}"/>
              </a:ext>
            </a:extLst>
          </p:cNvPr>
          <p:cNvGrpSpPr/>
          <p:nvPr/>
        </p:nvGrpSpPr>
        <p:grpSpPr>
          <a:xfrm>
            <a:off x="304799" y="749300"/>
            <a:ext cx="6192345" cy="400110"/>
            <a:chOff x="424116" y="898245"/>
            <a:chExt cx="6192345" cy="400110"/>
          </a:xfrm>
        </p:grpSpPr>
        <p:sp>
          <p:nvSpPr>
            <p:cNvPr id="2" name="平行四边形 1">
              <a:extLst>
                <a:ext uri="{FF2B5EF4-FFF2-40B4-BE49-F238E27FC236}">
                  <a16:creationId xmlns:a16="http://schemas.microsoft.com/office/drawing/2014/main" id="{1F5BAA3F-9845-4F89-A2DD-8222D3E4EDAC}"/>
                </a:ext>
              </a:extLst>
            </p:cNvPr>
            <p:cNvSpPr/>
            <p:nvPr/>
          </p:nvSpPr>
          <p:spPr>
            <a:xfrm>
              <a:off x="424116" y="898245"/>
              <a:ext cx="688541" cy="387090"/>
            </a:xfrm>
            <a:prstGeom prst="parallelogram">
              <a:avLst/>
            </a:prstGeom>
            <a:solidFill>
              <a:schemeClr val="accent3">
                <a:lumMod val="75000"/>
              </a:schemeClr>
            </a:solidFill>
            <a:ln>
              <a:solidFill>
                <a:schemeClr val="accent3">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CN" sz="2200" dirty="0">
                  <a:latin typeface="Impact" panose="020B0806030902050204" pitchFamily="34" charset="0"/>
                </a:rPr>
                <a:t>03</a:t>
              </a:r>
              <a:endParaRPr lang="zh-CN" altLang="en-US" sz="2200" dirty="0">
                <a:latin typeface="Impact" panose="020B0806030902050204" pitchFamily="34" charset="0"/>
              </a:endParaRPr>
            </a:p>
          </p:txBody>
        </p:sp>
        <p:sp>
          <p:nvSpPr>
            <p:cNvPr id="3" name="文本框 2">
              <a:extLst>
                <a:ext uri="{FF2B5EF4-FFF2-40B4-BE49-F238E27FC236}">
                  <a16:creationId xmlns:a16="http://schemas.microsoft.com/office/drawing/2014/main" id="{4D6BD736-A4D3-4F26-AFED-36E11F50F70B}"/>
                </a:ext>
              </a:extLst>
            </p:cNvPr>
            <p:cNvSpPr txBox="1"/>
            <p:nvPr/>
          </p:nvSpPr>
          <p:spPr>
            <a:xfrm>
              <a:off x="1052423" y="898245"/>
              <a:ext cx="5564038" cy="400110"/>
            </a:xfrm>
            <a:prstGeom prst="rect">
              <a:avLst/>
            </a:prstGeom>
            <a:noFill/>
          </p:spPr>
          <p:txBody>
            <a:bodyPr wrap="square" rtlCol="0">
              <a:spAutoFit/>
            </a:bodyPr>
            <a:lstStyle/>
            <a:p>
              <a:r>
                <a:rPr lang="zh-CN" altLang="en-US" sz="2000" b="1" dirty="0"/>
                <a:t>共享式以太网的最小帧长和最大帧长</a:t>
              </a:r>
              <a:endParaRPr lang="en-US" altLang="zh-CN" sz="2000" b="1" dirty="0"/>
            </a:p>
          </p:txBody>
        </p:sp>
      </p:grpSp>
      <p:grpSp>
        <p:nvGrpSpPr>
          <p:cNvPr id="36" name="组合 35">
            <a:extLst>
              <a:ext uri="{FF2B5EF4-FFF2-40B4-BE49-F238E27FC236}">
                <a16:creationId xmlns:a16="http://schemas.microsoft.com/office/drawing/2014/main" id="{63E838EE-B2A8-42D1-99FE-30430045CB2D}"/>
              </a:ext>
            </a:extLst>
          </p:cNvPr>
          <p:cNvGrpSpPr/>
          <p:nvPr/>
        </p:nvGrpSpPr>
        <p:grpSpPr>
          <a:xfrm>
            <a:off x="1624740" y="1929268"/>
            <a:ext cx="8955675" cy="1487218"/>
            <a:chOff x="1668486" y="2106882"/>
            <a:chExt cx="8955675" cy="1487218"/>
          </a:xfrm>
        </p:grpSpPr>
        <p:grpSp>
          <p:nvGrpSpPr>
            <p:cNvPr id="5" name="组合 4">
              <a:extLst>
                <a:ext uri="{FF2B5EF4-FFF2-40B4-BE49-F238E27FC236}">
                  <a16:creationId xmlns:a16="http://schemas.microsoft.com/office/drawing/2014/main" id="{53F81673-7277-430A-B188-899B82D65C15}"/>
                </a:ext>
              </a:extLst>
            </p:cNvPr>
            <p:cNvGrpSpPr/>
            <p:nvPr/>
          </p:nvGrpSpPr>
          <p:grpSpPr>
            <a:xfrm>
              <a:off x="2505604" y="2260293"/>
              <a:ext cx="7180791" cy="812800"/>
              <a:chOff x="2455280" y="3752911"/>
              <a:chExt cx="7180791" cy="812800"/>
            </a:xfrm>
          </p:grpSpPr>
          <p:cxnSp>
            <p:nvCxnSpPr>
              <p:cNvPr id="6" name="直接连接符 5">
                <a:extLst>
                  <a:ext uri="{FF2B5EF4-FFF2-40B4-BE49-F238E27FC236}">
                    <a16:creationId xmlns:a16="http://schemas.microsoft.com/office/drawing/2014/main" id="{645F269A-8CC2-460F-91FD-D04BBA594492}"/>
                  </a:ext>
                </a:extLst>
              </p:cNvPr>
              <p:cNvCxnSpPr/>
              <p:nvPr/>
            </p:nvCxnSpPr>
            <p:spPr>
              <a:xfrm flipV="1">
                <a:off x="9636071" y="3752911"/>
                <a:ext cx="0" cy="812800"/>
              </a:xfrm>
              <a:prstGeom prst="line">
                <a:avLst/>
              </a:prstGeom>
              <a:ln w="152400">
                <a:solidFill>
                  <a:schemeClr val="tx1"/>
                </a:solidFill>
                <a:tailEnd w="med" len="lg"/>
              </a:ln>
            </p:spPr>
            <p:style>
              <a:lnRef idx="1">
                <a:schemeClr val="accent1"/>
              </a:lnRef>
              <a:fillRef idx="0">
                <a:schemeClr val="accent1"/>
              </a:fillRef>
              <a:effectRef idx="0">
                <a:schemeClr val="accent1"/>
              </a:effectRef>
              <a:fontRef idx="minor">
                <a:schemeClr val="tx1"/>
              </a:fontRef>
            </p:style>
          </p:cxnSp>
          <p:cxnSp>
            <p:nvCxnSpPr>
              <p:cNvPr id="7" name="直接连接符 6">
                <a:extLst>
                  <a:ext uri="{FF2B5EF4-FFF2-40B4-BE49-F238E27FC236}">
                    <a16:creationId xmlns:a16="http://schemas.microsoft.com/office/drawing/2014/main" id="{BAD82238-EE1F-4F20-A566-86B504B37EEA}"/>
                  </a:ext>
                </a:extLst>
              </p:cNvPr>
              <p:cNvCxnSpPr/>
              <p:nvPr/>
            </p:nvCxnSpPr>
            <p:spPr>
              <a:xfrm flipV="1">
                <a:off x="2455280" y="3752911"/>
                <a:ext cx="0" cy="812800"/>
              </a:xfrm>
              <a:prstGeom prst="line">
                <a:avLst/>
              </a:prstGeom>
              <a:ln w="152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8" name="直接连接符 7">
                <a:extLst>
                  <a:ext uri="{FF2B5EF4-FFF2-40B4-BE49-F238E27FC236}">
                    <a16:creationId xmlns:a16="http://schemas.microsoft.com/office/drawing/2014/main" id="{2A2F95F2-3D53-4064-9F0D-39C1415AB1B6}"/>
                  </a:ext>
                </a:extLst>
              </p:cNvPr>
              <p:cNvCxnSpPr/>
              <p:nvPr/>
            </p:nvCxnSpPr>
            <p:spPr>
              <a:xfrm flipV="1">
                <a:off x="4878779" y="3752911"/>
                <a:ext cx="0" cy="812800"/>
              </a:xfrm>
              <a:prstGeom prst="line">
                <a:avLst/>
              </a:prstGeom>
              <a:ln w="152400">
                <a:solidFill>
                  <a:schemeClr val="tx1"/>
                </a:solidFill>
                <a:tailEnd w="med" len="lg"/>
              </a:ln>
            </p:spPr>
            <p:style>
              <a:lnRef idx="1">
                <a:schemeClr val="accent1"/>
              </a:lnRef>
              <a:fillRef idx="0">
                <a:schemeClr val="accent1"/>
              </a:fillRef>
              <a:effectRef idx="0">
                <a:schemeClr val="accent1"/>
              </a:effectRef>
              <a:fontRef idx="minor">
                <a:schemeClr val="tx1"/>
              </a:fontRef>
            </p:style>
          </p:cxnSp>
          <p:cxnSp>
            <p:nvCxnSpPr>
              <p:cNvPr id="9" name="直接连接符 8">
                <a:extLst>
                  <a:ext uri="{FF2B5EF4-FFF2-40B4-BE49-F238E27FC236}">
                    <a16:creationId xmlns:a16="http://schemas.microsoft.com/office/drawing/2014/main" id="{8B742966-92CD-493E-8782-3D0B92FEA149}"/>
                  </a:ext>
                </a:extLst>
              </p:cNvPr>
              <p:cNvCxnSpPr/>
              <p:nvPr/>
            </p:nvCxnSpPr>
            <p:spPr>
              <a:xfrm flipV="1">
                <a:off x="7249637" y="3752911"/>
                <a:ext cx="0" cy="812800"/>
              </a:xfrm>
              <a:prstGeom prst="line">
                <a:avLst/>
              </a:prstGeom>
              <a:ln w="1524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0" name="组合 9">
              <a:extLst>
                <a:ext uri="{FF2B5EF4-FFF2-40B4-BE49-F238E27FC236}">
                  <a16:creationId xmlns:a16="http://schemas.microsoft.com/office/drawing/2014/main" id="{70E1D9A5-DB2A-42F5-9168-6D78FA12E515}"/>
                </a:ext>
              </a:extLst>
            </p:cNvPr>
            <p:cNvGrpSpPr/>
            <p:nvPr/>
          </p:nvGrpSpPr>
          <p:grpSpPr>
            <a:xfrm>
              <a:off x="1668486" y="2106882"/>
              <a:ext cx="8955675" cy="238462"/>
              <a:chOff x="1618162" y="3599500"/>
              <a:chExt cx="8955675" cy="238462"/>
            </a:xfrm>
          </p:grpSpPr>
          <p:cxnSp>
            <p:nvCxnSpPr>
              <p:cNvPr id="11" name="直接连接符 10">
                <a:extLst>
                  <a:ext uri="{FF2B5EF4-FFF2-40B4-BE49-F238E27FC236}">
                    <a16:creationId xmlns:a16="http://schemas.microsoft.com/office/drawing/2014/main" id="{71EADB35-714B-4E13-8F95-224081CFF840}"/>
                  </a:ext>
                </a:extLst>
              </p:cNvPr>
              <p:cNvCxnSpPr>
                <a:cxnSpLocks/>
              </p:cNvCxnSpPr>
              <p:nvPr/>
            </p:nvCxnSpPr>
            <p:spPr>
              <a:xfrm>
                <a:off x="1749794" y="3725200"/>
                <a:ext cx="8622888" cy="0"/>
              </a:xfrm>
              <a:prstGeom prst="line">
                <a:avLst/>
              </a:prstGeom>
              <a:ln w="152400">
                <a:solidFill>
                  <a:schemeClr val="tx1"/>
                </a:solidFill>
              </a:ln>
            </p:spPr>
            <p:style>
              <a:lnRef idx="1">
                <a:schemeClr val="accent1"/>
              </a:lnRef>
              <a:fillRef idx="0">
                <a:schemeClr val="accent1"/>
              </a:fillRef>
              <a:effectRef idx="0">
                <a:schemeClr val="accent1"/>
              </a:effectRef>
              <a:fontRef idx="minor">
                <a:schemeClr val="tx1"/>
              </a:fontRef>
            </p:style>
          </p:cxnSp>
          <p:sp>
            <p:nvSpPr>
              <p:cNvPr id="12" name="矩形 11">
                <a:extLst>
                  <a:ext uri="{FF2B5EF4-FFF2-40B4-BE49-F238E27FC236}">
                    <a16:creationId xmlns:a16="http://schemas.microsoft.com/office/drawing/2014/main" id="{B432B91F-35EB-439C-97EE-242D4CC149F3}"/>
                  </a:ext>
                </a:extLst>
              </p:cNvPr>
              <p:cNvSpPr/>
              <p:nvPr/>
            </p:nvSpPr>
            <p:spPr>
              <a:xfrm>
                <a:off x="1618162" y="3599500"/>
                <a:ext cx="225524" cy="225524"/>
              </a:xfrm>
              <a:prstGeom prst="rect">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13" name="矩形 12">
                <a:extLst>
                  <a:ext uri="{FF2B5EF4-FFF2-40B4-BE49-F238E27FC236}">
                    <a16:creationId xmlns:a16="http://schemas.microsoft.com/office/drawing/2014/main" id="{9BD82429-09B9-4138-AE29-421147F1B8A4}"/>
                  </a:ext>
                </a:extLst>
              </p:cNvPr>
              <p:cNvSpPr/>
              <p:nvPr/>
            </p:nvSpPr>
            <p:spPr>
              <a:xfrm>
                <a:off x="10348313" y="3612438"/>
                <a:ext cx="225524" cy="225524"/>
              </a:xfrm>
              <a:prstGeom prst="rect">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grpSp>
        <p:grpSp>
          <p:nvGrpSpPr>
            <p:cNvPr id="14" name="组合 13">
              <a:extLst>
                <a:ext uri="{FF2B5EF4-FFF2-40B4-BE49-F238E27FC236}">
                  <a16:creationId xmlns:a16="http://schemas.microsoft.com/office/drawing/2014/main" id="{96A99507-89DA-4A05-A65F-C8515C0DADEA}"/>
                </a:ext>
              </a:extLst>
            </p:cNvPr>
            <p:cNvGrpSpPr/>
            <p:nvPr/>
          </p:nvGrpSpPr>
          <p:grpSpPr>
            <a:xfrm>
              <a:off x="2018998" y="2953018"/>
              <a:ext cx="7852814" cy="641082"/>
              <a:chOff x="1968674" y="4445636"/>
              <a:chExt cx="7852814" cy="641082"/>
            </a:xfrm>
          </p:grpSpPr>
          <p:grpSp>
            <p:nvGrpSpPr>
              <p:cNvPr id="15" name="组合 14">
                <a:extLst>
                  <a:ext uri="{FF2B5EF4-FFF2-40B4-BE49-F238E27FC236}">
                    <a16:creationId xmlns:a16="http://schemas.microsoft.com/office/drawing/2014/main" id="{AABB06AA-D45E-4FD9-B56E-FA6FF2380D1B}"/>
                  </a:ext>
                </a:extLst>
              </p:cNvPr>
              <p:cNvGrpSpPr/>
              <p:nvPr/>
            </p:nvGrpSpPr>
            <p:grpSpPr>
              <a:xfrm>
                <a:off x="1968674" y="4445636"/>
                <a:ext cx="662814" cy="641082"/>
                <a:chOff x="812355" y="3422987"/>
                <a:chExt cx="662814" cy="641082"/>
              </a:xfrm>
            </p:grpSpPr>
            <p:pic>
              <p:nvPicPr>
                <p:cNvPr id="25" name="图形 24">
                  <a:extLst>
                    <a:ext uri="{FF2B5EF4-FFF2-40B4-BE49-F238E27FC236}">
                      <a16:creationId xmlns:a16="http://schemas.microsoft.com/office/drawing/2014/main" id="{6B9C319F-3452-4B9D-B1BF-8393028A1A0D}"/>
                    </a:ext>
                  </a:extLst>
                </p:cNvPr>
                <p:cNvPicPr>
                  <a:picLocks noChangeAspect="1"/>
                </p:cNvPicPr>
                <p:nvPr/>
              </p:nvPicPr>
              <p:blipFill>
                <a:blip r:embed="rId3">
                  <a:extLst>
                    <a:ext uri="{28A0092B-C50C-407E-A947-70E740481C1C}">
                      <a14:useLocalDpi xmlns:a14="http://schemas.microsoft.com/office/drawing/2010/main" val="0"/>
                    </a:ext>
                    <a:ext uri="{96DAC541-7B7A-43D3-8B79-37D633B846F1}">
                      <asvg:svgBlip xmlns:asvg="http://schemas.microsoft.com/office/drawing/2016/SVG/main" r:embed="rId4"/>
                    </a:ext>
                  </a:extLst>
                </a:blip>
                <a:stretch>
                  <a:fillRect/>
                </a:stretch>
              </p:blipFill>
              <p:spPr>
                <a:xfrm>
                  <a:off x="812355" y="3422987"/>
                  <a:ext cx="662814" cy="641082"/>
                </a:xfrm>
                <a:prstGeom prst="rect">
                  <a:avLst/>
                </a:prstGeom>
              </p:spPr>
            </p:pic>
            <p:sp>
              <p:nvSpPr>
                <p:cNvPr id="26" name="文本框 25">
                  <a:extLst>
                    <a:ext uri="{FF2B5EF4-FFF2-40B4-BE49-F238E27FC236}">
                      <a16:creationId xmlns:a16="http://schemas.microsoft.com/office/drawing/2014/main" id="{259A2B82-D048-4BBE-9F66-93EB02EB7F0F}"/>
                    </a:ext>
                  </a:extLst>
                </p:cNvPr>
                <p:cNvSpPr txBox="1"/>
                <p:nvPr/>
              </p:nvSpPr>
              <p:spPr>
                <a:xfrm>
                  <a:off x="1087044" y="3451320"/>
                  <a:ext cx="355235" cy="400110"/>
                </a:xfrm>
                <a:prstGeom prst="rect">
                  <a:avLst/>
                </a:prstGeom>
                <a:noFill/>
              </p:spPr>
              <p:txBody>
                <a:bodyPr wrap="square" rtlCol="0">
                  <a:spAutoFit/>
                </a:bodyPr>
                <a:lstStyle/>
                <a:p>
                  <a:pPr algn="ctr"/>
                  <a:r>
                    <a:rPr lang="en-US" altLang="zh-CN" sz="2000" b="1" dirty="0">
                      <a:solidFill>
                        <a:schemeClr val="bg1"/>
                      </a:solidFill>
                      <a:latin typeface="Arial Black" panose="020B0A04020102020204" pitchFamily="34" charset="0"/>
                      <a:ea typeface="+mj-ea"/>
                    </a:rPr>
                    <a:t>A</a:t>
                  </a:r>
                  <a:endParaRPr lang="zh-CN" altLang="en-US" sz="2000" b="1" dirty="0">
                    <a:solidFill>
                      <a:schemeClr val="bg1"/>
                    </a:solidFill>
                    <a:latin typeface="Arial Black" panose="020B0A04020102020204" pitchFamily="34" charset="0"/>
                    <a:ea typeface="+mj-ea"/>
                  </a:endParaRPr>
                </a:p>
              </p:txBody>
            </p:sp>
          </p:grpSp>
          <p:grpSp>
            <p:nvGrpSpPr>
              <p:cNvPr id="16" name="组合 15">
                <a:extLst>
                  <a:ext uri="{FF2B5EF4-FFF2-40B4-BE49-F238E27FC236}">
                    <a16:creationId xmlns:a16="http://schemas.microsoft.com/office/drawing/2014/main" id="{B9CF07DA-4A48-4959-B5F9-DA23277AECA2}"/>
                  </a:ext>
                </a:extLst>
              </p:cNvPr>
              <p:cNvGrpSpPr/>
              <p:nvPr/>
            </p:nvGrpSpPr>
            <p:grpSpPr>
              <a:xfrm>
                <a:off x="4365341" y="4445636"/>
                <a:ext cx="662814" cy="641082"/>
                <a:chOff x="3209022" y="3422987"/>
                <a:chExt cx="662814" cy="641082"/>
              </a:xfrm>
            </p:grpSpPr>
            <p:pic>
              <p:nvPicPr>
                <p:cNvPr id="23" name="图形 22">
                  <a:extLst>
                    <a:ext uri="{FF2B5EF4-FFF2-40B4-BE49-F238E27FC236}">
                      <a16:creationId xmlns:a16="http://schemas.microsoft.com/office/drawing/2014/main" id="{30B3AAEC-4467-46A0-925C-0CDB77FBA7AF}"/>
                    </a:ext>
                  </a:extLst>
                </p:cNvPr>
                <p:cNvPicPr>
                  <a:picLocks noChangeAspect="1"/>
                </p:cNvPicPr>
                <p:nvPr/>
              </p:nvPicPr>
              <p:blipFill>
                <a:blip r:embed="rId3">
                  <a:extLst>
                    <a:ext uri="{28A0092B-C50C-407E-A947-70E740481C1C}">
                      <a14:useLocalDpi xmlns:a14="http://schemas.microsoft.com/office/drawing/2010/main" val="0"/>
                    </a:ext>
                    <a:ext uri="{96DAC541-7B7A-43D3-8B79-37D633B846F1}">
                      <asvg:svgBlip xmlns:asvg="http://schemas.microsoft.com/office/drawing/2016/SVG/main" r:embed="rId4"/>
                    </a:ext>
                  </a:extLst>
                </a:blip>
                <a:stretch>
                  <a:fillRect/>
                </a:stretch>
              </p:blipFill>
              <p:spPr>
                <a:xfrm>
                  <a:off x="3209022" y="3422987"/>
                  <a:ext cx="662814" cy="641082"/>
                </a:xfrm>
                <a:prstGeom prst="rect">
                  <a:avLst/>
                </a:prstGeom>
              </p:spPr>
            </p:pic>
            <p:sp>
              <p:nvSpPr>
                <p:cNvPr id="24" name="文本框 23">
                  <a:extLst>
                    <a:ext uri="{FF2B5EF4-FFF2-40B4-BE49-F238E27FC236}">
                      <a16:creationId xmlns:a16="http://schemas.microsoft.com/office/drawing/2014/main" id="{29A73D32-A593-4C08-99F7-0B2040C682A6}"/>
                    </a:ext>
                  </a:extLst>
                </p:cNvPr>
                <p:cNvSpPr txBox="1"/>
                <p:nvPr/>
              </p:nvSpPr>
              <p:spPr>
                <a:xfrm>
                  <a:off x="3490791" y="3451320"/>
                  <a:ext cx="355235" cy="400110"/>
                </a:xfrm>
                <a:prstGeom prst="rect">
                  <a:avLst/>
                </a:prstGeom>
                <a:noFill/>
              </p:spPr>
              <p:txBody>
                <a:bodyPr wrap="square" rtlCol="0">
                  <a:spAutoFit/>
                </a:bodyPr>
                <a:lstStyle/>
                <a:p>
                  <a:pPr algn="ctr"/>
                  <a:r>
                    <a:rPr lang="en-US" altLang="zh-CN" sz="2000" b="1" dirty="0">
                      <a:solidFill>
                        <a:schemeClr val="bg1"/>
                      </a:solidFill>
                      <a:latin typeface="Arial Black" panose="020B0A04020102020204" pitchFamily="34" charset="0"/>
                      <a:ea typeface="+mj-ea"/>
                    </a:rPr>
                    <a:t>B</a:t>
                  </a:r>
                  <a:endParaRPr lang="zh-CN" altLang="en-US" sz="2000" b="1" dirty="0">
                    <a:solidFill>
                      <a:schemeClr val="bg1"/>
                    </a:solidFill>
                    <a:latin typeface="Arial Black" panose="020B0A04020102020204" pitchFamily="34" charset="0"/>
                    <a:ea typeface="+mj-ea"/>
                  </a:endParaRPr>
                </a:p>
              </p:txBody>
            </p:sp>
          </p:grpSp>
          <p:grpSp>
            <p:nvGrpSpPr>
              <p:cNvPr id="17" name="组合 16">
                <a:extLst>
                  <a:ext uri="{FF2B5EF4-FFF2-40B4-BE49-F238E27FC236}">
                    <a16:creationId xmlns:a16="http://schemas.microsoft.com/office/drawing/2014/main" id="{6D719469-1F14-421D-AC24-5A2C6C668FF6}"/>
                  </a:ext>
                </a:extLst>
              </p:cNvPr>
              <p:cNvGrpSpPr/>
              <p:nvPr/>
            </p:nvGrpSpPr>
            <p:grpSpPr>
              <a:xfrm>
                <a:off x="6762008" y="4445636"/>
                <a:ext cx="662814" cy="641082"/>
                <a:chOff x="5605689" y="3422987"/>
                <a:chExt cx="662814" cy="641082"/>
              </a:xfrm>
            </p:grpSpPr>
            <p:pic>
              <p:nvPicPr>
                <p:cNvPr id="21" name="图形 20">
                  <a:extLst>
                    <a:ext uri="{FF2B5EF4-FFF2-40B4-BE49-F238E27FC236}">
                      <a16:creationId xmlns:a16="http://schemas.microsoft.com/office/drawing/2014/main" id="{189E947E-5907-4927-855D-32E344CF03CE}"/>
                    </a:ext>
                  </a:extLst>
                </p:cNvPr>
                <p:cNvPicPr>
                  <a:picLocks noChangeAspect="1"/>
                </p:cNvPicPr>
                <p:nvPr/>
              </p:nvPicPr>
              <p:blipFill>
                <a:blip r:embed="rId3">
                  <a:extLst>
                    <a:ext uri="{28A0092B-C50C-407E-A947-70E740481C1C}">
                      <a14:useLocalDpi xmlns:a14="http://schemas.microsoft.com/office/drawing/2010/main" val="0"/>
                    </a:ext>
                    <a:ext uri="{96DAC541-7B7A-43D3-8B79-37D633B846F1}">
                      <asvg:svgBlip xmlns:asvg="http://schemas.microsoft.com/office/drawing/2016/SVG/main" r:embed="rId4"/>
                    </a:ext>
                  </a:extLst>
                </a:blip>
                <a:stretch>
                  <a:fillRect/>
                </a:stretch>
              </p:blipFill>
              <p:spPr>
                <a:xfrm>
                  <a:off x="5605689" y="3422987"/>
                  <a:ext cx="662814" cy="641082"/>
                </a:xfrm>
                <a:prstGeom prst="rect">
                  <a:avLst/>
                </a:prstGeom>
              </p:spPr>
            </p:pic>
            <p:sp>
              <p:nvSpPr>
                <p:cNvPr id="22" name="文本框 21">
                  <a:extLst>
                    <a:ext uri="{FF2B5EF4-FFF2-40B4-BE49-F238E27FC236}">
                      <a16:creationId xmlns:a16="http://schemas.microsoft.com/office/drawing/2014/main" id="{1F38D3DA-F21B-481F-828C-EC9D2210C8A4}"/>
                    </a:ext>
                  </a:extLst>
                </p:cNvPr>
                <p:cNvSpPr txBox="1"/>
                <p:nvPr/>
              </p:nvSpPr>
              <p:spPr>
                <a:xfrm>
                  <a:off x="5885506" y="3451320"/>
                  <a:ext cx="355235" cy="400110"/>
                </a:xfrm>
                <a:prstGeom prst="rect">
                  <a:avLst/>
                </a:prstGeom>
                <a:noFill/>
              </p:spPr>
              <p:txBody>
                <a:bodyPr wrap="square" rtlCol="0">
                  <a:spAutoFit/>
                </a:bodyPr>
                <a:lstStyle/>
                <a:p>
                  <a:pPr algn="ctr"/>
                  <a:r>
                    <a:rPr lang="en-US" altLang="zh-CN" sz="2000" b="1" dirty="0">
                      <a:solidFill>
                        <a:schemeClr val="bg1"/>
                      </a:solidFill>
                      <a:latin typeface="Arial Black" panose="020B0A04020102020204" pitchFamily="34" charset="0"/>
                      <a:ea typeface="+mj-ea"/>
                    </a:rPr>
                    <a:t>C</a:t>
                  </a:r>
                  <a:endParaRPr lang="zh-CN" altLang="en-US" sz="2000" b="1" dirty="0">
                    <a:solidFill>
                      <a:schemeClr val="bg1"/>
                    </a:solidFill>
                    <a:latin typeface="Arial Black" panose="020B0A04020102020204" pitchFamily="34" charset="0"/>
                    <a:ea typeface="+mj-ea"/>
                  </a:endParaRPr>
                </a:p>
              </p:txBody>
            </p:sp>
          </p:grpSp>
          <p:grpSp>
            <p:nvGrpSpPr>
              <p:cNvPr id="18" name="组合 17">
                <a:extLst>
                  <a:ext uri="{FF2B5EF4-FFF2-40B4-BE49-F238E27FC236}">
                    <a16:creationId xmlns:a16="http://schemas.microsoft.com/office/drawing/2014/main" id="{781A7464-9676-4781-80F5-98E6387C26A0}"/>
                  </a:ext>
                </a:extLst>
              </p:cNvPr>
              <p:cNvGrpSpPr/>
              <p:nvPr/>
            </p:nvGrpSpPr>
            <p:grpSpPr>
              <a:xfrm>
                <a:off x="9158674" y="4445636"/>
                <a:ext cx="662814" cy="641082"/>
                <a:chOff x="8002355" y="3422987"/>
                <a:chExt cx="662814" cy="641082"/>
              </a:xfrm>
            </p:grpSpPr>
            <p:pic>
              <p:nvPicPr>
                <p:cNvPr id="19" name="图形 18">
                  <a:extLst>
                    <a:ext uri="{FF2B5EF4-FFF2-40B4-BE49-F238E27FC236}">
                      <a16:creationId xmlns:a16="http://schemas.microsoft.com/office/drawing/2014/main" id="{314F4A78-5BD0-4EFB-A2E4-4A1FE16A14ED}"/>
                    </a:ext>
                  </a:extLst>
                </p:cNvPr>
                <p:cNvPicPr>
                  <a:picLocks noChangeAspect="1"/>
                </p:cNvPicPr>
                <p:nvPr/>
              </p:nvPicPr>
              <p:blipFill>
                <a:blip r:embed="rId3">
                  <a:extLst>
                    <a:ext uri="{28A0092B-C50C-407E-A947-70E740481C1C}">
                      <a14:useLocalDpi xmlns:a14="http://schemas.microsoft.com/office/drawing/2010/main" val="0"/>
                    </a:ext>
                    <a:ext uri="{96DAC541-7B7A-43D3-8B79-37D633B846F1}">
                      <asvg:svgBlip xmlns:asvg="http://schemas.microsoft.com/office/drawing/2016/SVG/main" r:embed="rId4"/>
                    </a:ext>
                  </a:extLst>
                </a:blip>
                <a:stretch>
                  <a:fillRect/>
                </a:stretch>
              </p:blipFill>
              <p:spPr>
                <a:xfrm>
                  <a:off x="8002355" y="3422987"/>
                  <a:ext cx="662814" cy="641082"/>
                </a:xfrm>
                <a:prstGeom prst="rect">
                  <a:avLst/>
                </a:prstGeom>
              </p:spPr>
            </p:pic>
            <p:sp>
              <p:nvSpPr>
                <p:cNvPr id="20" name="文本框 19">
                  <a:extLst>
                    <a:ext uri="{FF2B5EF4-FFF2-40B4-BE49-F238E27FC236}">
                      <a16:creationId xmlns:a16="http://schemas.microsoft.com/office/drawing/2014/main" id="{2FC47BE8-CB54-4C99-B9D0-1E1E0580E3C2}"/>
                    </a:ext>
                  </a:extLst>
                </p:cNvPr>
                <p:cNvSpPr txBox="1"/>
                <p:nvPr/>
              </p:nvSpPr>
              <p:spPr>
                <a:xfrm>
                  <a:off x="8282675" y="3444742"/>
                  <a:ext cx="355235" cy="400110"/>
                </a:xfrm>
                <a:prstGeom prst="rect">
                  <a:avLst/>
                </a:prstGeom>
                <a:noFill/>
              </p:spPr>
              <p:txBody>
                <a:bodyPr wrap="square" rtlCol="0">
                  <a:spAutoFit/>
                </a:bodyPr>
                <a:lstStyle/>
                <a:p>
                  <a:pPr algn="ctr"/>
                  <a:r>
                    <a:rPr lang="en-US" altLang="zh-CN" sz="2000" b="1" dirty="0">
                      <a:solidFill>
                        <a:schemeClr val="bg1"/>
                      </a:solidFill>
                      <a:latin typeface="Arial Black" panose="020B0A04020102020204" pitchFamily="34" charset="0"/>
                      <a:ea typeface="+mj-ea"/>
                    </a:rPr>
                    <a:t>D</a:t>
                  </a:r>
                  <a:endParaRPr lang="zh-CN" altLang="en-US" sz="2000" b="1" dirty="0">
                    <a:solidFill>
                      <a:schemeClr val="bg1"/>
                    </a:solidFill>
                    <a:latin typeface="Arial Black" panose="020B0A04020102020204" pitchFamily="34" charset="0"/>
                    <a:ea typeface="+mj-ea"/>
                  </a:endParaRPr>
                </a:p>
              </p:txBody>
            </p:sp>
          </p:grpSp>
        </p:grpSp>
      </p:grpSp>
      <p:sp>
        <p:nvSpPr>
          <p:cNvPr id="40" name="íşlïḍè">
            <a:extLst>
              <a:ext uri="{FF2B5EF4-FFF2-40B4-BE49-F238E27FC236}">
                <a16:creationId xmlns:a16="http://schemas.microsoft.com/office/drawing/2014/main" id="{C220B307-61F9-4EDB-A835-581F51CEB22E}"/>
              </a:ext>
            </a:extLst>
          </p:cNvPr>
          <p:cNvSpPr txBox="1"/>
          <p:nvPr/>
        </p:nvSpPr>
        <p:spPr>
          <a:xfrm>
            <a:off x="5889049" y="3459317"/>
            <a:ext cx="2421888" cy="313194"/>
          </a:xfrm>
          <a:prstGeom prst="rect">
            <a:avLst/>
          </a:prstGeom>
          <a:noFill/>
        </p:spPr>
        <p:txBody>
          <a:bodyPr wrap="square" lIns="91440" tIns="45720" rIns="91440" bIns="45720" anchor="ctr">
            <a:noAutofit/>
          </a:bodyPr>
          <a:lstStyle/>
          <a:p>
            <a:pPr algn="ctr"/>
            <a:endParaRPr lang="zh-CN" altLang="en-US" b="1" dirty="0">
              <a:latin typeface="Arial Narrow" panose="020B0606020202030204" pitchFamily="34" charset="0"/>
            </a:endParaRPr>
          </a:p>
        </p:txBody>
      </p:sp>
      <p:cxnSp>
        <p:nvCxnSpPr>
          <p:cNvPr id="43" name="直接箭头连接符 42">
            <a:extLst>
              <a:ext uri="{FF2B5EF4-FFF2-40B4-BE49-F238E27FC236}">
                <a16:creationId xmlns:a16="http://schemas.microsoft.com/office/drawing/2014/main" id="{A20DC7E1-E211-400E-8AC9-E6F79B4D176F}"/>
              </a:ext>
            </a:extLst>
          </p:cNvPr>
          <p:cNvCxnSpPr>
            <a:cxnSpLocks/>
          </p:cNvCxnSpPr>
          <p:nvPr/>
        </p:nvCxnSpPr>
        <p:spPr>
          <a:xfrm>
            <a:off x="6380027" y="2054968"/>
            <a:ext cx="1452300" cy="0"/>
          </a:xfrm>
          <a:prstGeom prst="straightConnector1">
            <a:avLst/>
          </a:prstGeom>
          <a:ln w="50800" cap="rnd">
            <a:solidFill>
              <a:schemeClr val="accent6"/>
            </a:solidFill>
            <a:round/>
            <a:tailEnd type="triangle" w="med" len="med"/>
          </a:ln>
        </p:spPr>
        <p:style>
          <a:lnRef idx="1">
            <a:schemeClr val="accent1"/>
          </a:lnRef>
          <a:fillRef idx="0">
            <a:schemeClr val="accent1"/>
          </a:fillRef>
          <a:effectRef idx="0">
            <a:schemeClr val="accent1"/>
          </a:effectRef>
          <a:fontRef idx="minor">
            <a:schemeClr val="tx1"/>
          </a:fontRef>
        </p:style>
      </p:cxnSp>
      <p:cxnSp>
        <p:nvCxnSpPr>
          <p:cNvPr id="44" name="直接箭头连接符 43">
            <a:extLst>
              <a:ext uri="{FF2B5EF4-FFF2-40B4-BE49-F238E27FC236}">
                <a16:creationId xmlns:a16="http://schemas.microsoft.com/office/drawing/2014/main" id="{1A7FA208-C0E9-44F4-8A2B-68F7A421BA17}"/>
              </a:ext>
            </a:extLst>
          </p:cNvPr>
          <p:cNvCxnSpPr>
            <a:cxnSpLocks/>
          </p:cNvCxnSpPr>
          <p:nvPr/>
        </p:nvCxnSpPr>
        <p:spPr>
          <a:xfrm>
            <a:off x="7256215" y="2054968"/>
            <a:ext cx="0" cy="385625"/>
          </a:xfrm>
          <a:prstGeom prst="straightConnector1">
            <a:avLst/>
          </a:prstGeom>
          <a:ln w="50800" cap="rnd">
            <a:solidFill>
              <a:schemeClr val="accent6"/>
            </a:solidFill>
            <a:round/>
            <a:tailEnd type="triangle" w="med" len="med"/>
          </a:ln>
        </p:spPr>
        <p:style>
          <a:lnRef idx="1">
            <a:schemeClr val="accent1"/>
          </a:lnRef>
          <a:fillRef idx="0">
            <a:schemeClr val="accent1"/>
          </a:fillRef>
          <a:effectRef idx="0">
            <a:schemeClr val="accent1"/>
          </a:effectRef>
          <a:fontRef idx="minor">
            <a:schemeClr val="tx1"/>
          </a:fontRef>
        </p:style>
      </p:cxnSp>
      <p:cxnSp>
        <p:nvCxnSpPr>
          <p:cNvPr id="45" name="直接箭头连接符 44">
            <a:extLst>
              <a:ext uri="{FF2B5EF4-FFF2-40B4-BE49-F238E27FC236}">
                <a16:creationId xmlns:a16="http://schemas.microsoft.com/office/drawing/2014/main" id="{67FC4209-ED02-4AA2-8197-F784D2E2FD68}"/>
              </a:ext>
            </a:extLst>
          </p:cNvPr>
          <p:cNvCxnSpPr>
            <a:cxnSpLocks/>
          </p:cNvCxnSpPr>
          <p:nvPr/>
        </p:nvCxnSpPr>
        <p:spPr>
          <a:xfrm flipV="1">
            <a:off x="7256215" y="2538737"/>
            <a:ext cx="0" cy="297890"/>
          </a:xfrm>
          <a:prstGeom prst="straightConnector1">
            <a:avLst/>
          </a:prstGeom>
          <a:ln w="50800" cap="rnd">
            <a:solidFill>
              <a:schemeClr val="accent6"/>
            </a:solidFill>
            <a:round/>
            <a:tailEnd type="triangle" w="med" len="med"/>
          </a:ln>
        </p:spPr>
        <p:style>
          <a:lnRef idx="1">
            <a:schemeClr val="accent1"/>
          </a:lnRef>
          <a:fillRef idx="0">
            <a:schemeClr val="accent1"/>
          </a:fillRef>
          <a:effectRef idx="0">
            <a:schemeClr val="accent1"/>
          </a:effectRef>
          <a:fontRef idx="minor">
            <a:schemeClr val="tx1"/>
          </a:fontRef>
        </p:style>
      </p:cxnSp>
      <p:grpSp>
        <p:nvGrpSpPr>
          <p:cNvPr id="41" name="组合 40">
            <a:extLst>
              <a:ext uri="{FF2B5EF4-FFF2-40B4-BE49-F238E27FC236}">
                <a16:creationId xmlns:a16="http://schemas.microsoft.com/office/drawing/2014/main" id="{725708C2-E7F5-4292-8D21-18C603046E29}"/>
              </a:ext>
            </a:extLst>
          </p:cNvPr>
          <p:cNvGrpSpPr/>
          <p:nvPr/>
        </p:nvGrpSpPr>
        <p:grpSpPr>
          <a:xfrm>
            <a:off x="6871789" y="2012641"/>
            <a:ext cx="820470" cy="820470"/>
            <a:chOff x="9290558" y="4054613"/>
            <a:chExt cx="820470" cy="820470"/>
          </a:xfrm>
        </p:grpSpPr>
        <p:sp>
          <p:nvSpPr>
            <p:cNvPr id="46" name="爆炸形: 8 pt  45">
              <a:extLst>
                <a:ext uri="{FF2B5EF4-FFF2-40B4-BE49-F238E27FC236}">
                  <a16:creationId xmlns:a16="http://schemas.microsoft.com/office/drawing/2014/main" id="{123AB3DE-D558-4AA2-8D6F-1688FEF91232}"/>
                </a:ext>
              </a:extLst>
            </p:cNvPr>
            <p:cNvSpPr/>
            <p:nvPr/>
          </p:nvSpPr>
          <p:spPr>
            <a:xfrm>
              <a:off x="9290558" y="4054613"/>
              <a:ext cx="820470" cy="820470"/>
            </a:xfrm>
            <a:prstGeom prst="irregularSeal1">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sz="2000" b="1" dirty="0"/>
            </a:p>
          </p:txBody>
        </p:sp>
        <p:sp>
          <p:nvSpPr>
            <p:cNvPr id="47" name="文本框 46">
              <a:extLst>
                <a:ext uri="{FF2B5EF4-FFF2-40B4-BE49-F238E27FC236}">
                  <a16:creationId xmlns:a16="http://schemas.microsoft.com/office/drawing/2014/main" id="{CE5282BC-EBB9-42ED-BF69-58AA0B5B7FEB}"/>
                </a:ext>
              </a:extLst>
            </p:cNvPr>
            <p:cNvSpPr txBox="1"/>
            <p:nvPr/>
          </p:nvSpPr>
          <p:spPr>
            <a:xfrm>
              <a:off x="9290558" y="4250289"/>
              <a:ext cx="777741" cy="369332"/>
            </a:xfrm>
            <a:prstGeom prst="rect">
              <a:avLst/>
            </a:prstGeom>
            <a:noFill/>
          </p:spPr>
          <p:txBody>
            <a:bodyPr wrap="square" rtlCol="0">
              <a:spAutoFit/>
            </a:bodyPr>
            <a:lstStyle/>
            <a:p>
              <a:pPr algn="ctr"/>
              <a:r>
                <a:rPr lang="zh-CN" altLang="en-US" b="1" dirty="0">
                  <a:solidFill>
                    <a:schemeClr val="bg1"/>
                  </a:solidFill>
                </a:rPr>
                <a:t>碰撞</a:t>
              </a:r>
            </a:p>
          </p:txBody>
        </p:sp>
      </p:grpSp>
    </p:spTree>
    <p:custDataLst>
      <p:tags r:id="rId1"/>
    </p:custDataLst>
    <p:extLst>
      <p:ext uri="{BB962C8B-B14F-4D97-AF65-F5344CB8AC3E}">
        <p14:creationId xmlns:p14="http://schemas.microsoft.com/office/powerpoint/2010/main" val="2642059312"/>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47" presetClass="entr" presetSubtype="0" fill="hold" nodeType="withEffect">
                                  <p:stCondLst>
                                    <p:cond delay="0"/>
                                  </p:stCondLst>
                                  <p:childTnLst>
                                    <p:set>
                                      <p:cBhvr>
                                        <p:cTn id="6" dur="1" fill="hold">
                                          <p:stCondLst>
                                            <p:cond delay="0"/>
                                          </p:stCondLst>
                                        </p:cTn>
                                        <p:tgtEl>
                                          <p:spTgt spid="50"/>
                                        </p:tgtEl>
                                        <p:attrNameLst>
                                          <p:attrName>style.visibility</p:attrName>
                                        </p:attrNameLst>
                                      </p:cBhvr>
                                      <p:to>
                                        <p:strVal val="visible"/>
                                      </p:to>
                                    </p:set>
                                    <p:animEffect transition="in" filter="fade">
                                      <p:cBhvr>
                                        <p:cTn id="7" dur="1000"/>
                                        <p:tgtEl>
                                          <p:spTgt spid="50"/>
                                        </p:tgtEl>
                                      </p:cBhvr>
                                    </p:animEffect>
                                    <p:anim calcmode="lin" valueType="num">
                                      <p:cBhvr>
                                        <p:cTn id="8" dur="1000" fill="hold"/>
                                        <p:tgtEl>
                                          <p:spTgt spid="50"/>
                                        </p:tgtEl>
                                        <p:attrNameLst>
                                          <p:attrName>ppt_x</p:attrName>
                                        </p:attrNameLst>
                                      </p:cBhvr>
                                      <p:tavLst>
                                        <p:tav tm="0">
                                          <p:val>
                                            <p:strVal val="#ppt_x"/>
                                          </p:val>
                                        </p:tav>
                                        <p:tav tm="100000">
                                          <p:val>
                                            <p:strVal val="#ppt_x"/>
                                          </p:val>
                                        </p:tav>
                                      </p:tavLst>
                                    </p:anim>
                                    <p:anim calcmode="lin" valueType="num">
                                      <p:cBhvr>
                                        <p:cTn id="9" dur="1000" fill="hold"/>
                                        <p:tgtEl>
                                          <p:spTgt spid="50"/>
                                        </p:tgtEl>
                                        <p:attrNameLst>
                                          <p:attrName>ppt_y</p:attrName>
                                        </p:attrNameLst>
                                      </p:cBhvr>
                                      <p:tavLst>
                                        <p:tav tm="0">
                                          <p:val>
                                            <p:strVal val="#ppt_y-.1"/>
                                          </p:val>
                                        </p:tav>
                                        <p:tav tm="100000">
                                          <p:val>
                                            <p:strVal val="#ppt_y"/>
                                          </p:val>
                                        </p:tav>
                                      </p:tavLst>
                                    </p:anim>
                                  </p:childTnLst>
                                </p:cTn>
                              </p:par>
                            </p:childTnLst>
                          </p:cTn>
                        </p:par>
                      </p:childTnLst>
                    </p:cTn>
                  </p:par>
                  <p:par>
                    <p:cTn id="10" fill="hold">
                      <p:stCondLst>
                        <p:cond delay="indefinite"/>
                      </p:stCondLst>
                      <p:childTnLst>
                        <p:par>
                          <p:cTn id="11" fill="hold">
                            <p:stCondLst>
                              <p:cond delay="0"/>
                            </p:stCondLst>
                            <p:childTnLst>
                              <p:par>
                                <p:cTn id="12" presetID="47" presetClass="entr" presetSubtype="0" fill="hold" grpId="0" nodeType="clickEffect">
                                  <p:stCondLst>
                                    <p:cond delay="0"/>
                                  </p:stCondLst>
                                  <p:childTnLst>
                                    <p:set>
                                      <p:cBhvr>
                                        <p:cTn id="13" dur="1" fill="hold">
                                          <p:stCondLst>
                                            <p:cond delay="0"/>
                                          </p:stCondLst>
                                        </p:cTn>
                                        <p:tgtEl>
                                          <p:spTgt spid="49"/>
                                        </p:tgtEl>
                                        <p:attrNameLst>
                                          <p:attrName>style.visibility</p:attrName>
                                        </p:attrNameLst>
                                      </p:cBhvr>
                                      <p:to>
                                        <p:strVal val="visible"/>
                                      </p:to>
                                    </p:set>
                                    <p:animEffect transition="in" filter="fade">
                                      <p:cBhvr>
                                        <p:cTn id="14" dur="1000"/>
                                        <p:tgtEl>
                                          <p:spTgt spid="49"/>
                                        </p:tgtEl>
                                      </p:cBhvr>
                                    </p:animEffect>
                                    <p:anim calcmode="lin" valueType="num">
                                      <p:cBhvr>
                                        <p:cTn id="15" dur="1000" fill="hold"/>
                                        <p:tgtEl>
                                          <p:spTgt spid="49"/>
                                        </p:tgtEl>
                                        <p:attrNameLst>
                                          <p:attrName>ppt_x</p:attrName>
                                        </p:attrNameLst>
                                      </p:cBhvr>
                                      <p:tavLst>
                                        <p:tav tm="0">
                                          <p:val>
                                            <p:strVal val="#ppt_x"/>
                                          </p:val>
                                        </p:tav>
                                        <p:tav tm="100000">
                                          <p:val>
                                            <p:strVal val="#ppt_x"/>
                                          </p:val>
                                        </p:tav>
                                      </p:tavLst>
                                    </p:anim>
                                    <p:anim calcmode="lin" valueType="num">
                                      <p:cBhvr>
                                        <p:cTn id="16" dur="1000" fill="hold"/>
                                        <p:tgtEl>
                                          <p:spTgt spid="49"/>
                                        </p:tgtEl>
                                        <p:attrNameLst>
                                          <p:attrName>ppt_y</p:attrName>
                                        </p:attrNameLst>
                                      </p:cBhvr>
                                      <p:tavLst>
                                        <p:tav tm="0">
                                          <p:val>
                                            <p:strVal val="#ppt_y-.1"/>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9" grpId="0"/>
    </p:bldLst>
  </p:timing>
</p:sld>
</file>

<file path=ppt/slides/slide33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9" name="íşlïḍè">
            <a:extLst>
              <a:ext uri="{FF2B5EF4-FFF2-40B4-BE49-F238E27FC236}">
                <a16:creationId xmlns:a16="http://schemas.microsoft.com/office/drawing/2014/main" id="{53C5E59D-C782-4263-B7F4-633B24E082FB}"/>
              </a:ext>
            </a:extLst>
          </p:cNvPr>
          <p:cNvSpPr txBox="1"/>
          <p:nvPr/>
        </p:nvSpPr>
        <p:spPr>
          <a:xfrm>
            <a:off x="1071690" y="5499048"/>
            <a:ext cx="2711736" cy="940865"/>
          </a:xfrm>
          <a:prstGeom prst="rect">
            <a:avLst/>
          </a:prstGeom>
          <a:noFill/>
        </p:spPr>
        <p:txBody>
          <a:bodyPr wrap="square" lIns="91440" tIns="45720" rIns="91440" bIns="45720" anchor="ctr">
            <a:noAutofit/>
          </a:bodyPr>
          <a:lstStyle/>
          <a:p>
            <a:pPr algn="ctr"/>
            <a:r>
              <a:rPr lang="zh-CN" altLang="en-US" b="1" dirty="0">
                <a:solidFill>
                  <a:schemeClr val="accent1">
                    <a:lumMod val="75000"/>
                  </a:schemeClr>
                </a:solidFill>
                <a:latin typeface="Arial Narrow" panose="020B0606020202030204" pitchFamily="34" charset="0"/>
              </a:rPr>
              <a:t>不知道已发送完毕的帧</a:t>
            </a:r>
            <a:endParaRPr lang="en-US" altLang="zh-CN" b="1" dirty="0">
              <a:solidFill>
                <a:schemeClr val="accent1">
                  <a:lumMod val="75000"/>
                </a:schemeClr>
              </a:solidFill>
              <a:latin typeface="Arial Narrow" panose="020B0606020202030204" pitchFamily="34" charset="0"/>
            </a:endParaRPr>
          </a:p>
          <a:p>
            <a:pPr algn="ctr"/>
            <a:r>
              <a:rPr lang="zh-CN" altLang="en-US" b="1" dirty="0">
                <a:solidFill>
                  <a:schemeClr val="accent1">
                    <a:lumMod val="75000"/>
                  </a:schemeClr>
                </a:solidFill>
                <a:latin typeface="Arial Narrow" panose="020B0606020202030204" pitchFamily="34" charset="0"/>
              </a:rPr>
              <a:t>遭遇了碰撞</a:t>
            </a:r>
            <a:endParaRPr lang="en-US" altLang="zh-CN" b="1" dirty="0">
              <a:solidFill>
                <a:schemeClr val="accent1">
                  <a:lumMod val="75000"/>
                </a:schemeClr>
              </a:solidFill>
              <a:latin typeface="Arial Narrow" panose="020B0606020202030204" pitchFamily="34" charset="0"/>
            </a:endParaRPr>
          </a:p>
          <a:p>
            <a:pPr algn="ctr"/>
            <a:r>
              <a:rPr lang="zh-CN" altLang="en-US" b="1" dirty="0">
                <a:solidFill>
                  <a:schemeClr val="accent1">
                    <a:lumMod val="75000"/>
                  </a:schemeClr>
                </a:solidFill>
                <a:latin typeface="Arial Narrow" panose="020B0606020202030204" pitchFamily="34" charset="0"/>
              </a:rPr>
              <a:t>不会重发该帧</a:t>
            </a:r>
          </a:p>
        </p:txBody>
      </p:sp>
      <p:grpSp>
        <p:nvGrpSpPr>
          <p:cNvPr id="50" name="组合 49">
            <a:extLst>
              <a:ext uri="{FF2B5EF4-FFF2-40B4-BE49-F238E27FC236}">
                <a16:creationId xmlns:a16="http://schemas.microsoft.com/office/drawing/2014/main" id="{BFAAC397-28A3-457A-89F5-43345397FCBB}"/>
              </a:ext>
            </a:extLst>
          </p:cNvPr>
          <p:cNvGrpSpPr/>
          <p:nvPr/>
        </p:nvGrpSpPr>
        <p:grpSpPr>
          <a:xfrm>
            <a:off x="8257572" y="4728952"/>
            <a:ext cx="2478174" cy="677604"/>
            <a:chOff x="1216614" y="3459317"/>
            <a:chExt cx="2478174" cy="677604"/>
          </a:xfrm>
        </p:grpSpPr>
        <p:sp>
          <p:nvSpPr>
            <p:cNvPr id="51" name="íşlïḍè">
              <a:extLst>
                <a:ext uri="{FF2B5EF4-FFF2-40B4-BE49-F238E27FC236}">
                  <a16:creationId xmlns:a16="http://schemas.microsoft.com/office/drawing/2014/main" id="{2C40025E-D0C0-4AE4-A21D-87100F34BB91}"/>
                </a:ext>
              </a:extLst>
            </p:cNvPr>
            <p:cNvSpPr txBox="1"/>
            <p:nvPr/>
          </p:nvSpPr>
          <p:spPr>
            <a:xfrm>
              <a:off x="1216614" y="3459317"/>
              <a:ext cx="2478174" cy="313194"/>
            </a:xfrm>
            <a:prstGeom prst="rect">
              <a:avLst/>
            </a:prstGeom>
            <a:noFill/>
          </p:spPr>
          <p:txBody>
            <a:bodyPr wrap="square" lIns="91440" tIns="45720" rIns="91440" bIns="45720" anchor="ctr">
              <a:noAutofit/>
            </a:bodyPr>
            <a:lstStyle/>
            <a:p>
              <a:pPr algn="ctr"/>
              <a:r>
                <a:rPr lang="zh-CN" altLang="en-US" b="1" dirty="0">
                  <a:latin typeface="Arial Narrow" panose="020B0606020202030204" pitchFamily="34" charset="0"/>
                </a:rPr>
                <a:t>最终收到遭遇碰撞的帧</a:t>
              </a:r>
              <a:endParaRPr lang="en-US" altLang="zh-CN" b="1" dirty="0">
                <a:latin typeface="Arial Narrow" panose="020B0606020202030204" pitchFamily="34" charset="0"/>
              </a:endParaRPr>
            </a:p>
          </p:txBody>
        </p:sp>
        <p:sp>
          <p:nvSpPr>
            <p:cNvPr id="52" name="íşlïḍè">
              <a:extLst>
                <a:ext uri="{FF2B5EF4-FFF2-40B4-BE49-F238E27FC236}">
                  <a16:creationId xmlns:a16="http://schemas.microsoft.com/office/drawing/2014/main" id="{7A66B0CC-9C58-4E94-8A0D-389B8237EDC7}"/>
                </a:ext>
              </a:extLst>
            </p:cNvPr>
            <p:cNvSpPr txBox="1"/>
            <p:nvPr/>
          </p:nvSpPr>
          <p:spPr>
            <a:xfrm>
              <a:off x="1418411" y="3823727"/>
              <a:ext cx="2021114" cy="313194"/>
            </a:xfrm>
            <a:prstGeom prst="rect">
              <a:avLst/>
            </a:prstGeom>
            <a:noFill/>
          </p:spPr>
          <p:txBody>
            <a:bodyPr wrap="square" lIns="91440" tIns="45720" rIns="91440" bIns="45720" anchor="ctr">
              <a:noAutofit/>
            </a:bodyPr>
            <a:lstStyle/>
            <a:p>
              <a:pPr algn="ctr"/>
              <a:r>
                <a:rPr lang="zh-CN" altLang="en-US" b="1" dirty="0">
                  <a:solidFill>
                    <a:schemeClr val="accent1">
                      <a:lumMod val="75000"/>
                    </a:schemeClr>
                  </a:solidFill>
                  <a:latin typeface="Arial Narrow" panose="020B0606020202030204" pitchFamily="34" charset="0"/>
                </a:rPr>
                <a:t>丢弃</a:t>
              </a:r>
            </a:p>
          </p:txBody>
        </p:sp>
      </p:grpSp>
      <p:grpSp>
        <p:nvGrpSpPr>
          <p:cNvPr id="27" name="组合 26">
            <a:extLst>
              <a:ext uri="{FF2B5EF4-FFF2-40B4-BE49-F238E27FC236}">
                <a16:creationId xmlns:a16="http://schemas.microsoft.com/office/drawing/2014/main" id="{FD009FDE-6241-47B6-8086-C51880F2341C}"/>
              </a:ext>
            </a:extLst>
          </p:cNvPr>
          <p:cNvGrpSpPr/>
          <p:nvPr/>
        </p:nvGrpSpPr>
        <p:grpSpPr>
          <a:xfrm>
            <a:off x="1216614" y="4728952"/>
            <a:ext cx="2421888" cy="677604"/>
            <a:chOff x="1216614" y="3459317"/>
            <a:chExt cx="2421888" cy="677604"/>
          </a:xfrm>
        </p:grpSpPr>
        <p:sp>
          <p:nvSpPr>
            <p:cNvPr id="37" name="íşlïḍè">
              <a:extLst>
                <a:ext uri="{FF2B5EF4-FFF2-40B4-BE49-F238E27FC236}">
                  <a16:creationId xmlns:a16="http://schemas.microsoft.com/office/drawing/2014/main" id="{5147B48C-3C56-447A-9F8D-B61A31C6CFF8}"/>
                </a:ext>
              </a:extLst>
            </p:cNvPr>
            <p:cNvSpPr txBox="1"/>
            <p:nvPr/>
          </p:nvSpPr>
          <p:spPr>
            <a:xfrm>
              <a:off x="1216614" y="3459317"/>
              <a:ext cx="2421888" cy="313194"/>
            </a:xfrm>
            <a:prstGeom prst="rect">
              <a:avLst/>
            </a:prstGeom>
            <a:noFill/>
          </p:spPr>
          <p:txBody>
            <a:bodyPr wrap="square" lIns="91440" tIns="45720" rIns="91440" bIns="45720" anchor="ctr">
              <a:noAutofit/>
            </a:bodyPr>
            <a:lstStyle/>
            <a:p>
              <a:pPr algn="ctr"/>
              <a:r>
                <a:rPr lang="zh-CN" altLang="en-US" b="1" dirty="0">
                  <a:latin typeface="Arial Narrow" panose="020B0606020202030204" pitchFamily="34" charset="0"/>
                </a:rPr>
                <a:t>发送完毕</a:t>
              </a:r>
            </a:p>
          </p:txBody>
        </p:sp>
        <p:sp>
          <p:nvSpPr>
            <p:cNvPr id="38" name="íşlïḍè">
              <a:extLst>
                <a:ext uri="{FF2B5EF4-FFF2-40B4-BE49-F238E27FC236}">
                  <a16:creationId xmlns:a16="http://schemas.microsoft.com/office/drawing/2014/main" id="{90D7EF3D-7322-46CB-8A79-A67C4294AA2A}"/>
                </a:ext>
              </a:extLst>
            </p:cNvPr>
            <p:cNvSpPr txBox="1"/>
            <p:nvPr/>
          </p:nvSpPr>
          <p:spPr>
            <a:xfrm>
              <a:off x="1418411" y="3823727"/>
              <a:ext cx="2021114" cy="313194"/>
            </a:xfrm>
            <a:prstGeom prst="rect">
              <a:avLst/>
            </a:prstGeom>
            <a:noFill/>
          </p:spPr>
          <p:txBody>
            <a:bodyPr wrap="square" lIns="91440" tIns="45720" rIns="91440" bIns="45720" anchor="ctr">
              <a:noAutofit/>
            </a:bodyPr>
            <a:lstStyle/>
            <a:p>
              <a:pPr algn="ctr"/>
              <a:r>
                <a:rPr lang="zh-CN" altLang="en-US" b="1" dirty="0">
                  <a:solidFill>
                    <a:schemeClr val="accent1">
                      <a:lumMod val="75000"/>
                    </a:schemeClr>
                  </a:solidFill>
                  <a:latin typeface="Arial Narrow" panose="020B0606020202030204" pitchFamily="34" charset="0"/>
                </a:rPr>
                <a:t>不再进行碰撞检测</a:t>
              </a:r>
            </a:p>
          </p:txBody>
        </p:sp>
      </p:grpSp>
      <p:grpSp>
        <p:nvGrpSpPr>
          <p:cNvPr id="4" name="组合 3">
            <a:extLst>
              <a:ext uri="{FF2B5EF4-FFF2-40B4-BE49-F238E27FC236}">
                <a16:creationId xmlns:a16="http://schemas.microsoft.com/office/drawing/2014/main" id="{9A1EA9F2-FCB6-48C3-935F-7AE7E3AD14AC}"/>
              </a:ext>
            </a:extLst>
          </p:cNvPr>
          <p:cNvGrpSpPr/>
          <p:nvPr/>
        </p:nvGrpSpPr>
        <p:grpSpPr>
          <a:xfrm>
            <a:off x="304799" y="749300"/>
            <a:ext cx="6192345" cy="400110"/>
            <a:chOff x="424116" y="898245"/>
            <a:chExt cx="6192345" cy="400110"/>
          </a:xfrm>
        </p:grpSpPr>
        <p:sp>
          <p:nvSpPr>
            <p:cNvPr id="2" name="平行四边形 1">
              <a:extLst>
                <a:ext uri="{FF2B5EF4-FFF2-40B4-BE49-F238E27FC236}">
                  <a16:creationId xmlns:a16="http://schemas.microsoft.com/office/drawing/2014/main" id="{1F5BAA3F-9845-4F89-A2DD-8222D3E4EDAC}"/>
                </a:ext>
              </a:extLst>
            </p:cNvPr>
            <p:cNvSpPr/>
            <p:nvPr/>
          </p:nvSpPr>
          <p:spPr>
            <a:xfrm>
              <a:off x="424116" y="898245"/>
              <a:ext cx="688541" cy="387090"/>
            </a:xfrm>
            <a:prstGeom prst="parallelogram">
              <a:avLst/>
            </a:prstGeom>
            <a:solidFill>
              <a:schemeClr val="accent3">
                <a:lumMod val="75000"/>
              </a:schemeClr>
            </a:solidFill>
            <a:ln>
              <a:solidFill>
                <a:schemeClr val="accent3">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CN" sz="2200" dirty="0">
                  <a:latin typeface="Impact" panose="020B0806030902050204" pitchFamily="34" charset="0"/>
                </a:rPr>
                <a:t>03</a:t>
              </a:r>
              <a:endParaRPr lang="zh-CN" altLang="en-US" sz="2200" dirty="0">
                <a:latin typeface="Impact" panose="020B0806030902050204" pitchFamily="34" charset="0"/>
              </a:endParaRPr>
            </a:p>
          </p:txBody>
        </p:sp>
        <p:sp>
          <p:nvSpPr>
            <p:cNvPr id="3" name="文本框 2">
              <a:extLst>
                <a:ext uri="{FF2B5EF4-FFF2-40B4-BE49-F238E27FC236}">
                  <a16:creationId xmlns:a16="http://schemas.microsoft.com/office/drawing/2014/main" id="{4D6BD736-A4D3-4F26-AFED-36E11F50F70B}"/>
                </a:ext>
              </a:extLst>
            </p:cNvPr>
            <p:cNvSpPr txBox="1"/>
            <p:nvPr/>
          </p:nvSpPr>
          <p:spPr>
            <a:xfrm>
              <a:off x="1052423" y="898245"/>
              <a:ext cx="5564038" cy="400110"/>
            </a:xfrm>
            <a:prstGeom prst="rect">
              <a:avLst/>
            </a:prstGeom>
            <a:noFill/>
          </p:spPr>
          <p:txBody>
            <a:bodyPr wrap="square" rtlCol="0">
              <a:spAutoFit/>
            </a:bodyPr>
            <a:lstStyle/>
            <a:p>
              <a:r>
                <a:rPr lang="zh-CN" altLang="en-US" sz="2000" b="1" dirty="0"/>
                <a:t>共享式以太网的最小帧长和最大帧长</a:t>
              </a:r>
              <a:endParaRPr lang="en-US" altLang="zh-CN" sz="2000" b="1" dirty="0"/>
            </a:p>
          </p:txBody>
        </p:sp>
      </p:grpSp>
      <p:grpSp>
        <p:nvGrpSpPr>
          <p:cNvPr id="36" name="组合 35">
            <a:extLst>
              <a:ext uri="{FF2B5EF4-FFF2-40B4-BE49-F238E27FC236}">
                <a16:creationId xmlns:a16="http://schemas.microsoft.com/office/drawing/2014/main" id="{63E838EE-B2A8-42D1-99FE-30430045CB2D}"/>
              </a:ext>
            </a:extLst>
          </p:cNvPr>
          <p:cNvGrpSpPr/>
          <p:nvPr/>
        </p:nvGrpSpPr>
        <p:grpSpPr>
          <a:xfrm>
            <a:off x="1624740" y="3198903"/>
            <a:ext cx="8955675" cy="1487218"/>
            <a:chOff x="1668486" y="2106882"/>
            <a:chExt cx="8955675" cy="1487218"/>
          </a:xfrm>
        </p:grpSpPr>
        <p:grpSp>
          <p:nvGrpSpPr>
            <p:cNvPr id="5" name="组合 4">
              <a:extLst>
                <a:ext uri="{FF2B5EF4-FFF2-40B4-BE49-F238E27FC236}">
                  <a16:creationId xmlns:a16="http://schemas.microsoft.com/office/drawing/2014/main" id="{53F81673-7277-430A-B188-899B82D65C15}"/>
                </a:ext>
              </a:extLst>
            </p:cNvPr>
            <p:cNvGrpSpPr/>
            <p:nvPr/>
          </p:nvGrpSpPr>
          <p:grpSpPr>
            <a:xfrm>
              <a:off x="2505604" y="2260293"/>
              <a:ext cx="7180791" cy="812800"/>
              <a:chOff x="2455280" y="3752911"/>
              <a:chExt cx="7180791" cy="812800"/>
            </a:xfrm>
          </p:grpSpPr>
          <p:cxnSp>
            <p:nvCxnSpPr>
              <p:cNvPr id="6" name="直接连接符 5">
                <a:extLst>
                  <a:ext uri="{FF2B5EF4-FFF2-40B4-BE49-F238E27FC236}">
                    <a16:creationId xmlns:a16="http://schemas.microsoft.com/office/drawing/2014/main" id="{645F269A-8CC2-460F-91FD-D04BBA594492}"/>
                  </a:ext>
                </a:extLst>
              </p:cNvPr>
              <p:cNvCxnSpPr/>
              <p:nvPr/>
            </p:nvCxnSpPr>
            <p:spPr>
              <a:xfrm flipV="1">
                <a:off x="9636071" y="3752911"/>
                <a:ext cx="0" cy="812800"/>
              </a:xfrm>
              <a:prstGeom prst="line">
                <a:avLst/>
              </a:prstGeom>
              <a:ln w="152400">
                <a:solidFill>
                  <a:schemeClr val="tx1"/>
                </a:solidFill>
                <a:tailEnd w="med" len="lg"/>
              </a:ln>
            </p:spPr>
            <p:style>
              <a:lnRef idx="1">
                <a:schemeClr val="accent1"/>
              </a:lnRef>
              <a:fillRef idx="0">
                <a:schemeClr val="accent1"/>
              </a:fillRef>
              <a:effectRef idx="0">
                <a:schemeClr val="accent1"/>
              </a:effectRef>
              <a:fontRef idx="minor">
                <a:schemeClr val="tx1"/>
              </a:fontRef>
            </p:style>
          </p:cxnSp>
          <p:cxnSp>
            <p:nvCxnSpPr>
              <p:cNvPr id="7" name="直接连接符 6">
                <a:extLst>
                  <a:ext uri="{FF2B5EF4-FFF2-40B4-BE49-F238E27FC236}">
                    <a16:creationId xmlns:a16="http://schemas.microsoft.com/office/drawing/2014/main" id="{BAD82238-EE1F-4F20-A566-86B504B37EEA}"/>
                  </a:ext>
                </a:extLst>
              </p:cNvPr>
              <p:cNvCxnSpPr/>
              <p:nvPr/>
            </p:nvCxnSpPr>
            <p:spPr>
              <a:xfrm flipV="1">
                <a:off x="2455280" y="3752911"/>
                <a:ext cx="0" cy="812800"/>
              </a:xfrm>
              <a:prstGeom prst="line">
                <a:avLst/>
              </a:prstGeom>
              <a:ln w="152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8" name="直接连接符 7">
                <a:extLst>
                  <a:ext uri="{FF2B5EF4-FFF2-40B4-BE49-F238E27FC236}">
                    <a16:creationId xmlns:a16="http://schemas.microsoft.com/office/drawing/2014/main" id="{2A2F95F2-3D53-4064-9F0D-39C1415AB1B6}"/>
                  </a:ext>
                </a:extLst>
              </p:cNvPr>
              <p:cNvCxnSpPr/>
              <p:nvPr/>
            </p:nvCxnSpPr>
            <p:spPr>
              <a:xfrm flipV="1">
                <a:off x="4878779" y="3752911"/>
                <a:ext cx="0" cy="812800"/>
              </a:xfrm>
              <a:prstGeom prst="line">
                <a:avLst/>
              </a:prstGeom>
              <a:ln w="152400">
                <a:solidFill>
                  <a:schemeClr val="tx1"/>
                </a:solidFill>
                <a:tailEnd w="med" len="lg"/>
              </a:ln>
            </p:spPr>
            <p:style>
              <a:lnRef idx="1">
                <a:schemeClr val="accent1"/>
              </a:lnRef>
              <a:fillRef idx="0">
                <a:schemeClr val="accent1"/>
              </a:fillRef>
              <a:effectRef idx="0">
                <a:schemeClr val="accent1"/>
              </a:effectRef>
              <a:fontRef idx="minor">
                <a:schemeClr val="tx1"/>
              </a:fontRef>
            </p:style>
          </p:cxnSp>
          <p:cxnSp>
            <p:nvCxnSpPr>
              <p:cNvPr id="9" name="直接连接符 8">
                <a:extLst>
                  <a:ext uri="{FF2B5EF4-FFF2-40B4-BE49-F238E27FC236}">
                    <a16:creationId xmlns:a16="http://schemas.microsoft.com/office/drawing/2014/main" id="{8B742966-92CD-493E-8782-3D0B92FEA149}"/>
                  </a:ext>
                </a:extLst>
              </p:cNvPr>
              <p:cNvCxnSpPr/>
              <p:nvPr/>
            </p:nvCxnSpPr>
            <p:spPr>
              <a:xfrm flipV="1">
                <a:off x="7249637" y="3752911"/>
                <a:ext cx="0" cy="812800"/>
              </a:xfrm>
              <a:prstGeom prst="line">
                <a:avLst/>
              </a:prstGeom>
              <a:ln w="1524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0" name="组合 9">
              <a:extLst>
                <a:ext uri="{FF2B5EF4-FFF2-40B4-BE49-F238E27FC236}">
                  <a16:creationId xmlns:a16="http://schemas.microsoft.com/office/drawing/2014/main" id="{70E1D9A5-DB2A-42F5-9168-6D78FA12E515}"/>
                </a:ext>
              </a:extLst>
            </p:cNvPr>
            <p:cNvGrpSpPr/>
            <p:nvPr/>
          </p:nvGrpSpPr>
          <p:grpSpPr>
            <a:xfrm>
              <a:off x="1668486" y="2106882"/>
              <a:ext cx="8955675" cy="238462"/>
              <a:chOff x="1618162" y="3599500"/>
              <a:chExt cx="8955675" cy="238462"/>
            </a:xfrm>
          </p:grpSpPr>
          <p:cxnSp>
            <p:nvCxnSpPr>
              <p:cNvPr id="11" name="直接连接符 10">
                <a:extLst>
                  <a:ext uri="{FF2B5EF4-FFF2-40B4-BE49-F238E27FC236}">
                    <a16:creationId xmlns:a16="http://schemas.microsoft.com/office/drawing/2014/main" id="{71EADB35-714B-4E13-8F95-224081CFF840}"/>
                  </a:ext>
                </a:extLst>
              </p:cNvPr>
              <p:cNvCxnSpPr>
                <a:cxnSpLocks/>
              </p:cNvCxnSpPr>
              <p:nvPr/>
            </p:nvCxnSpPr>
            <p:spPr>
              <a:xfrm>
                <a:off x="1749794" y="3725200"/>
                <a:ext cx="8622888" cy="0"/>
              </a:xfrm>
              <a:prstGeom prst="line">
                <a:avLst/>
              </a:prstGeom>
              <a:ln w="152400">
                <a:solidFill>
                  <a:schemeClr val="tx1"/>
                </a:solidFill>
              </a:ln>
            </p:spPr>
            <p:style>
              <a:lnRef idx="1">
                <a:schemeClr val="accent1"/>
              </a:lnRef>
              <a:fillRef idx="0">
                <a:schemeClr val="accent1"/>
              </a:fillRef>
              <a:effectRef idx="0">
                <a:schemeClr val="accent1"/>
              </a:effectRef>
              <a:fontRef idx="minor">
                <a:schemeClr val="tx1"/>
              </a:fontRef>
            </p:style>
          </p:cxnSp>
          <p:sp>
            <p:nvSpPr>
              <p:cNvPr id="12" name="矩形 11">
                <a:extLst>
                  <a:ext uri="{FF2B5EF4-FFF2-40B4-BE49-F238E27FC236}">
                    <a16:creationId xmlns:a16="http://schemas.microsoft.com/office/drawing/2014/main" id="{B432B91F-35EB-439C-97EE-242D4CC149F3}"/>
                  </a:ext>
                </a:extLst>
              </p:cNvPr>
              <p:cNvSpPr/>
              <p:nvPr/>
            </p:nvSpPr>
            <p:spPr>
              <a:xfrm>
                <a:off x="1618162" y="3599500"/>
                <a:ext cx="225524" cy="225524"/>
              </a:xfrm>
              <a:prstGeom prst="rect">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13" name="矩形 12">
                <a:extLst>
                  <a:ext uri="{FF2B5EF4-FFF2-40B4-BE49-F238E27FC236}">
                    <a16:creationId xmlns:a16="http://schemas.microsoft.com/office/drawing/2014/main" id="{9BD82429-09B9-4138-AE29-421147F1B8A4}"/>
                  </a:ext>
                </a:extLst>
              </p:cNvPr>
              <p:cNvSpPr/>
              <p:nvPr/>
            </p:nvSpPr>
            <p:spPr>
              <a:xfrm>
                <a:off x="10348313" y="3612438"/>
                <a:ext cx="225524" cy="225524"/>
              </a:xfrm>
              <a:prstGeom prst="rect">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grpSp>
        <p:grpSp>
          <p:nvGrpSpPr>
            <p:cNvPr id="14" name="组合 13">
              <a:extLst>
                <a:ext uri="{FF2B5EF4-FFF2-40B4-BE49-F238E27FC236}">
                  <a16:creationId xmlns:a16="http://schemas.microsoft.com/office/drawing/2014/main" id="{96A99507-89DA-4A05-A65F-C8515C0DADEA}"/>
                </a:ext>
              </a:extLst>
            </p:cNvPr>
            <p:cNvGrpSpPr/>
            <p:nvPr/>
          </p:nvGrpSpPr>
          <p:grpSpPr>
            <a:xfrm>
              <a:off x="2018998" y="2953018"/>
              <a:ext cx="7852814" cy="641082"/>
              <a:chOff x="1968674" y="4445636"/>
              <a:chExt cx="7852814" cy="641082"/>
            </a:xfrm>
          </p:grpSpPr>
          <p:grpSp>
            <p:nvGrpSpPr>
              <p:cNvPr id="15" name="组合 14">
                <a:extLst>
                  <a:ext uri="{FF2B5EF4-FFF2-40B4-BE49-F238E27FC236}">
                    <a16:creationId xmlns:a16="http://schemas.microsoft.com/office/drawing/2014/main" id="{AABB06AA-D45E-4FD9-B56E-FA6FF2380D1B}"/>
                  </a:ext>
                </a:extLst>
              </p:cNvPr>
              <p:cNvGrpSpPr/>
              <p:nvPr/>
            </p:nvGrpSpPr>
            <p:grpSpPr>
              <a:xfrm>
                <a:off x="1968674" y="4445636"/>
                <a:ext cx="662814" cy="641082"/>
                <a:chOff x="812355" y="3422987"/>
                <a:chExt cx="662814" cy="641082"/>
              </a:xfrm>
            </p:grpSpPr>
            <p:pic>
              <p:nvPicPr>
                <p:cNvPr id="25" name="图形 24">
                  <a:extLst>
                    <a:ext uri="{FF2B5EF4-FFF2-40B4-BE49-F238E27FC236}">
                      <a16:creationId xmlns:a16="http://schemas.microsoft.com/office/drawing/2014/main" id="{6B9C319F-3452-4B9D-B1BF-8393028A1A0D}"/>
                    </a:ext>
                  </a:extLst>
                </p:cNvPr>
                <p:cNvPicPr>
                  <a:picLocks noChangeAspect="1"/>
                </p:cNvPicPr>
                <p:nvPr/>
              </p:nvPicPr>
              <p:blipFill>
                <a:blip r:embed="rId3">
                  <a:extLst>
                    <a:ext uri="{28A0092B-C50C-407E-A947-70E740481C1C}">
                      <a14:useLocalDpi xmlns:a14="http://schemas.microsoft.com/office/drawing/2010/main" val="0"/>
                    </a:ext>
                    <a:ext uri="{96DAC541-7B7A-43D3-8B79-37D633B846F1}">
                      <asvg:svgBlip xmlns:asvg="http://schemas.microsoft.com/office/drawing/2016/SVG/main" r:embed="rId4"/>
                    </a:ext>
                  </a:extLst>
                </a:blip>
                <a:stretch>
                  <a:fillRect/>
                </a:stretch>
              </p:blipFill>
              <p:spPr>
                <a:xfrm>
                  <a:off x="812355" y="3422987"/>
                  <a:ext cx="662814" cy="641082"/>
                </a:xfrm>
                <a:prstGeom prst="rect">
                  <a:avLst/>
                </a:prstGeom>
              </p:spPr>
            </p:pic>
            <p:sp>
              <p:nvSpPr>
                <p:cNvPr id="26" name="文本框 25">
                  <a:extLst>
                    <a:ext uri="{FF2B5EF4-FFF2-40B4-BE49-F238E27FC236}">
                      <a16:creationId xmlns:a16="http://schemas.microsoft.com/office/drawing/2014/main" id="{259A2B82-D048-4BBE-9F66-93EB02EB7F0F}"/>
                    </a:ext>
                  </a:extLst>
                </p:cNvPr>
                <p:cNvSpPr txBox="1"/>
                <p:nvPr/>
              </p:nvSpPr>
              <p:spPr>
                <a:xfrm>
                  <a:off x="1087044" y="3451320"/>
                  <a:ext cx="355235" cy="400110"/>
                </a:xfrm>
                <a:prstGeom prst="rect">
                  <a:avLst/>
                </a:prstGeom>
                <a:noFill/>
              </p:spPr>
              <p:txBody>
                <a:bodyPr wrap="square" rtlCol="0">
                  <a:spAutoFit/>
                </a:bodyPr>
                <a:lstStyle/>
                <a:p>
                  <a:pPr algn="ctr"/>
                  <a:r>
                    <a:rPr lang="en-US" altLang="zh-CN" sz="2000" b="1" dirty="0">
                      <a:solidFill>
                        <a:schemeClr val="bg1"/>
                      </a:solidFill>
                      <a:latin typeface="Arial Black" panose="020B0A04020102020204" pitchFamily="34" charset="0"/>
                      <a:ea typeface="+mj-ea"/>
                    </a:rPr>
                    <a:t>A</a:t>
                  </a:r>
                  <a:endParaRPr lang="zh-CN" altLang="en-US" sz="2000" b="1" dirty="0">
                    <a:solidFill>
                      <a:schemeClr val="bg1"/>
                    </a:solidFill>
                    <a:latin typeface="Arial Black" panose="020B0A04020102020204" pitchFamily="34" charset="0"/>
                    <a:ea typeface="+mj-ea"/>
                  </a:endParaRPr>
                </a:p>
              </p:txBody>
            </p:sp>
          </p:grpSp>
          <p:grpSp>
            <p:nvGrpSpPr>
              <p:cNvPr id="16" name="组合 15">
                <a:extLst>
                  <a:ext uri="{FF2B5EF4-FFF2-40B4-BE49-F238E27FC236}">
                    <a16:creationId xmlns:a16="http://schemas.microsoft.com/office/drawing/2014/main" id="{B9CF07DA-4A48-4959-B5F9-DA23277AECA2}"/>
                  </a:ext>
                </a:extLst>
              </p:cNvPr>
              <p:cNvGrpSpPr/>
              <p:nvPr/>
            </p:nvGrpSpPr>
            <p:grpSpPr>
              <a:xfrm>
                <a:off x="4365341" y="4445636"/>
                <a:ext cx="662814" cy="641082"/>
                <a:chOff x="3209022" y="3422987"/>
                <a:chExt cx="662814" cy="641082"/>
              </a:xfrm>
            </p:grpSpPr>
            <p:pic>
              <p:nvPicPr>
                <p:cNvPr id="23" name="图形 22">
                  <a:extLst>
                    <a:ext uri="{FF2B5EF4-FFF2-40B4-BE49-F238E27FC236}">
                      <a16:creationId xmlns:a16="http://schemas.microsoft.com/office/drawing/2014/main" id="{30B3AAEC-4467-46A0-925C-0CDB77FBA7AF}"/>
                    </a:ext>
                  </a:extLst>
                </p:cNvPr>
                <p:cNvPicPr>
                  <a:picLocks noChangeAspect="1"/>
                </p:cNvPicPr>
                <p:nvPr/>
              </p:nvPicPr>
              <p:blipFill>
                <a:blip r:embed="rId3">
                  <a:extLst>
                    <a:ext uri="{28A0092B-C50C-407E-A947-70E740481C1C}">
                      <a14:useLocalDpi xmlns:a14="http://schemas.microsoft.com/office/drawing/2010/main" val="0"/>
                    </a:ext>
                    <a:ext uri="{96DAC541-7B7A-43D3-8B79-37D633B846F1}">
                      <asvg:svgBlip xmlns:asvg="http://schemas.microsoft.com/office/drawing/2016/SVG/main" r:embed="rId4"/>
                    </a:ext>
                  </a:extLst>
                </a:blip>
                <a:stretch>
                  <a:fillRect/>
                </a:stretch>
              </p:blipFill>
              <p:spPr>
                <a:xfrm>
                  <a:off x="3209022" y="3422987"/>
                  <a:ext cx="662814" cy="641082"/>
                </a:xfrm>
                <a:prstGeom prst="rect">
                  <a:avLst/>
                </a:prstGeom>
              </p:spPr>
            </p:pic>
            <p:sp>
              <p:nvSpPr>
                <p:cNvPr id="24" name="文本框 23">
                  <a:extLst>
                    <a:ext uri="{FF2B5EF4-FFF2-40B4-BE49-F238E27FC236}">
                      <a16:creationId xmlns:a16="http://schemas.microsoft.com/office/drawing/2014/main" id="{29A73D32-A593-4C08-99F7-0B2040C682A6}"/>
                    </a:ext>
                  </a:extLst>
                </p:cNvPr>
                <p:cNvSpPr txBox="1"/>
                <p:nvPr/>
              </p:nvSpPr>
              <p:spPr>
                <a:xfrm>
                  <a:off x="3490791" y="3451320"/>
                  <a:ext cx="355235" cy="400110"/>
                </a:xfrm>
                <a:prstGeom prst="rect">
                  <a:avLst/>
                </a:prstGeom>
                <a:noFill/>
              </p:spPr>
              <p:txBody>
                <a:bodyPr wrap="square" rtlCol="0">
                  <a:spAutoFit/>
                </a:bodyPr>
                <a:lstStyle/>
                <a:p>
                  <a:pPr algn="ctr"/>
                  <a:r>
                    <a:rPr lang="en-US" altLang="zh-CN" sz="2000" b="1" dirty="0">
                      <a:solidFill>
                        <a:schemeClr val="bg1"/>
                      </a:solidFill>
                      <a:latin typeface="Arial Black" panose="020B0A04020102020204" pitchFamily="34" charset="0"/>
                      <a:ea typeface="+mj-ea"/>
                    </a:rPr>
                    <a:t>B</a:t>
                  </a:r>
                  <a:endParaRPr lang="zh-CN" altLang="en-US" sz="2000" b="1" dirty="0">
                    <a:solidFill>
                      <a:schemeClr val="bg1"/>
                    </a:solidFill>
                    <a:latin typeface="Arial Black" panose="020B0A04020102020204" pitchFamily="34" charset="0"/>
                    <a:ea typeface="+mj-ea"/>
                  </a:endParaRPr>
                </a:p>
              </p:txBody>
            </p:sp>
          </p:grpSp>
          <p:grpSp>
            <p:nvGrpSpPr>
              <p:cNvPr id="17" name="组合 16">
                <a:extLst>
                  <a:ext uri="{FF2B5EF4-FFF2-40B4-BE49-F238E27FC236}">
                    <a16:creationId xmlns:a16="http://schemas.microsoft.com/office/drawing/2014/main" id="{6D719469-1F14-421D-AC24-5A2C6C668FF6}"/>
                  </a:ext>
                </a:extLst>
              </p:cNvPr>
              <p:cNvGrpSpPr/>
              <p:nvPr/>
            </p:nvGrpSpPr>
            <p:grpSpPr>
              <a:xfrm>
                <a:off x="6762008" y="4445636"/>
                <a:ext cx="662814" cy="641082"/>
                <a:chOff x="5605689" y="3422987"/>
                <a:chExt cx="662814" cy="641082"/>
              </a:xfrm>
            </p:grpSpPr>
            <p:pic>
              <p:nvPicPr>
                <p:cNvPr id="21" name="图形 20">
                  <a:extLst>
                    <a:ext uri="{FF2B5EF4-FFF2-40B4-BE49-F238E27FC236}">
                      <a16:creationId xmlns:a16="http://schemas.microsoft.com/office/drawing/2014/main" id="{189E947E-5907-4927-855D-32E344CF03CE}"/>
                    </a:ext>
                  </a:extLst>
                </p:cNvPr>
                <p:cNvPicPr>
                  <a:picLocks noChangeAspect="1"/>
                </p:cNvPicPr>
                <p:nvPr/>
              </p:nvPicPr>
              <p:blipFill>
                <a:blip r:embed="rId3">
                  <a:extLst>
                    <a:ext uri="{28A0092B-C50C-407E-A947-70E740481C1C}">
                      <a14:useLocalDpi xmlns:a14="http://schemas.microsoft.com/office/drawing/2010/main" val="0"/>
                    </a:ext>
                    <a:ext uri="{96DAC541-7B7A-43D3-8B79-37D633B846F1}">
                      <asvg:svgBlip xmlns:asvg="http://schemas.microsoft.com/office/drawing/2016/SVG/main" r:embed="rId4"/>
                    </a:ext>
                  </a:extLst>
                </a:blip>
                <a:stretch>
                  <a:fillRect/>
                </a:stretch>
              </p:blipFill>
              <p:spPr>
                <a:xfrm>
                  <a:off x="5605689" y="3422987"/>
                  <a:ext cx="662814" cy="641082"/>
                </a:xfrm>
                <a:prstGeom prst="rect">
                  <a:avLst/>
                </a:prstGeom>
              </p:spPr>
            </p:pic>
            <p:sp>
              <p:nvSpPr>
                <p:cNvPr id="22" name="文本框 21">
                  <a:extLst>
                    <a:ext uri="{FF2B5EF4-FFF2-40B4-BE49-F238E27FC236}">
                      <a16:creationId xmlns:a16="http://schemas.microsoft.com/office/drawing/2014/main" id="{1F38D3DA-F21B-481F-828C-EC9D2210C8A4}"/>
                    </a:ext>
                  </a:extLst>
                </p:cNvPr>
                <p:cNvSpPr txBox="1"/>
                <p:nvPr/>
              </p:nvSpPr>
              <p:spPr>
                <a:xfrm>
                  <a:off x="5885506" y="3451320"/>
                  <a:ext cx="355235" cy="400110"/>
                </a:xfrm>
                <a:prstGeom prst="rect">
                  <a:avLst/>
                </a:prstGeom>
                <a:noFill/>
              </p:spPr>
              <p:txBody>
                <a:bodyPr wrap="square" rtlCol="0">
                  <a:spAutoFit/>
                </a:bodyPr>
                <a:lstStyle/>
                <a:p>
                  <a:pPr algn="ctr"/>
                  <a:r>
                    <a:rPr lang="en-US" altLang="zh-CN" sz="2000" b="1" dirty="0">
                      <a:solidFill>
                        <a:schemeClr val="bg1"/>
                      </a:solidFill>
                      <a:latin typeface="Arial Black" panose="020B0A04020102020204" pitchFamily="34" charset="0"/>
                      <a:ea typeface="+mj-ea"/>
                    </a:rPr>
                    <a:t>C</a:t>
                  </a:r>
                  <a:endParaRPr lang="zh-CN" altLang="en-US" sz="2000" b="1" dirty="0">
                    <a:solidFill>
                      <a:schemeClr val="bg1"/>
                    </a:solidFill>
                    <a:latin typeface="Arial Black" panose="020B0A04020102020204" pitchFamily="34" charset="0"/>
                    <a:ea typeface="+mj-ea"/>
                  </a:endParaRPr>
                </a:p>
              </p:txBody>
            </p:sp>
          </p:grpSp>
          <p:grpSp>
            <p:nvGrpSpPr>
              <p:cNvPr id="18" name="组合 17">
                <a:extLst>
                  <a:ext uri="{FF2B5EF4-FFF2-40B4-BE49-F238E27FC236}">
                    <a16:creationId xmlns:a16="http://schemas.microsoft.com/office/drawing/2014/main" id="{781A7464-9676-4781-80F5-98E6387C26A0}"/>
                  </a:ext>
                </a:extLst>
              </p:cNvPr>
              <p:cNvGrpSpPr/>
              <p:nvPr/>
            </p:nvGrpSpPr>
            <p:grpSpPr>
              <a:xfrm>
                <a:off x="9158674" y="4445636"/>
                <a:ext cx="662814" cy="641082"/>
                <a:chOff x="8002355" y="3422987"/>
                <a:chExt cx="662814" cy="641082"/>
              </a:xfrm>
            </p:grpSpPr>
            <p:pic>
              <p:nvPicPr>
                <p:cNvPr id="19" name="图形 18">
                  <a:extLst>
                    <a:ext uri="{FF2B5EF4-FFF2-40B4-BE49-F238E27FC236}">
                      <a16:creationId xmlns:a16="http://schemas.microsoft.com/office/drawing/2014/main" id="{314F4A78-5BD0-4EFB-A2E4-4A1FE16A14ED}"/>
                    </a:ext>
                  </a:extLst>
                </p:cNvPr>
                <p:cNvPicPr>
                  <a:picLocks noChangeAspect="1"/>
                </p:cNvPicPr>
                <p:nvPr/>
              </p:nvPicPr>
              <p:blipFill>
                <a:blip r:embed="rId3">
                  <a:extLst>
                    <a:ext uri="{28A0092B-C50C-407E-A947-70E740481C1C}">
                      <a14:useLocalDpi xmlns:a14="http://schemas.microsoft.com/office/drawing/2010/main" val="0"/>
                    </a:ext>
                    <a:ext uri="{96DAC541-7B7A-43D3-8B79-37D633B846F1}">
                      <asvg:svgBlip xmlns:asvg="http://schemas.microsoft.com/office/drawing/2016/SVG/main" r:embed="rId4"/>
                    </a:ext>
                  </a:extLst>
                </a:blip>
                <a:stretch>
                  <a:fillRect/>
                </a:stretch>
              </p:blipFill>
              <p:spPr>
                <a:xfrm>
                  <a:off x="8002355" y="3422987"/>
                  <a:ext cx="662814" cy="641082"/>
                </a:xfrm>
                <a:prstGeom prst="rect">
                  <a:avLst/>
                </a:prstGeom>
              </p:spPr>
            </p:pic>
            <p:sp>
              <p:nvSpPr>
                <p:cNvPr id="20" name="文本框 19">
                  <a:extLst>
                    <a:ext uri="{FF2B5EF4-FFF2-40B4-BE49-F238E27FC236}">
                      <a16:creationId xmlns:a16="http://schemas.microsoft.com/office/drawing/2014/main" id="{2FC47BE8-CB54-4C99-B9D0-1E1E0580E3C2}"/>
                    </a:ext>
                  </a:extLst>
                </p:cNvPr>
                <p:cNvSpPr txBox="1"/>
                <p:nvPr/>
              </p:nvSpPr>
              <p:spPr>
                <a:xfrm>
                  <a:off x="8282675" y="3444742"/>
                  <a:ext cx="355235" cy="400110"/>
                </a:xfrm>
                <a:prstGeom prst="rect">
                  <a:avLst/>
                </a:prstGeom>
                <a:noFill/>
              </p:spPr>
              <p:txBody>
                <a:bodyPr wrap="square" rtlCol="0">
                  <a:spAutoFit/>
                </a:bodyPr>
                <a:lstStyle/>
                <a:p>
                  <a:pPr algn="ctr"/>
                  <a:r>
                    <a:rPr lang="en-US" altLang="zh-CN" sz="2000" b="1" dirty="0">
                      <a:solidFill>
                        <a:schemeClr val="bg1"/>
                      </a:solidFill>
                      <a:latin typeface="Arial Black" panose="020B0A04020102020204" pitchFamily="34" charset="0"/>
                      <a:ea typeface="+mj-ea"/>
                    </a:rPr>
                    <a:t>D</a:t>
                  </a:r>
                  <a:endParaRPr lang="zh-CN" altLang="en-US" sz="2000" b="1" dirty="0">
                    <a:solidFill>
                      <a:schemeClr val="bg1"/>
                    </a:solidFill>
                    <a:latin typeface="Arial Black" panose="020B0A04020102020204" pitchFamily="34" charset="0"/>
                    <a:ea typeface="+mj-ea"/>
                  </a:endParaRPr>
                </a:p>
              </p:txBody>
            </p:sp>
          </p:grpSp>
        </p:grpSp>
      </p:grpSp>
      <p:sp>
        <p:nvSpPr>
          <p:cNvPr id="40" name="íşlïḍè">
            <a:extLst>
              <a:ext uri="{FF2B5EF4-FFF2-40B4-BE49-F238E27FC236}">
                <a16:creationId xmlns:a16="http://schemas.microsoft.com/office/drawing/2014/main" id="{C220B307-61F9-4EDB-A835-581F51CEB22E}"/>
              </a:ext>
            </a:extLst>
          </p:cNvPr>
          <p:cNvSpPr txBox="1"/>
          <p:nvPr/>
        </p:nvSpPr>
        <p:spPr>
          <a:xfrm>
            <a:off x="5889049" y="4728952"/>
            <a:ext cx="2421888" cy="313194"/>
          </a:xfrm>
          <a:prstGeom prst="rect">
            <a:avLst/>
          </a:prstGeom>
          <a:noFill/>
        </p:spPr>
        <p:txBody>
          <a:bodyPr wrap="square" lIns="91440" tIns="45720" rIns="91440" bIns="45720" anchor="ctr">
            <a:noAutofit/>
          </a:bodyPr>
          <a:lstStyle/>
          <a:p>
            <a:pPr algn="ctr"/>
            <a:endParaRPr lang="zh-CN" altLang="en-US" b="1" dirty="0">
              <a:latin typeface="Arial Narrow" panose="020B0606020202030204" pitchFamily="34" charset="0"/>
            </a:endParaRPr>
          </a:p>
        </p:txBody>
      </p:sp>
      <p:cxnSp>
        <p:nvCxnSpPr>
          <p:cNvPr id="43" name="直接箭头连接符 42">
            <a:extLst>
              <a:ext uri="{FF2B5EF4-FFF2-40B4-BE49-F238E27FC236}">
                <a16:creationId xmlns:a16="http://schemas.microsoft.com/office/drawing/2014/main" id="{A20DC7E1-E211-400E-8AC9-E6F79B4D176F}"/>
              </a:ext>
            </a:extLst>
          </p:cNvPr>
          <p:cNvCxnSpPr>
            <a:cxnSpLocks/>
          </p:cNvCxnSpPr>
          <p:nvPr/>
        </p:nvCxnSpPr>
        <p:spPr>
          <a:xfrm>
            <a:off x="6380027" y="3324603"/>
            <a:ext cx="1452300" cy="0"/>
          </a:xfrm>
          <a:prstGeom prst="straightConnector1">
            <a:avLst/>
          </a:prstGeom>
          <a:ln w="50800" cap="rnd">
            <a:solidFill>
              <a:schemeClr val="accent6"/>
            </a:solidFill>
            <a:round/>
            <a:tailEnd type="triangle" w="med" len="med"/>
          </a:ln>
        </p:spPr>
        <p:style>
          <a:lnRef idx="1">
            <a:schemeClr val="accent1"/>
          </a:lnRef>
          <a:fillRef idx="0">
            <a:schemeClr val="accent1"/>
          </a:fillRef>
          <a:effectRef idx="0">
            <a:schemeClr val="accent1"/>
          </a:effectRef>
          <a:fontRef idx="minor">
            <a:schemeClr val="tx1"/>
          </a:fontRef>
        </p:style>
      </p:cxnSp>
      <p:cxnSp>
        <p:nvCxnSpPr>
          <p:cNvPr id="44" name="直接箭头连接符 43">
            <a:extLst>
              <a:ext uri="{FF2B5EF4-FFF2-40B4-BE49-F238E27FC236}">
                <a16:creationId xmlns:a16="http://schemas.microsoft.com/office/drawing/2014/main" id="{1A7FA208-C0E9-44F4-8A2B-68F7A421BA17}"/>
              </a:ext>
            </a:extLst>
          </p:cNvPr>
          <p:cNvCxnSpPr>
            <a:cxnSpLocks/>
          </p:cNvCxnSpPr>
          <p:nvPr/>
        </p:nvCxnSpPr>
        <p:spPr>
          <a:xfrm>
            <a:off x="7256215" y="3324603"/>
            <a:ext cx="0" cy="385625"/>
          </a:xfrm>
          <a:prstGeom prst="straightConnector1">
            <a:avLst/>
          </a:prstGeom>
          <a:ln w="50800" cap="rnd">
            <a:solidFill>
              <a:schemeClr val="accent6"/>
            </a:solidFill>
            <a:round/>
            <a:tailEnd type="triangle" w="med" len="med"/>
          </a:ln>
        </p:spPr>
        <p:style>
          <a:lnRef idx="1">
            <a:schemeClr val="accent1"/>
          </a:lnRef>
          <a:fillRef idx="0">
            <a:schemeClr val="accent1"/>
          </a:fillRef>
          <a:effectRef idx="0">
            <a:schemeClr val="accent1"/>
          </a:effectRef>
          <a:fontRef idx="minor">
            <a:schemeClr val="tx1"/>
          </a:fontRef>
        </p:style>
      </p:cxnSp>
      <p:cxnSp>
        <p:nvCxnSpPr>
          <p:cNvPr id="45" name="直接箭头连接符 44">
            <a:extLst>
              <a:ext uri="{FF2B5EF4-FFF2-40B4-BE49-F238E27FC236}">
                <a16:creationId xmlns:a16="http://schemas.microsoft.com/office/drawing/2014/main" id="{67FC4209-ED02-4AA2-8197-F784D2E2FD68}"/>
              </a:ext>
            </a:extLst>
          </p:cNvPr>
          <p:cNvCxnSpPr>
            <a:cxnSpLocks/>
          </p:cNvCxnSpPr>
          <p:nvPr/>
        </p:nvCxnSpPr>
        <p:spPr>
          <a:xfrm flipV="1">
            <a:off x="7256215" y="3808372"/>
            <a:ext cx="0" cy="297890"/>
          </a:xfrm>
          <a:prstGeom prst="straightConnector1">
            <a:avLst/>
          </a:prstGeom>
          <a:ln w="50800" cap="rnd">
            <a:solidFill>
              <a:schemeClr val="accent6"/>
            </a:solidFill>
            <a:round/>
            <a:tailEnd type="triangle" w="med" len="med"/>
          </a:ln>
        </p:spPr>
        <p:style>
          <a:lnRef idx="1">
            <a:schemeClr val="accent1"/>
          </a:lnRef>
          <a:fillRef idx="0">
            <a:schemeClr val="accent1"/>
          </a:fillRef>
          <a:effectRef idx="0">
            <a:schemeClr val="accent1"/>
          </a:effectRef>
          <a:fontRef idx="minor">
            <a:schemeClr val="tx1"/>
          </a:fontRef>
        </p:style>
      </p:cxnSp>
      <p:grpSp>
        <p:nvGrpSpPr>
          <p:cNvPr id="41" name="组合 40">
            <a:extLst>
              <a:ext uri="{FF2B5EF4-FFF2-40B4-BE49-F238E27FC236}">
                <a16:creationId xmlns:a16="http://schemas.microsoft.com/office/drawing/2014/main" id="{725708C2-E7F5-4292-8D21-18C603046E29}"/>
              </a:ext>
            </a:extLst>
          </p:cNvPr>
          <p:cNvGrpSpPr/>
          <p:nvPr/>
        </p:nvGrpSpPr>
        <p:grpSpPr>
          <a:xfrm>
            <a:off x="6871789" y="3282276"/>
            <a:ext cx="820470" cy="820470"/>
            <a:chOff x="9290558" y="4054613"/>
            <a:chExt cx="820470" cy="820470"/>
          </a:xfrm>
        </p:grpSpPr>
        <p:sp>
          <p:nvSpPr>
            <p:cNvPr id="46" name="爆炸形: 8 pt  45">
              <a:extLst>
                <a:ext uri="{FF2B5EF4-FFF2-40B4-BE49-F238E27FC236}">
                  <a16:creationId xmlns:a16="http://schemas.microsoft.com/office/drawing/2014/main" id="{123AB3DE-D558-4AA2-8D6F-1688FEF91232}"/>
                </a:ext>
              </a:extLst>
            </p:cNvPr>
            <p:cNvSpPr/>
            <p:nvPr/>
          </p:nvSpPr>
          <p:spPr>
            <a:xfrm>
              <a:off x="9290558" y="4054613"/>
              <a:ext cx="820470" cy="820470"/>
            </a:xfrm>
            <a:prstGeom prst="irregularSeal1">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sz="2000" b="1" dirty="0"/>
            </a:p>
          </p:txBody>
        </p:sp>
        <p:sp>
          <p:nvSpPr>
            <p:cNvPr id="47" name="文本框 46">
              <a:extLst>
                <a:ext uri="{FF2B5EF4-FFF2-40B4-BE49-F238E27FC236}">
                  <a16:creationId xmlns:a16="http://schemas.microsoft.com/office/drawing/2014/main" id="{CE5282BC-EBB9-42ED-BF69-58AA0B5B7FEB}"/>
                </a:ext>
              </a:extLst>
            </p:cNvPr>
            <p:cNvSpPr txBox="1"/>
            <p:nvPr/>
          </p:nvSpPr>
          <p:spPr>
            <a:xfrm>
              <a:off x="9290558" y="4250289"/>
              <a:ext cx="777741" cy="369332"/>
            </a:xfrm>
            <a:prstGeom prst="rect">
              <a:avLst/>
            </a:prstGeom>
            <a:noFill/>
          </p:spPr>
          <p:txBody>
            <a:bodyPr wrap="square" rtlCol="0">
              <a:spAutoFit/>
            </a:bodyPr>
            <a:lstStyle/>
            <a:p>
              <a:pPr algn="ctr"/>
              <a:r>
                <a:rPr lang="zh-CN" altLang="en-US" b="1" dirty="0">
                  <a:solidFill>
                    <a:schemeClr val="bg1"/>
                  </a:solidFill>
                </a:rPr>
                <a:t>碰撞</a:t>
              </a:r>
            </a:p>
          </p:txBody>
        </p:sp>
      </p:grpSp>
      <p:sp>
        <p:nvSpPr>
          <p:cNvPr id="53" name="矩形 52">
            <a:extLst>
              <a:ext uri="{FF2B5EF4-FFF2-40B4-BE49-F238E27FC236}">
                <a16:creationId xmlns:a16="http://schemas.microsoft.com/office/drawing/2014/main" id="{DFDA9846-6066-4FB0-BF14-925D210A9739}"/>
              </a:ext>
            </a:extLst>
          </p:cNvPr>
          <p:cNvSpPr/>
          <p:nvPr/>
        </p:nvSpPr>
        <p:spPr>
          <a:xfrm>
            <a:off x="1056633" y="1335374"/>
            <a:ext cx="256976" cy="256976"/>
          </a:xfrm>
          <a:prstGeom prst="rect">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mc:AlternateContent xmlns:mc="http://schemas.openxmlformats.org/markup-compatibility/2006" xmlns:a14="http://schemas.microsoft.com/office/drawing/2010/main">
        <mc:Choice Requires="a14">
          <p:sp>
            <p:nvSpPr>
              <p:cNvPr id="54" name="íşlïḍè">
                <a:extLst>
                  <a:ext uri="{FF2B5EF4-FFF2-40B4-BE49-F238E27FC236}">
                    <a16:creationId xmlns:a16="http://schemas.microsoft.com/office/drawing/2014/main" id="{E5BE44D9-5C16-411A-85AB-2B2E5312BB9E}"/>
                  </a:ext>
                </a:extLst>
              </p:cNvPr>
              <p:cNvSpPr txBox="1"/>
              <p:nvPr/>
            </p:nvSpPr>
            <p:spPr>
              <a:xfrm>
                <a:off x="1373861" y="1281052"/>
                <a:ext cx="10276516" cy="639197"/>
              </a:xfrm>
              <a:prstGeom prst="rect">
                <a:avLst/>
              </a:prstGeom>
              <a:noFill/>
            </p:spPr>
            <p:txBody>
              <a:bodyPr wrap="square" lIns="91440" tIns="45720" rIns="91440" bIns="45720" anchor="ctr">
                <a:noAutofit/>
              </a:bodyPr>
              <a:lstStyle/>
              <a:p>
                <a:r>
                  <a:rPr lang="zh-CN" altLang="en-US" b="1" dirty="0">
                    <a:latin typeface="Arial Narrow" panose="020B0606020202030204" pitchFamily="34" charset="0"/>
                  </a:rPr>
                  <a:t>为了确保共享总线以太网上的每一个站点在发送完一个完整的帧之前，能够检测出是否产生了碰撞，</a:t>
                </a:r>
                <a:r>
                  <a:rPr lang="zh-CN" altLang="en-US" b="1" dirty="0">
                    <a:solidFill>
                      <a:schemeClr val="accent1">
                        <a:lumMod val="75000"/>
                      </a:schemeClr>
                    </a:solidFill>
                    <a:latin typeface="Arial Narrow" panose="020B0606020202030204" pitchFamily="34" charset="0"/>
                  </a:rPr>
                  <a:t>帧的发送时延就不能少于共享总线以太网端到端的往返时间</a:t>
                </a:r>
                <a:r>
                  <a:rPr lang="zh-CN" altLang="en-US" b="1" dirty="0">
                    <a:latin typeface="Arial Narrow" panose="020B0606020202030204" pitchFamily="34" charset="0"/>
                  </a:rPr>
                  <a:t>，即一个争用期</a:t>
                </a:r>
                <a14:m>
                  <m:oMath xmlns:m="http://schemas.openxmlformats.org/officeDocument/2006/math">
                    <m:r>
                      <a:rPr lang="en-US" altLang="zh-CN" b="1" i="1" dirty="0">
                        <a:latin typeface="Cambria Math" panose="02040503050406030204" pitchFamily="18" charset="0"/>
                      </a:rPr>
                      <m:t>𝟐</m:t>
                    </m:r>
                    <m:r>
                      <a:rPr lang="el-GR" altLang="zh-CN" b="1" i="1" dirty="0">
                        <a:latin typeface="Cambria Math" panose="02040503050406030204" pitchFamily="18" charset="0"/>
                      </a:rPr>
                      <m:t>𝝉</m:t>
                    </m:r>
                    <m:r>
                      <a:rPr lang="el-GR" altLang="zh-CN" b="1" i="1" dirty="0">
                        <a:latin typeface="Cambria Math" panose="02040503050406030204" pitchFamily="18" charset="0"/>
                      </a:rPr>
                      <m:t> </m:t>
                    </m:r>
                  </m:oMath>
                </a14:m>
                <a:r>
                  <a:rPr lang="zh-CN" altLang="en-US" b="1" dirty="0">
                    <a:latin typeface="Arial Narrow" panose="020B0606020202030204" pitchFamily="34" charset="0"/>
                  </a:rPr>
                  <a:t>。</a:t>
                </a:r>
              </a:p>
            </p:txBody>
          </p:sp>
        </mc:Choice>
        <mc:Fallback xmlns="">
          <p:sp>
            <p:nvSpPr>
              <p:cNvPr id="54" name="íşlïḍè">
                <a:extLst>
                  <a:ext uri="{FF2B5EF4-FFF2-40B4-BE49-F238E27FC236}">
                    <a16:creationId xmlns:a16="http://schemas.microsoft.com/office/drawing/2014/main" id="{E5BE44D9-5C16-411A-85AB-2B2E5312BB9E}"/>
                  </a:ext>
                </a:extLst>
              </p:cNvPr>
              <p:cNvSpPr txBox="1">
                <a:spLocks noRot="1" noChangeAspect="1" noMove="1" noResize="1" noEditPoints="1" noAdjustHandles="1" noChangeArrowheads="1" noChangeShapeType="1" noTextEdit="1"/>
              </p:cNvSpPr>
              <p:nvPr/>
            </p:nvSpPr>
            <p:spPr>
              <a:xfrm>
                <a:off x="1373861" y="1281052"/>
                <a:ext cx="10276516" cy="639197"/>
              </a:xfrm>
              <a:prstGeom prst="rect">
                <a:avLst/>
              </a:prstGeom>
              <a:blipFill>
                <a:blip r:embed="rId5"/>
                <a:stretch>
                  <a:fillRect l="-474" t="-4762" r="-356" b="-15238"/>
                </a:stretch>
              </a:blipFill>
            </p:spPr>
            <p:txBody>
              <a:bodyPr/>
              <a:lstStyle/>
              <a:p>
                <a:r>
                  <a:rPr lang="zh-CN" altLang="en-US">
                    <a:noFill/>
                  </a:rPr>
                  <a:t> </a:t>
                </a:r>
              </a:p>
            </p:txBody>
          </p:sp>
        </mc:Fallback>
      </mc:AlternateContent>
      <p:sp>
        <p:nvSpPr>
          <p:cNvPr id="55" name="矩形 54">
            <a:extLst>
              <a:ext uri="{FF2B5EF4-FFF2-40B4-BE49-F238E27FC236}">
                <a16:creationId xmlns:a16="http://schemas.microsoft.com/office/drawing/2014/main" id="{CFCD99EC-FAD3-4759-B044-4AF4A0209090}"/>
              </a:ext>
            </a:extLst>
          </p:cNvPr>
          <p:cNvSpPr/>
          <p:nvPr/>
        </p:nvSpPr>
        <p:spPr>
          <a:xfrm>
            <a:off x="1056633" y="2101478"/>
            <a:ext cx="256976" cy="256976"/>
          </a:xfrm>
          <a:prstGeom prst="rect">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mc:AlternateContent xmlns:mc="http://schemas.openxmlformats.org/markup-compatibility/2006" xmlns:a14="http://schemas.microsoft.com/office/drawing/2010/main">
        <mc:Choice Requires="a14">
          <p:sp>
            <p:nvSpPr>
              <p:cNvPr id="56" name="íşlïḍè">
                <a:extLst>
                  <a:ext uri="{FF2B5EF4-FFF2-40B4-BE49-F238E27FC236}">
                    <a16:creationId xmlns:a16="http://schemas.microsoft.com/office/drawing/2014/main" id="{D42CCFCC-B8DC-439F-8F0F-50D0793B9F5A}"/>
                  </a:ext>
                </a:extLst>
              </p:cNvPr>
              <p:cNvSpPr txBox="1"/>
              <p:nvPr/>
            </p:nvSpPr>
            <p:spPr>
              <a:xfrm>
                <a:off x="1373861" y="2047156"/>
                <a:ext cx="10276516" cy="406779"/>
              </a:xfrm>
              <a:prstGeom prst="rect">
                <a:avLst/>
              </a:prstGeom>
              <a:noFill/>
            </p:spPr>
            <p:txBody>
              <a:bodyPr wrap="square" lIns="91440" tIns="45720" rIns="91440" bIns="45720" anchor="ctr">
                <a:noAutofit/>
              </a:bodyPr>
              <a:lstStyle/>
              <a:p>
                <a:r>
                  <a:rPr lang="zh-CN" altLang="en-US" b="1" dirty="0">
                    <a:latin typeface="Arial Narrow" panose="020B0606020202030204" pitchFamily="34" charset="0"/>
                  </a:rPr>
                  <a:t>对于</a:t>
                </a:r>
                <a14:m>
                  <m:oMath xmlns:m="http://schemas.openxmlformats.org/officeDocument/2006/math">
                    <m:r>
                      <a:rPr lang="en-US" altLang="zh-CN" b="1" i="1" dirty="0" smtClean="0">
                        <a:latin typeface="Cambria Math" panose="02040503050406030204" pitchFamily="18" charset="0"/>
                      </a:rPr>
                      <m:t>𝟏𝟎</m:t>
                    </m:r>
                    <m:r>
                      <a:rPr lang="en-US" altLang="zh-CN" b="1" i="1" dirty="0" smtClean="0">
                        <a:latin typeface="Cambria Math" panose="02040503050406030204" pitchFamily="18" charset="0"/>
                      </a:rPr>
                      <m:t>𝑴𝒃</m:t>
                    </m:r>
                    <m:r>
                      <a:rPr lang="en-US" altLang="zh-CN" b="1" i="1" dirty="0" smtClean="0">
                        <a:latin typeface="Cambria Math" panose="02040503050406030204" pitchFamily="18" charset="0"/>
                      </a:rPr>
                      <m:t>/</m:t>
                    </m:r>
                    <m:r>
                      <a:rPr lang="en-US" altLang="zh-CN" b="1" i="1" dirty="0" smtClean="0">
                        <a:latin typeface="Cambria Math" panose="02040503050406030204" pitchFamily="18" charset="0"/>
                      </a:rPr>
                      <m:t>𝒔</m:t>
                    </m:r>
                  </m:oMath>
                </a14:m>
                <a:r>
                  <a:rPr lang="zh-CN" altLang="en-US" b="1" dirty="0">
                    <a:latin typeface="Arial Narrow" panose="020B0606020202030204" pitchFamily="34" charset="0"/>
                  </a:rPr>
                  <a:t>的共享总线以太网，其争用期</a:t>
                </a:r>
                <a14:m>
                  <m:oMath xmlns:m="http://schemas.openxmlformats.org/officeDocument/2006/math">
                    <m:r>
                      <a:rPr lang="en-US" altLang="zh-CN" b="1" i="1" dirty="0">
                        <a:latin typeface="Cambria Math" panose="02040503050406030204" pitchFamily="18" charset="0"/>
                      </a:rPr>
                      <m:t>𝟐</m:t>
                    </m:r>
                    <m:r>
                      <a:rPr lang="el-GR" altLang="zh-CN" b="1" i="1" dirty="0">
                        <a:latin typeface="Cambria Math" panose="02040503050406030204" pitchFamily="18" charset="0"/>
                      </a:rPr>
                      <m:t>𝝉</m:t>
                    </m:r>
                    <m:r>
                      <a:rPr lang="el-GR" altLang="zh-CN" b="1" i="1" dirty="0">
                        <a:latin typeface="Cambria Math" panose="02040503050406030204" pitchFamily="18" charset="0"/>
                      </a:rPr>
                      <m:t> </m:t>
                    </m:r>
                  </m:oMath>
                </a14:m>
                <a:r>
                  <a:rPr lang="zh-CN" altLang="en-US" b="1" dirty="0">
                    <a:latin typeface="Arial Narrow" panose="020B0606020202030204" pitchFamily="34" charset="0"/>
                  </a:rPr>
                  <a:t>的值规定为</a:t>
                </a:r>
                <a14:m>
                  <m:oMath xmlns:m="http://schemas.openxmlformats.org/officeDocument/2006/math">
                    <m:r>
                      <a:rPr lang="en-US" altLang="zh-CN" b="1" i="1" dirty="0" smtClean="0">
                        <a:latin typeface="Cambria Math" panose="02040503050406030204" pitchFamily="18" charset="0"/>
                      </a:rPr>
                      <m:t>𝟓𝟏</m:t>
                    </m:r>
                    <m:r>
                      <a:rPr lang="en-US" altLang="zh-CN" b="1" i="1" dirty="0" smtClean="0">
                        <a:latin typeface="Cambria Math" panose="02040503050406030204" pitchFamily="18" charset="0"/>
                      </a:rPr>
                      <m:t>.</m:t>
                    </m:r>
                    <m:r>
                      <a:rPr lang="en-US" altLang="zh-CN" b="1" i="1" dirty="0" smtClean="0">
                        <a:latin typeface="Cambria Math" panose="02040503050406030204" pitchFamily="18" charset="0"/>
                      </a:rPr>
                      <m:t>𝟐</m:t>
                    </m:r>
                    <m:r>
                      <a:rPr lang="zh-CN" altLang="en-US" b="1" i="1" dirty="0" smtClean="0">
                        <a:latin typeface="Cambria Math" panose="02040503050406030204" pitchFamily="18" charset="0"/>
                      </a:rPr>
                      <m:t>𝝁</m:t>
                    </m:r>
                    <m:r>
                      <m:rPr>
                        <m:sty m:val="p"/>
                      </m:rPr>
                      <a:rPr lang="en-US" altLang="zh-CN" b="1" i="1" dirty="0">
                        <a:latin typeface="Cambria Math" panose="02040503050406030204" pitchFamily="18" charset="0"/>
                      </a:rPr>
                      <m:t>s</m:t>
                    </m:r>
                  </m:oMath>
                </a14:m>
                <a:r>
                  <a:rPr lang="zh-CN" altLang="en-US" b="1" dirty="0">
                    <a:latin typeface="Arial Narrow" panose="020B0606020202030204" pitchFamily="34" charset="0"/>
                  </a:rPr>
                  <a:t>，因此其最小帧长为</a:t>
                </a:r>
                <a14:m>
                  <m:oMath xmlns:m="http://schemas.openxmlformats.org/officeDocument/2006/math">
                    <m:r>
                      <a:rPr lang="en-US" altLang="zh-CN" b="1" i="1" dirty="0" smtClean="0">
                        <a:latin typeface="Cambria Math" panose="02040503050406030204" pitchFamily="18" charset="0"/>
                      </a:rPr>
                      <m:t>𝟓𝟏𝟐</m:t>
                    </m:r>
                    <m:r>
                      <a:rPr lang="en-US" altLang="zh-CN" b="1" i="1" dirty="0" smtClean="0">
                        <a:latin typeface="Cambria Math" panose="02040503050406030204" pitchFamily="18" charset="0"/>
                      </a:rPr>
                      <m:t>𝒃</m:t>
                    </m:r>
                  </m:oMath>
                </a14:m>
                <a:r>
                  <a:rPr lang="zh-CN" altLang="en-US" b="1" dirty="0">
                    <a:latin typeface="Arial Narrow" panose="020B0606020202030204" pitchFamily="34" charset="0"/>
                  </a:rPr>
                  <a:t>，即</a:t>
                </a:r>
                <a14:m>
                  <m:oMath xmlns:m="http://schemas.openxmlformats.org/officeDocument/2006/math">
                    <m:r>
                      <a:rPr lang="en-US" altLang="zh-CN" b="1" i="1" dirty="0" smtClean="0">
                        <a:latin typeface="Cambria Math" panose="02040503050406030204" pitchFamily="18" charset="0"/>
                      </a:rPr>
                      <m:t>𝟔𝟒</m:t>
                    </m:r>
                    <m:r>
                      <a:rPr lang="en-US" altLang="zh-CN" b="1" i="1" dirty="0" smtClean="0">
                        <a:latin typeface="Cambria Math" panose="02040503050406030204" pitchFamily="18" charset="0"/>
                      </a:rPr>
                      <m:t>𝑩</m:t>
                    </m:r>
                  </m:oMath>
                </a14:m>
                <a:r>
                  <a:rPr lang="zh-CN" altLang="en-US" b="1" dirty="0">
                    <a:latin typeface="Arial Narrow" panose="020B0606020202030204" pitchFamily="34" charset="0"/>
                  </a:rPr>
                  <a:t>。</a:t>
                </a:r>
              </a:p>
            </p:txBody>
          </p:sp>
        </mc:Choice>
        <mc:Fallback xmlns="">
          <p:sp>
            <p:nvSpPr>
              <p:cNvPr id="56" name="íşlïḍè">
                <a:extLst>
                  <a:ext uri="{FF2B5EF4-FFF2-40B4-BE49-F238E27FC236}">
                    <a16:creationId xmlns:a16="http://schemas.microsoft.com/office/drawing/2014/main" id="{D42CCFCC-B8DC-439F-8F0F-50D0793B9F5A}"/>
                  </a:ext>
                </a:extLst>
              </p:cNvPr>
              <p:cNvSpPr txBox="1">
                <a:spLocks noRot="1" noChangeAspect="1" noMove="1" noResize="1" noEditPoints="1" noAdjustHandles="1" noChangeArrowheads="1" noChangeShapeType="1" noTextEdit="1"/>
              </p:cNvSpPr>
              <p:nvPr/>
            </p:nvSpPr>
            <p:spPr>
              <a:xfrm>
                <a:off x="1373861" y="2047156"/>
                <a:ext cx="10276516" cy="406779"/>
              </a:xfrm>
              <a:prstGeom prst="rect">
                <a:avLst/>
              </a:prstGeom>
              <a:blipFill>
                <a:blip r:embed="rId6"/>
                <a:stretch>
                  <a:fillRect l="-474" t="-2985" r="-2788" b="-17910"/>
                </a:stretch>
              </a:blipFill>
            </p:spPr>
            <p:txBody>
              <a:bodyPr/>
              <a:lstStyle/>
              <a:p>
                <a:r>
                  <a:rPr lang="zh-CN" altLang="en-US">
                    <a:noFill/>
                  </a:rPr>
                  <a:t> </a:t>
                </a:r>
              </a:p>
            </p:txBody>
          </p:sp>
        </mc:Fallback>
      </mc:AlternateContent>
    </p:spTree>
    <p:custDataLst>
      <p:tags r:id="rId1"/>
    </p:custDataLst>
    <p:extLst>
      <p:ext uri="{BB962C8B-B14F-4D97-AF65-F5344CB8AC3E}">
        <p14:creationId xmlns:p14="http://schemas.microsoft.com/office/powerpoint/2010/main" val="1737938156"/>
      </p:ext>
    </p:extLst>
  </p:cSld>
  <p:clrMapOvr>
    <a:masterClrMapping/>
  </p:clrMapOvr>
  <mc:AlternateContent xmlns:mc="http://schemas.openxmlformats.org/markup-compatibility/2006" xmlns:p159="http://schemas.microsoft.com/office/powerpoint/2015/09/main">
    <mc:Choice Requires="p159">
      <p:transition spd="slow">
        <p159:morph option="byObject"/>
      </p:transition>
    </mc:Choice>
    <mc:Fallback xmlns="">
      <p:transition spd="slow">
        <p:fade/>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49" presetClass="entr" presetSubtype="0" decel="100000" fill="hold" grpId="0" nodeType="withEffect">
                                  <p:stCondLst>
                                    <p:cond delay="0"/>
                                  </p:stCondLst>
                                  <p:childTnLst>
                                    <p:set>
                                      <p:cBhvr>
                                        <p:cTn id="6" dur="1" fill="hold">
                                          <p:stCondLst>
                                            <p:cond delay="0"/>
                                          </p:stCondLst>
                                        </p:cTn>
                                        <p:tgtEl>
                                          <p:spTgt spid="53"/>
                                        </p:tgtEl>
                                        <p:attrNameLst>
                                          <p:attrName>style.visibility</p:attrName>
                                        </p:attrNameLst>
                                      </p:cBhvr>
                                      <p:to>
                                        <p:strVal val="visible"/>
                                      </p:to>
                                    </p:set>
                                    <p:anim calcmode="lin" valueType="num">
                                      <p:cBhvr>
                                        <p:cTn id="7" dur="500" fill="hold"/>
                                        <p:tgtEl>
                                          <p:spTgt spid="53"/>
                                        </p:tgtEl>
                                        <p:attrNameLst>
                                          <p:attrName>ppt_w</p:attrName>
                                        </p:attrNameLst>
                                      </p:cBhvr>
                                      <p:tavLst>
                                        <p:tav tm="0">
                                          <p:val>
                                            <p:fltVal val="0"/>
                                          </p:val>
                                        </p:tav>
                                        <p:tav tm="100000">
                                          <p:val>
                                            <p:strVal val="#ppt_w"/>
                                          </p:val>
                                        </p:tav>
                                      </p:tavLst>
                                    </p:anim>
                                    <p:anim calcmode="lin" valueType="num">
                                      <p:cBhvr>
                                        <p:cTn id="8" dur="500" fill="hold"/>
                                        <p:tgtEl>
                                          <p:spTgt spid="53"/>
                                        </p:tgtEl>
                                        <p:attrNameLst>
                                          <p:attrName>ppt_h</p:attrName>
                                        </p:attrNameLst>
                                      </p:cBhvr>
                                      <p:tavLst>
                                        <p:tav tm="0">
                                          <p:val>
                                            <p:fltVal val="0"/>
                                          </p:val>
                                        </p:tav>
                                        <p:tav tm="100000">
                                          <p:val>
                                            <p:strVal val="#ppt_h"/>
                                          </p:val>
                                        </p:tav>
                                      </p:tavLst>
                                    </p:anim>
                                    <p:anim calcmode="lin" valueType="num">
                                      <p:cBhvr>
                                        <p:cTn id="9" dur="500" fill="hold"/>
                                        <p:tgtEl>
                                          <p:spTgt spid="53"/>
                                        </p:tgtEl>
                                        <p:attrNameLst>
                                          <p:attrName>style.rotation</p:attrName>
                                        </p:attrNameLst>
                                      </p:cBhvr>
                                      <p:tavLst>
                                        <p:tav tm="0">
                                          <p:val>
                                            <p:fltVal val="360"/>
                                          </p:val>
                                        </p:tav>
                                        <p:tav tm="100000">
                                          <p:val>
                                            <p:fltVal val="0"/>
                                          </p:val>
                                        </p:tav>
                                      </p:tavLst>
                                    </p:anim>
                                    <p:animEffect transition="in" filter="fade">
                                      <p:cBhvr>
                                        <p:cTn id="10" dur="500"/>
                                        <p:tgtEl>
                                          <p:spTgt spid="53"/>
                                        </p:tgtEl>
                                      </p:cBhvr>
                                    </p:animEffect>
                                  </p:childTnLst>
                                </p:cTn>
                              </p:par>
                            </p:childTnLst>
                          </p:cTn>
                        </p:par>
                        <p:par>
                          <p:cTn id="11" fill="hold">
                            <p:stCondLst>
                              <p:cond delay="500"/>
                            </p:stCondLst>
                            <p:childTnLst>
                              <p:par>
                                <p:cTn id="12" presetID="1" presetClass="entr" presetSubtype="0" fill="hold" grpId="0" nodeType="afterEffect">
                                  <p:stCondLst>
                                    <p:cond delay="0"/>
                                  </p:stCondLst>
                                  <p:iterate type="lt">
                                    <p:tmAbs val="100"/>
                                  </p:iterate>
                                  <p:childTnLst>
                                    <p:set>
                                      <p:cBhvr>
                                        <p:cTn id="13" dur="1" fill="hold">
                                          <p:stCondLst>
                                            <p:cond delay="0"/>
                                          </p:stCondLst>
                                        </p:cTn>
                                        <p:tgtEl>
                                          <p:spTgt spid="54"/>
                                        </p:tgtEl>
                                        <p:attrNameLst>
                                          <p:attrName>style.visibility</p:attrName>
                                        </p:attrNameLst>
                                      </p:cBhvr>
                                      <p:to>
                                        <p:strVal val="visible"/>
                                      </p:to>
                                    </p:set>
                                  </p:childTnLst>
                                </p:cTn>
                              </p:par>
                            </p:childTnLst>
                          </p:cTn>
                        </p:par>
                      </p:childTnLst>
                    </p:cTn>
                  </p:par>
                  <p:par>
                    <p:cTn id="14" fill="hold">
                      <p:stCondLst>
                        <p:cond delay="indefinite"/>
                      </p:stCondLst>
                      <p:childTnLst>
                        <p:par>
                          <p:cTn id="15" fill="hold">
                            <p:stCondLst>
                              <p:cond delay="0"/>
                            </p:stCondLst>
                            <p:childTnLst>
                              <p:par>
                                <p:cTn id="16" presetID="49" presetClass="entr" presetSubtype="0" decel="100000" fill="hold" grpId="0" nodeType="clickEffect">
                                  <p:stCondLst>
                                    <p:cond delay="0"/>
                                  </p:stCondLst>
                                  <p:childTnLst>
                                    <p:set>
                                      <p:cBhvr>
                                        <p:cTn id="17" dur="1" fill="hold">
                                          <p:stCondLst>
                                            <p:cond delay="0"/>
                                          </p:stCondLst>
                                        </p:cTn>
                                        <p:tgtEl>
                                          <p:spTgt spid="55"/>
                                        </p:tgtEl>
                                        <p:attrNameLst>
                                          <p:attrName>style.visibility</p:attrName>
                                        </p:attrNameLst>
                                      </p:cBhvr>
                                      <p:to>
                                        <p:strVal val="visible"/>
                                      </p:to>
                                    </p:set>
                                    <p:anim calcmode="lin" valueType="num">
                                      <p:cBhvr>
                                        <p:cTn id="18" dur="500" fill="hold"/>
                                        <p:tgtEl>
                                          <p:spTgt spid="55"/>
                                        </p:tgtEl>
                                        <p:attrNameLst>
                                          <p:attrName>ppt_w</p:attrName>
                                        </p:attrNameLst>
                                      </p:cBhvr>
                                      <p:tavLst>
                                        <p:tav tm="0">
                                          <p:val>
                                            <p:fltVal val="0"/>
                                          </p:val>
                                        </p:tav>
                                        <p:tav tm="100000">
                                          <p:val>
                                            <p:strVal val="#ppt_w"/>
                                          </p:val>
                                        </p:tav>
                                      </p:tavLst>
                                    </p:anim>
                                    <p:anim calcmode="lin" valueType="num">
                                      <p:cBhvr>
                                        <p:cTn id="19" dur="500" fill="hold"/>
                                        <p:tgtEl>
                                          <p:spTgt spid="55"/>
                                        </p:tgtEl>
                                        <p:attrNameLst>
                                          <p:attrName>ppt_h</p:attrName>
                                        </p:attrNameLst>
                                      </p:cBhvr>
                                      <p:tavLst>
                                        <p:tav tm="0">
                                          <p:val>
                                            <p:fltVal val="0"/>
                                          </p:val>
                                        </p:tav>
                                        <p:tav tm="100000">
                                          <p:val>
                                            <p:strVal val="#ppt_h"/>
                                          </p:val>
                                        </p:tav>
                                      </p:tavLst>
                                    </p:anim>
                                    <p:anim calcmode="lin" valueType="num">
                                      <p:cBhvr>
                                        <p:cTn id="20" dur="500" fill="hold"/>
                                        <p:tgtEl>
                                          <p:spTgt spid="55"/>
                                        </p:tgtEl>
                                        <p:attrNameLst>
                                          <p:attrName>style.rotation</p:attrName>
                                        </p:attrNameLst>
                                      </p:cBhvr>
                                      <p:tavLst>
                                        <p:tav tm="0">
                                          <p:val>
                                            <p:fltVal val="360"/>
                                          </p:val>
                                        </p:tav>
                                        <p:tav tm="100000">
                                          <p:val>
                                            <p:fltVal val="0"/>
                                          </p:val>
                                        </p:tav>
                                      </p:tavLst>
                                    </p:anim>
                                    <p:animEffect transition="in" filter="fade">
                                      <p:cBhvr>
                                        <p:cTn id="21" dur="500"/>
                                        <p:tgtEl>
                                          <p:spTgt spid="55"/>
                                        </p:tgtEl>
                                      </p:cBhvr>
                                    </p:animEffect>
                                  </p:childTnLst>
                                </p:cTn>
                              </p:par>
                            </p:childTnLst>
                          </p:cTn>
                        </p:par>
                        <p:par>
                          <p:cTn id="22" fill="hold">
                            <p:stCondLst>
                              <p:cond delay="500"/>
                            </p:stCondLst>
                            <p:childTnLst>
                              <p:par>
                                <p:cTn id="23" presetID="1" presetClass="entr" presetSubtype="0" fill="hold" grpId="0" nodeType="afterEffect">
                                  <p:stCondLst>
                                    <p:cond delay="0"/>
                                  </p:stCondLst>
                                  <p:iterate type="lt">
                                    <p:tmAbs val="100"/>
                                  </p:iterate>
                                  <p:childTnLst>
                                    <p:set>
                                      <p:cBhvr>
                                        <p:cTn id="24" dur="1" fill="hold">
                                          <p:stCondLst>
                                            <p:cond delay="0"/>
                                          </p:stCondLst>
                                        </p:cTn>
                                        <p:tgtEl>
                                          <p:spTgt spid="56"/>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3" grpId="0" animBg="1"/>
      <p:bldP spid="54" grpId="0"/>
      <p:bldP spid="55" grpId="0" animBg="1"/>
      <p:bldP spid="56" grpId="0"/>
    </p:bldLst>
  </p:timing>
</p:sld>
</file>

<file path=ppt/slides/slide33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4" name="组合 3">
            <a:extLst>
              <a:ext uri="{FF2B5EF4-FFF2-40B4-BE49-F238E27FC236}">
                <a16:creationId xmlns:a16="http://schemas.microsoft.com/office/drawing/2014/main" id="{9A1EA9F2-FCB6-48C3-935F-7AE7E3AD14AC}"/>
              </a:ext>
            </a:extLst>
          </p:cNvPr>
          <p:cNvGrpSpPr/>
          <p:nvPr/>
        </p:nvGrpSpPr>
        <p:grpSpPr>
          <a:xfrm>
            <a:off x="304799" y="749300"/>
            <a:ext cx="6192345" cy="400110"/>
            <a:chOff x="424116" y="898245"/>
            <a:chExt cx="6192345" cy="400110"/>
          </a:xfrm>
        </p:grpSpPr>
        <p:sp>
          <p:nvSpPr>
            <p:cNvPr id="2" name="平行四边形 1">
              <a:extLst>
                <a:ext uri="{FF2B5EF4-FFF2-40B4-BE49-F238E27FC236}">
                  <a16:creationId xmlns:a16="http://schemas.microsoft.com/office/drawing/2014/main" id="{1F5BAA3F-9845-4F89-A2DD-8222D3E4EDAC}"/>
                </a:ext>
              </a:extLst>
            </p:cNvPr>
            <p:cNvSpPr/>
            <p:nvPr/>
          </p:nvSpPr>
          <p:spPr>
            <a:xfrm>
              <a:off x="424116" y="898245"/>
              <a:ext cx="688541" cy="387090"/>
            </a:xfrm>
            <a:prstGeom prst="parallelogram">
              <a:avLst/>
            </a:prstGeom>
            <a:solidFill>
              <a:schemeClr val="accent3">
                <a:lumMod val="75000"/>
              </a:schemeClr>
            </a:solidFill>
            <a:ln>
              <a:solidFill>
                <a:schemeClr val="accent3">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CN" sz="2200" dirty="0">
                  <a:latin typeface="Impact" panose="020B0806030902050204" pitchFamily="34" charset="0"/>
                </a:rPr>
                <a:t>03</a:t>
              </a:r>
              <a:endParaRPr lang="zh-CN" altLang="en-US" sz="2200" dirty="0">
                <a:latin typeface="Impact" panose="020B0806030902050204" pitchFamily="34" charset="0"/>
              </a:endParaRPr>
            </a:p>
          </p:txBody>
        </p:sp>
        <p:sp>
          <p:nvSpPr>
            <p:cNvPr id="3" name="文本框 2">
              <a:extLst>
                <a:ext uri="{FF2B5EF4-FFF2-40B4-BE49-F238E27FC236}">
                  <a16:creationId xmlns:a16="http://schemas.microsoft.com/office/drawing/2014/main" id="{4D6BD736-A4D3-4F26-AFED-36E11F50F70B}"/>
                </a:ext>
              </a:extLst>
            </p:cNvPr>
            <p:cNvSpPr txBox="1"/>
            <p:nvPr/>
          </p:nvSpPr>
          <p:spPr>
            <a:xfrm>
              <a:off x="1052423" y="898245"/>
              <a:ext cx="5564038" cy="400110"/>
            </a:xfrm>
            <a:prstGeom prst="rect">
              <a:avLst/>
            </a:prstGeom>
            <a:noFill/>
          </p:spPr>
          <p:txBody>
            <a:bodyPr wrap="square" rtlCol="0">
              <a:spAutoFit/>
            </a:bodyPr>
            <a:lstStyle/>
            <a:p>
              <a:r>
                <a:rPr lang="zh-CN" altLang="en-US" sz="2000" b="1" dirty="0"/>
                <a:t>共享式以太网的最小帧长和最大帧长</a:t>
              </a:r>
              <a:endParaRPr lang="en-US" altLang="zh-CN" sz="2000" b="1" dirty="0"/>
            </a:p>
          </p:txBody>
        </p:sp>
      </p:grpSp>
      <p:sp>
        <p:nvSpPr>
          <p:cNvPr id="53" name="矩形 52">
            <a:extLst>
              <a:ext uri="{FF2B5EF4-FFF2-40B4-BE49-F238E27FC236}">
                <a16:creationId xmlns:a16="http://schemas.microsoft.com/office/drawing/2014/main" id="{DFDA9846-6066-4FB0-BF14-925D210A9739}"/>
              </a:ext>
            </a:extLst>
          </p:cNvPr>
          <p:cNvSpPr/>
          <p:nvPr/>
        </p:nvSpPr>
        <p:spPr>
          <a:xfrm>
            <a:off x="1056633" y="1335374"/>
            <a:ext cx="256976" cy="256976"/>
          </a:xfrm>
          <a:prstGeom prst="rect">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mc:AlternateContent xmlns:mc="http://schemas.openxmlformats.org/markup-compatibility/2006" xmlns:a14="http://schemas.microsoft.com/office/drawing/2010/main">
        <mc:Choice Requires="a14">
          <p:sp>
            <p:nvSpPr>
              <p:cNvPr id="54" name="íşlïḍè">
                <a:extLst>
                  <a:ext uri="{FF2B5EF4-FFF2-40B4-BE49-F238E27FC236}">
                    <a16:creationId xmlns:a16="http://schemas.microsoft.com/office/drawing/2014/main" id="{E5BE44D9-5C16-411A-85AB-2B2E5312BB9E}"/>
                  </a:ext>
                </a:extLst>
              </p:cNvPr>
              <p:cNvSpPr txBox="1"/>
              <p:nvPr/>
            </p:nvSpPr>
            <p:spPr>
              <a:xfrm>
                <a:off x="1373861" y="1281052"/>
                <a:ext cx="10276516" cy="639197"/>
              </a:xfrm>
              <a:prstGeom prst="rect">
                <a:avLst/>
              </a:prstGeom>
              <a:noFill/>
            </p:spPr>
            <p:txBody>
              <a:bodyPr wrap="square" lIns="91440" tIns="45720" rIns="91440" bIns="45720" anchor="ctr">
                <a:noAutofit/>
              </a:bodyPr>
              <a:lstStyle/>
              <a:p>
                <a:r>
                  <a:rPr lang="zh-CN" altLang="en-US" b="1" dirty="0">
                    <a:latin typeface="Arial Narrow" panose="020B0606020202030204" pitchFamily="34" charset="0"/>
                  </a:rPr>
                  <a:t>为了确保共享总线以太网上的每一个站点在发送完一个完整的帧之前，能够检测出是否产生了碰撞，</a:t>
                </a:r>
                <a:r>
                  <a:rPr lang="zh-CN" altLang="en-US" b="1" dirty="0">
                    <a:solidFill>
                      <a:schemeClr val="accent1">
                        <a:lumMod val="75000"/>
                      </a:schemeClr>
                    </a:solidFill>
                    <a:latin typeface="Arial Narrow" panose="020B0606020202030204" pitchFamily="34" charset="0"/>
                  </a:rPr>
                  <a:t>帧的发送时延就不能少于共享总线以太网端到端的往返时间</a:t>
                </a:r>
                <a:r>
                  <a:rPr lang="zh-CN" altLang="en-US" b="1" dirty="0">
                    <a:latin typeface="Arial Narrow" panose="020B0606020202030204" pitchFamily="34" charset="0"/>
                  </a:rPr>
                  <a:t>，即一个争用期</a:t>
                </a:r>
                <a14:m>
                  <m:oMath xmlns:m="http://schemas.openxmlformats.org/officeDocument/2006/math">
                    <m:r>
                      <a:rPr lang="en-US" altLang="zh-CN" b="1" i="1" dirty="0">
                        <a:latin typeface="Cambria Math" panose="02040503050406030204" pitchFamily="18" charset="0"/>
                      </a:rPr>
                      <m:t>𝟐</m:t>
                    </m:r>
                    <m:r>
                      <a:rPr lang="el-GR" altLang="zh-CN" b="1" i="1" dirty="0">
                        <a:latin typeface="Cambria Math" panose="02040503050406030204" pitchFamily="18" charset="0"/>
                      </a:rPr>
                      <m:t>𝝉</m:t>
                    </m:r>
                    <m:r>
                      <a:rPr lang="el-GR" altLang="zh-CN" b="1" i="1" dirty="0">
                        <a:latin typeface="Cambria Math" panose="02040503050406030204" pitchFamily="18" charset="0"/>
                      </a:rPr>
                      <m:t> </m:t>
                    </m:r>
                  </m:oMath>
                </a14:m>
                <a:r>
                  <a:rPr lang="zh-CN" altLang="en-US" b="1" dirty="0">
                    <a:latin typeface="Arial Narrow" panose="020B0606020202030204" pitchFamily="34" charset="0"/>
                  </a:rPr>
                  <a:t>。</a:t>
                </a:r>
              </a:p>
            </p:txBody>
          </p:sp>
        </mc:Choice>
        <mc:Fallback xmlns="">
          <p:sp>
            <p:nvSpPr>
              <p:cNvPr id="54" name="íşlïḍè">
                <a:extLst>
                  <a:ext uri="{FF2B5EF4-FFF2-40B4-BE49-F238E27FC236}">
                    <a16:creationId xmlns:a16="http://schemas.microsoft.com/office/drawing/2014/main" id="{E5BE44D9-5C16-411A-85AB-2B2E5312BB9E}"/>
                  </a:ext>
                </a:extLst>
              </p:cNvPr>
              <p:cNvSpPr txBox="1">
                <a:spLocks noRot="1" noChangeAspect="1" noMove="1" noResize="1" noEditPoints="1" noAdjustHandles="1" noChangeArrowheads="1" noChangeShapeType="1" noTextEdit="1"/>
              </p:cNvSpPr>
              <p:nvPr/>
            </p:nvSpPr>
            <p:spPr>
              <a:xfrm>
                <a:off x="1373861" y="1281052"/>
                <a:ext cx="10276516" cy="639197"/>
              </a:xfrm>
              <a:prstGeom prst="rect">
                <a:avLst/>
              </a:prstGeom>
              <a:blipFill>
                <a:blip r:embed="rId3"/>
                <a:stretch>
                  <a:fillRect l="-474" t="-4762" r="-356" b="-15238"/>
                </a:stretch>
              </a:blipFill>
            </p:spPr>
            <p:txBody>
              <a:bodyPr/>
              <a:lstStyle/>
              <a:p>
                <a:r>
                  <a:rPr lang="zh-CN" altLang="en-US">
                    <a:noFill/>
                  </a:rPr>
                  <a:t> </a:t>
                </a:r>
              </a:p>
            </p:txBody>
          </p:sp>
        </mc:Fallback>
      </mc:AlternateContent>
      <p:sp>
        <p:nvSpPr>
          <p:cNvPr id="55" name="矩形 54">
            <a:extLst>
              <a:ext uri="{FF2B5EF4-FFF2-40B4-BE49-F238E27FC236}">
                <a16:creationId xmlns:a16="http://schemas.microsoft.com/office/drawing/2014/main" id="{CFCD99EC-FAD3-4759-B044-4AF4A0209090}"/>
              </a:ext>
            </a:extLst>
          </p:cNvPr>
          <p:cNvSpPr/>
          <p:nvPr/>
        </p:nvSpPr>
        <p:spPr>
          <a:xfrm>
            <a:off x="1056633" y="2101478"/>
            <a:ext cx="256976" cy="256976"/>
          </a:xfrm>
          <a:prstGeom prst="rect">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mc:AlternateContent xmlns:mc="http://schemas.openxmlformats.org/markup-compatibility/2006" xmlns:a14="http://schemas.microsoft.com/office/drawing/2010/main">
        <mc:Choice Requires="a14">
          <p:sp>
            <p:nvSpPr>
              <p:cNvPr id="56" name="íşlïḍè">
                <a:extLst>
                  <a:ext uri="{FF2B5EF4-FFF2-40B4-BE49-F238E27FC236}">
                    <a16:creationId xmlns:a16="http://schemas.microsoft.com/office/drawing/2014/main" id="{D42CCFCC-B8DC-439F-8F0F-50D0793B9F5A}"/>
                  </a:ext>
                </a:extLst>
              </p:cNvPr>
              <p:cNvSpPr txBox="1"/>
              <p:nvPr/>
            </p:nvSpPr>
            <p:spPr>
              <a:xfrm>
                <a:off x="1373861" y="2047156"/>
                <a:ext cx="10276516" cy="406779"/>
              </a:xfrm>
              <a:prstGeom prst="rect">
                <a:avLst/>
              </a:prstGeom>
              <a:noFill/>
            </p:spPr>
            <p:txBody>
              <a:bodyPr wrap="square" lIns="91440" tIns="45720" rIns="91440" bIns="45720" anchor="ctr">
                <a:noAutofit/>
              </a:bodyPr>
              <a:lstStyle/>
              <a:p>
                <a:r>
                  <a:rPr lang="zh-CN" altLang="en-US" b="1" dirty="0">
                    <a:latin typeface="Arial Narrow" panose="020B0606020202030204" pitchFamily="34" charset="0"/>
                  </a:rPr>
                  <a:t>对于</a:t>
                </a:r>
                <a14:m>
                  <m:oMath xmlns:m="http://schemas.openxmlformats.org/officeDocument/2006/math">
                    <m:r>
                      <a:rPr lang="en-US" altLang="zh-CN" b="1" i="1" dirty="0" smtClean="0">
                        <a:latin typeface="Cambria Math" panose="02040503050406030204" pitchFamily="18" charset="0"/>
                      </a:rPr>
                      <m:t>𝟏𝟎</m:t>
                    </m:r>
                    <m:r>
                      <a:rPr lang="en-US" altLang="zh-CN" b="1" i="1" dirty="0" smtClean="0">
                        <a:latin typeface="Cambria Math" panose="02040503050406030204" pitchFamily="18" charset="0"/>
                      </a:rPr>
                      <m:t>𝑴𝒃</m:t>
                    </m:r>
                    <m:r>
                      <a:rPr lang="en-US" altLang="zh-CN" b="1" i="1" dirty="0" smtClean="0">
                        <a:latin typeface="Cambria Math" panose="02040503050406030204" pitchFamily="18" charset="0"/>
                      </a:rPr>
                      <m:t>/</m:t>
                    </m:r>
                    <m:r>
                      <a:rPr lang="en-US" altLang="zh-CN" b="1" i="1" dirty="0" smtClean="0">
                        <a:latin typeface="Cambria Math" panose="02040503050406030204" pitchFamily="18" charset="0"/>
                      </a:rPr>
                      <m:t>𝒔</m:t>
                    </m:r>
                  </m:oMath>
                </a14:m>
                <a:r>
                  <a:rPr lang="zh-CN" altLang="en-US" b="1" dirty="0">
                    <a:latin typeface="Arial Narrow" panose="020B0606020202030204" pitchFamily="34" charset="0"/>
                  </a:rPr>
                  <a:t>的共享总线以太网，其争用期</a:t>
                </a:r>
                <a14:m>
                  <m:oMath xmlns:m="http://schemas.openxmlformats.org/officeDocument/2006/math">
                    <m:r>
                      <a:rPr lang="en-US" altLang="zh-CN" b="1" i="1" dirty="0">
                        <a:latin typeface="Cambria Math" panose="02040503050406030204" pitchFamily="18" charset="0"/>
                      </a:rPr>
                      <m:t>𝟐</m:t>
                    </m:r>
                    <m:r>
                      <a:rPr lang="el-GR" altLang="zh-CN" b="1" i="1" dirty="0">
                        <a:latin typeface="Cambria Math" panose="02040503050406030204" pitchFamily="18" charset="0"/>
                      </a:rPr>
                      <m:t>𝝉</m:t>
                    </m:r>
                    <m:r>
                      <a:rPr lang="el-GR" altLang="zh-CN" b="1" i="1" dirty="0">
                        <a:latin typeface="Cambria Math" panose="02040503050406030204" pitchFamily="18" charset="0"/>
                      </a:rPr>
                      <m:t> </m:t>
                    </m:r>
                  </m:oMath>
                </a14:m>
                <a:r>
                  <a:rPr lang="zh-CN" altLang="en-US" b="1" dirty="0">
                    <a:latin typeface="Arial Narrow" panose="020B0606020202030204" pitchFamily="34" charset="0"/>
                  </a:rPr>
                  <a:t>的值规定为</a:t>
                </a:r>
                <a14:m>
                  <m:oMath xmlns:m="http://schemas.openxmlformats.org/officeDocument/2006/math">
                    <m:r>
                      <a:rPr lang="en-US" altLang="zh-CN" b="1" i="1" dirty="0" smtClean="0">
                        <a:latin typeface="Cambria Math" panose="02040503050406030204" pitchFamily="18" charset="0"/>
                      </a:rPr>
                      <m:t>𝟓𝟏</m:t>
                    </m:r>
                    <m:r>
                      <a:rPr lang="en-US" altLang="zh-CN" b="1" i="1" dirty="0" smtClean="0">
                        <a:latin typeface="Cambria Math" panose="02040503050406030204" pitchFamily="18" charset="0"/>
                      </a:rPr>
                      <m:t>.</m:t>
                    </m:r>
                    <m:r>
                      <a:rPr lang="en-US" altLang="zh-CN" b="1" i="1" dirty="0" smtClean="0">
                        <a:latin typeface="Cambria Math" panose="02040503050406030204" pitchFamily="18" charset="0"/>
                      </a:rPr>
                      <m:t>𝟐</m:t>
                    </m:r>
                    <m:r>
                      <a:rPr lang="zh-CN" altLang="en-US" b="1" i="1" dirty="0" smtClean="0">
                        <a:latin typeface="Cambria Math" panose="02040503050406030204" pitchFamily="18" charset="0"/>
                      </a:rPr>
                      <m:t>𝝁</m:t>
                    </m:r>
                    <m:r>
                      <m:rPr>
                        <m:sty m:val="p"/>
                      </m:rPr>
                      <a:rPr lang="en-US" altLang="zh-CN" b="1" i="1" dirty="0">
                        <a:latin typeface="Cambria Math" panose="02040503050406030204" pitchFamily="18" charset="0"/>
                      </a:rPr>
                      <m:t>s</m:t>
                    </m:r>
                  </m:oMath>
                </a14:m>
                <a:r>
                  <a:rPr lang="zh-CN" altLang="en-US" b="1" dirty="0">
                    <a:latin typeface="Arial Narrow" panose="020B0606020202030204" pitchFamily="34" charset="0"/>
                  </a:rPr>
                  <a:t>，因此其</a:t>
                </a:r>
                <a:r>
                  <a:rPr lang="zh-CN" altLang="en-US" b="1" dirty="0">
                    <a:solidFill>
                      <a:schemeClr val="accent1">
                        <a:lumMod val="75000"/>
                      </a:schemeClr>
                    </a:solidFill>
                    <a:latin typeface="Arial Narrow" panose="020B0606020202030204" pitchFamily="34" charset="0"/>
                  </a:rPr>
                  <a:t>最小帧长为</a:t>
                </a:r>
                <a14:m>
                  <m:oMath xmlns:m="http://schemas.openxmlformats.org/officeDocument/2006/math">
                    <m:r>
                      <a:rPr lang="en-US" altLang="zh-CN" b="1" i="1" dirty="0" smtClean="0">
                        <a:solidFill>
                          <a:schemeClr val="accent1">
                            <a:lumMod val="75000"/>
                          </a:schemeClr>
                        </a:solidFill>
                        <a:latin typeface="Cambria Math" panose="02040503050406030204" pitchFamily="18" charset="0"/>
                      </a:rPr>
                      <m:t>𝟓𝟏𝟐</m:t>
                    </m:r>
                    <m:r>
                      <a:rPr lang="en-US" altLang="zh-CN" b="1" i="1" dirty="0" smtClean="0">
                        <a:solidFill>
                          <a:schemeClr val="accent1">
                            <a:lumMod val="75000"/>
                          </a:schemeClr>
                        </a:solidFill>
                        <a:latin typeface="Cambria Math" panose="02040503050406030204" pitchFamily="18" charset="0"/>
                      </a:rPr>
                      <m:t>𝒃</m:t>
                    </m:r>
                  </m:oMath>
                </a14:m>
                <a:r>
                  <a:rPr lang="zh-CN" altLang="en-US" b="1" dirty="0">
                    <a:solidFill>
                      <a:schemeClr val="accent1">
                        <a:lumMod val="75000"/>
                      </a:schemeClr>
                    </a:solidFill>
                    <a:latin typeface="Arial Narrow" panose="020B0606020202030204" pitchFamily="34" charset="0"/>
                  </a:rPr>
                  <a:t>，即</a:t>
                </a:r>
                <a14:m>
                  <m:oMath xmlns:m="http://schemas.openxmlformats.org/officeDocument/2006/math">
                    <m:r>
                      <a:rPr lang="en-US" altLang="zh-CN" b="1" i="1" dirty="0" smtClean="0">
                        <a:solidFill>
                          <a:schemeClr val="accent1">
                            <a:lumMod val="75000"/>
                          </a:schemeClr>
                        </a:solidFill>
                        <a:latin typeface="Cambria Math" panose="02040503050406030204" pitchFamily="18" charset="0"/>
                      </a:rPr>
                      <m:t>𝟔𝟒</m:t>
                    </m:r>
                    <m:r>
                      <a:rPr lang="en-US" altLang="zh-CN" b="1" i="1" dirty="0" smtClean="0">
                        <a:solidFill>
                          <a:schemeClr val="accent1">
                            <a:lumMod val="75000"/>
                          </a:schemeClr>
                        </a:solidFill>
                        <a:latin typeface="Cambria Math" panose="02040503050406030204" pitchFamily="18" charset="0"/>
                      </a:rPr>
                      <m:t>𝑩</m:t>
                    </m:r>
                  </m:oMath>
                </a14:m>
                <a:r>
                  <a:rPr lang="zh-CN" altLang="en-US" b="1" dirty="0">
                    <a:latin typeface="Arial Narrow" panose="020B0606020202030204" pitchFamily="34" charset="0"/>
                  </a:rPr>
                  <a:t>。</a:t>
                </a:r>
              </a:p>
            </p:txBody>
          </p:sp>
        </mc:Choice>
        <mc:Fallback xmlns="">
          <p:sp>
            <p:nvSpPr>
              <p:cNvPr id="56" name="íşlïḍè">
                <a:extLst>
                  <a:ext uri="{FF2B5EF4-FFF2-40B4-BE49-F238E27FC236}">
                    <a16:creationId xmlns:a16="http://schemas.microsoft.com/office/drawing/2014/main" id="{D42CCFCC-B8DC-439F-8F0F-50D0793B9F5A}"/>
                  </a:ext>
                </a:extLst>
              </p:cNvPr>
              <p:cNvSpPr txBox="1">
                <a:spLocks noRot="1" noChangeAspect="1" noMove="1" noResize="1" noEditPoints="1" noAdjustHandles="1" noChangeArrowheads="1" noChangeShapeType="1" noTextEdit="1"/>
              </p:cNvSpPr>
              <p:nvPr/>
            </p:nvSpPr>
            <p:spPr>
              <a:xfrm>
                <a:off x="1373861" y="2047156"/>
                <a:ext cx="10276516" cy="406779"/>
              </a:xfrm>
              <a:prstGeom prst="rect">
                <a:avLst/>
              </a:prstGeom>
              <a:blipFill>
                <a:blip r:embed="rId4"/>
                <a:stretch>
                  <a:fillRect l="-474" t="-2985" r="-2788" b="-17910"/>
                </a:stretch>
              </a:blipFill>
            </p:spPr>
            <p:txBody>
              <a:bodyPr/>
              <a:lstStyle/>
              <a:p>
                <a:r>
                  <a:rPr lang="zh-CN" altLang="en-US">
                    <a:noFill/>
                  </a:rPr>
                  <a:t> </a:t>
                </a:r>
              </a:p>
            </p:txBody>
          </p:sp>
        </mc:Fallback>
      </mc:AlternateContent>
      <mc:AlternateContent xmlns:mc="http://schemas.openxmlformats.org/markup-compatibility/2006" xmlns:a14="http://schemas.microsoft.com/office/drawing/2010/main">
        <mc:Choice Requires="a14">
          <p:sp>
            <p:nvSpPr>
              <p:cNvPr id="57" name="íşlïḍè">
                <a:extLst>
                  <a:ext uri="{FF2B5EF4-FFF2-40B4-BE49-F238E27FC236}">
                    <a16:creationId xmlns:a16="http://schemas.microsoft.com/office/drawing/2014/main" id="{239C4401-4133-4A42-99AD-4685B08749A0}"/>
                  </a:ext>
                </a:extLst>
              </p:cNvPr>
              <p:cNvSpPr txBox="1"/>
              <p:nvPr/>
            </p:nvSpPr>
            <p:spPr>
              <a:xfrm>
                <a:off x="3937764" y="2600576"/>
                <a:ext cx="4329627" cy="467167"/>
              </a:xfrm>
              <a:prstGeom prst="rect">
                <a:avLst/>
              </a:prstGeom>
              <a:noFill/>
            </p:spPr>
            <p:txBody>
              <a:bodyPr wrap="square" lIns="91440" tIns="45720" rIns="91440" bIns="45720" anchor="ctr">
                <a:noAutofit/>
              </a:bodyPr>
              <a:lstStyle/>
              <a:p>
                <a:pPr/>
                <a14:m>
                  <m:oMathPara xmlns:m="http://schemas.openxmlformats.org/officeDocument/2006/math">
                    <m:oMathParaPr>
                      <m:jc m:val="centerGroup"/>
                    </m:oMathParaPr>
                    <m:oMath xmlns:m="http://schemas.openxmlformats.org/officeDocument/2006/math">
                      <m:r>
                        <a:rPr lang="en-US" altLang="zh-CN" b="1" i="1" dirty="0" smtClean="0">
                          <a:latin typeface="Cambria Math" panose="02040503050406030204" pitchFamily="18" charset="0"/>
                        </a:rPr>
                        <m:t>𝟏𝟎</m:t>
                      </m:r>
                      <m:r>
                        <a:rPr lang="en-US" altLang="zh-CN" b="1" i="1" dirty="0" smtClean="0">
                          <a:latin typeface="Cambria Math" panose="02040503050406030204" pitchFamily="18" charset="0"/>
                        </a:rPr>
                        <m:t>𝑴𝒃</m:t>
                      </m:r>
                      <m:r>
                        <a:rPr lang="en-US" altLang="zh-CN" b="1" i="1" dirty="0" smtClean="0">
                          <a:latin typeface="Cambria Math" panose="02040503050406030204" pitchFamily="18" charset="0"/>
                        </a:rPr>
                        <m:t>/</m:t>
                      </m:r>
                      <m:r>
                        <a:rPr lang="en-US" altLang="zh-CN" b="1" i="1" dirty="0" smtClean="0">
                          <a:latin typeface="Cambria Math" panose="02040503050406030204" pitchFamily="18" charset="0"/>
                        </a:rPr>
                        <m:t>𝒔</m:t>
                      </m:r>
                      <m:r>
                        <a:rPr lang="en-US" altLang="zh-CN" b="1" i="1" dirty="0" smtClean="0">
                          <a:latin typeface="Cambria Math" panose="02040503050406030204" pitchFamily="18" charset="0"/>
                          <a:ea typeface="Cambria Math" panose="02040503050406030204" pitchFamily="18" charset="0"/>
                        </a:rPr>
                        <m:t>×</m:t>
                      </m:r>
                      <m:r>
                        <a:rPr lang="en-US" altLang="zh-CN" b="1" i="1" dirty="0" smtClean="0">
                          <a:latin typeface="Cambria Math" panose="02040503050406030204" pitchFamily="18" charset="0"/>
                        </a:rPr>
                        <m:t>𝟓𝟏</m:t>
                      </m:r>
                      <m:r>
                        <a:rPr lang="en-US" altLang="zh-CN" b="1" i="1" dirty="0" smtClean="0">
                          <a:latin typeface="Cambria Math" panose="02040503050406030204" pitchFamily="18" charset="0"/>
                        </a:rPr>
                        <m:t>.</m:t>
                      </m:r>
                      <m:r>
                        <a:rPr lang="en-US" altLang="zh-CN" b="1" i="1" dirty="0" smtClean="0">
                          <a:latin typeface="Cambria Math" panose="02040503050406030204" pitchFamily="18" charset="0"/>
                        </a:rPr>
                        <m:t>𝟐</m:t>
                      </m:r>
                      <m:r>
                        <a:rPr lang="zh-CN" altLang="en-US" b="1" i="1" dirty="0" smtClean="0">
                          <a:latin typeface="Cambria Math" panose="02040503050406030204" pitchFamily="18" charset="0"/>
                        </a:rPr>
                        <m:t>𝝁</m:t>
                      </m:r>
                      <m:r>
                        <m:rPr>
                          <m:sty m:val="p"/>
                        </m:rPr>
                        <a:rPr lang="en-US" altLang="zh-CN" b="1" i="1" dirty="0">
                          <a:latin typeface="Cambria Math" panose="02040503050406030204" pitchFamily="18" charset="0"/>
                        </a:rPr>
                        <m:t>s</m:t>
                      </m:r>
                      <m:r>
                        <a:rPr lang="en-US" altLang="zh-CN" b="1" i="1" dirty="0" smtClean="0">
                          <a:latin typeface="Cambria Math" panose="02040503050406030204" pitchFamily="18" charset="0"/>
                        </a:rPr>
                        <m:t>=</m:t>
                      </m:r>
                      <m:r>
                        <a:rPr lang="en-US" altLang="zh-CN" b="1" i="1" dirty="0" smtClean="0">
                          <a:latin typeface="Cambria Math" panose="02040503050406030204" pitchFamily="18" charset="0"/>
                        </a:rPr>
                        <m:t>𝟓𝟏𝟐</m:t>
                      </m:r>
                      <m:r>
                        <a:rPr lang="en-US" altLang="zh-CN" b="1" i="1" dirty="0" smtClean="0">
                          <a:latin typeface="Cambria Math" panose="02040503050406030204" pitchFamily="18" charset="0"/>
                        </a:rPr>
                        <m:t>𝒃</m:t>
                      </m:r>
                      <m:r>
                        <a:rPr lang="en-US" altLang="zh-CN" b="1" i="1" dirty="0" smtClean="0">
                          <a:latin typeface="Cambria Math" panose="02040503050406030204" pitchFamily="18" charset="0"/>
                        </a:rPr>
                        <m:t>=</m:t>
                      </m:r>
                      <m:r>
                        <a:rPr lang="en-US" altLang="zh-CN" b="1" i="1" dirty="0" smtClean="0">
                          <a:latin typeface="Cambria Math" panose="02040503050406030204" pitchFamily="18" charset="0"/>
                        </a:rPr>
                        <m:t>𝟔𝟒</m:t>
                      </m:r>
                      <m:r>
                        <a:rPr lang="en-US" altLang="zh-CN" b="1" i="1" dirty="0" smtClean="0">
                          <a:latin typeface="Cambria Math" panose="02040503050406030204" pitchFamily="18" charset="0"/>
                        </a:rPr>
                        <m:t>𝑩</m:t>
                      </m:r>
                    </m:oMath>
                  </m:oMathPara>
                </a14:m>
                <a:endParaRPr lang="zh-CN" altLang="en-US" b="1" dirty="0">
                  <a:latin typeface="Arial Narrow" panose="020B0606020202030204" pitchFamily="34" charset="0"/>
                </a:endParaRPr>
              </a:p>
            </p:txBody>
          </p:sp>
        </mc:Choice>
        <mc:Fallback xmlns="">
          <p:sp>
            <p:nvSpPr>
              <p:cNvPr id="57" name="íşlïḍè">
                <a:extLst>
                  <a:ext uri="{FF2B5EF4-FFF2-40B4-BE49-F238E27FC236}">
                    <a16:creationId xmlns:a16="http://schemas.microsoft.com/office/drawing/2014/main" id="{239C4401-4133-4A42-99AD-4685B08749A0}"/>
                  </a:ext>
                </a:extLst>
              </p:cNvPr>
              <p:cNvSpPr txBox="1">
                <a:spLocks noRot="1" noChangeAspect="1" noMove="1" noResize="1" noEditPoints="1" noAdjustHandles="1" noChangeArrowheads="1" noChangeShapeType="1" noTextEdit="1"/>
              </p:cNvSpPr>
              <p:nvPr/>
            </p:nvSpPr>
            <p:spPr>
              <a:xfrm>
                <a:off x="3937764" y="2600576"/>
                <a:ext cx="4329627" cy="467167"/>
              </a:xfrm>
              <a:prstGeom prst="rect">
                <a:avLst/>
              </a:prstGeom>
              <a:blipFill>
                <a:blip r:embed="rId5"/>
                <a:stretch>
                  <a:fillRect b="-2632"/>
                </a:stretch>
              </a:blipFill>
            </p:spPr>
            <p:txBody>
              <a:bodyPr/>
              <a:lstStyle/>
              <a:p>
                <a:r>
                  <a:rPr lang="zh-CN" altLang="en-US">
                    <a:noFill/>
                  </a:rPr>
                  <a:t> </a:t>
                </a:r>
              </a:p>
            </p:txBody>
          </p:sp>
        </mc:Fallback>
      </mc:AlternateContent>
      <p:sp>
        <p:nvSpPr>
          <p:cNvPr id="48" name="矩形 47">
            <a:extLst>
              <a:ext uri="{FF2B5EF4-FFF2-40B4-BE49-F238E27FC236}">
                <a16:creationId xmlns:a16="http://schemas.microsoft.com/office/drawing/2014/main" id="{803A93B2-F06F-4443-9C76-796928E553EF}"/>
              </a:ext>
            </a:extLst>
          </p:cNvPr>
          <p:cNvSpPr/>
          <p:nvPr/>
        </p:nvSpPr>
        <p:spPr>
          <a:xfrm>
            <a:off x="1452434" y="3279932"/>
            <a:ext cx="256976" cy="256976"/>
          </a:xfrm>
          <a:prstGeom prst="rect">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mc:AlternateContent xmlns:mc="http://schemas.openxmlformats.org/markup-compatibility/2006" xmlns:a14="http://schemas.microsoft.com/office/drawing/2010/main">
        <mc:Choice Requires="a14">
          <p:sp>
            <p:nvSpPr>
              <p:cNvPr id="58" name="íşlïḍè">
                <a:extLst>
                  <a:ext uri="{FF2B5EF4-FFF2-40B4-BE49-F238E27FC236}">
                    <a16:creationId xmlns:a16="http://schemas.microsoft.com/office/drawing/2014/main" id="{852D5DD4-0660-49E7-A1B9-0F0AFA5AB572}"/>
                  </a:ext>
                </a:extLst>
              </p:cNvPr>
              <p:cNvSpPr txBox="1"/>
              <p:nvPr/>
            </p:nvSpPr>
            <p:spPr>
              <a:xfrm>
                <a:off x="1769662" y="3225610"/>
                <a:ext cx="10117538" cy="639197"/>
              </a:xfrm>
              <a:prstGeom prst="rect">
                <a:avLst/>
              </a:prstGeom>
              <a:noFill/>
            </p:spPr>
            <p:txBody>
              <a:bodyPr wrap="square" lIns="91440" tIns="45720" rIns="91440" bIns="45720" anchor="ctr">
                <a:noAutofit/>
              </a:bodyPr>
              <a:lstStyle/>
              <a:p>
                <a:r>
                  <a:rPr lang="zh-CN" altLang="en-US" b="1" dirty="0">
                    <a:latin typeface="Arial Narrow" panose="020B0606020202030204" pitchFamily="34" charset="0"/>
                  </a:rPr>
                  <a:t>当某个站点在发送帧时，如果帧的前</a:t>
                </a:r>
                <a14:m>
                  <m:oMath xmlns:m="http://schemas.openxmlformats.org/officeDocument/2006/math">
                    <m:r>
                      <a:rPr lang="en-US" altLang="zh-CN" b="1" i="1" dirty="0" smtClean="0">
                        <a:latin typeface="Cambria Math" panose="02040503050406030204" pitchFamily="18" charset="0"/>
                      </a:rPr>
                      <m:t>𝟔𝟒</m:t>
                    </m:r>
                    <m:r>
                      <a:rPr lang="en-US" altLang="zh-CN" b="1" i="1" dirty="0" smtClean="0">
                        <a:latin typeface="Cambria Math" panose="02040503050406030204" pitchFamily="18" charset="0"/>
                      </a:rPr>
                      <m:t>𝑩</m:t>
                    </m:r>
                  </m:oMath>
                </a14:m>
                <a:r>
                  <a:rPr lang="zh-CN" altLang="en-US" b="1" dirty="0">
                    <a:latin typeface="Arial Narrow" panose="020B0606020202030204" pitchFamily="34" charset="0"/>
                  </a:rPr>
                  <a:t>没有遭遇碰撞，那么帧的后续部分也就不会遭遇碰撞。也就是说，如果遭遇碰撞，就一定是在帧的前</a:t>
                </a:r>
                <a14:m>
                  <m:oMath xmlns:m="http://schemas.openxmlformats.org/officeDocument/2006/math">
                    <m:r>
                      <a:rPr lang="en-US" altLang="zh-CN" b="1" i="1" dirty="0" smtClean="0">
                        <a:latin typeface="Cambria Math" panose="02040503050406030204" pitchFamily="18" charset="0"/>
                      </a:rPr>
                      <m:t>𝟔𝟒</m:t>
                    </m:r>
                    <m:r>
                      <a:rPr lang="en-US" altLang="zh-CN" b="1" i="1" dirty="0" smtClean="0">
                        <a:latin typeface="Cambria Math" panose="02040503050406030204" pitchFamily="18" charset="0"/>
                      </a:rPr>
                      <m:t>𝑩</m:t>
                    </m:r>
                  </m:oMath>
                </a14:m>
                <a:r>
                  <a:rPr lang="zh-CN" altLang="en-US" b="1" dirty="0">
                    <a:latin typeface="Arial Narrow" panose="020B0606020202030204" pitchFamily="34" charset="0"/>
                  </a:rPr>
                  <a:t>之内。</a:t>
                </a:r>
              </a:p>
            </p:txBody>
          </p:sp>
        </mc:Choice>
        <mc:Fallback xmlns="">
          <p:sp>
            <p:nvSpPr>
              <p:cNvPr id="58" name="íşlïḍè">
                <a:extLst>
                  <a:ext uri="{FF2B5EF4-FFF2-40B4-BE49-F238E27FC236}">
                    <a16:creationId xmlns:a16="http://schemas.microsoft.com/office/drawing/2014/main" id="{852D5DD4-0660-49E7-A1B9-0F0AFA5AB572}"/>
                  </a:ext>
                </a:extLst>
              </p:cNvPr>
              <p:cNvSpPr txBox="1">
                <a:spLocks noRot="1" noChangeAspect="1" noMove="1" noResize="1" noEditPoints="1" noAdjustHandles="1" noChangeArrowheads="1" noChangeShapeType="1" noTextEdit="1"/>
              </p:cNvSpPr>
              <p:nvPr/>
            </p:nvSpPr>
            <p:spPr>
              <a:xfrm>
                <a:off x="1769662" y="3225610"/>
                <a:ext cx="10117538" cy="639197"/>
              </a:xfrm>
              <a:prstGeom prst="rect">
                <a:avLst/>
              </a:prstGeom>
              <a:blipFill>
                <a:blip r:embed="rId6"/>
                <a:stretch>
                  <a:fillRect l="-482" t="-4762" b="-15238"/>
                </a:stretch>
              </a:blipFill>
            </p:spPr>
            <p:txBody>
              <a:bodyPr/>
              <a:lstStyle/>
              <a:p>
                <a:r>
                  <a:rPr lang="zh-CN" altLang="en-US">
                    <a:noFill/>
                  </a:rPr>
                  <a:t> </a:t>
                </a:r>
              </a:p>
            </p:txBody>
          </p:sp>
        </mc:Fallback>
      </mc:AlternateContent>
      <p:sp>
        <p:nvSpPr>
          <p:cNvPr id="59" name="矩形 58">
            <a:extLst>
              <a:ext uri="{FF2B5EF4-FFF2-40B4-BE49-F238E27FC236}">
                <a16:creationId xmlns:a16="http://schemas.microsoft.com/office/drawing/2014/main" id="{B62FB010-3041-49EA-9EC7-9D7C3D9FFE75}"/>
              </a:ext>
            </a:extLst>
          </p:cNvPr>
          <p:cNvSpPr/>
          <p:nvPr/>
        </p:nvSpPr>
        <p:spPr>
          <a:xfrm>
            <a:off x="1452434" y="4064253"/>
            <a:ext cx="256976" cy="256976"/>
          </a:xfrm>
          <a:prstGeom prst="rect">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mc:AlternateContent xmlns:mc="http://schemas.openxmlformats.org/markup-compatibility/2006" xmlns:a14="http://schemas.microsoft.com/office/drawing/2010/main">
        <mc:Choice Requires="a14">
          <p:sp>
            <p:nvSpPr>
              <p:cNvPr id="60" name="íşlïḍè">
                <a:extLst>
                  <a:ext uri="{FF2B5EF4-FFF2-40B4-BE49-F238E27FC236}">
                    <a16:creationId xmlns:a16="http://schemas.microsoft.com/office/drawing/2014/main" id="{5EF95C3F-756E-4779-944B-15700115F637}"/>
                  </a:ext>
                </a:extLst>
              </p:cNvPr>
              <p:cNvSpPr txBox="1"/>
              <p:nvPr/>
            </p:nvSpPr>
            <p:spPr>
              <a:xfrm>
                <a:off x="1769662" y="4009931"/>
                <a:ext cx="10117538" cy="930460"/>
              </a:xfrm>
              <a:prstGeom prst="rect">
                <a:avLst/>
              </a:prstGeom>
              <a:noFill/>
            </p:spPr>
            <p:txBody>
              <a:bodyPr wrap="square" lIns="91440" tIns="45720" rIns="91440" bIns="45720" anchor="ctr">
                <a:noAutofit/>
              </a:bodyPr>
              <a:lstStyle/>
              <a:p>
                <a:r>
                  <a:rPr lang="zh-CN" altLang="en-US" b="1" dirty="0">
                    <a:latin typeface="Arial Narrow" panose="020B0606020202030204" pitchFamily="34" charset="0"/>
                  </a:rPr>
                  <a:t>由于发送帧的站点边发送帧边检测碰撞，一旦检测到碰撞就立即中止帧的发送，此时已发送的数据量一定小于</a:t>
                </a:r>
                <a14:m>
                  <m:oMath xmlns:m="http://schemas.openxmlformats.org/officeDocument/2006/math">
                    <m:r>
                      <a:rPr lang="en-US" altLang="zh-CN" b="1" i="1" dirty="0" smtClean="0">
                        <a:latin typeface="Cambria Math" panose="02040503050406030204" pitchFamily="18" charset="0"/>
                      </a:rPr>
                      <m:t>𝟔𝟒</m:t>
                    </m:r>
                    <m:r>
                      <a:rPr lang="en-US" altLang="zh-CN" b="1" i="1" dirty="0">
                        <a:latin typeface="Cambria Math" panose="02040503050406030204" pitchFamily="18" charset="0"/>
                      </a:rPr>
                      <m:t>𝑩</m:t>
                    </m:r>
                  </m:oMath>
                </a14:m>
                <a:r>
                  <a:rPr lang="zh-CN" altLang="en-US" b="1" dirty="0">
                    <a:latin typeface="Arial Narrow" panose="020B0606020202030204" pitchFamily="34" charset="0"/>
                  </a:rPr>
                  <a:t>。因此，接收站点收到</a:t>
                </a:r>
                <a:r>
                  <a:rPr lang="zh-CN" altLang="en-US" b="1" dirty="0">
                    <a:solidFill>
                      <a:schemeClr val="accent1">
                        <a:lumMod val="75000"/>
                      </a:schemeClr>
                    </a:solidFill>
                    <a:latin typeface="Arial Narrow" panose="020B0606020202030204" pitchFamily="34" charset="0"/>
                  </a:rPr>
                  <a:t>长度小于</a:t>
                </a:r>
                <a14:m>
                  <m:oMath xmlns:m="http://schemas.openxmlformats.org/officeDocument/2006/math">
                    <m:r>
                      <a:rPr lang="en-US" altLang="zh-CN" b="1" i="1" dirty="0" smtClean="0">
                        <a:solidFill>
                          <a:schemeClr val="accent1">
                            <a:lumMod val="75000"/>
                          </a:schemeClr>
                        </a:solidFill>
                        <a:latin typeface="Cambria Math" panose="02040503050406030204" pitchFamily="18" charset="0"/>
                      </a:rPr>
                      <m:t>𝟔𝟒</m:t>
                    </m:r>
                    <m:r>
                      <a:rPr lang="en-US" altLang="zh-CN" b="1" i="1" dirty="0" smtClean="0">
                        <a:solidFill>
                          <a:schemeClr val="accent1">
                            <a:lumMod val="75000"/>
                          </a:schemeClr>
                        </a:solidFill>
                        <a:latin typeface="Cambria Math" panose="02040503050406030204" pitchFamily="18" charset="0"/>
                      </a:rPr>
                      <m:t>𝑩</m:t>
                    </m:r>
                  </m:oMath>
                </a14:m>
                <a:r>
                  <a:rPr lang="zh-CN" altLang="en-US" b="1" dirty="0">
                    <a:solidFill>
                      <a:schemeClr val="accent1">
                        <a:lumMod val="75000"/>
                      </a:schemeClr>
                    </a:solidFill>
                    <a:latin typeface="Arial Narrow" panose="020B0606020202030204" pitchFamily="34" charset="0"/>
                  </a:rPr>
                  <a:t>的帧</a:t>
                </a:r>
                <a:r>
                  <a:rPr lang="zh-CN" altLang="en-US" b="1" dirty="0">
                    <a:latin typeface="Arial Narrow" panose="020B0606020202030204" pitchFamily="34" charset="0"/>
                  </a:rPr>
                  <a:t>，就可判定这是一个</a:t>
                </a:r>
                <a:r>
                  <a:rPr lang="zh-CN" altLang="en-US" b="1" dirty="0">
                    <a:solidFill>
                      <a:schemeClr val="accent1">
                        <a:lumMod val="75000"/>
                      </a:schemeClr>
                    </a:solidFill>
                    <a:latin typeface="Arial Narrow" panose="020B0606020202030204" pitchFamily="34" charset="0"/>
                  </a:rPr>
                  <a:t>遭遇了碰撞而异常中止的无效帧</a:t>
                </a:r>
                <a:r>
                  <a:rPr lang="zh-CN" altLang="en-US" b="1" dirty="0">
                    <a:latin typeface="Arial Narrow" panose="020B0606020202030204" pitchFamily="34" charset="0"/>
                  </a:rPr>
                  <a:t>，将其丢弃即可。</a:t>
                </a:r>
              </a:p>
            </p:txBody>
          </p:sp>
        </mc:Choice>
        <mc:Fallback xmlns="">
          <p:sp>
            <p:nvSpPr>
              <p:cNvPr id="60" name="íşlïḍè">
                <a:extLst>
                  <a:ext uri="{FF2B5EF4-FFF2-40B4-BE49-F238E27FC236}">
                    <a16:creationId xmlns:a16="http://schemas.microsoft.com/office/drawing/2014/main" id="{5EF95C3F-756E-4779-944B-15700115F637}"/>
                  </a:ext>
                </a:extLst>
              </p:cNvPr>
              <p:cNvSpPr txBox="1">
                <a:spLocks noRot="1" noChangeAspect="1" noMove="1" noResize="1" noEditPoints="1" noAdjustHandles="1" noChangeArrowheads="1" noChangeShapeType="1" noTextEdit="1"/>
              </p:cNvSpPr>
              <p:nvPr/>
            </p:nvSpPr>
            <p:spPr>
              <a:xfrm>
                <a:off x="1769662" y="4009931"/>
                <a:ext cx="10117538" cy="930460"/>
              </a:xfrm>
              <a:prstGeom prst="rect">
                <a:avLst/>
              </a:prstGeom>
              <a:blipFill>
                <a:blip r:embed="rId7"/>
                <a:stretch>
                  <a:fillRect l="-482" t="-2632" b="-9868"/>
                </a:stretch>
              </a:blipFill>
            </p:spPr>
            <p:txBody>
              <a:bodyPr/>
              <a:lstStyle/>
              <a:p>
                <a:r>
                  <a:rPr lang="zh-CN" altLang="en-US">
                    <a:noFill/>
                  </a:rPr>
                  <a:t> </a:t>
                </a:r>
              </a:p>
            </p:txBody>
          </p:sp>
        </mc:Fallback>
      </mc:AlternateContent>
    </p:spTree>
    <p:custDataLst>
      <p:tags r:id="rId1"/>
    </p:custDataLst>
    <p:extLst>
      <p:ext uri="{BB962C8B-B14F-4D97-AF65-F5344CB8AC3E}">
        <p14:creationId xmlns:p14="http://schemas.microsoft.com/office/powerpoint/2010/main" val="3472707995"/>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47" presetClass="entr" presetSubtype="0" fill="hold" grpId="0" nodeType="withEffect">
                                  <p:stCondLst>
                                    <p:cond delay="0"/>
                                  </p:stCondLst>
                                  <p:childTnLst>
                                    <p:set>
                                      <p:cBhvr>
                                        <p:cTn id="6" dur="1" fill="hold">
                                          <p:stCondLst>
                                            <p:cond delay="0"/>
                                          </p:stCondLst>
                                        </p:cTn>
                                        <p:tgtEl>
                                          <p:spTgt spid="57"/>
                                        </p:tgtEl>
                                        <p:attrNameLst>
                                          <p:attrName>style.visibility</p:attrName>
                                        </p:attrNameLst>
                                      </p:cBhvr>
                                      <p:to>
                                        <p:strVal val="visible"/>
                                      </p:to>
                                    </p:set>
                                    <p:animEffect transition="in" filter="fade">
                                      <p:cBhvr>
                                        <p:cTn id="7" dur="1000"/>
                                        <p:tgtEl>
                                          <p:spTgt spid="57"/>
                                        </p:tgtEl>
                                      </p:cBhvr>
                                    </p:animEffect>
                                    <p:anim calcmode="lin" valueType="num">
                                      <p:cBhvr>
                                        <p:cTn id="8" dur="1000" fill="hold"/>
                                        <p:tgtEl>
                                          <p:spTgt spid="57"/>
                                        </p:tgtEl>
                                        <p:attrNameLst>
                                          <p:attrName>ppt_x</p:attrName>
                                        </p:attrNameLst>
                                      </p:cBhvr>
                                      <p:tavLst>
                                        <p:tav tm="0">
                                          <p:val>
                                            <p:strVal val="#ppt_x"/>
                                          </p:val>
                                        </p:tav>
                                        <p:tav tm="100000">
                                          <p:val>
                                            <p:strVal val="#ppt_x"/>
                                          </p:val>
                                        </p:tav>
                                      </p:tavLst>
                                    </p:anim>
                                    <p:anim calcmode="lin" valueType="num">
                                      <p:cBhvr>
                                        <p:cTn id="9" dur="1000" fill="hold"/>
                                        <p:tgtEl>
                                          <p:spTgt spid="57"/>
                                        </p:tgtEl>
                                        <p:attrNameLst>
                                          <p:attrName>ppt_y</p:attrName>
                                        </p:attrNameLst>
                                      </p:cBhvr>
                                      <p:tavLst>
                                        <p:tav tm="0">
                                          <p:val>
                                            <p:strVal val="#ppt_y-.1"/>
                                          </p:val>
                                        </p:tav>
                                        <p:tav tm="100000">
                                          <p:val>
                                            <p:strVal val="#ppt_y"/>
                                          </p:val>
                                        </p:tav>
                                      </p:tavLst>
                                    </p:anim>
                                  </p:childTnLst>
                                </p:cTn>
                              </p:par>
                            </p:childTnLst>
                          </p:cTn>
                        </p:par>
                      </p:childTnLst>
                    </p:cTn>
                  </p:par>
                  <p:par>
                    <p:cTn id="10" fill="hold">
                      <p:stCondLst>
                        <p:cond delay="indefinite"/>
                      </p:stCondLst>
                      <p:childTnLst>
                        <p:par>
                          <p:cTn id="11" fill="hold">
                            <p:stCondLst>
                              <p:cond delay="0"/>
                            </p:stCondLst>
                            <p:childTnLst>
                              <p:par>
                                <p:cTn id="12" presetID="49" presetClass="entr" presetSubtype="0" decel="100000" fill="hold" grpId="0" nodeType="clickEffect">
                                  <p:stCondLst>
                                    <p:cond delay="0"/>
                                  </p:stCondLst>
                                  <p:childTnLst>
                                    <p:set>
                                      <p:cBhvr>
                                        <p:cTn id="13" dur="1" fill="hold">
                                          <p:stCondLst>
                                            <p:cond delay="0"/>
                                          </p:stCondLst>
                                        </p:cTn>
                                        <p:tgtEl>
                                          <p:spTgt spid="48"/>
                                        </p:tgtEl>
                                        <p:attrNameLst>
                                          <p:attrName>style.visibility</p:attrName>
                                        </p:attrNameLst>
                                      </p:cBhvr>
                                      <p:to>
                                        <p:strVal val="visible"/>
                                      </p:to>
                                    </p:set>
                                    <p:anim calcmode="lin" valueType="num">
                                      <p:cBhvr>
                                        <p:cTn id="14" dur="500" fill="hold"/>
                                        <p:tgtEl>
                                          <p:spTgt spid="48"/>
                                        </p:tgtEl>
                                        <p:attrNameLst>
                                          <p:attrName>ppt_w</p:attrName>
                                        </p:attrNameLst>
                                      </p:cBhvr>
                                      <p:tavLst>
                                        <p:tav tm="0">
                                          <p:val>
                                            <p:fltVal val="0"/>
                                          </p:val>
                                        </p:tav>
                                        <p:tav tm="100000">
                                          <p:val>
                                            <p:strVal val="#ppt_w"/>
                                          </p:val>
                                        </p:tav>
                                      </p:tavLst>
                                    </p:anim>
                                    <p:anim calcmode="lin" valueType="num">
                                      <p:cBhvr>
                                        <p:cTn id="15" dur="500" fill="hold"/>
                                        <p:tgtEl>
                                          <p:spTgt spid="48"/>
                                        </p:tgtEl>
                                        <p:attrNameLst>
                                          <p:attrName>ppt_h</p:attrName>
                                        </p:attrNameLst>
                                      </p:cBhvr>
                                      <p:tavLst>
                                        <p:tav tm="0">
                                          <p:val>
                                            <p:fltVal val="0"/>
                                          </p:val>
                                        </p:tav>
                                        <p:tav tm="100000">
                                          <p:val>
                                            <p:strVal val="#ppt_h"/>
                                          </p:val>
                                        </p:tav>
                                      </p:tavLst>
                                    </p:anim>
                                    <p:anim calcmode="lin" valueType="num">
                                      <p:cBhvr>
                                        <p:cTn id="16" dur="500" fill="hold"/>
                                        <p:tgtEl>
                                          <p:spTgt spid="48"/>
                                        </p:tgtEl>
                                        <p:attrNameLst>
                                          <p:attrName>style.rotation</p:attrName>
                                        </p:attrNameLst>
                                      </p:cBhvr>
                                      <p:tavLst>
                                        <p:tav tm="0">
                                          <p:val>
                                            <p:fltVal val="360"/>
                                          </p:val>
                                        </p:tav>
                                        <p:tav tm="100000">
                                          <p:val>
                                            <p:fltVal val="0"/>
                                          </p:val>
                                        </p:tav>
                                      </p:tavLst>
                                    </p:anim>
                                    <p:animEffect transition="in" filter="fade">
                                      <p:cBhvr>
                                        <p:cTn id="17" dur="500"/>
                                        <p:tgtEl>
                                          <p:spTgt spid="48"/>
                                        </p:tgtEl>
                                      </p:cBhvr>
                                    </p:animEffect>
                                  </p:childTnLst>
                                </p:cTn>
                              </p:par>
                            </p:childTnLst>
                          </p:cTn>
                        </p:par>
                        <p:par>
                          <p:cTn id="18" fill="hold">
                            <p:stCondLst>
                              <p:cond delay="500"/>
                            </p:stCondLst>
                            <p:childTnLst>
                              <p:par>
                                <p:cTn id="19" presetID="1" presetClass="entr" presetSubtype="0" fill="hold" grpId="0" nodeType="afterEffect">
                                  <p:stCondLst>
                                    <p:cond delay="0"/>
                                  </p:stCondLst>
                                  <p:iterate type="lt">
                                    <p:tmAbs val="100"/>
                                  </p:iterate>
                                  <p:childTnLst>
                                    <p:set>
                                      <p:cBhvr>
                                        <p:cTn id="20" dur="1" fill="hold">
                                          <p:stCondLst>
                                            <p:cond delay="0"/>
                                          </p:stCondLst>
                                        </p:cTn>
                                        <p:tgtEl>
                                          <p:spTgt spid="58"/>
                                        </p:tgtEl>
                                        <p:attrNameLst>
                                          <p:attrName>style.visibility</p:attrName>
                                        </p:attrNameLst>
                                      </p:cBhvr>
                                      <p:to>
                                        <p:strVal val="visible"/>
                                      </p:to>
                                    </p:set>
                                  </p:childTnLst>
                                </p:cTn>
                              </p:par>
                            </p:childTnLst>
                          </p:cTn>
                        </p:par>
                      </p:childTnLst>
                    </p:cTn>
                  </p:par>
                  <p:par>
                    <p:cTn id="21" fill="hold">
                      <p:stCondLst>
                        <p:cond delay="indefinite"/>
                      </p:stCondLst>
                      <p:childTnLst>
                        <p:par>
                          <p:cTn id="22" fill="hold">
                            <p:stCondLst>
                              <p:cond delay="0"/>
                            </p:stCondLst>
                            <p:childTnLst>
                              <p:par>
                                <p:cTn id="23" presetID="49" presetClass="entr" presetSubtype="0" decel="100000" fill="hold" grpId="0" nodeType="clickEffect">
                                  <p:stCondLst>
                                    <p:cond delay="0"/>
                                  </p:stCondLst>
                                  <p:childTnLst>
                                    <p:set>
                                      <p:cBhvr>
                                        <p:cTn id="24" dur="1" fill="hold">
                                          <p:stCondLst>
                                            <p:cond delay="0"/>
                                          </p:stCondLst>
                                        </p:cTn>
                                        <p:tgtEl>
                                          <p:spTgt spid="59"/>
                                        </p:tgtEl>
                                        <p:attrNameLst>
                                          <p:attrName>style.visibility</p:attrName>
                                        </p:attrNameLst>
                                      </p:cBhvr>
                                      <p:to>
                                        <p:strVal val="visible"/>
                                      </p:to>
                                    </p:set>
                                    <p:anim calcmode="lin" valueType="num">
                                      <p:cBhvr>
                                        <p:cTn id="25" dur="500" fill="hold"/>
                                        <p:tgtEl>
                                          <p:spTgt spid="59"/>
                                        </p:tgtEl>
                                        <p:attrNameLst>
                                          <p:attrName>ppt_w</p:attrName>
                                        </p:attrNameLst>
                                      </p:cBhvr>
                                      <p:tavLst>
                                        <p:tav tm="0">
                                          <p:val>
                                            <p:fltVal val="0"/>
                                          </p:val>
                                        </p:tav>
                                        <p:tav tm="100000">
                                          <p:val>
                                            <p:strVal val="#ppt_w"/>
                                          </p:val>
                                        </p:tav>
                                      </p:tavLst>
                                    </p:anim>
                                    <p:anim calcmode="lin" valueType="num">
                                      <p:cBhvr>
                                        <p:cTn id="26" dur="500" fill="hold"/>
                                        <p:tgtEl>
                                          <p:spTgt spid="59"/>
                                        </p:tgtEl>
                                        <p:attrNameLst>
                                          <p:attrName>ppt_h</p:attrName>
                                        </p:attrNameLst>
                                      </p:cBhvr>
                                      <p:tavLst>
                                        <p:tav tm="0">
                                          <p:val>
                                            <p:fltVal val="0"/>
                                          </p:val>
                                        </p:tav>
                                        <p:tav tm="100000">
                                          <p:val>
                                            <p:strVal val="#ppt_h"/>
                                          </p:val>
                                        </p:tav>
                                      </p:tavLst>
                                    </p:anim>
                                    <p:anim calcmode="lin" valueType="num">
                                      <p:cBhvr>
                                        <p:cTn id="27" dur="500" fill="hold"/>
                                        <p:tgtEl>
                                          <p:spTgt spid="59"/>
                                        </p:tgtEl>
                                        <p:attrNameLst>
                                          <p:attrName>style.rotation</p:attrName>
                                        </p:attrNameLst>
                                      </p:cBhvr>
                                      <p:tavLst>
                                        <p:tav tm="0">
                                          <p:val>
                                            <p:fltVal val="360"/>
                                          </p:val>
                                        </p:tav>
                                        <p:tav tm="100000">
                                          <p:val>
                                            <p:fltVal val="0"/>
                                          </p:val>
                                        </p:tav>
                                      </p:tavLst>
                                    </p:anim>
                                    <p:animEffect transition="in" filter="fade">
                                      <p:cBhvr>
                                        <p:cTn id="28" dur="500"/>
                                        <p:tgtEl>
                                          <p:spTgt spid="59"/>
                                        </p:tgtEl>
                                      </p:cBhvr>
                                    </p:animEffect>
                                  </p:childTnLst>
                                </p:cTn>
                              </p:par>
                            </p:childTnLst>
                          </p:cTn>
                        </p:par>
                        <p:par>
                          <p:cTn id="29" fill="hold">
                            <p:stCondLst>
                              <p:cond delay="500"/>
                            </p:stCondLst>
                            <p:childTnLst>
                              <p:par>
                                <p:cTn id="30" presetID="1" presetClass="entr" presetSubtype="0" fill="hold" grpId="0" nodeType="afterEffect">
                                  <p:stCondLst>
                                    <p:cond delay="0"/>
                                  </p:stCondLst>
                                  <p:iterate type="lt">
                                    <p:tmAbs val="100"/>
                                  </p:iterate>
                                  <p:childTnLst>
                                    <p:set>
                                      <p:cBhvr>
                                        <p:cTn id="31" dur="1" fill="hold">
                                          <p:stCondLst>
                                            <p:cond delay="0"/>
                                          </p:stCondLst>
                                        </p:cTn>
                                        <p:tgtEl>
                                          <p:spTgt spid="60"/>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7" grpId="0"/>
      <p:bldP spid="48" grpId="0" animBg="1"/>
      <p:bldP spid="58" grpId="0"/>
      <p:bldP spid="59" grpId="0" animBg="1"/>
      <p:bldP spid="60" grpId="0"/>
    </p:bldLst>
  </p:timing>
</p:sld>
</file>

<file path=ppt/slides/slide33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57" name="组合 56">
            <a:extLst>
              <a:ext uri="{FF2B5EF4-FFF2-40B4-BE49-F238E27FC236}">
                <a16:creationId xmlns:a16="http://schemas.microsoft.com/office/drawing/2014/main" id="{3C2DA3D0-45D3-4139-A127-AF6CC0D50AC0}"/>
              </a:ext>
            </a:extLst>
          </p:cNvPr>
          <p:cNvGrpSpPr/>
          <p:nvPr/>
        </p:nvGrpSpPr>
        <p:grpSpPr>
          <a:xfrm>
            <a:off x="813161" y="5187043"/>
            <a:ext cx="2986995" cy="683272"/>
            <a:chOff x="813161" y="3463509"/>
            <a:chExt cx="2986995" cy="683272"/>
          </a:xfrm>
        </p:grpSpPr>
        <p:sp>
          <p:nvSpPr>
            <p:cNvPr id="58" name="íşlïḍè">
              <a:extLst>
                <a:ext uri="{FF2B5EF4-FFF2-40B4-BE49-F238E27FC236}">
                  <a16:creationId xmlns:a16="http://schemas.microsoft.com/office/drawing/2014/main" id="{CA8C9301-65CA-4F64-A3D7-295591436C23}"/>
                </a:ext>
              </a:extLst>
            </p:cNvPr>
            <p:cNvSpPr txBox="1"/>
            <p:nvPr/>
          </p:nvSpPr>
          <p:spPr>
            <a:xfrm>
              <a:off x="813161" y="3463509"/>
              <a:ext cx="2986995" cy="313194"/>
            </a:xfrm>
            <a:prstGeom prst="rect">
              <a:avLst/>
            </a:prstGeom>
            <a:noFill/>
          </p:spPr>
          <p:txBody>
            <a:bodyPr wrap="square" lIns="91440" tIns="45720" rIns="91440" bIns="45720" anchor="ctr">
              <a:noAutofit/>
            </a:bodyPr>
            <a:lstStyle/>
            <a:p>
              <a:pPr algn="ctr"/>
              <a:r>
                <a:rPr lang="zh-CN" altLang="en-US" b="1" dirty="0">
                  <a:latin typeface="Arial Narrow" panose="020B0606020202030204" pitchFamily="34" charset="0"/>
                </a:rPr>
                <a:t>正在给</a:t>
              </a:r>
              <a:r>
                <a:rPr lang="en-US" altLang="zh-CN" b="1" dirty="0">
                  <a:latin typeface="Arial Narrow" panose="020B0606020202030204" pitchFamily="34" charset="0"/>
                </a:rPr>
                <a:t>D</a:t>
              </a:r>
              <a:r>
                <a:rPr lang="zh-CN" altLang="en-US" b="1" dirty="0">
                  <a:latin typeface="Arial Narrow" panose="020B0606020202030204" pitchFamily="34" charset="0"/>
                </a:rPr>
                <a:t>发送一个很长的帧</a:t>
              </a:r>
            </a:p>
          </p:txBody>
        </p:sp>
        <p:sp>
          <p:nvSpPr>
            <p:cNvPr id="59" name="íşlïḍè">
              <a:extLst>
                <a:ext uri="{FF2B5EF4-FFF2-40B4-BE49-F238E27FC236}">
                  <a16:creationId xmlns:a16="http://schemas.microsoft.com/office/drawing/2014/main" id="{C203346B-FF02-43F6-80D1-9243EBE74245}"/>
                </a:ext>
              </a:extLst>
            </p:cNvPr>
            <p:cNvSpPr txBox="1"/>
            <p:nvPr/>
          </p:nvSpPr>
          <p:spPr>
            <a:xfrm>
              <a:off x="1296101" y="3833587"/>
              <a:ext cx="2021114" cy="313194"/>
            </a:xfrm>
            <a:prstGeom prst="rect">
              <a:avLst/>
            </a:prstGeom>
            <a:noFill/>
          </p:spPr>
          <p:txBody>
            <a:bodyPr wrap="square" lIns="91440" tIns="45720" rIns="91440" bIns="45720" anchor="ctr">
              <a:noAutofit/>
            </a:bodyPr>
            <a:lstStyle/>
            <a:p>
              <a:pPr algn="ctr"/>
              <a:r>
                <a:rPr lang="zh-CN" altLang="en-US" b="1" dirty="0">
                  <a:solidFill>
                    <a:schemeClr val="accent1">
                      <a:lumMod val="75000"/>
                    </a:schemeClr>
                  </a:solidFill>
                  <a:latin typeface="Arial Narrow" panose="020B0606020202030204" pitchFamily="34" charset="0"/>
                </a:rPr>
                <a:t>边发送边检测碰撞</a:t>
              </a:r>
            </a:p>
          </p:txBody>
        </p:sp>
      </p:grpSp>
      <p:grpSp>
        <p:nvGrpSpPr>
          <p:cNvPr id="60" name="组合 59">
            <a:extLst>
              <a:ext uri="{FF2B5EF4-FFF2-40B4-BE49-F238E27FC236}">
                <a16:creationId xmlns:a16="http://schemas.microsoft.com/office/drawing/2014/main" id="{6DB3710A-5A7F-41F0-9A51-57A936073C76}"/>
              </a:ext>
            </a:extLst>
          </p:cNvPr>
          <p:cNvGrpSpPr/>
          <p:nvPr/>
        </p:nvGrpSpPr>
        <p:grpSpPr>
          <a:xfrm>
            <a:off x="3515425" y="5187043"/>
            <a:ext cx="2986995" cy="683272"/>
            <a:chOff x="813161" y="3463509"/>
            <a:chExt cx="2986995" cy="683272"/>
          </a:xfrm>
        </p:grpSpPr>
        <p:sp>
          <p:nvSpPr>
            <p:cNvPr id="69" name="íşlïḍè">
              <a:extLst>
                <a:ext uri="{FF2B5EF4-FFF2-40B4-BE49-F238E27FC236}">
                  <a16:creationId xmlns:a16="http://schemas.microsoft.com/office/drawing/2014/main" id="{B4FBADED-9EA1-441E-AF69-945260056F8E}"/>
                </a:ext>
              </a:extLst>
            </p:cNvPr>
            <p:cNvSpPr txBox="1"/>
            <p:nvPr/>
          </p:nvSpPr>
          <p:spPr>
            <a:xfrm>
              <a:off x="813161" y="3463509"/>
              <a:ext cx="2986995" cy="313194"/>
            </a:xfrm>
            <a:prstGeom prst="rect">
              <a:avLst/>
            </a:prstGeom>
            <a:noFill/>
          </p:spPr>
          <p:txBody>
            <a:bodyPr wrap="square" lIns="91440" tIns="45720" rIns="91440" bIns="45720" anchor="ctr">
              <a:noAutofit/>
            </a:bodyPr>
            <a:lstStyle/>
            <a:p>
              <a:pPr algn="ctr"/>
              <a:r>
                <a:rPr lang="zh-CN" altLang="en-US" b="1" dirty="0">
                  <a:solidFill>
                    <a:schemeClr val="accent1">
                      <a:lumMod val="75000"/>
                    </a:schemeClr>
                  </a:solidFill>
                  <a:latin typeface="Arial Narrow" panose="020B0606020202030204" pitchFamily="34" charset="0"/>
                </a:rPr>
                <a:t>总线</a:t>
              </a:r>
              <a:r>
                <a:rPr lang="zh-CN" altLang="en-US" b="1" dirty="0">
                  <a:latin typeface="Arial Narrow" panose="020B0606020202030204" pitchFamily="34" charset="0"/>
                </a:rPr>
                <a:t>怎么</a:t>
              </a:r>
              <a:r>
                <a:rPr lang="zh-CN" altLang="en-US" b="1" dirty="0">
                  <a:solidFill>
                    <a:schemeClr val="accent1">
                      <a:lumMod val="75000"/>
                    </a:schemeClr>
                  </a:solidFill>
                  <a:latin typeface="Arial Narrow" panose="020B0606020202030204" pitchFamily="34" charset="0"/>
                </a:rPr>
                <a:t>还是忙</a:t>
              </a:r>
              <a:r>
                <a:rPr lang="zh-CN" altLang="en-US" b="1" dirty="0">
                  <a:latin typeface="Arial Narrow" panose="020B0606020202030204" pitchFamily="34" charset="0"/>
                </a:rPr>
                <a:t>啊</a:t>
              </a:r>
            </a:p>
          </p:txBody>
        </p:sp>
        <p:sp>
          <p:nvSpPr>
            <p:cNvPr id="70" name="íşlïḍè">
              <a:extLst>
                <a:ext uri="{FF2B5EF4-FFF2-40B4-BE49-F238E27FC236}">
                  <a16:creationId xmlns:a16="http://schemas.microsoft.com/office/drawing/2014/main" id="{AEE091CF-A25D-4DD7-AE75-DA8847924C4B}"/>
                </a:ext>
              </a:extLst>
            </p:cNvPr>
            <p:cNvSpPr txBox="1"/>
            <p:nvPr/>
          </p:nvSpPr>
          <p:spPr>
            <a:xfrm>
              <a:off x="1138221" y="3833587"/>
              <a:ext cx="2320920" cy="313194"/>
            </a:xfrm>
            <a:prstGeom prst="rect">
              <a:avLst/>
            </a:prstGeom>
            <a:noFill/>
          </p:spPr>
          <p:txBody>
            <a:bodyPr wrap="square" lIns="91440" tIns="45720" rIns="91440" bIns="45720" anchor="ctr">
              <a:noAutofit/>
            </a:bodyPr>
            <a:lstStyle/>
            <a:p>
              <a:pPr algn="ctr"/>
              <a:r>
                <a:rPr lang="zh-CN" altLang="en-US" b="1" dirty="0">
                  <a:latin typeface="Arial Narrow" panose="020B0606020202030204" pitchFamily="34" charset="0"/>
                </a:rPr>
                <a:t>我有帧要发，着急</a:t>
              </a:r>
            </a:p>
          </p:txBody>
        </p:sp>
      </p:grpSp>
      <p:grpSp>
        <p:nvGrpSpPr>
          <p:cNvPr id="71" name="组合 70">
            <a:extLst>
              <a:ext uri="{FF2B5EF4-FFF2-40B4-BE49-F238E27FC236}">
                <a16:creationId xmlns:a16="http://schemas.microsoft.com/office/drawing/2014/main" id="{6191241F-9C1B-4CAE-8DDD-5ABEA50A3D99}"/>
              </a:ext>
            </a:extLst>
          </p:cNvPr>
          <p:cNvGrpSpPr/>
          <p:nvPr/>
        </p:nvGrpSpPr>
        <p:grpSpPr>
          <a:xfrm>
            <a:off x="5887792" y="5187043"/>
            <a:ext cx="2986995" cy="683272"/>
            <a:chOff x="813161" y="3463509"/>
            <a:chExt cx="2986995" cy="683272"/>
          </a:xfrm>
        </p:grpSpPr>
        <p:sp>
          <p:nvSpPr>
            <p:cNvPr id="72" name="íşlïḍè">
              <a:extLst>
                <a:ext uri="{FF2B5EF4-FFF2-40B4-BE49-F238E27FC236}">
                  <a16:creationId xmlns:a16="http://schemas.microsoft.com/office/drawing/2014/main" id="{1C587AEB-BD90-416C-A616-6F74A9D3F29E}"/>
                </a:ext>
              </a:extLst>
            </p:cNvPr>
            <p:cNvSpPr txBox="1"/>
            <p:nvPr/>
          </p:nvSpPr>
          <p:spPr>
            <a:xfrm>
              <a:off x="813161" y="3463509"/>
              <a:ext cx="2986995" cy="313194"/>
            </a:xfrm>
            <a:prstGeom prst="rect">
              <a:avLst/>
            </a:prstGeom>
            <a:noFill/>
          </p:spPr>
          <p:txBody>
            <a:bodyPr wrap="square" lIns="91440" tIns="45720" rIns="91440" bIns="45720" anchor="ctr">
              <a:noAutofit/>
            </a:bodyPr>
            <a:lstStyle/>
            <a:p>
              <a:pPr algn="ctr"/>
              <a:r>
                <a:rPr lang="zh-CN" altLang="en-US" b="1" dirty="0">
                  <a:solidFill>
                    <a:schemeClr val="accent1">
                      <a:lumMod val="75000"/>
                    </a:schemeClr>
                  </a:solidFill>
                  <a:latin typeface="Arial Narrow" panose="020B0606020202030204" pitchFamily="34" charset="0"/>
                </a:rPr>
                <a:t>总线</a:t>
              </a:r>
              <a:r>
                <a:rPr lang="zh-CN" altLang="en-US" b="1" dirty="0">
                  <a:latin typeface="Arial Narrow" panose="020B0606020202030204" pitchFamily="34" charset="0"/>
                </a:rPr>
                <a:t>怎么</a:t>
              </a:r>
              <a:r>
                <a:rPr lang="zh-CN" altLang="en-US" b="1" dirty="0">
                  <a:solidFill>
                    <a:schemeClr val="accent1">
                      <a:lumMod val="75000"/>
                    </a:schemeClr>
                  </a:solidFill>
                  <a:latin typeface="Arial Narrow" panose="020B0606020202030204" pitchFamily="34" charset="0"/>
                </a:rPr>
                <a:t>还是忙</a:t>
              </a:r>
              <a:r>
                <a:rPr lang="zh-CN" altLang="en-US" b="1" dirty="0">
                  <a:latin typeface="Arial Narrow" panose="020B0606020202030204" pitchFamily="34" charset="0"/>
                </a:rPr>
                <a:t>啊</a:t>
              </a:r>
            </a:p>
          </p:txBody>
        </p:sp>
        <p:sp>
          <p:nvSpPr>
            <p:cNvPr id="73" name="íşlïḍè">
              <a:extLst>
                <a:ext uri="{FF2B5EF4-FFF2-40B4-BE49-F238E27FC236}">
                  <a16:creationId xmlns:a16="http://schemas.microsoft.com/office/drawing/2014/main" id="{1D2FC357-75C4-4C2E-92E6-AACE3D29591D}"/>
                </a:ext>
              </a:extLst>
            </p:cNvPr>
            <p:cNvSpPr txBox="1"/>
            <p:nvPr/>
          </p:nvSpPr>
          <p:spPr>
            <a:xfrm>
              <a:off x="1138221" y="3833587"/>
              <a:ext cx="2320920" cy="313194"/>
            </a:xfrm>
            <a:prstGeom prst="rect">
              <a:avLst/>
            </a:prstGeom>
            <a:noFill/>
          </p:spPr>
          <p:txBody>
            <a:bodyPr wrap="square" lIns="91440" tIns="45720" rIns="91440" bIns="45720" anchor="ctr">
              <a:noAutofit/>
            </a:bodyPr>
            <a:lstStyle/>
            <a:p>
              <a:pPr algn="ctr"/>
              <a:r>
                <a:rPr lang="zh-CN" altLang="en-US" b="1" dirty="0">
                  <a:latin typeface="Arial Narrow" panose="020B0606020202030204" pitchFamily="34" charset="0"/>
                </a:rPr>
                <a:t>我有帧要发，着急</a:t>
              </a:r>
            </a:p>
          </p:txBody>
        </p:sp>
      </p:grpSp>
      <p:grpSp>
        <p:nvGrpSpPr>
          <p:cNvPr id="103" name="组合 102">
            <a:extLst>
              <a:ext uri="{FF2B5EF4-FFF2-40B4-BE49-F238E27FC236}">
                <a16:creationId xmlns:a16="http://schemas.microsoft.com/office/drawing/2014/main" id="{6D4FDD2A-7D79-44BA-A583-C0A526F0A0E9}"/>
              </a:ext>
            </a:extLst>
          </p:cNvPr>
          <p:cNvGrpSpPr/>
          <p:nvPr/>
        </p:nvGrpSpPr>
        <p:grpSpPr>
          <a:xfrm>
            <a:off x="8149151" y="5187043"/>
            <a:ext cx="2986995" cy="683272"/>
            <a:chOff x="813161" y="3463509"/>
            <a:chExt cx="2986995" cy="683272"/>
          </a:xfrm>
        </p:grpSpPr>
        <p:sp>
          <p:nvSpPr>
            <p:cNvPr id="104" name="íşlïḍè">
              <a:extLst>
                <a:ext uri="{FF2B5EF4-FFF2-40B4-BE49-F238E27FC236}">
                  <a16:creationId xmlns:a16="http://schemas.microsoft.com/office/drawing/2014/main" id="{BD414265-A621-4108-8E27-0E44C207D0C6}"/>
                </a:ext>
              </a:extLst>
            </p:cNvPr>
            <p:cNvSpPr txBox="1"/>
            <p:nvPr/>
          </p:nvSpPr>
          <p:spPr>
            <a:xfrm>
              <a:off x="813161" y="3463509"/>
              <a:ext cx="2986995" cy="313194"/>
            </a:xfrm>
            <a:prstGeom prst="rect">
              <a:avLst/>
            </a:prstGeom>
            <a:noFill/>
          </p:spPr>
          <p:txBody>
            <a:bodyPr wrap="square" lIns="91440" tIns="45720" rIns="91440" bIns="45720" anchor="ctr">
              <a:noAutofit/>
            </a:bodyPr>
            <a:lstStyle/>
            <a:p>
              <a:pPr algn="ctr"/>
              <a:r>
                <a:rPr lang="zh-CN" altLang="en-US" b="1" dirty="0">
                  <a:solidFill>
                    <a:schemeClr val="accent1">
                      <a:lumMod val="75000"/>
                    </a:schemeClr>
                  </a:solidFill>
                  <a:latin typeface="Arial Narrow" panose="020B0606020202030204" pitchFamily="34" charset="0"/>
                </a:rPr>
                <a:t>这个帧太长了</a:t>
              </a:r>
              <a:endParaRPr lang="zh-CN" altLang="en-US" b="1" dirty="0">
                <a:latin typeface="Arial Narrow" panose="020B0606020202030204" pitchFamily="34" charset="0"/>
              </a:endParaRPr>
            </a:p>
          </p:txBody>
        </p:sp>
        <p:sp>
          <p:nvSpPr>
            <p:cNvPr id="105" name="íşlïḍè">
              <a:extLst>
                <a:ext uri="{FF2B5EF4-FFF2-40B4-BE49-F238E27FC236}">
                  <a16:creationId xmlns:a16="http://schemas.microsoft.com/office/drawing/2014/main" id="{8C612CA8-C2BC-4A6A-9B5C-D971CA8AA100}"/>
                </a:ext>
              </a:extLst>
            </p:cNvPr>
            <p:cNvSpPr txBox="1"/>
            <p:nvPr/>
          </p:nvSpPr>
          <p:spPr>
            <a:xfrm>
              <a:off x="1138221" y="3833587"/>
              <a:ext cx="2320920" cy="313194"/>
            </a:xfrm>
            <a:prstGeom prst="rect">
              <a:avLst/>
            </a:prstGeom>
            <a:noFill/>
          </p:spPr>
          <p:txBody>
            <a:bodyPr wrap="square" lIns="91440" tIns="45720" rIns="91440" bIns="45720" anchor="ctr">
              <a:noAutofit/>
            </a:bodyPr>
            <a:lstStyle/>
            <a:p>
              <a:pPr algn="ctr"/>
              <a:r>
                <a:rPr lang="zh-CN" altLang="en-US" b="1" dirty="0">
                  <a:solidFill>
                    <a:schemeClr val="accent1">
                      <a:lumMod val="75000"/>
                    </a:schemeClr>
                  </a:solidFill>
                  <a:latin typeface="Arial Narrow" panose="020B0606020202030204" pitchFamily="34" charset="0"/>
                </a:rPr>
                <a:t>我的缓冲区快满了</a:t>
              </a:r>
            </a:p>
          </p:txBody>
        </p:sp>
      </p:grpSp>
      <p:grpSp>
        <p:nvGrpSpPr>
          <p:cNvPr id="4" name="组合 3">
            <a:extLst>
              <a:ext uri="{FF2B5EF4-FFF2-40B4-BE49-F238E27FC236}">
                <a16:creationId xmlns:a16="http://schemas.microsoft.com/office/drawing/2014/main" id="{9A1EA9F2-FCB6-48C3-935F-7AE7E3AD14AC}"/>
              </a:ext>
            </a:extLst>
          </p:cNvPr>
          <p:cNvGrpSpPr/>
          <p:nvPr/>
        </p:nvGrpSpPr>
        <p:grpSpPr>
          <a:xfrm>
            <a:off x="304799" y="749300"/>
            <a:ext cx="6192345" cy="400110"/>
            <a:chOff x="424116" y="898245"/>
            <a:chExt cx="6192345" cy="400110"/>
          </a:xfrm>
        </p:grpSpPr>
        <p:sp>
          <p:nvSpPr>
            <p:cNvPr id="2" name="平行四边形 1">
              <a:extLst>
                <a:ext uri="{FF2B5EF4-FFF2-40B4-BE49-F238E27FC236}">
                  <a16:creationId xmlns:a16="http://schemas.microsoft.com/office/drawing/2014/main" id="{1F5BAA3F-9845-4F89-A2DD-8222D3E4EDAC}"/>
                </a:ext>
              </a:extLst>
            </p:cNvPr>
            <p:cNvSpPr/>
            <p:nvPr/>
          </p:nvSpPr>
          <p:spPr>
            <a:xfrm>
              <a:off x="424116" y="898245"/>
              <a:ext cx="688541" cy="387090"/>
            </a:xfrm>
            <a:prstGeom prst="parallelogram">
              <a:avLst/>
            </a:prstGeom>
            <a:solidFill>
              <a:schemeClr val="accent3">
                <a:lumMod val="75000"/>
              </a:schemeClr>
            </a:solidFill>
            <a:ln>
              <a:solidFill>
                <a:schemeClr val="accent3">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CN" sz="2200" dirty="0">
                  <a:latin typeface="Impact" panose="020B0806030902050204" pitchFamily="34" charset="0"/>
                </a:rPr>
                <a:t>03</a:t>
              </a:r>
              <a:endParaRPr lang="zh-CN" altLang="en-US" sz="2200" dirty="0">
                <a:latin typeface="Impact" panose="020B0806030902050204" pitchFamily="34" charset="0"/>
              </a:endParaRPr>
            </a:p>
          </p:txBody>
        </p:sp>
        <p:sp>
          <p:nvSpPr>
            <p:cNvPr id="3" name="文本框 2">
              <a:extLst>
                <a:ext uri="{FF2B5EF4-FFF2-40B4-BE49-F238E27FC236}">
                  <a16:creationId xmlns:a16="http://schemas.microsoft.com/office/drawing/2014/main" id="{4D6BD736-A4D3-4F26-AFED-36E11F50F70B}"/>
                </a:ext>
              </a:extLst>
            </p:cNvPr>
            <p:cNvSpPr txBox="1"/>
            <p:nvPr/>
          </p:nvSpPr>
          <p:spPr>
            <a:xfrm>
              <a:off x="1052423" y="898245"/>
              <a:ext cx="5564038" cy="400110"/>
            </a:xfrm>
            <a:prstGeom prst="rect">
              <a:avLst/>
            </a:prstGeom>
            <a:noFill/>
          </p:spPr>
          <p:txBody>
            <a:bodyPr wrap="square" rtlCol="0">
              <a:spAutoFit/>
            </a:bodyPr>
            <a:lstStyle/>
            <a:p>
              <a:r>
                <a:rPr lang="zh-CN" altLang="en-US" sz="2000" b="1" dirty="0"/>
                <a:t>共享式以太网的最小帧长和最大帧长</a:t>
              </a:r>
              <a:endParaRPr lang="en-US" altLang="zh-CN" sz="2000" b="1" dirty="0"/>
            </a:p>
          </p:txBody>
        </p:sp>
      </p:grpSp>
      <p:sp>
        <p:nvSpPr>
          <p:cNvPr id="46" name="矩形 45">
            <a:extLst>
              <a:ext uri="{FF2B5EF4-FFF2-40B4-BE49-F238E27FC236}">
                <a16:creationId xmlns:a16="http://schemas.microsoft.com/office/drawing/2014/main" id="{AD65542A-E8C8-4587-BAF7-DEA79A4D0D76}"/>
              </a:ext>
            </a:extLst>
          </p:cNvPr>
          <p:cNvSpPr/>
          <p:nvPr/>
        </p:nvSpPr>
        <p:spPr>
          <a:xfrm>
            <a:off x="1056633" y="1335374"/>
            <a:ext cx="256976" cy="256976"/>
          </a:xfrm>
          <a:prstGeom prst="rect">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47" name="íşlïḍè">
            <a:extLst>
              <a:ext uri="{FF2B5EF4-FFF2-40B4-BE49-F238E27FC236}">
                <a16:creationId xmlns:a16="http://schemas.microsoft.com/office/drawing/2014/main" id="{9FCF2CE4-86B6-4615-9043-86D085B477B2}"/>
              </a:ext>
            </a:extLst>
          </p:cNvPr>
          <p:cNvSpPr txBox="1"/>
          <p:nvPr/>
        </p:nvSpPr>
        <p:spPr>
          <a:xfrm>
            <a:off x="1373861" y="1281053"/>
            <a:ext cx="10276516" cy="400110"/>
          </a:xfrm>
          <a:prstGeom prst="rect">
            <a:avLst/>
          </a:prstGeom>
          <a:noFill/>
        </p:spPr>
        <p:txBody>
          <a:bodyPr wrap="square" lIns="91440" tIns="45720" rIns="91440" bIns="45720" anchor="ctr">
            <a:noAutofit/>
          </a:bodyPr>
          <a:lstStyle/>
          <a:p>
            <a:r>
              <a:rPr lang="zh-CN" altLang="en-US" b="1" dirty="0">
                <a:latin typeface="Arial Narrow" panose="020B0606020202030204" pitchFamily="34" charset="0"/>
              </a:rPr>
              <a:t>一般来说，</a:t>
            </a:r>
            <a:r>
              <a:rPr lang="zh-CN" altLang="en-US" b="1" dirty="0">
                <a:solidFill>
                  <a:schemeClr val="accent1">
                    <a:lumMod val="75000"/>
                  </a:schemeClr>
                </a:solidFill>
                <a:latin typeface="Arial Narrow" panose="020B0606020202030204" pitchFamily="34" charset="0"/>
              </a:rPr>
              <a:t>帧的数据载荷的长度应远大于帧首部和尾部的总长度</a:t>
            </a:r>
            <a:r>
              <a:rPr lang="zh-CN" altLang="en-US" b="1" dirty="0">
                <a:latin typeface="Arial Narrow" panose="020B0606020202030204" pitchFamily="34" charset="0"/>
              </a:rPr>
              <a:t>，这样可以</a:t>
            </a:r>
            <a:r>
              <a:rPr lang="zh-CN" altLang="en-US" b="1" dirty="0">
                <a:solidFill>
                  <a:schemeClr val="accent1">
                    <a:lumMod val="75000"/>
                  </a:schemeClr>
                </a:solidFill>
                <a:latin typeface="Arial Narrow" panose="020B0606020202030204" pitchFamily="34" charset="0"/>
              </a:rPr>
              <a:t>提高帧的传输效率</a:t>
            </a:r>
            <a:r>
              <a:rPr lang="zh-CN" altLang="en-US" b="1" dirty="0">
                <a:latin typeface="Arial Narrow" panose="020B0606020202030204" pitchFamily="34" charset="0"/>
              </a:rPr>
              <a:t>。</a:t>
            </a:r>
          </a:p>
        </p:txBody>
      </p:sp>
      <p:grpSp>
        <p:nvGrpSpPr>
          <p:cNvPr id="6" name="组合 5">
            <a:extLst>
              <a:ext uri="{FF2B5EF4-FFF2-40B4-BE49-F238E27FC236}">
                <a16:creationId xmlns:a16="http://schemas.microsoft.com/office/drawing/2014/main" id="{8A993D31-E32F-421B-82FF-7BB6652CBAE6}"/>
              </a:ext>
            </a:extLst>
          </p:cNvPr>
          <p:cNvGrpSpPr/>
          <p:nvPr/>
        </p:nvGrpSpPr>
        <p:grpSpPr>
          <a:xfrm>
            <a:off x="1486722" y="1881426"/>
            <a:ext cx="9218556" cy="499960"/>
            <a:chOff x="1486722" y="2065623"/>
            <a:chExt cx="9218556" cy="499960"/>
          </a:xfrm>
        </p:grpSpPr>
        <p:sp>
          <p:nvSpPr>
            <p:cNvPr id="5" name="矩形 4">
              <a:extLst>
                <a:ext uri="{FF2B5EF4-FFF2-40B4-BE49-F238E27FC236}">
                  <a16:creationId xmlns:a16="http://schemas.microsoft.com/office/drawing/2014/main" id="{73125C04-84B6-46CD-82A2-0074056354EA}"/>
                </a:ext>
              </a:extLst>
            </p:cNvPr>
            <p:cNvSpPr/>
            <p:nvPr/>
          </p:nvSpPr>
          <p:spPr>
            <a:xfrm>
              <a:off x="1486722" y="2065623"/>
              <a:ext cx="717048" cy="499960"/>
            </a:xfrm>
            <a:prstGeom prst="rect">
              <a:avLst/>
            </a:prstGeom>
          </p:spPr>
          <p:style>
            <a:lnRef idx="2">
              <a:schemeClr val="accent4">
                <a:shade val="50000"/>
              </a:schemeClr>
            </a:lnRef>
            <a:fillRef idx="1">
              <a:schemeClr val="accent4"/>
            </a:fillRef>
            <a:effectRef idx="0">
              <a:schemeClr val="accent4"/>
            </a:effectRef>
            <a:fontRef idx="minor">
              <a:schemeClr val="lt1"/>
            </a:fontRef>
          </p:style>
          <p:txBody>
            <a:bodyPr rtlCol="0" anchor="ctr"/>
            <a:lstStyle/>
            <a:p>
              <a:pPr algn="ctr"/>
              <a:r>
                <a:rPr lang="zh-CN" altLang="en-US" b="1" dirty="0"/>
                <a:t>首部</a:t>
              </a:r>
            </a:p>
          </p:txBody>
        </p:sp>
        <p:sp>
          <p:nvSpPr>
            <p:cNvPr id="53" name="矩形 52">
              <a:extLst>
                <a:ext uri="{FF2B5EF4-FFF2-40B4-BE49-F238E27FC236}">
                  <a16:creationId xmlns:a16="http://schemas.microsoft.com/office/drawing/2014/main" id="{44A3A079-8031-410B-B459-89F182D9A076}"/>
                </a:ext>
              </a:extLst>
            </p:cNvPr>
            <p:cNvSpPr/>
            <p:nvPr/>
          </p:nvSpPr>
          <p:spPr>
            <a:xfrm>
              <a:off x="9988230" y="2065623"/>
              <a:ext cx="717048" cy="499960"/>
            </a:xfrm>
            <a:prstGeom prst="rect">
              <a:avLst/>
            </a:prstGeom>
          </p:spPr>
          <p:style>
            <a:lnRef idx="2">
              <a:schemeClr val="accent4">
                <a:shade val="50000"/>
              </a:schemeClr>
            </a:lnRef>
            <a:fillRef idx="1">
              <a:schemeClr val="accent4"/>
            </a:fillRef>
            <a:effectRef idx="0">
              <a:schemeClr val="accent4"/>
            </a:effectRef>
            <a:fontRef idx="minor">
              <a:schemeClr val="lt1"/>
            </a:fontRef>
          </p:style>
          <p:txBody>
            <a:bodyPr rtlCol="0" anchor="ctr"/>
            <a:lstStyle/>
            <a:p>
              <a:pPr algn="ctr"/>
              <a:r>
                <a:rPr lang="zh-CN" altLang="en-US" b="1" dirty="0"/>
                <a:t>尾部</a:t>
              </a:r>
            </a:p>
          </p:txBody>
        </p:sp>
        <p:sp>
          <p:nvSpPr>
            <p:cNvPr id="54" name="矩形 53">
              <a:extLst>
                <a:ext uri="{FF2B5EF4-FFF2-40B4-BE49-F238E27FC236}">
                  <a16:creationId xmlns:a16="http://schemas.microsoft.com/office/drawing/2014/main" id="{7A1BB7EB-E8CE-46E8-8AB8-F6C88FC6125B}"/>
                </a:ext>
              </a:extLst>
            </p:cNvPr>
            <p:cNvSpPr/>
            <p:nvPr/>
          </p:nvSpPr>
          <p:spPr>
            <a:xfrm>
              <a:off x="2203770" y="2065623"/>
              <a:ext cx="7784460" cy="499960"/>
            </a:xfrm>
            <a:prstGeom prst="rect">
              <a:avLst/>
            </a:prstGeom>
            <a:noFill/>
          </p:spPr>
          <p:style>
            <a:lnRef idx="2">
              <a:schemeClr val="accent4">
                <a:shade val="50000"/>
              </a:schemeClr>
            </a:lnRef>
            <a:fillRef idx="1">
              <a:schemeClr val="accent4"/>
            </a:fillRef>
            <a:effectRef idx="0">
              <a:schemeClr val="accent4"/>
            </a:effectRef>
            <a:fontRef idx="minor">
              <a:schemeClr val="lt1"/>
            </a:fontRef>
          </p:style>
          <p:txBody>
            <a:bodyPr rtlCol="0" anchor="ctr"/>
            <a:lstStyle/>
            <a:p>
              <a:pPr algn="ctr"/>
              <a:r>
                <a:rPr lang="zh-CN" altLang="en-US" b="1" dirty="0">
                  <a:solidFill>
                    <a:schemeClr val="tx1"/>
                  </a:solidFill>
                </a:rPr>
                <a:t>帧的数据载荷</a:t>
              </a:r>
            </a:p>
          </p:txBody>
        </p:sp>
      </p:grpSp>
      <p:sp>
        <p:nvSpPr>
          <p:cNvPr id="55" name="矩形 54">
            <a:extLst>
              <a:ext uri="{FF2B5EF4-FFF2-40B4-BE49-F238E27FC236}">
                <a16:creationId xmlns:a16="http://schemas.microsoft.com/office/drawing/2014/main" id="{A6AA0031-70F9-470C-8074-FA59449B510F}"/>
              </a:ext>
            </a:extLst>
          </p:cNvPr>
          <p:cNvSpPr/>
          <p:nvPr/>
        </p:nvSpPr>
        <p:spPr>
          <a:xfrm>
            <a:off x="1056633" y="2823186"/>
            <a:ext cx="256976" cy="256976"/>
          </a:xfrm>
          <a:prstGeom prst="rect">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56" name="íşlïḍè">
            <a:extLst>
              <a:ext uri="{FF2B5EF4-FFF2-40B4-BE49-F238E27FC236}">
                <a16:creationId xmlns:a16="http://schemas.microsoft.com/office/drawing/2014/main" id="{AAB910AE-5D71-450E-8935-12FAECE3C3BE}"/>
              </a:ext>
            </a:extLst>
          </p:cNvPr>
          <p:cNvSpPr txBox="1"/>
          <p:nvPr/>
        </p:nvSpPr>
        <p:spPr>
          <a:xfrm>
            <a:off x="1373861" y="2768865"/>
            <a:ext cx="10276516" cy="400110"/>
          </a:xfrm>
          <a:prstGeom prst="rect">
            <a:avLst/>
          </a:prstGeom>
          <a:noFill/>
        </p:spPr>
        <p:txBody>
          <a:bodyPr wrap="square" lIns="91440" tIns="45720" rIns="91440" bIns="45720" anchor="ctr">
            <a:noAutofit/>
          </a:bodyPr>
          <a:lstStyle/>
          <a:p>
            <a:r>
              <a:rPr lang="zh-CN" altLang="en-US" b="1" dirty="0">
                <a:latin typeface="Arial Narrow" panose="020B0606020202030204" pitchFamily="34" charset="0"/>
              </a:rPr>
              <a:t>然而，如果不限制数据载荷的长度上限，就可能使得</a:t>
            </a:r>
            <a:r>
              <a:rPr lang="zh-CN" altLang="en-US" b="1" dirty="0">
                <a:solidFill>
                  <a:schemeClr val="accent1">
                    <a:lumMod val="75000"/>
                  </a:schemeClr>
                </a:solidFill>
                <a:latin typeface="Arial Narrow" panose="020B0606020202030204" pitchFamily="34" charset="0"/>
              </a:rPr>
              <a:t>帧的长度太长</a:t>
            </a:r>
            <a:r>
              <a:rPr lang="zh-CN" altLang="en-US" b="1" dirty="0">
                <a:latin typeface="Arial Narrow" panose="020B0606020202030204" pitchFamily="34" charset="0"/>
              </a:rPr>
              <a:t>，这会</a:t>
            </a:r>
            <a:r>
              <a:rPr lang="zh-CN" altLang="en-US" b="1" dirty="0">
                <a:solidFill>
                  <a:schemeClr val="accent1">
                    <a:lumMod val="75000"/>
                  </a:schemeClr>
                </a:solidFill>
                <a:latin typeface="Arial Narrow" panose="020B0606020202030204" pitchFamily="34" charset="0"/>
              </a:rPr>
              <a:t>带来一些问题</a:t>
            </a:r>
            <a:r>
              <a:rPr lang="zh-CN" altLang="en-US" b="1" dirty="0">
                <a:latin typeface="Arial Narrow" panose="020B0606020202030204" pitchFamily="34" charset="0"/>
              </a:rPr>
              <a:t>。</a:t>
            </a:r>
          </a:p>
        </p:txBody>
      </p:sp>
      <p:grpSp>
        <p:nvGrpSpPr>
          <p:cNvPr id="74" name="组合 73">
            <a:extLst>
              <a:ext uri="{FF2B5EF4-FFF2-40B4-BE49-F238E27FC236}">
                <a16:creationId xmlns:a16="http://schemas.microsoft.com/office/drawing/2014/main" id="{55661440-A33F-4D60-AD6C-CB7C75EEA6CF}"/>
              </a:ext>
            </a:extLst>
          </p:cNvPr>
          <p:cNvGrpSpPr/>
          <p:nvPr/>
        </p:nvGrpSpPr>
        <p:grpSpPr>
          <a:xfrm>
            <a:off x="1624740" y="3652802"/>
            <a:ext cx="8955675" cy="1487218"/>
            <a:chOff x="1668486" y="2106882"/>
            <a:chExt cx="8955675" cy="1487218"/>
          </a:xfrm>
        </p:grpSpPr>
        <p:grpSp>
          <p:nvGrpSpPr>
            <p:cNvPr id="75" name="组合 74">
              <a:extLst>
                <a:ext uri="{FF2B5EF4-FFF2-40B4-BE49-F238E27FC236}">
                  <a16:creationId xmlns:a16="http://schemas.microsoft.com/office/drawing/2014/main" id="{7B4D4C1E-2ABE-49F4-B41B-4C07362A4A11}"/>
                </a:ext>
              </a:extLst>
            </p:cNvPr>
            <p:cNvGrpSpPr/>
            <p:nvPr/>
          </p:nvGrpSpPr>
          <p:grpSpPr>
            <a:xfrm>
              <a:off x="2505604" y="2260293"/>
              <a:ext cx="7180791" cy="812800"/>
              <a:chOff x="2455280" y="3752911"/>
              <a:chExt cx="7180791" cy="812800"/>
            </a:xfrm>
          </p:grpSpPr>
          <p:cxnSp>
            <p:nvCxnSpPr>
              <p:cNvPr id="93" name="直接连接符 92">
                <a:extLst>
                  <a:ext uri="{FF2B5EF4-FFF2-40B4-BE49-F238E27FC236}">
                    <a16:creationId xmlns:a16="http://schemas.microsoft.com/office/drawing/2014/main" id="{599FD402-1419-4A6C-9F3A-8157FC8825AC}"/>
                  </a:ext>
                </a:extLst>
              </p:cNvPr>
              <p:cNvCxnSpPr/>
              <p:nvPr/>
            </p:nvCxnSpPr>
            <p:spPr>
              <a:xfrm flipV="1">
                <a:off x="9636071" y="3752911"/>
                <a:ext cx="0" cy="812800"/>
              </a:xfrm>
              <a:prstGeom prst="line">
                <a:avLst/>
              </a:prstGeom>
              <a:ln w="152400">
                <a:solidFill>
                  <a:schemeClr val="tx1"/>
                </a:solidFill>
                <a:tailEnd w="med" len="lg"/>
              </a:ln>
            </p:spPr>
            <p:style>
              <a:lnRef idx="1">
                <a:schemeClr val="accent1"/>
              </a:lnRef>
              <a:fillRef idx="0">
                <a:schemeClr val="accent1"/>
              </a:fillRef>
              <a:effectRef idx="0">
                <a:schemeClr val="accent1"/>
              </a:effectRef>
              <a:fontRef idx="minor">
                <a:schemeClr val="tx1"/>
              </a:fontRef>
            </p:style>
          </p:cxnSp>
          <p:cxnSp>
            <p:nvCxnSpPr>
              <p:cNvPr id="94" name="直接连接符 93">
                <a:extLst>
                  <a:ext uri="{FF2B5EF4-FFF2-40B4-BE49-F238E27FC236}">
                    <a16:creationId xmlns:a16="http://schemas.microsoft.com/office/drawing/2014/main" id="{410F0614-5782-43BD-8B49-8FEFD91AFF3B}"/>
                  </a:ext>
                </a:extLst>
              </p:cNvPr>
              <p:cNvCxnSpPr/>
              <p:nvPr/>
            </p:nvCxnSpPr>
            <p:spPr>
              <a:xfrm flipV="1">
                <a:off x="2455280" y="3752911"/>
                <a:ext cx="0" cy="812800"/>
              </a:xfrm>
              <a:prstGeom prst="line">
                <a:avLst/>
              </a:prstGeom>
              <a:ln w="152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95" name="直接连接符 94">
                <a:extLst>
                  <a:ext uri="{FF2B5EF4-FFF2-40B4-BE49-F238E27FC236}">
                    <a16:creationId xmlns:a16="http://schemas.microsoft.com/office/drawing/2014/main" id="{55C66622-16E2-44AD-931C-E07882D46BF7}"/>
                  </a:ext>
                </a:extLst>
              </p:cNvPr>
              <p:cNvCxnSpPr/>
              <p:nvPr/>
            </p:nvCxnSpPr>
            <p:spPr>
              <a:xfrm flipV="1">
                <a:off x="4878779" y="3752911"/>
                <a:ext cx="0" cy="812800"/>
              </a:xfrm>
              <a:prstGeom prst="line">
                <a:avLst/>
              </a:prstGeom>
              <a:ln w="152400">
                <a:solidFill>
                  <a:schemeClr val="tx1"/>
                </a:solidFill>
                <a:tailEnd w="med" len="lg"/>
              </a:ln>
            </p:spPr>
            <p:style>
              <a:lnRef idx="1">
                <a:schemeClr val="accent1"/>
              </a:lnRef>
              <a:fillRef idx="0">
                <a:schemeClr val="accent1"/>
              </a:fillRef>
              <a:effectRef idx="0">
                <a:schemeClr val="accent1"/>
              </a:effectRef>
              <a:fontRef idx="minor">
                <a:schemeClr val="tx1"/>
              </a:fontRef>
            </p:style>
          </p:cxnSp>
          <p:cxnSp>
            <p:nvCxnSpPr>
              <p:cNvPr id="96" name="直接连接符 95">
                <a:extLst>
                  <a:ext uri="{FF2B5EF4-FFF2-40B4-BE49-F238E27FC236}">
                    <a16:creationId xmlns:a16="http://schemas.microsoft.com/office/drawing/2014/main" id="{2DFD2EC0-A723-48EE-B81F-EEDC1C900179}"/>
                  </a:ext>
                </a:extLst>
              </p:cNvPr>
              <p:cNvCxnSpPr/>
              <p:nvPr/>
            </p:nvCxnSpPr>
            <p:spPr>
              <a:xfrm flipV="1">
                <a:off x="7249637" y="3752911"/>
                <a:ext cx="0" cy="812800"/>
              </a:xfrm>
              <a:prstGeom prst="line">
                <a:avLst/>
              </a:prstGeom>
              <a:ln w="1524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76" name="组合 75">
              <a:extLst>
                <a:ext uri="{FF2B5EF4-FFF2-40B4-BE49-F238E27FC236}">
                  <a16:creationId xmlns:a16="http://schemas.microsoft.com/office/drawing/2014/main" id="{9E3A7087-B19C-4551-A06F-520F4131982F}"/>
                </a:ext>
              </a:extLst>
            </p:cNvPr>
            <p:cNvGrpSpPr/>
            <p:nvPr/>
          </p:nvGrpSpPr>
          <p:grpSpPr>
            <a:xfrm>
              <a:off x="1668486" y="2106882"/>
              <a:ext cx="8955675" cy="238462"/>
              <a:chOff x="1618162" y="3599500"/>
              <a:chExt cx="8955675" cy="238462"/>
            </a:xfrm>
          </p:grpSpPr>
          <p:cxnSp>
            <p:nvCxnSpPr>
              <p:cNvPr id="90" name="直接连接符 89">
                <a:extLst>
                  <a:ext uri="{FF2B5EF4-FFF2-40B4-BE49-F238E27FC236}">
                    <a16:creationId xmlns:a16="http://schemas.microsoft.com/office/drawing/2014/main" id="{50C6592A-B500-4830-9410-13FE224E65C3}"/>
                  </a:ext>
                </a:extLst>
              </p:cNvPr>
              <p:cNvCxnSpPr>
                <a:cxnSpLocks/>
              </p:cNvCxnSpPr>
              <p:nvPr/>
            </p:nvCxnSpPr>
            <p:spPr>
              <a:xfrm>
                <a:off x="1749794" y="3725200"/>
                <a:ext cx="8622888" cy="0"/>
              </a:xfrm>
              <a:prstGeom prst="line">
                <a:avLst/>
              </a:prstGeom>
              <a:ln w="152400">
                <a:solidFill>
                  <a:schemeClr val="tx1"/>
                </a:solidFill>
              </a:ln>
            </p:spPr>
            <p:style>
              <a:lnRef idx="1">
                <a:schemeClr val="accent1"/>
              </a:lnRef>
              <a:fillRef idx="0">
                <a:schemeClr val="accent1"/>
              </a:fillRef>
              <a:effectRef idx="0">
                <a:schemeClr val="accent1"/>
              </a:effectRef>
              <a:fontRef idx="minor">
                <a:schemeClr val="tx1"/>
              </a:fontRef>
            </p:style>
          </p:cxnSp>
          <p:sp>
            <p:nvSpPr>
              <p:cNvPr id="91" name="矩形 90">
                <a:extLst>
                  <a:ext uri="{FF2B5EF4-FFF2-40B4-BE49-F238E27FC236}">
                    <a16:creationId xmlns:a16="http://schemas.microsoft.com/office/drawing/2014/main" id="{594E21C1-E10F-448D-BF2C-03CE2AA6125C}"/>
                  </a:ext>
                </a:extLst>
              </p:cNvPr>
              <p:cNvSpPr/>
              <p:nvPr/>
            </p:nvSpPr>
            <p:spPr>
              <a:xfrm>
                <a:off x="1618162" y="3599500"/>
                <a:ext cx="225524" cy="225524"/>
              </a:xfrm>
              <a:prstGeom prst="rect">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92" name="矩形 91">
                <a:extLst>
                  <a:ext uri="{FF2B5EF4-FFF2-40B4-BE49-F238E27FC236}">
                    <a16:creationId xmlns:a16="http://schemas.microsoft.com/office/drawing/2014/main" id="{1AEE4A09-5954-4EBF-9661-78F6D6BF8C15}"/>
                  </a:ext>
                </a:extLst>
              </p:cNvPr>
              <p:cNvSpPr/>
              <p:nvPr/>
            </p:nvSpPr>
            <p:spPr>
              <a:xfrm>
                <a:off x="10348313" y="3612438"/>
                <a:ext cx="225524" cy="225524"/>
              </a:xfrm>
              <a:prstGeom prst="rect">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grpSp>
        <p:grpSp>
          <p:nvGrpSpPr>
            <p:cNvPr id="77" name="组合 76">
              <a:extLst>
                <a:ext uri="{FF2B5EF4-FFF2-40B4-BE49-F238E27FC236}">
                  <a16:creationId xmlns:a16="http://schemas.microsoft.com/office/drawing/2014/main" id="{564ED79D-CF86-4188-A593-D8057E403033}"/>
                </a:ext>
              </a:extLst>
            </p:cNvPr>
            <p:cNvGrpSpPr/>
            <p:nvPr/>
          </p:nvGrpSpPr>
          <p:grpSpPr>
            <a:xfrm>
              <a:off x="2018998" y="2953018"/>
              <a:ext cx="7852814" cy="641082"/>
              <a:chOff x="1968674" y="4445636"/>
              <a:chExt cx="7852814" cy="641082"/>
            </a:xfrm>
          </p:grpSpPr>
          <p:grpSp>
            <p:nvGrpSpPr>
              <p:cNvPr id="78" name="组合 77">
                <a:extLst>
                  <a:ext uri="{FF2B5EF4-FFF2-40B4-BE49-F238E27FC236}">
                    <a16:creationId xmlns:a16="http://schemas.microsoft.com/office/drawing/2014/main" id="{BE46DDDF-C02C-4256-B9E5-A215C4A8D30E}"/>
                  </a:ext>
                </a:extLst>
              </p:cNvPr>
              <p:cNvGrpSpPr/>
              <p:nvPr/>
            </p:nvGrpSpPr>
            <p:grpSpPr>
              <a:xfrm>
                <a:off x="1968674" y="4445636"/>
                <a:ext cx="662814" cy="641082"/>
                <a:chOff x="812355" y="3422987"/>
                <a:chExt cx="662814" cy="641082"/>
              </a:xfrm>
            </p:grpSpPr>
            <p:pic>
              <p:nvPicPr>
                <p:cNvPr id="88" name="图形 87">
                  <a:extLst>
                    <a:ext uri="{FF2B5EF4-FFF2-40B4-BE49-F238E27FC236}">
                      <a16:creationId xmlns:a16="http://schemas.microsoft.com/office/drawing/2014/main" id="{463701CF-57F2-47F0-A742-26D0C29F2114}"/>
                    </a:ext>
                  </a:extLst>
                </p:cNvPr>
                <p:cNvPicPr>
                  <a:picLocks noChangeAspect="1"/>
                </p:cNvPicPr>
                <p:nvPr/>
              </p:nvPicPr>
              <p:blipFill>
                <a:blip r:embed="rId3">
                  <a:extLst>
                    <a:ext uri="{28A0092B-C50C-407E-A947-70E740481C1C}">
                      <a14:useLocalDpi xmlns:a14="http://schemas.microsoft.com/office/drawing/2010/main" val="0"/>
                    </a:ext>
                    <a:ext uri="{96DAC541-7B7A-43D3-8B79-37D633B846F1}">
                      <asvg:svgBlip xmlns:asvg="http://schemas.microsoft.com/office/drawing/2016/SVG/main" r:embed="rId4"/>
                    </a:ext>
                  </a:extLst>
                </a:blip>
                <a:stretch>
                  <a:fillRect/>
                </a:stretch>
              </p:blipFill>
              <p:spPr>
                <a:xfrm>
                  <a:off x="812355" y="3422987"/>
                  <a:ext cx="662814" cy="641082"/>
                </a:xfrm>
                <a:prstGeom prst="rect">
                  <a:avLst/>
                </a:prstGeom>
              </p:spPr>
            </p:pic>
            <p:sp>
              <p:nvSpPr>
                <p:cNvPr id="89" name="文本框 88">
                  <a:extLst>
                    <a:ext uri="{FF2B5EF4-FFF2-40B4-BE49-F238E27FC236}">
                      <a16:creationId xmlns:a16="http://schemas.microsoft.com/office/drawing/2014/main" id="{AF3908C8-3F3E-4782-835D-80C9E3F8B10D}"/>
                    </a:ext>
                  </a:extLst>
                </p:cNvPr>
                <p:cNvSpPr txBox="1"/>
                <p:nvPr/>
              </p:nvSpPr>
              <p:spPr>
                <a:xfrm>
                  <a:off x="1087044" y="3451320"/>
                  <a:ext cx="355235" cy="400110"/>
                </a:xfrm>
                <a:prstGeom prst="rect">
                  <a:avLst/>
                </a:prstGeom>
                <a:noFill/>
              </p:spPr>
              <p:txBody>
                <a:bodyPr wrap="square" rtlCol="0">
                  <a:spAutoFit/>
                </a:bodyPr>
                <a:lstStyle/>
                <a:p>
                  <a:pPr algn="ctr"/>
                  <a:r>
                    <a:rPr lang="en-US" altLang="zh-CN" sz="2000" b="1" dirty="0">
                      <a:solidFill>
                        <a:schemeClr val="bg1"/>
                      </a:solidFill>
                      <a:latin typeface="Arial Black" panose="020B0A04020102020204" pitchFamily="34" charset="0"/>
                      <a:ea typeface="+mj-ea"/>
                    </a:rPr>
                    <a:t>A</a:t>
                  </a:r>
                  <a:endParaRPr lang="zh-CN" altLang="en-US" sz="2000" b="1" dirty="0">
                    <a:solidFill>
                      <a:schemeClr val="bg1"/>
                    </a:solidFill>
                    <a:latin typeface="Arial Black" panose="020B0A04020102020204" pitchFamily="34" charset="0"/>
                    <a:ea typeface="+mj-ea"/>
                  </a:endParaRPr>
                </a:p>
              </p:txBody>
            </p:sp>
          </p:grpSp>
          <p:grpSp>
            <p:nvGrpSpPr>
              <p:cNvPr id="79" name="组合 78">
                <a:extLst>
                  <a:ext uri="{FF2B5EF4-FFF2-40B4-BE49-F238E27FC236}">
                    <a16:creationId xmlns:a16="http://schemas.microsoft.com/office/drawing/2014/main" id="{0A0B295F-45E9-46F0-8707-3F33600B0EAB}"/>
                  </a:ext>
                </a:extLst>
              </p:cNvPr>
              <p:cNvGrpSpPr/>
              <p:nvPr/>
            </p:nvGrpSpPr>
            <p:grpSpPr>
              <a:xfrm>
                <a:off x="4365341" y="4445636"/>
                <a:ext cx="662814" cy="641082"/>
                <a:chOff x="3209022" y="3422987"/>
                <a:chExt cx="662814" cy="641082"/>
              </a:xfrm>
            </p:grpSpPr>
            <p:pic>
              <p:nvPicPr>
                <p:cNvPr id="86" name="图形 85">
                  <a:extLst>
                    <a:ext uri="{FF2B5EF4-FFF2-40B4-BE49-F238E27FC236}">
                      <a16:creationId xmlns:a16="http://schemas.microsoft.com/office/drawing/2014/main" id="{F57E7AB6-199C-4642-AF51-1369F4D90201}"/>
                    </a:ext>
                  </a:extLst>
                </p:cNvPr>
                <p:cNvPicPr>
                  <a:picLocks noChangeAspect="1"/>
                </p:cNvPicPr>
                <p:nvPr/>
              </p:nvPicPr>
              <p:blipFill>
                <a:blip r:embed="rId3">
                  <a:extLst>
                    <a:ext uri="{28A0092B-C50C-407E-A947-70E740481C1C}">
                      <a14:useLocalDpi xmlns:a14="http://schemas.microsoft.com/office/drawing/2010/main" val="0"/>
                    </a:ext>
                    <a:ext uri="{96DAC541-7B7A-43D3-8B79-37D633B846F1}">
                      <asvg:svgBlip xmlns:asvg="http://schemas.microsoft.com/office/drawing/2016/SVG/main" r:embed="rId4"/>
                    </a:ext>
                  </a:extLst>
                </a:blip>
                <a:stretch>
                  <a:fillRect/>
                </a:stretch>
              </p:blipFill>
              <p:spPr>
                <a:xfrm>
                  <a:off x="3209022" y="3422987"/>
                  <a:ext cx="662814" cy="641082"/>
                </a:xfrm>
                <a:prstGeom prst="rect">
                  <a:avLst/>
                </a:prstGeom>
              </p:spPr>
            </p:pic>
            <p:sp>
              <p:nvSpPr>
                <p:cNvPr id="87" name="文本框 86">
                  <a:extLst>
                    <a:ext uri="{FF2B5EF4-FFF2-40B4-BE49-F238E27FC236}">
                      <a16:creationId xmlns:a16="http://schemas.microsoft.com/office/drawing/2014/main" id="{CB657CBD-640B-4989-99BC-BDB52F144D7E}"/>
                    </a:ext>
                  </a:extLst>
                </p:cNvPr>
                <p:cNvSpPr txBox="1"/>
                <p:nvPr/>
              </p:nvSpPr>
              <p:spPr>
                <a:xfrm>
                  <a:off x="3490791" y="3451320"/>
                  <a:ext cx="355235" cy="400110"/>
                </a:xfrm>
                <a:prstGeom prst="rect">
                  <a:avLst/>
                </a:prstGeom>
                <a:noFill/>
              </p:spPr>
              <p:txBody>
                <a:bodyPr wrap="square" rtlCol="0">
                  <a:spAutoFit/>
                </a:bodyPr>
                <a:lstStyle/>
                <a:p>
                  <a:pPr algn="ctr"/>
                  <a:r>
                    <a:rPr lang="en-US" altLang="zh-CN" sz="2000" b="1" dirty="0">
                      <a:solidFill>
                        <a:schemeClr val="bg1"/>
                      </a:solidFill>
                      <a:latin typeface="Arial Black" panose="020B0A04020102020204" pitchFamily="34" charset="0"/>
                      <a:ea typeface="+mj-ea"/>
                    </a:rPr>
                    <a:t>B</a:t>
                  </a:r>
                  <a:endParaRPr lang="zh-CN" altLang="en-US" sz="2000" b="1" dirty="0">
                    <a:solidFill>
                      <a:schemeClr val="bg1"/>
                    </a:solidFill>
                    <a:latin typeface="Arial Black" panose="020B0A04020102020204" pitchFamily="34" charset="0"/>
                    <a:ea typeface="+mj-ea"/>
                  </a:endParaRPr>
                </a:p>
              </p:txBody>
            </p:sp>
          </p:grpSp>
          <p:grpSp>
            <p:nvGrpSpPr>
              <p:cNvPr id="80" name="组合 79">
                <a:extLst>
                  <a:ext uri="{FF2B5EF4-FFF2-40B4-BE49-F238E27FC236}">
                    <a16:creationId xmlns:a16="http://schemas.microsoft.com/office/drawing/2014/main" id="{79D04563-9992-4B97-A44C-8040847B2684}"/>
                  </a:ext>
                </a:extLst>
              </p:cNvPr>
              <p:cNvGrpSpPr/>
              <p:nvPr/>
            </p:nvGrpSpPr>
            <p:grpSpPr>
              <a:xfrm>
                <a:off x="6762008" y="4445636"/>
                <a:ext cx="662814" cy="641082"/>
                <a:chOff x="5605689" y="3422987"/>
                <a:chExt cx="662814" cy="641082"/>
              </a:xfrm>
            </p:grpSpPr>
            <p:pic>
              <p:nvPicPr>
                <p:cNvPr id="84" name="图形 83">
                  <a:extLst>
                    <a:ext uri="{FF2B5EF4-FFF2-40B4-BE49-F238E27FC236}">
                      <a16:creationId xmlns:a16="http://schemas.microsoft.com/office/drawing/2014/main" id="{1A9F4F14-CEE6-4C09-B080-A62D8EE1D8F6}"/>
                    </a:ext>
                  </a:extLst>
                </p:cNvPr>
                <p:cNvPicPr>
                  <a:picLocks noChangeAspect="1"/>
                </p:cNvPicPr>
                <p:nvPr/>
              </p:nvPicPr>
              <p:blipFill>
                <a:blip r:embed="rId3">
                  <a:extLst>
                    <a:ext uri="{28A0092B-C50C-407E-A947-70E740481C1C}">
                      <a14:useLocalDpi xmlns:a14="http://schemas.microsoft.com/office/drawing/2010/main" val="0"/>
                    </a:ext>
                    <a:ext uri="{96DAC541-7B7A-43D3-8B79-37D633B846F1}">
                      <asvg:svgBlip xmlns:asvg="http://schemas.microsoft.com/office/drawing/2016/SVG/main" r:embed="rId4"/>
                    </a:ext>
                  </a:extLst>
                </a:blip>
                <a:stretch>
                  <a:fillRect/>
                </a:stretch>
              </p:blipFill>
              <p:spPr>
                <a:xfrm>
                  <a:off x="5605689" y="3422987"/>
                  <a:ext cx="662814" cy="641082"/>
                </a:xfrm>
                <a:prstGeom prst="rect">
                  <a:avLst/>
                </a:prstGeom>
              </p:spPr>
            </p:pic>
            <p:sp>
              <p:nvSpPr>
                <p:cNvPr id="85" name="文本框 84">
                  <a:extLst>
                    <a:ext uri="{FF2B5EF4-FFF2-40B4-BE49-F238E27FC236}">
                      <a16:creationId xmlns:a16="http://schemas.microsoft.com/office/drawing/2014/main" id="{1AB419E9-5A61-4B44-9378-9209B6DC4BFE}"/>
                    </a:ext>
                  </a:extLst>
                </p:cNvPr>
                <p:cNvSpPr txBox="1"/>
                <p:nvPr/>
              </p:nvSpPr>
              <p:spPr>
                <a:xfrm>
                  <a:off x="5885506" y="3451320"/>
                  <a:ext cx="355235" cy="400110"/>
                </a:xfrm>
                <a:prstGeom prst="rect">
                  <a:avLst/>
                </a:prstGeom>
                <a:noFill/>
              </p:spPr>
              <p:txBody>
                <a:bodyPr wrap="square" rtlCol="0">
                  <a:spAutoFit/>
                </a:bodyPr>
                <a:lstStyle/>
                <a:p>
                  <a:pPr algn="ctr"/>
                  <a:r>
                    <a:rPr lang="en-US" altLang="zh-CN" sz="2000" b="1" dirty="0">
                      <a:solidFill>
                        <a:schemeClr val="bg1"/>
                      </a:solidFill>
                      <a:latin typeface="Arial Black" panose="020B0A04020102020204" pitchFamily="34" charset="0"/>
                      <a:ea typeface="+mj-ea"/>
                    </a:rPr>
                    <a:t>C</a:t>
                  </a:r>
                  <a:endParaRPr lang="zh-CN" altLang="en-US" sz="2000" b="1" dirty="0">
                    <a:solidFill>
                      <a:schemeClr val="bg1"/>
                    </a:solidFill>
                    <a:latin typeface="Arial Black" panose="020B0A04020102020204" pitchFamily="34" charset="0"/>
                    <a:ea typeface="+mj-ea"/>
                  </a:endParaRPr>
                </a:p>
              </p:txBody>
            </p:sp>
          </p:grpSp>
          <p:grpSp>
            <p:nvGrpSpPr>
              <p:cNvPr id="81" name="组合 80">
                <a:extLst>
                  <a:ext uri="{FF2B5EF4-FFF2-40B4-BE49-F238E27FC236}">
                    <a16:creationId xmlns:a16="http://schemas.microsoft.com/office/drawing/2014/main" id="{45AE087C-3B7D-46DA-9B6F-D21B4748ECC6}"/>
                  </a:ext>
                </a:extLst>
              </p:cNvPr>
              <p:cNvGrpSpPr/>
              <p:nvPr/>
            </p:nvGrpSpPr>
            <p:grpSpPr>
              <a:xfrm>
                <a:off x="9158674" y="4445636"/>
                <a:ext cx="662814" cy="641082"/>
                <a:chOff x="8002355" y="3422987"/>
                <a:chExt cx="662814" cy="641082"/>
              </a:xfrm>
            </p:grpSpPr>
            <p:pic>
              <p:nvPicPr>
                <p:cNvPr id="82" name="图形 81">
                  <a:extLst>
                    <a:ext uri="{FF2B5EF4-FFF2-40B4-BE49-F238E27FC236}">
                      <a16:creationId xmlns:a16="http://schemas.microsoft.com/office/drawing/2014/main" id="{C7C692FB-B276-4361-A80A-DDC67B84F3B9}"/>
                    </a:ext>
                  </a:extLst>
                </p:cNvPr>
                <p:cNvPicPr>
                  <a:picLocks noChangeAspect="1"/>
                </p:cNvPicPr>
                <p:nvPr/>
              </p:nvPicPr>
              <p:blipFill>
                <a:blip r:embed="rId3">
                  <a:extLst>
                    <a:ext uri="{28A0092B-C50C-407E-A947-70E740481C1C}">
                      <a14:useLocalDpi xmlns:a14="http://schemas.microsoft.com/office/drawing/2010/main" val="0"/>
                    </a:ext>
                    <a:ext uri="{96DAC541-7B7A-43D3-8B79-37D633B846F1}">
                      <asvg:svgBlip xmlns:asvg="http://schemas.microsoft.com/office/drawing/2016/SVG/main" r:embed="rId4"/>
                    </a:ext>
                  </a:extLst>
                </a:blip>
                <a:stretch>
                  <a:fillRect/>
                </a:stretch>
              </p:blipFill>
              <p:spPr>
                <a:xfrm>
                  <a:off x="8002355" y="3422987"/>
                  <a:ext cx="662814" cy="641082"/>
                </a:xfrm>
                <a:prstGeom prst="rect">
                  <a:avLst/>
                </a:prstGeom>
              </p:spPr>
            </p:pic>
            <p:sp>
              <p:nvSpPr>
                <p:cNvPr id="83" name="文本框 82">
                  <a:extLst>
                    <a:ext uri="{FF2B5EF4-FFF2-40B4-BE49-F238E27FC236}">
                      <a16:creationId xmlns:a16="http://schemas.microsoft.com/office/drawing/2014/main" id="{2CFFEF8D-95F2-49EA-AA00-E886C611720A}"/>
                    </a:ext>
                  </a:extLst>
                </p:cNvPr>
                <p:cNvSpPr txBox="1"/>
                <p:nvPr/>
              </p:nvSpPr>
              <p:spPr>
                <a:xfrm>
                  <a:off x="8282675" y="3444742"/>
                  <a:ext cx="355235" cy="400110"/>
                </a:xfrm>
                <a:prstGeom prst="rect">
                  <a:avLst/>
                </a:prstGeom>
                <a:noFill/>
              </p:spPr>
              <p:txBody>
                <a:bodyPr wrap="square" rtlCol="0">
                  <a:spAutoFit/>
                </a:bodyPr>
                <a:lstStyle/>
                <a:p>
                  <a:pPr algn="ctr"/>
                  <a:r>
                    <a:rPr lang="en-US" altLang="zh-CN" sz="2000" b="1" dirty="0">
                      <a:solidFill>
                        <a:schemeClr val="bg1"/>
                      </a:solidFill>
                      <a:latin typeface="Arial Black" panose="020B0A04020102020204" pitchFamily="34" charset="0"/>
                      <a:ea typeface="+mj-ea"/>
                    </a:rPr>
                    <a:t>D</a:t>
                  </a:r>
                  <a:endParaRPr lang="zh-CN" altLang="en-US" sz="2000" b="1" dirty="0">
                    <a:solidFill>
                      <a:schemeClr val="bg1"/>
                    </a:solidFill>
                    <a:latin typeface="Arial Black" panose="020B0A04020102020204" pitchFamily="34" charset="0"/>
                    <a:ea typeface="+mj-ea"/>
                  </a:endParaRPr>
                </a:p>
              </p:txBody>
            </p:sp>
          </p:grpSp>
        </p:grpSp>
      </p:grpSp>
      <p:cxnSp>
        <p:nvCxnSpPr>
          <p:cNvPr id="97" name="直接箭头连接符 96">
            <a:extLst>
              <a:ext uri="{FF2B5EF4-FFF2-40B4-BE49-F238E27FC236}">
                <a16:creationId xmlns:a16="http://schemas.microsoft.com/office/drawing/2014/main" id="{7B5D66AD-5308-4CEE-AE96-6CF912BF0EC0}"/>
              </a:ext>
            </a:extLst>
          </p:cNvPr>
          <p:cNvCxnSpPr/>
          <p:nvPr/>
        </p:nvCxnSpPr>
        <p:spPr>
          <a:xfrm flipV="1">
            <a:off x="2461858" y="3772620"/>
            <a:ext cx="0" cy="773654"/>
          </a:xfrm>
          <a:prstGeom prst="straightConnector1">
            <a:avLst/>
          </a:prstGeom>
          <a:ln w="50800" cap="rnd">
            <a:solidFill>
              <a:schemeClr val="accent6"/>
            </a:solidFill>
            <a:round/>
            <a:tailEnd type="triangle" w="med" len="med"/>
          </a:ln>
        </p:spPr>
        <p:style>
          <a:lnRef idx="1">
            <a:schemeClr val="accent1"/>
          </a:lnRef>
          <a:fillRef idx="0">
            <a:schemeClr val="accent1"/>
          </a:fillRef>
          <a:effectRef idx="0">
            <a:schemeClr val="accent1"/>
          </a:effectRef>
          <a:fontRef idx="minor">
            <a:schemeClr val="tx1"/>
          </a:fontRef>
        </p:style>
      </p:cxnSp>
      <p:cxnSp>
        <p:nvCxnSpPr>
          <p:cNvPr id="98" name="直接箭头连接符 97">
            <a:extLst>
              <a:ext uri="{FF2B5EF4-FFF2-40B4-BE49-F238E27FC236}">
                <a16:creationId xmlns:a16="http://schemas.microsoft.com/office/drawing/2014/main" id="{4906FD04-98E6-454D-B1DD-00743F2E0B3E}"/>
              </a:ext>
            </a:extLst>
          </p:cNvPr>
          <p:cNvCxnSpPr>
            <a:cxnSpLocks/>
          </p:cNvCxnSpPr>
          <p:nvPr/>
        </p:nvCxnSpPr>
        <p:spPr>
          <a:xfrm>
            <a:off x="2471968" y="3780894"/>
            <a:ext cx="7908170" cy="0"/>
          </a:xfrm>
          <a:prstGeom prst="straightConnector1">
            <a:avLst/>
          </a:prstGeom>
          <a:ln w="50800" cap="rnd">
            <a:solidFill>
              <a:schemeClr val="accent6"/>
            </a:solidFill>
            <a:round/>
            <a:tailEnd type="triangle" w="med" len="med"/>
          </a:ln>
        </p:spPr>
        <p:style>
          <a:lnRef idx="1">
            <a:schemeClr val="accent1"/>
          </a:lnRef>
          <a:fillRef idx="0">
            <a:schemeClr val="accent1"/>
          </a:fillRef>
          <a:effectRef idx="0">
            <a:schemeClr val="accent1"/>
          </a:effectRef>
          <a:fontRef idx="minor">
            <a:schemeClr val="tx1"/>
          </a:fontRef>
        </p:style>
      </p:cxnSp>
      <p:cxnSp>
        <p:nvCxnSpPr>
          <p:cNvPr id="99" name="直接箭头连接符 98">
            <a:extLst>
              <a:ext uri="{FF2B5EF4-FFF2-40B4-BE49-F238E27FC236}">
                <a16:creationId xmlns:a16="http://schemas.microsoft.com/office/drawing/2014/main" id="{A324038A-BE89-4BDB-AF2B-E092A592EA88}"/>
              </a:ext>
            </a:extLst>
          </p:cNvPr>
          <p:cNvCxnSpPr>
            <a:cxnSpLocks/>
          </p:cNvCxnSpPr>
          <p:nvPr/>
        </p:nvCxnSpPr>
        <p:spPr>
          <a:xfrm flipH="1">
            <a:off x="1876321" y="3780894"/>
            <a:ext cx="585537" cy="0"/>
          </a:xfrm>
          <a:prstGeom prst="straightConnector1">
            <a:avLst/>
          </a:prstGeom>
          <a:ln w="50800" cap="rnd">
            <a:solidFill>
              <a:schemeClr val="accent6"/>
            </a:solidFill>
            <a:round/>
            <a:tailEnd type="triangle" w="med" len="med"/>
          </a:ln>
        </p:spPr>
        <p:style>
          <a:lnRef idx="1">
            <a:schemeClr val="accent1"/>
          </a:lnRef>
          <a:fillRef idx="0">
            <a:schemeClr val="accent1"/>
          </a:fillRef>
          <a:effectRef idx="0">
            <a:schemeClr val="accent1"/>
          </a:effectRef>
          <a:fontRef idx="minor">
            <a:schemeClr val="tx1"/>
          </a:fontRef>
        </p:style>
      </p:cxnSp>
      <p:cxnSp>
        <p:nvCxnSpPr>
          <p:cNvPr id="100" name="直接箭头连接符 99">
            <a:extLst>
              <a:ext uri="{FF2B5EF4-FFF2-40B4-BE49-F238E27FC236}">
                <a16:creationId xmlns:a16="http://schemas.microsoft.com/office/drawing/2014/main" id="{677F40BA-12DC-4800-97A0-21B9914A9886}"/>
              </a:ext>
            </a:extLst>
          </p:cNvPr>
          <p:cNvCxnSpPr>
            <a:cxnSpLocks/>
          </p:cNvCxnSpPr>
          <p:nvPr/>
        </p:nvCxnSpPr>
        <p:spPr>
          <a:xfrm>
            <a:off x="4885578" y="3810109"/>
            <a:ext cx="0" cy="780427"/>
          </a:xfrm>
          <a:prstGeom prst="straightConnector1">
            <a:avLst/>
          </a:prstGeom>
          <a:ln w="50800" cap="rnd">
            <a:solidFill>
              <a:schemeClr val="accent6"/>
            </a:solidFill>
            <a:round/>
            <a:tailEnd type="triangle" w="med" len="med"/>
          </a:ln>
        </p:spPr>
        <p:style>
          <a:lnRef idx="1">
            <a:schemeClr val="accent1"/>
          </a:lnRef>
          <a:fillRef idx="0">
            <a:schemeClr val="accent1"/>
          </a:fillRef>
          <a:effectRef idx="0">
            <a:schemeClr val="accent1"/>
          </a:effectRef>
          <a:fontRef idx="minor">
            <a:schemeClr val="tx1"/>
          </a:fontRef>
        </p:style>
      </p:cxnSp>
      <p:cxnSp>
        <p:nvCxnSpPr>
          <p:cNvPr id="101" name="直接箭头连接符 100">
            <a:extLst>
              <a:ext uri="{FF2B5EF4-FFF2-40B4-BE49-F238E27FC236}">
                <a16:creationId xmlns:a16="http://schemas.microsoft.com/office/drawing/2014/main" id="{BB519F0F-47E3-43A3-9645-39F7DE7D4D45}"/>
              </a:ext>
            </a:extLst>
          </p:cNvPr>
          <p:cNvCxnSpPr>
            <a:cxnSpLocks/>
          </p:cNvCxnSpPr>
          <p:nvPr/>
        </p:nvCxnSpPr>
        <p:spPr>
          <a:xfrm>
            <a:off x="7261704" y="3810109"/>
            <a:ext cx="0" cy="780427"/>
          </a:xfrm>
          <a:prstGeom prst="straightConnector1">
            <a:avLst/>
          </a:prstGeom>
          <a:ln w="50800" cap="rnd">
            <a:solidFill>
              <a:schemeClr val="accent6"/>
            </a:solidFill>
            <a:round/>
            <a:tailEnd type="triangle" w="med" len="med"/>
          </a:ln>
        </p:spPr>
        <p:style>
          <a:lnRef idx="1">
            <a:schemeClr val="accent1"/>
          </a:lnRef>
          <a:fillRef idx="0">
            <a:schemeClr val="accent1"/>
          </a:fillRef>
          <a:effectRef idx="0">
            <a:schemeClr val="accent1"/>
          </a:effectRef>
          <a:fontRef idx="minor">
            <a:schemeClr val="tx1"/>
          </a:fontRef>
        </p:style>
      </p:cxnSp>
      <p:cxnSp>
        <p:nvCxnSpPr>
          <p:cNvPr id="102" name="直接箭头连接符 101">
            <a:extLst>
              <a:ext uri="{FF2B5EF4-FFF2-40B4-BE49-F238E27FC236}">
                <a16:creationId xmlns:a16="http://schemas.microsoft.com/office/drawing/2014/main" id="{72DCD92B-DECD-407A-B5F8-6A2B1DD75298}"/>
              </a:ext>
            </a:extLst>
          </p:cNvPr>
          <p:cNvCxnSpPr>
            <a:cxnSpLocks/>
          </p:cNvCxnSpPr>
          <p:nvPr/>
        </p:nvCxnSpPr>
        <p:spPr>
          <a:xfrm>
            <a:off x="9642649" y="3810109"/>
            <a:ext cx="0" cy="780427"/>
          </a:xfrm>
          <a:prstGeom prst="straightConnector1">
            <a:avLst/>
          </a:prstGeom>
          <a:ln w="50800" cap="rnd">
            <a:solidFill>
              <a:schemeClr val="accent6"/>
            </a:solidFill>
            <a:round/>
            <a:tailEnd type="triangle" w="med" len="med"/>
          </a:ln>
        </p:spPr>
        <p:style>
          <a:lnRef idx="1">
            <a:schemeClr val="accent1"/>
          </a:lnRef>
          <a:fillRef idx="0">
            <a:schemeClr val="accent1"/>
          </a:fillRef>
          <a:effectRef idx="0">
            <a:schemeClr val="accent1"/>
          </a:effectRef>
          <a:fontRef idx="minor">
            <a:schemeClr val="tx1"/>
          </a:fontRef>
        </p:style>
      </p:cxnSp>
    </p:spTree>
    <p:custDataLst>
      <p:tags r:id="rId1"/>
    </p:custDataLst>
    <p:extLst>
      <p:ext uri="{BB962C8B-B14F-4D97-AF65-F5344CB8AC3E}">
        <p14:creationId xmlns:p14="http://schemas.microsoft.com/office/powerpoint/2010/main" val="1656628457"/>
      </p:ext>
    </p:extLst>
  </p:cSld>
  <p:clrMapOvr>
    <a:masterClrMapping/>
  </p:clrMapOvr>
  <mc:AlternateContent xmlns:mc="http://schemas.openxmlformats.org/markup-compatibility/2006" xmlns:p14="http://schemas.microsoft.com/office/powerpoint/2010/main">
    <mc:Choice Requires="p14">
      <p:transition p14:dur="10"/>
    </mc:Choice>
    <mc:Fallback xmlns="">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49" presetClass="entr" presetSubtype="0" decel="100000" fill="hold" grpId="0" nodeType="withEffect">
                                  <p:stCondLst>
                                    <p:cond delay="0"/>
                                  </p:stCondLst>
                                  <p:childTnLst>
                                    <p:set>
                                      <p:cBhvr>
                                        <p:cTn id="6" dur="1" fill="hold">
                                          <p:stCondLst>
                                            <p:cond delay="0"/>
                                          </p:stCondLst>
                                        </p:cTn>
                                        <p:tgtEl>
                                          <p:spTgt spid="46"/>
                                        </p:tgtEl>
                                        <p:attrNameLst>
                                          <p:attrName>style.visibility</p:attrName>
                                        </p:attrNameLst>
                                      </p:cBhvr>
                                      <p:to>
                                        <p:strVal val="visible"/>
                                      </p:to>
                                    </p:set>
                                    <p:anim calcmode="lin" valueType="num">
                                      <p:cBhvr>
                                        <p:cTn id="7" dur="500" fill="hold"/>
                                        <p:tgtEl>
                                          <p:spTgt spid="46"/>
                                        </p:tgtEl>
                                        <p:attrNameLst>
                                          <p:attrName>ppt_w</p:attrName>
                                        </p:attrNameLst>
                                      </p:cBhvr>
                                      <p:tavLst>
                                        <p:tav tm="0">
                                          <p:val>
                                            <p:fltVal val="0"/>
                                          </p:val>
                                        </p:tav>
                                        <p:tav tm="100000">
                                          <p:val>
                                            <p:strVal val="#ppt_w"/>
                                          </p:val>
                                        </p:tav>
                                      </p:tavLst>
                                    </p:anim>
                                    <p:anim calcmode="lin" valueType="num">
                                      <p:cBhvr>
                                        <p:cTn id="8" dur="500" fill="hold"/>
                                        <p:tgtEl>
                                          <p:spTgt spid="46"/>
                                        </p:tgtEl>
                                        <p:attrNameLst>
                                          <p:attrName>ppt_h</p:attrName>
                                        </p:attrNameLst>
                                      </p:cBhvr>
                                      <p:tavLst>
                                        <p:tav tm="0">
                                          <p:val>
                                            <p:fltVal val="0"/>
                                          </p:val>
                                        </p:tav>
                                        <p:tav tm="100000">
                                          <p:val>
                                            <p:strVal val="#ppt_h"/>
                                          </p:val>
                                        </p:tav>
                                      </p:tavLst>
                                    </p:anim>
                                    <p:anim calcmode="lin" valueType="num">
                                      <p:cBhvr>
                                        <p:cTn id="9" dur="500" fill="hold"/>
                                        <p:tgtEl>
                                          <p:spTgt spid="46"/>
                                        </p:tgtEl>
                                        <p:attrNameLst>
                                          <p:attrName>style.rotation</p:attrName>
                                        </p:attrNameLst>
                                      </p:cBhvr>
                                      <p:tavLst>
                                        <p:tav tm="0">
                                          <p:val>
                                            <p:fltVal val="360"/>
                                          </p:val>
                                        </p:tav>
                                        <p:tav tm="100000">
                                          <p:val>
                                            <p:fltVal val="0"/>
                                          </p:val>
                                        </p:tav>
                                      </p:tavLst>
                                    </p:anim>
                                    <p:animEffect transition="in" filter="fade">
                                      <p:cBhvr>
                                        <p:cTn id="10" dur="500"/>
                                        <p:tgtEl>
                                          <p:spTgt spid="46"/>
                                        </p:tgtEl>
                                      </p:cBhvr>
                                    </p:animEffect>
                                  </p:childTnLst>
                                </p:cTn>
                              </p:par>
                            </p:childTnLst>
                          </p:cTn>
                        </p:par>
                        <p:par>
                          <p:cTn id="11" fill="hold">
                            <p:stCondLst>
                              <p:cond delay="500"/>
                            </p:stCondLst>
                            <p:childTnLst>
                              <p:par>
                                <p:cTn id="12" presetID="1" presetClass="entr" presetSubtype="0" fill="hold" grpId="0" nodeType="afterEffect">
                                  <p:stCondLst>
                                    <p:cond delay="0"/>
                                  </p:stCondLst>
                                  <p:iterate type="lt">
                                    <p:tmAbs val="100"/>
                                  </p:iterate>
                                  <p:childTnLst>
                                    <p:set>
                                      <p:cBhvr>
                                        <p:cTn id="13" dur="1" fill="hold">
                                          <p:stCondLst>
                                            <p:cond delay="0"/>
                                          </p:stCondLst>
                                        </p:cTn>
                                        <p:tgtEl>
                                          <p:spTgt spid="47"/>
                                        </p:tgtEl>
                                        <p:attrNameLst>
                                          <p:attrName>style.visibility</p:attrName>
                                        </p:attrNameLst>
                                      </p:cBhvr>
                                      <p:to>
                                        <p:strVal val="visible"/>
                                      </p:to>
                                    </p:set>
                                  </p:childTnLst>
                                </p:cTn>
                              </p:par>
                              <p:par>
                                <p:cTn id="14" presetID="2" presetClass="entr" presetSubtype="4" fill="hold" nodeType="withEffect">
                                  <p:stCondLst>
                                    <p:cond delay="0"/>
                                  </p:stCondLst>
                                  <p:childTnLst>
                                    <p:set>
                                      <p:cBhvr>
                                        <p:cTn id="15" dur="1" fill="hold">
                                          <p:stCondLst>
                                            <p:cond delay="0"/>
                                          </p:stCondLst>
                                        </p:cTn>
                                        <p:tgtEl>
                                          <p:spTgt spid="6"/>
                                        </p:tgtEl>
                                        <p:attrNameLst>
                                          <p:attrName>style.visibility</p:attrName>
                                        </p:attrNameLst>
                                      </p:cBhvr>
                                      <p:to>
                                        <p:strVal val="visible"/>
                                      </p:to>
                                    </p:set>
                                    <p:anim calcmode="lin" valueType="num">
                                      <p:cBhvr additive="base">
                                        <p:cTn id="16" dur="500" fill="hold"/>
                                        <p:tgtEl>
                                          <p:spTgt spid="6"/>
                                        </p:tgtEl>
                                        <p:attrNameLst>
                                          <p:attrName>ppt_x</p:attrName>
                                        </p:attrNameLst>
                                      </p:cBhvr>
                                      <p:tavLst>
                                        <p:tav tm="0">
                                          <p:val>
                                            <p:strVal val="#ppt_x"/>
                                          </p:val>
                                        </p:tav>
                                        <p:tav tm="100000">
                                          <p:val>
                                            <p:strVal val="#ppt_x"/>
                                          </p:val>
                                        </p:tav>
                                      </p:tavLst>
                                    </p:anim>
                                    <p:anim calcmode="lin" valueType="num">
                                      <p:cBhvr additive="base">
                                        <p:cTn id="17" dur="500" fill="hold"/>
                                        <p:tgtEl>
                                          <p:spTgt spid="6"/>
                                        </p:tgtEl>
                                        <p:attrNameLst>
                                          <p:attrName>ppt_y</p:attrName>
                                        </p:attrNameLst>
                                      </p:cBhvr>
                                      <p:tavLst>
                                        <p:tav tm="0">
                                          <p:val>
                                            <p:strVal val="1+#ppt_h/2"/>
                                          </p:val>
                                        </p:tav>
                                        <p:tav tm="100000">
                                          <p:val>
                                            <p:strVal val="#ppt_y"/>
                                          </p:val>
                                        </p:tav>
                                      </p:tavLst>
                                    </p:anim>
                                  </p:childTnLst>
                                </p:cTn>
                              </p:par>
                            </p:childTnLst>
                          </p:cTn>
                        </p:par>
                      </p:childTnLst>
                    </p:cTn>
                  </p:par>
                  <p:par>
                    <p:cTn id="18" fill="hold">
                      <p:stCondLst>
                        <p:cond delay="indefinite"/>
                      </p:stCondLst>
                      <p:childTnLst>
                        <p:par>
                          <p:cTn id="19" fill="hold">
                            <p:stCondLst>
                              <p:cond delay="0"/>
                            </p:stCondLst>
                            <p:childTnLst>
                              <p:par>
                                <p:cTn id="20" presetID="49" presetClass="entr" presetSubtype="0" decel="100000" fill="hold" grpId="0" nodeType="clickEffect">
                                  <p:stCondLst>
                                    <p:cond delay="0"/>
                                  </p:stCondLst>
                                  <p:childTnLst>
                                    <p:set>
                                      <p:cBhvr>
                                        <p:cTn id="21" dur="1" fill="hold">
                                          <p:stCondLst>
                                            <p:cond delay="0"/>
                                          </p:stCondLst>
                                        </p:cTn>
                                        <p:tgtEl>
                                          <p:spTgt spid="55"/>
                                        </p:tgtEl>
                                        <p:attrNameLst>
                                          <p:attrName>style.visibility</p:attrName>
                                        </p:attrNameLst>
                                      </p:cBhvr>
                                      <p:to>
                                        <p:strVal val="visible"/>
                                      </p:to>
                                    </p:set>
                                    <p:anim calcmode="lin" valueType="num">
                                      <p:cBhvr>
                                        <p:cTn id="22" dur="500" fill="hold"/>
                                        <p:tgtEl>
                                          <p:spTgt spid="55"/>
                                        </p:tgtEl>
                                        <p:attrNameLst>
                                          <p:attrName>ppt_w</p:attrName>
                                        </p:attrNameLst>
                                      </p:cBhvr>
                                      <p:tavLst>
                                        <p:tav tm="0">
                                          <p:val>
                                            <p:fltVal val="0"/>
                                          </p:val>
                                        </p:tav>
                                        <p:tav tm="100000">
                                          <p:val>
                                            <p:strVal val="#ppt_w"/>
                                          </p:val>
                                        </p:tav>
                                      </p:tavLst>
                                    </p:anim>
                                    <p:anim calcmode="lin" valueType="num">
                                      <p:cBhvr>
                                        <p:cTn id="23" dur="500" fill="hold"/>
                                        <p:tgtEl>
                                          <p:spTgt spid="55"/>
                                        </p:tgtEl>
                                        <p:attrNameLst>
                                          <p:attrName>ppt_h</p:attrName>
                                        </p:attrNameLst>
                                      </p:cBhvr>
                                      <p:tavLst>
                                        <p:tav tm="0">
                                          <p:val>
                                            <p:fltVal val="0"/>
                                          </p:val>
                                        </p:tav>
                                        <p:tav tm="100000">
                                          <p:val>
                                            <p:strVal val="#ppt_h"/>
                                          </p:val>
                                        </p:tav>
                                      </p:tavLst>
                                    </p:anim>
                                    <p:anim calcmode="lin" valueType="num">
                                      <p:cBhvr>
                                        <p:cTn id="24" dur="500" fill="hold"/>
                                        <p:tgtEl>
                                          <p:spTgt spid="55"/>
                                        </p:tgtEl>
                                        <p:attrNameLst>
                                          <p:attrName>style.rotation</p:attrName>
                                        </p:attrNameLst>
                                      </p:cBhvr>
                                      <p:tavLst>
                                        <p:tav tm="0">
                                          <p:val>
                                            <p:fltVal val="360"/>
                                          </p:val>
                                        </p:tav>
                                        <p:tav tm="100000">
                                          <p:val>
                                            <p:fltVal val="0"/>
                                          </p:val>
                                        </p:tav>
                                      </p:tavLst>
                                    </p:anim>
                                    <p:animEffect transition="in" filter="fade">
                                      <p:cBhvr>
                                        <p:cTn id="25" dur="500"/>
                                        <p:tgtEl>
                                          <p:spTgt spid="55"/>
                                        </p:tgtEl>
                                      </p:cBhvr>
                                    </p:animEffect>
                                  </p:childTnLst>
                                </p:cTn>
                              </p:par>
                            </p:childTnLst>
                          </p:cTn>
                        </p:par>
                        <p:par>
                          <p:cTn id="26" fill="hold">
                            <p:stCondLst>
                              <p:cond delay="500"/>
                            </p:stCondLst>
                            <p:childTnLst>
                              <p:par>
                                <p:cTn id="27" presetID="1" presetClass="entr" presetSubtype="0" fill="hold" grpId="0" nodeType="afterEffect">
                                  <p:stCondLst>
                                    <p:cond delay="0"/>
                                  </p:stCondLst>
                                  <p:iterate type="lt">
                                    <p:tmAbs val="100"/>
                                  </p:iterate>
                                  <p:childTnLst>
                                    <p:set>
                                      <p:cBhvr>
                                        <p:cTn id="28" dur="1" fill="hold">
                                          <p:stCondLst>
                                            <p:cond delay="0"/>
                                          </p:stCondLst>
                                        </p:cTn>
                                        <p:tgtEl>
                                          <p:spTgt spid="56"/>
                                        </p:tgtEl>
                                        <p:attrNameLst>
                                          <p:attrName>style.visibility</p:attrName>
                                        </p:attrNameLst>
                                      </p:cBhvr>
                                      <p:to>
                                        <p:strVal val="visible"/>
                                      </p:to>
                                    </p:set>
                                  </p:childTnLst>
                                </p:cTn>
                              </p:par>
                            </p:childTnLst>
                          </p:cTn>
                        </p:par>
                      </p:childTnLst>
                    </p:cTn>
                  </p:par>
                  <p:par>
                    <p:cTn id="29" fill="hold">
                      <p:stCondLst>
                        <p:cond delay="indefinite"/>
                      </p:stCondLst>
                      <p:childTnLst>
                        <p:par>
                          <p:cTn id="30" fill="hold">
                            <p:stCondLst>
                              <p:cond delay="0"/>
                            </p:stCondLst>
                            <p:childTnLst>
                              <p:par>
                                <p:cTn id="31" presetID="30" presetClass="entr" presetSubtype="0" fill="hold" nodeType="clickEffect">
                                  <p:stCondLst>
                                    <p:cond delay="0"/>
                                  </p:stCondLst>
                                  <p:childTnLst>
                                    <p:set>
                                      <p:cBhvr>
                                        <p:cTn id="32" dur="1" fill="hold">
                                          <p:stCondLst>
                                            <p:cond delay="0"/>
                                          </p:stCondLst>
                                        </p:cTn>
                                        <p:tgtEl>
                                          <p:spTgt spid="74"/>
                                        </p:tgtEl>
                                        <p:attrNameLst>
                                          <p:attrName>style.visibility</p:attrName>
                                        </p:attrNameLst>
                                      </p:cBhvr>
                                      <p:to>
                                        <p:strVal val="visible"/>
                                      </p:to>
                                    </p:set>
                                    <p:animEffect transition="in" filter="fade">
                                      <p:cBhvr>
                                        <p:cTn id="33" dur="800" decel="100000"/>
                                        <p:tgtEl>
                                          <p:spTgt spid="74"/>
                                        </p:tgtEl>
                                      </p:cBhvr>
                                    </p:animEffect>
                                    <p:anim calcmode="lin" valueType="num">
                                      <p:cBhvr>
                                        <p:cTn id="34" dur="800" decel="100000" fill="hold"/>
                                        <p:tgtEl>
                                          <p:spTgt spid="74"/>
                                        </p:tgtEl>
                                        <p:attrNameLst>
                                          <p:attrName>style.rotation</p:attrName>
                                        </p:attrNameLst>
                                      </p:cBhvr>
                                      <p:tavLst>
                                        <p:tav tm="0">
                                          <p:val>
                                            <p:fltVal val="-90"/>
                                          </p:val>
                                        </p:tav>
                                        <p:tav tm="100000">
                                          <p:val>
                                            <p:fltVal val="0"/>
                                          </p:val>
                                        </p:tav>
                                      </p:tavLst>
                                    </p:anim>
                                    <p:anim calcmode="lin" valueType="num">
                                      <p:cBhvr>
                                        <p:cTn id="35" dur="800" decel="100000" fill="hold"/>
                                        <p:tgtEl>
                                          <p:spTgt spid="74"/>
                                        </p:tgtEl>
                                        <p:attrNameLst>
                                          <p:attrName>ppt_x</p:attrName>
                                        </p:attrNameLst>
                                      </p:cBhvr>
                                      <p:tavLst>
                                        <p:tav tm="0">
                                          <p:val>
                                            <p:strVal val="#ppt_x+0.4"/>
                                          </p:val>
                                        </p:tav>
                                        <p:tav tm="100000">
                                          <p:val>
                                            <p:strVal val="#ppt_x-0.05"/>
                                          </p:val>
                                        </p:tav>
                                      </p:tavLst>
                                    </p:anim>
                                    <p:anim calcmode="lin" valueType="num">
                                      <p:cBhvr>
                                        <p:cTn id="36" dur="800" decel="100000" fill="hold"/>
                                        <p:tgtEl>
                                          <p:spTgt spid="74"/>
                                        </p:tgtEl>
                                        <p:attrNameLst>
                                          <p:attrName>ppt_y</p:attrName>
                                        </p:attrNameLst>
                                      </p:cBhvr>
                                      <p:tavLst>
                                        <p:tav tm="0">
                                          <p:val>
                                            <p:strVal val="#ppt_y-0.4"/>
                                          </p:val>
                                        </p:tav>
                                        <p:tav tm="100000">
                                          <p:val>
                                            <p:strVal val="#ppt_y+0.1"/>
                                          </p:val>
                                        </p:tav>
                                      </p:tavLst>
                                    </p:anim>
                                    <p:anim calcmode="lin" valueType="num">
                                      <p:cBhvr>
                                        <p:cTn id="37" dur="200" accel="100000" fill="hold">
                                          <p:stCondLst>
                                            <p:cond delay="800"/>
                                          </p:stCondLst>
                                        </p:cTn>
                                        <p:tgtEl>
                                          <p:spTgt spid="74"/>
                                        </p:tgtEl>
                                        <p:attrNameLst>
                                          <p:attrName>ppt_x</p:attrName>
                                        </p:attrNameLst>
                                      </p:cBhvr>
                                      <p:tavLst>
                                        <p:tav tm="0">
                                          <p:val>
                                            <p:strVal val="#ppt_x-0.05"/>
                                          </p:val>
                                        </p:tav>
                                        <p:tav tm="100000">
                                          <p:val>
                                            <p:strVal val="#ppt_x"/>
                                          </p:val>
                                        </p:tav>
                                      </p:tavLst>
                                    </p:anim>
                                    <p:anim calcmode="lin" valueType="num">
                                      <p:cBhvr>
                                        <p:cTn id="38" dur="200" accel="100000" fill="hold">
                                          <p:stCondLst>
                                            <p:cond delay="800"/>
                                          </p:stCondLst>
                                        </p:cTn>
                                        <p:tgtEl>
                                          <p:spTgt spid="74"/>
                                        </p:tgtEl>
                                        <p:attrNameLst>
                                          <p:attrName>ppt_y</p:attrName>
                                        </p:attrNameLst>
                                      </p:cBhvr>
                                      <p:tavLst>
                                        <p:tav tm="0">
                                          <p:val>
                                            <p:strVal val="#ppt_y+0.1"/>
                                          </p:val>
                                        </p:tav>
                                        <p:tav tm="100000">
                                          <p:val>
                                            <p:strVal val="#ppt_y"/>
                                          </p:val>
                                        </p:tav>
                                      </p:tavLst>
                                    </p:anim>
                                  </p:childTnLst>
                                </p:cTn>
                              </p:par>
                            </p:childTnLst>
                          </p:cTn>
                        </p:par>
                      </p:childTnLst>
                    </p:cTn>
                  </p:par>
                  <p:par>
                    <p:cTn id="39" fill="hold">
                      <p:stCondLst>
                        <p:cond delay="indefinite"/>
                      </p:stCondLst>
                      <p:childTnLst>
                        <p:par>
                          <p:cTn id="40" fill="hold">
                            <p:stCondLst>
                              <p:cond delay="0"/>
                            </p:stCondLst>
                            <p:childTnLst>
                              <p:par>
                                <p:cTn id="41" presetID="47" presetClass="entr" presetSubtype="0" fill="hold" nodeType="clickEffect">
                                  <p:stCondLst>
                                    <p:cond delay="0"/>
                                  </p:stCondLst>
                                  <p:childTnLst>
                                    <p:set>
                                      <p:cBhvr>
                                        <p:cTn id="42" dur="1" fill="hold">
                                          <p:stCondLst>
                                            <p:cond delay="0"/>
                                          </p:stCondLst>
                                        </p:cTn>
                                        <p:tgtEl>
                                          <p:spTgt spid="57"/>
                                        </p:tgtEl>
                                        <p:attrNameLst>
                                          <p:attrName>style.visibility</p:attrName>
                                        </p:attrNameLst>
                                      </p:cBhvr>
                                      <p:to>
                                        <p:strVal val="visible"/>
                                      </p:to>
                                    </p:set>
                                    <p:animEffect transition="in" filter="fade">
                                      <p:cBhvr>
                                        <p:cTn id="43" dur="1000"/>
                                        <p:tgtEl>
                                          <p:spTgt spid="57"/>
                                        </p:tgtEl>
                                      </p:cBhvr>
                                    </p:animEffect>
                                    <p:anim calcmode="lin" valueType="num">
                                      <p:cBhvr>
                                        <p:cTn id="44" dur="1000" fill="hold"/>
                                        <p:tgtEl>
                                          <p:spTgt spid="57"/>
                                        </p:tgtEl>
                                        <p:attrNameLst>
                                          <p:attrName>ppt_x</p:attrName>
                                        </p:attrNameLst>
                                      </p:cBhvr>
                                      <p:tavLst>
                                        <p:tav tm="0">
                                          <p:val>
                                            <p:strVal val="#ppt_x"/>
                                          </p:val>
                                        </p:tav>
                                        <p:tav tm="100000">
                                          <p:val>
                                            <p:strVal val="#ppt_x"/>
                                          </p:val>
                                        </p:tav>
                                      </p:tavLst>
                                    </p:anim>
                                    <p:anim calcmode="lin" valueType="num">
                                      <p:cBhvr>
                                        <p:cTn id="45" dur="1000" fill="hold"/>
                                        <p:tgtEl>
                                          <p:spTgt spid="57"/>
                                        </p:tgtEl>
                                        <p:attrNameLst>
                                          <p:attrName>ppt_y</p:attrName>
                                        </p:attrNameLst>
                                      </p:cBhvr>
                                      <p:tavLst>
                                        <p:tav tm="0">
                                          <p:val>
                                            <p:strVal val="#ppt_y-.1"/>
                                          </p:val>
                                        </p:tav>
                                        <p:tav tm="100000">
                                          <p:val>
                                            <p:strVal val="#ppt_y"/>
                                          </p:val>
                                        </p:tav>
                                      </p:tavLst>
                                    </p:anim>
                                  </p:childTnLst>
                                </p:cTn>
                              </p:par>
                              <p:par>
                                <p:cTn id="46" presetID="22" presetClass="entr" presetSubtype="4" fill="hold" nodeType="withEffect">
                                  <p:stCondLst>
                                    <p:cond delay="0"/>
                                  </p:stCondLst>
                                  <p:childTnLst>
                                    <p:set>
                                      <p:cBhvr>
                                        <p:cTn id="47" dur="1" fill="hold">
                                          <p:stCondLst>
                                            <p:cond delay="0"/>
                                          </p:stCondLst>
                                        </p:cTn>
                                        <p:tgtEl>
                                          <p:spTgt spid="97"/>
                                        </p:tgtEl>
                                        <p:attrNameLst>
                                          <p:attrName>style.visibility</p:attrName>
                                        </p:attrNameLst>
                                      </p:cBhvr>
                                      <p:to>
                                        <p:strVal val="visible"/>
                                      </p:to>
                                    </p:set>
                                    <p:animEffect transition="in" filter="wipe(down)">
                                      <p:cBhvr>
                                        <p:cTn id="48" dur="1000"/>
                                        <p:tgtEl>
                                          <p:spTgt spid="97"/>
                                        </p:tgtEl>
                                      </p:cBhvr>
                                    </p:animEffect>
                                  </p:childTnLst>
                                </p:cTn>
                              </p:par>
                              <p:par>
                                <p:cTn id="49" presetID="22" presetClass="entr" presetSubtype="2" fill="hold" nodeType="withEffect">
                                  <p:stCondLst>
                                    <p:cond delay="800"/>
                                  </p:stCondLst>
                                  <p:childTnLst>
                                    <p:set>
                                      <p:cBhvr>
                                        <p:cTn id="50" dur="1" fill="hold">
                                          <p:stCondLst>
                                            <p:cond delay="0"/>
                                          </p:stCondLst>
                                        </p:cTn>
                                        <p:tgtEl>
                                          <p:spTgt spid="99"/>
                                        </p:tgtEl>
                                        <p:attrNameLst>
                                          <p:attrName>style.visibility</p:attrName>
                                        </p:attrNameLst>
                                      </p:cBhvr>
                                      <p:to>
                                        <p:strVal val="visible"/>
                                      </p:to>
                                    </p:set>
                                    <p:animEffect transition="in" filter="wipe(right)">
                                      <p:cBhvr>
                                        <p:cTn id="51" dur="500"/>
                                        <p:tgtEl>
                                          <p:spTgt spid="99"/>
                                        </p:tgtEl>
                                      </p:cBhvr>
                                    </p:animEffect>
                                  </p:childTnLst>
                                </p:cTn>
                              </p:par>
                              <p:par>
                                <p:cTn id="52" presetID="22" presetClass="entr" presetSubtype="8" fill="hold" nodeType="withEffect">
                                  <p:stCondLst>
                                    <p:cond delay="800"/>
                                  </p:stCondLst>
                                  <p:childTnLst>
                                    <p:set>
                                      <p:cBhvr>
                                        <p:cTn id="53" dur="1" fill="hold">
                                          <p:stCondLst>
                                            <p:cond delay="0"/>
                                          </p:stCondLst>
                                        </p:cTn>
                                        <p:tgtEl>
                                          <p:spTgt spid="98"/>
                                        </p:tgtEl>
                                        <p:attrNameLst>
                                          <p:attrName>style.visibility</p:attrName>
                                        </p:attrNameLst>
                                      </p:cBhvr>
                                      <p:to>
                                        <p:strVal val="visible"/>
                                      </p:to>
                                    </p:set>
                                    <p:animEffect transition="in" filter="wipe(left)">
                                      <p:cBhvr>
                                        <p:cTn id="54" dur="3000"/>
                                        <p:tgtEl>
                                          <p:spTgt spid="98"/>
                                        </p:tgtEl>
                                      </p:cBhvr>
                                    </p:animEffect>
                                  </p:childTnLst>
                                </p:cTn>
                              </p:par>
                              <p:par>
                                <p:cTn id="55" presetID="22" presetClass="entr" presetSubtype="1" fill="hold" nodeType="withEffect">
                                  <p:stCondLst>
                                    <p:cond delay="1700"/>
                                  </p:stCondLst>
                                  <p:childTnLst>
                                    <p:set>
                                      <p:cBhvr>
                                        <p:cTn id="56" dur="1" fill="hold">
                                          <p:stCondLst>
                                            <p:cond delay="0"/>
                                          </p:stCondLst>
                                        </p:cTn>
                                        <p:tgtEl>
                                          <p:spTgt spid="100"/>
                                        </p:tgtEl>
                                        <p:attrNameLst>
                                          <p:attrName>style.visibility</p:attrName>
                                        </p:attrNameLst>
                                      </p:cBhvr>
                                      <p:to>
                                        <p:strVal val="visible"/>
                                      </p:to>
                                    </p:set>
                                    <p:animEffect transition="in" filter="wipe(up)">
                                      <p:cBhvr>
                                        <p:cTn id="57" dur="1000"/>
                                        <p:tgtEl>
                                          <p:spTgt spid="100"/>
                                        </p:tgtEl>
                                      </p:cBhvr>
                                    </p:animEffect>
                                  </p:childTnLst>
                                </p:cTn>
                              </p:par>
                              <p:par>
                                <p:cTn id="58" presetID="22" presetClass="entr" presetSubtype="1" fill="hold" nodeType="withEffect">
                                  <p:stCondLst>
                                    <p:cond delay="2500"/>
                                  </p:stCondLst>
                                  <p:childTnLst>
                                    <p:set>
                                      <p:cBhvr>
                                        <p:cTn id="59" dur="1" fill="hold">
                                          <p:stCondLst>
                                            <p:cond delay="0"/>
                                          </p:stCondLst>
                                        </p:cTn>
                                        <p:tgtEl>
                                          <p:spTgt spid="101"/>
                                        </p:tgtEl>
                                        <p:attrNameLst>
                                          <p:attrName>style.visibility</p:attrName>
                                        </p:attrNameLst>
                                      </p:cBhvr>
                                      <p:to>
                                        <p:strVal val="visible"/>
                                      </p:to>
                                    </p:set>
                                    <p:animEffect transition="in" filter="wipe(up)">
                                      <p:cBhvr>
                                        <p:cTn id="60" dur="1000"/>
                                        <p:tgtEl>
                                          <p:spTgt spid="101"/>
                                        </p:tgtEl>
                                      </p:cBhvr>
                                    </p:animEffect>
                                  </p:childTnLst>
                                </p:cTn>
                              </p:par>
                              <p:par>
                                <p:cTn id="61" presetID="22" presetClass="entr" presetSubtype="1" fill="hold" nodeType="withEffect">
                                  <p:stCondLst>
                                    <p:cond delay="3200"/>
                                  </p:stCondLst>
                                  <p:childTnLst>
                                    <p:set>
                                      <p:cBhvr>
                                        <p:cTn id="62" dur="1" fill="hold">
                                          <p:stCondLst>
                                            <p:cond delay="0"/>
                                          </p:stCondLst>
                                        </p:cTn>
                                        <p:tgtEl>
                                          <p:spTgt spid="102"/>
                                        </p:tgtEl>
                                        <p:attrNameLst>
                                          <p:attrName>style.visibility</p:attrName>
                                        </p:attrNameLst>
                                      </p:cBhvr>
                                      <p:to>
                                        <p:strVal val="visible"/>
                                      </p:to>
                                    </p:set>
                                    <p:animEffect transition="in" filter="wipe(up)">
                                      <p:cBhvr>
                                        <p:cTn id="63" dur="1000"/>
                                        <p:tgtEl>
                                          <p:spTgt spid="102"/>
                                        </p:tgtEl>
                                      </p:cBhvr>
                                    </p:animEffect>
                                  </p:childTnLst>
                                </p:cTn>
                              </p:par>
                              <p:par>
                                <p:cTn id="64" presetID="35" presetClass="emph" presetSubtype="0" repeatCount="10000" fill="hold" nodeType="withEffect">
                                  <p:stCondLst>
                                    <p:cond delay="1000"/>
                                  </p:stCondLst>
                                  <p:childTnLst>
                                    <p:anim calcmode="discrete" valueType="str">
                                      <p:cBhvr>
                                        <p:cTn id="65" dur="500" fill="hold"/>
                                        <p:tgtEl>
                                          <p:spTgt spid="57"/>
                                        </p:tgtEl>
                                        <p:attrNameLst>
                                          <p:attrName>style.visibility</p:attrName>
                                        </p:attrNameLst>
                                      </p:cBhvr>
                                      <p:tavLst>
                                        <p:tav tm="0">
                                          <p:val>
                                            <p:strVal val="hidden"/>
                                          </p:val>
                                        </p:tav>
                                        <p:tav tm="50000">
                                          <p:val>
                                            <p:strVal val="visible"/>
                                          </p:val>
                                        </p:tav>
                                      </p:tavLst>
                                    </p:anim>
                                  </p:childTnLst>
                                </p:cTn>
                              </p:par>
                            </p:childTnLst>
                          </p:cTn>
                        </p:par>
                      </p:childTnLst>
                    </p:cTn>
                  </p:par>
                  <p:par>
                    <p:cTn id="66" fill="hold">
                      <p:stCondLst>
                        <p:cond delay="indefinite"/>
                      </p:stCondLst>
                      <p:childTnLst>
                        <p:par>
                          <p:cTn id="67" fill="hold">
                            <p:stCondLst>
                              <p:cond delay="0"/>
                            </p:stCondLst>
                            <p:childTnLst>
                              <p:par>
                                <p:cTn id="68" presetID="47" presetClass="entr" presetSubtype="0" fill="hold" nodeType="clickEffect">
                                  <p:stCondLst>
                                    <p:cond delay="0"/>
                                  </p:stCondLst>
                                  <p:childTnLst>
                                    <p:set>
                                      <p:cBhvr>
                                        <p:cTn id="69" dur="1" fill="hold">
                                          <p:stCondLst>
                                            <p:cond delay="0"/>
                                          </p:stCondLst>
                                        </p:cTn>
                                        <p:tgtEl>
                                          <p:spTgt spid="60"/>
                                        </p:tgtEl>
                                        <p:attrNameLst>
                                          <p:attrName>style.visibility</p:attrName>
                                        </p:attrNameLst>
                                      </p:cBhvr>
                                      <p:to>
                                        <p:strVal val="visible"/>
                                      </p:to>
                                    </p:set>
                                    <p:animEffect transition="in" filter="fade">
                                      <p:cBhvr>
                                        <p:cTn id="70" dur="1000"/>
                                        <p:tgtEl>
                                          <p:spTgt spid="60"/>
                                        </p:tgtEl>
                                      </p:cBhvr>
                                    </p:animEffect>
                                    <p:anim calcmode="lin" valueType="num">
                                      <p:cBhvr>
                                        <p:cTn id="71" dur="1000" fill="hold"/>
                                        <p:tgtEl>
                                          <p:spTgt spid="60"/>
                                        </p:tgtEl>
                                        <p:attrNameLst>
                                          <p:attrName>ppt_x</p:attrName>
                                        </p:attrNameLst>
                                      </p:cBhvr>
                                      <p:tavLst>
                                        <p:tav tm="0">
                                          <p:val>
                                            <p:strVal val="#ppt_x"/>
                                          </p:val>
                                        </p:tav>
                                        <p:tav tm="100000">
                                          <p:val>
                                            <p:strVal val="#ppt_x"/>
                                          </p:val>
                                        </p:tav>
                                      </p:tavLst>
                                    </p:anim>
                                    <p:anim calcmode="lin" valueType="num">
                                      <p:cBhvr>
                                        <p:cTn id="72" dur="1000" fill="hold"/>
                                        <p:tgtEl>
                                          <p:spTgt spid="60"/>
                                        </p:tgtEl>
                                        <p:attrNameLst>
                                          <p:attrName>ppt_y</p:attrName>
                                        </p:attrNameLst>
                                      </p:cBhvr>
                                      <p:tavLst>
                                        <p:tav tm="0">
                                          <p:val>
                                            <p:strVal val="#ppt_y-.1"/>
                                          </p:val>
                                        </p:tav>
                                        <p:tav tm="100000">
                                          <p:val>
                                            <p:strVal val="#ppt_y"/>
                                          </p:val>
                                        </p:tav>
                                      </p:tavLst>
                                    </p:anim>
                                  </p:childTnLst>
                                </p:cTn>
                              </p:par>
                            </p:childTnLst>
                          </p:cTn>
                        </p:par>
                        <p:par>
                          <p:cTn id="73" fill="hold">
                            <p:stCondLst>
                              <p:cond delay="1000"/>
                            </p:stCondLst>
                            <p:childTnLst>
                              <p:par>
                                <p:cTn id="74" presetID="47" presetClass="entr" presetSubtype="0" fill="hold" nodeType="afterEffect">
                                  <p:stCondLst>
                                    <p:cond delay="0"/>
                                  </p:stCondLst>
                                  <p:childTnLst>
                                    <p:set>
                                      <p:cBhvr>
                                        <p:cTn id="75" dur="1" fill="hold">
                                          <p:stCondLst>
                                            <p:cond delay="0"/>
                                          </p:stCondLst>
                                        </p:cTn>
                                        <p:tgtEl>
                                          <p:spTgt spid="71"/>
                                        </p:tgtEl>
                                        <p:attrNameLst>
                                          <p:attrName>style.visibility</p:attrName>
                                        </p:attrNameLst>
                                      </p:cBhvr>
                                      <p:to>
                                        <p:strVal val="visible"/>
                                      </p:to>
                                    </p:set>
                                    <p:animEffect transition="in" filter="fade">
                                      <p:cBhvr>
                                        <p:cTn id="76" dur="1000"/>
                                        <p:tgtEl>
                                          <p:spTgt spid="71"/>
                                        </p:tgtEl>
                                      </p:cBhvr>
                                    </p:animEffect>
                                    <p:anim calcmode="lin" valueType="num">
                                      <p:cBhvr>
                                        <p:cTn id="77" dur="1000" fill="hold"/>
                                        <p:tgtEl>
                                          <p:spTgt spid="71"/>
                                        </p:tgtEl>
                                        <p:attrNameLst>
                                          <p:attrName>ppt_x</p:attrName>
                                        </p:attrNameLst>
                                      </p:cBhvr>
                                      <p:tavLst>
                                        <p:tav tm="0">
                                          <p:val>
                                            <p:strVal val="#ppt_x"/>
                                          </p:val>
                                        </p:tav>
                                        <p:tav tm="100000">
                                          <p:val>
                                            <p:strVal val="#ppt_x"/>
                                          </p:val>
                                        </p:tav>
                                      </p:tavLst>
                                    </p:anim>
                                    <p:anim calcmode="lin" valueType="num">
                                      <p:cBhvr>
                                        <p:cTn id="78" dur="1000" fill="hold"/>
                                        <p:tgtEl>
                                          <p:spTgt spid="71"/>
                                        </p:tgtEl>
                                        <p:attrNameLst>
                                          <p:attrName>ppt_y</p:attrName>
                                        </p:attrNameLst>
                                      </p:cBhvr>
                                      <p:tavLst>
                                        <p:tav tm="0">
                                          <p:val>
                                            <p:strVal val="#ppt_y-.1"/>
                                          </p:val>
                                        </p:tav>
                                        <p:tav tm="100000">
                                          <p:val>
                                            <p:strVal val="#ppt_y"/>
                                          </p:val>
                                        </p:tav>
                                      </p:tavLst>
                                    </p:anim>
                                  </p:childTnLst>
                                </p:cTn>
                              </p:par>
                            </p:childTnLst>
                          </p:cTn>
                        </p:par>
                      </p:childTnLst>
                    </p:cTn>
                  </p:par>
                  <p:par>
                    <p:cTn id="79" fill="hold">
                      <p:stCondLst>
                        <p:cond delay="indefinite"/>
                      </p:stCondLst>
                      <p:childTnLst>
                        <p:par>
                          <p:cTn id="80" fill="hold">
                            <p:stCondLst>
                              <p:cond delay="0"/>
                            </p:stCondLst>
                            <p:childTnLst>
                              <p:par>
                                <p:cTn id="81" presetID="47" presetClass="entr" presetSubtype="0" fill="hold" nodeType="clickEffect">
                                  <p:stCondLst>
                                    <p:cond delay="0"/>
                                  </p:stCondLst>
                                  <p:childTnLst>
                                    <p:set>
                                      <p:cBhvr>
                                        <p:cTn id="82" dur="1" fill="hold">
                                          <p:stCondLst>
                                            <p:cond delay="0"/>
                                          </p:stCondLst>
                                        </p:cTn>
                                        <p:tgtEl>
                                          <p:spTgt spid="103"/>
                                        </p:tgtEl>
                                        <p:attrNameLst>
                                          <p:attrName>style.visibility</p:attrName>
                                        </p:attrNameLst>
                                      </p:cBhvr>
                                      <p:to>
                                        <p:strVal val="visible"/>
                                      </p:to>
                                    </p:set>
                                    <p:animEffect transition="in" filter="fade">
                                      <p:cBhvr>
                                        <p:cTn id="83" dur="1000"/>
                                        <p:tgtEl>
                                          <p:spTgt spid="103"/>
                                        </p:tgtEl>
                                      </p:cBhvr>
                                    </p:animEffect>
                                    <p:anim calcmode="lin" valueType="num">
                                      <p:cBhvr>
                                        <p:cTn id="84" dur="1000" fill="hold"/>
                                        <p:tgtEl>
                                          <p:spTgt spid="103"/>
                                        </p:tgtEl>
                                        <p:attrNameLst>
                                          <p:attrName>ppt_x</p:attrName>
                                        </p:attrNameLst>
                                      </p:cBhvr>
                                      <p:tavLst>
                                        <p:tav tm="0">
                                          <p:val>
                                            <p:strVal val="#ppt_x"/>
                                          </p:val>
                                        </p:tav>
                                        <p:tav tm="100000">
                                          <p:val>
                                            <p:strVal val="#ppt_x"/>
                                          </p:val>
                                        </p:tav>
                                      </p:tavLst>
                                    </p:anim>
                                    <p:anim calcmode="lin" valueType="num">
                                      <p:cBhvr>
                                        <p:cTn id="85" dur="1000" fill="hold"/>
                                        <p:tgtEl>
                                          <p:spTgt spid="103"/>
                                        </p:tgtEl>
                                        <p:attrNameLst>
                                          <p:attrName>ppt_y</p:attrName>
                                        </p:attrNameLst>
                                      </p:cBhvr>
                                      <p:tavLst>
                                        <p:tav tm="0">
                                          <p:val>
                                            <p:strVal val="#ppt_y-.1"/>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6" grpId="0" animBg="1"/>
      <p:bldP spid="47" grpId="0"/>
      <p:bldP spid="55" grpId="0" animBg="1"/>
      <p:bldP spid="56" grpId="0"/>
    </p:bldLst>
  </p:timing>
</p:sld>
</file>

<file path=ppt/slides/slide34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4" name="组合 3">
            <a:extLst>
              <a:ext uri="{FF2B5EF4-FFF2-40B4-BE49-F238E27FC236}">
                <a16:creationId xmlns:a16="http://schemas.microsoft.com/office/drawing/2014/main" id="{9A1EA9F2-FCB6-48C3-935F-7AE7E3AD14AC}"/>
              </a:ext>
            </a:extLst>
          </p:cNvPr>
          <p:cNvGrpSpPr/>
          <p:nvPr/>
        </p:nvGrpSpPr>
        <p:grpSpPr>
          <a:xfrm>
            <a:off x="304799" y="749300"/>
            <a:ext cx="6192345" cy="400110"/>
            <a:chOff x="424116" y="898245"/>
            <a:chExt cx="6192345" cy="400110"/>
          </a:xfrm>
        </p:grpSpPr>
        <p:sp>
          <p:nvSpPr>
            <p:cNvPr id="2" name="平行四边形 1">
              <a:extLst>
                <a:ext uri="{FF2B5EF4-FFF2-40B4-BE49-F238E27FC236}">
                  <a16:creationId xmlns:a16="http://schemas.microsoft.com/office/drawing/2014/main" id="{1F5BAA3F-9845-4F89-A2DD-8222D3E4EDAC}"/>
                </a:ext>
              </a:extLst>
            </p:cNvPr>
            <p:cNvSpPr/>
            <p:nvPr/>
          </p:nvSpPr>
          <p:spPr>
            <a:xfrm>
              <a:off x="424116" y="898245"/>
              <a:ext cx="688541" cy="387090"/>
            </a:xfrm>
            <a:prstGeom prst="parallelogram">
              <a:avLst/>
            </a:prstGeom>
            <a:solidFill>
              <a:schemeClr val="accent3">
                <a:lumMod val="75000"/>
              </a:schemeClr>
            </a:solidFill>
            <a:ln>
              <a:solidFill>
                <a:schemeClr val="accent3">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CN" sz="2200" dirty="0">
                  <a:latin typeface="Impact" panose="020B0806030902050204" pitchFamily="34" charset="0"/>
                </a:rPr>
                <a:t>03</a:t>
              </a:r>
              <a:endParaRPr lang="zh-CN" altLang="en-US" sz="2200" dirty="0">
                <a:latin typeface="Impact" panose="020B0806030902050204" pitchFamily="34" charset="0"/>
              </a:endParaRPr>
            </a:p>
          </p:txBody>
        </p:sp>
        <p:sp>
          <p:nvSpPr>
            <p:cNvPr id="3" name="文本框 2">
              <a:extLst>
                <a:ext uri="{FF2B5EF4-FFF2-40B4-BE49-F238E27FC236}">
                  <a16:creationId xmlns:a16="http://schemas.microsoft.com/office/drawing/2014/main" id="{4D6BD736-A4D3-4F26-AFED-36E11F50F70B}"/>
                </a:ext>
              </a:extLst>
            </p:cNvPr>
            <p:cNvSpPr txBox="1"/>
            <p:nvPr/>
          </p:nvSpPr>
          <p:spPr>
            <a:xfrm>
              <a:off x="1052423" y="898245"/>
              <a:ext cx="5564038" cy="400110"/>
            </a:xfrm>
            <a:prstGeom prst="rect">
              <a:avLst/>
            </a:prstGeom>
            <a:noFill/>
          </p:spPr>
          <p:txBody>
            <a:bodyPr wrap="square" rtlCol="0">
              <a:spAutoFit/>
            </a:bodyPr>
            <a:lstStyle/>
            <a:p>
              <a:r>
                <a:rPr lang="zh-CN" altLang="en-US" sz="2000" b="1" dirty="0"/>
                <a:t>共享式以太网的最小帧长和最大帧长</a:t>
              </a:r>
              <a:endParaRPr lang="en-US" altLang="zh-CN" sz="2000" b="1" dirty="0"/>
            </a:p>
          </p:txBody>
        </p:sp>
      </p:grpSp>
      <p:grpSp>
        <p:nvGrpSpPr>
          <p:cNvPr id="8" name="组合 7">
            <a:extLst>
              <a:ext uri="{FF2B5EF4-FFF2-40B4-BE49-F238E27FC236}">
                <a16:creationId xmlns:a16="http://schemas.microsoft.com/office/drawing/2014/main" id="{9BF20D2F-576C-473F-98D1-CAAD38611E6C}"/>
              </a:ext>
            </a:extLst>
          </p:cNvPr>
          <p:cNvGrpSpPr/>
          <p:nvPr/>
        </p:nvGrpSpPr>
        <p:grpSpPr>
          <a:xfrm>
            <a:off x="504364" y="1922326"/>
            <a:ext cx="11183271" cy="1501374"/>
            <a:chOff x="504364" y="1922326"/>
            <a:chExt cx="11183271" cy="1501374"/>
          </a:xfrm>
        </p:grpSpPr>
        <p:sp>
          <p:nvSpPr>
            <p:cNvPr id="7" name="矩形 6">
              <a:extLst>
                <a:ext uri="{FF2B5EF4-FFF2-40B4-BE49-F238E27FC236}">
                  <a16:creationId xmlns:a16="http://schemas.microsoft.com/office/drawing/2014/main" id="{6898E854-B375-48DD-AC73-79F379867777}"/>
                </a:ext>
              </a:extLst>
            </p:cNvPr>
            <p:cNvSpPr/>
            <p:nvPr/>
          </p:nvSpPr>
          <p:spPr>
            <a:xfrm>
              <a:off x="3044860" y="2423780"/>
              <a:ext cx="864000" cy="499960"/>
            </a:xfrm>
            <a:prstGeom prst="rect">
              <a:avLst/>
            </a:prstGeom>
            <a:solidFill>
              <a:schemeClr val="accent4"/>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zh-CN" altLang="en-US" b="1" dirty="0">
                  <a:solidFill>
                    <a:schemeClr val="bg1"/>
                  </a:solidFill>
                </a:rPr>
                <a:t>类型</a:t>
              </a:r>
            </a:p>
          </p:txBody>
        </p:sp>
        <p:sp>
          <p:nvSpPr>
            <p:cNvPr id="61" name="矩形 60">
              <a:extLst>
                <a:ext uri="{FF2B5EF4-FFF2-40B4-BE49-F238E27FC236}">
                  <a16:creationId xmlns:a16="http://schemas.microsoft.com/office/drawing/2014/main" id="{01A33FDD-CA78-4589-9DBF-3F51BA5B7C8C}"/>
                </a:ext>
              </a:extLst>
            </p:cNvPr>
            <p:cNvSpPr/>
            <p:nvPr/>
          </p:nvSpPr>
          <p:spPr>
            <a:xfrm>
              <a:off x="3044860" y="2923740"/>
              <a:ext cx="864000" cy="499960"/>
            </a:xfrm>
            <a:prstGeom prst="rect">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CN" sz="2400" b="1" dirty="0">
                  <a:solidFill>
                    <a:schemeClr val="tx1"/>
                  </a:solidFill>
                </a:rPr>
                <a:t>2B</a:t>
              </a:r>
              <a:endParaRPr lang="zh-CN" altLang="en-US" sz="2400" b="1" dirty="0">
                <a:solidFill>
                  <a:schemeClr val="tx1"/>
                </a:solidFill>
              </a:endParaRPr>
            </a:p>
          </p:txBody>
        </p:sp>
        <p:sp>
          <p:nvSpPr>
            <p:cNvPr id="62" name="矩形 61">
              <a:extLst>
                <a:ext uri="{FF2B5EF4-FFF2-40B4-BE49-F238E27FC236}">
                  <a16:creationId xmlns:a16="http://schemas.microsoft.com/office/drawing/2014/main" id="{01F8EEBA-11E5-4AE3-AA43-571AF5B059F0}"/>
                </a:ext>
              </a:extLst>
            </p:cNvPr>
            <p:cNvSpPr/>
            <p:nvPr/>
          </p:nvSpPr>
          <p:spPr>
            <a:xfrm>
              <a:off x="504365" y="2423780"/>
              <a:ext cx="1270249" cy="499960"/>
            </a:xfrm>
            <a:prstGeom prst="rect">
              <a:avLst/>
            </a:prstGeom>
            <a:solidFill>
              <a:schemeClr val="accent4"/>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zh-CN" altLang="en-US" b="1" dirty="0">
                  <a:solidFill>
                    <a:schemeClr val="bg1"/>
                  </a:solidFill>
                </a:rPr>
                <a:t>目的地址</a:t>
              </a:r>
            </a:p>
          </p:txBody>
        </p:sp>
        <p:sp>
          <p:nvSpPr>
            <p:cNvPr id="63" name="矩形 62">
              <a:extLst>
                <a:ext uri="{FF2B5EF4-FFF2-40B4-BE49-F238E27FC236}">
                  <a16:creationId xmlns:a16="http://schemas.microsoft.com/office/drawing/2014/main" id="{0D35A733-2319-4F6E-9184-45DAD422F4D0}"/>
                </a:ext>
              </a:extLst>
            </p:cNvPr>
            <p:cNvSpPr/>
            <p:nvPr/>
          </p:nvSpPr>
          <p:spPr>
            <a:xfrm>
              <a:off x="504364" y="2923740"/>
              <a:ext cx="1270249" cy="499960"/>
            </a:xfrm>
            <a:prstGeom prst="rect">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CN" sz="2400" b="1" dirty="0">
                  <a:solidFill>
                    <a:schemeClr val="tx1"/>
                  </a:solidFill>
                </a:rPr>
                <a:t>6B</a:t>
              </a:r>
              <a:endParaRPr lang="zh-CN" altLang="en-US" b="1" dirty="0">
                <a:solidFill>
                  <a:schemeClr val="tx1"/>
                </a:solidFill>
              </a:endParaRPr>
            </a:p>
          </p:txBody>
        </p:sp>
        <p:sp>
          <p:nvSpPr>
            <p:cNvPr id="64" name="矩形 63">
              <a:extLst>
                <a:ext uri="{FF2B5EF4-FFF2-40B4-BE49-F238E27FC236}">
                  <a16:creationId xmlns:a16="http://schemas.microsoft.com/office/drawing/2014/main" id="{8294EA20-D2F9-4D63-8C77-44A983A8DB12}"/>
                </a:ext>
              </a:extLst>
            </p:cNvPr>
            <p:cNvSpPr/>
            <p:nvPr/>
          </p:nvSpPr>
          <p:spPr>
            <a:xfrm>
              <a:off x="1774613" y="2423780"/>
              <a:ext cx="1270249" cy="499960"/>
            </a:xfrm>
            <a:prstGeom prst="rect">
              <a:avLst/>
            </a:prstGeom>
            <a:solidFill>
              <a:schemeClr val="accent4"/>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zh-CN" altLang="en-US" b="1" dirty="0">
                  <a:solidFill>
                    <a:schemeClr val="bg1"/>
                  </a:solidFill>
                </a:rPr>
                <a:t>源地址</a:t>
              </a:r>
            </a:p>
          </p:txBody>
        </p:sp>
        <p:sp>
          <p:nvSpPr>
            <p:cNvPr id="65" name="矩形 64">
              <a:extLst>
                <a:ext uri="{FF2B5EF4-FFF2-40B4-BE49-F238E27FC236}">
                  <a16:creationId xmlns:a16="http://schemas.microsoft.com/office/drawing/2014/main" id="{599A8B32-B773-459B-9E14-18986872BCA0}"/>
                </a:ext>
              </a:extLst>
            </p:cNvPr>
            <p:cNvSpPr/>
            <p:nvPr/>
          </p:nvSpPr>
          <p:spPr>
            <a:xfrm>
              <a:off x="1774612" y="2923740"/>
              <a:ext cx="1270249" cy="499960"/>
            </a:xfrm>
            <a:prstGeom prst="rect">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CN" sz="2400" b="1" dirty="0">
                  <a:solidFill>
                    <a:schemeClr val="tx1"/>
                  </a:solidFill>
                </a:rPr>
                <a:t>6B</a:t>
              </a:r>
              <a:endParaRPr lang="zh-CN" altLang="en-US" b="1" dirty="0">
                <a:solidFill>
                  <a:schemeClr val="tx1"/>
                </a:solidFill>
              </a:endParaRPr>
            </a:p>
          </p:txBody>
        </p:sp>
        <p:sp>
          <p:nvSpPr>
            <p:cNvPr id="66" name="矩形 65">
              <a:extLst>
                <a:ext uri="{FF2B5EF4-FFF2-40B4-BE49-F238E27FC236}">
                  <a16:creationId xmlns:a16="http://schemas.microsoft.com/office/drawing/2014/main" id="{5E329697-6C6A-4924-AC51-148B49383719}"/>
                </a:ext>
              </a:extLst>
            </p:cNvPr>
            <p:cNvSpPr/>
            <p:nvPr/>
          </p:nvSpPr>
          <p:spPr>
            <a:xfrm>
              <a:off x="3908859" y="2423780"/>
              <a:ext cx="6759387" cy="499960"/>
            </a:xfrm>
            <a:prstGeom prst="rect">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zh-CN" altLang="en-US" b="1" dirty="0">
                  <a:solidFill>
                    <a:schemeClr val="accent4"/>
                  </a:solidFill>
                </a:rPr>
                <a:t>数据载荷</a:t>
              </a:r>
            </a:p>
          </p:txBody>
        </p:sp>
        <p:sp>
          <p:nvSpPr>
            <p:cNvPr id="67" name="矩形 66">
              <a:extLst>
                <a:ext uri="{FF2B5EF4-FFF2-40B4-BE49-F238E27FC236}">
                  <a16:creationId xmlns:a16="http://schemas.microsoft.com/office/drawing/2014/main" id="{6D06498C-B333-4D2B-949A-6282208D1AD3}"/>
                </a:ext>
              </a:extLst>
            </p:cNvPr>
            <p:cNvSpPr/>
            <p:nvPr/>
          </p:nvSpPr>
          <p:spPr>
            <a:xfrm>
              <a:off x="3908857" y="2923740"/>
              <a:ext cx="6759387" cy="499960"/>
            </a:xfrm>
            <a:prstGeom prst="rect">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CN" sz="2400" b="1" dirty="0">
                  <a:solidFill>
                    <a:schemeClr val="tx1"/>
                  </a:solidFill>
                </a:rPr>
                <a:t>46B ~ 1500B</a:t>
              </a:r>
              <a:endParaRPr lang="zh-CN" altLang="en-US" b="1" dirty="0">
                <a:solidFill>
                  <a:schemeClr val="tx1"/>
                </a:solidFill>
              </a:endParaRPr>
            </a:p>
          </p:txBody>
        </p:sp>
        <p:sp>
          <p:nvSpPr>
            <p:cNvPr id="68" name="矩形 67">
              <a:extLst>
                <a:ext uri="{FF2B5EF4-FFF2-40B4-BE49-F238E27FC236}">
                  <a16:creationId xmlns:a16="http://schemas.microsoft.com/office/drawing/2014/main" id="{6579916A-6773-45F9-91E8-A05A0534A8E1}"/>
                </a:ext>
              </a:extLst>
            </p:cNvPr>
            <p:cNvSpPr/>
            <p:nvPr/>
          </p:nvSpPr>
          <p:spPr>
            <a:xfrm>
              <a:off x="10668248" y="2423780"/>
              <a:ext cx="1019387" cy="499960"/>
            </a:xfrm>
            <a:prstGeom prst="rect">
              <a:avLst/>
            </a:prstGeom>
            <a:solidFill>
              <a:schemeClr val="accent4"/>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CN" b="1" dirty="0">
                  <a:solidFill>
                    <a:schemeClr val="bg1"/>
                  </a:solidFill>
                </a:rPr>
                <a:t>FCS</a:t>
              </a:r>
              <a:endParaRPr lang="zh-CN" altLang="en-US" b="1" dirty="0">
                <a:solidFill>
                  <a:schemeClr val="bg1"/>
                </a:solidFill>
              </a:endParaRPr>
            </a:p>
          </p:txBody>
        </p:sp>
        <p:sp>
          <p:nvSpPr>
            <p:cNvPr id="107" name="矩形 106">
              <a:extLst>
                <a:ext uri="{FF2B5EF4-FFF2-40B4-BE49-F238E27FC236}">
                  <a16:creationId xmlns:a16="http://schemas.microsoft.com/office/drawing/2014/main" id="{6CBA1F59-7902-49D3-AC4B-2FC18F278787}"/>
                </a:ext>
              </a:extLst>
            </p:cNvPr>
            <p:cNvSpPr/>
            <p:nvPr/>
          </p:nvSpPr>
          <p:spPr>
            <a:xfrm>
              <a:off x="10668247" y="2923740"/>
              <a:ext cx="1019387" cy="499960"/>
            </a:xfrm>
            <a:prstGeom prst="rect">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CN" sz="2400" b="1" dirty="0">
                  <a:solidFill>
                    <a:schemeClr val="tx1"/>
                  </a:solidFill>
                </a:rPr>
                <a:t>4B</a:t>
              </a:r>
              <a:endParaRPr lang="zh-CN" altLang="en-US" b="1" dirty="0">
                <a:solidFill>
                  <a:schemeClr val="tx1"/>
                </a:solidFill>
              </a:endParaRPr>
            </a:p>
          </p:txBody>
        </p:sp>
        <p:sp>
          <p:nvSpPr>
            <p:cNvPr id="108" name="矩形 107">
              <a:extLst>
                <a:ext uri="{FF2B5EF4-FFF2-40B4-BE49-F238E27FC236}">
                  <a16:creationId xmlns:a16="http://schemas.microsoft.com/office/drawing/2014/main" id="{1AAE64A9-260B-4CBB-AD70-79001B11A1E1}"/>
                </a:ext>
              </a:extLst>
            </p:cNvPr>
            <p:cNvSpPr/>
            <p:nvPr/>
          </p:nvSpPr>
          <p:spPr>
            <a:xfrm>
              <a:off x="504364" y="1922326"/>
              <a:ext cx="11183271" cy="499960"/>
            </a:xfrm>
            <a:prstGeom prst="rect">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zh-CN" altLang="en-US" b="1" dirty="0">
                  <a:solidFill>
                    <a:schemeClr val="tx1"/>
                  </a:solidFill>
                </a:rPr>
                <a:t>以太网</a:t>
              </a:r>
              <a:r>
                <a:rPr lang="en-US" altLang="zh-CN" b="1" dirty="0">
                  <a:solidFill>
                    <a:schemeClr val="tx1"/>
                  </a:solidFill>
                </a:rPr>
                <a:t>V2</a:t>
              </a:r>
              <a:r>
                <a:rPr lang="zh-CN" altLang="en-US" b="1" dirty="0">
                  <a:solidFill>
                    <a:schemeClr val="tx1"/>
                  </a:solidFill>
                </a:rPr>
                <a:t>的</a:t>
              </a:r>
              <a:r>
                <a:rPr lang="en-US" altLang="zh-CN" b="1" dirty="0">
                  <a:solidFill>
                    <a:schemeClr val="tx1"/>
                  </a:solidFill>
                </a:rPr>
                <a:t>MAC</a:t>
              </a:r>
              <a:r>
                <a:rPr lang="zh-CN" altLang="en-US" b="1" dirty="0">
                  <a:solidFill>
                    <a:schemeClr val="tx1"/>
                  </a:solidFill>
                </a:rPr>
                <a:t>帧（最大长度</a:t>
              </a:r>
              <a:r>
                <a:rPr lang="en-US" altLang="zh-CN" sz="2400" b="1" dirty="0">
                  <a:solidFill>
                    <a:schemeClr val="tx1"/>
                  </a:solidFill>
                </a:rPr>
                <a:t>1518B</a:t>
              </a:r>
              <a:r>
                <a:rPr lang="zh-CN" altLang="en-US" b="1" dirty="0">
                  <a:solidFill>
                    <a:schemeClr val="tx1"/>
                  </a:solidFill>
                </a:rPr>
                <a:t>）</a:t>
              </a:r>
            </a:p>
          </p:txBody>
        </p:sp>
      </p:grpSp>
      <p:sp>
        <p:nvSpPr>
          <p:cNvPr id="10" name="矩形 9">
            <a:extLst>
              <a:ext uri="{FF2B5EF4-FFF2-40B4-BE49-F238E27FC236}">
                <a16:creationId xmlns:a16="http://schemas.microsoft.com/office/drawing/2014/main" id="{E2D47F19-258D-4075-858C-E2A282CB96D1}"/>
              </a:ext>
            </a:extLst>
          </p:cNvPr>
          <p:cNvSpPr/>
          <p:nvPr/>
        </p:nvSpPr>
        <p:spPr>
          <a:xfrm>
            <a:off x="7288550" y="3005970"/>
            <a:ext cx="750276" cy="335499"/>
          </a:xfrm>
          <a:prstGeom prst="rect">
            <a:avLst/>
          </a:prstGeom>
          <a:noFill/>
          <a:ln w="25400">
            <a:solidFill>
              <a:schemeClr val="accent1">
                <a:lumMod val="75000"/>
              </a:schemeClr>
            </a:solid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109" name="矩形 108">
            <a:extLst>
              <a:ext uri="{FF2B5EF4-FFF2-40B4-BE49-F238E27FC236}">
                <a16:creationId xmlns:a16="http://schemas.microsoft.com/office/drawing/2014/main" id="{25842D6A-1B36-43A1-9FDA-64D75112F241}"/>
              </a:ext>
            </a:extLst>
          </p:cNvPr>
          <p:cNvSpPr/>
          <p:nvPr/>
        </p:nvSpPr>
        <p:spPr>
          <a:xfrm>
            <a:off x="857489" y="3005969"/>
            <a:ext cx="2861071" cy="335499"/>
          </a:xfrm>
          <a:prstGeom prst="rect">
            <a:avLst/>
          </a:prstGeom>
          <a:noFill/>
          <a:ln w="25400">
            <a:solidFill>
              <a:schemeClr val="accent1">
                <a:lumMod val="75000"/>
              </a:schemeClr>
            </a:solid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110" name="矩形 109">
            <a:extLst>
              <a:ext uri="{FF2B5EF4-FFF2-40B4-BE49-F238E27FC236}">
                <a16:creationId xmlns:a16="http://schemas.microsoft.com/office/drawing/2014/main" id="{582A6744-C640-4231-A0DF-908B4ABA9123}"/>
              </a:ext>
            </a:extLst>
          </p:cNvPr>
          <p:cNvSpPr/>
          <p:nvPr/>
        </p:nvSpPr>
        <p:spPr>
          <a:xfrm>
            <a:off x="10842991" y="3005968"/>
            <a:ext cx="669898" cy="335499"/>
          </a:xfrm>
          <a:prstGeom prst="rect">
            <a:avLst/>
          </a:prstGeom>
          <a:noFill/>
          <a:ln w="25400">
            <a:solidFill>
              <a:schemeClr val="accent1">
                <a:lumMod val="75000"/>
              </a:schemeClr>
            </a:solid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111" name="矩形 110">
            <a:extLst>
              <a:ext uri="{FF2B5EF4-FFF2-40B4-BE49-F238E27FC236}">
                <a16:creationId xmlns:a16="http://schemas.microsoft.com/office/drawing/2014/main" id="{497104C3-1005-4002-AFF3-D2F25650260B}"/>
              </a:ext>
            </a:extLst>
          </p:cNvPr>
          <p:cNvSpPr/>
          <p:nvPr/>
        </p:nvSpPr>
        <p:spPr>
          <a:xfrm>
            <a:off x="7098112" y="2002328"/>
            <a:ext cx="730205" cy="335499"/>
          </a:xfrm>
          <a:prstGeom prst="rect">
            <a:avLst/>
          </a:prstGeom>
          <a:noFill/>
          <a:ln w="25400">
            <a:solidFill>
              <a:schemeClr val="accent1">
                <a:lumMod val="75000"/>
              </a:schemeClr>
            </a:solid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Tree>
    <p:custDataLst>
      <p:tags r:id="rId1"/>
    </p:custDataLst>
    <p:extLst>
      <p:ext uri="{BB962C8B-B14F-4D97-AF65-F5344CB8AC3E}">
        <p14:creationId xmlns:p14="http://schemas.microsoft.com/office/powerpoint/2010/main" val="682642448"/>
      </p:ext>
    </p:extLst>
  </p:cSld>
  <p:clrMapOvr>
    <a:masterClrMapping/>
  </p:clrMapOvr>
  <mc:AlternateContent xmlns:mc="http://schemas.openxmlformats.org/markup-compatibility/2006" xmlns:p14="http://schemas.microsoft.com/office/powerpoint/2010/main">
    <mc:Choice Requires="p14">
      <p:transition p14:dur="10"/>
    </mc:Choice>
    <mc:Fallback xmlns="">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30" presetClass="entr" presetSubtype="0" fill="hold" nodeType="withEffect">
                                  <p:stCondLst>
                                    <p:cond delay="0"/>
                                  </p:stCondLst>
                                  <p:childTnLst>
                                    <p:set>
                                      <p:cBhvr>
                                        <p:cTn id="6" dur="1" fill="hold">
                                          <p:stCondLst>
                                            <p:cond delay="0"/>
                                          </p:stCondLst>
                                        </p:cTn>
                                        <p:tgtEl>
                                          <p:spTgt spid="8"/>
                                        </p:tgtEl>
                                        <p:attrNameLst>
                                          <p:attrName>style.visibility</p:attrName>
                                        </p:attrNameLst>
                                      </p:cBhvr>
                                      <p:to>
                                        <p:strVal val="visible"/>
                                      </p:to>
                                    </p:set>
                                    <p:animEffect transition="in" filter="fade">
                                      <p:cBhvr>
                                        <p:cTn id="7" dur="800" decel="100000"/>
                                        <p:tgtEl>
                                          <p:spTgt spid="8"/>
                                        </p:tgtEl>
                                      </p:cBhvr>
                                    </p:animEffect>
                                    <p:anim calcmode="lin" valueType="num">
                                      <p:cBhvr>
                                        <p:cTn id="8" dur="800" decel="100000" fill="hold"/>
                                        <p:tgtEl>
                                          <p:spTgt spid="8"/>
                                        </p:tgtEl>
                                        <p:attrNameLst>
                                          <p:attrName>style.rotation</p:attrName>
                                        </p:attrNameLst>
                                      </p:cBhvr>
                                      <p:tavLst>
                                        <p:tav tm="0">
                                          <p:val>
                                            <p:fltVal val="-90"/>
                                          </p:val>
                                        </p:tav>
                                        <p:tav tm="100000">
                                          <p:val>
                                            <p:fltVal val="0"/>
                                          </p:val>
                                        </p:tav>
                                      </p:tavLst>
                                    </p:anim>
                                    <p:anim calcmode="lin" valueType="num">
                                      <p:cBhvr>
                                        <p:cTn id="9" dur="800" decel="100000" fill="hold"/>
                                        <p:tgtEl>
                                          <p:spTgt spid="8"/>
                                        </p:tgtEl>
                                        <p:attrNameLst>
                                          <p:attrName>ppt_x</p:attrName>
                                        </p:attrNameLst>
                                      </p:cBhvr>
                                      <p:tavLst>
                                        <p:tav tm="0">
                                          <p:val>
                                            <p:strVal val="#ppt_x+0.4"/>
                                          </p:val>
                                        </p:tav>
                                        <p:tav tm="100000">
                                          <p:val>
                                            <p:strVal val="#ppt_x-0.05"/>
                                          </p:val>
                                        </p:tav>
                                      </p:tavLst>
                                    </p:anim>
                                    <p:anim calcmode="lin" valueType="num">
                                      <p:cBhvr>
                                        <p:cTn id="10" dur="800" decel="100000" fill="hold"/>
                                        <p:tgtEl>
                                          <p:spTgt spid="8"/>
                                        </p:tgtEl>
                                        <p:attrNameLst>
                                          <p:attrName>ppt_y</p:attrName>
                                        </p:attrNameLst>
                                      </p:cBhvr>
                                      <p:tavLst>
                                        <p:tav tm="0">
                                          <p:val>
                                            <p:strVal val="#ppt_y-0.4"/>
                                          </p:val>
                                        </p:tav>
                                        <p:tav tm="100000">
                                          <p:val>
                                            <p:strVal val="#ppt_y+0.1"/>
                                          </p:val>
                                        </p:tav>
                                      </p:tavLst>
                                    </p:anim>
                                    <p:anim calcmode="lin" valueType="num">
                                      <p:cBhvr>
                                        <p:cTn id="11" dur="200" accel="100000" fill="hold">
                                          <p:stCondLst>
                                            <p:cond delay="800"/>
                                          </p:stCondLst>
                                        </p:cTn>
                                        <p:tgtEl>
                                          <p:spTgt spid="8"/>
                                        </p:tgtEl>
                                        <p:attrNameLst>
                                          <p:attrName>ppt_x</p:attrName>
                                        </p:attrNameLst>
                                      </p:cBhvr>
                                      <p:tavLst>
                                        <p:tav tm="0">
                                          <p:val>
                                            <p:strVal val="#ppt_x-0.05"/>
                                          </p:val>
                                        </p:tav>
                                        <p:tav tm="100000">
                                          <p:val>
                                            <p:strVal val="#ppt_x"/>
                                          </p:val>
                                        </p:tav>
                                      </p:tavLst>
                                    </p:anim>
                                    <p:anim calcmode="lin" valueType="num">
                                      <p:cBhvr>
                                        <p:cTn id="12" dur="200" accel="100000" fill="hold">
                                          <p:stCondLst>
                                            <p:cond delay="800"/>
                                          </p:stCondLst>
                                        </p:cTn>
                                        <p:tgtEl>
                                          <p:spTgt spid="8"/>
                                        </p:tgtEl>
                                        <p:attrNameLst>
                                          <p:attrName>ppt_y</p:attrName>
                                        </p:attrNameLst>
                                      </p:cBhvr>
                                      <p:tavLst>
                                        <p:tav tm="0">
                                          <p:val>
                                            <p:strVal val="#ppt_y+0.1"/>
                                          </p:val>
                                        </p:tav>
                                        <p:tav tm="100000">
                                          <p:val>
                                            <p:strVal val="#ppt_y"/>
                                          </p:val>
                                        </p:tav>
                                      </p:tavLst>
                                    </p:anim>
                                  </p:childTnLst>
                                </p:cTn>
                              </p:par>
                            </p:childTnLst>
                          </p:cTn>
                        </p:par>
                      </p:childTnLst>
                    </p:cTn>
                  </p:par>
                  <p:par>
                    <p:cTn id="13" fill="hold">
                      <p:stCondLst>
                        <p:cond delay="indefinite"/>
                      </p:stCondLst>
                      <p:childTnLst>
                        <p:par>
                          <p:cTn id="14" fill="hold">
                            <p:stCondLst>
                              <p:cond delay="0"/>
                            </p:stCondLst>
                            <p:childTnLst>
                              <p:par>
                                <p:cTn id="15" presetID="53" presetClass="entr" presetSubtype="16" fill="hold" grpId="0" nodeType="clickEffect">
                                  <p:stCondLst>
                                    <p:cond delay="0"/>
                                  </p:stCondLst>
                                  <p:childTnLst>
                                    <p:set>
                                      <p:cBhvr>
                                        <p:cTn id="16" dur="1" fill="hold">
                                          <p:stCondLst>
                                            <p:cond delay="0"/>
                                          </p:stCondLst>
                                        </p:cTn>
                                        <p:tgtEl>
                                          <p:spTgt spid="10"/>
                                        </p:tgtEl>
                                        <p:attrNameLst>
                                          <p:attrName>style.visibility</p:attrName>
                                        </p:attrNameLst>
                                      </p:cBhvr>
                                      <p:to>
                                        <p:strVal val="visible"/>
                                      </p:to>
                                    </p:set>
                                    <p:anim calcmode="lin" valueType="num">
                                      <p:cBhvr>
                                        <p:cTn id="17" dur="500" fill="hold"/>
                                        <p:tgtEl>
                                          <p:spTgt spid="10"/>
                                        </p:tgtEl>
                                        <p:attrNameLst>
                                          <p:attrName>ppt_w</p:attrName>
                                        </p:attrNameLst>
                                      </p:cBhvr>
                                      <p:tavLst>
                                        <p:tav tm="0">
                                          <p:val>
                                            <p:fltVal val="0"/>
                                          </p:val>
                                        </p:tav>
                                        <p:tav tm="100000">
                                          <p:val>
                                            <p:strVal val="#ppt_w"/>
                                          </p:val>
                                        </p:tav>
                                      </p:tavLst>
                                    </p:anim>
                                    <p:anim calcmode="lin" valueType="num">
                                      <p:cBhvr>
                                        <p:cTn id="18" dur="500" fill="hold"/>
                                        <p:tgtEl>
                                          <p:spTgt spid="10"/>
                                        </p:tgtEl>
                                        <p:attrNameLst>
                                          <p:attrName>ppt_h</p:attrName>
                                        </p:attrNameLst>
                                      </p:cBhvr>
                                      <p:tavLst>
                                        <p:tav tm="0">
                                          <p:val>
                                            <p:fltVal val="0"/>
                                          </p:val>
                                        </p:tav>
                                        <p:tav tm="100000">
                                          <p:val>
                                            <p:strVal val="#ppt_h"/>
                                          </p:val>
                                        </p:tav>
                                      </p:tavLst>
                                    </p:anim>
                                    <p:animEffect transition="in" filter="fade">
                                      <p:cBhvr>
                                        <p:cTn id="19" dur="500"/>
                                        <p:tgtEl>
                                          <p:spTgt spid="10"/>
                                        </p:tgtEl>
                                      </p:cBhvr>
                                    </p:animEffect>
                                  </p:childTnLst>
                                </p:cTn>
                              </p:par>
                            </p:childTnLst>
                          </p:cTn>
                        </p:par>
                      </p:childTnLst>
                    </p:cTn>
                  </p:par>
                  <p:par>
                    <p:cTn id="20" fill="hold">
                      <p:stCondLst>
                        <p:cond delay="indefinite"/>
                      </p:stCondLst>
                      <p:childTnLst>
                        <p:par>
                          <p:cTn id="21" fill="hold">
                            <p:stCondLst>
                              <p:cond delay="0"/>
                            </p:stCondLst>
                            <p:childTnLst>
                              <p:par>
                                <p:cTn id="22" presetID="53" presetClass="entr" presetSubtype="16" fill="hold" grpId="0" nodeType="clickEffect">
                                  <p:stCondLst>
                                    <p:cond delay="0"/>
                                  </p:stCondLst>
                                  <p:childTnLst>
                                    <p:set>
                                      <p:cBhvr>
                                        <p:cTn id="23" dur="1" fill="hold">
                                          <p:stCondLst>
                                            <p:cond delay="0"/>
                                          </p:stCondLst>
                                        </p:cTn>
                                        <p:tgtEl>
                                          <p:spTgt spid="109"/>
                                        </p:tgtEl>
                                        <p:attrNameLst>
                                          <p:attrName>style.visibility</p:attrName>
                                        </p:attrNameLst>
                                      </p:cBhvr>
                                      <p:to>
                                        <p:strVal val="visible"/>
                                      </p:to>
                                    </p:set>
                                    <p:anim calcmode="lin" valueType="num">
                                      <p:cBhvr>
                                        <p:cTn id="24" dur="500" fill="hold"/>
                                        <p:tgtEl>
                                          <p:spTgt spid="109"/>
                                        </p:tgtEl>
                                        <p:attrNameLst>
                                          <p:attrName>ppt_w</p:attrName>
                                        </p:attrNameLst>
                                      </p:cBhvr>
                                      <p:tavLst>
                                        <p:tav tm="0">
                                          <p:val>
                                            <p:fltVal val="0"/>
                                          </p:val>
                                        </p:tav>
                                        <p:tav tm="100000">
                                          <p:val>
                                            <p:strVal val="#ppt_w"/>
                                          </p:val>
                                        </p:tav>
                                      </p:tavLst>
                                    </p:anim>
                                    <p:anim calcmode="lin" valueType="num">
                                      <p:cBhvr>
                                        <p:cTn id="25" dur="500" fill="hold"/>
                                        <p:tgtEl>
                                          <p:spTgt spid="109"/>
                                        </p:tgtEl>
                                        <p:attrNameLst>
                                          <p:attrName>ppt_h</p:attrName>
                                        </p:attrNameLst>
                                      </p:cBhvr>
                                      <p:tavLst>
                                        <p:tav tm="0">
                                          <p:val>
                                            <p:fltVal val="0"/>
                                          </p:val>
                                        </p:tav>
                                        <p:tav tm="100000">
                                          <p:val>
                                            <p:strVal val="#ppt_h"/>
                                          </p:val>
                                        </p:tav>
                                      </p:tavLst>
                                    </p:anim>
                                    <p:animEffect transition="in" filter="fade">
                                      <p:cBhvr>
                                        <p:cTn id="26" dur="500"/>
                                        <p:tgtEl>
                                          <p:spTgt spid="109"/>
                                        </p:tgtEl>
                                      </p:cBhvr>
                                    </p:animEffect>
                                  </p:childTnLst>
                                </p:cTn>
                              </p:par>
                            </p:childTnLst>
                          </p:cTn>
                        </p:par>
                      </p:childTnLst>
                    </p:cTn>
                  </p:par>
                  <p:par>
                    <p:cTn id="27" fill="hold">
                      <p:stCondLst>
                        <p:cond delay="indefinite"/>
                      </p:stCondLst>
                      <p:childTnLst>
                        <p:par>
                          <p:cTn id="28" fill="hold">
                            <p:stCondLst>
                              <p:cond delay="0"/>
                            </p:stCondLst>
                            <p:childTnLst>
                              <p:par>
                                <p:cTn id="29" presetID="53" presetClass="entr" presetSubtype="16" fill="hold" grpId="0" nodeType="clickEffect">
                                  <p:stCondLst>
                                    <p:cond delay="0"/>
                                  </p:stCondLst>
                                  <p:childTnLst>
                                    <p:set>
                                      <p:cBhvr>
                                        <p:cTn id="30" dur="1" fill="hold">
                                          <p:stCondLst>
                                            <p:cond delay="0"/>
                                          </p:stCondLst>
                                        </p:cTn>
                                        <p:tgtEl>
                                          <p:spTgt spid="110"/>
                                        </p:tgtEl>
                                        <p:attrNameLst>
                                          <p:attrName>style.visibility</p:attrName>
                                        </p:attrNameLst>
                                      </p:cBhvr>
                                      <p:to>
                                        <p:strVal val="visible"/>
                                      </p:to>
                                    </p:set>
                                    <p:anim calcmode="lin" valueType="num">
                                      <p:cBhvr>
                                        <p:cTn id="31" dur="500" fill="hold"/>
                                        <p:tgtEl>
                                          <p:spTgt spid="110"/>
                                        </p:tgtEl>
                                        <p:attrNameLst>
                                          <p:attrName>ppt_w</p:attrName>
                                        </p:attrNameLst>
                                      </p:cBhvr>
                                      <p:tavLst>
                                        <p:tav tm="0">
                                          <p:val>
                                            <p:fltVal val="0"/>
                                          </p:val>
                                        </p:tav>
                                        <p:tav tm="100000">
                                          <p:val>
                                            <p:strVal val="#ppt_w"/>
                                          </p:val>
                                        </p:tav>
                                      </p:tavLst>
                                    </p:anim>
                                    <p:anim calcmode="lin" valueType="num">
                                      <p:cBhvr>
                                        <p:cTn id="32" dur="500" fill="hold"/>
                                        <p:tgtEl>
                                          <p:spTgt spid="110"/>
                                        </p:tgtEl>
                                        <p:attrNameLst>
                                          <p:attrName>ppt_h</p:attrName>
                                        </p:attrNameLst>
                                      </p:cBhvr>
                                      <p:tavLst>
                                        <p:tav tm="0">
                                          <p:val>
                                            <p:fltVal val="0"/>
                                          </p:val>
                                        </p:tav>
                                        <p:tav tm="100000">
                                          <p:val>
                                            <p:strVal val="#ppt_h"/>
                                          </p:val>
                                        </p:tav>
                                      </p:tavLst>
                                    </p:anim>
                                    <p:animEffect transition="in" filter="fade">
                                      <p:cBhvr>
                                        <p:cTn id="33" dur="500"/>
                                        <p:tgtEl>
                                          <p:spTgt spid="110"/>
                                        </p:tgtEl>
                                      </p:cBhvr>
                                    </p:animEffect>
                                  </p:childTnLst>
                                </p:cTn>
                              </p:par>
                            </p:childTnLst>
                          </p:cTn>
                        </p:par>
                      </p:childTnLst>
                    </p:cTn>
                  </p:par>
                  <p:par>
                    <p:cTn id="34" fill="hold">
                      <p:stCondLst>
                        <p:cond delay="indefinite"/>
                      </p:stCondLst>
                      <p:childTnLst>
                        <p:par>
                          <p:cTn id="35" fill="hold">
                            <p:stCondLst>
                              <p:cond delay="0"/>
                            </p:stCondLst>
                            <p:childTnLst>
                              <p:par>
                                <p:cTn id="36" presetID="53" presetClass="entr" presetSubtype="16" fill="hold" grpId="0" nodeType="clickEffect">
                                  <p:stCondLst>
                                    <p:cond delay="0"/>
                                  </p:stCondLst>
                                  <p:childTnLst>
                                    <p:set>
                                      <p:cBhvr>
                                        <p:cTn id="37" dur="1" fill="hold">
                                          <p:stCondLst>
                                            <p:cond delay="0"/>
                                          </p:stCondLst>
                                        </p:cTn>
                                        <p:tgtEl>
                                          <p:spTgt spid="111"/>
                                        </p:tgtEl>
                                        <p:attrNameLst>
                                          <p:attrName>style.visibility</p:attrName>
                                        </p:attrNameLst>
                                      </p:cBhvr>
                                      <p:to>
                                        <p:strVal val="visible"/>
                                      </p:to>
                                    </p:set>
                                    <p:anim calcmode="lin" valueType="num">
                                      <p:cBhvr>
                                        <p:cTn id="38" dur="500" fill="hold"/>
                                        <p:tgtEl>
                                          <p:spTgt spid="111"/>
                                        </p:tgtEl>
                                        <p:attrNameLst>
                                          <p:attrName>ppt_w</p:attrName>
                                        </p:attrNameLst>
                                      </p:cBhvr>
                                      <p:tavLst>
                                        <p:tav tm="0">
                                          <p:val>
                                            <p:fltVal val="0"/>
                                          </p:val>
                                        </p:tav>
                                        <p:tav tm="100000">
                                          <p:val>
                                            <p:strVal val="#ppt_w"/>
                                          </p:val>
                                        </p:tav>
                                      </p:tavLst>
                                    </p:anim>
                                    <p:anim calcmode="lin" valueType="num">
                                      <p:cBhvr>
                                        <p:cTn id="39" dur="500" fill="hold"/>
                                        <p:tgtEl>
                                          <p:spTgt spid="111"/>
                                        </p:tgtEl>
                                        <p:attrNameLst>
                                          <p:attrName>ppt_h</p:attrName>
                                        </p:attrNameLst>
                                      </p:cBhvr>
                                      <p:tavLst>
                                        <p:tav tm="0">
                                          <p:val>
                                            <p:fltVal val="0"/>
                                          </p:val>
                                        </p:tav>
                                        <p:tav tm="100000">
                                          <p:val>
                                            <p:strVal val="#ppt_h"/>
                                          </p:val>
                                        </p:tav>
                                      </p:tavLst>
                                    </p:anim>
                                    <p:animEffect transition="in" filter="fade">
                                      <p:cBhvr>
                                        <p:cTn id="40" dur="500"/>
                                        <p:tgtEl>
                                          <p:spTgt spid="111"/>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0" grpId="0" animBg="1"/>
      <p:bldP spid="109" grpId="0" animBg="1"/>
      <p:bldP spid="110" grpId="0" animBg="1"/>
      <p:bldP spid="111" grpId="0" animBg="1"/>
    </p:bldLst>
  </p:timing>
</p:sld>
</file>

<file path=ppt/slides/slide34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4" name="组合 3">
            <a:extLst>
              <a:ext uri="{FF2B5EF4-FFF2-40B4-BE49-F238E27FC236}">
                <a16:creationId xmlns:a16="http://schemas.microsoft.com/office/drawing/2014/main" id="{9A1EA9F2-FCB6-48C3-935F-7AE7E3AD14AC}"/>
              </a:ext>
            </a:extLst>
          </p:cNvPr>
          <p:cNvGrpSpPr/>
          <p:nvPr/>
        </p:nvGrpSpPr>
        <p:grpSpPr>
          <a:xfrm>
            <a:off x="304799" y="749300"/>
            <a:ext cx="6192345" cy="400110"/>
            <a:chOff x="424116" y="898245"/>
            <a:chExt cx="6192345" cy="400110"/>
          </a:xfrm>
        </p:grpSpPr>
        <p:sp>
          <p:nvSpPr>
            <p:cNvPr id="2" name="平行四边形 1">
              <a:extLst>
                <a:ext uri="{FF2B5EF4-FFF2-40B4-BE49-F238E27FC236}">
                  <a16:creationId xmlns:a16="http://schemas.microsoft.com/office/drawing/2014/main" id="{1F5BAA3F-9845-4F89-A2DD-8222D3E4EDAC}"/>
                </a:ext>
              </a:extLst>
            </p:cNvPr>
            <p:cNvSpPr/>
            <p:nvPr/>
          </p:nvSpPr>
          <p:spPr>
            <a:xfrm>
              <a:off x="424116" y="898245"/>
              <a:ext cx="688541" cy="387090"/>
            </a:xfrm>
            <a:prstGeom prst="parallelogram">
              <a:avLst/>
            </a:prstGeom>
            <a:solidFill>
              <a:schemeClr val="accent3">
                <a:lumMod val="75000"/>
              </a:schemeClr>
            </a:solidFill>
            <a:ln>
              <a:solidFill>
                <a:schemeClr val="accent3">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CN" sz="2200" dirty="0">
                  <a:latin typeface="Impact" panose="020B0806030902050204" pitchFamily="34" charset="0"/>
                </a:rPr>
                <a:t>03</a:t>
              </a:r>
              <a:endParaRPr lang="zh-CN" altLang="en-US" sz="2200" dirty="0">
                <a:latin typeface="Impact" panose="020B0806030902050204" pitchFamily="34" charset="0"/>
              </a:endParaRPr>
            </a:p>
          </p:txBody>
        </p:sp>
        <p:sp>
          <p:nvSpPr>
            <p:cNvPr id="3" name="文本框 2">
              <a:extLst>
                <a:ext uri="{FF2B5EF4-FFF2-40B4-BE49-F238E27FC236}">
                  <a16:creationId xmlns:a16="http://schemas.microsoft.com/office/drawing/2014/main" id="{4D6BD736-A4D3-4F26-AFED-36E11F50F70B}"/>
                </a:ext>
              </a:extLst>
            </p:cNvPr>
            <p:cNvSpPr txBox="1"/>
            <p:nvPr/>
          </p:nvSpPr>
          <p:spPr>
            <a:xfrm>
              <a:off x="1052423" y="898245"/>
              <a:ext cx="5564038" cy="400110"/>
            </a:xfrm>
            <a:prstGeom prst="rect">
              <a:avLst/>
            </a:prstGeom>
            <a:noFill/>
          </p:spPr>
          <p:txBody>
            <a:bodyPr wrap="square" rtlCol="0">
              <a:spAutoFit/>
            </a:bodyPr>
            <a:lstStyle/>
            <a:p>
              <a:r>
                <a:rPr lang="zh-CN" altLang="en-US" sz="2000" b="1" dirty="0"/>
                <a:t>共享式以太网的最小帧长和最大帧长</a:t>
              </a:r>
              <a:endParaRPr lang="en-US" altLang="zh-CN" sz="2000" b="1" dirty="0"/>
            </a:p>
          </p:txBody>
        </p:sp>
      </p:grpSp>
      <p:sp>
        <p:nvSpPr>
          <p:cNvPr id="7" name="矩形 6">
            <a:extLst>
              <a:ext uri="{FF2B5EF4-FFF2-40B4-BE49-F238E27FC236}">
                <a16:creationId xmlns:a16="http://schemas.microsoft.com/office/drawing/2014/main" id="{6898E854-B375-48DD-AC73-79F379867777}"/>
              </a:ext>
            </a:extLst>
          </p:cNvPr>
          <p:cNvSpPr/>
          <p:nvPr/>
        </p:nvSpPr>
        <p:spPr>
          <a:xfrm>
            <a:off x="3044860" y="2423780"/>
            <a:ext cx="864000" cy="499960"/>
          </a:xfrm>
          <a:prstGeom prst="rect">
            <a:avLst/>
          </a:prstGeom>
          <a:solidFill>
            <a:schemeClr val="accent4"/>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zh-CN" altLang="en-US" b="1" dirty="0">
                <a:solidFill>
                  <a:schemeClr val="bg1"/>
                </a:solidFill>
              </a:rPr>
              <a:t>类型</a:t>
            </a:r>
          </a:p>
        </p:txBody>
      </p:sp>
      <p:sp>
        <p:nvSpPr>
          <p:cNvPr id="61" name="矩形 60">
            <a:extLst>
              <a:ext uri="{FF2B5EF4-FFF2-40B4-BE49-F238E27FC236}">
                <a16:creationId xmlns:a16="http://schemas.microsoft.com/office/drawing/2014/main" id="{01A33FDD-CA78-4589-9DBF-3F51BA5B7C8C}"/>
              </a:ext>
            </a:extLst>
          </p:cNvPr>
          <p:cNvSpPr/>
          <p:nvPr/>
        </p:nvSpPr>
        <p:spPr>
          <a:xfrm>
            <a:off x="3044860" y="2923740"/>
            <a:ext cx="864000" cy="499960"/>
          </a:xfrm>
          <a:prstGeom prst="rect">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CN" sz="2400" b="1" dirty="0">
                <a:solidFill>
                  <a:schemeClr val="tx1"/>
                </a:solidFill>
              </a:rPr>
              <a:t>2B</a:t>
            </a:r>
            <a:endParaRPr lang="zh-CN" altLang="en-US" sz="2400" b="1" dirty="0">
              <a:solidFill>
                <a:schemeClr val="tx1"/>
              </a:solidFill>
            </a:endParaRPr>
          </a:p>
        </p:txBody>
      </p:sp>
      <p:sp>
        <p:nvSpPr>
          <p:cNvPr id="62" name="矩形 61">
            <a:extLst>
              <a:ext uri="{FF2B5EF4-FFF2-40B4-BE49-F238E27FC236}">
                <a16:creationId xmlns:a16="http://schemas.microsoft.com/office/drawing/2014/main" id="{01F8EEBA-11E5-4AE3-AA43-571AF5B059F0}"/>
              </a:ext>
            </a:extLst>
          </p:cNvPr>
          <p:cNvSpPr/>
          <p:nvPr/>
        </p:nvSpPr>
        <p:spPr>
          <a:xfrm>
            <a:off x="504365" y="2423780"/>
            <a:ext cx="1270249" cy="499960"/>
          </a:xfrm>
          <a:prstGeom prst="rect">
            <a:avLst/>
          </a:prstGeom>
          <a:solidFill>
            <a:schemeClr val="accent4"/>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zh-CN" altLang="en-US" b="1" dirty="0">
                <a:solidFill>
                  <a:schemeClr val="bg1"/>
                </a:solidFill>
              </a:rPr>
              <a:t>目的地址</a:t>
            </a:r>
          </a:p>
        </p:txBody>
      </p:sp>
      <p:sp>
        <p:nvSpPr>
          <p:cNvPr id="63" name="矩形 62">
            <a:extLst>
              <a:ext uri="{FF2B5EF4-FFF2-40B4-BE49-F238E27FC236}">
                <a16:creationId xmlns:a16="http://schemas.microsoft.com/office/drawing/2014/main" id="{0D35A733-2319-4F6E-9184-45DAD422F4D0}"/>
              </a:ext>
            </a:extLst>
          </p:cNvPr>
          <p:cNvSpPr/>
          <p:nvPr/>
        </p:nvSpPr>
        <p:spPr>
          <a:xfrm>
            <a:off x="504364" y="2923740"/>
            <a:ext cx="1270249" cy="499960"/>
          </a:xfrm>
          <a:prstGeom prst="rect">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CN" sz="2400" b="1" dirty="0">
                <a:solidFill>
                  <a:schemeClr val="tx1"/>
                </a:solidFill>
              </a:rPr>
              <a:t>6B</a:t>
            </a:r>
            <a:endParaRPr lang="zh-CN" altLang="en-US" sz="2400" b="1" dirty="0">
              <a:solidFill>
                <a:schemeClr val="tx1"/>
              </a:solidFill>
            </a:endParaRPr>
          </a:p>
        </p:txBody>
      </p:sp>
      <p:sp>
        <p:nvSpPr>
          <p:cNvPr id="64" name="矩形 63">
            <a:extLst>
              <a:ext uri="{FF2B5EF4-FFF2-40B4-BE49-F238E27FC236}">
                <a16:creationId xmlns:a16="http://schemas.microsoft.com/office/drawing/2014/main" id="{8294EA20-D2F9-4D63-8C77-44A983A8DB12}"/>
              </a:ext>
            </a:extLst>
          </p:cNvPr>
          <p:cNvSpPr/>
          <p:nvPr/>
        </p:nvSpPr>
        <p:spPr>
          <a:xfrm>
            <a:off x="1774613" y="2423780"/>
            <a:ext cx="1270249" cy="499960"/>
          </a:xfrm>
          <a:prstGeom prst="rect">
            <a:avLst/>
          </a:prstGeom>
          <a:solidFill>
            <a:schemeClr val="accent4"/>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zh-CN" altLang="en-US" b="1" dirty="0">
                <a:solidFill>
                  <a:schemeClr val="bg1"/>
                </a:solidFill>
              </a:rPr>
              <a:t>源地址</a:t>
            </a:r>
          </a:p>
        </p:txBody>
      </p:sp>
      <p:sp>
        <p:nvSpPr>
          <p:cNvPr id="65" name="矩形 64">
            <a:extLst>
              <a:ext uri="{FF2B5EF4-FFF2-40B4-BE49-F238E27FC236}">
                <a16:creationId xmlns:a16="http://schemas.microsoft.com/office/drawing/2014/main" id="{599A8B32-B773-459B-9E14-18986872BCA0}"/>
              </a:ext>
            </a:extLst>
          </p:cNvPr>
          <p:cNvSpPr/>
          <p:nvPr/>
        </p:nvSpPr>
        <p:spPr>
          <a:xfrm>
            <a:off x="1774612" y="2923740"/>
            <a:ext cx="1270249" cy="499960"/>
          </a:xfrm>
          <a:prstGeom prst="rect">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CN" sz="2400" b="1" dirty="0">
                <a:solidFill>
                  <a:schemeClr val="tx1"/>
                </a:solidFill>
              </a:rPr>
              <a:t>6B</a:t>
            </a:r>
            <a:endParaRPr lang="zh-CN" altLang="en-US" sz="2400" b="1" dirty="0">
              <a:solidFill>
                <a:schemeClr val="tx1"/>
              </a:solidFill>
            </a:endParaRPr>
          </a:p>
        </p:txBody>
      </p:sp>
      <p:sp>
        <p:nvSpPr>
          <p:cNvPr id="66" name="矩形 65">
            <a:extLst>
              <a:ext uri="{FF2B5EF4-FFF2-40B4-BE49-F238E27FC236}">
                <a16:creationId xmlns:a16="http://schemas.microsoft.com/office/drawing/2014/main" id="{5E329697-6C6A-4924-AC51-148B49383719}"/>
              </a:ext>
            </a:extLst>
          </p:cNvPr>
          <p:cNvSpPr/>
          <p:nvPr/>
        </p:nvSpPr>
        <p:spPr>
          <a:xfrm>
            <a:off x="3908859" y="2423780"/>
            <a:ext cx="6759387" cy="499960"/>
          </a:xfrm>
          <a:prstGeom prst="rect">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zh-CN" altLang="en-US" b="1" dirty="0">
                <a:solidFill>
                  <a:schemeClr val="accent4"/>
                </a:solidFill>
              </a:rPr>
              <a:t>数据载荷</a:t>
            </a:r>
          </a:p>
        </p:txBody>
      </p:sp>
      <p:sp>
        <p:nvSpPr>
          <p:cNvPr id="67" name="矩形 66">
            <a:extLst>
              <a:ext uri="{FF2B5EF4-FFF2-40B4-BE49-F238E27FC236}">
                <a16:creationId xmlns:a16="http://schemas.microsoft.com/office/drawing/2014/main" id="{6D06498C-B333-4D2B-949A-6282208D1AD3}"/>
              </a:ext>
            </a:extLst>
          </p:cNvPr>
          <p:cNvSpPr/>
          <p:nvPr/>
        </p:nvSpPr>
        <p:spPr>
          <a:xfrm>
            <a:off x="3908857" y="2923740"/>
            <a:ext cx="6759387" cy="499960"/>
          </a:xfrm>
          <a:prstGeom prst="rect">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CN" sz="2400" b="1" dirty="0">
                <a:solidFill>
                  <a:schemeClr val="tx1"/>
                </a:solidFill>
              </a:rPr>
              <a:t>46B ~ 1500B</a:t>
            </a:r>
            <a:endParaRPr lang="zh-CN" altLang="en-US" sz="2400" b="1" dirty="0">
              <a:solidFill>
                <a:schemeClr val="tx1"/>
              </a:solidFill>
            </a:endParaRPr>
          </a:p>
        </p:txBody>
      </p:sp>
      <p:sp>
        <p:nvSpPr>
          <p:cNvPr id="68" name="矩形 67">
            <a:extLst>
              <a:ext uri="{FF2B5EF4-FFF2-40B4-BE49-F238E27FC236}">
                <a16:creationId xmlns:a16="http://schemas.microsoft.com/office/drawing/2014/main" id="{6579916A-6773-45F9-91E8-A05A0534A8E1}"/>
              </a:ext>
            </a:extLst>
          </p:cNvPr>
          <p:cNvSpPr/>
          <p:nvPr/>
        </p:nvSpPr>
        <p:spPr>
          <a:xfrm>
            <a:off x="10668248" y="2423780"/>
            <a:ext cx="1019387" cy="499960"/>
          </a:xfrm>
          <a:prstGeom prst="rect">
            <a:avLst/>
          </a:prstGeom>
          <a:solidFill>
            <a:schemeClr val="accent4"/>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CN" b="1" dirty="0">
                <a:solidFill>
                  <a:schemeClr val="bg1"/>
                </a:solidFill>
              </a:rPr>
              <a:t>FCS</a:t>
            </a:r>
            <a:endParaRPr lang="zh-CN" altLang="en-US" b="1" dirty="0">
              <a:solidFill>
                <a:schemeClr val="bg1"/>
              </a:solidFill>
            </a:endParaRPr>
          </a:p>
        </p:txBody>
      </p:sp>
      <p:sp>
        <p:nvSpPr>
          <p:cNvPr id="107" name="矩形 106">
            <a:extLst>
              <a:ext uri="{FF2B5EF4-FFF2-40B4-BE49-F238E27FC236}">
                <a16:creationId xmlns:a16="http://schemas.microsoft.com/office/drawing/2014/main" id="{6CBA1F59-7902-49D3-AC4B-2FC18F278787}"/>
              </a:ext>
            </a:extLst>
          </p:cNvPr>
          <p:cNvSpPr/>
          <p:nvPr/>
        </p:nvSpPr>
        <p:spPr>
          <a:xfrm>
            <a:off x="10668247" y="2923740"/>
            <a:ext cx="1019387" cy="499960"/>
          </a:xfrm>
          <a:prstGeom prst="rect">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CN" sz="2400" b="1" dirty="0">
                <a:solidFill>
                  <a:schemeClr val="tx1"/>
                </a:solidFill>
              </a:rPr>
              <a:t>4B</a:t>
            </a:r>
            <a:endParaRPr lang="zh-CN" altLang="en-US" sz="2400" b="1" dirty="0">
              <a:solidFill>
                <a:schemeClr val="tx1"/>
              </a:solidFill>
            </a:endParaRPr>
          </a:p>
        </p:txBody>
      </p:sp>
      <p:sp>
        <p:nvSpPr>
          <p:cNvPr id="108" name="矩形 107">
            <a:extLst>
              <a:ext uri="{FF2B5EF4-FFF2-40B4-BE49-F238E27FC236}">
                <a16:creationId xmlns:a16="http://schemas.microsoft.com/office/drawing/2014/main" id="{1AAE64A9-260B-4CBB-AD70-79001B11A1E1}"/>
              </a:ext>
            </a:extLst>
          </p:cNvPr>
          <p:cNvSpPr/>
          <p:nvPr/>
        </p:nvSpPr>
        <p:spPr>
          <a:xfrm>
            <a:off x="504364" y="1922326"/>
            <a:ext cx="11183271" cy="499960"/>
          </a:xfrm>
          <a:prstGeom prst="rect">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zh-CN" altLang="en-US" b="1" dirty="0">
                <a:solidFill>
                  <a:schemeClr val="tx1"/>
                </a:solidFill>
              </a:rPr>
              <a:t>以太网</a:t>
            </a:r>
            <a:r>
              <a:rPr lang="en-US" altLang="zh-CN" b="1" dirty="0">
                <a:solidFill>
                  <a:schemeClr val="tx1"/>
                </a:solidFill>
              </a:rPr>
              <a:t>V2</a:t>
            </a:r>
            <a:r>
              <a:rPr lang="zh-CN" altLang="en-US" b="1" dirty="0">
                <a:solidFill>
                  <a:schemeClr val="tx1"/>
                </a:solidFill>
              </a:rPr>
              <a:t>的</a:t>
            </a:r>
            <a:r>
              <a:rPr lang="en-US" altLang="zh-CN" b="1" dirty="0">
                <a:solidFill>
                  <a:schemeClr val="tx1"/>
                </a:solidFill>
              </a:rPr>
              <a:t>MAC</a:t>
            </a:r>
            <a:r>
              <a:rPr lang="zh-CN" altLang="en-US" b="1" dirty="0">
                <a:solidFill>
                  <a:schemeClr val="tx1"/>
                </a:solidFill>
              </a:rPr>
              <a:t>帧（最大长度</a:t>
            </a:r>
            <a:r>
              <a:rPr lang="en-US" altLang="zh-CN" sz="2400" b="1" dirty="0">
                <a:solidFill>
                  <a:schemeClr val="tx1"/>
                </a:solidFill>
              </a:rPr>
              <a:t>1518B</a:t>
            </a:r>
            <a:r>
              <a:rPr lang="zh-CN" altLang="en-US" b="1" dirty="0">
                <a:solidFill>
                  <a:schemeClr val="tx1"/>
                </a:solidFill>
              </a:rPr>
              <a:t>）</a:t>
            </a:r>
          </a:p>
        </p:txBody>
      </p:sp>
      <p:sp>
        <p:nvSpPr>
          <p:cNvPr id="109" name="矩形 108">
            <a:extLst>
              <a:ext uri="{FF2B5EF4-FFF2-40B4-BE49-F238E27FC236}">
                <a16:creationId xmlns:a16="http://schemas.microsoft.com/office/drawing/2014/main" id="{25842D6A-1B36-43A1-9FDA-64D75112F241}"/>
              </a:ext>
            </a:extLst>
          </p:cNvPr>
          <p:cNvSpPr/>
          <p:nvPr/>
        </p:nvSpPr>
        <p:spPr>
          <a:xfrm>
            <a:off x="857489" y="3005969"/>
            <a:ext cx="2861071" cy="335499"/>
          </a:xfrm>
          <a:prstGeom prst="rect">
            <a:avLst/>
          </a:prstGeom>
          <a:noFill/>
          <a:ln w="25400">
            <a:solidFill>
              <a:schemeClr val="accent1">
                <a:lumMod val="75000"/>
              </a:schemeClr>
            </a:solid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110" name="矩形 109">
            <a:extLst>
              <a:ext uri="{FF2B5EF4-FFF2-40B4-BE49-F238E27FC236}">
                <a16:creationId xmlns:a16="http://schemas.microsoft.com/office/drawing/2014/main" id="{582A6744-C640-4231-A0DF-908B4ABA9123}"/>
              </a:ext>
            </a:extLst>
          </p:cNvPr>
          <p:cNvSpPr/>
          <p:nvPr/>
        </p:nvSpPr>
        <p:spPr>
          <a:xfrm>
            <a:off x="10842991" y="3005968"/>
            <a:ext cx="669898" cy="335499"/>
          </a:xfrm>
          <a:prstGeom prst="rect">
            <a:avLst/>
          </a:prstGeom>
          <a:noFill/>
          <a:ln w="25400">
            <a:solidFill>
              <a:schemeClr val="accent1">
                <a:lumMod val="75000"/>
              </a:schemeClr>
            </a:solid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5" name="对话气泡: 圆角矩形 4">
            <a:extLst>
              <a:ext uri="{FF2B5EF4-FFF2-40B4-BE49-F238E27FC236}">
                <a16:creationId xmlns:a16="http://schemas.microsoft.com/office/drawing/2014/main" id="{44857F6E-331C-40A5-AA24-6FD6CEE57900}"/>
              </a:ext>
            </a:extLst>
          </p:cNvPr>
          <p:cNvSpPr/>
          <p:nvPr/>
        </p:nvSpPr>
        <p:spPr>
          <a:xfrm>
            <a:off x="3424233" y="4193376"/>
            <a:ext cx="4450132" cy="1240396"/>
          </a:xfrm>
          <a:prstGeom prst="wedgeRoundRectCallout">
            <a:avLst>
              <a:gd name="adj1" fmla="val 24108"/>
              <a:gd name="adj2" fmla="val -118089"/>
              <a:gd name="adj3" fmla="val 16667"/>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lnSpc>
                <a:spcPct val="150000"/>
              </a:lnSpc>
            </a:pPr>
            <a:r>
              <a:rPr lang="zh-CN" altLang="en-US" b="1" dirty="0"/>
              <a:t>满足最小帧长为</a:t>
            </a:r>
            <a:r>
              <a:rPr lang="en-US" altLang="zh-CN" sz="2400" b="1" dirty="0"/>
              <a:t>64B</a:t>
            </a:r>
            <a:r>
              <a:rPr lang="zh-CN" altLang="en-US" b="1" dirty="0"/>
              <a:t>的要求</a:t>
            </a:r>
            <a:endParaRPr lang="en-US" altLang="zh-CN" b="1" dirty="0"/>
          </a:p>
          <a:p>
            <a:pPr algn="ctr">
              <a:lnSpc>
                <a:spcPct val="150000"/>
              </a:lnSpc>
            </a:pPr>
            <a:r>
              <a:rPr lang="zh-CN" altLang="en-US" b="1" dirty="0"/>
              <a:t>（ </a:t>
            </a:r>
            <a:r>
              <a:rPr lang="en-US" altLang="zh-CN" sz="2400" b="1" dirty="0"/>
              <a:t>6B + 6B + 2B + 46B + 4B = 64B </a:t>
            </a:r>
            <a:r>
              <a:rPr lang="zh-CN" altLang="en-US" b="1" dirty="0"/>
              <a:t>）</a:t>
            </a:r>
          </a:p>
        </p:txBody>
      </p:sp>
    </p:spTree>
    <p:custDataLst>
      <p:tags r:id="rId1"/>
    </p:custDataLst>
    <p:extLst>
      <p:ext uri="{BB962C8B-B14F-4D97-AF65-F5344CB8AC3E}">
        <p14:creationId xmlns:p14="http://schemas.microsoft.com/office/powerpoint/2010/main" val="3953070209"/>
      </p:ext>
    </p:extLst>
  </p:cSld>
  <p:clrMapOvr>
    <a:masterClrMapping/>
  </p:clrMapOvr>
  <mc:AlternateContent xmlns:mc="http://schemas.openxmlformats.org/markup-compatibility/2006" xmlns:p14="http://schemas.microsoft.com/office/powerpoint/2010/main">
    <mc:Choice Requires="p14">
      <p:transition p14:dur="10"/>
    </mc:Choice>
    <mc:Fallback xmlns="">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42" presetClass="entr" presetSubtype="0" fill="hold" grpId="0" nodeType="withEffect">
                                  <p:stCondLst>
                                    <p:cond delay="0"/>
                                  </p:stCondLst>
                                  <p:childTnLst>
                                    <p:set>
                                      <p:cBhvr>
                                        <p:cTn id="6" dur="1" fill="hold">
                                          <p:stCondLst>
                                            <p:cond delay="0"/>
                                          </p:stCondLst>
                                        </p:cTn>
                                        <p:tgtEl>
                                          <p:spTgt spid="5"/>
                                        </p:tgtEl>
                                        <p:attrNameLst>
                                          <p:attrName>style.visibility</p:attrName>
                                        </p:attrNameLst>
                                      </p:cBhvr>
                                      <p:to>
                                        <p:strVal val="visible"/>
                                      </p:to>
                                    </p:set>
                                    <p:animEffect transition="in" filter="fade">
                                      <p:cBhvr>
                                        <p:cTn id="7" dur="1000"/>
                                        <p:tgtEl>
                                          <p:spTgt spid="5"/>
                                        </p:tgtEl>
                                      </p:cBhvr>
                                    </p:animEffect>
                                    <p:anim calcmode="lin" valueType="num">
                                      <p:cBhvr>
                                        <p:cTn id="8" dur="1000" fill="hold"/>
                                        <p:tgtEl>
                                          <p:spTgt spid="5"/>
                                        </p:tgtEl>
                                        <p:attrNameLst>
                                          <p:attrName>ppt_x</p:attrName>
                                        </p:attrNameLst>
                                      </p:cBhvr>
                                      <p:tavLst>
                                        <p:tav tm="0">
                                          <p:val>
                                            <p:strVal val="#ppt_x"/>
                                          </p:val>
                                        </p:tav>
                                        <p:tav tm="100000">
                                          <p:val>
                                            <p:strVal val="#ppt_x"/>
                                          </p:val>
                                        </p:tav>
                                      </p:tavLst>
                                    </p:anim>
                                    <p:anim calcmode="lin" valueType="num">
                                      <p:cBhvr>
                                        <p:cTn id="9" dur="1000" fill="hold"/>
                                        <p:tgtEl>
                                          <p:spTgt spid="5"/>
                                        </p:tgtEl>
                                        <p:attrNameLst>
                                          <p:attrName>ppt_y</p:attrName>
                                        </p:attrNameLst>
                                      </p:cBhvr>
                                      <p:tavLst>
                                        <p:tav tm="0">
                                          <p:val>
                                            <p:strVal val="#ppt_y+.1"/>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 grpId="0" animBg="1"/>
    </p:bldLst>
  </p:timing>
</p:sld>
</file>

<file path=ppt/slides/slide34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4" name="组合 3">
            <a:extLst>
              <a:ext uri="{FF2B5EF4-FFF2-40B4-BE49-F238E27FC236}">
                <a16:creationId xmlns:a16="http://schemas.microsoft.com/office/drawing/2014/main" id="{9A1EA9F2-FCB6-48C3-935F-7AE7E3AD14AC}"/>
              </a:ext>
            </a:extLst>
          </p:cNvPr>
          <p:cNvGrpSpPr/>
          <p:nvPr/>
        </p:nvGrpSpPr>
        <p:grpSpPr>
          <a:xfrm>
            <a:off x="304799" y="749300"/>
            <a:ext cx="6192345" cy="400110"/>
            <a:chOff x="424116" y="898245"/>
            <a:chExt cx="6192345" cy="400110"/>
          </a:xfrm>
        </p:grpSpPr>
        <p:sp>
          <p:nvSpPr>
            <p:cNvPr id="2" name="平行四边形 1">
              <a:extLst>
                <a:ext uri="{FF2B5EF4-FFF2-40B4-BE49-F238E27FC236}">
                  <a16:creationId xmlns:a16="http://schemas.microsoft.com/office/drawing/2014/main" id="{1F5BAA3F-9845-4F89-A2DD-8222D3E4EDAC}"/>
                </a:ext>
              </a:extLst>
            </p:cNvPr>
            <p:cNvSpPr/>
            <p:nvPr/>
          </p:nvSpPr>
          <p:spPr>
            <a:xfrm>
              <a:off x="424116" y="898245"/>
              <a:ext cx="688541" cy="387090"/>
            </a:xfrm>
            <a:prstGeom prst="parallelogram">
              <a:avLst/>
            </a:prstGeom>
            <a:solidFill>
              <a:schemeClr val="accent3">
                <a:lumMod val="75000"/>
              </a:schemeClr>
            </a:solidFill>
            <a:ln>
              <a:solidFill>
                <a:schemeClr val="accent3">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CN" sz="2200" dirty="0">
                  <a:latin typeface="Impact" panose="020B0806030902050204" pitchFamily="34" charset="0"/>
                </a:rPr>
                <a:t>03</a:t>
              </a:r>
              <a:endParaRPr lang="zh-CN" altLang="en-US" sz="2200" dirty="0">
                <a:latin typeface="Impact" panose="020B0806030902050204" pitchFamily="34" charset="0"/>
              </a:endParaRPr>
            </a:p>
          </p:txBody>
        </p:sp>
        <p:sp>
          <p:nvSpPr>
            <p:cNvPr id="3" name="文本框 2">
              <a:extLst>
                <a:ext uri="{FF2B5EF4-FFF2-40B4-BE49-F238E27FC236}">
                  <a16:creationId xmlns:a16="http://schemas.microsoft.com/office/drawing/2014/main" id="{4D6BD736-A4D3-4F26-AFED-36E11F50F70B}"/>
                </a:ext>
              </a:extLst>
            </p:cNvPr>
            <p:cNvSpPr txBox="1"/>
            <p:nvPr/>
          </p:nvSpPr>
          <p:spPr>
            <a:xfrm>
              <a:off x="1052423" y="898245"/>
              <a:ext cx="5564038" cy="400110"/>
            </a:xfrm>
            <a:prstGeom prst="rect">
              <a:avLst/>
            </a:prstGeom>
            <a:noFill/>
          </p:spPr>
          <p:txBody>
            <a:bodyPr wrap="square" rtlCol="0">
              <a:spAutoFit/>
            </a:bodyPr>
            <a:lstStyle/>
            <a:p>
              <a:r>
                <a:rPr lang="zh-CN" altLang="en-US" sz="2000" b="1" dirty="0"/>
                <a:t>共享式以太网的最小帧长和最大帧长</a:t>
              </a:r>
              <a:endParaRPr lang="en-US" altLang="zh-CN" sz="2000" b="1" dirty="0"/>
            </a:p>
          </p:txBody>
        </p:sp>
      </p:grpSp>
      <p:grpSp>
        <p:nvGrpSpPr>
          <p:cNvPr id="9" name="组合 8">
            <a:extLst>
              <a:ext uri="{FF2B5EF4-FFF2-40B4-BE49-F238E27FC236}">
                <a16:creationId xmlns:a16="http://schemas.microsoft.com/office/drawing/2014/main" id="{6CEDE918-FB02-41FB-A023-12D2CAF03D71}"/>
              </a:ext>
            </a:extLst>
          </p:cNvPr>
          <p:cNvGrpSpPr/>
          <p:nvPr/>
        </p:nvGrpSpPr>
        <p:grpSpPr>
          <a:xfrm>
            <a:off x="782831" y="1226381"/>
            <a:ext cx="10361008" cy="1377208"/>
            <a:chOff x="782831" y="1226381"/>
            <a:chExt cx="10361008" cy="1377208"/>
          </a:xfrm>
        </p:grpSpPr>
        <p:sp>
          <p:nvSpPr>
            <p:cNvPr id="20" name="íşlïḍè">
              <a:extLst>
                <a:ext uri="{FF2B5EF4-FFF2-40B4-BE49-F238E27FC236}">
                  <a16:creationId xmlns:a16="http://schemas.microsoft.com/office/drawing/2014/main" id="{94681B98-5DF9-4F8B-8A8C-DCAAAF600E68}"/>
                </a:ext>
              </a:extLst>
            </p:cNvPr>
            <p:cNvSpPr txBox="1"/>
            <p:nvPr/>
          </p:nvSpPr>
          <p:spPr>
            <a:xfrm>
              <a:off x="782831" y="1226381"/>
              <a:ext cx="10361008" cy="909561"/>
            </a:xfrm>
            <a:prstGeom prst="rect">
              <a:avLst/>
            </a:prstGeom>
            <a:noFill/>
          </p:spPr>
          <p:txBody>
            <a:bodyPr wrap="square" lIns="91440" tIns="45720" rIns="91440" bIns="45720" anchor="ctr">
              <a:noAutofit/>
            </a:bodyPr>
            <a:lstStyle/>
            <a:p>
              <a:r>
                <a:rPr lang="en-US" altLang="zh-CN" b="1" dirty="0">
                  <a:latin typeface="Arial Narrow" panose="020B0606020202030204" pitchFamily="34" charset="0"/>
                </a:rPr>
                <a:t>【2009</a:t>
              </a:r>
              <a:r>
                <a:rPr lang="zh-CN" altLang="en-US" b="1" dirty="0">
                  <a:latin typeface="Arial Narrow" panose="020B0606020202030204" pitchFamily="34" charset="0"/>
                </a:rPr>
                <a:t>年 题</a:t>
              </a:r>
              <a:r>
                <a:rPr lang="en-US" altLang="zh-CN" b="1" dirty="0">
                  <a:latin typeface="Arial Narrow" panose="020B0606020202030204" pitchFamily="34" charset="0"/>
                </a:rPr>
                <a:t>37】</a:t>
              </a:r>
              <a:r>
                <a:rPr lang="zh-CN" altLang="en-US" b="1" dirty="0">
                  <a:latin typeface="Arial Narrow" panose="020B0606020202030204" pitchFamily="34" charset="0"/>
                </a:rPr>
                <a:t>在一个采用</a:t>
              </a:r>
              <a:r>
                <a:rPr lang="en-US" altLang="zh-CN" b="1" dirty="0">
                  <a:latin typeface="Arial Narrow" panose="020B0606020202030204" pitchFamily="34" charset="0"/>
                </a:rPr>
                <a:t>CSMA/CD</a:t>
              </a:r>
              <a:r>
                <a:rPr lang="zh-CN" altLang="en-US" b="1" dirty="0">
                  <a:latin typeface="Arial Narrow" panose="020B0606020202030204" pitchFamily="34" charset="0"/>
                </a:rPr>
                <a:t>协议的网络中，传输介质是一根完整的电缆，传输速率为</a:t>
              </a:r>
              <a:r>
                <a:rPr lang="en-US" altLang="zh-CN" b="1" dirty="0">
                  <a:latin typeface="Arial Narrow" panose="020B0606020202030204" pitchFamily="34" charset="0"/>
                </a:rPr>
                <a:t>1Gbps</a:t>
              </a:r>
              <a:r>
                <a:rPr lang="zh-CN" altLang="en-US" b="1" dirty="0">
                  <a:latin typeface="Arial Narrow" panose="020B0606020202030204" pitchFamily="34" charset="0"/>
                </a:rPr>
                <a:t>，</a:t>
              </a:r>
              <a:endParaRPr lang="en-US" altLang="zh-CN" b="1" dirty="0">
                <a:latin typeface="Arial Narrow" panose="020B0606020202030204" pitchFamily="34" charset="0"/>
              </a:endParaRPr>
            </a:p>
            <a:p>
              <a:r>
                <a:rPr lang="en-US" altLang="zh-CN" b="1" dirty="0">
                  <a:latin typeface="Arial Narrow" panose="020B0606020202030204" pitchFamily="34" charset="0"/>
                </a:rPr>
                <a:t>                               </a:t>
              </a:r>
              <a:r>
                <a:rPr lang="zh-CN" altLang="en-US" b="1" dirty="0">
                  <a:latin typeface="Arial Narrow" panose="020B0606020202030204" pitchFamily="34" charset="0"/>
                </a:rPr>
                <a:t>电缆中的信号传播速度是</a:t>
              </a:r>
              <a:r>
                <a:rPr lang="en-US" altLang="zh-CN" b="1" dirty="0">
                  <a:latin typeface="Arial Narrow" panose="020B0606020202030204" pitchFamily="34" charset="0"/>
                </a:rPr>
                <a:t>200 000km/s</a:t>
              </a:r>
              <a:r>
                <a:rPr lang="zh-CN" altLang="en-US" b="1" dirty="0">
                  <a:latin typeface="Arial Narrow" panose="020B0606020202030204" pitchFamily="34" charset="0"/>
                </a:rPr>
                <a:t>。若最小数据帧长度减少</a:t>
              </a:r>
              <a:r>
                <a:rPr lang="en-US" altLang="zh-CN" b="1" dirty="0">
                  <a:latin typeface="Arial Narrow" panose="020B0606020202030204" pitchFamily="34" charset="0"/>
                </a:rPr>
                <a:t>800</a:t>
              </a:r>
              <a:r>
                <a:rPr lang="zh-CN" altLang="en-US" b="1" dirty="0">
                  <a:latin typeface="Arial Narrow" panose="020B0606020202030204" pitchFamily="34" charset="0"/>
                </a:rPr>
                <a:t>比特，则最远的两个</a:t>
              </a:r>
              <a:endParaRPr lang="en-US" altLang="zh-CN" b="1" dirty="0">
                <a:latin typeface="Arial Narrow" panose="020B0606020202030204" pitchFamily="34" charset="0"/>
              </a:endParaRPr>
            </a:p>
            <a:p>
              <a:r>
                <a:rPr lang="en-US" altLang="zh-CN" b="1" dirty="0">
                  <a:latin typeface="Arial Narrow" panose="020B0606020202030204" pitchFamily="34" charset="0"/>
                </a:rPr>
                <a:t>                               </a:t>
              </a:r>
              <a:r>
                <a:rPr lang="zh-CN" altLang="en-US" b="1" dirty="0">
                  <a:latin typeface="Arial Narrow" panose="020B0606020202030204" pitchFamily="34" charset="0"/>
                </a:rPr>
                <a:t>站点之间的距离至少需要（      ）</a:t>
              </a:r>
            </a:p>
          </p:txBody>
        </p:sp>
        <p:sp>
          <p:nvSpPr>
            <p:cNvPr id="21" name="íşlïḍè">
              <a:extLst>
                <a:ext uri="{FF2B5EF4-FFF2-40B4-BE49-F238E27FC236}">
                  <a16:creationId xmlns:a16="http://schemas.microsoft.com/office/drawing/2014/main" id="{C43DA465-D634-46EA-A832-4758B6724435}"/>
                </a:ext>
              </a:extLst>
            </p:cNvPr>
            <p:cNvSpPr txBox="1"/>
            <p:nvPr/>
          </p:nvSpPr>
          <p:spPr>
            <a:xfrm>
              <a:off x="2389061" y="2225933"/>
              <a:ext cx="1492205" cy="377656"/>
            </a:xfrm>
            <a:prstGeom prst="rect">
              <a:avLst/>
            </a:prstGeom>
            <a:noFill/>
          </p:spPr>
          <p:txBody>
            <a:bodyPr wrap="square" lIns="91440" tIns="45720" rIns="91440" bIns="45720" anchor="ctr">
              <a:noAutofit/>
            </a:bodyPr>
            <a:lstStyle/>
            <a:p>
              <a:r>
                <a:rPr lang="en-US" altLang="zh-CN" b="1" dirty="0">
                  <a:latin typeface="Arial Narrow" panose="020B0606020202030204" pitchFamily="34" charset="0"/>
                </a:rPr>
                <a:t>A. </a:t>
              </a:r>
              <a:r>
                <a:rPr lang="zh-CN" altLang="en-US" b="1" dirty="0">
                  <a:latin typeface="Arial Narrow" panose="020B0606020202030204" pitchFamily="34" charset="0"/>
                </a:rPr>
                <a:t>增加</a:t>
              </a:r>
              <a:r>
                <a:rPr lang="en-US" altLang="zh-CN" b="1" dirty="0">
                  <a:latin typeface="Arial Narrow" panose="020B0606020202030204" pitchFamily="34" charset="0"/>
                </a:rPr>
                <a:t>160m</a:t>
              </a:r>
              <a:endParaRPr lang="zh-CN" altLang="en-US" b="1" dirty="0">
                <a:latin typeface="Arial Narrow" panose="020B0606020202030204" pitchFamily="34" charset="0"/>
              </a:endParaRPr>
            </a:p>
          </p:txBody>
        </p:sp>
        <p:sp>
          <p:nvSpPr>
            <p:cNvPr id="22" name="íşlïḍè">
              <a:extLst>
                <a:ext uri="{FF2B5EF4-FFF2-40B4-BE49-F238E27FC236}">
                  <a16:creationId xmlns:a16="http://schemas.microsoft.com/office/drawing/2014/main" id="{0643B208-5B5E-4676-B310-4FFD4452737B}"/>
                </a:ext>
              </a:extLst>
            </p:cNvPr>
            <p:cNvSpPr txBox="1"/>
            <p:nvPr/>
          </p:nvSpPr>
          <p:spPr>
            <a:xfrm>
              <a:off x="4577847" y="2225933"/>
              <a:ext cx="1492205" cy="377656"/>
            </a:xfrm>
            <a:prstGeom prst="rect">
              <a:avLst/>
            </a:prstGeom>
            <a:noFill/>
          </p:spPr>
          <p:txBody>
            <a:bodyPr wrap="square" lIns="91440" tIns="45720" rIns="91440" bIns="45720" anchor="ctr">
              <a:noAutofit/>
            </a:bodyPr>
            <a:lstStyle/>
            <a:p>
              <a:r>
                <a:rPr lang="en-US" altLang="zh-CN" b="1" dirty="0">
                  <a:latin typeface="Arial Narrow" panose="020B0606020202030204" pitchFamily="34" charset="0"/>
                </a:rPr>
                <a:t>B. </a:t>
              </a:r>
              <a:r>
                <a:rPr lang="zh-CN" altLang="en-US" b="1" dirty="0">
                  <a:latin typeface="Arial Narrow" panose="020B0606020202030204" pitchFamily="34" charset="0"/>
                </a:rPr>
                <a:t>增加</a:t>
              </a:r>
              <a:r>
                <a:rPr lang="en-US" altLang="zh-CN" b="1" dirty="0">
                  <a:latin typeface="Arial Narrow" panose="020B0606020202030204" pitchFamily="34" charset="0"/>
                </a:rPr>
                <a:t>80m</a:t>
              </a:r>
              <a:endParaRPr lang="zh-CN" altLang="en-US" b="1" dirty="0">
                <a:latin typeface="Arial Narrow" panose="020B0606020202030204" pitchFamily="34" charset="0"/>
              </a:endParaRPr>
            </a:p>
          </p:txBody>
        </p:sp>
        <p:sp>
          <p:nvSpPr>
            <p:cNvPr id="23" name="íşlïḍè">
              <a:extLst>
                <a:ext uri="{FF2B5EF4-FFF2-40B4-BE49-F238E27FC236}">
                  <a16:creationId xmlns:a16="http://schemas.microsoft.com/office/drawing/2014/main" id="{6F14690B-8738-4420-A9A0-312F15714745}"/>
                </a:ext>
              </a:extLst>
            </p:cNvPr>
            <p:cNvSpPr txBox="1"/>
            <p:nvPr/>
          </p:nvSpPr>
          <p:spPr>
            <a:xfrm>
              <a:off x="6766633" y="2225933"/>
              <a:ext cx="1492205" cy="377656"/>
            </a:xfrm>
            <a:prstGeom prst="rect">
              <a:avLst/>
            </a:prstGeom>
            <a:noFill/>
          </p:spPr>
          <p:txBody>
            <a:bodyPr wrap="square" lIns="91440" tIns="45720" rIns="91440" bIns="45720" anchor="ctr">
              <a:noAutofit/>
            </a:bodyPr>
            <a:lstStyle/>
            <a:p>
              <a:r>
                <a:rPr lang="en-US" altLang="zh-CN" b="1" dirty="0">
                  <a:latin typeface="Arial Narrow" panose="020B0606020202030204" pitchFamily="34" charset="0"/>
                </a:rPr>
                <a:t>C. </a:t>
              </a:r>
              <a:r>
                <a:rPr lang="zh-CN" altLang="en-US" b="1" dirty="0">
                  <a:latin typeface="Arial Narrow" panose="020B0606020202030204" pitchFamily="34" charset="0"/>
                </a:rPr>
                <a:t>减少</a:t>
              </a:r>
              <a:r>
                <a:rPr lang="en-US" altLang="zh-CN" b="1" dirty="0">
                  <a:latin typeface="Arial Narrow" panose="020B0606020202030204" pitchFamily="34" charset="0"/>
                </a:rPr>
                <a:t>160m</a:t>
              </a:r>
              <a:endParaRPr lang="zh-CN" altLang="en-US" b="1" dirty="0">
                <a:latin typeface="Arial Narrow" panose="020B0606020202030204" pitchFamily="34" charset="0"/>
              </a:endParaRPr>
            </a:p>
          </p:txBody>
        </p:sp>
        <p:sp>
          <p:nvSpPr>
            <p:cNvPr id="24" name="íşlïḍè">
              <a:extLst>
                <a:ext uri="{FF2B5EF4-FFF2-40B4-BE49-F238E27FC236}">
                  <a16:creationId xmlns:a16="http://schemas.microsoft.com/office/drawing/2014/main" id="{3D12A323-B056-46EF-BA4E-5933B6194E80}"/>
                </a:ext>
              </a:extLst>
            </p:cNvPr>
            <p:cNvSpPr txBox="1"/>
            <p:nvPr/>
          </p:nvSpPr>
          <p:spPr>
            <a:xfrm>
              <a:off x="8955418" y="2225933"/>
              <a:ext cx="1492205" cy="377656"/>
            </a:xfrm>
            <a:prstGeom prst="rect">
              <a:avLst/>
            </a:prstGeom>
            <a:noFill/>
          </p:spPr>
          <p:txBody>
            <a:bodyPr wrap="square" lIns="91440" tIns="45720" rIns="91440" bIns="45720" anchor="ctr">
              <a:noAutofit/>
            </a:bodyPr>
            <a:lstStyle/>
            <a:p>
              <a:r>
                <a:rPr lang="en-US" altLang="zh-CN" b="1" dirty="0">
                  <a:latin typeface="Arial Narrow" panose="020B0606020202030204" pitchFamily="34" charset="0"/>
                </a:rPr>
                <a:t>D. </a:t>
              </a:r>
              <a:r>
                <a:rPr lang="zh-CN" altLang="en-US" b="1" dirty="0">
                  <a:latin typeface="Arial Narrow" panose="020B0606020202030204" pitchFamily="34" charset="0"/>
                </a:rPr>
                <a:t>减少</a:t>
              </a:r>
              <a:r>
                <a:rPr lang="en-US" altLang="zh-CN" b="1" dirty="0">
                  <a:latin typeface="Arial Narrow" panose="020B0606020202030204" pitchFamily="34" charset="0"/>
                </a:rPr>
                <a:t>80m</a:t>
              </a:r>
              <a:endParaRPr lang="zh-CN" altLang="en-US" b="1" dirty="0">
                <a:latin typeface="Arial Narrow" panose="020B0606020202030204" pitchFamily="34" charset="0"/>
              </a:endParaRPr>
            </a:p>
          </p:txBody>
        </p:sp>
      </p:grpSp>
      <p:sp>
        <p:nvSpPr>
          <p:cNvPr id="25" name="íşlïḍè">
            <a:extLst>
              <a:ext uri="{FF2B5EF4-FFF2-40B4-BE49-F238E27FC236}">
                <a16:creationId xmlns:a16="http://schemas.microsoft.com/office/drawing/2014/main" id="{265975B8-95B4-4C04-8E08-F94BC7B9625A}"/>
              </a:ext>
            </a:extLst>
          </p:cNvPr>
          <p:cNvSpPr txBox="1"/>
          <p:nvPr/>
        </p:nvSpPr>
        <p:spPr>
          <a:xfrm>
            <a:off x="993340" y="2957234"/>
            <a:ext cx="730205" cy="377656"/>
          </a:xfrm>
          <a:prstGeom prst="rect">
            <a:avLst/>
          </a:prstGeom>
          <a:noFill/>
        </p:spPr>
        <p:txBody>
          <a:bodyPr wrap="square" lIns="91440" tIns="45720" rIns="91440" bIns="45720" anchor="ctr">
            <a:noAutofit/>
          </a:bodyPr>
          <a:lstStyle/>
          <a:p>
            <a:r>
              <a:rPr lang="zh-CN" altLang="en-US" b="1" dirty="0">
                <a:latin typeface="Arial Narrow" panose="020B0606020202030204" pitchFamily="34" charset="0"/>
              </a:rPr>
              <a:t>解析</a:t>
            </a:r>
          </a:p>
        </p:txBody>
      </p:sp>
      <p:sp>
        <p:nvSpPr>
          <p:cNvPr id="26" name="íşlïḍè">
            <a:extLst>
              <a:ext uri="{FF2B5EF4-FFF2-40B4-BE49-F238E27FC236}">
                <a16:creationId xmlns:a16="http://schemas.microsoft.com/office/drawing/2014/main" id="{16D5B0E9-6965-449B-8B55-2EE70502D1F9}"/>
              </a:ext>
            </a:extLst>
          </p:cNvPr>
          <p:cNvSpPr txBox="1"/>
          <p:nvPr/>
        </p:nvSpPr>
        <p:spPr>
          <a:xfrm>
            <a:off x="5185985" y="1776970"/>
            <a:ext cx="438562" cy="377656"/>
          </a:xfrm>
          <a:prstGeom prst="rect">
            <a:avLst/>
          </a:prstGeom>
          <a:noFill/>
        </p:spPr>
        <p:txBody>
          <a:bodyPr wrap="square" lIns="91440" tIns="45720" rIns="91440" bIns="45720" anchor="ctr">
            <a:noAutofit/>
          </a:bodyPr>
          <a:lstStyle/>
          <a:p>
            <a:pPr algn="ctr"/>
            <a:r>
              <a:rPr lang="en-US" altLang="zh-CN" sz="2800" b="1" dirty="0">
                <a:solidFill>
                  <a:schemeClr val="accent1">
                    <a:lumMod val="75000"/>
                  </a:schemeClr>
                </a:solidFill>
                <a:latin typeface="Arial Black" panose="020B0A04020102020204" pitchFamily="34" charset="0"/>
              </a:rPr>
              <a:t>D</a:t>
            </a:r>
            <a:endParaRPr lang="zh-CN" altLang="en-US" sz="2800" b="1" dirty="0">
              <a:solidFill>
                <a:schemeClr val="accent1">
                  <a:lumMod val="75000"/>
                </a:schemeClr>
              </a:solidFill>
              <a:latin typeface="Arial Black" panose="020B0A04020102020204" pitchFamily="34" charset="0"/>
            </a:endParaRPr>
          </a:p>
        </p:txBody>
      </p:sp>
    </p:spTree>
    <p:custDataLst>
      <p:tags r:id="rId1"/>
    </p:custDataLst>
    <p:extLst>
      <p:ext uri="{BB962C8B-B14F-4D97-AF65-F5344CB8AC3E}">
        <p14:creationId xmlns:p14="http://schemas.microsoft.com/office/powerpoint/2010/main" val="2597512703"/>
      </p:ext>
    </p:extLst>
  </p:cSld>
  <p:clrMapOvr>
    <a:masterClrMapping/>
  </p:clrMapOvr>
  <mc:AlternateContent xmlns:mc="http://schemas.openxmlformats.org/markup-compatibility/2006" xmlns:p14="http://schemas.microsoft.com/office/powerpoint/2010/main">
    <mc:Choice Requires="p14">
      <p:transition p14:dur="10"/>
    </mc:Choice>
    <mc:Fallback xmlns="">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30" presetClass="entr" presetSubtype="0" fill="hold" nodeType="withEffect">
                                  <p:stCondLst>
                                    <p:cond delay="0"/>
                                  </p:stCondLst>
                                  <p:childTnLst>
                                    <p:set>
                                      <p:cBhvr>
                                        <p:cTn id="6" dur="1" fill="hold">
                                          <p:stCondLst>
                                            <p:cond delay="0"/>
                                          </p:stCondLst>
                                        </p:cTn>
                                        <p:tgtEl>
                                          <p:spTgt spid="9"/>
                                        </p:tgtEl>
                                        <p:attrNameLst>
                                          <p:attrName>style.visibility</p:attrName>
                                        </p:attrNameLst>
                                      </p:cBhvr>
                                      <p:to>
                                        <p:strVal val="visible"/>
                                      </p:to>
                                    </p:set>
                                    <p:animEffect transition="in" filter="fade">
                                      <p:cBhvr>
                                        <p:cTn id="7" dur="800" decel="100000"/>
                                        <p:tgtEl>
                                          <p:spTgt spid="9"/>
                                        </p:tgtEl>
                                      </p:cBhvr>
                                    </p:animEffect>
                                    <p:anim calcmode="lin" valueType="num">
                                      <p:cBhvr>
                                        <p:cTn id="8" dur="800" decel="100000" fill="hold"/>
                                        <p:tgtEl>
                                          <p:spTgt spid="9"/>
                                        </p:tgtEl>
                                        <p:attrNameLst>
                                          <p:attrName>style.rotation</p:attrName>
                                        </p:attrNameLst>
                                      </p:cBhvr>
                                      <p:tavLst>
                                        <p:tav tm="0">
                                          <p:val>
                                            <p:fltVal val="-90"/>
                                          </p:val>
                                        </p:tav>
                                        <p:tav tm="100000">
                                          <p:val>
                                            <p:fltVal val="0"/>
                                          </p:val>
                                        </p:tav>
                                      </p:tavLst>
                                    </p:anim>
                                    <p:anim calcmode="lin" valueType="num">
                                      <p:cBhvr>
                                        <p:cTn id="9" dur="800" decel="100000" fill="hold"/>
                                        <p:tgtEl>
                                          <p:spTgt spid="9"/>
                                        </p:tgtEl>
                                        <p:attrNameLst>
                                          <p:attrName>ppt_x</p:attrName>
                                        </p:attrNameLst>
                                      </p:cBhvr>
                                      <p:tavLst>
                                        <p:tav tm="0">
                                          <p:val>
                                            <p:strVal val="#ppt_x+0.4"/>
                                          </p:val>
                                        </p:tav>
                                        <p:tav tm="100000">
                                          <p:val>
                                            <p:strVal val="#ppt_x-0.05"/>
                                          </p:val>
                                        </p:tav>
                                      </p:tavLst>
                                    </p:anim>
                                    <p:anim calcmode="lin" valueType="num">
                                      <p:cBhvr>
                                        <p:cTn id="10" dur="800" decel="100000" fill="hold"/>
                                        <p:tgtEl>
                                          <p:spTgt spid="9"/>
                                        </p:tgtEl>
                                        <p:attrNameLst>
                                          <p:attrName>ppt_y</p:attrName>
                                        </p:attrNameLst>
                                      </p:cBhvr>
                                      <p:tavLst>
                                        <p:tav tm="0">
                                          <p:val>
                                            <p:strVal val="#ppt_y-0.4"/>
                                          </p:val>
                                        </p:tav>
                                        <p:tav tm="100000">
                                          <p:val>
                                            <p:strVal val="#ppt_y+0.1"/>
                                          </p:val>
                                        </p:tav>
                                      </p:tavLst>
                                    </p:anim>
                                    <p:anim calcmode="lin" valueType="num">
                                      <p:cBhvr>
                                        <p:cTn id="11" dur="200" accel="100000" fill="hold">
                                          <p:stCondLst>
                                            <p:cond delay="800"/>
                                          </p:stCondLst>
                                        </p:cTn>
                                        <p:tgtEl>
                                          <p:spTgt spid="9"/>
                                        </p:tgtEl>
                                        <p:attrNameLst>
                                          <p:attrName>ppt_x</p:attrName>
                                        </p:attrNameLst>
                                      </p:cBhvr>
                                      <p:tavLst>
                                        <p:tav tm="0">
                                          <p:val>
                                            <p:strVal val="#ppt_x-0.05"/>
                                          </p:val>
                                        </p:tav>
                                        <p:tav tm="100000">
                                          <p:val>
                                            <p:strVal val="#ppt_x"/>
                                          </p:val>
                                        </p:tav>
                                      </p:tavLst>
                                    </p:anim>
                                    <p:anim calcmode="lin" valueType="num">
                                      <p:cBhvr>
                                        <p:cTn id="12" dur="200" accel="100000" fill="hold">
                                          <p:stCondLst>
                                            <p:cond delay="800"/>
                                          </p:stCondLst>
                                        </p:cTn>
                                        <p:tgtEl>
                                          <p:spTgt spid="9"/>
                                        </p:tgtEl>
                                        <p:attrNameLst>
                                          <p:attrName>ppt_y</p:attrName>
                                        </p:attrNameLst>
                                      </p:cBhvr>
                                      <p:tavLst>
                                        <p:tav tm="0">
                                          <p:val>
                                            <p:strVal val="#ppt_y+0.1"/>
                                          </p:val>
                                        </p:tav>
                                        <p:tav tm="100000">
                                          <p:val>
                                            <p:strVal val="#ppt_y"/>
                                          </p:val>
                                        </p:tav>
                                      </p:tavLst>
                                    </p:anim>
                                  </p:childTnLst>
                                </p:cTn>
                              </p:par>
                            </p:childTnLst>
                          </p:cTn>
                        </p:par>
                      </p:childTnLst>
                    </p:cTn>
                  </p:par>
                  <p:par>
                    <p:cTn id="13" fill="hold">
                      <p:stCondLst>
                        <p:cond delay="indefinite"/>
                      </p:stCondLst>
                      <p:childTnLst>
                        <p:par>
                          <p:cTn id="14" fill="hold">
                            <p:stCondLst>
                              <p:cond delay="0"/>
                            </p:stCondLst>
                            <p:childTnLst>
                              <p:par>
                                <p:cTn id="15" presetID="30" presetClass="entr" presetSubtype="0" fill="hold" grpId="0" nodeType="clickEffect">
                                  <p:stCondLst>
                                    <p:cond delay="0"/>
                                  </p:stCondLst>
                                  <p:childTnLst>
                                    <p:set>
                                      <p:cBhvr>
                                        <p:cTn id="16" dur="1" fill="hold">
                                          <p:stCondLst>
                                            <p:cond delay="0"/>
                                          </p:stCondLst>
                                        </p:cTn>
                                        <p:tgtEl>
                                          <p:spTgt spid="26"/>
                                        </p:tgtEl>
                                        <p:attrNameLst>
                                          <p:attrName>style.visibility</p:attrName>
                                        </p:attrNameLst>
                                      </p:cBhvr>
                                      <p:to>
                                        <p:strVal val="visible"/>
                                      </p:to>
                                    </p:set>
                                    <p:animEffect transition="in" filter="fade">
                                      <p:cBhvr>
                                        <p:cTn id="17" dur="800" decel="100000"/>
                                        <p:tgtEl>
                                          <p:spTgt spid="26"/>
                                        </p:tgtEl>
                                      </p:cBhvr>
                                    </p:animEffect>
                                    <p:anim calcmode="lin" valueType="num">
                                      <p:cBhvr>
                                        <p:cTn id="18" dur="800" decel="100000" fill="hold"/>
                                        <p:tgtEl>
                                          <p:spTgt spid="26"/>
                                        </p:tgtEl>
                                        <p:attrNameLst>
                                          <p:attrName>style.rotation</p:attrName>
                                        </p:attrNameLst>
                                      </p:cBhvr>
                                      <p:tavLst>
                                        <p:tav tm="0">
                                          <p:val>
                                            <p:fltVal val="-90"/>
                                          </p:val>
                                        </p:tav>
                                        <p:tav tm="100000">
                                          <p:val>
                                            <p:fltVal val="0"/>
                                          </p:val>
                                        </p:tav>
                                      </p:tavLst>
                                    </p:anim>
                                    <p:anim calcmode="lin" valueType="num">
                                      <p:cBhvr>
                                        <p:cTn id="19" dur="800" decel="100000" fill="hold"/>
                                        <p:tgtEl>
                                          <p:spTgt spid="26"/>
                                        </p:tgtEl>
                                        <p:attrNameLst>
                                          <p:attrName>ppt_x</p:attrName>
                                        </p:attrNameLst>
                                      </p:cBhvr>
                                      <p:tavLst>
                                        <p:tav tm="0">
                                          <p:val>
                                            <p:strVal val="#ppt_x+0.4"/>
                                          </p:val>
                                        </p:tav>
                                        <p:tav tm="100000">
                                          <p:val>
                                            <p:strVal val="#ppt_x-0.05"/>
                                          </p:val>
                                        </p:tav>
                                      </p:tavLst>
                                    </p:anim>
                                    <p:anim calcmode="lin" valueType="num">
                                      <p:cBhvr>
                                        <p:cTn id="20" dur="800" decel="100000" fill="hold"/>
                                        <p:tgtEl>
                                          <p:spTgt spid="26"/>
                                        </p:tgtEl>
                                        <p:attrNameLst>
                                          <p:attrName>ppt_y</p:attrName>
                                        </p:attrNameLst>
                                      </p:cBhvr>
                                      <p:tavLst>
                                        <p:tav tm="0">
                                          <p:val>
                                            <p:strVal val="#ppt_y-0.4"/>
                                          </p:val>
                                        </p:tav>
                                        <p:tav tm="100000">
                                          <p:val>
                                            <p:strVal val="#ppt_y+0.1"/>
                                          </p:val>
                                        </p:tav>
                                      </p:tavLst>
                                    </p:anim>
                                    <p:anim calcmode="lin" valueType="num">
                                      <p:cBhvr>
                                        <p:cTn id="21" dur="200" accel="100000" fill="hold">
                                          <p:stCondLst>
                                            <p:cond delay="800"/>
                                          </p:stCondLst>
                                        </p:cTn>
                                        <p:tgtEl>
                                          <p:spTgt spid="26"/>
                                        </p:tgtEl>
                                        <p:attrNameLst>
                                          <p:attrName>ppt_x</p:attrName>
                                        </p:attrNameLst>
                                      </p:cBhvr>
                                      <p:tavLst>
                                        <p:tav tm="0">
                                          <p:val>
                                            <p:strVal val="#ppt_x-0.05"/>
                                          </p:val>
                                        </p:tav>
                                        <p:tav tm="100000">
                                          <p:val>
                                            <p:strVal val="#ppt_x"/>
                                          </p:val>
                                        </p:tav>
                                      </p:tavLst>
                                    </p:anim>
                                    <p:anim calcmode="lin" valueType="num">
                                      <p:cBhvr>
                                        <p:cTn id="22" dur="200" accel="100000" fill="hold">
                                          <p:stCondLst>
                                            <p:cond delay="800"/>
                                          </p:stCondLst>
                                        </p:cTn>
                                        <p:tgtEl>
                                          <p:spTgt spid="26"/>
                                        </p:tgtEl>
                                        <p:attrNameLst>
                                          <p:attrName>ppt_y</p:attrName>
                                        </p:attrNameLst>
                                      </p:cBhvr>
                                      <p:tavLst>
                                        <p:tav tm="0">
                                          <p:val>
                                            <p:strVal val="#ppt_y+0.1"/>
                                          </p:val>
                                        </p:tav>
                                        <p:tav tm="100000">
                                          <p:val>
                                            <p:strVal val="#ppt_y"/>
                                          </p:val>
                                        </p:tav>
                                      </p:tavLst>
                                    </p:anim>
                                  </p:childTnLst>
                                </p:cTn>
                              </p:par>
                            </p:childTnLst>
                          </p:cTn>
                        </p:par>
                      </p:childTnLst>
                    </p:cTn>
                  </p:par>
                  <p:par>
                    <p:cTn id="23" fill="hold">
                      <p:stCondLst>
                        <p:cond delay="indefinite"/>
                      </p:stCondLst>
                      <p:childTnLst>
                        <p:par>
                          <p:cTn id="24" fill="hold">
                            <p:stCondLst>
                              <p:cond delay="0"/>
                            </p:stCondLst>
                            <p:childTnLst>
                              <p:par>
                                <p:cTn id="25" presetID="53" presetClass="entr" presetSubtype="16" fill="hold" grpId="0" nodeType="clickEffect">
                                  <p:stCondLst>
                                    <p:cond delay="0"/>
                                  </p:stCondLst>
                                  <p:childTnLst>
                                    <p:set>
                                      <p:cBhvr>
                                        <p:cTn id="26" dur="1" fill="hold">
                                          <p:stCondLst>
                                            <p:cond delay="0"/>
                                          </p:stCondLst>
                                        </p:cTn>
                                        <p:tgtEl>
                                          <p:spTgt spid="25"/>
                                        </p:tgtEl>
                                        <p:attrNameLst>
                                          <p:attrName>style.visibility</p:attrName>
                                        </p:attrNameLst>
                                      </p:cBhvr>
                                      <p:to>
                                        <p:strVal val="visible"/>
                                      </p:to>
                                    </p:set>
                                    <p:anim calcmode="lin" valueType="num">
                                      <p:cBhvr>
                                        <p:cTn id="27" dur="500" fill="hold"/>
                                        <p:tgtEl>
                                          <p:spTgt spid="25"/>
                                        </p:tgtEl>
                                        <p:attrNameLst>
                                          <p:attrName>ppt_w</p:attrName>
                                        </p:attrNameLst>
                                      </p:cBhvr>
                                      <p:tavLst>
                                        <p:tav tm="0">
                                          <p:val>
                                            <p:fltVal val="0"/>
                                          </p:val>
                                        </p:tav>
                                        <p:tav tm="100000">
                                          <p:val>
                                            <p:strVal val="#ppt_w"/>
                                          </p:val>
                                        </p:tav>
                                      </p:tavLst>
                                    </p:anim>
                                    <p:anim calcmode="lin" valueType="num">
                                      <p:cBhvr>
                                        <p:cTn id="28" dur="500" fill="hold"/>
                                        <p:tgtEl>
                                          <p:spTgt spid="25"/>
                                        </p:tgtEl>
                                        <p:attrNameLst>
                                          <p:attrName>ppt_h</p:attrName>
                                        </p:attrNameLst>
                                      </p:cBhvr>
                                      <p:tavLst>
                                        <p:tav tm="0">
                                          <p:val>
                                            <p:fltVal val="0"/>
                                          </p:val>
                                        </p:tav>
                                        <p:tav tm="100000">
                                          <p:val>
                                            <p:strVal val="#ppt_h"/>
                                          </p:val>
                                        </p:tav>
                                      </p:tavLst>
                                    </p:anim>
                                    <p:animEffect transition="in" filter="fade">
                                      <p:cBhvr>
                                        <p:cTn id="29" dur="500"/>
                                        <p:tgtEl>
                                          <p:spTgt spid="25"/>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5" grpId="0"/>
      <p:bldP spid="26" grpId="0"/>
    </p:bldLst>
  </p:timing>
</p:sld>
</file>

<file path=ppt/slides/slide34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0" name="矩形 9">
            <a:extLst>
              <a:ext uri="{FF2B5EF4-FFF2-40B4-BE49-F238E27FC236}">
                <a16:creationId xmlns:a16="http://schemas.microsoft.com/office/drawing/2014/main" id="{D785D4A3-4DE9-4CF6-B986-6F4BA8BDA90B}"/>
              </a:ext>
            </a:extLst>
          </p:cNvPr>
          <p:cNvSpPr/>
          <p:nvPr/>
        </p:nvSpPr>
        <p:spPr>
          <a:xfrm>
            <a:off x="2498701" y="2573520"/>
            <a:ext cx="710469" cy="377657"/>
          </a:xfrm>
          <a:prstGeom prst="rect">
            <a:avLst/>
          </a:prstGeom>
        </p:spPr>
        <p:style>
          <a:lnRef idx="2">
            <a:schemeClr val="accent6">
              <a:shade val="50000"/>
            </a:schemeClr>
          </a:lnRef>
          <a:fillRef idx="1">
            <a:schemeClr val="accent6"/>
          </a:fillRef>
          <a:effectRef idx="0">
            <a:schemeClr val="accent6"/>
          </a:effectRef>
          <a:fontRef idx="minor">
            <a:schemeClr val="lt1"/>
          </a:fontRef>
        </p:style>
        <p:txBody>
          <a:bodyPr rtlCol="0" anchor="ctr"/>
          <a:lstStyle/>
          <a:p>
            <a:pPr algn="ctr"/>
            <a:r>
              <a:rPr lang="zh-CN" altLang="en-US" b="1" dirty="0">
                <a:solidFill>
                  <a:schemeClr val="tx1"/>
                </a:solidFill>
              </a:rPr>
              <a:t>排除</a:t>
            </a:r>
          </a:p>
        </p:txBody>
      </p:sp>
      <p:sp>
        <p:nvSpPr>
          <p:cNvPr id="30" name="矩形 29">
            <a:extLst>
              <a:ext uri="{FF2B5EF4-FFF2-40B4-BE49-F238E27FC236}">
                <a16:creationId xmlns:a16="http://schemas.microsoft.com/office/drawing/2014/main" id="{C4C0F83F-8F70-4E50-89FC-905C9451D846}"/>
              </a:ext>
            </a:extLst>
          </p:cNvPr>
          <p:cNvSpPr/>
          <p:nvPr/>
        </p:nvSpPr>
        <p:spPr>
          <a:xfrm>
            <a:off x="4694797" y="2573520"/>
            <a:ext cx="710469" cy="377657"/>
          </a:xfrm>
          <a:prstGeom prst="rect">
            <a:avLst/>
          </a:prstGeom>
        </p:spPr>
        <p:style>
          <a:lnRef idx="2">
            <a:schemeClr val="accent6">
              <a:shade val="50000"/>
            </a:schemeClr>
          </a:lnRef>
          <a:fillRef idx="1">
            <a:schemeClr val="accent6"/>
          </a:fillRef>
          <a:effectRef idx="0">
            <a:schemeClr val="accent6"/>
          </a:effectRef>
          <a:fontRef idx="minor">
            <a:schemeClr val="lt1"/>
          </a:fontRef>
        </p:style>
        <p:txBody>
          <a:bodyPr rtlCol="0" anchor="ctr"/>
          <a:lstStyle/>
          <a:p>
            <a:pPr algn="ctr"/>
            <a:r>
              <a:rPr lang="zh-CN" altLang="en-US" b="1" dirty="0">
                <a:solidFill>
                  <a:schemeClr val="tx1"/>
                </a:solidFill>
              </a:rPr>
              <a:t>排除</a:t>
            </a:r>
          </a:p>
        </p:txBody>
      </p:sp>
      <p:grpSp>
        <p:nvGrpSpPr>
          <p:cNvPr id="4" name="组合 3">
            <a:extLst>
              <a:ext uri="{FF2B5EF4-FFF2-40B4-BE49-F238E27FC236}">
                <a16:creationId xmlns:a16="http://schemas.microsoft.com/office/drawing/2014/main" id="{9A1EA9F2-FCB6-48C3-935F-7AE7E3AD14AC}"/>
              </a:ext>
            </a:extLst>
          </p:cNvPr>
          <p:cNvGrpSpPr/>
          <p:nvPr/>
        </p:nvGrpSpPr>
        <p:grpSpPr>
          <a:xfrm>
            <a:off x="304799" y="749300"/>
            <a:ext cx="6192345" cy="400110"/>
            <a:chOff x="424116" y="898245"/>
            <a:chExt cx="6192345" cy="400110"/>
          </a:xfrm>
        </p:grpSpPr>
        <p:sp>
          <p:nvSpPr>
            <p:cNvPr id="2" name="平行四边形 1">
              <a:extLst>
                <a:ext uri="{FF2B5EF4-FFF2-40B4-BE49-F238E27FC236}">
                  <a16:creationId xmlns:a16="http://schemas.microsoft.com/office/drawing/2014/main" id="{1F5BAA3F-9845-4F89-A2DD-8222D3E4EDAC}"/>
                </a:ext>
              </a:extLst>
            </p:cNvPr>
            <p:cNvSpPr/>
            <p:nvPr/>
          </p:nvSpPr>
          <p:spPr>
            <a:xfrm>
              <a:off x="424116" y="898245"/>
              <a:ext cx="688541" cy="387090"/>
            </a:xfrm>
            <a:prstGeom prst="parallelogram">
              <a:avLst/>
            </a:prstGeom>
            <a:solidFill>
              <a:schemeClr val="accent3">
                <a:lumMod val="75000"/>
              </a:schemeClr>
            </a:solidFill>
            <a:ln>
              <a:solidFill>
                <a:schemeClr val="accent3">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CN" sz="2200" dirty="0">
                  <a:latin typeface="Impact" panose="020B0806030902050204" pitchFamily="34" charset="0"/>
                </a:rPr>
                <a:t>03</a:t>
              </a:r>
              <a:endParaRPr lang="zh-CN" altLang="en-US" sz="2200" dirty="0">
                <a:latin typeface="Impact" panose="020B0806030902050204" pitchFamily="34" charset="0"/>
              </a:endParaRPr>
            </a:p>
          </p:txBody>
        </p:sp>
        <p:sp>
          <p:nvSpPr>
            <p:cNvPr id="3" name="文本框 2">
              <a:extLst>
                <a:ext uri="{FF2B5EF4-FFF2-40B4-BE49-F238E27FC236}">
                  <a16:creationId xmlns:a16="http://schemas.microsoft.com/office/drawing/2014/main" id="{4D6BD736-A4D3-4F26-AFED-36E11F50F70B}"/>
                </a:ext>
              </a:extLst>
            </p:cNvPr>
            <p:cNvSpPr txBox="1"/>
            <p:nvPr/>
          </p:nvSpPr>
          <p:spPr>
            <a:xfrm>
              <a:off x="1052423" y="898245"/>
              <a:ext cx="5564038" cy="400110"/>
            </a:xfrm>
            <a:prstGeom prst="rect">
              <a:avLst/>
            </a:prstGeom>
            <a:noFill/>
          </p:spPr>
          <p:txBody>
            <a:bodyPr wrap="square" rtlCol="0">
              <a:spAutoFit/>
            </a:bodyPr>
            <a:lstStyle/>
            <a:p>
              <a:r>
                <a:rPr lang="zh-CN" altLang="en-US" sz="2000" b="1" dirty="0"/>
                <a:t>共享式以太网的最小帧长和最大帧长</a:t>
              </a:r>
              <a:endParaRPr lang="en-US" altLang="zh-CN" sz="2000" b="1" dirty="0"/>
            </a:p>
          </p:txBody>
        </p:sp>
      </p:grpSp>
      <p:grpSp>
        <p:nvGrpSpPr>
          <p:cNvPr id="9" name="组合 8">
            <a:extLst>
              <a:ext uri="{FF2B5EF4-FFF2-40B4-BE49-F238E27FC236}">
                <a16:creationId xmlns:a16="http://schemas.microsoft.com/office/drawing/2014/main" id="{6CEDE918-FB02-41FB-A023-12D2CAF03D71}"/>
              </a:ext>
            </a:extLst>
          </p:cNvPr>
          <p:cNvGrpSpPr/>
          <p:nvPr/>
        </p:nvGrpSpPr>
        <p:grpSpPr>
          <a:xfrm>
            <a:off x="782831" y="1226381"/>
            <a:ext cx="10361008" cy="1377208"/>
            <a:chOff x="782831" y="1226381"/>
            <a:chExt cx="10361008" cy="1377208"/>
          </a:xfrm>
        </p:grpSpPr>
        <p:sp>
          <p:nvSpPr>
            <p:cNvPr id="20" name="íşlïḍè">
              <a:extLst>
                <a:ext uri="{FF2B5EF4-FFF2-40B4-BE49-F238E27FC236}">
                  <a16:creationId xmlns:a16="http://schemas.microsoft.com/office/drawing/2014/main" id="{94681B98-5DF9-4F8B-8A8C-DCAAAF600E68}"/>
                </a:ext>
              </a:extLst>
            </p:cNvPr>
            <p:cNvSpPr txBox="1"/>
            <p:nvPr/>
          </p:nvSpPr>
          <p:spPr>
            <a:xfrm>
              <a:off x="782831" y="1226381"/>
              <a:ext cx="10361008" cy="909561"/>
            </a:xfrm>
            <a:prstGeom prst="rect">
              <a:avLst/>
            </a:prstGeom>
            <a:noFill/>
          </p:spPr>
          <p:txBody>
            <a:bodyPr wrap="square" lIns="91440" tIns="45720" rIns="91440" bIns="45720" anchor="ctr">
              <a:noAutofit/>
            </a:bodyPr>
            <a:lstStyle/>
            <a:p>
              <a:r>
                <a:rPr lang="en-US" altLang="zh-CN" b="1" dirty="0">
                  <a:latin typeface="Arial Narrow" panose="020B0606020202030204" pitchFamily="34" charset="0"/>
                </a:rPr>
                <a:t>【2009</a:t>
              </a:r>
              <a:r>
                <a:rPr lang="zh-CN" altLang="en-US" b="1" dirty="0">
                  <a:latin typeface="Arial Narrow" panose="020B0606020202030204" pitchFamily="34" charset="0"/>
                </a:rPr>
                <a:t>年 题</a:t>
              </a:r>
              <a:r>
                <a:rPr lang="en-US" altLang="zh-CN" b="1" dirty="0">
                  <a:latin typeface="Arial Narrow" panose="020B0606020202030204" pitchFamily="34" charset="0"/>
                </a:rPr>
                <a:t>37】</a:t>
              </a:r>
              <a:r>
                <a:rPr lang="zh-CN" altLang="en-US" b="1" dirty="0">
                  <a:latin typeface="Arial Narrow" panose="020B0606020202030204" pitchFamily="34" charset="0"/>
                </a:rPr>
                <a:t>在一个采用</a:t>
              </a:r>
              <a:r>
                <a:rPr lang="en-US" altLang="zh-CN" b="1" dirty="0">
                  <a:latin typeface="Arial Narrow" panose="020B0606020202030204" pitchFamily="34" charset="0"/>
                </a:rPr>
                <a:t>CSMA/CD</a:t>
              </a:r>
              <a:r>
                <a:rPr lang="zh-CN" altLang="en-US" b="1" dirty="0">
                  <a:latin typeface="Arial Narrow" panose="020B0606020202030204" pitchFamily="34" charset="0"/>
                </a:rPr>
                <a:t>协议的网络中，传输介质是一根完整的电缆，传输速率为</a:t>
              </a:r>
              <a:r>
                <a:rPr lang="en-US" altLang="zh-CN" b="1" dirty="0">
                  <a:latin typeface="Arial Narrow" panose="020B0606020202030204" pitchFamily="34" charset="0"/>
                </a:rPr>
                <a:t>1Gbps</a:t>
              </a:r>
              <a:r>
                <a:rPr lang="zh-CN" altLang="en-US" b="1" dirty="0">
                  <a:latin typeface="Arial Narrow" panose="020B0606020202030204" pitchFamily="34" charset="0"/>
                </a:rPr>
                <a:t>，</a:t>
              </a:r>
              <a:endParaRPr lang="en-US" altLang="zh-CN" b="1" dirty="0">
                <a:latin typeface="Arial Narrow" panose="020B0606020202030204" pitchFamily="34" charset="0"/>
              </a:endParaRPr>
            </a:p>
            <a:p>
              <a:r>
                <a:rPr lang="en-US" altLang="zh-CN" b="1" dirty="0">
                  <a:latin typeface="Arial Narrow" panose="020B0606020202030204" pitchFamily="34" charset="0"/>
                </a:rPr>
                <a:t>                               </a:t>
              </a:r>
              <a:r>
                <a:rPr lang="zh-CN" altLang="en-US" b="1" dirty="0">
                  <a:latin typeface="Arial Narrow" panose="020B0606020202030204" pitchFamily="34" charset="0"/>
                </a:rPr>
                <a:t>电缆中的信号传播速度是</a:t>
              </a:r>
              <a:r>
                <a:rPr lang="en-US" altLang="zh-CN" b="1" dirty="0">
                  <a:latin typeface="Arial Narrow" panose="020B0606020202030204" pitchFamily="34" charset="0"/>
                </a:rPr>
                <a:t>200 000km/s</a:t>
              </a:r>
              <a:r>
                <a:rPr lang="zh-CN" altLang="en-US" b="1" dirty="0">
                  <a:latin typeface="Arial Narrow" panose="020B0606020202030204" pitchFamily="34" charset="0"/>
                </a:rPr>
                <a:t>。若最小数据帧长度减少</a:t>
              </a:r>
              <a:r>
                <a:rPr lang="en-US" altLang="zh-CN" b="1" dirty="0">
                  <a:latin typeface="Arial Narrow" panose="020B0606020202030204" pitchFamily="34" charset="0"/>
                </a:rPr>
                <a:t>800</a:t>
              </a:r>
              <a:r>
                <a:rPr lang="zh-CN" altLang="en-US" b="1" dirty="0">
                  <a:latin typeface="Arial Narrow" panose="020B0606020202030204" pitchFamily="34" charset="0"/>
                </a:rPr>
                <a:t>比特，则最远的两个</a:t>
              </a:r>
              <a:endParaRPr lang="en-US" altLang="zh-CN" b="1" dirty="0">
                <a:latin typeface="Arial Narrow" panose="020B0606020202030204" pitchFamily="34" charset="0"/>
              </a:endParaRPr>
            </a:p>
            <a:p>
              <a:r>
                <a:rPr lang="en-US" altLang="zh-CN" b="1" dirty="0">
                  <a:latin typeface="Arial Narrow" panose="020B0606020202030204" pitchFamily="34" charset="0"/>
                </a:rPr>
                <a:t>                               </a:t>
              </a:r>
              <a:r>
                <a:rPr lang="zh-CN" altLang="en-US" b="1" dirty="0">
                  <a:latin typeface="Arial Narrow" panose="020B0606020202030204" pitchFamily="34" charset="0"/>
                </a:rPr>
                <a:t>站点之间的距离至少需要（      ）</a:t>
              </a:r>
            </a:p>
          </p:txBody>
        </p:sp>
        <p:sp>
          <p:nvSpPr>
            <p:cNvPr id="21" name="íşlïḍè">
              <a:extLst>
                <a:ext uri="{FF2B5EF4-FFF2-40B4-BE49-F238E27FC236}">
                  <a16:creationId xmlns:a16="http://schemas.microsoft.com/office/drawing/2014/main" id="{C43DA465-D634-46EA-A832-4758B6724435}"/>
                </a:ext>
              </a:extLst>
            </p:cNvPr>
            <p:cNvSpPr txBox="1"/>
            <p:nvPr/>
          </p:nvSpPr>
          <p:spPr>
            <a:xfrm>
              <a:off x="2389061" y="2225933"/>
              <a:ext cx="1492205" cy="377656"/>
            </a:xfrm>
            <a:prstGeom prst="rect">
              <a:avLst/>
            </a:prstGeom>
            <a:noFill/>
          </p:spPr>
          <p:txBody>
            <a:bodyPr wrap="square" lIns="91440" tIns="45720" rIns="91440" bIns="45720" anchor="ctr">
              <a:noAutofit/>
            </a:bodyPr>
            <a:lstStyle/>
            <a:p>
              <a:r>
                <a:rPr lang="en-US" altLang="zh-CN" b="1" dirty="0">
                  <a:latin typeface="Arial Narrow" panose="020B0606020202030204" pitchFamily="34" charset="0"/>
                </a:rPr>
                <a:t>A. </a:t>
              </a:r>
              <a:r>
                <a:rPr lang="zh-CN" altLang="en-US" b="1" dirty="0">
                  <a:latin typeface="Arial Narrow" panose="020B0606020202030204" pitchFamily="34" charset="0"/>
                </a:rPr>
                <a:t>增加</a:t>
              </a:r>
              <a:r>
                <a:rPr lang="en-US" altLang="zh-CN" b="1" dirty="0">
                  <a:latin typeface="Arial Narrow" panose="020B0606020202030204" pitchFamily="34" charset="0"/>
                </a:rPr>
                <a:t>160m</a:t>
              </a:r>
              <a:endParaRPr lang="zh-CN" altLang="en-US" b="1" dirty="0">
                <a:latin typeface="Arial Narrow" panose="020B0606020202030204" pitchFamily="34" charset="0"/>
              </a:endParaRPr>
            </a:p>
          </p:txBody>
        </p:sp>
        <p:sp>
          <p:nvSpPr>
            <p:cNvPr id="22" name="íşlïḍè">
              <a:extLst>
                <a:ext uri="{FF2B5EF4-FFF2-40B4-BE49-F238E27FC236}">
                  <a16:creationId xmlns:a16="http://schemas.microsoft.com/office/drawing/2014/main" id="{0643B208-5B5E-4676-B310-4FFD4452737B}"/>
                </a:ext>
              </a:extLst>
            </p:cNvPr>
            <p:cNvSpPr txBox="1"/>
            <p:nvPr/>
          </p:nvSpPr>
          <p:spPr>
            <a:xfrm>
              <a:off x="4577847" y="2225933"/>
              <a:ext cx="1492205" cy="377656"/>
            </a:xfrm>
            <a:prstGeom prst="rect">
              <a:avLst/>
            </a:prstGeom>
            <a:noFill/>
          </p:spPr>
          <p:txBody>
            <a:bodyPr wrap="square" lIns="91440" tIns="45720" rIns="91440" bIns="45720" anchor="ctr">
              <a:noAutofit/>
            </a:bodyPr>
            <a:lstStyle/>
            <a:p>
              <a:r>
                <a:rPr lang="en-US" altLang="zh-CN" b="1" dirty="0">
                  <a:latin typeface="Arial Narrow" panose="020B0606020202030204" pitchFamily="34" charset="0"/>
                </a:rPr>
                <a:t>B. </a:t>
              </a:r>
              <a:r>
                <a:rPr lang="zh-CN" altLang="en-US" b="1" dirty="0">
                  <a:latin typeface="Arial Narrow" panose="020B0606020202030204" pitchFamily="34" charset="0"/>
                </a:rPr>
                <a:t>增加</a:t>
              </a:r>
              <a:r>
                <a:rPr lang="en-US" altLang="zh-CN" b="1" dirty="0">
                  <a:latin typeface="Arial Narrow" panose="020B0606020202030204" pitchFamily="34" charset="0"/>
                </a:rPr>
                <a:t>80m</a:t>
              </a:r>
              <a:endParaRPr lang="zh-CN" altLang="en-US" b="1" dirty="0">
                <a:latin typeface="Arial Narrow" panose="020B0606020202030204" pitchFamily="34" charset="0"/>
              </a:endParaRPr>
            </a:p>
          </p:txBody>
        </p:sp>
        <p:sp>
          <p:nvSpPr>
            <p:cNvPr id="23" name="íşlïḍè">
              <a:extLst>
                <a:ext uri="{FF2B5EF4-FFF2-40B4-BE49-F238E27FC236}">
                  <a16:creationId xmlns:a16="http://schemas.microsoft.com/office/drawing/2014/main" id="{6F14690B-8738-4420-A9A0-312F15714745}"/>
                </a:ext>
              </a:extLst>
            </p:cNvPr>
            <p:cNvSpPr txBox="1"/>
            <p:nvPr/>
          </p:nvSpPr>
          <p:spPr>
            <a:xfrm>
              <a:off x="6766633" y="2225933"/>
              <a:ext cx="1492205" cy="377656"/>
            </a:xfrm>
            <a:prstGeom prst="rect">
              <a:avLst/>
            </a:prstGeom>
            <a:noFill/>
          </p:spPr>
          <p:txBody>
            <a:bodyPr wrap="square" lIns="91440" tIns="45720" rIns="91440" bIns="45720" anchor="ctr">
              <a:noAutofit/>
            </a:bodyPr>
            <a:lstStyle/>
            <a:p>
              <a:r>
                <a:rPr lang="en-US" altLang="zh-CN" b="1" dirty="0">
                  <a:latin typeface="Arial Narrow" panose="020B0606020202030204" pitchFamily="34" charset="0"/>
                </a:rPr>
                <a:t>C. </a:t>
              </a:r>
              <a:r>
                <a:rPr lang="zh-CN" altLang="en-US" b="1" dirty="0">
                  <a:latin typeface="Arial Narrow" panose="020B0606020202030204" pitchFamily="34" charset="0"/>
                </a:rPr>
                <a:t>减少</a:t>
              </a:r>
              <a:r>
                <a:rPr lang="en-US" altLang="zh-CN" b="1" dirty="0">
                  <a:latin typeface="Arial Narrow" panose="020B0606020202030204" pitchFamily="34" charset="0"/>
                </a:rPr>
                <a:t>160m</a:t>
              </a:r>
              <a:endParaRPr lang="zh-CN" altLang="en-US" b="1" dirty="0">
                <a:latin typeface="Arial Narrow" panose="020B0606020202030204" pitchFamily="34" charset="0"/>
              </a:endParaRPr>
            </a:p>
          </p:txBody>
        </p:sp>
        <p:sp>
          <p:nvSpPr>
            <p:cNvPr id="24" name="íşlïḍè">
              <a:extLst>
                <a:ext uri="{FF2B5EF4-FFF2-40B4-BE49-F238E27FC236}">
                  <a16:creationId xmlns:a16="http://schemas.microsoft.com/office/drawing/2014/main" id="{3D12A323-B056-46EF-BA4E-5933B6194E80}"/>
                </a:ext>
              </a:extLst>
            </p:cNvPr>
            <p:cNvSpPr txBox="1"/>
            <p:nvPr/>
          </p:nvSpPr>
          <p:spPr>
            <a:xfrm>
              <a:off x="8955418" y="2225933"/>
              <a:ext cx="1492205" cy="377656"/>
            </a:xfrm>
            <a:prstGeom prst="rect">
              <a:avLst/>
            </a:prstGeom>
            <a:noFill/>
          </p:spPr>
          <p:txBody>
            <a:bodyPr wrap="square" lIns="91440" tIns="45720" rIns="91440" bIns="45720" anchor="ctr">
              <a:noAutofit/>
            </a:bodyPr>
            <a:lstStyle/>
            <a:p>
              <a:r>
                <a:rPr lang="en-US" altLang="zh-CN" b="1" dirty="0">
                  <a:latin typeface="Arial Narrow" panose="020B0606020202030204" pitchFamily="34" charset="0"/>
                </a:rPr>
                <a:t>D. </a:t>
              </a:r>
              <a:r>
                <a:rPr lang="zh-CN" altLang="en-US" b="1" dirty="0">
                  <a:latin typeface="Arial Narrow" panose="020B0606020202030204" pitchFamily="34" charset="0"/>
                </a:rPr>
                <a:t>减少</a:t>
              </a:r>
              <a:r>
                <a:rPr lang="en-US" altLang="zh-CN" b="1" dirty="0">
                  <a:latin typeface="Arial Narrow" panose="020B0606020202030204" pitchFamily="34" charset="0"/>
                </a:rPr>
                <a:t>80m</a:t>
              </a:r>
              <a:endParaRPr lang="zh-CN" altLang="en-US" b="1" dirty="0">
                <a:latin typeface="Arial Narrow" panose="020B0606020202030204" pitchFamily="34" charset="0"/>
              </a:endParaRPr>
            </a:p>
          </p:txBody>
        </p:sp>
      </p:grpSp>
      <p:sp>
        <p:nvSpPr>
          <p:cNvPr id="25" name="íşlïḍè">
            <a:extLst>
              <a:ext uri="{FF2B5EF4-FFF2-40B4-BE49-F238E27FC236}">
                <a16:creationId xmlns:a16="http://schemas.microsoft.com/office/drawing/2014/main" id="{265975B8-95B4-4C04-8E08-F94BC7B9625A}"/>
              </a:ext>
            </a:extLst>
          </p:cNvPr>
          <p:cNvSpPr txBox="1"/>
          <p:nvPr/>
        </p:nvSpPr>
        <p:spPr>
          <a:xfrm>
            <a:off x="993340" y="2957234"/>
            <a:ext cx="730205" cy="377656"/>
          </a:xfrm>
          <a:prstGeom prst="rect">
            <a:avLst/>
          </a:prstGeom>
          <a:noFill/>
        </p:spPr>
        <p:txBody>
          <a:bodyPr wrap="square" lIns="91440" tIns="45720" rIns="91440" bIns="45720" anchor="ctr">
            <a:noAutofit/>
          </a:bodyPr>
          <a:lstStyle/>
          <a:p>
            <a:r>
              <a:rPr lang="zh-CN" altLang="en-US" b="1" dirty="0">
                <a:latin typeface="Arial Narrow" panose="020B0606020202030204" pitchFamily="34" charset="0"/>
              </a:rPr>
              <a:t>解析</a:t>
            </a:r>
          </a:p>
        </p:txBody>
      </p:sp>
      <p:sp>
        <p:nvSpPr>
          <p:cNvPr id="26" name="íşlïḍè">
            <a:extLst>
              <a:ext uri="{FF2B5EF4-FFF2-40B4-BE49-F238E27FC236}">
                <a16:creationId xmlns:a16="http://schemas.microsoft.com/office/drawing/2014/main" id="{16D5B0E9-6965-449B-8B55-2EE70502D1F9}"/>
              </a:ext>
            </a:extLst>
          </p:cNvPr>
          <p:cNvSpPr txBox="1"/>
          <p:nvPr/>
        </p:nvSpPr>
        <p:spPr>
          <a:xfrm>
            <a:off x="5185985" y="1776970"/>
            <a:ext cx="438562" cy="377656"/>
          </a:xfrm>
          <a:prstGeom prst="rect">
            <a:avLst/>
          </a:prstGeom>
          <a:noFill/>
        </p:spPr>
        <p:txBody>
          <a:bodyPr wrap="square" lIns="91440" tIns="45720" rIns="91440" bIns="45720" anchor="ctr">
            <a:noAutofit/>
          </a:bodyPr>
          <a:lstStyle/>
          <a:p>
            <a:pPr algn="ctr"/>
            <a:r>
              <a:rPr lang="en-US" altLang="zh-CN" sz="2800" b="1" dirty="0">
                <a:solidFill>
                  <a:schemeClr val="accent1">
                    <a:lumMod val="75000"/>
                  </a:schemeClr>
                </a:solidFill>
                <a:latin typeface="Arial Black" panose="020B0A04020102020204" pitchFamily="34" charset="0"/>
              </a:rPr>
              <a:t>D</a:t>
            </a:r>
            <a:endParaRPr lang="zh-CN" altLang="en-US" sz="2800" b="1" dirty="0">
              <a:solidFill>
                <a:schemeClr val="accent1">
                  <a:lumMod val="75000"/>
                </a:schemeClr>
              </a:solidFill>
              <a:latin typeface="Arial Black" panose="020B0A04020102020204" pitchFamily="34" charset="0"/>
            </a:endParaRPr>
          </a:p>
        </p:txBody>
      </p:sp>
      <mc:AlternateContent xmlns:mc="http://schemas.openxmlformats.org/markup-compatibility/2006" xmlns:a14="http://schemas.microsoft.com/office/drawing/2010/main">
        <mc:Choice Requires="a14">
          <p:sp>
            <p:nvSpPr>
              <p:cNvPr id="14" name="íşlïḍè">
                <a:extLst>
                  <a:ext uri="{FF2B5EF4-FFF2-40B4-BE49-F238E27FC236}">
                    <a16:creationId xmlns:a16="http://schemas.microsoft.com/office/drawing/2014/main" id="{033C016B-87EC-4BE7-B5BB-BC036556B431}"/>
                  </a:ext>
                </a:extLst>
              </p:cNvPr>
              <p:cNvSpPr txBox="1"/>
              <p:nvPr/>
            </p:nvSpPr>
            <p:spPr>
              <a:xfrm>
                <a:off x="2329635" y="3542779"/>
                <a:ext cx="4682957" cy="377656"/>
              </a:xfrm>
              <a:prstGeom prst="rect">
                <a:avLst/>
              </a:prstGeom>
              <a:noFill/>
            </p:spPr>
            <p:txBody>
              <a:bodyPr wrap="square" lIns="91440" tIns="45720" rIns="91440" bIns="45720" anchor="ctr">
                <a:noAutofit/>
              </a:bodyPr>
              <a:lstStyle/>
              <a:p>
                <a:r>
                  <a:rPr lang="zh-CN" altLang="en-US" b="1" dirty="0">
                    <a:latin typeface="Arial Narrow" panose="020B0606020202030204" pitchFamily="34" charset="0"/>
                  </a:rPr>
                  <a:t>最小帧长    </a:t>
                </a:r>
                <a:r>
                  <a:rPr lang="en-US" altLang="zh-CN" b="1" dirty="0">
                    <a:latin typeface="Arial Narrow" panose="020B0606020202030204" pitchFamily="34" charset="0"/>
                  </a:rPr>
                  <a:t>=    </a:t>
                </a:r>
                <a:r>
                  <a:rPr lang="zh-CN" altLang="en-US" b="1" dirty="0">
                    <a:latin typeface="Arial Narrow" panose="020B0606020202030204" pitchFamily="34" charset="0"/>
                  </a:rPr>
                  <a:t>数据传输速率    </a:t>
                </a:r>
                <a:r>
                  <a:rPr lang="en-US" altLang="zh-CN" b="1" dirty="0">
                    <a:latin typeface="Arial Narrow" panose="020B0606020202030204" pitchFamily="34" charset="0"/>
                  </a:rPr>
                  <a:t>×    </a:t>
                </a:r>
                <a:r>
                  <a:rPr lang="zh-CN" altLang="en-US" b="1" dirty="0">
                    <a:latin typeface="Arial Narrow" panose="020B0606020202030204" pitchFamily="34" charset="0"/>
                  </a:rPr>
                  <a:t>争用期</a:t>
                </a:r>
                <a14:m>
                  <m:oMath xmlns:m="http://schemas.openxmlformats.org/officeDocument/2006/math">
                    <m:r>
                      <a:rPr lang="en-US" altLang="zh-CN" b="1" i="1" dirty="0" smtClean="0">
                        <a:latin typeface="Cambria Math" panose="02040503050406030204" pitchFamily="18" charset="0"/>
                      </a:rPr>
                      <m:t>𝟐</m:t>
                    </m:r>
                    <m:r>
                      <a:rPr lang="el-GR" altLang="zh-CN" b="1" i="1" dirty="0">
                        <a:latin typeface="Cambria Math" panose="02040503050406030204" pitchFamily="18" charset="0"/>
                      </a:rPr>
                      <m:t>𝝉</m:t>
                    </m:r>
                    <m:r>
                      <a:rPr lang="el-GR" altLang="zh-CN" b="1" i="1" dirty="0">
                        <a:latin typeface="Cambria Math" panose="02040503050406030204" pitchFamily="18" charset="0"/>
                      </a:rPr>
                      <m:t> </m:t>
                    </m:r>
                  </m:oMath>
                </a14:m>
                <a:endParaRPr lang="zh-CN" altLang="en-US" b="1" dirty="0">
                  <a:latin typeface="Arial Narrow" panose="020B0606020202030204" pitchFamily="34" charset="0"/>
                </a:endParaRPr>
              </a:p>
            </p:txBody>
          </p:sp>
        </mc:Choice>
        <mc:Fallback xmlns="">
          <p:sp>
            <p:nvSpPr>
              <p:cNvPr id="14" name="íşlïḍè">
                <a:extLst>
                  <a:ext uri="{FF2B5EF4-FFF2-40B4-BE49-F238E27FC236}">
                    <a16:creationId xmlns:a16="http://schemas.microsoft.com/office/drawing/2014/main" id="{033C016B-87EC-4BE7-B5BB-BC036556B431}"/>
                  </a:ext>
                </a:extLst>
              </p:cNvPr>
              <p:cNvSpPr txBox="1">
                <a:spLocks noRot="1" noChangeAspect="1" noMove="1" noResize="1" noEditPoints="1" noAdjustHandles="1" noChangeArrowheads="1" noChangeShapeType="1" noTextEdit="1"/>
              </p:cNvSpPr>
              <p:nvPr/>
            </p:nvSpPr>
            <p:spPr>
              <a:xfrm>
                <a:off x="2329635" y="3542779"/>
                <a:ext cx="4682957" cy="377656"/>
              </a:xfrm>
              <a:prstGeom prst="rect">
                <a:avLst/>
              </a:prstGeom>
              <a:blipFill>
                <a:blip r:embed="rId3"/>
                <a:stretch>
                  <a:fillRect l="-1042" t="-6452" b="-24194"/>
                </a:stretch>
              </a:blipFill>
            </p:spPr>
            <p:txBody>
              <a:bodyPr/>
              <a:lstStyle/>
              <a:p>
                <a:r>
                  <a:rPr lang="zh-CN" altLang="en-US">
                    <a:noFill/>
                  </a:rPr>
                  <a:t> </a:t>
                </a:r>
              </a:p>
            </p:txBody>
          </p:sp>
        </mc:Fallback>
      </mc:AlternateContent>
      <p:cxnSp>
        <p:nvCxnSpPr>
          <p:cNvPr id="6" name="直接箭头连接符 5">
            <a:extLst>
              <a:ext uri="{FF2B5EF4-FFF2-40B4-BE49-F238E27FC236}">
                <a16:creationId xmlns:a16="http://schemas.microsoft.com/office/drawing/2014/main" id="{D28973AA-AA48-4D8B-94FA-5FBCAE53C09B}"/>
              </a:ext>
            </a:extLst>
          </p:cNvPr>
          <p:cNvCxnSpPr>
            <a:cxnSpLocks/>
          </p:cNvCxnSpPr>
          <p:nvPr/>
        </p:nvCxnSpPr>
        <p:spPr>
          <a:xfrm>
            <a:off x="3426530" y="3542779"/>
            <a:ext cx="0" cy="480225"/>
          </a:xfrm>
          <a:prstGeom prst="straightConnector1">
            <a:avLst/>
          </a:prstGeom>
          <a:ln w="38100">
            <a:solidFill>
              <a:schemeClr val="accent1">
                <a:lumMod val="75000"/>
              </a:schemeClr>
            </a:solidFill>
            <a:tailEnd type="triangle"/>
          </a:ln>
        </p:spPr>
        <p:style>
          <a:lnRef idx="1">
            <a:schemeClr val="accent1"/>
          </a:lnRef>
          <a:fillRef idx="0">
            <a:schemeClr val="accent1"/>
          </a:fillRef>
          <a:effectRef idx="0">
            <a:schemeClr val="accent1"/>
          </a:effectRef>
          <a:fontRef idx="minor">
            <a:schemeClr val="tx1"/>
          </a:fontRef>
        </p:style>
      </p:cxnSp>
      <p:cxnSp>
        <p:nvCxnSpPr>
          <p:cNvPr id="27" name="直接箭头连接符 26">
            <a:extLst>
              <a:ext uri="{FF2B5EF4-FFF2-40B4-BE49-F238E27FC236}">
                <a16:creationId xmlns:a16="http://schemas.microsoft.com/office/drawing/2014/main" id="{7B3DFF66-CFC8-41A9-80D5-CE7DBB219F4F}"/>
              </a:ext>
            </a:extLst>
          </p:cNvPr>
          <p:cNvCxnSpPr>
            <a:cxnSpLocks/>
          </p:cNvCxnSpPr>
          <p:nvPr/>
        </p:nvCxnSpPr>
        <p:spPr>
          <a:xfrm>
            <a:off x="6884314" y="3542779"/>
            <a:ext cx="0" cy="480225"/>
          </a:xfrm>
          <a:prstGeom prst="straightConnector1">
            <a:avLst/>
          </a:prstGeom>
          <a:ln w="38100">
            <a:solidFill>
              <a:schemeClr val="accent1">
                <a:lumMod val="75000"/>
              </a:schemeClr>
            </a:solidFill>
            <a:tailEnd type="triangle"/>
          </a:ln>
        </p:spPr>
        <p:style>
          <a:lnRef idx="1">
            <a:schemeClr val="accent1"/>
          </a:lnRef>
          <a:fillRef idx="0">
            <a:schemeClr val="accent1"/>
          </a:fillRef>
          <a:effectRef idx="0">
            <a:schemeClr val="accent1"/>
          </a:effectRef>
          <a:fontRef idx="minor">
            <a:schemeClr val="tx1"/>
          </a:fontRef>
        </p:style>
      </p:cxnSp>
      <p:sp>
        <p:nvSpPr>
          <p:cNvPr id="28" name="对话气泡: 圆角矩形 27">
            <a:extLst>
              <a:ext uri="{FF2B5EF4-FFF2-40B4-BE49-F238E27FC236}">
                <a16:creationId xmlns:a16="http://schemas.microsoft.com/office/drawing/2014/main" id="{39011324-7DEE-4DFD-A42E-325447EF75C6}"/>
              </a:ext>
            </a:extLst>
          </p:cNvPr>
          <p:cNvSpPr/>
          <p:nvPr/>
        </p:nvSpPr>
        <p:spPr>
          <a:xfrm>
            <a:off x="7291807" y="3146062"/>
            <a:ext cx="4450132" cy="909561"/>
          </a:xfrm>
          <a:prstGeom prst="wedgeRoundRectCallout">
            <a:avLst>
              <a:gd name="adj1" fmla="val -57778"/>
              <a:gd name="adj2" fmla="val 15055"/>
              <a:gd name="adj3" fmla="val 16667"/>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lnSpc>
                <a:spcPct val="150000"/>
              </a:lnSpc>
            </a:pPr>
            <a:r>
              <a:rPr lang="zh-CN" altLang="en-US" b="1" dirty="0"/>
              <a:t>相当于减少最远的两个站点之间的距离</a:t>
            </a:r>
            <a:endParaRPr lang="en-US" altLang="zh-CN" b="1" dirty="0"/>
          </a:p>
          <a:p>
            <a:pPr algn="ctr">
              <a:lnSpc>
                <a:spcPct val="150000"/>
              </a:lnSpc>
            </a:pPr>
            <a:r>
              <a:rPr lang="zh-CN" altLang="en-US" b="1" dirty="0"/>
              <a:t>（即减少总线长度）</a:t>
            </a:r>
          </a:p>
        </p:txBody>
      </p:sp>
    </p:spTree>
    <p:custDataLst>
      <p:tags r:id="rId1"/>
    </p:custDataLst>
    <p:extLst>
      <p:ext uri="{BB962C8B-B14F-4D97-AF65-F5344CB8AC3E}">
        <p14:creationId xmlns:p14="http://schemas.microsoft.com/office/powerpoint/2010/main" val="293391136"/>
      </p:ext>
    </p:extLst>
  </p:cSld>
  <p:clrMapOvr>
    <a:masterClrMapping/>
  </p:clrMapOvr>
  <mc:AlternateContent xmlns:mc="http://schemas.openxmlformats.org/markup-compatibility/2006" xmlns:p14="http://schemas.microsoft.com/office/powerpoint/2010/main">
    <mc:Choice Requires="p14">
      <p:transition p14:dur="10"/>
    </mc:Choice>
    <mc:Fallback xmlns="">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 presetClass="entr" presetSubtype="0" fill="hold" grpId="0" nodeType="withEffect">
                                  <p:stCondLst>
                                    <p:cond delay="0"/>
                                  </p:stCondLst>
                                  <p:iterate type="lt">
                                    <p:tmAbs val="100"/>
                                  </p:iterate>
                                  <p:childTnLst>
                                    <p:set>
                                      <p:cBhvr>
                                        <p:cTn id="6" dur="1" fill="hold">
                                          <p:stCondLst>
                                            <p:cond delay="0"/>
                                          </p:stCondLst>
                                        </p:cTn>
                                        <p:tgtEl>
                                          <p:spTgt spid="14"/>
                                        </p:tgtEl>
                                        <p:attrNameLst>
                                          <p:attrName>style.visibility</p:attrName>
                                        </p:attrNameLst>
                                      </p:cBhvr>
                                      <p:to>
                                        <p:strVal val="visible"/>
                                      </p:to>
                                    </p:set>
                                  </p:childTnLst>
                                </p:cTn>
                              </p:par>
                            </p:childTnLst>
                          </p:cTn>
                        </p:par>
                      </p:childTnLst>
                    </p:cTn>
                  </p:par>
                  <p:par>
                    <p:cTn id="7" fill="hold">
                      <p:stCondLst>
                        <p:cond delay="indefinite"/>
                      </p:stCondLst>
                      <p:childTnLst>
                        <p:par>
                          <p:cTn id="8" fill="hold">
                            <p:stCondLst>
                              <p:cond delay="0"/>
                            </p:stCondLst>
                            <p:childTnLst>
                              <p:par>
                                <p:cTn id="9" presetID="12" presetClass="entr" presetSubtype="1" fill="hold" nodeType="clickEffect">
                                  <p:stCondLst>
                                    <p:cond delay="0"/>
                                  </p:stCondLst>
                                  <p:childTnLst>
                                    <p:set>
                                      <p:cBhvr>
                                        <p:cTn id="10" dur="1" fill="hold">
                                          <p:stCondLst>
                                            <p:cond delay="0"/>
                                          </p:stCondLst>
                                        </p:cTn>
                                        <p:tgtEl>
                                          <p:spTgt spid="6"/>
                                        </p:tgtEl>
                                        <p:attrNameLst>
                                          <p:attrName>style.visibility</p:attrName>
                                        </p:attrNameLst>
                                      </p:cBhvr>
                                      <p:to>
                                        <p:strVal val="visible"/>
                                      </p:to>
                                    </p:set>
                                    <p:anim calcmode="lin" valueType="num">
                                      <p:cBhvr additive="base">
                                        <p:cTn id="11" dur="500"/>
                                        <p:tgtEl>
                                          <p:spTgt spid="6"/>
                                        </p:tgtEl>
                                        <p:attrNameLst>
                                          <p:attrName>ppt_y</p:attrName>
                                        </p:attrNameLst>
                                      </p:cBhvr>
                                      <p:tavLst>
                                        <p:tav tm="0">
                                          <p:val>
                                            <p:strVal val="#ppt_y-#ppt_h*1.125000"/>
                                          </p:val>
                                        </p:tav>
                                        <p:tav tm="100000">
                                          <p:val>
                                            <p:strVal val="#ppt_y"/>
                                          </p:val>
                                        </p:tav>
                                      </p:tavLst>
                                    </p:anim>
                                    <p:animEffect transition="in" filter="wipe(down)">
                                      <p:cBhvr>
                                        <p:cTn id="12" dur="500"/>
                                        <p:tgtEl>
                                          <p:spTgt spid="6"/>
                                        </p:tgtEl>
                                      </p:cBhvr>
                                    </p:animEffect>
                                  </p:childTnLst>
                                </p:cTn>
                              </p:par>
                            </p:childTnLst>
                          </p:cTn>
                        </p:par>
                      </p:childTnLst>
                    </p:cTn>
                  </p:par>
                  <p:par>
                    <p:cTn id="13" fill="hold">
                      <p:stCondLst>
                        <p:cond delay="indefinite"/>
                      </p:stCondLst>
                      <p:childTnLst>
                        <p:par>
                          <p:cTn id="14" fill="hold">
                            <p:stCondLst>
                              <p:cond delay="0"/>
                            </p:stCondLst>
                            <p:childTnLst>
                              <p:par>
                                <p:cTn id="15" presetID="12" presetClass="entr" presetSubtype="1" fill="hold" nodeType="clickEffect">
                                  <p:stCondLst>
                                    <p:cond delay="0"/>
                                  </p:stCondLst>
                                  <p:childTnLst>
                                    <p:set>
                                      <p:cBhvr>
                                        <p:cTn id="16" dur="1" fill="hold">
                                          <p:stCondLst>
                                            <p:cond delay="0"/>
                                          </p:stCondLst>
                                        </p:cTn>
                                        <p:tgtEl>
                                          <p:spTgt spid="27"/>
                                        </p:tgtEl>
                                        <p:attrNameLst>
                                          <p:attrName>style.visibility</p:attrName>
                                        </p:attrNameLst>
                                      </p:cBhvr>
                                      <p:to>
                                        <p:strVal val="visible"/>
                                      </p:to>
                                    </p:set>
                                    <p:anim calcmode="lin" valueType="num">
                                      <p:cBhvr additive="base">
                                        <p:cTn id="17" dur="500"/>
                                        <p:tgtEl>
                                          <p:spTgt spid="27"/>
                                        </p:tgtEl>
                                        <p:attrNameLst>
                                          <p:attrName>ppt_y</p:attrName>
                                        </p:attrNameLst>
                                      </p:cBhvr>
                                      <p:tavLst>
                                        <p:tav tm="0">
                                          <p:val>
                                            <p:strVal val="#ppt_y-#ppt_h*1.125000"/>
                                          </p:val>
                                        </p:tav>
                                        <p:tav tm="100000">
                                          <p:val>
                                            <p:strVal val="#ppt_y"/>
                                          </p:val>
                                        </p:tav>
                                      </p:tavLst>
                                    </p:anim>
                                    <p:animEffect transition="in" filter="wipe(down)">
                                      <p:cBhvr>
                                        <p:cTn id="18" dur="500"/>
                                        <p:tgtEl>
                                          <p:spTgt spid="27"/>
                                        </p:tgtEl>
                                      </p:cBhvr>
                                    </p:animEffect>
                                  </p:childTnLst>
                                </p:cTn>
                              </p:par>
                            </p:childTnLst>
                          </p:cTn>
                        </p:par>
                      </p:childTnLst>
                    </p:cTn>
                  </p:par>
                  <p:par>
                    <p:cTn id="19" fill="hold">
                      <p:stCondLst>
                        <p:cond delay="indefinite"/>
                      </p:stCondLst>
                      <p:childTnLst>
                        <p:par>
                          <p:cTn id="20" fill="hold">
                            <p:stCondLst>
                              <p:cond delay="0"/>
                            </p:stCondLst>
                            <p:childTnLst>
                              <p:par>
                                <p:cTn id="21" presetID="2" presetClass="entr" presetSubtype="2" fill="hold" grpId="0" nodeType="clickEffect">
                                  <p:stCondLst>
                                    <p:cond delay="0"/>
                                  </p:stCondLst>
                                  <p:childTnLst>
                                    <p:set>
                                      <p:cBhvr>
                                        <p:cTn id="22" dur="1" fill="hold">
                                          <p:stCondLst>
                                            <p:cond delay="0"/>
                                          </p:stCondLst>
                                        </p:cTn>
                                        <p:tgtEl>
                                          <p:spTgt spid="28"/>
                                        </p:tgtEl>
                                        <p:attrNameLst>
                                          <p:attrName>style.visibility</p:attrName>
                                        </p:attrNameLst>
                                      </p:cBhvr>
                                      <p:to>
                                        <p:strVal val="visible"/>
                                      </p:to>
                                    </p:set>
                                    <p:anim calcmode="lin" valueType="num">
                                      <p:cBhvr additive="base">
                                        <p:cTn id="23" dur="500" fill="hold"/>
                                        <p:tgtEl>
                                          <p:spTgt spid="28"/>
                                        </p:tgtEl>
                                        <p:attrNameLst>
                                          <p:attrName>ppt_x</p:attrName>
                                        </p:attrNameLst>
                                      </p:cBhvr>
                                      <p:tavLst>
                                        <p:tav tm="0">
                                          <p:val>
                                            <p:strVal val="1+#ppt_w/2"/>
                                          </p:val>
                                        </p:tav>
                                        <p:tav tm="100000">
                                          <p:val>
                                            <p:strVal val="#ppt_x"/>
                                          </p:val>
                                        </p:tav>
                                      </p:tavLst>
                                    </p:anim>
                                    <p:anim calcmode="lin" valueType="num">
                                      <p:cBhvr additive="base">
                                        <p:cTn id="24" dur="500" fill="hold"/>
                                        <p:tgtEl>
                                          <p:spTgt spid="28"/>
                                        </p:tgtEl>
                                        <p:attrNameLst>
                                          <p:attrName>ppt_y</p:attrName>
                                        </p:attrNameLst>
                                      </p:cBhvr>
                                      <p:tavLst>
                                        <p:tav tm="0">
                                          <p:val>
                                            <p:strVal val="#ppt_y"/>
                                          </p:val>
                                        </p:tav>
                                        <p:tav tm="100000">
                                          <p:val>
                                            <p:strVal val="#ppt_y"/>
                                          </p:val>
                                        </p:tav>
                                      </p:tavLst>
                                    </p:anim>
                                  </p:childTnLst>
                                </p:cTn>
                              </p:par>
                            </p:childTnLst>
                          </p:cTn>
                        </p:par>
                      </p:childTnLst>
                    </p:cTn>
                  </p:par>
                  <p:par>
                    <p:cTn id="25" fill="hold">
                      <p:stCondLst>
                        <p:cond delay="indefinite"/>
                      </p:stCondLst>
                      <p:childTnLst>
                        <p:par>
                          <p:cTn id="26" fill="hold">
                            <p:stCondLst>
                              <p:cond delay="0"/>
                            </p:stCondLst>
                            <p:childTnLst>
                              <p:par>
                                <p:cTn id="27" presetID="12" presetClass="entr" presetSubtype="1" fill="hold" grpId="0" nodeType="clickEffect">
                                  <p:stCondLst>
                                    <p:cond delay="0"/>
                                  </p:stCondLst>
                                  <p:childTnLst>
                                    <p:set>
                                      <p:cBhvr>
                                        <p:cTn id="28" dur="1" fill="hold">
                                          <p:stCondLst>
                                            <p:cond delay="0"/>
                                          </p:stCondLst>
                                        </p:cTn>
                                        <p:tgtEl>
                                          <p:spTgt spid="10"/>
                                        </p:tgtEl>
                                        <p:attrNameLst>
                                          <p:attrName>style.visibility</p:attrName>
                                        </p:attrNameLst>
                                      </p:cBhvr>
                                      <p:to>
                                        <p:strVal val="visible"/>
                                      </p:to>
                                    </p:set>
                                    <p:anim calcmode="lin" valueType="num">
                                      <p:cBhvr additive="base">
                                        <p:cTn id="29" dur="500"/>
                                        <p:tgtEl>
                                          <p:spTgt spid="10"/>
                                        </p:tgtEl>
                                        <p:attrNameLst>
                                          <p:attrName>ppt_y</p:attrName>
                                        </p:attrNameLst>
                                      </p:cBhvr>
                                      <p:tavLst>
                                        <p:tav tm="0">
                                          <p:val>
                                            <p:strVal val="#ppt_y-#ppt_h*1.125000"/>
                                          </p:val>
                                        </p:tav>
                                        <p:tav tm="100000">
                                          <p:val>
                                            <p:strVal val="#ppt_y"/>
                                          </p:val>
                                        </p:tav>
                                      </p:tavLst>
                                    </p:anim>
                                    <p:animEffect transition="in" filter="wipe(down)">
                                      <p:cBhvr>
                                        <p:cTn id="30" dur="500"/>
                                        <p:tgtEl>
                                          <p:spTgt spid="10"/>
                                        </p:tgtEl>
                                      </p:cBhvr>
                                    </p:animEffect>
                                  </p:childTnLst>
                                </p:cTn>
                              </p:par>
                              <p:par>
                                <p:cTn id="31" presetID="12" presetClass="entr" presetSubtype="1" fill="hold" grpId="0" nodeType="withEffect">
                                  <p:stCondLst>
                                    <p:cond delay="0"/>
                                  </p:stCondLst>
                                  <p:childTnLst>
                                    <p:set>
                                      <p:cBhvr>
                                        <p:cTn id="32" dur="1" fill="hold">
                                          <p:stCondLst>
                                            <p:cond delay="0"/>
                                          </p:stCondLst>
                                        </p:cTn>
                                        <p:tgtEl>
                                          <p:spTgt spid="30"/>
                                        </p:tgtEl>
                                        <p:attrNameLst>
                                          <p:attrName>style.visibility</p:attrName>
                                        </p:attrNameLst>
                                      </p:cBhvr>
                                      <p:to>
                                        <p:strVal val="visible"/>
                                      </p:to>
                                    </p:set>
                                    <p:anim calcmode="lin" valueType="num">
                                      <p:cBhvr additive="base">
                                        <p:cTn id="33" dur="500"/>
                                        <p:tgtEl>
                                          <p:spTgt spid="30"/>
                                        </p:tgtEl>
                                        <p:attrNameLst>
                                          <p:attrName>ppt_y</p:attrName>
                                        </p:attrNameLst>
                                      </p:cBhvr>
                                      <p:tavLst>
                                        <p:tav tm="0">
                                          <p:val>
                                            <p:strVal val="#ppt_y-#ppt_h*1.125000"/>
                                          </p:val>
                                        </p:tav>
                                        <p:tav tm="100000">
                                          <p:val>
                                            <p:strVal val="#ppt_y"/>
                                          </p:val>
                                        </p:tav>
                                      </p:tavLst>
                                    </p:anim>
                                    <p:animEffect transition="in" filter="wipe(down)">
                                      <p:cBhvr>
                                        <p:cTn id="34" dur="500"/>
                                        <p:tgtEl>
                                          <p:spTgt spid="30"/>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0" grpId="0" animBg="1"/>
      <p:bldP spid="30" grpId="0" animBg="1"/>
      <p:bldP spid="14" grpId="0"/>
      <p:bldP spid="28" grpId="0" animBg="1"/>
    </p:bldLst>
  </p:timing>
</p:sld>
</file>

<file path=ppt/slides/slide34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0" name="矩形 9">
            <a:extLst>
              <a:ext uri="{FF2B5EF4-FFF2-40B4-BE49-F238E27FC236}">
                <a16:creationId xmlns:a16="http://schemas.microsoft.com/office/drawing/2014/main" id="{D785D4A3-4DE9-4CF6-B986-6F4BA8BDA90B}"/>
              </a:ext>
            </a:extLst>
          </p:cNvPr>
          <p:cNvSpPr/>
          <p:nvPr/>
        </p:nvSpPr>
        <p:spPr>
          <a:xfrm>
            <a:off x="2498701" y="2573520"/>
            <a:ext cx="710469" cy="377657"/>
          </a:xfrm>
          <a:prstGeom prst="rect">
            <a:avLst/>
          </a:prstGeom>
        </p:spPr>
        <p:style>
          <a:lnRef idx="2">
            <a:schemeClr val="accent6">
              <a:shade val="50000"/>
            </a:schemeClr>
          </a:lnRef>
          <a:fillRef idx="1">
            <a:schemeClr val="accent6"/>
          </a:fillRef>
          <a:effectRef idx="0">
            <a:schemeClr val="accent6"/>
          </a:effectRef>
          <a:fontRef idx="minor">
            <a:schemeClr val="lt1"/>
          </a:fontRef>
        </p:style>
        <p:txBody>
          <a:bodyPr rtlCol="0" anchor="ctr"/>
          <a:lstStyle/>
          <a:p>
            <a:pPr algn="ctr"/>
            <a:r>
              <a:rPr lang="zh-CN" altLang="en-US" b="1" dirty="0">
                <a:solidFill>
                  <a:schemeClr val="tx1"/>
                </a:solidFill>
              </a:rPr>
              <a:t>排除</a:t>
            </a:r>
          </a:p>
        </p:txBody>
      </p:sp>
      <p:sp>
        <p:nvSpPr>
          <p:cNvPr id="30" name="矩形 29">
            <a:extLst>
              <a:ext uri="{FF2B5EF4-FFF2-40B4-BE49-F238E27FC236}">
                <a16:creationId xmlns:a16="http://schemas.microsoft.com/office/drawing/2014/main" id="{C4C0F83F-8F70-4E50-89FC-905C9451D846}"/>
              </a:ext>
            </a:extLst>
          </p:cNvPr>
          <p:cNvSpPr/>
          <p:nvPr/>
        </p:nvSpPr>
        <p:spPr>
          <a:xfrm>
            <a:off x="4694797" y="2573520"/>
            <a:ext cx="710469" cy="377657"/>
          </a:xfrm>
          <a:prstGeom prst="rect">
            <a:avLst/>
          </a:prstGeom>
        </p:spPr>
        <p:style>
          <a:lnRef idx="2">
            <a:schemeClr val="accent6">
              <a:shade val="50000"/>
            </a:schemeClr>
          </a:lnRef>
          <a:fillRef idx="1">
            <a:schemeClr val="accent6"/>
          </a:fillRef>
          <a:effectRef idx="0">
            <a:schemeClr val="accent6"/>
          </a:effectRef>
          <a:fontRef idx="minor">
            <a:schemeClr val="lt1"/>
          </a:fontRef>
        </p:style>
        <p:txBody>
          <a:bodyPr rtlCol="0" anchor="ctr"/>
          <a:lstStyle/>
          <a:p>
            <a:pPr algn="ctr"/>
            <a:r>
              <a:rPr lang="zh-CN" altLang="en-US" b="1" dirty="0">
                <a:solidFill>
                  <a:schemeClr val="tx1"/>
                </a:solidFill>
              </a:rPr>
              <a:t>排除</a:t>
            </a:r>
          </a:p>
        </p:txBody>
      </p:sp>
      <p:grpSp>
        <p:nvGrpSpPr>
          <p:cNvPr id="4" name="组合 3">
            <a:extLst>
              <a:ext uri="{FF2B5EF4-FFF2-40B4-BE49-F238E27FC236}">
                <a16:creationId xmlns:a16="http://schemas.microsoft.com/office/drawing/2014/main" id="{9A1EA9F2-FCB6-48C3-935F-7AE7E3AD14AC}"/>
              </a:ext>
            </a:extLst>
          </p:cNvPr>
          <p:cNvGrpSpPr/>
          <p:nvPr/>
        </p:nvGrpSpPr>
        <p:grpSpPr>
          <a:xfrm>
            <a:off x="304799" y="749300"/>
            <a:ext cx="6192345" cy="400110"/>
            <a:chOff x="424116" y="898245"/>
            <a:chExt cx="6192345" cy="400110"/>
          </a:xfrm>
        </p:grpSpPr>
        <p:sp>
          <p:nvSpPr>
            <p:cNvPr id="2" name="平行四边形 1">
              <a:extLst>
                <a:ext uri="{FF2B5EF4-FFF2-40B4-BE49-F238E27FC236}">
                  <a16:creationId xmlns:a16="http://schemas.microsoft.com/office/drawing/2014/main" id="{1F5BAA3F-9845-4F89-A2DD-8222D3E4EDAC}"/>
                </a:ext>
              </a:extLst>
            </p:cNvPr>
            <p:cNvSpPr/>
            <p:nvPr/>
          </p:nvSpPr>
          <p:spPr>
            <a:xfrm>
              <a:off x="424116" y="898245"/>
              <a:ext cx="688541" cy="387090"/>
            </a:xfrm>
            <a:prstGeom prst="parallelogram">
              <a:avLst/>
            </a:prstGeom>
            <a:solidFill>
              <a:schemeClr val="accent3">
                <a:lumMod val="75000"/>
              </a:schemeClr>
            </a:solidFill>
            <a:ln>
              <a:solidFill>
                <a:schemeClr val="accent3">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CN" sz="2200" dirty="0">
                  <a:latin typeface="Impact" panose="020B0806030902050204" pitchFamily="34" charset="0"/>
                </a:rPr>
                <a:t>03</a:t>
              </a:r>
              <a:endParaRPr lang="zh-CN" altLang="en-US" sz="2200" dirty="0">
                <a:latin typeface="Impact" panose="020B0806030902050204" pitchFamily="34" charset="0"/>
              </a:endParaRPr>
            </a:p>
          </p:txBody>
        </p:sp>
        <p:sp>
          <p:nvSpPr>
            <p:cNvPr id="3" name="文本框 2">
              <a:extLst>
                <a:ext uri="{FF2B5EF4-FFF2-40B4-BE49-F238E27FC236}">
                  <a16:creationId xmlns:a16="http://schemas.microsoft.com/office/drawing/2014/main" id="{4D6BD736-A4D3-4F26-AFED-36E11F50F70B}"/>
                </a:ext>
              </a:extLst>
            </p:cNvPr>
            <p:cNvSpPr txBox="1"/>
            <p:nvPr/>
          </p:nvSpPr>
          <p:spPr>
            <a:xfrm>
              <a:off x="1052423" y="898245"/>
              <a:ext cx="5564038" cy="400110"/>
            </a:xfrm>
            <a:prstGeom prst="rect">
              <a:avLst/>
            </a:prstGeom>
            <a:noFill/>
          </p:spPr>
          <p:txBody>
            <a:bodyPr wrap="square" rtlCol="0">
              <a:spAutoFit/>
            </a:bodyPr>
            <a:lstStyle/>
            <a:p>
              <a:r>
                <a:rPr lang="zh-CN" altLang="en-US" sz="2000" b="1" dirty="0"/>
                <a:t>共享式以太网的最小帧长和最大帧长</a:t>
              </a:r>
              <a:endParaRPr lang="en-US" altLang="zh-CN" sz="2000" b="1" dirty="0"/>
            </a:p>
          </p:txBody>
        </p:sp>
      </p:grpSp>
      <p:grpSp>
        <p:nvGrpSpPr>
          <p:cNvPr id="9" name="组合 8">
            <a:extLst>
              <a:ext uri="{FF2B5EF4-FFF2-40B4-BE49-F238E27FC236}">
                <a16:creationId xmlns:a16="http://schemas.microsoft.com/office/drawing/2014/main" id="{6CEDE918-FB02-41FB-A023-12D2CAF03D71}"/>
              </a:ext>
            </a:extLst>
          </p:cNvPr>
          <p:cNvGrpSpPr/>
          <p:nvPr/>
        </p:nvGrpSpPr>
        <p:grpSpPr>
          <a:xfrm>
            <a:off x="782831" y="1226381"/>
            <a:ext cx="10361008" cy="1377208"/>
            <a:chOff x="782831" y="1226381"/>
            <a:chExt cx="10361008" cy="1377208"/>
          </a:xfrm>
        </p:grpSpPr>
        <p:sp>
          <p:nvSpPr>
            <p:cNvPr id="20" name="íşlïḍè">
              <a:extLst>
                <a:ext uri="{FF2B5EF4-FFF2-40B4-BE49-F238E27FC236}">
                  <a16:creationId xmlns:a16="http://schemas.microsoft.com/office/drawing/2014/main" id="{94681B98-5DF9-4F8B-8A8C-DCAAAF600E68}"/>
                </a:ext>
              </a:extLst>
            </p:cNvPr>
            <p:cNvSpPr txBox="1"/>
            <p:nvPr/>
          </p:nvSpPr>
          <p:spPr>
            <a:xfrm>
              <a:off x="782831" y="1226381"/>
              <a:ext cx="10361008" cy="909561"/>
            </a:xfrm>
            <a:prstGeom prst="rect">
              <a:avLst/>
            </a:prstGeom>
            <a:noFill/>
          </p:spPr>
          <p:txBody>
            <a:bodyPr wrap="square" lIns="91440" tIns="45720" rIns="91440" bIns="45720" anchor="ctr">
              <a:noAutofit/>
            </a:bodyPr>
            <a:lstStyle/>
            <a:p>
              <a:r>
                <a:rPr lang="en-US" altLang="zh-CN" b="1" dirty="0">
                  <a:latin typeface="Arial Narrow" panose="020B0606020202030204" pitchFamily="34" charset="0"/>
                </a:rPr>
                <a:t>【2009</a:t>
              </a:r>
              <a:r>
                <a:rPr lang="zh-CN" altLang="en-US" b="1" dirty="0">
                  <a:latin typeface="Arial Narrow" panose="020B0606020202030204" pitchFamily="34" charset="0"/>
                </a:rPr>
                <a:t>年 题</a:t>
              </a:r>
              <a:r>
                <a:rPr lang="en-US" altLang="zh-CN" b="1" dirty="0">
                  <a:latin typeface="Arial Narrow" panose="020B0606020202030204" pitchFamily="34" charset="0"/>
                </a:rPr>
                <a:t>37】</a:t>
              </a:r>
              <a:r>
                <a:rPr lang="zh-CN" altLang="en-US" b="1" dirty="0">
                  <a:latin typeface="Arial Narrow" panose="020B0606020202030204" pitchFamily="34" charset="0"/>
                </a:rPr>
                <a:t>在一个采用</a:t>
              </a:r>
              <a:r>
                <a:rPr lang="en-US" altLang="zh-CN" b="1" dirty="0">
                  <a:latin typeface="Arial Narrow" panose="020B0606020202030204" pitchFamily="34" charset="0"/>
                </a:rPr>
                <a:t>CSMA/CD</a:t>
              </a:r>
              <a:r>
                <a:rPr lang="zh-CN" altLang="en-US" b="1" dirty="0">
                  <a:latin typeface="Arial Narrow" panose="020B0606020202030204" pitchFamily="34" charset="0"/>
                </a:rPr>
                <a:t>协议的网络中，传输介质是一根完整的电缆，传输速率为</a:t>
              </a:r>
              <a:r>
                <a:rPr lang="en-US" altLang="zh-CN" b="1" dirty="0">
                  <a:latin typeface="Arial Narrow" panose="020B0606020202030204" pitchFamily="34" charset="0"/>
                </a:rPr>
                <a:t>1Gbps</a:t>
              </a:r>
              <a:r>
                <a:rPr lang="zh-CN" altLang="en-US" b="1" dirty="0">
                  <a:latin typeface="Arial Narrow" panose="020B0606020202030204" pitchFamily="34" charset="0"/>
                </a:rPr>
                <a:t>，</a:t>
              </a:r>
              <a:endParaRPr lang="en-US" altLang="zh-CN" b="1" dirty="0">
                <a:latin typeface="Arial Narrow" panose="020B0606020202030204" pitchFamily="34" charset="0"/>
              </a:endParaRPr>
            </a:p>
            <a:p>
              <a:r>
                <a:rPr lang="en-US" altLang="zh-CN" b="1" dirty="0">
                  <a:latin typeface="Arial Narrow" panose="020B0606020202030204" pitchFamily="34" charset="0"/>
                </a:rPr>
                <a:t>                               </a:t>
              </a:r>
              <a:r>
                <a:rPr lang="zh-CN" altLang="en-US" b="1" dirty="0">
                  <a:latin typeface="Arial Narrow" panose="020B0606020202030204" pitchFamily="34" charset="0"/>
                </a:rPr>
                <a:t>电缆中的信号传播速度是</a:t>
              </a:r>
              <a:r>
                <a:rPr lang="en-US" altLang="zh-CN" b="1" dirty="0">
                  <a:latin typeface="Arial Narrow" panose="020B0606020202030204" pitchFamily="34" charset="0"/>
                </a:rPr>
                <a:t>200 000km/s</a:t>
              </a:r>
              <a:r>
                <a:rPr lang="zh-CN" altLang="en-US" b="1" dirty="0">
                  <a:latin typeface="Arial Narrow" panose="020B0606020202030204" pitchFamily="34" charset="0"/>
                </a:rPr>
                <a:t>。若最小数据帧长度减少</a:t>
              </a:r>
              <a:r>
                <a:rPr lang="en-US" altLang="zh-CN" b="1" dirty="0">
                  <a:latin typeface="Arial Narrow" panose="020B0606020202030204" pitchFamily="34" charset="0"/>
                </a:rPr>
                <a:t>800</a:t>
              </a:r>
              <a:r>
                <a:rPr lang="zh-CN" altLang="en-US" b="1" dirty="0">
                  <a:latin typeface="Arial Narrow" panose="020B0606020202030204" pitchFamily="34" charset="0"/>
                </a:rPr>
                <a:t>比特，则最远的两个</a:t>
              </a:r>
              <a:endParaRPr lang="en-US" altLang="zh-CN" b="1" dirty="0">
                <a:latin typeface="Arial Narrow" panose="020B0606020202030204" pitchFamily="34" charset="0"/>
              </a:endParaRPr>
            </a:p>
            <a:p>
              <a:r>
                <a:rPr lang="en-US" altLang="zh-CN" b="1" dirty="0">
                  <a:latin typeface="Arial Narrow" panose="020B0606020202030204" pitchFamily="34" charset="0"/>
                </a:rPr>
                <a:t>                               </a:t>
              </a:r>
              <a:r>
                <a:rPr lang="zh-CN" altLang="en-US" b="1" dirty="0">
                  <a:latin typeface="Arial Narrow" panose="020B0606020202030204" pitchFamily="34" charset="0"/>
                </a:rPr>
                <a:t>站点之间的距离至少需要（      ）</a:t>
              </a:r>
            </a:p>
          </p:txBody>
        </p:sp>
        <p:sp>
          <p:nvSpPr>
            <p:cNvPr id="21" name="íşlïḍè">
              <a:extLst>
                <a:ext uri="{FF2B5EF4-FFF2-40B4-BE49-F238E27FC236}">
                  <a16:creationId xmlns:a16="http://schemas.microsoft.com/office/drawing/2014/main" id="{C43DA465-D634-46EA-A832-4758B6724435}"/>
                </a:ext>
              </a:extLst>
            </p:cNvPr>
            <p:cNvSpPr txBox="1"/>
            <p:nvPr/>
          </p:nvSpPr>
          <p:spPr>
            <a:xfrm>
              <a:off x="2389061" y="2225933"/>
              <a:ext cx="1492205" cy="377656"/>
            </a:xfrm>
            <a:prstGeom prst="rect">
              <a:avLst/>
            </a:prstGeom>
            <a:noFill/>
          </p:spPr>
          <p:txBody>
            <a:bodyPr wrap="square" lIns="91440" tIns="45720" rIns="91440" bIns="45720" anchor="ctr">
              <a:noAutofit/>
            </a:bodyPr>
            <a:lstStyle/>
            <a:p>
              <a:r>
                <a:rPr lang="en-US" altLang="zh-CN" b="1" dirty="0">
                  <a:latin typeface="Arial Narrow" panose="020B0606020202030204" pitchFamily="34" charset="0"/>
                </a:rPr>
                <a:t>A. </a:t>
              </a:r>
              <a:r>
                <a:rPr lang="zh-CN" altLang="en-US" b="1" dirty="0">
                  <a:latin typeface="Arial Narrow" panose="020B0606020202030204" pitchFamily="34" charset="0"/>
                </a:rPr>
                <a:t>增加</a:t>
              </a:r>
              <a:r>
                <a:rPr lang="en-US" altLang="zh-CN" b="1" dirty="0">
                  <a:latin typeface="Arial Narrow" panose="020B0606020202030204" pitchFamily="34" charset="0"/>
                </a:rPr>
                <a:t>160m</a:t>
              </a:r>
              <a:endParaRPr lang="zh-CN" altLang="en-US" b="1" dirty="0">
                <a:latin typeface="Arial Narrow" panose="020B0606020202030204" pitchFamily="34" charset="0"/>
              </a:endParaRPr>
            </a:p>
          </p:txBody>
        </p:sp>
        <p:sp>
          <p:nvSpPr>
            <p:cNvPr id="22" name="íşlïḍè">
              <a:extLst>
                <a:ext uri="{FF2B5EF4-FFF2-40B4-BE49-F238E27FC236}">
                  <a16:creationId xmlns:a16="http://schemas.microsoft.com/office/drawing/2014/main" id="{0643B208-5B5E-4676-B310-4FFD4452737B}"/>
                </a:ext>
              </a:extLst>
            </p:cNvPr>
            <p:cNvSpPr txBox="1"/>
            <p:nvPr/>
          </p:nvSpPr>
          <p:spPr>
            <a:xfrm>
              <a:off x="4577847" y="2225933"/>
              <a:ext cx="1492205" cy="377656"/>
            </a:xfrm>
            <a:prstGeom prst="rect">
              <a:avLst/>
            </a:prstGeom>
            <a:noFill/>
          </p:spPr>
          <p:txBody>
            <a:bodyPr wrap="square" lIns="91440" tIns="45720" rIns="91440" bIns="45720" anchor="ctr">
              <a:noAutofit/>
            </a:bodyPr>
            <a:lstStyle/>
            <a:p>
              <a:r>
                <a:rPr lang="en-US" altLang="zh-CN" b="1" dirty="0">
                  <a:latin typeface="Arial Narrow" panose="020B0606020202030204" pitchFamily="34" charset="0"/>
                </a:rPr>
                <a:t>B. </a:t>
              </a:r>
              <a:r>
                <a:rPr lang="zh-CN" altLang="en-US" b="1" dirty="0">
                  <a:latin typeface="Arial Narrow" panose="020B0606020202030204" pitchFamily="34" charset="0"/>
                </a:rPr>
                <a:t>增加</a:t>
              </a:r>
              <a:r>
                <a:rPr lang="en-US" altLang="zh-CN" b="1" dirty="0">
                  <a:latin typeface="Arial Narrow" panose="020B0606020202030204" pitchFamily="34" charset="0"/>
                </a:rPr>
                <a:t>80m</a:t>
              </a:r>
              <a:endParaRPr lang="zh-CN" altLang="en-US" b="1" dirty="0">
                <a:latin typeface="Arial Narrow" panose="020B0606020202030204" pitchFamily="34" charset="0"/>
              </a:endParaRPr>
            </a:p>
          </p:txBody>
        </p:sp>
        <p:sp>
          <p:nvSpPr>
            <p:cNvPr id="23" name="íşlïḍè">
              <a:extLst>
                <a:ext uri="{FF2B5EF4-FFF2-40B4-BE49-F238E27FC236}">
                  <a16:creationId xmlns:a16="http://schemas.microsoft.com/office/drawing/2014/main" id="{6F14690B-8738-4420-A9A0-312F15714745}"/>
                </a:ext>
              </a:extLst>
            </p:cNvPr>
            <p:cNvSpPr txBox="1"/>
            <p:nvPr/>
          </p:nvSpPr>
          <p:spPr>
            <a:xfrm>
              <a:off x="6766633" y="2225933"/>
              <a:ext cx="1492205" cy="377656"/>
            </a:xfrm>
            <a:prstGeom prst="rect">
              <a:avLst/>
            </a:prstGeom>
            <a:noFill/>
          </p:spPr>
          <p:txBody>
            <a:bodyPr wrap="square" lIns="91440" tIns="45720" rIns="91440" bIns="45720" anchor="ctr">
              <a:noAutofit/>
            </a:bodyPr>
            <a:lstStyle/>
            <a:p>
              <a:r>
                <a:rPr lang="en-US" altLang="zh-CN" b="1" dirty="0">
                  <a:latin typeface="Arial Narrow" panose="020B0606020202030204" pitchFamily="34" charset="0"/>
                </a:rPr>
                <a:t>C. </a:t>
              </a:r>
              <a:r>
                <a:rPr lang="zh-CN" altLang="en-US" b="1" dirty="0">
                  <a:latin typeface="Arial Narrow" panose="020B0606020202030204" pitchFamily="34" charset="0"/>
                </a:rPr>
                <a:t>减少</a:t>
              </a:r>
              <a:r>
                <a:rPr lang="en-US" altLang="zh-CN" b="1" dirty="0">
                  <a:latin typeface="Arial Narrow" panose="020B0606020202030204" pitchFamily="34" charset="0"/>
                </a:rPr>
                <a:t>160m</a:t>
              </a:r>
              <a:endParaRPr lang="zh-CN" altLang="en-US" b="1" dirty="0">
                <a:latin typeface="Arial Narrow" panose="020B0606020202030204" pitchFamily="34" charset="0"/>
              </a:endParaRPr>
            </a:p>
          </p:txBody>
        </p:sp>
        <p:sp>
          <p:nvSpPr>
            <p:cNvPr id="24" name="íşlïḍè">
              <a:extLst>
                <a:ext uri="{FF2B5EF4-FFF2-40B4-BE49-F238E27FC236}">
                  <a16:creationId xmlns:a16="http://schemas.microsoft.com/office/drawing/2014/main" id="{3D12A323-B056-46EF-BA4E-5933B6194E80}"/>
                </a:ext>
              </a:extLst>
            </p:cNvPr>
            <p:cNvSpPr txBox="1"/>
            <p:nvPr/>
          </p:nvSpPr>
          <p:spPr>
            <a:xfrm>
              <a:off x="8955418" y="2225933"/>
              <a:ext cx="1492205" cy="377656"/>
            </a:xfrm>
            <a:prstGeom prst="rect">
              <a:avLst/>
            </a:prstGeom>
            <a:noFill/>
          </p:spPr>
          <p:txBody>
            <a:bodyPr wrap="square" lIns="91440" tIns="45720" rIns="91440" bIns="45720" anchor="ctr">
              <a:noAutofit/>
            </a:bodyPr>
            <a:lstStyle/>
            <a:p>
              <a:r>
                <a:rPr lang="en-US" altLang="zh-CN" b="1" dirty="0">
                  <a:latin typeface="Arial Narrow" panose="020B0606020202030204" pitchFamily="34" charset="0"/>
                </a:rPr>
                <a:t>D. </a:t>
              </a:r>
              <a:r>
                <a:rPr lang="zh-CN" altLang="en-US" b="1" dirty="0">
                  <a:latin typeface="Arial Narrow" panose="020B0606020202030204" pitchFamily="34" charset="0"/>
                </a:rPr>
                <a:t>减少</a:t>
              </a:r>
              <a:r>
                <a:rPr lang="en-US" altLang="zh-CN" b="1" dirty="0">
                  <a:latin typeface="Arial Narrow" panose="020B0606020202030204" pitchFamily="34" charset="0"/>
                </a:rPr>
                <a:t>80m</a:t>
              </a:r>
              <a:endParaRPr lang="zh-CN" altLang="en-US" b="1" dirty="0">
                <a:latin typeface="Arial Narrow" panose="020B0606020202030204" pitchFamily="34" charset="0"/>
              </a:endParaRPr>
            </a:p>
          </p:txBody>
        </p:sp>
      </p:grpSp>
      <p:sp>
        <p:nvSpPr>
          <p:cNvPr id="25" name="íşlïḍè">
            <a:extLst>
              <a:ext uri="{FF2B5EF4-FFF2-40B4-BE49-F238E27FC236}">
                <a16:creationId xmlns:a16="http://schemas.microsoft.com/office/drawing/2014/main" id="{265975B8-95B4-4C04-8E08-F94BC7B9625A}"/>
              </a:ext>
            </a:extLst>
          </p:cNvPr>
          <p:cNvSpPr txBox="1"/>
          <p:nvPr/>
        </p:nvSpPr>
        <p:spPr>
          <a:xfrm>
            <a:off x="993340" y="2957234"/>
            <a:ext cx="730205" cy="377656"/>
          </a:xfrm>
          <a:prstGeom prst="rect">
            <a:avLst/>
          </a:prstGeom>
          <a:noFill/>
        </p:spPr>
        <p:txBody>
          <a:bodyPr wrap="square" lIns="91440" tIns="45720" rIns="91440" bIns="45720" anchor="ctr">
            <a:noAutofit/>
          </a:bodyPr>
          <a:lstStyle/>
          <a:p>
            <a:r>
              <a:rPr lang="zh-CN" altLang="en-US" b="1" dirty="0">
                <a:latin typeface="Arial Narrow" panose="020B0606020202030204" pitchFamily="34" charset="0"/>
              </a:rPr>
              <a:t>解析</a:t>
            </a:r>
          </a:p>
        </p:txBody>
      </p:sp>
      <p:sp>
        <p:nvSpPr>
          <p:cNvPr id="26" name="íşlïḍè">
            <a:extLst>
              <a:ext uri="{FF2B5EF4-FFF2-40B4-BE49-F238E27FC236}">
                <a16:creationId xmlns:a16="http://schemas.microsoft.com/office/drawing/2014/main" id="{16D5B0E9-6965-449B-8B55-2EE70502D1F9}"/>
              </a:ext>
            </a:extLst>
          </p:cNvPr>
          <p:cNvSpPr txBox="1"/>
          <p:nvPr/>
        </p:nvSpPr>
        <p:spPr>
          <a:xfrm>
            <a:off x="5185985" y="1776970"/>
            <a:ext cx="438562" cy="377656"/>
          </a:xfrm>
          <a:prstGeom prst="rect">
            <a:avLst/>
          </a:prstGeom>
          <a:noFill/>
        </p:spPr>
        <p:txBody>
          <a:bodyPr wrap="square" lIns="91440" tIns="45720" rIns="91440" bIns="45720" anchor="ctr">
            <a:noAutofit/>
          </a:bodyPr>
          <a:lstStyle/>
          <a:p>
            <a:pPr algn="ctr"/>
            <a:r>
              <a:rPr lang="en-US" altLang="zh-CN" sz="2800" b="1" dirty="0">
                <a:solidFill>
                  <a:schemeClr val="accent1">
                    <a:lumMod val="75000"/>
                  </a:schemeClr>
                </a:solidFill>
                <a:latin typeface="Arial Black" panose="020B0A04020102020204" pitchFamily="34" charset="0"/>
              </a:rPr>
              <a:t>D</a:t>
            </a:r>
            <a:endParaRPr lang="zh-CN" altLang="en-US" sz="2800" b="1" dirty="0">
              <a:solidFill>
                <a:schemeClr val="accent1">
                  <a:lumMod val="75000"/>
                </a:schemeClr>
              </a:solidFill>
              <a:latin typeface="Arial Black" panose="020B0A04020102020204" pitchFamily="34" charset="0"/>
            </a:endParaRPr>
          </a:p>
        </p:txBody>
      </p:sp>
      <mc:AlternateContent xmlns:mc="http://schemas.openxmlformats.org/markup-compatibility/2006" xmlns:a14="http://schemas.microsoft.com/office/drawing/2010/main">
        <mc:Choice Requires="a14">
          <p:sp>
            <p:nvSpPr>
              <p:cNvPr id="14" name="íşlïḍè">
                <a:extLst>
                  <a:ext uri="{FF2B5EF4-FFF2-40B4-BE49-F238E27FC236}">
                    <a16:creationId xmlns:a16="http://schemas.microsoft.com/office/drawing/2014/main" id="{033C016B-87EC-4BE7-B5BB-BC036556B431}"/>
                  </a:ext>
                </a:extLst>
              </p:cNvPr>
              <p:cNvSpPr txBox="1"/>
              <p:nvPr/>
            </p:nvSpPr>
            <p:spPr>
              <a:xfrm>
                <a:off x="2329635" y="3542779"/>
                <a:ext cx="4682957" cy="377656"/>
              </a:xfrm>
              <a:prstGeom prst="rect">
                <a:avLst/>
              </a:prstGeom>
              <a:noFill/>
            </p:spPr>
            <p:txBody>
              <a:bodyPr wrap="square" lIns="91440" tIns="45720" rIns="91440" bIns="45720" anchor="ctr">
                <a:noAutofit/>
              </a:bodyPr>
              <a:lstStyle/>
              <a:p>
                <a:r>
                  <a:rPr lang="zh-CN" altLang="en-US" b="1" dirty="0">
                    <a:latin typeface="Arial Narrow" panose="020B0606020202030204" pitchFamily="34" charset="0"/>
                  </a:rPr>
                  <a:t>最小帧长    </a:t>
                </a:r>
                <a:r>
                  <a:rPr lang="en-US" altLang="zh-CN" b="1" dirty="0">
                    <a:latin typeface="Arial Narrow" panose="020B0606020202030204" pitchFamily="34" charset="0"/>
                  </a:rPr>
                  <a:t>=    </a:t>
                </a:r>
                <a:r>
                  <a:rPr lang="zh-CN" altLang="en-US" b="1" dirty="0">
                    <a:latin typeface="Arial Narrow" panose="020B0606020202030204" pitchFamily="34" charset="0"/>
                  </a:rPr>
                  <a:t>数据传输速率    </a:t>
                </a:r>
                <a:r>
                  <a:rPr lang="en-US" altLang="zh-CN" b="1" dirty="0">
                    <a:latin typeface="Arial Narrow" panose="020B0606020202030204" pitchFamily="34" charset="0"/>
                  </a:rPr>
                  <a:t>×    </a:t>
                </a:r>
                <a:r>
                  <a:rPr lang="zh-CN" altLang="en-US" b="1" dirty="0">
                    <a:latin typeface="Arial Narrow" panose="020B0606020202030204" pitchFamily="34" charset="0"/>
                  </a:rPr>
                  <a:t>争用期</a:t>
                </a:r>
                <a14:m>
                  <m:oMath xmlns:m="http://schemas.openxmlformats.org/officeDocument/2006/math">
                    <m:r>
                      <a:rPr lang="en-US" altLang="zh-CN" b="1" i="1" dirty="0" smtClean="0">
                        <a:latin typeface="Cambria Math" panose="02040503050406030204" pitchFamily="18" charset="0"/>
                      </a:rPr>
                      <m:t>𝟐</m:t>
                    </m:r>
                    <m:r>
                      <a:rPr lang="el-GR" altLang="zh-CN" b="1" i="1" dirty="0">
                        <a:latin typeface="Cambria Math" panose="02040503050406030204" pitchFamily="18" charset="0"/>
                      </a:rPr>
                      <m:t>𝝉</m:t>
                    </m:r>
                    <m:r>
                      <a:rPr lang="el-GR" altLang="zh-CN" b="1" i="1" dirty="0">
                        <a:latin typeface="Cambria Math" panose="02040503050406030204" pitchFamily="18" charset="0"/>
                      </a:rPr>
                      <m:t> </m:t>
                    </m:r>
                  </m:oMath>
                </a14:m>
                <a:endParaRPr lang="zh-CN" altLang="en-US" b="1" dirty="0">
                  <a:latin typeface="Arial Narrow" panose="020B0606020202030204" pitchFamily="34" charset="0"/>
                </a:endParaRPr>
              </a:p>
            </p:txBody>
          </p:sp>
        </mc:Choice>
        <mc:Fallback xmlns="">
          <p:sp>
            <p:nvSpPr>
              <p:cNvPr id="14" name="íşlïḍè">
                <a:extLst>
                  <a:ext uri="{FF2B5EF4-FFF2-40B4-BE49-F238E27FC236}">
                    <a16:creationId xmlns:a16="http://schemas.microsoft.com/office/drawing/2014/main" id="{033C016B-87EC-4BE7-B5BB-BC036556B431}"/>
                  </a:ext>
                </a:extLst>
              </p:cNvPr>
              <p:cNvSpPr txBox="1">
                <a:spLocks noRot="1" noChangeAspect="1" noMove="1" noResize="1" noEditPoints="1" noAdjustHandles="1" noChangeArrowheads="1" noChangeShapeType="1" noTextEdit="1"/>
              </p:cNvSpPr>
              <p:nvPr/>
            </p:nvSpPr>
            <p:spPr>
              <a:xfrm>
                <a:off x="2329635" y="3542779"/>
                <a:ext cx="4682957" cy="377656"/>
              </a:xfrm>
              <a:prstGeom prst="rect">
                <a:avLst/>
              </a:prstGeom>
              <a:blipFill>
                <a:blip r:embed="rId3"/>
                <a:stretch>
                  <a:fillRect l="-1042" t="-6452" b="-24194"/>
                </a:stretch>
              </a:blipFill>
            </p:spPr>
            <p:txBody>
              <a:bodyPr/>
              <a:lstStyle/>
              <a:p>
                <a:r>
                  <a:rPr lang="zh-CN" altLang="en-US">
                    <a:noFill/>
                  </a:rPr>
                  <a:t> </a:t>
                </a:r>
              </a:p>
            </p:txBody>
          </p:sp>
        </mc:Fallback>
      </mc:AlternateContent>
      <mc:AlternateContent xmlns:mc="http://schemas.openxmlformats.org/markup-compatibility/2006" xmlns:a14="http://schemas.microsoft.com/office/drawing/2010/main">
        <mc:Choice Requires="a14">
          <p:sp>
            <p:nvSpPr>
              <p:cNvPr id="19" name="íşlïḍè">
                <a:extLst>
                  <a:ext uri="{FF2B5EF4-FFF2-40B4-BE49-F238E27FC236}">
                    <a16:creationId xmlns:a16="http://schemas.microsoft.com/office/drawing/2014/main" id="{91522771-6535-4348-BA2A-8564537516AD}"/>
                  </a:ext>
                </a:extLst>
              </p:cNvPr>
              <p:cNvSpPr txBox="1"/>
              <p:nvPr/>
            </p:nvSpPr>
            <p:spPr>
              <a:xfrm>
                <a:off x="2329635" y="3920435"/>
                <a:ext cx="6182837" cy="909560"/>
              </a:xfrm>
              <a:prstGeom prst="rect">
                <a:avLst/>
              </a:prstGeom>
              <a:noFill/>
            </p:spPr>
            <p:txBody>
              <a:bodyPr wrap="square" lIns="91440" tIns="45720" rIns="91440" bIns="45720" anchor="ctr">
                <a:noAutofit/>
              </a:bodyPr>
              <a:lstStyle/>
              <a:p>
                <a:pPr>
                  <a:lnSpc>
                    <a:spcPct val="150000"/>
                  </a:lnSpc>
                </a:pPr>
                <a:r>
                  <a:rPr lang="zh-CN" altLang="en-US" b="1" dirty="0">
                    <a:latin typeface="Arial Narrow" panose="020B0606020202030204" pitchFamily="34" charset="0"/>
                  </a:rPr>
                  <a:t>设最远两个站点之间的距离为</a:t>
                </a:r>
                <a14:m>
                  <m:oMath xmlns:m="http://schemas.openxmlformats.org/officeDocument/2006/math">
                    <m:r>
                      <a:rPr lang="en-US" altLang="zh-CN" b="1" i="1" dirty="0" smtClean="0">
                        <a:latin typeface="Cambria Math" panose="02040503050406030204" pitchFamily="18" charset="0"/>
                      </a:rPr>
                      <m:t>𝒅</m:t>
                    </m:r>
                    <m:r>
                      <a:rPr lang="en-US" altLang="zh-CN" b="1" i="1" dirty="0" smtClean="0">
                        <a:latin typeface="Cambria Math" panose="02040503050406030204" pitchFamily="18" charset="0"/>
                      </a:rPr>
                      <m:t>(</m:t>
                    </m:r>
                    <m:r>
                      <a:rPr lang="en-US" altLang="zh-CN" b="1" i="1" dirty="0" smtClean="0">
                        <a:latin typeface="Cambria Math" panose="02040503050406030204" pitchFamily="18" charset="0"/>
                      </a:rPr>
                      <m:t>𝒎</m:t>
                    </m:r>
                    <m:r>
                      <a:rPr lang="en-US" altLang="zh-CN" b="1" i="1" dirty="0" smtClean="0">
                        <a:latin typeface="Cambria Math" panose="02040503050406030204" pitchFamily="18" charset="0"/>
                      </a:rPr>
                      <m:t>)</m:t>
                    </m:r>
                  </m:oMath>
                </a14:m>
                <a:r>
                  <a:rPr lang="zh-CN" altLang="en-US" b="1" dirty="0">
                    <a:latin typeface="Arial Narrow" panose="020B0606020202030204" pitchFamily="34" charset="0"/>
                  </a:rPr>
                  <a:t>，最小帧长为</a:t>
                </a:r>
                <a14:m>
                  <m:oMath xmlns:m="http://schemas.openxmlformats.org/officeDocument/2006/math">
                    <m:r>
                      <a:rPr lang="en-US" altLang="zh-CN" b="1" i="1" dirty="0" smtClean="0">
                        <a:latin typeface="Cambria Math" panose="02040503050406030204" pitchFamily="18" charset="0"/>
                      </a:rPr>
                      <m:t>𝒍</m:t>
                    </m:r>
                    <m:r>
                      <a:rPr lang="en-US" altLang="zh-CN" b="1" i="1" dirty="0" smtClean="0">
                        <a:latin typeface="Cambria Math" panose="02040503050406030204" pitchFamily="18" charset="0"/>
                      </a:rPr>
                      <m:t>(</m:t>
                    </m:r>
                    <m:r>
                      <a:rPr lang="en-US" altLang="zh-CN" b="1" i="1" dirty="0" smtClean="0">
                        <a:latin typeface="Cambria Math" panose="02040503050406030204" pitchFamily="18" charset="0"/>
                      </a:rPr>
                      <m:t>𝒃</m:t>
                    </m:r>
                    <m:r>
                      <a:rPr lang="en-US" altLang="zh-CN" b="1" i="1" dirty="0" smtClean="0">
                        <a:latin typeface="Cambria Math" panose="02040503050406030204" pitchFamily="18" charset="0"/>
                      </a:rPr>
                      <m:t>)</m:t>
                    </m:r>
                  </m:oMath>
                </a14:m>
                <a:r>
                  <a:rPr lang="zh-CN" altLang="en-US" b="1" dirty="0">
                    <a:latin typeface="Arial Narrow" panose="020B0606020202030204" pitchFamily="34" charset="0"/>
                  </a:rPr>
                  <a:t>，</a:t>
                </a:r>
                <a:endParaRPr lang="en-US" altLang="zh-CN" b="1" dirty="0">
                  <a:latin typeface="Arial Narrow" panose="020B0606020202030204" pitchFamily="34" charset="0"/>
                </a:endParaRPr>
              </a:p>
              <a:p>
                <a:pPr>
                  <a:lnSpc>
                    <a:spcPct val="150000"/>
                  </a:lnSpc>
                </a:pPr>
                <a:r>
                  <a:rPr lang="zh-CN" altLang="en-US" b="1" dirty="0">
                    <a:latin typeface="Arial Narrow" panose="020B0606020202030204" pitchFamily="34" charset="0"/>
                  </a:rPr>
                  <a:t>与题目给定相关已知量一起代入上式：</a:t>
                </a:r>
              </a:p>
            </p:txBody>
          </p:sp>
        </mc:Choice>
        <mc:Fallback xmlns="">
          <p:sp>
            <p:nvSpPr>
              <p:cNvPr id="19" name="íşlïḍè">
                <a:extLst>
                  <a:ext uri="{FF2B5EF4-FFF2-40B4-BE49-F238E27FC236}">
                    <a16:creationId xmlns:a16="http://schemas.microsoft.com/office/drawing/2014/main" id="{91522771-6535-4348-BA2A-8564537516AD}"/>
                  </a:ext>
                </a:extLst>
              </p:cNvPr>
              <p:cNvSpPr txBox="1">
                <a:spLocks noRot="1" noChangeAspect="1" noMove="1" noResize="1" noEditPoints="1" noAdjustHandles="1" noChangeArrowheads="1" noChangeShapeType="1" noTextEdit="1"/>
              </p:cNvSpPr>
              <p:nvPr/>
            </p:nvSpPr>
            <p:spPr>
              <a:xfrm>
                <a:off x="2329635" y="3920435"/>
                <a:ext cx="6182837" cy="909560"/>
              </a:xfrm>
              <a:prstGeom prst="rect">
                <a:avLst/>
              </a:prstGeom>
              <a:blipFill>
                <a:blip r:embed="rId4"/>
                <a:stretch>
                  <a:fillRect l="-789" b="-8725"/>
                </a:stretch>
              </a:blipFill>
            </p:spPr>
            <p:txBody>
              <a:bodyPr/>
              <a:lstStyle/>
              <a:p>
                <a:r>
                  <a:rPr lang="zh-CN" altLang="en-US">
                    <a:noFill/>
                  </a:rPr>
                  <a:t> </a:t>
                </a:r>
              </a:p>
            </p:txBody>
          </p:sp>
        </mc:Fallback>
      </mc:AlternateContent>
      <mc:AlternateContent xmlns:mc="http://schemas.openxmlformats.org/markup-compatibility/2006" xmlns:a14="http://schemas.microsoft.com/office/drawing/2010/main">
        <mc:Choice Requires="a14">
          <p:sp>
            <p:nvSpPr>
              <p:cNvPr id="29" name="íşlïḍè">
                <a:extLst>
                  <a:ext uri="{FF2B5EF4-FFF2-40B4-BE49-F238E27FC236}">
                    <a16:creationId xmlns:a16="http://schemas.microsoft.com/office/drawing/2014/main" id="{112DAEA7-F6BA-43FC-B5D0-A34735B16D38}"/>
                  </a:ext>
                </a:extLst>
              </p:cNvPr>
              <p:cNvSpPr txBox="1"/>
              <p:nvPr/>
            </p:nvSpPr>
            <p:spPr>
              <a:xfrm>
                <a:off x="1761553" y="4527392"/>
                <a:ext cx="5005080" cy="1177536"/>
              </a:xfrm>
              <a:prstGeom prst="rect">
                <a:avLst/>
              </a:prstGeom>
              <a:noFill/>
            </p:spPr>
            <p:txBody>
              <a:bodyPr wrap="square" lIns="91440" tIns="45720" rIns="91440" bIns="45720" anchor="ctr">
                <a:noAutofit/>
              </a:bodyPr>
              <a:lstStyle/>
              <a:p>
                <a:pPr>
                  <a:lnSpc>
                    <a:spcPct val="150000"/>
                  </a:lnSpc>
                </a:pPr>
                <a14:m>
                  <m:oMathPara xmlns:m="http://schemas.openxmlformats.org/officeDocument/2006/math">
                    <m:oMathParaPr>
                      <m:jc m:val="centerGroup"/>
                    </m:oMathParaPr>
                    <m:oMath xmlns:m="http://schemas.openxmlformats.org/officeDocument/2006/math">
                      <m:r>
                        <a:rPr lang="en-US" altLang="zh-CN" sz="2000" b="1" i="1" dirty="0" smtClean="0">
                          <a:latin typeface="Cambria Math" panose="02040503050406030204" pitchFamily="18" charset="0"/>
                        </a:rPr>
                        <m:t>𝒍</m:t>
                      </m:r>
                      <m:r>
                        <a:rPr lang="en-US" altLang="zh-CN" sz="2000" b="1" i="1" dirty="0" smtClean="0">
                          <a:latin typeface="Cambria Math" panose="02040503050406030204" pitchFamily="18" charset="0"/>
                          <a:ea typeface="Cambria Math" panose="02040503050406030204" pitchFamily="18" charset="0"/>
                        </a:rPr>
                        <m:t>=(</m:t>
                      </m:r>
                      <m:f>
                        <m:fPr>
                          <m:ctrlPr>
                            <a:rPr lang="en-US" altLang="zh-CN" sz="2000" b="1" i="1" dirty="0" smtClean="0">
                              <a:latin typeface="Cambria Math" panose="02040503050406030204" pitchFamily="18" charset="0"/>
                              <a:ea typeface="Cambria Math" panose="02040503050406030204" pitchFamily="18" charset="0"/>
                            </a:rPr>
                          </m:ctrlPr>
                        </m:fPr>
                        <m:num>
                          <m:r>
                            <a:rPr lang="en-US" altLang="zh-CN" sz="2000" b="1" i="1" dirty="0" smtClean="0">
                              <a:latin typeface="Cambria Math" panose="02040503050406030204" pitchFamily="18" charset="0"/>
                              <a:ea typeface="Cambria Math" panose="02040503050406030204" pitchFamily="18" charset="0"/>
                            </a:rPr>
                            <m:t>𝒅</m:t>
                          </m:r>
                        </m:num>
                        <m:den>
                          <m:r>
                            <a:rPr lang="en-US" altLang="zh-CN" sz="2000" b="1" i="1" dirty="0" smtClean="0">
                              <a:latin typeface="Cambria Math" panose="02040503050406030204" pitchFamily="18" charset="0"/>
                              <a:ea typeface="Cambria Math" panose="02040503050406030204" pitchFamily="18" charset="0"/>
                            </a:rPr>
                            <m:t>𝟐𝟎𝟎𝟎𝟎𝟎</m:t>
                          </m:r>
                          <m:r>
                            <a:rPr lang="en-US" altLang="zh-CN" sz="2000" b="1" i="1" dirty="0" smtClean="0">
                              <a:latin typeface="Cambria Math" panose="02040503050406030204" pitchFamily="18" charset="0"/>
                              <a:ea typeface="Cambria Math" panose="02040503050406030204" pitchFamily="18" charset="0"/>
                            </a:rPr>
                            <m:t>×</m:t>
                          </m:r>
                          <m:sSup>
                            <m:sSupPr>
                              <m:ctrlPr>
                                <a:rPr lang="en-US" altLang="zh-CN" sz="2000" b="1" i="1" dirty="0" smtClean="0">
                                  <a:latin typeface="Cambria Math" panose="02040503050406030204" pitchFamily="18" charset="0"/>
                                  <a:ea typeface="Cambria Math" panose="02040503050406030204" pitchFamily="18" charset="0"/>
                                </a:rPr>
                              </m:ctrlPr>
                            </m:sSupPr>
                            <m:e>
                              <m:r>
                                <a:rPr lang="en-US" altLang="zh-CN" sz="2000" b="1" i="1" dirty="0" smtClean="0">
                                  <a:latin typeface="Cambria Math" panose="02040503050406030204" pitchFamily="18" charset="0"/>
                                  <a:ea typeface="Cambria Math" panose="02040503050406030204" pitchFamily="18" charset="0"/>
                                </a:rPr>
                                <m:t>𝟏𝟎</m:t>
                              </m:r>
                            </m:e>
                            <m:sup>
                              <m:r>
                                <a:rPr lang="en-US" altLang="zh-CN" sz="2000" b="1" i="1" dirty="0" smtClean="0">
                                  <a:latin typeface="Cambria Math" panose="02040503050406030204" pitchFamily="18" charset="0"/>
                                  <a:ea typeface="Cambria Math" panose="02040503050406030204" pitchFamily="18" charset="0"/>
                                </a:rPr>
                                <m:t>𝟑</m:t>
                              </m:r>
                            </m:sup>
                          </m:sSup>
                        </m:den>
                      </m:f>
                      <m:r>
                        <a:rPr lang="en-US" altLang="zh-CN" sz="2000" b="1" i="1" dirty="0" smtClean="0">
                          <a:latin typeface="Cambria Math" panose="02040503050406030204" pitchFamily="18" charset="0"/>
                          <a:ea typeface="Cambria Math" panose="02040503050406030204" pitchFamily="18" charset="0"/>
                        </a:rPr>
                        <m:t>×</m:t>
                      </m:r>
                      <m:r>
                        <a:rPr lang="en-US" altLang="zh-CN" sz="2000" b="1" i="1" dirty="0" smtClean="0">
                          <a:latin typeface="Cambria Math" panose="02040503050406030204" pitchFamily="18" charset="0"/>
                          <a:ea typeface="Cambria Math" panose="02040503050406030204" pitchFamily="18" charset="0"/>
                        </a:rPr>
                        <m:t>𝟐</m:t>
                      </m:r>
                      <m:r>
                        <a:rPr lang="en-US" altLang="zh-CN" sz="2000" b="1" i="1" dirty="0" smtClean="0">
                          <a:latin typeface="Cambria Math" panose="02040503050406030204" pitchFamily="18" charset="0"/>
                          <a:ea typeface="Cambria Math" panose="02040503050406030204" pitchFamily="18" charset="0"/>
                        </a:rPr>
                        <m:t>)×</m:t>
                      </m:r>
                      <m:sSup>
                        <m:sSupPr>
                          <m:ctrlPr>
                            <a:rPr lang="en-US" altLang="zh-CN" sz="2000" b="1" i="1" dirty="0" smtClean="0">
                              <a:latin typeface="Cambria Math" panose="02040503050406030204" pitchFamily="18" charset="0"/>
                              <a:ea typeface="Cambria Math" panose="02040503050406030204" pitchFamily="18" charset="0"/>
                            </a:rPr>
                          </m:ctrlPr>
                        </m:sSupPr>
                        <m:e>
                          <m:r>
                            <a:rPr lang="en-US" altLang="zh-CN" sz="2000" b="1" i="1" dirty="0" smtClean="0">
                              <a:latin typeface="Cambria Math" panose="02040503050406030204" pitchFamily="18" charset="0"/>
                              <a:ea typeface="Cambria Math" panose="02040503050406030204" pitchFamily="18" charset="0"/>
                            </a:rPr>
                            <m:t>𝟏𝟎</m:t>
                          </m:r>
                        </m:e>
                        <m:sup>
                          <m:r>
                            <a:rPr lang="en-US" altLang="zh-CN" sz="2000" b="1" i="1" dirty="0" smtClean="0">
                              <a:latin typeface="Cambria Math" panose="02040503050406030204" pitchFamily="18" charset="0"/>
                              <a:ea typeface="Cambria Math" panose="02040503050406030204" pitchFamily="18" charset="0"/>
                            </a:rPr>
                            <m:t>𝟗</m:t>
                          </m:r>
                        </m:sup>
                      </m:sSup>
                    </m:oMath>
                  </m:oMathPara>
                </a14:m>
                <a:endParaRPr lang="en-US" altLang="zh-CN" b="1" dirty="0">
                  <a:latin typeface="Arial Narrow" panose="020B0606020202030204" pitchFamily="34" charset="0"/>
                </a:endParaRPr>
              </a:p>
            </p:txBody>
          </p:sp>
        </mc:Choice>
        <mc:Fallback xmlns="">
          <p:sp>
            <p:nvSpPr>
              <p:cNvPr id="29" name="íşlïḍè">
                <a:extLst>
                  <a:ext uri="{FF2B5EF4-FFF2-40B4-BE49-F238E27FC236}">
                    <a16:creationId xmlns:a16="http://schemas.microsoft.com/office/drawing/2014/main" id="{112DAEA7-F6BA-43FC-B5D0-A34735B16D38}"/>
                  </a:ext>
                </a:extLst>
              </p:cNvPr>
              <p:cNvSpPr txBox="1">
                <a:spLocks noRot="1" noChangeAspect="1" noMove="1" noResize="1" noEditPoints="1" noAdjustHandles="1" noChangeArrowheads="1" noChangeShapeType="1" noTextEdit="1"/>
              </p:cNvSpPr>
              <p:nvPr/>
            </p:nvSpPr>
            <p:spPr>
              <a:xfrm>
                <a:off x="1761553" y="4527392"/>
                <a:ext cx="5005080" cy="1177536"/>
              </a:xfrm>
              <a:prstGeom prst="rect">
                <a:avLst/>
              </a:prstGeom>
              <a:blipFill>
                <a:blip r:embed="rId5"/>
                <a:stretch>
                  <a:fillRect/>
                </a:stretch>
              </a:blipFill>
            </p:spPr>
            <p:txBody>
              <a:bodyPr/>
              <a:lstStyle/>
              <a:p>
                <a:r>
                  <a:rPr lang="zh-CN" altLang="en-US">
                    <a:noFill/>
                  </a:rPr>
                  <a:t> </a:t>
                </a:r>
              </a:p>
            </p:txBody>
          </p:sp>
        </mc:Fallback>
      </mc:AlternateContent>
      <p:cxnSp>
        <p:nvCxnSpPr>
          <p:cNvPr id="7" name="直接箭头连接符 6">
            <a:extLst>
              <a:ext uri="{FF2B5EF4-FFF2-40B4-BE49-F238E27FC236}">
                <a16:creationId xmlns:a16="http://schemas.microsoft.com/office/drawing/2014/main" id="{506BBDD5-7113-495C-A5EB-E2B469022EA2}"/>
              </a:ext>
            </a:extLst>
          </p:cNvPr>
          <p:cNvCxnSpPr>
            <a:cxnSpLocks/>
          </p:cNvCxnSpPr>
          <p:nvPr/>
        </p:nvCxnSpPr>
        <p:spPr>
          <a:xfrm>
            <a:off x="6177133" y="5262734"/>
            <a:ext cx="835459" cy="0"/>
          </a:xfrm>
          <a:prstGeom prst="straightConnector1">
            <a:avLst/>
          </a:prstGeom>
          <a:ln w="25400">
            <a:solidFill>
              <a:schemeClr val="tx1"/>
            </a:solidFill>
            <a:tailEnd type="triangle"/>
          </a:ln>
        </p:spPr>
        <p:style>
          <a:lnRef idx="1">
            <a:schemeClr val="accent1"/>
          </a:lnRef>
          <a:fillRef idx="0">
            <a:schemeClr val="accent1"/>
          </a:fillRef>
          <a:effectRef idx="0">
            <a:schemeClr val="accent1"/>
          </a:effectRef>
          <a:fontRef idx="minor">
            <a:schemeClr val="tx1"/>
          </a:fontRef>
        </p:style>
      </p:cxnSp>
      <mc:AlternateContent xmlns:mc="http://schemas.openxmlformats.org/markup-compatibility/2006" xmlns:a14="http://schemas.microsoft.com/office/drawing/2010/main">
        <mc:Choice Requires="a14">
          <p:sp>
            <p:nvSpPr>
              <p:cNvPr id="31" name="íşlïḍè">
                <a:extLst>
                  <a:ext uri="{FF2B5EF4-FFF2-40B4-BE49-F238E27FC236}">
                    <a16:creationId xmlns:a16="http://schemas.microsoft.com/office/drawing/2014/main" id="{84389510-A3FB-44EE-8B63-99F87AF6ABCA}"/>
                  </a:ext>
                </a:extLst>
              </p:cNvPr>
              <p:cNvSpPr txBox="1"/>
              <p:nvPr/>
            </p:nvSpPr>
            <p:spPr>
              <a:xfrm>
                <a:off x="6766633" y="4512037"/>
                <a:ext cx="1693260" cy="1177536"/>
              </a:xfrm>
              <a:prstGeom prst="rect">
                <a:avLst/>
              </a:prstGeom>
              <a:noFill/>
            </p:spPr>
            <p:txBody>
              <a:bodyPr wrap="square" lIns="91440" tIns="45720" rIns="91440" bIns="45720" anchor="ctr">
                <a:noAutofit/>
              </a:bodyPr>
              <a:lstStyle/>
              <a:p>
                <a:pPr>
                  <a:lnSpc>
                    <a:spcPct val="150000"/>
                  </a:lnSpc>
                </a:pPr>
                <a14:m>
                  <m:oMathPara xmlns:m="http://schemas.openxmlformats.org/officeDocument/2006/math">
                    <m:oMathParaPr>
                      <m:jc m:val="centerGroup"/>
                    </m:oMathParaPr>
                    <m:oMath xmlns:m="http://schemas.openxmlformats.org/officeDocument/2006/math">
                      <m:r>
                        <a:rPr lang="en-US" altLang="zh-CN" sz="2000" b="1" i="1" dirty="0" smtClean="0">
                          <a:latin typeface="Cambria Math" panose="02040503050406030204" pitchFamily="18" charset="0"/>
                        </a:rPr>
                        <m:t>𝒅</m:t>
                      </m:r>
                      <m:r>
                        <a:rPr lang="en-US" altLang="zh-CN" sz="2000" b="1" i="1" dirty="0" smtClean="0">
                          <a:latin typeface="Cambria Math" panose="02040503050406030204" pitchFamily="18" charset="0"/>
                          <a:ea typeface="Cambria Math" panose="02040503050406030204" pitchFamily="18" charset="0"/>
                        </a:rPr>
                        <m:t>=</m:t>
                      </m:r>
                      <m:f>
                        <m:fPr>
                          <m:ctrlPr>
                            <a:rPr lang="en-US" altLang="zh-CN" sz="2000" b="1" i="1" dirty="0" smtClean="0">
                              <a:latin typeface="Cambria Math" panose="02040503050406030204" pitchFamily="18" charset="0"/>
                              <a:ea typeface="Cambria Math" panose="02040503050406030204" pitchFamily="18" charset="0"/>
                            </a:rPr>
                          </m:ctrlPr>
                        </m:fPr>
                        <m:num>
                          <m:r>
                            <a:rPr lang="en-US" altLang="zh-CN" sz="2000" b="1" i="1" dirty="0" smtClean="0">
                              <a:latin typeface="Cambria Math" panose="02040503050406030204" pitchFamily="18" charset="0"/>
                              <a:ea typeface="Cambria Math" panose="02040503050406030204" pitchFamily="18" charset="0"/>
                            </a:rPr>
                            <m:t>𝒍</m:t>
                          </m:r>
                        </m:num>
                        <m:den>
                          <m:r>
                            <a:rPr lang="en-US" altLang="zh-CN" sz="2000" b="1" i="1" dirty="0" smtClean="0">
                              <a:latin typeface="Cambria Math" panose="02040503050406030204" pitchFamily="18" charset="0"/>
                              <a:ea typeface="Cambria Math" panose="02040503050406030204" pitchFamily="18" charset="0"/>
                            </a:rPr>
                            <m:t>𝟏𝟎</m:t>
                          </m:r>
                        </m:den>
                      </m:f>
                    </m:oMath>
                  </m:oMathPara>
                </a14:m>
                <a:endParaRPr lang="en-US" altLang="zh-CN" b="1" dirty="0">
                  <a:latin typeface="Arial Narrow" panose="020B0606020202030204" pitchFamily="34" charset="0"/>
                </a:endParaRPr>
              </a:p>
            </p:txBody>
          </p:sp>
        </mc:Choice>
        <mc:Fallback xmlns="">
          <p:sp>
            <p:nvSpPr>
              <p:cNvPr id="31" name="íşlïḍè">
                <a:extLst>
                  <a:ext uri="{FF2B5EF4-FFF2-40B4-BE49-F238E27FC236}">
                    <a16:creationId xmlns:a16="http://schemas.microsoft.com/office/drawing/2014/main" id="{84389510-A3FB-44EE-8B63-99F87AF6ABCA}"/>
                  </a:ext>
                </a:extLst>
              </p:cNvPr>
              <p:cNvSpPr txBox="1">
                <a:spLocks noRot="1" noChangeAspect="1" noMove="1" noResize="1" noEditPoints="1" noAdjustHandles="1" noChangeArrowheads="1" noChangeShapeType="1" noTextEdit="1"/>
              </p:cNvSpPr>
              <p:nvPr/>
            </p:nvSpPr>
            <p:spPr>
              <a:xfrm>
                <a:off x="6766633" y="4512037"/>
                <a:ext cx="1693260" cy="1177536"/>
              </a:xfrm>
              <a:prstGeom prst="rect">
                <a:avLst/>
              </a:prstGeom>
              <a:blipFill>
                <a:blip r:embed="rId6"/>
                <a:stretch>
                  <a:fillRect/>
                </a:stretch>
              </a:blipFill>
            </p:spPr>
            <p:txBody>
              <a:bodyPr/>
              <a:lstStyle/>
              <a:p>
                <a:r>
                  <a:rPr lang="zh-CN" altLang="en-US">
                    <a:noFill/>
                  </a:rPr>
                  <a:t> </a:t>
                </a:r>
              </a:p>
            </p:txBody>
          </p:sp>
        </mc:Fallback>
      </mc:AlternateContent>
      <p:sp>
        <p:nvSpPr>
          <p:cNvPr id="32" name="íşlïḍè">
            <a:extLst>
              <a:ext uri="{FF2B5EF4-FFF2-40B4-BE49-F238E27FC236}">
                <a16:creationId xmlns:a16="http://schemas.microsoft.com/office/drawing/2014/main" id="{1A416257-7584-493D-A634-38080146DF63}"/>
              </a:ext>
            </a:extLst>
          </p:cNvPr>
          <p:cNvSpPr txBox="1"/>
          <p:nvPr/>
        </p:nvSpPr>
        <p:spPr>
          <a:xfrm>
            <a:off x="2389061" y="5731044"/>
            <a:ext cx="8576966" cy="377656"/>
          </a:xfrm>
          <a:prstGeom prst="rect">
            <a:avLst/>
          </a:prstGeom>
          <a:noFill/>
        </p:spPr>
        <p:txBody>
          <a:bodyPr wrap="square" lIns="91440" tIns="45720" rIns="91440" bIns="45720" anchor="ctr">
            <a:noAutofit/>
          </a:bodyPr>
          <a:lstStyle/>
          <a:p>
            <a:r>
              <a:rPr lang="zh-CN" altLang="en-US" b="1" dirty="0">
                <a:latin typeface="Arial Narrow" panose="020B0606020202030204" pitchFamily="34" charset="0"/>
              </a:rPr>
              <a:t>显然，若最小帧长减少</a:t>
            </a:r>
            <a:r>
              <a:rPr lang="en-US" altLang="zh-CN" b="1" dirty="0">
                <a:latin typeface="Arial Narrow" panose="020B0606020202030204" pitchFamily="34" charset="0"/>
              </a:rPr>
              <a:t>800</a:t>
            </a:r>
            <a:r>
              <a:rPr lang="zh-CN" altLang="en-US" b="1" dirty="0">
                <a:latin typeface="Arial Narrow" panose="020B0606020202030204" pitchFamily="34" charset="0"/>
              </a:rPr>
              <a:t>比特，最远的两个站点之间的距离至少需要减少</a:t>
            </a:r>
            <a:r>
              <a:rPr lang="en-US" altLang="zh-CN" b="1" dirty="0">
                <a:latin typeface="Arial Narrow" panose="020B0606020202030204" pitchFamily="34" charset="0"/>
              </a:rPr>
              <a:t>80m</a:t>
            </a:r>
            <a:r>
              <a:rPr lang="zh-CN" altLang="en-US" b="1" dirty="0">
                <a:latin typeface="Arial Narrow" panose="020B0606020202030204" pitchFamily="34" charset="0"/>
              </a:rPr>
              <a:t>。</a:t>
            </a:r>
          </a:p>
        </p:txBody>
      </p:sp>
    </p:spTree>
    <p:custDataLst>
      <p:tags r:id="rId1"/>
    </p:custDataLst>
    <p:extLst>
      <p:ext uri="{BB962C8B-B14F-4D97-AF65-F5344CB8AC3E}">
        <p14:creationId xmlns:p14="http://schemas.microsoft.com/office/powerpoint/2010/main" val="2232801593"/>
      </p:ext>
    </p:extLst>
  </p:cSld>
  <p:clrMapOvr>
    <a:masterClrMapping/>
  </p:clrMapOvr>
  <mc:AlternateContent xmlns:mc="http://schemas.openxmlformats.org/markup-compatibility/2006" xmlns:p14="http://schemas.microsoft.com/office/powerpoint/2010/main">
    <mc:Choice Requires="p14">
      <p:transition p14:dur="10"/>
    </mc:Choice>
    <mc:Fallback xmlns="">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 presetClass="entr" presetSubtype="0" fill="hold" grpId="0" nodeType="withEffect">
                                  <p:stCondLst>
                                    <p:cond delay="0"/>
                                  </p:stCondLst>
                                  <p:iterate type="lt">
                                    <p:tmAbs val="100"/>
                                  </p:iterate>
                                  <p:childTnLst>
                                    <p:set>
                                      <p:cBhvr>
                                        <p:cTn id="6" dur="1" fill="hold">
                                          <p:stCondLst>
                                            <p:cond delay="0"/>
                                          </p:stCondLst>
                                        </p:cTn>
                                        <p:tgtEl>
                                          <p:spTgt spid="19"/>
                                        </p:tgtEl>
                                        <p:attrNameLst>
                                          <p:attrName>style.visibility</p:attrName>
                                        </p:attrNameLst>
                                      </p:cBhvr>
                                      <p:to>
                                        <p:strVal val="visible"/>
                                      </p:to>
                                    </p:set>
                                  </p:childTnLst>
                                </p:cTn>
                              </p:par>
                            </p:childTnLst>
                          </p:cTn>
                        </p:par>
                      </p:childTnLst>
                    </p:cTn>
                  </p:par>
                  <p:par>
                    <p:cTn id="7" fill="hold">
                      <p:stCondLst>
                        <p:cond delay="indefinite"/>
                      </p:stCondLst>
                      <p:childTnLst>
                        <p:par>
                          <p:cTn id="8" fill="hold">
                            <p:stCondLst>
                              <p:cond delay="0"/>
                            </p:stCondLst>
                            <p:childTnLst>
                              <p:par>
                                <p:cTn id="9" presetID="22" presetClass="entr" presetSubtype="8" fill="hold" grpId="0" nodeType="clickEffect">
                                  <p:stCondLst>
                                    <p:cond delay="0"/>
                                  </p:stCondLst>
                                  <p:childTnLst>
                                    <p:set>
                                      <p:cBhvr>
                                        <p:cTn id="10" dur="1" fill="hold">
                                          <p:stCondLst>
                                            <p:cond delay="0"/>
                                          </p:stCondLst>
                                        </p:cTn>
                                        <p:tgtEl>
                                          <p:spTgt spid="29"/>
                                        </p:tgtEl>
                                        <p:attrNameLst>
                                          <p:attrName>style.visibility</p:attrName>
                                        </p:attrNameLst>
                                      </p:cBhvr>
                                      <p:to>
                                        <p:strVal val="visible"/>
                                      </p:to>
                                    </p:set>
                                    <p:animEffect transition="in" filter="wipe(left)">
                                      <p:cBhvr>
                                        <p:cTn id="11" dur="1000"/>
                                        <p:tgtEl>
                                          <p:spTgt spid="29"/>
                                        </p:tgtEl>
                                      </p:cBhvr>
                                    </p:animEffect>
                                  </p:childTnLst>
                                </p:cTn>
                              </p:par>
                            </p:childTnLst>
                          </p:cTn>
                        </p:par>
                      </p:childTnLst>
                    </p:cTn>
                  </p:par>
                  <p:par>
                    <p:cTn id="12" fill="hold">
                      <p:stCondLst>
                        <p:cond delay="indefinite"/>
                      </p:stCondLst>
                      <p:childTnLst>
                        <p:par>
                          <p:cTn id="13" fill="hold">
                            <p:stCondLst>
                              <p:cond delay="0"/>
                            </p:stCondLst>
                            <p:childTnLst>
                              <p:par>
                                <p:cTn id="14" presetID="22" presetClass="entr" presetSubtype="8" fill="hold" nodeType="clickEffect">
                                  <p:stCondLst>
                                    <p:cond delay="0"/>
                                  </p:stCondLst>
                                  <p:childTnLst>
                                    <p:set>
                                      <p:cBhvr>
                                        <p:cTn id="15" dur="1" fill="hold">
                                          <p:stCondLst>
                                            <p:cond delay="0"/>
                                          </p:stCondLst>
                                        </p:cTn>
                                        <p:tgtEl>
                                          <p:spTgt spid="7"/>
                                        </p:tgtEl>
                                        <p:attrNameLst>
                                          <p:attrName>style.visibility</p:attrName>
                                        </p:attrNameLst>
                                      </p:cBhvr>
                                      <p:to>
                                        <p:strVal val="visible"/>
                                      </p:to>
                                    </p:set>
                                    <p:animEffect transition="in" filter="wipe(left)">
                                      <p:cBhvr>
                                        <p:cTn id="16" dur="500"/>
                                        <p:tgtEl>
                                          <p:spTgt spid="7"/>
                                        </p:tgtEl>
                                      </p:cBhvr>
                                    </p:animEffect>
                                  </p:childTnLst>
                                </p:cTn>
                              </p:par>
                            </p:childTnLst>
                          </p:cTn>
                        </p:par>
                      </p:childTnLst>
                    </p:cTn>
                  </p:par>
                  <p:par>
                    <p:cTn id="17" fill="hold">
                      <p:stCondLst>
                        <p:cond delay="indefinite"/>
                      </p:stCondLst>
                      <p:childTnLst>
                        <p:par>
                          <p:cTn id="18" fill="hold">
                            <p:stCondLst>
                              <p:cond delay="0"/>
                            </p:stCondLst>
                            <p:childTnLst>
                              <p:par>
                                <p:cTn id="19" presetID="22" presetClass="entr" presetSubtype="8" fill="hold" grpId="0" nodeType="clickEffect">
                                  <p:stCondLst>
                                    <p:cond delay="0"/>
                                  </p:stCondLst>
                                  <p:childTnLst>
                                    <p:set>
                                      <p:cBhvr>
                                        <p:cTn id="20" dur="1" fill="hold">
                                          <p:stCondLst>
                                            <p:cond delay="0"/>
                                          </p:stCondLst>
                                        </p:cTn>
                                        <p:tgtEl>
                                          <p:spTgt spid="31"/>
                                        </p:tgtEl>
                                        <p:attrNameLst>
                                          <p:attrName>style.visibility</p:attrName>
                                        </p:attrNameLst>
                                      </p:cBhvr>
                                      <p:to>
                                        <p:strVal val="visible"/>
                                      </p:to>
                                    </p:set>
                                    <p:animEffect transition="in" filter="wipe(left)">
                                      <p:cBhvr>
                                        <p:cTn id="21" dur="500"/>
                                        <p:tgtEl>
                                          <p:spTgt spid="31"/>
                                        </p:tgtEl>
                                      </p:cBhvr>
                                    </p:animEffect>
                                  </p:childTnLst>
                                </p:cTn>
                              </p:par>
                            </p:childTnLst>
                          </p:cTn>
                        </p:par>
                      </p:childTnLst>
                    </p:cTn>
                  </p:par>
                  <p:par>
                    <p:cTn id="22" fill="hold">
                      <p:stCondLst>
                        <p:cond delay="indefinite"/>
                      </p:stCondLst>
                      <p:childTnLst>
                        <p:par>
                          <p:cTn id="23" fill="hold">
                            <p:stCondLst>
                              <p:cond delay="0"/>
                            </p:stCondLst>
                            <p:childTnLst>
                              <p:par>
                                <p:cTn id="24" presetID="1" presetClass="entr" presetSubtype="0" fill="hold" grpId="0" nodeType="clickEffect">
                                  <p:stCondLst>
                                    <p:cond delay="0"/>
                                  </p:stCondLst>
                                  <p:iterate type="lt">
                                    <p:tmAbs val="100"/>
                                  </p:iterate>
                                  <p:childTnLst>
                                    <p:set>
                                      <p:cBhvr>
                                        <p:cTn id="25" dur="1" fill="hold">
                                          <p:stCondLst>
                                            <p:cond delay="0"/>
                                          </p:stCondLst>
                                        </p:cTn>
                                        <p:tgtEl>
                                          <p:spTgt spid="32"/>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9" grpId="0"/>
      <p:bldP spid="29" grpId="0"/>
      <p:bldP spid="31" grpId="0"/>
      <p:bldP spid="32" grpId="0"/>
    </p:bldLst>
  </p:timing>
</p:sld>
</file>

<file path=ppt/slides/slide34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4" name="组合 3">
            <a:extLst>
              <a:ext uri="{FF2B5EF4-FFF2-40B4-BE49-F238E27FC236}">
                <a16:creationId xmlns:a16="http://schemas.microsoft.com/office/drawing/2014/main" id="{9A1EA9F2-FCB6-48C3-935F-7AE7E3AD14AC}"/>
              </a:ext>
            </a:extLst>
          </p:cNvPr>
          <p:cNvGrpSpPr/>
          <p:nvPr/>
        </p:nvGrpSpPr>
        <p:grpSpPr>
          <a:xfrm>
            <a:off x="304800" y="749300"/>
            <a:ext cx="6192344" cy="400110"/>
            <a:chOff x="424117" y="898245"/>
            <a:chExt cx="6192344" cy="400110"/>
          </a:xfrm>
        </p:grpSpPr>
        <p:sp>
          <p:nvSpPr>
            <p:cNvPr id="2" name="平行四边形 1">
              <a:extLst>
                <a:ext uri="{FF2B5EF4-FFF2-40B4-BE49-F238E27FC236}">
                  <a16:creationId xmlns:a16="http://schemas.microsoft.com/office/drawing/2014/main" id="{1F5BAA3F-9845-4F89-A2DD-8222D3E4EDAC}"/>
                </a:ext>
              </a:extLst>
            </p:cNvPr>
            <p:cNvSpPr/>
            <p:nvPr/>
          </p:nvSpPr>
          <p:spPr>
            <a:xfrm>
              <a:off x="424117" y="898245"/>
              <a:ext cx="675384" cy="387090"/>
            </a:xfrm>
            <a:prstGeom prst="parallelogram">
              <a:avLst/>
            </a:prstGeom>
            <a:solidFill>
              <a:schemeClr val="accent3">
                <a:lumMod val="75000"/>
              </a:schemeClr>
            </a:solidFill>
            <a:ln>
              <a:solidFill>
                <a:schemeClr val="accent3">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CN" sz="2200" dirty="0">
                  <a:latin typeface="Impact" panose="020B0806030902050204" pitchFamily="34" charset="0"/>
                </a:rPr>
                <a:t>04</a:t>
              </a:r>
              <a:endParaRPr lang="zh-CN" altLang="en-US" sz="2200" dirty="0">
                <a:latin typeface="Impact" panose="020B0806030902050204" pitchFamily="34" charset="0"/>
              </a:endParaRPr>
            </a:p>
          </p:txBody>
        </p:sp>
        <p:sp>
          <p:nvSpPr>
            <p:cNvPr id="3" name="文本框 2">
              <a:extLst>
                <a:ext uri="{FF2B5EF4-FFF2-40B4-BE49-F238E27FC236}">
                  <a16:creationId xmlns:a16="http://schemas.microsoft.com/office/drawing/2014/main" id="{4D6BD736-A4D3-4F26-AFED-36E11F50F70B}"/>
                </a:ext>
              </a:extLst>
            </p:cNvPr>
            <p:cNvSpPr txBox="1"/>
            <p:nvPr/>
          </p:nvSpPr>
          <p:spPr>
            <a:xfrm>
              <a:off x="1052423" y="898245"/>
              <a:ext cx="5564038" cy="400110"/>
            </a:xfrm>
            <a:prstGeom prst="rect">
              <a:avLst/>
            </a:prstGeom>
            <a:noFill/>
          </p:spPr>
          <p:txBody>
            <a:bodyPr wrap="square" rtlCol="0">
              <a:spAutoFit/>
            </a:bodyPr>
            <a:lstStyle/>
            <a:p>
              <a:r>
                <a:rPr lang="zh-CN" altLang="en-US" sz="2000" b="1" dirty="0"/>
                <a:t>共享式以太网的退避算法</a:t>
              </a:r>
              <a:endParaRPr lang="en-US" altLang="zh-CN" sz="2000" b="1" dirty="0"/>
            </a:p>
          </p:txBody>
        </p:sp>
      </p:grpSp>
      <p:grpSp>
        <p:nvGrpSpPr>
          <p:cNvPr id="54" name="组合 53">
            <a:extLst>
              <a:ext uri="{FF2B5EF4-FFF2-40B4-BE49-F238E27FC236}">
                <a16:creationId xmlns:a16="http://schemas.microsoft.com/office/drawing/2014/main" id="{427A3681-1389-4FDA-8916-BED4F1D2F6DA}"/>
              </a:ext>
            </a:extLst>
          </p:cNvPr>
          <p:cNvGrpSpPr/>
          <p:nvPr/>
        </p:nvGrpSpPr>
        <p:grpSpPr>
          <a:xfrm>
            <a:off x="8477189" y="3716806"/>
            <a:ext cx="3309436" cy="2661797"/>
            <a:chOff x="3207781" y="1105990"/>
            <a:chExt cx="5776438" cy="4646020"/>
          </a:xfrm>
        </p:grpSpPr>
        <p:sp>
          <p:nvSpPr>
            <p:cNvPr id="55" name="任意多边形 4">
              <a:extLst>
                <a:ext uri="{FF2B5EF4-FFF2-40B4-BE49-F238E27FC236}">
                  <a16:creationId xmlns:a16="http://schemas.microsoft.com/office/drawing/2014/main" id="{1131DCCB-A275-4473-AF1F-2C686546723D}"/>
                </a:ext>
              </a:extLst>
            </p:cNvPr>
            <p:cNvSpPr/>
            <p:nvPr/>
          </p:nvSpPr>
          <p:spPr>
            <a:xfrm>
              <a:off x="3598883" y="5220505"/>
              <a:ext cx="5385336" cy="531505"/>
            </a:xfrm>
            <a:custGeom>
              <a:avLst/>
              <a:gdLst>
                <a:gd name="connsiteX0" fmla="*/ -514 w 4756429"/>
                <a:gd name="connsiteY0" fmla="*/ 234476 h 469435"/>
                <a:gd name="connsiteX1" fmla="*/ 2377732 w 4756429"/>
                <a:gd name="connsiteY1" fmla="*/ -210 h 469435"/>
                <a:gd name="connsiteX2" fmla="*/ 4755915 w 4756429"/>
                <a:gd name="connsiteY2" fmla="*/ 234476 h 469435"/>
                <a:gd name="connsiteX3" fmla="*/ 2377732 w 4756429"/>
                <a:gd name="connsiteY3" fmla="*/ 469226 h 469435"/>
                <a:gd name="connsiteX4" fmla="*/ -514 w 4756429"/>
                <a:gd name="connsiteY4" fmla="*/ 234476 h 46943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756429" h="469435">
                  <a:moveTo>
                    <a:pt x="-514" y="234476"/>
                  </a:moveTo>
                  <a:cubicBezTo>
                    <a:pt x="-514" y="104871"/>
                    <a:pt x="1064277" y="-210"/>
                    <a:pt x="2377732" y="-210"/>
                  </a:cubicBezTo>
                  <a:cubicBezTo>
                    <a:pt x="3691187" y="-210"/>
                    <a:pt x="4755915" y="104871"/>
                    <a:pt x="4755915" y="234476"/>
                  </a:cubicBezTo>
                  <a:cubicBezTo>
                    <a:pt x="4755915" y="364081"/>
                    <a:pt x="3691187" y="469226"/>
                    <a:pt x="2377732" y="469226"/>
                  </a:cubicBezTo>
                  <a:cubicBezTo>
                    <a:pt x="1064277" y="469226"/>
                    <a:pt x="-514" y="364144"/>
                    <a:pt x="-514" y="234476"/>
                  </a:cubicBezTo>
                  <a:close/>
                </a:path>
              </a:pathLst>
            </a:custGeom>
            <a:solidFill>
              <a:srgbClr val="E8E8E8"/>
            </a:solidFill>
            <a:ln w="6346" cap="flat">
              <a:noFill/>
              <a:prstDash val="solid"/>
              <a:miter/>
            </a:ln>
          </p:spPr>
          <p:txBody>
            <a:bodyPr rtlCol="0" anchor="ctr"/>
            <a:lstStyle/>
            <a:p>
              <a:endParaRPr lang="zh-CN" altLang="en-US"/>
            </a:p>
          </p:txBody>
        </p:sp>
        <p:sp>
          <p:nvSpPr>
            <p:cNvPr id="56" name="任意多边形 5">
              <a:extLst>
                <a:ext uri="{FF2B5EF4-FFF2-40B4-BE49-F238E27FC236}">
                  <a16:creationId xmlns:a16="http://schemas.microsoft.com/office/drawing/2014/main" id="{F34F6EFC-014D-449C-8D06-F083446779E7}"/>
                </a:ext>
              </a:extLst>
            </p:cNvPr>
            <p:cNvSpPr/>
            <p:nvPr/>
          </p:nvSpPr>
          <p:spPr>
            <a:xfrm>
              <a:off x="4313321" y="3382454"/>
              <a:ext cx="883608" cy="1118025"/>
            </a:xfrm>
            <a:custGeom>
              <a:avLst/>
              <a:gdLst>
                <a:gd name="connsiteX0" fmla="*/ 304303 w 780419"/>
                <a:gd name="connsiteY0" fmla="*/ 118570 h 987461"/>
                <a:gd name="connsiteX1" fmla="*/ 254240 w 780419"/>
                <a:gd name="connsiteY1" fmla="*/ 127782 h 987461"/>
                <a:gd name="connsiteX2" fmla="*/ 200428 w 780419"/>
                <a:gd name="connsiteY2" fmla="*/ 182038 h 987461"/>
                <a:gd name="connsiteX3" fmla="*/ 189374 w 780419"/>
                <a:gd name="connsiteY3" fmla="*/ 260437 h 987461"/>
                <a:gd name="connsiteX4" fmla="*/ 195727 w 780419"/>
                <a:gd name="connsiteY4" fmla="*/ 517740 h 987461"/>
                <a:gd name="connsiteX5" fmla="*/ 71395 w 780419"/>
                <a:gd name="connsiteY5" fmla="*/ 592835 h 987461"/>
                <a:gd name="connsiteX6" fmla="*/ 24001 w 780419"/>
                <a:gd name="connsiteY6" fmla="*/ 840164 h 987461"/>
                <a:gd name="connsiteX7" fmla="*/ 249411 w 780419"/>
                <a:gd name="connsiteY7" fmla="*/ 982284 h 987461"/>
                <a:gd name="connsiteX8" fmla="*/ 522597 w 780419"/>
                <a:gd name="connsiteY8" fmla="*/ 959286 h 987461"/>
                <a:gd name="connsiteX9" fmla="*/ 699597 w 780419"/>
                <a:gd name="connsiteY9" fmla="*/ 889401 h 987461"/>
                <a:gd name="connsiteX10" fmla="*/ 708555 w 780419"/>
                <a:gd name="connsiteY10" fmla="*/ 575617 h 987461"/>
                <a:gd name="connsiteX11" fmla="*/ 764082 w 780419"/>
                <a:gd name="connsiteY11" fmla="*/ 389088 h 987461"/>
                <a:gd name="connsiteX12" fmla="*/ 606968 w 780419"/>
                <a:gd name="connsiteY12" fmla="*/ 27466 h 987461"/>
                <a:gd name="connsiteX13" fmla="*/ 304303 w 780419"/>
                <a:gd name="connsiteY13" fmla="*/ 118761 h 98746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780419" h="987461">
                  <a:moveTo>
                    <a:pt x="304303" y="118570"/>
                  </a:moveTo>
                  <a:cubicBezTo>
                    <a:pt x="307860" y="110184"/>
                    <a:pt x="258432" y="125940"/>
                    <a:pt x="254240" y="127782"/>
                  </a:cubicBezTo>
                  <a:cubicBezTo>
                    <a:pt x="230002" y="138284"/>
                    <a:pt x="210733" y="157712"/>
                    <a:pt x="200428" y="182038"/>
                  </a:cubicBezTo>
                  <a:cubicBezTo>
                    <a:pt x="191299" y="207108"/>
                    <a:pt x="187531" y="233817"/>
                    <a:pt x="189374" y="260437"/>
                  </a:cubicBezTo>
                  <a:cubicBezTo>
                    <a:pt x="191216" y="342393"/>
                    <a:pt x="253985" y="444679"/>
                    <a:pt x="195727" y="517740"/>
                  </a:cubicBezTo>
                  <a:cubicBezTo>
                    <a:pt x="165486" y="555478"/>
                    <a:pt x="111484" y="565706"/>
                    <a:pt x="71395" y="592835"/>
                  </a:cubicBezTo>
                  <a:cubicBezTo>
                    <a:pt x="-4843" y="644295"/>
                    <a:pt x="-20154" y="759351"/>
                    <a:pt x="24001" y="840164"/>
                  </a:cubicBezTo>
                  <a:cubicBezTo>
                    <a:pt x="68155" y="920976"/>
                    <a:pt x="158306" y="968752"/>
                    <a:pt x="249411" y="982284"/>
                  </a:cubicBezTo>
                  <a:cubicBezTo>
                    <a:pt x="340516" y="995816"/>
                    <a:pt x="433081" y="979552"/>
                    <a:pt x="522597" y="959286"/>
                  </a:cubicBezTo>
                  <a:cubicBezTo>
                    <a:pt x="584986" y="945182"/>
                    <a:pt x="648835" y="928092"/>
                    <a:pt x="699597" y="889401"/>
                  </a:cubicBezTo>
                  <a:cubicBezTo>
                    <a:pt x="819354" y="797724"/>
                    <a:pt x="763510" y="682986"/>
                    <a:pt x="708555" y="575617"/>
                  </a:cubicBezTo>
                  <a:cubicBezTo>
                    <a:pt x="673358" y="506876"/>
                    <a:pt x="736509" y="474475"/>
                    <a:pt x="764082" y="389088"/>
                  </a:cubicBezTo>
                  <a:cubicBezTo>
                    <a:pt x="813700" y="235469"/>
                    <a:pt x="742608" y="86360"/>
                    <a:pt x="606968" y="27466"/>
                  </a:cubicBezTo>
                  <a:cubicBezTo>
                    <a:pt x="384225" y="-69039"/>
                    <a:pt x="304747" y="117744"/>
                    <a:pt x="304303" y="118761"/>
                  </a:cubicBezTo>
                  <a:close/>
                </a:path>
              </a:pathLst>
            </a:custGeom>
            <a:solidFill>
              <a:srgbClr val="971D05"/>
            </a:solidFill>
            <a:ln w="6346" cap="flat">
              <a:noFill/>
              <a:prstDash val="solid"/>
              <a:miter/>
            </a:ln>
          </p:spPr>
          <p:txBody>
            <a:bodyPr rtlCol="0" anchor="ctr"/>
            <a:lstStyle/>
            <a:p>
              <a:endParaRPr lang="zh-CN" altLang="en-US"/>
            </a:p>
          </p:txBody>
        </p:sp>
        <p:sp>
          <p:nvSpPr>
            <p:cNvPr id="57" name="任意多边形 6">
              <a:extLst>
                <a:ext uri="{FF2B5EF4-FFF2-40B4-BE49-F238E27FC236}">
                  <a16:creationId xmlns:a16="http://schemas.microsoft.com/office/drawing/2014/main" id="{DA2BBDEA-50E8-4715-A236-8B7280B76664}"/>
                </a:ext>
              </a:extLst>
            </p:cNvPr>
            <p:cNvSpPr/>
            <p:nvPr/>
          </p:nvSpPr>
          <p:spPr>
            <a:xfrm>
              <a:off x="4743753" y="3967018"/>
              <a:ext cx="251762" cy="311178"/>
            </a:xfrm>
            <a:custGeom>
              <a:avLst/>
              <a:gdLst>
                <a:gd name="connsiteX0" fmla="*/ 110730 w 222361"/>
                <a:gd name="connsiteY0" fmla="*/ 274628 h 274838"/>
                <a:gd name="connsiteX1" fmla="*/ 110730 w 222361"/>
                <a:gd name="connsiteY1" fmla="*/ 274628 h 274838"/>
                <a:gd name="connsiteX2" fmla="*/ -514 w 222361"/>
                <a:gd name="connsiteY2" fmla="*/ 126853 h 274838"/>
                <a:gd name="connsiteX3" fmla="*/ -514 w 222361"/>
                <a:gd name="connsiteY3" fmla="*/ -210 h 274838"/>
                <a:gd name="connsiteX4" fmla="*/ 221847 w 222361"/>
                <a:gd name="connsiteY4" fmla="*/ -210 h 274838"/>
                <a:gd name="connsiteX5" fmla="*/ 221847 w 222361"/>
                <a:gd name="connsiteY5" fmla="*/ 126853 h 274838"/>
                <a:gd name="connsiteX6" fmla="*/ 111937 w 222361"/>
                <a:gd name="connsiteY6" fmla="*/ 274628 h 27483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22361" h="274838">
                  <a:moveTo>
                    <a:pt x="110730" y="274628"/>
                  </a:moveTo>
                  <a:lnTo>
                    <a:pt x="110730" y="274628"/>
                  </a:lnTo>
                  <a:cubicBezTo>
                    <a:pt x="49358" y="274628"/>
                    <a:pt x="-451" y="163639"/>
                    <a:pt x="-514" y="126853"/>
                  </a:cubicBezTo>
                  <a:lnTo>
                    <a:pt x="-514" y="-210"/>
                  </a:lnTo>
                  <a:lnTo>
                    <a:pt x="221847" y="-210"/>
                  </a:lnTo>
                  <a:lnTo>
                    <a:pt x="221847" y="126853"/>
                  </a:lnTo>
                  <a:cubicBezTo>
                    <a:pt x="221847" y="163448"/>
                    <a:pt x="172991" y="274438"/>
                    <a:pt x="111937" y="274628"/>
                  </a:cubicBezTo>
                  <a:close/>
                </a:path>
              </a:pathLst>
            </a:custGeom>
            <a:solidFill>
              <a:srgbClr val="FF93B1"/>
            </a:solidFill>
            <a:ln w="6346" cap="flat">
              <a:noFill/>
              <a:prstDash val="solid"/>
              <a:miter/>
            </a:ln>
          </p:spPr>
          <p:txBody>
            <a:bodyPr rtlCol="0" anchor="ctr"/>
            <a:lstStyle/>
            <a:p>
              <a:endParaRPr lang="zh-CN" altLang="en-US"/>
            </a:p>
          </p:txBody>
        </p:sp>
        <p:sp>
          <p:nvSpPr>
            <p:cNvPr id="58" name="任意多边形 7">
              <a:extLst>
                <a:ext uri="{FF2B5EF4-FFF2-40B4-BE49-F238E27FC236}">
                  <a16:creationId xmlns:a16="http://schemas.microsoft.com/office/drawing/2014/main" id="{505FB993-B651-4F1F-867B-4CC7CCAEF0E7}"/>
                </a:ext>
              </a:extLst>
            </p:cNvPr>
            <p:cNvSpPr/>
            <p:nvPr/>
          </p:nvSpPr>
          <p:spPr>
            <a:xfrm>
              <a:off x="4572555" y="3764605"/>
              <a:ext cx="121406" cy="141542"/>
            </a:xfrm>
            <a:custGeom>
              <a:avLst/>
              <a:gdLst>
                <a:gd name="connsiteX0" fmla="*/ 77312 w 107228"/>
                <a:gd name="connsiteY0" fmla="*/ 27741 h 125013"/>
                <a:gd name="connsiteX1" fmla="*/ -514 w 107228"/>
                <a:gd name="connsiteY1" fmla="*/ 46801 h 125013"/>
                <a:gd name="connsiteX2" fmla="*/ 94783 w 107228"/>
                <a:gd name="connsiteY2" fmla="*/ 110332 h 125013"/>
                <a:gd name="connsiteX3" fmla="*/ 77312 w 107228"/>
                <a:gd name="connsiteY3" fmla="*/ 27741 h 125013"/>
              </a:gdLst>
              <a:ahLst/>
              <a:cxnLst>
                <a:cxn ang="0">
                  <a:pos x="connsiteX0" y="connsiteY0"/>
                </a:cxn>
                <a:cxn ang="0">
                  <a:pos x="connsiteX1" y="connsiteY1"/>
                </a:cxn>
                <a:cxn ang="0">
                  <a:pos x="connsiteX2" y="connsiteY2"/>
                </a:cxn>
                <a:cxn ang="0">
                  <a:pos x="connsiteX3" y="connsiteY3"/>
                </a:cxn>
              </a:cxnLst>
              <a:rect l="l" t="t" r="r" b="b"/>
              <a:pathLst>
                <a:path w="107228" h="125013">
                  <a:moveTo>
                    <a:pt x="77312" y="27741"/>
                  </a:moveTo>
                  <a:cubicBezTo>
                    <a:pt x="41226" y="-26515"/>
                    <a:pt x="-514" y="8364"/>
                    <a:pt x="-514" y="46801"/>
                  </a:cubicBezTo>
                  <a:cubicBezTo>
                    <a:pt x="-514" y="102073"/>
                    <a:pt x="60031" y="149722"/>
                    <a:pt x="94783" y="110332"/>
                  </a:cubicBezTo>
                  <a:cubicBezTo>
                    <a:pt x="129535" y="70943"/>
                    <a:pt x="77312" y="27741"/>
                    <a:pt x="77312" y="27741"/>
                  </a:cubicBezTo>
                  <a:close/>
                </a:path>
              </a:pathLst>
            </a:custGeom>
            <a:solidFill>
              <a:srgbClr val="FED0D6"/>
            </a:solidFill>
            <a:ln w="6346" cap="flat">
              <a:noFill/>
              <a:prstDash val="solid"/>
              <a:miter/>
            </a:ln>
          </p:spPr>
          <p:txBody>
            <a:bodyPr rtlCol="0" anchor="ctr"/>
            <a:lstStyle/>
            <a:p>
              <a:endParaRPr lang="zh-CN" altLang="en-US"/>
            </a:p>
          </p:txBody>
        </p:sp>
        <p:sp>
          <p:nvSpPr>
            <p:cNvPr id="59" name="任意多边形 8">
              <a:extLst>
                <a:ext uri="{FF2B5EF4-FFF2-40B4-BE49-F238E27FC236}">
                  <a16:creationId xmlns:a16="http://schemas.microsoft.com/office/drawing/2014/main" id="{22E57580-BA13-4F22-8ED9-8D4DD2275BCB}"/>
                </a:ext>
              </a:extLst>
            </p:cNvPr>
            <p:cNvSpPr/>
            <p:nvPr/>
          </p:nvSpPr>
          <p:spPr>
            <a:xfrm>
              <a:off x="5034066" y="3764605"/>
              <a:ext cx="121425" cy="141542"/>
            </a:xfrm>
            <a:custGeom>
              <a:avLst/>
              <a:gdLst>
                <a:gd name="connsiteX0" fmla="*/ 28968 w 107245"/>
                <a:gd name="connsiteY0" fmla="*/ 27741 h 125013"/>
                <a:gd name="connsiteX1" fmla="*/ 106731 w 107245"/>
                <a:gd name="connsiteY1" fmla="*/ 46801 h 125013"/>
                <a:gd name="connsiteX2" fmla="*/ 11433 w 107245"/>
                <a:gd name="connsiteY2" fmla="*/ 110332 h 125013"/>
                <a:gd name="connsiteX3" fmla="*/ 28968 w 107245"/>
                <a:gd name="connsiteY3" fmla="*/ 27741 h 125013"/>
              </a:gdLst>
              <a:ahLst/>
              <a:cxnLst>
                <a:cxn ang="0">
                  <a:pos x="connsiteX0" y="connsiteY0"/>
                </a:cxn>
                <a:cxn ang="0">
                  <a:pos x="connsiteX1" y="connsiteY1"/>
                </a:cxn>
                <a:cxn ang="0">
                  <a:pos x="connsiteX2" y="connsiteY2"/>
                </a:cxn>
                <a:cxn ang="0">
                  <a:pos x="connsiteX3" y="connsiteY3"/>
                </a:cxn>
              </a:cxnLst>
              <a:rect l="l" t="t" r="r" b="b"/>
              <a:pathLst>
                <a:path w="107245" h="125013">
                  <a:moveTo>
                    <a:pt x="28968" y="27741"/>
                  </a:moveTo>
                  <a:cubicBezTo>
                    <a:pt x="64927" y="-26515"/>
                    <a:pt x="106731" y="8364"/>
                    <a:pt x="106731" y="46801"/>
                  </a:cubicBezTo>
                  <a:cubicBezTo>
                    <a:pt x="106731" y="102073"/>
                    <a:pt x="46249" y="149722"/>
                    <a:pt x="11433" y="110332"/>
                  </a:cubicBezTo>
                  <a:cubicBezTo>
                    <a:pt x="-23382" y="70943"/>
                    <a:pt x="28968" y="27741"/>
                    <a:pt x="28968" y="27741"/>
                  </a:cubicBezTo>
                  <a:close/>
                </a:path>
              </a:pathLst>
            </a:custGeom>
            <a:solidFill>
              <a:srgbClr val="FED0D6"/>
            </a:solidFill>
            <a:ln w="6346" cap="flat">
              <a:noFill/>
              <a:prstDash val="solid"/>
              <a:miter/>
            </a:ln>
          </p:spPr>
          <p:txBody>
            <a:bodyPr rtlCol="0" anchor="ctr"/>
            <a:lstStyle/>
            <a:p>
              <a:endParaRPr lang="zh-CN" altLang="en-US"/>
            </a:p>
          </p:txBody>
        </p:sp>
        <p:sp>
          <p:nvSpPr>
            <p:cNvPr id="60" name="任意多边形 9">
              <a:extLst>
                <a:ext uri="{FF2B5EF4-FFF2-40B4-BE49-F238E27FC236}">
                  <a16:creationId xmlns:a16="http://schemas.microsoft.com/office/drawing/2014/main" id="{787C09D0-F6DA-49F1-A439-9C2FB7BEC682}"/>
                </a:ext>
              </a:extLst>
            </p:cNvPr>
            <p:cNvSpPr/>
            <p:nvPr/>
          </p:nvSpPr>
          <p:spPr>
            <a:xfrm>
              <a:off x="4636485" y="3571274"/>
              <a:ext cx="453974" cy="467243"/>
            </a:xfrm>
            <a:custGeom>
              <a:avLst/>
              <a:gdLst>
                <a:gd name="connsiteX0" fmla="*/ 199817 w 400958"/>
                <a:gd name="connsiteY0" fmla="*/ 412468 h 412678"/>
                <a:gd name="connsiteX1" fmla="*/ 6744 w 400958"/>
                <a:gd name="connsiteY1" fmla="*/ 98113 h 412678"/>
                <a:gd name="connsiteX2" fmla="*/ 393207 w 400958"/>
                <a:gd name="connsiteY2" fmla="*/ 98113 h 412678"/>
                <a:gd name="connsiteX3" fmla="*/ 199817 w 400958"/>
                <a:gd name="connsiteY3" fmla="*/ 412468 h 412678"/>
              </a:gdLst>
              <a:ahLst/>
              <a:cxnLst>
                <a:cxn ang="0">
                  <a:pos x="connsiteX0" y="connsiteY0"/>
                </a:cxn>
                <a:cxn ang="0">
                  <a:pos x="connsiteX1" y="connsiteY1"/>
                </a:cxn>
                <a:cxn ang="0">
                  <a:pos x="connsiteX2" y="connsiteY2"/>
                </a:cxn>
                <a:cxn ang="0">
                  <a:pos x="connsiteX3" y="connsiteY3"/>
                </a:cxn>
              </a:cxnLst>
              <a:rect l="l" t="t" r="r" b="b"/>
              <a:pathLst>
                <a:path w="400958" h="412678">
                  <a:moveTo>
                    <a:pt x="199817" y="412468"/>
                  </a:moveTo>
                  <a:cubicBezTo>
                    <a:pt x="57569" y="412468"/>
                    <a:pt x="-26547" y="257387"/>
                    <a:pt x="6744" y="98113"/>
                  </a:cubicBezTo>
                  <a:cubicBezTo>
                    <a:pt x="34063" y="-33016"/>
                    <a:pt x="365762" y="-32953"/>
                    <a:pt x="393207" y="98113"/>
                  </a:cubicBezTo>
                  <a:cubicBezTo>
                    <a:pt x="426434" y="257387"/>
                    <a:pt x="342382" y="412595"/>
                    <a:pt x="199817" y="412468"/>
                  </a:cubicBezTo>
                  <a:close/>
                </a:path>
              </a:pathLst>
            </a:custGeom>
            <a:solidFill>
              <a:srgbClr val="FED0D6"/>
            </a:solidFill>
            <a:ln w="6346" cap="flat">
              <a:noFill/>
              <a:prstDash val="solid"/>
              <a:miter/>
            </a:ln>
          </p:spPr>
          <p:txBody>
            <a:bodyPr rtlCol="0" anchor="ctr"/>
            <a:lstStyle/>
            <a:p>
              <a:endParaRPr lang="zh-CN" altLang="en-US"/>
            </a:p>
          </p:txBody>
        </p:sp>
        <p:sp>
          <p:nvSpPr>
            <p:cNvPr id="61" name="任意多边形 10">
              <a:extLst>
                <a:ext uri="{FF2B5EF4-FFF2-40B4-BE49-F238E27FC236}">
                  <a16:creationId xmlns:a16="http://schemas.microsoft.com/office/drawing/2014/main" id="{49C6AC3C-7CA4-4F7B-A71F-E80D249F2A14}"/>
                </a:ext>
              </a:extLst>
            </p:cNvPr>
            <p:cNvSpPr/>
            <p:nvPr/>
          </p:nvSpPr>
          <p:spPr>
            <a:xfrm>
              <a:off x="4757636" y="3487392"/>
              <a:ext cx="367502" cy="234313"/>
            </a:xfrm>
            <a:custGeom>
              <a:avLst/>
              <a:gdLst>
                <a:gd name="connsiteX0" fmla="*/ -514 w 324585"/>
                <a:gd name="connsiteY0" fmla="*/ 31541 h 206950"/>
                <a:gd name="connsiteX1" fmla="*/ 303231 w 324585"/>
                <a:gd name="connsiteY1" fmla="*/ 198693 h 206950"/>
                <a:gd name="connsiteX2" fmla="*/ 184045 w 324585"/>
                <a:gd name="connsiteY2" fmla="*/ 21757 h 206950"/>
                <a:gd name="connsiteX3" fmla="*/ -514 w 324585"/>
                <a:gd name="connsiteY3" fmla="*/ 31541 h 206950"/>
              </a:gdLst>
              <a:ahLst/>
              <a:cxnLst>
                <a:cxn ang="0">
                  <a:pos x="connsiteX0" y="connsiteY0"/>
                </a:cxn>
                <a:cxn ang="0">
                  <a:pos x="connsiteX1" y="connsiteY1"/>
                </a:cxn>
                <a:cxn ang="0">
                  <a:pos x="connsiteX2" y="connsiteY2"/>
                </a:cxn>
                <a:cxn ang="0">
                  <a:pos x="connsiteX3" y="connsiteY3"/>
                </a:cxn>
              </a:cxnLst>
              <a:rect l="l" t="t" r="r" b="b"/>
              <a:pathLst>
                <a:path w="324585" h="206950">
                  <a:moveTo>
                    <a:pt x="-514" y="31541"/>
                  </a:moveTo>
                  <a:cubicBezTo>
                    <a:pt x="-514" y="165911"/>
                    <a:pt x="253612" y="230650"/>
                    <a:pt x="303231" y="198693"/>
                  </a:cubicBezTo>
                  <a:cubicBezTo>
                    <a:pt x="352849" y="166737"/>
                    <a:pt x="314158" y="52951"/>
                    <a:pt x="184045" y="21757"/>
                  </a:cubicBezTo>
                  <a:cubicBezTo>
                    <a:pt x="53932" y="-9437"/>
                    <a:pt x="-197" y="-8484"/>
                    <a:pt x="-514" y="31541"/>
                  </a:cubicBezTo>
                  <a:close/>
                </a:path>
              </a:pathLst>
            </a:custGeom>
            <a:solidFill>
              <a:srgbClr val="971D05"/>
            </a:solidFill>
            <a:ln w="6346" cap="flat">
              <a:noFill/>
              <a:prstDash val="solid"/>
              <a:miter/>
            </a:ln>
          </p:spPr>
          <p:txBody>
            <a:bodyPr rtlCol="0" anchor="ctr"/>
            <a:lstStyle/>
            <a:p>
              <a:endParaRPr lang="zh-CN" altLang="en-US"/>
            </a:p>
          </p:txBody>
        </p:sp>
        <p:sp>
          <p:nvSpPr>
            <p:cNvPr id="62" name="任意多边形 11">
              <a:extLst>
                <a:ext uri="{FF2B5EF4-FFF2-40B4-BE49-F238E27FC236}">
                  <a16:creationId xmlns:a16="http://schemas.microsoft.com/office/drawing/2014/main" id="{B823105F-5DB6-473F-8A8C-4353DFA7D270}"/>
                </a:ext>
              </a:extLst>
            </p:cNvPr>
            <p:cNvSpPr/>
            <p:nvPr/>
          </p:nvSpPr>
          <p:spPr>
            <a:xfrm>
              <a:off x="4592900" y="3508707"/>
              <a:ext cx="173053" cy="238281"/>
            </a:xfrm>
            <a:custGeom>
              <a:avLst/>
              <a:gdLst>
                <a:gd name="connsiteX0" fmla="*/ 145428 w 152844"/>
                <a:gd name="connsiteY0" fmla="*/ 11762 h 210454"/>
                <a:gd name="connsiteX1" fmla="*/ 38759 w 152844"/>
                <a:gd name="connsiteY1" fmla="*/ 209790 h 210454"/>
                <a:gd name="connsiteX2" fmla="*/ 27704 w 152844"/>
                <a:gd name="connsiteY2" fmla="*/ 78089 h 210454"/>
                <a:gd name="connsiteX3" fmla="*/ 145428 w 152844"/>
                <a:gd name="connsiteY3" fmla="*/ 11762 h 210454"/>
              </a:gdLst>
              <a:ahLst/>
              <a:cxnLst>
                <a:cxn ang="0">
                  <a:pos x="connsiteX0" y="connsiteY0"/>
                </a:cxn>
                <a:cxn ang="0">
                  <a:pos x="connsiteX1" y="connsiteY1"/>
                </a:cxn>
                <a:cxn ang="0">
                  <a:pos x="connsiteX2" y="connsiteY2"/>
                </a:cxn>
                <a:cxn ang="0">
                  <a:pos x="connsiteX3" y="connsiteY3"/>
                </a:cxn>
              </a:cxnLst>
              <a:rect l="l" t="t" r="r" b="b"/>
              <a:pathLst>
                <a:path w="152844" h="210454">
                  <a:moveTo>
                    <a:pt x="145428" y="11762"/>
                  </a:moveTo>
                  <a:cubicBezTo>
                    <a:pt x="177703" y="76501"/>
                    <a:pt x="89076" y="219320"/>
                    <a:pt x="38759" y="209790"/>
                  </a:cubicBezTo>
                  <a:cubicBezTo>
                    <a:pt x="-11559" y="200261"/>
                    <a:pt x="-11622" y="144416"/>
                    <a:pt x="27704" y="78089"/>
                  </a:cubicBezTo>
                  <a:cubicBezTo>
                    <a:pt x="67030" y="11762"/>
                    <a:pt x="130117" y="-18987"/>
                    <a:pt x="145428" y="11762"/>
                  </a:cubicBezTo>
                  <a:close/>
                </a:path>
              </a:pathLst>
            </a:custGeom>
            <a:solidFill>
              <a:srgbClr val="971D05"/>
            </a:solidFill>
            <a:ln w="6346" cap="flat">
              <a:noFill/>
              <a:prstDash val="solid"/>
              <a:miter/>
            </a:ln>
          </p:spPr>
          <p:txBody>
            <a:bodyPr rtlCol="0" anchor="ctr"/>
            <a:lstStyle/>
            <a:p>
              <a:endParaRPr lang="zh-CN" altLang="en-US"/>
            </a:p>
          </p:txBody>
        </p:sp>
        <p:sp>
          <p:nvSpPr>
            <p:cNvPr id="63" name="任意多边形 12">
              <a:extLst>
                <a:ext uri="{FF2B5EF4-FFF2-40B4-BE49-F238E27FC236}">
                  <a16:creationId xmlns:a16="http://schemas.microsoft.com/office/drawing/2014/main" id="{5F77973C-4972-43B7-892C-703EE1175A54}"/>
                </a:ext>
              </a:extLst>
            </p:cNvPr>
            <p:cNvSpPr/>
            <p:nvPr/>
          </p:nvSpPr>
          <p:spPr>
            <a:xfrm>
              <a:off x="3612370" y="4281731"/>
              <a:ext cx="915035" cy="627652"/>
            </a:xfrm>
            <a:custGeom>
              <a:avLst/>
              <a:gdLst>
                <a:gd name="connsiteX0" fmla="*/ 797158 w 808176"/>
                <a:gd name="connsiteY0" fmla="*/ 72207 h 554354"/>
                <a:gd name="connsiteX1" fmla="*/ 561011 w 808176"/>
                <a:gd name="connsiteY1" fmla="*/ 325698 h 554354"/>
                <a:gd name="connsiteX2" fmla="*/ 47611 w 808176"/>
                <a:gd name="connsiteY2" fmla="*/ 553523 h 554354"/>
                <a:gd name="connsiteX3" fmla="*/ 47611 w 808176"/>
                <a:gd name="connsiteY3" fmla="*/ 451110 h 554354"/>
                <a:gd name="connsiteX4" fmla="*/ 496844 w 808176"/>
                <a:gd name="connsiteY4" fmla="*/ 243743 h 554354"/>
                <a:gd name="connsiteX5" fmla="*/ 650844 w 808176"/>
                <a:gd name="connsiteY5" fmla="*/ 90123 h 554354"/>
                <a:gd name="connsiteX6" fmla="*/ 699637 w 808176"/>
                <a:gd name="connsiteY6" fmla="*/ 36375 h 554354"/>
                <a:gd name="connsiteX7" fmla="*/ 709866 w 808176"/>
                <a:gd name="connsiteY7" fmla="*/ 18459 h 554354"/>
                <a:gd name="connsiteX8" fmla="*/ 709866 w 808176"/>
                <a:gd name="connsiteY8" fmla="*/ 21000 h 554354"/>
                <a:gd name="connsiteX9" fmla="*/ 797158 w 808176"/>
                <a:gd name="connsiteY9" fmla="*/ 72207 h 55435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808176" h="554354">
                  <a:moveTo>
                    <a:pt x="797158" y="72207"/>
                  </a:moveTo>
                  <a:cubicBezTo>
                    <a:pt x="727280" y="164525"/>
                    <a:pt x="648151" y="249460"/>
                    <a:pt x="561011" y="325698"/>
                  </a:cubicBezTo>
                  <a:cubicBezTo>
                    <a:pt x="422385" y="446027"/>
                    <a:pt x="242717" y="563752"/>
                    <a:pt x="47611" y="553523"/>
                  </a:cubicBezTo>
                  <a:cubicBezTo>
                    <a:pt x="-16556" y="548377"/>
                    <a:pt x="-16556" y="446027"/>
                    <a:pt x="47611" y="451110"/>
                  </a:cubicBezTo>
                  <a:cubicBezTo>
                    <a:pt x="219591" y="461339"/>
                    <a:pt x="376197" y="351302"/>
                    <a:pt x="496844" y="243743"/>
                  </a:cubicBezTo>
                  <a:cubicBezTo>
                    <a:pt x="553323" y="197682"/>
                    <a:pt x="602052" y="143871"/>
                    <a:pt x="650844" y="90123"/>
                  </a:cubicBezTo>
                  <a:cubicBezTo>
                    <a:pt x="668824" y="72207"/>
                    <a:pt x="684199" y="54291"/>
                    <a:pt x="699637" y="36375"/>
                  </a:cubicBezTo>
                  <a:cubicBezTo>
                    <a:pt x="703589" y="30727"/>
                    <a:pt x="707013" y="24730"/>
                    <a:pt x="709866" y="18459"/>
                  </a:cubicBezTo>
                  <a:cubicBezTo>
                    <a:pt x="717553" y="10772"/>
                    <a:pt x="702178" y="31165"/>
                    <a:pt x="709866" y="21000"/>
                  </a:cubicBezTo>
                  <a:cubicBezTo>
                    <a:pt x="748366" y="-30206"/>
                    <a:pt x="838199" y="21000"/>
                    <a:pt x="797158" y="72207"/>
                  </a:cubicBezTo>
                  <a:close/>
                </a:path>
              </a:pathLst>
            </a:custGeom>
            <a:solidFill>
              <a:srgbClr val="FED0D6"/>
            </a:solidFill>
            <a:ln w="6346" cap="flat">
              <a:noFill/>
              <a:prstDash val="solid"/>
              <a:miter/>
            </a:ln>
          </p:spPr>
          <p:txBody>
            <a:bodyPr rtlCol="0" anchor="ctr"/>
            <a:lstStyle/>
            <a:p>
              <a:endParaRPr lang="zh-CN" altLang="en-US"/>
            </a:p>
          </p:txBody>
        </p:sp>
        <p:sp>
          <p:nvSpPr>
            <p:cNvPr id="64" name="任意多边形 13">
              <a:extLst>
                <a:ext uri="{FF2B5EF4-FFF2-40B4-BE49-F238E27FC236}">
                  <a16:creationId xmlns:a16="http://schemas.microsoft.com/office/drawing/2014/main" id="{5F97ED1C-B9A5-4670-A46B-0282E3B8A51E}"/>
                </a:ext>
              </a:extLst>
            </p:cNvPr>
            <p:cNvSpPr/>
            <p:nvPr/>
          </p:nvSpPr>
          <p:spPr>
            <a:xfrm>
              <a:off x="5248839" y="3957542"/>
              <a:ext cx="415701" cy="712692"/>
            </a:xfrm>
            <a:custGeom>
              <a:avLst/>
              <a:gdLst>
                <a:gd name="connsiteX0" fmla="*/ 90290 w 367155"/>
                <a:gd name="connsiteY0" fmla="*/ 275691 h 629463"/>
                <a:gd name="connsiteX1" fmla="*/ 229361 w 367155"/>
                <a:gd name="connsiteY1" fmla="*/ 451738 h 629463"/>
                <a:gd name="connsiteX2" fmla="*/ 246959 w 367155"/>
                <a:gd name="connsiteY2" fmla="*/ 471877 h 629463"/>
                <a:gd name="connsiteX3" fmla="*/ 201979 w 367155"/>
                <a:gd name="connsiteY3" fmla="*/ 211016 h 629463"/>
                <a:gd name="connsiteX4" fmla="*/ 194292 w 367155"/>
                <a:gd name="connsiteY4" fmla="*/ 113241 h 629463"/>
                <a:gd name="connsiteX5" fmla="*/ 298420 w 367155"/>
                <a:gd name="connsiteY5" fmla="*/ 6952 h 629463"/>
                <a:gd name="connsiteX6" fmla="*/ 340732 w 367155"/>
                <a:gd name="connsiteY6" fmla="*/ 100280 h 629463"/>
                <a:gd name="connsiteX7" fmla="*/ 314748 w 367155"/>
                <a:gd name="connsiteY7" fmla="*/ 117624 h 629463"/>
                <a:gd name="connsiteX8" fmla="*/ 294544 w 367155"/>
                <a:gd name="connsiteY8" fmla="*/ 135286 h 629463"/>
                <a:gd name="connsiteX9" fmla="*/ 296006 w 367155"/>
                <a:gd name="connsiteY9" fmla="*/ 157077 h 629463"/>
                <a:gd name="connsiteX10" fmla="*/ 320402 w 367155"/>
                <a:gd name="connsiteY10" fmla="*/ 297927 h 629463"/>
                <a:gd name="connsiteX11" fmla="*/ 354518 w 367155"/>
                <a:gd name="connsiteY11" fmla="*/ 572194 h 629463"/>
                <a:gd name="connsiteX12" fmla="*/ 268560 w 367155"/>
                <a:gd name="connsiteY12" fmla="*/ 625243 h 629463"/>
                <a:gd name="connsiteX13" fmla="*/ 170785 w 367155"/>
                <a:gd name="connsiteY13" fmla="*/ 540237 h 629463"/>
                <a:gd name="connsiteX14" fmla="*/ 9668 w 367155"/>
                <a:gd name="connsiteY14" fmla="*/ 340176 h 629463"/>
                <a:gd name="connsiteX15" fmla="*/ 90290 w 367155"/>
                <a:gd name="connsiteY15" fmla="*/ 275437 h 62946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67155" h="629463">
                  <a:moveTo>
                    <a:pt x="90290" y="275691"/>
                  </a:moveTo>
                  <a:cubicBezTo>
                    <a:pt x="134762" y="336999"/>
                    <a:pt x="181013" y="394877"/>
                    <a:pt x="229361" y="451738"/>
                  </a:cubicBezTo>
                  <a:cubicBezTo>
                    <a:pt x="235714" y="459997"/>
                    <a:pt x="241432" y="465969"/>
                    <a:pt x="246959" y="471877"/>
                  </a:cubicBezTo>
                  <a:cubicBezTo>
                    <a:pt x="235460" y="384267"/>
                    <a:pt x="213478" y="298626"/>
                    <a:pt x="201979" y="211016"/>
                  </a:cubicBezTo>
                  <a:cubicBezTo>
                    <a:pt x="196325" y="179822"/>
                    <a:pt x="189273" y="146277"/>
                    <a:pt x="194292" y="113241"/>
                  </a:cubicBezTo>
                  <a:cubicBezTo>
                    <a:pt x="199692" y="62923"/>
                    <a:pt x="258395" y="30649"/>
                    <a:pt x="298420" y="6952"/>
                  </a:cubicBezTo>
                  <a:cubicBezTo>
                    <a:pt x="353692" y="-26593"/>
                    <a:pt x="396068" y="66735"/>
                    <a:pt x="340732" y="100280"/>
                  </a:cubicBezTo>
                  <a:cubicBezTo>
                    <a:pt x="351342" y="92593"/>
                    <a:pt x="319449" y="115528"/>
                    <a:pt x="314748" y="117624"/>
                  </a:cubicBezTo>
                  <a:cubicBezTo>
                    <a:pt x="304138" y="125311"/>
                    <a:pt x="296705" y="139924"/>
                    <a:pt x="294544" y="135286"/>
                  </a:cubicBezTo>
                  <a:cubicBezTo>
                    <a:pt x="294544" y="141004"/>
                    <a:pt x="296451" y="145642"/>
                    <a:pt x="296006" y="157077"/>
                  </a:cubicBezTo>
                  <a:cubicBezTo>
                    <a:pt x="303375" y="204409"/>
                    <a:pt x="310682" y="251740"/>
                    <a:pt x="320402" y="297927"/>
                  </a:cubicBezTo>
                  <a:cubicBezTo>
                    <a:pt x="335523" y="381090"/>
                    <a:pt x="369321" y="486744"/>
                    <a:pt x="354518" y="572194"/>
                  </a:cubicBezTo>
                  <a:cubicBezTo>
                    <a:pt x="348165" y="614442"/>
                    <a:pt x="311698" y="639474"/>
                    <a:pt x="268560" y="625243"/>
                  </a:cubicBezTo>
                  <a:cubicBezTo>
                    <a:pt x="230124" y="608915"/>
                    <a:pt x="198358" y="569906"/>
                    <a:pt x="170785" y="540237"/>
                  </a:cubicBezTo>
                  <a:cubicBezTo>
                    <a:pt x="113695" y="476343"/>
                    <a:pt x="59922" y="409571"/>
                    <a:pt x="9668" y="340176"/>
                  </a:cubicBezTo>
                  <a:cubicBezTo>
                    <a:pt x="-28451" y="287127"/>
                    <a:pt x="49821" y="223468"/>
                    <a:pt x="90290" y="275437"/>
                  </a:cubicBezTo>
                  <a:close/>
                </a:path>
              </a:pathLst>
            </a:custGeom>
            <a:solidFill>
              <a:srgbClr val="FED0D6"/>
            </a:solidFill>
            <a:ln w="6346" cap="flat">
              <a:noFill/>
              <a:prstDash val="solid"/>
              <a:miter/>
            </a:ln>
          </p:spPr>
          <p:txBody>
            <a:bodyPr rtlCol="0" anchor="ctr"/>
            <a:lstStyle/>
            <a:p>
              <a:endParaRPr lang="zh-CN" altLang="en-US"/>
            </a:p>
          </p:txBody>
        </p:sp>
        <p:sp>
          <p:nvSpPr>
            <p:cNvPr id="65" name="任意多边形 14">
              <a:extLst>
                <a:ext uri="{FF2B5EF4-FFF2-40B4-BE49-F238E27FC236}">
                  <a16:creationId xmlns:a16="http://schemas.microsoft.com/office/drawing/2014/main" id="{ACE1B254-BAB8-4DF9-964C-9B20E6A5DB3E}"/>
                </a:ext>
              </a:extLst>
            </p:cNvPr>
            <p:cNvSpPr/>
            <p:nvPr/>
          </p:nvSpPr>
          <p:spPr>
            <a:xfrm>
              <a:off x="4494869" y="4089375"/>
              <a:ext cx="731188" cy="915335"/>
            </a:xfrm>
            <a:custGeom>
              <a:avLst/>
              <a:gdLst>
                <a:gd name="connsiteX0" fmla="*/ -514 w 645799"/>
                <a:gd name="connsiteY0" fmla="*/ 61416 h 808441"/>
                <a:gd name="connsiteX1" fmla="*/ 219877 w 645799"/>
                <a:gd name="connsiteY1" fmla="*/ -210 h 808441"/>
                <a:gd name="connsiteX2" fmla="*/ 333662 w 645799"/>
                <a:gd name="connsiteY2" fmla="*/ 71263 h 808441"/>
                <a:gd name="connsiteX3" fmla="*/ 441666 w 645799"/>
                <a:gd name="connsiteY3" fmla="*/ -210 h 808441"/>
                <a:gd name="connsiteX4" fmla="*/ 481564 w 645799"/>
                <a:gd name="connsiteY4" fmla="*/ 3475 h 808441"/>
                <a:gd name="connsiteX5" fmla="*/ 625527 w 645799"/>
                <a:gd name="connsiteY5" fmla="*/ 23360 h 808441"/>
                <a:gd name="connsiteX6" fmla="*/ 637598 w 645799"/>
                <a:gd name="connsiteY6" fmla="*/ 333459 h 808441"/>
                <a:gd name="connsiteX7" fmla="*/ 645285 w 645799"/>
                <a:gd name="connsiteY7" fmla="*/ 792920 h 808441"/>
                <a:gd name="connsiteX8" fmla="*/ 384488 w 645799"/>
                <a:gd name="connsiteY8" fmla="*/ 808231 h 808441"/>
                <a:gd name="connsiteX9" fmla="*/ 20006 w 645799"/>
                <a:gd name="connsiteY9" fmla="*/ 792920 h 808441"/>
                <a:gd name="connsiteX10" fmla="*/ 27694 w 645799"/>
                <a:gd name="connsiteY10" fmla="*/ 333459 h 808441"/>
                <a:gd name="connsiteX11" fmla="*/ -514 w 645799"/>
                <a:gd name="connsiteY11" fmla="*/ 61416 h 80844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645799" h="808441">
                  <a:moveTo>
                    <a:pt x="-514" y="61416"/>
                  </a:moveTo>
                  <a:lnTo>
                    <a:pt x="219877" y="-210"/>
                  </a:lnTo>
                  <a:cubicBezTo>
                    <a:pt x="235252" y="69103"/>
                    <a:pt x="308250" y="71263"/>
                    <a:pt x="333662" y="71263"/>
                  </a:cubicBezTo>
                  <a:cubicBezTo>
                    <a:pt x="365428" y="71263"/>
                    <a:pt x="426292" y="69103"/>
                    <a:pt x="441666" y="-210"/>
                  </a:cubicBezTo>
                  <a:lnTo>
                    <a:pt x="481564" y="3475"/>
                  </a:lnTo>
                  <a:cubicBezTo>
                    <a:pt x="594142" y="14085"/>
                    <a:pt x="625527" y="23360"/>
                    <a:pt x="625527" y="23360"/>
                  </a:cubicBezTo>
                  <a:cubicBezTo>
                    <a:pt x="597382" y="336508"/>
                    <a:pt x="658436" y="258428"/>
                    <a:pt x="637598" y="333459"/>
                  </a:cubicBezTo>
                  <a:cubicBezTo>
                    <a:pt x="581436" y="535045"/>
                    <a:pt x="645285" y="792920"/>
                    <a:pt x="645285" y="792920"/>
                  </a:cubicBezTo>
                  <a:cubicBezTo>
                    <a:pt x="543317" y="808231"/>
                    <a:pt x="455770" y="808231"/>
                    <a:pt x="384488" y="808231"/>
                  </a:cubicBezTo>
                  <a:cubicBezTo>
                    <a:pt x="17401" y="808231"/>
                    <a:pt x="20006" y="792920"/>
                    <a:pt x="20006" y="792920"/>
                  </a:cubicBezTo>
                  <a:cubicBezTo>
                    <a:pt x="20006" y="792920"/>
                    <a:pt x="85889" y="477866"/>
                    <a:pt x="27694" y="333459"/>
                  </a:cubicBezTo>
                  <a:cubicBezTo>
                    <a:pt x="2281" y="269927"/>
                    <a:pt x="-514" y="61416"/>
                    <a:pt x="-514" y="61416"/>
                  </a:cubicBezTo>
                  <a:close/>
                </a:path>
              </a:pathLst>
            </a:custGeom>
            <a:solidFill>
              <a:srgbClr val="BE5ED3"/>
            </a:solidFill>
            <a:ln w="6346" cap="flat">
              <a:noFill/>
              <a:prstDash val="solid"/>
              <a:miter/>
            </a:ln>
          </p:spPr>
          <p:txBody>
            <a:bodyPr rtlCol="0" anchor="ctr"/>
            <a:lstStyle/>
            <a:p>
              <a:endParaRPr lang="zh-CN" altLang="en-US"/>
            </a:p>
          </p:txBody>
        </p:sp>
        <p:sp>
          <p:nvSpPr>
            <p:cNvPr id="67" name="任意多边形 15">
              <a:extLst>
                <a:ext uri="{FF2B5EF4-FFF2-40B4-BE49-F238E27FC236}">
                  <a16:creationId xmlns:a16="http://schemas.microsoft.com/office/drawing/2014/main" id="{8A81B763-AE69-42EF-98BB-C444577B69FA}"/>
                </a:ext>
              </a:extLst>
            </p:cNvPr>
            <p:cNvSpPr/>
            <p:nvPr/>
          </p:nvSpPr>
          <p:spPr>
            <a:xfrm>
              <a:off x="4736560" y="4414867"/>
              <a:ext cx="302114" cy="302114"/>
            </a:xfrm>
            <a:custGeom>
              <a:avLst/>
              <a:gdLst>
                <a:gd name="connsiteX0" fmla="*/ 266833 w 266833"/>
                <a:gd name="connsiteY0" fmla="*/ 133417 h 266833"/>
                <a:gd name="connsiteX1" fmla="*/ 133417 w 266833"/>
                <a:gd name="connsiteY1" fmla="*/ 266833 h 266833"/>
                <a:gd name="connsiteX2" fmla="*/ 0 w 266833"/>
                <a:gd name="connsiteY2" fmla="*/ 133417 h 266833"/>
                <a:gd name="connsiteX3" fmla="*/ 133417 w 266833"/>
                <a:gd name="connsiteY3" fmla="*/ 0 h 266833"/>
                <a:gd name="connsiteX4" fmla="*/ 266833 w 266833"/>
                <a:gd name="connsiteY4" fmla="*/ 133417 h 26683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66833" h="266833">
                  <a:moveTo>
                    <a:pt x="266833" y="133417"/>
                  </a:moveTo>
                  <a:cubicBezTo>
                    <a:pt x="266833" y="207101"/>
                    <a:pt x="207101" y="266833"/>
                    <a:pt x="133417" y="266833"/>
                  </a:cubicBezTo>
                  <a:cubicBezTo>
                    <a:pt x="59733" y="266833"/>
                    <a:pt x="0" y="207101"/>
                    <a:pt x="0" y="133417"/>
                  </a:cubicBezTo>
                  <a:cubicBezTo>
                    <a:pt x="0" y="59733"/>
                    <a:pt x="59733" y="0"/>
                    <a:pt x="133417" y="0"/>
                  </a:cubicBezTo>
                  <a:cubicBezTo>
                    <a:pt x="207101" y="0"/>
                    <a:pt x="266833" y="59733"/>
                    <a:pt x="266833" y="133417"/>
                  </a:cubicBezTo>
                  <a:close/>
                </a:path>
              </a:pathLst>
            </a:custGeom>
            <a:solidFill>
              <a:srgbClr val="FFC545"/>
            </a:solidFill>
            <a:ln w="6346" cap="flat">
              <a:noFill/>
              <a:prstDash val="solid"/>
              <a:miter/>
            </a:ln>
          </p:spPr>
          <p:txBody>
            <a:bodyPr rtlCol="0" anchor="ctr"/>
            <a:lstStyle/>
            <a:p>
              <a:endParaRPr lang="zh-CN" altLang="en-US"/>
            </a:p>
          </p:txBody>
        </p:sp>
        <p:sp>
          <p:nvSpPr>
            <p:cNvPr id="68" name="任意多边形 16">
              <a:extLst>
                <a:ext uri="{FF2B5EF4-FFF2-40B4-BE49-F238E27FC236}">
                  <a16:creationId xmlns:a16="http://schemas.microsoft.com/office/drawing/2014/main" id="{EA089B2E-E99E-4943-A7D6-3A29C880001B}"/>
                </a:ext>
              </a:extLst>
            </p:cNvPr>
            <p:cNvSpPr/>
            <p:nvPr/>
          </p:nvSpPr>
          <p:spPr>
            <a:xfrm>
              <a:off x="4808492" y="4501185"/>
              <a:ext cx="28772" cy="57545"/>
            </a:xfrm>
            <a:custGeom>
              <a:avLst/>
              <a:gdLst>
                <a:gd name="connsiteX0" fmla="*/ 25413 w 25412"/>
                <a:gd name="connsiteY0" fmla="*/ 25413 h 50825"/>
                <a:gd name="connsiteX1" fmla="*/ 12706 w 25412"/>
                <a:gd name="connsiteY1" fmla="*/ 50825 h 50825"/>
                <a:gd name="connsiteX2" fmla="*/ 0 w 25412"/>
                <a:gd name="connsiteY2" fmla="*/ 25413 h 50825"/>
                <a:gd name="connsiteX3" fmla="*/ 12706 w 25412"/>
                <a:gd name="connsiteY3" fmla="*/ 0 h 50825"/>
                <a:gd name="connsiteX4" fmla="*/ 25413 w 25412"/>
                <a:gd name="connsiteY4" fmla="*/ 25413 h 508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5412" h="50825">
                  <a:moveTo>
                    <a:pt x="25413" y="25413"/>
                  </a:moveTo>
                  <a:cubicBezTo>
                    <a:pt x="25413" y="39448"/>
                    <a:pt x="19724" y="50825"/>
                    <a:pt x="12706" y="50825"/>
                  </a:cubicBezTo>
                  <a:cubicBezTo>
                    <a:pt x="5689" y="50825"/>
                    <a:pt x="0" y="39448"/>
                    <a:pt x="0" y="25413"/>
                  </a:cubicBezTo>
                  <a:cubicBezTo>
                    <a:pt x="0" y="11378"/>
                    <a:pt x="5689" y="0"/>
                    <a:pt x="12706" y="0"/>
                  </a:cubicBezTo>
                  <a:cubicBezTo>
                    <a:pt x="19724" y="0"/>
                    <a:pt x="25413" y="11378"/>
                    <a:pt x="25413" y="25413"/>
                  </a:cubicBezTo>
                  <a:close/>
                </a:path>
              </a:pathLst>
            </a:custGeom>
            <a:solidFill>
              <a:srgbClr val="00002B"/>
            </a:solidFill>
            <a:ln w="6346" cap="flat">
              <a:noFill/>
              <a:prstDash val="solid"/>
              <a:miter/>
            </a:ln>
          </p:spPr>
          <p:txBody>
            <a:bodyPr rtlCol="0" anchor="ctr"/>
            <a:lstStyle/>
            <a:p>
              <a:endParaRPr lang="zh-CN" altLang="en-US"/>
            </a:p>
          </p:txBody>
        </p:sp>
        <p:sp>
          <p:nvSpPr>
            <p:cNvPr id="69" name="任意多边形 17">
              <a:extLst>
                <a:ext uri="{FF2B5EF4-FFF2-40B4-BE49-F238E27FC236}">
                  <a16:creationId xmlns:a16="http://schemas.microsoft.com/office/drawing/2014/main" id="{2F83541F-E873-4B71-AAA4-C53AD96A984E}"/>
                </a:ext>
              </a:extLst>
            </p:cNvPr>
            <p:cNvSpPr/>
            <p:nvPr/>
          </p:nvSpPr>
          <p:spPr>
            <a:xfrm>
              <a:off x="4937970" y="4501185"/>
              <a:ext cx="28772" cy="57545"/>
            </a:xfrm>
            <a:custGeom>
              <a:avLst/>
              <a:gdLst>
                <a:gd name="connsiteX0" fmla="*/ 25413 w 25412"/>
                <a:gd name="connsiteY0" fmla="*/ 25413 h 50825"/>
                <a:gd name="connsiteX1" fmla="*/ 12706 w 25412"/>
                <a:gd name="connsiteY1" fmla="*/ 50825 h 50825"/>
                <a:gd name="connsiteX2" fmla="*/ 0 w 25412"/>
                <a:gd name="connsiteY2" fmla="*/ 25413 h 50825"/>
                <a:gd name="connsiteX3" fmla="*/ 12706 w 25412"/>
                <a:gd name="connsiteY3" fmla="*/ 0 h 50825"/>
                <a:gd name="connsiteX4" fmla="*/ 25413 w 25412"/>
                <a:gd name="connsiteY4" fmla="*/ 25413 h 508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5412" h="50825">
                  <a:moveTo>
                    <a:pt x="25413" y="25413"/>
                  </a:moveTo>
                  <a:cubicBezTo>
                    <a:pt x="25413" y="39448"/>
                    <a:pt x="19724" y="50825"/>
                    <a:pt x="12706" y="50825"/>
                  </a:cubicBezTo>
                  <a:cubicBezTo>
                    <a:pt x="5689" y="50825"/>
                    <a:pt x="0" y="39448"/>
                    <a:pt x="0" y="25413"/>
                  </a:cubicBezTo>
                  <a:cubicBezTo>
                    <a:pt x="0" y="11378"/>
                    <a:pt x="5689" y="0"/>
                    <a:pt x="12706" y="0"/>
                  </a:cubicBezTo>
                  <a:cubicBezTo>
                    <a:pt x="19724" y="0"/>
                    <a:pt x="25413" y="11378"/>
                    <a:pt x="25413" y="25413"/>
                  </a:cubicBezTo>
                  <a:close/>
                </a:path>
              </a:pathLst>
            </a:custGeom>
            <a:solidFill>
              <a:srgbClr val="00002B"/>
            </a:solidFill>
            <a:ln w="6346" cap="flat">
              <a:noFill/>
              <a:prstDash val="solid"/>
              <a:miter/>
            </a:ln>
          </p:spPr>
          <p:txBody>
            <a:bodyPr rtlCol="0" anchor="ctr"/>
            <a:lstStyle/>
            <a:p>
              <a:endParaRPr lang="zh-CN" altLang="en-US"/>
            </a:p>
          </p:txBody>
        </p:sp>
        <p:sp>
          <p:nvSpPr>
            <p:cNvPr id="70" name="任意多边形 18">
              <a:extLst>
                <a:ext uri="{FF2B5EF4-FFF2-40B4-BE49-F238E27FC236}">
                  <a16:creationId xmlns:a16="http://schemas.microsoft.com/office/drawing/2014/main" id="{69B42959-025E-4BDD-8432-25361BF02203}"/>
                </a:ext>
              </a:extLst>
            </p:cNvPr>
            <p:cNvSpPr/>
            <p:nvPr/>
          </p:nvSpPr>
          <p:spPr>
            <a:xfrm>
              <a:off x="4809355" y="4601890"/>
              <a:ext cx="156524" cy="64640"/>
            </a:xfrm>
            <a:custGeom>
              <a:avLst/>
              <a:gdLst>
                <a:gd name="connsiteX0" fmla="*/ -514 w 138245"/>
                <a:gd name="connsiteY0" fmla="*/ -210 h 57091"/>
                <a:gd name="connsiteX1" fmla="*/ 81924 w 138245"/>
                <a:gd name="connsiteY1" fmla="*/ 55596 h 57091"/>
                <a:gd name="connsiteX2" fmla="*/ 137731 w 138245"/>
                <a:gd name="connsiteY2" fmla="*/ -210 h 57091"/>
              </a:gdLst>
              <a:ahLst/>
              <a:cxnLst>
                <a:cxn ang="0">
                  <a:pos x="connsiteX0" y="connsiteY0"/>
                </a:cxn>
                <a:cxn ang="0">
                  <a:pos x="connsiteX1" y="connsiteY1"/>
                </a:cxn>
                <a:cxn ang="0">
                  <a:pos x="connsiteX2" y="connsiteY2"/>
                </a:cxn>
              </a:cxnLst>
              <a:rect l="l" t="t" r="r" b="b"/>
              <a:pathLst>
                <a:path w="138245" h="57091">
                  <a:moveTo>
                    <a:pt x="-514" y="-210"/>
                  </a:moveTo>
                  <a:cubicBezTo>
                    <a:pt x="6836" y="37966"/>
                    <a:pt x="43748" y="62953"/>
                    <a:pt x="81924" y="55596"/>
                  </a:cubicBezTo>
                  <a:cubicBezTo>
                    <a:pt x="110183" y="50152"/>
                    <a:pt x="132286" y="28055"/>
                    <a:pt x="137731" y="-210"/>
                  </a:cubicBezTo>
                  <a:close/>
                </a:path>
              </a:pathLst>
            </a:custGeom>
            <a:solidFill>
              <a:srgbClr val="E27AA5"/>
            </a:solidFill>
            <a:ln w="6346" cap="flat">
              <a:noFill/>
              <a:prstDash val="solid"/>
              <a:miter/>
            </a:ln>
          </p:spPr>
          <p:txBody>
            <a:bodyPr rtlCol="0" anchor="ctr"/>
            <a:lstStyle/>
            <a:p>
              <a:endParaRPr lang="zh-CN" altLang="en-US"/>
            </a:p>
          </p:txBody>
        </p:sp>
        <p:sp>
          <p:nvSpPr>
            <p:cNvPr id="71" name="任意多边形 19">
              <a:extLst>
                <a:ext uri="{FF2B5EF4-FFF2-40B4-BE49-F238E27FC236}">
                  <a16:creationId xmlns:a16="http://schemas.microsoft.com/office/drawing/2014/main" id="{FC60D626-4A3E-4AF7-AB3D-83E044B0F0A1}"/>
                </a:ext>
              </a:extLst>
            </p:cNvPr>
            <p:cNvSpPr/>
            <p:nvPr/>
          </p:nvSpPr>
          <p:spPr>
            <a:xfrm>
              <a:off x="4509837" y="4987374"/>
              <a:ext cx="724245" cy="307437"/>
            </a:xfrm>
            <a:custGeom>
              <a:avLst/>
              <a:gdLst>
                <a:gd name="connsiteX0" fmla="*/ 6214 w 639667"/>
                <a:gd name="connsiteY0" fmla="*/ -210 h 271534"/>
                <a:gd name="connsiteX1" fmla="*/ 632637 w 639667"/>
                <a:gd name="connsiteY1" fmla="*/ -210 h 271534"/>
                <a:gd name="connsiteX2" fmla="*/ 537657 w 639667"/>
                <a:gd name="connsiteY2" fmla="*/ 271325 h 271534"/>
                <a:gd name="connsiteX3" fmla="*/ 101194 w 639667"/>
                <a:gd name="connsiteY3" fmla="*/ 271325 h 271534"/>
                <a:gd name="connsiteX4" fmla="*/ 5897 w 639667"/>
                <a:gd name="connsiteY4" fmla="*/ -210 h 27153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39667" h="271534">
                  <a:moveTo>
                    <a:pt x="6214" y="-210"/>
                  </a:moveTo>
                  <a:cubicBezTo>
                    <a:pt x="295029" y="15101"/>
                    <a:pt x="632637" y="-210"/>
                    <a:pt x="632637" y="-210"/>
                  </a:cubicBezTo>
                  <a:cubicBezTo>
                    <a:pt x="632637" y="-210"/>
                    <a:pt x="676283" y="271325"/>
                    <a:pt x="537657" y="271325"/>
                  </a:cubicBezTo>
                  <a:lnTo>
                    <a:pt x="101194" y="271325"/>
                  </a:lnTo>
                  <a:cubicBezTo>
                    <a:pt x="-37432" y="271325"/>
                    <a:pt x="5897" y="-210"/>
                    <a:pt x="5897" y="-210"/>
                  </a:cubicBezTo>
                  <a:close/>
                </a:path>
              </a:pathLst>
            </a:custGeom>
            <a:solidFill>
              <a:srgbClr val="00002B"/>
            </a:solidFill>
            <a:ln w="6346" cap="flat">
              <a:noFill/>
              <a:prstDash val="solid"/>
              <a:miter/>
            </a:ln>
          </p:spPr>
          <p:txBody>
            <a:bodyPr rtlCol="0" anchor="ctr"/>
            <a:lstStyle/>
            <a:p>
              <a:endParaRPr lang="zh-CN" altLang="en-US"/>
            </a:p>
          </p:txBody>
        </p:sp>
        <p:sp>
          <p:nvSpPr>
            <p:cNvPr id="72" name="任意多边形 20">
              <a:extLst>
                <a:ext uri="{FF2B5EF4-FFF2-40B4-BE49-F238E27FC236}">
                  <a16:creationId xmlns:a16="http://schemas.microsoft.com/office/drawing/2014/main" id="{AC50372B-2677-43D5-B5D9-7249E2E83EB3}"/>
                </a:ext>
              </a:extLst>
            </p:cNvPr>
            <p:cNvSpPr/>
            <p:nvPr/>
          </p:nvSpPr>
          <p:spPr>
            <a:xfrm>
              <a:off x="5524719" y="5246473"/>
              <a:ext cx="230304" cy="183920"/>
            </a:xfrm>
            <a:custGeom>
              <a:avLst/>
              <a:gdLst>
                <a:gd name="connsiteX0" fmla="*/ 27630 w 203409"/>
                <a:gd name="connsiteY0" fmla="*/ -210 h 162442"/>
                <a:gd name="connsiteX1" fmla="*/ 202787 w 203409"/>
                <a:gd name="connsiteY1" fmla="*/ 97057 h 162442"/>
                <a:gd name="connsiteX2" fmla="*/ -514 w 203409"/>
                <a:gd name="connsiteY2" fmla="*/ 161034 h 162442"/>
                <a:gd name="connsiteX3" fmla="*/ 27630 w 203409"/>
                <a:gd name="connsiteY3" fmla="*/ -210 h 162442"/>
              </a:gdLst>
              <a:ahLst/>
              <a:cxnLst>
                <a:cxn ang="0">
                  <a:pos x="connsiteX0" y="connsiteY0"/>
                </a:cxn>
                <a:cxn ang="0">
                  <a:pos x="connsiteX1" y="connsiteY1"/>
                </a:cxn>
                <a:cxn ang="0">
                  <a:pos x="connsiteX2" y="connsiteY2"/>
                </a:cxn>
                <a:cxn ang="0">
                  <a:pos x="connsiteX3" y="connsiteY3"/>
                </a:cxn>
              </a:cxnLst>
              <a:rect l="l" t="t" r="r" b="b"/>
              <a:pathLst>
                <a:path w="203409" h="162442">
                  <a:moveTo>
                    <a:pt x="27630" y="-210"/>
                  </a:moveTo>
                  <a:cubicBezTo>
                    <a:pt x="27630" y="-210"/>
                    <a:pt x="207933" y="20247"/>
                    <a:pt x="202787" y="97057"/>
                  </a:cubicBezTo>
                  <a:cubicBezTo>
                    <a:pt x="200246" y="176408"/>
                    <a:pt x="-514" y="161034"/>
                    <a:pt x="-514" y="161034"/>
                  </a:cubicBezTo>
                  <a:lnTo>
                    <a:pt x="27630" y="-210"/>
                  </a:lnTo>
                  <a:close/>
                </a:path>
              </a:pathLst>
            </a:custGeom>
            <a:solidFill>
              <a:srgbClr val="00002B"/>
            </a:solidFill>
            <a:ln w="6346" cap="flat">
              <a:noFill/>
              <a:prstDash val="solid"/>
              <a:miter/>
            </a:ln>
          </p:spPr>
          <p:txBody>
            <a:bodyPr rtlCol="0" anchor="ctr"/>
            <a:lstStyle/>
            <a:p>
              <a:endParaRPr lang="zh-CN" altLang="en-US"/>
            </a:p>
          </p:txBody>
        </p:sp>
        <p:sp>
          <p:nvSpPr>
            <p:cNvPr id="73" name="任意多边形 21">
              <a:extLst>
                <a:ext uri="{FF2B5EF4-FFF2-40B4-BE49-F238E27FC236}">
                  <a16:creationId xmlns:a16="http://schemas.microsoft.com/office/drawing/2014/main" id="{BA09348E-9CE6-466E-9CF5-C120FF6ED693}"/>
                </a:ext>
              </a:extLst>
            </p:cNvPr>
            <p:cNvSpPr/>
            <p:nvPr/>
          </p:nvSpPr>
          <p:spPr>
            <a:xfrm>
              <a:off x="4100646" y="5006258"/>
              <a:ext cx="1488236" cy="437236"/>
            </a:xfrm>
            <a:custGeom>
              <a:avLst/>
              <a:gdLst>
                <a:gd name="connsiteX0" fmla="*/ 1313924 w 1314438"/>
                <a:gd name="connsiteY0" fmla="*/ 208966 h 386175"/>
                <a:gd name="connsiteX1" fmla="*/ 2820 w 1314438"/>
                <a:gd name="connsiteY1" fmla="*/ 90797 h 386175"/>
                <a:gd name="connsiteX2" fmla="*/ 1293403 w 1314438"/>
                <a:gd name="connsiteY2" fmla="*/ 385966 h 386175"/>
                <a:gd name="connsiteX3" fmla="*/ 1313924 w 1314438"/>
                <a:gd name="connsiteY3" fmla="*/ 208712 h 386175"/>
              </a:gdLst>
              <a:ahLst/>
              <a:cxnLst>
                <a:cxn ang="0">
                  <a:pos x="connsiteX0" y="connsiteY0"/>
                </a:cxn>
                <a:cxn ang="0">
                  <a:pos x="connsiteX1" y="connsiteY1"/>
                </a:cxn>
                <a:cxn ang="0">
                  <a:pos x="connsiteX2" y="connsiteY2"/>
                </a:cxn>
                <a:cxn ang="0">
                  <a:pos x="connsiteX3" y="connsiteY3"/>
                </a:cxn>
              </a:cxnLst>
              <a:rect l="l" t="t" r="r" b="b"/>
              <a:pathLst>
                <a:path w="1314438" h="386175">
                  <a:moveTo>
                    <a:pt x="1313924" y="208966"/>
                  </a:moveTo>
                  <a:cubicBezTo>
                    <a:pt x="1313924" y="208966"/>
                    <a:pt x="82361" y="-168603"/>
                    <a:pt x="2820" y="90797"/>
                  </a:cubicBezTo>
                  <a:cubicBezTo>
                    <a:pt x="-76722" y="347847"/>
                    <a:pt x="1293403" y="385966"/>
                    <a:pt x="1293403" y="385966"/>
                  </a:cubicBezTo>
                  <a:lnTo>
                    <a:pt x="1313924" y="208712"/>
                  </a:lnTo>
                  <a:close/>
                </a:path>
              </a:pathLst>
            </a:custGeom>
            <a:solidFill>
              <a:srgbClr val="1E2160"/>
            </a:solidFill>
            <a:ln w="6346" cap="flat">
              <a:noFill/>
              <a:prstDash val="solid"/>
              <a:miter/>
            </a:ln>
          </p:spPr>
          <p:txBody>
            <a:bodyPr rtlCol="0" anchor="ctr"/>
            <a:lstStyle/>
            <a:p>
              <a:endParaRPr lang="zh-CN" altLang="en-US"/>
            </a:p>
          </p:txBody>
        </p:sp>
        <p:sp>
          <p:nvSpPr>
            <p:cNvPr id="74" name="任意多边形 22">
              <a:extLst>
                <a:ext uri="{FF2B5EF4-FFF2-40B4-BE49-F238E27FC236}">
                  <a16:creationId xmlns:a16="http://schemas.microsoft.com/office/drawing/2014/main" id="{B3F5A4C3-9F01-45F4-84E8-D7765CCD198D}"/>
                </a:ext>
              </a:extLst>
            </p:cNvPr>
            <p:cNvSpPr/>
            <p:nvPr/>
          </p:nvSpPr>
          <p:spPr>
            <a:xfrm>
              <a:off x="4002665" y="5286755"/>
              <a:ext cx="235837" cy="184637"/>
            </a:xfrm>
            <a:custGeom>
              <a:avLst/>
              <a:gdLst>
                <a:gd name="connsiteX0" fmla="*/ 169282 w 208296"/>
                <a:gd name="connsiteY0" fmla="*/ -210 h 163075"/>
                <a:gd name="connsiteX1" fmla="*/ -94 w 208296"/>
                <a:gd name="connsiteY1" fmla="*/ 109382 h 163075"/>
                <a:gd name="connsiteX2" fmla="*/ 207782 w 208296"/>
                <a:gd name="connsiteY2" fmla="*/ 157857 h 163075"/>
                <a:gd name="connsiteX3" fmla="*/ 169282 w 208296"/>
                <a:gd name="connsiteY3" fmla="*/ -210 h 163075"/>
              </a:gdLst>
              <a:ahLst/>
              <a:cxnLst>
                <a:cxn ang="0">
                  <a:pos x="connsiteX0" y="connsiteY0"/>
                </a:cxn>
                <a:cxn ang="0">
                  <a:pos x="connsiteX1" y="connsiteY1"/>
                </a:cxn>
                <a:cxn ang="0">
                  <a:pos x="connsiteX2" y="connsiteY2"/>
                </a:cxn>
                <a:cxn ang="0">
                  <a:pos x="connsiteX3" y="connsiteY3"/>
                </a:cxn>
              </a:cxnLst>
              <a:rect l="l" t="t" r="r" b="b"/>
              <a:pathLst>
                <a:path w="208296" h="163075">
                  <a:moveTo>
                    <a:pt x="169282" y="-210"/>
                  </a:moveTo>
                  <a:cubicBezTo>
                    <a:pt x="169282" y="-210"/>
                    <a:pt x="-10322" y="32890"/>
                    <a:pt x="-94" y="109382"/>
                  </a:cubicBezTo>
                  <a:cubicBezTo>
                    <a:pt x="10135" y="185874"/>
                    <a:pt x="207782" y="157857"/>
                    <a:pt x="207782" y="157857"/>
                  </a:cubicBezTo>
                  <a:lnTo>
                    <a:pt x="169282" y="-210"/>
                  </a:lnTo>
                  <a:close/>
                </a:path>
              </a:pathLst>
            </a:custGeom>
            <a:solidFill>
              <a:srgbClr val="00002B"/>
            </a:solidFill>
            <a:ln w="6346" cap="flat">
              <a:noFill/>
              <a:prstDash val="solid"/>
              <a:miter/>
            </a:ln>
          </p:spPr>
          <p:txBody>
            <a:bodyPr rtlCol="0" anchor="ctr"/>
            <a:lstStyle/>
            <a:p>
              <a:endParaRPr lang="zh-CN" altLang="en-US"/>
            </a:p>
          </p:txBody>
        </p:sp>
        <p:sp>
          <p:nvSpPr>
            <p:cNvPr id="75" name="任意多边形 23">
              <a:extLst>
                <a:ext uri="{FF2B5EF4-FFF2-40B4-BE49-F238E27FC236}">
                  <a16:creationId xmlns:a16="http://schemas.microsoft.com/office/drawing/2014/main" id="{1ADCA24A-73B4-4C6E-884F-067686E1F16B}"/>
                </a:ext>
              </a:extLst>
            </p:cNvPr>
            <p:cNvSpPr/>
            <p:nvPr/>
          </p:nvSpPr>
          <p:spPr>
            <a:xfrm>
              <a:off x="4163334" y="4959760"/>
              <a:ext cx="1475212" cy="524448"/>
            </a:xfrm>
            <a:custGeom>
              <a:avLst/>
              <a:gdLst>
                <a:gd name="connsiteX0" fmla="*/ -514 w 1302935"/>
                <a:gd name="connsiteY0" fmla="*/ 288407 h 463202"/>
                <a:gd name="connsiteX1" fmla="*/ 1297439 w 1302935"/>
                <a:gd name="connsiteY1" fmla="*/ 75449 h 463202"/>
                <a:gd name="connsiteX2" fmla="*/ 30298 w 1302935"/>
                <a:gd name="connsiteY2" fmla="*/ 462992 h 463202"/>
                <a:gd name="connsiteX3" fmla="*/ -514 w 1302935"/>
                <a:gd name="connsiteY3" fmla="*/ 288535 h 463202"/>
              </a:gdLst>
              <a:ahLst/>
              <a:cxnLst>
                <a:cxn ang="0">
                  <a:pos x="connsiteX0" y="connsiteY0"/>
                </a:cxn>
                <a:cxn ang="0">
                  <a:pos x="connsiteX1" y="connsiteY1"/>
                </a:cxn>
                <a:cxn ang="0">
                  <a:pos x="connsiteX2" y="connsiteY2"/>
                </a:cxn>
                <a:cxn ang="0">
                  <a:pos x="connsiteX3" y="connsiteY3"/>
                </a:cxn>
              </a:cxnLst>
              <a:rect l="l" t="t" r="r" b="b"/>
              <a:pathLst>
                <a:path w="1302935" h="463202">
                  <a:moveTo>
                    <a:pt x="-514" y="288407"/>
                  </a:moveTo>
                  <a:cubicBezTo>
                    <a:pt x="-514" y="288407"/>
                    <a:pt x="1197376" y="-178551"/>
                    <a:pt x="1297439" y="75449"/>
                  </a:cubicBezTo>
                  <a:cubicBezTo>
                    <a:pt x="1394896" y="326908"/>
                    <a:pt x="30298" y="462992"/>
                    <a:pt x="30298" y="462992"/>
                  </a:cubicBezTo>
                  <a:lnTo>
                    <a:pt x="-514" y="288535"/>
                  </a:lnTo>
                  <a:close/>
                </a:path>
              </a:pathLst>
            </a:custGeom>
            <a:solidFill>
              <a:srgbClr val="2A3072"/>
            </a:solidFill>
            <a:ln w="6346" cap="flat">
              <a:noFill/>
              <a:prstDash val="solid"/>
              <a:miter/>
            </a:ln>
          </p:spPr>
          <p:txBody>
            <a:bodyPr rtlCol="0" anchor="ctr"/>
            <a:lstStyle/>
            <a:p>
              <a:endParaRPr lang="zh-CN" altLang="en-US"/>
            </a:p>
          </p:txBody>
        </p:sp>
        <p:sp>
          <p:nvSpPr>
            <p:cNvPr id="76" name="任意多边形 24">
              <a:extLst>
                <a:ext uri="{FF2B5EF4-FFF2-40B4-BE49-F238E27FC236}">
                  <a16:creationId xmlns:a16="http://schemas.microsoft.com/office/drawing/2014/main" id="{27A2C5C3-F08A-4B6C-8928-E0F6E74E1199}"/>
                </a:ext>
              </a:extLst>
            </p:cNvPr>
            <p:cNvSpPr/>
            <p:nvPr/>
          </p:nvSpPr>
          <p:spPr>
            <a:xfrm>
              <a:off x="4197069" y="4159220"/>
              <a:ext cx="334881" cy="457055"/>
            </a:xfrm>
            <a:custGeom>
              <a:avLst/>
              <a:gdLst>
                <a:gd name="connsiteX0" fmla="*/ 262507 w 295773"/>
                <a:gd name="connsiteY0" fmla="*/ -210 h 403680"/>
                <a:gd name="connsiteX1" fmla="*/ -514 w 295773"/>
                <a:gd name="connsiteY1" fmla="*/ 206522 h 403680"/>
                <a:gd name="connsiteX2" fmla="*/ 151962 w 295773"/>
                <a:gd name="connsiteY2" fmla="*/ 403470 h 403680"/>
                <a:gd name="connsiteX3" fmla="*/ 290969 w 295773"/>
                <a:gd name="connsiteY3" fmla="*/ 272468 h 403680"/>
                <a:gd name="connsiteX4" fmla="*/ 262507 w 295773"/>
                <a:gd name="connsiteY4" fmla="*/ -210 h 4036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95773" h="403680">
                  <a:moveTo>
                    <a:pt x="262507" y="-210"/>
                  </a:moveTo>
                  <a:cubicBezTo>
                    <a:pt x="262507" y="-210"/>
                    <a:pt x="113843" y="47693"/>
                    <a:pt x="-514" y="206522"/>
                  </a:cubicBezTo>
                  <a:lnTo>
                    <a:pt x="151962" y="403470"/>
                  </a:lnTo>
                  <a:cubicBezTo>
                    <a:pt x="151962" y="403470"/>
                    <a:pt x="278326" y="317766"/>
                    <a:pt x="290969" y="272468"/>
                  </a:cubicBezTo>
                  <a:cubicBezTo>
                    <a:pt x="309393" y="206395"/>
                    <a:pt x="262507" y="-210"/>
                    <a:pt x="262507" y="-210"/>
                  </a:cubicBezTo>
                  <a:close/>
                </a:path>
              </a:pathLst>
            </a:custGeom>
            <a:solidFill>
              <a:srgbClr val="BE5ED3"/>
            </a:solidFill>
            <a:ln w="6346" cap="flat">
              <a:noFill/>
              <a:prstDash val="solid"/>
              <a:miter/>
            </a:ln>
          </p:spPr>
          <p:txBody>
            <a:bodyPr rtlCol="0" anchor="ctr"/>
            <a:lstStyle/>
            <a:p>
              <a:endParaRPr lang="zh-CN" altLang="en-US"/>
            </a:p>
          </p:txBody>
        </p:sp>
        <p:sp>
          <p:nvSpPr>
            <p:cNvPr id="77" name="任意多边形 25">
              <a:extLst>
                <a:ext uri="{FF2B5EF4-FFF2-40B4-BE49-F238E27FC236}">
                  <a16:creationId xmlns:a16="http://schemas.microsoft.com/office/drawing/2014/main" id="{DBAF0B10-5DC9-4250-B30F-1CDDDA8589A0}"/>
                </a:ext>
              </a:extLst>
            </p:cNvPr>
            <p:cNvSpPr/>
            <p:nvPr/>
          </p:nvSpPr>
          <p:spPr>
            <a:xfrm>
              <a:off x="5168201" y="4116061"/>
              <a:ext cx="316452" cy="449862"/>
            </a:xfrm>
            <a:custGeom>
              <a:avLst/>
              <a:gdLst>
                <a:gd name="connsiteX0" fmla="*/ 30827 w 279496"/>
                <a:gd name="connsiteY0" fmla="*/ -210 h 397327"/>
                <a:gd name="connsiteX1" fmla="*/ 278982 w 279496"/>
                <a:gd name="connsiteY1" fmla="*/ 203092 h 397327"/>
                <a:gd name="connsiteX2" fmla="*/ 134892 w 279496"/>
                <a:gd name="connsiteY2" fmla="*/ 397117 h 397327"/>
                <a:gd name="connsiteX3" fmla="*/ 3508 w 279496"/>
                <a:gd name="connsiteY3" fmla="*/ 268148 h 397327"/>
                <a:gd name="connsiteX4" fmla="*/ 30827 w 279496"/>
                <a:gd name="connsiteY4" fmla="*/ -210 h 39732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79496" h="397327">
                  <a:moveTo>
                    <a:pt x="30827" y="-210"/>
                  </a:moveTo>
                  <a:cubicBezTo>
                    <a:pt x="30827" y="-210"/>
                    <a:pt x="161575" y="21899"/>
                    <a:pt x="278982" y="203092"/>
                  </a:cubicBezTo>
                  <a:lnTo>
                    <a:pt x="134892" y="397117"/>
                  </a:lnTo>
                  <a:cubicBezTo>
                    <a:pt x="134892" y="397117"/>
                    <a:pt x="15452" y="312747"/>
                    <a:pt x="3508" y="268148"/>
                  </a:cubicBezTo>
                  <a:cubicBezTo>
                    <a:pt x="-13899" y="203155"/>
                    <a:pt x="30827" y="-210"/>
                    <a:pt x="30827" y="-210"/>
                  </a:cubicBezTo>
                  <a:close/>
                </a:path>
              </a:pathLst>
            </a:custGeom>
            <a:solidFill>
              <a:srgbClr val="BE5ED3"/>
            </a:solidFill>
            <a:ln w="6346" cap="flat">
              <a:noFill/>
              <a:prstDash val="solid"/>
              <a:miter/>
            </a:ln>
          </p:spPr>
          <p:txBody>
            <a:bodyPr rtlCol="0" anchor="ctr"/>
            <a:lstStyle/>
            <a:p>
              <a:endParaRPr lang="zh-CN" altLang="en-US"/>
            </a:p>
          </p:txBody>
        </p:sp>
        <p:sp>
          <p:nvSpPr>
            <p:cNvPr id="78" name="任意多边形 26">
              <a:extLst>
                <a:ext uri="{FF2B5EF4-FFF2-40B4-BE49-F238E27FC236}">
                  <a16:creationId xmlns:a16="http://schemas.microsoft.com/office/drawing/2014/main" id="{3B27B858-F467-4675-92C6-49FECCA06DD4}"/>
                </a:ext>
              </a:extLst>
            </p:cNvPr>
            <p:cNvSpPr/>
            <p:nvPr/>
          </p:nvSpPr>
          <p:spPr>
            <a:xfrm>
              <a:off x="3207781" y="3560975"/>
              <a:ext cx="1486066" cy="1759003"/>
            </a:xfrm>
            <a:custGeom>
              <a:avLst/>
              <a:gdLst>
                <a:gd name="connsiteX0" fmla="*/ 933471 w 1312521"/>
                <a:gd name="connsiteY0" fmla="*/ 872704 h 1553585"/>
                <a:gd name="connsiteX1" fmla="*/ 1030738 w 1312521"/>
                <a:gd name="connsiteY1" fmla="*/ 1006121 h 1553585"/>
                <a:gd name="connsiteX2" fmla="*/ 1002848 w 1312521"/>
                <a:gd name="connsiteY2" fmla="*/ 1177656 h 1553585"/>
                <a:gd name="connsiteX3" fmla="*/ 831211 w 1312521"/>
                <a:gd name="connsiteY3" fmla="*/ 1152962 h 1553585"/>
                <a:gd name="connsiteX4" fmla="*/ 830677 w 1312521"/>
                <a:gd name="connsiteY4" fmla="*/ 1152244 h 1553585"/>
                <a:gd name="connsiteX5" fmla="*/ 674897 w 1312521"/>
                <a:gd name="connsiteY5" fmla="*/ 940874 h 1553585"/>
                <a:gd name="connsiteX6" fmla="*/ 674008 w 1312521"/>
                <a:gd name="connsiteY6" fmla="*/ 935220 h 1553585"/>
                <a:gd name="connsiteX7" fmla="*/ 669942 w 1312521"/>
                <a:gd name="connsiteY7" fmla="*/ 931217 h 1553585"/>
                <a:gd name="connsiteX8" fmla="*/ 695354 w 1312521"/>
                <a:gd name="connsiteY8" fmla="*/ 758792 h 1553585"/>
                <a:gd name="connsiteX9" fmla="*/ 761046 w 1312521"/>
                <a:gd name="connsiteY9" fmla="*/ 359495 h 1553585"/>
                <a:gd name="connsiteX10" fmla="*/ 364075 w 1312521"/>
                <a:gd name="connsiteY10" fmla="*/ 301001 h 1553585"/>
                <a:gd name="connsiteX11" fmla="*/ 362321 w 1312521"/>
                <a:gd name="connsiteY11" fmla="*/ 302316 h 1553585"/>
                <a:gd name="connsiteX12" fmla="*/ 248727 w 1312521"/>
                <a:gd name="connsiteY12" fmla="*/ 557015 h 1553585"/>
                <a:gd name="connsiteX13" fmla="*/ 137946 w 1312521"/>
                <a:gd name="connsiteY13" fmla="*/ 696670 h 1553585"/>
                <a:gd name="connsiteX14" fmla="*/ 136910 w 1312521"/>
                <a:gd name="connsiteY14" fmla="*/ 696785 h 1553585"/>
                <a:gd name="connsiteX15" fmla="*/ 2668 w 1312521"/>
                <a:gd name="connsiteY15" fmla="*/ 586557 h 1553585"/>
                <a:gd name="connsiteX16" fmla="*/ 216389 w 1312521"/>
                <a:gd name="connsiteY16" fmla="*/ 102509 h 1553585"/>
                <a:gd name="connsiteX17" fmla="*/ 960282 w 1312521"/>
                <a:gd name="connsiteY17" fmla="*/ 215786 h 1553585"/>
                <a:gd name="connsiteX18" fmla="*/ 933471 w 1312521"/>
                <a:gd name="connsiteY18" fmla="*/ 872704 h 1553585"/>
                <a:gd name="connsiteX19" fmla="*/ 1259071 w 1312521"/>
                <a:gd name="connsiteY19" fmla="*/ 1318824 h 1553585"/>
                <a:gd name="connsiteX20" fmla="*/ 1287153 w 1312521"/>
                <a:gd name="connsiteY20" fmla="*/ 1357388 h 1553585"/>
                <a:gd name="connsiteX21" fmla="*/ 1259199 w 1312521"/>
                <a:gd name="connsiteY21" fmla="*/ 1528923 h 1553585"/>
                <a:gd name="connsiteX22" fmla="*/ 1087644 w 1312521"/>
                <a:gd name="connsiteY22" fmla="*/ 1504260 h 1553585"/>
                <a:gd name="connsiteX23" fmla="*/ 1087091 w 1312521"/>
                <a:gd name="connsiteY23" fmla="*/ 1503511 h 1553585"/>
                <a:gd name="connsiteX24" fmla="*/ 1061678 w 1312521"/>
                <a:gd name="connsiteY24" fmla="*/ 1465391 h 1553585"/>
                <a:gd name="connsiteX25" fmla="*/ 1087091 w 1312521"/>
                <a:gd name="connsiteY25" fmla="*/ 1292967 h 1553585"/>
                <a:gd name="connsiteX26" fmla="*/ 1259199 w 1312521"/>
                <a:gd name="connsiteY26" fmla="*/ 1318379 h 155358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Lst>
              <a:rect l="l" t="t" r="r" b="b"/>
              <a:pathLst>
                <a:path w="1312521" h="1553585">
                  <a:moveTo>
                    <a:pt x="933471" y="872704"/>
                  </a:moveTo>
                  <a:lnTo>
                    <a:pt x="1030738" y="1006121"/>
                  </a:lnTo>
                  <a:cubicBezTo>
                    <a:pt x="1071971" y="1062410"/>
                    <a:pt x="1061551" y="1137187"/>
                    <a:pt x="1002848" y="1177656"/>
                  </a:cubicBezTo>
                  <a:cubicBezTo>
                    <a:pt x="948630" y="1218234"/>
                    <a:pt x="871788" y="1207179"/>
                    <a:pt x="831211" y="1152962"/>
                  </a:cubicBezTo>
                  <a:cubicBezTo>
                    <a:pt x="831033" y="1152720"/>
                    <a:pt x="830855" y="1152485"/>
                    <a:pt x="830677" y="1152244"/>
                  </a:cubicBezTo>
                  <a:lnTo>
                    <a:pt x="674897" y="940874"/>
                  </a:lnTo>
                  <a:cubicBezTo>
                    <a:pt x="673246" y="937633"/>
                    <a:pt x="676486" y="935982"/>
                    <a:pt x="674008" y="935220"/>
                  </a:cubicBezTo>
                  <a:cubicBezTo>
                    <a:pt x="671530" y="934457"/>
                    <a:pt x="671594" y="934457"/>
                    <a:pt x="669942" y="931217"/>
                  </a:cubicBezTo>
                  <a:cubicBezTo>
                    <a:pt x="630362" y="878168"/>
                    <a:pt x="642369" y="798499"/>
                    <a:pt x="695354" y="758792"/>
                  </a:cubicBezTo>
                  <a:cubicBezTo>
                    <a:pt x="824769" y="665400"/>
                    <a:pt x="855010" y="486495"/>
                    <a:pt x="761046" y="359495"/>
                  </a:cubicBezTo>
                  <a:cubicBezTo>
                    <a:pt x="667578" y="233721"/>
                    <a:pt x="489849" y="207534"/>
                    <a:pt x="364075" y="301001"/>
                  </a:cubicBezTo>
                  <a:cubicBezTo>
                    <a:pt x="363490" y="301439"/>
                    <a:pt x="362906" y="301878"/>
                    <a:pt x="362321" y="302316"/>
                  </a:cubicBezTo>
                  <a:cubicBezTo>
                    <a:pt x="281636" y="360797"/>
                    <a:pt x="238326" y="457912"/>
                    <a:pt x="248727" y="557015"/>
                  </a:cubicBezTo>
                  <a:cubicBezTo>
                    <a:pt x="256700" y="626169"/>
                    <a:pt x="207101" y="688697"/>
                    <a:pt x="137946" y="696670"/>
                  </a:cubicBezTo>
                  <a:cubicBezTo>
                    <a:pt x="137603" y="696708"/>
                    <a:pt x="137254" y="696747"/>
                    <a:pt x="136910" y="696785"/>
                  </a:cubicBezTo>
                  <a:cubicBezTo>
                    <a:pt x="68106" y="701741"/>
                    <a:pt x="9847" y="656252"/>
                    <a:pt x="2668" y="586557"/>
                  </a:cubicBezTo>
                  <a:cubicBezTo>
                    <a:pt x="-18056" y="398554"/>
                    <a:pt x="63493" y="213855"/>
                    <a:pt x="216389" y="102509"/>
                  </a:cubicBezTo>
                  <a:cubicBezTo>
                    <a:pt x="453375" y="-70456"/>
                    <a:pt x="785519" y="-19878"/>
                    <a:pt x="960282" y="215786"/>
                  </a:cubicBezTo>
                  <a:cubicBezTo>
                    <a:pt x="1106405" y="415975"/>
                    <a:pt x="1089251" y="688017"/>
                    <a:pt x="933471" y="872704"/>
                  </a:cubicBezTo>
                  <a:close/>
                  <a:moveTo>
                    <a:pt x="1259071" y="1318824"/>
                  </a:moveTo>
                  <a:lnTo>
                    <a:pt x="1287153" y="1357388"/>
                  </a:lnTo>
                  <a:cubicBezTo>
                    <a:pt x="1328321" y="1413677"/>
                    <a:pt x="1317902" y="1488454"/>
                    <a:pt x="1259199" y="1528923"/>
                  </a:cubicBezTo>
                  <a:cubicBezTo>
                    <a:pt x="1205012" y="1569488"/>
                    <a:pt x="1128209" y="1558440"/>
                    <a:pt x="1087644" y="1504260"/>
                  </a:cubicBezTo>
                  <a:cubicBezTo>
                    <a:pt x="1087460" y="1504013"/>
                    <a:pt x="1087275" y="1503758"/>
                    <a:pt x="1087091" y="1503511"/>
                  </a:cubicBezTo>
                  <a:lnTo>
                    <a:pt x="1061678" y="1465391"/>
                  </a:lnTo>
                  <a:cubicBezTo>
                    <a:pt x="1019684" y="1411517"/>
                    <a:pt x="1034106" y="1332610"/>
                    <a:pt x="1087091" y="1292967"/>
                  </a:cubicBezTo>
                  <a:cubicBezTo>
                    <a:pt x="1141671" y="1252592"/>
                    <a:pt x="1218621" y="1263958"/>
                    <a:pt x="1259199" y="1318379"/>
                  </a:cubicBezTo>
                  <a:close/>
                </a:path>
              </a:pathLst>
            </a:custGeom>
            <a:solidFill>
              <a:srgbClr val="FFC545"/>
            </a:solidFill>
            <a:ln w="6346" cap="flat">
              <a:noFill/>
              <a:prstDash val="solid"/>
              <a:miter/>
            </a:ln>
          </p:spPr>
          <p:txBody>
            <a:bodyPr rtlCol="0" anchor="ctr"/>
            <a:lstStyle/>
            <a:p>
              <a:endParaRPr lang="zh-CN" altLang="en-US"/>
            </a:p>
          </p:txBody>
        </p:sp>
        <p:sp>
          <p:nvSpPr>
            <p:cNvPr id="85" name="任意多边形 27">
              <a:extLst>
                <a:ext uri="{FF2B5EF4-FFF2-40B4-BE49-F238E27FC236}">
                  <a16:creationId xmlns:a16="http://schemas.microsoft.com/office/drawing/2014/main" id="{14BEE9D9-A21C-416F-AA09-BD9FA8A99392}"/>
                </a:ext>
              </a:extLst>
            </p:cNvPr>
            <p:cNvSpPr/>
            <p:nvPr/>
          </p:nvSpPr>
          <p:spPr>
            <a:xfrm>
              <a:off x="6164723" y="1962102"/>
              <a:ext cx="703194" cy="564027"/>
            </a:xfrm>
            <a:custGeom>
              <a:avLst/>
              <a:gdLst>
                <a:gd name="connsiteX0" fmla="*/ 577794 w 621074"/>
                <a:gd name="connsiteY0" fmla="*/ 416455 h 498159"/>
                <a:gd name="connsiteX1" fmla="*/ 538976 w 621074"/>
                <a:gd name="connsiteY1" fmla="*/ 192061 h 498159"/>
                <a:gd name="connsiteX2" fmla="*/ 398317 w 621074"/>
                <a:gd name="connsiteY2" fmla="*/ 31135 h 498159"/>
                <a:gd name="connsiteX3" fmla="*/ 10265 w 621074"/>
                <a:gd name="connsiteY3" fmla="*/ 121159 h 498159"/>
                <a:gd name="connsiteX4" fmla="*/ 38156 w 621074"/>
                <a:gd name="connsiteY4" fmla="*/ 265504 h 498159"/>
                <a:gd name="connsiteX5" fmla="*/ 65983 w 621074"/>
                <a:gd name="connsiteY5" fmla="*/ 440152 h 498159"/>
                <a:gd name="connsiteX6" fmla="*/ 577794 w 621074"/>
                <a:gd name="connsiteY6" fmla="*/ 416455 h 4981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621074" h="498159">
                  <a:moveTo>
                    <a:pt x="577794" y="416455"/>
                  </a:moveTo>
                  <a:cubicBezTo>
                    <a:pt x="667819" y="254576"/>
                    <a:pt x="596536" y="161629"/>
                    <a:pt x="538976" y="192061"/>
                  </a:cubicBezTo>
                  <a:cubicBezTo>
                    <a:pt x="538976" y="192061"/>
                    <a:pt x="530399" y="91617"/>
                    <a:pt x="398317" y="31135"/>
                  </a:cubicBezTo>
                  <a:cubicBezTo>
                    <a:pt x="245841" y="-38750"/>
                    <a:pt x="48893" y="15633"/>
                    <a:pt x="10265" y="121159"/>
                  </a:cubicBezTo>
                  <a:cubicBezTo>
                    <a:pt x="-25186" y="218554"/>
                    <a:pt x="38156" y="265504"/>
                    <a:pt x="38156" y="265504"/>
                  </a:cubicBezTo>
                  <a:cubicBezTo>
                    <a:pt x="38156" y="265504"/>
                    <a:pt x="-1043" y="335388"/>
                    <a:pt x="65983" y="440152"/>
                  </a:cubicBezTo>
                  <a:cubicBezTo>
                    <a:pt x="133009" y="544916"/>
                    <a:pt x="537515" y="488945"/>
                    <a:pt x="577794" y="416455"/>
                  </a:cubicBezTo>
                  <a:close/>
                </a:path>
              </a:pathLst>
            </a:custGeom>
            <a:solidFill>
              <a:srgbClr val="981D04"/>
            </a:solidFill>
            <a:ln w="6346" cap="flat">
              <a:noFill/>
              <a:prstDash val="solid"/>
              <a:miter/>
            </a:ln>
          </p:spPr>
          <p:txBody>
            <a:bodyPr rtlCol="0" anchor="ctr"/>
            <a:lstStyle/>
            <a:p>
              <a:endParaRPr lang="zh-CN" altLang="en-US"/>
            </a:p>
          </p:txBody>
        </p:sp>
        <p:sp>
          <p:nvSpPr>
            <p:cNvPr id="86" name="任意多边形 28">
              <a:extLst>
                <a:ext uri="{FF2B5EF4-FFF2-40B4-BE49-F238E27FC236}">
                  <a16:creationId xmlns:a16="http://schemas.microsoft.com/office/drawing/2014/main" id="{A60A5D1E-4C49-4017-AA6A-87DC90364A0D}"/>
                </a:ext>
              </a:extLst>
            </p:cNvPr>
            <p:cNvSpPr/>
            <p:nvPr/>
          </p:nvSpPr>
          <p:spPr>
            <a:xfrm>
              <a:off x="6390997" y="2695691"/>
              <a:ext cx="273341" cy="276362"/>
            </a:xfrm>
            <a:custGeom>
              <a:avLst/>
              <a:gdLst>
                <a:gd name="connsiteX0" fmla="*/ 120196 w 241420"/>
                <a:gd name="connsiteY0" fmla="*/ 243879 h 244088"/>
                <a:gd name="connsiteX1" fmla="*/ 120196 w 241420"/>
                <a:gd name="connsiteY1" fmla="*/ 243879 h 244088"/>
                <a:gd name="connsiteX2" fmla="*/ -514 w 241420"/>
                <a:gd name="connsiteY2" fmla="*/ 160017 h 244088"/>
                <a:gd name="connsiteX3" fmla="*/ -514 w 241420"/>
                <a:gd name="connsiteY3" fmla="*/ -210 h 244088"/>
                <a:gd name="connsiteX4" fmla="*/ 240906 w 241420"/>
                <a:gd name="connsiteY4" fmla="*/ -210 h 244088"/>
                <a:gd name="connsiteX5" fmla="*/ 240906 w 241420"/>
                <a:gd name="connsiteY5" fmla="*/ 160335 h 244088"/>
                <a:gd name="connsiteX6" fmla="*/ 120958 w 241420"/>
                <a:gd name="connsiteY6" fmla="*/ 243752 h 24408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41420" h="244088">
                  <a:moveTo>
                    <a:pt x="120196" y="243879"/>
                  </a:moveTo>
                  <a:lnTo>
                    <a:pt x="120196" y="243879"/>
                  </a:lnTo>
                  <a:cubicBezTo>
                    <a:pt x="53551" y="243879"/>
                    <a:pt x="-514" y="206332"/>
                    <a:pt x="-514" y="160017"/>
                  </a:cubicBezTo>
                  <a:lnTo>
                    <a:pt x="-514" y="-210"/>
                  </a:lnTo>
                  <a:lnTo>
                    <a:pt x="240906" y="-210"/>
                  </a:lnTo>
                  <a:lnTo>
                    <a:pt x="240906" y="160335"/>
                  </a:lnTo>
                  <a:cubicBezTo>
                    <a:pt x="240906" y="206395"/>
                    <a:pt x="187222" y="243752"/>
                    <a:pt x="120958" y="243752"/>
                  </a:cubicBezTo>
                  <a:close/>
                </a:path>
              </a:pathLst>
            </a:custGeom>
            <a:solidFill>
              <a:srgbClr val="FF93B1"/>
            </a:solidFill>
            <a:ln w="6346" cap="flat">
              <a:noFill/>
              <a:prstDash val="solid"/>
              <a:miter/>
            </a:ln>
          </p:spPr>
          <p:txBody>
            <a:bodyPr rtlCol="0" anchor="ctr"/>
            <a:lstStyle/>
            <a:p>
              <a:endParaRPr lang="zh-CN" altLang="en-US"/>
            </a:p>
          </p:txBody>
        </p:sp>
        <p:sp>
          <p:nvSpPr>
            <p:cNvPr id="87" name="任意多边形 29">
              <a:extLst>
                <a:ext uri="{FF2B5EF4-FFF2-40B4-BE49-F238E27FC236}">
                  <a16:creationId xmlns:a16="http://schemas.microsoft.com/office/drawing/2014/main" id="{69613217-4D0D-4D28-AECC-7E811312A084}"/>
                </a:ext>
              </a:extLst>
            </p:cNvPr>
            <p:cNvSpPr/>
            <p:nvPr/>
          </p:nvSpPr>
          <p:spPr>
            <a:xfrm>
              <a:off x="6190954" y="2434905"/>
              <a:ext cx="140645" cy="163868"/>
            </a:xfrm>
            <a:custGeom>
              <a:avLst/>
              <a:gdLst>
                <a:gd name="connsiteX0" fmla="*/ 89827 w 124220"/>
                <a:gd name="connsiteY0" fmla="*/ 32284 h 144731"/>
                <a:gd name="connsiteX1" fmla="*/ -514 w 124220"/>
                <a:gd name="connsiteY1" fmla="*/ 54139 h 144731"/>
                <a:gd name="connsiteX2" fmla="*/ 109904 w 124220"/>
                <a:gd name="connsiteY2" fmla="*/ 127518 h 144731"/>
                <a:gd name="connsiteX3" fmla="*/ 89827 w 124220"/>
                <a:gd name="connsiteY3" fmla="*/ 32221 h 144731"/>
              </a:gdLst>
              <a:ahLst/>
              <a:cxnLst>
                <a:cxn ang="0">
                  <a:pos x="connsiteX0" y="connsiteY0"/>
                </a:cxn>
                <a:cxn ang="0">
                  <a:pos x="connsiteX1" y="connsiteY1"/>
                </a:cxn>
                <a:cxn ang="0">
                  <a:pos x="connsiteX2" y="connsiteY2"/>
                </a:cxn>
                <a:cxn ang="0">
                  <a:pos x="connsiteX3" y="connsiteY3"/>
                </a:cxn>
              </a:cxnLst>
              <a:rect l="l" t="t" r="r" b="b"/>
              <a:pathLst>
                <a:path w="124220" h="144731">
                  <a:moveTo>
                    <a:pt x="89827" y="32284"/>
                  </a:moveTo>
                  <a:cubicBezTo>
                    <a:pt x="47960" y="-30739"/>
                    <a:pt x="-514" y="9730"/>
                    <a:pt x="-514" y="54139"/>
                  </a:cubicBezTo>
                  <a:cubicBezTo>
                    <a:pt x="-514" y="118306"/>
                    <a:pt x="69752" y="173579"/>
                    <a:pt x="109904" y="127518"/>
                  </a:cubicBezTo>
                  <a:cubicBezTo>
                    <a:pt x="150056" y="81458"/>
                    <a:pt x="89827" y="32221"/>
                    <a:pt x="89827" y="32221"/>
                  </a:cubicBezTo>
                  <a:close/>
                </a:path>
              </a:pathLst>
            </a:custGeom>
            <a:solidFill>
              <a:srgbClr val="FED0D6"/>
            </a:solidFill>
            <a:ln w="6346" cap="flat">
              <a:noFill/>
              <a:prstDash val="solid"/>
              <a:miter/>
            </a:ln>
          </p:spPr>
          <p:txBody>
            <a:bodyPr rtlCol="0" anchor="ctr"/>
            <a:lstStyle/>
            <a:p>
              <a:endParaRPr lang="zh-CN" altLang="en-US"/>
            </a:p>
          </p:txBody>
        </p:sp>
        <p:sp>
          <p:nvSpPr>
            <p:cNvPr id="88" name="任意多边形 30">
              <a:extLst>
                <a:ext uri="{FF2B5EF4-FFF2-40B4-BE49-F238E27FC236}">
                  <a16:creationId xmlns:a16="http://schemas.microsoft.com/office/drawing/2014/main" id="{B1FD2BFA-5D8E-4682-AB04-B62A484D6E39}"/>
                </a:ext>
              </a:extLst>
            </p:cNvPr>
            <p:cNvSpPr/>
            <p:nvPr/>
          </p:nvSpPr>
          <p:spPr>
            <a:xfrm>
              <a:off x="6727091" y="2434905"/>
              <a:ext cx="140816" cy="163868"/>
            </a:xfrm>
            <a:custGeom>
              <a:avLst/>
              <a:gdLst>
                <a:gd name="connsiteX0" fmla="*/ 33579 w 124371"/>
                <a:gd name="connsiteY0" fmla="*/ 32284 h 144731"/>
                <a:gd name="connsiteX1" fmla="*/ 123857 w 124371"/>
                <a:gd name="connsiteY1" fmla="*/ 54139 h 144731"/>
                <a:gd name="connsiteX2" fmla="*/ 13439 w 124371"/>
                <a:gd name="connsiteY2" fmla="*/ 127518 h 144731"/>
                <a:gd name="connsiteX3" fmla="*/ 33579 w 124371"/>
                <a:gd name="connsiteY3" fmla="*/ 32221 h 144731"/>
              </a:gdLst>
              <a:ahLst/>
              <a:cxnLst>
                <a:cxn ang="0">
                  <a:pos x="connsiteX0" y="connsiteY0"/>
                </a:cxn>
                <a:cxn ang="0">
                  <a:pos x="connsiteX1" y="connsiteY1"/>
                </a:cxn>
                <a:cxn ang="0">
                  <a:pos x="connsiteX2" y="connsiteY2"/>
                </a:cxn>
                <a:cxn ang="0">
                  <a:pos x="connsiteX3" y="connsiteY3"/>
                </a:cxn>
              </a:cxnLst>
              <a:rect l="l" t="t" r="r" b="b"/>
              <a:pathLst>
                <a:path w="124371" h="144731">
                  <a:moveTo>
                    <a:pt x="33579" y="32284"/>
                  </a:moveTo>
                  <a:cubicBezTo>
                    <a:pt x="75319" y="-30739"/>
                    <a:pt x="123857" y="9730"/>
                    <a:pt x="123857" y="54139"/>
                  </a:cubicBezTo>
                  <a:cubicBezTo>
                    <a:pt x="123857" y="118306"/>
                    <a:pt x="53972" y="173579"/>
                    <a:pt x="13439" y="127518"/>
                  </a:cubicBezTo>
                  <a:cubicBezTo>
                    <a:pt x="-27095" y="81458"/>
                    <a:pt x="33579" y="32221"/>
                    <a:pt x="33579" y="32221"/>
                  </a:cubicBezTo>
                  <a:close/>
                </a:path>
              </a:pathLst>
            </a:custGeom>
            <a:solidFill>
              <a:srgbClr val="FED0D6"/>
            </a:solidFill>
            <a:ln w="6346" cap="flat">
              <a:noFill/>
              <a:prstDash val="solid"/>
              <a:miter/>
            </a:ln>
          </p:spPr>
          <p:txBody>
            <a:bodyPr rtlCol="0" anchor="ctr"/>
            <a:lstStyle/>
            <a:p>
              <a:endParaRPr lang="zh-CN" altLang="en-US"/>
            </a:p>
          </p:txBody>
        </p:sp>
        <p:sp>
          <p:nvSpPr>
            <p:cNvPr id="89" name="任意多边形 31">
              <a:extLst>
                <a:ext uri="{FF2B5EF4-FFF2-40B4-BE49-F238E27FC236}">
                  <a16:creationId xmlns:a16="http://schemas.microsoft.com/office/drawing/2014/main" id="{A62B84FF-6622-4544-9191-FF2907D58DB0}"/>
                </a:ext>
              </a:extLst>
            </p:cNvPr>
            <p:cNvSpPr/>
            <p:nvPr/>
          </p:nvSpPr>
          <p:spPr>
            <a:xfrm>
              <a:off x="6265196" y="2209296"/>
              <a:ext cx="527030" cy="543940"/>
            </a:xfrm>
            <a:custGeom>
              <a:avLst/>
              <a:gdLst>
                <a:gd name="connsiteX0" fmla="*/ 232068 w 465483"/>
                <a:gd name="connsiteY0" fmla="*/ 480209 h 480418"/>
                <a:gd name="connsiteX1" fmla="*/ 7928 w 465483"/>
                <a:gd name="connsiteY1" fmla="*/ 114266 h 480418"/>
                <a:gd name="connsiteX2" fmla="*/ 456589 w 465483"/>
                <a:gd name="connsiteY2" fmla="*/ 114266 h 480418"/>
                <a:gd name="connsiteX3" fmla="*/ 232068 w 465483"/>
                <a:gd name="connsiteY3" fmla="*/ 480209 h 480418"/>
              </a:gdLst>
              <a:ahLst/>
              <a:cxnLst>
                <a:cxn ang="0">
                  <a:pos x="connsiteX0" y="connsiteY0"/>
                </a:cxn>
                <a:cxn ang="0">
                  <a:pos x="connsiteX1" y="connsiteY1"/>
                </a:cxn>
                <a:cxn ang="0">
                  <a:pos x="connsiteX2" y="connsiteY2"/>
                </a:cxn>
                <a:cxn ang="0">
                  <a:pos x="connsiteX3" y="connsiteY3"/>
                </a:cxn>
              </a:cxnLst>
              <a:rect l="l" t="t" r="r" b="b"/>
              <a:pathLst>
                <a:path w="465483" h="480418">
                  <a:moveTo>
                    <a:pt x="232068" y="480209"/>
                  </a:moveTo>
                  <a:cubicBezTo>
                    <a:pt x="66886" y="480209"/>
                    <a:pt x="-30763" y="299588"/>
                    <a:pt x="7928" y="114266"/>
                  </a:cubicBezTo>
                  <a:cubicBezTo>
                    <a:pt x="39694" y="-38527"/>
                    <a:pt x="424696" y="-38210"/>
                    <a:pt x="456589" y="114266"/>
                  </a:cubicBezTo>
                  <a:cubicBezTo>
                    <a:pt x="495153" y="299588"/>
                    <a:pt x="397251" y="480209"/>
                    <a:pt x="232068" y="480209"/>
                  </a:cubicBezTo>
                  <a:close/>
                </a:path>
              </a:pathLst>
            </a:custGeom>
            <a:solidFill>
              <a:srgbClr val="FED0D6"/>
            </a:solidFill>
            <a:ln w="6346" cap="flat">
              <a:noFill/>
              <a:prstDash val="solid"/>
              <a:miter/>
            </a:ln>
          </p:spPr>
          <p:txBody>
            <a:bodyPr rtlCol="0" anchor="ctr"/>
            <a:lstStyle/>
            <a:p>
              <a:endParaRPr lang="zh-CN" altLang="en-US"/>
            </a:p>
          </p:txBody>
        </p:sp>
        <p:sp>
          <p:nvSpPr>
            <p:cNvPr id="90" name="任意多边形 32">
              <a:extLst>
                <a:ext uri="{FF2B5EF4-FFF2-40B4-BE49-F238E27FC236}">
                  <a16:creationId xmlns:a16="http://schemas.microsoft.com/office/drawing/2014/main" id="{E07061B5-E293-4BAD-BA97-F842C5BB267E}"/>
                </a:ext>
              </a:extLst>
            </p:cNvPr>
            <p:cNvSpPr/>
            <p:nvPr/>
          </p:nvSpPr>
          <p:spPr>
            <a:xfrm>
              <a:off x="6255890" y="2082565"/>
              <a:ext cx="448236" cy="230262"/>
            </a:xfrm>
            <a:custGeom>
              <a:avLst/>
              <a:gdLst>
                <a:gd name="connsiteX0" fmla="*/ 386663 w 395890"/>
                <a:gd name="connsiteY0" fmla="*/ 112221 h 203372"/>
                <a:gd name="connsiteX1" fmla="*/ 250388 w 395890"/>
                <a:gd name="connsiteY1" fmla="*/ 153708 h 203372"/>
                <a:gd name="connsiteX2" fmla="*/ 94799 w 395890"/>
                <a:gd name="connsiteY2" fmla="*/ 202246 h 203372"/>
                <a:gd name="connsiteX3" fmla="*/ 66146 w 395890"/>
                <a:gd name="connsiteY3" fmla="*/ 31028 h 203372"/>
                <a:gd name="connsiteX4" fmla="*/ 386663 w 395890"/>
                <a:gd name="connsiteY4" fmla="*/ 112221 h 20337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95890" h="203372">
                  <a:moveTo>
                    <a:pt x="386663" y="112221"/>
                  </a:moveTo>
                  <a:cubicBezTo>
                    <a:pt x="344034" y="208472"/>
                    <a:pt x="250388" y="153708"/>
                    <a:pt x="250388" y="153708"/>
                  </a:cubicBezTo>
                  <a:cubicBezTo>
                    <a:pt x="207091" y="190022"/>
                    <a:pt x="151062" y="207500"/>
                    <a:pt x="94799" y="202246"/>
                  </a:cubicBezTo>
                  <a:cubicBezTo>
                    <a:pt x="581" y="192970"/>
                    <a:pt x="-48592" y="79439"/>
                    <a:pt x="66146" y="31028"/>
                  </a:cubicBezTo>
                  <a:cubicBezTo>
                    <a:pt x="180884" y="-17383"/>
                    <a:pt x="446701" y="-22784"/>
                    <a:pt x="386663" y="112221"/>
                  </a:cubicBezTo>
                  <a:close/>
                </a:path>
              </a:pathLst>
            </a:custGeom>
            <a:solidFill>
              <a:srgbClr val="981D04"/>
            </a:solidFill>
            <a:ln w="6346" cap="flat">
              <a:noFill/>
              <a:prstDash val="solid"/>
              <a:miter/>
            </a:ln>
          </p:spPr>
          <p:txBody>
            <a:bodyPr rtlCol="0" anchor="ctr"/>
            <a:lstStyle/>
            <a:p>
              <a:endParaRPr lang="zh-CN" altLang="en-US"/>
            </a:p>
          </p:txBody>
        </p:sp>
        <p:sp>
          <p:nvSpPr>
            <p:cNvPr id="91" name="任意多边形 33">
              <a:extLst>
                <a:ext uri="{FF2B5EF4-FFF2-40B4-BE49-F238E27FC236}">
                  <a16:creationId xmlns:a16="http://schemas.microsoft.com/office/drawing/2014/main" id="{481C0E44-BD67-4F0C-B4DA-374303E5DDB8}"/>
                </a:ext>
              </a:extLst>
            </p:cNvPr>
            <p:cNvSpPr/>
            <p:nvPr/>
          </p:nvSpPr>
          <p:spPr>
            <a:xfrm>
              <a:off x="5999615" y="5296537"/>
              <a:ext cx="484830" cy="136671"/>
            </a:xfrm>
            <a:custGeom>
              <a:avLst/>
              <a:gdLst>
                <a:gd name="connsiteX0" fmla="*/ 415046 w 428211"/>
                <a:gd name="connsiteY0" fmla="*/ -210 h 120710"/>
                <a:gd name="connsiteX1" fmla="*/ 150755 w 428211"/>
                <a:gd name="connsiteY1" fmla="*/ -210 h 120710"/>
                <a:gd name="connsiteX2" fmla="*/ -514 w 428211"/>
                <a:gd name="connsiteY2" fmla="*/ 107794 h 120710"/>
                <a:gd name="connsiteX3" fmla="*/ -514 w 428211"/>
                <a:gd name="connsiteY3" fmla="*/ 120500 h 120710"/>
                <a:gd name="connsiteX4" fmla="*/ 425148 w 428211"/>
                <a:gd name="connsiteY4" fmla="*/ 120500 h 120710"/>
                <a:gd name="connsiteX5" fmla="*/ 414856 w 428211"/>
                <a:gd name="connsiteY5" fmla="*/ -210 h 1207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428211" h="120710">
                  <a:moveTo>
                    <a:pt x="415046" y="-210"/>
                  </a:moveTo>
                  <a:lnTo>
                    <a:pt x="150755" y="-210"/>
                  </a:lnTo>
                  <a:cubicBezTo>
                    <a:pt x="150755" y="-210"/>
                    <a:pt x="14924" y="76981"/>
                    <a:pt x="-514" y="107794"/>
                  </a:cubicBezTo>
                  <a:lnTo>
                    <a:pt x="-514" y="120500"/>
                  </a:lnTo>
                  <a:lnTo>
                    <a:pt x="425148" y="120500"/>
                  </a:lnTo>
                  <a:cubicBezTo>
                    <a:pt x="425148" y="120500"/>
                    <a:pt x="435377" y="30412"/>
                    <a:pt x="414856" y="-210"/>
                  </a:cubicBezTo>
                  <a:close/>
                </a:path>
              </a:pathLst>
            </a:custGeom>
            <a:solidFill>
              <a:srgbClr val="00065B"/>
            </a:solidFill>
            <a:ln w="6346" cap="flat">
              <a:noFill/>
              <a:prstDash val="solid"/>
              <a:miter/>
            </a:ln>
          </p:spPr>
          <p:txBody>
            <a:bodyPr rtlCol="0" anchor="ctr"/>
            <a:lstStyle/>
            <a:p>
              <a:endParaRPr lang="zh-CN" altLang="en-US"/>
            </a:p>
          </p:txBody>
        </p:sp>
        <p:sp>
          <p:nvSpPr>
            <p:cNvPr id="92" name="任意多边形 34">
              <a:extLst>
                <a:ext uri="{FF2B5EF4-FFF2-40B4-BE49-F238E27FC236}">
                  <a16:creationId xmlns:a16="http://schemas.microsoft.com/office/drawing/2014/main" id="{0E582F40-17EC-41DE-B69A-CC8D4B776950}"/>
                </a:ext>
              </a:extLst>
            </p:cNvPr>
            <p:cNvSpPr/>
            <p:nvPr/>
          </p:nvSpPr>
          <p:spPr>
            <a:xfrm>
              <a:off x="5999255" y="5433496"/>
              <a:ext cx="483023" cy="22802"/>
            </a:xfrm>
            <a:custGeom>
              <a:avLst/>
              <a:gdLst>
                <a:gd name="connsiteX0" fmla="*/ 426615 w 426615"/>
                <a:gd name="connsiteY0" fmla="*/ 0 h 20139"/>
                <a:gd name="connsiteX1" fmla="*/ 0 w 426615"/>
                <a:gd name="connsiteY1" fmla="*/ 0 h 20139"/>
                <a:gd name="connsiteX2" fmla="*/ 0 w 426615"/>
                <a:gd name="connsiteY2" fmla="*/ 20140 h 20139"/>
                <a:gd name="connsiteX3" fmla="*/ 426615 w 426615"/>
                <a:gd name="connsiteY3" fmla="*/ 20140 h 20139"/>
                <a:gd name="connsiteX4" fmla="*/ 426615 w 426615"/>
                <a:gd name="connsiteY4" fmla="*/ 0 h 20139"/>
                <a:gd name="connsiteX5" fmla="*/ 426615 w 426615"/>
                <a:gd name="connsiteY5" fmla="*/ 0 h 201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426615" h="20139">
                  <a:moveTo>
                    <a:pt x="426615" y="0"/>
                  </a:moveTo>
                  <a:lnTo>
                    <a:pt x="0" y="0"/>
                  </a:lnTo>
                  <a:lnTo>
                    <a:pt x="0" y="20140"/>
                  </a:lnTo>
                  <a:lnTo>
                    <a:pt x="426615" y="20140"/>
                  </a:lnTo>
                  <a:lnTo>
                    <a:pt x="426615" y="0"/>
                  </a:lnTo>
                  <a:lnTo>
                    <a:pt x="426615" y="0"/>
                  </a:lnTo>
                  <a:close/>
                </a:path>
              </a:pathLst>
            </a:custGeom>
            <a:solidFill>
              <a:srgbClr val="434CC0"/>
            </a:solidFill>
            <a:ln w="6346" cap="flat">
              <a:noFill/>
              <a:prstDash val="solid"/>
              <a:miter/>
            </a:ln>
          </p:spPr>
          <p:txBody>
            <a:bodyPr rtlCol="0" anchor="ctr"/>
            <a:lstStyle/>
            <a:p>
              <a:endParaRPr lang="zh-CN" altLang="en-US"/>
            </a:p>
          </p:txBody>
        </p:sp>
        <p:sp>
          <p:nvSpPr>
            <p:cNvPr id="93" name="任意多边形 35">
              <a:extLst>
                <a:ext uri="{FF2B5EF4-FFF2-40B4-BE49-F238E27FC236}">
                  <a16:creationId xmlns:a16="http://schemas.microsoft.com/office/drawing/2014/main" id="{798569BA-AF7F-4EB4-B1DF-004635627DC8}"/>
                </a:ext>
              </a:extLst>
            </p:cNvPr>
            <p:cNvSpPr/>
            <p:nvPr/>
          </p:nvSpPr>
          <p:spPr>
            <a:xfrm>
              <a:off x="6140242" y="3782441"/>
              <a:ext cx="395626" cy="1526181"/>
            </a:xfrm>
            <a:custGeom>
              <a:avLst/>
              <a:gdLst>
                <a:gd name="connsiteX0" fmla="*/ 348910 w 349424"/>
                <a:gd name="connsiteY0" fmla="*/ -210 h 1347952"/>
                <a:gd name="connsiteX1" fmla="*/ 17656 w 349424"/>
                <a:gd name="connsiteY1" fmla="*/ -210 h 1347952"/>
                <a:gd name="connsiteX2" fmla="*/ -514 w 349424"/>
                <a:gd name="connsiteY2" fmla="*/ 1347742 h 1347952"/>
                <a:gd name="connsiteX3" fmla="*/ 305200 w 349424"/>
                <a:gd name="connsiteY3" fmla="*/ 1347742 h 1347952"/>
                <a:gd name="connsiteX4" fmla="*/ 346369 w 349424"/>
                <a:gd name="connsiteY4" fmla="*/ 202583 h 13479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49424" h="1347952">
                  <a:moveTo>
                    <a:pt x="348910" y="-210"/>
                  </a:moveTo>
                  <a:lnTo>
                    <a:pt x="17656" y="-210"/>
                  </a:lnTo>
                  <a:lnTo>
                    <a:pt x="-514" y="1347742"/>
                  </a:lnTo>
                  <a:lnTo>
                    <a:pt x="305200" y="1347742"/>
                  </a:lnTo>
                  <a:cubicBezTo>
                    <a:pt x="305200" y="1347742"/>
                    <a:pt x="303548" y="602833"/>
                    <a:pt x="346369" y="202583"/>
                  </a:cubicBezTo>
                  <a:close/>
                </a:path>
              </a:pathLst>
            </a:custGeom>
            <a:solidFill>
              <a:srgbClr val="981D04"/>
            </a:solidFill>
            <a:ln w="6346" cap="flat">
              <a:noFill/>
              <a:prstDash val="solid"/>
              <a:miter/>
            </a:ln>
          </p:spPr>
          <p:txBody>
            <a:bodyPr rtlCol="0" anchor="ctr"/>
            <a:lstStyle/>
            <a:p>
              <a:endParaRPr lang="zh-CN" altLang="en-US"/>
            </a:p>
          </p:txBody>
        </p:sp>
        <p:sp>
          <p:nvSpPr>
            <p:cNvPr id="94" name="任意多边形 36">
              <a:extLst>
                <a:ext uri="{FF2B5EF4-FFF2-40B4-BE49-F238E27FC236}">
                  <a16:creationId xmlns:a16="http://schemas.microsoft.com/office/drawing/2014/main" id="{59926CDB-04FA-4FE1-988E-CE7C25D8E9F2}"/>
                </a:ext>
              </a:extLst>
            </p:cNvPr>
            <p:cNvSpPr/>
            <p:nvPr/>
          </p:nvSpPr>
          <p:spPr>
            <a:xfrm>
              <a:off x="6583298" y="5296537"/>
              <a:ext cx="484866" cy="136671"/>
            </a:xfrm>
            <a:custGeom>
              <a:avLst/>
              <a:gdLst>
                <a:gd name="connsiteX0" fmla="*/ 12168 w 428243"/>
                <a:gd name="connsiteY0" fmla="*/ -210 h 120710"/>
                <a:gd name="connsiteX1" fmla="*/ 276460 w 428243"/>
                <a:gd name="connsiteY1" fmla="*/ -210 h 120710"/>
                <a:gd name="connsiteX2" fmla="*/ 427729 w 428243"/>
                <a:gd name="connsiteY2" fmla="*/ 107794 h 120710"/>
                <a:gd name="connsiteX3" fmla="*/ 427729 w 428243"/>
                <a:gd name="connsiteY3" fmla="*/ 120500 h 120710"/>
                <a:gd name="connsiteX4" fmla="*/ 2067 w 428243"/>
                <a:gd name="connsiteY4" fmla="*/ 120500 h 120710"/>
                <a:gd name="connsiteX5" fmla="*/ 12295 w 428243"/>
                <a:gd name="connsiteY5" fmla="*/ -210 h 1207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428243" h="120710">
                  <a:moveTo>
                    <a:pt x="12168" y="-210"/>
                  </a:moveTo>
                  <a:lnTo>
                    <a:pt x="276460" y="-210"/>
                  </a:lnTo>
                  <a:cubicBezTo>
                    <a:pt x="276460" y="-210"/>
                    <a:pt x="412354" y="76981"/>
                    <a:pt x="427729" y="107794"/>
                  </a:cubicBezTo>
                  <a:lnTo>
                    <a:pt x="427729" y="120500"/>
                  </a:lnTo>
                  <a:lnTo>
                    <a:pt x="2067" y="120500"/>
                  </a:lnTo>
                  <a:cubicBezTo>
                    <a:pt x="2067" y="120500"/>
                    <a:pt x="-8226" y="30412"/>
                    <a:pt x="12295" y="-210"/>
                  </a:cubicBezTo>
                  <a:close/>
                </a:path>
              </a:pathLst>
            </a:custGeom>
            <a:solidFill>
              <a:srgbClr val="00065B"/>
            </a:solidFill>
            <a:ln w="6346" cap="flat">
              <a:noFill/>
              <a:prstDash val="solid"/>
              <a:miter/>
            </a:ln>
          </p:spPr>
          <p:txBody>
            <a:bodyPr rtlCol="0" anchor="ctr"/>
            <a:lstStyle/>
            <a:p>
              <a:endParaRPr lang="zh-CN" altLang="en-US"/>
            </a:p>
          </p:txBody>
        </p:sp>
        <p:sp>
          <p:nvSpPr>
            <p:cNvPr id="95" name="任意多边形 37">
              <a:extLst>
                <a:ext uri="{FF2B5EF4-FFF2-40B4-BE49-F238E27FC236}">
                  <a16:creationId xmlns:a16="http://schemas.microsoft.com/office/drawing/2014/main" id="{D872F288-332E-409C-96D5-FDDD5009BB43}"/>
                </a:ext>
              </a:extLst>
            </p:cNvPr>
            <p:cNvSpPr/>
            <p:nvPr/>
          </p:nvSpPr>
          <p:spPr>
            <a:xfrm>
              <a:off x="6585142" y="5433496"/>
              <a:ext cx="483023" cy="22802"/>
            </a:xfrm>
            <a:custGeom>
              <a:avLst/>
              <a:gdLst>
                <a:gd name="connsiteX0" fmla="*/ 0 w 426615"/>
                <a:gd name="connsiteY0" fmla="*/ 0 h 20139"/>
                <a:gd name="connsiteX1" fmla="*/ 426615 w 426615"/>
                <a:gd name="connsiteY1" fmla="*/ 0 h 20139"/>
                <a:gd name="connsiteX2" fmla="*/ 426615 w 426615"/>
                <a:gd name="connsiteY2" fmla="*/ 20140 h 20139"/>
                <a:gd name="connsiteX3" fmla="*/ 0 w 426615"/>
                <a:gd name="connsiteY3" fmla="*/ 20140 h 20139"/>
                <a:gd name="connsiteX4" fmla="*/ 0 w 426615"/>
                <a:gd name="connsiteY4" fmla="*/ 0 h 20139"/>
                <a:gd name="connsiteX5" fmla="*/ 0 w 426615"/>
                <a:gd name="connsiteY5" fmla="*/ 0 h 201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426615" h="20139">
                  <a:moveTo>
                    <a:pt x="0" y="0"/>
                  </a:moveTo>
                  <a:lnTo>
                    <a:pt x="426615" y="0"/>
                  </a:lnTo>
                  <a:lnTo>
                    <a:pt x="426615" y="20140"/>
                  </a:lnTo>
                  <a:lnTo>
                    <a:pt x="0" y="20140"/>
                  </a:lnTo>
                  <a:lnTo>
                    <a:pt x="0" y="0"/>
                  </a:lnTo>
                  <a:lnTo>
                    <a:pt x="0" y="0"/>
                  </a:lnTo>
                  <a:close/>
                </a:path>
              </a:pathLst>
            </a:custGeom>
            <a:solidFill>
              <a:srgbClr val="434CC0"/>
            </a:solidFill>
            <a:ln w="6346" cap="flat">
              <a:noFill/>
              <a:prstDash val="solid"/>
              <a:miter/>
            </a:ln>
          </p:spPr>
          <p:txBody>
            <a:bodyPr rtlCol="0" anchor="ctr"/>
            <a:lstStyle/>
            <a:p>
              <a:endParaRPr lang="zh-CN" altLang="en-US"/>
            </a:p>
          </p:txBody>
        </p:sp>
        <p:sp>
          <p:nvSpPr>
            <p:cNvPr id="96" name="任意多边形 38">
              <a:extLst>
                <a:ext uri="{FF2B5EF4-FFF2-40B4-BE49-F238E27FC236}">
                  <a16:creationId xmlns:a16="http://schemas.microsoft.com/office/drawing/2014/main" id="{E6FCDDB0-D49A-4326-B458-BB0DDA3E38AB}"/>
                </a:ext>
              </a:extLst>
            </p:cNvPr>
            <p:cNvSpPr/>
            <p:nvPr/>
          </p:nvSpPr>
          <p:spPr>
            <a:xfrm>
              <a:off x="6531551" y="3782441"/>
              <a:ext cx="395698" cy="1526181"/>
            </a:xfrm>
            <a:custGeom>
              <a:avLst/>
              <a:gdLst>
                <a:gd name="connsiteX0" fmla="*/ -514 w 349488"/>
                <a:gd name="connsiteY0" fmla="*/ -210 h 1347952"/>
                <a:gd name="connsiteX1" fmla="*/ 330803 w 349488"/>
                <a:gd name="connsiteY1" fmla="*/ -210 h 1347952"/>
                <a:gd name="connsiteX2" fmla="*/ 348974 w 349488"/>
                <a:gd name="connsiteY2" fmla="*/ 1347742 h 1347952"/>
                <a:gd name="connsiteX3" fmla="*/ 43259 w 349488"/>
                <a:gd name="connsiteY3" fmla="*/ 1347742 h 1347952"/>
                <a:gd name="connsiteX4" fmla="*/ 2408 w 349488"/>
                <a:gd name="connsiteY4" fmla="*/ 202583 h 13479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49488" h="1347952">
                  <a:moveTo>
                    <a:pt x="-514" y="-210"/>
                  </a:moveTo>
                  <a:lnTo>
                    <a:pt x="330803" y="-210"/>
                  </a:lnTo>
                  <a:lnTo>
                    <a:pt x="348974" y="1347742"/>
                  </a:lnTo>
                  <a:lnTo>
                    <a:pt x="43259" y="1347742"/>
                  </a:lnTo>
                  <a:cubicBezTo>
                    <a:pt x="43259" y="1347742"/>
                    <a:pt x="44911" y="602833"/>
                    <a:pt x="2408" y="202583"/>
                  </a:cubicBezTo>
                  <a:close/>
                </a:path>
              </a:pathLst>
            </a:custGeom>
            <a:solidFill>
              <a:srgbClr val="981D04"/>
            </a:solidFill>
            <a:ln w="6346" cap="flat">
              <a:noFill/>
              <a:prstDash val="solid"/>
              <a:miter/>
            </a:ln>
          </p:spPr>
          <p:txBody>
            <a:bodyPr rtlCol="0" anchor="ctr"/>
            <a:lstStyle/>
            <a:p>
              <a:endParaRPr lang="zh-CN" altLang="en-US"/>
            </a:p>
          </p:txBody>
        </p:sp>
        <p:sp>
          <p:nvSpPr>
            <p:cNvPr id="97" name="任意多边形 39">
              <a:extLst>
                <a:ext uri="{FF2B5EF4-FFF2-40B4-BE49-F238E27FC236}">
                  <a16:creationId xmlns:a16="http://schemas.microsoft.com/office/drawing/2014/main" id="{F969DBDD-0070-42A6-B3A3-30A2869C24E6}"/>
                </a:ext>
              </a:extLst>
            </p:cNvPr>
            <p:cNvSpPr/>
            <p:nvPr/>
          </p:nvSpPr>
          <p:spPr>
            <a:xfrm>
              <a:off x="6096076" y="2836102"/>
              <a:ext cx="877570" cy="1154292"/>
            </a:xfrm>
            <a:custGeom>
              <a:avLst/>
              <a:gdLst>
                <a:gd name="connsiteX0" fmla="*/ 259966 w 775086"/>
                <a:gd name="connsiteY0" fmla="*/ -210 h 1019493"/>
                <a:gd name="connsiteX1" fmla="*/ 380676 w 775086"/>
                <a:gd name="connsiteY1" fmla="*/ 81873 h 1019493"/>
                <a:gd name="connsiteX2" fmla="*/ 383217 w 775086"/>
                <a:gd name="connsiteY2" fmla="*/ 81873 h 1019493"/>
                <a:gd name="connsiteX3" fmla="*/ 501132 w 775086"/>
                <a:gd name="connsiteY3" fmla="*/ -210 h 1019493"/>
                <a:gd name="connsiteX4" fmla="*/ 703735 w 775086"/>
                <a:gd name="connsiteY4" fmla="*/ 40832 h 1019493"/>
                <a:gd name="connsiteX5" fmla="*/ 774573 w 775086"/>
                <a:gd name="connsiteY5" fmla="*/ 943109 h 1019493"/>
                <a:gd name="connsiteX6" fmla="*/ -514 w 775086"/>
                <a:gd name="connsiteY6" fmla="*/ 924050 h 1019493"/>
                <a:gd name="connsiteX7" fmla="*/ 66893 w 775086"/>
                <a:gd name="connsiteY7" fmla="*/ 30603 h 1019493"/>
                <a:gd name="connsiteX8" fmla="*/ 260029 w 775086"/>
                <a:gd name="connsiteY8" fmla="*/ -210 h 101949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775086" h="1019493">
                  <a:moveTo>
                    <a:pt x="259966" y="-210"/>
                  </a:moveTo>
                  <a:cubicBezTo>
                    <a:pt x="277882" y="79268"/>
                    <a:pt x="372734" y="81873"/>
                    <a:pt x="380676" y="81873"/>
                  </a:cubicBezTo>
                  <a:lnTo>
                    <a:pt x="383217" y="81873"/>
                  </a:lnTo>
                  <a:cubicBezTo>
                    <a:pt x="390904" y="81873"/>
                    <a:pt x="480611" y="79268"/>
                    <a:pt x="501132" y="-210"/>
                  </a:cubicBezTo>
                  <a:lnTo>
                    <a:pt x="703735" y="40832"/>
                  </a:lnTo>
                  <a:lnTo>
                    <a:pt x="774573" y="943109"/>
                  </a:lnTo>
                  <a:cubicBezTo>
                    <a:pt x="615743" y="1025700"/>
                    <a:pt x="132394" y="1069347"/>
                    <a:pt x="-514" y="924050"/>
                  </a:cubicBezTo>
                  <a:lnTo>
                    <a:pt x="66893" y="30603"/>
                  </a:lnTo>
                  <a:lnTo>
                    <a:pt x="260029" y="-210"/>
                  </a:lnTo>
                  <a:close/>
                </a:path>
              </a:pathLst>
            </a:custGeom>
            <a:solidFill>
              <a:srgbClr val="00065B"/>
            </a:solidFill>
            <a:ln w="6346" cap="flat">
              <a:noFill/>
              <a:prstDash val="solid"/>
              <a:miter/>
            </a:ln>
          </p:spPr>
          <p:txBody>
            <a:bodyPr rtlCol="0" anchor="ctr"/>
            <a:lstStyle/>
            <a:p>
              <a:endParaRPr lang="zh-CN" altLang="en-US"/>
            </a:p>
          </p:txBody>
        </p:sp>
        <p:sp>
          <p:nvSpPr>
            <p:cNvPr id="98" name="任意多边形 40">
              <a:extLst>
                <a:ext uri="{FF2B5EF4-FFF2-40B4-BE49-F238E27FC236}">
                  <a16:creationId xmlns:a16="http://schemas.microsoft.com/office/drawing/2014/main" id="{6BEC9D0C-C273-4A8D-B2C4-1746C0E399BF}"/>
                </a:ext>
              </a:extLst>
            </p:cNvPr>
            <p:cNvSpPr/>
            <p:nvPr/>
          </p:nvSpPr>
          <p:spPr>
            <a:xfrm>
              <a:off x="5368249" y="3005839"/>
              <a:ext cx="792980" cy="422613"/>
            </a:xfrm>
            <a:custGeom>
              <a:avLst/>
              <a:gdLst>
                <a:gd name="connsiteX0" fmla="*/ 698477 w 700375"/>
                <a:gd name="connsiteY0" fmla="*/ 67344 h 373260"/>
                <a:gd name="connsiteX1" fmla="*/ 582976 w 700375"/>
                <a:gd name="connsiteY1" fmla="*/ 238880 h 373260"/>
                <a:gd name="connsiteX2" fmla="*/ 51470 w 700375"/>
                <a:gd name="connsiteY2" fmla="*/ 369755 h 373260"/>
                <a:gd name="connsiteX3" fmla="*/ 51470 w 700375"/>
                <a:gd name="connsiteY3" fmla="*/ 261751 h 373260"/>
                <a:gd name="connsiteX4" fmla="*/ 505786 w 700375"/>
                <a:gd name="connsiteY4" fmla="*/ 161816 h 373260"/>
                <a:gd name="connsiteX5" fmla="*/ 580181 w 700375"/>
                <a:gd name="connsiteY5" fmla="*/ 74714 h 373260"/>
                <a:gd name="connsiteX6" fmla="*/ 587932 w 700375"/>
                <a:gd name="connsiteY6" fmla="*/ 56798 h 373260"/>
                <a:gd name="connsiteX7" fmla="*/ 587932 w 700375"/>
                <a:gd name="connsiteY7" fmla="*/ 59339 h 373260"/>
                <a:gd name="connsiteX8" fmla="*/ 590474 w 700375"/>
                <a:gd name="connsiteY8" fmla="*/ 51652 h 373260"/>
                <a:gd name="connsiteX9" fmla="*/ 593015 w 700375"/>
                <a:gd name="connsiteY9" fmla="*/ 38945 h 373260"/>
                <a:gd name="connsiteX10" fmla="*/ 698287 w 700375"/>
                <a:gd name="connsiteY10" fmla="*/ 67154 h 37326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700375" h="373260">
                  <a:moveTo>
                    <a:pt x="698477" y="67344"/>
                  </a:moveTo>
                  <a:cubicBezTo>
                    <a:pt x="683039" y="133989"/>
                    <a:pt x="634310" y="195488"/>
                    <a:pt x="582976" y="238880"/>
                  </a:cubicBezTo>
                  <a:cubicBezTo>
                    <a:pt x="439014" y="362068"/>
                    <a:pt x="233933" y="382525"/>
                    <a:pt x="51470" y="369755"/>
                  </a:cubicBezTo>
                  <a:cubicBezTo>
                    <a:pt x="-17843" y="364609"/>
                    <a:pt x="-17843" y="256986"/>
                    <a:pt x="51470" y="261751"/>
                  </a:cubicBezTo>
                  <a:cubicBezTo>
                    <a:pt x="202930" y="274457"/>
                    <a:pt x="385139" y="264356"/>
                    <a:pt x="505786" y="161816"/>
                  </a:cubicBezTo>
                  <a:cubicBezTo>
                    <a:pt x="541681" y="131066"/>
                    <a:pt x="559660" y="110609"/>
                    <a:pt x="580181" y="74714"/>
                  </a:cubicBezTo>
                  <a:cubicBezTo>
                    <a:pt x="582284" y="68545"/>
                    <a:pt x="584876" y="62554"/>
                    <a:pt x="587932" y="56798"/>
                  </a:cubicBezTo>
                  <a:cubicBezTo>
                    <a:pt x="593015" y="46506"/>
                    <a:pt x="582786" y="69504"/>
                    <a:pt x="587932" y="59339"/>
                  </a:cubicBezTo>
                  <a:cubicBezTo>
                    <a:pt x="587932" y="56798"/>
                    <a:pt x="590474" y="54193"/>
                    <a:pt x="590474" y="51652"/>
                  </a:cubicBezTo>
                  <a:cubicBezTo>
                    <a:pt x="591077" y="47370"/>
                    <a:pt x="591928" y="43132"/>
                    <a:pt x="593015" y="38945"/>
                  </a:cubicBezTo>
                  <a:cubicBezTo>
                    <a:pt x="610994" y="-30241"/>
                    <a:pt x="713725" y="509"/>
                    <a:pt x="698287" y="67154"/>
                  </a:cubicBezTo>
                  <a:close/>
                </a:path>
              </a:pathLst>
            </a:custGeom>
            <a:solidFill>
              <a:srgbClr val="FED0D6"/>
            </a:solidFill>
            <a:ln w="6346" cap="flat">
              <a:noFill/>
              <a:prstDash val="solid"/>
              <a:miter/>
            </a:ln>
          </p:spPr>
          <p:txBody>
            <a:bodyPr rtlCol="0" anchor="ctr"/>
            <a:lstStyle/>
            <a:p>
              <a:endParaRPr lang="zh-CN" altLang="en-US"/>
            </a:p>
          </p:txBody>
        </p:sp>
        <p:sp>
          <p:nvSpPr>
            <p:cNvPr id="99" name="任意多边形 41">
              <a:extLst>
                <a:ext uri="{FF2B5EF4-FFF2-40B4-BE49-F238E27FC236}">
                  <a16:creationId xmlns:a16="http://schemas.microsoft.com/office/drawing/2014/main" id="{E3DB0353-9C5F-4EDF-9A4E-390FC212D1B8}"/>
                </a:ext>
              </a:extLst>
            </p:cNvPr>
            <p:cNvSpPr/>
            <p:nvPr/>
          </p:nvSpPr>
          <p:spPr>
            <a:xfrm>
              <a:off x="5555003" y="2870989"/>
              <a:ext cx="617392" cy="613005"/>
            </a:xfrm>
            <a:custGeom>
              <a:avLst/>
              <a:gdLst>
                <a:gd name="connsiteX0" fmla="*/ 14860 w 545292"/>
                <a:gd name="connsiteY0" fmla="*/ 541208 h 541418"/>
                <a:gd name="connsiteX1" fmla="*/ 534550 w 545292"/>
                <a:gd name="connsiteY1" fmla="*/ 283332 h 541418"/>
                <a:gd name="connsiteX2" fmla="*/ 544778 w 545292"/>
                <a:gd name="connsiteY2" fmla="*/ -210 h 541418"/>
                <a:gd name="connsiteX3" fmla="*/ 544778 w 545292"/>
                <a:gd name="connsiteY3" fmla="*/ -210 h 541418"/>
                <a:gd name="connsiteX4" fmla="*/ 356661 w 545292"/>
                <a:gd name="connsiteY4" fmla="*/ 143562 h 541418"/>
                <a:gd name="connsiteX5" fmla="*/ -514 w 545292"/>
                <a:gd name="connsiteY5" fmla="*/ 353662 h 54141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545292" h="541418">
                  <a:moveTo>
                    <a:pt x="14860" y="541208"/>
                  </a:moveTo>
                  <a:cubicBezTo>
                    <a:pt x="14860" y="541208"/>
                    <a:pt x="369367" y="543812"/>
                    <a:pt x="534550" y="283332"/>
                  </a:cubicBezTo>
                  <a:lnTo>
                    <a:pt x="544778" y="-210"/>
                  </a:lnTo>
                  <a:lnTo>
                    <a:pt x="544778" y="-210"/>
                  </a:lnTo>
                  <a:cubicBezTo>
                    <a:pt x="544778" y="-210"/>
                    <a:pt x="471018" y="3793"/>
                    <a:pt x="356661" y="143562"/>
                  </a:cubicBezTo>
                  <a:cubicBezTo>
                    <a:pt x="285251" y="230855"/>
                    <a:pt x="140653" y="363890"/>
                    <a:pt x="-514" y="353662"/>
                  </a:cubicBezTo>
                  <a:close/>
                </a:path>
              </a:pathLst>
            </a:custGeom>
            <a:solidFill>
              <a:srgbClr val="434CC0"/>
            </a:solidFill>
            <a:ln w="6346" cap="flat">
              <a:noFill/>
              <a:prstDash val="solid"/>
              <a:miter/>
            </a:ln>
          </p:spPr>
          <p:txBody>
            <a:bodyPr rtlCol="0" anchor="ctr"/>
            <a:lstStyle/>
            <a:p>
              <a:endParaRPr lang="zh-CN" altLang="en-US"/>
            </a:p>
          </p:txBody>
        </p:sp>
        <p:sp>
          <p:nvSpPr>
            <p:cNvPr id="100" name="任意多边形 42">
              <a:extLst>
                <a:ext uri="{FF2B5EF4-FFF2-40B4-BE49-F238E27FC236}">
                  <a16:creationId xmlns:a16="http://schemas.microsoft.com/office/drawing/2014/main" id="{77F349FF-3F95-422C-B6D3-6D1548E830EA}"/>
                </a:ext>
              </a:extLst>
            </p:cNvPr>
            <p:cNvSpPr/>
            <p:nvPr/>
          </p:nvSpPr>
          <p:spPr>
            <a:xfrm>
              <a:off x="4621893" y="1105990"/>
              <a:ext cx="1140920" cy="1998720"/>
            </a:xfrm>
            <a:custGeom>
              <a:avLst/>
              <a:gdLst>
                <a:gd name="connsiteX0" fmla="*/ 596690 w 1007682"/>
                <a:gd name="connsiteY0" fmla="*/ 1042540 h 1765307"/>
                <a:gd name="connsiteX1" fmla="*/ 596690 w 1007682"/>
                <a:gd name="connsiteY1" fmla="*/ 1209120 h 1765307"/>
                <a:gd name="connsiteX2" fmla="*/ 479747 w 1007682"/>
                <a:gd name="connsiteY2" fmla="*/ 1332124 h 1765307"/>
                <a:gd name="connsiteX3" fmla="*/ 473502 w 1007682"/>
                <a:gd name="connsiteY3" fmla="*/ 1332118 h 1765307"/>
                <a:gd name="connsiteX4" fmla="*/ 350314 w 1007682"/>
                <a:gd name="connsiteY4" fmla="*/ 1209120 h 1765307"/>
                <a:gd name="connsiteX5" fmla="*/ 350314 w 1007682"/>
                <a:gd name="connsiteY5" fmla="*/ 945209 h 1765307"/>
                <a:gd name="connsiteX6" fmla="*/ 352855 w 1007682"/>
                <a:gd name="connsiteY6" fmla="*/ 940063 h 1765307"/>
                <a:gd name="connsiteX7" fmla="*/ 350314 w 1007682"/>
                <a:gd name="connsiteY7" fmla="*/ 934981 h 1765307"/>
                <a:gd name="connsiteX8" fmla="*/ 473502 w 1007682"/>
                <a:gd name="connsiteY8" fmla="*/ 811983 h 1765307"/>
                <a:gd name="connsiteX9" fmla="*/ 760983 w 1007682"/>
                <a:gd name="connsiteY9" fmla="*/ 530157 h 1765307"/>
                <a:gd name="connsiteX10" fmla="*/ 473502 w 1007682"/>
                <a:gd name="connsiteY10" fmla="*/ 245725 h 1765307"/>
                <a:gd name="connsiteX11" fmla="*/ 229667 w 1007682"/>
                <a:gd name="connsiteY11" fmla="*/ 384097 h 1765307"/>
                <a:gd name="connsiteX12" fmla="*/ 62134 w 1007682"/>
                <a:gd name="connsiteY12" fmla="*/ 430888 h 1765307"/>
                <a:gd name="connsiteX13" fmla="*/ 15343 w 1007682"/>
                <a:gd name="connsiteY13" fmla="*/ 263355 h 1765307"/>
                <a:gd name="connsiteX14" fmla="*/ 16645 w 1007682"/>
                <a:gd name="connsiteY14" fmla="*/ 261100 h 1765307"/>
                <a:gd name="connsiteX15" fmla="*/ 473502 w 1007682"/>
                <a:gd name="connsiteY15" fmla="*/ -206 h 1765307"/>
                <a:gd name="connsiteX16" fmla="*/ 1007168 w 1007682"/>
                <a:gd name="connsiteY16" fmla="*/ 530157 h 1765307"/>
                <a:gd name="connsiteX17" fmla="*/ 596499 w 1007682"/>
                <a:gd name="connsiteY17" fmla="*/ 1042540 h 1765307"/>
                <a:gd name="connsiteX18" fmla="*/ 596690 w 1007682"/>
                <a:gd name="connsiteY18" fmla="*/ 1595965 h 1765307"/>
                <a:gd name="connsiteX19" fmla="*/ 596690 w 1007682"/>
                <a:gd name="connsiteY19" fmla="*/ 1642089 h 1765307"/>
                <a:gd name="connsiteX20" fmla="*/ 473502 w 1007682"/>
                <a:gd name="connsiteY20" fmla="*/ 1765086 h 1765307"/>
                <a:gd name="connsiteX21" fmla="*/ 350314 w 1007682"/>
                <a:gd name="connsiteY21" fmla="*/ 1645221 h 1765307"/>
                <a:gd name="connsiteX22" fmla="*/ 350314 w 1007682"/>
                <a:gd name="connsiteY22" fmla="*/ 1642089 h 1765307"/>
                <a:gd name="connsiteX23" fmla="*/ 350314 w 1007682"/>
                <a:gd name="connsiteY23" fmla="*/ 1595965 h 1765307"/>
                <a:gd name="connsiteX24" fmla="*/ 473502 w 1007682"/>
                <a:gd name="connsiteY24" fmla="*/ 1473031 h 1765307"/>
                <a:gd name="connsiteX25" fmla="*/ 596690 w 1007682"/>
                <a:gd name="connsiteY25" fmla="*/ 1592769 h 1765307"/>
                <a:gd name="connsiteX26" fmla="*/ 596690 w 1007682"/>
                <a:gd name="connsiteY26" fmla="*/ 1595965 h 17653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Lst>
              <a:rect l="l" t="t" r="r" b="b"/>
              <a:pathLst>
                <a:path w="1007682" h="1765307">
                  <a:moveTo>
                    <a:pt x="596690" y="1042540"/>
                  </a:moveTo>
                  <a:lnTo>
                    <a:pt x="596690" y="1209120"/>
                  </a:lnTo>
                  <a:cubicBezTo>
                    <a:pt x="598361" y="1275377"/>
                    <a:pt x="546004" y="1330447"/>
                    <a:pt x="479747" y="1332124"/>
                  </a:cubicBezTo>
                  <a:cubicBezTo>
                    <a:pt x="477663" y="1332175"/>
                    <a:pt x="475579" y="1332175"/>
                    <a:pt x="473502" y="1332118"/>
                  </a:cubicBezTo>
                  <a:cubicBezTo>
                    <a:pt x="405529" y="1332156"/>
                    <a:pt x="350384" y="1277093"/>
                    <a:pt x="350314" y="1209120"/>
                  </a:cubicBezTo>
                  <a:lnTo>
                    <a:pt x="350314" y="945209"/>
                  </a:lnTo>
                  <a:cubicBezTo>
                    <a:pt x="350314" y="942668"/>
                    <a:pt x="352855" y="942668"/>
                    <a:pt x="352855" y="940063"/>
                  </a:cubicBezTo>
                  <a:cubicBezTo>
                    <a:pt x="350314" y="937522"/>
                    <a:pt x="350314" y="937522"/>
                    <a:pt x="350314" y="934981"/>
                  </a:cubicBezTo>
                  <a:cubicBezTo>
                    <a:pt x="350314" y="870941"/>
                    <a:pt x="406793" y="811983"/>
                    <a:pt x="473502" y="811983"/>
                  </a:cubicBezTo>
                  <a:cubicBezTo>
                    <a:pt x="632649" y="811983"/>
                    <a:pt x="760983" y="686445"/>
                    <a:pt x="760983" y="530157"/>
                  </a:cubicBezTo>
                  <a:cubicBezTo>
                    <a:pt x="760983" y="368723"/>
                    <a:pt x="632649" y="245725"/>
                    <a:pt x="473502" y="245725"/>
                  </a:cubicBezTo>
                  <a:cubicBezTo>
                    <a:pt x="373636" y="246094"/>
                    <a:pt x="281198" y="298552"/>
                    <a:pt x="229667" y="384097"/>
                  </a:cubicBezTo>
                  <a:cubicBezTo>
                    <a:pt x="196326" y="443283"/>
                    <a:pt x="121320" y="464230"/>
                    <a:pt x="62134" y="430888"/>
                  </a:cubicBezTo>
                  <a:cubicBezTo>
                    <a:pt x="2948" y="397547"/>
                    <a:pt x="-17999" y="322541"/>
                    <a:pt x="15343" y="263355"/>
                  </a:cubicBezTo>
                  <a:cubicBezTo>
                    <a:pt x="15769" y="262599"/>
                    <a:pt x="16201" y="261850"/>
                    <a:pt x="16645" y="261100"/>
                  </a:cubicBezTo>
                  <a:cubicBezTo>
                    <a:pt x="111346" y="98668"/>
                    <a:pt x="285480" y="-930"/>
                    <a:pt x="473502" y="-206"/>
                  </a:cubicBezTo>
                  <a:cubicBezTo>
                    <a:pt x="766129" y="-206"/>
                    <a:pt x="1007168" y="235497"/>
                    <a:pt x="1007168" y="530157"/>
                  </a:cubicBezTo>
                  <a:cubicBezTo>
                    <a:pt x="1007168" y="778693"/>
                    <a:pt x="832647" y="988792"/>
                    <a:pt x="596499" y="1042540"/>
                  </a:cubicBezTo>
                  <a:close/>
                  <a:moveTo>
                    <a:pt x="596690" y="1595965"/>
                  </a:moveTo>
                  <a:lnTo>
                    <a:pt x="596690" y="1642089"/>
                  </a:lnTo>
                  <a:cubicBezTo>
                    <a:pt x="596690" y="1713816"/>
                    <a:pt x="545356" y="1765086"/>
                    <a:pt x="473502" y="1765086"/>
                  </a:cubicBezTo>
                  <a:cubicBezTo>
                    <a:pt x="406387" y="1766001"/>
                    <a:pt x="351235" y="1712336"/>
                    <a:pt x="350314" y="1645221"/>
                  </a:cubicBezTo>
                  <a:cubicBezTo>
                    <a:pt x="350301" y="1644179"/>
                    <a:pt x="350301" y="1643131"/>
                    <a:pt x="350314" y="1642089"/>
                  </a:cubicBezTo>
                  <a:lnTo>
                    <a:pt x="350314" y="1595965"/>
                  </a:lnTo>
                  <a:cubicBezTo>
                    <a:pt x="351305" y="1528386"/>
                    <a:pt x="405923" y="1473882"/>
                    <a:pt x="473502" y="1473031"/>
                  </a:cubicBezTo>
                  <a:cubicBezTo>
                    <a:pt x="540585" y="1472078"/>
                    <a:pt x="595737" y="1525686"/>
                    <a:pt x="596690" y="1592769"/>
                  </a:cubicBezTo>
                  <a:cubicBezTo>
                    <a:pt x="596703" y="1593830"/>
                    <a:pt x="596703" y="1594897"/>
                    <a:pt x="596690" y="1595965"/>
                  </a:cubicBezTo>
                  <a:close/>
                </a:path>
              </a:pathLst>
            </a:custGeom>
            <a:solidFill>
              <a:srgbClr val="FFC545"/>
            </a:solidFill>
            <a:ln w="6346" cap="flat">
              <a:noFill/>
              <a:prstDash val="solid"/>
              <a:miter/>
            </a:ln>
          </p:spPr>
          <p:txBody>
            <a:bodyPr rtlCol="0" anchor="ctr"/>
            <a:lstStyle/>
            <a:p>
              <a:endParaRPr lang="zh-CN" altLang="en-US"/>
            </a:p>
          </p:txBody>
        </p:sp>
        <p:sp>
          <p:nvSpPr>
            <p:cNvPr id="101" name="任意多边形 43">
              <a:extLst>
                <a:ext uri="{FF2B5EF4-FFF2-40B4-BE49-F238E27FC236}">
                  <a16:creationId xmlns:a16="http://schemas.microsoft.com/office/drawing/2014/main" id="{FD362422-1829-47D1-9318-B660BA5738B1}"/>
                </a:ext>
              </a:extLst>
            </p:cNvPr>
            <p:cNvSpPr/>
            <p:nvPr/>
          </p:nvSpPr>
          <p:spPr>
            <a:xfrm>
              <a:off x="6447837" y="2687348"/>
              <a:ext cx="549892" cy="723736"/>
            </a:xfrm>
            <a:custGeom>
              <a:avLst/>
              <a:gdLst>
                <a:gd name="connsiteX0" fmla="*/ 104936 w 485675"/>
                <a:gd name="connsiteY0" fmla="*/ 49599 h 639217"/>
                <a:gd name="connsiteX1" fmla="*/ 228188 w 485675"/>
                <a:gd name="connsiteY1" fmla="*/ 397943 h 639217"/>
                <a:gd name="connsiteX2" fmla="*/ 282126 w 485675"/>
                <a:gd name="connsiteY2" fmla="*/ 492733 h 639217"/>
                <a:gd name="connsiteX3" fmla="*/ 305252 w 485675"/>
                <a:gd name="connsiteY3" fmla="*/ 523482 h 639217"/>
                <a:gd name="connsiteX4" fmla="*/ 315544 w 485675"/>
                <a:gd name="connsiteY4" fmla="*/ 533711 h 639217"/>
                <a:gd name="connsiteX5" fmla="*/ 294959 w 485675"/>
                <a:gd name="connsiteY5" fmla="*/ 533711 h 639217"/>
                <a:gd name="connsiteX6" fmla="*/ 310398 w 485675"/>
                <a:gd name="connsiteY6" fmla="*/ 513253 h 639217"/>
                <a:gd name="connsiteX7" fmla="*/ 341210 w 485675"/>
                <a:gd name="connsiteY7" fmla="*/ 456837 h 639217"/>
                <a:gd name="connsiteX8" fmla="*/ 379711 w 485675"/>
                <a:gd name="connsiteY8" fmla="*/ 308300 h 639217"/>
                <a:gd name="connsiteX9" fmla="*/ 484982 w 485675"/>
                <a:gd name="connsiteY9" fmla="*/ 308300 h 639217"/>
                <a:gd name="connsiteX10" fmla="*/ 364272 w 485675"/>
                <a:gd name="connsiteY10" fmla="*/ 613252 h 639217"/>
                <a:gd name="connsiteX11" fmla="*/ 179395 w 485675"/>
                <a:gd name="connsiteY11" fmla="*/ 528692 h 639217"/>
                <a:gd name="connsiteX12" fmla="*/ 53602 w 485675"/>
                <a:gd name="connsiteY12" fmla="*/ 267449 h 639217"/>
                <a:gd name="connsiteX13" fmla="*/ -336 w 485675"/>
                <a:gd name="connsiteY13" fmla="*/ 49726 h 639217"/>
                <a:gd name="connsiteX14" fmla="*/ 104936 w 485675"/>
                <a:gd name="connsiteY14" fmla="*/ 49726 h 6392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485675" h="639217">
                  <a:moveTo>
                    <a:pt x="104936" y="49599"/>
                  </a:moveTo>
                  <a:cubicBezTo>
                    <a:pt x="115228" y="172533"/>
                    <a:pt x="174312" y="290384"/>
                    <a:pt x="228188" y="397943"/>
                  </a:cubicBezTo>
                  <a:cubicBezTo>
                    <a:pt x="246167" y="431234"/>
                    <a:pt x="261605" y="461983"/>
                    <a:pt x="282126" y="492733"/>
                  </a:cubicBezTo>
                  <a:lnTo>
                    <a:pt x="305252" y="523482"/>
                  </a:lnTo>
                  <a:cubicBezTo>
                    <a:pt x="307793" y="528565"/>
                    <a:pt x="320626" y="536188"/>
                    <a:pt x="315544" y="533711"/>
                  </a:cubicBezTo>
                  <a:cubicBezTo>
                    <a:pt x="297564" y="541398"/>
                    <a:pt x="290131" y="541398"/>
                    <a:pt x="294959" y="533711"/>
                  </a:cubicBezTo>
                  <a:cubicBezTo>
                    <a:pt x="302647" y="528565"/>
                    <a:pt x="305252" y="521004"/>
                    <a:pt x="310398" y="513253"/>
                  </a:cubicBezTo>
                  <a:cubicBezTo>
                    <a:pt x="322596" y="495566"/>
                    <a:pt x="332951" y="476659"/>
                    <a:pt x="341210" y="456837"/>
                  </a:cubicBezTo>
                  <a:cubicBezTo>
                    <a:pt x="364145" y="410497"/>
                    <a:pt x="377233" y="359932"/>
                    <a:pt x="379711" y="308300"/>
                  </a:cubicBezTo>
                  <a:cubicBezTo>
                    <a:pt x="382252" y="241719"/>
                    <a:pt x="490129" y="241719"/>
                    <a:pt x="484982" y="308300"/>
                  </a:cubicBezTo>
                  <a:cubicBezTo>
                    <a:pt x="479837" y="410777"/>
                    <a:pt x="441336" y="541398"/>
                    <a:pt x="364272" y="613252"/>
                  </a:cubicBezTo>
                  <a:cubicBezTo>
                    <a:pt x="287208" y="685107"/>
                    <a:pt x="218149" y="590190"/>
                    <a:pt x="179395" y="528692"/>
                  </a:cubicBezTo>
                  <a:cubicBezTo>
                    <a:pt x="128061" y="446736"/>
                    <a:pt x="92102" y="357156"/>
                    <a:pt x="53602" y="267449"/>
                  </a:cubicBezTo>
                  <a:cubicBezTo>
                    <a:pt x="25185" y="197869"/>
                    <a:pt x="7014" y="124528"/>
                    <a:pt x="-336" y="49726"/>
                  </a:cubicBezTo>
                  <a:cubicBezTo>
                    <a:pt x="-5419" y="-16855"/>
                    <a:pt x="99853" y="-16855"/>
                    <a:pt x="104936" y="49726"/>
                  </a:cubicBezTo>
                  <a:close/>
                </a:path>
              </a:pathLst>
            </a:custGeom>
            <a:solidFill>
              <a:srgbClr val="FED0D6"/>
            </a:solidFill>
            <a:ln w="6346" cap="flat">
              <a:noFill/>
              <a:prstDash val="solid"/>
              <a:miter/>
            </a:ln>
          </p:spPr>
          <p:txBody>
            <a:bodyPr rtlCol="0" anchor="ctr"/>
            <a:lstStyle/>
            <a:p>
              <a:endParaRPr lang="zh-CN" altLang="en-US"/>
            </a:p>
          </p:txBody>
        </p:sp>
        <p:sp>
          <p:nvSpPr>
            <p:cNvPr id="102" name="任意多边形 44">
              <a:extLst>
                <a:ext uri="{FF2B5EF4-FFF2-40B4-BE49-F238E27FC236}">
                  <a16:creationId xmlns:a16="http://schemas.microsoft.com/office/drawing/2014/main" id="{445B09FD-B671-48A6-B3AD-4FB7043E90D1}"/>
                </a:ext>
              </a:extLst>
            </p:cNvPr>
            <p:cNvSpPr/>
            <p:nvPr/>
          </p:nvSpPr>
          <p:spPr>
            <a:xfrm>
              <a:off x="6450484" y="2821356"/>
              <a:ext cx="595677" cy="626971"/>
            </a:xfrm>
            <a:custGeom>
              <a:avLst/>
              <a:gdLst>
                <a:gd name="connsiteX0" fmla="*/ 391667 w 526113"/>
                <a:gd name="connsiteY0" fmla="*/ 53983 h 553753"/>
                <a:gd name="connsiteX1" fmla="*/ 525083 w 526113"/>
                <a:gd name="connsiteY1" fmla="*/ 215734 h 553753"/>
                <a:gd name="connsiteX2" fmla="*/ 273815 w 526113"/>
                <a:gd name="connsiteY2" fmla="*/ 552135 h 553753"/>
                <a:gd name="connsiteX3" fmla="*/ -514 w 526113"/>
                <a:gd name="connsiteY3" fmla="*/ 53983 h 553753"/>
                <a:gd name="connsiteX4" fmla="*/ 137540 w 526113"/>
                <a:gd name="connsiteY4" fmla="*/ -210 h 553753"/>
                <a:gd name="connsiteX5" fmla="*/ 299037 w 526113"/>
                <a:gd name="connsiteY5" fmla="*/ 364398 h 553753"/>
                <a:gd name="connsiteX6" fmla="*/ 391667 w 526113"/>
                <a:gd name="connsiteY6" fmla="*/ 53983 h 5537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526113" h="553753">
                  <a:moveTo>
                    <a:pt x="391667" y="53983"/>
                  </a:moveTo>
                  <a:cubicBezTo>
                    <a:pt x="391667" y="53983"/>
                    <a:pt x="535248" y="69357"/>
                    <a:pt x="525083" y="215734"/>
                  </a:cubicBezTo>
                  <a:cubicBezTo>
                    <a:pt x="514791" y="364653"/>
                    <a:pt x="391667" y="572656"/>
                    <a:pt x="273815" y="552135"/>
                  </a:cubicBezTo>
                  <a:cubicBezTo>
                    <a:pt x="155837" y="529009"/>
                    <a:pt x="27630" y="187463"/>
                    <a:pt x="-514" y="53983"/>
                  </a:cubicBezTo>
                  <a:lnTo>
                    <a:pt x="137540" y="-210"/>
                  </a:lnTo>
                  <a:cubicBezTo>
                    <a:pt x="137540" y="-210"/>
                    <a:pt x="275975" y="356711"/>
                    <a:pt x="299037" y="364398"/>
                  </a:cubicBezTo>
                  <a:lnTo>
                    <a:pt x="391667" y="53983"/>
                  </a:lnTo>
                  <a:close/>
                </a:path>
              </a:pathLst>
            </a:custGeom>
            <a:solidFill>
              <a:srgbClr val="434CC0"/>
            </a:solidFill>
            <a:ln w="6346" cap="flat">
              <a:noFill/>
              <a:prstDash val="solid"/>
              <a:miter/>
            </a:ln>
          </p:spPr>
          <p:txBody>
            <a:bodyPr rtlCol="0" anchor="ctr"/>
            <a:lstStyle/>
            <a:p>
              <a:endParaRPr lang="zh-CN" altLang="en-US"/>
            </a:p>
          </p:txBody>
        </p:sp>
        <p:sp>
          <p:nvSpPr>
            <p:cNvPr id="103" name="任意多边形 45">
              <a:extLst>
                <a:ext uri="{FF2B5EF4-FFF2-40B4-BE49-F238E27FC236}">
                  <a16:creationId xmlns:a16="http://schemas.microsoft.com/office/drawing/2014/main" id="{2EC49148-3333-4B03-9518-4BC048042457}"/>
                </a:ext>
              </a:extLst>
            </p:cNvPr>
            <p:cNvSpPr/>
            <p:nvPr/>
          </p:nvSpPr>
          <p:spPr>
            <a:xfrm>
              <a:off x="8263601" y="2004798"/>
              <a:ext cx="273214" cy="237195"/>
            </a:xfrm>
            <a:custGeom>
              <a:avLst/>
              <a:gdLst>
                <a:gd name="connsiteX0" fmla="*/ -513 w 241308"/>
                <a:gd name="connsiteY0" fmla="*/ 130082 h 209495"/>
                <a:gd name="connsiteX1" fmla="*/ 215813 w 241308"/>
                <a:gd name="connsiteY1" fmla="*/ 56513 h 209495"/>
                <a:gd name="connsiteX2" fmla="*/ 122294 w 241308"/>
                <a:gd name="connsiteY2" fmla="*/ 208608 h 209495"/>
                <a:gd name="connsiteX3" fmla="*/ 21470 w 241308"/>
                <a:gd name="connsiteY3" fmla="*/ 130972 h 209495"/>
              </a:gdLst>
              <a:ahLst/>
              <a:cxnLst>
                <a:cxn ang="0">
                  <a:pos x="connsiteX0" y="connsiteY0"/>
                </a:cxn>
                <a:cxn ang="0">
                  <a:pos x="connsiteX1" y="connsiteY1"/>
                </a:cxn>
                <a:cxn ang="0">
                  <a:pos x="connsiteX2" y="connsiteY2"/>
                </a:cxn>
                <a:cxn ang="0">
                  <a:pos x="connsiteX3" y="connsiteY3"/>
                </a:cxn>
              </a:cxnLst>
              <a:rect l="l" t="t" r="r" b="b"/>
              <a:pathLst>
                <a:path w="241308" h="209495">
                  <a:moveTo>
                    <a:pt x="-513" y="130082"/>
                  </a:moveTo>
                  <a:cubicBezTo>
                    <a:pt x="-1084" y="1177"/>
                    <a:pt x="150439" y="-48188"/>
                    <a:pt x="215813" y="56513"/>
                  </a:cubicBezTo>
                  <a:cubicBezTo>
                    <a:pt x="281187" y="161213"/>
                    <a:pt x="207046" y="216104"/>
                    <a:pt x="122294" y="208608"/>
                  </a:cubicBezTo>
                  <a:cubicBezTo>
                    <a:pt x="37543" y="201111"/>
                    <a:pt x="21470" y="130972"/>
                    <a:pt x="21470" y="130972"/>
                  </a:cubicBezTo>
                  <a:close/>
                </a:path>
              </a:pathLst>
            </a:custGeom>
            <a:solidFill>
              <a:srgbClr val="981D04"/>
            </a:solidFill>
            <a:ln w="6346" cap="flat">
              <a:noFill/>
              <a:prstDash val="solid"/>
              <a:miter/>
            </a:ln>
          </p:spPr>
          <p:txBody>
            <a:bodyPr rtlCol="0" anchor="ctr"/>
            <a:lstStyle/>
            <a:p>
              <a:endParaRPr lang="zh-CN" altLang="en-US"/>
            </a:p>
          </p:txBody>
        </p:sp>
        <p:sp>
          <p:nvSpPr>
            <p:cNvPr id="104" name="任意多边形 46">
              <a:extLst>
                <a:ext uri="{FF2B5EF4-FFF2-40B4-BE49-F238E27FC236}">
                  <a16:creationId xmlns:a16="http://schemas.microsoft.com/office/drawing/2014/main" id="{EAE871DD-7983-4B2F-B9DE-5DAC59F4F2B0}"/>
                </a:ext>
              </a:extLst>
            </p:cNvPr>
            <p:cNvSpPr/>
            <p:nvPr/>
          </p:nvSpPr>
          <p:spPr>
            <a:xfrm>
              <a:off x="8197929" y="2105151"/>
              <a:ext cx="197911" cy="239513"/>
            </a:xfrm>
            <a:custGeom>
              <a:avLst/>
              <a:gdLst>
                <a:gd name="connsiteX0" fmla="*/ -514 w 174799"/>
                <a:gd name="connsiteY0" fmla="*/ 24739 h 211542"/>
                <a:gd name="connsiteX1" fmla="*/ 166701 w 174799"/>
                <a:gd name="connsiteY1" fmla="*/ 92020 h 211542"/>
                <a:gd name="connsiteX2" fmla="*/ 160348 w 174799"/>
                <a:gd name="connsiteY2" fmla="*/ 211332 h 211542"/>
              </a:gdLst>
              <a:ahLst/>
              <a:cxnLst>
                <a:cxn ang="0">
                  <a:pos x="connsiteX0" y="connsiteY0"/>
                </a:cxn>
                <a:cxn ang="0">
                  <a:pos x="connsiteX1" y="connsiteY1"/>
                </a:cxn>
                <a:cxn ang="0">
                  <a:pos x="connsiteX2" y="connsiteY2"/>
                </a:cxn>
              </a:cxnLst>
              <a:rect l="l" t="t" r="r" b="b"/>
              <a:pathLst>
                <a:path w="174799" h="211542">
                  <a:moveTo>
                    <a:pt x="-514" y="24739"/>
                  </a:moveTo>
                  <a:cubicBezTo>
                    <a:pt x="35890" y="-41461"/>
                    <a:pt x="146498" y="39161"/>
                    <a:pt x="166701" y="92020"/>
                  </a:cubicBezTo>
                  <a:cubicBezTo>
                    <a:pt x="186904" y="144878"/>
                    <a:pt x="160348" y="211332"/>
                    <a:pt x="160348" y="211332"/>
                  </a:cubicBezTo>
                  <a:close/>
                </a:path>
              </a:pathLst>
            </a:custGeom>
            <a:solidFill>
              <a:srgbClr val="F93F57"/>
            </a:solidFill>
            <a:ln w="6346" cap="flat">
              <a:noFill/>
              <a:prstDash val="solid"/>
              <a:miter/>
            </a:ln>
          </p:spPr>
          <p:txBody>
            <a:bodyPr rtlCol="0" anchor="ctr"/>
            <a:lstStyle/>
            <a:p>
              <a:endParaRPr lang="zh-CN" altLang="en-US"/>
            </a:p>
          </p:txBody>
        </p:sp>
        <p:sp>
          <p:nvSpPr>
            <p:cNvPr id="105" name="任意多边形 47">
              <a:extLst>
                <a:ext uri="{FF2B5EF4-FFF2-40B4-BE49-F238E27FC236}">
                  <a16:creationId xmlns:a16="http://schemas.microsoft.com/office/drawing/2014/main" id="{C7041BE2-FD0B-4EC3-842A-F510474C372C}"/>
                </a:ext>
              </a:extLst>
            </p:cNvPr>
            <p:cNvSpPr/>
            <p:nvPr/>
          </p:nvSpPr>
          <p:spPr>
            <a:xfrm>
              <a:off x="7774250" y="2086348"/>
              <a:ext cx="652587" cy="579300"/>
            </a:xfrm>
            <a:custGeom>
              <a:avLst/>
              <a:gdLst>
                <a:gd name="connsiteX0" fmla="*/ -514 w 576377"/>
                <a:gd name="connsiteY0" fmla="*/ 291788 h 511649"/>
                <a:gd name="connsiteX1" fmla="*/ 355898 w 576377"/>
                <a:gd name="connsiteY1" fmla="*/ 7992 h 511649"/>
                <a:gd name="connsiteX2" fmla="*/ 556976 w 576377"/>
                <a:gd name="connsiteY2" fmla="*/ 175842 h 511649"/>
                <a:gd name="connsiteX3" fmla="*/ 473114 w 576377"/>
                <a:gd name="connsiteY3" fmla="*/ 482701 h 511649"/>
                <a:gd name="connsiteX4" fmla="*/ -514 w 576377"/>
                <a:gd name="connsiteY4" fmla="*/ 291661 h 51164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76377" h="511649">
                  <a:moveTo>
                    <a:pt x="-514" y="291788"/>
                  </a:moveTo>
                  <a:cubicBezTo>
                    <a:pt x="10667" y="33341"/>
                    <a:pt x="203739" y="-24473"/>
                    <a:pt x="355898" y="7992"/>
                  </a:cubicBezTo>
                  <a:cubicBezTo>
                    <a:pt x="508056" y="40456"/>
                    <a:pt x="556976" y="175842"/>
                    <a:pt x="556976" y="175842"/>
                  </a:cubicBezTo>
                  <a:cubicBezTo>
                    <a:pt x="556976" y="175842"/>
                    <a:pt x="635247" y="359195"/>
                    <a:pt x="473114" y="482701"/>
                  </a:cubicBezTo>
                  <a:cubicBezTo>
                    <a:pt x="310981" y="606206"/>
                    <a:pt x="-514" y="291661"/>
                    <a:pt x="-514" y="291661"/>
                  </a:cubicBezTo>
                  <a:close/>
                </a:path>
              </a:pathLst>
            </a:custGeom>
            <a:solidFill>
              <a:srgbClr val="981D04"/>
            </a:solidFill>
            <a:ln w="6346" cap="flat">
              <a:noFill/>
              <a:prstDash val="solid"/>
              <a:miter/>
            </a:ln>
          </p:spPr>
          <p:txBody>
            <a:bodyPr rtlCol="0" anchor="ctr"/>
            <a:lstStyle/>
            <a:p>
              <a:endParaRPr lang="zh-CN" altLang="en-US"/>
            </a:p>
          </p:txBody>
        </p:sp>
        <p:sp>
          <p:nvSpPr>
            <p:cNvPr id="106" name="任意多边形 48">
              <a:extLst>
                <a:ext uri="{FF2B5EF4-FFF2-40B4-BE49-F238E27FC236}">
                  <a16:creationId xmlns:a16="http://schemas.microsoft.com/office/drawing/2014/main" id="{2A248F19-9EC1-4FB0-B410-BD97EDCEBE73}"/>
                </a:ext>
              </a:extLst>
            </p:cNvPr>
            <p:cNvSpPr/>
            <p:nvPr/>
          </p:nvSpPr>
          <p:spPr>
            <a:xfrm>
              <a:off x="7926027" y="2682959"/>
              <a:ext cx="248884" cy="276290"/>
            </a:xfrm>
            <a:custGeom>
              <a:avLst/>
              <a:gdLst>
                <a:gd name="connsiteX0" fmla="*/ 109395 w 219819"/>
                <a:gd name="connsiteY0" fmla="*/ 243815 h 244025"/>
                <a:gd name="connsiteX1" fmla="*/ 109395 w 219819"/>
                <a:gd name="connsiteY1" fmla="*/ 243815 h 244025"/>
                <a:gd name="connsiteX2" fmla="*/ -514 w 219819"/>
                <a:gd name="connsiteY2" fmla="*/ 160906 h 244025"/>
                <a:gd name="connsiteX3" fmla="*/ -514 w 219819"/>
                <a:gd name="connsiteY3" fmla="*/ -210 h 244025"/>
                <a:gd name="connsiteX4" fmla="*/ 219305 w 219819"/>
                <a:gd name="connsiteY4" fmla="*/ -210 h 244025"/>
                <a:gd name="connsiteX5" fmla="*/ 219305 w 219819"/>
                <a:gd name="connsiteY5" fmla="*/ 160017 h 244025"/>
                <a:gd name="connsiteX6" fmla="*/ 110602 w 219819"/>
                <a:gd name="connsiteY6" fmla="*/ 243815 h 2440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19819" h="244025">
                  <a:moveTo>
                    <a:pt x="109395" y="243815"/>
                  </a:moveTo>
                  <a:lnTo>
                    <a:pt x="109395" y="243815"/>
                  </a:lnTo>
                  <a:cubicBezTo>
                    <a:pt x="48976" y="243815"/>
                    <a:pt x="-197" y="206967"/>
                    <a:pt x="-514" y="160906"/>
                  </a:cubicBezTo>
                  <a:lnTo>
                    <a:pt x="-514" y="-210"/>
                  </a:lnTo>
                  <a:lnTo>
                    <a:pt x="219305" y="-210"/>
                  </a:lnTo>
                  <a:lnTo>
                    <a:pt x="219305" y="160017"/>
                  </a:lnTo>
                  <a:cubicBezTo>
                    <a:pt x="219305" y="206014"/>
                    <a:pt x="170958" y="243498"/>
                    <a:pt x="110602" y="243815"/>
                  </a:cubicBezTo>
                  <a:close/>
                </a:path>
              </a:pathLst>
            </a:custGeom>
            <a:solidFill>
              <a:srgbClr val="FF93B1"/>
            </a:solidFill>
            <a:ln w="6346" cap="flat">
              <a:noFill/>
              <a:prstDash val="solid"/>
              <a:miter/>
            </a:ln>
          </p:spPr>
          <p:txBody>
            <a:bodyPr rtlCol="0" anchor="ctr"/>
            <a:lstStyle/>
            <a:p>
              <a:endParaRPr lang="zh-CN" altLang="en-US"/>
            </a:p>
          </p:txBody>
        </p:sp>
        <p:sp>
          <p:nvSpPr>
            <p:cNvPr id="107" name="任意多边形 49">
              <a:extLst>
                <a:ext uri="{FF2B5EF4-FFF2-40B4-BE49-F238E27FC236}">
                  <a16:creationId xmlns:a16="http://schemas.microsoft.com/office/drawing/2014/main" id="{23F03EC5-4622-4B36-8CBF-E84FF25BDD29}"/>
                </a:ext>
              </a:extLst>
            </p:cNvPr>
            <p:cNvSpPr/>
            <p:nvPr/>
          </p:nvSpPr>
          <p:spPr>
            <a:xfrm>
              <a:off x="7730087" y="2415564"/>
              <a:ext cx="132524" cy="169000"/>
            </a:xfrm>
            <a:custGeom>
              <a:avLst/>
              <a:gdLst>
                <a:gd name="connsiteX0" fmla="*/ 93764 w 117048"/>
                <a:gd name="connsiteY0" fmla="*/ 41043 h 149264"/>
                <a:gd name="connsiteX1" fmla="*/ 1072 w 117048"/>
                <a:gd name="connsiteY1" fmla="*/ 45490 h 149264"/>
                <a:gd name="connsiteX2" fmla="*/ 95670 w 117048"/>
                <a:gd name="connsiteY2" fmla="*/ 138183 h 149264"/>
                <a:gd name="connsiteX3" fmla="*/ 93764 w 117048"/>
                <a:gd name="connsiteY3" fmla="*/ 41043 h 149264"/>
              </a:gdLst>
              <a:ahLst/>
              <a:cxnLst>
                <a:cxn ang="0">
                  <a:pos x="connsiteX0" y="connsiteY0"/>
                </a:cxn>
                <a:cxn ang="0">
                  <a:pos x="connsiteX1" y="connsiteY1"/>
                </a:cxn>
                <a:cxn ang="0">
                  <a:pos x="connsiteX2" y="connsiteY2"/>
                </a:cxn>
                <a:cxn ang="0">
                  <a:pos x="connsiteX3" y="connsiteY3"/>
                </a:cxn>
              </a:cxnLst>
              <a:rect l="l" t="t" r="r" b="b"/>
              <a:pathLst>
                <a:path w="117048" h="149264">
                  <a:moveTo>
                    <a:pt x="93764" y="41043"/>
                  </a:moveTo>
                  <a:cubicBezTo>
                    <a:pt x="64540" y="-28842"/>
                    <a:pt x="9394" y="2098"/>
                    <a:pt x="1072" y="45490"/>
                  </a:cubicBezTo>
                  <a:cubicBezTo>
                    <a:pt x="-10936" y="108450"/>
                    <a:pt x="47640" y="175857"/>
                    <a:pt x="95670" y="138183"/>
                  </a:cubicBezTo>
                  <a:cubicBezTo>
                    <a:pt x="143700" y="100509"/>
                    <a:pt x="93764" y="41043"/>
                    <a:pt x="93764" y="41043"/>
                  </a:cubicBezTo>
                  <a:close/>
                </a:path>
              </a:pathLst>
            </a:custGeom>
            <a:solidFill>
              <a:srgbClr val="FED0D6"/>
            </a:solidFill>
            <a:ln w="6346" cap="flat">
              <a:noFill/>
              <a:prstDash val="solid"/>
              <a:miter/>
            </a:ln>
          </p:spPr>
          <p:txBody>
            <a:bodyPr rtlCol="0" anchor="ctr"/>
            <a:lstStyle/>
            <a:p>
              <a:endParaRPr lang="zh-CN" altLang="en-US"/>
            </a:p>
          </p:txBody>
        </p:sp>
        <p:sp>
          <p:nvSpPr>
            <p:cNvPr id="108" name="任意多边形 50">
              <a:extLst>
                <a:ext uri="{FF2B5EF4-FFF2-40B4-BE49-F238E27FC236}">
                  <a16:creationId xmlns:a16="http://schemas.microsoft.com/office/drawing/2014/main" id="{289B9639-284D-41FC-9B0A-1DABB12E6BBB}"/>
                </a:ext>
              </a:extLst>
            </p:cNvPr>
            <p:cNvSpPr/>
            <p:nvPr/>
          </p:nvSpPr>
          <p:spPr>
            <a:xfrm>
              <a:off x="8248927" y="2523567"/>
              <a:ext cx="148402" cy="155616"/>
            </a:xfrm>
            <a:custGeom>
              <a:avLst/>
              <a:gdLst>
                <a:gd name="connsiteX0" fmla="*/ 44850 w 131071"/>
                <a:gd name="connsiteY0" fmla="*/ 23606 h 137443"/>
                <a:gd name="connsiteX1" fmla="*/ 129474 w 131071"/>
                <a:gd name="connsiteY1" fmla="*/ 61725 h 137443"/>
                <a:gd name="connsiteX2" fmla="*/ 7430 w 131071"/>
                <a:gd name="connsiteY2" fmla="*/ 113122 h 137443"/>
                <a:gd name="connsiteX3" fmla="*/ 44850 w 131071"/>
                <a:gd name="connsiteY3" fmla="*/ 23479 h 137443"/>
              </a:gdLst>
              <a:ahLst/>
              <a:cxnLst>
                <a:cxn ang="0">
                  <a:pos x="connsiteX0" y="connsiteY0"/>
                </a:cxn>
                <a:cxn ang="0">
                  <a:pos x="connsiteX1" y="connsiteY1"/>
                </a:cxn>
                <a:cxn ang="0">
                  <a:pos x="connsiteX2" y="connsiteY2"/>
                </a:cxn>
                <a:cxn ang="0">
                  <a:pos x="connsiteX3" y="connsiteY3"/>
                </a:cxn>
              </a:cxnLst>
              <a:rect l="l" t="t" r="r" b="b"/>
              <a:pathLst>
                <a:path w="131071" h="137443">
                  <a:moveTo>
                    <a:pt x="44850" y="23606"/>
                  </a:moveTo>
                  <a:cubicBezTo>
                    <a:pt x="97708" y="-30396"/>
                    <a:pt x="137734" y="18397"/>
                    <a:pt x="129474" y="61725"/>
                  </a:cubicBezTo>
                  <a:cubicBezTo>
                    <a:pt x="117466" y="124685"/>
                    <a:pt x="38115" y="165790"/>
                    <a:pt x="7430" y="113122"/>
                  </a:cubicBezTo>
                  <a:cubicBezTo>
                    <a:pt x="-23256" y="60455"/>
                    <a:pt x="44850" y="23479"/>
                    <a:pt x="44850" y="23479"/>
                  </a:cubicBezTo>
                  <a:close/>
                </a:path>
              </a:pathLst>
            </a:custGeom>
            <a:solidFill>
              <a:srgbClr val="FED0D6"/>
            </a:solidFill>
            <a:ln w="6346" cap="flat">
              <a:noFill/>
              <a:prstDash val="solid"/>
              <a:miter/>
            </a:ln>
          </p:spPr>
          <p:txBody>
            <a:bodyPr rtlCol="0" anchor="ctr"/>
            <a:lstStyle/>
            <a:p>
              <a:endParaRPr lang="zh-CN" altLang="en-US"/>
            </a:p>
          </p:txBody>
        </p:sp>
        <p:sp>
          <p:nvSpPr>
            <p:cNvPr id="109" name="任意多边形 51">
              <a:extLst>
                <a:ext uri="{FF2B5EF4-FFF2-40B4-BE49-F238E27FC236}">
                  <a16:creationId xmlns:a16="http://schemas.microsoft.com/office/drawing/2014/main" id="{66A6E4C4-3812-458A-B031-C155039962C1}"/>
                </a:ext>
              </a:extLst>
            </p:cNvPr>
            <p:cNvSpPr/>
            <p:nvPr/>
          </p:nvSpPr>
          <p:spPr>
            <a:xfrm>
              <a:off x="7809723" y="2240589"/>
              <a:ext cx="532212" cy="546181"/>
            </a:xfrm>
            <a:custGeom>
              <a:avLst/>
              <a:gdLst>
                <a:gd name="connsiteX0" fmla="*/ 180923 w 470060"/>
                <a:gd name="connsiteY0" fmla="*/ 478301 h 482397"/>
                <a:gd name="connsiteX1" fmla="*/ 29463 w 470060"/>
                <a:gd name="connsiteY1" fmla="*/ 77479 h 482397"/>
                <a:gd name="connsiteX2" fmla="*/ 469484 w 470060"/>
                <a:gd name="connsiteY2" fmla="*/ 161341 h 482397"/>
                <a:gd name="connsiteX3" fmla="*/ 180923 w 470060"/>
                <a:gd name="connsiteY3" fmla="*/ 478301 h 482397"/>
              </a:gdLst>
              <a:ahLst/>
              <a:cxnLst>
                <a:cxn ang="0">
                  <a:pos x="connsiteX0" y="connsiteY0"/>
                </a:cxn>
                <a:cxn ang="0">
                  <a:pos x="connsiteX1" y="connsiteY1"/>
                </a:cxn>
                <a:cxn ang="0">
                  <a:pos x="connsiteX2" y="connsiteY2"/>
                </a:cxn>
                <a:cxn ang="0">
                  <a:pos x="connsiteX3" y="connsiteY3"/>
                </a:cxn>
              </a:cxnLst>
              <a:rect l="l" t="t" r="r" b="b"/>
              <a:pathLst>
                <a:path w="470060" h="482397">
                  <a:moveTo>
                    <a:pt x="180923" y="478301"/>
                  </a:moveTo>
                  <a:cubicBezTo>
                    <a:pt x="19045" y="447488"/>
                    <a:pt x="-42962" y="252065"/>
                    <a:pt x="29463" y="77479"/>
                  </a:cubicBezTo>
                  <a:cubicBezTo>
                    <a:pt x="89247" y="-66293"/>
                    <a:pt x="466880" y="5688"/>
                    <a:pt x="469484" y="161341"/>
                  </a:cubicBezTo>
                  <a:cubicBezTo>
                    <a:pt x="472788" y="350348"/>
                    <a:pt x="342929" y="509304"/>
                    <a:pt x="180923" y="478301"/>
                  </a:cubicBezTo>
                  <a:close/>
                </a:path>
              </a:pathLst>
            </a:custGeom>
            <a:solidFill>
              <a:srgbClr val="FED0D6"/>
            </a:solidFill>
            <a:ln w="6346" cap="flat">
              <a:noFill/>
              <a:prstDash val="solid"/>
              <a:miter/>
            </a:ln>
          </p:spPr>
          <p:txBody>
            <a:bodyPr rtlCol="0" anchor="ctr"/>
            <a:lstStyle/>
            <a:p>
              <a:endParaRPr lang="zh-CN" altLang="en-US"/>
            </a:p>
          </p:txBody>
        </p:sp>
        <p:sp>
          <p:nvSpPr>
            <p:cNvPr id="110" name="任意多边形 52">
              <a:extLst>
                <a:ext uri="{FF2B5EF4-FFF2-40B4-BE49-F238E27FC236}">
                  <a16:creationId xmlns:a16="http://schemas.microsoft.com/office/drawing/2014/main" id="{32C69F0A-B0A3-40A1-BEB5-0B38F31BFDED}"/>
                </a:ext>
              </a:extLst>
            </p:cNvPr>
            <p:cNvSpPr/>
            <p:nvPr/>
          </p:nvSpPr>
          <p:spPr>
            <a:xfrm>
              <a:off x="7789201" y="2165401"/>
              <a:ext cx="375782" cy="560573"/>
            </a:xfrm>
            <a:custGeom>
              <a:avLst/>
              <a:gdLst>
                <a:gd name="connsiteX0" fmla="*/ 331384 w 331898"/>
                <a:gd name="connsiteY0" fmla="*/ 36709 h 495109"/>
                <a:gd name="connsiteX1" fmla="*/ 61184 w 331898"/>
                <a:gd name="connsiteY1" fmla="*/ 494899 h 495109"/>
                <a:gd name="connsiteX2" fmla="*/ 61184 w 331898"/>
                <a:gd name="connsiteY2" fmla="*/ 494899 h 495109"/>
                <a:gd name="connsiteX3" fmla="*/ 42633 w 331898"/>
                <a:gd name="connsiteY3" fmla="*/ 73430 h 495109"/>
                <a:gd name="connsiteX4" fmla="*/ 331384 w 331898"/>
                <a:gd name="connsiteY4" fmla="*/ 36709 h 49510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31898" h="495109">
                  <a:moveTo>
                    <a:pt x="331384" y="36709"/>
                  </a:moveTo>
                  <a:cubicBezTo>
                    <a:pt x="45491" y="74002"/>
                    <a:pt x="40409" y="335308"/>
                    <a:pt x="61184" y="494899"/>
                  </a:cubicBezTo>
                  <a:lnTo>
                    <a:pt x="61184" y="494899"/>
                  </a:lnTo>
                  <a:cubicBezTo>
                    <a:pt x="61184" y="494899"/>
                    <a:pt x="-64292" y="213962"/>
                    <a:pt x="42633" y="73430"/>
                  </a:cubicBezTo>
                  <a:cubicBezTo>
                    <a:pt x="149556" y="-67102"/>
                    <a:pt x="331384" y="36709"/>
                    <a:pt x="331384" y="36709"/>
                  </a:cubicBezTo>
                  <a:close/>
                </a:path>
              </a:pathLst>
            </a:custGeom>
            <a:solidFill>
              <a:srgbClr val="981D04"/>
            </a:solidFill>
            <a:ln w="6346" cap="flat">
              <a:noFill/>
              <a:prstDash val="solid"/>
              <a:miter/>
            </a:ln>
          </p:spPr>
          <p:txBody>
            <a:bodyPr rtlCol="0" anchor="ctr"/>
            <a:lstStyle/>
            <a:p>
              <a:endParaRPr lang="zh-CN" altLang="en-US"/>
            </a:p>
          </p:txBody>
        </p:sp>
        <p:sp>
          <p:nvSpPr>
            <p:cNvPr id="111" name="任意多边形 53">
              <a:extLst>
                <a:ext uri="{FF2B5EF4-FFF2-40B4-BE49-F238E27FC236}">
                  <a16:creationId xmlns:a16="http://schemas.microsoft.com/office/drawing/2014/main" id="{8AC0F992-EA1B-4CC1-81D4-F6BAC0C13B29}"/>
                </a:ext>
              </a:extLst>
            </p:cNvPr>
            <p:cNvSpPr/>
            <p:nvPr/>
          </p:nvSpPr>
          <p:spPr>
            <a:xfrm>
              <a:off x="7703109" y="2838260"/>
              <a:ext cx="683282" cy="765140"/>
            </a:xfrm>
            <a:custGeom>
              <a:avLst/>
              <a:gdLst>
                <a:gd name="connsiteX0" fmla="*/ 602973 w 603487"/>
                <a:gd name="connsiteY0" fmla="*/ 61225 h 675786"/>
                <a:gd name="connsiteX1" fmla="*/ 415491 w 603487"/>
                <a:gd name="connsiteY1" fmla="*/ -210 h 675786"/>
                <a:gd name="connsiteX2" fmla="*/ 302532 w 603487"/>
                <a:gd name="connsiteY2" fmla="*/ 86828 h 675786"/>
                <a:gd name="connsiteX3" fmla="*/ 299927 w 603487"/>
                <a:gd name="connsiteY3" fmla="*/ 86828 h 675786"/>
                <a:gd name="connsiteX4" fmla="*/ 197260 w 603487"/>
                <a:gd name="connsiteY4" fmla="*/ -210 h 675786"/>
                <a:gd name="connsiteX5" fmla="*/ -514 w 603487"/>
                <a:gd name="connsiteY5" fmla="*/ 61225 h 675786"/>
                <a:gd name="connsiteX6" fmla="*/ 24898 w 603487"/>
                <a:gd name="connsiteY6" fmla="*/ 268529 h 675786"/>
                <a:gd name="connsiteX7" fmla="*/ 50311 w 603487"/>
                <a:gd name="connsiteY7" fmla="*/ 406774 h 675786"/>
                <a:gd name="connsiteX8" fmla="*/ 88811 w 603487"/>
                <a:gd name="connsiteY8" fmla="*/ 675577 h 675786"/>
                <a:gd name="connsiteX9" fmla="*/ 512504 w 603487"/>
                <a:gd name="connsiteY9" fmla="*/ 675577 h 675786"/>
                <a:gd name="connsiteX10" fmla="*/ 553609 w 603487"/>
                <a:gd name="connsiteY10" fmla="*/ 406774 h 675786"/>
                <a:gd name="connsiteX11" fmla="*/ 576735 w 603487"/>
                <a:gd name="connsiteY11" fmla="*/ 268529 h 675786"/>
                <a:gd name="connsiteX12" fmla="*/ 602147 w 603487"/>
                <a:gd name="connsiteY12" fmla="*/ 61225 h 67578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603487" h="675786">
                  <a:moveTo>
                    <a:pt x="602973" y="61225"/>
                  </a:moveTo>
                  <a:lnTo>
                    <a:pt x="415491" y="-210"/>
                  </a:lnTo>
                  <a:cubicBezTo>
                    <a:pt x="400116" y="66308"/>
                    <a:pt x="315365" y="86828"/>
                    <a:pt x="302532" y="86828"/>
                  </a:cubicBezTo>
                  <a:lnTo>
                    <a:pt x="299927" y="86828"/>
                  </a:lnTo>
                  <a:cubicBezTo>
                    <a:pt x="287220" y="86828"/>
                    <a:pt x="212634" y="66308"/>
                    <a:pt x="197260" y="-210"/>
                  </a:cubicBezTo>
                  <a:lnTo>
                    <a:pt x="-514" y="61225"/>
                  </a:lnTo>
                  <a:lnTo>
                    <a:pt x="24898" y="268529"/>
                  </a:lnTo>
                  <a:cubicBezTo>
                    <a:pt x="24898" y="268529"/>
                    <a:pt x="9460" y="347880"/>
                    <a:pt x="50311" y="406774"/>
                  </a:cubicBezTo>
                  <a:cubicBezTo>
                    <a:pt x="88811" y="463063"/>
                    <a:pt x="88811" y="675577"/>
                    <a:pt x="88811" y="675577"/>
                  </a:cubicBezTo>
                  <a:lnTo>
                    <a:pt x="512504" y="675577"/>
                  </a:lnTo>
                  <a:cubicBezTo>
                    <a:pt x="512504" y="675577"/>
                    <a:pt x="512504" y="463063"/>
                    <a:pt x="553609" y="406774"/>
                  </a:cubicBezTo>
                  <a:cubicBezTo>
                    <a:pt x="592109" y="347880"/>
                    <a:pt x="576735" y="268529"/>
                    <a:pt x="576735" y="268529"/>
                  </a:cubicBezTo>
                  <a:lnTo>
                    <a:pt x="602147" y="61225"/>
                  </a:lnTo>
                  <a:close/>
                </a:path>
              </a:pathLst>
            </a:custGeom>
            <a:solidFill>
              <a:srgbClr val="F93F57"/>
            </a:solidFill>
            <a:ln w="6346" cap="flat">
              <a:noFill/>
              <a:prstDash val="solid"/>
              <a:miter/>
            </a:ln>
          </p:spPr>
          <p:txBody>
            <a:bodyPr rtlCol="0" anchor="ctr"/>
            <a:lstStyle/>
            <a:p>
              <a:endParaRPr lang="zh-CN" altLang="en-US"/>
            </a:p>
          </p:txBody>
        </p:sp>
        <p:sp>
          <p:nvSpPr>
            <p:cNvPr id="112" name="任意多边形 54">
              <a:extLst>
                <a:ext uri="{FF2B5EF4-FFF2-40B4-BE49-F238E27FC236}">
                  <a16:creationId xmlns:a16="http://schemas.microsoft.com/office/drawing/2014/main" id="{2F2F30B7-A8BD-4DF4-BDE2-DF9F5595A908}"/>
                </a:ext>
              </a:extLst>
            </p:cNvPr>
            <p:cNvSpPr/>
            <p:nvPr/>
          </p:nvSpPr>
          <p:spPr>
            <a:xfrm>
              <a:off x="7668222" y="2246131"/>
              <a:ext cx="203061" cy="147805"/>
            </a:xfrm>
            <a:custGeom>
              <a:avLst/>
              <a:gdLst>
                <a:gd name="connsiteX0" fmla="*/ -514 w 179347"/>
                <a:gd name="connsiteY0" fmla="*/ 71186 h 130544"/>
                <a:gd name="connsiteX1" fmla="*/ 171784 w 179347"/>
                <a:gd name="connsiteY1" fmla="*/ 4287 h 130544"/>
                <a:gd name="connsiteX2" fmla="*/ 43195 w 179347"/>
                <a:gd name="connsiteY2" fmla="*/ 130334 h 130544"/>
                <a:gd name="connsiteX3" fmla="*/ -514 w 179347"/>
                <a:gd name="connsiteY3" fmla="*/ 71186 h 130544"/>
              </a:gdLst>
              <a:ahLst/>
              <a:cxnLst>
                <a:cxn ang="0">
                  <a:pos x="connsiteX0" y="connsiteY0"/>
                </a:cxn>
                <a:cxn ang="0">
                  <a:pos x="connsiteX1" y="connsiteY1"/>
                </a:cxn>
                <a:cxn ang="0">
                  <a:pos x="connsiteX2" y="connsiteY2"/>
                </a:cxn>
                <a:cxn ang="0">
                  <a:pos x="connsiteX3" y="connsiteY3"/>
                </a:cxn>
              </a:cxnLst>
              <a:rect l="l" t="t" r="r" b="b"/>
              <a:pathLst>
                <a:path w="179347" h="130544">
                  <a:moveTo>
                    <a:pt x="-514" y="71186"/>
                  </a:moveTo>
                  <a:cubicBezTo>
                    <a:pt x="-514" y="71186"/>
                    <a:pt x="146053" y="-21379"/>
                    <a:pt x="171784" y="4287"/>
                  </a:cubicBezTo>
                  <a:cubicBezTo>
                    <a:pt x="197196" y="27477"/>
                    <a:pt x="153804" y="73728"/>
                    <a:pt x="43195" y="130334"/>
                  </a:cubicBezTo>
                  <a:lnTo>
                    <a:pt x="-514" y="71186"/>
                  </a:lnTo>
                  <a:close/>
                </a:path>
              </a:pathLst>
            </a:custGeom>
            <a:solidFill>
              <a:srgbClr val="FED0D6"/>
            </a:solidFill>
            <a:ln w="6346" cap="flat">
              <a:noFill/>
              <a:prstDash val="solid"/>
              <a:miter/>
            </a:ln>
          </p:spPr>
          <p:txBody>
            <a:bodyPr rtlCol="0" anchor="ctr"/>
            <a:lstStyle/>
            <a:p>
              <a:endParaRPr lang="zh-CN" altLang="en-US"/>
            </a:p>
          </p:txBody>
        </p:sp>
        <p:sp>
          <p:nvSpPr>
            <p:cNvPr id="113" name="任意多边形 55">
              <a:extLst>
                <a:ext uri="{FF2B5EF4-FFF2-40B4-BE49-F238E27FC236}">
                  <a16:creationId xmlns:a16="http://schemas.microsoft.com/office/drawing/2014/main" id="{2810DBFB-FD68-4A4E-B779-FD5EF369366A}"/>
                </a:ext>
              </a:extLst>
            </p:cNvPr>
            <p:cNvSpPr/>
            <p:nvPr/>
          </p:nvSpPr>
          <p:spPr>
            <a:xfrm>
              <a:off x="7253337" y="2273163"/>
              <a:ext cx="519616" cy="812040"/>
            </a:xfrm>
            <a:custGeom>
              <a:avLst/>
              <a:gdLst>
                <a:gd name="connsiteX0" fmla="*/ 396859 w 458935"/>
                <a:gd name="connsiteY0" fmla="*/ 560775 h 717209"/>
                <a:gd name="connsiteX1" fmla="*/ 147942 w 458935"/>
                <a:gd name="connsiteY1" fmla="*/ 358426 h 717209"/>
                <a:gd name="connsiteX2" fmla="*/ 458421 w 458935"/>
                <a:gd name="connsiteY2" fmla="*/ 107349 h 717209"/>
                <a:gd name="connsiteX3" fmla="*/ 409628 w 458935"/>
                <a:gd name="connsiteY3" fmla="*/ -210 h 717209"/>
                <a:gd name="connsiteX4" fmla="*/ 4297 w 458935"/>
                <a:gd name="connsiteY4" fmla="*/ 348134 h 717209"/>
                <a:gd name="connsiteX5" fmla="*/ 417253 w 458935"/>
                <a:gd name="connsiteY5" fmla="*/ 716999 h 717209"/>
                <a:gd name="connsiteX6" fmla="*/ 396732 w 458935"/>
                <a:gd name="connsiteY6" fmla="*/ 560775 h 71720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458935" h="717209">
                  <a:moveTo>
                    <a:pt x="396859" y="560775"/>
                  </a:moveTo>
                  <a:cubicBezTo>
                    <a:pt x="396859" y="560775"/>
                    <a:pt x="158234" y="399404"/>
                    <a:pt x="147942" y="358426"/>
                  </a:cubicBezTo>
                  <a:cubicBezTo>
                    <a:pt x="137713" y="320307"/>
                    <a:pt x="458421" y="107349"/>
                    <a:pt x="458421" y="107349"/>
                  </a:cubicBezTo>
                  <a:lnTo>
                    <a:pt x="409628" y="-210"/>
                  </a:lnTo>
                  <a:cubicBezTo>
                    <a:pt x="409628" y="-210"/>
                    <a:pt x="47879" y="230346"/>
                    <a:pt x="4297" y="348134"/>
                  </a:cubicBezTo>
                  <a:cubicBezTo>
                    <a:pt x="-41891" y="465986"/>
                    <a:pt x="255691" y="696542"/>
                    <a:pt x="417253" y="716999"/>
                  </a:cubicBezTo>
                  <a:lnTo>
                    <a:pt x="396732" y="560775"/>
                  </a:lnTo>
                  <a:close/>
                </a:path>
              </a:pathLst>
            </a:custGeom>
            <a:solidFill>
              <a:srgbClr val="F93F57"/>
            </a:solidFill>
            <a:ln w="6346" cap="flat">
              <a:noFill/>
              <a:prstDash val="solid"/>
              <a:miter/>
            </a:ln>
          </p:spPr>
          <p:txBody>
            <a:bodyPr rtlCol="0" anchor="ctr"/>
            <a:lstStyle/>
            <a:p>
              <a:endParaRPr lang="zh-CN" altLang="en-US"/>
            </a:p>
          </p:txBody>
        </p:sp>
        <p:sp>
          <p:nvSpPr>
            <p:cNvPr id="114" name="任意多边形 56">
              <a:extLst>
                <a:ext uri="{FF2B5EF4-FFF2-40B4-BE49-F238E27FC236}">
                  <a16:creationId xmlns:a16="http://schemas.microsoft.com/office/drawing/2014/main" id="{BBE6DD59-F9A8-4DED-84FE-68F96EA324EF}"/>
                </a:ext>
              </a:extLst>
            </p:cNvPr>
            <p:cNvSpPr/>
            <p:nvPr/>
          </p:nvSpPr>
          <p:spPr>
            <a:xfrm>
              <a:off x="7861504" y="4281217"/>
              <a:ext cx="152998" cy="1017478"/>
            </a:xfrm>
            <a:custGeom>
              <a:avLst/>
              <a:gdLst>
                <a:gd name="connsiteX0" fmla="*/ 126555 w 135131"/>
                <a:gd name="connsiteY0" fmla="*/ 898656 h 898656"/>
                <a:gd name="connsiteX1" fmla="*/ 0 w 135131"/>
                <a:gd name="connsiteY1" fmla="*/ 898656 h 898656"/>
                <a:gd name="connsiteX2" fmla="*/ 0 w 135131"/>
                <a:gd name="connsiteY2" fmla="*/ 0 h 898656"/>
                <a:gd name="connsiteX3" fmla="*/ 135132 w 135131"/>
                <a:gd name="connsiteY3" fmla="*/ 0 h 898656"/>
                <a:gd name="connsiteX4" fmla="*/ 126555 w 135131"/>
                <a:gd name="connsiteY4" fmla="*/ 898656 h 898656"/>
                <a:gd name="connsiteX5" fmla="*/ 126555 w 135131"/>
                <a:gd name="connsiteY5" fmla="*/ 898656 h 898656"/>
                <a:gd name="connsiteX6" fmla="*/ 126555 w 135131"/>
                <a:gd name="connsiteY6" fmla="*/ 898656 h 89865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35131" h="898656">
                  <a:moveTo>
                    <a:pt x="126555" y="898656"/>
                  </a:moveTo>
                  <a:lnTo>
                    <a:pt x="0" y="898656"/>
                  </a:lnTo>
                  <a:lnTo>
                    <a:pt x="0" y="0"/>
                  </a:lnTo>
                  <a:lnTo>
                    <a:pt x="135132" y="0"/>
                  </a:lnTo>
                  <a:lnTo>
                    <a:pt x="126555" y="898656"/>
                  </a:lnTo>
                  <a:lnTo>
                    <a:pt x="126555" y="898656"/>
                  </a:lnTo>
                  <a:lnTo>
                    <a:pt x="126555" y="898656"/>
                  </a:lnTo>
                  <a:close/>
                </a:path>
              </a:pathLst>
            </a:custGeom>
            <a:solidFill>
              <a:srgbClr val="FED0D6"/>
            </a:solidFill>
            <a:ln w="6346" cap="flat">
              <a:noFill/>
              <a:prstDash val="solid"/>
              <a:miter/>
            </a:ln>
          </p:spPr>
          <p:txBody>
            <a:bodyPr rtlCol="0" anchor="ctr"/>
            <a:lstStyle/>
            <a:p>
              <a:endParaRPr lang="zh-CN" altLang="en-US"/>
            </a:p>
          </p:txBody>
        </p:sp>
        <p:sp>
          <p:nvSpPr>
            <p:cNvPr id="115" name="任意多边形 57">
              <a:extLst>
                <a:ext uri="{FF2B5EF4-FFF2-40B4-BE49-F238E27FC236}">
                  <a16:creationId xmlns:a16="http://schemas.microsoft.com/office/drawing/2014/main" id="{24960840-7781-400C-8B81-D06B8B26A7CC}"/>
                </a:ext>
              </a:extLst>
            </p:cNvPr>
            <p:cNvSpPr/>
            <p:nvPr/>
          </p:nvSpPr>
          <p:spPr>
            <a:xfrm>
              <a:off x="7703109" y="5287978"/>
              <a:ext cx="316405" cy="123506"/>
            </a:xfrm>
            <a:custGeom>
              <a:avLst/>
              <a:gdLst>
                <a:gd name="connsiteX0" fmla="*/ 264603 w 279455"/>
                <a:gd name="connsiteY0" fmla="*/ -210 h 109083"/>
                <a:gd name="connsiteX1" fmla="*/ 138493 w 279455"/>
                <a:gd name="connsiteY1" fmla="*/ -210 h 109083"/>
                <a:gd name="connsiteX2" fmla="*/ -514 w 279455"/>
                <a:gd name="connsiteY2" fmla="*/ 96168 h 109083"/>
                <a:gd name="connsiteX3" fmla="*/ -514 w 279455"/>
                <a:gd name="connsiteY3" fmla="*/ 108874 h 109083"/>
                <a:gd name="connsiteX4" fmla="*/ 277500 w 279455"/>
                <a:gd name="connsiteY4" fmla="*/ 108874 h 109083"/>
                <a:gd name="connsiteX5" fmla="*/ 264794 w 279455"/>
                <a:gd name="connsiteY5" fmla="*/ -210 h 10908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9455" h="109083">
                  <a:moveTo>
                    <a:pt x="264603" y="-210"/>
                  </a:moveTo>
                  <a:lnTo>
                    <a:pt x="138493" y="-210"/>
                  </a:lnTo>
                  <a:cubicBezTo>
                    <a:pt x="138493" y="-210"/>
                    <a:pt x="12382" y="68277"/>
                    <a:pt x="-514" y="96168"/>
                  </a:cubicBezTo>
                  <a:lnTo>
                    <a:pt x="-514" y="108874"/>
                  </a:lnTo>
                  <a:lnTo>
                    <a:pt x="277500" y="108874"/>
                  </a:lnTo>
                  <a:cubicBezTo>
                    <a:pt x="277500" y="108874"/>
                    <a:pt x="285251" y="27681"/>
                    <a:pt x="264794" y="-210"/>
                  </a:cubicBezTo>
                  <a:close/>
                </a:path>
              </a:pathLst>
            </a:custGeom>
            <a:solidFill>
              <a:srgbClr val="F93F57"/>
            </a:solidFill>
            <a:ln w="6346" cap="flat">
              <a:noFill/>
              <a:prstDash val="solid"/>
              <a:miter/>
            </a:ln>
          </p:spPr>
          <p:txBody>
            <a:bodyPr rtlCol="0" anchor="ctr"/>
            <a:lstStyle/>
            <a:p>
              <a:endParaRPr lang="zh-CN" altLang="en-US"/>
            </a:p>
          </p:txBody>
        </p:sp>
        <p:sp>
          <p:nvSpPr>
            <p:cNvPr id="116" name="任意多边形 58">
              <a:extLst>
                <a:ext uri="{FF2B5EF4-FFF2-40B4-BE49-F238E27FC236}">
                  <a16:creationId xmlns:a16="http://schemas.microsoft.com/office/drawing/2014/main" id="{73B623CA-D156-4CDE-A4B0-FAAD2A7D877E}"/>
                </a:ext>
              </a:extLst>
            </p:cNvPr>
            <p:cNvSpPr/>
            <p:nvPr/>
          </p:nvSpPr>
          <p:spPr>
            <a:xfrm>
              <a:off x="7703109" y="5411484"/>
              <a:ext cx="314126" cy="18773"/>
            </a:xfrm>
            <a:custGeom>
              <a:avLst/>
              <a:gdLst>
                <a:gd name="connsiteX0" fmla="*/ 0 w 277442"/>
                <a:gd name="connsiteY0" fmla="*/ 0 h 16581"/>
                <a:gd name="connsiteX1" fmla="*/ 277443 w 277442"/>
                <a:gd name="connsiteY1" fmla="*/ 0 h 16581"/>
                <a:gd name="connsiteX2" fmla="*/ 277443 w 277442"/>
                <a:gd name="connsiteY2" fmla="*/ 16582 h 16581"/>
                <a:gd name="connsiteX3" fmla="*/ 0 w 277442"/>
                <a:gd name="connsiteY3" fmla="*/ 16582 h 16581"/>
                <a:gd name="connsiteX4" fmla="*/ 0 w 277442"/>
                <a:gd name="connsiteY4" fmla="*/ 0 h 16581"/>
                <a:gd name="connsiteX5" fmla="*/ 0 w 277442"/>
                <a:gd name="connsiteY5" fmla="*/ 0 h 1658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7442" h="16581">
                  <a:moveTo>
                    <a:pt x="0" y="0"/>
                  </a:moveTo>
                  <a:lnTo>
                    <a:pt x="277443" y="0"/>
                  </a:lnTo>
                  <a:lnTo>
                    <a:pt x="277443" y="16582"/>
                  </a:lnTo>
                  <a:lnTo>
                    <a:pt x="0" y="16582"/>
                  </a:lnTo>
                  <a:lnTo>
                    <a:pt x="0" y="0"/>
                  </a:lnTo>
                  <a:lnTo>
                    <a:pt x="0" y="0"/>
                  </a:lnTo>
                  <a:close/>
                </a:path>
              </a:pathLst>
            </a:custGeom>
            <a:solidFill>
              <a:srgbClr val="981D04"/>
            </a:solidFill>
            <a:ln w="6346" cap="flat">
              <a:noFill/>
              <a:prstDash val="solid"/>
              <a:miter/>
            </a:ln>
          </p:spPr>
          <p:txBody>
            <a:bodyPr rtlCol="0" anchor="ctr"/>
            <a:lstStyle/>
            <a:p>
              <a:endParaRPr lang="zh-CN" altLang="en-US"/>
            </a:p>
          </p:txBody>
        </p:sp>
        <p:sp>
          <p:nvSpPr>
            <p:cNvPr id="117" name="任意多边形 59">
              <a:extLst>
                <a:ext uri="{FF2B5EF4-FFF2-40B4-BE49-F238E27FC236}">
                  <a16:creationId xmlns:a16="http://schemas.microsoft.com/office/drawing/2014/main" id="{B97D8EF6-232B-4766-86A7-D77365230B84}"/>
                </a:ext>
              </a:extLst>
            </p:cNvPr>
            <p:cNvSpPr/>
            <p:nvPr/>
          </p:nvSpPr>
          <p:spPr>
            <a:xfrm>
              <a:off x="8074926" y="4281217"/>
              <a:ext cx="154366" cy="1017478"/>
            </a:xfrm>
            <a:custGeom>
              <a:avLst/>
              <a:gdLst>
                <a:gd name="connsiteX0" fmla="*/ 8704 w 136339"/>
                <a:gd name="connsiteY0" fmla="*/ 898656 h 898656"/>
                <a:gd name="connsiteX1" fmla="*/ 136339 w 136339"/>
                <a:gd name="connsiteY1" fmla="*/ 898656 h 898656"/>
                <a:gd name="connsiteX2" fmla="*/ 136339 w 136339"/>
                <a:gd name="connsiteY2" fmla="*/ 0 h 898656"/>
                <a:gd name="connsiteX3" fmla="*/ 0 w 136339"/>
                <a:gd name="connsiteY3" fmla="*/ 0 h 898656"/>
                <a:gd name="connsiteX4" fmla="*/ 8704 w 136339"/>
                <a:gd name="connsiteY4" fmla="*/ 898656 h 898656"/>
                <a:gd name="connsiteX5" fmla="*/ 8704 w 136339"/>
                <a:gd name="connsiteY5" fmla="*/ 898656 h 898656"/>
                <a:gd name="connsiteX6" fmla="*/ 8704 w 136339"/>
                <a:gd name="connsiteY6" fmla="*/ 898656 h 89865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36339" h="898656">
                  <a:moveTo>
                    <a:pt x="8704" y="898656"/>
                  </a:moveTo>
                  <a:lnTo>
                    <a:pt x="136339" y="898656"/>
                  </a:lnTo>
                  <a:lnTo>
                    <a:pt x="136339" y="0"/>
                  </a:lnTo>
                  <a:lnTo>
                    <a:pt x="0" y="0"/>
                  </a:lnTo>
                  <a:lnTo>
                    <a:pt x="8704" y="898656"/>
                  </a:lnTo>
                  <a:lnTo>
                    <a:pt x="8704" y="898656"/>
                  </a:lnTo>
                  <a:lnTo>
                    <a:pt x="8704" y="898656"/>
                  </a:lnTo>
                  <a:close/>
                </a:path>
              </a:pathLst>
            </a:custGeom>
            <a:solidFill>
              <a:srgbClr val="FED0D6"/>
            </a:solidFill>
            <a:ln w="6346" cap="flat">
              <a:noFill/>
              <a:prstDash val="solid"/>
              <a:miter/>
            </a:ln>
          </p:spPr>
          <p:txBody>
            <a:bodyPr rtlCol="0" anchor="ctr"/>
            <a:lstStyle/>
            <a:p>
              <a:endParaRPr lang="zh-CN" altLang="en-US"/>
            </a:p>
          </p:txBody>
        </p:sp>
        <p:sp>
          <p:nvSpPr>
            <p:cNvPr id="118" name="任意多边形 60">
              <a:extLst>
                <a:ext uri="{FF2B5EF4-FFF2-40B4-BE49-F238E27FC236}">
                  <a16:creationId xmlns:a16="http://schemas.microsoft.com/office/drawing/2014/main" id="{CE363BB7-471B-4B7B-BB98-6F027BFE587B}"/>
                </a:ext>
              </a:extLst>
            </p:cNvPr>
            <p:cNvSpPr/>
            <p:nvPr/>
          </p:nvSpPr>
          <p:spPr>
            <a:xfrm>
              <a:off x="8073764" y="5287978"/>
              <a:ext cx="312627" cy="123506"/>
            </a:xfrm>
            <a:custGeom>
              <a:avLst/>
              <a:gdLst>
                <a:gd name="connsiteX0" fmla="*/ 11376 w 276118"/>
                <a:gd name="connsiteY0" fmla="*/ -210 h 109083"/>
                <a:gd name="connsiteX1" fmla="*/ 139646 w 276118"/>
                <a:gd name="connsiteY1" fmla="*/ -210 h 109083"/>
                <a:gd name="connsiteX2" fmla="*/ 275604 w 276118"/>
                <a:gd name="connsiteY2" fmla="*/ 96168 h 109083"/>
                <a:gd name="connsiteX3" fmla="*/ 275604 w 276118"/>
                <a:gd name="connsiteY3" fmla="*/ 108874 h 109083"/>
                <a:gd name="connsiteX4" fmla="*/ 1147 w 276118"/>
                <a:gd name="connsiteY4" fmla="*/ 108874 h 109083"/>
                <a:gd name="connsiteX5" fmla="*/ 11376 w 276118"/>
                <a:gd name="connsiteY5" fmla="*/ -210 h 10908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6118" h="109083">
                  <a:moveTo>
                    <a:pt x="11376" y="-210"/>
                  </a:moveTo>
                  <a:lnTo>
                    <a:pt x="139646" y="-210"/>
                  </a:lnTo>
                  <a:cubicBezTo>
                    <a:pt x="139646" y="-210"/>
                    <a:pt x="262771" y="68277"/>
                    <a:pt x="275604" y="96168"/>
                  </a:cubicBezTo>
                  <a:lnTo>
                    <a:pt x="275604" y="108874"/>
                  </a:lnTo>
                  <a:lnTo>
                    <a:pt x="1147" y="108874"/>
                  </a:lnTo>
                  <a:cubicBezTo>
                    <a:pt x="1147" y="108874"/>
                    <a:pt x="-6604" y="27681"/>
                    <a:pt x="11376" y="-210"/>
                  </a:cubicBezTo>
                  <a:close/>
                </a:path>
              </a:pathLst>
            </a:custGeom>
            <a:solidFill>
              <a:srgbClr val="F93F57"/>
            </a:solidFill>
            <a:ln w="6346" cap="flat">
              <a:noFill/>
              <a:prstDash val="solid"/>
              <a:miter/>
            </a:ln>
          </p:spPr>
          <p:txBody>
            <a:bodyPr rtlCol="0" anchor="ctr"/>
            <a:lstStyle/>
            <a:p>
              <a:endParaRPr lang="zh-CN" altLang="en-US"/>
            </a:p>
          </p:txBody>
        </p:sp>
        <p:sp>
          <p:nvSpPr>
            <p:cNvPr id="119" name="任意多边形 61">
              <a:extLst>
                <a:ext uri="{FF2B5EF4-FFF2-40B4-BE49-F238E27FC236}">
                  <a16:creationId xmlns:a16="http://schemas.microsoft.com/office/drawing/2014/main" id="{3FBBF8B1-B86F-4FAA-B2ED-B61B6CBCB569}"/>
                </a:ext>
              </a:extLst>
            </p:cNvPr>
            <p:cNvSpPr/>
            <p:nvPr/>
          </p:nvSpPr>
          <p:spPr>
            <a:xfrm>
              <a:off x="8074926" y="5411484"/>
              <a:ext cx="311393" cy="18773"/>
            </a:xfrm>
            <a:custGeom>
              <a:avLst/>
              <a:gdLst>
                <a:gd name="connsiteX0" fmla="*/ 0 w 275028"/>
                <a:gd name="connsiteY0" fmla="*/ 0 h 16581"/>
                <a:gd name="connsiteX1" fmla="*/ 275029 w 275028"/>
                <a:gd name="connsiteY1" fmla="*/ 0 h 16581"/>
                <a:gd name="connsiteX2" fmla="*/ 275029 w 275028"/>
                <a:gd name="connsiteY2" fmla="*/ 16582 h 16581"/>
                <a:gd name="connsiteX3" fmla="*/ 0 w 275028"/>
                <a:gd name="connsiteY3" fmla="*/ 16582 h 16581"/>
                <a:gd name="connsiteX4" fmla="*/ 0 w 275028"/>
                <a:gd name="connsiteY4" fmla="*/ 0 h 16581"/>
                <a:gd name="connsiteX5" fmla="*/ 0 w 275028"/>
                <a:gd name="connsiteY5" fmla="*/ 0 h 1658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5028" h="16581">
                  <a:moveTo>
                    <a:pt x="0" y="0"/>
                  </a:moveTo>
                  <a:lnTo>
                    <a:pt x="275029" y="0"/>
                  </a:lnTo>
                  <a:lnTo>
                    <a:pt x="275029" y="16582"/>
                  </a:lnTo>
                  <a:lnTo>
                    <a:pt x="0" y="16582"/>
                  </a:lnTo>
                  <a:lnTo>
                    <a:pt x="0" y="0"/>
                  </a:lnTo>
                  <a:lnTo>
                    <a:pt x="0" y="0"/>
                  </a:lnTo>
                  <a:close/>
                </a:path>
              </a:pathLst>
            </a:custGeom>
            <a:solidFill>
              <a:srgbClr val="981D04"/>
            </a:solidFill>
            <a:ln w="6346" cap="flat">
              <a:noFill/>
              <a:prstDash val="solid"/>
              <a:miter/>
            </a:ln>
          </p:spPr>
          <p:txBody>
            <a:bodyPr rtlCol="0" anchor="ctr"/>
            <a:lstStyle/>
            <a:p>
              <a:endParaRPr lang="zh-CN" altLang="en-US"/>
            </a:p>
          </p:txBody>
        </p:sp>
        <p:sp>
          <p:nvSpPr>
            <p:cNvPr id="120" name="任意多边形 62">
              <a:extLst>
                <a:ext uri="{FF2B5EF4-FFF2-40B4-BE49-F238E27FC236}">
                  <a16:creationId xmlns:a16="http://schemas.microsoft.com/office/drawing/2014/main" id="{B6BBA217-6FB2-43F3-B0A1-205608D4FDF4}"/>
                </a:ext>
              </a:extLst>
            </p:cNvPr>
            <p:cNvSpPr/>
            <p:nvPr/>
          </p:nvSpPr>
          <p:spPr>
            <a:xfrm>
              <a:off x="7564855" y="3584555"/>
              <a:ext cx="961084" cy="1110846"/>
            </a:xfrm>
            <a:custGeom>
              <a:avLst/>
              <a:gdLst>
                <a:gd name="connsiteX0" fmla="*/ 635502 w 848847"/>
                <a:gd name="connsiteY0" fmla="*/ -210 h 981120"/>
                <a:gd name="connsiteX1" fmla="*/ 212380 w 848847"/>
                <a:gd name="connsiteY1" fmla="*/ -210 h 981120"/>
                <a:gd name="connsiteX2" fmla="*/ -514 w 848847"/>
                <a:gd name="connsiteY2" fmla="*/ 980910 h 981120"/>
                <a:gd name="connsiteX3" fmla="*/ 848334 w 848847"/>
                <a:gd name="connsiteY3" fmla="*/ 980910 h 981120"/>
                <a:gd name="connsiteX4" fmla="*/ 635502 w 848847"/>
                <a:gd name="connsiteY4" fmla="*/ -210 h 98112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48847" h="981120">
                  <a:moveTo>
                    <a:pt x="635502" y="-210"/>
                  </a:moveTo>
                  <a:lnTo>
                    <a:pt x="212380" y="-210"/>
                  </a:lnTo>
                  <a:cubicBezTo>
                    <a:pt x="12319" y="253281"/>
                    <a:pt x="-514" y="980910"/>
                    <a:pt x="-514" y="980910"/>
                  </a:cubicBezTo>
                  <a:lnTo>
                    <a:pt x="848334" y="980910"/>
                  </a:lnTo>
                  <a:cubicBezTo>
                    <a:pt x="848334" y="980910"/>
                    <a:pt x="838104" y="253281"/>
                    <a:pt x="635502" y="-210"/>
                  </a:cubicBezTo>
                  <a:close/>
                </a:path>
              </a:pathLst>
            </a:custGeom>
            <a:solidFill>
              <a:srgbClr val="434CC0"/>
            </a:solidFill>
            <a:ln w="6346" cap="flat">
              <a:noFill/>
              <a:prstDash val="solid"/>
              <a:miter/>
            </a:ln>
          </p:spPr>
          <p:txBody>
            <a:bodyPr rtlCol="0" anchor="ctr"/>
            <a:lstStyle/>
            <a:p>
              <a:endParaRPr lang="zh-CN" altLang="en-US"/>
            </a:p>
          </p:txBody>
        </p:sp>
        <p:sp>
          <p:nvSpPr>
            <p:cNvPr id="121" name="任意多边形 63">
              <a:extLst>
                <a:ext uri="{FF2B5EF4-FFF2-40B4-BE49-F238E27FC236}">
                  <a16:creationId xmlns:a16="http://schemas.microsoft.com/office/drawing/2014/main" id="{B5B9D302-1C3B-4176-B1AE-3E2F371CC24E}"/>
                </a:ext>
              </a:extLst>
            </p:cNvPr>
            <p:cNvSpPr/>
            <p:nvPr/>
          </p:nvSpPr>
          <p:spPr>
            <a:xfrm>
              <a:off x="6993099" y="2948350"/>
              <a:ext cx="1467130" cy="1769867"/>
            </a:xfrm>
            <a:custGeom>
              <a:avLst/>
              <a:gdLst>
                <a:gd name="connsiteX0" fmla="*/ 927593 w 1295797"/>
                <a:gd name="connsiteY0" fmla="*/ 878849 h 1563180"/>
                <a:gd name="connsiteX1" fmla="*/ 1022891 w 1295797"/>
                <a:gd name="connsiteY1" fmla="*/ 1014617 h 1563180"/>
                <a:gd name="connsiteX2" fmla="*/ 992077 w 1295797"/>
                <a:gd name="connsiteY2" fmla="*/ 1186152 h 1563180"/>
                <a:gd name="connsiteX3" fmla="*/ 821876 w 1295797"/>
                <a:gd name="connsiteY3" fmla="*/ 1157900 h 1563180"/>
                <a:gd name="connsiteX4" fmla="*/ 820161 w 1295797"/>
                <a:gd name="connsiteY4" fmla="*/ 1155403 h 1563180"/>
                <a:gd name="connsiteX5" fmla="*/ 668447 w 1295797"/>
                <a:gd name="connsiteY5" fmla="*/ 940348 h 1563180"/>
                <a:gd name="connsiteX6" fmla="*/ 668447 w 1295797"/>
                <a:gd name="connsiteY6" fmla="*/ 935202 h 1563180"/>
                <a:gd name="connsiteX7" fmla="*/ 663300 w 1295797"/>
                <a:gd name="connsiteY7" fmla="*/ 932661 h 1563180"/>
                <a:gd name="connsiteX8" fmla="*/ 694114 w 1295797"/>
                <a:gd name="connsiteY8" fmla="*/ 761125 h 1563180"/>
                <a:gd name="connsiteX9" fmla="*/ 765968 w 1295797"/>
                <a:gd name="connsiteY9" fmla="*/ 364243 h 1563180"/>
                <a:gd name="connsiteX10" fmla="*/ 368196 w 1295797"/>
                <a:gd name="connsiteY10" fmla="*/ 297661 h 1563180"/>
                <a:gd name="connsiteX11" fmla="*/ 250154 w 1295797"/>
                <a:gd name="connsiteY11" fmla="*/ 551153 h 1563180"/>
                <a:gd name="connsiteX12" fmla="*/ 134780 w 1295797"/>
                <a:gd name="connsiteY12" fmla="*/ 686793 h 1563180"/>
                <a:gd name="connsiteX13" fmla="*/ 1364 w 1295797"/>
                <a:gd name="connsiteY13" fmla="*/ 574152 h 1563180"/>
                <a:gd name="connsiteX14" fmla="*/ 224614 w 1295797"/>
                <a:gd name="connsiteY14" fmla="*/ 95313 h 1563180"/>
                <a:gd name="connsiteX15" fmla="*/ 966156 w 1295797"/>
                <a:gd name="connsiteY15" fmla="*/ 223329 h 1563180"/>
                <a:gd name="connsiteX16" fmla="*/ 927657 w 1295797"/>
                <a:gd name="connsiteY16" fmla="*/ 878849 h 1563180"/>
                <a:gd name="connsiteX17" fmla="*/ 1245823 w 1295797"/>
                <a:gd name="connsiteY17" fmla="*/ 1332149 h 1563180"/>
                <a:gd name="connsiteX18" fmla="*/ 1271236 w 1295797"/>
                <a:gd name="connsiteY18" fmla="*/ 1367980 h 1563180"/>
                <a:gd name="connsiteX19" fmla="*/ 1242965 w 1295797"/>
                <a:gd name="connsiteY19" fmla="*/ 1542121 h 1563180"/>
                <a:gd name="connsiteX20" fmla="*/ 1068506 w 1295797"/>
                <a:gd name="connsiteY20" fmla="*/ 1511371 h 1563180"/>
                <a:gd name="connsiteX21" fmla="*/ 1043093 w 1295797"/>
                <a:gd name="connsiteY21" fmla="*/ 1473252 h 1563180"/>
                <a:gd name="connsiteX22" fmla="*/ 1073906 w 1295797"/>
                <a:gd name="connsiteY22" fmla="*/ 1301717 h 1563180"/>
                <a:gd name="connsiteX23" fmla="*/ 1242583 w 1295797"/>
                <a:gd name="connsiteY23" fmla="*/ 1327847 h 1563180"/>
                <a:gd name="connsiteX24" fmla="*/ 1245823 w 1295797"/>
                <a:gd name="connsiteY24" fmla="*/ 1332466 h 156318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1295797" h="1563180">
                  <a:moveTo>
                    <a:pt x="927593" y="878849"/>
                  </a:moveTo>
                  <a:lnTo>
                    <a:pt x="1022891" y="1014617"/>
                  </a:lnTo>
                  <a:cubicBezTo>
                    <a:pt x="1063932" y="1070906"/>
                    <a:pt x="1051098" y="1145174"/>
                    <a:pt x="992077" y="1186152"/>
                  </a:cubicBezTo>
                  <a:cubicBezTo>
                    <a:pt x="937313" y="1225345"/>
                    <a:pt x="861075" y="1212696"/>
                    <a:pt x="821876" y="1157900"/>
                  </a:cubicBezTo>
                  <a:cubicBezTo>
                    <a:pt x="821305" y="1157074"/>
                    <a:pt x="820732" y="1156242"/>
                    <a:pt x="820161" y="1155403"/>
                  </a:cubicBezTo>
                  <a:lnTo>
                    <a:pt x="668447" y="940348"/>
                  </a:lnTo>
                  <a:lnTo>
                    <a:pt x="668447" y="935202"/>
                  </a:lnTo>
                  <a:cubicBezTo>
                    <a:pt x="663300" y="935202"/>
                    <a:pt x="663300" y="935202"/>
                    <a:pt x="663300" y="932661"/>
                  </a:cubicBezTo>
                  <a:cubicBezTo>
                    <a:pt x="624801" y="878849"/>
                    <a:pt x="640239" y="799244"/>
                    <a:pt x="694114" y="761125"/>
                  </a:cubicBezTo>
                  <a:cubicBezTo>
                    <a:pt x="822384" y="668941"/>
                    <a:pt x="855738" y="492259"/>
                    <a:pt x="765968" y="364243"/>
                  </a:cubicBezTo>
                  <a:cubicBezTo>
                    <a:pt x="673593" y="233621"/>
                    <a:pt x="499135" y="208018"/>
                    <a:pt x="368196" y="297661"/>
                  </a:cubicBezTo>
                  <a:cubicBezTo>
                    <a:pt x="283572" y="359096"/>
                    <a:pt x="239926" y="456491"/>
                    <a:pt x="250154" y="551153"/>
                  </a:cubicBezTo>
                  <a:cubicBezTo>
                    <a:pt x="255618" y="620421"/>
                    <a:pt x="204030" y="681056"/>
                    <a:pt x="134780" y="686793"/>
                  </a:cubicBezTo>
                  <a:cubicBezTo>
                    <a:pt x="65467" y="691939"/>
                    <a:pt x="9051" y="643274"/>
                    <a:pt x="1364" y="574152"/>
                  </a:cubicBezTo>
                  <a:cubicBezTo>
                    <a:pt x="-14456" y="386231"/>
                    <a:pt x="70486" y="204003"/>
                    <a:pt x="224614" y="95313"/>
                  </a:cubicBezTo>
                  <a:cubicBezTo>
                    <a:pt x="466035" y="-71140"/>
                    <a:pt x="799386" y="-14788"/>
                    <a:pt x="966156" y="223329"/>
                  </a:cubicBezTo>
                  <a:cubicBezTo>
                    <a:pt x="1107832" y="424058"/>
                    <a:pt x="1091822" y="696081"/>
                    <a:pt x="927657" y="878849"/>
                  </a:cubicBezTo>
                  <a:close/>
                  <a:moveTo>
                    <a:pt x="1245823" y="1332149"/>
                  </a:moveTo>
                  <a:lnTo>
                    <a:pt x="1271236" y="1367980"/>
                  </a:lnTo>
                  <a:cubicBezTo>
                    <a:pt x="1312277" y="1426874"/>
                    <a:pt x="1299444" y="1501397"/>
                    <a:pt x="1242965" y="1542121"/>
                  </a:cubicBezTo>
                  <a:cubicBezTo>
                    <a:pt x="1189089" y="1577953"/>
                    <a:pt x="1109548" y="1567533"/>
                    <a:pt x="1068506" y="1511371"/>
                  </a:cubicBezTo>
                  <a:lnTo>
                    <a:pt x="1043093" y="1473252"/>
                  </a:lnTo>
                  <a:cubicBezTo>
                    <a:pt x="1004593" y="1419505"/>
                    <a:pt x="1019968" y="1339836"/>
                    <a:pt x="1073906" y="1301717"/>
                  </a:cubicBezTo>
                  <a:cubicBezTo>
                    <a:pt x="1127718" y="1262346"/>
                    <a:pt x="1203257" y="1274049"/>
                    <a:pt x="1242583" y="1327847"/>
                  </a:cubicBezTo>
                  <a:cubicBezTo>
                    <a:pt x="1243727" y="1329359"/>
                    <a:pt x="1244806" y="1330903"/>
                    <a:pt x="1245823" y="1332466"/>
                  </a:cubicBezTo>
                  <a:close/>
                </a:path>
              </a:pathLst>
            </a:custGeom>
            <a:solidFill>
              <a:srgbClr val="FFC545"/>
            </a:solidFill>
            <a:ln w="6346" cap="flat">
              <a:noFill/>
              <a:prstDash val="solid"/>
              <a:miter/>
            </a:ln>
          </p:spPr>
          <p:txBody>
            <a:bodyPr rtlCol="0" anchor="ctr"/>
            <a:lstStyle/>
            <a:p>
              <a:endParaRPr lang="zh-CN" altLang="en-US"/>
            </a:p>
          </p:txBody>
        </p:sp>
        <p:sp>
          <p:nvSpPr>
            <p:cNvPr id="122" name="任意多边形 64">
              <a:extLst>
                <a:ext uri="{FF2B5EF4-FFF2-40B4-BE49-F238E27FC236}">
                  <a16:creationId xmlns:a16="http://schemas.microsoft.com/office/drawing/2014/main" id="{2445C059-AF30-4075-B431-A14CB002CC61}"/>
                </a:ext>
              </a:extLst>
            </p:cNvPr>
            <p:cNvSpPr/>
            <p:nvPr/>
          </p:nvSpPr>
          <p:spPr>
            <a:xfrm>
              <a:off x="8074926" y="2908035"/>
              <a:ext cx="512041" cy="826857"/>
            </a:xfrm>
            <a:custGeom>
              <a:avLst/>
              <a:gdLst>
                <a:gd name="connsiteX0" fmla="*/ 274260 w 452244"/>
                <a:gd name="connsiteY0" fmla="*/ -210 h 730296"/>
                <a:gd name="connsiteX1" fmla="*/ 451387 w 452244"/>
                <a:gd name="connsiteY1" fmla="*/ 381616 h 730296"/>
                <a:gd name="connsiteX2" fmla="*/ 43132 w 452244"/>
                <a:gd name="connsiteY2" fmla="*/ 730087 h 730296"/>
                <a:gd name="connsiteX3" fmla="*/ -514 w 452244"/>
                <a:gd name="connsiteY3" fmla="*/ 558551 h 730296"/>
                <a:gd name="connsiteX4" fmla="*/ 315302 w 452244"/>
                <a:gd name="connsiteY4" fmla="*/ 366368 h 730296"/>
                <a:gd name="connsiteX5" fmla="*/ 248594 w 452244"/>
                <a:gd name="connsiteY5" fmla="*/ 207539 h 730296"/>
                <a:gd name="connsiteX6" fmla="*/ 274007 w 452244"/>
                <a:gd name="connsiteY6" fmla="*/ -19 h 7302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452244" h="730296">
                  <a:moveTo>
                    <a:pt x="274260" y="-210"/>
                  </a:moveTo>
                  <a:cubicBezTo>
                    <a:pt x="274260" y="-210"/>
                    <a:pt x="438553" y="292036"/>
                    <a:pt x="451387" y="381616"/>
                  </a:cubicBezTo>
                  <a:cubicBezTo>
                    <a:pt x="464093" y="473864"/>
                    <a:pt x="120196" y="717317"/>
                    <a:pt x="43132" y="730087"/>
                  </a:cubicBezTo>
                  <a:lnTo>
                    <a:pt x="-514" y="558551"/>
                  </a:lnTo>
                  <a:cubicBezTo>
                    <a:pt x="-514" y="558551"/>
                    <a:pt x="284489" y="425135"/>
                    <a:pt x="315302" y="366368"/>
                  </a:cubicBezTo>
                  <a:lnTo>
                    <a:pt x="248594" y="207539"/>
                  </a:lnTo>
                  <a:lnTo>
                    <a:pt x="274007" y="-19"/>
                  </a:lnTo>
                  <a:close/>
                </a:path>
              </a:pathLst>
            </a:custGeom>
            <a:solidFill>
              <a:srgbClr val="F93F57"/>
            </a:solidFill>
            <a:ln w="6346" cap="flat">
              <a:noFill/>
              <a:prstDash val="solid"/>
              <a:miter/>
            </a:ln>
          </p:spPr>
          <p:txBody>
            <a:bodyPr rtlCol="0" anchor="ctr"/>
            <a:lstStyle/>
            <a:p>
              <a:endParaRPr lang="zh-CN" altLang="en-US"/>
            </a:p>
          </p:txBody>
        </p:sp>
        <p:sp>
          <p:nvSpPr>
            <p:cNvPr id="123" name="任意多边形 65">
              <a:extLst>
                <a:ext uri="{FF2B5EF4-FFF2-40B4-BE49-F238E27FC236}">
                  <a16:creationId xmlns:a16="http://schemas.microsoft.com/office/drawing/2014/main" id="{7727183A-B628-4844-9223-8C99901D5D49}"/>
                </a:ext>
              </a:extLst>
            </p:cNvPr>
            <p:cNvSpPr/>
            <p:nvPr/>
          </p:nvSpPr>
          <p:spPr>
            <a:xfrm>
              <a:off x="8008236" y="3573622"/>
              <a:ext cx="101648" cy="117572"/>
            </a:xfrm>
            <a:custGeom>
              <a:avLst/>
              <a:gdLst>
                <a:gd name="connsiteX0" fmla="*/ 66265 w 89777"/>
                <a:gd name="connsiteY0" fmla="*/ 362 h 103842"/>
                <a:gd name="connsiteX1" fmla="*/ 5147 w 89777"/>
                <a:gd name="connsiteY1" fmla="*/ 15800 h 103842"/>
                <a:gd name="connsiteX2" fmla="*/ 89263 w 89777"/>
                <a:gd name="connsiteY2" fmla="*/ 95596 h 103842"/>
                <a:gd name="connsiteX3" fmla="*/ 66265 w 89777"/>
                <a:gd name="connsiteY3" fmla="*/ 298 h 103842"/>
              </a:gdLst>
              <a:ahLst/>
              <a:cxnLst>
                <a:cxn ang="0">
                  <a:pos x="connsiteX0" y="connsiteY0"/>
                </a:cxn>
                <a:cxn ang="0">
                  <a:pos x="connsiteX1" y="connsiteY1"/>
                </a:cxn>
                <a:cxn ang="0">
                  <a:pos x="connsiteX2" y="connsiteY2"/>
                </a:cxn>
                <a:cxn ang="0">
                  <a:pos x="connsiteX3" y="connsiteY3"/>
                </a:cxn>
              </a:cxnLst>
              <a:rect l="l" t="t" r="r" b="b"/>
              <a:pathLst>
                <a:path w="89777" h="103842">
                  <a:moveTo>
                    <a:pt x="66265" y="362"/>
                  </a:moveTo>
                  <a:cubicBezTo>
                    <a:pt x="66265" y="362"/>
                    <a:pt x="15439" y="-4784"/>
                    <a:pt x="5147" y="15800"/>
                  </a:cubicBezTo>
                  <a:cubicBezTo>
                    <a:pt x="-5145" y="36384"/>
                    <a:pt x="-12705" y="131555"/>
                    <a:pt x="89263" y="95596"/>
                  </a:cubicBezTo>
                  <a:lnTo>
                    <a:pt x="66265" y="298"/>
                  </a:lnTo>
                  <a:close/>
                </a:path>
              </a:pathLst>
            </a:custGeom>
            <a:solidFill>
              <a:srgbClr val="FF93B1"/>
            </a:solidFill>
            <a:ln w="6346" cap="flat">
              <a:noFill/>
              <a:prstDash val="solid"/>
              <a:miter/>
            </a:ln>
          </p:spPr>
          <p:txBody>
            <a:bodyPr rtlCol="0" anchor="ctr"/>
            <a:lstStyle/>
            <a:p>
              <a:endParaRPr lang="zh-CN" altLang="en-US"/>
            </a:p>
          </p:txBody>
        </p:sp>
        <p:sp>
          <p:nvSpPr>
            <p:cNvPr id="124" name="任意多边形 67">
              <a:extLst>
                <a:ext uri="{FF2B5EF4-FFF2-40B4-BE49-F238E27FC236}">
                  <a16:creationId xmlns:a16="http://schemas.microsoft.com/office/drawing/2014/main" id="{A4DD1F58-5297-4A2D-B03E-9A8E23752D7B}"/>
                </a:ext>
              </a:extLst>
            </p:cNvPr>
            <p:cNvSpPr/>
            <p:nvPr/>
          </p:nvSpPr>
          <p:spPr>
            <a:xfrm rot="19901924">
              <a:off x="4001212" y="2597109"/>
              <a:ext cx="340051" cy="595716"/>
            </a:xfrm>
            <a:custGeom>
              <a:avLst/>
              <a:gdLst>
                <a:gd name="connsiteX0" fmla="*/ 596690 w 1007682"/>
                <a:gd name="connsiteY0" fmla="*/ 1042540 h 1765307"/>
                <a:gd name="connsiteX1" fmla="*/ 596690 w 1007682"/>
                <a:gd name="connsiteY1" fmla="*/ 1209120 h 1765307"/>
                <a:gd name="connsiteX2" fmla="*/ 479747 w 1007682"/>
                <a:gd name="connsiteY2" fmla="*/ 1332124 h 1765307"/>
                <a:gd name="connsiteX3" fmla="*/ 473502 w 1007682"/>
                <a:gd name="connsiteY3" fmla="*/ 1332118 h 1765307"/>
                <a:gd name="connsiteX4" fmla="*/ 350314 w 1007682"/>
                <a:gd name="connsiteY4" fmla="*/ 1209120 h 1765307"/>
                <a:gd name="connsiteX5" fmla="*/ 350314 w 1007682"/>
                <a:gd name="connsiteY5" fmla="*/ 945209 h 1765307"/>
                <a:gd name="connsiteX6" fmla="*/ 352855 w 1007682"/>
                <a:gd name="connsiteY6" fmla="*/ 940063 h 1765307"/>
                <a:gd name="connsiteX7" fmla="*/ 350314 w 1007682"/>
                <a:gd name="connsiteY7" fmla="*/ 934981 h 1765307"/>
                <a:gd name="connsiteX8" fmla="*/ 473502 w 1007682"/>
                <a:gd name="connsiteY8" fmla="*/ 811983 h 1765307"/>
                <a:gd name="connsiteX9" fmla="*/ 760983 w 1007682"/>
                <a:gd name="connsiteY9" fmla="*/ 530157 h 1765307"/>
                <a:gd name="connsiteX10" fmla="*/ 473502 w 1007682"/>
                <a:gd name="connsiteY10" fmla="*/ 245725 h 1765307"/>
                <a:gd name="connsiteX11" fmla="*/ 229667 w 1007682"/>
                <a:gd name="connsiteY11" fmla="*/ 384097 h 1765307"/>
                <a:gd name="connsiteX12" fmla="*/ 62134 w 1007682"/>
                <a:gd name="connsiteY12" fmla="*/ 430888 h 1765307"/>
                <a:gd name="connsiteX13" fmla="*/ 15343 w 1007682"/>
                <a:gd name="connsiteY13" fmla="*/ 263355 h 1765307"/>
                <a:gd name="connsiteX14" fmla="*/ 16645 w 1007682"/>
                <a:gd name="connsiteY14" fmla="*/ 261100 h 1765307"/>
                <a:gd name="connsiteX15" fmla="*/ 473502 w 1007682"/>
                <a:gd name="connsiteY15" fmla="*/ -206 h 1765307"/>
                <a:gd name="connsiteX16" fmla="*/ 1007168 w 1007682"/>
                <a:gd name="connsiteY16" fmla="*/ 530157 h 1765307"/>
                <a:gd name="connsiteX17" fmla="*/ 596499 w 1007682"/>
                <a:gd name="connsiteY17" fmla="*/ 1042540 h 1765307"/>
                <a:gd name="connsiteX18" fmla="*/ 596690 w 1007682"/>
                <a:gd name="connsiteY18" fmla="*/ 1595965 h 1765307"/>
                <a:gd name="connsiteX19" fmla="*/ 596690 w 1007682"/>
                <a:gd name="connsiteY19" fmla="*/ 1642089 h 1765307"/>
                <a:gd name="connsiteX20" fmla="*/ 473502 w 1007682"/>
                <a:gd name="connsiteY20" fmla="*/ 1765086 h 1765307"/>
                <a:gd name="connsiteX21" fmla="*/ 350314 w 1007682"/>
                <a:gd name="connsiteY21" fmla="*/ 1645221 h 1765307"/>
                <a:gd name="connsiteX22" fmla="*/ 350314 w 1007682"/>
                <a:gd name="connsiteY22" fmla="*/ 1642089 h 1765307"/>
                <a:gd name="connsiteX23" fmla="*/ 350314 w 1007682"/>
                <a:gd name="connsiteY23" fmla="*/ 1595965 h 1765307"/>
                <a:gd name="connsiteX24" fmla="*/ 473502 w 1007682"/>
                <a:gd name="connsiteY24" fmla="*/ 1473031 h 1765307"/>
                <a:gd name="connsiteX25" fmla="*/ 596690 w 1007682"/>
                <a:gd name="connsiteY25" fmla="*/ 1592769 h 1765307"/>
                <a:gd name="connsiteX26" fmla="*/ 596690 w 1007682"/>
                <a:gd name="connsiteY26" fmla="*/ 1595965 h 17653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Lst>
              <a:rect l="l" t="t" r="r" b="b"/>
              <a:pathLst>
                <a:path w="1007682" h="1765307">
                  <a:moveTo>
                    <a:pt x="596690" y="1042540"/>
                  </a:moveTo>
                  <a:lnTo>
                    <a:pt x="596690" y="1209120"/>
                  </a:lnTo>
                  <a:cubicBezTo>
                    <a:pt x="598361" y="1275377"/>
                    <a:pt x="546004" y="1330447"/>
                    <a:pt x="479747" y="1332124"/>
                  </a:cubicBezTo>
                  <a:cubicBezTo>
                    <a:pt x="477663" y="1332175"/>
                    <a:pt x="475579" y="1332175"/>
                    <a:pt x="473502" y="1332118"/>
                  </a:cubicBezTo>
                  <a:cubicBezTo>
                    <a:pt x="405529" y="1332156"/>
                    <a:pt x="350384" y="1277093"/>
                    <a:pt x="350314" y="1209120"/>
                  </a:cubicBezTo>
                  <a:lnTo>
                    <a:pt x="350314" y="945209"/>
                  </a:lnTo>
                  <a:cubicBezTo>
                    <a:pt x="350314" y="942668"/>
                    <a:pt x="352855" y="942668"/>
                    <a:pt x="352855" y="940063"/>
                  </a:cubicBezTo>
                  <a:cubicBezTo>
                    <a:pt x="350314" y="937522"/>
                    <a:pt x="350314" y="937522"/>
                    <a:pt x="350314" y="934981"/>
                  </a:cubicBezTo>
                  <a:cubicBezTo>
                    <a:pt x="350314" y="870941"/>
                    <a:pt x="406793" y="811983"/>
                    <a:pt x="473502" y="811983"/>
                  </a:cubicBezTo>
                  <a:cubicBezTo>
                    <a:pt x="632649" y="811983"/>
                    <a:pt x="760983" y="686445"/>
                    <a:pt x="760983" y="530157"/>
                  </a:cubicBezTo>
                  <a:cubicBezTo>
                    <a:pt x="760983" y="368723"/>
                    <a:pt x="632649" y="245725"/>
                    <a:pt x="473502" y="245725"/>
                  </a:cubicBezTo>
                  <a:cubicBezTo>
                    <a:pt x="373636" y="246094"/>
                    <a:pt x="281198" y="298552"/>
                    <a:pt x="229667" y="384097"/>
                  </a:cubicBezTo>
                  <a:cubicBezTo>
                    <a:pt x="196326" y="443283"/>
                    <a:pt x="121320" y="464230"/>
                    <a:pt x="62134" y="430888"/>
                  </a:cubicBezTo>
                  <a:cubicBezTo>
                    <a:pt x="2948" y="397547"/>
                    <a:pt x="-17999" y="322541"/>
                    <a:pt x="15343" y="263355"/>
                  </a:cubicBezTo>
                  <a:cubicBezTo>
                    <a:pt x="15769" y="262599"/>
                    <a:pt x="16201" y="261850"/>
                    <a:pt x="16645" y="261100"/>
                  </a:cubicBezTo>
                  <a:cubicBezTo>
                    <a:pt x="111346" y="98668"/>
                    <a:pt x="285480" y="-930"/>
                    <a:pt x="473502" y="-206"/>
                  </a:cubicBezTo>
                  <a:cubicBezTo>
                    <a:pt x="766129" y="-206"/>
                    <a:pt x="1007168" y="235497"/>
                    <a:pt x="1007168" y="530157"/>
                  </a:cubicBezTo>
                  <a:cubicBezTo>
                    <a:pt x="1007168" y="778693"/>
                    <a:pt x="832647" y="988792"/>
                    <a:pt x="596499" y="1042540"/>
                  </a:cubicBezTo>
                  <a:close/>
                  <a:moveTo>
                    <a:pt x="596690" y="1595965"/>
                  </a:moveTo>
                  <a:lnTo>
                    <a:pt x="596690" y="1642089"/>
                  </a:lnTo>
                  <a:cubicBezTo>
                    <a:pt x="596690" y="1713816"/>
                    <a:pt x="545356" y="1765086"/>
                    <a:pt x="473502" y="1765086"/>
                  </a:cubicBezTo>
                  <a:cubicBezTo>
                    <a:pt x="406387" y="1766001"/>
                    <a:pt x="351235" y="1712336"/>
                    <a:pt x="350314" y="1645221"/>
                  </a:cubicBezTo>
                  <a:cubicBezTo>
                    <a:pt x="350301" y="1644179"/>
                    <a:pt x="350301" y="1643131"/>
                    <a:pt x="350314" y="1642089"/>
                  </a:cubicBezTo>
                  <a:lnTo>
                    <a:pt x="350314" y="1595965"/>
                  </a:lnTo>
                  <a:cubicBezTo>
                    <a:pt x="351305" y="1528386"/>
                    <a:pt x="405923" y="1473882"/>
                    <a:pt x="473502" y="1473031"/>
                  </a:cubicBezTo>
                  <a:cubicBezTo>
                    <a:pt x="540585" y="1472078"/>
                    <a:pt x="595737" y="1525686"/>
                    <a:pt x="596690" y="1592769"/>
                  </a:cubicBezTo>
                  <a:cubicBezTo>
                    <a:pt x="596703" y="1593830"/>
                    <a:pt x="596703" y="1594897"/>
                    <a:pt x="596690" y="1595965"/>
                  </a:cubicBezTo>
                  <a:close/>
                </a:path>
              </a:pathLst>
            </a:custGeom>
            <a:solidFill>
              <a:srgbClr val="D0D4DA"/>
            </a:solidFill>
            <a:ln w="6346" cap="flat">
              <a:noFill/>
              <a:prstDash val="solid"/>
              <a:miter/>
            </a:ln>
          </p:spPr>
          <p:txBody>
            <a:bodyPr rtlCol="0" anchor="ctr"/>
            <a:lstStyle/>
            <a:p>
              <a:endParaRPr lang="zh-CN" altLang="en-US"/>
            </a:p>
          </p:txBody>
        </p:sp>
      </p:grpSp>
      <p:sp>
        <p:nvSpPr>
          <p:cNvPr id="79" name="矩形 78">
            <a:extLst>
              <a:ext uri="{FF2B5EF4-FFF2-40B4-BE49-F238E27FC236}">
                <a16:creationId xmlns:a16="http://schemas.microsoft.com/office/drawing/2014/main" id="{2804D1F4-F466-444D-AB07-F101362C1E61}"/>
              </a:ext>
            </a:extLst>
          </p:cNvPr>
          <p:cNvSpPr/>
          <p:nvPr/>
        </p:nvSpPr>
        <p:spPr>
          <a:xfrm>
            <a:off x="1056633" y="1335374"/>
            <a:ext cx="256976" cy="256976"/>
          </a:xfrm>
          <a:prstGeom prst="rect">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80" name="íşlïḍè">
            <a:extLst>
              <a:ext uri="{FF2B5EF4-FFF2-40B4-BE49-F238E27FC236}">
                <a16:creationId xmlns:a16="http://schemas.microsoft.com/office/drawing/2014/main" id="{667FD754-DAA6-4179-AE61-F0DA86843747}"/>
              </a:ext>
            </a:extLst>
          </p:cNvPr>
          <p:cNvSpPr txBox="1"/>
          <p:nvPr/>
        </p:nvSpPr>
        <p:spPr>
          <a:xfrm>
            <a:off x="1373860" y="1281052"/>
            <a:ext cx="10513339" cy="640539"/>
          </a:xfrm>
          <a:prstGeom prst="rect">
            <a:avLst/>
          </a:prstGeom>
          <a:noFill/>
        </p:spPr>
        <p:txBody>
          <a:bodyPr wrap="square" lIns="91440" tIns="45720" rIns="91440" bIns="45720" anchor="ctr">
            <a:noAutofit/>
          </a:bodyPr>
          <a:lstStyle/>
          <a:p>
            <a:r>
              <a:rPr lang="zh-CN" altLang="en-US" b="1" dirty="0">
                <a:latin typeface="Arial Narrow" panose="020B0606020202030204" pitchFamily="34" charset="0"/>
              </a:rPr>
              <a:t>在使用</a:t>
            </a:r>
            <a:r>
              <a:rPr lang="en-US" altLang="zh-CN" b="1" dirty="0">
                <a:latin typeface="Arial Narrow" panose="020B0606020202030204" pitchFamily="34" charset="0"/>
              </a:rPr>
              <a:t>CSMA/CD</a:t>
            </a:r>
            <a:r>
              <a:rPr lang="zh-CN" altLang="en-US" b="1" dirty="0">
                <a:latin typeface="Arial Narrow" panose="020B0606020202030204" pitchFamily="34" charset="0"/>
              </a:rPr>
              <a:t>协议的共享总线以太网中，正在发送帧的站点一边发送帧一边检测碰撞，当检测到碰撞时就立即停止发送，</a:t>
            </a:r>
            <a:r>
              <a:rPr lang="zh-CN" altLang="en-US" b="1" dirty="0">
                <a:solidFill>
                  <a:schemeClr val="accent1">
                    <a:lumMod val="75000"/>
                  </a:schemeClr>
                </a:solidFill>
                <a:latin typeface="Arial Narrow" panose="020B0606020202030204" pitchFamily="34" charset="0"/>
              </a:rPr>
              <a:t>退避一段随机时间</a:t>
            </a:r>
            <a:r>
              <a:rPr lang="zh-CN" altLang="en-US" b="1" dirty="0">
                <a:latin typeface="Arial Narrow" panose="020B0606020202030204" pitchFamily="34" charset="0"/>
              </a:rPr>
              <a:t>后再重新发送。</a:t>
            </a:r>
          </a:p>
        </p:txBody>
      </p:sp>
      <p:sp>
        <p:nvSpPr>
          <p:cNvPr id="5" name="对话气泡: 椭圆形 4">
            <a:extLst>
              <a:ext uri="{FF2B5EF4-FFF2-40B4-BE49-F238E27FC236}">
                <a16:creationId xmlns:a16="http://schemas.microsoft.com/office/drawing/2014/main" id="{80D32E01-F17C-4A9C-BDEF-4392032336A9}"/>
              </a:ext>
            </a:extLst>
          </p:cNvPr>
          <p:cNvSpPr/>
          <p:nvPr/>
        </p:nvSpPr>
        <p:spPr>
          <a:xfrm>
            <a:off x="6246616" y="3297232"/>
            <a:ext cx="2618211" cy="1519614"/>
          </a:xfrm>
          <a:prstGeom prst="wedgeEllipseCallout">
            <a:avLst>
              <a:gd name="adj1" fmla="val 51780"/>
              <a:gd name="adj2" fmla="val 35660"/>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zh-CN" altLang="en-US" b="1" dirty="0"/>
              <a:t>这段随机时间应该如何选择呢？</a:t>
            </a:r>
          </a:p>
        </p:txBody>
      </p:sp>
      <p:sp>
        <p:nvSpPr>
          <p:cNvPr id="81" name="矩形 80">
            <a:extLst>
              <a:ext uri="{FF2B5EF4-FFF2-40B4-BE49-F238E27FC236}">
                <a16:creationId xmlns:a16="http://schemas.microsoft.com/office/drawing/2014/main" id="{BD9550F6-7DB3-4FF4-BBDE-61890AE61D5B}"/>
              </a:ext>
            </a:extLst>
          </p:cNvPr>
          <p:cNvSpPr/>
          <p:nvPr/>
        </p:nvSpPr>
        <p:spPr>
          <a:xfrm>
            <a:off x="1056634" y="2119657"/>
            <a:ext cx="256976" cy="256976"/>
          </a:xfrm>
          <a:prstGeom prst="rect">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82" name="íşlïḍè">
            <a:extLst>
              <a:ext uri="{FF2B5EF4-FFF2-40B4-BE49-F238E27FC236}">
                <a16:creationId xmlns:a16="http://schemas.microsoft.com/office/drawing/2014/main" id="{38920C98-ECA1-4753-BDC3-0D95A0D15EA6}"/>
              </a:ext>
            </a:extLst>
          </p:cNvPr>
          <p:cNvSpPr txBox="1"/>
          <p:nvPr/>
        </p:nvSpPr>
        <p:spPr>
          <a:xfrm>
            <a:off x="1373861" y="2065335"/>
            <a:ext cx="10513339" cy="640539"/>
          </a:xfrm>
          <a:prstGeom prst="rect">
            <a:avLst/>
          </a:prstGeom>
          <a:noFill/>
        </p:spPr>
        <p:txBody>
          <a:bodyPr wrap="square" lIns="91440" tIns="45720" rIns="91440" bIns="45720" anchor="ctr">
            <a:noAutofit/>
          </a:bodyPr>
          <a:lstStyle/>
          <a:p>
            <a:r>
              <a:rPr lang="zh-CN" altLang="en-US" b="1" dirty="0">
                <a:latin typeface="Arial Narrow" panose="020B0606020202030204" pitchFamily="34" charset="0"/>
              </a:rPr>
              <a:t>共享总线以太网中的各站点采用</a:t>
            </a:r>
            <a:r>
              <a:rPr lang="zh-CN" altLang="en-US" b="1" dirty="0">
                <a:solidFill>
                  <a:schemeClr val="accent1">
                    <a:lumMod val="75000"/>
                  </a:schemeClr>
                </a:solidFill>
                <a:latin typeface="Arial Narrow" panose="020B0606020202030204" pitchFamily="34" charset="0"/>
              </a:rPr>
              <a:t>截断二进制指数退避</a:t>
            </a:r>
            <a:r>
              <a:rPr lang="zh-CN" altLang="en-US" b="1" dirty="0">
                <a:latin typeface="Arial Narrow" panose="020B0606020202030204" pitchFamily="34" charset="0"/>
              </a:rPr>
              <a:t>（</a:t>
            </a:r>
            <a:r>
              <a:rPr lang="en-US" altLang="zh-CN" b="1" dirty="0">
                <a:latin typeface="Arial Narrow" panose="020B0606020202030204" pitchFamily="34" charset="0"/>
              </a:rPr>
              <a:t>Truncated Binary Exponential Backoff</a:t>
            </a:r>
            <a:r>
              <a:rPr lang="zh-CN" altLang="en-US" b="1" dirty="0">
                <a:latin typeface="Arial Narrow" panose="020B0606020202030204" pitchFamily="34" charset="0"/>
              </a:rPr>
              <a:t>）算法来选择退避的随机时间。</a:t>
            </a:r>
          </a:p>
        </p:txBody>
      </p:sp>
    </p:spTree>
    <p:custDataLst>
      <p:tags r:id="rId1"/>
    </p:custDataLst>
    <p:extLst>
      <p:ext uri="{BB962C8B-B14F-4D97-AF65-F5344CB8AC3E}">
        <p14:creationId xmlns:p14="http://schemas.microsoft.com/office/powerpoint/2010/main" val="3644582091"/>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2" presetClass="entr" presetSubtype="1" fill="hold" nodeType="withEffect">
                                  <p:stCondLst>
                                    <p:cond delay="0"/>
                                  </p:stCondLst>
                                  <p:childTnLst>
                                    <p:set>
                                      <p:cBhvr>
                                        <p:cTn id="6" dur="1" fill="hold">
                                          <p:stCondLst>
                                            <p:cond delay="0"/>
                                          </p:stCondLst>
                                        </p:cTn>
                                        <p:tgtEl>
                                          <p:spTgt spid="4"/>
                                        </p:tgtEl>
                                        <p:attrNameLst>
                                          <p:attrName>style.visibility</p:attrName>
                                        </p:attrNameLst>
                                      </p:cBhvr>
                                      <p:to>
                                        <p:strVal val="visible"/>
                                      </p:to>
                                    </p:set>
                                    <p:anim calcmode="lin" valueType="num">
                                      <p:cBhvr additive="base">
                                        <p:cTn id="7" dur="1000"/>
                                        <p:tgtEl>
                                          <p:spTgt spid="4"/>
                                        </p:tgtEl>
                                        <p:attrNameLst>
                                          <p:attrName>ppt_y</p:attrName>
                                        </p:attrNameLst>
                                      </p:cBhvr>
                                      <p:tavLst>
                                        <p:tav tm="0">
                                          <p:val>
                                            <p:strVal val="#ppt_y-#ppt_h*1.125000"/>
                                          </p:val>
                                        </p:tav>
                                        <p:tav tm="100000">
                                          <p:val>
                                            <p:strVal val="#ppt_y"/>
                                          </p:val>
                                        </p:tav>
                                      </p:tavLst>
                                    </p:anim>
                                    <p:animEffect transition="in" filter="wipe(down)">
                                      <p:cBhvr>
                                        <p:cTn id="8" dur="1000"/>
                                        <p:tgtEl>
                                          <p:spTgt spid="4"/>
                                        </p:tgtEl>
                                      </p:cBhvr>
                                    </p:animEffect>
                                  </p:childTnLst>
                                </p:cTn>
                              </p:par>
                            </p:childTnLst>
                          </p:cTn>
                        </p:par>
                      </p:childTnLst>
                    </p:cTn>
                  </p:par>
                  <p:par>
                    <p:cTn id="9" fill="hold">
                      <p:stCondLst>
                        <p:cond delay="indefinite"/>
                      </p:stCondLst>
                      <p:childTnLst>
                        <p:par>
                          <p:cTn id="10" fill="hold">
                            <p:stCondLst>
                              <p:cond delay="0"/>
                            </p:stCondLst>
                            <p:childTnLst>
                              <p:par>
                                <p:cTn id="11" presetID="49" presetClass="entr" presetSubtype="0" decel="100000" fill="hold" grpId="0" nodeType="clickEffect">
                                  <p:stCondLst>
                                    <p:cond delay="0"/>
                                  </p:stCondLst>
                                  <p:childTnLst>
                                    <p:set>
                                      <p:cBhvr>
                                        <p:cTn id="12" dur="1" fill="hold">
                                          <p:stCondLst>
                                            <p:cond delay="0"/>
                                          </p:stCondLst>
                                        </p:cTn>
                                        <p:tgtEl>
                                          <p:spTgt spid="79"/>
                                        </p:tgtEl>
                                        <p:attrNameLst>
                                          <p:attrName>style.visibility</p:attrName>
                                        </p:attrNameLst>
                                      </p:cBhvr>
                                      <p:to>
                                        <p:strVal val="visible"/>
                                      </p:to>
                                    </p:set>
                                    <p:anim calcmode="lin" valueType="num">
                                      <p:cBhvr>
                                        <p:cTn id="13" dur="500" fill="hold"/>
                                        <p:tgtEl>
                                          <p:spTgt spid="79"/>
                                        </p:tgtEl>
                                        <p:attrNameLst>
                                          <p:attrName>ppt_w</p:attrName>
                                        </p:attrNameLst>
                                      </p:cBhvr>
                                      <p:tavLst>
                                        <p:tav tm="0">
                                          <p:val>
                                            <p:fltVal val="0"/>
                                          </p:val>
                                        </p:tav>
                                        <p:tav tm="100000">
                                          <p:val>
                                            <p:strVal val="#ppt_w"/>
                                          </p:val>
                                        </p:tav>
                                      </p:tavLst>
                                    </p:anim>
                                    <p:anim calcmode="lin" valueType="num">
                                      <p:cBhvr>
                                        <p:cTn id="14" dur="500" fill="hold"/>
                                        <p:tgtEl>
                                          <p:spTgt spid="79"/>
                                        </p:tgtEl>
                                        <p:attrNameLst>
                                          <p:attrName>ppt_h</p:attrName>
                                        </p:attrNameLst>
                                      </p:cBhvr>
                                      <p:tavLst>
                                        <p:tav tm="0">
                                          <p:val>
                                            <p:fltVal val="0"/>
                                          </p:val>
                                        </p:tav>
                                        <p:tav tm="100000">
                                          <p:val>
                                            <p:strVal val="#ppt_h"/>
                                          </p:val>
                                        </p:tav>
                                      </p:tavLst>
                                    </p:anim>
                                    <p:anim calcmode="lin" valueType="num">
                                      <p:cBhvr>
                                        <p:cTn id="15" dur="500" fill="hold"/>
                                        <p:tgtEl>
                                          <p:spTgt spid="79"/>
                                        </p:tgtEl>
                                        <p:attrNameLst>
                                          <p:attrName>style.rotation</p:attrName>
                                        </p:attrNameLst>
                                      </p:cBhvr>
                                      <p:tavLst>
                                        <p:tav tm="0">
                                          <p:val>
                                            <p:fltVal val="360"/>
                                          </p:val>
                                        </p:tav>
                                        <p:tav tm="100000">
                                          <p:val>
                                            <p:fltVal val="0"/>
                                          </p:val>
                                        </p:tav>
                                      </p:tavLst>
                                    </p:anim>
                                    <p:animEffect transition="in" filter="fade">
                                      <p:cBhvr>
                                        <p:cTn id="16" dur="500"/>
                                        <p:tgtEl>
                                          <p:spTgt spid="79"/>
                                        </p:tgtEl>
                                      </p:cBhvr>
                                    </p:animEffect>
                                  </p:childTnLst>
                                </p:cTn>
                              </p:par>
                            </p:childTnLst>
                          </p:cTn>
                        </p:par>
                        <p:par>
                          <p:cTn id="17" fill="hold">
                            <p:stCondLst>
                              <p:cond delay="500"/>
                            </p:stCondLst>
                            <p:childTnLst>
                              <p:par>
                                <p:cTn id="18" presetID="1" presetClass="entr" presetSubtype="0" fill="hold" grpId="0" nodeType="afterEffect">
                                  <p:stCondLst>
                                    <p:cond delay="0"/>
                                  </p:stCondLst>
                                  <p:iterate type="lt">
                                    <p:tmAbs val="100"/>
                                  </p:iterate>
                                  <p:childTnLst>
                                    <p:set>
                                      <p:cBhvr>
                                        <p:cTn id="19" dur="1" fill="hold">
                                          <p:stCondLst>
                                            <p:cond delay="0"/>
                                          </p:stCondLst>
                                        </p:cTn>
                                        <p:tgtEl>
                                          <p:spTgt spid="80"/>
                                        </p:tgtEl>
                                        <p:attrNameLst>
                                          <p:attrName>style.visibility</p:attrName>
                                        </p:attrNameLst>
                                      </p:cBhvr>
                                      <p:to>
                                        <p:strVal val="visible"/>
                                      </p:to>
                                    </p:set>
                                  </p:childTnLst>
                                </p:cTn>
                              </p:par>
                            </p:childTnLst>
                          </p:cTn>
                        </p:par>
                      </p:childTnLst>
                    </p:cTn>
                  </p:par>
                  <p:par>
                    <p:cTn id="20" fill="hold">
                      <p:stCondLst>
                        <p:cond delay="indefinite"/>
                      </p:stCondLst>
                      <p:childTnLst>
                        <p:par>
                          <p:cTn id="21" fill="hold">
                            <p:stCondLst>
                              <p:cond delay="0"/>
                            </p:stCondLst>
                            <p:childTnLst>
                              <p:par>
                                <p:cTn id="22" presetID="2" presetClass="entr" presetSubtype="2" fill="hold" nodeType="clickEffect">
                                  <p:stCondLst>
                                    <p:cond delay="0"/>
                                  </p:stCondLst>
                                  <p:childTnLst>
                                    <p:set>
                                      <p:cBhvr>
                                        <p:cTn id="23" dur="1" fill="hold">
                                          <p:stCondLst>
                                            <p:cond delay="0"/>
                                          </p:stCondLst>
                                        </p:cTn>
                                        <p:tgtEl>
                                          <p:spTgt spid="54"/>
                                        </p:tgtEl>
                                        <p:attrNameLst>
                                          <p:attrName>style.visibility</p:attrName>
                                        </p:attrNameLst>
                                      </p:cBhvr>
                                      <p:to>
                                        <p:strVal val="visible"/>
                                      </p:to>
                                    </p:set>
                                    <p:anim calcmode="lin" valueType="num">
                                      <p:cBhvr additive="base">
                                        <p:cTn id="24" dur="500" fill="hold"/>
                                        <p:tgtEl>
                                          <p:spTgt spid="54"/>
                                        </p:tgtEl>
                                        <p:attrNameLst>
                                          <p:attrName>ppt_x</p:attrName>
                                        </p:attrNameLst>
                                      </p:cBhvr>
                                      <p:tavLst>
                                        <p:tav tm="0">
                                          <p:val>
                                            <p:strVal val="1+#ppt_w/2"/>
                                          </p:val>
                                        </p:tav>
                                        <p:tav tm="100000">
                                          <p:val>
                                            <p:strVal val="#ppt_x"/>
                                          </p:val>
                                        </p:tav>
                                      </p:tavLst>
                                    </p:anim>
                                    <p:anim calcmode="lin" valueType="num">
                                      <p:cBhvr additive="base">
                                        <p:cTn id="25" dur="500" fill="hold"/>
                                        <p:tgtEl>
                                          <p:spTgt spid="54"/>
                                        </p:tgtEl>
                                        <p:attrNameLst>
                                          <p:attrName>ppt_y</p:attrName>
                                        </p:attrNameLst>
                                      </p:cBhvr>
                                      <p:tavLst>
                                        <p:tav tm="0">
                                          <p:val>
                                            <p:strVal val="#ppt_y"/>
                                          </p:val>
                                        </p:tav>
                                        <p:tav tm="100000">
                                          <p:val>
                                            <p:strVal val="#ppt_y"/>
                                          </p:val>
                                        </p:tav>
                                      </p:tavLst>
                                    </p:anim>
                                  </p:childTnLst>
                                </p:cTn>
                              </p:par>
                            </p:childTnLst>
                          </p:cTn>
                        </p:par>
                        <p:par>
                          <p:cTn id="26" fill="hold">
                            <p:stCondLst>
                              <p:cond delay="500"/>
                            </p:stCondLst>
                            <p:childTnLst>
                              <p:par>
                                <p:cTn id="27" presetID="12" presetClass="entr" presetSubtype="2" fill="hold" grpId="0" nodeType="afterEffect">
                                  <p:stCondLst>
                                    <p:cond delay="0"/>
                                  </p:stCondLst>
                                  <p:childTnLst>
                                    <p:set>
                                      <p:cBhvr>
                                        <p:cTn id="28" dur="1" fill="hold">
                                          <p:stCondLst>
                                            <p:cond delay="0"/>
                                          </p:stCondLst>
                                        </p:cTn>
                                        <p:tgtEl>
                                          <p:spTgt spid="5"/>
                                        </p:tgtEl>
                                        <p:attrNameLst>
                                          <p:attrName>style.visibility</p:attrName>
                                        </p:attrNameLst>
                                      </p:cBhvr>
                                      <p:to>
                                        <p:strVal val="visible"/>
                                      </p:to>
                                    </p:set>
                                    <p:anim calcmode="lin" valueType="num">
                                      <p:cBhvr additive="base">
                                        <p:cTn id="29" dur="500"/>
                                        <p:tgtEl>
                                          <p:spTgt spid="5"/>
                                        </p:tgtEl>
                                        <p:attrNameLst>
                                          <p:attrName>ppt_x</p:attrName>
                                        </p:attrNameLst>
                                      </p:cBhvr>
                                      <p:tavLst>
                                        <p:tav tm="0">
                                          <p:val>
                                            <p:strVal val="#ppt_x+#ppt_w*1.125000"/>
                                          </p:val>
                                        </p:tav>
                                        <p:tav tm="100000">
                                          <p:val>
                                            <p:strVal val="#ppt_x"/>
                                          </p:val>
                                        </p:tav>
                                      </p:tavLst>
                                    </p:anim>
                                    <p:animEffect transition="in" filter="wipe(left)">
                                      <p:cBhvr>
                                        <p:cTn id="30" dur="500"/>
                                        <p:tgtEl>
                                          <p:spTgt spid="5"/>
                                        </p:tgtEl>
                                      </p:cBhvr>
                                    </p:animEffect>
                                  </p:childTnLst>
                                </p:cTn>
                              </p:par>
                            </p:childTnLst>
                          </p:cTn>
                        </p:par>
                      </p:childTnLst>
                    </p:cTn>
                  </p:par>
                  <p:par>
                    <p:cTn id="31" fill="hold">
                      <p:stCondLst>
                        <p:cond delay="indefinite"/>
                      </p:stCondLst>
                      <p:childTnLst>
                        <p:par>
                          <p:cTn id="32" fill="hold">
                            <p:stCondLst>
                              <p:cond delay="0"/>
                            </p:stCondLst>
                            <p:childTnLst>
                              <p:par>
                                <p:cTn id="33" presetID="49" presetClass="entr" presetSubtype="0" decel="100000" fill="hold" grpId="0" nodeType="clickEffect">
                                  <p:stCondLst>
                                    <p:cond delay="0"/>
                                  </p:stCondLst>
                                  <p:childTnLst>
                                    <p:set>
                                      <p:cBhvr>
                                        <p:cTn id="34" dur="1" fill="hold">
                                          <p:stCondLst>
                                            <p:cond delay="0"/>
                                          </p:stCondLst>
                                        </p:cTn>
                                        <p:tgtEl>
                                          <p:spTgt spid="81"/>
                                        </p:tgtEl>
                                        <p:attrNameLst>
                                          <p:attrName>style.visibility</p:attrName>
                                        </p:attrNameLst>
                                      </p:cBhvr>
                                      <p:to>
                                        <p:strVal val="visible"/>
                                      </p:to>
                                    </p:set>
                                    <p:anim calcmode="lin" valueType="num">
                                      <p:cBhvr>
                                        <p:cTn id="35" dur="500" fill="hold"/>
                                        <p:tgtEl>
                                          <p:spTgt spid="81"/>
                                        </p:tgtEl>
                                        <p:attrNameLst>
                                          <p:attrName>ppt_w</p:attrName>
                                        </p:attrNameLst>
                                      </p:cBhvr>
                                      <p:tavLst>
                                        <p:tav tm="0">
                                          <p:val>
                                            <p:fltVal val="0"/>
                                          </p:val>
                                        </p:tav>
                                        <p:tav tm="100000">
                                          <p:val>
                                            <p:strVal val="#ppt_w"/>
                                          </p:val>
                                        </p:tav>
                                      </p:tavLst>
                                    </p:anim>
                                    <p:anim calcmode="lin" valueType="num">
                                      <p:cBhvr>
                                        <p:cTn id="36" dur="500" fill="hold"/>
                                        <p:tgtEl>
                                          <p:spTgt spid="81"/>
                                        </p:tgtEl>
                                        <p:attrNameLst>
                                          <p:attrName>ppt_h</p:attrName>
                                        </p:attrNameLst>
                                      </p:cBhvr>
                                      <p:tavLst>
                                        <p:tav tm="0">
                                          <p:val>
                                            <p:fltVal val="0"/>
                                          </p:val>
                                        </p:tav>
                                        <p:tav tm="100000">
                                          <p:val>
                                            <p:strVal val="#ppt_h"/>
                                          </p:val>
                                        </p:tav>
                                      </p:tavLst>
                                    </p:anim>
                                    <p:anim calcmode="lin" valueType="num">
                                      <p:cBhvr>
                                        <p:cTn id="37" dur="500" fill="hold"/>
                                        <p:tgtEl>
                                          <p:spTgt spid="81"/>
                                        </p:tgtEl>
                                        <p:attrNameLst>
                                          <p:attrName>style.rotation</p:attrName>
                                        </p:attrNameLst>
                                      </p:cBhvr>
                                      <p:tavLst>
                                        <p:tav tm="0">
                                          <p:val>
                                            <p:fltVal val="360"/>
                                          </p:val>
                                        </p:tav>
                                        <p:tav tm="100000">
                                          <p:val>
                                            <p:fltVal val="0"/>
                                          </p:val>
                                        </p:tav>
                                      </p:tavLst>
                                    </p:anim>
                                    <p:animEffect transition="in" filter="fade">
                                      <p:cBhvr>
                                        <p:cTn id="38" dur="500"/>
                                        <p:tgtEl>
                                          <p:spTgt spid="81"/>
                                        </p:tgtEl>
                                      </p:cBhvr>
                                    </p:animEffect>
                                  </p:childTnLst>
                                </p:cTn>
                              </p:par>
                            </p:childTnLst>
                          </p:cTn>
                        </p:par>
                        <p:par>
                          <p:cTn id="39" fill="hold">
                            <p:stCondLst>
                              <p:cond delay="500"/>
                            </p:stCondLst>
                            <p:childTnLst>
                              <p:par>
                                <p:cTn id="40" presetID="1" presetClass="entr" presetSubtype="0" fill="hold" grpId="0" nodeType="afterEffect">
                                  <p:stCondLst>
                                    <p:cond delay="0"/>
                                  </p:stCondLst>
                                  <p:iterate type="lt">
                                    <p:tmAbs val="100"/>
                                  </p:iterate>
                                  <p:childTnLst>
                                    <p:set>
                                      <p:cBhvr>
                                        <p:cTn id="41" dur="1" fill="hold">
                                          <p:stCondLst>
                                            <p:cond delay="0"/>
                                          </p:stCondLst>
                                        </p:cTn>
                                        <p:tgtEl>
                                          <p:spTgt spid="82"/>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79" grpId="0" animBg="1"/>
      <p:bldP spid="80" grpId="0"/>
      <p:bldP spid="5" grpId="0" animBg="1"/>
      <p:bldP spid="81" grpId="0" animBg="1"/>
      <p:bldP spid="82" grpId="0"/>
    </p:bldLst>
  </p:timing>
</p:sld>
</file>

<file path=ppt/slides/slide34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4" name="组合 3">
            <a:extLst>
              <a:ext uri="{FF2B5EF4-FFF2-40B4-BE49-F238E27FC236}">
                <a16:creationId xmlns:a16="http://schemas.microsoft.com/office/drawing/2014/main" id="{9A1EA9F2-FCB6-48C3-935F-7AE7E3AD14AC}"/>
              </a:ext>
            </a:extLst>
          </p:cNvPr>
          <p:cNvGrpSpPr/>
          <p:nvPr/>
        </p:nvGrpSpPr>
        <p:grpSpPr>
          <a:xfrm>
            <a:off x="304800" y="749300"/>
            <a:ext cx="6192344" cy="400110"/>
            <a:chOff x="424117" y="898245"/>
            <a:chExt cx="6192344" cy="400110"/>
          </a:xfrm>
        </p:grpSpPr>
        <p:sp>
          <p:nvSpPr>
            <p:cNvPr id="2" name="平行四边形 1">
              <a:extLst>
                <a:ext uri="{FF2B5EF4-FFF2-40B4-BE49-F238E27FC236}">
                  <a16:creationId xmlns:a16="http://schemas.microsoft.com/office/drawing/2014/main" id="{1F5BAA3F-9845-4F89-A2DD-8222D3E4EDAC}"/>
                </a:ext>
              </a:extLst>
            </p:cNvPr>
            <p:cNvSpPr/>
            <p:nvPr/>
          </p:nvSpPr>
          <p:spPr>
            <a:xfrm>
              <a:off x="424117" y="898245"/>
              <a:ext cx="628306" cy="387090"/>
            </a:xfrm>
            <a:prstGeom prst="parallelogram">
              <a:avLst/>
            </a:prstGeom>
            <a:solidFill>
              <a:schemeClr val="accent3">
                <a:lumMod val="75000"/>
              </a:schemeClr>
            </a:solidFill>
            <a:ln>
              <a:solidFill>
                <a:schemeClr val="accent3">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CN" sz="2200" dirty="0">
                  <a:latin typeface="Impact" panose="020B0806030902050204" pitchFamily="34" charset="0"/>
                </a:rPr>
                <a:t>01</a:t>
              </a:r>
              <a:endParaRPr lang="zh-CN" altLang="en-US" sz="2200" dirty="0">
                <a:latin typeface="Impact" panose="020B0806030902050204" pitchFamily="34" charset="0"/>
              </a:endParaRPr>
            </a:p>
          </p:txBody>
        </p:sp>
        <p:sp>
          <p:nvSpPr>
            <p:cNvPr id="3" name="文本框 2">
              <a:extLst>
                <a:ext uri="{FF2B5EF4-FFF2-40B4-BE49-F238E27FC236}">
                  <a16:creationId xmlns:a16="http://schemas.microsoft.com/office/drawing/2014/main" id="{4D6BD736-A4D3-4F26-AFED-36E11F50F70B}"/>
                </a:ext>
              </a:extLst>
            </p:cNvPr>
            <p:cNvSpPr txBox="1"/>
            <p:nvPr/>
          </p:nvSpPr>
          <p:spPr>
            <a:xfrm>
              <a:off x="1052423" y="898245"/>
              <a:ext cx="5564038" cy="400110"/>
            </a:xfrm>
            <a:prstGeom prst="rect">
              <a:avLst/>
            </a:prstGeom>
            <a:noFill/>
          </p:spPr>
          <p:txBody>
            <a:bodyPr wrap="square" rtlCol="0">
              <a:spAutoFit/>
            </a:bodyPr>
            <a:lstStyle/>
            <a:p>
              <a:r>
                <a:rPr lang="zh-CN" altLang="en-US" sz="2000" b="1" dirty="0"/>
                <a:t>共享式以太网的退避算法</a:t>
              </a:r>
              <a:endParaRPr lang="en-US" altLang="zh-CN" sz="2000" b="1" dirty="0"/>
            </a:p>
          </p:txBody>
        </p:sp>
      </p:grpSp>
      <p:sp>
        <p:nvSpPr>
          <p:cNvPr id="83" name="文本框 82">
            <a:extLst>
              <a:ext uri="{FF2B5EF4-FFF2-40B4-BE49-F238E27FC236}">
                <a16:creationId xmlns:a16="http://schemas.microsoft.com/office/drawing/2014/main" id="{DE5296A6-E486-4E4E-ABE1-BE745954EB2B}"/>
              </a:ext>
            </a:extLst>
          </p:cNvPr>
          <p:cNvSpPr txBox="1"/>
          <p:nvPr/>
        </p:nvSpPr>
        <p:spPr>
          <a:xfrm>
            <a:off x="3822128" y="736280"/>
            <a:ext cx="3618061" cy="400110"/>
          </a:xfrm>
          <a:prstGeom prst="rect">
            <a:avLst/>
          </a:prstGeom>
          <a:noFill/>
        </p:spPr>
        <p:txBody>
          <a:bodyPr wrap="square" rtlCol="0">
            <a:spAutoFit/>
          </a:bodyPr>
          <a:lstStyle/>
          <a:p>
            <a:r>
              <a:rPr lang="en-US" altLang="zh-CN" sz="2000" b="1" dirty="0"/>
              <a:t>—— </a:t>
            </a:r>
            <a:r>
              <a:rPr lang="zh-CN" altLang="en-US" sz="2000" b="1" dirty="0"/>
              <a:t>截断二进制指数退避算法</a:t>
            </a:r>
            <a:endParaRPr lang="en-US" altLang="zh-CN" sz="2000" b="1" dirty="0"/>
          </a:p>
        </p:txBody>
      </p:sp>
      <p:sp>
        <p:nvSpPr>
          <p:cNvPr id="6" name="椭圆 5">
            <a:extLst>
              <a:ext uri="{FF2B5EF4-FFF2-40B4-BE49-F238E27FC236}">
                <a16:creationId xmlns:a16="http://schemas.microsoft.com/office/drawing/2014/main" id="{F3843650-A8E3-493E-B138-925C16CFE149}"/>
              </a:ext>
            </a:extLst>
          </p:cNvPr>
          <p:cNvSpPr/>
          <p:nvPr/>
        </p:nvSpPr>
        <p:spPr>
          <a:xfrm>
            <a:off x="304800" y="1545928"/>
            <a:ext cx="1776173" cy="1776173"/>
          </a:xfrm>
          <a:prstGeom prst="ellipse">
            <a:avLst/>
          </a:prstGeom>
        </p:spPr>
        <p:style>
          <a:lnRef idx="2">
            <a:schemeClr val="accent6">
              <a:shade val="50000"/>
            </a:schemeClr>
          </a:lnRef>
          <a:fillRef idx="1">
            <a:schemeClr val="accent6"/>
          </a:fillRef>
          <a:effectRef idx="0">
            <a:schemeClr val="accent6"/>
          </a:effectRef>
          <a:fontRef idx="minor">
            <a:schemeClr val="lt1"/>
          </a:fontRef>
        </p:style>
        <p:txBody>
          <a:bodyPr rtlCol="0" anchor="ctr"/>
          <a:lstStyle/>
          <a:p>
            <a:pPr algn="ctr"/>
            <a:r>
              <a:rPr lang="zh-CN" altLang="en-US" sz="2800" b="1" dirty="0">
                <a:solidFill>
                  <a:schemeClr val="tx1"/>
                </a:solidFill>
                <a:latin typeface="+mn-ea"/>
              </a:rPr>
              <a:t>退避</a:t>
            </a:r>
            <a:endParaRPr lang="en-US" altLang="zh-CN" sz="2800" b="1" dirty="0">
              <a:solidFill>
                <a:schemeClr val="tx1"/>
              </a:solidFill>
              <a:latin typeface="+mn-ea"/>
            </a:endParaRPr>
          </a:p>
          <a:p>
            <a:pPr algn="ctr"/>
            <a:r>
              <a:rPr lang="zh-CN" altLang="en-US" sz="2800" b="1" dirty="0">
                <a:solidFill>
                  <a:schemeClr val="tx1"/>
                </a:solidFill>
                <a:latin typeface="+mn-ea"/>
              </a:rPr>
              <a:t>时间</a:t>
            </a:r>
          </a:p>
        </p:txBody>
      </p:sp>
      <p:sp>
        <p:nvSpPr>
          <p:cNvPr id="7" name="文本框 6">
            <a:extLst>
              <a:ext uri="{FF2B5EF4-FFF2-40B4-BE49-F238E27FC236}">
                <a16:creationId xmlns:a16="http://schemas.microsoft.com/office/drawing/2014/main" id="{19291637-8849-45E4-9695-436984B69211}"/>
              </a:ext>
            </a:extLst>
          </p:cNvPr>
          <p:cNvSpPr txBox="1"/>
          <p:nvPr/>
        </p:nvSpPr>
        <p:spPr>
          <a:xfrm>
            <a:off x="2130593" y="1649183"/>
            <a:ext cx="855194" cy="1569660"/>
          </a:xfrm>
          <a:prstGeom prst="rect">
            <a:avLst/>
          </a:prstGeom>
          <a:noFill/>
        </p:spPr>
        <p:txBody>
          <a:bodyPr wrap="square" rtlCol="0">
            <a:spAutoFit/>
          </a:bodyPr>
          <a:lstStyle/>
          <a:p>
            <a:pPr algn="ctr"/>
            <a:r>
              <a:rPr lang="en-US" altLang="zh-CN" sz="9600" b="1" dirty="0">
                <a:latin typeface="+mn-ea"/>
              </a:rPr>
              <a:t>=</a:t>
            </a:r>
            <a:endParaRPr lang="zh-CN" altLang="en-US" sz="9600" b="1" dirty="0">
              <a:latin typeface="+mn-ea"/>
            </a:endParaRPr>
          </a:p>
        </p:txBody>
      </p:sp>
      <p:sp>
        <p:nvSpPr>
          <p:cNvPr id="8" name="矩形 7">
            <a:extLst>
              <a:ext uri="{FF2B5EF4-FFF2-40B4-BE49-F238E27FC236}">
                <a16:creationId xmlns:a16="http://schemas.microsoft.com/office/drawing/2014/main" id="{A79B6699-8AC7-47EE-87DF-D67F3FBC7E12}"/>
              </a:ext>
            </a:extLst>
          </p:cNvPr>
          <p:cNvSpPr/>
          <p:nvPr/>
        </p:nvSpPr>
        <p:spPr>
          <a:xfrm>
            <a:off x="3072158" y="1545927"/>
            <a:ext cx="2420824" cy="1776173"/>
          </a:xfrm>
          <a:prstGeom prst="rect">
            <a:avLst/>
          </a:prstGeom>
        </p:spPr>
        <p:style>
          <a:lnRef idx="2">
            <a:schemeClr val="accent4">
              <a:shade val="50000"/>
            </a:schemeClr>
          </a:lnRef>
          <a:fillRef idx="1">
            <a:schemeClr val="accent4"/>
          </a:fillRef>
          <a:effectRef idx="0">
            <a:schemeClr val="accent4"/>
          </a:effectRef>
          <a:fontRef idx="minor">
            <a:schemeClr val="lt1"/>
          </a:fontRef>
        </p:style>
        <p:txBody>
          <a:bodyPr rtlCol="0" anchor="ctr"/>
          <a:lstStyle/>
          <a:p>
            <a:pPr algn="ctr"/>
            <a:endParaRPr lang="zh-CN" altLang="en-US"/>
          </a:p>
        </p:txBody>
      </p:sp>
      <p:sp>
        <p:nvSpPr>
          <p:cNvPr id="84" name="文本框 83">
            <a:extLst>
              <a:ext uri="{FF2B5EF4-FFF2-40B4-BE49-F238E27FC236}">
                <a16:creationId xmlns:a16="http://schemas.microsoft.com/office/drawing/2014/main" id="{AB7E5187-B0CA-4CCE-8F0F-34E0EE0729BC}"/>
              </a:ext>
            </a:extLst>
          </p:cNvPr>
          <p:cNvSpPr txBox="1"/>
          <p:nvPr/>
        </p:nvSpPr>
        <p:spPr>
          <a:xfrm>
            <a:off x="3109931" y="2172403"/>
            <a:ext cx="2345278" cy="523220"/>
          </a:xfrm>
          <a:prstGeom prst="rect">
            <a:avLst/>
          </a:prstGeom>
          <a:noFill/>
        </p:spPr>
        <p:txBody>
          <a:bodyPr wrap="square">
            <a:spAutoFit/>
          </a:bodyPr>
          <a:lstStyle/>
          <a:p>
            <a:pPr algn="ctr"/>
            <a:r>
              <a:rPr lang="zh-CN" altLang="en-US" sz="2800" b="1" dirty="0">
                <a:solidFill>
                  <a:schemeClr val="bg1"/>
                </a:solidFill>
                <a:latin typeface="+mn-ea"/>
              </a:rPr>
              <a:t>基本退避时间</a:t>
            </a:r>
          </a:p>
        </p:txBody>
      </p:sp>
      <p:sp>
        <p:nvSpPr>
          <p:cNvPr id="125" name="文本框 124">
            <a:extLst>
              <a:ext uri="{FF2B5EF4-FFF2-40B4-BE49-F238E27FC236}">
                <a16:creationId xmlns:a16="http://schemas.microsoft.com/office/drawing/2014/main" id="{4A443A8B-5954-4807-87B4-789E78554A85}"/>
              </a:ext>
            </a:extLst>
          </p:cNvPr>
          <p:cNvSpPr txBox="1"/>
          <p:nvPr/>
        </p:nvSpPr>
        <p:spPr>
          <a:xfrm>
            <a:off x="5668403" y="1649183"/>
            <a:ext cx="855194" cy="1569660"/>
          </a:xfrm>
          <a:prstGeom prst="rect">
            <a:avLst/>
          </a:prstGeom>
          <a:noFill/>
        </p:spPr>
        <p:txBody>
          <a:bodyPr wrap="square" rtlCol="0">
            <a:spAutoFit/>
          </a:bodyPr>
          <a:lstStyle/>
          <a:p>
            <a:pPr algn="ctr"/>
            <a:r>
              <a:rPr lang="en-US" altLang="zh-CN" sz="9600" b="1" dirty="0">
                <a:latin typeface="+mn-ea"/>
              </a:rPr>
              <a:t>×</a:t>
            </a:r>
            <a:endParaRPr lang="zh-CN" altLang="en-US" sz="9600" b="1" dirty="0">
              <a:latin typeface="+mn-ea"/>
            </a:endParaRPr>
          </a:p>
        </p:txBody>
      </p:sp>
      <p:sp>
        <p:nvSpPr>
          <p:cNvPr id="126" name="矩形 125">
            <a:extLst>
              <a:ext uri="{FF2B5EF4-FFF2-40B4-BE49-F238E27FC236}">
                <a16:creationId xmlns:a16="http://schemas.microsoft.com/office/drawing/2014/main" id="{031178AC-54B1-4992-868A-BBE15CC3C149}"/>
              </a:ext>
            </a:extLst>
          </p:cNvPr>
          <p:cNvSpPr/>
          <p:nvPr/>
        </p:nvSpPr>
        <p:spPr>
          <a:xfrm>
            <a:off x="6645334" y="1545926"/>
            <a:ext cx="5110297" cy="1776173"/>
          </a:xfrm>
          <a:prstGeom prst="rect">
            <a:avLst/>
          </a:prstGeom>
        </p:spPr>
        <p:style>
          <a:lnRef idx="2">
            <a:schemeClr val="accent3">
              <a:shade val="50000"/>
            </a:schemeClr>
          </a:lnRef>
          <a:fillRef idx="1">
            <a:schemeClr val="accent3"/>
          </a:fillRef>
          <a:effectRef idx="0">
            <a:schemeClr val="accent3"/>
          </a:effectRef>
          <a:fontRef idx="minor">
            <a:schemeClr val="lt1"/>
          </a:fontRef>
        </p:style>
        <p:txBody>
          <a:bodyPr rtlCol="0" anchor="ctr"/>
          <a:lstStyle/>
          <a:p>
            <a:pPr algn="ctr"/>
            <a:endParaRPr lang="zh-CN" altLang="en-US"/>
          </a:p>
        </p:txBody>
      </p:sp>
      <mc:AlternateContent xmlns:mc="http://schemas.openxmlformats.org/markup-compatibility/2006" xmlns:a14="http://schemas.microsoft.com/office/drawing/2010/main">
        <mc:Choice Requires="a14">
          <p:sp>
            <p:nvSpPr>
              <p:cNvPr id="127" name="文本框 126">
                <a:extLst>
                  <a:ext uri="{FF2B5EF4-FFF2-40B4-BE49-F238E27FC236}">
                    <a16:creationId xmlns:a16="http://schemas.microsoft.com/office/drawing/2014/main" id="{FBDD6A6E-B9F6-48E7-BB58-D9450C600947}"/>
                  </a:ext>
                </a:extLst>
              </p:cNvPr>
              <p:cNvSpPr txBox="1"/>
              <p:nvPr/>
            </p:nvSpPr>
            <p:spPr>
              <a:xfrm>
                <a:off x="8027843" y="2172403"/>
                <a:ext cx="2345278" cy="523220"/>
              </a:xfrm>
              <a:prstGeom prst="rect">
                <a:avLst/>
              </a:prstGeom>
              <a:noFill/>
            </p:spPr>
            <p:txBody>
              <a:bodyPr wrap="square">
                <a:spAutoFit/>
              </a:bodyPr>
              <a:lstStyle/>
              <a:p>
                <a:pPr algn="ctr"/>
                <a:r>
                  <a:rPr lang="zh-CN" altLang="en-US" sz="2800" b="1" dirty="0">
                    <a:solidFill>
                      <a:schemeClr val="bg1"/>
                    </a:solidFill>
                    <a:latin typeface="+mn-ea"/>
                  </a:rPr>
                  <a:t>随机数 </a:t>
                </a:r>
                <a14:m>
                  <m:oMath xmlns:m="http://schemas.openxmlformats.org/officeDocument/2006/math">
                    <m:r>
                      <a:rPr lang="en-US" altLang="zh-CN" sz="2800" b="1" i="1" dirty="0" smtClean="0">
                        <a:solidFill>
                          <a:schemeClr val="bg1"/>
                        </a:solidFill>
                        <a:latin typeface="Cambria Math" panose="02040503050406030204" pitchFamily="18" charset="0"/>
                      </a:rPr>
                      <m:t>𝒓</m:t>
                    </m:r>
                  </m:oMath>
                </a14:m>
                <a:endParaRPr lang="zh-CN" altLang="en-US" sz="2800" b="1" dirty="0">
                  <a:solidFill>
                    <a:schemeClr val="bg1"/>
                  </a:solidFill>
                  <a:latin typeface="Arial Black" panose="020B0A04020102020204" pitchFamily="34" charset="0"/>
                </a:endParaRPr>
              </a:p>
            </p:txBody>
          </p:sp>
        </mc:Choice>
        <mc:Fallback xmlns="">
          <p:sp>
            <p:nvSpPr>
              <p:cNvPr id="127" name="文本框 126">
                <a:extLst>
                  <a:ext uri="{FF2B5EF4-FFF2-40B4-BE49-F238E27FC236}">
                    <a16:creationId xmlns:a16="http://schemas.microsoft.com/office/drawing/2014/main" id="{FBDD6A6E-B9F6-48E7-BB58-D9450C600947}"/>
                  </a:ext>
                </a:extLst>
              </p:cNvPr>
              <p:cNvSpPr txBox="1">
                <a:spLocks noRot="1" noChangeAspect="1" noMove="1" noResize="1" noEditPoints="1" noAdjustHandles="1" noChangeArrowheads="1" noChangeShapeType="1" noTextEdit="1"/>
              </p:cNvSpPr>
              <p:nvPr/>
            </p:nvSpPr>
            <p:spPr>
              <a:xfrm>
                <a:off x="8027843" y="2172403"/>
                <a:ext cx="2345278" cy="523220"/>
              </a:xfrm>
              <a:prstGeom prst="rect">
                <a:avLst/>
              </a:prstGeom>
              <a:blipFill>
                <a:blip r:embed="rId3"/>
                <a:stretch>
                  <a:fillRect t="-12791" b="-30233"/>
                </a:stretch>
              </a:blipFill>
            </p:spPr>
            <p:txBody>
              <a:bodyPr/>
              <a:lstStyle/>
              <a:p>
                <a:r>
                  <a:rPr lang="zh-CN" altLang="en-US">
                    <a:noFill/>
                  </a:rPr>
                  <a:t> </a:t>
                </a:r>
              </a:p>
            </p:txBody>
          </p:sp>
        </mc:Fallback>
      </mc:AlternateContent>
      <p:sp>
        <p:nvSpPr>
          <p:cNvPr id="13" name="平行四边形 12">
            <a:extLst>
              <a:ext uri="{FF2B5EF4-FFF2-40B4-BE49-F238E27FC236}">
                <a16:creationId xmlns:a16="http://schemas.microsoft.com/office/drawing/2014/main" id="{9AD20B47-8F99-3096-C63D-34BEFF0A5415}"/>
              </a:ext>
            </a:extLst>
          </p:cNvPr>
          <p:cNvSpPr/>
          <p:nvPr/>
        </p:nvSpPr>
        <p:spPr>
          <a:xfrm>
            <a:off x="304800" y="749300"/>
            <a:ext cx="675384" cy="387090"/>
          </a:xfrm>
          <a:prstGeom prst="parallelogram">
            <a:avLst/>
          </a:prstGeom>
          <a:solidFill>
            <a:schemeClr val="accent3">
              <a:lumMod val="75000"/>
            </a:schemeClr>
          </a:solidFill>
          <a:ln>
            <a:solidFill>
              <a:schemeClr val="accent3">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CN" sz="2200" dirty="0">
                <a:latin typeface="Impact" panose="020B0806030902050204" pitchFamily="34" charset="0"/>
              </a:rPr>
              <a:t>04</a:t>
            </a:r>
            <a:endParaRPr lang="zh-CN" altLang="en-US" sz="2200" dirty="0">
              <a:latin typeface="Impact" panose="020B0806030902050204" pitchFamily="34" charset="0"/>
            </a:endParaRPr>
          </a:p>
        </p:txBody>
      </p:sp>
    </p:spTree>
    <p:custDataLst>
      <p:tags r:id="rId1"/>
    </p:custDataLst>
    <p:extLst>
      <p:ext uri="{BB962C8B-B14F-4D97-AF65-F5344CB8AC3E}">
        <p14:creationId xmlns:p14="http://schemas.microsoft.com/office/powerpoint/2010/main" val="2063378922"/>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2" presetClass="entr" presetSubtype="8" fill="hold" grpId="0" nodeType="withEffect">
                                  <p:stCondLst>
                                    <p:cond delay="0"/>
                                  </p:stCondLst>
                                  <p:childTnLst>
                                    <p:set>
                                      <p:cBhvr>
                                        <p:cTn id="6" dur="1" fill="hold">
                                          <p:stCondLst>
                                            <p:cond delay="0"/>
                                          </p:stCondLst>
                                        </p:cTn>
                                        <p:tgtEl>
                                          <p:spTgt spid="83"/>
                                        </p:tgtEl>
                                        <p:attrNameLst>
                                          <p:attrName>style.visibility</p:attrName>
                                        </p:attrNameLst>
                                      </p:cBhvr>
                                      <p:to>
                                        <p:strVal val="visible"/>
                                      </p:to>
                                    </p:set>
                                    <p:animEffect transition="in" filter="wipe(left)">
                                      <p:cBhvr>
                                        <p:cTn id="7" dur="500"/>
                                        <p:tgtEl>
                                          <p:spTgt spid="83"/>
                                        </p:tgtEl>
                                      </p:cBhvr>
                                    </p:animEffect>
                                  </p:childTnLst>
                                </p:cTn>
                              </p:par>
                            </p:childTnLst>
                          </p:cTn>
                        </p:par>
                      </p:childTnLst>
                    </p:cTn>
                  </p:par>
                  <p:par>
                    <p:cTn id="8" fill="hold">
                      <p:stCondLst>
                        <p:cond delay="indefinite"/>
                      </p:stCondLst>
                      <p:childTnLst>
                        <p:par>
                          <p:cTn id="9" fill="hold">
                            <p:stCondLst>
                              <p:cond delay="0"/>
                            </p:stCondLst>
                            <p:childTnLst>
                              <p:par>
                                <p:cTn id="10" presetID="53" presetClass="entr" presetSubtype="16" fill="hold" grpId="0" nodeType="clickEffect">
                                  <p:stCondLst>
                                    <p:cond delay="0"/>
                                  </p:stCondLst>
                                  <p:childTnLst>
                                    <p:set>
                                      <p:cBhvr>
                                        <p:cTn id="11" dur="1" fill="hold">
                                          <p:stCondLst>
                                            <p:cond delay="0"/>
                                          </p:stCondLst>
                                        </p:cTn>
                                        <p:tgtEl>
                                          <p:spTgt spid="6"/>
                                        </p:tgtEl>
                                        <p:attrNameLst>
                                          <p:attrName>style.visibility</p:attrName>
                                        </p:attrNameLst>
                                      </p:cBhvr>
                                      <p:to>
                                        <p:strVal val="visible"/>
                                      </p:to>
                                    </p:set>
                                    <p:anim calcmode="lin" valueType="num">
                                      <p:cBhvr>
                                        <p:cTn id="12" dur="500" fill="hold"/>
                                        <p:tgtEl>
                                          <p:spTgt spid="6"/>
                                        </p:tgtEl>
                                        <p:attrNameLst>
                                          <p:attrName>ppt_w</p:attrName>
                                        </p:attrNameLst>
                                      </p:cBhvr>
                                      <p:tavLst>
                                        <p:tav tm="0">
                                          <p:val>
                                            <p:fltVal val="0"/>
                                          </p:val>
                                        </p:tav>
                                        <p:tav tm="100000">
                                          <p:val>
                                            <p:strVal val="#ppt_w"/>
                                          </p:val>
                                        </p:tav>
                                      </p:tavLst>
                                    </p:anim>
                                    <p:anim calcmode="lin" valueType="num">
                                      <p:cBhvr>
                                        <p:cTn id="13" dur="500" fill="hold"/>
                                        <p:tgtEl>
                                          <p:spTgt spid="6"/>
                                        </p:tgtEl>
                                        <p:attrNameLst>
                                          <p:attrName>ppt_h</p:attrName>
                                        </p:attrNameLst>
                                      </p:cBhvr>
                                      <p:tavLst>
                                        <p:tav tm="0">
                                          <p:val>
                                            <p:fltVal val="0"/>
                                          </p:val>
                                        </p:tav>
                                        <p:tav tm="100000">
                                          <p:val>
                                            <p:strVal val="#ppt_h"/>
                                          </p:val>
                                        </p:tav>
                                      </p:tavLst>
                                    </p:anim>
                                    <p:animEffect transition="in" filter="fade">
                                      <p:cBhvr>
                                        <p:cTn id="14" dur="500"/>
                                        <p:tgtEl>
                                          <p:spTgt spid="6"/>
                                        </p:tgtEl>
                                      </p:cBhvr>
                                    </p:animEffect>
                                  </p:childTnLst>
                                </p:cTn>
                              </p:par>
                            </p:childTnLst>
                          </p:cTn>
                        </p:par>
                        <p:par>
                          <p:cTn id="15" fill="hold">
                            <p:stCondLst>
                              <p:cond delay="500"/>
                            </p:stCondLst>
                            <p:childTnLst>
                              <p:par>
                                <p:cTn id="16" presetID="22" presetClass="entr" presetSubtype="8" fill="hold" grpId="0" nodeType="afterEffect">
                                  <p:stCondLst>
                                    <p:cond delay="0"/>
                                  </p:stCondLst>
                                  <p:childTnLst>
                                    <p:set>
                                      <p:cBhvr>
                                        <p:cTn id="17" dur="1" fill="hold">
                                          <p:stCondLst>
                                            <p:cond delay="0"/>
                                          </p:stCondLst>
                                        </p:cTn>
                                        <p:tgtEl>
                                          <p:spTgt spid="7"/>
                                        </p:tgtEl>
                                        <p:attrNameLst>
                                          <p:attrName>style.visibility</p:attrName>
                                        </p:attrNameLst>
                                      </p:cBhvr>
                                      <p:to>
                                        <p:strVal val="visible"/>
                                      </p:to>
                                    </p:set>
                                    <p:animEffect transition="in" filter="wipe(left)">
                                      <p:cBhvr>
                                        <p:cTn id="18" dur="500"/>
                                        <p:tgtEl>
                                          <p:spTgt spid="7"/>
                                        </p:tgtEl>
                                      </p:cBhvr>
                                    </p:animEffect>
                                  </p:childTnLst>
                                </p:cTn>
                              </p:par>
                            </p:childTnLst>
                          </p:cTn>
                        </p:par>
                      </p:childTnLst>
                    </p:cTn>
                  </p:par>
                  <p:par>
                    <p:cTn id="19" fill="hold">
                      <p:stCondLst>
                        <p:cond delay="indefinite"/>
                      </p:stCondLst>
                      <p:childTnLst>
                        <p:par>
                          <p:cTn id="20" fill="hold">
                            <p:stCondLst>
                              <p:cond delay="0"/>
                            </p:stCondLst>
                            <p:childTnLst>
                              <p:par>
                                <p:cTn id="21" presetID="53" presetClass="entr" presetSubtype="16" fill="hold" grpId="0" nodeType="clickEffect">
                                  <p:stCondLst>
                                    <p:cond delay="0"/>
                                  </p:stCondLst>
                                  <p:childTnLst>
                                    <p:set>
                                      <p:cBhvr>
                                        <p:cTn id="22" dur="1" fill="hold">
                                          <p:stCondLst>
                                            <p:cond delay="0"/>
                                          </p:stCondLst>
                                        </p:cTn>
                                        <p:tgtEl>
                                          <p:spTgt spid="84"/>
                                        </p:tgtEl>
                                        <p:attrNameLst>
                                          <p:attrName>style.visibility</p:attrName>
                                        </p:attrNameLst>
                                      </p:cBhvr>
                                      <p:to>
                                        <p:strVal val="visible"/>
                                      </p:to>
                                    </p:set>
                                    <p:anim calcmode="lin" valueType="num">
                                      <p:cBhvr>
                                        <p:cTn id="23" dur="500" fill="hold"/>
                                        <p:tgtEl>
                                          <p:spTgt spid="84"/>
                                        </p:tgtEl>
                                        <p:attrNameLst>
                                          <p:attrName>ppt_w</p:attrName>
                                        </p:attrNameLst>
                                      </p:cBhvr>
                                      <p:tavLst>
                                        <p:tav tm="0">
                                          <p:val>
                                            <p:fltVal val="0"/>
                                          </p:val>
                                        </p:tav>
                                        <p:tav tm="100000">
                                          <p:val>
                                            <p:strVal val="#ppt_w"/>
                                          </p:val>
                                        </p:tav>
                                      </p:tavLst>
                                    </p:anim>
                                    <p:anim calcmode="lin" valueType="num">
                                      <p:cBhvr>
                                        <p:cTn id="24" dur="500" fill="hold"/>
                                        <p:tgtEl>
                                          <p:spTgt spid="84"/>
                                        </p:tgtEl>
                                        <p:attrNameLst>
                                          <p:attrName>ppt_h</p:attrName>
                                        </p:attrNameLst>
                                      </p:cBhvr>
                                      <p:tavLst>
                                        <p:tav tm="0">
                                          <p:val>
                                            <p:fltVal val="0"/>
                                          </p:val>
                                        </p:tav>
                                        <p:tav tm="100000">
                                          <p:val>
                                            <p:strVal val="#ppt_h"/>
                                          </p:val>
                                        </p:tav>
                                      </p:tavLst>
                                    </p:anim>
                                    <p:animEffect transition="in" filter="fade">
                                      <p:cBhvr>
                                        <p:cTn id="25" dur="500"/>
                                        <p:tgtEl>
                                          <p:spTgt spid="84"/>
                                        </p:tgtEl>
                                      </p:cBhvr>
                                    </p:animEffect>
                                  </p:childTnLst>
                                </p:cTn>
                              </p:par>
                              <p:par>
                                <p:cTn id="26" presetID="53" presetClass="entr" presetSubtype="16" fill="hold" grpId="0" nodeType="withEffect">
                                  <p:stCondLst>
                                    <p:cond delay="0"/>
                                  </p:stCondLst>
                                  <p:childTnLst>
                                    <p:set>
                                      <p:cBhvr>
                                        <p:cTn id="27" dur="1" fill="hold">
                                          <p:stCondLst>
                                            <p:cond delay="0"/>
                                          </p:stCondLst>
                                        </p:cTn>
                                        <p:tgtEl>
                                          <p:spTgt spid="8"/>
                                        </p:tgtEl>
                                        <p:attrNameLst>
                                          <p:attrName>style.visibility</p:attrName>
                                        </p:attrNameLst>
                                      </p:cBhvr>
                                      <p:to>
                                        <p:strVal val="visible"/>
                                      </p:to>
                                    </p:set>
                                    <p:anim calcmode="lin" valueType="num">
                                      <p:cBhvr>
                                        <p:cTn id="28" dur="500" fill="hold"/>
                                        <p:tgtEl>
                                          <p:spTgt spid="8"/>
                                        </p:tgtEl>
                                        <p:attrNameLst>
                                          <p:attrName>ppt_w</p:attrName>
                                        </p:attrNameLst>
                                      </p:cBhvr>
                                      <p:tavLst>
                                        <p:tav tm="0">
                                          <p:val>
                                            <p:fltVal val="0"/>
                                          </p:val>
                                        </p:tav>
                                        <p:tav tm="100000">
                                          <p:val>
                                            <p:strVal val="#ppt_w"/>
                                          </p:val>
                                        </p:tav>
                                      </p:tavLst>
                                    </p:anim>
                                    <p:anim calcmode="lin" valueType="num">
                                      <p:cBhvr>
                                        <p:cTn id="29" dur="500" fill="hold"/>
                                        <p:tgtEl>
                                          <p:spTgt spid="8"/>
                                        </p:tgtEl>
                                        <p:attrNameLst>
                                          <p:attrName>ppt_h</p:attrName>
                                        </p:attrNameLst>
                                      </p:cBhvr>
                                      <p:tavLst>
                                        <p:tav tm="0">
                                          <p:val>
                                            <p:fltVal val="0"/>
                                          </p:val>
                                        </p:tav>
                                        <p:tav tm="100000">
                                          <p:val>
                                            <p:strVal val="#ppt_h"/>
                                          </p:val>
                                        </p:tav>
                                      </p:tavLst>
                                    </p:anim>
                                    <p:animEffect transition="in" filter="fade">
                                      <p:cBhvr>
                                        <p:cTn id="30" dur="500"/>
                                        <p:tgtEl>
                                          <p:spTgt spid="8"/>
                                        </p:tgtEl>
                                      </p:cBhvr>
                                    </p:animEffect>
                                  </p:childTnLst>
                                </p:cTn>
                              </p:par>
                            </p:childTnLst>
                          </p:cTn>
                        </p:par>
                      </p:childTnLst>
                    </p:cTn>
                  </p:par>
                  <p:par>
                    <p:cTn id="31" fill="hold">
                      <p:stCondLst>
                        <p:cond delay="indefinite"/>
                      </p:stCondLst>
                      <p:childTnLst>
                        <p:par>
                          <p:cTn id="32" fill="hold">
                            <p:stCondLst>
                              <p:cond delay="0"/>
                            </p:stCondLst>
                            <p:childTnLst>
                              <p:par>
                                <p:cTn id="33" presetID="49" presetClass="entr" presetSubtype="0" decel="100000" fill="hold" grpId="0" nodeType="clickEffect">
                                  <p:stCondLst>
                                    <p:cond delay="0"/>
                                  </p:stCondLst>
                                  <p:childTnLst>
                                    <p:set>
                                      <p:cBhvr>
                                        <p:cTn id="34" dur="1" fill="hold">
                                          <p:stCondLst>
                                            <p:cond delay="0"/>
                                          </p:stCondLst>
                                        </p:cTn>
                                        <p:tgtEl>
                                          <p:spTgt spid="125"/>
                                        </p:tgtEl>
                                        <p:attrNameLst>
                                          <p:attrName>style.visibility</p:attrName>
                                        </p:attrNameLst>
                                      </p:cBhvr>
                                      <p:to>
                                        <p:strVal val="visible"/>
                                      </p:to>
                                    </p:set>
                                    <p:anim calcmode="lin" valueType="num">
                                      <p:cBhvr>
                                        <p:cTn id="35" dur="500" fill="hold"/>
                                        <p:tgtEl>
                                          <p:spTgt spid="125"/>
                                        </p:tgtEl>
                                        <p:attrNameLst>
                                          <p:attrName>ppt_w</p:attrName>
                                        </p:attrNameLst>
                                      </p:cBhvr>
                                      <p:tavLst>
                                        <p:tav tm="0">
                                          <p:val>
                                            <p:fltVal val="0"/>
                                          </p:val>
                                        </p:tav>
                                        <p:tav tm="100000">
                                          <p:val>
                                            <p:strVal val="#ppt_w"/>
                                          </p:val>
                                        </p:tav>
                                      </p:tavLst>
                                    </p:anim>
                                    <p:anim calcmode="lin" valueType="num">
                                      <p:cBhvr>
                                        <p:cTn id="36" dur="500" fill="hold"/>
                                        <p:tgtEl>
                                          <p:spTgt spid="125"/>
                                        </p:tgtEl>
                                        <p:attrNameLst>
                                          <p:attrName>ppt_h</p:attrName>
                                        </p:attrNameLst>
                                      </p:cBhvr>
                                      <p:tavLst>
                                        <p:tav tm="0">
                                          <p:val>
                                            <p:fltVal val="0"/>
                                          </p:val>
                                        </p:tav>
                                        <p:tav tm="100000">
                                          <p:val>
                                            <p:strVal val="#ppt_h"/>
                                          </p:val>
                                        </p:tav>
                                      </p:tavLst>
                                    </p:anim>
                                    <p:anim calcmode="lin" valueType="num">
                                      <p:cBhvr>
                                        <p:cTn id="37" dur="500" fill="hold"/>
                                        <p:tgtEl>
                                          <p:spTgt spid="125"/>
                                        </p:tgtEl>
                                        <p:attrNameLst>
                                          <p:attrName>style.rotation</p:attrName>
                                        </p:attrNameLst>
                                      </p:cBhvr>
                                      <p:tavLst>
                                        <p:tav tm="0">
                                          <p:val>
                                            <p:fltVal val="360"/>
                                          </p:val>
                                        </p:tav>
                                        <p:tav tm="100000">
                                          <p:val>
                                            <p:fltVal val="0"/>
                                          </p:val>
                                        </p:tav>
                                      </p:tavLst>
                                    </p:anim>
                                    <p:animEffect transition="in" filter="fade">
                                      <p:cBhvr>
                                        <p:cTn id="38" dur="500"/>
                                        <p:tgtEl>
                                          <p:spTgt spid="125"/>
                                        </p:tgtEl>
                                      </p:cBhvr>
                                    </p:animEffect>
                                  </p:childTnLst>
                                </p:cTn>
                              </p:par>
                            </p:childTnLst>
                          </p:cTn>
                        </p:par>
                      </p:childTnLst>
                    </p:cTn>
                  </p:par>
                  <p:par>
                    <p:cTn id="39" fill="hold">
                      <p:stCondLst>
                        <p:cond delay="indefinite"/>
                      </p:stCondLst>
                      <p:childTnLst>
                        <p:par>
                          <p:cTn id="40" fill="hold">
                            <p:stCondLst>
                              <p:cond delay="0"/>
                            </p:stCondLst>
                            <p:childTnLst>
                              <p:par>
                                <p:cTn id="41" presetID="53" presetClass="entr" presetSubtype="16" fill="hold" grpId="0" nodeType="clickEffect">
                                  <p:stCondLst>
                                    <p:cond delay="0"/>
                                  </p:stCondLst>
                                  <p:childTnLst>
                                    <p:set>
                                      <p:cBhvr>
                                        <p:cTn id="42" dur="1" fill="hold">
                                          <p:stCondLst>
                                            <p:cond delay="0"/>
                                          </p:stCondLst>
                                        </p:cTn>
                                        <p:tgtEl>
                                          <p:spTgt spid="127"/>
                                        </p:tgtEl>
                                        <p:attrNameLst>
                                          <p:attrName>style.visibility</p:attrName>
                                        </p:attrNameLst>
                                      </p:cBhvr>
                                      <p:to>
                                        <p:strVal val="visible"/>
                                      </p:to>
                                    </p:set>
                                    <p:anim calcmode="lin" valueType="num">
                                      <p:cBhvr>
                                        <p:cTn id="43" dur="500" fill="hold"/>
                                        <p:tgtEl>
                                          <p:spTgt spid="127"/>
                                        </p:tgtEl>
                                        <p:attrNameLst>
                                          <p:attrName>ppt_w</p:attrName>
                                        </p:attrNameLst>
                                      </p:cBhvr>
                                      <p:tavLst>
                                        <p:tav tm="0">
                                          <p:val>
                                            <p:fltVal val="0"/>
                                          </p:val>
                                        </p:tav>
                                        <p:tav tm="100000">
                                          <p:val>
                                            <p:strVal val="#ppt_w"/>
                                          </p:val>
                                        </p:tav>
                                      </p:tavLst>
                                    </p:anim>
                                    <p:anim calcmode="lin" valueType="num">
                                      <p:cBhvr>
                                        <p:cTn id="44" dur="500" fill="hold"/>
                                        <p:tgtEl>
                                          <p:spTgt spid="127"/>
                                        </p:tgtEl>
                                        <p:attrNameLst>
                                          <p:attrName>ppt_h</p:attrName>
                                        </p:attrNameLst>
                                      </p:cBhvr>
                                      <p:tavLst>
                                        <p:tav tm="0">
                                          <p:val>
                                            <p:fltVal val="0"/>
                                          </p:val>
                                        </p:tav>
                                        <p:tav tm="100000">
                                          <p:val>
                                            <p:strVal val="#ppt_h"/>
                                          </p:val>
                                        </p:tav>
                                      </p:tavLst>
                                    </p:anim>
                                    <p:animEffect transition="in" filter="fade">
                                      <p:cBhvr>
                                        <p:cTn id="45" dur="500"/>
                                        <p:tgtEl>
                                          <p:spTgt spid="127"/>
                                        </p:tgtEl>
                                      </p:cBhvr>
                                    </p:animEffect>
                                  </p:childTnLst>
                                </p:cTn>
                              </p:par>
                              <p:par>
                                <p:cTn id="46" presetID="53" presetClass="entr" presetSubtype="16" fill="hold" grpId="0" nodeType="withEffect">
                                  <p:stCondLst>
                                    <p:cond delay="0"/>
                                  </p:stCondLst>
                                  <p:childTnLst>
                                    <p:set>
                                      <p:cBhvr>
                                        <p:cTn id="47" dur="1" fill="hold">
                                          <p:stCondLst>
                                            <p:cond delay="0"/>
                                          </p:stCondLst>
                                        </p:cTn>
                                        <p:tgtEl>
                                          <p:spTgt spid="126"/>
                                        </p:tgtEl>
                                        <p:attrNameLst>
                                          <p:attrName>style.visibility</p:attrName>
                                        </p:attrNameLst>
                                      </p:cBhvr>
                                      <p:to>
                                        <p:strVal val="visible"/>
                                      </p:to>
                                    </p:set>
                                    <p:anim calcmode="lin" valueType="num">
                                      <p:cBhvr>
                                        <p:cTn id="48" dur="500" fill="hold"/>
                                        <p:tgtEl>
                                          <p:spTgt spid="126"/>
                                        </p:tgtEl>
                                        <p:attrNameLst>
                                          <p:attrName>ppt_w</p:attrName>
                                        </p:attrNameLst>
                                      </p:cBhvr>
                                      <p:tavLst>
                                        <p:tav tm="0">
                                          <p:val>
                                            <p:fltVal val="0"/>
                                          </p:val>
                                        </p:tav>
                                        <p:tav tm="100000">
                                          <p:val>
                                            <p:strVal val="#ppt_w"/>
                                          </p:val>
                                        </p:tav>
                                      </p:tavLst>
                                    </p:anim>
                                    <p:anim calcmode="lin" valueType="num">
                                      <p:cBhvr>
                                        <p:cTn id="49" dur="500" fill="hold"/>
                                        <p:tgtEl>
                                          <p:spTgt spid="126"/>
                                        </p:tgtEl>
                                        <p:attrNameLst>
                                          <p:attrName>ppt_h</p:attrName>
                                        </p:attrNameLst>
                                      </p:cBhvr>
                                      <p:tavLst>
                                        <p:tav tm="0">
                                          <p:val>
                                            <p:fltVal val="0"/>
                                          </p:val>
                                        </p:tav>
                                        <p:tav tm="100000">
                                          <p:val>
                                            <p:strVal val="#ppt_h"/>
                                          </p:val>
                                        </p:tav>
                                      </p:tavLst>
                                    </p:anim>
                                    <p:animEffect transition="in" filter="fade">
                                      <p:cBhvr>
                                        <p:cTn id="50" dur="500"/>
                                        <p:tgtEl>
                                          <p:spTgt spid="126"/>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83" grpId="0"/>
      <p:bldP spid="6" grpId="0" animBg="1"/>
      <p:bldP spid="7" grpId="0"/>
      <p:bldP spid="8" grpId="0" animBg="1"/>
      <p:bldP spid="84" grpId="0"/>
      <p:bldP spid="125" grpId="0"/>
      <p:bldP spid="126" grpId="0" animBg="1"/>
      <p:bldP spid="127" grpId="0"/>
    </p:bldLst>
  </p:timing>
</p:sld>
</file>

<file path=ppt/slides/slide34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4" name="组合 3">
            <a:extLst>
              <a:ext uri="{FF2B5EF4-FFF2-40B4-BE49-F238E27FC236}">
                <a16:creationId xmlns:a16="http://schemas.microsoft.com/office/drawing/2014/main" id="{9A1EA9F2-FCB6-48C3-935F-7AE7E3AD14AC}"/>
              </a:ext>
            </a:extLst>
          </p:cNvPr>
          <p:cNvGrpSpPr/>
          <p:nvPr/>
        </p:nvGrpSpPr>
        <p:grpSpPr>
          <a:xfrm>
            <a:off x="304800" y="749300"/>
            <a:ext cx="6192344" cy="400110"/>
            <a:chOff x="424117" y="898245"/>
            <a:chExt cx="6192344" cy="400110"/>
          </a:xfrm>
        </p:grpSpPr>
        <p:sp>
          <p:nvSpPr>
            <p:cNvPr id="2" name="平行四边形 1">
              <a:extLst>
                <a:ext uri="{FF2B5EF4-FFF2-40B4-BE49-F238E27FC236}">
                  <a16:creationId xmlns:a16="http://schemas.microsoft.com/office/drawing/2014/main" id="{1F5BAA3F-9845-4F89-A2DD-8222D3E4EDAC}"/>
                </a:ext>
              </a:extLst>
            </p:cNvPr>
            <p:cNvSpPr/>
            <p:nvPr/>
          </p:nvSpPr>
          <p:spPr>
            <a:xfrm>
              <a:off x="424117" y="898245"/>
              <a:ext cx="628306" cy="387090"/>
            </a:xfrm>
            <a:prstGeom prst="parallelogram">
              <a:avLst/>
            </a:prstGeom>
            <a:solidFill>
              <a:schemeClr val="accent3">
                <a:lumMod val="75000"/>
              </a:schemeClr>
            </a:solidFill>
            <a:ln>
              <a:solidFill>
                <a:schemeClr val="accent3">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CN" sz="2200" dirty="0">
                  <a:latin typeface="Impact" panose="020B0806030902050204" pitchFamily="34" charset="0"/>
                </a:rPr>
                <a:t>01</a:t>
              </a:r>
              <a:endParaRPr lang="zh-CN" altLang="en-US" sz="2200" dirty="0">
                <a:latin typeface="Impact" panose="020B0806030902050204" pitchFamily="34" charset="0"/>
              </a:endParaRPr>
            </a:p>
          </p:txBody>
        </p:sp>
        <p:sp>
          <p:nvSpPr>
            <p:cNvPr id="3" name="文本框 2">
              <a:extLst>
                <a:ext uri="{FF2B5EF4-FFF2-40B4-BE49-F238E27FC236}">
                  <a16:creationId xmlns:a16="http://schemas.microsoft.com/office/drawing/2014/main" id="{4D6BD736-A4D3-4F26-AFED-36E11F50F70B}"/>
                </a:ext>
              </a:extLst>
            </p:cNvPr>
            <p:cNvSpPr txBox="1"/>
            <p:nvPr/>
          </p:nvSpPr>
          <p:spPr>
            <a:xfrm>
              <a:off x="1052423" y="898245"/>
              <a:ext cx="5564038" cy="400110"/>
            </a:xfrm>
            <a:prstGeom prst="rect">
              <a:avLst/>
            </a:prstGeom>
            <a:noFill/>
          </p:spPr>
          <p:txBody>
            <a:bodyPr wrap="square" rtlCol="0">
              <a:spAutoFit/>
            </a:bodyPr>
            <a:lstStyle/>
            <a:p>
              <a:r>
                <a:rPr lang="zh-CN" altLang="en-US" sz="2000" b="1" dirty="0"/>
                <a:t>共享式以太网的退避算法</a:t>
              </a:r>
              <a:endParaRPr lang="en-US" altLang="zh-CN" sz="2000" b="1" dirty="0"/>
            </a:p>
          </p:txBody>
        </p:sp>
      </p:grpSp>
      <p:sp>
        <p:nvSpPr>
          <p:cNvPr id="83" name="文本框 82">
            <a:extLst>
              <a:ext uri="{FF2B5EF4-FFF2-40B4-BE49-F238E27FC236}">
                <a16:creationId xmlns:a16="http://schemas.microsoft.com/office/drawing/2014/main" id="{DE5296A6-E486-4E4E-ABE1-BE745954EB2B}"/>
              </a:ext>
            </a:extLst>
          </p:cNvPr>
          <p:cNvSpPr txBox="1"/>
          <p:nvPr/>
        </p:nvSpPr>
        <p:spPr>
          <a:xfrm>
            <a:off x="3822128" y="736280"/>
            <a:ext cx="3618061" cy="400110"/>
          </a:xfrm>
          <a:prstGeom prst="rect">
            <a:avLst/>
          </a:prstGeom>
          <a:noFill/>
        </p:spPr>
        <p:txBody>
          <a:bodyPr wrap="square" rtlCol="0">
            <a:spAutoFit/>
          </a:bodyPr>
          <a:lstStyle/>
          <a:p>
            <a:r>
              <a:rPr lang="en-US" altLang="zh-CN" sz="2000" b="1" dirty="0"/>
              <a:t>—— </a:t>
            </a:r>
            <a:r>
              <a:rPr lang="zh-CN" altLang="en-US" sz="2000" b="1" dirty="0"/>
              <a:t>截断二进制指数退避算法</a:t>
            </a:r>
            <a:endParaRPr lang="en-US" altLang="zh-CN" sz="2000" b="1" dirty="0"/>
          </a:p>
        </p:txBody>
      </p:sp>
      <p:sp>
        <p:nvSpPr>
          <p:cNvPr id="6" name="椭圆 5">
            <a:extLst>
              <a:ext uri="{FF2B5EF4-FFF2-40B4-BE49-F238E27FC236}">
                <a16:creationId xmlns:a16="http://schemas.microsoft.com/office/drawing/2014/main" id="{F3843650-A8E3-493E-B138-925C16CFE149}"/>
              </a:ext>
            </a:extLst>
          </p:cNvPr>
          <p:cNvSpPr/>
          <p:nvPr/>
        </p:nvSpPr>
        <p:spPr>
          <a:xfrm>
            <a:off x="304800" y="1545928"/>
            <a:ext cx="1776173" cy="1776173"/>
          </a:xfrm>
          <a:prstGeom prst="ellipse">
            <a:avLst/>
          </a:prstGeom>
        </p:spPr>
        <p:style>
          <a:lnRef idx="2">
            <a:schemeClr val="accent6">
              <a:shade val="50000"/>
            </a:schemeClr>
          </a:lnRef>
          <a:fillRef idx="1">
            <a:schemeClr val="accent6"/>
          </a:fillRef>
          <a:effectRef idx="0">
            <a:schemeClr val="accent6"/>
          </a:effectRef>
          <a:fontRef idx="minor">
            <a:schemeClr val="lt1"/>
          </a:fontRef>
        </p:style>
        <p:txBody>
          <a:bodyPr rtlCol="0" anchor="ctr"/>
          <a:lstStyle/>
          <a:p>
            <a:pPr algn="ctr"/>
            <a:r>
              <a:rPr lang="zh-CN" altLang="en-US" sz="2800" b="1" dirty="0">
                <a:solidFill>
                  <a:schemeClr val="tx1"/>
                </a:solidFill>
                <a:latin typeface="+mn-ea"/>
              </a:rPr>
              <a:t>退避</a:t>
            </a:r>
            <a:endParaRPr lang="en-US" altLang="zh-CN" sz="2800" b="1" dirty="0">
              <a:solidFill>
                <a:schemeClr val="tx1"/>
              </a:solidFill>
              <a:latin typeface="+mn-ea"/>
            </a:endParaRPr>
          </a:p>
          <a:p>
            <a:pPr algn="ctr"/>
            <a:r>
              <a:rPr lang="zh-CN" altLang="en-US" sz="2800" b="1" dirty="0">
                <a:solidFill>
                  <a:schemeClr val="tx1"/>
                </a:solidFill>
                <a:latin typeface="+mn-ea"/>
              </a:rPr>
              <a:t>时间</a:t>
            </a:r>
          </a:p>
        </p:txBody>
      </p:sp>
      <p:sp>
        <p:nvSpPr>
          <p:cNvPr id="7" name="文本框 6">
            <a:extLst>
              <a:ext uri="{FF2B5EF4-FFF2-40B4-BE49-F238E27FC236}">
                <a16:creationId xmlns:a16="http://schemas.microsoft.com/office/drawing/2014/main" id="{19291637-8849-45E4-9695-436984B69211}"/>
              </a:ext>
            </a:extLst>
          </p:cNvPr>
          <p:cNvSpPr txBox="1"/>
          <p:nvPr/>
        </p:nvSpPr>
        <p:spPr>
          <a:xfrm>
            <a:off x="2130593" y="1649183"/>
            <a:ext cx="855194" cy="1569660"/>
          </a:xfrm>
          <a:prstGeom prst="rect">
            <a:avLst/>
          </a:prstGeom>
          <a:noFill/>
        </p:spPr>
        <p:txBody>
          <a:bodyPr wrap="square" rtlCol="0">
            <a:spAutoFit/>
          </a:bodyPr>
          <a:lstStyle/>
          <a:p>
            <a:pPr algn="ctr"/>
            <a:r>
              <a:rPr lang="en-US" altLang="zh-CN" sz="9600" b="1" dirty="0">
                <a:latin typeface="+mn-ea"/>
              </a:rPr>
              <a:t>=</a:t>
            </a:r>
            <a:endParaRPr lang="zh-CN" altLang="en-US" sz="9600" b="1" dirty="0">
              <a:latin typeface="+mn-ea"/>
            </a:endParaRPr>
          </a:p>
        </p:txBody>
      </p:sp>
      <p:sp>
        <p:nvSpPr>
          <p:cNvPr id="8" name="矩形 7">
            <a:extLst>
              <a:ext uri="{FF2B5EF4-FFF2-40B4-BE49-F238E27FC236}">
                <a16:creationId xmlns:a16="http://schemas.microsoft.com/office/drawing/2014/main" id="{A79B6699-8AC7-47EE-87DF-D67F3FBC7E12}"/>
              </a:ext>
            </a:extLst>
          </p:cNvPr>
          <p:cNvSpPr/>
          <p:nvPr/>
        </p:nvSpPr>
        <p:spPr>
          <a:xfrm>
            <a:off x="3072158" y="1545927"/>
            <a:ext cx="2420824" cy="1776173"/>
          </a:xfrm>
          <a:prstGeom prst="rect">
            <a:avLst/>
          </a:prstGeom>
        </p:spPr>
        <p:style>
          <a:lnRef idx="2">
            <a:schemeClr val="accent4">
              <a:shade val="50000"/>
            </a:schemeClr>
          </a:lnRef>
          <a:fillRef idx="1">
            <a:schemeClr val="accent4"/>
          </a:fillRef>
          <a:effectRef idx="0">
            <a:schemeClr val="accent4"/>
          </a:effectRef>
          <a:fontRef idx="minor">
            <a:schemeClr val="lt1"/>
          </a:fontRef>
        </p:style>
        <p:txBody>
          <a:bodyPr rtlCol="0" anchor="ctr"/>
          <a:lstStyle/>
          <a:p>
            <a:pPr algn="ctr"/>
            <a:endParaRPr lang="zh-CN" altLang="en-US"/>
          </a:p>
        </p:txBody>
      </p:sp>
      <p:sp>
        <p:nvSpPr>
          <p:cNvPr id="84" name="文本框 83">
            <a:extLst>
              <a:ext uri="{FF2B5EF4-FFF2-40B4-BE49-F238E27FC236}">
                <a16:creationId xmlns:a16="http://schemas.microsoft.com/office/drawing/2014/main" id="{AB7E5187-B0CA-4CCE-8F0F-34E0EE0729BC}"/>
              </a:ext>
            </a:extLst>
          </p:cNvPr>
          <p:cNvSpPr txBox="1"/>
          <p:nvPr/>
        </p:nvSpPr>
        <p:spPr>
          <a:xfrm>
            <a:off x="3109931" y="1573769"/>
            <a:ext cx="2345278" cy="523220"/>
          </a:xfrm>
          <a:prstGeom prst="rect">
            <a:avLst/>
          </a:prstGeom>
          <a:noFill/>
        </p:spPr>
        <p:txBody>
          <a:bodyPr wrap="square">
            <a:spAutoFit/>
          </a:bodyPr>
          <a:lstStyle/>
          <a:p>
            <a:pPr algn="ctr"/>
            <a:r>
              <a:rPr lang="zh-CN" altLang="en-US" sz="2800" b="1" dirty="0">
                <a:solidFill>
                  <a:schemeClr val="bg1"/>
                </a:solidFill>
                <a:latin typeface="+mn-ea"/>
              </a:rPr>
              <a:t>基本退避时间</a:t>
            </a:r>
          </a:p>
        </p:txBody>
      </p:sp>
      <p:sp>
        <p:nvSpPr>
          <p:cNvPr id="125" name="文本框 124">
            <a:extLst>
              <a:ext uri="{FF2B5EF4-FFF2-40B4-BE49-F238E27FC236}">
                <a16:creationId xmlns:a16="http://schemas.microsoft.com/office/drawing/2014/main" id="{4A443A8B-5954-4807-87B4-789E78554A85}"/>
              </a:ext>
            </a:extLst>
          </p:cNvPr>
          <p:cNvSpPr txBox="1"/>
          <p:nvPr/>
        </p:nvSpPr>
        <p:spPr>
          <a:xfrm>
            <a:off x="5668403" y="1649183"/>
            <a:ext cx="855194" cy="1569660"/>
          </a:xfrm>
          <a:prstGeom prst="rect">
            <a:avLst/>
          </a:prstGeom>
          <a:noFill/>
        </p:spPr>
        <p:txBody>
          <a:bodyPr wrap="square" rtlCol="0">
            <a:spAutoFit/>
          </a:bodyPr>
          <a:lstStyle/>
          <a:p>
            <a:pPr algn="ctr"/>
            <a:r>
              <a:rPr lang="en-US" altLang="zh-CN" sz="9600" b="1" dirty="0">
                <a:latin typeface="+mn-ea"/>
              </a:rPr>
              <a:t>×</a:t>
            </a:r>
            <a:endParaRPr lang="zh-CN" altLang="en-US" sz="9600" b="1" dirty="0">
              <a:latin typeface="+mn-ea"/>
            </a:endParaRPr>
          </a:p>
        </p:txBody>
      </p:sp>
      <p:sp>
        <p:nvSpPr>
          <p:cNvPr id="126" name="矩形 125">
            <a:extLst>
              <a:ext uri="{FF2B5EF4-FFF2-40B4-BE49-F238E27FC236}">
                <a16:creationId xmlns:a16="http://schemas.microsoft.com/office/drawing/2014/main" id="{031178AC-54B1-4992-868A-BBE15CC3C149}"/>
              </a:ext>
            </a:extLst>
          </p:cNvPr>
          <p:cNvSpPr/>
          <p:nvPr/>
        </p:nvSpPr>
        <p:spPr>
          <a:xfrm>
            <a:off x="6645334" y="1545926"/>
            <a:ext cx="5110297" cy="1776173"/>
          </a:xfrm>
          <a:prstGeom prst="rect">
            <a:avLst/>
          </a:prstGeom>
        </p:spPr>
        <p:style>
          <a:lnRef idx="2">
            <a:schemeClr val="accent3">
              <a:shade val="50000"/>
            </a:schemeClr>
          </a:lnRef>
          <a:fillRef idx="1">
            <a:schemeClr val="accent3"/>
          </a:fillRef>
          <a:effectRef idx="0">
            <a:schemeClr val="accent3"/>
          </a:effectRef>
          <a:fontRef idx="minor">
            <a:schemeClr val="lt1"/>
          </a:fontRef>
        </p:style>
        <p:txBody>
          <a:bodyPr rtlCol="0" anchor="ctr"/>
          <a:lstStyle/>
          <a:p>
            <a:pPr algn="ctr"/>
            <a:endParaRPr lang="zh-CN" altLang="en-US"/>
          </a:p>
        </p:txBody>
      </p:sp>
      <mc:AlternateContent xmlns:mc="http://schemas.openxmlformats.org/markup-compatibility/2006" xmlns:a14="http://schemas.microsoft.com/office/drawing/2010/main">
        <mc:Choice Requires="a14">
          <p:sp>
            <p:nvSpPr>
              <p:cNvPr id="127" name="文本框 126">
                <a:extLst>
                  <a:ext uri="{FF2B5EF4-FFF2-40B4-BE49-F238E27FC236}">
                    <a16:creationId xmlns:a16="http://schemas.microsoft.com/office/drawing/2014/main" id="{FBDD6A6E-B9F6-48E7-BB58-D9450C600947}"/>
                  </a:ext>
                </a:extLst>
              </p:cNvPr>
              <p:cNvSpPr txBox="1"/>
              <p:nvPr/>
            </p:nvSpPr>
            <p:spPr>
              <a:xfrm>
                <a:off x="8027843" y="2172403"/>
                <a:ext cx="2345278" cy="523220"/>
              </a:xfrm>
              <a:prstGeom prst="rect">
                <a:avLst/>
              </a:prstGeom>
              <a:noFill/>
            </p:spPr>
            <p:txBody>
              <a:bodyPr wrap="square">
                <a:spAutoFit/>
              </a:bodyPr>
              <a:lstStyle/>
              <a:p>
                <a:pPr algn="ctr"/>
                <a:r>
                  <a:rPr lang="zh-CN" altLang="en-US" sz="2800" b="1" dirty="0">
                    <a:solidFill>
                      <a:schemeClr val="bg1"/>
                    </a:solidFill>
                    <a:latin typeface="+mn-ea"/>
                  </a:rPr>
                  <a:t>随机数 </a:t>
                </a:r>
                <a14:m>
                  <m:oMath xmlns:m="http://schemas.openxmlformats.org/officeDocument/2006/math">
                    <m:r>
                      <a:rPr lang="en-US" altLang="zh-CN" sz="2800" b="1" i="1" dirty="0" smtClean="0">
                        <a:solidFill>
                          <a:schemeClr val="bg1"/>
                        </a:solidFill>
                        <a:latin typeface="Cambria Math" panose="02040503050406030204" pitchFamily="18" charset="0"/>
                      </a:rPr>
                      <m:t>𝒓</m:t>
                    </m:r>
                  </m:oMath>
                </a14:m>
                <a:endParaRPr lang="zh-CN" altLang="en-US" sz="2800" b="1" dirty="0">
                  <a:solidFill>
                    <a:schemeClr val="bg1"/>
                  </a:solidFill>
                  <a:latin typeface="Arial Black" panose="020B0A04020102020204" pitchFamily="34" charset="0"/>
                </a:endParaRPr>
              </a:p>
            </p:txBody>
          </p:sp>
        </mc:Choice>
        <mc:Fallback xmlns="">
          <p:sp>
            <p:nvSpPr>
              <p:cNvPr id="127" name="文本框 126">
                <a:extLst>
                  <a:ext uri="{FF2B5EF4-FFF2-40B4-BE49-F238E27FC236}">
                    <a16:creationId xmlns:a16="http://schemas.microsoft.com/office/drawing/2014/main" id="{FBDD6A6E-B9F6-48E7-BB58-D9450C600947}"/>
                  </a:ext>
                </a:extLst>
              </p:cNvPr>
              <p:cNvSpPr txBox="1">
                <a:spLocks noRot="1" noChangeAspect="1" noMove="1" noResize="1" noEditPoints="1" noAdjustHandles="1" noChangeArrowheads="1" noChangeShapeType="1" noTextEdit="1"/>
              </p:cNvSpPr>
              <p:nvPr/>
            </p:nvSpPr>
            <p:spPr>
              <a:xfrm>
                <a:off x="8027843" y="2172403"/>
                <a:ext cx="2345278" cy="523220"/>
              </a:xfrm>
              <a:prstGeom prst="rect">
                <a:avLst/>
              </a:prstGeom>
              <a:blipFill>
                <a:blip r:embed="rId3"/>
                <a:stretch>
                  <a:fillRect t="-12791" b="-30233"/>
                </a:stretch>
              </a:blipFill>
            </p:spPr>
            <p:txBody>
              <a:bodyPr/>
              <a:lstStyle/>
              <a:p>
                <a:r>
                  <a:rPr lang="zh-CN" altLang="en-US">
                    <a:noFill/>
                  </a:rPr>
                  <a:t> </a:t>
                </a:r>
              </a:p>
            </p:txBody>
          </p:sp>
        </mc:Fallback>
      </mc:AlternateContent>
      <mc:AlternateContent xmlns:mc="http://schemas.openxmlformats.org/markup-compatibility/2006" xmlns:a14="http://schemas.microsoft.com/office/drawing/2010/main">
        <mc:Choice Requires="a14">
          <p:sp>
            <p:nvSpPr>
              <p:cNvPr id="5" name="矩形 4">
                <a:extLst>
                  <a:ext uri="{FF2B5EF4-FFF2-40B4-BE49-F238E27FC236}">
                    <a16:creationId xmlns:a16="http://schemas.microsoft.com/office/drawing/2014/main" id="{F795DEE1-2394-4669-A362-4FE9D668AD33}"/>
                  </a:ext>
                </a:extLst>
              </p:cNvPr>
              <p:cNvSpPr/>
              <p:nvPr/>
            </p:nvSpPr>
            <p:spPr>
              <a:xfrm>
                <a:off x="3161208" y="2064099"/>
                <a:ext cx="2236130" cy="1154744"/>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zh-CN" altLang="en-US" sz="2800" b="1" dirty="0">
                    <a:solidFill>
                      <a:schemeClr val="tx1"/>
                    </a:solidFill>
                  </a:rPr>
                  <a:t>争用期</a:t>
                </a:r>
                <a14:m>
                  <m:oMath xmlns:m="http://schemas.openxmlformats.org/officeDocument/2006/math">
                    <m:r>
                      <a:rPr lang="en-US" altLang="zh-CN" sz="2800" b="1" i="1" dirty="0" smtClean="0">
                        <a:solidFill>
                          <a:schemeClr val="tx1"/>
                        </a:solidFill>
                        <a:latin typeface="Cambria Math" panose="02040503050406030204" pitchFamily="18" charset="0"/>
                      </a:rPr>
                      <m:t>𝟐</m:t>
                    </m:r>
                    <m:r>
                      <a:rPr lang="el-GR" altLang="zh-CN" sz="2800" b="1" i="1" dirty="0" smtClean="0">
                        <a:solidFill>
                          <a:schemeClr val="tx1"/>
                        </a:solidFill>
                        <a:latin typeface="Cambria Math" panose="02040503050406030204" pitchFamily="18" charset="0"/>
                      </a:rPr>
                      <m:t>𝝉</m:t>
                    </m:r>
                  </m:oMath>
                </a14:m>
                <a:endParaRPr lang="zh-CN" altLang="en-US" sz="2800" b="1" dirty="0">
                  <a:solidFill>
                    <a:schemeClr val="tx1"/>
                  </a:solidFill>
                </a:endParaRPr>
              </a:p>
            </p:txBody>
          </p:sp>
        </mc:Choice>
        <mc:Fallback xmlns="">
          <p:sp>
            <p:nvSpPr>
              <p:cNvPr id="5" name="矩形 4">
                <a:extLst>
                  <a:ext uri="{FF2B5EF4-FFF2-40B4-BE49-F238E27FC236}">
                    <a16:creationId xmlns:a16="http://schemas.microsoft.com/office/drawing/2014/main" id="{F795DEE1-2394-4669-A362-4FE9D668AD33}"/>
                  </a:ext>
                </a:extLst>
              </p:cNvPr>
              <p:cNvSpPr>
                <a:spLocks noRot="1" noChangeAspect="1" noMove="1" noResize="1" noEditPoints="1" noAdjustHandles="1" noChangeArrowheads="1" noChangeShapeType="1" noTextEdit="1"/>
              </p:cNvSpPr>
              <p:nvPr/>
            </p:nvSpPr>
            <p:spPr>
              <a:xfrm>
                <a:off x="3161208" y="2064099"/>
                <a:ext cx="2236130" cy="1154744"/>
              </a:xfrm>
              <a:prstGeom prst="rect">
                <a:avLst/>
              </a:prstGeom>
              <a:blipFill>
                <a:blip r:embed="rId4"/>
                <a:stretch>
                  <a:fillRect/>
                </a:stretch>
              </a:blipFill>
              <a:ln>
                <a:noFill/>
              </a:ln>
            </p:spPr>
            <p:txBody>
              <a:bodyPr/>
              <a:lstStyle/>
              <a:p>
                <a:r>
                  <a:rPr lang="zh-CN" altLang="en-US">
                    <a:noFill/>
                  </a:rPr>
                  <a:t> </a:t>
                </a:r>
              </a:p>
            </p:txBody>
          </p:sp>
        </mc:Fallback>
      </mc:AlternateContent>
      <p:sp>
        <p:nvSpPr>
          <p:cNvPr id="14" name="平行四边形 13">
            <a:extLst>
              <a:ext uri="{FF2B5EF4-FFF2-40B4-BE49-F238E27FC236}">
                <a16:creationId xmlns:a16="http://schemas.microsoft.com/office/drawing/2014/main" id="{1F481CBB-A09F-1D05-D988-F433A4B067AC}"/>
              </a:ext>
            </a:extLst>
          </p:cNvPr>
          <p:cNvSpPr/>
          <p:nvPr/>
        </p:nvSpPr>
        <p:spPr>
          <a:xfrm>
            <a:off x="304800" y="749300"/>
            <a:ext cx="675384" cy="387090"/>
          </a:xfrm>
          <a:prstGeom prst="parallelogram">
            <a:avLst/>
          </a:prstGeom>
          <a:solidFill>
            <a:schemeClr val="accent3">
              <a:lumMod val="75000"/>
            </a:schemeClr>
          </a:solidFill>
          <a:ln>
            <a:solidFill>
              <a:schemeClr val="accent3">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CN" sz="2200" dirty="0">
                <a:latin typeface="Impact" panose="020B0806030902050204" pitchFamily="34" charset="0"/>
              </a:rPr>
              <a:t>04</a:t>
            </a:r>
            <a:endParaRPr lang="zh-CN" altLang="en-US" sz="2200" dirty="0">
              <a:latin typeface="Impact" panose="020B0806030902050204" pitchFamily="34" charset="0"/>
            </a:endParaRPr>
          </a:p>
        </p:txBody>
      </p:sp>
    </p:spTree>
    <p:custDataLst>
      <p:tags r:id="rId1"/>
    </p:custDataLst>
    <p:extLst>
      <p:ext uri="{BB962C8B-B14F-4D97-AF65-F5344CB8AC3E}">
        <p14:creationId xmlns:p14="http://schemas.microsoft.com/office/powerpoint/2010/main" val="2419194772"/>
      </p:ext>
    </p:extLst>
  </p:cSld>
  <p:clrMapOvr>
    <a:masterClrMapping/>
  </p:clrMapOvr>
  <mc:AlternateContent xmlns:mc="http://schemas.openxmlformats.org/markup-compatibility/2006" xmlns:p159="http://schemas.microsoft.com/office/powerpoint/2015/09/main">
    <mc:Choice Requires="p159">
      <p:transition spd="slow">
        <p159:morph option="byObject"/>
      </p:transition>
    </mc:Choice>
    <mc:Fallback xmlns="">
      <p:transition spd="slow">
        <p:fade/>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53" presetClass="entr" presetSubtype="16" fill="hold" grpId="0" nodeType="withEffect">
                                  <p:stCondLst>
                                    <p:cond delay="0"/>
                                  </p:stCondLst>
                                  <p:childTnLst>
                                    <p:set>
                                      <p:cBhvr>
                                        <p:cTn id="6" dur="1" fill="hold">
                                          <p:stCondLst>
                                            <p:cond delay="0"/>
                                          </p:stCondLst>
                                        </p:cTn>
                                        <p:tgtEl>
                                          <p:spTgt spid="5"/>
                                        </p:tgtEl>
                                        <p:attrNameLst>
                                          <p:attrName>style.visibility</p:attrName>
                                        </p:attrNameLst>
                                      </p:cBhvr>
                                      <p:to>
                                        <p:strVal val="visible"/>
                                      </p:to>
                                    </p:set>
                                    <p:anim calcmode="lin" valueType="num">
                                      <p:cBhvr>
                                        <p:cTn id="7" dur="500" fill="hold"/>
                                        <p:tgtEl>
                                          <p:spTgt spid="5"/>
                                        </p:tgtEl>
                                        <p:attrNameLst>
                                          <p:attrName>ppt_w</p:attrName>
                                        </p:attrNameLst>
                                      </p:cBhvr>
                                      <p:tavLst>
                                        <p:tav tm="0">
                                          <p:val>
                                            <p:fltVal val="0"/>
                                          </p:val>
                                        </p:tav>
                                        <p:tav tm="100000">
                                          <p:val>
                                            <p:strVal val="#ppt_w"/>
                                          </p:val>
                                        </p:tav>
                                      </p:tavLst>
                                    </p:anim>
                                    <p:anim calcmode="lin" valueType="num">
                                      <p:cBhvr>
                                        <p:cTn id="8" dur="500" fill="hold"/>
                                        <p:tgtEl>
                                          <p:spTgt spid="5"/>
                                        </p:tgtEl>
                                        <p:attrNameLst>
                                          <p:attrName>ppt_h</p:attrName>
                                        </p:attrNameLst>
                                      </p:cBhvr>
                                      <p:tavLst>
                                        <p:tav tm="0">
                                          <p:val>
                                            <p:fltVal val="0"/>
                                          </p:val>
                                        </p:tav>
                                        <p:tav tm="100000">
                                          <p:val>
                                            <p:strVal val="#ppt_h"/>
                                          </p:val>
                                        </p:tav>
                                      </p:tavLst>
                                    </p:anim>
                                    <p:animEffect transition="in" filter="fade">
                                      <p:cBhvr>
                                        <p:cTn id="9" dur="500"/>
                                        <p:tgtEl>
                                          <p:spTgt spid="5"/>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 grpId="0" animBg="1"/>
    </p:bldLst>
  </p:timing>
</p:sld>
</file>

<file path=ppt/slides/slide34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4" name="组合 3">
            <a:extLst>
              <a:ext uri="{FF2B5EF4-FFF2-40B4-BE49-F238E27FC236}">
                <a16:creationId xmlns:a16="http://schemas.microsoft.com/office/drawing/2014/main" id="{9A1EA9F2-FCB6-48C3-935F-7AE7E3AD14AC}"/>
              </a:ext>
            </a:extLst>
          </p:cNvPr>
          <p:cNvGrpSpPr/>
          <p:nvPr/>
        </p:nvGrpSpPr>
        <p:grpSpPr>
          <a:xfrm>
            <a:off x="304800" y="749300"/>
            <a:ext cx="6192344" cy="400110"/>
            <a:chOff x="424117" y="898245"/>
            <a:chExt cx="6192344" cy="400110"/>
          </a:xfrm>
        </p:grpSpPr>
        <p:sp>
          <p:nvSpPr>
            <p:cNvPr id="2" name="平行四边形 1">
              <a:extLst>
                <a:ext uri="{FF2B5EF4-FFF2-40B4-BE49-F238E27FC236}">
                  <a16:creationId xmlns:a16="http://schemas.microsoft.com/office/drawing/2014/main" id="{1F5BAA3F-9845-4F89-A2DD-8222D3E4EDAC}"/>
                </a:ext>
              </a:extLst>
            </p:cNvPr>
            <p:cNvSpPr/>
            <p:nvPr/>
          </p:nvSpPr>
          <p:spPr>
            <a:xfrm>
              <a:off x="424117" y="898245"/>
              <a:ext cx="628306" cy="387090"/>
            </a:xfrm>
            <a:prstGeom prst="parallelogram">
              <a:avLst/>
            </a:prstGeom>
            <a:solidFill>
              <a:schemeClr val="accent3">
                <a:lumMod val="75000"/>
              </a:schemeClr>
            </a:solidFill>
            <a:ln>
              <a:solidFill>
                <a:schemeClr val="accent3">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CN" sz="2200" dirty="0">
                  <a:latin typeface="Impact" panose="020B0806030902050204" pitchFamily="34" charset="0"/>
                </a:rPr>
                <a:t>01</a:t>
              </a:r>
              <a:endParaRPr lang="zh-CN" altLang="en-US" sz="2200" dirty="0">
                <a:latin typeface="Impact" panose="020B0806030902050204" pitchFamily="34" charset="0"/>
              </a:endParaRPr>
            </a:p>
          </p:txBody>
        </p:sp>
        <p:sp>
          <p:nvSpPr>
            <p:cNvPr id="3" name="文本框 2">
              <a:extLst>
                <a:ext uri="{FF2B5EF4-FFF2-40B4-BE49-F238E27FC236}">
                  <a16:creationId xmlns:a16="http://schemas.microsoft.com/office/drawing/2014/main" id="{4D6BD736-A4D3-4F26-AFED-36E11F50F70B}"/>
                </a:ext>
              </a:extLst>
            </p:cNvPr>
            <p:cNvSpPr txBox="1"/>
            <p:nvPr/>
          </p:nvSpPr>
          <p:spPr>
            <a:xfrm>
              <a:off x="1052423" y="898245"/>
              <a:ext cx="5564038" cy="400110"/>
            </a:xfrm>
            <a:prstGeom prst="rect">
              <a:avLst/>
            </a:prstGeom>
            <a:noFill/>
          </p:spPr>
          <p:txBody>
            <a:bodyPr wrap="square" rtlCol="0">
              <a:spAutoFit/>
            </a:bodyPr>
            <a:lstStyle/>
            <a:p>
              <a:r>
                <a:rPr lang="zh-CN" altLang="en-US" sz="2000" b="1" dirty="0"/>
                <a:t>共享式以太网的退避算法</a:t>
              </a:r>
              <a:endParaRPr lang="en-US" altLang="zh-CN" sz="2000" b="1" dirty="0"/>
            </a:p>
          </p:txBody>
        </p:sp>
      </p:grpSp>
      <p:sp>
        <p:nvSpPr>
          <p:cNvPr id="83" name="文本框 82">
            <a:extLst>
              <a:ext uri="{FF2B5EF4-FFF2-40B4-BE49-F238E27FC236}">
                <a16:creationId xmlns:a16="http://schemas.microsoft.com/office/drawing/2014/main" id="{DE5296A6-E486-4E4E-ABE1-BE745954EB2B}"/>
              </a:ext>
            </a:extLst>
          </p:cNvPr>
          <p:cNvSpPr txBox="1"/>
          <p:nvPr/>
        </p:nvSpPr>
        <p:spPr>
          <a:xfrm>
            <a:off x="3822128" y="736280"/>
            <a:ext cx="3618061" cy="400110"/>
          </a:xfrm>
          <a:prstGeom prst="rect">
            <a:avLst/>
          </a:prstGeom>
          <a:noFill/>
        </p:spPr>
        <p:txBody>
          <a:bodyPr wrap="square" rtlCol="0">
            <a:spAutoFit/>
          </a:bodyPr>
          <a:lstStyle/>
          <a:p>
            <a:r>
              <a:rPr lang="en-US" altLang="zh-CN" sz="2000" b="1" dirty="0"/>
              <a:t>—— </a:t>
            </a:r>
            <a:r>
              <a:rPr lang="zh-CN" altLang="en-US" sz="2000" b="1" dirty="0"/>
              <a:t>截断二进制指数退避算法</a:t>
            </a:r>
            <a:endParaRPr lang="en-US" altLang="zh-CN" sz="2000" b="1" dirty="0"/>
          </a:p>
        </p:txBody>
      </p:sp>
      <p:sp>
        <p:nvSpPr>
          <p:cNvPr id="6" name="椭圆 5">
            <a:extLst>
              <a:ext uri="{FF2B5EF4-FFF2-40B4-BE49-F238E27FC236}">
                <a16:creationId xmlns:a16="http://schemas.microsoft.com/office/drawing/2014/main" id="{F3843650-A8E3-493E-B138-925C16CFE149}"/>
              </a:ext>
            </a:extLst>
          </p:cNvPr>
          <p:cNvSpPr/>
          <p:nvPr/>
        </p:nvSpPr>
        <p:spPr>
          <a:xfrm>
            <a:off x="304800" y="1545928"/>
            <a:ext cx="1776173" cy="1776173"/>
          </a:xfrm>
          <a:prstGeom prst="ellipse">
            <a:avLst/>
          </a:prstGeom>
        </p:spPr>
        <p:style>
          <a:lnRef idx="2">
            <a:schemeClr val="accent6">
              <a:shade val="50000"/>
            </a:schemeClr>
          </a:lnRef>
          <a:fillRef idx="1">
            <a:schemeClr val="accent6"/>
          </a:fillRef>
          <a:effectRef idx="0">
            <a:schemeClr val="accent6"/>
          </a:effectRef>
          <a:fontRef idx="minor">
            <a:schemeClr val="lt1"/>
          </a:fontRef>
        </p:style>
        <p:txBody>
          <a:bodyPr rtlCol="0" anchor="ctr"/>
          <a:lstStyle/>
          <a:p>
            <a:pPr algn="ctr"/>
            <a:r>
              <a:rPr lang="zh-CN" altLang="en-US" sz="2800" b="1" dirty="0">
                <a:solidFill>
                  <a:schemeClr val="tx1"/>
                </a:solidFill>
                <a:latin typeface="+mn-ea"/>
              </a:rPr>
              <a:t>退避</a:t>
            </a:r>
            <a:endParaRPr lang="en-US" altLang="zh-CN" sz="2800" b="1" dirty="0">
              <a:solidFill>
                <a:schemeClr val="tx1"/>
              </a:solidFill>
              <a:latin typeface="+mn-ea"/>
            </a:endParaRPr>
          </a:p>
          <a:p>
            <a:pPr algn="ctr"/>
            <a:r>
              <a:rPr lang="zh-CN" altLang="en-US" sz="2800" b="1" dirty="0">
                <a:solidFill>
                  <a:schemeClr val="tx1"/>
                </a:solidFill>
                <a:latin typeface="+mn-ea"/>
              </a:rPr>
              <a:t>时间</a:t>
            </a:r>
          </a:p>
        </p:txBody>
      </p:sp>
      <p:sp>
        <p:nvSpPr>
          <p:cNvPr id="7" name="文本框 6">
            <a:extLst>
              <a:ext uri="{FF2B5EF4-FFF2-40B4-BE49-F238E27FC236}">
                <a16:creationId xmlns:a16="http://schemas.microsoft.com/office/drawing/2014/main" id="{19291637-8849-45E4-9695-436984B69211}"/>
              </a:ext>
            </a:extLst>
          </p:cNvPr>
          <p:cNvSpPr txBox="1"/>
          <p:nvPr/>
        </p:nvSpPr>
        <p:spPr>
          <a:xfrm>
            <a:off x="2130593" y="1649183"/>
            <a:ext cx="855194" cy="1569660"/>
          </a:xfrm>
          <a:prstGeom prst="rect">
            <a:avLst/>
          </a:prstGeom>
          <a:noFill/>
        </p:spPr>
        <p:txBody>
          <a:bodyPr wrap="square" rtlCol="0">
            <a:spAutoFit/>
          </a:bodyPr>
          <a:lstStyle/>
          <a:p>
            <a:pPr algn="ctr"/>
            <a:r>
              <a:rPr lang="en-US" altLang="zh-CN" sz="9600" b="1" dirty="0">
                <a:latin typeface="+mn-ea"/>
              </a:rPr>
              <a:t>=</a:t>
            </a:r>
            <a:endParaRPr lang="zh-CN" altLang="en-US" sz="9600" b="1" dirty="0">
              <a:latin typeface="+mn-ea"/>
            </a:endParaRPr>
          </a:p>
        </p:txBody>
      </p:sp>
      <p:sp>
        <p:nvSpPr>
          <p:cNvPr id="8" name="矩形 7">
            <a:extLst>
              <a:ext uri="{FF2B5EF4-FFF2-40B4-BE49-F238E27FC236}">
                <a16:creationId xmlns:a16="http://schemas.microsoft.com/office/drawing/2014/main" id="{A79B6699-8AC7-47EE-87DF-D67F3FBC7E12}"/>
              </a:ext>
            </a:extLst>
          </p:cNvPr>
          <p:cNvSpPr/>
          <p:nvPr/>
        </p:nvSpPr>
        <p:spPr>
          <a:xfrm>
            <a:off x="3072158" y="1545927"/>
            <a:ext cx="2420824" cy="1776173"/>
          </a:xfrm>
          <a:prstGeom prst="rect">
            <a:avLst/>
          </a:prstGeom>
        </p:spPr>
        <p:style>
          <a:lnRef idx="2">
            <a:schemeClr val="accent4">
              <a:shade val="50000"/>
            </a:schemeClr>
          </a:lnRef>
          <a:fillRef idx="1">
            <a:schemeClr val="accent4"/>
          </a:fillRef>
          <a:effectRef idx="0">
            <a:schemeClr val="accent4"/>
          </a:effectRef>
          <a:fontRef idx="minor">
            <a:schemeClr val="lt1"/>
          </a:fontRef>
        </p:style>
        <p:txBody>
          <a:bodyPr rtlCol="0" anchor="ctr"/>
          <a:lstStyle/>
          <a:p>
            <a:pPr algn="ctr"/>
            <a:endParaRPr lang="zh-CN" altLang="en-US"/>
          </a:p>
        </p:txBody>
      </p:sp>
      <p:sp>
        <p:nvSpPr>
          <p:cNvPr id="84" name="文本框 83">
            <a:extLst>
              <a:ext uri="{FF2B5EF4-FFF2-40B4-BE49-F238E27FC236}">
                <a16:creationId xmlns:a16="http://schemas.microsoft.com/office/drawing/2014/main" id="{AB7E5187-B0CA-4CCE-8F0F-34E0EE0729BC}"/>
              </a:ext>
            </a:extLst>
          </p:cNvPr>
          <p:cNvSpPr txBox="1"/>
          <p:nvPr/>
        </p:nvSpPr>
        <p:spPr>
          <a:xfrm>
            <a:off x="3109931" y="1573769"/>
            <a:ext cx="2345278" cy="523220"/>
          </a:xfrm>
          <a:prstGeom prst="rect">
            <a:avLst/>
          </a:prstGeom>
          <a:noFill/>
        </p:spPr>
        <p:txBody>
          <a:bodyPr wrap="square">
            <a:spAutoFit/>
          </a:bodyPr>
          <a:lstStyle/>
          <a:p>
            <a:pPr algn="ctr"/>
            <a:r>
              <a:rPr lang="zh-CN" altLang="en-US" sz="2800" b="1" dirty="0">
                <a:solidFill>
                  <a:schemeClr val="bg1"/>
                </a:solidFill>
                <a:latin typeface="+mn-ea"/>
              </a:rPr>
              <a:t>基本退避时间</a:t>
            </a:r>
          </a:p>
        </p:txBody>
      </p:sp>
      <p:sp>
        <p:nvSpPr>
          <p:cNvPr id="125" name="文本框 124">
            <a:extLst>
              <a:ext uri="{FF2B5EF4-FFF2-40B4-BE49-F238E27FC236}">
                <a16:creationId xmlns:a16="http://schemas.microsoft.com/office/drawing/2014/main" id="{4A443A8B-5954-4807-87B4-789E78554A85}"/>
              </a:ext>
            </a:extLst>
          </p:cNvPr>
          <p:cNvSpPr txBox="1"/>
          <p:nvPr/>
        </p:nvSpPr>
        <p:spPr>
          <a:xfrm>
            <a:off x="5668403" y="1649183"/>
            <a:ext cx="855194" cy="1569660"/>
          </a:xfrm>
          <a:prstGeom prst="rect">
            <a:avLst/>
          </a:prstGeom>
          <a:noFill/>
        </p:spPr>
        <p:txBody>
          <a:bodyPr wrap="square" rtlCol="0">
            <a:spAutoFit/>
          </a:bodyPr>
          <a:lstStyle/>
          <a:p>
            <a:pPr algn="ctr"/>
            <a:r>
              <a:rPr lang="en-US" altLang="zh-CN" sz="9600" b="1" dirty="0">
                <a:latin typeface="+mn-ea"/>
              </a:rPr>
              <a:t>×</a:t>
            </a:r>
            <a:endParaRPr lang="zh-CN" altLang="en-US" sz="9600" b="1" dirty="0">
              <a:latin typeface="+mn-ea"/>
            </a:endParaRPr>
          </a:p>
        </p:txBody>
      </p:sp>
      <p:sp>
        <p:nvSpPr>
          <p:cNvPr id="126" name="矩形 125">
            <a:extLst>
              <a:ext uri="{FF2B5EF4-FFF2-40B4-BE49-F238E27FC236}">
                <a16:creationId xmlns:a16="http://schemas.microsoft.com/office/drawing/2014/main" id="{031178AC-54B1-4992-868A-BBE15CC3C149}"/>
              </a:ext>
            </a:extLst>
          </p:cNvPr>
          <p:cNvSpPr/>
          <p:nvPr/>
        </p:nvSpPr>
        <p:spPr>
          <a:xfrm>
            <a:off x="6645334" y="1545926"/>
            <a:ext cx="5110297" cy="1776173"/>
          </a:xfrm>
          <a:prstGeom prst="rect">
            <a:avLst/>
          </a:prstGeom>
        </p:spPr>
        <p:style>
          <a:lnRef idx="2">
            <a:schemeClr val="accent3">
              <a:shade val="50000"/>
            </a:schemeClr>
          </a:lnRef>
          <a:fillRef idx="1">
            <a:schemeClr val="accent3"/>
          </a:fillRef>
          <a:effectRef idx="0">
            <a:schemeClr val="accent3"/>
          </a:effectRef>
          <a:fontRef idx="minor">
            <a:schemeClr val="lt1"/>
          </a:fontRef>
        </p:style>
        <p:txBody>
          <a:bodyPr rtlCol="0" anchor="ctr"/>
          <a:lstStyle/>
          <a:p>
            <a:pPr algn="ctr"/>
            <a:endParaRPr lang="zh-CN" altLang="en-US"/>
          </a:p>
        </p:txBody>
      </p:sp>
      <mc:AlternateContent xmlns:mc="http://schemas.openxmlformats.org/markup-compatibility/2006" xmlns:a14="http://schemas.microsoft.com/office/drawing/2010/main">
        <mc:Choice Requires="a14">
          <p:sp>
            <p:nvSpPr>
              <p:cNvPr id="127" name="文本框 126">
                <a:extLst>
                  <a:ext uri="{FF2B5EF4-FFF2-40B4-BE49-F238E27FC236}">
                    <a16:creationId xmlns:a16="http://schemas.microsoft.com/office/drawing/2014/main" id="{FBDD6A6E-B9F6-48E7-BB58-D9450C600947}"/>
                  </a:ext>
                </a:extLst>
              </p:cNvPr>
              <p:cNvSpPr txBox="1"/>
              <p:nvPr/>
            </p:nvSpPr>
            <p:spPr>
              <a:xfrm>
                <a:off x="8027843" y="1573769"/>
                <a:ext cx="2345278" cy="523220"/>
              </a:xfrm>
              <a:prstGeom prst="rect">
                <a:avLst/>
              </a:prstGeom>
              <a:noFill/>
            </p:spPr>
            <p:txBody>
              <a:bodyPr wrap="square">
                <a:spAutoFit/>
              </a:bodyPr>
              <a:lstStyle/>
              <a:p>
                <a:pPr algn="ctr"/>
                <a:r>
                  <a:rPr lang="zh-CN" altLang="en-US" sz="2800" b="1" dirty="0">
                    <a:solidFill>
                      <a:schemeClr val="bg1"/>
                    </a:solidFill>
                    <a:latin typeface="+mn-ea"/>
                  </a:rPr>
                  <a:t>随机数 </a:t>
                </a:r>
                <a14:m>
                  <m:oMath xmlns:m="http://schemas.openxmlformats.org/officeDocument/2006/math">
                    <m:r>
                      <a:rPr lang="en-US" altLang="zh-CN" sz="2800" b="1" i="1" dirty="0" smtClean="0">
                        <a:solidFill>
                          <a:schemeClr val="bg1"/>
                        </a:solidFill>
                        <a:latin typeface="Cambria Math" panose="02040503050406030204" pitchFamily="18" charset="0"/>
                      </a:rPr>
                      <m:t>𝒓</m:t>
                    </m:r>
                  </m:oMath>
                </a14:m>
                <a:endParaRPr lang="zh-CN" altLang="en-US" sz="2800" b="1" dirty="0">
                  <a:solidFill>
                    <a:schemeClr val="bg1"/>
                  </a:solidFill>
                  <a:latin typeface="Arial Black" panose="020B0A04020102020204" pitchFamily="34" charset="0"/>
                </a:endParaRPr>
              </a:p>
            </p:txBody>
          </p:sp>
        </mc:Choice>
        <mc:Fallback xmlns="">
          <p:sp>
            <p:nvSpPr>
              <p:cNvPr id="127" name="文本框 126">
                <a:extLst>
                  <a:ext uri="{FF2B5EF4-FFF2-40B4-BE49-F238E27FC236}">
                    <a16:creationId xmlns:a16="http://schemas.microsoft.com/office/drawing/2014/main" id="{FBDD6A6E-B9F6-48E7-BB58-D9450C600947}"/>
                  </a:ext>
                </a:extLst>
              </p:cNvPr>
              <p:cNvSpPr txBox="1">
                <a:spLocks noRot="1" noChangeAspect="1" noMove="1" noResize="1" noEditPoints="1" noAdjustHandles="1" noChangeArrowheads="1" noChangeShapeType="1" noTextEdit="1"/>
              </p:cNvSpPr>
              <p:nvPr/>
            </p:nvSpPr>
            <p:spPr>
              <a:xfrm>
                <a:off x="8027843" y="1573769"/>
                <a:ext cx="2345278" cy="523220"/>
              </a:xfrm>
              <a:prstGeom prst="rect">
                <a:avLst/>
              </a:prstGeom>
              <a:blipFill>
                <a:blip r:embed="rId3"/>
                <a:stretch>
                  <a:fillRect t="-12791" b="-30233"/>
                </a:stretch>
              </a:blipFill>
            </p:spPr>
            <p:txBody>
              <a:bodyPr/>
              <a:lstStyle/>
              <a:p>
                <a:r>
                  <a:rPr lang="zh-CN" altLang="en-US">
                    <a:noFill/>
                  </a:rPr>
                  <a:t> </a:t>
                </a:r>
              </a:p>
            </p:txBody>
          </p:sp>
        </mc:Fallback>
      </mc:AlternateContent>
      <mc:AlternateContent xmlns:mc="http://schemas.openxmlformats.org/markup-compatibility/2006" xmlns:a14="http://schemas.microsoft.com/office/drawing/2010/main">
        <mc:Choice Requires="a14">
          <p:sp>
            <p:nvSpPr>
              <p:cNvPr id="5" name="矩形 4">
                <a:extLst>
                  <a:ext uri="{FF2B5EF4-FFF2-40B4-BE49-F238E27FC236}">
                    <a16:creationId xmlns:a16="http://schemas.microsoft.com/office/drawing/2014/main" id="{F795DEE1-2394-4669-A362-4FE9D668AD33}"/>
                  </a:ext>
                </a:extLst>
              </p:cNvPr>
              <p:cNvSpPr/>
              <p:nvPr/>
            </p:nvSpPr>
            <p:spPr>
              <a:xfrm>
                <a:off x="3161208" y="2064099"/>
                <a:ext cx="2236130" cy="1154744"/>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zh-CN" altLang="en-US" sz="2800" b="1" dirty="0">
                    <a:solidFill>
                      <a:schemeClr val="tx1"/>
                    </a:solidFill>
                  </a:rPr>
                  <a:t>争用期</a:t>
                </a:r>
                <a14:m>
                  <m:oMath xmlns:m="http://schemas.openxmlformats.org/officeDocument/2006/math">
                    <m:r>
                      <a:rPr lang="en-US" altLang="zh-CN" sz="2800" b="1" i="1" dirty="0" smtClean="0">
                        <a:solidFill>
                          <a:schemeClr val="tx1"/>
                        </a:solidFill>
                        <a:latin typeface="Cambria Math" panose="02040503050406030204" pitchFamily="18" charset="0"/>
                      </a:rPr>
                      <m:t>𝟐</m:t>
                    </m:r>
                    <m:r>
                      <a:rPr lang="el-GR" altLang="zh-CN" sz="2800" b="1" i="1" dirty="0" smtClean="0">
                        <a:solidFill>
                          <a:schemeClr val="tx1"/>
                        </a:solidFill>
                        <a:latin typeface="Cambria Math" panose="02040503050406030204" pitchFamily="18" charset="0"/>
                      </a:rPr>
                      <m:t>𝝉</m:t>
                    </m:r>
                  </m:oMath>
                </a14:m>
                <a:endParaRPr lang="zh-CN" altLang="en-US" sz="2800" b="1" dirty="0">
                  <a:solidFill>
                    <a:schemeClr val="tx1"/>
                  </a:solidFill>
                </a:endParaRPr>
              </a:p>
            </p:txBody>
          </p:sp>
        </mc:Choice>
        <mc:Fallback xmlns="">
          <p:sp>
            <p:nvSpPr>
              <p:cNvPr id="5" name="矩形 4">
                <a:extLst>
                  <a:ext uri="{FF2B5EF4-FFF2-40B4-BE49-F238E27FC236}">
                    <a16:creationId xmlns:a16="http://schemas.microsoft.com/office/drawing/2014/main" id="{F795DEE1-2394-4669-A362-4FE9D668AD33}"/>
                  </a:ext>
                </a:extLst>
              </p:cNvPr>
              <p:cNvSpPr>
                <a:spLocks noRot="1" noChangeAspect="1" noMove="1" noResize="1" noEditPoints="1" noAdjustHandles="1" noChangeArrowheads="1" noChangeShapeType="1" noTextEdit="1"/>
              </p:cNvSpPr>
              <p:nvPr/>
            </p:nvSpPr>
            <p:spPr>
              <a:xfrm>
                <a:off x="3161208" y="2064099"/>
                <a:ext cx="2236130" cy="1154744"/>
              </a:xfrm>
              <a:prstGeom prst="rect">
                <a:avLst/>
              </a:prstGeom>
              <a:blipFill>
                <a:blip r:embed="rId4"/>
                <a:stretch>
                  <a:fillRect/>
                </a:stretch>
              </a:blipFill>
              <a:ln>
                <a:noFill/>
              </a:ln>
            </p:spPr>
            <p:txBody>
              <a:bodyPr/>
              <a:lstStyle/>
              <a:p>
                <a:r>
                  <a:rPr lang="zh-CN" altLang="en-US">
                    <a:noFill/>
                  </a:rPr>
                  <a:t> </a:t>
                </a:r>
              </a:p>
            </p:txBody>
          </p:sp>
        </mc:Fallback>
      </mc:AlternateContent>
      <mc:AlternateContent xmlns:mc="http://schemas.openxmlformats.org/markup-compatibility/2006" xmlns:a14="http://schemas.microsoft.com/office/drawing/2010/main">
        <mc:Choice Requires="a14">
          <p:sp>
            <p:nvSpPr>
              <p:cNvPr id="15" name="矩形 14">
                <a:extLst>
                  <a:ext uri="{FF2B5EF4-FFF2-40B4-BE49-F238E27FC236}">
                    <a16:creationId xmlns:a16="http://schemas.microsoft.com/office/drawing/2014/main" id="{E8B22055-8C97-4DBD-8A8D-C808DFD674A1}"/>
                  </a:ext>
                </a:extLst>
              </p:cNvPr>
              <p:cNvSpPr/>
              <p:nvPr/>
            </p:nvSpPr>
            <p:spPr>
              <a:xfrm>
                <a:off x="6738487" y="2064099"/>
                <a:ext cx="4911890" cy="1154744"/>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nSpc>
                    <a:spcPct val="150000"/>
                  </a:lnSpc>
                </a:pPr>
                <a14:m>
                  <m:oMath xmlns:m="http://schemas.openxmlformats.org/officeDocument/2006/math">
                    <m:r>
                      <a:rPr lang="en-US" altLang="zh-CN" sz="2000" b="1" i="1" smtClean="0">
                        <a:solidFill>
                          <a:schemeClr val="tx1"/>
                        </a:solidFill>
                        <a:latin typeface="Cambria Math" panose="02040503050406030204" pitchFamily="18" charset="0"/>
                      </a:rPr>
                      <m:t>𝒓</m:t>
                    </m:r>
                  </m:oMath>
                </a14:m>
                <a:r>
                  <a:rPr lang="zh-CN" altLang="en-US" sz="2000" b="1" dirty="0">
                    <a:solidFill>
                      <a:schemeClr val="tx1"/>
                    </a:solidFill>
                  </a:rPr>
                  <a:t>从离散的整数集合</a:t>
                </a:r>
                <a14:m>
                  <m:oMath xmlns:m="http://schemas.openxmlformats.org/officeDocument/2006/math">
                    <m:r>
                      <a:rPr lang="en-US" altLang="zh-CN" sz="2000" b="1" i="1" dirty="0" smtClean="0">
                        <a:solidFill>
                          <a:schemeClr val="tx1"/>
                        </a:solidFill>
                        <a:latin typeface="Cambria Math" panose="02040503050406030204" pitchFamily="18" charset="0"/>
                      </a:rPr>
                      <m:t>{</m:t>
                    </m:r>
                    <m:r>
                      <a:rPr lang="en-US" altLang="zh-CN" sz="2000" b="1" i="1" dirty="0" smtClean="0">
                        <a:solidFill>
                          <a:schemeClr val="tx1"/>
                        </a:solidFill>
                        <a:latin typeface="Cambria Math" panose="02040503050406030204" pitchFamily="18" charset="0"/>
                      </a:rPr>
                      <m:t>𝟎</m:t>
                    </m:r>
                    <m:r>
                      <a:rPr lang="en-US" altLang="zh-CN" sz="2000" b="1" i="1" dirty="0" smtClean="0">
                        <a:solidFill>
                          <a:schemeClr val="tx1"/>
                        </a:solidFill>
                        <a:latin typeface="Cambria Math" panose="02040503050406030204" pitchFamily="18" charset="0"/>
                      </a:rPr>
                      <m:t>,</m:t>
                    </m:r>
                    <m:r>
                      <a:rPr lang="en-US" altLang="zh-CN" sz="2000" b="1" i="1" dirty="0" smtClean="0">
                        <a:solidFill>
                          <a:schemeClr val="tx1"/>
                        </a:solidFill>
                        <a:latin typeface="Cambria Math" panose="02040503050406030204" pitchFamily="18" charset="0"/>
                      </a:rPr>
                      <m:t>𝟏</m:t>
                    </m:r>
                    <m:r>
                      <a:rPr lang="en-US" altLang="zh-CN" sz="2000" b="1" i="1" dirty="0" smtClean="0">
                        <a:solidFill>
                          <a:schemeClr val="tx1"/>
                        </a:solidFill>
                        <a:latin typeface="Cambria Math" panose="02040503050406030204" pitchFamily="18" charset="0"/>
                      </a:rPr>
                      <m:t>,…,(</m:t>
                    </m:r>
                    <m:sSup>
                      <m:sSupPr>
                        <m:ctrlPr>
                          <a:rPr lang="en-US" altLang="zh-CN" sz="2000" b="1" i="1" dirty="0" smtClean="0">
                            <a:solidFill>
                              <a:schemeClr val="tx1"/>
                            </a:solidFill>
                            <a:latin typeface="Cambria Math" panose="02040503050406030204" pitchFamily="18" charset="0"/>
                          </a:rPr>
                        </m:ctrlPr>
                      </m:sSupPr>
                      <m:e>
                        <m:r>
                          <a:rPr lang="en-US" altLang="zh-CN" sz="2000" b="1" i="1" dirty="0" smtClean="0">
                            <a:solidFill>
                              <a:schemeClr val="tx1"/>
                            </a:solidFill>
                            <a:latin typeface="Cambria Math" panose="02040503050406030204" pitchFamily="18" charset="0"/>
                          </a:rPr>
                          <m:t>𝟐</m:t>
                        </m:r>
                      </m:e>
                      <m:sup>
                        <m:r>
                          <a:rPr lang="en-US" altLang="zh-CN" sz="2000" b="1" i="1" dirty="0" smtClean="0">
                            <a:solidFill>
                              <a:schemeClr val="tx1"/>
                            </a:solidFill>
                            <a:latin typeface="Cambria Math" panose="02040503050406030204" pitchFamily="18" charset="0"/>
                          </a:rPr>
                          <m:t>𝒌</m:t>
                        </m:r>
                      </m:sup>
                    </m:sSup>
                    <m:r>
                      <a:rPr lang="en-US" altLang="zh-CN" sz="2000" b="1" i="1" dirty="0" smtClean="0">
                        <a:solidFill>
                          <a:schemeClr val="tx1"/>
                        </a:solidFill>
                        <a:latin typeface="Cambria Math" panose="02040503050406030204" pitchFamily="18" charset="0"/>
                      </a:rPr>
                      <m:t>−</m:t>
                    </m:r>
                    <m:r>
                      <a:rPr lang="en-US" altLang="zh-CN" sz="2000" b="1" i="1" dirty="0" smtClean="0">
                        <a:solidFill>
                          <a:schemeClr val="tx1"/>
                        </a:solidFill>
                        <a:latin typeface="Cambria Math" panose="02040503050406030204" pitchFamily="18" charset="0"/>
                      </a:rPr>
                      <m:t>𝟏</m:t>
                    </m:r>
                    <m:r>
                      <a:rPr lang="en-US" altLang="zh-CN" sz="2000" b="1" i="1" dirty="0" smtClean="0">
                        <a:solidFill>
                          <a:schemeClr val="tx1"/>
                        </a:solidFill>
                        <a:latin typeface="Cambria Math" panose="02040503050406030204" pitchFamily="18" charset="0"/>
                      </a:rPr>
                      <m:t>)}</m:t>
                    </m:r>
                  </m:oMath>
                </a14:m>
                <a:r>
                  <a:rPr lang="zh-CN" altLang="en-US" sz="2000" b="1" dirty="0">
                    <a:solidFill>
                      <a:schemeClr val="tx1"/>
                    </a:solidFill>
                  </a:rPr>
                  <a:t>中</a:t>
                </a:r>
                <a:r>
                  <a:rPr lang="zh-CN" altLang="en-US" sz="2000" b="1" dirty="0">
                    <a:solidFill>
                      <a:schemeClr val="accent3"/>
                    </a:solidFill>
                  </a:rPr>
                  <a:t>随机选出</a:t>
                </a:r>
                <a:r>
                  <a:rPr lang="zh-CN" altLang="en-US" sz="2000" b="1" dirty="0">
                    <a:solidFill>
                      <a:schemeClr val="tx1"/>
                    </a:solidFill>
                  </a:rPr>
                  <a:t>一个数，</a:t>
                </a:r>
                <a14:m>
                  <m:oMath xmlns:m="http://schemas.openxmlformats.org/officeDocument/2006/math">
                    <m:r>
                      <a:rPr lang="en-US" altLang="zh-CN" sz="2000" b="1" i="1" dirty="0" smtClean="0">
                        <a:solidFill>
                          <a:schemeClr val="tx1"/>
                        </a:solidFill>
                        <a:latin typeface="Cambria Math" panose="02040503050406030204" pitchFamily="18" charset="0"/>
                      </a:rPr>
                      <m:t>𝒌</m:t>
                    </m:r>
                    <m:r>
                      <a:rPr lang="en-US" altLang="zh-CN" sz="2000" b="1" i="1" dirty="0" smtClean="0">
                        <a:solidFill>
                          <a:schemeClr val="tx1"/>
                        </a:solidFill>
                        <a:latin typeface="Cambria Math" panose="02040503050406030204" pitchFamily="18" charset="0"/>
                      </a:rPr>
                      <m:t>=</m:t>
                    </m:r>
                    <m:r>
                      <m:rPr>
                        <m:sty m:val="p"/>
                      </m:rPr>
                      <a:rPr lang="en-US" altLang="zh-CN" sz="2000" b="1" i="1" dirty="0" smtClean="0">
                        <a:solidFill>
                          <a:schemeClr val="tx1"/>
                        </a:solidFill>
                        <a:latin typeface="Cambria Math" panose="02040503050406030204" pitchFamily="18" charset="0"/>
                      </a:rPr>
                      <m:t>min</m:t>
                    </m:r>
                    <m:r>
                      <a:rPr lang="en-US" altLang="zh-CN" sz="2000" b="1" i="1" dirty="0" smtClean="0">
                        <a:solidFill>
                          <a:schemeClr val="tx1"/>
                        </a:solidFill>
                        <a:latin typeface="Cambria Math" panose="02040503050406030204" pitchFamily="18" charset="0"/>
                      </a:rPr>
                      <m:t>⁡[</m:t>
                    </m:r>
                  </m:oMath>
                </a14:m>
                <a:r>
                  <a:rPr lang="zh-CN" altLang="en-US" sz="2000" b="1" dirty="0">
                    <a:solidFill>
                      <a:schemeClr val="tx1"/>
                    </a:solidFill>
                  </a:rPr>
                  <a:t>重传次数</a:t>
                </a:r>
                <a14:m>
                  <m:oMath xmlns:m="http://schemas.openxmlformats.org/officeDocument/2006/math">
                    <m:r>
                      <a:rPr lang="zh-CN" altLang="en-US" sz="2000" b="1" i="1" dirty="0" smtClean="0">
                        <a:solidFill>
                          <a:schemeClr val="tx1"/>
                        </a:solidFill>
                        <a:latin typeface="Cambria Math" panose="02040503050406030204" pitchFamily="18" charset="0"/>
                      </a:rPr>
                      <m:t>，</m:t>
                    </m:r>
                    <m:r>
                      <a:rPr lang="en-US" altLang="zh-CN" sz="2000" b="1" i="1" dirty="0" smtClean="0">
                        <a:solidFill>
                          <a:schemeClr val="tx1"/>
                        </a:solidFill>
                        <a:latin typeface="Cambria Math" panose="02040503050406030204" pitchFamily="18" charset="0"/>
                      </a:rPr>
                      <m:t>𝟏𝟎</m:t>
                    </m:r>
                    <m:r>
                      <a:rPr lang="en-US" altLang="zh-CN" sz="2000" b="1" i="1" dirty="0" smtClean="0">
                        <a:solidFill>
                          <a:schemeClr val="tx1"/>
                        </a:solidFill>
                        <a:latin typeface="Cambria Math" panose="02040503050406030204" pitchFamily="18" charset="0"/>
                      </a:rPr>
                      <m:t>]</m:t>
                    </m:r>
                  </m:oMath>
                </a14:m>
                <a:endParaRPr lang="zh-CN" altLang="en-US" sz="2000" b="1" dirty="0">
                  <a:solidFill>
                    <a:schemeClr val="tx1"/>
                  </a:solidFill>
                </a:endParaRPr>
              </a:p>
            </p:txBody>
          </p:sp>
        </mc:Choice>
        <mc:Fallback xmlns="">
          <p:sp>
            <p:nvSpPr>
              <p:cNvPr id="15" name="矩形 14">
                <a:extLst>
                  <a:ext uri="{FF2B5EF4-FFF2-40B4-BE49-F238E27FC236}">
                    <a16:creationId xmlns:a16="http://schemas.microsoft.com/office/drawing/2014/main" id="{E8B22055-8C97-4DBD-8A8D-C808DFD674A1}"/>
                  </a:ext>
                </a:extLst>
              </p:cNvPr>
              <p:cNvSpPr>
                <a:spLocks noRot="1" noChangeAspect="1" noMove="1" noResize="1" noEditPoints="1" noAdjustHandles="1" noChangeArrowheads="1" noChangeShapeType="1" noTextEdit="1"/>
              </p:cNvSpPr>
              <p:nvPr/>
            </p:nvSpPr>
            <p:spPr>
              <a:xfrm>
                <a:off x="6738487" y="2064099"/>
                <a:ext cx="4911890" cy="1154744"/>
              </a:xfrm>
              <a:prstGeom prst="rect">
                <a:avLst/>
              </a:prstGeom>
              <a:blipFill>
                <a:blip r:embed="rId5"/>
                <a:stretch>
                  <a:fillRect l="-1241" b="-1587"/>
                </a:stretch>
              </a:blipFill>
              <a:ln>
                <a:noFill/>
              </a:ln>
            </p:spPr>
            <p:txBody>
              <a:bodyPr/>
              <a:lstStyle/>
              <a:p>
                <a:r>
                  <a:rPr lang="zh-CN" altLang="en-US">
                    <a:noFill/>
                  </a:rPr>
                  <a:t> </a:t>
                </a:r>
              </a:p>
            </p:txBody>
          </p:sp>
        </mc:Fallback>
      </mc:AlternateContent>
      <p:sp>
        <p:nvSpPr>
          <p:cNvPr id="9" name="对话气泡: 圆角矩形 8">
            <a:extLst>
              <a:ext uri="{FF2B5EF4-FFF2-40B4-BE49-F238E27FC236}">
                <a16:creationId xmlns:a16="http://schemas.microsoft.com/office/drawing/2014/main" id="{D1C780A9-CD29-4F31-94BF-B2618DABE570}"/>
              </a:ext>
            </a:extLst>
          </p:cNvPr>
          <p:cNvSpPr/>
          <p:nvPr/>
        </p:nvSpPr>
        <p:spPr>
          <a:xfrm>
            <a:off x="7776821" y="3840272"/>
            <a:ext cx="4024859" cy="1118331"/>
          </a:xfrm>
          <a:prstGeom prst="wedgeRoundRectCallout">
            <a:avLst>
              <a:gd name="adj1" fmla="val 29018"/>
              <a:gd name="adj2" fmla="val -120441"/>
              <a:gd name="adj3" fmla="val 16667"/>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nSpc>
                <a:spcPct val="150000"/>
              </a:lnSpc>
            </a:pPr>
            <a:r>
              <a:rPr lang="zh-CN" altLang="en-US" b="1" dirty="0"/>
              <a:t>这是该算法名称中“截断二进制指数”这种称谓的由来</a:t>
            </a:r>
          </a:p>
        </p:txBody>
      </p:sp>
      <p:sp>
        <p:nvSpPr>
          <p:cNvPr id="16" name="平行四边形 15">
            <a:extLst>
              <a:ext uri="{FF2B5EF4-FFF2-40B4-BE49-F238E27FC236}">
                <a16:creationId xmlns:a16="http://schemas.microsoft.com/office/drawing/2014/main" id="{67B50DFE-B36D-4462-57BD-4B06D4C0BD6D}"/>
              </a:ext>
            </a:extLst>
          </p:cNvPr>
          <p:cNvSpPr/>
          <p:nvPr/>
        </p:nvSpPr>
        <p:spPr>
          <a:xfrm>
            <a:off x="304800" y="749300"/>
            <a:ext cx="675384" cy="387090"/>
          </a:xfrm>
          <a:prstGeom prst="parallelogram">
            <a:avLst/>
          </a:prstGeom>
          <a:solidFill>
            <a:schemeClr val="accent3">
              <a:lumMod val="75000"/>
            </a:schemeClr>
          </a:solidFill>
          <a:ln>
            <a:solidFill>
              <a:schemeClr val="accent3">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CN" sz="2200" dirty="0">
                <a:latin typeface="Impact" panose="020B0806030902050204" pitchFamily="34" charset="0"/>
              </a:rPr>
              <a:t>04</a:t>
            </a:r>
            <a:endParaRPr lang="zh-CN" altLang="en-US" sz="2200" dirty="0">
              <a:latin typeface="Impact" panose="020B0806030902050204" pitchFamily="34" charset="0"/>
            </a:endParaRPr>
          </a:p>
        </p:txBody>
      </p:sp>
    </p:spTree>
    <p:custDataLst>
      <p:tags r:id="rId1"/>
    </p:custDataLst>
    <p:extLst>
      <p:ext uri="{BB962C8B-B14F-4D97-AF65-F5344CB8AC3E}">
        <p14:creationId xmlns:p14="http://schemas.microsoft.com/office/powerpoint/2010/main" val="2621765347"/>
      </p:ext>
    </p:extLst>
  </p:cSld>
  <p:clrMapOvr>
    <a:masterClrMapping/>
  </p:clrMapOvr>
  <mc:AlternateContent xmlns:mc="http://schemas.openxmlformats.org/markup-compatibility/2006" xmlns:p159="http://schemas.microsoft.com/office/powerpoint/2015/09/main">
    <mc:Choice Requires="p159">
      <p:transition spd="slow">
        <p159:morph option="byObject"/>
      </p:transition>
    </mc:Choice>
    <mc:Fallback xmlns="">
      <p:transition spd="slow">
        <p:fade/>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53" presetClass="entr" presetSubtype="16" fill="hold" grpId="0" nodeType="withEffect">
                                  <p:stCondLst>
                                    <p:cond delay="0"/>
                                  </p:stCondLst>
                                  <p:childTnLst>
                                    <p:set>
                                      <p:cBhvr>
                                        <p:cTn id="6" dur="1" fill="hold">
                                          <p:stCondLst>
                                            <p:cond delay="0"/>
                                          </p:stCondLst>
                                        </p:cTn>
                                        <p:tgtEl>
                                          <p:spTgt spid="15"/>
                                        </p:tgtEl>
                                        <p:attrNameLst>
                                          <p:attrName>style.visibility</p:attrName>
                                        </p:attrNameLst>
                                      </p:cBhvr>
                                      <p:to>
                                        <p:strVal val="visible"/>
                                      </p:to>
                                    </p:set>
                                    <p:anim calcmode="lin" valueType="num">
                                      <p:cBhvr>
                                        <p:cTn id="7" dur="500" fill="hold"/>
                                        <p:tgtEl>
                                          <p:spTgt spid="15"/>
                                        </p:tgtEl>
                                        <p:attrNameLst>
                                          <p:attrName>ppt_w</p:attrName>
                                        </p:attrNameLst>
                                      </p:cBhvr>
                                      <p:tavLst>
                                        <p:tav tm="0">
                                          <p:val>
                                            <p:fltVal val="0"/>
                                          </p:val>
                                        </p:tav>
                                        <p:tav tm="100000">
                                          <p:val>
                                            <p:strVal val="#ppt_w"/>
                                          </p:val>
                                        </p:tav>
                                      </p:tavLst>
                                    </p:anim>
                                    <p:anim calcmode="lin" valueType="num">
                                      <p:cBhvr>
                                        <p:cTn id="8" dur="500" fill="hold"/>
                                        <p:tgtEl>
                                          <p:spTgt spid="15"/>
                                        </p:tgtEl>
                                        <p:attrNameLst>
                                          <p:attrName>ppt_h</p:attrName>
                                        </p:attrNameLst>
                                      </p:cBhvr>
                                      <p:tavLst>
                                        <p:tav tm="0">
                                          <p:val>
                                            <p:fltVal val="0"/>
                                          </p:val>
                                        </p:tav>
                                        <p:tav tm="100000">
                                          <p:val>
                                            <p:strVal val="#ppt_h"/>
                                          </p:val>
                                        </p:tav>
                                      </p:tavLst>
                                    </p:anim>
                                    <p:animEffect transition="in" filter="fade">
                                      <p:cBhvr>
                                        <p:cTn id="9" dur="500"/>
                                        <p:tgtEl>
                                          <p:spTgt spid="15"/>
                                        </p:tgtEl>
                                      </p:cBhvr>
                                    </p:animEffect>
                                  </p:childTnLst>
                                </p:cTn>
                              </p:par>
                            </p:childTnLst>
                          </p:cTn>
                        </p:par>
                      </p:childTnLst>
                    </p:cTn>
                  </p:par>
                  <p:par>
                    <p:cTn id="10" fill="hold">
                      <p:stCondLst>
                        <p:cond delay="indefinite"/>
                      </p:stCondLst>
                      <p:childTnLst>
                        <p:par>
                          <p:cTn id="11" fill="hold">
                            <p:stCondLst>
                              <p:cond delay="0"/>
                            </p:stCondLst>
                            <p:childTnLst>
                              <p:par>
                                <p:cTn id="12" presetID="42" presetClass="entr" presetSubtype="0" fill="hold" grpId="0" nodeType="clickEffect">
                                  <p:stCondLst>
                                    <p:cond delay="0"/>
                                  </p:stCondLst>
                                  <p:childTnLst>
                                    <p:set>
                                      <p:cBhvr>
                                        <p:cTn id="13" dur="1" fill="hold">
                                          <p:stCondLst>
                                            <p:cond delay="0"/>
                                          </p:stCondLst>
                                        </p:cTn>
                                        <p:tgtEl>
                                          <p:spTgt spid="9"/>
                                        </p:tgtEl>
                                        <p:attrNameLst>
                                          <p:attrName>style.visibility</p:attrName>
                                        </p:attrNameLst>
                                      </p:cBhvr>
                                      <p:to>
                                        <p:strVal val="visible"/>
                                      </p:to>
                                    </p:set>
                                    <p:animEffect transition="in" filter="fade">
                                      <p:cBhvr>
                                        <p:cTn id="14" dur="1000"/>
                                        <p:tgtEl>
                                          <p:spTgt spid="9"/>
                                        </p:tgtEl>
                                      </p:cBhvr>
                                    </p:animEffect>
                                    <p:anim calcmode="lin" valueType="num">
                                      <p:cBhvr>
                                        <p:cTn id="15" dur="1000" fill="hold"/>
                                        <p:tgtEl>
                                          <p:spTgt spid="9"/>
                                        </p:tgtEl>
                                        <p:attrNameLst>
                                          <p:attrName>ppt_x</p:attrName>
                                        </p:attrNameLst>
                                      </p:cBhvr>
                                      <p:tavLst>
                                        <p:tav tm="0">
                                          <p:val>
                                            <p:strVal val="#ppt_x"/>
                                          </p:val>
                                        </p:tav>
                                        <p:tav tm="100000">
                                          <p:val>
                                            <p:strVal val="#ppt_x"/>
                                          </p:val>
                                        </p:tav>
                                      </p:tavLst>
                                    </p:anim>
                                    <p:anim calcmode="lin" valueType="num">
                                      <p:cBhvr>
                                        <p:cTn id="16" dur="1000" fill="hold"/>
                                        <p:tgtEl>
                                          <p:spTgt spid="9"/>
                                        </p:tgtEl>
                                        <p:attrNameLst>
                                          <p:attrName>ppt_y</p:attrName>
                                        </p:attrNameLst>
                                      </p:cBhvr>
                                      <p:tavLst>
                                        <p:tav tm="0">
                                          <p:val>
                                            <p:strVal val="#ppt_y+.1"/>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5" grpId="0" animBg="1"/>
      <p:bldP spid="9" grpId="0" animBg="1"/>
    </p:bldLst>
  </p:timing>
</p:sld>
</file>

<file path=ppt/slides/slide34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4" name="组合 3">
            <a:extLst>
              <a:ext uri="{FF2B5EF4-FFF2-40B4-BE49-F238E27FC236}">
                <a16:creationId xmlns:a16="http://schemas.microsoft.com/office/drawing/2014/main" id="{9A1EA9F2-FCB6-48C3-935F-7AE7E3AD14AC}"/>
              </a:ext>
            </a:extLst>
          </p:cNvPr>
          <p:cNvGrpSpPr/>
          <p:nvPr/>
        </p:nvGrpSpPr>
        <p:grpSpPr>
          <a:xfrm>
            <a:off x="304800" y="749300"/>
            <a:ext cx="6192344" cy="400110"/>
            <a:chOff x="424117" y="898245"/>
            <a:chExt cx="6192344" cy="400110"/>
          </a:xfrm>
        </p:grpSpPr>
        <p:sp>
          <p:nvSpPr>
            <p:cNvPr id="2" name="平行四边形 1">
              <a:extLst>
                <a:ext uri="{FF2B5EF4-FFF2-40B4-BE49-F238E27FC236}">
                  <a16:creationId xmlns:a16="http://schemas.microsoft.com/office/drawing/2014/main" id="{1F5BAA3F-9845-4F89-A2DD-8222D3E4EDAC}"/>
                </a:ext>
              </a:extLst>
            </p:cNvPr>
            <p:cNvSpPr/>
            <p:nvPr/>
          </p:nvSpPr>
          <p:spPr>
            <a:xfrm>
              <a:off x="424117" y="898245"/>
              <a:ext cx="628306" cy="387090"/>
            </a:xfrm>
            <a:prstGeom prst="parallelogram">
              <a:avLst/>
            </a:prstGeom>
            <a:solidFill>
              <a:schemeClr val="accent3">
                <a:lumMod val="75000"/>
              </a:schemeClr>
            </a:solidFill>
            <a:ln>
              <a:solidFill>
                <a:schemeClr val="accent3">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CN" sz="2200" dirty="0">
                  <a:latin typeface="Impact" panose="020B0806030902050204" pitchFamily="34" charset="0"/>
                </a:rPr>
                <a:t>01</a:t>
              </a:r>
              <a:endParaRPr lang="zh-CN" altLang="en-US" sz="2200" dirty="0">
                <a:latin typeface="Impact" panose="020B0806030902050204" pitchFamily="34" charset="0"/>
              </a:endParaRPr>
            </a:p>
          </p:txBody>
        </p:sp>
        <p:sp>
          <p:nvSpPr>
            <p:cNvPr id="3" name="文本框 2">
              <a:extLst>
                <a:ext uri="{FF2B5EF4-FFF2-40B4-BE49-F238E27FC236}">
                  <a16:creationId xmlns:a16="http://schemas.microsoft.com/office/drawing/2014/main" id="{4D6BD736-A4D3-4F26-AFED-36E11F50F70B}"/>
                </a:ext>
              </a:extLst>
            </p:cNvPr>
            <p:cNvSpPr txBox="1"/>
            <p:nvPr/>
          </p:nvSpPr>
          <p:spPr>
            <a:xfrm>
              <a:off x="1052423" y="898245"/>
              <a:ext cx="5564038" cy="400110"/>
            </a:xfrm>
            <a:prstGeom prst="rect">
              <a:avLst/>
            </a:prstGeom>
            <a:noFill/>
          </p:spPr>
          <p:txBody>
            <a:bodyPr wrap="square" rtlCol="0">
              <a:spAutoFit/>
            </a:bodyPr>
            <a:lstStyle/>
            <a:p>
              <a:r>
                <a:rPr lang="zh-CN" altLang="en-US" sz="2000" b="1" dirty="0"/>
                <a:t>共享式以太网的退避算法</a:t>
              </a:r>
              <a:endParaRPr lang="en-US" altLang="zh-CN" sz="2000" b="1" dirty="0"/>
            </a:p>
          </p:txBody>
        </p:sp>
      </p:grpSp>
      <p:sp>
        <p:nvSpPr>
          <p:cNvPr id="83" name="文本框 82">
            <a:extLst>
              <a:ext uri="{FF2B5EF4-FFF2-40B4-BE49-F238E27FC236}">
                <a16:creationId xmlns:a16="http://schemas.microsoft.com/office/drawing/2014/main" id="{DE5296A6-E486-4E4E-ABE1-BE745954EB2B}"/>
              </a:ext>
            </a:extLst>
          </p:cNvPr>
          <p:cNvSpPr txBox="1"/>
          <p:nvPr/>
        </p:nvSpPr>
        <p:spPr>
          <a:xfrm>
            <a:off x="3822128" y="736280"/>
            <a:ext cx="3618061" cy="400110"/>
          </a:xfrm>
          <a:prstGeom prst="rect">
            <a:avLst/>
          </a:prstGeom>
          <a:noFill/>
        </p:spPr>
        <p:txBody>
          <a:bodyPr wrap="square" rtlCol="0">
            <a:spAutoFit/>
          </a:bodyPr>
          <a:lstStyle/>
          <a:p>
            <a:r>
              <a:rPr lang="en-US" altLang="zh-CN" sz="2000" b="1" dirty="0"/>
              <a:t>—— </a:t>
            </a:r>
            <a:r>
              <a:rPr lang="zh-CN" altLang="en-US" sz="2000" b="1" dirty="0"/>
              <a:t>截断二进制指数退避算法</a:t>
            </a:r>
            <a:endParaRPr lang="en-US" altLang="zh-CN" sz="2000" b="1" dirty="0"/>
          </a:p>
        </p:txBody>
      </p:sp>
      <p:sp>
        <p:nvSpPr>
          <p:cNvPr id="6" name="椭圆 5">
            <a:extLst>
              <a:ext uri="{FF2B5EF4-FFF2-40B4-BE49-F238E27FC236}">
                <a16:creationId xmlns:a16="http://schemas.microsoft.com/office/drawing/2014/main" id="{F3843650-A8E3-493E-B138-925C16CFE149}"/>
              </a:ext>
            </a:extLst>
          </p:cNvPr>
          <p:cNvSpPr/>
          <p:nvPr/>
        </p:nvSpPr>
        <p:spPr>
          <a:xfrm>
            <a:off x="304800" y="1545928"/>
            <a:ext cx="1776173" cy="1776173"/>
          </a:xfrm>
          <a:prstGeom prst="ellipse">
            <a:avLst/>
          </a:prstGeom>
        </p:spPr>
        <p:style>
          <a:lnRef idx="2">
            <a:schemeClr val="accent6">
              <a:shade val="50000"/>
            </a:schemeClr>
          </a:lnRef>
          <a:fillRef idx="1">
            <a:schemeClr val="accent6"/>
          </a:fillRef>
          <a:effectRef idx="0">
            <a:schemeClr val="accent6"/>
          </a:effectRef>
          <a:fontRef idx="minor">
            <a:schemeClr val="lt1"/>
          </a:fontRef>
        </p:style>
        <p:txBody>
          <a:bodyPr rtlCol="0" anchor="ctr"/>
          <a:lstStyle/>
          <a:p>
            <a:pPr algn="ctr"/>
            <a:r>
              <a:rPr lang="zh-CN" altLang="en-US" sz="2800" b="1" dirty="0">
                <a:solidFill>
                  <a:schemeClr val="tx1"/>
                </a:solidFill>
                <a:latin typeface="+mn-ea"/>
              </a:rPr>
              <a:t>退避</a:t>
            </a:r>
            <a:endParaRPr lang="en-US" altLang="zh-CN" sz="2800" b="1" dirty="0">
              <a:solidFill>
                <a:schemeClr val="tx1"/>
              </a:solidFill>
              <a:latin typeface="+mn-ea"/>
            </a:endParaRPr>
          </a:p>
          <a:p>
            <a:pPr algn="ctr"/>
            <a:r>
              <a:rPr lang="zh-CN" altLang="en-US" sz="2800" b="1" dirty="0">
                <a:solidFill>
                  <a:schemeClr val="tx1"/>
                </a:solidFill>
                <a:latin typeface="+mn-ea"/>
              </a:rPr>
              <a:t>时间</a:t>
            </a:r>
          </a:p>
        </p:txBody>
      </p:sp>
      <p:sp>
        <p:nvSpPr>
          <p:cNvPr id="7" name="文本框 6">
            <a:extLst>
              <a:ext uri="{FF2B5EF4-FFF2-40B4-BE49-F238E27FC236}">
                <a16:creationId xmlns:a16="http://schemas.microsoft.com/office/drawing/2014/main" id="{19291637-8849-45E4-9695-436984B69211}"/>
              </a:ext>
            </a:extLst>
          </p:cNvPr>
          <p:cNvSpPr txBox="1"/>
          <p:nvPr/>
        </p:nvSpPr>
        <p:spPr>
          <a:xfrm>
            <a:off x="2130593" y="1649183"/>
            <a:ext cx="855194" cy="1569660"/>
          </a:xfrm>
          <a:prstGeom prst="rect">
            <a:avLst/>
          </a:prstGeom>
          <a:noFill/>
        </p:spPr>
        <p:txBody>
          <a:bodyPr wrap="square" rtlCol="0">
            <a:spAutoFit/>
          </a:bodyPr>
          <a:lstStyle/>
          <a:p>
            <a:pPr algn="ctr"/>
            <a:r>
              <a:rPr lang="en-US" altLang="zh-CN" sz="9600" b="1" dirty="0">
                <a:latin typeface="+mn-ea"/>
              </a:rPr>
              <a:t>=</a:t>
            </a:r>
            <a:endParaRPr lang="zh-CN" altLang="en-US" sz="9600" b="1" dirty="0">
              <a:latin typeface="+mn-ea"/>
            </a:endParaRPr>
          </a:p>
        </p:txBody>
      </p:sp>
      <p:sp>
        <p:nvSpPr>
          <p:cNvPr id="8" name="矩形 7">
            <a:extLst>
              <a:ext uri="{FF2B5EF4-FFF2-40B4-BE49-F238E27FC236}">
                <a16:creationId xmlns:a16="http://schemas.microsoft.com/office/drawing/2014/main" id="{A79B6699-8AC7-47EE-87DF-D67F3FBC7E12}"/>
              </a:ext>
            </a:extLst>
          </p:cNvPr>
          <p:cNvSpPr/>
          <p:nvPr/>
        </p:nvSpPr>
        <p:spPr>
          <a:xfrm>
            <a:off x="3072158" y="1545927"/>
            <a:ext cx="2420824" cy="1776173"/>
          </a:xfrm>
          <a:prstGeom prst="rect">
            <a:avLst/>
          </a:prstGeom>
        </p:spPr>
        <p:style>
          <a:lnRef idx="2">
            <a:schemeClr val="accent4">
              <a:shade val="50000"/>
            </a:schemeClr>
          </a:lnRef>
          <a:fillRef idx="1">
            <a:schemeClr val="accent4"/>
          </a:fillRef>
          <a:effectRef idx="0">
            <a:schemeClr val="accent4"/>
          </a:effectRef>
          <a:fontRef idx="minor">
            <a:schemeClr val="lt1"/>
          </a:fontRef>
        </p:style>
        <p:txBody>
          <a:bodyPr rtlCol="0" anchor="ctr"/>
          <a:lstStyle/>
          <a:p>
            <a:pPr algn="ctr"/>
            <a:endParaRPr lang="zh-CN" altLang="en-US"/>
          </a:p>
        </p:txBody>
      </p:sp>
      <p:sp>
        <p:nvSpPr>
          <p:cNvPr id="84" name="文本框 83">
            <a:extLst>
              <a:ext uri="{FF2B5EF4-FFF2-40B4-BE49-F238E27FC236}">
                <a16:creationId xmlns:a16="http://schemas.microsoft.com/office/drawing/2014/main" id="{AB7E5187-B0CA-4CCE-8F0F-34E0EE0729BC}"/>
              </a:ext>
            </a:extLst>
          </p:cNvPr>
          <p:cNvSpPr txBox="1"/>
          <p:nvPr/>
        </p:nvSpPr>
        <p:spPr>
          <a:xfrm>
            <a:off x="3109931" y="1573769"/>
            <a:ext cx="2345278" cy="523220"/>
          </a:xfrm>
          <a:prstGeom prst="rect">
            <a:avLst/>
          </a:prstGeom>
          <a:noFill/>
        </p:spPr>
        <p:txBody>
          <a:bodyPr wrap="square">
            <a:spAutoFit/>
          </a:bodyPr>
          <a:lstStyle/>
          <a:p>
            <a:pPr algn="ctr"/>
            <a:r>
              <a:rPr lang="zh-CN" altLang="en-US" sz="2800" b="1" dirty="0">
                <a:solidFill>
                  <a:schemeClr val="bg1"/>
                </a:solidFill>
                <a:latin typeface="+mn-ea"/>
              </a:rPr>
              <a:t>基本退避时间</a:t>
            </a:r>
          </a:p>
        </p:txBody>
      </p:sp>
      <p:sp>
        <p:nvSpPr>
          <p:cNvPr id="125" name="文本框 124">
            <a:extLst>
              <a:ext uri="{FF2B5EF4-FFF2-40B4-BE49-F238E27FC236}">
                <a16:creationId xmlns:a16="http://schemas.microsoft.com/office/drawing/2014/main" id="{4A443A8B-5954-4807-87B4-789E78554A85}"/>
              </a:ext>
            </a:extLst>
          </p:cNvPr>
          <p:cNvSpPr txBox="1"/>
          <p:nvPr/>
        </p:nvSpPr>
        <p:spPr>
          <a:xfrm>
            <a:off x="5668403" y="1649183"/>
            <a:ext cx="855194" cy="1569660"/>
          </a:xfrm>
          <a:prstGeom prst="rect">
            <a:avLst/>
          </a:prstGeom>
          <a:noFill/>
        </p:spPr>
        <p:txBody>
          <a:bodyPr wrap="square" rtlCol="0">
            <a:spAutoFit/>
          </a:bodyPr>
          <a:lstStyle/>
          <a:p>
            <a:pPr algn="ctr"/>
            <a:r>
              <a:rPr lang="en-US" altLang="zh-CN" sz="9600" b="1" dirty="0">
                <a:latin typeface="+mn-ea"/>
              </a:rPr>
              <a:t>×</a:t>
            </a:r>
            <a:endParaRPr lang="zh-CN" altLang="en-US" sz="9600" b="1" dirty="0">
              <a:latin typeface="+mn-ea"/>
            </a:endParaRPr>
          </a:p>
        </p:txBody>
      </p:sp>
      <p:sp>
        <p:nvSpPr>
          <p:cNvPr id="126" name="矩形 125">
            <a:extLst>
              <a:ext uri="{FF2B5EF4-FFF2-40B4-BE49-F238E27FC236}">
                <a16:creationId xmlns:a16="http://schemas.microsoft.com/office/drawing/2014/main" id="{031178AC-54B1-4992-868A-BBE15CC3C149}"/>
              </a:ext>
            </a:extLst>
          </p:cNvPr>
          <p:cNvSpPr/>
          <p:nvPr/>
        </p:nvSpPr>
        <p:spPr>
          <a:xfrm>
            <a:off x="6645334" y="1545926"/>
            <a:ext cx="5110297" cy="1776173"/>
          </a:xfrm>
          <a:prstGeom prst="rect">
            <a:avLst/>
          </a:prstGeom>
        </p:spPr>
        <p:style>
          <a:lnRef idx="2">
            <a:schemeClr val="accent3">
              <a:shade val="50000"/>
            </a:schemeClr>
          </a:lnRef>
          <a:fillRef idx="1">
            <a:schemeClr val="accent3"/>
          </a:fillRef>
          <a:effectRef idx="0">
            <a:schemeClr val="accent3"/>
          </a:effectRef>
          <a:fontRef idx="minor">
            <a:schemeClr val="lt1"/>
          </a:fontRef>
        </p:style>
        <p:txBody>
          <a:bodyPr rtlCol="0" anchor="ctr"/>
          <a:lstStyle/>
          <a:p>
            <a:pPr algn="ctr"/>
            <a:endParaRPr lang="zh-CN" altLang="en-US"/>
          </a:p>
        </p:txBody>
      </p:sp>
      <mc:AlternateContent xmlns:mc="http://schemas.openxmlformats.org/markup-compatibility/2006" xmlns:a14="http://schemas.microsoft.com/office/drawing/2010/main">
        <mc:Choice Requires="a14">
          <p:sp>
            <p:nvSpPr>
              <p:cNvPr id="127" name="文本框 126">
                <a:extLst>
                  <a:ext uri="{FF2B5EF4-FFF2-40B4-BE49-F238E27FC236}">
                    <a16:creationId xmlns:a16="http://schemas.microsoft.com/office/drawing/2014/main" id="{FBDD6A6E-B9F6-48E7-BB58-D9450C600947}"/>
                  </a:ext>
                </a:extLst>
              </p:cNvPr>
              <p:cNvSpPr txBox="1"/>
              <p:nvPr/>
            </p:nvSpPr>
            <p:spPr>
              <a:xfrm>
                <a:off x="8027843" y="1573769"/>
                <a:ext cx="2345278" cy="523220"/>
              </a:xfrm>
              <a:prstGeom prst="rect">
                <a:avLst/>
              </a:prstGeom>
              <a:noFill/>
            </p:spPr>
            <p:txBody>
              <a:bodyPr wrap="square">
                <a:spAutoFit/>
              </a:bodyPr>
              <a:lstStyle/>
              <a:p>
                <a:pPr algn="ctr"/>
                <a:r>
                  <a:rPr lang="zh-CN" altLang="en-US" sz="2800" b="1" dirty="0">
                    <a:solidFill>
                      <a:schemeClr val="bg1"/>
                    </a:solidFill>
                    <a:latin typeface="+mn-ea"/>
                  </a:rPr>
                  <a:t>随机数 </a:t>
                </a:r>
                <a14:m>
                  <m:oMath xmlns:m="http://schemas.openxmlformats.org/officeDocument/2006/math">
                    <m:r>
                      <a:rPr lang="en-US" altLang="zh-CN" sz="2800" b="1" i="1" dirty="0" smtClean="0">
                        <a:solidFill>
                          <a:schemeClr val="bg1"/>
                        </a:solidFill>
                        <a:latin typeface="Cambria Math" panose="02040503050406030204" pitchFamily="18" charset="0"/>
                      </a:rPr>
                      <m:t>𝒓</m:t>
                    </m:r>
                  </m:oMath>
                </a14:m>
                <a:endParaRPr lang="zh-CN" altLang="en-US" sz="2800" b="1" dirty="0">
                  <a:solidFill>
                    <a:schemeClr val="bg1"/>
                  </a:solidFill>
                  <a:latin typeface="Arial Black" panose="020B0A04020102020204" pitchFamily="34" charset="0"/>
                </a:endParaRPr>
              </a:p>
            </p:txBody>
          </p:sp>
        </mc:Choice>
        <mc:Fallback xmlns="">
          <p:sp>
            <p:nvSpPr>
              <p:cNvPr id="127" name="文本框 126">
                <a:extLst>
                  <a:ext uri="{FF2B5EF4-FFF2-40B4-BE49-F238E27FC236}">
                    <a16:creationId xmlns:a16="http://schemas.microsoft.com/office/drawing/2014/main" id="{FBDD6A6E-B9F6-48E7-BB58-D9450C600947}"/>
                  </a:ext>
                </a:extLst>
              </p:cNvPr>
              <p:cNvSpPr txBox="1">
                <a:spLocks noRot="1" noChangeAspect="1" noMove="1" noResize="1" noEditPoints="1" noAdjustHandles="1" noChangeArrowheads="1" noChangeShapeType="1" noTextEdit="1"/>
              </p:cNvSpPr>
              <p:nvPr/>
            </p:nvSpPr>
            <p:spPr>
              <a:xfrm>
                <a:off x="8027843" y="1573769"/>
                <a:ext cx="2345278" cy="523220"/>
              </a:xfrm>
              <a:prstGeom prst="rect">
                <a:avLst/>
              </a:prstGeom>
              <a:blipFill>
                <a:blip r:embed="rId3"/>
                <a:stretch>
                  <a:fillRect t="-12791" b="-30233"/>
                </a:stretch>
              </a:blipFill>
            </p:spPr>
            <p:txBody>
              <a:bodyPr/>
              <a:lstStyle/>
              <a:p>
                <a:r>
                  <a:rPr lang="zh-CN" altLang="en-US">
                    <a:noFill/>
                  </a:rPr>
                  <a:t> </a:t>
                </a:r>
              </a:p>
            </p:txBody>
          </p:sp>
        </mc:Fallback>
      </mc:AlternateContent>
      <mc:AlternateContent xmlns:mc="http://schemas.openxmlformats.org/markup-compatibility/2006" xmlns:a14="http://schemas.microsoft.com/office/drawing/2010/main">
        <mc:Choice Requires="a14">
          <p:sp>
            <p:nvSpPr>
              <p:cNvPr id="5" name="矩形 4">
                <a:extLst>
                  <a:ext uri="{FF2B5EF4-FFF2-40B4-BE49-F238E27FC236}">
                    <a16:creationId xmlns:a16="http://schemas.microsoft.com/office/drawing/2014/main" id="{F795DEE1-2394-4669-A362-4FE9D668AD33}"/>
                  </a:ext>
                </a:extLst>
              </p:cNvPr>
              <p:cNvSpPr/>
              <p:nvPr/>
            </p:nvSpPr>
            <p:spPr>
              <a:xfrm>
                <a:off x="3161208" y="2064099"/>
                <a:ext cx="2236130" cy="1154744"/>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zh-CN" altLang="en-US" sz="2800" b="1" dirty="0">
                    <a:solidFill>
                      <a:schemeClr val="tx1"/>
                    </a:solidFill>
                  </a:rPr>
                  <a:t>争用期</a:t>
                </a:r>
                <a14:m>
                  <m:oMath xmlns:m="http://schemas.openxmlformats.org/officeDocument/2006/math">
                    <m:r>
                      <a:rPr lang="en-US" altLang="zh-CN" sz="2800" b="1" i="1" dirty="0" smtClean="0">
                        <a:solidFill>
                          <a:schemeClr val="tx1"/>
                        </a:solidFill>
                        <a:latin typeface="Cambria Math" panose="02040503050406030204" pitchFamily="18" charset="0"/>
                      </a:rPr>
                      <m:t>𝟐</m:t>
                    </m:r>
                    <m:r>
                      <a:rPr lang="el-GR" altLang="zh-CN" sz="2800" b="1" i="1" dirty="0" smtClean="0">
                        <a:solidFill>
                          <a:schemeClr val="tx1"/>
                        </a:solidFill>
                        <a:latin typeface="Cambria Math" panose="02040503050406030204" pitchFamily="18" charset="0"/>
                      </a:rPr>
                      <m:t>𝝉</m:t>
                    </m:r>
                  </m:oMath>
                </a14:m>
                <a:endParaRPr lang="zh-CN" altLang="en-US" sz="2800" b="1" dirty="0">
                  <a:solidFill>
                    <a:schemeClr val="tx1"/>
                  </a:solidFill>
                </a:endParaRPr>
              </a:p>
            </p:txBody>
          </p:sp>
        </mc:Choice>
        <mc:Fallback xmlns="">
          <p:sp>
            <p:nvSpPr>
              <p:cNvPr id="5" name="矩形 4">
                <a:extLst>
                  <a:ext uri="{FF2B5EF4-FFF2-40B4-BE49-F238E27FC236}">
                    <a16:creationId xmlns:a16="http://schemas.microsoft.com/office/drawing/2014/main" id="{F795DEE1-2394-4669-A362-4FE9D668AD33}"/>
                  </a:ext>
                </a:extLst>
              </p:cNvPr>
              <p:cNvSpPr>
                <a:spLocks noRot="1" noChangeAspect="1" noMove="1" noResize="1" noEditPoints="1" noAdjustHandles="1" noChangeArrowheads="1" noChangeShapeType="1" noTextEdit="1"/>
              </p:cNvSpPr>
              <p:nvPr/>
            </p:nvSpPr>
            <p:spPr>
              <a:xfrm>
                <a:off x="3161208" y="2064099"/>
                <a:ext cx="2236130" cy="1154744"/>
              </a:xfrm>
              <a:prstGeom prst="rect">
                <a:avLst/>
              </a:prstGeom>
              <a:blipFill>
                <a:blip r:embed="rId4"/>
                <a:stretch>
                  <a:fillRect/>
                </a:stretch>
              </a:blipFill>
              <a:ln>
                <a:noFill/>
              </a:ln>
            </p:spPr>
            <p:txBody>
              <a:bodyPr/>
              <a:lstStyle/>
              <a:p>
                <a:r>
                  <a:rPr lang="zh-CN" altLang="en-US">
                    <a:noFill/>
                  </a:rPr>
                  <a:t> </a:t>
                </a:r>
              </a:p>
            </p:txBody>
          </p:sp>
        </mc:Fallback>
      </mc:AlternateContent>
      <mc:AlternateContent xmlns:mc="http://schemas.openxmlformats.org/markup-compatibility/2006" xmlns:a14="http://schemas.microsoft.com/office/drawing/2010/main">
        <mc:Choice Requires="a14">
          <p:sp>
            <p:nvSpPr>
              <p:cNvPr id="15" name="矩形 14">
                <a:extLst>
                  <a:ext uri="{FF2B5EF4-FFF2-40B4-BE49-F238E27FC236}">
                    <a16:creationId xmlns:a16="http://schemas.microsoft.com/office/drawing/2014/main" id="{E8B22055-8C97-4DBD-8A8D-C808DFD674A1}"/>
                  </a:ext>
                </a:extLst>
              </p:cNvPr>
              <p:cNvSpPr/>
              <p:nvPr/>
            </p:nvSpPr>
            <p:spPr>
              <a:xfrm>
                <a:off x="6738487" y="2064099"/>
                <a:ext cx="4911890" cy="1154744"/>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nSpc>
                    <a:spcPct val="150000"/>
                  </a:lnSpc>
                </a:pPr>
                <a14:m>
                  <m:oMath xmlns:m="http://schemas.openxmlformats.org/officeDocument/2006/math">
                    <m:r>
                      <a:rPr lang="en-US" altLang="zh-CN" sz="2000" b="1" i="1" smtClean="0">
                        <a:solidFill>
                          <a:schemeClr val="tx1"/>
                        </a:solidFill>
                        <a:latin typeface="Cambria Math" panose="02040503050406030204" pitchFamily="18" charset="0"/>
                      </a:rPr>
                      <m:t>𝒓</m:t>
                    </m:r>
                  </m:oMath>
                </a14:m>
                <a:r>
                  <a:rPr lang="zh-CN" altLang="en-US" sz="2000" b="1" dirty="0">
                    <a:solidFill>
                      <a:schemeClr val="tx1"/>
                    </a:solidFill>
                  </a:rPr>
                  <a:t>从离散的整数集合</a:t>
                </a:r>
                <a14:m>
                  <m:oMath xmlns:m="http://schemas.openxmlformats.org/officeDocument/2006/math">
                    <m:r>
                      <a:rPr lang="en-US" altLang="zh-CN" sz="2000" b="1" i="1" dirty="0" smtClean="0">
                        <a:solidFill>
                          <a:schemeClr val="tx1"/>
                        </a:solidFill>
                        <a:latin typeface="Cambria Math" panose="02040503050406030204" pitchFamily="18" charset="0"/>
                      </a:rPr>
                      <m:t>{</m:t>
                    </m:r>
                    <m:r>
                      <a:rPr lang="en-US" altLang="zh-CN" sz="2000" b="1" i="1" dirty="0" smtClean="0">
                        <a:solidFill>
                          <a:schemeClr val="tx1"/>
                        </a:solidFill>
                        <a:latin typeface="Cambria Math" panose="02040503050406030204" pitchFamily="18" charset="0"/>
                      </a:rPr>
                      <m:t>𝟎</m:t>
                    </m:r>
                    <m:r>
                      <a:rPr lang="en-US" altLang="zh-CN" sz="2000" b="1" i="1" dirty="0" smtClean="0">
                        <a:solidFill>
                          <a:schemeClr val="tx1"/>
                        </a:solidFill>
                        <a:latin typeface="Cambria Math" panose="02040503050406030204" pitchFamily="18" charset="0"/>
                      </a:rPr>
                      <m:t>,</m:t>
                    </m:r>
                    <m:r>
                      <a:rPr lang="en-US" altLang="zh-CN" sz="2000" b="1" i="1" dirty="0" smtClean="0">
                        <a:solidFill>
                          <a:schemeClr val="tx1"/>
                        </a:solidFill>
                        <a:latin typeface="Cambria Math" panose="02040503050406030204" pitchFamily="18" charset="0"/>
                      </a:rPr>
                      <m:t>𝟏</m:t>
                    </m:r>
                    <m:r>
                      <a:rPr lang="en-US" altLang="zh-CN" sz="2000" b="1" i="1" dirty="0" smtClean="0">
                        <a:solidFill>
                          <a:schemeClr val="tx1"/>
                        </a:solidFill>
                        <a:latin typeface="Cambria Math" panose="02040503050406030204" pitchFamily="18" charset="0"/>
                      </a:rPr>
                      <m:t>,…,(</m:t>
                    </m:r>
                    <m:sSup>
                      <m:sSupPr>
                        <m:ctrlPr>
                          <a:rPr lang="en-US" altLang="zh-CN" sz="2000" b="1" i="1" dirty="0" smtClean="0">
                            <a:solidFill>
                              <a:schemeClr val="tx1"/>
                            </a:solidFill>
                            <a:latin typeface="Cambria Math" panose="02040503050406030204" pitchFamily="18" charset="0"/>
                          </a:rPr>
                        </m:ctrlPr>
                      </m:sSupPr>
                      <m:e>
                        <m:r>
                          <a:rPr lang="en-US" altLang="zh-CN" sz="2000" b="1" i="1" dirty="0" smtClean="0">
                            <a:solidFill>
                              <a:schemeClr val="tx1"/>
                            </a:solidFill>
                            <a:latin typeface="Cambria Math" panose="02040503050406030204" pitchFamily="18" charset="0"/>
                          </a:rPr>
                          <m:t>𝟐</m:t>
                        </m:r>
                      </m:e>
                      <m:sup>
                        <m:r>
                          <a:rPr lang="en-US" altLang="zh-CN" sz="2000" b="1" i="1" dirty="0" smtClean="0">
                            <a:solidFill>
                              <a:schemeClr val="tx1"/>
                            </a:solidFill>
                            <a:latin typeface="Cambria Math" panose="02040503050406030204" pitchFamily="18" charset="0"/>
                          </a:rPr>
                          <m:t>𝒌</m:t>
                        </m:r>
                      </m:sup>
                    </m:sSup>
                    <m:r>
                      <a:rPr lang="en-US" altLang="zh-CN" sz="2000" b="1" i="1" dirty="0" smtClean="0">
                        <a:solidFill>
                          <a:schemeClr val="tx1"/>
                        </a:solidFill>
                        <a:latin typeface="Cambria Math" panose="02040503050406030204" pitchFamily="18" charset="0"/>
                      </a:rPr>
                      <m:t>−</m:t>
                    </m:r>
                    <m:r>
                      <a:rPr lang="en-US" altLang="zh-CN" sz="2000" b="1" i="1" dirty="0" smtClean="0">
                        <a:solidFill>
                          <a:schemeClr val="tx1"/>
                        </a:solidFill>
                        <a:latin typeface="Cambria Math" panose="02040503050406030204" pitchFamily="18" charset="0"/>
                      </a:rPr>
                      <m:t>𝟏</m:t>
                    </m:r>
                    <m:r>
                      <a:rPr lang="en-US" altLang="zh-CN" sz="2000" b="1" i="1" dirty="0" smtClean="0">
                        <a:solidFill>
                          <a:schemeClr val="tx1"/>
                        </a:solidFill>
                        <a:latin typeface="Cambria Math" panose="02040503050406030204" pitchFamily="18" charset="0"/>
                      </a:rPr>
                      <m:t>)}</m:t>
                    </m:r>
                  </m:oMath>
                </a14:m>
                <a:r>
                  <a:rPr lang="zh-CN" altLang="en-US" sz="2000" b="1" dirty="0">
                    <a:solidFill>
                      <a:schemeClr val="tx1"/>
                    </a:solidFill>
                  </a:rPr>
                  <a:t>中</a:t>
                </a:r>
                <a:r>
                  <a:rPr lang="zh-CN" altLang="en-US" sz="2000" b="1" dirty="0">
                    <a:solidFill>
                      <a:schemeClr val="accent3"/>
                    </a:solidFill>
                  </a:rPr>
                  <a:t>随机选出</a:t>
                </a:r>
                <a:r>
                  <a:rPr lang="zh-CN" altLang="en-US" sz="2000" b="1" dirty="0">
                    <a:solidFill>
                      <a:schemeClr val="tx1"/>
                    </a:solidFill>
                  </a:rPr>
                  <a:t>一个数，</a:t>
                </a:r>
                <a14:m>
                  <m:oMath xmlns:m="http://schemas.openxmlformats.org/officeDocument/2006/math">
                    <m:r>
                      <a:rPr lang="en-US" altLang="zh-CN" sz="2000" b="1" i="1" dirty="0" smtClean="0">
                        <a:solidFill>
                          <a:schemeClr val="tx1"/>
                        </a:solidFill>
                        <a:latin typeface="Cambria Math" panose="02040503050406030204" pitchFamily="18" charset="0"/>
                      </a:rPr>
                      <m:t>𝒌</m:t>
                    </m:r>
                    <m:r>
                      <a:rPr lang="en-US" altLang="zh-CN" sz="2000" b="1" i="1" dirty="0" smtClean="0">
                        <a:solidFill>
                          <a:schemeClr val="tx1"/>
                        </a:solidFill>
                        <a:latin typeface="Cambria Math" panose="02040503050406030204" pitchFamily="18" charset="0"/>
                      </a:rPr>
                      <m:t>=</m:t>
                    </m:r>
                    <m:r>
                      <m:rPr>
                        <m:sty m:val="p"/>
                      </m:rPr>
                      <a:rPr lang="en-US" altLang="zh-CN" sz="2000" b="1" i="1" dirty="0" smtClean="0">
                        <a:solidFill>
                          <a:schemeClr val="tx1"/>
                        </a:solidFill>
                        <a:latin typeface="Cambria Math" panose="02040503050406030204" pitchFamily="18" charset="0"/>
                      </a:rPr>
                      <m:t>min</m:t>
                    </m:r>
                    <m:r>
                      <a:rPr lang="en-US" altLang="zh-CN" sz="2000" b="1" i="1" dirty="0" smtClean="0">
                        <a:solidFill>
                          <a:schemeClr val="tx1"/>
                        </a:solidFill>
                        <a:latin typeface="Cambria Math" panose="02040503050406030204" pitchFamily="18" charset="0"/>
                      </a:rPr>
                      <m:t>⁡[</m:t>
                    </m:r>
                  </m:oMath>
                </a14:m>
                <a:r>
                  <a:rPr lang="zh-CN" altLang="en-US" sz="2000" b="1" dirty="0">
                    <a:solidFill>
                      <a:schemeClr val="tx1"/>
                    </a:solidFill>
                  </a:rPr>
                  <a:t>重传次数</a:t>
                </a:r>
                <a14:m>
                  <m:oMath xmlns:m="http://schemas.openxmlformats.org/officeDocument/2006/math">
                    <m:r>
                      <a:rPr lang="zh-CN" altLang="en-US" sz="2000" b="1" i="1" dirty="0" smtClean="0">
                        <a:solidFill>
                          <a:schemeClr val="tx1"/>
                        </a:solidFill>
                        <a:latin typeface="Cambria Math" panose="02040503050406030204" pitchFamily="18" charset="0"/>
                      </a:rPr>
                      <m:t>，</m:t>
                    </m:r>
                    <m:r>
                      <a:rPr lang="en-US" altLang="zh-CN" sz="2000" b="1" i="1" dirty="0" smtClean="0">
                        <a:solidFill>
                          <a:schemeClr val="tx1"/>
                        </a:solidFill>
                        <a:latin typeface="Cambria Math" panose="02040503050406030204" pitchFamily="18" charset="0"/>
                      </a:rPr>
                      <m:t>𝟏𝟎</m:t>
                    </m:r>
                    <m:r>
                      <a:rPr lang="en-US" altLang="zh-CN" sz="2000" b="1" i="1" dirty="0" smtClean="0">
                        <a:solidFill>
                          <a:schemeClr val="tx1"/>
                        </a:solidFill>
                        <a:latin typeface="Cambria Math" panose="02040503050406030204" pitchFamily="18" charset="0"/>
                      </a:rPr>
                      <m:t>]</m:t>
                    </m:r>
                  </m:oMath>
                </a14:m>
                <a:endParaRPr lang="zh-CN" altLang="en-US" sz="2000" b="1" dirty="0">
                  <a:solidFill>
                    <a:schemeClr val="tx1"/>
                  </a:solidFill>
                </a:endParaRPr>
              </a:p>
            </p:txBody>
          </p:sp>
        </mc:Choice>
        <mc:Fallback xmlns="">
          <p:sp>
            <p:nvSpPr>
              <p:cNvPr id="15" name="矩形 14">
                <a:extLst>
                  <a:ext uri="{FF2B5EF4-FFF2-40B4-BE49-F238E27FC236}">
                    <a16:creationId xmlns:a16="http://schemas.microsoft.com/office/drawing/2014/main" id="{E8B22055-8C97-4DBD-8A8D-C808DFD674A1}"/>
                  </a:ext>
                </a:extLst>
              </p:cNvPr>
              <p:cNvSpPr>
                <a:spLocks noRot="1" noChangeAspect="1" noMove="1" noResize="1" noEditPoints="1" noAdjustHandles="1" noChangeArrowheads="1" noChangeShapeType="1" noTextEdit="1"/>
              </p:cNvSpPr>
              <p:nvPr/>
            </p:nvSpPr>
            <p:spPr>
              <a:xfrm>
                <a:off x="6738487" y="2064099"/>
                <a:ext cx="4911890" cy="1154744"/>
              </a:xfrm>
              <a:prstGeom prst="rect">
                <a:avLst/>
              </a:prstGeom>
              <a:blipFill>
                <a:blip r:embed="rId5"/>
                <a:stretch>
                  <a:fillRect l="-1241" b="-1587"/>
                </a:stretch>
              </a:blipFill>
              <a:ln>
                <a:noFill/>
              </a:ln>
            </p:spPr>
            <p:txBody>
              <a:bodyPr/>
              <a:lstStyle/>
              <a:p>
                <a:r>
                  <a:rPr lang="zh-CN" altLang="en-US">
                    <a:noFill/>
                  </a:rPr>
                  <a:t> </a:t>
                </a:r>
              </a:p>
            </p:txBody>
          </p:sp>
        </mc:Fallback>
      </mc:AlternateContent>
      <p:grpSp>
        <p:nvGrpSpPr>
          <p:cNvPr id="9" name="组合 8">
            <a:extLst>
              <a:ext uri="{FF2B5EF4-FFF2-40B4-BE49-F238E27FC236}">
                <a16:creationId xmlns:a16="http://schemas.microsoft.com/office/drawing/2014/main" id="{758D72E5-A99B-4090-B371-FE9B29C8D6CE}"/>
              </a:ext>
            </a:extLst>
          </p:cNvPr>
          <p:cNvGrpSpPr/>
          <p:nvPr/>
        </p:nvGrpSpPr>
        <p:grpSpPr>
          <a:xfrm>
            <a:off x="328087" y="3925117"/>
            <a:ext cx="11535825" cy="2076600"/>
            <a:chOff x="328087" y="3925117"/>
            <a:chExt cx="11535825" cy="2076600"/>
          </a:xfrm>
        </p:grpSpPr>
        <p:sp>
          <p:nvSpPr>
            <p:cNvPr id="10" name="矩形 9">
              <a:extLst>
                <a:ext uri="{FF2B5EF4-FFF2-40B4-BE49-F238E27FC236}">
                  <a16:creationId xmlns:a16="http://schemas.microsoft.com/office/drawing/2014/main" id="{F27C352E-A0FF-4DFE-8735-8D7E2B81F084}"/>
                </a:ext>
              </a:extLst>
            </p:cNvPr>
            <p:cNvSpPr/>
            <p:nvPr/>
          </p:nvSpPr>
          <p:spPr>
            <a:xfrm>
              <a:off x="328087" y="3925117"/>
              <a:ext cx="723044" cy="697312"/>
            </a:xfrm>
            <a:prstGeom prst="rect">
              <a:avLst/>
            </a:prstGeom>
            <a:solidFill>
              <a:schemeClr val="bg2">
                <a:lumMod val="90000"/>
              </a:schemeClr>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zh-CN" altLang="en-US" sz="2000" b="1" dirty="0">
                  <a:solidFill>
                    <a:schemeClr val="tx1"/>
                  </a:solidFill>
                </a:rPr>
                <a:t>重传</a:t>
              </a:r>
              <a:endParaRPr lang="en-US" altLang="zh-CN" sz="2000" b="1" dirty="0">
                <a:solidFill>
                  <a:schemeClr val="tx1"/>
                </a:solidFill>
              </a:endParaRPr>
            </a:p>
            <a:p>
              <a:pPr algn="ctr"/>
              <a:r>
                <a:rPr lang="zh-CN" altLang="en-US" sz="2000" b="1" dirty="0">
                  <a:solidFill>
                    <a:schemeClr val="tx1"/>
                  </a:solidFill>
                </a:rPr>
                <a:t>次数</a:t>
              </a:r>
            </a:p>
          </p:txBody>
        </p:sp>
        <mc:AlternateContent xmlns:mc="http://schemas.openxmlformats.org/markup-compatibility/2006" xmlns:a14="http://schemas.microsoft.com/office/drawing/2010/main">
          <mc:Choice Requires="a14">
            <p:sp>
              <p:nvSpPr>
                <p:cNvPr id="17" name="矩形 16">
                  <a:extLst>
                    <a:ext uri="{FF2B5EF4-FFF2-40B4-BE49-F238E27FC236}">
                      <a16:creationId xmlns:a16="http://schemas.microsoft.com/office/drawing/2014/main" id="{1C6B9564-7949-4B74-801B-2CE1F86B6D1F}"/>
                    </a:ext>
                  </a:extLst>
                </p:cNvPr>
                <p:cNvSpPr/>
                <p:nvPr/>
              </p:nvSpPr>
              <p:spPr>
                <a:xfrm>
                  <a:off x="1047842" y="3925117"/>
                  <a:ext cx="611794" cy="697312"/>
                </a:xfrm>
                <a:prstGeom prst="rect">
                  <a:avLst/>
                </a:prstGeom>
                <a:solidFill>
                  <a:schemeClr val="bg2">
                    <a:lumMod val="90000"/>
                  </a:schemeClr>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14:m>
                    <m:oMathPara xmlns:m="http://schemas.openxmlformats.org/officeDocument/2006/math">
                      <m:oMathParaPr>
                        <m:jc m:val="centerGroup"/>
                      </m:oMathParaPr>
                      <m:oMath xmlns:m="http://schemas.openxmlformats.org/officeDocument/2006/math">
                        <m:r>
                          <a:rPr lang="en-US" altLang="zh-CN" sz="2000" b="1" i="1" smtClean="0">
                            <a:solidFill>
                              <a:schemeClr val="tx1"/>
                            </a:solidFill>
                            <a:latin typeface="Cambria Math" panose="02040503050406030204" pitchFamily="18" charset="0"/>
                          </a:rPr>
                          <m:t>𝒌</m:t>
                        </m:r>
                      </m:oMath>
                    </m:oMathPara>
                  </a14:m>
                  <a:endParaRPr lang="zh-CN" altLang="en-US" sz="2000" b="1" dirty="0">
                    <a:solidFill>
                      <a:schemeClr val="tx1"/>
                    </a:solidFill>
                  </a:endParaRPr>
                </a:p>
              </p:txBody>
            </p:sp>
          </mc:Choice>
          <mc:Fallback xmlns="">
            <p:sp>
              <p:nvSpPr>
                <p:cNvPr id="17" name="矩形 16">
                  <a:extLst>
                    <a:ext uri="{FF2B5EF4-FFF2-40B4-BE49-F238E27FC236}">
                      <a16:creationId xmlns:a16="http://schemas.microsoft.com/office/drawing/2014/main" id="{1C6B9564-7949-4B74-801B-2CE1F86B6D1F}"/>
                    </a:ext>
                  </a:extLst>
                </p:cNvPr>
                <p:cNvSpPr>
                  <a:spLocks noRot="1" noChangeAspect="1" noMove="1" noResize="1" noEditPoints="1" noAdjustHandles="1" noChangeArrowheads="1" noChangeShapeType="1" noTextEdit="1"/>
                </p:cNvSpPr>
                <p:nvPr/>
              </p:nvSpPr>
              <p:spPr>
                <a:xfrm>
                  <a:off x="1047842" y="3925117"/>
                  <a:ext cx="611794" cy="697312"/>
                </a:xfrm>
                <a:prstGeom prst="rect">
                  <a:avLst/>
                </a:prstGeom>
                <a:blipFill>
                  <a:blip r:embed="rId6"/>
                  <a:stretch>
                    <a:fillRect/>
                  </a:stretch>
                </a:blipFill>
                <a:ln>
                  <a:solidFill>
                    <a:schemeClr val="tx1"/>
                  </a:solidFill>
                </a:ln>
              </p:spPr>
              <p:txBody>
                <a:bodyPr/>
                <a:lstStyle/>
                <a:p>
                  <a:r>
                    <a:rPr lang="zh-CN" altLang="en-US">
                      <a:noFill/>
                    </a:rPr>
                    <a:t> </a:t>
                  </a:r>
                </a:p>
              </p:txBody>
            </p:sp>
          </mc:Fallback>
        </mc:AlternateContent>
        <mc:AlternateContent xmlns:mc="http://schemas.openxmlformats.org/markup-compatibility/2006" xmlns:a14="http://schemas.microsoft.com/office/drawing/2010/main">
          <mc:Choice Requires="a14">
            <p:sp>
              <p:nvSpPr>
                <p:cNvPr id="18" name="矩形 17">
                  <a:extLst>
                    <a:ext uri="{FF2B5EF4-FFF2-40B4-BE49-F238E27FC236}">
                      <a16:creationId xmlns:a16="http://schemas.microsoft.com/office/drawing/2014/main" id="{2DF079E7-8491-4F35-B6B7-E577F61E22DA}"/>
                    </a:ext>
                  </a:extLst>
                </p:cNvPr>
                <p:cNvSpPr/>
                <p:nvPr/>
              </p:nvSpPr>
              <p:spPr>
                <a:xfrm>
                  <a:off x="1659634" y="3925117"/>
                  <a:ext cx="5102139" cy="697312"/>
                </a:xfrm>
                <a:prstGeom prst="rect">
                  <a:avLst/>
                </a:prstGeom>
                <a:solidFill>
                  <a:schemeClr val="bg2">
                    <a:lumMod val="90000"/>
                  </a:schemeClr>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zh-CN" altLang="en-US" sz="2000" b="1" dirty="0">
                      <a:solidFill>
                        <a:schemeClr val="tx1"/>
                      </a:solidFill>
                    </a:rPr>
                    <a:t>离散的整数集合</a:t>
                  </a:r>
                  <a14:m>
                    <m:oMath xmlns:m="http://schemas.openxmlformats.org/officeDocument/2006/math">
                      <m:r>
                        <a:rPr lang="en-US" altLang="zh-CN" sz="2000" b="1" i="1" dirty="0" smtClean="0">
                          <a:solidFill>
                            <a:schemeClr val="tx1"/>
                          </a:solidFill>
                          <a:latin typeface="Cambria Math" panose="02040503050406030204" pitchFamily="18" charset="0"/>
                        </a:rPr>
                        <m:t>{</m:t>
                      </m:r>
                      <m:r>
                        <a:rPr lang="en-US" altLang="zh-CN" sz="2000" b="1" i="1" dirty="0" smtClean="0">
                          <a:solidFill>
                            <a:schemeClr val="tx1"/>
                          </a:solidFill>
                          <a:latin typeface="Cambria Math" panose="02040503050406030204" pitchFamily="18" charset="0"/>
                        </a:rPr>
                        <m:t>𝟎</m:t>
                      </m:r>
                      <m:r>
                        <a:rPr lang="en-US" altLang="zh-CN" sz="2000" b="1" i="1" dirty="0" smtClean="0">
                          <a:solidFill>
                            <a:schemeClr val="tx1"/>
                          </a:solidFill>
                          <a:latin typeface="Cambria Math" panose="02040503050406030204" pitchFamily="18" charset="0"/>
                        </a:rPr>
                        <m:t>,</m:t>
                      </m:r>
                      <m:r>
                        <a:rPr lang="en-US" altLang="zh-CN" sz="2000" b="1" i="1" dirty="0" smtClean="0">
                          <a:solidFill>
                            <a:schemeClr val="tx1"/>
                          </a:solidFill>
                          <a:latin typeface="Cambria Math" panose="02040503050406030204" pitchFamily="18" charset="0"/>
                        </a:rPr>
                        <m:t>𝟏</m:t>
                      </m:r>
                      <m:r>
                        <a:rPr lang="en-US" altLang="zh-CN" sz="2000" b="1" i="1" dirty="0" smtClean="0">
                          <a:solidFill>
                            <a:schemeClr val="tx1"/>
                          </a:solidFill>
                          <a:latin typeface="Cambria Math" panose="02040503050406030204" pitchFamily="18" charset="0"/>
                        </a:rPr>
                        <m:t>,…,(</m:t>
                      </m:r>
                      <m:sSup>
                        <m:sSupPr>
                          <m:ctrlPr>
                            <a:rPr lang="en-US" altLang="zh-CN" sz="2000" b="1" i="1" dirty="0" smtClean="0">
                              <a:solidFill>
                                <a:schemeClr val="tx1"/>
                              </a:solidFill>
                              <a:latin typeface="Cambria Math" panose="02040503050406030204" pitchFamily="18" charset="0"/>
                            </a:rPr>
                          </m:ctrlPr>
                        </m:sSupPr>
                        <m:e>
                          <m:r>
                            <a:rPr lang="en-US" altLang="zh-CN" sz="2000" b="1" i="1" dirty="0" smtClean="0">
                              <a:solidFill>
                                <a:schemeClr val="tx1"/>
                              </a:solidFill>
                              <a:latin typeface="Cambria Math" panose="02040503050406030204" pitchFamily="18" charset="0"/>
                            </a:rPr>
                            <m:t>𝟐</m:t>
                          </m:r>
                        </m:e>
                        <m:sup>
                          <m:r>
                            <a:rPr lang="en-US" altLang="zh-CN" sz="2000" b="1" i="1" dirty="0" smtClean="0">
                              <a:solidFill>
                                <a:schemeClr val="tx1"/>
                              </a:solidFill>
                              <a:latin typeface="Cambria Math" panose="02040503050406030204" pitchFamily="18" charset="0"/>
                            </a:rPr>
                            <m:t>𝒌</m:t>
                          </m:r>
                        </m:sup>
                      </m:sSup>
                      <m:r>
                        <a:rPr lang="en-US" altLang="zh-CN" sz="2000" b="1" i="1" dirty="0" smtClean="0">
                          <a:solidFill>
                            <a:schemeClr val="tx1"/>
                          </a:solidFill>
                          <a:latin typeface="Cambria Math" panose="02040503050406030204" pitchFamily="18" charset="0"/>
                        </a:rPr>
                        <m:t>−</m:t>
                      </m:r>
                      <m:r>
                        <a:rPr lang="en-US" altLang="zh-CN" sz="2000" b="1" i="1" dirty="0" smtClean="0">
                          <a:solidFill>
                            <a:schemeClr val="tx1"/>
                          </a:solidFill>
                          <a:latin typeface="Cambria Math" panose="02040503050406030204" pitchFamily="18" charset="0"/>
                        </a:rPr>
                        <m:t>𝟏</m:t>
                      </m:r>
                      <m:r>
                        <a:rPr lang="en-US" altLang="zh-CN" sz="2000" b="1" i="1" dirty="0" smtClean="0">
                          <a:solidFill>
                            <a:schemeClr val="tx1"/>
                          </a:solidFill>
                          <a:latin typeface="Cambria Math" panose="02040503050406030204" pitchFamily="18" charset="0"/>
                        </a:rPr>
                        <m:t>)}</m:t>
                      </m:r>
                    </m:oMath>
                  </a14:m>
                  <a:endParaRPr lang="zh-CN" altLang="en-US" sz="2000" b="1" dirty="0">
                    <a:solidFill>
                      <a:schemeClr val="tx1"/>
                    </a:solidFill>
                  </a:endParaRPr>
                </a:p>
              </p:txBody>
            </p:sp>
          </mc:Choice>
          <mc:Fallback xmlns="">
            <p:sp>
              <p:nvSpPr>
                <p:cNvPr id="18" name="矩形 17">
                  <a:extLst>
                    <a:ext uri="{FF2B5EF4-FFF2-40B4-BE49-F238E27FC236}">
                      <a16:creationId xmlns:a16="http://schemas.microsoft.com/office/drawing/2014/main" id="{2DF079E7-8491-4F35-B6B7-E577F61E22DA}"/>
                    </a:ext>
                  </a:extLst>
                </p:cNvPr>
                <p:cNvSpPr>
                  <a:spLocks noRot="1" noChangeAspect="1" noMove="1" noResize="1" noEditPoints="1" noAdjustHandles="1" noChangeArrowheads="1" noChangeShapeType="1" noTextEdit="1"/>
                </p:cNvSpPr>
                <p:nvPr/>
              </p:nvSpPr>
              <p:spPr>
                <a:xfrm>
                  <a:off x="1659634" y="3925117"/>
                  <a:ext cx="5102139" cy="697312"/>
                </a:xfrm>
                <a:prstGeom prst="rect">
                  <a:avLst/>
                </a:prstGeom>
                <a:blipFill>
                  <a:blip r:embed="rId7"/>
                  <a:stretch>
                    <a:fillRect/>
                  </a:stretch>
                </a:blipFill>
                <a:ln>
                  <a:solidFill>
                    <a:schemeClr val="tx1"/>
                  </a:solidFill>
                </a:ln>
              </p:spPr>
              <p:txBody>
                <a:bodyPr/>
                <a:lstStyle/>
                <a:p>
                  <a:r>
                    <a:rPr lang="zh-CN" altLang="en-US">
                      <a:noFill/>
                    </a:rPr>
                    <a:t> </a:t>
                  </a:r>
                </a:p>
              </p:txBody>
            </p:sp>
          </mc:Fallback>
        </mc:AlternateContent>
        <p:sp>
          <p:nvSpPr>
            <p:cNvPr id="22" name="矩形 21">
              <a:extLst>
                <a:ext uri="{FF2B5EF4-FFF2-40B4-BE49-F238E27FC236}">
                  <a16:creationId xmlns:a16="http://schemas.microsoft.com/office/drawing/2014/main" id="{70158B94-6B60-4F24-A00D-7CB7FC7C27F4}"/>
                </a:ext>
              </a:extLst>
            </p:cNvPr>
            <p:cNvSpPr/>
            <p:nvPr/>
          </p:nvSpPr>
          <p:spPr>
            <a:xfrm>
              <a:off x="6761773" y="3925117"/>
              <a:ext cx="5102139" cy="697312"/>
            </a:xfrm>
            <a:prstGeom prst="rect">
              <a:avLst/>
            </a:prstGeom>
            <a:solidFill>
              <a:schemeClr val="bg2">
                <a:lumMod val="90000"/>
              </a:schemeClr>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zh-CN" altLang="en-US" sz="2000" b="1" dirty="0">
                  <a:solidFill>
                    <a:schemeClr val="tx1"/>
                  </a:solidFill>
                </a:rPr>
                <a:t>可能的退避时间</a:t>
              </a:r>
            </a:p>
          </p:txBody>
        </p:sp>
        <p:sp>
          <p:nvSpPr>
            <p:cNvPr id="24" name="矩形 23">
              <a:extLst>
                <a:ext uri="{FF2B5EF4-FFF2-40B4-BE49-F238E27FC236}">
                  <a16:creationId xmlns:a16="http://schemas.microsoft.com/office/drawing/2014/main" id="{0F888F32-249E-4DEA-AC19-F2979A38C691}"/>
                </a:ext>
              </a:extLst>
            </p:cNvPr>
            <p:cNvSpPr/>
            <p:nvPr/>
          </p:nvSpPr>
          <p:spPr>
            <a:xfrm>
              <a:off x="328087" y="4626811"/>
              <a:ext cx="719755" cy="458302"/>
            </a:xfrm>
            <a:prstGeom prst="rect">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sz="2000" b="1" dirty="0">
                <a:solidFill>
                  <a:schemeClr val="tx1"/>
                </a:solidFill>
              </a:endParaRPr>
            </a:p>
          </p:txBody>
        </p:sp>
        <p:sp>
          <p:nvSpPr>
            <p:cNvPr id="25" name="矩形 24">
              <a:extLst>
                <a:ext uri="{FF2B5EF4-FFF2-40B4-BE49-F238E27FC236}">
                  <a16:creationId xmlns:a16="http://schemas.microsoft.com/office/drawing/2014/main" id="{F75607A4-F141-49DB-8260-3BF711D9F4EF}"/>
                </a:ext>
              </a:extLst>
            </p:cNvPr>
            <p:cNvSpPr/>
            <p:nvPr/>
          </p:nvSpPr>
          <p:spPr>
            <a:xfrm>
              <a:off x="1047842" y="4626811"/>
              <a:ext cx="608503" cy="458302"/>
            </a:xfrm>
            <a:prstGeom prst="rect">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sz="2000" b="1" dirty="0">
                <a:solidFill>
                  <a:schemeClr val="tx1"/>
                </a:solidFill>
              </a:endParaRPr>
            </a:p>
          </p:txBody>
        </p:sp>
        <p:sp>
          <p:nvSpPr>
            <p:cNvPr id="26" name="矩形 25">
              <a:extLst>
                <a:ext uri="{FF2B5EF4-FFF2-40B4-BE49-F238E27FC236}">
                  <a16:creationId xmlns:a16="http://schemas.microsoft.com/office/drawing/2014/main" id="{D220DBC2-ECCA-458F-8C14-2907878AB87F}"/>
                </a:ext>
              </a:extLst>
            </p:cNvPr>
            <p:cNvSpPr/>
            <p:nvPr/>
          </p:nvSpPr>
          <p:spPr>
            <a:xfrm>
              <a:off x="1656345" y="4626811"/>
              <a:ext cx="5108717" cy="458302"/>
            </a:xfrm>
            <a:prstGeom prst="rect">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sz="2000" b="1" dirty="0">
                <a:solidFill>
                  <a:schemeClr val="tx1"/>
                </a:solidFill>
              </a:endParaRPr>
            </a:p>
          </p:txBody>
        </p:sp>
        <p:sp>
          <p:nvSpPr>
            <p:cNvPr id="27" name="矩形 26">
              <a:extLst>
                <a:ext uri="{FF2B5EF4-FFF2-40B4-BE49-F238E27FC236}">
                  <a16:creationId xmlns:a16="http://schemas.microsoft.com/office/drawing/2014/main" id="{76953E18-2125-4E60-B86D-A0A7D1B60004}"/>
                </a:ext>
              </a:extLst>
            </p:cNvPr>
            <p:cNvSpPr/>
            <p:nvPr/>
          </p:nvSpPr>
          <p:spPr>
            <a:xfrm>
              <a:off x="6761839" y="4626811"/>
              <a:ext cx="5102071" cy="458302"/>
            </a:xfrm>
            <a:prstGeom prst="rect">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endParaRPr lang="zh-CN" altLang="en-US" sz="2000" b="1" dirty="0">
                <a:solidFill>
                  <a:schemeClr val="tx1"/>
                </a:solidFill>
              </a:endParaRPr>
            </a:p>
          </p:txBody>
        </p:sp>
        <p:sp>
          <p:nvSpPr>
            <p:cNvPr id="28" name="矩形 27">
              <a:extLst>
                <a:ext uri="{FF2B5EF4-FFF2-40B4-BE49-F238E27FC236}">
                  <a16:creationId xmlns:a16="http://schemas.microsoft.com/office/drawing/2014/main" id="{77FBD09D-59D7-4B74-804F-7B71CD9AF1E0}"/>
                </a:ext>
              </a:extLst>
            </p:cNvPr>
            <p:cNvSpPr/>
            <p:nvPr/>
          </p:nvSpPr>
          <p:spPr>
            <a:xfrm>
              <a:off x="328087" y="5085113"/>
              <a:ext cx="719755" cy="458302"/>
            </a:xfrm>
            <a:prstGeom prst="rect">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sz="2000" b="1" dirty="0">
                <a:solidFill>
                  <a:schemeClr val="tx1"/>
                </a:solidFill>
              </a:endParaRPr>
            </a:p>
          </p:txBody>
        </p:sp>
        <p:sp>
          <p:nvSpPr>
            <p:cNvPr id="29" name="矩形 28">
              <a:extLst>
                <a:ext uri="{FF2B5EF4-FFF2-40B4-BE49-F238E27FC236}">
                  <a16:creationId xmlns:a16="http://schemas.microsoft.com/office/drawing/2014/main" id="{284073AC-16DA-4B7C-8341-78B311685149}"/>
                </a:ext>
              </a:extLst>
            </p:cNvPr>
            <p:cNvSpPr/>
            <p:nvPr/>
          </p:nvSpPr>
          <p:spPr>
            <a:xfrm>
              <a:off x="1047842" y="5085113"/>
              <a:ext cx="608503" cy="458302"/>
            </a:xfrm>
            <a:prstGeom prst="rect">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sz="2000" b="1" dirty="0">
                <a:solidFill>
                  <a:schemeClr val="tx1"/>
                </a:solidFill>
              </a:endParaRPr>
            </a:p>
          </p:txBody>
        </p:sp>
        <p:sp>
          <p:nvSpPr>
            <p:cNvPr id="30" name="矩形 29">
              <a:extLst>
                <a:ext uri="{FF2B5EF4-FFF2-40B4-BE49-F238E27FC236}">
                  <a16:creationId xmlns:a16="http://schemas.microsoft.com/office/drawing/2014/main" id="{BA67EC8B-9057-4FAE-AA7D-47B4BE7FEE55}"/>
                </a:ext>
              </a:extLst>
            </p:cNvPr>
            <p:cNvSpPr/>
            <p:nvPr/>
          </p:nvSpPr>
          <p:spPr>
            <a:xfrm>
              <a:off x="1656345" y="5085113"/>
              <a:ext cx="5108717" cy="458302"/>
            </a:xfrm>
            <a:prstGeom prst="rect">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sz="2000" b="1" dirty="0">
                <a:solidFill>
                  <a:schemeClr val="tx1"/>
                </a:solidFill>
              </a:endParaRPr>
            </a:p>
          </p:txBody>
        </p:sp>
        <p:sp>
          <p:nvSpPr>
            <p:cNvPr id="31" name="矩形 30">
              <a:extLst>
                <a:ext uri="{FF2B5EF4-FFF2-40B4-BE49-F238E27FC236}">
                  <a16:creationId xmlns:a16="http://schemas.microsoft.com/office/drawing/2014/main" id="{54EB521B-A854-4749-A451-2E320525BBC0}"/>
                </a:ext>
              </a:extLst>
            </p:cNvPr>
            <p:cNvSpPr/>
            <p:nvPr/>
          </p:nvSpPr>
          <p:spPr>
            <a:xfrm>
              <a:off x="6761839" y="5085113"/>
              <a:ext cx="5102071" cy="458302"/>
            </a:xfrm>
            <a:prstGeom prst="rect">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endParaRPr lang="zh-CN" altLang="en-US" sz="2000" b="1" dirty="0">
                <a:solidFill>
                  <a:schemeClr val="tx1"/>
                </a:solidFill>
              </a:endParaRPr>
            </a:p>
          </p:txBody>
        </p:sp>
        <p:sp>
          <p:nvSpPr>
            <p:cNvPr id="32" name="矩形 31">
              <a:extLst>
                <a:ext uri="{FF2B5EF4-FFF2-40B4-BE49-F238E27FC236}">
                  <a16:creationId xmlns:a16="http://schemas.microsoft.com/office/drawing/2014/main" id="{E3CE1788-C538-461C-85D0-C566A4ADA083}"/>
                </a:ext>
              </a:extLst>
            </p:cNvPr>
            <p:cNvSpPr/>
            <p:nvPr/>
          </p:nvSpPr>
          <p:spPr>
            <a:xfrm>
              <a:off x="328087" y="5543415"/>
              <a:ext cx="719755" cy="458302"/>
            </a:xfrm>
            <a:prstGeom prst="rect">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sz="2000" b="1" dirty="0">
                <a:solidFill>
                  <a:schemeClr val="tx1"/>
                </a:solidFill>
              </a:endParaRPr>
            </a:p>
          </p:txBody>
        </p:sp>
        <p:sp>
          <p:nvSpPr>
            <p:cNvPr id="33" name="矩形 32">
              <a:extLst>
                <a:ext uri="{FF2B5EF4-FFF2-40B4-BE49-F238E27FC236}">
                  <a16:creationId xmlns:a16="http://schemas.microsoft.com/office/drawing/2014/main" id="{BC8C6610-E983-4AA4-9F8B-AA1231C502EC}"/>
                </a:ext>
              </a:extLst>
            </p:cNvPr>
            <p:cNvSpPr/>
            <p:nvPr/>
          </p:nvSpPr>
          <p:spPr>
            <a:xfrm>
              <a:off x="1047842" y="5543415"/>
              <a:ext cx="608503" cy="458302"/>
            </a:xfrm>
            <a:prstGeom prst="rect">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sz="2000" b="1" dirty="0">
                <a:solidFill>
                  <a:schemeClr val="tx1"/>
                </a:solidFill>
              </a:endParaRPr>
            </a:p>
          </p:txBody>
        </p:sp>
        <p:sp>
          <p:nvSpPr>
            <p:cNvPr id="34" name="矩形 33">
              <a:extLst>
                <a:ext uri="{FF2B5EF4-FFF2-40B4-BE49-F238E27FC236}">
                  <a16:creationId xmlns:a16="http://schemas.microsoft.com/office/drawing/2014/main" id="{0E15A52D-DE40-40A1-8DD8-7EE0B66FBA00}"/>
                </a:ext>
              </a:extLst>
            </p:cNvPr>
            <p:cNvSpPr/>
            <p:nvPr/>
          </p:nvSpPr>
          <p:spPr>
            <a:xfrm>
              <a:off x="1656345" y="5543415"/>
              <a:ext cx="5108717" cy="458302"/>
            </a:xfrm>
            <a:prstGeom prst="rect">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sz="2000" b="1" dirty="0">
                <a:solidFill>
                  <a:schemeClr val="tx1"/>
                </a:solidFill>
              </a:endParaRPr>
            </a:p>
          </p:txBody>
        </p:sp>
        <p:sp>
          <p:nvSpPr>
            <p:cNvPr id="35" name="矩形 34">
              <a:extLst>
                <a:ext uri="{FF2B5EF4-FFF2-40B4-BE49-F238E27FC236}">
                  <a16:creationId xmlns:a16="http://schemas.microsoft.com/office/drawing/2014/main" id="{04062C67-3672-41B7-AEDA-059B196D8031}"/>
                </a:ext>
              </a:extLst>
            </p:cNvPr>
            <p:cNvSpPr/>
            <p:nvPr/>
          </p:nvSpPr>
          <p:spPr>
            <a:xfrm>
              <a:off x="6761839" y="5543415"/>
              <a:ext cx="5102071" cy="458302"/>
            </a:xfrm>
            <a:prstGeom prst="rect">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endParaRPr lang="zh-CN" altLang="en-US" sz="2000" b="1" dirty="0">
                <a:solidFill>
                  <a:schemeClr val="tx1"/>
                </a:solidFill>
              </a:endParaRPr>
            </a:p>
          </p:txBody>
        </p:sp>
      </p:grpSp>
      <mc:AlternateContent xmlns:mc="http://schemas.openxmlformats.org/markup-compatibility/2006" xmlns:a14="http://schemas.microsoft.com/office/drawing/2010/main">
        <mc:Choice Requires="a14">
          <p:sp>
            <p:nvSpPr>
              <p:cNvPr id="37" name="矩形 36">
                <a:extLst>
                  <a:ext uri="{FF2B5EF4-FFF2-40B4-BE49-F238E27FC236}">
                    <a16:creationId xmlns:a16="http://schemas.microsoft.com/office/drawing/2014/main" id="{163B60EF-54AF-42AA-B394-02A9CAD2DC8B}"/>
                  </a:ext>
                </a:extLst>
              </p:cNvPr>
              <p:cNvSpPr/>
              <p:nvPr/>
            </p:nvSpPr>
            <p:spPr>
              <a:xfrm>
                <a:off x="328087" y="4626811"/>
                <a:ext cx="719755" cy="458302"/>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14:m>
                  <m:oMathPara xmlns:m="http://schemas.openxmlformats.org/officeDocument/2006/math">
                    <m:oMathParaPr>
                      <m:jc m:val="centerGroup"/>
                    </m:oMathParaPr>
                    <m:oMath xmlns:m="http://schemas.openxmlformats.org/officeDocument/2006/math">
                      <m:r>
                        <a:rPr lang="en-US" altLang="zh-CN" sz="2000" b="1" i="1" dirty="0" smtClean="0">
                          <a:solidFill>
                            <a:schemeClr val="tx1"/>
                          </a:solidFill>
                          <a:latin typeface="Cambria Math" panose="02040503050406030204" pitchFamily="18" charset="0"/>
                        </a:rPr>
                        <m:t>𝟏</m:t>
                      </m:r>
                    </m:oMath>
                  </m:oMathPara>
                </a14:m>
                <a:endParaRPr lang="zh-CN" altLang="en-US" sz="2000" b="1" dirty="0">
                  <a:solidFill>
                    <a:schemeClr val="tx1"/>
                  </a:solidFill>
                </a:endParaRPr>
              </a:p>
            </p:txBody>
          </p:sp>
        </mc:Choice>
        <mc:Fallback xmlns="">
          <p:sp>
            <p:nvSpPr>
              <p:cNvPr id="37" name="矩形 36">
                <a:extLst>
                  <a:ext uri="{FF2B5EF4-FFF2-40B4-BE49-F238E27FC236}">
                    <a16:creationId xmlns:a16="http://schemas.microsoft.com/office/drawing/2014/main" id="{163B60EF-54AF-42AA-B394-02A9CAD2DC8B}"/>
                  </a:ext>
                </a:extLst>
              </p:cNvPr>
              <p:cNvSpPr>
                <a:spLocks noRot="1" noChangeAspect="1" noMove="1" noResize="1" noEditPoints="1" noAdjustHandles="1" noChangeArrowheads="1" noChangeShapeType="1" noTextEdit="1"/>
              </p:cNvSpPr>
              <p:nvPr/>
            </p:nvSpPr>
            <p:spPr>
              <a:xfrm>
                <a:off x="328087" y="4626811"/>
                <a:ext cx="719755" cy="458302"/>
              </a:xfrm>
              <a:prstGeom prst="rect">
                <a:avLst/>
              </a:prstGeom>
              <a:blipFill>
                <a:blip r:embed="rId8"/>
                <a:stretch>
                  <a:fillRect/>
                </a:stretch>
              </a:blipFill>
              <a:ln>
                <a:noFill/>
              </a:ln>
            </p:spPr>
            <p:txBody>
              <a:bodyPr/>
              <a:lstStyle/>
              <a:p>
                <a:r>
                  <a:rPr lang="zh-CN" altLang="en-US">
                    <a:noFill/>
                  </a:rPr>
                  <a:t> </a:t>
                </a:r>
              </a:p>
            </p:txBody>
          </p:sp>
        </mc:Fallback>
      </mc:AlternateContent>
      <mc:AlternateContent xmlns:mc="http://schemas.openxmlformats.org/markup-compatibility/2006" xmlns:a14="http://schemas.microsoft.com/office/drawing/2010/main">
        <mc:Choice Requires="a14">
          <p:sp>
            <p:nvSpPr>
              <p:cNvPr id="38" name="矩形 37">
                <a:extLst>
                  <a:ext uri="{FF2B5EF4-FFF2-40B4-BE49-F238E27FC236}">
                    <a16:creationId xmlns:a16="http://schemas.microsoft.com/office/drawing/2014/main" id="{42C54587-A1D3-4B20-A8B1-8A9A11FF03DC}"/>
                  </a:ext>
                </a:extLst>
              </p:cNvPr>
              <p:cNvSpPr/>
              <p:nvPr/>
            </p:nvSpPr>
            <p:spPr>
              <a:xfrm>
                <a:off x="1047842" y="4626811"/>
                <a:ext cx="608503" cy="458302"/>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14:m>
                  <m:oMathPara xmlns:m="http://schemas.openxmlformats.org/officeDocument/2006/math">
                    <m:oMathParaPr>
                      <m:jc m:val="centerGroup"/>
                    </m:oMathParaPr>
                    <m:oMath xmlns:m="http://schemas.openxmlformats.org/officeDocument/2006/math">
                      <m:r>
                        <a:rPr lang="en-US" altLang="zh-CN" sz="2000" b="1" i="1" dirty="0" smtClean="0">
                          <a:solidFill>
                            <a:schemeClr val="tx1"/>
                          </a:solidFill>
                          <a:latin typeface="Cambria Math" panose="02040503050406030204" pitchFamily="18" charset="0"/>
                        </a:rPr>
                        <m:t>𝟏</m:t>
                      </m:r>
                    </m:oMath>
                  </m:oMathPara>
                </a14:m>
                <a:endParaRPr lang="zh-CN" altLang="en-US" sz="2000" b="1" dirty="0">
                  <a:solidFill>
                    <a:schemeClr val="tx1"/>
                  </a:solidFill>
                </a:endParaRPr>
              </a:p>
            </p:txBody>
          </p:sp>
        </mc:Choice>
        <mc:Fallback xmlns="">
          <p:sp>
            <p:nvSpPr>
              <p:cNvPr id="38" name="矩形 37">
                <a:extLst>
                  <a:ext uri="{FF2B5EF4-FFF2-40B4-BE49-F238E27FC236}">
                    <a16:creationId xmlns:a16="http://schemas.microsoft.com/office/drawing/2014/main" id="{42C54587-A1D3-4B20-A8B1-8A9A11FF03DC}"/>
                  </a:ext>
                </a:extLst>
              </p:cNvPr>
              <p:cNvSpPr>
                <a:spLocks noRot="1" noChangeAspect="1" noMove="1" noResize="1" noEditPoints="1" noAdjustHandles="1" noChangeArrowheads="1" noChangeShapeType="1" noTextEdit="1"/>
              </p:cNvSpPr>
              <p:nvPr/>
            </p:nvSpPr>
            <p:spPr>
              <a:xfrm>
                <a:off x="1047842" y="4626811"/>
                <a:ext cx="608503" cy="458302"/>
              </a:xfrm>
              <a:prstGeom prst="rect">
                <a:avLst/>
              </a:prstGeom>
              <a:blipFill>
                <a:blip r:embed="rId9"/>
                <a:stretch>
                  <a:fillRect/>
                </a:stretch>
              </a:blipFill>
              <a:ln>
                <a:noFill/>
              </a:ln>
            </p:spPr>
            <p:txBody>
              <a:bodyPr/>
              <a:lstStyle/>
              <a:p>
                <a:r>
                  <a:rPr lang="zh-CN" altLang="en-US">
                    <a:noFill/>
                  </a:rPr>
                  <a:t> </a:t>
                </a:r>
              </a:p>
            </p:txBody>
          </p:sp>
        </mc:Fallback>
      </mc:AlternateContent>
      <mc:AlternateContent xmlns:mc="http://schemas.openxmlformats.org/markup-compatibility/2006" xmlns:a14="http://schemas.microsoft.com/office/drawing/2010/main">
        <mc:Choice Requires="a14">
          <p:sp>
            <p:nvSpPr>
              <p:cNvPr id="39" name="矩形 38">
                <a:extLst>
                  <a:ext uri="{FF2B5EF4-FFF2-40B4-BE49-F238E27FC236}">
                    <a16:creationId xmlns:a16="http://schemas.microsoft.com/office/drawing/2014/main" id="{3C1568C5-BA01-4D13-85A8-32435FBD0C81}"/>
                  </a:ext>
                </a:extLst>
              </p:cNvPr>
              <p:cNvSpPr/>
              <p:nvPr/>
            </p:nvSpPr>
            <p:spPr>
              <a:xfrm>
                <a:off x="1656346" y="4626811"/>
                <a:ext cx="1040806" cy="458302"/>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14:m>
                  <m:oMathPara xmlns:m="http://schemas.openxmlformats.org/officeDocument/2006/math">
                    <m:oMathParaPr>
                      <m:jc m:val="left"/>
                    </m:oMathParaPr>
                    <m:oMath xmlns:m="http://schemas.openxmlformats.org/officeDocument/2006/math">
                      <m:r>
                        <a:rPr lang="en-US" altLang="zh-CN" sz="2000" b="1" i="1" dirty="0">
                          <a:solidFill>
                            <a:schemeClr val="tx1"/>
                          </a:solidFill>
                          <a:latin typeface="Cambria Math" panose="02040503050406030204" pitchFamily="18" charset="0"/>
                        </a:rPr>
                        <m:t>{</m:t>
                      </m:r>
                      <m:r>
                        <a:rPr lang="en-US" altLang="zh-CN" sz="2000" b="1" i="1" dirty="0">
                          <a:solidFill>
                            <a:schemeClr val="tx1"/>
                          </a:solidFill>
                          <a:latin typeface="Cambria Math" panose="02040503050406030204" pitchFamily="18" charset="0"/>
                        </a:rPr>
                        <m:t>𝟎</m:t>
                      </m:r>
                      <m:r>
                        <a:rPr lang="zh-CN" altLang="en-US" sz="2000" b="1" i="1" dirty="0">
                          <a:solidFill>
                            <a:schemeClr val="tx1"/>
                          </a:solidFill>
                          <a:latin typeface="Cambria Math" panose="02040503050406030204" pitchFamily="18" charset="0"/>
                          <a:ea typeface="Cambria Math" panose="02040503050406030204" pitchFamily="18" charset="0"/>
                        </a:rPr>
                        <m:t>，</m:t>
                      </m:r>
                      <m:r>
                        <a:rPr lang="en-US" altLang="zh-CN" sz="2000" b="1" i="1" dirty="0">
                          <a:solidFill>
                            <a:schemeClr val="tx1"/>
                          </a:solidFill>
                          <a:latin typeface="Cambria Math" panose="02040503050406030204" pitchFamily="18" charset="0"/>
                        </a:rPr>
                        <m:t>𝟏</m:t>
                      </m:r>
                      <m:r>
                        <a:rPr lang="en-US" altLang="zh-CN" sz="2000" b="1" i="1" dirty="0">
                          <a:solidFill>
                            <a:schemeClr val="tx1"/>
                          </a:solidFill>
                          <a:latin typeface="Cambria Math" panose="02040503050406030204" pitchFamily="18" charset="0"/>
                        </a:rPr>
                        <m:t>}</m:t>
                      </m:r>
                    </m:oMath>
                  </m:oMathPara>
                </a14:m>
                <a:endParaRPr lang="zh-CN" altLang="en-US" sz="2000" b="1" dirty="0">
                  <a:solidFill>
                    <a:schemeClr val="tx1"/>
                  </a:solidFill>
                </a:endParaRPr>
              </a:p>
            </p:txBody>
          </p:sp>
        </mc:Choice>
        <mc:Fallback xmlns="">
          <p:sp>
            <p:nvSpPr>
              <p:cNvPr id="39" name="矩形 38">
                <a:extLst>
                  <a:ext uri="{FF2B5EF4-FFF2-40B4-BE49-F238E27FC236}">
                    <a16:creationId xmlns:a16="http://schemas.microsoft.com/office/drawing/2014/main" id="{3C1568C5-BA01-4D13-85A8-32435FBD0C81}"/>
                  </a:ext>
                </a:extLst>
              </p:cNvPr>
              <p:cNvSpPr>
                <a:spLocks noRot="1" noChangeAspect="1" noMove="1" noResize="1" noEditPoints="1" noAdjustHandles="1" noChangeArrowheads="1" noChangeShapeType="1" noTextEdit="1"/>
              </p:cNvSpPr>
              <p:nvPr/>
            </p:nvSpPr>
            <p:spPr>
              <a:xfrm>
                <a:off x="1656346" y="4626811"/>
                <a:ext cx="1040806" cy="458302"/>
              </a:xfrm>
              <a:prstGeom prst="rect">
                <a:avLst/>
              </a:prstGeom>
              <a:blipFill>
                <a:blip r:embed="rId10"/>
                <a:stretch>
                  <a:fillRect l="-2941" b="-10667"/>
                </a:stretch>
              </a:blipFill>
              <a:ln>
                <a:noFill/>
              </a:ln>
            </p:spPr>
            <p:txBody>
              <a:bodyPr/>
              <a:lstStyle/>
              <a:p>
                <a:r>
                  <a:rPr lang="zh-CN" altLang="en-US">
                    <a:noFill/>
                  </a:rPr>
                  <a:t> </a:t>
                </a:r>
              </a:p>
            </p:txBody>
          </p:sp>
        </mc:Fallback>
      </mc:AlternateContent>
      <mc:AlternateContent xmlns:mc="http://schemas.openxmlformats.org/markup-compatibility/2006" xmlns:a14="http://schemas.microsoft.com/office/drawing/2010/main">
        <mc:Choice Requires="a14">
          <p:sp>
            <p:nvSpPr>
              <p:cNvPr id="40" name="矩形 39">
                <a:extLst>
                  <a:ext uri="{FF2B5EF4-FFF2-40B4-BE49-F238E27FC236}">
                    <a16:creationId xmlns:a16="http://schemas.microsoft.com/office/drawing/2014/main" id="{E2115E93-D32E-4034-8A2B-C7824A304881}"/>
                  </a:ext>
                </a:extLst>
              </p:cNvPr>
              <p:cNvSpPr/>
              <p:nvPr/>
            </p:nvSpPr>
            <p:spPr>
              <a:xfrm>
                <a:off x="6761840" y="4626811"/>
                <a:ext cx="1965802" cy="458302"/>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14:m>
                  <m:oMathPara xmlns:m="http://schemas.openxmlformats.org/officeDocument/2006/math">
                    <m:oMathParaPr>
                      <m:jc m:val="left"/>
                    </m:oMathParaPr>
                    <m:oMath xmlns:m="http://schemas.openxmlformats.org/officeDocument/2006/math">
                      <m:r>
                        <a:rPr lang="en-US" altLang="zh-CN" sz="2000" b="1" i="1" dirty="0" smtClean="0">
                          <a:solidFill>
                            <a:schemeClr val="tx1"/>
                          </a:solidFill>
                          <a:latin typeface="Cambria Math" panose="02040503050406030204" pitchFamily="18" charset="0"/>
                        </a:rPr>
                        <m:t>𝟎</m:t>
                      </m:r>
                      <m:r>
                        <a:rPr lang="en-US" altLang="zh-CN" sz="2000" b="1" i="1" dirty="0" smtClean="0">
                          <a:solidFill>
                            <a:schemeClr val="tx1"/>
                          </a:solidFill>
                          <a:latin typeface="Cambria Math" panose="02040503050406030204" pitchFamily="18" charset="0"/>
                          <a:ea typeface="Cambria Math" panose="02040503050406030204" pitchFamily="18" charset="0"/>
                        </a:rPr>
                        <m:t>×</m:t>
                      </m:r>
                      <m:r>
                        <a:rPr lang="en-US" altLang="zh-CN" sz="2000" b="1" i="1" dirty="0" smtClean="0">
                          <a:solidFill>
                            <a:schemeClr val="tx1"/>
                          </a:solidFill>
                          <a:latin typeface="Cambria Math" panose="02040503050406030204" pitchFamily="18" charset="0"/>
                          <a:ea typeface="Cambria Math" panose="02040503050406030204" pitchFamily="18" charset="0"/>
                        </a:rPr>
                        <m:t>𝟐</m:t>
                      </m:r>
                      <m:r>
                        <a:rPr lang="zh-CN" altLang="en-US" sz="2000" b="1" i="1" dirty="0" smtClean="0">
                          <a:solidFill>
                            <a:schemeClr val="tx1"/>
                          </a:solidFill>
                          <a:latin typeface="Cambria Math" panose="02040503050406030204" pitchFamily="18" charset="0"/>
                          <a:ea typeface="Cambria Math" panose="02040503050406030204" pitchFamily="18" charset="0"/>
                        </a:rPr>
                        <m:t>𝝉</m:t>
                      </m:r>
                      <m:r>
                        <a:rPr lang="zh-CN" altLang="en-US" sz="2000" b="1" i="1" dirty="0">
                          <a:solidFill>
                            <a:schemeClr val="tx1"/>
                          </a:solidFill>
                          <a:latin typeface="Cambria Math" panose="02040503050406030204" pitchFamily="18" charset="0"/>
                          <a:ea typeface="Cambria Math" panose="02040503050406030204" pitchFamily="18" charset="0"/>
                        </a:rPr>
                        <m:t>，</m:t>
                      </m:r>
                      <m:r>
                        <a:rPr lang="en-US" altLang="zh-CN" sz="2000" b="1" i="1" dirty="0" smtClean="0">
                          <a:solidFill>
                            <a:schemeClr val="tx1"/>
                          </a:solidFill>
                          <a:latin typeface="Cambria Math" panose="02040503050406030204" pitchFamily="18" charset="0"/>
                        </a:rPr>
                        <m:t>𝟏</m:t>
                      </m:r>
                      <m:r>
                        <a:rPr lang="en-US" altLang="zh-CN" sz="2000" b="1" i="1" dirty="0">
                          <a:solidFill>
                            <a:schemeClr val="tx1"/>
                          </a:solidFill>
                          <a:latin typeface="Cambria Math" panose="02040503050406030204" pitchFamily="18" charset="0"/>
                          <a:ea typeface="Cambria Math" panose="02040503050406030204" pitchFamily="18" charset="0"/>
                        </a:rPr>
                        <m:t>×</m:t>
                      </m:r>
                      <m:r>
                        <a:rPr lang="en-US" altLang="zh-CN" sz="2000" b="1" i="1" dirty="0">
                          <a:solidFill>
                            <a:schemeClr val="tx1"/>
                          </a:solidFill>
                          <a:latin typeface="Cambria Math" panose="02040503050406030204" pitchFamily="18" charset="0"/>
                          <a:ea typeface="Cambria Math" panose="02040503050406030204" pitchFamily="18" charset="0"/>
                        </a:rPr>
                        <m:t>𝟐</m:t>
                      </m:r>
                      <m:r>
                        <a:rPr lang="zh-CN" altLang="en-US" sz="2000" b="1" i="1" dirty="0">
                          <a:solidFill>
                            <a:schemeClr val="tx1"/>
                          </a:solidFill>
                          <a:latin typeface="Cambria Math" panose="02040503050406030204" pitchFamily="18" charset="0"/>
                          <a:ea typeface="Cambria Math" panose="02040503050406030204" pitchFamily="18" charset="0"/>
                        </a:rPr>
                        <m:t>𝝉</m:t>
                      </m:r>
                    </m:oMath>
                  </m:oMathPara>
                </a14:m>
                <a:endParaRPr lang="zh-CN" altLang="en-US" sz="2000" b="1" dirty="0">
                  <a:solidFill>
                    <a:schemeClr val="tx1"/>
                  </a:solidFill>
                </a:endParaRPr>
              </a:p>
            </p:txBody>
          </p:sp>
        </mc:Choice>
        <mc:Fallback xmlns="">
          <p:sp>
            <p:nvSpPr>
              <p:cNvPr id="40" name="矩形 39">
                <a:extLst>
                  <a:ext uri="{FF2B5EF4-FFF2-40B4-BE49-F238E27FC236}">
                    <a16:creationId xmlns:a16="http://schemas.microsoft.com/office/drawing/2014/main" id="{E2115E93-D32E-4034-8A2B-C7824A304881}"/>
                  </a:ext>
                </a:extLst>
              </p:cNvPr>
              <p:cNvSpPr>
                <a:spLocks noRot="1" noChangeAspect="1" noMove="1" noResize="1" noEditPoints="1" noAdjustHandles="1" noChangeArrowheads="1" noChangeShapeType="1" noTextEdit="1"/>
              </p:cNvSpPr>
              <p:nvPr/>
            </p:nvSpPr>
            <p:spPr>
              <a:xfrm>
                <a:off x="6761840" y="4626811"/>
                <a:ext cx="1965802" cy="458302"/>
              </a:xfrm>
              <a:prstGeom prst="rect">
                <a:avLst/>
              </a:prstGeom>
              <a:blipFill>
                <a:blip r:embed="rId11"/>
                <a:stretch>
                  <a:fillRect/>
                </a:stretch>
              </a:blipFill>
              <a:ln>
                <a:noFill/>
              </a:ln>
            </p:spPr>
            <p:txBody>
              <a:bodyPr/>
              <a:lstStyle/>
              <a:p>
                <a:r>
                  <a:rPr lang="zh-CN" altLang="en-US">
                    <a:noFill/>
                  </a:rPr>
                  <a:t> </a:t>
                </a:r>
              </a:p>
            </p:txBody>
          </p:sp>
        </mc:Fallback>
      </mc:AlternateContent>
      <mc:AlternateContent xmlns:mc="http://schemas.openxmlformats.org/markup-compatibility/2006" xmlns:a14="http://schemas.microsoft.com/office/drawing/2010/main">
        <mc:Choice Requires="a14">
          <p:sp>
            <p:nvSpPr>
              <p:cNvPr id="41" name="矩形 40">
                <a:extLst>
                  <a:ext uri="{FF2B5EF4-FFF2-40B4-BE49-F238E27FC236}">
                    <a16:creationId xmlns:a16="http://schemas.microsoft.com/office/drawing/2014/main" id="{C7239A79-A5D1-4553-A6FD-F7FD5BD97D11}"/>
                  </a:ext>
                </a:extLst>
              </p:cNvPr>
              <p:cNvSpPr/>
              <p:nvPr/>
            </p:nvSpPr>
            <p:spPr>
              <a:xfrm>
                <a:off x="328087" y="5085113"/>
                <a:ext cx="719755" cy="458302"/>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14:m>
                  <m:oMathPara xmlns:m="http://schemas.openxmlformats.org/officeDocument/2006/math">
                    <m:oMathParaPr>
                      <m:jc m:val="centerGroup"/>
                    </m:oMathParaPr>
                    <m:oMath xmlns:m="http://schemas.openxmlformats.org/officeDocument/2006/math">
                      <m:r>
                        <a:rPr lang="en-US" altLang="zh-CN" sz="2000" b="1" i="1" dirty="0" smtClean="0">
                          <a:solidFill>
                            <a:schemeClr val="tx1"/>
                          </a:solidFill>
                          <a:latin typeface="Cambria Math" panose="02040503050406030204" pitchFamily="18" charset="0"/>
                        </a:rPr>
                        <m:t>𝟐</m:t>
                      </m:r>
                    </m:oMath>
                  </m:oMathPara>
                </a14:m>
                <a:endParaRPr lang="zh-CN" altLang="en-US" sz="2000" b="1" dirty="0">
                  <a:solidFill>
                    <a:schemeClr val="tx1"/>
                  </a:solidFill>
                </a:endParaRPr>
              </a:p>
            </p:txBody>
          </p:sp>
        </mc:Choice>
        <mc:Fallback xmlns="">
          <p:sp>
            <p:nvSpPr>
              <p:cNvPr id="41" name="矩形 40">
                <a:extLst>
                  <a:ext uri="{FF2B5EF4-FFF2-40B4-BE49-F238E27FC236}">
                    <a16:creationId xmlns:a16="http://schemas.microsoft.com/office/drawing/2014/main" id="{C7239A79-A5D1-4553-A6FD-F7FD5BD97D11}"/>
                  </a:ext>
                </a:extLst>
              </p:cNvPr>
              <p:cNvSpPr>
                <a:spLocks noRot="1" noChangeAspect="1" noMove="1" noResize="1" noEditPoints="1" noAdjustHandles="1" noChangeArrowheads="1" noChangeShapeType="1" noTextEdit="1"/>
              </p:cNvSpPr>
              <p:nvPr/>
            </p:nvSpPr>
            <p:spPr>
              <a:xfrm>
                <a:off x="328087" y="5085113"/>
                <a:ext cx="719755" cy="458302"/>
              </a:xfrm>
              <a:prstGeom prst="rect">
                <a:avLst/>
              </a:prstGeom>
              <a:blipFill>
                <a:blip r:embed="rId12"/>
                <a:stretch>
                  <a:fillRect/>
                </a:stretch>
              </a:blipFill>
              <a:ln>
                <a:noFill/>
              </a:ln>
            </p:spPr>
            <p:txBody>
              <a:bodyPr/>
              <a:lstStyle/>
              <a:p>
                <a:r>
                  <a:rPr lang="zh-CN" altLang="en-US">
                    <a:noFill/>
                  </a:rPr>
                  <a:t> </a:t>
                </a:r>
              </a:p>
            </p:txBody>
          </p:sp>
        </mc:Fallback>
      </mc:AlternateContent>
      <mc:AlternateContent xmlns:mc="http://schemas.openxmlformats.org/markup-compatibility/2006" xmlns:a14="http://schemas.microsoft.com/office/drawing/2010/main">
        <mc:Choice Requires="a14">
          <p:sp>
            <p:nvSpPr>
              <p:cNvPr id="42" name="矩形 41">
                <a:extLst>
                  <a:ext uri="{FF2B5EF4-FFF2-40B4-BE49-F238E27FC236}">
                    <a16:creationId xmlns:a16="http://schemas.microsoft.com/office/drawing/2014/main" id="{1700E322-366D-45F4-9470-DA837AE7726C}"/>
                  </a:ext>
                </a:extLst>
              </p:cNvPr>
              <p:cNvSpPr/>
              <p:nvPr/>
            </p:nvSpPr>
            <p:spPr>
              <a:xfrm>
                <a:off x="1047842" y="5085113"/>
                <a:ext cx="608503" cy="458302"/>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14:m>
                  <m:oMathPara xmlns:m="http://schemas.openxmlformats.org/officeDocument/2006/math">
                    <m:oMathParaPr>
                      <m:jc m:val="centerGroup"/>
                    </m:oMathParaPr>
                    <m:oMath xmlns:m="http://schemas.openxmlformats.org/officeDocument/2006/math">
                      <m:r>
                        <a:rPr lang="en-US" altLang="zh-CN" sz="2000" b="1" i="1" dirty="0" smtClean="0">
                          <a:solidFill>
                            <a:schemeClr val="tx1"/>
                          </a:solidFill>
                          <a:latin typeface="Cambria Math" panose="02040503050406030204" pitchFamily="18" charset="0"/>
                        </a:rPr>
                        <m:t>𝟐</m:t>
                      </m:r>
                    </m:oMath>
                  </m:oMathPara>
                </a14:m>
                <a:endParaRPr lang="zh-CN" altLang="en-US" sz="2000" b="1" dirty="0">
                  <a:solidFill>
                    <a:schemeClr val="tx1"/>
                  </a:solidFill>
                </a:endParaRPr>
              </a:p>
            </p:txBody>
          </p:sp>
        </mc:Choice>
        <mc:Fallback xmlns="">
          <p:sp>
            <p:nvSpPr>
              <p:cNvPr id="42" name="矩形 41">
                <a:extLst>
                  <a:ext uri="{FF2B5EF4-FFF2-40B4-BE49-F238E27FC236}">
                    <a16:creationId xmlns:a16="http://schemas.microsoft.com/office/drawing/2014/main" id="{1700E322-366D-45F4-9470-DA837AE7726C}"/>
                  </a:ext>
                </a:extLst>
              </p:cNvPr>
              <p:cNvSpPr>
                <a:spLocks noRot="1" noChangeAspect="1" noMove="1" noResize="1" noEditPoints="1" noAdjustHandles="1" noChangeArrowheads="1" noChangeShapeType="1" noTextEdit="1"/>
              </p:cNvSpPr>
              <p:nvPr/>
            </p:nvSpPr>
            <p:spPr>
              <a:xfrm>
                <a:off x="1047842" y="5085113"/>
                <a:ext cx="608503" cy="458302"/>
              </a:xfrm>
              <a:prstGeom prst="rect">
                <a:avLst/>
              </a:prstGeom>
              <a:blipFill>
                <a:blip r:embed="rId13"/>
                <a:stretch>
                  <a:fillRect/>
                </a:stretch>
              </a:blipFill>
              <a:ln>
                <a:noFill/>
              </a:ln>
            </p:spPr>
            <p:txBody>
              <a:bodyPr/>
              <a:lstStyle/>
              <a:p>
                <a:r>
                  <a:rPr lang="zh-CN" altLang="en-US">
                    <a:noFill/>
                  </a:rPr>
                  <a:t> </a:t>
                </a:r>
              </a:p>
            </p:txBody>
          </p:sp>
        </mc:Fallback>
      </mc:AlternateContent>
      <mc:AlternateContent xmlns:mc="http://schemas.openxmlformats.org/markup-compatibility/2006" xmlns:a14="http://schemas.microsoft.com/office/drawing/2010/main">
        <mc:Choice Requires="a14">
          <p:sp>
            <p:nvSpPr>
              <p:cNvPr id="43" name="矩形 42">
                <a:extLst>
                  <a:ext uri="{FF2B5EF4-FFF2-40B4-BE49-F238E27FC236}">
                    <a16:creationId xmlns:a16="http://schemas.microsoft.com/office/drawing/2014/main" id="{F889C54D-7F83-4DC6-A879-5CBBA04E001C}"/>
                  </a:ext>
                </a:extLst>
              </p:cNvPr>
              <p:cNvSpPr/>
              <p:nvPr/>
            </p:nvSpPr>
            <p:spPr>
              <a:xfrm>
                <a:off x="1656345" y="5085113"/>
                <a:ext cx="1869687" cy="458302"/>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14:m>
                  <m:oMathPara xmlns:m="http://schemas.openxmlformats.org/officeDocument/2006/math">
                    <m:oMathParaPr>
                      <m:jc m:val="left"/>
                    </m:oMathParaPr>
                    <m:oMath xmlns:m="http://schemas.openxmlformats.org/officeDocument/2006/math">
                      <m:r>
                        <a:rPr lang="en-US" altLang="zh-CN" sz="2000" b="1" i="1" dirty="0" smtClean="0">
                          <a:solidFill>
                            <a:schemeClr val="tx1"/>
                          </a:solidFill>
                          <a:latin typeface="Cambria Math" panose="02040503050406030204" pitchFamily="18" charset="0"/>
                        </a:rPr>
                        <m:t>{</m:t>
                      </m:r>
                      <m:r>
                        <a:rPr lang="en-US" altLang="zh-CN" sz="2000" b="1" i="1" dirty="0" smtClean="0">
                          <a:solidFill>
                            <a:schemeClr val="tx1"/>
                          </a:solidFill>
                          <a:latin typeface="Cambria Math" panose="02040503050406030204" pitchFamily="18" charset="0"/>
                        </a:rPr>
                        <m:t>𝟎</m:t>
                      </m:r>
                      <m:r>
                        <a:rPr lang="zh-CN" altLang="en-US" sz="2000" b="1" i="1" dirty="0">
                          <a:solidFill>
                            <a:schemeClr val="tx1"/>
                          </a:solidFill>
                          <a:latin typeface="Cambria Math" panose="02040503050406030204" pitchFamily="18" charset="0"/>
                          <a:ea typeface="Cambria Math" panose="02040503050406030204" pitchFamily="18" charset="0"/>
                        </a:rPr>
                        <m:t>，</m:t>
                      </m:r>
                      <m:r>
                        <a:rPr lang="en-US" altLang="zh-CN" sz="2000" b="1" i="1" dirty="0">
                          <a:solidFill>
                            <a:schemeClr val="tx1"/>
                          </a:solidFill>
                          <a:latin typeface="Cambria Math" panose="02040503050406030204" pitchFamily="18" charset="0"/>
                        </a:rPr>
                        <m:t>𝟏</m:t>
                      </m:r>
                      <m:r>
                        <a:rPr lang="zh-CN" altLang="en-US" sz="2000" b="1" i="1" dirty="0">
                          <a:solidFill>
                            <a:schemeClr val="tx1"/>
                          </a:solidFill>
                          <a:latin typeface="Cambria Math" panose="02040503050406030204" pitchFamily="18" charset="0"/>
                          <a:ea typeface="Cambria Math" panose="02040503050406030204" pitchFamily="18" charset="0"/>
                        </a:rPr>
                        <m:t>，</m:t>
                      </m:r>
                      <m:r>
                        <a:rPr lang="en-US" altLang="zh-CN" sz="2000" b="1" i="1" dirty="0" smtClean="0">
                          <a:solidFill>
                            <a:schemeClr val="tx1"/>
                          </a:solidFill>
                          <a:latin typeface="Cambria Math" panose="02040503050406030204" pitchFamily="18" charset="0"/>
                        </a:rPr>
                        <m:t>𝟐</m:t>
                      </m:r>
                      <m:r>
                        <a:rPr lang="zh-CN" altLang="en-US" sz="2000" b="1" i="1" dirty="0">
                          <a:solidFill>
                            <a:schemeClr val="tx1"/>
                          </a:solidFill>
                          <a:latin typeface="Cambria Math" panose="02040503050406030204" pitchFamily="18" charset="0"/>
                          <a:ea typeface="Cambria Math" panose="02040503050406030204" pitchFamily="18" charset="0"/>
                        </a:rPr>
                        <m:t>，</m:t>
                      </m:r>
                      <m:r>
                        <a:rPr lang="en-US" altLang="zh-CN" sz="2000" b="1" i="1" dirty="0" smtClean="0">
                          <a:solidFill>
                            <a:schemeClr val="tx1"/>
                          </a:solidFill>
                          <a:latin typeface="Cambria Math" panose="02040503050406030204" pitchFamily="18" charset="0"/>
                          <a:ea typeface="Cambria Math" panose="02040503050406030204" pitchFamily="18" charset="0"/>
                        </a:rPr>
                        <m:t>𝟑</m:t>
                      </m:r>
                      <m:r>
                        <a:rPr lang="en-US" altLang="zh-CN" sz="2000" b="1" i="1" dirty="0">
                          <a:solidFill>
                            <a:schemeClr val="tx1"/>
                          </a:solidFill>
                          <a:latin typeface="Cambria Math" panose="02040503050406030204" pitchFamily="18" charset="0"/>
                        </a:rPr>
                        <m:t>}</m:t>
                      </m:r>
                    </m:oMath>
                  </m:oMathPara>
                </a14:m>
                <a:endParaRPr lang="zh-CN" altLang="en-US" sz="2000" b="1" dirty="0">
                  <a:solidFill>
                    <a:schemeClr val="tx1"/>
                  </a:solidFill>
                </a:endParaRPr>
              </a:p>
            </p:txBody>
          </p:sp>
        </mc:Choice>
        <mc:Fallback xmlns="">
          <p:sp>
            <p:nvSpPr>
              <p:cNvPr id="43" name="矩形 42">
                <a:extLst>
                  <a:ext uri="{FF2B5EF4-FFF2-40B4-BE49-F238E27FC236}">
                    <a16:creationId xmlns:a16="http://schemas.microsoft.com/office/drawing/2014/main" id="{F889C54D-7F83-4DC6-A879-5CBBA04E001C}"/>
                  </a:ext>
                </a:extLst>
              </p:cNvPr>
              <p:cNvSpPr>
                <a:spLocks noRot="1" noChangeAspect="1" noMove="1" noResize="1" noEditPoints="1" noAdjustHandles="1" noChangeArrowheads="1" noChangeShapeType="1" noTextEdit="1"/>
              </p:cNvSpPr>
              <p:nvPr/>
            </p:nvSpPr>
            <p:spPr>
              <a:xfrm>
                <a:off x="1656345" y="5085113"/>
                <a:ext cx="1869687" cy="458302"/>
              </a:xfrm>
              <a:prstGeom prst="rect">
                <a:avLst/>
              </a:prstGeom>
              <a:blipFill>
                <a:blip r:embed="rId14"/>
                <a:stretch>
                  <a:fillRect l="-1634" b="-10667"/>
                </a:stretch>
              </a:blipFill>
              <a:ln>
                <a:noFill/>
              </a:ln>
            </p:spPr>
            <p:txBody>
              <a:bodyPr/>
              <a:lstStyle/>
              <a:p>
                <a:r>
                  <a:rPr lang="zh-CN" altLang="en-US">
                    <a:noFill/>
                  </a:rPr>
                  <a:t> </a:t>
                </a:r>
              </a:p>
            </p:txBody>
          </p:sp>
        </mc:Fallback>
      </mc:AlternateContent>
      <mc:AlternateContent xmlns:mc="http://schemas.openxmlformats.org/markup-compatibility/2006" xmlns:a14="http://schemas.microsoft.com/office/drawing/2010/main">
        <mc:Choice Requires="a14">
          <p:sp>
            <p:nvSpPr>
              <p:cNvPr id="44" name="矩形 43">
                <a:extLst>
                  <a:ext uri="{FF2B5EF4-FFF2-40B4-BE49-F238E27FC236}">
                    <a16:creationId xmlns:a16="http://schemas.microsoft.com/office/drawing/2014/main" id="{7571F67E-4EA4-470E-82E6-E2D2FF1DB724}"/>
                  </a:ext>
                </a:extLst>
              </p:cNvPr>
              <p:cNvSpPr/>
              <p:nvPr/>
            </p:nvSpPr>
            <p:spPr>
              <a:xfrm>
                <a:off x="6761839" y="5085113"/>
                <a:ext cx="3934667" cy="458302"/>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14:m>
                  <m:oMathPara xmlns:m="http://schemas.openxmlformats.org/officeDocument/2006/math">
                    <m:oMathParaPr>
                      <m:jc m:val="left"/>
                    </m:oMathParaPr>
                    <m:oMath xmlns:m="http://schemas.openxmlformats.org/officeDocument/2006/math">
                      <m:r>
                        <a:rPr lang="en-US" altLang="zh-CN" sz="2000" b="1" i="1" dirty="0" smtClean="0">
                          <a:solidFill>
                            <a:schemeClr val="tx1"/>
                          </a:solidFill>
                          <a:latin typeface="Cambria Math" panose="02040503050406030204" pitchFamily="18" charset="0"/>
                        </a:rPr>
                        <m:t>𝟎</m:t>
                      </m:r>
                      <m:r>
                        <a:rPr lang="en-US" altLang="zh-CN" sz="2000" b="1" i="1" dirty="0" smtClean="0">
                          <a:solidFill>
                            <a:schemeClr val="tx1"/>
                          </a:solidFill>
                          <a:latin typeface="Cambria Math" panose="02040503050406030204" pitchFamily="18" charset="0"/>
                          <a:ea typeface="Cambria Math" panose="02040503050406030204" pitchFamily="18" charset="0"/>
                        </a:rPr>
                        <m:t>×</m:t>
                      </m:r>
                      <m:r>
                        <a:rPr lang="en-US" altLang="zh-CN" sz="2000" b="1" i="1" dirty="0" smtClean="0">
                          <a:solidFill>
                            <a:schemeClr val="tx1"/>
                          </a:solidFill>
                          <a:latin typeface="Cambria Math" panose="02040503050406030204" pitchFamily="18" charset="0"/>
                          <a:ea typeface="Cambria Math" panose="02040503050406030204" pitchFamily="18" charset="0"/>
                        </a:rPr>
                        <m:t>𝟐</m:t>
                      </m:r>
                      <m:r>
                        <a:rPr lang="zh-CN" altLang="en-US" sz="2000" b="1" i="1" dirty="0" smtClean="0">
                          <a:solidFill>
                            <a:schemeClr val="tx1"/>
                          </a:solidFill>
                          <a:latin typeface="Cambria Math" panose="02040503050406030204" pitchFamily="18" charset="0"/>
                          <a:ea typeface="Cambria Math" panose="02040503050406030204" pitchFamily="18" charset="0"/>
                        </a:rPr>
                        <m:t>𝝉</m:t>
                      </m:r>
                      <m:r>
                        <a:rPr lang="zh-CN" altLang="en-US" sz="2000" b="1" i="1" dirty="0">
                          <a:solidFill>
                            <a:schemeClr val="tx1"/>
                          </a:solidFill>
                          <a:latin typeface="Cambria Math" panose="02040503050406030204" pitchFamily="18" charset="0"/>
                          <a:ea typeface="Cambria Math" panose="02040503050406030204" pitchFamily="18" charset="0"/>
                        </a:rPr>
                        <m:t>，</m:t>
                      </m:r>
                      <m:r>
                        <a:rPr lang="en-US" altLang="zh-CN" sz="2000" b="1" i="1" dirty="0" smtClean="0">
                          <a:solidFill>
                            <a:schemeClr val="tx1"/>
                          </a:solidFill>
                          <a:latin typeface="Cambria Math" panose="02040503050406030204" pitchFamily="18" charset="0"/>
                        </a:rPr>
                        <m:t>𝟏</m:t>
                      </m:r>
                      <m:r>
                        <a:rPr lang="en-US" altLang="zh-CN" sz="2000" b="1" i="1" dirty="0">
                          <a:solidFill>
                            <a:schemeClr val="tx1"/>
                          </a:solidFill>
                          <a:latin typeface="Cambria Math" panose="02040503050406030204" pitchFamily="18" charset="0"/>
                          <a:ea typeface="Cambria Math" panose="02040503050406030204" pitchFamily="18" charset="0"/>
                        </a:rPr>
                        <m:t>×</m:t>
                      </m:r>
                      <m:r>
                        <a:rPr lang="en-US" altLang="zh-CN" sz="2000" b="1" i="1" dirty="0">
                          <a:solidFill>
                            <a:schemeClr val="tx1"/>
                          </a:solidFill>
                          <a:latin typeface="Cambria Math" panose="02040503050406030204" pitchFamily="18" charset="0"/>
                          <a:ea typeface="Cambria Math" panose="02040503050406030204" pitchFamily="18" charset="0"/>
                        </a:rPr>
                        <m:t>𝟐</m:t>
                      </m:r>
                      <m:r>
                        <a:rPr lang="zh-CN" altLang="en-US" sz="2000" b="1" i="1" dirty="0">
                          <a:solidFill>
                            <a:schemeClr val="tx1"/>
                          </a:solidFill>
                          <a:latin typeface="Cambria Math" panose="02040503050406030204" pitchFamily="18" charset="0"/>
                          <a:ea typeface="Cambria Math" panose="02040503050406030204" pitchFamily="18" charset="0"/>
                        </a:rPr>
                        <m:t>𝝉</m:t>
                      </m:r>
                      <m:r>
                        <a:rPr lang="zh-CN" altLang="en-US" sz="2000" b="1" i="1" dirty="0">
                          <a:solidFill>
                            <a:schemeClr val="tx1"/>
                          </a:solidFill>
                          <a:latin typeface="Cambria Math" panose="02040503050406030204" pitchFamily="18" charset="0"/>
                          <a:ea typeface="Cambria Math" panose="02040503050406030204" pitchFamily="18" charset="0"/>
                        </a:rPr>
                        <m:t>，</m:t>
                      </m:r>
                      <m:r>
                        <a:rPr lang="en-US" altLang="zh-CN" sz="2000" b="1" i="1" dirty="0" smtClean="0">
                          <a:solidFill>
                            <a:schemeClr val="tx1"/>
                          </a:solidFill>
                          <a:latin typeface="Cambria Math" panose="02040503050406030204" pitchFamily="18" charset="0"/>
                        </a:rPr>
                        <m:t>𝟐</m:t>
                      </m:r>
                      <m:r>
                        <a:rPr lang="en-US" altLang="zh-CN" sz="2000" b="1" i="1" dirty="0">
                          <a:solidFill>
                            <a:schemeClr val="tx1"/>
                          </a:solidFill>
                          <a:latin typeface="Cambria Math" panose="02040503050406030204" pitchFamily="18" charset="0"/>
                          <a:ea typeface="Cambria Math" panose="02040503050406030204" pitchFamily="18" charset="0"/>
                        </a:rPr>
                        <m:t>×</m:t>
                      </m:r>
                      <m:r>
                        <a:rPr lang="en-US" altLang="zh-CN" sz="2000" b="1" i="1" dirty="0">
                          <a:solidFill>
                            <a:schemeClr val="tx1"/>
                          </a:solidFill>
                          <a:latin typeface="Cambria Math" panose="02040503050406030204" pitchFamily="18" charset="0"/>
                          <a:ea typeface="Cambria Math" panose="02040503050406030204" pitchFamily="18" charset="0"/>
                        </a:rPr>
                        <m:t>𝟐</m:t>
                      </m:r>
                      <m:r>
                        <a:rPr lang="zh-CN" altLang="en-US" sz="2000" b="1" i="1" dirty="0">
                          <a:solidFill>
                            <a:schemeClr val="tx1"/>
                          </a:solidFill>
                          <a:latin typeface="Cambria Math" panose="02040503050406030204" pitchFamily="18" charset="0"/>
                          <a:ea typeface="Cambria Math" panose="02040503050406030204" pitchFamily="18" charset="0"/>
                        </a:rPr>
                        <m:t>𝝉</m:t>
                      </m:r>
                      <m:r>
                        <a:rPr lang="zh-CN" altLang="en-US" sz="2000" b="1" i="1" dirty="0">
                          <a:solidFill>
                            <a:schemeClr val="tx1"/>
                          </a:solidFill>
                          <a:latin typeface="Cambria Math" panose="02040503050406030204" pitchFamily="18" charset="0"/>
                          <a:ea typeface="Cambria Math" panose="02040503050406030204" pitchFamily="18" charset="0"/>
                        </a:rPr>
                        <m:t>，</m:t>
                      </m:r>
                      <m:r>
                        <a:rPr lang="en-US" altLang="zh-CN" sz="2000" b="1" i="1" dirty="0" smtClean="0">
                          <a:solidFill>
                            <a:schemeClr val="tx1"/>
                          </a:solidFill>
                          <a:latin typeface="Cambria Math" panose="02040503050406030204" pitchFamily="18" charset="0"/>
                        </a:rPr>
                        <m:t>𝟑</m:t>
                      </m:r>
                      <m:r>
                        <a:rPr lang="en-US" altLang="zh-CN" sz="2000" b="1" i="1" dirty="0">
                          <a:solidFill>
                            <a:schemeClr val="tx1"/>
                          </a:solidFill>
                          <a:latin typeface="Cambria Math" panose="02040503050406030204" pitchFamily="18" charset="0"/>
                          <a:ea typeface="Cambria Math" panose="02040503050406030204" pitchFamily="18" charset="0"/>
                        </a:rPr>
                        <m:t>×</m:t>
                      </m:r>
                      <m:r>
                        <a:rPr lang="en-US" altLang="zh-CN" sz="2000" b="1" i="1" dirty="0">
                          <a:solidFill>
                            <a:schemeClr val="tx1"/>
                          </a:solidFill>
                          <a:latin typeface="Cambria Math" panose="02040503050406030204" pitchFamily="18" charset="0"/>
                          <a:ea typeface="Cambria Math" panose="02040503050406030204" pitchFamily="18" charset="0"/>
                        </a:rPr>
                        <m:t>𝟐</m:t>
                      </m:r>
                      <m:r>
                        <a:rPr lang="zh-CN" altLang="en-US" sz="2000" b="1" i="1" dirty="0">
                          <a:solidFill>
                            <a:schemeClr val="tx1"/>
                          </a:solidFill>
                          <a:latin typeface="Cambria Math" panose="02040503050406030204" pitchFamily="18" charset="0"/>
                          <a:ea typeface="Cambria Math" panose="02040503050406030204" pitchFamily="18" charset="0"/>
                        </a:rPr>
                        <m:t>𝝉</m:t>
                      </m:r>
                    </m:oMath>
                  </m:oMathPara>
                </a14:m>
                <a:endParaRPr lang="zh-CN" altLang="en-US" sz="2000" b="1" dirty="0">
                  <a:solidFill>
                    <a:schemeClr val="tx1"/>
                  </a:solidFill>
                </a:endParaRPr>
              </a:p>
            </p:txBody>
          </p:sp>
        </mc:Choice>
        <mc:Fallback xmlns="">
          <p:sp>
            <p:nvSpPr>
              <p:cNvPr id="44" name="矩形 43">
                <a:extLst>
                  <a:ext uri="{FF2B5EF4-FFF2-40B4-BE49-F238E27FC236}">
                    <a16:creationId xmlns:a16="http://schemas.microsoft.com/office/drawing/2014/main" id="{7571F67E-4EA4-470E-82E6-E2D2FF1DB724}"/>
                  </a:ext>
                </a:extLst>
              </p:cNvPr>
              <p:cNvSpPr>
                <a:spLocks noRot="1" noChangeAspect="1" noMove="1" noResize="1" noEditPoints="1" noAdjustHandles="1" noChangeArrowheads="1" noChangeShapeType="1" noTextEdit="1"/>
              </p:cNvSpPr>
              <p:nvPr/>
            </p:nvSpPr>
            <p:spPr>
              <a:xfrm>
                <a:off x="6761839" y="5085113"/>
                <a:ext cx="3934667" cy="458302"/>
              </a:xfrm>
              <a:prstGeom prst="rect">
                <a:avLst/>
              </a:prstGeom>
              <a:blipFill>
                <a:blip r:embed="rId15"/>
                <a:stretch>
                  <a:fillRect/>
                </a:stretch>
              </a:blipFill>
              <a:ln>
                <a:noFill/>
              </a:ln>
            </p:spPr>
            <p:txBody>
              <a:bodyPr/>
              <a:lstStyle/>
              <a:p>
                <a:r>
                  <a:rPr lang="zh-CN" altLang="en-US">
                    <a:noFill/>
                  </a:rPr>
                  <a:t> </a:t>
                </a:r>
              </a:p>
            </p:txBody>
          </p:sp>
        </mc:Fallback>
      </mc:AlternateContent>
      <mc:AlternateContent xmlns:mc="http://schemas.openxmlformats.org/markup-compatibility/2006" xmlns:a14="http://schemas.microsoft.com/office/drawing/2010/main">
        <mc:Choice Requires="a14">
          <p:sp>
            <p:nvSpPr>
              <p:cNvPr id="45" name="矩形 44">
                <a:extLst>
                  <a:ext uri="{FF2B5EF4-FFF2-40B4-BE49-F238E27FC236}">
                    <a16:creationId xmlns:a16="http://schemas.microsoft.com/office/drawing/2014/main" id="{CE8B1A8C-A7AB-46A3-8F5B-54868D1B90EF}"/>
                  </a:ext>
                </a:extLst>
              </p:cNvPr>
              <p:cNvSpPr/>
              <p:nvPr/>
            </p:nvSpPr>
            <p:spPr>
              <a:xfrm>
                <a:off x="328087" y="5543415"/>
                <a:ext cx="719755" cy="458302"/>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14:m>
                  <m:oMathPara xmlns:m="http://schemas.openxmlformats.org/officeDocument/2006/math">
                    <m:oMathParaPr>
                      <m:jc m:val="centerGroup"/>
                    </m:oMathParaPr>
                    <m:oMath xmlns:m="http://schemas.openxmlformats.org/officeDocument/2006/math">
                      <m:r>
                        <a:rPr lang="en-US" altLang="zh-CN" sz="2000" b="1" i="1" dirty="0" smtClean="0">
                          <a:solidFill>
                            <a:schemeClr val="tx1"/>
                          </a:solidFill>
                          <a:latin typeface="Cambria Math" panose="02040503050406030204" pitchFamily="18" charset="0"/>
                        </a:rPr>
                        <m:t>𝟏𝟐</m:t>
                      </m:r>
                    </m:oMath>
                  </m:oMathPara>
                </a14:m>
                <a:endParaRPr lang="zh-CN" altLang="en-US" sz="2000" b="1" dirty="0">
                  <a:solidFill>
                    <a:schemeClr val="tx1"/>
                  </a:solidFill>
                </a:endParaRPr>
              </a:p>
            </p:txBody>
          </p:sp>
        </mc:Choice>
        <mc:Fallback xmlns="">
          <p:sp>
            <p:nvSpPr>
              <p:cNvPr id="45" name="矩形 44">
                <a:extLst>
                  <a:ext uri="{FF2B5EF4-FFF2-40B4-BE49-F238E27FC236}">
                    <a16:creationId xmlns:a16="http://schemas.microsoft.com/office/drawing/2014/main" id="{CE8B1A8C-A7AB-46A3-8F5B-54868D1B90EF}"/>
                  </a:ext>
                </a:extLst>
              </p:cNvPr>
              <p:cNvSpPr>
                <a:spLocks noRot="1" noChangeAspect="1" noMove="1" noResize="1" noEditPoints="1" noAdjustHandles="1" noChangeArrowheads="1" noChangeShapeType="1" noTextEdit="1"/>
              </p:cNvSpPr>
              <p:nvPr/>
            </p:nvSpPr>
            <p:spPr>
              <a:xfrm>
                <a:off x="328087" y="5543415"/>
                <a:ext cx="719755" cy="458302"/>
              </a:xfrm>
              <a:prstGeom prst="rect">
                <a:avLst/>
              </a:prstGeom>
              <a:blipFill>
                <a:blip r:embed="rId16"/>
                <a:stretch>
                  <a:fillRect/>
                </a:stretch>
              </a:blipFill>
              <a:ln>
                <a:noFill/>
              </a:ln>
            </p:spPr>
            <p:txBody>
              <a:bodyPr/>
              <a:lstStyle/>
              <a:p>
                <a:r>
                  <a:rPr lang="zh-CN" altLang="en-US">
                    <a:noFill/>
                  </a:rPr>
                  <a:t> </a:t>
                </a:r>
              </a:p>
            </p:txBody>
          </p:sp>
        </mc:Fallback>
      </mc:AlternateContent>
      <mc:AlternateContent xmlns:mc="http://schemas.openxmlformats.org/markup-compatibility/2006" xmlns:a14="http://schemas.microsoft.com/office/drawing/2010/main">
        <mc:Choice Requires="a14">
          <p:sp>
            <p:nvSpPr>
              <p:cNvPr id="46" name="矩形 45">
                <a:extLst>
                  <a:ext uri="{FF2B5EF4-FFF2-40B4-BE49-F238E27FC236}">
                    <a16:creationId xmlns:a16="http://schemas.microsoft.com/office/drawing/2014/main" id="{0D9AEC19-63F2-4BBD-AFFE-70041EF6205E}"/>
                  </a:ext>
                </a:extLst>
              </p:cNvPr>
              <p:cNvSpPr/>
              <p:nvPr/>
            </p:nvSpPr>
            <p:spPr>
              <a:xfrm>
                <a:off x="1047842" y="5543415"/>
                <a:ext cx="608503" cy="458302"/>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14:m>
                  <m:oMathPara xmlns:m="http://schemas.openxmlformats.org/officeDocument/2006/math">
                    <m:oMathParaPr>
                      <m:jc m:val="centerGroup"/>
                    </m:oMathParaPr>
                    <m:oMath xmlns:m="http://schemas.openxmlformats.org/officeDocument/2006/math">
                      <m:r>
                        <a:rPr lang="en-US" altLang="zh-CN" sz="2000" b="1" i="1" dirty="0" smtClean="0">
                          <a:solidFill>
                            <a:schemeClr val="accent1">
                              <a:lumMod val="75000"/>
                            </a:schemeClr>
                          </a:solidFill>
                          <a:latin typeface="Cambria Math" panose="02040503050406030204" pitchFamily="18" charset="0"/>
                        </a:rPr>
                        <m:t>𝟏𝟎</m:t>
                      </m:r>
                    </m:oMath>
                  </m:oMathPara>
                </a14:m>
                <a:endParaRPr lang="zh-CN" altLang="en-US" sz="2000" b="1" dirty="0">
                  <a:solidFill>
                    <a:schemeClr val="tx1"/>
                  </a:solidFill>
                </a:endParaRPr>
              </a:p>
            </p:txBody>
          </p:sp>
        </mc:Choice>
        <mc:Fallback xmlns="">
          <p:sp>
            <p:nvSpPr>
              <p:cNvPr id="46" name="矩形 45">
                <a:extLst>
                  <a:ext uri="{FF2B5EF4-FFF2-40B4-BE49-F238E27FC236}">
                    <a16:creationId xmlns:a16="http://schemas.microsoft.com/office/drawing/2014/main" id="{0D9AEC19-63F2-4BBD-AFFE-70041EF6205E}"/>
                  </a:ext>
                </a:extLst>
              </p:cNvPr>
              <p:cNvSpPr>
                <a:spLocks noRot="1" noChangeAspect="1" noMove="1" noResize="1" noEditPoints="1" noAdjustHandles="1" noChangeArrowheads="1" noChangeShapeType="1" noTextEdit="1"/>
              </p:cNvSpPr>
              <p:nvPr/>
            </p:nvSpPr>
            <p:spPr>
              <a:xfrm>
                <a:off x="1047842" y="5543415"/>
                <a:ext cx="608503" cy="458302"/>
              </a:xfrm>
              <a:prstGeom prst="rect">
                <a:avLst/>
              </a:prstGeom>
              <a:blipFill>
                <a:blip r:embed="rId17"/>
                <a:stretch>
                  <a:fillRect/>
                </a:stretch>
              </a:blipFill>
              <a:ln>
                <a:noFill/>
              </a:ln>
            </p:spPr>
            <p:txBody>
              <a:bodyPr/>
              <a:lstStyle/>
              <a:p>
                <a:r>
                  <a:rPr lang="zh-CN" altLang="en-US">
                    <a:noFill/>
                  </a:rPr>
                  <a:t> </a:t>
                </a:r>
              </a:p>
            </p:txBody>
          </p:sp>
        </mc:Fallback>
      </mc:AlternateContent>
      <mc:AlternateContent xmlns:mc="http://schemas.openxmlformats.org/markup-compatibility/2006" xmlns:a14="http://schemas.microsoft.com/office/drawing/2010/main">
        <mc:Choice Requires="a14">
          <p:sp>
            <p:nvSpPr>
              <p:cNvPr id="47" name="矩形 46">
                <a:extLst>
                  <a:ext uri="{FF2B5EF4-FFF2-40B4-BE49-F238E27FC236}">
                    <a16:creationId xmlns:a16="http://schemas.microsoft.com/office/drawing/2014/main" id="{934F5556-D075-4920-8BE2-6708F37BAE41}"/>
                  </a:ext>
                </a:extLst>
              </p:cNvPr>
              <p:cNvSpPr/>
              <p:nvPr/>
            </p:nvSpPr>
            <p:spPr>
              <a:xfrm>
                <a:off x="1656346" y="5543415"/>
                <a:ext cx="4231338" cy="458302"/>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14:m>
                  <m:oMathPara xmlns:m="http://schemas.openxmlformats.org/officeDocument/2006/math">
                    <m:oMathParaPr>
                      <m:jc m:val="left"/>
                    </m:oMathParaPr>
                    <m:oMath xmlns:m="http://schemas.openxmlformats.org/officeDocument/2006/math">
                      <m:r>
                        <a:rPr lang="en-US" altLang="zh-CN" sz="2000" b="1" i="1" dirty="0" smtClean="0">
                          <a:solidFill>
                            <a:schemeClr val="tx1"/>
                          </a:solidFill>
                          <a:latin typeface="Cambria Math" panose="02040503050406030204" pitchFamily="18" charset="0"/>
                        </a:rPr>
                        <m:t>{</m:t>
                      </m:r>
                      <m:r>
                        <a:rPr lang="en-US" altLang="zh-CN" sz="2000" b="1" i="1" dirty="0" smtClean="0">
                          <a:solidFill>
                            <a:schemeClr val="tx1"/>
                          </a:solidFill>
                          <a:latin typeface="Cambria Math" panose="02040503050406030204" pitchFamily="18" charset="0"/>
                        </a:rPr>
                        <m:t>𝟎</m:t>
                      </m:r>
                      <m:r>
                        <a:rPr lang="zh-CN" altLang="en-US" sz="2000" b="1" i="1" dirty="0">
                          <a:solidFill>
                            <a:schemeClr val="tx1"/>
                          </a:solidFill>
                          <a:latin typeface="Cambria Math" panose="02040503050406030204" pitchFamily="18" charset="0"/>
                          <a:ea typeface="Cambria Math" panose="02040503050406030204" pitchFamily="18" charset="0"/>
                        </a:rPr>
                        <m:t>，</m:t>
                      </m:r>
                      <m:r>
                        <a:rPr lang="en-US" altLang="zh-CN" sz="2000" b="1" i="1" dirty="0">
                          <a:solidFill>
                            <a:schemeClr val="tx1"/>
                          </a:solidFill>
                          <a:latin typeface="Cambria Math" panose="02040503050406030204" pitchFamily="18" charset="0"/>
                        </a:rPr>
                        <m:t>𝟏</m:t>
                      </m:r>
                      <m:r>
                        <a:rPr lang="zh-CN" altLang="en-US" sz="2000" b="1" i="1" dirty="0">
                          <a:solidFill>
                            <a:schemeClr val="tx1"/>
                          </a:solidFill>
                          <a:latin typeface="Cambria Math" panose="02040503050406030204" pitchFamily="18" charset="0"/>
                          <a:ea typeface="Cambria Math" panose="02040503050406030204" pitchFamily="18" charset="0"/>
                        </a:rPr>
                        <m:t>，</m:t>
                      </m:r>
                      <m:r>
                        <a:rPr lang="en-US" altLang="zh-CN" sz="2000" b="1" i="1" dirty="0" smtClean="0">
                          <a:solidFill>
                            <a:schemeClr val="tx1"/>
                          </a:solidFill>
                          <a:latin typeface="Cambria Math" panose="02040503050406030204" pitchFamily="18" charset="0"/>
                        </a:rPr>
                        <m:t>𝟐</m:t>
                      </m:r>
                      <m:r>
                        <a:rPr lang="zh-CN" altLang="en-US" sz="2000" b="1" i="1" dirty="0">
                          <a:solidFill>
                            <a:schemeClr val="tx1"/>
                          </a:solidFill>
                          <a:latin typeface="Cambria Math" panose="02040503050406030204" pitchFamily="18" charset="0"/>
                          <a:ea typeface="Cambria Math" panose="02040503050406030204" pitchFamily="18" charset="0"/>
                        </a:rPr>
                        <m:t>，</m:t>
                      </m:r>
                      <m:r>
                        <a:rPr lang="en-US" altLang="zh-CN" sz="2000" b="1" i="1" dirty="0" smtClean="0">
                          <a:solidFill>
                            <a:schemeClr val="tx1"/>
                          </a:solidFill>
                          <a:latin typeface="Cambria Math" panose="02040503050406030204" pitchFamily="18" charset="0"/>
                          <a:ea typeface="Cambria Math" panose="02040503050406030204" pitchFamily="18" charset="0"/>
                        </a:rPr>
                        <m:t>𝟑</m:t>
                      </m:r>
                      <m:r>
                        <a:rPr lang="zh-CN" altLang="en-US" sz="2000" b="1" i="1" dirty="0">
                          <a:solidFill>
                            <a:schemeClr val="tx1"/>
                          </a:solidFill>
                          <a:latin typeface="Cambria Math" panose="02040503050406030204" pitchFamily="18" charset="0"/>
                          <a:ea typeface="Cambria Math" panose="02040503050406030204" pitchFamily="18" charset="0"/>
                        </a:rPr>
                        <m:t>，</m:t>
                      </m:r>
                      <m:r>
                        <a:rPr lang="en-US" altLang="zh-CN" sz="2000" b="1" i="1" dirty="0" smtClean="0">
                          <a:solidFill>
                            <a:schemeClr val="tx1"/>
                          </a:solidFill>
                          <a:latin typeface="Cambria Math" panose="02040503050406030204" pitchFamily="18" charset="0"/>
                          <a:ea typeface="Cambria Math" panose="02040503050406030204" pitchFamily="18" charset="0"/>
                        </a:rPr>
                        <m:t>𝟒</m:t>
                      </m:r>
                      <m:r>
                        <a:rPr lang="zh-CN" altLang="en-US" sz="2000" b="1" i="1" dirty="0">
                          <a:solidFill>
                            <a:schemeClr val="tx1"/>
                          </a:solidFill>
                          <a:latin typeface="Cambria Math" panose="02040503050406030204" pitchFamily="18" charset="0"/>
                          <a:ea typeface="Cambria Math" panose="02040503050406030204" pitchFamily="18" charset="0"/>
                        </a:rPr>
                        <m:t>，</m:t>
                      </m:r>
                      <m:r>
                        <a:rPr lang="en-US" altLang="zh-CN" sz="2000" b="1" i="1" dirty="0" smtClean="0">
                          <a:solidFill>
                            <a:schemeClr val="tx1"/>
                          </a:solidFill>
                          <a:latin typeface="Cambria Math" panose="02040503050406030204" pitchFamily="18" charset="0"/>
                          <a:ea typeface="Cambria Math" panose="02040503050406030204" pitchFamily="18" charset="0"/>
                        </a:rPr>
                        <m:t>𝟓</m:t>
                      </m:r>
                      <m:r>
                        <a:rPr lang="zh-CN" altLang="en-US" sz="2000" b="1" i="1" dirty="0">
                          <a:solidFill>
                            <a:schemeClr val="tx1"/>
                          </a:solidFill>
                          <a:latin typeface="Cambria Math" panose="02040503050406030204" pitchFamily="18" charset="0"/>
                          <a:ea typeface="Cambria Math" panose="02040503050406030204" pitchFamily="18" charset="0"/>
                        </a:rPr>
                        <m:t>，</m:t>
                      </m:r>
                      <m:r>
                        <a:rPr lang="en-US" altLang="zh-CN" sz="2000" b="1" i="1" dirty="0" smtClean="0">
                          <a:solidFill>
                            <a:schemeClr val="tx1"/>
                          </a:solidFill>
                          <a:latin typeface="Cambria Math" panose="02040503050406030204" pitchFamily="18" charset="0"/>
                          <a:ea typeface="Cambria Math" panose="02040503050406030204" pitchFamily="18" charset="0"/>
                        </a:rPr>
                        <m:t>…   </m:t>
                      </m:r>
                      <m:r>
                        <a:rPr lang="zh-CN" altLang="en-US" sz="2000" b="1" i="1" dirty="0">
                          <a:solidFill>
                            <a:schemeClr val="tx1"/>
                          </a:solidFill>
                          <a:latin typeface="Cambria Math" panose="02040503050406030204" pitchFamily="18" charset="0"/>
                          <a:ea typeface="Cambria Math" panose="02040503050406030204" pitchFamily="18" charset="0"/>
                        </a:rPr>
                        <m:t>，</m:t>
                      </m:r>
                      <m:r>
                        <a:rPr lang="en-US" altLang="zh-CN" sz="2000" b="1" i="1" dirty="0" smtClean="0">
                          <a:solidFill>
                            <a:schemeClr val="tx1"/>
                          </a:solidFill>
                          <a:latin typeface="Cambria Math" panose="02040503050406030204" pitchFamily="18" charset="0"/>
                          <a:ea typeface="Cambria Math" panose="02040503050406030204" pitchFamily="18" charset="0"/>
                        </a:rPr>
                        <m:t>𝟏𝟎𝟐</m:t>
                      </m:r>
                      <m:r>
                        <a:rPr lang="en-US" altLang="zh-CN" sz="2000" b="1" i="1" dirty="0">
                          <a:solidFill>
                            <a:schemeClr val="tx1"/>
                          </a:solidFill>
                          <a:latin typeface="Cambria Math" panose="02040503050406030204" pitchFamily="18" charset="0"/>
                          <a:ea typeface="Cambria Math" panose="02040503050406030204" pitchFamily="18" charset="0"/>
                        </a:rPr>
                        <m:t>𝟑</m:t>
                      </m:r>
                      <m:r>
                        <a:rPr lang="en-US" altLang="zh-CN" sz="2000" b="1" i="1" dirty="0">
                          <a:solidFill>
                            <a:schemeClr val="tx1"/>
                          </a:solidFill>
                          <a:latin typeface="Cambria Math" panose="02040503050406030204" pitchFamily="18" charset="0"/>
                        </a:rPr>
                        <m:t>}</m:t>
                      </m:r>
                    </m:oMath>
                  </m:oMathPara>
                </a14:m>
                <a:endParaRPr lang="zh-CN" altLang="en-US" sz="2000" b="1" dirty="0">
                  <a:solidFill>
                    <a:schemeClr val="tx1"/>
                  </a:solidFill>
                </a:endParaRPr>
              </a:p>
            </p:txBody>
          </p:sp>
        </mc:Choice>
        <mc:Fallback xmlns="">
          <p:sp>
            <p:nvSpPr>
              <p:cNvPr id="47" name="矩形 46">
                <a:extLst>
                  <a:ext uri="{FF2B5EF4-FFF2-40B4-BE49-F238E27FC236}">
                    <a16:creationId xmlns:a16="http://schemas.microsoft.com/office/drawing/2014/main" id="{934F5556-D075-4920-8BE2-6708F37BAE41}"/>
                  </a:ext>
                </a:extLst>
              </p:cNvPr>
              <p:cNvSpPr>
                <a:spLocks noRot="1" noChangeAspect="1" noMove="1" noResize="1" noEditPoints="1" noAdjustHandles="1" noChangeArrowheads="1" noChangeShapeType="1" noTextEdit="1"/>
              </p:cNvSpPr>
              <p:nvPr/>
            </p:nvSpPr>
            <p:spPr>
              <a:xfrm>
                <a:off x="1656346" y="5543415"/>
                <a:ext cx="4231338" cy="458302"/>
              </a:xfrm>
              <a:prstGeom prst="rect">
                <a:avLst/>
              </a:prstGeom>
              <a:blipFill>
                <a:blip r:embed="rId18"/>
                <a:stretch>
                  <a:fillRect l="-720" b="-9211"/>
                </a:stretch>
              </a:blipFill>
              <a:ln>
                <a:noFill/>
              </a:ln>
            </p:spPr>
            <p:txBody>
              <a:bodyPr/>
              <a:lstStyle/>
              <a:p>
                <a:r>
                  <a:rPr lang="zh-CN" altLang="en-US">
                    <a:noFill/>
                  </a:rPr>
                  <a:t> </a:t>
                </a:r>
              </a:p>
            </p:txBody>
          </p:sp>
        </mc:Fallback>
      </mc:AlternateContent>
      <mc:AlternateContent xmlns:mc="http://schemas.openxmlformats.org/markup-compatibility/2006" xmlns:a14="http://schemas.microsoft.com/office/drawing/2010/main">
        <mc:Choice Requires="a14">
          <p:sp>
            <p:nvSpPr>
              <p:cNvPr id="48" name="矩形 47">
                <a:extLst>
                  <a:ext uri="{FF2B5EF4-FFF2-40B4-BE49-F238E27FC236}">
                    <a16:creationId xmlns:a16="http://schemas.microsoft.com/office/drawing/2014/main" id="{9C1DC192-4DFF-4913-A68A-9E5292FEB2C4}"/>
                  </a:ext>
                </a:extLst>
              </p:cNvPr>
              <p:cNvSpPr/>
              <p:nvPr/>
            </p:nvSpPr>
            <p:spPr>
              <a:xfrm>
                <a:off x="6761839" y="5543415"/>
                <a:ext cx="5102071" cy="458302"/>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14:m>
                  <m:oMath xmlns:m="http://schemas.openxmlformats.org/officeDocument/2006/math">
                    <m:r>
                      <a:rPr lang="en-US" altLang="zh-CN" sz="2000" b="1" i="1" dirty="0" smtClean="0">
                        <a:solidFill>
                          <a:schemeClr val="tx1"/>
                        </a:solidFill>
                        <a:latin typeface="Cambria Math" panose="02040503050406030204" pitchFamily="18" charset="0"/>
                      </a:rPr>
                      <m:t>𝟎</m:t>
                    </m:r>
                    <m:r>
                      <a:rPr lang="en-US" altLang="zh-CN" sz="2000" b="1" i="1" dirty="0" smtClean="0">
                        <a:solidFill>
                          <a:schemeClr val="tx1"/>
                        </a:solidFill>
                        <a:latin typeface="Cambria Math" panose="02040503050406030204" pitchFamily="18" charset="0"/>
                        <a:ea typeface="Cambria Math" panose="02040503050406030204" pitchFamily="18" charset="0"/>
                      </a:rPr>
                      <m:t>×</m:t>
                    </m:r>
                    <m:r>
                      <a:rPr lang="en-US" altLang="zh-CN" sz="2000" b="1" i="1" dirty="0" smtClean="0">
                        <a:solidFill>
                          <a:schemeClr val="tx1"/>
                        </a:solidFill>
                        <a:latin typeface="Cambria Math" panose="02040503050406030204" pitchFamily="18" charset="0"/>
                        <a:ea typeface="Cambria Math" panose="02040503050406030204" pitchFamily="18" charset="0"/>
                      </a:rPr>
                      <m:t>𝟐</m:t>
                    </m:r>
                    <m:r>
                      <a:rPr lang="zh-CN" altLang="en-US" sz="2000" b="1" i="1" dirty="0" smtClean="0">
                        <a:solidFill>
                          <a:schemeClr val="tx1"/>
                        </a:solidFill>
                        <a:latin typeface="Cambria Math" panose="02040503050406030204" pitchFamily="18" charset="0"/>
                        <a:ea typeface="Cambria Math" panose="02040503050406030204" pitchFamily="18" charset="0"/>
                      </a:rPr>
                      <m:t>𝝉</m:t>
                    </m:r>
                    <m:r>
                      <a:rPr lang="zh-CN" altLang="en-US" sz="2000" b="1" i="1" dirty="0">
                        <a:solidFill>
                          <a:schemeClr val="tx1"/>
                        </a:solidFill>
                        <a:latin typeface="Cambria Math" panose="02040503050406030204" pitchFamily="18" charset="0"/>
                        <a:ea typeface="Cambria Math" panose="02040503050406030204" pitchFamily="18" charset="0"/>
                      </a:rPr>
                      <m:t>，</m:t>
                    </m:r>
                    <m:r>
                      <a:rPr lang="en-US" altLang="zh-CN" sz="2000" b="1" i="1" dirty="0" smtClean="0">
                        <a:solidFill>
                          <a:schemeClr val="tx1"/>
                        </a:solidFill>
                        <a:latin typeface="Cambria Math" panose="02040503050406030204" pitchFamily="18" charset="0"/>
                      </a:rPr>
                      <m:t>𝟏</m:t>
                    </m:r>
                    <m:r>
                      <a:rPr lang="en-US" altLang="zh-CN" sz="2000" b="1" i="1" dirty="0">
                        <a:solidFill>
                          <a:schemeClr val="tx1"/>
                        </a:solidFill>
                        <a:latin typeface="Cambria Math" panose="02040503050406030204" pitchFamily="18" charset="0"/>
                        <a:ea typeface="Cambria Math" panose="02040503050406030204" pitchFamily="18" charset="0"/>
                      </a:rPr>
                      <m:t>×</m:t>
                    </m:r>
                    <m:r>
                      <a:rPr lang="en-US" altLang="zh-CN" sz="2000" b="1" i="1" dirty="0">
                        <a:solidFill>
                          <a:schemeClr val="tx1"/>
                        </a:solidFill>
                        <a:latin typeface="Cambria Math" panose="02040503050406030204" pitchFamily="18" charset="0"/>
                        <a:ea typeface="Cambria Math" panose="02040503050406030204" pitchFamily="18" charset="0"/>
                      </a:rPr>
                      <m:t>𝟐</m:t>
                    </m:r>
                    <m:r>
                      <a:rPr lang="zh-CN" altLang="en-US" sz="2000" b="1" i="1" dirty="0">
                        <a:solidFill>
                          <a:schemeClr val="tx1"/>
                        </a:solidFill>
                        <a:latin typeface="Cambria Math" panose="02040503050406030204" pitchFamily="18" charset="0"/>
                        <a:ea typeface="Cambria Math" panose="02040503050406030204" pitchFamily="18" charset="0"/>
                      </a:rPr>
                      <m:t>𝝉</m:t>
                    </m:r>
                    <m:r>
                      <a:rPr lang="zh-CN" altLang="en-US" sz="2000" b="1" i="1" dirty="0">
                        <a:solidFill>
                          <a:schemeClr val="tx1"/>
                        </a:solidFill>
                        <a:latin typeface="Cambria Math" panose="02040503050406030204" pitchFamily="18" charset="0"/>
                        <a:ea typeface="Cambria Math" panose="02040503050406030204" pitchFamily="18" charset="0"/>
                      </a:rPr>
                      <m:t>，</m:t>
                    </m:r>
                    <m:r>
                      <a:rPr lang="en-US" altLang="zh-CN" sz="2000" b="1" i="1" dirty="0" smtClean="0">
                        <a:solidFill>
                          <a:schemeClr val="tx1"/>
                        </a:solidFill>
                        <a:latin typeface="Cambria Math" panose="02040503050406030204" pitchFamily="18" charset="0"/>
                      </a:rPr>
                      <m:t>𝟐</m:t>
                    </m:r>
                    <m:r>
                      <a:rPr lang="en-US" altLang="zh-CN" sz="2000" b="1" i="1" dirty="0">
                        <a:solidFill>
                          <a:schemeClr val="tx1"/>
                        </a:solidFill>
                        <a:latin typeface="Cambria Math" panose="02040503050406030204" pitchFamily="18" charset="0"/>
                        <a:ea typeface="Cambria Math" panose="02040503050406030204" pitchFamily="18" charset="0"/>
                      </a:rPr>
                      <m:t>×</m:t>
                    </m:r>
                    <m:r>
                      <a:rPr lang="en-US" altLang="zh-CN" sz="2000" b="1" i="1" dirty="0">
                        <a:solidFill>
                          <a:schemeClr val="tx1"/>
                        </a:solidFill>
                        <a:latin typeface="Cambria Math" panose="02040503050406030204" pitchFamily="18" charset="0"/>
                        <a:ea typeface="Cambria Math" panose="02040503050406030204" pitchFamily="18" charset="0"/>
                      </a:rPr>
                      <m:t>𝟐</m:t>
                    </m:r>
                    <m:r>
                      <a:rPr lang="zh-CN" altLang="en-US" sz="2000" b="1" i="1" dirty="0">
                        <a:solidFill>
                          <a:schemeClr val="tx1"/>
                        </a:solidFill>
                        <a:latin typeface="Cambria Math" panose="02040503050406030204" pitchFamily="18" charset="0"/>
                        <a:ea typeface="Cambria Math" panose="02040503050406030204" pitchFamily="18" charset="0"/>
                      </a:rPr>
                      <m:t>𝝉</m:t>
                    </m:r>
                    <m:r>
                      <a:rPr lang="zh-CN" altLang="en-US" sz="2000" b="1" i="1" dirty="0">
                        <a:solidFill>
                          <a:schemeClr val="tx1"/>
                        </a:solidFill>
                        <a:latin typeface="Cambria Math" panose="02040503050406030204" pitchFamily="18" charset="0"/>
                        <a:ea typeface="Cambria Math" panose="02040503050406030204" pitchFamily="18" charset="0"/>
                      </a:rPr>
                      <m:t>，…   ，</m:t>
                    </m:r>
                    <m:r>
                      <a:rPr lang="en-US" altLang="zh-CN" sz="2000" b="1" i="1" dirty="0">
                        <a:solidFill>
                          <a:schemeClr val="tx1"/>
                        </a:solidFill>
                        <a:latin typeface="Cambria Math" panose="02040503050406030204" pitchFamily="18" charset="0"/>
                        <a:ea typeface="Cambria Math" panose="02040503050406030204" pitchFamily="18" charset="0"/>
                      </a:rPr>
                      <m:t>𝟏𝟎𝟐𝟑</m:t>
                    </m:r>
                  </m:oMath>
                </a14:m>
                <a:r>
                  <a:rPr lang="en-US" altLang="zh-CN" sz="2000" b="1" dirty="0">
                    <a:solidFill>
                      <a:schemeClr val="tx1"/>
                    </a:solidFill>
                    <a:ea typeface="Cambria Math" panose="02040503050406030204" pitchFamily="18" charset="0"/>
                  </a:rPr>
                  <a:t> </a:t>
                </a:r>
                <a14:m>
                  <m:oMath xmlns:m="http://schemas.openxmlformats.org/officeDocument/2006/math">
                    <m:r>
                      <a:rPr lang="en-US" altLang="zh-CN" sz="2000" b="1" i="1" dirty="0">
                        <a:solidFill>
                          <a:schemeClr val="tx1"/>
                        </a:solidFill>
                        <a:latin typeface="Cambria Math" panose="02040503050406030204" pitchFamily="18" charset="0"/>
                        <a:ea typeface="Cambria Math" panose="02040503050406030204" pitchFamily="18" charset="0"/>
                      </a:rPr>
                      <m:t>×</m:t>
                    </m:r>
                    <m:r>
                      <a:rPr lang="en-US" altLang="zh-CN" sz="2000" b="1" i="1" dirty="0">
                        <a:solidFill>
                          <a:schemeClr val="tx1"/>
                        </a:solidFill>
                        <a:latin typeface="Cambria Math" panose="02040503050406030204" pitchFamily="18" charset="0"/>
                        <a:ea typeface="Cambria Math" panose="02040503050406030204" pitchFamily="18" charset="0"/>
                      </a:rPr>
                      <m:t>𝟐</m:t>
                    </m:r>
                    <m:r>
                      <a:rPr lang="zh-CN" altLang="en-US" sz="2000" b="1" i="1" dirty="0">
                        <a:solidFill>
                          <a:schemeClr val="tx1"/>
                        </a:solidFill>
                        <a:latin typeface="Cambria Math" panose="02040503050406030204" pitchFamily="18" charset="0"/>
                        <a:ea typeface="Cambria Math" panose="02040503050406030204" pitchFamily="18" charset="0"/>
                      </a:rPr>
                      <m:t>𝝉</m:t>
                    </m:r>
                  </m:oMath>
                </a14:m>
                <a:endParaRPr lang="zh-CN" altLang="en-US" sz="2000" b="1" dirty="0">
                  <a:solidFill>
                    <a:schemeClr val="tx1"/>
                  </a:solidFill>
                </a:endParaRPr>
              </a:p>
            </p:txBody>
          </p:sp>
        </mc:Choice>
        <mc:Fallback xmlns="">
          <p:sp>
            <p:nvSpPr>
              <p:cNvPr id="48" name="矩形 47">
                <a:extLst>
                  <a:ext uri="{FF2B5EF4-FFF2-40B4-BE49-F238E27FC236}">
                    <a16:creationId xmlns:a16="http://schemas.microsoft.com/office/drawing/2014/main" id="{9C1DC192-4DFF-4913-A68A-9E5292FEB2C4}"/>
                  </a:ext>
                </a:extLst>
              </p:cNvPr>
              <p:cNvSpPr>
                <a:spLocks noRot="1" noChangeAspect="1" noMove="1" noResize="1" noEditPoints="1" noAdjustHandles="1" noChangeArrowheads="1" noChangeShapeType="1" noTextEdit="1"/>
              </p:cNvSpPr>
              <p:nvPr/>
            </p:nvSpPr>
            <p:spPr>
              <a:xfrm>
                <a:off x="6761839" y="5543415"/>
                <a:ext cx="5102071" cy="458302"/>
              </a:xfrm>
              <a:prstGeom prst="rect">
                <a:avLst/>
              </a:prstGeom>
              <a:blipFill>
                <a:blip r:embed="rId19"/>
                <a:stretch>
                  <a:fillRect/>
                </a:stretch>
              </a:blipFill>
              <a:ln>
                <a:noFill/>
              </a:ln>
            </p:spPr>
            <p:txBody>
              <a:bodyPr/>
              <a:lstStyle/>
              <a:p>
                <a:r>
                  <a:rPr lang="zh-CN" altLang="en-US">
                    <a:noFill/>
                  </a:rPr>
                  <a:t> </a:t>
                </a:r>
              </a:p>
            </p:txBody>
          </p:sp>
        </mc:Fallback>
      </mc:AlternateContent>
      <p:sp>
        <p:nvSpPr>
          <p:cNvPr id="49" name="平行四边形 48">
            <a:extLst>
              <a:ext uri="{FF2B5EF4-FFF2-40B4-BE49-F238E27FC236}">
                <a16:creationId xmlns:a16="http://schemas.microsoft.com/office/drawing/2014/main" id="{C71D84E5-E665-E4A3-ECC6-565E506471A8}"/>
              </a:ext>
            </a:extLst>
          </p:cNvPr>
          <p:cNvSpPr/>
          <p:nvPr/>
        </p:nvSpPr>
        <p:spPr>
          <a:xfrm>
            <a:off x="304800" y="749300"/>
            <a:ext cx="675384" cy="387090"/>
          </a:xfrm>
          <a:prstGeom prst="parallelogram">
            <a:avLst/>
          </a:prstGeom>
          <a:solidFill>
            <a:schemeClr val="accent3">
              <a:lumMod val="75000"/>
            </a:schemeClr>
          </a:solidFill>
          <a:ln>
            <a:solidFill>
              <a:schemeClr val="accent3">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CN" sz="2200" dirty="0">
                <a:latin typeface="Impact" panose="020B0806030902050204" pitchFamily="34" charset="0"/>
              </a:rPr>
              <a:t>04</a:t>
            </a:r>
            <a:endParaRPr lang="zh-CN" altLang="en-US" sz="2200" dirty="0">
              <a:latin typeface="Impact" panose="020B0806030902050204" pitchFamily="34" charset="0"/>
            </a:endParaRPr>
          </a:p>
        </p:txBody>
      </p:sp>
    </p:spTree>
    <p:custDataLst>
      <p:tags r:id="rId1"/>
    </p:custDataLst>
    <p:extLst>
      <p:ext uri="{BB962C8B-B14F-4D97-AF65-F5344CB8AC3E}">
        <p14:creationId xmlns:p14="http://schemas.microsoft.com/office/powerpoint/2010/main" val="3460589196"/>
      </p:ext>
    </p:extLst>
  </p:cSld>
  <p:clrMapOvr>
    <a:masterClrMapping/>
  </p:clrMapOvr>
  <mc:AlternateContent xmlns:mc="http://schemas.openxmlformats.org/markup-compatibility/2006" xmlns:p14="http://schemas.microsoft.com/office/powerpoint/2010/main">
    <mc:Choice Requires="p14">
      <p:transition p14:dur="10"/>
    </mc:Choice>
    <mc:Fallback xmlns="">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5" presetClass="entr" presetSubtype="0" fill="hold" nodeType="withEffect">
                                  <p:stCondLst>
                                    <p:cond delay="0"/>
                                  </p:stCondLst>
                                  <p:childTnLst>
                                    <p:set>
                                      <p:cBhvr>
                                        <p:cTn id="6" dur="1" fill="hold">
                                          <p:stCondLst>
                                            <p:cond delay="0"/>
                                          </p:stCondLst>
                                        </p:cTn>
                                        <p:tgtEl>
                                          <p:spTgt spid="9"/>
                                        </p:tgtEl>
                                        <p:attrNameLst>
                                          <p:attrName>style.visibility</p:attrName>
                                        </p:attrNameLst>
                                      </p:cBhvr>
                                      <p:to>
                                        <p:strVal val="visible"/>
                                      </p:to>
                                    </p:set>
                                    <p:anim calcmode="lin" valueType="num">
                                      <p:cBhvr>
                                        <p:cTn id="7" dur="1000" fill="hold"/>
                                        <p:tgtEl>
                                          <p:spTgt spid="9"/>
                                        </p:tgtEl>
                                        <p:attrNameLst>
                                          <p:attrName>ppt_w</p:attrName>
                                        </p:attrNameLst>
                                      </p:cBhvr>
                                      <p:tavLst>
                                        <p:tav tm="0">
                                          <p:val>
                                            <p:fltVal val="0"/>
                                          </p:val>
                                        </p:tav>
                                        <p:tav tm="100000">
                                          <p:val>
                                            <p:strVal val="#ppt_w"/>
                                          </p:val>
                                        </p:tav>
                                      </p:tavLst>
                                    </p:anim>
                                    <p:anim calcmode="lin" valueType="num">
                                      <p:cBhvr>
                                        <p:cTn id="8" dur="1000" fill="hold"/>
                                        <p:tgtEl>
                                          <p:spTgt spid="9"/>
                                        </p:tgtEl>
                                        <p:attrNameLst>
                                          <p:attrName>ppt_h</p:attrName>
                                        </p:attrNameLst>
                                      </p:cBhvr>
                                      <p:tavLst>
                                        <p:tav tm="0">
                                          <p:val>
                                            <p:fltVal val="0"/>
                                          </p:val>
                                        </p:tav>
                                        <p:tav tm="100000">
                                          <p:val>
                                            <p:strVal val="#ppt_h"/>
                                          </p:val>
                                        </p:tav>
                                      </p:tavLst>
                                    </p:anim>
                                    <p:anim calcmode="lin" valueType="num">
                                      <p:cBhvr>
                                        <p:cTn id="9" dur="1000" fill="hold"/>
                                        <p:tgtEl>
                                          <p:spTgt spid="9"/>
                                        </p:tgtEl>
                                        <p:attrNameLst>
                                          <p:attrName>ppt_x</p:attrName>
                                        </p:attrNameLst>
                                      </p:cBhvr>
                                      <p:tavLst>
                                        <p:tav tm="0" fmla="#ppt_x+(cos(-2*pi*(1-$))*-#ppt_x-sin(-2*pi*(1-$))*(1-#ppt_y))*(1-$)">
                                          <p:val>
                                            <p:fltVal val="0"/>
                                          </p:val>
                                        </p:tav>
                                        <p:tav tm="100000">
                                          <p:val>
                                            <p:fltVal val="1"/>
                                          </p:val>
                                        </p:tav>
                                      </p:tavLst>
                                    </p:anim>
                                    <p:anim calcmode="lin" valueType="num">
                                      <p:cBhvr>
                                        <p:cTn id="10" dur="1000" fill="hold"/>
                                        <p:tgtEl>
                                          <p:spTgt spid="9"/>
                                        </p:tgtEl>
                                        <p:attrNameLst>
                                          <p:attrName>ppt_y</p:attrName>
                                        </p:attrNameLst>
                                      </p:cBhvr>
                                      <p:tavLst>
                                        <p:tav tm="0" fmla="#ppt_y+(sin(-2*pi*(1-$))*-#ppt_x+cos(-2*pi*(1-$))*(1-#ppt_y))*(1-$)">
                                          <p:val>
                                            <p:fltVal val="0"/>
                                          </p:val>
                                        </p:tav>
                                        <p:tav tm="100000">
                                          <p:val>
                                            <p:fltVal val="1"/>
                                          </p:val>
                                        </p:tav>
                                      </p:tavLst>
                                    </p:anim>
                                  </p:childTnLst>
                                </p:cTn>
                              </p:par>
                            </p:childTnLst>
                          </p:cTn>
                        </p:par>
                      </p:childTnLst>
                    </p:cTn>
                  </p:par>
                  <p:par>
                    <p:cTn id="11" fill="hold">
                      <p:stCondLst>
                        <p:cond delay="indefinite"/>
                      </p:stCondLst>
                      <p:childTnLst>
                        <p:par>
                          <p:cTn id="12" fill="hold">
                            <p:stCondLst>
                              <p:cond delay="0"/>
                            </p:stCondLst>
                            <p:childTnLst>
                              <p:par>
                                <p:cTn id="13" presetID="53" presetClass="entr" presetSubtype="16" fill="hold" grpId="0" nodeType="clickEffect">
                                  <p:stCondLst>
                                    <p:cond delay="0"/>
                                  </p:stCondLst>
                                  <p:childTnLst>
                                    <p:set>
                                      <p:cBhvr>
                                        <p:cTn id="14" dur="1" fill="hold">
                                          <p:stCondLst>
                                            <p:cond delay="0"/>
                                          </p:stCondLst>
                                        </p:cTn>
                                        <p:tgtEl>
                                          <p:spTgt spid="37"/>
                                        </p:tgtEl>
                                        <p:attrNameLst>
                                          <p:attrName>style.visibility</p:attrName>
                                        </p:attrNameLst>
                                      </p:cBhvr>
                                      <p:to>
                                        <p:strVal val="visible"/>
                                      </p:to>
                                    </p:set>
                                    <p:anim calcmode="lin" valueType="num">
                                      <p:cBhvr>
                                        <p:cTn id="15" dur="500" fill="hold"/>
                                        <p:tgtEl>
                                          <p:spTgt spid="37"/>
                                        </p:tgtEl>
                                        <p:attrNameLst>
                                          <p:attrName>ppt_w</p:attrName>
                                        </p:attrNameLst>
                                      </p:cBhvr>
                                      <p:tavLst>
                                        <p:tav tm="0">
                                          <p:val>
                                            <p:fltVal val="0"/>
                                          </p:val>
                                        </p:tav>
                                        <p:tav tm="100000">
                                          <p:val>
                                            <p:strVal val="#ppt_w"/>
                                          </p:val>
                                        </p:tav>
                                      </p:tavLst>
                                    </p:anim>
                                    <p:anim calcmode="lin" valueType="num">
                                      <p:cBhvr>
                                        <p:cTn id="16" dur="500" fill="hold"/>
                                        <p:tgtEl>
                                          <p:spTgt spid="37"/>
                                        </p:tgtEl>
                                        <p:attrNameLst>
                                          <p:attrName>ppt_h</p:attrName>
                                        </p:attrNameLst>
                                      </p:cBhvr>
                                      <p:tavLst>
                                        <p:tav tm="0">
                                          <p:val>
                                            <p:fltVal val="0"/>
                                          </p:val>
                                        </p:tav>
                                        <p:tav tm="100000">
                                          <p:val>
                                            <p:strVal val="#ppt_h"/>
                                          </p:val>
                                        </p:tav>
                                      </p:tavLst>
                                    </p:anim>
                                    <p:animEffect transition="in" filter="fade">
                                      <p:cBhvr>
                                        <p:cTn id="17" dur="500"/>
                                        <p:tgtEl>
                                          <p:spTgt spid="37"/>
                                        </p:tgtEl>
                                      </p:cBhvr>
                                    </p:animEffect>
                                  </p:childTnLst>
                                </p:cTn>
                              </p:par>
                            </p:childTnLst>
                          </p:cTn>
                        </p:par>
                      </p:childTnLst>
                    </p:cTn>
                  </p:par>
                  <p:par>
                    <p:cTn id="18" fill="hold">
                      <p:stCondLst>
                        <p:cond delay="indefinite"/>
                      </p:stCondLst>
                      <p:childTnLst>
                        <p:par>
                          <p:cTn id="19" fill="hold">
                            <p:stCondLst>
                              <p:cond delay="0"/>
                            </p:stCondLst>
                            <p:childTnLst>
                              <p:par>
                                <p:cTn id="20" presetID="53" presetClass="entr" presetSubtype="16" fill="hold" grpId="0" nodeType="clickEffect">
                                  <p:stCondLst>
                                    <p:cond delay="0"/>
                                  </p:stCondLst>
                                  <p:childTnLst>
                                    <p:set>
                                      <p:cBhvr>
                                        <p:cTn id="21" dur="1" fill="hold">
                                          <p:stCondLst>
                                            <p:cond delay="0"/>
                                          </p:stCondLst>
                                        </p:cTn>
                                        <p:tgtEl>
                                          <p:spTgt spid="38"/>
                                        </p:tgtEl>
                                        <p:attrNameLst>
                                          <p:attrName>style.visibility</p:attrName>
                                        </p:attrNameLst>
                                      </p:cBhvr>
                                      <p:to>
                                        <p:strVal val="visible"/>
                                      </p:to>
                                    </p:set>
                                    <p:anim calcmode="lin" valueType="num">
                                      <p:cBhvr>
                                        <p:cTn id="22" dur="500" fill="hold"/>
                                        <p:tgtEl>
                                          <p:spTgt spid="38"/>
                                        </p:tgtEl>
                                        <p:attrNameLst>
                                          <p:attrName>ppt_w</p:attrName>
                                        </p:attrNameLst>
                                      </p:cBhvr>
                                      <p:tavLst>
                                        <p:tav tm="0">
                                          <p:val>
                                            <p:fltVal val="0"/>
                                          </p:val>
                                        </p:tav>
                                        <p:tav tm="100000">
                                          <p:val>
                                            <p:strVal val="#ppt_w"/>
                                          </p:val>
                                        </p:tav>
                                      </p:tavLst>
                                    </p:anim>
                                    <p:anim calcmode="lin" valueType="num">
                                      <p:cBhvr>
                                        <p:cTn id="23" dur="500" fill="hold"/>
                                        <p:tgtEl>
                                          <p:spTgt spid="38"/>
                                        </p:tgtEl>
                                        <p:attrNameLst>
                                          <p:attrName>ppt_h</p:attrName>
                                        </p:attrNameLst>
                                      </p:cBhvr>
                                      <p:tavLst>
                                        <p:tav tm="0">
                                          <p:val>
                                            <p:fltVal val="0"/>
                                          </p:val>
                                        </p:tav>
                                        <p:tav tm="100000">
                                          <p:val>
                                            <p:strVal val="#ppt_h"/>
                                          </p:val>
                                        </p:tav>
                                      </p:tavLst>
                                    </p:anim>
                                    <p:animEffect transition="in" filter="fade">
                                      <p:cBhvr>
                                        <p:cTn id="24" dur="500"/>
                                        <p:tgtEl>
                                          <p:spTgt spid="38"/>
                                        </p:tgtEl>
                                      </p:cBhvr>
                                    </p:animEffect>
                                  </p:childTnLst>
                                </p:cTn>
                              </p:par>
                            </p:childTnLst>
                          </p:cTn>
                        </p:par>
                      </p:childTnLst>
                    </p:cTn>
                  </p:par>
                  <p:par>
                    <p:cTn id="25" fill="hold">
                      <p:stCondLst>
                        <p:cond delay="indefinite"/>
                      </p:stCondLst>
                      <p:childTnLst>
                        <p:par>
                          <p:cTn id="26" fill="hold">
                            <p:stCondLst>
                              <p:cond delay="0"/>
                            </p:stCondLst>
                            <p:childTnLst>
                              <p:par>
                                <p:cTn id="27" presetID="22" presetClass="entr" presetSubtype="8" fill="hold" grpId="0" nodeType="clickEffect">
                                  <p:stCondLst>
                                    <p:cond delay="0"/>
                                  </p:stCondLst>
                                  <p:childTnLst>
                                    <p:set>
                                      <p:cBhvr>
                                        <p:cTn id="28" dur="1" fill="hold">
                                          <p:stCondLst>
                                            <p:cond delay="0"/>
                                          </p:stCondLst>
                                        </p:cTn>
                                        <p:tgtEl>
                                          <p:spTgt spid="39"/>
                                        </p:tgtEl>
                                        <p:attrNameLst>
                                          <p:attrName>style.visibility</p:attrName>
                                        </p:attrNameLst>
                                      </p:cBhvr>
                                      <p:to>
                                        <p:strVal val="visible"/>
                                      </p:to>
                                    </p:set>
                                    <p:animEffect transition="in" filter="wipe(left)">
                                      <p:cBhvr>
                                        <p:cTn id="29" dur="1000"/>
                                        <p:tgtEl>
                                          <p:spTgt spid="39"/>
                                        </p:tgtEl>
                                      </p:cBhvr>
                                    </p:animEffect>
                                  </p:childTnLst>
                                </p:cTn>
                              </p:par>
                            </p:childTnLst>
                          </p:cTn>
                        </p:par>
                      </p:childTnLst>
                    </p:cTn>
                  </p:par>
                  <p:par>
                    <p:cTn id="30" fill="hold">
                      <p:stCondLst>
                        <p:cond delay="indefinite"/>
                      </p:stCondLst>
                      <p:childTnLst>
                        <p:par>
                          <p:cTn id="31" fill="hold">
                            <p:stCondLst>
                              <p:cond delay="0"/>
                            </p:stCondLst>
                            <p:childTnLst>
                              <p:par>
                                <p:cTn id="32" presetID="22" presetClass="entr" presetSubtype="8" fill="hold" grpId="0" nodeType="clickEffect">
                                  <p:stCondLst>
                                    <p:cond delay="0"/>
                                  </p:stCondLst>
                                  <p:childTnLst>
                                    <p:set>
                                      <p:cBhvr>
                                        <p:cTn id="33" dur="1" fill="hold">
                                          <p:stCondLst>
                                            <p:cond delay="0"/>
                                          </p:stCondLst>
                                        </p:cTn>
                                        <p:tgtEl>
                                          <p:spTgt spid="40"/>
                                        </p:tgtEl>
                                        <p:attrNameLst>
                                          <p:attrName>style.visibility</p:attrName>
                                        </p:attrNameLst>
                                      </p:cBhvr>
                                      <p:to>
                                        <p:strVal val="visible"/>
                                      </p:to>
                                    </p:set>
                                    <p:animEffect transition="in" filter="wipe(left)">
                                      <p:cBhvr>
                                        <p:cTn id="34" dur="1000"/>
                                        <p:tgtEl>
                                          <p:spTgt spid="40"/>
                                        </p:tgtEl>
                                      </p:cBhvr>
                                    </p:animEffect>
                                  </p:childTnLst>
                                </p:cTn>
                              </p:par>
                            </p:childTnLst>
                          </p:cTn>
                        </p:par>
                      </p:childTnLst>
                    </p:cTn>
                  </p:par>
                  <p:par>
                    <p:cTn id="35" fill="hold">
                      <p:stCondLst>
                        <p:cond delay="indefinite"/>
                      </p:stCondLst>
                      <p:childTnLst>
                        <p:par>
                          <p:cTn id="36" fill="hold">
                            <p:stCondLst>
                              <p:cond delay="0"/>
                            </p:stCondLst>
                            <p:childTnLst>
                              <p:par>
                                <p:cTn id="37" presetID="53" presetClass="entr" presetSubtype="16" fill="hold" grpId="0" nodeType="clickEffect">
                                  <p:stCondLst>
                                    <p:cond delay="0"/>
                                  </p:stCondLst>
                                  <p:childTnLst>
                                    <p:set>
                                      <p:cBhvr>
                                        <p:cTn id="38" dur="1" fill="hold">
                                          <p:stCondLst>
                                            <p:cond delay="0"/>
                                          </p:stCondLst>
                                        </p:cTn>
                                        <p:tgtEl>
                                          <p:spTgt spid="41"/>
                                        </p:tgtEl>
                                        <p:attrNameLst>
                                          <p:attrName>style.visibility</p:attrName>
                                        </p:attrNameLst>
                                      </p:cBhvr>
                                      <p:to>
                                        <p:strVal val="visible"/>
                                      </p:to>
                                    </p:set>
                                    <p:anim calcmode="lin" valueType="num">
                                      <p:cBhvr>
                                        <p:cTn id="39" dur="500" fill="hold"/>
                                        <p:tgtEl>
                                          <p:spTgt spid="41"/>
                                        </p:tgtEl>
                                        <p:attrNameLst>
                                          <p:attrName>ppt_w</p:attrName>
                                        </p:attrNameLst>
                                      </p:cBhvr>
                                      <p:tavLst>
                                        <p:tav tm="0">
                                          <p:val>
                                            <p:fltVal val="0"/>
                                          </p:val>
                                        </p:tav>
                                        <p:tav tm="100000">
                                          <p:val>
                                            <p:strVal val="#ppt_w"/>
                                          </p:val>
                                        </p:tav>
                                      </p:tavLst>
                                    </p:anim>
                                    <p:anim calcmode="lin" valueType="num">
                                      <p:cBhvr>
                                        <p:cTn id="40" dur="500" fill="hold"/>
                                        <p:tgtEl>
                                          <p:spTgt spid="41"/>
                                        </p:tgtEl>
                                        <p:attrNameLst>
                                          <p:attrName>ppt_h</p:attrName>
                                        </p:attrNameLst>
                                      </p:cBhvr>
                                      <p:tavLst>
                                        <p:tav tm="0">
                                          <p:val>
                                            <p:fltVal val="0"/>
                                          </p:val>
                                        </p:tav>
                                        <p:tav tm="100000">
                                          <p:val>
                                            <p:strVal val="#ppt_h"/>
                                          </p:val>
                                        </p:tav>
                                      </p:tavLst>
                                    </p:anim>
                                    <p:animEffect transition="in" filter="fade">
                                      <p:cBhvr>
                                        <p:cTn id="41" dur="500"/>
                                        <p:tgtEl>
                                          <p:spTgt spid="41"/>
                                        </p:tgtEl>
                                      </p:cBhvr>
                                    </p:animEffect>
                                  </p:childTnLst>
                                </p:cTn>
                              </p:par>
                            </p:childTnLst>
                          </p:cTn>
                        </p:par>
                      </p:childTnLst>
                    </p:cTn>
                  </p:par>
                  <p:par>
                    <p:cTn id="42" fill="hold">
                      <p:stCondLst>
                        <p:cond delay="indefinite"/>
                      </p:stCondLst>
                      <p:childTnLst>
                        <p:par>
                          <p:cTn id="43" fill="hold">
                            <p:stCondLst>
                              <p:cond delay="0"/>
                            </p:stCondLst>
                            <p:childTnLst>
                              <p:par>
                                <p:cTn id="44" presetID="53" presetClass="entr" presetSubtype="16" fill="hold" grpId="0" nodeType="clickEffect">
                                  <p:stCondLst>
                                    <p:cond delay="0"/>
                                  </p:stCondLst>
                                  <p:childTnLst>
                                    <p:set>
                                      <p:cBhvr>
                                        <p:cTn id="45" dur="1" fill="hold">
                                          <p:stCondLst>
                                            <p:cond delay="0"/>
                                          </p:stCondLst>
                                        </p:cTn>
                                        <p:tgtEl>
                                          <p:spTgt spid="42"/>
                                        </p:tgtEl>
                                        <p:attrNameLst>
                                          <p:attrName>style.visibility</p:attrName>
                                        </p:attrNameLst>
                                      </p:cBhvr>
                                      <p:to>
                                        <p:strVal val="visible"/>
                                      </p:to>
                                    </p:set>
                                    <p:anim calcmode="lin" valueType="num">
                                      <p:cBhvr>
                                        <p:cTn id="46" dur="500" fill="hold"/>
                                        <p:tgtEl>
                                          <p:spTgt spid="42"/>
                                        </p:tgtEl>
                                        <p:attrNameLst>
                                          <p:attrName>ppt_w</p:attrName>
                                        </p:attrNameLst>
                                      </p:cBhvr>
                                      <p:tavLst>
                                        <p:tav tm="0">
                                          <p:val>
                                            <p:fltVal val="0"/>
                                          </p:val>
                                        </p:tav>
                                        <p:tav tm="100000">
                                          <p:val>
                                            <p:strVal val="#ppt_w"/>
                                          </p:val>
                                        </p:tav>
                                      </p:tavLst>
                                    </p:anim>
                                    <p:anim calcmode="lin" valueType="num">
                                      <p:cBhvr>
                                        <p:cTn id="47" dur="500" fill="hold"/>
                                        <p:tgtEl>
                                          <p:spTgt spid="42"/>
                                        </p:tgtEl>
                                        <p:attrNameLst>
                                          <p:attrName>ppt_h</p:attrName>
                                        </p:attrNameLst>
                                      </p:cBhvr>
                                      <p:tavLst>
                                        <p:tav tm="0">
                                          <p:val>
                                            <p:fltVal val="0"/>
                                          </p:val>
                                        </p:tav>
                                        <p:tav tm="100000">
                                          <p:val>
                                            <p:strVal val="#ppt_h"/>
                                          </p:val>
                                        </p:tav>
                                      </p:tavLst>
                                    </p:anim>
                                    <p:animEffect transition="in" filter="fade">
                                      <p:cBhvr>
                                        <p:cTn id="48" dur="500"/>
                                        <p:tgtEl>
                                          <p:spTgt spid="42"/>
                                        </p:tgtEl>
                                      </p:cBhvr>
                                    </p:animEffect>
                                  </p:childTnLst>
                                </p:cTn>
                              </p:par>
                            </p:childTnLst>
                          </p:cTn>
                        </p:par>
                      </p:childTnLst>
                    </p:cTn>
                  </p:par>
                  <p:par>
                    <p:cTn id="49" fill="hold">
                      <p:stCondLst>
                        <p:cond delay="indefinite"/>
                      </p:stCondLst>
                      <p:childTnLst>
                        <p:par>
                          <p:cTn id="50" fill="hold">
                            <p:stCondLst>
                              <p:cond delay="0"/>
                            </p:stCondLst>
                            <p:childTnLst>
                              <p:par>
                                <p:cTn id="51" presetID="22" presetClass="entr" presetSubtype="8" fill="hold" grpId="0" nodeType="clickEffect">
                                  <p:stCondLst>
                                    <p:cond delay="0"/>
                                  </p:stCondLst>
                                  <p:childTnLst>
                                    <p:set>
                                      <p:cBhvr>
                                        <p:cTn id="52" dur="1" fill="hold">
                                          <p:stCondLst>
                                            <p:cond delay="0"/>
                                          </p:stCondLst>
                                        </p:cTn>
                                        <p:tgtEl>
                                          <p:spTgt spid="43"/>
                                        </p:tgtEl>
                                        <p:attrNameLst>
                                          <p:attrName>style.visibility</p:attrName>
                                        </p:attrNameLst>
                                      </p:cBhvr>
                                      <p:to>
                                        <p:strVal val="visible"/>
                                      </p:to>
                                    </p:set>
                                    <p:animEffect transition="in" filter="wipe(left)">
                                      <p:cBhvr>
                                        <p:cTn id="53" dur="1000"/>
                                        <p:tgtEl>
                                          <p:spTgt spid="43"/>
                                        </p:tgtEl>
                                      </p:cBhvr>
                                    </p:animEffect>
                                  </p:childTnLst>
                                </p:cTn>
                              </p:par>
                            </p:childTnLst>
                          </p:cTn>
                        </p:par>
                      </p:childTnLst>
                    </p:cTn>
                  </p:par>
                  <p:par>
                    <p:cTn id="54" fill="hold">
                      <p:stCondLst>
                        <p:cond delay="indefinite"/>
                      </p:stCondLst>
                      <p:childTnLst>
                        <p:par>
                          <p:cTn id="55" fill="hold">
                            <p:stCondLst>
                              <p:cond delay="0"/>
                            </p:stCondLst>
                            <p:childTnLst>
                              <p:par>
                                <p:cTn id="56" presetID="22" presetClass="entr" presetSubtype="8" fill="hold" grpId="0" nodeType="clickEffect">
                                  <p:stCondLst>
                                    <p:cond delay="0"/>
                                  </p:stCondLst>
                                  <p:childTnLst>
                                    <p:set>
                                      <p:cBhvr>
                                        <p:cTn id="57" dur="1" fill="hold">
                                          <p:stCondLst>
                                            <p:cond delay="0"/>
                                          </p:stCondLst>
                                        </p:cTn>
                                        <p:tgtEl>
                                          <p:spTgt spid="44"/>
                                        </p:tgtEl>
                                        <p:attrNameLst>
                                          <p:attrName>style.visibility</p:attrName>
                                        </p:attrNameLst>
                                      </p:cBhvr>
                                      <p:to>
                                        <p:strVal val="visible"/>
                                      </p:to>
                                    </p:set>
                                    <p:animEffect transition="in" filter="wipe(left)">
                                      <p:cBhvr>
                                        <p:cTn id="58" dur="1000"/>
                                        <p:tgtEl>
                                          <p:spTgt spid="44"/>
                                        </p:tgtEl>
                                      </p:cBhvr>
                                    </p:animEffect>
                                  </p:childTnLst>
                                </p:cTn>
                              </p:par>
                            </p:childTnLst>
                          </p:cTn>
                        </p:par>
                      </p:childTnLst>
                    </p:cTn>
                  </p:par>
                  <p:par>
                    <p:cTn id="59" fill="hold">
                      <p:stCondLst>
                        <p:cond delay="indefinite"/>
                      </p:stCondLst>
                      <p:childTnLst>
                        <p:par>
                          <p:cTn id="60" fill="hold">
                            <p:stCondLst>
                              <p:cond delay="0"/>
                            </p:stCondLst>
                            <p:childTnLst>
                              <p:par>
                                <p:cTn id="61" presetID="53" presetClass="entr" presetSubtype="16" fill="hold" grpId="0" nodeType="clickEffect">
                                  <p:stCondLst>
                                    <p:cond delay="0"/>
                                  </p:stCondLst>
                                  <p:childTnLst>
                                    <p:set>
                                      <p:cBhvr>
                                        <p:cTn id="62" dur="1" fill="hold">
                                          <p:stCondLst>
                                            <p:cond delay="0"/>
                                          </p:stCondLst>
                                        </p:cTn>
                                        <p:tgtEl>
                                          <p:spTgt spid="45"/>
                                        </p:tgtEl>
                                        <p:attrNameLst>
                                          <p:attrName>style.visibility</p:attrName>
                                        </p:attrNameLst>
                                      </p:cBhvr>
                                      <p:to>
                                        <p:strVal val="visible"/>
                                      </p:to>
                                    </p:set>
                                    <p:anim calcmode="lin" valueType="num">
                                      <p:cBhvr>
                                        <p:cTn id="63" dur="500" fill="hold"/>
                                        <p:tgtEl>
                                          <p:spTgt spid="45"/>
                                        </p:tgtEl>
                                        <p:attrNameLst>
                                          <p:attrName>ppt_w</p:attrName>
                                        </p:attrNameLst>
                                      </p:cBhvr>
                                      <p:tavLst>
                                        <p:tav tm="0">
                                          <p:val>
                                            <p:fltVal val="0"/>
                                          </p:val>
                                        </p:tav>
                                        <p:tav tm="100000">
                                          <p:val>
                                            <p:strVal val="#ppt_w"/>
                                          </p:val>
                                        </p:tav>
                                      </p:tavLst>
                                    </p:anim>
                                    <p:anim calcmode="lin" valueType="num">
                                      <p:cBhvr>
                                        <p:cTn id="64" dur="500" fill="hold"/>
                                        <p:tgtEl>
                                          <p:spTgt spid="45"/>
                                        </p:tgtEl>
                                        <p:attrNameLst>
                                          <p:attrName>ppt_h</p:attrName>
                                        </p:attrNameLst>
                                      </p:cBhvr>
                                      <p:tavLst>
                                        <p:tav tm="0">
                                          <p:val>
                                            <p:fltVal val="0"/>
                                          </p:val>
                                        </p:tav>
                                        <p:tav tm="100000">
                                          <p:val>
                                            <p:strVal val="#ppt_h"/>
                                          </p:val>
                                        </p:tav>
                                      </p:tavLst>
                                    </p:anim>
                                    <p:animEffect transition="in" filter="fade">
                                      <p:cBhvr>
                                        <p:cTn id="65" dur="500"/>
                                        <p:tgtEl>
                                          <p:spTgt spid="45"/>
                                        </p:tgtEl>
                                      </p:cBhvr>
                                    </p:animEffect>
                                  </p:childTnLst>
                                </p:cTn>
                              </p:par>
                            </p:childTnLst>
                          </p:cTn>
                        </p:par>
                      </p:childTnLst>
                    </p:cTn>
                  </p:par>
                  <p:par>
                    <p:cTn id="66" fill="hold">
                      <p:stCondLst>
                        <p:cond delay="indefinite"/>
                      </p:stCondLst>
                      <p:childTnLst>
                        <p:par>
                          <p:cTn id="67" fill="hold">
                            <p:stCondLst>
                              <p:cond delay="0"/>
                            </p:stCondLst>
                            <p:childTnLst>
                              <p:par>
                                <p:cTn id="68" presetID="53" presetClass="entr" presetSubtype="16" fill="hold" grpId="0" nodeType="clickEffect">
                                  <p:stCondLst>
                                    <p:cond delay="0"/>
                                  </p:stCondLst>
                                  <p:childTnLst>
                                    <p:set>
                                      <p:cBhvr>
                                        <p:cTn id="69" dur="1" fill="hold">
                                          <p:stCondLst>
                                            <p:cond delay="0"/>
                                          </p:stCondLst>
                                        </p:cTn>
                                        <p:tgtEl>
                                          <p:spTgt spid="46"/>
                                        </p:tgtEl>
                                        <p:attrNameLst>
                                          <p:attrName>style.visibility</p:attrName>
                                        </p:attrNameLst>
                                      </p:cBhvr>
                                      <p:to>
                                        <p:strVal val="visible"/>
                                      </p:to>
                                    </p:set>
                                    <p:anim calcmode="lin" valueType="num">
                                      <p:cBhvr>
                                        <p:cTn id="70" dur="500" fill="hold"/>
                                        <p:tgtEl>
                                          <p:spTgt spid="46"/>
                                        </p:tgtEl>
                                        <p:attrNameLst>
                                          <p:attrName>ppt_w</p:attrName>
                                        </p:attrNameLst>
                                      </p:cBhvr>
                                      <p:tavLst>
                                        <p:tav tm="0">
                                          <p:val>
                                            <p:fltVal val="0"/>
                                          </p:val>
                                        </p:tav>
                                        <p:tav tm="100000">
                                          <p:val>
                                            <p:strVal val="#ppt_w"/>
                                          </p:val>
                                        </p:tav>
                                      </p:tavLst>
                                    </p:anim>
                                    <p:anim calcmode="lin" valueType="num">
                                      <p:cBhvr>
                                        <p:cTn id="71" dur="500" fill="hold"/>
                                        <p:tgtEl>
                                          <p:spTgt spid="46"/>
                                        </p:tgtEl>
                                        <p:attrNameLst>
                                          <p:attrName>ppt_h</p:attrName>
                                        </p:attrNameLst>
                                      </p:cBhvr>
                                      <p:tavLst>
                                        <p:tav tm="0">
                                          <p:val>
                                            <p:fltVal val="0"/>
                                          </p:val>
                                        </p:tav>
                                        <p:tav tm="100000">
                                          <p:val>
                                            <p:strVal val="#ppt_h"/>
                                          </p:val>
                                        </p:tav>
                                      </p:tavLst>
                                    </p:anim>
                                    <p:animEffect transition="in" filter="fade">
                                      <p:cBhvr>
                                        <p:cTn id="72" dur="500"/>
                                        <p:tgtEl>
                                          <p:spTgt spid="46"/>
                                        </p:tgtEl>
                                      </p:cBhvr>
                                    </p:animEffect>
                                  </p:childTnLst>
                                </p:cTn>
                              </p:par>
                            </p:childTnLst>
                          </p:cTn>
                        </p:par>
                      </p:childTnLst>
                    </p:cTn>
                  </p:par>
                  <p:par>
                    <p:cTn id="73" fill="hold">
                      <p:stCondLst>
                        <p:cond delay="indefinite"/>
                      </p:stCondLst>
                      <p:childTnLst>
                        <p:par>
                          <p:cTn id="74" fill="hold">
                            <p:stCondLst>
                              <p:cond delay="0"/>
                            </p:stCondLst>
                            <p:childTnLst>
                              <p:par>
                                <p:cTn id="75" presetID="22" presetClass="entr" presetSubtype="8" fill="hold" grpId="0" nodeType="clickEffect">
                                  <p:stCondLst>
                                    <p:cond delay="0"/>
                                  </p:stCondLst>
                                  <p:childTnLst>
                                    <p:set>
                                      <p:cBhvr>
                                        <p:cTn id="76" dur="1" fill="hold">
                                          <p:stCondLst>
                                            <p:cond delay="0"/>
                                          </p:stCondLst>
                                        </p:cTn>
                                        <p:tgtEl>
                                          <p:spTgt spid="47"/>
                                        </p:tgtEl>
                                        <p:attrNameLst>
                                          <p:attrName>style.visibility</p:attrName>
                                        </p:attrNameLst>
                                      </p:cBhvr>
                                      <p:to>
                                        <p:strVal val="visible"/>
                                      </p:to>
                                    </p:set>
                                    <p:animEffect transition="in" filter="wipe(left)">
                                      <p:cBhvr>
                                        <p:cTn id="77" dur="1000"/>
                                        <p:tgtEl>
                                          <p:spTgt spid="47"/>
                                        </p:tgtEl>
                                      </p:cBhvr>
                                    </p:animEffect>
                                  </p:childTnLst>
                                </p:cTn>
                              </p:par>
                            </p:childTnLst>
                          </p:cTn>
                        </p:par>
                      </p:childTnLst>
                    </p:cTn>
                  </p:par>
                  <p:par>
                    <p:cTn id="78" fill="hold">
                      <p:stCondLst>
                        <p:cond delay="indefinite"/>
                      </p:stCondLst>
                      <p:childTnLst>
                        <p:par>
                          <p:cTn id="79" fill="hold">
                            <p:stCondLst>
                              <p:cond delay="0"/>
                            </p:stCondLst>
                            <p:childTnLst>
                              <p:par>
                                <p:cTn id="80" presetID="22" presetClass="entr" presetSubtype="8" fill="hold" grpId="0" nodeType="clickEffect">
                                  <p:stCondLst>
                                    <p:cond delay="0"/>
                                  </p:stCondLst>
                                  <p:childTnLst>
                                    <p:set>
                                      <p:cBhvr>
                                        <p:cTn id="81" dur="1" fill="hold">
                                          <p:stCondLst>
                                            <p:cond delay="0"/>
                                          </p:stCondLst>
                                        </p:cTn>
                                        <p:tgtEl>
                                          <p:spTgt spid="48"/>
                                        </p:tgtEl>
                                        <p:attrNameLst>
                                          <p:attrName>style.visibility</p:attrName>
                                        </p:attrNameLst>
                                      </p:cBhvr>
                                      <p:to>
                                        <p:strVal val="visible"/>
                                      </p:to>
                                    </p:set>
                                    <p:animEffect transition="in" filter="wipe(left)">
                                      <p:cBhvr>
                                        <p:cTn id="82" dur="1000"/>
                                        <p:tgtEl>
                                          <p:spTgt spid="48"/>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7" grpId="0"/>
      <p:bldP spid="38" grpId="0"/>
      <p:bldP spid="39" grpId="0"/>
      <p:bldP spid="40" grpId="0"/>
      <p:bldP spid="41" grpId="0"/>
      <p:bldP spid="42" grpId="0"/>
      <p:bldP spid="43" grpId="0"/>
      <p:bldP spid="44" grpId="0"/>
      <p:bldP spid="45" grpId="0"/>
      <p:bldP spid="46" grpId="0"/>
      <p:bldP spid="47" grpId="0"/>
      <p:bldP spid="48" grpId="0"/>
    </p:bldLst>
  </p:timing>
</p:sld>
</file>

<file path=ppt/slides/slide35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4" name="组合 3">
            <a:extLst>
              <a:ext uri="{FF2B5EF4-FFF2-40B4-BE49-F238E27FC236}">
                <a16:creationId xmlns:a16="http://schemas.microsoft.com/office/drawing/2014/main" id="{9A1EA9F2-FCB6-48C3-935F-7AE7E3AD14AC}"/>
              </a:ext>
            </a:extLst>
          </p:cNvPr>
          <p:cNvGrpSpPr/>
          <p:nvPr/>
        </p:nvGrpSpPr>
        <p:grpSpPr>
          <a:xfrm>
            <a:off x="304800" y="749300"/>
            <a:ext cx="6192344" cy="400110"/>
            <a:chOff x="424117" y="898245"/>
            <a:chExt cx="6192344" cy="400110"/>
          </a:xfrm>
        </p:grpSpPr>
        <p:sp>
          <p:nvSpPr>
            <p:cNvPr id="2" name="平行四边形 1">
              <a:extLst>
                <a:ext uri="{FF2B5EF4-FFF2-40B4-BE49-F238E27FC236}">
                  <a16:creationId xmlns:a16="http://schemas.microsoft.com/office/drawing/2014/main" id="{1F5BAA3F-9845-4F89-A2DD-8222D3E4EDAC}"/>
                </a:ext>
              </a:extLst>
            </p:cNvPr>
            <p:cNvSpPr/>
            <p:nvPr/>
          </p:nvSpPr>
          <p:spPr>
            <a:xfrm>
              <a:off x="424117" y="898245"/>
              <a:ext cx="628306" cy="387090"/>
            </a:xfrm>
            <a:prstGeom prst="parallelogram">
              <a:avLst/>
            </a:prstGeom>
            <a:solidFill>
              <a:schemeClr val="accent3">
                <a:lumMod val="75000"/>
              </a:schemeClr>
            </a:solidFill>
            <a:ln>
              <a:solidFill>
                <a:schemeClr val="accent3">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CN" sz="2200" dirty="0">
                  <a:latin typeface="Impact" panose="020B0806030902050204" pitchFamily="34" charset="0"/>
                </a:rPr>
                <a:t>01</a:t>
              </a:r>
              <a:endParaRPr lang="zh-CN" altLang="en-US" sz="2200" dirty="0">
                <a:latin typeface="Impact" panose="020B0806030902050204" pitchFamily="34" charset="0"/>
              </a:endParaRPr>
            </a:p>
          </p:txBody>
        </p:sp>
        <p:sp>
          <p:nvSpPr>
            <p:cNvPr id="3" name="文本框 2">
              <a:extLst>
                <a:ext uri="{FF2B5EF4-FFF2-40B4-BE49-F238E27FC236}">
                  <a16:creationId xmlns:a16="http://schemas.microsoft.com/office/drawing/2014/main" id="{4D6BD736-A4D3-4F26-AFED-36E11F50F70B}"/>
                </a:ext>
              </a:extLst>
            </p:cNvPr>
            <p:cNvSpPr txBox="1"/>
            <p:nvPr/>
          </p:nvSpPr>
          <p:spPr>
            <a:xfrm>
              <a:off x="1052423" y="898245"/>
              <a:ext cx="5564038" cy="400110"/>
            </a:xfrm>
            <a:prstGeom prst="rect">
              <a:avLst/>
            </a:prstGeom>
            <a:noFill/>
          </p:spPr>
          <p:txBody>
            <a:bodyPr wrap="square" rtlCol="0">
              <a:spAutoFit/>
            </a:bodyPr>
            <a:lstStyle/>
            <a:p>
              <a:r>
                <a:rPr lang="zh-CN" altLang="en-US" sz="2000" b="1" dirty="0"/>
                <a:t>共享式以太网的退避算法</a:t>
              </a:r>
              <a:endParaRPr lang="en-US" altLang="zh-CN" sz="2000" b="1" dirty="0"/>
            </a:p>
          </p:txBody>
        </p:sp>
      </p:grpSp>
      <p:sp>
        <p:nvSpPr>
          <p:cNvPr id="83" name="文本框 82">
            <a:extLst>
              <a:ext uri="{FF2B5EF4-FFF2-40B4-BE49-F238E27FC236}">
                <a16:creationId xmlns:a16="http://schemas.microsoft.com/office/drawing/2014/main" id="{DE5296A6-E486-4E4E-ABE1-BE745954EB2B}"/>
              </a:ext>
            </a:extLst>
          </p:cNvPr>
          <p:cNvSpPr txBox="1"/>
          <p:nvPr/>
        </p:nvSpPr>
        <p:spPr>
          <a:xfrm>
            <a:off x="3822128" y="736280"/>
            <a:ext cx="3618061" cy="400110"/>
          </a:xfrm>
          <a:prstGeom prst="rect">
            <a:avLst/>
          </a:prstGeom>
          <a:noFill/>
        </p:spPr>
        <p:txBody>
          <a:bodyPr wrap="square" rtlCol="0">
            <a:spAutoFit/>
          </a:bodyPr>
          <a:lstStyle/>
          <a:p>
            <a:r>
              <a:rPr lang="en-US" altLang="zh-CN" sz="2000" b="1" dirty="0"/>
              <a:t>—— </a:t>
            </a:r>
            <a:r>
              <a:rPr lang="zh-CN" altLang="en-US" sz="2000" b="1" dirty="0"/>
              <a:t>截断二进制指数退避算法</a:t>
            </a:r>
            <a:endParaRPr lang="en-US" altLang="zh-CN" sz="2000" b="1" dirty="0"/>
          </a:p>
        </p:txBody>
      </p:sp>
      <p:grpSp>
        <p:nvGrpSpPr>
          <p:cNvPr id="9" name="组合 8">
            <a:extLst>
              <a:ext uri="{FF2B5EF4-FFF2-40B4-BE49-F238E27FC236}">
                <a16:creationId xmlns:a16="http://schemas.microsoft.com/office/drawing/2014/main" id="{758D72E5-A99B-4090-B371-FE9B29C8D6CE}"/>
              </a:ext>
            </a:extLst>
          </p:cNvPr>
          <p:cNvGrpSpPr/>
          <p:nvPr/>
        </p:nvGrpSpPr>
        <p:grpSpPr>
          <a:xfrm>
            <a:off x="328087" y="3925117"/>
            <a:ext cx="11535825" cy="2076600"/>
            <a:chOff x="328087" y="3925117"/>
            <a:chExt cx="11535825" cy="2076600"/>
          </a:xfrm>
        </p:grpSpPr>
        <p:sp>
          <p:nvSpPr>
            <p:cNvPr id="10" name="矩形 9">
              <a:extLst>
                <a:ext uri="{FF2B5EF4-FFF2-40B4-BE49-F238E27FC236}">
                  <a16:creationId xmlns:a16="http://schemas.microsoft.com/office/drawing/2014/main" id="{F27C352E-A0FF-4DFE-8735-8D7E2B81F084}"/>
                </a:ext>
              </a:extLst>
            </p:cNvPr>
            <p:cNvSpPr/>
            <p:nvPr/>
          </p:nvSpPr>
          <p:spPr>
            <a:xfrm>
              <a:off x="328087" y="3925117"/>
              <a:ext cx="723044" cy="697312"/>
            </a:xfrm>
            <a:prstGeom prst="rect">
              <a:avLst/>
            </a:prstGeom>
            <a:solidFill>
              <a:schemeClr val="bg2">
                <a:lumMod val="90000"/>
              </a:schemeClr>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zh-CN" altLang="en-US" sz="2000" b="1" dirty="0">
                  <a:solidFill>
                    <a:schemeClr val="tx1"/>
                  </a:solidFill>
                </a:rPr>
                <a:t>重传</a:t>
              </a:r>
              <a:endParaRPr lang="en-US" altLang="zh-CN" sz="2000" b="1" dirty="0">
                <a:solidFill>
                  <a:schemeClr val="tx1"/>
                </a:solidFill>
              </a:endParaRPr>
            </a:p>
            <a:p>
              <a:pPr algn="ctr"/>
              <a:r>
                <a:rPr lang="zh-CN" altLang="en-US" sz="2000" b="1" dirty="0">
                  <a:solidFill>
                    <a:schemeClr val="tx1"/>
                  </a:solidFill>
                </a:rPr>
                <a:t>次数</a:t>
              </a:r>
            </a:p>
          </p:txBody>
        </p:sp>
        <mc:AlternateContent xmlns:mc="http://schemas.openxmlformats.org/markup-compatibility/2006" xmlns:a14="http://schemas.microsoft.com/office/drawing/2010/main">
          <mc:Choice Requires="a14">
            <p:sp>
              <p:nvSpPr>
                <p:cNvPr id="17" name="矩形 16">
                  <a:extLst>
                    <a:ext uri="{FF2B5EF4-FFF2-40B4-BE49-F238E27FC236}">
                      <a16:creationId xmlns:a16="http://schemas.microsoft.com/office/drawing/2014/main" id="{1C6B9564-7949-4B74-801B-2CE1F86B6D1F}"/>
                    </a:ext>
                  </a:extLst>
                </p:cNvPr>
                <p:cNvSpPr/>
                <p:nvPr/>
              </p:nvSpPr>
              <p:spPr>
                <a:xfrm>
                  <a:off x="1047842" y="3925117"/>
                  <a:ext cx="611794" cy="697312"/>
                </a:xfrm>
                <a:prstGeom prst="rect">
                  <a:avLst/>
                </a:prstGeom>
                <a:solidFill>
                  <a:schemeClr val="bg2">
                    <a:lumMod val="90000"/>
                  </a:schemeClr>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14:m>
                    <m:oMathPara xmlns:m="http://schemas.openxmlformats.org/officeDocument/2006/math">
                      <m:oMathParaPr>
                        <m:jc m:val="centerGroup"/>
                      </m:oMathParaPr>
                      <m:oMath xmlns:m="http://schemas.openxmlformats.org/officeDocument/2006/math">
                        <m:r>
                          <a:rPr lang="en-US" altLang="zh-CN" sz="2000" b="1" i="1" smtClean="0">
                            <a:solidFill>
                              <a:schemeClr val="tx1"/>
                            </a:solidFill>
                            <a:latin typeface="Cambria Math" panose="02040503050406030204" pitchFamily="18" charset="0"/>
                          </a:rPr>
                          <m:t>𝒌</m:t>
                        </m:r>
                      </m:oMath>
                    </m:oMathPara>
                  </a14:m>
                  <a:endParaRPr lang="zh-CN" altLang="en-US" sz="2000" b="1" dirty="0">
                    <a:solidFill>
                      <a:schemeClr val="tx1"/>
                    </a:solidFill>
                  </a:endParaRPr>
                </a:p>
              </p:txBody>
            </p:sp>
          </mc:Choice>
          <mc:Fallback xmlns="">
            <p:sp>
              <p:nvSpPr>
                <p:cNvPr id="17" name="矩形 16">
                  <a:extLst>
                    <a:ext uri="{FF2B5EF4-FFF2-40B4-BE49-F238E27FC236}">
                      <a16:creationId xmlns:a16="http://schemas.microsoft.com/office/drawing/2014/main" id="{1C6B9564-7949-4B74-801B-2CE1F86B6D1F}"/>
                    </a:ext>
                  </a:extLst>
                </p:cNvPr>
                <p:cNvSpPr>
                  <a:spLocks noRot="1" noChangeAspect="1" noMove="1" noResize="1" noEditPoints="1" noAdjustHandles="1" noChangeArrowheads="1" noChangeShapeType="1" noTextEdit="1"/>
                </p:cNvSpPr>
                <p:nvPr/>
              </p:nvSpPr>
              <p:spPr>
                <a:xfrm>
                  <a:off x="1047842" y="3925117"/>
                  <a:ext cx="611794" cy="697312"/>
                </a:xfrm>
                <a:prstGeom prst="rect">
                  <a:avLst/>
                </a:prstGeom>
                <a:blipFill>
                  <a:blip r:embed="rId3"/>
                  <a:stretch>
                    <a:fillRect/>
                  </a:stretch>
                </a:blipFill>
                <a:ln>
                  <a:solidFill>
                    <a:schemeClr val="tx1"/>
                  </a:solidFill>
                </a:ln>
              </p:spPr>
              <p:txBody>
                <a:bodyPr/>
                <a:lstStyle/>
                <a:p>
                  <a:r>
                    <a:rPr lang="zh-CN" altLang="en-US">
                      <a:noFill/>
                    </a:rPr>
                    <a:t> </a:t>
                  </a:r>
                </a:p>
              </p:txBody>
            </p:sp>
          </mc:Fallback>
        </mc:AlternateContent>
        <mc:AlternateContent xmlns:mc="http://schemas.openxmlformats.org/markup-compatibility/2006" xmlns:a14="http://schemas.microsoft.com/office/drawing/2010/main">
          <mc:Choice Requires="a14">
            <p:sp>
              <p:nvSpPr>
                <p:cNvPr id="18" name="矩形 17">
                  <a:extLst>
                    <a:ext uri="{FF2B5EF4-FFF2-40B4-BE49-F238E27FC236}">
                      <a16:creationId xmlns:a16="http://schemas.microsoft.com/office/drawing/2014/main" id="{2DF079E7-8491-4F35-B6B7-E577F61E22DA}"/>
                    </a:ext>
                  </a:extLst>
                </p:cNvPr>
                <p:cNvSpPr/>
                <p:nvPr/>
              </p:nvSpPr>
              <p:spPr>
                <a:xfrm>
                  <a:off x="1659634" y="3925117"/>
                  <a:ext cx="5102139" cy="697312"/>
                </a:xfrm>
                <a:prstGeom prst="rect">
                  <a:avLst/>
                </a:prstGeom>
                <a:solidFill>
                  <a:schemeClr val="bg2">
                    <a:lumMod val="90000"/>
                  </a:schemeClr>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zh-CN" altLang="en-US" sz="2000" b="1" dirty="0">
                      <a:solidFill>
                        <a:schemeClr val="tx1"/>
                      </a:solidFill>
                    </a:rPr>
                    <a:t>离散的整数集合</a:t>
                  </a:r>
                  <a14:m>
                    <m:oMath xmlns:m="http://schemas.openxmlformats.org/officeDocument/2006/math">
                      <m:r>
                        <a:rPr lang="en-US" altLang="zh-CN" sz="2000" b="1" i="1" dirty="0" smtClean="0">
                          <a:solidFill>
                            <a:schemeClr val="tx1"/>
                          </a:solidFill>
                          <a:latin typeface="Cambria Math" panose="02040503050406030204" pitchFamily="18" charset="0"/>
                        </a:rPr>
                        <m:t>{</m:t>
                      </m:r>
                      <m:r>
                        <a:rPr lang="en-US" altLang="zh-CN" sz="2000" b="1" i="1" dirty="0" smtClean="0">
                          <a:solidFill>
                            <a:schemeClr val="tx1"/>
                          </a:solidFill>
                          <a:latin typeface="Cambria Math" panose="02040503050406030204" pitchFamily="18" charset="0"/>
                        </a:rPr>
                        <m:t>𝟎</m:t>
                      </m:r>
                      <m:r>
                        <a:rPr lang="en-US" altLang="zh-CN" sz="2000" b="1" i="1" dirty="0" smtClean="0">
                          <a:solidFill>
                            <a:schemeClr val="tx1"/>
                          </a:solidFill>
                          <a:latin typeface="Cambria Math" panose="02040503050406030204" pitchFamily="18" charset="0"/>
                        </a:rPr>
                        <m:t>,</m:t>
                      </m:r>
                      <m:r>
                        <a:rPr lang="en-US" altLang="zh-CN" sz="2000" b="1" i="1" dirty="0" smtClean="0">
                          <a:solidFill>
                            <a:schemeClr val="tx1"/>
                          </a:solidFill>
                          <a:latin typeface="Cambria Math" panose="02040503050406030204" pitchFamily="18" charset="0"/>
                        </a:rPr>
                        <m:t>𝟏</m:t>
                      </m:r>
                      <m:r>
                        <a:rPr lang="en-US" altLang="zh-CN" sz="2000" b="1" i="1" dirty="0" smtClean="0">
                          <a:solidFill>
                            <a:schemeClr val="tx1"/>
                          </a:solidFill>
                          <a:latin typeface="Cambria Math" panose="02040503050406030204" pitchFamily="18" charset="0"/>
                        </a:rPr>
                        <m:t>,…,(</m:t>
                      </m:r>
                      <m:sSup>
                        <m:sSupPr>
                          <m:ctrlPr>
                            <a:rPr lang="en-US" altLang="zh-CN" sz="2000" b="1" i="1" dirty="0" smtClean="0">
                              <a:solidFill>
                                <a:schemeClr val="tx1"/>
                              </a:solidFill>
                              <a:latin typeface="Cambria Math" panose="02040503050406030204" pitchFamily="18" charset="0"/>
                            </a:rPr>
                          </m:ctrlPr>
                        </m:sSupPr>
                        <m:e>
                          <m:r>
                            <a:rPr lang="en-US" altLang="zh-CN" sz="2000" b="1" i="1" dirty="0" smtClean="0">
                              <a:solidFill>
                                <a:schemeClr val="tx1"/>
                              </a:solidFill>
                              <a:latin typeface="Cambria Math" panose="02040503050406030204" pitchFamily="18" charset="0"/>
                            </a:rPr>
                            <m:t>𝟐</m:t>
                          </m:r>
                        </m:e>
                        <m:sup>
                          <m:r>
                            <a:rPr lang="en-US" altLang="zh-CN" sz="2000" b="1" i="1" dirty="0" smtClean="0">
                              <a:solidFill>
                                <a:schemeClr val="tx1"/>
                              </a:solidFill>
                              <a:latin typeface="Cambria Math" panose="02040503050406030204" pitchFamily="18" charset="0"/>
                            </a:rPr>
                            <m:t>𝒌</m:t>
                          </m:r>
                        </m:sup>
                      </m:sSup>
                      <m:r>
                        <a:rPr lang="en-US" altLang="zh-CN" sz="2000" b="1" i="1" dirty="0" smtClean="0">
                          <a:solidFill>
                            <a:schemeClr val="tx1"/>
                          </a:solidFill>
                          <a:latin typeface="Cambria Math" panose="02040503050406030204" pitchFamily="18" charset="0"/>
                        </a:rPr>
                        <m:t>−</m:t>
                      </m:r>
                      <m:r>
                        <a:rPr lang="en-US" altLang="zh-CN" sz="2000" b="1" i="1" dirty="0" smtClean="0">
                          <a:solidFill>
                            <a:schemeClr val="tx1"/>
                          </a:solidFill>
                          <a:latin typeface="Cambria Math" panose="02040503050406030204" pitchFamily="18" charset="0"/>
                        </a:rPr>
                        <m:t>𝟏</m:t>
                      </m:r>
                      <m:r>
                        <a:rPr lang="en-US" altLang="zh-CN" sz="2000" b="1" i="1" dirty="0" smtClean="0">
                          <a:solidFill>
                            <a:schemeClr val="tx1"/>
                          </a:solidFill>
                          <a:latin typeface="Cambria Math" panose="02040503050406030204" pitchFamily="18" charset="0"/>
                        </a:rPr>
                        <m:t>)}</m:t>
                      </m:r>
                    </m:oMath>
                  </a14:m>
                  <a:endParaRPr lang="zh-CN" altLang="en-US" sz="2000" b="1" dirty="0">
                    <a:solidFill>
                      <a:schemeClr val="tx1"/>
                    </a:solidFill>
                  </a:endParaRPr>
                </a:p>
              </p:txBody>
            </p:sp>
          </mc:Choice>
          <mc:Fallback xmlns="">
            <p:sp>
              <p:nvSpPr>
                <p:cNvPr id="18" name="矩形 17">
                  <a:extLst>
                    <a:ext uri="{FF2B5EF4-FFF2-40B4-BE49-F238E27FC236}">
                      <a16:creationId xmlns:a16="http://schemas.microsoft.com/office/drawing/2014/main" id="{2DF079E7-8491-4F35-B6B7-E577F61E22DA}"/>
                    </a:ext>
                  </a:extLst>
                </p:cNvPr>
                <p:cNvSpPr>
                  <a:spLocks noRot="1" noChangeAspect="1" noMove="1" noResize="1" noEditPoints="1" noAdjustHandles="1" noChangeArrowheads="1" noChangeShapeType="1" noTextEdit="1"/>
                </p:cNvSpPr>
                <p:nvPr/>
              </p:nvSpPr>
              <p:spPr>
                <a:xfrm>
                  <a:off x="1659634" y="3925117"/>
                  <a:ext cx="5102139" cy="697312"/>
                </a:xfrm>
                <a:prstGeom prst="rect">
                  <a:avLst/>
                </a:prstGeom>
                <a:blipFill>
                  <a:blip r:embed="rId4"/>
                  <a:stretch>
                    <a:fillRect/>
                  </a:stretch>
                </a:blipFill>
                <a:ln>
                  <a:solidFill>
                    <a:schemeClr val="tx1"/>
                  </a:solidFill>
                </a:ln>
              </p:spPr>
              <p:txBody>
                <a:bodyPr/>
                <a:lstStyle/>
                <a:p>
                  <a:r>
                    <a:rPr lang="zh-CN" altLang="en-US">
                      <a:noFill/>
                    </a:rPr>
                    <a:t> </a:t>
                  </a:r>
                </a:p>
              </p:txBody>
            </p:sp>
          </mc:Fallback>
        </mc:AlternateContent>
        <p:sp>
          <p:nvSpPr>
            <p:cNvPr id="22" name="矩形 21">
              <a:extLst>
                <a:ext uri="{FF2B5EF4-FFF2-40B4-BE49-F238E27FC236}">
                  <a16:creationId xmlns:a16="http://schemas.microsoft.com/office/drawing/2014/main" id="{70158B94-6B60-4F24-A00D-7CB7FC7C27F4}"/>
                </a:ext>
              </a:extLst>
            </p:cNvPr>
            <p:cNvSpPr/>
            <p:nvPr/>
          </p:nvSpPr>
          <p:spPr>
            <a:xfrm>
              <a:off x="6761773" y="3925117"/>
              <a:ext cx="5102139" cy="697312"/>
            </a:xfrm>
            <a:prstGeom prst="rect">
              <a:avLst/>
            </a:prstGeom>
            <a:solidFill>
              <a:schemeClr val="bg2">
                <a:lumMod val="90000"/>
              </a:schemeClr>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zh-CN" altLang="en-US" sz="2000" b="1" dirty="0">
                  <a:solidFill>
                    <a:schemeClr val="tx1"/>
                  </a:solidFill>
                </a:rPr>
                <a:t>可能的退避时间</a:t>
              </a:r>
            </a:p>
          </p:txBody>
        </p:sp>
        <p:sp>
          <p:nvSpPr>
            <p:cNvPr id="24" name="矩形 23">
              <a:extLst>
                <a:ext uri="{FF2B5EF4-FFF2-40B4-BE49-F238E27FC236}">
                  <a16:creationId xmlns:a16="http://schemas.microsoft.com/office/drawing/2014/main" id="{0F888F32-249E-4DEA-AC19-F2979A38C691}"/>
                </a:ext>
              </a:extLst>
            </p:cNvPr>
            <p:cNvSpPr/>
            <p:nvPr/>
          </p:nvSpPr>
          <p:spPr>
            <a:xfrm>
              <a:off x="328087" y="4626811"/>
              <a:ext cx="719755" cy="458302"/>
            </a:xfrm>
            <a:prstGeom prst="rect">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sz="2000" b="1" dirty="0">
                <a:solidFill>
                  <a:schemeClr val="tx1"/>
                </a:solidFill>
              </a:endParaRPr>
            </a:p>
          </p:txBody>
        </p:sp>
        <p:sp>
          <p:nvSpPr>
            <p:cNvPr id="25" name="矩形 24">
              <a:extLst>
                <a:ext uri="{FF2B5EF4-FFF2-40B4-BE49-F238E27FC236}">
                  <a16:creationId xmlns:a16="http://schemas.microsoft.com/office/drawing/2014/main" id="{F75607A4-F141-49DB-8260-3BF711D9F4EF}"/>
                </a:ext>
              </a:extLst>
            </p:cNvPr>
            <p:cNvSpPr/>
            <p:nvPr/>
          </p:nvSpPr>
          <p:spPr>
            <a:xfrm>
              <a:off x="1047842" y="4626811"/>
              <a:ext cx="608503" cy="458302"/>
            </a:xfrm>
            <a:prstGeom prst="rect">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sz="2000" b="1" dirty="0">
                <a:solidFill>
                  <a:schemeClr val="tx1"/>
                </a:solidFill>
              </a:endParaRPr>
            </a:p>
          </p:txBody>
        </p:sp>
        <p:sp>
          <p:nvSpPr>
            <p:cNvPr id="26" name="矩形 25">
              <a:extLst>
                <a:ext uri="{FF2B5EF4-FFF2-40B4-BE49-F238E27FC236}">
                  <a16:creationId xmlns:a16="http://schemas.microsoft.com/office/drawing/2014/main" id="{D220DBC2-ECCA-458F-8C14-2907878AB87F}"/>
                </a:ext>
              </a:extLst>
            </p:cNvPr>
            <p:cNvSpPr/>
            <p:nvPr/>
          </p:nvSpPr>
          <p:spPr>
            <a:xfrm>
              <a:off x="1656345" y="4626811"/>
              <a:ext cx="5108717" cy="458302"/>
            </a:xfrm>
            <a:prstGeom prst="rect">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sz="2000" b="1" dirty="0">
                <a:solidFill>
                  <a:schemeClr val="tx1"/>
                </a:solidFill>
              </a:endParaRPr>
            </a:p>
          </p:txBody>
        </p:sp>
        <p:sp>
          <p:nvSpPr>
            <p:cNvPr id="27" name="矩形 26">
              <a:extLst>
                <a:ext uri="{FF2B5EF4-FFF2-40B4-BE49-F238E27FC236}">
                  <a16:creationId xmlns:a16="http://schemas.microsoft.com/office/drawing/2014/main" id="{76953E18-2125-4E60-B86D-A0A7D1B60004}"/>
                </a:ext>
              </a:extLst>
            </p:cNvPr>
            <p:cNvSpPr/>
            <p:nvPr/>
          </p:nvSpPr>
          <p:spPr>
            <a:xfrm>
              <a:off x="6761839" y="4626811"/>
              <a:ext cx="5102071" cy="458302"/>
            </a:xfrm>
            <a:prstGeom prst="rect">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endParaRPr lang="zh-CN" altLang="en-US" sz="2000" b="1" dirty="0">
                <a:solidFill>
                  <a:schemeClr val="tx1"/>
                </a:solidFill>
              </a:endParaRPr>
            </a:p>
          </p:txBody>
        </p:sp>
        <p:sp>
          <p:nvSpPr>
            <p:cNvPr id="28" name="矩形 27">
              <a:extLst>
                <a:ext uri="{FF2B5EF4-FFF2-40B4-BE49-F238E27FC236}">
                  <a16:creationId xmlns:a16="http://schemas.microsoft.com/office/drawing/2014/main" id="{77FBD09D-59D7-4B74-804F-7B71CD9AF1E0}"/>
                </a:ext>
              </a:extLst>
            </p:cNvPr>
            <p:cNvSpPr/>
            <p:nvPr/>
          </p:nvSpPr>
          <p:spPr>
            <a:xfrm>
              <a:off x="328087" y="5085113"/>
              <a:ext cx="719755" cy="458302"/>
            </a:xfrm>
            <a:prstGeom prst="rect">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sz="2000" b="1" dirty="0">
                <a:solidFill>
                  <a:schemeClr val="tx1"/>
                </a:solidFill>
              </a:endParaRPr>
            </a:p>
          </p:txBody>
        </p:sp>
        <p:sp>
          <p:nvSpPr>
            <p:cNvPr id="29" name="矩形 28">
              <a:extLst>
                <a:ext uri="{FF2B5EF4-FFF2-40B4-BE49-F238E27FC236}">
                  <a16:creationId xmlns:a16="http://schemas.microsoft.com/office/drawing/2014/main" id="{284073AC-16DA-4B7C-8341-78B311685149}"/>
                </a:ext>
              </a:extLst>
            </p:cNvPr>
            <p:cNvSpPr/>
            <p:nvPr/>
          </p:nvSpPr>
          <p:spPr>
            <a:xfrm>
              <a:off x="1047842" y="5085113"/>
              <a:ext cx="608503" cy="458302"/>
            </a:xfrm>
            <a:prstGeom prst="rect">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sz="2000" b="1" dirty="0">
                <a:solidFill>
                  <a:schemeClr val="tx1"/>
                </a:solidFill>
              </a:endParaRPr>
            </a:p>
          </p:txBody>
        </p:sp>
        <p:sp>
          <p:nvSpPr>
            <p:cNvPr id="30" name="矩形 29">
              <a:extLst>
                <a:ext uri="{FF2B5EF4-FFF2-40B4-BE49-F238E27FC236}">
                  <a16:creationId xmlns:a16="http://schemas.microsoft.com/office/drawing/2014/main" id="{BA67EC8B-9057-4FAE-AA7D-47B4BE7FEE55}"/>
                </a:ext>
              </a:extLst>
            </p:cNvPr>
            <p:cNvSpPr/>
            <p:nvPr/>
          </p:nvSpPr>
          <p:spPr>
            <a:xfrm>
              <a:off x="1656345" y="5085113"/>
              <a:ext cx="5108717" cy="458302"/>
            </a:xfrm>
            <a:prstGeom prst="rect">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sz="2000" b="1" dirty="0">
                <a:solidFill>
                  <a:schemeClr val="tx1"/>
                </a:solidFill>
              </a:endParaRPr>
            </a:p>
          </p:txBody>
        </p:sp>
        <p:sp>
          <p:nvSpPr>
            <p:cNvPr id="31" name="矩形 30">
              <a:extLst>
                <a:ext uri="{FF2B5EF4-FFF2-40B4-BE49-F238E27FC236}">
                  <a16:creationId xmlns:a16="http://schemas.microsoft.com/office/drawing/2014/main" id="{54EB521B-A854-4749-A451-2E320525BBC0}"/>
                </a:ext>
              </a:extLst>
            </p:cNvPr>
            <p:cNvSpPr/>
            <p:nvPr/>
          </p:nvSpPr>
          <p:spPr>
            <a:xfrm>
              <a:off x="6761839" y="5085113"/>
              <a:ext cx="5102071" cy="458302"/>
            </a:xfrm>
            <a:prstGeom prst="rect">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endParaRPr lang="zh-CN" altLang="en-US" sz="2000" b="1" dirty="0">
                <a:solidFill>
                  <a:schemeClr val="tx1"/>
                </a:solidFill>
              </a:endParaRPr>
            </a:p>
          </p:txBody>
        </p:sp>
        <p:sp>
          <p:nvSpPr>
            <p:cNvPr id="32" name="矩形 31">
              <a:extLst>
                <a:ext uri="{FF2B5EF4-FFF2-40B4-BE49-F238E27FC236}">
                  <a16:creationId xmlns:a16="http://schemas.microsoft.com/office/drawing/2014/main" id="{E3CE1788-C538-461C-85D0-C566A4ADA083}"/>
                </a:ext>
              </a:extLst>
            </p:cNvPr>
            <p:cNvSpPr/>
            <p:nvPr/>
          </p:nvSpPr>
          <p:spPr>
            <a:xfrm>
              <a:off x="328087" y="5543415"/>
              <a:ext cx="719755" cy="458302"/>
            </a:xfrm>
            <a:prstGeom prst="rect">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sz="2000" b="1" dirty="0">
                <a:solidFill>
                  <a:schemeClr val="tx1"/>
                </a:solidFill>
              </a:endParaRPr>
            </a:p>
          </p:txBody>
        </p:sp>
        <p:sp>
          <p:nvSpPr>
            <p:cNvPr id="33" name="矩形 32">
              <a:extLst>
                <a:ext uri="{FF2B5EF4-FFF2-40B4-BE49-F238E27FC236}">
                  <a16:creationId xmlns:a16="http://schemas.microsoft.com/office/drawing/2014/main" id="{BC8C6610-E983-4AA4-9F8B-AA1231C502EC}"/>
                </a:ext>
              </a:extLst>
            </p:cNvPr>
            <p:cNvSpPr/>
            <p:nvPr/>
          </p:nvSpPr>
          <p:spPr>
            <a:xfrm>
              <a:off x="1047842" y="5543415"/>
              <a:ext cx="608503" cy="458302"/>
            </a:xfrm>
            <a:prstGeom prst="rect">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sz="2000" b="1" dirty="0">
                <a:solidFill>
                  <a:schemeClr val="tx1"/>
                </a:solidFill>
              </a:endParaRPr>
            </a:p>
          </p:txBody>
        </p:sp>
        <p:sp>
          <p:nvSpPr>
            <p:cNvPr id="34" name="矩形 33">
              <a:extLst>
                <a:ext uri="{FF2B5EF4-FFF2-40B4-BE49-F238E27FC236}">
                  <a16:creationId xmlns:a16="http://schemas.microsoft.com/office/drawing/2014/main" id="{0E15A52D-DE40-40A1-8DD8-7EE0B66FBA00}"/>
                </a:ext>
              </a:extLst>
            </p:cNvPr>
            <p:cNvSpPr/>
            <p:nvPr/>
          </p:nvSpPr>
          <p:spPr>
            <a:xfrm>
              <a:off x="1656345" y="5543415"/>
              <a:ext cx="5108717" cy="458302"/>
            </a:xfrm>
            <a:prstGeom prst="rect">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sz="2000" b="1" dirty="0">
                <a:solidFill>
                  <a:schemeClr val="tx1"/>
                </a:solidFill>
              </a:endParaRPr>
            </a:p>
          </p:txBody>
        </p:sp>
        <p:sp>
          <p:nvSpPr>
            <p:cNvPr id="35" name="矩形 34">
              <a:extLst>
                <a:ext uri="{FF2B5EF4-FFF2-40B4-BE49-F238E27FC236}">
                  <a16:creationId xmlns:a16="http://schemas.microsoft.com/office/drawing/2014/main" id="{04062C67-3672-41B7-AEDA-059B196D8031}"/>
                </a:ext>
              </a:extLst>
            </p:cNvPr>
            <p:cNvSpPr/>
            <p:nvPr/>
          </p:nvSpPr>
          <p:spPr>
            <a:xfrm>
              <a:off x="6761839" y="5543415"/>
              <a:ext cx="5102071" cy="458302"/>
            </a:xfrm>
            <a:prstGeom prst="rect">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endParaRPr lang="zh-CN" altLang="en-US" sz="2000" b="1" dirty="0">
                <a:solidFill>
                  <a:schemeClr val="tx1"/>
                </a:solidFill>
              </a:endParaRPr>
            </a:p>
          </p:txBody>
        </p:sp>
      </p:grpSp>
      <mc:AlternateContent xmlns:mc="http://schemas.openxmlformats.org/markup-compatibility/2006" xmlns:a14="http://schemas.microsoft.com/office/drawing/2010/main">
        <mc:Choice Requires="a14">
          <p:sp>
            <p:nvSpPr>
              <p:cNvPr id="37" name="矩形 36">
                <a:extLst>
                  <a:ext uri="{FF2B5EF4-FFF2-40B4-BE49-F238E27FC236}">
                    <a16:creationId xmlns:a16="http://schemas.microsoft.com/office/drawing/2014/main" id="{163B60EF-54AF-42AA-B394-02A9CAD2DC8B}"/>
                  </a:ext>
                </a:extLst>
              </p:cNvPr>
              <p:cNvSpPr/>
              <p:nvPr/>
            </p:nvSpPr>
            <p:spPr>
              <a:xfrm>
                <a:off x="328087" y="4626811"/>
                <a:ext cx="719755" cy="458302"/>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14:m>
                  <m:oMathPara xmlns:m="http://schemas.openxmlformats.org/officeDocument/2006/math">
                    <m:oMathParaPr>
                      <m:jc m:val="centerGroup"/>
                    </m:oMathParaPr>
                    <m:oMath xmlns:m="http://schemas.openxmlformats.org/officeDocument/2006/math">
                      <m:r>
                        <a:rPr lang="en-US" altLang="zh-CN" sz="2000" b="1" i="1" dirty="0" smtClean="0">
                          <a:solidFill>
                            <a:schemeClr val="tx1"/>
                          </a:solidFill>
                          <a:latin typeface="Cambria Math" panose="02040503050406030204" pitchFamily="18" charset="0"/>
                        </a:rPr>
                        <m:t>𝟏</m:t>
                      </m:r>
                    </m:oMath>
                  </m:oMathPara>
                </a14:m>
                <a:endParaRPr lang="zh-CN" altLang="en-US" sz="2000" b="1" dirty="0">
                  <a:solidFill>
                    <a:schemeClr val="tx1"/>
                  </a:solidFill>
                </a:endParaRPr>
              </a:p>
            </p:txBody>
          </p:sp>
        </mc:Choice>
        <mc:Fallback xmlns="">
          <p:sp>
            <p:nvSpPr>
              <p:cNvPr id="37" name="矩形 36">
                <a:extLst>
                  <a:ext uri="{FF2B5EF4-FFF2-40B4-BE49-F238E27FC236}">
                    <a16:creationId xmlns:a16="http://schemas.microsoft.com/office/drawing/2014/main" id="{163B60EF-54AF-42AA-B394-02A9CAD2DC8B}"/>
                  </a:ext>
                </a:extLst>
              </p:cNvPr>
              <p:cNvSpPr>
                <a:spLocks noRot="1" noChangeAspect="1" noMove="1" noResize="1" noEditPoints="1" noAdjustHandles="1" noChangeArrowheads="1" noChangeShapeType="1" noTextEdit="1"/>
              </p:cNvSpPr>
              <p:nvPr/>
            </p:nvSpPr>
            <p:spPr>
              <a:xfrm>
                <a:off x="328087" y="4626811"/>
                <a:ext cx="719755" cy="458302"/>
              </a:xfrm>
              <a:prstGeom prst="rect">
                <a:avLst/>
              </a:prstGeom>
              <a:blipFill>
                <a:blip r:embed="rId5"/>
                <a:stretch>
                  <a:fillRect/>
                </a:stretch>
              </a:blipFill>
              <a:ln>
                <a:noFill/>
              </a:ln>
            </p:spPr>
            <p:txBody>
              <a:bodyPr/>
              <a:lstStyle/>
              <a:p>
                <a:r>
                  <a:rPr lang="zh-CN" altLang="en-US">
                    <a:noFill/>
                  </a:rPr>
                  <a:t> </a:t>
                </a:r>
              </a:p>
            </p:txBody>
          </p:sp>
        </mc:Fallback>
      </mc:AlternateContent>
      <mc:AlternateContent xmlns:mc="http://schemas.openxmlformats.org/markup-compatibility/2006" xmlns:a14="http://schemas.microsoft.com/office/drawing/2010/main">
        <mc:Choice Requires="a14">
          <p:sp>
            <p:nvSpPr>
              <p:cNvPr id="38" name="矩形 37">
                <a:extLst>
                  <a:ext uri="{FF2B5EF4-FFF2-40B4-BE49-F238E27FC236}">
                    <a16:creationId xmlns:a16="http://schemas.microsoft.com/office/drawing/2014/main" id="{42C54587-A1D3-4B20-A8B1-8A9A11FF03DC}"/>
                  </a:ext>
                </a:extLst>
              </p:cNvPr>
              <p:cNvSpPr/>
              <p:nvPr/>
            </p:nvSpPr>
            <p:spPr>
              <a:xfrm>
                <a:off x="1047842" y="4626811"/>
                <a:ext cx="608503" cy="458302"/>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14:m>
                  <m:oMathPara xmlns:m="http://schemas.openxmlformats.org/officeDocument/2006/math">
                    <m:oMathParaPr>
                      <m:jc m:val="centerGroup"/>
                    </m:oMathParaPr>
                    <m:oMath xmlns:m="http://schemas.openxmlformats.org/officeDocument/2006/math">
                      <m:r>
                        <a:rPr lang="en-US" altLang="zh-CN" sz="2000" b="1" i="1" dirty="0" smtClean="0">
                          <a:solidFill>
                            <a:schemeClr val="tx1"/>
                          </a:solidFill>
                          <a:latin typeface="Cambria Math" panose="02040503050406030204" pitchFamily="18" charset="0"/>
                        </a:rPr>
                        <m:t>𝟏</m:t>
                      </m:r>
                    </m:oMath>
                  </m:oMathPara>
                </a14:m>
                <a:endParaRPr lang="zh-CN" altLang="en-US" sz="2000" b="1" dirty="0">
                  <a:solidFill>
                    <a:schemeClr val="tx1"/>
                  </a:solidFill>
                </a:endParaRPr>
              </a:p>
            </p:txBody>
          </p:sp>
        </mc:Choice>
        <mc:Fallback xmlns="">
          <p:sp>
            <p:nvSpPr>
              <p:cNvPr id="38" name="矩形 37">
                <a:extLst>
                  <a:ext uri="{FF2B5EF4-FFF2-40B4-BE49-F238E27FC236}">
                    <a16:creationId xmlns:a16="http://schemas.microsoft.com/office/drawing/2014/main" id="{42C54587-A1D3-4B20-A8B1-8A9A11FF03DC}"/>
                  </a:ext>
                </a:extLst>
              </p:cNvPr>
              <p:cNvSpPr>
                <a:spLocks noRot="1" noChangeAspect="1" noMove="1" noResize="1" noEditPoints="1" noAdjustHandles="1" noChangeArrowheads="1" noChangeShapeType="1" noTextEdit="1"/>
              </p:cNvSpPr>
              <p:nvPr/>
            </p:nvSpPr>
            <p:spPr>
              <a:xfrm>
                <a:off x="1047842" y="4626811"/>
                <a:ext cx="608503" cy="458302"/>
              </a:xfrm>
              <a:prstGeom prst="rect">
                <a:avLst/>
              </a:prstGeom>
              <a:blipFill>
                <a:blip r:embed="rId6"/>
                <a:stretch>
                  <a:fillRect/>
                </a:stretch>
              </a:blipFill>
              <a:ln>
                <a:noFill/>
              </a:ln>
            </p:spPr>
            <p:txBody>
              <a:bodyPr/>
              <a:lstStyle/>
              <a:p>
                <a:r>
                  <a:rPr lang="zh-CN" altLang="en-US">
                    <a:noFill/>
                  </a:rPr>
                  <a:t> </a:t>
                </a:r>
              </a:p>
            </p:txBody>
          </p:sp>
        </mc:Fallback>
      </mc:AlternateContent>
      <mc:AlternateContent xmlns:mc="http://schemas.openxmlformats.org/markup-compatibility/2006" xmlns:a14="http://schemas.microsoft.com/office/drawing/2010/main">
        <mc:Choice Requires="a14">
          <p:sp>
            <p:nvSpPr>
              <p:cNvPr id="39" name="矩形 38">
                <a:extLst>
                  <a:ext uri="{FF2B5EF4-FFF2-40B4-BE49-F238E27FC236}">
                    <a16:creationId xmlns:a16="http://schemas.microsoft.com/office/drawing/2014/main" id="{3C1568C5-BA01-4D13-85A8-32435FBD0C81}"/>
                  </a:ext>
                </a:extLst>
              </p:cNvPr>
              <p:cNvSpPr/>
              <p:nvPr/>
            </p:nvSpPr>
            <p:spPr>
              <a:xfrm>
                <a:off x="1656346" y="4626811"/>
                <a:ext cx="1040806" cy="458302"/>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14:m>
                  <m:oMathPara xmlns:m="http://schemas.openxmlformats.org/officeDocument/2006/math">
                    <m:oMathParaPr>
                      <m:jc m:val="left"/>
                    </m:oMathParaPr>
                    <m:oMath xmlns:m="http://schemas.openxmlformats.org/officeDocument/2006/math">
                      <m:r>
                        <a:rPr lang="en-US" altLang="zh-CN" sz="2000" b="1" i="1" dirty="0">
                          <a:solidFill>
                            <a:schemeClr val="tx1"/>
                          </a:solidFill>
                          <a:latin typeface="Cambria Math" panose="02040503050406030204" pitchFamily="18" charset="0"/>
                        </a:rPr>
                        <m:t>{</m:t>
                      </m:r>
                      <m:r>
                        <a:rPr lang="en-US" altLang="zh-CN" sz="2000" b="1" i="1" dirty="0">
                          <a:solidFill>
                            <a:schemeClr val="tx1"/>
                          </a:solidFill>
                          <a:latin typeface="Cambria Math" panose="02040503050406030204" pitchFamily="18" charset="0"/>
                        </a:rPr>
                        <m:t>𝟎</m:t>
                      </m:r>
                      <m:r>
                        <a:rPr lang="zh-CN" altLang="en-US" sz="2000" b="1" i="1" dirty="0">
                          <a:solidFill>
                            <a:schemeClr val="tx1"/>
                          </a:solidFill>
                          <a:latin typeface="Cambria Math" panose="02040503050406030204" pitchFamily="18" charset="0"/>
                          <a:ea typeface="Cambria Math" panose="02040503050406030204" pitchFamily="18" charset="0"/>
                        </a:rPr>
                        <m:t>，</m:t>
                      </m:r>
                      <m:r>
                        <a:rPr lang="en-US" altLang="zh-CN" sz="2000" b="1" i="1" dirty="0">
                          <a:solidFill>
                            <a:schemeClr val="tx1"/>
                          </a:solidFill>
                          <a:latin typeface="Cambria Math" panose="02040503050406030204" pitchFamily="18" charset="0"/>
                        </a:rPr>
                        <m:t>𝟏</m:t>
                      </m:r>
                      <m:r>
                        <a:rPr lang="en-US" altLang="zh-CN" sz="2000" b="1" i="1" dirty="0">
                          <a:solidFill>
                            <a:schemeClr val="tx1"/>
                          </a:solidFill>
                          <a:latin typeface="Cambria Math" panose="02040503050406030204" pitchFamily="18" charset="0"/>
                        </a:rPr>
                        <m:t>}</m:t>
                      </m:r>
                    </m:oMath>
                  </m:oMathPara>
                </a14:m>
                <a:endParaRPr lang="zh-CN" altLang="en-US" sz="2000" b="1" dirty="0">
                  <a:solidFill>
                    <a:schemeClr val="tx1"/>
                  </a:solidFill>
                </a:endParaRPr>
              </a:p>
            </p:txBody>
          </p:sp>
        </mc:Choice>
        <mc:Fallback xmlns="">
          <p:sp>
            <p:nvSpPr>
              <p:cNvPr id="39" name="矩形 38">
                <a:extLst>
                  <a:ext uri="{FF2B5EF4-FFF2-40B4-BE49-F238E27FC236}">
                    <a16:creationId xmlns:a16="http://schemas.microsoft.com/office/drawing/2014/main" id="{3C1568C5-BA01-4D13-85A8-32435FBD0C81}"/>
                  </a:ext>
                </a:extLst>
              </p:cNvPr>
              <p:cNvSpPr>
                <a:spLocks noRot="1" noChangeAspect="1" noMove="1" noResize="1" noEditPoints="1" noAdjustHandles="1" noChangeArrowheads="1" noChangeShapeType="1" noTextEdit="1"/>
              </p:cNvSpPr>
              <p:nvPr/>
            </p:nvSpPr>
            <p:spPr>
              <a:xfrm>
                <a:off x="1656346" y="4626811"/>
                <a:ext cx="1040806" cy="458302"/>
              </a:xfrm>
              <a:prstGeom prst="rect">
                <a:avLst/>
              </a:prstGeom>
              <a:blipFill>
                <a:blip r:embed="rId7"/>
                <a:stretch>
                  <a:fillRect l="-2941" b="-10667"/>
                </a:stretch>
              </a:blipFill>
              <a:ln>
                <a:noFill/>
              </a:ln>
            </p:spPr>
            <p:txBody>
              <a:bodyPr/>
              <a:lstStyle/>
              <a:p>
                <a:r>
                  <a:rPr lang="zh-CN" altLang="en-US">
                    <a:noFill/>
                  </a:rPr>
                  <a:t> </a:t>
                </a:r>
              </a:p>
            </p:txBody>
          </p:sp>
        </mc:Fallback>
      </mc:AlternateContent>
      <mc:AlternateContent xmlns:mc="http://schemas.openxmlformats.org/markup-compatibility/2006" xmlns:a14="http://schemas.microsoft.com/office/drawing/2010/main">
        <mc:Choice Requires="a14">
          <p:sp>
            <p:nvSpPr>
              <p:cNvPr id="40" name="矩形 39">
                <a:extLst>
                  <a:ext uri="{FF2B5EF4-FFF2-40B4-BE49-F238E27FC236}">
                    <a16:creationId xmlns:a16="http://schemas.microsoft.com/office/drawing/2014/main" id="{E2115E93-D32E-4034-8A2B-C7824A304881}"/>
                  </a:ext>
                </a:extLst>
              </p:cNvPr>
              <p:cNvSpPr/>
              <p:nvPr/>
            </p:nvSpPr>
            <p:spPr>
              <a:xfrm>
                <a:off x="6761840" y="4626811"/>
                <a:ext cx="1965802" cy="458302"/>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14:m>
                  <m:oMathPara xmlns:m="http://schemas.openxmlformats.org/officeDocument/2006/math">
                    <m:oMathParaPr>
                      <m:jc m:val="left"/>
                    </m:oMathParaPr>
                    <m:oMath xmlns:m="http://schemas.openxmlformats.org/officeDocument/2006/math">
                      <m:r>
                        <a:rPr lang="en-US" altLang="zh-CN" sz="2000" b="1" i="1" dirty="0" smtClean="0">
                          <a:solidFill>
                            <a:schemeClr val="tx1"/>
                          </a:solidFill>
                          <a:latin typeface="Cambria Math" panose="02040503050406030204" pitchFamily="18" charset="0"/>
                        </a:rPr>
                        <m:t>𝟎</m:t>
                      </m:r>
                      <m:r>
                        <a:rPr lang="en-US" altLang="zh-CN" sz="2000" b="1" i="1" dirty="0" smtClean="0">
                          <a:solidFill>
                            <a:schemeClr val="tx1"/>
                          </a:solidFill>
                          <a:latin typeface="Cambria Math" panose="02040503050406030204" pitchFamily="18" charset="0"/>
                          <a:ea typeface="Cambria Math" panose="02040503050406030204" pitchFamily="18" charset="0"/>
                        </a:rPr>
                        <m:t>×</m:t>
                      </m:r>
                      <m:r>
                        <a:rPr lang="en-US" altLang="zh-CN" sz="2000" b="1" i="1" dirty="0" smtClean="0">
                          <a:solidFill>
                            <a:schemeClr val="tx1"/>
                          </a:solidFill>
                          <a:latin typeface="Cambria Math" panose="02040503050406030204" pitchFamily="18" charset="0"/>
                          <a:ea typeface="Cambria Math" panose="02040503050406030204" pitchFamily="18" charset="0"/>
                        </a:rPr>
                        <m:t>𝟐</m:t>
                      </m:r>
                      <m:r>
                        <a:rPr lang="zh-CN" altLang="en-US" sz="2000" b="1" i="1" dirty="0" smtClean="0">
                          <a:solidFill>
                            <a:schemeClr val="tx1"/>
                          </a:solidFill>
                          <a:latin typeface="Cambria Math" panose="02040503050406030204" pitchFamily="18" charset="0"/>
                          <a:ea typeface="Cambria Math" panose="02040503050406030204" pitchFamily="18" charset="0"/>
                        </a:rPr>
                        <m:t>𝝉</m:t>
                      </m:r>
                      <m:r>
                        <a:rPr lang="zh-CN" altLang="en-US" sz="2000" b="1" i="1" dirty="0">
                          <a:solidFill>
                            <a:schemeClr val="tx1"/>
                          </a:solidFill>
                          <a:latin typeface="Cambria Math" panose="02040503050406030204" pitchFamily="18" charset="0"/>
                          <a:ea typeface="Cambria Math" panose="02040503050406030204" pitchFamily="18" charset="0"/>
                        </a:rPr>
                        <m:t>，</m:t>
                      </m:r>
                      <m:r>
                        <a:rPr lang="en-US" altLang="zh-CN" sz="2000" b="1" i="1" dirty="0" smtClean="0">
                          <a:solidFill>
                            <a:schemeClr val="tx1"/>
                          </a:solidFill>
                          <a:latin typeface="Cambria Math" panose="02040503050406030204" pitchFamily="18" charset="0"/>
                        </a:rPr>
                        <m:t>𝟏</m:t>
                      </m:r>
                      <m:r>
                        <a:rPr lang="en-US" altLang="zh-CN" sz="2000" b="1" i="1" dirty="0">
                          <a:solidFill>
                            <a:schemeClr val="tx1"/>
                          </a:solidFill>
                          <a:latin typeface="Cambria Math" panose="02040503050406030204" pitchFamily="18" charset="0"/>
                          <a:ea typeface="Cambria Math" panose="02040503050406030204" pitchFamily="18" charset="0"/>
                        </a:rPr>
                        <m:t>×</m:t>
                      </m:r>
                      <m:r>
                        <a:rPr lang="en-US" altLang="zh-CN" sz="2000" b="1" i="1" dirty="0">
                          <a:solidFill>
                            <a:schemeClr val="tx1"/>
                          </a:solidFill>
                          <a:latin typeface="Cambria Math" panose="02040503050406030204" pitchFamily="18" charset="0"/>
                          <a:ea typeface="Cambria Math" panose="02040503050406030204" pitchFamily="18" charset="0"/>
                        </a:rPr>
                        <m:t>𝟐</m:t>
                      </m:r>
                      <m:r>
                        <a:rPr lang="zh-CN" altLang="en-US" sz="2000" b="1" i="1" dirty="0">
                          <a:solidFill>
                            <a:schemeClr val="tx1"/>
                          </a:solidFill>
                          <a:latin typeface="Cambria Math" panose="02040503050406030204" pitchFamily="18" charset="0"/>
                          <a:ea typeface="Cambria Math" panose="02040503050406030204" pitchFamily="18" charset="0"/>
                        </a:rPr>
                        <m:t>𝝉</m:t>
                      </m:r>
                    </m:oMath>
                  </m:oMathPara>
                </a14:m>
                <a:endParaRPr lang="zh-CN" altLang="en-US" sz="2000" b="1" dirty="0">
                  <a:solidFill>
                    <a:schemeClr val="tx1"/>
                  </a:solidFill>
                </a:endParaRPr>
              </a:p>
            </p:txBody>
          </p:sp>
        </mc:Choice>
        <mc:Fallback xmlns="">
          <p:sp>
            <p:nvSpPr>
              <p:cNvPr id="40" name="矩形 39">
                <a:extLst>
                  <a:ext uri="{FF2B5EF4-FFF2-40B4-BE49-F238E27FC236}">
                    <a16:creationId xmlns:a16="http://schemas.microsoft.com/office/drawing/2014/main" id="{E2115E93-D32E-4034-8A2B-C7824A304881}"/>
                  </a:ext>
                </a:extLst>
              </p:cNvPr>
              <p:cNvSpPr>
                <a:spLocks noRot="1" noChangeAspect="1" noMove="1" noResize="1" noEditPoints="1" noAdjustHandles="1" noChangeArrowheads="1" noChangeShapeType="1" noTextEdit="1"/>
              </p:cNvSpPr>
              <p:nvPr/>
            </p:nvSpPr>
            <p:spPr>
              <a:xfrm>
                <a:off x="6761840" y="4626811"/>
                <a:ext cx="1965802" cy="458302"/>
              </a:xfrm>
              <a:prstGeom prst="rect">
                <a:avLst/>
              </a:prstGeom>
              <a:blipFill>
                <a:blip r:embed="rId8"/>
                <a:stretch>
                  <a:fillRect/>
                </a:stretch>
              </a:blipFill>
              <a:ln>
                <a:noFill/>
              </a:ln>
            </p:spPr>
            <p:txBody>
              <a:bodyPr/>
              <a:lstStyle/>
              <a:p>
                <a:r>
                  <a:rPr lang="zh-CN" altLang="en-US">
                    <a:noFill/>
                  </a:rPr>
                  <a:t> </a:t>
                </a:r>
              </a:p>
            </p:txBody>
          </p:sp>
        </mc:Fallback>
      </mc:AlternateContent>
      <mc:AlternateContent xmlns:mc="http://schemas.openxmlformats.org/markup-compatibility/2006" xmlns:a14="http://schemas.microsoft.com/office/drawing/2010/main">
        <mc:Choice Requires="a14">
          <p:sp>
            <p:nvSpPr>
              <p:cNvPr id="41" name="矩形 40">
                <a:extLst>
                  <a:ext uri="{FF2B5EF4-FFF2-40B4-BE49-F238E27FC236}">
                    <a16:creationId xmlns:a16="http://schemas.microsoft.com/office/drawing/2014/main" id="{C7239A79-A5D1-4553-A6FD-F7FD5BD97D11}"/>
                  </a:ext>
                </a:extLst>
              </p:cNvPr>
              <p:cNvSpPr/>
              <p:nvPr/>
            </p:nvSpPr>
            <p:spPr>
              <a:xfrm>
                <a:off x="328087" y="5085113"/>
                <a:ext cx="719755" cy="458302"/>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14:m>
                  <m:oMathPara xmlns:m="http://schemas.openxmlformats.org/officeDocument/2006/math">
                    <m:oMathParaPr>
                      <m:jc m:val="centerGroup"/>
                    </m:oMathParaPr>
                    <m:oMath xmlns:m="http://schemas.openxmlformats.org/officeDocument/2006/math">
                      <m:r>
                        <a:rPr lang="en-US" altLang="zh-CN" sz="2000" b="1" i="1" dirty="0" smtClean="0">
                          <a:solidFill>
                            <a:schemeClr val="tx1"/>
                          </a:solidFill>
                          <a:latin typeface="Cambria Math" panose="02040503050406030204" pitchFamily="18" charset="0"/>
                        </a:rPr>
                        <m:t>𝟐</m:t>
                      </m:r>
                    </m:oMath>
                  </m:oMathPara>
                </a14:m>
                <a:endParaRPr lang="zh-CN" altLang="en-US" sz="2000" b="1" dirty="0">
                  <a:solidFill>
                    <a:schemeClr val="tx1"/>
                  </a:solidFill>
                </a:endParaRPr>
              </a:p>
            </p:txBody>
          </p:sp>
        </mc:Choice>
        <mc:Fallback xmlns="">
          <p:sp>
            <p:nvSpPr>
              <p:cNvPr id="41" name="矩形 40">
                <a:extLst>
                  <a:ext uri="{FF2B5EF4-FFF2-40B4-BE49-F238E27FC236}">
                    <a16:creationId xmlns:a16="http://schemas.microsoft.com/office/drawing/2014/main" id="{C7239A79-A5D1-4553-A6FD-F7FD5BD97D11}"/>
                  </a:ext>
                </a:extLst>
              </p:cNvPr>
              <p:cNvSpPr>
                <a:spLocks noRot="1" noChangeAspect="1" noMove="1" noResize="1" noEditPoints="1" noAdjustHandles="1" noChangeArrowheads="1" noChangeShapeType="1" noTextEdit="1"/>
              </p:cNvSpPr>
              <p:nvPr/>
            </p:nvSpPr>
            <p:spPr>
              <a:xfrm>
                <a:off x="328087" y="5085113"/>
                <a:ext cx="719755" cy="458302"/>
              </a:xfrm>
              <a:prstGeom prst="rect">
                <a:avLst/>
              </a:prstGeom>
              <a:blipFill>
                <a:blip r:embed="rId9"/>
                <a:stretch>
                  <a:fillRect/>
                </a:stretch>
              </a:blipFill>
              <a:ln>
                <a:noFill/>
              </a:ln>
            </p:spPr>
            <p:txBody>
              <a:bodyPr/>
              <a:lstStyle/>
              <a:p>
                <a:r>
                  <a:rPr lang="zh-CN" altLang="en-US">
                    <a:noFill/>
                  </a:rPr>
                  <a:t> </a:t>
                </a:r>
              </a:p>
            </p:txBody>
          </p:sp>
        </mc:Fallback>
      </mc:AlternateContent>
      <mc:AlternateContent xmlns:mc="http://schemas.openxmlformats.org/markup-compatibility/2006" xmlns:a14="http://schemas.microsoft.com/office/drawing/2010/main">
        <mc:Choice Requires="a14">
          <p:sp>
            <p:nvSpPr>
              <p:cNvPr id="42" name="矩形 41">
                <a:extLst>
                  <a:ext uri="{FF2B5EF4-FFF2-40B4-BE49-F238E27FC236}">
                    <a16:creationId xmlns:a16="http://schemas.microsoft.com/office/drawing/2014/main" id="{1700E322-366D-45F4-9470-DA837AE7726C}"/>
                  </a:ext>
                </a:extLst>
              </p:cNvPr>
              <p:cNvSpPr/>
              <p:nvPr/>
            </p:nvSpPr>
            <p:spPr>
              <a:xfrm>
                <a:off x="1047842" y="5085113"/>
                <a:ext cx="608503" cy="458302"/>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14:m>
                  <m:oMathPara xmlns:m="http://schemas.openxmlformats.org/officeDocument/2006/math">
                    <m:oMathParaPr>
                      <m:jc m:val="centerGroup"/>
                    </m:oMathParaPr>
                    <m:oMath xmlns:m="http://schemas.openxmlformats.org/officeDocument/2006/math">
                      <m:r>
                        <a:rPr lang="en-US" altLang="zh-CN" sz="2000" b="1" i="1" dirty="0" smtClean="0">
                          <a:solidFill>
                            <a:schemeClr val="tx1"/>
                          </a:solidFill>
                          <a:latin typeface="Cambria Math" panose="02040503050406030204" pitchFamily="18" charset="0"/>
                        </a:rPr>
                        <m:t>𝟐</m:t>
                      </m:r>
                    </m:oMath>
                  </m:oMathPara>
                </a14:m>
                <a:endParaRPr lang="zh-CN" altLang="en-US" sz="2000" b="1" dirty="0">
                  <a:solidFill>
                    <a:schemeClr val="tx1"/>
                  </a:solidFill>
                </a:endParaRPr>
              </a:p>
            </p:txBody>
          </p:sp>
        </mc:Choice>
        <mc:Fallback xmlns="">
          <p:sp>
            <p:nvSpPr>
              <p:cNvPr id="42" name="矩形 41">
                <a:extLst>
                  <a:ext uri="{FF2B5EF4-FFF2-40B4-BE49-F238E27FC236}">
                    <a16:creationId xmlns:a16="http://schemas.microsoft.com/office/drawing/2014/main" id="{1700E322-366D-45F4-9470-DA837AE7726C}"/>
                  </a:ext>
                </a:extLst>
              </p:cNvPr>
              <p:cNvSpPr>
                <a:spLocks noRot="1" noChangeAspect="1" noMove="1" noResize="1" noEditPoints="1" noAdjustHandles="1" noChangeArrowheads="1" noChangeShapeType="1" noTextEdit="1"/>
              </p:cNvSpPr>
              <p:nvPr/>
            </p:nvSpPr>
            <p:spPr>
              <a:xfrm>
                <a:off x="1047842" y="5085113"/>
                <a:ext cx="608503" cy="458302"/>
              </a:xfrm>
              <a:prstGeom prst="rect">
                <a:avLst/>
              </a:prstGeom>
              <a:blipFill>
                <a:blip r:embed="rId10"/>
                <a:stretch>
                  <a:fillRect/>
                </a:stretch>
              </a:blipFill>
              <a:ln>
                <a:noFill/>
              </a:ln>
            </p:spPr>
            <p:txBody>
              <a:bodyPr/>
              <a:lstStyle/>
              <a:p>
                <a:r>
                  <a:rPr lang="zh-CN" altLang="en-US">
                    <a:noFill/>
                  </a:rPr>
                  <a:t> </a:t>
                </a:r>
              </a:p>
            </p:txBody>
          </p:sp>
        </mc:Fallback>
      </mc:AlternateContent>
      <mc:AlternateContent xmlns:mc="http://schemas.openxmlformats.org/markup-compatibility/2006" xmlns:a14="http://schemas.microsoft.com/office/drawing/2010/main">
        <mc:Choice Requires="a14">
          <p:sp>
            <p:nvSpPr>
              <p:cNvPr id="43" name="矩形 42">
                <a:extLst>
                  <a:ext uri="{FF2B5EF4-FFF2-40B4-BE49-F238E27FC236}">
                    <a16:creationId xmlns:a16="http://schemas.microsoft.com/office/drawing/2014/main" id="{F889C54D-7F83-4DC6-A879-5CBBA04E001C}"/>
                  </a:ext>
                </a:extLst>
              </p:cNvPr>
              <p:cNvSpPr/>
              <p:nvPr/>
            </p:nvSpPr>
            <p:spPr>
              <a:xfrm>
                <a:off x="1656345" y="5085113"/>
                <a:ext cx="1869687" cy="458302"/>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14:m>
                  <m:oMathPara xmlns:m="http://schemas.openxmlformats.org/officeDocument/2006/math">
                    <m:oMathParaPr>
                      <m:jc m:val="left"/>
                    </m:oMathParaPr>
                    <m:oMath xmlns:m="http://schemas.openxmlformats.org/officeDocument/2006/math">
                      <m:r>
                        <a:rPr lang="en-US" altLang="zh-CN" sz="2000" b="1" i="1" dirty="0" smtClean="0">
                          <a:solidFill>
                            <a:schemeClr val="tx1"/>
                          </a:solidFill>
                          <a:latin typeface="Cambria Math" panose="02040503050406030204" pitchFamily="18" charset="0"/>
                        </a:rPr>
                        <m:t>{</m:t>
                      </m:r>
                      <m:r>
                        <a:rPr lang="en-US" altLang="zh-CN" sz="2000" b="1" i="1" dirty="0" smtClean="0">
                          <a:solidFill>
                            <a:schemeClr val="tx1"/>
                          </a:solidFill>
                          <a:latin typeface="Cambria Math" panose="02040503050406030204" pitchFamily="18" charset="0"/>
                        </a:rPr>
                        <m:t>𝟎</m:t>
                      </m:r>
                      <m:r>
                        <a:rPr lang="zh-CN" altLang="en-US" sz="2000" b="1" i="1" dirty="0">
                          <a:solidFill>
                            <a:schemeClr val="tx1"/>
                          </a:solidFill>
                          <a:latin typeface="Cambria Math" panose="02040503050406030204" pitchFamily="18" charset="0"/>
                          <a:ea typeface="Cambria Math" panose="02040503050406030204" pitchFamily="18" charset="0"/>
                        </a:rPr>
                        <m:t>，</m:t>
                      </m:r>
                      <m:r>
                        <a:rPr lang="en-US" altLang="zh-CN" sz="2000" b="1" i="1" dirty="0">
                          <a:solidFill>
                            <a:schemeClr val="tx1"/>
                          </a:solidFill>
                          <a:latin typeface="Cambria Math" panose="02040503050406030204" pitchFamily="18" charset="0"/>
                        </a:rPr>
                        <m:t>𝟏</m:t>
                      </m:r>
                      <m:r>
                        <a:rPr lang="zh-CN" altLang="en-US" sz="2000" b="1" i="1" dirty="0">
                          <a:solidFill>
                            <a:schemeClr val="tx1"/>
                          </a:solidFill>
                          <a:latin typeface="Cambria Math" panose="02040503050406030204" pitchFamily="18" charset="0"/>
                          <a:ea typeface="Cambria Math" panose="02040503050406030204" pitchFamily="18" charset="0"/>
                        </a:rPr>
                        <m:t>，</m:t>
                      </m:r>
                      <m:r>
                        <a:rPr lang="en-US" altLang="zh-CN" sz="2000" b="1" i="1" dirty="0" smtClean="0">
                          <a:solidFill>
                            <a:schemeClr val="tx1"/>
                          </a:solidFill>
                          <a:latin typeface="Cambria Math" panose="02040503050406030204" pitchFamily="18" charset="0"/>
                        </a:rPr>
                        <m:t>𝟐</m:t>
                      </m:r>
                      <m:r>
                        <a:rPr lang="zh-CN" altLang="en-US" sz="2000" b="1" i="1" dirty="0">
                          <a:solidFill>
                            <a:schemeClr val="tx1"/>
                          </a:solidFill>
                          <a:latin typeface="Cambria Math" panose="02040503050406030204" pitchFamily="18" charset="0"/>
                          <a:ea typeface="Cambria Math" panose="02040503050406030204" pitchFamily="18" charset="0"/>
                        </a:rPr>
                        <m:t>，</m:t>
                      </m:r>
                      <m:r>
                        <a:rPr lang="en-US" altLang="zh-CN" sz="2000" b="1" i="1" dirty="0" smtClean="0">
                          <a:solidFill>
                            <a:schemeClr val="tx1"/>
                          </a:solidFill>
                          <a:latin typeface="Cambria Math" panose="02040503050406030204" pitchFamily="18" charset="0"/>
                          <a:ea typeface="Cambria Math" panose="02040503050406030204" pitchFamily="18" charset="0"/>
                        </a:rPr>
                        <m:t>𝟑</m:t>
                      </m:r>
                      <m:r>
                        <a:rPr lang="en-US" altLang="zh-CN" sz="2000" b="1" i="1" dirty="0">
                          <a:solidFill>
                            <a:schemeClr val="tx1"/>
                          </a:solidFill>
                          <a:latin typeface="Cambria Math" panose="02040503050406030204" pitchFamily="18" charset="0"/>
                        </a:rPr>
                        <m:t>}</m:t>
                      </m:r>
                    </m:oMath>
                  </m:oMathPara>
                </a14:m>
                <a:endParaRPr lang="zh-CN" altLang="en-US" sz="2000" b="1" dirty="0">
                  <a:solidFill>
                    <a:schemeClr val="tx1"/>
                  </a:solidFill>
                </a:endParaRPr>
              </a:p>
            </p:txBody>
          </p:sp>
        </mc:Choice>
        <mc:Fallback xmlns="">
          <p:sp>
            <p:nvSpPr>
              <p:cNvPr id="43" name="矩形 42">
                <a:extLst>
                  <a:ext uri="{FF2B5EF4-FFF2-40B4-BE49-F238E27FC236}">
                    <a16:creationId xmlns:a16="http://schemas.microsoft.com/office/drawing/2014/main" id="{F889C54D-7F83-4DC6-A879-5CBBA04E001C}"/>
                  </a:ext>
                </a:extLst>
              </p:cNvPr>
              <p:cNvSpPr>
                <a:spLocks noRot="1" noChangeAspect="1" noMove="1" noResize="1" noEditPoints="1" noAdjustHandles="1" noChangeArrowheads="1" noChangeShapeType="1" noTextEdit="1"/>
              </p:cNvSpPr>
              <p:nvPr/>
            </p:nvSpPr>
            <p:spPr>
              <a:xfrm>
                <a:off x="1656345" y="5085113"/>
                <a:ext cx="1869687" cy="458302"/>
              </a:xfrm>
              <a:prstGeom prst="rect">
                <a:avLst/>
              </a:prstGeom>
              <a:blipFill>
                <a:blip r:embed="rId11"/>
                <a:stretch>
                  <a:fillRect l="-1634" b="-10667"/>
                </a:stretch>
              </a:blipFill>
              <a:ln>
                <a:noFill/>
              </a:ln>
            </p:spPr>
            <p:txBody>
              <a:bodyPr/>
              <a:lstStyle/>
              <a:p>
                <a:r>
                  <a:rPr lang="zh-CN" altLang="en-US">
                    <a:noFill/>
                  </a:rPr>
                  <a:t> </a:t>
                </a:r>
              </a:p>
            </p:txBody>
          </p:sp>
        </mc:Fallback>
      </mc:AlternateContent>
      <mc:AlternateContent xmlns:mc="http://schemas.openxmlformats.org/markup-compatibility/2006" xmlns:a14="http://schemas.microsoft.com/office/drawing/2010/main">
        <mc:Choice Requires="a14">
          <p:sp>
            <p:nvSpPr>
              <p:cNvPr id="44" name="矩形 43">
                <a:extLst>
                  <a:ext uri="{FF2B5EF4-FFF2-40B4-BE49-F238E27FC236}">
                    <a16:creationId xmlns:a16="http://schemas.microsoft.com/office/drawing/2014/main" id="{7571F67E-4EA4-470E-82E6-E2D2FF1DB724}"/>
                  </a:ext>
                </a:extLst>
              </p:cNvPr>
              <p:cNvSpPr/>
              <p:nvPr/>
            </p:nvSpPr>
            <p:spPr>
              <a:xfrm>
                <a:off x="6761839" y="5085113"/>
                <a:ext cx="3934667" cy="458302"/>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14:m>
                  <m:oMathPara xmlns:m="http://schemas.openxmlformats.org/officeDocument/2006/math">
                    <m:oMathParaPr>
                      <m:jc m:val="left"/>
                    </m:oMathParaPr>
                    <m:oMath xmlns:m="http://schemas.openxmlformats.org/officeDocument/2006/math">
                      <m:r>
                        <a:rPr lang="en-US" altLang="zh-CN" sz="2000" b="1" i="1" dirty="0" smtClean="0">
                          <a:solidFill>
                            <a:schemeClr val="tx1"/>
                          </a:solidFill>
                          <a:latin typeface="Cambria Math" panose="02040503050406030204" pitchFamily="18" charset="0"/>
                        </a:rPr>
                        <m:t>𝟎</m:t>
                      </m:r>
                      <m:r>
                        <a:rPr lang="en-US" altLang="zh-CN" sz="2000" b="1" i="1" dirty="0" smtClean="0">
                          <a:solidFill>
                            <a:schemeClr val="tx1"/>
                          </a:solidFill>
                          <a:latin typeface="Cambria Math" panose="02040503050406030204" pitchFamily="18" charset="0"/>
                          <a:ea typeface="Cambria Math" panose="02040503050406030204" pitchFamily="18" charset="0"/>
                        </a:rPr>
                        <m:t>×</m:t>
                      </m:r>
                      <m:r>
                        <a:rPr lang="en-US" altLang="zh-CN" sz="2000" b="1" i="1" dirty="0" smtClean="0">
                          <a:solidFill>
                            <a:schemeClr val="tx1"/>
                          </a:solidFill>
                          <a:latin typeface="Cambria Math" panose="02040503050406030204" pitchFamily="18" charset="0"/>
                          <a:ea typeface="Cambria Math" panose="02040503050406030204" pitchFamily="18" charset="0"/>
                        </a:rPr>
                        <m:t>𝟐</m:t>
                      </m:r>
                      <m:r>
                        <a:rPr lang="zh-CN" altLang="en-US" sz="2000" b="1" i="1" dirty="0" smtClean="0">
                          <a:solidFill>
                            <a:schemeClr val="tx1"/>
                          </a:solidFill>
                          <a:latin typeface="Cambria Math" panose="02040503050406030204" pitchFamily="18" charset="0"/>
                          <a:ea typeface="Cambria Math" panose="02040503050406030204" pitchFamily="18" charset="0"/>
                        </a:rPr>
                        <m:t>𝝉</m:t>
                      </m:r>
                      <m:r>
                        <a:rPr lang="zh-CN" altLang="en-US" sz="2000" b="1" i="1" dirty="0">
                          <a:solidFill>
                            <a:schemeClr val="tx1"/>
                          </a:solidFill>
                          <a:latin typeface="Cambria Math" panose="02040503050406030204" pitchFamily="18" charset="0"/>
                          <a:ea typeface="Cambria Math" panose="02040503050406030204" pitchFamily="18" charset="0"/>
                        </a:rPr>
                        <m:t>，</m:t>
                      </m:r>
                      <m:r>
                        <a:rPr lang="en-US" altLang="zh-CN" sz="2000" b="1" i="1" dirty="0" smtClean="0">
                          <a:solidFill>
                            <a:schemeClr val="tx1"/>
                          </a:solidFill>
                          <a:latin typeface="Cambria Math" panose="02040503050406030204" pitchFamily="18" charset="0"/>
                        </a:rPr>
                        <m:t>𝟏</m:t>
                      </m:r>
                      <m:r>
                        <a:rPr lang="en-US" altLang="zh-CN" sz="2000" b="1" i="1" dirty="0">
                          <a:solidFill>
                            <a:schemeClr val="tx1"/>
                          </a:solidFill>
                          <a:latin typeface="Cambria Math" panose="02040503050406030204" pitchFamily="18" charset="0"/>
                          <a:ea typeface="Cambria Math" panose="02040503050406030204" pitchFamily="18" charset="0"/>
                        </a:rPr>
                        <m:t>×</m:t>
                      </m:r>
                      <m:r>
                        <a:rPr lang="en-US" altLang="zh-CN" sz="2000" b="1" i="1" dirty="0">
                          <a:solidFill>
                            <a:schemeClr val="tx1"/>
                          </a:solidFill>
                          <a:latin typeface="Cambria Math" panose="02040503050406030204" pitchFamily="18" charset="0"/>
                          <a:ea typeface="Cambria Math" panose="02040503050406030204" pitchFamily="18" charset="0"/>
                        </a:rPr>
                        <m:t>𝟐</m:t>
                      </m:r>
                      <m:r>
                        <a:rPr lang="zh-CN" altLang="en-US" sz="2000" b="1" i="1" dirty="0">
                          <a:solidFill>
                            <a:schemeClr val="tx1"/>
                          </a:solidFill>
                          <a:latin typeface="Cambria Math" panose="02040503050406030204" pitchFamily="18" charset="0"/>
                          <a:ea typeface="Cambria Math" panose="02040503050406030204" pitchFamily="18" charset="0"/>
                        </a:rPr>
                        <m:t>𝝉</m:t>
                      </m:r>
                      <m:r>
                        <a:rPr lang="zh-CN" altLang="en-US" sz="2000" b="1" i="1" dirty="0">
                          <a:solidFill>
                            <a:schemeClr val="tx1"/>
                          </a:solidFill>
                          <a:latin typeface="Cambria Math" panose="02040503050406030204" pitchFamily="18" charset="0"/>
                          <a:ea typeface="Cambria Math" panose="02040503050406030204" pitchFamily="18" charset="0"/>
                        </a:rPr>
                        <m:t>，</m:t>
                      </m:r>
                      <m:r>
                        <a:rPr lang="en-US" altLang="zh-CN" sz="2000" b="1" i="1" dirty="0" smtClean="0">
                          <a:solidFill>
                            <a:schemeClr val="tx1"/>
                          </a:solidFill>
                          <a:latin typeface="Cambria Math" panose="02040503050406030204" pitchFamily="18" charset="0"/>
                        </a:rPr>
                        <m:t>𝟐</m:t>
                      </m:r>
                      <m:r>
                        <a:rPr lang="en-US" altLang="zh-CN" sz="2000" b="1" i="1" dirty="0">
                          <a:solidFill>
                            <a:schemeClr val="tx1"/>
                          </a:solidFill>
                          <a:latin typeface="Cambria Math" panose="02040503050406030204" pitchFamily="18" charset="0"/>
                          <a:ea typeface="Cambria Math" panose="02040503050406030204" pitchFamily="18" charset="0"/>
                        </a:rPr>
                        <m:t>×</m:t>
                      </m:r>
                      <m:r>
                        <a:rPr lang="en-US" altLang="zh-CN" sz="2000" b="1" i="1" dirty="0">
                          <a:solidFill>
                            <a:schemeClr val="tx1"/>
                          </a:solidFill>
                          <a:latin typeface="Cambria Math" panose="02040503050406030204" pitchFamily="18" charset="0"/>
                          <a:ea typeface="Cambria Math" panose="02040503050406030204" pitchFamily="18" charset="0"/>
                        </a:rPr>
                        <m:t>𝟐</m:t>
                      </m:r>
                      <m:r>
                        <a:rPr lang="zh-CN" altLang="en-US" sz="2000" b="1" i="1" dirty="0">
                          <a:solidFill>
                            <a:schemeClr val="tx1"/>
                          </a:solidFill>
                          <a:latin typeface="Cambria Math" panose="02040503050406030204" pitchFamily="18" charset="0"/>
                          <a:ea typeface="Cambria Math" panose="02040503050406030204" pitchFamily="18" charset="0"/>
                        </a:rPr>
                        <m:t>𝝉</m:t>
                      </m:r>
                      <m:r>
                        <a:rPr lang="zh-CN" altLang="en-US" sz="2000" b="1" i="1" dirty="0">
                          <a:solidFill>
                            <a:schemeClr val="tx1"/>
                          </a:solidFill>
                          <a:latin typeface="Cambria Math" panose="02040503050406030204" pitchFamily="18" charset="0"/>
                          <a:ea typeface="Cambria Math" panose="02040503050406030204" pitchFamily="18" charset="0"/>
                        </a:rPr>
                        <m:t>，</m:t>
                      </m:r>
                      <m:r>
                        <a:rPr lang="en-US" altLang="zh-CN" sz="2000" b="1" i="1" dirty="0" smtClean="0">
                          <a:solidFill>
                            <a:schemeClr val="tx1"/>
                          </a:solidFill>
                          <a:latin typeface="Cambria Math" panose="02040503050406030204" pitchFamily="18" charset="0"/>
                        </a:rPr>
                        <m:t>𝟑</m:t>
                      </m:r>
                      <m:r>
                        <a:rPr lang="en-US" altLang="zh-CN" sz="2000" b="1" i="1" dirty="0">
                          <a:solidFill>
                            <a:schemeClr val="tx1"/>
                          </a:solidFill>
                          <a:latin typeface="Cambria Math" panose="02040503050406030204" pitchFamily="18" charset="0"/>
                          <a:ea typeface="Cambria Math" panose="02040503050406030204" pitchFamily="18" charset="0"/>
                        </a:rPr>
                        <m:t>×</m:t>
                      </m:r>
                      <m:r>
                        <a:rPr lang="en-US" altLang="zh-CN" sz="2000" b="1" i="1" dirty="0">
                          <a:solidFill>
                            <a:schemeClr val="tx1"/>
                          </a:solidFill>
                          <a:latin typeface="Cambria Math" panose="02040503050406030204" pitchFamily="18" charset="0"/>
                          <a:ea typeface="Cambria Math" panose="02040503050406030204" pitchFamily="18" charset="0"/>
                        </a:rPr>
                        <m:t>𝟐</m:t>
                      </m:r>
                      <m:r>
                        <a:rPr lang="zh-CN" altLang="en-US" sz="2000" b="1" i="1" dirty="0">
                          <a:solidFill>
                            <a:schemeClr val="tx1"/>
                          </a:solidFill>
                          <a:latin typeface="Cambria Math" panose="02040503050406030204" pitchFamily="18" charset="0"/>
                          <a:ea typeface="Cambria Math" panose="02040503050406030204" pitchFamily="18" charset="0"/>
                        </a:rPr>
                        <m:t>𝝉</m:t>
                      </m:r>
                    </m:oMath>
                  </m:oMathPara>
                </a14:m>
                <a:endParaRPr lang="zh-CN" altLang="en-US" sz="2000" b="1" dirty="0">
                  <a:solidFill>
                    <a:schemeClr val="tx1"/>
                  </a:solidFill>
                </a:endParaRPr>
              </a:p>
            </p:txBody>
          </p:sp>
        </mc:Choice>
        <mc:Fallback xmlns="">
          <p:sp>
            <p:nvSpPr>
              <p:cNvPr id="44" name="矩形 43">
                <a:extLst>
                  <a:ext uri="{FF2B5EF4-FFF2-40B4-BE49-F238E27FC236}">
                    <a16:creationId xmlns:a16="http://schemas.microsoft.com/office/drawing/2014/main" id="{7571F67E-4EA4-470E-82E6-E2D2FF1DB724}"/>
                  </a:ext>
                </a:extLst>
              </p:cNvPr>
              <p:cNvSpPr>
                <a:spLocks noRot="1" noChangeAspect="1" noMove="1" noResize="1" noEditPoints="1" noAdjustHandles="1" noChangeArrowheads="1" noChangeShapeType="1" noTextEdit="1"/>
              </p:cNvSpPr>
              <p:nvPr/>
            </p:nvSpPr>
            <p:spPr>
              <a:xfrm>
                <a:off x="6761839" y="5085113"/>
                <a:ext cx="3934667" cy="458302"/>
              </a:xfrm>
              <a:prstGeom prst="rect">
                <a:avLst/>
              </a:prstGeom>
              <a:blipFill>
                <a:blip r:embed="rId12"/>
                <a:stretch>
                  <a:fillRect/>
                </a:stretch>
              </a:blipFill>
              <a:ln>
                <a:noFill/>
              </a:ln>
            </p:spPr>
            <p:txBody>
              <a:bodyPr/>
              <a:lstStyle/>
              <a:p>
                <a:r>
                  <a:rPr lang="zh-CN" altLang="en-US">
                    <a:noFill/>
                  </a:rPr>
                  <a:t> </a:t>
                </a:r>
              </a:p>
            </p:txBody>
          </p:sp>
        </mc:Fallback>
      </mc:AlternateContent>
      <mc:AlternateContent xmlns:mc="http://schemas.openxmlformats.org/markup-compatibility/2006" xmlns:a14="http://schemas.microsoft.com/office/drawing/2010/main">
        <mc:Choice Requires="a14">
          <p:sp>
            <p:nvSpPr>
              <p:cNvPr id="45" name="矩形 44">
                <a:extLst>
                  <a:ext uri="{FF2B5EF4-FFF2-40B4-BE49-F238E27FC236}">
                    <a16:creationId xmlns:a16="http://schemas.microsoft.com/office/drawing/2014/main" id="{CE8B1A8C-A7AB-46A3-8F5B-54868D1B90EF}"/>
                  </a:ext>
                </a:extLst>
              </p:cNvPr>
              <p:cNvSpPr/>
              <p:nvPr/>
            </p:nvSpPr>
            <p:spPr>
              <a:xfrm>
                <a:off x="328087" y="5543415"/>
                <a:ext cx="719755" cy="458302"/>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14:m>
                  <m:oMathPara xmlns:m="http://schemas.openxmlformats.org/officeDocument/2006/math">
                    <m:oMathParaPr>
                      <m:jc m:val="centerGroup"/>
                    </m:oMathParaPr>
                    <m:oMath xmlns:m="http://schemas.openxmlformats.org/officeDocument/2006/math">
                      <m:r>
                        <a:rPr lang="en-US" altLang="zh-CN" sz="2000" b="1" i="1" dirty="0" smtClean="0">
                          <a:solidFill>
                            <a:schemeClr val="tx1"/>
                          </a:solidFill>
                          <a:latin typeface="Cambria Math" panose="02040503050406030204" pitchFamily="18" charset="0"/>
                        </a:rPr>
                        <m:t>𝟏𝟐</m:t>
                      </m:r>
                    </m:oMath>
                  </m:oMathPara>
                </a14:m>
                <a:endParaRPr lang="zh-CN" altLang="en-US" sz="2000" b="1" dirty="0">
                  <a:solidFill>
                    <a:schemeClr val="tx1"/>
                  </a:solidFill>
                </a:endParaRPr>
              </a:p>
            </p:txBody>
          </p:sp>
        </mc:Choice>
        <mc:Fallback xmlns="">
          <p:sp>
            <p:nvSpPr>
              <p:cNvPr id="45" name="矩形 44">
                <a:extLst>
                  <a:ext uri="{FF2B5EF4-FFF2-40B4-BE49-F238E27FC236}">
                    <a16:creationId xmlns:a16="http://schemas.microsoft.com/office/drawing/2014/main" id="{CE8B1A8C-A7AB-46A3-8F5B-54868D1B90EF}"/>
                  </a:ext>
                </a:extLst>
              </p:cNvPr>
              <p:cNvSpPr>
                <a:spLocks noRot="1" noChangeAspect="1" noMove="1" noResize="1" noEditPoints="1" noAdjustHandles="1" noChangeArrowheads="1" noChangeShapeType="1" noTextEdit="1"/>
              </p:cNvSpPr>
              <p:nvPr/>
            </p:nvSpPr>
            <p:spPr>
              <a:xfrm>
                <a:off x="328087" y="5543415"/>
                <a:ext cx="719755" cy="458302"/>
              </a:xfrm>
              <a:prstGeom prst="rect">
                <a:avLst/>
              </a:prstGeom>
              <a:blipFill>
                <a:blip r:embed="rId13"/>
                <a:stretch>
                  <a:fillRect/>
                </a:stretch>
              </a:blipFill>
              <a:ln>
                <a:noFill/>
              </a:ln>
            </p:spPr>
            <p:txBody>
              <a:bodyPr/>
              <a:lstStyle/>
              <a:p>
                <a:r>
                  <a:rPr lang="zh-CN" altLang="en-US">
                    <a:noFill/>
                  </a:rPr>
                  <a:t> </a:t>
                </a:r>
              </a:p>
            </p:txBody>
          </p:sp>
        </mc:Fallback>
      </mc:AlternateContent>
      <mc:AlternateContent xmlns:mc="http://schemas.openxmlformats.org/markup-compatibility/2006" xmlns:a14="http://schemas.microsoft.com/office/drawing/2010/main">
        <mc:Choice Requires="a14">
          <p:sp>
            <p:nvSpPr>
              <p:cNvPr id="46" name="矩形 45">
                <a:extLst>
                  <a:ext uri="{FF2B5EF4-FFF2-40B4-BE49-F238E27FC236}">
                    <a16:creationId xmlns:a16="http://schemas.microsoft.com/office/drawing/2014/main" id="{0D9AEC19-63F2-4BBD-AFFE-70041EF6205E}"/>
                  </a:ext>
                </a:extLst>
              </p:cNvPr>
              <p:cNvSpPr/>
              <p:nvPr/>
            </p:nvSpPr>
            <p:spPr>
              <a:xfrm>
                <a:off x="1047842" y="5543415"/>
                <a:ext cx="608503" cy="458302"/>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14:m>
                  <m:oMathPara xmlns:m="http://schemas.openxmlformats.org/officeDocument/2006/math">
                    <m:oMathParaPr>
                      <m:jc m:val="centerGroup"/>
                    </m:oMathParaPr>
                    <m:oMath xmlns:m="http://schemas.openxmlformats.org/officeDocument/2006/math">
                      <m:r>
                        <a:rPr lang="en-US" altLang="zh-CN" sz="2000" b="1" i="1" dirty="0" smtClean="0">
                          <a:solidFill>
                            <a:schemeClr val="accent1">
                              <a:lumMod val="75000"/>
                            </a:schemeClr>
                          </a:solidFill>
                          <a:latin typeface="Cambria Math" panose="02040503050406030204" pitchFamily="18" charset="0"/>
                        </a:rPr>
                        <m:t>𝟏𝟎</m:t>
                      </m:r>
                    </m:oMath>
                  </m:oMathPara>
                </a14:m>
                <a:endParaRPr lang="zh-CN" altLang="en-US" sz="2000" b="1" dirty="0">
                  <a:solidFill>
                    <a:schemeClr val="tx1"/>
                  </a:solidFill>
                </a:endParaRPr>
              </a:p>
            </p:txBody>
          </p:sp>
        </mc:Choice>
        <mc:Fallback xmlns="">
          <p:sp>
            <p:nvSpPr>
              <p:cNvPr id="46" name="矩形 45">
                <a:extLst>
                  <a:ext uri="{FF2B5EF4-FFF2-40B4-BE49-F238E27FC236}">
                    <a16:creationId xmlns:a16="http://schemas.microsoft.com/office/drawing/2014/main" id="{0D9AEC19-63F2-4BBD-AFFE-70041EF6205E}"/>
                  </a:ext>
                </a:extLst>
              </p:cNvPr>
              <p:cNvSpPr>
                <a:spLocks noRot="1" noChangeAspect="1" noMove="1" noResize="1" noEditPoints="1" noAdjustHandles="1" noChangeArrowheads="1" noChangeShapeType="1" noTextEdit="1"/>
              </p:cNvSpPr>
              <p:nvPr/>
            </p:nvSpPr>
            <p:spPr>
              <a:xfrm>
                <a:off x="1047842" y="5543415"/>
                <a:ext cx="608503" cy="458302"/>
              </a:xfrm>
              <a:prstGeom prst="rect">
                <a:avLst/>
              </a:prstGeom>
              <a:blipFill>
                <a:blip r:embed="rId14"/>
                <a:stretch>
                  <a:fillRect/>
                </a:stretch>
              </a:blipFill>
              <a:ln>
                <a:noFill/>
              </a:ln>
            </p:spPr>
            <p:txBody>
              <a:bodyPr/>
              <a:lstStyle/>
              <a:p>
                <a:r>
                  <a:rPr lang="zh-CN" altLang="en-US">
                    <a:noFill/>
                  </a:rPr>
                  <a:t> </a:t>
                </a:r>
              </a:p>
            </p:txBody>
          </p:sp>
        </mc:Fallback>
      </mc:AlternateContent>
      <mc:AlternateContent xmlns:mc="http://schemas.openxmlformats.org/markup-compatibility/2006" xmlns:a14="http://schemas.microsoft.com/office/drawing/2010/main">
        <mc:Choice Requires="a14">
          <p:sp>
            <p:nvSpPr>
              <p:cNvPr id="47" name="矩形 46">
                <a:extLst>
                  <a:ext uri="{FF2B5EF4-FFF2-40B4-BE49-F238E27FC236}">
                    <a16:creationId xmlns:a16="http://schemas.microsoft.com/office/drawing/2014/main" id="{934F5556-D075-4920-8BE2-6708F37BAE41}"/>
                  </a:ext>
                </a:extLst>
              </p:cNvPr>
              <p:cNvSpPr/>
              <p:nvPr/>
            </p:nvSpPr>
            <p:spPr>
              <a:xfrm>
                <a:off x="1656346" y="5543415"/>
                <a:ext cx="4231338" cy="458302"/>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14:m>
                  <m:oMathPara xmlns:m="http://schemas.openxmlformats.org/officeDocument/2006/math">
                    <m:oMathParaPr>
                      <m:jc m:val="left"/>
                    </m:oMathParaPr>
                    <m:oMath xmlns:m="http://schemas.openxmlformats.org/officeDocument/2006/math">
                      <m:r>
                        <a:rPr lang="en-US" altLang="zh-CN" sz="2000" b="1" i="1" dirty="0" smtClean="0">
                          <a:solidFill>
                            <a:schemeClr val="tx1"/>
                          </a:solidFill>
                          <a:latin typeface="Cambria Math" panose="02040503050406030204" pitchFamily="18" charset="0"/>
                        </a:rPr>
                        <m:t>{</m:t>
                      </m:r>
                      <m:r>
                        <a:rPr lang="en-US" altLang="zh-CN" sz="2000" b="1" i="1" dirty="0" smtClean="0">
                          <a:solidFill>
                            <a:schemeClr val="tx1"/>
                          </a:solidFill>
                          <a:latin typeface="Cambria Math" panose="02040503050406030204" pitchFamily="18" charset="0"/>
                        </a:rPr>
                        <m:t>𝟎</m:t>
                      </m:r>
                      <m:r>
                        <a:rPr lang="zh-CN" altLang="en-US" sz="2000" b="1" i="1" dirty="0">
                          <a:solidFill>
                            <a:schemeClr val="tx1"/>
                          </a:solidFill>
                          <a:latin typeface="Cambria Math" panose="02040503050406030204" pitchFamily="18" charset="0"/>
                          <a:ea typeface="Cambria Math" panose="02040503050406030204" pitchFamily="18" charset="0"/>
                        </a:rPr>
                        <m:t>，</m:t>
                      </m:r>
                      <m:r>
                        <a:rPr lang="en-US" altLang="zh-CN" sz="2000" b="1" i="1" dirty="0">
                          <a:solidFill>
                            <a:schemeClr val="tx1"/>
                          </a:solidFill>
                          <a:latin typeface="Cambria Math" panose="02040503050406030204" pitchFamily="18" charset="0"/>
                        </a:rPr>
                        <m:t>𝟏</m:t>
                      </m:r>
                      <m:r>
                        <a:rPr lang="zh-CN" altLang="en-US" sz="2000" b="1" i="1" dirty="0">
                          <a:solidFill>
                            <a:schemeClr val="tx1"/>
                          </a:solidFill>
                          <a:latin typeface="Cambria Math" panose="02040503050406030204" pitchFamily="18" charset="0"/>
                          <a:ea typeface="Cambria Math" panose="02040503050406030204" pitchFamily="18" charset="0"/>
                        </a:rPr>
                        <m:t>，</m:t>
                      </m:r>
                      <m:r>
                        <a:rPr lang="en-US" altLang="zh-CN" sz="2000" b="1" i="1" dirty="0" smtClean="0">
                          <a:solidFill>
                            <a:schemeClr val="tx1"/>
                          </a:solidFill>
                          <a:latin typeface="Cambria Math" panose="02040503050406030204" pitchFamily="18" charset="0"/>
                        </a:rPr>
                        <m:t>𝟐</m:t>
                      </m:r>
                      <m:r>
                        <a:rPr lang="zh-CN" altLang="en-US" sz="2000" b="1" i="1" dirty="0">
                          <a:solidFill>
                            <a:schemeClr val="tx1"/>
                          </a:solidFill>
                          <a:latin typeface="Cambria Math" panose="02040503050406030204" pitchFamily="18" charset="0"/>
                          <a:ea typeface="Cambria Math" panose="02040503050406030204" pitchFamily="18" charset="0"/>
                        </a:rPr>
                        <m:t>，</m:t>
                      </m:r>
                      <m:r>
                        <a:rPr lang="en-US" altLang="zh-CN" sz="2000" b="1" i="1" dirty="0" smtClean="0">
                          <a:solidFill>
                            <a:schemeClr val="tx1"/>
                          </a:solidFill>
                          <a:latin typeface="Cambria Math" panose="02040503050406030204" pitchFamily="18" charset="0"/>
                          <a:ea typeface="Cambria Math" panose="02040503050406030204" pitchFamily="18" charset="0"/>
                        </a:rPr>
                        <m:t>𝟑</m:t>
                      </m:r>
                      <m:r>
                        <a:rPr lang="zh-CN" altLang="en-US" sz="2000" b="1" i="1" dirty="0">
                          <a:solidFill>
                            <a:schemeClr val="tx1"/>
                          </a:solidFill>
                          <a:latin typeface="Cambria Math" panose="02040503050406030204" pitchFamily="18" charset="0"/>
                          <a:ea typeface="Cambria Math" panose="02040503050406030204" pitchFamily="18" charset="0"/>
                        </a:rPr>
                        <m:t>，</m:t>
                      </m:r>
                      <m:r>
                        <a:rPr lang="en-US" altLang="zh-CN" sz="2000" b="1" i="1" dirty="0" smtClean="0">
                          <a:solidFill>
                            <a:schemeClr val="tx1"/>
                          </a:solidFill>
                          <a:latin typeface="Cambria Math" panose="02040503050406030204" pitchFamily="18" charset="0"/>
                          <a:ea typeface="Cambria Math" panose="02040503050406030204" pitchFamily="18" charset="0"/>
                        </a:rPr>
                        <m:t>𝟒</m:t>
                      </m:r>
                      <m:r>
                        <a:rPr lang="zh-CN" altLang="en-US" sz="2000" b="1" i="1" dirty="0">
                          <a:solidFill>
                            <a:schemeClr val="tx1"/>
                          </a:solidFill>
                          <a:latin typeface="Cambria Math" panose="02040503050406030204" pitchFamily="18" charset="0"/>
                          <a:ea typeface="Cambria Math" panose="02040503050406030204" pitchFamily="18" charset="0"/>
                        </a:rPr>
                        <m:t>，</m:t>
                      </m:r>
                      <m:r>
                        <a:rPr lang="en-US" altLang="zh-CN" sz="2000" b="1" i="1" dirty="0" smtClean="0">
                          <a:solidFill>
                            <a:schemeClr val="tx1"/>
                          </a:solidFill>
                          <a:latin typeface="Cambria Math" panose="02040503050406030204" pitchFamily="18" charset="0"/>
                          <a:ea typeface="Cambria Math" panose="02040503050406030204" pitchFamily="18" charset="0"/>
                        </a:rPr>
                        <m:t>𝟓</m:t>
                      </m:r>
                      <m:r>
                        <a:rPr lang="zh-CN" altLang="en-US" sz="2000" b="1" i="1" dirty="0">
                          <a:solidFill>
                            <a:schemeClr val="tx1"/>
                          </a:solidFill>
                          <a:latin typeface="Cambria Math" panose="02040503050406030204" pitchFamily="18" charset="0"/>
                          <a:ea typeface="Cambria Math" panose="02040503050406030204" pitchFamily="18" charset="0"/>
                        </a:rPr>
                        <m:t>，</m:t>
                      </m:r>
                      <m:r>
                        <a:rPr lang="en-US" altLang="zh-CN" sz="2000" b="1" i="1" dirty="0" smtClean="0">
                          <a:solidFill>
                            <a:schemeClr val="tx1"/>
                          </a:solidFill>
                          <a:latin typeface="Cambria Math" panose="02040503050406030204" pitchFamily="18" charset="0"/>
                          <a:ea typeface="Cambria Math" panose="02040503050406030204" pitchFamily="18" charset="0"/>
                        </a:rPr>
                        <m:t>…   </m:t>
                      </m:r>
                      <m:r>
                        <a:rPr lang="zh-CN" altLang="en-US" sz="2000" b="1" i="1" dirty="0">
                          <a:solidFill>
                            <a:schemeClr val="tx1"/>
                          </a:solidFill>
                          <a:latin typeface="Cambria Math" panose="02040503050406030204" pitchFamily="18" charset="0"/>
                          <a:ea typeface="Cambria Math" panose="02040503050406030204" pitchFamily="18" charset="0"/>
                        </a:rPr>
                        <m:t>，</m:t>
                      </m:r>
                      <m:r>
                        <a:rPr lang="en-US" altLang="zh-CN" sz="2000" b="1" i="1" dirty="0" smtClean="0">
                          <a:solidFill>
                            <a:schemeClr val="tx1"/>
                          </a:solidFill>
                          <a:latin typeface="Cambria Math" panose="02040503050406030204" pitchFamily="18" charset="0"/>
                          <a:ea typeface="Cambria Math" panose="02040503050406030204" pitchFamily="18" charset="0"/>
                        </a:rPr>
                        <m:t>𝟏𝟎𝟐</m:t>
                      </m:r>
                      <m:r>
                        <a:rPr lang="en-US" altLang="zh-CN" sz="2000" b="1" i="1" dirty="0">
                          <a:solidFill>
                            <a:schemeClr val="tx1"/>
                          </a:solidFill>
                          <a:latin typeface="Cambria Math" panose="02040503050406030204" pitchFamily="18" charset="0"/>
                          <a:ea typeface="Cambria Math" panose="02040503050406030204" pitchFamily="18" charset="0"/>
                        </a:rPr>
                        <m:t>𝟑</m:t>
                      </m:r>
                      <m:r>
                        <a:rPr lang="en-US" altLang="zh-CN" sz="2000" b="1" i="1" dirty="0">
                          <a:solidFill>
                            <a:schemeClr val="tx1"/>
                          </a:solidFill>
                          <a:latin typeface="Cambria Math" panose="02040503050406030204" pitchFamily="18" charset="0"/>
                        </a:rPr>
                        <m:t>}</m:t>
                      </m:r>
                    </m:oMath>
                  </m:oMathPara>
                </a14:m>
                <a:endParaRPr lang="zh-CN" altLang="en-US" sz="2000" b="1" dirty="0">
                  <a:solidFill>
                    <a:schemeClr val="tx1"/>
                  </a:solidFill>
                </a:endParaRPr>
              </a:p>
            </p:txBody>
          </p:sp>
        </mc:Choice>
        <mc:Fallback xmlns="">
          <p:sp>
            <p:nvSpPr>
              <p:cNvPr id="47" name="矩形 46">
                <a:extLst>
                  <a:ext uri="{FF2B5EF4-FFF2-40B4-BE49-F238E27FC236}">
                    <a16:creationId xmlns:a16="http://schemas.microsoft.com/office/drawing/2014/main" id="{934F5556-D075-4920-8BE2-6708F37BAE41}"/>
                  </a:ext>
                </a:extLst>
              </p:cNvPr>
              <p:cNvSpPr>
                <a:spLocks noRot="1" noChangeAspect="1" noMove="1" noResize="1" noEditPoints="1" noAdjustHandles="1" noChangeArrowheads="1" noChangeShapeType="1" noTextEdit="1"/>
              </p:cNvSpPr>
              <p:nvPr/>
            </p:nvSpPr>
            <p:spPr>
              <a:xfrm>
                <a:off x="1656346" y="5543415"/>
                <a:ext cx="4231338" cy="458302"/>
              </a:xfrm>
              <a:prstGeom prst="rect">
                <a:avLst/>
              </a:prstGeom>
              <a:blipFill>
                <a:blip r:embed="rId15"/>
                <a:stretch>
                  <a:fillRect l="-720" b="-9211"/>
                </a:stretch>
              </a:blipFill>
              <a:ln>
                <a:noFill/>
              </a:ln>
            </p:spPr>
            <p:txBody>
              <a:bodyPr/>
              <a:lstStyle/>
              <a:p>
                <a:r>
                  <a:rPr lang="zh-CN" altLang="en-US">
                    <a:noFill/>
                  </a:rPr>
                  <a:t> </a:t>
                </a:r>
              </a:p>
            </p:txBody>
          </p:sp>
        </mc:Fallback>
      </mc:AlternateContent>
      <mc:AlternateContent xmlns:mc="http://schemas.openxmlformats.org/markup-compatibility/2006" xmlns:a14="http://schemas.microsoft.com/office/drawing/2010/main">
        <mc:Choice Requires="a14">
          <p:sp>
            <p:nvSpPr>
              <p:cNvPr id="48" name="矩形 47">
                <a:extLst>
                  <a:ext uri="{FF2B5EF4-FFF2-40B4-BE49-F238E27FC236}">
                    <a16:creationId xmlns:a16="http://schemas.microsoft.com/office/drawing/2014/main" id="{9C1DC192-4DFF-4913-A68A-9E5292FEB2C4}"/>
                  </a:ext>
                </a:extLst>
              </p:cNvPr>
              <p:cNvSpPr/>
              <p:nvPr/>
            </p:nvSpPr>
            <p:spPr>
              <a:xfrm>
                <a:off x="6761839" y="5543415"/>
                <a:ext cx="5102071" cy="458302"/>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14:m>
                  <m:oMath xmlns:m="http://schemas.openxmlformats.org/officeDocument/2006/math">
                    <m:r>
                      <a:rPr lang="en-US" altLang="zh-CN" sz="2000" b="1" i="1" dirty="0" smtClean="0">
                        <a:solidFill>
                          <a:schemeClr val="tx1"/>
                        </a:solidFill>
                        <a:latin typeface="Cambria Math" panose="02040503050406030204" pitchFamily="18" charset="0"/>
                      </a:rPr>
                      <m:t>𝟎</m:t>
                    </m:r>
                    <m:r>
                      <a:rPr lang="en-US" altLang="zh-CN" sz="2000" b="1" i="1" dirty="0" smtClean="0">
                        <a:solidFill>
                          <a:schemeClr val="tx1"/>
                        </a:solidFill>
                        <a:latin typeface="Cambria Math" panose="02040503050406030204" pitchFamily="18" charset="0"/>
                        <a:ea typeface="Cambria Math" panose="02040503050406030204" pitchFamily="18" charset="0"/>
                      </a:rPr>
                      <m:t>×</m:t>
                    </m:r>
                    <m:r>
                      <a:rPr lang="en-US" altLang="zh-CN" sz="2000" b="1" i="1" dirty="0" smtClean="0">
                        <a:solidFill>
                          <a:schemeClr val="tx1"/>
                        </a:solidFill>
                        <a:latin typeface="Cambria Math" panose="02040503050406030204" pitchFamily="18" charset="0"/>
                        <a:ea typeface="Cambria Math" panose="02040503050406030204" pitchFamily="18" charset="0"/>
                      </a:rPr>
                      <m:t>𝟐</m:t>
                    </m:r>
                    <m:r>
                      <a:rPr lang="zh-CN" altLang="en-US" sz="2000" b="1" i="1" dirty="0" smtClean="0">
                        <a:solidFill>
                          <a:schemeClr val="tx1"/>
                        </a:solidFill>
                        <a:latin typeface="Cambria Math" panose="02040503050406030204" pitchFamily="18" charset="0"/>
                        <a:ea typeface="Cambria Math" panose="02040503050406030204" pitchFamily="18" charset="0"/>
                      </a:rPr>
                      <m:t>𝝉</m:t>
                    </m:r>
                    <m:r>
                      <a:rPr lang="zh-CN" altLang="en-US" sz="2000" b="1" i="1" dirty="0">
                        <a:solidFill>
                          <a:schemeClr val="tx1"/>
                        </a:solidFill>
                        <a:latin typeface="Cambria Math" panose="02040503050406030204" pitchFamily="18" charset="0"/>
                        <a:ea typeface="Cambria Math" panose="02040503050406030204" pitchFamily="18" charset="0"/>
                      </a:rPr>
                      <m:t>，</m:t>
                    </m:r>
                    <m:r>
                      <a:rPr lang="en-US" altLang="zh-CN" sz="2000" b="1" i="1" dirty="0" smtClean="0">
                        <a:solidFill>
                          <a:schemeClr val="tx1"/>
                        </a:solidFill>
                        <a:latin typeface="Cambria Math" panose="02040503050406030204" pitchFamily="18" charset="0"/>
                      </a:rPr>
                      <m:t>𝟏</m:t>
                    </m:r>
                    <m:r>
                      <a:rPr lang="en-US" altLang="zh-CN" sz="2000" b="1" i="1" dirty="0">
                        <a:solidFill>
                          <a:schemeClr val="tx1"/>
                        </a:solidFill>
                        <a:latin typeface="Cambria Math" panose="02040503050406030204" pitchFamily="18" charset="0"/>
                        <a:ea typeface="Cambria Math" panose="02040503050406030204" pitchFamily="18" charset="0"/>
                      </a:rPr>
                      <m:t>×</m:t>
                    </m:r>
                    <m:r>
                      <a:rPr lang="en-US" altLang="zh-CN" sz="2000" b="1" i="1" dirty="0">
                        <a:solidFill>
                          <a:schemeClr val="tx1"/>
                        </a:solidFill>
                        <a:latin typeface="Cambria Math" panose="02040503050406030204" pitchFamily="18" charset="0"/>
                        <a:ea typeface="Cambria Math" panose="02040503050406030204" pitchFamily="18" charset="0"/>
                      </a:rPr>
                      <m:t>𝟐</m:t>
                    </m:r>
                    <m:r>
                      <a:rPr lang="zh-CN" altLang="en-US" sz="2000" b="1" i="1" dirty="0">
                        <a:solidFill>
                          <a:schemeClr val="tx1"/>
                        </a:solidFill>
                        <a:latin typeface="Cambria Math" panose="02040503050406030204" pitchFamily="18" charset="0"/>
                        <a:ea typeface="Cambria Math" panose="02040503050406030204" pitchFamily="18" charset="0"/>
                      </a:rPr>
                      <m:t>𝝉</m:t>
                    </m:r>
                    <m:r>
                      <a:rPr lang="zh-CN" altLang="en-US" sz="2000" b="1" i="1" dirty="0">
                        <a:solidFill>
                          <a:schemeClr val="tx1"/>
                        </a:solidFill>
                        <a:latin typeface="Cambria Math" panose="02040503050406030204" pitchFamily="18" charset="0"/>
                        <a:ea typeface="Cambria Math" panose="02040503050406030204" pitchFamily="18" charset="0"/>
                      </a:rPr>
                      <m:t>，</m:t>
                    </m:r>
                    <m:r>
                      <a:rPr lang="en-US" altLang="zh-CN" sz="2000" b="1" i="1" dirty="0" smtClean="0">
                        <a:solidFill>
                          <a:schemeClr val="tx1"/>
                        </a:solidFill>
                        <a:latin typeface="Cambria Math" panose="02040503050406030204" pitchFamily="18" charset="0"/>
                      </a:rPr>
                      <m:t>𝟐</m:t>
                    </m:r>
                    <m:r>
                      <a:rPr lang="en-US" altLang="zh-CN" sz="2000" b="1" i="1" dirty="0">
                        <a:solidFill>
                          <a:schemeClr val="tx1"/>
                        </a:solidFill>
                        <a:latin typeface="Cambria Math" panose="02040503050406030204" pitchFamily="18" charset="0"/>
                        <a:ea typeface="Cambria Math" panose="02040503050406030204" pitchFamily="18" charset="0"/>
                      </a:rPr>
                      <m:t>×</m:t>
                    </m:r>
                    <m:r>
                      <a:rPr lang="en-US" altLang="zh-CN" sz="2000" b="1" i="1" dirty="0">
                        <a:solidFill>
                          <a:schemeClr val="tx1"/>
                        </a:solidFill>
                        <a:latin typeface="Cambria Math" panose="02040503050406030204" pitchFamily="18" charset="0"/>
                        <a:ea typeface="Cambria Math" panose="02040503050406030204" pitchFamily="18" charset="0"/>
                      </a:rPr>
                      <m:t>𝟐</m:t>
                    </m:r>
                    <m:r>
                      <a:rPr lang="zh-CN" altLang="en-US" sz="2000" b="1" i="1" dirty="0">
                        <a:solidFill>
                          <a:schemeClr val="tx1"/>
                        </a:solidFill>
                        <a:latin typeface="Cambria Math" panose="02040503050406030204" pitchFamily="18" charset="0"/>
                        <a:ea typeface="Cambria Math" panose="02040503050406030204" pitchFamily="18" charset="0"/>
                      </a:rPr>
                      <m:t>𝝉</m:t>
                    </m:r>
                    <m:r>
                      <a:rPr lang="zh-CN" altLang="en-US" sz="2000" b="1" i="1" dirty="0">
                        <a:solidFill>
                          <a:schemeClr val="tx1"/>
                        </a:solidFill>
                        <a:latin typeface="Cambria Math" panose="02040503050406030204" pitchFamily="18" charset="0"/>
                        <a:ea typeface="Cambria Math" panose="02040503050406030204" pitchFamily="18" charset="0"/>
                      </a:rPr>
                      <m:t>，…   ，</m:t>
                    </m:r>
                    <m:r>
                      <a:rPr lang="en-US" altLang="zh-CN" sz="2000" b="1" i="1" dirty="0">
                        <a:solidFill>
                          <a:schemeClr val="tx1"/>
                        </a:solidFill>
                        <a:latin typeface="Cambria Math" panose="02040503050406030204" pitchFamily="18" charset="0"/>
                        <a:ea typeface="Cambria Math" panose="02040503050406030204" pitchFamily="18" charset="0"/>
                      </a:rPr>
                      <m:t>𝟏𝟎𝟐𝟑</m:t>
                    </m:r>
                  </m:oMath>
                </a14:m>
                <a:r>
                  <a:rPr lang="en-US" altLang="zh-CN" sz="2000" b="1" dirty="0">
                    <a:solidFill>
                      <a:schemeClr val="tx1"/>
                    </a:solidFill>
                    <a:ea typeface="Cambria Math" panose="02040503050406030204" pitchFamily="18" charset="0"/>
                  </a:rPr>
                  <a:t> </a:t>
                </a:r>
                <a14:m>
                  <m:oMath xmlns:m="http://schemas.openxmlformats.org/officeDocument/2006/math">
                    <m:r>
                      <a:rPr lang="en-US" altLang="zh-CN" sz="2000" b="1" i="1" dirty="0">
                        <a:solidFill>
                          <a:schemeClr val="tx1"/>
                        </a:solidFill>
                        <a:latin typeface="Cambria Math" panose="02040503050406030204" pitchFamily="18" charset="0"/>
                        <a:ea typeface="Cambria Math" panose="02040503050406030204" pitchFamily="18" charset="0"/>
                      </a:rPr>
                      <m:t>×</m:t>
                    </m:r>
                    <m:r>
                      <a:rPr lang="en-US" altLang="zh-CN" sz="2000" b="1" i="1" dirty="0">
                        <a:solidFill>
                          <a:schemeClr val="tx1"/>
                        </a:solidFill>
                        <a:latin typeface="Cambria Math" panose="02040503050406030204" pitchFamily="18" charset="0"/>
                        <a:ea typeface="Cambria Math" panose="02040503050406030204" pitchFamily="18" charset="0"/>
                      </a:rPr>
                      <m:t>𝟐</m:t>
                    </m:r>
                    <m:r>
                      <a:rPr lang="zh-CN" altLang="en-US" sz="2000" b="1" i="1" dirty="0">
                        <a:solidFill>
                          <a:schemeClr val="tx1"/>
                        </a:solidFill>
                        <a:latin typeface="Cambria Math" panose="02040503050406030204" pitchFamily="18" charset="0"/>
                        <a:ea typeface="Cambria Math" panose="02040503050406030204" pitchFamily="18" charset="0"/>
                      </a:rPr>
                      <m:t>𝝉</m:t>
                    </m:r>
                  </m:oMath>
                </a14:m>
                <a:endParaRPr lang="zh-CN" altLang="en-US" sz="2000" b="1" dirty="0">
                  <a:solidFill>
                    <a:schemeClr val="tx1"/>
                  </a:solidFill>
                </a:endParaRPr>
              </a:p>
            </p:txBody>
          </p:sp>
        </mc:Choice>
        <mc:Fallback xmlns="">
          <p:sp>
            <p:nvSpPr>
              <p:cNvPr id="48" name="矩形 47">
                <a:extLst>
                  <a:ext uri="{FF2B5EF4-FFF2-40B4-BE49-F238E27FC236}">
                    <a16:creationId xmlns:a16="http://schemas.microsoft.com/office/drawing/2014/main" id="{9C1DC192-4DFF-4913-A68A-9E5292FEB2C4}"/>
                  </a:ext>
                </a:extLst>
              </p:cNvPr>
              <p:cNvSpPr>
                <a:spLocks noRot="1" noChangeAspect="1" noMove="1" noResize="1" noEditPoints="1" noAdjustHandles="1" noChangeArrowheads="1" noChangeShapeType="1" noTextEdit="1"/>
              </p:cNvSpPr>
              <p:nvPr/>
            </p:nvSpPr>
            <p:spPr>
              <a:xfrm>
                <a:off x="6761839" y="5543415"/>
                <a:ext cx="5102071" cy="458302"/>
              </a:xfrm>
              <a:prstGeom prst="rect">
                <a:avLst/>
              </a:prstGeom>
              <a:blipFill>
                <a:blip r:embed="rId16"/>
                <a:stretch>
                  <a:fillRect/>
                </a:stretch>
              </a:blipFill>
              <a:ln>
                <a:noFill/>
              </a:ln>
            </p:spPr>
            <p:txBody>
              <a:bodyPr/>
              <a:lstStyle/>
              <a:p>
                <a:r>
                  <a:rPr lang="zh-CN" altLang="en-US">
                    <a:noFill/>
                  </a:rPr>
                  <a:t> </a:t>
                </a:r>
              </a:p>
            </p:txBody>
          </p:sp>
        </mc:Fallback>
      </mc:AlternateContent>
      <p:sp>
        <p:nvSpPr>
          <p:cNvPr id="49" name="矩形 48">
            <a:extLst>
              <a:ext uri="{FF2B5EF4-FFF2-40B4-BE49-F238E27FC236}">
                <a16:creationId xmlns:a16="http://schemas.microsoft.com/office/drawing/2014/main" id="{AC1EA2B7-F325-4CB8-A9D4-00F4434057DD}"/>
              </a:ext>
            </a:extLst>
          </p:cNvPr>
          <p:cNvSpPr/>
          <p:nvPr/>
        </p:nvSpPr>
        <p:spPr>
          <a:xfrm>
            <a:off x="1056633" y="1335374"/>
            <a:ext cx="256976" cy="256976"/>
          </a:xfrm>
          <a:prstGeom prst="rect">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50" name="íşlïḍè">
            <a:extLst>
              <a:ext uri="{FF2B5EF4-FFF2-40B4-BE49-F238E27FC236}">
                <a16:creationId xmlns:a16="http://schemas.microsoft.com/office/drawing/2014/main" id="{F20AD53E-8808-47FD-BB6B-81E7AC1FEC19}"/>
              </a:ext>
            </a:extLst>
          </p:cNvPr>
          <p:cNvSpPr txBox="1"/>
          <p:nvPr/>
        </p:nvSpPr>
        <p:spPr>
          <a:xfrm>
            <a:off x="1373860" y="1281052"/>
            <a:ext cx="10513339" cy="640539"/>
          </a:xfrm>
          <a:prstGeom prst="rect">
            <a:avLst/>
          </a:prstGeom>
          <a:noFill/>
        </p:spPr>
        <p:txBody>
          <a:bodyPr wrap="square" lIns="91440" tIns="45720" rIns="91440" bIns="45720" anchor="ctr">
            <a:noAutofit/>
          </a:bodyPr>
          <a:lstStyle/>
          <a:p>
            <a:r>
              <a:rPr lang="zh-CN" altLang="en-US" b="1" dirty="0">
                <a:latin typeface="Arial Narrow" panose="020B0606020202030204" pitchFamily="34" charset="0"/>
              </a:rPr>
              <a:t>如果连续多次发送碰撞，就表明可能有较多的站点参与竞争信道。但使用上述退避算法可</a:t>
            </a:r>
            <a:r>
              <a:rPr lang="zh-CN" altLang="en-US" b="1" dirty="0">
                <a:solidFill>
                  <a:schemeClr val="accent1">
                    <a:lumMod val="75000"/>
                  </a:schemeClr>
                </a:solidFill>
                <a:latin typeface="Arial Narrow" panose="020B0606020202030204" pitchFamily="34" charset="0"/>
              </a:rPr>
              <a:t>使重传需要推迟的平均时间随重传次数而增大</a:t>
            </a:r>
            <a:r>
              <a:rPr lang="zh-CN" altLang="en-US" b="1" dirty="0">
                <a:latin typeface="Arial Narrow" panose="020B0606020202030204" pitchFamily="34" charset="0"/>
              </a:rPr>
              <a:t>（即</a:t>
            </a:r>
            <a:r>
              <a:rPr lang="zh-CN" altLang="en-US" b="1" dirty="0">
                <a:solidFill>
                  <a:schemeClr val="accent1">
                    <a:lumMod val="75000"/>
                  </a:schemeClr>
                </a:solidFill>
                <a:latin typeface="Arial Narrow" panose="020B0606020202030204" pitchFamily="34" charset="0"/>
              </a:rPr>
              <a:t>动态退避</a:t>
            </a:r>
            <a:r>
              <a:rPr lang="zh-CN" altLang="en-US" b="1" dirty="0">
                <a:latin typeface="Arial Narrow" panose="020B0606020202030204" pitchFamily="34" charset="0"/>
              </a:rPr>
              <a:t>），因而</a:t>
            </a:r>
            <a:r>
              <a:rPr lang="zh-CN" altLang="en-US" b="1" dirty="0">
                <a:solidFill>
                  <a:schemeClr val="accent1">
                    <a:lumMod val="75000"/>
                  </a:schemeClr>
                </a:solidFill>
                <a:latin typeface="Arial Narrow" panose="020B0606020202030204" pitchFamily="34" charset="0"/>
              </a:rPr>
              <a:t>减小产生碰撞的概率</a:t>
            </a:r>
            <a:r>
              <a:rPr lang="zh-CN" altLang="en-US" b="1" dirty="0">
                <a:latin typeface="Arial Narrow" panose="020B0606020202030204" pitchFamily="34" charset="0"/>
              </a:rPr>
              <a:t>。</a:t>
            </a:r>
          </a:p>
        </p:txBody>
      </p:sp>
      <p:sp>
        <p:nvSpPr>
          <p:cNvPr id="51" name="矩形 50">
            <a:extLst>
              <a:ext uri="{FF2B5EF4-FFF2-40B4-BE49-F238E27FC236}">
                <a16:creationId xmlns:a16="http://schemas.microsoft.com/office/drawing/2014/main" id="{38FA2BD1-0AEB-4C02-BB1E-1F9DEB058238}"/>
              </a:ext>
            </a:extLst>
          </p:cNvPr>
          <p:cNvSpPr/>
          <p:nvPr/>
        </p:nvSpPr>
        <p:spPr>
          <a:xfrm>
            <a:off x="1056634" y="2104974"/>
            <a:ext cx="256976" cy="256976"/>
          </a:xfrm>
          <a:prstGeom prst="rect">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52" name="íşlïḍè">
            <a:extLst>
              <a:ext uri="{FF2B5EF4-FFF2-40B4-BE49-F238E27FC236}">
                <a16:creationId xmlns:a16="http://schemas.microsoft.com/office/drawing/2014/main" id="{EF3C2EB5-DD13-4AD6-92FC-46E0373B8483}"/>
              </a:ext>
            </a:extLst>
          </p:cNvPr>
          <p:cNvSpPr txBox="1"/>
          <p:nvPr/>
        </p:nvSpPr>
        <p:spPr>
          <a:xfrm>
            <a:off x="1373861" y="2050652"/>
            <a:ext cx="10513339" cy="640539"/>
          </a:xfrm>
          <a:prstGeom prst="rect">
            <a:avLst/>
          </a:prstGeom>
          <a:noFill/>
        </p:spPr>
        <p:txBody>
          <a:bodyPr wrap="square" lIns="91440" tIns="45720" rIns="91440" bIns="45720" anchor="ctr">
            <a:noAutofit/>
          </a:bodyPr>
          <a:lstStyle/>
          <a:p>
            <a:r>
              <a:rPr lang="zh-CN" altLang="en-US" b="1" dirty="0">
                <a:solidFill>
                  <a:schemeClr val="accent1">
                    <a:lumMod val="75000"/>
                  </a:schemeClr>
                </a:solidFill>
                <a:latin typeface="Arial Narrow" panose="020B0606020202030204" pitchFamily="34" charset="0"/>
              </a:rPr>
              <a:t>当重传达</a:t>
            </a:r>
            <a:r>
              <a:rPr lang="en-US" altLang="zh-CN" b="1" dirty="0">
                <a:solidFill>
                  <a:schemeClr val="accent1">
                    <a:lumMod val="75000"/>
                  </a:schemeClr>
                </a:solidFill>
                <a:latin typeface="Arial Narrow" panose="020B0606020202030204" pitchFamily="34" charset="0"/>
              </a:rPr>
              <a:t>16</a:t>
            </a:r>
            <a:r>
              <a:rPr lang="zh-CN" altLang="en-US" b="1" dirty="0">
                <a:solidFill>
                  <a:schemeClr val="accent1">
                    <a:lumMod val="75000"/>
                  </a:schemeClr>
                </a:solidFill>
                <a:latin typeface="Arial Narrow" panose="020B0606020202030204" pitchFamily="34" charset="0"/>
              </a:rPr>
              <a:t>次仍不能成功时</a:t>
            </a:r>
            <a:r>
              <a:rPr lang="zh-CN" altLang="en-US" b="1" dirty="0">
                <a:latin typeface="Arial Narrow" panose="020B0606020202030204" pitchFamily="34" charset="0"/>
              </a:rPr>
              <a:t>，就表明同时打算发送帧的站点太多，以至于连续产生碰撞，此时应</a:t>
            </a:r>
            <a:r>
              <a:rPr lang="zh-CN" altLang="en-US" b="1" dirty="0">
                <a:solidFill>
                  <a:schemeClr val="accent1">
                    <a:lumMod val="75000"/>
                  </a:schemeClr>
                </a:solidFill>
                <a:latin typeface="Arial Narrow" panose="020B0606020202030204" pitchFamily="34" charset="0"/>
              </a:rPr>
              <a:t>放弃重传</a:t>
            </a:r>
            <a:r>
              <a:rPr lang="zh-CN" altLang="en-US" b="1" dirty="0">
                <a:latin typeface="Arial Narrow" panose="020B0606020202030204" pitchFamily="34" charset="0"/>
              </a:rPr>
              <a:t>并向高层报告。</a:t>
            </a:r>
          </a:p>
        </p:txBody>
      </p:sp>
      <p:sp>
        <p:nvSpPr>
          <p:cNvPr id="53" name="平行四边形 52">
            <a:extLst>
              <a:ext uri="{FF2B5EF4-FFF2-40B4-BE49-F238E27FC236}">
                <a16:creationId xmlns:a16="http://schemas.microsoft.com/office/drawing/2014/main" id="{2F974E14-F998-8453-2DED-7010938BAB75}"/>
              </a:ext>
            </a:extLst>
          </p:cNvPr>
          <p:cNvSpPr/>
          <p:nvPr/>
        </p:nvSpPr>
        <p:spPr>
          <a:xfrm>
            <a:off x="304800" y="749300"/>
            <a:ext cx="675384" cy="387090"/>
          </a:xfrm>
          <a:prstGeom prst="parallelogram">
            <a:avLst/>
          </a:prstGeom>
          <a:solidFill>
            <a:schemeClr val="accent3">
              <a:lumMod val="75000"/>
            </a:schemeClr>
          </a:solidFill>
          <a:ln>
            <a:solidFill>
              <a:schemeClr val="accent3">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CN" sz="2200" dirty="0">
                <a:latin typeface="Impact" panose="020B0806030902050204" pitchFamily="34" charset="0"/>
              </a:rPr>
              <a:t>04</a:t>
            </a:r>
            <a:endParaRPr lang="zh-CN" altLang="en-US" sz="2200" dirty="0">
              <a:latin typeface="Impact" panose="020B0806030902050204" pitchFamily="34" charset="0"/>
            </a:endParaRPr>
          </a:p>
        </p:txBody>
      </p:sp>
    </p:spTree>
    <p:custDataLst>
      <p:tags r:id="rId1"/>
    </p:custDataLst>
    <p:extLst>
      <p:ext uri="{BB962C8B-B14F-4D97-AF65-F5344CB8AC3E}">
        <p14:creationId xmlns:p14="http://schemas.microsoft.com/office/powerpoint/2010/main" val="1209276105"/>
      </p:ext>
    </p:extLst>
  </p:cSld>
  <p:clrMapOvr>
    <a:masterClrMapping/>
  </p:clrMapOvr>
  <mc:AlternateContent xmlns:mc="http://schemas.openxmlformats.org/markup-compatibility/2006" xmlns:p14="http://schemas.microsoft.com/office/powerpoint/2010/main">
    <mc:Choice Requires="p14">
      <p:transition p14:dur="10"/>
    </mc:Choice>
    <mc:Fallback xmlns="">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49" presetClass="entr" presetSubtype="0" decel="100000" fill="hold" grpId="0" nodeType="withEffect">
                                  <p:stCondLst>
                                    <p:cond delay="0"/>
                                  </p:stCondLst>
                                  <p:childTnLst>
                                    <p:set>
                                      <p:cBhvr>
                                        <p:cTn id="6" dur="1" fill="hold">
                                          <p:stCondLst>
                                            <p:cond delay="0"/>
                                          </p:stCondLst>
                                        </p:cTn>
                                        <p:tgtEl>
                                          <p:spTgt spid="49"/>
                                        </p:tgtEl>
                                        <p:attrNameLst>
                                          <p:attrName>style.visibility</p:attrName>
                                        </p:attrNameLst>
                                      </p:cBhvr>
                                      <p:to>
                                        <p:strVal val="visible"/>
                                      </p:to>
                                    </p:set>
                                    <p:anim calcmode="lin" valueType="num">
                                      <p:cBhvr>
                                        <p:cTn id="7" dur="500" fill="hold"/>
                                        <p:tgtEl>
                                          <p:spTgt spid="49"/>
                                        </p:tgtEl>
                                        <p:attrNameLst>
                                          <p:attrName>ppt_w</p:attrName>
                                        </p:attrNameLst>
                                      </p:cBhvr>
                                      <p:tavLst>
                                        <p:tav tm="0">
                                          <p:val>
                                            <p:fltVal val="0"/>
                                          </p:val>
                                        </p:tav>
                                        <p:tav tm="100000">
                                          <p:val>
                                            <p:strVal val="#ppt_w"/>
                                          </p:val>
                                        </p:tav>
                                      </p:tavLst>
                                    </p:anim>
                                    <p:anim calcmode="lin" valueType="num">
                                      <p:cBhvr>
                                        <p:cTn id="8" dur="500" fill="hold"/>
                                        <p:tgtEl>
                                          <p:spTgt spid="49"/>
                                        </p:tgtEl>
                                        <p:attrNameLst>
                                          <p:attrName>ppt_h</p:attrName>
                                        </p:attrNameLst>
                                      </p:cBhvr>
                                      <p:tavLst>
                                        <p:tav tm="0">
                                          <p:val>
                                            <p:fltVal val="0"/>
                                          </p:val>
                                        </p:tav>
                                        <p:tav tm="100000">
                                          <p:val>
                                            <p:strVal val="#ppt_h"/>
                                          </p:val>
                                        </p:tav>
                                      </p:tavLst>
                                    </p:anim>
                                    <p:anim calcmode="lin" valueType="num">
                                      <p:cBhvr>
                                        <p:cTn id="9" dur="500" fill="hold"/>
                                        <p:tgtEl>
                                          <p:spTgt spid="49"/>
                                        </p:tgtEl>
                                        <p:attrNameLst>
                                          <p:attrName>style.rotation</p:attrName>
                                        </p:attrNameLst>
                                      </p:cBhvr>
                                      <p:tavLst>
                                        <p:tav tm="0">
                                          <p:val>
                                            <p:fltVal val="360"/>
                                          </p:val>
                                        </p:tav>
                                        <p:tav tm="100000">
                                          <p:val>
                                            <p:fltVal val="0"/>
                                          </p:val>
                                        </p:tav>
                                      </p:tavLst>
                                    </p:anim>
                                    <p:animEffect transition="in" filter="fade">
                                      <p:cBhvr>
                                        <p:cTn id="10" dur="500"/>
                                        <p:tgtEl>
                                          <p:spTgt spid="49"/>
                                        </p:tgtEl>
                                      </p:cBhvr>
                                    </p:animEffect>
                                  </p:childTnLst>
                                </p:cTn>
                              </p:par>
                            </p:childTnLst>
                          </p:cTn>
                        </p:par>
                        <p:par>
                          <p:cTn id="11" fill="hold">
                            <p:stCondLst>
                              <p:cond delay="500"/>
                            </p:stCondLst>
                            <p:childTnLst>
                              <p:par>
                                <p:cTn id="12" presetID="1" presetClass="entr" presetSubtype="0" fill="hold" grpId="0" nodeType="afterEffect">
                                  <p:stCondLst>
                                    <p:cond delay="0"/>
                                  </p:stCondLst>
                                  <p:iterate type="lt">
                                    <p:tmAbs val="100"/>
                                  </p:iterate>
                                  <p:childTnLst>
                                    <p:set>
                                      <p:cBhvr>
                                        <p:cTn id="13" dur="1" fill="hold">
                                          <p:stCondLst>
                                            <p:cond delay="0"/>
                                          </p:stCondLst>
                                        </p:cTn>
                                        <p:tgtEl>
                                          <p:spTgt spid="50"/>
                                        </p:tgtEl>
                                        <p:attrNameLst>
                                          <p:attrName>style.visibility</p:attrName>
                                        </p:attrNameLst>
                                      </p:cBhvr>
                                      <p:to>
                                        <p:strVal val="visible"/>
                                      </p:to>
                                    </p:set>
                                  </p:childTnLst>
                                </p:cTn>
                              </p:par>
                            </p:childTnLst>
                          </p:cTn>
                        </p:par>
                      </p:childTnLst>
                    </p:cTn>
                  </p:par>
                  <p:par>
                    <p:cTn id="14" fill="hold">
                      <p:stCondLst>
                        <p:cond delay="indefinite"/>
                      </p:stCondLst>
                      <p:childTnLst>
                        <p:par>
                          <p:cTn id="15" fill="hold">
                            <p:stCondLst>
                              <p:cond delay="0"/>
                            </p:stCondLst>
                            <p:childTnLst>
                              <p:par>
                                <p:cTn id="16" presetID="49" presetClass="entr" presetSubtype="0" decel="100000" fill="hold" grpId="0" nodeType="clickEffect">
                                  <p:stCondLst>
                                    <p:cond delay="0"/>
                                  </p:stCondLst>
                                  <p:childTnLst>
                                    <p:set>
                                      <p:cBhvr>
                                        <p:cTn id="17" dur="1" fill="hold">
                                          <p:stCondLst>
                                            <p:cond delay="0"/>
                                          </p:stCondLst>
                                        </p:cTn>
                                        <p:tgtEl>
                                          <p:spTgt spid="51"/>
                                        </p:tgtEl>
                                        <p:attrNameLst>
                                          <p:attrName>style.visibility</p:attrName>
                                        </p:attrNameLst>
                                      </p:cBhvr>
                                      <p:to>
                                        <p:strVal val="visible"/>
                                      </p:to>
                                    </p:set>
                                    <p:anim calcmode="lin" valueType="num">
                                      <p:cBhvr>
                                        <p:cTn id="18" dur="500" fill="hold"/>
                                        <p:tgtEl>
                                          <p:spTgt spid="51"/>
                                        </p:tgtEl>
                                        <p:attrNameLst>
                                          <p:attrName>ppt_w</p:attrName>
                                        </p:attrNameLst>
                                      </p:cBhvr>
                                      <p:tavLst>
                                        <p:tav tm="0">
                                          <p:val>
                                            <p:fltVal val="0"/>
                                          </p:val>
                                        </p:tav>
                                        <p:tav tm="100000">
                                          <p:val>
                                            <p:strVal val="#ppt_w"/>
                                          </p:val>
                                        </p:tav>
                                      </p:tavLst>
                                    </p:anim>
                                    <p:anim calcmode="lin" valueType="num">
                                      <p:cBhvr>
                                        <p:cTn id="19" dur="500" fill="hold"/>
                                        <p:tgtEl>
                                          <p:spTgt spid="51"/>
                                        </p:tgtEl>
                                        <p:attrNameLst>
                                          <p:attrName>ppt_h</p:attrName>
                                        </p:attrNameLst>
                                      </p:cBhvr>
                                      <p:tavLst>
                                        <p:tav tm="0">
                                          <p:val>
                                            <p:fltVal val="0"/>
                                          </p:val>
                                        </p:tav>
                                        <p:tav tm="100000">
                                          <p:val>
                                            <p:strVal val="#ppt_h"/>
                                          </p:val>
                                        </p:tav>
                                      </p:tavLst>
                                    </p:anim>
                                    <p:anim calcmode="lin" valueType="num">
                                      <p:cBhvr>
                                        <p:cTn id="20" dur="500" fill="hold"/>
                                        <p:tgtEl>
                                          <p:spTgt spid="51"/>
                                        </p:tgtEl>
                                        <p:attrNameLst>
                                          <p:attrName>style.rotation</p:attrName>
                                        </p:attrNameLst>
                                      </p:cBhvr>
                                      <p:tavLst>
                                        <p:tav tm="0">
                                          <p:val>
                                            <p:fltVal val="360"/>
                                          </p:val>
                                        </p:tav>
                                        <p:tav tm="100000">
                                          <p:val>
                                            <p:fltVal val="0"/>
                                          </p:val>
                                        </p:tav>
                                      </p:tavLst>
                                    </p:anim>
                                    <p:animEffect transition="in" filter="fade">
                                      <p:cBhvr>
                                        <p:cTn id="21" dur="500"/>
                                        <p:tgtEl>
                                          <p:spTgt spid="51"/>
                                        </p:tgtEl>
                                      </p:cBhvr>
                                    </p:animEffect>
                                  </p:childTnLst>
                                </p:cTn>
                              </p:par>
                            </p:childTnLst>
                          </p:cTn>
                        </p:par>
                        <p:par>
                          <p:cTn id="22" fill="hold">
                            <p:stCondLst>
                              <p:cond delay="500"/>
                            </p:stCondLst>
                            <p:childTnLst>
                              <p:par>
                                <p:cTn id="23" presetID="1" presetClass="entr" presetSubtype="0" fill="hold" grpId="0" nodeType="afterEffect">
                                  <p:stCondLst>
                                    <p:cond delay="0"/>
                                  </p:stCondLst>
                                  <p:iterate type="lt">
                                    <p:tmAbs val="100"/>
                                  </p:iterate>
                                  <p:childTnLst>
                                    <p:set>
                                      <p:cBhvr>
                                        <p:cTn id="24" dur="1" fill="hold">
                                          <p:stCondLst>
                                            <p:cond delay="0"/>
                                          </p:stCondLst>
                                        </p:cTn>
                                        <p:tgtEl>
                                          <p:spTgt spid="52"/>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9" grpId="0" animBg="1"/>
      <p:bldP spid="50" grpId="0"/>
      <p:bldP spid="51" grpId="0" animBg="1"/>
      <p:bldP spid="52" grpId="0"/>
    </p:bldLst>
  </p:timing>
</p:sld>
</file>

<file path=ppt/slides/slide35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77" name="组合 76">
            <a:extLst>
              <a:ext uri="{FF2B5EF4-FFF2-40B4-BE49-F238E27FC236}">
                <a16:creationId xmlns:a16="http://schemas.microsoft.com/office/drawing/2014/main" id="{1C72E43E-CA64-4B5A-8DD5-CCFB06502DA1}"/>
              </a:ext>
            </a:extLst>
          </p:cNvPr>
          <p:cNvGrpSpPr/>
          <p:nvPr/>
        </p:nvGrpSpPr>
        <p:grpSpPr>
          <a:xfrm>
            <a:off x="665010" y="2844162"/>
            <a:ext cx="10169633" cy="551370"/>
            <a:chOff x="579492" y="2757436"/>
            <a:chExt cx="10169633" cy="551370"/>
          </a:xfrm>
        </p:grpSpPr>
        <p:cxnSp>
          <p:nvCxnSpPr>
            <p:cNvPr id="71" name="直接连接符 70">
              <a:extLst>
                <a:ext uri="{FF2B5EF4-FFF2-40B4-BE49-F238E27FC236}">
                  <a16:creationId xmlns:a16="http://schemas.microsoft.com/office/drawing/2014/main" id="{41B02B0E-CDA1-45A5-BB32-9E641102787D}"/>
                </a:ext>
              </a:extLst>
            </p:cNvPr>
            <p:cNvCxnSpPr>
              <a:cxnSpLocks/>
            </p:cNvCxnSpPr>
            <p:nvPr/>
          </p:nvCxnSpPr>
          <p:spPr>
            <a:xfrm>
              <a:off x="586071" y="2810483"/>
              <a:ext cx="0" cy="498323"/>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72" name="直接连接符 71">
              <a:extLst>
                <a:ext uri="{FF2B5EF4-FFF2-40B4-BE49-F238E27FC236}">
                  <a16:creationId xmlns:a16="http://schemas.microsoft.com/office/drawing/2014/main" id="{4644DF0A-18C8-468D-AB99-C803C9BE5943}"/>
                </a:ext>
              </a:extLst>
            </p:cNvPr>
            <p:cNvCxnSpPr>
              <a:cxnSpLocks/>
            </p:cNvCxnSpPr>
            <p:nvPr/>
          </p:nvCxnSpPr>
          <p:spPr>
            <a:xfrm>
              <a:off x="10749125" y="2757436"/>
              <a:ext cx="0" cy="533270"/>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73" name="直接箭头连接符 72">
              <a:extLst>
                <a:ext uri="{FF2B5EF4-FFF2-40B4-BE49-F238E27FC236}">
                  <a16:creationId xmlns:a16="http://schemas.microsoft.com/office/drawing/2014/main" id="{126CBC35-F361-4905-9F10-D77DF220447E}"/>
                </a:ext>
              </a:extLst>
            </p:cNvPr>
            <p:cNvCxnSpPr>
              <a:cxnSpLocks/>
            </p:cNvCxnSpPr>
            <p:nvPr/>
          </p:nvCxnSpPr>
          <p:spPr>
            <a:xfrm>
              <a:off x="579492" y="3091716"/>
              <a:ext cx="10167870" cy="0"/>
            </a:xfrm>
            <a:prstGeom prst="straightConnector1">
              <a:avLst/>
            </a:prstGeom>
            <a:ln w="12700">
              <a:solidFill>
                <a:schemeClr val="tx1"/>
              </a:solidFill>
              <a:headEnd type="triangle"/>
              <a:tailEnd type="triangle"/>
            </a:ln>
          </p:spPr>
          <p:style>
            <a:lnRef idx="1">
              <a:schemeClr val="accent1"/>
            </a:lnRef>
            <a:fillRef idx="0">
              <a:schemeClr val="accent1"/>
            </a:fillRef>
            <a:effectRef idx="0">
              <a:schemeClr val="accent1"/>
            </a:effectRef>
            <a:fontRef idx="minor">
              <a:schemeClr val="tx1"/>
            </a:fontRef>
          </p:style>
        </p:cxnSp>
        <p:sp>
          <p:nvSpPr>
            <p:cNvPr id="74" name="íşlïḍè">
              <a:extLst>
                <a:ext uri="{FF2B5EF4-FFF2-40B4-BE49-F238E27FC236}">
                  <a16:creationId xmlns:a16="http://schemas.microsoft.com/office/drawing/2014/main" id="{64258BB4-7741-4250-818A-DF4C222EBA17}"/>
                </a:ext>
              </a:extLst>
            </p:cNvPr>
            <p:cNvSpPr txBox="1"/>
            <p:nvPr/>
          </p:nvSpPr>
          <p:spPr>
            <a:xfrm>
              <a:off x="4304437" y="2893695"/>
              <a:ext cx="2714345" cy="369333"/>
            </a:xfrm>
            <a:prstGeom prst="rect">
              <a:avLst/>
            </a:prstGeom>
            <a:solidFill>
              <a:schemeClr val="bg1"/>
            </a:solidFill>
          </p:spPr>
          <p:txBody>
            <a:bodyPr wrap="square" lIns="91440" tIns="45720" rIns="91440" bIns="45720" anchor="ctr">
              <a:noAutofit/>
            </a:bodyPr>
            <a:lstStyle/>
            <a:p>
              <a:pPr algn="ctr"/>
              <a:r>
                <a:rPr lang="zh-CN" altLang="en-US" b="1" dirty="0">
                  <a:latin typeface="Arial Narrow" panose="020B0606020202030204" pitchFamily="34" charset="0"/>
                </a:rPr>
                <a:t>发送一帧所需的平均时间</a:t>
              </a:r>
            </a:p>
          </p:txBody>
        </p:sp>
      </p:grpSp>
      <p:grpSp>
        <p:nvGrpSpPr>
          <p:cNvPr id="42" name="组合 41">
            <a:extLst>
              <a:ext uri="{FF2B5EF4-FFF2-40B4-BE49-F238E27FC236}">
                <a16:creationId xmlns:a16="http://schemas.microsoft.com/office/drawing/2014/main" id="{87552E4E-F530-4090-A233-3EB6E8936EE4}"/>
              </a:ext>
            </a:extLst>
          </p:cNvPr>
          <p:cNvGrpSpPr/>
          <p:nvPr/>
        </p:nvGrpSpPr>
        <p:grpSpPr>
          <a:xfrm>
            <a:off x="670996" y="1568085"/>
            <a:ext cx="4262228" cy="498323"/>
            <a:chOff x="585478" y="1481359"/>
            <a:chExt cx="4262228" cy="498323"/>
          </a:xfrm>
        </p:grpSpPr>
        <p:cxnSp>
          <p:nvCxnSpPr>
            <p:cNvPr id="35" name="直接连接符 34">
              <a:extLst>
                <a:ext uri="{FF2B5EF4-FFF2-40B4-BE49-F238E27FC236}">
                  <a16:creationId xmlns:a16="http://schemas.microsoft.com/office/drawing/2014/main" id="{847981F0-F38F-409C-9285-1CD7D10E9E49}"/>
                </a:ext>
              </a:extLst>
            </p:cNvPr>
            <p:cNvCxnSpPr>
              <a:cxnSpLocks/>
            </p:cNvCxnSpPr>
            <p:nvPr/>
          </p:nvCxnSpPr>
          <p:spPr>
            <a:xfrm>
              <a:off x="585479" y="1481359"/>
              <a:ext cx="0" cy="498323"/>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6" name="直接连接符 35">
              <a:extLst>
                <a:ext uri="{FF2B5EF4-FFF2-40B4-BE49-F238E27FC236}">
                  <a16:creationId xmlns:a16="http://schemas.microsoft.com/office/drawing/2014/main" id="{3A689706-EAF7-4C59-AA72-9A9443DA9726}"/>
                </a:ext>
              </a:extLst>
            </p:cNvPr>
            <p:cNvCxnSpPr>
              <a:cxnSpLocks/>
            </p:cNvCxnSpPr>
            <p:nvPr/>
          </p:nvCxnSpPr>
          <p:spPr>
            <a:xfrm>
              <a:off x="4847706" y="1499459"/>
              <a:ext cx="0" cy="480223"/>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7" name="直接箭头连接符 36">
              <a:extLst>
                <a:ext uri="{FF2B5EF4-FFF2-40B4-BE49-F238E27FC236}">
                  <a16:creationId xmlns:a16="http://schemas.microsoft.com/office/drawing/2014/main" id="{BD40013D-05BA-479B-8223-A61B42EB5F49}"/>
                </a:ext>
              </a:extLst>
            </p:cNvPr>
            <p:cNvCxnSpPr>
              <a:cxnSpLocks/>
            </p:cNvCxnSpPr>
            <p:nvPr/>
          </p:nvCxnSpPr>
          <p:spPr>
            <a:xfrm>
              <a:off x="585478" y="1696810"/>
              <a:ext cx="4262227" cy="0"/>
            </a:xfrm>
            <a:prstGeom prst="straightConnector1">
              <a:avLst/>
            </a:prstGeom>
            <a:ln w="12700">
              <a:solidFill>
                <a:schemeClr val="tx1"/>
              </a:solidFill>
              <a:headEnd type="triangle"/>
              <a:tailEnd type="triangle"/>
            </a:ln>
          </p:spPr>
          <p:style>
            <a:lnRef idx="1">
              <a:schemeClr val="accent1"/>
            </a:lnRef>
            <a:fillRef idx="0">
              <a:schemeClr val="accent1"/>
            </a:fillRef>
            <a:effectRef idx="0">
              <a:schemeClr val="accent1"/>
            </a:effectRef>
            <a:fontRef idx="minor">
              <a:schemeClr val="tx1"/>
            </a:fontRef>
          </p:style>
        </p:cxnSp>
        <p:sp>
          <p:nvSpPr>
            <p:cNvPr id="40" name="íşlïḍè">
              <a:extLst>
                <a:ext uri="{FF2B5EF4-FFF2-40B4-BE49-F238E27FC236}">
                  <a16:creationId xmlns:a16="http://schemas.microsoft.com/office/drawing/2014/main" id="{B418C9FB-9DF4-4B6B-88C8-748D0BB5F003}"/>
                </a:ext>
              </a:extLst>
            </p:cNvPr>
            <p:cNvSpPr txBox="1"/>
            <p:nvPr/>
          </p:nvSpPr>
          <p:spPr>
            <a:xfrm>
              <a:off x="903188" y="1510260"/>
              <a:ext cx="3616184" cy="369333"/>
            </a:xfrm>
            <a:prstGeom prst="rect">
              <a:avLst/>
            </a:prstGeom>
            <a:solidFill>
              <a:schemeClr val="bg1"/>
            </a:solidFill>
          </p:spPr>
          <p:txBody>
            <a:bodyPr wrap="square" lIns="91440" tIns="45720" rIns="91440" bIns="45720" anchor="ctr">
              <a:noAutofit/>
            </a:bodyPr>
            <a:lstStyle/>
            <a:p>
              <a:pPr algn="ctr"/>
              <a:r>
                <a:rPr lang="zh-CN" altLang="en-US" b="1" dirty="0">
                  <a:solidFill>
                    <a:schemeClr val="accent1">
                      <a:lumMod val="75000"/>
                    </a:schemeClr>
                  </a:solidFill>
                  <a:latin typeface="Arial Narrow" panose="020B0606020202030204" pitchFamily="34" charset="0"/>
                </a:rPr>
                <a:t>可能发生多次碰撞，进行多次退避</a:t>
              </a:r>
            </a:p>
          </p:txBody>
        </p:sp>
      </p:grpSp>
      <p:grpSp>
        <p:nvGrpSpPr>
          <p:cNvPr id="4" name="组合 3">
            <a:extLst>
              <a:ext uri="{FF2B5EF4-FFF2-40B4-BE49-F238E27FC236}">
                <a16:creationId xmlns:a16="http://schemas.microsoft.com/office/drawing/2014/main" id="{9A1EA9F2-FCB6-48C3-935F-7AE7E3AD14AC}"/>
              </a:ext>
            </a:extLst>
          </p:cNvPr>
          <p:cNvGrpSpPr/>
          <p:nvPr/>
        </p:nvGrpSpPr>
        <p:grpSpPr>
          <a:xfrm>
            <a:off x="304800" y="749300"/>
            <a:ext cx="6271280" cy="400110"/>
            <a:chOff x="424117" y="898245"/>
            <a:chExt cx="6271280" cy="400110"/>
          </a:xfrm>
        </p:grpSpPr>
        <p:sp>
          <p:nvSpPr>
            <p:cNvPr id="2" name="平行四边形 1">
              <a:extLst>
                <a:ext uri="{FF2B5EF4-FFF2-40B4-BE49-F238E27FC236}">
                  <a16:creationId xmlns:a16="http://schemas.microsoft.com/office/drawing/2014/main" id="{1F5BAA3F-9845-4F89-A2DD-8222D3E4EDAC}"/>
                </a:ext>
              </a:extLst>
            </p:cNvPr>
            <p:cNvSpPr/>
            <p:nvPr/>
          </p:nvSpPr>
          <p:spPr>
            <a:xfrm>
              <a:off x="424117" y="898245"/>
              <a:ext cx="675384" cy="387090"/>
            </a:xfrm>
            <a:prstGeom prst="parallelogram">
              <a:avLst/>
            </a:prstGeom>
            <a:solidFill>
              <a:schemeClr val="accent3">
                <a:lumMod val="75000"/>
              </a:schemeClr>
            </a:solidFill>
            <a:ln>
              <a:solidFill>
                <a:schemeClr val="accent3">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CN" sz="2200" dirty="0">
                  <a:latin typeface="Impact" panose="020B0806030902050204" pitchFamily="34" charset="0"/>
                </a:rPr>
                <a:t>05</a:t>
              </a:r>
              <a:endParaRPr lang="zh-CN" altLang="en-US" sz="2200" dirty="0">
                <a:latin typeface="Impact" panose="020B0806030902050204" pitchFamily="34" charset="0"/>
              </a:endParaRPr>
            </a:p>
          </p:txBody>
        </p:sp>
        <p:sp>
          <p:nvSpPr>
            <p:cNvPr id="3" name="文本框 2">
              <a:extLst>
                <a:ext uri="{FF2B5EF4-FFF2-40B4-BE49-F238E27FC236}">
                  <a16:creationId xmlns:a16="http://schemas.microsoft.com/office/drawing/2014/main" id="{4D6BD736-A4D3-4F26-AFED-36E11F50F70B}"/>
                </a:ext>
              </a:extLst>
            </p:cNvPr>
            <p:cNvSpPr txBox="1"/>
            <p:nvPr/>
          </p:nvSpPr>
          <p:spPr>
            <a:xfrm>
              <a:off x="1131359" y="898245"/>
              <a:ext cx="5564038" cy="400110"/>
            </a:xfrm>
            <a:prstGeom prst="rect">
              <a:avLst/>
            </a:prstGeom>
            <a:noFill/>
          </p:spPr>
          <p:txBody>
            <a:bodyPr wrap="square" rtlCol="0">
              <a:spAutoFit/>
            </a:bodyPr>
            <a:lstStyle/>
            <a:p>
              <a:r>
                <a:rPr lang="zh-CN" altLang="en-US" sz="2000" b="1" dirty="0"/>
                <a:t>共享式以太网的信道利用率</a:t>
              </a:r>
              <a:endParaRPr lang="en-US" altLang="zh-CN" sz="2000" b="1" dirty="0"/>
            </a:p>
          </p:txBody>
        </p:sp>
      </p:grpSp>
      <p:grpSp>
        <p:nvGrpSpPr>
          <p:cNvPr id="14" name="组合 13">
            <a:extLst>
              <a:ext uri="{FF2B5EF4-FFF2-40B4-BE49-F238E27FC236}">
                <a16:creationId xmlns:a16="http://schemas.microsoft.com/office/drawing/2014/main" id="{F9953100-85E8-4BF0-BEF7-01579F61E557}"/>
              </a:ext>
            </a:extLst>
          </p:cNvPr>
          <p:cNvGrpSpPr/>
          <p:nvPr/>
        </p:nvGrpSpPr>
        <p:grpSpPr>
          <a:xfrm>
            <a:off x="657840" y="1987419"/>
            <a:ext cx="10887282" cy="434647"/>
            <a:chOff x="572322" y="1900693"/>
            <a:chExt cx="10887282" cy="434647"/>
          </a:xfrm>
        </p:grpSpPr>
        <p:cxnSp>
          <p:nvCxnSpPr>
            <p:cNvPr id="6" name="直接箭头连接符 5">
              <a:extLst>
                <a:ext uri="{FF2B5EF4-FFF2-40B4-BE49-F238E27FC236}">
                  <a16:creationId xmlns:a16="http://schemas.microsoft.com/office/drawing/2014/main" id="{98692E35-4DE0-47E9-AB7F-CD8AC7737FDB}"/>
                </a:ext>
              </a:extLst>
            </p:cNvPr>
            <p:cNvCxnSpPr>
              <a:cxnSpLocks/>
            </p:cNvCxnSpPr>
            <p:nvPr/>
          </p:nvCxnSpPr>
          <p:spPr>
            <a:xfrm>
              <a:off x="572322" y="2335340"/>
              <a:ext cx="10847811" cy="0"/>
            </a:xfrm>
            <a:prstGeom prst="straightConnector1">
              <a:avLst/>
            </a:prstGeom>
            <a:ln w="38100">
              <a:solidFill>
                <a:schemeClr val="tx1"/>
              </a:solidFill>
              <a:tailEnd type="triangle"/>
            </a:ln>
          </p:spPr>
          <p:style>
            <a:lnRef idx="1">
              <a:schemeClr val="accent1"/>
            </a:lnRef>
            <a:fillRef idx="0">
              <a:schemeClr val="accent1"/>
            </a:fillRef>
            <a:effectRef idx="0">
              <a:schemeClr val="accent1"/>
            </a:effectRef>
            <a:fontRef idx="minor">
              <a:schemeClr val="tx1"/>
            </a:fontRef>
          </p:style>
        </p:cxnSp>
        <mc:AlternateContent xmlns:mc="http://schemas.openxmlformats.org/markup-compatibility/2006" xmlns:a14="http://schemas.microsoft.com/office/drawing/2010/main">
          <mc:Choice Requires="a14">
            <p:sp>
              <p:nvSpPr>
                <p:cNvPr id="10" name="文本框 9">
                  <a:extLst>
                    <a:ext uri="{FF2B5EF4-FFF2-40B4-BE49-F238E27FC236}">
                      <a16:creationId xmlns:a16="http://schemas.microsoft.com/office/drawing/2014/main" id="{F3C0D49D-019F-49AB-ABDB-B6E9676AB5DB}"/>
                    </a:ext>
                  </a:extLst>
                </p:cNvPr>
                <p:cNvSpPr txBox="1"/>
                <p:nvPr/>
              </p:nvSpPr>
              <p:spPr>
                <a:xfrm>
                  <a:off x="11142195" y="1900693"/>
                  <a:ext cx="317409" cy="369332"/>
                </a:xfrm>
                <a:prstGeom prst="rect">
                  <a:avLst/>
                </a:prstGeom>
                <a:noFill/>
              </p:spPr>
              <p:txBody>
                <a:bodyPr wrap="square">
                  <a:spAutoFit/>
                </a:bodyPr>
                <a:lstStyle/>
                <a:p>
                  <a:pPr/>
                  <a14:m>
                    <m:oMathPara xmlns:m="http://schemas.openxmlformats.org/officeDocument/2006/math">
                      <m:oMathParaPr>
                        <m:jc m:val="centerGroup"/>
                      </m:oMathParaPr>
                      <m:oMath xmlns:m="http://schemas.openxmlformats.org/officeDocument/2006/math">
                        <m:r>
                          <a:rPr lang="en-US" altLang="zh-CN" sz="1800" b="1" i="1" dirty="0" smtClean="0">
                            <a:solidFill>
                              <a:schemeClr val="tx1"/>
                            </a:solidFill>
                            <a:latin typeface="Cambria Math" panose="02040503050406030204" pitchFamily="18" charset="0"/>
                            <a:ea typeface="Cambria Math" panose="02040503050406030204" pitchFamily="18" charset="0"/>
                          </a:rPr>
                          <m:t>𝒕</m:t>
                        </m:r>
                      </m:oMath>
                    </m:oMathPara>
                  </a14:m>
                  <a:endParaRPr lang="zh-CN" altLang="en-US" dirty="0"/>
                </a:p>
              </p:txBody>
            </p:sp>
          </mc:Choice>
          <mc:Fallback xmlns="">
            <p:sp>
              <p:nvSpPr>
                <p:cNvPr id="10" name="文本框 9">
                  <a:extLst>
                    <a:ext uri="{FF2B5EF4-FFF2-40B4-BE49-F238E27FC236}">
                      <a16:creationId xmlns:a16="http://schemas.microsoft.com/office/drawing/2014/main" id="{F3C0D49D-019F-49AB-ABDB-B6E9676AB5DB}"/>
                    </a:ext>
                  </a:extLst>
                </p:cNvPr>
                <p:cNvSpPr txBox="1">
                  <a:spLocks noRot="1" noChangeAspect="1" noMove="1" noResize="1" noEditPoints="1" noAdjustHandles="1" noChangeArrowheads="1" noChangeShapeType="1" noTextEdit="1"/>
                </p:cNvSpPr>
                <p:nvPr/>
              </p:nvSpPr>
              <p:spPr>
                <a:xfrm>
                  <a:off x="11142195" y="1900693"/>
                  <a:ext cx="317409" cy="369332"/>
                </a:xfrm>
                <a:prstGeom prst="rect">
                  <a:avLst/>
                </a:prstGeom>
                <a:blipFill>
                  <a:blip r:embed="rId3"/>
                  <a:stretch>
                    <a:fillRect/>
                  </a:stretch>
                </a:blipFill>
              </p:spPr>
              <p:txBody>
                <a:bodyPr/>
                <a:lstStyle/>
                <a:p>
                  <a:r>
                    <a:rPr lang="zh-CN" altLang="en-US">
                      <a:noFill/>
                    </a:rPr>
                    <a:t> </a:t>
                  </a:r>
                </a:p>
              </p:txBody>
            </p:sp>
          </mc:Fallback>
        </mc:AlternateContent>
      </p:grpSp>
      <p:graphicFrame>
        <p:nvGraphicFramePr>
          <p:cNvPr id="13" name="表格 13">
            <a:extLst>
              <a:ext uri="{FF2B5EF4-FFF2-40B4-BE49-F238E27FC236}">
                <a16:creationId xmlns:a16="http://schemas.microsoft.com/office/drawing/2014/main" id="{CD172999-CE6B-4B21-81F5-18DFDB83A63A}"/>
              </a:ext>
            </a:extLst>
          </p:cNvPr>
          <p:cNvGraphicFramePr>
            <a:graphicFrameLocks noGrp="1"/>
          </p:cNvGraphicFramePr>
          <p:nvPr/>
        </p:nvGraphicFramePr>
        <p:xfrm>
          <a:off x="670996" y="2038206"/>
          <a:ext cx="4262227" cy="370840"/>
        </p:xfrm>
        <a:graphic>
          <a:graphicData uri="http://schemas.openxmlformats.org/drawingml/2006/table">
            <a:tbl>
              <a:tblPr firstRow="1" bandRow="1">
                <a:tableStyleId>{5C22544A-7EE6-4342-B048-85BDC9FD1C3A}</a:tableStyleId>
              </a:tblPr>
              <a:tblGrid>
                <a:gridCol w="1078862">
                  <a:extLst>
                    <a:ext uri="{9D8B030D-6E8A-4147-A177-3AD203B41FA5}">
                      <a16:colId xmlns:a16="http://schemas.microsoft.com/office/drawing/2014/main" val="868953040"/>
                    </a:ext>
                  </a:extLst>
                </a:gridCol>
                <a:gridCol w="2111672">
                  <a:extLst>
                    <a:ext uri="{9D8B030D-6E8A-4147-A177-3AD203B41FA5}">
                      <a16:colId xmlns:a16="http://schemas.microsoft.com/office/drawing/2014/main" val="2694557290"/>
                    </a:ext>
                  </a:extLst>
                </a:gridCol>
                <a:gridCol w="1071693">
                  <a:extLst>
                    <a:ext uri="{9D8B030D-6E8A-4147-A177-3AD203B41FA5}">
                      <a16:colId xmlns:a16="http://schemas.microsoft.com/office/drawing/2014/main" val="732932112"/>
                    </a:ext>
                  </a:extLst>
                </a:gridCol>
              </a:tblGrid>
              <a:tr h="370840">
                <a:tc>
                  <a:txBody>
                    <a:bodyPr/>
                    <a:lstStyle/>
                    <a:p>
                      <a:pPr algn="ctr"/>
                      <a:r>
                        <a:rPr lang="zh-CN" altLang="en-US" dirty="0">
                          <a:solidFill>
                            <a:schemeClr val="bg1"/>
                          </a:solidFill>
                        </a:rPr>
                        <a:t>争用期</a:t>
                      </a: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ctr"/>
                      <a:r>
                        <a:rPr lang="en-US" altLang="zh-CN" dirty="0">
                          <a:solidFill>
                            <a:schemeClr val="bg1"/>
                          </a:solidFill>
                          <a:latin typeface="宋体" panose="02010600030101010101" pitchFamily="2" charset="-122"/>
                          <a:ea typeface="宋体" panose="02010600030101010101" pitchFamily="2" charset="-122"/>
                        </a:rPr>
                        <a:t>…</a:t>
                      </a:r>
                      <a:endParaRPr lang="zh-CN" altLang="en-US" dirty="0">
                        <a:solidFill>
                          <a:schemeClr val="bg1"/>
                        </a:solidFill>
                        <a:latin typeface="宋体" panose="02010600030101010101" pitchFamily="2" charset="-122"/>
                        <a:ea typeface="宋体" panose="02010600030101010101" pitchFamily="2" charset="-122"/>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ctr"/>
                      <a:r>
                        <a:rPr lang="zh-CN" altLang="en-US" dirty="0">
                          <a:solidFill>
                            <a:schemeClr val="bg1"/>
                          </a:solidFill>
                        </a:rPr>
                        <a:t>争用期</a:t>
                      </a: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866521569"/>
                  </a:ext>
                </a:extLst>
              </a:tr>
            </a:tbl>
          </a:graphicData>
        </a:graphic>
      </p:graphicFrame>
      <p:graphicFrame>
        <p:nvGraphicFramePr>
          <p:cNvPr id="15" name="表格 15">
            <a:extLst>
              <a:ext uri="{FF2B5EF4-FFF2-40B4-BE49-F238E27FC236}">
                <a16:creationId xmlns:a16="http://schemas.microsoft.com/office/drawing/2014/main" id="{C9279FFC-2097-498D-BF42-1181C629B67E}"/>
              </a:ext>
            </a:extLst>
          </p:cNvPr>
          <p:cNvGraphicFramePr>
            <a:graphicFrameLocks noGrp="1"/>
          </p:cNvGraphicFramePr>
          <p:nvPr/>
        </p:nvGraphicFramePr>
        <p:xfrm>
          <a:off x="4940394" y="2038206"/>
          <a:ext cx="5262730" cy="365760"/>
        </p:xfrm>
        <a:graphic>
          <a:graphicData uri="http://schemas.openxmlformats.org/drawingml/2006/table">
            <a:tbl>
              <a:tblPr firstRow="1" bandRow="1">
                <a:tableStyleId>{5C22544A-7EE6-4342-B048-85BDC9FD1C3A}</a:tableStyleId>
              </a:tblPr>
              <a:tblGrid>
                <a:gridCol w="5262730">
                  <a:extLst>
                    <a:ext uri="{9D8B030D-6E8A-4147-A177-3AD203B41FA5}">
                      <a16:colId xmlns:a16="http://schemas.microsoft.com/office/drawing/2014/main" val="2695213667"/>
                    </a:ext>
                  </a:extLst>
                </a:gridCol>
              </a:tblGrid>
              <a:tr h="339794">
                <a:tc>
                  <a:txBody>
                    <a:bodyPr/>
                    <a:lstStyle/>
                    <a:p>
                      <a:pPr algn="ctr"/>
                      <a:r>
                        <a:rPr lang="zh-CN" altLang="en-US" dirty="0">
                          <a:solidFill>
                            <a:schemeClr val="bg1"/>
                          </a:solidFill>
                        </a:rPr>
                        <a:t>成功发送一个帧</a:t>
                      </a: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accent4"/>
                    </a:solidFill>
                  </a:tcPr>
                </a:tc>
                <a:extLst>
                  <a:ext uri="{0D108BD9-81ED-4DB2-BD59-A6C34878D82A}">
                    <a16:rowId xmlns:a16="http://schemas.microsoft.com/office/drawing/2014/main" val="1014525258"/>
                  </a:ext>
                </a:extLst>
              </a:tr>
            </a:tbl>
          </a:graphicData>
        </a:graphic>
      </p:graphicFrame>
      <p:grpSp>
        <p:nvGrpSpPr>
          <p:cNvPr id="43" name="组合 42">
            <a:extLst>
              <a:ext uri="{FF2B5EF4-FFF2-40B4-BE49-F238E27FC236}">
                <a16:creationId xmlns:a16="http://schemas.microsoft.com/office/drawing/2014/main" id="{35217956-0C68-48E2-8514-9375EBC00F63}"/>
              </a:ext>
            </a:extLst>
          </p:cNvPr>
          <p:cNvGrpSpPr/>
          <p:nvPr/>
        </p:nvGrpSpPr>
        <p:grpSpPr>
          <a:xfrm>
            <a:off x="670996" y="2403966"/>
            <a:ext cx="4262228" cy="498323"/>
            <a:chOff x="585478" y="2317240"/>
            <a:chExt cx="4262228" cy="498323"/>
          </a:xfrm>
        </p:grpSpPr>
        <p:grpSp>
          <p:nvGrpSpPr>
            <p:cNvPr id="28" name="组合 27">
              <a:extLst>
                <a:ext uri="{FF2B5EF4-FFF2-40B4-BE49-F238E27FC236}">
                  <a16:creationId xmlns:a16="http://schemas.microsoft.com/office/drawing/2014/main" id="{09266C01-17C7-4975-9847-9D39BCC3B40F}"/>
                </a:ext>
              </a:extLst>
            </p:cNvPr>
            <p:cNvGrpSpPr/>
            <p:nvPr/>
          </p:nvGrpSpPr>
          <p:grpSpPr>
            <a:xfrm>
              <a:off x="585478" y="2317240"/>
              <a:ext cx="1073379" cy="498323"/>
              <a:chOff x="585478" y="2317240"/>
              <a:chExt cx="1073379" cy="498323"/>
            </a:xfrm>
          </p:grpSpPr>
          <p:cxnSp>
            <p:nvCxnSpPr>
              <p:cNvPr id="17" name="直接连接符 16">
                <a:extLst>
                  <a:ext uri="{FF2B5EF4-FFF2-40B4-BE49-F238E27FC236}">
                    <a16:creationId xmlns:a16="http://schemas.microsoft.com/office/drawing/2014/main" id="{5DCB9D4F-B7D1-4C16-954E-9DBD6557C7F2}"/>
                  </a:ext>
                </a:extLst>
              </p:cNvPr>
              <p:cNvCxnSpPr>
                <a:cxnSpLocks/>
              </p:cNvCxnSpPr>
              <p:nvPr/>
            </p:nvCxnSpPr>
            <p:spPr>
              <a:xfrm>
                <a:off x="585479" y="2317240"/>
                <a:ext cx="0" cy="498323"/>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9" name="直接连接符 18">
                <a:extLst>
                  <a:ext uri="{FF2B5EF4-FFF2-40B4-BE49-F238E27FC236}">
                    <a16:creationId xmlns:a16="http://schemas.microsoft.com/office/drawing/2014/main" id="{F4013236-D473-40B3-878F-6F48C43639ED}"/>
                  </a:ext>
                </a:extLst>
              </p:cNvPr>
              <p:cNvCxnSpPr>
                <a:cxnSpLocks/>
              </p:cNvCxnSpPr>
              <p:nvPr/>
            </p:nvCxnSpPr>
            <p:spPr>
              <a:xfrm>
                <a:off x="1658857" y="2335340"/>
                <a:ext cx="0" cy="480223"/>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1" name="直接箭头连接符 20">
                <a:extLst>
                  <a:ext uri="{FF2B5EF4-FFF2-40B4-BE49-F238E27FC236}">
                    <a16:creationId xmlns:a16="http://schemas.microsoft.com/office/drawing/2014/main" id="{13CCC275-5E7A-4753-819C-28031BC5DB5E}"/>
                  </a:ext>
                </a:extLst>
              </p:cNvPr>
              <p:cNvCxnSpPr>
                <a:cxnSpLocks/>
              </p:cNvCxnSpPr>
              <p:nvPr/>
            </p:nvCxnSpPr>
            <p:spPr>
              <a:xfrm>
                <a:off x="585478" y="2591894"/>
                <a:ext cx="1073379" cy="0"/>
              </a:xfrm>
              <a:prstGeom prst="straightConnector1">
                <a:avLst/>
              </a:prstGeom>
              <a:ln w="12700">
                <a:solidFill>
                  <a:schemeClr val="tx1"/>
                </a:solidFill>
                <a:headEnd type="triangle"/>
                <a:tailEnd type="triangle"/>
              </a:ln>
            </p:spPr>
            <p:style>
              <a:lnRef idx="1">
                <a:schemeClr val="accent1"/>
              </a:lnRef>
              <a:fillRef idx="0">
                <a:schemeClr val="accent1"/>
              </a:fillRef>
              <a:effectRef idx="0">
                <a:schemeClr val="accent1"/>
              </a:effectRef>
              <a:fontRef idx="minor">
                <a:schemeClr val="tx1"/>
              </a:fontRef>
            </p:style>
          </p:cxnSp>
          <mc:AlternateContent xmlns:mc="http://schemas.openxmlformats.org/markup-compatibility/2006" xmlns:a14="http://schemas.microsoft.com/office/drawing/2010/main">
            <mc:Choice Requires="a14">
              <p:sp>
                <p:nvSpPr>
                  <p:cNvPr id="23" name="文本框 22">
                    <a:extLst>
                      <a:ext uri="{FF2B5EF4-FFF2-40B4-BE49-F238E27FC236}">
                        <a16:creationId xmlns:a16="http://schemas.microsoft.com/office/drawing/2014/main" id="{619F1B1C-1D68-41A6-BD22-76303AD6E639}"/>
                      </a:ext>
                    </a:extLst>
                  </p:cNvPr>
                  <p:cNvSpPr txBox="1"/>
                  <p:nvPr/>
                </p:nvSpPr>
                <p:spPr>
                  <a:xfrm>
                    <a:off x="910836" y="2388105"/>
                    <a:ext cx="409505" cy="369332"/>
                  </a:xfrm>
                  <a:prstGeom prst="rect">
                    <a:avLst/>
                  </a:prstGeom>
                  <a:solidFill>
                    <a:schemeClr val="bg1"/>
                  </a:solidFill>
                </p:spPr>
                <p:txBody>
                  <a:bodyPr wrap="square">
                    <a:spAutoFit/>
                  </a:bodyPr>
                  <a:lstStyle/>
                  <a:p>
                    <a:pPr/>
                    <a14:m>
                      <m:oMathPara xmlns:m="http://schemas.openxmlformats.org/officeDocument/2006/math">
                        <m:oMathParaPr>
                          <m:jc m:val="centerGroup"/>
                        </m:oMathParaPr>
                        <m:oMath xmlns:m="http://schemas.openxmlformats.org/officeDocument/2006/math">
                          <m:r>
                            <a:rPr lang="en-US" altLang="zh-CN" sz="1800" b="1" i="1" dirty="0" smtClean="0">
                              <a:solidFill>
                                <a:schemeClr val="tx1"/>
                              </a:solidFill>
                              <a:latin typeface="Cambria Math" panose="02040503050406030204" pitchFamily="18" charset="0"/>
                            </a:rPr>
                            <m:t>𝟐</m:t>
                          </m:r>
                          <m:r>
                            <a:rPr lang="el-GR" altLang="zh-CN" sz="1800" b="1" i="1" dirty="0" smtClean="0">
                              <a:solidFill>
                                <a:schemeClr val="tx1"/>
                              </a:solidFill>
                              <a:latin typeface="Cambria Math" panose="02040503050406030204" pitchFamily="18" charset="0"/>
                            </a:rPr>
                            <m:t>𝝉</m:t>
                          </m:r>
                        </m:oMath>
                      </m:oMathPara>
                    </a14:m>
                    <a:endParaRPr lang="zh-CN" altLang="en-US" dirty="0"/>
                  </a:p>
                </p:txBody>
              </p:sp>
            </mc:Choice>
            <mc:Fallback xmlns="">
              <p:sp>
                <p:nvSpPr>
                  <p:cNvPr id="23" name="文本框 22">
                    <a:extLst>
                      <a:ext uri="{FF2B5EF4-FFF2-40B4-BE49-F238E27FC236}">
                        <a16:creationId xmlns:a16="http://schemas.microsoft.com/office/drawing/2014/main" id="{619F1B1C-1D68-41A6-BD22-76303AD6E639}"/>
                      </a:ext>
                    </a:extLst>
                  </p:cNvPr>
                  <p:cNvSpPr txBox="1">
                    <a:spLocks noRot="1" noChangeAspect="1" noMove="1" noResize="1" noEditPoints="1" noAdjustHandles="1" noChangeArrowheads="1" noChangeShapeType="1" noTextEdit="1"/>
                  </p:cNvSpPr>
                  <p:nvPr/>
                </p:nvSpPr>
                <p:spPr>
                  <a:xfrm>
                    <a:off x="910836" y="2388105"/>
                    <a:ext cx="409505" cy="369332"/>
                  </a:xfrm>
                  <a:prstGeom prst="rect">
                    <a:avLst/>
                  </a:prstGeom>
                  <a:blipFill>
                    <a:blip r:embed="rId4"/>
                    <a:stretch>
                      <a:fillRect/>
                    </a:stretch>
                  </a:blipFill>
                </p:spPr>
                <p:txBody>
                  <a:bodyPr/>
                  <a:lstStyle/>
                  <a:p>
                    <a:r>
                      <a:rPr lang="zh-CN" altLang="en-US">
                        <a:noFill/>
                      </a:rPr>
                      <a:t> </a:t>
                    </a:r>
                  </a:p>
                </p:txBody>
              </p:sp>
            </mc:Fallback>
          </mc:AlternateContent>
        </p:grpSp>
        <p:grpSp>
          <p:nvGrpSpPr>
            <p:cNvPr id="41" name="组合 40">
              <a:extLst>
                <a:ext uri="{FF2B5EF4-FFF2-40B4-BE49-F238E27FC236}">
                  <a16:creationId xmlns:a16="http://schemas.microsoft.com/office/drawing/2014/main" id="{9B31133E-665E-41D1-8E4C-F8423733C83C}"/>
                </a:ext>
              </a:extLst>
            </p:cNvPr>
            <p:cNvGrpSpPr/>
            <p:nvPr/>
          </p:nvGrpSpPr>
          <p:grpSpPr>
            <a:xfrm>
              <a:off x="3774327" y="2317240"/>
              <a:ext cx="1073379" cy="498323"/>
              <a:chOff x="3774327" y="2317240"/>
              <a:chExt cx="1073379" cy="498323"/>
            </a:xfrm>
          </p:grpSpPr>
          <p:cxnSp>
            <p:nvCxnSpPr>
              <p:cNvPr id="30" name="直接连接符 29">
                <a:extLst>
                  <a:ext uri="{FF2B5EF4-FFF2-40B4-BE49-F238E27FC236}">
                    <a16:creationId xmlns:a16="http://schemas.microsoft.com/office/drawing/2014/main" id="{5ACBB51F-219C-4E81-B400-40B4FDE982B9}"/>
                  </a:ext>
                </a:extLst>
              </p:cNvPr>
              <p:cNvCxnSpPr>
                <a:cxnSpLocks/>
              </p:cNvCxnSpPr>
              <p:nvPr/>
            </p:nvCxnSpPr>
            <p:spPr>
              <a:xfrm>
                <a:off x="3774328" y="2317240"/>
                <a:ext cx="0" cy="498323"/>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1" name="直接连接符 30">
                <a:extLst>
                  <a:ext uri="{FF2B5EF4-FFF2-40B4-BE49-F238E27FC236}">
                    <a16:creationId xmlns:a16="http://schemas.microsoft.com/office/drawing/2014/main" id="{5265C426-578B-4182-87CF-E1B74F21B84A}"/>
                  </a:ext>
                </a:extLst>
              </p:cNvPr>
              <p:cNvCxnSpPr>
                <a:cxnSpLocks/>
              </p:cNvCxnSpPr>
              <p:nvPr/>
            </p:nvCxnSpPr>
            <p:spPr>
              <a:xfrm>
                <a:off x="4847706" y="2335340"/>
                <a:ext cx="0" cy="480223"/>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2" name="直接箭头连接符 31">
                <a:extLst>
                  <a:ext uri="{FF2B5EF4-FFF2-40B4-BE49-F238E27FC236}">
                    <a16:creationId xmlns:a16="http://schemas.microsoft.com/office/drawing/2014/main" id="{F6559A70-A776-4E43-BEFC-4D33ED5CAC03}"/>
                  </a:ext>
                </a:extLst>
              </p:cNvPr>
              <p:cNvCxnSpPr>
                <a:cxnSpLocks/>
              </p:cNvCxnSpPr>
              <p:nvPr/>
            </p:nvCxnSpPr>
            <p:spPr>
              <a:xfrm>
                <a:off x="3774327" y="2591894"/>
                <a:ext cx="1073379" cy="0"/>
              </a:xfrm>
              <a:prstGeom prst="straightConnector1">
                <a:avLst/>
              </a:prstGeom>
              <a:ln w="12700">
                <a:solidFill>
                  <a:schemeClr val="tx1"/>
                </a:solidFill>
                <a:headEnd type="triangle"/>
                <a:tailEnd type="triangle"/>
              </a:ln>
            </p:spPr>
            <p:style>
              <a:lnRef idx="1">
                <a:schemeClr val="accent1"/>
              </a:lnRef>
              <a:fillRef idx="0">
                <a:schemeClr val="accent1"/>
              </a:fillRef>
              <a:effectRef idx="0">
                <a:schemeClr val="accent1"/>
              </a:effectRef>
              <a:fontRef idx="minor">
                <a:schemeClr val="tx1"/>
              </a:fontRef>
            </p:style>
          </p:cxnSp>
          <mc:AlternateContent xmlns:mc="http://schemas.openxmlformats.org/markup-compatibility/2006" xmlns:a14="http://schemas.microsoft.com/office/drawing/2010/main">
            <mc:Choice Requires="a14">
              <p:sp>
                <p:nvSpPr>
                  <p:cNvPr id="33" name="文本框 32">
                    <a:extLst>
                      <a:ext uri="{FF2B5EF4-FFF2-40B4-BE49-F238E27FC236}">
                        <a16:creationId xmlns:a16="http://schemas.microsoft.com/office/drawing/2014/main" id="{5A7A85BC-A00C-4043-95BC-3F30541339A1}"/>
                      </a:ext>
                    </a:extLst>
                  </p:cNvPr>
                  <p:cNvSpPr txBox="1"/>
                  <p:nvPr/>
                </p:nvSpPr>
                <p:spPr>
                  <a:xfrm>
                    <a:off x="4099685" y="2388105"/>
                    <a:ext cx="409505" cy="369332"/>
                  </a:xfrm>
                  <a:prstGeom prst="rect">
                    <a:avLst/>
                  </a:prstGeom>
                  <a:solidFill>
                    <a:schemeClr val="bg1"/>
                  </a:solidFill>
                </p:spPr>
                <p:txBody>
                  <a:bodyPr wrap="square">
                    <a:spAutoFit/>
                  </a:bodyPr>
                  <a:lstStyle/>
                  <a:p>
                    <a:pPr/>
                    <a14:m>
                      <m:oMathPara xmlns:m="http://schemas.openxmlformats.org/officeDocument/2006/math">
                        <m:oMathParaPr>
                          <m:jc m:val="centerGroup"/>
                        </m:oMathParaPr>
                        <m:oMath xmlns:m="http://schemas.openxmlformats.org/officeDocument/2006/math">
                          <m:r>
                            <a:rPr lang="en-US" altLang="zh-CN" sz="1800" b="1" i="1" dirty="0" smtClean="0">
                              <a:solidFill>
                                <a:schemeClr val="tx1"/>
                              </a:solidFill>
                              <a:latin typeface="Cambria Math" panose="02040503050406030204" pitchFamily="18" charset="0"/>
                            </a:rPr>
                            <m:t>𝟐</m:t>
                          </m:r>
                          <m:r>
                            <a:rPr lang="el-GR" altLang="zh-CN" sz="1800" b="1" i="1" dirty="0" smtClean="0">
                              <a:solidFill>
                                <a:schemeClr val="tx1"/>
                              </a:solidFill>
                              <a:latin typeface="Cambria Math" panose="02040503050406030204" pitchFamily="18" charset="0"/>
                            </a:rPr>
                            <m:t>𝝉</m:t>
                          </m:r>
                        </m:oMath>
                      </m:oMathPara>
                    </a14:m>
                    <a:endParaRPr lang="zh-CN" altLang="en-US" dirty="0"/>
                  </a:p>
                </p:txBody>
              </p:sp>
            </mc:Choice>
            <mc:Fallback xmlns="">
              <p:sp>
                <p:nvSpPr>
                  <p:cNvPr id="33" name="文本框 32">
                    <a:extLst>
                      <a:ext uri="{FF2B5EF4-FFF2-40B4-BE49-F238E27FC236}">
                        <a16:creationId xmlns:a16="http://schemas.microsoft.com/office/drawing/2014/main" id="{5A7A85BC-A00C-4043-95BC-3F30541339A1}"/>
                      </a:ext>
                    </a:extLst>
                  </p:cNvPr>
                  <p:cNvSpPr txBox="1">
                    <a:spLocks noRot="1" noChangeAspect="1" noMove="1" noResize="1" noEditPoints="1" noAdjustHandles="1" noChangeArrowheads="1" noChangeShapeType="1" noTextEdit="1"/>
                  </p:cNvSpPr>
                  <p:nvPr/>
                </p:nvSpPr>
                <p:spPr>
                  <a:xfrm>
                    <a:off x="4099685" y="2388105"/>
                    <a:ext cx="409505" cy="369332"/>
                  </a:xfrm>
                  <a:prstGeom prst="rect">
                    <a:avLst/>
                  </a:prstGeom>
                  <a:blipFill>
                    <a:blip r:embed="rId5"/>
                    <a:stretch>
                      <a:fillRect/>
                    </a:stretch>
                  </a:blipFill>
                </p:spPr>
                <p:txBody>
                  <a:bodyPr/>
                  <a:lstStyle/>
                  <a:p>
                    <a:r>
                      <a:rPr lang="zh-CN" altLang="en-US">
                        <a:noFill/>
                      </a:rPr>
                      <a:t> </a:t>
                    </a:r>
                  </a:p>
                </p:txBody>
              </p:sp>
            </mc:Fallback>
          </mc:AlternateContent>
        </p:grpSp>
      </p:grpSp>
      <p:grpSp>
        <p:nvGrpSpPr>
          <p:cNvPr id="56" name="组合 55">
            <a:extLst>
              <a:ext uri="{FF2B5EF4-FFF2-40B4-BE49-F238E27FC236}">
                <a16:creationId xmlns:a16="http://schemas.microsoft.com/office/drawing/2014/main" id="{31350925-B1DE-4045-99A8-01D1C62B2DAF}"/>
              </a:ext>
            </a:extLst>
          </p:cNvPr>
          <p:cNvGrpSpPr/>
          <p:nvPr/>
        </p:nvGrpSpPr>
        <p:grpSpPr>
          <a:xfrm>
            <a:off x="4933814" y="2403965"/>
            <a:ext cx="5270400" cy="498323"/>
            <a:chOff x="4848296" y="2317239"/>
            <a:chExt cx="5270400" cy="498323"/>
          </a:xfrm>
        </p:grpSpPr>
        <p:cxnSp>
          <p:nvCxnSpPr>
            <p:cNvPr id="51" name="直接连接符 50">
              <a:extLst>
                <a:ext uri="{FF2B5EF4-FFF2-40B4-BE49-F238E27FC236}">
                  <a16:creationId xmlns:a16="http://schemas.microsoft.com/office/drawing/2014/main" id="{7484230A-705A-4306-8CD4-EA70B4D66CBA}"/>
                </a:ext>
              </a:extLst>
            </p:cNvPr>
            <p:cNvCxnSpPr>
              <a:cxnSpLocks/>
            </p:cNvCxnSpPr>
            <p:nvPr/>
          </p:nvCxnSpPr>
          <p:spPr>
            <a:xfrm>
              <a:off x="4848297" y="2317239"/>
              <a:ext cx="0" cy="498323"/>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2" name="直接连接符 51">
              <a:extLst>
                <a:ext uri="{FF2B5EF4-FFF2-40B4-BE49-F238E27FC236}">
                  <a16:creationId xmlns:a16="http://schemas.microsoft.com/office/drawing/2014/main" id="{DCF9255F-A5DD-4625-87F0-57DC946BB76E}"/>
                </a:ext>
              </a:extLst>
            </p:cNvPr>
            <p:cNvCxnSpPr>
              <a:cxnSpLocks/>
            </p:cNvCxnSpPr>
            <p:nvPr/>
          </p:nvCxnSpPr>
          <p:spPr>
            <a:xfrm>
              <a:off x="10118696" y="2335339"/>
              <a:ext cx="0" cy="480223"/>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3" name="直接箭头连接符 52">
              <a:extLst>
                <a:ext uri="{FF2B5EF4-FFF2-40B4-BE49-F238E27FC236}">
                  <a16:creationId xmlns:a16="http://schemas.microsoft.com/office/drawing/2014/main" id="{BF62E8F4-8FAF-4148-B64E-92E671B87BD8}"/>
                </a:ext>
              </a:extLst>
            </p:cNvPr>
            <p:cNvCxnSpPr>
              <a:cxnSpLocks/>
            </p:cNvCxnSpPr>
            <p:nvPr/>
          </p:nvCxnSpPr>
          <p:spPr>
            <a:xfrm>
              <a:off x="4848296" y="2591893"/>
              <a:ext cx="5269310" cy="0"/>
            </a:xfrm>
            <a:prstGeom prst="straightConnector1">
              <a:avLst/>
            </a:prstGeom>
            <a:ln w="12700">
              <a:solidFill>
                <a:schemeClr val="tx1"/>
              </a:solidFill>
              <a:headEnd type="triangle"/>
              <a:tailEnd type="triangle"/>
            </a:ln>
          </p:spPr>
          <p:style>
            <a:lnRef idx="1">
              <a:schemeClr val="accent1"/>
            </a:lnRef>
            <a:fillRef idx="0">
              <a:schemeClr val="accent1"/>
            </a:fillRef>
            <a:effectRef idx="0">
              <a:schemeClr val="accent1"/>
            </a:effectRef>
            <a:fontRef idx="minor">
              <a:schemeClr val="tx1"/>
            </a:fontRef>
          </p:style>
        </p:cxnSp>
        <mc:AlternateContent xmlns:mc="http://schemas.openxmlformats.org/markup-compatibility/2006" xmlns:a14="http://schemas.microsoft.com/office/drawing/2010/main">
          <mc:Choice Requires="a14">
            <p:sp>
              <p:nvSpPr>
                <p:cNvPr id="54" name="文本框 53">
                  <a:extLst>
                    <a:ext uri="{FF2B5EF4-FFF2-40B4-BE49-F238E27FC236}">
                      <a16:creationId xmlns:a16="http://schemas.microsoft.com/office/drawing/2014/main" id="{8AB6CE14-82E4-4B7B-AA6C-F758EE83C184}"/>
                    </a:ext>
                  </a:extLst>
                </p:cNvPr>
                <p:cNvSpPr txBox="1"/>
                <p:nvPr/>
              </p:nvSpPr>
              <p:spPr>
                <a:xfrm>
                  <a:off x="7277607" y="2388105"/>
                  <a:ext cx="409505" cy="369332"/>
                </a:xfrm>
                <a:prstGeom prst="rect">
                  <a:avLst/>
                </a:prstGeom>
                <a:solidFill>
                  <a:schemeClr val="bg1"/>
                </a:solidFill>
              </p:spPr>
              <p:txBody>
                <a:bodyPr wrap="square">
                  <a:spAutoFit/>
                </a:bodyPr>
                <a:lstStyle/>
                <a:p>
                  <a:pPr/>
                  <a14:m>
                    <m:oMathPara xmlns:m="http://schemas.openxmlformats.org/officeDocument/2006/math">
                      <m:oMathParaPr>
                        <m:jc m:val="centerGroup"/>
                      </m:oMathParaPr>
                      <m:oMath xmlns:m="http://schemas.openxmlformats.org/officeDocument/2006/math">
                        <m:sSub>
                          <m:sSubPr>
                            <m:ctrlPr>
                              <a:rPr lang="en-US" altLang="zh-CN" sz="1800" b="1" i="1" dirty="0" smtClean="0">
                                <a:solidFill>
                                  <a:schemeClr val="tx1"/>
                                </a:solidFill>
                                <a:latin typeface="Cambria Math" panose="02040503050406030204" pitchFamily="18" charset="0"/>
                              </a:rPr>
                            </m:ctrlPr>
                          </m:sSubPr>
                          <m:e>
                            <m:r>
                              <a:rPr lang="en-US" altLang="zh-CN" sz="1800" b="1" i="1" dirty="0" smtClean="0">
                                <a:solidFill>
                                  <a:schemeClr val="tx1"/>
                                </a:solidFill>
                                <a:latin typeface="Cambria Math" panose="02040503050406030204" pitchFamily="18" charset="0"/>
                              </a:rPr>
                              <m:t>𝑻</m:t>
                            </m:r>
                          </m:e>
                          <m:sub>
                            <m:r>
                              <a:rPr lang="en-US" altLang="zh-CN" sz="1800" b="1" i="1" dirty="0" smtClean="0">
                                <a:solidFill>
                                  <a:schemeClr val="tx1"/>
                                </a:solidFill>
                                <a:latin typeface="Cambria Math" panose="02040503050406030204" pitchFamily="18" charset="0"/>
                              </a:rPr>
                              <m:t>𝟎</m:t>
                            </m:r>
                          </m:sub>
                        </m:sSub>
                      </m:oMath>
                    </m:oMathPara>
                  </a14:m>
                  <a:endParaRPr lang="zh-CN" altLang="en-US" dirty="0"/>
                </a:p>
              </p:txBody>
            </p:sp>
          </mc:Choice>
          <mc:Fallback xmlns="">
            <p:sp>
              <p:nvSpPr>
                <p:cNvPr id="54" name="文本框 53">
                  <a:extLst>
                    <a:ext uri="{FF2B5EF4-FFF2-40B4-BE49-F238E27FC236}">
                      <a16:creationId xmlns:a16="http://schemas.microsoft.com/office/drawing/2014/main" id="{8AB6CE14-82E4-4B7B-AA6C-F758EE83C184}"/>
                    </a:ext>
                  </a:extLst>
                </p:cNvPr>
                <p:cNvSpPr txBox="1">
                  <a:spLocks noRot="1" noChangeAspect="1" noMove="1" noResize="1" noEditPoints="1" noAdjustHandles="1" noChangeArrowheads="1" noChangeShapeType="1" noTextEdit="1"/>
                </p:cNvSpPr>
                <p:nvPr/>
              </p:nvSpPr>
              <p:spPr>
                <a:xfrm>
                  <a:off x="7277607" y="2388105"/>
                  <a:ext cx="409505" cy="369332"/>
                </a:xfrm>
                <a:prstGeom prst="rect">
                  <a:avLst/>
                </a:prstGeom>
                <a:blipFill>
                  <a:blip r:embed="rId6"/>
                  <a:stretch>
                    <a:fillRect b="-1639"/>
                  </a:stretch>
                </a:blipFill>
              </p:spPr>
              <p:txBody>
                <a:bodyPr/>
                <a:lstStyle/>
                <a:p>
                  <a:r>
                    <a:rPr lang="zh-CN" altLang="en-US">
                      <a:noFill/>
                    </a:rPr>
                    <a:t> </a:t>
                  </a:r>
                </a:p>
              </p:txBody>
            </p:sp>
          </mc:Fallback>
        </mc:AlternateContent>
      </p:grpSp>
      <p:grpSp>
        <p:nvGrpSpPr>
          <p:cNvPr id="69" name="组合 68">
            <a:extLst>
              <a:ext uri="{FF2B5EF4-FFF2-40B4-BE49-F238E27FC236}">
                <a16:creationId xmlns:a16="http://schemas.microsoft.com/office/drawing/2014/main" id="{078D348D-4DF4-4995-BD31-8CE1E736EF80}"/>
              </a:ext>
            </a:extLst>
          </p:cNvPr>
          <p:cNvGrpSpPr/>
          <p:nvPr/>
        </p:nvGrpSpPr>
        <p:grpSpPr>
          <a:xfrm>
            <a:off x="10201939" y="2403965"/>
            <a:ext cx="630941" cy="498323"/>
            <a:chOff x="3125844" y="4529219"/>
            <a:chExt cx="630941" cy="498323"/>
          </a:xfrm>
        </p:grpSpPr>
        <p:cxnSp>
          <p:nvCxnSpPr>
            <p:cNvPr id="64" name="直接连接符 63">
              <a:extLst>
                <a:ext uri="{FF2B5EF4-FFF2-40B4-BE49-F238E27FC236}">
                  <a16:creationId xmlns:a16="http://schemas.microsoft.com/office/drawing/2014/main" id="{00ACB7E1-B403-43AC-8902-9B55E86CF922}"/>
                </a:ext>
              </a:extLst>
            </p:cNvPr>
            <p:cNvCxnSpPr>
              <a:cxnSpLocks/>
            </p:cNvCxnSpPr>
            <p:nvPr/>
          </p:nvCxnSpPr>
          <p:spPr>
            <a:xfrm>
              <a:off x="3125845" y="4529219"/>
              <a:ext cx="0" cy="498323"/>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65" name="直接连接符 64">
              <a:extLst>
                <a:ext uri="{FF2B5EF4-FFF2-40B4-BE49-F238E27FC236}">
                  <a16:creationId xmlns:a16="http://schemas.microsoft.com/office/drawing/2014/main" id="{A5195B00-5642-4A99-A2DA-019FE1F7B2BB}"/>
                </a:ext>
              </a:extLst>
            </p:cNvPr>
            <p:cNvCxnSpPr>
              <a:cxnSpLocks/>
            </p:cNvCxnSpPr>
            <p:nvPr/>
          </p:nvCxnSpPr>
          <p:spPr>
            <a:xfrm>
              <a:off x="3756785" y="4529219"/>
              <a:ext cx="0" cy="480223"/>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66" name="直接箭头连接符 65">
              <a:extLst>
                <a:ext uri="{FF2B5EF4-FFF2-40B4-BE49-F238E27FC236}">
                  <a16:creationId xmlns:a16="http://schemas.microsoft.com/office/drawing/2014/main" id="{DA52C488-6653-4930-93E9-48A33BCB7BCB}"/>
                </a:ext>
              </a:extLst>
            </p:cNvPr>
            <p:cNvCxnSpPr>
              <a:cxnSpLocks/>
            </p:cNvCxnSpPr>
            <p:nvPr/>
          </p:nvCxnSpPr>
          <p:spPr>
            <a:xfrm>
              <a:off x="3125844" y="4803873"/>
              <a:ext cx="630941" cy="0"/>
            </a:xfrm>
            <a:prstGeom prst="straightConnector1">
              <a:avLst/>
            </a:prstGeom>
            <a:ln w="12700">
              <a:solidFill>
                <a:schemeClr val="tx1"/>
              </a:solidFill>
              <a:headEnd type="triangle"/>
              <a:tailEnd type="triangle"/>
            </a:ln>
          </p:spPr>
          <p:style>
            <a:lnRef idx="1">
              <a:schemeClr val="accent1"/>
            </a:lnRef>
            <a:fillRef idx="0">
              <a:schemeClr val="accent1"/>
            </a:fillRef>
            <a:effectRef idx="0">
              <a:schemeClr val="accent1"/>
            </a:effectRef>
            <a:fontRef idx="minor">
              <a:schemeClr val="tx1"/>
            </a:fontRef>
          </p:style>
        </p:cxnSp>
        <mc:AlternateContent xmlns:mc="http://schemas.openxmlformats.org/markup-compatibility/2006" xmlns:a14="http://schemas.microsoft.com/office/drawing/2010/main">
          <mc:Choice Requires="a14">
            <p:sp>
              <p:nvSpPr>
                <p:cNvPr id="67" name="文本框 66">
                  <a:extLst>
                    <a:ext uri="{FF2B5EF4-FFF2-40B4-BE49-F238E27FC236}">
                      <a16:creationId xmlns:a16="http://schemas.microsoft.com/office/drawing/2014/main" id="{715E0E34-2478-4038-A534-D794A07FAAAD}"/>
                    </a:ext>
                  </a:extLst>
                </p:cNvPr>
                <p:cNvSpPr txBox="1"/>
                <p:nvPr/>
              </p:nvSpPr>
              <p:spPr>
                <a:xfrm>
                  <a:off x="3299901" y="4600084"/>
                  <a:ext cx="252446" cy="369332"/>
                </a:xfrm>
                <a:prstGeom prst="rect">
                  <a:avLst/>
                </a:prstGeom>
                <a:solidFill>
                  <a:schemeClr val="bg1"/>
                </a:solidFill>
              </p:spPr>
              <p:txBody>
                <a:bodyPr wrap="square">
                  <a:spAutoFit/>
                </a:bodyPr>
                <a:lstStyle/>
                <a:p>
                  <a:pPr/>
                  <a14:m>
                    <m:oMathPara xmlns:m="http://schemas.openxmlformats.org/officeDocument/2006/math">
                      <m:oMathParaPr>
                        <m:jc m:val="centerGroup"/>
                      </m:oMathParaPr>
                      <m:oMath xmlns:m="http://schemas.openxmlformats.org/officeDocument/2006/math">
                        <m:r>
                          <a:rPr lang="el-GR" altLang="zh-CN" sz="1800" b="1" i="1" dirty="0" smtClean="0">
                            <a:solidFill>
                              <a:schemeClr val="tx1"/>
                            </a:solidFill>
                            <a:latin typeface="Cambria Math" panose="02040503050406030204" pitchFamily="18" charset="0"/>
                          </a:rPr>
                          <m:t>𝝉</m:t>
                        </m:r>
                      </m:oMath>
                    </m:oMathPara>
                  </a14:m>
                  <a:endParaRPr lang="zh-CN" altLang="en-US" dirty="0"/>
                </a:p>
              </p:txBody>
            </p:sp>
          </mc:Choice>
          <mc:Fallback xmlns="">
            <p:sp>
              <p:nvSpPr>
                <p:cNvPr id="67" name="文本框 66">
                  <a:extLst>
                    <a:ext uri="{FF2B5EF4-FFF2-40B4-BE49-F238E27FC236}">
                      <a16:creationId xmlns:a16="http://schemas.microsoft.com/office/drawing/2014/main" id="{715E0E34-2478-4038-A534-D794A07FAAAD}"/>
                    </a:ext>
                  </a:extLst>
                </p:cNvPr>
                <p:cNvSpPr txBox="1">
                  <a:spLocks noRot="1" noChangeAspect="1" noMove="1" noResize="1" noEditPoints="1" noAdjustHandles="1" noChangeArrowheads="1" noChangeShapeType="1" noTextEdit="1"/>
                </p:cNvSpPr>
                <p:nvPr/>
              </p:nvSpPr>
              <p:spPr>
                <a:xfrm>
                  <a:off x="3299901" y="4600084"/>
                  <a:ext cx="252446" cy="369332"/>
                </a:xfrm>
                <a:prstGeom prst="rect">
                  <a:avLst/>
                </a:prstGeom>
                <a:blipFill>
                  <a:blip r:embed="rId7"/>
                  <a:stretch>
                    <a:fillRect r="-4762"/>
                  </a:stretch>
                </a:blipFill>
              </p:spPr>
              <p:txBody>
                <a:bodyPr/>
                <a:lstStyle/>
                <a:p>
                  <a:r>
                    <a:rPr lang="zh-CN" altLang="en-US">
                      <a:noFill/>
                    </a:rPr>
                    <a:t> </a:t>
                  </a:r>
                </a:p>
              </p:txBody>
            </p:sp>
          </mc:Fallback>
        </mc:AlternateContent>
      </p:grpSp>
    </p:spTree>
    <p:custDataLst>
      <p:tags r:id="rId1"/>
    </p:custDataLst>
    <p:extLst>
      <p:ext uri="{BB962C8B-B14F-4D97-AF65-F5344CB8AC3E}">
        <p14:creationId xmlns:p14="http://schemas.microsoft.com/office/powerpoint/2010/main" val="1577109717"/>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2" presetClass="entr" presetSubtype="1" fill="hold" nodeType="withEffect">
                                  <p:stCondLst>
                                    <p:cond delay="0"/>
                                  </p:stCondLst>
                                  <p:childTnLst>
                                    <p:set>
                                      <p:cBhvr>
                                        <p:cTn id="6" dur="1" fill="hold">
                                          <p:stCondLst>
                                            <p:cond delay="0"/>
                                          </p:stCondLst>
                                        </p:cTn>
                                        <p:tgtEl>
                                          <p:spTgt spid="4"/>
                                        </p:tgtEl>
                                        <p:attrNameLst>
                                          <p:attrName>style.visibility</p:attrName>
                                        </p:attrNameLst>
                                      </p:cBhvr>
                                      <p:to>
                                        <p:strVal val="visible"/>
                                      </p:to>
                                    </p:set>
                                    <p:anim calcmode="lin" valueType="num">
                                      <p:cBhvr additive="base">
                                        <p:cTn id="7" dur="1000"/>
                                        <p:tgtEl>
                                          <p:spTgt spid="4"/>
                                        </p:tgtEl>
                                        <p:attrNameLst>
                                          <p:attrName>ppt_y</p:attrName>
                                        </p:attrNameLst>
                                      </p:cBhvr>
                                      <p:tavLst>
                                        <p:tav tm="0">
                                          <p:val>
                                            <p:strVal val="#ppt_y-#ppt_h*1.125000"/>
                                          </p:val>
                                        </p:tav>
                                        <p:tav tm="100000">
                                          <p:val>
                                            <p:strVal val="#ppt_y"/>
                                          </p:val>
                                        </p:tav>
                                      </p:tavLst>
                                    </p:anim>
                                    <p:animEffect transition="in" filter="wipe(down)">
                                      <p:cBhvr>
                                        <p:cTn id="8" dur="1000"/>
                                        <p:tgtEl>
                                          <p:spTgt spid="4"/>
                                        </p:tgtEl>
                                      </p:cBhvr>
                                    </p:animEffect>
                                  </p:childTnLst>
                                </p:cTn>
                              </p:par>
                            </p:childTnLst>
                          </p:cTn>
                        </p:par>
                      </p:childTnLst>
                    </p:cTn>
                  </p:par>
                  <p:par>
                    <p:cTn id="9" fill="hold">
                      <p:stCondLst>
                        <p:cond delay="indefinite"/>
                      </p:stCondLst>
                      <p:childTnLst>
                        <p:par>
                          <p:cTn id="10" fill="hold">
                            <p:stCondLst>
                              <p:cond delay="0"/>
                            </p:stCondLst>
                            <p:childTnLst>
                              <p:par>
                                <p:cTn id="11" presetID="22" presetClass="entr" presetSubtype="8" fill="hold" nodeType="clickEffect">
                                  <p:stCondLst>
                                    <p:cond delay="0"/>
                                  </p:stCondLst>
                                  <p:childTnLst>
                                    <p:set>
                                      <p:cBhvr>
                                        <p:cTn id="12" dur="1" fill="hold">
                                          <p:stCondLst>
                                            <p:cond delay="0"/>
                                          </p:stCondLst>
                                        </p:cTn>
                                        <p:tgtEl>
                                          <p:spTgt spid="14"/>
                                        </p:tgtEl>
                                        <p:attrNameLst>
                                          <p:attrName>style.visibility</p:attrName>
                                        </p:attrNameLst>
                                      </p:cBhvr>
                                      <p:to>
                                        <p:strVal val="visible"/>
                                      </p:to>
                                    </p:set>
                                    <p:animEffect transition="in" filter="wipe(left)">
                                      <p:cBhvr>
                                        <p:cTn id="13" dur="1000"/>
                                        <p:tgtEl>
                                          <p:spTgt spid="14"/>
                                        </p:tgtEl>
                                      </p:cBhvr>
                                    </p:animEffect>
                                  </p:childTnLst>
                                </p:cTn>
                              </p:par>
                            </p:childTnLst>
                          </p:cTn>
                        </p:par>
                      </p:childTnLst>
                    </p:cTn>
                  </p:par>
                  <p:par>
                    <p:cTn id="14" fill="hold">
                      <p:stCondLst>
                        <p:cond delay="indefinite"/>
                      </p:stCondLst>
                      <p:childTnLst>
                        <p:par>
                          <p:cTn id="15" fill="hold">
                            <p:stCondLst>
                              <p:cond delay="0"/>
                            </p:stCondLst>
                            <p:childTnLst>
                              <p:par>
                                <p:cTn id="16" presetID="22" presetClass="entr" presetSubtype="8" fill="hold" nodeType="clickEffect">
                                  <p:stCondLst>
                                    <p:cond delay="0"/>
                                  </p:stCondLst>
                                  <p:childTnLst>
                                    <p:set>
                                      <p:cBhvr>
                                        <p:cTn id="17" dur="1" fill="hold">
                                          <p:stCondLst>
                                            <p:cond delay="0"/>
                                          </p:stCondLst>
                                        </p:cTn>
                                        <p:tgtEl>
                                          <p:spTgt spid="13"/>
                                        </p:tgtEl>
                                        <p:attrNameLst>
                                          <p:attrName>style.visibility</p:attrName>
                                        </p:attrNameLst>
                                      </p:cBhvr>
                                      <p:to>
                                        <p:strVal val="visible"/>
                                      </p:to>
                                    </p:set>
                                    <p:animEffect transition="in" filter="wipe(left)">
                                      <p:cBhvr>
                                        <p:cTn id="18" dur="1000"/>
                                        <p:tgtEl>
                                          <p:spTgt spid="13"/>
                                        </p:tgtEl>
                                      </p:cBhvr>
                                    </p:animEffect>
                                  </p:childTnLst>
                                </p:cTn>
                              </p:par>
                              <p:par>
                                <p:cTn id="19" presetID="22" presetClass="entr" presetSubtype="8" fill="hold" nodeType="withEffect">
                                  <p:stCondLst>
                                    <p:cond delay="0"/>
                                  </p:stCondLst>
                                  <p:childTnLst>
                                    <p:set>
                                      <p:cBhvr>
                                        <p:cTn id="20" dur="1" fill="hold">
                                          <p:stCondLst>
                                            <p:cond delay="0"/>
                                          </p:stCondLst>
                                        </p:cTn>
                                        <p:tgtEl>
                                          <p:spTgt spid="43"/>
                                        </p:tgtEl>
                                        <p:attrNameLst>
                                          <p:attrName>style.visibility</p:attrName>
                                        </p:attrNameLst>
                                      </p:cBhvr>
                                      <p:to>
                                        <p:strVal val="visible"/>
                                      </p:to>
                                    </p:set>
                                    <p:animEffect transition="in" filter="wipe(left)">
                                      <p:cBhvr>
                                        <p:cTn id="21" dur="1000"/>
                                        <p:tgtEl>
                                          <p:spTgt spid="43"/>
                                        </p:tgtEl>
                                      </p:cBhvr>
                                    </p:animEffect>
                                  </p:childTnLst>
                                </p:cTn>
                              </p:par>
                            </p:childTnLst>
                          </p:cTn>
                        </p:par>
                        <p:par>
                          <p:cTn id="22" fill="hold">
                            <p:stCondLst>
                              <p:cond delay="1000"/>
                            </p:stCondLst>
                            <p:childTnLst>
                              <p:par>
                                <p:cTn id="23" presetID="12" presetClass="entr" presetSubtype="4" fill="hold" nodeType="afterEffect">
                                  <p:stCondLst>
                                    <p:cond delay="0"/>
                                  </p:stCondLst>
                                  <p:childTnLst>
                                    <p:set>
                                      <p:cBhvr>
                                        <p:cTn id="24" dur="1" fill="hold">
                                          <p:stCondLst>
                                            <p:cond delay="0"/>
                                          </p:stCondLst>
                                        </p:cTn>
                                        <p:tgtEl>
                                          <p:spTgt spid="42"/>
                                        </p:tgtEl>
                                        <p:attrNameLst>
                                          <p:attrName>style.visibility</p:attrName>
                                        </p:attrNameLst>
                                      </p:cBhvr>
                                      <p:to>
                                        <p:strVal val="visible"/>
                                      </p:to>
                                    </p:set>
                                    <p:anim calcmode="lin" valueType="num">
                                      <p:cBhvr additive="base">
                                        <p:cTn id="25" dur="500"/>
                                        <p:tgtEl>
                                          <p:spTgt spid="42"/>
                                        </p:tgtEl>
                                        <p:attrNameLst>
                                          <p:attrName>ppt_y</p:attrName>
                                        </p:attrNameLst>
                                      </p:cBhvr>
                                      <p:tavLst>
                                        <p:tav tm="0">
                                          <p:val>
                                            <p:strVal val="#ppt_y+#ppt_h*1.125000"/>
                                          </p:val>
                                        </p:tav>
                                        <p:tav tm="100000">
                                          <p:val>
                                            <p:strVal val="#ppt_y"/>
                                          </p:val>
                                        </p:tav>
                                      </p:tavLst>
                                    </p:anim>
                                    <p:animEffect transition="in" filter="wipe(up)">
                                      <p:cBhvr>
                                        <p:cTn id="26" dur="500"/>
                                        <p:tgtEl>
                                          <p:spTgt spid="42"/>
                                        </p:tgtEl>
                                      </p:cBhvr>
                                    </p:animEffect>
                                  </p:childTnLst>
                                </p:cTn>
                              </p:par>
                            </p:childTnLst>
                          </p:cTn>
                        </p:par>
                      </p:childTnLst>
                    </p:cTn>
                  </p:par>
                  <p:par>
                    <p:cTn id="27" fill="hold">
                      <p:stCondLst>
                        <p:cond delay="indefinite"/>
                      </p:stCondLst>
                      <p:childTnLst>
                        <p:par>
                          <p:cTn id="28" fill="hold">
                            <p:stCondLst>
                              <p:cond delay="0"/>
                            </p:stCondLst>
                            <p:childTnLst>
                              <p:par>
                                <p:cTn id="29" presetID="22" presetClass="entr" presetSubtype="8" fill="hold" nodeType="clickEffect">
                                  <p:stCondLst>
                                    <p:cond delay="0"/>
                                  </p:stCondLst>
                                  <p:childTnLst>
                                    <p:set>
                                      <p:cBhvr>
                                        <p:cTn id="30" dur="1" fill="hold">
                                          <p:stCondLst>
                                            <p:cond delay="0"/>
                                          </p:stCondLst>
                                        </p:cTn>
                                        <p:tgtEl>
                                          <p:spTgt spid="15"/>
                                        </p:tgtEl>
                                        <p:attrNameLst>
                                          <p:attrName>style.visibility</p:attrName>
                                        </p:attrNameLst>
                                      </p:cBhvr>
                                      <p:to>
                                        <p:strVal val="visible"/>
                                      </p:to>
                                    </p:set>
                                    <p:animEffect transition="in" filter="wipe(left)">
                                      <p:cBhvr>
                                        <p:cTn id="31" dur="1000"/>
                                        <p:tgtEl>
                                          <p:spTgt spid="15"/>
                                        </p:tgtEl>
                                      </p:cBhvr>
                                    </p:animEffect>
                                  </p:childTnLst>
                                </p:cTn>
                              </p:par>
                              <p:par>
                                <p:cTn id="32" presetID="22" presetClass="entr" presetSubtype="8" fill="hold" nodeType="withEffect">
                                  <p:stCondLst>
                                    <p:cond delay="0"/>
                                  </p:stCondLst>
                                  <p:childTnLst>
                                    <p:set>
                                      <p:cBhvr>
                                        <p:cTn id="33" dur="1" fill="hold">
                                          <p:stCondLst>
                                            <p:cond delay="0"/>
                                          </p:stCondLst>
                                        </p:cTn>
                                        <p:tgtEl>
                                          <p:spTgt spid="56"/>
                                        </p:tgtEl>
                                        <p:attrNameLst>
                                          <p:attrName>style.visibility</p:attrName>
                                        </p:attrNameLst>
                                      </p:cBhvr>
                                      <p:to>
                                        <p:strVal val="visible"/>
                                      </p:to>
                                    </p:set>
                                    <p:animEffect transition="in" filter="wipe(left)">
                                      <p:cBhvr>
                                        <p:cTn id="34" dur="1000"/>
                                        <p:tgtEl>
                                          <p:spTgt spid="56"/>
                                        </p:tgtEl>
                                      </p:cBhvr>
                                    </p:animEffect>
                                  </p:childTnLst>
                                </p:cTn>
                              </p:par>
                            </p:childTnLst>
                          </p:cTn>
                        </p:par>
                      </p:childTnLst>
                    </p:cTn>
                  </p:par>
                  <p:par>
                    <p:cTn id="35" fill="hold">
                      <p:stCondLst>
                        <p:cond delay="indefinite"/>
                      </p:stCondLst>
                      <p:childTnLst>
                        <p:par>
                          <p:cTn id="36" fill="hold">
                            <p:stCondLst>
                              <p:cond delay="0"/>
                            </p:stCondLst>
                            <p:childTnLst>
                              <p:par>
                                <p:cTn id="37" presetID="22" presetClass="entr" presetSubtype="8" fill="hold" nodeType="clickEffect">
                                  <p:stCondLst>
                                    <p:cond delay="0"/>
                                  </p:stCondLst>
                                  <p:childTnLst>
                                    <p:set>
                                      <p:cBhvr>
                                        <p:cTn id="38" dur="1" fill="hold">
                                          <p:stCondLst>
                                            <p:cond delay="0"/>
                                          </p:stCondLst>
                                        </p:cTn>
                                        <p:tgtEl>
                                          <p:spTgt spid="69"/>
                                        </p:tgtEl>
                                        <p:attrNameLst>
                                          <p:attrName>style.visibility</p:attrName>
                                        </p:attrNameLst>
                                      </p:cBhvr>
                                      <p:to>
                                        <p:strVal val="visible"/>
                                      </p:to>
                                    </p:set>
                                    <p:animEffect transition="in" filter="wipe(left)">
                                      <p:cBhvr>
                                        <p:cTn id="39" dur="1000"/>
                                        <p:tgtEl>
                                          <p:spTgt spid="69"/>
                                        </p:tgtEl>
                                      </p:cBhvr>
                                    </p:animEffect>
                                  </p:childTnLst>
                                </p:cTn>
                              </p:par>
                            </p:childTnLst>
                          </p:cTn>
                        </p:par>
                      </p:childTnLst>
                    </p:cTn>
                  </p:par>
                  <p:par>
                    <p:cTn id="40" fill="hold">
                      <p:stCondLst>
                        <p:cond delay="indefinite"/>
                      </p:stCondLst>
                      <p:childTnLst>
                        <p:par>
                          <p:cTn id="41" fill="hold">
                            <p:stCondLst>
                              <p:cond delay="0"/>
                            </p:stCondLst>
                            <p:childTnLst>
                              <p:par>
                                <p:cTn id="42" presetID="42" presetClass="entr" presetSubtype="0" fill="hold" nodeType="clickEffect">
                                  <p:stCondLst>
                                    <p:cond delay="0"/>
                                  </p:stCondLst>
                                  <p:childTnLst>
                                    <p:set>
                                      <p:cBhvr>
                                        <p:cTn id="43" dur="1" fill="hold">
                                          <p:stCondLst>
                                            <p:cond delay="0"/>
                                          </p:stCondLst>
                                        </p:cTn>
                                        <p:tgtEl>
                                          <p:spTgt spid="77"/>
                                        </p:tgtEl>
                                        <p:attrNameLst>
                                          <p:attrName>style.visibility</p:attrName>
                                        </p:attrNameLst>
                                      </p:cBhvr>
                                      <p:to>
                                        <p:strVal val="visible"/>
                                      </p:to>
                                    </p:set>
                                    <p:animEffect transition="in" filter="fade">
                                      <p:cBhvr>
                                        <p:cTn id="44" dur="1000"/>
                                        <p:tgtEl>
                                          <p:spTgt spid="77"/>
                                        </p:tgtEl>
                                      </p:cBhvr>
                                    </p:animEffect>
                                    <p:anim calcmode="lin" valueType="num">
                                      <p:cBhvr>
                                        <p:cTn id="45" dur="1000" fill="hold"/>
                                        <p:tgtEl>
                                          <p:spTgt spid="77"/>
                                        </p:tgtEl>
                                        <p:attrNameLst>
                                          <p:attrName>ppt_x</p:attrName>
                                        </p:attrNameLst>
                                      </p:cBhvr>
                                      <p:tavLst>
                                        <p:tav tm="0">
                                          <p:val>
                                            <p:strVal val="#ppt_x"/>
                                          </p:val>
                                        </p:tav>
                                        <p:tav tm="100000">
                                          <p:val>
                                            <p:strVal val="#ppt_x"/>
                                          </p:val>
                                        </p:tav>
                                      </p:tavLst>
                                    </p:anim>
                                    <p:anim calcmode="lin" valueType="num">
                                      <p:cBhvr>
                                        <p:cTn id="46" dur="1000" fill="hold"/>
                                        <p:tgtEl>
                                          <p:spTgt spid="77"/>
                                        </p:tgtEl>
                                        <p:attrNameLst>
                                          <p:attrName>ppt_y</p:attrName>
                                        </p:attrNameLst>
                                      </p:cBhvr>
                                      <p:tavLst>
                                        <p:tav tm="0">
                                          <p:val>
                                            <p:strVal val="#ppt_y+.1"/>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35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77" name="组合 76">
            <a:extLst>
              <a:ext uri="{FF2B5EF4-FFF2-40B4-BE49-F238E27FC236}">
                <a16:creationId xmlns:a16="http://schemas.microsoft.com/office/drawing/2014/main" id="{1C72E43E-CA64-4B5A-8DD5-CCFB06502DA1}"/>
              </a:ext>
            </a:extLst>
          </p:cNvPr>
          <p:cNvGrpSpPr/>
          <p:nvPr/>
        </p:nvGrpSpPr>
        <p:grpSpPr>
          <a:xfrm>
            <a:off x="665010" y="2844162"/>
            <a:ext cx="10169633" cy="551370"/>
            <a:chOff x="579492" y="2757436"/>
            <a:chExt cx="10169633" cy="551370"/>
          </a:xfrm>
        </p:grpSpPr>
        <p:cxnSp>
          <p:nvCxnSpPr>
            <p:cNvPr id="71" name="直接连接符 70">
              <a:extLst>
                <a:ext uri="{FF2B5EF4-FFF2-40B4-BE49-F238E27FC236}">
                  <a16:creationId xmlns:a16="http://schemas.microsoft.com/office/drawing/2014/main" id="{41B02B0E-CDA1-45A5-BB32-9E641102787D}"/>
                </a:ext>
              </a:extLst>
            </p:cNvPr>
            <p:cNvCxnSpPr>
              <a:cxnSpLocks/>
            </p:cNvCxnSpPr>
            <p:nvPr/>
          </p:nvCxnSpPr>
          <p:spPr>
            <a:xfrm>
              <a:off x="586071" y="2810483"/>
              <a:ext cx="0" cy="498323"/>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72" name="直接连接符 71">
              <a:extLst>
                <a:ext uri="{FF2B5EF4-FFF2-40B4-BE49-F238E27FC236}">
                  <a16:creationId xmlns:a16="http://schemas.microsoft.com/office/drawing/2014/main" id="{4644DF0A-18C8-468D-AB99-C803C9BE5943}"/>
                </a:ext>
              </a:extLst>
            </p:cNvPr>
            <p:cNvCxnSpPr>
              <a:cxnSpLocks/>
            </p:cNvCxnSpPr>
            <p:nvPr/>
          </p:nvCxnSpPr>
          <p:spPr>
            <a:xfrm>
              <a:off x="10749125" y="2757436"/>
              <a:ext cx="0" cy="533270"/>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73" name="直接箭头连接符 72">
              <a:extLst>
                <a:ext uri="{FF2B5EF4-FFF2-40B4-BE49-F238E27FC236}">
                  <a16:creationId xmlns:a16="http://schemas.microsoft.com/office/drawing/2014/main" id="{126CBC35-F361-4905-9F10-D77DF220447E}"/>
                </a:ext>
              </a:extLst>
            </p:cNvPr>
            <p:cNvCxnSpPr>
              <a:cxnSpLocks/>
            </p:cNvCxnSpPr>
            <p:nvPr/>
          </p:nvCxnSpPr>
          <p:spPr>
            <a:xfrm>
              <a:off x="579492" y="3091716"/>
              <a:ext cx="10167870" cy="0"/>
            </a:xfrm>
            <a:prstGeom prst="straightConnector1">
              <a:avLst/>
            </a:prstGeom>
            <a:ln w="12700">
              <a:solidFill>
                <a:schemeClr val="tx1"/>
              </a:solidFill>
              <a:headEnd type="triangle"/>
              <a:tailEnd type="triangle"/>
            </a:ln>
          </p:spPr>
          <p:style>
            <a:lnRef idx="1">
              <a:schemeClr val="accent1"/>
            </a:lnRef>
            <a:fillRef idx="0">
              <a:schemeClr val="accent1"/>
            </a:fillRef>
            <a:effectRef idx="0">
              <a:schemeClr val="accent1"/>
            </a:effectRef>
            <a:fontRef idx="minor">
              <a:schemeClr val="tx1"/>
            </a:fontRef>
          </p:style>
        </p:cxnSp>
        <p:sp>
          <p:nvSpPr>
            <p:cNvPr id="74" name="íşlïḍè">
              <a:extLst>
                <a:ext uri="{FF2B5EF4-FFF2-40B4-BE49-F238E27FC236}">
                  <a16:creationId xmlns:a16="http://schemas.microsoft.com/office/drawing/2014/main" id="{64258BB4-7741-4250-818A-DF4C222EBA17}"/>
                </a:ext>
              </a:extLst>
            </p:cNvPr>
            <p:cNvSpPr txBox="1"/>
            <p:nvPr/>
          </p:nvSpPr>
          <p:spPr>
            <a:xfrm>
              <a:off x="4304437" y="2893695"/>
              <a:ext cx="2714345" cy="369333"/>
            </a:xfrm>
            <a:prstGeom prst="rect">
              <a:avLst/>
            </a:prstGeom>
            <a:solidFill>
              <a:schemeClr val="bg1"/>
            </a:solidFill>
          </p:spPr>
          <p:txBody>
            <a:bodyPr wrap="square" lIns="91440" tIns="45720" rIns="91440" bIns="45720" anchor="ctr">
              <a:noAutofit/>
            </a:bodyPr>
            <a:lstStyle/>
            <a:p>
              <a:pPr algn="ctr"/>
              <a:r>
                <a:rPr lang="zh-CN" altLang="en-US" b="1" dirty="0">
                  <a:latin typeface="Arial Narrow" panose="020B0606020202030204" pitchFamily="34" charset="0"/>
                </a:rPr>
                <a:t>发送一帧所需的平均时间</a:t>
              </a:r>
            </a:p>
          </p:txBody>
        </p:sp>
      </p:grpSp>
      <p:grpSp>
        <p:nvGrpSpPr>
          <p:cNvPr id="42" name="组合 41">
            <a:extLst>
              <a:ext uri="{FF2B5EF4-FFF2-40B4-BE49-F238E27FC236}">
                <a16:creationId xmlns:a16="http://schemas.microsoft.com/office/drawing/2014/main" id="{87552E4E-F530-4090-A233-3EB6E8936EE4}"/>
              </a:ext>
            </a:extLst>
          </p:cNvPr>
          <p:cNvGrpSpPr/>
          <p:nvPr/>
        </p:nvGrpSpPr>
        <p:grpSpPr>
          <a:xfrm>
            <a:off x="670996" y="1568085"/>
            <a:ext cx="4262228" cy="498323"/>
            <a:chOff x="585478" y="1481359"/>
            <a:chExt cx="4262228" cy="498323"/>
          </a:xfrm>
        </p:grpSpPr>
        <p:cxnSp>
          <p:nvCxnSpPr>
            <p:cNvPr id="35" name="直接连接符 34">
              <a:extLst>
                <a:ext uri="{FF2B5EF4-FFF2-40B4-BE49-F238E27FC236}">
                  <a16:creationId xmlns:a16="http://schemas.microsoft.com/office/drawing/2014/main" id="{847981F0-F38F-409C-9285-1CD7D10E9E49}"/>
                </a:ext>
              </a:extLst>
            </p:cNvPr>
            <p:cNvCxnSpPr>
              <a:cxnSpLocks/>
            </p:cNvCxnSpPr>
            <p:nvPr/>
          </p:nvCxnSpPr>
          <p:spPr>
            <a:xfrm>
              <a:off x="585479" y="1481359"/>
              <a:ext cx="0" cy="498323"/>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6" name="直接连接符 35">
              <a:extLst>
                <a:ext uri="{FF2B5EF4-FFF2-40B4-BE49-F238E27FC236}">
                  <a16:creationId xmlns:a16="http://schemas.microsoft.com/office/drawing/2014/main" id="{3A689706-EAF7-4C59-AA72-9A9443DA9726}"/>
                </a:ext>
              </a:extLst>
            </p:cNvPr>
            <p:cNvCxnSpPr>
              <a:cxnSpLocks/>
            </p:cNvCxnSpPr>
            <p:nvPr/>
          </p:nvCxnSpPr>
          <p:spPr>
            <a:xfrm>
              <a:off x="4847706" y="1499459"/>
              <a:ext cx="0" cy="480223"/>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7" name="直接箭头连接符 36">
              <a:extLst>
                <a:ext uri="{FF2B5EF4-FFF2-40B4-BE49-F238E27FC236}">
                  <a16:creationId xmlns:a16="http://schemas.microsoft.com/office/drawing/2014/main" id="{BD40013D-05BA-479B-8223-A61B42EB5F49}"/>
                </a:ext>
              </a:extLst>
            </p:cNvPr>
            <p:cNvCxnSpPr>
              <a:cxnSpLocks/>
            </p:cNvCxnSpPr>
            <p:nvPr/>
          </p:nvCxnSpPr>
          <p:spPr>
            <a:xfrm>
              <a:off x="585478" y="1696810"/>
              <a:ext cx="4262227" cy="0"/>
            </a:xfrm>
            <a:prstGeom prst="straightConnector1">
              <a:avLst/>
            </a:prstGeom>
            <a:ln w="12700">
              <a:solidFill>
                <a:schemeClr val="tx1"/>
              </a:solidFill>
              <a:headEnd type="triangle"/>
              <a:tailEnd type="triangle"/>
            </a:ln>
          </p:spPr>
          <p:style>
            <a:lnRef idx="1">
              <a:schemeClr val="accent1"/>
            </a:lnRef>
            <a:fillRef idx="0">
              <a:schemeClr val="accent1"/>
            </a:fillRef>
            <a:effectRef idx="0">
              <a:schemeClr val="accent1"/>
            </a:effectRef>
            <a:fontRef idx="minor">
              <a:schemeClr val="tx1"/>
            </a:fontRef>
          </p:style>
        </p:cxnSp>
        <p:sp>
          <p:nvSpPr>
            <p:cNvPr id="40" name="íşlïḍè">
              <a:extLst>
                <a:ext uri="{FF2B5EF4-FFF2-40B4-BE49-F238E27FC236}">
                  <a16:creationId xmlns:a16="http://schemas.microsoft.com/office/drawing/2014/main" id="{B418C9FB-9DF4-4B6B-88C8-748D0BB5F003}"/>
                </a:ext>
              </a:extLst>
            </p:cNvPr>
            <p:cNvSpPr txBox="1"/>
            <p:nvPr/>
          </p:nvSpPr>
          <p:spPr>
            <a:xfrm>
              <a:off x="903188" y="1510260"/>
              <a:ext cx="3616184" cy="369333"/>
            </a:xfrm>
            <a:prstGeom prst="rect">
              <a:avLst/>
            </a:prstGeom>
            <a:solidFill>
              <a:schemeClr val="bg1"/>
            </a:solidFill>
          </p:spPr>
          <p:txBody>
            <a:bodyPr wrap="square" lIns="91440" tIns="45720" rIns="91440" bIns="45720" anchor="ctr">
              <a:noAutofit/>
            </a:bodyPr>
            <a:lstStyle/>
            <a:p>
              <a:pPr algn="ctr"/>
              <a:r>
                <a:rPr lang="zh-CN" altLang="en-US" b="1" dirty="0">
                  <a:solidFill>
                    <a:schemeClr val="accent1">
                      <a:lumMod val="75000"/>
                    </a:schemeClr>
                  </a:solidFill>
                  <a:latin typeface="Arial Narrow" panose="020B0606020202030204" pitchFamily="34" charset="0"/>
                </a:rPr>
                <a:t>可能发生多次碰撞，进行多次退避</a:t>
              </a:r>
            </a:p>
          </p:txBody>
        </p:sp>
      </p:grpSp>
      <p:grpSp>
        <p:nvGrpSpPr>
          <p:cNvPr id="4" name="组合 3">
            <a:extLst>
              <a:ext uri="{FF2B5EF4-FFF2-40B4-BE49-F238E27FC236}">
                <a16:creationId xmlns:a16="http://schemas.microsoft.com/office/drawing/2014/main" id="{9A1EA9F2-FCB6-48C3-935F-7AE7E3AD14AC}"/>
              </a:ext>
            </a:extLst>
          </p:cNvPr>
          <p:cNvGrpSpPr/>
          <p:nvPr/>
        </p:nvGrpSpPr>
        <p:grpSpPr>
          <a:xfrm>
            <a:off x="304800" y="749300"/>
            <a:ext cx="6271280" cy="400110"/>
            <a:chOff x="424117" y="898245"/>
            <a:chExt cx="6271280" cy="400110"/>
          </a:xfrm>
        </p:grpSpPr>
        <p:sp>
          <p:nvSpPr>
            <p:cNvPr id="2" name="平行四边形 1">
              <a:extLst>
                <a:ext uri="{FF2B5EF4-FFF2-40B4-BE49-F238E27FC236}">
                  <a16:creationId xmlns:a16="http://schemas.microsoft.com/office/drawing/2014/main" id="{1F5BAA3F-9845-4F89-A2DD-8222D3E4EDAC}"/>
                </a:ext>
              </a:extLst>
            </p:cNvPr>
            <p:cNvSpPr/>
            <p:nvPr/>
          </p:nvSpPr>
          <p:spPr>
            <a:xfrm>
              <a:off x="424117" y="898245"/>
              <a:ext cx="675384" cy="387090"/>
            </a:xfrm>
            <a:prstGeom prst="parallelogram">
              <a:avLst/>
            </a:prstGeom>
            <a:solidFill>
              <a:schemeClr val="accent3">
                <a:lumMod val="75000"/>
              </a:schemeClr>
            </a:solidFill>
            <a:ln>
              <a:solidFill>
                <a:schemeClr val="accent3">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CN" sz="2200" dirty="0">
                  <a:latin typeface="Impact" panose="020B0806030902050204" pitchFamily="34" charset="0"/>
                </a:rPr>
                <a:t>05</a:t>
              </a:r>
              <a:endParaRPr lang="zh-CN" altLang="en-US" sz="2200" dirty="0">
                <a:latin typeface="Impact" panose="020B0806030902050204" pitchFamily="34" charset="0"/>
              </a:endParaRPr>
            </a:p>
          </p:txBody>
        </p:sp>
        <p:sp>
          <p:nvSpPr>
            <p:cNvPr id="3" name="文本框 2">
              <a:extLst>
                <a:ext uri="{FF2B5EF4-FFF2-40B4-BE49-F238E27FC236}">
                  <a16:creationId xmlns:a16="http://schemas.microsoft.com/office/drawing/2014/main" id="{4D6BD736-A4D3-4F26-AFED-36E11F50F70B}"/>
                </a:ext>
              </a:extLst>
            </p:cNvPr>
            <p:cNvSpPr txBox="1"/>
            <p:nvPr/>
          </p:nvSpPr>
          <p:spPr>
            <a:xfrm>
              <a:off x="1131359" y="898245"/>
              <a:ext cx="5564038" cy="400110"/>
            </a:xfrm>
            <a:prstGeom prst="rect">
              <a:avLst/>
            </a:prstGeom>
            <a:noFill/>
          </p:spPr>
          <p:txBody>
            <a:bodyPr wrap="square" rtlCol="0">
              <a:spAutoFit/>
            </a:bodyPr>
            <a:lstStyle/>
            <a:p>
              <a:r>
                <a:rPr lang="zh-CN" altLang="en-US" sz="2000" b="1" dirty="0"/>
                <a:t>共享式以太网的信道利用率</a:t>
              </a:r>
              <a:endParaRPr lang="en-US" altLang="zh-CN" sz="2000" b="1" dirty="0"/>
            </a:p>
          </p:txBody>
        </p:sp>
      </p:grpSp>
      <p:grpSp>
        <p:nvGrpSpPr>
          <p:cNvPr id="14" name="组合 13">
            <a:extLst>
              <a:ext uri="{FF2B5EF4-FFF2-40B4-BE49-F238E27FC236}">
                <a16:creationId xmlns:a16="http://schemas.microsoft.com/office/drawing/2014/main" id="{F9953100-85E8-4BF0-BEF7-01579F61E557}"/>
              </a:ext>
            </a:extLst>
          </p:cNvPr>
          <p:cNvGrpSpPr/>
          <p:nvPr/>
        </p:nvGrpSpPr>
        <p:grpSpPr>
          <a:xfrm>
            <a:off x="657840" y="1987419"/>
            <a:ext cx="10887282" cy="434647"/>
            <a:chOff x="572322" y="1900693"/>
            <a:chExt cx="10887282" cy="434647"/>
          </a:xfrm>
        </p:grpSpPr>
        <p:cxnSp>
          <p:nvCxnSpPr>
            <p:cNvPr id="6" name="直接箭头连接符 5">
              <a:extLst>
                <a:ext uri="{FF2B5EF4-FFF2-40B4-BE49-F238E27FC236}">
                  <a16:creationId xmlns:a16="http://schemas.microsoft.com/office/drawing/2014/main" id="{98692E35-4DE0-47E9-AB7F-CD8AC7737FDB}"/>
                </a:ext>
              </a:extLst>
            </p:cNvPr>
            <p:cNvCxnSpPr>
              <a:cxnSpLocks/>
            </p:cNvCxnSpPr>
            <p:nvPr/>
          </p:nvCxnSpPr>
          <p:spPr>
            <a:xfrm>
              <a:off x="572322" y="2335340"/>
              <a:ext cx="10847811" cy="0"/>
            </a:xfrm>
            <a:prstGeom prst="straightConnector1">
              <a:avLst/>
            </a:prstGeom>
            <a:ln w="38100">
              <a:solidFill>
                <a:schemeClr val="tx1"/>
              </a:solidFill>
              <a:tailEnd type="triangle"/>
            </a:ln>
          </p:spPr>
          <p:style>
            <a:lnRef idx="1">
              <a:schemeClr val="accent1"/>
            </a:lnRef>
            <a:fillRef idx="0">
              <a:schemeClr val="accent1"/>
            </a:fillRef>
            <a:effectRef idx="0">
              <a:schemeClr val="accent1"/>
            </a:effectRef>
            <a:fontRef idx="minor">
              <a:schemeClr val="tx1"/>
            </a:fontRef>
          </p:style>
        </p:cxnSp>
        <mc:AlternateContent xmlns:mc="http://schemas.openxmlformats.org/markup-compatibility/2006" xmlns:a14="http://schemas.microsoft.com/office/drawing/2010/main">
          <mc:Choice Requires="a14">
            <p:sp>
              <p:nvSpPr>
                <p:cNvPr id="10" name="文本框 9">
                  <a:extLst>
                    <a:ext uri="{FF2B5EF4-FFF2-40B4-BE49-F238E27FC236}">
                      <a16:creationId xmlns:a16="http://schemas.microsoft.com/office/drawing/2014/main" id="{F3C0D49D-019F-49AB-ABDB-B6E9676AB5DB}"/>
                    </a:ext>
                  </a:extLst>
                </p:cNvPr>
                <p:cNvSpPr txBox="1"/>
                <p:nvPr/>
              </p:nvSpPr>
              <p:spPr>
                <a:xfrm>
                  <a:off x="11142195" y="1900693"/>
                  <a:ext cx="317409" cy="369332"/>
                </a:xfrm>
                <a:prstGeom prst="rect">
                  <a:avLst/>
                </a:prstGeom>
                <a:noFill/>
              </p:spPr>
              <p:txBody>
                <a:bodyPr wrap="square">
                  <a:spAutoFit/>
                </a:bodyPr>
                <a:lstStyle/>
                <a:p>
                  <a:pPr/>
                  <a14:m>
                    <m:oMathPara xmlns:m="http://schemas.openxmlformats.org/officeDocument/2006/math">
                      <m:oMathParaPr>
                        <m:jc m:val="centerGroup"/>
                      </m:oMathParaPr>
                      <m:oMath xmlns:m="http://schemas.openxmlformats.org/officeDocument/2006/math">
                        <m:r>
                          <a:rPr lang="en-US" altLang="zh-CN" sz="1800" b="1" i="1" dirty="0" smtClean="0">
                            <a:solidFill>
                              <a:schemeClr val="tx1"/>
                            </a:solidFill>
                            <a:latin typeface="Cambria Math" panose="02040503050406030204" pitchFamily="18" charset="0"/>
                            <a:ea typeface="Cambria Math" panose="02040503050406030204" pitchFamily="18" charset="0"/>
                          </a:rPr>
                          <m:t>𝒕</m:t>
                        </m:r>
                      </m:oMath>
                    </m:oMathPara>
                  </a14:m>
                  <a:endParaRPr lang="zh-CN" altLang="en-US" dirty="0"/>
                </a:p>
              </p:txBody>
            </p:sp>
          </mc:Choice>
          <mc:Fallback xmlns="">
            <p:sp>
              <p:nvSpPr>
                <p:cNvPr id="10" name="文本框 9">
                  <a:extLst>
                    <a:ext uri="{FF2B5EF4-FFF2-40B4-BE49-F238E27FC236}">
                      <a16:creationId xmlns:a16="http://schemas.microsoft.com/office/drawing/2014/main" id="{F3C0D49D-019F-49AB-ABDB-B6E9676AB5DB}"/>
                    </a:ext>
                  </a:extLst>
                </p:cNvPr>
                <p:cNvSpPr txBox="1">
                  <a:spLocks noRot="1" noChangeAspect="1" noMove="1" noResize="1" noEditPoints="1" noAdjustHandles="1" noChangeArrowheads="1" noChangeShapeType="1" noTextEdit="1"/>
                </p:cNvSpPr>
                <p:nvPr/>
              </p:nvSpPr>
              <p:spPr>
                <a:xfrm>
                  <a:off x="11142195" y="1900693"/>
                  <a:ext cx="317409" cy="369332"/>
                </a:xfrm>
                <a:prstGeom prst="rect">
                  <a:avLst/>
                </a:prstGeom>
                <a:blipFill>
                  <a:blip r:embed="rId3"/>
                  <a:stretch>
                    <a:fillRect/>
                  </a:stretch>
                </a:blipFill>
              </p:spPr>
              <p:txBody>
                <a:bodyPr/>
                <a:lstStyle/>
                <a:p>
                  <a:r>
                    <a:rPr lang="zh-CN" altLang="en-US">
                      <a:noFill/>
                    </a:rPr>
                    <a:t> </a:t>
                  </a:r>
                </a:p>
              </p:txBody>
            </p:sp>
          </mc:Fallback>
        </mc:AlternateContent>
      </p:grpSp>
      <p:graphicFrame>
        <p:nvGraphicFramePr>
          <p:cNvPr id="13" name="表格 13">
            <a:extLst>
              <a:ext uri="{FF2B5EF4-FFF2-40B4-BE49-F238E27FC236}">
                <a16:creationId xmlns:a16="http://schemas.microsoft.com/office/drawing/2014/main" id="{CD172999-CE6B-4B21-81F5-18DFDB83A63A}"/>
              </a:ext>
            </a:extLst>
          </p:cNvPr>
          <p:cNvGraphicFramePr>
            <a:graphicFrameLocks noGrp="1"/>
          </p:cNvGraphicFramePr>
          <p:nvPr/>
        </p:nvGraphicFramePr>
        <p:xfrm>
          <a:off x="670996" y="2038206"/>
          <a:ext cx="4262227" cy="370840"/>
        </p:xfrm>
        <a:graphic>
          <a:graphicData uri="http://schemas.openxmlformats.org/drawingml/2006/table">
            <a:tbl>
              <a:tblPr firstRow="1" bandRow="1">
                <a:tableStyleId>{5C22544A-7EE6-4342-B048-85BDC9FD1C3A}</a:tableStyleId>
              </a:tblPr>
              <a:tblGrid>
                <a:gridCol w="1078862">
                  <a:extLst>
                    <a:ext uri="{9D8B030D-6E8A-4147-A177-3AD203B41FA5}">
                      <a16:colId xmlns:a16="http://schemas.microsoft.com/office/drawing/2014/main" val="868953040"/>
                    </a:ext>
                  </a:extLst>
                </a:gridCol>
                <a:gridCol w="2111672">
                  <a:extLst>
                    <a:ext uri="{9D8B030D-6E8A-4147-A177-3AD203B41FA5}">
                      <a16:colId xmlns:a16="http://schemas.microsoft.com/office/drawing/2014/main" val="2694557290"/>
                    </a:ext>
                  </a:extLst>
                </a:gridCol>
                <a:gridCol w="1071693">
                  <a:extLst>
                    <a:ext uri="{9D8B030D-6E8A-4147-A177-3AD203B41FA5}">
                      <a16:colId xmlns:a16="http://schemas.microsoft.com/office/drawing/2014/main" val="732932112"/>
                    </a:ext>
                  </a:extLst>
                </a:gridCol>
              </a:tblGrid>
              <a:tr h="370840">
                <a:tc>
                  <a:txBody>
                    <a:bodyPr/>
                    <a:lstStyle/>
                    <a:p>
                      <a:pPr algn="ctr"/>
                      <a:r>
                        <a:rPr lang="zh-CN" altLang="en-US" dirty="0">
                          <a:solidFill>
                            <a:schemeClr val="bg1"/>
                          </a:solidFill>
                        </a:rPr>
                        <a:t>争用期</a:t>
                      </a: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ctr"/>
                      <a:r>
                        <a:rPr lang="en-US" altLang="zh-CN" dirty="0">
                          <a:solidFill>
                            <a:schemeClr val="bg1"/>
                          </a:solidFill>
                          <a:latin typeface="宋体" panose="02010600030101010101" pitchFamily="2" charset="-122"/>
                          <a:ea typeface="宋体" panose="02010600030101010101" pitchFamily="2" charset="-122"/>
                        </a:rPr>
                        <a:t>…</a:t>
                      </a:r>
                      <a:endParaRPr lang="zh-CN" altLang="en-US" dirty="0">
                        <a:solidFill>
                          <a:schemeClr val="bg1"/>
                        </a:solidFill>
                        <a:latin typeface="宋体" panose="02010600030101010101" pitchFamily="2" charset="-122"/>
                        <a:ea typeface="宋体" panose="02010600030101010101" pitchFamily="2" charset="-122"/>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ctr"/>
                      <a:r>
                        <a:rPr lang="zh-CN" altLang="en-US" dirty="0">
                          <a:solidFill>
                            <a:schemeClr val="bg1"/>
                          </a:solidFill>
                        </a:rPr>
                        <a:t>争用期</a:t>
                      </a: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866521569"/>
                  </a:ext>
                </a:extLst>
              </a:tr>
            </a:tbl>
          </a:graphicData>
        </a:graphic>
      </p:graphicFrame>
      <p:graphicFrame>
        <p:nvGraphicFramePr>
          <p:cNvPr id="15" name="表格 15">
            <a:extLst>
              <a:ext uri="{FF2B5EF4-FFF2-40B4-BE49-F238E27FC236}">
                <a16:creationId xmlns:a16="http://schemas.microsoft.com/office/drawing/2014/main" id="{C9279FFC-2097-498D-BF42-1181C629B67E}"/>
              </a:ext>
            </a:extLst>
          </p:cNvPr>
          <p:cNvGraphicFramePr>
            <a:graphicFrameLocks noGrp="1"/>
          </p:cNvGraphicFramePr>
          <p:nvPr/>
        </p:nvGraphicFramePr>
        <p:xfrm>
          <a:off x="4940394" y="2038206"/>
          <a:ext cx="5262730" cy="365760"/>
        </p:xfrm>
        <a:graphic>
          <a:graphicData uri="http://schemas.openxmlformats.org/drawingml/2006/table">
            <a:tbl>
              <a:tblPr firstRow="1" bandRow="1">
                <a:tableStyleId>{5C22544A-7EE6-4342-B048-85BDC9FD1C3A}</a:tableStyleId>
              </a:tblPr>
              <a:tblGrid>
                <a:gridCol w="5262730">
                  <a:extLst>
                    <a:ext uri="{9D8B030D-6E8A-4147-A177-3AD203B41FA5}">
                      <a16:colId xmlns:a16="http://schemas.microsoft.com/office/drawing/2014/main" val="2695213667"/>
                    </a:ext>
                  </a:extLst>
                </a:gridCol>
              </a:tblGrid>
              <a:tr h="339794">
                <a:tc>
                  <a:txBody>
                    <a:bodyPr/>
                    <a:lstStyle/>
                    <a:p>
                      <a:pPr algn="ctr"/>
                      <a:r>
                        <a:rPr lang="zh-CN" altLang="en-US" dirty="0">
                          <a:solidFill>
                            <a:schemeClr val="bg1"/>
                          </a:solidFill>
                        </a:rPr>
                        <a:t>成功发送一个帧</a:t>
                      </a: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accent4"/>
                    </a:solidFill>
                  </a:tcPr>
                </a:tc>
                <a:extLst>
                  <a:ext uri="{0D108BD9-81ED-4DB2-BD59-A6C34878D82A}">
                    <a16:rowId xmlns:a16="http://schemas.microsoft.com/office/drawing/2014/main" val="1014525258"/>
                  </a:ext>
                </a:extLst>
              </a:tr>
            </a:tbl>
          </a:graphicData>
        </a:graphic>
      </p:graphicFrame>
      <p:grpSp>
        <p:nvGrpSpPr>
          <p:cNvPr id="43" name="组合 42">
            <a:extLst>
              <a:ext uri="{FF2B5EF4-FFF2-40B4-BE49-F238E27FC236}">
                <a16:creationId xmlns:a16="http://schemas.microsoft.com/office/drawing/2014/main" id="{35217956-0C68-48E2-8514-9375EBC00F63}"/>
              </a:ext>
            </a:extLst>
          </p:cNvPr>
          <p:cNvGrpSpPr/>
          <p:nvPr/>
        </p:nvGrpSpPr>
        <p:grpSpPr>
          <a:xfrm>
            <a:off x="670996" y="2403966"/>
            <a:ext cx="4262228" cy="498323"/>
            <a:chOff x="585478" y="2317240"/>
            <a:chExt cx="4262228" cy="498323"/>
          </a:xfrm>
        </p:grpSpPr>
        <p:grpSp>
          <p:nvGrpSpPr>
            <p:cNvPr id="28" name="组合 27">
              <a:extLst>
                <a:ext uri="{FF2B5EF4-FFF2-40B4-BE49-F238E27FC236}">
                  <a16:creationId xmlns:a16="http://schemas.microsoft.com/office/drawing/2014/main" id="{09266C01-17C7-4975-9847-9D39BCC3B40F}"/>
                </a:ext>
              </a:extLst>
            </p:cNvPr>
            <p:cNvGrpSpPr/>
            <p:nvPr/>
          </p:nvGrpSpPr>
          <p:grpSpPr>
            <a:xfrm>
              <a:off x="585478" y="2317240"/>
              <a:ext cx="1073379" cy="498323"/>
              <a:chOff x="585478" y="2317240"/>
              <a:chExt cx="1073379" cy="498323"/>
            </a:xfrm>
          </p:grpSpPr>
          <p:cxnSp>
            <p:nvCxnSpPr>
              <p:cNvPr id="17" name="直接连接符 16">
                <a:extLst>
                  <a:ext uri="{FF2B5EF4-FFF2-40B4-BE49-F238E27FC236}">
                    <a16:creationId xmlns:a16="http://schemas.microsoft.com/office/drawing/2014/main" id="{5DCB9D4F-B7D1-4C16-954E-9DBD6557C7F2}"/>
                  </a:ext>
                </a:extLst>
              </p:cNvPr>
              <p:cNvCxnSpPr>
                <a:cxnSpLocks/>
              </p:cNvCxnSpPr>
              <p:nvPr/>
            </p:nvCxnSpPr>
            <p:spPr>
              <a:xfrm>
                <a:off x="585479" y="2317240"/>
                <a:ext cx="0" cy="498323"/>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9" name="直接连接符 18">
                <a:extLst>
                  <a:ext uri="{FF2B5EF4-FFF2-40B4-BE49-F238E27FC236}">
                    <a16:creationId xmlns:a16="http://schemas.microsoft.com/office/drawing/2014/main" id="{F4013236-D473-40B3-878F-6F48C43639ED}"/>
                  </a:ext>
                </a:extLst>
              </p:cNvPr>
              <p:cNvCxnSpPr>
                <a:cxnSpLocks/>
              </p:cNvCxnSpPr>
              <p:nvPr/>
            </p:nvCxnSpPr>
            <p:spPr>
              <a:xfrm>
                <a:off x="1658857" y="2335340"/>
                <a:ext cx="0" cy="480223"/>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1" name="直接箭头连接符 20">
                <a:extLst>
                  <a:ext uri="{FF2B5EF4-FFF2-40B4-BE49-F238E27FC236}">
                    <a16:creationId xmlns:a16="http://schemas.microsoft.com/office/drawing/2014/main" id="{13CCC275-5E7A-4753-819C-28031BC5DB5E}"/>
                  </a:ext>
                </a:extLst>
              </p:cNvPr>
              <p:cNvCxnSpPr>
                <a:cxnSpLocks/>
              </p:cNvCxnSpPr>
              <p:nvPr/>
            </p:nvCxnSpPr>
            <p:spPr>
              <a:xfrm>
                <a:off x="585478" y="2591894"/>
                <a:ext cx="1073379" cy="0"/>
              </a:xfrm>
              <a:prstGeom prst="straightConnector1">
                <a:avLst/>
              </a:prstGeom>
              <a:ln w="12700">
                <a:solidFill>
                  <a:schemeClr val="tx1"/>
                </a:solidFill>
                <a:headEnd type="triangle"/>
                <a:tailEnd type="triangle"/>
              </a:ln>
            </p:spPr>
            <p:style>
              <a:lnRef idx="1">
                <a:schemeClr val="accent1"/>
              </a:lnRef>
              <a:fillRef idx="0">
                <a:schemeClr val="accent1"/>
              </a:fillRef>
              <a:effectRef idx="0">
                <a:schemeClr val="accent1"/>
              </a:effectRef>
              <a:fontRef idx="minor">
                <a:schemeClr val="tx1"/>
              </a:fontRef>
            </p:style>
          </p:cxnSp>
          <mc:AlternateContent xmlns:mc="http://schemas.openxmlformats.org/markup-compatibility/2006" xmlns:a14="http://schemas.microsoft.com/office/drawing/2010/main">
            <mc:Choice Requires="a14">
              <p:sp>
                <p:nvSpPr>
                  <p:cNvPr id="23" name="文本框 22">
                    <a:extLst>
                      <a:ext uri="{FF2B5EF4-FFF2-40B4-BE49-F238E27FC236}">
                        <a16:creationId xmlns:a16="http://schemas.microsoft.com/office/drawing/2014/main" id="{619F1B1C-1D68-41A6-BD22-76303AD6E639}"/>
                      </a:ext>
                    </a:extLst>
                  </p:cNvPr>
                  <p:cNvSpPr txBox="1"/>
                  <p:nvPr/>
                </p:nvSpPr>
                <p:spPr>
                  <a:xfrm>
                    <a:off x="910836" y="2388105"/>
                    <a:ext cx="409505" cy="369332"/>
                  </a:xfrm>
                  <a:prstGeom prst="rect">
                    <a:avLst/>
                  </a:prstGeom>
                  <a:solidFill>
                    <a:schemeClr val="bg1"/>
                  </a:solidFill>
                </p:spPr>
                <p:txBody>
                  <a:bodyPr wrap="square">
                    <a:spAutoFit/>
                  </a:bodyPr>
                  <a:lstStyle/>
                  <a:p>
                    <a:pPr/>
                    <a14:m>
                      <m:oMathPara xmlns:m="http://schemas.openxmlformats.org/officeDocument/2006/math">
                        <m:oMathParaPr>
                          <m:jc m:val="centerGroup"/>
                        </m:oMathParaPr>
                        <m:oMath xmlns:m="http://schemas.openxmlformats.org/officeDocument/2006/math">
                          <m:r>
                            <a:rPr lang="en-US" altLang="zh-CN" sz="1800" b="1" i="1" dirty="0" smtClean="0">
                              <a:solidFill>
                                <a:schemeClr val="tx1"/>
                              </a:solidFill>
                              <a:latin typeface="Cambria Math" panose="02040503050406030204" pitchFamily="18" charset="0"/>
                            </a:rPr>
                            <m:t>𝟐</m:t>
                          </m:r>
                          <m:r>
                            <a:rPr lang="el-GR" altLang="zh-CN" sz="1800" b="1" i="1" dirty="0" smtClean="0">
                              <a:solidFill>
                                <a:schemeClr val="tx1"/>
                              </a:solidFill>
                              <a:latin typeface="Cambria Math" panose="02040503050406030204" pitchFamily="18" charset="0"/>
                            </a:rPr>
                            <m:t>𝝉</m:t>
                          </m:r>
                        </m:oMath>
                      </m:oMathPara>
                    </a14:m>
                    <a:endParaRPr lang="zh-CN" altLang="en-US" dirty="0"/>
                  </a:p>
                </p:txBody>
              </p:sp>
            </mc:Choice>
            <mc:Fallback xmlns="">
              <p:sp>
                <p:nvSpPr>
                  <p:cNvPr id="23" name="文本框 22">
                    <a:extLst>
                      <a:ext uri="{FF2B5EF4-FFF2-40B4-BE49-F238E27FC236}">
                        <a16:creationId xmlns:a16="http://schemas.microsoft.com/office/drawing/2014/main" id="{619F1B1C-1D68-41A6-BD22-76303AD6E639}"/>
                      </a:ext>
                    </a:extLst>
                  </p:cNvPr>
                  <p:cNvSpPr txBox="1">
                    <a:spLocks noRot="1" noChangeAspect="1" noMove="1" noResize="1" noEditPoints="1" noAdjustHandles="1" noChangeArrowheads="1" noChangeShapeType="1" noTextEdit="1"/>
                  </p:cNvSpPr>
                  <p:nvPr/>
                </p:nvSpPr>
                <p:spPr>
                  <a:xfrm>
                    <a:off x="910836" y="2388105"/>
                    <a:ext cx="409505" cy="369332"/>
                  </a:xfrm>
                  <a:prstGeom prst="rect">
                    <a:avLst/>
                  </a:prstGeom>
                  <a:blipFill>
                    <a:blip r:embed="rId4"/>
                    <a:stretch>
                      <a:fillRect/>
                    </a:stretch>
                  </a:blipFill>
                </p:spPr>
                <p:txBody>
                  <a:bodyPr/>
                  <a:lstStyle/>
                  <a:p>
                    <a:r>
                      <a:rPr lang="zh-CN" altLang="en-US">
                        <a:noFill/>
                      </a:rPr>
                      <a:t> </a:t>
                    </a:r>
                  </a:p>
                </p:txBody>
              </p:sp>
            </mc:Fallback>
          </mc:AlternateContent>
        </p:grpSp>
        <p:grpSp>
          <p:nvGrpSpPr>
            <p:cNvPr id="41" name="组合 40">
              <a:extLst>
                <a:ext uri="{FF2B5EF4-FFF2-40B4-BE49-F238E27FC236}">
                  <a16:creationId xmlns:a16="http://schemas.microsoft.com/office/drawing/2014/main" id="{9B31133E-665E-41D1-8E4C-F8423733C83C}"/>
                </a:ext>
              </a:extLst>
            </p:cNvPr>
            <p:cNvGrpSpPr/>
            <p:nvPr/>
          </p:nvGrpSpPr>
          <p:grpSpPr>
            <a:xfrm>
              <a:off x="3774327" y="2317240"/>
              <a:ext cx="1073379" cy="498323"/>
              <a:chOff x="3774327" y="2317240"/>
              <a:chExt cx="1073379" cy="498323"/>
            </a:xfrm>
          </p:grpSpPr>
          <p:cxnSp>
            <p:nvCxnSpPr>
              <p:cNvPr id="30" name="直接连接符 29">
                <a:extLst>
                  <a:ext uri="{FF2B5EF4-FFF2-40B4-BE49-F238E27FC236}">
                    <a16:creationId xmlns:a16="http://schemas.microsoft.com/office/drawing/2014/main" id="{5ACBB51F-219C-4E81-B400-40B4FDE982B9}"/>
                  </a:ext>
                </a:extLst>
              </p:cNvPr>
              <p:cNvCxnSpPr>
                <a:cxnSpLocks/>
              </p:cNvCxnSpPr>
              <p:nvPr/>
            </p:nvCxnSpPr>
            <p:spPr>
              <a:xfrm>
                <a:off x="3774328" y="2317240"/>
                <a:ext cx="0" cy="498323"/>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1" name="直接连接符 30">
                <a:extLst>
                  <a:ext uri="{FF2B5EF4-FFF2-40B4-BE49-F238E27FC236}">
                    <a16:creationId xmlns:a16="http://schemas.microsoft.com/office/drawing/2014/main" id="{5265C426-578B-4182-87CF-E1B74F21B84A}"/>
                  </a:ext>
                </a:extLst>
              </p:cNvPr>
              <p:cNvCxnSpPr>
                <a:cxnSpLocks/>
              </p:cNvCxnSpPr>
              <p:nvPr/>
            </p:nvCxnSpPr>
            <p:spPr>
              <a:xfrm>
                <a:off x="4847706" y="2335340"/>
                <a:ext cx="0" cy="480223"/>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2" name="直接箭头连接符 31">
                <a:extLst>
                  <a:ext uri="{FF2B5EF4-FFF2-40B4-BE49-F238E27FC236}">
                    <a16:creationId xmlns:a16="http://schemas.microsoft.com/office/drawing/2014/main" id="{F6559A70-A776-4E43-BEFC-4D33ED5CAC03}"/>
                  </a:ext>
                </a:extLst>
              </p:cNvPr>
              <p:cNvCxnSpPr>
                <a:cxnSpLocks/>
              </p:cNvCxnSpPr>
              <p:nvPr/>
            </p:nvCxnSpPr>
            <p:spPr>
              <a:xfrm>
                <a:off x="3774327" y="2591894"/>
                <a:ext cx="1073379" cy="0"/>
              </a:xfrm>
              <a:prstGeom prst="straightConnector1">
                <a:avLst/>
              </a:prstGeom>
              <a:ln w="12700">
                <a:solidFill>
                  <a:schemeClr val="tx1"/>
                </a:solidFill>
                <a:headEnd type="triangle"/>
                <a:tailEnd type="triangle"/>
              </a:ln>
            </p:spPr>
            <p:style>
              <a:lnRef idx="1">
                <a:schemeClr val="accent1"/>
              </a:lnRef>
              <a:fillRef idx="0">
                <a:schemeClr val="accent1"/>
              </a:fillRef>
              <a:effectRef idx="0">
                <a:schemeClr val="accent1"/>
              </a:effectRef>
              <a:fontRef idx="minor">
                <a:schemeClr val="tx1"/>
              </a:fontRef>
            </p:style>
          </p:cxnSp>
          <mc:AlternateContent xmlns:mc="http://schemas.openxmlformats.org/markup-compatibility/2006" xmlns:a14="http://schemas.microsoft.com/office/drawing/2010/main">
            <mc:Choice Requires="a14">
              <p:sp>
                <p:nvSpPr>
                  <p:cNvPr id="33" name="文本框 32">
                    <a:extLst>
                      <a:ext uri="{FF2B5EF4-FFF2-40B4-BE49-F238E27FC236}">
                        <a16:creationId xmlns:a16="http://schemas.microsoft.com/office/drawing/2014/main" id="{5A7A85BC-A00C-4043-95BC-3F30541339A1}"/>
                      </a:ext>
                    </a:extLst>
                  </p:cNvPr>
                  <p:cNvSpPr txBox="1"/>
                  <p:nvPr/>
                </p:nvSpPr>
                <p:spPr>
                  <a:xfrm>
                    <a:off x="4099685" y="2388105"/>
                    <a:ext cx="409505" cy="369332"/>
                  </a:xfrm>
                  <a:prstGeom prst="rect">
                    <a:avLst/>
                  </a:prstGeom>
                  <a:solidFill>
                    <a:schemeClr val="bg1"/>
                  </a:solidFill>
                </p:spPr>
                <p:txBody>
                  <a:bodyPr wrap="square">
                    <a:spAutoFit/>
                  </a:bodyPr>
                  <a:lstStyle/>
                  <a:p>
                    <a:pPr/>
                    <a14:m>
                      <m:oMathPara xmlns:m="http://schemas.openxmlformats.org/officeDocument/2006/math">
                        <m:oMathParaPr>
                          <m:jc m:val="centerGroup"/>
                        </m:oMathParaPr>
                        <m:oMath xmlns:m="http://schemas.openxmlformats.org/officeDocument/2006/math">
                          <m:r>
                            <a:rPr lang="en-US" altLang="zh-CN" sz="1800" b="1" i="1" dirty="0" smtClean="0">
                              <a:solidFill>
                                <a:schemeClr val="tx1"/>
                              </a:solidFill>
                              <a:latin typeface="Cambria Math" panose="02040503050406030204" pitchFamily="18" charset="0"/>
                            </a:rPr>
                            <m:t>𝟐</m:t>
                          </m:r>
                          <m:r>
                            <a:rPr lang="el-GR" altLang="zh-CN" sz="1800" b="1" i="1" dirty="0" smtClean="0">
                              <a:solidFill>
                                <a:schemeClr val="tx1"/>
                              </a:solidFill>
                              <a:latin typeface="Cambria Math" panose="02040503050406030204" pitchFamily="18" charset="0"/>
                            </a:rPr>
                            <m:t>𝝉</m:t>
                          </m:r>
                        </m:oMath>
                      </m:oMathPara>
                    </a14:m>
                    <a:endParaRPr lang="zh-CN" altLang="en-US" dirty="0"/>
                  </a:p>
                </p:txBody>
              </p:sp>
            </mc:Choice>
            <mc:Fallback xmlns="">
              <p:sp>
                <p:nvSpPr>
                  <p:cNvPr id="33" name="文本框 32">
                    <a:extLst>
                      <a:ext uri="{FF2B5EF4-FFF2-40B4-BE49-F238E27FC236}">
                        <a16:creationId xmlns:a16="http://schemas.microsoft.com/office/drawing/2014/main" id="{5A7A85BC-A00C-4043-95BC-3F30541339A1}"/>
                      </a:ext>
                    </a:extLst>
                  </p:cNvPr>
                  <p:cNvSpPr txBox="1">
                    <a:spLocks noRot="1" noChangeAspect="1" noMove="1" noResize="1" noEditPoints="1" noAdjustHandles="1" noChangeArrowheads="1" noChangeShapeType="1" noTextEdit="1"/>
                  </p:cNvSpPr>
                  <p:nvPr/>
                </p:nvSpPr>
                <p:spPr>
                  <a:xfrm>
                    <a:off x="4099685" y="2388105"/>
                    <a:ext cx="409505" cy="369332"/>
                  </a:xfrm>
                  <a:prstGeom prst="rect">
                    <a:avLst/>
                  </a:prstGeom>
                  <a:blipFill>
                    <a:blip r:embed="rId5"/>
                    <a:stretch>
                      <a:fillRect/>
                    </a:stretch>
                  </a:blipFill>
                </p:spPr>
                <p:txBody>
                  <a:bodyPr/>
                  <a:lstStyle/>
                  <a:p>
                    <a:r>
                      <a:rPr lang="zh-CN" altLang="en-US">
                        <a:noFill/>
                      </a:rPr>
                      <a:t> </a:t>
                    </a:r>
                  </a:p>
                </p:txBody>
              </p:sp>
            </mc:Fallback>
          </mc:AlternateContent>
        </p:grpSp>
      </p:grpSp>
      <p:grpSp>
        <p:nvGrpSpPr>
          <p:cNvPr id="56" name="组合 55">
            <a:extLst>
              <a:ext uri="{FF2B5EF4-FFF2-40B4-BE49-F238E27FC236}">
                <a16:creationId xmlns:a16="http://schemas.microsoft.com/office/drawing/2014/main" id="{31350925-B1DE-4045-99A8-01D1C62B2DAF}"/>
              </a:ext>
            </a:extLst>
          </p:cNvPr>
          <p:cNvGrpSpPr/>
          <p:nvPr/>
        </p:nvGrpSpPr>
        <p:grpSpPr>
          <a:xfrm>
            <a:off x="4933814" y="2403965"/>
            <a:ext cx="5270400" cy="498323"/>
            <a:chOff x="4848296" y="2317239"/>
            <a:chExt cx="5270400" cy="498323"/>
          </a:xfrm>
        </p:grpSpPr>
        <p:cxnSp>
          <p:nvCxnSpPr>
            <p:cNvPr id="51" name="直接连接符 50">
              <a:extLst>
                <a:ext uri="{FF2B5EF4-FFF2-40B4-BE49-F238E27FC236}">
                  <a16:creationId xmlns:a16="http://schemas.microsoft.com/office/drawing/2014/main" id="{7484230A-705A-4306-8CD4-EA70B4D66CBA}"/>
                </a:ext>
              </a:extLst>
            </p:cNvPr>
            <p:cNvCxnSpPr>
              <a:cxnSpLocks/>
            </p:cNvCxnSpPr>
            <p:nvPr/>
          </p:nvCxnSpPr>
          <p:spPr>
            <a:xfrm>
              <a:off x="4848297" y="2317239"/>
              <a:ext cx="0" cy="498323"/>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2" name="直接连接符 51">
              <a:extLst>
                <a:ext uri="{FF2B5EF4-FFF2-40B4-BE49-F238E27FC236}">
                  <a16:creationId xmlns:a16="http://schemas.microsoft.com/office/drawing/2014/main" id="{DCF9255F-A5DD-4625-87F0-57DC946BB76E}"/>
                </a:ext>
              </a:extLst>
            </p:cNvPr>
            <p:cNvCxnSpPr>
              <a:cxnSpLocks/>
            </p:cNvCxnSpPr>
            <p:nvPr/>
          </p:nvCxnSpPr>
          <p:spPr>
            <a:xfrm>
              <a:off x="10118696" y="2335339"/>
              <a:ext cx="0" cy="480223"/>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3" name="直接箭头连接符 52">
              <a:extLst>
                <a:ext uri="{FF2B5EF4-FFF2-40B4-BE49-F238E27FC236}">
                  <a16:creationId xmlns:a16="http://schemas.microsoft.com/office/drawing/2014/main" id="{BF62E8F4-8FAF-4148-B64E-92E671B87BD8}"/>
                </a:ext>
              </a:extLst>
            </p:cNvPr>
            <p:cNvCxnSpPr>
              <a:cxnSpLocks/>
            </p:cNvCxnSpPr>
            <p:nvPr/>
          </p:nvCxnSpPr>
          <p:spPr>
            <a:xfrm>
              <a:off x="4848296" y="2591893"/>
              <a:ext cx="5269310" cy="0"/>
            </a:xfrm>
            <a:prstGeom prst="straightConnector1">
              <a:avLst/>
            </a:prstGeom>
            <a:ln w="12700">
              <a:solidFill>
                <a:schemeClr val="tx1"/>
              </a:solidFill>
              <a:headEnd type="triangle"/>
              <a:tailEnd type="triangle"/>
            </a:ln>
          </p:spPr>
          <p:style>
            <a:lnRef idx="1">
              <a:schemeClr val="accent1"/>
            </a:lnRef>
            <a:fillRef idx="0">
              <a:schemeClr val="accent1"/>
            </a:fillRef>
            <a:effectRef idx="0">
              <a:schemeClr val="accent1"/>
            </a:effectRef>
            <a:fontRef idx="minor">
              <a:schemeClr val="tx1"/>
            </a:fontRef>
          </p:style>
        </p:cxnSp>
        <mc:AlternateContent xmlns:mc="http://schemas.openxmlformats.org/markup-compatibility/2006" xmlns:a14="http://schemas.microsoft.com/office/drawing/2010/main">
          <mc:Choice Requires="a14">
            <p:sp>
              <p:nvSpPr>
                <p:cNvPr id="54" name="文本框 53">
                  <a:extLst>
                    <a:ext uri="{FF2B5EF4-FFF2-40B4-BE49-F238E27FC236}">
                      <a16:creationId xmlns:a16="http://schemas.microsoft.com/office/drawing/2014/main" id="{8AB6CE14-82E4-4B7B-AA6C-F758EE83C184}"/>
                    </a:ext>
                  </a:extLst>
                </p:cNvPr>
                <p:cNvSpPr txBox="1"/>
                <p:nvPr/>
              </p:nvSpPr>
              <p:spPr>
                <a:xfrm>
                  <a:off x="7277607" y="2388105"/>
                  <a:ext cx="409505" cy="369332"/>
                </a:xfrm>
                <a:prstGeom prst="rect">
                  <a:avLst/>
                </a:prstGeom>
                <a:solidFill>
                  <a:schemeClr val="bg1"/>
                </a:solidFill>
              </p:spPr>
              <p:txBody>
                <a:bodyPr wrap="square">
                  <a:spAutoFit/>
                </a:bodyPr>
                <a:lstStyle/>
                <a:p>
                  <a:pPr/>
                  <a14:m>
                    <m:oMathPara xmlns:m="http://schemas.openxmlformats.org/officeDocument/2006/math">
                      <m:oMathParaPr>
                        <m:jc m:val="centerGroup"/>
                      </m:oMathParaPr>
                      <m:oMath xmlns:m="http://schemas.openxmlformats.org/officeDocument/2006/math">
                        <m:sSub>
                          <m:sSubPr>
                            <m:ctrlPr>
                              <a:rPr lang="en-US" altLang="zh-CN" sz="1800" b="1" i="1" dirty="0" smtClean="0">
                                <a:solidFill>
                                  <a:schemeClr val="tx1"/>
                                </a:solidFill>
                                <a:latin typeface="Cambria Math" panose="02040503050406030204" pitchFamily="18" charset="0"/>
                              </a:rPr>
                            </m:ctrlPr>
                          </m:sSubPr>
                          <m:e>
                            <m:r>
                              <a:rPr lang="en-US" altLang="zh-CN" sz="1800" b="1" i="1" dirty="0" smtClean="0">
                                <a:solidFill>
                                  <a:schemeClr val="tx1"/>
                                </a:solidFill>
                                <a:latin typeface="Cambria Math" panose="02040503050406030204" pitchFamily="18" charset="0"/>
                              </a:rPr>
                              <m:t>𝑻</m:t>
                            </m:r>
                          </m:e>
                          <m:sub>
                            <m:r>
                              <a:rPr lang="en-US" altLang="zh-CN" sz="1800" b="1" i="1" dirty="0" smtClean="0">
                                <a:solidFill>
                                  <a:schemeClr val="tx1"/>
                                </a:solidFill>
                                <a:latin typeface="Cambria Math" panose="02040503050406030204" pitchFamily="18" charset="0"/>
                              </a:rPr>
                              <m:t>𝟎</m:t>
                            </m:r>
                          </m:sub>
                        </m:sSub>
                      </m:oMath>
                    </m:oMathPara>
                  </a14:m>
                  <a:endParaRPr lang="zh-CN" altLang="en-US" dirty="0"/>
                </a:p>
              </p:txBody>
            </p:sp>
          </mc:Choice>
          <mc:Fallback xmlns="">
            <p:sp>
              <p:nvSpPr>
                <p:cNvPr id="54" name="文本框 53">
                  <a:extLst>
                    <a:ext uri="{FF2B5EF4-FFF2-40B4-BE49-F238E27FC236}">
                      <a16:creationId xmlns:a16="http://schemas.microsoft.com/office/drawing/2014/main" id="{8AB6CE14-82E4-4B7B-AA6C-F758EE83C184}"/>
                    </a:ext>
                  </a:extLst>
                </p:cNvPr>
                <p:cNvSpPr txBox="1">
                  <a:spLocks noRot="1" noChangeAspect="1" noMove="1" noResize="1" noEditPoints="1" noAdjustHandles="1" noChangeArrowheads="1" noChangeShapeType="1" noTextEdit="1"/>
                </p:cNvSpPr>
                <p:nvPr/>
              </p:nvSpPr>
              <p:spPr>
                <a:xfrm>
                  <a:off x="7277607" y="2388105"/>
                  <a:ext cx="409505" cy="369332"/>
                </a:xfrm>
                <a:prstGeom prst="rect">
                  <a:avLst/>
                </a:prstGeom>
                <a:blipFill>
                  <a:blip r:embed="rId6"/>
                  <a:stretch>
                    <a:fillRect b="-1639"/>
                  </a:stretch>
                </a:blipFill>
              </p:spPr>
              <p:txBody>
                <a:bodyPr/>
                <a:lstStyle/>
                <a:p>
                  <a:r>
                    <a:rPr lang="zh-CN" altLang="en-US">
                      <a:noFill/>
                    </a:rPr>
                    <a:t> </a:t>
                  </a:r>
                </a:p>
              </p:txBody>
            </p:sp>
          </mc:Fallback>
        </mc:AlternateContent>
      </p:grpSp>
      <p:grpSp>
        <p:nvGrpSpPr>
          <p:cNvPr id="69" name="组合 68">
            <a:extLst>
              <a:ext uri="{FF2B5EF4-FFF2-40B4-BE49-F238E27FC236}">
                <a16:creationId xmlns:a16="http://schemas.microsoft.com/office/drawing/2014/main" id="{078D348D-4DF4-4995-BD31-8CE1E736EF80}"/>
              </a:ext>
            </a:extLst>
          </p:cNvPr>
          <p:cNvGrpSpPr/>
          <p:nvPr/>
        </p:nvGrpSpPr>
        <p:grpSpPr>
          <a:xfrm>
            <a:off x="10201939" y="2403965"/>
            <a:ext cx="630941" cy="498323"/>
            <a:chOff x="3125844" y="4529219"/>
            <a:chExt cx="630941" cy="498323"/>
          </a:xfrm>
        </p:grpSpPr>
        <p:cxnSp>
          <p:nvCxnSpPr>
            <p:cNvPr id="64" name="直接连接符 63">
              <a:extLst>
                <a:ext uri="{FF2B5EF4-FFF2-40B4-BE49-F238E27FC236}">
                  <a16:creationId xmlns:a16="http://schemas.microsoft.com/office/drawing/2014/main" id="{00ACB7E1-B403-43AC-8902-9B55E86CF922}"/>
                </a:ext>
              </a:extLst>
            </p:cNvPr>
            <p:cNvCxnSpPr>
              <a:cxnSpLocks/>
            </p:cNvCxnSpPr>
            <p:nvPr/>
          </p:nvCxnSpPr>
          <p:spPr>
            <a:xfrm>
              <a:off x="3125845" y="4529219"/>
              <a:ext cx="0" cy="498323"/>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65" name="直接连接符 64">
              <a:extLst>
                <a:ext uri="{FF2B5EF4-FFF2-40B4-BE49-F238E27FC236}">
                  <a16:creationId xmlns:a16="http://schemas.microsoft.com/office/drawing/2014/main" id="{A5195B00-5642-4A99-A2DA-019FE1F7B2BB}"/>
                </a:ext>
              </a:extLst>
            </p:cNvPr>
            <p:cNvCxnSpPr>
              <a:cxnSpLocks/>
            </p:cNvCxnSpPr>
            <p:nvPr/>
          </p:nvCxnSpPr>
          <p:spPr>
            <a:xfrm>
              <a:off x="3756785" y="4529219"/>
              <a:ext cx="0" cy="480223"/>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66" name="直接箭头连接符 65">
              <a:extLst>
                <a:ext uri="{FF2B5EF4-FFF2-40B4-BE49-F238E27FC236}">
                  <a16:creationId xmlns:a16="http://schemas.microsoft.com/office/drawing/2014/main" id="{DA52C488-6653-4930-93E9-48A33BCB7BCB}"/>
                </a:ext>
              </a:extLst>
            </p:cNvPr>
            <p:cNvCxnSpPr>
              <a:cxnSpLocks/>
            </p:cNvCxnSpPr>
            <p:nvPr/>
          </p:nvCxnSpPr>
          <p:spPr>
            <a:xfrm>
              <a:off x="3125844" y="4803873"/>
              <a:ext cx="630941" cy="0"/>
            </a:xfrm>
            <a:prstGeom prst="straightConnector1">
              <a:avLst/>
            </a:prstGeom>
            <a:ln w="12700">
              <a:solidFill>
                <a:schemeClr val="tx1"/>
              </a:solidFill>
              <a:headEnd type="triangle"/>
              <a:tailEnd type="triangle"/>
            </a:ln>
          </p:spPr>
          <p:style>
            <a:lnRef idx="1">
              <a:schemeClr val="accent1"/>
            </a:lnRef>
            <a:fillRef idx="0">
              <a:schemeClr val="accent1"/>
            </a:fillRef>
            <a:effectRef idx="0">
              <a:schemeClr val="accent1"/>
            </a:effectRef>
            <a:fontRef idx="minor">
              <a:schemeClr val="tx1"/>
            </a:fontRef>
          </p:style>
        </p:cxnSp>
        <mc:AlternateContent xmlns:mc="http://schemas.openxmlformats.org/markup-compatibility/2006" xmlns:a14="http://schemas.microsoft.com/office/drawing/2010/main">
          <mc:Choice Requires="a14">
            <p:sp>
              <p:nvSpPr>
                <p:cNvPr id="67" name="文本框 66">
                  <a:extLst>
                    <a:ext uri="{FF2B5EF4-FFF2-40B4-BE49-F238E27FC236}">
                      <a16:creationId xmlns:a16="http://schemas.microsoft.com/office/drawing/2014/main" id="{715E0E34-2478-4038-A534-D794A07FAAAD}"/>
                    </a:ext>
                  </a:extLst>
                </p:cNvPr>
                <p:cNvSpPr txBox="1"/>
                <p:nvPr/>
              </p:nvSpPr>
              <p:spPr>
                <a:xfrm>
                  <a:off x="3299901" y="4600084"/>
                  <a:ext cx="252446" cy="369332"/>
                </a:xfrm>
                <a:prstGeom prst="rect">
                  <a:avLst/>
                </a:prstGeom>
                <a:solidFill>
                  <a:schemeClr val="bg1"/>
                </a:solidFill>
              </p:spPr>
              <p:txBody>
                <a:bodyPr wrap="square">
                  <a:spAutoFit/>
                </a:bodyPr>
                <a:lstStyle/>
                <a:p>
                  <a:pPr/>
                  <a14:m>
                    <m:oMathPara xmlns:m="http://schemas.openxmlformats.org/officeDocument/2006/math">
                      <m:oMathParaPr>
                        <m:jc m:val="centerGroup"/>
                      </m:oMathParaPr>
                      <m:oMath xmlns:m="http://schemas.openxmlformats.org/officeDocument/2006/math">
                        <m:r>
                          <a:rPr lang="el-GR" altLang="zh-CN" sz="1800" b="1" i="1" dirty="0" smtClean="0">
                            <a:solidFill>
                              <a:schemeClr val="tx1"/>
                            </a:solidFill>
                            <a:latin typeface="Cambria Math" panose="02040503050406030204" pitchFamily="18" charset="0"/>
                          </a:rPr>
                          <m:t>𝝉</m:t>
                        </m:r>
                      </m:oMath>
                    </m:oMathPara>
                  </a14:m>
                  <a:endParaRPr lang="zh-CN" altLang="en-US" dirty="0"/>
                </a:p>
              </p:txBody>
            </p:sp>
          </mc:Choice>
          <mc:Fallback xmlns="">
            <p:sp>
              <p:nvSpPr>
                <p:cNvPr id="67" name="文本框 66">
                  <a:extLst>
                    <a:ext uri="{FF2B5EF4-FFF2-40B4-BE49-F238E27FC236}">
                      <a16:creationId xmlns:a16="http://schemas.microsoft.com/office/drawing/2014/main" id="{715E0E34-2478-4038-A534-D794A07FAAAD}"/>
                    </a:ext>
                  </a:extLst>
                </p:cNvPr>
                <p:cNvSpPr txBox="1">
                  <a:spLocks noRot="1" noChangeAspect="1" noMove="1" noResize="1" noEditPoints="1" noAdjustHandles="1" noChangeArrowheads="1" noChangeShapeType="1" noTextEdit="1"/>
                </p:cNvSpPr>
                <p:nvPr/>
              </p:nvSpPr>
              <p:spPr>
                <a:xfrm>
                  <a:off x="3299901" y="4600084"/>
                  <a:ext cx="252446" cy="369332"/>
                </a:xfrm>
                <a:prstGeom prst="rect">
                  <a:avLst/>
                </a:prstGeom>
                <a:blipFill>
                  <a:blip r:embed="rId7"/>
                  <a:stretch>
                    <a:fillRect r="-4762"/>
                  </a:stretch>
                </a:blipFill>
              </p:spPr>
              <p:txBody>
                <a:bodyPr/>
                <a:lstStyle/>
                <a:p>
                  <a:r>
                    <a:rPr lang="zh-CN" altLang="en-US">
                      <a:noFill/>
                    </a:rPr>
                    <a:t> </a:t>
                  </a:r>
                </a:p>
              </p:txBody>
            </p:sp>
          </mc:Fallback>
        </mc:AlternateContent>
      </p:grpSp>
      <p:sp>
        <p:nvSpPr>
          <p:cNvPr id="46" name="矩形 45">
            <a:extLst>
              <a:ext uri="{FF2B5EF4-FFF2-40B4-BE49-F238E27FC236}">
                <a16:creationId xmlns:a16="http://schemas.microsoft.com/office/drawing/2014/main" id="{CA7E57AE-B980-4426-87D7-6CCE685ECCC8}"/>
              </a:ext>
            </a:extLst>
          </p:cNvPr>
          <p:cNvSpPr/>
          <p:nvPr/>
        </p:nvSpPr>
        <p:spPr>
          <a:xfrm>
            <a:off x="1056633" y="3658757"/>
            <a:ext cx="256976" cy="256976"/>
          </a:xfrm>
          <a:prstGeom prst="rect">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47" name="íşlïḍè">
            <a:extLst>
              <a:ext uri="{FF2B5EF4-FFF2-40B4-BE49-F238E27FC236}">
                <a16:creationId xmlns:a16="http://schemas.microsoft.com/office/drawing/2014/main" id="{AF7AFB9C-AC81-4328-825D-B8EC16A34473}"/>
              </a:ext>
            </a:extLst>
          </p:cNvPr>
          <p:cNvSpPr txBox="1"/>
          <p:nvPr/>
        </p:nvSpPr>
        <p:spPr>
          <a:xfrm>
            <a:off x="1373861" y="3604436"/>
            <a:ext cx="2888954" cy="347246"/>
          </a:xfrm>
          <a:prstGeom prst="rect">
            <a:avLst/>
          </a:prstGeom>
          <a:noFill/>
        </p:spPr>
        <p:txBody>
          <a:bodyPr wrap="square" lIns="91440" tIns="45720" rIns="91440" bIns="45720" anchor="ctr">
            <a:noAutofit/>
          </a:bodyPr>
          <a:lstStyle/>
          <a:p>
            <a:r>
              <a:rPr lang="zh-CN" altLang="en-US" b="1" dirty="0">
                <a:latin typeface="Arial Narrow" panose="020B0606020202030204" pitchFamily="34" charset="0"/>
              </a:rPr>
              <a:t>考虑以下这种理想情况：</a:t>
            </a:r>
          </a:p>
        </p:txBody>
      </p:sp>
      <p:sp>
        <p:nvSpPr>
          <p:cNvPr id="48" name="矩形 47">
            <a:extLst>
              <a:ext uri="{FF2B5EF4-FFF2-40B4-BE49-F238E27FC236}">
                <a16:creationId xmlns:a16="http://schemas.microsoft.com/office/drawing/2014/main" id="{C0942C67-4D78-4D22-8031-F0E6D53E0B6A}"/>
              </a:ext>
            </a:extLst>
          </p:cNvPr>
          <p:cNvSpPr/>
          <p:nvPr/>
        </p:nvSpPr>
        <p:spPr>
          <a:xfrm>
            <a:off x="1478748" y="4074294"/>
            <a:ext cx="256976" cy="256976"/>
          </a:xfrm>
          <a:prstGeom prst="rect">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49" name="íşlïḍè">
            <a:extLst>
              <a:ext uri="{FF2B5EF4-FFF2-40B4-BE49-F238E27FC236}">
                <a16:creationId xmlns:a16="http://schemas.microsoft.com/office/drawing/2014/main" id="{B1AB668C-B7AA-42DD-97F3-355E57A3A84D}"/>
              </a:ext>
            </a:extLst>
          </p:cNvPr>
          <p:cNvSpPr txBox="1"/>
          <p:nvPr/>
        </p:nvSpPr>
        <p:spPr>
          <a:xfrm>
            <a:off x="1795976" y="4019973"/>
            <a:ext cx="4300024" cy="347246"/>
          </a:xfrm>
          <a:prstGeom prst="rect">
            <a:avLst/>
          </a:prstGeom>
          <a:noFill/>
        </p:spPr>
        <p:txBody>
          <a:bodyPr wrap="square" lIns="91440" tIns="45720" rIns="91440" bIns="45720" anchor="ctr">
            <a:noAutofit/>
          </a:bodyPr>
          <a:lstStyle/>
          <a:p>
            <a:r>
              <a:rPr lang="zh-CN" altLang="en-US" b="1" dirty="0">
                <a:latin typeface="Arial Narrow" panose="020B0606020202030204" pitchFamily="34" charset="0"/>
              </a:rPr>
              <a:t>总线一旦空闲就有某个站点立即发送帧</a:t>
            </a:r>
          </a:p>
        </p:txBody>
      </p:sp>
      <p:sp>
        <p:nvSpPr>
          <p:cNvPr id="50" name="矩形 49">
            <a:extLst>
              <a:ext uri="{FF2B5EF4-FFF2-40B4-BE49-F238E27FC236}">
                <a16:creationId xmlns:a16="http://schemas.microsoft.com/office/drawing/2014/main" id="{62F0B381-A536-4E76-B924-660A498EAC19}"/>
              </a:ext>
            </a:extLst>
          </p:cNvPr>
          <p:cNvSpPr/>
          <p:nvPr/>
        </p:nvSpPr>
        <p:spPr>
          <a:xfrm>
            <a:off x="1478748" y="4508203"/>
            <a:ext cx="256976" cy="256976"/>
          </a:xfrm>
          <a:prstGeom prst="rect">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55" name="íşlïḍè">
            <a:extLst>
              <a:ext uri="{FF2B5EF4-FFF2-40B4-BE49-F238E27FC236}">
                <a16:creationId xmlns:a16="http://schemas.microsoft.com/office/drawing/2014/main" id="{99BC5616-531F-4566-9D2E-C501469FF85D}"/>
              </a:ext>
            </a:extLst>
          </p:cNvPr>
          <p:cNvSpPr txBox="1"/>
          <p:nvPr/>
        </p:nvSpPr>
        <p:spPr>
          <a:xfrm>
            <a:off x="1795976" y="4453882"/>
            <a:ext cx="4300024" cy="347246"/>
          </a:xfrm>
          <a:prstGeom prst="rect">
            <a:avLst/>
          </a:prstGeom>
          <a:noFill/>
        </p:spPr>
        <p:txBody>
          <a:bodyPr wrap="square" lIns="91440" tIns="45720" rIns="91440" bIns="45720" anchor="ctr">
            <a:noAutofit/>
          </a:bodyPr>
          <a:lstStyle/>
          <a:p>
            <a:r>
              <a:rPr lang="zh-CN" altLang="en-US" b="1" dirty="0">
                <a:latin typeface="Arial Narrow" panose="020B0606020202030204" pitchFamily="34" charset="0"/>
              </a:rPr>
              <a:t>各站点发送帧都不会产生碰撞</a:t>
            </a:r>
          </a:p>
        </p:txBody>
      </p:sp>
      <p:grpSp>
        <p:nvGrpSpPr>
          <p:cNvPr id="9" name="组合 8">
            <a:extLst>
              <a:ext uri="{FF2B5EF4-FFF2-40B4-BE49-F238E27FC236}">
                <a16:creationId xmlns:a16="http://schemas.microsoft.com/office/drawing/2014/main" id="{7E0DBE99-0976-44BE-86D4-E8659E658066}"/>
              </a:ext>
            </a:extLst>
          </p:cNvPr>
          <p:cNvGrpSpPr/>
          <p:nvPr/>
        </p:nvGrpSpPr>
        <p:grpSpPr>
          <a:xfrm>
            <a:off x="665248" y="1174544"/>
            <a:ext cx="4273384" cy="1737584"/>
            <a:chOff x="665248" y="1174544"/>
            <a:chExt cx="4273384" cy="1737584"/>
          </a:xfrm>
        </p:grpSpPr>
        <p:sp>
          <p:nvSpPr>
            <p:cNvPr id="5" name="矩形 4">
              <a:extLst>
                <a:ext uri="{FF2B5EF4-FFF2-40B4-BE49-F238E27FC236}">
                  <a16:creationId xmlns:a16="http://schemas.microsoft.com/office/drawing/2014/main" id="{7BB3C01D-02AB-40A7-A11E-1310CB7804F5}"/>
                </a:ext>
              </a:extLst>
            </p:cNvPr>
            <p:cNvSpPr/>
            <p:nvPr/>
          </p:nvSpPr>
          <p:spPr>
            <a:xfrm>
              <a:off x="665248" y="1569757"/>
              <a:ext cx="4273384" cy="1342371"/>
            </a:xfrm>
            <a:prstGeom prst="rect">
              <a:avLst/>
            </a:prstGeom>
            <a:solidFill>
              <a:schemeClr val="tx1">
                <a:alpha val="74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cxnSp>
          <p:nvCxnSpPr>
            <p:cNvPr id="59" name="直接连接符 58">
              <a:extLst>
                <a:ext uri="{FF2B5EF4-FFF2-40B4-BE49-F238E27FC236}">
                  <a16:creationId xmlns:a16="http://schemas.microsoft.com/office/drawing/2014/main" id="{941B3F23-9698-4A81-ACE0-FFDD0BF04877}"/>
                </a:ext>
              </a:extLst>
            </p:cNvPr>
            <p:cNvCxnSpPr>
              <a:cxnSpLocks/>
            </p:cNvCxnSpPr>
            <p:nvPr/>
          </p:nvCxnSpPr>
          <p:spPr>
            <a:xfrm>
              <a:off x="680434" y="1209491"/>
              <a:ext cx="0" cy="498323"/>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60" name="直接连接符 59">
              <a:extLst>
                <a:ext uri="{FF2B5EF4-FFF2-40B4-BE49-F238E27FC236}">
                  <a16:creationId xmlns:a16="http://schemas.microsoft.com/office/drawing/2014/main" id="{85E73361-04D3-4833-A9CB-35559D8D0265}"/>
                </a:ext>
              </a:extLst>
            </p:cNvPr>
            <p:cNvCxnSpPr>
              <a:cxnSpLocks/>
            </p:cNvCxnSpPr>
            <p:nvPr/>
          </p:nvCxnSpPr>
          <p:spPr>
            <a:xfrm>
              <a:off x="4932175" y="1174544"/>
              <a:ext cx="0" cy="533270"/>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61" name="直接箭头连接符 60">
              <a:extLst>
                <a:ext uri="{FF2B5EF4-FFF2-40B4-BE49-F238E27FC236}">
                  <a16:creationId xmlns:a16="http://schemas.microsoft.com/office/drawing/2014/main" id="{DF9B3F26-44CA-4C5F-AA59-A64A70831190}"/>
                </a:ext>
              </a:extLst>
            </p:cNvPr>
            <p:cNvCxnSpPr>
              <a:cxnSpLocks/>
            </p:cNvCxnSpPr>
            <p:nvPr/>
          </p:nvCxnSpPr>
          <p:spPr>
            <a:xfrm>
              <a:off x="680434" y="1383114"/>
              <a:ext cx="4251741" cy="0"/>
            </a:xfrm>
            <a:prstGeom prst="straightConnector1">
              <a:avLst/>
            </a:prstGeom>
            <a:ln w="12700">
              <a:solidFill>
                <a:schemeClr val="tx1"/>
              </a:solidFill>
              <a:headEnd type="triangle"/>
              <a:tailEnd type="triangle"/>
            </a:ln>
          </p:spPr>
          <p:style>
            <a:lnRef idx="1">
              <a:schemeClr val="accent1"/>
            </a:lnRef>
            <a:fillRef idx="0">
              <a:schemeClr val="accent1"/>
            </a:fillRef>
            <a:effectRef idx="0">
              <a:schemeClr val="accent1"/>
            </a:effectRef>
            <a:fontRef idx="minor">
              <a:schemeClr val="tx1"/>
            </a:fontRef>
          </p:style>
        </p:cxnSp>
        <p:sp>
          <p:nvSpPr>
            <p:cNvPr id="57" name="íşlïḍè">
              <a:extLst>
                <a:ext uri="{FF2B5EF4-FFF2-40B4-BE49-F238E27FC236}">
                  <a16:creationId xmlns:a16="http://schemas.microsoft.com/office/drawing/2014/main" id="{F8454D25-24E5-4061-B111-236D5590A7AA}"/>
                </a:ext>
              </a:extLst>
            </p:cNvPr>
            <p:cNvSpPr txBox="1"/>
            <p:nvPr/>
          </p:nvSpPr>
          <p:spPr>
            <a:xfrm>
              <a:off x="1230969" y="1209491"/>
              <a:ext cx="3174737" cy="347246"/>
            </a:xfrm>
            <a:prstGeom prst="rect">
              <a:avLst/>
            </a:prstGeom>
            <a:solidFill>
              <a:schemeClr val="bg1"/>
            </a:solidFill>
          </p:spPr>
          <p:txBody>
            <a:bodyPr wrap="square" lIns="91440" tIns="45720" rIns="91440" bIns="45720" anchor="ctr">
              <a:noAutofit/>
            </a:bodyPr>
            <a:lstStyle/>
            <a:p>
              <a:pPr algn="ctr"/>
              <a:r>
                <a:rPr lang="zh-CN" altLang="en-US" b="1" dirty="0">
                  <a:latin typeface="Arial Narrow" panose="020B0606020202030204" pitchFamily="34" charset="0"/>
                </a:rPr>
                <a:t>理想情况下不考虑这部分时间</a:t>
              </a:r>
            </a:p>
          </p:txBody>
        </p:sp>
      </p:grpSp>
      <p:sp>
        <p:nvSpPr>
          <p:cNvPr id="63" name="矩形 62">
            <a:extLst>
              <a:ext uri="{FF2B5EF4-FFF2-40B4-BE49-F238E27FC236}">
                <a16:creationId xmlns:a16="http://schemas.microsoft.com/office/drawing/2014/main" id="{6FEB7F5D-3B79-4CB9-93A2-CD02AFA0BC9A}"/>
              </a:ext>
            </a:extLst>
          </p:cNvPr>
          <p:cNvSpPr/>
          <p:nvPr/>
        </p:nvSpPr>
        <p:spPr>
          <a:xfrm>
            <a:off x="1478748" y="4996433"/>
            <a:ext cx="256976" cy="256976"/>
          </a:xfrm>
          <a:prstGeom prst="rect">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mc:AlternateContent xmlns:mc="http://schemas.openxmlformats.org/markup-compatibility/2006" xmlns:a14="http://schemas.microsoft.com/office/drawing/2010/main">
        <mc:Choice Requires="a14">
          <p:sp>
            <p:nvSpPr>
              <p:cNvPr id="68" name="íşlïḍè">
                <a:extLst>
                  <a:ext uri="{FF2B5EF4-FFF2-40B4-BE49-F238E27FC236}">
                    <a16:creationId xmlns:a16="http://schemas.microsoft.com/office/drawing/2014/main" id="{B49F4970-8AC4-472E-B780-61EBCC0A0CF9}"/>
                  </a:ext>
                </a:extLst>
              </p:cNvPr>
              <p:cNvSpPr txBox="1"/>
              <p:nvPr/>
            </p:nvSpPr>
            <p:spPr>
              <a:xfrm>
                <a:off x="1795975" y="4942112"/>
                <a:ext cx="6525723" cy="347246"/>
              </a:xfrm>
              <a:prstGeom prst="rect">
                <a:avLst/>
              </a:prstGeom>
              <a:noFill/>
            </p:spPr>
            <p:txBody>
              <a:bodyPr wrap="square" lIns="91440" tIns="45720" rIns="91440" bIns="45720" anchor="ctr">
                <a:noAutofit/>
              </a:bodyPr>
              <a:lstStyle/>
              <a:p>
                <a:r>
                  <a:rPr lang="zh-CN" altLang="en-US" b="1" dirty="0">
                    <a:latin typeface="Arial Narrow" panose="020B0606020202030204" pitchFamily="34" charset="0"/>
                  </a:rPr>
                  <a:t>发送一帧占用总线的时间为</a:t>
                </a:r>
                <a14:m>
                  <m:oMath xmlns:m="http://schemas.openxmlformats.org/officeDocument/2006/math">
                    <m:sSub>
                      <m:sSubPr>
                        <m:ctrlPr>
                          <a:rPr lang="en-US" altLang="zh-CN" b="1" i="1" dirty="0" smtClean="0">
                            <a:latin typeface="Cambria Math" panose="02040503050406030204" pitchFamily="18" charset="0"/>
                          </a:rPr>
                        </m:ctrlPr>
                      </m:sSubPr>
                      <m:e>
                        <m:r>
                          <a:rPr lang="en-US" altLang="zh-CN" b="1" i="1" dirty="0" smtClean="0">
                            <a:latin typeface="Cambria Math" panose="02040503050406030204" pitchFamily="18" charset="0"/>
                          </a:rPr>
                          <m:t>𝑻</m:t>
                        </m:r>
                      </m:e>
                      <m:sub>
                        <m:r>
                          <a:rPr lang="en-US" altLang="zh-CN" b="1" i="1" dirty="0" smtClean="0">
                            <a:latin typeface="Cambria Math" panose="02040503050406030204" pitchFamily="18" charset="0"/>
                          </a:rPr>
                          <m:t>𝟎</m:t>
                        </m:r>
                      </m:sub>
                    </m:sSub>
                    <m:r>
                      <a:rPr lang="en-US" altLang="zh-CN" b="1" i="1" dirty="0" smtClean="0">
                        <a:latin typeface="Cambria Math" panose="02040503050406030204" pitchFamily="18" charset="0"/>
                      </a:rPr>
                      <m:t>+</m:t>
                    </m:r>
                    <m:r>
                      <a:rPr lang="zh-CN" altLang="en-US" b="1" i="1" dirty="0" smtClean="0">
                        <a:latin typeface="Cambria Math" panose="02040503050406030204" pitchFamily="18" charset="0"/>
                      </a:rPr>
                      <m:t>𝝉</m:t>
                    </m:r>
                    <m:r>
                      <a:rPr lang="zh-CN" altLang="en-US" b="1" i="1" dirty="0">
                        <a:latin typeface="Cambria Math" panose="02040503050406030204" pitchFamily="18" charset="0"/>
                      </a:rPr>
                      <m:t>，</m:t>
                    </m:r>
                  </m:oMath>
                </a14:m>
                <a:r>
                  <a:rPr lang="zh-CN" altLang="en-US" b="1" dirty="0">
                    <a:latin typeface="Arial Narrow" panose="020B0606020202030204" pitchFamily="34" charset="0"/>
                  </a:rPr>
                  <a:t>而帧本身的发送时间是</a:t>
                </a:r>
                <a14:m>
                  <m:oMath xmlns:m="http://schemas.openxmlformats.org/officeDocument/2006/math">
                    <m:sSub>
                      <m:sSubPr>
                        <m:ctrlPr>
                          <a:rPr lang="en-US" altLang="zh-CN" b="1" i="1" dirty="0">
                            <a:latin typeface="Cambria Math" panose="02040503050406030204" pitchFamily="18" charset="0"/>
                          </a:rPr>
                        </m:ctrlPr>
                      </m:sSubPr>
                      <m:e>
                        <m:r>
                          <a:rPr lang="en-US" altLang="zh-CN" b="1" i="1" dirty="0">
                            <a:latin typeface="Cambria Math" panose="02040503050406030204" pitchFamily="18" charset="0"/>
                          </a:rPr>
                          <m:t>𝑻</m:t>
                        </m:r>
                      </m:e>
                      <m:sub>
                        <m:r>
                          <a:rPr lang="en-US" altLang="zh-CN" b="1" i="1" dirty="0">
                            <a:latin typeface="Cambria Math" panose="02040503050406030204" pitchFamily="18" charset="0"/>
                          </a:rPr>
                          <m:t>𝟎</m:t>
                        </m:r>
                      </m:sub>
                    </m:sSub>
                  </m:oMath>
                </a14:m>
                <a:endParaRPr lang="zh-CN" altLang="en-US" b="1" dirty="0">
                  <a:latin typeface="Arial Narrow" panose="020B0606020202030204" pitchFamily="34" charset="0"/>
                </a:endParaRPr>
              </a:p>
            </p:txBody>
          </p:sp>
        </mc:Choice>
        <mc:Fallback xmlns="">
          <p:sp>
            <p:nvSpPr>
              <p:cNvPr id="68" name="íşlïḍè">
                <a:extLst>
                  <a:ext uri="{FF2B5EF4-FFF2-40B4-BE49-F238E27FC236}">
                    <a16:creationId xmlns:a16="http://schemas.microsoft.com/office/drawing/2014/main" id="{B49F4970-8AC4-472E-B780-61EBCC0A0CF9}"/>
                  </a:ext>
                </a:extLst>
              </p:cNvPr>
              <p:cNvSpPr txBox="1">
                <a:spLocks noRot="1" noChangeAspect="1" noMove="1" noResize="1" noEditPoints="1" noAdjustHandles="1" noChangeArrowheads="1" noChangeShapeType="1" noTextEdit="1"/>
              </p:cNvSpPr>
              <p:nvPr/>
            </p:nvSpPr>
            <p:spPr>
              <a:xfrm>
                <a:off x="1795975" y="4942112"/>
                <a:ext cx="6525723" cy="347246"/>
              </a:xfrm>
              <a:prstGeom prst="rect">
                <a:avLst/>
              </a:prstGeom>
              <a:blipFill>
                <a:blip r:embed="rId8"/>
                <a:stretch>
                  <a:fillRect l="-841" t="-12281" b="-29825"/>
                </a:stretch>
              </a:blipFill>
            </p:spPr>
            <p:txBody>
              <a:bodyPr/>
              <a:lstStyle/>
              <a:p>
                <a:r>
                  <a:rPr lang="zh-CN" altLang="en-US">
                    <a:noFill/>
                  </a:rPr>
                  <a:t> </a:t>
                </a:r>
              </a:p>
            </p:txBody>
          </p:sp>
        </mc:Fallback>
      </mc:AlternateContent>
      <p:sp>
        <p:nvSpPr>
          <p:cNvPr id="70" name="íşlïḍè">
            <a:extLst>
              <a:ext uri="{FF2B5EF4-FFF2-40B4-BE49-F238E27FC236}">
                <a16:creationId xmlns:a16="http://schemas.microsoft.com/office/drawing/2014/main" id="{3EC9053D-9785-4E1F-9545-2D2FC4BA7A05}"/>
              </a:ext>
            </a:extLst>
          </p:cNvPr>
          <p:cNvSpPr txBox="1"/>
          <p:nvPr/>
        </p:nvSpPr>
        <p:spPr>
          <a:xfrm>
            <a:off x="1795975" y="5504345"/>
            <a:ext cx="1795841" cy="347246"/>
          </a:xfrm>
          <a:prstGeom prst="rect">
            <a:avLst/>
          </a:prstGeom>
          <a:noFill/>
        </p:spPr>
        <p:txBody>
          <a:bodyPr wrap="square" lIns="91440" tIns="45720" rIns="91440" bIns="45720" anchor="ctr">
            <a:noAutofit/>
          </a:bodyPr>
          <a:lstStyle/>
          <a:p>
            <a:r>
              <a:rPr lang="zh-CN" altLang="en-US" b="1" dirty="0">
                <a:latin typeface="Arial Narrow" panose="020B0606020202030204" pitchFamily="34" charset="0"/>
              </a:rPr>
              <a:t>极限信道利用率</a:t>
            </a:r>
          </a:p>
        </p:txBody>
      </p:sp>
      <mc:AlternateContent xmlns:mc="http://schemas.openxmlformats.org/markup-compatibility/2006" xmlns:a14="http://schemas.microsoft.com/office/drawing/2010/main">
        <mc:Choice Requires="a14">
          <p:sp>
            <p:nvSpPr>
              <p:cNvPr id="75" name="íşlïḍè">
                <a:extLst>
                  <a:ext uri="{FF2B5EF4-FFF2-40B4-BE49-F238E27FC236}">
                    <a16:creationId xmlns:a16="http://schemas.microsoft.com/office/drawing/2014/main" id="{EC0A1741-AC0A-427C-A762-FD8017ACF6A5}"/>
                  </a:ext>
                </a:extLst>
              </p:cNvPr>
              <p:cNvSpPr txBox="1"/>
              <p:nvPr/>
            </p:nvSpPr>
            <p:spPr>
              <a:xfrm>
                <a:off x="3426250" y="5485848"/>
                <a:ext cx="1795841" cy="347246"/>
              </a:xfrm>
              <a:prstGeom prst="rect">
                <a:avLst/>
              </a:prstGeom>
              <a:noFill/>
            </p:spPr>
            <p:txBody>
              <a:bodyPr wrap="square" lIns="91440" tIns="45720" rIns="91440" bIns="45720" anchor="ctr">
                <a:noAutofit/>
              </a:bodyPr>
              <a:lstStyle/>
              <a:p>
                <a:pPr/>
                <a14:m>
                  <m:oMathPara xmlns:m="http://schemas.openxmlformats.org/officeDocument/2006/math">
                    <m:oMathParaPr>
                      <m:jc m:val="centerGroup"/>
                    </m:oMathParaPr>
                    <m:oMath xmlns:m="http://schemas.openxmlformats.org/officeDocument/2006/math">
                      <m:sSub>
                        <m:sSubPr>
                          <m:ctrlPr>
                            <a:rPr lang="en-US" altLang="zh-CN" b="1" i="1" dirty="0" smtClean="0">
                              <a:latin typeface="Cambria Math" panose="02040503050406030204" pitchFamily="18" charset="0"/>
                            </a:rPr>
                          </m:ctrlPr>
                        </m:sSubPr>
                        <m:e>
                          <m:r>
                            <a:rPr lang="en-US" altLang="zh-CN" b="1" i="1" dirty="0" smtClean="0">
                              <a:latin typeface="Cambria Math" panose="02040503050406030204" pitchFamily="18" charset="0"/>
                            </a:rPr>
                            <m:t>𝑺</m:t>
                          </m:r>
                        </m:e>
                        <m:sub>
                          <m:r>
                            <a:rPr lang="en-US" altLang="zh-CN" b="1" i="1" dirty="0" smtClean="0">
                              <a:latin typeface="Cambria Math" panose="02040503050406030204" pitchFamily="18" charset="0"/>
                            </a:rPr>
                            <m:t>𝒎𝒂𝒙</m:t>
                          </m:r>
                        </m:sub>
                      </m:sSub>
                      <m:r>
                        <a:rPr lang="en-US" altLang="zh-CN" b="1" i="1" dirty="0" smtClean="0">
                          <a:latin typeface="Cambria Math" panose="02040503050406030204" pitchFamily="18" charset="0"/>
                        </a:rPr>
                        <m:t>=</m:t>
                      </m:r>
                      <m:f>
                        <m:fPr>
                          <m:ctrlPr>
                            <a:rPr lang="en-US" altLang="zh-CN" b="1" i="1" dirty="0" smtClean="0">
                              <a:latin typeface="Cambria Math" panose="02040503050406030204" pitchFamily="18" charset="0"/>
                            </a:rPr>
                          </m:ctrlPr>
                        </m:fPr>
                        <m:num>
                          <m:sSub>
                            <m:sSubPr>
                              <m:ctrlPr>
                                <a:rPr lang="en-US" altLang="zh-CN" b="1" i="1" dirty="0" smtClean="0">
                                  <a:latin typeface="Cambria Math" panose="02040503050406030204" pitchFamily="18" charset="0"/>
                                </a:rPr>
                              </m:ctrlPr>
                            </m:sSubPr>
                            <m:e>
                              <m:r>
                                <a:rPr lang="en-US" altLang="zh-CN" b="1" i="1" dirty="0" smtClean="0">
                                  <a:latin typeface="Cambria Math" panose="02040503050406030204" pitchFamily="18" charset="0"/>
                                </a:rPr>
                                <m:t>𝑻</m:t>
                              </m:r>
                            </m:e>
                            <m:sub>
                              <m:r>
                                <a:rPr lang="en-US" altLang="zh-CN" b="1" i="1" dirty="0" smtClean="0">
                                  <a:latin typeface="Cambria Math" panose="02040503050406030204" pitchFamily="18" charset="0"/>
                                </a:rPr>
                                <m:t>𝟎</m:t>
                              </m:r>
                            </m:sub>
                          </m:sSub>
                        </m:num>
                        <m:den>
                          <m:sSub>
                            <m:sSubPr>
                              <m:ctrlPr>
                                <a:rPr lang="en-US" altLang="zh-CN" b="1" i="1" dirty="0" smtClean="0">
                                  <a:latin typeface="Cambria Math" panose="02040503050406030204" pitchFamily="18" charset="0"/>
                                </a:rPr>
                              </m:ctrlPr>
                            </m:sSubPr>
                            <m:e>
                              <m:r>
                                <a:rPr lang="en-US" altLang="zh-CN" b="1" i="1" dirty="0" smtClean="0">
                                  <a:latin typeface="Cambria Math" panose="02040503050406030204" pitchFamily="18" charset="0"/>
                                </a:rPr>
                                <m:t>𝑻</m:t>
                              </m:r>
                            </m:e>
                            <m:sub>
                              <m:r>
                                <a:rPr lang="en-US" altLang="zh-CN" b="1" i="1" dirty="0" smtClean="0">
                                  <a:latin typeface="Cambria Math" panose="02040503050406030204" pitchFamily="18" charset="0"/>
                                </a:rPr>
                                <m:t>𝟎</m:t>
                              </m:r>
                            </m:sub>
                          </m:sSub>
                          <m:r>
                            <a:rPr lang="en-US" altLang="zh-CN" b="1" i="1" dirty="0" smtClean="0">
                              <a:latin typeface="Cambria Math" panose="02040503050406030204" pitchFamily="18" charset="0"/>
                            </a:rPr>
                            <m:t>+</m:t>
                          </m:r>
                          <m:r>
                            <a:rPr lang="zh-CN" altLang="en-US" b="1" i="1" dirty="0" smtClean="0">
                              <a:latin typeface="Cambria Math" panose="02040503050406030204" pitchFamily="18" charset="0"/>
                            </a:rPr>
                            <m:t>𝝉</m:t>
                          </m:r>
                        </m:den>
                      </m:f>
                    </m:oMath>
                  </m:oMathPara>
                </a14:m>
                <a:endParaRPr lang="zh-CN" altLang="en-US" b="1" dirty="0">
                  <a:latin typeface="Arial Narrow" panose="020B0606020202030204" pitchFamily="34" charset="0"/>
                </a:endParaRPr>
              </a:p>
            </p:txBody>
          </p:sp>
        </mc:Choice>
        <mc:Fallback xmlns="">
          <p:sp>
            <p:nvSpPr>
              <p:cNvPr id="75" name="íşlïḍè">
                <a:extLst>
                  <a:ext uri="{FF2B5EF4-FFF2-40B4-BE49-F238E27FC236}">
                    <a16:creationId xmlns:a16="http://schemas.microsoft.com/office/drawing/2014/main" id="{EC0A1741-AC0A-427C-A762-FD8017ACF6A5}"/>
                  </a:ext>
                </a:extLst>
              </p:cNvPr>
              <p:cNvSpPr txBox="1">
                <a:spLocks noRot="1" noChangeAspect="1" noMove="1" noResize="1" noEditPoints="1" noAdjustHandles="1" noChangeArrowheads="1" noChangeShapeType="1" noTextEdit="1"/>
              </p:cNvSpPr>
              <p:nvPr/>
            </p:nvSpPr>
            <p:spPr>
              <a:xfrm>
                <a:off x="3426250" y="5485848"/>
                <a:ext cx="1795841" cy="347246"/>
              </a:xfrm>
              <a:prstGeom prst="rect">
                <a:avLst/>
              </a:prstGeom>
              <a:blipFill>
                <a:blip r:embed="rId9"/>
                <a:stretch>
                  <a:fillRect t="-22807" b="-31579"/>
                </a:stretch>
              </a:blipFill>
            </p:spPr>
            <p:txBody>
              <a:bodyPr/>
              <a:lstStyle/>
              <a:p>
                <a:r>
                  <a:rPr lang="zh-CN" altLang="en-US">
                    <a:noFill/>
                  </a:rPr>
                  <a:t> </a:t>
                </a:r>
              </a:p>
            </p:txBody>
          </p:sp>
        </mc:Fallback>
      </mc:AlternateContent>
      <mc:AlternateContent xmlns:mc="http://schemas.openxmlformats.org/markup-compatibility/2006" xmlns:a14="http://schemas.microsoft.com/office/drawing/2010/main">
        <mc:Choice Requires="a14">
          <p:sp>
            <p:nvSpPr>
              <p:cNvPr id="76" name="íşlïḍè">
                <a:extLst>
                  <a:ext uri="{FF2B5EF4-FFF2-40B4-BE49-F238E27FC236}">
                    <a16:creationId xmlns:a16="http://schemas.microsoft.com/office/drawing/2014/main" id="{FAA4C72C-632F-4A13-8FCD-5F62BBDD49CF}"/>
                  </a:ext>
                </a:extLst>
              </p:cNvPr>
              <p:cNvSpPr txBox="1"/>
              <p:nvPr/>
            </p:nvSpPr>
            <p:spPr>
              <a:xfrm>
                <a:off x="5104882" y="5577943"/>
                <a:ext cx="1795841" cy="347246"/>
              </a:xfrm>
              <a:prstGeom prst="rect">
                <a:avLst/>
              </a:prstGeom>
              <a:noFill/>
            </p:spPr>
            <p:txBody>
              <a:bodyPr wrap="square" lIns="91440" tIns="45720" rIns="91440" bIns="45720" anchor="ctr">
                <a:noAutofit/>
              </a:bodyPr>
              <a:lstStyle/>
              <a:p>
                <a:pPr/>
                <a14:m>
                  <m:oMathPara xmlns:m="http://schemas.openxmlformats.org/officeDocument/2006/math">
                    <m:oMathParaPr>
                      <m:jc m:val="left"/>
                    </m:oMathParaPr>
                    <m:oMath xmlns:m="http://schemas.openxmlformats.org/officeDocument/2006/math">
                      <m:r>
                        <a:rPr lang="en-US" altLang="zh-CN" b="1" i="1" dirty="0" smtClean="0">
                          <a:latin typeface="Cambria Math" panose="02040503050406030204" pitchFamily="18" charset="0"/>
                        </a:rPr>
                        <m:t>=</m:t>
                      </m:r>
                      <m:f>
                        <m:fPr>
                          <m:ctrlPr>
                            <a:rPr lang="en-US" altLang="zh-CN" b="1" i="1" dirty="0" smtClean="0">
                              <a:latin typeface="Cambria Math" panose="02040503050406030204" pitchFamily="18" charset="0"/>
                            </a:rPr>
                          </m:ctrlPr>
                        </m:fPr>
                        <m:num>
                          <m:r>
                            <a:rPr lang="en-US" altLang="zh-CN" b="1" i="1" dirty="0" smtClean="0">
                              <a:latin typeface="Cambria Math" panose="02040503050406030204" pitchFamily="18" charset="0"/>
                            </a:rPr>
                            <m:t>𝟏</m:t>
                          </m:r>
                        </m:num>
                        <m:den>
                          <m:r>
                            <a:rPr lang="en-US" altLang="zh-CN" b="1" i="1" dirty="0" smtClean="0">
                              <a:latin typeface="Cambria Math" panose="02040503050406030204" pitchFamily="18" charset="0"/>
                            </a:rPr>
                            <m:t>𝟏</m:t>
                          </m:r>
                          <m:r>
                            <a:rPr lang="en-US" altLang="zh-CN" b="1" i="1" dirty="0" smtClean="0">
                              <a:latin typeface="Cambria Math" panose="02040503050406030204" pitchFamily="18" charset="0"/>
                            </a:rPr>
                            <m:t>+</m:t>
                          </m:r>
                          <m:f>
                            <m:fPr>
                              <m:ctrlPr>
                                <a:rPr lang="en-US" altLang="zh-CN" b="1" i="1" dirty="0" smtClean="0">
                                  <a:latin typeface="Cambria Math" panose="02040503050406030204" pitchFamily="18" charset="0"/>
                                </a:rPr>
                              </m:ctrlPr>
                            </m:fPr>
                            <m:num>
                              <m:r>
                                <a:rPr lang="zh-CN" altLang="en-US" b="1" i="1" dirty="0" smtClean="0">
                                  <a:latin typeface="Cambria Math" panose="02040503050406030204" pitchFamily="18" charset="0"/>
                                </a:rPr>
                                <m:t>𝝉</m:t>
                              </m:r>
                            </m:num>
                            <m:den>
                              <m:sSub>
                                <m:sSubPr>
                                  <m:ctrlPr>
                                    <a:rPr lang="en-US" altLang="zh-CN" b="1" i="1" dirty="0" smtClean="0">
                                      <a:latin typeface="Cambria Math" panose="02040503050406030204" pitchFamily="18" charset="0"/>
                                    </a:rPr>
                                  </m:ctrlPr>
                                </m:sSubPr>
                                <m:e>
                                  <m:r>
                                    <a:rPr lang="en-US" altLang="zh-CN" b="1" i="1" dirty="0" smtClean="0">
                                      <a:latin typeface="Cambria Math" panose="02040503050406030204" pitchFamily="18" charset="0"/>
                                    </a:rPr>
                                    <m:t>𝑻</m:t>
                                  </m:r>
                                </m:e>
                                <m:sub>
                                  <m:r>
                                    <a:rPr lang="en-US" altLang="zh-CN" b="1" i="1" dirty="0" smtClean="0">
                                      <a:latin typeface="Cambria Math" panose="02040503050406030204" pitchFamily="18" charset="0"/>
                                    </a:rPr>
                                    <m:t>𝟎</m:t>
                                  </m:r>
                                </m:sub>
                              </m:sSub>
                            </m:den>
                          </m:f>
                        </m:den>
                      </m:f>
                    </m:oMath>
                  </m:oMathPara>
                </a14:m>
                <a:endParaRPr lang="zh-CN" altLang="en-US" b="1" dirty="0">
                  <a:latin typeface="Arial Narrow" panose="020B0606020202030204" pitchFamily="34" charset="0"/>
                </a:endParaRPr>
              </a:p>
            </p:txBody>
          </p:sp>
        </mc:Choice>
        <mc:Fallback xmlns="">
          <p:sp>
            <p:nvSpPr>
              <p:cNvPr id="76" name="íşlïḍè">
                <a:extLst>
                  <a:ext uri="{FF2B5EF4-FFF2-40B4-BE49-F238E27FC236}">
                    <a16:creationId xmlns:a16="http://schemas.microsoft.com/office/drawing/2014/main" id="{FAA4C72C-632F-4A13-8FCD-5F62BBDD49CF}"/>
                  </a:ext>
                </a:extLst>
              </p:cNvPr>
              <p:cNvSpPr txBox="1">
                <a:spLocks noRot="1" noChangeAspect="1" noMove="1" noResize="1" noEditPoints="1" noAdjustHandles="1" noChangeArrowheads="1" noChangeShapeType="1" noTextEdit="1"/>
              </p:cNvSpPr>
              <p:nvPr/>
            </p:nvSpPr>
            <p:spPr>
              <a:xfrm>
                <a:off x="5104882" y="5577943"/>
                <a:ext cx="1795841" cy="347246"/>
              </a:xfrm>
              <a:prstGeom prst="rect">
                <a:avLst/>
              </a:prstGeom>
              <a:blipFill>
                <a:blip r:embed="rId10"/>
                <a:stretch>
                  <a:fillRect t="-49123" b="-57895"/>
                </a:stretch>
              </a:blipFill>
            </p:spPr>
            <p:txBody>
              <a:bodyPr/>
              <a:lstStyle/>
              <a:p>
                <a:r>
                  <a:rPr lang="zh-CN" altLang="en-US">
                    <a:noFill/>
                  </a:rPr>
                  <a:t> </a:t>
                </a:r>
              </a:p>
            </p:txBody>
          </p:sp>
        </mc:Fallback>
      </mc:AlternateContent>
      <mc:AlternateContent xmlns:mc="http://schemas.openxmlformats.org/markup-compatibility/2006" xmlns:a14="http://schemas.microsoft.com/office/drawing/2010/main">
        <mc:Choice Requires="a14">
          <p:sp>
            <p:nvSpPr>
              <p:cNvPr id="78" name="íşlïḍè">
                <a:extLst>
                  <a:ext uri="{FF2B5EF4-FFF2-40B4-BE49-F238E27FC236}">
                    <a16:creationId xmlns:a16="http://schemas.microsoft.com/office/drawing/2014/main" id="{4DB490F7-FECD-486E-BD2F-B2619CBDA70B}"/>
                  </a:ext>
                </a:extLst>
              </p:cNvPr>
              <p:cNvSpPr txBox="1"/>
              <p:nvPr/>
            </p:nvSpPr>
            <p:spPr>
              <a:xfrm>
                <a:off x="6206380" y="5485848"/>
                <a:ext cx="1156746" cy="347246"/>
              </a:xfrm>
              <a:prstGeom prst="rect">
                <a:avLst/>
              </a:prstGeom>
              <a:noFill/>
            </p:spPr>
            <p:txBody>
              <a:bodyPr wrap="square" lIns="91440" tIns="45720" rIns="91440" bIns="45720" anchor="ctr">
                <a:noAutofit/>
              </a:bodyPr>
              <a:lstStyle/>
              <a:p>
                <a:pPr/>
                <a14:m>
                  <m:oMathPara xmlns:m="http://schemas.openxmlformats.org/officeDocument/2006/math">
                    <m:oMathParaPr>
                      <m:jc m:val="left"/>
                    </m:oMathParaPr>
                    <m:oMath xmlns:m="http://schemas.openxmlformats.org/officeDocument/2006/math">
                      <m:r>
                        <a:rPr lang="en-US" altLang="zh-CN" b="1" i="1" dirty="0" smtClean="0">
                          <a:latin typeface="Cambria Math" panose="02040503050406030204" pitchFamily="18" charset="0"/>
                        </a:rPr>
                        <m:t>=</m:t>
                      </m:r>
                      <m:f>
                        <m:fPr>
                          <m:ctrlPr>
                            <a:rPr lang="en-US" altLang="zh-CN" b="1" i="1" dirty="0" smtClean="0">
                              <a:latin typeface="Cambria Math" panose="02040503050406030204" pitchFamily="18" charset="0"/>
                            </a:rPr>
                          </m:ctrlPr>
                        </m:fPr>
                        <m:num>
                          <m:r>
                            <a:rPr lang="en-US" altLang="zh-CN" b="1" i="1" dirty="0" smtClean="0">
                              <a:latin typeface="Cambria Math" panose="02040503050406030204" pitchFamily="18" charset="0"/>
                            </a:rPr>
                            <m:t>𝟏</m:t>
                          </m:r>
                        </m:num>
                        <m:den>
                          <m:r>
                            <a:rPr lang="en-US" altLang="zh-CN" b="1" i="1" dirty="0" smtClean="0">
                              <a:latin typeface="Cambria Math" panose="02040503050406030204" pitchFamily="18" charset="0"/>
                            </a:rPr>
                            <m:t>𝟏</m:t>
                          </m:r>
                          <m:r>
                            <a:rPr lang="en-US" altLang="zh-CN" b="1" i="1" dirty="0" smtClean="0">
                              <a:latin typeface="Cambria Math" panose="02040503050406030204" pitchFamily="18" charset="0"/>
                            </a:rPr>
                            <m:t>+</m:t>
                          </m:r>
                          <m:r>
                            <a:rPr lang="en-US" altLang="zh-CN" b="1" i="1" dirty="0" smtClean="0">
                              <a:latin typeface="Cambria Math" panose="02040503050406030204" pitchFamily="18" charset="0"/>
                            </a:rPr>
                            <m:t>𝒂</m:t>
                          </m:r>
                        </m:den>
                      </m:f>
                    </m:oMath>
                  </m:oMathPara>
                </a14:m>
                <a:endParaRPr lang="zh-CN" altLang="en-US" b="1" dirty="0">
                  <a:latin typeface="Arial Narrow" panose="020B0606020202030204" pitchFamily="34" charset="0"/>
                </a:endParaRPr>
              </a:p>
            </p:txBody>
          </p:sp>
        </mc:Choice>
        <mc:Fallback xmlns="">
          <p:sp>
            <p:nvSpPr>
              <p:cNvPr id="78" name="íşlïḍè">
                <a:extLst>
                  <a:ext uri="{FF2B5EF4-FFF2-40B4-BE49-F238E27FC236}">
                    <a16:creationId xmlns:a16="http://schemas.microsoft.com/office/drawing/2014/main" id="{4DB490F7-FECD-486E-BD2F-B2619CBDA70B}"/>
                  </a:ext>
                </a:extLst>
              </p:cNvPr>
              <p:cNvSpPr txBox="1">
                <a:spLocks noRot="1" noChangeAspect="1" noMove="1" noResize="1" noEditPoints="1" noAdjustHandles="1" noChangeArrowheads="1" noChangeShapeType="1" noTextEdit="1"/>
              </p:cNvSpPr>
              <p:nvPr/>
            </p:nvSpPr>
            <p:spPr>
              <a:xfrm>
                <a:off x="6206380" y="5485848"/>
                <a:ext cx="1156746" cy="347246"/>
              </a:xfrm>
              <a:prstGeom prst="rect">
                <a:avLst/>
              </a:prstGeom>
              <a:blipFill>
                <a:blip r:embed="rId11"/>
                <a:stretch>
                  <a:fillRect t="-17544" b="-24561"/>
                </a:stretch>
              </a:blipFill>
            </p:spPr>
            <p:txBody>
              <a:bodyPr/>
              <a:lstStyle/>
              <a:p>
                <a:r>
                  <a:rPr lang="zh-CN" altLang="en-US">
                    <a:noFill/>
                  </a:rPr>
                  <a:t> </a:t>
                </a:r>
              </a:p>
            </p:txBody>
          </p:sp>
        </mc:Fallback>
      </mc:AlternateContent>
      <p:grpSp>
        <p:nvGrpSpPr>
          <p:cNvPr id="20" name="组合 19">
            <a:extLst>
              <a:ext uri="{FF2B5EF4-FFF2-40B4-BE49-F238E27FC236}">
                <a16:creationId xmlns:a16="http://schemas.microsoft.com/office/drawing/2014/main" id="{0645500D-8D32-4D86-A57F-F295317765A6}"/>
              </a:ext>
            </a:extLst>
          </p:cNvPr>
          <p:cNvGrpSpPr/>
          <p:nvPr/>
        </p:nvGrpSpPr>
        <p:grpSpPr>
          <a:xfrm>
            <a:off x="5791912" y="5699113"/>
            <a:ext cx="1322245" cy="464620"/>
            <a:chOff x="5791912" y="5699113"/>
            <a:chExt cx="1322245" cy="464620"/>
          </a:xfrm>
        </p:grpSpPr>
        <p:sp>
          <p:nvSpPr>
            <p:cNvPr id="11" name="矩形 10">
              <a:extLst>
                <a:ext uri="{FF2B5EF4-FFF2-40B4-BE49-F238E27FC236}">
                  <a16:creationId xmlns:a16="http://schemas.microsoft.com/office/drawing/2014/main" id="{AFAD55A3-CD9A-4417-96A5-D01955AE5B7A}"/>
                </a:ext>
              </a:extLst>
            </p:cNvPr>
            <p:cNvSpPr/>
            <p:nvPr/>
          </p:nvSpPr>
          <p:spPr>
            <a:xfrm>
              <a:off x="5791912" y="5699113"/>
              <a:ext cx="337955" cy="464620"/>
            </a:xfrm>
            <a:prstGeom prst="rect">
              <a:avLst/>
            </a:prstGeom>
            <a:noFill/>
            <a:ln>
              <a:solidFill>
                <a:schemeClr val="accent1">
                  <a:lumMod val="75000"/>
                </a:schemeClr>
              </a:solid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79" name="矩形 78">
              <a:extLst>
                <a:ext uri="{FF2B5EF4-FFF2-40B4-BE49-F238E27FC236}">
                  <a16:creationId xmlns:a16="http://schemas.microsoft.com/office/drawing/2014/main" id="{1D66A01B-B2CB-4980-BD9F-A0DBA6A05435}"/>
                </a:ext>
              </a:extLst>
            </p:cNvPr>
            <p:cNvSpPr/>
            <p:nvPr/>
          </p:nvSpPr>
          <p:spPr>
            <a:xfrm>
              <a:off x="6921777" y="5721086"/>
              <a:ext cx="192380" cy="252994"/>
            </a:xfrm>
            <a:prstGeom prst="rect">
              <a:avLst/>
            </a:prstGeom>
            <a:noFill/>
            <a:ln>
              <a:solidFill>
                <a:schemeClr val="accent1">
                  <a:lumMod val="75000"/>
                </a:schemeClr>
              </a:solid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cxnSp>
          <p:nvCxnSpPr>
            <p:cNvPr id="16" name="连接符: 曲线 15">
              <a:extLst>
                <a:ext uri="{FF2B5EF4-FFF2-40B4-BE49-F238E27FC236}">
                  <a16:creationId xmlns:a16="http://schemas.microsoft.com/office/drawing/2014/main" id="{8F2FA504-BE52-4B1E-9CE3-3B7FAF17BB4C}"/>
                </a:ext>
              </a:extLst>
            </p:cNvPr>
            <p:cNvCxnSpPr>
              <a:stCxn id="11" idx="2"/>
              <a:endCxn id="79" idx="2"/>
            </p:cNvCxnSpPr>
            <p:nvPr/>
          </p:nvCxnSpPr>
          <p:spPr>
            <a:xfrm rot="5400000" flipH="1" flipV="1">
              <a:off x="6394601" y="5540368"/>
              <a:ext cx="189653" cy="1057077"/>
            </a:xfrm>
            <a:prstGeom prst="curvedConnector3">
              <a:avLst>
                <a:gd name="adj1" fmla="val -120536"/>
              </a:avLst>
            </a:prstGeom>
            <a:ln w="12700">
              <a:solidFill>
                <a:schemeClr val="accent1">
                  <a:lumMod val="75000"/>
                </a:schemeClr>
              </a:solidFill>
              <a:prstDash val="dash"/>
              <a:tailEnd type="triangle"/>
            </a:ln>
          </p:spPr>
          <p:style>
            <a:lnRef idx="1">
              <a:schemeClr val="accent1"/>
            </a:lnRef>
            <a:fillRef idx="0">
              <a:schemeClr val="accent1"/>
            </a:fillRef>
            <a:effectRef idx="0">
              <a:schemeClr val="accent1"/>
            </a:effectRef>
            <a:fontRef idx="minor">
              <a:schemeClr val="tx1"/>
            </a:fontRef>
          </p:style>
        </p:cxnSp>
      </p:grpSp>
    </p:spTree>
    <p:custDataLst>
      <p:tags r:id="rId1"/>
    </p:custDataLst>
    <p:extLst>
      <p:ext uri="{BB962C8B-B14F-4D97-AF65-F5344CB8AC3E}">
        <p14:creationId xmlns:p14="http://schemas.microsoft.com/office/powerpoint/2010/main" val="61283777"/>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49" presetClass="entr" presetSubtype="0" decel="100000" fill="hold" grpId="0" nodeType="withEffect">
                                  <p:stCondLst>
                                    <p:cond delay="0"/>
                                  </p:stCondLst>
                                  <p:childTnLst>
                                    <p:set>
                                      <p:cBhvr>
                                        <p:cTn id="6" dur="1" fill="hold">
                                          <p:stCondLst>
                                            <p:cond delay="0"/>
                                          </p:stCondLst>
                                        </p:cTn>
                                        <p:tgtEl>
                                          <p:spTgt spid="46"/>
                                        </p:tgtEl>
                                        <p:attrNameLst>
                                          <p:attrName>style.visibility</p:attrName>
                                        </p:attrNameLst>
                                      </p:cBhvr>
                                      <p:to>
                                        <p:strVal val="visible"/>
                                      </p:to>
                                    </p:set>
                                    <p:anim calcmode="lin" valueType="num">
                                      <p:cBhvr>
                                        <p:cTn id="7" dur="500" fill="hold"/>
                                        <p:tgtEl>
                                          <p:spTgt spid="46"/>
                                        </p:tgtEl>
                                        <p:attrNameLst>
                                          <p:attrName>ppt_w</p:attrName>
                                        </p:attrNameLst>
                                      </p:cBhvr>
                                      <p:tavLst>
                                        <p:tav tm="0">
                                          <p:val>
                                            <p:fltVal val="0"/>
                                          </p:val>
                                        </p:tav>
                                        <p:tav tm="100000">
                                          <p:val>
                                            <p:strVal val="#ppt_w"/>
                                          </p:val>
                                        </p:tav>
                                      </p:tavLst>
                                    </p:anim>
                                    <p:anim calcmode="lin" valueType="num">
                                      <p:cBhvr>
                                        <p:cTn id="8" dur="500" fill="hold"/>
                                        <p:tgtEl>
                                          <p:spTgt spid="46"/>
                                        </p:tgtEl>
                                        <p:attrNameLst>
                                          <p:attrName>ppt_h</p:attrName>
                                        </p:attrNameLst>
                                      </p:cBhvr>
                                      <p:tavLst>
                                        <p:tav tm="0">
                                          <p:val>
                                            <p:fltVal val="0"/>
                                          </p:val>
                                        </p:tav>
                                        <p:tav tm="100000">
                                          <p:val>
                                            <p:strVal val="#ppt_h"/>
                                          </p:val>
                                        </p:tav>
                                      </p:tavLst>
                                    </p:anim>
                                    <p:anim calcmode="lin" valueType="num">
                                      <p:cBhvr>
                                        <p:cTn id="9" dur="500" fill="hold"/>
                                        <p:tgtEl>
                                          <p:spTgt spid="46"/>
                                        </p:tgtEl>
                                        <p:attrNameLst>
                                          <p:attrName>style.rotation</p:attrName>
                                        </p:attrNameLst>
                                      </p:cBhvr>
                                      <p:tavLst>
                                        <p:tav tm="0">
                                          <p:val>
                                            <p:fltVal val="360"/>
                                          </p:val>
                                        </p:tav>
                                        <p:tav tm="100000">
                                          <p:val>
                                            <p:fltVal val="0"/>
                                          </p:val>
                                        </p:tav>
                                      </p:tavLst>
                                    </p:anim>
                                    <p:animEffect transition="in" filter="fade">
                                      <p:cBhvr>
                                        <p:cTn id="10" dur="500"/>
                                        <p:tgtEl>
                                          <p:spTgt spid="46"/>
                                        </p:tgtEl>
                                      </p:cBhvr>
                                    </p:animEffect>
                                  </p:childTnLst>
                                </p:cTn>
                              </p:par>
                            </p:childTnLst>
                          </p:cTn>
                        </p:par>
                        <p:par>
                          <p:cTn id="11" fill="hold">
                            <p:stCondLst>
                              <p:cond delay="500"/>
                            </p:stCondLst>
                            <p:childTnLst>
                              <p:par>
                                <p:cTn id="12" presetID="1" presetClass="entr" presetSubtype="0" fill="hold" grpId="0" nodeType="afterEffect">
                                  <p:stCondLst>
                                    <p:cond delay="0"/>
                                  </p:stCondLst>
                                  <p:iterate type="lt">
                                    <p:tmAbs val="100"/>
                                  </p:iterate>
                                  <p:childTnLst>
                                    <p:set>
                                      <p:cBhvr>
                                        <p:cTn id="13" dur="1" fill="hold">
                                          <p:stCondLst>
                                            <p:cond delay="0"/>
                                          </p:stCondLst>
                                        </p:cTn>
                                        <p:tgtEl>
                                          <p:spTgt spid="47"/>
                                        </p:tgtEl>
                                        <p:attrNameLst>
                                          <p:attrName>style.visibility</p:attrName>
                                        </p:attrNameLst>
                                      </p:cBhvr>
                                      <p:to>
                                        <p:strVal val="visible"/>
                                      </p:to>
                                    </p:set>
                                  </p:childTnLst>
                                </p:cTn>
                              </p:par>
                            </p:childTnLst>
                          </p:cTn>
                        </p:par>
                      </p:childTnLst>
                    </p:cTn>
                  </p:par>
                  <p:par>
                    <p:cTn id="14" fill="hold">
                      <p:stCondLst>
                        <p:cond delay="indefinite"/>
                      </p:stCondLst>
                      <p:childTnLst>
                        <p:par>
                          <p:cTn id="15" fill="hold">
                            <p:stCondLst>
                              <p:cond delay="0"/>
                            </p:stCondLst>
                            <p:childTnLst>
                              <p:par>
                                <p:cTn id="16" presetID="49" presetClass="entr" presetSubtype="0" decel="100000" fill="hold" grpId="0" nodeType="clickEffect">
                                  <p:stCondLst>
                                    <p:cond delay="0"/>
                                  </p:stCondLst>
                                  <p:childTnLst>
                                    <p:set>
                                      <p:cBhvr>
                                        <p:cTn id="17" dur="1" fill="hold">
                                          <p:stCondLst>
                                            <p:cond delay="0"/>
                                          </p:stCondLst>
                                        </p:cTn>
                                        <p:tgtEl>
                                          <p:spTgt spid="48"/>
                                        </p:tgtEl>
                                        <p:attrNameLst>
                                          <p:attrName>style.visibility</p:attrName>
                                        </p:attrNameLst>
                                      </p:cBhvr>
                                      <p:to>
                                        <p:strVal val="visible"/>
                                      </p:to>
                                    </p:set>
                                    <p:anim calcmode="lin" valueType="num">
                                      <p:cBhvr>
                                        <p:cTn id="18" dur="500" fill="hold"/>
                                        <p:tgtEl>
                                          <p:spTgt spid="48"/>
                                        </p:tgtEl>
                                        <p:attrNameLst>
                                          <p:attrName>ppt_w</p:attrName>
                                        </p:attrNameLst>
                                      </p:cBhvr>
                                      <p:tavLst>
                                        <p:tav tm="0">
                                          <p:val>
                                            <p:fltVal val="0"/>
                                          </p:val>
                                        </p:tav>
                                        <p:tav tm="100000">
                                          <p:val>
                                            <p:strVal val="#ppt_w"/>
                                          </p:val>
                                        </p:tav>
                                      </p:tavLst>
                                    </p:anim>
                                    <p:anim calcmode="lin" valueType="num">
                                      <p:cBhvr>
                                        <p:cTn id="19" dur="500" fill="hold"/>
                                        <p:tgtEl>
                                          <p:spTgt spid="48"/>
                                        </p:tgtEl>
                                        <p:attrNameLst>
                                          <p:attrName>ppt_h</p:attrName>
                                        </p:attrNameLst>
                                      </p:cBhvr>
                                      <p:tavLst>
                                        <p:tav tm="0">
                                          <p:val>
                                            <p:fltVal val="0"/>
                                          </p:val>
                                        </p:tav>
                                        <p:tav tm="100000">
                                          <p:val>
                                            <p:strVal val="#ppt_h"/>
                                          </p:val>
                                        </p:tav>
                                      </p:tavLst>
                                    </p:anim>
                                    <p:anim calcmode="lin" valueType="num">
                                      <p:cBhvr>
                                        <p:cTn id="20" dur="500" fill="hold"/>
                                        <p:tgtEl>
                                          <p:spTgt spid="48"/>
                                        </p:tgtEl>
                                        <p:attrNameLst>
                                          <p:attrName>style.rotation</p:attrName>
                                        </p:attrNameLst>
                                      </p:cBhvr>
                                      <p:tavLst>
                                        <p:tav tm="0">
                                          <p:val>
                                            <p:fltVal val="360"/>
                                          </p:val>
                                        </p:tav>
                                        <p:tav tm="100000">
                                          <p:val>
                                            <p:fltVal val="0"/>
                                          </p:val>
                                        </p:tav>
                                      </p:tavLst>
                                    </p:anim>
                                    <p:animEffect transition="in" filter="fade">
                                      <p:cBhvr>
                                        <p:cTn id="21" dur="500"/>
                                        <p:tgtEl>
                                          <p:spTgt spid="48"/>
                                        </p:tgtEl>
                                      </p:cBhvr>
                                    </p:animEffect>
                                  </p:childTnLst>
                                </p:cTn>
                              </p:par>
                            </p:childTnLst>
                          </p:cTn>
                        </p:par>
                        <p:par>
                          <p:cTn id="22" fill="hold">
                            <p:stCondLst>
                              <p:cond delay="500"/>
                            </p:stCondLst>
                            <p:childTnLst>
                              <p:par>
                                <p:cTn id="23" presetID="1" presetClass="entr" presetSubtype="0" fill="hold" grpId="0" nodeType="afterEffect">
                                  <p:stCondLst>
                                    <p:cond delay="0"/>
                                  </p:stCondLst>
                                  <p:iterate type="lt">
                                    <p:tmAbs val="100"/>
                                  </p:iterate>
                                  <p:childTnLst>
                                    <p:set>
                                      <p:cBhvr>
                                        <p:cTn id="24" dur="1" fill="hold">
                                          <p:stCondLst>
                                            <p:cond delay="0"/>
                                          </p:stCondLst>
                                        </p:cTn>
                                        <p:tgtEl>
                                          <p:spTgt spid="49"/>
                                        </p:tgtEl>
                                        <p:attrNameLst>
                                          <p:attrName>style.visibility</p:attrName>
                                        </p:attrNameLst>
                                      </p:cBhvr>
                                      <p:to>
                                        <p:strVal val="visible"/>
                                      </p:to>
                                    </p:set>
                                  </p:childTnLst>
                                </p:cTn>
                              </p:par>
                            </p:childTnLst>
                          </p:cTn>
                        </p:par>
                      </p:childTnLst>
                    </p:cTn>
                  </p:par>
                  <p:par>
                    <p:cTn id="25" fill="hold">
                      <p:stCondLst>
                        <p:cond delay="indefinite"/>
                      </p:stCondLst>
                      <p:childTnLst>
                        <p:par>
                          <p:cTn id="26" fill="hold">
                            <p:stCondLst>
                              <p:cond delay="0"/>
                            </p:stCondLst>
                            <p:childTnLst>
                              <p:par>
                                <p:cTn id="27" presetID="49" presetClass="entr" presetSubtype="0" decel="100000" fill="hold" grpId="0" nodeType="clickEffect">
                                  <p:stCondLst>
                                    <p:cond delay="0"/>
                                  </p:stCondLst>
                                  <p:childTnLst>
                                    <p:set>
                                      <p:cBhvr>
                                        <p:cTn id="28" dur="1" fill="hold">
                                          <p:stCondLst>
                                            <p:cond delay="0"/>
                                          </p:stCondLst>
                                        </p:cTn>
                                        <p:tgtEl>
                                          <p:spTgt spid="50"/>
                                        </p:tgtEl>
                                        <p:attrNameLst>
                                          <p:attrName>style.visibility</p:attrName>
                                        </p:attrNameLst>
                                      </p:cBhvr>
                                      <p:to>
                                        <p:strVal val="visible"/>
                                      </p:to>
                                    </p:set>
                                    <p:anim calcmode="lin" valueType="num">
                                      <p:cBhvr>
                                        <p:cTn id="29" dur="500" fill="hold"/>
                                        <p:tgtEl>
                                          <p:spTgt spid="50"/>
                                        </p:tgtEl>
                                        <p:attrNameLst>
                                          <p:attrName>ppt_w</p:attrName>
                                        </p:attrNameLst>
                                      </p:cBhvr>
                                      <p:tavLst>
                                        <p:tav tm="0">
                                          <p:val>
                                            <p:fltVal val="0"/>
                                          </p:val>
                                        </p:tav>
                                        <p:tav tm="100000">
                                          <p:val>
                                            <p:strVal val="#ppt_w"/>
                                          </p:val>
                                        </p:tav>
                                      </p:tavLst>
                                    </p:anim>
                                    <p:anim calcmode="lin" valueType="num">
                                      <p:cBhvr>
                                        <p:cTn id="30" dur="500" fill="hold"/>
                                        <p:tgtEl>
                                          <p:spTgt spid="50"/>
                                        </p:tgtEl>
                                        <p:attrNameLst>
                                          <p:attrName>ppt_h</p:attrName>
                                        </p:attrNameLst>
                                      </p:cBhvr>
                                      <p:tavLst>
                                        <p:tav tm="0">
                                          <p:val>
                                            <p:fltVal val="0"/>
                                          </p:val>
                                        </p:tav>
                                        <p:tav tm="100000">
                                          <p:val>
                                            <p:strVal val="#ppt_h"/>
                                          </p:val>
                                        </p:tav>
                                      </p:tavLst>
                                    </p:anim>
                                    <p:anim calcmode="lin" valueType="num">
                                      <p:cBhvr>
                                        <p:cTn id="31" dur="500" fill="hold"/>
                                        <p:tgtEl>
                                          <p:spTgt spid="50"/>
                                        </p:tgtEl>
                                        <p:attrNameLst>
                                          <p:attrName>style.rotation</p:attrName>
                                        </p:attrNameLst>
                                      </p:cBhvr>
                                      <p:tavLst>
                                        <p:tav tm="0">
                                          <p:val>
                                            <p:fltVal val="360"/>
                                          </p:val>
                                        </p:tav>
                                        <p:tav tm="100000">
                                          <p:val>
                                            <p:fltVal val="0"/>
                                          </p:val>
                                        </p:tav>
                                      </p:tavLst>
                                    </p:anim>
                                    <p:animEffect transition="in" filter="fade">
                                      <p:cBhvr>
                                        <p:cTn id="32" dur="500"/>
                                        <p:tgtEl>
                                          <p:spTgt spid="50"/>
                                        </p:tgtEl>
                                      </p:cBhvr>
                                    </p:animEffect>
                                  </p:childTnLst>
                                </p:cTn>
                              </p:par>
                            </p:childTnLst>
                          </p:cTn>
                        </p:par>
                        <p:par>
                          <p:cTn id="33" fill="hold">
                            <p:stCondLst>
                              <p:cond delay="500"/>
                            </p:stCondLst>
                            <p:childTnLst>
                              <p:par>
                                <p:cTn id="34" presetID="1" presetClass="entr" presetSubtype="0" fill="hold" grpId="0" nodeType="afterEffect">
                                  <p:stCondLst>
                                    <p:cond delay="0"/>
                                  </p:stCondLst>
                                  <p:iterate type="lt">
                                    <p:tmAbs val="100"/>
                                  </p:iterate>
                                  <p:childTnLst>
                                    <p:set>
                                      <p:cBhvr>
                                        <p:cTn id="35" dur="1" fill="hold">
                                          <p:stCondLst>
                                            <p:cond delay="0"/>
                                          </p:stCondLst>
                                        </p:cTn>
                                        <p:tgtEl>
                                          <p:spTgt spid="55"/>
                                        </p:tgtEl>
                                        <p:attrNameLst>
                                          <p:attrName>style.visibility</p:attrName>
                                        </p:attrNameLst>
                                      </p:cBhvr>
                                      <p:to>
                                        <p:strVal val="visible"/>
                                      </p:to>
                                    </p:set>
                                  </p:childTnLst>
                                </p:cTn>
                              </p:par>
                            </p:childTnLst>
                          </p:cTn>
                        </p:par>
                      </p:childTnLst>
                    </p:cTn>
                  </p:par>
                  <p:par>
                    <p:cTn id="36" fill="hold">
                      <p:stCondLst>
                        <p:cond delay="indefinite"/>
                      </p:stCondLst>
                      <p:childTnLst>
                        <p:par>
                          <p:cTn id="37" fill="hold">
                            <p:stCondLst>
                              <p:cond delay="0"/>
                            </p:stCondLst>
                            <p:childTnLst>
                              <p:par>
                                <p:cTn id="38" presetID="22" presetClass="entr" presetSubtype="8" fill="hold" nodeType="clickEffect">
                                  <p:stCondLst>
                                    <p:cond delay="0"/>
                                  </p:stCondLst>
                                  <p:childTnLst>
                                    <p:set>
                                      <p:cBhvr>
                                        <p:cTn id="39" dur="1" fill="hold">
                                          <p:stCondLst>
                                            <p:cond delay="0"/>
                                          </p:stCondLst>
                                        </p:cTn>
                                        <p:tgtEl>
                                          <p:spTgt spid="9"/>
                                        </p:tgtEl>
                                        <p:attrNameLst>
                                          <p:attrName>style.visibility</p:attrName>
                                        </p:attrNameLst>
                                      </p:cBhvr>
                                      <p:to>
                                        <p:strVal val="visible"/>
                                      </p:to>
                                    </p:set>
                                    <p:animEffect transition="in" filter="wipe(left)">
                                      <p:cBhvr>
                                        <p:cTn id="40" dur="1000"/>
                                        <p:tgtEl>
                                          <p:spTgt spid="9"/>
                                        </p:tgtEl>
                                      </p:cBhvr>
                                    </p:animEffect>
                                  </p:childTnLst>
                                </p:cTn>
                              </p:par>
                            </p:childTnLst>
                          </p:cTn>
                        </p:par>
                      </p:childTnLst>
                    </p:cTn>
                  </p:par>
                  <p:par>
                    <p:cTn id="41" fill="hold">
                      <p:stCondLst>
                        <p:cond delay="indefinite"/>
                      </p:stCondLst>
                      <p:childTnLst>
                        <p:par>
                          <p:cTn id="42" fill="hold">
                            <p:stCondLst>
                              <p:cond delay="0"/>
                            </p:stCondLst>
                            <p:childTnLst>
                              <p:par>
                                <p:cTn id="43" presetID="49" presetClass="entr" presetSubtype="0" decel="100000" fill="hold" grpId="0" nodeType="clickEffect">
                                  <p:stCondLst>
                                    <p:cond delay="0"/>
                                  </p:stCondLst>
                                  <p:childTnLst>
                                    <p:set>
                                      <p:cBhvr>
                                        <p:cTn id="44" dur="1" fill="hold">
                                          <p:stCondLst>
                                            <p:cond delay="0"/>
                                          </p:stCondLst>
                                        </p:cTn>
                                        <p:tgtEl>
                                          <p:spTgt spid="63"/>
                                        </p:tgtEl>
                                        <p:attrNameLst>
                                          <p:attrName>style.visibility</p:attrName>
                                        </p:attrNameLst>
                                      </p:cBhvr>
                                      <p:to>
                                        <p:strVal val="visible"/>
                                      </p:to>
                                    </p:set>
                                    <p:anim calcmode="lin" valueType="num">
                                      <p:cBhvr>
                                        <p:cTn id="45" dur="500" fill="hold"/>
                                        <p:tgtEl>
                                          <p:spTgt spid="63"/>
                                        </p:tgtEl>
                                        <p:attrNameLst>
                                          <p:attrName>ppt_w</p:attrName>
                                        </p:attrNameLst>
                                      </p:cBhvr>
                                      <p:tavLst>
                                        <p:tav tm="0">
                                          <p:val>
                                            <p:fltVal val="0"/>
                                          </p:val>
                                        </p:tav>
                                        <p:tav tm="100000">
                                          <p:val>
                                            <p:strVal val="#ppt_w"/>
                                          </p:val>
                                        </p:tav>
                                      </p:tavLst>
                                    </p:anim>
                                    <p:anim calcmode="lin" valueType="num">
                                      <p:cBhvr>
                                        <p:cTn id="46" dur="500" fill="hold"/>
                                        <p:tgtEl>
                                          <p:spTgt spid="63"/>
                                        </p:tgtEl>
                                        <p:attrNameLst>
                                          <p:attrName>ppt_h</p:attrName>
                                        </p:attrNameLst>
                                      </p:cBhvr>
                                      <p:tavLst>
                                        <p:tav tm="0">
                                          <p:val>
                                            <p:fltVal val="0"/>
                                          </p:val>
                                        </p:tav>
                                        <p:tav tm="100000">
                                          <p:val>
                                            <p:strVal val="#ppt_h"/>
                                          </p:val>
                                        </p:tav>
                                      </p:tavLst>
                                    </p:anim>
                                    <p:anim calcmode="lin" valueType="num">
                                      <p:cBhvr>
                                        <p:cTn id="47" dur="500" fill="hold"/>
                                        <p:tgtEl>
                                          <p:spTgt spid="63"/>
                                        </p:tgtEl>
                                        <p:attrNameLst>
                                          <p:attrName>style.rotation</p:attrName>
                                        </p:attrNameLst>
                                      </p:cBhvr>
                                      <p:tavLst>
                                        <p:tav tm="0">
                                          <p:val>
                                            <p:fltVal val="360"/>
                                          </p:val>
                                        </p:tav>
                                        <p:tav tm="100000">
                                          <p:val>
                                            <p:fltVal val="0"/>
                                          </p:val>
                                        </p:tav>
                                      </p:tavLst>
                                    </p:anim>
                                    <p:animEffect transition="in" filter="fade">
                                      <p:cBhvr>
                                        <p:cTn id="48" dur="500"/>
                                        <p:tgtEl>
                                          <p:spTgt spid="63"/>
                                        </p:tgtEl>
                                      </p:cBhvr>
                                    </p:animEffect>
                                  </p:childTnLst>
                                </p:cTn>
                              </p:par>
                            </p:childTnLst>
                          </p:cTn>
                        </p:par>
                        <p:par>
                          <p:cTn id="49" fill="hold">
                            <p:stCondLst>
                              <p:cond delay="500"/>
                            </p:stCondLst>
                            <p:childTnLst>
                              <p:par>
                                <p:cTn id="50" presetID="1" presetClass="entr" presetSubtype="0" fill="hold" grpId="0" nodeType="afterEffect">
                                  <p:stCondLst>
                                    <p:cond delay="0"/>
                                  </p:stCondLst>
                                  <p:iterate type="lt">
                                    <p:tmAbs val="100"/>
                                  </p:iterate>
                                  <p:childTnLst>
                                    <p:set>
                                      <p:cBhvr>
                                        <p:cTn id="51" dur="1" fill="hold">
                                          <p:stCondLst>
                                            <p:cond delay="0"/>
                                          </p:stCondLst>
                                        </p:cTn>
                                        <p:tgtEl>
                                          <p:spTgt spid="68"/>
                                        </p:tgtEl>
                                        <p:attrNameLst>
                                          <p:attrName>style.visibility</p:attrName>
                                        </p:attrNameLst>
                                      </p:cBhvr>
                                      <p:to>
                                        <p:strVal val="visible"/>
                                      </p:to>
                                    </p:set>
                                  </p:childTnLst>
                                </p:cTn>
                              </p:par>
                            </p:childTnLst>
                          </p:cTn>
                        </p:par>
                      </p:childTnLst>
                    </p:cTn>
                  </p:par>
                  <p:par>
                    <p:cTn id="52" fill="hold">
                      <p:stCondLst>
                        <p:cond delay="indefinite"/>
                      </p:stCondLst>
                      <p:childTnLst>
                        <p:par>
                          <p:cTn id="53" fill="hold">
                            <p:stCondLst>
                              <p:cond delay="0"/>
                            </p:stCondLst>
                            <p:childTnLst>
                              <p:par>
                                <p:cTn id="54" presetID="1" presetClass="entr" presetSubtype="0" fill="hold" grpId="0" nodeType="clickEffect">
                                  <p:stCondLst>
                                    <p:cond delay="0"/>
                                  </p:stCondLst>
                                  <p:iterate type="lt">
                                    <p:tmAbs val="100"/>
                                  </p:iterate>
                                  <p:childTnLst>
                                    <p:set>
                                      <p:cBhvr>
                                        <p:cTn id="55" dur="1" fill="hold">
                                          <p:stCondLst>
                                            <p:cond delay="0"/>
                                          </p:stCondLst>
                                        </p:cTn>
                                        <p:tgtEl>
                                          <p:spTgt spid="70"/>
                                        </p:tgtEl>
                                        <p:attrNameLst>
                                          <p:attrName>style.visibility</p:attrName>
                                        </p:attrNameLst>
                                      </p:cBhvr>
                                      <p:to>
                                        <p:strVal val="visible"/>
                                      </p:to>
                                    </p:set>
                                  </p:childTnLst>
                                </p:cTn>
                              </p:par>
                            </p:childTnLst>
                          </p:cTn>
                        </p:par>
                      </p:childTnLst>
                    </p:cTn>
                  </p:par>
                  <p:par>
                    <p:cTn id="56" fill="hold">
                      <p:stCondLst>
                        <p:cond delay="indefinite"/>
                      </p:stCondLst>
                      <p:childTnLst>
                        <p:par>
                          <p:cTn id="57" fill="hold">
                            <p:stCondLst>
                              <p:cond delay="0"/>
                            </p:stCondLst>
                            <p:childTnLst>
                              <p:par>
                                <p:cTn id="58" presetID="22" presetClass="entr" presetSubtype="8" fill="hold" grpId="0" nodeType="clickEffect">
                                  <p:stCondLst>
                                    <p:cond delay="0"/>
                                  </p:stCondLst>
                                  <p:childTnLst>
                                    <p:set>
                                      <p:cBhvr>
                                        <p:cTn id="59" dur="1" fill="hold">
                                          <p:stCondLst>
                                            <p:cond delay="0"/>
                                          </p:stCondLst>
                                        </p:cTn>
                                        <p:tgtEl>
                                          <p:spTgt spid="75"/>
                                        </p:tgtEl>
                                        <p:attrNameLst>
                                          <p:attrName>style.visibility</p:attrName>
                                        </p:attrNameLst>
                                      </p:cBhvr>
                                      <p:to>
                                        <p:strVal val="visible"/>
                                      </p:to>
                                    </p:set>
                                    <p:animEffect transition="in" filter="wipe(left)">
                                      <p:cBhvr>
                                        <p:cTn id="60" dur="1000"/>
                                        <p:tgtEl>
                                          <p:spTgt spid="75"/>
                                        </p:tgtEl>
                                      </p:cBhvr>
                                    </p:animEffect>
                                  </p:childTnLst>
                                </p:cTn>
                              </p:par>
                            </p:childTnLst>
                          </p:cTn>
                        </p:par>
                      </p:childTnLst>
                    </p:cTn>
                  </p:par>
                  <p:par>
                    <p:cTn id="61" fill="hold">
                      <p:stCondLst>
                        <p:cond delay="indefinite"/>
                      </p:stCondLst>
                      <p:childTnLst>
                        <p:par>
                          <p:cTn id="62" fill="hold">
                            <p:stCondLst>
                              <p:cond delay="0"/>
                            </p:stCondLst>
                            <p:childTnLst>
                              <p:par>
                                <p:cTn id="63" presetID="22" presetClass="entr" presetSubtype="8" fill="hold" grpId="0" nodeType="clickEffect">
                                  <p:stCondLst>
                                    <p:cond delay="0"/>
                                  </p:stCondLst>
                                  <p:childTnLst>
                                    <p:set>
                                      <p:cBhvr>
                                        <p:cTn id="64" dur="1" fill="hold">
                                          <p:stCondLst>
                                            <p:cond delay="0"/>
                                          </p:stCondLst>
                                        </p:cTn>
                                        <p:tgtEl>
                                          <p:spTgt spid="76"/>
                                        </p:tgtEl>
                                        <p:attrNameLst>
                                          <p:attrName>style.visibility</p:attrName>
                                        </p:attrNameLst>
                                      </p:cBhvr>
                                      <p:to>
                                        <p:strVal val="visible"/>
                                      </p:to>
                                    </p:set>
                                    <p:animEffect transition="in" filter="wipe(left)">
                                      <p:cBhvr>
                                        <p:cTn id="65" dur="1000"/>
                                        <p:tgtEl>
                                          <p:spTgt spid="76"/>
                                        </p:tgtEl>
                                      </p:cBhvr>
                                    </p:animEffect>
                                  </p:childTnLst>
                                </p:cTn>
                              </p:par>
                            </p:childTnLst>
                          </p:cTn>
                        </p:par>
                      </p:childTnLst>
                    </p:cTn>
                  </p:par>
                  <p:par>
                    <p:cTn id="66" fill="hold">
                      <p:stCondLst>
                        <p:cond delay="indefinite"/>
                      </p:stCondLst>
                      <p:childTnLst>
                        <p:par>
                          <p:cTn id="67" fill="hold">
                            <p:stCondLst>
                              <p:cond delay="0"/>
                            </p:stCondLst>
                            <p:childTnLst>
                              <p:par>
                                <p:cTn id="68" presetID="22" presetClass="entr" presetSubtype="8" fill="hold" grpId="0" nodeType="clickEffect">
                                  <p:stCondLst>
                                    <p:cond delay="0"/>
                                  </p:stCondLst>
                                  <p:childTnLst>
                                    <p:set>
                                      <p:cBhvr>
                                        <p:cTn id="69" dur="1" fill="hold">
                                          <p:stCondLst>
                                            <p:cond delay="0"/>
                                          </p:stCondLst>
                                        </p:cTn>
                                        <p:tgtEl>
                                          <p:spTgt spid="78"/>
                                        </p:tgtEl>
                                        <p:attrNameLst>
                                          <p:attrName>style.visibility</p:attrName>
                                        </p:attrNameLst>
                                      </p:cBhvr>
                                      <p:to>
                                        <p:strVal val="visible"/>
                                      </p:to>
                                    </p:set>
                                    <p:animEffect transition="in" filter="wipe(left)">
                                      <p:cBhvr>
                                        <p:cTn id="70" dur="1000"/>
                                        <p:tgtEl>
                                          <p:spTgt spid="78"/>
                                        </p:tgtEl>
                                      </p:cBhvr>
                                    </p:animEffect>
                                  </p:childTnLst>
                                </p:cTn>
                              </p:par>
                            </p:childTnLst>
                          </p:cTn>
                        </p:par>
                        <p:par>
                          <p:cTn id="71" fill="hold">
                            <p:stCondLst>
                              <p:cond delay="1000"/>
                            </p:stCondLst>
                            <p:childTnLst>
                              <p:par>
                                <p:cTn id="72" presetID="22" presetClass="entr" presetSubtype="8" fill="hold" nodeType="afterEffect">
                                  <p:stCondLst>
                                    <p:cond delay="0"/>
                                  </p:stCondLst>
                                  <p:childTnLst>
                                    <p:set>
                                      <p:cBhvr>
                                        <p:cTn id="73" dur="1" fill="hold">
                                          <p:stCondLst>
                                            <p:cond delay="0"/>
                                          </p:stCondLst>
                                        </p:cTn>
                                        <p:tgtEl>
                                          <p:spTgt spid="20"/>
                                        </p:tgtEl>
                                        <p:attrNameLst>
                                          <p:attrName>style.visibility</p:attrName>
                                        </p:attrNameLst>
                                      </p:cBhvr>
                                      <p:to>
                                        <p:strVal val="visible"/>
                                      </p:to>
                                    </p:set>
                                    <p:animEffect transition="in" filter="wipe(left)">
                                      <p:cBhvr>
                                        <p:cTn id="74" dur="1000"/>
                                        <p:tgtEl>
                                          <p:spTgt spid="20"/>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6" grpId="0" animBg="1"/>
      <p:bldP spid="47" grpId="0"/>
      <p:bldP spid="48" grpId="0" animBg="1"/>
      <p:bldP spid="49" grpId="0"/>
      <p:bldP spid="50" grpId="0" animBg="1"/>
      <p:bldP spid="55" grpId="0"/>
      <p:bldP spid="63" grpId="0" animBg="1"/>
      <p:bldP spid="68" grpId="0"/>
      <p:bldP spid="70" grpId="0"/>
      <p:bldP spid="75" grpId="0"/>
      <p:bldP spid="76" grpId="0"/>
      <p:bldP spid="78" grpId="0"/>
    </p:bldLst>
  </p:timing>
</p:sld>
</file>

<file path=ppt/slides/slide35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77" name="组合 76">
            <a:extLst>
              <a:ext uri="{FF2B5EF4-FFF2-40B4-BE49-F238E27FC236}">
                <a16:creationId xmlns:a16="http://schemas.microsoft.com/office/drawing/2014/main" id="{1C72E43E-CA64-4B5A-8DD5-CCFB06502DA1}"/>
              </a:ext>
            </a:extLst>
          </p:cNvPr>
          <p:cNvGrpSpPr/>
          <p:nvPr/>
        </p:nvGrpSpPr>
        <p:grpSpPr>
          <a:xfrm>
            <a:off x="665010" y="2844162"/>
            <a:ext cx="10169633" cy="551370"/>
            <a:chOff x="579492" y="2757436"/>
            <a:chExt cx="10169633" cy="551370"/>
          </a:xfrm>
        </p:grpSpPr>
        <p:cxnSp>
          <p:nvCxnSpPr>
            <p:cNvPr id="71" name="直接连接符 70">
              <a:extLst>
                <a:ext uri="{FF2B5EF4-FFF2-40B4-BE49-F238E27FC236}">
                  <a16:creationId xmlns:a16="http://schemas.microsoft.com/office/drawing/2014/main" id="{41B02B0E-CDA1-45A5-BB32-9E641102787D}"/>
                </a:ext>
              </a:extLst>
            </p:cNvPr>
            <p:cNvCxnSpPr>
              <a:cxnSpLocks/>
            </p:cNvCxnSpPr>
            <p:nvPr/>
          </p:nvCxnSpPr>
          <p:spPr>
            <a:xfrm>
              <a:off x="586071" y="2810483"/>
              <a:ext cx="0" cy="498323"/>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72" name="直接连接符 71">
              <a:extLst>
                <a:ext uri="{FF2B5EF4-FFF2-40B4-BE49-F238E27FC236}">
                  <a16:creationId xmlns:a16="http://schemas.microsoft.com/office/drawing/2014/main" id="{4644DF0A-18C8-468D-AB99-C803C9BE5943}"/>
                </a:ext>
              </a:extLst>
            </p:cNvPr>
            <p:cNvCxnSpPr>
              <a:cxnSpLocks/>
            </p:cNvCxnSpPr>
            <p:nvPr/>
          </p:nvCxnSpPr>
          <p:spPr>
            <a:xfrm>
              <a:off x="10749125" y="2757436"/>
              <a:ext cx="0" cy="533270"/>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73" name="直接箭头连接符 72">
              <a:extLst>
                <a:ext uri="{FF2B5EF4-FFF2-40B4-BE49-F238E27FC236}">
                  <a16:creationId xmlns:a16="http://schemas.microsoft.com/office/drawing/2014/main" id="{126CBC35-F361-4905-9F10-D77DF220447E}"/>
                </a:ext>
              </a:extLst>
            </p:cNvPr>
            <p:cNvCxnSpPr>
              <a:cxnSpLocks/>
            </p:cNvCxnSpPr>
            <p:nvPr/>
          </p:nvCxnSpPr>
          <p:spPr>
            <a:xfrm>
              <a:off x="579492" y="3091716"/>
              <a:ext cx="10167870" cy="0"/>
            </a:xfrm>
            <a:prstGeom prst="straightConnector1">
              <a:avLst/>
            </a:prstGeom>
            <a:ln w="12700">
              <a:solidFill>
                <a:schemeClr val="tx1"/>
              </a:solidFill>
              <a:headEnd type="triangle"/>
              <a:tailEnd type="triangle"/>
            </a:ln>
          </p:spPr>
          <p:style>
            <a:lnRef idx="1">
              <a:schemeClr val="accent1"/>
            </a:lnRef>
            <a:fillRef idx="0">
              <a:schemeClr val="accent1"/>
            </a:fillRef>
            <a:effectRef idx="0">
              <a:schemeClr val="accent1"/>
            </a:effectRef>
            <a:fontRef idx="minor">
              <a:schemeClr val="tx1"/>
            </a:fontRef>
          </p:style>
        </p:cxnSp>
        <p:sp>
          <p:nvSpPr>
            <p:cNvPr id="74" name="íşlïḍè">
              <a:extLst>
                <a:ext uri="{FF2B5EF4-FFF2-40B4-BE49-F238E27FC236}">
                  <a16:creationId xmlns:a16="http://schemas.microsoft.com/office/drawing/2014/main" id="{64258BB4-7741-4250-818A-DF4C222EBA17}"/>
                </a:ext>
              </a:extLst>
            </p:cNvPr>
            <p:cNvSpPr txBox="1"/>
            <p:nvPr/>
          </p:nvSpPr>
          <p:spPr>
            <a:xfrm>
              <a:off x="4304437" y="2893695"/>
              <a:ext cx="2714345" cy="369333"/>
            </a:xfrm>
            <a:prstGeom prst="rect">
              <a:avLst/>
            </a:prstGeom>
            <a:solidFill>
              <a:schemeClr val="bg1"/>
            </a:solidFill>
          </p:spPr>
          <p:txBody>
            <a:bodyPr wrap="square" lIns="91440" tIns="45720" rIns="91440" bIns="45720" anchor="ctr">
              <a:noAutofit/>
            </a:bodyPr>
            <a:lstStyle/>
            <a:p>
              <a:pPr algn="ctr"/>
              <a:r>
                <a:rPr lang="zh-CN" altLang="en-US" b="1" dirty="0">
                  <a:latin typeface="Arial Narrow" panose="020B0606020202030204" pitchFamily="34" charset="0"/>
                </a:rPr>
                <a:t>发送一帧所需的平均时间</a:t>
              </a:r>
            </a:p>
          </p:txBody>
        </p:sp>
      </p:grpSp>
      <p:grpSp>
        <p:nvGrpSpPr>
          <p:cNvPr id="42" name="组合 41">
            <a:extLst>
              <a:ext uri="{FF2B5EF4-FFF2-40B4-BE49-F238E27FC236}">
                <a16:creationId xmlns:a16="http://schemas.microsoft.com/office/drawing/2014/main" id="{87552E4E-F530-4090-A233-3EB6E8936EE4}"/>
              </a:ext>
            </a:extLst>
          </p:cNvPr>
          <p:cNvGrpSpPr/>
          <p:nvPr/>
        </p:nvGrpSpPr>
        <p:grpSpPr>
          <a:xfrm>
            <a:off x="670996" y="1568085"/>
            <a:ext cx="4262228" cy="498323"/>
            <a:chOff x="585478" y="1481359"/>
            <a:chExt cx="4262228" cy="498323"/>
          </a:xfrm>
        </p:grpSpPr>
        <p:cxnSp>
          <p:nvCxnSpPr>
            <p:cNvPr id="35" name="直接连接符 34">
              <a:extLst>
                <a:ext uri="{FF2B5EF4-FFF2-40B4-BE49-F238E27FC236}">
                  <a16:creationId xmlns:a16="http://schemas.microsoft.com/office/drawing/2014/main" id="{847981F0-F38F-409C-9285-1CD7D10E9E49}"/>
                </a:ext>
              </a:extLst>
            </p:cNvPr>
            <p:cNvCxnSpPr>
              <a:cxnSpLocks/>
            </p:cNvCxnSpPr>
            <p:nvPr/>
          </p:nvCxnSpPr>
          <p:spPr>
            <a:xfrm>
              <a:off x="585479" y="1481359"/>
              <a:ext cx="0" cy="498323"/>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6" name="直接连接符 35">
              <a:extLst>
                <a:ext uri="{FF2B5EF4-FFF2-40B4-BE49-F238E27FC236}">
                  <a16:creationId xmlns:a16="http://schemas.microsoft.com/office/drawing/2014/main" id="{3A689706-EAF7-4C59-AA72-9A9443DA9726}"/>
                </a:ext>
              </a:extLst>
            </p:cNvPr>
            <p:cNvCxnSpPr>
              <a:cxnSpLocks/>
            </p:cNvCxnSpPr>
            <p:nvPr/>
          </p:nvCxnSpPr>
          <p:spPr>
            <a:xfrm>
              <a:off x="4847706" y="1499459"/>
              <a:ext cx="0" cy="480223"/>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7" name="直接箭头连接符 36">
              <a:extLst>
                <a:ext uri="{FF2B5EF4-FFF2-40B4-BE49-F238E27FC236}">
                  <a16:creationId xmlns:a16="http://schemas.microsoft.com/office/drawing/2014/main" id="{BD40013D-05BA-479B-8223-A61B42EB5F49}"/>
                </a:ext>
              </a:extLst>
            </p:cNvPr>
            <p:cNvCxnSpPr>
              <a:cxnSpLocks/>
            </p:cNvCxnSpPr>
            <p:nvPr/>
          </p:nvCxnSpPr>
          <p:spPr>
            <a:xfrm>
              <a:off x="585478" y="1696810"/>
              <a:ext cx="4262227" cy="0"/>
            </a:xfrm>
            <a:prstGeom prst="straightConnector1">
              <a:avLst/>
            </a:prstGeom>
            <a:ln w="12700">
              <a:solidFill>
                <a:schemeClr val="tx1"/>
              </a:solidFill>
              <a:headEnd type="triangle"/>
              <a:tailEnd type="triangle"/>
            </a:ln>
          </p:spPr>
          <p:style>
            <a:lnRef idx="1">
              <a:schemeClr val="accent1"/>
            </a:lnRef>
            <a:fillRef idx="0">
              <a:schemeClr val="accent1"/>
            </a:fillRef>
            <a:effectRef idx="0">
              <a:schemeClr val="accent1"/>
            </a:effectRef>
            <a:fontRef idx="minor">
              <a:schemeClr val="tx1"/>
            </a:fontRef>
          </p:style>
        </p:cxnSp>
        <p:sp>
          <p:nvSpPr>
            <p:cNvPr id="40" name="íşlïḍè">
              <a:extLst>
                <a:ext uri="{FF2B5EF4-FFF2-40B4-BE49-F238E27FC236}">
                  <a16:creationId xmlns:a16="http://schemas.microsoft.com/office/drawing/2014/main" id="{B418C9FB-9DF4-4B6B-88C8-748D0BB5F003}"/>
                </a:ext>
              </a:extLst>
            </p:cNvPr>
            <p:cNvSpPr txBox="1"/>
            <p:nvPr/>
          </p:nvSpPr>
          <p:spPr>
            <a:xfrm>
              <a:off x="903188" y="1510260"/>
              <a:ext cx="3616184" cy="369333"/>
            </a:xfrm>
            <a:prstGeom prst="rect">
              <a:avLst/>
            </a:prstGeom>
            <a:solidFill>
              <a:schemeClr val="bg1"/>
            </a:solidFill>
          </p:spPr>
          <p:txBody>
            <a:bodyPr wrap="square" lIns="91440" tIns="45720" rIns="91440" bIns="45720" anchor="ctr">
              <a:noAutofit/>
            </a:bodyPr>
            <a:lstStyle/>
            <a:p>
              <a:pPr algn="ctr"/>
              <a:r>
                <a:rPr lang="zh-CN" altLang="en-US" b="1" dirty="0">
                  <a:solidFill>
                    <a:schemeClr val="accent1">
                      <a:lumMod val="75000"/>
                    </a:schemeClr>
                  </a:solidFill>
                  <a:latin typeface="Arial Narrow" panose="020B0606020202030204" pitchFamily="34" charset="0"/>
                </a:rPr>
                <a:t>可能发生多次碰撞，进行多次退避</a:t>
              </a:r>
            </a:p>
          </p:txBody>
        </p:sp>
      </p:grpSp>
      <p:grpSp>
        <p:nvGrpSpPr>
          <p:cNvPr id="4" name="组合 3">
            <a:extLst>
              <a:ext uri="{FF2B5EF4-FFF2-40B4-BE49-F238E27FC236}">
                <a16:creationId xmlns:a16="http://schemas.microsoft.com/office/drawing/2014/main" id="{9A1EA9F2-FCB6-48C3-935F-7AE7E3AD14AC}"/>
              </a:ext>
            </a:extLst>
          </p:cNvPr>
          <p:cNvGrpSpPr/>
          <p:nvPr/>
        </p:nvGrpSpPr>
        <p:grpSpPr>
          <a:xfrm>
            <a:off x="304800" y="749300"/>
            <a:ext cx="6271280" cy="400110"/>
            <a:chOff x="424117" y="898245"/>
            <a:chExt cx="6271280" cy="400110"/>
          </a:xfrm>
        </p:grpSpPr>
        <p:sp>
          <p:nvSpPr>
            <p:cNvPr id="2" name="平行四边形 1">
              <a:extLst>
                <a:ext uri="{FF2B5EF4-FFF2-40B4-BE49-F238E27FC236}">
                  <a16:creationId xmlns:a16="http://schemas.microsoft.com/office/drawing/2014/main" id="{1F5BAA3F-9845-4F89-A2DD-8222D3E4EDAC}"/>
                </a:ext>
              </a:extLst>
            </p:cNvPr>
            <p:cNvSpPr/>
            <p:nvPr/>
          </p:nvSpPr>
          <p:spPr>
            <a:xfrm>
              <a:off x="424117" y="898245"/>
              <a:ext cx="675384" cy="387090"/>
            </a:xfrm>
            <a:prstGeom prst="parallelogram">
              <a:avLst/>
            </a:prstGeom>
            <a:solidFill>
              <a:schemeClr val="accent3">
                <a:lumMod val="75000"/>
              </a:schemeClr>
            </a:solidFill>
            <a:ln>
              <a:solidFill>
                <a:schemeClr val="accent3">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CN" sz="2200" dirty="0">
                  <a:latin typeface="Impact" panose="020B0806030902050204" pitchFamily="34" charset="0"/>
                </a:rPr>
                <a:t>05</a:t>
              </a:r>
              <a:endParaRPr lang="zh-CN" altLang="en-US" sz="2200" dirty="0">
                <a:latin typeface="Impact" panose="020B0806030902050204" pitchFamily="34" charset="0"/>
              </a:endParaRPr>
            </a:p>
          </p:txBody>
        </p:sp>
        <p:sp>
          <p:nvSpPr>
            <p:cNvPr id="3" name="文本框 2">
              <a:extLst>
                <a:ext uri="{FF2B5EF4-FFF2-40B4-BE49-F238E27FC236}">
                  <a16:creationId xmlns:a16="http://schemas.microsoft.com/office/drawing/2014/main" id="{4D6BD736-A4D3-4F26-AFED-36E11F50F70B}"/>
                </a:ext>
              </a:extLst>
            </p:cNvPr>
            <p:cNvSpPr txBox="1"/>
            <p:nvPr/>
          </p:nvSpPr>
          <p:spPr>
            <a:xfrm>
              <a:off x="1131359" y="898245"/>
              <a:ext cx="5564038" cy="400110"/>
            </a:xfrm>
            <a:prstGeom prst="rect">
              <a:avLst/>
            </a:prstGeom>
            <a:noFill/>
          </p:spPr>
          <p:txBody>
            <a:bodyPr wrap="square" rtlCol="0">
              <a:spAutoFit/>
            </a:bodyPr>
            <a:lstStyle/>
            <a:p>
              <a:r>
                <a:rPr lang="zh-CN" altLang="en-US" sz="2000" b="1" dirty="0"/>
                <a:t>共享式以太网的信道利用率</a:t>
              </a:r>
              <a:endParaRPr lang="en-US" altLang="zh-CN" sz="2000" b="1" dirty="0"/>
            </a:p>
          </p:txBody>
        </p:sp>
      </p:grpSp>
      <p:grpSp>
        <p:nvGrpSpPr>
          <p:cNvPr id="14" name="组合 13">
            <a:extLst>
              <a:ext uri="{FF2B5EF4-FFF2-40B4-BE49-F238E27FC236}">
                <a16:creationId xmlns:a16="http://schemas.microsoft.com/office/drawing/2014/main" id="{F9953100-85E8-4BF0-BEF7-01579F61E557}"/>
              </a:ext>
            </a:extLst>
          </p:cNvPr>
          <p:cNvGrpSpPr/>
          <p:nvPr/>
        </p:nvGrpSpPr>
        <p:grpSpPr>
          <a:xfrm>
            <a:off x="657840" y="1987419"/>
            <a:ext cx="10887282" cy="434647"/>
            <a:chOff x="572322" y="1900693"/>
            <a:chExt cx="10887282" cy="434647"/>
          </a:xfrm>
        </p:grpSpPr>
        <p:cxnSp>
          <p:nvCxnSpPr>
            <p:cNvPr id="6" name="直接箭头连接符 5">
              <a:extLst>
                <a:ext uri="{FF2B5EF4-FFF2-40B4-BE49-F238E27FC236}">
                  <a16:creationId xmlns:a16="http://schemas.microsoft.com/office/drawing/2014/main" id="{98692E35-4DE0-47E9-AB7F-CD8AC7737FDB}"/>
                </a:ext>
              </a:extLst>
            </p:cNvPr>
            <p:cNvCxnSpPr>
              <a:cxnSpLocks/>
            </p:cNvCxnSpPr>
            <p:nvPr/>
          </p:nvCxnSpPr>
          <p:spPr>
            <a:xfrm>
              <a:off x="572322" y="2335340"/>
              <a:ext cx="10847811" cy="0"/>
            </a:xfrm>
            <a:prstGeom prst="straightConnector1">
              <a:avLst/>
            </a:prstGeom>
            <a:ln w="38100">
              <a:solidFill>
                <a:schemeClr val="tx1"/>
              </a:solidFill>
              <a:tailEnd type="triangle"/>
            </a:ln>
          </p:spPr>
          <p:style>
            <a:lnRef idx="1">
              <a:schemeClr val="accent1"/>
            </a:lnRef>
            <a:fillRef idx="0">
              <a:schemeClr val="accent1"/>
            </a:fillRef>
            <a:effectRef idx="0">
              <a:schemeClr val="accent1"/>
            </a:effectRef>
            <a:fontRef idx="minor">
              <a:schemeClr val="tx1"/>
            </a:fontRef>
          </p:style>
        </p:cxnSp>
        <mc:AlternateContent xmlns:mc="http://schemas.openxmlformats.org/markup-compatibility/2006" xmlns:a14="http://schemas.microsoft.com/office/drawing/2010/main">
          <mc:Choice Requires="a14">
            <p:sp>
              <p:nvSpPr>
                <p:cNvPr id="10" name="文本框 9">
                  <a:extLst>
                    <a:ext uri="{FF2B5EF4-FFF2-40B4-BE49-F238E27FC236}">
                      <a16:creationId xmlns:a16="http://schemas.microsoft.com/office/drawing/2014/main" id="{F3C0D49D-019F-49AB-ABDB-B6E9676AB5DB}"/>
                    </a:ext>
                  </a:extLst>
                </p:cNvPr>
                <p:cNvSpPr txBox="1"/>
                <p:nvPr/>
              </p:nvSpPr>
              <p:spPr>
                <a:xfrm>
                  <a:off x="11142195" y="1900693"/>
                  <a:ext cx="317409" cy="369332"/>
                </a:xfrm>
                <a:prstGeom prst="rect">
                  <a:avLst/>
                </a:prstGeom>
                <a:noFill/>
              </p:spPr>
              <p:txBody>
                <a:bodyPr wrap="square">
                  <a:spAutoFit/>
                </a:bodyPr>
                <a:lstStyle/>
                <a:p>
                  <a:pPr/>
                  <a14:m>
                    <m:oMathPara xmlns:m="http://schemas.openxmlformats.org/officeDocument/2006/math">
                      <m:oMathParaPr>
                        <m:jc m:val="centerGroup"/>
                      </m:oMathParaPr>
                      <m:oMath xmlns:m="http://schemas.openxmlformats.org/officeDocument/2006/math">
                        <m:r>
                          <a:rPr lang="en-US" altLang="zh-CN" sz="1800" b="1" i="1" dirty="0" smtClean="0">
                            <a:solidFill>
                              <a:schemeClr val="tx1"/>
                            </a:solidFill>
                            <a:latin typeface="Cambria Math" panose="02040503050406030204" pitchFamily="18" charset="0"/>
                            <a:ea typeface="Cambria Math" panose="02040503050406030204" pitchFamily="18" charset="0"/>
                          </a:rPr>
                          <m:t>𝒕</m:t>
                        </m:r>
                      </m:oMath>
                    </m:oMathPara>
                  </a14:m>
                  <a:endParaRPr lang="zh-CN" altLang="en-US" dirty="0"/>
                </a:p>
              </p:txBody>
            </p:sp>
          </mc:Choice>
          <mc:Fallback xmlns="">
            <p:sp>
              <p:nvSpPr>
                <p:cNvPr id="10" name="文本框 9">
                  <a:extLst>
                    <a:ext uri="{FF2B5EF4-FFF2-40B4-BE49-F238E27FC236}">
                      <a16:creationId xmlns:a16="http://schemas.microsoft.com/office/drawing/2014/main" id="{F3C0D49D-019F-49AB-ABDB-B6E9676AB5DB}"/>
                    </a:ext>
                  </a:extLst>
                </p:cNvPr>
                <p:cNvSpPr txBox="1">
                  <a:spLocks noRot="1" noChangeAspect="1" noMove="1" noResize="1" noEditPoints="1" noAdjustHandles="1" noChangeArrowheads="1" noChangeShapeType="1" noTextEdit="1"/>
                </p:cNvSpPr>
                <p:nvPr/>
              </p:nvSpPr>
              <p:spPr>
                <a:xfrm>
                  <a:off x="11142195" y="1900693"/>
                  <a:ext cx="317409" cy="369332"/>
                </a:xfrm>
                <a:prstGeom prst="rect">
                  <a:avLst/>
                </a:prstGeom>
                <a:blipFill>
                  <a:blip r:embed="rId3"/>
                  <a:stretch>
                    <a:fillRect/>
                  </a:stretch>
                </a:blipFill>
              </p:spPr>
              <p:txBody>
                <a:bodyPr/>
                <a:lstStyle/>
                <a:p>
                  <a:r>
                    <a:rPr lang="zh-CN" altLang="en-US">
                      <a:noFill/>
                    </a:rPr>
                    <a:t> </a:t>
                  </a:r>
                </a:p>
              </p:txBody>
            </p:sp>
          </mc:Fallback>
        </mc:AlternateContent>
      </p:grpSp>
      <p:graphicFrame>
        <p:nvGraphicFramePr>
          <p:cNvPr id="13" name="表格 13">
            <a:extLst>
              <a:ext uri="{FF2B5EF4-FFF2-40B4-BE49-F238E27FC236}">
                <a16:creationId xmlns:a16="http://schemas.microsoft.com/office/drawing/2014/main" id="{CD172999-CE6B-4B21-81F5-18DFDB83A63A}"/>
              </a:ext>
            </a:extLst>
          </p:cNvPr>
          <p:cNvGraphicFramePr>
            <a:graphicFrameLocks noGrp="1"/>
          </p:cNvGraphicFramePr>
          <p:nvPr/>
        </p:nvGraphicFramePr>
        <p:xfrm>
          <a:off x="670996" y="2038206"/>
          <a:ext cx="4262227" cy="370840"/>
        </p:xfrm>
        <a:graphic>
          <a:graphicData uri="http://schemas.openxmlformats.org/drawingml/2006/table">
            <a:tbl>
              <a:tblPr firstRow="1" bandRow="1">
                <a:tableStyleId>{5C22544A-7EE6-4342-B048-85BDC9FD1C3A}</a:tableStyleId>
              </a:tblPr>
              <a:tblGrid>
                <a:gridCol w="1078862">
                  <a:extLst>
                    <a:ext uri="{9D8B030D-6E8A-4147-A177-3AD203B41FA5}">
                      <a16:colId xmlns:a16="http://schemas.microsoft.com/office/drawing/2014/main" val="868953040"/>
                    </a:ext>
                  </a:extLst>
                </a:gridCol>
                <a:gridCol w="2111672">
                  <a:extLst>
                    <a:ext uri="{9D8B030D-6E8A-4147-A177-3AD203B41FA5}">
                      <a16:colId xmlns:a16="http://schemas.microsoft.com/office/drawing/2014/main" val="2694557290"/>
                    </a:ext>
                  </a:extLst>
                </a:gridCol>
                <a:gridCol w="1071693">
                  <a:extLst>
                    <a:ext uri="{9D8B030D-6E8A-4147-A177-3AD203B41FA5}">
                      <a16:colId xmlns:a16="http://schemas.microsoft.com/office/drawing/2014/main" val="732932112"/>
                    </a:ext>
                  </a:extLst>
                </a:gridCol>
              </a:tblGrid>
              <a:tr h="370840">
                <a:tc>
                  <a:txBody>
                    <a:bodyPr/>
                    <a:lstStyle/>
                    <a:p>
                      <a:pPr algn="ctr"/>
                      <a:r>
                        <a:rPr lang="zh-CN" altLang="en-US" dirty="0">
                          <a:solidFill>
                            <a:schemeClr val="bg1"/>
                          </a:solidFill>
                        </a:rPr>
                        <a:t>争用期</a:t>
                      </a: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ctr"/>
                      <a:r>
                        <a:rPr lang="en-US" altLang="zh-CN" dirty="0">
                          <a:solidFill>
                            <a:schemeClr val="bg1"/>
                          </a:solidFill>
                          <a:latin typeface="宋体" panose="02010600030101010101" pitchFamily="2" charset="-122"/>
                          <a:ea typeface="宋体" panose="02010600030101010101" pitchFamily="2" charset="-122"/>
                        </a:rPr>
                        <a:t>…</a:t>
                      </a:r>
                      <a:endParaRPr lang="zh-CN" altLang="en-US" dirty="0">
                        <a:solidFill>
                          <a:schemeClr val="bg1"/>
                        </a:solidFill>
                        <a:latin typeface="宋体" panose="02010600030101010101" pitchFamily="2" charset="-122"/>
                        <a:ea typeface="宋体" panose="02010600030101010101" pitchFamily="2" charset="-122"/>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ctr"/>
                      <a:r>
                        <a:rPr lang="zh-CN" altLang="en-US" dirty="0">
                          <a:solidFill>
                            <a:schemeClr val="bg1"/>
                          </a:solidFill>
                        </a:rPr>
                        <a:t>争用期</a:t>
                      </a: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866521569"/>
                  </a:ext>
                </a:extLst>
              </a:tr>
            </a:tbl>
          </a:graphicData>
        </a:graphic>
      </p:graphicFrame>
      <p:graphicFrame>
        <p:nvGraphicFramePr>
          <p:cNvPr id="15" name="表格 15">
            <a:extLst>
              <a:ext uri="{FF2B5EF4-FFF2-40B4-BE49-F238E27FC236}">
                <a16:creationId xmlns:a16="http://schemas.microsoft.com/office/drawing/2014/main" id="{C9279FFC-2097-498D-BF42-1181C629B67E}"/>
              </a:ext>
            </a:extLst>
          </p:cNvPr>
          <p:cNvGraphicFramePr>
            <a:graphicFrameLocks noGrp="1"/>
          </p:cNvGraphicFramePr>
          <p:nvPr/>
        </p:nvGraphicFramePr>
        <p:xfrm>
          <a:off x="4940394" y="2038206"/>
          <a:ext cx="5262730" cy="365760"/>
        </p:xfrm>
        <a:graphic>
          <a:graphicData uri="http://schemas.openxmlformats.org/drawingml/2006/table">
            <a:tbl>
              <a:tblPr firstRow="1" bandRow="1">
                <a:tableStyleId>{5C22544A-7EE6-4342-B048-85BDC9FD1C3A}</a:tableStyleId>
              </a:tblPr>
              <a:tblGrid>
                <a:gridCol w="5262730">
                  <a:extLst>
                    <a:ext uri="{9D8B030D-6E8A-4147-A177-3AD203B41FA5}">
                      <a16:colId xmlns:a16="http://schemas.microsoft.com/office/drawing/2014/main" val="2695213667"/>
                    </a:ext>
                  </a:extLst>
                </a:gridCol>
              </a:tblGrid>
              <a:tr h="339794">
                <a:tc>
                  <a:txBody>
                    <a:bodyPr/>
                    <a:lstStyle/>
                    <a:p>
                      <a:pPr algn="ctr"/>
                      <a:r>
                        <a:rPr lang="zh-CN" altLang="en-US" dirty="0">
                          <a:solidFill>
                            <a:schemeClr val="bg1"/>
                          </a:solidFill>
                        </a:rPr>
                        <a:t>成功发送一个帧</a:t>
                      </a: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accent4"/>
                    </a:solidFill>
                  </a:tcPr>
                </a:tc>
                <a:extLst>
                  <a:ext uri="{0D108BD9-81ED-4DB2-BD59-A6C34878D82A}">
                    <a16:rowId xmlns:a16="http://schemas.microsoft.com/office/drawing/2014/main" val="1014525258"/>
                  </a:ext>
                </a:extLst>
              </a:tr>
            </a:tbl>
          </a:graphicData>
        </a:graphic>
      </p:graphicFrame>
      <p:grpSp>
        <p:nvGrpSpPr>
          <p:cNvPr id="43" name="组合 42">
            <a:extLst>
              <a:ext uri="{FF2B5EF4-FFF2-40B4-BE49-F238E27FC236}">
                <a16:creationId xmlns:a16="http://schemas.microsoft.com/office/drawing/2014/main" id="{35217956-0C68-48E2-8514-9375EBC00F63}"/>
              </a:ext>
            </a:extLst>
          </p:cNvPr>
          <p:cNvGrpSpPr/>
          <p:nvPr/>
        </p:nvGrpSpPr>
        <p:grpSpPr>
          <a:xfrm>
            <a:off x="670996" y="2403966"/>
            <a:ext cx="4262228" cy="498323"/>
            <a:chOff x="585478" y="2317240"/>
            <a:chExt cx="4262228" cy="498323"/>
          </a:xfrm>
        </p:grpSpPr>
        <p:grpSp>
          <p:nvGrpSpPr>
            <p:cNvPr id="28" name="组合 27">
              <a:extLst>
                <a:ext uri="{FF2B5EF4-FFF2-40B4-BE49-F238E27FC236}">
                  <a16:creationId xmlns:a16="http://schemas.microsoft.com/office/drawing/2014/main" id="{09266C01-17C7-4975-9847-9D39BCC3B40F}"/>
                </a:ext>
              </a:extLst>
            </p:cNvPr>
            <p:cNvGrpSpPr/>
            <p:nvPr/>
          </p:nvGrpSpPr>
          <p:grpSpPr>
            <a:xfrm>
              <a:off x="585478" y="2317240"/>
              <a:ext cx="1073379" cy="498323"/>
              <a:chOff x="585478" y="2317240"/>
              <a:chExt cx="1073379" cy="498323"/>
            </a:xfrm>
          </p:grpSpPr>
          <p:cxnSp>
            <p:nvCxnSpPr>
              <p:cNvPr id="17" name="直接连接符 16">
                <a:extLst>
                  <a:ext uri="{FF2B5EF4-FFF2-40B4-BE49-F238E27FC236}">
                    <a16:creationId xmlns:a16="http://schemas.microsoft.com/office/drawing/2014/main" id="{5DCB9D4F-B7D1-4C16-954E-9DBD6557C7F2}"/>
                  </a:ext>
                </a:extLst>
              </p:cNvPr>
              <p:cNvCxnSpPr>
                <a:cxnSpLocks/>
              </p:cNvCxnSpPr>
              <p:nvPr/>
            </p:nvCxnSpPr>
            <p:spPr>
              <a:xfrm>
                <a:off x="585479" y="2317240"/>
                <a:ext cx="0" cy="498323"/>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9" name="直接连接符 18">
                <a:extLst>
                  <a:ext uri="{FF2B5EF4-FFF2-40B4-BE49-F238E27FC236}">
                    <a16:creationId xmlns:a16="http://schemas.microsoft.com/office/drawing/2014/main" id="{F4013236-D473-40B3-878F-6F48C43639ED}"/>
                  </a:ext>
                </a:extLst>
              </p:cNvPr>
              <p:cNvCxnSpPr>
                <a:cxnSpLocks/>
              </p:cNvCxnSpPr>
              <p:nvPr/>
            </p:nvCxnSpPr>
            <p:spPr>
              <a:xfrm>
                <a:off x="1658857" y="2335340"/>
                <a:ext cx="0" cy="480223"/>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1" name="直接箭头连接符 20">
                <a:extLst>
                  <a:ext uri="{FF2B5EF4-FFF2-40B4-BE49-F238E27FC236}">
                    <a16:creationId xmlns:a16="http://schemas.microsoft.com/office/drawing/2014/main" id="{13CCC275-5E7A-4753-819C-28031BC5DB5E}"/>
                  </a:ext>
                </a:extLst>
              </p:cNvPr>
              <p:cNvCxnSpPr>
                <a:cxnSpLocks/>
              </p:cNvCxnSpPr>
              <p:nvPr/>
            </p:nvCxnSpPr>
            <p:spPr>
              <a:xfrm>
                <a:off x="585478" y="2591894"/>
                <a:ext cx="1073379" cy="0"/>
              </a:xfrm>
              <a:prstGeom prst="straightConnector1">
                <a:avLst/>
              </a:prstGeom>
              <a:ln w="12700">
                <a:solidFill>
                  <a:schemeClr val="tx1"/>
                </a:solidFill>
                <a:headEnd type="triangle"/>
                <a:tailEnd type="triangle"/>
              </a:ln>
            </p:spPr>
            <p:style>
              <a:lnRef idx="1">
                <a:schemeClr val="accent1"/>
              </a:lnRef>
              <a:fillRef idx="0">
                <a:schemeClr val="accent1"/>
              </a:fillRef>
              <a:effectRef idx="0">
                <a:schemeClr val="accent1"/>
              </a:effectRef>
              <a:fontRef idx="minor">
                <a:schemeClr val="tx1"/>
              </a:fontRef>
            </p:style>
          </p:cxnSp>
          <mc:AlternateContent xmlns:mc="http://schemas.openxmlformats.org/markup-compatibility/2006" xmlns:a14="http://schemas.microsoft.com/office/drawing/2010/main">
            <mc:Choice Requires="a14">
              <p:sp>
                <p:nvSpPr>
                  <p:cNvPr id="23" name="文本框 22">
                    <a:extLst>
                      <a:ext uri="{FF2B5EF4-FFF2-40B4-BE49-F238E27FC236}">
                        <a16:creationId xmlns:a16="http://schemas.microsoft.com/office/drawing/2014/main" id="{619F1B1C-1D68-41A6-BD22-76303AD6E639}"/>
                      </a:ext>
                    </a:extLst>
                  </p:cNvPr>
                  <p:cNvSpPr txBox="1"/>
                  <p:nvPr/>
                </p:nvSpPr>
                <p:spPr>
                  <a:xfrm>
                    <a:off x="910836" y="2388105"/>
                    <a:ext cx="409505" cy="369332"/>
                  </a:xfrm>
                  <a:prstGeom prst="rect">
                    <a:avLst/>
                  </a:prstGeom>
                  <a:solidFill>
                    <a:schemeClr val="bg1"/>
                  </a:solidFill>
                </p:spPr>
                <p:txBody>
                  <a:bodyPr wrap="square">
                    <a:spAutoFit/>
                  </a:bodyPr>
                  <a:lstStyle/>
                  <a:p>
                    <a:pPr/>
                    <a14:m>
                      <m:oMathPara xmlns:m="http://schemas.openxmlformats.org/officeDocument/2006/math">
                        <m:oMathParaPr>
                          <m:jc m:val="centerGroup"/>
                        </m:oMathParaPr>
                        <m:oMath xmlns:m="http://schemas.openxmlformats.org/officeDocument/2006/math">
                          <m:r>
                            <a:rPr lang="en-US" altLang="zh-CN" sz="1800" b="1" i="1" dirty="0" smtClean="0">
                              <a:solidFill>
                                <a:schemeClr val="tx1"/>
                              </a:solidFill>
                              <a:latin typeface="Cambria Math" panose="02040503050406030204" pitchFamily="18" charset="0"/>
                            </a:rPr>
                            <m:t>𝟐</m:t>
                          </m:r>
                          <m:r>
                            <a:rPr lang="el-GR" altLang="zh-CN" sz="1800" b="1" i="1" dirty="0" smtClean="0">
                              <a:solidFill>
                                <a:schemeClr val="tx1"/>
                              </a:solidFill>
                              <a:latin typeface="Cambria Math" panose="02040503050406030204" pitchFamily="18" charset="0"/>
                            </a:rPr>
                            <m:t>𝝉</m:t>
                          </m:r>
                        </m:oMath>
                      </m:oMathPara>
                    </a14:m>
                    <a:endParaRPr lang="zh-CN" altLang="en-US" dirty="0"/>
                  </a:p>
                </p:txBody>
              </p:sp>
            </mc:Choice>
            <mc:Fallback xmlns="">
              <p:sp>
                <p:nvSpPr>
                  <p:cNvPr id="23" name="文本框 22">
                    <a:extLst>
                      <a:ext uri="{FF2B5EF4-FFF2-40B4-BE49-F238E27FC236}">
                        <a16:creationId xmlns:a16="http://schemas.microsoft.com/office/drawing/2014/main" id="{619F1B1C-1D68-41A6-BD22-76303AD6E639}"/>
                      </a:ext>
                    </a:extLst>
                  </p:cNvPr>
                  <p:cNvSpPr txBox="1">
                    <a:spLocks noRot="1" noChangeAspect="1" noMove="1" noResize="1" noEditPoints="1" noAdjustHandles="1" noChangeArrowheads="1" noChangeShapeType="1" noTextEdit="1"/>
                  </p:cNvSpPr>
                  <p:nvPr/>
                </p:nvSpPr>
                <p:spPr>
                  <a:xfrm>
                    <a:off x="910836" y="2388105"/>
                    <a:ext cx="409505" cy="369332"/>
                  </a:xfrm>
                  <a:prstGeom prst="rect">
                    <a:avLst/>
                  </a:prstGeom>
                  <a:blipFill>
                    <a:blip r:embed="rId4"/>
                    <a:stretch>
                      <a:fillRect/>
                    </a:stretch>
                  </a:blipFill>
                </p:spPr>
                <p:txBody>
                  <a:bodyPr/>
                  <a:lstStyle/>
                  <a:p>
                    <a:r>
                      <a:rPr lang="zh-CN" altLang="en-US">
                        <a:noFill/>
                      </a:rPr>
                      <a:t> </a:t>
                    </a:r>
                  </a:p>
                </p:txBody>
              </p:sp>
            </mc:Fallback>
          </mc:AlternateContent>
        </p:grpSp>
        <p:grpSp>
          <p:nvGrpSpPr>
            <p:cNvPr id="41" name="组合 40">
              <a:extLst>
                <a:ext uri="{FF2B5EF4-FFF2-40B4-BE49-F238E27FC236}">
                  <a16:creationId xmlns:a16="http://schemas.microsoft.com/office/drawing/2014/main" id="{9B31133E-665E-41D1-8E4C-F8423733C83C}"/>
                </a:ext>
              </a:extLst>
            </p:cNvPr>
            <p:cNvGrpSpPr/>
            <p:nvPr/>
          </p:nvGrpSpPr>
          <p:grpSpPr>
            <a:xfrm>
              <a:off x="3774327" y="2317240"/>
              <a:ext cx="1073379" cy="498323"/>
              <a:chOff x="3774327" y="2317240"/>
              <a:chExt cx="1073379" cy="498323"/>
            </a:xfrm>
          </p:grpSpPr>
          <p:cxnSp>
            <p:nvCxnSpPr>
              <p:cNvPr id="30" name="直接连接符 29">
                <a:extLst>
                  <a:ext uri="{FF2B5EF4-FFF2-40B4-BE49-F238E27FC236}">
                    <a16:creationId xmlns:a16="http://schemas.microsoft.com/office/drawing/2014/main" id="{5ACBB51F-219C-4E81-B400-40B4FDE982B9}"/>
                  </a:ext>
                </a:extLst>
              </p:cNvPr>
              <p:cNvCxnSpPr>
                <a:cxnSpLocks/>
              </p:cNvCxnSpPr>
              <p:nvPr/>
            </p:nvCxnSpPr>
            <p:spPr>
              <a:xfrm>
                <a:off x="3774328" y="2317240"/>
                <a:ext cx="0" cy="498323"/>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1" name="直接连接符 30">
                <a:extLst>
                  <a:ext uri="{FF2B5EF4-FFF2-40B4-BE49-F238E27FC236}">
                    <a16:creationId xmlns:a16="http://schemas.microsoft.com/office/drawing/2014/main" id="{5265C426-578B-4182-87CF-E1B74F21B84A}"/>
                  </a:ext>
                </a:extLst>
              </p:cNvPr>
              <p:cNvCxnSpPr>
                <a:cxnSpLocks/>
              </p:cNvCxnSpPr>
              <p:nvPr/>
            </p:nvCxnSpPr>
            <p:spPr>
              <a:xfrm>
                <a:off x="4847706" y="2335340"/>
                <a:ext cx="0" cy="480223"/>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2" name="直接箭头连接符 31">
                <a:extLst>
                  <a:ext uri="{FF2B5EF4-FFF2-40B4-BE49-F238E27FC236}">
                    <a16:creationId xmlns:a16="http://schemas.microsoft.com/office/drawing/2014/main" id="{F6559A70-A776-4E43-BEFC-4D33ED5CAC03}"/>
                  </a:ext>
                </a:extLst>
              </p:cNvPr>
              <p:cNvCxnSpPr>
                <a:cxnSpLocks/>
              </p:cNvCxnSpPr>
              <p:nvPr/>
            </p:nvCxnSpPr>
            <p:spPr>
              <a:xfrm>
                <a:off x="3774327" y="2591894"/>
                <a:ext cx="1073379" cy="0"/>
              </a:xfrm>
              <a:prstGeom prst="straightConnector1">
                <a:avLst/>
              </a:prstGeom>
              <a:ln w="12700">
                <a:solidFill>
                  <a:schemeClr val="tx1"/>
                </a:solidFill>
                <a:headEnd type="triangle"/>
                <a:tailEnd type="triangle"/>
              </a:ln>
            </p:spPr>
            <p:style>
              <a:lnRef idx="1">
                <a:schemeClr val="accent1"/>
              </a:lnRef>
              <a:fillRef idx="0">
                <a:schemeClr val="accent1"/>
              </a:fillRef>
              <a:effectRef idx="0">
                <a:schemeClr val="accent1"/>
              </a:effectRef>
              <a:fontRef idx="minor">
                <a:schemeClr val="tx1"/>
              </a:fontRef>
            </p:style>
          </p:cxnSp>
          <mc:AlternateContent xmlns:mc="http://schemas.openxmlformats.org/markup-compatibility/2006" xmlns:a14="http://schemas.microsoft.com/office/drawing/2010/main">
            <mc:Choice Requires="a14">
              <p:sp>
                <p:nvSpPr>
                  <p:cNvPr id="33" name="文本框 32">
                    <a:extLst>
                      <a:ext uri="{FF2B5EF4-FFF2-40B4-BE49-F238E27FC236}">
                        <a16:creationId xmlns:a16="http://schemas.microsoft.com/office/drawing/2014/main" id="{5A7A85BC-A00C-4043-95BC-3F30541339A1}"/>
                      </a:ext>
                    </a:extLst>
                  </p:cNvPr>
                  <p:cNvSpPr txBox="1"/>
                  <p:nvPr/>
                </p:nvSpPr>
                <p:spPr>
                  <a:xfrm>
                    <a:off x="4099685" y="2388105"/>
                    <a:ext cx="409505" cy="369332"/>
                  </a:xfrm>
                  <a:prstGeom prst="rect">
                    <a:avLst/>
                  </a:prstGeom>
                  <a:solidFill>
                    <a:schemeClr val="bg1"/>
                  </a:solidFill>
                </p:spPr>
                <p:txBody>
                  <a:bodyPr wrap="square">
                    <a:spAutoFit/>
                  </a:bodyPr>
                  <a:lstStyle/>
                  <a:p>
                    <a:pPr/>
                    <a14:m>
                      <m:oMathPara xmlns:m="http://schemas.openxmlformats.org/officeDocument/2006/math">
                        <m:oMathParaPr>
                          <m:jc m:val="centerGroup"/>
                        </m:oMathParaPr>
                        <m:oMath xmlns:m="http://schemas.openxmlformats.org/officeDocument/2006/math">
                          <m:r>
                            <a:rPr lang="en-US" altLang="zh-CN" sz="1800" b="1" i="1" dirty="0" smtClean="0">
                              <a:solidFill>
                                <a:schemeClr val="tx1"/>
                              </a:solidFill>
                              <a:latin typeface="Cambria Math" panose="02040503050406030204" pitchFamily="18" charset="0"/>
                            </a:rPr>
                            <m:t>𝟐</m:t>
                          </m:r>
                          <m:r>
                            <a:rPr lang="el-GR" altLang="zh-CN" sz="1800" b="1" i="1" dirty="0" smtClean="0">
                              <a:solidFill>
                                <a:schemeClr val="tx1"/>
                              </a:solidFill>
                              <a:latin typeface="Cambria Math" panose="02040503050406030204" pitchFamily="18" charset="0"/>
                            </a:rPr>
                            <m:t>𝝉</m:t>
                          </m:r>
                        </m:oMath>
                      </m:oMathPara>
                    </a14:m>
                    <a:endParaRPr lang="zh-CN" altLang="en-US" dirty="0"/>
                  </a:p>
                </p:txBody>
              </p:sp>
            </mc:Choice>
            <mc:Fallback xmlns="">
              <p:sp>
                <p:nvSpPr>
                  <p:cNvPr id="33" name="文本框 32">
                    <a:extLst>
                      <a:ext uri="{FF2B5EF4-FFF2-40B4-BE49-F238E27FC236}">
                        <a16:creationId xmlns:a16="http://schemas.microsoft.com/office/drawing/2014/main" id="{5A7A85BC-A00C-4043-95BC-3F30541339A1}"/>
                      </a:ext>
                    </a:extLst>
                  </p:cNvPr>
                  <p:cNvSpPr txBox="1">
                    <a:spLocks noRot="1" noChangeAspect="1" noMove="1" noResize="1" noEditPoints="1" noAdjustHandles="1" noChangeArrowheads="1" noChangeShapeType="1" noTextEdit="1"/>
                  </p:cNvSpPr>
                  <p:nvPr/>
                </p:nvSpPr>
                <p:spPr>
                  <a:xfrm>
                    <a:off x="4099685" y="2388105"/>
                    <a:ext cx="409505" cy="369332"/>
                  </a:xfrm>
                  <a:prstGeom prst="rect">
                    <a:avLst/>
                  </a:prstGeom>
                  <a:blipFill>
                    <a:blip r:embed="rId5"/>
                    <a:stretch>
                      <a:fillRect/>
                    </a:stretch>
                  </a:blipFill>
                </p:spPr>
                <p:txBody>
                  <a:bodyPr/>
                  <a:lstStyle/>
                  <a:p>
                    <a:r>
                      <a:rPr lang="zh-CN" altLang="en-US">
                        <a:noFill/>
                      </a:rPr>
                      <a:t> </a:t>
                    </a:r>
                  </a:p>
                </p:txBody>
              </p:sp>
            </mc:Fallback>
          </mc:AlternateContent>
        </p:grpSp>
      </p:grpSp>
      <p:grpSp>
        <p:nvGrpSpPr>
          <p:cNvPr id="56" name="组合 55">
            <a:extLst>
              <a:ext uri="{FF2B5EF4-FFF2-40B4-BE49-F238E27FC236}">
                <a16:creationId xmlns:a16="http://schemas.microsoft.com/office/drawing/2014/main" id="{31350925-B1DE-4045-99A8-01D1C62B2DAF}"/>
              </a:ext>
            </a:extLst>
          </p:cNvPr>
          <p:cNvGrpSpPr/>
          <p:nvPr/>
        </p:nvGrpSpPr>
        <p:grpSpPr>
          <a:xfrm>
            <a:off x="4933814" y="2403965"/>
            <a:ext cx="5270400" cy="498323"/>
            <a:chOff x="4848296" y="2317239"/>
            <a:chExt cx="5270400" cy="498323"/>
          </a:xfrm>
        </p:grpSpPr>
        <p:cxnSp>
          <p:nvCxnSpPr>
            <p:cNvPr id="51" name="直接连接符 50">
              <a:extLst>
                <a:ext uri="{FF2B5EF4-FFF2-40B4-BE49-F238E27FC236}">
                  <a16:creationId xmlns:a16="http://schemas.microsoft.com/office/drawing/2014/main" id="{7484230A-705A-4306-8CD4-EA70B4D66CBA}"/>
                </a:ext>
              </a:extLst>
            </p:cNvPr>
            <p:cNvCxnSpPr>
              <a:cxnSpLocks/>
            </p:cNvCxnSpPr>
            <p:nvPr/>
          </p:nvCxnSpPr>
          <p:spPr>
            <a:xfrm>
              <a:off x="4848297" y="2317239"/>
              <a:ext cx="0" cy="498323"/>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2" name="直接连接符 51">
              <a:extLst>
                <a:ext uri="{FF2B5EF4-FFF2-40B4-BE49-F238E27FC236}">
                  <a16:creationId xmlns:a16="http://schemas.microsoft.com/office/drawing/2014/main" id="{DCF9255F-A5DD-4625-87F0-57DC946BB76E}"/>
                </a:ext>
              </a:extLst>
            </p:cNvPr>
            <p:cNvCxnSpPr>
              <a:cxnSpLocks/>
            </p:cNvCxnSpPr>
            <p:nvPr/>
          </p:nvCxnSpPr>
          <p:spPr>
            <a:xfrm>
              <a:off x="10118696" y="2335339"/>
              <a:ext cx="0" cy="480223"/>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3" name="直接箭头连接符 52">
              <a:extLst>
                <a:ext uri="{FF2B5EF4-FFF2-40B4-BE49-F238E27FC236}">
                  <a16:creationId xmlns:a16="http://schemas.microsoft.com/office/drawing/2014/main" id="{BF62E8F4-8FAF-4148-B64E-92E671B87BD8}"/>
                </a:ext>
              </a:extLst>
            </p:cNvPr>
            <p:cNvCxnSpPr>
              <a:cxnSpLocks/>
            </p:cNvCxnSpPr>
            <p:nvPr/>
          </p:nvCxnSpPr>
          <p:spPr>
            <a:xfrm>
              <a:off x="4848296" y="2591893"/>
              <a:ext cx="5269310" cy="0"/>
            </a:xfrm>
            <a:prstGeom prst="straightConnector1">
              <a:avLst/>
            </a:prstGeom>
            <a:ln w="12700">
              <a:solidFill>
                <a:schemeClr val="tx1"/>
              </a:solidFill>
              <a:headEnd type="triangle"/>
              <a:tailEnd type="triangle"/>
            </a:ln>
          </p:spPr>
          <p:style>
            <a:lnRef idx="1">
              <a:schemeClr val="accent1"/>
            </a:lnRef>
            <a:fillRef idx="0">
              <a:schemeClr val="accent1"/>
            </a:fillRef>
            <a:effectRef idx="0">
              <a:schemeClr val="accent1"/>
            </a:effectRef>
            <a:fontRef idx="minor">
              <a:schemeClr val="tx1"/>
            </a:fontRef>
          </p:style>
        </p:cxnSp>
        <mc:AlternateContent xmlns:mc="http://schemas.openxmlformats.org/markup-compatibility/2006" xmlns:a14="http://schemas.microsoft.com/office/drawing/2010/main">
          <mc:Choice Requires="a14">
            <p:sp>
              <p:nvSpPr>
                <p:cNvPr id="54" name="文本框 53">
                  <a:extLst>
                    <a:ext uri="{FF2B5EF4-FFF2-40B4-BE49-F238E27FC236}">
                      <a16:creationId xmlns:a16="http://schemas.microsoft.com/office/drawing/2014/main" id="{8AB6CE14-82E4-4B7B-AA6C-F758EE83C184}"/>
                    </a:ext>
                  </a:extLst>
                </p:cNvPr>
                <p:cNvSpPr txBox="1"/>
                <p:nvPr/>
              </p:nvSpPr>
              <p:spPr>
                <a:xfrm>
                  <a:off x="7277607" y="2388105"/>
                  <a:ext cx="409505" cy="369332"/>
                </a:xfrm>
                <a:prstGeom prst="rect">
                  <a:avLst/>
                </a:prstGeom>
                <a:solidFill>
                  <a:schemeClr val="bg1"/>
                </a:solidFill>
              </p:spPr>
              <p:txBody>
                <a:bodyPr wrap="square">
                  <a:spAutoFit/>
                </a:bodyPr>
                <a:lstStyle/>
                <a:p>
                  <a:pPr/>
                  <a14:m>
                    <m:oMathPara xmlns:m="http://schemas.openxmlformats.org/officeDocument/2006/math">
                      <m:oMathParaPr>
                        <m:jc m:val="centerGroup"/>
                      </m:oMathParaPr>
                      <m:oMath xmlns:m="http://schemas.openxmlformats.org/officeDocument/2006/math">
                        <m:sSub>
                          <m:sSubPr>
                            <m:ctrlPr>
                              <a:rPr lang="en-US" altLang="zh-CN" sz="1800" b="1" i="1" dirty="0" smtClean="0">
                                <a:solidFill>
                                  <a:schemeClr val="tx1"/>
                                </a:solidFill>
                                <a:latin typeface="Cambria Math" panose="02040503050406030204" pitchFamily="18" charset="0"/>
                              </a:rPr>
                            </m:ctrlPr>
                          </m:sSubPr>
                          <m:e>
                            <m:r>
                              <a:rPr lang="en-US" altLang="zh-CN" sz="1800" b="1" i="1" dirty="0" smtClean="0">
                                <a:solidFill>
                                  <a:schemeClr val="tx1"/>
                                </a:solidFill>
                                <a:latin typeface="Cambria Math" panose="02040503050406030204" pitchFamily="18" charset="0"/>
                              </a:rPr>
                              <m:t>𝑻</m:t>
                            </m:r>
                          </m:e>
                          <m:sub>
                            <m:r>
                              <a:rPr lang="en-US" altLang="zh-CN" sz="1800" b="1" i="1" dirty="0" smtClean="0">
                                <a:solidFill>
                                  <a:schemeClr val="tx1"/>
                                </a:solidFill>
                                <a:latin typeface="Cambria Math" panose="02040503050406030204" pitchFamily="18" charset="0"/>
                              </a:rPr>
                              <m:t>𝟎</m:t>
                            </m:r>
                          </m:sub>
                        </m:sSub>
                      </m:oMath>
                    </m:oMathPara>
                  </a14:m>
                  <a:endParaRPr lang="zh-CN" altLang="en-US" dirty="0"/>
                </a:p>
              </p:txBody>
            </p:sp>
          </mc:Choice>
          <mc:Fallback xmlns="">
            <p:sp>
              <p:nvSpPr>
                <p:cNvPr id="54" name="文本框 53">
                  <a:extLst>
                    <a:ext uri="{FF2B5EF4-FFF2-40B4-BE49-F238E27FC236}">
                      <a16:creationId xmlns:a16="http://schemas.microsoft.com/office/drawing/2014/main" id="{8AB6CE14-82E4-4B7B-AA6C-F758EE83C184}"/>
                    </a:ext>
                  </a:extLst>
                </p:cNvPr>
                <p:cNvSpPr txBox="1">
                  <a:spLocks noRot="1" noChangeAspect="1" noMove="1" noResize="1" noEditPoints="1" noAdjustHandles="1" noChangeArrowheads="1" noChangeShapeType="1" noTextEdit="1"/>
                </p:cNvSpPr>
                <p:nvPr/>
              </p:nvSpPr>
              <p:spPr>
                <a:xfrm>
                  <a:off x="7277607" y="2388105"/>
                  <a:ext cx="409505" cy="369332"/>
                </a:xfrm>
                <a:prstGeom prst="rect">
                  <a:avLst/>
                </a:prstGeom>
                <a:blipFill>
                  <a:blip r:embed="rId6"/>
                  <a:stretch>
                    <a:fillRect b="-1639"/>
                  </a:stretch>
                </a:blipFill>
              </p:spPr>
              <p:txBody>
                <a:bodyPr/>
                <a:lstStyle/>
                <a:p>
                  <a:r>
                    <a:rPr lang="zh-CN" altLang="en-US">
                      <a:noFill/>
                    </a:rPr>
                    <a:t> </a:t>
                  </a:r>
                </a:p>
              </p:txBody>
            </p:sp>
          </mc:Fallback>
        </mc:AlternateContent>
      </p:grpSp>
      <p:grpSp>
        <p:nvGrpSpPr>
          <p:cNvPr id="69" name="组合 68">
            <a:extLst>
              <a:ext uri="{FF2B5EF4-FFF2-40B4-BE49-F238E27FC236}">
                <a16:creationId xmlns:a16="http://schemas.microsoft.com/office/drawing/2014/main" id="{078D348D-4DF4-4995-BD31-8CE1E736EF80}"/>
              </a:ext>
            </a:extLst>
          </p:cNvPr>
          <p:cNvGrpSpPr/>
          <p:nvPr/>
        </p:nvGrpSpPr>
        <p:grpSpPr>
          <a:xfrm>
            <a:off x="10201939" y="2403965"/>
            <a:ext cx="630941" cy="498323"/>
            <a:chOff x="3125844" y="4529219"/>
            <a:chExt cx="630941" cy="498323"/>
          </a:xfrm>
        </p:grpSpPr>
        <p:cxnSp>
          <p:nvCxnSpPr>
            <p:cNvPr id="64" name="直接连接符 63">
              <a:extLst>
                <a:ext uri="{FF2B5EF4-FFF2-40B4-BE49-F238E27FC236}">
                  <a16:creationId xmlns:a16="http://schemas.microsoft.com/office/drawing/2014/main" id="{00ACB7E1-B403-43AC-8902-9B55E86CF922}"/>
                </a:ext>
              </a:extLst>
            </p:cNvPr>
            <p:cNvCxnSpPr>
              <a:cxnSpLocks/>
            </p:cNvCxnSpPr>
            <p:nvPr/>
          </p:nvCxnSpPr>
          <p:spPr>
            <a:xfrm>
              <a:off x="3125845" y="4529219"/>
              <a:ext cx="0" cy="498323"/>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65" name="直接连接符 64">
              <a:extLst>
                <a:ext uri="{FF2B5EF4-FFF2-40B4-BE49-F238E27FC236}">
                  <a16:creationId xmlns:a16="http://schemas.microsoft.com/office/drawing/2014/main" id="{A5195B00-5642-4A99-A2DA-019FE1F7B2BB}"/>
                </a:ext>
              </a:extLst>
            </p:cNvPr>
            <p:cNvCxnSpPr>
              <a:cxnSpLocks/>
            </p:cNvCxnSpPr>
            <p:nvPr/>
          </p:nvCxnSpPr>
          <p:spPr>
            <a:xfrm>
              <a:off x="3756785" y="4529219"/>
              <a:ext cx="0" cy="480223"/>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66" name="直接箭头连接符 65">
              <a:extLst>
                <a:ext uri="{FF2B5EF4-FFF2-40B4-BE49-F238E27FC236}">
                  <a16:creationId xmlns:a16="http://schemas.microsoft.com/office/drawing/2014/main" id="{DA52C488-6653-4930-93E9-48A33BCB7BCB}"/>
                </a:ext>
              </a:extLst>
            </p:cNvPr>
            <p:cNvCxnSpPr>
              <a:cxnSpLocks/>
            </p:cNvCxnSpPr>
            <p:nvPr/>
          </p:nvCxnSpPr>
          <p:spPr>
            <a:xfrm>
              <a:off x="3125844" y="4803873"/>
              <a:ext cx="630941" cy="0"/>
            </a:xfrm>
            <a:prstGeom prst="straightConnector1">
              <a:avLst/>
            </a:prstGeom>
            <a:ln w="12700">
              <a:solidFill>
                <a:schemeClr val="tx1"/>
              </a:solidFill>
              <a:headEnd type="triangle"/>
              <a:tailEnd type="triangle"/>
            </a:ln>
          </p:spPr>
          <p:style>
            <a:lnRef idx="1">
              <a:schemeClr val="accent1"/>
            </a:lnRef>
            <a:fillRef idx="0">
              <a:schemeClr val="accent1"/>
            </a:fillRef>
            <a:effectRef idx="0">
              <a:schemeClr val="accent1"/>
            </a:effectRef>
            <a:fontRef idx="minor">
              <a:schemeClr val="tx1"/>
            </a:fontRef>
          </p:style>
        </p:cxnSp>
        <mc:AlternateContent xmlns:mc="http://schemas.openxmlformats.org/markup-compatibility/2006" xmlns:a14="http://schemas.microsoft.com/office/drawing/2010/main">
          <mc:Choice Requires="a14">
            <p:sp>
              <p:nvSpPr>
                <p:cNvPr id="67" name="文本框 66">
                  <a:extLst>
                    <a:ext uri="{FF2B5EF4-FFF2-40B4-BE49-F238E27FC236}">
                      <a16:creationId xmlns:a16="http://schemas.microsoft.com/office/drawing/2014/main" id="{715E0E34-2478-4038-A534-D794A07FAAAD}"/>
                    </a:ext>
                  </a:extLst>
                </p:cNvPr>
                <p:cNvSpPr txBox="1"/>
                <p:nvPr/>
              </p:nvSpPr>
              <p:spPr>
                <a:xfrm>
                  <a:off x="3299901" y="4600084"/>
                  <a:ext cx="252446" cy="369332"/>
                </a:xfrm>
                <a:prstGeom prst="rect">
                  <a:avLst/>
                </a:prstGeom>
                <a:solidFill>
                  <a:schemeClr val="bg1"/>
                </a:solidFill>
              </p:spPr>
              <p:txBody>
                <a:bodyPr wrap="square">
                  <a:spAutoFit/>
                </a:bodyPr>
                <a:lstStyle/>
                <a:p>
                  <a:pPr/>
                  <a14:m>
                    <m:oMathPara xmlns:m="http://schemas.openxmlformats.org/officeDocument/2006/math">
                      <m:oMathParaPr>
                        <m:jc m:val="centerGroup"/>
                      </m:oMathParaPr>
                      <m:oMath xmlns:m="http://schemas.openxmlformats.org/officeDocument/2006/math">
                        <m:r>
                          <a:rPr lang="el-GR" altLang="zh-CN" sz="1800" b="1" i="1" dirty="0" smtClean="0">
                            <a:solidFill>
                              <a:schemeClr val="tx1"/>
                            </a:solidFill>
                            <a:latin typeface="Cambria Math" panose="02040503050406030204" pitchFamily="18" charset="0"/>
                          </a:rPr>
                          <m:t>𝝉</m:t>
                        </m:r>
                      </m:oMath>
                    </m:oMathPara>
                  </a14:m>
                  <a:endParaRPr lang="zh-CN" altLang="en-US" dirty="0"/>
                </a:p>
              </p:txBody>
            </p:sp>
          </mc:Choice>
          <mc:Fallback xmlns="">
            <p:sp>
              <p:nvSpPr>
                <p:cNvPr id="67" name="文本框 66">
                  <a:extLst>
                    <a:ext uri="{FF2B5EF4-FFF2-40B4-BE49-F238E27FC236}">
                      <a16:creationId xmlns:a16="http://schemas.microsoft.com/office/drawing/2014/main" id="{715E0E34-2478-4038-A534-D794A07FAAAD}"/>
                    </a:ext>
                  </a:extLst>
                </p:cNvPr>
                <p:cNvSpPr txBox="1">
                  <a:spLocks noRot="1" noChangeAspect="1" noMove="1" noResize="1" noEditPoints="1" noAdjustHandles="1" noChangeArrowheads="1" noChangeShapeType="1" noTextEdit="1"/>
                </p:cNvSpPr>
                <p:nvPr/>
              </p:nvSpPr>
              <p:spPr>
                <a:xfrm>
                  <a:off x="3299901" y="4600084"/>
                  <a:ext cx="252446" cy="369332"/>
                </a:xfrm>
                <a:prstGeom prst="rect">
                  <a:avLst/>
                </a:prstGeom>
                <a:blipFill>
                  <a:blip r:embed="rId7"/>
                  <a:stretch>
                    <a:fillRect r="-4762"/>
                  </a:stretch>
                </a:blipFill>
              </p:spPr>
              <p:txBody>
                <a:bodyPr/>
                <a:lstStyle/>
                <a:p>
                  <a:r>
                    <a:rPr lang="zh-CN" altLang="en-US">
                      <a:noFill/>
                    </a:rPr>
                    <a:t> </a:t>
                  </a:r>
                </a:p>
              </p:txBody>
            </p:sp>
          </mc:Fallback>
        </mc:AlternateContent>
      </p:grpSp>
      <p:grpSp>
        <p:nvGrpSpPr>
          <p:cNvPr id="9" name="组合 8">
            <a:extLst>
              <a:ext uri="{FF2B5EF4-FFF2-40B4-BE49-F238E27FC236}">
                <a16:creationId xmlns:a16="http://schemas.microsoft.com/office/drawing/2014/main" id="{7E0DBE99-0976-44BE-86D4-E8659E658066}"/>
              </a:ext>
            </a:extLst>
          </p:cNvPr>
          <p:cNvGrpSpPr/>
          <p:nvPr/>
        </p:nvGrpSpPr>
        <p:grpSpPr>
          <a:xfrm>
            <a:off x="665248" y="1174544"/>
            <a:ext cx="4273384" cy="1737584"/>
            <a:chOff x="665248" y="1174544"/>
            <a:chExt cx="4273384" cy="1737584"/>
          </a:xfrm>
        </p:grpSpPr>
        <p:sp>
          <p:nvSpPr>
            <p:cNvPr id="5" name="矩形 4">
              <a:extLst>
                <a:ext uri="{FF2B5EF4-FFF2-40B4-BE49-F238E27FC236}">
                  <a16:creationId xmlns:a16="http://schemas.microsoft.com/office/drawing/2014/main" id="{7BB3C01D-02AB-40A7-A11E-1310CB7804F5}"/>
                </a:ext>
              </a:extLst>
            </p:cNvPr>
            <p:cNvSpPr/>
            <p:nvPr/>
          </p:nvSpPr>
          <p:spPr>
            <a:xfrm>
              <a:off x="665248" y="1569757"/>
              <a:ext cx="4273384" cy="1342371"/>
            </a:xfrm>
            <a:prstGeom prst="rect">
              <a:avLst/>
            </a:prstGeom>
            <a:solidFill>
              <a:schemeClr val="tx1">
                <a:alpha val="74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cxnSp>
          <p:nvCxnSpPr>
            <p:cNvPr id="59" name="直接连接符 58">
              <a:extLst>
                <a:ext uri="{FF2B5EF4-FFF2-40B4-BE49-F238E27FC236}">
                  <a16:creationId xmlns:a16="http://schemas.microsoft.com/office/drawing/2014/main" id="{941B3F23-9698-4A81-ACE0-FFDD0BF04877}"/>
                </a:ext>
              </a:extLst>
            </p:cNvPr>
            <p:cNvCxnSpPr>
              <a:cxnSpLocks/>
            </p:cNvCxnSpPr>
            <p:nvPr/>
          </p:nvCxnSpPr>
          <p:spPr>
            <a:xfrm>
              <a:off x="680434" y="1209491"/>
              <a:ext cx="0" cy="498323"/>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60" name="直接连接符 59">
              <a:extLst>
                <a:ext uri="{FF2B5EF4-FFF2-40B4-BE49-F238E27FC236}">
                  <a16:creationId xmlns:a16="http://schemas.microsoft.com/office/drawing/2014/main" id="{85E73361-04D3-4833-A9CB-35559D8D0265}"/>
                </a:ext>
              </a:extLst>
            </p:cNvPr>
            <p:cNvCxnSpPr>
              <a:cxnSpLocks/>
            </p:cNvCxnSpPr>
            <p:nvPr/>
          </p:nvCxnSpPr>
          <p:spPr>
            <a:xfrm>
              <a:off x="4932175" y="1174544"/>
              <a:ext cx="0" cy="533270"/>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61" name="直接箭头连接符 60">
              <a:extLst>
                <a:ext uri="{FF2B5EF4-FFF2-40B4-BE49-F238E27FC236}">
                  <a16:creationId xmlns:a16="http://schemas.microsoft.com/office/drawing/2014/main" id="{DF9B3F26-44CA-4C5F-AA59-A64A70831190}"/>
                </a:ext>
              </a:extLst>
            </p:cNvPr>
            <p:cNvCxnSpPr>
              <a:cxnSpLocks/>
            </p:cNvCxnSpPr>
            <p:nvPr/>
          </p:nvCxnSpPr>
          <p:spPr>
            <a:xfrm>
              <a:off x="680434" y="1383114"/>
              <a:ext cx="4251741" cy="0"/>
            </a:xfrm>
            <a:prstGeom prst="straightConnector1">
              <a:avLst/>
            </a:prstGeom>
            <a:ln w="12700">
              <a:solidFill>
                <a:schemeClr val="tx1"/>
              </a:solidFill>
              <a:headEnd type="triangle"/>
              <a:tailEnd type="triangle"/>
            </a:ln>
          </p:spPr>
          <p:style>
            <a:lnRef idx="1">
              <a:schemeClr val="accent1"/>
            </a:lnRef>
            <a:fillRef idx="0">
              <a:schemeClr val="accent1"/>
            </a:fillRef>
            <a:effectRef idx="0">
              <a:schemeClr val="accent1"/>
            </a:effectRef>
            <a:fontRef idx="minor">
              <a:schemeClr val="tx1"/>
            </a:fontRef>
          </p:style>
        </p:cxnSp>
        <p:sp>
          <p:nvSpPr>
            <p:cNvPr id="57" name="íşlïḍè">
              <a:extLst>
                <a:ext uri="{FF2B5EF4-FFF2-40B4-BE49-F238E27FC236}">
                  <a16:creationId xmlns:a16="http://schemas.microsoft.com/office/drawing/2014/main" id="{F8454D25-24E5-4061-B111-236D5590A7AA}"/>
                </a:ext>
              </a:extLst>
            </p:cNvPr>
            <p:cNvSpPr txBox="1"/>
            <p:nvPr/>
          </p:nvSpPr>
          <p:spPr>
            <a:xfrm>
              <a:off x="1230969" y="1209491"/>
              <a:ext cx="3174737" cy="347246"/>
            </a:xfrm>
            <a:prstGeom prst="rect">
              <a:avLst/>
            </a:prstGeom>
            <a:solidFill>
              <a:schemeClr val="bg1"/>
            </a:solidFill>
          </p:spPr>
          <p:txBody>
            <a:bodyPr wrap="square" lIns="91440" tIns="45720" rIns="91440" bIns="45720" anchor="ctr">
              <a:noAutofit/>
            </a:bodyPr>
            <a:lstStyle/>
            <a:p>
              <a:pPr algn="ctr"/>
              <a:r>
                <a:rPr lang="zh-CN" altLang="en-US" b="1" dirty="0">
                  <a:latin typeface="Arial Narrow" panose="020B0606020202030204" pitchFamily="34" charset="0"/>
                </a:rPr>
                <a:t>理想情况下不考虑这部分时间</a:t>
              </a:r>
            </a:p>
          </p:txBody>
        </p:sp>
      </p:grpSp>
      <p:sp>
        <p:nvSpPr>
          <p:cNvPr id="70" name="íşlïḍè">
            <a:extLst>
              <a:ext uri="{FF2B5EF4-FFF2-40B4-BE49-F238E27FC236}">
                <a16:creationId xmlns:a16="http://schemas.microsoft.com/office/drawing/2014/main" id="{3EC9053D-9785-4E1F-9545-2D2FC4BA7A05}"/>
              </a:ext>
            </a:extLst>
          </p:cNvPr>
          <p:cNvSpPr txBox="1"/>
          <p:nvPr/>
        </p:nvSpPr>
        <p:spPr>
          <a:xfrm>
            <a:off x="905668" y="3953315"/>
            <a:ext cx="1795841" cy="347246"/>
          </a:xfrm>
          <a:prstGeom prst="rect">
            <a:avLst/>
          </a:prstGeom>
          <a:noFill/>
        </p:spPr>
        <p:txBody>
          <a:bodyPr wrap="square" lIns="91440" tIns="45720" rIns="91440" bIns="45720" anchor="ctr">
            <a:noAutofit/>
          </a:bodyPr>
          <a:lstStyle/>
          <a:p>
            <a:r>
              <a:rPr lang="zh-CN" altLang="en-US" b="1" dirty="0">
                <a:latin typeface="Arial Narrow" panose="020B0606020202030204" pitchFamily="34" charset="0"/>
              </a:rPr>
              <a:t>极限信道利用率</a:t>
            </a:r>
          </a:p>
        </p:txBody>
      </p:sp>
      <mc:AlternateContent xmlns:mc="http://schemas.openxmlformats.org/markup-compatibility/2006" xmlns:a14="http://schemas.microsoft.com/office/drawing/2010/main">
        <mc:Choice Requires="a14">
          <p:sp>
            <p:nvSpPr>
              <p:cNvPr id="75" name="íşlïḍè">
                <a:extLst>
                  <a:ext uri="{FF2B5EF4-FFF2-40B4-BE49-F238E27FC236}">
                    <a16:creationId xmlns:a16="http://schemas.microsoft.com/office/drawing/2014/main" id="{EC0A1741-AC0A-427C-A762-FD8017ACF6A5}"/>
                  </a:ext>
                </a:extLst>
              </p:cNvPr>
              <p:cNvSpPr txBox="1"/>
              <p:nvPr/>
            </p:nvSpPr>
            <p:spPr>
              <a:xfrm>
                <a:off x="2535943" y="3934818"/>
                <a:ext cx="1795841" cy="347246"/>
              </a:xfrm>
              <a:prstGeom prst="rect">
                <a:avLst/>
              </a:prstGeom>
              <a:noFill/>
            </p:spPr>
            <p:txBody>
              <a:bodyPr wrap="square" lIns="91440" tIns="45720" rIns="91440" bIns="45720" anchor="ctr">
                <a:noAutofit/>
              </a:bodyPr>
              <a:lstStyle/>
              <a:p>
                <a:pPr/>
                <a14:m>
                  <m:oMathPara xmlns:m="http://schemas.openxmlformats.org/officeDocument/2006/math">
                    <m:oMathParaPr>
                      <m:jc m:val="centerGroup"/>
                    </m:oMathParaPr>
                    <m:oMath xmlns:m="http://schemas.openxmlformats.org/officeDocument/2006/math">
                      <m:sSub>
                        <m:sSubPr>
                          <m:ctrlPr>
                            <a:rPr lang="en-US" altLang="zh-CN" b="1" i="1" dirty="0" smtClean="0">
                              <a:latin typeface="Cambria Math" panose="02040503050406030204" pitchFamily="18" charset="0"/>
                            </a:rPr>
                          </m:ctrlPr>
                        </m:sSubPr>
                        <m:e>
                          <m:r>
                            <a:rPr lang="en-US" altLang="zh-CN" b="1" i="1" dirty="0" smtClean="0">
                              <a:latin typeface="Cambria Math" panose="02040503050406030204" pitchFamily="18" charset="0"/>
                            </a:rPr>
                            <m:t>𝑺</m:t>
                          </m:r>
                        </m:e>
                        <m:sub>
                          <m:r>
                            <a:rPr lang="en-US" altLang="zh-CN" b="1" i="1" dirty="0" smtClean="0">
                              <a:latin typeface="Cambria Math" panose="02040503050406030204" pitchFamily="18" charset="0"/>
                            </a:rPr>
                            <m:t>𝒎𝒂𝒙</m:t>
                          </m:r>
                        </m:sub>
                      </m:sSub>
                      <m:r>
                        <a:rPr lang="en-US" altLang="zh-CN" b="1" i="1" dirty="0" smtClean="0">
                          <a:latin typeface="Cambria Math" panose="02040503050406030204" pitchFamily="18" charset="0"/>
                        </a:rPr>
                        <m:t>=</m:t>
                      </m:r>
                      <m:f>
                        <m:fPr>
                          <m:ctrlPr>
                            <a:rPr lang="en-US" altLang="zh-CN" b="1" i="1" dirty="0" smtClean="0">
                              <a:latin typeface="Cambria Math" panose="02040503050406030204" pitchFamily="18" charset="0"/>
                            </a:rPr>
                          </m:ctrlPr>
                        </m:fPr>
                        <m:num>
                          <m:sSub>
                            <m:sSubPr>
                              <m:ctrlPr>
                                <a:rPr lang="en-US" altLang="zh-CN" b="1" i="1" dirty="0" smtClean="0">
                                  <a:latin typeface="Cambria Math" panose="02040503050406030204" pitchFamily="18" charset="0"/>
                                </a:rPr>
                              </m:ctrlPr>
                            </m:sSubPr>
                            <m:e>
                              <m:r>
                                <a:rPr lang="en-US" altLang="zh-CN" b="1" i="1" dirty="0" smtClean="0">
                                  <a:latin typeface="Cambria Math" panose="02040503050406030204" pitchFamily="18" charset="0"/>
                                </a:rPr>
                                <m:t>𝑻</m:t>
                              </m:r>
                            </m:e>
                            <m:sub>
                              <m:r>
                                <a:rPr lang="en-US" altLang="zh-CN" b="1" i="1" dirty="0" smtClean="0">
                                  <a:latin typeface="Cambria Math" panose="02040503050406030204" pitchFamily="18" charset="0"/>
                                </a:rPr>
                                <m:t>𝟎</m:t>
                              </m:r>
                            </m:sub>
                          </m:sSub>
                        </m:num>
                        <m:den>
                          <m:sSub>
                            <m:sSubPr>
                              <m:ctrlPr>
                                <a:rPr lang="en-US" altLang="zh-CN" b="1" i="1" dirty="0" smtClean="0">
                                  <a:latin typeface="Cambria Math" panose="02040503050406030204" pitchFamily="18" charset="0"/>
                                </a:rPr>
                              </m:ctrlPr>
                            </m:sSubPr>
                            <m:e>
                              <m:r>
                                <a:rPr lang="en-US" altLang="zh-CN" b="1" i="1" dirty="0" smtClean="0">
                                  <a:latin typeface="Cambria Math" panose="02040503050406030204" pitchFamily="18" charset="0"/>
                                </a:rPr>
                                <m:t>𝑻</m:t>
                              </m:r>
                            </m:e>
                            <m:sub>
                              <m:r>
                                <a:rPr lang="en-US" altLang="zh-CN" b="1" i="1" dirty="0" smtClean="0">
                                  <a:latin typeface="Cambria Math" panose="02040503050406030204" pitchFamily="18" charset="0"/>
                                </a:rPr>
                                <m:t>𝟎</m:t>
                              </m:r>
                            </m:sub>
                          </m:sSub>
                          <m:r>
                            <a:rPr lang="en-US" altLang="zh-CN" b="1" i="1" dirty="0" smtClean="0">
                              <a:latin typeface="Cambria Math" panose="02040503050406030204" pitchFamily="18" charset="0"/>
                            </a:rPr>
                            <m:t>+</m:t>
                          </m:r>
                          <m:r>
                            <a:rPr lang="zh-CN" altLang="en-US" b="1" i="1" dirty="0" smtClean="0">
                              <a:latin typeface="Cambria Math" panose="02040503050406030204" pitchFamily="18" charset="0"/>
                            </a:rPr>
                            <m:t>𝝉</m:t>
                          </m:r>
                        </m:den>
                      </m:f>
                    </m:oMath>
                  </m:oMathPara>
                </a14:m>
                <a:endParaRPr lang="zh-CN" altLang="en-US" b="1" dirty="0">
                  <a:latin typeface="Arial Narrow" panose="020B0606020202030204" pitchFamily="34" charset="0"/>
                </a:endParaRPr>
              </a:p>
            </p:txBody>
          </p:sp>
        </mc:Choice>
        <mc:Fallback xmlns="">
          <p:sp>
            <p:nvSpPr>
              <p:cNvPr id="75" name="íşlïḍè">
                <a:extLst>
                  <a:ext uri="{FF2B5EF4-FFF2-40B4-BE49-F238E27FC236}">
                    <a16:creationId xmlns:a16="http://schemas.microsoft.com/office/drawing/2014/main" id="{EC0A1741-AC0A-427C-A762-FD8017ACF6A5}"/>
                  </a:ext>
                </a:extLst>
              </p:cNvPr>
              <p:cNvSpPr txBox="1">
                <a:spLocks noRot="1" noChangeAspect="1" noMove="1" noResize="1" noEditPoints="1" noAdjustHandles="1" noChangeArrowheads="1" noChangeShapeType="1" noTextEdit="1"/>
              </p:cNvSpPr>
              <p:nvPr/>
            </p:nvSpPr>
            <p:spPr>
              <a:xfrm>
                <a:off x="2535943" y="3934818"/>
                <a:ext cx="1795841" cy="347246"/>
              </a:xfrm>
              <a:prstGeom prst="rect">
                <a:avLst/>
              </a:prstGeom>
              <a:blipFill>
                <a:blip r:embed="rId8"/>
                <a:stretch>
                  <a:fillRect t="-22807" b="-33333"/>
                </a:stretch>
              </a:blipFill>
            </p:spPr>
            <p:txBody>
              <a:bodyPr/>
              <a:lstStyle/>
              <a:p>
                <a:r>
                  <a:rPr lang="zh-CN" altLang="en-US">
                    <a:noFill/>
                  </a:rPr>
                  <a:t> </a:t>
                </a:r>
              </a:p>
            </p:txBody>
          </p:sp>
        </mc:Fallback>
      </mc:AlternateContent>
      <mc:AlternateContent xmlns:mc="http://schemas.openxmlformats.org/markup-compatibility/2006" xmlns:a14="http://schemas.microsoft.com/office/drawing/2010/main">
        <mc:Choice Requires="a14">
          <p:sp>
            <p:nvSpPr>
              <p:cNvPr id="76" name="íşlïḍè">
                <a:extLst>
                  <a:ext uri="{FF2B5EF4-FFF2-40B4-BE49-F238E27FC236}">
                    <a16:creationId xmlns:a16="http://schemas.microsoft.com/office/drawing/2014/main" id="{FAA4C72C-632F-4A13-8FCD-5F62BBDD49CF}"/>
                  </a:ext>
                </a:extLst>
              </p:cNvPr>
              <p:cNvSpPr txBox="1"/>
              <p:nvPr/>
            </p:nvSpPr>
            <p:spPr>
              <a:xfrm>
                <a:off x="4214575" y="4026913"/>
                <a:ext cx="1795841" cy="347246"/>
              </a:xfrm>
              <a:prstGeom prst="rect">
                <a:avLst/>
              </a:prstGeom>
              <a:noFill/>
            </p:spPr>
            <p:txBody>
              <a:bodyPr wrap="square" lIns="91440" tIns="45720" rIns="91440" bIns="45720" anchor="ctr">
                <a:noAutofit/>
              </a:bodyPr>
              <a:lstStyle/>
              <a:p>
                <a:pPr/>
                <a14:m>
                  <m:oMathPara xmlns:m="http://schemas.openxmlformats.org/officeDocument/2006/math">
                    <m:oMathParaPr>
                      <m:jc m:val="left"/>
                    </m:oMathParaPr>
                    <m:oMath xmlns:m="http://schemas.openxmlformats.org/officeDocument/2006/math">
                      <m:r>
                        <a:rPr lang="en-US" altLang="zh-CN" b="1" i="1" dirty="0" smtClean="0">
                          <a:latin typeface="Cambria Math" panose="02040503050406030204" pitchFamily="18" charset="0"/>
                        </a:rPr>
                        <m:t>=</m:t>
                      </m:r>
                      <m:f>
                        <m:fPr>
                          <m:ctrlPr>
                            <a:rPr lang="en-US" altLang="zh-CN" b="1" i="1" dirty="0" smtClean="0">
                              <a:latin typeface="Cambria Math" panose="02040503050406030204" pitchFamily="18" charset="0"/>
                            </a:rPr>
                          </m:ctrlPr>
                        </m:fPr>
                        <m:num>
                          <m:r>
                            <a:rPr lang="en-US" altLang="zh-CN" b="1" i="1" dirty="0" smtClean="0">
                              <a:latin typeface="Cambria Math" panose="02040503050406030204" pitchFamily="18" charset="0"/>
                            </a:rPr>
                            <m:t>𝟏</m:t>
                          </m:r>
                        </m:num>
                        <m:den>
                          <m:r>
                            <a:rPr lang="en-US" altLang="zh-CN" b="1" i="1" dirty="0" smtClean="0">
                              <a:latin typeface="Cambria Math" panose="02040503050406030204" pitchFamily="18" charset="0"/>
                            </a:rPr>
                            <m:t>𝟏</m:t>
                          </m:r>
                          <m:r>
                            <a:rPr lang="en-US" altLang="zh-CN" b="1" i="1" dirty="0" smtClean="0">
                              <a:latin typeface="Cambria Math" panose="02040503050406030204" pitchFamily="18" charset="0"/>
                            </a:rPr>
                            <m:t>+</m:t>
                          </m:r>
                          <m:f>
                            <m:fPr>
                              <m:ctrlPr>
                                <a:rPr lang="en-US" altLang="zh-CN" b="1" i="1" dirty="0" smtClean="0">
                                  <a:latin typeface="Cambria Math" panose="02040503050406030204" pitchFamily="18" charset="0"/>
                                </a:rPr>
                              </m:ctrlPr>
                            </m:fPr>
                            <m:num>
                              <m:r>
                                <a:rPr lang="zh-CN" altLang="en-US" b="1" i="1" dirty="0" smtClean="0">
                                  <a:latin typeface="Cambria Math" panose="02040503050406030204" pitchFamily="18" charset="0"/>
                                </a:rPr>
                                <m:t>𝝉</m:t>
                              </m:r>
                            </m:num>
                            <m:den>
                              <m:sSub>
                                <m:sSubPr>
                                  <m:ctrlPr>
                                    <a:rPr lang="en-US" altLang="zh-CN" b="1" i="1" dirty="0" smtClean="0">
                                      <a:latin typeface="Cambria Math" panose="02040503050406030204" pitchFamily="18" charset="0"/>
                                    </a:rPr>
                                  </m:ctrlPr>
                                </m:sSubPr>
                                <m:e>
                                  <m:r>
                                    <a:rPr lang="en-US" altLang="zh-CN" b="1" i="1" dirty="0" smtClean="0">
                                      <a:latin typeface="Cambria Math" panose="02040503050406030204" pitchFamily="18" charset="0"/>
                                    </a:rPr>
                                    <m:t>𝑻</m:t>
                                  </m:r>
                                </m:e>
                                <m:sub>
                                  <m:r>
                                    <a:rPr lang="en-US" altLang="zh-CN" b="1" i="1" dirty="0" smtClean="0">
                                      <a:latin typeface="Cambria Math" panose="02040503050406030204" pitchFamily="18" charset="0"/>
                                    </a:rPr>
                                    <m:t>𝟎</m:t>
                                  </m:r>
                                </m:sub>
                              </m:sSub>
                            </m:den>
                          </m:f>
                        </m:den>
                      </m:f>
                    </m:oMath>
                  </m:oMathPara>
                </a14:m>
                <a:endParaRPr lang="zh-CN" altLang="en-US" b="1" dirty="0">
                  <a:latin typeface="Arial Narrow" panose="020B0606020202030204" pitchFamily="34" charset="0"/>
                </a:endParaRPr>
              </a:p>
            </p:txBody>
          </p:sp>
        </mc:Choice>
        <mc:Fallback xmlns="">
          <p:sp>
            <p:nvSpPr>
              <p:cNvPr id="76" name="íşlïḍè">
                <a:extLst>
                  <a:ext uri="{FF2B5EF4-FFF2-40B4-BE49-F238E27FC236}">
                    <a16:creationId xmlns:a16="http://schemas.microsoft.com/office/drawing/2014/main" id="{FAA4C72C-632F-4A13-8FCD-5F62BBDD49CF}"/>
                  </a:ext>
                </a:extLst>
              </p:cNvPr>
              <p:cNvSpPr txBox="1">
                <a:spLocks noRot="1" noChangeAspect="1" noMove="1" noResize="1" noEditPoints="1" noAdjustHandles="1" noChangeArrowheads="1" noChangeShapeType="1" noTextEdit="1"/>
              </p:cNvSpPr>
              <p:nvPr/>
            </p:nvSpPr>
            <p:spPr>
              <a:xfrm>
                <a:off x="4214575" y="4026913"/>
                <a:ext cx="1795841" cy="347246"/>
              </a:xfrm>
              <a:prstGeom prst="rect">
                <a:avLst/>
              </a:prstGeom>
              <a:blipFill>
                <a:blip r:embed="rId9"/>
                <a:stretch>
                  <a:fillRect t="-50877" b="-56140"/>
                </a:stretch>
              </a:blipFill>
            </p:spPr>
            <p:txBody>
              <a:bodyPr/>
              <a:lstStyle/>
              <a:p>
                <a:r>
                  <a:rPr lang="zh-CN" altLang="en-US">
                    <a:noFill/>
                  </a:rPr>
                  <a:t> </a:t>
                </a:r>
              </a:p>
            </p:txBody>
          </p:sp>
        </mc:Fallback>
      </mc:AlternateContent>
      <mc:AlternateContent xmlns:mc="http://schemas.openxmlformats.org/markup-compatibility/2006" xmlns:a14="http://schemas.microsoft.com/office/drawing/2010/main">
        <mc:Choice Requires="a14">
          <p:sp>
            <p:nvSpPr>
              <p:cNvPr id="78" name="íşlïḍè">
                <a:extLst>
                  <a:ext uri="{FF2B5EF4-FFF2-40B4-BE49-F238E27FC236}">
                    <a16:creationId xmlns:a16="http://schemas.microsoft.com/office/drawing/2014/main" id="{4DB490F7-FECD-486E-BD2F-B2619CBDA70B}"/>
                  </a:ext>
                </a:extLst>
              </p:cNvPr>
              <p:cNvSpPr txBox="1"/>
              <p:nvPr/>
            </p:nvSpPr>
            <p:spPr>
              <a:xfrm>
                <a:off x="5316073" y="3934818"/>
                <a:ext cx="1156746" cy="347246"/>
              </a:xfrm>
              <a:prstGeom prst="rect">
                <a:avLst/>
              </a:prstGeom>
              <a:noFill/>
            </p:spPr>
            <p:txBody>
              <a:bodyPr wrap="square" lIns="91440" tIns="45720" rIns="91440" bIns="45720" anchor="ctr">
                <a:noAutofit/>
              </a:bodyPr>
              <a:lstStyle/>
              <a:p>
                <a:pPr/>
                <a14:m>
                  <m:oMathPara xmlns:m="http://schemas.openxmlformats.org/officeDocument/2006/math">
                    <m:oMathParaPr>
                      <m:jc m:val="left"/>
                    </m:oMathParaPr>
                    <m:oMath xmlns:m="http://schemas.openxmlformats.org/officeDocument/2006/math">
                      <m:r>
                        <a:rPr lang="en-US" altLang="zh-CN" b="1" i="1" dirty="0" smtClean="0">
                          <a:latin typeface="Cambria Math" panose="02040503050406030204" pitchFamily="18" charset="0"/>
                        </a:rPr>
                        <m:t>=</m:t>
                      </m:r>
                      <m:f>
                        <m:fPr>
                          <m:ctrlPr>
                            <a:rPr lang="en-US" altLang="zh-CN" b="1" i="1" dirty="0" smtClean="0">
                              <a:latin typeface="Cambria Math" panose="02040503050406030204" pitchFamily="18" charset="0"/>
                            </a:rPr>
                          </m:ctrlPr>
                        </m:fPr>
                        <m:num>
                          <m:r>
                            <a:rPr lang="en-US" altLang="zh-CN" b="1" i="1" dirty="0" smtClean="0">
                              <a:latin typeface="Cambria Math" panose="02040503050406030204" pitchFamily="18" charset="0"/>
                            </a:rPr>
                            <m:t>𝟏</m:t>
                          </m:r>
                        </m:num>
                        <m:den>
                          <m:r>
                            <a:rPr lang="en-US" altLang="zh-CN" b="1" i="1" dirty="0" smtClean="0">
                              <a:latin typeface="Cambria Math" panose="02040503050406030204" pitchFamily="18" charset="0"/>
                            </a:rPr>
                            <m:t>𝟏</m:t>
                          </m:r>
                          <m:r>
                            <a:rPr lang="en-US" altLang="zh-CN" b="1" i="1" dirty="0" smtClean="0">
                              <a:latin typeface="Cambria Math" panose="02040503050406030204" pitchFamily="18" charset="0"/>
                            </a:rPr>
                            <m:t>+</m:t>
                          </m:r>
                          <m:r>
                            <a:rPr lang="en-US" altLang="zh-CN" b="1" i="1" dirty="0" smtClean="0">
                              <a:latin typeface="Cambria Math" panose="02040503050406030204" pitchFamily="18" charset="0"/>
                            </a:rPr>
                            <m:t>𝒂</m:t>
                          </m:r>
                        </m:den>
                      </m:f>
                    </m:oMath>
                  </m:oMathPara>
                </a14:m>
                <a:endParaRPr lang="zh-CN" altLang="en-US" b="1" dirty="0">
                  <a:latin typeface="Arial Narrow" panose="020B0606020202030204" pitchFamily="34" charset="0"/>
                </a:endParaRPr>
              </a:p>
            </p:txBody>
          </p:sp>
        </mc:Choice>
        <mc:Fallback xmlns="">
          <p:sp>
            <p:nvSpPr>
              <p:cNvPr id="78" name="íşlïḍè">
                <a:extLst>
                  <a:ext uri="{FF2B5EF4-FFF2-40B4-BE49-F238E27FC236}">
                    <a16:creationId xmlns:a16="http://schemas.microsoft.com/office/drawing/2014/main" id="{4DB490F7-FECD-486E-BD2F-B2619CBDA70B}"/>
                  </a:ext>
                </a:extLst>
              </p:cNvPr>
              <p:cNvSpPr txBox="1">
                <a:spLocks noRot="1" noChangeAspect="1" noMove="1" noResize="1" noEditPoints="1" noAdjustHandles="1" noChangeArrowheads="1" noChangeShapeType="1" noTextEdit="1"/>
              </p:cNvSpPr>
              <p:nvPr/>
            </p:nvSpPr>
            <p:spPr>
              <a:xfrm>
                <a:off x="5316073" y="3934818"/>
                <a:ext cx="1156746" cy="347246"/>
              </a:xfrm>
              <a:prstGeom prst="rect">
                <a:avLst/>
              </a:prstGeom>
              <a:blipFill>
                <a:blip r:embed="rId10"/>
                <a:stretch>
                  <a:fillRect t="-17544" b="-26316"/>
                </a:stretch>
              </a:blipFill>
            </p:spPr>
            <p:txBody>
              <a:bodyPr/>
              <a:lstStyle/>
              <a:p>
                <a:r>
                  <a:rPr lang="zh-CN" altLang="en-US">
                    <a:noFill/>
                  </a:rPr>
                  <a:t> </a:t>
                </a:r>
              </a:p>
            </p:txBody>
          </p:sp>
        </mc:Fallback>
      </mc:AlternateContent>
      <p:cxnSp>
        <p:nvCxnSpPr>
          <p:cNvPr id="8" name="直接箭头连接符 7">
            <a:extLst>
              <a:ext uri="{FF2B5EF4-FFF2-40B4-BE49-F238E27FC236}">
                <a16:creationId xmlns:a16="http://schemas.microsoft.com/office/drawing/2014/main" id="{7103327C-7699-4EA1-A854-CF6BB35B385D}"/>
              </a:ext>
            </a:extLst>
          </p:cNvPr>
          <p:cNvCxnSpPr>
            <a:cxnSpLocks/>
          </p:cNvCxnSpPr>
          <p:nvPr/>
        </p:nvCxnSpPr>
        <p:spPr>
          <a:xfrm flipV="1">
            <a:off x="3236584" y="3928237"/>
            <a:ext cx="0" cy="353827"/>
          </a:xfrm>
          <a:prstGeom prst="straightConnector1">
            <a:avLst/>
          </a:prstGeom>
          <a:ln w="38100">
            <a:solidFill>
              <a:schemeClr val="accent1">
                <a:lumMod val="75000"/>
              </a:schemeClr>
            </a:solidFill>
            <a:tailEnd type="triangle"/>
          </a:ln>
        </p:spPr>
        <p:style>
          <a:lnRef idx="1">
            <a:schemeClr val="accent1"/>
          </a:lnRef>
          <a:fillRef idx="0">
            <a:schemeClr val="accent1"/>
          </a:fillRef>
          <a:effectRef idx="0">
            <a:schemeClr val="accent1"/>
          </a:effectRef>
          <a:fontRef idx="minor">
            <a:schemeClr val="tx1"/>
          </a:fontRef>
        </p:style>
      </p:cxnSp>
      <p:cxnSp>
        <p:nvCxnSpPr>
          <p:cNvPr id="80" name="直接箭头连接符 79">
            <a:extLst>
              <a:ext uri="{FF2B5EF4-FFF2-40B4-BE49-F238E27FC236}">
                <a16:creationId xmlns:a16="http://schemas.microsoft.com/office/drawing/2014/main" id="{07E197CA-A8AD-419B-AA8B-DDBCD2C96550}"/>
              </a:ext>
            </a:extLst>
          </p:cNvPr>
          <p:cNvCxnSpPr>
            <a:cxnSpLocks/>
          </p:cNvCxnSpPr>
          <p:nvPr/>
        </p:nvCxnSpPr>
        <p:spPr>
          <a:xfrm>
            <a:off x="6247330" y="4197018"/>
            <a:ext cx="0" cy="314022"/>
          </a:xfrm>
          <a:prstGeom prst="straightConnector1">
            <a:avLst/>
          </a:prstGeom>
          <a:ln w="38100">
            <a:solidFill>
              <a:schemeClr val="accent1">
                <a:lumMod val="75000"/>
              </a:schemeClr>
            </a:solidFill>
            <a:tailEnd type="triangle"/>
          </a:ln>
        </p:spPr>
        <p:style>
          <a:lnRef idx="1">
            <a:schemeClr val="accent1"/>
          </a:lnRef>
          <a:fillRef idx="0">
            <a:schemeClr val="accent1"/>
          </a:fillRef>
          <a:effectRef idx="0">
            <a:schemeClr val="accent1"/>
          </a:effectRef>
          <a:fontRef idx="minor">
            <a:schemeClr val="tx1"/>
          </a:fontRef>
        </p:style>
      </p:cxnSp>
      <p:sp>
        <p:nvSpPr>
          <p:cNvPr id="81" name="íşlïḍè">
            <a:extLst>
              <a:ext uri="{FF2B5EF4-FFF2-40B4-BE49-F238E27FC236}">
                <a16:creationId xmlns:a16="http://schemas.microsoft.com/office/drawing/2014/main" id="{5C8E8C2F-707E-4456-8DD6-42B426BEA258}"/>
              </a:ext>
            </a:extLst>
          </p:cNvPr>
          <p:cNvSpPr txBox="1"/>
          <p:nvPr/>
        </p:nvSpPr>
        <p:spPr>
          <a:xfrm>
            <a:off x="6781789" y="4133807"/>
            <a:ext cx="4557756" cy="347246"/>
          </a:xfrm>
          <a:prstGeom prst="rect">
            <a:avLst/>
          </a:prstGeom>
          <a:noFill/>
        </p:spPr>
        <p:txBody>
          <a:bodyPr wrap="square" lIns="91440" tIns="45720" rIns="91440" bIns="45720" anchor="ctr">
            <a:noAutofit/>
          </a:bodyPr>
          <a:lstStyle/>
          <a:p>
            <a:r>
              <a:rPr lang="zh-CN" altLang="en-US" b="1" dirty="0">
                <a:solidFill>
                  <a:schemeClr val="accent1">
                    <a:lumMod val="75000"/>
                  </a:schemeClr>
                </a:solidFill>
                <a:latin typeface="Arial Narrow" panose="020B0606020202030204" pitchFamily="34" charset="0"/>
              </a:rPr>
              <a:t>参数</a:t>
            </a:r>
            <a:r>
              <a:rPr lang="en-US" altLang="zh-CN" b="1" dirty="0">
                <a:solidFill>
                  <a:schemeClr val="accent1">
                    <a:lumMod val="75000"/>
                  </a:schemeClr>
                </a:solidFill>
                <a:latin typeface="Arial Narrow" panose="020B0606020202030204" pitchFamily="34" charset="0"/>
              </a:rPr>
              <a:t>a</a:t>
            </a:r>
            <a:r>
              <a:rPr lang="zh-CN" altLang="en-US" b="1" dirty="0">
                <a:solidFill>
                  <a:schemeClr val="accent1">
                    <a:lumMod val="75000"/>
                  </a:schemeClr>
                </a:solidFill>
                <a:latin typeface="Arial Narrow" panose="020B0606020202030204" pitchFamily="34" charset="0"/>
              </a:rPr>
              <a:t>的值应尽量小，以提高信道利用率</a:t>
            </a:r>
          </a:p>
        </p:txBody>
      </p:sp>
      <mc:AlternateContent xmlns:mc="http://schemas.openxmlformats.org/markup-compatibility/2006" xmlns:a14="http://schemas.microsoft.com/office/drawing/2010/main">
        <mc:Choice Requires="a14">
          <p:sp>
            <p:nvSpPr>
              <p:cNvPr id="82" name="íşlïḍè">
                <a:extLst>
                  <a:ext uri="{FF2B5EF4-FFF2-40B4-BE49-F238E27FC236}">
                    <a16:creationId xmlns:a16="http://schemas.microsoft.com/office/drawing/2014/main" id="{C741B5DB-ECD0-42DA-897A-4DFBA9EECFAD}"/>
                  </a:ext>
                </a:extLst>
              </p:cNvPr>
              <p:cNvSpPr txBox="1"/>
              <p:nvPr/>
            </p:nvSpPr>
            <p:spPr>
              <a:xfrm>
                <a:off x="3923918" y="5167148"/>
                <a:ext cx="1795841" cy="347246"/>
              </a:xfrm>
              <a:prstGeom prst="rect">
                <a:avLst/>
              </a:prstGeom>
              <a:noFill/>
            </p:spPr>
            <p:txBody>
              <a:bodyPr wrap="square" lIns="91440" tIns="45720" rIns="91440" bIns="45720" anchor="ctr">
                <a:noAutofit/>
              </a:bodyPr>
              <a:lstStyle/>
              <a:p>
                <a:pPr/>
                <a14:m>
                  <m:oMathPara xmlns:m="http://schemas.openxmlformats.org/officeDocument/2006/math">
                    <m:oMathParaPr>
                      <m:jc m:val="centerGroup"/>
                    </m:oMathParaPr>
                    <m:oMath xmlns:m="http://schemas.openxmlformats.org/officeDocument/2006/math">
                      <m:r>
                        <a:rPr lang="en-US" altLang="zh-CN" b="1" i="1" dirty="0" smtClean="0">
                          <a:latin typeface="Cambria Math" panose="02040503050406030204" pitchFamily="18" charset="0"/>
                        </a:rPr>
                        <m:t>𝒂</m:t>
                      </m:r>
                      <m:r>
                        <a:rPr lang="en-US" altLang="zh-CN" b="1" i="1" dirty="0" smtClean="0">
                          <a:latin typeface="Cambria Math" panose="02040503050406030204" pitchFamily="18" charset="0"/>
                        </a:rPr>
                        <m:t>=</m:t>
                      </m:r>
                      <m:f>
                        <m:fPr>
                          <m:ctrlPr>
                            <a:rPr lang="en-US" altLang="zh-CN" b="1" i="1" dirty="0" smtClean="0">
                              <a:latin typeface="Cambria Math" panose="02040503050406030204" pitchFamily="18" charset="0"/>
                            </a:rPr>
                          </m:ctrlPr>
                        </m:fPr>
                        <m:num>
                          <m:r>
                            <a:rPr lang="zh-CN" altLang="en-US" b="1" i="1" dirty="0" smtClean="0">
                              <a:latin typeface="Cambria Math" panose="02040503050406030204" pitchFamily="18" charset="0"/>
                            </a:rPr>
                            <m:t>𝝉</m:t>
                          </m:r>
                        </m:num>
                        <m:den>
                          <m:sSub>
                            <m:sSubPr>
                              <m:ctrlPr>
                                <a:rPr lang="en-US" altLang="zh-CN" b="1" i="1" dirty="0" smtClean="0">
                                  <a:latin typeface="Cambria Math" panose="02040503050406030204" pitchFamily="18" charset="0"/>
                                </a:rPr>
                              </m:ctrlPr>
                            </m:sSubPr>
                            <m:e>
                              <m:r>
                                <a:rPr lang="en-US" altLang="zh-CN" b="1" i="1" dirty="0" smtClean="0">
                                  <a:latin typeface="Cambria Math" panose="02040503050406030204" pitchFamily="18" charset="0"/>
                                </a:rPr>
                                <m:t>𝑻</m:t>
                              </m:r>
                            </m:e>
                            <m:sub>
                              <m:r>
                                <a:rPr lang="en-US" altLang="zh-CN" b="1" i="1" dirty="0" smtClean="0">
                                  <a:latin typeface="Cambria Math" panose="02040503050406030204" pitchFamily="18" charset="0"/>
                                </a:rPr>
                                <m:t>𝟎</m:t>
                              </m:r>
                            </m:sub>
                          </m:sSub>
                        </m:den>
                      </m:f>
                    </m:oMath>
                  </m:oMathPara>
                </a14:m>
                <a:endParaRPr lang="zh-CN" altLang="en-US" b="1" dirty="0">
                  <a:latin typeface="Arial Narrow" panose="020B0606020202030204" pitchFamily="34" charset="0"/>
                </a:endParaRPr>
              </a:p>
            </p:txBody>
          </p:sp>
        </mc:Choice>
        <mc:Fallback xmlns="">
          <p:sp>
            <p:nvSpPr>
              <p:cNvPr id="82" name="íşlïḍè">
                <a:extLst>
                  <a:ext uri="{FF2B5EF4-FFF2-40B4-BE49-F238E27FC236}">
                    <a16:creationId xmlns:a16="http://schemas.microsoft.com/office/drawing/2014/main" id="{C741B5DB-ECD0-42DA-897A-4DFBA9EECFAD}"/>
                  </a:ext>
                </a:extLst>
              </p:cNvPr>
              <p:cNvSpPr txBox="1">
                <a:spLocks noRot="1" noChangeAspect="1" noMove="1" noResize="1" noEditPoints="1" noAdjustHandles="1" noChangeArrowheads="1" noChangeShapeType="1" noTextEdit="1"/>
              </p:cNvSpPr>
              <p:nvPr/>
            </p:nvSpPr>
            <p:spPr>
              <a:xfrm>
                <a:off x="3923918" y="5167148"/>
                <a:ext cx="1795841" cy="347246"/>
              </a:xfrm>
              <a:prstGeom prst="rect">
                <a:avLst/>
              </a:prstGeom>
              <a:blipFill>
                <a:blip r:embed="rId11"/>
                <a:stretch>
                  <a:fillRect t="-17544" b="-24561"/>
                </a:stretch>
              </a:blipFill>
            </p:spPr>
            <p:txBody>
              <a:bodyPr/>
              <a:lstStyle/>
              <a:p>
                <a:r>
                  <a:rPr lang="zh-CN" altLang="en-US">
                    <a:noFill/>
                  </a:rPr>
                  <a:t> </a:t>
                </a:r>
              </a:p>
            </p:txBody>
          </p:sp>
        </mc:Fallback>
      </mc:AlternateContent>
      <p:cxnSp>
        <p:nvCxnSpPr>
          <p:cNvPr id="83" name="直接箭头连接符 82">
            <a:extLst>
              <a:ext uri="{FF2B5EF4-FFF2-40B4-BE49-F238E27FC236}">
                <a16:creationId xmlns:a16="http://schemas.microsoft.com/office/drawing/2014/main" id="{0AC5E717-DC78-443E-8E52-5A9EAA2579AF}"/>
              </a:ext>
            </a:extLst>
          </p:cNvPr>
          <p:cNvCxnSpPr>
            <a:cxnSpLocks/>
          </p:cNvCxnSpPr>
          <p:nvPr/>
        </p:nvCxnSpPr>
        <p:spPr>
          <a:xfrm>
            <a:off x="4656449" y="5200372"/>
            <a:ext cx="0" cy="314022"/>
          </a:xfrm>
          <a:prstGeom prst="straightConnector1">
            <a:avLst/>
          </a:prstGeom>
          <a:ln w="38100">
            <a:solidFill>
              <a:schemeClr val="accent1">
                <a:lumMod val="75000"/>
              </a:schemeClr>
            </a:solidFill>
            <a:tailEnd type="triangle"/>
          </a:ln>
        </p:spPr>
        <p:style>
          <a:lnRef idx="1">
            <a:schemeClr val="accent1"/>
          </a:lnRef>
          <a:fillRef idx="0">
            <a:schemeClr val="accent1"/>
          </a:fillRef>
          <a:effectRef idx="0">
            <a:schemeClr val="accent1"/>
          </a:effectRef>
          <a:fontRef idx="minor">
            <a:schemeClr val="tx1"/>
          </a:fontRef>
        </p:style>
      </p:cxnSp>
      <p:cxnSp>
        <p:nvCxnSpPr>
          <p:cNvPr id="84" name="直接箭头连接符 83">
            <a:extLst>
              <a:ext uri="{FF2B5EF4-FFF2-40B4-BE49-F238E27FC236}">
                <a16:creationId xmlns:a16="http://schemas.microsoft.com/office/drawing/2014/main" id="{9F484044-795B-492E-B501-4112210AD1A0}"/>
              </a:ext>
            </a:extLst>
          </p:cNvPr>
          <p:cNvCxnSpPr>
            <a:cxnSpLocks/>
          </p:cNvCxnSpPr>
          <p:nvPr/>
        </p:nvCxnSpPr>
        <p:spPr>
          <a:xfrm>
            <a:off x="5196976" y="5010137"/>
            <a:ext cx="0" cy="314022"/>
          </a:xfrm>
          <a:prstGeom prst="straightConnector1">
            <a:avLst/>
          </a:prstGeom>
          <a:ln w="38100">
            <a:solidFill>
              <a:schemeClr val="accent1">
                <a:lumMod val="75000"/>
              </a:schemeClr>
            </a:solidFill>
            <a:tailEnd type="triangle"/>
          </a:ln>
        </p:spPr>
        <p:style>
          <a:lnRef idx="1">
            <a:schemeClr val="accent1"/>
          </a:lnRef>
          <a:fillRef idx="0">
            <a:schemeClr val="accent1"/>
          </a:fillRef>
          <a:effectRef idx="0">
            <a:schemeClr val="accent1"/>
          </a:effectRef>
          <a:fontRef idx="minor">
            <a:schemeClr val="tx1"/>
          </a:fontRef>
        </p:style>
      </p:cxnSp>
      <p:sp>
        <p:nvSpPr>
          <p:cNvPr id="85" name="íşlïḍè">
            <a:extLst>
              <a:ext uri="{FF2B5EF4-FFF2-40B4-BE49-F238E27FC236}">
                <a16:creationId xmlns:a16="http://schemas.microsoft.com/office/drawing/2014/main" id="{C81F5AA0-6680-405E-8766-5A028ED30CCA}"/>
              </a:ext>
            </a:extLst>
          </p:cNvPr>
          <p:cNvSpPr txBox="1"/>
          <p:nvPr/>
        </p:nvSpPr>
        <p:spPr>
          <a:xfrm>
            <a:off x="6781789" y="4939420"/>
            <a:ext cx="4557756" cy="347246"/>
          </a:xfrm>
          <a:prstGeom prst="rect">
            <a:avLst/>
          </a:prstGeom>
          <a:noFill/>
        </p:spPr>
        <p:txBody>
          <a:bodyPr wrap="square" lIns="91440" tIns="45720" rIns="91440" bIns="45720" anchor="ctr">
            <a:noAutofit/>
          </a:bodyPr>
          <a:lstStyle/>
          <a:p>
            <a:r>
              <a:rPr lang="zh-CN" altLang="en-US" b="1" dirty="0">
                <a:solidFill>
                  <a:schemeClr val="accent1">
                    <a:lumMod val="75000"/>
                  </a:schemeClr>
                </a:solidFill>
                <a:latin typeface="Arial Narrow" panose="020B0606020202030204" pitchFamily="34" charset="0"/>
              </a:rPr>
              <a:t>共享总线以太网端到端的距离不应太长</a:t>
            </a:r>
          </a:p>
        </p:txBody>
      </p:sp>
      <p:cxnSp>
        <p:nvCxnSpPr>
          <p:cNvPr id="86" name="直接箭头连接符 85">
            <a:extLst>
              <a:ext uri="{FF2B5EF4-FFF2-40B4-BE49-F238E27FC236}">
                <a16:creationId xmlns:a16="http://schemas.microsoft.com/office/drawing/2014/main" id="{52945FEA-B32D-4CDB-A7CC-5A6F0D53E29D}"/>
              </a:ext>
            </a:extLst>
          </p:cNvPr>
          <p:cNvCxnSpPr>
            <a:cxnSpLocks/>
          </p:cNvCxnSpPr>
          <p:nvPr/>
        </p:nvCxnSpPr>
        <p:spPr>
          <a:xfrm flipV="1">
            <a:off x="5196976" y="5358530"/>
            <a:ext cx="0" cy="305487"/>
          </a:xfrm>
          <a:prstGeom prst="straightConnector1">
            <a:avLst/>
          </a:prstGeom>
          <a:ln w="38100">
            <a:solidFill>
              <a:schemeClr val="accent1">
                <a:lumMod val="75000"/>
              </a:schemeClr>
            </a:solidFill>
            <a:tailEnd type="triangle"/>
          </a:ln>
        </p:spPr>
        <p:style>
          <a:lnRef idx="1">
            <a:schemeClr val="accent1"/>
          </a:lnRef>
          <a:fillRef idx="0">
            <a:schemeClr val="accent1"/>
          </a:fillRef>
          <a:effectRef idx="0">
            <a:schemeClr val="accent1"/>
          </a:effectRef>
          <a:fontRef idx="minor">
            <a:schemeClr val="tx1"/>
          </a:fontRef>
        </p:style>
      </p:cxnSp>
      <p:sp>
        <p:nvSpPr>
          <p:cNvPr id="87" name="íşlïḍè">
            <a:extLst>
              <a:ext uri="{FF2B5EF4-FFF2-40B4-BE49-F238E27FC236}">
                <a16:creationId xmlns:a16="http://schemas.microsoft.com/office/drawing/2014/main" id="{B6232373-9E7F-404F-8D97-52DE9D34D658}"/>
              </a:ext>
            </a:extLst>
          </p:cNvPr>
          <p:cNvSpPr txBox="1"/>
          <p:nvPr/>
        </p:nvSpPr>
        <p:spPr>
          <a:xfrm>
            <a:off x="6781789" y="5286666"/>
            <a:ext cx="4557756" cy="347246"/>
          </a:xfrm>
          <a:prstGeom prst="rect">
            <a:avLst/>
          </a:prstGeom>
          <a:noFill/>
        </p:spPr>
        <p:txBody>
          <a:bodyPr wrap="square" lIns="91440" tIns="45720" rIns="91440" bIns="45720" anchor="ctr">
            <a:noAutofit/>
          </a:bodyPr>
          <a:lstStyle/>
          <a:p>
            <a:r>
              <a:rPr lang="zh-CN" altLang="en-US" b="1" dirty="0">
                <a:solidFill>
                  <a:schemeClr val="accent1">
                    <a:lumMod val="75000"/>
                  </a:schemeClr>
                </a:solidFill>
                <a:latin typeface="Arial Narrow" panose="020B0606020202030204" pitchFamily="34" charset="0"/>
              </a:rPr>
              <a:t>帧的长度应尽量大</a:t>
            </a:r>
          </a:p>
        </p:txBody>
      </p:sp>
    </p:spTree>
    <p:custDataLst>
      <p:tags r:id="rId1"/>
    </p:custDataLst>
    <p:extLst>
      <p:ext uri="{BB962C8B-B14F-4D97-AF65-F5344CB8AC3E}">
        <p14:creationId xmlns:p14="http://schemas.microsoft.com/office/powerpoint/2010/main" val="3529969781"/>
      </p:ext>
    </p:extLst>
  </p:cSld>
  <p:clrMapOvr>
    <a:masterClrMapping/>
  </p:clrMapOvr>
  <mc:AlternateContent xmlns:mc="http://schemas.openxmlformats.org/markup-compatibility/2006" xmlns:p159="http://schemas.microsoft.com/office/powerpoint/2015/09/main">
    <mc:Choice Requires="p159">
      <p:transition spd="slow">
        <p159:morph option="byObject"/>
      </p:transition>
    </mc:Choice>
    <mc:Fallback xmlns="">
      <p:transition spd="slow">
        <p:fade/>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2" presetClass="entr" presetSubtype="4" fill="hold" nodeType="withEffect">
                                  <p:stCondLst>
                                    <p:cond delay="0"/>
                                  </p:stCondLst>
                                  <p:childTnLst>
                                    <p:set>
                                      <p:cBhvr>
                                        <p:cTn id="6" dur="1" fill="hold">
                                          <p:stCondLst>
                                            <p:cond delay="0"/>
                                          </p:stCondLst>
                                        </p:cTn>
                                        <p:tgtEl>
                                          <p:spTgt spid="8"/>
                                        </p:tgtEl>
                                        <p:attrNameLst>
                                          <p:attrName>style.visibility</p:attrName>
                                        </p:attrNameLst>
                                      </p:cBhvr>
                                      <p:to>
                                        <p:strVal val="visible"/>
                                      </p:to>
                                    </p:set>
                                    <p:animEffect transition="in" filter="wipe(down)">
                                      <p:cBhvr>
                                        <p:cTn id="7" dur="500"/>
                                        <p:tgtEl>
                                          <p:spTgt spid="8"/>
                                        </p:tgtEl>
                                      </p:cBhvr>
                                    </p:animEffect>
                                  </p:childTnLst>
                                </p:cTn>
                              </p:par>
                            </p:childTnLst>
                          </p:cTn>
                        </p:par>
                      </p:childTnLst>
                    </p:cTn>
                  </p:par>
                  <p:par>
                    <p:cTn id="8" fill="hold">
                      <p:stCondLst>
                        <p:cond delay="indefinite"/>
                      </p:stCondLst>
                      <p:childTnLst>
                        <p:par>
                          <p:cTn id="9" fill="hold">
                            <p:stCondLst>
                              <p:cond delay="0"/>
                            </p:stCondLst>
                            <p:childTnLst>
                              <p:par>
                                <p:cTn id="10" presetID="22" presetClass="entr" presetSubtype="1" fill="hold" nodeType="clickEffect">
                                  <p:stCondLst>
                                    <p:cond delay="0"/>
                                  </p:stCondLst>
                                  <p:childTnLst>
                                    <p:set>
                                      <p:cBhvr>
                                        <p:cTn id="11" dur="1" fill="hold">
                                          <p:stCondLst>
                                            <p:cond delay="0"/>
                                          </p:stCondLst>
                                        </p:cTn>
                                        <p:tgtEl>
                                          <p:spTgt spid="80"/>
                                        </p:tgtEl>
                                        <p:attrNameLst>
                                          <p:attrName>style.visibility</p:attrName>
                                        </p:attrNameLst>
                                      </p:cBhvr>
                                      <p:to>
                                        <p:strVal val="visible"/>
                                      </p:to>
                                    </p:set>
                                    <p:animEffect transition="in" filter="wipe(up)">
                                      <p:cBhvr>
                                        <p:cTn id="12" dur="500"/>
                                        <p:tgtEl>
                                          <p:spTgt spid="80"/>
                                        </p:tgtEl>
                                      </p:cBhvr>
                                    </p:animEffect>
                                  </p:childTnLst>
                                </p:cTn>
                              </p:par>
                              <p:par>
                                <p:cTn id="13" presetID="2" presetClass="entr" presetSubtype="2" fill="hold" grpId="0" nodeType="withEffect">
                                  <p:stCondLst>
                                    <p:cond delay="0"/>
                                  </p:stCondLst>
                                  <p:childTnLst>
                                    <p:set>
                                      <p:cBhvr>
                                        <p:cTn id="14" dur="1" fill="hold">
                                          <p:stCondLst>
                                            <p:cond delay="0"/>
                                          </p:stCondLst>
                                        </p:cTn>
                                        <p:tgtEl>
                                          <p:spTgt spid="81"/>
                                        </p:tgtEl>
                                        <p:attrNameLst>
                                          <p:attrName>style.visibility</p:attrName>
                                        </p:attrNameLst>
                                      </p:cBhvr>
                                      <p:to>
                                        <p:strVal val="visible"/>
                                      </p:to>
                                    </p:set>
                                    <p:anim calcmode="lin" valueType="num">
                                      <p:cBhvr additive="base">
                                        <p:cTn id="15" dur="500" fill="hold"/>
                                        <p:tgtEl>
                                          <p:spTgt spid="81"/>
                                        </p:tgtEl>
                                        <p:attrNameLst>
                                          <p:attrName>ppt_x</p:attrName>
                                        </p:attrNameLst>
                                      </p:cBhvr>
                                      <p:tavLst>
                                        <p:tav tm="0">
                                          <p:val>
                                            <p:strVal val="1+#ppt_w/2"/>
                                          </p:val>
                                        </p:tav>
                                        <p:tav tm="100000">
                                          <p:val>
                                            <p:strVal val="#ppt_x"/>
                                          </p:val>
                                        </p:tav>
                                      </p:tavLst>
                                    </p:anim>
                                    <p:anim calcmode="lin" valueType="num">
                                      <p:cBhvr additive="base">
                                        <p:cTn id="16" dur="500" fill="hold"/>
                                        <p:tgtEl>
                                          <p:spTgt spid="81"/>
                                        </p:tgtEl>
                                        <p:attrNameLst>
                                          <p:attrName>ppt_y</p:attrName>
                                        </p:attrNameLst>
                                      </p:cBhvr>
                                      <p:tavLst>
                                        <p:tav tm="0">
                                          <p:val>
                                            <p:strVal val="#ppt_y"/>
                                          </p:val>
                                        </p:tav>
                                        <p:tav tm="100000">
                                          <p:val>
                                            <p:strVal val="#ppt_y"/>
                                          </p:val>
                                        </p:tav>
                                      </p:tavLst>
                                    </p:anim>
                                  </p:childTnLst>
                                </p:cTn>
                              </p:par>
                            </p:childTnLst>
                          </p:cTn>
                        </p:par>
                      </p:childTnLst>
                    </p:cTn>
                  </p:par>
                  <p:par>
                    <p:cTn id="17" fill="hold">
                      <p:stCondLst>
                        <p:cond delay="indefinite"/>
                      </p:stCondLst>
                      <p:childTnLst>
                        <p:par>
                          <p:cTn id="18" fill="hold">
                            <p:stCondLst>
                              <p:cond delay="0"/>
                            </p:stCondLst>
                            <p:childTnLst>
                              <p:par>
                                <p:cTn id="19" presetID="47" presetClass="entr" presetSubtype="0" fill="hold" grpId="0" nodeType="clickEffect">
                                  <p:stCondLst>
                                    <p:cond delay="0"/>
                                  </p:stCondLst>
                                  <p:childTnLst>
                                    <p:set>
                                      <p:cBhvr>
                                        <p:cTn id="20" dur="1" fill="hold">
                                          <p:stCondLst>
                                            <p:cond delay="0"/>
                                          </p:stCondLst>
                                        </p:cTn>
                                        <p:tgtEl>
                                          <p:spTgt spid="82"/>
                                        </p:tgtEl>
                                        <p:attrNameLst>
                                          <p:attrName>style.visibility</p:attrName>
                                        </p:attrNameLst>
                                      </p:cBhvr>
                                      <p:to>
                                        <p:strVal val="visible"/>
                                      </p:to>
                                    </p:set>
                                    <p:animEffect transition="in" filter="fade">
                                      <p:cBhvr>
                                        <p:cTn id="21" dur="1000"/>
                                        <p:tgtEl>
                                          <p:spTgt spid="82"/>
                                        </p:tgtEl>
                                      </p:cBhvr>
                                    </p:animEffect>
                                    <p:anim calcmode="lin" valueType="num">
                                      <p:cBhvr>
                                        <p:cTn id="22" dur="1000" fill="hold"/>
                                        <p:tgtEl>
                                          <p:spTgt spid="82"/>
                                        </p:tgtEl>
                                        <p:attrNameLst>
                                          <p:attrName>ppt_x</p:attrName>
                                        </p:attrNameLst>
                                      </p:cBhvr>
                                      <p:tavLst>
                                        <p:tav tm="0">
                                          <p:val>
                                            <p:strVal val="#ppt_x"/>
                                          </p:val>
                                        </p:tav>
                                        <p:tav tm="100000">
                                          <p:val>
                                            <p:strVal val="#ppt_x"/>
                                          </p:val>
                                        </p:tav>
                                      </p:tavLst>
                                    </p:anim>
                                    <p:anim calcmode="lin" valueType="num">
                                      <p:cBhvr>
                                        <p:cTn id="23" dur="1000" fill="hold"/>
                                        <p:tgtEl>
                                          <p:spTgt spid="82"/>
                                        </p:tgtEl>
                                        <p:attrNameLst>
                                          <p:attrName>ppt_y</p:attrName>
                                        </p:attrNameLst>
                                      </p:cBhvr>
                                      <p:tavLst>
                                        <p:tav tm="0">
                                          <p:val>
                                            <p:strVal val="#ppt_y-.1"/>
                                          </p:val>
                                        </p:tav>
                                        <p:tav tm="100000">
                                          <p:val>
                                            <p:strVal val="#ppt_y"/>
                                          </p:val>
                                        </p:tav>
                                      </p:tavLst>
                                    </p:anim>
                                  </p:childTnLst>
                                </p:cTn>
                              </p:par>
                            </p:childTnLst>
                          </p:cTn>
                        </p:par>
                      </p:childTnLst>
                    </p:cTn>
                  </p:par>
                  <p:par>
                    <p:cTn id="24" fill="hold">
                      <p:stCondLst>
                        <p:cond delay="indefinite"/>
                      </p:stCondLst>
                      <p:childTnLst>
                        <p:par>
                          <p:cTn id="25" fill="hold">
                            <p:stCondLst>
                              <p:cond delay="0"/>
                            </p:stCondLst>
                            <p:childTnLst>
                              <p:par>
                                <p:cTn id="26" presetID="22" presetClass="entr" presetSubtype="1" fill="hold" nodeType="clickEffect">
                                  <p:stCondLst>
                                    <p:cond delay="0"/>
                                  </p:stCondLst>
                                  <p:childTnLst>
                                    <p:set>
                                      <p:cBhvr>
                                        <p:cTn id="27" dur="1" fill="hold">
                                          <p:stCondLst>
                                            <p:cond delay="0"/>
                                          </p:stCondLst>
                                        </p:cTn>
                                        <p:tgtEl>
                                          <p:spTgt spid="83"/>
                                        </p:tgtEl>
                                        <p:attrNameLst>
                                          <p:attrName>style.visibility</p:attrName>
                                        </p:attrNameLst>
                                      </p:cBhvr>
                                      <p:to>
                                        <p:strVal val="visible"/>
                                      </p:to>
                                    </p:set>
                                    <p:animEffect transition="in" filter="wipe(up)">
                                      <p:cBhvr>
                                        <p:cTn id="28" dur="500"/>
                                        <p:tgtEl>
                                          <p:spTgt spid="83"/>
                                        </p:tgtEl>
                                      </p:cBhvr>
                                    </p:animEffect>
                                  </p:childTnLst>
                                </p:cTn>
                              </p:par>
                            </p:childTnLst>
                          </p:cTn>
                        </p:par>
                      </p:childTnLst>
                    </p:cTn>
                  </p:par>
                  <p:par>
                    <p:cTn id="29" fill="hold">
                      <p:stCondLst>
                        <p:cond delay="indefinite"/>
                      </p:stCondLst>
                      <p:childTnLst>
                        <p:par>
                          <p:cTn id="30" fill="hold">
                            <p:stCondLst>
                              <p:cond delay="0"/>
                            </p:stCondLst>
                            <p:childTnLst>
                              <p:par>
                                <p:cTn id="31" presetID="22" presetClass="entr" presetSubtype="1" fill="hold" nodeType="clickEffect">
                                  <p:stCondLst>
                                    <p:cond delay="0"/>
                                  </p:stCondLst>
                                  <p:childTnLst>
                                    <p:set>
                                      <p:cBhvr>
                                        <p:cTn id="32" dur="1" fill="hold">
                                          <p:stCondLst>
                                            <p:cond delay="0"/>
                                          </p:stCondLst>
                                        </p:cTn>
                                        <p:tgtEl>
                                          <p:spTgt spid="84"/>
                                        </p:tgtEl>
                                        <p:attrNameLst>
                                          <p:attrName>style.visibility</p:attrName>
                                        </p:attrNameLst>
                                      </p:cBhvr>
                                      <p:to>
                                        <p:strVal val="visible"/>
                                      </p:to>
                                    </p:set>
                                    <p:animEffect transition="in" filter="wipe(up)">
                                      <p:cBhvr>
                                        <p:cTn id="33" dur="500"/>
                                        <p:tgtEl>
                                          <p:spTgt spid="84"/>
                                        </p:tgtEl>
                                      </p:cBhvr>
                                    </p:animEffect>
                                  </p:childTnLst>
                                </p:cTn>
                              </p:par>
                            </p:childTnLst>
                          </p:cTn>
                        </p:par>
                      </p:childTnLst>
                    </p:cTn>
                  </p:par>
                  <p:par>
                    <p:cTn id="34" fill="hold">
                      <p:stCondLst>
                        <p:cond delay="indefinite"/>
                      </p:stCondLst>
                      <p:childTnLst>
                        <p:par>
                          <p:cTn id="35" fill="hold">
                            <p:stCondLst>
                              <p:cond delay="0"/>
                            </p:stCondLst>
                            <p:childTnLst>
                              <p:par>
                                <p:cTn id="36" presetID="2" presetClass="entr" presetSubtype="2" fill="hold" grpId="0" nodeType="clickEffect">
                                  <p:stCondLst>
                                    <p:cond delay="0"/>
                                  </p:stCondLst>
                                  <p:childTnLst>
                                    <p:set>
                                      <p:cBhvr>
                                        <p:cTn id="37" dur="1" fill="hold">
                                          <p:stCondLst>
                                            <p:cond delay="0"/>
                                          </p:stCondLst>
                                        </p:cTn>
                                        <p:tgtEl>
                                          <p:spTgt spid="85"/>
                                        </p:tgtEl>
                                        <p:attrNameLst>
                                          <p:attrName>style.visibility</p:attrName>
                                        </p:attrNameLst>
                                      </p:cBhvr>
                                      <p:to>
                                        <p:strVal val="visible"/>
                                      </p:to>
                                    </p:set>
                                    <p:anim calcmode="lin" valueType="num">
                                      <p:cBhvr additive="base">
                                        <p:cTn id="38" dur="500" fill="hold"/>
                                        <p:tgtEl>
                                          <p:spTgt spid="85"/>
                                        </p:tgtEl>
                                        <p:attrNameLst>
                                          <p:attrName>ppt_x</p:attrName>
                                        </p:attrNameLst>
                                      </p:cBhvr>
                                      <p:tavLst>
                                        <p:tav tm="0">
                                          <p:val>
                                            <p:strVal val="1+#ppt_w/2"/>
                                          </p:val>
                                        </p:tav>
                                        <p:tav tm="100000">
                                          <p:val>
                                            <p:strVal val="#ppt_x"/>
                                          </p:val>
                                        </p:tav>
                                      </p:tavLst>
                                    </p:anim>
                                    <p:anim calcmode="lin" valueType="num">
                                      <p:cBhvr additive="base">
                                        <p:cTn id="39" dur="500" fill="hold"/>
                                        <p:tgtEl>
                                          <p:spTgt spid="85"/>
                                        </p:tgtEl>
                                        <p:attrNameLst>
                                          <p:attrName>ppt_y</p:attrName>
                                        </p:attrNameLst>
                                      </p:cBhvr>
                                      <p:tavLst>
                                        <p:tav tm="0">
                                          <p:val>
                                            <p:strVal val="#ppt_y"/>
                                          </p:val>
                                        </p:tav>
                                        <p:tav tm="100000">
                                          <p:val>
                                            <p:strVal val="#ppt_y"/>
                                          </p:val>
                                        </p:tav>
                                      </p:tavLst>
                                    </p:anim>
                                  </p:childTnLst>
                                </p:cTn>
                              </p:par>
                            </p:childTnLst>
                          </p:cTn>
                        </p:par>
                      </p:childTnLst>
                    </p:cTn>
                  </p:par>
                  <p:par>
                    <p:cTn id="40" fill="hold">
                      <p:stCondLst>
                        <p:cond delay="indefinite"/>
                      </p:stCondLst>
                      <p:childTnLst>
                        <p:par>
                          <p:cTn id="41" fill="hold">
                            <p:stCondLst>
                              <p:cond delay="0"/>
                            </p:stCondLst>
                            <p:childTnLst>
                              <p:par>
                                <p:cTn id="42" presetID="22" presetClass="entr" presetSubtype="4" fill="hold" nodeType="clickEffect">
                                  <p:stCondLst>
                                    <p:cond delay="0"/>
                                  </p:stCondLst>
                                  <p:childTnLst>
                                    <p:set>
                                      <p:cBhvr>
                                        <p:cTn id="43" dur="1" fill="hold">
                                          <p:stCondLst>
                                            <p:cond delay="0"/>
                                          </p:stCondLst>
                                        </p:cTn>
                                        <p:tgtEl>
                                          <p:spTgt spid="86"/>
                                        </p:tgtEl>
                                        <p:attrNameLst>
                                          <p:attrName>style.visibility</p:attrName>
                                        </p:attrNameLst>
                                      </p:cBhvr>
                                      <p:to>
                                        <p:strVal val="visible"/>
                                      </p:to>
                                    </p:set>
                                    <p:animEffect transition="in" filter="wipe(down)">
                                      <p:cBhvr>
                                        <p:cTn id="44" dur="500"/>
                                        <p:tgtEl>
                                          <p:spTgt spid="86"/>
                                        </p:tgtEl>
                                      </p:cBhvr>
                                    </p:animEffect>
                                  </p:childTnLst>
                                </p:cTn>
                              </p:par>
                            </p:childTnLst>
                          </p:cTn>
                        </p:par>
                      </p:childTnLst>
                    </p:cTn>
                  </p:par>
                  <p:par>
                    <p:cTn id="45" fill="hold">
                      <p:stCondLst>
                        <p:cond delay="indefinite"/>
                      </p:stCondLst>
                      <p:childTnLst>
                        <p:par>
                          <p:cTn id="46" fill="hold">
                            <p:stCondLst>
                              <p:cond delay="0"/>
                            </p:stCondLst>
                            <p:childTnLst>
                              <p:par>
                                <p:cTn id="47" presetID="2" presetClass="entr" presetSubtype="2" fill="hold" grpId="0" nodeType="clickEffect">
                                  <p:stCondLst>
                                    <p:cond delay="0"/>
                                  </p:stCondLst>
                                  <p:childTnLst>
                                    <p:set>
                                      <p:cBhvr>
                                        <p:cTn id="48" dur="1" fill="hold">
                                          <p:stCondLst>
                                            <p:cond delay="0"/>
                                          </p:stCondLst>
                                        </p:cTn>
                                        <p:tgtEl>
                                          <p:spTgt spid="87"/>
                                        </p:tgtEl>
                                        <p:attrNameLst>
                                          <p:attrName>style.visibility</p:attrName>
                                        </p:attrNameLst>
                                      </p:cBhvr>
                                      <p:to>
                                        <p:strVal val="visible"/>
                                      </p:to>
                                    </p:set>
                                    <p:anim calcmode="lin" valueType="num">
                                      <p:cBhvr additive="base">
                                        <p:cTn id="49" dur="500" fill="hold"/>
                                        <p:tgtEl>
                                          <p:spTgt spid="87"/>
                                        </p:tgtEl>
                                        <p:attrNameLst>
                                          <p:attrName>ppt_x</p:attrName>
                                        </p:attrNameLst>
                                      </p:cBhvr>
                                      <p:tavLst>
                                        <p:tav tm="0">
                                          <p:val>
                                            <p:strVal val="1+#ppt_w/2"/>
                                          </p:val>
                                        </p:tav>
                                        <p:tav tm="100000">
                                          <p:val>
                                            <p:strVal val="#ppt_x"/>
                                          </p:val>
                                        </p:tav>
                                      </p:tavLst>
                                    </p:anim>
                                    <p:anim calcmode="lin" valueType="num">
                                      <p:cBhvr additive="base">
                                        <p:cTn id="50" dur="500" fill="hold"/>
                                        <p:tgtEl>
                                          <p:spTgt spid="87"/>
                                        </p:tgtEl>
                                        <p:attrNameLst>
                                          <p:attrName>ppt_y</p:attrName>
                                        </p:attrNameLst>
                                      </p:cBhvr>
                                      <p:tavLst>
                                        <p:tav tm="0">
                                          <p:val>
                                            <p:strVal val="#ppt_y"/>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81" grpId="0"/>
      <p:bldP spid="82" grpId="0"/>
      <p:bldP spid="85" grpId="0"/>
      <p:bldP spid="87" grpId="0"/>
    </p:bldLst>
  </p:timing>
</p:sld>
</file>

<file path=ppt/slides/slide35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4" name="组合 3">
            <a:extLst>
              <a:ext uri="{FF2B5EF4-FFF2-40B4-BE49-F238E27FC236}">
                <a16:creationId xmlns:a16="http://schemas.microsoft.com/office/drawing/2014/main" id="{9A1EA9F2-FCB6-48C3-935F-7AE7E3AD14AC}"/>
              </a:ext>
            </a:extLst>
          </p:cNvPr>
          <p:cNvGrpSpPr/>
          <p:nvPr/>
        </p:nvGrpSpPr>
        <p:grpSpPr>
          <a:xfrm>
            <a:off x="304800" y="749300"/>
            <a:ext cx="6271280" cy="400110"/>
            <a:chOff x="424117" y="898245"/>
            <a:chExt cx="6271280" cy="400110"/>
          </a:xfrm>
        </p:grpSpPr>
        <p:sp>
          <p:nvSpPr>
            <p:cNvPr id="2" name="平行四边形 1">
              <a:extLst>
                <a:ext uri="{FF2B5EF4-FFF2-40B4-BE49-F238E27FC236}">
                  <a16:creationId xmlns:a16="http://schemas.microsoft.com/office/drawing/2014/main" id="{1F5BAA3F-9845-4F89-A2DD-8222D3E4EDAC}"/>
                </a:ext>
              </a:extLst>
            </p:cNvPr>
            <p:cNvSpPr/>
            <p:nvPr/>
          </p:nvSpPr>
          <p:spPr>
            <a:xfrm>
              <a:off x="424117" y="898245"/>
              <a:ext cx="675384" cy="387090"/>
            </a:xfrm>
            <a:prstGeom prst="parallelogram">
              <a:avLst/>
            </a:prstGeom>
            <a:solidFill>
              <a:schemeClr val="accent3">
                <a:lumMod val="75000"/>
              </a:schemeClr>
            </a:solidFill>
            <a:ln>
              <a:solidFill>
                <a:schemeClr val="accent3">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CN" sz="2200" dirty="0">
                  <a:latin typeface="Impact" panose="020B0806030902050204" pitchFamily="34" charset="0"/>
                </a:rPr>
                <a:t>05</a:t>
              </a:r>
              <a:endParaRPr lang="zh-CN" altLang="en-US" sz="2200" dirty="0">
                <a:latin typeface="Impact" panose="020B0806030902050204" pitchFamily="34" charset="0"/>
              </a:endParaRPr>
            </a:p>
          </p:txBody>
        </p:sp>
        <p:sp>
          <p:nvSpPr>
            <p:cNvPr id="3" name="文本框 2">
              <a:extLst>
                <a:ext uri="{FF2B5EF4-FFF2-40B4-BE49-F238E27FC236}">
                  <a16:creationId xmlns:a16="http://schemas.microsoft.com/office/drawing/2014/main" id="{4D6BD736-A4D3-4F26-AFED-36E11F50F70B}"/>
                </a:ext>
              </a:extLst>
            </p:cNvPr>
            <p:cNvSpPr txBox="1"/>
            <p:nvPr/>
          </p:nvSpPr>
          <p:spPr>
            <a:xfrm>
              <a:off x="1131359" y="898245"/>
              <a:ext cx="5564038" cy="400110"/>
            </a:xfrm>
            <a:prstGeom prst="rect">
              <a:avLst/>
            </a:prstGeom>
            <a:noFill/>
          </p:spPr>
          <p:txBody>
            <a:bodyPr wrap="square" rtlCol="0">
              <a:spAutoFit/>
            </a:bodyPr>
            <a:lstStyle/>
            <a:p>
              <a:r>
                <a:rPr lang="zh-CN" altLang="en-US" sz="2000" b="1" dirty="0"/>
                <a:t>共享式以太网的信道利用率</a:t>
              </a:r>
              <a:endParaRPr lang="en-US" altLang="zh-CN" sz="2000" b="1" dirty="0"/>
            </a:p>
          </p:txBody>
        </p:sp>
      </p:grpSp>
      <p:grpSp>
        <p:nvGrpSpPr>
          <p:cNvPr id="7" name="组合 6">
            <a:extLst>
              <a:ext uri="{FF2B5EF4-FFF2-40B4-BE49-F238E27FC236}">
                <a16:creationId xmlns:a16="http://schemas.microsoft.com/office/drawing/2014/main" id="{E3481A88-CD9C-4FF7-846C-02DFB35E69F7}"/>
              </a:ext>
            </a:extLst>
          </p:cNvPr>
          <p:cNvGrpSpPr/>
          <p:nvPr/>
        </p:nvGrpSpPr>
        <p:grpSpPr>
          <a:xfrm>
            <a:off x="1012042" y="1267895"/>
            <a:ext cx="10513339" cy="2252760"/>
            <a:chOff x="1012042" y="1267895"/>
            <a:chExt cx="10513339" cy="2252760"/>
          </a:xfrm>
        </p:grpSpPr>
        <p:sp>
          <p:nvSpPr>
            <p:cNvPr id="62" name="íşlïḍè">
              <a:extLst>
                <a:ext uri="{FF2B5EF4-FFF2-40B4-BE49-F238E27FC236}">
                  <a16:creationId xmlns:a16="http://schemas.microsoft.com/office/drawing/2014/main" id="{9F46C64A-EA8E-4733-B9E2-F36C8BDCB213}"/>
                </a:ext>
              </a:extLst>
            </p:cNvPr>
            <p:cNvSpPr txBox="1"/>
            <p:nvPr/>
          </p:nvSpPr>
          <p:spPr>
            <a:xfrm>
              <a:off x="1012042" y="1267895"/>
              <a:ext cx="10513339" cy="400111"/>
            </a:xfrm>
            <a:prstGeom prst="rect">
              <a:avLst/>
            </a:prstGeom>
            <a:noFill/>
          </p:spPr>
          <p:txBody>
            <a:bodyPr wrap="square" lIns="91440" tIns="45720" rIns="91440" bIns="45720" anchor="ctr">
              <a:noAutofit/>
            </a:bodyPr>
            <a:lstStyle/>
            <a:p>
              <a:r>
                <a:rPr lang="en-US" altLang="zh-CN" b="1" dirty="0">
                  <a:latin typeface="Arial Narrow" panose="020B0606020202030204" pitchFamily="34" charset="0"/>
                </a:rPr>
                <a:t>【2015</a:t>
              </a:r>
              <a:r>
                <a:rPr lang="zh-CN" altLang="en-US" b="1" dirty="0">
                  <a:latin typeface="Arial Narrow" panose="020B0606020202030204" pitchFamily="34" charset="0"/>
                </a:rPr>
                <a:t>年 题</a:t>
              </a:r>
              <a:r>
                <a:rPr lang="en-US" altLang="zh-CN" b="1" dirty="0">
                  <a:latin typeface="Arial Narrow" panose="020B0606020202030204" pitchFamily="34" charset="0"/>
                </a:rPr>
                <a:t>36】</a:t>
              </a:r>
              <a:r>
                <a:rPr lang="zh-CN" altLang="en-US" b="1" dirty="0">
                  <a:latin typeface="Arial Narrow" panose="020B0606020202030204" pitchFamily="34" charset="0"/>
                </a:rPr>
                <a:t>下列关于</a:t>
              </a:r>
              <a:r>
                <a:rPr lang="en-US" altLang="zh-CN" b="1" dirty="0">
                  <a:latin typeface="Arial Narrow" panose="020B0606020202030204" pitchFamily="34" charset="0"/>
                </a:rPr>
                <a:t>CSMA/CD</a:t>
              </a:r>
              <a:r>
                <a:rPr lang="zh-CN" altLang="en-US" b="1" dirty="0">
                  <a:latin typeface="Arial Narrow" panose="020B0606020202030204" pitchFamily="34" charset="0"/>
                </a:rPr>
                <a:t>协议的叙述中，错误的是（      ）。</a:t>
              </a:r>
            </a:p>
          </p:txBody>
        </p:sp>
        <p:sp>
          <p:nvSpPr>
            <p:cNvPr id="63" name="íşlïḍè">
              <a:extLst>
                <a:ext uri="{FF2B5EF4-FFF2-40B4-BE49-F238E27FC236}">
                  <a16:creationId xmlns:a16="http://schemas.microsoft.com/office/drawing/2014/main" id="{0A27E715-06CC-40C9-A0EB-6FF9CDF244DA}"/>
                </a:ext>
              </a:extLst>
            </p:cNvPr>
            <p:cNvSpPr txBox="1"/>
            <p:nvPr/>
          </p:nvSpPr>
          <p:spPr>
            <a:xfrm>
              <a:off x="1465953" y="1731057"/>
              <a:ext cx="4277004" cy="400111"/>
            </a:xfrm>
            <a:prstGeom prst="rect">
              <a:avLst/>
            </a:prstGeom>
            <a:noFill/>
          </p:spPr>
          <p:txBody>
            <a:bodyPr wrap="square" lIns="91440" tIns="45720" rIns="91440" bIns="45720" anchor="ctr">
              <a:noAutofit/>
            </a:bodyPr>
            <a:lstStyle/>
            <a:p>
              <a:r>
                <a:rPr lang="en-US" altLang="zh-CN" b="1" dirty="0">
                  <a:latin typeface="Arial Narrow" panose="020B0606020202030204" pitchFamily="34" charset="0"/>
                </a:rPr>
                <a:t>A. </a:t>
              </a:r>
              <a:r>
                <a:rPr lang="zh-CN" altLang="en-US" b="1" dirty="0">
                  <a:latin typeface="Arial Narrow" panose="020B0606020202030204" pitchFamily="34" charset="0"/>
                </a:rPr>
                <a:t>边发送数据帧，边检测是否发生冲突</a:t>
              </a:r>
            </a:p>
          </p:txBody>
        </p:sp>
        <p:sp>
          <p:nvSpPr>
            <p:cNvPr id="68" name="íşlïḍè">
              <a:extLst>
                <a:ext uri="{FF2B5EF4-FFF2-40B4-BE49-F238E27FC236}">
                  <a16:creationId xmlns:a16="http://schemas.microsoft.com/office/drawing/2014/main" id="{F966E192-0C00-4867-9FAF-4F931511FDB6}"/>
                </a:ext>
              </a:extLst>
            </p:cNvPr>
            <p:cNvSpPr txBox="1"/>
            <p:nvPr/>
          </p:nvSpPr>
          <p:spPr>
            <a:xfrm>
              <a:off x="1465953" y="2194219"/>
              <a:ext cx="4454622" cy="400111"/>
            </a:xfrm>
            <a:prstGeom prst="rect">
              <a:avLst/>
            </a:prstGeom>
            <a:noFill/>
          </p:spPr>
          <p:txBody>
            <a:bodyPr wrap="square" lIns="91440" tIns="45720" rIns="91440" bIns="45720" anchor="ctr">
              <a:noAutofit/>
            </a:bodyPr>
            <a:lstStyle/>
            <a:p>
              <a:r>
                <a:rPr lang="en-US" altLang="zh-CN" b="1" dirty="0">
                  <a:latin typeface="Arial Narrow" panose="020B0606020202030204" pitchFamily="34" charset="0"/>
                </a:rPr>
                <a:t>B. </a:t>
              </a:r>
              <a:r>
                <a:rPr lang="zh-CN" altLang="en-US" b="1" dirty="0">
                  <a:latin typeface="Arial Narrow" panose="020B0606020202030204" pitchFamily="34" charset="0"/>
                </a:rPr>
                <a:t>适用于无线网络，以实现无线链路共享</a:t>
              </a:r>
            </a:p>
          </p:txBody>
        </p:sp>
        <p:sp>
          <p:nvSpPr>
            <p:cNvPr id="79" name="íşlïḍè">
              <a:extLst>
                <a:ext uri="{FF2B5EF4-FFF2-40B4-BE49-F238E27FC236}">
                  <a16:creationId xmlns:a16="http://schemas.microsoft.com/office/drawing/2014/main" id="{EA508BFB-4208-461B-B459-FD0300555561}"/>
                </a:ext>
              </a:extLst>
            </p:cNvPr>
            <p:cNvSpPr txBox="1"/>
            <p:nvPr/>
          </p:nvSpPr>
          <p:spPr>
            <a:xfrm>
              <a:off x="1465953" y="2657381"/>
              <a:ext cx="5375601" cy="400111"/>
            </a:xfrm>
            <a:prstGeom prst="rect">
              <a:avLst/>
            </a:prstGeom>
            <a:noFill/>
          </p:spPr>
          <p:txBody>
            <a:bodyPr wrap="square" lIns="91440" tIns="45720" rIns="91440" bIns="45720" anchor="ctr">
              <a:noAutofit/>
            </a:bodyPr>
            <a:lstStyle/>
            <a:p>
              <a:r>
                <a:rPr lang="en-US" altLang="zh-CN" b="1" dirty="0">
                  <a:latin typeface="Arial Narrow" panose="020B0606020202030204" pitchFamily="34" charset="0"/>
                </a:rPr>
                <a:t>C. </a:t>
              </a:r>
              <a:r>
                <a:rPr lang="zh-CN" altLang="en-US" b="1" dirty="0">
                  <a:latin typeface="Arial Narrow" panose="020B0606020202030204" pitchFamily="34" charset="0"/>
                </a:rPr>
                <a:t>需要根据网络跨距和数据传输速率限定最小帧长</a:t>
              </a:r>
            </a:p>
          </p:txBody>
        </p:sp>
        <p:sp>
          <p:nvSpPr>
            <p:cNvPr id="88" name="íşlïḍè">
              <a:extLst>
                <a:ext uri="{FF2B5EF4-FFF2-40B4-BE49-F238E27FC236}">
                  <a16:creationId xmlns:a16="http://schemas.microsoft.com/office/drawing/2014/main" id="{38A70E74-556C-4E47-BF9B-E2D059DB0566}"/>
                </a:ext>
              </a:extLst>
            </p:cNvPr>
            <p:cNvSpPr txBox="1"/>
            <p:nvPr/>
          </p:nvSpPr>
          <p:spPr>
            <a:xfrm>
              <a:off x="1465953" y="3120544"/>
              <a:ext cx="6520245" cy="400111"/>
            </a:xfrm>
            <a:prstGeom prst="rect">
              <a:avLst/>
            </a:prstGeom>
            <a:noFill/>
          </p:spPr>
          <p:txBody>
            <a:bodyPr wrap="square" lIns="91440" tIns="45720" rIns="91440" bIns="45720" anchor="ctr">
              <a:noAutofit/>
            </a:bodyPr>
            <a:lstStyle/>
            <a:p>
              <a:r>
                <a:rPr lang="en-US" altLang="zh-CN" b="1" dirty="0">
                  <a:latin typeface="Arial Narrow" panose="020B0606020202030204" pitchFamily="34" charset="0"/>
                </a:rPr>
                <a:t>D. </a:t>
              </a:r>
              <a:r>
                <a:rPr lang="zh-CN" altLang="en-US" b="1" dirty="0">
                  <a:latin typeface="Arial Narrow" panose="020B0606020202030204" pitchFamily="34" charset="0"/>
                </a:rPr>
                <a:t>当信号传播延迟趋近于</a:t>
              </a:r>
              <a:r>
                <a:rPr lang="en-US" altLang="zh-CN" b="1" dirty="0">
                  <a:latin typeface="Arial Narrow" panose="020B0606020202030204" pitchFamily="34" charset="0"/>
                </a:rPr>
                <a:t>0</a:t>
              </a:r>
              <a:r>
                <a:rPr lang="zh-CN" altLang="en-US" b="1" dirty="0">
                  <a:latin typeface="Arial Narrow" panose="020B0606020202030204" pitchFamily="34" charset="0"/>
                </a:rPr>
                <a:t>时，信道利用率趋近</a:t>
              </a:r>
              <a:r>
                <a:rPr lang="en-US" altLang="zh-CN" b="1" dirty="0">
                  <a:latin typeface="Arial Narrow" panose="020B0606020202030204" pitchFamily="34" charset="0"/>
                </a:rPr>
                <a:t>100%</a:t>
              </a:r>
              <a:endParaRPr lang="zh-CN" altLang="en-US" b="1" dirty="0">
                <a:latin typeface="Arial Narrow" panose="020B0606020202030204" pitchFamily="34" charset="0"/>
              </a:endParaRPr>
            </a:p>
          </p:txBody>
        </p:sp>
      </p:grpSp>
      <p:sp>
        <p:nvSpPr>
          <p:cNvPr id="89" name="íşlïḍè">
            <a:extLst>
              <a:ext uri="{FF2B5EF4-FFF2-40B4-BE49-F238E27FC236}">
                <a16:creationId xmlns:a16="http://schemas.microsoft.com/office/drawing/2014/main" id="{54A21077-86A1-4845-A54E-DF9682FB0AE9}"/>
              </a:ext>
            </a:extLst>
          </p:cNvPr>
          <p:cNvSpPr txBox="1"/>
          <p:nvPr/>
        </p:nvSpPr>
        <p:spPr>
          <a:xfrm>
            <a:off x="1012042" y="3646756"/>
            <a:ext cx="822240" cy="400111"/>
          </a:xfrm>
          <a:prstGeom prst="rect">
            <a:avLst/>
          </a:prstGeom>
          <a:noFill/>
        </p:spPr>
        <p:txBody>
          <a:bodyPr wrap="square" lIns="91440" tIns="45720" rIns="91440" bIns="45720" anchor="ctr">
            <a:noAutofit/>
          </a:bodyPr>
          <a:lstStyle/>
          <a:p>
            <a:r>
              <a:rPr lang="zh-CN" altLang="en-US" b="1" dirty="0">
                <a:latin typeface="Arial Narrow" panose="020B0606020202030204" pitchFamily="34" charset="0"/>
              </a:rPr>
              <a:t>解析</a:t>
            </a:r>
          </a:p>
        </p:txBody>
      </p:sp>
      <p:sp>
        <p:nvSpPr>
          <p:cNvPr id="90" name="íşlïḍè">
            <a:extLst>
              <a:ext uri="{FF2B5EF4-FFF2-40B4-BE49-F238E27FC236}">
                <a16:creationId xmlns:a16="http://schemas.microsoft.com/office/drawing/2014/main" id="{F8B07F68-EAFD-48B8-9A94-9A4B5647F851}"/>
              </a:ext>
            </a:extLst>
          </p:cNvPr>
          <p:cNvSpPr txBox="1"/>
          <p:nvPr/>
        </p:nvSpPr>
        <p:spPr>
          <a:xfrm>
            <a:off x="7150803" y="1274472"/>
            <a:ext cx="499897" cy="400111"/>
          </a:xfrm>
          <a:prstGeom prst="rect">
            <a:avLst/>
          </a:prstGeom>
          <a:noFill/>
        </p:spPr>
        <p:txBody>
          <a:bodyPr wrap="square" lIns="91440" tIns="45720" rIns="91440" bIns="45720" anchor="ctr">
            <a:noAutofit/>
          </a:bodyPr>
          <a:lstStyle/>
          <a:p>
            <a:pPr algn="ctr"/>
            <a:r>
              <a:rPr lang="en-US" altLang="zh-CN" sz="2800" b="1" dirty="0">
                <a:solidFill>
                  <a:schemeClr val="accent1">
                    <a:lumMod val="75000"/>
                  </a:schemeClr>
                </a:solidFill>
                <a:latin typeface="Arial Black" panose="020B0A04020102020204" pitchFamily="34" charset="0"/>
              </a:rPr>
              <a:t>B</a:t>
            </a:r>
            <a:endParaRPr lang="zh-CN" altLang="en-US" sz="2800" b="1" dirty="0">
              <a:solidFill>
                <a:schemeClr val="accent1">
                  <a:lumMod val="75000"/>
                </a:schemeClr>
              </a:solidFill>
              <a:latin typeface="Arial Black" panose="020B0A04020102020204" pitchFamily="34" charset="0"/>
            </a:endParaRPr>
          </a:p>
        </p:txBody>
      </p:sp>
    </p:spTree>
    <p:custDataLst>
      <p:tags r:id="rId1"/>
    </p:custDataLst>
    <p:extLst>
      <p:ext uri="{BB962C8B-B14F-4D97-AF65-F5344CB8AC3E}">
        <p14:creationId xmlns:p14="http://schemas.microsoft.com/office/powerpoint/2010/main" val="907700672"/>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30" presetClass="entr" presetSubtype="0" fill="hold" nodeType="withEffect">
                                  <p:stCondLst>
                                    <p:cond delay="0"/>
                                  </p:stCondLst>
                                  <p:childTnLst>
                                    <p:set>
                                      <p:cBhvr>
                                        <p:cTn id="6" dur="1" fill="hold">
                                          <p:stCondLst>
                                            <p:cond delay="0"/>
                                          </p:stCondLst>
                                        </p:cTn>
                                        <p:tgtEl>
                                          <p:spTgt spid="7"/>
                                        </p:tgtEl>
                                        <p:attrNameLst>
                                          <p:attrName>style.visibility</p:attrName>
                                        </p:attrNameLst>
                                      </p:cBhvr>
                                      <p:to>
                                        <p:strVal val="visible"/>
                                      </p:to>
                                    </p:set>
                                    <p:animEffect transition="in" filter="fade">
                                      <p:cBhvr>
                                        <p:cTn id="7" dur="800" decel="100000"/>
                                        <p:tgtEl>
                                          <p:spTgt spid="7"/>
                                        </p:tgtEl>
                                      </p:cBhvr>
                                    </p:animEffect>
                                    <p:anim calcmode="lin" valueType="num">
                                      <p:cBhvr>
                                        <p:cTn id="8" dur="800" decel="100000" fill="hold"/>
                                        <p:tgtEl>
                                          <p:spTgt spid="7"/>
                                        </p:tgtEl>
                                        <p:attrNameLst>
                                          <p:attrName>style.rotation</p:attrName>
                                        </p:attrNameLst>
                                      </p:cBhvr>
                                      <p:tavLst>
                                        <p:tav tm="0">
                                          <p:val>
                                            <p:fltVal val="-90"/>
                                          </p:val>
                                        </p:tav>
                                        <p:tav tm="100000">
                                          <p:val>
                                            <p:fltVal val="0"/>
                                          </p:val>
                                        </p:tav>
                                      </p:tavLst>
                                    </p:anim>
                                    <p:anim calcmode="lin" valueType="num">
                                      <p:cBhvr>
                                        <p:cTn id="9" dur="800" decel="100000" fill="hold"/>
                                        <p:tgtEl>
                                          <p:spTgt spid="7"/>
                                        </p:tgtEl>
                                        <p:attrNameLst>
                                          <p:attrName>ppt_x</p:attrName>
                                        </p:attrNameLst>
                                      </p:cBhvr>
                                      <p:tavLst>
                                        <p:tav tm="0">
                                          <p:val>
                                            <p:strVal val="#ppt_x+0.4"/>
                                          </p:val>
                                        </p:tav>
                                        <p:tav tm="100000">
                                          <p:val>
                                            <p:strVal val="#ppt_x-0.05"/>
                                          </p:val>
                                        </p:tav>
                                      </p:tavLst>
                                    </p:anim>
                                    <p:anim calcmode="lin" valueType="num">
                                      <p:cBhvr>
                                        <p:cTn id="10" dur="800" decel="100000" fill="hold"/>
                                        <p:tgtEl>
                                          <p:spTgt spid="7"/>
                                        </p:tgtEl>
                                        <p:attrNameLst>
                                          <p:attrName>ppt_y</p:attrName>
                                        </p:attrNameLst>
                                      </p:cBhvr>
                                      <p:tavLst>
                                        <p:tav tm="0">
                                          <p:val>
                                            <p:strVal val="#ppt_y-0.4"/>
                                          </p:val>
                                        </p:tav>
                                        <p:tav tm="100000">
                                          <p:val>
                                            <p:strVal val="#ppt_y+0.1"/>
                                          </p:val>
                                        </p:tav>
                                      </p:tavLst>
                                    </p:anim>
                                    <p:anim calcmode="lin" valueType="num">
                                      <p:cBhvr>
                                        <p:cTn id="11" dur="200" accel="100000" fill="hold">
                                          <p:stCondLst>
                                            <p:cond delay="800"/>
                                          </p:stCondLst>
                                        </p:cTn>
                                        <p:tgtEl>
                                          <p:spTgt spid="7"/>
                                        </p:tgtEl>
                                        <p:attrNameLst>
                                          <p:attrName>ppt_x</p:attrName>
                                        </p:attrNameLst>
                                      </p:cBhvr>
                                      <p:tavLst>
                                        <p:tav tm="0">
                                          <p:val>
                                            <p:strVal val="#ppt_x-0.05"/>
                                          </p:val>
                                        </p:tav>
                                        <p:tav tm="100000">
                                          <p:val>
                                            <p:strVal val="#ppt_x"/>
                                          </p:val>
                                        </p:tav>
                                      </p:tavLst>
                                    </p:anim>
                                    <p:anim calcmode="lin" valueType="num">
                                      <p:cBhvr>
                                        <p:cTn id="12" dur="200" accel="100000" fill="hold">
                                          <p:stCondLst>
                                            <p:cond delay="800"/>
                                          </p:stCondLst>
                                        </p:cTn>
                                        <p:tgtEl>
                                          <p:spTgt spid="7"/>
                                        </p:tgtEl>
                                        <p:attrNameLst>
                                          <p:attrName>ppt_y</p:attrName>
                                        </p:attrNameLst>
                                      </p:cBhvr>
                                      <p:tavLst>
                                        <p:tav tm="0">
                                          <p:val>
                                            <p:strVal val="#ppt_y+0.1"/>
                                          </p:val>
                                        </p:tav>
                                        <p:tav tm="100000">
                                          <p:val>
                                            <p:strVal val="#ppt_y"/>
                                          </p:val>
                                        </p:tav>
                                      </p:tavLst>
                                    </p:anim>
                                  </p:childTnLst>
                                </p:cTn>
                              </p:par>
                            </p:childTnLst>
                          </p:cTn>
                        </p:par>
                      </p:childTnLst>
                    </p:cTn>
                  </p:par>
                  <p:par>
                    <p:cTn id="13" fill="hold">
                      <p:stCondLst>
                        <p:cond delay="indefinite"/>
                      </p:stCondLst>
                      <p:childTnLst>
                        <p:par>
                          <p:cTn id="14" fill="hold">
                            <p:stCondLst>
                              <p:cond delay="0"/>
                            </p:stCondLst>
                            <p:childTnLst>
                              <p:par>
                                <p:cTn id="15" presetID="30" presetClass="entr" presetSubtype="0" fill="hold" grpId="0" nodeType="clickEffect">
                                  <p:stCondLst>
                                    <p:cond delay="0"/>
                                  </p:stCondLst>
                                  <p:childTnLst>
                                    <p:set>
                                      <p:cBhvr>
                                        <p:cTn id="16" dur="1" fill="hold">
                                          <p:stCondLst>
                                            <p:cond delay="0"/>
                                          </p:stCondLst>
                                        </p:cTn>
                                        <p:tgtEl>
                                          <p:spTgt spid="90"/>
                                        </p:tgtEl>
                                        <p:attrNameLst>
                                          <p:attrName>style.visibility</p:attrName>
                                        </p:attrNameLst>
                                      </p:cBhvr>
                                      <p:to>
                                        <p:strVal val="visible"/>
                                      </p:to>
                                    </p:set>
                                    <p:animEffect transition="in" filter="fade">
                                      <p:cBhvr>
                                        <p:cTn id="17" dur="800" decel="100000"/>
                                        <p:tgtEl>
                                          <p:spTgt spid="90"/>
                                        </p:tgtEl>
                                      </p:cBhvr>
                                    </p:animEffect>
                                    <p:anim calcmode="lin" valueType="num">
                                      <p:cBhvr>
                                        <p:cTn id="18" dur="800" decel="100000" fill="hold"/>
                                        <p:tgtEl>
                                          <p:spTgt spid="90"/>
                                        </p:tgtEl>
                                        <p:attrNameLst>
                                          <p:attrName>style.rotation</p:attrName>
                                        </p:attrNameLst>
                                      </p:cBhvr>
                                      <p:tavLst>
                                        <p:tav tm="0">
                                          <p:val>
                                            <p:fltVal val="-90"/>
                                          </p:val>
                                        </p:tav>
                                        <p:tav tm="100000">
                                          <p:val>
                                            <p:fltVal val="0"/>
                                          </p:val>
                                        </p:tav>
                                      </p:tavLst>
                                    </p:anim>
                                    <p:anim calcmode="lin" valueType="num">
                                      <p:cBhvr>
                                        <p:cTn id="19" dur="800" decel="100000" fill="hold"/>
                                        <p:tgtEl>
                                          <p:spTgt spid="90"/>
                                        </p:tgtEl>
                                        <p:attrNameLst>
                                          <p:attrName>ppt_x</p:attrName>
                                        </p:attrNameLst>
                                      </p:cBhvr>
                                      <p:tavLst>
                                        <p:tav tm="0">
                                          <p:val>
                                            <p:strVal val="#ppt_x+0.4"/>
                                          </p:val>
                                        </p:tav>
                                        <p:tav tm="100000">
                                          <p:val>
                                            <p:strVal val="#ppt_x-0.05"/>
                                          </p:val>
                                        </p:tav>
                                      </p:tavLst>
                                    </p:anim>
                                    <p:anim calcmode="lin" valueType="num">
                                      <p:cBhvr>
                                        <p:cTn id="20" dur="800" decel="100000" fill="hold"/>
                                        <p:tgtEl>
                                          <p:spTgt spid="90"/>
                                        </p:tgtEl>
                                        <p:attrNameLst>
                                          <p:attrName>ppt_y</p:attrName>
                                        </p:attrNameLst>
                                      </p:cBhvr>
                                      <p:tavLst>
                                        <p:tav tm="0">
                                          <p:val>
                                            <p:strVal val="#ppt_y-0.4"/>
                                          </p:val>
                                        </p:tav>
                                        <p:tav tm="100000">
                                          <p:val>
                                            <p:strVal val="#ppt_y+0.1"/>
                                          </p:val>
                                        </p:tav>
                                      </p:tavLst>
                                    </p:anim>
                                    <p:anim calcmode="lin" valueType="num">
                                      <p:cBhvr>
                                        <p:cTn id="21" dur="200" accel="100000" fill="hold">
                                          <p:stCondLst>
                                            <p:cond delay="800"/>
                                          </p:stCondLst>
                                        </p:cTn>
                                        <p:tgtEl>
                                          <p:spTgt spid="90"/>
                                        </p:tgtEl>
                                        <p:attrNameLst>
                                          <p:attrName>ppt_x</p:attrName>
                                        </p:attrNameLst>
                                      </p:cBhvr>
                                      <p:tavLst>
                                        <p:tav tm="0">
                                          <p:val>
                                            <p:strVal val="#ppt_x-0.05"/>
                                          </p:val>
                                        </p:tav>
                                        <p:tav tm="100000">
                                          <p:val>
                                            <p:strVal val="#ppt_x"/>
                                          </p:val>
                                        </p:tav>
                                      </p:tavLst>
                                    </p:anim>
                                    <p:anim calcmode="lin" valueType="num">
                                      <p:cBhvr>
                                        <p:cTn id="22" dur="200" accel="100000" fill="hold">
                                          <p:stCondLst>
                                            <p:cond delay="800"/>
                                          </p:stCondLst>
                                        </p:cTn>
                                        <p:tgtEl>
                                          <p:spTgt spid="90"/>
                                        </p:tgtEl>
                                        <p:attrNameLst>
                                          <p:attrName>ppt_y</p:attrName>
                                        </p:attrNameLst>
                                      </p:cBhvr>
                                      <p:tavLst>
                                        <p:tav tm="0">
                                          <p:val>
                                            <p:strVal val="#ppt_y+0.1"/>
                                          </p:val>
                                        </p:tav>
                                        <p:tav tm="100000">
                                          <p:val>
                                            <p:strVal val="#ppt_y"/>
                                          </p:val>
                                        </p:tav>
                                      </p:tavLst>
                                    </p:anim>
                                  </p:childTnLst>
                                </p:cTn>
                              </p:par>
                            </p:childTnLst>
                          </p:cTn>
                        </p:par>
                      </p:childTnLst>
                    </p:cTn>
                  </p:par>
                  <p:par>
                    <p:cTn id="23" fill="hold">
                      <p:stCondLst>
                        <p:cond delay="indefinite"/>
                      </p:stCondLst>
                      <p:childTnLst>
                        <p:par>
                          <p:cTn id="24" fill="hold">
                            <p:stCondLst>
                              <p:cond delay="0"/>
                            </p:stCondLst>
                            <p:childTnLst>
                              <p:par>
                                <p:cTn id="25" presetID="53" presetClass="entr" presetSubtype="16" fill="hold" grpId="0" nodeType="clickEffect">
                                  <p:stCondLst>
                                    <p:cond delay="0"/>
                                  </p:stCondLst>
                                  <p:childTnLst>
                                    <p:set>
                                      <p:cBhvr>
                                        <p:cTn id="26" dur="1" fill="hold">
                                          <p:stCondLst>
                                            <p:cond delay="0"/>
                                          </p:stCondLst>
                                        </p:cTn>
                                        <p:tgtEl>
                                          <p:spTgt spid="89"/>
                                        </p:tgtEl>
                                        <p:attrNameLst>
                                          <p:attrName>style.visibility</p:attrName>
                                        </p:attrNameLst>
                                      </p:cBhvr>
                                      <p:to>
                                        <p:strVal val="visible"/>
                                      </p:to>
                                    </p:set>
                                    <p:anim calcmode="lin" valueType="num">
                                      <p:cBhvr>
                                        <p:cTn id="27" dur="500" fill="hold"/>
                                        <p:tgtEl>
                                          <p:spTgt spid="89"/>
                                        </p:tgtEl>
                                        <p:attrNameLst>
                                          <p:attrName>ppt_w</p:attrName>
                                        </p:attrNameLst>
                                      </p:cBhvr>
                                      <p:tavLst>
                                        <p:tav tm="0">
                                          <p:val>
                                            <p:fltVal val="0"/>
                                          </p:val>
                                        </p:tav>
                                        <p:tav tm="100000">
                                          <p:val>
                                            <p:strVal val="#ppt_w"/>
                                          </p:val>
                                        </p:tav>
                                      </p:tavLst>
                                    </p:anim>
                                    <p:anim calcmode="lin" valueType="num">
                                      <p:cBhvr>
                                        <p:cTn id="28" dur="500" fill="hold"/>
                                        <p:tgtEl>
                                          <p:spTgt spid="89"/>
                                        </p:tgtEl>
                                        <p:attrNameLst>
                                          <p:attrName>ppt_h</p:attrName>
                                        </p:attrNameLst>
                                      </p:cBhvr>
                                      <p:tavLst>
                                        <p:tav tm="0">
                                          <p:val>
                                            <p:fltVal val="0"/>
                                          </p:val>
                                        </p:tav>
                                        <p:tav tm="100000">
                                          <p:val>
                                            <p:strVal val="#ppt_h"/>
                                          </p:val>
                                        </p:tav>
                                      </p:tavLst>
                                    </p:anim>
                                    <p:animEffect transition="in" filter="fade">
                                      <p:cBhvr>
                                        <p:cTn id="29" dur="500"/>
                                        <p:tgtEl>
                                          <p:spTgt spid="89"/>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89" grpId="0"/>
      <p:bldP spid="90" grpId="0"/>
    </p:bldLst>
  </p:timing>
</p:sld>
</file>

<file path=ppt/slides/slide35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4" name="组合 3">
            <a:extLst>
              <a:ext uri="{FF2B5EF4-FFF2-40B4-BE49-F238E27FC236}">
                <a16:creationId xmlns:a16="http://schemas.microsoft.com/office/drawing/2014/main" id="{9A1EA9F2-FCB6-48C3-935F-7AE7E3AD14AC}"/>
              </a:ext>
            </a:extLst>
          </p:cNvPr>
          <p:cNvGrpSpPr/>
          <p:nvPr/>
        </p:nvGrpSpPr>
        <p:grpSpPr>
          <a:xfrm>
            <a:off x="304800" y="749300"/>
            <a:ext cx="6271280" cy="400110"/>
            <a:chOff x="424117" y="898245"/>
            <a:chExt cx="6271280" cy="400110"/>
          </a:xfrm>
        </p:grpSpPr>
        <p:sp>
          <p:nvSpPr>
            <p:cNvPr id="2" name="平行四边形 1">
              <a:extLst>
                <a:ext uri="{FF2B5EF4-FFF2-40B4-BE49-F238E27FC236}">
                  <a16:creationId xmlns:a16="http://schemas.microsoft.com/office/drawing/2014/main" id="{1F5BAA3F-9845-4F89-A2DD-8222D3E4EDAC}"/>
                </a:ext>
              </a:extLst>
            </p:cNvPr>
            <p:cNvSpPr/>
            <p:nvPr/>
          </p:nvSpPr>
          <p:spPr>
            <a:xfrm>
              <a:off x="424117" y="898245"/>
              <a:ext cx="675384" cy="387090"/>
            </a:xfrm>
            <a:prstGeom prst="parallelogram">
              <a:avLst/>
            </a:prstGeom>
            <a:solidFill>
              <a:schemeClr val="accent3">
                <a:lumMod val="75000"/>
              </a:schemeClr>
            </a:solidFill>
            <a:ln>
              <a:solidFill>
                <a:schemeClr val="accent3">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CN" sz="2200" dirty="0">
                  <a:latin typeface="Impact" panose="020B0806030902050204" pitchFamily="34" charset="0"/>
                </a:rPr>
                <a:t>05</a:t>
              </a:r>
              <a:endParaRPr lang="zh-CN" altLang="en-US" sz="2200" dirty="0">
                <a:latin typeface="Impact" panose="020B0806030902050204" pitchFamily="34" charset="0"/>
              </a:endParaRPr>
            </a:p>
          </p:txBody>
        </p:sp>
        <p:sp>
          <p:nvSpPr>
            <p:cNvPr id="3" name="文本框 2">
              <a:extLst>
                <a:ext uri="{FF2B5EF4-FFF2-40B4-BE49-F238E27FC236}">
                  <a16:creationId xmlns:a16="http://schemas.microsoft.com/office/drawing/2014/main" id="{4D6BD736-A4D3-4F26-AFED-36E11F50F70B}"/>
                </a:ext>
              </a:extLst>
            </p:cNvPr>
            <p:cNvSpPr txBox="1"/>
            <p:nvPr/>
          </p:nvSpPr>
          <p:spPr>
            <a:xfrm>
              <a:off x="1131359" y="898245"/>
              <a:ext cx="5564038" cy="400110"/>
            </a:xfrm>
            <a:prstGeom prst="rect">
              <a:avLst/>
            </a:prstGeom>
            <a:noFill/>
          </p:spPr>
          <p:txBody>
            <a:bodyPr wrap="square" rtlCol="0">
              <a:spAutoFit/>
            </a:bodyPr>
            <a:lstStyle/>
            <a:p>
              <a:r>
                <a:rPr lang="zh-CN" altLang="en-US" sz="2000" b="1" dirty="0"/>
                <a:t>共享式以太网的信道利用率</a:t>
              </a:r>
              <a:endParaRPr lang="en-US" altLang="zh-CN" sz="2000" b="1" dirty="0"/>
            </a:p>
          </p:txBody>
        </p:sp>
      </p:grpSp>
      <p:sp>
        <p:nvSpPr>
          <p:cNvPr id="62" name="íşlïḍè">
            <a:extLst>
              <a:ext uri="{FF2B5EF4-FFF2-40B4-BE49-F238E27FC236}">
                <a16:creationId xmlns:a16="http://schemas.microsoft.com/office/drawing/2014/main" id="{9F46C64A-EA8E-4733-B9E2-F36C8BDCB213}"/>
              </a:ext>
            </a:extLst>
          </p:cNvPr>
          <p:cNvSpPr txBox="1"/>
          <p:nvPr/>
        </p:nvSpPr>
        <p:spPr>
          <a:xfrm>
            <a:off x="1012042" y="1267895"/>
            <a:ext cx="10513339" cy="400111"/>
          </a:xfrm>
          <a:prstGeom prst="rect">
            <a:avLst/>
          </a:prstGeom>
          <a:noFill/>
        </p:spPr>
        <p:txBody>
          <a:bodyPr wrap="square" lIns="91440" tIns="45720" rIns="91440" bIns="45720" anchor="ctr">
            <a:noAutofit/>
          </a:bodyPr>
          <a:lstStyle/>
          <a:p>
            <a:r>
              <a:rPr lang="en-US" altLang="zh-CN" b="1" dirty="0">
                <a:latin typeface="Arial Narrow" panose="020B0606020202030204" pitchFamily="34" charset="0"/>
              </a:rPr>
              <a:t>【2015</a:t>
            </a:r>
            <a:r>
              <a:rPr lang="zh-CN" altLang="en-US" b="1" dirty="0">
                <a:latin typeface="Arial Narrow" panose="020B0606020202030204" pitchFamily="34" charset="0"/>
              </a:rPr>
              <a:t>年 题</a:t>
            </a:r>
            <a:r>
              <a:rPr lang="en-US" altLang="zh-CN" b="1" dirty="0">
                <a:latin typeface="Arial Narrow" panose="020B0606020202030204" pitchFamily="34" charset="0"/>
              </a:rPr>
              <a:t>36】</a:t>
            </a:r>
            <a:r>
              <a:rPr lang="zh-CN" altLang="en-US" b="1" dirty="0">
                <a:latin typeface="Arial Narrow" panose="020B0606020202030204" pitchFamily="34" charset="0"/>
              </a:rPr>
              <a:t>下列关于</a:t>
            </a:r>
            <a:r>
              <a:rPr lang="en-US" altLang="zh-CN" b="1" dirty="0">
                <a:latin typeface="Arial Narrow" panose="020B0606020202030204" pitchFamily="34" charset="0"/>
              </a:rPr>
              <a:t>CSMA/CD</a:t>
            </a:r>
            <a:r>
              <a:rPr lang="zh-CN" altLang="en-US" b="1" dirty="0">
                <a:latin typeface="Arial Narrow" panose="020B0606020202030204" pitchFamily="34" charset="0"/>
              </a:rPr>
              <a:t>协议的叙述中，错误的是（      ）。</a:t>
            </a:r>
          </a:p>
        </p:txBody>
      </p:sp>
      <p:sp>
        <p:nvSpPr>
          <p:cNvPr id="63" name="íşlïḍè">
            <a:extLst>
              <a:ext uri="{FF2B5EF4-FFF2-40B4-BE49-F238E27FC236}">
                <a16:creationId xmlns:a16="http://schemas.microsoft.com/office/drawing/2014/main" id="{0A27E715-06CC-40C9-A0EB-6FF9CDF244DA}"/>
              </a:ext>
            </a:extLst>
          </p:cNvPr>
          <p:cNvSpPr txBox="1"/>
          <p:nvPr/>
        </p:nvSpPr>
        <p:spPr>
          <a:xfrm>
            <a:off x="1465953" y="1731057"/>
            <a:ext cx="4277004" cy="400111"/>
          </a:xfrm>
          <a:prstGeom prst="rect">
            <a:avLst/>
          </a:prstGeom>
          <a:noFill/>
        </p:spPr>
        <p:txBody>
          <a:bodyPr wrap="square" lIns="91440" tIns="45720" rIns="91440" bIns="45720" anchor="ctr">
            <a:noAutofit/>
          </a:bodyPr>
          <a:lstStyle/>
          <a:p>
            <a:r>
              <a:rPr lang="en-US" altLang="zh-CN" b="1" dirty="0">
                <a:latin typeface="Arial Narrow" panose="020B0606020202030204" pitchFamily="34" charset="0"/>
              </a:rPr>
              <a:t>A. </a:t>
            </a:r>
            <a:r>
              <a:rPr lang="zh-CN" altLang="en-US" b="1" dirty="0">
                <a:latin typeface="Arial Narrow" panose="020B0606020202030204" pitchFamily="34" charset="0"/>
              </a:rPr>
              <a:t>边发送数据帧，边检测是否发生冲突</a:t>
            </a:r>
          </a:p>
        </p:txBody>
      </p:sp>
      <p:sp>
        <p:nvSpPr>
          <p:cNvPr id="68" name="íşlïḍè">
            <a:extLst>
              <a:ext uri="{FF2B5EF4-FFF2-40B4-BE49-F238E27FC236}">
                <a16:creationId xmlns:a16="http://schemas.microsoft.com/office/drawing/2014/main" id="{F966E192-0C00-4867-9FAF-4F931511FDB6}"/>
              </a:ext>
            </a:extLst>
          </p:cNvPr>
          <p:cNvSpPr txBox="1"/>
          <p:nvPr/>
        </p:nvSpPr>
        <p:spPr>
          <a:xfrm>
            <a:off x="1465953" y="2194219"/>
            <a:ext cx="4454622" cy="400111"/>
          </a:xfrm>
          <a:prstGeom prst="rect">
            <a:avLst/>
          </a:prstGeom>
          <a:noFill/>
        </p:spPr>
        <p:txBody>
          <a:bodyPr wrap="square" lIns="91440" tIns="45720" rIns="91440" bIns="45720" anchor="ctr">
            <a:noAutofit/>
          </a:bodyPr>
          <a:lstStyle/>
          <a:p>
            <a:r>
              <a:rPr lang="en-US" altLang="zh-CN" b="1" dirty="0">
                <a:latin typeface="Arial Narrow" panose="020B0606020202030204" pitchFamily="34" charset="0"/>
              </a:rPr>
              <a:t>B. </a:t>
            </a:r>
            <a:r>
              <a:rPr lang="zh-CN" altLang="en-US" b="1" dirty="0">
                <a:latin typeface="Arial Narrow" panose="020B0606020202030204" pitchFamily="34" charset="0"/>
              </a:rPr>
              <a:t>适用于无线网络，以实现无线链路共享</a:t>
            </a:r>
          </a:p>
        </p:txBody>
      </p:sp>
      <p:sp>
        <p:nvSpPr>
          <p:cNvPr id="79" name="íşlïḍè">
            <a:extLst>
              <a:ext uri="{FF2B5EF4-FFF2-40B4-BE49-F238E27FC236}">
                <a16:creationId xmlns:a16="http://schemas.microsoft.com/office/drawing/2014/main" id="{EA508BFB-4208-461B-B459-FD0300555561}"/>
              </a:ext>
            </a:extLst>
          </p:cNvPr>
          <p:cNvSpPr txBox="1"/>
          <p:nvPr/>
        </p:nvSpPr>
        <p:spPr>
          <a:xfrm>
            <a:off x="1465953" y="2657381"/>
            <a:ext cx="5375601" cy="400111"/>
          </a:xfrm>
          <a:prstGeom prst="rect">
            <a:avLst/>
          </a:prstGeom>
          <a:noFill/>
        </p:spPr>
        <p:txBody>
          <a:bodyPr wrap="square" lIns="91440" tIns="45720" rIns="91440" bIns="45720" anchor="ctr">
            <a:noAutofit/>
          </a:bodyPr>
          <a:lstStyle/>
          <a:p>
            <a:r>
              <a:rPr lang="en-US" altLang="zh-CN" b="1" dirty="0">
                <a:latin typeface="Arial Narrow" panose="020B0606020202030204" pitchFamily="34" charset="0"/>
              </a:rPr>
              <a:t>C. </a:t>
            </a:r>
            <a:r>
              <a:rPr lang="zh-CN" altLang="en-US" b="1" dirty="0">
                <a:latin typeface="Arial Narrow" panose="020B0606020202030204" pitchFamily="34" charset="0"/>
              </a:rPr>
              <a:t>需要根据网络跨距和数据传输速率限定最小帧长</a:t>
            </a:r>
          </a:p>
        </p:txBody>
      </p:sp>
      <p:sp>
        <p:nvSpPr>
          <p:cNvPr id="88" name="íşlïḍè">
            <a:extLst>
              <a:ext uri="{FF2B5EF4-FFF2-40B4-BE49-F238E27FC236}">
                <a16:creationId xmlns:a16="http://schemas.microsoft.com/office/drawing/2014/main" id="{38A70E74-556C-4E47-BF9B-E2D059DB0566}"/>
              </a:ext>
            </a:extLst>
          </p:cNvPr>
          <p:cNvSpPr txBox="1"/>
          <p:nvPr/>
        </p:nvSpPr>
        <p:spPr>
          <a:xfrm>
            <a:off x="1465953" y="3120544"/>
            <a:ext cx="6520245" cy="400111"/>
          </a:xfrm>
          <a:prstGeom prst="rect">
            <a:avLst/>
          </a:prstGeom>
          <a:noFill/>
        </p:spPr>
        <p:txBody>
          <a:bodyPr wrap="square" lIns="91440" tIns="45720" rIns="91440" bIns="45720" anchor="ctr">
            <a:noAutofit/>
          </a:bodyPr>
          <a:lstStyle/>
          <a:p>
            <a:r>
              <a:rPr lang="en-US" altLang="zh-CN" b="1" dirty="0">
                <a:latin typeface="Arial Narrow" panose="020B0606020202030204" pitchFamily="34" charset="0"/>
              </a:rPr>
              <a:t>D. </a:t>
            </a:r>
            <a:r>
              <a:rPr lang="zh-CN" altLang="en-US" b="1" dirty="0">
                <a:latin typeface="Arial Narrow" panose="020B0606020202030204" pitchFamily="34" charset="0"/>
              </a:rPr>
              <a:t>当信号传播延迟趋近于</a:t>
            </a:r>
            <a:r>
              <a:rPr lang="en-US" altLang="zh-CN" b="1" dirty="0">
                <a:latin typeface="Arial Narrow" panose="020B0606020202030204" pitchFamily="34" charset="0"/>
              </a:rPr>
              <a:t>0</a:t>
            </a:r>
            <a:r>
              <a:rPr lang="zh-CN" altLang="en-US" b="1" dirty="0">
                <a:latin typeface="Arial Narrow" panose="020B0606020202030204" pitchFamily="34" charset="0"/>
              </a:rPr>
              <a:t>时，信道利用率趋近</a:t>
            </a:r>
            <a:r>
              <a:rPr lang="en-US" altLang="zh-CN" b="1" dirty="0">
                <a:latin typeface="Arial Narrow" panose="020B0606020202030204" pitchFamily="34" charset="0"/>
              </a:rPr>
              <a:t>100%</a:t>
            </a:r>
            <a:endParaRPr lang="zh-CN" altLang="en-US" b="1" dirty="0">
              <a:latin typeface="Arial Narrow" panose="020B0606020202030204" pitchFamily="34" charset="0"/>
            </a:endParaRPr>
          </a:p>
        </p:txBody>
      </p:sp>
      <p:sp>
        <p:nvSpPr>
          <p:cNvPr id="90" name="íşlïḍè">
            <a:extLst>
              <a:ext uri="{FF2B5EF4-FFF2-40B4-BE49-F238E27FC236}">
                <a16:creationId xmlns:a16="http://schemas.microsoft.com/office/drawing/2014/main" id="{F8B07F68-EAFD-48B8-9A94-9A4B5647F851}"/>
              </a:ext>
            </a:extLst>
          </p:cNvPr>
          <p:cNvSpPr txBox="1"/>
          <p:nvPr/>
        </p:nvSpPr>
        <p:spPr>
          <a:xfrm>
            <a:off x="7150803" y="1274472"/>
            <a:ext cx="499897" cy="400111"/>
          </a:xfrm>
          <a:prstGeom prst="rect">
            <a:avLst/>
          </a:prstGeom>
          <a:noFill/>
        </p:spPr>
        <p:txBody>
          <a:bodyPr wrap="square" lIns="91440" tIns="45720" rIns="91440" bIns="45720" anchor="ctr">
            <a:noAutofit/>
          </a:bodyPr>
          <a:lstStyle/>
          <a:p>
            <a:pPr algn="ctr"/>
            <a:r>
              <a:rPr lang="en-US" altLang="zh-CN" sz="2800" b="1" dirty="0">
                <a:solidFill>
                  <a:schemeClr val="accent1">
                    <a:lumMod val="75000"/>
                  </a:schemeClr>
                </a:solidFill>
                <a:latin typeface="Arial Black" panose="020B0A04020102020204" pitchFamily="34" charset="0"/>
              </a:rPr>
              <a:t>B</a:t>
            </a:r>
            <a:endParaRPr lang="zh-CN" altLang="en-US" sz="2800" b="1" dirty="0">
              <a:solidFill>
                <a:schemeClr val="accent1">
                  <a:lumMod val="75000"/>
                </a:schemeClr>
              </a:solidFill>
              <a:latin typeface="Arial Black" panose="020B0A04020102020204" pitchFamily="34" charset="0"/>
            </a:endParaRPr>
          </a:p>
        </p:txBody>
      </p:sp>
      <p:sp>
        <p:nvSpPr>
          <p:cNvPr id="13" name="íşlïḍè">
            <a:extLst>
              <a:ext uri="{FF2B5EF4-FFF2-40B4-BE49-F238E27FC236}">
                <a16:creationId xmlns:a16="http://schemas.microsoft.com/office/drawing/2014/main" id="{6E86DD9E-3E36-4D03-BE01-DCACC3C2CAAF}"/>
              </a:ext>
            </a:extLst>
          </p:cNvPr>
          <p:cNvSpPr txBox="1"/>
          <p:nvPr/>
        </p:nvSpPr>
        <p:spPr>
          <a:xfrm>
            <a:off x="1464132" y="4317808"/>
            <a:ext cx="10223895" cy="663218"/>
          </a:xfrm>
          <a:prstGeom prst="rect">
            <a:avLst/>
          </a:prstGeom>
          <a:noFill/>
        </p:spPr>
        <p:txBody>
          <a:bodyPr wrap="square" lIns="91440" tIns="45720" rIns="91440" bIns="45720" anchor="ctr">
            <a:noAutofit/>
          </a:bodyPr>
          <a:lstStyle/>
          <a:p>
            <a:r>
              <a:rPr lang="zh-CN" altLang="en-US" b="1" dirty="0">
                <a:solidFill>
                  <a:schemeClr val="accent1">
                    <a:lumMod val="75000"/>
                  </a:schemeClr>
                </a:solidFill>
                <a:latin typeface="Arial Narrow" panose="020B0606020202030204" pitchFamily="34" charset="0"/>
              </a:rPr>
              <a:t>选项</a:t>
            </a:r>
            <a:r>
              <a:rPr lang="en-US" altLang="zh-CN" b="1" dirty="0">
                <a:solidFill>
                  <a:schemeClr val="accent1">
                    <a:lumMod val="75000"/>
                  </a:schemeClr>
                </a:solidFill>
                <a:latin typeface="Arial Narrow" panose="020B0606020202030204" pitchFamily="34" charset="0"/>
              </a:rPr>
              <a:t>B</a:t>
            </a:r>
            <a:r>
              <a:rPr lang="zh-CN" altLang="en-US" b="1" dirty="0">
                <a:solidFill>
                  <a:schemeClr val="accent1">
                    <a:lumMod val="75000"/>
                  </a:schemeClr>
                </a:solidFill>
                <a:latin typeface="Arial Narrow" panose="020B0606020202030204" pitchFamily="34" charset="0"/>
              </a:rPr>
              <a:t>的描述错误</a:t>
            </a:r>
            <a:r>
              <a:rPr lang="zh-CN" altLang="en-US" b="1" dirty="0">
                <a:latin typeface="Arial Narrow" panose="020B0606020202030204" pitchFamily="34" charset="0"/>
              </a:rPr>
              <a:t>，因为</a:t>
            </a:r>
            <a:r>
              <a:rPr lang="en-US" altLang="zh-CN" b="1" dirty="0">
                <a:latin typeface="Arial Narrow" panose="020B0606020202030204" pitchFamily="34" charset="0"/>
              </a:rPr>
              <a:t>CSMA/CD</a:t>
            </a:r>
            <a:r>
              <a:rPr lang="zh-CN" altLang="en-US" b="1" dirty="0">
                <a:latin typeface="Arial Narrow" panose="020B0606020202030204" pitchFamily="34" charset="0"/>
              </a:rPr>
              <a:t>协议不适用于无线网络。对于</a:t>
            </a:r>
            <a:r>
              <a:rPr lang="en-US" altLang="zh-CN" b="1" dirty="0">
                <a:latin typeface="Arial Narrow" panose="020B0606020202030204" pitchFamily="34" charset="0"/>
              </a:rPr>
              <a:t>802.11</a:t>
            </a:r>
            <a:r>
              <a:rPr lang="zh-CN" altLang="en-US" b="1" dirty="0">
                <a:latin typeface="Arial Narrow" panose="020B0606020202030204" pitchFamily="34" charset="0"/>
              </a:rPr>
              <a:t>无线局域网，可以使用</a:t>
            </a:r>
            <a:r>
              <a:rPr lang="en-US" altLang="zh-CN" b="1" dirty="0">
                <a:latin typeface="Arial Narrow" panose="020B0606020202030204" pitchFamily="34" charset="0"/>
              </a:rPr>
              <a:t>CSMA/CA</a:t>
            </a:r>
            <a:r>
              <a:rPr lang="zh-CN" altLang="en-US" b="1" dirty="0">
                <a:latin typeface="Arial Narrow" panose="020B0606020202030204" pitchFamily="34" charset="0"/>
              </a:rPr>
              <a:t>协议。</a:t>
            </a:r>
          </a:p>
        </p:txBody>
      </p:sp>
      <p:sp>
        <p:nvSpPr>
          <p:cNvPr id="14" name="íşlïḍè">
            <a:extLst>
              <a:ext uri="{FF2B5EF4-FFF2-40B4-BE49-F238E27FC236}">
                <a16:creationId xmlns:a16="http://schemas.microsoft.com/office/drawing/2014/main" id="{3ED2439E-0570-4609-A6B8-E39A92E9F2E8}"/>
              </a:ext>
            </a:extLst>
          </p:cNvPr>
          <p:cNvSpPr txBox="1"/>
          <p:nvPr/>
        </p:nvSpPr>
        <p:spPr>
          <a:xfrm>
            <a:off x="1464132" y="3823729"/>
            <a:ext cx="10223895" cy="663218"/>
          </a:xfrm>
          <a:prstGeom prst="rect">
            <a:avLst/>
          </a:prstGeom>
          <a:noFill/>
        </p:spPr>
        <p:txBody>
          <a:bodyPr wrap="square" lIns="91440" tIns="45720" rIns="91440" bIns="45720" anchor="ctr">
            <a:noAutofit/>
          </a:bodyPr>
          <a:lstStyle/>
          <a:p>
            <a:r>
              <a:rPr lang="zh-CN" altLang="en-US" b="1" dirty="0">
                <a:solidFill>
                  <a:schemeClr val="accent4"/>
                </a:solidFill>
                <a:latin typeface="Arial Narrow" panose="020B0606020202030204" pitchFamily="34" charset="0"/>
              </a:rPr>
              <a:t>选项</a:t>
            </a:r>
            <a:r>
              <a:rPr lang="en-US" altLang="zh-CN" b="1" dirty="0">
                <a:solidFill>
                  <a:schemeClr val="accent4"/>
                </a:solidFill>
                <a:latin typeface="Arial Narrow" panose="020B0606020202030204" pitchFamily="34" charset="0"/>
              </a:rPr>
              <a:t>A</a:t>
            </a:r>
            <a:r>
              <a:rPr lang="zh-CN" altLang="en-US" b="1" dirty="0">
                <a:solidFill>
                  <a:schemeClr val="accent4"/>
                </a:solidFill>
                <a:latin typeface="Arial Narrow" panose="020B0606020202030204" pitchFamily="34" charset="0"/>
              </a:rPr>
              <a:t>的描述正确</a:t>
            </a:r>
            <a:r>
              <a:rPr lang="zh-CN" altLang="en-US" b="1" dirty="0">
                <a:latin typeface="Arial Narrow" panose="020B0606020202030204" pitchFamily="34" charset="0"/>
              </a:rPr>
              <a:t>，其所描述的是</a:t>
            </a:r>
            <a:r>
              <a:rPr lang="en-US" altLang="zh-CN" b="1" dirty="0">
                <a:latin typeface="Arial Narrow" panose="020B0606020202030204" pitchFamily="34" charset="0"/>
              </a:rPr>
              <a:t>CSMA/CD</a:t>
            </a:r>
            <a:r>
              <a:rPr lang="zh-CN" altLang="en-US" b="1" dirty="0">
                <a:latin typeface="Arial Narrow" panose="020B0606020202030204" pitchFamily="34" charset="0"/>
              </a:rPr>
              <a:t>协议中的“碰撞检测（冲突检测）</a:t>
            </a:r>
            <a:r>
              <a:rPr lang="en-US" altLang="zh-CN" b="1" dirty="0">
                <a:latin typeface="Arial Narrow" panose="020B0606020202030204" pitchFamily="34" charset="0"/>
              </a:rPr>
              <a:t>CD</a:t>
            </a:r>
            <a:r>
              <a:rPr lang="zh-CN" altLang="en-US" b="1" dirty="0">
                <a:latin typeface="Arial Narrow" panose="020B0606020202030204" pitchFamily="34" charset="0"/>
              </a:rPr>
              <a:t>”。</a:t>
            </a:r>
          </a:p>
        </p:txBody>
      </p:sp>
      <mc:AlternateContent xmlns:mc="http://schemas.openxmlformats.org/markup-compatibility/2006" xmlns:a14="http://schemas.microsoft.com/office/drawing/2010/main">
        <mc:Choice Requires="a14">
          <p:sp>
            <p:nvSpPr>
              <p:cNvPr id="15" name="íşlïḍè">
                <a:extLst>
                  <a:ext uri="{FF2B5EF4-FFF2-40B4-BE49-F238E27FC236}">
                    <a16:creationId xmlns:a16="http://schemas.microsoft.com/office/drawing/2014/main" id="{62021026-3690-44EC-BDB7-67F565F9DD40}"/>
                  </a:ext>
                </a:extLst>
              </p:cNvPr>
              <p:cNvSpPr txBox="1"/>
              <p:nvPr/>
            </p:nvSpPr>
            <p:spPr>
              <a:xfrm>
                <a:off x="1464132" y="4871089"/>
                <a:ext cx="10223895" cy="1009407"/>
              </a:xfrm>
              <a:prstGeom prst="rect">
                <a:avLst/>
              </a:prstGeom>
              <a:noFill/>
            </p:spPr>
            <p:txBody>
              <a:bodyPr wrap="square" lIns="91440" tIns="45720" rIns="91440" bIns="45720" anchor="ctr">
                <a:noAutofit/>
              </a:bodyPr>
              <a:lstStyle/>
              <a:p>
                <a:r>
                  <a:rPr lang="zh-CN" altLang="en-US" b="1" dirty="0">
                    <a:solidFill>
                      <a:schemeClr val="accent4"/>
                    </a:solidFill>
                    <a:latin typeface="Arial Narrow" panose="020B0606020202030204" pitchFamily="34" charset="0"/>
                  </a:rPr>
                  <a:t>选项</a:t>
                </a:r>
                <a:r>
                  <a:rPr lang="en-US" altLang="zh-CN" b="1" dirty="0">
                    <a:solidFill>
                      <a:schemeClr val="accent4"/>
                    </a:solidFill>
                    <a:latin typeface="Arial Narrow" panose="020B0606020202030204" pitchFamily="34" charset="0"/>
                  </a:rPr>
                  <a:t>C</a:t>
                </a:r>
                <a:r>
                  <a:rPr lang="zh-CN" altLang="en-US" b="1" dirty="0">
                    <a:solidFill>
                      <a:schemeClr val="accent4"/>
                    </a:solidFill>
                    <a:latin typeface="Arial Narrow" panose="020B0606020202030204" pitchFamily="34" charset="0"/>
                  </a:rPr>
                  <a:t>的描述正确</a:t>
                </a:r>
                <a:r>
                  <a:rPr lang="zh-CN" altLang="en-US" b="1" dirty="0">
                    <a:latin typeface="Arial Narrow" panose="020B0606020202030204" pitchFamily="34" charset="0"/>
                  </a:rPr>
                  <a:t>，因为“最小帧长 </a:t>
                </a:r>
                <a:r>
                  <a:rPr lang="en-US" altLang="zh-CN" b="1" dirty="0">
                    <a:latin typeface="Arial Narrow" panose="020B0606020202030204" pitchFamily="34" charset="0"/>
                  </a:rPr>
                  <a:t>= </a:t>
                </a:r>
                <a:r>
                  <a:rPr lang="zh-CN" altLang="en-US" b="1" dirty="0">
                    <a:latin typeface="Arial Narrow" panose="020B0606020202030204" pitchFamily="34" charset="0"/>
                  </a:rPr>
                  <a:t>数据传输速率 </a:t>
                </a:r>
                <a:r>
                  <a:rPr lang="en-US" altLang="zh-CN" b="1" dirty="0">
                    <a:latin typeface="Arial Narrow" panose="020B0606020202030204" pitchFamily="34" charset="0"/>
                  </a:rPr>
                  <a:t>×</a:t>
                </a:r>
                <a:r>
                  <a:rPr lang="zh-CN" altLang="en-US" b="1" dirty="0">
                    <a:latin typeface="Arial Narrow" panose="020B0606020202030204" pitchFamily="34" charset="0"/>
                  </a:rPr>
                  <a:t>争用期</a:t>
                </a:r>
                <a14:m>
                  <m:oMath xmlns:m="http://schemas.openxmlformats.org/officeDocument/2006/math">
                    <m:r>
                      <a:rPr lang="en-US" altLang="zh-CN" b="1" i="1" dirty="0">
                        <a:latin typeface="Cambria Math" panose="02040503050406030204" pitchFamily="18" charset="0"/>
                      </a:rPr>
                      <m:t>𝟐</m:t>
                    </m:r>
                    <m:r>
                      <a:rPr lang="el-GR" altLang="zh-CN" b="1" i="1" dirty="0">
                        <a:latin typeface="Cambria Math" panose="02040503050406030204" pitchFamily="18" charset="0"/>
                      </a:rPr>
                      <m:t>𝝉</m:t>
                    </m:r>
                    <m:r>
                      <a:rPr lang="el-GR" altLang="zh-CN" b="1" i="1" dirty="0">
                        <a:latin typeface="Cambria Math" panose="02040503050406030204" pitchFamily="18" charset="0"/>
                      </a:rPr>
                      <m:t> </m:t>
                    </m:r>
                  </m:oMath>
                </a14:m>
                <a:r>
                  <a:rPr lang="zh-CN" altLang="en-US" b="1" dirty="0">
                    <a:latin typeface="Arial Narrow" panose="020B0606020202030204" pitchFamily="34" charset="0"/>
                  </a:rPr>
                  <a:t>” 。也就是说，最小帧长取决于数据传输速率和争用期</a:t>
                </a:r>
                <a14:m>
                  <m:oMath xmlns:m="http://schemas.openxmlformats.org/officeDocument/2006/math">
                    <m:r>
                      <a:rPr lang="en-US" altLang="zh-CN" b="1" i="1" dirty="0">
                        <a:latin typeface="Cambria Math" panose="02040503050406030204" pitchFamily="18" charset="0"/>
                      </a:rPr>
                      <m:t>𝟐</m:t>
                    </m:r>
                    <m:r>
                      <a:rPr lang="el-GR" altLang="zh-CN" b="1" i="1" dirty="0">
                        <a:latin typeface="Cambria Math" panose="02040503050406030204" pitchFamily="18" charset="0"/>
                      </a:rPr>
                      <m:t>𝝉</m:t>
                    </m:r>
                  </m:oMath>
                </a14:m>
                <a:r>
                  <a:rPr lang="zh-CN" altLang="en-US" b="1" dirty="0">
                    <a:latin typeface="Arial Narrow" panose="020B0606020202030204" pitchFamily="34" charset="0"/>
                  </a:rPr>
                  <a:t>。选项</a:t>
                </a:r>
                <a:r>
                  <a:rPr lang="en-US" altLang="zh-CN" b="1" dirty="0">
                    <a:latin typeface="Arial Narrow" panose="020B0606020202030204" pitchFamily="34" charset="0"/>
                  </a:rPr>
                  <a:t>C</a:t>
                </a:r>
                <a:r>
                  <a:rPr lang="zh-CN" altLang="en-US" b="1" dirty="0">
                    <a:latin typeface="Arial Narrow" panose="020B0606020202030204" pitchFamily="34" charset="0"/>
                  </a:rPr>
                  <a:t>中给出的“网络跨距”相当于给出了“端到端单程传播时延</a:t>
                </a:r>
                <a14:m>
                  <m:oMath xmlns:m="http://schemas.openxmlformats.org/officeDocument/2006/math">
                    <m:r>
                      <a:rPr lang="el-GR" altLang="zh-CN" b="1" i="1" dirty="0">
                        <a:latin typeface="Cambria Math" panose="02040503050406030204" pitchFamily="18" charset="0"/>
                      </a:rPr>
                      <m:t>𝝉</m:t>
                    </m:r>
                  </m:oMath>
                </a14:m>
                <a:r>
                  <a:rPr lang="zh-CN" altLang="en-US" b="1" dirty="0">
                    <a:latin typeface="Arial Narrow" panose="020B0606020202030204" pitchFamily="34" charset="0"/>
                  </a:rPr>
                  <a:t>”，进而可得出“争用期</a:t>
                </a:r>
                <a14:m>
                  <m:oMath xmlns:m="http://schemas.openxmlformats.org/officeDocument/2006/math">
                    <m:r>
                      <a:rPr lang="en-US" altLang="zh-CN" b="1" i="1" dirty="0">
                        <a:latin typeface="Cambria Math" panose="02040503050406030204" pitchFamily="18" charset="0"/>
                      </a:rPr>
                      <m:t>𝟐</m:t>
                    </m:r>
                    <m:r>
                      <a:rPr lang="el-GR" altLang="zh-CN" b="1" i="1" dirty="0">
                        <a:latin typeface="Cambria Math" panose="02040503050406030204" pitchFamily="18" charset="0"/>
                      </a:rPr>
                      <m:t>𝝉</m:t>
                    </m:r>
                    <m:r>
                      <a:rPr lang="el-GR" altLang="zh-CN" b="1" i="1" dirty="0">
                        <a:latin typeface="Cambria Math" panose="02040503050406030204" pitchFamily="18" charset="0"/>
                      </a:rPr>
                      <m:t> </m:t>
                    </m:r>
                  </m:oMath>
                </a14:m>
                <a:r>
                  <a:rPr lang="zh-CN" altLang="en-US" b="1" dirty="0">
                    <a:latin typeface="Arial Narrow" panose="020B0606020202030204" pitchFamily="34" charset="0"/>
                  </a:rPr>
                  <a:t>”。</a:t>
                </a:r>
              </a:p>
            </p:txBody>
          </p:sp>
        </mc:Choice>
        <mc:Fallback xmlns="">
          <p:sp>
            <p:nvSpPr>
              <p:cNvPr id="15" name="íşlïḍè">
                <a:extLst>
                  <a:ext uri="{FF2B5EF4-FFF2-40B4-BE49-F238E27FC236}">
                    <a16:creationId xmlns:a16="http://schemas.microsoft.com/office/drawing/2014/main" id="{62021026-3690-44EC-BDB7-67F565F9DD40}"/>
                  </a:ext>
                </a:extLst>
              </p:cNvPr>
              <p:cNvSpPr txBox="1">
                <a:spLocks noRot="1" noChangeAspect="1" noMove="1" noResize="1" noEditPoints="1" noAdjustHandles="1" noChangeArrowheads="1" noChangeShapeType="1" noTextEdit="1"/>
              </p:cNvSpPr>
              <p:nvPr/>
            </p:nvSpPr>
            <p:spPr>
              <a:xfrm>
                <a:off x="1464132" y="4871089"/>
                <a:ext cx="10223895" cy="1009407"/>
              </a:xfrm>
              <a:prstGeom prst="rect">
                <a:avLst/>
              </a:prstGeom>
              <a:blipFill>
                <a:blip r:embed="rId3"/>
                <a:stretch>
                  <a:fillRect l="-477" b="-4819"/>
                </a:stretch>
              </a:blipFill>
            </p:spPr>
            <p:txBody>
              <a:bodyPr/>
              <a:lstStyle/>
              <a:p>
                <a:r>
                  <a:rPr lang="zh-CN" altLang="en-US">
                    <a:noFill/>
                  </a:rPr>
                  <a:t> </a:t>
                </a:r>
              </a:p>
            </p:txBody>
          </p:sp>
        </mc:Fallback>
      </mc:AlternateContent>
      <p:sp>
        <p:nvSpPr>
          <p:cNvPr id="16" name="íşlïḍè">
            <a:extLst>
              <a:ext uri="{FF2B5EF4-FFF2-40B4-BE49-F238E27FC236}">
                <a16:creationId xmlns:a16="http://schemas.microsoft.com/office/drawing/2014/main" id="{7707C138-38C0-45BB-BF74-2C8C6F4BEFD9}"/>
              </a:ext>
            </a:extLst>
          </p:cNvPr>
          <p:cNvSpPr txBox="1"/>
          <p:nvPr/>
        </p:nvSpPr>
        <p:spPr>
          <a:xfrm>
            <a:off x="1464132" y="5829762"/>
            <a:ext cx="10223895" cy="609138"/>
          </a:xfrm>
          <a:prstGeom prst="rect">
            <a:avLst/>
          </a:prstGeom>
          <a:noFill/>
        </p:spPr>
        <p:txBody>
          <a:bodyPr wrap="square" lIns="91440" tIns="45720" rIns="91440" bIns="45720" anchor="ctr">
            <a:noAutofit/>
          </a:bodyPr>
          <a:lstStyle/>
          <a:p>
            <a:r>
              <a:rPr lang="zh-CN" altLang="en-US" b="1" dirty="0">
                <a:solidFill>
                  <a:schemeClr val="accent4"/>
                </a:solidFill>
                <a:latin typeface="Arial Narrow" panose="020B0606020202030204" pitchFamily="34" charset="0"/>
              </a:rPr>
              <a:t>选项</a:t>
            </a:r>
            <a:r>
              <a:rPr lang="en-US" altLang="zh-CN" b="1" dirty="0">
                <a:solidFill>
                  <a:schemeClr val="accent4"/>
                </a:solidFill>
                <a:latin typeface="Arial Narrow" panose="020B0606020202030204" pitchFamily="34" charset="0"/>
              </a:rPr>
              <a:t>D</a:t>
            </a:r>
            <a:r>
              <a:rPr lang="zh-CN" altLang="en-US" b="1" dirty="0">
                <a:solidFill>
                  <a:schemeClr val="accent4"/>
                </a:solidFill>
                <a:latin typeface="Arial Narrow" panose="020B0606020202030204" pitchFamily="34" charset="0"/>
              </a:rPr>
              <a:t>的描述正确</a:t>
            </a:r>
            <a:r>
              <a:rPr lang="zh-CN" altLang="en-US" b="1" dirty="0">
                <a:latin typeface="Arial Narrow" panose="020B0606020202030204" pitchFamily="34" charset="0"/>
              </a:rPr>
              <a:t>，因为选项</a:t>
            </a:r>
            <a:r>
              <a:rPr lang="en-US" altLang="zh-CN" b="1" dirty="0">
                <a:latin typeface="Arial Narrow" panose="020B0606020202030204" pitchFamily="34" charset="0"/>
              </a:rPr>
              <a:t>D</a:t>
            </a:r>
            <a:r>
              <a:rPr lang="zh-CN" altLang="en-US" b="1" dirty="0">
                <a:latin typeface="Arial Narrow" panose="020B0606020202030204" pitchFamily="34" charset="0"/>
              </a:rPr>
              <a:t>中给出“信号传播延迟趋近于</a:t>
            </a:r>
            <a:r>
              <a:rPr lang="en-US" altLang="zh-CN" b="1" dirty="0">
                <a:latin typeface="Arial Narrow" panose="020B0606020202030204" pitchFamily="34" charset="0"/>
              </a:rPr>
              <a:t>0</a:t>
            </a:r>
            <a:r>
              <a:rPr lang="zh-CN" altLang="en-US" b="1" dirty="0">
                <a:latin typeface="Arial Narrow" panose="020B0606020202030204" pitchFamily="34" charset="0"/>
              </a:rPr>
              <a:t>”，这相当于信号瞬间到达整个网络，网络中各站点瞬间就知道总线被占用，因此不会出现碰撞，进而使信道利用率趋近</a:t>
            </a:r>
            <a:r>
              <a:rPr lang="en-US" altLang="zh-CN" b="1" dirty="0">
                <a:latin typeface="Arial Narrow" panose="020B0606020202030204" pitchFamily="34" charset="0"/>
              </a:rPr>
              <a:t>100%</a:t>
            </a:r>
            <a:r>
              <a:rPr lang="zh-CN" altLang="en-US" b="1" dirty="0">
                <a:latin typeface="Arial Narrow" panose="020B0606020202030204" pitchFamily="34" charset="0"/>
              </a:rPr>
              <a:t>。</a:t>
            </a:r>
          </a:p>
        </p:txBody>
      </p:sp>
      <p:sp>
        <p:nvSpPr>
          <p:cNvPr id="17" name="íşlïḍè">
            <a:extLst>
              <a:ext uri="{FF2B5EF4-FFF2-40B4-BE49-F238E27FC236}">
                <a16:creationId xmlns:a16="http://schemas.microsoft.com/office/drawing/2014/main" id="{840EFE62-A46C-4493-89D9-A8E970E379BC}"/>
              </a:ext>
            </a:extLst>
          </p:cNvPr>
          <p:cNvSpPr txBox="1"/>
          <p:nvPr/>
        </p:nvSpPr>
        <p:spPr>
          <a:xfrm>
            <a:off x="1012042" y="3646756"/>
            <a:ext cx="822240" cy="400111"/>
          </a:xfrm>
          <a:prstGeom prst="rect">
            <a:avLst/>
          </a:prstGeom>
          <a:noFill/>
        </p:spPr>
        <p:txBody>
          <a:bodyPr wrap="square" lIns="91440" tIns="45720" rIns="91440" bIns="45720" anchor="ctr">
            <a:noAutofit/>
          </a:bodyPr>
          <a:lstStyle/>
          <a:p>
            <a:r>
              <a:rPr lang="zh-CN" altLang="en-US" b="1" dirty="0">
                <a:latin typeface="Arial Narrow" panose="020B0606020202030204" pitchFamily="34" charset="0"/>
              </a:rPr>
              <a:t>解析</a:t>
            </a:r>
          </a:p>
        </p:txBody>
      </p:sp>
    </p:spTree>
    <p:custDataLst>
      <p:tags r:id="rId1"/>
    </p:custDataLst>
    <p:extLst>
      <p:ext uri="{BB962C8B-B14F-4D97-AF65-F5344CB8AC3E}">
        <p14:creationId xmlns:p14="http://schemas.microsoft.com/office/powerpoint/2010/main" val="1669172184"/>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 presetClass="entr" presetSubtype="0" fill="hold" grpId="0" nodeType="withEffect">
                                  <p:stCondLst>
                                    <p:cond delay="0"/>
                                  </p:stCondLst>
                                  <p:iterate type="lt">
                                    <p:tmAbs val="100"/>
                                  </p:iterate>
                                  <p:childTnLst>
                                    <p:set>
                                      <p:cBhvr>
                                        <p:cTn id="6" dur="1" fill="hold">
                                          <p:stCondLst>
                                            <p:cond delay="0"/>
                                          </p:stCondLst>
                                        </p:cTn>
                                        <p:tgtEl>
                                          <p:spTgt spid="13"/>
                                        </p:tgtEl>
                                        <p:attrNameLst>
                                          <p:attrName>style.visibility</p:attrName>
                                        </p:attrNameLst>
                                      </p:cBhvr>
                                      <p:to>
                                        <p:strVal val="visible"/>
                                      </p:to>
                                    </p:set>
                                  </p:childTnLst>
                                </p:cTn>
                              </p:par>
                            </p:childTnLst>
                          </p:cTn>
                        </p:par>
                      </p:childTnLst>
                    </p:cTn>
                  </p:par>
                  <p:par>
                    <p:cTn id="7" fill="hold">
                      <p:stCondLst>
                        <p:cond delay="indefinite"/>
                      </p:stCondLst>
                      <p:childTnLst>
                        <p:par>
                          <p:cTn id="8" fill="hold">
                            <p:stCondLst>
                              <p:cond delay="0"/>
                            </p:stCondLst>
                            <p:childTnLst>
                              <p:par>
                                <p:cTn id="9" presetID="1" presetClass="entr" presetSubtype="0" fill="hold" grpId="0" nodeType="clickEffect">
                                  <p:stCondLst>
                                    <p:cond delay="0"/>
                                  </p:stCondLst>
                                  <p:iterate type="lt">
                                    <p:tmAbs val="100"/>
                                  </p:iterate>
                                  <p:childTnLst>
                                    <p:set>
                                      <p:cBhvr>
                                        <p:cTn id="10" dur="1" fill="hold">
                                          <p:stCondLst>
                                            <p:cond delay="0"/>
                                          </p:stCondLst>
                                        </p:cTn>
                                        <p:tgtEl>
                                          <p:spTgt spid="14"/>
                                        </p:tgtEl>
                                        <p:attrNameLst>
                                          <p:attrName>style.visibility</p:attrName>
                                        </p:attrNameLst>
                                      </p:cBhvr>
                                      <p:to>
                                        <p:strVal val="visible"/>
                                      </p:to>
                                    </p:set>
                                  </p:childTnLst>
                                </p:cTn>
                              </p:par>
                            </p:childTnLst>
                          </p:cTn>
                        </p:par>
                      </p:childTnLst>
                    </p:cTn>
                  </p:par>
                  <p:par>
                    <p:cTn id="11" fill="hold">
                      <p:stCondLst>
                        <p:cond delay="indefinite"/>
                      </p:stCondLst>
                      <p:childTnLst>
                        <p:par>
                          <p:cTn id="12" fill="hold">
                            <p:stCondLst>
                              <p:cond delay="0"/>
                            </p:stCondLst>
                            <p:childTnLst>
                              <p:par>
                                <p:cTn id="13" presetID="1" presetClass="entr" presetSubtype="0" fill="hold" grpId="0" nodeType="clickEffect">
                                  <p:stCondLst>
                                    <p:cond delay="0"/>
                                  </p:stCondLst>
                                  <p:iterate type="lt">
                                    <p:tmAbs val="100"/>
                                  </p:iterate>
                                  <p:childTnLst>
                                    <p:set>
                                      <p:cBhvr>
                                        <p:cTn id="14" dur="1" fill="hold">
                                          <p:stCondLst>
                                            <p:cond delay="0"/>
                                          </p:stCondLst>
                                        </p:cTn>
                                        <p:tgtEl>
                                          <p:spTgt spid="15"/>
                                        </p:tgtEl>
                                        <p:attrNameLst>
                                          <p:attrName>style.visibility</p:attrName>
                                        </p:attrNameLst>
                                      </p:cBhvr>
                                      <p:to>
                                        <p:strVal val="visible"/>
                                      </p:to>
                                    </p:set>
                                  </p:childTnLst>
                                </p:cTn>
                              </p:par>
                            </p:childTnLst>
                          </p:cTn>
                        </p:par>
                      </p:childTnLst>
                    </p:cTn>
                  </p:par>
                  <p:par>
                    <p:cTn id="15" fill="hold">
                      <p:stCondLst>
                        <p:cond delay="indefinite"/>
                      </p:stCondLst>
                      <p:childTnLst>
                        <p:par>
                          <p:cTn id="16" fill="hold">
                            <p:stCondLst>
                              <p:cond delay="0"/>
                            </p:stCondLst>
                            <p:childTnLst>
                              <p:par>
                                <p:cTn id="17" presetID="1" presetClass="entr" presetSubtype="0" fill="hold" grpId="0" nodeType="clickEffect">
                                  <p:stCondLst>
                                    <p:cond delay="0"/>
                                  </p:stCondLst>
                                  <p:iterate type="lt">
                                    <p:tmAbs val="100"/>
                                  </p:iterate>
                                  <p:childTnLst>
                                    <p:set>
                                      <p:cBhvr>
                                        <p:cTn id="18" dur="1" fill="hold">
                                          <p:stCondLst>
                                            <p:cond delay="0"/>
                                          </p:stCondLst>
                                        </p:cTn>
                                        <p:tgtEl>
                                          <p:spTgt spid="16"/>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3" grpId="0"/>
      <p:bldP spid="14" grpId="0"/>
      <p:bldP spid="15" grpId="0"/>
      <p:bldP spid="16" grpId="0"/>
    </p:bldLst>
  </p:timing>
</p:sld>
</file>

<file path=ppt/slides/slide35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3" name="组合 2">
            <a:extLst>
              <a:ext uri="{FF2B5EF4-FFF2-40B4-BE49-F238E27FC236}">
                <a16:creationId xmlns:a16="http://schemas.microsoft.com/office/drawing/2014/main" id="{EC90BE10-D9B4-A4DD-2F61-2C5491F21E3B}"/>
              </a:ext>
            </a:extLst>
          </p:cNvPr>
          <p:cNvGrpSpPr/>
          <p:nvPr/>
        </p:nvGrpSpPr>
        <p:grpSpPr>
          <a:xfrm>
            <a:off x="2558888" y="1188116"/>
            <a:ext cx="7098583" cy="1417496"/>
            <a:chOff x="3156764" y="1188116"/>
            <a:chExt cx="7098583" cy="1417496"/>
          </a:xfrm>
        </p:grpSpPr>
        <p:sp>
          <p:nvSpPr>
            <p:cNvPr id="12" name="íşlïḍè"/>
            <p:cNvSpPr txBox="1"/>
            <p:nvPr/>
          </p:nvSpPr>
          <p:spPr>
            <a:xfrm>
              <a:off x="4432871" y="1188116"/>
              <a:ext cx="4532112" cy="419100"/>
            </a:xfrm>
            <a:prstGeom prst="rect">
              <a:avLst/>
            </a:prstGeom>
            <a:noFill/>
          </p:spPr>
          <p:txBody>
            <a:bodyPr wrap="square" lIns="91440" tIns="45720" rIns="91440" bIns="45720" anchor="ctr">
              <a:noAutofit/>
            </a:bodyPr>
            <a:lstStyle/>
            <a:p>
              <a:pPr algn="ctr"/>
              <a:r>
                <a:rPr lang="en-US" altLang="zh-CN" sz="2400" b="1" dirty="0"/>
                <a:t>3.4.3 </a:t>
              </a:r>
              <a:r>
                <a:rPr lang="zh-CN" altLang="en-US" sz="2400" b="1" dirty="0"/>
                <a:t>使用集线器的共享式以太网</a:t>
              </a:r>
              <a:endParaRPr lang="en-US" altLang="zh-CN" sz="2400" b="1" dirty="0"/>
            </a:p>
          </p:txBody>
        </p:sp>
        <p:grpSp>
          <p:nvGrpSpPr>
            <p:cNvPr id="6" name="组合 5"/>
            <p:cNvGrpSpPr/>
            <p:nvPr/>
          </p:nvGrpSpPr>
          <p:grpSpPr>
            <a:xfrm>
              <a:off x="3156764" y="2010058"/>
              <a:ext cx="7098583" cy="595554"/>
              <a:chOff x="1183243" y="2200834"/>
              <a:chExt cx="7098583" cy="595554"/>
            </a:xfrm>
          </p:grpSpPr>
          <p:sp>
            <p:nvSpPr>
              <p:cNvPr id="5" name="平行四边形 4"/>
              <p:cNvSpPr/>
              <p:nvPr/>
            </p:nvSpPr>
            <p:spPr>
              <a:xfrm>
                <a:off x="1183243" y="2200834"/>
                <a:ext cx="828092" cy="595554"/>
              </a:xfrm>
              <a:prstGeom prst="parallelogram">
                <a:avLst/>
              </a:prstGeom>
              <a:solidFill>
                <a:schemeClr val="accent3">
                  <a:lumMod val="75000"/>
                </a:schemeClr>
              </a:solidFill>
              <a:ln>
                <a:solidFill>
                  <a:schemeClr val="accent3">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CN" sz="2800" dirty="0">
                    <a:latin typeface="Impact" panose="020B0806030902050204" pitchFamily="34" charset="0"/>
                  </a:rPr>
                  <a:t>01</a:t>
                </a:r>
                <a:endParaRPr lang="zh-CN" altLang="en-US" sz="2800" dirty="0">
                  <a:latin typeface="Impact" panose="020B0806030902050204" pitchFamily="34" charset="0"/>
                </a:endParaRPr>
              </a:p>
            </p:txBody>
          </p:sp>
          <p:sp>
            <p:nvSpPr>
              <p:cNvPr id="25" name="平行四边形 24"/>
              <p:cNvSpPr/>
              <p:nvPr/>
            </p:nvSpPr>
            <p:spPr>
              <a:xfrm>
                <a:off x="1858679" y="2200834"/>
                <a:ext cx="6423147" cy="595554"/>
              </a:xfrm>
              <a:prstGeom prst="parallelogram">
                <a:avLst/>
              </a:prstGeom>
              <a:noFill/>
              <a:ln>
                <a:solidFill>
                  <a:schemeClr val="accent3">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r>
                  <a:rPr lang="zh-CN" altLang="en-US" sz="2200" b="1" dirty="0">
                    <a:solidFill>
                      <a:schemeClr val="tx1"/>
                    </a:solidFill>
                    <a:latin typeface="Impact" panose="020B0806030902050204" pitchFamily="34" charset="0"/>
                  </a:rPr>
                  <a:t>使用集线器的共享式以太网</a:t>
                </a:r>
              </a:p>
            </p:txBody>
          </p:sp>
        </p:grpSp>
      </p:grpSp>
    </p:spTree>
    <p:extLst>
      <p:ext uri="{BB962C8B-B14F-4D97-AF65-F5344CB8AC3E}">
        <p14:creationId xmlns:p14="http://schemas.microsoft.com/office/powerpoint/2010/main" val="2643809672"/>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42" presetClass="entr" presetSubtype="0" fill="hold" nodeType="withEffect">
                                  <p:stCondLst>
                                    <p:cond delay="0"/>
                                  </p:stCondLst>
                                  <p:childTnLst>
                                    <p:set>
                                      <p:cBhvr>
                                        <p:cTn id="6" dur="1" fill="hold">
                                          <p:stCondLst>
                                            <p:cond delay="0"/>
                                          </p:stCondLst>
                                        </p:cTn>
                                        <p:tgtEl>
                                          <p:spTgt spid="3"/>
                                        </p:tgtEl>
                                        <p:attrNameLst>
                                          <p:attrName>style.visibility</p:attrName>
                                        </p:attrNameLst>
                                      </p:cBhvr>
                                      <p:to>
                                        <p:strVal val="visible"/>
                                      </p:to>
                                    </p:set>
                                    <p:animEffect transition="in" filter="fade">
                                      <p:cBhvr>
                                        <p:cTn id="7" dur="1000"/>
                                        <p:tgtEl>
                                          <p:spTgt spid="3"/>
                                        </p:tgtEl>
                                      </p:cBhvr>
                                    </p:animEffect>
                                    <p:anim calcmode="lin" valueType="num">
                                      <p:cBhvr>
                                        <p:cTn id="8" dur="1000" fill="hold"/>
                                        <p:tgtEl>
                                          <p:spTgt spid="3"/>
                                        </p:tgtEl>
                                        <p:attrNameLst>
                                          <p:attrName>ppt_x</p:attrName>
                                        </p:attrNameLst>
                                      </p:cBhvr>
                                      <p:tavLst>
                                        <p:tav tm="0">
                                          <p:val>
                                            <p:strVal val="#ppt_x"/>
                                          </p:val>
                                        </p:tav>
                                        <p:tav tm="100000">
                                          <p:val>
                                            <p:strVal val="#ppt_x"/>
                                          </p:val>
                                        </p:tav>
                                      </p:tavLst>
                                    </p:anim>
                                    <p:anim calcmode="lin" valueType="num">
                                      <p:cBhvr>
                                        <p:cTn id="9" dur="1000" fill="hold"/>
                                        <p:tgtEl>
                                          <p:spTgt spid="3"/>
                                        </p:tgtEl>
                                        <p:attrNameLst>
                                          <p:attrName>ppt_y</p:attrName>
                                        </p:attrNameLst>
                                      </p:cBhvr>
                                      <p:tavLst>
                                        <p:tav tm="0">
                                          <p:val>
                                            <p:strVal val="#ppt_y+.1"/>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35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4" name="组合 3">
            <a:extLst>
              <a:ext uri="{FF2B5EF4-FFF2-40B4-BE49-F238E27FC236}">
                <a16:creationId xmlns:a16="http://schemas.microsoft.com/office/drawing/2014/main" id="{9A1EA9F2-FCB6-48C3-935F-7AE7E3AD14AC}"/>
              </a:ext>
            </a:extLst>
          </p:cNvPr>
          <p:cNvGrpSpPr/>
          <p:nvPr/>
        </p:nvGrpSpPr>
        <p:grpSpPr>
          <a:xfrm>
            <a:off x="304800" y="749300"/>
            <a:ext cx="6192344" cy="400110"/>
            <a:chOff x="424117" y="898245"/>
            <a:chExt cx="6192344" cy="400110"/>
          </a:xfrm>
        </p:grpSpPr>
        <p:sp>
          <p:nvSpPr>
            <p:cNvPr id="2" name="平行四边形 1">
              <a:extLst>
                <a:ext uri="{FF2B5EF4-FFF2-40B4-BE49-F238E27FC236}">
                  <a16:creationId xmlns:a16="http://schemas.microsoft.com/office/drawing/2014/main" id="{1F5BAA3F-9845-4F89-A2DD-8222D3E4EDAC}"/>
                </a:ext>
              </a:extLst>
            </p:cNvPr>
            <p:cNvSpPr/>
            <p:nvPr/>
          </p:nvSpPr>
          <p:spPr>
            <a:xfrm>
              <a:off x="424117" y="898245"/>
              <a:ext cx="628306" cy="387090"/>
            </a:xfrm>
            <a:prstGeom prst="parallelogram">
              <a:avLst/>
            </a:prstGeom>
            <a:solidFill>
              <a:schemeClr val="accent3">
                <a:lumMod val="75000"/>
              </a:schemeClr>
            </a:solidFill>
            <a:ln>
              <a:solidFill>
                <a:schemeClr val="accent3">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CN" sz="2200" dirty="0">
                  <a:latin typeface="Impact" panose="020B0806030902050204" pitchFamily="34" charset="0"/>
                </a:rPr>
                <a:t>01</a:t>
              </a:r>
              <a:endParaRPr lang="zh-CN" altLang="en-US" sz="2200" dirty="0">
                <a:latin typeface="Impact" panose="020B0806030902050204" pitchFamily="34" charset="0"/>
              </a:endParaRPr>
            </a:p>
          </p:txBody>
        </p:sp>
        <p:sp>
          <p:nvSpPr>
            <p:cNvPr id="3" name="文本框 2">
              <a:extLst>
                <a:ext uri="{FF2B5EF4-FFF2-40B4-BE49-F238E27FC236}">
                  <a16:creationId xmlns:a16="http://schemas.microsoft.com/office/drawing/2014/main" id="{4D6BD736-A4D3-4F26-AFED-36E11F50F70B}"/>
                </a:ext>
              </a:extLst>
            </p:cNvPr>
            <p:cNvSpPr txBox="1"/>
            <p:nvPr/>
          </p:nvSpPr>
          <p:spPr>
            <a:xfrm>
              <a:off x="1052423" y="898245"/>
              <a:ext cx="5564038" cy="400110"/>
            </a:xfrm>
            <a:prstGeom prst="rect">
              <a:avLst/>
            </a:prstGeom>
            <a:noFill/>
          </p:spPr>
          <p:txBody>
            <a:bodyPr wrap="square" rtlCol="0">
              <a:spAutoFit/>
            </a:bodyPr>
            <a:lstStyle/>
            <a:p>
              <a:r>
                <a:rPr lang="zh-CN" altLang="en-US" sz="2000" b="1" dirty="0"/>
                <a:t>使用集线器的共享式以太网</a:t>
              </a:r>
              <a:endParaRPr lang="en-US" altLang="zh-CN" sz="2000" b="1" dirty="0"/>
            </a:p>
          </p:txBody>
        </p:sp>
      </p:grpSp>
      <p:sp>
        <p:nvSpPr>
          <p:cNvPr id="79" name="矩形 78">
            <a:extLst>
              <a:ext uri="{FF2B5EF4-FFF2-40B4-BE49-F238E27FC236}">
                <a16:creationId xmlns:a16="http://schemas.microsoft.com/office/drawing/2014/main" id="{2804D1F4-F466-444D-AB07-F101362C1E61}"/>
              </a:ext>
            </a:extLst>
          </p:cNvPr>
          <p:cNvSpPr/>
          <p:nvPr/>
        </p:nvSpPr>
        <p:spPr>
          <a:xfrm>
            <a:off x="1056633" y="1335374"/>
            <a:ext cx="256976" cy="256976"/>
          </a:xfrm>
          <a:prstGeom prst="rect">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80" name="íşlïḍè">
            <a:extLst>
              <a:ext uri="{FF2B5EF4-FFF2-40B4-BE49-F238E27FC236}">
                <a16:creationId xmlns:a16="http://schemas.microsoft.com/office/drawing/2014/main" id="{667FD754-DAA6-4179-AE61-F0DA86843747}"/>
              </a:ext>
            </a:extLst>
          </p:cNvPr>
          <p:cNvSpPr txBox="1"/>
          <p:nvPr/>
        </p:nvSpPr>
        <p:spPr>
          <a:xfrm>
            <a:off x="1373860" y="1281053"/>
            <a:ext cx="10513339" cy="353992"/>
          </a:xfrm>
          <a:prstGeom prst="rect">
            <a:avLst/>
          </a:prstGeom>
          <a:noFill/>
        </p:spPr>
        <p:txBody>
          <a:bodyPr wrap="square" lIns="91440" tIns="45720" rIns="91440" bIns="45720" anchor="ctr">
            <a:noAutofit/>
          </a:bodyPr>
          <a:lstStyle/>
          <a:p>
            <a:r>
              <a:rPr lang="zh-CN" altLang="en-US" b="1" dirty="0">
                <a:latin typeface="Arial Narrow" panose="020B0606020202030204" pitchFamily="34" charset="0"/>
              </a:rPr>
              <a:t>早期的传统以太网是使用</a:t>
            </a:r>
            <a:r>
              <a:rPr lang="zh-CN" altLang="en-US" b="1" dirty="0">
                <a:solidFill>
                  <a:schemeClr val="accent1">
                    <a:lumMod val="75000"/>
                  </a:schemeClr>
                </a:solidFill>
                <a:latin typeface="Arial Narrow" panose="020B0606020202030204" pitchFamily="34" charset="0"/>
              </a:rPr>
              <a:t>粗同轴电缆</a:t>
            </a:r>
            <a:r>
              <a:rPr lang="zh-CN" altLang="en-US" b="1" dirty="0">
                <a:latin typeface="Arial Narrow" panose="020B0606020202030204" pitchFamily="34" charset="0"/>
              </a:rPr>
              <a:t>的共享</a:t>
            </a:r>
            <a:r>
              <a:rPr lang="zh-CN" altLang="en-US" b="1" dirty="0">
                <a:solidFill>
                  <a:schemeClr val="accent1">
                    <a:lumMod val="75000"/>
                  </a:schemeClr>
                </a:solidFill>
                <a:latin typeface="Arial Narrow" panose="020B0606020202030204" pitchFamily="34" charset="0"/>
              </a:rPr>
              <a:t>总线</a:t>
            </a:r>
            <a:r>
              <a:rPr lang="zh-CN" altLang="en-US" b="1" dirty="0">
                <a:latin typeface="Arial Narrow" panose="020B0606020202030204" pitchFamily="34" charset="0"/>
              </a:rPr>
              <a:t>以太网，后来发展到使用价格相对便宜的</a:t>
            </a:r>
            <a:r>
              <a:rPr lang="zh-CN" altLang="en-US" b="1" dirty="0">
                <a:solidFill>
                  <a:schemeClr val="accent1">
                    <a:lumMod val="75000"/>
                  </a:schemeClr>
                </a:solidFill>
                <a:latin typeface="Arial Narrow" panose="020B0606020202030204" pitchFamily="34" charset="0"/>
              </a:rPr>
              <a:t>细同轴电缆</a:t>
            </a:r>
            <a:r>
              <a:rPr lang="zh-CN" altLang="en-US" b="1" dirty="0">
                <a:latin typeface="Arial Narrow" panose="020B0606020202030204" pitchFamily="34" charset="0"/>
              </a:rPr>
              <a:t>。</a:t>
            </a:r>
          </a:p>
        </p:txBody>
      </p:sp>
      <p:sp>
        <p:nvSpPr>
          <p:cNvPr id="83" name="矩形 82">
            <a:extLst>
              <a:ext uri="{FF2B5EF4-FFF2-40B4-BE49-F238E27FC236}">
                <a16:creationId xmlns:a16="http://schemas.microsoft.com/office/drawing/2014/main" id="{CF7D10CF-C78A-4968-95F1-9F21EC0E8A5E}"/>
              </a:ext>
            </a:extLst>
          </p:cNvPr>
          <p:cNvSpPr/>
          <p:nvPr/>
        </p:nvSpPr>
        <p:spPr>
          <a:xfrm>
            <a:off x="1056634" y="1790119"/>
            <a:ext cx="256976" cy="256976"/>
          </a:xfrm>
          <a:prstGeom prst="rect">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84" name="íşlïḍè">
            <a:extLst>
              <a:ext uri="{FF2B5EF4-FFF2-40B4-BE49-F238E27FC236}">
                <a16:creationId xmlns:a16="http://schemas.microsoft.com/office/drawing/2014/main" id="{53C36D3C-C3E2-4AA4-BBA7-A40517A678F4}"/>
              </a:ext>
            </a:extLst>
          </p:cNvPr>
          <p:cNvSpPr txBox="1"/>
          <p:nvPr/>
        </p:nvSpPr>
        <p:spPr>
          <a:xfrm>
            <a:off x="1373861" y="1735797"/>
            <a:ext cx="10513339" cy="652167"/>
          </a:xfrm>
          <a:prstGeom prst="rect">
            <a:avLst/>
          </a:prstGeom>
          <a:noFill/>
        </p:spPr>
        <p:txBody>
          <a:bodyPr wrap="square" lIns="91440" tIns="45720" rIns="91440" bIns="45720" anchor="ctr">
            <a:noAutofit/>
          </a:bodyPr>
          <a:lstStyle/>
          <a:p>
            <a:r>
              <a:rPr lang="zh-CN" altLang="en-US" b="1" dirty="0">
                <a:latin typeface="Arial Narrow" panose="020B0606020202030204" pitchFamily="34" charset="0"/>
              </a:rPr>
              <a:t>当初认为这种连接方法既简单又可靠，因为在那个时代普遍认为</a:t>
            </a:r>
            <a:r>
              <a:rPr lang="zh-CN" altLang="en-US" b="1" dirty="0">
                <a:solidFill>
                  <a:schemeClr val="accent1">
                    <a:lumMod val="75000"/>
                  </a:schemeClr>
                </a:solidFill>
                <a:latin typeface="Arial Narrow" panose="020B0606020202030204" pitchFamily="34" charset="0"/>
              </a:rPr>
              <a:t>有源器件不可靠</a:t>
            </a:r>
            <a:r>
              <a:rPr lang="zh-CN" altLang="en-US" b="1" dirty="0">
                <a:latin typeface="Arial Narrow" panose="020B0606020202030204" pitchFamily="34" charset="0"/>
              </a:rPr>
              <a:t>，而</a:t>
            </a:r>
            <a:r>
              <a:rPr lang="zh-CN" altLang="en-US" b="1" dirty="0">
                <a:solidFill>
                  <a:schemeClr val="accent1">
                    <a:lumMod val="75000"/>
                  </a:schemeClr>
                </a:solidFill>
                <a:latin typeface="Arial Narrow" panose="020B0606020202030204" pitchFamily="34" charset="0"/>
              </a:rPr>
              <a:t>无源的电缆线才是最可靠的</a:t>
            </a:r>
            <a:r>
              <a:rPr lang="zh-CN" altLang="en-US" b="1" dirty="0">
                <a:latin typeface="Arial Narrow" panose="020B0606020202030204" pitchFamily="34" charset="0"/>
              </a:rPr>
              <a:t>。</a:t>
            </a:r>
          </a:p>
        </p:txBody>
      </p:sp>
      <p:sp>
        <p:nvSpPr>
          <p:cNvPr id="125" name="矩形 124">
            <a:extLst>
              <a:ext uri="{FF2B5EF4-FFF2-40B4-BE49-F238E27FC236}">
                <a16:creationId xmlns:a16="http://schemas.microsoft.com/office/drawing/2014/main" id="{032BFBAE-4A91-4E11-A495-CEB55129B4AE}"/>
              </a:ext>
            </a:extLst>
          </p:cNvPr>
          <p:cNvSpPr/>
          <p:nvPr/>
        </p:nvSpPr>
        <p:spPr>
          <a:xfrm>
            <a:off x="1465592" y="2543038"/>
            <a:ext cx="256976" cy="256976"/>
          </a:xfrm>
          <a:prstGeom prst="rect">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126" name="íşlïḍè">
            <a:extLst>
              <a:ext uri="{FF2B5EF4-FFF2-40B4-BE49-F238E27FC236}">
                <a16:creationId xmlns:a16="http://schemas.microsoft.com/office/drawing/2014/main" id="{9B41EAC1-8DA0-4DD9-88C9-E60CBD3F0AC5}"/>
              </a:ext>
            </a:extLst>
          </p:cNvPr>
          <p:cNvSpPr txBox="1"/>
          <p:nvPr/>
        </p:nvSpPr>
        <p:spPr>
          <a:xfrm>
            <a:off x="1782819" y="2488717"/>
            <a:ext cx="10513339" cy="353992"/>
          </a:xfrm>
          <a:prstGeom prst="rect">
            <a:avLst/>
          </a:prstGeom>
          <a:noFill/>
        </p:spPr>
        <p:txBody>
          <a:bodyPr wrap="square" lIns="91440" tIns="45720" rIns="91440" bIns="45720" anchor="ctr">
            <a:noAutofit/>
          </a:bodyPr>
          <a:lstStyle/>
          <a:p>
            <a:r>
              <a:rPr lang="zh-CN" altLang="en-US" b="1" dirty="0">
                <a:latin typeface="Arial Narrow" panose="020B0606020202030204" pitchFamily="34" charset="0"/>
              </a:rPr>
              <a:t>然而，实践证明这种使用</a:t>
            </a:r>
            <a:r>
              <a:rPr lang="zh-CN" altLang="en-US" b="1" dirty="0">
                <a:solidFill>
                  <a:schemeClr val="accent1">
                    <a:lumMod val="75000"/>
                  </a:schemeClr>
                </a:solidFill>
                <a:latin typeface="Arial Narrow" panose="020B0606020202030204" pitchFamily="34" charset="0"/>
              </a:rPr>
              <a:t>无源电缆线和大量机械接口</a:t>
            </a:r>
            <a:r>
              <a:rPr lang="zh-CN" altLang="en-US" b="1" dirty="0">
                <a:latin typeface="Arial Narrow" panose="020B0606020202030204" pitchFamily="34" charset="0"/>
              </a:rPr>
              <a:t>的总线型以太网</a:t>
            </a:r>
            <a:r>
              <a:rPr lang="zh-CN" altLang="en-US" b="1" dirty="0">
                <a:solidFill>
                  <a:schemeClr val="accent1">
                    <a:lumMod val="75000"/>
                  </a:schemeClr>
                </a:solidFill>
                <a:latin typeface="Arial Narrow" panose="020B0606020202030204" pitchFamily="34" charset="0"/>
              </a:rPr>
              <a:t>并不</a:t>
            </a:r>
            <a:r>
              <a:rPr lang="zh-CN" altLang="en-US" b="1" dirty="0">
                <a:latin typeface="Arial Narrow" panose="020B0606020202030204" pitchFamily="34" charset="0"/>
              </a:rPr>
              <a:t>像人们想象的那么</a:t>
            </a:r>
            <a:r>
              <a:rPr lang="zh-CN" altLang="en-US" b="1" dirty="0">
                <a:solidFill>
                  <a:schemeClr val="accent1">
                    <a:lumMod val="75000"/>
                  </a:schemeClr>
                </a:solidFill>
                <a:latin typeface="Arial Narrow" panose="020B0606020202030204" pitchFamily="34" charset="0"/>
              </a:rPr>
              <a:t>可靠</a:t>
            </a:r>
            <a:r>
              <a:rPr lang="zh-CN" altLang="en-US" b="1" dirty="0">
                <a:latin typeface="Arial Narrow" panose="020B0606020202030204" pitchFamily="34" charset="0"/>
              </a:rPr>
              <a:t>。</a:t>
            </a:r>
          </a:p>
        </p:txBody>
      </p:sp>
      <p:grpSp>
        <p:nvGrpSpPr>
          <p:cNvPr id="9" name="组合 8">
            <a:extLst>
              <a:ext uri="{FF2B5EF4-FFF2-40B4-BE49-F238E27FC236}">
                <a16:creationId xmlns:a16="http://schemas.microsoft.com/office/drawing/2014/main" id="{26F3395C-B578-417F-A629-55CEDD2ABD6E}"/>
              </a:ext>
            </a:extLst>
          </p:cNvPr>
          <p:cNvGrpSpPr/>
          <p:nvPr/>
        </p:nvGrpSpPr>
        <p:grpSpPr>
          <a:xfrm>
            <a:off x="2361523" y="3900482"/>
            <a:ext cx="7468954" cy="1513147"/>
            <a:chOff x="2361523" y="3900482"/>
            <a:chExt cx="7468954" cy="1513147"/>
          </a:xfrm>
        </p:grpSpPr>
        <p:grpSp>
          <p:nvGrpSpPr>
            <p:cNvPr id="8" name="组合 7">
              <a:extLst>
                <a:ext uri="{FF2B5EF4-FFF2-40B4-BE49-F238E27FC236}">
                  <a16:creationId xmlns:a16="http://schemas.microsoft.com/office/drawing/2014/main" id="{F10FD843-266C-468A-9C56-D3FC09051C98}"/>
                </a:ext>
              </a:extLst>
            </p:cNvPr>
            <p:cNvGrpSpPr/>
            <p:nvPr/>
          </p:nvGrpSpPr>
          <p:grpSpPr>
            <a:xfrm>
              <a:off x="2361523" y="3900482"/>
              <a:ext cx="7468954" cy="1513147"/>
              <a:chOff x="2361523" y="3374210"/>
              <a:chExt cx="7468954" cy="1513147"/>
            </a:xfrm>
          </p:grpSpPr>
          <p:cxnSp>
            <p:nvCxnSpPr>
              <p:cNvPr id="13" name="直接连接符 12">
                <a:extLst>
                  <a:ext uri="{FF2B5EF4-FFF2-40B4-BE49-F238E27FC236}">
                    <a16:creationId xmlns:a16="http://schemas.microsoft.com/office/drawing/2014/main" id="{3C40BA69-C21C-499E-9018-6057AE1E06BC}"/>
                  </a:ext>
                </a:extLst>
              </p:cNvPr>
              <p:cNvCxnSpPr/>
              <p:nvPr/>
            </p:nvCxnSpPr>
            <p:spPr>
              <a:xfrm flipV="1">
                <a:off x="3271002" y="3914219"/>
                <a:ext cx="0" cy="812800"/>
              </a:xfrm>
              <a:prstGeom prst="line">
                <a:avLst/>
              </a:prstGeom>
              <a:ln w="152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4" name="直接连接符 13">
                <a:extLst>
                  <a:ext uri="{FF2B5EF4-FFF2-40B4-BE49-F238E27FC236}">
                    <a16:creationId xmlns:a16="http://schemas.microsoft.com/office/drawing/2014/main" id="{8734AFAB-4B0D-4146-846F-A61FCE2954D2}"/>
                  </a:ext>
                </a:extLst>
              </p:cNvPr>
              <p:cNvCxnSpPr/>
              <p:nvPr/>
            </p:nvCxnSpPr>
            <p:spPr>
              <a:xfrm flipV="1">
                <a:off x="5622140" y="3914219"/>
                <a:ext cx="0" cy="812800"/>
              </a:xfrm>
              <a:prstGeom prst="line">
                <a:avLst/>
              </a:prstGeom>
              <a:ln w="152400">
                <a:solidFill>
                  <a:schemeClr val="tx1"/>
                </a:solidFill>
                <a:tailEnd w="med" len="lg"/>
              </a:ln>
            </p:spPr>
            <p:style>
              <a:lnRef idx="1">
                <a:schemeClr val="accent1"/>
              </a:lnRef>
              <a:fillRef idx="0">
                <a:schemeClr val="accent1"/>
              </a:fillRef>
              <a:effectRef idx="0">
                <a:schemeClr val="accent1"/>
              </a:effectRef>
              <a:fontRef idx="minor">
                <a:schemeClr val="tx1"/>
              </a:fontRef>
            </p:style>
          </p:cxnSp>
          <p:cxnSp>
            <p:nvCxnSpPr>
              <p:cNvPr id="15" name="直接连接符 14">
                <a:extLst>
                  <a:ext uri="{FF2B5EF4-FFF2-40B4-BE49-F238E27FC236}">
                    <a16:creationId xmlns:a16="http://schemas.microsoft.com/office/drawing/2014/main" id="{8E85E786-E56D-4B05-BFF3-1FBC6E01B40B}"/>
                  </a:ext>
                </a:extLst>
              </p:cNvPr>
              <p:cNvCxnSpPr/>
              <p:nvPr/>
            </p:nvCxnSpPr>
            <p:spPr>
              <a:xfrm flipV="1">
                <a:off x="8828457" y="3914219"/>
                <a:ext cx="0" cy="812800"/>
              </a:xfrm>
              <a:prstGeom prst="line">
                <a:avLst/>
              </a:prstGeom>
              <a:ln w="152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7" name="直接连接符 16">
                <a:extLst>
                  <a:ext uri="{FF2B5EF4-FFF2-40B4-BE49-F238E27FC236}">
                    <a16:creationId xmlns:a16="http://schemas.microsoft.com/office/drawing/2014/main" id="{C878131F-4A5C-4A03-BB3E-599EF75A890B}"/>
                  </a:ext>
                </a:extLst>
              </p:cNvPr>
              <p:cNvCxnSpPr>
                <a:cxnSpLocks/>
              </p:cNvCxnSpPr>
              <p:nvPr/>
            </p:nvCxnSpPr>
            <p:spPr>
              <a:xfrm>
                <a:off x="2493155" y="4774595"/>
                <a:ext cx="7131069" cy="0"/>
              </a:xfrm>
              <a:prstGeom prst="line">
                <a:avLst/>
              </a:prstGeom>
              <a:ln w="152400">
                <a:solidFill>
                  <a:schemeClr val="tx1"/>
                </a:solidFill>
              </a:ln>
            </p:spPr>
            <p:style>
              <a:lnRef idx="1">
                <a:schemeClr val="accent1"/>
              </a:lnRef>
              <a:fillRef idx="0">
                <a:schemeClr val="accent1"/>
              </a:fillRef>
              <a:effectRef idx="0">
                <a:schemeClr val="accent1"/>
              </a:effectRef>
              <a:fontRef idx="minor">
                <a:schemeClr val="tx1"/>
              </a:fontRef>
            </p:style>
          </p:cxnSp>
          <p:sp>
            <p:nvSpPr>
              <p:cNvPr id="18" name="矩形 17">
                <a:extLst>
                  <a:ext uri="{FF2B5EF4-FFF2-40B4-BE49-F238E27FC236}">
                    <a16:creationId xmlns:a16="http://schemas.microsoft.com/office/drawing/2014/main" id="{2EC74EA6-AB59-45E4-90A3-A594E0EB3502}"/>
                  </a:ext>
                </a:extLst>
              </p:cNvPr>
              <p:cNvSpPr/>
              <p:nvPr/>
            </p:nvSpPr>
            <p:spPr>
              <a:xfrm>
                <a:off x="2361523" y="4648895"/>
                <a:ext cx="225524" cy="225524"/>
              </a:xfrm>
              <a:prstGeom prst="rect">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19" name="矩形 18">
                <a:extLst>
                  <a:ext uri="{FF2B5EF4-FFF2-40B4-BE49-F238E27FC236}">
                    <a16:creationId xmlns:a16="http://schemas.microsoft.com/office/drawing/2014/main" id="{FCA8D11E-C4FD-4893-87BA-22D5A5CC177A}"/>
                  </a:ext>
                </a:extLst>
              </p:cNvPr>
              <p:cNvSpPr/>
              <p:nvPr/>
            </p:nvSpPr>
            <p:spPr>
              <a:xfrm>
                <a:off x="9604953" y="4661833"/>
                <a:ext cx="225524" cy="225524"/>
              </a:xfrm>
              <a:prstGeom prst="rect">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pic>
            <p:nvPicPr>
              <p:cNvPr id="31" name="图形 30">
                <a:extLst>
                  <a:ext uri="{FF2B5EF4-FFF2-40B4-BE49-F238E27FC236}">
                    <a16:creationId xmlns:a16="http://schemas.microsoft.com/office/drawing/2014/main" id="{1DB8C0D3-8EAF-49A2-BBF4-92FBE82EC785}"/>
                  </a:ext>
                </a:extLst>
              </p:cNvPr>
              <p:cNvPicPr>
                <a:picLocks noChangeAspect="1"/>
              </p:cNvPicPr>
              <p:nvPr/>
            </p:nvPicPr>
            <p:blipFill>
              <a:blip r:embed="rId3">
                <a:extLst>
                  <a:ext uri="{28A0092B-C50C-407E-A947-70E740481C1C}">
                    <a14:useLocalDpi xmlns:a14="http://schemas.microsoft.com/office/drawing/2010/main" val="0"/>
                  </a:ext>
                  <a:ext uri="{96DAC541-7B7A-43D3-8B79-37D633B846F1}">
                    <asvg:svgBlip xmlns:asvg="http://schemas.microsoft.com/office/drawing/2016/SVG/main" r:embed="rId4"/>
                  </a:ext>
                </a:extLst>
              </a:blip>
              <a:stretch>
                <a:fillRect/>
              </a:stretch>
            </p:blipFill>
            <p:spPr>
              <a:xfrm>
                <a:off x="2915091" y="3374210"/>
                <a:ext cx="662814" cy="641082"/>
              </a:xfrm>
              <a:prstGeom prst="rect">
                <a:avLst/>
              </a:prstGeom>
            </p:spPr>
          </p:pic>
          <p:pic>
            <p:nvPicPr>
              <p:cNvPr id="29" name="图形 28">
                <a:extLst>
                  <a:ext uri="{FF2B5EF4-FFF2-40B4-BE49-F238E27FC236}">
                    <a16:creationId xmlns:a16="http://schemas.microsoft.com/office/drawing/2014/main" id="{B379939C-FCC0-4343-A8D7-45814A1ED975}"/>
                  </a:ext>
                </a:extLst>
              </p:cNvPr>
              <p:cNvPicPr>
                <a:picLocks noChangeAspect="1"/>
              </p:cNvPicPr>
              <p:nvPr/>
            </p:nvPicPr>
            <p:blipFill>
              <a:blip r:embed="rId3">
                <a:extLst>
                  <a:ext uri="{28A0092B-C50C-407E-A947-70E740481C1C}">
                    <a14:useLocalDpi xmlns:a14="http://schemas.microsoft.com/office/drawing/2010/main" val="0"/>
                  </a:ext>
                  <a:ext uri="{96DAC541-7B7A-43D3-8B79-37D633B846F1}">
                    <asvg:svgBlip xmlns:asvg="http://schemas.microsoft.com/office/drawing/2016/SVG/main" r:embed="rId4"/>
                  </a:ext>
                </a:extLst>
              </a:blip>
              <a:stretch>
                <a:fillRect/>
              </a:stretch>
            </p:blipFill>
            <p:spPr>
              <a:xfrm>
                <a:off x="5260372" y="3374210"/>
                <a:ext cx="662814" cy="641082"/>
              </a:xfrm>
              <a:prstGeom prst="rect">
                <a:avLst/>
              </a:prstGeom>
            </p:spPr>
          </p:pic>
          <p:pic>
            <p:nvPicPr>
              <p:cNvPr id="27" name="图形 26">
                <a:extLst>
                  <a:ext uri="{FF2B5EF4-FFF2-40B4-BE49-F238E27FC236}">
                    <a16:creationId xmlns:a16="http://schemas.microsoft.com/office/drawing/2014/main" id="{F51C7FC1-4464-4A57-B25A-2E55B7E4CBC7}"/>
                  </a:ext>
                </a:extLst>
              </p:cNvPr>
              <p:cNvPicPr>
                <a:picLocks noChangeAspect="1"/>
              </p:cNvPicPr>
              <p:nvPr/>
            </p:nvPicPr>
            <p:blipFill>
              <a:blip r:embed="rId3">
                <a:extLst>
                  <a:ext uri="{28A0092B-C50C-407E-A947-70E740481C1C}">
                    <a14:useLocalDpi xmlns:a14="http://schemas.microsoft.com/office/drawing/2010/main" val="0"/>
                  </a:ext>
                  <a:ext uri="{96DAC541-7B7A-43D3-8B79-37D633B846F1}">
                    <asvg:svgBlip xmlns:asvg="http://schemas.microsoft.com/office/drawing/2016/SVG/main" r:embed="rId4"/>
                  </a:ext>
                </a:extLst>
              </a:blip>
              <a:stretch>
                <a:fillRect/>
              </a:stretch>
            </p:blipFill>
            <p:spPr>
              <a:xfrm>
                <a:off x="8497050" y="3374210"/>
                <a:ext cx="662814" cy="641082"/>
              </a:xfrm>
              <a:prstGeom prst="rect">
                <a:avLst/>
              </a:prstGeom>
            </p:spPr>
          </p:pic>
          <p:sp>
            <p:nvSpPr>
              <p:cNvPr id="7" name="文本框 6">
                <a:extLst>
                  <a:ext uri="{FF2B5EF4-FFF2-40B4-BE49-F238E27FC236}">
                    <a16:creationId xmlns:a16="http://schemas.microsoft.com/office/drawing/2014/main" id="{E68D8992-D999-45F9-9B1B-0B10B377AAF7}"/>
                  </a:ext>
                </a:extLst>
              </p:cNvPr>
              <p:cNvSpPr txBox="1"/>
              <p:nvPr/>
            </p:nvSpPr>
            <p:spPr>
              <a:xfrm>
                <a:off x="6423770" y="3580726"/>
                <a:ext cx="1499879" cy="369332"/>
              </a:xfrm>
              <a:prstGeom prst="rect">
                <a:avLst/>
              </a:prstGeom>
              <a:noFill/>
            </p:spPr>
            <p:txBody>
              <a:bodyPr wrap="square" rtlCol="0">
                <a:spAutoFit/>
              </a:bodyPr>
              <a:lstStyle/>
              <a:p>
                <a:pPr algn="ctr"/>
                <a:r>
                  <a:rPr lang="en-US" altLang="zh-CN" b="1" dirty="0">
                    <a:latin typeface="宋体" panose="02010600030101010101" pitchFamily="2" charset="-122"/>
                    <a:ea typeface="宋体" panose="02010600030101010101" pitchFamily="2" charset="-122"/>
                  </a:rPr>
                  <a:t>……</a:t>
                </a:r>
                <a:endParaRPr lang="zh-CN" altLang="en-US" b="1" dirty="0">
                  <a:latin typeface="宋体" panose="02010600030101010101" pitchFamily="2" charset="-122"/>
                  <a:ea typeface="宋体" panose="02010600030101010101" pitchFamily="2" charset="-122"/>
                </a:endParaRPr>
              </a:p>
            </p:txBody>
          </p:sp>
        </p:grpSp>
        <p:sp>
          <p:nvSpPr>
            <p:cNvPr id="37" name="íşlïḍè">
              <a:extLst>
                <a:ext uri="{FF2B5EF4-FFF2-40B4-BE49-F238E27FC236}">
                  <a16:creationId xmlns:a16="http://schemas.microsoft.com/office/drawing/2014/main" id="{F5C9734D-D343-41C4-8F74-C2226405FEFB}"/>
                </a:ext>
              </a:extLst>
            </p:cNvPr>
            <p:cNvSpPr txBox="1"/>
            <p:nvPr/>
          </p:nvSpPr>
          <p:spPr>
            <a:xfrm>
              <a:off x="6331415" y="4847052"/>
              <a:ext cx="1405863" cy="353992"/>
            </a:xfrm>
            <a:prstGeom prst="rect">
              <a:avLst/>
            </a:prstGeom>
            <a:noFill/>
          </p:spPr>
          <p:txBody>
            <a:bodyPr wrap="square" lIns="91440" tIns="45720" rIns="91440" bIns="45720" anchor="ctr">
              <a:noAutofit/>
            </a:bodyPr>
            <a:lstStyle/>
            <a:p>
              <a:pPr algn="ctr"/>
              <a:r>
                <a:rPr lang="zh-CN" altLang="en-US" b="1" dirty="0">
                  <a:latin typeface="Arial Narrow" panose="020B0606020202030204" pitchFamily="34" charset="0"/>
                </a:rPr>
                <a:t>细同轴电缆</a:t>
              </a:r>
            </a:p>
          </p:txBody>
        </p:sp>
      </p:grpSp>
    </p:spTree>
    <p:custDataLst>
      <p:tags r:id="rId1"/>
    </p:custDataLst>
    <p:extLst>
      <p:ext uri="{BB962C8B-B14F-4D97-AF65-F5344CB8AC3E}">
        <p14:creationId xmlns:p14="http://schemas.microsoft.com/office/powerpoint/2010/main" val="2356868326"/>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2" presetClass="entr" presetSubtype="1" fill="hold" nodeType="withEffect">
                                  <p:stCondLst>
                                    <p:cond delay="0"/>
                                  </p:stCondLst>
                                  <p:childTnLst>
                                    <p:set>
                                      <p:cBhvr>
                                        <p:cTn id="6" dur="1" fill="hold">
                                          <p:stCondLst>
                                            <p:cond delay="0"/>
                                          </p:stCondLst>
                                        </p:cTn>
                                        <p:tgtEl>
                                          <p:spTgt spid="4"/>
                                        </p:tgtEl>
                                        <p:attrNameLst>
                                          <p:attrName>style.visibility</p:attrName>
                                        </p:attrNameLst>
                                      </p:cBhvr>
                                      <p:to>
                                        <p:strVal val="visible"/>
                                      </p:to>
                                    </p:set>
                                    <p:anim calcmode="lin" valueType="num">
                                      <p:cBhvr additive="base">
                                        <p:cTn id="7" dur="1000"/>
                                        <p:tgtEl>
                                          <p:spTgt spid="4"/>
                                        </p:tgtEl>
                                        <p:attrNameLst>
                                          <p:attrName>ppt_y</p:attrName>
                                        </p:attrNameLst>
                                      </p:cBhvr>
                                      <p:tavLst>
                                        <p:tav tm="0">
                                          <p:val>
                                            <p:strVal val="#ppt_y-#ppt_h*1.125000"/>
                                          </p:val>
                                        </p:tav>
                                        <p:tav tm="100000">
                                          <p:val>
                                            <p:strVal val="#ppt_y"/>
                                          </p:val>
                                        </p:tav>
                                      </p:tavLst>
                                    </p:anim>
                                    <p:animEffect transition="in" filter="wipe(down)">
                                      <p:cBhvr>
                                        <p:cTn id="8" dur="1000"/>
                                        <p:tgtEl>
                                          <p:spTgt spid="4"/>
                                        </p:tgtEl>
                                      </p:cBhvr>
                                    </p:animEffect>
                                  </p:childTnLst>
                                </p:cTn>
                              </p:par>
                            </p:childTnLst>
                          </p:cTn>
                        </p:par>
                      </p:childTnLst>
                    </p:cTn>
                  </p:par>
                  <p:par>
                    <p:cTn id="9" fill="hold">
                      <p:stCondLst>
                        <p:cond delay="indefinite"/>
                      </p:stCondLst>
                      <p:childTnLst>
                        <p:par>
                          <p:cTn id="10" fill="hold">
                            <p:stCondLst>
                              <p:cond delay="0"/>
                            </p:stCondLst>
                            <p:childTnLst>
                              <p:par>
                                <p:cTn id="11" presetID="49" presetClass="entr" presetSubtype="0" decel="100000" fill="hold" grpId="0" nodeType="clickEffect">
                                  <p:stCondLst>
                                    <p:cond delay="0"/>
                                  </p:stCondLst>
                                  <p:childTnLst>
                                    <p:set>
                                      <p:cBhvr>
                                        <p:cTn id="12" dur="1" fill="hold">
                                          <p:stCondLst>
                                            <p:cond delay="0"/>
                                          </p:stCondLst>
                                        </p:cTn>
                                        <p:tgtEl>
                                          <p:spTgt spid="79"/>
                                        </p:tgtEl>
                                        <p:attrNameLst>
                                          <p:attrName>style.visibility</p:attrName>
                                        </p:attrNameLst>
                                      </p:cBhvr>
                                      <p:to>
                                        <p:strVal val="visible"/>
                                      </p:to>
                                    </p:set>
                                    <p:anim calcmode="lin" valueType="num">
                                      <p:cBhvr>
                                        <p:cTn id="13" dur="500" fill="hold"/>
                                        <p:tgtEl>
                                          <p:spTgt spid="79"/>
                                        </p:tgtEl>
                                        <p:attrNameLst>
                                          <p:attrName>ppt_w</p:attrName>
                                        </p:attrNameLst>
                                      </p:cBhvr>
                                      <p:tavLst>
                                        <p:tav tm="0">
                                          <p:val>
                                            <p:fltVal val="0"/>
                                          </p:val>
                                        </p:tav>
                                        <p:tav tm="100000">
                                          <p:val>
                                            <p:strVal val="#ppt_w"/>
                                          </p:val>
                                        </p:tav>
                                      </p:tavLst>
                                    </p:anim>
                                    <p:anim calcmode="lin" valueType="num">
                                      <p:cBhvr>
                                        <p:cTn id="14" dur="500" fill="hold"/>
                                        <p:tgtEl>
                                          <p:spTgt spid="79"/>
                                        </p:tgtEl>
                                        <p:attrNameLst>
                                          <p:attrName>ppt_h</p:attrName>
                                        </p:attrNameLst>
                                      </p:cBhvr>
                                      <p:tavLst>
                                        <p:tav tm="0">
                                          <p:val>
                                            <p:fltVal val="0"/>
                                          </p:val>
                                        </p:tav>
                                        <p:tav tm="100000">
                                          <p:val>
                                            <p:strVal val="#ppt_h"/>
                                          </p:val>
                                        </p:tav>
                                      </p:tavLst>
                                    </p:anim>
                                    <p:anim calcmode="lin" valueType="num">
                                      <p:cBhvr>
                                        <p:cTn id="15" dur="500" fill="hold"/>
                                        <p:tgtEl>
                                          <p:spTgt spid="79"/>
                                        </p:tgtEl>
                                        <p:attrNameLst>
                                          <p:attrName>style.rotation</p:attrName>
                                        </p:attrNameLst>
                                      </p:cBhvr>
                                      <p:tavLst>
                                        <p:tav tm="0">
                                          <p:val>
                                            <p:fltVal val="360"/>
                                          </p:val>
                                        </p:tav>
                                        <p:tav tm="100000">
                                          <p:val>
                                            <p:fltVal val="0"/>
                                          </p:val>
                                        </p:tav>
                                      </p:tavLst>
                                    </p:anim>
                                    <p:animEffect transition="in" filter="fade">
                                      <p:cBhvr>
                                        <p:cTn id="16" dur="500"/>
                                        <p:tgtEl>
                                          <p:spTgt spid="79"/>
                                        </p:tgtEl>
                                      </p:cBhvr>
                                    </p:animEffect>
                                  </p:childTnLst>
                                </p:cTn>
                              </p:par>
                            </p:childTnLst>
                          </p:cTn>
                        </p:par>
                        <p:par>
                          <p:cTn id="17" fill="hold">
                            <p:stCondLst>
                              <p:cond delay="500"/>
                            </p:stCondLst>
                            <p:childTnLst>
                              <p:par>
                                <p:cTn id="18" presetID="1" presetClass="entr" presetSubtype="0" fill="hold" grpId="0" nodeType="afterEffect">
                                  <p:stCondLst>
                                    <p:cond delay="0"/>
                                  </p:stCondLst>
                                  <p:iterate type="lt">
                                    <p:tmAbs val="100"/>
                                  </p:iterate>
                                  <p:childTnLst>
                                    <p:set>
                                      <p:cBhvr>
                                        <p:cTn id="19" dur="1" fill="hold">
                                          <p:stCondLst>
                                            <p:cond delay="0"/>
                                          </p:stCondLst>
                                        </p:cTn>
                                        <p:tgtEl>
                                          <p:spTgt spid="80"/>
                                        </p:tgtEl>
                                        <p:attrNameLst>
                                          <p:attrName>style.visibility</p:attrName>
                                        </p:attrNameLst>
                                      </p:cBhvr>
                                      <p:to>
                                        <p:strVal val="visible"/>
                                      </p:to>
                                    </p:set>
                                  </p:childTnLst>
                                </p:cTn>
                              </p:par>
                            </p:childTnLst>
                          </p:cTn>
                        </p:par>
                      </p:childTnLst>
                    </p:cTn>
                  </p:par>
                  <p:par>
                    <p:cTn id="20" fill="hold">
                      <p:stCondLst>
                        <p:cond delay="indefinite"/>
                      </p:stCondLst>
                      <p:childTnLst>
                        <p:par>
                          <p:cTn id="21" fill="hold">
                            <p:stCondLst>
                              <p:cond delay="0"/>
                            </p:stCondLst>
                            <p:childTnLst>
                              <p:par>
                                <p:cTn id="22" presetID="49" presetClass="entr" presetSubtype="0" decel="100000" fill="hold" grpId="0" nodeType="clickEffect">
                                  <p:stCondLst>
                                    <p:cond delay="0"/>
                                  </p:stCondLst>
                                  <p:childTnLst>
                                    <p:set>
                                      <p:cBhvr>
                                        <p:cTn id="23" dur="1" fill="hold">
                                          <p:stCondLst>
                                            <p:cond delay="0"/>
                                          </p:stCondLst>
                                        </p:cTn>
                                        <p:tgtEl>
                                          <p:spTgt spid="83"/>
                                        </p:tgtEl>
                                        <p:attrNameLst>
                                          <p:attrName>style.visibility</p:attrName>
                                        </p:attrNameLst>
                                      </p:cBhvr>
                                      <p:to>
                                        <p:strVal val="visible"/>
                                      </p:to>
                                    </p:set>
                                    <p:anim calcmode="lin" valueType="num">
                                      <p:cBhvr>
                                        <p:cTn id="24" dur="500" fill="hold"/>
                                        <p:tgtEl>
                                          <p:spTgt spid="83"/>
                                        </p:tgtEl>
                                        <p:attrNameLst>
                                          <p:attrName>ppt_w</p:attrName>
                                        </p:attrNameLst>
                                      </p:cBhvr>
                                      <p:tavLst>
                                        <p:tav tm="0">
                                          <p:val>
                                            <p:fltVal val="0"/>
                                          </p:val>
                                        </p:tav>
                                        <p:tav tm="100000">
                                          <p:val>
                                            <p:strVal val="#ppt_w"/>
                                          </p:val>
                                        </p:tav>
                                      </p:tavLst>
                                    </p:anim>
                                    <p:anim calcmode="lin" valueType="num">
                                      <p:cBhvr>
                                        <p:cTn id="25" dur="500" fill="hold"/>
                                        <p:tgtEl>
                                          <p:spTgt spid="83"/>
                                        </p:tgtEl>
                                        <p:attrNameLst>
                                          <p:attrName>ppt_h</p:attrName>
                                        </p:attrNameLst>
                                      </p:cBhvr>
                                      <p:tavLst>
                                        <p:tav tm="0">
                                          <p:val>
                                            <p:fltVal val="0"/>
                                          </p:val>
                                        </p:tav>
                                        <p:tav tm="100000">
                                          <p:val>
                                            <p:strVal val="#ppt_h"/>
                                          </p:val>
                                        </p:tav>
                                      </p:tavLst>
                                    </p:anim>
                                    <p:anim calcmode="lin" valueType="num">
                                      <p:cBhvr>
                                        <p:cTn id="26" dur="500" fill="hold"/>
                                        <p:tgtEl>
                                          <p:spTgt spid="83"/>
                                        </p:tgtEl>
                                        <p:attrNameLst>
                                          <p:attrName>style.rotation</p:attrName>
                                        </p:attrNameLst>
                                      </p:cBhvr>
                                      <p:tavLst>
                                        <p:tav tm="0">
                                          <p:val>
                                            <p:fltVal val="360"/>
                                          </p:val>
                                        </p:tav>
                                        <p:tav tm="100000">
                                          <p:val>
                                            <p:fltVal val="0"/>
                                          </p:val>
                                        </p:tav>
                                      </p:tavLst>
                                    </p:anim>
                                    <p:animEffect transition="in" filter="fade">
                                      <p:cBhvr>
                                        <p:cTn id="27" dur="500"/>
                                        <p:tgtEl>
                                          <p:spTgt spid="83"/>
                                        </p:tgtEl>
                                      </p:cBhvr>
                                    </p:animEffect>
                                  </p:childTnLst>
                                </p:cTn>
                              </p:par>
                            </p:childTnLst>
                          </p:cTn>
                        </p:par>
                        <p:par>
                          <p:cTn id="28" fill="hold">
                            <p:stCondLst>
                              <p:cond delay="500"/>
                            </p:stCondLst>
                            <p:childTnLst>
                              <p:par>
                                <p:cTn id="29" presetID="1" presetClass="entr" presetSubtype="0" fill="hold" grpId="0" nodeType="afterEffect">
                                  <p:stCondLst>
                                    <p:cond delay="0"/>
                                  </p:stCondLst>
                                  <p:iterate type="lt">
                                    <p:tmAbs val="100"/>
                                  </p:iterate>
                                  <p:childTnLst>
                                    <p:set>
                                      <p:cBhvr>
                                        <p:cTn id="30" dur="1" fill="hold">
                                          <p:stCondLst>
                                            <p:cond delay="0"/>
                                          </p:stCondLst>
                                        </p:cTn>
                                        <p:tgtEl>
                                          <p:spTgt spid="84"/>
                                        </p:tgtEl>
                                        <p:attrNameLst>
                                          <p:attrName>style.visibility</p:attrName>
                                        </p:attrNameLst>
                                      </p:cBhvr>
                                      <p:to>
                                        <p:strVal val="visible"/>
                                      </p:to>
                                    </p:set>
                                  </p:childTnLst>
                                </p:cTn>
                              </p:par>
                            </p:childTnLst>
                          </p:cTn>
                        </p:par>
                      </p:childTnLst>
                    </p:cTn>
                  </p:par>
                  <p:par>
                    <p:cTn id="31" fill="hold">
                      <p:stCondLst>
                        <p:cond delay="indefinite"/>
                      </p:stCondLst>
                      <p:childTnLst>
                        <p:par>
                          <p:cTn id="32" fill="hold">
                            <p:stCondLst>
                              <p:cond delay="0"/>
                            </p:stCondLst>
                            <p:childTnLst>
                              <p:par>
                                <p:cTn id="33" presetID="49" presetClass="entr" presetSubtype="0" decel="100000" fill="hold" grpId="0" nodeType="clickEffect">
                                  <p:stCondLst>
                                    <p:cond delay="0"/>
                                  </p:stCondLst>
                                  <p:childTnLst>
                                    <p:set>
                                      <p:cBhvr>
                                        <p:cTn id="34" dur="1" fill="hold">
                                          <p:stCondLst>
                                            <p:cond delay="0"/>
                                          </p:stCondLst>
                                        </p:cTn>
                                        <p:tgtEl>
                                          <p:spTgt spid="125"/>
                                        </p:tgtEl>
                                        <p:attrNameLst>
                                          <p:attrName>style.visibility</p:attrName>
                                        </p:attrNameLst>
                                      </p:cBhvr>
                                      <p:to>
                                        <p:strVal val="visible"/>
                                      </p:to>
                                    </p:set>
                                    <p:anim calcmode="lin" valueType="num">
                                      <p:cBhvr>
                                        <p:cTn id="35" dur="500" fill="hold"/>
                                        <p:tgtEl>
                                          <p:spTgt spid="125"/>
                                        </p:tgtEl>
                                        <p:attrNameLst>
                                          <p:attrName>ppt_w</p:attrName>
                                        </p:attrNameLst>
                                      </p:cBhvr>
                                      <p:tavLst>
                                        <p:tav tm="0">
                                          <p:val>
                                            <p:fltVal val="0"/>
                                          </p:val>
                                        </p:tav>
                                        <p:tav tm="100000">
                                          <p:val>
                                            <p:strVal val="#ppt_w"/>
                                          </p:val>
                                        </p:tav>
                                      </p:tavLst>
                                    </p:anim>
                                    <p:anim calcmode="lin" valueType="num">
                                      <p:cBhvr>
                                        <p:cTn id="36" dur="500" fill="hold"/>
                                        <p:tgtEl>
                                          <p:spTgt spid="125"/>
                                        </p:tgtEl>
                                        <p:attrNameLst>
                                          <p:attrName>ppt_h</p:attrName>
                                        </p:attrNameLst>
                                      </p:cBhvr>
                                      <p:tavLst>
                                        <p:tav tm="0">
                                          <p:val>
                                            <p:fltVal val="0"/>
                                          </p:val>
                                        </p:tav>
                                        <p:tav tm="100000">
                                          <p:val>
                                            <p:strVal val="#ppt_h"/>
                                          </p:val>
                                        </p:tav>
                                      </p:tavLst>
                                    </p:anim>
                                    <p:anim calcmode="lin" valueType="num">
                                      <p:cBhvr>
                                        <p:cTn id="37" dur="500" fill="hold"/>
                                        <p:tgtEl>
                                          <p:spTgt spid="125"/>
                                        </p:tgtEl>
                                        <p:attrNameLst>
                                          <p:attrName>style.rotation</p:attrName>
                                        </p:attrNameLst>
                                      </p:cBhvr>
                                      <p:tavLst>
                                        <p:tav tm="0">
                                          <p:val>
                                            <p:fltVal val="360"/>
                                          </p:val>
                                        </p:tav>
                                        <p:tav tm="100000">
                                          <p:val>
                                            <p:fltVal val="0"/>
                                          </p:val>
                                        </p:tav>
                                      </p:tavLst>
                                    </p:anim>
                                    <p:animEffect transition="in" filter="fade">
                                      <p:cBhvr>
                                        <p:cTn id="38" dur="500"/>
                                        <p:tgtEl>
                                          <p:spTgt spid="125"/>
                                        </p:tgtEl>
                                      </p:cBhvr>
                                    </p:animEffect>
                                  </p:childTnLst>
                                </p:cTn>
                              </p:par>
                            </p:childTnLst>
                          </p:cTn>
                        </p:par>
                        <p:par>
                          <p:cTn id="39" fill="hold">
                            <p:stCondLst>
                              <p:cond delay="500"/>
                            </p:stCondLst>
                            <p:childTnLst>
                              <p:par>
                                <p:cTn id="40" presetID="1" presetClass="entr" presetSubtype="0" fill="hold" grpId="0" nodeType="afterEffect">
                                  <p:stCondLst>
                                    <p:cond delay="0"/>
                                  </p:stCondLst>
                                  <p:iterate type="lt">
                                    <p:tmAbs val="100"/>
                                  </p:iterate>
                                  <p:childTnLst>
                                    <p:set>
                                      <p:cBhvr>
                                        <p:cTn id="41" dur="1" fill="hold">
                                          <p:stCondLst>
                                            <p:cond delay="0"/>
                                          </p:stCondLst>
                                        </p:cTn>
                                        <p:tgtEl>
                                          <p:spTgt spid="126"/>
                                        </p:tgtEl>
                                        <p:attrNameLst>
                                          <p:attrName>style.visibility</p:attrName>
                                        </p:attrNameLst>
                                      </p:cBhvr>
                                      <p:to>
                                        <p:strVal val="visible"/>
                                      </p:to>
                                    </p:set>
                                  </p:childTnLst>
                                </p:cTn>
                              </p:par>
                            </p:childTnLst>
                          </p:cTn>
                        </p:par>
                      </p:childTnLst>
                    </p:cTn>
                  </p:par>
                  <p:par>
                    <p:cTn id="42" fill="hold">
                      <p:stCondLst>
                        <p:cond delay="indefinite"/>
                      </p:stCondLst>
                      <p:childTnLst>
                        <p:par>
                          <p:cTn id="43" fill="hold">
                            <p:stCondLst>
                              <p:cond delay="0"/>
                            </p:stCondLst>
                            <p:childTnLst>
                              <p:par>
                                <p:cTn id="44" presetID="30" presetClass="entr" presetSubtype="0" fill="hold" nodeType="clickEffect">
                                  <p:stCondLst>
                                    <p:cond delay="0"/>
                                  </p:stCondLst>
                                  <p:childTnLst>
                                    <p:set>
                                      <p:cBhvr>
                                        <p:cTn id="45" dur="1" fill="hold">
                                          <p:stCondLst>
                                            <p:cond delay="0"/>
                                          </p:stCondLst>
                                        </p:cTn>
                                        <p:tgtEl>
                                          <p:spTgt spid="9"/>
                                        </p:tgtEl>
                                        <p:attrNameLst>
                                          <p:attrName>style.visibility</p:attrName>
                                        </p:attrNameLst>
                                      </p:cBhvr>
                                      <p:to>
                                        <p:strVal val="visible"/>
                                      </p:to>
                                    </p:set>
                                    <p:animEffect transition="in" filter="fade">
                                      <p:cBhvr>
                                        <p:cTn id="46" dur="800" decel="100000"/>
                                        <p:tgtEl>
                                          <p:spTgt spid="9"/>
                                        </p:tgtEl>
                                      </p:cBhvr>
                                    </p:animEffect>
                                    <p:anim calcmode="lin" valueType="num">
                                      <p:cBhvr>
                                        <p:cTn id="47" dur="800" decel="100000" fill="hold"/>
                                        <p:tgtEl>
                                          <p:spTgt spid="9"/>
                                        </p:tgtEl>
                                        <p:attrNameLst>
                                          <p:attrName>style.rotation</p:attrName>
                                        </p:attrNameLst>
                                      </p:cBhvr>
                                      <p:tavLst>
                                        <p:tav tm="0">
                                          <p:val>
                                            <p:fltVal val="-90"/>
                                          </p:val>
                                        </p:tav>
                                        <p:tav tm="100000">
                                          <p:val>
                                            <p:fltVal val="0"/>
                                          </p:val>
                                        </p:tav>
                                      </p:tavLst>
                                    </p:anim>
                                    <p:anim calcmode="lin" valueType="num">
                                      <p:cBhvr>
                                        <p:cTn id="48" dur="800" decel="100000" fill="hold"/>
                                        <p:tgtEl>
                                          <p:spTgt spid="9"/>
                                        </p:tgtEl>
                                        <p:attrNameLst>
                                          <p:attrName>ppt_x</p:attrName>
                                        </p:attrNameLst>
                                      </p:cBhvr>
                                      <p:tavLst>
                                        <p:tav tm="0">
                                          <p:val>
                                            <p:strVal val="#ppt_x+0.4"/>
                                          </p:val>
                                        </p:tav>
                                        <p:tav tm="100000">
                                          <p:val>
                                            <p:strVal val="#ppt_x-0.05"/>
                                          </p:val>
                                        </p:tav>
                                      </p:tavLst>
                                    </p:anim>
                                    <p:anim calcmode="lin" valueType="num">
                                      <p:cBhvr>
                                        <p:cTn id="49" dur="800" decel="100000" fill="hold"/>
                                        <p:tgtEl>
                                          <p:spTgt spid="9"/>
                                        </p:tgtEl>
                                        <p:attrNameLst>
                                          <p:attrName>ppt_y</p:attrName>
                                        </p:attrNameLst>
                                      </p:cBhvr>
                                      <p:tavLst>
                                        <p:tav tm="0">
                                          <p:val>
                                            <p:strVal val="#ppt_y-0.4"/>
                                          </p:val>
                                        </p:tav>
                                        <p:tav tm="100000">
                                          <p:val>
                                            <p:strVal val="#ppt_y+0.1"/>
                                          </p:val>
                                        </p:tav>
                                      </p:tavLst>
                                    </p:anim>
                                    <p:anim calcmode="lin" valueType="num">
                                      <p:cBhvr>
                                        <p:cTn id="50" dur="200" accel="100000" fill="hold">
                                          <p:stCondLst>
                                            <p:cond delay="800"/>
                                          </p:stCondLst>
                                        </p:cTn>
                                        <p:tgtEl>
                                          <p:spTgt spid="9"/>
                                        </p:tgtEl>
                                        <p:attrNameLst>
                                          <p:attrName>ppt_x</p:attrName>
                                        </p:attrNameLst>
                                      </p:cBhvr>
                                      <p:tavLst>
                                        <p:tav tm="0">
                                          <p:val>
                                            <p:strVal val="#ppt_x-0.05"/>
                                          </p:val>
                                        </p:tav>
                                        <p:tav tm="100000">
                                          <p:val>
                                            <p:strVal val="#ppt_x"/>
                                          </p:val>
                                        </p:tav>
                                      </p:tavLst>
                                    </p:anim>
                                    <p:anim calcmode="lin" valueType="num">
                                      <p:cBhvr>
                                        <p:cTn id="51" dur="200" accel="100000" fill="hold">
                                          <p:stCondLst>
                                            <p:cond delay="800"/>
                                          </p:stCondLst>
                                        </p:cTn>
                                        <p:tgtEl>
                                          <p:spTgt spid="9"/>
                                        </p:tgtEl>
                                        <p:attrNameLst>
                                          <p:attrName>ppt_y</p:attrName>
                                        </p:attrNameLst>
                                      </p:cBhvr>
                                      <p:tavLst>
                                        <p:tav tm="0">
                                          <p:val>
                                            <p:strVal val="#ppt_y+0.1"/>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79" grpId="0" animBg="1"/>
      <p:bldP spid="80" grpId="0"/>
      <p:bldP spid="83" grpId="0" animBg="1"/>
      <p:bldP spid="84" grpId="0"/>
      <p:bldP spid="125" grpId="0" animBg="1"/>
      <p:bldP spid="126" grpId="0"/>
    </p:bldLst>
  </p:timing>
</p:sld>
</file>

<file path=ppt/slides/slide35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24" name="组合 23">
            <a:extLst>
              <a:ext uri="{FF2B5EF4-FFF2-40B4-BE49-F238E27FC236}">
                <a16:creationId xmlns:a16="http://schemas.microsoft.com/office/drawing/2014/main" id="{F4FE5B56-4862-49AE-A172-67A7416C39D0}"/>
              </a:ext>
            </a:extLst>
          </p:cNvPr>
          <p:cNvGrpSpPr/>
          <p:nvPr/>
        </p:nvGrpSpPr>
        <p:grpSpPr>
          <a:xfrm>
            <a:off x="2143051" y="2939437"/>
            <a:ext cx="7680544" cy="932997"/>
            <a:chOff x="2143051" y="2939437"/>
            <a:chExt cx="7680544" cy="932997"/>
          </a:xfrm>
        </p:grpSpPr>
        <p:grpSp>
          <p:nvGrpSpPr>
            <p:cNvPr id="20" name="组合 19">
              <a:extLst>
                <a:ext uri="{FF2B5EF4-FFF2-40B4-BE49-F238E27FC236}">
                  <a16:creationId xmlns:a16="http://schemas.microsoft.com/office/drawing/2014/main" id="{A5B0D40E-707C-4535-9823-C564413AC7C5}"/>
                </a:ext>
              </a:extLst>
            </p:cNvPr>
            <p:cNvGrpSpPr/>
            <p:nvPr/>
          </p:nvGrpSpPr>
          <p:grpSpPr>
            <a:xfrm>
              <a:off x="2143051" y="2939437"/>
              <a:ext cx="2093457" cy="932997"/>
              <a:chOff x="2143051" y="2939437"/>
              <a:chExt cx="2093457" cy="932997"/>
            </a:xfrm>
          </p:grpSpPr>
          <p:sp>
            <p:nvSpPr>
              <p:cNvPr id="44" name="文本框 43">
                <a:extLst>
                  <a:ext uri="{FF2B5EF4-FFF2-40B4-BE49-F238E27FC236}">
                    <a16:creationId xmlns:a16="http://schemas.microsoft.com/office/drawing/2014/main" id="{E593FC51-5A32-48BF-BBDB-CD51E408FBD4}"/>
                  </a:ext>
                </a:extLst>
              </p:cNvPr>
              <p:cNvSpPr txBox="1"/>
              <p:nvPr/>
            </p:nvSpPr>
            <p:spPr>
              <a:xfrm>
                <a:off x="2143051" y="2939437"/>
                <a:ext cx="2093457" cy="369332"/>
              </a:xfrm>
              <a:prstGeom prst="rect">
                <a:avLst/>
              </a:prstGeom>
              <a:noFill/>
            </p:spPr>
            <p:txBody>
              <a:bodyPr wrap="square" rtlCol="0">
                <a:spAutoFit/>
              </a:bodyPr>
              <a:lstStyle/>
              <a:p>
                <a:pPr algn="ctr"/>
                <a:r>
                  <a:rPr lang="zh-CN" altLang="en-US" b="1" dirty="0">
                    <a:latin typeface="Arial Narrow" panose="020B0606020202030204" pitchFamily="34" charset="0"/>
                  </a:rPr>
                  <a:t>带</a:t>
                </a:r>
                <a:r>
                  <a:rPr lang="en-US" altLang="zh-CN" b="1" dirty="0">
                    <a:latin typeface="Arial Narrow" panose="020B0606020202030204" pitchFamily="34" charset="0"/>
                  </a:rPr>
                  <a:t>BNC</a:t>
                </a:r>
                <a:r>
                  <a:rPr lang="zh-CN" altLang="en-US" b="1" dirty="0">
                    <a:latin typeface="Arial Narrow" panose="020B0606020202030204" pitchFamily="34" charset="0"/>
                  </a:rPr>
                  <a:t>接口的网卡</a:t>
                </a:r>
              </a:p>
            </p:txBody>
          </p:sp>
          <p:pic>
            <p:nvPicPr>
              <p:cNvPr id="45" name="图片 44">
                <a:extLst>
                  <a:ext uri="{FF2B5EF4-FFF2-40B4-BE49-F238E27FC236}">
                    <a16:creationId xmlns:a16="http://schemas.microsoft.com/office/drawing/2014/main" id="{52C532C0-DE60-4091-B5E0-3DE9BECC1C66}"/>
                  </a:ext>
                </a:extLst>
              </p:cNvPr>
              <p:cNvPicPr>
                <a:picLocks noChangeAspect="1"/>
              </p:cNvPicPr>
              <p:nvPr/>
            </p:nvPicPr>
            <p:blipFill>
              <a:blip r:embed="rId3">
                <a:clrChange>
                  <a:clrFrom>
                    <a:srgbClr val="FFFFFF"/>
                  </a:clrFrom>
                  <a:clrTo>
                    <a:srgbClr val="FFFFFF">
                      <a:alpha val="0"/>
                    </a:srgbClr>
                  </a:clrTo>
                </a:clrChange>
              </a:blip>
              <a:stretch>
                <a:fillRect/>
              </a:stretch>
            </p:blipFill>
            <p:spPr>
              <a:xfrm>
                <a:off x="2760802" y="3272839"/>
                <a:ext cx="857956" cy="599595"/>
              </a:xfrm>
              <a:prstGeom prst="rect">
                <a:avLst/>
              </a:prstGeom>
            </p:spPr>
          </p:pic>
        </p:grpSp>
        <p:grpSp>
          <p:nvGrpSpPr>
            <p:cNvPr id="47" name="组合 46">
              <a:extLst>
                <a:ext uri="{FF2B5EF4-FFF2-40B4-BE49-F238E27FC236}">
                  <a16:creationId xmlns:a16="http://schemas.microsoft.com/office/drawing/2014/main" id="{91D296C6-316F-43C4-8F4B-C7D6DFBEA2F7}"/>
                </a:ext>
              </a:extLst>
            </p:cNvPr>
            <p:cNvGrpSpPr/>
            <p:nvPr/>
          </p:nvGrpSpPr>
          <p:grpSpPr>
            <a:xfrm>
              <a:off x="4495412" y="2939437"/>
              <a:ext cx="2093457" cy="932997"/>
              <a:chOff x="2143051" y="2939437"/>
              <a:chExt cx="2093457" cy="932997"/>
            </a:xfrm>
          </p:grpSpPr>
          <p:sp>
            <p:nvSpPr>
              <p:cNvPr id="48" name="文本框 47">
                <a:extLst>
                  <a:ext uri="{FF2B5EF4-FFF2-40B4-BE49-F238E27FC236}">
                    <a16:creationId xmlns:a16="http://schemas.microsoft.com/office/drawing/2014/main" id="{1F99C9F9-4B21-4D04-A879-42B7F0E0FB40}"/>
                  </a:ext>
                </a:extLst>
              </p:cNvPr>
              <p:cNvSpPr txBox="1"/>
              <p:nvPr/>
            </p:nvSpPr>
            <p:spPr>
              <a:xfrm>
                <a:off x="2143051" y="2939437"/>
                <a:ext cx="2093457" cy="369332"/>
              </a:xfrm>
              <a:prstGeom prst="rect">
                <a:avLst/>
              </a:prstGeom>
              <a:noFill/>
            </p:spPr>
            <p:txBody>
              <a:bodyPr wrap="square" rtlCol="0">
                <a:spAutoFit/>
              </a:bodyPr>
              <a:lstStyle/>
              <a:p>
                <a:pPr algn="ctr"/>
                <a:r>
                  <a:rPr lang="zh-CN" altLang="en-US" b="1" dirty="0">
                    <a:latin typeface="Arial Narrow" panose="020B0606020202030204" pitchFamily="34" charset="0"/>
                  </a:rPr>
                  <a:t>带</a:t>
                </a:r>
                <a:r>
                  <a:rPr lang="en-US" altLang="zh-CN" b="1" dirty="0">
                    <a:latin typeface="Arial Narrow" panose="020B0606020202030204" pitchFamily="34" charset="0"/>
                  </a:rPr>
                  <a:t>BNC</a:t>
                </a:r>
                <a:r>
                  <a:rPr lang="zh-CN" altLang="en-US" b="1" dirty="0">
                    <a:latin typeface="Arial Narrow" panose="020B0606020202030204" pitchFamily="34" charset="0"/>
                  </a:rPr>
                  <a:t>接口的网卡</a:t>
                </a:r>
              </a:p>
            </p:txBody>
          </p:sp>
          <p:pic>
            <p:nvPicPr>
              <p:cNvPr id="49" name="图片 48">
                <a:extLst>
                  <a:ext uri="{FF2B5EF4-FFF2-40B4-BE49-F238E27FC236}">
                    <a16:creationId xmlns:a16="http://schemas.microsoft.com/office/drawing/2014/main" id="{3EB7F8B0-7200-4C2A-95BE-304A2D8E6694}"/>
                  </a:ext>
                </a:extLst>
              </p:cNvPr>
              <p:cNvPicPr>
                <a:picLocks noChangeAspect="1"/>
              </p:cNvPicPr>
              <p:nvPr/>
            </p:nvPicPr>
            <p:blipFill>
              <a:blip r:embed="rId3">
                <a:clrChange>
                  <a:clrFrom>
                    <a:srgbClr val="FFFFFF"/>
                  </a:clrFrom>
                  <a:clrTo>
                    <a:srgbClr val="FFFFFF">
                      <a:alpha val="0"/>
                    </a:srgbClr>
                  </a:clrTo>
                </a:clrChange>
              </a:blip>
              <a:stretch>
                <a:fillRect/>
              </a:stretch>
            </p:blipFill>
            <p:spPr>
              <a:xfrm>
                <a:off x="2760802" y="3272839"/>
                <a:ext cx="857956" cy="599595"/>
              </a:xfrm>
              <a:prstGeom prst="rect">
                <a:avLst/>
              </a:prstGeom>
            </p:spPr>
          </p:pic>
        </p:grpSp>
        <p:grpSp>
          <p:nvGrpSpPr>
            <p:cNvPr id="50" name="组合 49">
              <a:extLst>
                <a:ext uri="{FF2B5EF4-FFF2-40B4-BE49-F238E27FC236}">
                  <a16:creationId xmlns:a16="http://schemas.microsoft.com/office/drawing/2014/main" id="{71D71BBE-B518-435B-9566-69AE71D649F8}"/>
                </a:ext>
              </a:extLst>
            </p:cNvPr>
            <p:cNvGrpSpPr/>
            <p:nvPr/>
          </p:nvGrpSpPr>
          <p:grpSpPr>
            <a:xfrm>
              <a:off x="7730138" y="2939437"/>
              <a:ext cx="2093457" cy="932997"/>
              <a:chOff x="2143051" y="2939437"/>
              <a:chExt cx="2093457" cy="932997"/>
            </a:xfrm>
          </p:grpSpPr>
          <p:sp>
            <p:nvSpPr>
              <p:cNvPr id="51" name="文本框 50">
                <a:extLst>
                  <a:ext uri="{FF2B5EF4-FFF2-40B4-BE49-F238E27FC236}">
                    <a16:creationId xmlns:a16="http://schemas.microsoft.com/office/drawing/2014/main" id="{279F2837-2EBF-44D4-871C-716376DF0D82}"/>
                  </a:ext>
                </a:extLst>
              </p:cNvPr>
              <p:cNvSpPr txBox="1"/>
              <p:nvPr/>
            </p:nvSpPr>
            <p:spPr>
              <a:xfrm>
                <a:off x="2143051" y="2939437"/>
                <a:ext cx="2093457" cy="369332"/>
              </a:xfrm>
              <a:prstGeom prst="rect">
                <a:avLst/>
              </a:prstGeom>
              <a:noFill/>
            </p:spPr>
            <p:txBody>
              <a:bodyPr wrap="square" rtlCol="0">
                <a:spAutoFit/>
              </a:bodyPr>
              <a:lstStyle/>
              <a:p>
                <a:pPr algn="ctr"/>
                <a:r>
                  <a:rPr lang="zh-CN" altLang="en-US" b="1" dirty="0">
                    <a:latin typeface="Arial Narrow" panose="020B0606020202030204" pitchFamily="34" charset="0"/>
                  </a:rPr>
                  <a:t>带</a:t>
                </a:r>
                <a:r>
                  <a:rPr lang="en-US" altLang="zh-CN" b="1" dirty="0">
                    <a:latin typeface="Arial Narrow" panose="020B0606020202030204" pitchFamily="34" charset="0"/>
                  </a:rPr>
                  <a:t>BNC</a:t>
                </a:r>
                <a:r>
                  <a:rPr lang="zh-CN" altLang="en-US" b="1" dirty="0">
                    <a:latin typeface="Arial Narrow" panose="020B0606020202030204" pitchFamily="34" charset="0"/>
                  </a:rPr>
                  <a:t>接口的网卡</a:t>
                </a:r>
              </a:p>
            </p:txBody>
          </p:sp>
          <p:pic>
            <p:nvPicPr>
              <p:cNvPr id="52" name="图片 51">
                <a:extLst>
                  <a:ext uri="{FF2B5EF4-FFF2-40B4-BE49-F238E27FC236}">
                    <a16:creationId xmlns:a16="http://schemas.microsoft.com/office/drawing/2014/main" id="{68DE2935-8990-4CCB-A1BE-098360A6F5D3}"/>
                  </a:ext>
                </a:extLst>
              </p:cNvPr>
              <p:cNvPicPr>
                <a:picLocks noChangeAspect="1"/>
              </p:cNvPicPr>
              <p:nvPr/>
            </p:nvPicPr>
            <p:blipFill>
              <a:blip r:embed="rId3">
                <a:clrChange>
                  <a:clrFrom>
                    <a:srgbClr val="FFFFFF"/>
                  </a:clrFrom>
                  <a:clrTo>
                    <a:srgbClr val="FFFFFF">
                      <a:alpha val="0"/>
                    </a:srgbClr>
                  </a:clrTo>
                </a:clrChange>
              </a:blip>
              <a:stretch>
                <a:fillRect/>
              </a:stretch>
            </p:blipFill>
            <p:spPr>
              <a:xfrm>
                <a:off x="2760802" y="3272839"/>
                <a:ext cx="857956" cy="599595"/>
              </a:xfrm>
              <a:prstGeom prst="rect">
                <a:avLst/>
              </a:prstGeom>
            </p:spPr>
          </p:pic>
        </p:grpSp>
      </p:grpSp>
      <p:grpSp>
        <p:nvGrpSpPr>
          <p:cNvPr id="4" name="组合 3">
            <a:extLst>
              <a:ext uri="{FF2B5EF4-FFF2-40B4-BE49-F238E27FC236}">
                <a16:creationId xmlns:a16="http://schemas.microsoft.com/office/drawing/2014/main" id="{9A1EA9F2-FCB6-48C3-935F-7AE7E3AD14AC}"/>
              </a:ext>
            </a:extLst>
          </p:cNvPr>
          <p:cNvGrpSpPr/>
          <p:nvPr/>
        </p:nvGrpSpPr>
        <p:grpSpPr>
          <a:xfrm>
            <a:off x="304800" y="749300"/>
            <a:ext cx="6192344" cy="400110"/>
            <a:chOff x="424117" y="898245"/>
            <a:chExt cx="6192344" cy="400110"/>
          </a:xfrm>
        </p:grpSpPr>
        <p:sp>
          <p:nvSpPr>
            <p:cNvPr id="2" name="平行四边形 1">
              <a:extLst>
                <a:ext uri="{FF2B5EF4-FFF2-40B4-BE49-F238E27FC236}">
                  <a16:creationId xmlns:a16="http://schemas.microsoft.com/office/drawing/2014/main" id="{1F5BAA3F-9845-4F89-A2DD-8222D3E4EDAC}"/>
                </a:ext>
              </a:extLst>
            </p:cNvPr>
            <p:cNvSpPr/>
            <p:nvPr/>
          </p:nvSpPr>
          <p:spPr>
            <a:xfrm>
              <a:off x="424117" y="898245"/>
              <a:ext cx="628306" cy="387090"/>
            </a:xfrm>
            <a:prstGeom prst="parallelogram">
              <a:avLst/>
            </a:prstGeom>
            <a:solidFill>
              <a:schemeClr val="accent3">
                <a:lumMod val="75000"/>
              </a:schemeClr>
            </a:solidFill>
            <a:ln>
              <a:solidFill>
                <a:schemeClr val="accent3">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CN" sz="2200" dirty="0">
                  <a:latin typeface="Impact" panose="020B0806030902050204" pitchFamily="34" charset="0"/>
                </a:rPr>
                <a:t>01</a:t>
              </a:r>
              <a:endParaRPr lang="zh-CN" altLang="en-US" sz="2200" dirty="0">
                <a:latin typeface="Impact" panose="020B0806030902050204" pitchFamily="34" charset="0"/>
              </a:endParaRPr>
            </a:p>
          </p:txBody>
        </p:sp>
        <p:sp>
          <p:nvSpPr>
            <p:cNvPr id="3" name="文本框 2">
              <a:extLst>
                <a:ext uri="{FF2B5EF4-FFF2-40B4-BE49-F238E27FC236}">
                  <a16:creationId xmlns:a16="http://schemas.microsoft.com/office/drawing/2014/main" id="{4D6BD736-A4D3-4F26-AFED-36E11F50F70B}"/>
                </a:ext>
              </a:extLst>
            </p:cNvPr>
            <p:cNvSpPr txBox="1"/>
            <p:nvPr/>
          </p:nvSpPr>
          <p:spPr>
            <a:xfrm>
              <a:off x="1052423" y="898245"/>
              <a:ext cx="5564038" cy="400110"/>
            </a:xfrm>
            <a:prstGeom prst="rect">
              <a:avLst/>
            </a:prstGeom>
            <a:noFill/>
          </p:spPr>
          <p:txBody>
            <a:bodyPr wrap="square" rtlCol="0">
              <a:spAutoFit/>
            </a:bodyPr>
            <a:lstStyle/>
            <a:p>
              <a:r>
                <a:rPr lang="zh-CN" altLang="en-US" sz="2000" b="1" dirty="0"/>
                <a:t>使用集线器的共享式以太网</a:t>
              </a:r>
              <a:endParaRPr lang="en-US" altLang="zh-CN" sz="2000" b="1" dirty="0"/>
            </a:p>
          </p:txBody>
        </p:sp>
      </p:grpSp>
      <p:sp>
        <p:nvSpPr>
          <p:cNvPr id="79" name="矩形 78">
            <a:extLst>
              <a:ext uri="{FF2B5EF4-FFF2-40B4-BE49-F238E27FC236}">
                <a16:creationId xmlns:a16="http://schemas.microsoft.com/office/drawing/2014/main" id="{2804D1F4-F466-444D-AB07-F101362C1E61}"/>
              </a:ext>
            </a:extLst>
          </p:cNvPr>
          <p:cNvSpPr/>
          <p:nvPr/>
        </p:nvSpPr>
        <p:spPr>
          <a:xfrm>
            <a:off x="1056633" y="1335374"/>
            <a:ext cx="256976" cy="256976"/>
          </a:xfrm>
          <a:prstGeom prst="rect">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80" name="íşlïḍè">
            <a:extLst>
              <a:ext uri="{FF2B5EF4-FFF2-40B4-BE49-F238E27FC236}">
                <a16:creationId xmlns:a16="http://schemas.microsoft.com/office/drawing/2014/main" id="{667FD754-DAA6-4179-AE61-F0DA86843747}"/>
              </a:ext>
            </a:extLst>
          </p:cNvPr>
          <p:cNvSpPr txBox="1"/>
          <p:nvPr/>
        </p:nvSpPr>
        <p:spPr>
          <a:xfrm>
            <a:off x="1373860" y="1281053"/>
            <a:ext cx="10513339" cy="353992"/>
          </a:xfrm>
          <a:prstGeom prst="rect">
            <a:avLst/>
          </a:prstGeom>
          <a:noFill/>
        </p:spPr>
        <p:txBody>
          <a:bodyPr wrap="square" lIns="91440" tIns="45720" rIns="91440" bIns="45720" anchor="ctr">
            <a:noAutofit/>
          </a:bodyPr>
          <a:lstStyle/>
          <a:p>
            <a:r>
              <a:rPr lang="zh-CN" altLang="en-US" b="1" dirty="0">
                <a:latin typeface="Arial Narrow" panose="020B0606020202030204" pitchFamily="34" charset="0"/>
              </a:rPr>
              <a:t>早期的传统以太网是使用</a:t>
            </a:r>
            <a:r>
              <a:rPr lang="zh-CN" altLang="en-US" b="1" dirty="0">
                <a:solidFill>
                  <a:schemeClr val="accent1">
                    <a:lumMod val="75000"/>
                  </a:schemeClr>
                </a:solidFill>
                <a:latin typeface="Arial Narrow" panose="020B0606020202030204" pitchFamily="34" charset="0"/>
              </a:rPr>
              <a:t>粗同轴电缆</a:t>
            </a:r>
            <a:r>
              <a:rPr lang="zh-CN" altLang="en-US" b="1" dirty="0">
                <a:latin typeface="Arial Narrow" panose="020B0606020202030204" pitchFamily="34" charset="0"/>
              </a:rPr>
              <a:t>的共享</a:t>
            </a:r>
            <a:r>
              <a:rPr lang="zh-CN" altLang="en-US" b="1" dirty="0">
                <a:solidFill>
                  <a:schemeClr val="accent1">
                    <a:lumMod val="75000"/>
                  </a:schemeClr>
                </a:solidFill>
                <a:latin typeface="Arial Narrow" panose="020B0606020202030204" pitchFamily="34" charset="0"/>
              </a:rPr>
              <a:t>总线</a:t>
            </a:r>
            <a:r>
              <a:rPr lang="zh-CN" altLang="en-US" b="1" dirty="0">
                <a:latin typeface="Arial Narrow" panose="020B0606020202030204" pitchFamily="34" charset="0"/>
              </a:rPr>
              <a:t>以太网，后来发展到使用价格相对便宜的</a:t>
            </a:r>
            <a:r>
              <a:rPr lang="zh-CN" altLang="en-US" b="1" dirty="0">
                <a:solidFill>
                  <a:schemeClr val="accent1">
                    <a:lumMod val="75000"/>
                  </a:schemeClr>
                </a:solidFill>
                <a:latin typeface="Arial Narrow" panose="020B0606020202030204" pitchFamily="34" charset="0"/>
              </a:rPr>
              <a:t>细同轴电缆</a:t>
            </a:r>
            <a:r>
              <a:rPr lang="zh-CN" altLang="en-US" b="1" dirty="0">
                <a:latin typeface="Arial Narrow" panose="020B0606020202030204" pitchFamily="34" charset="0"/>
              </a:rPr>
              <a:t>。</a:t>
            </a:r>
          </a:p>
        </p:txBody>
      </p:sp>
      <p:sp>
        <p:nvSpPr>
          <p:cNvPr id="83" name="矩形 82">
            <a:extLst>
              <a:ext uri="{FF2B5EF4-FFF2-40B4-BE49-F238E27FC236}">
                <a16:creationId xmlns:a16="http://schemas.microsoft.com/office/drawing/2014/main" id="{CF7D10CF-C78A-4968-95F1-9F21EC0E8A5E}"/>
              </a:ext>
            </a:extLst>
          </p:cNvPr>
          <p:cNvSpPr/>
          <p:nvPr/>
        </p:nvSpPr>
        <p:spPr>
          <a:xfrm>
            <a:off x="1056634" y="1790119"/>
            <a:ext cx="256976" cy="256976"/>
          </a:xfrm>
          <a:prstGeom prst="rect">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84" name="íşlïḍè">
            <a:extLst>
              <a:ext uri="{FF2B5EF4-FFF2-40B4-BE49-F238E27FC236}">
                <a16:creationId xmlns:a16="http://schemas.microsoft.com/office/drawing/2014/main" id="{53C36D3C-C3E2-4AA4-BBA7-A40517A678F4}"/>
              </a:ext>
            </a:extLst>
          </p:cNvPr>
          <p:cNvSpPr txBox="1"/>
          <p:nvPr/>
        </p:nvSpPr>
        <p:spPr>
          <a:xfrm>
            <a:off x="1373861" y="1735797"/>
            <a:ext cx="10513339" cy="652167"/>
          </a:xfrm>
          <a:prstGeom prst="rect">
            <a:avLst/>
          </a:prstGeom>
          <a:noFill/>
        </p:spPr>
        <p:txBody>
          <a:bodyPr wrap="square" lIns="91440" tIns="45720" rIns="91440" bIns="45720" anchor="ctr">
            <a:noAutofit/>
          </a:bodyPr>
          <a:lstStyle/>
          <a:p>
            <a:r>
              <a:rPr lang="zh-CN" altLang="en-US" b="1" dirty="0">
                <a:latin typeface="Arial Narrow" panose="020B0606020202030204" pitchFamily="34" charset="0"/>
              </a:rPr>
              <a:t>当初认为这种连接方法既简单又可靠，因为在那个时代普遍认为</a:t>
            </a:r>
            <a:r>
              <a:rPr lang="zh-CN" altLang="en-US" b="1" dirty="0">
                <a:solidFill>
                  <a:schemeClr val="accent1">
                    <a:lumMod val="75000"/>
                  </a:schemeClr>
                </a:solidFill>
                <a:latin typeface="Arial Narrow" panose="020B0606020202030204" pitchFamily="34" charset="0"/>
              </a:rPr>
              <a:t>有源器件不可靠</a:t>
            </a:r>
            <a:r>
              <a:rPr lang="zh-CN" altLang="en-US" b="1" dirty="0">
                <a:latin typeface="Arial Narrow" panose="020B0606020202030204" pitchFamily="34" charset="0"/>
              </a:rPr>
              <a:t>，而</a:t>
            </a:r>
            <a:r>
              <a:rPr lang="zh-CN" altLang="en-US" b="1" dirty="0">
                <a:solidFill>
                  <a:schemeClr val="accent1">
                    <a:lumMod val="75000"/>
                  </a:schemeClr>
                </a:solidFill>
                <a:latin typeface="Arial Narrow" panose="020B0606020202030204" pitchFamily="34" charset="0"/>
              </a:rPr>
              <a:t>无源的电缆线才是最可靠的</a:t>
            </a:r>
            <a:r>
              <a:rPr lang="zh-CN" altLang="en-US" b="1" dirty="0">
                <a:latin typeface="Arial Narrow" panose="020B0606020202030204" pitchFamily="34" charset="0"/>
              </a:rPr>
              <a:t>。</a:t>
            </a:r>
          </a:p>
        </p:txBody>
      </p:sp>
      <p:sp>
        <p:nvSpPr>
          <p:cNvPr id="125" name="矩形 124">
            <a:extLst>
              <a:ext uri="{FF2B5EF4-FFF2-40B4-BE49-F238E27FC236}">
                <a16:creationId xmlns:a16="http://schemas.microsoft.com/office/drawing/2014/main" id="{032BFBAE-4A91-4E11-A495-CEB55129B4AE}"/>
              </a:ext>
            </a:extLst>
          </p:cNvPr>
          <p:cNvSpPr/>
          <p:nvPr/>
        </p:nvSpPr>
        <p:spPr>
          <a:xfrm>
            <a:off x="1465592" y="2543038"/>
            <a:ext cx="256976" cy="256976"/>
          </a:xfrm>
          <a:prstGeom prst="rect">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126" name="íşlïḍè">
            <a:extLst>
              <a:ext uri="{FF2B5EF4-FFF2-40B4-BE49-F238E27FC236}">
                <a16:creationId xmlns:a16="http://schemas.microsoft.com/office/drawing/2014/main" id="{9B41EAC1-8DA0-4DD9-88C9-E60CBD3F0AC5}"/>
              </a:ext>
            </a:extLst>
          </p:cNvPr>
          <p:cNvSpPr txBox="1"/>
          <p:nvPr/>
        </p:nvSpPr>
        <p:spPr>
          <a:xfrm>
            <a:off x="1782819" y="2488717"/>
            <a:ext cx="10513339" cy="353992"/>
          </a:xfrm>
          <a:prstGeom prst="rect">
            <a:avLst/>
          </a:prstGeom>
          <a:noFill/>
        </p:spPr>
        <p:txBody>
          <a:bodyPr wrap="square" lIns="91440" tIns="45720" rIns="91440" bIns="45720" anchor="ctr">
            <a:noAutofit/>
          </a:bodyPr>
          <a:lstStyle/>
          <a:p>
            <a:r>
              <a:rPr lang="zh-CN" altLang="en-US" b="1" dirty="0">
                <a:latin typeface="Arial Narrow" panose="020B0606020202030204" pitchFamily="34" charset="0"/>
              </a:rPr>
              <a:t>然而，实践证明这种使用</a:t>
            </a:r>
            <a:r>
              <a:rPr lang="zh-CN" altLang="en-US" b="1" dirty="0">
                <a:solidFill>
                  <a:schemeClr val="accent1">
                    <a:lumMod val="75000"/>
                  </a:schemeClr>
                </a:solidFill>
                <a:latin typeface="Arial Narrow" panose="020B0606020202030204" pitchFamily="34" charset="0"/>
              </a:rPr>
              <a:t>无源电缆线和大量机械接口</a:t>
            </a:r>
            <a:r>
              <a:rPr lang="zh-CN" altLang="en-US" b="1" dirty="0">
                <a:latin typeface="Arial Narrow" panose="020B0606020202030204" pitchFamily="34" charset="0"/>
              </a:rPr>
              <a:t>的总线型以太网</a:t>
            </a:r>
            <a:r>
              <a:rPr lang="zh-CN" altLang="en-US" b="1" dirty="0">
                <a:solidFill>
                  <a:schemeClr val="accent1">
                    <a:lumMod val="75000"/>
                  </a:schemeClr>
                </a:solidFill>
                <a:latin typeface="Arial Narrow" panose="020B0606020202030204" pitchFamily="34" charset="0"/>
              </a:rPr>
              <a:t>并不</a:t>
            </a:r>
            <a:r>
              <a:rPr lang="zh-CN" altLang="en-US" b="1" dirty="0">
                <a:latin typeface="Arial Narrow" panose="020B0606020202030204" pitchFamily="34" charset="0"/>
              </a:rPr>
              <a:t>像人们想象的那么</a:t>
            </a:r>
            <a:r>
              <a:rPr lang="zh-CN" altLang="en-US" b="1" dirty="0">
                <a:solidFill>
                  <a:schemeClr val="accent1">
                    <a:lumMod val="75000"/>
                  </a:schemeClr>
                </a:solidFill>
                <a:latin typeface="Arial Narrow" panose="020B0606020202030204" pitchFamily="34" charset="0"/>
              </a:rPr>
              <a:t>可靠</a:t>
            </a:r>
            <a:r>
              <a:rPr lang="zh-CN" altLang="en-US" b="1" dirty="0">
                <a:latin typeface="Arial Narrow" panose="020B0606020202030204" pitchFamily="34" charset="0"/>
              </a:rPr>
              <a:t>。</a:t>
            </a:r>
          </a:p>
        </p:txBody>
      </p:sp>
      <p:cxnSp>
        <p:nvCxnSpPr>
          <p:cNvPr id="13" name="直接连接符 12">
            <a:extLst>
              <a:ext uri="{FF2B5EF4-FFF2-40B4-BE49-F238E27FC236}">
                <a16:creationId xmlns:a16="http://schemas.microsoft.com/office/drawing/2014/main" id="{3C40BA69-C21C-499E-9018-6057AE1E06BC}"/>
              </a:ext>
            </a:extLst>
          </p:cNvPr>
          <p:cNvCxnSpPr/>
          <p:nvPr/>
        </p:nvCxnSpPr>
        <p:spPr>
          <a:xfrm flipV="1">
            <a:off x="3271002" y="4440491"/>
            <a:ext cx="0" cy="812800"/>
          </a:xfrm>
          <a:prstGeom prst="line">
            <a:avLst/>
          </a:prstGeom>
          <a:ln w="152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4" name="直接连接符 13">
            <a:extLst>
              <a:ext uri="{FF2B5EF4-FFF2-40B4-BE49-F238E27FC236}">
                <a16:creationId xmlns:a16="http://schemas.microsoft.com/office/drawing/2014/main" id="{8734AFAB-4B0D-4146-846F-A61FCE2954D2}"/>
              </a:ext>
            </a:extLst>
          </p:cNvPr>
          <p:cNvCxnSpPr/>
          <p:nvPr/>
        </p:nvCxnSpPr>
        <p:spPr>
          <a:xfrm flipV="1">
            <a:off x="5622140" y="4440491"/>
            <a:ext cx="0" cy="812800"/>
          </a:xfrm>
          <a:prstGeom prst="line">
            <a:avLst/>
          </a:prstGeom>
          <a:ln w="152400">
            <a:solidFill>
              <a:schemeClr val="tx1"/>
            </a:solidFill>
            <a:tailEnd w="med" len="lg"/>
          </a:ln>
        </p:spPr>
        <p:style>
          <a:lnRef idx="1">
            <a:schemeClr val="accent1"/>
          </a:lnRef>
          <a:fillRef idx="0">
            <a:schemeClr val="accent1"/>
          </a:fillRef>
          <a:effectRef idx="0">
            <a:schemeClr val="accent1"/>
          </a:effectRef>
          <a:fontRef idx="minor">
            <a:schemeClr val="tx1"/>
          </a:fontRef>
        </p:style>
      </p:cxnSp>
      <p:cxnSp>
        <p:nvCxnSpPr>
          <p:cNvPr id="15" name="直接连接符 14">
            <a:extLst>
              <a:ext uri="{FF2B5EF4-FFF2-40B4-BE49-F238E27FC236}">
                <a16:creationId xmlns:a16="http://schemas.microsoft.com/office/drawing/2014/main" id="{8E85E786-E56D-4B05-BFF3-1FBC6E01B40B}"/>
              </a:ext>
            </a:extLst>
          </p:cNvPr>
          <p:cNvCxnSpPr/>
          <p:nvPr/>
        </p:nvCxnSpPr>
        <p:spPr>
          <a:xfrm flipV="1">
            <a:off x="8828457" y="4440491"/>
            <a:ext cx="0" cy="812800"/>
          </a:xfrm>
          <a:prstGeom prst="line">
            <a:avLst/>
          </a:prstGeom>
          <a:ln w="152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7" name="直接连接符 16">
            <a:extLst>
              <a:ext uri="{FF2B5EF4-FFF2-40B4-BE49-F238E27FC236}">
                <a16:creationId xmlns:a16="http://schemas.microsoft.com/office/drawing/2014/main" id="{C878131F-4A5C-4A03-BB3E-599EF75A890B}"/>
              </a:ext>
            </a:extLst>
          </p:cNvPr>
          <p:cNvCxnSpPr>
            <a:cxnSpLocks/>
          </p:cNvCxnSpPr>
          <p:nvPr/>
        </p:nvCxnSpPr>
        <p:spPr>
          <a:xfrm>
            <a:off x="2493155" y="5300867"/>
            <a:ext cx="7131069" cy="0"/>
          </a:xfrm>
          <a:prstGeom prst="line">
            <a:avLst/>
          </a:prstGeom>
          <a:ln w="152400">
            <a:solidFill>
              <a:schemeClr val="tx1"/>
            </a:solidFill>
          </a:ln>
        </p:spPr>
        <p:style>
          <a:lnRef idx="1">
            <a:schemeClr val="accent1"/>
          </a:lnRef>
          <a:fillRef idx="0">
            <a:schemeClr val="accent1"/>
          </a:fillRef>
          <a:effectRef idx="0">
            <a:schemeClr val="accent1"/>
          </a:effectRef>
          <a:fontRef idx="minor">
            <a:schemeClr val="tx1"/>
          </a:fontRef>
        </p:style>
      </p:cxnSp>
      <p:sp>
        <p:nvSpPr>
          <p:cNvPr id="18" name="矩形 17">
            <a:extLst>
              <a:ext uri="{FF2B5EF4-FFF2-40B4-BE49-F238E27FC236}">
                <a16:creationId xmlns:a16="http://schemas.microsoft.com/office/drawing/2014/main" id="{2EC74EA6-AB59-45E4-90A3-A594E0EB3502}"/>
              </a:ext>
            </a:extLst>
          </p:cNvPr>
          <p:cNvSpPr/>
          <p:nvPr/>
        </p:nvSpPr>
        <p:spPr>
          <a:xfrm>
            <a:off x="2361523" y="5175167"/>
            <a:ext cx="225524" cy="225524"/>
          </a:xfrm>
          <a:prstGeom prst="rect">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19" name="矩形 18">
            <a:extLst>
              <a:ext uri="{FF2B5EF4-FFF2-40B4-BE49-F238E27FC236}">
                <a16:creationId xmlns:a16="http://schemas.microsoft.com/office/drawing/2014/main" id="{FCA8D11E-C4FD-4893-87BA-22D5A5CC177A}"/>
              </a:ext>
            </a:extLst>
          </p:cNvPr>
          <p:cNvSpPr/>
          <p:nvPr/>
        </p:nvSpPr>
        <p:spPr>
          <a:xfrm>
            <a:off x="9604953" y="5188105"/>
            <a:ext cx="225524" cy="225524"/>
          </a:xfrm>
          <a:prstGeom prst="rect">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7" name="文本框 6">
            <a:extLst>
              <a:ext uri="{FF2B5EF4-FFF2-40B4-BE49-F238E27FC236}">
                <a16:creationId xmlns:a16="http://schemas.microsoft.com/office/drawing/2014/main" id="{E68D8992-D999-45F9-9B1B-0B10B377AAF7}"/>
              </a:ext>
            </a:extLst>
          </p:cNvPr>
          <p:cNvSpPr txBox="1"/>
          <p:nvPr/>
        </p:nvSpPr>
        <p:spPr>
          <a:xfrm>
            <a:off x="6423770" y="4106998"/>
            <a:ext cx="1499879" cy="369332"/>
          </a:xfrm>
          <a:prstGeom prst="rect">
            <a:avLst/>
          </a:prstGeom>
          <a:noFill/>
        </p:spPr>
        <p:txBody>
          <a:bodyPr wrap="square" rtlCol="0">
            <a:spAutoFit/>
          </a:bodyPr>
          <a:lstStyle/>
          <a:p>
            <a:pPr algn="ctr"/>
            <a:r>
              <a:rPr lang="en-US" altLang="zh-CN" b="1" dirty="0">
                <a:latin typeface="宋体" panose="02010600030101010101" pitchFamily="2" charset="-122"/>
                <a:ea typeface="宋体" panose="02010600030101010101" pitchFamily="2" charset="-122"/>
              </a:rPr>
              <a:t>……</a:t>
            </a:r>
            <a:endParaRPr lang="zh-CN" altLang="en-US" b="1" dirty="0">
              <a:latin typeface="宋体" panose="02010600030101010101" pitchFamily="2" charset="-122"/>
              <a:ea typeface="宋体" panose="02010600030101010101" pitchFamily="2" charset="-122"/>
            </a:endParaRPr>
          </a:p>
        </p:txBody>
      </p:sp>
      <p:sp>
        <p:nvSpPr>
          <p:cNvPr id="37" name="íşlïḍè">
            <a:extLst>
              <a:ext uri="{FF2B5EF4-FFF2-40B4-BE49-F238E27FC236}">
                <a16:creationId xmlns:a16="http://schemas.microsoft.com/office/drawing/2014/main" id="{F5C9734D-D343-41C4-8F74-C2226405FEFB}"/>
              </a:ext>
            </a:extLst>
          </p:cNvPr>
          <p:cNvSpPr txBox="1"/>
          <p:nvPr/>
        </p:nvSpPr>
        <p:spPr>
          <a:xfrm>
            <a:off x="6331415" y="4847052"/>
            <a:ext cx="1405863" cy="353992"/>
          </a:xfrm>
          <a:prstGeom prst="rect">
            <a:avLst/>
          </a:prstGeom>
          <a:noFill/>
        </p:spPr>
        <p:txBody>
          <a:bodyPr wrap="square" lIns="91440" tIns="45720" rIns="91440" bIns="45720" anchor="ctr">
            <a:noAutofit/>
          </a:bodyPr>
          <a:lstStyle/>
          <a:p>
            <a:pPr algn="ctr"/>
            <a:r>
              <a:rPr lang="zh-CN" altLang="en-US" b="1" dirty="0">
                <a:latin typeface="Arial Narrow" panose="020B0606020202030204" pitchFamily="34" charset="0"/>
              </a:rPr>
              <a:t>细同轴电缆</a:t>
            </a:r>
          </a:p>
        </p:txBody>
      </p:sp>
      <p:grpSp>
        <p:nvGrpSpPr>
          <p:cNvPr id="6" name="组合 5">
            <a:extLst>
              <a:ext uri="{FF2B5EF4-FFF2-40B4-BE49-F238E27FC236}">
                <a16:creationId xmlns:a16="http://schemas.microsoft.com/office/drawing/2014/main" id="{FF03F27C-A77E-4413-9E16-B77A39023F71}"/>
              </a:ext>
            </a:extLst>
          </p:cNvPr>
          <p:cNvGrpSpPr/>
          <p:nvPr/>
        </p:nvGrpSpPr>
        <p:grpSpPr>
          <a:xfrm>
            <a:off x="1076371" y="4638139"/>
            <a:ext cx="1604884" cy="956123"/>
            <a:chOff x="359324" y="4638139"/>
            <a:chExt cx="1604884" cy="956123"/>
          </a:xfrm>
        </p:grpSpPr>
        <p:pic>
          <p:nvPicPr>
            <p:cNvPr id="33" name="图片 32">
              <a:extLst>
                <a:ext uri="{FF2B5EF4-FFF2-40B4-BE49-F238E27FC236}">
                  <a16:creationId xmlns:a16="http://schemas.microsoft.com/office/drawing/2014/main" id="{209CE19E-1C61-429F-B6E1-BBDBD9C65167}"/>
                </a:ext>
              </a:extLst>
            </p:cNvPr>
            <p:cNvPicPr>
              <a:picLocks noChangeAspect="1"/>
            </p:cNvPicPr>
            <p:nvPr/>
          </p:nvPicPr>
          <p:blipFill>
            <a:blip r:embed="rId4"/>
            <a:stretch>
              <a:fillRect/>
            </a:stretch>
          </p:blipFill>
          <p:spPr>
            <a:xfrm>
              <a:off x="830268" y="5007471"/>
              <a:ext cx="662997" cy="586791"/>
            </a:xfrm>
            <a:prstGeom prst="rect">
              <a:avLst/>
            </a:prstGeom>
          </p:spPr>
        </p:pic>
        <p:sp>
          <p:nvSpPr>
            <p:cNvPr id="34" name="文本框 33">
              <a:extLst>
                <a:ext uri="{FF2B5EF4-FFF2-40B4-BE49-F238E27FC236}">
                  <a16:creationId xmlns:a16="http://schemas.microsoft.com/office/drawing/2014/main" id="{8573DC29-3379-4622-A1FB-6E1A9CEB651F}"/>
                </a:ext>
              </a:extLst>
            </p:cNvPr>
            <p:cNvSpPr txBox="1"/>
            <p:nvPr/>
          </p:nvSpPr>
          <p:spPr>
            <a:xfrm>
              <a:off x="359324" y="4638139"/>
              <a:ext cx="1604884" cy="369332"/>
            </a:xfrm>
            <a:prstGeom prst="rect">
              <a:avLst/>
            </a:prstGeom>
            <a:noFill/>
          </p:spPr>
          <p:txBody>
            <a:bodyPr wrap="square" rtlCol="0">
              <a:spAutoFit/>
            </a:bodyPr>
            <a:lstStyle/>
            <a:p>
              <a:pPr algn="ctr"/>
              <a:r>
                <a:rPr lang="zh-CN" altLang="en-US" b="1" dirty="0">
                  <a:latin typeface="+mn-ea"/>
                </a:rPr>
                <a:t>终端匹配电阻</a:t>
              </a:r>
            </a:p>
          </p:txBody>
        </p:sp>
      </p:grpSp>
      <p:grpSp>
        <p:nvGrpSpPr>
          <p:cNvPr id="5" name="组合 4">
            <a:extLst>
              <a:ext uri="{FF2B5EF4-FFF2-40B4-BE49-F238E27FC236}">
                <a16:creationId xmlns:a16="http://schemas.microsoft.com/office/drawing/2014/main" id="{5784BC32-7C76-408C-9F64-BBA69CCC5172}"/>
              </a:ext>
            </a:extLst>
          </p:cNvPr>
          <p:cNvGrpSpPr/>
          <p:nvPr/>
        </p:nvGrpSpPr>
        <p:grpSpPr>
          <a:xfrm>
            <a:off x="9452958" y="4638139"/>
            <a:ext cx="1604884" cy="956123"/>
            <a:chOff x="511724" y="4790539"/>
            <a:chExt cx="1604884" cy="956123"/>
          </a:xfrm>
        </p:grpSpPr>
        <p:pic>
          <p:nvPicPr>
            <p:cNvPr id="36" name="图片 35">
              <a:extLst>
                <a:ext uri="{FF2B5EF4-FFF2-40B4-BE49-F238E27FC236}">
                  <a16:creationId xmlns:a16="http://schemas.microsoft.com/office/drawing/2014/main" id="{375FF3D2-BBD6-4881-BBAA-DC21A961A16B}"/>
                </a:ext>
              </a:extLst>
            </p:cNvPr>
            <p:cNvPicPr>
              <a:picLocks noChangeAspect="1"/>
            </p:cNvPicPr>
            <p:nvPr/>
          </p:nvPicPr>
          <p:blipFill>
            <a:blip r:embed="rId4"/>
            <a:stretch>
              <a:fillRect/>
            </a:stretch>
          </p:blipFill>
          <p:spPr>
            <a:xfrm>
              <a:off x="982668" y="5159871"/>
              <a:ext cx="662997" cy="586791"/>
            </a:xfrm>
            <a:prstGeom prst="rect">
              <a:avLst/>
            </a:prstGeom>
          </p:spPr>
        </p:pic>
        <p:sp>
          <p:nvSpPr>
            <p:cNvPr id="38" name="文本框 37">
              <a:extLst>
                <a:ext uri="{FF2B5EF4-FFF2-40B4-BE49-F238E27FC236}">
                  <a16:creationId xmlns:a16="http://schemas.microsoft.com/office/drawing/2014/main" id="{1F0A7849-6F6B-4766-8563-901E4F61B94B}"/>
                </a:ext>
              </a:extLst>
            </p:cNvPr>
            <p:cNvSpPr txBox="1"/>
            <p:nvPr/>
          </p:nvSpPr>
          <p:spPr>
            <a:xfrm>
              <a:off x="511724" y="4790539"/>
              <a:ext cx="1604884" cy="369332"/>
            </a:xfrm>
            <a:prstGeom prst="rect">
              <a:avLst/>
            </a:prstGeom>
            <a:noFill/>
          </p:spPr>
          <p:txBody>
            <a:bodyPr wrap="square" rtlCol="0">
              <a:spAutoFit/>
            </a:bodyPr>
            <a:lstStyle/>
            <a:p>
              <a:pPr algn="ctr"/>
              <a:r>
                <a:rPr lang="zh-CN" altLang="en-US" b="1" dirty="0">
                  <a:latin typeface="+mn-ea"/>
                </a:rPr>
                <a:t>终端匹配电阻</a:t>
              </a:r>
            </a:p>
          </p:txBody>
        </p:sp>
      </p:grpSp>
      <p:sp>
        <p:nvSpPr>
          <p:cNvPr id="42" name="矩形 41">
            <a:extLst>
              <a:ext uri="{FF2B5EF4-FFF2-40B4-BE49-F238E27FC236}">
                <a16:creationId xmlns:a16="http://schemas.microsoft.com/office/drawing/2014/main" id="{F456BACC-1BB2-40B9-94AC-EE6FAAC13054}"/>
              </a:ext>
            </a:extLst>
          </p:cNvPr>
          <p:cNvSpPr/>
          <p:nvPr/>
        </p:nvSpPr>
        <p:spPr>
          <a:xfrm>
            <a:off x="2349783" y="5175167"/>
            <a:ext cx="237264" cy="230546"/>
          </a:xfrm>
          <a:prstGeom prst="rect">
            <a:avLst/>
          </a:prstGeom>
          <a:solidFill>
            <a:schemeClr val="accent6"/>
          </a:solidFill>
          <a:ln>
            <a:solidFill>
              <a:schemeClr val="accent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43" name="矩形 42">
            <a:extLst>
              <a:ext uri="{FF2B5EF4-FFF2-40B4-BE49-F238E27FC236}">
                <a16:creationId xmlns:a16="http://schemas.microsoft.com/office/drawing/2014/main" id="{AF14D49F-3704-427B-8676-86F00DBEFF21}"/>
              </a:ext>
            </a:extLst>
          </p:cNvPr>
          <p:cNvSpPr/>
          <p:nvPr/>
        </p:nvSpPr>
        <p:spPr>
          <a:xfrm>
            <a:off x="9604953" y="5181745"/>
            <a:ext cx="237264" cy="230546"/>
          </a:xfrm>
          <a:prstGeom prst="rect">
            <a:avLst/>
          </a:prstGeom>
          <a:solidFill>
            <a:schemeClr val="accent6"/>
          </a:solidFill>
          <a:ln>
            <a:solidFill>
              <a:schemeClr val="accent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54" name="矩形 53">
            <a:extLst>
              <a:ext uri="{FF2B5EF4-FFF2-40B4-BE49-F238E27FC236}">
                <a16:creationId xmlns:a16="http://schemas.microsoft.com/office/drawing/2014/main" id="{BCE4CA71-8E2F-46B2-A36C-67912FA9B019}"/>
              </a:ext>
            </a:extLst>
          </p:cNvPr>
          <p:cNvSpPr/>
          <p:nvPr/>
        </p:nvSpPr>
        <p:spPr>
          <a:xfrm>
            <a:off x="3152370" y="4448047"/>
            <a:ext cx="237264" cy="275497"/>
          </a:xfrm>
          <a:prstGeom prst="rect">
            <a:avLst/>
          </a:prstGeom>
          <a:solidFill>
            <a:schemeClr val="accent6"/>
          </a:solidFill>
          <a:ln>
            <a:solidFill>
              <a:schemeClr val="accent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pic>
        <p:nvPicPr>
          <p:cNvPr id="31" name="图形 30">
            <a:extLst>
              <a:ext uri="{FF2B5EF4-FFF2-40B4-BE49-F238E27FC236}">
                <a16:creationId xmlns:a16="http://schemas.microsoft.com/office/drawing/2014/main" id="{1DB8C0D3-8EAF-49A2-BBF4-92FBE82EC785}"/>
              </a:ext>
            </a:extLst>
          </p:cNvPr>
          <p:cNvPicPr>
            <a:picLocks noChangeAspect="1"/>
          </p:cNvPicPr>
          <p:nvPr/>
        </p:nvPicPr>
        <p:blipFill>
          <a:blip r:embed="rId5">
            <a:extLst>
              <a:ext uri="{28A0092B-C50C-407E-A947-70E740481C1C}">
                <a14:useLocalDpi xmlns:a14="http://schemas.microsoft.com/office/drawing/2010/main" val="0"/>
              </a:ext>
              <a:ext uri="{96DAC541-7B7A-43D3-8B79-37D633B846F1}">
                <asvg:svgBlip xmlns:asvg="http://schemas.microsoft.com/office/drawing/2016/SVG/main" r:embed="rId6"/>
              </a:ext>
            </a:extLst>
          </a:blip>
          <a:stretch>
            <a:fillRect/>
          </a:stretch>
        </p:blipFill>
        <p:spPr>
          <a:xfrm>
            <a:off x="2915091" y="3900482"/>
            <a:ext cx="662814" cy="641082"/>
          </a:xfrm>
          <a:prstGeom prst="rect">
            <a:avLst/>
          </a:prstGeom>
        </p:spPr>
      </p:pic>
      <p:sp>
        <p:nvSpPr>
          <p:cNvPr id="55" name="矩形 54">
            <a:extLst>
              <a:ext uri="{FF2B5EF4-FFF2-40B4-BE49-F238E27FC236}">
                <a16:creationId xmlns:a16="http://schemas.microsoft.com/office/drawing/2014/main" id="{F14A5FF8-BEA5-4CF5-95C9-52F45FA9E1E7}"/>
              </a:ext>
            </a:extLst>
          </p:cNvPr>
          <p:cNvSpPr/>
          <p:nvPr/>
        </p:nvSpPr>
        <p:spPr>
          <a:xfrm>
            <a:off x="5503508" y="4448047"/>
            <a:ext cx="237264" cy="275497"/>
          </a:xfrm>
          <a:prstGeom prst="rect">
            <a:avLst/>
          </a:prstGeom>
          <a:solidFill>
            <a:schemeClr val="accent6"/>
          </a:solidFill>
          <a:ln>
            <a:solidFill>
              <a:schemeClr val="accent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56" name="矩形 55">
            <a:extLst>
              <a:ext uri="{FF2B5EF4-FFF2-40B4-BE49-F238E27FC236}">
                <a16:creationId xmlns:a16="http://schemas.microsoft.com/office/drawing/2014/main" id="{11B5FD60-92DC-4CD5-A200-86011BF11827}"/>
              </a:ext>
            </a:extLst>
          </p:cNvPr>
          <p:cNvSpPr/>
          <p:nvPr/>
        </p:nvSpPr>
        <p:spPr>
          <a:xfrm>
            <a:off x="8709825" y="4448047"/>
            <a:ext cx="237264" cy="275497"/>
          </a:xfrm>
          <a:prstGeom prst="rect">
            <a:avLst/>
          </a:prstGeom>
          <a:solidFill>
            <a:schemeClr val="accent6"/>
          </a:solidFill>
          <a:ln>
            <a:solidFill>
              <a:schemeClr val="accent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pic>
        <p:nvPicPr>
          <p:cNvPr id="29" name="图形 28">
            <a:extLst>
              <a:ext uri="{FF2B5EF4-FFF2-40B4-BE49-F238E27FC236}">
                <a16:creationId xmlns:a16="http://schemas.microsoft.com/office/drawing/2014/main" id="{B379939C-FCC0-4343-A8D7-45814A1ED975}"/>
              </a:ext>
            </a:extLst>
          </p:cNvPr>
          <p:cNvPicPr>
            <a:picLocks noChangeAspect="1"/>
          </p:cNvPicPr>
          <p:nvPr/>
        </p:nvPicPr>
        <p:blipFill>
          <a:blip r:embed="rId5">
            <a:extLst>
              <a:ext uri="{28A0092B-C50C-407E-A947-70E740481C1C}">
                <a14:useLocalDpi xmlns:a14="http://schemas.microsoft.com/office/drawing/2010/main" val="0"/>
              </a:ext>
              <a:ext uri="{96DAC541-7B7A-43D3-8B79-37D633B846F1}">
                <asvg:svgBlip xmlns:asvg="http://schemas.microsoft.com/office/drawing/2016/SVG/main" r:embed="rId6"/>
              </a:ext>
            </a:extLst>
          </a:blip>
          <a:stretch>
            <a:fillRect/>
          </a:stretch>
        </p:blipFill>
        <p:spPr>
          <a:xfrm>
            <a:off x="5260372" y="3900482"/>
            <a:ext cx="662814" cy="641082"/>
          </a:xfrm>
          <a:prstGeom prst="rect">
            <a:avLst/>
          </a:prstGeom>
        </p:spPr>
      </p:pic>
      <p:pic>
        <p:nvPicPr>
          <p:cNvPr id="27" name="图形 26">
            <a:extLst>
              <a:ext uri="{FF2B5EF4-FFF2-40B4-BE49-F238E27FC236}">
                <a16:creationId xmlns:a16="http://schemas.microsoft.com/office/drawing/2014/main" id="{F51C7FC1-4464-4A57-B25A-2E55B7E4CBC7}"/>
              </a:ext>
            </a:extLst>
          </p:cNvPr>
          <p:cNvPicPr>
            <a:picLocks noChangeAspect="1"/>
          </p:cNvPicPr>
          <p:nvPr/>
        </p:nvPicPr>
        <p:blipFill>
          <a:blip r:embed="rId5">
            <a:extLst>
              <a:ext uri="{28A0092B-C50C-407E-A947-70E740481C1C}">
                <a14:useLocalDpi xmlns:a14="http://schemas.microsoft.com/office/drawing/2010/main" val="0"/>
              </a:ext>
              <a:ext uri="{96DAC541-7B7A-43D3-8B79-37D633B846F1}">
                <asvg:svgBlip xmlns:asvg="http://schemas.microsoft.com/office/drawing/2016/SVG/main" r:embed="rId6"/>
              </a:ext>
            </a:extLst>
          </a:blip>
          <a:stretch>
            <a:fillRect/>
          </a:stretch>
        </p:blipFill>
        <p:spPr>
          <a:xfrm>
            <a:off x="8497050" y="3900482"/>
            <a:ext cx="662814" cy="641082"/>
          </a:xfrm>
          <a:prstGeom prst="rect">
            <a:avLst/>
          </a:prstGeom>
        </p:spPr>
      </p:pic>
    </p:spTree>
    <p:custDataLst>
      <p:tags r:id="rId1"/>
    </p:custDataLst>
    <p:extLst>
      <p:ext uri="{BB962C8B-B14F-4D97-AF65-F5344CB8AC3E}">
        <p14:creationId xmlns:p14="http://schemas.microsoft.com/office/powerpoint/2010/main" val="4081178729"/>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8" fill="hold" nodeType="withEffect">
                                  <p:stCondLst>
                                    <p:cond delay="0"/>
                                  </p:stCondLst>
                                  <p:childTnLst>
                                    <p:set>
                                      <p:cBhvr>
                                        <p:cTn id="6" dur="1" fill="hold">
                                          <p:stCondLst>
                                            <p:cond delay="0"/>
                                          </p:stCondLst>
                                        </p:cTn>
                                        <p:tgtEl>
                                          <p:spTgt spid="6"/>
                                        </p:tgtEl>
                                        <p:attrNameLst>
                                          <p:attrName>style.visibility</p:attrName>
                                        </p:attrNameLst>
                                      </p:cBhvr>
                                      <p:to>
                                        <p:strVal val="visible"/>
                                      </p:to>
                                    </p:set>
                                    <p:anim calcmode="lin" valueType="num">
                                      <p:cBhvr additive="base">
                                        <p:cTn id="7" dur="500" fill="hold"/>
                                        <p:tgtEl>
                                          <p:spTgt spid="6"/>
                                        </p:tgtEl>
                                        <p:attrNameLst>
                                          <p:attrName>ppt_x</p:attrName>
                                        </p:attrNameLst>
                                      </p:cBhvr>
                                      <p:tavLst>
                                        <p:tav tm="0">
                                          <p:val>
                                            <p:strVal val="0-#ppt_w/2"/>
                                          </p:val>
                                        </p:tav>
                                        <p:tav tm="100000">
                                          <p:val>
                                            <p:strVal val="#ppt_x"/>
                                          </p:val>
                                        </p:tav>
                                      </p:tavLst>
                                    </p:anim>
                                    <p:anim calcmode="lin" valueType="num">
                                      <p:cBhvr additive="base">
                                        <p:cTn id="8" dur="500" fill="hold"/>
                                        <p:tgtEl>
                                          <p:spTgt spid="6"/>
                                        </p:tgtEl>
                                        <p:attrNameLst>
                                          <p:attrName>ppt_y</p:attrName>
                                        </p:attrNameLst>
                                      </p:cBhvr>
                                      <p:tavLst>
                                        <p:tav tm="0">
                                          <p:val>
                                            <p:strVal val="#ppt_y"/>
                                          </p:val>
                                        </p:tav>
                                        <p:tav tm="100000">
                                          <p:val>
                                            <p:strVal val="#ppt_y"/>
                                          </p:val>
                                        </p:tav>
                                      </p:tavLst>
                                    </p:anim>
                                  </p:childTnLst>
                                </p:cTn>
                              </p:par>
                              <p:par>
                                <p:cTn id="9" presetID="2" presetClass="entr" presetSubtype="2" fill="hold" nodeType="withEffect">
                                  <p:stCondLst>
                                    <p:cond delay="0"/>
                                  </p:stCondLst>
                                  <p:childTnLst>
                                    <p:set>
                                      <p:cBhvr>
                                        <p:cTn id="10" dur="1" fill="hold">
                                          <p:stCondLst>
                                            <p:cond delay="0"/>
                                          </p:stCondLst>
                                        </p:cTn>
                                        <p:tgtEl>
                                          <p:spTgt spid="5"/>
                                        </p:tgtEl>
                                        <p:attrNameLst>
                                          <p:attrName>style.visibility</p:attrName>
                                        </p:attrNameLst>
                                      </p:cBhvr>
                                      <p:to>
                                        <p:strVal val="visible"/>
                                      </p:to>
                                    </p:set>
                                    <p:anim calcmode="lin" valueType="num">
                                      <p:cBhvr additive="base">
                                        <p:cTn id="11" dur="500" fill="hold"/>
                                        <p:tgtEl>
                                          <p:spTgt spid="5"/>
                                        </p:tgtEl>
                                        <p:attrNameLst>
                                          <p:attrName>ppt_x</p:attrName>
                                        </p:attrNameLst>
                                      </p:cBhvr>
                                      <p:tavLst>
                                        <p:tav tm="0">
                                          <p:val>
                                            <p:strVal val="1+#ppt_w/2"/>
                                          </p:val>
                                        </p:tav>
                                        <p:tav tm="100000">
                                          <p:val>
                                            <p:strVal val="#ppt_x"/>
                                          </p:val>
                                        </p:tav>
                                      </p:tavLst>
                                    </p:anim>
                                    <p:anim calcmode="lin" valueType="num">
                                      <p:cBhvr additive="base">
                                        <p:cTn id="12" dur="500" fill="hold"/>
                                        <p:tgtEl>
                                          <p:spTgt spid="5"/>
                                        </p:tgtEl>
                                        <p:attrNameLst>
                                          <p:attrName>ppt_y</p:attrName>
                                        </p:attrNameLst>
                                      </p:cBhvr>
                                      <p:tavLst>
                                        <p:tav tm="0">
                                          <p:val>
                                            <p:strVal val="#ppt_y"/>
                                          </p:val>
                                        </p:tav>
                                        <p:tav tm="100000">
                                          <p:val>
                                            <p:strVal val="#ppt_y"/>
                                          </p:val>
                                        </p:tav>
                                      </p:tavLst>
                                    </p:anim>
                                  </p:childTnLst>
                                </p:cTn>
                              </p:par>
                            </p:childTnLst>
                          </p:cTn>
                        </p:par>
                        <p:par>
                          <p:cTn id="13" fill="hold">
                            <p:stCondLst>
                              <p:cond delay="500"/>
                            </p:stCondLst>
                            <p:childTnLst>
                              <p:par>
                                <p:cTn id="14" presetID="22" presetClass="entr" presetSubtype="8" fill="hold" grpId="0" nodeType="afterEffect">
                                  <p:stCondLst>
                                    <p:cond delay="0"/>
                                  </p:stCondLst>
                                  <p:childTnLst>
                                    <p:set>
                                      <p:cBhvr>
                                        <p:cTn id="15" dur="1" fill="hold">
                                          <p:stCondLst>
                                            <p:cond delay="0"/>
                                          </p:stCondLst>
                                        </p:cTn>
                                        <p:tgtEl>
                                          <p:spTgt spid="42"/>
                                        </p:tgtEl>
                                        <p:attrNameLst>
                                          <p:attrName>style.visibility</p:attrName>
                                        </p:attrNameLst>
                                      </p:cBhvr>
                                      <p:to>
                                        <p:strVal val="visible"/>
                                      </p:to>
                                    </p:set>
                                    <p:animEffect transition="in" filter="wipe(left)">
                                      <p:cBhvr>
                                        <p:cTn id="16" dur="500"/>
                                        <p:tgtEl>
                                          <p:spTgt spid="42"/>
                                        </p:tgtEl>
                                      </p:cBhvr>
                                    </p:animEffect>
                                  </p:childTnLst>
                                </p:cTn>
                              </p:par>
                              <p:par>
                                <p:cTn id="17" presetID="22" presetClass="entr" presetSubtype="2" fill="hold" grpId="0" nodeType="withEffect">
                                  <p:stCondLst>
                                    <p:cond delay="0"/>
                                  </p:stCondLst>
                                  <p:childTnLst>
                                    <p:set>
                                      <p:cBhvr>
                                        <p:cTn id="18" dur="1" fill="hold">
                                          <p:stCondLst>
                                            <p:cond delay="0"/>
                                          </p:stCondLst>
                                        </p:cTn>
                                        <p:tgtEl>
                                          <p:spTgt spid="43"/>
                                        </p:tgtEl>
                                        <p:attrNameLst>
                                          <p:attrName>style.visibility</p:attrName>
                                        </p:attrNameLst>
                                      </p:cBhvr>
                                      <p:to>
                                        <p:strVal val="visible"/>
                                      </p:to>
                                    </p:set>
                                    <p:animEffect transition="in" filter="wipe(right)">
                                      <p:cBhvr>
                                        <p:cTn id="19" dur="500"/>
                                        <p:tgtEl>
                                          <p:spTgt spid="43"/>
                                        </p:tgtEl>
                                      </p:cBhvr>
                                    </p:animEffect>
                                  </p:childTnLst>
                                </p:cTn>
                              </p:par>
                            </p:childTnLst>
                          </p:cTn>
                        </p:par>
                      </p:childTnLst>
                    </p:cTn>
                  </p:par>
                  <p:par>
                    <p:cTn id="20" fill="hold">
                      <p:stCondLst>
                        <p:cond delay="indefinite"/>
                      </p:stCondLst>
                      <p:childTnLst>
                        <p:par>
                          <p:cTn id="21" fill="hold">
                            <p:stCondLst>
                              <p:cond delay="0"/>
                            </p:stCondLst>
                            <p:childTnLst>
                              <p:par>
                                <p:cTn id="22" presetID="12" presetClass="entr" presetSubtype="4" fill="hold" nodeType="clickEffect">
                                  <p:stCondLst>
                                    <p:cond delay="0"/>
                                  </p:stCondLst>
                                  <p:childTnLst>
                                    <p:set>
                                      <p:cBhvr>
                                        <p:cTn id="23" dur="1" fill="hold">
                                          <p:stCondLst>
                                            <p:cond delay="0"/>
                                          </p:stCondLst>
                                        </p:cTn>
                                        <p:tgtEl>
                                          <p:spTgt spid="24"/>
                                        </p:tgtEl>
                                        <p:attrNameLst>
                                          <p:attrName>style.visibility</p:attrName>
                                        </p:attrNameLst>
                                      </p:cBhvr>
                                      <p:to>
                                        <p:strVal val="visible"/>
                                      </p:to>
                                    </p:set>
                                    <p:anim calcmode="lin" valueType="num">
                                      <p:cBhvr additive="base">
                                        <p:cTn id="24" dur="500"/>
                                        <p:tgtEl>
                                          <p:spTgt spid="24"/>
                                        </p:tgtEl>
                                        <p:attrNameLst>
                                          <p:attrName>ppt_y</p:attrName>
                                        </p:attrNameLst>
                                      </p:cBhvr>
                                      <p:tavLst>
                                        <p:tav tm="0">
                                          <p:val>
                                            <p:strVal val="#ppt_y+#ppt_h*1.125000"/>
                                          </p:val>
                                        </p:tav>
                                        <p:tav tm="100000">
                                          <p:val>
                                            <p:strVal val="#ppt_y"/>
                                          </p:val>
                                        </p:tav>
                                      </p:tavLst>
                                    </p:anim>
                                    <p:animEffect transition="in" filter="wipe(up)">
                                      <p:cBhvr>
                                        <p:cTn id="25" dur="500"/>
                                        <p:tgtEl>
                                          <p:spTgt spid="24"/>
                                        </p:tgtEl>
                                      </p:cBhvr>
                                    </p:animEffect>
                                  </p:childTnLst>
                                </p:cTn>
                              </p:par>
                              <p:par>
                                <p:cTn id="26" presetID="22" presetClass="entr" presetSubtype="1" fill="hold" grpId="0" nodeType="withEffect">
                                  <p:stCondLst>
                                    <p:cond delay="0"/>
                                  </p:stCondLst>
                                  <p:childTnLst>
                                    <p:set>
                                      <p:cBhvr>
                                        <p:cTn id="27" dur="1" fill="hold">
                                          <p:stCondLst>
                                            <p:cond delay="0"/>
                                          </p:stCondLst>
                                        </p:cTn>
                                        <p:tgtEl>
                                          <p:spTgt spid="54"/>
                                        </p:tgtEl>
                                        <p:attrNameLst>
                                          <p:attrName>style.visibility</p:attrName>
                                        </p:attrNameLst>
                                      </p:cBhvr>
                                      <p:to>
                                        <p:strVal val="visible"/>
                                      </p:to>
                                    </p:set>
                                    <p:animEffect transition="in" filter="wipe(up)">
                                      <p:cBhvr>
                                        <p:cTn id="28" dur="500"/>
                                        <p:tgtEl>
                                          <p:spTgt spid="54"/>
                                        </p:tgtEl>
                                      </p:cBhvr>
                                    </p:animEffect>
                                  </p:childTnLst>
                                </p:cTn>
                              </p:par>
                              <p:par>
                                <p:cTn id="29" presetID="22" presetClass="entr" presetSubtype="1" fill="hold" grpId="0" nodeType="withEffect">
                                  <p:stCondLst>
                                    <p:cond delay="0"/>
                                  </p:stCondLst>
                                  <p:childTnLst>
                                    <p:set>
                                      <p:cBhvr>
                                        <p:cTn id="30" dur="1" fill="hold">
                                          <p:stCondLst>
                                            <p:cond delay="0"/>
                                          </p:stCondLst>
                                        </p:cTn>
                                        <p:tgtEl>
                                          <p:spTgt spid="55"/>
                                        </p:tgtEl>
                                        <p:attrNameLst>
                                          <p:attrName>style.visibility</p:attrName>
                                        </p:attrNameLst>
                                      </p:cBhvr>
                                      <p:to>
                                        <p:strVal val="visible"/>
                                      </p:to>
                                    </p:set>
                                    <p:animEffect transition="in" filter="wipe(up)">
                                      <p:cBhvr>
                                        <p:cTn id="31" dur="500"/>
                                        <p:tgtEl>
                                          <p:spTgt spid="55"/>
                                        </p:tgtEl>
                                      </p:cBhvr>
                                    </p:animEffect>
                                  </p:childTnLst>
                                </p:cTn>
                              </p:par>
                              <p:par>
                                <p:cTn id="32" presetID="22" presetClass="entr" presetSubtype="1" fill="hold" grpId="0" nodeType="withEffect">
                                  <p:stCondLst>
                                    <p:cond delay="0"/>
                                  </p:stCondLst>
                                  <p:childTnLst>
                                    <p:set>
                                      <p:cBhvr>
                                        <p:cTn id="33" dur="1" fill="hold">
                                          <p:stCondLst>
                                            <p:cond delay="0"/>
                                          </p:stCondLst>
                                        </p:cTn>
                                        <p:tgtEl>
                                          <p:spTgt spid="56"/>
                                        </p:tgtEl>
                                        <p:attrNameLst>
                                          <p:attrName>style.visibility</p:attrName>
                                        </p:attrNameLst>
                                      </p:cBhvr>
                                      <p:to>
                                        <p:strVal val="visible"/>
                                      </p:to>
                                    </p:set>
                                    <p:animEffect transition="in" filter="wipe(up)">
                                      <p:cBhvr>
                                        <p:cTn id="34" dur="500"/>
                                        <p:tgtEl>
                                          <p:spTgt spid="56"/>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2" grpId="0" animBg="1"/>
      <p:bldP spid="43" grpId="0" animBg="1"/>
      <p:bldP spid="54" grpId="0" animBg="1"/>
      <p:bldP spid="55" grpId="0" animBg="1"/>
      <p:bldP spid="56" grpId="0" animBg="1"/>
    </p:bldLst>
  </p:timing>
</p:sld>
</file>

<file path=ppt/slides/slide35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24" name="组合 23">
            <a:extLst>
              <a:ext uri="{FF2B5EF4-FFF2-40B4-BE49-F238E27FC236}">
                <a16:creationId xmlns:a16="http://schemas.microsoft.com/office/drawing/2014/main" id="{F4FE5B56-4862-49AE-A172-67A7416C39D0}"/>
              </a:ext>
            </a:extLst>
          </p:cNvPr>
          <p:cNvGrpSpPr/>
          <p:nvPr/>
        </p:nvGrpSpPr>
        <p:grpSpPr>
          <a:xfrm>
            <a:off x="2143051" y="2939437"/>
            <a:ext cx="7680544" cy="932997"/>
            <a:chOff x="2143051" y="2939437"/>
            <a:chExt cx="7680544" cy="932997"/>
          </a:xfrm>
        </p:grpSpPr>
        <p:grpSp>
          <p:nvGrpSpPr>
            <p:cNvPr id="20" name="组合 19">
              <a:extLst>
                <a:ext uri="{FF2B5EF4-FFF2-40B4-BE49-F238E27FC236}">
                  <a16:creationId xmlns:a16="http://schemas.microsoft.com/office/drawing/2014/main" id="{A5B0D40E-707C-4535-9823-C564413AC7C5}"/>
                </a:ext>
              </a:extLst>
            </p:cNvPr>
            <p:cNvGrpSpPr/>
            <p:nvPr/>
          </p:nvGrpSpPr>
          <p:grpSpPr>
            <a:xfrm>
              <a:off x="2143051" y="2939437"/>
              <a:ext cx="2093457" cy="932997"/>
              <a:chOff x="2143051" y="2939437"/>
              <a:chExt cx="2093457" cy="932997"/>
            </a:xfrm>
          </p:grpSpPr>
          <p:sp>
            <p:nvSpPr>
              <p:cNvPr id="44" name="文本框 43">
                <a:extLst>
                  <a:ext uri="{FF2B5EF4-FFF2-40B4-BE49-F238E27FC236}">
                    <a16:creationId xmlns:a16="http://schemas.microsoft.com/office/drawing/2014/main" id="{E593FC51-5A32-48BF-BBDB-CD51E408FBD4}"/>
                  </a:ext>
                </a:extLst>
              </p:cNvPr>
              <p:cNvSpPr txBox="1"/>
              <p:nvPr/>
            </p:nvSpPr>
            <p:spPr>
              <a:xfrm>
                <a:off x="2143051" y="2939437"/>
                <a:ext cx="2093457" cy="369332"/>
              </a:xfrm>
              <a:prstGeom prst="rect">
                <a:avLst/>
              </a:prstGeom>
              <a:noFill/>
            </p:spPr>
            <p:txBody>
              <a:bodyPr wrap="square" rtlCol="0">
                <a:spAutoFit/>
              </a:bodyPr>
              <a:lstStyle/>
              <a:p>
                <a:pPr algn="ctr"/>
                <a:r>
                  <a:rPr lang="zh-CN" altLang="en-US" b="1" dirty="0">
                    <a:latin typeface="Arial Narrow" panose="020B0606020202030204" pitchFamily="34" charset="0"/>
                  </a:rPr>
                  <a:t>带</a:t>
                </a:r>
                <a:r>
                  <a:rPr lang="en-US" altLang="zh-CN" b="1" dirty="0">
                    <a:latin typeface="Arial Narrow" panose="020B0606020202030204" pitchFamily="34" charset="0"/>
                  </a:rPr>
                  <a:t>BNC</a:t>
                </a:r>
                <a:r>
                  <a:rPr lang="zh-CN" altLang="en-US" b="1" dirty="0">
                    <a:latin typeface="Arial Narrow" panose="020B0606020202030204" pitchFamily="34" charset="0"/>
                  </a:rPr>
                  <a:t>接口的网卡</a:t>
                </a:r>
              </a:p>
            </p:txBody>
          </p:sp>
          <p:pic>
            <p:nvPicPr>
              <p:cNvPr id="45" name="图片 44">
                <a:extLst>
                  <a:ext uri="{FF2B5EF4-FFF2-40B4-BE49-F238E27FC236}">
                    <a16:creationId xmlns:a16="http://schemas.microsoft.com/office/drawing/2014/main" id="{52C532C0-DE60-4091-B5E0-3DE9BECC1C66}"/>
                  </a:ext>
                </a:extLst>
              </p:cNvPr>
              <p:cNvPicPr>
                <a:picLocks noChangeAspect="1"/>
              </p:cNvPicPr>
              <p:nvPr/>
            </p:nvPicPr>
            <p:blipFill>
              <a:blip r:embed="rId3">
                <a:clrChange>
                  <a:clrFrom>
                    <a:srgbClr val="FFFFFF"/>
                  </a:clrFrom>
                  <a:clrTo>
                    <a:srgbClr val="FFFFFF">
                      <a:alpha val="0"/>
                    </a:srgbClr>
                  </a:clrTo>
                </a:clrChange>
              </a:blip>
              <a:stretch>
                <a:fillRect/>
              </a:stretch>
            </p:blipFill>
            <p:spPr>
              <a:xfrm>
                <a:off x="2760802" y="3272839"/>
                <a:ext cx="857956" cy="599595"/>
              </a:xfrm>
              <a:prstGeom prst="rect">
                <a:avLst/>
              </a:prstGeom>
            </p:spPr>
          </p:pic>
        </p:grpSp>
        <p:grpSp>
          <p:nvGrpSpPr>
            <p:cNvPr id="47" name="组合 46">
              <a:extLst>
                <a:ext uri="{FF2B5EF4-FFF2-40B4-BE49-F238E27FC236}">
                  <a16:creationId xmlns:a16="http://schemas.microsoft.com/office/drawing/2014/main" id="{91D296C6-316F-43C4-8F4B-C7D6DFBEA2F7}"/>
                </a:ext>
              </a:extLst>
            </p:cNvPr>
            <p:cNvGrpSpPr/>
            <p:nvPr/>
          </p:nvGrpSpPr>
          <p:grpSpPr>
            <a:xfrm>
              <a:off x="4495412" y="2939437"/>
              <a:ext cx="2093457" cy="932997"/>
              <a:chOff x="2143051" y="2939437"/>
              <a:chExt cx="2093457" cy="932997"/>
            </a:xfrm>
          </p:grpSpPr>
          <p:sp>
            <p:nvSpPr>
              <p:cNvPr id="48" name="文本框 47">
                <a:extLst>
                  <a:ext uri="{FF2B5EF4-FFF2-40B4-BE49-F238E27FC236}">
                    <a16:creationId xmlns:a16="http://schemas.microsoft.com/office/drawing/2014/main" id="{1F99C9F9-4B21-4D04-A879-42B7F0E0FB40}"/>
                  </a:ext>
                </a:extLst>
              </p:cNvPr>
              <p:cNvSpPr txBox="1"/>
              <p:nvPr/>
            </p:nvSpPr>
            <p:spPr>
              <a:xfrm>
                <a:off x="2143051" y="2939437"/>
                <a:ext cx="2093457" cy="369332"/>
              </a:xfrm>
              <a:prstGeom prst="rect">
                <a:avLst/>
              </a:prstGeom>
              <a:noFill/>
            </p:spPr>
            <p:txBody>
              <a:bodyPr wrap="square" rtlCol="0">
                <a:spAutoFit/>
              </a:bodyPr>
              <a:lstStyle/>
              <a:p>
                <a:pPr algn="ctr"/>
                <a:r>
                  <a:rPr lang="zh-CN" altLang="en-US" b="1" dirty="0">
                    <a:latin typeface="Arial Narrow" panose="020B0606020202030204" pitchFamily="34" charset="0"/>
                  </a:rPr>
                  <a:t>带</a:t>
                </a:r>
                <a:r>
                  <a:rPr lang="en-US" altLang="zh-CN" b="1" dirty="0">
                    <a:latin typeface="Arial Narrow" panose="020B0606020202030204" pitchFamily="34" charset="0"/>
                  </a:rPr>
                  <a:t>BNC</a:t>
                </a:r>
                <a:r>
                  <a:rPr lang="zh-CN" altLang="en-US" b="1" dirty="0">
                    <a:latin typeface="Arial Narrow" panose="020B0606020202030204" pitchFamily="34" charset="0"/>
                  </a:rPr>
                  <a:t>接口的网卡</a:t>
                </a:r>
              </a:p>
            </p:txBody>
          </p:sp>
          <p:pic>
            <p:nvPicPr>
              <p:cNvPr id="49" name="图片 48">
                <a:extLst>
                  <a:ext uri="{FF2B5EF4-FFF2-40B4-BE49-F238E27FC236}">
                    <a16:creationId xmlns:a16="http://schemas.microsoft.com/office/drawing/2014/main" id="{3EB7F8B0-7200-4C2A-95BE-304A2D8E6694}"/>
                  </a:ext>
                </a:extLst>
              </p:cNvPr>
              <p:cNvPicPr>
                <a:picLocks noChangeAspect="1"/>
              </p:cNvPicPr>
              <p:nvPr/>
            </p:nvPicPr>
            <p:blipFill>
              <a:blip r:embed="rId3">
                <a:clrChange>
                  <a:clrFrom>
                    <a:srgbClr val="FFFFFF"/>
                  </a:clrFrom>
                  <a:clrTo>
                    <a:srgbClr val="FFFFFF">
                      <a:alpha val="0"/>
                    </a:srgbClr>
                  </a:clrTo>
                </a:clrChange>
              </a:blip>
              <a:stretch>
                <a:fillRect/>
              </a:stretch>
            </p:blipFill>
            <p:spPr>
              <a:xfrm>
                <a:off x="2760802" y="3272839"/>
                <a:ext cx="857956" cy="599595"/>
              </a:xfrm>
              <a:prstGeom prst="rect">
                <a:avLst/>
              </a:prstGeom>
            </p:spPr>
          </p:pic>
        </p:grpSp>
        <p:grpSp>
          <p:nvGrpSpPr>
            <p:cNvPr id="50" name="组合 49">
              <a:extLst>
                <a:ext uri="{FF2B5EF4-FFF2-40B4-BE49-F238E27FC236}">
                  <a16:creationId xmlns:a16="http://schemas.microsoft.com/office/drawing/2014/main" id="{71D71BBE-B518-435B-9566-69AE71D649F8}"/>
                </a:ext>
              </a:extLst>
            </p:cNvPr>
            <p:cNvGrpSpPr/>
            <p:nvPr/>
          </p:nvGrpSpPr>
          <p:grpSpPr>
            <a:xfrm>
              <a:off x="7730138" y="2939437"/>
              <a:ext cx="2093457" cy="932997"/>
              <a:chOff x="2143051" y="2939437"/>
              <a:chExt cx="2093457" cy="932997"/>
            </a:xfrm>
          </p:grpSpPr>
          <p:sp>
            <p:nvSpPr>
              <p:cNvPr id="51" name="文本框 50">
                <a:extLst>
                  <a:ext uri="{FF2B5EF4-FFF2-40B4-BE49-F238E27FC236}">
                    <a16:creationId xmlns:a16="http://schemas.microsoft.com/office/drawing/2014/main" id="{279F2837-2EBF-44D4-871C-716376DF0D82}"/>
                  </a:ext>
                </a:extLst>
              </p:cNvPr>
              <p:cNvSpPr txBox="1"/>
              <p:nvPr/>
            </p:nvSpPr>
            <p:spPr>
              <a:xfrm>
                <a:off x="2143051" y="2939437"/>
                <a:ext cx="2093457" cy="369332"/>
              </a:xfrm>
              <a:prstGeom prst="rect">
                <a:avLst/>
              </a:prstGeom>
              <a:noFill/>
            </p:spPr>
            <p:txBody>
              <a:bodyPr wrap="square" rtlCol="0">
                <a:spAutoFit/>
              </a:bodyPr>
              <a:lstStyle/>
              <a:p>
                <a:pPr algn="ctr"/>
                <a:r>
                  <a:rPr lang="zh-CN" altLang="en-US" b="1" dirty="0">
                    <a:latin typeface="Arial Narrow" panose="020B0606020202030204" pitchFamily="34" charset="0"/>
                  </a:rPr>
                  <a:t>带</a:t>
                </a:r>
                <a:r>
                  <a:rPr lang="en-US" altLang="zh-CN" b="1" dirty="0">
                    <a:latin typeface="Arial Narrow" panose="020B0606020202030204" pitchFamily="34" charset="0"/>
                  </a:rPr>
                  <a:t>BNC</a:t>
                </a:r>
                <a:r>
                  <a:rPr lang="zh-CN" altLang="en-US" b="1" dirty="0">
                    <a:latin typeface="Arial Narrow" panose="020B0606020202030204" pitchFamily="34" charset="0"/>
                  </a:rPr>
                  <a:t>接口的网卡</a:t>
                </a:r>
              </a:p>
            </p:txBody>
          </p:sp>
          <p:pic>
            <p:nvPicPr>
              <p:cNvPr id="52" name="图片 51">
                <a:extLst>
                  <a:ext uri="{FF2B5EF4-FFF2-40B4-BE49-F238E27FC236}">
                    <a16:creationId xmlns:a16="http://schemas.microsoft.com/office/drawing/2014/main" id="{68DE2935-8990-4CCB-A1BE-098360A6F5D3}"/>
                  </a:ext>
                </a:extLst>
              </p:cNvPr>
              <p:cNvPicPr>
                <a:picLocks noChangeAspect="1"/>
              </p:cNvPicPr>
              <p:nvPr/>
            </p:nvPicPr>
            <p:blipFill>
              <a:blip r:embed="rId3">
                <a:clrChange>
                  <a:clrFrom>
                    <a:srgbClr val="FFFFFF"/>
                  </a:clrFrom>
                  <a:clrTo>
                    <a:srgbClr val="FFFFFF">
                      <a:alpha val="0"/>
                    </a:srgbClr>
                  </a:clrTo>
                </a:clrChange>
              </a:blip>
              <a:stretch>
                <a:fillRect/>
              </a:stretch>
            </p:blipFill>
            <p:spPr>
              <a:xfrm>
                <a:off x="2760802" y="3272839"/>
                <a:ext cx="857956" cy="599595"/>
              </a:xfrm>
              <a:prstGeom prst="rect">
                <a:avLst/>
              </a:prstGeom>
            </p:spPr>
          </p:pic>
        </p:grpSp>
      </p:grpSp>
      <p:grpSp>
        <p:nvGrpSpPr>
          <p:cNvPr id="4" name="组合 3">
            <a:extLst>
              <a:ext uri="{FF2B5EF4-FFF2-40B4-BE49-F238E27FC236}">
                <a16:creationId xmlns:a16="http://schemas.microsoft.com/office/drawing/2014/main" id="{9A1EA9F2-FCB6-48C3-935F-7AE7E3AD14AC}"/>
              </a:ext>
            </a:extLst>
          </p:cNvPr>
          <p:cNvGrpSpPr/>
          <p:nvPr/>
        </p:nvGrpSpPr>
        <p:grpSpPr>
          <a:xfrm>
            <a:off x="304800" y="749300"/>
            <a:ext cx="6192344" cy="400110"/>
            <a:chOff x="424117" y="898245"/>
            <a:chExt cx="6192344" cy="400110"/>
          </a:xfrm>
        </p:grpSpPr>
        <p:sp>
          <p:nvSpPr>
            <p:cNvPr id="2" name="平行四边形 1">
              <a:extLst>
                <a:ext uri="{FF2B5EF4-FFF2-40B4-BE49-F238E27FC236}">
                  <a16:creationId xmlns:a16="http://schemas.microsoft.com/office/drawing/2014/main" id="{1F5BAA3F-9845-4F89-A2DD-8222D3E4EDAC}"/>
                </a:ext>
              </a:extLst>
            </p:cNvPr>
            <p:cNvSpPr/>
            <p:nvPr/>
          </p:nvSpPr>
          <p:spPr>
            <a:xfrm>
              <a:off x="424117" y="898245"/>
              <a:ext cx="628306" cy="387090"/>
            </a:xfrm>
            <a:prstGeom prst="parallelogram">
              <a:avLst/>
            </a:prstGeom>
            <a:solidFill>
              <a:schemeClr val="accent3">
                <a:lumMod val="75000"/>
              </a:schemeClr>
            </a:solidFill>
            <a:ln>
              <a:solidFill>
                <a:schemeClr val="accent3">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CN" sz="2200" dirty="0">
                  <a:latin typeface="Impact" panose="020B0806030902050204" pitchFamily="34" charset="0"/>
                </a:rPr>
                <a:t>01</a:t>
              </a:r>
              <a:endParaRPr lang="zh-CN" altLang="en-US" sz="2200" dirty="0">
                <a:latin typeface="Impact" panose="020B0806030902050204" pitchFamily="34" charset="0"/>
              </a:endParaRPr>
            </a:p>
          </p:txBody>
        </p:sp>
        <p:sp>
          <p:nvSpPr>
            <p:cNvPr id="3" name="文本框 2">
              <a:extLst>
                <a:ext uri="{FF2B5EF4-FFF2-40B4-BE49-F238E27FC236}">
                  <a16:creationId xmlns:a16="http://schemas.microsoft.com/office/drawing/2014/main" id="{4D6BD736-A4D3-4F26-AFED-36E11F50F70B}"/>
                </a:ext>
              </a:extLst>
            </p:cNvPr>
            <p:cNvSpPr txBox="1"/>
            <p:nvPr/>
          </p:nvSpPr>
          <p:spPr>
            <a:xfrm>
              <a:off x="1052423" y="898245"/>
              <a:ext cx="5564038" cy="400110"/>
            </a:xfrm>
            <a:prstGeom prst="rect">
              <a:avLst/>
            </a:prstGeom>
            <a:noFill/>
          </p:spPr>
          <p:txBody>
            <a:bodyPr wrap="square" rtlCol="0">
              <a:spAutoFit/>
            </a:bodyPr>
            <a:lstStyle/>
            <a:p>
              <a:r>
                <a:rPr lang="zh-CN" altLang="en-US" sz="2000" b="1" dirty="0"/>
                <a:t>使用集线器的共享式以太网</a:t>
              </a:r>
              <a:endParaRPr lang="en-US" altLang="zh-CN" sz="2000" b="1" dirty="0"/>
            </a:p>
          </p:txBody>
        </p:sp>
      </p:grpSp>
      <p:sp>
        <p:nvSpPr>
          <p:cNvPr id="79" name="矩形 78">
            <a:extLst>
              <a:ext uri="{FF2B5EF4-FFF2-40B4-BE49-F238E27FC236}">
                <a16:creationId xmlns:a16="http://schemas.microsoft.com/office/drawing/2014/main" id="{2804D1F4-F466-444D-AB07-F101362C1E61}"/>
              </a:ext>
            </a:extLst>
          </p:cNvPr>
          <p:cNvSpPr/>
          <p:nvPr/>
        </p:nvSpPr>
        <p:spPr>
          <a:xfrm>
            <a:off x="1056633" y="1335374"/>
            <a:ext cx="256976" cy="256976"/>
          </a:xfrm>
          <a:prstGeom prst="rect">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80" name="íşlïḍè">
            <a:extLst>
              <a:ext uri="{FF2B5EF4-FFF2-40B4-BE49-F238E27FC236}">
                <a16:creationId xmlns:a16="http://schemas.microsoft.com/office/drawing/2014/main" id="{667FD754-DAA6-4179-AE61-F0DA86843747}"/>
              </a:ext>
            </a:extLst>
          </p:cNvPr>
          <p:cNvSpPr txBox="1"/>
          <p:nvPr/>
        </p:nvSpPr>
        <p:spPr>
          <a:xfrm>
            <a:off x="1373860" y="1281053"/>
            <a:ext cx="10513339" cy="353992"/>
          </a:xfrm>
          <a:prstGeom prst="rect">
            <a:avLst/>
          </a:prstGeom>
          <a:noFill/>
        </p:spPr>
        <p:txBody>
          <a:bodyPr wrap="square" lIns="91440" tIns="45720" rIns="91440" bIns="45720" anchor="ctr">
            <a:noAutofit/>
          </a:bodyPr>
          <a:lstStyle/>
          <a:p>
            <a:r>
              <a:rPr lang="zh-CN" altLang="en-US" b="1" dirty="0">
                <a:latin typeface="Arial Narrow" panose="020B0606020202030204" pitchFamily="34" charset="0"/>
              </a:rPr>
              <a:t>早期的传统以太网是使用</a:t>
            </a:r>
            <a:r>
              <a:rPr lang="zh-CN" altLang="en-US" b="1" dirty="0">
                <a:solidFill>
                  <a:schemeClr val="accent1">
                    <a:lumMod val="75000"/>
                  </a:schemeClr>
                </a:solidFill>
                <a:latin typeface="Arial Narrow" panose="020B0606020202030204" pitchFamily="34" charset="0"/>
              </a:rPr>
              <a:t>粗同轴电缆</a:t>
            </a:r>
            <a:r>
              <a:rPr lang="zh-CN" altLang="en-US" b="1" dirty="0">
                <a:latin typeface="Arial Narrow" panose="020B0606020202030204" pitchFamily="34" charset="0"/>
              </a:rPr>
              <a:t>的共享</a:t>
            </a:r>
            <a:r>
              <a:rPr lang="zh-CN" altLang="en-US" b="1" dirty="0">
                <a:solidFill>
                  <a:schemeClr val="accent1">
                    <a:lumMod val="75000"/>
                  </a:schemeClr>
                </a:solidFill>
                <a:latin typeface="Arial Narrow" panose="020B0606020202030204" pitchFamily="34" charset="0"/>
              </a:rPr>
              <a:t>总线</a:t>
            </a:r>
            <a:r>
              <a:rPr lang="zh-CN" altLang="en-US" b="1" dirty="0">
                <a:latin typeface="Arial Narrow" panose="020B0606020202030204" pitchFamily="34" charset="0"/>
              </a:rPr>
              <a:t>以太网，后来发展到使用价格相对便宜的</a:t>
            </a:r>
            <a:r>
              <a:rPr lang="zh-CN" altLang="en-US" b="1" dirty="0">
                <a:solidFill>
                  <a:schemeClr val="accent1">
                    <a:lumMod val="75000"/>
                  </a:schemeClr>
                </a:solidFill>
                <a:latin typeface="Arial Narrow" panose="020B0606020202030204" pitchFamily="34" charset="0"/>
              </a:rPr>
              <a:t>细同轴电缆</a:t>
            </a:r>
            <a:r>
              <a:rPr lang="zh-CN" altLang="en-US" b="1" dirty="0">
                <a:latin typeface="Arial Narrow" panose="020B0606020202030204" pitchFamily="34" charset="0"/>
              </a:rPr>
              <a:t>。</a:t>
            </a:r>
          </a:p>
        </p:txBody>
      </p:sp>
      <p:sp>
        <p:nvSpPr>
          <p:cNvPr id="83" name="矩形 82">
            <a:extLst>
              <a:ext uri="{FF2B5EF4-FFF2-40B4-BE49-F238E27FC236}">
                <a16:creationId xmlns:a16="http://schemas.microsoft.com/office/drawing/2014/main" id="{CF7D10CF-C78A-4968-95F1-9F21EC0E8A5E}"/>
              </a:ext>
            </a:extLst>
          </p:cNvPr>
          <p:cNvSpPr/>
          <p:nvPr/>
        </p:nvSpPr>
        <p:spPr>
          <a:xfrm>
            <a:off x="1056634" y="1790119"/>
            <a:ext cx="256976" cy="256976"/>
          </a:xfrm>
          <a:prstGeom prst="rect">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84" name="íşlïḍè">
            <a:extLst>
              <a:ext uri="{FF2B5EF4-FFF2-40B4-BE49-F238E27FC236}">
                <a16:creationId xmlns:a16="http://schemas.microsoft.com/office/drawing/2014/main" id="{53C36D3C-C3E2-4AA4-BBA7-A40517A678F4}"/>
              </a:ext>
            </a:extLst>
          </p:cNvPr>
          <p:cNvSpPr txBox="1"/>
          <p:nvPr/>
        </p:nvSpPr>
        <p:spPr>
          <a:xfrm>
            <a:off x="1373861" y="1735797"/>
            <a:ext cx="10513339" cy="652167"/>
          </a:xfrm>
          <a:prstGeom prst="rect">
            <a:avLst/>
          </a:prstGeom>
          <a:noFill/>
        </p:spPr>
        <p:txBody>
          <a:bodyPr wrap="square" lIns="91440" tIns="45720" rIns="91440" bIns="45720" anchor="ctr">
            <a:noAutofit/>
          </a:bodyPr>
          <a:lstStyle/>
          <a:p>
            <a:r>
              <a:rPr lang="zh-CN" altLang="en-US" b="1" dirty="0">
                <a:latin typeface="Arial Narrow" panose="020B0606020202030204" pitchFamily="34" charset="0"/>
              </a:rPr>
              <a:t>当初认为这种连接方法既简单又可靠，因为在那个时代普遍认为</a:t>
            </a:r>
            <a:r>
              <a:rPr lang="zh-CN" altLang="en-US" b="1" dirty="0">
                <a:solidFill>
                  <a:schemeClr val="accent1">
                    <a:lumMod val="75000"/>
                  </a:schemeClr>
                </a:solidFill>
                <a:latin typeface="Arial Narrow" panose="020B0606020202030204" pitchFamily="34" charset="0"/>
              </a:rPr>
              <a:t>有源器件不可靠</a:t>
            </a:r>
            <a:r>
              <a:rPr lang="zh-CN" altLang="en-US" b="1" dirty="0">
                <a:latin typeface="Arial Narrow" panose="020B0606020202030204" pitchFamily="34" charset="0"/>
              </a:rPr>
              <a:t>，而</a:t>
            </a:r>
            <a:r>
              <a:rPr lang="zh-CN" altLang="en-US" b="1" dirty="0">
                <a:solidFill>
                  <a:schemeClr val="accent1">
                    <a:lumMod val="75000"/>
                  </a:schemeClr>
                </a:solidFill>
                <a:latin typeface="Arial Narrow" panose="020B0606020202030204" pitchFamily="34" charset="0"/>
              </a:rPr>
              <a:t>无源的电缆线才是最可靠的</a:t>
            </a:r>
            <a:r>
              <a:rPr lang="zh-CN" altLang="en-US" b="1" dirty="0">
                <a:latin typeface="Arial Narrow" panose="020B0606020202030204" pitchFamily="34" charset="0"/>
              </a:rPr>
              <a:t>。</a:t>
            </a:r>
          </a:p>
        </p:txBody>
      </p:sp>
      <p:sp>
        <p:nvSpPr>
          <p:cNvPr id="125" name="矩形 124">
            <a:extLst>
              <a:ext uri="{FF2B5EF4-FFF2-40B4-BE49-F238E27FC236}">
                <a16:creationId xmlns:a16="http://schemas.microsoft.com/office/drawing/2014/main" id="{032BFBAE-4A91-4E11-A495-CEB55129B4AE}"/>
              </a:ext>
            </a:extLst>
          </p:cNvPr>
          <p:cNvSpPr/>
          <p:nvPr/>
        </p:nvSpPr>
        <p:spPr>
          <a:xfrm>
            <a:off x="1465592" y="2543038"/>
            <a:ext cx="256976" cy="256976"/>
          </a:xfrm>
          <a:prstGeom prst="rect">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126" name="íşlïḍè">
            <a:extLst>
              <a:ext uri="{FF2B5EF4-FFF2-40B4-BE49-F238E27FC236}">
                <a16:creationId xmlns:a16="http://schemas.microsoft.com/office/drawing/2014/main" id="{9B41EAC1-8DA0-4DD9-88C9-E60CBD3F0AC5}"/>
              </a:ext>
            </a:extLst>
          </p:cNvPr>
          <p:cNvSpPr txBox="1"/>
          <p:nvPr/>
        </p:nvSpPr>
        <p:spPr>
          <a:xfrm>
            <a:off x="1782819" y="2488717"/>
            <a:ext cx="10513339" cy="353992"/>
          </a:xfrm>
          <a:prstGeom prst="rect">
            <a:avLst/>
          </a:prstGeom>
          <a:noFill/>
        </p:spPr>
        <p:txBody>
          <a:bodyPr wrap="square" lIns="91440" tIns="45720" rIns="91440" bIns="45720" anchor="ctr">
            <a:noAutofit/>
          </a:bodyPr>
          <a:lstStyle/>
          <a:p>
            <a:r>
              <a:rPr lang="zh-CN" altLang="en-US" b="1" dirty="0">
                <a:latin typeface="Arial Narrow" panose="020B0606020202030204" pitchFamily="34" charset="0"/>
              </a:rPr>
              <a:t>然而，实践证明这种使用</a:t>
            </a:r>
            <a:r>
              <a:rPr lang="zh-CN" altLang="en-US" b="1" dirty="0">
                <a:solidFill>
                  <a:schemeClr val="accent1">
                    <a:lumMod val="75000"/>
                  </a:schemeClr>
                </a:solidFill>
                <a:latin typeface="Arial Narrow" panose="020B0606020202030204" pitchFamily="34" charset="0"/>
              </a:rPr>
              <a:t>无源电缆线和大量机械接口</a:t>
            </a:r>
            <a:r>
              <a:rPr lang="zh-CN" altLang="en-US" b="1" dirty="0">
                <a:latin typeface="Arial Narrow" panose="020B0606020202030204" pitchFamily="34" charset="0"/>
              </a:rPr>
              <a:t>的总线型以太网</a:t>
            </a:r>
            <a:r>
              <a:rPr lang="zh-CN" altLang="en-US" b="1" dirty="0">
                <a:solidFill>
                  <a:schemeClr val="accent1">
                    <a:lumMod val="75000"/>
                  </a:schemeClr>
                </a:solidFill>
                <a:latin typeface="Arial Narrow" panose="020B0606020202030204" pitchFamily="34" charset="0"/>
              </a:rPr>
              <a:t>并不</a:t>
            </a:r>
            <a:r>
              <a:rPr lang="zh-CN" altLang="en-US" b="1" dirty="0">
                <a:latin typeface="Arial Narrow" panose="020B0606020202030204" pitchFamily="34" charset="0"/>
              </a:rPr>
              <a:t>像人们想象的那么</a:t>
            </a:r>
            <a:r>
              <a:rPr lang="zh-CN" altLang="en-US" b="1" dirty="0">
                <a:solidFill>
                  <a:schemeClr val="accent1">
                    <a:lumMod val="75000"/>
                  </a:schemeClr>
                </a:solidFill>
                <a:latin typeface="Arial Narrow" panose="020B0606020202030204" pitchFamily="34" charset="0"/>
              </a:rPr>
              <a:t>可靠</a:t>
            </a:r>
            <a:r>
              <a:rPr lang="zh-CN" altLang="en-US" b="1" dirty="0">
                <a:latin typeface="Arial Narrow" panose="020B0606020202030204" pitchFamily="34" charset="0"/>
              </a:rPr>
              <a:t>。</a:t>
            </a:r>
          </a:p>
        </p:txBody>
      </p:sp>
      <p:cxnSp>
        <p:nvCxnSpPr>
          <p:cNvPr id="13" name="直接连接符 12">
            <a:extLst>
              <a:ext uri="{FF2B5EF4-FFF2-40B4-BE49-F238E27FC236}">
                <a16:creationId xmlns:a16="http://schemas.microsoft.com/office/drawing/2014/main" id="{3C40BA69-C21C-499E-9018-6057AE1E06BC}"/>
              </a:ext>
            </a:extLst>
          </p:cNvPr>
          <p:cNvCxnSpPr/>
          <p:nvPr/>
        </p:nvCxnSpPr>
        <p:spPr>
          <a:xfrm flipV="1">
            <a:off x="3271002" y="4440491"/>
            <a:ext cx="0" cy="812800"/>
          </a:xfrm>
          <a:prstGeom prst="line">
            <a:avLst/>
          </a:prstGeom>
          <a:ln w="152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4" name="直接连接符 13">
            <a:extLst>
              <a:ext uri="{FF2B5EF4-FFF2-40B4-BE49-F238E27FC236}">
                <a16:creationId xmlns:a16="http://schemas.microsoft.com/office/drawing/2014/main" id="{8734AFAB-4B0D-4146-846F-A61FCE2954D2}"/>
              </a:ext>
            </a:extLst>
          </p:cNvPr>
          <p:cNvCxnSpPr/>
          <p:nvPr/>
        </p:nvCxnSpPr>
        <p:spPr>
          <a:xfrm flipV="1">
            <a:off x="5622140" y="4440491"/>
            <a:ext cx="0" cy="812800"/>
          </a:xfrm>
          <a:prstGeom prst="line">
            <a:avLst/>
          </a:prstGeom>
          <a:ln w="152400">
            <a:solidFill>
              <a:schemeClr val="tx1"/>
            </a:solidFill>
            <a:tailEnd w="med" len="lg"/>
          </a:ln>
        </p:spPr>
        <p:style>
          <a:lnRef idx="1">
            <a:schemeClr val="accent1"/>
          </a:lnRef>
          <a:fillRef idx="0">
            <a:schemeClr val="accent1"/>
          </a:fillRef>
          <a:effectRef idx="0">
            <a:schemeClr val="accent1"/>
          </a:effectRef>
          <a:fontRef idx="minor">
            <a:schemeClr val="tx1"/>
          </a:fontRef>
        </p:style>
      </p:cxnSp>
      <p:cxnSp>
        <p:nvCxnSpPr>
          <p:cNvPr id="15" name="直接连接符 14">
            <a:extLst>
              <a:ext uri="{FF2B5EF4-FFF2-40B4-BE49-F238E27FC236}">
                <a16:creationId xmlns:a16="http://schemas.microsoft.com/office/drawing/2014/main" id="{8E85E786-E56D-4B05-BFF3-1FBC6E01B40B}"/>
              </a:ext>
            </a:extLst>
          </p:cNvPr>
          <p:cNvCxnSpPr/>
          <p:nvPr/>
        </p:nvCxnSpPr>
        <p:spPr>
          <a:xfrm flipV="1">
            <a:off x="8828457" y="4440491"/>
            <a:ext cx="0" cy="812800"/>
          </a:xfrm>
          <a:prstGeom prst="line">
            <a:avLst/>
          </a:prstGeom>
          <a:ln w="152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7" name="直接连接符 16">
            <a:extLst>
              <a:ext uri="{FF2B5EF4-FFF2-40B4-BE49-F238E27FC236}">
                <a16:creationId xmlns:a16="http://schemas.microsoft.com/office/drawing/2014/main" id="{C878131F-4A5C-4A03-BB3E-599EF75A890B}"/>
              </a:ext>
            </a:extLst>
          </p:cNvPr>
          <p:cNvCxnSpPr>
            <a:cxnSpLocks/>
          </p:cNvCxnSpPr>
          <p:nvPr/>
        </p:nvCxnSpPr>
        <p:spPr>
          <a:xfrm>
            <a:off x="2493155" y="5300867"/>
            <a:ext cx="7131069" cy="0"/>
          </a:xfrm>
          <a:prstGeom prst="line">
            <a:avLst/>
          </a:prstGeom>
          <a:ln w="152400">
            <a:solidFill>
              <a:schemeClr val="tx1"/>
            </a:solidFill>
          </a:ln>
        </p:spPr>
        <p:style>
          <a:lnRef idx="1">
            <a:schemeClr val="accent1"/>
          </a:lnRef>
          <a:fillRef idx="0">
            <a:schemeClr val="accent1"/>
          </a:fillRef>
          <a:effectRef idx="0">
            <a:schemeClr val="accent1"/>
          </a:effectRef>
          <a:fontRef idx="minor">
            <a:schemeClr val="tx1"/>
          </a:fontRef>
        </p:style>
      </p:cxnSp>
      <p:sp>
        <p:nvSpPr>
          <p:cNvPr id="18" name="矩形 17">
            <a:extLst>
              <a:ext uri="{FF2B5EF4-FFF2-40B4-BE49-F238E27FC236}">
                <a16:creationId xmlns:a16="http://schemas.microsoft.com/office/drawing/2014/main" id="{2EC74EA6-AB59-45E4-90A3-A594E0EB3502}"/>
              </a:ext>
            </a:extLst>
          </p:cNvPr>
          <p:cNvSpPr/>
          <p:nvPr/>
        </p:nvSpPr>
        <p:spPr>
          <a:xfrm>
            <a:off x="2361523" y="5175167"/>
            <a:ext cx="225524" cy="225524"/>
          </a:xfrm>
          <a:prstGeom prst="rect">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19" name="矩形 18">
            <a:extLst>
              <a:ext uri="{FF2B5EF4-FFF2-40B4-BE49-F238E27FC236}">
                <a16:creationId xmlns:a16="http://schemas.microsoft.com/office/drawing/2014/main" id="{FCA8D11E-C4FD-4893-87BA-22D5A5CC177A}"/>
              </a:ext>
            </a:extLst>
          </p:cNvPr>
          <p:cNvSpPr/>
          <p:nvPr/>
        </p:nvSpPr>
        <p:spPr>
          <a:xfrm>
            <a:off x="9604953" y="5188105"/>
            <a:ext cx="225524" cy="225524"/>
          </a:xfrm>
          <a:prstGeom prst="rect">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7" name="文本框 6">
            <a:extLst>
              <a:ext uri="{FF2B5EF4-FFF2-40B4-BE49-F238E27FC236}">
                <a16:creationId xmlns:a16="http://schemas.microsoft.com/office/drawing/2014/main" id="{E68D8992-D999-45F9-9B1B-0B10B377AAF7}"/>
              </a:ext>
            </a:extLst>
          </p:cNvPr>
          <p:cNvSpPr txBox="1"/>
          <p:nvPr/>
        </p:nvSpPr>
        <p:spPr>
          <a:xfrm>
            <a:off x="6423770" y="4106998"/>
            <a:ext cx="1499879" cy="369332"/>
          </a:xfrm>
          <a:prstGeom prst="rect">
            <a:avLst/>
          </a:prstGeom>
          <a:noFill/>
        </p:spPr>
        <p:txBody>
          <a:bodyPr wrap="square" rtlCol="0">
            <a:spAutoFit/>
          </a:bodyPr>
          <a:lstStyle/>
          <a:p>
            <a:pPr algn="ctr"/>
            <a:r>
              <a:rPr lang="en-US" altLang="zh-CN" b="1" dirty="0">
                <a:latin typeface="宋体" panose="02010600030101010101" pitchFamily="2" charset="-122"/>
                <a:ea typeface="宋体" panose="02010600030101010101" pitchFamily="2" charset="-122"/>
              </a:rPr>
              <a:t>……</a:t>
            </a:r>
            <a:endParaRPr lang="zh-CN" altLang="en-US" b="1" dirty="0">
              <a:latin typeface="宋体" panose="02010600030101010101" pitchFamily="2" charset="-122"/>
              <a:ea typeface="宋体" panose="02010600030101010101" pitchFamily="2" charset="-122"/>
            </a:endParaRPr>
          </a:p>
        </p:txBody>
      </p:sp>
      <p:sp>
        <p:nvSpPr>
          <p:cNvPr id="37" name="íşlïḍè">
            <a:extLst>
              <a:ext uri="{FF2B5EF4-FFF2-40B4-BE49-F238E27FC236}">
                <a16:creationId xmlns:a16="http://schemas.microsoft.com/office/drawing/2014/main" id="{F5C9734D-D343-41C4-8F74-C2226405FEFB}"/>
              </a:ext>
            </a:extLst>
          </p:cNvPr>
          <p:cNvSpPr txBox="1"/>
          <p:nvPr/>
        </p:nvSpPr>
        <p:spPr>
          <a:xfrm>
            <a:off x="6331415" y="4847052"/>
            <a:ext cx="1405863" cy="353992"/>
          </a:xfrm>
          <a:prstGeom prst="rect">
            <a:avLst/>
          </a:prstGeom>
          <a:noFill/>
        </p:spPr>
        <p:txBody>
          <a:bodyPr wrap="square" lIns="91440" tIns="45720" rIns="91440" bIns="45720" anchor="ctr">
            <a:noAutofit/>
          </a:bodyPr>
          <a:lstStyle/>
          <a:p>
            <a:pPr algn="ctr"/>
            <a:r>
              <a:rPr lang="zh-CN" altLang="en-US" b="1" dirty="0">
                <a:latin typeface="Arial Narrow" panose="020B0606020202030204" pitchFamily="34" charset="0"/>
              </a:rPr>
              <a:t>细同轴电缆</a:t>
            </a:r>
          </a:p>
        </p:txBody>
      </p:sp>
      <p:grpSp>
        <p:nvGrpSpPr>
          <p:cNvPr id="6" name="组合 5">
            <a:extLst>
              <a:ext uri="{FF2B5EF4-FFF2-40B4-BE49-F238E27FC236}">
                <a16:creationId xmlns:a16="http://schemas.microsoft.com/office/drawing/2014/main" id="{FF03F27C-A77E-4413-9E16-B77A39023F71}"/>
              </a:ext>
            </a:extLst>
          </p:cNvPr>
          <p:cNvGrpSpPr/>
          <p:nvPr/>
        </p:nvGrpSpPr>
        <p:grpSpPr>
          <a:xfrm>
            <a:off x="1076371" y="4638139"/>
            <a:ext cx="1604884" cy="956123"/>
            <a:chOff x="359324" y="4638139"/>
            <a:chExt cx="1604884" cy="956123"/>
          </a:xfrm>
        </p:grpSpPr>
        <p:pic>
          <p:nvPicPr>
            <p:cNvPr id="33" name="图片 32">
              <a:extLst>
                <a:ext uri="{FF2B5EF4-FFF2-40B4-BE49-F238E27FC236}">
                  <a16:creationId xmlns:a16="http://schemas.microsoft.com/office/drawing/2014/main" id="{209CE19E-1C61-429F-B6E1-BBDBD9C65167}"/>
                </a:ext>
              </a:extLst>
            </p:cNvPr>
            <p:cNvPicPr>
              <a:picLocks noChangeAspect="1"/>
            </p:cNvPicPr>
            <p:nvPr/>
          </p:nvPicPr>
          <p:blipFill>
            <a:blip r:embed="rId4"/>
            <a:stretch>
              <a:fillRect/>
            </a:stretch>
          </p:blipFill>
          <p:spPr>
            <a:xfrm>
              <a:off x="830268" y="5007471"/>
              <a:ext cx="662997" cy="586791"/>
            </a:xfrm>
            <a:prstGeom prst="rect">
              <a:avLst/>
            </a:prstGeom>
          </p:spPr>
        </p:pic>
        <p:sp>
          <p:nvSpPr>
            <p:cNvPr id="34" name="文本框 33">
              <a:extLst>
                <a:ext uri="{FF2B5EF4-FFF2-40B4-BE49-F238E27FC236}">
                  <a16:creationId xmlns:a16="http://schemas.microsoft.com/office/drawing/2014/main" id="{8573DC29-3379-4622-A1FB-6E1A9CEB651F}"/>
                </a:ext>
              </a:extLst>
            </p:cNvPr>
            <p:cNvSpPr txBox="1"/>
            <p:nvPr/>
          </p:nvSpPr>
          <p:spPr>
            <a:xfrm>
              <a:off x="359324" y="4638139"/>
              <a:ext cx="1604884" cy="369332"/>
            </a:xfrm>
            <a:prstGeom prst="rect">
              <a:avLst/>
            </a:prstGeom>
            <a:noFill/>
          </p:spPr>
          <p:txBody>
            <a:bodyPr wrap="square" rtlCol="0">
              <a:spAutoFit/>
            </a:bodyPr>
            <a:lstStyle/>
            <a:p>
              <a:pPr algn="ctr"/>
              <a:r>
                <a:rPr lang="zh-CN" altLang="en-US" b="1" dirty="0">
                  <a:latin typeface="+mn-ea"/>
                </a:rPr>
                <a:t>终端匹配电阻</a:t>
              </a:r>
            </a:p>
          </p:txBody>
        </p:sp>
      </p:grpSp>
      <p:grpSp>
        <p:nvGrpSpPr>
          <p:cNvPr id="5" name="组合 4">
            <a:extLst>
              <a:ext uri="{FF2B5EF4-FFF2-40B4-BE49-F238E27FC236}">
                <a16:creationId xmlns:a16="http://schemas.microsoft.com/office/drawing/2014/main" id="{5784BC32-7C76-408C-9F64-BBA69CCC5172}"/>
              </a:ext>
            </a:extLst>
          </p:cNvPr>
          <p:cNvGrpSpPr/>
          <p:nvPr/>
        </p:nvGrpSpPr>
        <p:grpSpPr>
          <a:xfrm>
            <a:off x="9452958" y="4638139"/>
            <a:ext cx="1604884" cy="956123"/>
            <a:chOff x="511724" y="4790539"/>
            <a:chExt cx="1604884" cy="956123"/>
          </a:xfrm>
        </p:grpSpPr>
        <p:pic>
          <p:nvPicPr>
            <p:cNvPr id="36" name="图片 35">
              <a:extLst>
                <a:ext uri="{FF2B5EF4-FFF2-40B4-BE49-F238E27FC236}">
                  <a16:creationId xmlns:a16="http://schemas.microsoft.com/office/drawing/2014/main" id="{375FF3D2-BBD6-4881-BBAA-DC21A961A16B}"/>
                </a:ext>
              </a:extLst>
            </p:cNvPr>
            <p:cNvPicPr>
              <a:picLocks noChangeAspect="1"/>
            </p:cNvPicPr>
            <p:nvPr/>
          </p:nvPicPr>
          <p:blipFill>
            <a:blip r:embed="rId4"/>
            <a:stretch>
              <a:fillRect/>
            </a:stretch>
          </p:blipFill>
          <p:spPr>
            <a:xfrm>
              <a:off x="982668" y="5159871"/>
              <a:ext cx="662997" cy="586791"/>
            </a:xfrm>
            <a:prstGeom prst="rect">
              <a:avLst/>
            </a:prstGeom>
          </p:spPr>
        </p:pic>
        <p:sp>
          <p:nvSpPr>
            <p:cNvPr id="38" name="文本框 37">
              <a:extLst>
                <a:ext uri="{FF2B5EF4-FFF2-40B4-BE49-F238E27FC236}">
                  <a16:creationId xmlns:a16="http://schemas.microsoft.com/office/drawing/2014/main" id="{1F0A7849-6F6B-4766-8563-901E4F61B94B}"/>
                </a:ext>
              </a:extLst>
            </p:cNvPr>
            <p:cNvSpPr txBox="1"/>
            <p:nvPr/>
          </p:nvSpPr>
          <p:spPr>
            <a:xfrm>
              <a:off x="511724" y="4790539"/>
              <a:ext cx="1604884" cy="369332"/>
            </a:xfrm>
            <a:prstGeom prst="rect">
              <a:avLst/>
            </a:prstGeom>
            <a:noFill/>
          </p:spPr>
          <p:txBody>
            <a:bodyPr wrap="square" rtlCol="0">
              <a:spAutoFit/>
            </a:bodyPr>
            <a:lstStyle/>
            <a:p>
              <a:pPr algn="ctr"/>
              <a:r>
                <a:rPr lang="zh-CN" altLang="en-US" b="1" dirty="0">
                  <a:latin typeface="+mn-ea"/>
                </a:rPr>
                <a:t>终端匹配电阻</a:t>
              </a:r>
            </a:p>
          </p:txBody>
        </p:sp>
      </p:grpSp>
      <p:sp>
        <p:nvSpPr>
          <p:cNvPr id="42" name="矩形 41">
            <a:extLst>
              <a:ext uri="{FF2B5EF4-FFF2-40B4-BE49-F238E27FC236}">
                <a16:creationId xmlns:a16="http://schemas.microsoft.com/office/drawing/2014/main" id="{F456BACC-1BB2-40B9-94AC-EE6FAAC13054}"/>
              </a:ext>
            </a:extLst>
          </p:cNvPr>
          <p:cNvSpPr/>
          <p:nvPr/>
        </p:nvSpPr>
        <p:spPr>
          <a:xfrm>
            <a:off x="2349783" y="5175167"/>
            <a:ext cx="237264" cy="230546"/>
          </a:xfrm>
          <a:prstGeom prst="rect">
            <a:avLst/>
          </a:prstGeom>
          <a:solidFill>
            <a:schemeClr val="accent6"/>
          </a:solidFill>
          <a:ln>
            <a:solidFill>
              <a:schemeClr val="accent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43" name="矩形 42">
            <a:extLst>
              <a:ext uri="{FF2B5EF4-FFF2-40B4-BE49-F238E27FC236}">
                <a16:creationId xmlns:a16="http://schemas.microsoft.com/office/drawing/2014/main" id="{AF14D49F-3704-427B-8676-86F00DBEFF21}"/>
              </a:ext>
            </a:extLst>
          </p:cNvPr>
          <p:cNvSpPr/>
          <p:nvPr/>
        </p:nvSpPr>
        <p:spPr>
          <a:xfrm>
            <a:off x="9604953" y="5181745"/>
            <a:ext cx="237264" cy="230546"/>
          </a:xfrm>
          <a:prstGeom prst="rect">
            <a:avLst/>
          </a:prstGeom>
          <a:solidFill>
            <a:schemeClr val="accent6"/>
          </a:solidFill>
          <a:ln>
            <a:solidFill>
              <a:schemeClr val="accent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54" name="矩形 53">
            <a:extLst>
              <a:ext uri="{FF2B5EF4-FFF2-40B4-BE49-F238E27FC236}">
                <a16:creationId xmlns:a16="http://schemas.microsoft.com/office/drawing/2014/main" id="{BCE4CA71-8E2F-46B2-A36C-67912FA9B019}"/>
              </a:ext>
            </a:extLst>
          </p:cNvPr>
          <p:cNvSpPr/>
          <p:nvPr/>
        </p:nvSpPr>
        <p:spPr>
          <a:xfrm>
            <a:off x="3152370" y="4448047"/>
            <a:ext cx="237264" cy="275497"/>
          </a:xfrm>
          <a:prstGeom prst="rect">
            <a:avLst/>
          </a:prstGeom>
          <a:solidFill>
            <a:schemeClr val="accent6"/>
          </a:solidFill>
          <a:ln>
            <a:solidFill>
              <a:schemeClr val="accent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pic>
        <p:nvPicPr>
          <p:cNvPr id="31" name="图形 30">
            <a:extLst>
              <a:ext uri="{FF2B5EF4-FFF2-40B4-BE49-F238E27FC236}">
                <a16:creationId xmlns:a16="http://schemas.microsoft.com/office/drawing/2014/main" id="{1DB8C0D3-8EAF-49A2-BBF4-92FBE82EC785}"/>
              </a:ext>
            </a:extLst>
          </p:cNvPr>
          <p:cNvPicPr>
            <a:picLocks noChangeAspect="1"/>
          </p:cNvPicPr>
          <p:nvPr/>
        </p:nvPicPr>
        <p:blipFill>
          <a:blip r:embed="rId5">
            <a:extLst>
              <a:ext uri="{28A0092B-C50C-407E-A947-70E740481C1C}">
                <a14:useLocalDpi xmlns:a14="http://schemas.microsoft.com/office/drawing/2010/main" val="0"/>
              </a:ext>
              <a:ext uri="{96DAC541-7B7A-43D3-8B79-37D633B846F1}">
                <asvg:svgBlip xmlns:asvg="http://schemas.microsoft.com/office/drawing/2016/SVG/main" r:embed="rId6"/>
              </a:ext>
            </a:extLst>
          </a:blip>
          <a:stretch>
            <a:fillRect/>
          </a:stretch>
        </p:blipFill>
        <p:spPr>
          <a:xfrm>
            <a:off x="2915091" y="3900482"/>
            <a:ext cx="662814" cy="641082"/>
          </a:xfrm>
          <a:prstGeom prst="rect">
            <a:avLst/>
          </a:prstGeom>
        </p:spPr>
      </p:pic>
      <p:sp>
        <p:nvSpPr>
          <p:cNvPr id="55" name="矩形 54">
            <a:extLst>
              <a:ext uri="{FF2B5EF4-FFF2-40B4-BE49-F238E27FC236}">
                <a16:creationId xmlns:a16="http://schemas.microsoft.com/office/drawing/2014/main" id="{F14A5FF8-BEA5-4CF5-95C9-52F45FA9E1E7}"/>
              </a:ext>
            </a:extLst>
          </p:cNvPr>
          <p:cNvSpPr/>
          <p:nvPr/>
        </p:nvSpPr>
        <p:spPr>
          <a:xfrm>
            <a:off x="5503508" y="4448047"/>
            <a:ext cx="237264" cy="275497"/>
          </a:xfrm>
          <a:prstGeom prst="rect">
            <a:avLst/>
          </a:prstGeom>
          <a:solidFill>
            <a:schemeClr val="accent6"/>
          </a:solidFill>
          <a:ln>
            <a:solidFill>
              <a:schemeClr val="accent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56" name="矩形 55">
            <a:extLst>
              <a:ext uri="{FF2B5EF4-FFF2-40B4-BE49-F238E27FC236}">
                <a16:creationId xmlns:a16="http://schemas.microsoft.com/office/drawing/2014/main" id="{11B5FD60-92DC-4CD5-A200-86011BF11827}"/>
              </a:ext>
            </a:extLst>
          </p:cNvPr>
          <p:cNvSpPr/>
          <p:nvPr/>
        </p:nvSpPr>
        <p:spPr>
          <a:xfrm>
            <a:off x="8709825" y="4448047"/>
            <a:ext cx="237264" cy="275497"/>
          </a:xfrm>
          <a:prstGeom prst="rect">
            <a:avLst/>
          </a:prstGeom>
          <a:solidFill>
            <a:schemeClr val="accent6"/>
          </a:solidFill>
          <a:ln>
            <a:solidFill>
              <a:schemeClr val="accent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pic>
        <p:nvPicPr>
          <p:cNvPr id="29" name="图形 28">
            <a:extLst>
              <a:ext uri="{FF2B5EF4-FFF2-40B4-BE49-F238E27FC236}">
                <a16:creationId xmlns:a16="http://schemas.microsoft.com/office/drawing/2014/main" id="{B379939C-FCC0-4343-A8D7-45814A1ED975}"/>
              </a:ext>
            </a:extLst>
          </p:cNvPr>
          <p:cNvPicPr>
            <a:picLocks noChangeAspect="1"/>
          </p:cNvPicPr>
          <p:nvPr/>
        </p:nvPicPr>
        <p:blipFill>
          <a:blip r:embed="rId5">
            <a:extLst>
              <a:ext uri="{28A0092B-C50C-407E-A947-70E740481C1C}">
                <a14:useLocalDpi xmlns:a14="http://schemas.microsoft.com/office/drawing/2010/main" val="0"/>
              </a:ext>
              <a:ext uri="{96DAC541-7B7A-43D3-8B79-37D633B846F1}">
                <asvg:svgBlip xmlns:asvg="http://schemas.microsoft.com/office/drawing/2016/SVG/main" r:embed="rId6"/>
              </a:ext>
            </a:extLst>
          </a:blip>
          <a:stretch>
            <a:fillRect/>
          </a:stretch>
        </p:blipFill>
        <p:spPr>
          <a:xfrm>
            <a:off x="5260372" y="3900482"/>
            <a:ext cx="662814" cy="641082"/>
          </a:xfrm>
          <a:prstGeom prst="rect">
            <a:avLst/>
          </a:prstGeom>
        </p:spPr>
      </p:pic>
      <p:pic>
        <p:nvPicPr>
          <p:cNvPr id="27" name="图形 26">
            <a:extLst>
              <a:ext uri="{FF2B5EF4-FFF2-40B4-BE49-F238E27FC236}">
                <a16:creationId xmlns:a16="http://schemas.microsoft.com/office/drawing/2014/main" id="{F51C7FC1-4464-4A57-B25A-2E55B7E4CBC7}"/>
              </a:ext>
            </a:extLst>
          </p:cNvPr>
          <p:cNvPicPr>
            <a:picLocks noChangeAspect="1"/>
          </p:cNvPicPr>
          <p:nvPr/>
        </p:nvPicPr>
        <p:blipFill>
          <a:blip r:embed="rId5">
            <a:extLst>
              <a:ext uri="{28A0092B-C50C-407E-A947-70E740481C1C}">
                <a14:useLocalDpi xmlns:a14="http://schemas.microsoft.com/office/drawing/2010/main" val="0"/>
              </a:ext>
              <a:ext uri="{96DAC541-7B7A-43D3-8B79-37D633B846F1}">
                <asvg:svgBlip xmlns:asvg="http://schemas.microsoft.com/office/drawing/2016/SVG/main" r:embed="rId6"/>
              </a:ext>
            </a:extLst>
          </a:blip>
          <a:stretch>
            <a:fillRect/>
          </a:stretch>
        </p:blipFill>
        <p:spPr>
          <a:xfrm>
            <a:off x="8497050" y="3900482"/>
            <a:ext cx="662814" cy="641082"/>
          </a:xfrm>
          <a:prstGeom prst="rect">
            <a:avLst/>
          </a:prstGeom>
        </p:spPr>
      </p:pic>
      <p:grpSp>
        <p:nvGrpSpPr>
          <p:cNvPr id="10" name="组合 9">
            <a:extLst>
              <a:ext uri="{FF2B5EF4-FFF2-40B4-BE49-F238E27FC236}">
                <a16:creationId xmlns:a16="http://schemas.microsoft.com/office/drawing/2014/main" id="{D8469293-85F8-492A-A5CA-74B6C0EF81B6}"/>
              </a:ext>
            </a:extLst>
          </p:cNvPr>
          <p:cNvGrpSpPr/>
          <p:nvPr/>
        </p:nvGrpSpPr>
        <p:grpSpPr>
          <a:xfrm>
            <a:off x="2903393" y="4912856"/>
            <a:ext cx="6282746" cy="499435"/>
            <a:chOff x="2903393" y="4912856"/>
            <a:chExt cx="6282746" cy="499435"/>
          </a:xfrm>
        </p:grpSpPr>
        <p:grpSp>
          <p:nvGrpSpPr>
            <p:cNvPr id="57" name="组合 56">
              <a:extLst>
                <a:ext uri="{FF2B5EF4-FFF2-40B4-BE49-F238E27FC236}">
                  <a16:creationId xmlns:a16="http://schemas.microsoft.com/office/drawing/2014/main" id="{D1A4F1A9-CBD0-4AB1-B48E-DDD339A12674}"/>
                </a:ext>
              </a:extLst>
            </p:cNvPr>
            <p:cNvGrpSpPr/>
            <p:nvPr/>
          </p:nvGrpSpPr>
          <p:grpSpPr>
            <a:xfrm>
              <a:off x="2903393" y="4913046"/>
              <a:ext cx="715365" cy="487645"/>
              <a:chOff x="2903391" y="4919645"/>
              <a:chExt cx="715365" cy="487645"/>
            </a:xfrm>
          </p:grpSpPr>
          <p:sp>
            <p:nvSpPr>
              <p:cNvPr id="58" name="矩形 57">
                <a:extLst>
                  <a:ext uri="{FF2B5EF4-FFF2-40B4-BE49-F238E27FC236}">
                    <a16:creationId xmlns:a16="http://schemas.microsoft.com/office/drawing/2014/main" id="{E37952EA-82B2-4278-A345-28EBB6C56355}"/>
                  </a:ext>
                </a:extLst>
              </p:cNvPr>
              <p:cNvSpPr/>
              <p:nvPr/>
            </p:nvSpPr>
            <p:spPr>
              <a:xfrm>
                <a:off x="3149178" y="4919645"/>
                <a:ext cx="237264" cy="275497"/>
              </a:xfrm>
              <a:prstGeom prst="rect">
                <a:avLst/>
              </a:prstGeom>
              <a:solidFill>
                <a:schemeClr val="accent6"/>
              </a:solidFill>
              <a:ln>
                <a:solidFill>
                  <a:schemeClr val="accent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59" name="矩形 58">
                <a:extLst>
                  <a:ext uri="{FF2B5EF4-FFF2-40B4-BE49-F238E27FC236}">
                    <a16:creationId xmlns:a16="http://schemas.microsoft.com/office/drawing/2014/main" id="{50BC64E9-9722-4856-9095-86C8E44E0623}"/>
                  </a:ext>
                </a:extLst>
              </p:cNvPr>
              <p:cNvSpPr/>
              <p:nvPr/>
            </p:nvSpPr>
            <p:spPr>
              <a:xfrm>
                <a:off x="2903391" y="5176744"/>
                <a:ext cx="715365" cy="230546"/>
              </a:xfrm>
              <a:prstGeom prst="rect">
                <a:avLst/>
              </a:prstGeom>
              <a:solidFill>
                <a:schemeClr val="accent6"/>
              </a:solidFill>
              <a:ln>
                <a:solidFill>
                  <a:schemeClr val="accent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grpSp>
        <p:grpSp>
          <p:nvGrpSpPr>
            <p:cNvPr id="53" name="组合 52">
              <a:extLst>
                <a:ext uri="{FF2B5EF4-FFF2-40B4-BE49-F238E27FC236}">
                  <a16:creationId xmlns:a16="http://schemas.microsoft.com/office/drawing/2014/main" id="{20FB3454-7908-4F19-B0CD-5AC64CF31828}"/>
                </a:ext>
              </a:extLst>
            </p:cNvPr>
            <p:cNvGrpSpPr/>
            <p:nvPr/>
          </p:nvGrpSpPr>
          <p:grpSpPr>
            <a:xfrm>
              <a:off x="5260372" y="4912856"/>
              <a:ext cx="715365" cy="487645"/>
              <a:chOff x="2903391" y="4919645"/>
              <a:chExt cx="715365" cy="487645"/>
            </a:xfrm>
          </p:grpSpPr>
          <p:sp>
            <p:nvSpPr>
              <p:cNvPr id="60" name="矩形 59">
                <a:extLst>
                  <a:ext uri="{FF2B5EF4-FFF2-40B4-BE49-F238E27FC236}">
                    <a16:creationId xmlns:a16="http://schemas.microsoft.com/office/drawing/2014/main" id="{68E7EB91-D4A0-47F9-8253-F4ACDCE93C7C}"/>
                  </a:ext>
                </a:extLst>
              </p:cNvPr>
              <p:cNvSpPr/>
              <p:nvPr/>
            </p:nvSpPr>
            <p:spPr>
              <a:xfrm>
                <a:off x="3149178" y="4919645"/>
                <a:ext cx="237264" cy="275497"/>
              </a:xfrm>
              <a:prstGeom prst="rect">
                <a:avLst/>
              </a:prstGeom>
              <a:solidFill>
                <a:schemeClr val="accent6"/>
              </a:solidFill>
              <a:ln>
                <a:solidFill>
                  <a:schemeClr val="accent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61" name="矩形 60">
                <a:extLst>
                  <a:ext uri="{FF2B5EF4-FFF2-40B4-BE49-F238E27FC236}">
                    <a16:creationId xmlns:a16="http://schemas.microsoft.com/office/drawing/2014/main" id="{FB173052-4AB4-4F35-95FD-4AD46DC5A2D6}"/>
                  </a:ext>
                </a:extLst>
              </p:cNvPr>
              <p:cNvSpPr/>
              <p:nvPr/>
            </p:nvSpPr>
            <p:spPr>
              <a:xfrm>
                <a:off x="2903391" y="5176744"/>
                <a:ext cx="715365" cy="230546"/>
              </a:xfrm>
              <a:prstGeom prst="rect">
                <a:avLst/>
              </a:prstGeom>
              <a:solidFill>
                <a:schemeClr val="accent6"/>
              </a:solidFill>
              <a:ln>
                <a:solidFill>
                  <a:schemeClr val="accent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grpSp>
        <p:grpSp>
          <p:nvGrpSpPr>
            <p:cNvPr id="62" name="组合 61">
              <a:extLst>
                <a:ext uri="{FF2B5EF4-FFF2-40B4-BE49-F238E27FC236}">
                  <a16:creationId xmlns:a16="http://schemas.microsoft.com/office/drawing/2014/main" id="{572F2765-484B-4582-AA4B-FEEC19B07CF2}"/>
                </a:ext>
              </a:extLst>
            </p:cNvPr>
            <p:cNvGrpSpPr/>
            <p:nvPr/>
          </p:nvGrpSpPr>
          <p:grpSpPr>
            <a:xfrm>
              <a:off x="8470774" y="4924646"/>
              <a:ext cx="715365" cy="487645"/>
              <a:chOff x="2903391" y="4919645"/>
              <a:chExt cx="715365" cy="487645"/>
            </a:xfrm>
          </p:grpSpPr>
          <p:sp>
            <p:nvSpPr>
              <p:cNvPr id="63" name="矩形 62">
                <a:extLst>
                  <a:ext uri="{FF2B5EF4-FFF2-40B4-BE49-F238E27FC236}">
                    <a16:creationId xmlns:a16="http://schemas.microsoft.com/office/drawing/2014/main" id="{25E1C59B-FB96-401D-8FD9-127F6DEE08C1}"/>
                  </a:ext>
                </a:extLst>
              </p:cNvPr>
              <p:cNvSpPr/>
              <p:nvPr/>
            </p:nvSpPr>
            <p:spPr>
              <a:xfrm>
                <a:off x="3149178" y="4919645"/>
                <a:ext cx="237264" cy="275497"/>
              </a:xfrm>
              <a:prstGeom prst="rect">
                <a:avLst/>
              </a:prstGeom>
              <a:solidFill>
                <a:schemeClr val="accent6"/>
              </a:solidFill>
              <a:ln>
                <a:solidFill>
                  <a:schemeClr val="accent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64" name="矩形 63">
                <a:extLst>
                  <a:ext uri="{FF2B5EF4-FFF2-40B4-BE49-F238E27FC236}">
                    <a16:creationId xmlns:a16="http://schemas.microsoft.com/office/drawing/2014/main" id="{71393A21-A456-4A89-A3BB-26C561BA402E}"/>
                  </a:ext>
                </a:extLst>
              </p:cNvPr>
              <p:cNvSpPr/>
              <p:nvPr/>
            </p:nvSpPr>
            <p:spPr>
              <a:xfrm>
                <a:off x="2903391" y="5176744"/>
                <a:ext cx="715365" cy="230546"/>
              </a:xfrm>
              <a:prstGeom prst="rect">
                <a:avLst/>
              </a:prstGeom>
              <a:solidFill>
                <a:schemeClr val="accent6"/>
              </a:solidFill>
              <a:ln>
                <a:solidFill>
                  <a:schemeClr val="accent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grpSp>
      </p:grpSp>
      <p:grpSp>
        <p:nvGrpSpPr>
          <p:cNvPr id="9" name="组合 8">
            <a:extLst>
              <a:ext uri="{FF2B5EF4-FFF2-40B4-BE49-F238E27FC236}">
                <a16:creationId xmlns:a16="http://schemas.microsoft.com/office/drawing/2014/main" id="{2099C86F-5C0D-4DA2-916F-69ED83D43958}"/>
              </a:ext>
            </a:extLst>
          </p:cNvPr>
          <p:cNvGrpSpPr/>
          <p:nvPr/>
        </p:nvGrpSpPr>
        <p:grpSpPr>
          <a:xfrm>
            <a:off x="2458633" y="5400501"/>
            <a:ext cx="7179002" cy="1085753"/>
            <a:chOff x="2458633" y="5400501"/>
            <a:chExt cx="7179002" cy="1085753"/>
          </a:xfrm>
        </p:grpSpPr>
        <p:grpSp>
          <p:nvGrpSpPr>
            <p:cNvPr id="8" name="组合 7">
              <a:extLst>
                <a:ext uri="{FF2B5EF4-FFF2-40B4-BE49-F238E27FC236}">
                  <a16:creationId xmlns:a16="http://schemas.microsoft.com/office/drawing/2014/main" id="{BCEE991C-D284-4D72-A4BF-5D42DC2CFE25}"/>
                </a:ext>
              </a:extLst>
            </p:cNvPr>
            <p:cNvGrpSpPr/>
            <p:nvPr/>
          </p:nvGrpSpPr>
          <p:grpSpPr>
            <a:xfrm>
              <a:off x="2458633" y="5400501"/>
              <a:ext cx="1604884" cy="1085753"/>
              <a:chOff x="2458633" y="5400501"/>
              <a:chExt cx="1604884" cy="1085753"/>
            </a:xfrm>
          </p:grpSpPr>
          <p:pic>
            <p:nvPicPr>
              <p:cNvPr id="65" name="图片 64">
                <a:extLst>
                  <a:ext uri="{FF2B5EF4-FFF2-40B4-BE49-F238E27FC236}">
                    <a16:creationId xmlns:a16="http://schemas.microsoft.com/office/drawing/2014/main" id="{6DDEBBBF-DFA0-44A2-9D78-06A35658D5FF}"/>
                  </a:ext>
                </a:extLst>
              </p:cNvPr>
              <p:cNvPicPr>
                <a:picLocks noChangeAspect="1"/>
              </p:cNvPicPr>
              <p:nvPr/>
            </p:nvPicPr>
            <p:blipFill>
              <a:blip r:embed="rId7">
                <a:clrChange>
                  <a:clrFrom>
                    <a:srgbClr val="FEFEFE"/>
                  </a:clrFrom>
                  <a:clrTo>
                    <a:srgbClr val="FEFEFE">
                      <a:alpha val="0"/>
                    </a:srgbClr>
                  </a:clrTo>
                </a:clrChange>
              </a:blip>
              <a:stretch>
                <a:fillRect/>
              </a:stretch>
            </p:blipFill>
            <p:spPr>
              <a:xfrm>
                <a:off x="2903393" y="5400501"/>
                <a:ext cx="715365" cy="775818"/>
              </a:xfrm>
              <a:prstGeom prst="rect">
                <a:avLst/>
              </a:prstGeom>
            </p:spPr>
          </p:pic>
          <p:sp>
            <p:nvSpPr>
              <p:cNvPr id="66" name="文本框 65">
                <a:extLst>
                  <a:ext uri="{FF2B5EF4-FFF2-40B4-BE49-F238E27FC236}">
                    <a16:creationId xmlns:a16="http://schemas.microsoft.com/office/drawing/2014/main" id="{4F83340F-0444-4E9A-AD9B-7863FF8D4C2D}"/>
                  </a:ext>
                </a:extLst>
              </p:cNvPr>
              <p:cNvSpPr txBox="1"/>
              <p:nvPr/>
            </p:nvSpPr>
            <p:spPr>
              <a:xfrm>
                <a:off x="2458633" y="6116922"/>
                <a:ext cx="1604884" cy="369332"/>
              </a:xfrm>
              <a:prstGeom prst="rect">
                <a:avLst/>
              </a:prstGeom>
              <a:noFill/>
            </p:spPr>
            <p:txBody>
              <a:bodyPr wrap="square" rtlCol="0">
                <a:spAutoFit/>
              </a:bodyPr>
              <a:lstStyle/>
              <a:p>
                <a:pPr algn="ctr"/>
                <a:r>
                  <a:rPr lang="en-US" altLang="zh-CN" b="1" dirty="0">
                    <a:latin typeface="Arial Narrow" panose="020B0606020202030204" pitchFamily="34" charset="0"/>
                  </a:rPr>
                  <a:t>BNC T</a:t>
                </a:r>
                <a:r>
                  <a:rPr lang="zh-CN" altLang="en-US" b="1" dirty="0">
                    <a:latin typeface="Arial Narrow" panose="020B0606020202030204" pitchFamily="34" charset="0"/>
                  </a:rPr>
                  <a:t>型接口</a:t>
                </a:r>
              </a:p>
            </p:txBody>
          </p:sp>
        </p:grpSp>
        <p:grpSp>
          <p:nvGrpSpPr>
            <p:cNvPr id="67" name="组合 66">
              <a:extLst>
                <a:ext uri="{FF2B5EF4-FFF2-40B4-BE49-F238E27FC236}">
                  <a16:creationId xmlns:a16="http://schemas.microsoft.com/office/drawing/2014/main" id="{0B408789-53ED-409D-B175-817AEB8ED6EE}"/>
                </a:ext>
              </a:extLst>
            </p:cNvPr>
            <p:cNvGrpSpPr/>
            <p:nvPr/>
          </p:nvGrpSpPr>
          <p:grpSpPr>
            <a:xfrm>
              <a:off x="4844158" y="5400501"/>
              <a:ext cx="1604884" cy="1085753"/>
              <a:chOff x="2458633" y="5400501"/>
              <a:chExt cx="1604884" cy="1085753"/>
            </a:xfrm>
          </p:grpSpPr>
          <p:pic>
            <p:nvPicPr>
              <p:cNvPr id="68" name="图片 67">
                <a:extLst>
                  <a:ext uri="{FF2B5EF4-FFF2-40B4-BE49-F238E27FC236}">
                    <a16:creationId xmlns:a16="http://schemas.microsoft.com/office/drawing/2014/main" id="{9A7BBEC3-BEEC-4CDE-B1C6-0BC5B0868FCE}"/>
                  </a:ext>
                </a:extLst>
              </p:cNvPr>
              <p:cNvPicPr>
                <a:picLocks noChangeAspect="1"/>
              </p:cNvPicPr>
              <p:nvPr/>
            </p:nvPicPr>
            <p:blipFill>
              <a:blip r:embed="rId7">
                <a:clrChange>
                  <a:clrFrom>
                    <a:srgbClr val="FEFEFE"/>
                  </a:clrFrom>
                  <a:clrTo>
                    <a:srgbClr val="FEFEFE">
                      <a:alpha val="0"/>
                    </a:srgbClr>
                  </a:clrTo>
                </a:clrChange>
              </a:blip>
              <a:stretch>
                <a:fillRect/>
              </a:stretch>
            </p:blipFill>
            <p:spPr>
              <a:xfrm>
                <a:off x="2903393" y="5400501"/>
                <a:ext cx="715365" cy="775818"/>
              </a:xfrm>
              <a:prstGeom prst="rect">
                <a:avLst/>
              </a:prstGeom>
            </p:spPr>
          </p:pic>
          <p:sp>
            <p:nvSpPr>
              <p:cNvPr id="69" name="文本框 68">
                <a:extLst>
                  <a:ext uri="{FF2B5EF4-FFF2-40B4-BE49-F238E27FC236}">
                    <a16:creationId xmlns:a16="http://schemas.microsoft.com/office/drawing/2014/main" id="{DA429696-F98E-483A-9E00-4CD486A12F03}"/>
                  </a:ext>
                </a:extLst>
              </p:cNvPr>
              <p:cNvSpPr txBox="1"/>
              <p:nvPr/>
            </p:nvSpPr>
            <p:spPr>
              <a:xfrm>
                <a:off x="2458633" y="6116922"/>
                <a:ext cx="1604884" cy="369332"/>
              </a:xfrm>
              <a:prstGeom prst="rect">
                <a:avLst/>
              </a:prstGeom>
              <a:noFill/>
            </p:spPr>
            <p:txBody>
              <a:bodyPr wrap="square" rtlCol="0">
                <a:spAutoFit/>
              </a:bodyPr>
              <a:lstStyle/>
              <a:p>
                <a:pPr algn="ctr"/>
                <a:r>
                  <a:rPr lang="en-US" altLang="zh-CN" b="1" dirty="0">
                    <a:latin typeface="Arial Narrow" panose="020B0606020202030204" pitchFamily="34" charset="0"/>
                  </a:rPr>
                  <a:t>BNC T</a:t>
                </a:r>
                <a:r>
                  <a:rPr lang="zh-CN" altLang="en-US" b="1" dirty="0">
                    <a:latin typeface="Arial Narrow" panose="020B0606020202030204" pitchFamily="34" charset="0"/>
                  </a:rPr>
                  <a:t>型接口</a:t>
                </a:r>
              </a:p>
            </p:txBody>
          </p:sp>
        </p:grpSp>
        <p:grpSp>
          <p:nvGrpSpPr>
            <p:cNvPr id="70" name="组合 69">
              <a:extLst>
                <a:ext uri="{FF2B5EF4-FFF2-40B4-BE49-F238E27FC236}">
                  <a16:creationId xmlns:a16="http://schemas.microsoft.com/office/drawing/2014/main" id="{674EEF58-CBAB-4AD6-8233-016AA9006D22}"/>
                </a:ext>
              </a:extLst>
            </p:cNvPr>
            <p:cNvGrpSpPr/>
            <p:nvPr/>
          </p:nvGrpSpPr>
          <p:grpSpPr>
            <a:xfrm>
              <a:off x="8032751" y="5400501"/>
              <a:ext cx="1604884" cy="1085753"/>
              <a:chOff x="2458633" y="5400501"/>
              <a:chExt cx="1604884" cy="1085753"/>
            </a:xfrm>
          </p:grpSpPr>
          <p:pic>
            <p:nvPicPr>
              <p:cNvPr id="71" name="图片 70">
                <a:extLst>
                  <a:ext uri="{FF2B5EF4-FFF2-40B4-BE49-F238E27FC236}">
                    <a16:creationId xmlns:a16="http://schemas.microsoft.com/office/drawing/2014/main" id="{1BBFCD2E-537E-4EF0-B8DC-94530924186C}"/>
                  </a:ext>
                </a:extLst>
              </p:cNvPr>
              <p:cNvPicPr>
                <a:picLocks noChangeAspect="1"/>
              </p:cNvPicPr>
              <p:nvPr/>
            </p:nvPicPr>
            <p:blipFill>
              <a:blip r:embed="rId7">
                <a:clrChange>
                  <a:clrFrom>
                    <a:srgbClr val="FEFEFE"/>
                  </a:clrFrom>
                  <a:clrTo>
                    <a:srgbClr val="FEFEFE">
                      <a:alpha val="0"/>
                    </a:srgbClr>
                  </a:clrTo>
                </a:clrChange>
              </a:blip>
              <a:stretch>
                <a:fillRect/>
              </a:stretch>
            </p:blipFill>
            <p:spPr>
              <a:xfrm>
                <a:off x="2903393" y="5400501"/>
                <a:ext cx="715365" cy="775818"/>
              </a:xfrm>
              <a:prstGeom prst="rect">
                <a:avLst/>
              </a:prstGeom>
            </p:spPr>
          </p:pic>
          <p:sp>
            <p:nvSpPr>
              <p:cNvPr id="72" name="文本框 71">
                <a:extLst>
                  <a:ext uri="{FF2B5EF4-FFF2-40B4-BE49-F238E27FC236}">
                    <a16:creationId xmlns:a16="http://schemas.microsoft.com/office/drawing/2014/main" id="{2CDB9D5D-A1B6-4E6F-B702-9622C7FFF03F}"/>
                  </a:ext>
                </a:extLst>
              </p:cNvPr>
              <p:cNvSpPr txBox="1"/>
              <p:nvPr/>
            </p:nvSpPr>
            <p:spPr>
              <a:xfrm>
                <a:off x="2458633" y="6116922"/>
                <a:ext cx="1604884" cy="369332"/>
              </a:xfrm>
              <a:prstGeom prst="rect">
                <a:avLst/>
              </a:prstGeom>
              <a:noFill/>
            </p:spPr>
            <p:txBody>
              <a:bodyPr wrap="square" rtlCol="0">
                <a:spAutoFit/>
              </a:bodyPr>
              <a:lstStyle/>
              <a:p>
                <a:pPr algn="ctr"/>
                <a:r>
                  <a:rPr lang="en-US" altLang="zh-CN" b="1" dirty="0">
                    <a:latin typeface="Arial Narrow" panose="020B0606020202030204" pitchFamily="34" charset="0"/>
                  </a:rPr>
                  <a:t>BNC T</a:t>
                </a:r>
                <a:r>
                  <a:rPr lang="zh-CN" altLang="en-US" b="1" dirty="0">
                    <a:latin typeface="Arial Narrow" panose="020B0606020202030204" pitchFamily="34" charset="0"/>
                  </a:rPr>
                  <a:t>型接口</a:t>
                </a:r>
              </a:p>
            </p:txBody>
          </p:sp>
        </p:grpSp>
      </p:grpSp>
      <p:sp>
        <p:nvSpPr>
          <p:cNvPr id="73" name="椭圆 72">
            <a:extLst>
              <a:ext uri="{FF2B5EF4-FFF2-40B4-BE49-F238E27FC236}">
                <a16:creationId xmlns:a16="http://schemas.microsoft.com/office/drawing/2014/main" id="{60DC1988-3AFE-4943-B0BB-E60DF6DC6F8A}"/>
              </a:ext>
            </a:extLst>
          </p:cNvPr>
          <p:cNvSpPr/>
          <p:nvPr/>
        </p:nvSpPr>
        <p:spPr>
          <a:xfrm>
            <a:off x="3207851" y="4662309"/>
            <a:ext cx="119921" cy="119921"/>
          </a:xfrm>
          <a:prstGeom prst="ellipse">
            <a:avLst/>
          </a:prstGeom>
          <a:solidFill>
            <a:schemeClr val="accent1">
              <a:lumMod val="75000"/>
            </a:schemeClr>
          </a:solidFill>
          <a:ln>
            <a:solidFill>
              <a:schemeClr val="accent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74" name="椭圆 73">
            <a:extLst>
              <a:ext uri="{FF2B5EF4-FFF2-40B4-BE49-F238E27FC236}">
                <a16:creationId xmlns:a16="http://schemas.microsoft.com/office/drawing/2014/main" id="{A81F04E4-5292-41BA-BBE6-4854FF5653A0}"/>
              </a:ext>
            </a:extLst>
          </p:cNvPr>
          <p:cNvSpPr/>
          <p:nvPr/>
        </p:nvSpPr>
        <p:spPr>
          <a:xfrm>
            <a:off x="3207851" y="4855088"/>
            <a:ext cx="119921" cy="119921"/>
          </a:xfrm>
          <a:prstGeom prst="ellipse">
            <a:avLst/>
          </a:prstGeom>
          <a:solidFill>
            <a:schemeClr val="accent1">
              <a:lumMod val="75000"/>
            </a:schemeClr>
          </a:solidFill>
          <a:ln>
            <a:solidFill>
              <a:schemeClr val="accent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75" name="椭圆 74">
            <a:extLst>
              <a:ext uri="{FF2B5EF4-FFF2-40B4-BE49-F238E27FC236}">
                <a16:creationId xmlns:a16="http://schemas.microsoft.com/office/drawing/2014/main" id="{79EFA02A-158F-4EA0-AFE6-76C202C9BEF0}"/>
              </a:ext>
            </a:extLst>
          </p:cNvPr>
          <p:cNvSpPr/>
          <p:nvPr/>
        </p:nvSpPr>
        <p:spPr>
          <a:xfrm>
            <a:off x="2536530" y="5247484"/>
            <a:ext cx="119921" cy="119921"/>
          </a:xfrm>
          <a:prstGeom prst="ellipse">
            <a:avLst/>
          </a:prstGeom>
          <a:solidFill>
            <a:schemeClr val="accent1">
              <a:lumMod val="75000"/>
            </a:schemeClr>
          </a:solidFill>
          <a:ln>
            <a:solidFill>
              <a:schemeClr val="accent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76" name="椭圆 75">
            <a:extLst>
              <a:ext uri="{FF2B5EF4-FFF2-40B4-BE49-F238E27FC236}">
                <a16:creationId xmlns:a16="http://schemas.microsoft.com/office/drawing/2014/main" id="{6552A401-213C-415A-ADBA-FADDB1A3D7B7}"/>
              </a:ext>
            </a:extLst>
          </p:cNvPr>
          <p:cNvSpPr/>
          <p:nvPr/>
        </p:nvSpPr>
        <p:spPr>
          <a:xfrm>
            <a:off x="2828154" y="5247484"/>
            <a:ext cx="119921" cy="119921"/>
          </a:xfrm>
          <a:prstGeom prst="ellipse">
            <a:avLst/>
          </a:prstGeom>
          <a:solidFill>
            <a:schemeClr val="accent1">
              <a:lumMod val="75000"/>
            </a:schemeClr>
          </a:solidFill>
          <a:ln>
            <a:solidFill>
              <a:schemeClr val="accent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77" name="椭圆 76">
            <a:extLst>
              <a:ext uri="{FF2B5EF4-FFF2-40B4-BE49-F238E27FC236}">
                <a16:creationId xmlns:a16="http://schemas.microsoft.com/office/drawing/2014/main" id="{2609C906-3057-4926-A6C7-517C3EE408F3}"/>
              </a:ext>
            </a:extLst>
          </p:cNvPr>
          <p:cNvSpPr/>
          <p:nvPr/>
        </p:nvSpPr>
        <p:spPr>
          <a:xfrm>
            <a:off x="3604558" y="5247484"/>
            <a:ext cx="119921" cy="119921"/>
          </a:xfrm>
          <a:prstGeom prst="ellipse">
            <a:avLst/>
          </a:prstGeom>
          <a:solidFill>
            <a:schemeClr val="accent1">
              <a:lumMod val="75000"/>
            </a:schemeClr>
          </a:solidFill>
          <a:ln>
            <a:solidFill>
              <a:schemeClr val="accent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81" name="椭圆 80">
            <a:extLst>
              <a:ext uri="{FF2B5EF4-FFF2-40B4-BE49-F238E27FC236}">
                <a16:creationId xmlns:a16="http://schemas.microsoft.com/office/drawing/2014/main" id="{0779B05C-9DBD-4A18-99D1-01F416E69A10}"/>
              </a:ext>
            </a:extLst>
          </p:cNvPr>
          <p:cNvSpPr/>
          <p:nvPr/>
        </p:nvSpPr>
        <p:spPr>
          <a:xfrm>
            <a:off x="5571798" y="4662309"/>
            <a:ext cx="119921" cy="119921"/>
          </a:xfrm>
          <a:prstGeom prst="ellipse">
            <a:avLst/>
          </a:prstGeom>
          <a:solidFill>
            <a:schemeClr val="accent1">
              <a:lumMod val="75000"/>
            </a:schemeClr>
          </a:solidFill>
          <a:ln>
            <a:solidFill>
              <a:schemeClr val="accent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82" name="椭圆 81">
            <a:extLst>
              <a:ext uri="{FF2B5EF4-FFF2-40B4-BE49-F238E27FC236}">
                <a16:creationId xmlns:a16="http://schemas.microsoft.com/office/drawing/2014/main" id="{A297C2E7-8794-48A9-B5D4-E391EAFE03D6}"/>
              </a:ext>
            </a:extLst>
          </p:cNvPr>
          <p:cNvSpPr/>
          <p:nvPr/>
        </p:nvSpPr>
        <p:spPr>
          <a:xfrm>
            <a:off x="5571798" y="4855088"/>
            <a:ext cx="119921" cy="119921"/>
          </a:xfrm>
          <a:prstGeom prst="ellipse">
            <a:avLst/>
          </a:prstGeom>
          <a:solidFill>
            <a:schemeClr val="accent1">
              <a:lumMod val="75000"/>
            </a:schemeClr>
          </a:solidFill>
          <a:ln>
            <a:solidFill>
              <a:schemeClr val="accent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86" name="椭圆 85">
            <a:extLst>
              <a:ext uri="{FF2B5EF4-FFF2-40B4-BE49-F238E27FC236}">
                <a16:creationId xmlns:a16="http://schemas.microsoft.com/office/drawing/2014/main" id="{A9163035-377D-4915-9FF1-0FB0885C4216}"/>
              </a:ext>
            </a:extLst>
          </p:cNvPr>
          <p:cNvSpPr/>
          <p:nvPr/>
        </p:nvSpPr>
        <p:spPr>
          <a:xfrm>
            <a:off x="5192101" y="5247484"/>
            <a:ext cx="119921" cy="119921"/>
          </a:xfrm>
          <a:prstGeom prst="ellipse">
            <a:avLst/>
          </a:prstGeom>
          <a:solidFill>
            <a:schemeClr val="accent1">
              <a:lumMod val="75000"/>
            </a:schemeClr>
          </a:solidFill>
          <a:ln>
            <a:solidFill>
              <a:schemeClr val="accent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87" name="椭圆 86">
            <a:extLst>
              <a:ext uri="{FF2B5EF4-FFF2-40B4-BE49-F238E27FC236}">
                <a16:creationId xmlns:a16="http://schemas.microsoft.com/office/drawing/2014/main" id="{7C17FDFC-453B-4CC3-827F-4A9CFAD1D148}"/>
              </a:ext>
            </a:extLst>
          </p:cNvPr>
          <p:cNvSpPr/>
          <p:nvPr/>
        </p:nvSpPr>
        <p:spPr>
          <a:xfrm>
            <a:off x="5968505" y="5247484"/>
            <a:ext cx="119921" cy="119921"/>
          </a:xfrm>
          <a:prstGeom prst="ellipse">
            <a:avLst/>
          </a:prstGeom>
          <a:solidFill>
            <a:schemeClr val="accent1">
              <a:lumMod val="75000"/>
            </a:schemeClr>
          </a:solidFill>
          <a:ln>
            <a:solidFill>
              <a:schemeClr val="accent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89" name="椭圆 88">
            <a:extLst>
              <a:ext uri="{FF2B5EF4-FFF2-40B4-BE49-F238E27FC236}">
                <a16:creationId xmlns:a16="http://schemas.microsoft.com/office/drawing/2014/main" id="{AFC91D6C-A67B-4517-A1EB-54C6E1922858}"/>
              </a:ext>
            </a:extLst>
          </p:cNvPr>
          <p:cNvSpPr/>
          <p:nvPr/>
        </p:nvSpPr>
        <p:spPr>
          <a:xfrm>
            <a:off x="8775523" y="4662309"/>
            <a:ext cx="119921" cy="119921"/>
          </a:xfrm>
          <a:prstGeom prst="ellipse">
            <a:avLst/>
          </a:prstGeom>
          <a:solidFill>
            <a:schemeClr val="accent1">
              <a:lumMod val="75000"/>
            </a:schemeClr>
          </a:solidFill>
          <a:ln>
            <a:solidFill>
              <a:schemeClr val="accent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90" name="椭圆 89">
            <a:extLst>
              <a:ext uri="{FF2B5EF4-FFF2-40B4-BE49-F238E27FC236}">
                <a16:creationId xmlns:a16="http://schemas.microsoft.com/office/drawing/2014/main" id="{13C02A59-2965-4857-B818-ECFB01728234}"/>
              </a:ext>
            </a:extLst>
          </p:cNvPr>
          <p:cNvSpPr/>
          <p:nvPr/>
        </p:nvSpPr>
        <p:spPr>
          <a:xfrm>
            <a:off x="8775523" y="4855088"/>
            <a:ext cx="119921" cy="119921"/>
          </a:xfrm>
          <a:prstGeom prst="ellipse">
            <a:avLst/>
          </a:prstGeom>
          <a:solidFill>
            <a:schemeClr val="accent1">
              <a:lumMod val="75000"/>
            </a:schemeClr>
          </a:solidFill>
          <a:ln>
            <a:solidFill>
              <a:schemeClr val="accent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91" name="椭圆 90">
            <a:extLst>
              <a:ext uri="{FF2B5EF4-FFF2-40B4-BE49-F238E27FC236}">
                <a16:creationId xmlns:a16="http://schemas.microsoft.com/office/drawing/2014/main" id="{A4D6A7D0-8625-4976-A98A-7DA994DD0EC8}"/>
              </a:ext>
            </a:extLst>
          </p:cNvPr>
          <p:cNvSpPr/>
          <p:nvPr/>
        </p:nvSpPr>
        <p:spPr>
          <a:xfrm>
            <a:off x="9539092" y="5247484"/>
            <a:ext cx="119921" cy="119921"/>
          </a:xfrm>
          <a:prstGeom prst="ellipse">
            <a:avLst/>
          </a:prstGeom>
          <a:solidFill>
            <a:schemeClr val="accent1">
              <a:lumMod val="75000"/>
            </a:schemeClr>
          </a:solidFill>
          <a:ln>
            <a:solidFill>
              <a:schemeClr val="accent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92" name="椭圆 91">
            <a:extLst>
              <a:ext uri="{FF2B5EF4-FFF2-40B4-BE49-F238E27FC236}">
                <a16:creationId xmlns:a16="http://schemas.microsoft.com/office/drawing/2014/main" id="{F0CF71C5-3766-4F7A-945E-4E7E4976008B}"/>
              </a:ext>
            </a:extLst>
          </p:cNvPr>
          <p:cNvSpPr/>
          <p:nvPr/>
        </p:nvSpPr>
        <p:spPr>
          <a:xfrm>
            <a:off x="8395826" y="5247484"/>
            <a:ext cx="119921" cy="119921"/>
          </a:xfrm>
          <a:prstGeom prst="ellipse">
            <a:avLst/>
          </a:prstGeom>
          <a:solidFill>
            <a:schemeClr val="accent1">
              <a:lumMod val="75000"/>
            </a:schemeClr>
          </a:solidFill>
          <a:ln>
            <a:solidFill>
              <a:schemeClr val="accent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93" name="椭圆 92">
            <a:extLst>
              <a:ext uri="{FF2B5EF4-FFF2-40B4-BE49-F238E27FC236}">
                <a16:creationId xmlns:a16="http://schemas.microsoft.com/office/drawing/2014/main" id="{E06857FD-AB8B-4854-B814-EAF00DB72F3C}"/>
              </a:ext>
            </a:extLst>
          </p:cNvPr>
          <p:cNvSpPr/>
          <p:nvPr/>
        </p:nvSpPr>
        <p:spPr>
          <a:xfrm>
            <a:off x="9172230" y="5247484"/>
            <a:ext cx="119921" cy="119921"/>
          </a:xfrm>
          <a:prstGeom prst="ellipse">
            <a:avLst/>
          </a:prstGeom>
          <a:solidFill>
            <a:schemeClr val="accent1">
              <a:lumMod val="75000"/>
            </a:schemeClr>
          </a:solidFill>
          <a:ln>
            <a:solidFill>
              <a:schemeClr val="accent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grpSp>
        <p:nvGrpSpPr>
          <p:cNvPr id="99" name="组合 98">
            <a:extLst>
              <a:ext uri="{FF2B5EF4-FFF2-40B4-BE49-F238E27FC236}">
                <a16:creationId xmlns:a16="http://schemas.microsoft.com/office/drawing/2014/main" id="{EA12943C-782D-4596-AAF4-56A406854DF8}"/>
              </a:ext>
            </a:extLst>
          </p:cNvPr>
          <p:cNvGrpSpPr/>
          <p:nvPr/>
        </p:nvGrpSpPr>
        <p:grpSpPr>
          <a:xfrm>
            <a:off x="3386443" y="4463555"/>
            <a:ext cx="2074182" cy="736588"/>
            <a:chOff x="3386443" y="4463555"/>
            <a:chExt cx="2074182" cy="736588"/>
          </a:xfrm>
        </p:grpSpPr>
        <p:sp>
          <p:nvSpPr>
            <p:cNvPr id="94" name="文本框 93">
              <a:extLst>
                <a:ext uri="{FF2B5EF4-FFF2-40B4-BE49-F238E27FC236}">
                  <a16:creationId xmlns:a16="http://schemas.microsoft.com/office/drawing/2014/main" id="{C42A2B86-6B31-4239-88F3-A299F730AF8F}"/>
                </a:ext>
              </a:extLst>
            </p:cNvPr>
            <p:cNvSpPr txBox="1"/>
            <p:nvPr/>
          </p:nvSpPr>
          <p:spPr>
            <a:xfrm>
              <a:off x="3721041" y="4463555"/>
              <a:ext cx="1429466" cy="369332"/>
            </a:xfrm>
            <a:prstGeom prst="rect">
              <a:avLst/>
            </a:prstGeom>
            <a:noFill/>
          </p:spPr>
          <p:txBody>
            <a:bodyPr wrap="square" rtlCol="0">
              <a:spAutoFit/>
            </a:bodyPr>
            <a:lstStyle/>
            <a:p>
              <a:pPr algn="ctr"/>
              <a:r>
                <a:rPr lang="zh-CN" altLang="en-US" b="1" dirty="0">
                  <a:solidFill>
                    <a:schemeClr val="accent1">
                      <a:lumMod val="75000"/>
                    </a:schemeClr>
                  </a:solidFill>
                  <a:latin typeface="+mn-ea"/>
                </a:rPr>
                <a:t>机械连接点</a:t>
              </a:r>
            </a:p>
          </p:txBody>
        </p:sp>
        <p:cxnSp>
          <p:nvCxnSpPr>
            <p:cNvPr id="25" name="直接箭头连接符 24">
              <a:extLst>
                <a:ext uri="{FF2B5EF4-FFF2-40B4-BE49-F238E27FC236}">
                  <a16:creationId xmlns:a16="http://schemas.microsoft.com/office/drawing/2014/main" id="{866B3B98-EA3A-4C67-BE52-AC0CD593B1F7}"/>
                </a:ext>
              </a:extLst>
            </p:cNvPr>
            <p:cNvCxnSpPr>
              <a:cxnSpLocks/>
              <a:stCxn id="94" idx="2"/>
            </p:cNvCxnSpPr>
            <p:nvPr/>
          </p:nvCxnSpPr>
          <p:spPr>
            <a:xfrm flipH="1">
              <a:off x="3708657" y="4832887"/>
              <a:ext cx="727117" cy="367256"/>
            </a:xfrm>
            <a:prstGeom prst="straightConnector1">
              <a:avLst/>
            </a:prstGeom>
            <a:ln w="25400">
              <a:solidFill>
                <a:schemeClr val="accent1">
                  <a:lumMod val="75000"/>
                </a:schemeClr>
              </a:solidFill>
              <a:tailEnd type="triangle"/>
            </a:ln>
          </p:spPr>
          <p:style>
            <a:lnRef idx="1">
              <a:schemeClr val="accent1"/>
            </a:lnRef>
            <a:fillRef idx="0">
              <a:schemeClr val="accent1"/>
            </a:fillRef>
            <a:effectRef idx="0">
              <a:schemeClr val="accent1"/>
            </a:effectRef>
            <a:fontRef idx="minor">
              <a:schemeClr val="tx1"/>
            </a:fontRef>
          </p:style>
        </p:cxnSp>
        <p:cxnSp>
          <p:nvCxnSpPr>
            <p:cNvPr id="95" name="直接箭头连接符 94">
              <a:extLst>
                <a:ext uri="{FF2B5EF4-FFF2-40B4-BE49-F238E27FC236}">
                  <a16:creationId xmlns:a16="http://schemas.microsoft.com/office/drawing/2014/main" id="{AD99D3B5-CDF0-462C-8846-C29EEAE5DD35}"/>
                </a:ext>
              </a:extLst>
            </p:cNvPr>
            <p:cNvCxnSpPr>
              <a:cxnSpLocks/>
            </p:cNvCxnSpPr>
            <p:nvPr/>
          </p:nvCxnSpPr>
          <p:spPr>
            <a:xfrm flipH="1">
              <a:off x="3386443" y="4781958"/>
              <a:ext cx="505652" cy="79545"/>
            </a:xfrm>
            <a:prstGeom prst="straightConnector1">
              <a:avLst/>
            </a:prstGeom>
            <a:ln w="25400">
              <a:solidFill>
                <a:schemeClr val="accent1">
                  <a:lumMod val="75000"/>
                </a:schemeClr>
              </a:solidFill>
              <a:tailEnd type="triangle"/>
            </a:ln>
          </p:spPr>
          <p:style>
            <a:lnRef idx="1">
              <a:schemeClr val="accent1"/>
            </a:lnRef>
            <a:fillRef idx="0">
              <a:schemeClr val="accent1"/>
            </a:fillRef>
            <a:effectRef idx="0">
              <a:schemeClr val="accent1"/>
            </a:effectRef>
            <a:fontRef idx="minor">
              <a:schemeClr val="tx1"/>
            </a:fontRef>
          </p:style>
        </p:cxnSp>
        <p:cxnSp>
          <p:nvCxnSpPr>
            <p:cNvPr id="96" name="直接箭头连接符 95">
              <a:extLst>
                <a:ext uri="{FF2B5EF4-FFF2-40B4-BE49-F238E27FC236}">
                  <a16:creationId xmlns:a16="http://schemas.microsoft.com/office/drawing/2014/main" id="{C5AE0CA3-4B7B-4398-9FA6-5D37760766D8}"/>
                </a:ext>
              </a:extLst>
            </p:cNvPr>
            <p:cNvCxnSpPr>
              <a:cxnSpLocks/>
            </p:cNvCxnSpPr>
            <p:nvPr/>
          </p:nvCxnSpPr>
          <p:spPr>
            <a:xfrm>
              <a:off x="5073421" y="4648221"/>
              <a:ext cx="387204" cy="74048"/>
            </a:xfrm>
            <a:prstGeom prst="straightConnector1">
              <a:avLst/>
            </a:prstGeom>
            <a:ln w="25400">
              <a:solidFill>
                <a:schemeClr val="accent1">
                  <a:lumMod val="75000"/>
                </a:schemeClr>
              </a:solidFill>
              <a:tailEnd type="triangle"/>
            </a:ln>
          </p:spPr>
          <p:style>
            <a:lnRef idx="1">
              <a:schemeClr val="accent1"/>
            </a:lnRef>
            <a:fillRef idx="0">
              <a:schemeClr val="accent1"/>
            </a:fillRef>
            <a:effectRef idx="0">
              <a:schemeClr val="accent1"/>
            </a:effectRef>
            <a:fontRef idx="minor">
              <a:schemeClr val="tx1"/>
            </a:fontRef>
          </p:style>
        </p:cxnSp>
      </p:grpSp>
    </p:spTree>
    <p:custDataLst>
      <p:tags r:id="rId1"/>
    </p:custDataLst>
    <p:extLst>
      <p:ext uri="{BB962C8B-B14F-4D97-AF65-F5344CB8AC3E}">
        <p14:creationId xmlns:p14="http://schemas.microsoft.com/office/powerpoint/2010/main" val="4236181185"/>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4" fill="hold" nodeType="withEffect">
                                  <p:stCondLst>
                                    <p:cond delay="0"/>
                                  </p:stCondLst>
                                  <p:childTnLst>
                                    <p:set>
                                      <p:cBhvr>
                                        <p:cTn id="6" dur="1" fill="hold">
                                          <p:stCondLst>
                                            <p:cond delay="0"/>
                                          </p:stCondLst>
                                        </p:cTn>
                                        <p:tgtEl>
                                          <p:spTgt spid="9"/>
                                        </p:tgtEl>
                                        <p:attrNameLst>
                                          <p:attrName>style.visibility</p:attrName>
                                        </p:attrNameLst>
                                      </p:cBhvr>
                                      <p:to>
                                        <p:strVal val="visible"/>
                                      </p:to>
                                    </p:set>
                                    <p:anim calcmode="lin" valueType="num">
                                      <p:cBhvr additive="base">
                                        <p:cTn id="7" dur="500" fill="hold"/>
                                        <p:tgtEl>
                                          <p:spTgt spid="9"/>
                                        </p:tgtEl>
                                        <p:attrNameLst>
                                          <p:attrName>ppt_x</p:attrName>
                                        </p:attrNameLst>
                                      </p:cBhvr>
                                      <p:tavLst>
                                        <p:tav tm="0">
                                          <p:val>
                                            <p:strVal val="#ppt_x"/>
                                          </p:val>
                                        </p:tav>
                                        <p:tav tm="100000">
                                          <p:val>
                                            <p:strVal val="#ppt_x"/>
                                          </p:val>
                                        </p:tav>
                                      </p:tavLst>
                                    </p:anim>
                                    <p:anim calcmode="lin" valueType="num">
                                      <p:cBhvr additive="base">
                                        <p:cTn id="8" dur="500" fill="hold"/>
                                        <p:tgtEl>
                                          <p:spTgt spid="9"/>
                                        </p:tgtEl>
                                        <p:attrNameLst>
                                          <p:attrName>ppt_y</p:attrName>
                                        </p:attrNameLst>
                                      </p:cBhvr>
                                      <p:tavLst>
                                        <p:tav tm="0">
                                          <p:val>
                                            <p:strVal val="1+#ppt_h/2"/>
                                          </p:val>
                                        </p:tav>
                                        <p:tav tm="100000">
                                          <p:val>
                                            <p:strVal val="#ppt_y"/>
                                          </p:val>
                                        </p:tav>
                                      </p:tavLst>
                                    </p:anim>
                                  </p:childTnLst>
                                </p:cTn>
                              </p:par>
                            </p:childTnLst>
                          </p:cTn>
                        </p:par>
                        <p:par>
                          <p:cTn id="9" fill="hold">
                            <p:stCondLst>
                              <p:cond delay="500"/>
                            </p:stCondLst>
                            <p:childTnLst>
                              <p:par>
                                <p:cTn id="10" presetID="22" presetClass="entr" presetSubtype="4" fill="hold" nodeType="afterEffect">
                                  <p:stCondLst>
                                    <p:cond delay="0"/>
                                  </p:stCondLst>
                                  <p:childTnLst>
                                    <p:set>
                                      <p:cBhvr>
                                        <p:cTn id="11" dur="1" fill="hold">
                                          <p:stCondLst>
                                            <p:cond delay="0"/>
                                          </p:stCondLst>
                                        </p:cTn>
                                        <p:tgtEl>
                                          <p:spTgt spid="10"/>
                                        </p:tgtEl>
                                        <p:attrNameLst>
                                          <p:attrName>style.visibility</p:attrName>
                                        </p:attrNameLst>
                                      </p:cBhvr>
                                      <p:to>
                                        <p:strVal val="visible"/>
                                      </p:to>
                                    </p:set>
                                    <p:animEffect transition="in" filter="wipe(down)">
                                      <p:cBhvr>
                                        <p:cTn id="12" dur="500"/>
                                        <p:tgtEl>
                                          <p:spTgt spid="10"/>
                                        </p:tgtEl>
                                      </p:cBhvr>
                                    </p:animEffect>
                                  </p:childTnLst>
                                </p:cTn>
                              </p:par>
                            </p:childTnLst>
                          </p:cTn>
                        </p:par>
                      </p:childTnLst>
                    </p:cTn>
                  </p:par>
                  <p:par>
                    <p:cTn id="13" fill="hold">
                      <p:stCondLst>
                        <p:cond delay="indefinite"/>
                      </p:stCondLst>
                      <p:childTnLst>
                        <p:par>
                          <p:cTn id="14" fill="hold">
                            <p:stCondLst>
                              <p:cond delay="0"/>
                            </p:stCondLst>
                            <p:childTnLst>
                              <p:par>
                                <p:cTn id="15" presetID="53" presetClass="entr" presetSubtype="16" fill="hold" grpId="0" nodeType="clickEffect">
                                  <p:stCondLst>
                                    <p:cond delay="0"/>
                                  </p:stCondLst>
                                  <p:childTnLst>
                                    <p:set>
                                      <p:cBhvr>
                                        <p:cTn id="16" dur="1" fill="hold">
                                          <p:stCondLst>
                                            <p:cond delay="0"/>
                                          </p:stCondLst>
                                        </p:cTn>
                                        <p:tgtEl>
                                          <p:spTgt spid="73"/>
                                        </p:tgtEl>
                                        <p:attrNameLst>
                                          <p:attrName>style.visibility</p:attrName>
                                        </p:attrNameLst>
                                      </p:cBhvr>
                                      <p:to>
                                        <p:strVal val="visible"/>
                                      </p:to>
                                    </p:set>
                                    <p:anim calcmode="lin" valueType="num">
                                      <p:cBhvr>
                                        <p:cTn id="17" dur="500" fill="hold"/>
                                        <p:tgtEl>
                                          <p:spTgt spid="73"/>
                                        </p:tgtEl>
                                        <p:attrNameLst>
                                          <p:attrName>ppt_w</p:attrName>
                                        </p:attrNameLst>
                                      </p:cBhvr>
                                      <p:tavLst>
                                        <p:tav tm="0">
                                          <p:val>
                                            <p:fltVal val="0"/>
                                          </p:val>
                                        </p:tav>
                                        <p:tav tm="100000">
                                          <p:val>
                                            <p:strVal val="#ppt_w"/>
                                          </p:val>
                                        </p:tav>
                                      </p:tavLst>
                                    </p:anim>
                                    <p:anim calcmode="lin" valueType="num">
                                      <p:cBhvr>
                                        <p:cTn id="18" dur="500" fill="hold"/>
                                        <p:tgtEl>
                                          <p:spTgt spid="73"/>
                                        </p:tgtEl>
                                        <p:attrNameLst>
                                          <p:attrName>ppt_h</p:attrName>
                                        </p:attrNameLst>
                                      </p:cBhvr>
                                      <p:tavLst>
                                        <p:tav tm="0">
                                          <p:val>
                                            <p:fltVal val="0"/>
                                          </p:val>
                                        </p:tav>
                                        <p:tav tm="100000">
                                          <p:val>
                                            <p:strVal val="#ppt_h"/>
                                          </p:val>
                                        </p:tav>
                                      </p:tavLst>
                                    </p:anim>
                                    <p:animEffect transition="in" filter="fade">
                                      <p:cBhvr>
                                        <p:cTn id="19" dur="500"/>
                                        <p:tgtEl>
                                          <p:spTgt spid="73"/>
                                        </p:tgtEl>
                                      </p:cBhvr>
                                    </p:animEffect>
                                  </p:childTnLst>
                                </p:cTn>
                              </p:par>
                              <p:par>
                                <p:cTn id="20" presetID="53" presetClass="entr" presetSubtype="16" fill="hold" grpId="0" nodeType="withEffect">
                                  <p:stCondLst>
                                    <p:cond delay="0"/>
                                  </p:stCondLst>
                                  <p:childTnLst>
                                    <p:set>
                                      <p:cBhvr>
                                        <p:cTn id="21" dur="1" fill="hold">
                                          <p:stCondLst>
                                            <p:cond delay="0"/>
                                          </p:stCondLst>
                                        </p:cTn>
                                        <p:tgtEl>
                                          <p:spTgt spid="74"/>
                                        </p:tgtEl>
                                        <p:attrNameLst>
                                          <p:attrName>style.visibility</p:attrName>
                                        </p:attrNameLst>
                                      </p:cBhvr>
                                      <p:to>
                                        <p:strVal val="visible"/>
                                      </p:to>
                                    </p:set>
                                    <p:anim calcmode="lin" valueType="num">
                                      <p:cBhvr>
                                        <p:cTn id="22" dur="500" fill="hold"/>
                                        <p:tgtEl>
                                          <p:spTgt spid="74"/>
                                        </p:tgtEl>
                                        <p:attrNameLst>
                                          <p:attrName>ppt_w</p:attrName>
                                        </p:attrNameLst>
                                      </p:cBhvr>
                                      <p:tavLst>
                                        <p:tav tm="0">
                                          <p:val>
                                            <p:fltVal val="0"/>
                                          </p:val>
                                        </p:tav>
                                        <p:tav tm="100000">
                                          <p:val>
                                            <p:strVal val="#ppt_w"/>
                                          </p:val>
                                        </p:tav>
                                      </p:tavLst>
                                    </p:anim>
                                    <p:anim calcmode="lin" valueType="num">
                                      <p:cBhvr>
                                        <p:cTn id="23" dur="500" fill="hold"/>
                                        <p:tgtEl>
                                          <p:spTgt spid="74"/>
                                        </p:tgtEl>
                                        <p:attrNameLst>
                                          <p:attrName>ppt_h</p:attrName>
                                        </p:attrNameLst>
                                      </p:cBhvr>
                                      <p:tavLst>
                                        <p:tav tm="0">
                                          <p:val>
                                            <p:fltVal val="0"/>
                                          </p:val>
                                        </p:tav>
                                        <p:tav tm="100000">
                                          <p:val>
                                            <p:strVal val="#ppt_h"/>
                                          </p:val>
                                        </p:tav>
                                      </p:tavLst>
                                    </p:anim>
                                    <p:animEffect transition="in" filter="fade">
                                      <p:cBhvr>
                                        <p:cTn id="24" dur="500"/>
                                        <p:tgtEl>
                                          <p:spTgt spid="74"/>
                                        </p:tgtEl>
                                      </p:cBhvr>
                                    </p:animEffect>
                                  </p:childTnLst>
                                </p:cTn>
                              </p:par>
                              <p:par>
                                <p:cTn id="25" presetID="53" presetClass="entr" presetSubtype="16" fill="hold" grpId="0" nodeType="withEffect">
                                  <p:stCondLst>
                                    <p:cond delay="0"/>
                                  </p:stCondLst>
                                  <p:childTnLst>
                                    <p:set>
                                      <p:cBhvr>
                                        <p:cTn id="26" dur="1" fill="hold">
                                          <p:stCondLst>
                                            <p:cond delay="0"/>
                                          </p:stCondLst>
                                        </p:cTn>
                                        <p:tgtEl>
                                          <p:spTgt spid="81"/>
                                        </p:tgtEl>
                                        <p:attrNameLst>
                                          <p:attrName>style.visibility</p:attrName>
                                        </p:attrNameLst>
                                      </p:cBhvr>
                                      <p:to>
                                        <p:strVal val="visible"/>
                                      </p:to>
                                    </p:set>
                                    <p:anim calcmode="lin" valueType="num">
                                      <p:cBhvr>
                                        <p:cTn id="27" dur="500" fill="hold"/>
                                        <p:tgtEl>
                                          <p:spTgt spid="81"/>
                                        </p:tgtEl>
                                        <p:attrNameLst>
                                          <p:attrName>ppt_w</p:attrName>
                                        </p:attrNameLst>
                                      </p:cBhvr>
                                      <p:tavLst>
                                        <p:tav tm="0">
                                          <p:val>
                                            <p:fltVal val="0"/>
                                          </p:val>
                                        </p:tav>
                                        <p:tav tm="100000">
                                          <p:val>
                                            <p:strVal val="#ppt_w"/>
                                          </p:val>
                                        </p:tav>
                                      </p:tavLst>
                                    </p:anim>
                                    <p:anim calcmode="lin" valueType="num">
                                      <p:cBhvr>
                                        <p:cTn id="28" dur="500" fill="hold"/>
                                        <p:tgtEl>
                                          <p:spTgt spid="81"/>
                                        </p:tgtEl>
                                        <p:attrNameLst>
                                          <p:attrName>ppt_h</p:attrName>
                                        </p:attrNameLst>
                                      </p:cBhvr>
                                      <p:tavLst>
                                        <p:tav tm="0">
                                          <p:val>
                                            <p:fltVal val="0"/>
                                          </p:val>
                                        </p:tav>
                                        <p:tav tm="100000">
                                          <p:val>
                                            <p:strVal val="#ppt_h"/>
                                          </p:val>
                                        </p:tav>
                                      </p:tavLst>
                                    </p:anim>
                                    <p:animEffect transition="in" filter="fade">
                                      <p:cBhvr>
                                        <p:cTn id="29" dur="500"/>
                                        <p:tgtEl>
                                          <p:spTgt spid="81"/>
                                        </p:tgtEl>
                                      </p:cBhvr>
                                    </p:animEffect>
                                  </p:childTnLst>
                                </p:cTn>
                              </p:par>
                              <p:par>
                                <p:cTn id="30" presetID="53" presetClass="entr" presetSubtype="16" fill="hold" grpId="0" nodeType="withEffect">
                                  <p:stCondLst>
                                    <p:cond delay="0"/>
                                  </p:stCondLst>
                                  <p:childTnLst>
                                    <p:set>
                                      <p:cBhvr>
                                        <p:cTn id="31" dur="1" fill="hold">
                                          <p:stCondLst>
                                            <p:cond delay="0"/>
                                          </p:stCondLst>
                                        </p:cTn>
                                        <p:tgtEl>
                                          <p:spTgt spid="82"/>
                                        </p:tgtEl>
                                        <p:attrNameLst>
                                          <p:attrName>style.visibility</p:attrName>
                                        </p:attrNameLst>
                                      </p:cBhvr>
                                      <p:to>
                                        <p:strVal val="visible"/>
                                      </p:to>
                                    </p:set>
                                    <p:anim calcmode="lin" valueType="num">
                                      <p:cBhvr>
                                        <p:cTn id="32" dur="500" fill="hold"/>
                                        <p:tgtEl>
                                          <p:spTgt spid="82"/>
                                        </p:tgtEl>
                                        <p:attrNameLst>
                                          <p:attrName>ppt_w</p:attrName>
                                        </p:attrNameLst>
                                      </p:cBhvr>
                                      <p:tavLst>
                                        <p:tav tm="0">
                                          <p:val>
                                            <p:fltVal val="0"/>
                                          </p:val>
                                        </p:tav>
                                        <p:tav tm="100000">
                                          <p:val>
                                            <p:strVal val="#ppt_w"/>
                                          </p:val>
                                        </p:tav>
                                      </p:tavLst>
                                    </p:anim>
                                    <p:anim calcmode="lin" valueType="num">
                                      <p:cBhvr>
                                        <p:cTn id="33" dur="500" fill="hold"/>
                                        <p:tgtEl>
                                          <p:spTgt spid="82"/>
                                        </p:tgtEl>
                                        <p:attrNameLst>
                                          <p:attrName>ppt_h</p:attrName>
                                        </p:attrNameLst>
                                      </p:cBhvr>
                                      <p:tavLst>
                                        <p:tav tm="0">
                                          <p:val>
                                            <p:fltVal val="0"/>
                                          </p:val>
                                        </p:tav>
                                        <p:tav tm="100000">
                                          <p:val>
                                            <p:strVal val="#ppt_h"/>
                                          </p:val>
                                        </p:tav>
                                      </p:tavLst>
                                    </p:anim>
                                    <p:animEffect transition="in" filter="fade">
                                      <p:cBhvr>
                                        <p:cTn id="34" dur="500"/>
                                        <p:tgtEl>
                                          <p:spTgt spid="82"/>
                                        </p:tgtEl>
                                      </p:cBhvr>
                                    </p:animEffect>
                                  </p:childTnLst>
                                </p:cTn>
                              </p:par>
                              <p:par>
                                <p:cTn id="35" presetID="53" presetClass="entr" presetSubtype="16" fill="hold" grpId="0" nodeType="withEffect">
                                  <p:stCondLst>
                                    <p:cond delay="0"/>
                                  </p:stCondLst>
                                  <p:childTnLst>
                                    <p:set>
                                      <p:cBhvr>
                                        <p:cTn id="36" dur="1" fill="hold">
                                          <p:stCondLst>
                                            <p:cond delay="0"/>
                                          </p:stCondLst>
                                        </p:cTn>
                                        <p:tgtEl>
                                          <p:spTgt spid="89"/>
                                        </p:tgtEl>
                                        <p:attrNameLst>
                                          <p:attrName>style.visibility</p:attrName>
                                        </p:attrNameLst>
                                      </p:cBhvr>
                                      <p:to>
                                        <p:strVal val="visible"/>
                                      </p:to>
                                    </p:set>
                                    <p:anim calcmode="lin" valueType="num">
                                      <p:cBhvr>
                                        <p:cTn id="37" dur="500" fill="hold"/>
                                        <p:tgtEl>
                                          <p:spTgt spid="89"/>
                                        </p:tgtEl>
                                        <p:attrNameLst>
                                          <p:attrName>ppt_w</p:attrName>
                                        </p:attrNameLst>
                                      </p:cBhvr>
                                      <p:tavLst>
                                        <p:tav tm="0">
                                          <p:val>
                                            <p:fltVal val="0"/>
                                          </p:val>
                                        </p:tav>
                                        <p:tav tm="100000">
                                          <p:val>
                                            <p:strVal val="#ppt_w"/>
                                          </p:val>
                                        </p:tav>
                                      </p:tavLst>
                                    </p:anim>
                                    <p:anim calcmode="lin" valueType="num">
                                      <p:cBhvr>
                                        <p:cTn id="38" dur="500" fill="hold"/>
                                        <p:tgtEl>
                                          <p:spTgt spid="89"/>
                                        </p:tgtEl>
                                        <p:attrNameLst>
                                          <p:attrName>ppt_h</p:attrName>
                                        </p:attrNameLst>
                                      </p:cBhvr>
                                      <p:tavLst>
                                        <p:tav tm="0">
                                          <p:val>
                                            <p:fltVal val="0"/>
                                          </p:val>
                                        </p:tav>
                                        <p:tav tm="100000">
                                          <p:val>
                                            <p:strVal val="#ppt_h"/>
                                          </p:val>
                                        </p:tav>
                                      </p:tavLst>
                                    </p:anim>
                                    <p:animEffect transition="in" filter="fade">
                                      <p:cBhvr>
                                        <p:cTn id="39" dur="500"/>
                                        <p:tgtEl>
                                          <p:spTgt spid="89"/>
                                        </p:tgtEl>
                                      </p:cBhvr>
                                    </p:animEffect>
                                  </p:childTnLst>
                                </p:cTn>
                              </p:par>
                              <p:par>
                                <p:cTn id="40" presetID="53" presetClass="entr" presetSubtype="16" fill="hold" grpId="0" nodeType="withEffect">
                                  <p:stCondLst>
                                    <p:cond delay="0"/>
                                  </p:stCondLst>
                                  <p:childTnLst>
                                    <p:set>
                                      <p:cBhvr>
                                        <p:cTn id="41" dur="1" fill="hold">
                                          <p:stCondLst>
                                            <p:cond delay="0"/>
                                          </p:stCondLst>
                                        </p:cTn>
                                        <p:tgtEl>
                                          <p:spTgt spid="90"/>
                                        </p:tgtEl>
                                        <p:attrNameLst>
                                          <p:attrName>style.visibility</p:attrName>
                                        </p:attrNameLst>
                                      </p:cBhvr>
                                      <p:to>
                                        <p:strVal val="visible"/>
                                      </p:to>
                                    </p:set>
                                    <p:anim calcmode="lin" valueType="num">
                                      <p:cBhvr>
                                        <p:cTn id="42" dur="500" fill="hold"/>
                                        <p:tgtEl>
                                          <p:spTgt spid="90"/>
                                        </p:tgtEl>
                                        <p:attrNameLst>
                                          <p:attrName>ppt_w</p:attrName>
                                        </p:attrNameLst>
                                      </p:cBhvr>
                                      <p:tavLst>
                                        <p:tav tm="0">
                                          <p:val>
                                            <p:fltVal val="0"/>
                                          </p:val>
                                        </p:tav>
                                        <p:tav tm="100000">
                                          <p:val>
                                            <p:strVal val="#ppt_w"/>
                                          </p:val>
                                        </p:tav>
                                      </p:tavLst>
                                    </p:anim>
                                    <p:anim calcmode="lin" valueType="num">
                                      <p:cBhvr>
                                        <p:cTn id="43" dur="500" fill="hold"/>
                                        <p:tgtEl>
                                          <p:spTgt spid="90"/>
                                        </p:tgtEl>
                                        <p:attrNameLst>
                                          <p:attrName>ppt_h</p:attrName>
                                        </p:attrNameLst>
                                      </p:cBhvr>
                                      <p:tavLst>
                                        <p:tav tm="0">
                                          <p:val>
                                            <p:fltVal val="0"/>
                                          </p:val>
                                        </p:tav>
                                        <p:tav tm="100000">
                                          <p:val>
                                            <p:strVal val="#ppt_h"/>
                                          </p:val>
                                        </p:tav>
                                      </p:tavLst>
                                    </p:anim>
                                    <p:animEffect transition="in" filter="fade">
                                      <p:cBhvr>
                                        <p:cTn id="44" dur="500"/>
                                        <p:tgtEl>
                                          <p:spTgt spid="90"/>
                                        </p:tgtEl>
                                      </p:cBhvr>
                                    </p:animEffect>
                                  </p:childTnLst>
                                </p:cTn>
                              </p:par>
                              <p:par>
                                <p:cTn id="45" presetID="53" presetClass="entr" presetSubtype="16" fill="hold" grpId="0" nodeType="withEffect">
                                  <p:stCondLst>
                                    <p:cond delay="0"/>
                                  </p:stCondLst>
                                  <p:childTnLst>
                                    <p:set>
                                      <p:cBhvr>
                                        <p:cTn id="46" dur="1" fill="hold">
                                          <p:stCondLst>
                                            <p:cond delay="0"/>
                                          </p:stCondLst>
                                        </p:cTn>
                                        <p:tgtEl>
                                          <p:spTgt spid="91"/>
                                        </p:tgtEl>
                                        <p:attrNameLst>
                                          <p:attrName>style.visibility</p:attrName>
                                        </p:attrNameLst>
                                      </p:cBhvr>
                                      <p:to>
                                        <p:strVal val="visible"/>
                                      </p:to>
                                    </p:set>
                                    <p:anim calcmode="lin" valueType="num">
                                      <p:cBhvr>
                                        <p:cTn id="47" dur="500" fill="hold"/>
                                        <p:tgtEl>
                                          <p:spTgt spid="91"/>
                                        </p:tgtEl>
                                        <p:attrNameLst>
                                          <p:attrName>ppt_w</p:attrName>
                                        </p:attrNameLst>
                                      </p:cBhvr>
                                      <p:tavLst>
                                        <p:tav tm="0">
                                          <p:val>
                                            <p:fltVal val="0"/>
                                          </p:val>
                                        </p:tav>
                                        <p:tav tm="100000">
                                          <p:val>
                                            <p:strVal val="#ppt_w"/>
                                          </p:val>
                                        </p:tav>
                                      </p:tavLst>
                                    </p:anim>
                                    <p:anim calcmode="lin" valueType="num">
                                      <p:cBhvr>
                                        <p:cTn id="48" dur="500" fill="hold"/>
                                        <p:tgtEl>
                                          <p:spTgt spid="91"/>
                                        </p:tgtEl>
                                        <p:attrNameLst>
                                          <p:attrName>ppt_h</p:attrName>
                                        </p:attrNameLst>
                                      </p:cBhvr>
                                      <p:tavLst>
                                        <p:tav tm="0">
                                          <p:val>
                                            <p:fltVal val="0"/>
                                          </p:val>
                                        </p:tav>
                                        <p:tav tm="100000">
                                          <p:val>
                                            <p:strVal val="#ppt_h"/>
                                          </p:val>
                                        </p:tav>
                                      </p:tavLst>
                                    </p:anim>
                                    <p:animEffect transition="in" filter="fade">
                                      <p:cBhvr>
                                        <p:cTn id="49" dur="500"/>
                                        <p:tgtEl>
                                          <p:spTgt spid="91"/>
                                        </p:tgtEl>
                                      </p:cBhvr>
                                    </p:animEffect>
                                  </p:childTnLst>
                                </p:cTn>
                              </p:par>
                              <p:par>
                                <p:cTn id="50" presetID="53" presetClass="entr" presetSubtype="16" fill="hold" grpId="0" nodeType="withEffect">
                                  <p:stCondLst>
                                    <p:cond delay="0"/>
                                  </p:stCondLst>
                                  <p:childTnLst>
                                    <p:set>
                                      <p:cBhvr>
                                        <p:cTn id="51" dur="1" fill="hold">
                                          <p:stCondLst>
                                            <p:cond delay="0"/>
                                          </p:stCondLst>
                                        </p:cTn>
                                        <p:tgtEl>
                                          <p:spTgt spid="93"/>
                                        </p:tgtEl>
                                        <p:attrNameLst>
                                          <p:attrName>style.visibility</p:attrName>
                                        </p:attrNameLst>
                                      </p:cBhvr>
                                      <p:to>
                                        <p:strVal val="visible"/>
                                      </p:to>
                                    </p:set>
                                    <p:anim calcmode="lin" valueType="num">
                                      <p:cBhvr>
                                        <p:cTn id="52" dur="500" fill="hold"/>
                                        <p:tgtEl>
                                          <p:spTgt spid="93"/>
                                        </p:tgtEl>
                                        <p:attrNameLst>
                                          <p:attrName>ppt_w</p:attrName>
                                        </p:attrNameLst>
                                      </p:cBhvr>
                                      <p:tavLst>
                                        <p:tav tm="0">
                                          <p:val>
                                            <p:fltVal val="0"/>
                                          </p:val>
                                        </p:tav>
                                        <p:tav tm="100000">
                                          <p:val>
                                            <p:strVal val="#ppt_w"/>
                                          </p:val>
                                        </p:tav>
                                      </p:tavLst>
                                    </p:anim>
                                    <p:anim calcmode="lin" valueType="num">
                                      <p:cBhvr>
                                        <p:cTn id="53" dur="500" fill="hold"/>
                                        <p:tgtEl>
                                          <p:spTgt spid="93"/>
                                        </p:tgtEl>
                                        <p:attrNameLst>
                                          <p:attrName>ppt_h</p:attrName>
                                        </p:attrNameLst>
                                      </p:cBhvr>
                                      <p:tavLst>
                                        <p:tav tm="0">
                                          <p:val>
                                            <p:fltVal val="0"/>
                                          </p:val>
                                        </p:tav>
                                        <p:tav tm="100000">
                                          <p:val>
                                            <p:strVal val="#ppt_h"/>
                                          </p:val>
                                        </p:tav>
                                      </p:tavLst>
                                    </p:anim>
                                    <p:animEffect transition="in" filter="fade">
                                      <p:cBhvr>
                                        <p:cTn id="54" dur="500"/>
                                        <p:tgtEl>
                                          <p:spTgt spid="93"/>
                                        </p:tgtEl>
                                      </p:cBhvr>
                                    </p:animEffect>
                                  </p:childTnLst>
                                </p:cTn>
                              </p:par>
                              <p:par>
                                <p:cTn id="55" presetID="53" presetClass="entr" presetSubtype="16" fill="hold" grpId="0" nodeType="withEffect">
                                  <p:stCondLst>
                                    <p:cond delay="0"/>
                                  </p:stCondLst>
                                  <p:childTnLst>
                                    <p:set>
                                      <p:cBhvr>
                                        <p:cTn id="56" dur="1" fill="hold">
                                          <p:stCondLst>
                                            <p:cond delay="0"/>
                                          </p:stCondLst>
                                        </p:cTn>
                                        <p:tgtEl>
                                          <p:spTgt spid="92"/>
                                        </p:tgtEl>
                                        <p:attrNameLst>
                                          <p:attrName>style.visibility</p:attrName>
                                        </p:attrNameLst>
                                      </p:cBhvr>
                                      <p:to>
                                        <p:strVal val="visible"/>
                                      </p:to>
                                    </p:set>
                                    <p:anim calcmode="lin" valueType="num">
                                      <p:cBhvr>
                                        <p:cTn id="57" dur="500" fill="hold"/>
                                        <p:tgtEl>
                                          <p:spTgt spid="92"/>
                                        </p:tgtEl>
                                        <p:attrNameLst>
                                          <p:attrName>ppt_w</p:attrName>
                                        </p:attrNameLst>
                                      </p:cBhvr>
                                      <p:tavLst>
                                        <p:tav tm="0">
                                          <p:val>
                                            <p:fltVal val="0"/>
                                          </p:val>
                                        </p:tav>
                                        <p:tav tm="100000">
                                          <p:val>
                                            <p:strVal val="#ppt_w"/>
                                          </p:val>
                                        </p:tav>
                                      </p:tavLst>
                                    </p:anim>
                                    <p:anim calcmode="lin" valueType="num">
                                      <p:cBhvr>
                                        <p:cTn id="58" dur="500" fill="hold"/>
                                        <p:tgtEl>
                                          <p:spTgt spid="92"/>
                                        </p:tgtEl>
                                        <p:attrNameLst>
                                          <p:attrName>ppt_h</p:attrName>
                                        </p:attrNameLst>
                                      </p:cBhvr>
                                      <p:tavLst>
                                        <p:tav tm="0">
                                          <p:val>
                                            <p:fltVal val="0"/>
                                          </p:val>
                                        </p:tav>
                                        <p:tav tm="100000">
                                          <p:val>
                                            <p:strVal val="#ppt_h"/>
                                          </p:val>
                                        </p:tav>
                                      </p:tavLst>
                                    </p:anim>
                                    <p:animEffect transition="in" filter="fade">
                                      <p:cBhvr>
                                        <p:cTn id="59" dur="500"/>
                                        <p:tgtEl>
                                          <p:spTgt spid="92"/>
                                        </p:tgtEl>
                                      </p:cBhvr>
                                    </p:animEffect>
                                  </p:childTnLst>
                                </p:cTn>
                              </p:par>
                              <p:par>
                                <p:cTn id="60" presetID="53" presetClass="entr" presetSubtype="16" fill="hold" grpId="0" nodeType="withEffect">
                                  <p:stCondLst>
                                    <p:cond delay="0"/>
                                  </p:stCondLst>
                                  <p:childTnLst>
                                    <p:set>
                                      <p:cBhvr>
                                        <p:cTn id="61" dur="1" fill="hold">
                                          <p:stCondLst>
                                            <p:cond delay="0"/>
                                          </p:stCondLst>
                                        </p:cTn>
                                        <p:tgtEl>
                                          <p:spTgt spid="87"/>
                                        </p:tgtEl>
                                        <p:attrNameLst>
                                          <p:attrName>style.visibility</p:attrName>
                                        </p:attrNameLst>
                                      </p:cBhvr>
                                      <p:to>
                                        <p:strVal val="visible"/>
                                      </p:to>
                                    </p:set>
                                    <p:anim calcmode="lin" valueType="num">
                                      <p:cBhvr>
                                        <p:cTn id="62" dur="500" fill="hold"/>
                                        <p:tgtEl>
                                          <p:spTgt spid="87"/>
                                        </p:tgtEl>
                                        <p:attrNameLst>
                                          <p:attrName>ppt_w</p:attrName>
                                        </p:attrNameLst>
                                      </p:cBhvr>
                                      <p:tavLst>
                                        <p:tav tm="0">
                                          <p:val>
                                            <p:fltVal val="0"/>
                                          </p:val>
                                        </p:tav>
                                        <p:tav tm="100000">
                                          <p:val>
                                            <p:strVal val="#ppt_w"/>
                                          </p:val>
                                        </p:tav>
                                      </p:tavLst>
                                    </p:anim>
                                    <p:anim calcmode="lin" valueType="num">
                                      <p:cBhvr>
                                        <p:cTn id="63" dur="500" fill="hold"/>
                                        <p:tgtEl>
                                          <p:spTgt spid="87"/>
                                        </p:tgtEl>
                                        <p:attrNameLst>
                                          <p:attrName>ppt_h</p:attrName>
                                        </p:attrNameLst>
                                      </p:cBhvr>
                                      <p:tavLst>
                                        <p:tav tm="0">
                                          <p:val>
                                            <p:fltVal val="0"/>
                                          </p:val>
                                        </p:tav>
                                        <p:tav tm="100000">
                                          <p:val>
                                            <p:strVal val="#ppt_h"/>
                                          </p:val>
                                        </p:tav>
                                      </p:tavLst>
                                    </p:anim>
                                    <p:animEffect transition="in" filter="fade">
                                      <p:cBhvr>
                                        <p:cTn id="64" dur="500"/>
                                        <p:tgtEl>
                                          <p:spTgt spid="87"/>
                                        </p:tgtEl>
                                      </p:cBhvr>
                                    </p:animEffect>
                                  </p:childTnLst>
                                </p:cTn>
                              </p:par>
                              <p:par>
                                <p:cTn id="65" presetID="53" presetClass="entr" presetSubtype="16" fill="hold" grpId="0" nodeType="withEffect">
                                  <p:stCondLst>
                                    <p:cond delay="0"/>
                                  </p:stCondLst>
                                  <p:childTnLst>
                                    <p:set>
                                      <p:cBhvr>
                                        <p:cTn id="66" dur="1" fill="hold">
                                          <p:stCondLst>
                                            <p:cond delay="0"/>
                                          </p:stCondLst>
                                        </p:cTn>
                                        <p:tgtEl>
                                          <p:spTgt spid="86"/>
                                        </p:tgtEl>
                                        <p:attrNameLst>
                                          <p:attrName>style.visibility</p:attrName>
                                        </p:attrNameLst>
                                      </p:cBhvr>
                                      <p:to>
                                        <p:strVal val="visible"/>
                                      </p:to>
                                    </p:set>
                                    <p:anim calcmode="lin" valueType="num">
                                      <p:cBhvr>
                                        <p:cTn id="67" dur="500" fill="hold"/>
                                        <p:tgtEl>
                                          <p:spTgt spid="86"/>
                                        </p:tgtEl>
                                        <p:attrNameLst>
                                          <p:attrName>ppt_w</p:attrName>
                                        </p:attrNameLst>
                                      </p:cBhvr>
                                      <p:tavLst>
                                        <p:tav tm="0">
                                          <p:val>
                                            <p:fltVal val="0"/>
                                          </p:val>
                                        </p:tav>
                                        <p:tav tm="100000">
                                          <p:val>
                                            <p:strVal val="#ppt_w"/>
                                          </p:val>
                                        </p:tav>
                                      </p:tavLst>
                                    </p:anim>
                                    <p:anim calcmode="lin" valueType="num">
                                      <p:cBhvr>
                                        <p:cTn id="68" dur="500" fill="hold"/>
                                        <p:tgtEl>
                                          <p:spTgt spid="86"/>
                                        </p:tgtEl>
                                        <p:attrNameLst>
                                          <p:attrName>ppt_h</p:attrName>
                                        </p:attrNameLst>
                                      </p:cBhvr>
                                      <p:tavLst>
                                        <p:tav tm="0">
                                          <p:val>
                                            <p:fltVal val="0"/>
                                          </p:val>
                                        </p:tav>
                                        <p:tav tm="100000">
                                          <p:val>
                                            <p:strVal val="#ppt_h"/>
                                          </p:val>
                                        </p:tav>
                                      </p:tavLst>
                                    </p:anim>
                                    <p:animEffect transition="in" filter="fade">
                                      <p:cBhvr>
                                        <p:cTn id="69" dur="500"/>
                                        <p:tgtEl>
                                          <p:spTgt spid="86"/>
                                        </p:tgtEl>
                                      </p:cBhvr>
                                    </p:animEffect>
                                  </p:childTnLst>
                                </p:cTn>
                              </p:par>
                              <p:par>
                                <p:cTn id="70" presetID="53" presetClass="entr" presetSubtype="16" fill="hold" grpId="0" nodeType="withEffect">
                                  <p:stCondLst>
                                    <p:cond delay="0"/>
                                  </p:stCondLst>
                                  <p:childTnLst>
                                    <p:set>
                                      <p:cBhvr>
                                        <p:cTn id="71" dur="1" fill="hold">
                                          <p:stCondLst>
                                            <p:cond delay="0"/>
                                          </p:stCondLst>
                                        </p:cTn>
                                        <p:tgtEl>
                                          <p:spTgt spid="77"/>
                                        </p:tgtEl>
                                        <p:attrNameLst>
                                          <p:attrName>style.visibility</p:attrName>
                                        </p:attrNameLst>
                                      </p:cBhvr>
                                      <p:to>
                                        <p:strVal val="visible"/>
                                      </p:to>
                                    </p:set>
                                    <p:anim calcmode="lin" valueType="num">
                                      <p:cBhvr>
                                        <p:cTn id="72" dur="500" fill="hold"/>
                                        <p:tgtEl>
                                          <p:spTgt spid="77"/>
                                        </p:tgtEl>
                                        <p:attrNameLst>
                                          <p:attrName>ppt_w</p:attrName>
                                        </p:attrNameLst>
                                      </p:cBhvr>
                                      <p:tavLst>
                                        <p:tav tm="0">
                                          <p:val>
                                            <p:fltVal val="0"/>
                                          </p:val>
                                        </p:tav>
                                        <p:tav tm="100000">
                                          <p:val>
                                            <p:strVal val="#ppt_w"/>
                                          </p:val>
                                        </p:tav>
                                      </p:tavLst>
                                    </p:anim>
                                    <p:anim calcmode="lin" valueType="num">
                                      <p:cBhvr>
                                        <p:cTn id="73" dur="500" fill="hold"/>
                                        <p:tgtEl>
                                          <p:spTgt spid="77"/>
                                        </p:tgtEl>
                                        <p:attrNameLst>
                                          <p:attrName>ppt_h</p:attrName>
                                        </p:attrNameLst>
                                      </p:cBhvr>
                                      <p:tavLst>
                                        <p:tav tm="0">
                                          <p:val>
                                            <p:fltVal val="0"/>
                                          </p:val>
                                        </p:tav>
                                        <p:tav tm="100000">
                                          <p:val>
                                            <p:strVal val="#ppt_h"/>
                                          </p:val>
                                        </p:tav>
                                      </p:tavLst>
                                    </p:anim>
                                    <p:animEffect transition="in" filter="fade">
                                      <p:cBhvr>
                                        <p:cTn id="74" dur="500"/>
                                        <p:tgtEl>
                                          <p:spTgt spid="77"/>
                                        </p:tgtEl>
                                      </p:cBhvr>
                                    </p:animEffect>
                                  </p:childTnLst>
                                </p:cTn>
                              </p:par>
                              <p:par>
                                <p:cTn id="75" presetID="53" presetClass="entr" presetSubtype="16" fill="hold" grpId="0" nodeType="withEffect">
                                  <p:stCondLst>
                                    <p:cond delay="0"/>
                                  </p:stCondLst>
                                  <p:childTnLst>
                                    <p:set>
                                      <p:cBhvr>
                                        <p:cTn id="76" dur="1" fill="hold">
                                          <p:stCondLst>
                                            <p:cond delay="0"/>
                                          </p:stCondLst>
                                        </p:cTn>
                                        <p:tgtEl>
                                          <p:spTgt spid="76"/>
                                        </p:tgtEl>
                                        <p:attrNameLst>
                                          <p:attrName>style.visibility</p:attrName>
                                        </p:attrNameLst>
                                      </p:cBhvr>
                                      <p:to>
                                        <p:strVal val="visible"/>
                                      </p:to>
                                    </p:set>
                                    <p:anim calcmode="lin" valueType="num">
                                      <p:cBhvr>
                                        <p:cTn id="77" dur="500" fill="hold"/>
                                        <p:tgtEl>
                                          <p:spTgt spid="76"/>
                                        </p:tgtEl>
                                        <p:attrNameLst>
                                          <p:attrName>ppt_w</p:attrName>
                                        </p:attrNameLst>
                                      </p:cBhvr>
                                      <p:tavLst>
                                        <p:tav tm="0">
                                          <p:val>
                                            <p:fltVal val="0"/>
                                          </p:val>
                                        </p:tav>
                                        <p:tav tm="100000">
                                          <p:val>
                                            <p:strVal val="#ppt_w"/>
                                          </p:val>
                                        </p:tav>
                                      </p:tavLst>
                                    </p:anim>
                                    <p:anim calcmode="lin" valueType="num">
                                      <p:cBhvr>
                                        <p:cTn id="78" dur="500" fill="hold"/>
                                        <p:tgtEl>
                                          <p:spTgt spid="76"/>
                                        </p:tgtEl>
                                        <p:attrNameLst>
                                          <p:attrName>ppt_h</p:attrName>
                                        </p:attrNameLst>
                                      </p:cBhvr>
                                      <p:tavLst>
                                        <p:tav tm="0">
                                          <p:val>
                                            <p:fltVal val="0"/>
                                          </p:val>
                                        </p:tav>
                                        <p:tav tm="100000">
                                          <p:val>
                                            <p:strVal val="#ppt_h"/>
                                          </p:val>
                                        </p:tav>
                                      </p:tavLst>
                                    </p:anim>
                                    <p:animEffect transition="in" filter="fade">
                                      <p:cBhvr>
                                        <p:cTn id="79" dur="500"/>
                                        <p:tgtEl>
                                          <p:spTgt spid="76"/>
                                        </p:tgtEl>
                                      </p:cBhvr>
                                    </p:animEffect>
                                  </p:childTnLst>
                                </p:cTn>
                              </p:par>
                              <p:par>
                                <p:cTn id="80" presetID="53" presetClass="entr" presetSubtype="16" fill="hold" grpId="0" nodeType="withEffect">
                                  <p:stCondLst>
                                    <p:cond delay="0"/>
                                  </p:stCondLst>
                                  <p:childTnLst>
                                    <p:set>
                                      <p:cBhvr>
                                        <p:cTn id="81" dur="1" fill="hold">
                                          <p:stCondLst>
                                            <p:cond delay="0"/>
                                          </p:stCondLst>
                                        </p:cTn>
                                        <p:tgtEl>
                                          <p:spTgt spid="75"/>
                                        </p:tgtEl>
                                        <p:attrNameLst>
                                          <p:attrName>style.visibility</p:attrName>
                                        </p:attrNameLst>
                                      </p:cBhvr>
                                      <p:to>
                                        <p:strVal val="visible"/>
                                      </p:to>
                                    </p:set>
                                    <p:anim calcmode="lin" valueType="num">
                                      <p:cBhvr>
                                        <p:cTn id="82" dur="500" fill="hold"/>
                                        <p:tgtEl>
                                          <p:spTgt spid="75"/>
                                        </p:tgtEl>
                                        <p:attrNameLst>
                                          <p:attrName>ppt_w</p:attrName>
                                        </p:attrNameLst>
                                      </p:cBhvr>
                                      <p:tavLst>
                                        <p:tav tm="0">
                                          <p:val>
                                            <p:fltVal val="0"/>
                                          </p:val>
                                        </p:tav>
                                        <p:tav tm="100000">
                                          <p:val>
                                            <p:strVal val="#ppt_w"/>
                                          </p:val>
                                        </p:tav>
                                      </p:tavLst>
                                    </p:anim>
                                    <p:anim calcmode="lin" valueType="num">
                                      <p:cBhvr>
                                        <p:cTn id="83" dur="500" fill="hold"/>
                                        <p:tgtEl>
                                          <p:spTgt spid="75"/>
                                        </p:tgtEl>
                                        <p:attrNameLst>
                                          <p:attrName>ppt_h</p:attrName>
                                        </p:attrNameLst>
                                      </p:cBhvr>
                                      <p:tavLst>
                                        <p:tav tm="0">
                                          <p:val>
                                            <p:fltVal val="0"/>
                                          </p:val>
                                        </p:tav>
                                        <p:tav tm="100000">
                                          <p:val>
                                            <p:strVal val="#ppt_h"/>
                                          </p:val>
                                        </p:tav>
                                      </p:tavLst>
                                    </p:anim>
                                    <p:animEffect transition="in" filter="fade">
                                      <p:cBhvr>
                                        <p:cTn id="84" dur="500"/>
                                        <p:tgtEl>
                                          <p:spTgt spid="75"/>
                                        </p:tgtEl>
                                      </p:cBhvr>
                                    </p:animEffect>
                                  </p:childTnLst>
                                </p:cTn>
                              </p:par>
                            </p:childTnLst>
                          </p:cTn>
                        </p:par>
                        <p:par>
                          <p:cTn id="85" fill="hold">
                            <p:stCondLst>
                              <p:cond delay="500"/>
                            </p:stCondLst>
                            <p:childTnLst>
                              <p:par>
                                <p:cTn id="86" presetID="22" presetClass="entr" presetSubtype="1" fill="hold" nodeType="afterEffect">
                                  <p:stCondLst>
                                    <p:cond delay="0"/>
                                  </p:stCondLst>
                                  <p:childTnLst>
                                    <p:set>
                                      <p:cBhvr>
                                        <p:cTn id="87" dur="1" fill="hold">
                                          <p:stCondLst>
                                            <p:cond delay="0"/>
                                          </p:stCondLst>
                                        </p:cTn>
                                        <p:tgtEl>
                                          <p:spTgt spid="99"/>
                                        </p:tgtEl>
                                        <p:attrNameLst>
                                          <p:attrName>style.visibility</p:attrName>
                                        </p:attrNameLst>
                                      </p:cBhvr>
                                      <p:to>
                                        <p:strVal val="visible"/>
                                      </p:to>
                                    </p:set>
                                    <p:animEffect transition="in" filter="wipe(up)">
                                      <p:cBhvr>
                                        <p:cTn id="88" dur="500"/>
                                        <p:tgtEl>
                                          <p:spTgt spid="99"/>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73" grpId="0" animBg="1"/>
      <p:bldP spid="74" grpId="0" animBg="1"/>
      <p:bldP spid="75" grpId="0" animBg="1"/>
      <p:bldP spid="76" grpId="0" animBg="1"/>
      <p:bldP spid="77" grpId="0" animBg="1"/>
      <p:bldP spid="81" grpId="0" animBg="1"/>
      <p:bldP spid="82" grpId="0" animBg="1"/>
      <p:bldP spid="86" grpId="0" animBg="1"/>
      <p:bldP spid="87" grpId="0" animBg="1"/>
      <p:bldP spid="89" grpId="0" animBg="1"/>
      <p:bldP spid="90" grpId="0" animBg="1"/>
      <p:bldP spid="91" grpId="0" animBg="1"/>
      <p:bldP spid="92" grpId="0" animBg="1"/>
      <p:bldP spid="93" grpId="0" animBg="1"/>
    </p:bldLst>
  </p:timing>
</p:sld>
</file>

<file path=ppt/slides/slide36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24" name="组合 23">
            <a:extLst>
              <a:ext uri="{FF2B5EF4-FFF2-40B4-BE49-F238E27FC236}">
                <a16:creationId xmlns:a16="http://schemas.microsoft.com/office/drawing/2014/main" id="{F4FE5B56-4862-49AE-A172-67A7416C39D0}"/>
              </a:ext>
            </a:extLst>
          </p:cNvPr>
          <p:cNvGrpSpPr/>
          <p:nvPr/>
        </p:nvGrpSpPr>
        <p:grpSpPr>
          <a:xfrm>
            <a:off x="2143051" y="1571127"/>
            <a:ext cx="7680544" cy="932997"/>
            <a:chOff x="2143051" y="2939437"/>
            <a:chExt cx="7680544" cy="932997"/>
          </a:xfrm>
        </p:grpSpPr>
        <p:grpSp>
          <p:nvGrpSpPr>
            <p:cNvPr id="20" name="组合 19">
              <a:extLst>
                <a:ext uri="{FF2B5EF4-FFF2-40B4-BE49-F238E27FC236}">
                  <a16:creationId xmlns:a16="http://schemas.microsoft.com/office/drawing/2014/main" id="{A5B0D40E-707C-4535-9823-C564413AC7C5}"/>
                </a:ext>
              </a:extLst>
            </p:cNvPr>
            <p:cNvGrpSpPr/>
            <p:nvPr/>
          </p:nvGrpSpPr>
          <p:grpSpPr>
            <a:xfrm>
              <a:off x="2143051" y="2939437"/>
              <a:ext cx="2093457" cy="932997"/>
              <a:chOff x="2143051" y="2939437"/>
              <a:chExt cx="2093457" cy="932997"/>
            </a:xfrm>
          </p:grpSpPr>
          <p:sp>
            <p:nvSpPr>
              <p:cNvPr id="44" name="文本框 43">
                <a:extLst>
                  <a:ext uri="{FF2B5EF4-FFF2-40B4-BE49-F238E27FC236}">
                    <a16:creationId xmlns:a16="http://schemas.microsoft.com/office/drawing/2014/main" id="{E593FC51-5A32-48BF-BBDB-CD51E408FBD4}"/>
                  </a:ext>
                </a:extLst>
              </p:cNvPr>
              <p:cNvSpPr txBox="1"/>
              <p:nvPr/>
            </p:nvSpPr>
            <p:spPr>
              <a:xfrm>
                <a:off x="2143051" y="2939437"/>
                <a:ext cx="2093457" cy="369332"/>
              </a:xfrm>
              <a:prstGeom prst="rect">
                <a:avLst/>
              </a:prstGeom>
              <a:noFill/>
            </p:spPr>
            <p:txBody>
              <a:bodyPr wrap="square" rtlCol="0">
                <a:spAutoFit/>
              </a:bodyPr>
              <a:lstStyle/>
              <a:p>
                <a:pPr algn="ctr"/>
                <a:r>
                  <a:rPr lang="zh-CN" altLang="en-US" b="1" dirty="0">
                    <a:latin typeface="Arial Narrow" panose="020B0606020202030204" pitchFamily="34" charset="0"/>
                  </a:rPr>
                  <a:t>带</a:t>
                </a:r>
                <a:r>
                  <a:rPr lang="en-US" altLang="zh-CN" b="1" dirty="0">
                    <a:latin typeface="Arial Narrow" panose="020B0606020202030204" pitchFamily="34" charset="0"/>
                  </a:rPr>
                  <a:t>BNC</a:t>
                </a:r>
                <a:r>
                  <a:rPr lang="zh-CN" altLang="en-US" b="1" dirty="0">
                    <a:latin typeface="Arial Narrow" panose="020B0606020202030204" pitchFamily="34" charset="0"/>
                  </a:rPr>
                  <a:t>接口的网卡</a:t>
                </a:r>
              </a:p>
            </p:txBody>
          </p:sp>
          <p:pic>
            <p:nvPicPr>
              <p:cNvPr id="45" name="图片 44">
                <a:extLst>
                  <a:ext uri="{FF2B5EF4-FFF2-40B4-BE49-F238E27FC236}">
                    <a16:creationId xmlns:a16="http://schemas.microsoft.com/office/drawing/2014/main" id="{52C532C0-DE60-4091-B5E0-3DE9BECC1C66}"/>
                  </a:ext>
                </a:extLst>
              </p:cNvPr>
              <p:cNvPicPr>
                <a:picLocks noChangeAspect="1"/>
              </p:cNvPicPr>
              <p:nvPr/>
            </p:nvPicPr>
            <p:blipFill>
              <a:blip r:embed="rId3">
                <a:clrChange>
                  <a:clrFrom>
                    <a:srgbClr val="FFFFFF"/>
                  </a:clrFrom>
                  <a:clrTo>
                    <a:srgbClr val="FFFFFF">
                      <a:alpha val="0"/>
                    </a:srgbClr>
                  </a:clrTo>
                </a:clrChange>
              </a:blip>
              <a:stretch>
                <a:fillRect/>
              </a:stretch>
            </p:blipFill>
            <p:spPr>
              <a:xfrm>
                <a:off x="2760802" y="3272839"/>
                <a:ext cx="857956" cy="599595"/>
              </a:xfrm>
              <a:prstGeom prst="rect">
                <a:avLst/>
              </a:prstGeom>
            </p:spPr>
          </p:pic>
        </p:grpSp>
        <p:grpSp>
          <p:nvGrpSpPr>
            <p:cNvPr id="47" name="组合 46">
              <a:extLst>
                <a:ext uri="{FF2B5EF4-FFF2-40B4-BE49-F238E27FC236}">
                  <a16:creationId xmlns:a16="http://schemas.microsoft.com/office/drawing/2014/main" id="{91D296C6-316F-43C4-8F4B-C7D6DFBEA2F7}"/>
                </a:ext>
              </a:extLst>
            </p:cNvPr>
            <p:cNvGrpSpPr/>
            <p:nvPr/>
          </p:nvGrpSpPr>
          <p:grpSpPr>
            <a:xfrm>
              <a:off x="4495412" y="2939437"/>
              <a:ext cx="2093457" cy="932997"/>
              <a:chOff x="2143051" y="2939437"/>
              <a:chExt cx="2093457" cy="932997"/>
            </a:xfrm>
          </p:grpSpPr>
          <p:sp>
            <p:nvSpPr>
              <p:cNvPr id="48" name="文本框 47">
                <a:extLst>
                  <a:ext uri="{FF2B5EF4-FFF2-40B4-BE49-F238E27FC236}">
                    <a16:creationId xmlns:a16="http://schemas.microsoft.com/office/drawing/2014/main" id="{1F99C9F9-4B21-4D04-A879-42B7F0E0FB40}"/>
                  </a:ext>
                </a:extLst>
              </p:cNvPr>
              <p:cNvSpPr txBox="1"/>
              <p:nvPr/>
            </p:nvSpPr>
            <p:spPr>
              <a:xfrm>
                <a:off x="2143051" y="2939437"/>
                <a:ext cx="2093457" cy="369332"/>
              </a:xfrm>
              <a:prstGeom prst="rect">
                <a:avLst/>
              </a:prstGeom>
              <a:noFill/>
            </p:spPr>
            <p:txBody>
              <a:bodyPr wrap="square" rtlCol="0">
                <a:spAutoFit/>
              </a:bodyPr>
              <a:lstStyle/>
              <a:p>
                <a:pPr algn="ctr"/>
                <a:r>
                  <a:rPr lang="zh-CN" altLang="en-US" b="1" dirty="0">
                    <a:latin typeface="Arial Narrow" panose="020B0606020202030204" pitchFamily="34" charset="0"/>
                  </a:rPr>
                  <a:t>带</a:t>
                </a:r>
                <a:r>
                  <a:rPr lang="en-US" altLang="zh-CN" b="1" dirty="0">
                    <a:latin typeface="Arial Narrow" panose="020B0606020202030204" pitchFamily="34" charset="0"/>
                  </a:rPr>
                  <a:t>BNC</a:t>
                </a:r>
                <a:r>
                  <a:rPr lang="zh-CN" altLang="en-US" b="1" dirty="0">
                    <a:latin typeface="Arial Narrow" panose="020B0606020202030204" pitchFamily="34" charset="0"/>
                  </a:rPr>
                  <a:t>接口的网卡</a:t>
                </a:r>
              </a:p>
            </p:txBody>
          </p:sp>
          <p:pic>
            <p:nvPicPr>
              <p:cNvPr id="49" name="图片 48">
                <a:extLst>
                  <a:ext uri="{FF2B5EF4-FFF2-40B4-BE49-F238E27FC236}">
                    <a16:creationId xmlns:a16="http://schemas.microsoft.com/office/drawing/2014/main" id="{3EB7F8B0-7200-4C2A-95BE-304A2D8E6694}"/>
                  </a:ext>
                </a:extLst>
              </p:cNvPr>
              <p:cNvPicPr>
                <a:picLocks noChangeAspect="1"/>
              </p:cNvPicPr>
              <p:nvPr/>
            </p:nvPicPr>
            <p:blipFill>
              <a:blip r:embed="rId3">
                <a:clrChange>
                  <a:clrFrom>
                    <a:srgbClr val="FFFFFF"/>
                  </a:clrFrom>
                  <a:clrTo>
                    <a:srgbClr val="FFFFFF">
                      <a:alpha val="0"/>
                    </a:srgbClr>
                  </a:clrTo>
                </a:clrChange>
              </a:blip>
              <a:stretch>
                <a:fillRect/>
              </a:stretch>
            </p:blipFill>
            <p:spPr>
              <a:xfrm>
                <a:off x="2760802" y="3272839"/>
                <a:ext cx="857956" cy="599595"/>
              </a:xfrm>
              <a:prstGeom prst="rect">
                <a:avLst/>
              </a:prstGeom>
            </p:spPr>
          </p:pic>
        </p:grpSp>
        <p:grpSp>
          <p:nvGrpSpPr>
            <p:cNvPr id="50" name="组合 49">
              <a:extLst>
                <a:ext uri="{FF2B5EF4-FFF2-40B4-BE49-F238E27FC236}">
                  <a16:creationId xmlns:a16="http://schemas.microsoft.com/office/drawing/2014/main" id="{71D71BBE-B518-435B-9566-69AE71D649F8}"/>
                </a:ext>
              </a:extLst>
            </p:cNvPr>
            <p:cNvGrpSpPr/>
            <p:nvPr/>
          </p:nvGrpSpPr>
          <p:grpSpPr>
            <a:xfrm>
              <a:off x="7730138" y="2939437"/>
              <a:ext cx="2093457" cy="932997"/>
              <a:chOff x="2143051" y="2939437"/>
              <a:chExt cx="2093457" cy="932997"/>
            </a:xfrm>
          </p:grpSpPr>
          <p:sp>
            <p:nvSpPr>
              <p:cNvPr id="51" name="文本框 50">
                <a:extLst>
                  <a:ext uri="{FF2B5EF4-FFF2-40B4-BE49-F238E27FC236}">
                    <a16:creationId xmlns:a16="http://schemas.microsoft.com/office/drawing/2014/main" id="{279F2837-2EBF-44D4-871C-716376DF0D82}"/>
                  </a:ext>
                </a:extLst>
              </p:cNvPr>
              <p:cNvSpPr txBox="1"/>
              <p:nvPr/>
            </p:nvSpPr>
            <p:spPr>
              <a:xfrm>
                <a:off x="2143051" y="2939437"/>
                <a:ext cx="2093457" cy="369332"/>
              </a:xfrm>
              <a:prstGeom prst="rect">
                <a:avLst/>
              </a:prstGeom>
              <a:noFill/>
            </p:spPr>
            <p:txBody>
              <a:bodyPr wrap="square" rtlCol="0">
                <a:spAutoFit/>
              </a:bodyPr>
              <a:lstStyle/>
              <a:p>
                <a:pPr algn="ctr"/>
                <a:r>
                  <a:rPr lang="zh-CN" altLang="en-US" b="1" dirty="0">
                    <a:latin typeface="Arial Narrow" panose="020B0606020202030204" pitchFamily="34" charset="0"/>
                  </a:rPr>
                  <a:t>带</a:t>
                </a:r>
                <a:r>
                  <a:rPr lang="en-US" altLang="zh-CN" b="1" dirty="0">
                    <a:latin typeface="Arial Narrow" panose="020B0606020202030204" pitchFamily="34" charset="0"/>
                  </a:rPr>
                  <a:t>BNC</a:t>
                </a:r>
                <a:r>
                  <a:rPr lang="zh-CN" altLang="en-US" b="1" dirty="0">
                    <a:latin typeface="Arial Narrow" panose="020B0606020202030204" pitchFamily="34" charset="0"/>
                  </a:rPr>
                  <a:t>接口的网卡</a:t>
                </a:r>
              </a:p>
            </p:txBody>
          </p:sp>
          <p:pic>
            <p:nvPicPr>
              <p:cNvPr id="52" name="图片 51">
                <a:extLst>
                  <a:ext uri="{FF2B5EF4-FFF2-40B4-BE49-F238E27FC236}">
                    <a16:creationId xmlns:a16="http://schemas.microsoft.com/office/drawing/2014/main" id="{68DE2935-8990-4CCB-A1BE-098360A6F5D3}"/>
                  </a:ext>
                </a:extLst>
              </p:cNvPr>
              <p:cNvPicPr>
                <a:picLocks noChangeAspect="1"/>
              </p:cNvPicPr>
              <p:nvPr/>
            </p:nvPicPr>
            <p:blipFill>
              <a:blip r:embed="rId3">
                <a:clrChange>
                  <a:clrFrom>
                    <a:srgbClr val="FFFFFF"/>
                  </a:clrFrom>
                  <a:clrTo>
                    <a:srgbClr val="FFFFFF">
                      <a:alpha val="0"/>
                    </a:srgbClr>
                  </a:clrTo>
                </a:clrChange>
              </a:blip>
              <a:stretch>
                <a:fillRect/>
              </a:stretch>
            </p:blipFill>
            <p:spPr>
              <a:xfrm>
                <a:off x="2760802" y="3272839"/>
                <a:ext cx="857956" cy="599595"/>
              </a:xfrm>
              <a:prstGeom prst="rect">
                <a:avLst/>
              </a:prstGeom>
            </p:spPr>
          </p:pic>
        </p:grpSp>
      </p:grpSp>
      <p:grpSp>
        <p:nvGrpSpPr>
          <p:cNvPr id="4" name="组合 3">
            <a:extLst>
              <a:ext uri="{FF2B5EF4-FFF2-40B4-BE49-F238E27FC236}">
                <a16:creationId xmlns:a16="http://schemas.microsoft.com/office/drawing/2014/main" id="{9A1EA9F2-FCB6-48C3-935F-7AE7E3AD14AC}"/>
              </a:ext>
            </a:extLst>
          </p:cNvPr>
          <p:cNvGrpSpPr/>
          <p:nvPr/>
        </p:nvGrpSpPr>
        <p:grpSpPr>
          <a:xfrm>
            <a:off x="304800" y="749300"/>
            <a:ext cx="6192344" cy="400110"/>
            <a:chOff x="424117" y="898245"/>
            <a:chExt cx="6192344" cy="400110"/>
          </a:xfrm>
        </p:grpSpPr>
        <p:sp>
          <p:nvSpPr>
            <p:cNvPr id="2" name="平行四边形 1">
              <a:extLst>
                <a:ext uri="{FF2B5EF4-FFF2-40B4-BE49-F238E27FC236}">
                  <a16:creationId xmlns:a16="http://schemas.microsoft.com/office/drawing/2014/main" id="{1F5BAA3F-9845-4F89-A2DD-8222D3E4EDAC}"/>
                </a:ext>
              </a:extLst>
            </p:cNvPr>
            <p:cNvSpPr/>
            <p:nvPr/>
          </p:nvSpPr>
          <p:spPr>
            <a:xfrm>
              <a:off x="424117" y="898245"/>
              <a:ext cx="628306" cy="387090"/>
            </a:xfrm>
            <a:prstGeom prst="parallelogram">
              <a:avLst/>
            </a:prstGeom>
            <a:solidFill>
              <a:schemeClr val="accent3">
                <a:lumMod val="75000"/>
              </a:schemeClr>
            </a:solidFill>
            <a:ln>
              <a:solidFill>
                <a:schemeClr val="accent3">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CN" sz="2200" dirty="0">
                  <a:latin typeface="Impact" panose="020B0806030902050204" pitchFamily="34" charset="0"/>
                </a:rPr>
                <a:t>01</a:t>
              </a:r>
              <a:endParaRPr lang="zh-CN" altLang="en-US" sz="2200" dirty="0">
                <a:latin typeface="Impact" panose="020B0806030902050204" pitchFamily="34" charset="0"/>
              </a:endParaRPr>
            </a:p>
          </p:txBody>
        </p:sp>
        <p:sp>
          <p:nvSpPr>
            <p:cNvPr id="3" name="文本框 2">
              <a:extLst>
                <a:ext uri="{FF2B5EF4-FFF2-40B4-BE49-F238E27FC236}">
                  <a16:creationId xmlns:a16="http://schemas.microsoft.com/office/drawing/2014/main" id="{4D6BD736-A4D3-4F26-AFED-36E11F50F70B}"/>
                </a:ext>
              </a:extLst>
            </p:cNvPr>
            <p:cNvSpPr txBox="1"/>
            <p:nvPr/>
          </p:nvSpPr>
          <p:spPr>
            <a:xfrm>
              <a:off x="1052423" y="898245"/>
              <a:ext cx="5564038" cy="400110"/>
            </a:xfrm>
            <a:prstGeom prst="rect">
              <a:avLst/>
            </a:prstGeom>
            <a:noFill/>
          </p:spPr>
          <p:txBody>
            <a:bodyPr wrap="square" rtlCol="0">
              <a:spAutoFit/>
            </a:bodyPr>
            <a:lstStyle/>
            <a:p>
              <a:r>
                <a:rPr lang="zh-CN" altLang="en-US" sz="2000" b="1" dirty="0"/>
                <a:t>使用集线器的共享式以太网</a:t>
              </a:r>
              <a:endParaRPr lang="en-US" altLang="zh-CN" sz="2000" b="1" dirty="0"/>
            </a:p>
          </p:txBody>
        </p:sp>
      </p:grpSp>
      <p:cxnSp>
        <p:nvCxnSpPr>
          <p:cNvPr id="13" name="直接连接符 12">
            <a:extLst>
              <a:ext uri="{FF2B5EF4-FFF2-40B4-BE49-F238E27FC236}">
                <a16:creationId xmlns:a16="http://schemas.microsoft.com/office/drawing/2014/main" id="{3C40BA69-C21C-499E-9018-6057AE1E06BC}"/>
              </a:ext>
            </a:extLst>
          </p:cNvPr>
          <p:cNvCxnSpPr/>
          <p:nvPr/>
        </p:nvCxnSpPr>
        <p:spPr>
          <a:xfrm flipV="1">
            <a:off x="3271002" y="3072181"/>
            <a:ext cx="0" cy="812800"/>
          </a:xfrm>
          <a:prstGeom prst="line">
            <a:avLst/>
          </a:prstGeom>
          <a:ln w="152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4" name="直接连接符 13">
            <a:extLst>
              <a:ext uri="{FF2B5EF4-FFF2-40B4-BE49-F238E27FC236}">
                <a16:creationId xmlns:a16="http://schemas.microsoft.com/office/drawing/2014/main" id="{8734AFAB-4B0D-4146-846F-A61FCE2954D2}"/>
              </a:ext>
            </a:extLst>
          </p:cNvPr>
          <p:cNvCxnSpPr/>
          <p:nvPr/>
        </p:nvCxnSpPr>
        <p:spPr>
          <a:xfrm flipV="1">
            <a:off x="5622140" y="3072181"/>
            <a:ext cx="0" cy="812800"/>
          </a:xfrm>
          <a:prstGeom prst="line">
            <a:avLst/>
          </a:prstGeom>
          <a:ln w="152400">
            <a:solidFill>
              <a:schemeClr val="tx1"/>
            </a:solidFill>
            <a:tailEnd w="med" len="lg"/>
          </a:ln>
        </p:spPr>
        <p:style>
          <a:lnRef idx="1">
            <a:schemeClr val="accent1"/>
          </a:lnRef>
          <a:fillRef idx="0">
            <a:schemeClr val="accent1"/>
          </a:fillRef>
          <a:effectRef idx="0">
            <a:schemeClr val="accent1"/>
          </a:effectRef>
          <a:fontRef idx="minor">
            <a:schemeClr val="tx1"/>
          </a:fontRef>
        </p:style>
      </p:cxnSp>
      <p:cxnSp>
        <p:nvCxnSpPr>
          <p:cNvPr id="15" name="直接连接符 14">
            <a:extLst>
              <a:ext uri="{FF2B5EF4-FFF2-40B4-BE49-F238E27FC236}">
                <a16:creationId xmlns:a16="http://schemas.microsoft.com/office/drawing/2014/main" id="{8E85E786-E56D-4B05-BFF3-1FBC6E01B40B}"/>
              </a:ext>
            </a:extLst>
          </p:cNvPr>
          <p:cNvCxnSpPr/>
          <p:nvPr/>
        </p:nvCxnSpPr>
        <p:spPr>
          <a:xfrm flipV="1">
            <a:off x="8828457" y="3072181"/>
            <a:ext cx="0" cy="812800"/>
          </a:xfrm>
          <a:prstGeom prst="line">
            <a:avLst/>
          </a:prstGeom>
          <a:ln w="152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7" name="直接连接符 16">
            <a:extLst>
              <a:ext uri="{FF2B5EF4-FFF2-40B4-BE49-F238E27FC236}">
                <a16:creationId xmlns:a16="http://schemas.microsoft.com/office/drawing/2014/main" id="{C878131F-4A5C-4A03-BB3E-599EF75A890B}"/>
              </a:ext>
            </a:extLst>
          </p:cNvPr>
          <p:cNvCxnSpPr>
            <a:cxnSpLocks/>
          </p:cNvCxnSpPr>
          <p:nvPr/>
        </p:nvCxnSpPr>
        <p:spPr>
          <a:xfrm>
            <a:off x="2493155" y="3932557"/>
            <a:ext cx="7131069" cy="0"/>
          </a:xfrm>
          <a:prstGeom prst="line">
            <a:avLst/>
          </a:prstGeom>
          <a:ln w="152400">
            <a:solidFill>
              <a:schemeClr val="tx1"/>
            </a:solidFill>
          </a:ln>
        </p:spPr>
        <p:style>
          <a:lnRef idx="1">
            <a:schemeClr val="accent1"/>
          </a:lnRef>
          <a:fillRef idx="0">
            <a:schemeClr val="accent1"/>
          </a:fillRef>
          <a:effectRef idx="0">
            <a:schemeClr val="accent1"/>
          </a:effectRef>
          <a:fontRef idx="minor">
            <a:schemeClr val="tx1"/>
          </a:fontRef>
        </p:style>
      </p:cxnSp>
      <p:sp>
        <p:nvSpPr>
          <p:cNvPr id="18" name="矩形 17">
            <a:extLst>
              <a:ext uri="{FF2B5EF4-FFF2-40B4-BE49-F238E27FC236}">
                <a16:creationId xmlns:a16="http://schemas.microsoft.com/office/drawing/2014/main" id="{2EC74EA6-AB59-45E4-90A3-A594E0EB3502}"/>
              </a:ext>
            </a:extLst>
          </p:cNvPr>
          <p:cNvSpPr/>
          <p:nvPr/>
        </p:nvSpPr>
        <p:spPr>
          <a:xfrm>
            <a:off x="2361523" y="3806857"/>
            <a:ext cx="225524" cy="225524"/>
          </a:xfrm>
          <a:prstGeom prst="rect">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19" name="矩形 18">
            <a:extLst>
              <a:ext uri="{FF2B5EF4-FFF2-40B4-BE49-F238E27FC236}">
                <a16:creationId xmlns:a16="http://schemas.microsoft.com/office/drawing/2014/main" id="{FCA8D11E-C4FD-4893-87BA-22D5A5CC177A}"/>
              </a:ext>
            </a:extLst>
          </p:cNvPr>
          <p:cNvSpPr/>
          <p:nvPr/>
        </p:nvSpPr>
        <p:spPr>
          <a:xfrm>
            <a:off x="9604953" y="3819795"/>
            <a:ext cx="225524" cy="225524"/>
          </a:xfrm>
          <a:prstGeom prst="rect">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7" name="文本框 6">
            <a:extLst>
              <a:ext uri="{FF2B5EF4-FFF2-40B4-BE49-F238E27FC236}">
                <a16:creationId xmlns:a16="http://schemas.microsoft.com/office/drawing/2014/main" id="{E68D8992-D999-45F9-9B1B-0B10B377AAF7}"/>
              </a:ext>
            </a:extLst>
          </p:cNvPr>
          <p:cNvSpPr txBox="1"/>
          <p:nvPr/>
        </p:nvSpPr>
        <p:spPr>
          <a:xfrm>
            <a:off x="6423770" y="2738688"/>
            <a:ext cx="1499879" cy="369332"/>
          </a:xfrm>
          <a:prstGeom prst="rect">
            <a:avLst/>
          </a:prstGeom>
          <a:noFill/>
        </p:spPr>
        <p:txBody>
          <a:bodyPr wrap="square" rtlCol="0">
            <a:spAutoFit/>
          </a:bodyPr>
          <a:lstStyle/>
          <a:p>
            <a:pPr algn="ctr"/>
            <a:r>
              <a:rPr lang="en-US" altLang="zh-CN" b="1" dirty="0">
                <a:latin typeface="宋体" panose="02010600030101010101" pitchFamily="2" charset="-122"/>
                <a:ea typeface="宋体" panose="02010600030101010101" pitchFamily="2" charset="-122"/>
              </a:rPr>
              <a:t>……</a:t>
            </a:r>
            <a:endParaRPr lang="zh-CN" altLang="en-US" b="1" dirty="0">
              <a:latin typeface="宋体" panose="02010600030101010101" pitchFamily="2" charset="-122"/>
              <a:ea typeface="宋体" panose="02010600030101010101" pitchFamily="2" charset="-122"/>
            </a:endParaRPr>
          </a:p>
        </p:txBody>
      </p:sp>
      <p:sp>
        <p:nvSpPr>
          <p:cNvPr id="37" name="íşlïḍè">
            <a:extLst>
              <a:ext uri="{FF2B5EF4-FFF2-40B4-BE49-F238E27FC236}">
                <a16:creationId xmlns:a16="http://schemas.microsoft.com/office/drawing/2014/main" id="{F5C9734D-D343-41C4-8F74-C2226405FEFB}"/>
              </a:ext>
            </a:extLst>
          </p:cNvPr>
          <p:cNvSpPr txBox="1"/>
          <p:nvPr/>
        </p:nvSpPr>
        <p:spPr>
          <a:xfrm>
            <a:off x="6331415" y="3478742"/>
            <a:ext cx="1405863" cy="353992"/>
          </a:xfrm>
          <a:prstGeom prst="rect">
            <a:avLst/>
          </a:prstGeom>
          <a:noFill/>
        </p:spPr>
        <p:txBody>
          <a:bodyPr wrap="square" lIns="91440" tIns="45720" rIns="91440" bIns="45720" anchor="ctr">
            <a:noAutofit/>
          </a:bodyPr>
          <a:lstStyle/>
          <a:p>
            <a:pPr algn="ctr"/>
            <a:r>
              <a:rPr lang="zh-CN" altLang="en-US" b="1" dirty="0">
                <a:latin typeface="Arial Narrow" panose="020B0606020202030204" pitchFamily="34" charset="0"/>
              </a:rPr>
              <a:t>细同轴电缆</a:t>
            </a:r>
          </a:p>
        </p:txBody>
      </p:sp>
      <p:grpSp>
        <p:nvGrpSpPr>
          <p:cNvPr id="6" name="组合 5">
            <a:extLst>
              <a:ext uri="{FF2B5EF4-FFF2-40B4-BE49-F238E27FC236}">
                <a16:creationId xmlns:a16="http://schemas.microsoft.com/office/drawing/2014/main" id="{FF03F27C-A77E-4413-9E16-B77A39023F71}"/>
              </a:ext>
            </a:extLst>
          </p:cNvPr>
          <p:cNvGrpSpPr/>
          <p:nvPr/>
        </p:nvGrpSpPr>
        <p:grpSpPr>
          <a:xfrm>
            <a:off x="1076371" y="3269829"/>
            <a:ext cx="1604884" cy="956123"/>
            <a:chOff x="359324" y="4638139"/>
            <a:chExt cx="1604884" cy="956123"/>
          </a:xfrm>
        </p:grpSpPr>
        <p:pic>
          <p:nvPicPr>
            <p:cNvPr id="33" name="图片 32">
              <a:extLst>
                <a:ext uri="{FF2B5EF4-FFF2-40B4-BE49-F238E27FC236}">
                  <a16:creationId xmlns:a16="http://schemas.microsoft.com/office/drawing/2014/main" id="{209CE19E-1C61-429F-B6E1-BBDBD9C65167}"/>
                </a:ext>
              </a:extLst>
            </p:cNvPr>
            <p:cNvPicPr>
              <a:picLocks noChangeAspect="1"/>
            </p:cNvPicPr>
            <p:nvPr/>
          </p:nvPicPr>
          <p:blipFill>
            <a:blip r:embed="rId4"/>
            <a:stretch>
              <a:fillRect/>
            </a:stretch>
          </p:blipFill>
          <p:spPr>
            <a:xfrm>
              <a:off x="830268" y="5007471"/>
              <a:ext cx="662997" cy="586791"/>
            </a:xfrm>
            <a:prstGeom prst="rect">
              <a:avLst/>
            </a:prstGeom>
          </p:spPr>
        </p:pic>
        <p:sp>
          <p:nvSpPr>
            <p:cNvPr id="34" name="文本框 33">
              <a:extLst>
                <a:ext uri="{FF2B5EF4-FFF2-40B4-BE49-F238E27FC236}">
                  <a16:creationId xmlns:a16="http://schemas.microsoft.com/office/drawing/2014/main" id="{8573DC29-3379-4622-A1FB-6E1A9CEB651F}"/>
                </a:ext>
              </a:extLst>
            </p:cNvPr>
            <p:cNvSpPr txBox="1"/>
            <p:nvPr/>
          </p:nvSpPr>
          <p:spPr>
            <a:xfrm>
              <a:off x="359324" y="4638139"/>
              <a:ext cx="1604884" cy="369332"/>
            </a:xfrm>
            <a:prstGeom prst="rect">
              <a:avLst/>
            </a:prstGeom>
            <a:noFill/>
          </p:spPr>
          <p:txBody>
            <a:bodyPr wrap="square" rtlCol="0">
              <a:spAutoFit/>
            </a:bodyPr>
            <a:lstStyle/>
            <a:p>
              <a:pPr algn="ctr"/>
              <a:r>
                <a:rPr lang="zh-CN" altLang="en-US" b="1" dirty="0">
                  <a:latin typeface="+mn-ea"/>
                </a:rPr>
                <a:t>终端匹配电阻</a:t>
              </a:r>
            </a:p>
          </p:txBody>
        </p:sp>
      </p:grpSp>
      <p:grpSp>
        <p:nvGrpSpPr>
          <p:cNvPr id="5" name="组合 4">
            <a:extLst>
              <a:ext uri="{FF2B5EF4-FFF2-40B4-BE49-F238E27FC236}">
                <a16:creationId xmlns:a16="http://schemas.microsoft.com/office/drawing/2014/main" id="{5784BC32-7C76-408C-9F64-BBA69CCC5172}"/>
              </a:ext>
            </a:extLst>
          </p:cNvPr>
          <p:cNvGrpSpPr/>
          <p:nvPr/>
        </p:nvGrpSpPr>
        <p:grpSpPr>
          <a:xfrm>
            <a:off x="9452958" y="3269829"/>
            <a:ext cx="1604884" cy="956123"/>
            <a:chOff x="511724" y="4790539"/>
            <a:chExt cx="1604884" cy="956123"/>
          </a:xfrm>
        </p:grpSpPr>
        <p:pic>
          <p:nvPicPr>
            <p:cNvPr id="36" name="图片 35">
              <a:extLst>
                <a:ext uri="{FF2B5EF4-FFF2-40B4-BE49-F238E27FC236}">
                  <a16:creationId xmlns:a16="http://schemas.microsoft.com/office/drawing/2014/main" id="{375FF3D2-BBD6-4881-BBAA-DC21A961A16B}"/>
                </a:ext>
              </a:extLst>
            </p:cNvPr>
            <p:cNvPicPr>
              <a:picLocks noChangeAspect="1"/>
            </p:cNvPicPr>
            <p:nvPr/>
          </p:nvPicPr>
          <p:blipFill>
            <a:blip r:embed="rId4"/>
            <a:stretch>
              <a:fillRect/>
            </a:stretch>
          </p:blipFill>
          <p:spPr>
            <a:xfrm>
              <a:off x="982668" y="5159871"/>
              <a:ext cx="662997" cy="586791"/>
            </a:xfrm>
            <a:prstGeom prst="rect">
              <a:avLst/>
            </a:prstGeom>
          </p:spPr>
        </p:pic>
        <p:sp>
          <p:nvSpPr>
            <p:cNvPr id="38" name="文本框 37">
              <a:extLst>
                <a:ext uri="{FF2B5EF4-FFF2-40B4-BE49-F238E27FC236}">
                  <a16:creationId xmlns:a16="http://schemas.microsoft.com/office/drawing/2014/main" id="{1F0A7849-6F6B-4766-8563-901E4F61B94B}"/>
                </a:ext>
              </a:extLst>
            </p:cNvPr>
            <p:cNvSpPr txBox="1"/>
            <p:nvPr/>
          </p:nvSpPr>
          <p:spPr>
            <a:xfrm>
              <a:off x="511724" y="4790539"/>
              <a:ext cx="1604884" cy="369332"/>
            </a:xfrm>
            <a:prstGeom prst="rect">
              <a:avLst/>
            </a:prstGeom>
            <a:noFill/>
          </p:spPr>
          <p:txBody>
            <a:bodyPr wrap="square" rtlCol="0">
              <a:spAutoFit/>
            </a:bodyPr>
            <a:lstStyle/>
            <a:p>
              <a:pPr algn="ctr"/>
              <a:r>
                <a:rPr lang="zh-CN" altLang="en-US" b="1" dirty="0">
                  <a:latin typeface="+mn-ea"/>
                </a:rPr>
                <a:t>终端匹配电阻</a:t>
              </a:r>
            </a:p>
          </p:txBody>
        </p:sp>
      </p:grpSp>
      <p:sp>
        <p:nvSpPr>
          <p:cNvPr id="42" name="矩形 41">
            <a:extLst>
              <a:ext uri="{FF2B5EF4-FFF2-40B4-BE49-F238E27FC236}">
                <a16:creationId xmlns:a16="http://schemas.microsoft.com/office/drawing/2014/main" id="{F456BACC-1BB2-40B9-94AC-EE6FAAC13054}"/>
              </a:ext>
            </a:extLst>
          </p:cNvPr>
          <p:cNvSpPr/>
          <p:nvPr/>
        </p:nvSpPr>
        <p:spPr>
          <a:xfrm>
            <a:off x="2349783" y="3806857"/>
            <a:ext cx="237264" cy="230546"/>
          </a:xfrm>
          <a:prstGeom prst="rect">
            <a:avLst/>
          </a:prstGeom>
          <a:solidFill>
            <a:schemeClr val="accent6"/>
          </a:solidFill>
          <a:ln>
            <a:solidFill>
              <a:schemeClr val="accent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43" name="矩形 42">
            <a:extLst>
              <a:ext uri="{FF2B5EF4-FFF2-40B4-BE49-F238E27FC236}">
                <a16:creationId xmlns:a16="http://schemas.microsoft.com/office/drawing/2014/main" id="{AF14D49F-3704-427B-8676-86F00DBEFF21}"/>
              </a:ext>
            </a:extLst>
          </p:cNvPr>
          <p:cNvSpPr/>
          <p:nvPr/>
        </p:nvSpPr>
        <p:spPr>
          <a:xfrm>
            <a:off x="9604953" y="3813435"/>
            <a:ext cx="237264" cy="230546"/>
          </a:xfrm>
          <a:prstGeom prst="rect">
            <a:avLst/>
          </a:prstGeom>
          <a:solidFill>
            <a:schemeClr val="accent6"/>
          </a:solidFill>
          <a:ln>
            <a:solidFill>
              <a:schemeClr val="accent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54" name="矩形 53">
            <a:extLst>
              <a:ext uri="{FF2B5EF4-FFF2-40B4-BE49-F238E27FC236}">
                <a16:creationId xmlns:a16="http://schemas.microsoft.com/office/drawing/2014/main" id="{BCE4CA71-8E2F-46B2-A36C-67912FA9B019}"/>
              </a:ext>
            </a:extLst>
          </p:cNvPr>
          <p:cNvSpPr/>
          <p:nvPr/>
        </p:nvSpPr>
        <p:spPr>
          <a:xfrm>
            <a:off x="3152370" y="3079737"/>
            <a:ext cx="237264" cy="275497"/>
          </a:xfrm>
          <a:prstGeom prst="rect">
            <a:avLst/>
          </a:prstGeom>
          <a:solidFill>
            <a:schemeClr val="accent6"/>
          </a:solidFill>
          <a:ln>
            <a:solidFill>
              <a:schemeClr val="accent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pic>
        <p:nvPicPr>
          <p:cNvPr id="31" name="图形 30">
            <a:extLst>
              <a:ext uri="{FF2B5EF4-FFF2-40B4-BE49-F238E27FC236}">
                <a16:creationId xmlns:a16="http://schemas.microsoft.com/office/drawing/2014/main" id="{1DB8C0D3-8EAF-49A2-BBF4-92FBE82EC785}"/>
              </a:ext>
            </a:extLst>
          </p:cNvPr>
          <p:cNvPicPr>
            <a:picLocks noChangeAspect="1"/>
          </p:cNvPicPr>
          <p:nvPr/>
        </p:nvPicPr>
        <p:blipFill>
          <a:blip r:embed="rId5">
            <a:extLst>
              <a:ext uri="{28A0092B-C50C-407E-A947-70E740481C1C}">
                <a14:useLocalDpi xmlns:a14="http://schemas.microsoft.com/office/drawing/2010/main" val="0"/>
              </a:ext>
              <a:ext uri="{96DAC541-7B7A-43D3-8B79-37D633B846F1}">
                <asvg:svgBlip xmlns:asvg="http://schemas.microsoft.com/office/drawing/2016/SVG/main" r:embed="rId6"/>
              </a:ext>
            </a:extLst>
          </a:blip>
          <a:stretch>
            <a:fillRect/>
          </a:stretch>
        </p:blipFill>
        <p:spPr>
          <a:xfrm>
            <a:off x="2915091" y="2532172"/>
            <a:ext cx="662814" cy="641082"/>
          </a:xfrm>
          <a:prstGeom prst="rect">
            <a:avLst/>
          </a:prstGeom>
        </p:spPr>
      </p:pic>
      <p:sp>
        <p:nvSpPr>
          <p:cNvPr id="55" name="矩形 54">
            <a:extLst>
              <a:ext uri="{FF2B5EF4-FFF2-40B4-BE49-F238E27FC236}">
                <a16:creationId xmlns:a16="http://schemas.microsoft.com/office/drawing/2014/main" id="{F14A5FF8-BEA5-4CF5-95C9-52F45FA9E1E7}"/>
              </a:ext>
            </a:extLst>
          </p:cNvPr>
          <p:cNvSpPr/>
          <p:nvPr/>
        </p:nvSpPr>
        <p:spPr>
          <a:xfrm>
            <a:off x="5503508" y="3079737"/>
            <a:ext cx="237264" cy="275497"/>
          </a:xfrm>
          <a:prstGeom prst="rect">
            <a:avLst/>
          </a:prstGeom>
          <a:solidFill>
            <a:schemeClr val="accent6"/>
          </a:solidFill>
          <a:ln>
            <a:solidFill>
              <a:schemeClr val="accent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56" name="矩形 55">
            <a:extLst>
              <a:ext uri="{FF2B5EF4-FFF2-40B4-BE49-F238E27FC236}">
                <a16:creationId xmlns:a16="http://schemas.microsoft.com/office/drawing/2014/main" id="{11B5FD60-92DC-4CD5-A200-86011BF11827}"/>
              </a:ext>
            </a:extLst>
          </p:cNvPr>
          <p:cNvSpPr/>
          <p:nvPr/>
        </p:nvSpPr>
        <p:spPr>
          <a:xfrm>
            <a:off x="8709825" y="3079737"/>
            <a:ext cx="237264" cy="275497"/>
          </a:xfrm>
          <a:prstGeom prst="rect">
            <a:avLst/>
          </a:prstGeom>
          <a:solidFill>
            <a:schemeClr val="accent6"/>
          </a:solidFill>
          <a:ln>
            <a:solidFill>
              <a:schemeClr val="accent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pic>
        <p:nvPicPr>
          <p:cNvPr id="29" name="图形 28">
            <a:extLst>
              <a:ext uri="{FF2B5EF4-FFF2-40B4-BE49-F238E27FC236}">
                <a16:creationId xmlns:a16="http://schemas.microsoft.com/office/drawing/2014/main" id="{B379939C-FCC0-4343-A8D7-45814A1ED975}"/>
              </a:ext>
            </a:extLst>
          </p:cNvPr>
          <p:cNvPicPr>
            <a:picLocks noChangeAspect="1"/>
          </p:cNvPicPr>
          <p:nvPr/>
        </p:nvPicPr>
        <p:blipFill>
          <a:blip r:embed="rId5">
            <a:extLst>
              <a:ext uri="{28A0092B-C50C-407E-A947-70E740481C1C}">
                <a14:useLocalDpi xmlns:a14="http://schemas.microsoft.com/office/drawing/2010/main" val="0"/>
              </a:ext>
              <a:ext uri="{96DAC541-7B7A-43D3-8B79-37D633B846F1}">
                <asvg:svgBlip xmlns:asvg="http://schemas.microsoft.com/office/drawing/2016/SVG/main" r:embed="rId6"/>
              </a:ext>
            </a:extLst>
          </a:blip>
          <a:stretch>
            <a:fillRect/>
          </a:stretch>
        </p:blipFill>
        <p:spPr>
          <a:xfrm>
            <a:off x="5260372" y="2532172"/>
            <a:ext cx="662814" cy="641082"/>
          </a:xfrm>
          <a:prstGeom prst="rect">
            <a:avLst/>
          </a:prstGeom>
        </p:spPr>
      </p:pic>
      <p:pic>
        <p:nvPicPr>
          <p:cNvPr id="27" name="图形 26">
            <a:extLst>
              <a:ext uri="{FF2B5EF4-FFF2-40B4-BE49-F238E27FC236}">
                <a16:creationId xmlns:a16="http://schemas.microsoft.com/office/drawing/2014/main" id="{F51C7FC1-4464-4A57-B25A-2E55B7E4CBC7}"/>
              </a:ext>
            </a:extLst>
          </p:cNvPr>
          <p:cNvPicPr>
            <a:picLocks noChangeAspect="1"/>
          </p:cNvPicPr>
          <p:nvPr/>
        </p:nvPicPr>
        <p:blipFill>
          <a:blip r:embed="rId5">
            <a:extLst>
              <a:ext uri="{28A0092B-C50C-407E-A947-70E740481C1C}">
                <a14:useLocalDpi xmlns:a14="http://schemas.microsoft.com/office/drawing/2010/main" val="0"/>
              </a:ext>
              <a:ext uri="{96DAC541-7B7A-43D3-8B79-37D633B846F1}">
                <asvg:svgBlip xmlns:asvg="http://schemas.microsoft.com/office/drawing/2016/SVG/main" r:embed="rId6"/>
              </a:ext>
            </a:extLst>
          </a:blip>
          <a:stretch>
            <a:fillRect/>
          </a:stretch>
        </p:blipFill>
        <p:spPr>
          <a:xfrm>
            <a:off x="8497050" y="2532172"/>
            <a:ext cx="662814" cy="641082"/>
          </a:xfrm>
          <a:prstGeom prst="rect">
            <a:avLst/>
          </a:prstGeom>
        </p:spPr>
      </p:pic>
      <p:grpSp>
        <p:nvGrpSpPr>
          <p:cNvPr id="10" name="组合 9">
            <a:extLst>
              <a:ext uri="{FF2B5EF4-FFF2-40B4-BE49-F238E27FC236}">
                <a16:creationId xmlns:a16="http://schemas.microsoft.com/office/drawing/2014/main" id="{D8469293-85F8-492A-A5CA-74B6C0EF81B6}"/>
              </a:ext>
            </a:extLst>
          </p:cNvPr>
          <p:cNvGrpSpPr/>
          <p:nvPr/>
        </p:nvGrpSpPr>
        <p:grpSpPr>
          <a:xfrm>
            <a:off x="2903393" y="3544546"/>
            <a:ext cx="6282746" cy="499435"/>
            <a:chOff x="2903393" y="4912856"/>
            <a:chExt cx="6282746" cy="499435"/>
          </a:xfrm>
        </p:grpSpPr>
        <p:grpSp>
          <p:nvGrpSpPr>
            <p:cNvPr id="57" name="组合 56">
              <a:extLst>
                <a:ext uri="{FF2B5EF4-FFF2-40B4-BE49-F238E27FC236}">
                  <a16:creationId xmlns:a16="http://schemas.microsoft.com/office/drawing/2014/main" id="{D1A4F1A9-CBD0-4AB1-B48E-DDD339A12674}"/>
                </a:ext>
              </a:extLst>
            </p:cNvPr>
            <p:cNvGrpSpPr/>
            <p:nvPr/>
          </p:nvGrpSpPr>
          <p:grpSpPr>
            <a:xfrm>
              <a:off x="2903393" y="4913046"/>
              <a:ext cx="715365" cy="487645"/>
              <a:chOff x="2903391" y="4919645"/>
              <a:chExt cx="715365" cy="487645"/>
            </a:xfrm>
          </p:grpSpPr>
          <p:sp>
            <p:nvSpPr>
              <p:cNvPr id="58" name="矩形 57">
                <a:extLst>
                  <a:ext uri="{FF2B5EF4-FFF2-40B4-BE49-F238E27FC236}">
                    <a16:creationId xmlns:a16="http://schemas.microsoft.com/office/drawing/2014/main" id="{E37952EA-82B2-4278-A345-28EBB6C56355}"/>
                  </a:ext>
                </a:extLst>
              </p:cNvPr>
              <p:cNvSpPr/>
              <p:nvPr/>
            </p:nvSpPr>
            <p:spPr>
              <a:xfrm>
                <a:off x="3149178" y="4919645"/>
                <a:ext cx="237264" cy="275497"/>
              </a:xfrm>
              <a:prstGeom prst="rect">
                <a:avLst/>
              </a:prstGeom>
              <a:solidFill>
                <a:schemeClr val="accent6"/>
              </a:solidFill>
              <a:ln>
                <a:solidFill>
                  <a:schemeClr val="accent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59" name="矩形 58">
                <a:extLst>
                  <a:ext uri="{FF2B5EF4-FFF2-40B4-BE49-F238E27FC236}">
                    <a16:creationId xmlns:a16="http://schemas.microsoft.com/office/drawing/2014/main" id="{50BC64E9-9722-4856-9095-86C8E44E0623}"/>
                  </a:ext>
                </a:extLst>
              </p:cNvPr>
              <p:cNvSpPr/>
              <p:nvPr/>
            </p:nvSpPr>
            <p:spPr>
              <a:xfrm>
                <a:off x="2903391" y="5176744"/>
                <a:ext cx="715365" cy="230546"/>
              </a:xfrm>
              <a:prstGeom prst="rect">
                <a:avLst/>
              </a:prstGeom>
              <a:solidFill>
                <a:schemeClr val="accent6"/>
              </a:solidFill>
              <a:ln>
                <a:solidFill>
                  <a:schemeClr val="accent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grpSp>
        <p:grpSp>
          <p:nvGrpSpPr>
            <p:cNvPr id="53" name="组合 52">
              <a:extLst>
                <a:ext uri="{FF2B5EF4-FFF2-40B4-BE49-F238E27FC236}">
                  <a16:creationId xmlns:a16="http://schemas.microsoft.com/office/drawing/2014/main" id="{20FB3454-7908-4F19-B0CD-5AC64CF31828}"/>
                </a:ext>
              </a:extLst>
            </p:cNvPr>
            <p:cNvGrpSpPr/>
            <p:nvPr/>
          </p:nvGrpSpPr>
          <p:grpSpPr>
            <a:xfrm>
              <a:off x="5260372" y="4912856"/>
              <a:ext cx="715365" cy="487645"/>
              <a:chOff x="2903391" y="4919645"/>
              <a:chExt cx="715365" cy="487645"/>
            </a:xfrm>
          </p:grpSpPr>
          <p:sp>
            <p:nvSpPr>
              <p:cNvPr id="60" name="矩形 59">
                <a:extLst>
                  <a:ext uri="{FF2B5EF4-FFF2-40B4-BE49-F238E27FC236}">
                    <a16:creationId xmlns:a16="http://schemas.microsoft.com/office/drawing/2014/main" id="{68E7EB91-D4A0-47F9-8253-F4ACDCE93C7C}"/>
                  </a:ext>
                </a:extLst>
              </p:cNvPr>
              <p:cNvSpPr/>
              <p:nvPr/>
            </p:nvSpPr>
            <p:spPr>
              <a:xfrm>
                <a:off x="3149178" y="4919645"/>
                <a:ext cx="237264" cy="275497"/>
              </a:xfrm>
              <a:prstGeom prst="rect">
                <a:avLst/>
              </a:prstGeom>
              <a:solidFill>
                <a:schemeClr val="accent6"/>
              </a:solidFill>
              <a:ln>
                <a:solidFill>
                  <a:schemeClr val="accent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61" name="矩形 60">
                <a:extLst>
                  <a:ext uri="{FF2B5EF4-FFF2-40B4-BE49-F238E27FC236}">
                    <a16:creationId xmlns:a16="http://schemas.microsoft.com/office/drawing/2014/main" id="{FB173052-4AB4-4F35-95FD-4AD46DC5A2D6}"/>
                  </a:ext>
                </a:extLst>
              </p:cNvPr>
              <p:cNvSpPr/>
              <p:nvPr/>
            </p:nvSpPr>
            <p:spPr>
              <a:xfrm>
                <a:off x="2903391" y="5176744"/>
                <a:ext cx="715365" cy="230546"/>
              </a:xfrm>
              <a:prstGeom prst="rect">
                <a:avLst/>
              </a:prstGeom>
              <a:solidFill>
                <a:schemeClr val="accent6"/>
              </a:solidFill>
              <a:ln>
                <a:solidFill>
                  <a:schemeClr val="accent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grpSp>
        <p:grpSp>
          <p:nvGrpSpPr>
            <p:cNvPr id="62" name="组合 61">
              <a:extLst>
                <a:ext uri="{FF2B5EF4-FFF2-40B4-BE49-F238E27FC236}">
                  <a16:creationId xmlns:a16="http://schemas.microsoft.com/office/drawing/2014/main" id="{572F2765-484B-4582-AA4B-FEEC19B07CF2}"/>
                </a:ext>
              </a:extLst>
            </p:cNvPr>
            <p:cNvGrpSpPr/>
            <p:nvPr/>
          </p:nvGrpSpPr>
          <p:grpSpPr>
            <a:xfrm>
              <a:off x="8470774" y="4924646"/>
              <a:ext cx="715365" cy="487645"/>
              <a:chOff x="2903391" y="4919645"/>
              <a:chExt cx="715365" cy="487645"/>
            </a:xfrm>
          </p:grpSpPr>
          <p:sp>
            <p:nvSpPr>
              <p:cNvPr id="63" name="矩形 62">
                <a:extLst>
                  <a:ext uri="{FF2B5EF4-FFF2-40B4-BE49-F238E27FC236}">
                    <a16:creationId xmlns:a16="http://schemas.microsoft.com/office/drawing/2014/main" id="{25E1C59B-FB96-401D-8FD9-127F6DEE08C1}"/>
                  </a:ext>
                </a:extLst>
              </p:cNvPr>
              <p:cNvSpPr/>
              <p:nvPr/>
            </p:nvSpPr>
            <p:spPr>
              <a:xfrm>
                <a:off x="3149178" y="4919645"/>
                <a:ext cx="237264" cy="275497"/>
              </a:xfrm>
              <a:prstGeom prst="rect">
                <a:avLst/>
              </a:prstGeom>
              <a:solidFill>
                <a:schemeClr val="accent6"/>
              </a:solidFill>
              <a:ln>
                <a:solidFill>
                  <a:schemeClr val="accent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64" name="矩形 63">
                <a:extLst>
                  <a:ext uri="{FF2B5EF4-FFF2-40B4-BE49-F238E27FC236}">
                    <a16:creationId xmlns:a16="http://schemas.microsoft.com/office/drawing/2014/main" id="{71393A21-A456-4A89-A3BB-26C561BA402E}"/>
                  </a:ext>
                </a:extLst>
              </p:cNvPr>
              <p:cNvSpPr/>
              <p:nvPr/>
            </p:nvSpPr>
            <p:spPr>
              <a:xfrm>
                <a:off x="2903391" y="5176744"/>
                <a:ext cx="715365" cy="230546"/>
              </a:xfrm>
              <a:prstGeom prst="rect">
                <a:avLst/>
              </a:prstGeom>
              <a:solidFill>
                <a:schemeClr val="accent6"/>
              </a:solidFill>
              <a:ln>
                <a:solidFill>
                  <a:schemeClr val="accent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grpSp>
      </p:grpSp>
      <p:grpSp>
        <p:nvGrpSpPr>
          <p:cNvPr id="9" name="组合 8">
            <a:extLst>
              <a:ext uri="{FF2B5EF4-FFF2-40B4-BE49-F238E27FC236}">
                <a16:creationId xmlns:a16="http://schemas.microsoft.com/office/drawing/2014/main" id="{2099C86F-5C0D-4DA2-916F-69ED83D43958}"/>
              </a:ext>
            </a:extLst>
          </p:cNvPr>
          <p:cNvGrpSpPr/>
          <p:nvPr/>
        </p:nvGrpSpPr>
        <p:grpSpPr>
          <a:xfrm>
            <a:off x="2458633" y="4032191"/>
            <a:ext cx="7179002" cy="1085753"/>
            <a:chOff x="2458633" y="5400501"/>
            <a:chExt cx="7179002" cy="1085753"/>
          </a:xfrm>
        </p:grpSpPr>
        <p:grpSp>
          <p:nvGrpSpPr>
            <p:cNvPr id="8" name="组合 7">
              <a:extLst>
                <a:ext uri="{FF2B5EF4-FFF2-40B4-BE49-F238E27FC236}">
                  <a16:creationId xmlns:a16="http://schemas.microsoft.com/office/drawing/2014/main" id="{BCEE991C-D284-4D72-A4BF-5D42DC2CFE25}"/>
                </a:ext>
              </a:extLst>
            </p:cNvPr>
            <p:cNvGrpSpPr/>
            <p:nvPr/>
          </p:nvGrpSpPr>
          <p:grpSpPr>
            <a:xfrm>
              <a:off x="2458633" y="5400501"/>
              <a:ext cx="1604884" cy="1085753"/>
              <a:chOff x="2458633" y="5400501"/>
              <a:chExt cx="1604884" cy="1085753"/>
            </a:xfrm>
          </p:grpSpPr>
          <p:pic>
            <p:nvPicPr>
              <p:cNvPr id="65" name="图片 64">
                <a:extLst>
                  <a:ext uri="{FF2B5EF4-FFF2-40B4-BE49-F238E27FC236}">
                    <a16:creationId xmlns:a16="http://schemas.microsoft.com/office/drawing/2014/main" id="{6DDEBBBF-DFA0-44A2-9D78-06A35658D5FF}"/>
                  </a:ext>
                </a:extLst>
              </p:cNvPr>
              <p:cNvPicPr>
                <a:picLocks noChangeAspect="1"/>
              </p:cNvPicPr>
              <p:nvPr/>
            </p:nvPicPr>
            <p:blipFill>
              <a:blip r:embed="rId7">
                <a:clrChange>
                  <a:clrFrom>
                    <a:srgbClr val="FEFEFE"/>
                  </a:clrFrom>
                  <a:clrTo>
                    <a:srgbClr val="FEFEFE">
                      <a:alpha val="0"/>
                    </a:srgbClr>
                  </a:clrTo>
                </a:clrChange>
              </a:blip>
              <a:stretch>
                <a:fillRect/>
              </a:stretch>
            </p:blipFill>
            <p:spPr>
              <a:xfrm>
                <a:off x="2903393" y="5400501"/>
                <a:ext cx="715365" cy="775818"/>
              </a:xfrm>
              <a:prstGeom prst="rect">
                <a:avLst/>
              </a:prstGeom>
            </p:spPr>
          </p:pic>
          <p:sp>
            <p:nvSpPr>
              <p:cNvPr id="66" name="文本框 65">
                <a:extLst>
                  <a:ext uri="{FF2B5EF4-FFF2-40B4-BE49-F238E27FC236}">
                    <a16:creationId xmlns:a16="http://schemas.microsoft.com/office/drawing/2014/main" id="{4F83340F-0444-4E9A-AD9B-7863FF8D4C2D}"/>
                  </a:ext>
                </a:extLst>
              </p:cNvPr>
              <p:cNvSpPr txBox="1"/>
              <p:nvPr/>
            </p:nvSpPr>
            <p:spPr>
              <a:xfrm>
                <a:off x="2458633" y="6116922"/>
                <a:ext cx="1604884" cy="369332"/>
              </a:xfrm>
              <a:prstGeom prst="rect">
                <a:avLst/>
              </a:prstGeom>
              <a:noFill/>
            </p:spPr>
            <p:txBody>
              <a:bodyPr wrap="square" rtlCol="0">
                <a:spAutoFit/>
              </a:bodyPr>
              <a:lstStyle/>
              <a:p>
                <a:pPr algn="ctr"/>
                <a:r>
                  <a:rPr lang="en-US" altLang="zh-CN" b="1" dirty="0">
                    <a:latin typeface="Arial Narrow" panose="020B0606020202030204" pitchFamily="34" charset="0"/>
                  </a:rPr>
                  <a:t>BNC T</a:t>
                </a:r>
                <a:r>
                  <a:rPr lang="zh-CN" altLang="en-US" b="1" dirty="0">
                    <a:latin typeface="Arial Narrow" panose="020B0606020202030204" pitchFamily="34" charset="0"/>
                  </a:rPr>
                  <a:t>型接口</a:t>
                </a:r>
              </a:p>
            </p:txBody>
          </p:sp>
        </p:grpSp>
        <p:grpSp>
          <p:nvGrpSpPr>
            <p:cNvPr id="67" name="组合 66">
              <a:extLst>
                <a:ext uri="{FF2B5EF4-FFF2-40B4-BE49-F238E27FC236}">
                  <a16:creationId xmlns:a16="http://schemas.microsoft.com/office/drawing/2014/main" id="{0B408789-53ED-409D-B175-817AEB8ED6EE}"/>
                </a:ext>
              </a:extLst>
            </p:cNvPr>
            <p:cNvGrpSpPr/>
            <p:nvPr/>
          </p:nvGrpSpPr>
          <p:grpSpPr>
            <a:xfrm>
              <a:off x="4844158" y="5400501"/>
              <a:ext cx="1604884" cy="1085753"/>
              <a:chOff x="2458633" y="5400501"/>
              <a:chExt cx="1604884" cy="1085753"/>
            </a:xfrm>
          </p:grpSpPr>
          <p:pic>
            <p:nvPicPr>
              <p:cNvPr id="68" name="图片 67">
                <a:extLst>
                  <a:ext uri="{FF2B5EF4-FFF2-40B4-BE49-F238E27FC236}">
                    <a16:creationId xmlns:a16="http://schemas.microsoft.com/office/drawing/2014/main" id="{9A7BBEC3-BEEC-4CDE-B1C6-0BC5B0868FCE}"/>
                  </a:ext>
                </a:extLst>
              </p:cNvPr>
              <p:cNvPicPr>
                <a:picLocks noChangeAspect="1"/>
              </p:cNvPicPr>
              <p:nvPr/>
            </p:nvPicPr>
            <p:blipFill>
              <a:blip r:embed="rId7">
                <a:clrChange>
                  <a:clrFrom>
                    <a:srgbClr val="FEFEFE"/>
                  </a:clrFrom>
                  <a:clrTo>
                    <a:srgbClr val="FEFEFE">
                      <a:alpha val="0"/>
                    </a:srgbClr>
                  </a:clrTo>
                </a:clrChange>
              </a:blip>
              <a:stretch>
                <a:fillRect/>
              </a:stretch>
            </p:blipFill>
            <p:spPr>
              <a:xfrm>
                <a:off x="2903393" y="5400501"/>
                <a:ext cx="715365" cy="775818"/>
              </a:xfrm>
              <a:prstGeom prst="rect">
                <a:avLst/>
              </a:prstGeom>
            </p:spPr>
          </p:pic>
          <p:sp>
            <p:nvSpPr>
              <p:cNvPr id="69" name="文本框 68">
                <a:extLst>
                  <a:ext uri="{FF2B5EF4-FFF2-40B4-BE49-F238E27FC236}">
                    <a16:creationId xmlns:a16="http://schemas.microsoft.com/office/drawing/2014/main" id="{DA429696-F98E-483A-9E00-4CD486A12F03}"/>
                  </a:ext>
                </a:extLst>
              </p:cNvPr>
              <p:cNvSpPr txBox="1"/>
              <p:nvPr/>
            </p:nvSpPr>
            <p:spPr>
              <a:xfrm>
                <a:off x="2458633" y="6116922"/>
                <a:ext cx="1604884" cy="369332"/>
              </a:xfrm>
              <a:prstGeom prst="rect">
                <a:avLst/>
              </a:prstGeom>
              <a:noFill/>
            </p:spPr>
            <p:txBody>
              <a:bodyPr wrap="square" rtlCol="0">
                <a:spAutoFit/>
              </a:bodyPr>
              <a:lstStyle/>
              <a:p>
                <a:pPr algn="ctr"/>
                <a:r>
                  <a:rPr lang="en-US" altLang="zh-CN" b="1" dirty="0">
                    <a:latin typeface="Arial Narrow" panose="020B0606020202030204" pitchFamily="34" charset="0"/>
                  </a:rPr>
                  <a:t>BNC T</a:t>
                </a:r>
                <a:r>
                  <a:rPr lang="zh-CN" altLang="en-US" b="1" dirty="0">
                    <a:latin typeface="Arial Narrow" panose="020B0606020202030204" pitchFamily="34" charset="0"/>
                  </a:rPr>
                  <a:t>型接口</a:t>
                </a:r>
              </a:p>
            </p:txBody>
          </p:sp>
        </p:grpSp>
        <p:grpSp>
          <p:nvGrpSpPr>
            <p:cNvPr id="70" name="组合 69">
              <a:extLst>
                <a:ext uri="{FF2B5EF4-FFF2-40B4-BE49-F238E27FC236}">
                  <a16:creationId xmlns:a16="http://schemas.microsoft.com/office/drawing/2014/main" id="{674EEF58-CBAB-4AD6-8233-016AA9006D22}"/>
                </a:ext>
              </a:extLst>
            </p:cNvPr>
            <p:cNvGrpSpPr/>
            <p:nvPr/>
          </p:nvGrpSpPr>
          <p:grpSpPr>
            <a:xfrm>
              <a:off x="8032751" y="5400501"/>
              <a:ext cx="1604884" cy="1085753"/>
              <a:chOff x="2458633" y="5400501"/>
              <a:chExt cx="1604884" cy="1085753"/>
            </a:xfrm>
          </p:grpSpPr>
          <p:pic>
            <p:nvPicPr>
              <p:cNvPr id="71" name="图片 70">
                <a:extLst>
                  <a:ext uri="{FF2B5EF4-FFF2-40B4-BE49-F238E27FC236}">
                    <a16:creationId xmlns:a16="http://schemas.microsoft.com/office/drawing/2014/main" id="{1BBFCD2E-537E-4EF0-B8DC-94530924186C}"/>
                  </a:ext>
                </a:extLst>
              </p:cNvPr>
              <p:cNvPicPr>
                <a:picLocks noChangeAspect="1"/>
              </p:cNvPicPr>
              <p:nvPr/>
            </p:nvPicPr>
            <p:blipFill>
              <a:blip r:embed="rId7">
                <a:clrChange>
                  <a:clrFrom>
                    <a:srgbClr val="FEFEFE"/>
                  </a:clrFrom>
                  <a:clrTo>
                    <a:srgbClr val="FEFEFE">
                      <a:alpha val="0"/>
                    </a:srgbClr>
                  </a:clrTo>
                </a:clrChange>
              </a:blip>
              <a:stretch>
                <a:fillRect/>
              </a:stretch>
            </p:blipFill>
            <p:spPr>
              <a:xfrm>
                <a:off x="2903393" y="5400501"/>
                <a:ext cx="715365" cy="775818"/>
              </a:xfrm>
              <a:prstGeom prst="rect">
                <a:avLst/>
              </a:prstGeom>
            </p:spPr>
          </p:pic>
          <p:sp>
            <p:nvSpPr>
              <p:cNvPr id="72" name="文本框 71">
                <a:extLst>
                  <a:ext uri="{FF2B5EF4-FFF2-40B4-BE49-F238E27FC236}">
                    <a16:creationId xmlns:a16="http://schemas.microsoft.com/office/drawing/2014/main" id="{2CDB9D5D-A1B6-4E6F-B702-9622C7FFF03F}"/>
                  </a:ext>
                </a:extLst>
              </p:cNvPr>
              <p:cNvSpPr txBox="1"/>
              <p:nvPr/>
            </p:nvSpPr>
            <p:spPr>
              <a:xfrm>
                <a:off x="2458633" y="6116922"/>
                <a:ext cx="1604884" cy="369332"/>
              </a:xfrm>
              <a:prstGeom prst="rect">
                <a:avLst/>
              </a:prstGeom>
              <a:noFill/>
            </p:spPr>
            <p:txBody>
              <a:bodyPr wrap="square" rtlCol="0">
                <a:spAutoFit/>
              </a:bodyPr>
              <a:lstStyle/>
              <a:p>
                <a:pPr algn="ctr"/>
                <a:r>
                  <a:rPr lang="en-US" altLang="zh-CN" b="1" dirty="0">
                    <a:latin typeface="Arial Narrow" panose="020B0606020202030204" pitchFamily="34" charset="0"/>
                  </a:rPr>
                  <a:t>BNC T</a:t>
                </a:r>
                <a:r>
                  <a:rPr lang="zh-CN" altLang="en-US" b="1" dirty="0">
                    <a:latin typeface="Arial Narrow" panose="020B0606020202030204" pitchFamily="34" charset="0"/>
                  </a:rPr>
                  <a:t>型接口</a:t>
                </a:r>
              </a:p>
            </p:txBody>
          </p:sp>
        </p:grpSp>
      </p:grpSp>
      <p:sp>
        <p:nvSpPr>
          <p:cNvPr id="73" name="椭圆 72">
            <a:extLst>
              <a:ext uri="{FF2B5EF4-FFF2-40B4-BE49-F238E27FC236}">
                <a16:creationId xmlns:a16="http://schemas.microsoft.com/office/drawing/2014/main" id="{60DC1988-3AFE-4943-B0BB-E60DF6DC6F8A}"/>
              </a:ext>
            </a:extLst>
          </p:cNvPr>
          <p:cNvSpPr/>
          <p:nvPr/>
        </p:nvSpPr>
        <p:spPr>
          <a:xfrm>
            <a:off x="3207851" y="3293999"/>
            <a:ext cx="119921" cy="119921"/>
          </a:xfrm>
          <a:prstGeom prst="ellipse">
            <a:avLst/>
          </a:prstGeom>
          <a:solidFill>
            <a:schemeClr val="accent1">
              <a:lumMod val="75000"/>
            </a:schemeClr>
          </a:solidFill>
          <a:ln>
            <a:solidFill>
              <a:schemeClr val="accent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74" name="椭圆 73">
            <a:extLst>
              <a:ext uri="{FF2B5EF4-FFF2-40B4-BE49-F238E27FC236}">
                <a16:creationId xmlns:a16="http://schemas.microsoft.com/office/drawing/2014/main" id="{A81F04E4-5292-41BA-BBE6-4854FF5653A0}"/>
              </a:ext>
            </a:extLst>
          </p:cNvPr>
          <p:cNvSpPr/>
          <p:nvPr/>
        </p:nvSpPr>
        <p:spPr>
          <a:xfrm>
            <a:off x="3207851" y="3486778"/>
            <a:ext cx="119921" cy="119921"/>
          </a:xfrm>
          <a:prstGeom prst="ellipse">
            <a:avLst/>
          </a:prstGeom>
          <a:solidFill>
            <a:schemeClr val="accent1">
              <a:lumMod val="75000"/>
            </a:schemeClr>
          </a:solidFill>
          <a:ln>
            <a:solidFill>
              <a:schemeClr val="accent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75" name="椭圆 74">
            <a:extLst>
              <a:ext uri="{FF2B5EF4-FFF2-40B4-BE49-F238E27FC236}">
                <a16:creationId xmlns:a16="http://schemas.microsoft.com/office/drawing/2014/main" id="{79EFA02A-158F-4EA0-AFE6-76C202C9BEF0}"/>
              </a:ext>
            </a:extLst>
          </p:cNvPr>
          <p:cNvSpPr/>
          <p:nvPr/>
        </p:nvSpPr>
        <p:spPr>
          <a:xfrm>
            <a:off x="2536530" y="3879174"/>
            <a:ext cx="119921" cy="119921"/>
          </a:xfrm>
          <a:prstGeom prst="ellipse">
            <a:avLst/>
          </a:prstGeom>
          <a:solidFill>
            <a:schemeClr val="accent1">
              <a:lumMod val="75000"/>
            </a:schemeClr>
          </a:solidFill>
          <a:ln>
            <a:solidFill>
              <a:schemeClr val="accent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76" name="椭圆 75">
            <a:extLst>
              <a:ext uri="{FF2B5EF4-FFF2-40B4-BE49-F238E27FC236}">
                <a16:creationId xmlns:a16="http://schemas.microsoft.com/office/drawing/2014/main" id="{6552A401-213C-415A-ADBA-FADDB1A3D7B7}"/>
              </a:ext>
            </a:extLst>
          </p:cNvPr>
          <p:cNvSpPr/>
          <p:nvPr/>
        </p:nvSpPr>
        <p:spPr>
          <a:xfrm>
            <a:off x="2828154" y="3879174"/>
            <a:ext cx="119921" cy="119921"/>
          </a:xfrm>
          <a:prstGeom prst="ellipse">
            <a:avLst/>
          </a:prstGeom>
          <a:solidFill>
            <a:schemeClr val="accent1">
              <a:lumMod val="75000"/>
            </a:schemeClr>
          </a:solidFill>
          <a:ln>
            <a:solidFill>
              <a:schemeClr val="accent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77" name="椭圆 76">
            <a:extLst>
              <a:ext uri="{FF2B5EF4-FFF2-40B4-BE49-F238E27FC236}">
                <a16:creationId xmlns:a16="http://schemas.microsoft.com/office/drawing/2014/main" id="{2609C906-3057-4926-A6C7-517C3EE408F3}"/>
              </a:ext>
            </a:extLst>
          </p:cNvPr>
          <p:cNvSpPr/>
          <p:nvPr/>
        </p:nvSpPr>
        <p:spPr>
          <a:xfrm>
            <a:off x="3604558" y="3879174"/>
            <a:ext cx="119921" cy="119921"/>
          </a:xfrm>
          <a:prstGeom prst="ellipse">
            <a:avLst/>
          </a:prstGeom>
          <a:solidFill>
            <a:schemeClr val="accent1">
              <a:lumMod val="75000"/>
            </a:schemeClr>
          </a:solidFill>
          <a:ln>
            <a:solidFill>
              <a:schemeClr val="accent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81" name="椭圆 80">
            <a:extLst>
              <a:ext uri="{FF2B5EF4-FFF2-40B4-BE49-F238E27FC236}">
                <a16:creationId xmlns:a16="http://schemas.microsoft.com/office/drawing/2014/main" id="{0779B05C-9DBD-4A18-99D1-01F416E69A10}"/>
              </a:ext>
            </a:extLst>
          </p:cNvPr>
          <p:cNvSpPr/>
          <p:nvPr/>
        </p:nvSpPr>
        <p:spPr>
          <a:xfrm>
            <a:off x="5571798" y="3293999"/>
            <a:ext cx="119921" cy="119921"/>
          </a:xfrm>
          <a:prstGeom prst="ellipse">
            <a:avLst/>
          </a:prstGeom>
          <a:solidFill>
            <a:schemeClr val="accent1">
              <a:lumMod val="75000"/>
            </a:schemeClr>
          </a:solidFill>
          <a:ln>
            <a:solidFill>
              <a:schemeClr val="accent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82" name="椭圆 81">
            <a:extLst>
              <a:ext uri="{FF2B5EF4-FFF2-40B4-BE49-F238E27FC236}">
                <a16:creationId xmlns:a16="http://schemas.microsoft.com/office/drawing/2014/main" id="{A297C2E7-8794-48A9-B5D4-E391EAFE03D6}"/>
              </a:ext>
            </a:extLst>
          </p:cNvPr>
          <p:cNvSpPr/>
          <p:nvPr/>
        </p:nvSpPr>
        <p:spPr>
          <a:xfrm>
            <a:off x="5571798" y="3486778"/>
            <a:ext cx="119921" cy="119921"/>
          </a:xfrm>
          <a:prstGeom prst="ellipse">
            <a:avLst/>
          </a:prstGeom>
          <a:solidFill>
            <a:schemeClr val="accent1">
              <a:lumMod val="75000"/>
            </a:schemeClr>
          </a:solidFill>
          <a:ln>
            <a:solidFill>
              <a:schemeClr val="accent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86" name="椭圆 85">
            <a:extLst>
              <a:ext uri="{FF2B5EF4-FFF2-40B4-BE49-F238E27FC236}">
                <a16:creationId xmlns:a16="http://schemas.microsoft.com/office/drawing/2014/main" id="{A9163035-377D-4915-9FF1-0FB0885C4216}"/>
              </a:ext>
            </a:extLst>
          </p:cNvPr>
          <p:cNvSpPr/>
          <p:nvPr/>
        </p:nvSpPr>
        <p:spPr>
          <a:xfrm>
            <a:off x="5192101" y="3879174"/>
            <a:ext cx="119921" cy="119921"/>
          </a:xfrm>
          <a:prstGeom prst="ellipse">
            <a:avLst/>
          </a:prstGeom>
          <a:solidFill>
            <a:schemeClr val="accent1">
              <a:lumMod val="75000"/>
            </a:schemeClr>
          </a:solidFill>
          <a:ln>
            <a:solidFill>
              <a:schemeClr val="accent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87" name="椭圆 86">
            <a:extLst>
              <a:ext uri="{FF2B5EF4-FFF2-40B4-BE49-F238E27FC236}">
                <a16:creationId xmlns:a16="http://schemas.microsoft.com/office/drawing/2014/main" id="{7C17FDFC-453B-4CC3-827F-4A9CFAD1D148}"/>
              </a:ext>
            </a:extLst>
          </p:cNvPr>
          <p:cNvSpPr/>
          <p:nvPr/>
        </p:nvSpPr>
        <p:spPr>
          <a:xfrm>
            <a:off x="5968505" y="3879174"/>
            <a:ext cx="119921" cy="119921"/>
          </a:xfrm>
          <a:prstGeom prst="ellipse">
            <a:avLst/>
          </a:prstGeom>
          <a:solidFill>
            <a:schemeClr val="accent1">
              <a:lumMod val="75000"/>
            </a:schemeClr>
          </a:solidFill>
          <a:ln>
            <a:solidFill>
              <a:schemeClr val="accent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89" name="椭圆 88">
            <a:extLst>
              <a:ext uri="{FF2B5EF4-FFF2-40B4-BE49-F238E27FC236}">
                <a16:creationId xmlns:a16="http://schemas.microsoft.com/office/drawing/2014/main" id="{AFC91D6C-A67B-4517-A1EB-54C6E1922858}"/>
              </a:ext>
            </a:extLst>
          </p:cNvPr>
          <p:cNvSpPr/>
          <p:nvPr/>
        </p:nvSpPr>
        <p:spPr>
          <a:xfrm>
            <a:off x="8775523" y="3293999"/>
            <a:ext cx="119921" cy="119921"/>
          </a:xfrm>
          <a:prstGeom prst="ellipse">
            <a:avLst/>
          </a:prstGeom>
          <a:solidFill>
            <a:schemeClr val="accent1">
              <a:lumMod val="75000"/>
            </a:schemeClr>
          </a:solidFill>
          <a:ln>
            <a:solidFill>
              <a:schemeClr val="accent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90" name="椭圆 89">
            <a:extLst>
              <a:ext uri="{FF2B5EF4-FFF2-40B4-BE49-F238E27FC236}">
                <a16:creationId xmlns:a16="http://schemas.microsoft.com/office/drawing/2014/main" id="{13C02A59-2965-4857-B818-ECFB01728234}"/>
              </a:ext>
            </a:extLst>
          </p:cNvPr>
          <p:cNvSpPr/>
          <p:nvPr/>
        </p:nvSpPr>
        <p:spPr>
          <a:xfrm>
            <a:off x="8775523" y="3486778"/>
            <a:ext cx="119921" cy="119921"/>
          </a:xfrm>
          <a:prstGeom prst="ellipse">
            <a:avLst/>
          </a:prstGeom>
          <a:solidFill>
            <a:schemeClr val="accent1">
              <a:lumMod val="75000"/>
            </a:schemeClr>
          </a:solidFill>
          <a:ln>
            <a:solidFill>
              <a:schemeClr val="accent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91" name="椭圆 90">
            <a:extLst>
              <a:ext uri="{FF2B5EF4-FFF2-40B4-BE49-F238E27FC236}">
                <a16:creationId xmlns:a16="http://schemas.microsoft.com/office/drawing/2014/main" id="{A4D6A7D0-8625-4976-A98A-7DA994DD0EC8}"/>
              </a:ext>
            </a:extLst>
          </p:cNvPr>
          <p:cNvSpPr/>
          <p:nvPr/>
        </p:nvSpPr>
        <p:spPr>
          <a:xfrm>
            <a:off x="9539092" y="3879174"/>
            <a:ext cx="119921" cy="119921"/>
          </a:xfrm>
          <a:prstGeom prst="ellipse">
            <a:avLst/>
          </a:prstGeom>
          <a:solidFill>
            <a:schemeClr val="accent1">
              <a:lumMod val="75000"/>
            </a:schemeClr>
          </a:solidFill>
          <a:ln>
            <a:solidFill>
              <a:schemeClr val="accent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92" name="椭圆 91">
            <a:extLst>
              <a:ext uri="{FF2B5EF4-FFF2-40B4-BE49-F238E27FC236}">
                <a16:creationId xmlns:a16="http://schemas.microsoft.com/office/drawing/2014/main" id="{F0CF71C5-3766-4F7A-945E-4E7E4976008B}"/>
              </a:ext>
            </a:extLst>
          </p:cNvPr>
          <p:cNvSpPr/>
          <p:nvPr/>
        </p:nvSpPr>
        <p:spPr>
          <a:xfrm>
            <a:off x="8395826" y="3879174"/>
            <a:ext cx="119921" cy="119921"/>
          </a:xfrm>
          <a:prstGeom prst="ellipse">
            <a:avLst/>
          </a:prstGeom>
          <a:solidFill>
            <a:schemeClr val="accent1">
              <a:lumMod val="75000"/>
            </a:schemeClr>
          </a:solidFill>
          <a:ln>
            <a:solidFill>
              <a:schemeClr val="accent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93" name="椭圆 92">
            <a:extLst>
              <a:ext uri="{FF2B5EF4-FFF2-40B4-BE49-F238E27FC236}">
                <a16:creationId xmlns:a16="http://schemas.microsoft.com/office/drawing/2014/main" id="{E06857FD-AB8B-4854-B814-EAF00DB72F3C}"/>
              </a:ext>
            </a:extLst>
          </p:cNvPr>
          <p:cNvSpPr/>
          <p:nvPr/>
        </p:nvSpPr>
        <p:spPr>
          <a:xfrm>
            <a:off x="9172230" y="3879174"/>
            <a:ext cx="119921" cy="119921"/>
          </a:xfrm>
          <a:prstGeom prst="ellipse">
            <a:avLst/>
          </a:prstGeom>
          <a:solidFill>
            <a:schemeClr val="accent1">
              <a:lumMod val="75000"/>
            </a:schemeClr>
          </a:solidFill>
          <a:ln>
            <a:solidFill>
              <a:schemeClr val="accent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grpSp>
        <p:nvGrpSpPr>
          <p:cNvPr id="99" name="组合 98">
            <a:extLst>
              <a:ext uri="{FF2B5EF4-FFF2-40B4-BE49-F238E27FC236}">
                <a16:creationId xmlns:a16="http://schemas.microsoft.com/office/drawing/2014/main" id="{EA12943C-782D-4596-AAF4-56A406854DF8}"/>
              </a:ext>
            </a:extLst>
          </p:cNvPr>
          <p:cNvGrpSpPr/>
          <p:nvPr/>
        </p:nvGrpSpPr>
        <p:grpSpPr>
          <a:xfrm>
            <a:off x="3386443" y="3095245"/>
            <a:ext cx="2074182" cy="736588"/>
            <a:chOff x="3386443" y="4463555"/>
            <a:chExt cx="2074182" cy="736588"/>
          </a:xfrm>
        </p:grpSpPr>
        <p:sp>
          <p:nvSpPr>
            <p:cNvPr id="94" name="文本框 93">
              <a:extLst>
                <a:ext uri="{FF2B5EF4-FFF2-40B4-BE49-F238E27FC236}">
                  <a16:creationId xmlns:a16="http://schemas.microsoft.com/office/drawing/2014/main" id="{C42A2B86-6B31-4239-88F3-A299F730AF8F}"/>
                </a:ext>
              </a:extLst>
            </p:cNvPr>
            <p:cNvSpPr txBox="1"/>
            <p:nvPr/>
          </p:nvSpPr>
          <p:spPr>
            <a:xfrm>
              <a:off x="3721041" y="4463555"/>
              <a:ext cx="1429466" cy="369332"/>
            </a:xfrm>
            <a:prstGeom prst="rect">
              <a:avLst/>
            </a:prstGeom>
            <a:noFill/>
          </p:spPr>
          <p:txBody>
            <a:bodyPr wrap="square" rtlCol="0">
              <a:spAutoFit/>
            </a:bodyPr>
            <a:lstStyle/>
            <a:p>
              <a:pPr algn="ctr"/>
              <a:r>
                <a:rPr lang="zh-CN" altLang="en-US" b="1" dirty="0">
                  <a:solidFill>
                    <a:schemeClr val="accent1">
                      <a:lumMod val="75000"/>
                    </a:schemeClr>
                  </a:solidFill>
                  <a:latin typeface="+mn-ea"/>
                </a:rPr>
                <a:t>机械连接点</a:t>
              </a:r>
            </a:p>
          </p:txBody>
        </p:sp>
        <p:cxnSp>
          <p:nvCxnSpPr>
            <p:cNvPr id="25" name="直接箭头连接符 24">
              <a:extLst>
                <a:ext uri="{FF2B5EF4-FFF2-40B4-BE49-F238E27FC236}">
                  <a16:creationId xmlns:a16="http://schemas.microsoft.com/office/drawing/2014/main" id="{866B3B98-EA3A-4C67-BE52-AC0CD593B1F7}"/>
                </a:ext>
              </a:extLst>
            </p:cNvPr>
            <p:cNvCxnSpPr>
              <a:cxnSpLocks/>
              <a:stCxn id="94" idx="2"/>
            </p:cNvCxnSpPr>
            <p:nvPr/>
          </p:nvCxnSpPr>
          <p:spPr>
            <a:xfrm flipH="1">
              <a:off x="3708657" y="4832887"/>
              <a:ext cx="727117" cy="367256"/>
            </a:xfrm>
            <a:prstGeom prst="straightConnector1">
              <a:avLst/>
            </a:prstGeom>
            <a:ln w="25400">
              <a:solidFill>
                <a:schemeClr val="accent1">
                  <a:lumMod val="75000"/>
                </a:schemeClr>
              </a:solidFill>
              <a:tailEnd type="triangle"/>
            </a:ln>
          </p:spPr>
          <p:style>
            <a:lnRef idx="1">
              <a:schemeClr val="accent1"/>
            </a:lnRef>
            <a:fillRef idx="0">
              <a:schemeClr val="accent1"/>
            </a:fillRef>
            <a:effectRef idx="0">
              <a:schemeClr val="accent1"/>
            </a:effectRef>
            <a:fontRef idx="minor">
              <a:schemeClr val="tx1"/>
            </a:fontRef>
          </p:style>
        </p:cxnSp>
        <p:cxnSp>
          <p:nvCxnSpPr>
            <p:cNvPr id="95" name="直接箭头连接符 94">
              <a:extLst>
                <a:ext uri="{FF2B5EF4-FFF2-40B4-BE49-F238E27FC236}">
                  <a16:creationId xmlns:a16="http://schemas.microsoft.com/office/drawing/2014/main" id="{AD99D3B5-CDF0-462C-8846-C29EEAE5DD35}"/>
                </a:ext>
              </a:extLst>
            </p:cNvPr>
            <p:cNvCxnSpPr>
              <a:cxnSpLocks/>
            </p:cNvCxnSpPr>
            <p:nvPr/>
          </p:nvCxnSpPr>
          <p:spPr>
            <a:xfrm flipH="1">
              <a:off x="3386443" y="4781958"/>
              <a:ext cx="505652" cy="79545"/>
            </a:xfrm>
            <a:prstGeom prst="straightConnector1">
              <a:avLst/>
            </a:prstGeom>
            <a:ln w="25400">
              <a:solidFill>
                <a:schemeClr val="accent1">
                  <a:lumMod val="75000"/>
                </a:schemeClr>
              </a:solidFill>
              <a:tailEnd type="triangle"/>
            </a:ln>
          </p:spPr>
          <p:style>
            <a:lnRef idx="1">
              <a:schemeClr val="accent1"/>
            </a:lnRef>
            <a:fillRef idx="0">
              <a:schemeClr val="accent1"/>
            </a:fillRef>
            <a:effectRef idx="0">
              <a:schemeClr val="accent1"/>
            </a:effectRef>
            <a:fontRef idx="minor">
              <a:schemeClr val="tx1"/>
            </a:fontRef>
          </p:style>
        </p:cxnSp>
        <p:cxnSp>
          <p:nvCxnSpPr>
            <p:cNvPr id="96" name="直接箭头连接符 95">
              <a:extLst>
                <a:ext uri="{FF2B5EF4-FFF2-40B4-BE49-F238E27FC236}">
                  <a16:creationId xmlns:a16="http://schemas.microsoft.com/office/drawing/2014/main" id="{C5AE0CA3-4B7B-4398-9FA6-5D37760766D8}"/>
                </a:ext>
              </a:extLst>
            </p:cNvPr>
            <p:cNvCxnSpPr>
              <a:cxnSpLocks/>
            </p:cNvCxnSpPr>
            <p:nvPr/>
          </p:nvCxnSpPr>
          <p:spPr>
            <a:xfrm>
              <a:off x="5073421" y="4648221"/>
              <a:ext cx="387204" cy="74048"/>
            </a:xfrm>
            <a:prstGeom prst="straightConnector1">
              <a:avLst/>
            </a:prstGeom>
            <a:ln w="25400">
              <a:solidFill>
                <a:schemeClr val="accent1">
                  <a:lumMod val="75000"/>
                </a:schemeClr>
              </a:solidFill>
              <a:tailEnd type="triangle"/>
            </a:ln>
          </p:spPr>
          <p:style>
            <a:lnRef idx="1">
              <a:schemeClr val="accent1"/>
            </a:lnRef>
            <a:fillRef idx="0">
              <a:schemeClr val="accent1"/>
            </a:fillRef>
            <a:effectRef idx="0">
              <a:schemeClr val="accent1"/>
            </a:effectRef>
            <a:fontRef idx="minor">
              <a:schemeClr val="tx1"/>
            </a:fontRef>
          </p:style>
        </p:cxnSp>
      </p:grpSp>
      <p:sp>
        <p:nvSpPr>
          <p:cNvPr id="11" name="矩形 10">
            <a:extLst>
              <a:ext uri="{FF2B5EF4-FFF2-40B4-BE49-F238E27FC236}">
                <a16:creationId xmlns:a16="http://schemas.microsoft.com/office/drawing/2014/main" id="{9AA5C51F-CDFD-419E-AA25-79F6E0AAC396}"/>
              </a:ext>
            </a:extLst>
          </p:cNvPr>
          <p:cNvSpPr/>
          <p:nvPr/>
        </p:nvSpPr>
        <p:spPr>
          <a:xfrm>
            <a:off x="1689690" y="5511302"/>
            <a:ext cx="8897209" cy="65336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lnSpc>
                <a:spcPct val="150000"/>
              </a:lnSpc>
            </a:pPr>
            <a:r>
              <a:rPr lang="zh-CN" altLang="en-US" b="1" dirty="0"/>
              <a:t>若总线上的某个机械连接点接触不良或断开，则整个网络通信就不稳定或彻底断网。</a:t>
            </a:r>
          </a:p>
        </p:txBody>
      </p:sp>
      <p:grpSp>
        <p:nvGrpSpPr>
          <p:cNvPr id="16" name="组合 15">
            <a:extLst>
              <a:ext uri="{FF2B5EF4-FFF2-40B4-BE49-F238E27FC236}">
                <a16:creationId xmlns:a16="http://schemas.microsoft.com/office/drawing/2014/main" id="{B88BC9F3-4775-4E7B-8839-3103B4FB6A8B}"/>
              </a:ext>
            </a:extLst>
          </p:cNvPr>
          <p:cNvGrpSpPr/>
          <p:nvPr/>
        </p:nvGrpSpPr>
        <p:grpSpPr>
          <a:xfrm>
            <a:off x="10103412" y="1839802"/>
            <a:ext cx="1153827" cy="1143388"/>
            <a:chOff x="10347850" y="1397688"/>
            <a:chExt cx="1153827" cy="1143388"/>
          </a:xfrm>
        </p:grpSpPr>
        <p:sp>
          <p:nvSpPr>
            <p:cNvPr id="97" name="文本框 96">
              <a:extLst>
                <a:ext uri="{FF2B5EF4-FFF2-40B4-BE49-F238E27FC236}">
                  <a16:creationId xmlns:a16="http://schemas.microsoft.com/office/drawing/2014/main" id="{E44E1860-D960-4CED-BD49-5A09548AEE22}"/>
                </a:ext>
              </a:extLst>
            </p:cNvPr>
            <p:cNvSpPr txBox="1"/>
            <p:nvPr/>
          </p:nvSpPr>
          <p:spPr>
            <a:xfrm rot="20175324">
              <a:off x="10358289" y="1678849"/>
              <a:ext cx="1143388" cy="523220"/>
            </a:xfrm>
            <a:prstGeom prst="rect">
              <a:avLst/>
            </a:prstGeom>
            <a:noFill/>
          </p:spPr>
          <p:txBody>
            <a:bodyPr wrap="square" rtlCol="0">
              <a:spAutoFit/>
            </a:bodyPr>
            <a:lstStyle/>
            <a:p>
              <a:pPr algn="ctr"/>
              <a:r>
                <a:rPr lang="zh-CN" altLang="en-US" sz="2800" b="1" dirty="0">
                  <a:solidFill>
                    <a:schemeClr val="accent1">
                      <a:lumMod val="75000"/>
                    </a:schemeClr>
                  </a:solidFill>
                  <a:latin typeface="+mn-ea"/>
                </a:rPr>
                <a:t>淘汰</a:t>
              </a:r>
            </a:p>
          </p:txBody>
        </p:sp>
        <p:sp>
          <p:nvSpPr>
            <p:cNvPr id="12" name="椭圆 11">
              <a:extLst>
                <a:ext uri="{FF2B5EF4-FFF2-40B4-BE49-F238E27FC236}">
                  <a16:creationId xmlns:a16="http://schemas.microsoft.com/office/drawing/2014/main" id="{C87DABC2-5F1C-4C41-8532-C9202D94F864}"/>
                </a:ext>
              </a:extLst>
            </p:cNvPr>
            <p:cNvSpPr/>
            <p:nvPr/>
          </p:nvSpPr>
          <p:spPr>
            <a:xfrm>
              <a:off x="10347850" y="1397688"/>
              <a:ext cx="1143388" cy="1143388"/>
            </a:xfrm>
            <a:prstGeom prst="ellipse">
              <a:avLst/>
            </a:prstGeom>
            <a:noFill/>
            <a:ln w="101600">
              <a:solidFill>
                <a:schemeClr val="accent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grpSp>
    </p:spTree>
    <p:custDataLst>
      <p:tags r:id="rId1"/>
    </p:custDataLst>
    <p:extLst>
      <p:ext uri="{BB962C8B-B14F-4D97-AF65-F5344CB8AC3E}">
        <p14:creationId xmlns:p14="http://schemas.microsoft.com/office/powerpoint/2010/main" val="77772687"/>
      </p:ext>
    </p:extLst>
  </p:cSld>
  <p:clrMapOvr>
    <a:masterClrMapping/>
  </p:clrMapOvr>
  <mc:AlternateContent xmlns:mc="http://schemas.openxmlformats.org/markup-compatibility/2006" xmlns:p159="http://schemas.microsoft.com/office/powerpoint/2015/09/main">
    <mc:Choice Requires="p159">
      <p:transition spd="slow">
        <p159:morph option="byObject"/>
      </p:transition>
    </mc:Choice>
    <mc:Fallback xmlns="">
      <p:transition spd="slow">
        <p:fade/>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47" presetClass="entr" presetSubtype="0" fill="hold" grpId="0" nodeType="withEffect">
                                  <p:stCondLst>
                                    <p:cond delay="0"/>
                                  </p:stCondLst>
                                  <p:childTnLst>
                                    <p:set>
                                      <p:cBhvr>
                                        <p:cTn id="6" dur="1" fill="hold">
                                          <p:stCondLst>
                                            <p:cond delay="0"/>
                                          </p:stCondLst>
                                        </p:cTn>
                                        <p:tgtEl>
                                          <p:spTgt spid="11"/>
                                        </p:tgtEl>
                                        <p:attrNameLst>
                                          <p:attrName>style.visibility</p:attrName>
                                        </p:attrNameLst>
                                      </p:cBhvr>
                                      <p:to>
                                        <p:strVal val="visible"/>
                                      </p:to>
                                    </p:set>
                                    <p:animEffect transition="in" filter="fade">
                                      <p:cBhvr>
                                        <p:cTn id="7" dur="1000"/>
                                        <p:tgtEl>
                                          <p:spTgt spid="11"/>
                                        </p:tgtEl>
                                      </p:cBhvr>
                                    </p:animEffect>
                                    <p:anim calcmode="lin" valueType="num">
                                      <p:cBhvr>
                                        <p:cTn id="8" dur="1000" fill="hold"/>
                                        <p:tgtEl>
                                          <p:spTgt spid="11"/>
                                        </p:tgtEl>
                                        <p:attrNameLst>
                                          <p:attrName>ppt_x</p:attrName>
                                        </p:attrNameLst>
                                      </p:cBhvr>
                                      <p:tavLst>
                                        <p:tav tm="0">
                                          <p:val>
                                            <p:strVal val="#ppt_x"/>
                                          </p:val>
                                        </p:tav>
                                        <p:tav tm="100000">
                                          <p:val>
                                            <p:strVal val="#ppt_x"/>
                                          </p:val>
                                        </p:tav>
                                      </p:tavLst>
                                    </p:anim>
                                    <p:anim calcmode="lin" valueType="num">
                                      <p:cBhvr>
                                        <p:cTn id="9" dur="1000" fill="hold"/>
                                        <p:tgtEl>
                                          <p:spTgt spid="11"/>
                                        </p:tgtEl>
                                        <p:attrNameLst>
                                          <p:attrName>ppt_y</p:attrName>
                                        </p:attrNameLst>
                                      </p:cBhvr>
                                      <p:tavLst>
                                        <p:tav tm="0">
                                          <p:val>
                                            <p:strVal val="#ppt_y-.1"/>
                                          </p:val>
                                        </p:tav>
                                        <p:tav tm="100000">
                                          <p:val>
                                            <p:strVal val="#ppt_y"/>
                                          </p:val>
                                        </p:tav>
                                      </p:tavLst>
                                    </p:anim>
                                  </p:childTnLst>
                                </p:cTn>
                              </p:par>
                            </p:childTnLst>
                          </p:cTn>
                        </p:par>
                      </p:childTnLst>
                    </p:cTn>
                  </p:par>
                  <p:par>
                    <p:cTn id="10" fill="hold">
                      <p:stCondLst>
                        <p:cond delay="indefinite"/>
                      </p:stCondLst>
                      <p:childTnLst>
                        <p:par>
                          <p:cTn id="11" fill="hold">
                            <p:stCondLst>
                              <p:cond delay="0"/>
                            </p:stCondLst>
                            <p:childTnLst>
                              <p:par>
                                <p:cTn id="12" presetID="2" presetClass="entr" presetSubtype="2" fill="hold" nodeType="clickEffect">
                                  <p:stCondLst>
                                    <p:cond delay="0"/>
                                  </p:stCondLst>
                                  <p:childTnLst>
                                    <p:set>
                                      <p:cBhvr>
                                        <p:cTn id="13" dur="1" fill="hold">
                                          <p:stCondLst>
                                            <p:cond delay="0"/>
                                          </p:stCondLst>
                                        </p:cTn>
                                        <p:tgtEl>
                                          <p:spTgt spid="16"/>
                                        </p:tgtEl>
                                        <p:attrNameLst>
                                          <p:attrName>style.visibility</p:attrName>
                                        </p:attrNameLst>
                                      </p:cBhvr>
                                      <p:to>
                                        <p:strVal val="visible"/>
                                      </p:to>
                                    </p:set>
                                    <p:anim calcmode="lin" valueType="num">
                                      <p:cBhvr additive="base">
                                        <p:cTn id="14" dur="500" fill="hold"/>
                                        <p:tgtEl>
                                          <p:spTgt spid="16"/>
                                        </p:tgtEl>
                                        <p:attrNameLst>
                                          <p:attrName>ppt_x</p:attrName>
                                        </p:attrNameLst>
                                      </p:cBhvr>
                                      <p:tavLst>
                                        <p:tav tm="0">
                                          <p:val>
                                            <p:strVal val="1+#ppt_w/2"/>
                                          </p:val>
                                        </p:tav>
                                        <p:tav tm="100000">
                                          <p:val>
                                            <p:strVal val="#ppt_x"/>
                                          </p:val>
                                        </p:tav>
                                      </p:tavLst>
                                    </p:anim>
                                    <p:anim calcmode="lin" valueType="num">
                                      <p:cBhvr additive="base">
                                        <p:cTn id="15" dur="500" fill="hold"/>
                                        <p:tgtEl>
                                          <p:spTgt spid="16"/>
                                        </p:tgtEl>
                                        <p:attrNameLst>
                                          <p:attrName>ppt_y</p:attrName>
                                        </p:attrNameLst>
                                      </p:cBhvr>
                                      <p:tavLst>
                                        <p:tav tm="0">
                                          <p:val>
                                            <p:strVal val="#ppt_y"/>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1" grpId="0" animBg="1"/>
    </p:bldLst>
  </p:timing>
</p:sld>
</file>

<file path=ppt/slides/slide36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25" name="组合 24">
            <a:extLst>
              <a:ext uri="{FF2B5EF4-FFF2-40B4-BE49-F238E27FC236}">
                <a16:creationId xmlns:a16="http://schemas.microsoft.com/office/drawing/2014/main" id="{20C21DAF-29D8-4A54-9151-6ADA13C8F073}"/>
              </a:ext>
            </a:extLst>
          </p:cNvPr>
          <p:cNvGrpSpPr/>
          <p:nvPr/>
        </p:nvGrpSpPr>
        <p:grpSpPr>
          <a:xfrm>
            <a:off x="4196372" y="3030573"/>
            <a:ext cx="3644111" cy="2478156"/>
            <a:chOff x="4196372" y="3030573"/>
            <a:chExt cx="3644111" cy="2478156"/>
          </a:xfrm>
        </p:grpSpPr>
        <p:sp>
          <p:nvSpPr>
            <p:cNvPr id="35" name="文本框 34">
              <a:extLst>
                <a:ext uri="{FF2B5EF4-FFF2-40B4-BE49-F238E27FC236}">
                  <a16:creationId xmlns:a16="http://schemas.microsoft.com/office/drawing/2014/main" id="{0623CE4C-C0D6-46CE-9882-04BC8D27A7B7}"/>
                </a:ext>
              </a:extLst>
            </p:cNvPr>
            <p:cNvSpPr txBox="1"/>
            <p:nvPr/>
          </p:nvSpPr>
          <p:spPr>
            <a:xfrm>
              <a:off x="5534884" y="3401936"/>
              <a:ext cx="1122232" cy="646331"/>
            </a:xfrm>
            <a:prstGeom prst="rect">
              <a:avLst/>
            </a:prstGeom>
            <a:noFill/>
          </p:spPr>
          <p:txBody>
            <a:bodyPr wrap="square" rtlCol="0">
              <a:spAutoFit/>
            </a:bodyPr>
            <a:lstStyle/>
            <a:p>
              <a:pPr algn="ctr"/>
              <a:r>
                <a:rPr lang="zh-CN" altLang="en-US" b="1" dirty="0">
                  <a:latin typeface="Arial Narrow" panose="020B0606020202030204" pitchFamily="34" charset="0"/>
                </a:rPr>
                <a:t>集线器</a:t>
              </a:r>
              <a:endParaRPr lang="en-US" altLang="zh-CN" b="1" dirty="0">
                <a:latin typeface="Arial Narrow" panose="020B0606020202030204" pitchFamily="34" charset="0"/>
              </a:endParaRPr>
            </a:p>
            <a:p>
              <a:pPr algn="ctr"/>
              <a:r>
                <a:rPr lang="en-US" altLang="zh-CN" b="1" dirty="0">
                  <a:latin typeface="Arial Narrow" panose="020B0606020202030204" pitchFamily="34" charset="0"/>
                </a:rPr>
                <a:t>Hub</a:t>
              </a:r>
              <a:endParaRPr lang="zh-CN" altLang="en-US" b="1" dirty="0">
                <a:latin typeface="Arial Narrow" panose="020B0606020202030204" pitchFamily="34" charset="0"/>
              </a:endParaRPr>
            </a:p>
          </p:txBody>
        </p:sp>
        <p:pic>
          <p:nvPicPr>
            <p:cNvPr id="36" name="图形 10">
              <a:extLst>
                <a:ext uri="{FF2B5EF4-FFF2-40B4-BE49-F238E27FC236}">
                  <a16:creationId xmlns:a16="http://schemas.microsoft.com/office/drawing/2014/main" id="{8585C8A8-F46D-4C3F-9647-FA6BEEE3FB77}"/>
                </a:ext>
              </a:extLst>
            </p:cNvPr>
            <p:cNvPicPr>
              <a:picLocks noChangeAspect="1"/>
            </p:cNvPicPr>
            <p:nvPr/>
          </p:nvPicPr>
          <p:blipFill>
            <a:blip r:embed="rId3">
              <a:extLst>
                <a:ext uri="{28A0092B-C50C-407E-A947-70E740481C1C}">
                  <a14:useLocalDpi xmlns:a14="http://schemas.microsoft.com/office/drawing/2010/main" val="0"/>
                </a:ext>
                <a:ext uri="{96DAC541-7B7A-43D3-8B79-37D633B846F1}">
                  <asvg:svgBlip xmlns:asvg="http://schemas.microsoft.com/office/drawing/2016/SVG/main" r:embed="rId4"/>
                </a:ext>
              </a:extLst>
            </a:blip>
            <a:stretch>
              <a:fillRect/>
            </a:stretch>
          </p:blipFill>
          <p:spPr>
            <a:xfrm>
              <a:off x="4351517" y="3030573"/>
              <a:ext cx="662814" cy="641082"/>
            </a:xfrm>
            <a:prstGeom prst="rect">
              <a:avLst/>
            </a:prstGeom>
          </p:spPr>
        </p:pic>
        <p:pic>
          <p:nvPicPr>
            <p:cNvPr id="38" name="图形 37">
              <a:extLst>
                <a:ext uri="{FF2B5EF4-FFF2-40B4-BE49-F238E27FC236}">
                  <a16:creationId xmlns:a16="http://schemas.microsoft.com/office/drawing/2014/main" id="{B12626DA-152A-4BBE-9DCF-FB31F6FF019F}"/>
                </a:ext>
              </a:extLst>
            </p:cNvPr>
            <p:cNvPicPr>
              <a:picLocks noChangeAspect="1"/>
            </p:cNvPicPr>
            <p:nvPr/>
          </p:nvPicPr>
          <p:blipFill>
            <a:blip r:embed="rId5">
              <a:extLst>
                <a:ext uri="{28A0092B-C50C-407E-A947-70E740481C1C}">
                  <a14:useLocalDpi xmlns:a14="http://schemas.microsoft.com/office/drawing/2010/main" val="0"/>
                </a:ext>
                <a:ext uri="{96DAC541-7B7A-43D3-8B79-37D633B846F1}">
                  <asvg:svgBlip xmlns:asvg="http://schemas.microsoft.com/office/drawing/2016/SVG/main" r:embed="rId6"/>
                </a:ext>
              </a:extLst>
            </a:blip>
            <a:stretch>
              <a:fillRect/>
            </a:stretch>
          </p:blipFill>
          <p:spPr>
            <a:xfrm>
              <a:off x="5169476" y="4038020"/>
              <a:ext cx="1853048" cy="463262"/>
            </a:xfrm>
            <a:prstGeom prst="rect">
              <a:avLst/>
            </a:prstGeom>
          </p:spPr>
        </p:pic>
        <p:pic>
          <p:nvPicPr>
            <p:cNvPr id="40" name="图形 10">
              <a:extLst>
                <a:ext uri="{FF2B5EF4-FFF2-40B4-BE49-F238E27FC236}">
                  <a16:creationId xmlns:a16="http://schemas.microsoft.com/office/drawing/2014/main" id="{E325CD2E-C97C-4B16-A8BA-591FA0963BB2}"/>
                </a:ext>
              </a:extLst>
            </p:cNvPr>
            <p:cNvPicPr>
              <a:picLocks noChangeAspect="1"/>
            </p:cNvPicPr>
            <p:nvPr/>
          </p:nvPicPr>
          <p:blipFill>
            <a:blip r:embed="rId3">
              <a:extLst>
                <a:ext uri="{28A0092B-C50C-407E-A947-70E740481C1C}">
                  <a14:useLocalDpi xmlns:a14="http://schemas.microsoft.com/office/drawing/2010/main" val="0"/>
                </a:ext>
                <a:ext uri="{96DAC541-7B7A-43D3-8B79-37D633B846F1}">
                  <asvg:svgBlip xmlns:asvg="http://schemas.microsoft.com/office/drawing/2016/SVG/main" r:embed="rId4"/>
                </a:ext>
              </a:extLst>
            </a:blip>
            <a:stretch>
              <a:fillRect/>
            </a:stretch>
          </p:blipFill>
          <p:spPr>
            <a:xfrm>
              <a:off x="4196372" y="4867647"/>
              <a:ext cx="662814" cy="641082"/>
            </a:xfrm>
            <a:prstGeom prst="rect">
              <a:avLst/>
            </a:prstGeom>
          </p:spPr>
        </p:pic>
        <p:cxnSp>
          <p:nvCxnSpPr>
            <p:cNvPr id="42" name="直接连接符 41">
              <a:extLst>
                <a:ext uri="{FF2B5EF4-FFF2-40B4-BE49-F238E27FC236}">
                  <a16:creationId xmlns:a16="http://schemas.microsoft.com/office/drawing/2014/main" id="{D81E2E89-CA60-4D80-B330-AE742272ED1D}"/>
                </a:ext>
              </a:extLst>
            </p:cNvPr>
            <p:cNvCxnSpPr>
              <a:cxnSpLocks/>
            </p:cNvCxnSpPr>
            <p:nvPr/>
          </p:nvCxnSpPr>
          <p:spPr>
            <a:xfrm>
              <a:off x="4944623" y="3491435"/>
              <a:ext cx="413280" cy="640515"/>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3" name="直接连接符 42">
              <a:extLst>
                <a:ext uri="{FF2B5EF4-FFF2-40B4-BE49-F238E27FC236}">
                  <a16:creationId xmlns:a16="http://schemas.microsoft.com/office/drawing/2014/main" id="{D39720F7-4F7C-4316-881F-BBC986F3769D}"/>
                </a:ext>
              </a:extLst>
            </p:cNvPr>
            <p:cNvCxnSpPr>
              <a:cxnSpLocks/>
            </p:cNvCxnSpPr>
            <p:nvPr/>
          </p:nvCxnSpPr>
          <p:spPr>
            <a:xfrm flipV="1">
              <a:off x="4784806" y="4427667"/>
              <a:ext cx="573097" cy="540981"/>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4" name="直接连接符 43">
              <a:extLst>
                <a:ext uri="{FF2B5EF4-FFF2-40B4-BE49-F238E27FC236}">
                  <a16:creationId xmlns:a16="http://schemas.microsoft.com/office/drawing/2014/main" id="{F31BA4F1-FADB-4875-A53D-E0B195D13C79}"/>
                </a:ext>
              </a:extLst>
            </p:cNvPr>
            <p:cNvCxnSpPr>
              <a:cxnSpLocks/>
            </p:cNvCxnSpPr>
            <p:nvPr/>
          </p:nvCxnSpPr>
          <p:spPr>
            <a:xfrm flipH="1">
              <a:off x="6657116" y="3491435"/>
              <a:ext cx="662842" cy="614596"/>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5" name="直接连接符 44">
              <a:extLst>
                <a:ext uri="{FF2B5EF4-FFF2-40B4-BE49-F238E27FC236}">
                  <a16:creationId xmlns:a16="http://schemas.microsoft.com/office/drawing/2014/main" id="{95614D64-4D36-46E3-AFB1-49A8AA89A4A8}"/>
                </a:ext>
              </a:extLst>
            </p:cNvPr>
            <p:cNvCxnSpPr>
              <a:cxnSpLocks/>
            </p:cNvCxnSpPr>
            <p:nvPr/>
          </p:nvCxnSpPr>
          <p:spPr>
            <a:xfrm>
              <a:off x="6647542" y="4427667"/>
              <a:ext cx="672416" cy="760521"/>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pic>
          <p:nvPicPr>
            <p:cNvPr id="39" name="图形 10">
              <a:extLst>
                <a:ext uri="{FF2B5EF4-FFF2-40B4-BE49-F238E27FC236}">
                  <a16:creationId xmlns:a16="http://schemas.microsoft.com/office/drawing/2014/main" id="{076B9BB6-41E1-4E95-BD9F-2703F25E4EA6}"/>
                </a:ext>
              </a:extLst>
            </p:cNvPr>
            <p:cNvPicPr>
              <a:picLocks noChangeAspect="1"/>
            </p:cNvPicPr>
            <p:nvPr/>
          </p:nvPicPr>
          <p:blipFill>
            <a:blip r:embed="rId3">
              <a:extLst>
                <a:ext uri="{28A0092B-C50C-407E-A947-70E740481C1C}">
                  <a14:useLocalDpi xmlns:a14="http://schemas.microsoft.com/office/drawing/2010/main" val="0"/>
                </a:ext>
                <a:ext uri="{96DAC541-7B7A-43D3-8B79-37D633B846F1}">
                  <asvg:svgBlip xmlns:asvg="http://schemas.microsoft.com/office/drawing/2016/SVG/main" r:embed="rId4"/>
                </a:ext>
              </a:extLst>
            </a:blip>
            <a:stretch>
              <a:fillRect/>
            </a:stretch>
          </p:blipFill>
          <p:spPr>
            <a:xfrm>
              <a:off x="7177669" y="3030573"/>
              <a:ext cx="662814" cy="641082"/>
            </a:xfrm>
            <a:prstGeom prst="rect">
              <a:avLst/>
            </a:prstGeom>
          </p:spPr>
        </p:pic>
        <p:pic>
          <p:nvPicPr>
            <p:cNvPr id="41" name="图形 10">
              <a:extLst>
                <a:ext uri="{FF2B5EF4-FFF2-40B4-BE49-F238E27FC236}">
                  <a16:creationId xmlns:a16="http://schemas.microsoft.com/office/drawing/2014/main" id="{1AC5B18B-D23A-4D83-ACB2-7117ED6A059C}"/>
                </a:ext>
              </a:extLst>
            </p:cNvPr>
            <p:cNvPicPr>
              <a:picLocks noChangeAspect="1"/>
            </p:cNvPicPr>
            <p:nvPr/>
          </p:nvPicPr>
          <p:blipFill>
            <a:blip r:embed="rId3">
              <a:extLst>
                <a:ext uri="{28A0092B-C50C-407E-A947-70E740481C1C}">
                  <a14:useLocalDpi xmlns:a14="http://schemas.microsoft.com/office/drawing/2010/main" val="0"/>
                </a:ext>
                <a:ext uri="{96DAC541-7B7A-43D3-8B79-37D633B846F1}">
                  <asvg:svgBlip xmlns:asvg="http://schemas.microsoft.com/office/drawing/2016/SVG/main" r:embed="rId4"/>
                </a:ext>
              </a:extLst>
            </a:blip>
            <a:stretch>
              <a:fillRect/>
            </a:stretch>
          </p:blipFill>
          <p:spPr>
            <a:xfrm>
              <a:off x="7022524" y="4867647"/>
              <a:ext cx="662814" cy="641082"/>
            </a:xfrm>
            <a:prstGeom prst="rect">
              <a:avLst/>
            </a:prstGeom>
          </p:spPr>
        </p:pic>
      </p:grpSp>
      <p:grpSp>
        <p:nvGrpSpPr>
          <p:cNvPr id="4" name="组合 3">
            <a:extLst>
              <a:ext uri="{FF2B5EF4-FFF2-40B4-BE49-F238E27FC236}">
                <a16:creationId xmlns:a16="http://schemas.microsoft.com/office/drawing/2014/main" id="{9A1EA9F2-FCB6-48C3-935F-7AE7E3AD14AC}"/>
              </a:ext>
            </a:extLst>
          </p:cNvPr>
          <p:cNvGrpSpPr/>
          <p:nvPr/>
        </p:nvGrpSpPr>
        <p:grpSpPr>
          <a:xfrm>
            <a:off x="304800" y="749300"/>
            <a:ext cx="6192344" cy="400110"/>
            <a:chOff x="424117" y="898245"/>
            <a:chExt cx="6192344" cy="400110"/>
          </a:xfrm>
        </p:grpSpPr>
        <p:sp>
          <p:nvSpPr>
            <p:cNvPr id="2" name="平行四边形 1">
              <a:extLst>
                <a:ext uri="{FF2B5EF4-FFF2-40B4-BE49-F238E27FC236}">
                  <a16:creationId xmlns:a16="http://schemas.microsoft.com/office/drawing/2014/main" id="{1F5BAA3F-9845-4F89-A2DD-8222D3E4EDAC}"/>
                </a:ext>
              </a:extLst>
            </p:cNvPr>
            <p:cNvSpPr/>
            <p:nvPr/>
          </p:nvSpPr>
          <p:spPr>
            <a:xfrm>
              <a:off x="424117" y="898245"/>
              <a:ext cx="628306" cy="387090"/>
            </a:xfrm>
            <a:prstGeom prst="parallelogram">
              <a:avLst/>
            </a:prstGeom>
            <a:solidFill>
              <a:schemeClr val="accent3">
                <a:lumMod val="75000"/>
              </a:schemeClr>
            </a:solidFill>
            <a:ln>
              <a:solidFill>
                <a:schemeClr val="accent3">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CN" sz="2200" dirty="0">
                  <a:latin typeface="Impact" panose="020B0806030902050204" pitchFamily="34" charset="0"/>
                </a:rPr>
                <a:t>01</a:t>
              </a:r>
              <a:endParaRPr lang="zh-CN" altLang="en-US" sz="2200" dirty="0">
                <a:latin typeface="Impact" panose="020B0806030902050204" pitchFamily="34" charset="0"/>
              </a:endParaRPr>
            </a:p>
          </p:txBody>
        </p:sp>
        <p:sp>
          <p:nvSpPr>
            <p:cNvPr id="3" name="文本框 2">
              <a:extLst>
                <a:ext uri="{FF2B5EF4-FFF2-40B4-BE49-F238E27FC236}">
                  <a16:creationId xmlns:a16="http://schemas.microsoft.com/office/drawing/2014/main" id="{4D6BD736-A4D3-4F26-AFED-36E11F50F70B}"/>
                </a:ext>
              </a:extLst>
            </p:cNvPr>
            <p:cNvSpPr txBox="1"/>
            <p:nvPr/>
          </p:nvSpPr>
          <p:spPr>
            <a:xfrm>
              <a:off x="1052423" y="898245"/>
              <a:ext cx="5564038" cy="400110"/>
            </a:xfrm>
            <a:prstGeom prst="rect">
              <a:avLst/>
            </a:prstGeom>
            <a:noFill/>
          </p:spPr>
          <p:txBody>
            <a:bodyPr wrap="square" rtlCol="0">
              <a:spAutoFit/>
            </a:bodyPr>
            <a:lstStyle/>
            <a:p>
              <a:r>
                <a:rPr lang="zh-CN" altLang="en-US" sz="2000" b="1" dirty="0"/>
                <a:t>使用集线器的共享式以太网</a:t>
              </a:r>
              <a:endParaRPr lang="en-US" altLang="zh-CN" sz="2000" b="1" dirty="0"/>
            </a:p>
          </p:txBody>
        </p:sp>
      </p:grpSp>
      <p:sp>
        <p:nvSpPr>
          <p:cNvPr id="79" name="矩形 78">
            <a:extLst>
              <a:ext uri="{FF2B5EF4-FFF2-40B4-BE49-F238E27FC236}">
                <a16:creationId xmlns:a16="http://schemas.microsoft.com/office/drawing/2014/main" id="{2804D1F4-F466-444D-AB07-F101362C1E61}"/>
              </a:ext>
            </a:extLst>
          </p:cNvPr>
          <p:cNvSpPr/>
          <p:nvPr/>
        </p:nvSpPr>
        <p:spPr>
          <a:xfrm>
            <a:off x="1056633" y="1335374"/>
            <a:ext cx="256976" cy="256976"/>
          </a:xfrm>
          <a:prstGeom prst="rect">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80" name="íşlïḍè">
            <a:extLst>
              <a:ext uri="{FF2B5EF4-FFF2-40B4-BE49-F238E27FC236}">
                <a16:creationId xmlns:a16="http://schemas.microsoft.com/office/drawing/2014/main" id="{667FD754-DAA6-4179-AE61-F0DA86843747}"/>
              </a:ext>
            </a:extLst>
          </p:cNvPr>
          <p:cNvSpPr txBox="1"/>
          <p:nvPr/>
        </p:nvSpPr>
        <p:spPr>
          <a:xfrm>
            <a:off x="1373860" y="1281053"/>
            <a:ext cx="10513339" cy="626688"/>
          </a:xfrm>
          <a:prstGeom prst="rect">
            <a:avLst/>
          </a:prstGeom>
          <a:noFill/>
        </p:spPr>
        <p:txBody>
          <a:bodyPr wrap="square" lIns="91440" tIns="45720" rIns="91440" bIns="45720" anchor="ctr">
            <a:noAutofit/>
          </a:bodyPr>
          <a:lstStyle/>
          <a:p>
            <a:r>
              <a:rPr lang="zh-CN" altLang="en-US" b="1" dirty="0">
                <a:latin typeface="Arial Narrow" panose="020B0606020202030204" pitchFamily="34" charset="0"/>
              </a:rPr>
              <a:t>在使用细同轴电缆的共享总线以太网之后，以太网发展出来了一种使用大规模集成电路来替代总线、并且可靠性非常高的设备，叫作</a:t>
            </a:r>
            <a:r>
              <a:rPr lang="zh-CN" altLang="en-US" b="1" dirty="0">
                <a:solidFill>
                  <a:schemeClr val="accent1">
                    <a:lumMod val="75000"/>
                  </a:schemeClr>
                </a:solidFill>
                <a:latin typeface="Arial Narrow" panose="020B0606020202030204" pitchFamily="34" charset="0"/>
              </a:rPr>
              <a:t>集线器（</a:t>
            </a:r>
            <a:r>
              <a:rPr lang="en-US" altLang="zh-CN" b="1" dirty="0">
                <a:solidFill>
                  <a:schemeClr val="accent1">
                    <a:lumMod val="75000"/>
                  </a:schemeClr>
                </a:solidFill>
                <a:latin typeface="Arial Narrow" panose="020B0606020202030204" pitchFamily="34" charset="0"/>
              </a:rPr>
              <a:t>Hub</a:t>
            </a:r>
            <a:r>
              <a:rPr lang="zh-CN" altLang="en-US" b="1" dirty="0">
                <a:solidFill>
                  <a:schemeClr val="accent1">
                    <a:lumMod val="75000"/>
                  </a:schemeClr>
                </a:solidFill>
                <a:latin typeface="Arial Narrow" panose="020B0606020202030204" pitchFamily="34" charset="0"/>
              </a:rPr>
              <a:t>）</a:t>
            </a:r>
            <a:r>
              <a:rPr lang="zh-CN" altLang="en-US" b="1" dirty="0">
                <a:latin typeface="Arial Narrow" panose="020B0606020202030204" pitchFamily="34" charset="0"/>
              </a:rPr>
              <a:t>。</a:t>
            </a:r>
          </a:p>
        </p:txBody>
      </p:sp>
      <p:sp>
        <p:nvSpPr>
          <p:cNvPr id="33" name="矩形 32">
            <a:extLst>
              <a:ext uri="{FF2B5EF4-FFF2-40B4-BE49-F238E27FC236}">
                <a16:creationId xmlns:a16="http://schemas.microsoft.com/office/drawing/2014/main" id="{43A7411D-F489-4846-892C-6A43AFAACAF2}"/>
              </a:ext>
            </a:extLst>
          </p:cNvPr>
          <p:cNvSpPr/>
          <p:nvPr/>
        </p:nvSpPr>
        <p:spPr>
          <a:xfrm>
            <a:off x="1056634" y="2102052"/>
            <a:ext cx="256976" cy="256976"/>
          </a:xfrm>
          <a:prstGeom prst="rect">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34" name="íşlïḍè">
            <a:extLst>
              <a:ext uri="{FF2B5EF4-FFF2-40B4-BE49-F238E27FC236}">
                <a16:creationId xmlns:a16="http://schemas.microsoft.com/office/drawing/2014/main" id="{A556B578-0230-43EE-87F6-2C73DD9CA305}"/>
              </a:ext>
            </a:extLst>
          </p:cNvPr>
          <p:cNvSpPr txBox="1"/>
          <p:nvPr/>
        </p:nvSpPr>
        <p:spPr>
          <a:xfrm>
            <a:off x="1373861" y="2047731"/>
            <a:ext cx="10513339" cy="373127"/>
          </a:xfrm>
          <a:prstGeom prst="rect">
            <a:avLst/>
          </a:prstGeom>
          <a:noFill/>
        </p:spPr>
        <p:txBody>
          <a:bodyPr wrap="square" lIns="91440" tIns="45720" rIns="91440" bIns="45720" anchor="ctr">
            <a:noAutofit/>
          </a:bodyPr>
          <a:lstStyle/>
          <a:p>
            <a:r>
              <a:rPr lang="zh-CN" altLang="en-US" b="1" dirty="0">
                <a:latin typeface="Arial Narrow" panose="020B0606020202030204" pitchFamily="34" charset="0"/>
              </a:rPr>
              <a:t>站点连接到集线器的传输媒体也转而使用更便宜、更灵活的</a:t>
            </a:r>
            <a:r>
              <a:rPr lang="zh-CN" altLang="en-US" b="1" dirty="0">
                <a:solidFill>
                  <a:schemeClr val="accent1">
                    <a:lumMod val="75000"/>
                  </a:schemeClr>
                </a:solidFill>
                <a:latin typeface="Arial Narrow" panose="020B0606020202030204" pitchFamily="34" charset="0"/>
              </a:rPr>
              <a:t>双绞线电缆</a:t>
            </a:r>
            <a:r>
              <a:rPr lang="zh-CN" altLang="en-US" b="1" dirty="0">
                <a:latin typeface="Arial Narrow" panose="020B0606020202030204" pitchFamily="34" charset="0"/>
              </a:rPr>
              <a:t>。</a:t>
            </a:r>
          </a:p>
        </p:txBody>
      </p:sp>
      <p:grpSp>
        <p:nvGrpSpPr>
          <p:cNvPr id="16" name="组合 15">
            <a:extLst>
              <a:ext uri="{FF2B5EF4-FFF2-40B4-BE49-F238E27FC236}">
                <a16:creationId xmlns:a16="http://schemas.microsoft.com/office/drawing/2014/main" id="{FAE7F52C-EDAC-4D97-AF93-A26BB3617E1B}"/>
              </a:ext>
            </a:extLst>
          </p:cNvPr>
          <p:cNvGrpSpPr/>
          <p:nvPr/>
        </p:nvGrpSpPr>
        <p:grpSpPr>
          <a:xfrm>
            <a:off x="4855688" y="4420037"/>
            <a:ext cx="1436062" cy="1683125"/>
            <a:chOff x="4855688" y="4420037"/>
            <a:chExt cx="1436062" cy="1683125"/>
          </a:xfrm>
        </p:grpSpPr>
        <p:sp>
          <p:nvSpPr>
            <p:cNvPr id="46" name="文本框 45">
              <a:extLst>
                <a:ext uri="{FF2B5EF4-FFF2-40B4-BE49-F238E27FC236}">
                  <a16:creationId xmlns:a16="http://schemas.microsoft.com/office/drawing/2014/main" id="{984A7393-24B9-4B25-B8C6-5C041D43385F}"/>
                </a:ext>
              </a:extLst>
            </p:cNvPr>
            <p:cNvSpPr txBox="1"/>
            <p:nvPr/>
          </p:nvSpPr>
          <p:spPr>
            <a:xfrm>
              <a:off x="5121482" y="5733830"/>
              <a:ext cx="1170268" cy="369332"/>
            </a:xfrm>
            <a:prstGeom prst="rect">
              <a:avLst/>
            </a:prstGeom>
            <a:noFill/>
          </p:spPr>
          <p:txBody>
            <a:bodyPr wrap="square" rtlCol="0">
              <a:spAutoFit/>
            </a:bodyPr>
            <a:lstStyle/>
            <a:p>
              <a:pPr algn="ctr"/>
              <a:r>
                <a:rPr lang="en-US" altLang="zh-CN" b="1" dirty="0">
                  <a:latin typeface="Arial Narrow" panose="020B0606020202030204" pitchFamily="34" charset="0"/>
                </a:rPr>
                <a:t>RJ-45</a:t>
              </a:r>
              <a:r>
                <a:rPr lang="zh-CN" altLang="en-US" b="1" dirty="0">
                  <a:latin typeface="Arial Narrow" panose="020B0606020202030204" pitchFamily="34" charset="0"/>
                </a:rPr>
                <a:t>插座</a:t>
              </a:r>
            </a:p>
          </p:txBody>
        </p:sp>
        <p:cxnSp>
          <p:nvCxnSpPr>
            <p:cNvPr id="47" name="直接箭头连接符 46">
              <a:extLst>
                <a:ext uri="{FF2B5EF4-FFF2-40B4-BE49-F238E27FC236}">
                  <a16:creationId xmlns:a16="http://schemas.microsoft.com/office/drawing/2014/main" id="{18B62631-1D2D-46BE-91EA-A5B7848FB5D2}"/>
                </a:ext>
              </a:extLst>
            </p:cNvPr>
            <p:cNvCxnSpPr>
              <a:cxnSpLocks/>
            </p:cNvCxnSpPr>
            <p:nvPr/>
          </p:nvCxnSpPr>
          <p:spPr>
            <a:xfrm flipH="1" flipV="1">
              <a:off x="4855688" y="4968648"/>
              <a:ext cx="531588" cy="189767"/>
            </a:xfrm>
            <a:prstGeom prst="straightConnector1">
              <a:avLst/>
            </a:prstGeom>
            <a:ln w="25400">
              <a:solidFill>
                <a:schemeClr val="accent1">
                  <a:lumMod val="75000"/>
                </a:schemeClr>
              </a:solidFill>
              <a:prstDash val="solid"/>
              <a:tailEnd type="triangle"/>
            </a:ln>
          </p:spPr>
          <p:style>
            <a:lnRef idx="1">
              <a:schemeClr val="accent1"/>
            </a:lnRef>
            <a:fillRef idx="0">
              <a:schemeClr val="accent1"/>
            </a:fillRef>
            <a:effectRef idx="0">
              <a:schemeClr val="accent1"/>
            </a:effectRef>
            <a:fontRef idx="minor">
              <a:schemeClr val="tx1"/>
            </a:fontRef>
          </p:style>
        </p:cxnSp>
        <p:pic>
          <p:nvPicPr>
            <p:cNvPr id="48" name="图片 47">
              <a:extLst>
                <a:ext uri="{FF2B5EF4-FFF2-40B4-BE49-F238E27FC236}">
                  <a16:creationId xmlns:a16="http://schemas.microsoft.com/office/drawing/2014/main" id="{F54FCC32-3AC1-47D5-BBEE-6449CBC554DD}"/>
                </a:ext>
              </a:extLst>
            </p:cNvPr>
            <p:cNvPicPr>
              <a:picLocks noChangeAspect="1"/>
            </p:cNvPicPr>
            <p:nvPr/>
          </p:nvPicPr>
          <p:blipFill>
            <a:blip r:embed="rId7"/>
            <a:stretch>
              <a:fillRect/>
            </a:stretch>
          </p:blipFill>
          <p:spPr>
            <a:xfrm>
              <a:off x="5384594" y="4956523"/>
              <a:ext cx="670618" cy="777307"/>
            </a:xfrm>
            <a:prstGeom prst="rect">
              <a:avLst/>
            </a:prstGeom>
          </p:spPr>
        </p:pic>
        <p:cxnSp>
          <p:nvCxnSpPr>
            <p:cNvPr id="49" name="直接箭头连接符 48">
              <a:extLst>
                <a:ext uri="{FF2B5EF4-FFF2-40B4-BE49-F238E27FC236}">
                  <a16:creationId xmlns:a16="http://schemas.microsoft.com/office/drawing/2014/main" id="{EC77CC67-1ACB-4EFC-B7A6-64EBF163E765}"/>
                </a:ext>
              </a:extLst>
            </p:cNvPr>
            <p:cNvCxnSpPr>
              <a:cxnSpLocks/>
              <a:stCxn id="48" idx="0"/>
            </p:cNvCxnSpPr>
            <p:nvPr/>
          </p:nvCxnSpPr>
          <p:spPr>
            <a:xfrm flipH="1" flipV="1">
              <a:off x="5357903" y="4420037"/>
              <a:ext cx="362000" cy="536486"/>
            </a:xfrm>
            <a:prstGeom prst="straightConnector1">
              <a:avLst/>
            </a:prstGeom>
            <a:ln w="25400">
              <a:solidFill>
                <a:schemeClr val="accent1">
                  <a:lumMod val="75000"/>
                </a:schemeClr>
              </a:solidFill>
              <a:prstDash val="solid"/>
              <a:tailEnd type="triangle"/>
            </a:ln>
          </p:spPr>
          <p:style>
            <a:lnRef idx="1">
              <a:schemeClr val="accent1"/>
            </a:lnRef>
            <a:fillRef idx="0">
              <a:schemeClr val="accent1"/>
            </a:fillRef>
            <a:effectRef idx="0">
              <a:schemeClr val="accent1"/>
            </a:effectRef>
            <a:fontRef idx="minor">
              <a:schemeClr val="tx1"/>
            </a:fontRef>
          </p:style>
        </p:cxnSp>
      </p:grpSp>
      <p:grpSp>
        <p:nvGrpSpPr>
          <p:cNvPr id="26" name="组合 25">
            <a:extLst>
              <a:ext uri="{FF2B5EF4-FFF2-40B4-BE49-F238E27FC236}">
                <a16:creationId xmlns:a16="http://schemas.microsoft.com/office/drawing/2014/main" id="{6FEE1A6B-5ADE-4336-AFEF-075F778E493D}"/>
              </a:ext>
            </a:extLst>
          </p:cNvPr>
          <p:cNvGrpSpPr/>
          <p:nvPr/>
        </p:nvGrpSpPr>
        <p:grpSpPr>
          <a:xfrm>
            <a:off x="1078706" y="4041949"/>
            <a:ext cx="3940785" cy="904707"/>
            <a:chOff x="1078706" y="4041949"/>
            <a:chExt cx="3940785" cy="904707"/>
          </a:xfrm>
        </p:grpSpPr>
        <p:cxnSp>
          <p:nvCxnSpPr>
            <p:cNvPr id="54" name="直接箭头连接符 53">
              <a:extLst>
                <a:ext uri="{FF2B5EF4-FFF2-40B4-BE49-F238E27FC236}">
                  <a16:creationId xmlns:a16="http://schemas.microsoft.com/office/drawing/2014/main" id="{F0D3B02C-C3ED-49A4-9601-A3860C0896D3}"/>
                </a:ext>
              </a:extLst>
            </p:cNvPr>
            <p:cNvCxnSpPr>
              <a:cxnSpLocks/>
            </p:cNvCxnSpPr>
            <p:nvPr/>
          </p:nvCxnSpPr>
          <p:spPr>
            <a:xfrm>
              <a:off x="4382666" y="4414924"/>
              <a:ext cx="636825" cy="262852"/>
            </a:xfrm>
            <a:prstGeom prst="straightConnector1">
              <a:avLst/>
            </a:prstGeom>
            <a:ln w="25400">
              <a:solidFill>
                <a:schemeClr val="tx1"/>
              </a:solidFill>
              <a:prstDash val="solid"/>
              <a:tailEnd type="triangle"/>
            </a:ln>
          </p:spPr>
          <p:style>
            <a:lnRef idx="1">
              <a:schemeClr val="accent1"/>
            </a:lnRef>
            <a:fillRef idx="0">
              <a:schemeClr val="accent1"/>
            </a:fillRef>
            <a:effectRef idx="0">
              <a:schemeClr val="accent1"/>
            </a:effectRef>
            <a:fontRef idx="minor">
              <a:schemeClr val="tx1"/>
            </a:fontRef>
          </p:style>
        </p:cxnSp>
        <p:grpSp>
          <p:nvGrpSpPr>
            <p:cNvPr id="24" name="组合 23">
              <a:extLst>
                <a:ext uri="{FF2B5EF4-FFF2-40B4-BE49-F238E27FC236}">
                  <a16:creationId xmlns:a16="http://schemas.microsoft.com/office/drawing/2014/main" id="{E2121878-F229-42B2-AC71-669B4069324E}"/>
                </a:ext>
              </a:extLst>
            </p:cNvPr>
            <p:cNvGrpSpPr/>
            <p:nvPr/>
          </p:nvGrpSpPr>
          <p:grpSpPr>
            <a:xfrm>
              <a:off x="1078706" y="4041949"/>
              <a:ext cx="3240308" cy="904707"/>
              <a:chOff x="1078706" y="4041949"/>
              <a:chExt cx="3240308" cy="904707"/>
            </a:xfrm>
          </p:grpSpPr>
          <p:sp>
            <p:nvSpPr>
              <p:cNvPr id="53" name="文本框 52">
                <a:extLst>
                  <a:ext uri="{FF2B5EF4-FFF2-40B4-BE49-F238E27FC236}">
                    <a16:creationId xmlns:a16="http://schemas.microsoft.com/office/drawing/2014/main" id="{6F6D4810-F051-41D0-BD74-4D30A58B8DEB}"/>
                  </a:ext>
                </a:extLst>
              </p:cNvPr>
              <p:cNvSpPr txBox="1"/>
              <p:nvPr/>
            </p:nvSpPr>
            <p:spPr>
              <a:xfrm>
                <a:off x="1078706" y="4041949"/>
                <a:ext cx="2219199" cy="646331"/>
              </a:xfrm>
              <a:prstGeom prst="rect">
                <a:avLst/>
              </a:prstGeom>
              <a:noFill/>
            </p:spPr>
            <p:txBody>
              <a:bodyPr wrap="square" rtlCol="0">
                <a:spAutoFit/>
              </a:bodyPr>
              <a:lstStyle/>
              <a:p>
                <a:pPr algn="ctr"/>
                <a:r>
                  <a:rPr lang="zh-CN" altLang="en-US" b="1" dirty="0">
                    <a:latin typeface="Arial Narrow" panose="020B0606020202030204" pitchFamily="34" charset="0"/>
                  </a:rPr>
                  <a:t>两端为</a:t>
                </a:r>
                <a:r>
                  <a:rPr lang="en-US" altLang="zh-CN" b="1" dirty="0">
                    <a:latin typeface="Arial Narrow" panose="020B0606020202030204" pitchFamily="34" charset="0"/>
                  </a:rPr>
                  <a:t>RJ-45</a:t>
                </a:r>
                <a:r>
                  <a:rPr lang="zh-CN" altLang="en-US" b="1" dirty="0">
                    <a:latin typeface="Arial Narrow" panose="020B0606020202030204" pitchFamily="34" charset="0"/>
                  </a:rPr>
                  <a:t>插头的</a:t>
                </a:r>
                <a:endParaRPr lang="en-US" altLang="zh-CN" b="1" dirty="0">
                  <a:latin typeface="Arial Narrow" panose="020B0606020202030204" pitchFamily="34" charset="0"/>
                </a:endParaRPr>
              </a:p>
              <a:p>
                <a:pPr algn="ctr"/>
                <a:r>
                  <a:rPr lang="zh-CN" altLang="en-US" b="1" dirty="0">
                    <a:latin typeface="Arial Narrow" panose="020B0606020202030204" pitchFamily="34" charset="0"/>
                  </a:rPr>
                  <a:t>双绞线电缆</a:t>
                </a:r>
              </a:p>
            </p:txBody>
          </p:sp>
          <p:pic>
            <p:nvPicPr>
              <p:cNvPr id="55" name="图片 54">
                <a:extLst>
                  <a:ext uri="{FF2B5EF4-FFF2-40B4-BE49-F238E27FC236}">
                    <a16:creationId xmlns:a16="http://schemas.microsoft.com/office/drawing/2014/main" id="{85FE4304-CB01-4322-99B6-14D59B181F85}"/>
                  </a:ext>
                </a:extLst>
              </p:cNvPr>
              <p:cNvPicPr>
                <a:picLocks noChangeAspect="1"/>
              </p:cNvPicPr>
              <p:nvPr/>
            </p:nvPicPr>
            <p:blipFill>
              <a:blip r:embed="rId8"/>
              <a:stretch>
                <a:fillRect/>
              </a:stretch>
            </p:blipFill>
            <p:spPr>
              <a:xfrm>
                <a:off x="3246938" y="4086819"/>
                <a:ext cx="1072076" cy="859837"/>
              </a:xfrm>
              <a:prstGeom prst="rect">
                <a:avLst/>
              </a:prstGeom>
            </p:spPr>
          </p:pic>
        </p:grpSp>
      </p:grpSp>
    </p:spTree>
    <p:custDataLst>
      <p:tags r:id="rId1"/>
    </p:custDataLst>
    <p:extLst>
      <p:ext uri="{BB962C8B-B14F-4D97-AF65-F5344CB8AC3E}">
        <p14:creationId xmlns:p14="http://schemas.microsoft.com/office/powerpoint/2010/main" val="2987852414"/>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49" presetClass="entr" presetSubtype="0" decel="100000" fill="hold" grpId="0" nodeType="withEffect">
                                  <p:stCondLst>
                                    <p:cond delay="0"/>
                                  </p:stCondLst>
                                  <p:childTnLst>
                                    <p:set>
                                      <p:cBhvr>
                                        <p:cTn id="6" dur="1" fill="hold">
                                          <p:stCondLst>
                                            <p:cond delay="0"/>
                                          </p:stCondLst>
                                        </p:cTn>
                                        <p:tgtEl>
                                          <p:spTgt spid="79"/>
                                        </p:tgtEl>
                                        <p:attrNameLst>
                                          <p:attrName>style.visibility</p:attrName>
                                        </p:attrNameLst>
                                      </p:cBhvr>
                                      <p:to>
                                        <p:strVal val="visible"/>
                                      </p:to>
                                    </p:set>
                                    <p:anim calcmode="lin" valueType="num">
                                      <p:cBhvr>
                                        <p:cTn id="7" dur="500" fill="hold"/>
                                        <p:tgtEl>
                                          <p:spTgt spid="79"/>
                                        </p:tgtEl>
                                        <p:attrNameLst>
                                          <p:attrName>ppt_w</p:attrName>
                                        </p:attrNameLst>
                                      </p:cBhvr>
                                      <p:tavLst>
                                        <p:tav tm="0">
                                          <p:val>
                                            <p:fltVal val="0"/>
                                          </p:val>
                                        </p:tav>
                                        <p:tav tm="100000">
                                          <p:val>
                                            <p:strVal val="#ppt_w"/>
                                          </p:val>
                                        </p:tav>
                                      </p:tavLst>
                                    </p:anim>
                                    <p:anim calcmode="lin" valueType="num">
                                      <p:cBhvr>
                                        <p:cTn id="8" dur="500" fill="hold"/>
                                        <p:tgtEl>
                                          <p:spTgt spid="79"/>
                                        </p:tgtEl>
                                        <p:attrNameLst>
                                          <p:attrName>ppt_h</p:attrName>
                                        </p:attrNameLst>
                                      </p:cBhvr>
                                      <p:tavLst>
                                        <p:tav tm="0">
                                          <p:val>
                                            <p:fltVal val="0"/>
                                          </p:val>
                                        </p:tav>
                                        <p:tav tm="100000">
                                          <p:val>
                                            <p:strVal val="#ppt_h"/>
                                          </p:val>
                                        </p:tav>
                                      </p:tavLst>
                                    </p:anim>
                                    <p:anim calcmode="lin" valueType="num">
                                      <p:cBhvr>
                                        <p:cTn id="9" dur="500" fill="hold"/>
                                        <p:tgtEl>
                                          <p:spTgt spid="79"/>
                                        </p:tgtEl>
                                        <p:attrNameLst>
                                          <p:attrName>style.rotation</p:attrName>
                                        </p:attrNameLst>
                                      </p:cBhvr>
                                      <p:tavLst>
                                        <p:tav tm="0">
                                          <p:val>
                                            <p:fltVal val="360"/>
                                          </p:val>
                                        </p:tav>
                                        <p:tav tm="100000">
                                          <p:val>
                                            <p:fltVal val="0"/>
                                          </p:val>
                                        </p:tav>
                                      </p:tavLst>
                                    </p:anim>
                                    <p:animEffect transition="in" filter="fade">
                                      <p:cBhvr>
                                        <p:cTn id="10" dur="500"/>
                                        <p:tgtEl>
                                          <p:spTgt spid="79"/>
                                        </p:tgtEl>
                                      </p:cBhvr>
                                    </p:animEffect>
                                  </p:childTnLst>
                                </p:cTn>
                              </p:par>
                            </p:childTnLst>
                          </p:cTn>
                        </p:par>
                        <p:par>
                          <p:cTn id="11" fill="hold">
                            <p:stCondLst>
                              <p:cond delay="500"/>
                            </p:stCondLst>
                            <p:childTnLst>
                              <p:par>
                                <p:cTn id="12" presetID="1" presetClass="entr" presetSubtype="0" fill="hold" grpId="0" nodeType="afterEffect">
                                  <p:stCondLst>
                                    <p:cond delay="0"/>
                                  </p:stCondLst>
                                  <p:iterate type="lt">
                                    <p:tmAbs val="100"/>
                                  </p:iterate>
                                  <p:childTnLst>
                                    <p:set>
                                      <p:cBhvr>
                                        <p:cTn id="13" dur="1" fill="hold">
                                          <p:stCondLst>
                                            <p:cond delay="0"/>
                                          </p:stCondLst>
                                        </p:cTn>
                                        <p:tgtEl>
                                          <p:spTgt spid="80"/>
                                        </p:tgtEl>
                                        <p:attrNameLst>
                                          <p:attrName>style.visibility</p:attrName>
                                        </p:attrNameLst>
                                      </p:cBhvr>
                                      <p:to>
                                        <p:strVal val="visible"/>
                                      </p:to>
                                    </p:set>
                                  </p:childTnLst>
                                </p:cTn>
                              </p:par>
                            </p:childTnLst>
                          </p:cTn>
                        </p:par>
                      </p:childTnLst>
                    </p:cTn>
                  </p:par>
                  <p:par>
                    <p:cTn id="14" fill="hold">
                      <p:stCondLst>
                        <p:cond delay="indefinite"/>
                      </p:stCondLst>
                      <p:childTnLst>
                        <p:par>
                          <p:cTn id="15" fill="hold">
                            <p:stCondLst>
                              <p:cond delay="0"/>
                            </p:stCondLst>
                            <p:childTnLst>
                              <p:par>
                                <p:cTn id="16" presetID="49" presetClass="entr" presetSubtype="0" decel="100000" fill="hold" grpId="0" nodeType="clickEffect">
                                  <p:stCondLst>
                                    <p:cond delay="0"/>
                                  </p:stCondLst>
                                  <p:childTnLst>
                                    <p:set>
                                      <p:cBhvr>
                                        <p:cTn id="17" dur="1" fill="hold">
                                          <p:stCondLst>
                                            <p:cond delay="0"/>
                                          </p:stCondLst>
                                        </p:cTn>
                                        <p:tgtEl>
                                          <p:spTgt spid="33"/>
                                        </p:tgtEl>
                                        <p:attrNameLst>
                                          <p:attrName>style.visibility</p:attrName>
                                        </p:attrNameLst>
                                      </p:cBhvr>
                                      <p:to>
                                        <p:strVal val="visible"/>
                                      </p:to>
                                    </p:set>
                                    <p:anim calcmode="lin" valueType="num">
                                      <p:cBhvr>
                                        <p:cTn id="18" dur="500" fill="hold"/>
                                        <p:tgtEl>
                                          <p:spTgt spid="33"/>
                                        </p:tgtEl>
                                        <p:attrNameLst>
                                          <p:attrName>ppt_w</p:attrName>
                                        </p:attrNameLst>
                                      </p:cBhvr>
                                      <p:tavLst>
                                        <p:tav tm="0">
                                          <p:val>
                                            <p:fltVal val="0"/>
                                          </p:val>
                                        </p:tav>
                                        <p:tav tm="100000">
                                          <p:val>
                                            <p:strVal val="#ppt_w"/>
                                          </p:val>
                                        </p:tav>
                                      </p:tavLst>
                                    </p:anim>
                                    <p:anim calcmode="lin" valueType="num">
                                      <p:cBhvr>
                                        <p:cTn id="19" dur="500" fill="hold"/>
                                        <p:tgtEl>
                                          <p:spTgt spid="33"/>
                                        </p:tgtEl>
                                        <p:attrNameLst>
                                          <p:attrName>ppt_h</p:attrName>
                                        </p:attrNameLst>
                                      </p:cBhvr>
                                      <p:tavLst>
                                        <p:tav tm="0">
                                          <p:val>
                                            <p:fltVal val="0"/>
                                          </p:val>
                                        </p:tav>
                                        <p:tav tm="100000">
                                          <p:val>
                                            <p:strVal val="#ppt_h"/>
                                          </p:val>
                                        </p:tav>
                                      </p:tavLst>
                                    </p:anim>
                                    <p:anim calcmode="lin" valueType="num">
                                      <p:cBhvr>
                                        <p:cTn id="20" dur="500" fill="hold"/>
                                        <p:tgtEl>
                                          <p:spTgt spid="33"/>
                                        </p:tgtEl>
                                        <p:attrNameLst>
                                          <p:attrName>style.rotation</p:attrName>
                                        </p:attrNameLst>
                                      </p:cBhvr>
                                      <p:tavLst>
                                        <p:tav tm="0">
                                          <p:val>
                                            <p:fltVal val="360"/>
                                          </p:val>
                                        </p:tav>
                                        <p:tav tm="100000">
                                          <p:val>
                                            <p:fltVal val="0"/>
                                          </p:val>
                                        </p:tav>
                                      </p:tavLst>
                                    </p:anim>
                                    <p:animEffect transition="in" filter="fade">
                                      <p:cBhvr>
                                        <p:cTn id="21" dur="500"/>
                                        <p:tgtEl>
                                          <p:spTgt spid="33"/>
                                        </p:tgtEl>
                                      </p:cBhvr>
                                    </p:animEffect>
                                  </p:childTnLst>
                                </p:cTn>
                              </p:par>
                            </p:childTnLst>
                          </p:cTn>
                        </p:par>
                        <p:par>
                          <p:cTn id="22" fill="hold">
                            <p:stCondLst>
                              <p:cond delay="500"/>
                            </p:stCondLst>
                            <p:childTnLst>
                              <p:par>
                                <p:cTn id="23" presetID="1" presetClass="entr" presetSubtype="0" fill="hold" grpId="0" nodeType="afterEffect">
                                  <p:stCondLst>
                                    <p:cond delay="0"/>
                                  </p:stCondLst>
                                  <p:iterate type="lt">
                                    <p:tmAbs val="100"/>
                                  </p:iterate>
                                  <p:childTnLst>
                                    <p:set>
                                      <p:cBhvr>
                                        <p:cTn id="24" dur="1" fill="hold">
                                          <p:stCondLst>
                                            <p:cond delay="0"/>
                                          </p:stCondLst>
                                        </p:cTn>
                                        <p:tgtEl>
                                          <p:spTgt spid="34"/>
                                        </p:tgtEl>
                                        <p:attrNameLst>
                                          <p:attrName>style.visibility</p:attrName>
                                        </p:attrNameLst>
                                      </p:cBhvr>
                                      <p:to>
                                        <p:strVal val="visible"/>
                                      </p:to>
                                    </p:set>
                                  </p:childTnLst>
                                </p:cTn>
                              </p:par>
                            </p:childTnLst>
                          </p:cTn>
                        </p:par>
                      </p:childTnLst>
                    </p:cTn>
                  </p:par>
                  <p:par>
                    <p:cTn id="25" fill="hold">
                      <p:stCondLst>
                        <p:cond delay="indefinite"/>
                      </p:stCondLst>
                      <p:childTnLst>
                        <p:par>
                          <p:cTn id="26" fill="hold">
                            <p:stCondLst>
                              <p:cond delay="0"/>
                            </p:stCondLst>
                            <p:childTnLst>
                              <p:par>
                                <p:cTn id="27" presetID="30" presetClass="entr" presetSubtype="0" fill="hold" nodeType="clickEffect">
                                  <p:stCondLst>
                                    <p:cond delay="0"/>
                                  </p:stCondLst>
                                  <p:childTnLst>
                                    <p:set>
                                      <p:cBhvr>
                                        <p:cTn id="28" dur="1" fill="hold">
                                          <p:stCondLst>
                                            <p:cond delay="0"/>
                                          </p:stCondLst>
                                        </p:cTn>
                                        <p:tgtEl>
                                          <p:spTgt spid="25"/>
                                        </p:tgtEl>
                                        <p:attrNameLst>
                                          <p:attrName>style.visibility</p:attrName>
                                        </p:attrNameLst>
                                      </p:cBhvr>
                                      <p:to>
                                        <p:strVal val="visible"/>
                                      </p:to>
                                    </p:set>
                                    <p:animEffect transition="in" filter="fade">
                                      <p:cBhvr>
                                        <p:cTn id="29" dur="800" decel="100000"/>
                                        <p:tgtEl>
                                          <p:spTgt spid="25"/>
                                        </p:tgtEl>
                                      </p:cBhvr>
                                    </p:animEffect>
                                    <p:anim calcmode="lin" valueType="num">
                                      <p:cBhvr>
                                        <p:cTn id="30" dur="800" decel="100000" fill="hold"/>
                                        <p:tgtEl>
                                          <p:spTgt spid="25"/>
                                        </p:tgtEl>
                                        <p:attrNameLst>
                                          <p:attrName>style.rotation</p:attrName>
                                        </p:attrNameLst>
                                      </p:cBhvr>
                                      <p:tavLst>
                                        <p:tav tm="0">
                                          <p:val>
                                            <p:fltVal val="-90"/>
                                          </p:val>
                                        </p:tav>
                                        <p:tav tm="100000">
                                          <p:val>
                                            <p:fltVal val="0"/>
                                          </p:val>
                                        </p:tav>
                                      </p:tavLst>
                                    </p:anim>
                                    <p:anim calcmode="lin" valueType="num">
                                      <p:cBhvr>
                                        <p:cTn id="31" dur="800" decel="100000" fill="hold"/>
                                        <p:tgtEl>
                                          <p:spTgt spid="25"/>
                                        </p:tgtEl>
                                        <p:attrNameLst>
                                          <p:attrName>ppt_x</p:attrName>
                                        </p:attrNameLst>
                                      </p:cBhvr>
                                      <p:tavLst>
                                        <p:tav tm="0">
                                          <p:val>
                                            <p:strVal val="#ppt_x+0.4"/>
                                          </p:val>
                                        </p:tav>
                                        <p:tav tm="100000">
                                          <p:val>
                                            <p:strVal val="#ppt_x-0.05"/>
                                          </p:val>
                                        </p:tav>
                                      </p:tavLst>
                                    </p:anim>
                                    <p:anim calcmode="lin" valueType="num">
                                      <p:cBhvr>
                                        <p:cTn id="32" dur="800" decel="100000" fill="hold"/>
                                        <p:tgtEl>
                                          <p:spTgt spid="25"/>
                                        </p:tgtEl>
                                        <p:attrNameLst>
                                          <p:attrName>ppt_y</p:attrName>
                                        </p:attrNameLst>
                                      </p:cBhvr>
                                      <p:tavLst>
                                        <p:tav tm="0">
                                          <p:val>
                                            <p:strVal val="#ppt_y-0.4"/>
                                          </p:val>
                                        </p:tav>
                                        <p:tav tm="100000">
                                          <p:val>
                                            <p:strVal val="#ppt_y+0.1"/>
                                          </p:val>
                                        </p:tav>
                                      </p:tavLst>
                                    </p:anim>
                                    <p:anim calcmode="lin" valueType="num">
                                      <p:cBhvr>
                                        <p:cTn id="33" dur="200" accel="100000" fill="hold">
                                          <p:stCondLst>
                                            <p:cond delay="800"/>
                                          </p:stCondLst>
                                        </p:cTn>
                                        <p:tgtEl>
                                          <p:spTgt spid="25"/>
                                        </p:tgtEl>
                                        <p:attrNameLst>
                                          <p:attrName>ppt_x</p:attrName>
                                        </p:attrNameLst>
                                      </p:cBhvr>
                                      <p:tavLst>
                                        <p:tav tm="0">
                                          <p:val>
                                            <p:strVal val="#ppt_x-0.05"/>
                                          </p:val>
                                        </p:tav>
                                        <p:tav tm="100000">
                                          <p:val>
                                            <p:strVal val="#ppt_x"/>
                                          </p:val>
                                        </p:tav>
                                      </p:tavLst>
                                    </p:anim>
                                    <p:anim calcmode="lin" valueType="num">
                                      <p:cBhvr>
                                        <p:cTn id="34" dur="200" accel="100000" fill="hold">
                                          <p:stCondLst>
                                            <p:cond delay="800"/>
                                          </p:stCondLst>
                                        </p:cTn>
                                        <p:tgtEl>
                                          <p:spTgt spid="25"/>
                                        </p:tgtEl>
                                        <p:attrNameLst>
                                          <p:attrName>ppt_y</p:attrName>
                                        </p:attrNameLst>
                                      </p:cBhvr>
                                      <p:tavLst>
                                        <p:tav tm="0">
                                          <p:val>
                                            <p:strVal val="#ppt_y+0.1"/>
                                          </p:val>
                                        </p:tav>
                                        <p:tav tm="100000">
                                          <p:val>
                                            <p:strVal val="#ppt_y"/>
                                          </p:val>
                                        </p:tav>
                                      </p:tavLst>
                                    </p:anim>
                                  </p:childTnLst>
                                </p:cTn>
                              </p:par>
                            </p:childTnLst>
                          </p:cTn>
                        </p:par>
                      </p:childTnLst>
                    </p:cTn>
                  </p:par>
                  <p:par>
                    <p:cTn id="35" fill="hold">
                      <p:stCondLst>
                        <p:cond delay="indefinite"/>
                      </p:stCondLst>
                      <p:childTnLst>
                        <p:par>
                          <p:cTn id="36" fill="hold">
                            <p:stCondLst>
                              <p:cond delay="0"/>
                            </p:stCondLst>
                            <p:childTnLst>
                              <p:par>
                                <p:cTn id="37" presetID="12" presetClass="entr" presetSubtype="4" fill="hold" nodeType="clickEffect">
                                  <p:stCondLst>
                                    <p:cond delay="0"/>
                                  </p:stCondLst>
                                  <p:childTnLst>
                                    <p:set>
                                      <p:cBhvr>
                                        <p:cTn id="38" dur="1" fill="hold">
                                          <p:stCondLst>
                                            <p:cond delay="0"/>
                                          </p:stCondLst>
                                        </p:cTn>
                                        <p:tgtEl>
                                          <p:spTgt spid="16"/>
                                        </p:tgtEl>
                                        <p:attrNameLst>
                                          <p:attrName>style.visibility</p:attrName>
                                        </p:attrNameLst>
                                      </p:cBhvr>
                                      <p:to>
                                        <p:strVal val="visible"/>
                                      </p:to>
                                    </p:set>
                                    <p:anim calcmode="lin" valueType="num">
                                      <p:cBhvr additive="base">
                                        <p:cTn id="39" dur="500"/>
                                        <p:tgtEl>
                                          <p:spTgt spid="16"/>
                                        </p:tgtEl>
                                        <p:attrNameLst>
                                          <p:attrName>ppt_y</p:attrName>
                                        </p:attrNameLst>
                                      </p:cBhvr>
                                      <p:tavLst>
                                        <p:tav tm="0">
                                          <p:val>
                                            <p:strVal val="#ppt_y+#ppt_h*1.125000"/>
                                          </p:val>
                                        </p:tav>
                                        <p:tav tm="100000">
                                          <p:val>
                                            <p:strVal val="#ppt_y"/>
                                          </p:val>
                                        </p:tav>
                                      </p:tavLst>
                                    </p:anim>
                                    <p:animEffect transition="in" filter="wipe(up)">
                                      <p:cBhvr>
                                        <p:cTn id="40" dur="500"/>
                                        <p:tgtEl>
                                          <p:spTgt spid="16"/>
                                        </p:tgtEl>
                                      </p:cBhvr>
                                    </p:animEffect>
                                  </p:childTnLst>
                                </p:cTn>
                              </p:par>
                            </p:childTnLst>
                          </p:cTn>
                        </p:par>
                      </p:childTnLst>
                    </p:cTn>
                  </p:par>
                  <p:par>
                    <p:cTn id="41" fill="hold">
                      <p:stCondLst>
                        <p:cond delay="indefinite"/>
                      </p:stCondLst>
                      <p:childTnLst>
                        <p:par>
                          <p:cTn id="42" fill="hold">
                            <p:stCondLst>
                              <p:cond delay="0"/>
                            </p:stCondLst>
                            <p:childTnLst>
                              <p:par>
                                <p:cTn id="43" presetID="12" presetClass="entr" presetSubtype="8" fill="hold" nodeType="clickEffect">
                                  <p:stCondLst>
                                    <p:cond delay="0"/>
                                  </p:stCondLst>
                                  <p:childTnLst>
                                    <p:set>
                                      <p:cBhvr>
                                        <p:cTn id="44" dur="1" fill="hold">
                                          <p:stCondLst>
                                            <p:cond delay="0"/>
                                          </p:stCondLst>
                                        </p:cTn>
                                        <p:tgtEl>
                                          <p:spTgt spid="26"/>
                                        </p:tgtEl>
                                        <p:attrNameLst>
                                          <p:attrName>style.visibility</p:attrName>
                                        </p:attrNameLst>
                                      </p:cBhvr>
                                      <p:to>
                                        <p:strVal val="visible"/>
                                      </p:to>
                                    </p:set>
                                    <p:anim calcmode="lin" valueType="num">
                                      <p:cBhvr additive="base">
                                        <p:cTn id="45" dur="500"/>
                                        <p:tgtEl>
                                          <p:spTgt spid="26"/>
                                        </p:tgtEl>
                                        <p:attrNameLst>
                                          <p:attrName>ppt_x</p:attrName>
                                        </p:attrNameLst>
                                      </p:cBhvr>
                                      <p:tavLst>
                                        <p:tav tm="0">
                                          <p:val>
                                            <p:strVal val="#ppt_x-#ppt_w*1.125000"/>
                                          </p:val>
                                        </p:tav>
                                        <p:tav tm="100000">
                                          <p:val>
                                            <p:strVal val="#ppt_x"/>
                                          </p:val>
                                        </p:tav>
                                      </p:tavLst>
                                    </p:anim>
                                    <p:animEffect transition="in" filter="wipe(right)">
                                      <p:cBhvr>
                                        <p:cTn id="46" dur="500"/>
                                        <p:tgtEl>
                                          <p:spTgt spid="26"/>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79" grpId="0" animBg="1"/>
      <p:bldP spid="80" grpId="0"/>
      <p:bldP spid="33" grpId="0" animBg="1"/>
      <p:bldP spid="34" grpId="0"/>
    </p:bldLst>
  </p:timing>
</p:sld>
</file>

<file path=ppt/slides/slide36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25" name="组合 24">
            <a:extLst>
              <a:ext uri="{FF2B5EF4-FFF2-40B4-BE49-F238E27FC236}">
                <a16:creationId xmlns:a16="http://schemas.microsoft.com/office/drawing/2014/main" id="{20C21DAF-29D8-4A54-9151-6ADA13C8F073}"/>
              </a:ext>
            </a:extLst>
          </p:cNvPr>
          <p:cNvGrpSpPr/>
          <p:nvPr/>
        </p:nvGrpSpPr>
        <p:grpSpPr>
          <a:xfrm>
            <a:off x="7531630" y="3367969"/>
            <a:ext cx="3644111" cy="2478156"/>
            <a:chOff x="4196372" y="3030573"/>
            <a:chExt cx="3644111" cy="2478156"/>
          </a:xfrm>
        </p:grpSpPr>
        <p:sp>
          <p:nvSpPr>
            <p:cNvPr id="35" name="文本框 34">
              <a:extLst>
                <a:ext uri="{FF2B5EF4-FFF2-40B4-BE49-F238E27FC236}">
                  <a16:creationId xmlns:a16="http://schemas.microsoft.com/office/drawing/2014/main" id="{0623CE4C-C0D6-46CE-9882-04BC8D27A7B7}"/>
                </a:ext>
              </a:extLst>
            </p:cNvPr>
            <p:cNvSpPr txBox="1"/>
            <p:nvPr/>
          </p:nvSpPr>
          <p:spPr>
            <a:xfrm>
              <a:off x="5534884" y="3401936"/>
              <a:ext cx="1122232" cy="646331"/>
            </a:xfrm>
            <a:prstGeom prst="rect">
              <a:avLst/>
            </a:prstGeom>
            <a:noFill/>
          </p:spPr>
          <p:txBody>
            <a:bodyPr wrap="square" rtlCol="0">
              <a:spAutoFit/>
            </a:bodyPr>
            <a:lstStyle/>
            <a:p>
              <a:pPr algn="ctr"/>
              <a:r>
                <a:rPr lang="zh-CN" altLang="en-US" b="1" dirty="0">
                  <a:latin typeface="Arial Narrow" panose="020B0606020202030204" pitchFamily="34" charset="0"/>
                </a:rPr>
                <a:t>集线器</a:t>
              </a:r>
              <a:endParaRPr lang="en-US" altLang="zh-CN" b="1" dirty="0">
                <a:latin typeface="Arial Narrow" panose="020B0606020202030204" pitchFamily="34" charset="0"/>
              </a:endParaRPr>
            </a:p>
            <a:p>
              <a:pPr algn="ctr"/>
              <a:r>
                <a:rPr lang="en-US" altLang="zh-CN" b="1" dirty="0">
                  <a:latin typeface="Arial Narrow" panose="020B0606020202030204" pitchFamily="34" charset="0"/>
                </a:rPr>
                <a:t>Hub</a:t>
              </a:r>
              <a:endParaRPr lang="zh-CN" altLang="en-US" b="1" dirty="0">
                <a:latin typeface="Arial Narrow" panose="020B0606020202030204" pitchFamily="34" charset="0"/>
              </a:endParaRPr>
            </a:p>
          </p:txBody>
        </p:sp>
        <p:pic>
          <p:nvPicPr>
            <p:cNvPr id="36" name="图形 10">
              <a:extLst>
                <a:ext uri="{FF2B5EF4-FFF2-40B4-BE49-F238E27FC236}">
                  <a16:creationId xmlns:a16="http://schemas.microsoft.com/office/drawing/2014/main" id="{8585C8A8-F46D-4C3F-9647-FA6BEEE3FB77}"/>
                </a:ext>
              </a:extLst>
            </p:cNvPr>
            <p:cNvPicPr>
              <a:picLocks noChangeAspect="1"/>
            </p:cNvPicPr>
            <p:nvPr/>
          </p:nvPicPr>
          <p:blipFill>
            <a:blip r:embed="rId3">
              <a:extLst>
                <a:ext uri="{28A0092B-C50C-407E-A947-70E740481C1C}">
                  <a14:useLocalDpi xmlns:a14="http://schemas.microsoft.com/office/drawing/2010/main" val="0"/>
                </a:ext>
                <a:ext uri="{96DAC541-7B7A-43D3-8B79-37D633B846F1}">
                  <asvg:svgBlip xmlns:asvg="http://schemas.microsoft.com/office/drawing/2016/SVG/main" r:embed="rId4"/>
                </a:ext>
              </a:extLst>
            </a:blip>
            <a:stretch>
              <a:fillRect/>
            </a:stretch>
          </p:blipFill>
          <p:spPr>
            <a:xfrm>
              <a:off x="4351517" y="3030573"/>
              <a:ext cx="662814" cy="641082"/>
            </a:xfrm>
            <a:prstGeom prst="rect">
              <a:avLst/>
            </a:prstGeom>
          </p:spPr>
        </p:pic>
        <p:pic>
          <p:nvPicPr>
            <p:cNvPr id="38" name="图形 37">
              <a:extLst>
                <a:ext uri="{FF2B5EF4-FFF2-40B4-BE49-F238E27FC236}">
                  <a16:creationId xmlns:a16="http://schemas.microsoft.com/office/drawing/2014/main" id="{B12626DA-152A-4BBE-9DCF-FB31F6FF019F}"/>
                </a:ext>
              </a:extLst>
            </p:cNvPr>
            <p:cNvPicPr>
              <a:picLocks noChangeAspect="1"/>
            </p:cNvPicPr>
            <p:nvPr/>
          </p:nvPicPr>
          <p:blipFill>
            <a:blip r:embed="rId5">
              <a:extLst>
                <a:ext uri="{28A0092B-C50C-407E-A947-70E740481C1C}">
                  <a14:useLocalDpi xmlns:a14="http://schemas.microsoft.com/office/drawing/2010/main" val="0"/>
                </a:ext>
                <a:ext uri="{96DAC541-7B7A-43D3-8B79-37D633B846F1}">
                  <asvg:svgBlip xmlns:asvg="http://schemas.microsoft.com/office/drawing/2016/SVG/main" r:embed="rId6"/>
                </a:ext>
              </a:extLst>
            </a:blip>
            <a:stretch>
              <a:fillRect/>
            </a:stretch>
          </p:blipFill>
          <p:spPr>
            <a:xfrm>
              <a:off x="5169476" y="4038020"/>
              <a:ext cx="1853048" cy="463262"/>
            </a:xfrm>
            <a:prstGeom prst="rect">
              <a:avLst/>
            </a:prstGeom>
          </p:spPr>
        </p:pic>
        <p:pic>
          <p:nvPicPr>
            <p:cNvPr id="40" name="图形 10">
              <a:extLst>
                <a:ext uri="{FF2B5EF4-FFF2-40B4-BE49-F238E27FC236}">
                  <a16:creationId xmlns:a16="http://schemas.microsoft.com/office/drawing/2014/main" id="{E325CD2E-C97C-4B16-A8BA-591FA0963BB2}"/>
                </a:ext>
              </a:extLst>
            </p:cNvPr>
            <p:cNvPicPr>
              <a:picLocks noChangeAspect="1"/>
            </p:cNvPicPr>
            <p:nvPr/>
          </p:nvPicPr>
          <p:blipFill>
            <a:blip r:embed="rId3">
              <a:extLst>
                <a:ext uri="{28A0092B-C50C-407E-A947-70E740481C1C}">
                  <a14:useLocalDpi xmlns:a14="http://schemas.microsoft.com/office/drawing/2010/main" val="0"/>
                </a:ext>
                <a:ext uri="{96DAC541-7B7A-43D3-8B79-37D633B846F1}">
                  <asvg:svgBlip xmlns:asvg="http://schemas.microsoft.com/office/drawing/2016/SVG/main" r:embed="rId4"/>
                </a:ext>
              </a:extLst>
            </a:blip>
            <a:stretch>
              <a:fillRect/>
            </a:stretch>
          </p:blipFill>
          <p:spPr>
            <a:xfrm>
              <a:off x="4196372" y="4867647"/>
              <a:ext cx="662814" cy="641082"/>
            </a:xfrm>
            <a:prstGeom prst="rect">
              <a:avLst/>
            </a:prstGeom>
          </p:spPr>
        </p:pic>
        <p:cxnSp>
          <p:nvCxnSpPr>
            <p:cNvPr id="42" name="直接连接符 41">
              <a:extLst>
                <a:ext uri="{FF2B5EF4-FFF2-40B4-BE49-F238E27FC236}">
                  <a16:creationId xmlns:a16="http://schemas.microsoft.com/office/drawing/2014/main" id="{D81E2E89-CA60-4D80-B330-AE742272ED1D}"/>
                </a:ext>
              </a:extLst>
            </p:cNvPr>
            <p:cNvCxnSpPr>
              <a:cxnSpLocks/>
            </p:cNvCxnSpPr>
            <p:nvPr/>
          </p:nvCxnSpPr>
          <p:spPr>
            <a:xfrm>
              <a:off x="4944623" y="3491435"/>
              <a:ext cx="413280" cy="640515"/>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3" name="直接连接符 42">
              <a:extLst>
                <a:ext uri="{FF2B5EF4-FFF2-40B4-BE49-F238E27FC236}">
                  <a16:creationId xmlns:a16="http://schemas.microsoft.com/office/drawing/2014/main" id="{D39720F7-4F7C-4316-881F-BBC986F3769D}"/>
                </a:ext>
              </a:extLst>
            </p:cNvPr>
            <p:cNvCxnSpPr>
              <a:cxnSpLocks/>
            </p:cNvCxnSpPr>
            <p:nvPr/>
          </p:nvCxnSpPr>
          <p:spPr>
            <a:xfrm flipV="1">
              <a:off x="4784806" y="4427667"/>
              <a:ext cx="573097" cy="540981"/>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4" name="直接连接符 43">
              <a:extLst>
                <a:ext uri="{FF2B5EF4-FFF2-40B4-BE49-F238E27FC236}">
                  <a16:creationId xmlns:a16="http://schemas.microsoft.com/office/drawing/2014/main" id="{F31BA4F1-FADB-4875-A53D-E0B195D13C79}"/>
                </a:ext>
              </a:extLst>
            </p:cNvPr>
            <p:cNvCxnSpPr>
              <a:cxnSpLocks/>
            </p:cNvCxnSpPr>
            <p:nvPr/>
          </p:nvCxnSpPr>
          <p:spPr>
            <a:xfrm flipH="1">
              <a:off x="6657116" y="3491435"/>
              <a:ext cx="662842" cy="614596"/>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5" name="直接连接符 44">
              <a:extLst>
                <a:ext uri="{FF2B5EF4-FFF2-40B4-BE49-F238E27FC236}">
                  <a16:creationId xmlns:a16="http://schemas.microsoft.com/office/drawing/2014/main" id="{95614D64-4D36-46E3-AFB1-49A8AA89A4A8}"/>
                </a:ext>
              </a:extLst>
            </p:cNvPr>
            <p:cNvCxnSpPr>
              <a:cxnSpLocks/>
            </p:cNvCxnSpPr>
            <p:nvPr/>
          </p:nvCxnSpPr>
          <p:spPr>
            <a:xfrm>
              <a:off x="6647542" y="4427667"/>
              <a:ext cx="672416" cy="760521"/>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pic>
          <p:nvPicPr>
            <p:cNvPr id="39" name="图形 10">
              <a:extLst>
                <a:ext uri="{FF2B5EF4-FFF2-40B4-BE49-F238E27FC236}">
                  <a16:creationId xmlns:a16="http://schemas.microsoft.com/office/drawing/2014/main" id="{076B9BB6-41E1-4E95-BD9F-2703F25E4EA6}"/>
                </a:ext>
              </a:extLst>
            </p:cNvPr>
            <p:cNvPicPr>
              <a:picLocks noChangeAspect="1"/>
            </p:cNvPicPr>
            <p:nvPr/>
          </p:nvPicPr>
          <p:blipFill>
            <a:blip r:embed="rId3">
              <a:extLst>
                <a:ext uri="{28A0092B-C50C-407E-A947-70E740481C1C}">
                  <a14:useLocalDpi xmlns:a14="http://schemas.microsoft.com/office/drawing/2010/main" val="0"/>
                </a:ext>
                <a:ext uri="{96DAC541-7B7A-43D3-8B79-37D633B846F1}">
                  <asvg:svgBlip xmlns:asvg="http://schemas.microsoft.com/office/drawing/2016/SVG/main" r:embed="rId4"/>
                </a:ext>
              </a:extLst>
            </a:blip>
            <a:stretch>
              <a:fillRect/>
            </a:stretch>
          </p:blipFill>
          <p:spPr>
            <a:xfrm>
              <a:off x="7177669" y="3030573"/>
              <a:ext cx="662814" cy="641082"/>
            </a:xfrm>
            <a:prstGeom prst="rect">
              <a:avLst/>
            </a:prstGeom>
          </p:spPr>
        </p:pic>
        <p:pic>
          <p:nvPicPr>
            <p:cNvPr id="41" name="图形 10">
              <a:extLst>
                <a:ext uri="{FF2B5EF4-FFF2-40B4-BE49-F238E27FC236}">
                  <a16:creationId xmlns:a16="http://schemas.microsoft.com/office/drawing/2014/main" id="{1AC5B18B-D23A-4D83-ACB2-7117ED6A059C}"/>
                </a:ext>
              </a:extLst>
            </p:cNvPr>
            <p:cNvPicPr>
              <a:picLocks noChangeAspect="1"/>
            </p:cNvPicPr>
            <p:nvPr/>
          </p:nvPicPr>
          <p:blipFill>
            <a:blip r:embed="rId3">
              <a:extLst>
                <a:ext uri="{28A0092B-C50C-407E-A947-70E740481C1C}">
                  <a14:useLocalDpi xmlns:a14="http://schemas.microsoft.com/office/drawing/2010/main" val="0"/>
                </a:ext>
                <a:ext uri="{96DAC541-7B7A-43D3-8B79-37D633B846F1}">
                  <asvg:svgBlip xmlns:asvg="http://schemas.microsoft.com/office/drawing/2016/SVG/main" r:embed="rId4"/>
                </a:ext>
              </a:extLst>
            </a:blip>
            <a:stretch>
              <a:fillRect/>
            </a:stretch>
          </p:blipFill>
          <p:spPr>
            <a:xfrm>
              <a:off x="7022524" y="4867647"/>
              <a:ext cx="662814" cy="641082"/>
            </a:xfrm>
            <a:prstGeom prst="rect">
              <a:avLst/>
            </a:prstGeom>
          </p:spPr>
        </p:pic>
      </p:grpSp>
      <p:grpSp>
        <p:nvGrpSpPr>
          <p:cNvPr id="4" name="组合 3">
            <a:extLst>
              <a:ext uri="{FF2B5EF4-FFF2-40B4-BE49-F238E27FC236}">
                <a16:creationId xmlns:a16="http://schemas.microsoft.com/office/drawing/2014/main" id="{9A1EA9F2-FCB6-48C3-935F-7AE7E3AD14AC}"/>
              </a:ext>
            </a:extLst>
          </p:cNvPr>
          <p:cNvGrpSpPr/>
          <p:nvPr/>
        </p:nvGrpSpPr>
        <p:grpSpPr>
          <a:xfrm>
            <a:off x="304800" y="749300"/>
            <a:ext cx="6192344" cy="400110"/>
            <a:chOff x="424117" y="898245"/>
            <a:chExt cx="6192344" cy="400110"/>
          </a:xfrm>
        </p:grpSpPr>
        <p:sp>
          <p:nvSpPr>
            <p:cNvPr id="2" name="平行四边形 1">
              <a:extLst>
                <a:ext uri="{FF2B5EF4-FFF2-40B4-BE49-F238E27FC236}">
                  <a16:creationId xmlns:a16="http://schemas.microsoft.com/office/drawing/2014/main" id="{1F5BAA3F-9845-4F89-A2DD-8222D3E4EDAC}"/>
                </a:ext>
              </a:extLst>
            </p:cNvPr>
            <p:cNvSpPr/>
            <p:nvPr/>
          </p:nvSpPr>
          <p:spPr>
            <a:xfrm>
              <a:off x="424117" y="898245"/>
              <a:ext cx="628306" cy="387090"/>
            </a:xfrm>
            <a:prstGeom prst="parallelogram">
              <a:avLst/>
            </a:prstGeom>
            <a:solidFill>
              <a:schemeClr val="accent3">
                <a:lumMod val="75000"/>
              </a:schemeClr>
            </a:solidFill>
            <a:ln>
              <a:solidFill>
                <a:schemeClr val="accent3">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CN" sz="2200" dirty="0">
                  <a:latin typeface="Impact" panose="020B0806030902050204" pitchFamily="34" charset="0"/>
                </a:rPr>
                <a:t>01</a:t>
              </a:r>
              <a:endParaRPr lang="zh-CN" altLang="en-US" sz="2200" dirty="0">
                <a:latin typeface="Impact" panose="020B0806030902050204" pitchFamily="34" charset="0"/>
              </a:endParaRPr>
            </a:p>
          </p:txBody>
        </p:sp>
        <p:sp>
          <p:nvSpPr>
            <p:cNvPr id="3" name="文本框 2">
              <a:extLst>
                <a:ext uri="{FF2B5EF4-FFF2-40B4-BE49-F238E27FC236}">
                  <a16:creationId xmlns:a16="http://schemas.microsoft.com/office/drawing/2014/main" id="{4D6BD736-A4D3-4F26-AFED-36E11F50F70B}"/>
                </a:ext>
              </a:extLst>
            </p:cNvPr>
            <p:cNvSpPr txBox="1"/>
            <p:nvPr/>
          </p:nvSpPr>
          <p:spPr>
            <a:xfrm>
              <a:off x="1052423" y="898245"/>
              <a:ext cx="5564038" cy="400110"/>
            </a:xfrm>
            <a:prstGeom prst="rect">
              <a:avLst/>
            </a:prstGeom>
            <a:noFill/>
          </p:spPr>
          <p:txBody>
            <a:bodyPr wrap="square" rtlCol="0">
              <a:spAutoFit/>
            </a:bodyPr>
            <a:lstStyle/>
            <a:p>
              <a:r>
                <a:rPr lang="zh-CN" altLang="en-US" sz="2000" b="1" dirty="0"/>
                <a:t>使用集线器的共享式以太网</a:t>
              </a:r>
              <a:endParaRPr lang="en-US" altLang="zh-CN" sz="2000" b="1" dirty="0"/>
            </a:p>
          </p:txBody>
        </p:sp>
      </p:grpSp>
      <p:sp>
        <p:nvSpPr>
          <p:cNvPr id="79" name="矩形 78">
            <a:extLst>
              <a:ext uri="{FF2B5EF4-FFF2-40B4-BE49-F238E27FC236}">
                <a16:creationId xmlns:a16="http://schemas.microsoft.com/office/drawing/2014/main" id="{2804D1F4-F466-444D-AB07-F101362C1E61}"/>
              </a:ext>
            </a:extLst>
          </p:cNvPr>
          <p:cNvSpPr/>
          <p:nvPr/>
        </p:nvSpPr>
        <p:spPr>
          <a:xfrm>
            <a:off x="1056633" y="1335374"/>
            <a:ext cx="256976" cy="256976"/>
          </a:xfrm>
          <a:prstGeom prst="rect">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80" name="íşlïḍè">
            <a:extLst>
              <a:ext uri="{FF2B5EF4-FFF2-40B4-BE49-F238E27FC236}">
                <a16:creationId xmlns:a16="http://schemas.microsoft.com/office/drawing/2014/main" id="{667FD754-DAA6-4179-AE61-F0DA86843747}"/>
              </a:ext>
            </a:extLst>
          </p:cNvPr>
          <p:cNvSpPr txBox="1"/>
          <p:nvPr/>
        </p:nvSpPr>
        <p:spPr>
          <a:xfrm>
            <a:off x="1373860" y="1281053"/>
            <a:ext cx="10513339" cy="626688"/>
          </a:xfrm>
          <a:prstGeom prst="rect">
            <a:avLst/>
          </a:prstGeom>
          <a:noFill/>
        </p:spPr>
        <p:txBody>
          <a:bodyPr wrap="square" lIns="91440" tIns="45720" rIns="91440" bIns="45720" anchor="ctr">
            <a:noAutofit/>
          </a:bodyPr>
          <a:lstStyle/>
          <a:p>
            <a:r>
              <a:rPr lang="zh-CN" altLang="en-US" b="1" dirty="0">
                <a:latin typeface="Arial Narrow" panose="020B0606020202030204" pitchFamily="34" charset="0"/>
              </a:rPr>
              <a:t>在使用细同轴电缆的共享总线以太网之后，以太网发展出来了一种使用大规模集成电路来替代总线、并且可靠性非常高的设备，叫作</a:t>
            </a:r>
            <a:r>
              <a:rPr lang="zh-CN" altLang="en-US" b="1" dirty="0">
                <a:solidFill>
                  <a:schemeClr val="accent1">
                    <a:lumMod val="75000"/>
                  </a:schemeClr>
                </a:solidFill>
                <a:latin typeface="Arial Narrow" panose="020B0606020202030204" pitchFamily="34" charset="0"/>
              </a:rPr>
              <a:t>集线器（</a:t>
            </a:r>
            <a:r>
              <a:rPr lang="en-US" altLang="zh-CN" b="1" dirty="0">
                <a:solidFill>
                  <a:schemeClr val="accent1">
                    <a:lumMod val="75000"/>
                  </a:schemeClr>
                </a:solidFill>
                <a:latin typeface="Arial Narrow" panose="020B0606020202030204" pitchFamily="34" charset="0"/>
              </a:rPr>
              <a:t>Hub</a:t>
            </a:r>
            <a:r>
              <a:rPr lang="zh-CN" altLang="en-US" b="1" dirty="0">
                <a:solidFill>
                  <a:schemeClr val="accent1">
                    <a:lumMod val="75000"/>
                  </a:schemeClr>
                </a:solidFill>
                <a:latin typeface="Arial Narrow" panose="020B0606020202030204" pitchFamily="34" charset="0"/>
              </a:rPr>
              <a:t>）</a:t>
            </a:r>
            <a:r>
              <a:rPr lang="zh-CN" altLang="en-US" b="1" dirty="0">
                <a:latin typeface="Arial Narrow" panose="020B0606020202030204" pitchFamily="34" charset="0"/>
              </a:rPr>
              <a:t>。</a:t>
            </a:r>
          </a:p>
        </p:txBody>
      </p:sp>
      <p:sp>
        <p:nvSpPr>
          <p:cNvPr id="33" name="矩形 32">
            <a:extLst>
              <a:ext uri="{FF2B5EF4-FFF2-40B4-BE49-F238E27FC236}">
                <a16:creationId xmlns:a16="http://schemas.microsoft.com/office/drawing/2014/main" id="{43A7411D-F489-4846-892C-6A43AFAACAF2}"/>
              </a:ext>
            </a:extLst>
          </p:cNvPr>
          <p:cNvSpPr/>
          <p:nvPr/>
        </p:nvSpPr>
        <p:spPr>
          <a:xfrm>
            <a:off x="1056634" y="2102052"/>
            <a:ext cx="256976" cy="256976"/>
          </a:xfrm>
          <a:prstGeom prst="rect">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34" name="íşlïḍè">
            <a:extLst>
              <a:ext uri="{FF2B5EF4-FFF2-40B4-BE49-F238E27FC236}">
                <a16:creationId xmlns:a16="http://schemas.microsoft.com/office/drawing/2014/main" id="{A556B578-0230-43EE-87F6-2C73DD9CA305}"/>
              </a:ext>
            </a:extLst>
          </p:cNvPr>
          <p:cNvSpPr txBox="1"/>
          <p:nvPr/>
        </p:nvSpPr>
        <p:spPr>
          <a:xfrm>
            <a:off x="1373861" y="2047731"/>
            <a:ext cx="10513339" cy="373127"/>
          </a:xfrm>
          <a:prstGeom prst="rect">
            <a:avLst/>
          </a:prstGeom>
          <a:noFill/>
        </p:spPr>
        <p:txBody>
          <a:bodyPr wrap="square" lIns="91440" tIns="45720" rIns="91440" bIns="45720" anchor="ctr">
            <a:noAutofit/>
          </a:bodyPr>
          <a:lstStyle/>
          <a:p>
            <a:r>
              <a:rPr lang="zh-CN" altLang="en-US" b="1" dirty="0">
                <a:latin typeface="Arial Narrow" panose="020B0606020202030204" pitchFamily="34" charset="0"/>
              </a:rPr>
              <a:t>站点连接到集线器的传输媒体也转而使用更便宜、更灵活的</a:t>
            </a:r>
            <a:r>
              <a:rPr lang="zh-CN" altLang="en-US" b="1" dirty="0">
                <a:solidFill>
                  <a:schemeClr val="accent1">
                    <a:lumMod val="75000"/>
                  </a:schemeClr>
                </a:solidFill>
                <a:latin typeface="Arial Narrow" panose="020B0606020202030204" pitchFamily="34" charset="0"/>
              </a:rPr>
              <a:t>双绞线电缆</a:t>
            </a:r>
            <a:r>
              <a:rPr lang="zh-CN" altLang="en-US" b="1" dirty="0">
                <a:latin typeface="Arial Narrow" panose="020B0606020202030204" pitchFamily="34" charset="0"/>
              </a:rPr>
              <a:t>。</a:t>
            </a:r>
          </a:p>
        </p:txBody>
      </p:sp>
      <p:sp>
        <p:nvSpPr>
          <p:cNvPr id="30" name="矩形 29">
            <a:extLst>
              <a:ext uri="{FF2B5EF4-FFF2-40B4-BE49-F238E27FC236}">
                <a16:creationId xmlns:a16="http://schemas.microsoft.com/office/drawing/2014/main" id="{A689F4EA-CE10-4598-A466-CEF92BD6665F}"/>
              </a:ext>
            </a:extLst>
          </p:cNvPr>
          <p:cNvSpPr/>
          <p:nvPr/>
        </p:nvSpPr>
        <p:spPr>
          <a:xfrm>
            <a:off x="1056634" y="2624744"/>
            <a:ext cx="256976" cy="256976"/>
          </a:xfrm>
          <a:prstGeom prst="rect">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31" name="íşlïḍè">
            <a:extLst>
              <a:ext uri="{FF2B5EF4-FFF2-40B4-BE49-F238E27FC236}">
                <a16:creationId xmlns:a16="http://schemas.microsoft.com/office/drawing/2014/main" id="{3B76EAE5-07FD-4B2F-A38E-38607DD4ED2C}"/>
              </a:ext>
            </a:extLst>
          </p:cNvPr>
          <p:cNvSpPr txBox="1"/>
          <p:nvPr/>
        </p:nvSpPr>
        <p:spPr>
          <a:xfrm>
            <a:off x="1373862" y="2570423"/>
            <a:ext cx="3237610" cy="353992"/>
          </a:xfrm>
          <a:prstGeom prst="rect">
            <a:avLst/>
          </a:prstGeom>
          <a:noFill/>
        </p:spPr>
        <p:txBody>
          <a:bodyPr wrap="square" lIns="91440" tIns="45720" rIns="91440" bIns="45720" anchor="ctr">
            <a:noAutofit/>
          </a:bodyPr>
          <a:lstStyle/>
          <a:p>
            <a:r>
              <a:rPr lang="zh-CN" altLang="en-US" b="1" dirty="0">
                <a:latin typeface="Arial Narrow" panose="020B0606020202030204" pitchFamily="34" charset="0"/>
              </a:rPr>
              <a:t>集线器的一些主要特点如下：</a:t>
            </a:r>
          </a:p>
        </p:txBody>
      </p:sp>
      <p:sp>
        <p:nvSpPr>
          <p:cNvPr id="32" name="矩形 31">
            <a:extLst>
              <a:ext uri="{FF2B5EF4-FFF2-40B4-BE49-F238E27FC236}">
                <a16:creationId xmlns:a16="http://schemas.microsoft.com/office/drawing/2014/main" id="{8204EA7D-542F-4442-8140-CA9FF46BA393}"/>
              </a:ext>
            </a:extLst>
          </p:cNvPr>
          <p:cNvSpPr/>
          <p:nvPr/>
        </p:nvSpPr>
        <p:spPr>
          <a:xfrm>
            <a:off x="1472171" y="3121614"/>
            <a:ext cx="256976" cy="256976"/>
          </a:xfrm>
          <a:prstGeom prst="rect">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37" name="íşlïḍè">
            <a:extLst>
              <a:ext uri="{FF2B5EF4-FFF2-40B4-BE49-F238E27FC236}">
                <a16:creationId xmlns:a16="http://schemas.microsoft.com/office/drawing/2014/main" id="{AC5B0937-FEE8-49CB-8A35-343869F7FCB9}"/>
              </a:ext>
            </a:extLst>
          </p:cNvPr>
          <p:cNvSpPr txBox="1"/>
          <p:nvPr/>
        </p:nvSpPr>
        <p:spPr>
          <a:xfrm>
            <a:off x="1789398" y="3067293"/>
            <a:ext cx="5223195" cy="925806"/>
          </a:xfrm>
          <a:prstGeom prst="rect">
            <a:avLst/>
          </a:prstGeom>
          <a:noFill/>
        </p:spPr>
        <p:txBody>
          <a:bodyPr wrap="square" lIns="91440" tIns="45720" rIns="91440" bIns="45720" anchor="ctr">
            <a:noAutofit/>
          </a:bodyPr>
          <a:lstStyle/>
          <a:p>
            <a:r>
              <a:rPr lang="zh-CN" altLang="en-US" b="1" dirty="0">
                <a:latin typeface="Arial Narrow" panose="020B0606020202030204" pitchFamily="34" charset="0"/>
              </a:rPr>
              <a:t>使用集线器的以太网虽然</a:t>
            </a:r>
            <a:r>
              <a:rPr lang="zh-CN" altLang="en-US" b="1" dirty="0">
                <a:solidFill>
                  <a:schemeClr val="accent1">
                    <a:lumMod val="75000"/>
                  </a:schemeClr>
                </a:solidFill>
                <a:latin typeface="Arial Narrow" panose="020B0606020202030204" pitchFamily="34" charset="0"/>
              </a:rPr>
              <a:t>物理拓扑是星型</a:t>
            </a:r>
            <a:r>
              <a:rPr lang="zh-CN" altLang="en-US" b="1" dirty="0">
                <a:latin typeface="Arial Narrow" panose="020B0606020202030204" pitchFamily="34" charset="0"/>
              </a:rPr>
              <a:t>的，但在</a:t>
            </a:r>
            <a:r>
              <a:rPr lang="zh-CN" altLang="en-US" b="1" dirty="0">
                <a:solidFill>
                  <a:schemeClr val="accent1">
                    <a:lumMod val="75000"/>
                  </a:schemeClr>
                </a:solidFill>
                <a:latin typeface="Arial Narrow" panose="020B0606020202030204" pitchFamily="34" charset="0"/>
              </a:rPr>
              <a:t>逻辑上</a:t>
            </a:r>
            <a:r>
              <a:rPr lang="zh-CN" altLang="en-US" b="1" dirty="0">
                <a:latin typeface="Arial Narrow" panose="020B0606020202030204" pitchFamily="34" charset="0"/>
              </a:rPr>
              <a:t>仍然是一个</a:t>
            </a:r>
            <a:r>
              <a:rPr lang="zh-CN" altLang="en-US" b="1" dirty="0">
                <a:solidFill>
                  <a:schemeClr val="accent1">
                    <a:lumMod val="75000"/>
                  </a:schemeClr>
                </a:solidFill>
                <a:latin typeface="Arial Narrow" panose="020B0606020202030204" pitchFamily="34" charset="0"/>
              </a:rPr>
              <a:t>总线网</a:t>
            </a:r>
            <a:r>
              <a:rPr lang="zh-CN" altLang="en-US" b="1" dirty="0">
                <a:latin typeface="Arial Narrow" panose="020B0606020202030204" pitchFamily="34" charset="0"/>
              </a:rPr>
              <a:t>。总线上的各站点共享总线资源，</a:t>
            </a:r>
            <a:r>
              <a:rPr lang="zh-CN" altLang="en-US" b="1" dirty="0">
                <a:solidFill>
                  <a:schemeClr val="accent1">
                    <a:lumMod val="75000"/>
                  </a:schemeClr>
                </a:solidFill>
                <a:latin typeface="Arial Narrow" panose="020B0606020202030204" pitchFamily="34" charset="0"/>
              </a:rPr>
              <a:t>使用的还是</a:t>
            </a:r>
            <a:r>
              <a:rPr lang="en-US" altLang="zh-CN" b="1" dirty="0">
                <a:solidFill>
                  <a:schemeClr val="accent1">
                    <a:lumMod val="75000"/>
                  </a:schemeClr>
                </a:solidFill>
                <a:latin typeface="Arial Narrow" panose="020B0606020202030204" pitchFamily="34" charset="0"/>
              </a:rPr>
              <a:t>CSMA/CD</a:t>
            </a:r>
            <a:r>
              <a:rPr lang="zh-CN" altLang="en-US" b="1" dirty="0">
                <a:solidFill>
                  <a:schemeClr val="accent1">
                    <a:lumMod val="75000"/>
                  </a:schemeClr>
                </a:solidFill>
                <a:latin typeface="Arial Narrow" panose="020B0606020202030204" pitchFamily="34" charset="0"/>
              </a:rPr>
              <a:t>协议</a:t>
            </a:r>
            <a:r>
              <a:rPr lang="zh-CN" altLang="en-US" b="1" dirty="0">
                <a:latin typeface="Arial Narrow" panose="020B0606020202030204" pitchFamily="34" charset="0"/>
              </a:rPr>
              <a:t>。</a:t>
            </a:r>
          </a:p>
        </p:txBody>
      </p:sp>
      <p:sp>
        <p:nvSpPr>
          <p:cNvPr id="50" name="矩形 49">
            <a:extLst>
              <a:ext uri="{FF2B5EF4-FFF2-40B4-BE49-F238E27FC236}">
                <a16:creationId xmlns:a16="http://schemas.microsoft.com/office/drawing/2014/main" id="{EACB1B1E-ED58-44D6-981A-1C8BC7D8E2FA}"/>
              </a:ext>
            </a:extLst>
          </p:cNvPr>
          <p:cNvSpPr/>
          <p:nvPr/>
        </p:nvSpPr>
        <p:spPr>
          <a:xfrm>
            <a:off x="1472171" y="4047420"/>
            <a:ext cx="256976" cy="256976"/>
          </a:xfrm>
          <a:prstGeom prst="rect">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51" name="íşlïḍè">
            <a:extLst>
              <a:ext uri="{FF2B5EF4-FFF2-40B4-BE49-F238E27FC236}">
                <a16:creationId xmlns:a16="http://schemas.microsoft.com/office/drawing/2014/main" id="{CFF54A14-24A5-4814-8D72-A27549770610}"/>
              </a:ext>
            </a:extLst>
          </p:cNvPr>
          <p:cNvSpPr txBox="1"/>
          <p:nvPr/>
        </p:nvSpPr>
        <p:spPr>
          <a:xfrm>
            <a:off x="1789398" y="3993099"/>
            <a:ext cx="5223195" cy="925806"/>
          </a:xfrm>
          <a:prstGeom prst="rect">
            <a:avLst/>
          </a:prstGeom>
          <a:noFill/>
        </p:spPr>
        <p:txBody>
          <a:bodyPr wrap="square" lIns="91440" tIns="45720" rIns="91440" bIns="45720" anchor="ctr">
            <a:noAutofit/>
          </a:bodyPr>
          <a:lstStyle/>
          <a:p>
            <a:r>
              <a:rPr lang="zh-CN" altLang="en-US" b="1" dirty="0">
                <a:latin typeface="Arial Narrow" panose="020B0606020202030204" pitchFamily="34" charset="0"/>
              </a:rPr>
              <a:t>集线器</a:t>
            </a:r>
            <a:r>
              <a:rPr lang="zh-CN" altLang="en-US" b="1" dirty="0">
                <a:solidFill>
                  <a:schemeClr val="accent1">
                    <a:lumMod val="75000"/>
                  </a:schemeClr>
                </a:solidFill>
                <a:latin typeface="Arial Narrow" panose="020B0606020202030204" pitchFamily="34" charset="0"/>
              </a:rPr>
              <a:t>只工作在物理层</a:t>
            </a:r>
            <a:r>
              <a:rPr lang="zh-CN" altLang="en-US" b="1" dirty="0">
                <a:latin typeface="Arial Narrow" panose="020B0606020202030204" pitchFamily="34" charset="0"/>
              </a:rPr>
              <a:t>，它的每个接口仅简单地转发比特，并不进行碰撞检测。碰撞检测的任务由各站点中的网卡负责。</a:t>
            </a:r>
          </a:p>
        </p:txBody>
      </p:sp>
      <p:sp>
        <p:nvSpPr>
          <p:cNvPr id="52" name="矩形 51">
            <a:extLst>
              <a:ext uri="{FF2B5EF4-FFF2-40B4-BE49-F238E27FC236}">
                <a16:creationId xmlns:a16="http://schemas.microsoft.com/office/drawing/2014/main" id="{263F6C15-28F0-44C7-AD20-B763A42375F0}"/>
              </a:ext>
            </a:extLst>
          </p:cNvPr>
          <p:cNvSpPr/>
          <p:nvPr/>
        </p:nvSpPr>
        <p:spPr>
          <a:xfrm>
            <a:off x="1489923" y="5027547"/>
            <a:ext cx="256976" cy="256976"/>
          </a:xfrm>
          <a:prstGeom prst="rect">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56" name="íşlïḍè">
            <a:extLst>
              <a:ext uri="{FF2B5EF4-FFF2-40B4-BE49-F238E27FC236}">
                <a16:creationId xmlns:a16="http://schemas.microsoft.com/office/drawing/2014/main" id="{48D58D2C-8231-4BF2-9972-D9787A856E73}"/>
              </a:ext>
            </a:extLst>
          </p:cNvPr>
          <p:cNvSpPr txBox="1"/>
          <p:nvPr/>
        </p:nvSpPr>
        <p:spPr>
          <a:xfrm>
            <a:off x="1807150" y="4973225"/>
            <a:ext cx="5223195" cy="1184173"/>
          </a:xfrm>
          <a:prstGeom prst="rect">
            <a:avLst/>
          </a:prstGeom>
          <a:noFill/>
        </p:spPr>
        <p:txBody>
          <a:bodyPr wrap="square" lIns="91440" tIns="45720" rIns="91440" bIns="45720" anchor="ctr">
            <a:noAutofit/>
          </a:bodyPr>
          <a:lstStyle/>
          <a:p>
            <a:r>
              <a:rPr lang="zh-CN" altLang="en-US" b="1" dirty="0">
                <a:latin typeface="Arial Narrow" panose="020B0606020202030204" pitchFamily="34" charset="0"/>
              </a:rPr>
              <a:t>集线器一般都</a:t>
            </a:r>
            <a:r>
              <a:rPr lang="zh-CN" altLang="en-US" b="1" dirty="0">
                <a:solidFill>
                  <a:schemeClr val="accent1">
                    <a:lumMod val="75000"/>
                  </a:schemeClr>
                </a:solidFill>
                <a:latin typeface="Arial Narrow" panose="020B0606020202030204" pitchFamily="34" charset="0"/>
              </a:rPr>
              <a:t>有少量的容错能力和网络管理功能</a:t>
            </a:r>
            <a:r>
              <a:rPr lang="zh-CN" altLang="en-US" b="1" dirty="0">
                <a:latin typeface="Arial Narrow" panose="020B0606020202030204" pitchFamily="34" charset="0"/>
              </a:rPr>
              <a:t>。例如，若网络中某个站点的网卡出现了故障而不停地发送帧，集线器可以检测到这个问题，在内部断开与出故障网卡的连线，使整个以太网能正常工作。</a:t>
            </a:r>
          </a:p>
        </p:txBody>
      </p:sp>
    </p:spTree>
    <p:custDataLst>
      <p:tags r:id="rId1"/>
    </p:custDataLst>
    <p:extLst>
      <p:ext uri="{BB962C8B-B14F-4D97-AF65-F5344CB8AC3E}">
        <p14:creationId xmlns:p14="http://schemas.microsoft.com/office/powerpoint/2010/main" val="2331040116"/>
      </p:ext>
    </p:extLst>
  </p:cSld>
  <p:clrMapOvr>
    <a:masterClrMapping/>
  </p:clrMapOvr>
  <mc:AlternateContent xmlns:mc="http://schemas.openxmlformats.org/markup-compatibility/2006" xmlns:p159="http://schemas.microsoft.com/office/powerpoint/2015/09/main">
    <mc:Choice Requires="p159">
      <p:transition spd="slow">
        <p159:morph option="byObject"/>
      </p:transition>
    </mc:Choice>
    <mc:Fallback xmlns="">
      <p:transition spd="slow">
        <p:fade/>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49" presetClass="entr" presetSubtype="0" decel="100000" fill="hold" grpId="0" nodeType="withEffect">
                                  <p:stCondLst>
                                    <p:cond delay="0"/>
                                  </p:stCondLst>
                                  <p:childTnLst>
                                    <p:set>
                                      <p:cBhvr>
                                        <p:cTn id="6" dur="1" fill="hold">
                                          <p:stCondLst>
                                            <p:cond delay="0"/>
                                          </p:stCondLst>
                                        </p:cTn>
                                        <p:tgtEl>
                                          <p:spTgt spid="30"/>
                                        </p:tgtEl>
                                        <p:attrNameLst>
                                          <p:attrName>style.visibility</p:attrName>
                                        </p:attrNameLst>
                                      </p:cBhvr>
                                      <p:to>
                                        <p:strVal val="visible"/>
                                      </p:to>
                                    </p:set>
                                    <p:anim calcmode="lin" valueType="num">
                                      <p:cBhvr>
                                        <p:cTn id="7" dur="500" fill="hold"/>
                                        <p:tgtEl>
                                          <p:spTgt spid="30"/>
                                        </p:tgtEl>
                                        <p:attrNameLst>
                                          <p:attrName>ppt_w</p:attrName>
                                        </p:attrNameLst>
                                      </p:cBhvr>
                                      <p:tavLst>
                                        <p:tav tm="0">
                                          <p:val>
                                            <p:fltVal val="0"/>
                                          </p:val>
                                        </p:tav>
                                        <p:tav tm="100000">
                                          <p:val>
                                            <p:strVal val="#ppt_w"/>
                                          </p:val>
                                        </p:tav>
                                      </p:tavLst>
                                    </p:anim>
                                    <p:anim calcmode="lin" valueType="num">
                                      <p:cBhvr>
                                        <p:cTn id="8" dur="500" fill="hold"/>
                                        <p:tgtEl>
                                          <p:spTgt spid="30"/>
                                        </p:tgtEl>
                                        <p:attrNameLst>
                                          <p:attrName>ppt_h</p:attrName>
                                        </p:attrNameLst>
                                      </p:cBhvr>
                                      <p:tavLst>
                                        <p:tav tm="0">
                                          <p:val>
                                            <p:fltVal val="0"/>
                                          </p:val>
                                        </p:tav>
                                        <p:tav tm="100000">
                                          <p:val>
                                            <p:strVal val="#ppt_h"/>
                                          </p:val>
                                        </p:tav>
                                      </p:tavLst>
                                    </p:anim>
                                    <p:anim calcmode="lin" valueType="num">
                                      <p:cBhvr>
                                        <p:cTn id="9" dur="500" fill="hold"/>
                                        <p:tgtEl>
                                          <p:spTgt spid="30"/>
                                        </p:tgtEl>
                                        <p:attrNameLst>
                                          <p:attrName>style.rotation</p:attrName>
                                        </p:attrNameLst>
                                      </p:cBhvr>
                                      <p:tavLst>
                                        <p:tav tm="0">
                                          <p:val>
                                            <p:fltVal val="360"/>
                                          </p:val>
                                        </p:tav>
                                        <p:tav tm="100000">
                                          <p:val>
                                            <p:fltVal val="0"/>
                                          </p:val>
                                        </p:tav>
                                      </p:tavLst>
                                    </p:anim>
                                    <p:animEffect transition="in" filter="fade">
                                      <p:cBhvr>
                                        <p:cTn id="10" dur="500"/>
                                        <p:tgtEl>
                                          <p:spTgt spid="30"/>
                                        </p:tgtEl>
                                      </p:cBhvr>
                                    </p:animEffect>
                                  </p:childTnLst>
                                </p:cTn>
                              </p:par>
                            </p:childTnLst>
                          </p:cTn>
                        </p:par>
                        <p:par>
                          <p:cTn id="11" fill="hold">
                            <p:stCondLst>
                              <p:cond delay="500"/>
                            </p:stCondLst>
                            <p:childTnLst>
                              <p:par>
                                <p:cTn id="12" presetID="1" presetClass="entr" presetSubtype="0" fill="hold" grpId="0" nodeType="afterEffect">
                                  <p:stCondLst>
                                    <p:cond delay="0"/>
                                  </p:stCondLst>
                                  <p:iterate type="lt">
                                    <p:tmAbs val="100"/>
                                  </p:iterate>
                                  <p:childTnLst>
                                    <p:set>
                                      <p:cBhvr>
                                        <p:cTn id="13" dur="1" fill="hold">
                                          <p:stCondLst>
                                            <p:cond delay="0"/>
                                          </p:stCondLst>
                                        </p:cTn>
                                        <p:tgtEl>
                                          <p:spTgt spid="31"/>
                                        </p:tgtEl>
                                        <p:attrNameLst>
                                          <p:attrName>style.visibility</p:attrName>
                                        </p:attrNameLst>
                                      </p:cBhvr>
                                      <p:to>
                                        <p:strVal val="visible"/>
                                      </p:to>
                                    </p:set>
                                  </p:childTnLst>
                                </p:cTn>
                              </p:par>
                            </p:childTnLst>
                          </p:cTn>
                        </p:par>
                      </p:childTnLst>
                    </p:cTn>
                  </p:par>
                  <p:par>
                    <p:cTn id="14" fill="hold">
                      <p:stCondLst>
                        <p:cond delay="indefinite"/>
                      </p:stCondLst>
                      <p:childTnLst>
                        <p:par>
                          <p:cTn id="15" fill="hold">
                            <p:stCondLst>
                              <p:cond delay="0"/>
                            </p:stCondLst>
                            <p:childTnLst>
                              <p:par>
                                <p:cTn id="16" presetID="49" presetClass="entr" presetSubtype="0" decel="100000" fill="hold" grpId="0" nodeType="clickEffect">
                                  <p:stCondLst>
                                    <p:cond delay="0"/>
                                  </p:stCondLst>
                                  <p:childTnLst>
                                    <p:set>
                                      <p:cBhvr>
                                        <p:cTn id="17" dur="1" fill="hold">
                                          <p:stCondLst>
                                            <p:cond delay="0"/>
                                          </p:stCondLst>
                                        </p:cTn>
                                        <p:tgtEl>
                                          <p:spTgt spid="32"/>
                                        </p:tgtEl>
                                        <p:attrNameLst>
                                          <p:attrName>style.visibility</p:attrName>
                                        </p:attrNameLst>
                                      </p:cBhvr>
                                      <p:to>
                                        <p:strVal val="visible"/>
                                      </p:to>
                                    </p:set>
                                    <p:anim calcmode="lin" valueType="num">
                                      <p:cBhvr>
                                        <p:cTn id="18" dur="500" fill="hold"/>
                                        <p:tgtEl>
                                          <p:spTgt spid="32"/>
                                        </p:tgtEl>
                                        <p:attrNameLst>
                                          <p:attrName>ppt_w</p:attrName>
                                        </p:attrNameLst>
                                      </p:cBhvr>
                                      <p:tavLst>
                                        <p:tav tm="0">
                                          <p:val>
                                            <p:fltVal val="0"/>
                                          </p:val>
                                        </p:tav>
                                        <p:tav tm="100000">
                                          <p:val>
                                            <p:strVal val="#ppt_w"/>
                                          </p:val>
                                        </p:tav>
                                      </p:tavLst>
                                    </p:anim>
                                    <p:anim calcmode="lin" valueType="num">
                                      <p:cBhvr>
                                        <p:cTn id="19" dur="500" fill="hold"/>
                                        <p:tgtEl>
                                          <p:spTgt spid="32"/>
                                        </p:tgtEl>
                                        <p:attrNameLst>
                                          <p:attrName>ppt_h</p:attrName>
                                        </p:attrNameLst>
                                      </p:cBhvr>
                                      <p:tavLst>
                                        <p:tav tm="0">
                                          <p:val>
                                            <p:fltVal val="0"/>
                                          </p:val>
                                        </p:tav>
                                        <p:tav tm="100000">
                                          <p:val>
                                            <p:strVal val="#ppt_h"/>
                                          </p:val>
                                        </p:tav>
                                      </p:tavLst>
                                    </p:anim>
                                    <p:anim calcmode="lin" valueType="num">
                                      <p:cBhvr>
                                        <p:cTn id="20" dur="500" fill="hold"/>
                                        <p:tgtEl>
                                          <p:spTgt spid="32"/>
                                        </p:tgtEl>
                                        <p:attrNameLst>
                                          <p:attrName>style.rotation</p:attrName>
                                        </p:attrNameLst>
                                      </p:cBhvr>
                                      <p:tavLst>
                                        <p:tav tm="0">
                                          <p:val>
                                            <p:fltVal val="360"/>
                                          </p:val>
                                        </p:tav>
                                        <p:tav tm="100000">
                                          <p:val>
                                            <p:fltVal val="0"/>
                                          </p:val>
                                        </p:tav>
                                      </p:tavLst>
                                    </p:anim>
                                    <p:animEffect transition="in" filter="fade">
                                      <p:cBhvr>
                                        <p:cTn id="21" dur="500"/>
                                        <p:tgtEl>
                                          <p:spTgt spid="32"/>
                                        </p:tgtEl>
                                      </p:cBhvr>
                                    </p:animEffect>
                                  </p:childTnLst>
                                </p:cTn>
                              </p:par>
                            </p:childTnLst>
                          </p:cTn>
                        </p:par>
                        <p:par>
                          <p:cTn id="22" fill="hold">
                            <p:stCondLst>
                              <p:cond delay="500"/>
                            </p:stCondLst>
                            <p:childTnLst>
                              <p:par>
                                <p:cTn id="23" presetID="1" presetClass="entr" presetSubtype="0" fill="hold" grpId="0" nodeType="afterEffect">
                                  <p:stCondLst>
                                    <p:cond delay="0"/>
                                  </p:stCondLst>
                                  <p:iterate type="lt">
                                    <p:tmAbs val="100"/>
                                  </p:iterate>
                                  <p:childTnLst>
                                    <p:set>
                                      <p:cBhvr>
                                        <p:cTn id="24" dur="1" fill="hold">
                                          <p:stCondLst>
                                            <p:cond delay="0"/>
                                          </p:stCondLst>
                                        </p:cTn>
                                        <p:tgtEl>
                                          <p:spTgt spid="37"/>
                                        </p:tgtEl>
                                        <p:attrNameLst>
                                          <p:attrName>style.visibility</p:attrName>
                                        </p:attrNameLst>
                                      </p:cBhvr>
                                      <p:to>
                                        <p:strVal val="visible"/>
                                      </p:to>
                                    </p:set>
                                  </p:childTnLst>
                                </p:cTn>
                              </p:par>
                            </p:childTnLst>
                          </p:cTn>
                        </p:par>
                      </p:childTnLst>
                    </p:cTn>
                  </p:par>
                  <p:par>
                    <p:cTn id="25" fill="hold">
                      <p:stCondLst>
                        <p:cond delay="indefinite"/>
                      </p:stCondLst>
                      <p:childTnLst>
                        <p:par>
                          <p:cTn id="26" fill="hold">
                            <p:stCondLst>
                              <p:cond delay="0"/>
                            </p:stCondLst>
                            <p:childTnLst>
                              <p:par>
                                <p:cTn id="27" presetID="49" presetClass="entr" presetSubtype="0" decel="100000" fill="hold" grpId="0" nodeType="clickEffect">
                                  <p:stCondLst>
                                    <p:cond delay="0"/>
                                  </p:stCondLst>
                                  <p:childTnLst>
                                    <p:set>
                                      <p:cBhvr>
                                        <p:cTn id="28" dur="1" fill="hold">
                                          <p:stCondLst>
                                            <p:cond delay="0"/>
                                          </p:stCondLst>
                                        </p:cTn>
                                        <p:tgtEl>
                                          <p:spTgt spid="50"/>
                                        </p:tgtEl>
                                        <p:attrNameLst>
                                          <p:attrName>style.visibility</p:attrName>
                                        </p:attrNameLst>
                                      </p:cBhvr>
                                      <p:to>
                                        <p:strVal val="visible"/>
                                      </p:to>
                                    </p:set>
                                    <p:anim calcmode="lin" valueType="num">
                                      <p:cBhvr>
                                        <p:cTn id="29" dur="500" fill="hold"/>
                                        <p:tgtEl>
                                          <p:spTgt spid="50"/>
                                        </p:tgtEl>
                                        <p:attrNameLst>
                                          <p:attrName>ppt_w</p:attrName>
                                        </p:attrNameLst>
                                      </p:cBhvr>
                                      <p:tavLst>
                                        <p:tav tm="0">
                                          <p:val>
                                            <p:fltVal val="0"/>
                                          </p:val>
                                        </p:tav>
                                        <p:tav tm="100000">
                                          <p:val>
                                            <p:strVal val="#ppt_w"/>
                                          </p:val>
                                        </p:tav>
                                      </p:tavLst>
                                    </p:anim>
                                    <p:anim calcmode="lin" valueType="num">
                                      <p:cBhvr>
                                        <p:cTn id="30" dur="500" fill="hold"/>
                                        <p:tgtEl>
                                          <p:spTgt spid="50"/>
                                        </p:tgtEl>
                                        <p:attrNameLst>
                                          <p:attrName>ppt_h</p:attrName>
                                        </p:attrNameLst>
                                      </p:cBhvr>
                                      <p:tavLst>
                                        <p:tav tm="0">
                                          <p:val>
                                            <p:fltVal val="0"/>
                                          </p:val>
                                        </p:tav>
                                        <p:tav tm="100000">
                                          <p:val>
                                            <p:strVal val="#ppt_h"/>
                                          </p:val>
                                        </p:tav>
                                      </p:tavLst>
                                    </p:anim>
                                    <p:anim calcmode="lin" valueType="num">
                                      <p:cBhvr>
                                        <p:cTn id="31" dur="500" fill="hold"/>
                                        <p:tgtEl>
                                          <p:spTgt spid="50"/>
                                        </p:tgtEl>
                                        <p:attrNameLst>
                                          <p:attrName>style.rotation</p:attrName>
                                        </p:attrNameLst>
                                      </p:cBhvr>
                                      <p:tavLst>
                                        <p:tav tm="0">
                                          <p:val>
                                            <p:fltVal val="360"/>
                                          </p:val>
                                        </p:tav>
                                        <p:tav tm="100000">
                                          <p:val>
                                            <p:fltVal val="0"/>
                                          </p:val>
                                        </p:tav>
                                      </p:tavLst>
                                    </p:anim>
                                    <p:animEffect transition="in" filter="fade">
                                      <p:cBhvr>
                                        <p:cTn id="32" dur="500"/>
                                        <p:tgtEl>
                                          <p:spTgt spid="50"/>
                                        </p:tgtEl>
                                      </p:cBhvr>
                                    </p:animEffect>
                                  </p:childTnLst>
                                </p:cTn>
                              </p:par>
                            </p:childTnLst>
                          </p:cTn>
                        </p:par>
                        <p:par>
                          <p:cTn id="33" fill="hold">
                            <p:stCondLst>
                              <p:cond delay="500"/>
                            </p:stCondLst>
                            <p:childTnLst>
                              <p:par>
                                <p:cTn id="34" presetID="1" presetClass="entr" presetSubtype="0" fill="hold" grpId="0" nodeType="afterEffect">
                                  <p:stCondLst>
                                    <p:cond delay="0"/>
                                  </p:stCondLst>
                                  <p:iterate type="lt">
                                    <p:tmAbs val="100"/>
                                  </p:iterate>
                                  <p:childTnLst>
                                    <p:set>
                                      <p:cBhvr>
                                        <p:cTn id="35" dur="1" fill="hold">
                                          <p:stCondLst>
                                            <p:cond delay="0"/>
                                          </p:stCondLst>
                                        </p:cTn>
                                        <p:tgtEl>
                                          <p:spTgt spid="51"/>
                                        </p:tgtEl>
                                        <p:attrNameLst>
                                          <p:attrName>style.visibility</p:attrName>
                                        </p:attrNameLst>
                                      </p:cBhvr>
                                      <p:to>
                                        <p:strVal val="visible"/>
                                      </p:to>
                                    </p:set>
                                  </p:childTnLst>
                                </p:cTn>
                              </p:par>
                            </p:childTnLst>
                          </p:cTn>
                        </p:par>
                      </p:childTnLst>
                    </p:cTn>
                  </p:par>
                  <p:par>
                    <p:cTn id="36" fill="hold">
                      <p:stCondLst>
                        <p:cond delay="indefinite"/>
                      </p:stCondLst>
                      <p:childTnLst>
                        <p:par>
                          <p:cTn id="37" fill="hold">
                            <p:stCondLst>
                              <p:cond delay="0"/>
                            </p:stCondLst>
                            <p:childTnLst>
                              <p:par>
                                <p:cTn id="38" presetID="49" presetClass="entr" presetSubtype="0" decel="100000" fill="hold" grpId="0" nodeType="clickEffect">
                                  <p:stCondLst>
                                    <p:cond delay="0"/>
                                  </p:stCondLst>
                                  <p:childTnLst>
                                    <p:set>
                                      <p:cBhvr>
                                        <p:cTn id="39" dur="1" fill="hold">
                                          <p:stCondLst>
                                            <p:cond delay="0"/>
                                          </p:stCondLst>
                                        </p:cTn>
                                        <p:tgtEl>
                                          <p:spTgt spid="52"/>
                                        </p:tgtEl>
                                        <p:attrNameLst>
                                          <p:attrName>style.visibility</p:attrName>
                                        </p:attrNameLst>
                                      </p:cBhvr>
                                      <p:to>
                                        <p:strVal val="visible"/>
                                      </p:to>
                                    </p:set>
                                    <p:anim calcmode="lin" valueType="num">
                                      <p:cBhvr>
                                        <p:cTn id="40" dur="500" fill="hold"/>
                                        <p:tgtEl>
                                          <p:spTgt spid="52"/>
                                        </p:tgtEl>
                                        <p:attrNameLst>
                                          <p:attrName>ppt_w</p:attrName>
                                        </p:attrNameLst>
                                      </p:cBhvr>
                                      <p:tavLst>
                                        <p:tav tm="0">
                                          <p:val>
                                            <p:fltVal val="0"/>
                                          </p:val>
                                        </p:tav>
                                        <p:tav tm="100000">
                                          <p:val>
                                            <p:strVal val="#ppt_w"/>
                                          </p:val>
                                        </p:tav>
                                      </p:tavLst>
                                    </p:anim>
                                    <p:anim calcmode="lin" valueType="num">
                                      <p:cBhvr>
                                        <p:cTn id="41" dur="500" fill="hold"/>
                                        <p:tgtEl>
                                          <p:spTgt spid="52"/>
                                        </p:tgtEl>
                                        <p:attrNameLst>
                                          <p:attrName>ppt_h</p:attrName>
                                        </p:attrNameLst>
                                      </p:cBhvr>
                                      <p:tavLst>
                                        <p:tav tm="0">
                                          <p:val>
                                            <p:fltVal val="0"/>
                                          </p:val>
                                        </p:tav>
                                        <p:tav tm="100000">
                                          <p:val>
                                            <p:strVal val="#ppt_h"/>
                                          </p:val>
                                        </p:tav>
                                      </p:tavLst>
                                    </p:anim>
                                    <p:anim calcmode="lin" valueType="num">
                                      <p:cBhvr>
                                        <p:cTn id="42" dur="500" fill="hold"/>
                                        <p:tgtEl>
                                          <p:spTgt spid="52"/>
                                        </p:tgtEl>
                                        <p:attrNameLst>
                                          <p:attrName>style.rotation</p:attrName>
                                        </p:attrNameLst>
                                      </p:cBhvr>
                                      <p:tavLst>
                                        <p:tav tm="0">
                                          <p:val>
                                            <p:fltVal val="360"/>
                                          </p:val>
                                        </p:tav>
                                        <p:tav tm="100000">
                                          <p:val>
                                            <p:fltVal val="0"/>
                                          </p:val>
                                        </p:tav>
                                      </p:tavLst>
                                    </p:anim>
                                    <p:animEffect transition="in" filter="fade">
                                      <p:cBhvr>
                                        <p:cTn id="43" dur="500"/>
                                        <p:tgtEl>
                                          <p:spTgt spid="52"/>
                                        </p:tgtEl>
                                      </p:cBhvr>
                                    </p:animEffect>
                                  </p:childTnLst>
                                </p:cTn>
                              </p:par>
                            </p:childTnLst>
                          </p:cTn>
                        </p:par>
                        <p:par>
                          <p:cTn id="44" fill="hold">
                            <p:stCondLst>
                              <p:cond delay="500"/>
                            </p:stCondLst>
                            <p:childTnLst>
                              <p:par>
                                <p:cTn id="45" presetID="1" presetClass="entr" presetSubtype="0" fill="hold" grpId="0" nodeType="afterEffect">
                                  <p:stCondLst>
                                    <p:cond delay="0"/>
                                  </p:stCondLst>
                                  <p:iterate type="lt">
                                    <p:tmAbs val="100"/>
                                  </p:iterate>
                                  <p:childTnLst>
                                    <p:set>
                                      <p:cBhvr>
                                        <p:cTn id="46" dur="1" fill="hold">
                                          <p:stCondLst>
                                            <p:cond delay="0"/>
                                          </p:stCondLst>
                                        </p:cTn>
                                        <p:tgtEl>
                                          <p:spTgt spid="56"/>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0" grpId="0" animBg="1"/>
      <p:bldP spid="31" grpId="0"/>
      <p:bldP spid="32" grpId="0" animBg="1"/>
      <p:bldP spid="37" grpId="0"/>
      <p:bldP spid="50" grpId="0" animBg="1"/>
      <p:bldP spid="51" grpId="0"/>
      <p:bldP spid="52" grpId="0" animBg="1"/>
      <p:bldP spid="56" grpId="0"/>
    </p:bldLst>
  </p:timing>
</p:sld>
</file>

<file path=ppt/slides/slide36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4" name="组合 3">
            <a:extLst>
              <a:ext uri="{FF2B5EF4-FFF2-40B4-BE49-F238E27FC236}">
                <a16:creationId xmlns:a16="http://schemas.microsoft.com/office/drawing/2014/main" id="{9A1EA9F2-FCB6-48C3-935F-7AE7E3AD14AC}"/>
              </a:ext>
            </a:extLst>
          </p:cNvPr>
          <p:cNvGrpSpPr/>
          <p:nvPr/>
        </p:nvGrpSpPr>
        <p:grpSpPr>
          <a:xfrm>
            <a:off x="304800" y="749300"/>
            <a:ext cx="6192344" cy="400110"/>
            <a:chOff x="424117" y="898245"/>
            <a:chExt cx="6192344" cy="400110"/>
          </a:xfrm>
        </p:grpSpPr>
        <p:sp>
          <p:nvSpPr>
            <p:cNvPr id="2" name="平行四边形 1">
              <a:extLst>
                <a:ext uri="{FF2B5EF4-FFF2-40B4-BE49-F238E27FC236}">
                  <a16:creationId xmlns:a16="http://schemas.microsoft.com/office/drawing/2014/main" id="{1F5BAA3F-9845-4F89-A2DD-8222D3E4EDAC}"/>
                </a:ext>
              </a:extLst>
            </p:cNvPr>
            <p:cNvSpPr/>
            <p:nvPr/>
          </p:nvSpPr>
          <p:spPr>
            <a:xfrm>
              <a:off x="424117" y="898245"/>
              <a:ext cx="628306" cy="387090"/>
            </a:xfrm>
            <a:prstGeom prst="parallelogram">
              <a:avLst/>
            </a:prstGeom>
            <a:solidFill>
              <a:schemeClr val="accent3">
                <a:lumMod val="75000"/>
              </a:schemeClr>
            </a:solidFill>
            <a:ln>
              <a:solidFill>
                <a:schemeClr val="accent3">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CN" sz="2200" dirty="0">
                  <a:latin typeface="Impact" panose="020B0806030902050204" pitchFamily="34" charset="0"/>
                </a:rPr>
                <a:t>01</a:t>
              </a:r>
              <a:endParaRPr lang="zh-CN" altLang="en-US" sz="2200" dirty="0">
                <a:latin typeface="Impact" panose="020B0806030902050204" pitchFamily="34" charset="0"/>
              </a:endParaRPr>
            </a:p>
          </p:txBody>
        </p:sp>
        <p:sp>
          <p:nvSpPr>
            <p:cNvPr id="3" name="文本框 2">
              <a:extLst>
                <a:ext uri="{FF2B5EF4-FFF2-40B4-BE49-F238E27FC236}">
                  <a16:creationId xmlns:a16="http://schemas.microsoft.com/office/drawing/2014/main" id="{4D6BD736-A4D3-4F26-AFED-36E11F50F70B}"/>
                </a:ext>
              </a:extLst>
            </p:cNvPr>
            <p:cNvSpPr txBox="1"/>
            <p:nvPr/>
          </p:nvSpPr>
          <p:spPr>
            <a:xfrm>
              <a:off x="1052423" y="898245"/>
              <a:ext cx="5564038" cy="400110"/>
            </a:xfrm>
            <a:prstGeom prst="rect">
              <a:avLst/>
            </a:prstGeom>
            <a:noFill/>
          </p:spPr>
          <p:txBody>
            <a:bodyPr wrap="square" rtlCol="0">
              <a:spAutoFit/>
            </a:bodyPr>
            <a:lstStyle/>
            <a:p>
              <a:r>
                <a:rPr lang="zh-CN" altLang="en-US" sz="2000" b="1" dirty="0"/>
                <a:t>使用集线器的共享式以太网</a:t>
              </a:r>
              <a:endParaRPr lang="en-US" altLang="zh-CN" sz="2000" b="1" dirty="0"/>
            </a:p>
          </p:txBody>
        </p:sp>
      </p:grpSp>
      <p:grpSp>
        <p:nvGrpSpPr>
          <p:cNvPr id="6" name="组合 5">
            <a:extLst>
              <a:ext uri="{FF2B5EF4-FFF2-40B4-BE49-F238E27FC236}">
                <a16:creationId xmlns:a16="http://schemas.microsoft.com/office/drawing/2014/main" id="{B2649171-61C2-455F-A417-1CF7212A311E}"/>
              </a:ext>
            </a:extLst>
          </p:cNvPr>
          <p:cNvGrpSpPr/>
          <p:nvPr/>
        </p:nvGrpSpPr>
        <p:grpSpPr>
          <a:xfrm>
            <a:off x="1618162" y="1330165"/>
            <a:ext cx="8955675" cy="1790425"/>
            <a:chOff x="1618162" y="1330165"/>
            <a:chExt cx="8955675" cy="1790425"/>
          </a:xfrm>
        </p:grpSpPr>
        <p:grpSp>
          <p:nvGrpSpPr>
            <p:cNvPr id="5" name="组合 4">
              <a:extLst>
                <a:ext uri="{FF2B5EF4-FFF2-40B4-BE49-F238E27FC236}">
                  <a16:creationId xmlns:a16="http://schemas.microsoft.com/office/drawing/2014/main" id="{ADEE1EA3-9521-40FE-819F-EFA04DD61B96}"/>
                </a:ext>
              </a:extLst>
            </p:cNvPr>
            <p:cNvGrpSpPr/>
            <p:nvPr/>
          </p:nvGrpSpPr>
          <p:grpSpPr>
            <a:xfrm>
              <a:off x="1618162" y="1330165"/>
              <a:ext cx="8955675" cy="1434611"/>
              <a:chOff x="1681643" y="1432378"/>
              <a:chExt cx="8955675" cy="1434611"/>
            </a:xfrm>
          </p:grpSpPr>
          <p:grpSp>
            <p:nvGrpSpPr>
              <p:cNvPr id="28" name="组合 27">
                <a:extLst>
                  <a:ext uri="{FF2B5EF4-FFF2-40B4-BE49-F238E27FC236}">
                    <a16:creationId xmlns:a16="http://schemas.microsoft.com/office/drawing/2014/main" id="{2A5A6793-62F8-46B8-9AD8-2484A885E8CE}"/>
                  </a:ext>
                </a:extLst>
              </p:cNvPr>
              <p:cNvGrpSpPr/>
              <p:nvPr/>
            </p:nvGrpSpPr>
            <p:grpSpPr>
              <a:xfrm>
                <a:off x="2518761" y="1585789"/>
                <a:ext cx="7180791" cy="812800"/>
                <a:chOff x="2455280" y="3752911"/>
                <a:chExt cx="7180791" cy="812800"/>
              </a:xfrm>
            </p:grpSpPr>
            <p:cxnSp>
              <p:nvCxnSpPr>
                <p:cNvPr id="29" name="直接连接符 28">
                  <a:extLst>
                    <a:ext uri="{FF2B5EF4-FFF2-40B4-BE49-F238E27FC236}">
                      <a16:creationId xmlns:a16="http://schemas.microsoft.com/office/drawing/2014/main" id="{23AA3791-1ED3-46DA-A8C8-4ED5E739E25A}"/>
                    </a:ext>
                  </a:extLst>
                </p:cNvPr>
                <p:cNvCxnSpPr/>
                <p:nvPr/>
              </p:nvCxnSpPr>
              <p:spPr>
                <a:xfrm flipV="1">
                  <a:off x="9636071" y="3752911"/>
                  <a:ext cx="0" cy="812800"/>
                </a:xfrm>
                <a:prstGeom prst="line">
                  <a:avLst/>
                </a:prstGeom>
                <a:ln w="152400">
                  <a:solidFill>
                    <a:schemeClr val="tx1"/>
                  </a:solidFill>
                  <a:tailEnd w="med" len="lg"/>
                </a:ln>
              </p:spPr>
              <p:style>
                <a:lnRef idx="1">
                  <a:schemeClr val="accent1"/>
                </a:lnRef>
                <a:fillRef idx="0">
                  <a:schemeClr val="accent1"/>
                </a:fillRef>
                <a:effectRef idx="0">
                  <a:schemeClr val="accent1"/>
                </a:effectRef>
                <a:fontRef idx="minor">
                  <a:schemeClr val="tx1"/>
                </a:fontRef>
              </p:style>
            </p:cxnSp>
            <p:cxnSp>
              <p:nvCxnSpPr>
                <p:cNvPr id="46" name="直接连接符 45">
                  <a:extLst>
                    <a:ext uri="{FF2B5EF4-FFF2-40B4-BE49-F238E27FC236}">
                      <a16:creationId xmlns:a16="http://schemas.microsoft.com/office/drawing/2014/main" id="{6571D2F6-9721-4BDA-9B02-059028FC534A}"/>
                    </a:ext>
                  </a:extLst>
                </p:cNvPr>
                <p:cNvCxnSpPr/>
                <p:nvPr/>
              </p:nvCxnSpPr>
              <p:spPr>
                <a:xfrm flipV="1">
                  <a:off x="2455280" y="3752911"/>
                  <a:ext cx="0" cy="812800"/>
                </a:xfrm>
                <a:prstGeom prst="line">
                  <a:avLst/>
                </a:prstGeom>
                <a:ln w="152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7" name="直接连接符 46">
                  <a:extLst>
                    <a:ext uri="{FF2B5EF4-FFF2-40B4-BE49-F238E27FC236}">
                      <a16:creationId xmlns:a16="http://schemas.microsoft.com/office/drawing/2014/main" id="{E1C831D8-29DC-41C8-B987-551B0DB79E85}"/>
                    </a:ext>
                  </a:extLst>
                </p:cNvPr>
                <p:cNvCxnSpPr/>
                <p:nvPr/>
              </p:nvCxnSpPr>
              <p:spPr>
                <a:xfrm flipV="1">
                  <a:off x="4878779" y="3752911"/>
                  <a:ext cx="0" cy="812800"/>
                </a:xfrm>
                <a:prstGeom prst="line">
                  <a:avLst/>
                </a:prstGeom>
                <a:ln w="152400">
                  <a:solidFill>
                    <a:schemeClr val="tx1"/>
                  </a:solidFill>
                  <a:tailEnd w="med" len="lg"/>
                </a:ln>
              </p:spPr>
              <p:style>
                <a:lnRef idx="1">
                  <a:schemeClr val="accent1"/>
                </a:lnRef>
                <a:fillRef idx="0">
                  <a:schemeClr val="accent1"/>
                </a:fillRef>
                <a:effectRef idx="0">
                  <a:schemeClr val="accent1"/>
                </a:effectRef>
                <a:fontRef idx="minor">
                  <a:schemeClr val="tx1"/>
                </a:fontRef>
              </p:style>
            </p:cxnSp>
            <p:cxnSp>
              <p:nvCxnSpPr>
                <p:cNvPr id="48" name="直接连接符 47">
                  <a:extLst>
                    <a:ext uri="{FF2B5EF4-FFF2-40B4-BE49-F238E27FC236}">
                      <a16:creationId xmlns:a16="http://schemas.microsoft.com/office/drawing/2014/main" id="{0F3046CD-699A-410C-B194-D63E952D19ED}"/>
                    </a:ext>
                  </a:extLst>
                </p:cNvPr>
                <p:cNvCxnSpPr/>
                <p:nvPr/>
              </p:nvCxnSpPr>
              <p:spPr>
                <a:xfrm flipV="1">
                  <a:off x="7249637" y="3752911"/>
                  <a:ext cx="0" cy="812800"/>
                </a:xfrm>
                <a:prstGeom prst="line">
                  <a:avLst/>
                </a:prstGeom>
                <a:ln w="1524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49" name="组合 48">
                <a:extLst>
                  <a:ext uri="{FF2B5EF4-FFF2-40B4-BE49-F238E27FC236}">
                    <a16:creationId xmlns:a16="http://schemas.microsoft.com/office/drawing/2014/main" id="{C572816A-41A1-43CC-9DF5-61CCB3A95572}"/>
                  </a:ext>
                </a:extLst>
              </p:cNvPr>
              <p:cNvGrpSpPr/>
              <p:nvPr/>
            </p:nvGrpSpPr>
            <p:grpSpPr>
              <a:xfrm>
                <a:off x="1681643" y="1432378"/>
                <a:ext cx="8955675" cy="238462"/>
                <a:chOff x="1618162" y="3599500"/>
                <a:chExt cx="8955675" cy="238462"/>
              </a:xfrm>
            </p:grpSpPr>
            <p:cxnSp>
              <p:nvCxnSpPr>
                <p:cNvPr id="53" name="直接连接符 52">
                  <a:extLst>
                    <a:ext uri="{FF2B5EF4-FFF2-40B4-BE49-F238E27FC236}">
                      <a16:creationId xmlns:a16="http://schemas.microsoft.com/office/drawing/2014/main" id="{72FBCE1A-531B-4026-85CF-409CBDCED5B4}"/>
                    </a:ext>
                  </a:extLst>
                </p:cNvPr>
                <p:cNvCxnSpPr>
                  <a:cxnSpLocks/>
                </p:cNvCxnSpPr>
                <p:nvPr/>
              </p:nvCxnSpPr>
              <p:spPr>
                <a:xfrm>
                  <a:off x="1749794" y="3725200"/>
                  <a:ext cx="8622888" cy="0"/>
                </a:xfrm>
                <a:prstGeom prst="line">
                  <a:avLst/>
                </a:prstGeom>
                <a:ln w="152400">
                  <a:solidFill>
                    <a:schemeClr val="tx1"/>
                  </a:solidFill>
                </a:ln>
              </p:spPr>
              <p:style>
                <a:lnRef idx="1">
                  <a:schemeClr val="accent1"/>
                </a:lnRef>
                <a:fillRef idx="0">
                  <a:schemeClr val="accent1"/>
                </a:fillRef>
                <a:effectRef idx="0">
                  <a:schemeClr val="accent1"/>
                </a:effectRef>
                <a:fontRef idx="minor">
                  <a:schemeClr val="tx1"/>
                </a:fontRef>
              </p:style>
            </p:cxnSp>
            <p:sp>
              <p:nvSpPr>
                <p:cNvPr id="54" name="矩形 53">
                  <a:extLst>
                    <a:ext uri="{FF2B5EF4-FFF2-40B4-BE49-F238E27FC236}">
                      <a16:creationId xmlns:a16="http://schemas.microsoft.com/office/drawing/2014/main" id="{4B9E2748-1F8C-4F77-9D76-598BBFF5BA61}"/>
                    </a:ext>
                  </a:extLst>
                </p:cNvPr>
                <p:cNvSpPr/>
                <p:nvPr/>
              </p:nvSpPr>
              <p:spPr>
                <a:xfrm>
                  <a:off x="1618162" y="3599500"/>
                  <a:ext cx="225524" cy="225524"/>
                </a:xfrm>
                <a:prstGeom prst="rect">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55" name="矩形 54">
                  <a:extLst>
                    <a:ext uri="{FF2B5EF4-FFF2-40B4-BE49-F238E27FC236}">
                      <a16:creationId xmlns:a16="http://schemas.microsoft.com/office/drawing/2014/main" id="{E00EEA46-A625-4B76-BFFE-21C2C9F9B80E}"/>
                    </a:ext>
                  </a:extLst>
                </p:cNvPr>
                <p:cNvSpPr/>
                <p:nvPr/>
              </p:nvSpPr>
              <p:spPr>
                <a:xfrm>
                  <a:off x="10348313" y="3612438"/>
                  <a:ext cx="225524" cy="225524"/>
                </a:xfrm>
                <a:prstGeom prst="rect">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grpSp>
          <p:grpSp>
            <p:nvGrpSpPr>
              <p:cNvPr id="57" name="组合 56">
                <a:extLst>
                  <a:ext uri="{FF2B5EF4-FFF2-40B4-BE49-F238E27FC236}">
                    <a16:creationId xmlns:a16="http://schemas.microsoft.com/office/drawing/2014/main" id="{F6B7DB52-EBFA-4F8E-824F-32B547F778BB}"/>
                  </a:ext>
                </a:extLst>
              </p:cNvPr>
              <p:cNvGrpSpPr/>
              <p:nvPr/>
            </p:nvGrpSpPr>
            <p:grpSpPr>
              <a:xfrm>
                <a:off x="2038734" y="2225907"/>
                <a:ext cx="7852814" cy="641082"/>
                <a:chOff x="1968674" y="4445636"/>
                <a:chExt cx="7852814" cy="641082"/>
              </a:xfrm>
            </p:grpSpPr>
            <p:grpSp>
              <p:nvGrpSpPr>
                <p:cNvPr id="58" name="组合 57">
                  <a:extLst>
                    <a:ext uri="{FF2B5EF4-FFF2-40B4-BE49-F238E27FC236}">
                      <a16:creationId xmlns:a16="http://schemas.microsoft.com/office/drawing/2014/main" id="{95D9206A-094F-4E0E-8971-1BFE7EA2B0D1}"/>
                    </a:ext>
                  </a:extLst>
                </p:cNvPr>
                <p:cNvGrpSpPr/>
                <p:nvPr/>
              </p:nvGrpSpPr>
              <p:grpSpPr>
                <a:xfrm>
                  <a:off x="1968674" y="4445636"/>
                  <a:ext cx="662814" cy="641082"/>
                  <a:chOff x="812355" y="3422987"/>
                  <a:chExt cx="662814" cy="641082"/>
                </a:xfrm>
              </p:grpSpPr>
              <p:pic>
                <p:nvPicPr>
                  <p:cNvPr id="68" name="图形 67">
                    <a:extLst>
                      <a:ext uri="{FF2B5EF4-FFF2-40B4-BE49-F238E27FC236}">
                        <a16:creationId xmlns:a16="http://schemas.microsoft.com/office/drawing/2014/main" id="{57661E49-536F-4A3E-BD2C-9C26B8BC9C36}"/>
                      </a:ext>
                    </a:extLst>
                  </p:cNvPr>
                  <p:cNvPicPr>
                    <a:picLocks noChangeAspect="1"/>
                  </p:cNvPicPr>
                  <p:nvPr/>
                </p:nvPicPr>
                <p:blipFill>
                  <a:blip r:embed="rId3">
                    <a:extLst>
                      <a:ext uri="{28A0092B-C50C-407E-A947-70E740481C1C}">
                        <a14:useLocalDpi xmlns:a14="http://schemas.microsoft.com/office/drawing/2010/main" val="0"/>
                      </a:ext>
                      <a:ext uri="{96DAC541-7B7A-43D3-8B79-37D633B846F1}">
                        <asvg:svgBlip xmlns:asvg="http://schemas.microsoft.com/office/drawing/2016/SVG/main" r:embed="rId4"/>
                      </a:ext>
                    </a:extLst>
                  </a:blip>
                  <a:stretch>
                    <a:fillRect/>
                  </a:stretch>
                </p:blipFill>
                <p:spPr>
                  <a:xfrm>
                    <a:off x="812355" y="3422987"/>
                    <a:ext cx="662814" cy="641082"/>
                  </a:xfrm>
                  <a:prstGeom prst="rect">
                    <a:avLst/>
                  </a:prstGeom>
                </p:spPr>
              </p:pic>
              <p:sp>
                <p:nvSpPr>
                  <p:cNvPr id="69" name="文本框 68">
                    <a:extLst>
                      <a:ext uri="{FF2B5EF4-FFF2-40B4-BE49-F238E27FC236}">
                        <a16:creationId xmlns:a16="http://schemas.microsoft.com/office/drawing/2014/main" id="{983BE020-B6D3-4B7E-AFA3-02C3FF83F30E}"/>
                      </a:ext>
                    </a:extLst>
                  </p:cNvPr>
                  <p:cNvSpPr txBox="1"/>
                  <p:nvPr/>
                </p:nvSpPr>
                <p:spPr>
                  <a:xfrm>
                    <a:off x="1087044" y="3451320"/>
                    <a:ext cx="355235" cy="400110"/>
                  </a:xfrm>
                  <a:prstGeom prst="rect">
                    <a:avLst/>
                  </a:prstGeom>
                  <a:noFill/>
                </p:spPr>
                <p:txBody>
                  <a:bodyPr wrap="square" rtlCol="0">
                    <a:spAutoFit/>
                  </a:bodyPr>
                  <a:lstStyle/>
                  <a:p>
                    <a:pPr algn="ctr"/>
                    <a:r>
                      <a:rPr lang="en-US" altLang="zh-CN" sz="2000" b="1" dirty="0">
                        <a:solidFill>
                          <a:schemeClr val="bg1"/>
                        </a:solidFill>
                        <a:latin typeface="Arial Black" panose="020B0A04020102020204" pitchFamily="34" charset="0"/>
                        <a:ea typeface="+mj-ea"/>
                      </a:rPr>
                      <a:t>A</a:t>
                    </a:r>
                    <a:endParaRPr lang="zh-CN" altLang="en-US" sz="2000" b="1" dirty="0">
                      <a:solidFill>
                        <a:schemeClr val="bg1"/>
                      </a:solidFill>
                      <a:latin typeface="Arial Black" panose="020B0A04020102020204" pitchFamily="34" charset="0"/>
                      <a:ea typeface="+mj-ea"/>
                    </a:endParaRPr>
                  </a:p>
                </p:txBody>
              </p:sp>
            </p:grpSp>
            <p:grpSp>
              <p:nvGrpSpPr>
                <p:cNvPr id="59" name="组合 58">
                  <a:extLst>
                    <a:ext uri="{FF2B5EF4-FFF2-40B4-BE49-F238E27FC236}">
                      <a16:creationId xmlns:a16="http://schemas.microsoft.com/office/drawing/2014/main" id="{BDE7F200-EB10-4991-9BAD-A988781DCB09}"/>
                    </a:ext>
                  </a:extLst>
                </p:cNvPr>
                <p:cNvGrpSpPr/>
                <p:nvPr/>
              </p:nvGrpSpPr>
              <p:grpSpPr>
                <a:xfrm>
                  <a:off x="4365341" y="4445636"/>
                  <a:ext cx="662814" cy="641082"/>
                  <a:chOff x="3209022" y="3422987"/>
                  <a:chExt cx="662814" cy="641082"/>
                </a:xfrm>
              </p:grpSpPr>
              <p:pic>
                <p:nvPicPr>
                  <p:cNvPr id="66" name="图形 65">
                    <a:extLst>
                      <a:ext uri="{FF2B5EF4-FFF2-40B4-BE49-F238E27FC236}">
                        <a16:creationId xmlns:a16="http://schemas.microsoft.com/office/drawing/2014/main" id="{590F299D-2F3A-4E5F-B873-123C13713275}"/>
                      </a:ext>
                    </a:extLst>
                  </p:cNvPr>
                  <p:cNvPicPr>
                    <a:picLocks noChangeAspect="1"/>
                  </p:cNvPicPr>
                  <p:nvPr/>
                </p:nvPicPr>
                <p:blipFill>
                  <a:blip r:embed="rId3">
                    <a:extLst>
                      <a:ext uri="{28A0092B-C50C-407E-A947-70E740481C1C}">
                        <a14:useLocalDpi xmlns:a14="http://schemas.microsoft.com/office/drawing/2010/main" val="0"/>
                      </a:ext>
                      <a:ext uri="{96DAC541-7B7A-43D3-8B79-37D633B846F1}">
                        <asvg:svgBlip xmlns:asvg="http://schemas.microsoft.com/office/drawing/2016/SVG/main" r:embed="rId4"/>
                      </a:ext>
                    </a:extLst>
                  </a:blip>
                  <a:stretch>
                    <a:fillRect/>
                  </a:stretch>
                </p:blipFill>
                <p:spPr>
                  <a:xfrm>
                    <a:off x="3209022" y="3422987"/>
                    <a:ext cx="662814" cy="641082"/>
                  </a:xfrm>
                  <a:prstGeom prst="rect">
                    <a:avLst/>
                  </a:prstGeom>
                </p:spPr>
              </p:pic>
              <p:sp>
                <p:nvSpPr>
                  <p:cNvPr id="67" name="文本框 66">
                    <a:extLst>
                      <a:ext uri="{FF2B5EF4-FFF2-40B4-BE49-F238E27FC236}">
                        <a16:creationId xmlns:a16="http://schemas.microsoft.com/office/drawing/2014/main" id="{C7795584-B512-49F0-9293-F33214D4AE31}"/>
                      </a:ext>
                    </a:extLst>
                  </p:cNvPr>
                  <p:cNvSpPr txBox="1"/>
                  <p:nvPr/>
                </p:nvSpPr>
                <p:spPr>
                  <a:xfrm>
                    <a:off x="3490791" y="3451320"/>
                    <a:ext cx="355235" cy="400110"/>
                  </a:xfrm>
                  <a:prstGeom prst="rect">
                    <a:avLst/>
                  </a:prstGeom>
                  <a:noFill/>
                </p:spPr>
                <p:txBody>
                  <a:bodyPr wrap="square" rtlCol="0">
                    <a:spAutoFit/>
                  </a:bodyPr>
                  <a:lstStyle/>
                  <a:p>
                    <a:pPr algn="ctr"/>
                    <a:r>
                      <a:rPr lang="en-US" altLang="zh-CN" sz="2000" b="1" dirty="0">
                        <a:solidFill>
                          <a:schemeClr val="bg1"/>
                        </a:solidFill>
                        <a:latin typeface="Arial Black" panose="020B0A04020102020204" pitchFamily="34" charset="0"/>
                        <a:ea typeface="+mj-ea"/>
                      </a:rPr>
                      <a:t>B</a:t>
                    </a:r>
                    <a:endParaRPr lang="zh-CN" altLang="en-US" sz="2000" b="1" dirty="0">
                      <a:solidFill>
                        <a:schemeClr val="bg1"/>
                      </a:solidFill>
                      <a:latin typeface="Arial Black" panose="020B0A04020102020204" pitchFamily="34" charset="0"/>
                      <a:ea typeface="+mj-ea"/>
                    </a:endParaRPr>
                  </a:p>
                </p:txBody>
              </p:sp>
            </p:grpSp>
            <p:grpSp>
              <p:nvGrpSpPr>
                <p:cNvPr id="60" name="组合 59">
                  <a:extLst>
                    <a:ext uri="{FF2B5EF4-FFF2-40B4-BE49-F238E27FC236}">
                      <a16:creationId xmlns:a16="http://schemas.microsoft.com/office/drawing/2014/main" id="{4FE74B8F-6F78-4244-B24D-1188FF413F7C}"/>
                    </a:ext>
                  </a:extLst>
                </p:cNvPr>
                <p:cNvGrpSpPr/>
                <p:nvPr/>
              </p:nvGrpSpPr>
              <p:grpSpPr>
                <a:xfrm>
                  <a:off x="6762008" y="4445636"/>
                  <a:ext cx="662814" cy="641082"/>
                  <a:chOff x="5605689" y="3422987"/>
                  <a:chExt cx="662814" cy="641082"/>
                </a:xfrm>
              </p:grpSpPr>
              <p:pic>
                <p:nvPicPr>
                  <p:cNvPr id="64" name="图形 63">
                    <a:extLst>
                      <a:ext uri="{FF2B5EF4-FFF2-40B4-BE49-F238E27FC236}">
                        <a16:creationId xmlns:a16="http://schemas.microsoft.com/office/drawing/2014/main" id="{64FF7B51-4CE1-4326-A902-C877CDAD69B5}"/>
                      </a:ext>
                    </a:extLst>
                  </p:cNvPr>
                  <p:cNvPicPr>
                    <a:picLocks noChangeAspect="1"/>
                  </p:cNvPicPr>
                  <p:nvPr/>
                </p:nvPicPr>
                <p:blipFill>
                  <a:blip r:embed="rId3">
                    <a:extLst>
                      <a:ext uri="{28A0092B-C50C-407E-A947-70E740481C1C}">
                        <a14:useLocalDpi xmlns:a14="http://schemas.microsoft.com/office/drawing/2010/main" val="0"/>
                      </a:ext>
                      <a:ext uri="{96DAC541-7B7A-43D3-8B79-37D633B846F1}">
                        <asvg:svgBlip xmlns:asvg="http://schemas.microsoft.com/office/drawing/2016/SVG/main" r:embed="rId4"/>
                      </a:ext>
                    </a:extLst>
                  </a:blip>
                  <a:stretch>
                    <a:fillRect/>
                  </a:stretch>
                </p:blipFill>
                <p:spPr>
                  <a:xfrm>
                    <a:off x="5605689" y="3422987"/>
                    <a:ext cx="662814" cy="641082"/>
                  </a:xfrm>
                  <a:prstGeom prst="rect">
                    <a:avLst/>
                  </a:prstGeom>
                </p:spPr>
              </p:pic>
              <p:sp>
                <p:nvSpPr>
                  <p:cNvPr id="65" name="文本框 64">
                    <a:extLst>
                      <a:ext uri="{FF2B5EF4-FFF2-40B4-BE49-F238E27FC236}">
                        <a16:creationId xmlns:a16="http://schemas.microsoft.com/office/drawing/2014/main" id="{78AF58B7-7E04-4A67-85F0-FE0094BF9798}"/>
                      </a:ext>
                    </a:extLst>
                  </p:cNvPr>
                  <p:cNvSpPr txBox="1"/>
                  <p:nvPr/>
                </p:nvSpPr>
                <p:spPr>
                  <a:xfrm>
                    <a:off x="5885506" y="3451320"/>
                    <a:ext cx="355235" cy="400110"/>
                  </a:xfrm>
                  <a:prstGeom prst="rect">
                    <a:avLst/>
                  </a:prstGeom>
                  <a:noFill/>
                </p:spPr>
                <p:txBody>
                  <a:bodyPr wrap="square" rtlCol="0">
                    <a:spAutoFit/>
                  </a:bodyPr>
                  <a:lstStyle/>
                  <a:p>
                    <a:pPr algn="ctr"/>
                    <a:r>
                      <a:rPr lang="en-US" altLang="zh-CN" sz="2000" b="1" dirty="0">
                        <a:solidFill>
                          <a:schemeClr val="bg1"/>
                        </a:solidFill>
                        <a:latin typeface="Arial Black" panose="020B0A04020102020204" pitchFamily="34" charset="0"/>
                        <a:ea typeface="+mj-ea"/>
                      </a:rPr>
                      <a:t>C</a:t>
                    </a:r>
                    <a:endParaRPr lang="zh-CN" altLang="en-US" sz="2000" b="1" dirty="0">
                      <a:solidFill>
                        <a:schemeClr val="bg1"/>
                      </a:solidFill>
                      <a:latin typeface="Arial Black" panose="020B0A04020102020204" pitchFamily="34" charset="0"/>
                      <a:ea typeface="+mj-ea"/>
                    </a:endParaRPr>
                  </a:p>
                </p:txBody>
              </p:sp>
            </p:grpSp>
            <p:grpSp>
              <p:nvGrpSpPr>
                <p:cNvPr id="61" name="组合 60">
                  <a:extLst>
                    <a:ext uri="{FF2B5EF4-FFF2-40B4-BE49-F238E27FC236}">
                      <a16:creationId xmlns:a16="http://schemas.microsoft.com/office/drawing/2014/main" id="{530384D8-1CB0-4730-B8C7-1E6686DC57D0}"/>
                    </a:ext>
                  </a:extLst>
                </p:cNvPr>
                <p:cNvGrpSpPr/>
                <p:nvPr/>
              </p:nvGrpSpPr>
              <p:grpSpPr>
                <a:xfrm>
                  <a:off x="9158674" y="4445636"/>
                  <a:ext cx="662814" cy="641082"/>
                  <a:chOff x="8002355" y="3422987"/>
                  <a:chExt cx="662814" cy="641082"/>
                </a:xfrm>
              </p:grpSpPr>
              <p:pic>
                <p:nvPicPr>
                  <p:cNvPr id="62" name="图形 61">
                    <a:extLst>
                      <a:ext uri="{FF2B5EF4-FFF2-40B4-BE49-F238E27FC236}">
                        <a16:creationId xmlns:a16="http://schemas.microsoft.com/office/drawing/2014/main" id="{D612B3C9-4DBB-4F8A-A243-A129D4FCE939}"/>
                      </a:ext>
                    </a:extLst>
                  </p:cNvPr>
                  <p:cNvPicPr>
                    <a:picLocks noChangeAspect="1"/>
                  </p:cNvPicPr>
                  <p:nvPr/>
                </p:nvPicPr>
                <p:blipFill>
                  <a:blip r:embed="rId3">
                    <a:extLst>
                      <a:ext uri="{28A0092B-C50C-407E-A947-70E740481C1C}">
                        <a14:useLocalDpi xmlns:a14="http://schemas.microsoft.com/office/drawing/2010/main" val="0"/>
                      </a:ext>
                      <a:ext uri="{96DAC541-7B7A-43D3-8B79-37D633B846F1}">
                        <asvg:svgBlip xmlns:asvg="http://schemas.microsoft.com/office/drawing/2016/SVG/main" r:embed="rId4"/>
                      </a:ext>
                    </a:extLst>
                  </a:blip>
                  <a:stretch>
                    <a:fillRect/>
                  </a:stretch>
                </p:blipFill>
                <p:spPr>
                  <a:xfrm>
                    <a:off x="8002355" y="3422987"/>
                    <a:ext cx="662814" cy="641082"/>
                  </a:xfrm>
                  <a:prstGeom prst="rect">
                    <a:avLst/>
                  </a:prstGeom>
                </p:spPr>
              </p:pic>
              <p:sp>
                <p:nvSpPr>
                  <p:cNvPr id="63" name="文本框 62">
                    <a:extLst>
                      <a:ext uri="{FF2B5EF4-FFF2-40B4-BE49-F238E27FC236}">
                        <a16:creationId xmlns:a16="http://schemas.microsoft.com/office/drawing/2014/main" id="{563984B6-D108-4F35-8DC5-B2CCD455886F}"/>
                      </a:ext>
                    </a:extLst>
                  </p:cNvPr>
                  <p:cNvSpPr txBox="1"/>
                  <p:nvPr/>
                </p:nvSpPr>
                <p:spPr>
                  <a:xfrm>
                    <a:off x="8282675" y="3444742"/>
                    <a:ext cx="355235" cy="400110"/>
                  </a:xfrm>
                  <a:prstGeom prst="rect">
                    <a:avLst/>
                  </a:prstGeom>
                  <a:noFill/>
                </p:spPr>
                <p:txBody>
                  <a:bodyPr wrap="square" rtlCol="0">
                    <a:spAutoFit/>
                  </a:bodyPr>
                  <a:lstStyle/>
                  <a:p>
                    <a:pPr algn="ctr"/>
                    <a:r>
                      <a:rPr lang="en-US" altLang="zh-CN" sz="2000" b="1" dirty="0">
                        <a:solidFill>
                          <a:schemeClr val="bg1"/>
                        </a:solidFill>
                        <a:latin typeface="Arial Black" panose="020B0A04020102020204" pitchFamily="34" charset="0"/>
                        <a:ea typeface="+mj-ea"/>
                      </a:rPr>
                      <a:t>D</a:t>
                    </a:r>
                    <a:endParaRPr lang="zh-CN" altLang="en-US" sz="2000" b="1" dirty="0">
                      <a:solidFill>
                        <a:schemeClr val="bg1"/>
                      </a:solidFill>
                      <a:latin typeface="Arial Black" panose="020B0A04020102020204" pitchFamily="34" charset="0"/>
                      <a:ea typeface="+mj-ea"/>
                    </a:endParaRPr>
                  </a:p>
                </p:txBody>
              </p:sp>
            </p:grpSp>
          </p:grpSp>
        </p:grpSp>
        <p:sp>
          <p:nvSpPr>
            <p:cNvPr id="81" name="íşlïḍè">
              <a:extLst>
                <a:ext uri="{FF2B5EF4-FFF2-40B4-BE49-F238E27FC236}">
                  <a16:creationId xmlns:a16="http://schemas.microsoft.com/office/drawing/2014/main" id="{347F231C-261F-4437-B71E-BBBAD96BACD1}"/>
                </a:ext>
              </a:extLst>
            </p:cNvPr>
            <p:cNvSpPr txBox="1"/>
            <p:nvPr/>
          </p:nvSpPr>
          <p:spPr>
            <a:xfrm>
              <a:off x="4099680" y="2766598"/>
              <a:ext cx="3992640" cy="353992"/>
            </a:xfrm>
            <a:prstGeom prst="rect">
              <a:avLst/>
            </a:prstGeom>
            <a:noFill/>
          </p:spPr>
          <p:txBody>
            <a:bodyPr wrap="square" lIns="91440" tIns="45720" rIns="91440" bIns="45720" anchor="ctr">
              <a:noAutofit/>
            </a:bodyPr>
            <a:lstStyle/>
            <a:p>
              <a:pPr algn="ctr"/>
              <a:r>
                <a:rPr lang="zh-CN" altLang="en-US" b="1" dirty="0">
                  <a:latin typeface="Arial Narrow" panose="020B0606020202030204" pitchFamily="34" charset="0"/>
                </a:rPr>
                <a:t>使用细同轴电缆的共享总线型以太网</a:t>
              </a:r>
            </a:p>
          </p:txBody>
        </p:sp>
      </p:grpSp>
      <p:grpSp>
        <p:nvGrpSpPr>
          <p:cNvPr id="7" name="组合 6">
            <a:extLst>
              <a:ext uri="{FF2B5EF4-FFF2-40B4-BE49-F238E27FC236}">
                <a16:creationId xmlns:a16="http://schemas.microsoft.com/office/drawing/2014/main" id="{B394CED1-CD3C-4426-97C6-C7D6225E8A05}"/>
              </a:ext>
            </a:extLst>
          </p:cNvPr>
          <p:cNvGrpSpPr/>
          <p:nvPr/>
        </p:nvGrpSpPr>
        <p:grpSpPr>
          <a:xfrm>
            <a:off x="3576981" y="3586557"/>
            <a:ext cx="5080565" cy="2851882"/>
            <a:chOff x="3576981" y="3586557"/>
            <a:chExt cx="5080565" cy="2851882"/>
          </a:xfrm>
        </p:grpSpPr>
        <p:grpSp>
          <p:nvGrpSpPr>
            <p:cNvPr id="25" name="组合 24">
              <a:extLst>
                <a:ext uri="{FF2B5EF4-FFF2-40B4-BE49-F238E27FC236}">
                  <a16:creationId xmlns:a16="http://schemas.microsoft.com/office/drawing/2014/main" id="{20C21DAF-29D8-4A54-9151-6ADA13C8F073}"/>
                </a:ext>
              </a:extLst>
            </p:cNvPr>
            <p:cNvGrpSpPr/>
            <p:nvPr/>
          </p:nvGrpSpPr>
          <p:grpSpPr>
            <a:xfrm>
              <a:off x="4273944" y="3586557"/>
              <a:ext cx="3644111" cy="2478156"/>
              <a:chOff x="4196372" y="3030573"/>
              <a:chExt cx="3644111" cy="2478156"/>
            </a:xfrm>
          </p:grpSpPr>
          <p:sp>
            <p:nvSpPr>
              <p:cNvPr id="35" name="文本框 34">
                <a:extLst>
                  <a:ext uri="{FF2B5EF4-FFF2-40B4-BE49-F238E27FC236}">
                    <a16:creationId xmlns:a16="http://schemas.microsoft.com/office/drawing/2014/main" id="{0623CE4C-C0D6-46CE-9882-04BC8D27A7B7}"/>
                  </a:ext>
                </a:extLst>
              </p:cNvPr>
              <p:cNvSpPr txBox="1"/>
              <p:nvPr/>
            </p:nvSpPr>
            <p:spPr>
              <a:xfrm>
                <a:off x="5534884" y="3401936"/>
                <a:ext cx="1122232" cy="646331"/>
              </a:xfrm>
              <a:prstGeom prst="rect">
                <a:avLst/>
              </a:prstGeom>
              <a:noFill/>
            </p:spPr>
            <p:txBody>
              <a:bodyPr wrap="square" rtlCol="0">
                <a:spAutoFit/>
              </a:bodyPr>
              <a:lstStyle/>
              <a:p>
                <a:pPr algn="ctr"/>
                <a:r>
                  <a:rPr lang="zh-CN" altLang="en-US" b="1" dirty="0">
                    <a:latin typeface="Arial Narrow" panose="020B0606020202030204" pitchFamily="34" charset="0"/>
                  </a:rPr>
                  <a:t>集线器</a:t>
                </a:r>
                <a:endParaRPr lang="en-US" altLang="zh-CN" b="1" dirty="0">
                  <a:latin typeface="Arial Narrow" panose="020B0606020202030204" pitchFamily="34" charset="0"/>
                </a:endParaRPr>
              </a:p>
              <a:p>
                <a:pPr algn="ctr"/>
                <a:r>
                  <a:rPr lang="en-US" altLang="zh-CN" b="1" dirty="0">
                    <a:latin typeface="Arial Narrow" panose="020B0606020202030204" pitchFamily="34" charset="0"/>
                  </a:rPr>
                  <a:t>Hub</a:t>
                </a:r>
                <a:endParaRPr lang="zh-CN" altLang="en-US" b="1" dirty="0">
                  <a:latin typeface="Arial Narrow" panose="020B0606020202030204" pitchFamily="34" charset="0"/>
                </a:endParaRPr>
              </a:p>
            </p:txBody>
          </p:sp>
          <p:pic>
            <p:nvPicPr>
              <p:cNvPr id="36" name="图形 10">
                <a:extLst>
                  <a:ext uri="{FF2B5EF4-FFF2-40B4-BE49-F238E27FC236}">
                    <a16:creationId xmlns:a16="http://schemas.microsoft.com/office/drawing/2014/main" id="{8585C8A8-F46D-4C3F-9647-FA6BEEE3FB77}"/>
                  </a:ext>
                </a:extLst>
              </p:cNvPr>
              <p:cNvPicPr>
                <a:picLocks noChangeAspect="1"/>
              </p:cNvPicPr>
              <p:nvPr/>
            </p:nvPicPr>
            <p:blipFill>
              <a:blip r:embed="rId3">
                <a:extLst>
                  <a:ext uri="{28A0092B-C50C-407E-A947-70E740481C1C}">
                    <a14:useLocalDpi xmlns:a14="http://schemas.microsoft.com/office/drawing/2010/main" val="0"/>
                  </a:ext>
                  <a:ext uri="{96DAC541-7B7A-43D3-8B79-37D633B846F1}">
                    <asvg:svgBlip xmlns:asvg="http://schemas.microsoft.com/office/drawing/2016/SVG/main" r:embed="rId4"/>
                  </a:ext>
                </a:extLst>
              </a:blip>
              <a:stretch>
                <a:fillRect/>
              </a:stretch>
            </p:blipFill>
            <p:spPr>
              <a:xfrm>
                <a:off x="4351517" y="3030573"/>
                <a:ext cx="662814" cy="641082"/>
              </a:xfrm>
              <a:prstGeom prst="rect">
                <a:avLst/>
              </a:prstGeom>
            </p:spPr>
          </p:pic>
          <p:pic>
            <p:nvPicPr>
              <p:cNvPr id="38" name="图形 37">
                <a:extLst>
                  <a:ext uri="{FF2B5EF4-FFF2-40B4-BE49-F238E27FC236}">
                    <a16:creationId xmlns:a16="http://schemas.microsoft.com/office/drawing/2014/main" id="{B12626DA-152A-4BBE-9DCF-FB31F6FF019F}"/>
                  </a:ext>
                </a:extLst>
              </p:cNvPr>
              <p:cNvPicPr>
                <a:picLocks noChangeAspect="1"/>
              </p:cNvPicPr>
              <p:nvPr/>
            </p:nvPicPr>
            <p:blipFill>
              <a:blip r:embed="rId5">
                <a:extLst>
                  <a:ext uri="{28A0092B-C50C-407E-A947-70E740481C1C}">
                    <a14:useLocalDpi xmlns:a14="http://schemas.microsoft.com/office/drawing/2010/main" val="0"/>
                  </a:ext>
                  <a:ext uri="{96DAC541-7B7A-43D3-8B79-37D633B846F1}">
                    <asvg:svgBlip xmlns:asvg="http://schemas.microsoft.com/office/drawing/2016/SVG/main" r:embed="rId6"/>
                  </a:ext>
                </a:extLst>
              </a:blip>
              <a:stretch>
                <a:fillRect/>
              </a:stretch>
            </p:blipFill>
            <p:spPr>
              <a:xfrm>
                <a:off x="5169476" y="4038020"/>
                <a:ext cx="1853048" cy="463262"/>
              </a:xfrm>
              <a:prstGeom prst="rect">
                <a:avLst/>
              </a:prstGeom>
            </p:spPr>
          </p:pic>
          <p:pic>
            <p:nvPicPr>
              <p:cNvPr id="40" name="图形 10">
                <a:extLst>
                  <a:ext uri="{FF2B5EF4-FFF2-40B4-BE49-F238E27FC236}">
                    <a16:creationId xmlns:a16="http://schemas.microsoft.com/office/drawing/2014/main" id="{E325CD2E-C97C-4B16-A8BA-591FA0963BB2}"/>
                  </a:ext>
                </a:extLst>
              </p:cNvPr>
              <p:cNvPicPr>
                <a:picLocks noChangeAspect="1"/>
              </p:cNvPicPr>
              <p:nvPr/>
            </p:nvPicPr>
            <p:blipFill>
              <a:blip r:embed="rId3">
                <a:extLst>
                  <a:ext uri="{28A0092B-C50C-407E-A947-70E740481C1C}">
                    <a14:useLocalDpi xmlns:a14="http://schemas.microsoft.com/office/drawing/2010/main" val="0"/>
                  </a:ext>
                  <a:ext uri="{96DAC541-7B7A-43D3-8B79-37D633B846F1}">
                    <asvg:svgBlip xmlns:asvg="http://schemas.microsoft.com/office/drawing/2016/SVG/main" r:embed="rId4"/>
                  </a:ext>
                </a:extLst>
              </a:blip>
              <a:stretch>
                <a:fillRect/>
              </a:stretch>
            </p:blipFill>
            <p:spPr>
              <a:xfrm>
                <a:off x="4196372" y="4867647"/>
                <a:ext cx="662814" cy="641082"/>
              </a:xfrm>
              <a:prstGeom prst="rect">
                <a:avLst/>
              </a:prstGeom>
            </p:spPr>
          </p:pic>
          <p:cxnSp>
            <p:nvCxnSpPr>
              <p:cNvPr id="42" name="直接连接符 41">
                <a:extLst>
                  <a:ext uri="{FF2B5EF4-FFF2-40B4-BE49-F238E27FC236}">
                    <a16:creationId xmlns:a16="http://schemas.microsoft.com/office/drawing/2014/main" id="{D81E2E89-CA60-4D80-B330-AE742272ED1D}"/>
                  </a:ext>
                </a:extLst>
              </p:cNvPr>
              <p:cNvCxnSpPr>
                <a:cxnSpLocks/>
              </p:cNvCxnSpPr>
              <p:nvPr/>
            </p:nvCxnSpPr>
            <p:spPr>
              <a:xfrm>
                <a:off x="4944623" y="3491435"/>
                <a:ext cx="413280" cy="640515"/>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3" name="直接连接符 42">
                <a:extLst>
                  <a:ext uri="{FF2B5EF4-FFF2-40B4-BE49-F238E27FC236}">
                    <a16:creationId xmlns:a16="http://schemas.microsoft.com/office/drawing/2014/main" id="{D39720F7-4F7C-4316-881F-BBC986F3769D}"/>
                  </a:ext>
                </a:extLst>
              </p:cNvPr>
              <p:cNvCxnSpPr>
                <a:cxnSpLocks/>
              </p:cNvCxnSpPr>
              <p:nvPr/>
            </p:nvCxnSpPr>
            <p:spPr>
              <a:xfrm flipV="1">
                <a:off x="4784806" y="4427667"/>
                <a:ext cx="573097" cy="540981"/>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4" name="直接连接符 43">
                <a:extLst>
                  <a:ext uri="{FF2B5EF4-FFF2-40B4-BE49-F238E27FC236}">
                    <a16:creationId xmlns:a16="http://schemas.microsoft.com/office/drawing/2014/main" id="{F31BA4F1-FADB-4875-A53D-E0B195D13C79}"/>
                  </a:ext>
                </a:extLst>
              </p:cNvPr>
              <p:cNvCxnSpPr>
                <a:cxnSpLocks/>
              </p:cNvCxnSpPr>
              <p:nvPr/>
            </p:nvCxnSpPr>
            <p:spPr>
              <a:xfrm flipH="1">
                <a:off x="6657116" y="3491435"/>
                <a:ext cx="662842" cy="614596"/>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5" name="直接连接符 44">
                <a:extLst>
                  <a:ext uri="{FF2B5EF4-FFF2-40B4-BE49-F238E27FC236}">
                    <a16:creationId xmlns:a16="http://schemas.microsoft.com/office/drawing/2014/main" id="{95614D64-4D36-46E3-AFB1-49A8AA89A4A8}"/>
                  </a:ext>
                </a:extLst>
              </p:cNvPr>
              <p:cNvCxnSpPr>
                <a:cxnSpLocks/>
              </p:cNvCxnSpPr>
              <p:nvPr/>
            </p:nvCxnSpPr>
            <p:spPr>
              <a:xfrm>
                <a:off x="6647542" y="4427667"/>
                <a:ext cx="672416" cy="760521"/>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pic>
            <p:nvPicPr>
              <p:cNvPr id="39" name="图形 10">
                <a:extLst>
                  <a:ext uri="{FF2B5EF4-FFF2-40B4-BE49-F238E27FC236}">
                    <a16:creationId xmlns:a16="http://schemas.microsoft.com/office/drawing/2014/main" id="{076B9BB6-41E1-4E95-BD9F-2703F25E4EA6}"/>
                  </a:ext>
                </a:extLst>
              </p:cNvPr>
              <p:cNvPicPr>
                <a:picLocks noChangeAspect="1"/>
              </p:cNvPicPr>
              <p:nvPr/>
            </p:nvPicPr>
            <p:blipFill>
              <a:blip r:embed="rId3">
                <a:extLst>
                  <a:ext uri="{28A0092B-C50C-407E-A947-70E740481C1C}">
                    <a14:useLocalDpi xmlns:a14="http://schemas.microsoft.com/office/drawing/2010/main" val="0"/>
                  </a:ext>
                  <a:ext uri="{96DAC541-7B7A-43D3-8B79-37D633B846F1}">
                    <asvg:svgBlip xmlns:asvg="http://schemas.microsoft.com/office/drawing/2016/SVG/main" r:embed="rId4"/>
                  </a:ext>
                </a:extLst>
              </a:blip>
              <a:stretch>
                <a:fillRect/>
              </a:stretch>
            </p:blipFill>
            <p:spPr>
              <a:xfrm>
                <a:off x="7177669" y="3030573"/>
                <a:ext cx="662814" cy="641082"/>
              </a:xfrm>
              <a:prstGeom prst="rect">
                <a:avLst/>
              </a:prstGeom>
            </p:spPr>
          </p:pic>
          <p:pic>
            <p:nvPicPr>
              <p:cNvPr id="41" name="图形 10">
                <a:extLst>
                  <a:ext uri="{FF2B5EF4-FFF2-40B4-BE49-F238E27FC236}">
                    <a16:creationId xmlns:a16="http://schemas.microsoft.com/office/drawing/2014/main" id="{1AC5B18B-D23A-4D83-ACB2-7117ED6A059C}"/>
                  </a:ext>
                </a:extLst>
              </p:cNvPr>
              <p:cNvPicPr>
                <a:picLocks noChangeAspect="1"/>
              </p:cNvPicPr>
              <p:nvPr/>
            </p:nvPicPr>
            <p:blipFill>
              <a:blip r:embed="rId3">
                <a:extLst>
                  <a:ext uri="{28A0092B-C50C-407E-A947-70E740481C1C}">
                    <a14:useLocalDpi xmlns:a14="http://schemas.microsoft.com/office/drawing/2010/main" val="0"/>
                  </a:ext>
                  <a:ext uri="{96DAC541-7B7A-43D3-8B79-37D633B846F1}">
                    <asvg:svgBlip xmlns:asvg="http://schemas.microsoft.com/office/drawing/2016/SVG/main" r:embed="rId4"/>
                  </a:ext>
                </a:extLst>
              </a:blip>
              <a:stretch>
                <a:fillRect/>
              </a:stretch>
            </p:blipFill>
            <p:spPr>
              <a:xfrm>
                <a:off x="7022524" y="4867647"/>
                <a:ext cx="662814" cy="641082"/>
              </a:xfrm>
              <a:prstGeom prst="rect">
                <a:avLst/>
              </a:prstGeom>
            </p:spPr>
          </p:pic>
        </p:grpSp>
        <p:sp>
          <p:nvSpPr>
            <p:cNvPr id="82" name="íşlïḍè">
              <a:extLst>
                <a:ext uri="{FF2B5EF4-FFF2-40B4-BE49-F238E27FC236}">
                  <a16:creationId xmlns:a16="http://schemas.microsoft.com/office/drawing/2014/main" id="{E5206DCB-4F5F-4497-BFE2-8F25AF1C71F7}"/>
                </a:ext>
              </a:extLst>
            </p:cNvPr>
            <p:cNvSpPr txBox="1"/>
            <p:nvPr/>
          </p:nvSpPr>
          <p:spPr>
            <a:xfrm>
              <a:off x="3576981" y="6084447"/>
              <a:ext cx="5080565" cy="353992"/>
            </a:xfrm>
            <a:prstGeom prst="rect">
              <a:avLst/>
            </a:prstGeom>
            <a:noFill/>
          </p:spPr>
          <p:txBody>
            <a:bodyPr wrap="square" lIns="91440" tIns="45720" rIns="91440" bIns="45720" anchor="ctr">
              <a:noAutofit/>
            </a:bodyPr>
            <a:lstStyle/>
            <a:p>
              <a:r>
                <a:rPr lang="zh-CN" altLang="en-US" b="1" dirty="0">
                  <a:latin typeface="Arial Narrow" panose="020B0606020202030204" pitchFamily="34" charset="0"/>
                </a:rPr>
                <a:t>使用集线器和双绞线的星型拓扑的共享式以太网</a:t>
              </a:r>
            </a:p>
          </p:txBody>
        </p:sp>
        <p:sp>
          <p:nvSpPr>
            <p:cNvPr id="84" name="文本框 83">
              <a:extLst>
                <a:ext uri="{FF2B5EF4-FFF2-40B4-BE49-F238E27FC236}">
                  <a16:creationId xmlns:a16="http://schemas.microsoft.com/office/drawing/2014/main" id="{161BDF7A-6ADD-4AAC-9D91-718847022E28}"/>
                </a:ext>
              </a:extLst>
            </p:cNvPr>
            <p:cNvSpPr txBox="1"/>
            <p:nvPr/>
          </p:nvSpPr>
          <p:spPr>
            <a:xfrm>
              <a:off x="4698067" y="3607108"/>
              <a:ext cx="355235" cy="400110"/>
            </a:xfrm>
            <a:prstGeom prst="rect">
              <a:avLst/>
            </a:prstGeom>
            <a:noFill/>
          </p:spPr>
          <p:txBody>
            <a:bodyPr wrap="square" rtlCol="0">
              <a:spAutoFit/>
            </a:bodyPr>
            <a:lstStyle/>
            <a:p>
              <a:pPr algn="ctr"/>
              <a:r>
                <a:rPr lang="en-US" altLang="zh-CN" sz="2000" b="1" dirty="0">
                  <a:solidFill>
                    <a:schemeClr val="bg1"/>
                  </a:solidFill>
                  <a:latin typeface="Arial Black" panose="020B0A04020102020204" pitchFamily="34" charset="0"/>
                  <a:ea typeface="+mj-ea"/>
                </a:rPr>
                <a:t>A</a:t>
              </a:r>
              <a:endParaRPr lang="zh-CN" altLang="en-US" sz="2000" b="1" dirty="0">
                <a:solidFill>
                  <a:schemeClr val="bg1"/>
                </a:solidFill>
                <a:latin typeface="Arial Black" panose="020B0A04020102020204" pitchFamily="34" charset="0"/>
                <a:ea typeface="+mj-ea"/>
              </a:endParaRPr>
            </a:p>
          </p:txBody>
        </p:sp>
        <p:sp>
          <p:nvSpPr>
            <p:cNvPr id="85" name="文本框 84">
              <a:extLst>
                <a:ext uri="{FF2B5EF4-FFF2-40B4-BE49-F238E27FC236}">
                  <a16:creationId xmlns:a16="http://schemas.microsoft.com/office/drawing/2014/main" id="{957C35C7-716D-4309-B9BD-A3C29186E153}"/>
                </a:ext>
              </a:extLst>
            </p:cNvPr>
            <p:cNvSpPr txBox="1"/>
            <p:nvPr/>
          </p:nvSpPr>
          <p:spPr>
            <a:xfrm>
              <a:off x="7508147" y="3607108"/>
              <a:ext cx="355235" cy="400110"/>
            </a:xfrm>
            <a:prstGeom prst="rect">
              <a:avLst/>
            </a:prstGeom>
            <a:noFill/>
          </p:spPr>
          <p:txBody>
            <a:bodyPr wrap="square" rtlCol="0">
              <a:spAutoFit/>
            </a:bodyPr>
            <a:lstStyle/>
            <a:p>
              <a:pPr algn="ctr"/>
              <a:r>
                <a:rPr lang="en-US" altLang="zh-CN" sz="2000" b="1" dirty="0">
                  <a:solidFill>
                    <a:schemeClr val="bg1"/>
                  </a:solidFill>
                  <a:latin typeface="Arial Black" panose="020B0A04020102020204" pitchFamily="34" charset="0"/>
                  <a:ea typeface="+mj-ea"/>
                </a:rPr>
                <a:t>B</a:t>
              </a:r>
              <a:endParaRPr lang="zh-CN" altLang="en-US" sz="2000" b="1" dirty="0">
                <a:solidFill>
                  <a:schemeClr val="bg1"/>
                </a:solidFill>
                <a:latin typeface="Arial Black" panose="020B0A04020102020204" pitchFamily="34" charset="0"/>
                <a:ea typeface="+mj-ea"/>
              </a:endParaRPr>
            </a:p>
          </p:txBody>
        </p:sp>
        <p:sp>
          <p:nvSpPr>
            <p:cNvPr id="86" name="文本框 85">
              <a:extLst>
                <a:ext uri="{FF2B5EF4-FFF2-40B4-BE49-F238E27FC236}">
                  <a16:creationId xmlns:a16="http://schemas.microsoft.com/office/drawing/2014/main" id="{7220DA98-C796-47C4-B48A-74F1A12D0398}"/>
                </a:ext>
              </a:extLst>
            </p:cNvPr>
            <p:cNvSpPr txBox="1"/>
            <p:nvPr/>
          </p:nvSpPr>
          <p:spPr>
            <a:xfrm>
              <a:off x="7384374" y="5451319"/>
              <a:ext cx="355235" cy="400110"/>
            </a:xfrm>
            <a:prstGeom prst="rect">
              <a:avLst/>
            </a:prstGeom>
            <a:noFill/>
          </p:spPr>
          <p:txBody>
            <a:bodyPr wrap="square" rtlCol="0">
              <a:spAutoFit/>
            </a:bodyPr>
            <a:lstStyle/>
            <a:p>
              <a:pPr algn="ctr"/>
              <a:r>
                <a:rPr lang="en-US" altLang="zh-CN" sz="2000" b="1" dirty="0">
                  <a:solidFill>
                    <a:schemeClr val="bg1"/>
                  </a:solidFill>
                  <a:latin typeface="Arial Black" panose="020B0A04020102020204" pitchFamily="34" charset="0"/>
                  <a:ea typeface="+mj-ea"/>
                </a:rPr>
                <a:t>C</a:t>
              </a:r>
              <a:endParaRPr lang="zh-CN" altLang="en-US" sz="2000" b="1" dirty="0">
                <a:solidFill>
                  <a:schemeClr val="bg1"/>
                </a:solidFill>
                <a:latin typeface="Arial Black" panose="020B0A04020102020204" pitchFamily="34" charset="0"/>
                <a:ea typeface="+mj-ea"/>
              </a:endParaRPr>
            </a:p>
          </p:txBody>
        </p:sp>
        <p:sp>
          <p:nvSpPr>
            <p:cNvPr id="87" name="文本框 86">
              <a:extLst>
                <a:ext uri="{FF2B5EF4-FFF2-40B4-BE49-F238E27FC236}">
                  <a16:creationId xmlns:a16="http://schemas.microsoft.com/office/drawing/2014/main" id="{560A76DE-F060-45AA-9191-AC0641C16BDA}"/>
                </a:ext>
              </a:extLst>
            </p:cNvPr>
            <p:cNvSpPr txBox="1"/>
            <p:nvPr/>
          </p:nvSpPr>
          <p:spPr>
            <a:xfrm>
              <a:off x="4565105" y="5451319"/>
              <a:ext cx="355235" cy="400110"/>
            </a:xfrm>
            <a:prstGeom prst="rect">
              <a:avLst/>
            </a:prstGeom>
            <a:noFill/>
          </p:spPr>
          <p:txBody>
            <a:bodyPr wrap="square" rtlCol="0">
              <a:spAutoFit/>
            </a:bodyPr>
            <a:lstStyle/>
            <a:p>
              <a:pPr algn="ctr"/>
              <a:r>
                <a:rPr lang="en-US" altLang="zh-CN" sz="2000" b="1" dirty="0">
                  <a:solidFill>
                    <a:schemeClr val="bg1"/>
                  </a:solidFill>
                  <a:latin typeface="Arial Black" panose="020B0A04020102020204" pitchFamily="34" charset="0"/>
                  <a:ea typeface="+mj-ea"/>
                </a:rPr>
                <a:t>D</a:t>
              </a:r>
              <a:endParaRPr lang="zh-CN" altLang="en-US" sz="2000" b="1" dirty="0">
                <a:solidFill>
                  <a:schemeClr val="bg1"/>
                </a:solidFill>
                <a:latin typeface="Arial Black" panose="020B0A04020102020204" pitchFamily="34" charset="0"/>
                <a:ea typeface="+mj-ea"/>
              </a:endParaRPr>
            </a:p>
          </p:txBody>
        </p:sp>
      </p:grpSp>
    </p:spTree>
    <p:custDataLst>
      <p:tags r:id="rId1"/>
    </p:custDataLst>
    <p:extLst>
      <p:ext uri="{BB962C8B-B14F-4D97-AF65-F5344CB8AC3E}">
        <p14:creationId xmlns:p14="http://schemas.microsoft.com/office/powerpoint/2010/main" val="761973741"/>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2" fill="hold" nodeType="withEffect">
                                  <p:stCondLst>
                                    <p:cond delay="0"/>
                                  </p:stCondLst>
                                  <p:childTnLst>
                                    <p:set>
                                      <p:cBhvr>
                                        <p:cTn id="6" dur="1" fill="hold">
                                          <p:stCondLst>
                                            <p:cond delay="0"/>
                                          </p:stCondLst>
                                        </p:cTn>
                                        <p:tgtEl>
                                          <p:spTgt spid="6"/>
                                        </p:tgtEl>
                                        <p:attrNameLst>
                                          <p:attrName>style.visibility</p:attrName>
                                        </p:attrNameLst>
                                      </p:cBhvr>
                                      <p:to>
                                        <p:strVal val="visible"/>
                                      </p:to>
                                    </p:set>
                                    <p:anim calcmode="lin" valueType="num">
                                      <p:cBhvr additive="base">
                                        <p:cTn id="7" dur="500" fill="hold"/>
                                        <p:tgtEl>
                                          <p:spTgt spid="6"/>
                                        </p:tgtEl>
                                        <p:attrNameLst>
                                          <p:attrName>ppt_x</p:attrName>
                                        </p:attrNameLst>
                                      </p:cBhvr>
                                      <p:tavLst>
                                        <p:tav tm="0">
                                          <p:val>
                                            <p:strVal val="1+#ppt_w/2"/>
                                          </p:val>
                                        </p:tav>
                                        <p:tav tm="100000">
                                          <p:val>
                                            <p:strVal val="#ppt_x"/>
                                          </p:val>
                                        </p:tav>
                                      </p:tavLst>
                                    </p:anim>
                                    <p:anim calcmode="lin" valueType="num">
                                      <p:cBhvr additive="base">
                                        <p:cTn id="8" dur="500" fill="hold"/>
                                        <p:tgtEl>
                                          <p:spTgt spid="6"/>
                                        </p:tgtEl>
                                        <p:attrNameLst>
                                          <p:attrName>ppt_y</p:attrName>
                                        </p:attrNameLst>
                                      </p:cBhvr>
                                      <p:tavLst>
                                        <p:tav tm="0">
                                          <p:val>
                                            <p:strVal val="#ppt_y"/>
                                          </p:val>
                                        </p:tav>
                                        <p:tav tm="100000">
                                          <p:val>
                                            <p:strVal val="#ppt_y"/>
                                          </p:val>
                                        </p:tav>
                                      </p:tavLst>
                                    </p:anim>
                                  </p:childTnLst>
                                </p:cTn>
                              </p:par>
                              <p:par>
                                <p:cTn id="9" presetID="2" presetClass="entr" presetSubtype="8" fill="hold" nodeType="withEffect">
                                  <p:stCondLst>
                                    <p:cond delay="0"/>
                                  </p:stCondLst>
                                  <p:childTnLst>
                                    <p:set>
                                      <p:cBhvr>
                                        <p:cTn id="10" dur="1" fill="hold">
                                          <p:stCondLst>
                                            <p:cond delay="0"/>
                                          </p:stCondLst>
                                        </p:cTn>
                                        <p:tgtEl>
                                          <p:spTgt spid="7"/>
                                        </p:tgtEl>
                                        <p:attrNameLst>
                                          <p:attrName>style.visibility</p:attrName>
                                        </p:attrNameLst>
                                      </p:cBhvr>
                                      <p:to>
                                        <p:strVal val="visible"/>
                                      </p:to>
                                    </p:set>
                                    <p:anim calcmode="lin" valueType="num">
                                      <p:cBhvr additive="base">
                                        <p:cTn id="11" dur="500" fill="hold"/>
                                        <p:tgtEl>
                                          <p:spTgt spid="7"/>
                                        </p:tgtEl>
                                        <p:attrNameLst>
                                          <p:attrName>ppt_x</p:attrName>
                                        </p:attrNameLst>
                                      </p:cBhvr>
                                      <p:tavLst>
                                        <p:tav tm="0">
                                          <p:val>
                                            <p:strVal val="0-#ppt_w/2"/>
                                          </p:val>
                                        </p:tav>
                                        <p:tav tm="100000">
                                          <p:val>
                                            <p:strVal val="#ppt_x"/>
                                          </p:val>
                                        </p:tav>
                                      </p:tavLst>
                                    </p:anim>
                                    <p:anim calcmode="lin" valueType="num">
                                      <p:cBhvr additive="base">
                                        <p:cTn id="12" dur="500" fill="hold"/>
                                        <p:tgtEl>
                                          <p:spTgt spid="7"/>
                                        </p:tgtEl>
                                        <p:attrNameLst>
                                          <p:attrName>ppt_y</p:attrName>
                                        </p:attrNameLst>
                                      </p:cBhvr>
                                      <p:tavLst>
                                        <p:tav tm="0">
                                          <p:val>
                                            <p:strVal val="#ppt_y"/>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36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4" name="组合 3">
            <a:extLst>
              <a:ext uri="{FF2B5EF4-FFF2-40B4-BE49-F238E27FC236}">
                <a16:creationId xmlns:a16="http://schemas.microsoft.com/office/drawing/2014/main" id="{9A1EA9F2-FCB6-48C3-935F-7AE7E3AD14AC}"/>
              </a:ext>
            </a:extLst>
          </p:cNvPr>
          <p:cNvGrpSpPr/>
          <p:nvPr/>
        </p:nvGrpSpPr>
        <p:grpSpPr>
          <a:xfrm>
            <a:off x="304800" y="749300"/>
            <a:ext cx="6192344" cy="400110"/>
            <a:chOff x="424117" y="898245"/>
            <a:chExt cx="6192344" cy="400110"/>
          </a:xfrm>
        </p:grpSpPr>
        <p:sp>
          <p:nvSpPr>
            <p:cNvPr id="2" name="平行四边形 1">
              <a:extLst>
                <a:ext uri="{FF2B5EF4-FFF2-40B4-BE49-F238E27FC236}">
                  <a16:creationId xmlns:a16="http://schemas.microsoft.com/office/drawing/2014/main" id="{1F5BAA3F-9845-4F89-A2DD-8222D3E4EDAC}"/>
                </a:ext>
              </a:extLst>
            </p:cNvPr>
            <p:cNvSpPr/>
            <p:nvPr/>
          </p:nvSpPr>
          <p:spPr>
            <a:xfrm>
              <a:off x="424117" y="898245"/>
              <a:ext cx="628306" cy="387090"/>
            </a:xfrm>
            <a:prstGeom prst="parallelogram">
              <a:avLst/>
            </a:prstGeom>
            <a:solidFill>
              <a:schemeClr val="accent3">
                <a:lumMod val="75000"/>
              </a:schemeClr>
            </a:solidFill>
            <a:ln>
              <a:solidFill>
                <a:schemeClr val="accent3">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CN" sz="2200" dirty="0">
                  <a:latin typeface="Impact" panose="020B0806030902050204" pitchFamily="34" charset="0"/>
                </a:rPr>
                <a:t>01</a:t>
              </a:r>
              <a:endParaRPr lang="zh-CN" altLang="en-US" sz="2200" dirty="0">
                <a:latin typeface="Impact" panose="020B0806030902050204" pitchFamily="34" charset="0"/>
              </a:endParaRPr>
            </a:p>
          </p:txBody>
        </p:sp>
        <p:sp>
          <p:nvSpPr>
            <p:cNvPr id="3" name="文本框 2">
              <a:extLst>
                <a:ext uri="{FF2B5EF4-FFF2-40B4-BE49-F238E27FC236}">
                  <a16:creationId xmlns:a16="http://schemas.microsoft.com/office/drawing/2014/main" id="{4D6BD736-A4D3-4F26-AFED-36E11F50F70B}"/>
                </a:ext>
              </a:extLst>
            </p:cNvPr>
            <p:cNvSpPr txBox="1"/>
            <p:nvPr/>
          </p:nvSpPr>
          <p:spPr>
            <a:xfrm>
              <a:off x="1052423" y="898245"/>
              <a:ext cx="5564038" cy="400110"/>
            </a:xfrm>
            <a:prstGeom prst="rect">
              <a:avLst/>
            </a:prstGeom>
            <a:noFill/>
          </p:spPr>
          <p:txBody>
            <a:bodyPr wrap="square" rtlCol="0">
              <a:spAutoFit/>
            </a:bodyPr>
            <a:lstStyle/>
            <a:p>
              <a:r>
                <a:rPr lang="zh-CN" altLang="en-US" sz="2000" b="1" dirty="0"/>
                <a:t>使用集线器的共享式以太网</a:t>
              </a:r>
              <a:endParaRPr lang="en-US" altLang="zh-CN" sz="2000" b="1" dirty="0"/>
            </a:p>
          </p:txBody>
        </p:sp>
      </p:grpSp>
      <p:grpSp>
        <p:nvGrpSpPr>
          <p:cNvPr id="6" name="组合 5">
            <a:extLst>
              <a:ext uri="{FF2B5EF4-FFF2-40B4-BE49-F238E27FC236}">
                <a16:creationId xmlns:a16="http://schemas.microsoft.com/office/drawing/2014/main" id="{B2649171-61C2-455F-A417-1CF7212A311E}"/>
              </a:ext>
            </a:extLst>
          </p:cNvPr>
          <p:cNvGrpSpPr/>
          <p:nvPr/>
        </p:nvGrpSpPr>
        <p:grpSpPr>
          <a:xfrm>
            <a:off x="1618162" y="1330165"/>
            <a:ext cx="8955675" cy="1790425"/>
            <a:chOff x="1618162" y="1330165"/>
            <a:chExt cx="8955675" cy="1790425"/>
          </a:xfrm>
        </p:grpSpPr>
        <p:grpSp>
          <p:nvGrpSpPr>
            <p:cNvPr id="5" name="组合 4">
              <a:extLst>
                <a:ext uri="{FF2B5EF4-FFF2-40B4-BE49-F238E27FC236}">
                  <a16:creationId xmlns:a16="http://schemas.microsoft.com/office/drawing/2014/main" id="{ADEE1EA3-9521-40FE-819F-EFA04DD61B96}"/>
                </a:ext>
              </a:extLst>
            </p:cNvPr>
            <p:cNvGrpSpPr/>
            <p:nvPr/>
          </p:nvGrpSpPr>
          <p:grpSpPr>
            <a:xfrm>
              <a:off x="1618162" y="1330165"/>
              <a:ext cx="8955675" cy="1434611"/>
              <a:chOff x="1681643" y="1432378"/>
              <a:chExt cx="8955675" cy="1434611"/>
            </a:xfrm>
          </p:grpSpPr>
          <p:grpSp>
            <p:nvGrpSpPr>
              <p:cNvPr id="28" name="组合 27">
                <a:extLst>
                  <a:ext uri="{FF2B5EF4-FFF2-40B4-BE49-F238E27FC236}">
                    <a16:creationId xmlns:a16="http://schemas.microsoft.com/office/drawing/2014/main" id="{2A5A6793-62F8-46B8-9AD8-2484A885E8CE}"/>
                  </a:ext>
                </a:extLst>
              </p:cNvPr>
              <p:cNvGrpSpPr/>
              <p:nvPr/>
            </p:nvGrpSpPr>
            <p:grpSpPr>
              <a:xfrm>
                <a:off x="2518761" y="1585789"/>
                <a:ext cx="7180791" cy="812800"/>
                <a:chOff x="2455280" y="3752911"/>
                <a:chExt cx="7180791" cy="812800"/>
              </a:xfrm>
            </p:grpSpPr>
            <p:cxnSp>
              <p:nvCxnSpPr>
                <p:cNvPr id="29" name="直接连接符 28">
                  <a:extLst>
                    <a:ext uri="{FF2B5EF4-FFF2-40B4-BE49-F238E27FC236}">
                      <a16:creationId xmlns:a16="http://schemas.microsoft.com/office/drawing/2014/main" id="{23AA3791-1ED3-46DA-A8C8-4ED5E739E25A}"/>
                    </a:ext>
                  </a:extLst>
                </p:cNvPr>
                <p:cNvCxnSpPr/>
                <p:nvPr/>
              </p:nvCxnSpPr>
              <p:spPr>
                <a:xfrm flipV="1">
                  <a:off x="9636071" y="3752911"/>
                  <a:ext cx="0" cy="812800"/>
                </a:xfrm>
                <a:prstGeom prst="line">
                  <a:avLst/>
                </a:prstGeom>
                <a:ln w="152400">
                  <a:solidFill>
                    <a:schemeClr val="tx1"/>
                  </a:solidFill>
                  <a:tailEnd w="med" len="lg"/>
                </a:ln>
              </p:spPr>
              <p:style>
                <a:lnRef idx="1">
                  <a:schemeClr val="accent1"/>
                </a:lnRef>
                <a:fillRef idx="0">
                  <a:schemeClr val="accent1"/>
                </a:fillRef>
                <a:effectRef idx="0">
                  <a:schemeClr val="accent1"/>
                </a:effectRef>
                <a:fontRef idx="minor">
                  <a:schemeClr val="tx1"/>
                </a:fontRef>
              </p:style>
            </p:cxnSp>
            <p:cxnSp>
              <p:nvCxnSpPr>
                <p:cNvPr id="46" name="直接连接符 45">
                  <a:extLst>
                    <a:ext uri="{FF2B5EF4-FFF2-40B4-BE49-F238E27FC236}">
                      <a16:creationId xmlns:a16="http://schemas.microsoft.com/office/drawing/2014/main" id="{6571D2F6-9721-4BDA-9B02-059028FC534A}"/>
                    </a:ext>
                  </a:extLst>
                </p:cNvPr>
                <p:cNvCxnSpPr/>
                <p:nvPr/>
              </p:nvCxnSpPr>
              <p:spPr>
                <a:xfrm flipV="1">
                  <a:off x="2455280" y="3752911"/>
                  <a:ext cx="0" cy="812800"/>
                </a:xfrm>
                <a:prstGeom prst="line">
                  <a:avLst/>
                </a:prstGeom>
                <a:ln w="152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7" name="直接连接符 46">
                  <a:extLst>
                    <a:ext uri="{FF2B5EF4-FFF2-40B4-BE49-F238E27FC236}">
                      <a16:creationId xmlns:a16="http://schemas.microsoft.com/office/drawing/2014/main" id="{E1C831D8-29DC-41C8-B987-551B0DB79E85}"/>
                    </a:ext>
                  </a:extLst>
                </p:cNvPr>
                <p:cNvCxnSpPr/>
                <p:nvPr/>
              </p:nvCxnSpPr>
              <p:spPr>
                <a:xfrm flipV="1">
                  <a:off x="4878779" y="3752911"/>
                  <a:ext cx="0" cy="812800"/>
                </a:xfrm>
                <a:prstGeom prst="line">
                  <a:avLst/>
                </a:prstGeom>
                <a:ln w="152400">
                  <a:solidFill>
                    <a:schemeClr val="tx1"/>
                  </a:solidFill>
                  <a:tailEnd w="med" len="lg"/>
                </a:ln>
              </p:spPr>
              <p:style>
                <a:lnRef idx="1">
                  <a:schemeClr val="accent1"/>
                </a:lnRef>
                <a:fillRef idx="0">
                  <a:schemeClr val="accent1"/>
                </a:fillRef>
                <a:effectRef idx="0">
                  <a:schemeClr val="accent1"/>
                </a:effectRef>
                <a:fontRef idx="minor">
                  <a:schemeClr val="tx1"/>
                </a:fontRef>
              </p:style>
            </p:cxnSp>
            <p:cxnSp>
              <p:nvCxnSpPr>
                <p:cNvPr id="48" name="直接连接符 47">
                  <a:extLst>
                    <a:ext uri="{FF2B5EF4-FFF2-40B4-BE49-F238E27FC236}">
                      <a16:creationId xmlns:a16="http://schemas.microsoft.com/office/drawing/2014/main" id="{0F3046CD-699A-410C-B194-D63E952D19ED}"/>
                    </a:ext>
                  </a:extLst>
                </p:cNvPr>
                <p:cNvCxnSpPr/>
                <p:nvPr/>
              </p:nvCxnSpPr>
              <p:spPr>
                <a:xfrm flipV="1">
                  <a:off x="7249637" y="3752911"/>
                  <a:ext cx="0" cy="812800"/>
                </a:xfrm>
                <a:prstGeom prst="line">
                  <a:avLst/>
                </a:prstGeom>
                <a:ln w="1524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49" name="组合 48">
                <a:extLst>
                  <a:ext uri="{FF2B5EF4-FFF2-40B4-BE49-F238E27FC236}">
                    <a16:creationId xmlns:a16="http://schemas.microsoft.com/office/drawing/2014/main" id="{C572816A-41A1-43CC-9DF5-61CCB3A95572}"/>
                  </a:ext>
                </a:extLst>
              </p:cNvPr>
              <p:cNvGrpSpPr/>
              <p:nvPr/>
            </p:nvGrpSpPr>
            <p:grpSpPr>
              <a:xfrm>
                <a:off x="1681643" y="1432378"/>
                <a:ext cx="8955675" cy="238462"/>
                <a:chOff x="1618162" y="3599500"/>
                <a:chExt cx="8955675" cy="238462"/>
              </a:xfrm>
            </p:grpSpPr>
            <p:cxnSp>
              <p:nvCxnSpPr>
                <p:cNvPr id="53" name="直接连接符 52">
                  <a:extLst>
                    <a:ext uri="{FF2B5EF4-FFF2-40B4-BE49-F238E27FC236}">
                      <a16:creationId xmlns:a16="http://schemas.microsoft.com/office/drawing/2014/main" id="{72FBCE1A-531B-4026-85CF-409CBDCED5B4}"/>
                    </a:ext>
                  </a:extLst>
                </p:cNvPr>
                <p:cNvCxnSpPr>
                  <a:cxnSpLocks/>
                </p:cNvCxnSpPr>
                <p:nvPr/>
              </p:nvCxnSpPr>
              <p:spPr>
                <a:xfrm>
                  <a:off x="1749794" y="3725200"/>
                  <a:ext cx="8622888" cy="0"/>
                </a:xfrm>
                <a:prstGeom prst="line">
                  <a:avLst/>
                </a:prstGeom>
                <a:ln w="152400">
                  <a:solidFill>
                    <a:schemeClr val="tx1"/>
                  </a:solidFill>
                </a:ln>
              </p:spPr>
              <p:style>
                <a:lnRef idx="1">
                  <a:schemeClr val="accent1"/>
                </a:lnRef>
                <a:fillRef idx="0">
                  <a:schemeClr val="accent1"/>
                </a:fillRef>
                <a:effectRef idx="0">
                  <a:schemeClr val="accent1"/>
                </a:effectRef>
                <a:fontRef idx="minor">
                  <a:schemeClr val="tx1"/>
                </a:fontRef>
              </p:style>
            </p:cxnSp>
            <p:sp>
              <p:nvSpPr>
                <p:cNvPr id="54" name="矩形 53">
                  <a:extLst>
                    <a:ext uri="{FF2B5EF4-FFF2-40B4-BE49-F238E27FC236}">
                      <a16:creationId xmlns:a16="http://schemas.microsoft.com/office/drawing/2014/main" id="{4B9E2748-1F8C-4F77-9D76-598BBFF5BA61}"/>
                    </a:ext>
                  </a:extLst>
                </p:cNvPr>
                <p:cNvSpPr/>
                <p:nvPr/>
              </p:nvSpPr>
              <p:spPr>
                <a:xfrm>
                  <a:off x="1618162" y="3599500"/>
                  <a:ext cx="225524" cy="225524"/>
                </a:xfrm>
                <a:prstGeom prst="rect">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55" name="矩形 54">
                  <a:extLst>
                    <a:ext uri="{FF2B5EF4-FFF2-40B4-BE49-F238E27FC236}">
                      <a16:creationId xmlns:a16="http://schemas.microsoft.com/office/drawing/2014/main" id="{E00EEA46-A625-4B76-BFFE-21C2C9F9B80E}"/>
                    </a:ext>
                  </a:extLst>
                </p:cNvPr>
                <p:cNvSpPr/>
                <p:nvPr/>
              </p:nvSpPr>
              <p:spPr>
                <a:xfrm>
                  <a:off x="10348313" y="3612438"/>
                  <a:ext cx="225524" cy="225524"/>
                </a:xfrm>
                <a:prstGeom prst="rect">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grpSp>
          <p:grpSp>
            <p:nvGrpSpPr>
              <p:cNvPr id="57" name="组合 56">
                <a:extLst>
                  <a:ext uri="{FF2B5EF4-FFF2-40B4-BE49-F238E27FC236}">
                    <a16:creationId xmlns:a16="http://schemas.microsoft.com/office/drawing/2014/main" id="{F6B7DB52-EBFA-4F8E-824F-32B547F778BB}"/>
                  </a:ext>
                </a:extLst>
              </p:cNvPr>
              <p:cNvGrpSpPr/>
              <p:nvPr/>
            </p:nvGrpSpPr>
            <p:grpSpPr>
              <a:xfrm>
                <a:off x="2038734" y="2225907"/>
                <a:ext cx="7852814" cy="641082"/>
                <a:chOff x="1968674" y="4445636"/>
                <a:chExt cx="7852814" cy="641082"/>
              </a:xfrm>
            </p:grpSpPr>
            <p:grpSp>
              <p:nvGrpSpPr>
                <p:cNvPr id="58" name="组合 57">
                  <a:extLst>
                    <a:ext uri="{FF2B5EF4-FFF2-40B4-BE49-F238E27FC236}">
                      <a16:creationId xmlns:a16="http://schemas.microsoft.com/office/drawing/2014/main" id="{95D9206A-094F-4E0E-8971-1BFE7EA2B0D1}"/>
                    </a:ext>
                  </a:extLst>
                </p:cNvPr>
                <p:cNvGrpSpPr/>
                <p:nvPr/>
              </p:nvGrpSpPr>
              <p:grpSpPr>
                <a:xfrm>
                  <a:off x="1968674" y="4445636"/>
                  <a:ext cx="662814" cy="641082"/>
                  <a:chOff x="812355" y="3422987"/>
                  <a:chExt cx="662814" cy="641082"/>
                </a:xfrm>
              </p:grpSpPr>
              <p:pic>
                <p:nvPicPr>
                  <p:cNvPr id="68" name="图形 67">
                    <a:extLst>
                      <a:ext uri="{FF2B5EF4-FFF2-40B4-BE49-F238E27FC236}">
                        <a16:creationId xmlns:a16="http://schemas.microsoft.com/office/drawing/2014/main" id="{57661E49-536F-4A3E-BD2C-9C26B8BC9C36}"/>
                      </a:ext>
                    </a:extLst>
                  </p:cNvPr>
                  <p:cNvPicPr>
                    <a:picLocks noChangeAspect="1"/>
                  </p:cNvPicPr>
                  <p:nvPr/>
                </p:nvPicPr>
                <p:blipFill>
                  <a:blip r:embed="rId3">
                    <a:extLst>
                      <a:ext uri="{28A0092B-C50C-407E-A947-70E740481C1C}">
                        <a14:useLocalDpi xmlns:a14="http://schemas.microsoft.com/office/drawing/2010/main" val="0"/>
                      </a:ext>
                      <a:ext uri="{96DAC541-7B7A-43D3-8B79-37D633B846F1}">
                        <asvg:svgBlip xmlns:asvg="http://schemas.microsoft.com/office/drawing/2016/SVG/main" r:embed="rId4"/>
                      </a:ext>
                    </a:extLst>
                  </a:blip>
                  <a:stretch>
                    <a:fillRect/>
                  </a:stretch>
                </p:blipFill>
                <p:spPr>
                  <a:xfrm>
                    <a:off x="812355" y="3422987"/>
                    <a:ext cx="662814" cy="641082"/>
                  </a:xfrm>
                  <a:prstGeom prst="rect">
                    <a:avLst/>
                  </a:prstGeom>
                </p:spPr>
              </p:pic>
              <p:sp>
                <p:nvSpPr>
                  <p:cNvPr id="69" name="文本框 68">
                    <a:extLst>
                      <a:ext uri="{FF2B5EF4-FFF2-40B4-BE49-F238E27FC236}">
                        <a16:creationId xmlns:a16="http://schemas.microsoft.com/office/drawing/2014/main" id="{983BE020-B6D3-4B7E-AFA3-02C3FF83F30E}"/>
                      </a:ext>
                    </a:extLst>
                  </p:cNvPr>
                  <p:cNvSpPr txBox="1"/>
                  <p:nvPr/>
                </p:nvSpPr>
                <p:spPr>
                  <a:xfrm>
                    <a:off x="1087044" y="3451320"/>
                    <a:ext cx="355235" cy="400110"/>
                  </a:xfrm>
                  <a:prstGeom prst="rect">
                    <a:avLst/>
                  </a:prstGeom>
                  <a:noFill/>
                </p:spPr>
                <p:txBody>
                  <a:bodyPr wrap="square" rtlCol="0">
                    <a:spAutoFit/>
                  </a:bodyPr>
                  <a:lstStyle/>
                  <a:p>
                    <a:pPr algn="ctr"/>
                    <a:r>
                      <a:rPr lang="en-US" altLang="zh-CN" sz="2000" b="1" dirty="0">
                        <a:solidFill>
                          <a:schemeClr val="bg1"/>
                        </a:solidFill>
                        <a:latin typeface="Arial Black" panose="020B0A04020102020204" pitchFamily="34" charset="0"/>
                        <a:ea typeface="+mj-ea"/>
                      </a:rPr>
                      <a:t>A</a:t>
                    </a:r>
                    <a:endParaRPr lang="zh-CN" altLang="en-US" sz="2000" b="1" dirty="0">
                      <a:solidFill>
                        <a:schemeClr val="bg1"/>
                      </a:solidFill>
                      <a:latin typeface="Arial Black" panose="020B0A04020102020204" pitchFamily="34" charset="0"/>
                      <a:ea typeface="+mj-ea"/>
                    </a:endParaRPr>
                  </a:p>
                </p:txBody>
              </p:sp>
            </p:grpSp>
            <p:grpSp>
              <p:nvGrpSpPr>
                <p:cNvPr id="59" name="组合 58">
                  <a:extLst>
                    <a:ext uri="{FF2B5EF4-FFF2-40B4-BE49-F238E27FC236}">
                      <a16:creationId xmlns:a16="http://schemas.microsoft.com/office/drawing/2014/main" id="{BDE7F200-EB10-4991-9BAD-A988781DCB09}"/>
                    </a:ext>
                  </a:extLst>
                </p:cNvPr>
                <p:cNvGrpSpPr/>
                <p:nvPr/>
              </p:nvGrpSpPr>
              <p:grpSpPr>
                <a:xfrm>
                  <a:off x="4365341" y="4445636"/>
                  <a:ext cx="662814" cy="641082"/>
                  <a:chOff x="3209022" y="3422987"/>
                  <a:chExt cx="662814" cy="641082"/>
                </a:xfrm>
              </p:grpSpPr>
              <p:pic>
                <p:nvPicPr>
                  <p:cNvPr id="66" name="图形 65">
                    <a:extLst>
                      <a:ext uri="{FF2B5EF4-FFF2-40B4-BE49-F238E27FC236}">
                        <a16:creationId xmlns:a16="http://schemas.microsoft.com/office/drawing/2014/main" id="{590F299D-2F3A-4E5F-B873-123C13713275}"/>
                      </a:ext>
                    </a:extLst>
                  </p:cNvPr>
                  <p:cNvPicPr>
                    <a:picLocks noChangeAspect="1"/>
                  </p:cNvPicPr>
                  <p:nvPr/>
                </p:nvPicPr>
                <p:blipFill>
                  <a:blip r:embed="rId3">
                    <a:extLst>
                      <a:ext uri="{28A0092B-C50C-407E-A947-70E740481C1C}">
                        <a14:useLocalDpi xmlns:a14="http://schemas.microsoft.com/office/drawing/2010/main" val="0"/>
                      </a:ext>
                      <a:ext uri="{96DAC541-7B7A-43D3-8B79-37D633B846F1}">
                        <asvg:svgBlip xmlns:asvg="http://schemas.microsoft.com/office/drawing/2016/SVG/main" r:embed="rId4"/>
                      </a:ext>
                    </a:extLst>
                  </a:blip>
                  <a:stretch>
                    <a:fillRect/>
                  </a:stretch>
                </p:blipFill>
                <p:spPr>
                  <a:xfrm>
                    <a:off x="3209022" y="3422987"/>
                    <a:ext cx="662814" cy="641082"/>
                  </a:xfrm>
                  <a:prstGeom prst="rect">
                    <a:avLst/>
                  </a:prstGeom>
                </p:spPr>
              </p:pic>
              <p:sp>
                <p:nvSpPr>
                  <p:cNvPr id="67" name="文本框 66">
                    <a:extLst>
                      <a:ext uri="{FF2B5EF4-FFF2-40B4-BE49-F238E27FC236}">
                        <a16:creationId xmlns:a16="http://schemas.microsoft.com/office/drawing/2014/main" id="{C7795584-B512-49F0-9293-F33214D4AE31}"/>
                      </a:ext>
                    </a:extLst>
                  </p:cNvPr>
                  <p:cNvSpPr txBox="1"/>
                  <p:nvPr/>
                </p:nvSpPr>
                <p:spPr>
                  <a:xfrm>
                    <a:off x="3490791" y="3451320"/>
                    <a:ext cx="355235" cy="400110"/>
                  </a:xfrm>
                  <a:prstGeom prst="rect">
                    <a:avLst/>
                  </a:prstGeom>
                  <a:noFill/>
                </p:spPr>
                <p:txBody>
                  <a:bodyPr wrap="square" rtlCol="0">
                    <a:spAutoFit/>
                  </a:bodyPr>
                  <a:lstStyle/>
                  <a:p>
                    <a:pPr algn="ctr"/>
                    <a:r>
                      <a:rPr lang="en-US" altLang="zh-CN" sz="2000" b="1" dirty="0">
                        <a:solidFill>
                          <a:schemeClr val="bg1"/>
                        </a:solidFill>
                        <a:latin typeface="Arial Black" panose="020B0A04020102020204" pitchFamily="34" charset="0"/>
                        <a:ea typeface="+mj-ea"/>
                      </a:rPr>
                      <a:t>B</a:t>
                    </a:r>
                    <a:endParaRPr lang="zh-CN" altLang="en-US" sz="2000" b="1" dirty="0">
                      <a:solidFill>
                        <a:schemeClr val="bg1"/>
                      </a:solidFill>
                      <a:latin typeface="Arial Black" panose="020B0A04020102020204" pitchFamily="34" charset="0"/>
                      <a:ea typeface="+mj-ea"/>
                    </a:endParaRPr>
                  </a:p>
                </p:txBody>
              </p:sp>
            </p:grpSp>
            <p:grpSp>
              <p:nvGrpSpPr>
                <p:cNvPr id="60" name="组合 59">
                  <a:extLst>
                    <a:ext uri="{FF2B5EF4-FFF2-40B4-BE49-F238E27FC236}">
                      <a16:creationId xmlns:a16="http://schemas.microsoft.com/office/drawing/2014/main" id="{4FE74B8F-6F78-4244-B24D-1188FF413F7C}"/>
                    </a:ext>
                  </a:extLst>
                </p:cNvPr>
                <p:cNvGrpSpPr/>
                <p:nvPr/>
              </p:nvGrpSpPr>
              <p:grpSpPr>
                <a:xfrm>
                  <a:off x="6762008" y="4445636"/>
                  <a:ext cx="662814" cy="641082"/>
                  <a:chOff x="5605689" y="3422987"/>
                  <a:chExt cx="662814" cy="641082"/>
                </a:xfrm>
              </p:grpSpPr>
              <p:pic>
                <p:nvPicPr>
                  <p:cNvPr id="64" name="图形 63">
                    <a:extLst>
                      <a:ext uri="{FF2B5EF4-FFF2-40B4-BE49-F238E27FC236}">
                        <a16:creationId xmlns:a16="http://schemas.microsoft.com/office/drawing/2014/main" id="{64FF7B51-4CE1-4326-A902-C877CDAD69B5}"/>
                      </a:ext>
                    </a:extLst>
                  </p:cNvPr>
                  <p:cNvPicPr>
                    <a:picLocks noChangeAspect="1"/>
                  </p:cNvPicPr>
                  <p:nvPr/>
                </p:nvPicPr>
                <p:blipFill>
                  <a:blip r:embed="rId3">
                    <a:extLst>
                      <a:ext uri="{28A0092B-C50C-407E-A947-70E740481C1C}">
                        <a14:useLocalDpi xmlns:a14="http://schemas.microsoft.com/office/drawing/2010/main" val="0"/>
                      </a:ext>
                      <a:ext uri="{96DAC541-7B7A-43D3-8B79-37D633B846F1}">
                        <asvg:svgBlip xmlns:asvg="http://schemas.microsoft.com/office/drawing/2016/SVG/main" r:embed="rId4"/>
                      </a:ext>
                    </a:extLst>
                  </a:blip>
                  <a:stretch>
                    <a:fillRect/>
                  </a:stretch>
                </p:blipFill>
                <p:spPr>
                  <a:xfrm>
                    <a:off x="5605689" y="3422987"/>
                    <a:ext cx="662814" cy="641082"/>
                  </a:xfrm>
                  <a:prstGeom prst="rect">
                    <a:avLst/>
                  </a:prstGeom>
                </p:spPr>
              </p:pic>
              <p:sp>
                <p:nvSpPr>
                  <p:cNvPr id="65" name="文本框 64">
                    <a:extLst>
                      <a:ext uri="{FF2B5EF4-FFF2-40B4-BE49-F238E27FC236}">
                        <a16:creationId xmlns:a16="http://schemas.microsoft.com/office/drawing/2014/main" id="{78AF58B7-7E04-4A67-85F0-FE0094BF9798}"/>
                      </a:ext>
                    </a:extLst>
                  </p:cNvPr>
                  <p:cNvSpPr txBox="1"/>
                  <p:nvPr/>
                </p:nvSpPr>
                <p:spPr>
                  <a:xfrm>
                    <a:off x="5885506" y="3451320"/>
                    <a:ext cx="355235" cy="400110"/>
                  </a:xfrm>
                  <a:prstGeom prst="rect">
                    <a:avLst/>
                  </a:prstGeom>
                  <a:noFill/>
                </p:spPr>
                <p:txBody>
                  <a:bodyPr wrap="square" rtlCol="0">
                    <a:spAutoFit/>
                  </a:bodyPr>
                  <a:lstStyle/>
                  <a:p>
                    <a:pPr algn="ctr"/>
                    <a:r>
                      <a:rPr lang="en-US" altLang="zh-CN" sz="2000" b="1" dirty="0">
                        <a:solidFill>
                          <a:schemeClr val="bg1"/>
                        </a:solidFill>
                        <a:latin typeface="Arial Black" panose="020B0A04020102020204" pitchFamily="34" charset="0"/>
                        <a:ea typeface="+mj-ea"/>
                      </a:rPr>
                      <a:t>C</a:t>
                    </a:r>
                    <a:endParaRPr lang="zh-CN" altLang="en-US" sz="2000" b="1" dirty="0">
                      <a:solidFill>
                        <a:schemeClr val="bg1"/>
                      </a:solidFill>
                      <a:latin typeface="Arial Black" panose="020B0A04020102020204" pitchFamily="34" charset="0"/>
                      <a:ea typeface="+mj-ea"/>
                    </a:endParaRPr>
                  </a:p>
                </p:txBody>
              </p:sp>
            </p:grpSp>
            <p:grpSp>
              <p:nvGrpSpPr>
                <p:cNvPr id="61" name="组合 60">
                  <a:extLst>
                    <a:ext uri="{FF2B5EF4-FFF2-40B4-BE49-F238E27FC236}">
                      <a16:creationId xmlns:a16="http://schemas.microsoft.com/office/drawing/2014/main" id="{530384D8-1CB0-4730-B8C7-1E6686DC57D0}"/>
                    </a:ext>
                  </a:extLst>
                </p:cNvPr>
                <p:cNvGrpSpPr/>
                <p:nvPr/>
              </p:nvGrpSpPr>
              <p:grpSpPr>
                <a:xfrm>
                  <a:off x="9158674" y="4445636"/>
                  <a:ext cx="662814" cy="641082"/>
                  <a:chOff x="8002355" y="3422987"/>
                  <a:chExt cx="662814" cy="641082"/>
                </a:xfrm>
              </p:grpSpPr>
              <p:pic>
                <p:nvPicPr>
                  <p:cNvPr id="62" name="图形 61">
                    <a:extLst>
                      <a:ext uri="{FF2B5EF4-FFF2-40B4-BE49-F238E27FC236}">
                        <a16:creationId xmlns:a16="http://schemas.microsoft.com/office/drawing/2014/main" id="{D612B3C9-4DBB-4F8A-A243-A129D4FCE939}"/>
                      </a:ext>
                    </a:extLst>
                  </p:cNvPr>
                  <p:cNvPicPr>
                    <a:picLocks noChangeAspect="1"/>
                  </p:cNvPicPr>
                  <p:nvPr/>
                </p:nvPicPr>
                <p:blipFill>
                  <a:blip r:embed="rId3">
                    <a:extLst>
                      <a:ext uri="{28A0092B-C50C-407E-A947-70E740481C1C}">
                        <a14:useLocalDpi xmlns:a14="http://schemas.microsoft.com/office/drawing/2010/main" val="0"/>
                      </a:ext>
                      <a:ext uri="{96DAC541-7B7A-43D3-8B79-37D633B846F1}">
                        <asvg:svgBlip xmlns:asvg="http://schemas.microsoft.com/office/drawing/2016/SVG/main" r:embed="rId4"/>
                      </a:ext>
                    </a:extLst>
                  </a:blip>
                  <a:stretch>
                    <a:fillRect/>
                  </a:stretch>
                </p:blipFill>
                <p:spPr>
                  <a:xfrm>
                    <a:off x="8002355" y="3422987"/>
                    <a:ext cx="662814" cy="641082"/>
                  </a:xfrm>
                  <a:prstGeom prst="rect">
                    <a:avLst/>
                  </a:prstGeom>
                </p:spPr>
              </p:pic>
              <p:sp>
                <p:nvSpPr>
                  <p:cNvPr id="63" name="文本框 62">
                    <a:extLst>
                      <a:ext uri="{FF2B5EF4-FFF2-40B4-BE49-F238E27FC236}">
                        <a16:creationId xmlns:a16="http://schemas.microsoft.com/office/drawing/2014/main" id="{563984B6-D108-4F35-8DC5-B2CCD455886F}"/>
                      </a:ext>
                    </a:extLst>
                  </p:cNvPr>
                  <p:cNvSpPr txBox="1"/>
                  <p:nvPr/>
                </p:nvSpPr>
                <p:spPr>
                  <a:xfrm>
                    <a:off x="8282675" y="3444742"/>
                    <a:ext cx="355235" cy="400110"/>
                  </a:xfrm>
                  <a:prstGeom prst="rect">
                    <a:avLst/>
                  </a:prstGeom>
                  <a:noFill/>
                </p:spPr>
                <p:txBody>
                  <a:bodyPr wrap="square" rtlCol="0">
                    <a:spAutoFit/>
                  </a:bodyPr>
                  <a:lstStyle/>
                  <a:p>
                    <a:pPr algn="ctr"/>
                    <a:r>
                      <a:rPr lang="en-US" altLang="zh-CN" sz="2000" b="1" dirty="0">
                        <a:solidFill>
                          <a:schemeClr val="bg1"/>
                        </a:solidFill>
                        <a:latin typeface="Arial Black" panose="020B0A04020102020204" pitchFamily="34" charset="0"/>
                        <a:ea typeface="+mj-ea"/>
                      </a:rPr>
                      <a:t>D</a:t>
                    </a:r>
                    <a:endParaRPr lang="zh-CN" altLang="en-US" sz="2000" b="1" dirty="0">
                      <a:solidFill>
                        <a:schemeClr val="bg1"/>
                      </a:solidFill>
                      <a:latin typeface="Arial Black" panose="020B0A04020102020204" pitchFamily="34" charset="0"/>
                      <a:ea typeface="+mj-ea"/>
                    </a:endParaRPr>
                  </a:p>
                </p:txBody>
              </p:sp>
            </p:grpSp>
          </p:grpSp>
        </p:grpSp>
        <p:sp>
          <p:nvSpPr>
            <p:cNvPr id="81" name="íşlïḍè">
              <a:extLst>
                <a:ext uri="{FF2B5EF4-FFF2-40B4-BE49-F238E27FC236}">
                  <a16:creationId xmlns:a16="http://schemas.microsoft.com/office/drawing/2014/main" id="{347F231C-261F-4437-B71E-BBBAD96BACD1}"/>
                </a:ext>
              </a:extLst>
            </p:cNvPr>
            <p:cNvSpPr txBox="1"/>
            <p:nvPr/>
          </p:nvSpPr>
          <p:spPr>
            <a:xfrm>
              <a:off x="4099680" y="2766598"/>
              <a:ext cx="3992640" cy="353992"/>
            </a:xfrm>
            <a:prstGeom prst="rect">
              <a:avLst/>
            </a:prstGeom>
            <a:noFill/>
          </p:spPr>
          <p:txBody>
            <a:bodyPr wrap="square" lIns="91440" tIns="45720" rIns="91440" bIns="45720" anchor="ctr">
              <a:noAutofit/>
            </a:bodyPr>
            <a:lstStyle/>
            <a:p>
              <a:pPr algn="ctr"/>
              <a:r>
                <a:rPr lang="zh-CN" altLang="en-US" b="1" dirty="0">
                  <a:latin typeface="Arial Narrow" panose="020B0606020202030204" pitchFamily="34" charset="0"/>
                </a:rPr>
                <a:t>使用细同轴电缆的共享总线型以太网</a:t>
              </a:r>
            </a:p>
          </p:txBody>
        </p:sp>
      </p:grpSp>
      <p:grpSp>
        <p:nvGrpSpPr>
          <p:cNvPr id="7" name="组合 6">
            <a:extLst>
              <a:ext uri="{FF2B5EF4-FFF2-40B4-BE49-F238E27FC236}">
                <a16:creationId xmlns:a16="http://schemas.microsoft.com/office/drawing/2014/main" id="{B394CED1-CD3C-4426-97C6-C7D6225E8A05}"/>
              </a:ext>
            </a:extLst>
          </p:cNvPr>
          <p:cNvGrpSpPr/>
          <p:nvPr/>
        </p:nvGrpSpPr>
        <p:grpSpPr>
          <a:xfrm>
            <a:off x="3576981" y="3586557"/>
            <a:ext cx="5080565" cy="2851882"/>
            <a:chOff x="3576981" y="3586557"/>
            <a:chExt cx="5080565" cy="2851882"/>
          </a:xfrm>
        </p:grpSpPr>
        <p:grpSp>
          <p:nvGrpSpPr>
            <p:cNvPr id="25" name="组合 24">
              <a:extLst>
                <a:ext uri="{FF2B5EF4-FFF2-40B4-BE49-F238E27FC236}">
                  <a16:creationId xmlns:a16="http://schemas.microsoft.com/office/drawing/2014/main" id="{20C21DAF-29D8-4A54-9151-6ADA13C8F073}"/>
                </a:ext>
              </a:extLst>
            </p:cNvPr>
            <p:cNvGrpSpPr/>
            <p:nvPr/>
          </p:nvGrpSpPr>
          <p:grpSpPr>
            <a:xfrm>
              <a:off x="4273944" y="3586557"/>
              <a:ext cx="3644111" cy="2478156"/>
              <a:chOff x="4196372" y="3030573"/>
              <a:chExt cx="3644111" cy="2478156"/>
            </a:xfrm>
          </p:grpSpPr>
          <p:sp>
            <p:nvSpPr>
              <p:cNvPr id="35" name="文本框 34">
                <a:extLst>
                  <a:ext uri="{FF2B5EF4-FFF2-40B4-BE49-F238E27FC236}">
                    <a16:creationId xmlns:a16="http://schemas.microsoft.com/office/drawing/2014/main" id="{0623CE4C-C0D6-46CE-9882-04BC8D27A7B7}"/>
                  </a:ext>
                </a:extLst>
              </p:cNvPr>
              <p:cNvSpPr txBox="1"/>
              <p:nvPr/>
            </p:nvSpPr>
            <p:spPr>
              <a:xfrm>
                <a:off x="5534884" y="3401936"/>
                <a:ext cx="1122232" cy="646331"/>
              </a:xfrm>
              <a:prstGeom prst="rect">
                <a:avLst/>
              </a:prstGeom>
              <a:noFill/>
            </p:spPr>
            <p:txBody>
              <a:bodyPr wrap="square" rtlCol="0">
                <a:spAutoFit/>
              </a:bodyPr>
              <a:lstStyle/>
              <a:p>
                <a:pPr algn="ctr"/>
                <a:r>
                  <a:rPr lang="zh-CN" altLang="en-US" b="1" dirty="0">
                    <a:latin typeface="Arial Narrow" panose="020B0606020202030204" pitchFamily="34" charset="0"/>
                  </a:rPr>
                  <a:t>集线器</a:t>
                </a:r>
                <a:endParaRPr lang="en-US" altLang="zh-CN" b="1" dirty="0">
                  <a:latin typeface="Arial Narrow" panose="020B0606020202030204" pitchFamily="34" charset="0"/>
                </a:endParaRPr>
              </a:p>
              <a:p>
                <a:pPr algn="ctr"/>
                <a:r>
                  <a:rPr lang="en-US" altLang="zh-CN" b="1" dirty="0">
                    <a:latin typeface="Arial Narrow" panose="020B0606020202030204" pitchFamily="34" charset="0"/>
                  </a:rPr>
                  <a:t>Hub</a:t>
                </a:r>
                <a:endParaRPr lang="zh-CN" altLang="en-US" b="1" dirty="0">
                  <a:latin typeface="Arial Narrow" panose="020B0606020202030204" pitchFamily="34" charset="0"/>
                </a:endParaRPr>
              </a:p>
            </p:txBody>
          </p:sp>
          <p:pic>
            <p:nvPicPr>
              <p:cNvPr id="36" name="图形 10">
                <a:extLst>
                  <a:ext uri="{FF2B5EF4-FFF2-40B4-BE49-F238E27FC236}">
                    <a16:creationId xmlns:a16="http://schemas.microsoft.com/office/drawing/2014/main" id="{8585C8A8-F46D-4C3F-9647-FA6BEEE3FB77}"/>
                  </a:ext>
                </a:extLst>
              </p:cNvPr>
              <p:cNvPicPr>
                <a:picLocks noChangeAspect="1"/>
              </p:cNvPicPr>
              <p:nvPr/>
            </p:nvPicPr>
            <p:blipFill>
              <a:blip r:embed="rId3">
                <a:extLst>
                  <a:ext uri="{28A0092B-C50C-407E-A947-70E740481C1C}">
                    <a14:useLocalDpi xmlns:a14="http://schemas.microsoft.com/office/drawing/2010/main" val="0"/>
                  </a:ext>
                  <a:ext uri="{96DAC541-7B7A-43D3-8B79-37D633B846F1}">
                    <asvg:svgBlip xmlns:asvg="http://schemas.microsoft.com/office/drawing/2016/SVG/main" r:embed="rId4"/>
                  </a:ext>
                </a:extLst>
              </a:blip>
              <a:stretch>
                <a:fillRect/>
              </a:stretch>
            </p:blipFill>
            <p:spPr>
              <a:xfrm>
                <a:off x="4351517" y="3030573"/>
                <a:ext cx="662814" cy="641082"/>
              </a:xfrm>
              <a:prstGeom prst="rect">
                <a:avLst/>
              </a:prstGeom>
            </p:spPr>
          </p:pic>
          <p:pic>
            <p:nvPicPr>
              <p:cNvPr id="38" name="图形 37">
                <a:extLst>
                  <a:ext uri="{FF2B5EF4-FFF2-40B4-BE49-F238E27FC236}">
                    <a16:creationId xmlns:a16="http://schemas.microsoft.com/office/drawing/2014/main" id="{B12626DA-152A-4BBE-9DCF-FB31F6FF019F}"/>
                  </a:ext>
                </a:extLst>
              </p:cNvPr>
              <p:cNvPicPr>
                <a:picLocks noChangeAspect="1"/>
              </p:cNvPicPr>
              <p:nvPr/>
            </p:nvPicPr>
            <p:blipFill>
              <a:blip r:embed="rId5">
                <a:extLst>
                  <a:ext uri="{28A0092B-C50C-407E-A947-70E740481C1C}">
                    <a14:useLocalDpi xmlns:a14="http://schemas.microsoft.com/office/drawing/2010/main" val="0"/>
                  </a:ext>
                  <a:ext uri="{96DAC541-7B7A-43D3-8B79-37D633B846F1}">
                    <asvg:svgBlip xmlns:asvg="http://schemas.microsoft.com/office/drawing/2016/SVG/main" r:embed="rId6"/>
                  </a:ext>
                </a:extLst>
              </a:blip>
              <a:stretch>
                <a:fillRect/>
              </a:stretch>
            </p:blipFill>
            <p:spPr>
              <a:xfrm>
                <a:off x="5169476" y="4038020"/>
                <a:ext cx="1853048" cy="463262"/>
              </a:xfrm>
              <a:prstGeom prst="rect">
                <a:avLst/>
              </a:prstGeom>
            </p:spPr>
          </p:pic>
          <p:pic>
            <p:nvPicPr>
              <p:cNvPr id="40" name="图形 10">
                <a:extLst>
                  <a:ext uri="{FF2B5EF4-FFF2-40B4-BE49-F238E27FC236}">
                    <a16:creationId xmlns:a16="http://schemas.microsoft.com/office/drawing/2014/main" id="{E325CD2E-C97C-4B16-A8BA-591FA0963BB2}"/>
                  </a:ext>
                </a:extLst>
              </p:cNvPr>
              <p:cNvPicPr>
                <a:picLocks noChangeAspect="1"/>
              </p:cNvPicPr>
              <p:nvPr/>
            </p:nvPicPr>
            <p:blipFill>
              <a:blip r:embed="rId3">
                <a:extLst>
                  <a:ext uri="{28A0092B-C50C-407E-A947-70E740481C1C}">
                    <a14:useLocalDpi xmlns:a14="http://schemas.microsoft.com/office/drawing/2010/main" val="0"/>
                  </a:ext>
                  <a:ext uri="{96DAC541-7B7A-43D3-8B79-37D633B846F1}">
                    <asvg:svgBlip xmlns:asvg="http://schemas.microsoft.com/office/drawing/2016/SVG/main" r:embed="rId4"/>
                  </a:ext>
                </a:extLst>
              </a:blip>
              <a:stretch>
                <a:fillRect/>
              </a:stretch>
            </p:blipFill>
            <p:spPr>
              <a:xfrm>
                <a:off x="4196372" y="4867647"/>
                <a:ext cx="662814" cy="641082"/>
              </a:xfrm>
              <a:prstGeom prst="rect">
                <a:avLst/>
              </a:prstGeom>
            </p:spPr>
          </p:pic>
          <p:cxnSp>
            <p:nvCxnSpPr>
              <p:cNvPr id="42" name="直接连接符 41">
                <a:extLst>
                  <a:ext uri="{FF2B5EF4-FFF2-40B4-BE49-F238E27FC236}">
                    <a16:creationId xmlns:a16="http://schemas.microsoft.com/office/drawing/2014/main" id="{D81E2E89-CA60-4D80-B330-AE742272ED1D}"/>
                  </a:ext>
                </a:extLst>
              </p:cNvPr>
              <p:cNvCxnSpPr>
                <a:cxnSpLocks/>
              </p:cNvCxnSpPr>
              <p:nvPr/>
            </p:nvCxnSpPr>
            <p:spPr>
              <a:xfrm>
                <a:off x="4944623" y="3491435"/>
                <a:ext cx="413280" cy="640515"/>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3" name="直接连接符 42">
                <a:extLst>
                  <a:ext uri="{FF2B5EF4-FFF2-40B4-BE49-F238E27FC236}">
                    <a16:creationId xmlns:a16="http://schemas.microsoft.com/office/drawing/2014/main" id="{D39720F7-4F7C-4316-881F-BBC986F3769D}"/>
                  </a:ext>
                </a:extLst>
              </p:cNvPr>
              <p:cNvCxnSpPr>
                <a:cxnSpLocks/>
              </p:cNvCxnSpPr>
              <p:nvPr/>
            </p:nvCxnSpPr>
            <p:spPr>
              <a:xfrm flipV="1">
                <a:off x="4784806" y="4427667"/>
                <a:ext cx="573097" cy="540981"/>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4" name="直接连接符 43">
                <a:extLst>
                  <a:ext uri="{FF2B5EF4-FFF2-40B4-BE49-F238E27FC236}">
                    <a16:creationId xmlns:a16="http://schemas.microsoft.com/office/drawing/2014/main" id="{F31BA4F1-FADB-4875-A53D-E0B195D13C79}"/>
                  </a:ext>
                </a:extLst>
              </p:cNvPr>
              <p:cNvCxnSpPr>
                <a:cxnSpLocks/>
              </p:cNvCxnSpPr>
              <p:nvPr/>
            </p:nvCxnSpPr>
            <p:spPr>
              <a:xfrm flipH="1">
                <a:off x="6657116" y="3491435"/>
                <a:ext cx="662842" cy="614596"/>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5" name="直接连接符 44">
                <a:extLst>
                  <a:ext uri="{FF2B5EF4-FFF2-40B4-BE49-F238E27FC236}">
                    <a16:creationId xmlns:a16="http://schemas.microsoft.com/office/drawing/2014/main" id="{95614D64-4D36-46E3-AFB1-49A8AA89A4A8}"/>
                  </a:ext>
                </a:extLst>
              </p:cNvPr>
              <p:cNvCxnSpPr>
                <a:cxnSpLocks/>
              </p:cNvCxnSpPr>
              <p:nvPr/>
            </p:nvCxnSpPr>
            <p:spPr>
              <a:xfrm>
                <a:off x="6647542" y="4427667"/>
                <a:ext cx="672416" cy="760521"/>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pic>
            <p:nvPicPr>
              <p:cNvPr id="39" name="图形 10">
                <a:extLst>
                  <a:ext uri="{FF2B5EF4-FFF2-40B4-BE49-F238E27FC236}">
                    <a16:creationId xmlns:a16="http://schemas.microsoft.com/office/drawing/2014/main" id="{076B9BB6-41E1-4E95-BD9F-2703F25E4EA6}"/>
                  </a:ext>
                </a:extLst>
              </p:cNvPr>
              <p:cNvPicPr>
                <a:picLocks noChangeAspect="1"/>
              </p:cNvPicPr>
              <p:nvPr/>
            </p:nvPicPr>
            <p:blipFill>
              <a:blip r:embed="rId3">
                <a:extLst>
                  <a:ext uri="{28A0092B-C50C-407E-A947-70E740481C1C}">
                    <a14:useLocalDpi xmlns:a14="http://schemas.microsoft.com/office/drawing/2010/main" val="0"/>
                  </a:ext>
                  <a:ext uri="{96DAC541-7B7A-43D3-8B79-37D633B846F1}">
                    <asvg:svgBlip xmlns:asvg="http://schemas.microsoft.com/office/drawing/2016/SVG/main" r:embed="rId4"/>
                  </a:ext>
                </a:extLst>
              </a:blip>
              <a:stretch>
                <a:fillRect/>
              </a:stretch>
            </p:blipFill>
            <p:spPr>
              <a:xfrm>
                <a:off x="7177669" y="3030573"/>
                <a:ext cx="662814" cy="641082"/>
              </a:xfrm>
              <a:prstGeom prst="rect">
                <a:avLst/>
              </a:prstGeom>
            </p:spPr>
          </p:pic>
          <p:pic>
            <p:nvPicPr>
              <p:cNvPr id="41" name="图形 10">
                <a:extLst>
                  <a:ext uri="{FF2B5EF4-FFF2-40B4-BE49-F238E27FC236}">
                    <a16:creationId xmlns:a16="http://schemas.microsoft.com/office/drawing/2014/main" id="{1AC5B18B-D23A-4D83-ACB2-7117ED6A059C}"/>
                  </a:ext>
                </a:extLst>
              </p:cNvPr>
              <p:cNvPicPr>
                <a:picLocks noChangeAspect="1"/>
              </p:cNvPicPr>
              <p:nvPr/>
            </p:nvPicPr>
            <p:blipFill>
              <a:blip r:embed="rId3">
                <a:extLst>
                  <a:ext uri="{28A0092B-C50C-407E-A947-70E740481C1C}">
                    <a14:useLocalDpi xmlns:a14="http://schemas.microsoft.com/office/drawing/2010/main" val="0"/>
                  </a:ext>
                  <a:ext uri="{96DAC541-7B7A-43D3-8B79-37D633B846F1}">
                    <asvg:svgBlip xmlns:asvg="http://schemas.microsoft.com/office/drawing/2016/SVG/main" r:embed="rId4"/>
                  </a:ext>
                </a:extLst>
              </a:blip>
              <a:stretch>
                <a:fillRect/>
              </a:stretch>
            </p:blipFill>
            <p:spPr>
              <a:xfrm>
                <a:off x="7022524" y="4867647"/>
                <a:ext cx="662814" cy="641082"/>
              </a:xfrm>
              <a:prstGeom prst="rect">
                <a:avLst/>
              </a:prstGeom>
            </p:spPr>
          </p:pic>
        </p:grpSp>
        <p:sp>
          <p:nvSpPr>
            <p:cNvPr id="82" name="íşlïḍè">
              <a:extLst>
                <a:ext uri="{FF2B5EF4-FFF2-40B4-BE49-F238E27FC236}">
                  <a16:creationId xmlns:a16="http://schemas.microsoft.com/office/drawing/2014/main" id="{E5206DCB-4F5F-4497-BFE2-8F25AF1C71F7}"/>
                </a:ext>
              </a:extLst>
            </p:cNvPr>
            <p:cNvSpPr txBox="1"/>
            <p:nvPr/>
          </p:nvSpPr>
          <p:spPr>
            <a:xfrm>
              <a:off x="3576981" y="6084447"/>
              <a:ext cx="5080565" cy="353992"/>
            </a:xfrm>
            <a:prstGeom prst="rect">
              <a:avLst/>
            </a:prstGeom>
            <a:noFill/>
          </p:spPr>
          <p:txBody>
            <a:bodyPr wrap="square" lIns="91440" tIns="45720" rIns="91440" bIns="45720" anchor="ctr">
              <a:noAutofit/>
            </a:bodyPr>
            <a:lstStyle/>
            <a:p>
              <a:r>
                <a:rPr lang="zh-CN" altLang="en-US" b="1" dirty="0">
                  <a:latin typeface="Arial Narrow" panose="020B0606020202030204" pitchFamily="34" charset="0"/>
                </a:rPr>
                <a:t>使用集线器和双绞线的星型拓扑的共享式以太网</a:t>
              </a:r>
            </a:p>
          </p:txBody>
        </p:sp>
        <p:sp>
          <p:nvSpPr>
            <p:cNvPr id="84" name="文本框 83">
              <a:extLst>
                <a:ext uri="{FF2B5EF4-FFF2-40B4-BE49-F238E27FC236}">
                  <a16:creationId xmlns:a16="http://schemas.microsoft.com/office/drawing/2014/main" id="{161BDF7A-6ADD-4AAC-9D91-718847022E28}"/>
                </a:ext>
              </a:extLst>
            </p:cNvPr>
            <p:cNvSpPr txBox="1"/>
            <p:nvPr/>
          </p:nvSpPr>
          <p:spPr>
            <a:xfrm>
              <a:off x="4698067" y="3607108"/>
              <a:ext cx="355235" cy="400110"/>
            </a:xfrm>
            <a:prstGeom prst="rect">
              <a:avLst/>
            </a:prstGeom>
            <a:noFill/>
          </p:spPr>
          <p:txBody>
            <a:bodyPr wrap="square" rtlCol="0">
              <a:spAutoFit/>
            </a:bodyPr>
            <a:lstStyle/>
            <a:p>
              <a:pPr algn="ctr"/>
              <a:r>
                <a:rPr lang="en-US" altLang="zh-CN" sz="2000" b="1" dirty="0">
                  <a:solidFill>
                    <a:schemeClr val="bg1"/>
                  </a:solidFill>
                  <a:latin typeface="Arial Black" panose="020B0A04020102020204" pitchFamily="34" charset="0"/>
                  <a:ea typeface="+mj-ea"/>
                </a:rPr>
                <a:t>A</a:t>
              </a:r>
              <a:endParaRPr lang="zh-CN" altLang="en-US" sz="2000" b="1" dirty="0">
                <a:solidFill>
                  <a:schemeClr val="bg1"/>
                </a:solidFill>
                <a:latin typeface="Arial Black" panose="020B0A04020102020204" pitchFamily="34" charset="0"/>
                <a:ea typeface="+mj-ea"/>
              </a:endParaRPr>
            </a:p>
          </p:txBody>
        </p:sp>
        <p:sp>
          <p:nvSpPr>
            <p:cNvPr id="85" name="文本框 84">
              <a:extLst>
                <a:ext uri="{FF2B5EF4-FFF2-40B4-BE49-F238E27FC236}">
                  <a16:creationId xmlns:a16="http://schemas.microsoft.com/office/drawing/2014/main" id="{957C35C7-716D-4309-B9BD-A3C29186E153}"/>
                </a:ext>
              </a:extLst>
            </p:cNvPr>
            <p:cNvSpPr txBox="1"/>
            <p:nvPr/>
          </p:nvSpPr>
          <p:spPr>
            <a:xfrm>
              <a:off x="7508147" y="3607108"/>
              <a:ext cx="355235" cy="400110"/>
            </a:xfrm>
            <a:prstGeom prst="rect">
              <a:avLst/>
            </a:prstGeom>
            <a:noFill/>
          </p:spPr>
          <p:txBody>
            <a:bodyPr wrap="square" rtlCol="0">
              <a:spAutoFit/>
            </a:bodyPr>
            <a:lstStyle/>
            <a:p>
              <a:pPr algn="ctr"/>
              <a:r>
                <a:rPr lang="en-US" altLang="zh-CN" sz="2000" b="1" dirty="0">
                  <a:solidFill>
                    <a:schemeClr val="bg1"/>
                  </a:solidFill>
                  <a:latin typeface="Arial Black" panose="020B0A04020102020204" pitchFamily="34" charset="0"/>
                  <a:ea typeface="+mj-ea"/>
                </a:rPr>
                <a:t>B</a:t>
              </a:r>
              <a:endParaRPr lang="zh-CN" altLang="en-US" sz="2000" b="1" dirty="0">
                <a:solidFill>
                  <a:schemeClr val="bg1"/>
                </a:solidFill>
                <a:latin typeface="Arial Black" panose="020B0A04020102020204" pitchFamily="34" charset="0"/>
                <a:ea typeface="+mj-ea"/>
              </a:endParaRPr>
            </a:p>
          </p:txBody>
        </p:sp>
        <p:sp>
          <p:nvSpPr>
            <p:cNvPr id="86" name="文本框 85">
              <a:extLst>
                <a:ext uri="{FF2B5EF4-FFF2-40B4-BE49-F238E27FC236}">
                  <a16:creationId xmlns:a16="http://schemas.microsoft.com/office/drawing/2014/main" id="{7220DA98-C796-47C4-B48A-74F1A12D0398}"/>
                </a:ext>
              </a:extLst>
            </p:cNvPr>
            <p:cNvSpPr txBox="1"/>
            <p:nvPr/>
          </p:nvSpPr>
          <p:spPr>
            <a:xfrm>
              <a:off x="7384374" y="5451319"/>
              <a:ext cx="355235" cy="400110"/>
            </a:xfrm>
            <a:prstGeom prst="rect">
              <a:avLst/>
            </a:prstGeom>
            <a:noFill/>
          </p:spPr>
          <p:txBody>
            <a:bodyPr wrap="square" rtlCol="0">
              <a:spAutoFit/>
            </a:bodyPr>
            <a:lstStyle/>
            <a:p>
              <a:pPr algn="ctr"/>
              <a:r>
                <a:rPr lang="en-US" altLang="zh-CN" sz="2000" b="1" dirty="0">
                  <a:solidFill>
                    <a:schemeClr val="bg1"/>
                  </a:solidFill>
                  <a:latin typeface="Arial Black" panose="020B0A04020102020204" pitchFamily="34" charset="0"/>
                  <a:ea typeface="+mj-ea"/>
                </a:rPr>
                <a:t>C</a:t>
              </a:r>
              <a:endParaRPr lang="zh-CN" altLang="en-US" sz="2000" b="1" dirty="0">
                <a:solidFill>
                  <a:schemeClr val="bg1"/>
                </a:solidFill>
                <a:latin typeface="Arial Black" panose="020B0A04020102020204" pitchFamily="34" charset="0"/>
                <a:ea typeface="+mj-ea"/>
              </a:endParaRPr>
            </a:p>
          </p:txBody>
        </p:sp>
        <p:sp>
          <p:nvSpPr>
            <p:cNvPr id="87" name="文本框 86">
              <a:extLst>
                <a:ext uri="{FF2B5EF4-FFF2-40B4-BE49-F238E27FC236}">
                  <a16:creationId xmlns:a16="http://schemas.microsoft.com/office/drawing/2014/main" id="{560A76DE-F060-45AA-9191-AC0641C16BDA}"/>
                </a:ext>
              </a:extLst>
            </p:cNvPr>
            <p:cNvSpPr txBox="1"/>
            <p:nvPr/>
          </p:nvSpPr>
          <p:spPr>
            <a:xfrm>
              <a:off x="4565105" y="5451319"/>
              <a:ext cx="355235" cy="400110"/>
            </a:xfrm>
            <a:prstGeom prst="rect">
              <a:avLst/>
            </a:prstGeom>
            <a:noFill/>
          </p:spPr>
          <p:txBody>
            <a:bodyPr wrap="square" rtlCol="0">
              <a:spAutoFit/>
            </a:bodyPr>
            <a:lstStyle/>
            <a:p>
              <a:pPr algn="ctr"/>
              <a:r>
                <a:rPr lang="en-US" altLang="zh-CN" sz="2000" b="1" dirty="0">
                  <a:solidFill>
                    <a:schemeClr val="bg1"/>
                  </a:solidFill>
                  <a:latin typeface="Arial Black" panose="020B0A04020102020204" pitchFamily="34" charset="0"/>
                  <a:ea typeface="+mj-ea"/>
                </a:rPr>
                <a:t>D</a:t>
              </a:r>
              <a:endParaRPr lang="zh-CN" altLang="en-US" sz="2000" b="1" dirty="0">
                <a:solidFill>
                  <a:schemeClr val="bg1"/>
                </a:solidFill>
                <a:latin typeface="Arial Black" panose="020B0A04020102020204" pitchFamily="34" charset="0"/>
                <a:ea typeface="+mj-ea"/>
              </a:endParaRPr>
            </a:p>
          </p:txBody>
        </p:sp>
      </p:grpSp>
      <p:grpSp>
        <p:nvGrpSpPr>
          <p:cNvPr id="13" name="组合 12">
            <a:extLst>
              <a:ext uri="{FF2B5EF4-FFF2-40B4-BE49-F238E27FC236}">
                <a16:creationId xmlns:a16="http://schemas.microsoft.com/office/drawing/2014/main" id="{59599594-1CA2-4FD1-83B2-8FC051C10520}"/>
              </a:ext>
            </a:extLst>
          </p:cNvPr>
          <p:cNvGrpSpPr/>
          <p:nvPr/>
        </p:nvGrpSpPr>
        <p:grpSpPr>
          <a:xfrm>
            <a:off x="285434" y="3212501"/>
            <a:ext cx="3846221" cy="2189634"/>
            <a:chOff x="285434" y="3212501"/>
            <a:chExt cx="3846221" cy="2189634"/>
          </a:xfrm>
        </p:grpSpPr>
        <p:sp>
          <p:nvSpPr>
            <p:cNvPr id="8" name="矩形 7">
              <a:extLst>
                <a:ext uri="{FF2B5EF4-FFF2-40B4-BE49-F238E27FC236}">
                  <a16:creationId xmlns:a16="http://schemas.microsoft.com/office/drawing/2014/main" id="{7C768B7F-6196-4C85-9E57-CF48D4DDD891}"/>
                </a:ext>
              </a:extLst>
            </p:cNvPr>
            <p:cNvSpPr/>
            <p:nvPr/>
          </p:nvSpPr>
          <p:spPr>
            <a:xfrm>
              <a:off x="285434" y="3212501"/>
              <a:ext cx="2728646" cy="2189634"/>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nSpc>
                  <a:spcPct val="150000"/>
                </a:lnSpc>
              </a:pPr>
              <a:r>
                <a:rPr lang="zh-CN" altLang="en-US" b="1" dirty="0">
                  <a:latin typeface="+mn-ea"/>
                </a:rPr>
                <a:t>物理拓扑不相同，</a:t>
              </a:r>
              <a:endParaRPr lang="en-US" altLang="zh-CN" b="1" dirty="0">
                <a:latin typeface="+mn-ea"/>
              </a:endParaRPr>
            </a:p>
            <a:p>
              <a:pPr>
                <a:lnSpc>
                  <a:spcPct val="150000"/>
                </a:lnSpc>
              </a:pPr>
              <a:r>
                <a:rPr lang="zh-CN" altLang="en-US" b="1" dirty="0">
                  <a:latin typeface="+mn-ea"/>
                </a:rPr>
                <a:t>但工作逻辑相同，</a:t>
              </a:r>
              <a:endParaRPr lang="en-US" altLang="zh-CN" b="1" dirty="0">
                <a:latin typeface="+mn-ea"/>
              </a:endParaRPr>
            </a:p>
            <a:p>
              <a:pPr>
                <a:lnSpc>
                  <a:spcPct val="150000"/>
                </a:lnSpc>
              </a:pPr>
              <a:r>
                <a:rPr lang="zh-CN" altLang="en-US" b="1" dirty="0">
                  <a:latin typeface="+mn-ea"/>
                </a:rPr>
                <a:t>网络中的各站点都使用</a:t>
              </a:r>
              <a:r>
                <a:rPr lang="en-US" altLang="zh-CN" b="1" dirty="0">
                  <a:latin typeface="+mn-ea"/>
                </a:rPr>
                <a:t>CSMA/CD</a:t>
              </a:r>
              <a:r>
                <a:rPr lang="zh-CN" altLang="en-US" b="1" dirty="0">
                  <a:latin typeface="+mn-ea"/>
                </a:rPr>
                <a:t>协议来共享（争用）网络资源</a:t>
              </a:r>
            </a:p>
          </p:txBody>
        </p:sp>
        <p:cxnSp>
          <p:nvCxnSpPr>
            <p:cNvPr id="10" name="直接箭头连接符 9">
              <a:extLst>
                <a:ext uri="{FF2B5EF4-FFF2-40B4-BE49-F238E27FC236}">
                  <a16:creationId xmlns:a16="http://schemas.microsoft.com/office/drawing/2014/main" id="{D8642D1E-239C-43B5-B2B7-30CAC2678226}"/>
                </a:ext>
              </a:extLst>
            </p:cNvPr>
            <p:cNvCxnSpPr>
              <a:cxnSpLocks/>
              <a:stCxn id="8" idx="3"/>
            </p:cNvCxnSpPr>
            <p:nvPr/>
          </p:nvCxnSpPr>
          <p:spPr>
            <a:xfrm flipV="1">
              <a:off x="3014080" y="3225521"/>
              <a:ext cx="1071437" cy="1081797"/>
            </a:xfrm>
            <a:prstGeom prst="straightConnector1">
              <a:avLst/>
            </a:prstGeom>
            <a:ln w="25400">
              <a:solidFill>
                <a:schemeClr val="tx1"/>
              </a:solidFill>
              <a:tailEnd type="triangle"/>
            </a:ln>
          </p:spPr>
          <p:style>
            <a:lnRef idx="1">
              <a:schemeClr val="accent1"/>
            </a:lnRef>
            <a:fillRef idx="0">
              <a:schemeClr val="accent1"/>
            </a:fillRef>
            <a:effectRef idx="0">
              <a:schemeClr val="accent1"/>
            </a:effectRef>
            <a:fontRef idx="minor">
              <a:schemeClr val="tx1"/>
            </a:fontRef>
          </p:style>
        </p:cxnSp>
        <p:cxnSp>
          <p:nvCxnSpPr>
            <p:cNvPr id="50" name="直接箭头连接符 49">
              <a:extLst>
                <a:ext uri="{FF2B5EF4-FFF2-40B4-BE49-F238E27FC236}">
                  <a16:creationId xmlns:a16="http://schemas.microsoft.com/office/drawing/2014/main" id="{CD169609-FC53-4E01-BED5-0A8986562E54}"/>
                </a:ext>
              </a:extLst>
            </p:cNvPr>
            <p:cNvCxnSpPr>
              <a:cxnSpLocks/>
              <a:stCxn id="8" idx="3"/>
            </p:cNvCxnSpPr>
            <p:nvPr/>
          </p:nvCxnSpPr>
          <p:spPr>
            <a:xfrm>
              <a:off x="3014080" y="4307318"/>
              <a:ext cx="1117575" cy="867176"/>
            </a:xfrm>
            <a:prstGeom prst="straightConnector1">
              <a:avLst/>
            </a:prstGeom>
            <a:ln w="25400">
              <a:solidFill>
                <a:schemeClr val="tx1"/>
              </a:solidFill>
              <a:tailEnd type="triangle"/>
            </a:ln>
          </p:spPr>
          <p:style>
            <a:lnRef idx="1">
              <a:schemeClr val="accent1"/>
            </a:lnRef>
            <a:fillRef idx="0">
              <a:schemeClr val="accent1"/>
            </a:fillRef>
            <a:effectRef idx="0">
              <a:schemeClr val="accent1"/>
            </a:effectRef>
            <a:fontRef idx="minor">
              <a:schemeClr val="tx1"/>
            </a:fontRef>
          </p:style>
        </p:cxnSp>
      </p:grpSp>
      <p:grpSp>
        <p:nvGrpSpPr>
          <p:cNvPr id="22" name="组合 21">
            <a:extLst>
              <a:ext uri="{FF2B5EF4-FFF2-40B4-BE49-F238E27FC236}">
                <a16:creationId xmlns:a16="http://schemas.microsoft.com/office/drawing/2014/main" id="{DAA70128-DE6F-4BBA-ABD7-868E615719B4}"/>
              </a:ext>
            </a:extLst>
          </p:cNvPr>
          <p:cNvGrpSpPr/>
          <p:nvPr/>
        </p:nvGrpSpPr>
        <p:grpSpPr>
          <a:xfrm>
            <a:off x="2757044" y="2115170"/>
            <a:ext cx="1601784" cy="363002"/>
            <a:chOff x="2648672" y="2115170"/>
            <a:chExt cx="1601784" cy="363002"/>
          </a:xfrm>
        </p:grpSpPr>
        <p:cxnSp>
          <p:nvCxnSpPr>
            <p:cNvPr id="21" name="直接箭头连接符 20">
              <a:extLst>
                <a:ext uri="{FF2B5EF4-FFF2-40B4-BE49-F238E27FC236}">
                  <a16:creationId xmlns:a16="http://schemas.microsoft.com/office/drawing/2014/main" id="{33DFB466-B10D-4749-8F8A-C562FBD08E99}"/>
                </a:ext>
              </a:extLst>
            </p:cNvPr>
            <p:cNvCxnSpPr/>
            <p:nvPr/>
          </p:nvCxnSpPr>
          <p:spPr>
            <a:xfrm>
              <a:off x="2648672" y="2478172"/>
              <a:ext cx="1601784" cy="0"/>
            </a:xfrm>
            <a:prstGeom prst="straightConnector1">
              <a:avLst/>
            </a:prstGeom>
            <a:ln w="38100">
              <a:solidFill>
                <a:schemeClr val="tx1"/>
              </a:solidFill>
              <a:prstDash val="dash"/>
              <a:tailEnd type="triangle"/>
            </a:ln>
          </p:spPr>
          <p:style>
            <a:lnRef idx="1">
              <a:schemeClr val="accent1"/>
            </a:lnRef>
            <a:fillRef idx="0">
              <a:schemeClr val="accent1"/>
            </a:fillRef>
            <a:effectRef idx="0">
              <a:schemeClr val="accent1"/>
            </a:effectRef>
            <a:fontRef idx="minor">
              <a:schemeClr val="tx1"/>
            </a:fontRef>
          </p:style>
        </p:cxnSp>
        <p:sp>
          <p:nvSpPr>
            <p:cNvPr id="70" name="íşlïḍè">
              <a:extLst>
                <a:ext uri="{FF2B5EF4-FFF2-40B4-BE49-F238E27FC236}">
                  <a16:creationId xmlns:a16="http://schemas.microsoft.com/office/drawing/2014/main" id="{08077CD8-BCBF-494C-9DAC-4040899A9690}"/>
                </a:ext>
              </a:extLst>
            </p:cNvPr>
            <p:cNvSpPr txBox="1"/>
            <p:nvPr/>
          </p:nvSpPr>
          <p:spPr>
            <a:xfrm>
              <a:off x="2932583" y="2115170"/>
              <a:ext cx="879320" cy="353992"/>
            </a:xfrm>
            <a:prstGeom prst="rect">
              <a:avLst/>
            </a:prstGeom>
            <a:noFill/>
          </p:spPr>
          <p:txBody>
            <a:bodyPr wrap="square" lIns="91440" tIns="45720" rIns="91440" bIns="45720" anchor="ctr">
              <a:noAutofit/>
            </a:bodyPr>
            <a:lstStyle/>
            <a:p>
              <a:pPr algn="ctr"/>
              <a:r>
                <a:rPr lang="zh-CN" altLang="en-US" b="1" dirty="0">
                  <a:latin typeface="Arial Narrow" panose="020B0606020202030204" pitchFamily="34" charset="0"/>
                </a:rPr>
                <a:t>发送帧</a:t>
              </a:r>
            </a:p>
          </p:txBody>
        </p:sp>
      </p:grpSp>
      <p:grpSp>
        <p:nvGrpSpPr>
          <p:cNvPr id="71" name="组合 70">
            <a:extLst>
              <a:ext uri="{FF2B5EF4-FFF2-40B4-BE49-F238E27FC236}">
                <a16:creationId xmlns:a16="http://schemas.microsoft.com/office/drawing/2014/main" id="{35796763-9880-4F06-97F0-F96BEFCDB929}"/>
              </a:ext>
            </a:extLst>
          </p:cNvPr>
          <p:cNvGrpSpPr/>
          <p:nvPr/>
        </p:nvGrpSpPr>
        <p:grpSpPr>
          <a:xfrm>
            <a:off x="5177418" y="3452679"/>
            <a:ext cx="2048603" cy="363002"/>
            <a:chOff x="2648672" y="2115170"/>
            <a:chExt cx="2048603" cy="363002"/>
          </a:xfrm>
        </p:grpSpPr>
        <p:cxnSp>
          <p:nvCxnSpPr>
            <p:cNvPr id="72" name="直接箭头连接符 71">
              <a:extLst>
                <a:ext uri="{FF2B5EF4-FFF2-40B4-BE49-F238E27FC236}">
                  <a16:creationId xmlns:a16="http://schemas.microsoft.com/office/drawing/2014/main" id="{C01A6254-DC79-444E-A809-209AA022640B}"/>
                </a:ext>
              </a:extLst>
            </p:cNvPr>
            <p:cNvCxnSpPr>
              <a:cxnSpLocks/>
            </p:cNvCxnSpPr>
            <p:nvPr/>
          </p:nvCxnSpPr>
          <p:spPr>
            <a:xfrm>
              <a:off x="2648672" y="2478172"/>
              <a:ext cx="2048603" cy="0"/>
            </a:xfrm>
            <a:prstGeom prst="straightConnector1">
              <a:avLst/>
            </a:prstGeom>
            <a:ln w="38100">
              <a:solidFill>
                <a:schemeClr val="tx1"/>
              </a:solidFill>
              <a:prstDash val="dash"/>
              <a:tailEnd type="triangle"/>
            </a:ln>
          </p:spPr>
          <p:style>
            <a:lnRef idx="1">
              <a:schemeClr val="accent1"/>
            </a:lnRef>
            <a:fillRef idx="0">
              <a:schemeClr val="accent1"/>
            </a:fillRef>
            <a:effectRef idx="0">
              <a:schemeClr val="accent1"/>
            </a:effectRef>
            <a:fontRef idx="minor">
              <a:schemeClr val="tx1"/>
            </a:fontRef>
          </p:style>
        </p:cxnSp>
        <p:sp>
          <p:nvSpPr>
            <p:cNvPr id="73" name="íşlïḍè">
              <a:extLst>
                <a:ext uri="{FF2B5EF4-FFF2-40B4-BE49-F238E27FC236}">
                  <a16:creationId xmlns:a16="http://schemas.microsoft.com/office/drawing/2014/main" id="{D2AC119E-23F9-4C8D-B745-94C58033190E}"/>
                </a:ext>
              </a:extLst>
            </p:cNvPr>
            <p:cNvSpPr txBox="1"/>
            <p:nvPr/>
          </p:nvSpPr>
          <p:spPr>
            <a:xfrm>
              <a:off x="3237383" y="2115170"/>
              <a:ext cx="879320" cy="353992"/>
            </a:xfrm>
            <a:prstGeom prst="rect">
              <a:avLst/>
            </a:prstGeom>
            <a:noFill/>
          </p:spPr>
          <p:txBody>
            <a:bodyPr wrap="square" lIns="91440" tIns="45720" rIns="91440" bIns="45720" anchor="ctr">
              <a:noAutofit/>
            </a:bodyPr>
            <a:lstStyle/>
            <a:p>
              <a:pPr algn="ctr"/>
              <a:r>
                <a:rPr lang="zh-CN" altLang="en-US" b="1" dirty="0">
                  <a:latin typeface="Arial Narrow" panose="020B0606020202030204" pitchFamily="34" charset="0"/>
                </a:rPr>
                <a:t>发送帧</a:t>
              </a:r>
            </a:p>
          </p:txBody>
        </p:sp>
      </p:grpSp>
    </p:spTree>
    <p:custDataLst>
      <p:tags r:id="rId1"/>
    </p:custDataLst>
    <p:extLst>
      <p:ext uri="{BB962C8B-B14F-4D97-AF65-F5344CB8AC3E}">
        <p14:creationId xmlns:p14="http://schemas.microsoft.com/office/powerpoint/2010/main" val="597762150"/>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2" presetClass="entr" presetSubtype="8" fill="hold" nodeType="withEffect">
                                  <p:stCondLst>
                                    <p:cond delay="0"/>
                                  </p:stCondLst>
                                  <p:childTnLst>
                                    <p:set>
                                      <p:cBhvr>
                                        <p:cTn id="6" dur="1" fill="hold">
                                          <p:stCondLst>
                                            <p:cond delay="0"/>
                                          </p:stCondLst>
                                        </p:cTn>
                                        <p:tgtEl>
                                          <p:spTgt spid="13"/>
                                        </p:tgtEl>
                                        <p:attrNameLst>
                                          <p:attrName>style.visibility</p:attrName>
                                        </p:attrNameLst>
                                      </p:cBhvr>
                                      <p:to>
                                        <p:strVal val="visible"/>
                                      </p:to>
                                    </p:set>
                                    <p:animEffect transition="in" filter="wipe(left)">
                                      <p:cBhvr>
                                        <p:cTn id="7" dur="500"/>
                                        <p:tgtEl>
                                          <p:spTgt spid="13"/>
                                        </p:tgtEl>
                                      </p:cBhvr>
                                    </p:animEffect>
                                  </p:childTnLst>
                                </p:cTn>
                              </p:par>
                            </p:childTnLst>
                          </p:cTn>
                        </p:par>
                      </p:childTnLst>
                    </p:cTn>
                  </p:par>
                  <p:par>
                    <p:cTn id="8" fill="hold">
                      <p:stCondLst>
                        <p:cond delay="indefinite"/>
                      </p:stCondLst>
                      <p:childTnLst>
                        <p:par>
                          <p:cTn id="9" fill="hold">
                            <p:stCondLst>
                              <p:cond delay="0"/>
                            </p:stCondLst>
                            <p:childTnLst>
                              <p:par>
                                <p:cTn id="10" presetID="22" presetClass="entr" presetSubtype="8" fill="hold" nodeType="clickEffect">
                                  <p:stCondLst>
                                    <p:cond delay="0"/>
                                  </p:stCondLst>
                                  <p:childTnLst>
                                    <p:set>
                                      <p:cBhvr>
                                        <p:cTn id="11" dur="1" fill="hold">
                                          <p:stCondLst>
                                            <p:cond delay="0"/>
                                          </p:stCondLst>
                                        </p:cTn>
                                        <p:tgtEl>
                                          <p:spTgt spid="22"/>
                                        </p:tgtEl>
                                        <p:attrNameLst>
                                          <p:attrName>style.visibility</p:attrName>
                                        </p:attrNameLst>
                                      </p:cBhvr>
                                      <p:to>
                                        <p:strVal val="visible"/>
                                      </p:to>
                                    </p:set>
                                    <p:animEffect transition="in" filter="wipe(left)">
                                      <p:cBhvr>
                                        <p:cTn id="12" dur="500"/>
                                        <p:tgtEl>
                                          <p:spTgt spid="22"/>
                                        </p:tgtEl>
                                      </p:cBhvr>
                                    </p:animEffect>
                                  </p:childTnLst>
                                </p:cTn>
                              </p:par>
                              <p:par>
                                <p:cTn id="13" presetID="22" presetClass="entr" presetSubtype="8" fill="hold" nodeType="withEffect">
                                  <p:stCondLst>
                                    <p:cond delay="0"/>
                                  </p:stCondLst>
                                  <p:childTnLst>
                                    <p:set>
                                      <p:cBhvr>
                                        <p:cTn id="14" dur="1" fill="hold">
                                          <p:stCondLst>
                                            <p:cond delay="0"/>
                                          </p:stCondLst>
                                        </p:cTn>
                                        <p:tgtEl>
                                          <p:spTgt spid="71"/>
                                        </p:tgtEl>
                                        <p:attrNameLst>
                                          <p:attrName>style.visibility</p:attrName>
                                        </p:attrNameLst>
                                      </p:cBhvr>
                                      <p:to>
                                        <p:strVal val="visible"/>
                                      </p:to>
                                    </p:set>
                                    <p:animEffect transition="in" filter="wipe(left)">
                                      <p:cBhvr>
                                        <p:cTn id="15" dur="500"/>
                                        <p:tgtEl>
                                          <p:spTgt spid="71"/>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36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4" name="组合 3">
            <a:extLst>
              <a:ext uri="{FF2B5EF4-FFF2-40B4-BE49-F238E27FC236}">
                <a16:creationId xmlns:a16="http://schemas.microsoft.com/office/drawing/2014/main" id="{9A1EA9F2-FCB6-48C3-935F-7AE7E3AD14AC}"/>
              </a:ext>
            </a:extLst>
          </p:cNvPr>
          <p:cNvGrpSpPr/>
          <p:nvPr/>
        </p:nvGrpSpPr>
        <p:grpSpPr>
          <a:xfrm>
            <a:off x="304800" y="749300"/>
            <a:ext cx="6192344" cy="400110"/>
            <a:chOff x="424117" y="898245"/>
            <a:chExt cx="6192344" cy="400110"/>
          </a:xfrm>
        </p:grpSpPr>
        <p:sp>
          <p:nvSpPr>
            <p:cNvPr id="2" name="平行四边形 1">
              <a:extLst>
                <a:ext uri="{FF2B5EF4-FFF2-40B4-BE49-F238E27FC236}">
                  <a16:creationId xmlns:a16="http://schemas.microsoft.com/office/drawing/2014/main" id="{1F5BAA3F-9845-4F89-A2DD-8222D3E4EDAC}"/>
                </a:ext>
              </a:extLst>
            </p:cNvPr>
            <p:cNvSpPr/>
            <p:nvPr/>
          </p:nvSpPr>
          <p:spPr>
            <a:xfrm>
              <a:off x="424117" y="898245"/>
              <a:ext cx="628306" cy="387090"/>
            </a:xfrm>
            <a:prstGeom prst="parallelogram">
              <a:avLst/>
            </a:prstGeom>
            <a:solidFill>
              <a:schemeClr val="accent3">
                <a:lumMod val="75000"/>
              </a:schemeClr>
            </a:solidFill>
            <a:ln>
              <a:solidFill>
                <a:schemeClr val="accent3">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CN" sz="2200" dirty="0">
                  <a:latin typeface="Impact" panose="020B0806030902050204" pitchFamily="34" charset="0"/>
                </a:rPr>
                <a:t>01</a:t>
              </a:r>
              <a:endParaRPr lang="zh-CN" altLang="en-US" sz="2200" dirty="0">
                <a:latin typeface="Impact" panose="020B0806030902050204" pitchFamily="34" charset="0"/>
              </a:endParaRPr>
            </a:p>
          </p:txBody>
        </p:sp>
        <p:sp>
          <p:nvSpPr>
            <p:cNvPr id="3" name="文本框 2">
              <a:extLst>
                <a:ext uri="{FF2B5EF4-FFF2-40B4-BE49-F238E27FC236}">
                  <a16:creationId xmlns:a16="http://schemas.microsoft.com/office/drawing/2014/main" id="{4D6BD736-A4D3-4F26-AFED-36E11F50F70B}"/>
                </a:ext>
              </a:extLst>
            </p:cNvPr>
            <p:cNvSpPr txBox="1"/>
            <p:nvPr/>
          </p:nvSpPr>
          <p:spPr>
            <a:xfrm>
              <a:off x="1052423" y="898245"/>
              <a:ext cx="5564038" cy="400110"/>
            </a:xfrm>
            <a:prstGeom prst="rect">
              <a:avLst/>
            </a:prstGeom>
            <a:noFill/>
          </p:spPr>
          <p:txBody>
            <a:bodyPr wrap="square" rtlCol="0">
              <a:spAutoFit/>
            </a:bodyPr>
            <a:lstStyle/>
            <a:p>
              <a:r>
                <a:rPr lang="zh-CN" altLang="en-US" sz="2000" b="1" dirty="0"/>
                <a:t>使用集线器的共享式以太网</a:t>
              </a:r>
              <a:endParaRPr lang="en-US" altLang="zh-CN" sz="2000" b="1" dirty="0"/>
            </a:p>
          </p:txBody>
        </p:sp>
      </p:grpSp>
      <p:grpSp>
        <p:nvGrpSpPr>
          <p:cNvPr id="6" name="组合 5">
            <a:extLst>
              <a:ext uri="{FF2B5EF4-FFF2-40B4-BE49-F238E27FC236}">
                <a16:creationId xmlns:a16="http://schemas.microsoft.com/office/drawing/2014/main" id="{B2649171-61C2-455F-A417-1CF7212A311E}"/>
              </a:ext>
            </a:extLst>
          </p:cNvPr>
          <p:cNvGrpSpPr/>
          <p:nvPr/>
        </p:nvGrpSpPr>
        <p:grpSpPr>
          <a:xfrm>
            <a:off x="1618162" y="1330165"/>
            <a:ext cx="8955675" cy="1790425"/>
            <a:chOff x="1618162" y="1330165"/>
            <a:chExt cx="8955675" cy="1790425"/>
          </a:xfrm>
        </p:grpSpPr>
        <p:grpSp>
          <p:nvGrpSpPr>
            <p:cNvPr id="5" name="组合 4">
              <a:extLst>
                <a:ext uri="{FF2B5EF4-FFF2-40B4-BE49-F238E27FC236}">
                  <a16:creationId xmlns:a16="http://schemas.microsoft.com/office/drawing/2014/main" id="{ADEE1EA3-9521-40FE-819F-EFA04DD61B96}"/>
                </a:ext>
              </a:extLst>
            </p:cNvPr>
            <p:cNvGrpSpPr/>
            <p:nvPr/>
          </p:nvGrpSpPr>
          <p:grpSpPr>
            <a:xfrm>
              <a:off x="1618162" y="1330165"/>
              <a:ext cx="8955675" cy="1434611"/>
              <a:chOff x="1681643" y="1432378"/>
              <a:chExt cx="8955675" cy="1434611"/>
            </a:xfrm>
          </p:grpSpPr>
          <p:grpSp>
            <p:nvGrpSpPr>
              <p:cNvPr id="28" name="组合 27">
                <a:extLst>
                  <a:ext uri="{FF2B5EF4-FFF2-40B4-BE49-F238E27FC236}">
                    <a16:creationId xmlns:a16="http://schemas.microsoft.com/office/drawing/2014/main" id="{2A5A6793-62F8-46B8-9AD8-2484A885E8CE}"/>
                  </a:ext>
                </a:extLst>
              </p:cNvPr>
              <p:cNvGrpSpPr/>
              <p:nvPr/>
            </p:nvGrpSpPr>
            <p:grpSpPr>
              <a:xfrm>
                <a:off x="2518761" y="1585789"/>
                <a:ext cx="7180791" cy="812800"/>
                <a:chOff x="2455280" y="3752911"/>
                <a:chExt cx="7180791" cy="812800"/>
              </a:xfrm>
            </p:grpSpPr>
            <p:cxnSp>
              <p:nvCxnSpPr>
                <p:cNvPr id="29" name="直接连接符 28">
                  <a:extLst>
                    <a:ext uri="{FF2B5EF4-FFF2-40B4-BE49-F238E27FC236}">
                      <a16:creationId xmlns:a16="http://schemas.microsoft.com/office/drawing/2014/main" id="{23AA3791-1ED3-46DA-A8C8-4ED5E739E25A}"/>
                    </a:ext>
                  </a:extLst>
                </p:cNvPr>
                <p:cNvCxnSpPr/>
                <p:nvPr/>
              </p:nvCxnSpPr>
              <p:spPr>
                <a:xfrm flipV="1">
                  <a:off x="9636071" y="3752911"/>
                  <a:ext cx="0" cy="812800"/>
                </a:xfrm>
                <a:prstGeom prst="line">
                  <a:avLst/>
                </a:prstGeom>
                <a:ln w="152400">
                  <a:solidFill>
                    <a:schemeClr val="tx1"/>
                  </a:solidFill>
                  <a:tailEnd w="med" len="lg"/>
                </a:ln>
              </p:spPr>
              <p:style>
                <a:lnRef idx="1">
                  <a:schemeClr val="accent1"/>
                </a:lnRef>
                <a:fillRef idx="0">
                  <a:schemeClr val="accent1"/>
                </a:fillRef>
                <a:effectRef idx="0">
                  <a:schemeClr val="accent1"/>
                </a:effectRef>
                <a:fontRef idx="minor">
                  <a:schemeClr val="tx1"/>
                </a:fontRef>
              </p:style>
            </p:cxnSp>
            <p:cxnSp>
              <p:nvCxnSpPr>
                <p:cNvPr id="46" name="直接连接符 45">
                  <a:extLst>
                    <a:ext uri="{FF2B5EF4-FFF2-40B4-BE49-F238E27FC236}">
                      <a16:creationId xmlns:a16="http://schemas.microsoft.com/office/drawing/2014/main" id="{6571D2F6-9721-4BDA-9B02-059028FC534A}"/>
                    </a:ext>
                  </a:extLst>
                </p:cNvPr>
                <p:cNvCxnSpPr/>
                <p:nvPr/>
              </p:nvCxnSpPr>
              <p:spPr>
                <a:xfrm flipV="1">
                  <a:off x="2455280" y="3752911"/>
                  <a:ext cx="0" cy="812800"/>
                </a:xfrm>
                <a:prstGeom prst="line">
                  <a:avLst/>
                </a:prstGeom>
                <a:ln w="152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7" name="直接连接符 46">
                  <a:extLst>
                    <a:ext uri="{FF2B5EF4-FFF2-40B4-BE49-F238E27FC236}">
                      <a16:creationId xmlns:a16="http://schemas.microsoft.com/office/drawing/2014/main" id="{E1C831D8-29DC-41C8-B987-551B0DB79E85}"/>
                    </a:ext>
                  </a:extLst>
                </p:cNvPr>
                <p:cNvCxnSpPr/>
                <p:nvPr/>
              </p:nvCxnSpPr>
              <p:spPr>
                <a:xfrm flipV="1">
                  <a:off x="4878779" y="3752911"/>
                  <a:ext cx="0" cy="812800"/>
                </a:xfrm>
                <a:prstGeom prst="line">
                  <a:avLst/>
                </a:prstGeom>
                <a:ln w="152400">
                  <a:solidFill>
                    <a:schemeClr val="tx1"/>
                  </a:solidFill>
                  <a:tailEnd w="med" len="lg"/>
                </a:ln>
              </p:spPr>
              <p:style>
                <a:lnRef idx="1">
                  <a:schemeClr val="accent1"/>
                </a:lnRef>
                <a:fillRef idx="0">
                  <a:schemeClr val="accent1"/>
                </a:fillRef>
                <a:effectRef idx="0">
                  <a:schemeClr val="accent1"/>
                </a:effectRef>
                <a:fontRef idx="minor">
                  <a:schemeClr val="tx1"/>
                </a:fontRef>
              </p:style>
            </p:cxnSp>
            <p:cxnSp>
              <p:nvCxnSpPr>
                <p:cNvPr id="48" name="直接连接符 47">
                  <a:extLst>
                    <a:ext uri="{FF2B5EF4-FFF2-40B4-BE49-F238E27FC236}">
                      <a16:creationId xmlns:a16="http://schemas.microsoft.com/office/drawing/2014/main" id="{0F3046CD-699A-410C-B194-D63E952D19ED}"/>
                    </a:ext>
                  </a:extLst>
                </p:cNvPr>
                <p:cNvCxnSpPr/>
                <p:nvPr/>
              </p:nvCxnSpPr>
              <p:spPr>
                <a:xfrm flipV="1">
                  <a:off x="7249637" y="3752911"/>
                  <a:ext cx="0" cy="812800"/>
                </a:xfrm>
                <a:prstGeom prst="line">
                  <a:avLst/>
                </a:prstGeom>
                <a:ln w="1524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49" name="组合 48">
                <a:extLst>
                  <a:ext uri="{FF2B5EF4-FFF2-40B4-BE49-F238E27FC236}">
                    <a16:creationId xmlns:a16="http://schemas.microsoft.com/office/drawing/2014/main" id="{C572816A-41A1-43CC-9DF5-61CCB3A95572}"/>
                  </a:ext>
                </a:extLst>
              </p:cNvPr>
              <p:cNvGrpSpPr/>
              <p:nvPr/>
            </p:nvGrpSpPr>
            <p:grpSpPr>
              <a:xfrm>
                <a:off x="1681643" y="1432378"/>
                <a:ext cx="8955675" cy="238462"/>
                <a:chOff x="1618162" y="3599500"/>
                <a:chExt cx="8955675" cy="238462"/>
              </a:xfrm>
            </p:grpSpPr>
            <p:cxnSp>
              <p:nvCxnSpPr>
                <p:cNvPr id="53" name="直接连接符 52">
                  <a:extLst>
                    <a:ext uri="{FF2B5EF4-FFF2-40B4-BE49-F238E27FC236}">
                      <a16:creationId xmlns:a16="http://schemas.microsoft.com/office/drawing/2014/main" id="{72FBCE1A-531B-4026-85CF-409CBDCED5B4}"/>
                    </a:ext>
                  </a:extLst>
                </p:cNvPr>
                <p:cNvCxnSpPr>
                  <a:cxnSpLocks/>
                </p:cNvCxnSpPr>
                <p:nvPr/>
              </p:nvCxnSpPr>
              <p:spPr>
                <a:xfrm>
                  <a:off x="1749794" y="3725200"/>
                  <a:ext cx="8622888" cy="0"/>
                </a:xfrm>
                <a:prstGeom prst="line">
                  <a:avLst/>
                </a:prstGeom>
                <a:ln w="152400">
                  <a:solidFill>
                    <a:schemeClr val="tx1"/>
                  </a:solidFill>
                </a:ln>
              </p:spPr>
              <p:style>
                <a:lnRef idx="1">
                  <a:schemeClr val="accent1"/>
                </a:lnRef>
                <a:fillRef idx="0">
                  <a:schemeClr val="accent1"/>
                </a:fillRef>
                <a:effectRef idx="0">
                  <a:schemeClr val="accent1"/>
                </a:effectRef>
                <a:fontRef idx="minor">
                  <a:schemeClr val="tx1"/>
                </a:fontRef>
              </p:style>
            </p:cxnSp>
            <p:sp>
              <p:nvSpPr>
                <p:cNvPr id="54" name="矩形 53">
                  <a:extLst>
                    <a:ext uri="{FF2B5EF4-FFF2-40B4-BE49-F238E27FC236}">
                      <a16:creationId xmlns:a16="http://schemas.microsoft.com/office/drawing/2014/main" id="{4B9E2748-1F8C-4F77-9D76-598BBFF5BA61}"/>
                    </a:ext>
                  </a:extLst>
                </p:cNvPr>
                <p:cNvSpPr/>
                <p:nvPr/>
              </p:nvSpPr>
              <p:spPr>
                <a:xfrm>
                  <a:off x="1618162" y="3599500"/>
                  <a:ext cx="225524" cy="225524"/>
                </a:xfrm>
                <a:prstGeom prst="rect">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55" name="矩形 54">
                  <a:extLst>
                    <a:ext uri="{FF2B5EF4-FFF2-40B4-BE49-F238E27FC236}">
                      <a16:creationId xmlns:a16="http://schemas.microsoft.com/office/drawing/2014/main" id="{E00EEA46-A625-4B76-BFFE-21C2C9F9B80E}"/>
                    </a:ext>
                  </a:extLst>
                </p:cNvPr>
                <p:cNvSpPr/>
                <p:nvPr/>
              </p:nvSpPr>
              <p:spPr>
                <a:xfrm>
                  <a:off x="10348313" y="3612438"/>
                  <a:ext cx="225524" cy="225524"/>
                </a:xfrm>
                <a:prstGeom prst="rect">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grpSp>
          <p:grpSp>
            <p:nvGrpSpPr>
              <p:cNvPr id="57" name="组合 56">
                <a:extLst>
                  <a:ext uri="{FF2B5EF4-FFF2-40B4-BE49-F238E27FC236}">
                    <a16:creationId xmlns:a16="http://schemas.microsoft.com/office/drawing/2014/main" id="{F6B7DB52-EBFA-4F8E-824F-32B547F778BB}"/>
                  </a:ext>
                </a:extLst>
              </p:cNvPr>
              <p:cNvGrpSpPr/>
              <p:nvPr/>
            </p:nvGrpSpPr>
            <p:grpSpPr>
              <a:xfrm>
                <a:off x="2038734" y="2225907"/>
                <a:ext cx="7852814" cy="641082"/>
                <a:chOff x="1968674" y="4445636"/>
                <a:chExt cx="7852814" cy="641082"/>
              </a:xfrm>
            </p:grpSpPr>
            <p:grpSp>
              <p:nvGrpSpPr>
                <p:cNvPr id="58" name="组合 57">
                  <a:extLst>
                    <a:ext uri="{FF2B5EF4-FFF2-40B4-BE49-F238E27FC236}">
                      <a16:creationId xmlns:a16="http://schemas.microsoft.com/office/drawing/2014/main" id="{95D9206A-094F-4E0E-8971-1BFE7EA2B0D1}"/>
                    </a:ext>
                  </a:extLst>
                </p:cNvPr>
                <p:cNvGrpSpPr/>
                <p:nvPr/>
              </p:nvGrpSpPr>
              <p:grpSpPr>
                <a:xfrm>
                  <a:off x="1968674" y="4445636"/>
                  <a:ext cx="662814" cy="641082"/>
                  <a:chOff x="812355" y="3422987"/>
                  <a:chExt cx="662814" cy="641082"/>
                </a:xfrm>
              </p:grpSpPr>
              <p:pic>
                <p:nvPicPr>
                  <p:cNvPr id="68" name="图形 67">
                    <a:extLst>
                      <a:ext uri="{FF2B5EF4-FFF2-40B4-BE49-F238E27FC236}">
                        <a16:creationId xmlns:a16="http://schemas.microsoft.com/office/drawing/2014/main" id="{57661E49-536F-4A3E-BD2C-9C26B8BC9C36}"/>
                      </a:ext>
                    </a:extLst>
                  </p:cNvPr>
                  <p:cNvPicPr>
                    <a:picLocks noChangeAspect="1"/>
                  </p:cNvPicPr>
                  <p:nvPr/>
                </p:nvPicPr>
                <p:blipFill>
                  <a:blip r:embed="rId3">
                    <a:extLst>
                      <a:ext uri="{28A0092B-C50C-407E-A947-70E740481C1C}">
                        <a14:useLocalDpi xmlns:a14="http://schemas.microsoft.com/office/drawing/2010/main" val="0"/>
                      </a:ext>
                      <a:ext uri="{96DAC541-7B7A-43D3-8B79-37D633B846F1}">
                        <asvg:svgBlip xmlns:asvg="http://schemas.microsoft.com/office/drawing/2016/SVG/main" r:embed="rId4"/>
                      </a:ext>
                    </a:extLst>
                  </a:blip>
                  <a:stretch>
                    <a:fillRect/>
                  </a:stretch>
                </p:blipFill>
                <p:spPr>
                  <a:xfrm>
                    <a:off x="812355" y="3422987"/>
                    <a:ext cx="662814" cy="641082"/>
                  </a:xfrm>
                  <a:prstGeom prst="rect">
                    <a:avLst/>
                  </a:prstGeom>
                </p:spPr>
              </p:pic>
              <p:sp>
                <p:nvSpPr>
                  <p:cNvPr id="69" name="文本框 68">
                    <a:extLst>
                      <a:ext uri="{FF2B5EF4-FFF2-40B4-BE49-F238E27FC236}">
                        <a16:creationId xmlns:a16="http://schemas.microsoft.com/office/drawing/2014/main" id="{983BE020-B6D3-4B7E-AFA3-02C3FF83F30E}"/>
                      </a:ext>
                    </a:extLst>
                  </p:cNvPr>
                  <p:cNvSpPr txBox="1"/>
                  <p:nvPr/>
                </p:nvSpPr>
                <p:spPr>
                  <a:xfrm>
                    <a:off x="1087044" y="3451320"/>
                    <a:ext cx="355235" cy="400110"/>
                  </a:xfrm>
                  <a:prstGeom prst="rect">
                    <a:avLst/>
                  </a:prstGeom>
                  <a:noFill/>
                </p:spPr>
                <p:txBody>
                  <a:bodyPr wrap="square" rtlCol="0">
                    <a:spAutoFit/>
                  </a:bodyPr>
                  <a:lstStyle/>
                  <a:p>
                    <a:pPr algn="ctr"/>
                    <a:r>
                      <a:rPr lang="en-US" altLang="zh-CN" sz="2000" b="1" dirty="0">
                        <a:solidFill>
                          <a:schemeClr val="bg1"/>
                        </a:solidFill>
                        <a:latin typeface="Arial Black" panose="020B0A04020102020204" pitchFamily="34" charset="0"/>
                        <a:ea typeface="+mj-ea"/>
                      </a:rPr>
                      <a:t>A</a:t>
                    </a:r>
                    <a:endParaRPr lang="zh-CN" altLang="en-US" sz="2000" b="1" dirty="0">
                      <a:solidFill>
                        <a:schemeClr val="bg1"/>
                      </a:solidFill>
                      <a:latin typeface="Arial Black" panose="020B0A04020102020204" pitchFamily="34" charset="0"/>
                      <a:ea typeface="+mj-ea"/>
                    </a:endParaRPr>
                  </a:p>
                </p:txBody>
              </p:sp>
            </p:grpSp>
            <p:grpSp>
              <p:nvGrpSpPr>
                <p:cNvPr id="59" name="组合 58">
                  <a:extLst>
                    <a:ext uri="{FF2B5EF4-FFF2-40B4-BE49-F238E27FC236}">
                      <a16:creationId xmlns:a16="http://schemas.microsoft.com/office/drawing/2014/main" id="{BDE7F200-EB10-4991-9BAD-A988781DCB09}"/>
                    </a:ext>
                  </a:extLst>
                </p:cNvPr>
                <p:cNvGrpSpPr/>
                <p:nvPr/>
              </p:nvGrpSpPr>
              <p:grpSpPr>
                <a:xfrm>
                  <a:off x="4365341" y="4445636"/>
                  <a:ext cx="662814" cy="641082"/>
                  <a:chOff x="3209022" y="3422987"/>
                  <a:chExt cx="662814" cy="641082"/>
                </a:xfrm>
              </p:grpSpPr>
              <p:pic>
                <p:nvPicPr>
                  <p:cNvPr id="66" name="图形 65">
                    <a:extLst>
                      <a:ext uri="{FF2B5EF4-FFF2-40B4-BE49-F238E27FC236}">
                        <a16:creationId xmlns:a16="http://schemas.microsoft.com/office/drawing/2014/main" id="{590F299D-2F3A-4E5F-B873-123C13713275}"/>
                      </a:ext>
                    </a:extLst>
                  </p:cNvPr>
                  <p:cNvPicPr>
                    <a:picLocks noChangeAspect="1"/>
                  </p:cNvPicPr>
                  <p:nvPr/>
                </p:nvPicPr>
                <p:blipFill>
                  <a:blip r:embed="rId3">
                    <a:extLst>
                      <a:ext uri="{28A0092B-C50C-407E-A947-70E740481C1C}">
                        <a14:useLocalDpi xmlns:a14="http://schemas.microsoft.com/office/drawing/2010/main" val="0"/>
                      </a:ext>
                      <a:ext uri="{96DAC541-7B7A-43D3-8B79-37D633B846F1}">
                        <asvg:svgBlip xmlns:asvg="http://schemas.microsoft.com/office/drawing/2016/SVG/main" r:embed="rId4"/>
                      </a:ext>
                    </a:extLst>
                  </a:blip>
                  <a:stretch>
                    <a:fillRect/>
                  </a:stretch>
                </p:blipFill>
                <p:spPr>
                  <a:xfrm>
                    <a:off x="3209022" y="3422987"/>
                    <a:ext cx="662814" cy="641082"/>
                  </a:xfrm>
                  <a:prstGeom prst="rect">
                    <a:avLst/>
                  </a:prstGeom>
                </p:spPr>
              </p:pic>
              <p:sp>
                <p:nvSpPr>
                  <p:cNvPr id="67" name="文本框 66">
                    <a:extLst>
                      <a:ext uri="{FF2B5EF4-FFF2-40B4-BE49-F238E27FC236}">
                        <a16:creationId xmlns:a16="http://schemas.microsoft.com/office/drawing/2014/main" id="{C7795584-B512-49F0-9293-F33214D4AE31}"/>
                      </a:ext>
                    </a:extLst>
                  </p:cNvPr>
                  <p:cNvSpPr txBox="1"/>
                  <p:nvPr/>
                </p:nvSpPr>
                <p:spPr>
                  <a:xfrm>
                    <a:off x="3490791" y="3451320"/>
                    <a:ext cx="355235" cy="400110"/>
                  </a:xfrm>
                  <a:prstGeom prst="rect">
                    <a:avLst/>
                  </a:prstGeom>
                  <a:noFill/>
                </p:spPr>
                <p:txBody>
                  <a:bodyPr wrap="square" rtlCol="0">
                    <a:spAutoFit/>
                  </a:bodyPr>
                  <a:lstStyle/>
                  <a:p>
                    <a:pPr algn="ctr"/>
                    <a:r>
                      <a:rPr lang="en-US" altLang="zh-CN" sz="2000" b="1" dirty="0">
                        <a:solidFill>
                          <a:schemeClr val="bg1"/>
                        </a:solidFill>
                        <a:latin typeface="Arial Black" panose="020B0A04020102020204" pitchFamily="34" charset="0"/>
                        <a:ea typeface="+mj-ea"/>
                      </a:rPr>
                      <a:t>B</a:t>
                    </a:r>
                    <a:endParaRPr lang="zh-CN" altLang="en-US" sz="2000" b="1" dirty="0">
                      <a:solidFill>
                        <a:schemeClr val="bg1"/>
                      </a:solidFill>
                      <a:latin typeface="Arial Black" panose="020B0A04020102020204" pitchFamily="34" charset="0"/>
                      <a:ea typeface="+mj-ea"/>
                    </a:endParaRPr>
                  </a:p>
                </p:txBody>
              </p:sp>
            </p:grpSp>
            <p:grpSp>
              <p:nvGrpSpPr>
                <p:cNvPr id="60" name="组合 59">
                  <a:extLst>
                    <a:ext uri="{FF2B5EF4-FFF2-40B4-BE49-F238E27FC236}">
                      <a16:creationId xmlns:a16="http://schemas.microsoft.com/office/drawing/2014/main" id="{4FE74B8F-6F78-4244-B24D-1188FF413F7C}"/>
                    </a:ext>
                  </a:extLst>
                </p:cNvPr>
                <p:cNvGrpSpPr/>
                <p:nvPr/>
              </p:nvGrpSpPr>
              <p:grpSpPr>
                <a:xfrm>
                  <a:off x="6762008" y="4445636"/>
                  <a:ext cx="662814" cy="641082"/>
                  <a:chOff x="5605689" y="3422987"/>
                  <a:chExt cx="662814" cy="641082"/>
                </a:xfrm>
              </p:grpSpPr>
              <p:pic>
                <p:nvPicPr>
                  <p:cNvPr id="64" name="图形 63">
                    <a:extLst>
                      <a:ext uri="{FF2B5EF4-FFF2-40B4-BE49-F238E27FC236}">
                        <a16:creationId xmlns:a16="http://schemas.microsoft.com/office/drawing/2014/main" id="{64FF7B51-4CE1-4326-A902-C877CDAD69B5}"/>
                      </a:ext>
                    </a:extLst>
                  </p:cNvPr>
                  <p:cNvPicPr>
                    <a:picLocks noChangeAspect="1"/>
                  </p:cNvPicPr>
                  <p:nvPr/>
                </p:nvPicPr>
                <p:blipFill>
                  <a:blip r:embed="rId3">
                    <a:extLst>
                      <a:ext uri="{28A0092B-C50C-407E-A947-70E740481C1C}">
                        <a14:useLocalDpi xmlns:a14="http://schemas.microsoft.com/office/drawing/2010/main" val="0"/>
                      </a:ext>
                      <a:ext uri="{96DAC541-7B7A-43D3-8B79-37D633B846F1}">
                        <asvg:svgBlip xmlns:asvg="http://schemas.microsoft.com/office/drawing/2016/SVG/main" r:embed="rId4"/>
                      </a:ext>
                    </a:extLst>
                  </a:blip>
                  <a:stretch>
                    <a:fillRect/>
                  </a:stretch>
                </p:blipFill>
                <p:spPr>
                  <a:xfrm>
                    <a:off x="5605689" y="3422987"/>
                    <a:ext cx="662814" cy="641082"/>
                  </a:xfrm>
                  <a:prstGeom prst="rect">
                    <a:avLst/>
                  </a:prstGeom>
                </p:spPr>
              </p:pic>
              <p:sp>
                <p:nvSpPr>
                  <p:cNvPr id="65" name="文本框 64">
                    <a:extLst>
                      <a:ext uri="{FF2B5EF4-FFF2-40B4-BE49-F238E27FC236}">
                        <a16:creationId xmlns:a16="http://schemas.microsoft.com/office/drawing/2014/main" id="{78AF58B7-7E04-4A67-85F0-FE0094BF9798}"/>
                      </a:ext>
                    </a:extLst>
                  </p:cNvPr>
                  <p:cNvSpPr txBox="1"/>
                  <p:nvPr/>
                </p:nvSpPr>
                <p:spPr>
                  <a:xfrm>
                    <a:off x="5885506" y="3451320"/>
                    <a:ext cx="355235" cy="400110"/>
                  </a:xfrm>
                  <a:prstGeom prst="rect">
                    <a:avLst/>
                  </a:prstGeom>
                  <a:noFill/>
                </p:spPr>
                <p:txBody>
                  <a:bodyPr wrap="square" rtlCol="0">
                    <a:spAutoFit/>
                  </a:bodyPr>
                  <a:lstStyle/>
                  <a:p>
                    <a:pPr algn="ctr"/>
                    <a:r>
                      <a:rPr lang="en-US" altLang="zh-CN" sz="2000" b="1" dirty="0">
                        <a:solidFill>
                          <a:schemeClr val="bg1"/>
                        </a:solidFill>
                        <a:latin typeface="Arial Black" panose="020B0A04020102020204" pitchFamily="34" charset="0"/>
                        <a:ea typeface="+mj-ea"/>
                      </a:rPr>
                      <a:t>C</a:t>
                    </a:r>
                    <a:endParaRPr lang="zh-CN" altLang="en-US" sz="2000" b="1" dirty="0">
                      <a:solidFill>
                        <a:schemeClr val="bg1"/>
                      </a:solidFill>
                      <a:latin typeface="Arial Black" panose="020B0A04020102020204" pitchFamily="34" charset="0"/>
                      <a:ea typeface="+mj-ea"/>
                    </a:endParaRPr>
                  </a:p>
                </p:txBody>
              </p:sp>
            </p:grpSp>
            <p:grpSp>
              <p:nvGrpSpPr>
                <p:cNvPr id="61" name="组合 60">
                  <a:extLst>
                    <a:ext uri="{FF2B5EF4-FFF2-40B4-BE49-F238E27FC236}">
                      <a16:creationId xmlns:a16="http://schemas.microsoft.com/office/drawing/2014/main" id="{530384D8-1CB0-4730-B8C7-1E6686DC57D0}"/>
                    </a:ext>
                  </a:extLst>
                </p:cNvPr>
                <p:cNvGrpSpPr/>
                <p:nvPr/>
              </p:nvGrpSpPr>
              <p:grpSpPr>
                <a:xfrm>
                  <a:off x="9158674" y="4445636"/>
                  <a:ext cx="662814" cy="641082"/>
                  <a:chOff x="8002355" y="3422987"/>
                  <a:chExt cx="662814" cy="641082"/>
                </a:xfrm>
              </p:grpSpPr>
              <p:pic>
                <p:nvPicPr>
                  <p:cNvPr id="62" name="图形 61">
                    <a:extLst>
                      <a:ext uri="{FF2B5EF4-FFF2-40B4-BE49-F238E27FC236}">
                        <a16:creationId xmlns:a16="http://schemas.microsoft.com/office/drawing/2014/main" id="{D612B3C9-4DBB-4F8A-A243-A129D4FCE939}"/>
                      </a:ext>
                    </a:extLst>
                  </p:cNvPr>
                  <p:cNvPicPr>
                    <a:picLocks noChangeAspect="1"/>
                  </p:cNvPicPr>
                  <p:nvPr/>
                </p:nvPicPr>
                <p:blipFill>
                  <a:blip r:embed="rId3">
                    <a:extLst>
                      <a:ext uri="{28A0092B-C50C-407E-A947-70E740481C1C}">
                        <a14:useLocalDpi xmlns:a14="http://schemas.microsoft.com/office/drawing/2010/main" val="0"/>
                      </a:ext>
                      <a:ext uri="{96DAC541-7B7A-43D3-8B79-37D633B846F1}">
                        <asvg:svgBlip xmlns:asvg="http://schemas.microsoft.com/office/drawing/2016/SVG/main" r:embed="rId4"/>
                      </a:ext>
                    </a:extLst>
                  </a:blip>
                  <a:stretch>
                    <a:fillRect/>
                  </a:stretch>
                </p:blipFill>
                <p:spPr>
                  <a:xfrm>
                    <a:off x="8002355" y="3422987"/>
                    <a:ext cx="662814" cy="641082"/>
                  </a:xfrm>
                  <a:prstGeom prst="rect">
                    <a:avLst/>
                  </a:prstGeom>
                </p:spPr>
              </p:pic>
              <p:sp>
                <p:nvSpPr>
                  <p:cNvPr id="63" name="文本框 62">
                    <a:extLst>
                      <a:ext uri="{FF2B5EF4-FFF2-40B4-BE49-F238E27FC236}">
                        <a16:creationId xmlns:a16="http://schemas.microsoft.com/office/drawing/2014/main" id="{563984B6-D108-4F35-8DC5-B2CCD455886F}"/>
                      </a:ext>
                    </a:extLst>
                  </p:cNvPr>
                  <p:cNvSpPr txBox="1"/>
                  <p:nvPr/>
                </p:nvSpPr>
                <p:spPr>
                  <a:xfrm>
                    <a:off x="8282675" y="3444742"/>
                    <a:ext cx="355235" cy="400110"/>
                  </a:xfrm>
                  <a:prstGeom prst="rect">
                    <a:avLst/>
                  </a:prstGeom>
                  <a:noFill/>
                </p:spPr>
                <p:txBody>
                  <a:bodyPr wrap="square" rtlCol="0">
                    <a:spAutoFit/>
                  </a:bodyPr>
                  <a:lstStyle/>
                  <a:p>
                    <a:pPr algn="ctr"/>
                    <a:r>
                      <a:rPr lang="en-US" altLang="zh-CN" sz="2000" b="1" dirty="0">
                        <a:solidFill>
                          <a:schemeClr val="bg1"/>
                        </a:solidFill>
                        <a:latin typeface="Arial Black" panose="020B0A04020102020204" pitchFamily="34" charset="0"/>
                        <a:ea typeface="+mj-ea"/>
                      </a:rPr>
                      <a:t>D</a:t>
                    </a:r>
                    <a:endParaRPr lang="zh-CN" altLang="en-US" sz="2000" b="1" dirty="0">
                      <a:solidFill>
                        <a:schemeClr val="bg1"/>
                      </a:solidFill>
                      <a:latin typeface="Arial Black" panose="020B0A04020102020204" pitchFamily="34" charset="0"/>
                      <a:ea typeface="+mj-ea"/>
                    </a:endParaRPr>
                  </a:p>
                </p:txBody>
              </p:sp>
            </p:grpSp>
          </p:grpSp>
        </p:grpSp>
        <p:sp>
          <p:nvSpPr>
            <p:cNvPr id="81" name="íşlïḍè">
              <a:extLst>
                <a:ext uri="{FF2B5EF4-FFF2-40B4-BE49-F238E27FC236}">
                  <a16:creationId xmlns:a16="http://schemas.microsoft.com/office/drawing/2014/main" id="{347F231C-261F-4437-B71E-BBBAD96BACD1}"/>
                </a:ext>
              </a:extLst>
            </p:cNvPr>
            <p:cNvSpPr txBox="1"/>
            <p:nvPr/>
          </p:nvSpPr>
          <p:spPr>
            <a:xfrm>
              <a:off x="4099680" y="2766598"/>
              <a:ext cx="3992640" cy="353992"/>
            </a:xfrm>
            <a:prstGeom prst="rect">
              <a:avLst/>
            </a:prstGeom>
            <a:noFill/>
          </p:spPr>
          <p:txBody>
            <a:bodyPr wrap="square" lIns="91440" tIns="45720" rIns="91440" bIns="45720" anchor="ctr">
              <a:noAutofit/>
            </a:bodyPr>
            <a:lstStyle/>
            <a:p>
              <a:pPr algn="ctr"/>
              <a:r>
                <a:rPr lang="zh-CN" altLang="en-US" b="1" dirty="0">
                  <a:latin typeface="Arial Narrow" panose="020B0606020202030204" pitchFamily="34" charset="0"/>
                </a:rPr>
                <a:t>使用细同轴电缆的共享总线型以太网</a:t>
              </a:r>
            </a:p>
          </p:txBody>
        </p:sp>
      </p:grpSp>
      <p:grpSp>
        <p:nvGrpSpPr>
          <p:cNvPr id="7" name="组合 6">
            <a:extLst>
              <a:ext uri="{FF2B5EF4-FFF2-40B4-BE49-F238E27FC236}">
                <a16:creationId xmlns:a16="http://schemas.microsoft.com/office/drawing/2014/main" id="{B394CED1-CD3C-4426-97C6-C7D6225E8A05}"/>
              </a:ext>
            </a:extLst>
          </p:cNvPr>
          <p:cNvGrpSpPr/>
          <p:nvPr/>
        </p:nvGrpSpPr>
        <p:grpSpPr>
          <a:xfrm>
            <a:off x="3576981" y="3586557"/>
            <a:ext cx="5080565" cy="2851882"/>
            <a:chOff x="3576981" y="3586557"/>
            <a:chExt cx="5080565" cy="2851882"/>
          </a:xfrm>
        </p:grpSpPr>
        <p:grpSp>
          <p:nvGrpSpPr>
            <p:cNvPr id="25" name="组合 24">
              <a:extLst>
                <a:ext uri="{FF2B5EF4-FFF2-40B4-BE49-F238E27FC236}">
                  <a16:creationId xmlns:a16="http://schemas.microsoft.com/office/drawing/2014/main" id="{20C21DAF-29D8-4A54-9151-6ADA13C8F073}"/>
                </a:ext>
              </a:extLst>
            </p:cNvPr>
            <p:cNvGrpSpPr/>
            <p:nvPr/>
          </p:nvGrpSpPr>
          <p:grpSpPr>
            <a:xfrm>
              <a:off x="4273944" y="3586557"/>
              <a:ext cx="3644111" cy="2478156"/>
              <a:chOff x="4196372" y="3030573"/>
              <a:chExt cx="3644111" cy="2478156"/>
            </a:xfrm>
          </p:grpSpPr>
          <p:sp>
            <p:nvSpPr>
              <p:cNvPr id="35" name="文本框 34">
                <a:extLst>
                  <a:ext uri="{FF2B5EF4-FFF2-40B4-BE49-F238E27FC236}">
                    <a16:creationId xmlns:a16="http://schemas.microsoft.com/office/drawing/2014/main" id="{0623CE4C-C0D6-46CE-9882-04BC8D27A7B7}"/>
                  </a:ext>
                </a:extLst>
              </p:cNvPr>
              <p:cNvSpPr txBox="1"/>
              <p:nvPr/>
            </p:nvSpPr>
            <p:spPr>
              <a:xfrm>
                <a:off x="5534884" y="3401936"/>
                <a:ext cx="1122232" cy="646331"/>
              </a:xfrm>
              <a:prstGeom prst="rect">
                <a:avLst/>
              </a:prstGeom>
              <a:noFill/>
            </p:spPr>
            <p:txBody>
              <a:bodyPr wrap="square" rtlCol="0">
                <a:spAutoFit/>
              </a:bodyPr>
              <a:lstStyle/>
              <a:p>
                <a:pPr algn="ctr"/>
                <a:r>
                  <a:rPr lang="zh-CN" altLang="en-US" b="1" dirty="0">
                    <a:latin typeface="Arial Narrow" panose="020B0606020202030204" pitchFamily="34" charset="0"/>
                  </a:rPr>
                  <a:t>集线器</a:t>
                </a:r>
                <a:endParaRPr lang="en-US" altLang="zh-CN" b="1" dirty="0">
                  <a:latin typeface="Arial Narrow" panose="020B0606020202030204" pitchFamily="34" charset="0"/>
                </a:endParaRPr>
              </a:p>
              <a:p>
                <a:pPr algn="ctr"/>
                <a:r>
                  <a:rPr lang="en-US" altLang="zh-CN" b="1" dirty="0">
                    <a:latin typeface="Arial Narrow" panose="020B0606020202030204" pitchFamily="34" charset="0"/>
                  </a:rPr>
                  <a:t>Hub</a:t>
                </a:r>
                <a:endParaRPr lang="zh-CN" altLang="en-US" b="1" dirty="0">
                  <a:latin typeface="Arial Narrow" panose="020B0606020202030204" pitchFamily="34" charset="0"/>
                </a:endParaRPr>
              </a:p>
            </p:txBody>
          </p:sp>
          <p:pic>
            <p:nvPicPr>
              <p:cNvPr id="36" name="图形 10">
                <a:extLst>
                  <a:ext uri="{FF2B5EF4-FFF2-40B4-BE49-F238E27FC236}">
                    <a16:creationId xmlns:a16="http://schemas.microsoft.com/office/drawing/2014/main" id="{8585C8A8-F46D-4C3F-9647-FA6BEEE3FB77}"/>
                  </a:ext>
                </a:extLst>
              </p:cNvPr>
              <p:cNvPicPr>
                <a:picLocks noChangeAspect="1"/>
              </p:cNvPicPr>
              <p:nvPr/>
            </p:nvPicPr>
            <p:blipFill>
              <a:blip r:embed="rId3">
                <a:extLst>
                  <a:ext uri="{28A0092B-C50C-407E-A947-70E740481C1C}">
                    <a14:useLocalDpi xmlns:a14="http://schemas.microsoft.com/office/drawing/2010/main" val="0"/>
                  </a:ext>
                  <a:ext uri="{96DAC541-7B7A-43D3-8B79-37D633B846F1}">
                    <asvg:svgBlip xmlns:asvg="http://schemas.microsoft.com/office/drawing/2016/SVG/main" r:embed="rId4"/>
                  </a:ext>
                </a:extLst>
              </a:blip>
              <a:stretch>
                <a:fillRect/>
              </a:stretch>
            </p:blipFill>
            <p:spPr>
              <a:xfrm>
                <a:off x="4351517" y="3030573"/>
                <a:ext cx="662814" cy="641082"/>
              </a:xfrm>
              <a:prstGeom prst="rect">
                <a:avLst/>
              </a:prstGeom>
            </p:spPr>
          </p:pic>
          <p:pic>
            <p:nvPicPr>
              <p:cNvPr id="38" name="图形 37">
                <a:extLst>
                  <a:ext uri="{FF2B5EF4-FFF2-40B4-BE49-F238E27FC236}">
                    <a16:creationId xmlns:a16="http://schemas.microsoft.com/office/drawing/2014/main" id="{B12626DA-152A-4BBE-9DCF-FB31F6FF019F}"/>
                  </a:ext>
                </a:extLst>
              </p:cNvPr>
              <p:cNvPicPr>
                <a:picLocks noChangeAspect="1"/>
              </p:cNvPicPr>
              <p:nvPr/>
            </p:nvPicPr>
            <p:blipFill>
              <a:blip r:embed="rId5">
                <a:extLst>
                  <a:ext uri="{28A0092B-C50C-407E-A947-70E740481C1C}">
                    <a14:useLocalDpi xmlns:a14="http://schemas.microsoft.com/office/drawing/2010/main" val="0"/>
                  </a:ext>
                  <a:ext uri="{96DAC541-7B7A-43D3-8B79-37D633B846F1}">
                    <asvg:svgBlip xmlns:asvg="http://schemas.microsoft.com/office/drawing/2016/SVG/main" r:embed="rId6"/>
                  </a:ext>
                </a:extLst>
              </a:blip>
              <a:stretch>
                <a:fillRect/>
              </a:stretch>
            </p:blipFill>
            <p:spPr>
              <a:xfrm>
                <a:off x="5169476" y="4038020"/>
                <a:ext cx="1853048" cy="463262"/>
              </a:xfrm>
              <a:prstGeom prst="rect">
                <a:avLst/>
              </a:prstGeom>
            </p:spPr>
          </p:pic>
          <p:pic>
            <p:nvPicPr>
              <p:cNvPr id="40" name="图形 10">
                <a:extLst>
                  <a:ext uri="{FF2B5EF4-FFF2-40B4-BE49-F238E27FC236}">
                    <a16:creationId xmlns:a16="http://schemas.microsoft.com/office/drawing/2014/main" id="{E325CD2E-C97C-4B16-A8BA-591FA0963BB2}"/>
                  </a:ext>
                </a:extLst>
              </p:cNvPr>
              <p:cNvPicPr>
                <a:picLocks noChangeAspect="1"/>
              </p:cNvPicPr>
              <p:nvPr/>
            </p:nvPicPr>
            <p:blipFill>
              <a:blip r:embed="rId3">
                <a:extLst>
                  <a:ext uri="{28A0092B-C50C-407E-A947-70E740481C1C}">
                    <a14:useLocalDpi xmlns:a14="http://schemas.microsoft.com/office/drawing/2010/main" val="0"/>
                  </a:ext>
                  <a:ext uri="{96DAC541-7B7A-43D3-8B79-37D633B846F1}">
                    <asvg:svgBlip xmlns:asvg="http://schemas.microsoft.com/office/drawing/2016/SVG/main" r:embed="rId4"/>
                  </a:ext>
                </a:extLst>
              </a:blip>
              <a:stretch>
                <a:fillRect/>
              </a:stretch>
            </p:blipFill>
            <p:spPr>
              <a:xfrm>
                <a:off x="4196372" y="4867647"/>
                <a:ext cx="662814" cy="641082"/>
              </a:xfrm>
              <a:prstGeom prst="rect">
                <a:avLst/>
              </a:prstGeom>
            </p:spPr>
          </p:pic>
          <p:cxnSp>
            <p:nvCxnSpPr>
              <p:cNvPr id="42" name="直接连接符 41">
                <a:extLst>
                  <a:ext uri="{FF2B5EF4-FFF2-40B4-BE49-F238E27FC236}">
                    <a16:creationId xmlns:a16="http://schemas.microsoft.com/office/drawing/2014/main" id="{D81E2E89-CA60-4D80-B330-AE742272ED1D}"/>
                  </a:ext>
                </a:extLst>
              </p:cNvPr>
              <p:cNvCxnSpPr>
                <a:cxnSpLocks/>
              </p:cNvCxnSpPr>
              <p:nvPr/>
            </p:nvCxnSpPr>
            <p:spPr>
              <a:xfrm>
                <a:off x="4944623" y="3491435"/>
                <a:ext cx="413280" cy="640515"/>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3" name="直接连接符 42">
                <a:extLst>
                  <a:ext uri="{FF2B5EF4-FFF2-40B4-BE49-F238E27FC236}">
                    <a16:creationId xmlns:a16="http://schemas.microsoft.com/office/drawing/2014/main" id="{D39720F7-4F7C-4316-881F-BBC986F3769D}"/>
                  </a:ext>
                </a:extLst>
              </p:cNvPr>
              <p:cNvCxnSpPr>
                <a:cxnSpLocks/>
              </p:cNvCxnSpPr>
              <p:nvPr/>
            </p:nvCxnSpPr>
            <p:spPr>
              <a:xfrm flipV="1">
                <a:off x="4784806" y="4427667"/>
                <a:ext cx="573097" cy="540981"/>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4" name="直接连接符 43">
                <a:extLst>
                  <a:ext uri="{FF2B5EF4-FFF2-40B4-BE49-F238E27FC236}">
                    <a16:creationId xmlns:a16="http://schemas.microsoft.com/office/drawing/2014/main" id="{F31BA4F1-FADB-4875-A53D-E0B195D13C79}"/>
                  </a:ext>
                </a:extLst>
              </p:cNvPr>
              <p:cNvCxnSpPr>
                <a:cxnSpLocks/>
              </p:cNvCxnSpPr>
              <p:nvPr/>
            </p:nvCxnSpPr>
            <p:spPr>
              <a:xfrm flipH="1">
                <a:off x="6657116" y="3491435"/>
                <a:ext cx="662842" cy="614596"/>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5" name="直接连接符 44">
                <a:extLst>
                  <a:ext uri="{FF2B5EF4-FFF2-40B4-BE49-F238E27FC236}">
                    <a16:creationId xmlns:a16="http://schemas.microsoft.com/office/drawing/2014/main" id="{95614D64-4D36-46E3-AFB1-49A8AA89A4A8}"/>
                  </a:ext>
                </a:extLst>
              </p:cNvPr>
              <p:cNvCxnSpPr>
                <a:cxnSpLocks/>
              </p:cNvCxnSpPr>
              <p:nvPr/>
            </p:nvCxnSpPr>
            <p:spPr>
              <a:xfrm>
                <a:off x="6647542" y="4427667"/>
                <a:ext cx="672416" cy="760521"/>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pic>
            <p:nvPicPr>
              <p:cNvPr id="39" name="图形 10">
                <a:extLst>
                  <a:ext uri="{FF2B5EF4-FFF2-40B4-BE49-F238E27FC236}">
                    <a16:creationId xmlns:a16="http://schemas.microsoft.com/office/drawing/2014/main" id="{076B9BB6-41E1-4E95-BD9F-2703F25E4EA6}"/>
                  </a:ext>
                </a:extLst>
              </p:cNvPr>
              <p:cNvPicPr>
                <a:picLocks noChangeAspect="1"/>
              </p:cNvPicPr>
              <p:nvPr/>
            </p:nvPicPr>
            <p:blipFill>
              <a:blip r:embed="rId3">
                <a:extLst>
                  <a:ext uri="{28A0092B-C50C-407E-A947-70E740481C1C}">
                    <a14:useLocalDpi xmlns:a14="http://schemas.microsoft.com/office/drawing/2010/main" val="0"/>
                  </a:ext>
                  <a:ext uri="{96DAC541-7B7A-43D3-8B79-37D633B846F1}">
                    <asvg:svgBlip xmlns:asvg="http://schemas.microsoft.com/office/drawing/2016/SVG/main" r:embed="rId4"/>
                  </a:ext>
                </a:extLst>
              </a:blip>
              <a:stretch>
                <a:fillRect/>
              </a:stretch>
            </p:blipFill>
            <p:spPr>
              <a:xfrm>
                <a:off x="7177669" y="3030573"/>
                <a:ext cx="662814" cy="641082"/>
              </a:xfrm>
              <a:prstGeom prst="rect">
                <a:avLst/>
              </a:prstGeom>
            </p:spPr>
          </p:pic>
          <p:pic>
            <p:nvPicPr>
              <p:cNvPr id="41" name="图形 10">
                <a:extLst>
                  <a:ext uri="{FF2B5EF4-FFF2-40B4-BE49-F238E27FC236}">
                    <a16:creationId xmlns:a16="http://schemas.microsoft.com/office/drawing/2014/main" id="{1AC5B18B-D23A-4D83-ACB2-7117ED6A059C}"/>
                  </a:ext>
                </a:extLst>
              </p:cNvPr>
              <p:cNvPicPr>
                <a:picLocks noChangeAspect="1"/>
              </p:cNvPicPr>
              <p:nvPr/>
            </p:nvPicPr>
            <p:blipFill>
              <a:blip r:embed="rId3">
                <a:extLst>
                  <a:ext uri="{28A0092B-C50C-407E-A947-70E740481C1C}">
                    <a14:useLocalDpi xmlns:a14="http://schemas.microsoft.com/office/drawing/2010/main" val="0"/>
                  </a:ext>
                  <a:ext uri="{96DAC541-7B7A-43D3-8B79-37D633B846F1}">
                    <asvg:svgBlip xmlns:asvg="http://schemas.microsoft.com/office/drawing/2016/SVG/main" r:embed="rId4"/>
                  </a:ext>
                </a:extLst>
              </a:blip>
              <a:stretch>
                <a:fillRect/>
              </a:stretch>
            </p:blipFill>
            <p:spPr>
              <a:xfrm>
                <a:off x="7022524" y="4867647"/>
                <a:ext cx="662814" cy="641082"/>
              </a:xfrm>
              <a:prstGeom prst="rect">
                <a:avLst/>
              </a:prstGeom>
            </p:spPr>
          </p:pic>
        </p:grpSp>
        <p:sp>
          <p:nvSpPr>
            <p:cNvPr id="82" name="íşlïḍè">
              <a:extLst>
                <a:ext uri="{FF2B5EF4-FFF2-40B4-BE49-F238E27FC236}">
                  <a16:creationId xmlns:a16="http://schemas.microsoft.com/office/drawing/2014/main" id="{E5206DCB-4F5F-4497-BFE2-8F25AF1C71F7}"/>
                </a:ext>
              </a:extLst>
            </p:cNvPr>
            <p:cNvSpPr txBox="1"/>
            <p:nvPr/>
          </p:nvSpPr>
          <p:spPr>
            <a:xfrm>
              <a:off x="3576981" y="6084447"/>
              <a:ext cx="5080565" cy="353992"/>
            </a:xfrm>
            <a:prstGeom prst="rect">
              <a:avLst/>
            </a:prstGeom>
            <a:noFill/>
          </p:spPr>
          <p:txBody>
            <a:bodyPr wrap="square" lIns="91440" tIns="45720" rIns="91440" bIns="45720" anchor="ctr">
              <a:noAutofit/>
            </a:bodyPr>
            <a:lstStyle/>
            <a:p>
              <a:r>
                <a:rPr lang="zh-CN" altLang="en-US" b="1" dirty="0">
                  <a:latin typeface="Arial Narrow" panose="020B0606020202030204" pitchFamily="34" charset="0"/>
                </a:rPr>
                <a:t>使用集线器和双绞线的星型拓扑的共享式以太网</a:t>
              </a:r>
            </a:p>
          </p:txBody>
        </p:sp>
        <p:sp>
          <p:nvSpPr>
            <p:cNvPr id="84" name="文本框 83">
              <a:extLst>
                <a:ext uri="{FF2B5EF4-FFF2-40B4-BE49-F238E27FC236}">
                  <a16:creationId xmlns:a16="http://schemas.microsoft.com/office/drawing/2014/main" id="{161BDF7A-6ADD-4AAC-9D91-718847022E28}"/>
                </a:ext>
              </a:extLst>
            </p:cNvPr>
            <p:cNvSpPr txBox="1"/>
            <p:nvPr/>
          </p:nvSpPr>
          <p:spPr>
            <a:xfrm>
              <a:off x="4698067" y="3607108"/>
              <a:ext cx="355235" cy="400110"/>
            </a:xfrm>
            <a:prstGeom prst="rect">
              <a:avLst/>
            </a:prstGeom>
            <a:noFill/>
          </p:spPr>
          <p:txBody>
            <a:bodyPr wrap="square" rtlCol="0">
              <a:spAutoFit/>
            </a:bodyPr>
            <a:lstStyle/>
            <a:p>
              <a:pPr algn="ctr"/>
              <a:r>
                <a:rPr lang="en-US" altLang="zh-CN" sz="2000" b="1" dirty="0">
                  <a:solidFill>
                    <a:schemeClr val="bg1"/>
                  </a:solidFill>
                  <a:latin typeface="Arial Black" panose="020B0A04020102020204" pitchFamily="34" charset="0"/>
                  <a:ea typeface="+mj-ea"/>
                </a:rPr>
                <a:t>A</a:t>
              </a:r>
              <a:endParaRPr lang="zh-CN" altLang="en-US" sz="2000" b="1" dirty="0">
                <a:solidFill>
                  <a:schemeClr val="bg1"/>
                </a:solidFill>
                <a:latin typeface="Arial Black" panose="020B0A04020102020204" pitchFamily="34" charset="0"/>
                <a:ea typeface="+mj-ea"/>
              </a:endParaRPr>
            </a:p>
          </p:txBody>
        </p:sp>
        <p:sp>
          <p:nvSpPr>
            <p:cNvPr id="85" name="文本框 84">
              <a:extLst>
                <a:ext uri="{FF2B5EF4-FFF2-40B4-BE49-F238E27FC236}">
                  <a16:creationId xmlns:a16="http://schemas.microsoft.com/office/drawing/2014/main" id="{957C35C7-716D-4309-B9BD-A3C29186E153}"/>
                </a:ext>
              </a:extLst>
            </p:cNvPr>
            <p:cNvSpPr txBox="1"/>
            <p:nvPr/>
          </p:nvSpPr>
          <p:spPr>
            <a:xfrm>
              <a:off x="7508147" y="3607108"/>
              <a:ext cx="355235" cy="400110"/>
            </a:xfrm>
            <a:prstGeom prst="rect">
              <a:avLst/>
            </a:prstGeom>
            <a:noFill/>
          </p:spPr>
          <p:txBody>
            <a:bodyPr wrap="square" rtlCol="0">
              <a:spAutoFit/>
            </a:bodyPr>
            <a:lstStyle/>
            <a:p>
              <a:pPr algn="ctr"/>
              <a:r>
                <a:rPr lang="en-US" altLang="zh-CN" sz="2000" b="1" dirty="0">
                  <a:solidFill>
                    <a:schemeClr val="bg1"/>
                  </a:solidFill>
                  <a:latin typeface="Arial Black" panose="020B0A04020102020204" pitchFamily="34" charset="0"/>
                  <a:ea typeface="+mj-ea"/>
                </a:rPr>
                <a:t>B</a:t>
              </a:r>
              <a:endParaRPr lang="zh-CN" altLang="en-US" sz="2000" b="1" dirty="0">
                <a:solidFill>
                  <a:schemeClr val="bg1"/>
                </a:solidFill>
                <a:latin typeface="Arial Black" panose="020B0A04020102020204" pitchFamily="34" charset="0"/>
                <a:ea typeface="+mj-ea"/>
              </a:endParaRPr>
            </a:p>
          </p:txBody>
        </p:sp>
        <p:sp>
          <p:nvSpPr>
            <p:cNvPr id="86" name="文本框 85">
              <a:extLst>
                <a:ext uri="{FF2B5EF4-FFF2-40B4-BE49-F238E27FC236}">
                  <a16:creationId xmlns:a16="http://schemas.microsoft.com/office/drawing/2014/main" id="{7220DA98-C796-47C4-B48A-74F1A12D0398}"/>
                </a:ext>
              </a:extLst>
            </p:cNvPr>
            <p:cNvSpPr txBox="1"/>
            <p:nvPr/>
          </p:nvSpPr>
          <p:spPr>
            <a:xfrm>
              <a:off x="7384374" y="5451319"/>
              <a:ext cx="355235" cy="400110"/>
            </a:xfrm>
            <a:prstGeom prst="rect">
              <a:avLst/>
            </a:prstGeom>
            <a:noFill/>
          </p:spPr>
          <p:txBody>
            <a:bodyPr wrap="square" rtlCol="0">
              <a:spAutoFit/>
            </a:bodyPr>
            <a:lstStyle/>
            <a:p>
              <a:pPr algn="ctr"/>
              <a:r>
                <a:rPr lang="en-US" altLang="zh-CN" sz="2000" b="1" dirty="0">
                  <a:solidFill>
                    <a:schemeClr val="bg1"/>
                  </a:solidFill>
                  <a:latin typeface="Arial Black" panose="020B0A04020102020204" pitchFamily="34" charset="0"/>
                  <a:ea typeface="+mj-ea"/>
                </a:rPr>
                <a:t>C</a:t>
              </a:r>
              <a:endParaRPr lang="zh-CN" altLang="en-US" sz="2000" b="1" dirty="0">
                <a:solidFill>
                  <a:schemeClr val="bg1"/>
                </a:solidFill>
                <a:latin typeface="Arial Black" panose="020B0A04020102020204" pitchFamily="34" charset="0"/>
                <a:ea typeface="+mj-ea"/>
              </a:endParaRPr>
            </a:p>
          </p:txBody>
        </p:sp>
        <p:sp>
          <p:nvSpPr>
            <p:cNvPr id="87" name="文本框 86">
              <a:extLst>
                <a:ext uri="{FF2B5EF4-FFF2-40B4-BE49-F238E27FC236}">
                  <a16:creationId xmlns:a16="http://schemas.microsoft.com/office/drawing/2014/main" id="{560A76DE-F060-45AA-9191-AC0641C16BDA}"/>
                </a:ext>
              </a:extLst>
            </p:cNvPr>
            <p:cNvSpPr txBox="1"/>
            <p:nvPr/>
          </p:nvSpPr>
          <p:spPr>
            <a:xfrm>
              <a:off x="4565105" y="5451319"/>
              <a:ext cx="355235" cy="400110"/>
            </a:xfrm>
            <a:prstGeom prst="rect">
              <a:avLst/>
            </a:prstGeom>
            <a:noFill/>
          </p:spPr>
          <p:txBody>
            <a:bodyPr wrap="square" rtlCol="0">
              <a:spAutoFit/>
            </a:bodyPr>
            <a:lstStyle/>
            <a:p>
              <a:pPr algn="ctr"/>
              <a:r>
                <a:rPr lang="en-US" altLang="zh-CN" sz="2000" b="1" dirty="0">
                  <a:solidFill>
                    <a:schemeClr val="bg1"/>
                  </a:solidFill>
                  <a:latin typeface="Arial Black" panose="020B0A04020102020204" pitchFamily="34" charset="0"/>
                  <a:ea typeface="+mj-ea"/>
                </a:rPr>
                <a:t>D</a:t>
              </a:r>
              <a:endParaRPr lang="zh-CN" altLang="en-US" sz="2000" b="1" dirty="0">
                <a:solidFill>
                  <a:schemeClr val="bg1"/>
                </a:solidFill>
                <a:latin typeface="Arial Black" panose="020B0A04020102020204" pitchFamily="34" charset="0"/>
                <a:ea typeface="+mj-ea"/>
              </a:endParaRPr>
            </a:p>
          </p:txBody>
        </p:sp>
      </p:grpSp>
      <p:grpSp>
        <p:nvGrpSpPr>
          <p:cNvPr id="13" name="组合 12">
            <a:extLst>
              <a:ext uri="{FF2B5EF4-FFF2-40B4-BE49-F238E27FC236}">
                <a16:creationId xmlns:a16="http://schemas.microsoft.com/office/drawing/2014/main" id="{59599594-1CA2-4FD1-83B2-8FC051C10520}"/>
              </a:ext>
            </a:extLst>
          </p:cNvPr>
          <p:cNvGrpSpPr/>
          <p:nvPr/>
        </p:nvGrpSpPr>
        <p:grpSpPr>
          <a:xfrm>
            <a:off x="285434" y="3212501"/>
            <a:ext cx="3846221" cy="2189634"/>
            <a:chOff x="285434" y="3212501"/>
            <a:chExt cx="3846221" cy="2189634"/>
          </a:xfrm>
        </p:grpSpPr>
        <p:sp>
          <p:nvSpPr>
            <p:cNvPr id="8" name="矩形 7">
              <a:extLst>
                <a:ext uri="{FF2B5EF4-FFF2-40B4-BE49-F238E27FC236}">
                  <a16:creationId xmlns:a16="http://schemas.microsoft.com/office/drawing/2014/main" id="{7C768B7F-6196-4C85-9E57-CF48D4DDD891}"/>
                </a:ext>
              </a:extLst>
            </p:cNvPr>
            <p:cNvSpPr/>
            <p:nvPr/>
          </p:nvSpPr>
          <p:spPr>
            <a:xfrm>
              <a:off x="285434" y="3212501"/>
              <a:ext cx="2728646" cy="2189634"/>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nSpc>
                  <a:spcPct val="150000"/>
                </a:lnSpc>
              </a:pPr>
              <a:r>
                <a:rPr lang="zh-CN" altLang="en-US" b="1" dirty="0">
                  <a:latin typeface="+mn-ea"/>
                </a:rPr>
                <a:t>物理拓扑不相同，</a:t>
              </a:r>
              <a:endParaRPr lang="en-US" altLang="zh-CN" b="1" dirty="0">
                <a:latin typeface="+mn-ea"/>
              </a:endParaRPr>
            </a:p>
            <a:p>
              <a:pPr>
                <a:lnSpc>
                  <a:spcPct val="150000"/>
                </a:lnSpc>
              </a:pPr>
              <a:r>
                <a:rPr lang="zh-CN" altLang="en-US" b="1" dirty="0">
                  <a:latin typeface="+mn-ea"/>
                </a:rPr>
                <a:t>但工作逻辑相同，</a:t>
              </a:r>
              <a:endParaRPr lang="en-US" altLang="zh-CN" b="1" dirty="0">
                <a:latin typeface="+mn-ea"/>
              </a:endParaRPr>
            </a:p>
            <a:p>
              <a:pPr>
                <a:lnSpc>
                  <a:spcPct val="150000"/>
                </a:lnSpc>
              </a:pPr>
              <a:r>
                <a:rPr lang="zh-CN" altLang="en-US" b="1" dirty="0">
                  <a:latin typeface="+mn-ea"/>
                </a:rPr>
                <a:t>网络中的各站点都使用</a:t>
              </a:r>
              <a:r>
                <a:rPr lang="en-US" altLang="zh-CN" b="1" dirty="0">
                  <a:latin typeface="+mn-ea"/>
                </a:rPr>
                <a:t>CSMA/CD</a:t>
              </a:r>
              <a:r>
                <a:rPr lang="zh-CN" altLang="en-US" b="1" dirty="0">
                  <a:latin typeface="+mn-ea"/>
                </a:rPr>
                <a:t>协议来共享（争用）网络资源</a:t>
              </a:r>
            </a:p>
          </p:txBody>
        </p:sp>
        <p:cxnSp>
          <p:nvCxnSpPr>
            <p:cNvPr id="10" name="直接箭头连接符 9">
              <a:extLst>
                <a:ext uri="{FF2B5EF4-FFF2-40B4-BE49-F238E27FC236}">
                  <a16:creationId xmlns:a16="http://schemas.microsoft.com/office/drawing/2014/main" id="{D8642D1E-239C-43B5-B2B7-30CAC2678226}"/>
                </a:ext>
              </a:extLst>
            </p:cNvPr>
            <p:cNvCxnSpPr>
              <a:cxnSpLocks/>
              <a:stCxn id="8" idx="3"/>
            </p:cNvCxnSpPr>
            <p:nvPr/>
          </p:nvCxnSpPr>
          <p:spPr>
            <a:xfrm flipV="1">
              <a:off x="3014080" y="3225521"/>
              <a:ext cx="1071437" cy="1081797"/>
            </a:xfrm>
            <a:prstGeom prst="straightConnector1">
              <a:avLst/>
            </a:prstGeom>
            <a:ln w="25400">
              <a:solidFill>
                <a:schemeClr val="tx1"/>
              </a:solidFill>
              <a:tailEnd type="triangle"/>
            </a:ln>
          </p:spPr>
          <p:style>
            <a:lnRef idx="1">
              <a:schemeClr val="accent1"/>
            </a:lnRef>
            <a:fillRef idx="0">
              <a:schemeClr val="accent1"/>
            </a:fillRef>
            <a:effectRef idx="0">
              <a:schemeClr val="accent1"/>
            </a:effectRef>
            <a:fontRef idx="minor">
              <a:schemeClr val="tx1"/>
            </a:fontRef>
          </p:style>
        </p:cxnSp>
        <p:cxnSp>
          <p:nvCxnSpPr>
            <p:cNvPr id="50" name="直接箭头连接符 49">
              <a:extLst>
                <a:ext uri="{FF2B5EF4-FFF2-40B4-BE49-F238E27FC236}">
                  <a16:creationId xmlns:a16="http://schemas.microsoft.com/office/drawing/2014/main" id="{CD169609-FC53-4E01-BED5-0A8986562E54}"/>
                </a:ext>
              </a:extLst>
            </p:cNvPr>
            <p:cNvCxnSpPr>
              <a:cxnSpLocks/>
              <a:stCxn id="8" idx="3"/>
            </p:cNvCxnSpPr>
            <p:nvPr/>
          </p:nvCxnSpPr>
          <p:spPr>
            <a:xfrm>
              <a:off x="3014080" y="4307318"/>
              <a:ext cx="1117575" cy="867176"/>
            </a:xfrm>
            <a:prstGeom prst="straightConnector1">
              <a:avLst/>
            </a:prstGeom>
            <a:ln w="25400">
              <a:solidFill>
                <a:schemeClr val="tx1"/>
              </a:solidFill>
              <a:tailEnd type="triangle"/>
            </a:ln>
          </p:spPr>
          <p:style>
            <a:lnRef idx="1">
              <a:schemeClr val="accent1"/>
            </a:lnRef>
            <a:fillRef idx="0">
              <a:schemeClr val="accent1"/>
            </a:fillRef>
            <a:effectRef idx="0">
              <a:schemeClr val="accent1"/>
            </a:effectRef>
            <a:fontRef idx="minor">
              <a:schemeClr val="tx1"/>
            </a:fontRef>
          </p:style>
        </p:cxnSp>
      </p:grpSp>
      <p:grpSp>
        <p:nvGrpSpPr>
          <p:cNvPr id="22" name="组合 21">
            <a:extLst>
              <a:ext uri="{FF2B5EF4-FFF2-40B4-BE49-F238E27FC236}">
                <a16:creationId xmlns:a16="http://schemas.microsoft.com/office/drawing/2014/main" id="{DAA70128-DE6F-4BBA-ABD7-868E615719B4}"/>
              </a:ext>
            </a:extLst>
          </p:cNvPr>
          <p:cNvGrpSpPr/>
          <p:nvPr/>
        </p:nvGrpSpPr>
        <p:grpSpPr>
          <a:xfrm>
            <a:off x="2757044" y="2115170"/>
            <a:ext cx="1601784" cy="363002"/>
            <a:chOff x="2648672" y="2115170"/>
            <a:chExt cx="1601784" cy="363002"/>
          </a:xfrm>
        </p:grpSpPr>
        <p:cxnSp>
          <p:nvCxnSpPr>
            <p:cNvPr id="21" name="直接箭头连接符 20">
              <a:extLst>
                <a:ext uri="{FF2B5EF4-FFF2-40B4-BE49-F238E27FC236}">
                  <a16:creationId xmlns:a16="http://schemas.microsoft.com/office/drawing/2014/main" id="{33DFB466-B10D-4749-8F8A-C562FBD08E99}"/>
                </a:ext>
              </a:extLst>
            </p:cNvPr>
            <p:cNvCxnSpPr/>
            <p:nvPr/>
          </p:nvCxnSpPr>
          <p:spPr>
            <a:xfrm>
              <a:off x="2648672" y="2478172"/>
              <a:ext cx="1601784" cy="0"/>
            </a:xfrm>
            <a:prstGeom prst="straightConnector1">
              <a:avLst/>
            </a:prstGeom>
            <a:ln w="38100">
              <a:solidFill>
                <a:schemeClr val="tx1"/>
              </a:solidFill>
              <a:prstDash val="dash"/>
              <a:tailEnd type="triangle"/>
            </a:ln>
          </p:spPr>
          <p:style>
            <a:lnRef idx="1">
              <a:schemeClr val="accent1"/>
            </a:lnRef>
            <a:fillRef idx="0">
              <a:schemeClr val="accent1"/>
            </a:fillRef>
            <a:effectRef idx="0">
              <a:schemeClr val="accent1"/>
            </a:effectRef>
            <a:fontRef idx="minor">
              <a:schemeClr val="tx1"/>
            </a:fontRef>
          </p:style>
        </p:cxnSp>
        <p:sp>
          <p:nvSpPr>
            <p:cNvPr id="70" name="íşlïḍè">
              <a:extLst>
                <a:ext uri="{FF2B5EF4-FFF2-40B4-BE49-F238E27FC236}">
                  <a16:creationId xmlns:a16="http://schemas.microsoft.com/office/drawing/2014/main" id="{08077CD8-BCBF-494C-9DAC-4040899A9690}"/>
                </a:ext>
              </a:extLst>
            </p:cNvPr>
            <p:cNvSpPr txBox="1"/>
            <p:nvPr/>
          </p:nvSpPr>
          <p:spPr>
            <a:xfrm>
              <a:off x="2932583" y="2115170"/>
              <a:ext cx="879320" cy="353992"/>
            </a:xfrm>
            <a:prstGeom prst="rect">
              <a:avLst/>
            </a:prstGeom>
            <a:noFill/>
          </p:spPr>
          <p:txBody>
            <a:bodyPr wrap="square" lIns="91440" tIns="45720" rIns="91440" bIns="45720" anchor="ctr">
              <a:noAutofit/>
            </a:bodyPr>
            <a:lstStyle/>
            <a:p>
              <a:pPr algn="ctr"/>
              <a:r>
                <a:rPr lang="zh-CN" altLang="en-US" b="1" dirty="0">
                  <a:latin typeface="Arial Narrow" panose="020B0606020202030204" pitchFamily="34" charset="0"/>
                </a:rPr>
                <a:t>发送帧</a:t>
              </a:r>
            </a:p>
          </p:txBody>
        </p:sp>
      </p:grpSp>
      <p:grpSp>
        <p:nvGrpSpPr>
          <p:cNvPr id="71" name="组合 70">
            <a:extLst>
              <a:ext uri="{FF2B5EF4-FFF2-40B4-BE49-F238E27FC236}">
                <a16:creationId xmlns:a16="http://schemas.microsoft.com/office/drawing/2014/main" id="{35796763-9880-4F06-97F0-F96BEFCDB929}"/>
              </a:ext>
            </a:extLst>
          </p:cNvPr>
          <p:cNvGrpSpPr/>
          <p:nvPr/>
        </p:nvGrpSpPr>
        <p:grpSpPr>
          <a:xfrm>
            <a:off x="5177418" y="3452679"/>
            <a:ext cx="2048603" cy="363002"/>
            <a:chOff x="2648672" y="2115170"/>
            <a:chExt cx="2048603" cy="363002"/>
          </a:xfrm>
        </p:grpSpPr>
        <p:cxnSp>
          <p:nvCxnSpPr>
            <p:cNvPr id="72" name="直接箭头连接符 71">
              <a:extLst>
                <a:ext uri="{FF2B5EF4-FFF2-40B4-BE49-F238E27FC236}">
                  <a16:creationId xmlns:a16="http://schemas.microsoft.com/office/drawing/2014/main" id="{C01A6254-DC79-444E-A809-209AA022640B}"/>
                </a:ext>
              </a:extLst>
            </p:cNvPr>
            <p:cNvCxnSpPr>
              <a:cxnSpLocks/>
            </p:cNvCxnSpPr>
            <p:nvPr/>
          </p:nvCxnSpPr>
          <p:spPr>
            <a:xfrm>
              <a:off x="2648672" y="2478172"/>
              <a:ext cx="2048603" cy="0"/>
            </a:xfrm>
            <a:prstGeom prst="straightConnector1">
              <a:avLst/>
            </a:prstGeom>
            <a:ln w="38100">
              <a:solidFill>
                <a:schemeClr val="tx1"/>
              </a:solidFill>
              <a:prstDash val="dash"/>
              <a:tailEnd type="triangle"/>
            </a:ln>
          </p:spPr>
          <p:style>
            <a:lnRef idx="1">
              <a:schemeClr val="accent1"/>
            </a:lnRef>
            <a:fillRef idx="0">
              <a:schemeClr val="accent1"/>
            </a:fillRef>
            <a:effectRef idx="0">
              <a:schemeClr val="accent1"/>
            </a:effectRef>
            <a:fontRef idx="minor">
              <a:schemeClr val="tx1"/>
            </a:fontRef>
          </p:style>
        </p:cxnSp>
        <p:sp>
          <p:nvSpPr>
            <p:cNvPr id="73" name="íşlïḍè">
              <a:extLst>
                <a:ext uri="{FF2B5EF4-FFF2-40B4-BE49-F238E27FC236}">
                  <a16:creationId xmlns:a16="http://schemas.microsoft.com/office/drawing/2014/main" id="{D2AC119E-23F9-4C8D-B745-94C58033190E}"/>
                </a:ext>
              </a:extLst>
            </p:cNvPr>
            <p:cNvSpPr txBox="1"/>
            <p:nvPr/>
          </p:nvSpPr>
          <p:spPr>
            <a:xfrm>
              <a:off x="3237383" y="2115170"/>
              <a:ext cx="879320" cy="353992"/>
            </a:xfrm>
            <a:prstGeom prst="rect">
              <a:avLst/>
            </a:prstGeom>
            <a:noFill/>
          </p:spPr>
          <p:txBody>
            <a:bodyPr wrap="square" lIns="91440" tIns="45720" rIns="91440" bIns="45720" anchor="ctr">
              <a:noAutofit/>
            </a:bodyPr>
            <a:lstStyle/>
            <a:p>
              <a:pPr algn="ctr"/>
              <a:r>
                <a:rPr lang="zh-CN" altLang="en-US" b="1" dirty="0">
                  <a:latin typeface="Arial Narrow" panose="020B0606020202030204" pitchFamily="34" charset="0"/>
                </a:rPr>
                <a:t>发送帧</a:t>
              </a:r>
            </a:p>
          </p:txBody>
        </p:sp>
      </p:grpSp>
      <p:cxnSp>
        <p:nvCxnSpPr>
          <p:cNvPr id="74" name="直接箭头连接符 73">
            <a:extLst>
              <a:ext uri="{FF2B5EF4-FFF2-40B4-BE49-F238E27FC236}">
                <a16:creationId xmlns:a16="http://schemas.microsoft.com/office/drawing/2014/main" id="{8E444AE1-77EA-41DF-B608-840C317CEE0D}"/>
              </a:ext>
            </a:extLst>
          </p:cNvPr>
          <p:cNvCxnSpPr>
            <a:cxnSpLocks/>
          </p:cNvCxnSpPr>
          <p:nvPr/>
        </p:nvCxnSpPr>
        <p:spPr>
          <a:xfrm flipV="1">
            <a:off x="2458770" y="1429771"/>
            <a:ext cx="0" cy="773654"/>
          </a:xfrm>
          <a:prstGeom prst="straightConnector1">
            <a:avLst/>
          </a:prstGeom>
          <a:ln w="50800" cap="rnd">
            <a:solidFill>
              <a:schemeClr val="accent6"/>
            </a:solidFill>
            <a:round/>
            <a:tailEnd type="triangle" w="med" len="med"/>
          </a:ln>
        </p:spPr>
        <p:style>
          <a:lnRef idx="1">
            <a:schemeClr val="accent1"/>
          </a:lnRef>
          <a:fillRef idx="0">
            <a:schemeClr val="accent1"/>
          </a:fillRef>
          <a:effectRef idx="0">
            <a:schemeClr val="accent1"/>
          </a:effectRef>
          <a:fontRef idx="minor">
            <a:schemeClr val="tx1"/>
          </a:fontRef>
        </p:style>
      </p:cxnSp>
      <p:cxnSp>
        <p:nvCxnSpPr>
          <p:cNvPr id="75" name="直接箭头连接符 74">
            <a:extLst>
              <a:ext uri="{FF2B5EF4-FFF2-40B4-BE49-F238E27FC236}">
                <a16:creationId xmlns:a16="http://schemas.microsoft.com/office/drawing/2014/main" id="{57B47174-7DA1-45CB-8D2E-1F2724AA0866}"/>
              </a:ext>
            </a:extLst>
          </p:cNvPr>
          <p:cNvCxnSpPr>
            <a:cxnSpLocks/>
          </p:cNvCxnSpPr>
          <p:nvPr/>
        </p:nvCxnSpPr>
        <p:spPr>
          <a:xfrm flipV="1">
            <a:off x="2444388" y="1449287"/>
            <a:ext cx="7903925" cy="6056"/>
          </a:xfrm>
          <a:prstGeom prst="straightConnector1">
            <a:avLst/>
          </a:prstGeom>
          <a:ln w="50800" cap="rnd">
            <a:solidFill>
              <a:schemeClr val="accent6"/>
            </a:solidFill>
            <a:round/>
            <a:tailEnd type="triangle" w="med" len="med"/>
          </a:ln>
        </p:spPr>
        <p:style>
          <a:lnRef idx="1">
            <a:schemeClr val="accent1"/>
          </a:lnRef>
          <a:fillRef idx="0">
            <a:schemeClr val="accent1"/>
          </a:fillRef>
          <a:effectRef idx="0">
            <a:schemeClr val="accent1"/>
          </a:effectRef>
          <a:fontRef idx="minor">
            <a:schemeClr val="tx1"/>
          </a:fontRef>
        </p:style>
      </p:cxnSp>
      <p:cxnSp>
        <p:nvCxnSpPr>
          <p:cNvPr id="76" name="直接箭头连接符 75">
            <a:extLst>
              <a:ext uri="{FF2B5EF4-FFF2-40B4-BE49-F238E27FC236}">
                <a16:creationId xmlns:a16="http://schemas.microsoft.com/office/drawing/2014/main" id="{71FB0216-28BD-4CA5-B7F6-D596A11986D5}"/>
              </a:ext>
            </a:extLst>
          </p:cNvPr>
          <p:cNvCxnSpPr>
            <a:cxnSpLocks/>
          </p:cNvCxnSpPr>
          <p:nvPr/>
        </p:nvCxnSpPr>
        <p:spPr>
          <a:xfrm>
            <a:off x="4880794" y="1456083"/>
            <a:ext cx="0" cy="773654"/>
          </a:xfrm>
          <a:prstGeom prst="straightConnector1">
            <a:avLst/>
          </a:prstGeom>
          <a:ln w="50800" cap="rnd">
            <a:solidFill>
              <a:schemeClr val="accent6"/>
            </a:solidFill>
            <a:round/>
            <a:tailEnd type="triangle" w="med" len="med"/>
          </a:ln>
        </p:spPr>
        <p:style>
          <a:lnRef idx="1">
            <a:schemeClr val="accent1"/>
          </a:lnRef>
          <a:fillRef idx="0">
            <a:schemeClr val="accent1"/>
          </a:fillRef>
          <a:effectRef idx="0">
            <a:schemeClr val="accent1"/>
          </a:effectRef>
          <a:fontRef idx="minor">
            <a:schemeClr val="tx1"/>
          </a:fontRef>
        </p:style>
      </p:cxnSp>
      <p:cxnSp>
        <p:nvCxnSpPr>
          <p:cNvPr id="77" name="直接箭头连接符 76">
            <a:extLst>
              <a:ext uri="{FF2B5EF4-FFF2-40B4-BE49-F238E27FC236}">
                <a16:creationId xmlns:a16="http://schemas.microsoft.com/office/drawing/2014/main" id="{2D170BC1-7087-4CD8-8F35-9E3DB921D174}"/>
              </a:ext>
            </a:extLst>
          </p:cNvPr>
          <p:cNvCxnSpPr>
            <a:cxnSpLocks/>
          </p:cNvCxnSpPr>
          <p:nvPr/>
        </p:nvCxnSpPr>
        <p:spPr>
          <a:xfrm>
            <a:off x="7249637" y="1456083"/>
            <a:ext cx="0" cy="773654"/>
          </a:xfrm>
          <a:prstGeom prst="straightConnector1">
            <a:avLst/>
          </a:prstGeom>
          <a:ln w="50800" cap="rnd">
            <a:solidFill>
              <a:schemeClr val="accent6"/>
            </a:solidFill>
            <a:round/>
            <a:tailEnd type="triangle" w="med" len="med"/>
          </a:ln>
        </p:spPr>
        <p:style>
          <a:lnRef idx="1">
            <a:schemeClr val="accent1"/>
          </a:lnRef>
          <a:fillRef idx="0">
            <a:schemeClr val="accent1"/>
          </a:fillRef>
          <a:effectRef idx="0">
            <a:schemeClr val="accent1"/>
          </a:effectRef>
          <a:fontRef idx="minor">
            <a:schemeClr val="tx1"/>
          </a:fontRef>
        </p:style>
      </p:cxnSp>
      <p:cxnSp>
        <p:nvCxnSpPr>
          <p:cNvPr id="78" name="直接箭头连接符 77">
            <a:extLst>
              <a:ext uri="{FF2B5EF4-FFF2-40B4-BE49-F238E27FC236}">
                <a16:creationId xmlns:a16="http://schemas.microsoft.com/office/drawing/2014/main" id="{6FAAF786-D2D5-40F0-90E6-BCE13E7CD23C}"/>
              </a:ext>
            </a:extLst>
          </p:cNvPr>
          <p:cNvCxnSpPr>
            <a:cxnSpLocks/>
          </p:cNvCxnSpPr>
          <p:nvPr/>
        </p:nvCxnSpPr>
        <p:spPr>
          <a:xfrm>
            <a:off x="9642649" y="1456083"/>
            <a:ext cx="0" cy="773654"/>
          </a:xfrm>
          <a:prstGeom prst="straightConnector1">
            <a:avLst/>
          </a:prstGeom>
          <a:ln w="50800" cap="rnd">
            <a:solidFill>
              <a:schemeClr val="accent6"/>
            </a:solidFill>
            <a:round/>
            <a:tailEnd type="triangle" w="med" len="med"/>
          </a:ln>
        </p:spPr>
        <p:style>
          <a:lnRef idx="1">
            <a:schemeClr val="accent1"/>
          </a:lnRef>
          <a:fillRef idx="0">
            <a:schemeClr val="accent1"/>
          </a:fillRef>
          <a:effectRef idx="0">
            <a:schemeClr val="accent1"/>
          </a:effectRef>
          <a:fontRef idx="minor">
            <a:schemeClr val="tx1"/>
          </a:fontRef>
        </p:style>
      </p:cxnSp>
      <p:cxnSp>
        <p:nvCxnSpPr>
          <p:cNvPr id="79" name="直接箭头连接符 78">
            <a:extLst>
              <a:ext uri="{FF2B5EF4-FFF2-40B4-BE49-F238E27FC236}">
                <a16:creationId xmlns:a16="http://schemas.microsoft.com/office/drawing/2014/main" id="{58CA9448-D4FD-4BA9-976C-3102519B55DB}"/>
              </a:ext>
            </a:extLst>
          </p:cNvPr>
          <p:cNvCxnSpPr>
            <a:cxnSpLocks/>
          </p:cNvCxnSpPr>
          <p:nvPr/>
        </p:nvCxnSpPr>
        <p:spPr>
          <a:xfrm flipH="1">
            <a:off x="1831283" y="1455865"/>
            <a:ext cx="596276" cy="0"/>
          </a:xfrm>
          <a:prstGeom prst="straightConnector1">
            <a:avLst/>
          </a:prstGeom>
          <a:ln w="50800" cap="rnd">
            <a:solidFill>
              <a:schemeClr val="accent6"/>
            </a:solidFill>
            <a:round/>
            <a:tailEnd type="triangle" w="med" len="med"/>
          </a:ln>
        </p:spPr>
        <p:style>
          <a:lnRef idx="1">
            <a:schemeClr val="accent1"/>
          </a:lnRef>
          <a:fillRef idx="0">
            <a:schemeClr val="accent1"/>
          </a:fillRef>
          <a:effectRef idx="0">
            <a:schemeClr val="accent1"/>
          </a:effectRef>
          <a:fontRef idx="minor">
            <a:schemeClr val="tx1"/>
          </a:fontRef>
        </p:style>
      </p:cxnSp>
      <p:cxnSp>
        <p:nvCxnSpPr>
          <p:cNvPr id="80" name="直接箭头连接符 79">
            <a:extLst>
              <a:ext uri="{FF2B5EF4-FFF2-40B4-BE49-F238E27FC236}">
                <a16:creationId xmlns:a16="http://schemas.microsoft.com/office/drawing/2014/main" id="{8B0B0F87-7D18-40E2-8248-E60939AACAB5}"/>
              </a:ext>
            </a:extLst>
          </p:cNvPr>
          <p:cNvCxnSpPr>
            <a:cxnSpLocks/>
          </p:cNvCxnSpPr>
          <p:nvPr/>
        </p:nvCxnSpPr>
        <p:spPr>
          <a:xfrm>
            <a:off x="5041158" y="4070823"/>
            <a:ext cx="389710" cy="605173"/>
          </a:xfrm>
          <a:prstGeom prst="straightConnector1">
            <a:avLst/>
          </a:prstGeom>
          <a:ln w="50800" cap="rnd">
            <a:solidFill>
              <a:schemeClr val="accent6"/>
            </a:solidFill>
            <a:round/>
            <a:tailEnd type="triangle" w="med" len="med"/>
          </a:ln>
        </p:spPr>
        <p:style>
          <a:lnRef idx="1">
            <a:schemeClr val="accent1"/>
          </a:lnRef>
          <a:fillRef idx="0">
            <a:schemeClr val="accent1"/>
          </a:fillRef>
          <a:effectRef idx="0">
            <a:schemeClr val="accent1"/>
          </a:effectRef>
          <a:fontRef idx="minor">
            <a:schemeClr val="tx1"/>
          </a:fontRef>
        </p:style>
      </p:cxnSp>
      <p:cxnSp>
        <p:nvCxnSpPr>
          <p:cNvPr id="83" name="直接箭头连接符 82">
            <a:extLst>
              <a:ext uri="{FF2B5EF4-FFF2-40B4-BE49-F238E27FC236}">
                <a16:creationId xmlns:a16="http://schemas.microsoft.com/office/drawing/2014/main" id="{98AADCBA-ED5F-486F-B747-9DBA21E9A80F}"/>
              </a:ext>
            </a:extLst>
          </p:cNvPr>
          <p:cNvCxnSpPr>
            <a:cxnSpLocks/>
          </p:cNvCxnSpPr>
          <p:nvPr/>
        </p:nvCxnSpPr>
        <p:spPr>
          <a:xfrm flipV="1">
            <a:off x="6725114" y="4070823"/>
            <a:ext cx="659260" cy="584943"/>
          </a:xfrm>
          <a:prstGeom prst="straightConnector1">
            <a:avLst/>
          </a:prstGeom>
          <a:ln w="50800" cap="rnd">
            <a:solidFill>
              <a:schemeClr val="accent6"/>
            </a:solidFill>
            <a:round/>
            <a:tailEnd type="triangle" w="med" len="med"/>
          </a:ln>
        </p:spPr>
        <p:style>
          <a:lnRef idx="1">
            <a:schemeClr val="accent1"/>
          </a:lnRef>
          <a:fillRef idx="0">
            <a:schemeClr val="accent1"/>
          </a:fillRef>
          <a:effectRef idx="0">
            <a:schemeClr val="accent1"/>
          </a:effectRef>
          <a:fontRef idx="minor">
            <a:schemeClr val="tx1"/>
          </a:fontRef>
        </p:style>
      </p:cxnSp>
      <p:cxnSp>
        <p:nvCxnSpPr>
          <p:cNvPr id="88" name="直接箭头连接符 87">
            <a:extLst>
              <a:ext uri="{FF2B5EF4-FFF2-40B4-BE49-F238E27FC236}">
                <a16:creationId xmlns:a16="http://schemas.microsoft.com/office/drawing/2014/main" id="{644B336D-D95F-4C39-8123-003EC03C74C1}"/>
              </a:ext>
            </a:extLst>
          </p:cNvPr>
          <p:cNvCxnSpPr>
            <a:cxnSpLocks/>
          </p:cNvCxnSpPr>
          <p:nvPr/>
        </p:nvCxnSpPr>
        <p:spPr>
          <a:xfrm>
            <a:off x="6711958" y="4996041"/>
            <a:ext cx="672416" cy="732592"/>
          </a:xfrm>
          <a:prstGeom prst="straightConnector1">
            <a:avLst/>
          </a:prstGeom>
          <a:ln w="50800" cap="rnd">
            <a:solidFill>
              <a:schemeClr val="accent6"/>
            </a:solidFill>
            <a:round/>
            <a:tailEnd type="triangle" w="med" len="med"/>
          </a:ln>
        </p:spPr>
        <p:style>
          <a:lnRef idx="1">
            <a:schemeClr val="accent1"/>
          </a:lnRef>
          <a:fillRef idx="0">
            <a:schemeClr val="accent1"/>
          </a:fillRef>
          <a:effectRef idx="0">
            <a:schemeClr val="accent1"/>
          </a:effectRef>
          <a:fontRef idx="minor">
            <a:schemeClr val="tx1"/>
          </a:fontRef>
        </p:style>
      </p:cxnSp>
      <p:cxnSp>
        <p:nvCxnSpPr>
          <p:cNvPr id="89" name="直接箭头连接符 88">
            <a:extLst>
              <a:ext uri="{FF2B5EF4-FFF2-40B4-BE49-F238E27FC236}">
                <a16:creationId xmlns:a16="http://schemas.microsoft.com/office/drawing/2014/main" id="{1A4ACA53-8F62-4D89-AB7C-72673966F805}"/>
              </a:ext>
            </a:extLst>
          </p:cNvPr>
          <p:cNvCxnSpPr>
            <a:cxnSpLocks/>
          </p:cNvCxnSpPr>
          <p:nvPr/>
        </p:nvCxnSpPr>
        <p:spPr>
          <a:xfrm flipH="1">
            <a:off x="4845214" y="5005961"/>
            <a:ext cx="561878" cy="538405"/>
          </a:xfrm>
          <a:prstGeom prst="straightConnector1">
            <a:avLst/>
          </a:prstGeom>
          <a:ln w="50800" cap="rnd">
            <a:solidFill>
              <a:schemeClr val="accent6"/>
            </a:solidFill>
            <a:round/>
            <a:tailEnd type="triangle" w="med" len="med"/>
          </a:ln>
        </p:spPr>
        <p:style>
          <a:lnRef idx="1">
            <a:schemeClr val="accent1"/>
          </a:lnRef>
          <a:fillRef idx="0">
            <a:schemeClr val="accent1"/>
          </a:fillRef>
          <a:effectRef idx="0">
            <a:schemeClr val="accent1"/>
          </a:effectRef>
          <a:fontRef idx="minor">
            <a:schemeClr val="tx1"/>
          </a:fontRef>
        </p:style>
      </p:cxnSp>
    </p:spTree>
    <p:custDataLst>
      <p:tags r:id="rId1"/>
    </p:custDataLst>
    <p:extLst>
      <p:ext uri="{BB962C8B-B14F-4D97-AF65-F5344CB8AC3E}">
        <p14:creationId xmlns:p14="http://schemas.microsoft.com/office/powerpoint/2010/main" val="1165385012"/>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2" presetClass="entr" presetSubtype="4" fill="hold" nodeType="withEffect">
                                  <p:stCondLst>
                                    <p:cond delay="0"/>
                                  </p:stCondLst>
                                  <p:childTnLst>
                                    <p:set>
                                      <p:cBhvr>
                                        <p:cTn id="6" dur="1" fill="hold">
                                          <p:stCondLst>
                                            <p:cond delay="0"/>
                                          </p:stCondLst>
                                        </p:cTn>
                                        <p:tgtEl>
                                          <p:spTgt spid="74"/>
                                        </p:tgtEl>
                                        <p:attrNameLst>
                                          <p:attrName>style.visibility</p:attrName>
                                        </p:attrNameLst>
                                      </p:cBhvr>
                                      <p:to>
                                        <p:strVal val="visible"/>
                                      </p:to>
                                    </p:set>
                                    <p:animEffect transition="in" filter="wipe(down)">
                                      <p:cBhvr>
                                        <p:cTn id="7" dur="1000"/>
                                        <p:tgtEl>
                                          <p:spTgt spid="74"/>
                                        </p:tgtEl>
                                      </p:cBhvr>
                                    </p:animEffect>
                                  </p:childTnLst>
                                </p:cTn>
                              </p:par>
                              <p:par>
                                <p:cTn id="8" presetID="22" presetClass="entr" presetSubtype="2" fill="hold" nodeType="withEffect">
                                  <p:stCondLst>
                                    <p:cond delay="800"/>
                                  </p:stCondLst>
                                  <p:childTnLst>
                                    <p:set>
                                      <p:cBhvr>
                                        <p:cTn id="9" dur="1" fill="hold">
                                          <p:stCondLst>
                                            <p:cond delay="0"/>
                                          </p:stCondLst>
                                        </p:cTn>
                                        <p:tgtEl>
                                          <p:spTgt spid="79"/>
                                        </p:tgtEl>
                                        <p:attrNameLst>
                                          <p:attrName>style.visibility</p:attrName>
                                        </p:attrNameLst>
                                      </p:cBhvr>
                                      <p:to>
                                        <p:strVal val="visible"/>
                                      </p:to>
                                    </p:set>
                                    <p:animEffect transition="in" filter="wipe(right)">
                                      <p:cBhvr>
                                        <p:cTn id="10" dur="500"/>
                                        <p:tgtEl>
                                          <p:spTgt spid="79"/>
                                        </p:tgtEl>
                                      </p:cBhvr>
                                    </p:animEffect>
                                  </p:childTnLst>
                                </p:cTn>
                              </p:par>
                              <p:par>
                                <p:cTn id="11" presetID="22" presetClass="entr" presetSubtype="8" fill="hold" nodeType="withEffect">
                                  <p:stCondLst>
                                    <p:cond delay="800"/>
                                  </p:stCondLst>
                                  <p:childTnLst>
                                    <p:set>
                                      <p:cBhvr>
                                        <p:cTn id="12" dur="1" fill="hold">
                                          <p:stCondLst>
                                            <p:cond delay="0"/>
                                          </p:stCondLst>
                                        </p:cTn>
                                        <p:tgtEl>
                                          <p:spTgt spid="75"/>
                                        </p:tgtEl>
                                        <p:attrNameLst>
                                          <p:attrName>style.visibility</p:attrName>
                                        </p:attrNameLst>
                                      </p:cBhvr>
                                      <p:to>
                                        <p:strVal val="visible"/>
                                      </p:to>
                                    </p:set>
                                    <p:animEffect transition="in" filter="wipe(left)">
                                      <p:cBhvr>
                                        <p:cTn id="13" dur="3000"/>
                                        <p:tgtEl>
                                          <p:spTgt spid="75"/>
                                        </p:tgtEl>
                                      </p:cBhvr>
                                    </p:animEffect>
                                  </p:childTnLst>
                                </p:cTn>
                              </p:par>
                              <p:par>
                                <p:cTn id="14" presetID="22" presetClass="entr" presetSubtype="1" fill="hold" nodeType="withEffect">
                                  <p:stCondLst>
                                    <p:cond delay="1700"/>
                                  </p:stCondLst>
                                  <p:childTnLst>
                                    <p:set>
                                      <p:cBhvr>
                                        <p:cTn id="15" dur="1" fill="hold">
                                          <p:stCondLst>
                                            <p:cond delay="0"/>
                                          </p:stCondLst>
                                        </p:cTn>
                                        <p:tgtEl>
                                          <p:spTgt spid="76"/>
                                        </p:tgtEl>
                                        <p:attrNameLst>
                                          <p:attrName>style.visibility</p:attrName>
                                        </p:attrNameLst>
                                      </p:cBhvr>
                                      <p:to>
                                        <p:strVal val="visible"/>
                                      </p:to>
                                    </p:set>
                                    <p:animEffect transition="in" filter="wipe(up)">
                                      <p:cBhvr>
                                        <p:cTn id="16" dur="1000"/>
                                        <p:tgtEl>
                                          <p:spTgt spid="76"/>
                                        </p:tgtEl>
                                      </p:cBhvr>
                                    </p:animEffect>
                                  </p:childTnLst>
                                </p:cTn>
                              </p:par>
                              <p:par>
                                <p:cTn id="17" presetID="22" presetClass="entr" presetSubtype="1" fill="hold" nodeType="withEffect">
                                  <p:stCondLst>
                                    <p:cond delay="2500"/>
                                  </p:stCondLst>
                                  <p:childTnLst>
                                    <p:set>
                                      <p:cBhvr>
                                        <p:cTn id="18" dur="1" fill="hold">
                                          <p:stCondLst>
                                            <p:cond delay="0"/>
                                          </p:stCondLst>
                                        </p:cTn>
                                        <p:tgtEl>
                                          <p:spTgt spid="77"/>
                                        </p:tgtEl>
                                        <p:attrNameLst>
                                          <p:attrName>style.visibility</p:attrName>
                                        </p:attrNameLst>
                                      </p:cBhvr>
                                      <p:to>
                                        <p:strVal val="visible"/>
                                      </p:to>
                                    </p:set>
                                    <p:animEffect transition="in" filter="wipe(up)">
                                      <p:cBhvr>
                                        <p:cTn id="19" dur="1000"/>
                                        <p:tgtEl>
                                          <p:spTgt spid="77"/>
                                        </p:tgtEl>
                                      </p:cBhvr>
                                    </p:animEffect>
                                  </p:childTnLst>
                                </p:cTn>
                              </p:par>
                              <p:par>
                                <p:cTn id="20" presetID="22" presetClass="entr" presetSubtype="1" fill="hold" nodeType="withEffect">
                                  <p:stCondLst>
                                    <p:cond delay="3300"/>
                                  </p:stCondLst>
                                  <p:childTnLst>
                                    <p:set>
                                      <p:cBhvr>
                                        <p:cTn id="21" dur="1" fill="hold">
                                          <p:stCondLst>
                                            <p:cond delay="0"/>
                                          </p:stCondLst>
                                        </p:cTn>
                                        <p:tgtEl>
                                          <p:spTgt spid="78"/>
                                        </p:tgtEl>
                                        <p:attrNameLst>
                                          <p:attrName>style.visibility</p:attrName>
                                        </p:attrNameLst>
                                      </p:cBhvr>
                                      <p:to>
                                        <p:strVal val="visible"/>
                                      </p:to>
                                    </p:set>
                                    <p:animEffect transition="in" filter="wipe(up)">
                                      <p:cBhvr>
                                        <p:cTn id="22" dur="1000"/>
                                        <p:tgtEl>
                                          <p:spTgt spid="78"/>
                                        </p:tgtEl>
                                      </p:cBhvr>
                                    </p:animEffect>
                                  </p:childTnLst>
                                </p:cTn>
                              </p:par>
                            </p:childTnLst>
                          </p:cTn>
                        </p:par>
                      </p:childTnLst>
                    </p:cTn>
                  </p:par>
                  <p:par>
                    <p:cTn id="23" fill="hold">
                      <p:stCondLst>
                        <p:cond delay="indefinite"/>
                      </p:stCondLst>
                      <p:childTnLst>
                        <p:par>
                          <p:cTn id="24" fill="hold">
                            <p:stCondLst>
                              <p:cond delay="0"/>
                            </p:stCondLst>
                            <p:childTnLst>
                              <p:par>
                                <p:cTn id="25" presetID="22" presetClass="entr" presetSubtype="1" fill="hold" nodeType="clickEffect">
                                  <p:stCondLst>
                                    <p:cond delay="0"/>
                                  </p:stCondLst>
                                  <p:childTnLst>
                                    <p:set>
                                      <p:cBhvr>
                                        <p:cTn id="26" dur="1" fill="hold">
                                          <p:stCondLst>
                                            <p:cond delay="0"/>
                                          </p:stCondLst>
                                        </p:cTn>
                                        <p:tgtEl>
                                          <p:spTgt spid="80"/>
                                        </p:tgtEl>
                                        <p:attrNameLst>
                                          <p:attrName>style.visibility</p:attrName>
                                        </p:attrNameLst>
                                      </p:cBhvr>
                                      <p:to>
                                        <p:strVal val="visible"/>
                                      </p:to>
                                    </p:set>
                                    <p:animEffect transition="in" filter="wipe(up)">
                                      <p:cBhvr>
                                        <p:cTn id="27" dur="1000"/>
                                        <p:tgtEl>
                                          <p:spTgt spid="80"/>
                                        </p:tgtEl>
                                      </p:cBhvr>
                                    </p:animEffect>
                                  </p:childTnLst>
                                </p:cTn>
                              </p:par>
                            </p:childTnLst>
                          </p:cTn>
                        </p:par>
                      </p:childTnLst>
                    </p:cTn>
                  </p:par>
                  <p:par>
                    <p:cTn id="28" fill="hold">
                      <p:stCondLst>
                        <p:cond delay="indefinite"/>
                      </p:stCondLst>
                      <p:childTnLst>
                        <p:par>
                          <p:cTn id="29" fill="hold">
                            <p:stCondLst>
                              <p:cond delay="0"/>
                            </p:stCondLst>
                            <p:childTnLst>
                              <p:par>
                                <p:cTn id="30" presetID="22" presetClass="entr" presetSubtype="4" fill="hold" nodeType="clickEffect">
                                  <p:stCondLst>
                                    <p:cond delay="0"/>
                                  </p:stCondLst>
                                  <p:childTnLst>
                                    <p:set>
                                      <p:cBhvr>
                                        <p:cTn id="31" dur="1" fill="hold">
                                          <p:stCondLst>
                                            <p:cond delay="0"/>
                                          </p:stCondLst>
                                        </p:cTn>
                                        <p:tgtEl>
                                          <p:spTgt spid="83"/>
                                        </p:tgtEl>
                                        <p:attrNameLst>
                                          <p:attrName>style.visibility</p:attrName>
                                        </p:attrNameLst>
                                      </p:cBhvr>
                                      <p:to>
                                        <p:strVal val="visible"/>
                                      </p:to>
                                    </p:set>
                                    <p:animEffect transition="in" filter="wipe(down)">
                                      <p:cBhvr>
                                        <p:cTn id="32" dur="1000"/>
                                        <p:tgtEl>
                                          <p:spTgt spid="83"/>
                                        </p:tgtEl>
                                      </p:cBhvr>
                                    </p:animEffect>
                                  </p:childTnLst>
                                </p:cTn>
                              </p:par>
                              <p:par>
                                <p:cTn id="33" presetID="22" presetClass="entr" presetSubtype="1" fill="hold" nodeType="withEffect">
                                  <p:stCondLst>
                                    <p:cond delay="0"/>
                                  </p:stCondLst>
                                  <p:childTnLst>
                                    <p:set>
                                      <p:cBhvr>
                                        <p:cTn id="34" dur="1" fill="hold">
                                          <p:stCondLst>
                                            <p:cond delay="0"/>
                                          </p:stCondLst>
                                        </p:cTn>
                                        <p:tgtEl>
                                          <p:spTgt spid="89"/>
                                        </p:tgtEl>
                                        <p:attrNameLst>
                                          <p:attrName>style.visibility</p:attrName>
                                        </p:attrNameLst>
                                      </p:cBhvr>
                                      <p:to>
                                        <p:strVal val="visible"/>
                                      </p:to>
                                    </p:set>
                                    <p:animEffect transition="in" filter="wipe(up)">
                                      <p:cBhvr>
                                        <p:cTn id="35" dur="1000"/>
                                        <p:tgtEl>
                                          <p:spTgt spid="89"/>
                                        </p:tgtEl>
                                      </p:cBhvr>
                                    </p:animEffect>
                                  </p:childTnLst>
                                </p:cTn>
                              </p:par>
                              <p:par>
                                <p:cTn id="36" presetID="22" presetClass="entr" presetSubtype="1" fill="hold" nodeType="withEffect">
                                  <p:stCondLst>
                                    <p:cond delay="0"/>
                                  </p:stCondLst>
                                  <p:childTnLst>
                                    <p:set>
                                      <p:cBhvr>
                                        <p:cTn id="37" dur="1" fill="hold">
                                          <p:stCondLst>
                                            <p:cond delay="0"/>
                                          </p:stCondLst>
                                        </p:cTn>
                                        <p:tgtEl>
                                          <p:spTgt spid="88"/>
                                        </p:tgtEl>
                                        <p:attrNameLst>
                                          <p:attrName>style.visibility</p:attrName>
                                        </p:attrNameLst>
                                      </p:cBhvr>
                                      <p:to>
                                        <p:strVal val="visible"/>
                                      </p:to>
                                    </p:set>
                                    <p:animEffect transition="in" filter="wipe(up)">
                                      <p:cBhvr>
                                        <p:cTn id="38" dur="1000"/>
                                        <p:tgtEl>
                                          <p:spTgt spid="88"/>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36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4" name="组合 3">
            <a:extLst>
              <a:ext uri="{FF2B5EF4-FFF2-40B4-BE49-F238E27FC236}">
                <a16:creationId xmlns:a16="http://schemas.microsoft.com/office/drawing/2014/main" id="{9A1EA9F2-FCB6-48C3-935F-7AE7E3AD14AC}"/>
              </a:ext>
            </a:extLst>
          </p:cNvPr>
          <p:cNvGrpSpPr/>
          <p:nvPr/>
        </p:nvGrpSpPr>
        <p:grpSpPr>
          <a:xfrm>
            <a:off x="304800" y="749300"/>
            <a:ext cx="6192344" cy="400110"/>
            <a:chOff x="424117" y="898245"/>
            <a:chExt cx="6192344" cy="400110"/>
          </a:xfrm>
        </p:grpSpPr>
        <p:sp>
          <p:nvSpPr>
            <p:cNvPr id="2" name="平行四边形 1">
              <a:extLst>
                <a:ext uri="{FF2B5EF4-FFF2-40B4-BE49-F238E27FC236}">
                  <a16:creationId xmlns:a16="http://schemas.microsoft.com/office/drawing/2014/main" id="{1F5BAA3F-9845-4F89-A2DD-8222D3E4EDAC}"/>
                </a:ext>
              </a:extLst>
            </p:cNvPr>
            <p:cNvSpPr/>
            <p:nvPr/>
          </p:nvSpPr>
          <p:spPr>
            <a:xfrm>
              <a:off x="424117" y="898245"/>
              <a:ext cx="628306" cy="387090"/>
            </a:xfrm>
            <a:prstGeom prst="parallelogram">
              <a:avLst/>
            </a:prstGeom>
            <a:solidFill>
              <a:schemeClr val="accent3">
                <a:lumMod val="75000"/>
              </a:schemeClr>
            </a:solidFill>
            <a:ln>
              <a:solidFill>
                <a:schemeClr val="accent3">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CN" sz="2200" dirty="0">
                  <a:latin typeface="Impact" panose="020B0806030902050204" pitchFamily="34" charset="0"/>
                </a:rPr>
                <a:t>01</a:t>
              </a:r>
              <a:endParaRPr lang="zh-CN" altLang="en-US" sz="2200" dirty="0">
                <a:latin typeface="Impact" panose="020B0806030902050204" pitchFamily="34" charset="0"/>
              </a:endParaRPr>
            </a:p>
          </p:txBody>
        </p:sp>
        <p:sp>
          <p:nvSpPr>
            <p:cNvPr id="3" name="文本框 2">
              <a:extLst>
                <a:ext uri="{FF2B5EF4-FFF2-40B4-BE49-F238E27FC236}">
                  <a16:creationId xmlns:a16="http://schemas.microsoft.com/office/drawing/2014/main" id="{4D6BD736-A4D3-4F26-AFED-36E11F50F70B}"/>
                </a:ext>
              </a:extLst>
            </p:cNvPr>
            <p:cNvSpPr txBox="1"/>
            <p:nvPr/>
          </p:nvSpPr>
          <p:spPr>
            <a:xfrm>
              <a:off x="1052423" y="898245"/>
              <a:ext cx="5564038" cy="400110"/>
            </a:xfrm>
            <a:prstGeom prst="rect">
              <a:avLst/>
            </a:prstGeom>
            <a:noFill/>
          </p:spPr>
          <p:txBody>
            <a:bodyPr wrap="square" rtlCol="0">
              <a:spAutoFit/>
            </a:bodyPr>
            <a:lstStyle/>
            <a:p>
              <a:r>
                <a:rPr lang="zh-CN" altLang="en-US" sz="2000" b="1" dirty="0"/>
                <a:t>使用集线器的共享式以太网</a:t>
              </a:r>
              <a:endParaRPr lang="en-US" altLang="zh-CN" sz="2000" b="1" dirty="0"/>
            </a:p>
          </p:txBody>
        </p:sp>
      </p:grpSp>
      <p:grpSp>
        <p:nvGrpSpPr>
          <p:cNvPr id="28" name="组合 27">
            <a:extLst>
              <a:ext uri="{FF2B5EF4-FFF2-40B4-BE49-F238E27FC236}">
                <a16:creationId xmlns:a16="http://schemas.microsoft.com/office/drawing/2014/main" id="{2A5A6793-62F8-46B8-9AD8-2484A885E8CE}"/>
              </a:ext>
            </a:extLst>
          </p:cNvPr>
          <p:cNvGrpSpPr/>
          <p:nvPr/>
        </p:nvGrpSpPr>
        <p:grpSpPr>
          <a:xfrm>
            <a:off x="2455280" y="1483576"/>
            <a:ext cx="7180791" cy="812800"/>
            <a:chOff x="2455280" y="3752911"/>
            <a:chExt cx="7180791" cy="812800"/>
          </a:xfrm>
        </p:grpSpPr>
        <p:cxnSp>
          <p:nvCxnSpPr>
            <p:cNvPr id="29" name="直接连接符 28">
              <a:extLst>
                <a:ext uri="{FF2B5EF4-FFF2-40B4-BE49-F238E27FC236}">
                  <a16:creationId xmlns:a16="http://schemas.microsoft.com/office/drawing/2014/main" id="{23AA3791-1ED3-46DA-A8C8-4ED5E739E25A}"/>
                </a:ext>
              </a:extLst>
            </p:cNvPr>
            <p:cNvCxnSpPr/>
            <p:nvPr/>
          </p:nvCxnSpPr>
          <p:spPr>
            <a:xfrm flipV="1">
              <a:off x="9636071" y="3752911"/>
              <a:ext cx="0" cy="812800"/>
            </a:xfrm>
            <a:prstGeom prst="line">
              <a:avLst/>
            </a:prstGeom>
            <a:ln w="152400">
              <a:solidFill>
                <a:schemeClr val="tx1"/>
              </a:solidFill>
              <a:tailEnd w="med" len="lg"/>
            </a:ln>
          </p:spPr>
          <p:style>
            <a:lnRef idx="1">
              <a:schemeClr val="accent1"/>
            </a:lnRef>
            <a:fillRef idx="0">
              <a:schemeClr val="accent1"/>
            </a:fillRef>
            <a:effectRef idx="0">
              <a:schemeClr val="accent1"/>
            </a:effectRef>
            <a:fontRef idx="minor">
              <a:schemeClr val="tx1"/>
            </a:fontRef>
          </p:style>
        </p:cxnSp>
        <p:cxnSp>
          <p:nvCxnSpPr>
            <p:cNvPr id="46" name="直接连接符 45">
              <a:extLst>
                <a:ext uri="{FF2B5EF4-FFF2-40B4-BE49-F238E27FC236}">
                  <a16:creationId xmlns:a16="http://schemas.microsoft.com/office/drawing/2014/main" id="{6571D2F6-9721-4BDA-9B02-059028FC534A}"/>
                </a:ext>
              </a:extLst>
            </p:cNvPr>
            <p:cNvCxnSpPr/>
            <p:nvPr/>
          </p:nvCxnSpPr>
          <p:spPr>
            <a:xfrm flipV="1">
              <a:off x="2455280" y="3752911"/>
              <a:ext cx="0" cy="812800"/>
            </a:xfrm>
            <a:prstGeom prst="line">
              <a:avLst/>
            </a:prstGeom>
            <a:ln w="152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7" name="直接连接符 46">
              <a:extLst>
                <a:ext uri="{FF2B5EF4-FFF2-40B4-BE49-F238E27FC236}">
                  <a16:creationId xmlns:a16="http://schemas.microsoft.com/office/drawing/2014/main" id="{E1C831D8-29DC-41C8-B987-551B0DB79E85}"/>
                </a:ext>
              </a:extLst>
            </p:cNvPr>
            <p:cNvCxnSpPr/>
            <p:nvPr/>
          </p:nvCxnSpPr>
          <p:spPr>
            <a:xfrm flipV="1">
              <a:off x="4878779" y="3752911"/>
              <a:ext cx="0" cy="812800"/>
            </a:xfrm>
            <a:prstGeom prst="line">
              <a:avLst/>
            </a:prstGeom>
            <a:ln w="152400">
              <a:solidFill>
                <a:schemeClr val="tx1"/>
              </a:solidFill>
              <a:tailEnd w="med" len="lg"/>
            </a:ln>
          </p:spPr>
          <p:style>
            <a:lnRef idx="1">
              <a:schemeClr val="accent1"/>
            </a:lnRef>
            <a:fillRef idx="0">
              <a:schemeClr val="accent1"/>
            </a:fillRef>
            <a:effectRef idx="0">
              <a:schemeClr val="accent1"/>
            </a:effectRef>
            <a:fontRef idx="minor">
              <a:schemeClr val="tx1"/>
            </a:fontRef>
          </p:style>
        </p:cxnSp>
        <p:cxnSp>
          <p:nvCxnSpPr>
            <p:cNvPr id="48" name="直接连接符 47">
              <a:extLst>
                <a:ext uri="{FF2B5EF4-FFF2-40B4-BE49-F238E27FC236}">
                  <a16:creationId xmlns:a16="http://schemas.microsoft.com/office/drawing/2014/main" id="{0F3046CD-699A-410C-B194-D63E952D19ED}"/>
                </a:ext>
              </a:extLst>
            </p:cNvPr>
            <p:cNvCxnSpPr/>
            <p:nvPr/>
          </p:nvCxnSpPr>
          <p:spPr>
            <a:xfrm flipV="1">
              <a:off x="7249637" y="3752911"/>
              <a:ext cx="0" cy="812800"/>
            </a:xfrm>
            <a:prstGeom prst="line">
              <a:avLst/>
            </a:prstGeom>
            <a:ln w="1524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49" name="组合 48">
            <a:extLst>
              <a:ext uri="{FF2B5EF4-FFF2-40B4-BE49-F238E27FC236}">
                <a16:creationId xmlns:a16="http://schemas.microsoft.com/office/drawing/2014/main" id="{C572816A-41A1-43CC-9DF5-61CCB3A95572}"/>
              </a:ext>
            </a:extLst>
          </p:cNvPr>
          <p:cNvGrpSpPr/>
          <p:nvPr/>
        </p:nvGrpSpPr>
        <p:grpSpPr>
          <a:xfrm>
            <a:off x="1618162" y="1330165"/>
            <a:ext cx="8955675" cy="238462"/>
            <a:chOff x="1618162" y="3599500"/>
            <a:chExt cx="8955675" cy="238462"/>
          </a:xfrm>
        </p:grpSpPr>
        <p:cxnSp>
          <p:nvCxnSpPr>
            <p:cNvPr id="53" name="直接连接符 52">
              <a:extLst>
                <a:ext uri="{FF2B5EF4-FFF2-40B4-BE49-F238E27FC236}">
                  <a16:creationId xmlns:a16="http://schemas.microsoft.com/office/drawing/2014/main" id="{72FBCE1A-531B-4026-85CF-409CBDCED5B4}"/>
                </a:ext>
              </a:extLst>
            </p:cNvPr>
            <p:cNvCxnSpPr>
              <a:cxnSpLocks/>
            </p:cNvCxnSpPr>
            <p:nvPr/>
          </p:nvCxnSpPr>
          <p:spPr>
            <a:xfrm>
              <a:off x="1749794" y="3725200"/>
              <a:ext cx="8622888" cy="0"/>
            </a:xfrm>
            <a:prstGeom prst="line">
              <a:avLst/>
            </a:prstGeom>
            <a:ln w="152400">
              <a:solidFill>
                <a:schemeClr val="tx1"/>
              </a:solidFill>
            </a:ln>
          </p:spPr>
          <p:style>
            <a:lnRef idx="1">
              <a:schemeClr val="accent1"/>
            </a:lnRef>
            <a:fillRef idx="0">
              <a:schemeClr val="accent1"/>
            </a:fillRef>
            <a:effectRef idx="0">
              <a:schemeClr val="accent1"/>
            </a:effectRef>
            <a:fontRef idx="minor">
              <a:schemeClr val="tx1"/>
            </a:fontRef>
          </p:style>
        </p:cxnSp>
        <p:sp>
          <p:nvSpPr>
            <p:cNvPr id="54" name="矩形 53">
              <a:extLst>
                <a:ext uri="{FF2B5EF4-FFF2-40B4-BE49-F238E27FC236}">
                  <a16:creationId xmlns:a16="http://schemas.microsoft.com/office/drawing/2014/main" id="{4B9E2748-1F8C-4F77-9D76-598BBFF5BA61}"/>
                </a:ext>
              </a:extLst>
            </p:cNvPr>
            <p:cNvSpPr/>
            <p:nvPr/>
          </p:nvSpPr>
          <p:spPr>
            <a:xfrm>
              <a:off x="1618162" y="3599500"/>
              <a:ext cx="225524" cy="225524"/>
            </a:xfrm>
            <a:prstGeom prst="rect">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55" name="矩形 54">
              <a:extLst>
                <a:ext uri="{FF2B5EF4-FFF2-40B4-BE49-F238E27FC236}">
                  <a16:creationId xmlns:a16="http://schemas.microsoft.com/office/drawing/2014/main" id="{E00EEA46-A625-4B76-BFFE-21C2C9F9B80E}"/>
                </a:ext>
              </a:extLst>
            </p:cNvPr>
            <p:cNvSpPr/>
            <p:nvPr/>
          </p:nvSpPr>
          <p:spPr>
            <a:xfrm>
              <a:off x="10348313" y="3612438"/>
              <a:ext cx="225524" cy="225524"/>
            </a:xfrm>
            <a:prstGeom prst="rect">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grpSp>
      <p:sp>
        <p:nvSpPr>
          <p:cNvPr id="81" name="íşlïḍè">
            <a:extLst>
              <a:ext uri="{FF2B5EF4-FFF2-40B4-BE49-F238E27FC236}">
                <a16:creationId xmlns:a16="http://schemas.microsoft.com/office/drawing/2014/main" id="{347F231C-261F-4437-B71E-BBBAD96BACD1}"/>
              </a:ext>
            </a:extLst>
          </p:cNvPr>
          <p:cNvSpPr txBox="1"/>
          <p:nvPr/>
        </p:nvSpPr>
        <p:spPr>
          <a:xfrm>
            <a:off x="4099680" y="2766598"/>
            <a:ext cx="3992640" cy="353992"/>
          </a:xfrm>
          <a:prstGeom prst="rect">
            <a:avLst/>
          </a:prstGeom>
          <a:noFill/>
        </p:spPr>
        <p:txBody>
          <a:bodyPr wrap="square" lIns="91440" tIns="45720" rIns="91440" bIns="45720" anchor="ctr">
            <a:noAutofit/>
          </a:bodyPr>
          <a:lstStyle/>
          <a:p>
            <a:pPr algn="ctr"/>
            <a:r>
              <a:rPr lang="zh-CN" altLang="en-US" b="1" dirty="0">
                <a:latin typeface="Arial Narrow" panose="020B0606020202030204" pitchFamily="34" charset="0"/>
              </a:rPr>
              <a:t>使用细同轴电缆的共享总线型以太网</a:t>
            </a:r>
          </a:p>
        </p:txBody>
      </p:sp>
      <p:grpSp>
        <p:nvGrpSpPr>
          <p:cNvPr id="7" name="组合 6">
            <a:extLst>
              <a:ext uri="{FF2B5EF4-FFF2-40B4-BE49-F238E27FC236}">
                <a16:creationId xmlns:a16="http://schemas.microsoft.com/office/drawing/2014/main" id="{B394CED1-CD3C-4426-97C6-C7D6225E8A05}"/>
              </a:ext>
            </a:extLst>
          </p:cNvPr>
          <p:cNvGrpSpPr/>
          <p:nvPr/>
        </p:nvGrpSpPr>
        <p:grpSpPr>
          <a:xfrm>
            <a:off x="3576981" y="3586557"/>
            <a:ext cx="5080565" cy="2851882"/>
            <a:chOff x="3576981" y="3586557"/>
            <a:chExt cx="5080565" cy="2851882"/>
          </a:xfrm>
        </p:grpSpPr>
        <p:grpSp>
          <p:nvGrpSpPr>
            <p:cNvPr id="25" name="组合 24">
              <a:extLst>
                <a:ext uri="{FF2B5EF4-FFF2-40B4-BE49-F238E27FC236}">
                  <a16:creationId xmlns:a16="http://schemas.microsoft.com/office/drawing/2014/main" id="{20C21DAF-29D8-4A54-9151-6ADA13C8F073}"/>
                </a:ext>
              </a:extLst>
            </p:cNvPr>
            <p:cNvGrpSpPr/>
            <p:nvPr/>
          </p:nvGrpSpPr>
          <p:grpSpPr>
            <a:xfrm>
              <a:off x="4273944" y="3586557"/>
              <a:ext cx="3644111" cy="2478156"/>
              <a:chOff x="4196372" y="3030573"/>
              <a:chExt cx="3644111" cy="2478156"/>
            </a:xfrm>
          </p:grpSpPr>
          <p:sp>
            <p:nvSpPr>
              <p:cNvPr id="35" name="文本框 34">
                <a:extLst>
                  <a:ext uri="{FF2B5EF4-FFF2-40B4-BE49-F238E27FC236}">
                    <a16:creationId xmlns:a16="http://schemas.microsoft.com/office/drawing/2014/main" id="{0623CE4C-C0D6-46CE-9882-04BC8D27A7B7}"/>
                  </a:ext>
                </a:extLst>
              </p:cNvPr>
              <p:cNvSpPr txBox="1"/>
              <p:nvPr/>
            </p:nvSpPr>
            <p:spPr>
              <a:xfrm>
                <a:off x="5534884" y="3401936"/>
                <a:ext cx="1122232" cy="646331"/>
              </a:xfrm>
              <a:prstGeom prst="rect">
                <a:avLst/>
              </a:prstGeom>
              <a:noFill/>
            </p:spPr>
            <p:txBody>
              <a:bodyPr wrap="square" rtlCol="0">
                <a:spAutoFit/>
              </a:bodyPr>
              <a:lstStyle/>
              <a:p>
                <a:pPr algn="ctr"/>
                <a:r>
                  <a:rPr lang="zh-CN" altLang="en-US" b="1" dirty="0">
                    <a:latin typeface="Arial Narrow" panose="020B0606020202030204" pitchFamily="34" charset="0"/>
                  </a:rPr>
                  <a:t>集线器</a:t>
                </a:r>
                <a:endParaRPr lang="en-US" altLang="zh-CN" b="1" dirty="0">
                  <a:latin typeface="Arial Narrow" panose="020B0606020202030204" pitchFamily="34" charset="0"/>
                </a:endParaRPr>
              </a:p>
              <a:p>
                <a:pPr algn="ctr"/>
                <a:r>
                  <a:rPr lang="en-US" altLang="zh-CN" b="1" dirty="0">
                    <a:latin typeface="Arial Narrow" panose="020B0606020202030204" pitchFamily="34" charset="0"/>
                  </a:rPr>
                  <a:t>Hub</a:t>
                </a:r>
                <a:endParaRPr lang="zh-CN" altLang="en-US" b="1" dirty="0">
                  <a:latin typeface="Arial Narrow" panose="020B0606020202030204" pitchFamily="34" charset="0"/>
                </a:endParaRPr>
              </a:p>
            </p:txBody>
          </p:sp>
          <p:pic>
            <p:nvPicPr>
              <p:cNvPr id="36" name="图形 10">
                <a:extLst>
                  <a:ext uri="{FF2B5EF4-FFF2-40B4-BE49-F238E27FC236}">
                    <a16:creationId xmlns:a16="http://schemas.microsoft.com/office/drawing/2014/main" id="{8585C8A8-F46D-4C3F-9647-FA6BEEE3FB77}"/>
                  </a:ext>
                </a:extLst>
              </p:cNvPr>
              <p:cNvPicPr>
                <a:picLocks noChangeAspect="1"/>
              </p:cNvPicPr>
              <p:nvPr/>
            </p:nvPicPr>
            <p:blipFill>
              <a:blip r:embed="rId3">
                <a:extLst>
                  <a:ext uri="{28A0092B-C50C-407E-A947-70E740481C1C}">
                    <a14:useLocalDpi xmlns:a14="http://schemas.microsoft.com/office/drawing/2010/main" val="0"/>
                  </a:ext>
                  <a:ext uri="{96DAC541-7B7A-43D3-8B79-37D633B846F1}">
                    <asvg:svgBlip xmlns:asvg="http://schemas.microsoft.com/office/drawing/2016/SVG/main" r:embed="rId4"/>
                  </a:ext>
                </a:extLst>
              </a:blip>
              <a:stretch>
                <a:fillRect/>
              </a:stretch>
            </p:blipFill>
            <p:spPr>
              <a:xfrm>
                <a:off x="4351517" y="3030573"/>
                <a:ext cx="662814" cy="641082"/>
              </a:xfrm>
              <a:prstGeom prst="rect">
                <a:avLst/>
              </a:prstGeom>
            </p:spPr>
          </p:pic>
          <p:pic>
            <p:nvPicPr>
              <p:cNvPr id="38" name="图形 37">
                <a:extLst>
                  <a:ext uri="{FF2B5EF4-FFF2-40B4-BE49-F238E27FC236}">
                    <a16:creationId xmlns:a16="http://schemas.microsoft.com/office/drawing/2014/main" id="{B12626DA-152A-4BBE-9DCF-FB31F6FF019F}"/>
                  </a:ext>
                </a:extLst>
              </p:cNvPr>
              <p:cNvPicPr>
                <a:picLocks noChangeAspect="1"/>
              </p:cNvPicPr>
              <p:nvPr/>
            </p:nvPicPr>
            <p:blipFill>
              <a:blip r:embed="rId5">
                <a:extLst>
                  <a:ext uri="{28A0092B-C50C-407E-A947-70E740481C1C}">
                    <a14:useLocalDpi xmlns:a14="http://schemas.microsoft.com/office/drawing/2010/main" val="0"/>
                  </a:ext>
                  <a:ext uri="{96DAC541-7B7A-43D3-8B79-37D633B846F1}">
                    <asvg:svgBlip xmlns:asvg="http://schemas.microsoft.com/office/drawing/2016/SVG/main" r:embed="rId6"/>
                  </a:ext>
                </a:extLst>
              </a:blip>
              <a:stretch>
                <a:fillRect/>
              </a:stretch>
            </p:blipFill>
            <p:spPr>
              <a:xfrm>
                <a:off x="5169476" y="4038020"/>
                <a:ext cx="1853048" cy="463262"/>
              </a:xfrm>
              <a:prstGeom prst="rect">
                <a:avLst/>
              </a:prstGeom>
            </p:spPr>
          </p:pic>
          <p:pic>
            <p:nvPicPr>
              <p:cNvPr id="40" name="图形 10">
                <a:extLst>
                  <a:ext uri="{FF2B5EF4-FFF2-40B4-BE49-F238E27FC236}">
                    <a16:creationId xmlns:a16="http://schemas.microsoft.com/office/drawing/2014/main" id="{E325CD2E-C97C-4B16-A8BA-591FA0963BB2}"/>
                  </a:ext>
                </a:extLst>
              </p:cNvPr>
              <p:cNvPicPr>
                <a:picLocks noChangeAspect="1"/>
              </p:cNvPicPr>
              <p:nvPr/>
            </p:nvPicPr>
            <p:blipFill>
              <a:blip r:embed="rId3">
                <a:extLst>
                  <a:ext uri="{28A0092B-C50C-407E-A947-70E740481C1C}">
                    <a14:useLocalDpi xmlns:a14="http://schemas.microsoft.com/office/drawing/2010/main" val="0"/>
                  </a:ext>
                  <a:ext uri="{96DAC541-7B7A-43D3-8B79-37D633B846F1}">
                    <asvg:svgBlip xmlns:asvg="http://schemas.microsoft.com/office/drawing/2016/SVG/main" r:embed="rId4"/>
                  </a:ext>
                </a:extLst>
              </a:blip>
              <a:stretch>
                <a:fillRect/>
              </a:stretch>
            </p:blipFill>
            <p:spPr>
              <a:xfrm>
                <a:off x="4196372" y="4867647"/>
                <a:ext cx="662814" cy="641082"/>
              </a:xfrm>
              <a:prstGeom prst="rect">
                <a:avLst/>
              </a:prstGeom>
            </p:spPr>
          </p:pic>
          <p:cxnSp>
            <p:nvCxnSpPr>
              <p:cNvPr id="42" name="直接连接符 41">
                <a:extLst>
                  <a:ext uri="{FF2B5EF4-FFF2-40B4-BE49-F238E27FC236}">
                    <a16:creationId xmlns:a16="http://schemas.microsoft.com/office/drawing/2014/main" id="{D81E2E89-CA60-4D80-B330-AE742272ED1D}"/>
                  </a:ext>
                </a:extLst>
              </p:cNvPr>
              <p:cNvCxnSpPr>
                <a:cxnSpLocks/>
              </p:cNvCxnSpPr>
              <p:nvPr/>
            </p:nvCxnSpPr>
            <p:spPr>
              <a:xfrm>
                <a:off x="4944623" y="3491435"/>
                <a:ext cx="413280" cy="640515"/>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3" name="直接连接符 42">
                <a:extLst>
                  <a:ext uri="{FF2B5EF4-FFF2-40B4-BE49-F238E27FC236}">
                    <a16:creationId xmlns:a16="http://schemas.microsoft.com/office/drawing/2014/main" id="{D39720F7-4F7C-4316-881F-BBC986F3769D}"/>
                  </a:ext>
                </a:extLst>
              </p:cNvPr>
              <p:cNvCxnSpPr>
                <a:cxnSpLocks/>
              </p:cNvCxnSpPr>
              <p:nvPr/>
            </p:nvCxnSpPr>
            <p:spPr>
              <a:xfrm flipV="1">
                <a:off x="4784806" y="4427667"/>
                <a:ext cx="573097" cy="540981"/>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4" name="直接连接符 43">
                <a:extLst>
                  <a:ext uri="{FF2B5EF4-FFF2-40B4-BE49-F238E27FC236}">
                    <a16:creationId xmlns:a16="http://schemas.microsoft.com/office/drawing/2014/main" id="{F31BA4F1-FADB-4875-A53D-E0B195D13C79}"/>
                  </a:ext>
                </a:extLst>
              </p:cNvPr>
              <p:cNvCxnSpPr>
                <a:cxnSpLocks/>
              </p:cNvCxnSpPr>
              <p:nvPr/>
            </p:nvCxnSpPr>
            <p:spPr>
              <a:xfrm flipH="1">
                <a:off x="6657116" y="3491435"/>
                <a:ext cx="662842" cy="614596"/>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5" name="直接连接符 44">
                <a:extLst>
                  <a:ext uri="{FF2B5EF4-FFF2-40B4-BE49-F238E27FC236}">
                    <a16:creationId xmlns:a16="http://schemas.microsoft.com/office/drawing/2014/main" id="{95614D64-4D36-46E3-AFB1-49A8AA89A4A8}"/>
                  </a:ext>
                </a:extLst>
              </p:cNvPr>
              <p:cNvCxnSpPr>
                <a:cxnSpLocks/>
              </p:cNvCxnSpPr>
              <p:nvPr/>
            </p:nvCxnSpPr>
            <p:spPr>
              <a:xfrm>
                <a:off x="6647542" y="4427667"/>
                <a:ext cx="672416" cy="760521"/>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pic>
            <p:nvPicPr>
              <p:cNvPr id="39" name="图形 10">
                <a:extLst>
                  <a:ext uri="{FF2B5EF4-FFF2-40B4-BE49-F238E27FC236}">
                    <a16:creationId xmlns:a16="http://schemas.microsoft.com/office/drawing/2014/main" id="{076B9BB6-41E1-4E95-BD9F-2703F25E4EA6}"/>
                  </a:ext>
                </a:extLst>
              </p:cNvPr>
              <p:cNvPicPr>
                <a:picLocks noChangeAspect="1"/>
              </p:cNvPicPr>
              <p:nvPr/>
            </p:nvPicPr>
            <p:blipFill>
              <a:blip r:embed="rId3">
                <a:extLst>
                  <a:ext uri="{28A0092B-C50C-407E-A947-70E740481C1C}">
                    <a14:useLocalDpi xmlns:a14="http://schemas.microsoft.com/office/drawing/2010/main" val="0"/>
                  </a:ext>
                  <a:ext uri="{96DAC541-7B7A-43D3-8B79-37D633B846F1}">
                    <asvg:svgBlip xmlns:asvg="http://schemas.microsoft.com/office/drawing/2016/SVG/main" r:embed="rId4"/>
                  </a:ext>
                </a:extLst>
              </a:blip>
              <a:stretch>
                <a:fillRect/>
              </a:stretch>
            </p:blipFill>
            <p:spPr>
              <a:xfrm>
                <a:off x="7177669" y="3030573"/>
                <a:ext cx="662814" cy="641082"/>
              </a:xfrm>
              <a:prstGeom prst="rect">
                <a:avLst/>
              </a:prstGeom>
            </p:spPr>
          </p:pic>
          <p:pic>
            <p:nvPicPr>
              <p:cNvPr id="41" name="图形 10">
                <a:extLst>
                  <a:ext uri="{FF2B5EF4-FFF2-40B4-BE49-F238E27FC236}">
                    <a16:creationId xmlns:a16="http://schemas.microsoft.com/office/drawing/2014/main" id="{1AC5B18B-D23A-4D83-ACB2-7117ED6A059C}"/>
                  </a:ext>
                </a:extLst>
              </p:cNvPr>
              <p:cNvPicPr>
                <a:picLocks noChangeAspect="1"/>
              </p:cNvPicPr>
              <p:nvPr/>
            </p:nvPicPr>
            <p:blipFill>
              <a:blip r:embed="rId3">
                <a:extLst>
                  <a:ext uri="{28A0092B-C50C-407E-A947-70E740481C1C}">
                    <a14:useLocalDpi xmlns:a14="http://schemas.microsoft.com/office/drawing/2010/main" val="0"/>
                  </a:ext>
                  <a:ext uri="{96DAC541-7B7A-43D3-8B79-37D633B846F1}">
                    <asvg:svgBlip xmlns:asvg="http://schemas.microsoft.com/office/drawing/2016/SVG/main" r:embed="rId4"/>
                  </a:ext>
                </a:extLst>
              </a:blip>
              <a:stretch>
                <a:fillRect/>
              </a:stretch>
            </p:blipFill>
            <p:spPr>
              <a:xfrm>
                <a:off x="7022524" y="4867647"/>
                <a:ext cx="662814" cy="641082"/>
              </a:xfrm>
              <a:prstGeom prst="rect">
                <a:avLst/>
              </a:prstGeom>
            </p:spPr>
          </p:pic>
        </p:grpSp>
        <p:sp>
          <p:nvSpPr>
            <p:cNvPr id="82" name="íşlïḍè">
              <a:extLst>
                <a:ext uri="{FF2B5EF4-FFF2-40B4-BE49-F238E27FC236}">
                  <a16:creationId xmlns:a16="http://schemas.microsoft.com/office/drawing/2014/main" id="{E5206DCB-4F5F-4497-BFE2-8F25AF1C71F7}"/>
                </a:ext>
              </a:extLst>
            </p:cNvPr>
            <p:cNvSpPr txBox="1"/>
            <p:nvPr/>
          </p:nvSpPr>
          <p:spPr>
            <a:xfrm>
              <a:off x="3576981" y="6084447"/>
              <a:ext cx="5080565" cy="353992"/>
            </a:xfrm>
            <a:prstGeom prst="rect">
              <a:avLst/>
            </a:prstGeom>
            <a:noFill/>
          </p:spPr>
          <p:txBody>
            <a:bodyPr wrap="square" lIns="91440" tIns="45720" rIns="91440" bIns="45720" anchor="ctr">
              <a:noAutofit/>
            </a:bodyPr>
            <a:lstStyle/>
            <a:p>
              <a:r>
                <a:rPr lang="zh-CN" altLang="en-US" b="1" dirty="0">
                  <a:latin typeface="Arial Narrow" panose="020B0606020202030204" pitchFamily="34" charset="0"/>
                </a:rPr>
                <a:t>使用集线器和双绞线的星型拓扑的共享式以太网</a:t>
              </a:r>
            </a:p>
          </p:txBody>
        </p:sp>
        <p:sp>
          <p:nvSpPr>
            <p:cNvPr id="84" name="文本框 83">
              <a:extLst>
                <a:ext uri="{FF2B5EF4-FFF2-40B4-BE49-F238E27FC236}">
                  <a16:creationId xmlns:a16="http://schemas.microsoft.com/office/drawing/2014/main" id="{161BDF7A-6ADD-4AAC-9D91-718847022E28}"/>
                </a:ext>
              </a:extLst>
            </p:cNvPr>
            <p:cNvSpPr txBox="1"/>
            <p:nvPr/>
          </p:nvSpPr>
          <p:spPr>
            <a:xfrm>
              <a:off x="4698067" y="3607108"/>
              <a:ext cx="355235" cy="400110"/>
            </a:xfrm>
            <a:prstGeom prst="rect">
              <a:avLst/>
            </a:prstGeom>
            <a:noFill/>
          </p:spPr>
          <p:txBody>
            <a:bodyPr wrap="square" rtlCol="0">
              <a:spAutoFit/>
            </a:bodyPr>
            <a:lstStyle/>
            <a:p>
              <a:pPr algn="ctr"/>
              <a:r>
                <a:rPr lang="en-US" altLang="zh-CN" sz="2000" b="1" dirty="0">
                  <a:solidFill>
                    <a:schemeClr val="bg1"/>
                  </a:solidFill>
                  <a:latin typeface="Arial Black" panose="020B0A04020102020204" pitchFamily="34" charset="0"/>
                  <a:ea typeface="+mj-ea"/>
                </a:rPr>
                <a:t>A</a:t>
              </a:r>
              <a:endParaRPr lang="zh-CN" altLang="en-US" sz="2000" b="1" dirty="0">
                <a:solidFill>
                  <a:schemeClr val="bg1"/>
                </a:solidFill>
                <a:latin typeface="Arial Black" panose="020B0A04020102020204" pitchFamily="34" charset="0"/>
                <a:ea typeface="+mj-ea"/>
              </a:endParaRPr>
            </a:p>
          </p:txBody>
        </p:sp>
        <p:sp>
          <p:nvSpPr>
            <p:cNvPr id="85" name="文本框 84">
              <a:extLst>
                <a:ext uri="{FF2B5EF4-FFF2-40B4-BE49-F238E27FC236}">
                  <a16:creationId xmlns:a16="http://schemas.microsoft.com/office/drawing/2014/main" id="{957C35C7-716D-4309-B9BD-A3C29186E153}"/>
                </a:ext>
              </a:extLst>
            </p:cNvPr>
            <p:cNvSpPr txBox="1"/>
            <p:nvPr/>
          </p:nvSpPr>
          <p:spPr>
            <a:xfrm>
              <a:off x="7508147" y="3607108"/>
              <a:ext cx="355235" cy="400110"/>
            </a:xfrm>
            <a:prstGeom prst="rect">
              <a:avLst/>
            </a:prstGeom>
            <a:noFill/>
          </p:spPr>
          <p:txBody>
            <a:bodyPr wrap="square" rtlCol="0">
              <a:spAutoFit/>
            </a:bodyPr>
            <a:lstStyle/>
            <a:p>
              <a:pPr algn="ctr"/>
              <a:r>
                <a:rPr lang="en-US" altLang="zh-CN" sz="2000" b="1" dirty="0">
                  <a:solidFill>
                    <a:schemeClr val="bg1"/>
                  </a:solidFill>
                  <a:latin typeface="Arial Black" panose="020B0A04020102020204" pitchFamily="34" charset="0"/>
                  <a:ea typeface="+mj-ea"/>
                </a:rPr>
                <a:t>B</a:t>
              </a:r>
              <a:endParaRPr lang="zh-CN" altLang="en-US" sz="2000" b="1" dirty="0">
                <a:solidFill>
                  <a:schemeClr val="bg1"/>
                </a:solidFill>
                <a:latin typeface="Arial Black" panose="020B0A04020102020204" pitchFamily="34" charset="0"/>
                <a:ea typeface="+mj-ea"/>
              </a:endParaRPr>
            </a:p>
          </p:txBody>
        </p:sp>
        <p:sp>
          <p:nvSpPr>
            <p:cNvPr id="86" name="文本框 85">
              <a:extLst>
                <a:ext uri="{FF2B5EF4-FFF2-40B4-BE49-F238E27FC236}">
                  <a16:creationId xmlns:a16="http://schemas.microsoft.com/office/drawing/2014/main" id="{7220DA98-C796-47C4-B48A-74F1A12D0398}"/>
                </a:ext>
              </a:extLst>
            </p:cNvPr>
            <p:cNvSpPr txBox="1"/>
            <p:nvPr/>
          </p:nvSpPr>
          <p:spPr>
            <a:xfrm>
              <a:off x="7384374" y="5451319"/>
              <a:ext cx="355235" cy="400110"/>
            </a:xfrm>
            <a:prstGeom prst="rect">
              <a:avLst/>
            </a:prstGeom>
            <a:noFill/>
          </p:spPr>
          <p:txBody>
            <a:bodyPr wrap="square" rtlCol="0">
              <a:spAutoFit/>
            </a:bodyPr>
            <a:lstStyle/>
            <a:p>
              <a:pPr algn="ctr"/>
              <a:r>
                <a:rPr lang="en-US" altLang="zh-CN" sz="2000" b="1" dirty="0">
                  <a:solidFill>
                    <a:schemeClr val="bg1"/>
                  </a:solidFill>
                  <a:latin typeface="Arial Black" panose="020B0A04020102020204" pitchFamily="34" charset="0"/>
                  <a:ea typeface="+mj-ea"/>
                </a:rPr>
                <a:t>C</a:t>
              </a:r>
              <a:endParaRPr lang="zh-CN" altLang="en-US" sz="2000" b="1" dirty="0">
                <a:solidFill>
                  <a:schemeClr val="bg1"/>
                </a:solidFill>
                <a:latin typeface="Arial Black" panose="020B0A04020102020204" pitchFamily="34" charset="0"/>
                <a:ea typeface="+mj-ea"/>
              </a:endParaRPr>
            </a:p>
          </p:txBody>
        </p:sp>
        <p:sp>
          <p:nvSpPr>
            <p:cNvPr id="87" name="文本框 86">
              <a:extLst>
                <a:ext uri="{FF2B5EF4-FFF2-40B4-BE49-F238E27FC236}">
                  <a16:creationId xmlns:a16="http://schemas.microsoft.com/office/drawing/2014/main" id="{560A76DE-F060-45AA-9191-AC0641C16BDA}"/>
                </a:ext>
              </a:extLst>
            </p:cNvPr>
            <p:cNvSpPr txBox="1"/>
            <p:nvPr/>
          </p:nvSpPr>
          <p:spPr>
            <a:xfrm>
              <a:off x="4565105" y="5451319"/>
              <a:ext cx="355235" cy="400110"/>
            </a:xfrm>
            <a:prstGeom prst="rect">
              <a:avLst/>
            </a:prstGeom>
            <a:noFill/>
          </p:spPr>
          <p:txBody>
            <a:bodyPr wrap="square" rtlCol="0">
              <a:spAutoFit/>
            </a:bodyPr>
            <a:lstStyle/>
            <a:p>
              <a:pPr algn="ctr"/>
              <a:r>
                <a:rPr lang="en-US" altLang="zh-CN" sz="2000" b="1" dirty="0">
                  <a:solidFill>
                    <a:schemeClr val="bg1"/>
                  </a:solidFill>
                  <a:latin typeface="Arial Black" panose="020B0A04020102020204" pitchFamily="34" charset="0"/>
                  <a:ea typeface="+mj-ea"/>
                </a:rPr>
                <a:t>D</a:t>
              </a:r>
              <a:endParaRPr lang="zh-CN" altLang="en-US" sz="2000" b="1" dirty="0">
                <a:solidFill>
                  <a:schemeClr val="bg1"/>
                </a:solidFill>
                <a:latin typeface="Arial Black" panose="020B0A04020102020204" pitchFamily="34" charset="0"/>
                <a:ea typeface="+mj-ea"/>
              </a:endParaRPr>
            </a:p>
          </p:txBody>
        </p:sp>
      </p:grpSp>
      <p:grpSp>
        <p:nvGrpSpPr>
          <p:cNvPr id="13" name="组合 12">
            <a:extLst>
              <a:ext uri="{FF2B5EF4-FFF2-40B4-BE49-F238E27FC236}">
                <a16:creationId xmlns:a16="http://schemas.microsoft.com/office/drawing/2014/main" id="{59599594-1CA2-4FD1-83B2-8FC051C10520}"/>
              </a:ext>
            </a:extLst>
          </p:cNvPr>
          <p:cNvGrpSpPr/>
          <p:nvPr/>
        </p:nvGrpSpPr>
        <p:grpSpPr>
          <a:xfrm>
            <a:off x="285434" y="3212501"/>
            <a:ext cx="3846221" cy="2189634"/>
            <a:chOff x="285434" y="3212501"/>
            <a:chExt cx="3846221" cy="2189634"/>
          </a:xfrm>
        </p:grpSpPr>
        <p:sp>
          <p:nvSpPr>
            <p:cNvPr id="8" name="矩形 7">
              <a:extLst>
                <a:ext uri="{FF2B5EF4-FFF2-40B4-BE49-F238E27FC236}">
                  <a16:creationId xmlns:a16="http://schemas.microsoft.com/office/drawing/2014/main" id="{7C768B7F-6196-4C85-9E57-CF48D4DDD891}"/>
                </a:ext>
              </a:extLst>
            </p:cNvPr>
            <p:cNvSpPr/>
            <p:nvPr/>
          </p:nvSpPr>
          <p:spPr>
            <a:xfrm>
              <a:off x="285434" y="3212501"/>
              <a:ext cx="2728646" cy="2189634"/>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nSpc>
                  <a:spcPct val="150000"/>
                </a:lnSpc>
              </a:pPr>
              <a:r>
                <a:rPr lang="zh-CN" altLang="en-US" b="1" dirty="0">
                  <a:latin typeface="+mn-ea"/>
                </a:rPr>
                <a:t>物理拓扑不相同，</a:t>
              </a:r>
              <a:endParaRPr lang="en-US" altLang="zh-CN" b="1" dirty="0">
                <a:latin typeface="+mn-ea"/>
              </a:endParaRPr>
            </a:p>
            <a:p>
              <a:pPr>
                <a:lnSpc>
                  <a:spcPct val="150000"/>
                </a:lnSpc>
              </a:pPr>
              <a:r>
                <a:rPr lang="zh-CN" altLang="en-US" b="1" dirty="0">
                  <a:latin typeface="+mn-ea"/>
                </a:rPr>
                <a:t>但工作逻辑相同，</a:t>
              </a:r>
              <a:endParaRPr lang="en-US" altLang="zh-CN" b="1" dirty="0">
                <a:latin typeface="+mn-ea"/>
              </a:endParaRPr>
            </a:p>
            <a:p>
              <a:pPr>
                <a:lnSpc>
                  <a:spcPct val="150000"/>
                </a:lnSpc>
              </a:pPr>
              <a:r>
                <a:rPr lang="zh-CN" altLang="en-US" b="1" dirty="0">
                  <a:latin typeface="+mn-ea"/>
                </a:rPr>
                <a:t>网络中的各站点都使用</a:t>
              </a:r>
              <a:r>
                <a:rPr lang="en-US" altLang="zh-CN" b="1" dirty="0">
                  <a:latin typeface="+mn-ea"/>
                </a:rPr>
                <a:t>CSMA/CD</a:t>
              </a:r>
              <a:r>
                <a:rPr lang="zh-CN" altLang="en-US" b="1" dirty="0">
                  <a:latin typeface="+mn-ea"/>
                </a:rPr>
                <a:t>协议来共享（争用）网络资源</a:t>
              </a:r>
            </a:p>
          </p:txBody>
        </p:sp>
        <p:cxnSp>
          <p:nvCxnSpPr>
            <p:cNvPr id="10" name="直接箭头连接符 9">
              <a:extLst>
                <a:ext uri="{FF2B5EF4-FFF2-40B4-BE49-F238E27FC236}">
                  <a16:creationId xmlns:a16="http://schemas.microsoft.com/office/drawing/2014/main" id="{D8642D1E-239C-43B5-B2B7-30CAC2678226}"/>
                </a:ext>
              </a:extLst>
            </p:cNvPr>
            <p:cNvCxnSpPr>
              <a:cxnSpLocks/>
              <a:stCxn id="8" idx="3"/>
            </p:cNvCxnSpPr>
            <p:nvPr/>
          </p:nvCxnSpPr>
          <p:spPr>
            <a:xfrm flipV="1">
              <a:off x="3014080" y="3225521"/>
              <a:ext cx="1071437" cy="1081797"/>
            </a:xfrm>
            <a:prstGeom prst="straightConnector1">
              <a:avLst/>
            </a:prstGeom>
            <a:ln w="25400">
              <a:solidFill>
                <a:schemeClr val="tx1"/>
              </a:solidFill>
              <a:tailEnd type="triangle"/>
            </a:ln>
          </p:spPr>
          <p:style>
            <a:lnRef idx="1">
              <a:schemeClr val="accent1"/>
            </a:lnRef>
            <a:fillRef idx="0">
              <a:schemeClr val="accent1"/>
            </a:fillRef>
            <a:effectRef idx="0">
              <a:schemeClr val="accent1"/>
            </a:effectRef>
            <a:fontRef idx="minor">
              <a:schemeClr val="tx1"/>
            </a:fontRef>
          </p:style>
        </p:cxnSp>
        <p:cxnSp>
          <p:nvCxnSpPr>
            <p:cNvPr id="50" name="直接箭头连接符 49">
              <a:extLst>
                <a:ext uri="{FF2B5EF4-FFF2-40B4-BE49-F238E27FC236}">
                  <a16:creationId xmlns:a16="http://schemas.microsoft.com/office/drawing/2014/main" id="{CD169609-FC53-4E01-BED5-0A8986562E54}"/>
                </a:ext>
              </a:extLst>
            </p:cNvPr>
            <p:cNvCxnSpPr>
              <a:cxnSpLocks/>
              <a:stCxn id="8" idx="3"/>
            </p:cNvCxnSpPr>
            <p:nvPr/>
          </p:nvCxnSpPr>
          <p:spPr>
            <a:xfrm>
              <a:off x="3014080" y="4307318"/>
              <a:ext cx="1117575" cy="867176"/>
            </a:xfrm>
            <a:prstGeom prst="straightConnector1">
              <a:avLst/>
            </a:prstGeom>
            <a:ln w="25400">
              <a:solidFill>
                <a:schemeClr val="tx1"/>
              </a:solidFill>
              <a:tailEnd type="triangle"/>
            </a:ln>
          </p:spPr>
          <p:style>
            <a:lnRef idx="1">
              <a:schemeClr val="accent1"/>
            </a:lnRef>
            <a:fillRef idx="0">
              <a:schemeClr val="accent1"/>
            </a:fillRef>
            <a:effectRef idx="0">
              <a:schemeClr val="accent1"/>
            </a:effectRef>
            <a:fontRef idx="minor">
              <a:schemeClr val="tx1"/>
            </a:fontRef>
          </p:style>
        </p:cxnSp>
      </p:grpSp>
      <p:grpSp>
        <p:nvGrpSpPr>
          <p:cNvPr id="22" name="组合 21">
            <a:extLst>
              <a:ext uri="{FF2B5EF4-FFF2-40B4-BE49-F238E27FC236}">
                <a16:creationId xmlns:a16="http://schemas.microsoft.com/office/drawing/2014/main" id="{DAA70128-DE6F-4BBA-ABD7-868E615719B4}"/>
              </a:ext>
            </a:extLst>
          </p:cNvPr>
          <p:cNvGrpSpPr/>
          <p:nvPr/>
        </p:nvGrpSpPr>
        <p:grpSpPr>
          <a:xfrm>
            <a:off x="2757044" y="2115170"/>
            <a:ext cx="1601784" cy="363002"/>
            <a:chOff x="2648672" y="2115170"/>
            <a:chExt cx="1601784" cy="363002"/>
          </a:xfrm>
        </p:grpSpPr>
        <p:cxnSp>
          <p:nvCxnSpPr>
            <p:cNvPr id="21" name="直接箭头连接符 20">
              <a:extLst>
                <a:ext uri="{FF2B5EF4-FFF2-40B4-BE49-F238E27FC236}">
                  <a16:creationId xmlns:a16="http://schemas.microsoft.com/office/drawing/2014/main" id="{33DFB466-B10D-4749-8F8A-C562FBD08E99}"/>
                </a:ext>
              </a:extLst>
            </p:cNvPr>
            <p:cNvCxnSpPr/>
            <p:nvPr/>
          </p:nvCxnSpPr>
          <p:spPr>
            <a:xfrm>
              <a:off x="2648672" y="2478172"/>
              <a:ext cx="1601784" cy="0"/>
            </a:xfrm>
            <a:prstGeom prst="straightConnector1">
              <a:avLst/>
            </a:prstGeom>
            <a:ln w="38100">
              <a:solidFill>
                <a:schemeClr val="tx1"/>
              </a:solidFill>
              <a:prstDash val="dash"/>
              <a:tailEnd type="triangle"/>
            </a:ln>
          </p:spPr>
          <p:style>
            <a:lnRef idx="1">
              <a:schemeClr val="accent1"/>
            </a:lnRef>
            <a:fillRef idx="0">
              <a:schemeClr val="accent1"/>
            </a:fillRef>
            <a:effectRef idx="0">
              <a:schemeClr val="accent1"/>
            </a:effectRef>
            <a:fontRef idx="minor">
              <a:schemeClr val="tx1"/>
            </a:fontRef>
          </p:style>
        </p:cxnSp>
        <p:sp>
          <p:nvSpPr>
            <p:cNvPr id="70" name="íşlïḍè">
              <a:extLst>
                <a:ext uri="{FF2B5EF4-FFF2-40B4-BE49-F238E27FC236}">
                  <a16:creationId xmlns:a16="http://schemas.microsoft.com/office/drawing/2014/main" id="{08077CD8-BCBF-494C-9DAC-4040899A9690}"/>
                </a:ext>
              </a:extLst>
            </p:cNvPr>
            <p:cNvSpPr txBox="1"/>
            <p:nvPr/>
          </p:nvSpPr>
          <p:spPr>
            <a:xfrm>
              <a:off x="2932583" y="2115170"/>
              <a:ext cx="879320" cy="353992"/>
            </a:xfrm>
            <a:prstGeom prst="rect">
              <a:avLst/>
            </a:prstGeom>
            <a:noFill/>
          </p:spPr>
          <p:txBody>
            <a:bodyPr wrap="square" lIns="91440" tIns="45720" rIns="91440" bIns="45720" anchor="ctr">
              <a:noAutofit/>
            </a:bodyPr>
            <a:lstStyle/>
            <a:p>
              <a:pPr algn="ctr"/>
              <a:r>
                <a:rPr lang="zh-CN" altLang="en-US" b="1" dirty="0">
                  <a:latin typeface="Arial Narrow" panose="020B0606020202030204" pitchFamily="34" charset="0"/>
                </a:rPr>
                <a:t>发送帧</a:t>
              </a:r>
            </a:p>
          </p:txBody>
        </p:sp>
      </p:grpSp>
      <p:grpSp>
        <p:nvGrpSpPr>
          <p:cNvPr id="71" name="组合 70">
            <a:extLst>
              <a:ext uri="{FF2B5EF4-FFF2-40B4-BE49-F238E27FC236}">
                <a16:creationId xmlns:a16="http://schemas.microsoft.com/office/drawing/2014/main" id="{35796763-9880-4F06-97F0-F96BEFCDB929}"/>
              </a:ext>
            </a:extLst>
          </p:cNvPr>
          <p:cNvGrpSpPr/>
          <p:nvPr/>
        </p:nvGrpSpPr>
        <p:grpSpPr>
          <a:xfrm>
            <a:off x="5177418" y="3452679"/>
            <a:ext cx="2048603" cy="363002"/>
            <a:chOff x="2648672" y="2115170"/>
            <a:chExt cx="2048603" cy="363002"/>
          </a:xfrm>
        </p:grpSpPr>
        <p:cxnSp>
          <p:nvCxnSpPr>
            <p:cNvPr id="72" name="直接箭头连接符 71">
              <a:extLst>
                <a:ext uri="{FF2B5EF4-FFF2-40B4-BE49-F238E27FC236}">
                  <a16:creationId xmlns:a16="http://schemas.microsoft.com/office/drawing/2014/main" id="{C01A6254-DC79-444E-A809-209AA022640B}"/>
                </a:ext>
              </a:extLst>
            </p:cNvPr>
            <p:cNvCxnSpPr>
              <a:cxnSpLocks/>
            </p:cNvCxnSpPr>
            <p:nvPr/>
          </p:nvCxnSpPr>
          <p:spPr>
            <a:xfrm>
              <a:off x="2648672" y="2478172"/>
              <a:ext cx="2048603" cy="0"/>
            </a:xfrm>
            <a:prstGeom prst="straightConnector1">
              <a:avLst/>
            </a:prstGeom>
            <a:ln w="38100">
              <a:solidFill>
                <a:schemeClr val="tx1"/>
              </a:solidFill>
              <a:prstDash val="dash"/>
              <a:tailEnd type="triangle"/>
            </a:ln>
          </p:spPr>
          <p:style>
            <a:lnRef idx="1">
              <a:schemeClr val="accent1"/>
            </a:lnRef>
            <a:fillRef idx="0">
              <a:schemeClr val="accent1"/>
            </a:fillRef>
            <a:effectRef idx="0">
              <a:schemeClr val="accent1"/>
            </a:effectRef>
            <a:fontRef idx="minor">
              <a:schemeClr val="tx1"/>
            </a:fontRef>
          </p:style>
        </p:cxnSp>
        <p:sp>
          <p:nvSpPr>
            <p:cNvPr id="73" name="íşlïḍè">
              <a:extLst>
                <a:ext uri="{FF2B5EF4-FFF2-40B4-BE49-F238E27FC236}">
                  <a16:creationId xmlns:a16="http://schemas.microsoft.com/office/drawing/2014/main" id="{D2AC119E-23F9-4C8D-B745-94C58033190E}"/>
                </a:ext>
              </a:extLst>
            </p:cNvPr>
            <p:cNvSpPr txBox="1"/>
            <p:nvPr/>
          </p:nvSpPr>
          <p:spPr>
            <a:xfrm>
              <a:off x="3237383" y="2115170"/>
              <a:ext cx="879320" cy="353992"/>
            </a:xfrm>
            <a:prstGeom prst="rect">
              <a:avLst/>
            </a:prstGeom>
            <a:noFill/>
          </p:spPr>
          <p:txBody>
            <a:bodyPr wrap="square" lIns="91440" tIns="45720" rIns="91440" bIns="45720" anchor="ctr">
              <a:noAutofit/>
            </a:bodyPr>
            <a:lstStyle/>
            <a:p>
              <a:pPr algn="ctr"/>
              <a:r>
                <a:rPr lang="zh-CN" altLang="en-US" b="1" dirty="0">
                  <a:latin typeface="Arial Narrow" panose="020B0606020202030204" pitchFamily="34" charset="0"/>
                </a:rPr>
                <a:t>发送帧</a:t>
              </a:r>
            </a:p>
          </p:txBody>
        </p:sp>
      </p:grpSp>
      <p:cxnSp>
        <p:nvCxnSpPr>
          <p:cNvPr id="83" name="直接箭头连接符 82">
            <a:extLst>
              <a:ext uri="{FF2B5EF4-FFF2-40B4-BE49-F238E27FC236}">
                <a16:creationId xmlns:a16="http://schemas.microsoft.com/office/drawing/2014/main" id="{98AADCBA-ED5F-486F-B747-9DBA21E9A80F}"/>
              </a:ext>
            </a:extLst>
          </p:cNvPr>
          <p:cNvCxnSpPr>
            <a:cxnSpLocks/>
          </p:cNvCxnSpPr>
          <p:nvPr/>
        </p:nvCxnSpPr>
        <p:spPr>
          <a:xfrm flipH="1">
            <a:off x="6725114" y="4089221"/>
            <a:ext cx="631057" cy="598713"/>
          </a:xfrm>
          <a:prstGeom prst="straightConnector1">
            <a:avLst/>
          </a:prstGeom>
          <a:ln w="50800" cap="rnd">
            <a:solidFill>
              <a:schemeClr val="accent6"/>
            </a:solidFill>
            <a:round/>
            <a:tailEnd type="triangle" w="med" len="med"/>
          </a:ln>
        </p:spPr>
        <p:style>
          <a:lnRef idx="1">
            <a:schemeClr val="accent1"/>
          </a:lnRef>
          <a:fillRef idx="0">
            <a:schemeClr val="accent1"/>
          </a:fillRef>
          <a:effectRef idx="0">
            <a:schemeClr val="accent1"/>
          </a:effectRef>
          <a:fontRef idx="minor">
            <a:schemeClr val="tx1"/>
          </a:fontRef>
        </p:style>
      </p:cxnSp>
      <p:cxnSp>
        <p:nvCxnSpPr>
          <p:cNvPr id="88" name="直接箭头连接符 87">
            <a:extLst>
              <a:ext uri="{FF2B5EF4-FFF2-40B4-BE49-F238E27FC236}">
                <a16:creationId xmlns:a16="http://schemas.microsoft.com/office/drawing/2014/main" id="{644B336D-D95F-4C39-8123-003EC03C74C1}"/>
              </a:ext>
            </a:extLst>
          </p:cNvPr>
          <p:cNvCxnSpPr>
            <a:cxnSpLocks/>
          </p:cNvCxnSpPr>
          <p:nvPr/>
        </p:nvCxnSpPr>
        <p:spPr>
          <a:xfrm flipH="1" flipV="1">
            <a:off x="6725114" y="4983651"/>
            <a:ext cx="659260" cy="760521"/>
          </a:xfrm>
          <a:prstGeom prst="straightConnector1">
            <a:avLst/>
          </a:prstGeom>
          <a:ln w="50800" cap="rnd">
            <a:solidFill>
              <a:schemeClr val="accent6"/>
            </a:solidFill>
            <a:round/>
            <a:tailEnd type="triangle" w="med" len="med"/>
          </a:ln>
        </p:spPr>
        <p:style>
          <a:lnRef idx="1">
            <a:schemeClr val="accent1"/>
          </a:lnRef>
          <a:fillRef idx="0">
            <a:schemeClr val="accent1"/>
          </a:fillRef>
          <a:effectRef idx="0">
            <a:schemeClr val="accent1"/>
          </a:effectRef>
          <a:fontRef idx="minor">
            <a:schemeClr val="tx1"/>
          </a:fontRef>
        </p:style>
      </p:cxnSp>
      <p:cxnSp>
        <p:nvCxnSpPr>
          <p:cNvPr id="90" name="直接箭头连接符 89">
            <a:extLst>
              <a:ext uri="{FF2B5EF4-FFF2-40B4-BE49-F238E27FC236}">
                <a16:creationId xmlns:a16="http://schemas.microsoft.com/office/drawing/2014/main" id="{188765E2-00E1-409E-96F8-058F3C7A8F80}"/>
              </a:ext>
            </a:extLst>
          </p:cNvPr>
          <p:cNvCxnSpPr/>
          <p:nvPr/>
        </p:nvCxnSpPr>
        <p:spPr>
          <a:xfrm flipV="1">
            <a:off x="4884674" y="1489731"/>
            <a:ext cx="0" cy="773654"/>
          </a:xfrm>
          <a:prstGeom prst="straightConnector1">
            <a:avLst/>
          </a:prstGeom>
          <a:ln w="50800" cap="rnd">
            <a:solidFill>
              <a:schemeClr val="accent6"/>
            </a:solidFill>
            <a:round/>
            <a:tailEnd type="triangle" w="med" len="med"/>
          </a:ln>
        </p:spPr>
        <p:style>
          <a:lnRef idx="1">
            <a:schemeClr val="accent1"/>
          </a:lnRef>
          <a:fillRef idx="0">
            <a:schemeClr val="accent1"/>
          </a:fillRef>
          <a:effectRef idx="0">
            <a:schemeClr val="accent1"/>
          </a:effectRef>
          <a:fontRef idx="minor">
            <a:schemeClr val="tx1"/>
          </a:fontRef>
        </p:style>
      </p:cxnSp>
      <p:cxnSp>
        <p:nvCxnSpPr>
          <p:cNvPr id="91" name="直接箭头连接符 90">
            <a:extLst>
              <a:ext uri="{FF2B5EF4-FFF2-40B4-BE49-F238E27FC236}">
                <a16:creationId xmlns:a16="http://schemas.microsoft.com/office/drawing/2014/main" id="{5E475CCA-9B07-4C83-A87E-363513EB2B77}"/>
              </a:ext>
            </a:extLst>
          </p:cNvPr>
          <p:cNvCxnSpPr>
            <a:cxnSpLocks/>
          </p:cNvCxnSpPr>
          <p:nvPr/>
        </p:nvCxnSpPr>
        <p:spPr>
          <a:xfrm>
            <a:off x="4884674" y="1456256"/>
            <a:ext cx="1224482" cy="0"/>
          </a:xfrm>
          <a:prstGeom prst="straightConnector1">
            <a:avLst/>
          </a:prstGeom>
          <a:ln w="50800" cap="rnd">
            <a:solidFill>
              <a:schemeClr val="accent6"/>
            </a:solidFill>
            <a:round/>
            <a:tailEnd type="triangle" w="med" len="med"/>
          </a:ln>
        </p:spPr>
        <p:style>
          <a:lnRef idx="1">
            <a:schemeClr val="accent1"/>
          </a:lnRef>
          <a:fillRef idx="0">
            <a:schemeClr val="accent1"/>
          </a:fillRef>
          <a:effectRef idx="0">
            <a:schemeClr val="accent1"/>
          </a:effectRef>
          <a:fontRef idx="minor">
            <a:schemeClr val="tx1"/>
          </a:fontRef>
        </p:style>
      </p:cxnSp>
      <p:cxnSp>
        <p:nvCxnSpPr>
          <p:cNvPr id="92" name="直接箭头连接符 91">
            <a:extLst>
              <a:ext uri="{FF2B5EF4-FFF2-40B4-BE49-F238E27FC236}">
                <a16:creationId xmlns:a16="http://schemas.microsoft.com/office/drawing/2014/main" id="{DBD42619-72EB-4E36-8368-27BC05422CA8}"/>
              </a:ext>
            </a:extLst>
          </p:cNvPr>
          <p:cNvCxnSpPr>
            <a:cxnSpLocks/>
          </p:cNvCxnSpPr>
          <p:nvPr/>
        </p:nvCxnSpPr>
        <p:spPr>
          <a:xfrm flipH="1">
            <a:off x="3723383" y="1456139"/>
            <a:ext cx="1168552" cy="0"/>
          </a:xfrm>
          <a:prstGeom prst="straightConnector1">
            <a:avLst/>
          </a:prstGeom>
          <a:ln w="50800" cap="rnd">
            <a:solidFill>
              <a:schemeClr val="accent6"/>
            </a:solidFill>
            <a:round/>
            <a:tailEnd type="triangle" w="med" len="med"/>
          </a:ln>
        </p:spPr>
        <p:style>
          <a:lnRef idx="1">
            <a:schemeClr val="accent1"/>
          </a:lnRef>
          <a:fillRef idx="0">
            <a:schemeClr val="accent1"/>
          </a:fillRef>
          <a:effectRef idx="0">
            <a:schemeClr val="accent1"/>
          </a:effectRef>
          <a:fontRef idx="minor">
            <a:schemeClr val="tx1"/>
          </a:fontRef>
        </p:style>
      </p:cxnSp>
      <p:cxnSp>
        <p:nvCxnSpPr>
          <p:cNvPr id="93" name="直接箭头连接符 92">
            <a:extLst>
              <a:ext uri="{FF2B5EF4-FFF2-40B4-BE49-F238E27FC236}">
                <a16:creationId xmlns:a16="http://schemas.microsoft.com/office/drawing/2014/main" id="{DD003A22-B43A-497A-A04F-CF0897FDD488}"/>
              </a:ext>
            </a:extLst>
          </p:cNvPr>
          <p:cNvCxnSpPr/>
          <p:nvPr/>
        </p:nvCxnSpPr>
        <p:spPr>
          <a:xfrm flipV="1">
            <a:off x="7262793" y="1481586"/>
            <a:ext cx="0" cy="773654"/>
          </a:xfrm>
          <a:prstGeom prst="straightConnector1">
            <a:avLst/>
          </a:prstGeom>
          <a:ln w="50800" cap="rnd">
            <a:solidFill>
              <a:schemeClr val="accent6"/>
            </a:solidFill>
            <a:round/>
            <a:tailEnd type="triangle" w="med" len="med"/>
          </a:ln>
        </p:spPr>
        <p:style>
          <a:lnRef idx="1">
            <a:schemeClr val="accent1"/>
          </a:lnRef>
          <a:fillRef idx="0">
            <a:schemeClr val="accent1"/>
          </a:fillRef>
          <a:effectRef idx="0">
            <a:schemeClr val="accent1"/>
          </a:effectRef>
          <a:fontRef idx="minor">
            <a:schemeClr val="tx1"/>
          </a:fontRef>
        </p:style>
      </p:cxnSp>
      <p:cxnSp>
        <p:nvCxnSpPr>
          <p:cNvPr id="94" name="直接箭头连接符 93">
            <a:extLst>
              <a:ext uri="{FF2B5EF4-FFF2-40B4-BE49-F238E27FC236}">
                <a16:creationId xmlns:a16="http://schemas.microsoft.com/office/drawing/2014/main" id="{B9DF1232-2E2A-42CB-8FC5-BD6BC2DA6139}"/>
              </a:ext>
            </a:extLst>
          </p:cNvPr>
          <p:cNvCxnSpPr>
            <a:cxnSpLocks/>
          </p:cNvCxnSpPr>
          <p:nvPr/>
        </p:nvCxnSpPr>
        <p:spPr>
          <a:xfrm flipH="1">
            <a:off x="6094241" y="1456139"/>
            <a:ext cx="1168552" cy="0"/>
          </a:xfrm>
          <a:prstGeom prst="straightConnector1">
            <a:avLst/>
          </a:prstGeom>
          <a:ln w="50800" cap="rnd">
            <a:solidFill>
              <a:schemeClr val="accent6"/>
            </a:solidFill>
            <a:round/>
            <a:tailEnd type="triangle" w="med" len="med"/>
          </a:ln>
        </p:spPr>
        <p:style>
          <a:lnRef idx="1">
            <a:schemeClr val="accent1"/>
          </a:lnRef>
          <a:fillRef idx="0">
            <a:schemeClr val="accent1"/>
          </a:fillRef>
          <a:effectRef idx="0">
            <a:schemeClr val="accent1"/>
          </a:effectRef>
          <a:fontRef idx="minor">
            <a:schemeClr val="tx1"/>
          </a:fontRef>
        </p:style>
      </p:cxnSp>
      <p:cxnSp>
        <p:nvCxnSpPr>
          <p:cNvPr id="95" name="直接箭头连接符 94">
            <a:extLst>
              <a:ext uri="{FF2B5EF4-FFF2-40B4-BE49-F238E27FC236}">
                <a16:creationId xmlns:a16="http://schemas.microsoft.com/office/drawing/2014/main" id="{45D61E5D-58B4-41B6-9A3C-554E2174890F}"/>
              </a:ext>
            </a:extLst>
          </p:cNvPr>
          <p:cNvCxnSpPr>
            <a:cxnSpLocks/>
          </p:cNvCxnSpPr>
          <p:nvPr/>
        </p:nvCxnSpPr>
        <p:spPr>
          <a:xfrm>
            <a:off x="7262793" y="1455865"/>
            <a:ext cx="1224482" cy="0"/>
          </a:xfrm>
          <a:prstGeom prst="straightConnector1">
            <a:avLst/>
          </a:prstGeom>
          <a:ln w="50800" cap="rnd">
            <a:solidFill>
              <a:schemeClr val="accent6"/>
            </a:solidFill>
            <a:round/>
            <a:tailEnd type="triangle" w="med" len="med"/>
          </a:ln>
        </p:spPr>
        <p:style>
          <a:lnRef idx="1">
            <a:schemeClr val="accent1"/>
          </a:lnRef>
          <a:fillRef idx="0">
            <a:schemeClr val="accent1"/>
          </a:fillRef>
          <a:effectRef idx="0">
            <a:schemeClr val="accent1"/>
          </a:effectRef>
          <a:fontRef idx="minor">
            <a:schemeClr val="tx1"/>
          </a:fontRef>
        </p:style>
      </p:cxnSp>
      <p:sp>
        <p:nvSpPr>
          <p:cNvPr id="96" name="爆炸形: 8 pt  95">
            <a:extLst>
              <a:ext uri="{FF2B5EF4-FFF2-40B4-BE49-F238E27FC236}">
                <a16:creationId xmlns:a16="http://schemas.microsoft.com/office/drawing/2014/main" id="{11B8D7B1-FC68-47E5-A479-A4220C6990E7}"/>
              </a:ext>
            </a:extLst>
          </p:cNvPr>
          <p:cNvSpPr/>
          <p:nvPr/>
        </p:nvSpPr>
        <p:spPr>
          <a:xfrm>
            <a:off x="5343434" y="851629"/>
            <a:ext cx="1355154" cy="1355154"/>
          </a:xfrm>
          <a:prstGeom prst="irregularSeal1">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zh-CN" altLang="en-US" sz="2000" b="1" dirty="0"/>
              <a:t>碰撞</a:t>
            </a:r>
          </a:p>
        </p:txBody>
      </p:sp>
      <p:grpSp>
        <p:nvGrpSpPr>
          <p:cNvPr id="57" name="组合 56">
            <a:extLst>
              <a:ext uri="{FF2B5EF4-FFF2-40B4-BE49-F238E27FC236}">
                <a16:creationId xmlns:a16="http://schemas.microsoft.com/office/drawing/2014/main" id="{F6B7DB52-EBFA-4F8E-824F-32B547F778BB}"/>
              </a:ext>
            </a:extLst>
          </p:cNvPr>
          <p:cNvGrpSpPr/>
          <p:nvPr/>
        </p:nvGrpSpPr>
        <p:grpSpPr>
          <a:xfrm>
            <a:off x="1975253" y="2123694"/>
            <a:ext cx="7852814" cy="641082"/>
            <a:chOff x="1968674" y="4445636"/>
            <a:chExt cx="7852814" cy="641082"/>
          </a:xfrm>
        </p:grpSpPr>
        <p:grpSp>
          <p:nvGrpSpPr>
            <p:cNvPr id="58" name="组合 57">
              <a:extLst>
                <a:ext uri="{FF2B5EF4-FFF2-40B4-BE49-F238E27FC236}">
                  <a16:creationId xmlns:a16="http://schemas.microsoft.com/office/drawing/2014/main" id="{95D9206A-094F-4E0E-8971-1BFE7EA2B0D1}"/>
                </a:ext>
              </a:extLst>
            </p:cNvPr>
            <p:cNvGrpSpPr/>
            <p:nvPr/>
          </p:nvGrpSpPr>
          <p:grpSpPr>
            <a:xfrm>
              <a:off x="1968674" y="4445636"/>
              <a:ext cx="662814" cy="641082"/>
              <a:chOff x="812355" y="3422987"/>
              <a:chExt cx="662814" cy="641082"/>
            </a:xfrm>
          </p:grpSpPr>
          <p:pic>
            <p:nvPicPr>
              <p:cNvPr id="68" name="图形 67">
                <a:extLst>
                  <a:ext uri="{FF2B5EF4-FFF2-40B4-BE49-F238E27FC236}">
                    <a16:creationId xmlns:a16="http://schemas.microsoft.com/office/drawing/2014/main" id="{57661E49-536F-4A3E-BD2C-9C26B8BC9C36}"/>
                  </a:ext>
                </a:extLst>
              </p:cNvPr>
              <p:cNvPicPr>
                <a:picLocks noChangeAspect="1"/>
              </p:cNvPicPr>
              <p:nvPr/>
            </p:nvPicPr>
            <p:blipFill>
              <a:blip r:embed="rId3">
                <a:extLst>
                  <a:ext uri="{28A0092B-C50C-407E-A947-70E740481C1C}">
                    <a14:useLocalDpi xmlns:a14="http://schemas.microsoft.com/office/drawing/2010/main" val="0"/>
                  </a:ext>
                  <a:ext uri="{96DAC541-7B7A-43D3-8B79-37D633B846F1}">
                    <asvg:svgBlip xmlns:asvg="http://schemas.microsoft.com/office/drawing/2016/SVG/main" r:embed="rId4"/>
                  </a:ext>
                </a:extLst>
              </a:blip>
              <a:stretch>
                <a:fillRect/>
              </a:stretch>
            </p:blipFill>
            <p:spPr>
              <a:xfrm>
                <a:off x="812355" y="3422987"/>
                <a:ext cx="662814" cy="641082"/>
              </a:xfrm>
              <a:prstGeom prst="rect">
                <a:avLst/>
              </a:prstGeom>
            </p:spPr>
          </p:pic>
          <p:sp>
            <p:nvSpPr>
              <p:cNvPr id="69" name="文本框 68">
                <a:extLst>
                  <a:ext uri="{FF2B5EF4-FFF2-40B4-BE49-F238E27FC236}">
                    <a16:creationId xmlns:a16="http://schemas.microsoft.com/office/drawing/2014/main" id="{983BE020-B6D3-4B7E-AFA3-02C3FF83F30E}"/>
                  </a:ext>
                </a:extLst>
              </p:cNvPr>
              <p:cNvSpPr txBox="1"/>
              <p:nvPr/>
            </p:nvSpPr>
            <p:spPr>
              <a:xfrm>
                <a:off x="1087044" y="3451320"/>
                <a:ext cx="355235" cy="400110"/>
              </a:xfrm>
              <a:prstGeom prst="rect">
                <a:avLst/>
              </a:prstGeom>
              <a:noFill/>
            </p:spPr>
            <p:txBody>
              <a:bodyPr wrap="square" rtlCol="0">
                <a:spAutoFit/>
              </a:bodyPr>
              <a:lstStyle/>
              <a:p>
                <a:pPr algn="ctr"/>
                <a:r>
                  <a:rPr lang="en-US" altLang="zh-CN" sz="2000" b="1" dirty="0">
                    <a:solidFill>
                      <a:schemeClr val="bg1"/>
                    </a:solidFill>
                    <a:latin typeface="Arial Black" panose="020B0A04020102020204" pitchFamily="34" charset="0"/>
                    <a:ea typeface="+mj-ea"/>
                  </a:rPr>
                  <a:t>A</a:t>
                </a:r>
                <a:endParaRPr lang="zh-CN" altLang="en-US" sz="2000" b="1" dirty="0">
                  <a:solidFill>
                    <a:schemeClr val="bg1"/>
                  </a:solidFill>
                  <a:latin typeface="Arial Black" panose="020B0A04020102020204" pitchFamily="34" charset="0"/>
                  <a:ea typeface="+mj-ea"/>
                </a:endParaRPr>
              </a:p>
            </p:txBody>
          </p:sp>
        </p:grpSp>
        <p:grpSp>
          <p:nvGrpSpPr>
            <p:cNvPr id="59" name="组合 58">
              <a:extLst>
                <a:ext uri="{FF2B5EF4-FFF2-40B4-BE49-F238E27FC236}">
                  <a16:creationId xmlns:a16="http://schemas.microsoft.com/office/drawing/2014/main" id="{BDE7F200-EB10-4991-9BAD-A988781DCB09}"/>
                </a:ext>
              </a:extLst>
            </p:cNvPr>
            <p:cNvGrpSpPr/>
            <p:nvPr/>
          </p:nvGrpSpPr>
          <p:grpSpPr>
            <a:xfrm>
              <a:off x="4365341" y="4445636"/>
              <a:ext cx="662814" cy="641082"/>
              <a:chOff x="3209022" y="3422987"/>
              <a:chExt cx="662814" cy="641082"/>
            </a:xfrm>
          </p:grpSpPr>
          <p:pic>
            <p:nvPicPr>
              <p:cNvPr id="66" name="图形 65">
                <a:extLst>
                  <a:ext uri="{FF2B5EF4-FFF2-40B4-BE49-F238E27FC236}">
                    <a16:creationId xmlns:a16="http://schemas.microsoft.com/office/drawing/2014/main" id="{590F299D-2F3A-4E5F-B873-123C13713275}"/>
                  </a:ext>
                </a:extLst>
              </p:cNvPr>
              <p:cNvPicPr>
                <a:picLocks noChangeAspect="1"/>
              </p:cNvPicPr>
              <p:nvPr/>
            </p:nvPicPr>
            <p:blipFill>
              <a:blip r:embed="rId3">
                <a:extLst>
                  <a:ext uri="{28A0092B-C50C-407E-A947-70E740481C1C}">
                    <a14:useLocalDpi xmlns:a14="http://schemas.microsoft.com/office/drawing/2010/main" val="0"/>
                  </a:ext>
                  <a:ext uri="{96DAC541-7B7A-43D3-8B79-37D633B846F1}">
                    <asvg:svgBlip xmlns:asvg="http://schemas.microsoft.com/office/drawing/2016/SVG/main" r:embed="rId4"/>
                  </a:ext>
                </a:extLst>
              </a:blip>
              <a:stretch>
                <a:fillRect/>
              </a:stretch>
            </p:blipFill>
            <p:spPr>
              <a:xfrm>
                <a:off x="3209022" y="3422987"/>
                <a:ext cx="662814" cy="641082"/>
              </a:xfrm>
              <a:prstGeom prst="rect">
                <a:avLst/>
              </a:prstGeom>
            </p:spPr>
          </p:pic>
          <p:sp>
            <p:nvSpPr>
              <p:cNvPr id="67" name="文本框 66">
                <a:extLst>
                  <a:ext uri="{FF2B5EF4-FFF2-40B4-BE49-F238E27FC236}">
                    <a16:creationId xmlns:a16="http://schemas.microsoft.com/office/drawing/2014/main" id="{C7795584-B512-49F0-9293-F33214D4AE31}"/>
                  </a:ext>
                </a:extLst>
              </p:cNvPr>
              <p:cNvSpPr txBox="1"/>
              <p:nvPr/>
            </p:nvSpPr>
            <p:spPr>
              <a:xfrm>
                <a:off x="3490791" y="3451320"/>
                <a:ext cx="355235" cy="400110"/>
              </a:xfrm>
              <a:prstGeom prst="rect">
                <a:avLst/>
              </a:prstGeom>
              <a:noFill/>
            </p:spPr>
            <p:txBody>
              <a:bodyPr wrap="square" rtlCol="0">
                <a:spAutoFit/>
              </a:bodyPr>
              <a:lstStyle/>
              <a:p>
                <a:pPr algn="ctr"/>
                <a:r>
                  <a:rPr lang="en-US" altLang="zh-CN" sz="2000" b="1" dirty="0">
                    <a:solidFill>
                      <a:schemeClr val="bg1"/>
                    </a:solidFill>
                    <a:latin typeface="Arial Black" panose="020B0A04020102020204" pitchFamily="34" charset="0"/>
                    <a:ea typeface="+mj-ea"/>
                  </a:rPr>
                  <a:t>B</a:t>
                </a:r>
                <a:endParaRPr lang="zh-CN" altLang="en-US" sz="2000" b="1" dirty="0">
                  <a:solidFill>
                    <a:schemeClr val="bg1"/>
                  </a:solidFill>
                  <a:latin typeface="Arial Black" panose="020B0A04020102020204" pitchFamily="34" charset="0"/>
                  <a:ea typeface="+mj-ea"/>
                </a:endParaRPr>
              </a:p>
            </p:txBody>
          </p:sp>
        </p:grpSp>
        <p:grpSp>
          <p:nvGrpSpPr>
            <p:cNvPr id="60" name="组合 59">
              <a:extLst>
                <a:ext uri="{FF2B5EF4-FFF2-40B4-BE49-F238E27FC236}">
                  <a16:creationId xmlns:a16="http://schemas.microsoft.com/office/drawing/2014/main" id="{4FE74B8F-6F78-4244-B24D-1188FF413F7C}"/>
                </a:ext>
              </a:extLst>
            </p:cNvPr>
            <p:cNvGrpSpPr/>
            <p:nvPr/>
          </p:nvGrpSpPr>
          <p:grpSpPr>
            <a:xfrm>
              <a:off x="6762008" y="4445636"/>
              <a:ext cx="662814" cy="641082"/>
              <a:chOff x="5605689" y="3422987"/>
              <a:chExt cx="662814" cy="641082"/>
            </a:xfrm>
          </p:grpSpPr>
          <p:pic>
            <p:nvPicPr>
              <p:cNvPr id="64" name="图形 63">
                <a:extLst>
                  <a:ext uri="{FF2B5EF4-FFF2-40B4-BE49-F238E27FC236}">
                    <a16:creationId xmlns:a16="http://schemas.microsoft.com/office/drawing/2014/main" id="{64FF7B51-4CE1-4326-A902-C877CDAD69B5}"/>
                  </a:ext>
                </a:extLst>
              </p:cNvPr>
              <p:cNvPicPr>
                <a:picLocks noChangeAspect="1"/>
              </p:cNvPicPr>
              <p:nvPr/>
            </p:nvPicPr>
            <p:blipFill>
              <a:blip r:embed="rId3">
                <a:extLst>
                  <a:ext uri="{28A0092B-C50C-407E-A947-70E740481C1C}">
                    <a14:useLocalDpi xmlns:a14="http://schemas.microsoft.com/office/drawing/2010/main" val="0"/>
                  </a:ext>
                  <a:ext uri="{96DAC541-7B7A-43D3-8B79-37D633B846F1}">
                    <asvg:svgBlip xmlns:asvg="http://schemas.microsoft.com/office/drawing/2016/SVG/main" r:embed="rId4"/>
                  </a:ext>
                </a:extLst>
              </a:blip>
              <a:stretch>
                <a:fillRect/>
              </a:stretch>
            </p:blipFill>
            <p:spPr>
              <a:xfrm>
                <a:off x="5605689" y="3422987"/>
                <a:ext cx="662814" cy="641082"/>
              </a:xfrm>
              <a:prstGeom prst="rect">
                <a:avLst/>
              </a:prstGeom>
            </p:spPr>
          </p:pic>
          <p:sp>
            <p:nvSpPr>
              <p:cNvPr id="65" name="文本框 64">
                <a:extLst>
                  <a:ext uri="{FF2B5EF4-FFF2-40B4-BE49-F238E27FC236}">
                    <a16:creationId xmlns:a16="http://schemas.microsoft.com/office/drawing/2014/main" id="{78AF58B7-7E04-4A67-85F0-FE0094BF9798}"/>
                  </a:ext>
                </a:extLst>
              </p:cNvPr>
              <p:cNvSpPr txBox="1"/>
              <p:nvPr/>
            </p:nvSpPr>
            <p:spPr>
              <a:xfrm>
                <a:off x="5885506" y="3451320"/>
                <a:ext cx="355235" cy="400110"/>
              </a:xfrm>
              <a:prstGeom prst="rect">
                <a:avLst/>
              </a:prstGeom>
              <a:noFill/>
            </p:spPr>
            <p:txBody>
              <a:bodyPr wrap="square" rtlCol="0">
                <a:spAutoFit/>
              </a:bodyPr>
              <a:lstStyle/>
              <a:p>
                <a:pPr algn="ctr"/>
                <a:r>
                  <a:rPr lang="en-US" altLang="zh-CN" sz="2000" b="1" dirty="0">
                    <a:solidFill>
                      <a:schemeClr val="bg1"/>
                    </a:solidFill>
                    <a:latin typeface="Arial Black" panose="020B0A04020102020204" pitchFamily="34" charset="0"/>
                    <a:ea typeface="+mj-ea"/>
                  </a:rPr>
                  <a:t>C</a:t>
                </a:r>
                <a:endParaRPr lang="zh-CN" altLang="en-US" sz="2000" b="1" dirty="0">
                  <a:solidFill>
                    <a:schemeClr val="bg1"/>
                  </a:solidFill>
                  <a:latin typeface="Arial Black" panose="020B0A04020102020204" pitchFamily="34" charset="0"/>
                  <a:ea typeface="+mj-ea"/>
                </a:endParaRPr>
              </a:p>
            </p:txBody>
          </p:sp>
        </p:grpSp>
        <p:grpSp>
          <p:nvGrpSpPr>
            <p:cNvPr id="61" name="组合 60">
              <a:extLst>
                <a:ext uri="{FF2B5EF4-FFF2-40B4-BE49-F238E27FC236}">
                  <a16:creationId xmlns:a16="http://schemas.microsoft.com/office/drawing/2014/main" id="{530384D8-1CB0-4730-B8C7-1E6686DC57D0}"/>
                </a:ext>
              </a:extLst>
            </p:cNvPr>
            <p:cNvGrpSpPr/>
            <p:nvPr/>
          </p:nvGrpSpPr>
          <p:grpSpPr>
            <a:xfrm>
              <a:off x="9158674" y="4445636"/>
              <a:ext cx="662814" cy="641082"/>
              <a:chOff x="8002355" y="3422987"/>
              <a:chExt cx="662814" cy="641082"/>
            </a:xfrm>
          </p:grpSpPr>
          <p:pic>
            <p:nvPicPr>
              <p:cNvPr id="62" name="图形 61">
                <a:extLst>
                  <a:ext uri="{FF2B5EF4-FFF2-40B4-BE49-F238E27FC236}">
                    <a16:creationId xmlns:a16="http://schemas.microsoft.com/office/drawing/2014/main" id="{D612B3C9-4DBB-4F8A-A243-A129D4FCE939}"/>
                  </a:ext>
                </a:extLst>
              </p:cNvPr>
              <p:cNvPicPr>
                <a:picLocks noChangeAspect="1"/>
              </p:cNvPicPr>
              <p:nvPr/>
            </p:nvPicPr>
            <p:blipFill>
              <a:blip r:embed="rId3">
                <a:extLst>
                  <a:ext uri="{28A0092B-C50C-407E-A947-70E740481C1C}">
                    <a14:useLocalDpi xmlns:a14="http://schemas.microsoft.com/office/drawing/2010/main" val="0"/>
                  </a:ext>
                  <a:ext uri="{96DAC541-7B7A-43D3-8B79-37D633B846F1}">
                    <asvg:svgBlip xmlns:asvg="http://schemas.microsoft.com/office/drawing/2016/SVG/main" r:embed="rId4"/>
                  </a:ext>
                </a:extLst>
              </a:blip>
              <a:stretch>
                <a:fillRect/>
              </a:stretch>
            </p:blipFill>
            <p:spPr>
              <a:xfrm>
                <a:off x="8002355" y="3422987"/>
                <a:ext cx="662814" cy="641082"/>
              </a:xfrm>
              <a:prstGeom prst="rect">
                <a:avLst/>
              </a:prstGeom>
            </p:spPr>
          </p:pic>
          <p:sp>
            <p:nvSpPr>
              <p:cNvPr id="63" name="文本框 62">
                <a:extLst>
                  <a:ext uri="{FF2B5EF4-FFF2-40B4-BE49-F238E27FC236}">
                    <a16:creationId xmlns:a16="http://schemas.microsoft.com/office/drawing/2014/main" id="{563984B6-D108-4F35-8DC5-B2CCD455886F}"/>
                  </a:ext>
                </a:extLst>
              </p:cNvPr>
              <p:cNvSpPr txBox="1"/>
              <p:nvPr/>
            </p:nvSpPr>
            <p:spPr>
              <a:xfrm>
                <a:off x="8282675" y="3444742"/>
                <a:ext cx="355235" cy="400110"/>
              </a:xfrm>
              <a:prstGeom prst="rect">
                <a:avLst/>
              </a:prstGeom>
              <a:noFill/>
            </p:spPr>
            <p:txBody>
              <a:bodyPr wrap="square" rtlCol="0">
                <a:spAutoFit/>
              </a:bodyPr>
              <a:lstStyle/>
              <a:p>
                <a:pPr algn="ctr"/>
                <a:r>
                  <a:rPr lang="en-US" altLang="zh-CN" sz="2000" b="1" dirty="0">
                    <a:solidFill>
                      <a:schemeClr val="bg1"/>
                    </a:solidFill>
                    <a:latin typeface="Arial Black" panose="020B0A04020102020204" pitchFamily="34" charset="0"/>
                    <a:ea typeface="+mj-ea"/>
                  </a:rPr>
                  <a:t>D</a:t>
                </a:r>
                <a:endParaRPr lang="zh-CN" altLang="en-US" sz="2000" b="1" dirty="0">
                  <a:solidFill>
                    <a:schemeClr val="bg1"/>
                  </a:solidFill>
                  <a:latin typeface="Arial Black" panose="020B0A04020102020204" pitchFamily="34" charset="0"/>
                  <a:ea typeface="+mj-ea"/>
                </a:endParaRPr>
              </a:p>
            </p:txBody>
          </p:sp>
        </p:grpSp>
      </p:grpSp>
      <p:sp>
        <p:nvSpPr>
          <p:cNvPr id="97" name="爆炸形: 8 pt  96">
            <a:extLst>
              <a:ext uri="{FF2B5EF4-FFF2-40B4-BE49-F238E27FC236}">
                <a16:creationId xmlns:a16="http://schemas.microsoft.com/office/drawing/2014/main" id="{2C262E0A-5907-423E-85F6-32A23DBA55C2}"/>
              </a:ext>
            </a:extLst>
          </p:cNvPr>
          <p:cNvSpPr/>
          <p:nvPr/>
        </p:nvSpPr>
        <p:spPr>
          <a:xfrm>
            <a:off x="5841729" y="4255662"/>
            <a:ext cx="1355154" cy="1355154"/>
          </a:xfrm>
          <a:prstGeom prst="irregularSeal1">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zh-CN" altLang="en-US" sz="2000" b="1" dirty="0"/>
              <a:t>碰撞</a:t>
            </a:r>
          </a:p>
        </p:txBody>
      </p:sp>
    </p:spTree>
    <p:custDataLst>
      <p:tags r:id="rId1"/>
    </p:custDataLst>
    <p:extLst>
      <p:ext uri="{BB962C8B-B14F-4D97-AF65-F5344CB8AC3E}">
        <p14:creationId xmlns:p14="http://schemas.microsoft.com/office/powerpoint/2010/main" val="1508715346"/>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2" presetClass="entr" presetSubtype="4" fill="hold" nodeType="withEffect">
                                  <p:stCondLst>
                                    <p:cond delay="0"/>
                                  </p:stCondLst>
                                  <p:childTnLst>
                                    <p:set>
                                      <p:cBhvr>
                                        <p:cTn id="6" dur="1" fill="hold">
                                          <p:stCondLst>
                                            <p:cond delay="0"/>
                                          </p:stCondLst>
                                        </p:cTn>
                                        <p:tgtEl>
                                          <p:spTgt spid="90"/>
                                        </p:tgtEl>
                                        <p:attrNameLst>
                                          <p:attrName>style.visibility</p:attrName>
                                        </p:attrNameLst>
                                      </p:cBhvr>
                                      <p:to>
                                        <p:strVal val="visible"/>
                                      </p:to>
                                    </p:set>
                                    <p:animEffect transition="in" filter="wipe(down)">
                                      <p:cBhvr>
                                        <p:cTn id="7" dur="1000"/>
                                        <p:tgtEl>
                                          <p:spTgt spid="90"/>
                                        </p:tgtEl>
                                      </p:cBhvr>
                                    </p:animEffect>
                                  </p:childTnLst>
                                </p:cTn>
                              </p:par>
                              <p:par>
                                <p:cTn id="8" presetID="22" presetClass="entr" presetSubtype="4" fill="hold" nodeType="withEffect">
                                  <p:stCondLst>
                                    <p:cond delay="0"/>
                                  </p:stCondLst>
                                  <p:childTnLst>
                                    <p:set>
                                      <p:cBhvr>
                                        <p:cTn id="9" dur="1" fill="hold">
                                          <p:stCondLst>
                                            <p:cond delay="0"/>
                                          </p:stCondLst>
                                        </p:cTn>
                                        <p:tgtEl>
                                          <p:spTgt spid="93"/>
                                        </p:tgtEl>
                                        <p:attrNameLst>
                                          <p:attrName>style.visibility</p:attrName>
                                        </p:attrNameLst>
                                      </p:cBhvr>
                                      <p:to>
                                        <p:strVal val="visible"/>
                                      </p:to>
                                    </p:set>
                                    <p:animEffect transition="in" filter="wipe(down)">
                                      <p:cBhvr>
                                        <p:cTn id="10" dur="1000"/>
                                        <p:tgtEl>
                                          <p:spTgt spid="93"/>
                                        </p:tgtEl>
                                      </p:cBhvr>
                                    </p:animEffect>
                                  </p:childTnLst>
                                </p:cTn>
                              </p:par>
                              <p:par>
                                <p:cTn id="11" presetID="22" presetClass="entr" presetSubtype="2" fill="hold" nodeType="withEffect">
                                  <p:stCondLst>
                                    <p:cond delay="900"/>
                                  </p:stCondLst>
                                  <p:childTnLst>
                                    <p:set>
                                      <p:cBhvr>
                                        <p:cTn id="12" dur="1" fill="hold">
                                          <p:stCondLst>
                                            <p:cond delay="0"/>
                                          </p:stCondLst>
                                        </p:cTn>
                                        <p:tgtEl>
                                          <p:spTgt spid="92"/>
                                        </p:tgtEl>
                                        <p:attrNameLst>
                                          <p:attrName>style.visibility</p:attrName>
                                        </p:attrNameLst>
                                      </p:cBhvr>
                                      <p:to>
                                        <p:strVal val="visible"/>
                                      </p:to>
                                    </p:set>
                                    <p:animEffect transition="in" filter="wipe(right)">
                                      <p:cBhvr>
                                        <p:cTn id="13" dur="1000"/>
                                        <p:tgtEl>
                                          <p:spTgt spid="92"/>
                                        </p:tgtEl>
                                      </p:cBhvr>
                                    </p:animEffect>
                                  </p:childTnLst>
                                </p:cTn>
                              </p:par>
                              <p:par>
                                <p:cTn id="14" presetID="22" presetClass="entr" presetSubtype="2" fill="hold" nodeType="withEffect">
                                  <p:stCondLst>
                                    <p:cond delay="900"/>
                                  </p:stCondLst>
                                  <p:childTnLst>
                                    <p:set>
                                      <p:cBhvr>
                                        <p:cTn id="15" dur="1" fill="hold">
                                          <p:stCondLst>
                                            <p:cond delay="0"/>
                                          </p:stCondLst>
                                        </p:cTn>
                                        <p:tgtEl>
                                          <p:spTgt spid="94"/>
                                        </p:tgtEl>
                                        <p:attrNameLst>
                                          <p:attrName>style.visibility</p:attrName>
                                        </p:attrNameLst>
                                      </p:cBhvr>
                                      <p:to>
                                        <p:strVal val="visible"/>
                                      </p:to>
                                    </p:set>
                                    <p:animEffect transition="in" filter="wipe(right)">
                                      <p:cBhvr>
                                        <p:cTn id="16" dur="1000"/>
                                        <p:tgtEl>
                                          <p:spTgt spid="94"/>
                                        </p:tgtEl>
                                      </p:cBhvr>
                                    </p:animEffect>
                                  </p:childTnLst>
                                </p:cTn>
                              </p:par>
                              <p:par>
                                <p:cTn id="17" presetID="22" presetClass="entr" presetSubtype="8" fill="hold" nodeType="withEffect">
                                  <p:stCondLst>
                                    <p:cond delay="900"/>
                                  </p:stCondLst>
                                  <p:childTnLst>
                                    <p:set>
                                      <p:cBhvr>
                                        <p:cTn id="18" dur="1" fill="hold">
                                          <p:stCondLst>
                                            <p:cond delay="0"/>
                                          </p:stCondLst>
                                        </p:cTn>
                                        <p:tgtEl>
                                          <p:spTgt spid="91"/>
                                        </p:tgtEl>
                                        <p:attrNameLst>
                                          <p:attrName>style.visibility</p:attrName>
                                        </p:attrNameLst>
                                      </p:cBhvr>
                                      <p:to>
                                        <p:strVal val="visible"/>
                                      </p:to>
                                    </p:set>
                                    <p:animEffect transition="in" filter="wipe(left)">
                                      <p:cBhvr>
                                        <p:cTn id="19" dur="1000"/>
                                        <p:tgtEl>
                                          <p:spTgt spid="91"/>
                                        </p:tgtEl>
                                      </p:cBhvr>
                                    </p:animEffect>
                                  </p:childTnLst>
                                </p:cTn>
                              </p:par>
                              <p:par>
                                <p:cTn id="20" presetID="22" presetClass="entr" presetSubtype="8" fill="hold" nodeType="withEffect">
                                  <p:stCondLst>
                                    <p:cond delay="900"/>
                                  </p:stCondLst>
                                  <p:childTnLst>
                                    <p:set>
                                      <p:cBhvr>
                                        <p:cTn id="21" dur="1" fill="hold">
                                          <p:stCondLst>
                                            <p:cond delay="0"/>
                                          </p:stCondLst>
                                        </p:cTn>
                                        <p:tgtEl>
                                          <p:spTgt spid="95"/>
                                        </p:tgtEl>
                                        <p:attrNameLst>
                                          <p:attrName>style.visibility</p:attrName>
                                        </p:attrNameLst>
                                      </p:cBhvr>
                                      <p:to>
                                        <p:strVal val="visible"/>
                                      </p:to>
                                    </p:set>
                                    <p:animEffect transition="in" filter="wipe(left)">
                                      <p:cBhvr>
                                        <p:cTn id="22" dur="1000"/>
                                        <p:tgtEl>
                                          <p:spTgt spid="95"/>
                                        </p:tgtEl>
                                      </p:cBhvr>
                                    </p:animEffect>
                                  </p:childTnLst>
                                </p:cTn>
                              </p:par>
                              <p:par>
                                <p:cTn id="23" presetID="53" presetClass="entr" presetSubtype="16" fill="hold" grpId="0" nodeType="withEffect">
                                  <p:stCondLst>
                                    <p:cond delay="1600"/>
                                  </p:stCondLst>
                                  <p:childTnLst>
                                    <p:set>
                                      <p:cBhvr>
                                        <p:cTn id="24" dur="1" fill="hold">
                                          <p:stCondLst>
                                            <p:cond delay="0"/>
                                          </p:stCondLst>
                                        </p:cTn>
                                        <p:tgtEl>
                                          <p:spTgt spid="96"/>
                                        </p:tgtEl>
                                        <p:attrNameLst>
                                          <p:attrName>style.visibility</p:attrName>
                                        </p:attrNameLst>
                                      </p:cBhvr>
                                      <p:to>
                                        <p:strVal val="visible"/>
                                      </p:to>
                                    </p:set>
                                    <p:anim calcmode="lin" valueType="num">
                                      <p:cBhvr>
                                        <p:cTn id="25" dur="500" fill="hold"/>
                                        <p:tgtEl>
                                          <p:spTgt spid="96"/>
                                        </p:tgtEl>
                                        <p:attrNameLst>
                                          <p:attrName>ppt_w</p:attrName>
                                        </p:attrNameLst>
                                      </p:cBhvr>
                                      <p:tavLst>
                                        <p:tav tm="0">
                                          <p:val>
                                            <p:fltVal val="0"/>
                                          </p:val>
                                        </p:tav>
                                        <p:tav tm="100000">
                                          <p:val>
                                            <p:strVal val="#ppt_w"/>
                                          </p:val>
                                        </p:tav>
                                      </p:tavLst>
                                    </p:anim>
                                    <p:anim calcmode="lin" valueType="num">
                                      <p:cBhvr>
                                        <p:cTn id="26" dur="500" fill="hold"/>
                                        <p:tgtEl>
                                          <p:spTgt spid="96"/>
                                        </p:tgtEl>
                                        <p:attrNameLst>
                                          <p:attrName>ppt_h</p:attrName>
                                        </p:attrNameLst>
                                      </p:cBhvr>
                                      <p:tavLst>
                                        <p:tav tm="0">
                                          <p:val>
                                            <p:fltVal val="0"/>
                                          </p:val>
                                        </p:tav>
                                        <p:tav tm="100000">
                                          <p:val>
                                            <p:strVal val="#ppt_h"/>
                                          </p:val>
                                        </p:tav>
                                      </p:tavLst>
                                    </p:anim>
                                    <p:animEffect transition="in" filter="fade">
                                      <p:cBhvr>
                                        <p:cTn id="27" dur="500"/>
                                        <p:tgtEl>
                                          <p:spTgt spid="96"/>
                                        </p:tgtEl>
                                      </p:cBhvr>
                                    </p:animEffect>
                                  </p:childTnLst>
                                </p:cTn>
                              </p:par>
                            </p:childTnLst>
                          </p:cTn>
                        </p:par>
                      </p:childTnLst>
                    </p:cTn>
                  </p:par>
                  <p:par>
                    <p:cTn id="28" fill="hold">
                      <p:stCondLst>
                        <p:cond delay="indefinite"/>
                      </p:stCondLst>
                      <p:childTnLst>
                        <p:par>
                          <p:cTn id="29" fill="hold">
                            <p:stCondLst>
                              <p:cond delay="0"/>
                            </p:stCondLst>
                            <p:childTnLst>
                              <p:par>
                                <p:cTn id="30" presetID="22" presetClass="entr" presetSubtype="2" fill="hold" nodeType="clickEffect">
                                  <p:stCondLst>
                                    <p:cond delay="0"/>
                                  </p:stCondLst>
                                  <p:childTnLst>
                                    <p:set>
                                      <p:cBhvr>
                                        <p:cTn id="31" dur="1" fill="hold">
                                          <p:stCondLst>
                                            <p:cond delay="0"/>
                                          </p:stCondLst>
                                        </p:cTn>
                                        <p:tgtEl>
                                          <p:spTgt spid="83"/>
                                        </p:tgtEl>
                                        <p:attrNameLst>
                                          <p:attrName>style.visibility</p:attrName>
                                        </p:attrNameLst>
                                      </p:cBhvr>
                                      <p:to>
                                        <p:strVal val="visible"/>
                                      </p:to>
                                    </p:set>
                                    <p:animEffect transition="in" filter="wipe(right)">
                                      <p:cBhvr>
                                        <p:cTn id="32" dur="1000"/>
                                        <p:tgtEl>
                                          <p:spTgt spid="83"/>
                                        </p:tgtEl>
                                      </p:cBhvr>
                                    </p:animEffect>
                                  </p:childTnLst>
                                </p:cTn>
                              </p:par>
                              <p:par>
                                <p:cTn id="33" presetID="22" presetClass="entr" presetSubtype="2" fill="hold" nodeType="withEffect">
                                  <p:stCondLst>
                                    <p:cond delay="0"/>
                                  </p:stCondLst>
                                  <p:childTnLst>
                                    <p:set>
                                      <p:cBhvr>
                                        <p:cTn id="34" dur="1" fill="hold">
                                          <p:stCondLst>
                                            <p:cond delay="0"/>
                                          </p:stCondLst>
                                        </p:cTn>
                                        <p:tgtEl>
                                          <p:spTgt spid="88"/>
                                        </p:tgtEl>
                                        <p:attrNameLst>
                                          <p:attrName>style.visibility</p:attrName>
                                        </p:attrNameLst>
                                      </p:cBhvr>
                                      <p:to>
                                        <p:strVal val="visible"/>
                                      </p:to>
                                    </p:set>
                                    <p:animEffect transition="in" filter="wipe(right)">
                                      <p:cBhvr>
                                        <p:cTn id="35" dur="1000"/>
                                        <p:tgtEl>
                                          <p:spTgt spid="88"/>
                                        </p:tgtEl>
                                      </p:cBhvr>
                                    </p:animEffect>
                                  </p:childTnLst>
                                </p:cTn>
                              </p:par>
                              <p:par>
                                <p:cTn id="36" presetID="53" presetClass="entr" presetSubtype="16" fill="hold" grpId="0" nodeType="withEffect">
                                  <p:stCondLst>
                                    <p:cond delay="600"/>
                                  </p:stCondLst>
                                  <p:childTnLst>
                                    <p:set>
                                      <p:cBhvr>
                                        <p:cTn id="37" dur="1" fill="hold">
                                          <p:stCondLst>
                                            <p:cond delay="0"/>
                                          </p:stCondLst>
                                        </p:cTn>
                                        <p:tgtEl>
                                          <p:spTgt spid="97"/>
                                        </p:tgtEl>
                                        <p:attrNameLst>
                                          <p:attrName>style.visibility</p:attrName>
                                        </p:attrNameLst>
                                      </p:cBhvr>
                                      <p:to>
                                        <p:strVal val="visible"/>
                                      </p:to>
                                    </p:set>
                                    <p:anim calcmode="lin" valueType="num">
                                      <p:cBhvr>
                                        <p:cTn id="38" dur="500" fill="hold"/>
                                        <p:tgtEl>
                                          <p:spTgt spid="97"/>
                                        </p:tgtEl>
                                        <p:attrNameLst>
                                          <p:attrName>ppt_w</p:attrName>
                                        </p:attrNameLst>
                                      </p:cBhvr>
                                      <p:tavLst>
                                        <p:tav tm="0">
                                          <p:val>
                                            <p:fltVal val="0"/>
                                          </p:val>
                                        </p:tav>
                                        <p:tav tm="100000">
                                          <p:val>
                                            <p:strVal val="#ppt_w"/>
                                          </p:val>
                                        </p:tav>
                                      </p:tavLst>
                                    </p:anim>
                                    <p:anim calcmode="lin" valueType="num">
                                      <p:cBhvr>
                                        <p:cTn id="39" dur="500" fill="hold"/>
                                        <p:tgtEl>
                                          <p:spTgt spid="97"/>
                                        </p:tgtEl>
                                        <p:attrNameLst>
                                          <p:attrName>ppt_h</p:attrName>
                                        </p:attrNameLst>
                                      </p:cBhvr>
                                      <p:tavLst>
                                        <p:tav tm="0">
                                          <p:val>
                                            <p:fltVal val="0"/>
                                          </p:val>
                                        </p:tav>
                                        <p:tav tm="100000">
                                          <p:val>
                                            <p:strVal val="#ppt_h"/>
                                          </p:val>
                                        </p:tav>
                                      </p:tavLst>
                                    </p:anim>
                                    <p:animEffect transition="in" filter="fade">
                                      <p:cBhvr>
                                        <p:cTn id="40" dur="500"/>
                                        <p:tgtEl>
                                          <p:spTgt spid="97"/>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96" grpId="0" animBg="1"/>
      <p:bldP spid="97" grpId="0" animBg="1"/>
    </p:bldLst>
  </p:timing>
</p:sld>
</file>

<file path=ppt/slides/slide36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4" name="组合 3">
            <a:extLst>
              <a:ext uri="{FF2B5EF4-FFF2-40B4-BE49-F238E27FC236}">
                <a16:creationId xmlns:a16="http://schemas.microsoft.com/office/drawing/2014/main" id="{9A1EA9F2-FCB6-48C3-935F-7AE7E3AD14AC}"/>
              </a:ext>
            </a:extLst>
          </p:cNvPr>
          <p:cNvGrpSpPr/>
          <p:nvPr/>
        </p:nvGrpSpPr>
        <p:grpSpPr>
          <a:xfrm>
            <a:off x="304800" y="749300"/>
            <a:ext cx="6192344" cy="400110"/>
            <a:chOff x="424117" y="898245"/>
            <a:chExt cx="6192344" cy="400110"/>
          </a:xfrm>
        </p:grpSpPr>
        <p:sp>
          <p:nvSpPr>
            <p:cNvPr id="2" name="平行四边形 1">
              <a:extLst>
                <a:ext uri="{FF2B5EF4-FFF2-40B4-BE49-F238E27FC236}">
                  <a16:creationId xmlns:a16="http://schemas.microsoft.com/office/drawing/2014/main" id="{1F5BAA3F-9845-4F89-A2DD-8222D3E4EDAC}"/>
                </a:ext>
              </a:extLst>
            </p:cNvPr>
            <p:cNvSpPr/>
            <p:nvPr/>
          </p:nvSpPr>
          <p:spPr>
            <a:xfrm>
              <a:off x="424117" y="898245"/>
              <a:ext cx="628306" cy="387090"/>
            </a:xfrm>
            <a:prstGeom prst="parallelogram">
              <a:avLst/>
            </a:prstGeom>
            <a:solidFill>
              <a:schemeClr val="accent3">
                <a:lumMod val="75000"/>
              </a:schemeClr>
            </a:solidFill>
            <a:ln>
              <a:solidFill>
                <a:schemeClr val="accent3">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CN" sz="2200" dirty="0">
                  <a:latin typeface="Impact" panose="020B0806030902050204" pitchFamily="34" charset="0"/>
                </a:rPr>
                <a:t>01</a:t>
              </a:r>
              <a:endParaRPr lang="zh-CN" altLang="en-US" sz="2200" dirty="0">
                <a:latin typeface="Impact" panose="020B0806030902050204" pitchFamily="34" charset="0"/>
              </a:endParaRPr>
            </a:p>
          </p:txBody>
        </p:sp>
        <p:sp>
          <p:nvSpPr>
            <p:cNvPr id="3" name="文本框 2">
              <a:extLst>
                <a:ext uri="{FF2B5EF4-FFF2-40B4-BE49-F238E27FC236}">
                  <a16:creationId xmlns:a16="http://schemas.microsoft.com/office/drawing/2014/main" id="{4D6BD736-A4D3-4F26-AFED-36E11F50F70B}"/>
                </a:ext>
              </a:extLst>
            </p:cNvPr>
            <p:cNvSpPr txBox="1"/>
            <p:nvPr/>
          </p:nvSpPr>
          <p:spPr>
            <a:xfrm>
              <a:off x="1052423" y="898245"/>
              <a:ext cx="5564038" cy="400110"/>
            </a:xfrm>
            <a:prstGeom prst="rect">
              <a:avLst/>
            </a:prstGeom>
            <a:noFill/>
          </p:spPr>
          <p:txBody>
            <a:bodyPr wrap="square" rtlCol="0">
              <a:spAutoFit/>
            </a:bodyPr>
            <a:lstStyle/>
            <a:p>
              <a:r>
                <a:rPr lang="zh-CN" altLang="en-US" sz="2000" b="1" dirty="0"/>
                <a:t>使用集线器的共享式以太网</a:t>
              </a:r>
              <a:endParaRPr lang="en-US" altLang="zh-CN" sz="2000" b="1" dirty="0"/>
            </a:p>
          </p:txBody>
        </p:sp>
      </p:grpSp>
      <p:sp>
        <p:nvSpPr>
          <p:cNvPr id="79" name="矩形 78">
            <a:extLst>
              <a:ext uri="{FF2B5EF4-FFF2-40B4-BE49-F238E27FC236}">
                <a16:creationId xmlns:a16="http://schemas.microsoft.com/office/drawing/2014/main" id="{2804D1F4-F466-444D-AB07-F101362C1E61}"/>
              </a:ext>
            </a:extLst>
          </p:cNvPr>
          <p:cNvSpPr/>
          <p:nvPr/>
        </p:nvSpPr>
        <p:spPr>
          <a:xfrm>
            <a:off x="1056633" y="1335374"/>
            <a:ext cx="256976" cy="256976"/>
          </a:xfrm>
          <a:prstGeom prst="rect">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80" name="íşlïḍè">
            <a:extLst>
              <a:ext uri="{FF2B5EF4-FFF2-40B4-BE49-F238E27FC236}">
                <a16:creationId xmlns:a16="http://schemas.microsoft.com/office/drawing/2014/main" id="{667FD754-DAA6-4179-AE61-F0DA86843747}"/>
              </a:ext>
            </a:extLst>
          </p:cNvPr>
          <p:cNvSpPr txBox="1"/>
          <p:nvPr/>
        </p:nvSpPr>
        <p:spPr>
          <a:xfrm>
            <a:off x="1373860" y="1281053"/>
            <a:ext cx="10513339" cy="659580"/>
          </a:xfrm>
          <a:prstGeom prst="rect">
            <a:avLst/>
          </a:prstGeom>
          <a:noFill/>
        </p:spPr>
        <p:txBody>
          <a:bodyPr wrap="square" lIns="91440" tIns="45720" rIns="91440" bIns="45720" anchor="ctr">
            <a:noAutofit/>
          </a:bodyPr>
          <a:lstStyle/>
          <a:p>
            <a:r>
              <a:rPr lang="en-US" altLang="zh-CN" b="1" dirty="0">
                <a:latin typeface="Arial Narrow" panose="020B0606020202030204" pitchFamily="34" charset="0"/>
              </a:rPr>
              <a:t>IEEE</a:t>
            </a:r>
            <a:r>
              <a:rPr lang="zh-CN" altLang="en-US" b="1" dirty="0">
                <a:latin typeface="Arial Narrow" panose="020B0606020202030204" pitchFamily="34" charset="0"/>
              </a:rPr>
              <a:t>于</a:t>
            </a:r>
            <a:r>
              <a:rPr lang="en-US" altLang="zh-CN" b="1" dirty="0">
                <a:latin typeface="Arial Narrow" panose="020B0606020202030204" pitchFamily="34" charset="0"/>
              </a:rPr>
              <a:t>1990</a:t>
            </a:r>
            <a:r>
              <a:rPr lang="zh-CN" altLang="en-US" b="1" dirty="0">
                <a:latin typeface="Arial Narrow" panose="020B0606020202030204" pitchFamily="34" charset="0"/>
              </a:rPr>
              <a:t>年制定了</a:t>
            </a:r>
            <a:r>
              <a:rPr lang="en-US" altLang="zh-CN" b="1" dirty="0">
                <a:solidFill>
                  <a:schemeClr val="accent1">
                    <a:lumMod val="75000"/>
                  </a:schemeClr>
                </a:solidFill>
                <a:latin typeface="Arial Narrow" panose="020B0606020202030204" pitchFamily="34" charset="0"/>
              </a:rPr>
              <a:t>10BASE-T</a:t>
            </a:r>
            <a:r>
              <a:rPr lang="zh-CN" altLang="en-US" b="1" dirty="0">
                <a:latin typeface="Arial Narrow" panose="020B0606020202030204" pitchFamily="34" charset="0"/>
              </a:rPr>
              <a:t>星型以太网的标准</a:t>
            </a:r>
            <a:r>
              <a:rPr lang="en-US" altLang="zh-CN" b="1" dirty="0">
                <a:latin typeface="Arial Narrow" panose="020B0606020202030204" pitchFamily="34" charset="0"/>
              </a:rPr>
              <a:t>802.3i</a:t>
            </a:r>
            <a:r>
              <a:rPr lang="zh-CN" altLang="en-US" b="1" dirty="0">
                <a:latin typeface="Arial Narrow" panose="020B0606020202030204" pitchFamily="34" charset="0"/>
              </a:rPr>
              <a:t>，这种以太网是局域网发展史上的一座非常重要的里程碑，它为</a:t>
            </a:r>
            <a:r>
              <a:rPr lang="zh-CN" altLang="en-US" b="1" dirty="0">
                <a:solidFill>
                  <a:schemeClr val="accent1">
                    <a:lumMod val="75000"/>
                  </a:schemeClr>
                </a:solidFill>
                <a:latin typeface="Arial Narrow" panose="020B0606020202030204" pitchFamily="34" charset="0"/>
              </a:rPr>
              <a:t>以太网在局域网中的统治地位</a:t>
            </a:r>
            <a:r>
              <a:rPr lang="zh-CN" altLang="en-US" b="1" dirty="0">
                <a:latin typeface="Arial Narrow" panose="020B0606020202030204" pitchFamily="34" charset="0"/>
              </a:rPr>
              <a:t>奠定了牢固的基础。</a:t>
            </a:r>
          </a:p>
        </p:txBody>
      </p:sp>
      <p:sp>
        <p:nvSpPr>
          <p:cNvPr id="5" name="文本框 4">
            <a:extLst>
              <a:ext uri="{FF2B5EF4-FFF2-40B4-BE49-F238E27FC236}">
                <a16:creationId xmlns:a16="http://schemas.microsoft.com/office/drawing/2014/main" id="{4A0CB68B-F19F-4216-9F7D-DF0CDD938738}"/>
              </a:ext>
            </a:extLst>
          </p:cNvPr>
          <p:cNvSpPr txBox="1"/>
          <p:nvPr/>
        </p:nvSpPr>
        <p:spPr>
          <a:xfrm>
            <a:off x="4453587" y="3240157"/>
            <a:ext cx="3302366" cy="707886"/>
          </a:xfrm>
          <a:prstGeom prst="rect">
            <a:avLst/>
          </a:prstGeom>
          <a:noFill/>
        </p:spPr>
        <p:txBody>
          <a:bodyPr wrap="square" rtlCol="0">
            <a:spAutoFit/>
          </a:bodyPr>
          <a:lstStyle/>
          <a:p>
            <a:pPr algn="ctr"/>
            <a:r>
              <a:rPr lang="en-US" altLang="zh-CN" sz="4000" spc="300" dirty="0">
                <a:solidFill>
                  <a:schemeClr val="accent3"/>
                </a:solidFill>
                <a:latin typeface="Arial Black" panose="020B0A04020102020204" pitchFamily="34" charset="0"/>
              </a:rPr>
              <a:t>10</a:t>
            </a:r>
            <a:r>
              <a:rPr lang="en-US" altLang="zh-CN" sz="4000" spc="300" dirty="0">
                <a:solidFill>
                  <a:schemeClr val="accent4"/>
                </a:solidFill>
                <a:latin typeface="Arial Black" panose="020B0A04020102020204" pitchFamily="34" charset="0"/>
              </a:rPr>
              <a:t>BASE</a:t>
            </a:r>
            <a:r>
              <a:rPr lang="en-US" altLang="zh-CN" sz="4000" spc="300" dirty="0">
                <a:latin typeface="Arial Black" panose="020B0A04020102020204" pitchFamily="34" charset="0"/>
              </a:rPr>
              <a:t>-</a:t>
            </a:r>
            <a:r>
              <a:rPr lang="en-US" altLang="zh-CN" sz="4000" spc="300" dirty="0">
                <a:solidFill>
                  <a:schemeClr val="accent5"/>
                </a:solidFill>
                <a:latin typeface="Arial Black" panose="020B0A04020102020204" pitchFamily="34" charset="0"/>
              </a:rPr>
              <a:t>T</a:t>
            </a:r>
            <a:endParaRPr lang="zh-CN" altLang="en-US" sz="4000" spc="300" dirty="0">
              <a:solidFill>
                <a:schemeClr val="accent5"/>
              </a:solidFill>
              <a:latin typeface="Arial Black" panose="020B0A04020102020204" pitchFamily="34" charset="0"/>
            </a:endParaRPr>
          </a:p>
        </p:txBody>
      </p:sp>
      <p:sp>
        <p:nvSpPr>
          <p:cNvPr id="6" name="对话气泡: 圆角矩形 5">
            <a:extLst>
              <a:ext uri="{FF2B5EF4-FFF2-40B4-BE49-F238E27FC236}">
                <a16:creationId xmlns:a16="http://schemas.microsoft.com/office/drawing/2014/main" id="{54927A3A-B343-441B-8027-F8F1F4B4B662}"/>
              </a:ext>
            </a:extLst>
          </p:cNvPr>
          <p:cNvSpPr/>
          <p:nvPr/>
        </p:nvSpPr>
        <p:spPr>
          <a:xfrm>
            <a:off x="3164219" y="4215215"/>
            <a:ext cx="2098514" cy="644685"/>
          </a:xfrm>
          <a:prstGeom prst="wedgeRoundRectCallout">
            <a:avLst>
              <a:gd name="adj1" fmla="val 36505"/>
              <a:gd name="adj2" fmla="val -106888"/>
              <a:gd name="adj3" fmla="val 16667"/>
            </a:avLst>
          </a:prstGeom>
        </p:spPr>
        <p:style>
          <a:lnRef idx="2">
            <a:schemeClr val="accent3">
              <a:shade val="50000"/>
            </a:schemeClr>
          </a:lnRef>
          <a:fillRef idx="1">
            <a:schemeClr val="accent3"/>
          </a:fillRef>
          <a:effectRef idx="0">
            <a:schemeClr val="accent3"/>
          </a:effectRef>
          <a:fontRef idx="minor">
            <a:schemeClr val="lt1"/>
          </a:fontRef>
        </p:style>
        <p:txBody>
          <a:bodyPr rtlCol="0" anchor="ctr"/>
          <a:lstStyle/>
          <a:p>
            <a:pPr algn="ctr"/>
            <a:r>
              <a:rPr lang="zh-CN" altLang="en-US" b="1" dirty="0">
                <a:latin typeface="Arial Narrow" panose="020B0606020202030204" pitchFamily="34" charset="0"/>
              </a:rPr>
              <a:t>传输速率为</a:t>
            </a:r>
            <a:r>
              <a:rPr lang="en-US" altLang="zh-CN" b="1" dirty="0">
                <a:latin typeface="Arial Narrow" panose="020B0606020202030204" pitchFamily="34" charset="0"/>
              </a:rPr>
              <a:t>10Mb/s</a:t>
            </a:r>
            <a:endParaRPr lang="zh-CN" altLang="en-US" b="1" dirty="0">
              <a:latin typeface="Arial Narrow" panose="020B0606020202030204" pitchFamily="34" charset="0"/>
            </a:endParaRPr>
          </a:p>
        </p:txBody>
      </p:sp>
      <p:sp>
        <p:nvSpPr>
          <p:cNvPr id="9" name="对话气泡: 圆角矩形 8">
            <a:extLst>
              <a:ext uri="{FF2B5EF4-FFF2-40B4-BE49-F238E27FC236}">
                <a16:creationId xmlns:a16="http://schemas.microsoft.com/office/drawing/2014/main" id="{97DFA2A3-EB1C-4F2B-B52E-7445F652F969}"/>
              </a:ext>
            </a:extLst>
          </p:cNvPr>
          <p:cNvSpPr/>
          <p:nvPr/>
        </p:nvSpPr>
        <p:spPr>
          <a:xfrm>
            <a:off x="4063267" y="2328300"/>
            <a:ext cx="2626983" cy="644685"/>
          </a:xfrm>
          <a:prstGeom prst="wedgeRoundRectCallout">
            <a:avLst>
              <a:gd name="adj1" fmla="val 28668"/>
              <a:gd name="adj2" fmla="val 103316"/>
              <a:gd name="adj3" fmla="val 16667"/>
            </a:avLst>
          </a:prstGeom>
        </p:spPr>
        <p:style>
          <a:lnRef idx="2">
            <a:schemeClr val="accent4">
              <a:shade val="50000"/>
            </a:schemeClr>
          </a:lnRef>
          <a:fillRef idx="1">
            <a:schemeClr val="accent4"/>
          </a:fillRef>
          <a:effectRef idx="0">
            <a:schemeClr val="accent4"/>
          </a:effectRef>
          <a:fontRef idx="minor">
            <a:schemeClr val="lt1"/>
          </a:fontRef>
        </p:style>
        <p:txBody>
          <a:bodyPr rtlCol="0" anchor="ctr"/>
          <a:lstStyle/>
          <a:p>
            <a:pPr algn="ctr"/>
            <a:r>
              <a:rPr lang="zh-CN" altLang="en-US" b="1" dirty="0">
                <a:latin typeface="Arial Narrow" panose="020B0606020202030204" pitchFamily="34" charset="0"/>
              </a:rPr>
              <a:t>采用基带信号进行传输</a:t>
            </a:r>
          </a:p>
        </p:txBody>
      </p:sp>
      <p:sp>
        <p:nvSpPr>
          <p:cNvPr id="10" name="对话气泡: 圆角矩形 9">
            <a:extLst>
              <a:ext uri="{FF2B5EF4-FFF2-40B4-BE49-F238E27FC236}">
                <a16:creationId xmlns:a16="http://schemas.microsoft.com/office/drawing/2014/main" id="{0CBCB4DA-F6C6-4F96-88F7-CE5194AC758D}"/>
              </a:ext>
            </a:extLst>
          </p:cNvPr>
          <p:cNvSpPr/>
          <p:nvPr/>
        </p:nvSpPr>
        <p:spPr>
          <a:xfrm>
            <a:off x="6929269" y="4215214"/>
            <a:ext cx="2819945" cy="644685"/>
          </a:xfrm>
          <a:prstGeom prst="wedgeRoundRectCallout">
            <a:avLst>
              <a:gd name="adj1" fmla="val -33750"/>
              <a:gd name="adj2" fmla="val -116072"/>
              <a:gd name="adj3" fmla="val 16667"/>
            </a:avLst>
          </a:prstGeom>
        </p:spPr>
        <p:style>
          <a:lnRef idx="2">
            <a:schemeClr val="accent5">
              <a:shade val="50000"/>
            </a:schemeClr>
          </a:lnRef>
          <a:fillRef idx="1">
            <a:schemeClr val="accent5"/>
          </a:fillRef>
          <a:effectRef idx="0">
            <a:schemeClr val="accent5"/>
          </a:effectRef>
          <a:fontRef idx="minor">
            <a:schemeClr val="lt1"/>
          </a:fontRef>
        </p:style>
        <p:txBody>
          <a:bodyPr rtlCol="0" anchor="ctr"/>
          <a:lstStyle/>
          <a:p>
            <a:pPr algn="ctr"/>
            <a:r>
              <a:rPr lang="zh-CN" altLang="en-US" b="1" dirty="0">
                <a:latin typeface="Arial Narrow" panose="020B0606020202030204" pitchFamily="34" charset="0"/>
              </a:rPr>
              <a:t>采用双绞线作为传输媒体</a:t>
            </a:r>
          </a:p>
        </p:txBody>
      </p:sp>
    </p:spTree>
    <p:custDataLst>
      <p:tags r:id="rId1"/>
    </p:custDataLst>
    <p:extLst>
      <p:ext uri="{BB962C8B-B14F-4D97-AF65-F5344CB8AC3E}">
        <p14:creationId xmlns:p14="http://schemas.microsoft.com/office/powerpoint/2010/main" val="2138602738"/>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49" presetClass="entr" presetSubtype="0" decel="100000" fill="hold" grpId="0" nodeType="withEffect">
                                  <p:stCondLst>
                                    <p:cond delay="0"/>
                                  </p:stCondLst>
                                  <p:childTnLst>
                                    <p:set>
                                      <p:cBhvr>
                                        <p:cTn id="6" dur="1" fill="hold">
                                          <p:stCondLst>
                                            <p:cond delay="0"/>
                                          </p:stCondLst>
                                        </p:cTn>
                                        <p:tgtEl>
                                          <p:spTgt spid="79"/>
                                        </p:tgtEl>
                                        <p:attrNameLst>
                                          <p:attrName>style.visibility</p:attrName>
                                        </p:attrNameLst>
                                      </p:cBhvr>
                                      <p:to>
                                        <p:strVal val="visible"/>
                                      </p:to>
                                    </p:set>
                                    <p:anim calcmode="lin" valueType="num">
                                      <p:cBhvr>
                                        <p:cTn id="7" dur="500" fill="hold"/>
                                        <p:tgtEl>
                                          <p:spTgt spid="79"/>
                                        </p:tgtEl>
                                        <p:attrNameLst>
                                          <p:attrName>ppt_w</p:attrName>
                                        </p:attrNameLst>
                                      </p:cBhvr>
                                      <p:tavLst>
                                        <p:tav tm="0">
                                          <p:val>
                                            <p:fltVal val="0"/>
                                          </p:val>
                                        </p:tav>
                                        <p:tav tm="100000">
                                          <p:val>
                                            <p:strVal val="#ppt_w"/>
                                          </p:val>
                                        </p:tav>
                                      </p:tavLst>
                                    </p:anim>
                                    <p:anim calcmode="lin" valueType="num">
                                      <p:cBhvr>
                                        <p:cTn id="8" dur="500" fill="hold"/>
                                        <p:tgtEl>
                                          <p:spTgt spid="79"/>
                                        </p:tgtEl>
                                        <p:attrNameLst>
                                          <p:attrName>ppt_h</p:attrName>
                                        </p:attrNameLst>
                                      </p:cBhvr>
                                      <p:tavLst>
                                        <p:tav tm="0">
                                          <p:val>
                                            <p:fltVal val="0"/>
                                          </p:val>
                                        </p:tav>
                                        <p:tav tm="100000">
                                          <p:val>
                                            <p:strVal val="#ppt_h"/>
                                          </p:val>
                                        </p:tav>
                                      </p:tavLst>
                                    </p:anim>
                                    <p:anim calcmode="lin" valueType="num">
                                      <p:cBhvr>
                                        <p:cTn id="9" dur="500" fill="hold"/>
                                        <p:tgtEl>
                                          <p:spTgt spid="79"/>
                                        </p:tgtEl>
                                        <p:attrNameLst>
                                          <p:attrName>style.rotation</p:attrName>
                                        </p:attrNameLst>
                                      </p:cBhvr>
                                      <p:tavLst>
                                        <p:tav tm="0">
                                          <p:val>
                                            <p:fltVal val="360"/>
                                          </p:val>
                                        </p:tav>
                                        <p:tav tm="100000">
                                          <p:val>
                                            <p:fltVal val="0"/>
                                          </p:val>
                                        </p:tav>
                                      </p:tavLst>
                                    </p:anim>
                                    <p:animEffect transition="in" filter="fade">
                                      <p:cBhvr>
                                        <p:cTn id="10" dur="500"/>
                                        <p:tgtEl>
                                          <p:spTgt spid="79"/>
                                        </p:tgtEl>
                                      </p:cBhvr>
                                    </p:animEffect>
                                  </p:childTnLst>
                                </p:cTn>
                              </p:par>
                            </p:childTnLst>
                          </p:cTn>
                        </p:par>
                        <p:par>
                          <p:cTn id="11" fill="hold">
                            <p:stCondLst>
                              <p:cond delay="500"/>
                            </p:stCondLst>
                            <p:childTnLst>
                              <p:par>
                                <p:cTn id="12" presetID="1" presetClass="entr" presetSubtype="0" fill="hold" grpId="0" nodeType="afterEffect">
                                  <p:stCondLst>
                                    <p:cond delay="0"/>
                                  </p:stCondLst>
                                  <p:iterate type="lt">
                                    <p:tmAbs val="100"/>
                                  </p:iterate>
                                  <p:childTnLst>
                                    <p:set>
                                      <p:cBhvr>
                                        <p:cTn id="13" dur="1" fill="hold">
                                          <p:stCondLst>
                                            <p:cond delay="0"/>
                                          </p:stCondLst>
                                        </p:cTn>
                                        <p:tgtEl>
                                          <p:spTgt spid="80"/>
                                        </p:tgtEl>
                                        <p:attrNameLst>
                                          <p:attrName>style.visibility</p:attrName>
                                        </p:attrNameLst>
                                      </p:cBhvr>
                                      <p:to>
                                        <p:strVal val="visible"/>
                                      </p:to>
                                    </p:set>
                                  </p:childTnLst>
                                </p:cTn>
                              </p:par>
                              <p:par>
                                <p:cTn id="14" presetID="15" presetClass="entr" presetSubtype="0" fill="hold" grpId="0" nodeType="withEffect">
                                  <p:stCondLst>
                                    <p:cond delay="0"/>
                                  </p:stCondLst>
                                  <p:childTnLst>
                                    <p:set>
                                      <p:cBhvr>
                                        <p:cTn id="15" dur="1" fill="hold">
                                          <p:stCondLst>
                                            <p:cond delay="0"/>
                                          </p:stCondLst>
                                        </p:cTn>
                                        <p:tgtEl>
                                          <p:spTgt spid="5"/>
                                        </p:tgtEl>
                                        <p:attrNameLst>
                                          <p:attrName>style.visibility</p:attrName>
                                        </p:attrNameLst>
                                      </p:cBhvr>
                                      <p:to>
                                        <p:strVal val="visible"/>
                                      </p:to>
                                    </p:set>
                                    <p:anim calcmode="lin" valueType="num">
                                      <p:cBhvr>
                                        <p:cTn id="16" dur="1000" fill="hold"/>
                                        <p:tgtEl>
                                          <p:spTgt spid="5"/>
                                        </p:tgtEl>
                                        <p:attrNameLst>
                                          <p:attrName>ppt_w</p:attrName>
                                        </p:attrNameLst>
                                      </p:cBhvr>
                                      <p:tavLst>
                                        <p:tav tm="0">
                                          <p:val>
                                            <p:fltVal val="0"/>
                                          </p:val>
                                        </p:tav>
                                        <p:tav tm="100000">
                                          <p:val>
                                            <p:strVal val="#ppt_w"/>
                                          </p:val>
                                        </p:tav>
                                      </p:tavLst>
                                    </p:anim>
                                    <p:anim calcmode="lin" valueType="num">
                                      <p:cBhvr>
                                        <p:cTn id="17" dur="1000" fill="hold"/>
                                        <p:tgtEl>
                                          <p:spTgt spid="5"/>
                                        </p:tgtEl>
                                        <p:attrNameLst>
                                          <p:attrName>ppt_h</p:attrName>
                                        </p:attrNameLst>
                                      </p:cBhvr>
                                      <p:tavLst>
                                        <p:tav tm="0">
                                          <p:val>
                                            <p:fltVal val="0"/>
                                          </p:val>
                                        </p:tav>
                                        <p:tav tm="100000">
                                          <p:val>
                                            <p:strVal val="#ppt_h"/>
                                          </p:val>
                                        </p:tav>
                                      </p:tavLst>
                                    </p:anim>
                                    <p:anim calcmode="lin" valueType="num">
                                      <p:cBhvr>
                                        <p:cTn id="18" dur="1000" fill="hold"/>
                                        <p:tgtEl>
                                          <p:spTgt spid="5"/>
                                        </p:tgtEl>
                                        <p:attrNameLst>
                                          <p:attrName>ppt_x</p:attrName>
                                        </p:attrNameLst>
                                      </p:cBhvr>
                                      <p:tavLst>
                                        <p:tav tm="0" fmla="#ppt_x+(cos(-2*pi*(1-$))*-#ppt_x-sin(-2*pi*(1-$))*(1-#ppt_y))*(1-$)">
                                          <p:val>
                                            <p:fltVal val="0"/>
                                          </p:val>
                                        </p:tav>
                                        <p:tav tm="100000">
                                          <p:val>
                                            <p:fltVal val="1"/>
                                          </p:val>
                                        </p:tav>
                                      </p:tavLst>
                                    </p:anim>
                                    <p:anim calcmode="lin" valueType="num">
                                      <p:cBhvr>
                                        <p:cTn id="19" dur="1000" fill="hold"/>
                                        <p:tgtEl>
                                          <p:spTgt spid="5"/>
                                        </p:tgtEl>
                                        <p:attrNameLst>
                                          <p:attrName>ppt_y</p:attrName>
                                        </p:attrNameLst>
                                      </p:cBhvr>
                                      <p:tavLst>
                                        <p:tav tm="0" fmla="#ppt_y+(sin(-2*pi*(1-$))*-#ppt_x+cos(-2*pi*(1-$))*(1-#ppt_y))*(1-$)">
                                          <p:val>
                                            <p:fltVal val="0"/>
                                          </p:val>
                                        </p:tav>
                                        <p:tav tm="100000">
                                          <p:val>
                                            <p:fltVal val="1"/>
                                          </p:val>
                                        </p:tav>
                                      </p:tavLst>
                                    </p:anim>
                                  </p:childTnLst>
                                </p:cTn>
                              </p:par>
                            </p:childTnLst>
                          </p:cTn>
                        </p:par>
                      </p:childTnLst>
                    </p:cTn>
                  </p:par>
                  <p:par>
                    <p:cTn id="20" fill="hold">
                      <p:stCondLst>
                        <p:cond delay="indefinite"/>
                      </p:stCondLst>
                      <p:childTnLst>
                        <p:par>
                          <p:cTn id="21" fill="hold">
                            <p:stCondLst>
                              <p:cond delay="0"/>
                            </p:stCondLst>
                            <p:childTnLst>
                              <p:par>
                                <p:cTn id="22" presetID="12" presetClass="entr" presetSubtype="1" fill="hold" grpId="0" nodeType="clickEffect">
                                  <p:stCondLst>
                                    <p:cond delay="0"/>
                                  </p:stCondLst>
                                  <p:childTnLst>
                                    <p:set>
                                      <p:cBhvr>
                                        <p:cTn id="23" dur="1" fill="hold">
                                          <p:stCondLst>
                                            <p:cond delay="0"/>
                                          </p:stCondLst>
                                        </p:cTn>
                                        <p:tgtEl>
                                          <p:spTgt spid="6"/>
                                        </p:tgtEl>
                                        <p:attrNameLst>
                                          <p:attrName>style.visibility</p:attrName>
                                        </p:attrNameLst>
                                      </p:cBhvr>
                                      <p:to>
                                        <p:strVal val="visible"/>
                                      </p:to>
                                    </p:set>
                                    <p:anim calcmode="lin" valueType="num">
                                      <p:cBhvr additive="base">
                                        <p:cTn id="24" dur="500"/>
                                        <p:tgtEl>
                                          <p:spTgt spid="6"/>
                                        </p:tgtEl>
                                        <p:attrNameLst>
                                          <p:attrName>ppt_y</p:attrName>
                                        </p:attrNameLst>
                                      </p:cBhvr>
                                      <p:tavLst>
                                        <p:tav tm="0">
                                          <p:val>
                                            <p:strVal val="#ppt_y-#ppt_h*1.125000"/>
                                          </p:val>
                                        </p:tav>
                                        <p:tav tm="100000">
                                          <p:val>
                                            <p:strVal val="#ppt_y"/>
                                          </p:val>
                                        </p:tav>
                                      </p:tavLst>
                                    </p:anim>
                                    <p:animEffect transition="in" filter="wipe(down)">
                                      <p:cBhvr>
                                        <p:cTn id="25" dur="500"/>
                                        <p:tgtEl>
                                          <p:spTgt spid="6"/>
                                        </p:tgtEl>
                                      </p:cBhvr>
                                    </p:animEffect>
                                  </p:childTnLst>
                                </p:cTn>
                              </p:par>
                            </p:childTnLst>
                          </p:cTn>
                        </p:par>
                      </p:childTnLst>
                    </p:cTn>
                  </p:par>
                  <p:par>
                    <p:cTn id="26" fill="hold">
                      <p:stCondLst>
                        <p:cond delay="indefinite"/>
                      </p:stCondLst>
                      <p:childTnLst>
                        <p:par>
                          <p:cTn id="27" fill="hold">
                            <p:stCondLst>
                              <p:cond delay="0"/>
                            </p:stCondLst>
                            <p:childTnLst>
                              <p:par>
                                <p:cTn id="28" presetID="12" presetClass="entr" presetSubtype="4" fill="hold" grpId="0" nodeType="clickEffect">
                                  <p:stCondLst>
                                    <p:cond delay="0"/>
                                  </p:stCondLst>
                                  <p:childTnLst>
                                    <p:set>
                                      <p:cBhvr>
                                        <p:cTn id="29" dur="1" fill="hold">
                                          <p:stCondLst>
                                            <p:cond delay="0"/>
                                          </p:stCondLst>
                                        </p:cTn>
                                        <p:tgtEl>
                                          <p:spTgt spid="9"/>
                                        </p:tgtEl>
                                        <p:attrNameLst>
                                          <p:attrName>style.visibility</p:attrName>
                                        </p:attrNameLst>
                                      </p:cBhvr>
                                      <p:to>
                                        <p:strVal val="visible"/>
                                      </p:to>
                                    </p:set>
                                    <p:anim calcmode="lin" valueType="num">
                                      <p:cBhvr additive="base">
                                        <p:cTn id="30" dur="500"/>
                                        <p:tgtEl>
                                          <p:spTgt spid="9"/>
                                        </p:tgtEl>
                                        <p:attrNameLst>
                                          <p:attrName>ppt_y</p:attrName>
                                        </p:attrNameLst>
                                      </p:cBhvr>
                                      <p:tavLst>
                                        <p:tav tm="0">
                                          <p:val>
                                            <p:strVal val="#ppt_y+#ppt_h*1.125000"/>
                                          </p:val>
                                        </p:tav>
                                        <p:tav tm="100000">
                                          <p:val>
                                            <p:strVal val="#ppt_y"/>
                                          </p:val>
                                        </p:tav>
                                      </p:tavLst>
                                    </p:anim>
                                    <p:animEffect transition="in" filter="wipe(up)">
                                      <p:cBhvr>
                                        <p:cTn id="31" dur="500"/>
                                        <p:tgtEl>
                                          <p:spTgt spid="9"/>
                                        </p:tgtEl>
                                      </p:cBhvr>
                                    </p:animEffect>
                                  </p:childTnLst>
                                </p:cTn>
                              </p:par>
                            </p:childTnLst>
                          </p:cTn>
                        </p:par>
                      </p:childTnLst>
                    </p:cTn>
                  </p:par>
                  <p:par>
                    <p:cTn id="32" fill="hold">
                      <p:stCondLst>
                        <p:cond delay="indefinite"/>
                      </p:stCondLst>
                      <p:childTnLst>
                        <p:par>
                          <p:cTn id="33" fill="hold">
                            <p:stCondLst>
                              <p:cond delay="0"/>
                            </p:stCondLst>
                            <p:childTnLst>
                              <p:par>
                                <p:cTn id="34" presetID="12" presetClass="entr" presetSubtype="1" fill="hold" grpId="0" nodeType="clickEffect">
                                  <p:stCondLst>
                                    <p:cond delay="0"/>
                                  </p:stCondLst>
                                  <p:childTnLst>
                                    <p:set>
                                      <p:cBhvr>
                                        <p:cTn id="35" dur="1" fill="hold">
                                          <p:stCondLst>
                                            <p:cond delay="0"/>
                                          </p:stCondLst>
                                        </p:cTn>
                                        <p:tgtEl>
                                          <p:spTgt spid="10"/>
                                        </p:tgtEl>
                                        <p:attrNameLst>
                                          <p:attrName>style.visibility</p:attrName>
                                        </p:attrNameLst>
                                      </p:cBhvr>
                                      <p:to>
                                        <p:strVal val="visible"/>
                                      </p:to>
                                    </p:set>
                                    <p:anim calcmode="lin" valueType="num">
                                      <p:cBhvr additive="base">
                                        <p:cTn id="36" dur="500"/>
                                        <p:tgtEl>
                                          <p:spTgt spid="10"/>
                                        </p:tgtEl>
                                        <p:attrNameLst>
                                          <p:attrName>ppt_y</p:attrName>
                                        </p:attrNameLst>
                                      </p:cBhvr>
                                      <p:tavLst>
                                        <p:tav tm="0">
                                          <p:val>
                                            <p:strVal val="#ppt_y-#ppt_h*1.125000"/>
                                          </p:val>
                                        </p:tav>
                                        <p:tav tm="100000">
                                          <p:val>
                                            <p:strVal val="#ppt_y"/>
                                          </p:val>
                                        </p:tav>
                                      </p:tavLst>
                                    </p:anim>
                                    <p:animEffect transition="in" filter="wipe(down)">
                                      <p:cBhvr>
                                        <p:cTn id="37" dur="500"/>
                                        <p:tgtEl>
                                          <p:spTgt spid="10"/>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79" grpId="0" animBg="1"/>
      <p:bldP spid="80" grpId="0"/>
      <p:bldP spid="5" grpId="0"/>
      <p:bldP spid="6" grpId="0" animBg="1"/>
      <p:bldP spid="9" grpId="0" animBg="1"/>
      <p:bldP spid="10" grpId="0" animBg="1"/>
    </p:bldLst>
  </p:timing>
</p:sld>
</file>

<file path=ppt/slides/slide36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4" name="组合 3">
            <a:extLst>
              <a:ext uri="{FF2B5EF4-FFF2-40B4-BE49-F238E27FC236}">
                <a16:creationId xmlns:a16="http://schemas.microsoft.com/office/drawing/2014/main" id="{9A1EA9F2-FCB6-48C3-935F-7AE7E3AD14AC}"/>
              </a:ext>
            </a:extLst>
          </p:cNvPr>
          <p:cNvGrpSpPr/>
          <p:nvPr/>
        </p:nvGrpSpPr>
        <p:grpSpPr>
          <a:xfrm>
            <a:off x="304800" y="749300"/>
            <a:ext cx="6192344" cy="400110"/>
            <a:chOff x="424117" y="898245"/>
            <a:chExt cx="6192344" cy="400110"/>
          </a:xfrm>
        </p:grpSpPr>
        <p:sp>
          <p:nvSpPr>
            <p:cNvPr id="2" name="平行四边形 1">
              <a:extLst>
                <a:ext uri="{FF2B5EF4-FFF2-40B4-BE49-F238E27FC236}">
                  <a16:creationId xmlns:a16="http://schemas.microsoft.com/office/drawing/2014/main" id="{1F5BAA3F-9845-4F89-A2DD-8222D3E4EDAC}"/>
                </a:ext>
              </a:extLst>
            </p:cNvPr>
            <p:cNvSpPr/>
            <p:nvPr/>
          </p:nvSpPr>
          <p:spPr>
            <a:xfrm>
              <a:off x="424117" y="898245"/>
              <a:ext cx="628306" cy="387090"/>
            </a:xfrm>
            <a:prstGeom prst="parallelogram">
              <a:avLst/>
            </a:prstGeom>
            <a:solidFill>
              <a:schemeClr val="accent3">
                <a:lumMod val="75000"/>
              </a:schemeClr>
            </a:solidFill>
            <a:ln>
              <a:solidFill>
                <a:schemeClr val="accent3">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CN" sz="2200" dirty="0">
                  <a:latin typeface="Impact" panose="020B0806030902050204" pitchFamily="34" charset="0"/>
                </a:rPr>
                <a:t>01</a:t>
              </a:r>
              <a:endParaRPr lang="zh-CN" altLang="en-US" sz="2200" dirty="0">
                <a:latin typeface="Impact" panose="020B0806030902050204" pitchFamily="34" charset="0"/>
              </a:endParaRPr>
            </a:p>
          </p:txBody>
        </p:sp>
        <p:sp>
          <p:nvSpPr>
            <p:cNvPr id="3" name="文本框 2">
              <a:extLst>
                <a:ext uri="{FF2B5EF4-FFF2-40B4-BE49-F238E27FC236}">
                  <a16:creationId xmlns:a16="http://schemas.microsoft.com/office/drawing/2014/main" id="{4D6BD736-A4D3-4F26-AFED-36E11F50F70B}"/>
                </a:ext>
              </a:extLst>
            </p:cNvPr>
            <p:cNvSpPr txBox="1"/>
            <p:nvPr/>
          </p:nvSpPr>
          <p:spPr>
            <a:xfrm>
              <a:off x="1052423" y="898245"/>
              <a:ext cx="5564038" cy="400110"/>
            </a:xfrm>
            <a:prstGeom prst="rect">
              <a:avLst/>
            </a:prstGeom>
            <a:noFill/>
          </p:spPr>
          <p:txBody>
            <a:bodyPr wrap="square" rtlCol="0">
              <a:spAutoFit/>
            </a:bodyPr>
            <a:lstStyle/>
            <a:p>
              <a:r>
                <a:rPr lang="zh-CN" altLang="en-US" sz="2000" b="1" dirty="0"/>
                <a:t>使用集线器的共享式以太网</a:t>
              </a:r>
              <a:endParaRPr lang="en-US" altLang="zh-CN" sz="2000" b="1" dirty="0"/>
            </a:p>
          </p:txBody>
        </p:sp>
      </p:grpSp>
      <p:sp>
        <p:nvSpPr>
          <p:cNvPr id="79" name="矩形 78">
            <a:extLst>
              <a:ext uri="{FF2B5EF4-FFF2-40B4-BE49-F238E27FC236}">
                <a16:creationId xmlns:a16="http://schemas.microsoft.com/office/drawing/2014/main" id="{2804D1F4-F466-444D-AB07-F101362C1E61}"/>
              </a:ext>
            </a:extLst>
          </p:cNvPr>
          <p:cNvSpPr/>
          <p:nvPr/>
        </p:nvSpPr>
        <p:spPr>
          <a:xfrm>
            <a:off x="1056633" y="1335374"/>
            <a:ext cx="256976" cy="256976"/>
          </a:xfrm>
          <a:prstGeom prst="rect">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80" name="íşlïḍè">
            <a:extLst>
              <a:ext uri="{FF2B5EF4-FFF2-40B4-BE49-F238E27FC236}">
                <a16:creationId xmlns:a16="http://schemas.microsoft.com/office/drawing/2014/main" id="{667FD754-DAA6-4179-AE61-F0DA86843747}"/>
              </a:ext>
            </a:extLst>
          </p:cNvPr>
          <p:cNvSpPr txBox="1"/>
          <p:nvPr/>
        </p:nvSpPr>
        <p:spPr>
          <a:xfrm>
            <a:off x="1373860" y="1281053"/>
            <a:ext cx="10513339" cy="659580"/>
          </a:xfrm>
          <a:prstGeom prst="rect">
            <a:avLst/>
          </a:prstGeom>
          <a:noFill/>
        </p:spPr>
        <p:txBody>
          <a:bodyPr wrap="square" lIns="91440" tIns="45720" rIns="91440" bIns="45720" anchor="ctr">
            <a:noAutofit/>
          </a:bodyPr>
          <a:lstStyle/>
          <a:p>
            <a:r>
              <a:rPr lang="en-US" altLang="zh-CN" b="1" dirty="0">
                <a:latin typeface="Arial Narrow" panose="020B0606020202030204" pitchFamily="34" charset="0"/>
              </a:rPr>
              <a:t>IEEE</a:t>
            </a:r>
            <a:r>
              <a:rPr lang="zh-CN" altLang="en-US" b="1" dirty="0">
                <a:latin typeface="Arial Narrow" panose="020B0606020202030204" pitchFamily="34" charset="0"/>
              </a:rPr>
              <a:t>于</a:t>
            </a:r>
            <a:r>
              <a:rPr lang="en-US" altLang="zh-CN" b="1" dirty="0">
                <a:latin typeface="Arial Narrow" panose="020B0606020202030204" pitchFamily="34" charset="0"/>
              </a:rPr>
              <a:t>1990</a:t>
            </a:r>
            <a:r>
              <a:rPr lang="zh-CN" altLang="en-US" b="1" dirty="0">
                <a:latin typeface="Arial Narrow" panose="020B0606020202030204" pitchFamily="34" charset="0"/>
              </a:rPr>
              <a:t>年制定了</a:t>
            </a:r>
            <a:r>
              <a:rPr lang="en-US" altLang="zh-CN" b="1" dirty="0">
                <a:solidFill>
                  <a:schemeClr val="accent1">
                    <a:lumMod val="75000"/>
                  </a:schemeClr>
                </a:solidFill>
                <a:latin typeface="Arial Narrow" panose="020B0606020202030204" pitchFamily="34" charset="0"/>
              </a:rPr>
              <a:t>10BASE-T</a:t>
            </a:r>
            <a:r>
              <a:rPr lang="zh-CN" altLang="en-US" b="1" dirty="0">
                <a:latin typeface="Arial Narrow" panose="020B0606020202030204" pitchFamily="34" charset="0"/>
              </a:rPr>
              <a:t>星型以太网的标准</a:t>
            </a:r>
            <a:r>
              <a:rPr lang="en-US" altLang="zh-CN" b="1" dirty="0">
                <a:latin typeface="Arial Narrow" panose="020B0606020202030204" pitchFamily="34" charset="0"/>
              </a:rPr>
              <a:t>802.3i</a:t>
            </a:r>
            <a:r>
              <a:rPr lang="zh-CN" altLang="en-US" b="1" dirty="0">
                <a:latin typeface="Arial Narrow" panose="020B0606020202030204" pitchFamily="34" charset="0"/>
              </a:rPr>
              <a:t>，这种以太网是局域网发展史上的一座非常重要的里程碑，它为</a:t>
            </a:r>
            <a:r>
              <a:rPr lang="zh-CN" altLang="en-US" b="1" dirty="0">
                <a:solidFill>
                  <a:schemeClr val="accent1">
                    <a:lumMod val="75000"/>
                  </a:schemeClr>
                </a:solidFill>
                <a:latin typeface="Arial Narrow" panose="020B0606020202030204" pitchFamily="34" charset="0"/>
              </a:rPr>
              <a:t>以太网在局域网中的统治地位</a:t>
            </a:r>
            <a:r>
              <a:rPr lang="zh-CN" altLang="en-US" b="1" dirty="0">
                <a:latin typeface="Arial Narrow" panose="020B0606020202030204" pitchFamily="34" charset="0"/>
              </a:rPr>
              <a:t>奠定了牢固的基础。</a:t>
            </a:r>
          </a:p>
        </p:txBody>
      </p:sp>
      <p:sp>
        <p:nvSpPr>
          <p:cNvPr id="5" name="文本框 4">
            <a:extLst>
              <a:ext uri="{FF2B5EF4-FFF2-40B4-BE49-F238E27FC236}">
                <a16:creationId xmlns:a16="http://schemas.microsoft.com/office/drawing/2014/main" id="{4A0CB68B-F19F-4216-9F7D-DF0CDD938738}"/>
              </a:ext>
            </a:extLst>
          </p:cNvPr>
          <p:cNvSpPr txBox="1"/>
          <p:nvPr/>
        </p:nvSpPr>
        <p:spPr>
          <a:xfrm>
            <a:off x="4453587" y="4772923"/>
            <a:ext cx="3302366" cy="707886"/>
          </a:xfrm>
          <a:prstGeom prst="rect">
            <a:avLst/>
          </a:prstGeom>
          <a:noFill/>
        </p:spPr>
        <p:txBody>
          <a:bodyPr wrap="square" rtlCol="0">
            <a:spAutoFit/>
          </a:bodyPr>
          <a:lstStyle/>
          <a:p>
            <a:pPr algn="ctr"/>
            <a:r>
              <a:rPr lang="en-US" altLang="zh-CN" sz="4000" spc="300" dirty="0">
                <a:solidFill>
                  <a:schemeClr val="accent3"/>
                </a:solidFill>
                <a:latin typeface="Arial Black" panose="020B0A04020102020204" pitchFamily="34" charset="0"/>
              </a:rPr>
              <a:t>10</a:t>
            </a:r>
            <a:r>
              <a:rPr lang="en-US" altLang="zh-CN" sz="4000" spc="300" dirty="0">
                <a:solidFill>
                  <a:schemeClr val="accent4"/>
                </a:solidFill>
                <a:latin typeface="Arial Black" panose="020B0A04020102020204" pitchFamily="34" charset="0"/>
              </a:rPr>
              <a:t>BASE</a:t>
            </a:r>
            <a:r>
              <a:rPr lang="en-US" altLang="zh-CN" sz="4000" spc="300" dirty="0">
                <a:latin typeface="Arial Black" panose="020B0A04020102020204" pitchFamily="34" charset="0"/>
              </a:rPr>
              <a:t>-</a:t>
            </a:r>
            <a:r>
              <a:rPr lang="en-US" altLang="zh-CN" sz="4000" spc="300" dirty="0">
                <a:solidFill>
                  <a:schemeClr val="accent5"/>
                </a:solidFill>
                <a:latin typeface="Arial Black" panose="020B0A04020102020204" pitchFamily="34" charset="0"/>
              </a:rPr>
              <a:t>T</a:t>
            </a:r>
            <a:endParaRPr lang="zh-CN" altLang="en-US" sz="4000" spc="300" dirty="0">
              <a:solidFill>
                <a:schemeClr val="accent5"/>
              </a:solidFill>
              <a:latin typeface="Arial Black" panose="020B0A04020102020204" pitchFamily="34" charset="0"/>
            </a:endParaRPr>
          </a:p>
        </p:txBody>
      </p:sp>
      <p:sp>
        <p:nvSpPr>
          <p:cNvPr id="6" name="对话气泡: 圆角矩形 5">
            <a:extLst>
              <a:ext uri="{FF2B5EF4-FFF2-40B4-BE49-F238E27FC236}">
                <a16:creationId xmlns:a16="http://schemas.microsoft.com/office/drawing/2014/main" id="{54927A3A-B343-441B-8027-F8F1F4B4B662}"/>
              </a:ext>
            </a:extLst>
          </p:cNvPr>
          <p:cNvSpPr/>
          <p:nvPr/>
        </p:nvSpPr>
        <p:spPr>
          <a:xfrm>
            <a:off x="3164219" y="5747981"/>
            <a:ext cx="2098514" cy="644685"/>
          </a:xfrm>
          <a:prstGeom prst="wedgeRoundRectCallout">
            <a:avLst>
              <a:gd name="adj1" fmla="val 36505"/>
              <a:gd name="adj2" fmla="val -106888"/>
              <a:gd name="adj3" fmla="val 16667"/>
            </a:avLst>
          </a:prstGeom>
        </p:spPr>
        <p:style>
          <a:lnRef idx="2">
            <a:schemeClr val="accent3">
              <a:shade val="50000"/>
            </a:schemeClr>
          </a:lnRef>
          <a:fillRef idx="1">
            <a:schemeClr val="accent3"/>
          </a:fillRef>
          <a:effectRef idx="0">
            <a:schemeClr val="accent3"/>
          </a:effectRef>
          <a:fontRef idx="minor">
            <a:schemeClr val="lt1"/>
          </a:fontRef>
        </p:style>
        <p:txBody>
          <a:bodyPr rtlCol="0" anchor="ctr"/>
          <a:lstStyle/>
          <a:p>
            <a:pPr algn="ctr"/>
            <a:r>
              <a:rPr lang="zh-CN" altLang="en-US" b="1" dirty="0">
                <a:latin typeface="Arial Narrow" panose="020B0606020202030204" pitchFamily="34" charset="0"/>
              </a:rPr>
              <a:t>传输速率为</a:t>
            </a:r>
            <a:r>
              <a:rPr lang="en-US" altLang="zh-CN" b="1" dirty="0">
                <a:latin typeface="Arial Narrow" panose="020B0606020202030204" pitchFamily="34" charset="0"/>
              </a:rPr>
              <a:t>10Mb/s</a:t>
            </a:r>
            <a:endParaRPr lang="zh-CN" altLang="en-US" b="1" dirty="0">
              <a:latin typeface="Arial Narrow" panose="020B0606020202030204" pitchFamily="34" charset="0"/>
            </a:endParaRPr>
          </a:p>
        </p:txBody>
      </p:sp>
      <p:sp>
        <p:nvSpPr>
          <p:cNvPr id="9" name="对话气泡: 圆角矩形 8">
            <a:extLst>
              <a:ext uri="{FF2B5EF4-FFF2-40B4-BE49-F238E27FC236}">
                <a16:creationId xmlns:a16="http://schemas.microsoft.com/office/drawing/2014/main" id="{97DFA2A3-EB1C-4F2B-B52E-7445F652F969}"/>
              </a:ext>
            </a:extLst>
          </p:cNvPr>
          <p:cNvSpPr/>
          <p:nvPr/>
        </p:nvSpPr>
        <p:spPr>
          <a:xfrm>
            <a:off x="4063267" y="3861066"/>
            <a:ext cx="2626983" cy="644685"/>
          </a:xfrm>
          <a:prstGeom prst="wedgeRoundRectCallout">
            <a:avLst>
              <a:gd name="adj1" fmla="val 28668"/>
              <a:gd name="adj2" fmla="val 103316"/>
              <a:gd name="adj3" fmla="val 16667"/>
            </a:avLst>
          </a:prstGeom>
        </p:spPr>
        <p:style>
          <a:lnRef idx="2">
            <a:schemeClr val="accent4">
              <a:shade val="50000"/>
            </a:schemeClr>
          </a:lnRef>
          <a:fillRef idx="1">
            <a:schemeClr val="accent4"/>
          </a:fillRef>
          <a:effectRef idx="0">
            <a:schemeClr val="accent4"/>
          </a:effectRef>
          <a:fontRef idx="minor">
            <a:schemeClr val="lt1"/>
          </a:fontRef>
        </p:style>
        <p:txBody>
          <a:bodyPr rtlCol="0" anchor="ctr"/>
          <a:lstStyle/>
          <a:p>
            <a:pPr algn="ctr"/>
            <a:r>
              <a:rPr lang="zh-CN" altLang="en-US" b="1" dirty="0">
                <a:latin typeface="Arial Narrow" panose="020B0606020202030204" pitchFamily="34" charset="0"/>
              </a:rPr>
              <a:t>采用基带信号进行传输</a:t>
            </a:r>
          </a:p>
        </p:txBody>
      </p:sp>
      <p:sp>
        <p:nvSpPr>
          <p:cNvPr id="10" name="对话气泡: 圆角矩形 9">
            <a:extLst>
              <a:ext uri="{FF2B5EF4-FFF2-40B4-BE49-F238E27FC236}">
                <a16:creationId xmlns:a16="http://schemas.microsoft.com/office/drawing/2014/main" id="{0CBCB4DA-F6C6-4F96-88F7-CE5194AC758D}"/>
              </a:ext>
            </a:extLst>
          </p:cNvPr>
          <p:cNvSpPr/>
          <p:nvPr/>
        </p:nvSpPr>
        <p:spPr>
          <a:xfrm>
            <a:off x="6929269" y="5747980"/>
            <a:ext cx="2819945" cy="644685"/>
          </a:xfrm>
          <a:prstGeom prst="wedgeRoundRectCallout">
            <a:avLst>
              <a:gd name="adj1" fmla="val -33750"/>
              <a:gd name="adj2" fmla="val -116072"/>
              <a:gd name="adj3" fmla="val 16667"/>
            </a:avLst>
          </a:prstGeom>
        </p:spPr>
        <p:style>
          <a:lnRef idx="2">
            <a:schemeClr val="accent5">
              <a:shade val="50000"/>
            </a:schemeClr>
          </a:lnRef>
          <a:fillRef idx="1">
            <a:schemeClr val="accent5"/>
          </a:fillRef>
          <a:effectRef idx="0">
            <a:schemeClr val="accent5"/>
          </a:effectRef>
          <a:fontRef idx="minor">
            <a:schemeClr val="lt1"/>
          </a:fontRef>
        </p:style>
        <p:txBody>
          <a:bodyPr rtlCol="0" anchor="ctr"/>
          <a:lstStyle/>
          <a:p>
            <a:pPr algn="ctr"/>
            <a:r>
              <a:rPr lang="zh-CN" altLang="en-US" b="1" dirty="0">
                <a:latin typeface="Arial Narrow" panose="020B0606020202030204" pitchFamily="34" charset="0"/>
              </a:rPr>
              <a:t>采用双绞线作为传输媒体</a:t>
            </a:r>
          </a:p>
        </p:txBody>
      </p:sp>
      <p:sp>
        <p:nvSpPr>
          <p:cNvPr id="11" name="矩形 10">
            <a:extLst>
              <a:ext uri="{FF2B5EF4-FFF2-40B4-BE49-F238E27FC236}">
                <a16:creationId xmlns:a16="http://schemas.microsoft.com/office/drawing/2014/main" id="{5BA97440-9A4B-42EC-ABAD-118F6CCABD07}"/>
              </a:ext>
            </a:extLst>
          </p:cNvPr>
          <p:cNvSpPr/>
          <p:nvPr/>
        </p:nvSpPr>
        <p:spPr>
          <a:xfrm>
            <a:off x="1056633" y="2071985"/>
            <a:ext cx="256976" cy="256976"/>
          </a:xfrm>
          <a:prstGeom prst="rect">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12" name="íşlïḍè">
            <a:extLst>
              <a:ext uri="{FF2B5EF4-FFF2-40B4-BE49-F238E27FC236}">
                <a16:creationId xmlns:a16="http://schemas.microsoft.com/office/drawing/2014/main" id="{168C241E-7D1E-4037-82F6-E085EAAD3259}"/>
              </a:ext>
            </a:extLst>
          </p:cNvPr>
          <p:cNvSpPr txBox="1"/>
          <p:nvPr/>
        </p:nvSpPr>
        <p:spPr>
          <a:xfrm>
            <a:off x="1373859" y="2044824"/>
            <a:ext cx="10513339" cy="311297"/>
          </a:xfrm>
          <a:prstGeom prst="rect">
            <a:avLst/>
          </a:prstGeom>
          <a:noFill/>
        </p:spPr>
        <p:txBody>
          <a:bodyPr wrap="square" lIns="91440" tIns="45720" rIns="91440" bIns="45720" anchor="ctr">
            <a:noAutofit/>
          </a:bodyPr>
          <a:lstStyle/>
          <a:p>
            <a:r>
              <a:rPr lang="en-US" altLang="zh-CN" b="1" dirty="0">
                <a:latin typeface="Arial Narrow" panose="020B0606020202030204" pitchFamily="34" charset="0"/>
              </a:rPr>
              <a:t>10BASE-T</a:t>
            </a:r>
            <a:r>
              <a:rPr lang="zh-CN" altLang="en-US" b="1" dirty="0">
                <a:latin typeface="Arial Narrow" panose="020B0606020202030204" pitchFamily="34" charset="0"/>
              </a:rPr>
              <a:t>以太网的通信距离较短，每个</a:t>
            </a:r>
            <a:r>
              <a:rPr lang="zh-CN" altLang="en-US" b="1" dirty="0">
                <a:solidFill>
                  <a:schemeClr val="accent1">
                    <a:lumMod val="75000"/>
                  </a:schemeClr>
                </a:solidFill>
                <a:latin typeface="Arial Narrow" panose="020B0606020202030204" pitchFamily="34" charset="0"/>
              </a:rPr>
              <a:t>站点到集线器的距离不能超过</a:t>
            </a:r>
            <a:r>
              <a:rPr lang="en-US" altLang="zh-CN" b="1" dirty="0">
                <a:solidFill>
                  <a:schemeClr val="accent1">
                    <a:lumMod val="75000"/>
                  </a:schemeClr>
                </a:solidFill>
                <a:latin typeface="Arial Narrow" panose="020B0606020202030204" pitchFamily="34" charset="0"/>
              </a:rPr>
              <a:t>100m</a:t>
            </a:r>
            <a:r>
              <a:rPr lang="zh-CN" altLang="en-US" b="1" dirty="0">
                <a:latin typeface="Arial Narrow" panose="020B0606020202030204" pitchFamily="34" charset="0"/>
              </a:rPr>
              <a:t>。</a:t>
            </a:r>
          </a:p>
        </p:txBody>
      </p:sp>
      <p:sp>
        <p:nvSpPr>
          <p:cNvPr id="13" name="矩形 12">
            <a:extLst>
              <a:ext uri="{FF2B5EF4-FFF2-40B4-BE49-F238E27FC236}">
                <a16:creationId xmlns:a16="http://schemas.microsoft.com/office/drawing/2014/main" id="{0EF68BB1-76A9-4F69-A3F2-3848FD8217EF}"/>
              </a:ext>
            </a:extLst>
          </p:cNvPr>
          <p:cNvSpPr/>
          <p:nvPr/>
        </p:nvSpPr>
        <p:spPr>
          <a:xfrm>
            <a:off x="1056635" y="2665578"/>
            <a:ext cx="256976" cy="256976"/>
          </a:xfrm>
          <a:prstGeom prst="rect">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14" name="íşlïḍè">
            <a:extLst>
              <a:ext uri="{FF2B5EF4-FFF2-40B4-BE49-F238E27FC236}">
                <a16:creationId xmlns:a16="http://schemas.microsoft.com/office/drawing/2014/main" id="{570CDFE6-85C2-496F-80C0-9D346F15C7FE}"/>
              </a:ext>
            </a:extLst>
          </p:cNvPr>
          <p:cNvSpPr txBox="1"/>
          <p:nvPr/>
        </p:nvSpPr>
        <p:spPr>
          <a:xfrm>
            <a:off x="1373861" y="2638417"/>
            <a:ext cx="10513339" cy="613118"/>
          </a:xfrm>
          <a:prstGeom prst="rect">
            <a:avLst/>
          </a:prstGeom>
          <a:noFill/>
        </p:spPr>
        <p:txBody>
          <a:bodyPr wrap="square" lIns="91440" tIns="45720" rIns="91440" bIns="45720" anchor="ctr">
            <a:noAutofit/>
          </a:bodyPr>
          <a:lstStyle/>
          <a:p>
            <a:r>
              <a:rPr lang="en-US" altLang="zh-CN" b="1" dirty="0">
                <a:latin typeface="Arial Narrow" panose="020B0606020202030204" pitchFamily="34" charset="0"/>
              </a:rPr>
              <a:t>IEEE 802.3</a:t>
            </a:r>
            <a:r>
              <a:rPr lang="zh-CN" altLang="en-US" b="1" dirty="0">
                <a:latin typeface="Arial Narrow" panose="020B0606020202030204" pitchFamily="34" charset="0"/>
              </a:rPr>
              <a:t>以太网还可使用光纤作为传输媒体，相应的标准为</a:t>
            </a:r>
            <a:r>
              <a:rPr lang="en-US" altLang="zh-CN" b="1" dirty="0">
                <a:latin typeface="Arial Narrow" panose="020B0606020202030204" pitchFamily="34" charset="0"/>
              </a:rPr>
              <a:t>10BASE-F</a:t>
            </a:r>
            <a:r>
              <a:rPr lang="zh-CN" altLang="en-US" b="1" dirty="0">
                <a:latin typeface="Arial Narrow" panose="020B0606020202030204" pitchFamily="34" charset="0"/>
              </a:rPr>
              <a:t>，“</a:t>
            </a:r>
            <a:r>
              <a:rPr lang="en-US" altLang="zh-CN" b="1" dirty="0">
                <a:latin typeface="Arial Narrow" panose="020B0606020202030204" pitchFamily="34" charset="0"/>
              </a:rPr>
              <a:t>F</a:t>
            </a:r>
            <a:r>
              <a:rPr lang="zh-CN" altLang="en-US" b="1" dirty="0">
                <a:latin typeface="Arial Narrow" panose="020B0606020202030204" pitchFamily="34" charset="0"/>
              </a:rPr>
              <a:t>”表示光纤。光纤主要用作集线器之间的远程连接。</a:t>
            </a:r>
          </a:p>
        </p:txBody>
      </p:sp>
    </p:spTree>
    <p:custDataLst>
      <p:tags r:id="rId1"/>
    </p:custDataLst>
    <p:extLst>
      <p:ext uri="{BB962C8B-B14F-4D97-AF65-F5344CB8AC3E}">
        <p14:creationId xmlns:p14="http://schemas.microsoft.com/office/powerpoint/2010/main" val="4139877935"/>
      </p:ext>
    </p:extLst>
  </p:cSld>
  <p:clrMapOvr>
    <a:masterClrMapping/>
  </p:clrMapOvr>
  <mc:AlternateContent xmlns:mc="http://schemas.openxmlformats.org/markup-compatibility/2006" xmlns:p159="http://schemas.microsoft.com/office/powerpoint/2015/09/main">
    <mc:Choice Requires="p159">
      <p:transition spd="slow">
        <p159:morph option="byObject"/>
      </p:transition>
    </mc:Choice>
    <mc:Fallback xmlns="">
      <p:transition spd="slow">
        <p:fade/>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49" presetClass="entr" presetSubtype="0" decel="100000" fill="hold" grpId="0" nodeType="withEffect">
                                  <p:stCondLst>
                                    <p:cond delay="0"/>
                                  </p:stCondLst>
                                  <p:childTnLst>
                                    <p:set>
                                      <p:cBhvr>
                                        <p:cTn id="6" dur="1" fill="hold">
                                          <p:stCondLst>
                                            <p:cond delay="0"/>
                                          </p:stCondLst>
                                        </p:cTn>
                                        <p:tgtEl>
                                          <p:spTgt spid="11"/>
                                        </p:tgtEl>
                                        <p:attrNameLst>
                                          <p:attrName>style.visibility</p:attrName>
                                        </p:attrNameLst>
                                      </p:cBhvr>
                                      <p:to>
                                        <p:strVal val="visible"/>
                                      </p:to>
                                    </p:set>
                                    <p:anim calcmode="lin" valueType="num">
                                      <p:cBhvr>
                                        <p:cTn id="7" dur="500" fill="hold"/>
                                        <p:tgtEl>
                                          <p:spTgt spid="11"/>
                                        </p:tgtEl>
                                        <p:attrNameLst>
                                          <p:attrName>ppt_w</p:attrName>
                                        </p:attrNameLst>
                                      </p:cBhvr>
                                      <p:tavLst>
                                        <p:tav tm="0">
                                          <p:val>
                                            <p:fltVal val="0"/>
                                          </p:val>
                                        </p:tav>
                                        <p:tav tm="100000">
                                          <p:val>
                                            <p:strVal val="#ppt_w"/>
                                          </p:val>
                                        </p:tav>
                                      </p:tavLst>
                                    </p:anim>
                                    <p:anim calcmode="lin" valueType="num">
                                      <p:cBhvr>
                                        <p:cTn id="8" dur="500" fill="hold"/>
                                        <p:tgtEl>
                                          <p:spTgt spid="11"/>
                                        </p:tgtEl>
                                        <p:attrNameLst>
                                          <p:attrName>ppt_h</p:attrName>
                                        </p:attrNameLst>
                                      </p:cBhvr>
                                      <p:tavLst>
                                        <p:tav tm="0">
                                          <p:val>
                                            <p:fltVal val="0"/>
                                          </p:val>
                                        </p:tav>
                                        <p:tav tm="100000">
                                          <p:val>
                                            <p:strVal val="#ppt_h"/>
                                          </p:val>
                                        </p:tav>
                                      </p:tavLst>
                                    </p:anim>
                                    <p:anim calcmode="lin" valueType="num">
                                      <p:cBhvr>
                                        <p:cTn id="9" dur="500" fill="hold"/>
                                        <p:tgtEl>
                                          <p:spTgt spid="11"/>
                                        </p:tgtEl>
                                        <p:attrNameLst>
                                          <p:attrName>style.rotation</p:attrName>
                                        </p:attrNameLst>
                                      </p:cBhvr>
                                      <p:tavLst>
                                        <p:tav tm="0">
                                          <p:val>
                                            <p:fltVal val="360"/>
                                          </p:val>
                                        </p:tav>
                                        <p:tav tm="100000">
                                          <p:val>
                                            <p:fltVal val="0"/>
                                          </p:val>
                                        </p:tav>
                                      </p:tavLst>
                                    </p:anim>
                                    <p:animEffect transition="in" filter="fade">
                                      <p:cBhvr>
                                        <p:cTn id="10" dur="500"/>
                                        <p:tgtEl>
                                          <p:spTgt spid="11"/>
                                        </p:tgtEl>
                                      </p:cBhvr>
                                    </p:animEffect>
                                  </p:childTnLst>
                                </p:cTn>
                              </p:par>
                            </p:childTnLst>
                          </p:cTn>
                        </p:par>
                        <p:par>
                          <p:cTn id="11" fill="hold">
                            <p:stCondLst>
                              <p:cond delay="500"/>
                            </p:stCondLst>
                            <p:childTnLst>
                              <p:par>
                                <p:cTn id="12" presetID="1" presetClass="entr" presetSubtype="0" fill="hold" grpId="0" nodeType="afterEffect">
                                  <p:stCondLst>
                                    <p:cond delay="0"/>
                                  </p:stCondLst>
                                  <p:iterate type="lt">
                                    <p:tmAbs val="100"/>
                                  </p:iterate>
                                  <p:childTnLst>
                                    <p:set>
                                      <p:cBhvr>
                                        <p:cTn id="13" dur="1" fill="hold">
                                          <p:stCondLst>
                                            <p:cond delay="0"/>
                                          </p:stCondLst>
                                        </p:cTn>
                                        <p:tgtEl>
                                          <p:spTgt spid="12"/>
                                        </p:tgtEl>
                                        <p:attrNameLst>
                                          <p:attrName>style.visibility</p:attrName>
                                        </p:attrNameLst>
                                      </p:cBhvr>
                                      <p:to>
                                        <p:strVal val="visible"/>
                                      </p:to>
                                    </p:set>
                                  </p:childTnLst>
                                </p:cTn>
                              </p:par>
                            </p:childTnLst>
                          </p:cTn>
                        </p:par>
                      </p:childTnLst>
                    </p:cTn>
                  </p:par>
                  <p:par>
                    <p:cTn id="14" fill="hold">
                      <p:stCondLst>
                        <p:cond delay="indefinite"/>
                      </p:stCondLst>
                      <p:childTnLst>
                        <p:par>
                          <p:cTn id="15" fill="hold">
                            <p:stCondLst>
                              <p:cond delay="0"/>
                            </p:stCondLst>
                            <p:childTnLst>
                              <p:par>
                                <p:cTn id="16" presetID="49" presetClass="entr" presetSubtype="0" decel="100000" fill="hold" grpId="0" nodeType="clickEffect">
                                  <p:stCondLst>
                                    <p:cond delay="0"/>
                                  </p:stCondLst>
                                  <p:childTnLst>
                                    <p:set>
                                      <p:cBhvr>
                                        <p:cTn id="17" dur="1" fill="hold">
                                          <p:stCondLst>
                                            <p:cond delay="0"/>
                                          </p:stCondLst>
                                        </p:cTn>
                                        <p:tgtEl>
                                          <p:spTgt spid="13"/>
                                        </p:tgtEl>
                                        <p:attrNameLst>
                                          <p:attrName>style.visibility</p:attrName>
                                        </p:attrNameLst>
                                      </p:cBhvr>
                                      <p:to>
                                        <p:strVal val="visible"/>
                                      </p:to>
                                    </p:set>
                                    <p:anim calcmode="lin" valueType="num">
                                      <p:cBhvr>
                                        <p:cTn id="18" dur="500" fill="hold"/>
                                        <p:tgtEl>
                                          <p:spTgt spid="13"/>
                                        </p:tgtEl>
                                        <p:attrNameLst>
                                          <p:attrName>ppt_w</p:attrName>
                                        </p:attrNameLst>
                                      </p:cBhvr>
                                      <p:tavLst>
                                        <p:tav tm="0">
                                          <p:val>
                                            <p:fltVal val="0"/>
                                          </p:val>
                                        </p:tav>
                                        <p:tav tm="100000">
                                          <p:val>
                                            <p:strVal val="#ppt_w"/>
                                          </p:val>
                                        </p:tav>
                                      </p:tavLst>
                                    </p:anim>
                                    <p:anim calcmode="lin" valueType="num">
                                      <p:cBhvr>
                                        <p:cTn id="19" dur="500" fill="hold"/>
                                        <p:tgtEl>
                                          <p:spTgt spid="13"/>
                                        </p:tgtEl>
                                        <p:attrNameLst>
                                          <p:attrName>ppt_h</p:attrName>
                                        </p:attrNameLst>
                                      </p:cBhvr>
                                      <p:tavLst>
                                        <p:tav tm="0">
                                          <p:val>
                                            <p:fltVal val="0"/>
                                          </p:val>
                                        </p:tav>
                                        <p:tav tm="100000">
                                          <p:val>
                                            <p:strVal val="#ppt_h"/>
                                          </p:val>
                                        </p:tav>
                                      </p:tavLst>
                                    </p:anim>
                                    <p:anim calcmode="lin" valueType="num">
                                      <p:cBhvr>
                                        <p:cTn id="20" dur="500" fill="hold"/>
                                        <p:tgtEl>
                                          <p:spTgt spid="13"/>
                                        </p:tgtEl>
                                        <p:attrNameLst>
                                          <p:attrName>style.rotation</p:attrName>
                                        </p:attrNameLst>
                                      </p:cBhvr>
                                      <p:tavLst>
                                        <p:tav tm="0">
                                          <p:val>
                                            <p:fltVal val="360"/>
                                          </p:val>
                                        </p:tav>
                                        <p:tav tm="100000">
                                          <p:val>
                                            <p:fltVal val="0"/>
                                          </p:val>
                                        </p:tav>
                                      </p:tavLst>
                                    </p:anim>
                                    <p:animEffect transition="in" filter="fade">
                                      <p:cBhvr>
                                        <p:cTn id="21" dur="500"/>
                                        <p:tgtEl>
                                          <p:spTgt spid="13"/>
                                        </p:tgtEl>
                                      </p:cBhvr>
                                    </p:animEffect>
                                  </p:childTnLst>
                                </p:cTn>
                              </p:par>
                            </p:childTnLst>
                          </p:cTn>
                        </p:par>
                        <p:par>
                          <p:cTn id="22" fill="hold">
                            <p:stCondLst>
                              <p:cond delay="500"/>
                            </p:stCondLst>
                            <p:childTnLst>
                              <p:par>
                                <p:cTn id="23" presetID="1" presetClass="entr" presetSubtype="0" fill="hold" grpId="0" nodeType="afterEffect">
                                  <p:stCondLst>
                                    <p:cond delay="0"/>
                                  </p:stCondLst>
                                  <p:iterate type="lt">
                                    <p:tmAbs val="100"/>
                                  </p:iterate>
                                  <p:childTnLst>
                                    <p:set>
                                      <p:cBhvr>
                                        <p:cTn id="24" dur="1" fill="hold">
                                          <p:stCondLst>
                                            <p:cond delay="0"/>
                                          </p:stCondLst>
                                        </p:cTn>
                                        <p:tgtEl>
                                          <p:spTgt spid="14"/>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1" grpId="0" animBg="1"/>
      <p:bldP spid="12" grpId="0"/>
      <p:bldP spid="13" grpId="0" animBg="1"/>
      <p:bldP spid="14" grpId="0"/>
    </p:bldLst>
  </p:timing>
</p:sld>
</file>

<file path=ppt/slides/slide36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4" name="组合 3">
            <a:extLst>
              <a:ext uri="{FF2B5EF4-FFF2-40B4-BE49-F238E27FC236}">
                <a16:creationId xmlns:a16="http://schemas.microsoft.com/office/drawing/2014/main" id="{9A1EA9F2-FCB6-48C3-935F-7AE7E3AD14AC}"/>
              </a:ext>
            </a:extLst>
          </p:cNvPr>
          <p:cNvGrpSpPr/>
          <p:nvPr/>
        </p:nvGrpSpPr>
        <p:grpSpPr>
          <a:xfrm>
            <a:off x="304800" y="749300"/>
            <a:ext cx="6192344" cy="400110"/>
            <a:chOff x="424117" y="898245"/>
            <a:chExt cx="6192344" cy="400110"/>
          </a:xfrm>
        </p:grpSpPr>
        <p:sp>
          <p:nvSpPr>
            <p:cNvPr id="2" name="平行四边形 1">
              <a:extLst>
                <a:ext uri="{FF2B5EF4-FFF2-40B4-BE49-F238E27FC236}">
                  <a16:creationId xmlns:a16="http://schemas.microsoft.com/office/drawing/2014/main" id="{1F5BAA3F-9845-4F89-A2DD-8222D3E4EDAC}"/>
                </a:ext>
              </a:extLst>
            </p:cNvPr>
            <p:cNvSpPr/>
            <p:nvPr/>
          </p:nvSpPr>
          <p:spPr>
            <a:xfrm>
              <a:off x="424117" y="898245"/>
              <a:ext cx="628306" cy="387090"/>
            </a:xfrm>
            <a:prstGeom prst="parallelogram">
              <a:avLst/>
            </a:prstGeom>
            <a:solidFill>
              <a:schemeClr val="accent3">
                <a:lumMod val="75000"/>
              </a:schemeClr>
            </a:solidFill>
            <a:ln>
              <a:solidFill>
                <a:schemeClr val="accent3">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CN" sz="2200" dirty="0">
                  <a:latin typeface="Impact" panose="020B0806030902050204" pitchFamily="34" charset="0"/>
                </a:rPr>
                <a:t>01</a:t>
              </a:r>
              <a:endParaRPr lang="zh-CN" altLang="en-US" sz="2200" dirty="0">
                <a:latin typeface="Impact" panose="020B0806030902050204" pitchFamily="34" charset="0"/>
              </a:endParaRPr>
            </a:p>
          </p:txBody>
        </p:sp>
        <p:sp>
          <p:nvSpPr>
            <p:cNvPr id="3" name="文本框 2">
              <a:extLst>
                <a:ext uri="{FF2B5EF4-FFF2-40B4-BE49-F238E27FC236}">
                  <a16:creationId xmlns:a16="http://schemas.microsoft.com/office/drawing/2014/main" id="{4D6BD736-A4D3-4F26-AFED-36E11F50F70B}"/>
                </a:ext>
              </a:extLst>
            </p:cNvPr>
            <p:cNvSpPr txBox="1"/>
            <p:nvPr/>
          </p:nvSpPr>
          <p:spPr>
            <a:xfrm>
              <a:off x="1052423" y="898245"/>
              <a:ext cx="5564038" cy="400110"/>
            </a:xfrm>
            <a:prstGeom prst="rect">
              <a:avLst/>
            </a:prstGeom>
            <a:noFill/>
          </p:spPr>
          <p:txBody>
            <a:bodyPr wrap="square" rtlCol="0">
              <a:spAutoFit/>
            </a:bodyPr>
            <a:lstStyle/>
            <a:p>
              <a:r>
                <a:rPr lang="zh-CN" altLang="en-US" sz="2000" b="1" dirty="0"/>
                <a:t>使用集线器的共享式以太网</a:t>
              </a:r>
              <a:endParaRPr lang="en-US" altLang="zh-CN" sz="2000" b="1" dirty="0"/>
            </a:p>
          </p:txBody>
        </p:sp>
      </p:grpSp>
      <p:sp>
        <p:nvSpPr>
          <p:cNvPr id="7" name="文本框 6">
            <a:extLst>
              <a:ext uri="{FF2B5EF4-FFF2-40B4-BE49-F238E27FC236}">
                <a16:creationId xmlns:a16="http://schemas.microsoft.com/office/drawing/2014/main" id="{892E2957-02DC-4BA6-B886-216598ACA824}"/>
              </a:ext>
            </a:extLst>
          </p:cNvPr>
          <p:cNvSpPr txBox="1"/>
          <p:nvPr/>
        </p:nvSpPr>
        <p:spPr>
          <a:xfrm>
            <a:off x="6818848" y="1300171"/>
            <a:ext cx="975798" cy="523220"/>
          </a:xfrm>
          <a:prstGeom prst="rect">
            <a:avLst/>
          </a:prstGeom>
          <a:noFill/>
        </p:spPr>
        <p:txBody>
          <a:bodyPr wrap="square" rtlCol="0">
            <a:spAutoFit/>
          </a:bodyPr>
          <a:lstStyle/>
          <a:p>
            <a:pPr algn="ctr"/>
            <a:r>
              <a:rPr lang="en-US" altLang="zh-CN" sz="2800" b="1" dirty="0">
                <a:solidFill>
                  <a:schemeClr val="accent1">
                    <a:lumMod val="75000"/>
                  </a:schemeClr>
                </a:solidFill>
                <a:latin typeface="Arial Black" panose="020B0A04020102020204" pitchFamily="34" charset="0"/>
              </a:rPr>
              <a:t>A</a:t>
            </a:r>
            <a:endParaRPr lang="zh-CN" altLang="en-US" sz="2800" b="1" dirty="0">
              <a:solidFill>
                <a:schemeClr val="accent1">
                  <a:lumMod val="75000"/>
                </a:schemeClr>
              </a:solidFill>
              <a:latin typeface="Arial Black" panose="020B0A04020102020204" pitchFamily="34" charset="0"/>
            </a:endParaRPr>
          </a:p>
        </p:txBody>
      </p:sp>
      <p:grpSp>
        <p:nvGrpSpPr>
          <p:cNvPr id="8" name="组合 7">
            <a:extLst>
              <a:ext uri="{FF2B5EF4-FFF2-40B4-BE49-F238E27FC236}">
                <a16:creationId xmlns:a16="http://schemas.microsoft.com/office/drawing/2014/main" id="{124E3933-4813-46D1-BE1B-BDD66EF56FEB}"/>
              </a:ext>
            </a:extLst>
          </p:cNvPr>
          <p:cNvGrpSpPr/>
          <p:nvPr/>
        </p:nvGrpSpPr>
        <p:grpSpPr>
          <a:xfrm>
            <a:off x="933106" y="1231991"/>
            <a:ext cx="10513339" cy="994017"/>
            <a:chOff x="933106" y="1231991"/>
            <a:chExt cx="10513339" cy="994017"/>
          </a:xfrm>
        </p:grpSpPr>
        <p:sp>
          <p:nvSpPr>
            <p:cNvPr id="80" name="íşlïḍè">
              <a:extLst>
                <a:ext uri="{FF2B5EF4-FFF2-40B4-BE49-F238E27FC236}">
                  <a16:creationId xmlns:a16="http://schemas.microsoft.com/office/drawing/2014/main" id="{667FD754-DAA6-4179-AE61-F0DA86843747}"/>
                </a:ext>
              </a:extLst>
            </p:cNvPr>
            <p:cNvSpPr txBox="1"/>
            <p:nvPr/>
          </p:nvSpPr>
          <p:spPr>
            <a:xfrm>
              <a:off x="933106" y="1231991"/>
              <a:ext cx="10513339" cy="659580"/>
            </a:xfrm>
            <a:prstGeom prst="rect">
              <a:avLst/>
            </a:prstGeom>
            <a:noFill/>
          </p:spPr>
          <p:txBody>
            <a:bodyPr wrap="square" lIns="91440" tIns="45720" rIns="91440" bIns="45720" anchor="ctr">
              <a:noAutofit/>
            </a:bodyPr>
            <a:lstStyle/>
            <a:p>
              <a:r>
                <a:rPr lang="en-US" altLang="zh-CN" b="1" dirty="0">
                  <a:latin typeface="Arial Narrow" panose="020B0606020202030204" pitchFamily="34" charset="0"/>
                </a:rPr>
                <a:t>【2019</a:t>
              </a:r>
              <a:r>
                <a:rPr lang="zh-CN" altLang="en-US" b="1" dirty="0">
                  <a:latin typeface="Arial Narrow" panose="020B0606020202030204" pitchFamily="34" charset="0"/>
                </a:rPr>
                <a:t>年 题</a:t>
              </a:r>
              <a:r>
                <a:rPr lang="en-US" altLang="zh-CN" b="1" dirty="0">
                  <a:latin typeface="Arial Narrow" panose="020B0606020202030204" pitchFamily="34" charset="0"/>
                </a:rPr>
                <a:t>34】100BaseT</a:t>
              </a:r>
              <a:r>
                <a:rPr lang="zh-CN" altLang="en-US" b="1" dirty="0">
                  <a:latin typeface="Arial Narrow" panose="020B0606020202030204" pitchFamily="34" charset="0"/>
                </a:rPr>
                <a:t>快速以太网使用的导向传输介质是（      ）。</a:t>
              </a:r>
            </a:p>
          </p:txBody>
        </p:sp>
        <p:sp>
          <p:nvSpPr>
            <p:cNvPr id="16" name="íşlïḍè">
              <a:extLst>
                <a:ext uri="{FF2B5EF4-FFF2-40B4-BE49-F238E27FC236}">
                  <a16:creationId xmlns:a16="http://schemas.microsoft.com/office/drawing/2014/main" id="{0ADA3CD1-F9B0-48F2-BCFE-E2490980E188}"/>
                </a:ext>
              </a:extLst>
            </p:cNvPr>
            <p:cNvSpPr txBox="1"/>
            <p:nvPr/>
          </p:nvSpPr>
          <p:spPr>
            <a:xfrm>
              <a:off x="2565068" y="1813191"/>
              <a:ext cx="1410879" cy="412817"/>
            </a:xfrm>
            <a:prstGeom prst="rect">
              <a:avLst/>
            </a:prstGeom>
            <a:noFill/>
          </p:spPr>
          <p:txBody>
            <a:bodyPr wrap="square" lIns="91440" tIns="45720" rIns="91440" bIns="45720" anchor="ctr">
              <a:noAutofit/>
            </a:bodyPr>
            <a:lstStyle/>
            <a:p>
              <a:r>
                <a:rPr lang="en-US" altLang="zh-CN" b="1" dirty="0">
                  <a:latin typeface="Arial Narrow" panose="020B0606020202030204" pitchFamily="34" charset="0"/>
                </a:rPr>
                <a:t>A. </a:t>
              </a:r>
              <a:r>
                <a:rPr lang="zh-CN" altLang="en-US" b="1" dirty="0">
                  <a:latin typeface="Arial Narrow" panose="020B0606020202030204" pitchFamily="34" charset="0"/>
                </a:rPr>
                <a:t>双绞线</a:t>
              </a:r>
            </a:p>
          </p:txBody>
        </p:sp>
        <p:sp>
          <p:nvSpPr>
            <p:cNvPr id="17" name="íşlïḍè">
              <a:extLst>
                <a:ext uri="{FF2B5EF4-FFF2-40B4-BE49-F238E27FC236}">
                  <a16:creationId xmlns:a16="http://schemas.microsoft.com/office/drawing/2014/main" id="{E216D6B2-4128-4631-A484-10E3F77D759C}"/>
                </a:ext>
              </a:extLst>
            </p:cNvPr>
            <p:cNvSpPr txBox="1"/>
            <p:nvPr/>
          </p:nvSpPr>
          <p:spPr>
            <a:xfrm>
              <a:off x="4780713" y="1813191"/>
              <a:ext cx="1410879" cy="412817"/>
            </a:xfrm>
            <a:prstGeom prst="rect">
              <a:avLst/>
            </a:prstGeom>
            <a:noFill/>
          </p:spPr>
          <p:txBody>
            <a:bodyPr wrap="square" lIns="91440" tIns="45720" rIns="91440" bIns="45720" anchor="ctr">
              <a:noAutofit/>
            </a:bodyPr>
            <a:lstStyle/>
            <a:p>
              <a:r>
                <a:rPr lang="en-US" altLang="zh-CN" b="1" dirty="0">
                  <a:latin typeface="Arial Narrow" panose="020B0606020202030204" pitchFamily="34" charset="0"/>
                </a:rPr>
                <a:t>B. </a:t>
              </a:r>
              <a:r>
                <a:rPr lang="zh-CN" altLang="en-US" b="1" dirty="0">
                  <a:latin typeface="Arial Narrow" panose="020B0606020202030204" pitchFamily="34" charset="0"/>
                </a:rPr>
                <a:t>单模光纤</a:t>
              </a:r>
            </a:p>
          </p:txBody>
        </p:sp>
        <p:sp>
          <p:nvSpPr>
            <p:cNvPr id="18" name="íşlïḍè">
              <a:extLst>
                <a:ext uri="{FF2B5EF4-FFF2-40B4-BE49-F238E27FC236}">
                  <a16:creationId xmlns:a16="http://schemas.microsoft.com/office/drawing/2014/main" id="{B63DE438-74EF-45FC-920A-F4546A40322F}"/>
                </a:ext>
              </a:extLst>
            </p:cNvPr>
            <p:cNvSpPr txBox="1"/>
            <p:nvPr/>
          </p:nvSpPr>
          <p:spPr>
            <a:xfrm>
              <a:off x="6996358" y="1813191"/>
              <a:ext cx="1410879" cy="412817"/>
            </a:xfrm>
            <a:prstGeom prst="rect">
              <a:avLst/>
            </a:prstGeom>
            <a:noFill/>
          </p:spPr>
          <p:txBody>
            <a:bodyPr wrap="square" lIns="91440" tIns="45720" rIns="91440" bIns="45720" anchor="ctr">
              <a:noAutofit/>
            </a:bodyPr>
            <a:lstStyle/>
            <a:p>
              <a:r>
                <a:rPr lang="en-US" altLang="zh-CN" b="1" dirty="0">
                  <a:latin typeface="Arial Narrow" panose="020B0606020202030204" pitchFamily="34" charset="0"/>
                </a:rPr>
                <a:t>C. </a:t>
              </a:r>
              <a:r>
                <a:rPr lang="zh-CN" altLang="en-US" b="1" dirty="0">
                  <a:latin typeface="Arial Narrow" panose="020B0606020202030204" pitchFamily="34" charset="0"/>
                </a:rPr>
                <a:t>多模光纤</a:t>
              </a:r>
            </a:p>
          </p:txBody>
        </p:sp>
        <p:sp>
          <p:nvSpPr>
            <p:cNvPr id="19" name="íşlïḍè">
              <a:extLst>
                <a:ext uri="{FF2B5EF4-FFF2-40B4-BE49-F238E27FC236}">
                  <a16:creationId xmlns:a16="http://schemas.microsoft.com/office/drawing/2014/main" id="{CE0B30F8-9021-425B-AB29-67B79565367B}"/>
                </a:ext>
              </a:extLst>
            </p:cNvPr>
            <p:cNvSpPr txBox="1"/>
            <p:nvPr/>
          </p:nvSpPr>
          <p:spPr>
            <a:xfrm>
              <a:off x="9212003" y="1813191"/>
              <a:ext cx="1410879" cy="412817"/>
            </a:xfrm>
            <a:prstGeom prst="rect">
              <a:avLst/>
            </a:prstGeom>
            <a:noFill/>
          </p:spPr>
          <p:txBody>
            <a:bodyPr wrap="square" lIns="91440" tIns="45720" rIns="91440" bIns="45720" anchor="ctr">
              <a:noAutofit/>
            </a:bodyPr>
            <a:lstStyle/>
            <a:p>
              <a:r>
                <a:rPr lang="en-US" altLang="zh-CN" b="1" dirty="0">
                  <a:latin typeface="Arial Narrow" panose="020B0606020202030204" pitchFamily="34" charset="0"/>
                </a:rPr>
                <a:t>D. </a:t>
              </a:r>
              <a:r>
                <a:rPr lang="zh-CN" altLang="en-US" b="1" dirty="0">
                  <a:latin typeface="Arial Narrow" panose="020B0606020202030204" pitchFamily="34" charset="0"/>
                </a:rPr>
                <a:t>同轴电缆</a:t>
              </a:r>
            </a:p>
          </p:txBody>
        </p:sp>
      </p:grpSp>
      <p:grpSp>
        <p:nvGrpSpPr>
          <p:cNvPr id="20" name="组合 19">
            <a:extLst>
              <a:ext uri="{FF2B5EF4-FFF2-40B4-BE49-F238E27FC236}">
                <a16:creationId xmlns:a16="http://schemas.microsoft.com/office/drawing/2014/main" id="{DFE267F8-056F-4A7B-9290-44E690BB9AD3}"/>
              </a:ext>
            </a:extLst>
          </p:cNvPr>
          <p:cNvGrpSpPr/>
          <p:nvPr/>
        </p:nvGrpSpPr>
        <p:grpSpPr>
          <a:xfrm>
            <a:off x="1169259" y="2383677"/>
            <a:ext cx="8579955" cy="3060724"/>
            <a:chOff x="1169259" y="2383677"/>
            <a:chExt cx="8579955" cy="3060724"/>
          </a:xfrm>
        </p:grpSpPr>
        <p:grpSp>
          <p:nvGrpSpPr>
            <p:cNvPr id="15" name="组合 14">
              <a:extLst>
                <a:ext uri="{FF2B5EF4-FFF2-40B4-BE49-F238E27FC236}">
                  <a16:creationId xmlns:a16="http://schemas.microsoft.com/office/drawing/2014/main" id="{2C7ECD65-9E10-4DDD-9DB8-1307518736D4}"/>
                </a:ext>
              </a:extLst>
            </p:cNvPr>
            <p:cNvGrpSpPr/>
            <p:nvPr/>
          </p:nvGrpSpPr>
          <p:grpSpPr>
            <a:xfrm>
              <a:off x="3000587" y="2912801"/>
              <a:ext cx="6748627" cy="2531600"/>
              <a:chOff x="3000587" y="2912801"/>
              <a:chExt cx="6748627" cy="2531600"/>
            </a:xfrm>
          </p:grpSpPr>
          <p:sp>
            <p:nvSpPr>
              <p:cNvPr id="5" name="文本框 4">
                <a:extLst>
                  <a:ext uri="{FF2B5EF4-FFF2-40B4-BE49-F238E27FC236}">
                    <a16:creationId xmlns:a16="http://schemas.microsoft.com/office/drawing/2014/main" id="{4A0CB68B-F19F-4216-9F7D-DF0CDD938738}"/>
                  </a:ext>
                </a:extLst>
              </p:cNvPr>
              <p:cNvSpPr txBox="1"/>
              <p:nvPr/>
            </p:nvSpPr>
            <p:spPr>
              <a:xfrm>
                <a:off x="4453587" y="3824658"/>
                <a:ext cx="3302366" cy="707886"/>
              </a:xfrm>
              <a:prstGeom prst="rect">
                <a:avLst/>
              </a:prstGeom>
              <a:noFill/>
            </p:spPr>
            <p:txBody>
              <a:bodyPr wrap="square" rtlCol="0">
                <a:spAutoFit/>
              </a:bodyPr>
              <a:lstStyle/>
              <a:p>
                <a:pPr algn="ctr"/>
                <a:r>
                  <a:rPr lang="en-US" altLang="zh-CN" sz="4000" spc="300" dirty="0">
                    <a:solidFill>
                      <a:schemeClr val="accent3"/>
                    </a:solidFill>
                    <a:latin typeface="Arial Black" panose="020B0A04020102020204" pitchFamily="34" charset="0"/>
                  </a:rPr>
                  <a:t>100</a:t>
                </a:r>
                <a:r>
                  <a:rPr lang="en-US" altLang="zh-CN" sz="4000" spc="300" dirty="0">
                    <a:solidFill>
                      <a:schemeClr val="accent4"/>
                    </a:solidFill>
                    <a:latin typeface="Arial Black" panose="020B0A04020102020204" pitchFamily="34" charset="0"/>
                  </a:rPr>
                  <a:t>Base</a:t>
                </a:r>
                <a:r>
                  <a:rPr lang="en-US" altLang="zh-CN" sz="4000" spc="300" dirty="0">
                    <a:solidFill>
                      <a:schemeClr val="accent5"/>
                    </a:solidFill>
                    <a:latin typeface="Arial Black" panose="020B0A04020102020204" pitchFamily="34" charset="0"/>
                  </a:rPr>
                  <a:t>T</a:t>
                </a:r>
                <a:endParaRPr lang="zh-CN" altLang="en-US" sz="4000" spc="300" dirty="0">
                  <a:solidFill>
                    <a:schemeClr val="accent5"/>
                  </a:solidFill>
                  <a:latin typeface="Arial Black" panose="020B0A04020102020204" pitchFamily="34" charset="0"/>
                </a:endParaRPr>
              </a:p>
            </p:txBody>
          </p:sp>
          <p:sp>
            <p:nvSpPr>
              <p:cNvPr id="6" name="对话气泡: 圆角矩形 5">
                <a:extLst>
                  <a:ext uri="{FF2B5EF4-FFF2-40B4-BE49-F238E27FC236}">
                    <a16:creationId xmlns:a16="http://schemas.microsoft.com/office/drawing/2014/main" id="{54927A3A-B343-441B-8027-F8F1F4B4B662}"/>
                  </a:ext>
                </a:extLst>
              </p:cNvPr>
              <p:cNvSpPr/>
              <p:nvPr/>
            </p:nvSpPr>
            <p:spPr>
              <a:xfrm>
                <a:off x="3000587" y="4799716"/>
                <a:ext cx="2262146" cy="644685"/>
              </a:xfrm>
              <a:prstGeom prst="wedgeRoundRectCallout">
                <a:avLst>
                  <a:gd name="adj1" fmla="val 36505"/>
                  <a:gd name="adj2" fmla="val -106888"/>
                  <a:gd name="adj3" fmla="val 16667"/>
                </a:avLst>
              </a:prstGeom>
            </p:spPr>
            <p:style>
              <a:lnRef idx="2">
                <a:schemeClr val="accent3">
                  <a:shade val="50000"/>
                </a:schemeClr>
              </a:lnRef>
              <a:fillRef idx="1">
                <a:schemeClr val="accent3"/>
              </a:fillRef>
              <a:effectRef idx="0">
                <a:schemeClr val="accent3"/>
              </a:effectRef>
              <a:fontRef idx="minor">
                <a:schemeClr val="lt1"/>
              </a:fontRef>
            </p:style>
            <p:txBody>
              <a:bodyPr rtlCol="0" anchor="ctr"/>
              <a:lstStyle/>
              <a:p>
                <a:pPr algn="ctr"/>
                <a:r>
                  <a:rPr lang="zh-CN" altLang="en-US" b="1" dirty="0">
                    <a:latin typeface="Arial Narrow" panose="020B0606020202030204" pitchFamily="34" charset="0"/>
                  </a:rPr>
                  <a:t>传输速率为</a:t>
                </a:r>
                <a:r>
                  <a:rPr lang="en-US" altLang="zh-CN" b="1" dirty="0">
                    <a:latin typeface="Arial Narrow" panose="020B0606020202030204" pitchFamily="34" charset="0"/>
                  </a:rPr>
                  <a:t>100Mb/s</a:t>
                </a:r>
                <a:endParaRPr lang="zh-CN" altLang="en-US" b="1" dirty="0">
                  <a:latin typeface="Arial Narrow" panose="020B0606020202030204" pitchFamily="34" charset="0"/>
                </a:endParaRPr>
              </a:p>
            </p:txBody>
          </p:sp>
          <p:sp>
            <p:nvSpPr>
              <p:cNvPr id="9" name="对话气泡: 圆角矩形 8">
                <a:extLst>
                  <a:ext uri="{FF2B5EF4-FFF2-40B4-BE49-F238E27FC236}">
                    <a16:creationId xmlns:a16="http://schemas.microsoft.com/office/drawing/2014/main" id="{97DFA2A3-EB1C-4F2B-B52E-7445F652F969}"/>
                  </a:ext>
                </a:extLst>
              </p:cNvPr>
              <p:cNvSpPr/>
              <p:nvPr/>
            </p:nvSpPr>
            <p:spPr>
              <a:xfrm>
                <a:off x="4063267" y="2912801"/>
                <a:ext cx="2626983" cy="644685"/>
              </a:xfrm>
              <a:prstGeom prst="wedgeRoundRectCallout">
                <a:avLst>
                  <a:gd name="adj1" fmla="val 28668"/>
                  <a:gd name="adj2" fmla="val 103316"/>
                  <a:gd name="adj3" fmla="val 16667"/>
                </a:avLst>
              </a:prstGeom>
            </p:spPr>
            <p:style>
              <a:lnRef idx="2">
                <a:schemeClr val="accent4">
                  <a:shade val="50000"/>
                </a:schemeClr>
              </a:lnRef>
              <a:fillRef idx="1">
                <a:schemeClr val="accent4"/>
              </a:fillRef>
              <a:effectRef idx="0">
                <a:schemeClr val="accent4"/>
              </a:effectRef>
              <a:fontRef idx="minor">
                <a:schemeClr val="lt1"/>
              </a:fontRef>
            </p:style>
            <p:txBody>
              <a:bodyPr rtlCol="0" anchor="ctr"/>
              <a:lstStyle/>
              <a:p>
                <a:pPr algn="ctr"/>
                <a:r>
                  <a:rPr lang="zh-CN" altLang="en-US" b="1" dirty="0">
                    <a:latin typeface="Arial Narrow" panose="020B0606020202030204" pitchFamily="34" charset="0"/>
                  </a:rPr>
                  <a:t>采用基带信号进行传输</a:t>
                </a:r>
              </a:p>
            </p:txBody>
          </p:sp>
          <p:sp>
            <p:nvSpPr>
              <p:cNvPr id="10" name="对话气泡: 圆角矩形 9">
                <a:extLst>
                  <a:ext uri="{FF2B5EF4-FFF2-40B4-BE49-F238E27FC236}">
                    <a16:creationId xmlns:a16="http://schemas.microsoft.com/office/drawing/2014/main" id="{0CBCB4DA-F6C6-4F96-88F7-CE5194AC758D}"/>
                  </a:ext>
                </a:extLst>
              </p:cNvPr>
              <p:cNvSpPr/>
              <p:nvPr/>
            </p:nvSpPr>
            <p:spPr>
              <a:xfrm>
                <a:off x="6929269" y="4799715"/>
                <a:ext cx="2819945" cy="644685"/>
              </a:xfrm>
              <a:prstGeom prst="wedgeRoundRectCallout">
                <a:avLst>
                  <a:gd name="adj1" fmla="val -33750"/>
                  <a:gd name="adj2" fmla="val -116072"/>
                  <a:gd name="adj3" fmla="val 16667"/>
                </a:avLst>
              </a:prstGeom>
            </p:spPr>
            <p:style>
              <a:lnRef idx="2">
                <a:schemeClr val="accent5">
                  <a:shade val="50000"/>
                </a:schemeClr>
              </a:lnRef>
              <a:fillRef idx="1">
                <a:schemeClr val="accent5"/>
              </a:fillRef>
              <a:effectRef idx="0">
                <a:schemeClr val="accent5"/>
              </a:effectRef>
              <a:fontRef idx="minor">
                <a:schemeClr val="lt1"/>
              </a:fontRef>
            </p:style>
            <p:txBody>
              <a:bodyPr rtlCol="0" anchor="ctr"/>
              <a:lstStyle/>
              <a:p>
                <a:pPr algn="ctr"/>
                <a:r>
                  <a:rPr lang="zh-CN" altLang="en-US" b="1" dirty="0">
                    <a:latin typeface="Arial Narrow" panose="020B0606020202030204" pitchFamily="34" charset="0"/>
                  </a:rPr>
                  <a:t>采用双绞线作为传输介质</a:t>
                </a:r>
              </a:p>
            </p:txBody>
          </p:sp>
        </p:grpSp>
        <p:sp>
          <p:nvSpPr>
            <p:cNvPr id="21" name="íşlïḍè">
              <a:extLst>
                <a:ext uri="{FF2B5EF4-FFF2-40B4-BE49-F238E27FC236}">
                  <a16:creationId xmlns:a16="http://schemas.microsoft.com/office/drawing/2014/main" id="{13D05E54-D760-46FB-8292-0E434DFD99C1}"/>
                </a:ext>
              </a:extLst>
            </p:cNvPr>
            <p:cNvSpPr txBox="1"/>
            <p:nvPr/>
          </p:nvSpPr>
          <p:spPr>
            <a:xfrm>
              <a:off x="1169259" y="2383677"/>
              <a:ext cx="1410879" cy="412817"/>
            </a:xfrm>
            <a:prstGeom prst="rect">
              <a:avLst/>
            </a:prstGeom>
            <a:noFill/>
          </p:spPr>
          <p:txBody>
            <a:bodyPr wrap="square" lIns="91440" tIns="45720" rIns="91440" bIns="45720" anchor="ctr">
              <a:noAutofit/>
            </a:bodyPr>
            <a:lstStyle/>
            <a:p>
              <a:r>
                <a:rPr lang="zh-CN" altLang="en-US" b="1" dirty="0">
                  <a:latin typeface="Arial Narrow" panose="020B0606020202030204" pitchFamily="34" charset="0"/>
                </a:rPr>
                <a:t>解析</a:t>
              </a:r>
            </a:p>
          </p:txBody>
        </p:sp>
      </p:grpSp>
    </p:spTree>
    <p:custDataLst>
      <p:tags r:id="rId1"/>
    </p:custDataLst>
    <p:extLst>
      <p:ext uri="{BB962C8B-B14F-4D97-AF65-F5344CB8AC3E}">
        <p14:creationId xmlns:p14="http://schemas.microsoft.com/office/powerpoint/2010/main" val="657026689"/>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30" presetClass="entr" presetSubtype="0" fill="hold" nodeType="withEffect">
                                  <p:stCondLst>
                                    <p:cond delay="0"/>
                                  </p:stCondLst>
                                  <p:childTnLst>
                                    <p:set>
                                      <p:cBhvr>
                                        <p:cTn id="6" dur="1" fill="hold">
                                          <p:stCondLst>
                                            <p:cond delay="0"/>
                                          </p:stCondLst>
                                        </p:cTn>
                                        <p:tgtEl>
                                          <p:spTgt spid="8"/>
                                        </p:tgtEl>
                                        <p:attrNameLst>
                                          <p:attrName>style.visibility</p:attrName>
                                        </p:attrNameLst>
                                      </p:cBhvr>
                                      <p:to>
                                        <p:strVal val="visible"/>
                                      </p:to>
                                    </p:set>
                                    <p:animEffect transition="in" filter="fade">
                                      <p:cBhvr>
                                        <p:cTn id="7" dur="800" decel="100000"/>
                                        <p:tgtEl>
                                          <p:spTgt spid="8"/>
                                        </p:tgtEl>
                                      </p:cBhvr>
                                    </p:animEffect>
                                    <p:anim calcmode="lin" valueType="num">
                                      <p:cBhvr>
                                        <p:cTn id="8" dur="800" decel="100000" fill="hold"/>
                                        <p:tgtEl>
                                          <p:spTgt spid="8"/>
                                        </p:tgtEl>
                                        <p:attrNameLst>
                                          <p:attrName>style.rotation</p:attrName>
                                        </p:attrNameLst>
                                      </p:cBhvr>
                                      <p:tavLst>
                                        <p:tav tm="0">
                                          <p:val>
                                            <p:fltVal val="-90"/>
                                          </p:val>
                                        </p:tav>
                                        <p:tav tm="100000">
                                          <p:val>
                                            <p:fltVal val="0"/>
                                          </p:val>
                                        </p:tav>
                                      </p:tavLst>
                                    </p:anim>
                                    <p:anim calcmode="lin" valueType="num">
                                      <p:cBhvr>
                                        <p:cTn id="9" dur="800" decel="100000" fill="hold"/>
                                        <p:tgtEl>
                                          <p:spTgt spid="8"/>
                                        </p:tgtEl>
                                        <p:attrNameLst>
                                          <p:attrName>ppt_x</p:attrName>
                                        </p:attrNameLst>
                                      </p:cBhvr>
                                      <p:tavLst>
                                        <p:tav tm="0">
                                          <p:val>
                                            <p:strVal val="#ppt_x+0.4"/>
                                          </p:val>
                                        </p:tav>
                                        <p:tav tm="100000">
                                          <p:val>
                                            <p:strVal val="#ppt_x-0.05"/>
                                          </p:val>
                                        </p:tav>
                                      </p:tavLst>
                                    </p:anim>
                                    <p:anim calcmode="lin" valueType="num">
                                      <p:cBhvr>
                                        <p:cTn id="10" dur="800" decel="100000" fill="hold"/>
                                        <p:tgtEl>
                                          <p:spTgt spid="8"/>
                                        </p:tgtEl>
                                        <p:attrNameLst>
                                          <p:attrName>ppt_y</p:attrName>
                                        </p:attrNameLst>
                                      </p:cBhvr>
                                      <p:tavLst>
                                        <p:tav tm="0">
                                          <p:val>
                                            <p:strVal val="#ppt_y-0.4"/>
                                          </p:val>
                                        </p:tav>
                                        <p:tav tm="100000">
                                          <p:val>
                                            <p:strVal val="#ppt_y+0.1"/>
                                          </p:val>
                                        </p:tav>
                                      </p:tavLst>
                                    </p:anim>
                                    <p:anim calcmode="lin" valueType="num">
                                      <p:cBhvr>
                                        <p:cTn id="11" dur="200" accel="100000" fill="hold">
                                          <p:stCondLst>
                                            <p:cond delay="800"/>
                                          </p:stCondLst>
                                        </p:cTn>
                                        <p:tgtEl>
                                          <p:spTgt spid="8"/>
                                        </p:tgtEl>
                                        <p:attrNameLst>
                                          <p:attrName>ppt_x</p:attrName>
                                        </p:attrNameLst>
                                      </p:cBhvr>
                                      <p:tavLst>
                                        <p:tav tm="0">
                                          <p:val>
                                            <p:strVal val="#ppt_x-0.05"/>
                                          </p:val>
                                        </p:tav>
                                        <p:tav tm="100000">
                                          <p:val>
                                            <p:strVal val="#ppt_x"/>
                                          </p:val>
                                        </p:tav>
                                      </p:tavLst>
                                    </p:anim>
                                    <p:anim calcmode="lin" valueType="num">
                                      <p:cBhvr>
                                        <p:cTn id="12" dur="200" accel="100000" fill="hold">
                                          <p:stCondLst>
                                            <p:cond delay="800"/>
                                          </p:stCondLst>
                                        </p:cTn>
                                        <p:tgtEl>
                                          <p:spTgt spid="8"/>
                                        </p:tgtEl>
                                        <p:attrNameLst>
                                          <p:attrName>ppt_y</p:attrName>
                                        </p:attrNameLst>
                                      </p:cBhvr>
                                      <p:tavLst>
                                        <p:tav tm="0">
                                          <p:val>
                                            <p:strVal val="#ppt_y+0.1"/>
                                          </p:val>
                                        </p:tav>
                                        <p:tav tm="100000">
                                          <p:val>
                                            <p:strVal val="#ppt_y"/>
                                          </p:val>
                                        </p:tav>
                                      </p:tavLst>
                                    </p:anim>
                                  </p:childTnLst>
                                </p:cTn>
                              </p:par>
                            </p:childTnLst>
                          </p:cTn>
                        </p:par>
                      </p:childTnLst>
                    </p:cTn>
                  </p:par>
                  <p:par>
                    <p:cTn id="13" fill="hold">
                      <p:stCondLst>
                        <p:cond delay="indefinite"/>
                      </p:stCondLst>
                      <p:childTnLst>
                        <p:par>
                          <p:cTn id="14" fill="hold">
                            <p:stCondLst>
                              <p:cond delay="0"/>
                            </p:stCondLst>
                            <p:childTnLst>
                              <p:par>
                                <p:cTn id="15" presetID="30" presetClass="entr" presetSubtype="0" fill="hold" grpId="0" nodeType="clickEffect">
                                  <p:stCondLst>
                                    <p:cond delay="0"/>
                                  </p:stCondLst>
                                  <p:childTnLst>
                                    <p:set>
                                      <p:cBhvr>
                                        <p:cTn id="16" dur="1" fill="hold">
                                          <p:stCondLst>
                                            <p:cond delay="0"/>
                                          </p:stCondLst>
                                        </p:cTn>
                                        <p:tgtEl>
                                          <p:spTgt spid="7"/>
                                        </p:tgtEl>
                                        <p:attrNameLst>
                                          <p:attrName>style.visibility</p:attrName>
                                        </p:attrNameLst>
                                      </p:cBhvr>
                                      <p:to>
                                        <p:strVal val="visible"/>
                                      </p:to>
                                    </p:set>
                                    <p:animEffect transition="in" filter="fade">
                                      <p:cBhvr>
                                        <p:cTn id="17" dur="800" decel="100000"/>
                                        <p:tgtEl>
                                          <p:spTgt spid="7"/>
                                        </p:tgtEl>
                                      </p:cBhvr>
                                    </p:animEffect>
                                    <p:anim calcmode="lin" valueType="num">
                                      <p:cBhvr>
                                        <p:cTn id="18" dur="800" decel="100000" fill="hold"/>
                                        <p:tgtEl>
                                          <p:spTgt spid="7"/>
                                        </p:tgtEl>
                                        <p:attrNameLst>
                                          <p:attrName>style.rotation</p:attrName>
                                        </p:attrNameLst>
                                      </p:cBhvr>
                                      <p:tavLst>
                                        <p:tav tm="0">
                                          <p:val>
                                            <p:fltVal val="-90"/>
                                          </p:val>
                                        </p:tav>
                                        <p:tav tm="100000">
                                          <p:val>
                                            <p:fltVal val="0"/>
                                          </p:val>
                                        </p:tav>
                                      </p:tavLst>
                                    </p:anim>
                                    <p:anim calcmode="lin" valueType="num">
                                      <p:cBhvr>
                                        <p:cTn id="19" dur="800" decel="100000" fill="hold"/>
                                        <p:tgtEl>
                                          <p:spTgt spid="7"/>
                                        </p:tgtEl>
                                        <p:attrNameLst>
                                          <p:attrName>ppt_x</p:attrName>
                                        </p:attrNameLst>
                                      </p:cBhvr>
                                      <p:tavLst>
                                        <p:tav tm="0">
                                          <p:val>
                                            <p:strVal val="#ppt_x+0.4"/>
                                          </p:val>
                                        </p:tav>
                                        <p:tav tm="100000">
                                          <p:val>
                                            <p:strVal val="#ppt_x-0.05"/>
                                          </p:val>
                                        </p:tav>
                                      </p:tavLst>
                                    </p:anim>
                                    <p:anim calcmode="lin" valueType="num">
                                      <p:cBhvr>
                                        <p:cTn id="20" dur="800" decel="100000" fill="hold"/>
                                        <p:tgtEl>
                                          <p:spTgt spid="7"/>
                                        </p:tgtEl>
                                        <p:attrNameLst>
                                          <p:attrName>ppt_y</p:attrName>
                                        </p:attrNameLst>
                                      </p:cBhvr>
                                      <p:tavLst>
                                        <p:tav tm="0">
                                          <p:val>
                                            <p:strVal val="#ppt_y-0.4"/>
                                          </p:val>
                                        </p:tav>
                                        <p:tav tm="100000">
                                          <p:val>
                                            <p:strVal val="#ppt_y+0.1"/>
                                          </p:val>
                                        </p:tav>
                                      </p:tavLst>
                                    </p:anim>
                                    <p:anim calcmode="lin" valueType="num">
                                      <p:cBhvr>
                                        <p:cTn id="21" dur="200" accel="100000" fill="hold">
                                          <p:stCondLst>
                                            <p:cond delay="800"/>
                                          </p:stCondLst>
                                        </p:cTn>
                                        <p:tgtEl>
                                          <p:spTgt spid="7"/>
                                        </p:tgtEl>
                                        <p:attrNameLst>
                                          <p:attrName>ppt_x</p:attrName>
                                        </p:attrNameLst>
                                      </p:cBhvr>
                                      <p:tavLst>
                                        <p:tav tm="0">
                                          <p:val>
                                            <p:strVal val="#ppt_x-0.05"/>
                                          </p:val>
                                        </p:tav>
                                        <p:tav tm="100000">
                                          <p:val>
                                            <p:strVal val="#ppt_x"/>
                                          </p:val>
                                        </p:tav>
                                      </p:tavLst>
                                    </p:anim>
                                    <p:anim calcmode="lin" valueType="num">
                                      <p:cBhvr>
                                        <p:cTn id="22" dur="200" accel="100000" fill="hold">
                                          <p:stCondLst>
                                            <p:cond delay="800"/>
                                          </p:stCondLst>
                                        </p:cTn>
                                        <p:tgtEl>
                                          <p:spTgt spid="7"/>
                                        </p:tgtEl>
                                        <p:attrNameLst>
                                          <p:attrName>ppt_y</p:attrName>
                                        </p:attrNameLst>
                                      </p:cBhvr>
                                      <p:tavLst>
                                        <p:tav tm="0">
                                          <p:val>
                                            <p:strVal val="#ppt_y+0.1"/>
                                          </p:val>
                                        </p:tav>
                                        <p:tav tm="100000">
                                          <p:val>
                                            <p:strVal val="#ppt_y"/>
                                          </p:val>
                                        </p:tav>
                                      </p:tavLst>
                                    </p:anim>
                                  </p:childTnLst>
                                </p:cTn>
                              </p:par>
                            </p:childTnLst>
                          </p:cTn>
                        </p:par>
                      </p:childTnLst>
                    </p:cTn>
                  </p:par>
                  <p:par>
                    <p:cTn id="23" fill="hold">
                      <p:stCondLst>
                        <p:cond delay="indefinite"/>
                      </p:stCondLst>
                      <p:childTnLst>
                        <p:par>
                          <p:cTn id="24" fill="hold">
                            <p:stCondLst>
                              <p:cond delay="0"/>
                            </p:stCondLst>
                            <p:childTnLst>
                              <p:par>
                                <p:cTn id="25" presetID="15" presetClass="entr" presetSubtype="0" fill="hold" nodeType="clickEffect">
                                  <p:stCondLst>
                                    <p:cond delay="0"/>
                                  </p:stCondLst>
                                  <p:childTnLst>
                                    <p:set>
                                      <p:cBhvr>
                                        <p:cTn id="26" dur="1" fill="hold">
                                          <p:stCondLst>
                                            <p:cond delay="0"/>
                                          </p:stCondLst>
                                        </p:cTn>
                                        <p:tgtEl>
                                          <p:spTgt spid="20"/>
                                        </p:tgtEl>
                                        <p:attrNameLst>
                                          <p:attrName>style.visibility</p:attrName>
                                        </p:attrNameLst>
                                      </p:cBhvr>
                                      <p:to>
                                        <p:strVal val="visible"/>
                                      </p:to>
                                    </p:set>
                                    <p:anim calcmode="lin" valueType="num">
                                      <p:cBhvr>
                                        <p:cTn id="27" dur="1000" fill="hold"/>
                                        <p:tgtEl>
                                          <p:spTgt spid="20"/>
                                        </p:tgtEl>
                                        <p:attrNameLst>
                                          <p:attrName>ppt_w</p:attrName>
                                        </p:attrNameLst>
                                      </p:cBhvr>
                                      <p:tavLst>
                                        <p:tav tm="0">
                                          <p:val>
                                            <p:fltVal val="0"/>
                                          </p:val>
                                        </p:tav>
                                        <p:tav tm="100000">
                                          <p:val>
                                            <p:strVal val="#ppt_w"/>
                                          </p:val>
                                        </p:tav>
                                      </p:tavLst>
                                    </p:anim>
                                    <p:anim calcmode="lin" valueType="num">
                                      <p:cBhvr>
                                        <p:cTn id="28" dur="1000" fill="hold"/>
                                        <p:tgtEl>
                                          <p:spTgt spid="20"/>
                                        </p:tgtEl>
                                        <p:attrNameLst>
                                          <p:attrName>ppt_h</p:attrName>
                                        </p:attrNameLst>
                                      </p:cBhvr>
                                      <p:tavLst>
                                        <p:tav tm="0">
                                          <p:val>
                                            <p:fltVal val="0"/>
                                          </p:val>
                                        </p:tav>
                                        <p:tav tm="100000">
                                          <p:val>
                                            <p:strVal val="#ppt_h"/>
                                          </p:val>
                                        </p:tav>
                                      </p:tavLst>
                                    </p:anim>
                                    <p:anim calcmode="lin" valueType="num">
                                      <p:cBhvr>
                                        <p:cTn id="29" dur="1000" fill="hold"/>
                                        <p:tgtEl>
                                          <p:spTgt spid="20"/>
                                        </p:tgtEl>
                                        <p:attrNameLst>
                                          <p:attrName>ppt_x</p:attrName>
                                        </p:attrNameLst>
                                      </p:cBhvr>
                                      <p:tavLst>
                                        <p:tav tm="0" fmla="#ppt_x+(cos(-2*pi*(1-$))*-#ppt_x-sin(-2*pi*(1-$))*(1-#ppt_y))*(1-$)">
                                          <p:val>
                                            <p:fltVal val="0"/>
                                          </p:val>
                                        </p:tav>
                                        <p:tav tm="100000">
                                          <p:val>
                                            <p:fltVal val="1"/>
                                          </p:val>
                                        </p:tav>
                                      </p:tavLst>
                                    </p:anim>
                                    <p:anim calcmode="lin" valueType="num">
                                      <p:cBhvr>
                                        <p:cTn id="30" dur="1000" fill="hold"/>
                                        <p:tgtEl>
                                          <p:spTgt spid="20"/>
                                        </p:tgtEl>
                                        <p:attrNameLst>
                                          <p:attrName>ppt_y</p:attrName>
                                        </p:attrNameLst>
                                      </p:cBhvr>
                                      <p:tavLst>
                                        <p:tav tm="0" fmla="#ppt_y+(sin(-2*pi*(1-$))*-#ppt_x+cos(-2*pi*(1-$))*(1-#ppt_y))*(1-$)">
                                          <p:val>
                                            <p:fltVal val="0"/>
                                          </p:val>
                                        </p:tav>
                                        <p:tav tm="100000">
                                          <p:val>
                                            <p:fltVal val="1"/>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7" grpId="0"/>
    </p:bldLst>
  </p:timing>
</p:sld>
</file>

<file path=ppt/slides/slide37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3" name="组合 2">
            <a:extLst>
              <a:ext uri="{FF2B5EF4-FFF2-40B4-BE49-F238E27FC236}">
                <a16:creationId xmlns:a16="http://schemas.microsoft.com/office/drawing/2014/main" id="{EC90BE10-D9B4-A4DD-2F61-2C5491F21E3B}"/>
              </a:ext>
            </a:extLst>
          </p:cNvPr>
          <p:cNvGrpSpPr/>
          <p:nvPr/>
        </p:nvGrpSpPr>
        <p:grpSpPr>
          <a:xfrm>
            <a:off x="2558888" y="1188116"/>
            <a:ext cx="7098583" cy="2606668"/>
            <a:chOff x="3156764" y="1188116"/>
            <a:chExt cx="7098583" cy="2606668"/>
          </a:xfrm>
        </p:grpSpPr>
        <p:sp>
          <p:nvSpPr>
            <p:cNvPr id="12" name="íşlïḍè"/>
            <p:cNvSpPr txBox="1"/>
            <p:nvPr/>
          </p:nvSpPr>
          <p:spPr>
            <a:xfrm>
              <a:off x="4563496" y="1188116"/>
              <a:ext cx="4287076" cy="419100"/>
            </a:xfrm>
            <a:prstGeom prst="rect">
              <a:avLst/>
            </a:prstGeom>
            <a:noFill/>
          </p:spPr>
          <p:txBody>
            <a:bodyPr wrap="square" lIns="91440" tIns="45720" rIns="91440" bIns="45720" anchor="ctr">
              <a:noAutofit/>
            </a:bodyPr>
            <a:lstStyle/>
            <a:p>
              <a:pPr algn="ctr"/>
              <a:r>
                <a:rPr lang="en-US" altLang="zh-CN" sz="2400" b="1" dirty="0"/>
                <a:t>3.4.4 </a:t>
              </a:r>
              <a:r>
                <a:rPr lang="zh-CN" altLang="en-US" sz="2400" b="1" dirty="0"/>
                <a:t>在物理层扩展以太网</a:t>
              </a:r>
              <a:endParaRPr lang="en-US" altLang="zh-CN" sz="2400" b="1" dirty="0"/>
            </a:p>
          </p:txBody>
        </p:sp>
        <p:grpSp>
          <p:nvGrpSpPr>
            <p:cNvPr id="6" name="组合 5"/>
            <p:cNvGrpSpPr/>
            <p:nvPr/>
          </p:nvGrpSpPr>
          <p:grpSpPr>
            <a:xfrm>
              <a:off x="3156764" y="2010058"/>
              <a:ext cx="7098583" cy="595554"/>
              <a:chOff x="1183243" y="2200834"/>
              <a:chExt cx="7098583" cy="595554"/>
            </a:xfrm>
          </p:grpSpPr>
          <p:sp>
            <p:nvSpPr>
              <p:cNvPr id="5" name="平行四边形 4"/>
              <p:cNvSpPr/>
              <p:nvPr/>
            </p:nvSpPr>
            <p:spPr>
              <a:xfrm>
                <a:off x="1183243" y="2200834"/>
                <a:ext cx="828092" cy="595554"/>
              </a:xfrm>
              <a:prstGeom prst="parallelogram">
                <a:avLst/>
              </a:prstGeom>
              <a:solidFill>
                <a:schemeClr val="accent3">
                  <a:lumMod val="75000"/>
                </a:schemeClr>
              </a:solidFill>
              <a:ln>
                <a:solidFill>
                  <a:schemeClr val="accent3">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CN" sz="2800" dirty="0">
                    <a:latin typeface="Impact" panose="020B0806030902050204" pitchFamily="34" charset="0"/>
                  </a:rPr>
                  <a:t>01</a:t>
                </a:r>
                <a:endParaRPr lang="zh-CN" altLang="en-US" sz="2800" dirty="0">
                  <a:latin typeface="Impact" panose="020B0806030902050204" pitchFamily="34" charset="0"/>
                </a:endParaRPr>
              </a:p>
            </p:txBody>
          </p:sp>
          <p:sp>
            <p:nvSpPr>
              <p:cNvPr id="25" name="平行四边形 24"/>
              <p:cNvSpPr/>
              <p:nvPr/>
            </p:nvSpPr>
            <p:spPr>
              <a:xfrm>
                <a:off x="1858679" y="2200834"/>
                <a:ext cx="6423147" cy="595554"/>
              </a:xfrm>
              <a:prstGeom prst="parallelogram">
                <a:avLst/>
              </a:prstGeom>
              <a:noFill/>
              <a:ln>
                <a:solidFill>
                  <a:schemeClr val="accent3">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r>
                  <a:rPr lang="zh-CN" altLang="en-US" sz="2200" b="1" dirty="0">
                    <a:solidFill>
                      <a:schemeClr val="tx1"/>
                    </a:solidFill>
                    <a:latin typeface="Impact" panose="020B0806030902050204" pitchFamily="34" charset="0"/>
                  </a:rPr>
                  <a:t>扩展站点与集线器之间的距离</a:t>
                </a:r>
              </a:p>
            </p:txBody>
          </p:sp>
        </p:grpSp>
        <p:grpSp>
          <p:nvGrpSpPr>
            <p:cNvPr id="32" name="组合 31"/>
            <p:cNvGrpSpPr/>
            <p:nvPr/>
          </p:nvGrpSpPr>
          <p:grpSpPr>
            <a:xfrm>
              <a:off x="3156764" y="3199230"/>
              <a:ext cx="7098583" cy="595554"/>
              <a:chOff x="1183242" y="3390006"/>
              <a:chExt cx="7098583" cy="595554"/>
            </a:xfrm>
          </p:grpSpPr>
          <p:sp>
            <p:nvSpPr>
              <p:cNvPr id="27" name="平行四边形 26"/>
              <p:cNvSpPr/>
              <p:nvPr/>
            </p:nvSpPr>
            <p:spPr>
              <a:xfrm>
                <a:off x="1183242" y="3390006"/>
                <a:ext cx="828092" cy="595554"/>
              </a:xfrm>
              <a:prstGeom prst="parallelogram">
                <a:avLst/>
              </a:prstGeom>
              <a:solidFill>
                <a:schemeClr val="accent3">
                  <a:lumMod val="75000"/>
                </a:schemeClr>
              </a:solidFill>
              <a:ln>
                <a:solidFill>
                  <a:schemeClr val="accent3">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CN" sz="2800" dirty="0">
                    <a:latin typeface="Impact" panose="020B0806030902050204" pitchFamily="34" charset="0"/>
                  </a:rPr>
                  <a:t>02</a:t>
                </a:r>
                <a:endParaRPr lang="zh-CN" altLang="en-US" sz="2800" dirty="0">
                  <a:latin typeface="Impact" panose="020B0806030902050204" pitchFamily="34" charset="0"/>
                </a:endParaRPr>
              </a:p>
            </p:txBody>
          </p:sp>
          <p:sp>
            <p:nvSpPr>
              <p:cNvPr id="28" name="平行四边形 27"/>
              <p:cNvSpPr/>
              <p:nvPr/>
            </p:nvSpPr>
            <p:spPr>
              <a:xfrm>
                <a:off x="1858679" y="3390006"/>
                <a:ext cx="6423146" cy="595554"/>
              </a:xfrm>
              <a:prstGeom prst="parallelogram">
                <a:avLst/>
              </a:prstGeom>
              <a:noFill/>
              <a:ln>
                <a:solidFill>
                  <a:schemeClr val="accent3">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r>
                  <a:rPr lang="zh-CN" altLang="en-US" sz="2200" b="1" dirty="0">
                    <a:solidFill>
                      <a:schemeClr val="tx1"/>
                    </a:solidFill>
                    <a:latin typeface="Impact" panose="020B0806030902050204" pitchFamily="34" charset="0"/>
                  </a:rPr>
                  <a:t>扩展共享式以太网的覆盖范围和站点数量</a:t>
                </a:r>
              </a:p>
            </p:txBody>
          </p:sp>
        </p:grpSp>
      </p:grpSp>
    </p:spTree>
    <p:extLst>
      <p:ext uri="{BB962C8B-B14F-4D97-AF65-F5344CB8AC3E}">
        <p14:creationId xmlns:p14="http://schemas.microsoft.com/office/powerpoint/2010/main" val="3441083917"/>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42" presetClass="entr" presetSubtype="0" fill="hold" nodeType="withEffect">
                                  <p:stCondLst>
                                    <p:cond delay="0"/>
                                  </p:stCondLst>
                                  <p:childTnLst>
                                    <p:set>
                                      <p:cBhvr>
                                        <p:cTn id="6" dur="1" fill="hold">
                                          <p:stCondLst>
                                            <p:cond delay="0"/>
                                          </p:stCondLst>
                                        </p:cTn>
                                        <p:tgtEl>
                                          <p:spTgt spid="3"/>
                                        </p:tgtEl>
                                        <p:attrNameLst>
                                          <p:attrName>style.visibility</p:attrName>
                                        </p:attrNameLst>
                                      </p:cBhvr>
                                      <p:to>
                                        <p:strVal val="visible"/>
                                      </p:to>
                                    </p:set>
                                    <p:animEffect transition="in" filter="fade">
                                      <p:cBhvr>
                                        <p:cTn id="7" dur="1000"/>
                                        <p:tgtEl>
                                          <p:spTgt spid="3"/>
                                        </p:tgtEl>
                                      </p:cBhvr>
                                    </p:animEffect>
                                    <p:anim calcmode="lin" valueType="num">
                                      <p:cBhvr>
                                        <p:cTn id="8" dur="1000" fill="hold"/>
                                        <p:tgtEl>
                                          <p:spTgt spid="3"/>
                                        </p:tgtEl>
                                        <p:attrNameLst>
                                          <p:attrName>ppt_x</p:attrName>
                                        </p:attrNameLst>
                                      </p:cBhvr>
                                      <p:tavLst>
                                        <p:tav tm="0">
                                          <p:val>
                                            <p:strVal val="#ppt_x"/>
                                          </p:val>
                                        </p:tav>
                                        <p:tav tm="100000">
                                          <p:val>
                                            <p:strVal val="#ppt_x"/>
                                          </p:val>
                                        </p:tav>
                                      </p:tavLst>
                                    </p:anim>
                                    <p:anim calcmode="lin" valueType="num">
                                      <p:cBhvr>
                                        <p:cTn id="9" dur="1000" fill="hold"/>
                                        <p:tgtEl>
                                          <p:spTgt spid="3"/>
                                        </p:tgtEl>
                                        <p:attrNameLst>
                                          <p:attrName>ppt_y</p:attrName>
                                        </p:attrNameLst>
                                      </p:cBhvr>
                                      <p:tavLst>
                                        <p:tav tm="0">
                                          <p:val>
                                            <p:strVal val="#ppt_y+.1"/>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37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4" name="组合 3">
            <a:extLst>
              <a:ext uri="{FF2B5EF4-FFF2-40B4-BE49-F238E27FC236}">
                <a16:creationId xmlns:a16="http://schemas.microsoft.com/office/drawing/2014/main" id="{9A1EA9F2-FCB6-48C3-935F-7AE7E3AD14AC}"/>
              </a:ext>
            </a:extLst>
          </p:cNvPr>
          <p:cNvGrpSpPr/>
          <p:nvPr/>
        </p:nvGrpSpPr>
        <p:grpSpPr>
          <a:xfrm>
            <a:off x="304800" y="749300"/>
            <a:ext cx="6192344" cy="400110"/>
            <a:chOff x="424117" y="898245"/>
            <a:chExt cx="6192344" cy="400110"/>
          </a:xfrm>
        </p:grpSpPr>
        <p:sp>
          <p:nvSpPr>
            <p:cNvPr id="2" name="平行四边形 1">
              <a:extLst>
                <a:ext uri="{FF2B5EF4-FFF2-40B4-BE49-F238E27FC236}">
                  <a16:creationId xmlns:a16="http://schemas.microsoft.com/office/drawing/2014/main" id="{1F5BAA3F-9845-4F89-A2DD-8222D3E4EDAC}"/>
                </a:ext>
              </a:extLst>
            </p:cNvPr>
            <p:cNvSpPr/>
            <p:nvPr/>
          </p:nvSpPr>
          <p:spPr>
            <a:xfrm>
              <a:off x="424117" y="898245"/>
              <a:ext cx="628306" cy="387090"/>
            </a:xfrm>
            <a:prstGeom prst="parallelogram">
              <a:avLst/>
            </a:prstGeom>
            <a:solidFill>
              <a:schemeClr val="accent3">
                <a:lumMod val="75000"/>
              </a:schemeClr>
            </a:solidFill>
            <a:ln>
              <a:solidFill>
                <a:schemeClr val="accent3">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CN" sz="2200" dirty="0">
                  <a:latin typeface="Impact" panose="020B0806030902050204" pitchFamily="34" charset="0"/>
                </a:rPr>
                <a:t>01</a:t>
              </a:r>
              <a:endParaRPr lang="zh-CN" altLang="en-US" sz="2200" dirty="0">
                <a:latin typeface="Impact" panose="020B0806030902050204" pitchFamily="34" charset="0"/>
              </a:endParaRPr>
            </a:p>
          </p:txBody>
        </p:sp>
        <p:sp>
          <p:nvSpPr>
            <p:cNvPr id="3" name="文本框 2">
              <a:extLst>
                <a:ext uri="{FF2B5EF4-FFF2-40B4-BE49-F238E27FC236}">
                  <a16:creationId xmlns:a16="http://schemas.microsoft.com/office/drawing/2014/main" id="{4D6BD736-A4D3-4F26-AFED-36E11F50F70B}"/>
                </a:ext>
              </a:extLst>
            </p:cNvPr>
            <p:cNvSpPr txBox="1"/>
            <p:nvPr/>
          </p:nvSpPr>
          <p:spPr>
            <a:xfrm>
              <a:off x="1052423" y="898245"/>
              <a:ext cx="5564038" cy="400110"/>
            </a:xfrm>
            <a:prstGeom prst="rect">
              <a:avLst/>
            </a:prstGeom>
            <a:noFill/>
          </p:spPr>
          <p:txBody>
            <a:bodyPr wrap="square" rtlCol="0">
              <a:spAutoFit/>
            </a:bodyPr>
            <a:lstStyle/>
            <a:p>
              <a:r>
                <a:rPr lang="zh-CN" altLang="en-US" sz="2000" b="1" dirty="0"/>
                <a:t>扩展站点与集线器之间的距离</a:t>
              </a:r>
              <a:endParaRPr lang="en-US" altLang="zh-CN" sz="2000" b="1" dirty="0"/>
            </a:p>
          </p:txBody>
        </p:sp>
      </p:grpSp>
      <p:sp>
        <p:nvSpPr>
          <p:cNvPr id="79" name="矩形 78">
            <a:extLst>
              <a:ext uri="{FF2B5EF4-FFF2-40B4-BE49-F238E27FC236}">
                <a16:creationId xmlns:a16="http://schemas.microsoft.com/office/drawing/2014/main" id="{2804D1F4-F466-444D-AB07-F101362C1E61}"/>
              </a:ext>
            </a:extLst>
          </p:cNvPr>
          <p:cNvSpPr/>
          <p:nvPr/>
        </p:nvSpPr>
        <p:spPr>
          <a:xfrm>
            <a:off x="1056633" y="1335374"/>
            <a:ext cx="256976" cy="256976"/>
          </a:xfrm>
          <a:prstGeom prst="rect">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80" name="íşlïḍè">
            <a:extLst>
              <a:ext uri="{FF2B5EF4-FFF2-40B4-BE49-F238E27FC236}">
                <a16:creationId xmlns:a16="http://schemas.microsoft.com/office/drawing/2014/main" id="{667FD754-DAA6-4179-AE61-F0DA86843747}"/>
              </a:ext>
            </a:extLst>
          </p:cNvPr>
          <p:cNvSpPr txBox="1"/>
          <p:nvPr/>
        </p:nvSpPr>
        <p:spPr>
          <a:xfrm>
            <a:off x="1373860" y="1281052"/>
            <a:ext cx="10513339" cy="655323"/>
          </a:xfrm>
          <a:prstGeom prst="rect">
            <a:avLst/>
          </a:prstGeom>
          <a:noFill/>
        </p:spPr>
        <p:txBody>
          <a:bodyPr wrap="square" lIns="91440" tIns="45720" rIns="91440" bIns="45720" anchor="ctr">
            <a:noAutofit/>
          </a:bodyPr>
          <a:lstStyle/>
          <a:p>
            <a:r>
              <a:rPr lang="zh-CN" altLang="en-US" b="1" dirty="0">
                <a:latin typeface="Arial Narrow" panose="020B0606020202030204" pitchFamily="34" charset="0"/>
              </a:rPr>
              <a:t>共享总线以太网中两站点之间的</a:t>
            </a:r>
            <a:r>
              <a:rPr lang="zh-CN" altLang="en-US" b="1" dirty="0">
                <a:solidFill>
                  <a:schemeClr val="accent1">
                    <a:lumMod val="75000"/>
                  </a:schemeClr>
                </a:solidFill>
                <a:latin typeface="Arial Narrow" panose="020B0606020202030204" pitchFamily="34" charset="0"/>
              </a:rPr>
              <a:t>距离不能太远</a:t>
            </a:r>
            <a:r>
              <a:rPr lang="zh-CN" altLang="en-US" b="1" dirty="0">
                <a:latin typeface="Arial Narrow" panose="020B0606020202030204" pitchFamily="34" charset="0"/>
              </a:rPr>
              <a:t>，否则它们之间所传输的</a:t>
            </a:r>
            <a:r>
              <a:rPr lang="zh-CN" altLang="en-US" b="1" dirty="0">
                <a:solidFill>
                  <a:schemeClr val="accent1">
                    <a:lumMod val="75000"/>
                  </a:schemeClr>
                </a:solidFill>
                <a:latin typeface="Arial Narrow" panose="020B0606020202030204" pitchFamily="34" charset="0"/>
              </a:rPr>
              <a:t>信号就会衰减到使</a:t>
            </a:r>
            <a:r>
              <a:rPr lang="en-US" altLang="zh-CN" b="1" dirty="0">
                <a:solidFill>
                  <a:schemeClr val="accent1">
                    <a:lumMod val="75000"/>
                  </a:schemeClr>
                </a:solidFill>
                <a:latin typeface="Arial Narrow" panose="020B0606020202030204" pitchFamily="34" charset="0"/>
              </a:rPr>
              <a:t>CSMA/CD</a:t>
            </a:r>
            <a:r>
              <a:rPr lang="zh-CN" altLang="en-US" b="1" dirty="0">
                <a:solidFill>
                  <a:schemeClr val="accent1">
                    <a:lumMod val="75000"/>
                  </a:schemeClr>
                </a:solidFill>
                <a:latin typeface="Arial Narrow" panose="020B0606020202030204" pitchFamily="34" charset="0"/>
              </a:rPr>
              <a:t>协议无法正常工作</a:t>
            </a:r>
            <a:r>
              <a:rPr lang="zh-CN" altLang="en-US" b="1" dirty="0">
                <a:latin typeface="Arial Narrow" panose="020B0606020202030204" pitchFamily="34" charset="0"/>
              </a:rPr>
              <a:t>。</a:t>
            </a:r>
          </a:p>
        </p:txBody>
      </p:sp>
      <p:sp>
        <p:nvSpPr>
          <p:cNvPr id="7" name="矩形 6">
            <a:extLst>
              <a:ext uri="{FF2B5EF4-FFF2-40B4-BE49-F238E27FC236}">
                <a16:creationId xmlns:a16="http://schemas.microsoft.com/office/drawing/2014/main" id="{972E18D0-208E-40BD-9857-E4779DD02D70}"/>
              </a:ext>
            </a:extLst>
          </p:cNvPr>
          <p:cNvSpPr/>
          <p:nvPr/>
        </p:nvSpPr>
        <p:spPr>
          <a:xfrm>
            <a:off x="1056634" y="2118155"/>
            <a:ext cx="256976" cy="256976"/>
          </a:xfrm>
          <a:prstGeom prst="rect">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8" name="íşlïḍè">
            <a:extLst>
              <a:ext uri="{FF2B5EF4-FFF2-40B4-BE49-F238E27FC236}">
                <a16:creationId xmlns:a16="http://schemas.microsoft.com/office/drawing/2014/main" id="{95025925-6961-497D-B2BD-9E4BA0C45998}"/>
              </a:ext>
            </a:extLst>
          </p:cNvPr>
          <p:cNvSpPr txBox="1"/>
          <p:nvPr/>
        </p:nvSpPr>
        <p:spPr>
          <a:xfrm>
            <a:off x="1373861" y="2063833"/>
            <a:ext cx="10513339" cy="655323"/>
          </a:xfrm>
          <a:prstGeom prst="rect">
            <a:avLst/>
          </a:prstGeom>
          <a:noFill/>
        </p:spPr>
        <p:txBody>
          <a:bodyPr wrap="square" lIns="91440" tIns="45720" rIns="91440" bIns="45720" anchor="ctr">
            <a:noAutofit/>
          </a:bodyPr>
          <a:lstStyle/>
          <a:p>
            <a:r>
              <a:rPr lang="zh-CN" altLang="en-US" b="1" dirty="0">
                <a:latin typeface="Arial Narrow" panose="020B0606020202030204" pitchFamily="34" charset="0"/>
              </a:rPr>
              <a:t>在早期广泛使用粗同轴电缆或细同轴电缆共享总线以太网时，为了提高网络的地理覆盖范围，常用的是</a:t>
            </a:r>
            <a:r>
              <a:rPr lang="zh-CN" altLang="en-US" b="1" dirty="0">
                <a:solidFill>
                  <a:schemeClr val="accent1">
                    <a:lumMod val="75000"/>
                  </a:schemeClr>
                </a:solidFill>
                <a:latin typeface="Arial Narrow" panose="020B0606020202030204" pitchFamily="34" charset="0"/>
              </a:rPr>
              <a:t>工作在物理层的转发器</a:t>
            </a:r>
            <a:r>
              <a:rPr lang="zh-CN" altLang="en-US" b="1" dirty="0">
                <a:latin typeface="Arial Narrow" panose="020B0606020202030204" pitchFamily="34" charset="0"/>
              </a:rPr>
              <a:t>。</a:t>
            </a:r>
          </a:p>
        </p:txBody>
      </p:sp>
      <p:sp>
        <p:nvSpPr>
          <p:cNvPr id="9" name="矩形 8">
            <a:extLst>
              <a:ext uri="{FF2B5EF4-FFF2-40B4-BE49-F238E27FC236}">
                <a16:creationId xmlns:a16="http://schemas.microsoft.com/office/drawing/2014/main" id="{FA2FF7DF-798B-401C-9409-3B51DEA9B7A3}"/>
              </a:ext>
            </a:extLst>
          </p:cNvPr>
          <p:cNvSpPr/>
          <p:nvPr/>
        </p:nvSpPr>
        <p:spPr>
          <a:xfrm>
            <a:off x="1056634" y="2900936"/>
            <a:ext cx="256976" cy="256976"/>
          </a:xfrm>
          <a:prstGeom prst="rect">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10" name="íşlïḍè">
            <a:extLst>
              <a:ext uri="{FF2B5EF4-FFF2-40B4-BE49-F238E27FC236}">
                <a16:creationId xmlns:a16="http://schemas.microsoft.com/office/drawing/2014/main" id="{E4C9CEE7-2337-4DD2-85D0-D2D90CDA7BA9}"/>
              </a:ext>
            </a:extLst>
          </p:cNvPr>
          <p:cNvSpPr txBox="1"/>
          <p:nvPr/>
        </p:nvSpPr>
        <p:spPr>
          <a:xfrm>
            <a:off x="1373861" y="2846615"/>
            <a:ext cx="10513339" cy="363654"/>
          </a:xfrm>
          <a:prstGeom prst="rect">
            <a:avLst/>
          </a:prstGeom>
          <a:noFill/>
        </p:spPr>
        <p:txBody>
          <a:bodyPr wrap="square" lIns="91440" tIns="45720" rIns="91440" bIns="45720" anchor="ctr">
            <a:noAutofit/>
          </a:bodyPr>
          <a:lstStyle/>
          <a:p>
            <a:r>
              <a:rPr lang="en-US" altLang="zh-CN" b="1" dirty="0">
                <a:latin typeface="Arial Narrow" panose="020B0606020202030204" pitchFamily="34" charset="0"/>
              </a:rPr>
              <a:t>IEEE 802.3</a:t>
            </a:r>
            <a:r>
              <a:rPr lang="zh-CN" altLang="en-US" b="1" dirty="0">
                <a:latin typeface="Arial Narrow" panose="020B0606020202030204" pitchFamily="34" charset="0"/>
              </a:rPr>
              <a:t>标准规定，两个网段可用一个转发器连接起来，任意两个站点之间最多可以经过三个网段。</a:t>
            </a:r>
          </a:p>
        </p:txBody>
      </p:sp>
      <p:grpSp>
        <p:nvGrpSpPr>
          <p:cNvPr id="16" name="组合 15">
            <a:extLst>
              <a:ext uri="{FF2B5EF4-FFF2-40B4-BE49-F238E27FC236}">
                <a16:creationId xmlns:a16="http://schemas.microsoft.com/office/drawing/2014/main" id="{8E6184D9-FCE7-4039-BA03-137437CED872}"/>
              </a:ext>
            </a:extLst>
          </p:cNvPr>
          <p:cNvGrpSpPr/>
          <p:nvPr/>
        </p:nvGrpSpPr>
        <p:grpSpPr>
          <a:xfrm>
            <a:off x="1465306" y="3792211"/>
            <a:ext cx="9915356" cy="747573"/>
            <a:chOff x="1465306" y="3792211"/>
            <a:chExt cx="9915356" cy="747573"/>
          </a:xfrm>
        </p:grpSpPr>
        <p:cxnSp>
          <p:nvCxnSpPr>
            <p:cNvPr id="14" name="直接连接符 13">
              <a:extLst>
                <a:ext uri="{FF2B5EF4-FFF2-40B4-BE49-F238E27FC236}">
                  <a16:creationId xmlns:a16="http://schemas.microsoft.com/office/drawing/2014/main" id="{46E269B3-ADF3-4547-9421-C3D323B9EABD}"/>
                </a:ext>
              </a:extLst>
            </p:cNvPr>
            <p:cNvCxnSpPr>
              <a:stCxn id="5" idx="3"/>
              <a:endCxn id="13" idx="1"/>
            </p:cNvCxnSpPr>
            <p:nvPr/>
          </p:nvCxnSpPr>
          <p:spPr>
            <a:xfrm>
              <a:off x="3761174" y="4163892"/>
              <a:ext cx="5830157" cy="0"/>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sp>
          <p:nvSpPr>
            <p:cNvPr id="5" name="矩形 4">
              <a:extLst>
                <a:ext uri="{FF2B5EF4-FFF2-40B4-BE49-F238E27FC236}">
                  <a16:creationId xmlns:a16="http://schemas.microsoft.com/office/drawing/2014/main" id="{0B41B7FA-6E10-4363-A8EA-B5FEFA49F771}"/>
                </a:ext>
              </a:extLst>
            </p:cNvPr>
            <p:cNvSpPr/>
            <p:nvPr/>
          </p:nvSpPr>
          <p:spPr>
            <a:xfrm>
              <a:off x="1465306" y="3792211"/>
              <a:ext cx="2295868" cy="743361"/>
            </a:xfrm>
            <a:prstGeom prst="rect">
              <a:avLst/>
            </a:prstGeom>
          </p:spPr>
          <p:style>
            <a:lnRef idx="2">
              <a:schemeClr val="accent3">
                <a:shade val="50000"/>
              </a:schemeClr>
            </a:lnRef>
            <a:fillRef idx="1">
              <a:schemeClr val="accent3"/>
            </a:fillRef>
            <a:effectRef idx="0">
              <a:schemeClr val="accent3"/>
            </a:effectRef>
            <a:fontRef idx="minor">
              <a:schemeClr val="lt1"/>
            </a:fontRef>
          </p:style>
          <p:txBody>
            <a:bodyPr rtlCol="0" anchor="ctr"/>
            <a:lstStyle/>
            <a:p>
              <a:pPr algn="ctr"/>
              <a:r>
                <a:rPr lang="zh-CN" altLang="en-US" b="1" dirty="0"/>
                <a:t>共享总线以太网</a:t>
              </a:r>
              <a:endParaRPr lang="en-US" altLang="zh-CN" b="1" dirty="0"/>
            </a:p>
            <a:p>
              <a:pPr algn="ctr"/>
              <a:r>
                <a:rPr lang="zh-CN" altLang="en-US" b="1" dirty="0"/>
                <a:t>网段</a:t>
              </a:r>
              <a:r>
                <a:rPr lang="en-US" altLang="zh-CN" b="1" dirty="0"/>
                <a:t>1</a:t>
              </a:r>
              <a:endParaRPr lang="zh-CN" altLang="en-US" b="1" dirty="0"/>
            </a:p>
          </p:txBody>
        </p:sp>
        <p:sp>
          <p:nvSpPr>
            <p:cNvPr id="12" name="矩形 11">
              <a:extLst>
                <a:ext uri="{FF2B5EF4-FFF2-40B4-BE49-F238E27FC236}">
                  <a16:creationId xmlns:a16="http://schemas.microsoft.com/office/drawing/2014/main" id="{B9618025-C7B2-49A9-8D3A-B63660D77573}"/>
                </a:ext>
              </a:extLst>
            </p:cNvPr>
            <p:cNvSpPr/>
            <p:nvPr/>
          </p:nvSpPr>
          <p:spPr>
            <a:xfrm>
              <a:off x="5528319" y="3792211"/>
              <a:ext cx="2295868" cy="743361"/>
            </a:xfrm>
            <a:prstGeom prst="rect">
              <a:avLst/>
            </a:prstGeom>
          </p:spPr>
          <p:style>
            <a:lnRef idx="2">
              <a:schemeClr val="accent3">
                <a:shade val="50000"/>
              </a:schemeClr>
            </a:lnRef>
            <a:fillRef idx="1">
              <a:schemeClr val="accent3"/>
            </a:fillRef>
            <a:effectRef idx="0">
              <a:schemeClr val="accent3"/>
            </a:effectRef>
            <a:fontRef idx="minor">
              <a:schemeClr val="lt1"/>
            </a:fontRef>
          </p:style>
          <p:txBody>
            <a:bodyPr rtlCol="0" anchor="ctr"/>
            <a:lstStyle/>
            <a:p>
              <a:pPr algn="ctr"/>
              <a:r>
                <a:rPr lang="zh-CN" altLang="en-US" b="1" dirty="0"/>
                <a:t>共享总线以太网</a:t>
              </a:r>
              <a:endParaRPr lang="en-US" altLang="zh-CN" b="1" dirty="0"/>
            </a:p>
            <a:p>
              <a:pPr algn="ctr"/>
              <a:r>
                <a:rPr lang="zh-CN" altLang="en-US" b="1" dirty="0"/>
                <a:t>网段</a:t>
              </a:r>
              <a:r>
                <a:rPr lang="en-US" altLang="zh-CN" b="1" dirty="0"/>
                <a:t>2</a:t>
              </a:r>
              <a:endParaRPr lang="zh-CN" altLang="en-US" b="1" dirty="0"/>
            </a:p>
          </p:txBody>
        </p:sp>
        <p:sp>
          <p:nvSpPr>
            <p:cNvPr id="13" name="矩形 12">
              <a:extLst>
                <a:ext uri="{FF2B5EF4-FFF2-40B4-BE49-F238E27FC236}">
                  <a16:creationId xmlns:a16="http://schemas.microsoft.com/office/drawing/2014/main" id="{24C2FF36-B852-4838-B1DE-16A396CA6294}"/>
                </a:ext>
              </a:extLst>
            </p:cNvPr>
            <p:cNvSpPr/>
            <p:nvPr/>
          </p:nvSpPr>
          <p:spPr>
            <a:xfrm>
              <a:off x="9591331" y="3792211"/>
              <a:ext cx="1789331" cy="743361"/>
            </a:xfrm>
            <a:prstGeom prst="rect">
              <a:avLst/>
            </a:prstGeom>
          </p:spPr>
          <p:style>
            <a:lnRef idx="2">
              <a:schemeClr val="accent3">
                <a:shade val="50000"/>
              </a:schemeClr>
            </a:lnRef>
            <a:fillRef idx="1">
              <a:schemeClr val="accent3"/>
            </a:fillRef>
            <a:effectRef idx="0">
              <a:schemeClr val="accent3"/>
            </a:effectRef>
            <a:fontRef idx="minor">
              <a:schemeClr val="lt1"/>
            </a:fontRef>
          </p:style>
          <p:txBody>
            <a:bodyPr rtlCol="0" anchor="ctr"/>
            <a:lstStyle/>
            <a:p>
              <a:pPr algn="ctr"/>
              <a:r>
                <a:rPr lang="zh-CN" altLang="en-US" b="1" dirty="0"/>
                <a:t>共享总线以太网</a:t>
              </a:r>
              <a:endParaRPr lang="en-US" altLang="zh-CN" b="1" dirty="0"/>
            </a:p>
            <a:p>
              <a:pPr algn="ctr"/>
              <a:r>
                <a:rPr lang="zh-CN" altLang="en-US" b="1" dirty="0"/>
                <a:t>网段</a:t>
              </a:r>
              <a:r>
                <a:rPr lang="en-US" altLang="zh-CN" b="1" dirty="0"/>
                <a:t>3</a:t>
              </a:r>
              <a:endParaRPr lang="zh-CN" altLang="en-US" b="1" dirty="0"/>
            </a:p>
          </p:txBody>
        </p:sp>
        <p:sp>
          <p:nvSpPr>
            <p:cNvPr id="6" name="椭圆 5">
              <a:extLst>
                <a:ext uri="{FF2B5EF4-FFF2-40B4-BE49-F238E27FC236}">
                  <a16:creationId xmlns:a16="http://schemas.microsoft.com/office/drawing/2014/main" id="{9EE4B733-F488-48BE-9E1E-BA963B103EAE}"/>
                </a:ext>
              </a:extLst>
            </p:cNvPr>
            <p:cNvSpPr/>
            <p:nvPr/>
          </p:nvSpPr>
          <p:spPr>
            <a:xfrm>
              <a:off x="4019797" y="3796423"/>
              <a:ext cx="1249899" cy="743361"/>
            </a:xfrm>
            <a:prstGeom prst="ellipse">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zh-CN" altLang="en-US" b="1" dirty="0"/>
                <a:t>转发器</a:t>
              </a:r>
            </a:p>
          </p:txBody>
        </p:sp>
        <p:sp>
          <p:nvSpPr>
            <p:cNvPr id="15" name="椭圆 14">
              <a:extLst>
                <a:ext uri="{FF2B5EF4-FFF2-40B4-BE49-F238E27FC236}">
                  <a16:creationId xmlns:a16="http://schemas.microsoft.com/office/drawing/2014/main" id="{79E20C8D-2602-4431-80BE-8ADF0D117C77}"/>
                </a:ext>
              </a:extLst>
            </p:cNvPr>
            <p:cNvSpPr/>
            <p:nvPr/>
          </p:nvSpPr>
          <p:spPr>
            <a:xfrm>
              <a:off x="8082810" y="3796423"/>
              <a:ext cx="1249899" cy="743361"/>
            </a:xfrm>
            <a:prstGeom prst="ellipse">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zh-CN" altLang="en-US" b="1" dirty="0"/>
                <a:t>转发器</a:t>
              </a:r>
            </a:p>
          </p:txBody>
        </p:sp>
      </p:grpSp>
    </p:spTree>
    <p:custDataLst>
      <p:tags r:id="rId1"/>
    </p:custDataLst>
    <p:extLst>
      <p:ext uri="{BB962C8B-B14F-4D97-AF65-F5344CB8AC3E}">
        <p14:creationId xmlns:p14="http://schemas.microsoft.com/office/powerpoint/2010/main" val="4011490859"/>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2" presetClass="entr" presetSubtype="1" fill="hold" nodeType="withEffect">
                                  <p:stCondLst>
                                    <p:cond delay="0"/>
                                  </p:stCondLst>
                                  <p:childTnLst>
                                    <p:set>
                                      <p:cBhvr>
                                        <p:cTn id="6" dur="1" fill="hold">
                                          <p:stCondLst>
                                            <p:cond delay="0"/>
                                          </p:stCondLst>
                                        </p:cTn>
                                        <p:tgtEl>
                                          <p:spTgt spid="4"/>
                                        </p:tgtEl>
                                        <p:attrNameLst>
                                          <p:attrName>style.visibility</p:attrName>
                                        </p:attrNameLst>
                                      </p:cBhvr>
                                      <p:to>
                                        <p:strVal val="visible"/>
                                      </p:to>
                                    </p:set>
                                    <p:anim calcmode="lin" valueType="num">
                                      <p:cBhvr additive="base">
                                        <p:cTn id="7" dur="1000"/>
                                        <p:tgtEl>
                                          <p:spTgt spid="4"/>
                                        </p:tgtEl>
                                        <p:attrNameLst>
                                          <p:attrName>ppt_y</p:attrName>
                                        </p:attrNameLst>
                                      </p:cBhvr>
                                      <p:tavLst>
                                        <p:tav tm="0">
                                          <p:val>
                                            <p:strVal val="#ppt_y-#ppt_h*1.125000"/>
                                          </p:val>
                                        </p:tav>
                                        <p:tav tm="100000">
                                          <p:val>
                                            <p:strVal val="#ppt_y"/>
                                          </p:val>
                                        </p:tav>
                                      </p:tavLst>
                                    </p:anim>
                                    <p:animEffect transition="in" filter="wipe(down)">
                                      <p:cBhvr>
                                        <p:cTn id="8" dur="1000"/>
                                        <p:tgtEl>
                                          <p:spTgt spid="4"/>
                                        </p:tgtEl>
                                      </p:cBhvr>
                                    </p:animEffect>
                                  </p:childTnLst>
                                </p:cTn>
                              </p:par>
                            </p:childTnLst>
                          </p:cTn>
                        </p:par>
                      </p:childTnLst>
                    </p:cTn>
                  </p:par>
                  <p:par>
                    <p:cTn id="9" fill="hold">
                      <p:stCondLst>
                        <p:cond delay="indefinite"/>
                      </p:stCondLst>
                      <p:childTnLst>
                        <p:par>
                          <p:cTn id="10" fill="hold">
                            <p:stCondLst>
                              <p:cond delay="0"/>
                            </p:stCondLst>
                            <p:childTnLst>
                              <p:par>
                                <p:cTn id="11" presetID="49" presetClass="entr" presetSubtype="0" decel="100000" fill="hold" grpId="0" nodeType="clickEffect">
                                  <p:stCondLst>
                                    <p:cond delay="0"/>
                                  </p:stCondLst>
                                  <p:childTnLst>
                                    <p:set>
                                      <p:cBhvr>
                                        <p:cTn id="12" dur="1" fill="hold">
                                          <p:stCondLst>
                                            <p:cond delay="0"/>
                                          </p:stCondLst>
                                        </p:cTn>
                                        <p:tgtEl>
                                          <p:spTgt spid="79"/>
                                        </p:tgtEl>
                                        <p:attrNameLst>
                                          <p:attrName>style.visibility</p:attrName>
                                        </p:attrNameLst>
                                      </p:cBhvr>
                                      <p:to>
                                        <p:strVal val="visible"/>
                                      </p:to>
                                    </p:set>
                                    <p:anim calcmode="lin" valueType="num">
                                      <p:cBhvr>
                                        <p:cTn id="13" dur="500" fill="hold"/>
                                        <p:tgtEl>
                                          <p:spTgt spid="79"/>
                                        </p:tgtEl>
                                        <p:attrNameLst>
                                          <p:attrName>ppt_w</p:attrName>
                                        </p:attrNameLst>
                                      </p:cBhvr>
                                      <p:tavLst>
                                        <p:tav tm="0">
                                          <p:val>
                                            <p:fltVal val="0"/>
                                          </p:val>
                                        </p:tav>
                                        <p:tav tm="100000">
                                          <p:val>
                                            <p:strVal val="#ppt_w"/>
                                          </p:val>
                                        </p:tav>
                                      </p:tavLst>
                                    </p:anim>
                                    <p:anim calcmode="lin" valueType="num">
                                      <p:cBhvr>
                                        <p:cTn id="14" dur="500" fill="hold"/>
                                        <p:tgtEl>
                                          <p:spTgt spid="79"/>
                                        </p:tgtEl>
                                        <p:attrNameLst>
                                          <p:attrName>ppt_h</p:attrName>
                                        </p:attrNameLst>
                                      </p:cBhvr>
                                      <p:tavLst>
                                        <p:tav tm="0">
                                          <p:val>
                                            <p:fltVal val="0"/>
                                          </p:val>
                                        </p:tav>
                                        <p:tav tm="100000">
                                          <p:val>
                                            <p:strVal val="#ppt_h"/>
                                          </p:val>
                                        </p:tav>
                                      </p:tavLst>
                                    </p:anim>
                                    <p:anim calcmode="lin" valueType="num">
                                      <p:cBhvr>
                                        <p:cTn id="15" dur="500" fill="hold"/>
                                        <p:tgtEl>
                                          <p:spTgt spid="79"/>
                                        </p:tgtEl>
                                        <p:attrNameLst>
                                          <p:attrName>style.rotation</p:attrName>
                                        </p:attrNameLst>
                                      </p:cBhvr>
                                      <p:tavLst>
                                        <p:tav tm="0">
                                          <p:val>
                                            <p:fltVal val="360"/>
                                          </p:val>
                                        </p:tav>
                                        <p:tav tm="100000">
                                          <p:val>
                                            <p:fltVal val="0"/>
                                          </p:val>
                                        </p:tav>
                                      </p:tavLst>
                                    </p:anim>
                                    <p:animEffect transition="in" filter="fade">
                                      <p:cBhvr>
                                        <p:cTn id="16" dur="500"/>
                                        <p:tgtEl>
                                          <p:spTgt spid="79"/>
                                        </p:tgtEl>
                                      </p:cBhvr>
                                    </p:animEffect>
                                  </p:childTnLst>
                                </p:cTn>
                              </p:par>
                            </p:childTnLst>
                          </p:cTn>
                        </p:par>
                        <p:par>
                          <p:cTn id="17" fill="hold">
                            <p:stCondLst>
                              <p:cond delay="500"/>
                            </p:stCondLst>
                            <p:childTnLst>
                              <p:par>
                                <p:cTn id="18" presetID="1" presetClass="entr" presetSubtype="0" fill="hold" grpId="0" nodeType="afterEffect">
                                  <p:stCondLst>
                                    <p:cond delay="0"/>
                                  </p:stCondLst>
                                  <p:iterate type="lt">
                                    <p:tmAbs val="100"/>
                                  </p:iterate>
                                  <p:childTnLst>
                                    <p:set>
                                      <p:cBhvr>
                                        <p:cTn id="19" dur="1" fill="hold">
                                          <p:stCondLst>
                                            <p:cond delay="0"/>
                                          </p:stCondLst>
                                        </p:cTn>
                                        <p:tgtEl>
                                          <p:spTgt spid="80"/>
                                        </p:tgtEl>
                                        <p:attrNameLst>
                                          <p:attrName>style.visibility</p:attrName>
                                        </p:attrNameLst>
                                      </p:cBhvr>
                                      <p:to>
                                        <p:strVal val="visible"/>
                                      </p:to>
                                    </p:set>
                                  </p:childTnLst>
                                </p:cTn>
                              </p:par>
                            </p:childTnLst>
                          </p:cTn>
                        </p:par>
                      </p:childTnLst>
                    </p:cTn>
                  </p:par>
                  <p:par>
                    <p:cTn id="20" fill="hold">
                      <p:stCondLst>
                        <p:cond delay="indefinite"/>
                      </p:stCondLst>
                      <p:childTnLst>
                        <p:par>
                          <p:cTn id="21" fill="hold">
                            <p:stCondLst>
                              <p:cond delay="0"/>
                            </p:stCondLst>
                            <p:childTnLst>
                              <p:par>
                                <p:cTn id="22" presetID="49" presetClass="entr" presetSubtype="0" decel="100000" fill="hold" grpId="0" nodeType="clickEffect">
                                  <p:stCondLst>
                                    <p:cond delay="0"/>
                                  </p:stCondLst>
                                  <p:childTnLst>
                                    <p:set>
                                      <p:cBhvr>
                                        <p:cTn id="23" dur="1" fill="hold">
                                          <p:stCondLst>
                                            <p:cond delay="0"/>
                                          </p:stCondLst>
                                        </p:cTn>
                                        <p:tgtEl>
                                          <p:spTgt spid="7"/>
                                        </p:tgtEl>
                                        <p:attrNameLst>
                                          <p:attrName>style.visibility</p:attrName>
                                        </p:attrNameLst>
                                      </p:cBhvr>
                                      <p:to>
                                        <p:strVal val="visible"/>
                                      </p:to>
                                    </p:set>
                                    <p:anim calcmode="lin" valueType="num">
                                      <p:cBhvr>
                                        <p:cTn id="24" dur="500" fill="hold"/>
                                        <p:tgtEl>
                                          <p:spTgt spid="7"/>
                                        </p:tgtEl>
                                        <p:attrNameLst>
                                          <p:attrName>ppt_w</p:attrName>
                                        </p:attrNameLst>
                                      </p:cBhvr>
                                      <p:tavLst>
                                        <p:tav tm="0">
                                          <p:val>
                                            <p:fltVal val="0"/>
                                          </p:val>
                                        </p:tav>
                                        <p:tav tm="100000">
                                          <p:val>
                                            <p:strVal val="#ppt_w"/>
                                          </p:val>
                                        </p:tav>
                                      </p:tavLst>
                                    </p:anim>
                                    <p:anim calcmode="lin" valueType="num">
                                      <p:cBhvr>
                                        <p:cTn id="25" dur="500" fill="hold"/>
                                        <p:tgtEl>
                                          <p:spTgt spid="7"/>
                                        </p:tgtEl>
                                        <p:attrNameLst>
                                          <p:attrName>ppt_h</p:attrName>
                                        </p:attrNameLst>
                                      </p:cBhvr>
                                      <p:tavLst>
                                        <p:tav tm="0">
                                          <p:val>
                                            <p:fltVal val="0"/>
                                          </p:val>
                                        </p:tav>
                                        <p:tav tm="100000">
                                          <p:val>
                                            <p:strVal val="#ppt_h"/>
                                          </p:val>
                                        </p:tav>
                                      </p:tavLst>
                                    </p:anim>
                                    <p:anim calcmode="lin" valueType="num">
                                      <p:cBhvr>
                                        <p:cTn id="26" dur="500" fill="hold"/>
                                        <p:tgtEl>
                                          <p:spTgt spid="7"/>
                                        </p:tgtEl>
                                        <p:attrNameLst>
                                          <p:attrName>style.rotation</p:attrName>
                                        </p:attrNameLst>
                                      </p:cBhvr>
                                      <p:tavLst>
                                        <p:tav tm="0">
                                          <p:val>
                                            <p:fltVal val="360"/>
                                          </p:val>
                                        </p:tav>
                                        <p:tav tm="100000">
                                          <p:val>
                                            <p:fltVal val="0"/>
                                          </p:val>
                                        </p:tav>
                                      </p:tavLst>
                                    </p:anim>
                                    <p:animEffect transition="in" filter="fade">
                                      <p:cBhvr>
                                        <p:cTn id="27" dur="500"/>
                                        <p:tgtEl>
                                          <p:spTgt spid="7"/>
                                        </p:tgtEl>
                                      </p:cBhvr>
                                    </p:animEffect>
                                  </p:childTnLst>
                                </p:cTn>
                              </p:par>
                            </p:childTnLst>
                          </p:cTn>
                        </p:par>
                        <p:par>
                          <p:cTn id="28" fill="hold">
                            <p:stCondLst>
                              <p:cond delay="500"/>
                            </p:stCondLst>
                            <p:childTnLst>
                              <p:par>
                                <p:cTn id="29" presetID="1" presetClass="entr" presetSubtype="0" fill="hold" grpId="0" nodeType="afterEffect">
                                  <p:stCondLst>
                                    <p:cond delay="0"/>
                                  </p:stCondLst>
                                  <p:iterate type="lt">
                                    <p:tmAbs val="100"/>
                                  </p:iterate>
                                  <p:childTnLst>
                                    <p:set>
                                      <p:cBhvr>
                                        <p:cTn id="30" dur="1" fill="hold">
                                          <p:stCondLst>
                                            <p:cond delay="0"/>
                                          </p:stCondLst>
                                        </p:cTn>
                                        <p:tgtEl>
                                          <p:spTgt spid="8"/>
                                        </p:tgtEl>
                                        <p:attrNameLst>
                                          <p:attrName>style.visibility</p:attrName>
                                        </p:attrNameLst>
                                      </p:cBhvr>
                                      <p:to>
                                        <p:strVal val="visible"/>
                                      </p:to>
                                    </p:set>
                                  </p:childTnLst>
                                </p:cTn>
                              </p:par>
                            </p:childTnLst>
                          </p:cTn>
                        </p:par>
                      </p:childTnLst>
                    </p:cTn>
                  </p:par>
                  <p:par>
                    <p:cTn id="31" fill="hold">
                      <p:stCondLst>
                        <p:cond delay="indefinite"/>
                      </p:stCondLst>
                      <p:childTnLst>
                        <p:par>
                          <p:cTn id="32" fill="hold">
                            <p:stCondLst>
                              <p:cond delay="0"/>
                            </p:stCondLst>
                            <p:childTnLst>
                              <p:par>
                                <p:cTn id="33" presetID="49" presetClass="entr" presetSubtype="0" decel="100000" fill="hold" grpId="0" nodeType="clickEffect">
                                  <p:stCondLst>
                                    <p:cond delay="0"/>
                                  </p:stCondLst>
                                  <p:childTnLst>
                                    <p:set>
                                      <p:cBhvr>
                                        <p:cTn id="34" dur="1" fill="hold">
                                          <p:stCondLst>
                                            <p:cond delay="0"/>
                                          </p:stCondLst>
                                        </p:cTn>
                                        <p:tgtEl>
                                          <p:spTgt spid="9"/>
                                        </p:tgtEl>
                                        <p:attrNameLst>
                                          <p:attrName>style.visibility</p:attrName>
                                        </p:attrNameLst>
                                      </p:cBhvr>
                                      <p:to>
                                        <p:strVal val="visible"/>
                                      </p:to>
                                    </p:set>
                                    <p:anim calcmode="lin" valueType="num">
                                      <p:cBhvr>
                                        <p:cTn id="35" dur="500" fill="hold"/>
                                        <p:tgtEl>
                                          <p:spTgt spid="9"/>
                                        </p:tgtEl>
                                        <p:attrNameLst>
                                          <p:attrName>ppt_w</p:attrName>
                                        </p:attrNameLst>
                                      </p:cBhvr>
                                      <p:tavLst>
                                        <p:tav tm="0">
                                          <p:val>
                                            <p:fltVal val="0"/>
                                          </p:val>
                                        </p:tav>
                                        <p:tav tm="100000">
                                          <p:val>
                                            <p:strVal val="#ppt_w"/>
                                          </p:val>
                                        </p:tav>
                                      </p:tavLst>
                                    </p:anim>
                                    <p:anim calcmode="lin" valueType="num">
                                      <p:cBhvr>
                                        <p:cTn id="36" dur="500" fill="hold"/>
                                        <p:tgtEl>
                                          <p:spTgt spid="9"/>
                                        </p:tgtEl>
                                        <p:attrNameLst>
                                          <p:attrName>ppt_h</p:attrName>
                                        </p:attrNameLst>
                                      </p:cBhvr>
                                      <p:tavLst>
                                        <p:tav tm="0">
                                          <p:val>
                                            <p:fltVal val="0"/>
                                          </p:val>
                                        </p:tav>
                                        <p:tav tm="100000">
                                          <p:val>
                                            <p:strVal val="#ppt_h"/>
                                          </p:val>
                                        </p:tav>
                                      </p:tavLst>
                                    </p:anim>
                                    <p:anim calcmode="lin" valueType="num">
                                      <p:cBhvr>
                                        <p:cTn id="37" dur="500" fill="hold"/>
                                        <p:tgtEl>
                                          <p:spTgt spid="9"/>
                                        </p:tgtEl>
                                        <p:attrNameLst>
                                          <p:attrName>style.rotation</p:attrName>
                                        </p:attrNameLst>
                                      </p:cBhvr>
                                      <p:tavLst>
                                        <p:tav tm="0">
                                          <p:val>
                                            <p:fltVal val="360"/>
                                          </p:val>
                                        </p:tav>
                                        <p:tav tm="100000">
                                          <p:val>
                                            <p:fltVal val="0"/>
                                          </p:val>
                                        </p:tav>
                                      </p:tavLst>
                                    </p:anim>
                                    <p:animEffect transition="in" filter="fade">
                                      <p:cBhvr>
                                        <p:cTn id="38" dur="500"/>
                                        <p:tgtEl>
                                          <p:spTgt spid="9"/>
                                        </p:tgtEl>
                                      </p:cBhvr>
                                    </p:animEffect>
                                  </p:childTnLst>
                                </p:cTn>
                              </p:par>
                            </p:childTnLst>
                          </p:cTn>
                        </p:par>
                        <p:par>
                          <p:cTn id="39" fill="hold">
                            <p:stCondLst>
                              <p:cond delay="500"/>
                            </p:stCondLst>
                            <p:childTnLst>
                              <p:par>
                                <p:cTn id="40" presetID="1" presetClass="entr" presetSubtype="0" fill="hold" grpId="0" nodeType="afterEffect">
                                  <p:stCondLst>
                                    <p:cond delay="0"/>
                                  </p:stCondLst>
                                  <p:iterate type="lt">
                                    <p:tmAbs val="100"/>
                                  </p:iterate>
                                  <p:childTnLst>
                                    <p:set>
                                      <p:cBhvr>
                                        <p:cTn id="41" dur="1" fill="hold">
                                          <p:stCondLst>
                                            <p:cond delay="0"/>
                                          </p:stCondLst>
                                        </p:cTn>
                                        <p:tgtEl>
                                          <p:spTgt spid="10"/>
                                        </p:tgtEl>
                                        <p:attrNameLst>
                                          <p:attrName>style.visibility</p:attrName>
                                        </p:attrNameLst>
                                      </p:cBhvr>
                                      <p:to>
                                        <p:strVal val="visible"/>
                                      </p:to>
                                    </p:set>
                                  </p:childTnLst>
                                </p:cTn>
                              </p:par>
                              <p:par>
                                <p:cTn id="42" presetID="30" presetClass="entr" presetSubtype="0" fill="hold" nodeType="withEffect">
                                  <p:stCondLst>
                                    <p:cond delay="0"/>
                                  </p:stCondLst>
                                  <p:childTnLst>
                                    <p:set>
                                      <p:cBhvr>
                                        <p:cTn id="43" dur="1" fill="hold">
                                          <p:stCondLst>
                                            <p:cond delay="0"/>
                                          </p:stCondLst>
                                        </p:cTn>
                                        <p:tgtEl>
                                          <p:spTgt spid="16"/>
                                        </p:tgtEl>
                                        <p:attrNameLst>
                                          <p:attrName>style.visibility</p:attrName>
                                        </p:attrNameLst>
                                      </p:cBhvr>
                                      <p:to>
                                        <p:strVal val="visible"/>
                                      </p:to>
                                    </p:set>
                                    <p:animEffect transition="in" filter="fade">
                                      <p:cBhvr>
                                        <p:cTn id="44" dur="800" decel="100000"/>
                                        <p:tgtEl>
                                          <p:spTgt spid="16"/>
                                        </p:tgtEl>
                                      </p:cBhvr>
                                    </p:animEffect>
                                    <p:anim calcmode="lin" valueType="num">
                                      <p:cBhvr>
                                        <p:cTn id="45" dur="800" decel="100000" fill="hold"/>
                                        <p:tgtEl>
                                          <p:spTgt spid="16"/>
                                        </p:tgtEl>
                                        <p:attrNameLst>
                                          <p:attrName>style.rotation</p:attrName>
                                        </p:attrNameLst>
                                      </p:cBhvr>
                                      <p:tavLst>
                                        <p:tav tm="0">
                                          <p:val>
                                            <p:fltVal val="-90"/>
                                          </p:val>
                                        </p:tav>
                                        <p:tav tm="100000">
                                          <p:val>
                                            <p:fltVal val="0"/>
                                          </p:val>
                                        </p:tav>
                                      </p:tavLst>
                                    </p:anim>
                                    <p:anim calcmode="lin" valueType="num">
                                      <p:cBhvr>
                                        <p:cTn id="46" dur="800" decel="100000" fill="hold"/>
                                        <p:tgtEl>
                                          <p:spTgt spid="16"/>
                                        </p:tgtEl>
                                        <p:attrNameLst>
                                          <p:attrName>ppt_x</p:attrName>
                                        </p:attrNameLst>
                                      </p:cBhvr>
                                      <p:tavLst>
                                        <p:tav tm="0">
                                          <p:val>
                                            <p:strVal val="#ppt_x+0.4"/>
                                          </p:val>
                                        </p:tav>
                                        <p:tav tm="100000">
                                          <p:val>
                                            <p:strVal val="#ppt_x-0.05"/>
                                          </p:val>
                                        </p:tav>
                                      </p:tavLst>
                                    </p:anim>
                                    <p:anim calcmode="lin" valueType="num">
                                      <p:cBhvr>
                                        <p:cTn id="47" dur="800" decel="100000" fill="hold"/>
                                        <p:tgtEl>
                                          <p:spTgt spid="16"/>
                                        </p:tgtEl>
                                        <p:attrNameLst>
                                          <p:attrName>ppt_y</p:attrName>
                                        </p:attrNameLst>
                                      </p:cBhvr>
                                      <p:tavLst>
                                        <p:tav tm="0">
                                          <p:val>
                                            <p:strVal val="#ppt_y-0.4"/>
                                          </p:val>
                                        </p:tav>
                                        <p:tav tm="100000">
                                          <p:val>
                                            <p:strVal val="#ppt_y+0.1"/>
                                          </p:val>
                                        </p:tav>
                                      </p:tavLst>
                                    </p:anim>
                                    <p:anim calcmode="lin" valueType="num">
                                      <p:cBhvr>
                                        <p:cTn id="48" dur="200" accel="100000" fill="hold">
                                          <p:stCondLst>
                                            <p:cond delay="800"/>
                                          </p:stCondLst>
                                        </p:cTn>
                                        <p:tgtEl>
                                          <p:spTgt spid="16"/>
                                        </p:tgtEl>
                                        <p:attrNameLst>
                                          <p:attrName>ppt_x</p:attrName>
                                        </p:attrNameLst>
                                      </p:cBhvr>
                                      <p:tavLst>
                                        <p:tav tm="0">
                                          <p:val>
                                            <p:strVal val="#ppt_x-0.05"/>
                                          </p:val>
                                        </p:tav>
                                        <p:tav tm="100000">
                                          <p:val>
                                            <p:strVal val="#ppt_x"/>
                                          </p:val>
                                        </p:tav>
                                      </p:tavLst>
                                    </p:anim>
                                    <p:anim calcmode="lin" valueType="num">
                                      <p:cBhvr>
                                        <p:cTn id="49" dur="200" accel="100000" fill="hold">
                                          <p:stCondLst>
                                            <p:cond delay="800"/>
                                          </p:stCondLst>
                                        </p:cTn>
                                        <p:tgtEl>
                                          <p:spTgt spid="16"/>
                                        </p:tgtEl>
                                        <p:attrNameLst>
                                          <p:attrName>ppt_y</p:attrName>
                                        </p:attrNameLst>
                                      </p:cBhvr>
                                      <p:tavLst>
                                        <p:tav tm="0">
                                          <p:val>
                                            <p:strVal val="#ppt_y+0.1"/>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79" grpId="0" animBg="1"/>
      <p:bldP spid="80" grpId="0"/>
      <p:bldP spid="7" grpId="0" animBg="1"/>
      <p:bldP spid="8" grpId="0"/>
      <p:bldP spid="9" grpId="0" animBg="1"/>
      <p:bldP spid="10" grpId="0"/>
    </p:bldLst>
  </p:timing>
</p:sld>
</file>

<file path=ppt/slides/slide37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4" name="组合 3">
            <a:extLst>
              <a:ext uri="{FF2B5EF4-FFF2-40B4-BE49-F238E27FC236}">
                <a16:creationId xmlns:a16="http://schemas.microsoft.com/office/drawing/2014/main" id="{9A1EA9F2-FCB6-48C3-935F-7AE7E3AD14AC}"/>
              </a:ext>
            </a:extLst>
          </p:cNvPr>
          <p:cNvGrpSpPr/>
          <p:nvPr/>
        </p:nvGrpSpPr>
        <p:grpSpPr>
          <a:xfrm>
            <a:off x="304800" y="749300"/>
            <a:ext cx="6192344" cy="400110"/>
            <a:chOff x="424117" y="898245"/>
            <a:chExt cx="6192344" cy="400110"/>
          </a:xfrm>
        </p:grpSpPr>
        <p:sp>
          <p:nvSpPr>
            <p:cNvPr id="2" name="平行四边形 1">
              <a:extLst>
                <a:ext uri="{FF2B5EF4-FFF2-40B4-BE49-F238E27FC236}">
                  <a16:creationId xmlns:a16="http://schemas.microsoft.com/office/drawing/2014/main" id="{1F5BAA3F-9845-4F89-A2DD-8222D3E4EDAC}"/>
                </a:ext>
              </a:extLst>
            </p:cNvPr>
            <p:cNvSpPr/>
            <p:nvPr/>
          </p:nvSpPr>
          <p:spPr>
            <a:xfrm>
              <a:off x="424117" y="898245"/>
              <a:ext cx="628306" cy="387090"/>
            </a:xfrm>
            <a:prstGeom prst="parallelogram">
              <a:avLst/>
            </a:prstGeom>
            <a:solidFill>
              <a:schemeClr val="accent3">
                <a:lumMod val="75000"/>
              </a:schemeClr>
            </a:solidFill>
            <a:ln>
              <a:solidFill>
                <a:schemeClr val="accent3">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CN" sz="2200" dirty="0">
                  <a:latin typeface="Impact" panose="020B0806030902050204" pitchFamily="34" charset="0"/>
                </a:rPr>
                <a:t>01</a:t>
              </a:r>
              <a:endParaRPr lang="zh-CN" altLang="en-US" sz="2200" dirty="0">
                <a:latin typeface="Impact" panose="020B0806030902050204" pitchFamily="34" charset="0"/>
              </a:endParaRPr>
            </a:p>
          </p:txBody>
        </p:sp>
        <p:sp>
          <p:nvSpPr>
            <p:cNvPr id="3" name="文本框 2">
              <a:extLst>
                <a:ext uri="{FF2B5EF4-FFF2-40B4-BE49-F238E27FC236}">
                  <a16:creationId xmlns:a16="http://schemas.microsoft.com/office/drawing/2014/main" id="{4D6BD736-A4D3-4F26-AFED-36E11F50F70B}"/>
                </a:ext>
              </a:extLst>
            </p:cNvPr>
            <p:cNvSpPr txBox="1"/>
            <p:nvPr/>
          </p:nvSpPr>
          <p:spPr>
            <a:xfrm>
              <a:off x="1052423" y="898245"/>
              <a:ext cx="5564038" cy="400110"/>
            </a:xfrm>
            <a:prstGeom prst="rect">
              <a:avLst/>
            </a:prstGeom>
            <a:noFill/>
          </p:spPr>
          <p:txBody>
            <a:bodyPr wrap="square" rtlCol="0">
              <a:spAutoFit/>
            </a:bodyPr>
            <a:lstStyle/>
            <a:p>
              <a:r>
                <a:rPr lang="zh-CN" altLang="en-US" sz="2000" b="1" dirty="0"/>
                <a:t>扩展站点与集线器之间的距离</a:t>
              </a:r>
              <a:endParaRPr lang="en-US" altLang="zh-CN" sz="2000" b="1" dirty="0"/>
            </a:p>
          </p:txBody>
        </p:sp>
      </p:grpSp>
      <p:sp>
        <p:nvSpPr>
          <p:cNvPr id="79" name="矩形 78">
            <a:extLst>
              <a:ext uri="{FF2B5EF4-FFF2-40B4-BE49-F238E27FC236}">
                <a16:creationId xmlns:a16="http://schemas.microsoft.com/office/drawing/2014/main" id="{2804D1F4-F466-444D-AB07-F101362C1E61}"/>
              </a:ext>
            </a:extLst>
          </p:cNvPr>
          <p:cNvSpPr/>
          <p:nvPr/>
        </p:nvSpPr>
        <p:spPr>
          <a:xfrm>
            <a:off x="1056633" y="1335374"/>
            <a:ext cx="256976" cy="256976"/>
          </a:xfrm>
          <a:prstGeom prst="rect">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80" name="íşlïḍè">
            <a:extLst>
              <a:ext uri="{FF2B5EF4-FFF2-40B4-BE49-F238E27FC236}">
                <a16:creationId xmlns:a16="http://schemas.microsoft.com/office/drawing/2014/main" id="{667FD754-DAA6-4179-AE61-F0DA86843747}"/>
              </a:ext>
            </a:extLst>
          </p:cNvPr>
          <p:cNvSpPr txBox="1"/>
          <p:nvPr/>
        </p:nvSpPr>
        <p:spPr>
          <a:xfrm>
            <a:off x="1373860" y="1281052"/>
            <a:ext cx="10513339" cy="655323"/>
          </a:xfrm>
          <a:prstGeom prst="rect">
            <a:avLst/>
          </a:prstGeom>
          <a:noFill/>
        </p:spPr>
        <p:txBody>
          <a:bodyPr wrap="square" lIns="91440" tIns="45720" rIns="91440" bIns="45720" anchor="ctr">
            <a:noAutofit/>
          </a:bodyPr>
          <a:lstStyle/>
          <a:p>
            <a:r>
              <a:rPr lang="zh-CN" altLang="en-US" b="1" dirty="0">
                <a:latin typeface="Arial Narrow" panose="020B0606020202030204" pitchFamily="34" charset="0"/>
              </a:rPr>
              <a:t>随着使用双绞线和集线器的</a:t>
            </a:r>
            <a:r>
              <a:rPr lang="en-US" altLang="zh-CN" b="1" dirty="0">
                <a:latin typeface="Arial Narrow" panose="020B0606020202030204" pitchFamily="34" charset="0"/>
              </a:rPr>
              <a:t>10BASE-T</a:t>
            </a:r>
            <a:r>
              <a:rPr lang="zh-CN" altLang="en-US" b="1" dirty="0">
                <a:latin typeface="Arial Narrow" panose="020B0606020202030204" pitchFamily="34" charset="0"/>
              </a:rPr>
              <a:t>星型以太网成为以太网的主流类型，扩展网络覆盖范围就很少使用转发器了。</a:t>
            </a:r>
          </a:p>
        </p:txBody>
      </p:sp>
      <p:grpSp>
        <p:nvGrpSpPr>
          <p:cNvPr id="36" name="组合 35">
            <a:extLst>
              <a:ext uri="{FF2B5EF4-FFF2-40B4-BE49-F238E27FC236}">
                <a16:creationId xmlns:a16="http://schemas.microsoft.com/office/drawing/2014/main" id="{B957E1E1-C25D-422D-9E13-483394407AC4}"/>
              </a:ext>
            </a:extLst>
          </p:cNvPr>
          <p:cNvGrpSpPr/>
          <p:nvPr/>
        </p:nvGrpSpPr>
        <p:grpSpPr>
          <a:xfrm>
            <a:off x="7353528" y="3169318"/>
            <a:ext cx="3093128" cy="3142903"/>
            <a:chOff x="7353528" y="3169318"/>
            <a:chExt cx="3093128" cy="3142903"/>
          </a:xfrm>
        </p:grpSpPr>
        <p:cxnSp>
          <p:nvCxnSpPr>
            <p:cNvPr id="24" name="直接连接符 23">
              <a:extLst>
                <a:ext uri="{FF2B5EF4-FFF2-40B4-BE49-F238E27FC236}">
                  <a16:creationId xmlns:a16="http://schemas.microsoft.com/office/drawing/2014/main" id="{EAE11BE8-EF62-4EEB-A755-B9CF6A71FEBA}"/>
                </a:ext>
              </a:extLst>
            </p:cNvPr>
            <p:cNvCxnSpPr>
              <a:cxnSpLocks/>
            </p:cNvCxnSpPr>
            <p:nvPr/>
          </p:nvCxnSpPr>
          <p:spPr>
            <a:xfrm>
              <a:off x="8258894" y="3810400"/>
              <a:ext cx="1894333" cy="0"/>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1" name="直接连接符 30">
              <a:extLst>
                <a:ext uri="{FF2B5EF4-FFF2-40B4-BE49-F238E27FC236}">
                  <a16:creationId xmlns:a16="http://schemas.microsoft.com/office/drawing/2014/main" id="{99ADB27B-307C-44CD-AA93-3A0E031B5F4D}"/>
                </a:ext>
              </a:extLst>
            </p:cNvPr>
            <p:cNvCxnSpPr>
              <a:cxnSpLocks/>
            </p:cNvCxnSpPr>
            <p:nvPr/>
          </p:nvCxnSpPr>
          <p:spPr>
            <a:xfrm>
              <a:off x="8258894" y="5744187"/>
              <a:ext cx="1894333" cy="0"/>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grpSp>
          <p:nvGrpSpPr>
            <p:cNvPr id="21" name="组合 20">
              <a:extLst>
                <a:ext uri="{FF2B5EF4-FFF2-40B4-BE49-F238E27FC236}">
                  <a16:creationId xmlns:a16="http://schemas.microsoft.com/office/drawing/2014/main" id="{913FB552-A8DE-480B-A44B-E5B752F61EF6}"/>
                </a:ext>
              </a:extLst>
            </p:cNvPr>
            <p:cNvGrpSpPr/>
            <p:nvPr/>
          </p:nvGrpSpPr>
          <p:grpSpPr>
            <a:xfrm>
              <a:off x="7353528" y="3169318"/>
              <a:ext cx="1271647" cy="3142903"/>
              <a:chOff x="7224835" y="3108459"/>
              <a:chExt cx="1271647" cy="3142903"/>
            </a:xfrm>
          </p:grpSpPr>
          <p:cxnSp>
            <p:nvCxnSpPr>
              <p:cNvPr id="17" name="直接连接符 16">
                <a:extLst>
                  <a:ext uri="{FF2B5EF4-FFF2-40B4-BE49-F238E27FC236}">
                    <a16:creationId xmlns:a16="http://schemas.microsoft.com/office/drawing/2014/main" id="{779B40C6-08A6-47FD-8B41-304A43D2F5BC}"/>
                  </a:ext>
                </a:extLst>
              </p:cNvPr>
              <p:cNvCxnSpPr>
                <a:stCxn id="18" idx="2"/>
              </p:cNvCxnSpPr>
              <p:nvPr/>
            </p:nvCxnSpPr>
            <p:spPr>
              <a:xfrm>
                <a:off x="8143747" y="3749541"/>
                <a:ext cx="0" cy="2181280"/>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pic>
            <p:nvPicPr>
              <p:cNvPr id="18" name="图形 10">
                <a:extLst>
                  <a:ext uri="{FF2B5EF4-FFF2-40B4-BE49-F238E27FC236}">
                    <a16:creationId xmlns:a16="http://schemas.microsoft.com/office/drawing/2014/main" id="{8F0781B9-669C-4677-9C74-4F76DF0190B2}"/>
                  </a:ext>
                </a:extLst>
              </p:cNvPr>
              <p:cNvPicPr>
                <a:picLocks noChangeAspect="1"/>
              </p:cNvPicPr>
              <p:nvPr/>
            </p:nvPicPr>
            <p:blipFill>
              <a:blip r:embed="rId3">
                <a:extLst>
                  <a:ext uri="{28A0092B-C50C-407E-A947-70E740481C1C}">
                    <a14:useLocalDpi xmlns:a14="http://schemas.microsoft.com/office/drawing/2010/main" val="0"/>
                  </a:ext>
                  <a:ext uri="{96DAC541-7B7A-43D3-8B79-37D633B846F1}">
                    <asvg:svgBlip xmlns:asvg="http://schemas.microsoft.com/office/drawing/2016/SVG/main" r:embed="rId4"/>
                  </a:ext>
                </a:extLst>
              </a:blip>
              <a:stretch>
                <a:fillRect/>
              </a:stretch>
            </p:blipFill>
            <p:spPr>
              <a:xfrm>
                <a:off x="7812340" y="3108459"/>
                <a:ext cx="662814" cy="641082"/>
              </a:xfrm>
              <a:prstGeom prst="rect">
                <a:avLst/>
              </a:prstGeom>
            </p:spPr>
          </p:pic>
          <p:pic>
            <p:nvPicPr>
              <p:cNvPr id="19" name="图片 18" descr="文本&#10;&#10;描述已自动生成">
                <a:extLst>
                  <a:ext uri="{FF2B5EF4-FFF2-40B4-BE49-F238E27FC236}">
                    <a16:creationId xmlns:a16="http://schemas.microsoft.com/office/drawing/2014/main" id="{3250A8A8-C960-4E29-B58D-8D929779E121}"/>
                  </a:ext>
                </a:extLst>
              </p:cNvPr>
              <p:cNvPicPr>
                <a:picLocks noChangeAspect="1"/>
              </p:cNvPicPr>
              <p:nvPr/>
            </p:nvPicPr>
            <p:blipFill>
              <a:blip r:embed="rId5">
                <a:extLst>
                  <a:ext uri="{28A0092B-C50C-407E-A947-70E740481C1C}">
                    <a14:useLocalDpi xmlns:a14="http://schemas.microsoft.com/office/drawing/2010/main" val="0"/>
                  </a:ext>
                </a:extLst>
              </a:blip>
              <a:stretch>
                <a:fillRect/>
              </a:stretch>
            </p:blipFill>
            <p:spPr>
              <a:xfrm>
                <a:off x="7791012" y="4349221"/>
                <a:ext cx="705470" cy="661378"/>
              </a:xfrm>
              <a:prstGeom prst="rect">
                <a:avLst/>
              </a:prstGeom>
            </p:spPr>
          </p:pic>
          <p:pic>
            <p:nvPicPr>
              <p:cNvPr id="20" name="图形 10">
                <a:extLst>
                  <a:ext uri="{FF2B5EF4-FFF2-40B4-BE49-F238E27FC236}">
                    <a16:creationId xmlns:a16="http://schemas.microsoft.com/office/drawing/2014/main" id="{D6B85D70-6687-444D-846A-FBAC03C7EA88}"/>
                  </a:ext>
                </a:extLst>
              </p:cNvPr>
              <p:cNvPicPr>
                <a:picLocks noChangeAspect="1"/>
              </p:cNvPicPr>
              <p:nvPr/>
            </p:nvPicPr>
            <p:blipFill>
              <a:blip r:embed="rId3">
                <a:extLst>
                  <a:ext uri="{28A0092B-C50C-407E-A947-70E740481C1C}">
                    <a14:useLocalDpi xmlns:a14="http://schemas.microsoft.com/office/drawing/2010/main" val="0"/>
                  </a:ext>
                  <a:ext uri="{96DAC541-7B7A-43D3-8B79-37D633B846F1}">
                    <asvg:svgBlip xmlns:asvg="http://schemas.microsoft.com/office/drawing/2016/SVG/main" r:embed="rId4"/>
                  </a:ext>
                </a:extLst>
              </a:blip>
              <a:stretch>
                <a:fillRect/>
              </a:stretch>
            </p:blipFill>
            <p:spPr>
              <a:xfrm>
                <a:off x="7684291" y="5610280"/>
                <a:ext cx="662814" cy="641082"/>
              </a:xfrm>
              <a:prstGeom prst="rect">
                <a:avLst/>
              </a:prstGeom>
            </p:spPr>
          </p:pic>
          <p:sp>
            <p:nvSpPr>
              <p:cNvPr id="23" name="íşlïḍè">
                <a:extLst>
                  <a:ext uri="{FF2B5EF4-FFF2-40B4-BE49-F238E27FC236}">
                    <a16:creationId xmlns:a16="http://schemas.microsoft.com/office/drawing/2014/main" id="{699FE868-7812-4D0E-821D-F2DE2756B818}"/>
                  </a:ext>
                </a:extLst>
              </p:cNvPr>
              <p:cNvSpPr txBox="1"/>
              <p:nvPr/>
            </p:nvSpPr>
            <p:spPr>
              <a:xfrm>
                <a:off x="7224835" y="4962078"/>
                <a:ext cx="918912" cy="655323"/>
              </a:xfrm>
              <a:prstGeom prst="rect">
                <a:avLst/>
              </a:prstGeom>
              <a:noFill/>
            </p:spPr>
            <p:txBody>
              <a:bodyPr wrap="square" lIns="91440" tIns="45720" rIns="91440" bIns="45720" anchor="ctr">
                <a:noAutofit/>
              </a:bodyPr>
              <a:lstStyle/>
              <a:p>
                <a:pPr algn="ctr"/>
                <a:r>
                  <a:rPr lang="zh-CN" altLang="en-US" b="1" dirty="0">
                    <a:latin typeface="Arial Narrow" panose="020B0606020202030204" pitchFamily="34" charset="0"/>
                  </a:rPr>
                  <a:t>集线器</a:t>
                </a:r>
                <a:endParaRPr lang="en-US" altLang="zh-CN" b="1" dirty="0">
                  <a:latin typeface="Arial Narrow" panose="020B0606020202030204" pitchFamily="34" charset="0"/>
                </a:endParaRPr>
              </a:p>
              <a:p>
                <a:pPr algn="ctr"/>
                <a:r>
                  <a:rPr lang="en-US" altLang="zh-CN" b="1" dirty="0">
                    <a:latin typeface="Arial Narrow" panose="020B0606020202030204" pitchFamily="34" charset="0"/>
                  </a:rPr>
                  <a:t>Hub</a:t>
                </a:r>
                <a:endParaRPr lang="zh-CN" altLang="en-US" b="1" dirty="0">
                  <a:latin typeface="Arial Narrow" panose="020B0606020202030204" pitchFamily="34" charset="0"/>
                </a:endParaRPr>
              </a:p>
            </p:txBody>
          </p:sp>
        </p:grpSp>
        <p:cxnSp>
          <p:nvCxnSpPr>
            <p:cNvPr id="28" name="直接连接符 27">
              <a:extLst>
                <a:ext uri="{FF2B5EF4-FFF2-40B4-BE49-F238E27FC236}">
                  <a16:creationId xmlns:a16="http://schemas.microsoft.com/office/drawing/2014/main" id="{B684C6C5-BD15-48CF-BA97-FAB5268A51E2}"/>
                </a:ext>
              </a:extLst>
            </p:cNvPr>
            <p:cNvCxnSpPr>
              <a:cxnSpLocks/>
            </p:cNvCxnSpPr>
            <p:nvPr/>
          </p:nvCxnSpPr>
          <p:spPr>
            <a:xfrm>
              <a:off x="8272439" y="4410080"/>
              <a:ext cx="790281" cy="0"/>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0" name="直接连接符 29">
              <a:extLst>
                <a:ext uri="{FF2B5EF4-FFF2-40B4-BE49-F238E27FC236}">
                  <a16:creationId xmlns:a16="http://schemas.microsoft.com/office/drawing/2014/main" id="{396C390A-3A40-47F2-9F79-26CF936596F5}"/>
                </a:ext>
              </a:extLst>
            </p:cNvPr>
            <p:cNvCxnSpPr>
              <a:cxnSpLocks/>
            </p:cNvCxnSpPr>
            <p:nvPr/>
          </p:nvCxnSpPr>
          <p:spPr>
            <a:xfrm>
              <a:off x="8272439" y="5071458"/>
              <a:ext cx="790281" cy="0"/>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9" name="直接箭头连接符 28">
              <a:extLst>
                <a:ext uri="{FF2B5EF4-FFF2-40B4-BE49-F238E27FC236}">
                  <a16:creationId xmlns:a16="http://schemas.microsoft.com/office/drawing/2014/main" id="{A0499E75-3059-44DC-B4EA-8D0918C60FE8}"/>
                </a:ext>
              </a:extLst>
            </p:cNvPr>
            <p:cNvCxnSpPr/>
            <p:nvPr/>
          </p:nvCxnSpPr>
          <p:spPr>
            <a:xfrm>
              <a:off x="8603847" y="3810400"/>
              <a:ext cx="0" cy="599680"/>
            </a:xfrm>
            <a:prstGeom prst="straightConnector1">
              <a:avLst/>
            </a:prstGeom>
            <a:ln w="12700">
              <a:solidFill>
                <a:schemeClr val="tx1"/>
              </a:solidFill>
              <a:headEnd type="triangle"/>
              <a:tailEnd type="triangle"/>
            </a:ln>
          </p:spPr>
          <p:style>
            <a:lnRef idx="1">
              <a:schemeClr val="accent1"/>
            </a:lnRef>
            <a:fillRef idx="0">
              <a:schemeClr val="accent1"/>
            </a:fillRef>
            <a:effectRef idx="0">
              <a:schemeClr val="accent1"/>
            </a:effectRef>
            <a:fontRef idx="minor">
              <a:schemeClr val="tx1"/>
            </a:fontRef>
          </p:style>
        </p:cxnSp>
        <p:cxnSp>
          <p:nvCxnSpPr>
            <p:cNvPr id="34" name="直接箭头连接符 33">
              <a:extLst>
                <a:ext uri="{FF2B5EF4-FFF2-40B4-BE49-F238E27FC236}">
                  <a16:creationId xmlns:a16="http://schemas.microsoft.com/office/drawing/2014/main" id="{A71397A7-5B37-4B83-9F5D-20FB0DEE25F4}"/>
                </a:ext>
              </a:extLst>
            </p:cNvPr>
            <p:cNvCxnSpPr>
              <a:cxnSpLocks/>
            </p:cNvCxnSpPr>
            <p:nvPr/>
          </p:nvCxnSpPr>
          <p:spPr>
            <a:xfrm>
              <a:off x="8616729" y="5078580"/>
              <a:ext cx="0" cy="665607"/>
            </a:xfrm>
            <a:prstGeom prst="straightConnector1">
              <a:avLst/>
            </a:prstGeom>
            <a:ln w="12700">
              <a:solidFill>
                <a:schemeClr val="tx1"/>
              </a:solidFill>
              <a:headEnd type="triangle"/>
              <a:tailEnd type="triangle"/>
            </a:ln>
          </p:spPr>
          <p:style>
            <a:lnRef idx="1">
              <a:schemeClr val="accent1"/>
            </a:lnRef>
            <a:fillRef idx="0">
              <a:schemeClr val="accent1"/>
            </a:fillRef>
            <a:effectRef idx="0">
              <a:schemeClr val="accent1"/>
            </a:effectRef>
            <a:fontRef idx="minor">
              <a:schemeClr val="tx1"/>
            </a:fontRef>
          </p:style>
        </p:cxnSp>
        <p:sp>
          <p:nvSpPr>
            <p:cNvPr id="33" name="文本框 32">
              <a:extLst>
                <a:ext uri="{FF2B5EF4-FFF2-40B4-BE49-F238E27FC236}">
                  <a16:creationId xmlns:a16="http://schemas.microsoft.com/office/drawing/2014/main" id="{FE1F3DF8-C421-4E1C-982B-116F36F9C815}"/>
                </a:ext>
              </a:extLst>
            </p:cNvPr>
            <p:cNvSpPr txBox="1"/>
            <p:nvPr/>
          </p:nvSpPr>
          <p:spPr>
            <a:xfrm>
              <a:off x="8603846" y="3927021"/>
              <a:ext cx="902569" cy="369332"/>
            </a:xfrm>
            <a:prstGeom prst="rect">
              <a:avLst/>
            </a:prstGeom>
            <a:noFill/>
          </p:spPr>
          <p:txBody>
            <a:bodyPr wrap="square" rtlCol="0">
              <a:spAutoFit/>
            </a:bodyPr>
            <a:lstStyle/>
            <a:p>
              <a:pPr algn="ctr"/>
              <a:r>
                <a:rPr lang="en-US" altLang="zh-CN" dirty="0"/>
                <a:t>100m</a:t>
              </a:r>
              <a:endParaRPr lang="zh-CN" altLang="en-US" dirty="0"/>
            </a:p>
          </p:txBody>
        </p:sp>
        <p:sp>
          <p:nvSpPr>
            <p:cNvPr id="37" name="文本框 36">
              <a:extLst>
                <a:ext uri="{FF2B5EF4-FFF2-40B4-BE49-F238E27FC236}">
                  <a16:creationId xmlns:a16="http://schemas.microsoft.com/office/drawing/2014/main" id="{0A28A6CB-B028-41A0-A55F-22065375452B}"/>
                </a:ext>
              </a:extLst>
            </p:cNvPr>
            <p:cNvSpPr txBox="1"/>
            <p:nvPr/>
          </p:nvSpPr>
          <p:spPr>
            <a:xfrm>
              <a:off x="8603846" y="5226717"/>
              <a:ext cx="902569" cy="369332"/>
            </a:xfrm>
            <a:prstGeom prst="rect">
              <a:avLst/>
            </a:prstGeom>
            <a:noFill/>
          </p:spPr>
          <p:txBody>
            <a:bodyPr wrap="square" rtlCol="0">
              <a:spAutoFit/>
            </a:bodyPr>
            <a:lstStyle/>
            <a:p>
              <a:pPr algn="ctr"/>
              <a:r>
                <a:rPr lang="en-US" altLang="zh-CN" dirty="0"/>
                <a:t>100m</a:t>
              </a:r>
              <a:endParaRPr lang="zh-CN" altLang="en-US" dirty="0"/>
            </a:p>
          </p:txBody>
        </p:sp>
        <p:cxnSp>
          <p:nvCxnSpPr>
            <p:cNvPr id="38" name="直接箭头连接符 37">
              <a:extLst>
                <a:ext uri="{FF2B5EF4-FFF2-40B4-BE49-F238E27FC236}">
                  <a16:creationId xmlns:a16="http://schemas.microsoft.com/office/drawing/2014/main" id="{89FE7FDA-F3EC-4332-BB9F-2411B272E65E}"/>
                </a:ext>
              </a:extLst>
            </p:cNvPr>
            <p:cNvCxnSpPr>
              <a:cxnSpLocks/>
            </p:cNvCxnSpPr>
            <p:nvPr/>
          </p:nvCxnSpPr>
          <p:spPr>
            <a:xfrm>
              <a:off x="9527742" y="3810400"/>
              <a:ext cx="0" cy="1933787"/>
            </a:xfrm>
            <a:prstGeom prst="straightConnector1">
              <a:avLst/>
            </a:prstGeom>
            <a:ln w="12700">
              <a:solidFill>
                <a:schemeClr val="tx1"/>
              </a:solidFill>
              <a:headEnd type="triangle"/>
              <a:tailEnd type="triangle"/>
            </a:ln>
          </p:spPr>
          <p:style>
            <a:lnRef idx="1">
              <a:schemeClr val="accent1"/>
            </a:lnRef>
            <a:fillRef idx="0">
              <a:schemeClr val="accent1"/>
            </a:fillRef>
            <a:effectRef idx="0">
              <a:schemeClr val="accent1"/>
            </a:effectRef>
            <a:fontRef idx="minor">
              <a:schemeClr val="tx1"/>
            </a:fontRef>
          </p:style>
        </p:cxnSp>
        <p:sp>
          <p:nvSpPr>
            <p:cNvPr id="40" name="文本框 39">
              <a:extLst>
                <a:ext uri="{FF2B5EF4-FFF2-40B4-BE49-F238E27FC236}">
                  <a16:creationId xmlns:a16="http://schemas.microsoft.com/office/drawing/2014/main" id="{F998302B-BD6B-44E8-A4D1-4FD299C72759}"/>
                </a:ext>
              </a:extLst>
            </p:cNvPr>
            <p:cNvSpPr txBox="1"/>
            <p:nvPr/>
          </p:nvSpPr>
          <p:spPr>
            <a:xfrm>
              <a:off x="9544087" y="4556103"/>
              <a:ext cx="902569" cy="369332"/>
            </a:xfrm>
            <a:prstGeom prst="rect">
              <a:avLst/>
            </a:prstGeom>
            <a:noFill/>
          </p:spPr>
          <p:txBody>
            <a:bodyPr wrap="square" rtlCol="0">
              <a:spAutoFit/>
            </a:bodyPr>
            <a:lstStyle/>
            <a:p>
              <a:pPr algn="ctr"/>
              <a:r>
                <a:rPr lang="en-US" altLang="zh-CN" dirty="0"/>
                <a:t>200m</a:t>
              </a:r>
              <a:endParaRPr lang="zh-CN" altLang="en-US" dirty="0"/>
            </a:p>
          </p:txBody>
        </p:sp>
      </p:grpSp>
      <p:sp>
        <p:nvSpPr>
          <p:cNvPr id="42" name="矩形 41">
            <a:extLst>
              <a:ext uri="{FF2B5EF4-FFF2-40B4-BE49-F238E27FC236}">
                <a16:creationId xmlns:a16="http://schemas.microsoft.com/office/drawing/2014/main" id="{909B1709-C33B-4A64-B838-C428DD4AA7D0}"/>
              </a:ext>
            </a:extLst>
          </p:cNvPr>
          <p:cNvSpPr/>
          <p:nvPr/>
        </p:nvSpPr>
        <p:spPr>
          <a:xfrm>
            <a:off x="1056634" y="2072411"/>
            <a:ext cx="256976" cy="256976"/>
          </a:xfrm>
          <a:prstGeom prst="rect">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43" name="íşlïḍè">
            <a:extLst>
              <a:ext uri="{FF2B5EF4-FFF2-40B4-BE49-F238E27FC236}">
                <a16:creationId xmlns:a16="http://schemas.microsoft.com/office/drawing/2014/main" id="{27F228DA-A35E-4BF0-91AD-3959D7B67B8A}"/>
              </a:ext>
            </a:extLst>
          </p:cNvPr>
          <p:cNvSpPr txBox="1"/>
          <p:nvPr/>
        </p:nvSpPr>
        <p:spPr>
          <a:xfrm>
            <a:off x="1373861" y="2018089"/>
            <a:ext cx="10513339" cy="655323"/>
          </a:xfrm>
          <a:prstGeom prst="rect">
            <a:avLst/>
          </a:prstGeom>
          <a:noFill/>
        </p:spPr>
        <p:txBody>
          <a:bodyPr wrap="square" lIns="91440" tIns="45720" rIns="91440" bIns="45720" anchor="ctr">
            <a:noAutofit/>
          </a:bodyPr>
          <a:lstStyle/>
          <a:p>
            <a:r>
              <a:rPr lang="en-US" altLang="zh-CN" b="1" dirty="0">
                <a:latin typeface="Arial Narrow" panose="020B0606020202030204" pitchFamily="34" charset="0"/>
              </a:rPr>
              <a:t>10BASE-T</a:t>
            </a:r>
            <a:r>
              <a:rPr lang="zh-CN" altLang="en-US" b="1" dirty="0">
                <a:latin typeface="Arial Narrow" panose="020B0606020202030204" pitchFamily="34" charset="0"/>
              </a:rPr>
              <a:t>星型以太网中每个站点到集线器的距离不能超过</a:t>
            </a:r>
            <a:r>
              <a:rPr lang="en-US" altLang="zh-CN" b="1" dirty="0">
                <a:latin typeface="Arial Narrow" panose="020B0606020202030204" pitchFamily="34" charset="0"/>
              </a:rPr>
              <a:t>100m</a:t>
            </a:r>
            <a:r>
              <a:rPr lang="zh-CN" altLang="en-US" b="1" dirty="0">
                <a:latin typeface="Arial Narrow" panose="020B0606020202030204" pitchFamily="34" charset="0"/>
              </a:rPr>
              <a:t>，因此两站点间的通信距离最大不能超过</a:t>
            </a:r>
            <a:r>
              <a:rPr lang="en-US" altLang="zh-CN" b="1" dirty="0">
                <a:latin typeface="Arial Narrow" panose="020B0606020202030204" pitchFamily="34" charset="0"/>
              </a:rPr>
              <a:t>200m</a:t>
            </a:r>
            <a:r>
              <a:rPr lang="zh-CN" altLang="en-US" b="1" dirty="0">
                <a:latin typeface="Arial Narrow" panose="020B0606020202030204" pitchFamily="34" charset="0"/>
              </a:rPr>
              <a:t>。</a:t>
            </a:r>
          </a:p>
        </p:txBody>
      </p:sp>
    </p:spTree>
    <p:custDataLst>
      <p:tags r:id="rId1"/>
    </p:custDataLst>
    <p:extLst>
      <p:ext uri="{BB962C8B-B14F-4D97-AF65-F5344CB8AC3E}">
        <p14:creationId xmlns:p14="http://schemas.microsoft.com/office/powerpoint/2010/main" val="1974204769"/>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49" presetClass="entr" presetSubtype="0" decel="100000" fill="hold" grpId="0" nodeType="withEffect">
                                  <p:stCondLst>
                                    <p:cond delay="0"/>
                                  </p:stCondLst>
                                  <p:childTnLst>
                                    <p:set>
                                      <p:cBhvr>
                                        <p:cTn id="6" dur="1" fill="hold">
                                          <p:stCondLst>
                                            <p:cond delay="0"/>
                                          </p:stCondLst>
                                        </p:cTn>
                                        <p:tgtEl>
                                          <p:spTgt spid="79"/>
                                        </p:tgtEl>
                                        <p:attrNameLst>
                                          <p:attrName>style.visibility</p:attrName>
                                        </p:attrNameLst>
                                      </p:cBhvr>
                                      <p:to>
                                        <p:strVal val="visible"/>
                                      </p:to>
                                    </p:set>
                                    <p:anim calcmode="lin" valueType="num">
                                      <p:cBhvr>
                                        <p:cTn id="7" dur="500" fill="hold"/>
                                        <p:tgtEl>
                                          <p:spTgt spid="79"/>
                                        </p:tgtEl>
                                        <p:attrNameLst>
                                          <p:attrName>ppt_w</p:attrName>
                                        </p:attrNameLst>
                                      </p:cBhvr>
                                      <p:tavLst>
                                        <p:tav tm="0">
                                          <p:val>
                                            <p:fltVal val="0"/>
                                          </p:val>
                                        </p:tav>
                                        <p:tav tm="100000">
                                          <p:val>
                                            <p:strVal val="#ppt_w"/>
                                          </p:val>
                                        </p:tav>
                                      </p:tavLst>
                                    </p:anim>
                                    <p:anim calcmode="lin" valueType="num">
                                      <p:cBhvr>
                                        <p:cTn id="8" dur="500" fill="hold"/>
                                        <p:tgtEl>
                                          <p:spTgt spid="79"/>
                                        </p:tgtEl>
                                        <p:attrNameLst>
                                          <p:attrName>ppt_h</p:attrName>
                                        </p:attrNameLst>
                                      </p:cBhvr>
                                      <p:tavLst>
                                        <p:tav tm="0">
                                          <p:val>
                                            <p:fltVal val="0"/>
                                          </p:val>
                                        </p:tav>
                                        <p:tav tm="100000">
                                          <p:val>
                                            <p:strVal val="#ppt_h"/>
                                          </p:val>
                                        </p:tav>
                                      </p:tavLst>
                                    </p:anim>
                                    <p:anim calcmode="lin" valueType="num">
                                      <p:cBhvr>
                                        <p:cTn id="9" dur="500" fill="hold"/>
                                        <p:tgtEl>
                                          <p:spTgt spid="79"/>
                                        </p:tgtEl>
                                        <p:attrNameLst>
                                          <p:attrName>style.rotation</p:attrName>
                                        </p:attrNameLst>
                                      </p:cBhvr>
                                      <p:tavLst>
                                        <p:tav tm="0">
                                          <p:val>
                                            <p:fltVal val="360"/>
                                          </p:val>
                                        </p:tav>
                                        <p:tav tm="100000">
                                          <p:val>
                                            <p:fltVal val="0"/>
                                          </p:val>
                                        </p:tav>
                                      </p:tavLst>
                                    </p:anim>
                                    <p:animEffect transition="in" filter="fade">
                                      <p:cBhvr>
                                        <p:cTn id="10" dur="500"/>
                                        <p:tgtEl>
                                          <p:spTgt spid="79"/>
                                        </p:tgtEl>
                                      </p:cBhvr>
                                    </p:animEffect>
                                  </p:childTnLst>
                                </p:cTn>
                              </p:par>
                            </p:childTnLst>
                          </p:cTn>
                        </p:par>
                        <p:par>
                          <p:cTn id="11" fill="hold">
                            <p:stCondLst>
                              <p:cond delay="500"/>
                            </p:stCondLst>
                            <p:childTnLst>
                              <p:par>
                                <p:cTn id="12" presetID="1" presetClass="entr" presetSubtype="0" fill="hold" grpId="0" nodeType="afterEffect">
                                  <p:stCondLst>
                                    <p:cond delay="0"/>
                                  </p:stCondLst>
                                  <p:iterate type="lt">
                                    <p:tmAbs val="100"/>
                                  </p:iterate>
                                  <p:childTnLst>
                                    <p:set>
                                      <p:cBhvr>
                                        <p:cTn id="13" dur="1" fill="hold">
                                          <p:stCondLst>
                                            <p:cond delay="0"/>
                                          </p:stCondLst>
                                        </p:cTn>
                                        <p:tgtEl>
                                          <p:spTgt spid="80"/>
                                        </p:tgtEl>
                                        <p:attrNameLst>
                                          <p:attrName>style.visibility</p:attrName>
                                        </p:attrNameLst>
                                      </p:cBhvr>
                                      <p:to>
                                        <p:strVal val="visible"/>
                                      </p:to>
                                    </p:set>
                                  </p:childTnLst>
                                </p:cTn>
                              </p:par>
                            </p:childTnLst>
                          </p:cTn>
                        </p:par>
                      </p:childTnLst>
                    </p:cTn>
                  </p:par>
                  <p:par>
                    <p:cTn id="14" fill="hold">
                      <p:stCondLst>
                        <p:cond delay="indefinite"/>
                      </p:stCondLst>
                      <p:childTnLst>
                        <p:par>
                          <p:cTn id="15" fill="hold">
                            <p:stCondLst>
                              <p:cond delay="0"/>
                            </p:stCondLst>
                            <p:childTnLst>
                              <p:par>
                                <p:cTn id="16" presetID="49" presetClass="entr" presetSubtype="0" decel="100000" fill="hold" grpId="0" nodeType="clickEffect">
                                  <p:stCondLst>
                                    <p:cond delay="0"/>
                                  </p:stCondLst>
                                  <p:childTnLst>
                                    <p:set>
                                      <p:cBhvr>
                                        <p:cTn id="17" dur="1" fill="hold">
                                          <p:stCondLst>
                                            <p:cond delay="0"/>
                                          </p:stCondLst>
                                        </p:cTn>
                                        <p:tgtEl>
                                          <p:spTgt spid="42"/>
                                        </p:tgtEl>
                                        <p:attrNameLst>
                                          <p:attrName>style.visibility</p:attrName>
                                        </p:attrNameLst>
                                      </p:cBhvr>
                                      <p:to>
                                        <p:strVal val="visible"/>
                                      </p:to>
                                    </p:set>
                                    <p:anim calcmode="lin" valueType="num">
                                      <p:cBhvr>
                                        <p:cTn id="18" dur="500" fill="hold"/>
                                        <p:tgtEl>
                                          <p:spTgt spid="42"/>
                                        </p:tgtEl>
                                        <p:attrNameLst>
                                          <p:attrName>ppt_w</p:attrName>
                                        </p:attrNameLst>
                                      </p:cBhvr>
                                      <p:tavLst>
                                        <p:tav tm="0">
                                          <p:val>
                                            <p:fltVal val="0"/>
                                          </p:val>
                                        </p:tav>
                                        <p:tav tm="100000">
                                          <p:val>
                                            <p:strVal val="#ppt_w"/>
                                          </p:val>
                                        </p:tav>
                                      </p:tavLst>
                                    </p:anim>
                                    <p:anim calcmode="lin" valueType="num">
                                      <p:cBhvr>
                                        <p:cTn id="19" dur="500" fill="hold"/>
                                        <p:tgtEl>
                                          <p:spTgt spid="42"/>
                                        </p:tgtEl>
                                        <p:attrNameLst>
                                          <p:attrName>ppt_h</p:attrName>
                                        </p:attrNameLst>
                                      </p:cBhvr>
                                      <p:tavLst>
                                        <p:tav tm="0">
                                          <p:val>
                                            <p:fltVal val="0"/>
                                          </p:val>
                                        </p:tav>
                                        <p:tav tm="100000">
                                          <p:val>
                                            <p:strVal val="#ppt_h"/>
                                          </p:val>
                                        </p:tav>
                                      </p:tavLst>
                                    </p:anim>
                                    <p:anim calcmode="lin" valueType="num">
                                      <p:cBhvr>
                                        <p:cTn id="20" dur="500" fill="hold"/>
                                        <p:tgtEl>
                                          <p:spTgt spid="42"/>
                                        </p:tgtEl>
                                        <p:attrNameLst>
                                          <p:attrName>style.rotation</p:attrName>
                                        </p:attrNameLst>
                                      </p:cBhvr>
                                      <p:tavLst>
                                        <p:tav tm="0">
                                          <p:val>
                                            <p:fltVal val="360"/>
                                          </p:val>
                                        </p:tav>
                                        <p:tav tm="100000">
                                          <p:val>
                                            <p:fltVal val="0"/>
                                          </p:val>
                                        </p:tav>
                                      </p:tavLst>
                                    </p:anim>
                                    <p:animEffect transition="in" filter="fade">
                                      <p:cBhvr>
                                        <p:cTn id="21" dur="500"/>
                                        <p:tgtEl>
                                          <p:spTgt spid="42"/>
                                        </p:tgtEl>
                                      </p:cBhvr>
                                    </p:animEffect>
                                  </p:childTnLst>
                                </p:cTn>
                              </p:par>
                            </p:childTnLst>
                          </p:cTn>
                        </p:par>
                        <p:par>
                          <p:cTn id="22" fill="hold">
                            <p:stCondLst>
                              <p:cond delay="500"/>
                            </p:stCondLst>
                            <p:childTnLst>
                              <p:par>
                                <p:cTn id="23" presetID="1" presetClass="entr" presetSubtype="0" fill="hold" grpId="0" nodeType="afterEffect">
                                  <p:stCondLst>
                                    <p:cond delay="0"/>
                                  </p:stCondLst>
                                  <p:iterate type="lt">
                                    <p:tmAbs val="100"/>
                                  </p:iterate>
                                  <p:childTnLst>
                                    <p:set>
                                      <p:cBhvr>
                                        <p:cTn id="24" dur="1" fill="hold">
                                          <p:stCondLst>
                                            <p:cond delay="0"/>
                                          </p:stCondLst>
                                        </p:cTn>
                                        <p:tgtEl>
                                          <p:spTgt spid="43"/>
                                        </p:tgtEl>
                                        <p:attrNameLst>
                                          <p:attrName>style.visibility</p:attrName>
                                        </p:attrNameLst>
                                      </p:cBhvr>
                                      <p:to>
                                        <p:strVal val="visible"/>
                                      </p:to>
                                    </p:set>
                                  </p:childTnLst>
                                </p:cTn>
                              </p:par>
                              <p:par>
                                <p:cTn id="25" presetID="47" presetClass="entr" presetSubtype="0" fill="hold" nodeType="withEffect">
                                  <p:stCondLst>
                                    <p:cond delay="0"/>
                                  </p:stCondLst>
                                  <p:childTnLst>
                                    <p:set>
                                      <p:cBhvr>
                                        <p:cTn id="26" dur="1" fill="hold">
                                          <p:stCondLst>
                                            <p:cond delay="0"/>
                                          </p:stCondLst>
                                        </p:cTn>
                                        <p:tgtEl>
                                          <p:spTgt spid="36"/>
                                        </p:tgtEl>
                                        <p:attrNameLst>
                                          <p:attrName>style.visibility</p:attrName>
                                        </p:attrNameLst>
                                      </p:cBhvr>
                                      <p:to>
                                        <p:strVal val="visible"/>
                                      </p:to>
                                    </p:set>
                                    <p:animEffect transition="in" filter="fade">
                                      <p:cBhvr>
                                        <p:cTn id="27" dur="1000"/>
                                        <p:tgtEl>
                                          <p:spTgt spid="36"/>
                                        </p:tgtEl>
                                      </p:cBhvr>
                                    </p:animEffect>
                                    <p:anim calcmode="lin" valueType="num">
                                      <p:cBhvr>
                                        <p:cTn id="28" dur="1000" fill="hold"/>
                                        <p:tgtEl>
                                          <p:spTgt spid="36"/>
                                        </p:tgtEl>
                                        <p:attrNameLst>
                                          <p:attrName>ppt_x</p:attrName>
                                        </p:attrNameLst>
                                      </p:cBhvr>
                                      <p:tavLst>
                                        <p:tav tm="0">
                                          <p:val>
                                            <p:strVal val="#ppt_x"/>
                                          </p:val>
                                        </p:tav>
                                        <p:tav tm="100000">
                                          <p:val>
                                            <p:strVal val="#ppt_x"/>
                                          </p:val>
                                        </p:tav>
                                      </p:tavLst>
                                    </p:anim>
                                    <p:anim calcmode="lin" valueType="num">
                                      <p:cBhvr>
                                        <p:cTn id="29" dur="1000" fill="hold"/>
                                        <p:tgtEl>
                                          <p:spTgt spid="36"/>
                                        </p:tgtEl>
                                        <p:attrNameLst>
                                          <p:attrName>ppt_y</p:attrName>
                                        </p:attrNameLst>
                                      </p:cBhvr>
                                      <p:tavLst>
                                        <p:tav tm="0">
                                          <p:val>
                                            <p:strVal val="#ppt_y-.1"/>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79" grpId="0" animBg="1"/>
      <p:bldP spid="80" grpId="0"/>
      <p:bldP spid="42" grpId="0" animBg="1"/>
      <p:bldP spid="43" grpId="0"/>
    </p:bldLst>
  </p:timing>
</p:sld>
</file>

<file path=ppt/slides/slide37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7" name="组合 6">
            <a:extLst>
              <a:ext uri="{FF2B5EF4-FFF2-40B4-BE49-F238E27FC236}">
                <a16:creationId xmlns:a16="http://schemas.microsoft.com/office/drawing/2014/main" id="{B5BA2BFF-5C67-4034-B900-23EBCCC03431}"/>
              </a:ext>
            </a:extLst>
          </p:cNvPr>
          <p:cNvGrpSpPr/>
          <p:nvPr/>
        </p:nvGrpSpPr>
        <p:grpSpPr>
          <a:xfrm>
            <a:off x="3698387" y="4822840"/>
            <a:ext cx="2885542" cy="497398"/>
            <a:chOff x="3698387" y="4822840"/>
            <a:chExt cx="2885542" cy="497398"/>
          </a:xfrm>
        </p:grpSpPr>
        <p:cxnSp>
          <p:nvCxnSpPr>
            <p:cNvPr id="47" name="直接连接符 46">
              <a:extLst>
                <a:ext uri="{FF2B5EF4-FFF2-40B4-BE49-F238E27FC236}">
                  <a16:creationId xmlns:a16="http://schemas.microsoft.com/office/drawing/2014/main" id="{BBB72F71-5051-4C27-8B09-32B6661AD704}"/>
                </a:ext>
              </a:extLst>
            </p:cNvPr>
            <p:cNvCxnSpPr>
              <a:cxnSpLocks/>
            </p:cNvCxnSpPr>
            <p:nvPr/>
          </p:nvCxnSpPr>
          <p:spPr>
            <a:xfrm>
              <a:off x="3698387" y="4822840"/>
              <a:ext cx="0" cy="461818"/>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8" name="直接连接符 47">
              <a:extLst>
                <a:ext uri="{FF2B5EF4-FFF2-40B4-BE49-F238E27FC236}">
                  <a16:creationId xmlns:a16="http://schemas.microsoft.com/office/drawing/2014/main" id="{09175E41-48D2-4C6C-9B40-D8D09E7514E6}"/>
                </a:ext>
              </a:extLst>
            </p:cNvPr>
            <p:cNvCxnSpPr>
              <a:cxnSpLocks/>
            </p:cNvCxnSpPr>
            <p:nvPr/>
          </p:nvCxnSpPr>
          <p:spPr>
            <a:xfrm>
              <a:off x="6583929" y="4822840"/>
              <a:ext cx="0" cy="461818"/>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9" name="直接箭头连接符 48">
              <a:extLst>
                <a:ext uri="{FF2B5EF4-FFF2-40B4-BE49-F238E27FC236}">
                  <a16:creationId xmlns:a16="http://schemas.microsoft.com/office/drawing/2014/main" id="{5E592DDA-6D33-4286-9A8E-0949ADA24353}"/>
                </a:ext>
              </a:extLst>
            </p:cNvPr>
            <p:cNvCxnSpPr/>
            <p:nvPr/>
          </p:nvCxnSpPr>
          <p:spPr>
            <a:xfrm>
              <a:off x="3698387" y="5135572"/>
              <a:ext cx="2885542" cy="0"/>
            </a:xfrm>
            <a:prstGeom prst="straightConnector1">
              <a:avLst/>
            </a:prstGeom>
            <a:ln w="12700">
              <a:solidFill>
                <a:schemeClr val="tx1"/>
              </a:solidFill>
              <a:headEnd type="triangle"/>
              <a:tailEnd type="triangle"/>
            </a:ln>
          </p:spPr>
          <p:style>
            <a:lnRef idx="1">
              <a:schemeClr val="accent1"/>
            </a:lnRef>
            <a:fillRef idx="0">
              <a:schemeClr val="accent1"/>
            </a:fillRef>
            <a:effectRef idx="0">
              <a:schemeClr val="accent1"/>
            </a:effectRef>
            <a:fontRef idx="minor">
              <a:schemeClr val="tx1"/>
            </a:fontRef>
          </p:style>
        </p:cxnSp>
        <p:sp>
          <p:nvSpPr>
            <p:cNvPr id="50" name="文本框 49">
              <a:extLst>
                <a:ext uri="{FF2B5EF4-FFF2-40B4-BE49-F238E27FC236}">
                  <a16:creationId xmlns:a16="http://schemas.microsoft.com/office/drawing/2014/main" id="{2A1B52F0-3BAE-4D58-A84F-DF228F6B5200}"/>
                </a:ext>
              </a:extLst>
            </p:cNvPr>
            <p:cNvSpPr txBox="1"/>
            <p:nvPr/>
          </p:nvSpPr>
          <p:spPr>
            <a:xfrm>
              <a:off x="4409305" y="4950906"/>
              <a:ext cx="1484454" cy="369332"/>
            </a:xfrm>
            <a:prstGeom prst="rect">
              <a:avLst/>
            </a:prstGeom>
            <a:solidFill>
              <a:schemeClr val="bg1"/>
            </a:solidFill>
          </p:spPr>
          <p:txBody>
            <a:bodyPr wrap="square" rtlCol="0">
              <a:spAutoFit/>
            </a:bodyPr>
            <a:lstStyle/>
            <a:p>
              <a:pPr algn="ctr"/>
              <a:r>
                <a:rPr lang="en-US" altLang="zh-CN" b="1" dirty="0">
                  <a:latin typeface="Arial Narrow" panose="020B0606020202030204" pitchFamily="34" charset="0"/>
                </a:rPr>
                <a:t>1000m</a:t>
              </a:r>
              <a:r>
                <a:rPr lang="zh-CN" altLang="en-US" b="1" dirty="0">
                  <a:latin typeface="Arial Narrow" panose="020B0606020202030204" pitchFamily="34" charset="0"/>
                </a:rPr>
                <a:t>以上</a:t>
              </a:r>
            </a:p>
          </p:txBody>
        </p:sp>
      </p:grpSp>
      <p:grpSp>
        <p:nvGrpSpPr>
          <p:cNvPr id="6" name="组合 5">
            <a:extLst>
              <a:ext uri="{FF2B5EF4-FFF2-40B4-BE49-F238E27FC236}">
                <a16:creationId xmlns:a16="http://schemas.microsoft.com/office/drawing/2014/main" id="{C6D755D2-26E9-4511-AD68-695186694C37}"/>
              </a:ext>
            </a:extLst>
          </p:cNvPr>
          <p:cNvGrpSpPr/>
          <p:nvPr/>
        </p:nvGrpSpPr>
        <p:grpSpPr>
          <a:xfrm>
            <a:off x="2291409" y="3937671"/>
            <a:ext cx="5805260" cy="1077760"/>
            <a:chOff x="2291409" y="3937671"/>
            <a:chExt cx="5805260" cy="1077760"/>
          </a:xfrm>
        </p:grpSpPr>
        <p:cxnSp>
          <p:nvCxnSpPr>
            <p:cNvPr id="27" name="直接连接符 26">
              <a:extLst>
                <a:ext uri="{FF2B5EF4-FFF2-40B4-BE49-F238E27FC236}">
                  <a16:creationId xmlns:a16="http://schemas.microsoft.com/office/drawing/2014/main" id="{6924912C-ABFF-4A76-9C57-849A583F3B31}"/>
                </a:ext>
              </a:extLst>
            </p:cNvPr>
            <p:cNvCxnSpPr>
              <a:cxnSpLocks/>
            </p:cNvCxnSpPr>
            <p:nvPr/>
          </p:nvCxnSpPr>
          <p:spPr>
            <a:xfrm>
              <a:off x="7070101" y="4740769"/>
              <a:ext cx="1026568" cy="0"/>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sp>
          <p:nvSpPr>
            <p:cNvPr id="26" name="文本框 25">
              <a:extLst>
                <a:ext uri="{FF2B5EF4-FFF2-40B4-BE49-F238E27FC236}">
                  <a16:creationId xmlns:a16="http://schemas.microsoft.com/office/drawing/2014/main" id="{EE38CD9B-12DB-48F3-B284-310E08193921}"/>
                </a:ext>
              </a:extLst>
            </p:cNvPr>
            <p:cNvSpPr txBox="1"/>
            <p:nvPr/>
          </p:nvSpPr>
          <p:spPr>
            <a:xfrm>
              <a:off x="2808848" y="3937671"/>
              <a:ext cx="1392402" cy="646331"/>
            </a:xfrm>
            <a:prstGeom prst="rect">
              <a:avLst/>
            </a:prstGeom>
            <a:noFill/>
          </p:spPr>
          <p:txBody>
            <a:bodyPr wrap="square" rtlCol="0">
              <a:spAutoFit/>
            </a:bodyPr>
            <a:lstStyle/>
            <a:p>
              <a:pPr algn="ctr"/>
              <a:r>
                <a:rPr lang="zh-CN" altLang="en-US" b="1" dirty="0">
                  <a:latin typeface="+mn-ea"/>
                </a:rPr>
                <a:t>光纤</a:t>
              </a:r>
              <a:endParaRPr lang="en-US" altLang="zh-CN" b="1" dirty="0">
                <a:latin typeface="+mn-ea"/>
              </a:endParaRPr>
            </a:p>
            <a:p>
              <a:pPr algn="ctr"/>
              <a:r>
                <a:rPr lang="zh-CN" altLang="en-US" b="1" dirty="0">
                  <a:latin typeface="+mn-ea"/>
                </a:rPr>
                <a:t>调制解调器</a:t>
              </a:r>
            </a:p>
          </p:txBody>
        </p:sp>
        <p:cxnSp>
          <p:nvCxnSpPr>
            <p:cNvPr id="32" name="直接连接符 31">
              <a:extLst>
                <a:ext uri="{FF2B5EF4-FFF2-40B4-BE49-F238E27FC236}">
                  <a16:creationId xmlns:a16="http://schemas.microsoft.com/office/drawing/2014/main" id="{777B83ED-5588-4048-8342-00CC27E0E988}"/>
                </a:ext>
              </a:extLst>
            </p:cNvPr>
            <p:cNvCxnSpPr>
              <a:cxnSpLocks/>
            </p:cNvCxnSpPr>
            <p:nvPr/>
          </p:nvCxnSpPr>
          <p:spPr>
            <a:xfrm>
              <a:off x="2516842" y="4789934"/>
              <a:ext cx="81427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pic>
          <p:nvPicPr>
            <p:cNvPr id="35" name="图形 10">
              <a:extLst>
                <a:ext uri="{FF2B5EF4-FFF2-40B4-BE49-F238E27FC236}">
                  <a16:creationId xmlns:a16="http://schemas.microsoft.com/office/drawing/2014/main" id="{F3389D9D-AA68-46D9-8439-F5CAE4A28813}"/>
                </a:ext>
              </a:extLst>
            </p:cNvPr>
            <p:cNvPicPr>
              <a:picLocks noChangeAspect="1"/>
            </p:cNvPicPr>
            <p:nvPr/>
          </p:nvPicPr>
          <p:blipFill>
            <a:blip r:embed="rId3">
              <a:extLst>
                <a:ext uri="{28A0092B-C50C-407E-A947-70E740481C1C}">
                  <a14:useLocalDpi xmlns:a14="http://schemas.microsoft.com/office/drawing/2010/main" val="0"/>
                </a:ext>
                <a:ext uri="{96DAC541-7B7A-43D3-8B79-37D633B846F1}">
                  <asvg:svgBlip xmlns:asvg="http://schemas.microsoft.com/office/drawing/2016/SVG/main" r:embed="rId4"/>
                </a:ext>
              </a:extLst>
            </a:blip>
            <a:stretch>
              <a:fillRect/>
            </a:stretch>
          </p:blipFill>
          <p:spPr>
            <a:xfrm>
              <a:off x="2291409" y="4374349"/>
              <a:ext cx="662814" cy="641082"/>
            </a:xfrm>
            <a:prstGeom prst="rect">
              <a:avLst/>
            </a:prstGeom>
          </p:spPr>
        </p:pic>
        <p:cxnSp>
          <p:nvCxnSpPr>
            <p:cNvPr id="39" name="直接连接符 38">
              <a:extLst>
                <a:ext uri="{FF2B5EF4-FFF2-40B4-BE49-F238E27FC236}">
                  <a16:creationId xmlns:a16="http://schemas.microsoft.com/office/drawing/2014/main" id="{A8890D3D-831C-441B-9B3C-6342863B8E6E}"/>
                </a:ext>
              </a:extLst>
            </p:cNvPr>
            <p:cNvCxnSpPr>
              <a:cxnSpLocks/>
            </p:cNvCxnSpPr>
            <p:nvPr/>
          </p:nvCxnSpPr>
          <p:spPr>
            <a:xfrm>
              <a:off x="3453254" y="4789934"/>
              <a:ext cx="3181675" cy="0"/>
            </a:xfrm>
            <a:prstGeom prst="line">
              <a:avLst/>
            </a:prstGeom>
            <a:ln w="76200" cmpd="sng">
              <a:solidFill>
                <a:schemeClr val="tx1"/>
              </a:solidFill>
            </a:ln>
          </p:spPr>
          <p:style>
            <a:lnRef idx="1">
              <a:schemeClr val="accent1"/>
            </a:lnRef>
            <a:fillRef idx="0">
              <a:schemeClr val="accent1"/>
            </a:fillRef>
            <a:effectRef idx="0">
              <a:schemeClr val="accent1"/>
            </a:effectRef>
            <a:fontRef idx="minor">
              <a:schemeClr val="tx1"/>
            </a:fontRef>
          </p:style>
        </p:cxnSp>
        <p:pic>
          <p:nvPicPr>
            <p:cNvPr id="41" name="图片 40">
              <a:extLst>
                <a:ext uri="{FF2B5EF4-FFF2-40B4-BE49-F238E27FC236}">
                  <a16:creationId xmlns:a16="http://schemas.microsoft.com/office/drawing/2014/main" id="{E1E8FBBE-729A-42D7-839A-B8A044327086}"/>
                </a:ext>
              </a:extLst>
            </p:cNvPr>
            <p:cNvPicPr>
              <a:picLocks noChangeAspect="1"/>
            </p:cNvPicPr>
            <p:nvPr/>
          </p:nvPicPr>
          <p:blipFill>
            <a:blip r:embed="rId5">
              <a:extLst>
                <a:ext uri="{28A0092B-C50C-407E-A947-70E740481C1C}">
                  <a14:useLocalDpi xmlns:a14="http://schemas.microsoft.com/office/drawing/2010/main" val="0"/>
                </a:ext>
              </a:extLst>
            </a:blip>
            <a:stretch>
              <a:fillRect/>
            </a:stretch>
          </p:blipFill>
          <p:spPr>
            <a:xfrm>
              <a:off x="6561548" y="4563434"/>
              <a:ext cx="590632" cy="362001"/>
            </a:xfrm>
            <a:prstGeom prst="rect">
              <a:avLst/>
            </a:prstGeom>
          </p:spPr>
        </p:pic>
        <p:pic>
          <p:nvPicPr>
            <p:cNvPr id="44" name="图片 43">
              <a:extLst>
                <a:ext uri="{FF2B5EF4-FFF2-40B4-BE49-F238E27FC236}">
                  <a16:creationId xmlns:a16="http://schemas.microsoft.com/office/drawing/2014/main" id="{1366A23A-74F7-445A-A641-F6DB5120215B}"/>
                </a:ext>
              </a:extLst>
            </p:cNvPr>
            <p:cNvPicPr>
              <a:picLocks noChangeAspect="1"/>
            </p:cNvPicPr>
            <p:nvPr/>
          </p:nvPicPr>
          <p:blipFill>
            <a:blip r:embed="rId5">
              <a:extLst>
                <a:ext uri="{28A0092B-C50C-407E-A947-70E740481C1C}">
                  <a14:useLocalDpi xmlns:a14="http://schemas.microsoft.com/office/drawing/2010/main" val="0"/>
                </a:ext>
              </a:extLst>
            </a:blip>
            <a:stretch>
              <a:fillRect/>
            </a:stretch>
          </p:blipFill>
          <p:spPr>
            <a:xfrm>
              <a:off x="3159620" y="4560718"/>
              <a:ext cx="590632" cy="362001"/>
            </a:xfrm>
            <a:prstGeom prst="rect">
              <a:avLst/>
            </a:prstGeom>
          </p:spPr>
        </p:pic>
        <p:sp>
          <p:nvSpPr>
            <p:cNvPr id="45" name="文本框 44">
              <a:extLst>
                <a:ext uri="{FF2B5EF4-FFF2-40B4-BE49-F238E27FC236}">
                  <a16:creationId xmlns:a16="http://schemas.microsoft.com/office/drawing/2014/main" id="{635066AC-3BC0-4558-A972-630FD5D41BE3}"/>
                </a:ext>
              </a:extLst>
            </p:cNvPr>
            <p:cNvSpPr txBox="1"/>
            <p:nvPr/>
          </p:nvSpPr>
          <p:spPr>
            <a:xfrm>
              <a:off x="4606092" y="4371437"/>
              <a:ext cx="1122232" cy="369332"/>
            </a:xfrm>
            <a:prstGeom prst="rect">
              <a:avLst/>
            </a:prstGeom>
            <a:noFill/>
          </p:spPr>
          <p:txBody>
            <a:bodyPr wrap="square" rtlCol="0">
              <a:spAutoFit/>
            </a:bodyPr>
            <a:lstStyle/>
            <a:p>
              <a:pPr algn="ctr"/>
              <a:r>
                <a:rPr lang="zh-CN" altLang="en-US" b="1" dirty="0">
                  <a:latin typeface="+mn-ea"/>
                </a:rPr>
                <a:t>光纤</a:t>
              </a:r>
            </a:p>
          </p:txBody>
        </p:sp>
        <p:sp>
          <p:nvSpPr>
            <p:cNvPr id="46" name="文本框 45">
              <a:extLst>
                <a:ext uri="{FF2B5EF4-FFF2-40B4-BE49-F238E27FC236}">
                  <a16:creationId xmlns:a16="http://schemas.microsoft.com/office/drawing/2014/main" id="{9B468D63-61F6-4E9F-8112-72E5E47AF5FE}"/>
                </a:ext>
              </a:extLst>
            </p:cNvPr>
            <p:cNvSpPr txBox="1"/>
            <p:nvPr/>
          </p:nvSpPr>
          <p:spPr>
            <a:xfrm>
              <a:off x="6224176" y="3937671"/>
              <a:ext cx="1392402" cy="646331"/>
            </a:xfrm>
            <a:prstGeom prst="rect">
              <a:avLst/>
            </a:prstGeom>
            <a:noFill/>
          </p:spPr>
          <p:txBody>
            <a:bodyPr wrap="square" rtlCol="0">
              <a:spAutoFit/>
            </a:bodyPr>
            <a:lstStyle/>
            <a:p>
              <a:pPr algn="ctr"/>
              <a:r>
                <a:rPr lang="zh-CN" altLang="en-US" b="1" dirty="0">
                  <a:latin typeface="+mn-ea"/>
                </a:rPr>
                <a:t>光纤</a:t>
              </a:r>
              <a:endParaRPr lang="en-US" altLang="zh-CN" b="1" dirty="0">
                <a:latin typeface="+mn-ea"/>
              </a:endParaRPr>
            </a:p>
            <a:p>
              <a:pPr algn="ctr"/>
              <a:r>
                <a:rPr lang="zh-CN" altLang="en-US" b="1" dirty="0">
                  <a:latin typeface="+mn-ea"/>
                </a:rPr>
                <a:t>调制解调器</a:t>
              </a:r>
            </a:p>
          </p:txBody>
        </p:sp>
      </p:grpSp>
      <p:grpSp>
        <p:nvGrpSpPr>
          <p:cNvPr id="4" name="组合 3">
            <a:extLst>
              <a:ext uri="{FF2B5EF4-FFF2-40B4-BE49-F238E27FC236}">
                <a16:creationId xmlns:a16="http://schemas.microsoft.com/office/drawing/2014/main" id="{9A1EA9F2-FCB6-48C3-935F-7AE7E3AD14AC}"/>
              </a:ext>
            </a:extLst>
          </p:cNvPr>
          <p:cNvGrpSpPr/>
          <p:nvPr/>
        </p:nvGrpSpPr>
        <p:grpSpPr>
          <a:xfrm>
            <a:off x="304800" y="749300"/>
            <a:ext cx="6192344" cy="400110"/>
            <a:chOff x="424117" y="898245"/>
            <a:chExt cx="6192344" cy="400110"/>
          </a:xfrm>
        </p:grpSpPr>
        <p:sp>
          <p:nvSpPr>
            <p:cNvPr id="2" name="平行四边形 1">
              <a:extLst>
                <a:ext uri="{FF2B5EF4-FFF2-40B4-BE49-F238E27FC236}">
                  <a16:creationId xmlns:a16="http://schemas.microsoft.com/office/drawing/2014/main" id="{1F5BAA3F-9845-4F89-A2DD-8222D3E4EDAC}"/>
                </a:ext>
              </a:extLst>
            </p:cNvPr>
            <p:cNvSpPr/>
            <p:nvPr/>
          </p:nvSpPr>
          <p:spPr>
            <a:xfrm>
              <a:off x="424117" y="898245"/>
              <a:ext cx="628306" cy="387090"/>
            </a:xfrm>
            <a:prstGeom prst="parallelogram">
              <a:avLst/>
            </a:prstGeom>
            <a:solidFill>
              <a:schemeClr val="accent3">
                <a:lumMod val="75000"/>
              </a:schemeClr>
            </a:solidFill>
            <a:ln>
              <a:solidFill>
                <a:schemeClr val="accent3">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CN" sz="2200" dirty="0">
                  <a:latin typeface="Impact" panose="020B0806030902050204" pitchFamily="34" charset="0"/>
                </a:rPr>
                <a:t>01</a:t>
              </a:r>
              <a:endParaRPr lang="zh-CN" altLang="en-US" sz="2200" dirty="0">
                <a:latin typeface="Impact" panose="020B0806030902050204" pitchFamily="34" charset="0"/>
              </a:endParaRPr>
            </a:p>
          </p:txBody>
        </p:sp>
        <p:sp>
          <p:nvSpPr>
            <p:cNvPr id="3" name="文本框 2">
              <a:extLst>
                <a:ext uri="{FF2B5EF4-FFF2-40B4-BE49-F238E27FC236}">
                  <a16:creationId xmlns:a16="http://schemas.microsoft.com/office/drawing/2014/main" id="{4D6BD736-A4D3-4F26-AFED-36E11F50F70B}"/>
                </a:ext>
              </a:extLst>
            </p:cNvPr>
            <p:cNvSpPr txBox="1"/>
            <p:nvPr/>
          </p:nvSpPr>
          <p:spPr>
            <a:xfrm>
              <a:off x="1052423" y="898245"/>
              <a:ext cx="5564038" cy="400110"/>
            </a:xfrm>
            <a:prstGeom prst="rect">
              <a:avLst/>
            </a:prstGeom>
            <a:noFill/>
          </p:spPr>
          <p:txBody>
            <a:bodyPr wrap="square" rtlCol="0">
              <a:spAutoFit/>
            </a:bodyPr>
            <a:lstStyle/>
            <a:p>
              <a:r>
                <a:rPr lang="zh-CN" altLang="en-US" sz="2000" b="1" dirty="0"/>
                <a:t>扩展站点与集线器之间的距离</a:t>
              </a:r>
              <a:endParaRPr lang="en-US" altLang="zh-CN" sz="2000" b="1" dirty="0"/>
            </a:p>
          </p:txBody>
        </p:sp>
      </p:grpSp>
      <p:sp>
        <p:nvSpPr>
          <p:cNvPr id="79" name="矩形 78">
            <a:extLst>
              <a:ext uri="{FF2B5EF4-FFF2-40B4-BE49-F238E27FC236}">
                <a16:creationId xmlns:a16="http://schemas.microsoft.com/office/drawing/2014/main" id="{2804D1F4-F466-444D-AB07-F101362C1E61}"/>
              </a:ext>
            </a:extLst>
          </p:cNvPr>
          <p:cNvSpPr/>
          <p:nvPr/>
        </p:nvSpPr>
        <p:spPr>
          <a:xfrm>
            <a:off x="1056633" y="1335374"/>
            <a:ext cx="256976" cy="256976"/>
          </a:xfrm>
          <a:prstGeom prst="rect">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80" name="íşlïḍè">
            <a:extLst>
              <a:ext uri="{FF2B5EF4-FFF2-40B4-BE49-F238E27FC236}">
                <a16:creationId xmlns:a16="http://schemas.microsoft.com/office/drawing/2014/main" id="{667FD754-DAA6-4179-AE61-F0DA86843747}"/>
              </a:ext>
            </a:extLst>
          </p:cNvPr>
          <p:cNvSpPr txBox="1"/>
          <p:nvPr/>
        </p:nvSpPr>
        <p:spPr>
          <a:xfrm>
            <a:off x="1373860" y="1281053"/>
            <a:ext cx="10513339" cy="364264"/>
          </a:xfrm>
          <a:prstGeom prst="rect">
            <a:avLst/>
          </a:prstGeom>
          <a:noFill/>
        </p:spPr>
        <p:txBody>
          <a:bodyPr wrap="square" lIns="91440" tIns="45720" rIns="91440" bIns="45720" anchor="ctr">
            <a:noAutofit/>
          </a:bodyPr>
          <a:lstStyle/>
          <a:p>
            <a:r>
              <a:rPr lang="zh-CN" altLang="en-US" b="1" dirty="0">
                <a:latin typeface="Arial Narrow" panose="020B0606020202030204" pitchFamily="34" charset="0"/>
              </a:rPr>
              <a:t>在</a:t>
            </a:r>
            <a:r>
              <a:rPr lang="en-US" altLang="zh-CN" b="1" dirty="0">
                <a:latin typeface="Arial Narrow" panose="020B0606020202030204" pitchFamily="34" charset="0"/>
              </a:rPr>
              <a:t>10BASE-T</a:t>
            </a:r>
            <a:r>
              <a:rPr lang="zh-CN" altLang="en-US" b="1" dirty="0">
                <a:latin typeface="Arial Narrow" panose="020B0606020202030204" pitchFamily="34" charset="0"/>
              </a:rPr>
              <a:t>星型以太网中，可使用</a:t>
            </a:r>
            <a:r>
              <a:rPr lang="zh-CN" altLang="en-US" b="1" dirty="0">
                <a:solidFill>
                  <a:schemeClr val="accent1">
                    <a:lumMod val="75000"/>
                  </a:schemeClr>
                </a:solidFill>
                <a:latin typeface="Arial Narrow" panose="020B0606020202030204" pitchFamily="34" charset="0"/>
              </a:rPr>
              <a:t>光纤</a:t>
            </a:r>
            <a:r>
              <a:rPr lang="zh-CN" altLang="en-US" b="1" dirty="0">
                <a:latin typeface="Arial Narrow" panose="020B0606020202030204" pitchFamily="34" charset="0"/>
              </a:rPr>
              <a:t>和一对</a:t>
            </a:r>
            <a:r>
              <a:rPr lang="zh-CN" altLang="en-US" b="1" dirty="0">
                <a:solidFill>
                  <a:schemeClr val="accent1">
                    <a:lumMod val="75000"/>
                  </a:schemeClr>
                </a:solidFill>
                <a:latin typeface="Arial Narrow" panose="020B0606020202030204" pitchFamily="34" charset="0"/>
              </a:rPr>
              <a:t>光纤调制解调器</a:t>
            </a:r>
            <a:r>
              <a:rPr lang="zh-CN" altLang="en-US" b="1" dirty="0">
                <a:latin typeface="Arial Narrow" panose="020B0606020202030204" pitchFamily="34" charset="0"/>
              </a:rPr>
              <a:t>来</a:t>
            </a:r>
            <a:r>
              <a:rPr lang="zh-CN" altLang="en-US" b="1" dirty="0">
                <a:solidFill>
                  <a:schemeClr val="accent1">
                    <a:lumMod val="75000"/>
                  </a:schemeClr>
                </a:solidFill>
                <a:latin typeface="Arial Narrow" panose="020B0606020202030204" pitchFamily="34" charset="0"/>
              </a:rPr>
              <a:t>扩展站点与集线器之间的距离</a:t>
            </a:r>
            <a:r>
              <a:rPr lang="zh-CN" altLang="en-US" b="1" dirty="0">
                <a:latin typeface="Arial Narrow" panose="020B0606020202030204" pitchFamily="34" charset="0"/>
              </a:rPr>
              <a:t>。</a:t>
            </a:r>
          </a:p>
        </p:txBody>
      </p:sp>
      <p:grpSp>
        <p:nvGrpSpPr>
          <p:cNvPr id="36" name="组合 35">
            <a:extLst>
              <a:ext uri="{FF2B5EF4-FFF2-40B4-BE49-F238E27FC236}">
                <a16:creationId xmlns:a16="http://schemas.microsoft.com/office/drawing/2014/main" id="{B957E1E1-C25D-422D-9E13-483394407AC4}"/>
              </a:ext>
            </a:extLst>
          </p:cNvPr>
          <p:cNvGrpSpPr/>
          <p:nvPr/>
        </p:nvGrpSpPr>
        <p:grpSpPr>
          <a:xfrm>
            <a:off x="7353528" y="3169318"/>
            <a:ext cx="2799699" cy="3142903"/>
            <a:chOff x="7353528" y="3169318"/>
            <a:chExt cx="2799699" cy="3142903"/>
          </a:xfrm>
        </p:grpSpPr>
        <p:cxnSp>
          <p:nvCxnSpPr>
            <p:cNvPr id="24" name="直接连接符 23">
              <a:extLst>
                <a:ext uri="{FF2B5EF4-FFF2-40B4-BE49-F238E27FC236}">
                  <a16:creationId xmlns:a16="http://schemas.microsoft.com/office/drawing/2014/main" id="{EAE11BE8-EF62-4EEB-A755-B9CF6A71FEBA}"/>
                </a:ext>
              </a:extLst>
            </p:cNvPr>
            <p:cNvCxnSpPr>
              <a:cxnSpLocks/>
            </p:cNvCxnSpPr>
            <p:nvPr/>
          </p:nvCxnSpPr>
          <p:spPr>
            <a:xfrm>
              <a:off x="8258894" y="3810400"/>
              <a:ext cx="1894333" cy="0"/>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1" name="直接连接符 30">
              <a:extLst>
                <a:ext uri="{FF2B5EF4-FFF2-40B4-BE49-F238E27FC236}">
                  <a16:creationId xmlns:a16="http://schemas.microsoft.com/office/drawing/2014/main" id="{99ADB27B-307C-44CD-AA93-3A0E031B5F4D}"/>
                </a:ext>
              </a:extLst>
            </p:cNvPr>
            <p:cNvCxnSpPr>
              <a:cxnSpLocks/>
            </p:cNvCxnSpPr>
            <p:nvPr/>
          </p:nvCxnSpPr>
          <p:spPr>
            <a:xfrm>
              <a:off x="8258894" y="5744187"/>
              <a:ext cx="1894333" cy="0"/>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grpSp>
          <p:nvGrpSpPr>
            <p:cNvPr id="21" name="组合 20">
              <a:extLst>
                <a:ext uri="{FF2B5EF4-FFF2-40B4-BE49-F238E27FC236}">
                  <a16:creationId xmlns:a16="http://schemas.microsoft.com/office/drawing/2014/main" id="{913FB552-A8DE-480B-A44B-E5B752F61EF6}"/>
                </a:ext>
              </a:extLst>
            </p:cNvPr>
            <p:cNvGrpSpPr/>
            <p:nvPr/>
          </p:nvGrpSpPr>
          <p:grpSpPr>
            <a:xfrm>
              <a:off x="7353528" y="3169318"/>
              <a:ext cx="1271647" cy="3142903"/>
              <a:chOff x="7224835" y="3108459"/>
              <a:chExt cx="1271647" cy="3142903"/>
            </a:xfrm>
          </p:grpSpPr>
          <p:cxnSp>
            <p:nvCxnSpPr>
              <p:cNvPr id="17" name="直接连接符 16">
                <a:extLst>
                  <a:ext uri="{FF2B5EF4-FFF2-40B4-BE49-F238E27FC236}">
                    <a16:creationId xmlns:a16="http://schemas.microsoft.com/office/drawing/2014/main" id="{779B40C6-08A6-47FD-8B41-304A43D2F5BC}"/>
                  </a:ext>
                </a:extLst>
              </p:cNvPr>
              <p:cNvCxnSpPr>
                <a:stCxn id="18" idx="2"/>
              </p:cNvCxnSpPr>
              <p:nvPr/>
            </p:nvCxnSpPr>
            <p:spPr>
              <a:xfrm>
                <a:off x="8143747" y="3749541"/>
                <a:ext cx="0" cy="2181280"/>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pic>
            <p:nvPicPr>
              <p:cNvPr id="18" name="图形 10">
                <a:extLst>
                  <a:ext uri="{FF2B5EF4-FFF2-40B4-BE49-F238E27FC236}">
                    <a16:creationId xmlns:a16="http://schemas.microsoft.com/office/drawing/2014/main" id="{8F0781B9-669C-4677-9C74-4F76DF0190B2}"/>
                  </a:ext>
                </a:extLst>
              </p:cNvPr>
              <p:cNvPicPr>
                <a:picLocks noChangeAspect="1"/>
              </p:cNvPicPr>
              <p:nvPr/>
            </p:nvPicPr>
            <p:blipFill>
              <a:blip r:embed="rId3">
                <a:extLst>
                  <a:ext uri="{28A0092B-C50C-407E-A947-70E740481C1C}">
                    <a14:useLocalDpi xmlns:a14="http://schemas.microsoft.com/office/drawing/2010/main" val="0"/>
                  </a:ext>
                  <a:ext uri="{96DAC541-7B7A-43D3-8B79-37D633B846F1}">
                    <asvg:svgBlip xmlns:asvg="http://schemas.microsoft.com/office/drawing/2016/SVG/main" r:embed="rId4"/>
                  </a:ext>
                </a:extLst>
              </a:blip>
              <a:stretch>
                <a:fillRect/>
              </a:stretch>
            </p:blipFill>
            <p:spPr>
              <a:xfrm>
                <a:off x="7812340" y="3108459"/>
                <a:ext cx="662814" cy="641082"/>
              </a:xfrm>
              <a:prstGeom prst="rect">
                <a:avLst/>
              </a:prstGeom>
            </p:spPr>
          </p:pic>
          <p:pic>
            <p:nvPicPr>
              <p:cNvPr id="19" name="图片 18" descr="文本&#10;&#10;描述已自动生成">
                <a:extLst>
                  <a:ext uri="{FF2B5EF4-FFF2-40B4-BE49-F238E27FC236}">
                    <a16:creationId xmlns:a16="http://schemas.microsoft.com/office/drawing/2014/main" id="{3250A8A8-C960-4E29-B58D-8D929779E121}"/>
                  </a:ext>
                </a:extLst>
              </p:cNvPr>
              <p:cNvPicPr>
                <a:picLocks noChangeAspect="1"/>
              </p:cNvPicPr>
              <p:nvPr/>
            </p:nvPicPr>
            <p:blipFill>
              <a:blip r:embed="rId6">
                <a:extLst>
                  <a:ext uri="{28A0092B-C50C-407E-A947-70E740481C1C}">
                    <a14:useLocalDpi xmlns:a14="http://schemas.microsoft.com/office/drawing/2010/main" val="0"/>
                  </a:ext>
                </a:extLst>
              </a:blip>
              <a:stretch>
                <a:fillRect/>
              </a:stretch>
            </p:blipFill>
            <p:spPr>
              <a:xfrm>
                <a:off x="7791012" y="4349221"/>
                <a:ext cx="705470" cy="661378"/>
              </a:xfrm>
              <a:prstGeom prst="rect">
                <a:avLst/>
              </a:prstGeom>
            </p:spPr>
          </p:pic>
          <p:pic>
            <p:nvPicPr>
              <p:cNvPr id="20" name="图形 10">
                <a:extLst>
                  <a:ext uri="{FF2B5EF4-FFF2-40B4-BE49-F238E27FC236}">
                    <a16:creationId xmlns:a16="http://schemas.microsoft.com/office/drawing/2014/main" id="{D6B85D70-6687-444D-846A-FBAC03C7EA88}"/>
                  </a:ext>
                </a:extLst>
              </p:cNvPr>
              <p:cNvPicPr>
                <a:picLocks noChangeAspect="1"/>
              </p:cNvPicPr>
              <p:nvPr/>
            </p:nvPicPr>
            <p:blipFill>
              <a:blip r:embed="rId3">
                <a:extLst>
                  <a:ext uri="{28A0092B-C50C-407E-A947-70E740481C1C}">
                    <a14:useLocalDpi xmlns:a14="http://schemas.microsoft.com/office/drawing/2010/main" val="0"/>
                  </a:ext>
                  <a:ext uri="{96DAC541-7B7A-43D3-8B79-37D633B846F1}">
                    <asvg:svgBlip xmlns:asvg="http://schemas.microsoft.com/office/drawing/2016/SVG/main" r:embed="rId4"/>
                  </a:ext>
                </a:extLst>
              </a:blip>
              <a:stretch>
                <a:fillRect/>
              </a:stretch>
            </p:blipFill>
            <p:spPr>
              <a:xfrm>
                <a:off x="7684291" y="5610280"/>
                <a:ext cx="662814" cy="641082"/>
              </a:xfrm>
              <a:prstGeom prst="rect">
                <a:avLst/>
              </a:prstGeom>
            </p:spPr>
          </p:pic>
          <p:sp>
            <p:nvSpPr>
              <p:cNvPr id="23" name="íşlïḍè">
                <a:extLst>
                  <a:ext uri="{FF2B5EF4-FFF2-40B4-BE49-F238E27FC236}">
                    <a16:creationId xmlns:a16="http://schemas.microsoft.com/office/drawing/2014/main" id="{699FE868-7812-4D0E-821D-F2DE2756B818}"/>
                  </a:ext>
                </a:extLst>
              </p:cNvPr>
              <p:cNvSpPr txBox="1"/>
              <p:nvPr/>
            </p:nvSpPr>
            <p:spPr>
              <a:xfrm>
                <a:off x="7224835" y="4962078"/>
                <a:ext cx="918912" cy="655323"/>
              </a:xfrm>
              <a:prstGeom prst="rect">
                <a:avLst/>
              </a:prstGeom>
              <a:noFill/>
            </p:spPr>
            <p:txBody>
              <a:bodyPr wrap="square" lIns="91440" tIns="45720" rIns="91440" bIns="45720" anchor="ctr">
                <a:noAutofit/>
              </a:bodyPr>
              <a:lstStyle/>
              <a:p>
                <a:pPr algn="ctr"/>
                <a:r>
                  <a:rPr lang="zh-CN" altLang="en-US" b="1" dirty="0">
                    <a:latin typeface="Arial Narrow" panose="020B0606020202030204" pitchFamily="34" charset="0"/>
                  </a:rPr>
                  <a:t>集线器</a:t>
                </a:r>
                <a:endParaRPr lang="en-US" altLang="zh-CN" b="1" dirty="0">
                  <a:latin typeface="Arial Narrow" panose="020B0606020202030204" pitchFamily="34" charset="0"/>
                </a:endParaRPr>
              </a:p>
              <a:p>
                <a:pPr algn="ctr"/>
                <a:r>
                  <a:rPr lang="en-US" altLang="zh-CN" b="1" dirty="0">
                    <a:latin typeface="Arial Narrow" panose="020B0606020202030204" pitchFamily="34" charset="0"/>
                  </a:rPr>
                  <a:t>Hub</a:t>
                </a:r>
                <a:endParaRPr lang="zh-CN" altLang="en-US" b="1" dirty="0">
                  <a:latin typeface="Arial Narrow" panose="020B0606020202030204" pitchFamily="34" charset="0"/>
                </a:endParaRPr>
              </a:p>
            </p:txBody>
          </p:sp>
        </p:grpSp>
        <p:cxnSp>
          <p:nvCxnSpPr>
            <p:cNvPr id="28" name="直接连接符 27">
              <a:extLst>
                <a:ext uri="{FF2B5EF4-FFF2-40B4-BE49-F238E27FC236}">
                  <a16:creationId xmlns:a16="http://schemas.microsoft.com/office/drawing/2014/main" id="{B684C6C5-BD15-48CF-BA97-FAB5268A51E2}"/>
                </a:ext>
              </a:extLst>
            </p:cNvPr>
            <p:cNvCxnSpPr>
              <a:cxnSpLocks/>
            </p:cNvCxnSpPr>
            <p:nvPr/>
          </p:nvCxnSpPr>
          <p:spPr>
            <a:xfrm>
              <a:off x="8272439" y="4410080"/>
              <a:ext cx="790281" cy="0"/>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0" name="直接连接符 29">
              <a:extLst>
                <a:ext uri="{FF2B5EF4-FFF2-40B4-BE49-F238E27FC236}">
                  <a16:creationId xmlns:a16="http://schemas.microsoft.com/office/drawing/2014/main" id="{396C390A-3A40-47F2-9F79-26CF936596F5}"/>
                </a:ext>
              </a:extLst>
            </p:cNvPr>
            <p:cNvCxnSpPr>
              <a:cxnSpLocks/>
            </p:cNvCxnSpPr>
            <p:nvPr/>
          </p:nvCxnSpPr>
          <p:spPr>
            <a:xfrm>
              <a:off x="8272439" y="5071458"/>
              <a:ext cx="790281" cy="0"/>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9" name="直接箭头连接符 28">
              <a:extLst>
                <a:ext uri="{FF2B5EF4-FFF2-40B4-BE49-F238E27FC236}">
                  <a16:creationId xmlns:a16="http://schemas.microsoft.com/office/drawing/2014/main" id="{A0499E75-3059-44DC-B4EA-8D0918C60FE8}"/>
                </a:ext>
              </a:extLst>
            </p:cNvPr>
            <p:cNvCxnSpPr/>
            <p:nvPr/>
          </p:nvCxnSpPr>
          <p:spPr>
            <a:xfrm>
              <a:off x="8603847" y="3810400"/>
              <a:ext cx="0" cy="599680"/>
            </a:xfrm>
            <a:prstGeom prst="straightConnector1">
              <a:avLst/>
            </a:prstGeom>
            <a:ln w="12700">
              <a:solidFill>
                <a:schemeClr val="tx1"/>
              </a:solidFill>
              <a:headEnd type="triangle"/>
              <a:tailEnd type="triangle"/>
            </a:ln>
          </p:spPr>
          <p:style>
            <a:lnRef idx="1">
              <a:schemeClr val="accent1"/>
            </a:lnRef>
            <a:fillRef idx="0">
              <a:schemeClr val="accent1"/>
            </a:fillRef>
            <a:effectRef idx="0">
              <a:schemeClr val="accent1"/>
            </a:effectRef>
            <a:fontRef idx="minor">
              <a:schemeClr val="tx1"/>
            </a:fontRef>
          </p:style>
        </p:cxnSp>
        <p:cxnSp>
          <p:nvCxnSpPr>
            <p:cNvPr id="34" name="直接箭头连接符 33">
              <a:extLst>
                <a:ext uri="{FF2B5EF4-FFF2-40B4-BE49-F238E27FC236}">
                  <a16:creationId xmlns:a16="http://schemas.microsoft.com/office/drawing/2014/main" id="{A71397A7-5B37-4B83-9F5D-20FB0DEE25F4}"/>
                </a:ext>
              </a:extLst>
            </p:cNvPr>
            <p:cNvCxnSpPr>
              <a:cxnSpLocks/>
            </p:cNvCxnSpPr>
            <p:nvPr/>
          </p:nvCxnSpPr>
          <p:spPr>
            <a:xfrm>
              <a:off x="8616729" y="5078580"/>
              <a:ext cx="0" cy="665607"/>
            </a:xfrm>
            <a:prstGeom prst="straightConnector1">
              <a:avLst/>
            </a:prstGeom>
            <a:ln w="12700">
              <a:solidFill>
                <a:schemeClr val="tx1"/>
              </a:solidFill>
              <a:headEnd type="triangle"/>
              <a:tailEnd type="triangle"/>
            </a:ln>
          </p:spPr>
          <p:style>
            <a:lnRef idx="1">
              <a:schemeClr val="accent1"/>
            </a:lnRef>
            <a:fillRef idx="0">
              <a:schemeClr val="accent1"/>
            </a:fillRef>
            <a:effectRef idx="0">
              <a:schemeClr val="accent1"/>
            </a:effectRef>
            <a:fontRef idx="minor">
              <a:schemeClr val="tx1"/>
            </a:fontRef>
          </p:style>
        </p:cxnSp>
        <p:cxnSp>
          <p:nvCxnSpPr>
            <p:cNvPr id="38" name="直接箭头连接符 37">
              <a:extLst>
                <a:ext uri="{FF2B5EF4-FFF2-40B4-BE49-F238E27FC236}">
                  <a16:creationId xmlns:a16="http://schemas.microsoft.com/office/drawing/2014/main" id="{89FE7FDA-F3EC-4332-BB9F-2411B272E65E}"/>
                </a:ext>
              </a:extLst>
            </p:cNvPr>
            <p:cNvCxnSpPr>
              <a:cxnSpLocks/>
            </p:cNvCxnSpPr>
            <p:nvPr/>
          </p:nvCxnSpPr>
          <p:spPr>
            <a:xfrm>
              <a:off x="9527742" y="3810400"/>
              <a:ext cx="0" cy="1933787"/>
            </a:xfrm>
            <a:prstGeom prst="straightConnector1">
              <a:avLst/>
            </a:prstGeom>
            <a:ln w="12700">
              <a:solidFill>
                <a:schemeClr val="tx1"/>
              </a:solidFill>
              <a:headEnd type="triangle"/>
              <a:tailEnd type="triangle"/>
            </a:ln>
          </p:spPr>
          <p:style>
            <a:lnRef idx="1">
              <a:schemeClr val="accent1"/>
            </a:lnRef>
            <a:fillRef idx="0">
              <a:schemeClr val="accent1"/>
            </a:fillRef>
            <a:effectRef idx="0">
              <a:schemeClr val="accent1"/>
            </a:effectRef>
            <a:fontRef idx="minor">
              <a:schemeClr val="tx1"/>
            </a:fontRef>
          </p:style>
        </p:cxnSp>
      </p:grpSp>
      <p:sp>
        <p:nvSpPr>
          <p:cNvPr id="51" name="矩形 50">
            <a:extLst>
              <a:ext uri="{FF2B5EF4-FFF2-40B4-BE49-F238E27FC236}">
                <a16:creationId xmlns:a16="http://schemas.microsoft.com/office/drawing/2014/main" id="{F62AA5F8-5BE6-4FCA-94C6-761D4F753BF4}"/>
              </a:ext>
            </a:extLst>
          </p:cNvPr>
          <p:cNvSpPr/>
          <p:nvPr/>
        </p:nvSpPr>
        <p:spPr>
          <a:xfrm>
            <a:off x="1061032" y="2507438"/>
            <a:ext cx="256976" cy="256976"/>
          </a:xfrm>
          <a:prstGeom prst="rect">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52" name="íşlïḍè">
            <a:extLst>
              <a:ext uri="{FF2B5EF4-FFF2-40B4-BE49-F238E27FC236}">
                <a16:creationId xmlns:a16="http://schemas.microsoft.com/office/drawing/2014/main" id="{E076234E-44A7-415E-8843-E35FFDDDF126}"/>
              </a:ext>
            </a:extLst>
          </p:cNvPr>
          <p:cNvSpPr txBox="1"/>
          <p:nvPr/>
        </p:nvSpPr>
        <p:spPr>
          <a:xfrm>
            <a:off x="1378259" y="2453116"/>
            <a:ext cx="10513339" cy="666617"/>
          </a:xfrm>
          <a:prstGeom prst="rect">
            <a:avLst/>
          </a:prstGeom>
          <a:noFill/>
        </p:spPr>
        <p:txBody>
          <a:bodyPr wrap="square" lIns="91440" tIns="45720" rIns="91440" bIns="45720" anchor="ctr">
            <a:noAutofit/>
          </a:bodyPr>
          <a:lstStyle/>
          <a:p>
            <a:r>
              <a:rPr lang="zh-CN" altLang="en-US" b="1" dirty="0">
                <a:latin typeface="Arial Narrow" panose="020B0606020202030204" pitchFamily="34" charset="0"/>
              </a:rPr>
              <a:t>信号在光纤中的衰减和失真很小，因此使用这种方法可以很简单地将站点与集线器之间的距离扩展到</a:t>
            </a:r>
            <a:r>
              <a:rPr lang="en-US" altLang="zh-CN" b="1" dirty="0">
                <a:latin typeface="Arial Narrow" panose="020B0606020202030204" pitchFamily="34" charset="0"/>
              </a:rPr>
              <a:t>1000</a:t>
            </a:r>
            <a:r>
              <a:rPr lang="zh-CN" altLang="en-US" b="1" dirty="0">
                <a:latin typeface="Arial Narrow" panose="020B0606020202030204" pitchFamily="34" charset="0"/>
              </a:rPr>
              <a:t>以上。</a:t>
            </a:r>
          </a:p>
        </p:txBody>
      </p:sp>
      <p:sp>
        <p:nvSpPr>
          <p:cNvPr id="53" name="矩形 52">
            <a:extLst>
              <a:ext uri="{FF2B5EF4-FFF2-40B4-BE49-F238E27FC236}">
                <a16:creationId xmlns:a16="http://schemas.microsoft.com/office/drawing/2014/main" id="{589134FD-2AAB-4E50-8196-0823AE307489}"/>
              </a:ext>
            </a:extLst>
          </p:cNvPr>
          <p:cNvSpPr/>
          <p:nvPr/>
        </p:nvSpPr>
        <p:spPr>
          <a:xfrm>
            <a:off x="1496204" y="1791835"/>
            <a:ext cx="256976" cy="256976"/>
          </a:xfrm>
          <a:prstGeom prst="rect">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54" name="íşlïḍè">
            <a:extLst>
              <a:ext uri="{FF2B5EF4-FFF2-40B4-BE49-F238E27FC236}">
                <a16:creationId xmlns:a16="http://schemas.microsoft.com/office/drawing/2014/main" id="{7D66CB29-1BFC-4E2C-B774-75A4E66D2CD0}"/>
              </a:ext>
            </a:extLst>
          </p:cNvPr>
          <p:cNvSpPr txBox="1"/>
          <p:nvPr/>
        </p:nvSpPr>
        <p:spPr>
          <a:xfrm>
            <a:off x="1813431" y="1737514"/>
            <a:ext cx="10073769" cy="656570"/>
          </a:xfrm>
          <a:prstGeom prst="rect">
            <a:avLst/>
          </a:prstGeom>
          <a:noFill/>
        </p:spPr>
        <p:txBody>
          <a:bodyPr wrap="square" lIns="91440" tIns="45720" rIns="91440" bIns="45720" anchor="ctr">
            <a:noAutofit/>
          </a:bodyPr>
          <a:lstStyle/>
          <a:p>
            <a:r>
              <a:rPr lang="zh-CN" altLang="en-US" b="1" dirty="0">
                <a:latin typeface="Arial Narrow" panose="020B0606020202030204" pitchFamily="34" charset="0"/>
              </a:rPr>
              <a:t>这种扩展方法比较简单，所需付出的代价是：为站点和集线器各增加一个用于电信号和光信号转换的光纤调制解调器，以及它们之间的一对通信光纤。</a:t>
            </a:r>
          </a:p>
        </p:txBody>
      </p:sp>
      <p:sp>
        <p:nvSpPr>
          <p:cNvPr id="43" name="文本框 42">
            <a:extLst>
              <a:ext uri="{FF2B5EF4-FFF2-40B4-BE49-F238E27FC236}">
                <a16:creationId xmlns:a16="http://schemas.microsoft.com/office/drawing/2014/main" id="{230E9777-C65B-A0E1-01C9-D8DBE69B96C2}"/>
              </a:ext>
            </a:extLst>
          </p:cNvPr>
          <p:cNvSpPr txBox="1"/>
          <p:nvPr/>
        </p:nvSpPr>
        <p:spPr>
          <a:xfrm>
            <a:off x="8603846" y="3927021"/>
            <a:ext cx="902569" cy="369332"/>
          </a:xfrm>
          <a:prstGeom prst="rect">
            <a:avLst/>
          </a:prstGeom>
          <a:noFill/>
        </p:spPr>
        <p:txBody>
          <a:bodyPr wrap="square" rtlCol="0">
            <a:spAutoFit/>
          </a:bodyPr>
          <a:lstStyle/>
          <a:p>
            <a:pPr algn="ctr"/>
            <a:r>
              <a:rPr lang="en-US" altLang="zh-CN" dirty="0"/>
              <a:t>100m</a:t>
            </a:r>
            <a:endParaRPr lang="zh-CN" altLang="en-US" dirty="0"/>
          </a:p>
        </p:txBody>
      </p:sp>
      <p:sp>
        <p:nvSpPr>
          <p:cNvPr id="55" name="文本框 54">
            <a:extLst>
              <a:ext uri="{FF2B5EF4-FFF2-40B4-BE49-F238E27FC236}">
                <a16:creationId xmlns:a16="http://schemas.microsoft.com/office/drawing/2014/main" id="{E30C1DE5-CCD7-E507-17AF-5DA96D73D0EA}"/>
              </a:ext>
            </a:extLst>
          </p:cNvPr>
          <p:cNvSpPr txBox="1"/>
          <p:nvPr/>
        </p:nvSpPr>
        <p:spPr>
          <a:xfrm>
            <a:off x="8603846" y="5226717"/>
            <a:ext cx="902569" cy="369332"/>
          </a:xfrm>
          <a:prstGeom prst="rect">
            <a:avLst/>
          </a:prstGeom>
          <a:noFill/>
        </p:spPr>
        <p:txBody>
          <a:bodyPr wrap="square" rtlCol="0">
            <a:spAutoFit/>
          </a:bodyPr>
          <a:lstStyle/>
          <a:p>
            <a:pPr algn="ctr"/>
            <a:r>
              <a:rPr lang="en-US" altLang="zh-CN" dirty="0"/>
              <a:t>100m</a:t>
            </a:r>
            <a:endParaRPr lang="zh-CN" altLang="en-US" dirty="0"/>
          </a:p>
        </p:txBody>
      </p:sp>
      <p:sp>
        <p:nvSpPr>
          <p:cNvPr id="56" name="文本框 55">
            <a:extLst>
              <a:ext uri="{FF2B5EF4-FFF2-40B4-BE49-F238E27FC236}">
                <a16:creationId xmlns:a16="http://schemas.microsoft.com/office/drawing/2014/main" id="{525D0EE1-B474-9DEC-0A36-CF2224B9ACB5}"/>
              </a:ext>
            </a:extLst>
          </p:cNvPr>
          <p:cNvSpPr txBox="1"/>
          <p:nvPr/>
        </p:nvSpPr>
        <p:spPr>
          <a:xfrm>
            <a:off x="9544087" y="4556103"/>
            <a:ext cx="902569" cy="369332"/>
          </a:xfrm>
          <a:prstGeom prst="rect">
            <a:avLst/>
          </a:prstGeom>
          <a:noFill/>
        </p:spPr>
        <p:txBody>
          <a:bodyPr wrap="square" rtlCol="0">
            <a:spAutoFit/>
          </a:bodyPr>
          <a:lstStyle/>
          <a:p>
            <a:pPr algn="ctr"/>
            <a:r>
              <a:rPr lang="en-US" altLang="zh-CN" dirty="0"/>
              <a:t>200m</a:t>
            </a:r>
            <a:endParaRPr lang="zh-CN" altLang="en-US" dirty="0"/>
          </a:p>
        </p:txBody>
      </p:sp>
    </p:spTree>
    <p:custDataLst>
      <p:tags r:id="rId1"/>
    </p:custDataLst>
    <p:extLst>
      <p:ext uri="{BB962C8B-B14F-4D97-AF65-F5344CB8AC3E}">
        <p14:creationId xmlns:p14="http://schemas.microsoft.com/office/powerpoint/2010/main" val="3319015878"/>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49" presetClass="entr" presetSubtype="0" decel="100000" fill="hold" grpId="0" nodeType="withEffect">
                                  <p:stCondLst>
                                    <p:cond delay="0"/>
                                  </p:stCondLst>
                                  <p:childTnLst>
                                    <p:set>
                                      <p:cBhvr>
                                        <p:cTn id="6" dur="1" fill="hold">
                                          <p:stCondLst>
                                            <p:cond delay="0"/>
                                          </p:stCondLst>
                                        </p:cTn>
                                        <p:tgtEl>
                                          <p:spTgt spid="79"/>
                                        </p:tgtEl>
                                        <p:attrNameLst>
                                          <p:attrName>style.visibility</p:attrName>
                                        </p:attrNameLst>
                                      </p:cBhvr>
                                      <p:to>
                                        <p:strVal val="visible"/>
                                      </p:to>
                                    </p:set>
                                    <p:anim calcmode="lin" valueType="num">
                                      <p:cBhvr>
                                        <p:cTn id="7" dur="500" fill="hold"/>
                                        <p:tgtEl>
                                          <p:spTgt spid="79"/>
                                        </p:tgtEl>
                                        <p:attrNameLst>
                                          <p:attrName>ppt_w</p:attrName>
                                        </p:attrNameLst>
                                      </p:cBhvr>
                                      <p:tavLst>
                                        <p:tav tm="0">
                                          <p:val>
                                            <p:fltVal val="0"/>
                                          </p:val>
                                        </p:tav>
                                        <p:tav tm="100000">
                                          <p:val>
                                            <p:strVal val="#ppt_w"/>
                                          </p:val>
                                        </p:tav>
                                      </p:tavLst>
                                    </p:anim>
                                    <p:anim calcmode="lin" valueType="num">
                                      <p:cBhvr>
                                        <p:cTn id="8" dur="500" fill="hold"/>
                                        <p:tgtEl>
                                          <p:spTgt spid="79"/>
                                        </p:tgtEl>
                                        <p:attrNameLst>
                                          <p:attrName>ppt_h</p:attrName>
                                        </p:attrNameLst>
                                      </p:cBhvr>
                                      <p:tavLst>
                                        <p:tav tm="0">
                                          <p:val>
                                            <p:fltVal val="0"/>
                                          </p:val>
                                        </p:tav>
                                        <p:tav tm="100000">
                                          <p:val>
                                            <p:strVal val="#ppt_h"/>
                                          </p:val>
                                        </p:tav>
                                      </p:tavLst>
                                    </p:anim>
                                    <p:anim calcmode="lin" valueType="num">
                                      <p:cBhvr>
                                        <p:cTn id="9" dur="500" fill="hold"/>
                                        <p:tgtEl>
                                          <p:spTgt spid="79"/>
                                        </p:tgtEl>
                                        <p:attrNameLst>
                                          <p:attrName>style.rotation</p:attrName>
                                        </p:attrNameLst>
                                      </p:cBhvr>
                                      <p:tavLst>
                                        <p:tav tm="0">
                                          <p:val>
                                            <p:fltVal val="360"/>
                                          </p:val>
                                        </p:tav>
                                        <p:tav tm="100000">
                                          <p:val>
                                            <p:fltVal val="0"/>
                                          </p:val>
                                        </p:tav>
                                      </p:tavLst>
                                    </p:anim>
                                    <p:animEffect transition="in" filter="fade">
                                      <p:cBhvr>
                                        <p:cTn id="10" dur="500"/>
                                        <p:tgtEl>
                                          <p:spTgt spid="79"/>
                                        </p:tgtEl>
                                      </p:cBhvr>
                                    </p:animEffect>
                                  </p:childTnLst>
                                </p:cTn>
                              </p:par>
                            </p:childTnLst>
                          </p:cTn>
                        </p:par>
                        <p:par>
                          <p:cTn id="11" fill="hold">
                            <p:stCondLst>
                              <p:cond delay="500"/>
                            </p:stCondLst>
                            <p:childTnLst>
                              <p:par>
                                <p:cTn id="12" presetID="1" presetClass="entr" presetSubtype="0" fill="hold" grpId="0" nodeType="afterEffect">
                                  <p:stCondLst>
                                    <p:cond delay="0"/>
                                  </p:stCondLst>
                                  <p:iterate type="lt">
                                    <p:tmAbs val="100"/>
                                  </p:iterate>
                                  <p:childTnLst>
                                    <p:set>
                                      <p:cBhvr>
                                        <p:cTn id="13" dur="1" fill="hold">
                                          <p:stCondLst>
                                            <p:cond delay="0"/>
                                          </p:stCondLst>
                                        </p:cTn>
                                        <p:tgtEl>
                                          <p:spTgt spid="80"/>
                                        </p:tgtEl>
                                        <p:attrNameLst>
                                          <p:attrName>style.visibility</p:attrName>
                                        </p:attrNameLst>
                                      </p:cBhvr>
                                      <p:to>
                                        <p:strVal val="visible"/>
                                      </p:to>
                                    </p:set>
                                  </p:childTnLst>
                                </p:cTn>
                              </p:par>
                            </p:childTnLst>
                          </p:cTn>
                        </p:par>
                      </p:childTnLst>
                    </p:cTn>
                  </p:par>
                  <p:par>
                    <p:cTn id="14" fill="hold">
                      <p:stCondLst>
                        <p:cond delay="indefinite"/>
                      </p:stCondLst>
                      <p:childTnLst>
                        <p:par>
                          <p:cTn id="15" fill="hold">
                            <p:stCondLst>
                              <p:cond delay="0"/>
                            </p:stCondLst>
                            <p:childTnLst>
                              <p:par>
                                <p:cTn id="16" presetID="22" presetClass="entr" presetSubtype="2" fill="hold" nodeType="clickEffect">
                                  <p:stCondLst>
                                    <p:cond delay="0"/>
                                  </p:stCondLst>
                                  <p:childTnLst>
                                    <p:set>
                                      <p:cBhvr>
                                        <p:cTn id="17" dur="1" fill="hold">
                                          <p:stCondLst>
                                            <p:cond delay="0"/>
                                          </p:stCondLst>
                                        </p:cTn>
                                        <p:tgtEl>
                                          <p:spTgt spid="6"/>
                                        </p:tgtEl>
                                        <p:attrNameLst>
                                          <p:attrName>style.visibility</p:attrName>
                                        </p:attrNameLst>
                                      </p:cBhvr>
                                      <p:to>
                                        <p:strVal val="visible"/>
                                      </p:to>
                                    </p:set>
                                    <p:animEffect transition="in" filter="wipe(right)">
                                      <p:cBhvr>
                                        <p:cTn id="18" dur="1000"/>
                                        <p:tgtEl>
                                          <p:spTgt spid="6"/>
                                        </p:tgtEl>
                                      </p:cBhvr>
                                    </p:animEffect>
                                  </p:childTnLst>
                                </p:cTn>
                              </p:par>
                            </p:childTnLst>
                          </p:cTn>
                        </p:par>
                      </p:childTnLst>
                    </p:cTn>
                  </p:par>
                  <p:par>
                    <p:cTn id="19" fill="hold">
                      <p:stCondLst>
                        <p:cond delay="indefinite"/>
                      </p:stCondLst>
                      <p:childTnLst>
                        <p:par>
                          <p:cTn id="20" fill="hold">
                            <p:stCondLst>
                              <p:cond delay="0"/>
                            </p:stCondLst>
                            <p:childTnLst>
                              <p:par>
                                <p:cTn id="21" presetID="49" presetClass="entr" presetSubtype="0" decel="100000" fill="hold" grpId="0" nodeType="clickEffect">
                                  <p:stCondLst>
                                    <p:cond delay="0"/>
                                  </p:stCondLst>
                                  <p:childTnLst>
                                    <p:set>
                                      <p:cBhvr>
                                        <p:cTn id="22" dur="1" fill="hold">
                                          <p:stCondLst>
                                            <p:cond delay="0"/>
                                          </p:stCondLst>
                                        </p:cTn>
                                        <p:tgtEl>
                                          <p:spTgt spid="53"/>
                                        </p:tgtEl>
                                        <p:attrNameLst>
                                          <p:attrName>style.visibility</p:attrName>
                                        </p:attrNameLst>
                                      </p:cBhvr>
                                      <p:to>
                                        <p:strVal val="visible"/>
                                      </p:to>
                                    </p:set>
                                    <p:anim calcmode="lin" valueType="num">
                                      <p:cBhvr>
                                        <p:cTn id="23" dur="500" fill="hold"/>
                                        <p:tgtEl>
                                          <p:spTgt spid="53"/>
                                        </p:tgtEl>
                                        <p:attrNameLst>
                                          <p:attrName>ppt_w</p:attrName>
                                        </p:attrNameLst>
                                      </p:cBhvr>
                                      <p:tavLst>
                                        <p:tav tm="0">
                                          <p:val>
                                            <p:fltVal val="0"/>
                                          </p:val>
                                        </p:tav>
                                        <p:tav tm="100000">
                                          <p:val>
                                            <p:strVal val="#ppt_w"/>
                                          </p:val>
                                        </p:tav>
                                      </p:tavLst>
                                    </p:anim>
                                    <p:anim calcmode="lin" valueType="num">
                                      <p:cBhvr>
                                        <p:cTn id="24" dur="500" fill="hold"/>
                                        <p:tgtEl>
                                          <p:spTgt spid="53"/>
                                        </p:tgtEl>
                                        <p:attrNameLst>
                                          <p:attrName>ppt_h</p:attrName>
                                        </p:attrNameLst>
                                      </p:cBhvr>
                                      <p:tavLst>
                                        <p:tav tm="0">
                                          <p:val>
                                            <p:fltVal val="0"/>
                                          </p:val>
                                        </p:tav>
                                        <p:tav tm="100000">
                                          <p:val>
                                            <p:strVal val="#ppt_h"/>
                                          </p:val>
                                        </p:tav>
                                      </p:tavLst>
                                    </p:anim>
                                    <p:anim calcmode="lin" valueType="num">
                                      <p:cBhvr>
                                        <p:cTn id="25" dur="500" fill="hold"/>
                                        <p:tgtEl>
                                          <p:spTgt spid="53"/>
                                        </p:tgtEl>
                                        <p:attrNameLst>
                                          <p:attrName>style.rotation</p:attrName>
                                        </p:attrNameLst>
                                      </p:cBhvr>
                                      <p:tavLst>
                                        <p:tav tm="0">
                                          <p:val>
                                            <p:fltVal val="360"/>
                                          </p:val>
                                        </p:tav>
                                        <p:tav tm="100000">
                                          <p:val>
                                            <p:fltVal val="0"/>
                                          </p:val>
                                        </p:tav>
                                      </p:tavLst>
                                    </p:anim>
                                    <p:animEffect transition="in" filter="fade">
                                      <p:cBhvr>
                                        <p:cTn id="26" dur="500"/>
                                        <p:tgtEl>
                                          <p:spTgt spid="53"/>
                                        </p:tgtEl>
                                      </p:cBhvr>
                                    </p:animEffect>
                                  </p:childTnLst>
                                </p:cTn>
                              </p:par>
                            </p:childTnLst>
                          </p:cTn>
                        </p:par>
                        <p:par>
                          <p:cTn id="27" fill="hold">
                            <p:stCondLst>
                              <p:cond delay="500"/>
                            </p:stCondLst>
                            <p:childTnLst>
                              <p:par>
                                <p:cTn id="28" presetID="1" presetClass="entr" presetSubtype="0" fill="hold" grpId="0" nodeType="afterEffect">
                                  <p:stCondLst>
                                    <p:cond delay="0"/>
                                  </p:stCondLst>
                                  <p:iterate type="lt">
                                    <p:tmAbs val="100"/>
                                  </p:iterate>
                                  <p:childTnLst>
                                    <p:set>
                                      <p:cBhvr>
                                        <p:cTn id="29" dur="1" fill="hold">
                                          <p:stCondLst>
                                            <p:cond delay="0"/>
                                          </p:stCondLst>
                                        </p:cTn>
                                        <p:tgtEl>
                                          <p:spTgt spid="54"/>
                                        </p:tgtEl>
                                        <p:attrNameLst>
                                          <p:attrName>style.visibility</p:attrName>
                                        </p:attrNameLst>
                                      </p:cBhvr>
                                      <p:to>
                                        <p:strVal val="visible"/>
                                      </p:to>
                                    </p:set>
                                  </p:childTnLst>
                                </p:cTn>
                              </p:par>
                            </p:childTnLst>
                          </p:cTn>
                        </p:par>
                      </p:childTnLst>
                    </p:cTn>
                  </p:par>
                  <p:par>
                    <p:cTn id="30" fill="hold">
                      <p:stCondLst>
                        <p:cond delay="indefinite"/>
                      </p:stCondLst>
                      <p:childTnLst>
                        <p:par>
                          <p:cTn id="31" fill="hold">
                            <p:stCondLst>
                              <p:cond delay="0"/>
                            </p:stCondLst>
                            <p:childTnLst>
                              <p:par>
                                <p:cTn id="32" presetID="49" presetClass="entr" presetSubtype="0" decel="100000" fill="hold" grpId="0" nodeType="clickEffect">
                                  <p:stCondLst>
                                    <p:cond delay="0"/>
                                  </p:stCondLst>
                                  <p:childTnLst>
                                    <p:set>
                                      <p:cBhvr>
                                        <p:cTn id="33" dur="1" fill="hold">
                                          <p:stCondLst>
                                            <p:cond delay="0"/>
                                          </p:stCondLst>
                                        </p:cTn>
                                        <p:tgtEl>
                                          <p:spTgt spid="51"/>
                                        </p:tgtEl>
                                        <p:attrNameLst>
                                          <p:attrName>style.visibility</p:attrName>
                                        </p:attrNameLst>
                                      </p:cBhvr>
                                      <p:to>
                                        <p:strVal val="visible"/>
                                      </p:to>
                                    </p:set>
                                    <p:anim calcmode="lin" valueType="num">
                                      <p:cBhvr>
                                        <p:cTn id="34" dur="500" fill="hold"/>
                                        <p:tgtEl>
                                          <p:spTgt spid="51"/>
                                        </p:tgtEl>
                                        <p:attrNameLst>
                                          <p:attrName>ppt_w</p:attrName>
                                        </p:attrNameLst>
                                      </p:cBhvr>
                                      <p:tavLst>
                                        <p:tav tm="0">
                                          <p:val>
                                            <p:fltVal val="0"/>
                                          </p:val>
                                        </p:tav>
                                        <p:tav tm="100000">
                                          <p:val>
                                            <p:strVal val="#ppt_w"/>
                                          </p:val>
                                        </p:tav>
                                      </p:tavLst>
                                    </p:anim>
                                    <p:anim calcmode="lin" valueType="num">
                                      <p:cBhvr>
                                        <p:cTn id="35" dur="500" fill="hold"/>
                                        <p:tgtEl>
                                          <p:spTgt spid="51"/>
                                        </p:tgtEl>
                                        <p:attrNameLst>
                                          <p:attrName>ppt_h</p:attrName>
                                        </p:attrNameLst>
                                      </p:cBhvr>
                                      <p:tavLst>
                                        <p:tav tm="0">
                                          <p:val>
                                            <p:fltVal val="0"/>
                                          </p:val>
                                        </p:tav>
                                        <p:tav tm="100000">
                                          <p:val>
                                            <p:strVal val="#ppt_h"/>
                                          </p:val>
                                        </p:tav>
                                      </p:tavLst>
                                    </p:anim>
                                    <p:anim calcmode="lin" valueType="num">
                                      <p:cBhvr>
                                        <p:cTn id="36" dur="500" fill="hold"/>
                                        <p:tgtEl>
                                          <p:spTgt spid="51"/>
                                        </p:tgtEl>
                                        <p:attrNameLst>
                                          <p:attrName>style.rotation</p:attrName>
                                        </p:attrNameLst>
                                      </p:cBhvr>
                                      <p:tavLst>
                                        <p:tav tm="0">
                                          <p:val>
                                            <p:fltVal val="360"/>
                                          </p:val>
                                        </p:tav>
                                        <p:tav tm="100000">
                                          <p:val>
                                            <p:fltVal val="0"/>
                                          </p:val>
                                        </p:tav>
                                      </p:tavLst>
                                    </p:anim>
                                    <p:animEffect transition="in" filter="fade">
                                      <p:cBhvr>
                                        <p:cTn id="37" dur="500"/>
                                        <p:tgtEl>
                                          <p:spTgt spid="51"/>
                                        </p:tgtEl>
                                      </p:cBhvr>
                                    </p:animEffect>
                                  </p:childTnLst>
                                </p:cTn>
                              </p:par>
                            </p:childTnLst>
                          </p:cTn>
                        </p:par>
                        <p:par>
                          <p:cTn id="38" fill="hold">
                            <p:stCondLst>
                              <p:cond delay="500"/>
                            </p:stCondLst>
                            <p:childTnLst>
                              <p:par>
                                <p:cTn id="39" presetID="1" presetClass="entr" presetSubtype="0" fill="hold" grpId="0" nodeType="afterEffect">
                                  <p:stCondLst>
                                    <p:cond delay="0"/>
                                  </p:stCondLst>
                                  <p:iterate type="lt">
                                    <p:tmAbs val="100"/>
                                  </p:iterate>
                                  <p:childTnLst>
                                    <p:set>
                                      <p:cBhvr>
                                        <p:cTn id="40" dur="1" fill="hold">
                                          <p:stCondLst>
                                            <p:cond delay="0"/>
                                          </p:stCondLst>
                                        </p:cTn>
                                        <p:tgtEl>
                                          <p:spTgt spid="52"/>
                                        </p:tgtEl>
                                        <p:attrNameLst>
                                          <p:attrName>style.visibility</p:attrName>
                                        </p:attrNameLst>
                                      </p:cBhvr>
                                      <p:to>
                                        <p:strVal val="visible"/>
                                      </p:to>
                                    </p:set>
                                  </p:childTnLst>
                                </p:cTn>
                              </p:par>
                              <p:par>
                                <p:cTn id="41" presetID="42" presetClass="entr" presetSubtype="0" fill="hold" nodeType="withEffect">
                                  <p:stCondLst>
                                    <p:cond delay="0"/>
                                  </p:stCondLst>
                                  <p:childTnLst>
                                    <p:set>
                                      <p:cBhvr>
                                        <p:cTn id="42" dur="1" fill="hold">
                                          <p:stCondLst>
                                            <p:cond delay="0"/>
                                          </p:stCondLst>
                                        </p:cTn>
                                        <p:tgtEl>
                                          <p:spTgt spid="7"/>
                                        </p:tgtEl>
                                        <p:attrNameLst>
                                          <p:attrName>style.visibility</p:attrName>
                                        </p:attrNameLst>
                                      </p:cBhvr>
                                      <p:to>
                                        <p:strVal val="visible"/>
                                      </p:to>
                                    </p:set>
                                    <p:animEffect transition="in" filter="fade">
                                      <p:cBhvr>
                                        <p:cTn id="43" dur="1000"/>
                                        <p:tgtEl>
                                          <p:spTgt spid="7"/>
                                        </p:tgtEl>
                                      </p:cBhvr>
                                    </p:animEffect>
                                    <p:anim calcmode="lin" valueType="num">
                                      <p:cBhvr>
                                        <p:cTn id="44" dur="1000" fill="hold"/>
                                        <p:tgtEl>
                                          <p:spTgt spid="7"/>
                                        </p:tgtEl>
                                        <p:attrNameLst>
                                          <p:attrName>ppt_x</p:attrName>
                                        </p:attrNameLst>
                                      </p:cBhvr>
                                      <p:tavLst>
                                        <p:tav tm="0">
                                          <p:val>
                                            <p:strVal val="#ppt_x"/>
                                          </p:val>
                                        </p:tav>
                                        <p:tav tm="100000">
                                          <p:val>
                                            <p:strVal val="#ppt_x"/>
                                          </p:val>
                                        </p:tav>
                                      </p:tavLst>
                                    </p:anim>
                                    <p:anim calcmode="lin" valueType="num">
                                      <p:cBhvr>
                                        <p:cTn id="45" dur="1000" fill="hold"/>
                                        <p:tgtEl>
                                          <p:spTgt spid="7"/>
                                        </p:tgtEl>
                                        <p:attrNameLst>
                                          <p:attrName>ppt_y</p:attrName>
                                        </p:attrNameLst>
                                      </p:cBhvr>
                                      <p:tavLst>
                                        <p:tav tm="0">
                                          <p:val>
                                            <p:strVal val="#ppt_y+.1"/>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79" grpId="0" animBg="1"/>
      <p:bldP spid="80" grpId="0"/>
      <p:bldP spid="51" grpId="0" animBg="1"/>
      <p:bldP spid="52" grpId="0"/>
      <p:bldP spid="53" grpId="0" animBg="1"/>
      <p:bldP spid="54" grpId="0"/>
    </p:bldLst>
  </p:timing>
</p:sld>
</file>

<file path=ppt/slides/slide37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cxnSp>
        <p:nvCxnSpPr>
          <p:cNvPr id="41" name="直接连接符 40">
            <a:extLst>
              <a:ext uri="{FF2B5EF4-FFF2-40B4-BE49-F238E27FC236}">
                <a16:creationId xmlns:a16="http://schemas.microsoft.com/office/drawing/2014/main" id="{B6C1B61E-0B1F-47C3-B619-4B468DEA6CA4}"/>
              </a:ext>
            </a:extLst>
          </p:cNvPr>
          <p:cNvCxnSpPr>
            <a:cxnSpLocks/>
          </p:cNvCxnSpPr>
          <p:nvPr/>
        </p:nvCxnSpPr>
        <p:spPr>
          <a:xfrm flipH="1">
            <a:off x="2792564" y="3808312"/>
            <a:ext cx="3303436" cy="834277"/>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4" name="直接连接符 43">
            <a:extLst>
              <a:ext uri="{FF2B5EF4-FFF2-40B4-BE49-F238E27FC236}">
                <a16:creationId xmlns:a16="http://schemas.microsoft.com/office/drawing/2014/main" id="{1991A7CD-2F85-4E61-8656-4DA8B0709FDD}"/>
              </a:ext>
            </a:extLst>
          </p:cNvPr>
          <p:cNvCxnSpPr>
            <a:cxnSpLocks/>
          </p:cNvCxnSpPr>
          <p:nvPr/>
        </p:nvCxnSpPr>
        <p:spPr>
          <a:xfrm>
            <a:off x="6093016" y="3808312"/>
            <a:ext cx="3412601" cy="851361"/>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grpSp>
        <p:nvGrpSpPr>
          <p:cNvPr id="4" name="组合 3">
            <a:extLst>
              <a:ext uri="{FF2B5EF4-FFF2-40B4-BE49-F238E27FC236}">
                <a16:creationId xmlns:a16="http://schemas.microsoft.com/office/drawing/2014/main" id="{9A1EA9F2-FCB6-48C3-935F-7AE7E3AD14AC}"/>
              </a:ext>
            </a:extLst>
          </p:cNvPr>
          <p:cNvGrpSpPr/>
          <p:nvPr/>
        </p:nvGrpSpPr>
        <p:grpSpPr>
          <a:xfrm>
            <a:off x="304799" y="749300"/>
            <a:ext cx="6192344" cy="400110"/>
            <a:chOff x="424116" y="898245"/>
            <a:chExt cx="6192344" cy="400110"/>
          </a:xfrm>
        </p:grpSpPr>
        <p:sp>
          <p:nvSpPr>
            <p:cNvPr id="2" name="平行四边形 1">
              <a:extLst>
                <a:ext uri="{FF2B5EF4-FFF2-40B4-BE49-F238E27FC236}">
                  <a16:creationId xmlns:a16="http://schemas.microsoft.com/office/drawing/2014/main" id="{1F5BAA3F-9845-4F89-A2DD-8222D3E4EDAC}"/>
                </a:ext>
              </a:extLst>
            </p:cNvPr>
            <p:cNvSpPr/>
            <p:nvPr/>
          </p:nvSpPr>
          <p:spPr>
            <a:xfrm>
              <a:off x="424116" y="898245"/>
              <a:ext cx="688541" cy="387090"/>
            </a:xfrm>
            <a:prstGeom prst="parallelogram">
              <a:avLst/>
            </a:prstGeom>
            <a:solidFill>
              <a:schemeClr val="accent3">
                <a:lumMod val="75000"/>
              </a:schemeClr>
            </a:solidFill>
            <a:ln>
              <a:solidFill>
                <a:schemeClr val="accent3">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CN" sz="2200" dirty="0">
                  <a:latin typeface="Impact" panose="020B0806030902050204" pitchFamily="34" charset="0"/>
                </a:rPr>
                <a:t>02</a:t>
              </a:r>
              <a:endParaRPr lang="zh-CN" altLang="en-US" sz="2200" dirty="0">
                <a:latin typeface="Impact" panose="020B0806030902050204" pitchFamily="34" charset="0"/>
              </a:endParaRPr>
            </a:p>
          </p:txBody>
        </p:sp>
        <p:sp>
          <p:nvSpPr>
            <p:cNvPr id="3" name="文本框 2">
              <a:extLst>
                <a:ext uri="{FF2B5EF4-FFF2-40B4-BE49-F238E27FC236}">
                  <a16:creationId xmlns:a16="http://schemas.microsoft.com/office/drawing/2014/main" id="{4D6BD736-A4D3-4F26-AFED-36E11F50F70B}"/>
                </a:ext>
              </a:extLst>
            </p:cNvPr>
            <p:cNvSpPr txBox="1"/>
            <p:nvPr/>
          </p:nvSpPr>
          <p:spPr>
            <a:xfrm>
              <a:off x="1178441" y="898245"/>
              <a:ext cx="5438019" cy="400110"/>
            </a:xfrm>
            <a:prstGeom prst="rect">
              <a:avLst/>
            </a:prstGeom>
            <a:noFill/>
          </p:spPr>
          <p:txBody>
            <a:bodyPr wrap="square" rtlCol="0">
              <a:spAutoFit/>
            </a:bodyPr>
            <a:lstStyle/>
            <a:p>
              <a:r>
                <a:rPr lang="zh-CN" altLang="en-US" sz="2000" b="1" dirty="0"/>
                <a:t>扩展共享式以太网的覆盖范围和站点数量</a:t>
              </a:r>
              <a:endParaRPr lang="en-US" altLang="zh-CN" sz="2000" b="1" dirty="0"/>
            </a:p>
          </p:txBody>
        </p:sp>
      </p:grpSp>
      <p:sp>
        <p:nvSpPr>
          <p:cNvPr id="5" name="矩形 4">
            <a:extLst>
              <a:ext uri="{FF2B5EF4-FFF2-40B4-BE49-F238E27FC236}">
                <a16:creationId xmlns:a16="http://schemas.microsoft.com/office/drawing/2014/main" id="{C2EE5A4F-66FA-463A-B6AB-EC65EFEB957B}"/>
              </a:ext>
            </a:extLst>
          </p:cNvPr>
          <p:cNvSpPr/>
          <p:nvPr/>
        </p:nvSpPr>
        <p:spPr>
          <a:xfrm>
            <a:off x="1056633" y="1335374"/>
            <a:ext cx="256976" cy="256976"/>
          </a:xfrm>
          <a:prstGeom prst="rect">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6" name="íşlïḍè">
            <a:extLst>
              <a:ext uri="{FF2B5EF4-FFF2-40B4-BE49-F238E27FC236}">
                <a16:creationId xmlns:a16="http://schemas.microsoft.com/office/drawing/2014/main" id="{29ED3350-DE62-4F25-8E17-ACCF05575713}"/>
              </a:ext>
            </a:extLst>
          </p:cNvPr>
          <p:cNvSpPr txBox="1"/>
          <p:nvPr/>
        </p:nvSpPr>
        <p:spPr>
          <a:xfrm>
            <a:off x="1373860" y="1281052"/>
            <a:ext cx="10513339" cy="655323"/>
          </a:xfrm>
          <a:prstGeom prst="rect">
            <a:avLst/>
          </a:prstGeom>
          <a:noFill/>
        </p:spPr>
        <p:txBody>
          <a:bodyPr wrap="square" lIns="91440" tIns="45720" rIns="91440" bIns="45720" anchor="ctr">
            <a:noAutofit/>
          </a:bodyPr>
          <a:lstStyle/>
          <a:p>
            <a:r>
              <a:rPr lang="zh-CN" altLang="en-US" b="1" dirty="0">
                <a:latin typeface="Arial Narrow" panose="020B0606020202030204" pitchFamily="34" charset="0"/>
              </a:rPr>
              <a:t>以太网集线器一般具有</a:t>
            </a:r>
            <a:r>
              <a:rPr lang="en-US" altLang="zh-CN" b="1" dirty="0">
                <a:latin typeface="Arial Narrow" panose="020B0606020202030204" pitchFamily="34" charset="0"/>
              </a:rPr>
              <a:t>8~32</a:t>
            </a:r>
            <a:r>
              <a:rPr lang="zh-CN" altLang="en-US" b="1" dirty="0">
                <a:latin typeface="Arial Narrow" panose="020B0606020202030204" pitchFamily="34" charset="0"/>
              </a:rPr>
              <a:t>个接口，如果要连接的站点数量超过了单个集线器能够提供的接口数量，就需要使用多个集线器，这样就可以连接成覆盖更大范围、连接更多站点的多级星型以太网。</a:t>
            </a:r>
          </a:p>
        </p:txBody>
      </p:sp>
      <p:grpSp>
        <p:nvGrpSpPr>
          <p:cNvPr id="34" name="组合 33">
            <a:extLst>
              <a:ext uri="{FF2B5EF4-FFF2-40B4-BE49-F238E27FC236}">
                <a16:creationId xmlns:a16="http://schemas.microsoft.com/office/drawing/2014/main" id="{508E26A0-099A-4801-99EB-E437C9393818}"/>
              </a:ext>
            </a:extLst>
          </p:cNvPr>
          <p:cNvGrpSpPr/>
          <p:nvPr/>
        </p:nvGrpSpPr>
        <p:grpSpPr>
          <a:xfrm>
            <a:off x="1332530" y="4069273"/>
            <a:ext cx="2539572" cy="2056446"/>
            <a:chOff x="1049658" y="3825873"/>
            <a:chExt cx="2539572" cy="2056446"/>
          </a:xfrm>
        </p:grpSpPr>
        <p:sp>
          <p:nvSpPr>
            <p:cNvPr id="9" name="文本框 8">
              <a:extLst>
                <a:ext uri="{FF2B5EF4-FFF2-40B4-BE49-F238E27FC236}">
                  <a16:creationId xmlns:a16="http://schemas.microsoft.com/office/drawing/2014/main" id="{CEF6591C-DB0C-4AE8-AACF-563B064CB2AA}"/>
                </a:ext>
              </a:extLst>
            </p:cNvPr>
            <p:cNvSpPr txBox="1"/>
            <p:nvPr/>
          </p:nvSpPr>
          <p:spPr>
            <a:xfrm>
              <a:off x="1049658" y="4153065"/>
              <a:ext cx="1122232" cy="646331"/>
            </a:xfrm>
            <a:prstGeom prst="rect">
              <a:avLst/>
            </a:prstGeom>
            <a:noFill/>
          </p:spPr>
          <p:txBody>
            <a:bodyPr wrap="square" rtlCol="0">
              <a:spAutoFit/>
            </a:bodyPr>
            <a:lstStyle/>
            <a:p>
              <a:pPr algn="ctr"/>
              <a:r>
                <a:rPr lang="en-US" altLang="zh-CN" b="1" dirty="0">
                  <a:latin typeface="Arial Narrow" panose="020B0606020202030204" pitchFamily="34" charset="0"/>
                </a:rPr>
                <a:t>10BASE-T</a:t>
              </a:r>
            </a:p>
            <a:p>
              <a:pPr algn="ctr"/>
              <a:r>
                <a:rPr lang="zh-CN" altLang="en-US" b="1" dirty="0">
                  <a:latin typeface="Arial Narrow" panose="020B0606020202030204" pitchFamily="34" charset="0"/>
                </a:rPr>
                <a:t>集线器</a:t>
              </a:r>
            </a:p>
          </p:txBody>
        </p:sp>
        <p:cxnSp>
          <p:nvCxnSpPr>
            <p:cNvPr id="10" name="直接连接符 9">
              <a:extLst>
                <a:ext uri="{FF2B5EF4-FFF2-40B4-BE49-F238E27FC236}">
                  <a16:creationId xmlns:a16="http://schemas.microsoft.com/office/drawing/2014/main" id="{04363B87-D1DA-4511-B3B5-00C36EDE5910}"/>
                </a:ext>
              </a:extLst>
            </p:cNvPr>
            <p:cNvCxnSpPr/>
            <p:nvPr/>
          </p:nvCxnSpPr>
          <p:spPr>
            <a:xfrm flipV="1">
              <a:off x="1713673" y="4456166"/>
              <a:ext cx="794479" cy="1105612"/>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1" name="直接连接符 10">
              <a:extLst>
                <a:ext uri="{FF2B5EF4-FFF2-40B4-BE49-F238E27FC236}">
                  <a16:creationId xmlns:a16="http://schemas.microsoft.com/office/drawing/2014/main" id="{60872F55-B642-4F64-8D1A-D6050B6A2E77}"/>
                </a:ext>
              </a:extLst>
            </p:cNvPr>
            <p:cNvCxnSpPr>
              <a:cxnSpLocks/>
            </p:cNvCxnSpPr>
            <p:nvPr/>
          </p:nvCxnSpPr>
          <p:spPr>
            <a:xfrm flipH="1" flipV="1">
              <a:off x="2656896" y="4456166"/>
              <a:ext cx="628049" cy="983748"/>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2" name="直接连接符 11">
              <a:extLst>
                <a:ext uri="{FF2B5EF4-FFF2-40B4-BE49-F238E27FC236}">
                  <a16:creationId xmlns:a16="http://schemas.microsoft.com/office/drawing/2014/main" id="{92D6AE38-E76C-4B8B-8C7A-3472DC1688A5}"/>
                </a:ext>
              </a:extLst>
            </p:cNvPr>
            <p:cNvCxnSpPr/>
            <p:nvPr/>
          </p:nvCxnSpPr>
          <p:spPr>
            <a:xfrm>
              <a:off x="2545972" y="4453932"/>
              <a:ext cx="0" cy="1062182"/>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pic>
          <p:nvPicPr>
            <p:cNvPr id="13" name="图形 10">
              <a:extLst>
                <a:ext uri="{FF2B5EF4-FFF2-40B4-BE49-F238E27FC236}">
                  <a16:creationId xmlns:a16="http://schemas.microsoft.com/office/drawing/2014/main" id="{F63D5EC6-8F18-4A0E-BF45-463A9BF63D75}"/>
                </a:ext>
              </a:extLst>
            </p:cNvPr>
            <p:cNvPicPr>
              <a:picLocks noChangeAspect="1"/>
            </p:cNvPicPr>
            <p:nvPr/>
          </p:nvPicPr>
          <p:blipFill>
            <a:blip r:embed="rId3">
              <a:extLst>
                <a:ext uri="{28A0092B-C50C-407E-A947-70E740481C1C}">
                  <a14:useLocalDpi xmlns:a14="http://schemas.microsoft.com/office/drawing/2010/main" val="0"/>
                </a:ext>
                <a:ext uri="{96DAC541-7B7A-43D3-8B79-37D633B846F1}">
                  <asvg:svgBlip xmlns:asvg="http://schemas.microsoft.com/office/drawing/2016/SVG/main" r:embed="rId4"/>
                </a:ext>
              </a:extLst>
            </a:blip>
            <a:stretch>
              <a:fillRect/>
            </a:stretch>
          </p:blipFill>
          <p:spPr>
            <a:xfrm>
              <a:off x="1303299" y="5241237"/>
              <a:ext cx="662814" cy="641082"/>
            </a:xfrm>
            <a:prstGeom prst="rect">
              <a:avLst/>
            </a:prstGeom>
          </p:spPr>
        </p:pic>
        <p:pic>
          <p:nvPicPr>
            <p:cNvPr id="14" name="图形 10">
              <a:extLst>
                <a:ext uri="{FF2B5EF4-FFF2-40B4-BE49-F238E27FC236}">
                  <a16:creationId xmlns:a16="http://schemas.microsoft.com/office/drawing/2014/main" id="{FA4B4571-9F99-4A7A-A56B-8652FBFB16DA}"/>
                </a:ext>
              </a:extLst>
            </p:cNvPr>
            <p:cNvPicPr>
              <a:picLocks noChangeAspect="1"/>
            </p:cNvPicPr>
            <p:nvPr/>
          </p:nvPicPr>
          <p:blipFill>
            <a:blip r:embed="rId3">
              <a:extLst>
                <a:ext uri="{28A0092B-C50C-407E-A947-70E740481C1C}">
                  <a14:useLocalDpi xmlns:a14="http://schemas.microsoft.com/office/drawing/2010/main" val="0"/>
                </a:ext>
                <a:ext uri="{96DAC541-7B7A-43D3-8B79-37D633B846F1}">
                  <asvg:svgBlip xmlns:asvg="http://schemas.microsoft.com/office/drawing/2016/SVG/main" r:embed="rId4"/>
                </a:ext>
              </a:extLst>
            </a:blip>
            <a:stretch>
              <a:fillRect/>
            </a:stretch>
          </p:blipFill>
          <p:spPr>
            <a:xfrm>
              <a:off x="2926416" y="5241237"/>
              <a:ext cx="662814" cy="641082"/>
            </a:xfrm>
            <a:prstGeom prst="rect">
              <a:avLst/>
            </a:prstGeom>
          </p:spPr>
        </p:pic>
        <p:pic>
          <p:nvPicPr>
            <p:cNvPr id="15" name="图片 14" descr="文本&#10;&#10;描述已自动生成">
              <a:extLst>
                <a:ext uri="{FF2B5EF4-FFF2-40B4-BE49-F238E27FC236}">
                  <a16:creationId xmlns:a16="http://schemas.microsoft.com/office/drawing/2014/main" id="{25EF260B-EFEC-4F36-AD67-45C183E822CC}"/>
                </a:ext>
              </a:extLst>
            </p:cNvPr>
            <p:cNvPicPr>
              <a:picLocks noChangeAspect="1"/>
            </p:cNvPicPr>
            <p:nvPr/>
          </p:nvPicPr>
          <p:blipFill>
            <a:blip r:embed="rId5">
              <a:extLst>
                <a:ext uri="{28A0092B-C50C-407E-A947-70E740481C1C}">
                  <a14:useLocalDpi xmlns:a14="http://schemas.microsoft.com/office/drawing/2010/main" val="0"/>
                </a:ext>
              </a:extLst>
            </a:blip>
            <a:stretch>
              <a:fillRect/>
            </a:stretch>
          </p:blipFill>
          <p:spPr>
            <a:xfrm>
              <a:off x="2127179" y="4216486"/>
              <a:ext cx="705470" cy="661378"/>
            </a:xfrm>
            <a:prstGeom prst="rect">
              <a:avLst/>
            </a:prstGeom>
          </p:spPr>
        </p:pic>
        <p:pic>
          <p:nvPicPr>
            <p:cNvPr id="16" name="图形 10">
              <a:extLst>
                <a:ext uri="{FF2B5EF4-FFF2-40B4-BE49-F238E27FC236}">
                  <a16:creationId xmlns:a16="http://schemas.microsoft.com/office/drawing/2014/main" id="{C94D8124-E75C-41FD-917C-96D2A7C6418A}"/>
                </a:ext>
              </a:extLst>
            </p:cNvPr>
            <p:cNvPicPr>
              <a:picLocks noChangeAspect="1"/>
            </p:cNvPicPr>
            <p:nvPr/>
          </p:nvPicPr>
          <p:blipFill>
            <a:blip r:embed="rId3">
              <a:extLst>
                <a:ext uri="{28A0092B-C50C-407E-A947-70E740481C1C}">
                  <a14:useLocalDpi xmlns:a14="http://schemas.microsoft.com/office/drawing/2010/main" val="0"/>
                </a:ext>
                <a:ext uri="{96DAC541-7B7A-43D3-8B79-37D633B846F1}">
                  <asvg:svgBlip xmlns:asvg="http://schemas.microsoft.com/office/drawing/2016/SVG/main" r:embed="rId4"/>
                </a:ext>
              </a:extLst>
            </a:blip>
            <a:stretch>
              <a:fillRect/>
            </a:stretch>
          </p:blipFill>
          <p:spPr>
            <a:xfrm>
              <a:off x="2114858" y="5241237"/>
              <a:ext cx="662814" cy="641082"/>
            </a:xfrm>
            <a:prstGeom prst="rect">
              <a:avLst/>
            </a:prstGeom>
          </p:spPr>
        </p:pic>
        <p:sp>
          <p:nvSpPr>
            <p:cNvPr id="17" name="文本框 16">
              <a:extLst>
                <a:ext uri="{FF2B5EF4-FFF2-40B4-BE49-F238E27FC236}">
                  <a16:creationId xmlns:a16="http://schemas.microsoft.com/office/drawing/2014/main" id="{81CC1B28-2FFB-475F-A68F-7D80EA0FDED3}"/>
                </a:ext>
              </a:extLst>
            </p:cNvPr>
            <p:cNvSpPr txBox="1"/>
            <p:nvPr/>
          </p:nvSpPr>
          <p:spPr>
            <a:xfrm>
              <a:off x="2797020" y="5283598"/>
              <a:ext cx="333042" cy="369332"/>
            </a:xfrm>
            <a:prstGeom prst="rect">
              <a:avLst/>
            </a:prstGeom>
            <a:noFill/>
          </p:spPr>
          <p:txBody>
            <a:bodyPr wrap="square" rtlCol="0">
              <a:spAutoFit/>
            </a:bodyPr>
            <a:lstStyle/>
            <a:p>
              <a:pPr algn="ctr"/>
              <a:r>
                <a:rPr lang="en-US" altLang="zh-CN" b="1" dirty="0">
                  <a:latin typeface="宋体" panose="02010600030101010101" pitchFamily="2" charset="-122"/>
                  <a:ea typeface="宋体" panose="02010600030101010101" pitchFamily="2" charset="-122"/>
                </a:rPr>
                <a:t>…</a:t>
              </a:r>
              <a:endParaRPr lang="zh-CN" altLang="en-US" b="1" dirty="0">
                <a:latin typeface="宋体" panose="02010600030101010101" pitchFamily="2" charset="-122"/>
                <a:ea typeface="宋体" panose="02010600030101010101" pitchFamily="2" charset="-122"/>
              </a:endParaRPr>
            </a:p>
          </p:txBody>
        </p:sp>
        <p:sp>
          <p:nvSpPr>
            <p:cNvPr id="18" name="文本框 17">
              <a:extLst>
                <a:ext uri="{FF2B5EF4-FFF2-40B4-BE49-F238E27FC236}">
                  <a16:creationId xmlns:a16="http://schemas.microsoft.com/office/drawing/2014/main" id="{87911794-4E40-4B44-B962-C79C53C4CBE6}"/>
                </a:ext>
              </a:extLst>
            </p:cNvPr>
            <p:cNvSpPr txBox="1"/>
            <p:nvPr/>
          </p:nvSpPr>
          <p:spPr>
            <a:xfrm>
              <a:off x="1918798" y="3825873"/>
              <a:ext cx="1122232" cy="369332"/>
            </a:xfrm>
            <a:prstGeom prst="rect">
              <a:avLst/>
            </a:prstGeom>
            <a:noFill/>
          </p:spPr>
          <p:txBody>
            <a:bodyPr wrap="square" rtlCol="0">
              <a:spAutoFit/>
            </a:bodyPr>
            <a:lstStyle/>
            <a:p>
              <a:pPr algn="ctr"/>
              <a:r>
                <a:rPr lang="zh-CN" altLang="en-US" b="1" dirty="0">
                  <a:latin typeface="+mn-ea"/>
                </a:rPr>
                <a:t>部门</a:t>
              </a:r>
              <a:r>
                <a:rPr lang="en-US" altLang="zh-CN" b="1" dirty="0">
                  <a:latin typeface="+mn-ea"/>
                </a:rPr>
                <a:t>A</a:t>
              </a:r>
              <a:endParaRPr lang="zh-CN" altLang="en-US" b="1" dirty="0">
                <a:latin typeface="+mn-ea"/>
              </a:endParaRPr>
            </a:p>
          </p:txBody>
        </p:sp>
      </p:grpSp>
      <p:grpSp>
        <p:nvGrpSpPr>
          <p:cNvPr id="35" name="组合 34">
            <a:extLst>
              <a:ext uri="{FF2B5EF4-FFF2-40B4-BE49-F238E27FC236}">
                <a16:creationId xmlns:a16="http://schemas.microsoft.com/office/drawing/2014/main" id="{3500361C-E2A6-47C0-A062-EF5AB5F85AD7}"/>
              </a:ext>
            </a:extLst>
          </p:cNvPr>
          <p:cNvGrpSpPr/>
          <p:nvPr/>
        </p:nvGrpSpPr>
        <p:grpSpPr>
          <a:xfrm>
            <a:off x="8300764" y="4069273"/>
            <a:ext cx="2570305" cy="2056446"/>
            <a:chOff x="8017892" y="3825873"/>
            <a:chExt cx="2570305" cy="2056446"/>
          </a:xfrm>
        </p:grpSpPr>
        <p:cxnSp>
          <p:nvCxnSpPr>
            <p:cNvPr id="22" name="直接连接符 21">
              <a:extLst>
                <a:ext uri="{FF2B5EF4-FFF2-40B4-BE49-F238E27FC236}">
                  <a16:creationId xmlns:a16="http://schemas.microsoft.com/office/drawing/2014/main" id="{830AA6F0-2514-42C9-85CE-150E6A8B89BD}"/>
                </a:ext>
              </a:extLst>
            </p:cNvPr>
            <p:cNvCxnSpPr/>
            <p:nvPr/>
          </p:nvCxnSpPr>
          <p:spPr>
            <a:xfrm flipV="1">
              <a:off x="8428266" y="4456166"/>
              <a:ext cx="794479" cy="1105612"/>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3" name="直接连接符 22">
              <a:extLst>
                <a:ext uri="{FF2B5EF4-FFF2-40B4-BE49-F238E27FC236}">
                  <a16:creationId xmlns:a16="http://schemas.microsoft.com/office/drawing/2014/main" id="{0A633314-AD07-4B1D-8B2E-E3B82F1FD6AD}"/>
                </a:ext>
              </a:extLst>
            </p:cNvPr>
            <p:cNvCxnSpPr>
              <a:cxnSpLocks/>
            </p:cNvCxnSpPr>
            <p:nvPr/>
          </p:nvCxnSpPr>
          <p:spPr>
            <a:xfrm flipH="1" flipV="1">
              <a:off x="9371489" y="4456166"/>
              <a:ext cx="628049" cy="983748"/>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4" name="直接连接符 23">
              <a:extLst>
                <a:ext uri="{FF2B5EF4-FFF2-40B4-BE49-F238E27FC236}">
                  <a16:creationId xmlns:a16="http://schemas.microsoft.com/office/drawing/2014/main" id="{2DA45A3D-C0AC-4202-A05D-43E77C2C12D6}"/>
                </a:ext>
              </a:extLst>
            </p:cNvPr>
            <p:cNvCxnSpPr/>
            <p:nvPr/>
          </p:nvCxnSpPr>
          <p:spPr>
            <a:xfrm>
              <a:off x="9260565" y="4453932"/>
              <a:ext cx="0" cy="1062182"/>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pic>
          <p:nvPicPr>
            <p:cNvPr id="25" name="图形 10">
              <a:extLst>
                <a:ext uri="{FF2B5EF4-FFF2-40B4-BE49-F238E27FC236}">
                  <a16:creationId xmlns:a16="http://schemas.microsoft.com/office/drawing/2014/main" id="{BDBD67D3-EC63-42F5-8B80-89DB6A7E0A04}"/>
                </a:ext>
              </a:extLst>
            </p:cNvPr>
            <p:cNvPicPr>
              <a:picLocks noChangeAspect="1"/>
            </p:cNvPicPr>
            <p:nvPr/>
          </p:nvPicPr>
          <p:blipFill>
            <a:blip r:embed="rId3">
              <a:extLst>
                <a:ext uri="{28A0092B-C50C-407E-A947-70E740481C1C}">
                  <a14:useLocalDpi xmlns:a14="http://schemas.microsoft.com/office/drawing/2010/main" val="0"/>
                </a:ext>
                <a:ext uri="{96DAC541-7B7A-43D3-8B79-37D633B846F1}">
                  <asvg:svgBlip xmlns:asvg="http://schemas.microsoft.com/office/drawing/2016/SVG/main" r:embed="rId4"/>
                </a:ext>
              </a:extLst>
            </a:blip>
            <a:stretch>
              <a:fillRect/>
            </a:stretch>
          </p:blipFill>
          <p:spPr>
            <a:xfrm>
              <a:off x="8017892" y="5241237"/>
              <a:ext cx="662814" cy="641082"/>
            </a:xfrm>
            <a:prstGeom prst="rect">
              <a:avLst/>
            </a:prstGeom>
          </p:spPr>
        </p:pic>
        <p:pic>
          <p:nvPicPr>
            <p:cNvPr id="26" name="图形 10">
              <a:extLst>
                <a:ext uri="{FF2B5EF4-FFF2-40B4-BE49-F238E27FC236}">
                  <a16:creationId xmlns:a16="http://schemas.microsoft.com/office/drawing/2014/main" id="{BD0AFF99-B2FB-4C5F-BDB4-DE32E1CE6CF0}"/>
                </a:ext>
              </a:extLst>
            </p:cNvPr>
            <p:cNvPicPr>
              <a:picLocks noChangeAspect="1"/>
            </p:cNvPicPr>
            <p:nvPr/>
          </p:nvPicPr>
          <p:blipFill>
            <a:blip r:embed="rId3">
              <a:extLst>
                <a:ext uri="{28A0092B-C50C-407E-A947-70E740481C1C}">
                  <a14:useLocalDpi xmlns:a14="http://schemas.microsoft.com/office/drawing/2010/main" val="0"/>
                </a:ext>
                <a:ext uri="{96DAC541-7B7A-43D3-8B79-37D633B846F1}">
                  <asvg:svgBlip xmlns:asvg="http://schemas.microsoft.com/office/drawing/2016/SVG/main" r:embed="rId4"/>
                </a:ext>
              </a:extLst>
            </a:blip>
            <a:stretch>
              <a:fillRect/>
            </a:stretch>
          </p:blipFill>
          <p:spPr>
            <a:xfrm>
              <a:off x="9641009" y="5241237"/>
              <a:ext cx="662814" cy="641082"/>
            </a:xfrm>
            <a:prstGeom prst="rect">
              <a:avLst/>
            </a:prstGeom>
          </p:spPr>
        </p:pic>
        <p:pic>
          <p:nvPicPr>
            <p:cNvPr id="27" name="图片 26" descr="文本&#10;&#10;描述已自动生成">
              <a:extLst>
                <a:ext uri="{FF2B5EF4-FFF2-40B4-BE49-F238E27FC236}">
                  <a16:creationId xmlns:a16="http://schemas.microsoft.com/office/drawing/2014/main" id="{A4F7A694-AFD6-4284-9F70-79EA7027B823}"/>
                </a:ext>
              </a:extLst>
            </p:cNvPr>
            <p:cNvPicPr>
              <a:picLocks noChangeAspect="1"/>
            </p:cNvPicPr>
            <p:nvPr/>
          </p:nvPicPr>
          <p:blipFill>
            <a:blip r:embed="rId5">
              <a:extLst>
                <a:ext uri="{28A0092B-C50C-407E-A947-70E740481C1C}">
                  <a14:useLocalDpi xmlns:a14="http://schemas.microsoft.com/office/drawing/2010/main" val="0"/>
                </a:ext>
              </a:extLst>
            </a:blip>
            <a:stretch>
              <a:fillRect/>
            </a:stretch>
          </p:blipFill>
          <p:spPr>
            <a:xfrm>
              <a:off x="8841772" y="4216486"/>
              <a:ext cx="705470" cy="661378"/>
            </a:xfrm>
            <a:prstGeom prst="rect">
              <a:avLst/>
            </a:prstGeom>
          </p:spPr>
        </p:pic>
        <p:pic>
          <p:nvPicPr>
            <p:cNvPr id="28" name="图形 10">
              <a:extLst>
                <a:ext uri="{FF2B5EF4-FFF2-40B4-BE49-F238E27FC236}">
                  <a16:creationId xmlns:a16="http://schemas.microsoft.com/office/drawing/2014/main" id="{5C40A998-05F1-4941-BD6A-D0A821945A80}"/>
                </a:ext>
              </a:extLst>
            </p:cNvPr>
            <p:cNvPicPr>
              <a:picLocks noChangeAspect="1"/>
            </p:cNvPicPr>
            <p:nvPr/>
          </p:nvPicPr>
          <p:blipFill>
            <a:blip r:embed="rId3">
              <a:extLst>
                <a:ext uri="{28A0092B-C50C-407E-A947-70E740481C1C}">
                  <a14:useLocalDpi xmlns:a14="http://schemas.microsoft.com/office/drawing/2010/main" val="0"/>
                </a:ext>
                <a:ext uri="{96DAC541-7B7A-43D3-8B79-37D633B846F1}">
                  <asvg:svgBlip xmlns:asvg="http://schemas.microsoft.com/office/drawing/2016/SVG/main" r:embed="rId4"/>
                </a:ext>
              </a:extLst>
            </a:blip>
            <a:stretch>
              <a:fillRect/>
            </a:stretch>
          </p:blipFill>
          <p:spPr>
            <a:xfrm>
              <a:off x="8829451" y="5241237"/>
              <a:ext cx="662814" cy="641082"/>
            </a:xfrm>
            <a:prstGeom prst="rect">
              <a:avLst/>
            </a:prstGeom>
          </p:spPr>
        </p:pic>
        <p:sp>
          <p:nvSpPr>
            <p:cNvPr id="29" name="文本框 28">
              <a:extLst>
                <a:ext uri="{FF2B5EF4-FFF2-40B4-BE49-F238E27FC236}">
                  <a16:creationId xmlns:a16="http://schemas.microsoft.com/office/drawing/2014/main" id="{1ADC1781-2712-4E2F-B98B-8DF694C0A2E7}"/>
                </a:ext>
              </a:extLst>
            </p:cNvPr>
            <p:cNvSpPr txBox="1"/>
            <p:nvPr/>
          </p:nvSpPr>
          <p:spPr>
            <a:xfrm>
              <a:off x="9511613" y="5283598"/>
              <a:ext cx="333042" cy="369332"/>
            </a:xfrm>
            <a:prstGeom prst="rect">
              <a:avLst/>
            </a:prstGeom>
            <a:noFill/>
          </p:spPr>
          <p:txBody>
            <a:bodyPr wrap="square" rtlCol="0">
              <a:spAutoFit/>
            </a:bodyPr>
            <a:lstStyle/>
            <a:p>
              <a:pPr algn="ctr"/>
              <a:r>
                <a:rPr lang="en-US" altLang="zh-CN" b="1" dirty="0">
                  <a:latin typeface="宋体" panose="02010600030101010101" pitchFamily="2" charset="-122"/>
                  <a:ea typeface="宋体" panose="02010600030101010101" pitchFamily="2" charset="-122"/>
                </a:rPr>
                <a:t>…</a:t>
              </a:r>
              <a:endParaRPr lang="zh-CN" altLang="en-US" b="1" dirty="0">
                <a:latin typeface="宋体" panose="02010600030101010101" pitchFamily="2" charset="-122"/>
                <a:ea typeface="宋体" panose="02010600030101010101" pitchFamily="2" charset="-122"/>
              </a:endParaRPr>
            </a:p>
          </p:txBody>
        </p:sp>
        <p:sp>
          <p:nvSpPr>
            <p:cNvPr id="30" name="文本框 29">
              <a:extLst>
                <a:ext uri="{FF2B5EF4-FFF2-40B4-BE49-F238E27FC236}">
                  <a16:creationId xmlns:a16="http://schemas.microsoft.com/office/drawing/2014/main" id="{79A032F2-8BCB-44ED-9302-AD7373CE6405}"/>
                </a:ext>
              </a:extLst>
            </p:cNvPr>
            <p:cNvSpPr txBox="1"/>
            <p:nvPr/>
          </p:nvSpPr>
          <p:spPr>
            <a:xfrm>
              <a:off x="8633391" y="3825873"/>
              <a:ext cx="1122232" cy="369332"/>
            </a:xfrm>
            <a:prstGeom prst="rect">
              <a:avLst/>
            </a:prstGeom>
            <a:noFill/>
          </p:spPr>
          <p:txBody>
            <a:bodyPr wrap="square" rtlCol="0">
              <a:spAutoFit/>
            </a:bodyPr>
            <a:lstStyle/>
            <a:p>
              <a:pPr algn="ctr"/>
              <a:r>
                <a:rPr lang="zh-CN" altLang="en-US" b="1" dirty="0">
                  <a:latin typeface="+mn-ea"/>
                </a:rPr>
                <a:t>部门</a:t>
              </a:r>
              <a:r>
                <a:rPr lang="en-US" altLang="zh-CN" b="1" dirty="0">
                  <a:latin typeface="+mn-ea"/>
                </a:rPr>
                <a:t>B</a:t>
              </a:r>
              <a:endParaRPr lang="zh-CN" altLang="en-US" b="1" dirty="0">
                <a:latin typeface="+mn-ea"/>
              </a:endParaRPr>
            </a:p>
          </p:txBody>
        </p:sp>
        <p:sp>
          <p:nvSpPr>
            <p:cNvPr id="32" name="文本框 31">
              <a:extLst>
                <a:ext uri="{FF2B5EF4-FFF2-40B4-BE49-F238E27FC236}">
                  <a16:creationId xmlns:a16="http://schemas.microsoft.com/office/drawing/2014/main" id="{AD30DF22-A2CC-47C5-BB25-220EF0CAB503}"/>
                </a:ext>
              </a:extLst>
            </p:cNvPr>
            <p:cNvSpPr txBox="1"/>
            <p:nvPr/>
          </p:nvSpPr>
          <p:spPr>
            <a:xfrm>
              <a:off x="9465965" y="4187809"/>
              <a:ext cx="1122232" cy="646331"/>
            </a:xfrm>
            <a:prstGeom prst="rect">
              <a:avLst/>
            </a:prstGeom>
            <a:noFill/>
          </p:spPr>
          <p:txBody>
            <a:bodyPr wrap="square" rtlCol="0">
              <a:spAutoFit/>
            </a:bodyPr>
            <a:lstStyle/>
            <a:p>
              <a:pPr algn="ctr"/>
              <a:r>
                <a:rPr lang="en-US" altLang="zh-CN" b="1" dirty="0">
                  <a:latin typeface="Arial Narrow" panose="020B0606020202030204" pitchFamily="34" charset="0"/>
                </a:rPr>
                <a:t>10BASE-T</a:t>
              </a:r>
            </a:p>
            <a:p>
              <a:pPr algn="ctr"/>
              <a:r>
                <a:rPr lang="zh-CN" altLang="en-US" b="1" dirty="0">
                  <a:latin typeface="Arial Narrow" panose="020B0606020202030204" pitchFamily="34" charset="0"/>
                </a:rPr>
                <a:t>集线器</a:t>
              </a:r>
            </a:p>
          </p:txBody>
        </p:sp>
      </p:grpSp>
      <p:grpSp>
        <p:nvGrpSpPr>
          <p:cNvPr id="47" name="组合 46">
            <a:extLst>
              <a:ext uri="{FF2B5EF4-FFF2-40B4-BE49-F238E27FC236}">
                <a16:creationId xmlns:a16="http://schemas.microsoft.com/office/drawing/2014/main" id="{53D3102E-AD6D-4092-AE0E-44271C7EEB74}"/>
              </a:ext>
            </a:extLst>
          </p:cNvPr>
          <p:cNvGrpSpPr/>
          <p:nvPr/>
        </p:nvGrpSpPr>
        <p:grpSpPr>
          <a:xfrm>
            <a:off x="5416214" y="3592561"/>
            <a:ext cx="1359571" cy="1081707"/>
            <a:chOff x="5416214" y="3592561"/>
            <a:chExt cx="1359571" cy="1081707"/>
          </a:xfrm>
        </p:grpSpPr>
        <p:pic>
          <p:nvPicPr>
            <p:cNvPr id="39" name="图片 38" descr="文本&#10;&#10;描述已自动生成">
              <a:extLst>
                <a:ext uri="{FF2B5EF4-FFF2-40B4-BE49-F238E27FC236}">
                  <a16:creationId xmlns:a16="http://schemas.microsoft.com/office/drawing/2014/main" id="{9E3130D3-3098-4F2D-9CB4-D8EAAB4DD6CD}"/>
                </a:ext>
              </a:extLst>
            </p:cNvPr>
            <p:cNvPicPr>
              <a:picLocks noChangeAspect="1"/>
            </p:cNvPicPr>
            <p:nvPr/>
          </p:nvPicPr>
          <p:blipFill>
            <a:blip r:embed="rId5">
              <a:extLst>
                <a:ext uri="{28A0092B-C50C-407E-A947-70E740481C1C}">
                  <a14:useLocalDpi xmlns:a14="http://schemas.microsoft.com/office/drawing/2010/main" val="0"/>
                </a:ext>
              </a:extLst>
            </a:blip>
            <a:stretch>
              <a:fillRect/>
            </a:stretch>
          </p:blipFill>
          <p:spPr>
            <a:xfrm>
              <a:off x="5743265" y="3592561"/>
              <a:ext cx="705470" cy="661378"/>
            </a:xfrm>
            <a:prstGeom prst="rect">
              <a:avLst/>
            </a:prstGeom>
          </p:spPr>
        </p:pic>
        <p:sp>
          <p:nvSpPr>
            <p:cNvPr id="40" name="文本框 39">
              <a:extLst>
                <a:ext uri="{FF2B5EF4-FFF2-40B4-BE49-F238E27FC236}">
                  <a16:creationId xmlns:a16="http://schemas.microsoft.com/office/drawing/2014/main" id="{449A530B-C38D-4ECF-98F0-731B186D7180}"/>
                </a:ext>
              </a:extLst>
            </p:cNvPr>
            <p:cNvSpPr txBox="1"/>
            <p:nvPr/>
          </p:nvSpPr>
          <p:spPr>
            <a:xfrm>
              <a:off x="5416214" y="4304936"/>
              <a:ext cx="1359571" cy="369332"/>
            </a:xfrm>
            <a:prstGeom prst="rect">
              <a:avLst/>
            </a:prstGeom>
            <a:noFill/>
          </p:spPr>
          <p:txBody>
            <a:bodyPr wrap="square" rtlCol="0">
              <a:spAutoFit/>
            </a:bodyPr>
            <a:lstStyle/>
            <a:p>
              <a:pPr algn="ctr"/>
              <a:r>
                <a:rPr lang="zh-CN" altLang="en-US" b="1" dirty="0">
                  <a:latin typeface="Arial Narrow" panose="020B0606020202030204" pitchFamily="34" charset="0"/>
                </a:rPr>
                <a:t>主干集线器</a:t>
              </a:r>
            </a:p>
          </p:txBody>
        </p:sp>
      </p:grpSp>
      <p:sp>
        <p:nvSpPr>
          <p:cNvPr id="48" name="矩形 47">
            <a:extLst>
              <a:ext uri="{FF2B5EF4-FFF2-40B4-BE49-F238E27FC236}">
                <a16:creationId xmlns:a16="http://schemas.microsoft.com/office/drawing/2014/main" id="{5263ADD6-CD6C-4E87-864E-3401066CB2BB}"/>
              </a:ext>
            </a:extLst>
          </p:cNvPr>
          <p:cNvSpPr/>
          <p:nvPr/>
        </p:nvSpPr>
        <p:spPr>
          <a:xfrm>
            <a:off x="1056634" y="2120445"/>
            <a:ext cx="256976" cy="256976"/>
          </a:xfrm>
          <a:prstGeom prst="rect">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49" name="íşlïḍè">
            <a:extLst>
              <a:ext uri="{FF2B5EF4-FFF2-40B4-BE49-F238E27FC236}">
                <a16:creationId xmlns:a16="http://schemas.microsoft.com/office/drawing/2014/main" id="{A8944799-00DC-4DBB-8F53-A7AEE58B8366}"/>
              </a:ext>
            </a:extLst>
          </p:cNvPr>
          <p:cNvSpPr txBox="1"/>
          <p:nvPr/>
        </p:nvSpPr>
        <p:spPr>
          <a:xfrm>
            <a:off x="1373861" y="2066123"/>
            <a:ext cx="10513339" cy="655323"/>
          </a:xfrm>
          <a:prstGeom prst="rect">
            <a:avLst/>
          </a:prstGeom>
          <a:noFill/>
        </p:spPr>
        <p:txBody>
          <a:bodyPr wrap="square" lIns="91440" tIns="45720" rIns="91440" bIns="45720" anchor="ctr">
            <a:noAutofit/>
          </a:bodyPr>
          <a:lstStyle/>
          <a:p>
            <a:r>
              <a:rPr lang="zh-CN" altLang="en-US" b="1" dirty="0">
                <a:latin typeface="Arial Narrow" panose="020B0606020202030204" pitchFamily="34" charset="0"/>
              </a:rPr>
              <a:t>采用多个集线器连接而成的多级星型以太网，在扩展了网络覆盖范围和站点数量的同时，也带来了一些负面因素。</a:t>
            </a:r>
          </a:p>
        </p:txBody>
      </p:sp>
    </p:spTree>
    <p:custDataLst>
      <p:tags r:id="rId1"/>
    </p:custDataLst>
    <p:extLst>
      <p:ext uri="{BB962C8B-B14F-4D97-AF65-F5344CB8AC3E}">
        <p14:creationId xmlns:p14="http://schemas.microsoft.com/office/powerpoint/2010/main" val="1059374799"/>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2" presetClass="entr" presetSubtype="1" fill="hold" nodeType="withEffect">
                                  <p:stCondLst>
                                    <p:cond delay="0"/>
                                  </p:stCondLst>
                                  <p:childTnLst>
                                    <p:set>
                                      <p:cBhvr>
                                        <p:cTn id="6" dur="1" fill="hold">
                                          <p:stCondLst>
                                            <p:cond delay="0"/>
                                          </p:stCondLst>
                                        </p:cTn>
                                        <p:tgtEl>
                                          <p:spTgt spid="4"/>
                                        </p:tgtEl>
                                        <p:attrNameLst>
                                          <p:attrName>style.visibility</p:attrName>
                                        </p:attrNameLst>
                                      </p:cBhvr>
                                      <p:to>
                                        <p:strVal val="visible"/>
                                      </p:to>
                                    </p:set>
                                    <p:anim calcmode="lin" valueType="num">
                                      <p:cBhvr additive="base">
                                        <p:cTn id="7" dur="1000"/>
                                        <p:tgtEl>
                                          <p:spTgt spid="4"/>
                                        </p:tgtEl>
                                        <p:attrNameLst>
                                          <p:attrName>ppt_y</p:attrName>
                                        </p:attrNameLst>
                                      </p:cBhvr>
                                      <p:tavLst>
                                        <p:tav tm="0">
                                          <p:val>
                                            <p:strVal val="#ppt_y-#ppt_h*1.125000"/>
                                          </p:val>
                                        </p:tav>
                                        <p:tav tm="100000">
                                          <p:val>
                                            <p:strVal val="#ppt_y"/>
                                          </p:val>
                                        </p:tav>
                                      </p:tavLst>
                                    </p:anim>
                                    <p:animEffect transition="in" filter="wipe(down)">
                                      <p:cBhvr>
                                        <p:cTn id="8" dur="1000"/>
                                        <p:tgtEl>
                                          <p:spTgt spid="4"/>
                                        </p:tgtEl>
                                      </p:cBhvr>
                                    </p:animEffect>
                                  </p:childTnLst>
                                </p:cTn>
                              </p:par>
                            </p:childTnLst>
                          </p:cTn>
                        </p:par>
                      </p:childTnLst>
                    </p:cTn>
                  </p:par>
                  <p:par>
                    <p:cTn id="9" fill="hold">
                      <p:stCondLst>
                        <p:cond delay="indefinite"/>
                      </p:stCondLst>
                      <p:childTnLst>
                        <p:par>
                          <p:cTn id="10" fill="hold">
                            <p:stCondLst>
                              <p:cond delay="0"/>
                            </p:stCondLst>
                            <p:childTnLst>
                              <p:par>
                                <p:cTn id="11" presetID="49" presetClass="entr" presetSubtype="0" decel="100000" fill="hold" grpId="0" nodeType="clickEffect">
                                  <p:stCondLst>
                                    <p:cond delay="0"/>
                                  </p:stCondLst>
                                  <p:childTnLst>
                                    <p:set>
                                      <p:cBhvr>
                                        <p:cTn id="12" dur="1" fill="hold">
                                          <p:stCondLst>
                                            <p:cond delay="0"/>
                                          </p:stCondLst>
                                        </p:cTn>
                                        <p:tgtEl>
                                          <p:spTgt spid="5"/>
                                        </p:tgtEl>
                                        <p:attrNameLst>
                                          <p:attrName>style.visibility</p:attrName>
                                        </p:attrNameLst>
                                      </p:cBhvr>
                                      <p:to>
                                        <p:strVal val="visible"/>
                                      </p:to>
                                    </p:set>
                                    <p:anim calcmode="lin" valueType="num">
                                      <p:cBhvr>
                                        <p:cTn id="13" dur="500" fill="hold"/>
                                        <p:tgtEl>
                                          <p:spTgt spid="5"/>
                                        </p:tgtEl>
                                        <p:attrNameLst>
                                          <p:attrName>ppt_w</p:attrName>
                                        </p:attrNameLst>
                                      </p:cBhvr>
                                      <p:tavLst>
                                        <p:tav tm="0">
                                          <p:val>
                                            <p:fltVal val="0"/>
                                          </p:val>
                                        </p:tav>
                                        <p:tav tm="100000">
                                          <p:val>
                                            <p:strVal val="#ppt_w"/>
                                          </p:val>
                                        </p:tav>
                                      </p:tavLst>
                                    </p:anim>
                                    <p:anim calcmode="lin" valueType="num">
                                      <p:cBhvr>
                                        <p:cTn id="14" dur="500" fill="hold"/>
                                        <p:tgtEl>
                                          <p:spTgt spid="5"/>
                                        </p:tgtEl>
                                        <p:attrNameLst>
                                          <p:attrName>ppt_h</p:attrName>
                                        </p:attrNameLst>
                                      </p:cBhvr>
                                      <p:tavLst>
                                        <p:tav tm="0">
                                          <p:val>
                                            <p:fltVal val="0"/>
                                          </p:val>
                                        </p:tav>
                                        <p:tav tm="100000">
                                          <p:val>
                                            <p:strVal val="#ppt_h"/>
                                          </p:val>
                                        </p:tav>
                                      </p:tavLst>
                                    </p:anim>
                                    <p:anim calcmode="lin" valueType="num">
                                      <p:cBhvr>
                                        <p:cTn id="15" dur="500" fill="hold"/>
                                        <p:tgtEl>
                                          <p:spTgt spid="5"/>
                                        </p:tgtEl>
                                        <p:attrNameLst>
                                          <p:attrName>style.rotation</p:attrName>
                                        </p:attrNameLst>
                                      </p:cBhvr>
                                      <p:tavLst>
                                        <p:tav tm="0">
                                          <p:val>
                                            <p:fltVal val="360"/>
                                          </p:val>
                                        </p:tav>
                                        <p:tav tm="100000">
                                          <p:val>
                                            <p:fltVal val="0"/>
                                          </p:val>
                                        </p:tav>
                                      </p:tavLst>
                                    </p:anim>
                                    <p:animEffect transition="in" filter="fade">
                                      <p:cBhvr>
                                        <p:cTn id="16" dur="500"/>
                                        <p:tgtEl>
                                          <p:spTgt spid="5"/>
                                        </p:tgtEl>
                                      </p:cBhvr>
                                    </p:animEffect>
                                  </p:childTnLst>
                                </p:cTn>
                              </p:par>
                            </p:childTnLst>
                          </p:cTn>
                        </p:par>
                        <p:par>
                          <p:cTn id="17" fill="hold">
                            <p:stCondLst>
                              <p:cond delay="500"/>
                            </p:stCondLst>
                            <p:childTnLst>
                              <p:par>
                                <p:cTn id="18" presetID="1" presetClass="entr" presetSubtype="0" fill="hold" grpId="0" nodeType="afterEffect">
                                  <p:stCondLst>
                                    <p:cond delay="0"/>
                                  </p:stCondLst>
                                  <p:iterate type="lt">
                                    <p:tmAbs val="100"/>
                                  </p:iterate>
                                  <p:childTnLst>
                                    <p:set>
                                      <p:cBhvr>
                                        <p:cTn id="19" dur="1" fill="hold">
                                          <p:stCondLst>
                                            <p:cond delay="0"/>
                                          </p:stCondLst>
                                        </p:cTn>
                                        <p:tgtEl>
                                          <p:spTgt spid="6"/>
                                        </p:tgtEl>
                                        <p:attrNameLst>
                                          <p:attrName>style.visibility</p:attrName>
                                        </p:attrNameLst>
                                      </p:cBhvr>
                                      <p:to>
                                        <p:strVal val="visible"/>
                                      </p:to>
                                    </p:set>
                                  </p:childTnLst>
                                </p:cTn>
                              </p:par>
                            </p:childTnLst>
                          </p:cTn>
                        </p:par>
                      </p:childTnLst>
                    </p:cTn>
                  </p:par>
                  <p:par>
                    <p:cTn id="20" fill="hold">
                      <p:stCondLst>
                        <p:cond delay="indefinite"/>
                      </p:stCondLst>
                      <p:childTnLst>
                        <p:par>
                          <p:cTn id="21" fill="hold">
                            <p:stCondLst>
                              <p:cond delay="0"/>
                            </p:stCondLst>
                            <p:childTnLst>
                              <p:par>
                                <p:cTn id="22" presetID="2" presetClass="entr" presetSubtype="4" fill="hold" nodeType="clickEffect">
                                  <p:stCondLst>
                                    <p:cond delay="0"/>
                                  </p:stCondLst>
                                  <p:childTnLst>
                                    <p:set>
                                      <p:cBhvr>
                                        <p:cTn id="23" dur="1" fill="hold">
                                          <p:stCondLst>
                                            <p:cond delay="0"/>
                                          </p:stCondLst>
                                        </p:cTn>
                                        <p:tgtEl>
                                          <p:spTgt spid="34"/>
                                        </p:tgtEl>
                                        <p:attrNameLst>
                                          <p:attrName>style.visibility</p:attrName>
                                        </p:attrNameLst>
                                      </p:cBhvr>
                                      <p:to>
                                        <p:strVal val="visible"/>
                                      </p:to>
                                    </p:set>
                                    <p:anim calcmode="lin" valueType="num">
                                      <p:cBhvr additive="base">
                                        <p:cTn id="24" dur="500" fill="hold"/>
                                        <p:tgtEl>
                                          <p:spTgt spid="34"/>
                                        </p:tgtEl>
                                        <p:attrNameLst>
                                          <p:attrName>ppt_x</p:attrName>
                                        </p:attrNameLst>
                                      </p:cBhvr>
                                      <p:tavLst>
                                        <p:tav tm="0">
                                          <p:val>
                                            <p:strVal val="#ppt_x"/>
                                          </p:val>
                                        </p:tav>
                                        <p:tav tm="100000">
                                          <p:val>
                                            <p:strVal val="#ppt_x"/>
                                          </p:val>
                                        </p:tav>
                                      </p:tavLst>
                                    </p:anim>
                                    <p:anim calcmode="lin" valueType="num">
                                      <p:cBhvr additive="base">
                                        <p:cTn id="25" dur="500" fill="hold"/>
                                        <p:tgtEl>
                                          <p:spTgt spid="34"/>
                                        </p:tgtEl>
                                        <p:attrNameLst>
                                          <p:attrName>ppt_y</p:attrName>
                                        </p:attrNameLst>
                                      </p:cBhvr>
                                      <p:tavLst>
                                        <p:tav tm="0">
                                          <p:val>
                                            <p:strVal val="1+#ppt_h/2"/>
                                          </p:val>
                                        </p:tav>
                                        <p:tav tm="100000">
                                          <p:val>
                                            <p:strVal val="#ppt_y"/>
                                          </p:val>
                                        </p:tav>
                                      </p:tavLst>
                                    </p:anim>
                                  </p:childTnLst>
                                </p:cTn>
                              </p:par>
                              <p:par>
                                <p:cTn id="26" presetID="2" presetClass="entr" presetSubtype="4" fill="hold" nodeType="withEffect">
                                  <p:stCondLst>
                                    <p:cond delay="0"/>
                                  </p:stCondLst>
                                  <p:childTnLst>
                                    <p:set>
                                      <p:cBhvr>
                                        <p:cTn id="27" dur="1" fill="hold">
                                          <p:stCondLst>
                                            <p:cond delay="0"/>
                                          </p:stCondLst>
                                        </p:cTn>
                                        <p:tgtEl>
                                          <p:spTgt spid="35"/>
                                        </p:tgtEl>
                                        <p:attrNameLst>
                                          <p:attrName>style.visibility</p:attrName>
                                        </p:attrNameLst>
                                      </p:cBhvr>
                                      <p:to>
                                        <p:strVal val="visible"/>
                                      </p:to>
                                    </p:set>
                                    <p:anim calcmode="lin" valueType="num">
                                      <p:cBhvr additive="base">
                                        <p:cTn id="28" dur="500" fill="hold"/>
                                        <p:tgtEl>
                                          <p:spTgt spid="35"/>
                                        </p:tgtEl>
                                        <p:attrNameLst>
                                          <p:attrName>ppt_x</p:attrName>
                                        </p:attrNameLst>
                                      </p:cBhvr>
                                      <p:tavLst>
                                        <p:tav tm="0">
                                          <p:val>
                                            <p:strVal val="#ppt_x"/>
                                          </p:val>
                                        </p:tav>
                                        <p:tav tm="100000">
                                          <p:val>
                                            <p:strVal val="#ppt_x"/>
                                          </p:val>
                                        </p:tav>
                                      </p:tavLst>
                                    </p:anim>
                                    <p:anim calcmode="lin" valueType="num">
                                      <p:cBhvr additive="base">
                                        <p:cTn id="29" dur="500" fill="hold"/>
                                        <p:tgtEl>
                                          <p:spTgt spid="35"/>
                                        </p:tgtEl>
                                        <p:attrNameLst>
                                          <p:attrName>ppt_y</p:attrName>
                                        </p:attrNameLst>
                                      </p:cBhvr>
                                      <p:tavLst>
                                        <p:tav tm="0">
                                          <p:val>
                                            <p:strVal val="1+#ppt_h/2"/>
                                          </p:val>
                                        </p:tav>
                                        <p:tav tm="100000">
                                          <p:val>
                                            <p:strVal val="#ppt_y"/>
                                          </p:val>
                                        </p:tav>
                                      </p:tavLst>
                                    </p:anim>
                                  </p:childTnLst>
                                </p:cTn>
                              </p:par>
                            </p:childTnLst>
                          </p:cTn>
                        </p:par>
                      </p:childTnLst>
                    </p:cTn>
                  </p:par>
                  <p:par>
                    <p:cTn id="30" fill="hold">
                      <p:stCondLst>
                        <p:cond delay="indefinite"/>
                      </p:stCondLst>
                      <p:childTnLst>
                        <p:par>
                          <p:cTn id="31" fill="hold">
                            <p:stCondLst>
                              <p:cond delay="0"/>
                            </p:stCondLst>
                            <p:childTnLst>
                              <p:par>
                                <p:cTn id="32" presetID="22" presetClass="entr" presetSubtype="4" fill="hold" nodeType="clickEffect">
                                  <p:stCondLst>
                                    <p:cond delay="0"/>
                                  </p:stCondLst>
                                  <p:childTnLst>
                                    <p:set>
                                      <p:cBhvr>
                                        <p:cTn id="33" dur="1" fill="hold">
                                          <p:stCondLst>
                                            <p:cond delay="0"/>
                                          </p:stCondLst>
                                        </p:cTn>
                                        <p:tgtEl>
                                          <p:spTgt spid="41"/>
                                        </p:tgtEl>
                                        <p:attrNameLst>
                                          <p:attrName>style.visibility</p:attrName>
                                        </p:attrNameLst>
                                      </p:cBhvr>
                                      <p:to>
                                        <p:strVal val="visible"/>
                                      </p:to>
                                    </p:set>
                                    <p:animEffect transition="in" filter="wipe(down)">
                                      <p:cBhvr>
                                        <p:cTn id="34" dur="1000"/>
                                        <p:tgtEl>
                                          <p:spTgt spid="41"/>
                                        </p:tgtEl>
                                      </p:cBhvr>
                                    </p:animEffect>
                                  </p:childTnLst>
                                </p:cTn>
                              </p:par>
                              <p:par>
                                <p:cTn id="35" presetID="22" presetClass="entr" presetSubtype="4" fill="hold" nodeType="withEffect">
                                  <p:stCondLst>
                                    <p:cond delay="0"/>
                                  </p:stCondLst>
                                  <p:childTnLst>
                                    <p:set>
                                      <p:cBhvr>
                                        <p:cTn id="36" dur="1" fill="hold">
                                          <p:stCondLst>
                                            <p:cond delay="0"/>
                                          </p:stCondLst>
                                        </p:cTn>
                                        <p:tgtEl>
                                          <p:spTgt spid="44"/>
                                        </p:tgtEl>
                                        <p:attrNameLst>
                                          <p:attrName>style.visibility</p:attrName>
                                        </p:attrNameLst>
                                      </p:cBhvr>
                                      <p:to>
                                        <p:strVal val="visible"/>
                                      </p:to>
                                    </p:set>
                                    <p:animEffect transition="in" filter="wipe(down)">
                                      <p:cBhvr>
                                        <p:cTn id="37" dur="1000"/>
                                        <p:tgtEl>
                                          <p:spTgt spid="44"/>
                                        </p:tgtEl>
                                      </p:cBhvr>
                                    </p:animEffect>
                                  </p:childTnLst>
                                </p:cTn>
                              </p:par>
                              <p:par>
                                <p:cTn id="38" presetID="53" presetClass="entr" presetSubtype="16" fill="hold" nodeType="withEffect">
                                  <p:stCondLst>
                                    <p:cond delay="500"/>
                                  </p:stCondLst>
                                  <p:childTnLst>
                                    <p:set>
                                      <p:cBhvr>
                                        <p:cTn id="39" dur="1" fill="hold">
                                          <p:stCondLst>
                                            <p:cond delay="0"/>
                                          </p:stCondLst>
                                        </p:cTn>
                                        <p:tgtEl>
                                          <p:spTgt spid="47"/>
                                        </p:tgtEl>
                                        <p:attrNameLst>
                                          <p:attrName>style.visibility</p:attrName>
                                        </p:attrNameLst>
                                      </p:cBhvr>
                                      <p:to>
                                        <p:strVal val="visible"/>
                                      </p:to>
                                    </p:set>
                                    <p:anim calcmode="lin" valueType="num">
                                      <p:cBhvr>
                                        <p:cTn id="40" dur="500" fill="hold"/>
                                        <p:tgtEl>
                                          <p:spTgt spid="47"/>
                                        </p:tgtEl>
                                        <p:attrNameLst>
                                          <p:attrName>ppt_w</p:attrName>
                                        </p:attrNameLst>
                                      </p:cBhvr>
                                      <p:tavLst>
                                        <p:tav tm="0">
                                          <p:val>
                                            <p:fltVal val="0"/>
                                          </p:val>
                                        </p:tav>
                                        <p:tav tm="100000">
                                          <p:val>
                                            <p:strVal val="#ppt_w"/>
                                          </p:val>
                                        </p:tav>
                                      </p:tavLst>
                                    </p:anim>
                                    <p:anim calcmode="lin" valueType="num">
                                      <p:cBhvr>
                                        <p:cTn id="41" dur="500" fill="hold"/>
                                        <p:tgtEl>
                                          <p:spTgt spid="47"/>
                                        </p:tgtEl>
                                        <p:attrNameLst>
                                          <p:attrName>ppt_h</p:attrName>
                                        </p:attrNameLst>
                                      </p:cBhvr>
                                      <p:tavLst>
                                        <p:tav tm="0">
                                          <p:val>
                                            <p:fltVal val="0"/>
                                          </p:val>
                                        </p:tav>
                                        <p:tav tm="100000">
                                          <p:val>
                                            <p:strVal val="#ppt_h"/>
                                          </p:val>
                                        </p:tav>
                                      </p:tavLst>
                                    </p:anim>
                                    <p:animEffect transition="in" filter="fade">
                                      <p:cBhvr>
                                        <p:cTn id="42" dur="500"/>
                                        <p:tgtEl>
                                          <p:spTgt spid="47"/>
                                        </p:tgtEl>
                                      </p:cBhvr>
                                    </p:animEffect>
                                  </p:childTnLst>
                                </p:cTn>
                              </p:par>
                            </p:childTnLst>
                          </p:cTn>
                        </p:par>
                      </p:childTnLst>
                    </p:cTn>
                  </p:par>
                  <p:par>
                    <p:cTn id="43" fill="hold">
                      <p:stCondLst>
                        <p:cond delay="indefinite"/>
                      </p:stCondLst>
                      <p:childTnLst>
                        <p:par>
                          <p:cTn id="44" fill="hold">
                            <p:stCondLst>
                              <p:cond delay="0"/>
                            </p:stCondLst>
                            <p:childTnLst>
                              <p:par>
                                <p:cTn id="45" presetID="49" presetClass="entr" presetSubtype="0" decel="100000" fill="hold" grpId="0" nodeType="clickEffect">
                                  <p:stCondLst>
                                    <p:cond delay="0"/>
                                  </p:stCondLst>
                                  <p:childTnLst>
                                    <p:set>
                                      <p:cBhvr>
                                        <p:cTn id="46" dur="1" fill="hold">
                                          <p:stCondLst>
                                            <p:cond delay="0"/>
                                          </p:stCondLst>
                                        </p:cTn>
                                        <p:tgtEl>
                                          <p:spTgt spid="48"/>
                                        </p:tgtEl>
                                        <p:attrNameLst>
                                          <p:attrName>style.visibility</p:attrName>
                                        </p:attrNameLst>
                                      </p:cBhvr>
                                      <p:to>
                                        <p:strVal val="visible"/>
                                      </p:to>
                                    </p:set>
                                    <p:anim calcmode="lin" valueType="num">
                                      <p:cBhvr>
                                        <p:cTn id="47" dur="500" fill="hold"/>
                                        <p:tgtEl>
                                          <p:spTgt spid="48"/>
                                        </p:tgtEl>
                                        <p:attrNameLst>
                                          <p:attrName>ppt_w</p:attrName>
                                        </p:attrNameLst>
                                      </p:cBhvr>
                                      <p:tavLst>
                                        <p:tav tm="0">
                                          <p:val>
                                            <p:fltVal val="0"/>
                                          </p:val>
                                        </p:tav>
                                        <p:tav tm="100000">
                                          <p:val>
                                            <p:strVal val="#ppt_w"/>
                                          </p:val>
                                        </p:tav>
                                      </p:tavLst>
                                    </p:anim>
                                    <p:anim calcmode="lin" valueType="num">
                                      <p:cBhvr>
                                        <p:cTn id="48" dur="500" fill="hold"/>
                                        <p:tgtEl>
                                          <p:spTgt spid="48"/>
                                        </p:tgtEl>
                                        <p:attrNameLst>
                                          <p:attrName>ppt_h</p:attrName>
                                        </p:attrNameLst>
                                      </p:cBhvr>
                                      <p:tavLst>
                                        <p:tav tm="0">
                                          <p:val>
                                            <p:fltVal val="0"/>
                                          </p:val>
                                        </p:tav>
                                        <p:tav tm="100000">
                                          <p:val>
                                            <p:strVal val="#ppt_h"/>
                                          </p:val>
                                        </p:tav>
                                      </p:tavLst>
                                    </p:anim>
                                    <p:anim calcmode="lin" valueType="num">
                                      <p:cBhvr>
                                        <p:cTn id="49" dur="500" fill="hold"/>
                                        <p:tgtEl>
                                          <p:spTgt spid="48"/>
                                        </p:tgtEl>
                                        <p:attrNameLst>
                                          <p:attrName>style.rotation</p:attrName>
                                        </p:attrNameLst>
                                      </p:cBhvr>
                                      <p:tavLst>
                                        <p:tav tm="0">
                                          <p:val>
                                            <p:fltVal val="360"/>
                                          </p:val>
                                        </p:tav>
                                        <p:tav tm="100000">
                                          <p:val>
                                            <p:fltVal val="0"/>
                                          </p:val>
                                        </p:tav>
                                      </p:tavLst>
                                    </p:anim>
                                    <p:animEffect transition="in" filter="fade">
                                      <p:cBhvr>
                                        <p:cTn id="50" dur="500"/>
                                        <p:tgtEl>
                                          <p:spTgt spid="48"/>
                                        </p:tgtEl>
                                      </p:cBhvr>
                                    </p:animEffect>
                                  </p:childTnLst>
                                </p:cTn>
                              </p:par>
                            </p:childTnLst>
                          </p:cTn>
                        </p:par>
                        <p:par>
                          <p:cTn id="51" fill="hold">
                            <p:stCondLst>
                              <p:cond delay="500"/>
                            </p:stCondLst>
                            <p:childTnLst>
                              <p:par>
                                <p:cTn id="52" presetID="1" presetClass="entr" presetSubtype="0" fill="hold" grpId="0" nodeType="afterEffect">
                                  <p:stCondLst>
                                    <p:cond delay="0"/>
                                  </p:stCondLst>
                                  <p:iterate type="lt">
                                    <p:tmAbs val="100"/>
                                  </p:iterate>
                                  <p:childTnLst>
                                    <p:set>
                                      <p:cBhvr>
                                        <p:cTn id="53" dur="1" fill="hold">
                                          <p:stCondLst>
                                            <p:cond delay="0"/>
                                          </p:stCondLst>
                                        </p:cTn>
                                        <p:tgtEl>
                                          <p:spTgt spid="49"/>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 grpId="0" animBg="1"/>
      <p:bldP spid="6" grpId="0"/>
      <p:bldP spid="48" grpId="0" animBg="1"/>
      <p:bldP spid="49" grpId="0"/>
    </p:bldLst>
  </p:timing>
</p:sld>
</file>

<file path=ppt/slides/slide37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36" name="组合 35">
            <a:extLst>
              <a:ext uri="{FF2B5EF4-FFF2-40B4-BE49-F238E27FC236}">
                <a16:creationId xmlns:a16="http://schemas.microsoft.com/office/drawing/2014/main" id="{BE32E274-2D85-45BF-82D3-76FD11CCD984}"/>
              </a:ext>
            </a:extLst>
          </p:cNvPr>
          <p:cNvGrpSpPr/>
          <p:nvPr/>
        </p:nvGrpSpPr>
        <p:grpSpPr>
          <a:xfrm>
            <a:off x="8042551" y="3199505"/>
            <a:ext cx="2802358" cy="3106109"/>
            <a:chOff x="7759679" y="2956105"/>
            <a:chExt cx="2802358" cy="3106109"/>
          </a:xfrm>
        </p:grpSpPr>
        <p:sp>
          <p:nvSpPr>
            <p:cNvPr id="37" name="矩形: 圆角 36">
              <a:extLst>
                <a:ext uri="{FF2B5EF4-FFF2-40B4-BE49-F238E27FC236}">
                  <a16:creationId xmlns:a16="http://schemas.microsoft.com/office/drawing/2014/main" id="{261C56F5-5624-4701-BE4E-239332AC4FB8}"/>
                </a:ext>
              </a:extLst>
            </p:cNvPr>
            <p:cNvSpPr/>
            <p:nvPr/>
          </p:nvSpPr>
          <p:spPr>
            <a:xfrm>
              <a:off x="7759679" y="2959737"/>
              <a:ext cx="2802358" cy="3102477"/>
            </a:xfrm>
            <a:prstGeom prst="roundRect">
              <a:avLst/>
            </a:prstGeom>
            <a:solidFill>
              <a:schemeClr val="bg1">
                <a:lumMod val="95000"/>
              </a:schemeClr>
            </a:solidFill>
            <a:ln>
              <a:solidFill>
                <a:schemeClr val="tx1"/>
              </a:solidFill>
            </a:ln>
          </p:spPr>
          <p:style>
            <a:lnRef idx="2">
              <a:schemeClr val="accent3">
                <a:shade val="50000"/>
              </a:schemeClr>
            </a:lnRef>
            <a:fillRef idx="1">
              <a:schemeClr val="accent3"/>
            </a:fillRef>
            <a:effectRef idx="0">
              <a:schemeClr val="accent3"/>
            </a:effectRef>
            <a:fontRef idx="minor">
              <a:schemeClr val="lt1"/>
            </a:fontRef>
          </p:style>
          <p:txBody>
            <a:bodyPr rtlCol="0" anchor="ctr"/>
            <a:lstStyle/>
            <a:p>
              <a:pPr algn="ctr"/>
              <a:endParaRPr lang="zh-CN" altLang="en-US"/>
            </a:p>
          </p:txBody>
        </p:sp>
        <p:sp>
          <p:nvSpPr>
            <p:cNvPr id="38" name="文本框 37">
              <a:extLst>
                <a:ext uri="{FF2B5EF4-FFF2-40B4-BE49-F238E27FC236}">
                  <a16:creationId xmlns:a16="http://schemas.microsoft.com/office/drawing/2014/main" id="{240A6AE5-80BF-4804-98D1-AC48F5891B26}"/>
                </a:ext>
              </a:extLst>
            </p:cNvPr>
            <p:cNvSpPr txBox="1"/>
            <p:nvPr/>
          </p:nvSpPr>
          <p:spPr>
            <a:xfrm>
              <a:off x="8599742" y="2956105"/>
              <a:ext cx="1122232" cy="369332"/>
            </a:xfrm>
            <a:prstGeom prst="rect">
              <a:avLst/>
            </a:prstGeom>
            <a:noFill/>
          </p:spPr>
          <p:txBody>
            <a:bodyPr wrap="square" rtlCol="0">
              <a:spAutoFit/>
            </a:bodyPr>
            <a:lstStyle/>
            <a:p>
              <a:pPr algn="ctr"/>
              <a:r>
                <a:rPr lang="zh-CN" altLang="en-US" b="1" dirty="0">
                  <a:latin typeface="+mn-ea"/>
                </a:rPr>
                <a:t>碰撞域</a:t>
              </a:r>
            </a:p>
          </p:txBody>
        </p:sp>
      </p:grpSp>
      <p:grpSp>
        <p:nvGrpSpPr>
          <p:cNvPr id="42" name="组合 41">
            <a:extLst>
              <a:ext uri="{FF2B5EF4-FFF2-40B4-BE49-F238E27FC236}">
                <a16:creationId xmlns:a16="http://schemas.microsoft.com/office/drawing/2014/main" id="{1F927C40-73E0-4A72-A410-A54F03A732B6}"/>
              </a:ext>
            </a:extLst>
          </p:cNvPr>
          <p:cNvGrpSpPr/>
          <p:nvPr/>
        </p:nvGrpSpPr>
        <p:grpSpPr>
          <a:xfrm>
            <a:off x="1361607" y="3199505"/>
            <a:ext cx="2802358" cy="3106109"/>
            <a:chOff x="1078735" y="2956105"/>
            <a:chExt cx="2802358" cy="3106109"/>
          </a:xfrm>
        </p:grpSpPr>
        <p:sp>
          <p:nvSpPr>
            <p:cNvPr id="43" name="矩形: 圆角 42">
              <a:extLst>
                <a:ext uri="{FF2B5EF4-FFF2-40B4-BE49-F238E27FC236}">
                  <a16:creationId xmlns:a16="http://schemas.microsoft.com/office/drawing/2014/main" id="{66163542-C5A6-46E2-A93C-BC50989A11F5}"/>
                </a:ext>
              </a:extLst>
            </p:cNvPr>
            <p:cNvSpPr/>
            <p:nvPr/>
          </p:nvSpPr>
          <p:spPr>
            <a:xfrm>
              <a:off x="1078735" y="2959737"/>
              <a:ext cx="2802358" cy="3102477"/>
            </a:xfrm>
            <a:prstGeom prst="roundRect">
              <a:avLst/>
            </a:prstGeom>
            <a:solidFill>
              <a:schemeClr val="bg1">
                <a:lumMod val="95000"/>
              </a:schemeClr>
            </a:solidFill>
            <a:ln>
              <a:solidFill>
                <a:schemeClr val="tx1"/>
              </a:solidFill>
            </a:ln>
          </p:spPr>
          <p:style>
            <a:lnRef idx="2">
              <a:schemeClr val="accent3">
                <a:shade val="50000"/>
              </a:schemeClr>
            </a:lnRef>
            <a:fillRef idx="1">
              <a:schemeClr val="accent3"/>
            </a:fillRef>
            <a:effectRef idx="0">
              <a:schemeClr val="accent3"/>
            </a:effectRef>
            <a:fontRef idx="minor">
              <a:schemeClr val="lt1"/>
            </a:fontRef>
          </p:style>
          <p:txBody>
            <a:bodyPr rtlCol="0" anchor="ctr"/>
            <a:lstStyle/>
            <a:p>
              <a:pPr algn="ctr"/>
              <a:endParaRPr lang="zh-CN" altLang="en-US"/>
            </a:p>
          </p:txBody>
        </p:sp>
        <p:sp>
          <p:nvSpPr>
            <p:cNvPr id="45" name="文本框 44">
              <a:extLst>
                <a:ext uri="{FF2B5EF4-FFF2-40B4-BE49-F238E27FC236}">
                  <a16:creationId xmlns:a16="http://schemas.microsoft.com/office/drawing/2014/main" id="{2FBD8AF0-5476-4436-B2BB-5D672C90FB35}"/>
                </a:ext>
              </a:extLst>
            </p:cNvPr>
            <p:cNvSpPr txBox="1"/>
            <p:nvPr/>
          </p:nvSpPr>
          <p:spPr>
            <a:xfrm>
              <a:off x="1885149" y="2956105"/>
              <a:ext cx="1122232" cy="369332"/>
            </a:xfrm>
            <a:prstGeom prst="rect">
              <a:avLst/>
            </a:prstGeom>
            <a:noFill/>
          </p:spPr>
          <p:txBody>
            <a:bodyPr wrap="square" rtlCol="0">
              <a:spAutoFit/>
            </a:bodyPr>
            <a:lstStyle/>
            <a:p>
              <a:pPr algn="ctr"/>
              <a:r>
                <a:rPr lang="zh-CN" altLang="en-US" b="1" dirty="0">
                  <a:latin typeface="+mn-ea"/>
                </a:rPr>
                <a:t>碰撞域</a:t>
              </a:r>
            </a:p>
          </p:txBody>
        </p:sp>
      </p:grpSp>
      <p:grpSp>
        <p:nvGrpSpPr>
          <p:cNvPr id="4" name="组合 3">
            <a:extLst>
              <a:ext uri="{FF2B5EF4-FFF2-40B4-BE49-F238E27FC236}">
                <a16:creationId xmlns:a16="http://schemas.microsoft.com/office/drawing/2014/main" id="{9A1EA9F2-FCB6-48C3-935F-7AE7E3AD14AC}"/>
              </a:ext>
            </a:extLst>
          </p:cNvPr>
          <p:cNvGrpSpPr/>
          <p:nvPr/>
        </p:nvGrpSpPr>
        <p:grpSpPr>
          <a:xfrm>
            <a:off x="304799" y="749300"/>
            <a:ext cx="6192344" cy="400110"/>
            <a:chOff x="424116" y="898245"/>
            <a:chExt cx="6192344" cy="400110"/>
          </a:xfrm>
        </p:grpSpPr>
        <p:sp>
          <p:nvSpPr>
            <p:cNvPr id="2" name="平行四边形 1">
              <a:extLst>
                <a:ext uri="{FF2B5EF4-FFF2-40B4-BE49-F238E27FC236}">
                  <a16:creationId xmlns:a16="http://schemas.microsoft.com/office/drawing/2014/main" id="{1F5BAA3F-9845-4F89-A2DD-8222D3E4EDAC}"/>
                </a:ext>
              </a:extLst>
            </p:cNvPr>
            <p:cNvSpPr/>
            <p:nvPr/>
          </p:nvSpPr>
          <p:spPr>
            <a:xfrm>
              <a:off x="424116" y="898245"/>
              <a:ext cx="688541" cy="387090"/>
            </a:xfrm>
            <a:prstGeom prst="parallelogram">
              <a:avLst/>
            </a:prstGeom>
            <a:solidFill>
              <a:schemeClr val="accent3">
                <a:lumMod val="75000"/>
              </a:schemeClr>
            </a:solidFill>
            <a:ln>
              <a:solidFill>
                <a:schemeClr val="accent3">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CN" sz="2200" dirty="0">
                  <a:latin typeface="Impact" panose="020B0806030902050204" pitchFamily="34" charset="0"/>
                </a:rPr>
                <a:t>02</a:t>
              </a:r>
              <a:endParaRPr lang="zh-CN" altLang="en-US" sz="2200" dirty="0">
                <a:latin typeface="Impact" panose="020B0806030902050204" pitchFamily="34" charset="0"/>
              </a:endParaRPr>
            </a:p>
          </p:txBody>
        </p:sp>
        <p:sp>
          <p:nvSpPr>
            <p:cNvPr id="3" name="文本框 2">
              <a:extLst>
                <a:ext uri="{FF2B5EF4-FFF2-40B4-BE49-F238E27FC236}">
                  <a16:creationId xmlns:a16="http://schemas.microsoft.com/office/drawing/2014/main" id="{4D6BD736-A4D3-4F26-AFED-36E11F50F70B}"/>
                </a:ext>
              </a:extLst>
            </p:cNvPr>
            <p:cNvSpPr txBox="1"/>
            <p:nvPr/>
          </p:nvSpPr>
          <p:spPr>
            <a:xfrm>
              <a:off x="1178441" y="898245"/>
              <a:ext cx="5438019" cy="400110"/>
            </a:xfrm>
            <a:prstGeom prst="rect">
              <a:avLst/>
            </a:prstGeom>
            <a:noFill/>
          </p:spPr>
          <p:txBody>
            <a:bodyPr wrap="square" rtlCol="0">
              <a:spAutoFit/>
            </a:bodyPr>
            <a:lstStyle/>
            <a:p>
              <a:r>
                <a:rPr lang="zh-CN" altLang="en-US" sz="2000" b="1" dirty="0"/>
                <a:t>扩展共享式以太网的覆盖范围和站点数量</a:t>
              </a:r>
              <a:endParaRPr lang="en-US" altLang="zh-CN" sz="2000" b="1" dirty="0"/>
            </a:p>
          </p:txBody>
        </p:sp>
      </p:grpSp>
      <p:sp>
        <p:nvSpPr>
          <p:cNvPr id="5" name="矩形 4">
            <a:extLst>
              <a:ext uri="{FF2B5EF4-FFF2-40B4-BE49-F238E27FC236}">
                <a16:creationId xmlns:a16="http://schemas.microsoft.com/office/drawing/2014/main" id="{C2EE5A4F-66FA-463A-B6AB-EC65EFEB957B}"/>
              </a:ext>
            </a:extLst>
          </p:cNvPr>
          <p:cNvSpPr/>
          <p:nvPr/>
        </p:nvSpPr>
        <p:spPr>
          <a:xfrm>
            <a:off x="1056633" y="1335374"/>
            <a:ext cx="256976" cy="256976"/>
          </a:xfrm>
          <a:prstGeom prst="rect">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6" name="íşlïḍè">
            <a:extLst>
              <a:ext uri="{FF2B5EF4-FFF2-40B4-BE49-F238E27FC236}">
                <a16:creationId xmlns:a16="http://schemas.microsoft.com/office/drawing/2014/main" id="{29ED3350-DE62-4F25-8E17-ACCF05575713}"/>
              </a:ext>
            </a:extLst>
          </p:cNvPr>
          <p:cNvSpPr txBox="1"/>
          <p:nvPr/>
        </p:nvSpPr>
        <p:spPr>
          <a:xfrm>
            <a:off x="1373860" y="1281052"/>
            <a:ext cx="10513339" cy="655323"/>
          </a:xfrm>
          <a:prstGeom prst="rect">
            <a:avLst/>
          </a:prstGeom>
          <a:noFill/>
        </p:spPr>
        <p:txBody>
          <a:bodyPr wrap="square" lIns="91440" tIns="45720" rIns="91440" bIns="45720" anchor="ctr">
            <a:noAutofit/>
          </a:bodyPr>
          <a:lstStyle/>
          <a:p>
            <a:r>
              <a:rPr lang="zh-CN" altLang="en-US" b="1" dirty="0">
                <a:latin typeface="Arial Narrow" panose="020B0606020202030204" pitchFamily="34" charset="0"/>
              </a:rPr>
              <a:t>以太网集线器一般具有</a:t>
            </a:r>
            <a:r>
              <a:rPr lang="en-US" altLang="zh-CN" b="1" dirty="0">
                <a:latin typeface="Arial Narrow" panose="020B0606020202030204" pitchFamily="34" charset="0"/>
              </a:rPr>
              <a:t>8~32</a:t>
            </a:r>
            <a:r>
              <a:rPr lang="zh-CN" altLang="en-US" b="1" dirty="0">
                <a:latin typeface="Arial Narrow" panose="020B0606020202030204" pitchFamily="34" charset="0"/>
              </a:rPr>
              <a:t>个接口，如果要连接的站点数量超过了单个集线器能够提供的接口数量，就需要使用多个集线器，这样就可以连接成覆盖更大范围、连接更多站点的多级星型以太网。</a:t>
            </a:r>
          </a:p>
        </p:txBody>
      </p:sp>
      <p:grpSp>
        <p:nvGrpSpPr>
          <p:cNvPr id="34" name="组合 33">
            <a:extLst>
              <a:ext uri="{FF2B5EF4-FFF2-40B4-BE49-F238E27FC236}">
                <a16:creationId xmlns:a16="http://schemas.microsoft.com/office/drawing/2014/main" id="{508E26A0-099A-4801-99EB-E437C9393818}"/>
              </a:ext>
            </a:extLst>
          </p:cNvPr>
          <p:cNvGrpSpPr/>
          <p:nvPr/>
        </p:nvGrpSpPr>
        <p:grpSpPr>
          <a:xfrm>
            <a:off x="1332530" y="4069273"/>
            <a:ext cx="2539572" cy="2056446"/>
            <a:chOff x="1049658" y="3825873"/>
            <a:chExt cx="2539572" cy="2056446"/>
          </a:xfrm>
        </p:grpSpPr>
        <p:sp>
          <p:nvSpPr>
            <p:cNvPr id="9" name="文本框 8">
              <a:extLst>
                <a:ext uri="{FF2B5EF4-FFF2-40B4-BE49-F238E27FC236}">
                  <a16:creationId xmlns:a16="http://schemas.microsoft.com/office/drawing/2014/main" id="{CEF6591C-DB0C-4AE8-AACF-563B064CB2AA}"/>
                </a:ext>
              </a:extLst>
            </p:cNvPr>
            <p:cNvSpPr txBox="1"/>
            <p:nvPr/>
          </p:nvSpPr>
          <p:spPr>
            <a:xfrm>
              <a:off x="1049658" y="4153065"/>
              <a:ext cx="1122232" cy="646331"/>
            </a:xfrm>
            <a:prstGeom prst="rect">
              <a:avLst/>
            </a:prstGeom>
            <a:noFill/>
          </p:spPr>
          <p:txBody>
            <a:bodyPr wrap="square" rtlCol="0">
              <a:spAutoFit/>
            </a:bodyPr>
            <a:lstStyle/>
            <a:p>
              <a:pPr algn="ctr"/>
              <a:r>
                <a:rPr lang="en-US" altLang="zh-CN" b="1" dirty="0">
                  <a:latin typeface="Arial Narrow" panose="020B0606020202030204" pitchFamily="34" charset="0"/>
                </a:rPr>
                <a:t>10BASE-T</a:t>
              </a:r>
            </a:p>
            <a:p>
              <a:pPr algn="ctr"/>
              <a:r>
                <a:rPr lang="zh-CN" altLang="en-US" b="1" dirty="0">
                  <a:latin typeface="Arial Narrow" panose="020B0606020202030204" pitchFamily="34" charset="0"/>
                </a:rPr>
                <a:t>集线器</a:t>
              </a:r>
            </a:p>
          </p:txBody>
        </p:sp>
        <p:cxnSp>
          <p:nvCxnSpPr>
            <p:cNvPr id="10" name="直接连接符 9">
              <a:extLst>
                <a:ext uri="{FF2B5EF4-FFF2-40B4-BE49-F238E27FC236}">
                  <a16:creationId xmlns:a16="http://schemas.microsoft.com/office/drawing/2014/main" id="{04363B87-D1DA-4511-B3B5-00C36EDE5910}"/>
                </a:ext>
              </a:extLst>
            </p:cNvPr>
            <p:cNvCxnSpPr/>
            <p:nvPr/>
          </p:nvCxnSpPr>
          <p:spPr>
            <a:xfrm flipV="1">
              <a:off x="1713673" y="4456166"/>
              <a:ext cx="794479" cy="1105612"/>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1" name="直接连接符 10">
              <a:extLst>
                <a:ext uri="{FF2B5EF4-FFF2-40B4-BE49-F238E27FC236}">
                  <a16:creationId xmlns:a16="http://schemas.microsoft.com/office/drawing/2014/main" id="{60872F55-B642-4F64-8D1A-D6050B6A2E77}"/>
                </a:ext>
              </a:extLst>
            </p:cNvPr>
            <p:cNvCxnSpPr>
              <a:cxnSpLocks/>
            </p:cNvCxnSpPr>
            <p:nvPr/>
          </p:nvCxnSpPr>
          <p:spPr>
            <a:xfrm flipH="1" flipV="1">
              <a:off x="2656896" y="4456166"/>
              <a:ext cx="628049" cy="983748"/>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2" name="直接连接符 11">
              <a:extLst>
                <a:ext uri="{FF2B5EF4-FFF2-40B4-BE49-F238E27FC236}">
                  <a16:creationId xmlns:a16="http://schemas.microsoft.com/office/drawing/2014/main" id="{92D6AE38-E76C-4B8B-8C7A-3472DC1688A5}"/>
                </a:ext>
              </a:extLst>
            </p:cNvPr>
            <p:cNvCxnSpPr/>
            <p:nvPr/>
          </p:nvCxnSpPr>
          <p:spPr>
            <a:xfrm>
              <a:off x="2545972" y="4453932"/>
              <a:ext cx="0" cy="1062182"/>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pic>
          <p:nvPicPr>
            <p:cNvPr id="13" name="图形 10">
              <a:extLst>
                <a:ext uri="{FF2B5EF4-FFF2-40B4-BE49-F238E27FC236}">
                  <a16:creationId xmlns:a16="http://schemas.microsoft.com/office/drawing/2014/main" id="{F63D5EC6-8F18-4A0E-BF45-463A9BF63D75}"/>
                </a:ext>
              </a:extLst>
            </p:cNvPr>
            <p:cNvPicPr>
              <a:picLocks noChangeAspect="1"/>
            </p:cNvPicPr>
            <p:nvPr/>
          </p:nvPicPr>
          <p:blipFill>
            <a:blip r:embed="rId3">
              <a:extLst>
                <a:ext uri="{28A0092B-C50C-407E-A947-70E740481C1C}">
                  <a14:useLocalDpi xmlns:a14="http://schemas.microsoft.com/office/drawing/2010/main" val="0"/>
                </a:ext>
                <a:ext uri="{96DAC541-7B7A-43D3-8B79-37D633B846F1}">
                  <asvg:svgBlip xmlns:asvg="http://schemas.microsoft.com/office/drawing/2016/SVG/main" r:embed="rId4"/>
                </a:ext>
              </a:extLst>
            </a:blip>
            <a:stretch>
              <a:fillRect/>
            </a:stretch>
          </p:blipFill>
          <p:spPr>
            <a:xfrm>
              <a:off x="1303299" y="5241237"/>
              <a:ext cx="662814" cy="641082"/>
            </a:xfrm>
            <a:prstGeom prst="rect">
              <a:avLst/>
            </a:prstGeom>
          </p:spPr>
        </p:pic>
        <p:pic>
          <p:nvPicPr>
            <p:cNvPr id="14" name="图形 10">
              <a:extLst>
                <a:ext uri="{FF2B5EF4-FFF2-40B4-BE49-F238E27FC236}">
                  <a16:creationId xmlns:a16="http://schemas.microsoft.com/office/drawing/2014/main" id="{FA4B4571-9F99-4A7A-A56B-8652FBFB16DA}"/>
                </a:ext>
              </a:extLst>
            </p:cNvPr>
            <p:cNvPicPr>
              <a:picLocks noChangeAspect="1"/>
            </p:cNvPicPr>
            <p:nvPr/>
          </p:nvPicPr>
          <p:blipFill>
            <a:blip r:embed="rId3">
              <a:extLst>
                <a:ext uri="{28A0092B-C50C-407E-A947-70E740481C1C}">
                  <a14:useLocalDpi xmlns:a14="http://schemas.microsoft.com/office/drawing/2010/main" val="0"/>
                </a:ext>
                <a:ext uri="{96DAC541-7B7A-43D3-8B79-37D633B846F1}">
                  <asvg:svgBlip xmlns:asvg="http://schemas.microsoft.com/office/drawing/2016/SVG/main" r:embed="rId4"/>
                </a:ext>
              </a:extLst>
            </a:blip>
            <a:stretch>
              <a:fillRect/>
            </a:stretch>
          </p:blipFill>
          <p:spPr>
            <a:xfrm>
              <a:off x="2926416" y="5241237"/>
              <a:ext cx="662814" cy="641082"/>
            </a:xfrm>
            <a:prstGeom prst="rect">
              <a:avLst/>
            </a:prstGeom>
          </p:spPr>
        </p:pic>
        <p:pic>
          <p:nvPicPr>
            <p:cNvPr id="15" name="图片 14" descr="文本&#10;&#10;描述已自动生成">
              <a:extLst>
                <a:ext uri="{FF2B5EF4-FFF2-40B4-BE49-F238E27FC236}">
                  <a16:creationId xmlns:a16="http://schemas.microsoft.com/office/drawing/2014/main" id="{25EF260B-EFEC-4F36-AD67-45C183E822CC}"/>
                </a:ext>
              </a:extLst>
            </p:cNvPr>
            <p:cNvPicPr>
              <a:picLocks noChangeAspect="1"/>
            </p:cNvPicPr>
            <p:nvPr/>
          </p:nvPicPr>
          <p:blipFill>
            <a:blip r:embed="rId5">
              <a:extLst>
                <a:ext uri="{28A0092B-C50C-407E-A947-70E740481C1C}">
                  <a14:useLocalDpi xmlns:a14="http://schemas.microsoft.com/office/drawing/2010/main" val="0"/>
                </a:ext>
              </a:extLst>
            </a:blip>
            <a:stretch>
              <a:fillRect/>
            </a:stretch>
          </p:blipFill>
          <p:spPr>
            <a:xfrm>
              <a:off x="2127179" y="4216486"/>
              <a:ext cx="705470" cy="661378"/>
            </a:xfrm>
            <a:prstGeom prst="rect">
              <a:avLst/>
            </a:prstGeom>
          </p:spPr>
        </p:pic>
        <p:pic>
          <p:nvPicPr>
            <p:cNvPr id="16" name="图形 10">
              <a:extLst>
                <a:ext uri="{FF2B5EF4-FFF2-40B4-BE49-F238E27FC236}">
                  <a16:creationId xmlns:a16="http://schemas.microsoft.com/office/drawing/2014/main" id="{C94D8124-E75C-41FD-917C-96D2A7C6418A}"/>
                </a:ext>
              </a:extLst>
            </p:cNvPr>
            <p:cNvPicPr>
              <a:picLocks noChangeAspect="1"/>
            </p:cNvPicPr>
            <p:nvPr/>
          </p:nvPicPr>
          <p:blipFill>
            <a:blip r:embed="rId3">
              <a:extLst>
                <a:ext uri="{28A0092B-C50C-407E-A947-70E740481C1C}">
                  <a14:useLocalDpi xmlns:a14="http://schemas.microsoft.com/office/drawing/2010/main" val="0"/>
                </a:ext>
                <a:ext uri="{96DAC541-7B7A-43D3-8B79-37D633B846F1}">
                  <asvg:svgBlip xmlns:asvg="http://schemas.microsoft.com/office/drawing/2016/SVG/main" r:embed="rId4"/>
                </a:ext>
              </a:extLst>
            </a:blip>
            <a:stretch>
              <a:fillRect/>
            </a:stretch>
          </p:blipFill>
          <p:spPr>
            <a:xfrm>
              <a:off x="2114858" y="5241237"/>
              <a:ext cx="662814" cy="641082"/>
            </a:xfrm>
            <a:prstGeom prst="rect">
              <a:avLst/>
            </a:prstGeom>
          </p:spPr>
        </p:pic>
        <p:sp>
          <p:nvSpPr>
            <p:cNvPr id="17" name="文本框 16">
              <a:extLst>
                <a:ext uri="{FF2B5EF4-FFF2-40B4-BE49-F238E27FC236}">
                  <a16:creationId xmlns:a16="http://schemas.microsoft.com/office/drawing/2014/main" id="{81CC1B28-2FFB-475F-A68F-7D80EA0FDED3}"/>
                </a:ext>
              </a:extLst>
            </p:cNvPr>
            <p:cNvSpPr txBox="1"/>
            <p:nvPr/>
          </p:nvSpPr>
          <p:spPr>
            <a:xfrm>
              <a:off x="2797020" y="5283598"/>
              <a:ext cx="333042" cy="369332"/>
            </a:xfrm>
            <a:prstGeom prst="rect">
              <a:avLst/>
            </a:prstGeom>
            <a:noFill/>
          </p:spPr>
          <p:txBody>
            <a:bodyPr wrap="square" rtlCol="0">
              <a:spAutoFit/>
            </a:bodyPr>
            <a:lstStyle/>
            <a:p>
              <a:pPr algn="ctr"/>
              <a:r>
                <a:rPr lang="en-US" altLang="zh-CN" b="1" dirty="0">
                  <a:latin typeface="宋体" panose="02010600030101010101" pitchFamily="2" charset="-122"/>
                  <a:ea typeface="宋体" panose="02010600030101010101" pitchFamily="2" charset="-122"/>
                </a:rPr>
                <a:t>…</a:t>
              </a:r>
              <a:endParaRPr lang="zh-CN" altLang="en-US" b="1" dirty="0">
                <a:latin typeface="宋体" panose="02010600030101010101" pitchFamily="2" charset="-122"/>
                <a:ea typeface="宋体" panose="02010600030101010101" pitchFamily="2" charset="-122"/>
              </a:endParaRPr>
            </a:p>
          </p:txBody>
        </p:sp>
        <p:sp>
          <p:nvSpPr>
            <p:cNvPr id="18" name="文本框 17">
              <a:extLst>
                <a:ext uri="{FF2B5EF4-FFF2-40B4-BE49-F238E27FC236}">
                  <a16:creationId xmlns:a16="http://schemas.microsoft.com/office/drawing/2014/main" id="{87911794-4E40-4B44-B962-C79C53C4CBE6}"/>
                </a:ext>
              </a:extLst>
            </p:cNvPr>
            <p:cNvSpPr txBox="1"/>
            <p:nvPr/>
          </p:nvSpPr>
          <p:spPr>
            <a:xfrm>
              <a:off x="1918798" y="3825873"/>
              <a:ext cx="1122232" cy="369332"/>
            </a:xfrm>
            <a:prstGeom prst="rect">
              <a:avLst/>
            </a:prstGeom>
            <a:noFill/>
          </p:spPr>
          <p:txBody>
            <a:bodyPr wrap="square" rtlCol="0">
              <a:spAutoFit/>
            </a:bodyPr>
            <a:lstStyle/>
            <a:p>
              <a:pPr algn="ctr"/>
              <a:r>
                <a:rPr lang="zh-CN" altLang="en-US" b="1" dirty="0">
                  <a:latin typeface="+mn-ea"/>
                </a:rPr>
                <a:t>部门</a:t>
              </a:r>
              <a:r>
                <a:rPr lang="en-US" altLang="zh-CN" b="1" dirty="0">
                  <a:latin typeface="+mn-ea"/>
                </a:rPr>
                <a:t>A</a:t>
              </a:r>
              <a:endParaRPr lang="zh-CN" altLang="en-US" b="1" dirty="0">
                <a:latin typeface="+mn-ea"/>
              </a:endParaRPr>
            </a:p>
          </p:txBody>
        </p:sp>
      </p:grpSp>
      <p:grpSp>
        <p:nvGrpSpPr>
          <p:cNvPr id="35" name="组合 34">
            <a:extLst>
              <a:ext uri="{FF2B5EF4-FFF2-40B4-BE49-F238E27FC236}">
                <a16:creationId xmlns:a16="http://schemas.microsoft.com/office/drawing/2014/main" id="{3500361C-E2A6-47C0-A062-EF5AB5F85AD7}"/>
              </a:ext>
            </a:extLst>
          </p:cNvPr>
          <p:cNvGrpSpPr/>
          <p:nvPr/>
        </p:nvGrpSpPr>
        <p:grpSpPr>
          <a:xfrm>
            <a:off x="8300764" y="4069273"/>
            <a:ext cx="2570305" cy="2056446"/>
            <a:chOff x="8017892" y="3825873"/>
            <a:chExt cx="2570305" cy="2056446"/>
          </a:xfrm>
        </p:grpSpPr>
        <p:cxnSp>
          <p:nvCxnSpPr>
            <p:cNvPr id="22" name="直接连接符 21">
              <a:extLst>
                <a:ext uri="{FF2B5EF4-FFF2-40B4-BE49-F238E27FC236}">
                  <a16:creationId xmlns:a16="http://schemas.microsoft.com/office/drawing/2014/main" id="{830AA6F0-2514-42C9-85CE-150E6A8B89BD}"/>
                </a:ext>
              </a:extLst>
            </p:cNvPr>
            <p:cNvCxnSpPr/>
            <p:nvPr/>
          </p:nvCxnSpPr>
          <p:spPr>
            <a:xfrm flipV="1">
              <a:off x="8428266" y="4456166"/>
              <a:ext cx="794479" cy="1105612"/>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3" name="直接连接符 22">
              <a:extLst>
                <a:ext uri="{FF2B5EF4-FFF2-40B4-BE49-F238E27FC236}">
                  <a16:creationId xmlns:a16="http://schemas.microsoft.com/office/drawing/2014/main" id="{0A633314-AD07-4B1D-8B2E-E3B82F1FD6AD}"/>
                </a:ext>
              </a:extLst>
            </p:cNvPr>
            <p:cNvCxnSpPr>
              <a:cxnSpLocks/>
            </p:cNvCxnSpPr>
            <p:nvPr/>
          </p:nvCxnSpPr>
          <p:spPr>
            <a:xfrm flipH="1" flipV="1">
              <a:off x="9371489" y="4456166"/>
              <a:ext cx="628049" cy="983748"/>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4" name="直接连接符 23">
              <a:extLst>
                <a:ext uri="{FF2B5EF4-FFF2-40B4-BE49-F238E27FC236}">
                  <a16:creationId xmlns:a16="http://schemas.microsoft.com/office/drawing/2014/main" id="{2DA45A3D-C0AC-4202-A05D-43E77C2C12D6}"/>
                </a:ext>
              </a:extLst>
            </p:cNvPr>
            <p:cNvCxnSpPr/>
            <p:nvPr/>
          </p:nvCxnSpPr>
          <p:spPr>
            <a:xfrm>
              <a:off x="9260565" y="4453932"/>
              <a:ext cx="0" cy="1062182"/>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pic>
          <p:nvPicPr>
            <p:cNvPr id="25" name="图形 10">
              <a:extLst>
                <a:ext uri="{FF2B5EF4-FFF2-40B4-BE49-F238E27FC236}">
                  <a16:creationId xmlns:a16="http://schemas.microsoft.com/office/drawing/2014/main" id="{BDBD67D3-EC63-42F5-8B80-89DB6A7E0A04}"/>
                </a:ext>
              </a:extLst>
            </p:cNvPr>
            <p:cNvPicPr>
              <a:picLocks noChangeAspect="1"/>
            </p:cNvPicPr>
            <p:nvPr/>
          </p:nvPicPr>
          <p:blipFill>
            <a:blip r:embed="rId3">
              <a:extLst>
                <a:ext uri="{28A0092B-C50C-407E-A947-70E740481C1C}">
                  <a14:useLocalDpi xmlns:a14="http://schemas.microsoft.com/office/drawing/2010/main" val="0"/>
                </a:ext>
                <a:ext uri="{96DAC541-7B7A-43D3-8B79-37D633B846F1}">
                  <asvg:svgBlip xmlns:asvg="http://schemas.microsoft.com/office/drawing/2016/SVG/main" r:embed="rId4"/>
                </a:ext>
              </a:extLst>
            </a:blip>
            <a:stretch>
              <a:fillRect/>
            </a:stretch>
          </p:blipFill>
          <p:spPr>
            <a:xfrm>
              <a:off x="8017892" y="5241237"/>
              <a:ext cx="662814" cy="641082"/>
            </a:xfrm>
            <a:prstGeom prst="rect">
              <a:avLst/>
            </a:prstGeom>
          </p:spPr>
        </p:pic>
        <p:pic>
          <p:nvPicPr>
            <p:cNvPr id="26" name="图形 10">
              <a:extLst>
                <a:ext uri="{FF2B5EF4-FFF2-40B4-BE49-F238E27FC236}">
                  <a16:creationId xmlns:a16="http://schemas.microsoft.com/office/drawing/2014/main" id="{BD0AFF99-B2FB-4C5F-BDB4-DE32E1CE6CF0}"/>
                </a:ext>
              </a:extLst>
            </p:cNvPr>
            <p:cNvPicPr>
              <a:picLocks noChangeAspect="1"/>
            </p:cNvPicPr>
            <p:nvPr/>
          </p:nvPicPr>
          <p:blipFill>
            <a:blip r:embed="rId3">
              <a:extLst>
                <a:ext uri="{28A0092B-C50C-407E-A947-70E740481C1C}">
                  <a14:useLocalDpi xmlns:a14="http://schemas.microsoft.com/office/drawing/2010/main" val="0"/>
                </a:ext>
                <a:ext uri="{96DAC541-7B7A-43D3-8B79-37D633B846F1}">
                  <asvg:svgBlip xmlns:asvg="http://schemas.microsoft.com/office/drawing/2016/SVG/main" r:embed="rId4"/>
                </a:ext>
              </a:extLst>
            </a:blip>
            <a:stretch>
              <a:fillRect/>
            </a:stretch>
          </p:blipFill>
          <p:spPr>
            <a:xfrm>
              <a:off x="9641009" y="5241237"/>
              <a:ext cx="662814" cy="641082"/>
            </a:xfrm>
            <a:prstGeom prst="rect">
              <a:avLst/>
            </a:prstGeom>
          </p:spPr>
        </p:pic>
        <p:pic>
          <p:nvPicPr>
            <p:cNvPr id="27" name="图片 26" descr="文本&#10;&#10;描述已自动生成">
              <a:extLst>
                <a:ext uri="{FF2B5EF4-FFF2-40B4-BE49-F238E27FC236}">
                  <a16:creationId xmlns:a16="http://schemas.microsoft.com/office/drawing/2014/main" id="{A4F7A694-AFD6-4284-9F70-79EA7027B823}"/>
                </a:ext>
              </a:extLst>
            </p:cNvPr>
            <p:cNvPicPr>
              <a:picLocks noChangeAspect="1"/>
            </p:cNvPicPr>
            <p:nvPr/>
          </p:nvPicPr>
          <p:blipFill>
            <a:blip r:embed="rId5">
              <a:extLst>
                <a:ext uri="{28A0092B-C50C-407E-A947-70E740481C1C}">
                  <a14:useLocalDpi xmlns:a14="http://schemas.microsoft.com/office/drawing/2010/main" val="0"/>
                </a:ext>
              </a:extLst>
            </a:blip>
            <a:stretch>
              <a:fillRect/>
            </a:stretch>
          </p:blipFill>
          <p:spPr>
            <a:xfrm>
              <a:off x="8841772" y="4216486"/>
              <a:ext cx="705470" cy="661378"/>
            </a:xfrm>
            <a:prstGeom prst="rect">
              <a:avLst/>
            </a:prstGeom>
          </p:spPr>
        </p:pic>
        <p:pic>
          <p:nvPicPr>
            <p:cNvPr id="28" name="图形 10">
              <a:extLst>
                <a:ext uri="{FF2B5EF4-FFF2-40B4-BE49-F238E27FC236}">
                  <a16:creationId xmlns:a16="http://schemas.microsoft.com/office/drawing/2014/main" id="{5C40A998-05F1-4941-BD6A-D0A821945A80}"/>
                </a:ext>
              </a:extLst>
            </p:cNvPr>
            <p:cNvPicPr>
              <a:picLocks noChangeAspect="1"/>
            </p:cNvPicPr>
            <p:nvPr/>
          </p:nvPicPr>
          <p:blipFill>
            <a:blip r:embed="rId3">
              <a:extLst>
                <a:ext uri="{28A0092B-C50C-407E-A947-70E740481C1C}">
                  <a14:useLocalDpi xmlns:a14="http://schemas.microsoft.com/office/drawing/2010/main" val="0"/>
                </a:ext>
                <a:ext uri="{96DAC541-7B7A-43D3-8B79-37D633B846F1}">
                  <asvg:svgBlip xmlns:asvg="http://schemas.microsoft.com/office/drawing/2016/SVG/main" r:embed="rId4"/>
                </a:ext>
              </a:extLst>
            </a:blip>
            <a:stretch>
              <a:fillRect/>
            </a:stretch>
          </p:blipFill>
          <p:spPr>
            <a:xfrm>
              <a:off x="8829451" y="5241237"/>
              <a:ext cx="662814" cy="641082"/>
            </a:xfrm>
            <a:prstGeom prst="rect">
              <a:avLst/>
            </a:prstGeom>
          </p:spPr>
        </p:pic>
        <p:sp>
          <p:nvSpPr>
            <p:cNvPr id="29" name="文本框 28">
              <a:extLst>
                <a:ext uri="{FF2B5EF4-FFF2-40B4-BE49-F238E27FC236}">
                  <a16:creationId xmlns:a16="http://schemas.microsoft.com/office/drawing/2014/main" id="{1ADC1781-2712-4E2F-B98B-8DF694C0A2E7}"/>
                </a:ext>
              </a:extLst>
            </p:cNvPr>
            <p:cNvSpPr txBox="1"/>
            <p:nvPr/>
          </p:nvSpPr>
          <p:spPr>
            <a:xfrm>
              <a:off x="9511613" y="5283598"/>
              <a:ext cx="333042" cy="369332"/>
            </a:xfrm>
            <a:prstGeom prst="rect">
              <a:avLst/>
            </a:prstGeom>
            <a:noFill/>
          </p:spPr>
          <p:txBody>
            <a:bodyPr wrap="square" rtlCol="0">
              <a:spAutoFit/>
            </a:bodyPr>
            <a:lstStyle/>
            <a:p>
              <a:pPr algn="ctr"/>
              <a:r>
                <a:rPr lang="en-US" altLang="zh-CN" b="1" dirty="0">
                  <a:latin typeface="宋体" panose="02010600030101010101" pitchFamily="2" charset="-122"/>
                  <a:ea typeface="宋体" panose="02010600030101010101" pitchFamily="2" charset="-122"/>
                </a:rPr>
                <a:t>…</a:t>
              </a:r>
              <a:endParaRPr lang="zh-CN" altLang="en-US" b="1" dirty="0">
                <a:latin typeface="宋体" panose="02010600030101010101" pitchFamily="2" charset="-122"/>
                <a:ea typeface="宋体" panose="02010600030101010101" pitchFamily="2" charset="-122"/>
              </a:endParaRPr>
            </a:p>
          </p:txBody>
        </p:sp>
        <p:sp>
          <p:nvSpPr>
            <p:cNvPr id="30" name="文本框 29">
              <a:extLst>
                <a:ext uri="{FF2B5EF4-FFF2-40B4-BE49-F238E27FC236}">
                  <a16:creationId xmlns:a16="http://schemas.microsoft.com/office/drawing/2014/main" id="{79A032F2-8BCB-44ED-9302-AD7373CE6405}"/>
                </a:ext>
              </a:extLst>
            </p:cNvPr>
            <p:cNvSpPr txBox="1"/>
            <p:nvPr/>
          </p:nvSpPr>
          <p:spPr>
            <a:xfrm>
              <a:off x="8633391" y="3825873"/>
              <a:ext cx="1122232" cy="369332"/>
            </a:xfrm>
            <a:prstGeom prst="rect">
              <a:avLst/>
            </a:prstGeom>
            <a:noFill/>
          </p:spPr>
          <p:txBody>
            <a:bodyPr wrap="square" rtlCol="0">
              <a:spAutoFit/>
            </a:bodyPr>
            <a:lstStyle/>
            <a:p>
              <a:pPr algn="ctr"/>
              <a:r>
                <a:rPr lang="zh-CN" altLang="en-US" b="1" dirty="0">
                  <a:latin typeface="+mn-ea"/>
                </a:rPr>
                <a:t>部门</a:t>
              </a:r>
              <a:r>
                <a:rPr lang="en-US" altLang="zh-CN" b="1" dirty="0">
                  <a:latin typeface="+mn-ea"/>
                </a:rPr>
                <a:t>B</a:t>
              </a:r>
              <a:endParaRPr lang="zh-CN" altLang="en-US" b="1" dirty="0">
                <a:latin typeface="+mn-ea"/>
              </a:endParaRPr>
            </a:p>
          </p:txBody>
        </p:sp>
        <p:sp>
          <p:nvSpPr>
            <p:cNvPr id="32" name="文本框 31">
              <a:extLst>
                <a:ext uri="{FF2B5EF4-FFF2-40B4-BE49-F238E27FC236}">
                  <a16:creationId xmlns:a16="http://schemas.microsoft.com/office/drawing/2014/main" id="{AD30DF22-A2CC-47C5-BB25-220EF0CAB503}"/>
                </a:ext>
              </a:extLst>
            </p:cNvPr>
            <p:cNvSpPr txBox="1"/>
            <p:nvPr/>
          </p:nvSpPr>
          <p:spPr>
            <a:xfrm>
              <a:off x="9465965" y="4187809"/>
              <a:ext cx="1122232" cy="646331"/>
            </a:xfrm>
            <a:prstGeom prst="rect">
              <a:avLst/>
            </a:prstGeom>
            <a:noFill/>
          </p:spPr>
          <p:txBody>
            <a:bodyPr wrap="square" rtlCol="0">
              <a:spAutoFit/>
            </a:bodyPr>
            <a:lstStyle/>
            <a:p>
              <a:pPr algn="ctr"/>
              <a:r>
                <a:rPr lang="en-US" altLang="zh-CN" b="1" dirty="0">
                  <a:latin typeface="Arial Narrow" panose="020B0606020202030204" pitchFamily="34" charset="0"/>
                </a:rPr>
                <a:t>10BASE-T</a:t>
              </a:r>
            </a:p>
            <a:p>
              <a:pPr algn="ctr"/>
              <a:r>
                <a:rPr lang="zh-CN" altLang="en-US" b="1" dirty="0">
                  <a:latin typeface="Arial Narrow" panose="020B0606020202030204" pitchFamily="34" charset="0"/>
                </a:rPr>
                <a:t>集线器</a:t>
              </a:r>
            </a:p>
          </p:txBody>
        </p:sp>
      </p:grpSp>
      <p:sp>
        <p:nvSpPr>
          <p:cNvPr id="48" name="矩形 47">
            <a:extLst>
              <a:ext uri="{FF2B5EF4-FFF2-40B4-BE49-F238E27FC236}">
                <a16:creationId xmlns:a16="http://schemas.microsoft.com/office/drawing/2014/main" id="{5263ADD6-CD6C-4E87-864E-3401066CB2BB}"/>
              </a:ext>
            </a:extLst>
          </p:cNvPr>
          <p:cNvSpPr/>
          <p:nvPr/>
        </p:nvSpPr>
        <p:spPr>
          <a:xfrm>
            <a:off x="1056634" y="2120445"/>
            <a:ext cx="256976" cy="256976"/>
          </a:xfrm>
          <a:prstGeom prst="rect">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49" name="íşlïḍè">
            <a:extLst>
              <a:ext uri="{FF2B5EF4-FFF2-40B4-BE49-F238E27FC236}">
                <a16:creationId xmlns:a16="http://schemas.microsoft.com/office/drawing/2014/main" id="{A8944799-00DC-4DBB-8F53-A7AEE58B8366}"/>
              </a:ext>
            </a:extLst>
          </p:cNvPr>
          <p:cNvSpPr txBox="1"/>
          <p:nvPr/>
        </p:nvSpPr>
        <p:spPr>
          <a:xfrm>
            <a:off x="1373861" y="2066123"/>
            <a:ext cx="10513339" cy="655323"/>
          </a:xfrm>
          <a:prstGeom prst="rect">
            <a:avLst/>
          </a:prstGeom>
          <a:noFill/>
        </p:spPr>
        <p:txBody>
          <a:bodyPr wrap="square" lIns="91440" tIns="45720" rIns="91440" bIns="45720" anchor="ctr">
            <a:noAutofit/>
          </a:bodyPr>
          <a:lstStyle/>
          <a:p>
            <a:r>
              <a:rPr lang="zh-CN" altLang="en-US" b="1" dirty="0">
                <a:latin typeface="Arial Narrow" panose="020B0606020202030204" pitchFamily="34" charset="0"/>
              </a:rPr>
              <a:t>采用多个集线器连接而成的多级星型以太网，在扩展了网络覆盖范围和站点数量的同时，也带来了一些负面因素。</a:t>
            </a:r>
          </a:p>
        </p:txBody>
      </p:sp>
      <p:cxnSp>
        <p:nvCxnSpPr>
          <p:cNvPr id="8" name="直接箭头连接符 7">
            <a:extLst>
              <a:ext uri="{FF2B5EF4-FFF2-40B4-BE49-F238E27FC236}">
                <a16:creationId xmlns:a16="http://schemas.microsoft.com/office/drawing/2014/main" id="{76CF8408-EF90-47C0-AFCF-A19247297F9A}"/>
              </a:ext>
            </a:extLst>
          </p:cNvPr>
          <p:cNvCxnSpPr>
            <a:cxnSpLocks/>
          </p:cNvCxnSpPr>
          <p:nvPr/>
        </p:nvCxnSpPr>
        <p:spPr>
          <a:xfrm flipV="1">
            <a:off x="2120053" y="4971627"/>
            <a:ext cx="460587" cy="657013"/>
          </a:xfrm>
          <a:prstGeom prst="straightConnector1">
            <a:avLst/>
          </a:prstGeom>
          <a:ln w="63500">
            <a:solidFill>
              <a:schemeClr val="accent3"/>
            </a:solidFill>
            <a:tailEnd type="triangle"/>
          </a:ln>
        </p:spPr>
        <p:style>
          <a:lnRef idx="1">
            <a:schemeClr val="accent1"/>
          </a:lnRef>
          <a:fillRef idx="0">
            <a:schemeClr val="accent1"/>
          </a:fillRef>
          <a:effectRef idx="0">
            <a:schemeClr val="accent1"/>
          </a:effectRef>
          <a:fontRef idx="minor">
            <a:schemeClr val="tx1"/>
          </a:fontRef>
        </p:style>
      </p:cxnSp>
      <p:cxnSp>
        <p:nvCxnSpPr>
          <p:cNvPr id="46" name="直接箭头连接符 45">
            <a:extLst>
              <a:ext uri="{FF2B5EF4-FFF2-40B4-BE49-F238E27FC236}">
                <a16:creationId xmlns:a16="http://schemas.microsoft.com/office/drawing/2014/main" id="{65FB2164-D1EF-4E54-8E25-951B2D71F7BE}"/>
              </a:ext>
            </a:extLst>
          </p:cNvPr>
          <p:cNvCxnSpPr>
            <a:cxnSpLocks/>
          </p:cNvCxnSpPr>
          <p:nvPr/>
        </p:nvCxnSpPr>
        <p:spPr>
          <a:xfrm flipH="1" flipV="1">
            <a:off x="3080385" y="4914690"/>
            <a:ext cx="427025" cy="688265"/>
          </a:xfrm>
          <a:prstGeom prst="straightConnector1">
            <a:avLst/>
          </a:prstGeom>
          <a:ln w="63500">
            <a:solidFill>
              <a:schemeClr val="accent3"/>
            </a:solidFill>
            <a:tailEnd type="triangle"/>
          </a:ln>
        </p:spPr>
        <p:style>
          <a:lnRef idx="1">
            <a:schemeClr val="accent1"/>
          </a:lnRef>
          <a:fillRef idx="0">
            <a:schemeClr val="accent1"/>
          </a:fillRef>
          <a:effectRef idx="0">
            <a:schemeClr val="accent1"/>
          </a:effectRef>
          <a:fontRef idx="minor">
            <a:schemeClr val="tx1"/>
          </a:fontRef>
        </p:style>
      </p:cxnSp>
      <p:grpSp>
        <p:nvGrpSpPr>
          <p:cNvPr id="53" name="组合 52">
            <a:extLst>
              <a:ext uri="{FF2B5EF4-FFF2-40B4-BE49-F238E27FC236}">
                <a16:creationId xmlns:a16="http://schemas.microsoft.com/office/drawing/2014/main" id="{4D60D812-D33B-4B7A-89D5-E40A0270AD0E}"/>
              </a:ext>
            </a:extLst>
          </p:cNvPr>
          <p:cNvGrpSpPr/>
          <p:nvPr/>
        </p:nvGrpSpPr>
        <p:grpSpPr>
          <a:xfrm>
            <a:off x="2438451" y="4379194"/>
            <a:ext cx="820470" cy="820470"/>
            <a:chOff x="9290558" y="4054613"/>
            <a:chExt cx="820470" cy="820470"/>
          </a:xfrm>
        </p:grpSpPr>
        <p:sp>
          <p:nvSpPr>
            <p:cNvPr id="54" name="爆炸形: 8 pt  53">
              <a:extLst>
                <a:ext uri="{FF2B5EF4-FFF2-40B4-BE49-F238E27FC236}">
                  <a16:creationId xmlns:a16="http://schemas.microsoft.com/office/drawing/2014/main" id="{5C9DDFA6-F6CF-4C95-AA9B-30AFD0D8F378}"/>
                </a:ext>
              </a:extLst>
            </p:cNvPr>
            <p:cNvSpPr/>
            <p:nvPr/>
          </p:nvSpPr>
          <p:spPr>
            <a:xfrm>
              <a:off x="9290558" y="4054613"/>
              <a:ext cx="820470" cy="820470"/>
            </a:xfrm>
            <a:prstGeom prst="irregularSeal1">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sz="2000" b="1" dirty="0"/>
            </a:p>
          </p:txBody>
        </p:sp>
        <p:sp>
          <p:nvSpPr>
            <p:cNvPr id="55" name="文本框 54">
              <a:extLst>
                <a:ext uri="{FF2B5EF4-FFF2-40B4-BE49-F238E27FC236}">
                  <a16:creationId xmlns:a16="http://schemas.microsoft.com/office/drawing/2014/main" id="{B66254EC-DC87-49CE-82E4-8D72FA019908}"/>
                </a:ext>
              </a:extLst>
            </p:cNvPr>
            <p:cNvSpPr txBox="1"/>
            <p:nvPr/>
          </p:nvSpPr>
          <p:spPr>
            <a:xfrm>
              <a:off x="9290558" y="4250289"/>
              <a:ext cx="777741" cy="369332"/>
            </a:xfrm>
            <a:prstGeom prst="rect">
              <a:avLst/>
            </a:prstGeom>
            <a:noFill/>
          </p:spPr>
          <p:txBody>
            <a:bodyPr wrap="square" rtlCol="0">
              <a:spAutoFit/>
            </a:bodyPr>
            <a:lstStyle/>
            <a:p>
              <a:pPr algn="ctr"/>
              <a:r>
                <a:rPr lang="zh-CN" altLang="en-US" b="1" dirty="0">
                  <a:solidFill>
                    <a:schemeClr val="bg1"/>
                  </a:solidFill>
                </a:rPr>
                <a:t>碰撞</a:t>
              </a:r>
            </a:p>
          </p:txBody>
        </p:sp>
      </p:grpSp>
      <p:cxnSp>
        <p:nvCxnSpPr>
          <p:cNvPr id="56" name="直接箭头连接符 55">
            <a:extLst>
              <a:ext uri="{FF2B5EF4-FFF2-40B4-BE49-F238E27FC236}">
                <a16:creationId xmlns:a16="http://schemas.microsoft.com/office/drawing/2014/main" id="{F49918D1-F668-470A-B52D-B09227910C5D}"/>
              </a:ext>
            </a:extLst>
          </p:cNvPr>
          <p:cNvCxnSpPr>
            <a:cxnSpLocks/>
          </p:cNvCxnSpPr>
          <p:nvPr/>
        </p:nvCxnSpPr>
        <p:spPr>
          <a:xfrm flipV="1">
            <a:off x="8833896" y="4966555"/>
            <a:ext cx="460587" cy="657013"/>
          </a:xfrm>
          <a:prstGeom prst="straightConnector1">
            <a:avLst/>
          </a:prstGeom>
          <a:ln w="63500">
            <a:solidFill>
              <a:schemeClr val="accent3"/>
            </a:solidFill>
            <a:tailEnd type="triangle"/>
          </a:ln>
        </p:spPr>
        <p:style>
          <a:lnRef idx="1">
            <a:schemeClr val="accent1"/>
          </a:lnRef>
          <a:fillRef idx="0">
            <a:schemeClr val="accent1"/>
          </a:fillRef>
          <a:effectRef idx="0">
            <a:schemeClr val="accent1"/>
          </a:effectRef>
          <a:fontRef idx="minor">
            <a:schemeClr val="tx1"/>
          </a:fontRef>
        </p:style>
      </p:cxnSp>
      <p:cxnSp>
        <p:nvCxnSpPr>
          <p:cNvPr id="57" name="直接箭头连接符 56">
            <a:extLst>
              <a:ext uri="{FF2B5EF4-FFF2-40B4-BE49-F238E27FC236}">
                <a16:creationId xmlns:a16="http://schemas.microsoft.com/office/drawing/2014/main" id="{A1B443AB-9AEC-4DAB-86C6-AC9855F2F683}"/>
              </a:ext>
            </a:extLst>
          </p:cNvPr>
          <p:cNvCxnSpPr>
            <a:cxnSpLocks/>
          </p:cNvCxnSpPr>
          <p:nvPr/>
        </p:nvCxnSpPr>
        <p:spPr>
          <a:xfrm flipH="1" flipV="1">
            <a:off x="9794228" y="4909618"/>
            <a:ext cx="427025" cy="688265"/>
          </a:xfrm>
          <a:prstGeom prst="straightConnector1">
            <a:avLst/>
          </a:prstGeom>
          <a:ln w="63500">
            <a:solidFill>
              <a:schemeClr val="accent3"/>
            </a:solidFill>
            <a:tailEnd type="triangle"/>
          </a:ln>
        </p:spPr>
        <p:style>
          <a:lnRef idx="1">
            <a:schemeClr val="accent1"/>
          </a:lnRef>
          <a:fillRef idx="0">
            <a:schemeClr val="accent1"/>
          </a:fillRef>
          <a:effectRef idx="0">
            <a:schemeClr val="accent1"/>
          </a:effectRef>
          <a:fontRef idx="minor">
            <a:schemeClr val="tx1"/>
          </a:fontRef>
        </p:style>
      </p:cxnSp>
      <p:grpSp>
        <p:nvGrpSpPr>
          <p:cNvPr id="58" name="组合 57">
            <a:extLst>
              <a:ext uri="{FF2B5EF4-FFF2-40B4-BE49-F238E27FC236}">
                <a16:creationId xmlns:a16="http://schemas.microsoft.com/office/drawing/2014/main" id="{9D6415DA-F666-428D-87E3-570AD0BFF809}"/>
              </a:ext>
            </a:extLst>
          </p:cNvPr>
          <p:cNvGrpSpPr/>
          <p:nvPr/>
        </p:nvGrpSpPr>
        <p:grpSpPr>
          <a:xfrm>
            <a:off x="9152294" y="4374122"/>
            <a:ext cx="820470" cy="820470"/>
            <a:chOff x="9290558" y="4054613"/>
            <a:chExt cx="820470" cy="820470"/>
          </a:xfrm>
        </p:grpSpPr>
        <p:sp>
          <p:nvSpPr>
            <p:cNvPr id="59" name="爆炸形: 8 pt  58">
              <a:extLst>
                <a:ext uri="{FF2B5EF4-FFF2-40B4-BE49-F238E27FC236}">
                  <a16:creationId xmlns:a16="http://schemas.microsoft.com/office/drawing/2014/main" id="{35005EF8-0E91-44E9-8E95-368AA4EC101C}"/>
                </a:ext>
              </a:extLst>
            </p:cNvPr>
            <p:cNvSpPr/>
            <p:nvPr/>
          </p:nvSpPr>
          <p:spPr>
            <a:xfrm>
              <a:off x="9290558" y="4054613"/>
              <a:ext cx="820470" cy="820470"/>
            </a:xfrm>
            <a:prstGeom prst="irregularSeal1">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sz="2000" b="1" dirty="0"/>
            </a:p>
          </p:txBody>
        </p:sp>
        <p:sp>
          <p:nvSpPr>
            <p:cNvPr id="60" name="文本框 59">
              <a:extLst>
                <a:ext uri="{FF2B5EF4-FFF2-40B4-BE49-F238E27FC236}">
                  <a16:creationId xmlns:a16="http://schemas.microsoft.com/office/drawing/2014/main" id="{98479250-8F5F-4C62-809D-37432B521905}"/>
                </a:ext>
              </a:extLst>
            </p:cNvPr>
            <p:cNvSpPr txBox="1"/>
            <p:nvPr/>
          </p:nvSpPr>
          <p:spPr>
            <a:xfrm>
              <a:off x="9290558" y="4250289"/>
              <a:ext cx="777741" cy="369332"/>
            </a:xfrm>
            <a:prstGeom prst="rect">
              <a:avLst/>
            </a:prstGeom>
            <a:noFill/>
          </p:spPr>
          <p:txBody>
            <a:bodyPr wrap="square" rtlCol="0">
              <a:spAutoFit/>
            </a:bodyPr>
            <a:lstStyle/>
            <a:p>
              <a:pPr algn="ctr"/>
              <a:r>
                <a:rPr lang="zh-CN" altLang="en-US" b="1" dirty="0">
                  <a:solidFill>
                    <a:schemeClr val="bg1"/>
                  </a:solidFill>
                </a:rPr>
                <a:t>碰撞</a:t>
              </a:r>
            </a:p>
          </p:txBody>
        </p:sp>
      </p:grpSp>
    </p:spTree>
    <p:custDataLst>
      <p:tags r:id="rId1"/>
    </p:custDataLst>
    <p:extLst>
      <p:ext uri="{BB962C8B-B14F-4D97-AF65-F5344CB8AC3E}">
        <p14:creationId xmlns:p14="http://schemas.microsoft.com/office/powerpoint/2010/main" val="359755100"/>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53" presetClass="entr" presetSubtype="16" fill="hold" nodeType="withEffect">
                                  <p:stCondLst>
                                    <p:cond delay="0"/>
                                  </p:stCondLst>
                                  <p:childTnLst>
                                    <p:set>
                                      <p:cBhvr>
                                        <p:cTn id="6" dur="1" fill="hold">
                                          <p:stCondLst>
                                            <p:cond delay="0"/>
                                          </p:stCondLst>
                                        </p:cTn>
                                        <p:tgtEl>
                                          <p:spTgt spid="42"/>
                                        </p:tgtEl>
                                        <p:attrNameLst>
                                          <p:attrName>style.visibility</p:attrName>
                                        </p:attrNameLst>
                                      </p:cBhvr>
                                      <p:to>
                                        <p:strVal val="visible"/>
                                      </p:to>
                                    </p:set>
                                    <p:anim calcmode="lin" valueType="num">
                                      <p:cBhvr>
                                        <p:cTn id="7" dur="1000" fill="hold"/>
                                        <p:tgtEl>
                                          <p:spTgt spid="42"/>
                                        </p:tgtEl>
                                        <p:attrNameLst>
                                          <p:attrName>ppt_w</p:attrName>
                                        </p:attrNameLst>
                                      </p:cBhvr>
                                      <p:tavLst>
                                        <p:tav tm="0">
                                          <p:val>
                                            <p:fltVal val="0"/>
                                          </p:val>
                                        </p:tav>
                                        <p:tav tm="100000">
                                          <p:val>
                                            <p:strVal val="#ppt_w"/>
                                          </p:val>
                                        </p:tav>
                                      </p:tavLst>
                                    </p:anim>
                                    <p:anim calcmode="lin" valueType="num">
                                      <p:cBhvr>
                                        <p:cTn id="8" dur="1000" fill="hold"/>
                                        <p:tgtEl>
                                          <p:spTgt spid="42"/>
                                        </p:tgtEl>
                                        <p:attrNameLst>
                                          <p:attrName>ppt_h</p:attrName>
                                        </p:attrNameLst>
                                      </p:cBhvr>
                                      <p:tavLst>
                                        <p:tav tm="0">
                                          <p:val>
                                            <p:fltVal val="0"/>
                                          </p:val>
                                        </p:tav>
                                        <p:tav tm="100000">
                                          <p:val>
                                            <p:strVal val="#ppt_h"/>
                                          </p:val>
                                        </p:tav>
                                      </p:tavLst>
                                    </p:anim>
                                    <p:animEffect transition="in" filter="fade">
                                      <p:cBhvr>
                                        <p:cTn id="9" dur="1000"/>
                                        <p:tgtEl>
                                          <p:spTgt spid="42"/>
                                        </p:tgtEl>
                                      </p:cBhvr>
                                    </p:animEffect>
                                  </p:childTnLst>
                                </p:cTn>
                              </p:par>
                              <p:par>
                                <p:cTn id="10" presetID="53" presetClass="entr" presetSubtype="16" fill="hold" nodeType="withEffect">
                                  <p:stCondLst>
                                    <p:cond delay="0"/>
                                  </p:stCondLst>
                                  <p:childTnLst>
                                    <p:set>
                                      <p:cBhvr>
                                        <p:cTn id="11" dur="1" fill="hold">
                                          <p:stCondLst>
                                            <p:cond delay="0"/>
                                          </p:stCondLst>
                                        </p:cTn>
                                        <p:tgtEl>
                                          <p:spTgt spid="36"/>
                                        </p:tgtEl>
                                        <p:attrNameLst>
                                          <p:attrName>style.visibility</p:attrName>
                                        </p:attrNameLst>
                                      </p:cBhvr>
                                      <p:to>
                                        <p:strVal val="visible"/>
                                      </p:to>
                                    </p:set>
                                    <p:anim calcmode="lin" valueType="num">
                                      <p:cBhvr>
                                        <p:cTn id="12" dur="1000" fill="hold"/>
                                        <p:tgtEl>
                                          <p:spTgt spid="36"/>
                                        </p:tgtEl>
                                        <p:attrNameLst>
                                          <p:attrName>ppt_w</p:attrName>
                                        </p:attrNameLst>
                                      </p:cBhvr>
                                      <p:tavLst>
                                        <p:tav tm="0">
                                          <p:val>
                                            <p:fltVal val="0"/>
                                          </p:val>
                                        </p:tav>
                                        <p:tav tm="100000">
                                          <p:val>
                                            <p:strVal val="#ppt_w"/>
                                          </p:val>
                                        </p:tav>
                                      </p:tavLst>
                                    </p:anim>
                                    <p:anim calcmode="lin" valueType="num">
                                      <p:cBhvr>
                                        <p:cTn id="13" dur="1000" fill="hold"/>
                                        <p:tgtEl>
                                          <p:spTgt spid="36"/>
                                        </p:tgtEl>
                                        <p:attrNameLst>
                                          <p:attrName>ppt_h</p:attrName>
                                        </p:attrNameLst>
                                      </p:cBhvr>
                                      <p:tavLst>
                                        <p:tav tm="0">
                                          <p:val>
                                            <p:fltVal val="0"/>
                                          </p:val>
                                        </p:tav>
                                        <p:tav tm="100000">
                                          <p:val>
                                            <p:strVal val="#ppt_h"/>
                                          </p:val>
                                        </p:tav>
                                      </p:tavLst>
                                    </p:anim>
                                    <p:animEffect transition="in" filter="fade">
                                      <p:cBhvr>
                                        <p:cTn id="14" dur="1000"/>
                                        <p:tgtEl>
                                          <p:spTgt spid="36"/>
                                        </p:tgtEl>
                                      </p:cBhvr>
                                    </p:animEffect>
                                  </p:childTnLst>
                                </p:cTn>
                              </p:par>
                            </p:childTnLst>
                          </p:cTn>
                        </p:par>
                      </p:childTnLst>
                    </p:cTn>
                  </p:par>
                  <p:par>
                    <p:cTn id="15" fill="hold">
                      <p:stCondLst>
                        <p:cond delay="indefinite"/>
                      </p:stCondLst>
                      <p:childTnLst>
                        <p:par>
                          <p:cTn id="16" fill="hold">
                            <p:stCondLst>
                              <p:cond delay="0"/>
                            </p:stCondLst>
                            <p:childTnLst>
                              <p:par>
                                <p:cTn id="17" presetID="22" presetClass="entr" presetSubtype="4" fill="hold" nodeType="clickEffect">
                                  <p:stCondLst>
                                    <p:cond delay="0"/>
                                  </p:stCondLst>
                                  <p:childTnLst>
                                    <p:set>
                                      <p:cBhvr>
                                        <p:cTn id="18" dur="1" fill="hold">
                                          <p:stCondLst>
                                            <p:cond delay="0"/>
                                          </p:stCondLst>
                                        </p:cTn>
                                        <p:tgtEl>
                                          <p:spTgt spid="8"/>
                                        </p:tgtEl>
                                        <p:attrNameLst>
                                          <p:attrName>style.visibility</p:attrName>
                                        </p:attrNameLst>
                                      </p:cBhvr>
                                      <p:to>
                                        <p:strVal val="visible"/>
                                      </p:to>
                                    </p:set>
                                    <p:animEffect transition="in" filter="wipe(down)">
                                      <p:cBhvr>
                                        <p:cTn id="19" dur="1000"/>
                                        <p:tgtEl>
                                          <p:spTgt spid="8"/>
                                        </p:tgtEl>
                                      </p:cBhvr>
                                    </p:animEffect>
                                  </p:childTnLst>
                                </p:cTn>
                              </p:par>
                              <p:par>
                                <p:cTn id="20" presetID="22" presetClass="entr" presetSubtype="4" fill="hold" nodeType="withEffect">
                                  <p:stCondLst>
                                    <p:cond delay="0"/>
                                  </p:stCondLst>
                                  <p:childTnLst>
                                    <p:set>
                                      <p:cBhvr>
                                        <p:cTn id="21" dur="1" fill="hold">
                                          <p:stCondLst>
                                            <p:cond delay="0"/>
                                          </p:stCondLst>
                                        </p:cTn>
                                        <p:tgtEl>
                                          <p:spTgt spid="46"/>
                                        </p:tgtEl>
                                        <p:attrNameLst>
                                          <p:attrName>style.visibility</p:attrName>
                                        </p:attrNameLst>
                                      </p:cBhvr>
                                      <p:to>
                                        <p:strVal val="visible"/>
                                      </p:to>
                                    </p:set>
                                    <p:animEffect transition="in" filter="wipe(down)">
                                      <p:cBhvr>
                                        <p:cTn id="22" dur="1000"/>
                                        <p:tgtEl>
                                          <p:spTgt spid="46"/>
                                        </p:tgtEl>
                                      </p:cBhvr>
                                    </p:animEffect>
                                  </p:childTnLst>
                                </p:cTn>
                              </p:par>
                              <p:par>
                                <p:cTn id="23" presetID="22" presetClass="entr" presetSubtype="4" fill="hold" nodeType="withEffect">
                                  <p:stCondLst>
                                    <p:cond delay="0"/>
                                  </p:stCondLst>
                                  <p:childTnLst>
                                    <p:set>
                                      <p:cBhvr>
                                        <p:cTn id="24" dur="1" fill="hold">
                                          <p:stCondLst>
                                            <p:cond delay="0"/>
                                          </p:stCondLst>
                                        </p:cTn>
                                        <p:tgtEl>
                                          <p:spTgt spid="56"/>
                                        </p:tgtEl>
                                        <p:attrNameLst>
                                          <p:attrName>style.visibility</p:attrName>
                                        </p:attrNameLst>
                                      </p:cBhvr>
                                      <p:to>
                                        <p:strVal val="visible"/>
                                      </p:to>
                                    </p:set>
                                    <p:animEffect transition="in" filter="wipe(down)">
                                      <p:cBhvr>
                                        <p:cTn id="25" dur="1000"/>
                                        <p:tgtEl>
                                          <p:spTgt spid="56"/>
                                        </p:tgtEl>
                                      </p:cBhvr>
                                    </p:animEffect>
                                  </p:childTnLst>
                                </p:cTn>
                              </p:par>
                              <p:par>
                                <p:cTn id="26" presetID="22" presetClass="entr" presetSubtype="4" fill="hold" nodeType="withEffect">
                                  <p:stCondLst>
                                    <p:cond delay="0"/>
                                  </p:stCondLst>
                                  <p:childTnLst>
                                    <p:set>
                                      <p:cBhvr>
                                        <p:cTn id="27" dur="1" fill="hold">
                                          <p:stCondLst>
                                            <p:cond delay="0"/>
                                          </p:stCondLst>
                                        </p:cTn>
                                        <p:tgtEl>
                                          <p:spTgt spid="57"/>
                                        </p:tgtEl>
                                        <p:attrNameLst>
                                          <p:attrName>style.visibility</p:attrName>
                                        </p:attrNameLst>
                                      </p:cBhvr>
                                      <p:to>
                                        <p:strVal val="visible"/>
                                      </p:to>
                                    </p:set>
                                    <p:animEffect transition="in" filter="wipe(down)">
                                      <p:cBhvr>
                                        <p:cTn id="28" dur="1000"/>
                                        <p:tgtEl>
                                          <p:spTgt spid="57"/>
                                        </p:tgtEl>
                                      </p:cBhvr>
                                    </p:animEffect>
                                  </p:childTnLst>
                                </p:cTn>
                              </p:par>
                              <p:par>
                                <p:cTn id="29" presetID="49" presetClass="entr" presetSubtype="0" decel="100000" fill="hold" nodeType="withEffect">
                                  <p:stCondLst>
                                    <p:cond delay="600"/>
                                  </p:stCondLst>
                                  <p:childTnLst>
                                    <p:set>
                                      <p:cBhvr>
                                        <p:cTn id="30" dur="1" fill="hold">
                                          <p:stCondLst>
                                            <p:cond delay="0"/>
                                          </p:stCondLst>
                                        </p:cTn>
                                        <p:tgtEl>
                                          <p:spTgt spid="53"/>
                                        </p:tgtEl>
                                        <p:attrNameLst>
                                          <p:attrName>style.visibility</p:attrName>
                                        </p:attrNameLst>
                                      </p:cBhvr>
                                      <p:to>
                                        <p:strVal val="visible"/>
                                      </p:to>
                                    </p:set>
                                    <p:anim calcmode="lin" valueType="num">
                                      <p:cBhvr>
                                        <p:cTn id="31" dur="500" fill="hold"/>
                                        <p:tgtEl>
                                          <p:spTgt spid="53"/>
                                        </p:tgtEl>
                                        <p:attrNameLst>
                                          <p:attrName>ppt_w</p:attrName>
                                        </p:attrNameLst>
                                      </p:cBhvr>
                                      <p:tavLst>
                                        <p:tav tm="0">
                                          <p:val>
                                            <p:fltVal val="0"/>
                                          </p:val>
                                        </p:tav>
                                        <p:tav tm="100000">
                                          <p:val>
                                            <p:strVal val="#ppt_w"/>
                                          </p:val>
                                        </p:tav>
                                      </p:tavLst>
                                    </p:anim>
                                    <p:anim calcmode="lin" valueType="num">
                                      <p:cBhvr>
                                        <p:cTn id="32" dur="500" fill="hold"/>
                                        <p:tgtEl>
                                          <p:spTgt spid="53"/>
                                        </p:tgtEl>
                                        <p:attrNameLst>
                                          <p:attrName>ppt_h</p:attrName>
                                        </p:attrNameLst>
                                      </p:cBhvr>
                                      <p:tavLst>
                                        <p:tav tm="0">
                                          <p:val>
                                            <p:fltVal val="0"/>
                                          </p:val>
                                        </p:tav>
                                        <p:tav tm="100000">
                                          <p:val>
                                            <p:strVal val="#ppt_h"/>
                                          </p:val>
                                        </p:tav>
                                      </p:tavLst>
                                    </p:anim>
                                    <p:anim calcmode="lin" valueType="num">
                                      <p:cBhvr>
                                        <p:cTn id="33" dur="500" fill="hold"/>
                                        <p:tgtEl>
                                          <p:spTgt spid="53"/>
                                        </p:tgtEl>
                                        <p:attrNameLst>
                                          <p:attrName>style.rotation</p:attrName>
                                        </p:attrNameLst>
                                      </p:cBhvr>
                                      <p:tavLst>
                                        <p:tav tm="0">
                                          <p:val>
                                            <p:fltVal val="360"/>
                                          </p:val>
                                        </p:tav>
                                        <p:tav tm="100000">
                                          <p:val>
                                            <p:fltVal val="0"/>
                                          </p:val>
                                        </p:tav>
                                      </p:tavLst>
                                    </p:anim>
                                    <p:animEffect transition="in" filter="fade">
                                      <p:cBhvr>
                                        <p:cTn id="34" dur="500"/>
                                        <p:tgtEl>
                                          <p:spTgt spid="53"/>
                                        </p:tgtEl>
                                      </p:cBhvr>
                                    </p:animEffect>
                                  </p:childTnLst>
                                </p:cTn>
                              </p:par>
                              <p:par>
                                <p:cTn id="35" presetID="49" presetClass="entr" presetSubtype="0" decel="100000" fill="hold" nodeType="withEffect">
                                  <p:stCondLst>
                                    <p:cond delay="600"/>
                                  </p:stCondLst>
                                  <p:childTnLst>
                                    <p:set>
                                      <p:cBhvr>
                                        <p:cTn id="36" dur="1" fill="hold">
                                          <p:stCondLst>
                                            <p:cond delay="0"/>
                                          </p:stCondLst>
                                        </p:cTn>
                                        <p:tgtEl>
                                          <p:spTgt spid="58"/>
                                        </p:tgtEl>
                                        <p:attrNameLst>
                                          <p:attrName>style.visibility</p:attrName>
                                        </p:attrNameLst>
                                      </p:cBhvr>
                                      <p:to>
                                        <p:strVal val="visible"/>
                                      </p:to>
                                    </p:set>
                                    <p:anim calcmode="lin" valueType="num">
                                      <p:cBhvr>
                                        <p:cTn id="37" dur="500" fill="hold"/>
                                        <p:tgtEl>
                                          <p:spTgt spid="58"/>
                                        </p:tgtEl>
                                        <p:attrNameLst>
                                          <p:attrName>ppt_w</p:attrName>
                                        </p:attrNameLst>
                                      </p:cBhvr>
                                      <p:tavLst>
                                        <p:tav tm="0">
                                          <p:val>
                                            <p:fltVal val="0"/>
                                          </p:val>
                                        </p:tav>
                                        <p:tav tm="100000">
                                          <p:val>
                                            <p:strVal val="#ppt_w"/>
                                          </p:val>
                                        </p:tav>
                                      </p:tavLst>
                                    </p:anim>
                                    <p:anim calcmode="lin" valueType="num">
                                      <p:cBhvr>
                                        <p:cTn id="38" dur="500" fill="hold"/>
                                        <p:tgtEl>
                                          <p:spTgt spid="58"/>
                                        </p:tgtEl>
                                        <p:attrNameLst>
                                          <p:attrName>ppt_h</p:attrName>
                                        </p:attrNameLst>
                                      </p:cBhvr>
                                      <p:tavLst>
                                        <p:tav tm="0">
                                          <p:val>
                                            <p:fltVal val="0"/>
                                          </p:val>
                                        </p:tav>
                                        <p:tav tm="100000">
                                          <p:val>
                                            <p:strVal val="#ppt_h"/>
                                          </p:val>
                                        </p:tav>
                                      </p:tavLst>
                                    </p:anim>
                                    <p:anim calcmode="lin" valueType="num">
                                      <p:cBhvr>
                                        <p:cTn id="39" dur="500" fill="hold"/>
                                        <p:tgtEl>
                                          <p:spTgt spid="58"/>
                                        </p:tgtEl>
                                        <p:attrNameLst>
                                          <p:attrName>style.rotation</p:attrName>
                                        </p:attrNameLst>
                                      </p:cBhvr>
                                      <p:tavLst>
                                        <p:tav tm="0">
                                          <p:val>
                                            <p:fltVal val="360"/>
                                          </p:val>
                                        </p:tav>
                                        <p:tav tm="100000">
                                          <p:val>
                                            <p:fltVal val="0"/>
                                          </p:val>
                                        </p:tav>
                                      </p:tavLst>
                                    </p:anim>
                                    <p:animEffect transition="in" filter="fade">
                                      <p:cBhvr>
                                        <p:cTn id="40" dur="500"/>
                                        <p:tgtEl>
                                          <p:spTgt spid="58"/>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37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36" name="组合 35">
            <a:extLst>
              <a:ext uri="{FF2B5EF4-FFF2-40B4-BE49-F238E27FC236}">
                <a16:creationId xmlns:a16="http://schemas.microsoft.com/office/drawing/2014/main" id="{BE32E274-2D85-45BF-82D3-76FD11CCD984}"/>
              </a:ext>
            </a:extLst>
          </p:cNvPr>
          <p:cNvGrpSpPr/>
          <p:nvPr/>
        </p:nvGrpSpPr>
        <p:grpSpPr>
          <a:xfrm>
            <a:off x="8042551" y="3199505"/>
            <a:ext cx="2802358" cy="3106109"/>
            <a:chOff x="7759679" y="2956105"/>
            <a:chExt cx="2802358" cy="3106109"/>
          </a:xfrm>
        </p:grpSpPr>
        <p:sp>
          <p:nvSpPr>
            <p:cNvPr id="37" name="矩形: 圆角 36">
              <a:extLst>
                <a:ext uri="{FF2B5EF4-FFF2-40B4-BE49-F238E27FC236}">
                  <a16:creationId xmlns:a16="http://schemas.microsoft.com/office/drawing/2014/main" id="{261C56F5-5624-4701-BE4E-239332AC4FB8}"/>
                </a:ext>
              </a:extLst>
            </p:cNvPr>
            <p:cNvSpPr/>
            <p:nvPr/>
          </p:nvSpPr>
          <p:spPr>
            <a:xfrm>
              <a:off x="7759679" y="2959737"/>
              <a:ext cx="2802358" cy="3102477"/>
            </a:xfrm>
            <a:prstGeom prst="roundRect">
              <a:avLst/>
            </a:prstGeom>
            <a:solidFill>
              <a:schemeClr val="bg1">
                <a:lumMod val="95000"/>
              </a:schemeClr>
            </a:solidFill>
            <a:ln>
              <a:solidFill>
                <a:schemeClr val="tx1"/>
              </a:solidFill>
            </a:ln>
          </p:spPr>
          <p:style>
            <a:lnRef idx="2">
              <a:schemeClr val="accent3">
                <a:shade val="50000"/>
              </a:schemeClr>
            </a:lnRef>
            <a:fillRef idx="1">
              <a:schemeClr val="accent3"/>
            </a:fillRef>
            <a:effectRef idx="0">
              <a:schemeClr val="accent3"/>
            </a:effectRef>
            <a:fontRef idx="minor">
              <a:schemeClr val="lt1"/>
            </a:fontRef>
          </p:style>
          <p:txBody>
            <a:bodyPr rtlCol="0" anchor="ctr"/>
            <a:lstStyle/>
            <a:p>
              <a:pPr algn="ctr"/>
              <a:endParaRPr lang="zh-CN" altLang="en-US"/>
            </a:p>
          </p:txBody>
        </p:sp>
        <p:sp>
          <p:nvSpPr>
            <p:cNvPr id="38" name="文本框 37">
              <a:extLst>
                <a:ext uri="{FF2B5EF4-FFF2-40B4-BE49-F238E27FC236}">
                  <a16:creationId xmlns:a16="http://schemas.microsoft.com/office/drawing/2014/main" id="{240A6AE5-80BF-4804-98D1-AC48F5891B26}"/>
                </a:ext>
              </a:extLst>
            </p:cNvPr>
            <p:cNvSpPr txBox="1"/>
            <p:nvPr/>
          </p:nvSpPr>
          <p:spPr>
            <a:xfrm>
              <a:off x="8599742" y="2956105"/>
              <a:ext cx="1122232" cy="369332"/>
            </a:xfrm>
            <a:prstGeom prst="rect">
              <a:avLst/>
            </a:prstGeom>
            <a:noFill/>
          </p:spPr>
          <p:txBody>
            <a:bodyPr wrap="square" rtlCol="0">
              <a:spAutoFit/>
            </a:bodyPr>
            <a:lstStyle/>
            <a:p>
              <a:pPr algn="ctr"/>
              <a:r>
                <a:rPr lang="zh-CN" altLang="en-US" b="1" dirty="0">
                  <a:latin typeface="+mn-ea"/>
                </a:rPr>
                <a:t>碰撞域</a:t>
              </a:r>
            </a:p>
          </p:txBody>
        </p:sp>
      </p:grpSp>
      <p:grpSp>
        <p:nvGrpSpPr>
          <p:cNvPr id="42" name="组合 41">
            <a:extLst>
              <a:ext uri="{FF2B5EF4-FFF2-40B4-BE49-F238E27FC236}">
                <a16:creationId xmlns:a16="http://schemas.microsoft.com/office/drawing/2014/main" id="{1F927C40-73E0-4A72-A410-A54F03A732B6}"/>
              </a:ext>
            </a:extLst>
          </p:cNvPr>
          <p:cNvGrpSpPr/>
          <p:nvPr/>
        </p:nvGrpSpPr>
        <p:grpSpPr>
          <a:xfrm>
            <a:off x="1361607" y="3199505"/>
            <a:ext cx="2802358" cy="3106109"/>
            <a:chOff x="1078735" y="2956105"/>
            <a:chExt cx="2802358" cy="3106109"/>
          </a:xfrm>
        </p:grpSpPr>
        <p:sp>
          <p:nvSpPr>
            <p:cNvPr id="43" name="矩形: 圆角 42">
              <a:extLst>
                <a:ext uri="{FF2B5EF4-FFF2-40B4-BE49-F238E27FC236}">
                  <a16:creationId xmlns:a16="http://schemas.microsoft.com/office/drawing/2014/main" id="{66163542-C5A6-46E2-A93C-BC50989A11F5}"/>
                </a:ext>
              </a:extLst>
            </p:cNvPr>
            <p:cNvSpPr/>
            <p:nvPr/>
          </p:nvSpPr>
          <p:spPr>
            <a:xfrm>
              <a:off x="1078735" y="2959737"/>
              <a:ext cx="2802358" cy="3102477"/>
            </a:xfrm>
            <a:prstGeom prst="roundRect">
              <a:avLst/>
            </a:prstGeom>
            <a:solidFill>
              <a:schemeClr val="bg1">
                <a:lumMod val="95000"/>
              </a:schemeClr>
            </a:solidFill>
            <a:ln>
              <a:solidFill>
                <a:schemeClr val="tx1"/>
              </a:solidFill>
            </a:ln>
          </p:spPr>
          <p:style>
            <a:lnRef idx="2">
              <a:schemeClr val="accent3">
                <a:shade val="50000"/>
              </a:schemeClr>
            </a:lnRef>
            <a:fillRef idx="1">
              <a:schemeClr val="accent3"/>
            </a:fillRef>
            <a:effectRef idx="0">
              <a:schemeClr val="accent3"/>
            </a:effectRef>
            <a:fontRef idx="minor">
              <a:schemeClr val="lt1"/>
            </a:fontRef>
          </p:style>
          <p:txBody>
            <a:bodyPr rtlCol="0" anchor="ctr"/>
            <a:lstStyle/>
            <a:p>
              <a:pPr algn="ctr"/>
              <a:endParaRPr lang="zh-CN" altLang="en-US"/>
            </a:p>
          </p:txBody>
        </p:sp>
        <p:sp>
          <p:nvSpPr>
            <p:cNvPr id="45" name="文本框 44">
              <a:extLst>
                <a:ext uri="{FF2B5EF4-FFF2-40B4-BE49-F238E27FC236}">
                  <a16:creationId xmlns:a16="http://schemas.microsoft.com/office/drawing/2014/main" id="{2FBD8AF0-5476-4436-B2BB-5D672C90FB35}"/>
                </a:ext>
              </a:extLst>
            </p:cNvPr>
            <p:cNvSpPr txBox="1"/>
            <p:nvPr/>
          </p:nvSpPr>
          <p:spPr>
            <a:xfrm>
              <a:off x="1885149" y="2956105"/>
              <a:ext cx="1122232" cy="369332"/>
            </a:xfrm>
            <a:prstGeom prst="rect">
              <a:avLst/>
            </a:prstGeom>
            <a:noFill/>
          </p:spPr>
          <p:txBody>
            <a:bodyPr wrap="square" rtlCol="0">
              <a:spAutoFit/>
            </a:bodyPr>
            <a:lstStyle/>
            <a:p>
              <a:pPr algn="ctr"/>
              <a:r>
                <a:rPr lang="zh-CN" altLang="en-US" b="1" dirty="0">
                  <a:latin typeface="+mn-ea"/>
                </a:rPr>
                <a:t>碰撞域</a:t>
              </a:r>
            </a:p>
          </p:txBody>
        </p:sp>
      </p:grpSp>
      <p:cxnSp>
        <p:nvCxnSpPr>
          <p:cNvPr id="47" name="直接连接符 46">
            <a:extLst>
              <a:ext uri="{FF2B5EF4-FFF2-40B4-BE49-F238E27FC236}">
                <a16:creationId xmlns:a16="http://schemas.microsoft.com/office/drawing/2014/main" id="{BE7F0A05-6C26-49FC-9A13-737D8B160856}"/>
              </a:ext>
            </a:extLst>
          </p:cNvPr>
          <p:cNvCxnSpPr>
            <a:cxnSpLocks/>
          </p:cNvCxnSpPr>
          <p:nvPr/>
        </p:nvCxnSpPr>
        <p:spPr>
          <a:xfrm flipH="1">
            <a:off x="2792564" y="3808312"/>
            <a:ext cx="3303436" cy="834277"/>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0" name="直接连接符 49">
            <a:extLst>
              <a:ext uri="{FF2B5EF4-FFF2-40B4-BE49-F238E27FC236}">
                <a16:creationId xmlns:a16="http://schemas.microsoft.com/office/drawing/2014/main" id="{F22E2276-51BB-4A78-8A98-A520FCCD241F}"/>
              </a:ext>
            </a:extLst>
          </p:cNvPr>
          <p:cNvCxnSpPr>
            <a:cxnSpLocks/>
          </p:cNvCxnSpPr>
          <p:nvPr/>
        </p:nvCxnSpPr>
        <p:spPr>
          <a:xfrm>
            <a:off x="6093016" y="3808312"/>
            <a:ext cx="3412601" cy="851361"/>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grpSp>
        <p:nvGrpSpPr>
          <p:cNvPr id="4" name="组合 3">
            <a:extLst>
              <a:ext uri="{FF2B5EF4-FFF2-40B4-BE49-F238E27FC236}">
                <a16:creationId xmlns:a16="http://schemas.microsoft.com/office/drawing/2014/main" id="{9A1EA9F2-FCB6-48C3-935F-7AE7E3AD14AC}"/>
              </a:ext>
            </a:extLst>
          </p:cNvPr>
          <p:cNvGrpSpPr/>
          <p:nvPr/>
        </p:nvGrpSpPr>
        <p:grpSpPr>
          <a:xfrm>
            <a:off x="304799" y="749300"/>
            <a:ext cx="6192344" cy="400110"/>
            <a:chOff x="424116" y="898245"/>
            <a:chExt cx="6192344" cy="400110"/>
          </a:xfrm>
        </p:grpSpPr>
        <p:sp>
          <p:nvSpPr>
            <p:cNvPr id="2" name="平行四边形 1">
              <a:extLst>
                <a:ext uri="{FF2B5EF4-FFF2-40B4-BE49-F238E27FC236}">
                  <a16:creationId xmlns:a16="http://schemas.microsoft.com/office/drawing/2014/main" id="{1F5BAA3F-9845-4F89-A2DD-8222D3E4EDAC}"/>
                </a:ext>
              </a:extLst>
            </p:cNvPr>
            <p:cNvSpPr/>
            <p:nvPr/>
          </p:nvSpPr>
          <p:spPr>
            <a:xfrm>
              <a:off x="424116" y="898245"/>
              <a:ext cx="688541" cy="387090"/>
            </a:xfrm>
            <a:prstGeom prst="parallelogram">
              <a:avLst/>
            </a:prstGeom>
            <a:solidFill>
              <a:schemeClr val="accent3">
                <a:lumMod val="75000"/>
              </a:schemeClr>
            </a:solidFill>
            <a:ln>
              <a:solidFill>
                <a:schemeClr val="accent3">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CN" sz="2200" dirty="0">
                  <a:latin typeface="Impact" panose="020B0806030902050204" pitchFamily="34" charset="0"/>
                </a:rPr>
                <a:t>02</a:t>
              </a:r>
              <a:endParaRPr lang="zh-CN" altLang="en-US" sz="2200" dirty="0">
                <a:latin typeface="Impact" panose="020B0806030902050204" pitchFamily="34" charset="0"/>
              </a:endParaRPr>
            </a:p>
          </p:txBody>
        </p:sp>
        <p:sp>
          <p:nvSpPr>
            <p:cNvPr id="3" name="文本框 2">
              <a:extLst>
                <a:ext uri="{FF2B5EF4-FFF2-40B4-BE49-F238E27FC236}">
                  <a16:creationId xmlns:a16="http://schemas.microsoft.com/office/drawing/2014/main" id="{4D6BD736-A4D3-4F26-AFED-36E11F50F70B}"/>
                </a:ext>
              </a:extLst>
            </p:cNvPr>
            <p:cNvSpPr txBox="1"/>
            <p:nvPr/>
          </p:nvSpPr>
          <p:spPr>
            <a:xfrm>
              <a:off x="1178441" y="898245"/>
              <a:ext cx="5438019" cy="400110"/>
            </a:xfrm>
            <a:prstGeom prst="rect">
              <a:avLst/>
            </a:prstGeom>
            <a:noFill/>
          </p:spPr>
          <p:txBody>
            <a:bodyPr wrap="square" rtlCol="0">
              <a:spAutoFit/>
            </a:bodyPr>
            <a:lstStyle/>
            <a:p>
              <a:r>
                <a:rPr lang="zh-CN" altLang="en-US" sz="2000" b="1" dirty="0"/>
                <a:t>扩展共享式以太网的覆盖范围和站点数量</a:t>
              </a:r>
              <a:endParaRPr lang="en-US" altLang="zh-CN" sz="2000" b="1" dirty="0"/>
            </a:p>
          </p:txBody>
        </p:sp>
      </p:grpSp>
      <p:sp>
        <p:nvSpPr>
          <p:cNvPr id="5" name="矩形 4">
            <a:extLst>
              <a:ext uri="{FF2B5EF4-FFF2-40B4-BE49-F238E27FC236}">
                <a16:creationId xmlns:a16="http://schemas.microsoft.com/office/drawing/2014/main" id="{C2EE5A4F-66FA-463A-B6AB-EC65EFEB957B}"/>
              </a:ext>
            </a:extLst>
          </p:cNvPr>
          <p:cNvSpPr/>
          <p:nvPr/>
        </p:nvSpPr>
        <p:spPr>
          <a:xfrm>
            <a:off x="1056633" y="1335374"/>
            <a:ext cx="256976" cy="256976"/>
          </a:xfrm>
          <a:prstGeom prst="rect">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6" name="íşlïḍè">
            <a:extLst>
              <a:ext uri="{FF2B5EF4-FFF2-40B4-BE49-F238E27FC236}">
                <a16:creationId xmlns:a16="http://schemas.microsoft.com/office/drawing/2014/main" id="{29ED3350-DE62-4F25-8E17-ACCF05575713}"/>
              </a:ext>
            </a:extLst>
          </p:cNvPr>
          <p:cNvSpPr txBox="1"/>
          <p:nvPr/>
        </p:nvSpPr>
        <p:spPr>
          <a:xfrm>
            <a:off x="1373860" y="1281052"/>
            <a:ext cx="10513339" cy="655323"/>
          </a:xfrm>
          <a:prstGeom prst="rect">
            <a:avLst/>
          </a:prstGeom>
          <a:noFill/>
        </p:spPr>
        <p:txBody>
          <a:bodyPr wrap="square" lIns="91440" tIns="45720" rIns="91440" bIns="45720" anchor="ctr">
            <a:noAutofit/>
          </a:bodyPr>
          <a:lstStyle/>
          <a:p>
            <a:r>
              <a:rPr lang="zh-CN" altLang="en-US" b="1" dirty="0">
                <a:latin typeface="Arial Narrow" panose="020B0606020202030204" pitchFamily="34" charset="0"/>
              </a:rPr>
              <a:t>以太网集线器一般具有</a:t>
            </a:r>
            <a:r>
              <a:rPr lang="en-US" altLang="zh-CN" b="1" dirty="0">
                <a:latin typeface="Arial Narrow" panose="020B0606020202030204" pitchFamily="34" charset="0"/>
              </a:rPr>
              <a:t>8~32</a:t>
            </a:r>
            <a:r>
              <a:rPr lang="zh-CN" altLang="en-US" b="1" dirty="0">
                <a:latin typeface="Arial Narrow" panose="020B0606020202030204" pitchFamily="34" charset="0"/>
              </a:rPr>
              <a:t>个接口，如果要连接的站点数量超过了单个集线器能够提供的接口数量，就需要使用多个集线器，这样就可以连接成覆盖更大范围、连接更多站点的多级星型以太网。</a:t>
            </a:r>
          </a:p>
        </p:txBody>
      </p:sp>
      <p:grpSp>
        <p:nvGrpSpPr>
          <p:cNvPr id="34" name="组合 33">
            <a:extLst>
              <a:ext uri="{FF2B5EF4-FFF2-40B4-BE49-F238E27FC236}">
                <a16:creationId xmlns:a16="http://schemas.microsoft.com/office/drawing/2014/main" id="{508E26A0-099A-4801-99EB-E437C9393818}"/>
              </a:ext>
            </a:extLst>
          </p:cNvPr>
          <p:cNvGrpSpPr/>
          <p:nvPr/>
        </p:nvGrpSpPr>
        <p:grpSpPr>
          <a:xfrm>
            <a:off x="1332530" y="4069273"/>
            <a:ext cx="2539572" cy="2056446"/>
            <a:chOff x="1049658" y="3825873"/>
            <a:chExt cx="2539572" cy="2056446"/>
          </a:xfrm>
        </p:grpSpPr>
        <p:sp>
          <p:nvSpPr>
            <p:cNvPr id="9" name="文本框 8">
              <a:extLst>
                <a:ext uri="{FF2B5EF4-FFF2-40B4-BE49-F238E27FC236}">
                  <a16:creationId xmlns:a16="http://schemas.microsoft.com/office/drawing/2014/main" id="{CEF6591C-DB0C-4AE8-AACF-563B064CB2AA}"/>
                </a:ext>
              </a:extLst>
            </p:cNvPr>
            <p:cNvSpPr txBox="1"/>
            <p:nvPr/>
          </p:nvSpPr>
          <p:spPr>
            <a:xfrm>
              <a:off x="1049658" y="4153065"/>
              <a:ext cx="1122232" cy="646331"/>
            </a:xfrm>
            <a:prstGeom prst="rect">
              <a:avLst/>
            </a:prstGeom>
            <a:noFill/>
          </p:spPr>
          <p:txBody>
            <a:bodyPr wrap="square" rtlCol="0">
              <a:spAutoFit/>
            </a:bodyPr>
            <a:lstStyle/>
            <a:p>
              <a:pPr algn="ctr"/>
              <a:r>
                <a:rPr lang="en-US" altLang="zh-CN" b="1" dirty="0">
                  <a:latin typeface="Arial Narrow" panose="020B0606020202030204" pitchFamily="34" charset="0"/>
                </a:rPr>
                <a:t>10BASE-T</a:t>
              </a:r>
            </a:p>
            <a:p>
              <a:pPr algn="ctr"/>
              <a:r>
                <a:rPr lang="zh-CN" altLang="en-US" b="1" dirty="0">
                  <a:latin typeface="Arial Narrow" panose="020B0606020202030204" pitchFamily="34" charset="0"/>
                </a:rPr>
                <a:t>集线器</a:t>
              </a:r>
            </a:p>
          </p:txBody>
        </p:sp>
        <p:cxnSp>
          <p:nvCxnSpPr>
            <p:cNvPr id="10" name="直接连接符 9">
              <a:extLst>
                <a:ext uri="{FF2B5EF4-FFF2-40B4-BE49-F238E27FC236}">
                  <a16:creationId xmlns:a16="http://schemas.microsoft.com/office/drawing/2014/main" id="{04363B87-D1DA-4511-B3B5-00C36EDE5910}"/>
                </a:ext>
              </a:extLst>
            </p:cNvPr>
            <p:cNvCxnSpPr/>
            <p:nvPr/>
          </p:nvCxnSpPr>
          <p:spPr>
            <a:xfrm flipV="1">
              <a:off x="1713673" y="4456166"/>
              <a:ext cx="794479" cy="1105612"/>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1" name="直接连接符 10">
              <a:extLst>
                <a:ext uri="{FF2B5EF4-FFF2-40B4-BE49-F238E27FC236}">
                  <a16:creationId xmlns:a16="http://schemas.microsoft.com/office/drawing/2014/main" id="{60872F55-B642-4F64-8D1A-D6050B6A2E77}"/>
                </a:ext>
              </a:extLst>
            </p:cNvPr>
            <p:cNvCxnSpPr>
              <a:cxnSpLocks/>
            </p:cNvCxnSpPr>
            <p:nvPr/>
          </p:nvCxnSpPr>
          <p:spPr>
            <a:xfrm flipH="1" flipV="1">
              <a:off x="2656896" y="4456166"/>
              <a:ext cx="628049" cy="983748"/>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2" name="直接连接符 11">
              <a:extLst>
                <a:ext uri="{FF2B5EF4-FFF2-40B4-BE49-F238E27FC236}">
                  <a16:creationId xmlns:a16="http://schemas.microsoft.com/office/drawing/2014/main" id="{92D6AE38-E76C-4B8B-8C7A-3472DC1688A5}"/>
                </a:ext>
              </a:extLst>
            </p:cNvPr>
            <p:cNvCxnSpPr/>
            <p:nvPr/>
          </p:nvCxnSpPr>
          <p:spPr>
            <a:xfrm>
              <a:off x="2545972" y="4453932"/>
              <a:ext cx="0" cy="1062182"/>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pic>
          <p:nvPicPr>
            <p:cNvPr id="13" name="图形 10">
              <a:extLst>
                <a:ext uri="{FF2B5EF4-FFF2-40B4-BE49-F238E27FC236}">
                  <a16:creationId xmlns:a16="http://schemas.microsoft.com/office/drawing/2014/main" id="{F63D5EC6-8F18-4A0E-BF45-463A9BF63D75}"/>
                </a:ext>
              </a:extLst>
            </p:cNvPr>
            <p:cNvPicPr>
              <a:picLocks noChangeAspect="1"/>
            </p:cNvPicPr>
            <p:nvPr/>
          </p:nvPicPr>
          <p:blipFill>
            <a:blip r:embed="rId3">
              <a:extLst>
                <a:ext uri="{28A0092B-C50C-407E-A947-70E740481C1C}">
                  <a14:useLocalDpi xmlns:a14="http://schemas.microsoft.com/office/drawing/2010/main" val="0"/>
                </a:ext>
                <a:ext uri="{96DAC541-7B7A-43D3-8B79-37D633B846F1}">
                  <asvg:svgBlip xmlns:asvg="http://schemas.microsoft.com/office/drawing/2016/SVG/main" r:embed="rId4"/>
                </a:ext>
              </a:extLst>
            </a:blip>
            <a:stretch>
              <a:fillRect/>
            </a:stretch>
          </p:blipFill>
          <p:spPr>
            <a:xfrm>
              <a:off x="1303299" y="5241237"/>
              <a:ext cx="662814" cy="641082"/>
            </a:xfrm>
            <a:prstGeom prst="rect">
              <a:avLst/>
            </a:prstGeom>
          </p:spPr>
        </p:pic>
        <p:pic>
          <p:nvPicPr>
            <p:cNvPr id="14" name="图形 10">
              <a:extLst>
                <a:ext uri="{FF2B5EF4-FFF2-40B4-BE49-F238E27FC236}">
                  <a16:creationId xmlns:a16="http://schemas.microsoft.com/office/drawing/2014/main" id="{FA4B4571-9F99-4A7A-A56B-8652FBFB16DA}"/>
                </a:ext>
              </a:extLst>
            </p:cNvPr>
            <p:cNvPicPr>
              <a:picLocks noChangeAspect="1"/>
            </p:cNvPicPr>
            <p:nvPr/>
          </p:nvPicPr>
          <p:blipFill>
            <a:blip r:embed="rId3">
              <a:extLst>
                <a:ext uri="{28A0092B-C50C-407E-A947-70E740481C1C}">
                  <a14:useLocalDpi xmlns:a14="http://schemas.microsoft.com/office/drawing/2010/main" val="0"/>
                </a:ext>
                <a:ext uri="{96DAC541-7B7A-43D3-8B79-37D633B846F1}">
                  <asvg:svgBlip xmlns:asvg="http://schemas.microsoft.com/office/drawing/2016/SVG/main" r:embed="rId4"/>
                </a:ext>
              </a:extLst>
            </a:blip>
            <a:stretch>
              <a:fillRect/>
            </a:stretch>
          </p:blipFill>
          <p:spPr>
            <a:xfrm>
              <a:off x="2926416" y="5241237"/>
              <a:ext cx="662814" cy="641082"/>
            </a:xfrm>
            <a:prstGeom prst="rect">
              <a:avLst/>
            </a:prstGeom>
          </p:spPr>
        </p:pic>
        <p:pic>
          <p:nvPicPr>
            <p:cNvPr id="15" name="图片 14" descr="文本&#10;&#10;描述已自动生成">
              <a:extLst>
                <a:ext uri="{FF2B5EF4-FFF2-40B4-BE49-F238E27FC236}">
                  <a16:creationId xmlns:a16="http://schemas.microsoft.com/office/drawing/2014/main" id="{25EF260B-EFEC-4F36-AD67-45C183E822CC}"/>
                </a:ext>
              </a:extLst>
            </p:cNvPr>
            <p:cNvPicPr>
              <a:picLocks noChangeAspect="1"/>
            </p:cNvPicPr>
            <p:nvPr/>
          </p:nvPicPr>
          <p:blipFill>
            <a:blip r:embed="rId5">
              <a:extLst>
                <a:ext uri="{28A0092B-C50C-407E-A947-70E740481C1C}">
                  <a14:useLocalDpi xmlns:a14="http://schemas.microsoft.com/office/drawing/2010/main" val="0"/>
                </a:ext>
              </a:extLst>
            </a:blip>
            <a:stretch>
              <a:fillRect/>
            </a:stretch>
          </p:blipFill>
          <p:spPr>
            <a:xfrm>
              <a:off x="2127179" y="4216486"/>
              <a:ext cx="705470" cy="661378"/>
            </a:xfrm>
            <a:prstGeom prst="rect">
              <a:avLst/>
            </a:prstGeom>
          </p:spPr>
        </p:pic>
        <p:pic>
          <p:nvPicPr>
            <p:cNvPr id="16" name="图形 10">
              <a:extLst>
                <a:ext uri="{FF2B5EF4-FFF2-40B4-BE49-F238E27FC236}">
                  <a16:creationId xmlns:a16="http://schemas.microsoft.com/office/drawing/2014/main" id="{C94D8124-E75C-41FD-917C-96D2A7C6418A}"/>
                </a:ext>
              </a:extLst>
            </p:cNvPr>
            <p:cNvPicPr>
              <a:picLocks noChangeAspect="1"/>
            </p:cNvPicPr>
            <p:nvPr/>
          </p:nvPicPr>
          <p:blipFill>
            <a:blip r:embed="rId3">
              <a:extLst>
                <a:ext uri="{28A0092B-C50C-407E-A947-70E740481C1C}">
                  <a14:useLocalDpi xmlns:a14="http://schemas.microsoft.com/office/drawing/2010/main" val="0"/>
                </a:ext>
                <a:ext uri="{96DAC541-7B7A-43D3-8B79-37D633B846F1}">
                  <asvg:svgBlip xmlns:asvg="http://schemas.microsoft.com/office/drawing/2016/SVG/main" r:embed="rId4"/>
                </a:ext>
              </a:extLst>
            </a:blip>
            <a:stretch>
              <a:fillRect/>
            </a:stretch>
          </p:blipFill>
          <p:spPr>
            <a:xfrm>
              <a:off x="2114858" y="5241237"/>
              <a:ext cx="662814" cy="641082"/>
            </a:xfrm>
            <a:prstGeom prst="rect">
              <a:avLst/>
            </a:prstGeom>
          </p:spPr>
        </p:pic>
        <p:sp>
          <p:nvSpPr>
            <p:cNvPr id="17" name="文本框 16">
              <a:extLst>
                <a:ext uri="{FF2B5EF4-FFF2-40B4-BE49-F238E27FC236}">
                  <a16:creationId xmlns:a16="http://schemas.microsoft.com/office/drawing/2014/main" id="{81CC1B28-2FFB-475F-A68F-7D80EA0FDED3}"/>
                </a:ext>
              </a:extLst>
            </p:cNvPr>
            <p:cNvSpPr txBox="1"/>
            <p:nvPr/>
          </p:nvSpPr>
          <p:spPr>
            <a:xfrm>
              <a:off x="2797020" y="5283598"/>
              <a:ext cx="333042" cy="369332"/>
            </a:xfrm>
            <a:prstGeom prst="rect">
              <a:avLst/>
            </a:prstGeom>
            <a:noFill/>
          </p:spPr>
          <p:txBody>
            <a:bodyPr wrap="square" rtlCol="0">
              <a:spAutoFit/>
            </a:bodyPr>
            <a:lstStyle/>
            <a:p>
              <a:pPr algn="ctr"/>
              <a:r>
                <a:rPr lang="en-US" altLang="zh-CN" b="1" dirty="0">
                  <a:latin typeface="宋体" panose="02010600030101010101" pitchFamily="2" charset="-122"/>
                  <a:ea typeface="宋体" panose="02010600030101010101" pitchFamily="2" charset="-122"/>
                </a:rPr>
                <a:t>…</a:t>
              </a:r>
              <a:endParaRPr lang="zh-CN" altLang="en-US" b="1" dirty="0">
                <a:latin typeface="宋体" panose="02010600030101010101" pitchFamily="2" charset="-122"/>
                <a:ea typeface="宋体" panose="02010600030101010101" pitchFamily="2" charset="-122"/>
              </a:endParaRPr>
            </a:p>
          </p:txBody>
        </p:sp>
        <p:sp>
          <p:nvSpPr>
            <p:cNvPr id="18" name="文本框 17">
              <a:extLst>
                <a:ext uri="{FF2B5EF4-FFF2-40B4-BE49-F238E27FC236}">
                  <a16:creationId xmlns:a16="http://schemas.microsoft.com/office/drawing/2014/main" id="{87911794-4E40-4B44-B962-C79C53C4CBE6}"/>
                </a:ext>
              </a:extLst>
            </p:cNvPr>
            <p:cNvSpPr txBox="1"/>
            <p:nvPr/>
          </p:nvSpPr>
          <p:spPr>
            <a:xfrm>
              <a:off x="1918798" y="3825873"/>
              <a:ext cx="1122232" cy="369332"/>
            </a:xfrm>
            <a:prstGeom prst="rect">
              <a:avLst/>
            </a:prstGeom>
            <a:noFill/>
          </p:spPr>
          <p:txBody>
            <a:bodyPr wrap="square" rtlCol="0">
              <a:spAutoFit/>
            </a:bodyPr>
            <a:lstStyle/>
            <a:p>
              <a:pPr algn="ctr"/>
              <a:r>
                <a:rPr lang="zh-CN" altLang="en-US" b="1" dirty="0">
                  <a:latin typeface="+mn-ea"/>
                </a:rPr>
                <a:t>部门</a:t>
              </a:r>
              <a:r>
                <a:rPr lang="en-US" altLang="zh-CN" b="1" dirty="0">
                  <a:latin typeface="+mn-ea"/>
                </a:rPr>
                <a:t>A</a:t>
              </a:r>
              <a:endParaRPr lang="zh-CN" altLang="en-US" b="1" dirty="0">
                <a:latin typeface="+mn-ea"/>
              </a:endParaRPr>
            </a:p>
          </p:txBody>
        </p:sp>
      </p:grpSp>
      <p:grpSp>
        <p:nvGrpSpPr>
          <p:cNvPr id="35" name="组合 34">
            <a:extLst>
              <a:ext uri="{FF2B5EF4-FFF2-40B4-BE49-F238E27FC236}">
                <a16:creationId xmlns:a16="http://schemas.microsoft.com/office/drawing/2014/main" id="{3500361C-E2A6-47C0-A062-EF5AB5F85AD7}"/>
              </a:ext>
            </a:extLst>
          </p:cNvPr>
          <p:cNvGrpSpPr/>
          <p:nvPr/>
        </p:nvGrpSpPr>
        <p:grpSpPr>
          <a:xfrm>
            <a:off x="8300764" y="4069273"/>
            <a:ext cx="2570305" cy="2056446"/>
            <a:chOff x="8017892" y="3825873"/>
            <a:chExt cx="2570305" cy="2056446"/>
          </a:xfrm>
        </p:grpSpPr>
        <p:cxnSp>
          <p:nvCxnSpPr>
            <p:cNvPr id="22" name="直接连接符 21">
              <a:extLst>
                <a:ext uri="{FF2B5EF4-FFF2-40B4-BE49-F238E27FC236}">
                  <a16:creationId xmlns:a16="http://schemas.microsoft.com/office/drawing/2014/main" id="{830AA6F0-2514-42C9-85CE-150E6A8B89BD}"/>
                </a:ext>
              </a:extLst>
            </p:cNvPr>
            <p:cNvCxnSpPr/>
            <p:nvPr/>
          </p:nvCxnSpPr>
          <p:spPr>
            <a:xfrm flipV="1">
              <a:off x="8428266" y="4456166"/>
              <a:ext cx="794479" cy="1105612"/>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3" name="直接连接符 22">
              <a:extLst>
                <a:ext uri="{FF2B5EF4-FFF2-40B4-BE49-F238E27FC236}">
                  <a16:creationId xmlns:a16="http://schemas.microsoft.com/office/drawing/2014/main" id="{0A633314-AD07-4B1D-8B2E-E3B82F1FD6AD}"/>
                </a:ext>
              </a:extLst>
            </p:cNvPr>
            <p:cNvCxnSpPr>
              <a:cxnSpLocks/>
            </p:cNvCxnSpPr>
            <p:nvPr/>
          </p:nvCxnSpPr>
          <p:spPr>
            <a:xfrm flipH="1" flipV="1">
              <a:off x="9371489" y="4456166"/>
              <a:ext cx="628049" cy="983748"/>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4" name="直接连接符 23">
              <a:extLst>
                <a:ext uri="{FF2B5EF4-FFF2-40B4-BE49-F238E27FC236}">
                  <a16:creationId xmlns:a16="http://schemas.microsoft.com/office/drawing/2014/main" id="{2DA45A3D-C0AC-4202-A05D-43E77C2C12D6}"/>
                </a:ext>
              </a:extLst>
            </p:cNvPr>
            <p:cNvCxnSpPr/>
            <p:nvPr/>
          </p:nvCxnSpPr>
          <p:spPr>
            <a:xfrm>
              <a:off x="9260565" y="4453932"/>
              <a:ext cx="0" cy="1062182"/>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pic>
          <p:nvPicPr>
            <p:cNvPr id="25" name="图形 10">
              <a:extLst>
                <a:ext uri="{FF2B5EF4-FFF2-40B4-BE49-F238E27FC236}">
                  <a16:creationId xmlns:a16="http://schemas.microsoft.com/office/drawing/2014/main" id="{BDBD67D3-EC63-42F5-8B80-89DB6A7E0A04}"/>
                </a:ext>
              </a:extLst>
            </p:cNvPr>
            <p:cNvPicPr>
              <a:picLocks noChangeAspect="1"/>
            </p:cNvPicPr>
            <p:nvPr/>
          </p:nvPicPr>
          <p:blipFill>
            <a:blip r:embed="rId3">
              <a:extLst>
                <a:ext uri="{28A0092B-C50C-407E-A947-70E740481C1C}">
                  <a14:useLocalDpi xmlns:a14="http://schemas.microsoft.com/office/drawing/2010/main" val="0"/>
                </a:ext>
                <a:ext uri="{96DAC541-7B7A-43D3-8B79-37D633B846F1}">
                  <asvg:svgBlip xmlns:asvg="http://schemas.microsoft.com/office/drawing/2016/SVG/main" r:embed="rId4"/>
                </a:ext>
              </a:extLst>
            </a:blip>
            <a:stretch>
              <a:fillRect/>
            </a:stretch>
          </p:blipFill>
          <p:spPr>
            <a:xfrm>
              <a:off x="8017892" y="5241237"/>
              <a:ext cx="662814" cy="641082"/>
            </a:xfrm>
            <a:prstGeom prst="rect">
              <a:avLst/>
            </a:prstGeom>
          </p:spPr>
        </p:pic>
        <p:pic>
          <p:nvPicPr>
            <p:cNvPr id="26" name="图形 10">
              <a:extLst>
                <a:ext uri="{FF2B5EF4-FFF2-40B4-BE49-F238E27FC236}">
                  <a16:creationId xmlns:a16="http://schemas.microsoft.com/office/drawing/2014/main" id="{BD0AFF99-B2FB-4C5F-BDB4-DE32E1CE6CF0}"/>
                </a:ext>
              </a:extLst>
            </p:cNvPr>
            <p:cNvPicPr>
              <a:picLocks noChangeAspect="1"/>
            </p:cNvPicPr>
            <p:nvPr/>
          </p:nvPicPr>
          <p:blipFill>
            <a:blip r:embed="rId3">
              <a:extLst>
                <a:ext uri="{28A0092B-C50C-407E-A947-70E740481C1C}">
                  <a14:useLocalDpi xmlns:a14="http://schemas.microsoft.com/office/drawing/2010/main" val="0"/>
                </a:ext>
                <a:ext uri="{96DAC541-7B7A-43D3-8B79-37D633B846F1}">
                  <asvg:svgBlip xmlns:asvg="http://schemas.microsoft.com/office/drawing/2016/SVG/main" r:embed="rId4"/>
                </a:ext>
              </a:extLst>
            </a:blip>
            <a:stretch>
              <a:fillRect/>
            </a:stretch>
          </p:blipFill>
          <p:spPr>
            <a:xfrm>
              <a:off x="9641009" y="5241237"/>
              <a:ext cx="662814" cy="641082"/>
            </a:xfrm>
            <a:prstGeom prst="rect">
              <a:avLst/>
            </a:prstGeom>
          </p:spPr>
        </p:pic>
        <p:pic>
          <p:nvPicPr>
            <p:cNvPr id="27" name="图片 26" descr="文本&#10;&#10;描述已自动生成">
              <a:extLst>
                <a:ext uri="{FF2B5EF4-FFF2-40B4-BE49-F238E27FC236}">
                  <a16:creationId xmlns:a16="http://schemas.microsoft.com/office/drawing/2014/main" id="{A4F7A694-AFD6-4284-9F70-79EA7027B823}"/>
                </a:ext>
              </a:extLst>
            </p:cNvPr>
            <p:cNvPicPr>
              <a:picLocks noChangeAspect="1"/>
            </p:cNvPicPr>
            <p:nvPr/>
          </p:nvPicPr>
          <p:blipFill>
            <a:blip r:embed="rId5">
              <a:extLst>
                <a:ext uri="{28A0092B-C50C-407E-A947-70E740481C1C}">
                  <a14:useLocalDpi xmlns:a14="http://schemas.microsoft.com/office/drawing/2010/main" val="0"/>
                </a:ext>
              </a:extLst>
            </a:blip>
            <a:stretch>
              <a:fillRect/>
            </a:stretch>
          </p:blipFill>
          <p:spPr>
            <a:xfrm>
              <a:off x="8841772" y="4216486"/>
              <a:ext cx="705470" cy="661378"/>
            </a:xfrm>
            <a:prstGeom prst="rect">
              <a:avLst/>
            </a:prstGeom>
          </p:spPr>
        </p:pic>
        <p:pic>
          <p:nvPicPr>
            <p:cNvPr id="28" name="图形 10">
              <a:extLst>
                <a:ext uri="{FF2B5EF4-FFF2-40B4-BE49-F238E27FC236}">
                  <a16:creationId xmlns:a16="http://schemas.microsoft.com/office/drawing/2014/main" id="{5C40A998-05F1-4941-BD6A-D0A821945A80}"/>
                </a:ext>
              </a:extLst>
            </p:cNvPr>
            <p:cNvPicPr>
              <a:picLocks noChangeAspect="1"/>
            </p:cNvPicPr>
            <p:nvPr/>
          </p:nvPicPr>
          <p:blipFill>
            <a:blip r:embed="rId3">
              <a:extLst>
                <a:ext uri="{28A0092B-C50C-407E-A947-70E740481C1C}">
                  <a14:useLocalDpi xmlns:a14="http://schemas.microsoft.com/office/drawing/2010/main" val="0"/>
                </a:ext>
                <a:ext uri="{96DAC541-7B7A-43D3-8B79-37D633B846F1}">
                  <asvg:svgBlip xmlns:asvg="http://schemas.microsoft.com/office/drawing/2016/SVG/main" r:embed="rId4"/>
                </a:ext>
              </a:extLst>
            </a:blip>
            <a:stretch>
              <a:fillRect/>
            </a:stretch>
          </p:blipFill>
          <p:spPr>
            <a:xfrm>
              <a:off x="8829451" y="5241237"/>
              <a:ext cx="662814" cy="641082"/>
            </a:xfrm>
            <a:prstGeom prst="rect">
              <a:avLst/>
            </a:prstGeom>
          </p:spPr>
        </p:pic>
        <p:sp>
          <p:nvSpPr>
            <p:cNvPr id="29" name="文本框 28">
              <a:extLst>
                <a:ext uri="{FF2B5EF4-FFF2-40B4-BE49-F238E27FC236}">
                  <a16:creationId xmlns:a16="http://schemas.microsoft.com/office/drawing/2014/main" id="{1ADC1781-2712-4E2F-B98B-8DF694C0A2E7}"/>
                </a:ext>
              </a:extLst>
            </p:cNvPr>
            <p:cNvSpPr txBox="1"/>
            <p:nvPr/>
          </p:nvSpPr>
          <p:spPr>
            <a:xfrm>
              <a:off x="9511613" y="5283598"/>
              <a:ext cx="333042" cy="369332"/>
            </a:xfrm>
            <a:prstGeom prst="rect">
              <a:avLst/>
            </a:prstGeom>
            <a:noFill/>
          </p:spPr>
          <p:txBody>
            <a:bodyPr wrap="square" rtlCol="0">
              <a:spAutoFit/>
            </a:bodyPr>
            <a:lstStyle/>
            <a:p>
              <a:pPr algn="ctr"/>
              <a:r>
                <a:rPr lang="en-US" altLang="zh-CN" b="1" dirty="0">
                  <a:latin typeface="宋体" panose="02010600030101010101" pitchFamily="2" charset="-122"/>
                  <a:ea typeface="宋体" panose="02010600030101010101" pitchFamily="2" charset="-122"/>
                </a:rPr>
                <a:t>…</a:t>
              </a:r>
              <a:endParaRPr lang="zh-CN" altLang="en-US" b="1" dirty="0">
                <a:latin typeface="宋体" panose="02010600030101010101" pitchFamily="2" charset="-122"/>
                <a:ea typeface="宋体" panose="02010600030101010101" pitchFamily="2" charset="-122"/>
              </a:endParaRPr>
            </a:p>
          </p:txBody>
        </p:sp>
        <p:sp>
          <p:nvSpPr>
            <p:cNvPr id="30" name="文本框 29">
              <a:extLst>
                <a:ext uri="{FF2B5EF4-FFF2-40B4-BE49-F238E27FC236}">
                  <a16:creationId xmlns:a16="http://schemas.microsoft.com/office/drawing/2014/main" id="{79A032F2-8BCB-44ED-9302-AD7373CE6405}"/>
                </a:ext>
              </a:extLst>
            </p:cNvPr>
            <p:cNvSpPr txBox="1"/>
            <p:nvPr/>
          </p:nvSpPr>
          <p:spPr>
            <a:xfrm>
              <a:off x="8633391" y="3825873"/>
              <a:ext cx="1122232" cy="369332"/>
            </a:xfrm>
            <a:prstGeom prst="rect">
              <a:avLst/>
            </a:prstGeom>
            <a:noFill/>
          </p:spPr>
          <p:txBody>
            <a:bodyPr wrap="square" rtlCol="0">
              <a:spAutoFit/>
            </a:bodyPr>
            <a:lstStyle/>
            <a:p>
              <a:pPr algn="ctr"/>
              <a:r>
                <a:rPr lang="zh-CN" altLang="en-US" b="1" dirty="0">
                  <a:latin typeface="+mn-ea"/>
                </a:rPr>
                <a:t>部门</a:t>
              </a:r>
              <a:r>
                <a:rPr lang="en-US" altLang="zh-CN" b="1" dirty="0">
                  <a:latin typeface="+mn-ea"/>
                </a:rPr>
                <a:t>B</a:t>
              </a:r>
              <a:endParaRPr lang="zh-CN" altLang="en-US" b="1" dirty="0">
                <a:latin typeface="+mn-ea"/>
              </a:endParaRPr>
            </a:p>
          </p:txBody>
        </p:sp>
        <p:sp>
          <p:nvSpPr>
            <p:cNvPr id="32" name="文本框 31">
              <a:extLst>
                <a:ext uri="{FF2B5EF4-FFF2-40B4-BE49-F238E27FC236}">
                  <a16:creationId xmlns:a16="http://schemas.microsoft.com/office/drawing/2014/main" id="{AD30DF22-A2CC-47C5-BB25-220EF0CAB503}"/>
                </a:ext>
              </a:extLst>
            </p:cNvPr>
            <p:cNvSpPr txBox="1"/>
            <p:nvPr/>
          </p:nvSpPr>
          <p:spPr>
            <a:xfrm>
              <a:off x="9465965" y="4187809"/>
              <a:ext cx="1122232" cy="646331"/>
            </a:xfrm>
            <a:prstGeom prst="rect">
              <a:avLst/>
            </a:prstGeom>
            <a:noFill/>
          </p:spPr>
          <p:txBody>
            <a:bodyPr wrap="square" rtlCol="0">
              <a:spAutoFit/>
            </a:bodyPr>
            <a:lstStyle/>
            <a:p>
              <a:pPr algn="ctr"/>
              <a:r>
                <a:rPr lang="en-US" altLang="zh-CN" b="1" dirty="0">
                  <a:latin typeface="Arial Narrow" panose="020B0606020202030204" pitchFamily="34" charset="0"/>
                </a:rPr>
                <a:t>10BASE-T</a:t>
              </a:r>
            </a:p>
            <a:p>
              <a:pPr algn="ctr"/>
              <a:r>
                <a:rPr lang="zh-CN" altLang="en-US" b="1" dirty="0">
                  <a:latin typeface="Arial Narrow" panose="020B0606020202030204" pitchFamily="34" charset="0"/>
                </a:rPr>
                <a:t>集线器</a:t>
              </a:r>
            </a:p>
          </p:txBody>
        </p:sp>
      </p:grpSp>
      <p:sp>
        <p:nvSpPr>
          <p:cNvPr id="48" name="矩形 47">
            <a:extLst>
              <a:ext uri="{FF2B5EF4-FFF2-40B4-BE49-F238E27FC236}">
                <a16:creationId xmlns:a16="http://schemas.microsoft.com/office/drawing/2014/main" id="{5263ADD6-CD6C-4E87-864E-3401066CB2BB}"/>
              </a:ext>
            </a:extLst>
          </p:cNvPr>
          <p:cNvSpPr/>
          <p:nvPr/>
        </p:nvSpPr>
        <p:spPr>
          <a:xfrm>
            <a:off x="1056634" y="2120445"/>
            <a:ext cx="256976" cy="256976"/>
          </a:xfrm>
          <a:prstGeom prst="rect">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49" name="íşlïḍè">
            <a:extLst>
              <a:ext uri="{FF2B5EF4-FFF2-40B4-BE49-F238E27FC236}">
                <a16:creationId xmlns:a16="http://schemas.microsoft.com/office/drawing/2014/main" id="{A8944799-00DC-4DBB-8F53-A7AEE58B8366}"/>
              </a:ext>
            </a:extLst>
          </p:cNvPr>
          <p:cNvSpPr txBox="1"/>
          <p:nvPr/>
        </p:nvSpPr>
        <p:spPr>
          <a:xfrm>
            <a:off x="1373861" y="2066123"/>
            <a:ext cx="10513339" cy="655323"/>
          </a:xfrm>
          <a:prstGeom prst="rect">
            <a:avLst/>
          </a:prstGeom>
          <a:noFill/>
        </p:spPr>
        <p:txBody>
          <a:bodyPr wrap="square" lIns="91440" tIns="45720" rIns="91440" bIns="45720" anchor="ctr">
            <a:noAutofit/>
          </a:bodyPr>
          <a:lstStyle/>
          <a:p>
            <a:r>
              <a:rPr lang="zh-CN" altLang="en-US" b="1" dirty="0">
                <a:latin typeface="Arial Narrow" panose="020B0606020202030204" pitchFamily="34" charset="0"/>
              </a:rPr>
              <a:t>采用多个集线器连接而成的多级星型以太网，在扩展了网络覆盖范围和站点数量的同时，也带来了一些负面因素。</a:t>
            </a:r>
          </a:p>
        </p:txBody>
      </p:sp>
      <p:grpSp>
        <p:nvGrpSpPr>
          <p:cNvPr id="51" name="组合 50">
            <a:extLst>
              <a:ext uri="{FF2B5EF4-FFF2-40B4-BE49-F238E27FC236}">
                <a16:creationId xmlns:a16="http://schemas.microsoft.com/office/drawing/2014/main" id="{E05B5F31-B425-474E-A2B8-C9DFE6126D68}"/>
              </a:ext>
            </a:extLst>
          </p:cNvPr>
          <p:cNvGrpSpPr/>
          <p:nvPr/>
        </p:nvGrpSpPr>
        <p:grpSpPr>
          <a:xfrm>
            <a:off x="5416214" y="3592561"/>
            <a:ext cx="1359571" cy="1081707"/>
            <a:chOff x="5416214" y="3592561"/>
            <a:chExt cx="1359571" cy="1081707"/>
          </a:xfrm>
        </p:grpSpPr>
        <p:pic>
          <p:nvPicPr>
            <p:cNvPr id="52" name="图片 51" descr="文本&#10;&#10;描述已自动生成">
              <a:extLst>
                <a:ext uri="{FF2B5EF4-FFF2-40B4-BE49-F238E27FC236}">
                  <a16:creationId xmlns:a16="http://schemas.microsoft.com/office/drawing/2014/main" id="{5F532BB9-E710-4B95-A780-3C1D716B1A61}"/>
                </a:ext>
              </a:extLst>
            </p:cNvPr>
            <p:cNvPicPr>
              <a:picLocks noChangeAspect="1"/>
            </p:cNvPicPr>
            <p:nvPr/>
          </p:nvPicPr>
          <p:blipFill>
            <a:blip r:embed="rId5">
              <a:extLst>
                <a:ext uri="{28A0092B-C50C-407E-A947-70E740481C1C}">
                  <a14:useLocalDpi xmlns:a14="http://schemas.microsoft.com/office/drawing/2010/main" val="0"/>
                </a:ext>
              </a:extLst>
            </a:blip>
            <a:stretch>
              <a:fillRect/>
            </a:stretch>
          </p:blipFill>
          <p:spPr>
            <a:xfrm>
              <a:off x="5743265" y="3592561"/>
              <a:ext cx="705470" cy="661378"/>
            </a:xfrm>
            <a:prstGeom prst="rect">
              <a:avLst/>
            </a:prstGeom>
          </p:spPr>
        </p:pic>
        <p:sp>
          <p:nvSpPr>
            <p:cNvPr id="61" name="文本框 60">
              <a:extLst>
                <a:ext uri="{FF2B5EF4-FFF2-40B4-BE49-F238E27FC236}">
                  <a16:creationId xmlns:a16="http://schemas.microsoft.com/office/drawing/2014/main" id="{2BD3CB6D-583B-4D6E-9A59-9DAAB7C6867B}"/>
                </a:ext>
              </a:extLst>
            </p:cNvPr>
            <p:cNvSpPr txBox="1"/>
            <p:nvPr/>
          </p:nvSpPr>
          <p:spPr>
            <a:xfrm>
              <a:off x="5416214" y="4304936"/>
              <a:ext cx="1359571" cy="369332"/>
            </a:xfrm>
            <a:prstGeom prst="rect">
              <a:avLst/>
            </a:prstGeom>
            <a:noFill/>
          </p:spPr>
          <p:txBody>
            <a:bodyPr wrap="square" rtlCol="0">
              <a:spAutoFit/>
            </a:bodyPr>
            <a:lstStyle/>
            <a:p>
              <a:pPr algn="ctr"/>
              <a:r>
                <a:rPr lang="zh-CN" altLang="en-US" b="1" dirty="0">
                  <a:latin typeface="Arial Narrow" panose="020B0606020202030204" pitchFamily="34" charset="0"/>
                </a:rPr>
                <a:t>主干集线器</a:t>
              </a:r>
            </a:p>
          </p:txBody>
        </p:sp>
      </p:grpSp>
    </p:spTree>
    <p:custDataLst>
      <p:tags r:id="rId1"/>
    </p:custDataLst>
    <p:extLst>
      <p:ext uri="{BB962C8B-B14F-4D97-AF65-F5344CB8AC3E}">
        <p14:creationId xmlns:p14="http://schemas.microsoft.com/office/powerpoint/2010/main" val="259143351"/>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2" presetClass="entr" presetSubtype="4" fill="hold" nodeType="withEffect">
                                  <p:stCondLst>
                                    <p:cond delay="0"/>
                                  </p:stCondLst>
                                  <p:childTnLst>
                                    <p:set>
                                      <p:cBhvr>
                                        <p:cTn id="6" dur="1" fill="hold">
                                          <p:stCondLst>
                                            <p:cond delay="0"/>
                                          </p:stCondLst>
                                        </p:cTn>
                                        <p:tgtEl>
                                          <p:spTgt spid="47"/>
                                        </p:tgtEl>
                                        <p:attrNameLst>
                                          <p:attrName>style.visibility</p:attrName>
                                        </p:attrNameLst>
                                      </p:cBhvr>
                                      <p:to>
                                        <p:strVal val="visible"/>
                                      </p:to>
                                    </p:set>
                                    <p:animEffect transition="in" filter="wipe(down)">
                                      <p:cBhvr>
                                        <p:cTn id="7" dur="1000"/>
                                        <p:tgtEl>
                                          <p:spTgt spid="47"/>
                                        </p:tgtEl>
                                      </p:cBhvr>
                                    </p:animEffect>
                                  </p:childTnLst>
                                </p:cTn>
                              </p:par>
                              <p:par>
                                <p:cTn id="8" presetID="22" presetClass="entr" presetSubtype="4" fill="hold" nodeType="withEffect">
                                  <p:stCondLst>
                                    <p:cond delay="0"/>
                                  </p:stCondLst>
                                  <p:childTnLst>
                                    <p:set>
                                      <p:cBhvr>
                                        <p:cTn id="9" dur="1" fill="hold">
                                          <p:stCondLst>
                                            <p:cond delay="0"/>
                                          </p:stCondLst>
                                        </p:cTn>
                                        <p:tgtEl>
                                          <p:spTgt spid="50"/>
                                        </p:tgtEl>
                                        <p:attrNameLst>
                                          <p:attrName>style.visibility</p:attrName>
                                        </p:attrNameLst>
                                      </p:cBhvr>
                                      <p:to>
                                        <p:strVal val="visible"/>
                                      </p:to>
                                    </p:set>
                                    <p:animEffect transition="in" filter="wipe(down)">
                                      <p:cBhvr>
                                        <p:cTn id="10" dur="1000"/>
                                        <p:tgtEl>
                                          <p:spTgt spid="50"/>
                                        </p:tgtEl>
                                      </p:cBhvr>
                                    </p:animEffect>
                                  </p:childTnLst>
                                </p:cTn>
                              </p:par>
                              <p:par>
                                <p:cTn id="11" presetID="53" presetClass="entr" presetSubtype="16" fill="hold" nodeType="withEffect">
                                  <p:stCondLst>
                                    <p:cond delay="500"/>
                                  </p:stCondLst>
                                  <p:childTnLst>
                                    <p:set>
                                      <p:cBhvr>
                                        <p:cTn id="12" dur="1" fill="hold">
                                          <p:stCondLst>
                                            <p:cond delay="0"/>
                                          </p:stCondLst>
                                        </p:cTn>
                                        <p:tgtEl>
                                          <p:spTgt spid="51"/>
                                        </p:tgtEl>
                                        <p:attrNameLst>
                                          <p:attrName>style.visibility</p:attrName>
                                        </p:attrNameLst>
                                      </p:cBhvr>
                                      <p:to>
                                        <p:strVal val="visible"/>
                                      </p:to>
                                    </p:set>
                                    <p:anim calcmode="lin" valueType="num">
                                      <p:cBhvr>
                                        <p:cTn id="13" dur="500" fill="hold"/>
                                        <p:tgtEl>
                                          <p:spTgt spid="51"/>
                                        </p:tgtEl>
                                        <p:attrNameLst>
                                          <p:attrName>ppt_w</p:attrName>
                                        </p:attrNameLst>
                                      </p:cBhvr>
                                      <p:tavLst>
                                        <p:tav tm="0">
                                          <p:val>
                                            <p:fltVal val="0"/>
                                          </p:val>
                                        </p:tav>
                                        <p:tav tm="100000">
                                          <p:val>
                                            <p:strVal val="#ppt_w"/>
                                          </p:val>
                                        </p:tav>
                                      </p:tavLst>
                                    </p:anim>
                                    <p:anim calcmode="lin" valueType="num">
                                      <p:cBhvr>
                                        <p:cTn id="14" dur="500" fill="hold"/>
                                        <p:tgtEl>
                                          <p:spTgt spid="51"/>
                                        </p:tgtEl>
                                        <p:attrNameLst>
                                          <p:attrName>ppt_h</p:attrName>
                                        </p:attrNameLst>
                                      </p:cBhvr>
                                      <p:tavLst>
                                        <p:tav tm="0">
                                          <p:val>
                                            <p:fltVal val="0"/>
                                          </p:val>
                                        </p:tav>
                                        <p:tav tm="100000">
                                          <p:val>
                                            <p:strVal val="#ppt_h"/>
                                          </p:val>
                                        </p:tav>
                                      </p:tavLst>
                                    </p:anim>
                                    <p:animEffect transition="in" filter="fade">
                                      <p:cBhvr>
                                        <p:cTn id="15" dur="500"/>
                                        <p:tgtEl>
                                          <p:spTgt spid="51"/>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37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44" name="组合 43">
            <a:extLst>
              <a:ext uri="{FF2B5EF4-FFF2-40B4-BE49-F238E27FC236}">
                <a16:creationId xmlns:a16="http://schemas.microsoft.com/office/drawing/2014/main" id="{51DE5E5F-E1FA-425D-AC4E-A56D0A7C6609}"/>
              </a:ext>
            </a:extLst>
          </p:cNvPr>
          <p:cNvGrpSpPr/>
          <p:nvPr/>
        </p:nvGrpSpPr>
        <p:grpSpPr>
          <a:xfrm>
            <a:off x="1347091" y="3201319"/>
            <a:ext cx="9523978" cy="3106109"/>
            <a:chOff x="1078735" y="2956105"/>
            <a:chExt cx="2802358" cy="3106109"/>
          </a:xfrm>
        </p:grpSpPr>
        <p:sp>
          <p:nvSpPr>
            <p:cNvPr id="46" name="矩形: 圆角 45">
              <a:extLst>
                <a:ext uri="{FF2B5EF4-FFF2-40B4-BE49-F238E27FC236}">
                  <a16:creationId xmlns:a16="http://schemas.microsoft.com/office/drawing/2014/main" id="{40E83DAE-87A0-4E8F-9F96-EEA6DF52BA8C}"/>
                </a:ext>
              </a:extLst>
            </p:cNvPr>
            <p:cNvSpPr/>
            <p:nvPr/>
          </p:nvSpPr>
          <p:spPr>
            <a:xfrm>
              <a:off x="1078735" y="2959737"/>
              <a:ext cx="2802358" cy="3102477"/>
            </a:xfrm>
            <a:prstGeom prst="roundRect">
              <a:avLst/>
            </a:prstGeom>
            <a:solidFill>
              <a:schemeClr val="bg1">
                <a:lumMod val="95000"/>
              </a:schemeClr>
            </a:solidFill>
            <a:ln>
              <a:solidFill>
                <a:schemeClr val="tx1"/>
              </a:solidFill>
            </a:ln>
          </p:spPr>
          <p:style>
            <a:lnRef idx="2">
              <a:schemeClr val="accent3">
                <a:shade val="50000"/>
              </a:schemeClr>
            </a:lnRef>
            <a:fillRef idx="1">
              <a:schemeClr val="accent3"/>
            </a:fillRef>
            <a:effectRef idx="0">
              <a:schemeClr val="accent3"/>
            </a:effectRef>
            <a:fontRef idx="minor">
              <a:schemeClr val="lt1"/>
            </a:fontRef>
          </p:style>
          <p:txBody>
            <a:bodyPr rtlCol="0" anchor="ctr"/>
            <a:lstStyle/>
            <a:p>
              <a:pPr algn="ctr"/>
              <a:endParaRPr lang="zh-CN" altLang="en-US"/>
            </a:p>
          </p:txBody>
        </p:sp>
        <p:sp>
          <p:nvSpPr>
            <p:cNvPr id="53" name="文本框 52">
              <a:extLst>
                <a:ext uri="{FF2B5EF4-FFF2-40B4-BE49-F238E27FC236}">
                  <a16:creationId xmlns:a16="http://schemas.microsoft.com/office/drawing/2014/main" id="{3276BE0C-EB68-450A-BFD3-9437FE9BC71F}"/>
                </a:ext>
              </a:extLst>
            </p:cNvPr>
            <p:cNvSpPr txBox="1"/>
            <p:nvPr/>
          </p:nvSpPr>
          <p:spPr>
            <a:xfrm>
              <a:off x="1885149" y="2956105"/>
              <a:ext cx="1122232" cy="369332"/>
            </a:xfrm>
            <a:prstGeom prst="rect">
              <a:avLst/>
            </a:prstGeom>
            <a:noFill/>
          </p:spPr>
          <p:txBody>
            <a:bodyPr wrap="square" rtlCol="0">
              <a:spAutoFit/>
            </a:bodyPr>
            <a:lstStyle/>
            <a:p>
              <a:pPr algn="ctr"/>
              <a:r>
                <a:rPr lang="zh-CN" altLang="en-US" b="1" dirty="0">
                  <a:latin typeface="+mn-ea"/>
                </a:rPr>
                <a:t>一个更大碰撞域</a:t>
              </a:r>
            </a:p>
          </p:txBody>
        </p:sp>
      </p:grpSp>
      <p:cxnSp>
        <p:nvCxnSpPr>
          <p:cNvPr id="47" name="直接连接符 46">
            <a:extLst>
              <a:ext uri="{FF2B5EF4-FFF2-40B4-BE49-F238E27FC236}">
                <a16:creationId xmlns:a16="http://schemas.microsoft.com/office/drawing/2014/main" id="{BE7F0A05-6C26-49FC-9A13-737D8B160856}"/>
              </a:ext>
            </a:extLst>
          </p:cNvPr>
          <p:cNvCxnSpPr>
            <a:cxnSpLocks/>
          </p:cNvCxnSpPr>
          <p:nvPr/>
        </p:nvCxnSpPr>
        <p:spPr>
          <a:xfrm flipH="1">
            <a:off x="2792564" y="3808312"/>
            <a:ext cx="3303436" cy="834277"/>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0" name="直接连接符 49">
            <a:extLst>
              <a:ext uri="{FF2B5EF4-FFF2-40B4-BE49-F238E27FC236}">
                <a16:creationId xmlns:a16="http://schemas.microsoft.com/office/drawing/2014/main" id="{F22E2276-51BB-4A78-8A98-A520FCCD241F}"/>
              </a:ext>
            </a:extLst>
          </p:cNvPr>
          <p:cNvCxnSpPr>
            <a:cxnSpLocks/>
          </p:cNvCxnSpPr>
          <p:nvPr/>
        </p:nvCxnSpPr>
        <p:spPr>
          <a:xfrm>
            <a:off x="6093016" y="3808312"/>
            <a:ext cx="3412601" cy="851361"/>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grpSp>
        <p:nvGrpSpPr>
          <p:cNvPr id="4" name="组合 3">
            <a:extLst>
              <a:ext uri="{FF2B5EF4-FFF2-40B4-BE49-F238E27FC236}">
                <a16:creationId xmlns:a16="http://schemas.microsoft.com/office/drawing/2014/main" id="{9A1EA9F2-FCB6-48C3-935F-7AE7E3AD14AC}"/>
              </a:ext>
            </a:extLst>
          </p:cNvPr>
          <p:cNvGrpSpPr/>
          <p:nvPr/>
        </p:nvGrpSpPr>
        <p:grpSpPr>
          <a:xfrm>
            <a:off x="304799" y="749300"/>
            <a:ext cx="6192344" cy="400110"/>
            <a:chOff x="424116" y="898245"/>
            <a:chExt cx="6192344" cy="400110"/>
          </a:xfrm>
        </p:grpSpPr>
        <p:sp>
          <p:nvSpPr>
            <p:cNvPr id="2" name="平行四边形 1">
              <a:extLst>
                <a:ext uri="{FF2B5EF4-FFF2-40B4-BE49-F238E27FC236}">
                  <a16:creationId xmlns:a16="http://schemas.microsoft.com/office/drawing/2014/main" id="{1F5BAA3F-9845-4F89-A2DD-8222D3E4EDAC}"/>
                </a:ext>
              </a:extLst>
            </p:cNvPr>
            <p:cNvSpPr/>
            <p:nvPr/>
          </p:nvSpPr>
          <p:spPr>
            <a:xfrm>
              <a:off x="424116" y="898245"/>
              <a:ext cx="688541" cy="387090"/>
            </a:xfrm>
            <a:prstGeom prst="parallelogram">
              <a:avLst/>
            </a:prstGeom>
            <a:solidFill>
              <a:schemeClr val="accent3">
                <a:lumMod val="75000"/>
              </a:schemeClr>
            </a:solidFill>
            <a:ln>
              <a:solidFill>
                <a:schemeClr val="accent3">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CN" sz="2200" dirty="0">
                  <a:latin typeface="Impact" panose="020B0806030902050204" pitchFamily="34" charset="0"/>
                </a:rPr>
                <a:t>02</a:t>
              </a:r>
              <a:endParaRPr lang="zh-CN" altLang="en-US" sz="2200" dirty="0">
                <a:latin typeface="Impact" panose="020B0806030902050204" pitchFamily="34" charset="0"/>
              </a:endParaRPr>
            </a:p>
          </p:txBody>
        </p:sp>
        <p:sp>
          <p:nvSpPr>
            <p:cNvPr id="3" name="文本框 2">
              <a:extLst>
                <a:ext uri="{FF2B5EF4-FFF2-40B4-BE49-F238E27FC236}">
                  <a16:creationId xmlns:a16="http://schemas.microsoft.com/office/drawing/2014/main" id="{4D6BD736-A4D3-4F26-AFED-36E11F50F70B}"/>
                </a:ext>
              </a:extLst>
            </p:cNvPr>
            <p:cNvSpPr txBox="1"/>
            <p:nvPr/>
          </p:nvSpPr>
          <p:spPr>
            <a:xfrm>
              <a:off x="1178441" y="898245"/>
              <a:ext cx="5438019" cy="400110"/>
            </a:xfrm>
            <a:prstGeom prst="rect">
              <a:avLst/>
            </a:prstGeom>
            <a:noFill/>
          </p:spPr>
          <p:txBody>
            <a:bodyPr wrap="square" rtlCol="0">
              <a:spAutoFit/>
            </a:bodyPr>
            <a:lstStyle/>
            <a:p>
              <a:r>
                <a:rPr lang="zh-CN" altLang="en-US" sz="2000" b="1" dirty="0"/>
                <a:t>扩展共享式以太网的覆盖范围和站点数量</a:t>
              </a:r>
              <a:endParaRPr lang="en-US" altLang="zh-CN" sz="2000" b="1" dirty="0"/>
            </a:p>
          </p:txBody>
        </p:sp>
      </p:grpSp>
      <p:sp>
        <p:nvSpPr>
          <p:cNvPr id="5" name="矩形 4">
            <a:extLst>
              <a:ext uri="{FF2B5EF4-FFF2-40B4-BE49-F238E27FC236}">
                <a16:creationId xmlns:a16="http://schemas.microsoft.com/office/drawing/2014/main" id="{C2EE5A4F-66FA-463A-B6AB-EC65EFEB957B}"/>
              </a:ext>
            </a:extLst>
          </p:cNvPr>
          <p:cNvSpPr/>
          <p:nvPr/>
        </p:nvSpPr>
        <p:spPr>
          <a:xfrm>
            <a:off x="1056633" y="1335374"/>
            <a:ext cx="256976" cy="256976"/>
          </a:xfrm>
          <a:prstGeom prst="rect">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6" name="íşlïḍè">
            <a:extLst>
              <a:ext uri="{FF2B5EF4-FFF2-40B4-BE49-F238E27FC236}">
                <a16:creationId xmlns:a16="http://schemas.microsoft.com/office/drawing/2014/main" id="{29ED3350-DE62-4F25-8E17-ACCF05575713}"/>
              </a:ext>
            </a:extLst>
          </p:cNvPr>
          <p:cNvSpPr txBox="1"/>
          <p:nvPr/>
        </p:nvSpPr>
        <p:spPr>
          <a:xfrm>
            <a:off x="1373860" y="1281052"/>
            <a:ext cx="10513339" cy="655323"/>
          </a:xfrm>
          <a:prstGeom prst="rect">
            <a:avLst/>
          </a:prstGeom>
          <a:noFill/>
        </p:spPr>
        <p:txBody>
          <a:bodyPr wrap="square" lIns="91440" tIns="45720" rIns="91440" bIns="45720" anchor="ctr">
            <a:noAutofit/>
          </a:bodyPr>
          <a:lstStyle/>
          <a:p>
            <a:r>
              <a:rPr lang="zh-CN" altLang="en-US" b="1" dirty="0">
                <a:latin typeface="Arial Narrow" panose="020B0606020202030204" pitchFamily="34" charset="0"/>
              </a:rPr>
              <a:t>以太网集线器一般具有</a:t>
            </a:r>
            <a:r>
              <a:rPr lang="en-US" altLang="zh-CN" b="1" dirty="0">
                <a:latin typeface="Arial Narrow" panose="020B0606020202030204" pitchFamily="34" charset="0"/>
              </a:rPr>
              <a:t>8~32</a:t>
            </a:r>
            <a:r>
              <a:rPr lang="zh-CN" altLang="en-US" b="1" dirty="0">
                <a:latin typeface="Arial Narrow" panose="020B0606020202030204" pitchFamily="34" charset="0"/>
              </a:rPr>
              <a:t>个接口，如果要连接的站点数量超过了单个集线器能够提供的接口数量，就需要使用多个集线器，这样就可以连接成覆盖更大范围、连接更多站点的多级星型以太网。</a:t>
            </a:r>
          </a:p>
        </p:txBody>
      </p:sp>
      <p:grpSp>
        <p:nvGrpSpPr>
          <p:cNvPr id="34" name="组合 33">
            <a:extLst>
              <a:ext uri="{FF2B5EF4-FFF2-40B4-BE49-F238E27FC236}">
                <a16:creationId xmlns:a16="http://schemas.microsoft.com/office/drawing/2014/main" id="{508E26A0-099A-4801-99EB-E437C9393818}"/>
              </a:ext>
            </a:extLst>
          </p:cNvPr>
          <p:cNvGrpSpPr/>
          <p:nvPr/>
        </p:nvGrpSpPr>
        <p:grpSpPr>
          <a:xfrm>
            <a:off x="1332530" y="4069273"/>
            <a:ext cx="2539572" cy="2056446"/>
            <a:chOff x="1049658" y="3825873"/>
            <a:chExt cx="2539572" cy="2056446"/>
          </a:xfrm>
        </p:grpSpPr>
        <p:sp>
          <p:nvSpPr>
            <p:cNvPr id="9" name="文本框 8">
              <a:extLst>
                <a:ext uri="{FF2B5EF4-FFF2-40B4-BE49-F238E27FC236}">
                  <a16:creationId xmlns:a16="http://schemas.microsoft.com/office/drawing/2014/main" id="{CEF6591C-DB0C-4AE8-AACF-563B064CB2AA}"/>
                </a:ext>
              </a:extLst>
            </p:cNvPr>
            <p:cNvSpPr txBox="1"/>
            <p:nvPr/>
          </p:nvSpPr>
          <p:spPr>
            <a:xfrm>
              <a:off x="1049658" y="4153065"/>
              <a:ext cx="1122232" cy="646331"/>
            </a:xfrm>
            <a:prstGeom prst="rect">
              <a:avLst/>
            </a:prstGeom>
            <a:noFill/>
          </p:spPr>
          <p:txBody>
            <a:bodyPr wrap="square" rtlCol="0">
              <a:spAutoFit/>
            </a:bodyPr>
            <a:lstStyle/>
            <a:p>
              <a:pPr algn="ctr"/>
              <a:r>
                <a:rPr lang="en-US" altLang="zh-CN" b="1" dirty="0">
                  <a:latin typeface="Arial Narrow" panose="020B0606020202030204" pitchFamily="34" charset="0"/>
                </a:rPr>
                <a:t>10BASE-T</a:t>
              </a:r>
            </a:p>
            <a:p>
              <a:pPr algn="ctr"/>
              <a:r>
                <a:rPr lang="zh-CN" altLang="en-US" b="1" dirty="0">
                  <a:latin typeface="Arial Narrow" panose="020B0606020202030204" pitchFamily="34" charset="0"/>
                </a:rPr>
                <a:t>集线器</a:t>
              </a:r>
            </a:p>
          </p:txBody>
        </p:sp>
        <p:cxnSp>
          <p:nvCxnSpPr>
            <p:cNvPr id="10" name="直接连接符 9">
              <a:extLst>
                <a:ext uri="{FF2B5EF4-FFF2-40B4-BE49-F238E27FC236}">
                  <a16:creationId xmlns:a16="http://schemas.microsoft.com/office/drawing/2014/main" id="{04363B87-D1DA-4511-B3B5-00C36EDE5910}"/>
                </a:ext>
              </a:extLst>
            </p:cNvPr>
            <p:cNvCxnSpPr/>
            <p:nvPr/>
          </p:nvCxnSpPr>
          <p:spPr>
            <a:xfrm flipV="1">
              <a:off x="1713673" y="4456166"/>
              <a:ext cx="794479" cy="1105612"/>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1" name="直接连接符 10">
              <a:extLst>
                <a:ext uri="{FF2B5EF4-FFF2-40B4-BE49-F238E27FC236}">
                  <a16:creationId xmlns:a16="http://schemas.microsoft.com/office/drawing/2014/main" id="{60872F55-B642-4F64-8D1A-D6050B6A2E77}"/>
                </a:ext>
              </a:extLst>
            </p:cNvPr>
            <p:cNvCxnSpPr>
              <a:cxnSpLocks/>
            </p:cNvCxnSpPr>
            <p:nvPr/>
          </p:nvCxnSpPr>
          <p:spPr>
            <a:xfrm flipH="1" flipV="1">
              <a:off x="2656896" y="4456166"/>
              <a:ext cx="628049" cy="983748"/>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2" name="直接连接符 11">
              <a:extLst>
                <a:ext uri="{FF2B5EF4-FFF2-40B4-BE49-F238E27FC236}">
                  <a16:creationId xmlns:a16="http://schemas.microsoft.com/office/drawing/2014/main" id="{92D6AE38-E76C-4B8B-8C7A-3472DC1688A5}"/>
                </a:ext>
              </a:extLst>
            </p:cNvPr>
            <p:cNvCxnSpPr/>
            <p:nvPr/>
          </p:nvCxnSpPr>
          <p:spPr>
            <a:xfrm>
              <a:off x="2545972" y="4453932"/>
              <a:ext cx="0" cy="1062182"/>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pic>
          <p:nvPicPr>
            <p:cNvPr id="13" name="图形 10">
              <a:extLst>
                <a:ext uri="{FF2B5EF4-FFF2-40B4-BE49-F238E27FC236}">
                  <a16:creationId xmlns:a16="http://schemas.microsoft.com/office/drawing/2014/main" id="{F63D5EC6-8F18-4A0E-BF45-463A9BF63D75}"/>
                </a:ext>
              </a:extLst>
            </p:cNvPr>
            <p:cNvPicPr>
              <a:picLocks noChangeAspect="1"/>
            </p:cNvPicPr>
            <p:nvPr/>
          </p:nvPicPr>
          <p:blipFill>
            <a:blip r:embed="rId3">
              <a:extLst>
                <a:ext uri="{28A0092B-C50C-407E-A947-70E740481C1C}">
                  <a14:useLocalDpi xmlns:a14="http://schemas.microsoft.com/office/drawing/2010/main" val="0"/>
                </a:ext>
                <a:ext uri="{96DAC541-7B7A-43D3-8B79-37D633B846F1}">
                  <asvg:svgBlip xmlns:asvg="http://schemas.microsoft.com/office/drawing/2016/SVG/main" r:embed="rId4"/>
                </a:ext>
              </a:extLst>
            </a:blip>
            <a:stretch>
              <a:fillRect/>
            </a:stretch>
          </p:blipFill>
          <p:spPr>
            <a:xfrm>
              <a:off x="1303299" y="5241237"/>
              <a:ext cx="662814" cy="641082"/>
            </a:xfrm>
            <a:prstGeom prst="rect">
              <a:avLst/>
            </a:prstGeom>
          </p:spPr>
        </p:pic>
        <p:pic>
          <p:nvPicPr>
            <p:cNvPr id="14" name="图形 10">
              <a:extLst>
                <a:ext uri="{FF2B5EF4-FFF2-40B4-BE49-F238E27FC236}">
                  <a16:creationId xmlns:a16="http://schemas.microsoft.com/office/drawing/2014/main" id="{FA4B4571-9F99-4A7A-A56B-8652FBFB16DA}"/>
                </a:ext>
              </a:extLst>
            </p:cNvPr>
            <p:cNvPicPr>
              <a:picLocks noChangeAspect="1"/>
            </p:cNvPicPr>
            <p:nvPr/>
          </p:nvPicPr>
          <p:blipFill>
            <a:blip r:embed="rId3">
              <a:extLst>
                <a:ext uri="{28A0092B-C50C-407E-A947-70E740481C1C}">
                  <a14:useLocalDpi xmlns:a14="http://schemas.microsoft.com/office/drawing/2010/main" val="0"/>
                </a:ext>
                <a:ext uri="{96DAC541-7B7A-43D3-8B79-37D633B846F1}">
                  <asvg:svgBlip xmlns:asvg="http://schemas.microsoft.com/office/drawing/2016/SVG/main" r:embed="rId4"/>
                </a:ext>
              </a:extLst>
            </a:blip>
            <a:stretch>
              <a:fillRect/>
            </a:stretch>
          </p:blipFill>
          <p:spPr>
            <a:xfrm>
              <a:off x="2926416" y="5241237"/>
              <a:ext cx="662814" cy="641082"/>
            </a:xfrm>
            <a:prstGeom prst="rect">
              <a:avLst/>
            </a:prstGeom>
          </p:spPr>
        </p:pic>
        <p:pic>
          <p:nvPicPr>
            <p:cNvPr id="15" name="图片 14" descr="文本&#10;&#10;描述已自动生成">
              <a:extLst>
                <a:ext uri="{FF2B5EF4-FFF2-40B4-BE49-F238E27FC236}">
                  <a16:creationId xmlns:a16="http://schemas.microsoft.com/office/drawing/2014/main" id="{25EF260B-EFEC-4F36-AD67-45C183E822CC}"/>
                </a:ext>
              </a:extLst>
            </p:cNvPr>
            <p:cNvPicPr>
              <a:picLocks noChangeAspect="1"/>
            </p:cNvPicPr>
            <p:nvPr/>
          </p:nvPicPr>
          <p:blipFill>
            <a:blip r:embed="rId5">
              <a:extLst>
                <a:ext uri="{28A0092B-C50C-407E-A947-70E740481C1C}">
                  <a14:useLocalDpi xmlns:a14="http://schemas.microsoft.com/office/drawing/2010/main" val="0"/>
                </a:ext>
              </a:extLst>
            </a:blip>
            <a:stretch>
              <a:fillRect/>
            </a:stretch>
          </p:blipFill>
          <p:spPr>
            <a:xfrm>
              <a:off x="2127179" y="4216486"/>
              <a:ext cx="705470" cy="661378"/>
            </a:xfrm>
            <a:prstGeom prst="rect">
              <a:avLst/>
            </a:prstGeom>
          </p:spPr>
        </p:pic>
        <p:pic>
          <p:nvPicPr>
            <p:cNvPr id="16" name="图形 10">
              <a:extLst>
                <a:ext uri="{FF2B5EF4-FFF2-40B4-BE49-F238E27FC236}">
                  <a16:creationId xmlns:a16="http://schemas.microsoft.com/office/drawing/2014/main" id="{C94D8124-E75C-41FD-917C-96D2A7C6418A}"/>
                </a:ext>
              </a:extLst>
            </p:cNvPr>
            <p:cNvPicPr>
              <a:picLocks noChangeAspect="1"/>
            </p:cNvPicPr>
            <p:nvPr/>
          </p:nvPicPr>
          <p:blipFill>
            <a:blip r:embed="rId3">
              <a:extLst>
                <a:ext uri="{28A0092B-C50C-407E-A947-70E740481C1C}">
                  <a14:useLocalDpi xmlns:a14="http://schemas.microsoft.com/office/drawing/2010/main" val="0"/>
                </a:ext>
                <a:ext uri="{96DAC541-7B7A-43D3-8B79-37D633B846F1}">
                  <asvg:svgBlip xmlns:asvg="http://schemas.microsoft.com/office/drawing/2016/SVG/main" r:embed="rId4"/>
                </a:ext>
              </a:extLst>
            </a:blip>
            <a:stretch>
              <a:fillRect/>
            </a:stretch>
          </p:blipFill>
          <p:spPr>
            <a:xfrm>
              <a:off x="2114858" y="5241237"/>
              <a:ext cx="662814" cy="641082"/>
            </a:xfrm>
            <a:prstGeom prst="rect">
              <a:avLst/>
            </a:prstGeom>
          </p:spPr>
        </p:pic>
        <p:sp>
          <p:nvSpPr>
            <p:cNvPr id="17" name="文本框 16">
              <a:extLst>
                <a:ext uri="{FF2B5EF4-FFF2-40B4-BE49-F238E27FC236}">
                  <a16:creationId xmlns:a16="http://schemas.microsoft.com/office/drawing/2014/main" id="{81CC1B28-2FFB-475F-A68F-7D80EA0FDED3}"/>
                </a:ext>
              </a:extLst>
            </p:cNvPr>
            <p:cNvSpPr txBox="1"/>
            <p:nvPr/>
          </p:nvSpPr>
          <p:spPr>
            <a:xfrm>
              <a:off x="2797020" y="5283598"/>
              <a:ext cx="333042" cy="369332"/>
            </a:xfrm>
            <a:prstGeom prst="rect">
              <a:avLst/>
            </a:prstGeom>
            <a:noFill/>
          </p:spPr>
          <p:txBody>
            <a:bodyPr wrap="square" rtlCol="0">
              <a:spAutoFit/>
            </a:bodyPr>
            <a:lstStyle/>
            <a:p>
              <a:pPr algn="ctr"/>
              <a:r>
                <a:rPr lang="en-US" altLang="zh-CN" b="1" dirty="0">
                  <a:latin typeface="宋体" panose="02010600030101010101" pitchFamily="2" charset="-122"/>
                  <a:ea typeface="宋体" panose="02010600030101010101" pitchFamily="2" charset="-122"/>
                </a:rPr>
                <a:t>…</a:t>
              </a:r>
              <a:endParaRPr lang="zh-CN" altLang="en-US" b="1" dirty="0">
                <a:latin typeface="宋体" panose="02010600030101010101" pitchFamily="2" charset="-122"/>
                <a:ea typeface="宋体" panose="02010600030101010101" pitchFamily="2" charset="-122"/>
              </a:endParaRPr>
            </a:p>
          </p:txBody>
        </p:sp>
        <p:sp>
          <p:nvSpPr>
            <p:cNvPr id="18" name="文本框 17">
              <a:extLst>
                <a:ext uri="{FF2B5EF4-FFF2-40B4-BE49-F238E27FC236}">
                  <a16:creationId xmlns:a16="http://schemas.microsoft.com/office/drawing/2014/main" id="{87911794-4E40-4B44-B962-C79C53C4CBE6}"/>
                </a:ext>
              </a:extLst>
            </p:cNvPr>
            <p:cNvSpPr txBox="1"/>
            <p:nvPr/>
          </p:nvSpPr>
          <p:spPr>
            <a:xfrm>
              <a:off x="1918798" y="3825873"/>
              <a:ext cx="1122232" cy="369332"/>
            </a:xfrm>
            <a:prstGeom prst="rect">
              <a:avLst/>
            </a:prstGeom>
            <a:noFill/>
          </p:spPr>
          <p:txBody>
            <a:bodyPr wrap="square" rtlCol="0">
              <a:spAutoFit/>
            </a:bodyPr>
            <a:lstStyle/>
            <a:p>
              <a:pPr algn="ctr"/>
              <a:r>
                <a:rPr lang="zh-CN" altLang="en-US" b="1" dirty="0">
                  <a:latin typeface="+mn-ea"/>
                </a:rPr>
                <a:t>部门</a:t>
              </a:r>
              <a:r>
                <a:rPr lang="en-US" altLang="zh-CN" b="1" dirty="0">
                  <a:latin typeface="+mn-ea"/>
                </a:rPr>
                <a:t>A</a:t>
              </a:r>
              <a:endParaRPr lang="zh-CN" altLang="en-US" b="1" dirty="0">
                <a:latin typeface="+mn-ea"/>
              </a:endParaRPr>
            </a:p>
          </p:txBody>
        </p:sp>
      </p:grpSp>
      <p:grpSp>
        <p:nvGrpSpPr>
          <p:cNvPr id="35" name="组合 34">
            <a:extLst>
              <a:ext uri="{FF2B5EF4-FFF2-40B4-BE49-F238E27FC236}">
                <a16:creationId xmlns:a16="http://schemas.microsoft.com/office/drawing/2014/main" id="{3500361C-E2A6-47C0-A062-EF5AB5F85AD7}"/>
              </a:ext>
            </a:extLst>
          </p:cNvPr>
          <p:cNvGrpSpPr/>
          <p:nvPr/>
        </p:nvGrpSpPr>
        <p:grpSpPr>
          <a:xfrm>
            <a:off x="8300764" y="4069273"/>
            <a:ext cx="2570305" cy="2056446"/>
            <a:chOff x="8017892" y="3825873"/>
            <a:chExt cx="2570305" cy="2056446"/>
          </a:xfrm>
        </p:grpSpPr>
        <p:cxnSp>
          <p:nvCxnSpPr>
            <p:cNvPr id="22" name="直接连接符 21">
              <a:extLst>
                <a:ext uri="{FF2B5EF4-FFF2-40B4-BE49-F238E27FC236}">
                  <a16:creationId xmlns:a16="http://schemas.microsoft.com/office/drawing/2014/main" id="{830AA6F0-2514-42C9-85CE-150E6A8B89BD}"/>
                </a:ext>
              </a:extLst>
            </p:cNvPr>
            <p:cNvCxnSpPr/>
            <p:nvPr/>
          </p:nvCxnSpPr>
          <p:spPr>
            <a:xfrm flipV="1">
              <a:off x="8428266" y="4456166"/>
              <a:ext cx="794479" cy="1105612"/>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3" name="直接连接符 22">
              <a:extLst>
                <a:ext uri="{FF2B5EF4-FFF2-40B4-BE49-F238E27FC236}">
                  <a16:creationId xmlns:a16="http://schemas.microsoft.com/office/drawing/2014/main" id="{0A633314-AD07-4B1D-8B2E-E3B82F1FD6AD}"/>
                </a:ext>
              </a:extLst>
            </p:cNvPr>
            <p:cNvCxnSpPr>
              <a:cxnSpLocks/>
            </p:cNvCxnSpPr>
            <p:nvPr/>
          </p:nvCxnSpPr>
          <p:spPr>
            <a:xfrm flipH="1" flipV="1">
              <a:off x="9371489" y="4456166"/>
              <a:ext cx="628049" cy="983748"/>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4" name="直接连接符 23">
              <a:extLst>
                <a:ext uri="{FF2B5EF4-FFF2-40B4-BE49-F238E27FC236}">
                  <a16:creationId xmlns:a16="http://schemas.microsoft.com/office/drawing/2014/main" id="{2DA45A3D-C0AC-4202-A05D-43E77C2C12D6}"/>
                </a:ext>
              </a:extLst>
            </p:cNvPr>
            <p:cNvCxnSpPr/>
            <p:nvPr/>
          </p:nvCxnSpPr>
          <p:spPr>
            <a:xfrm>
              <a:off x="9260565" y="4453932"/>
              <a:ext cx="0" cy="1062182"/>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pic>
          <p:nvPicPr>
            <p:cNvPr id="25" name="图形 10">
              <a:extLst>
                <a:ext uri="{FF2B5EF4-FFF2-40B4-BE49-F238E27FC236}">
                  <a16:creationId xmlns:a16="http://schemas.microsoft.com/office/drawing/2014/main" id="{BDBD67D3-EC63-42F5-8B80-89DB6A7E0A04}"/>
                </a:ext>
              </a:extLst>
            </p:cNvPr>
            <p:cNvPicPr>
              <a:picLocks noChangeAspect="1"/>
            </p:cNvPicPr>
            <p:nvPr/>
          </p:nvPicPr>
          <p:blipFill>
            <a:blip r:embed="rId3">
              <a:extLst>
                <a:ext uri="{28A0092B-C50C-407E-A947-70E740481C1C}">
                  <a14:useLocalDpi xmlns:a14="http://schemas.microsoft.com/office/drawing/2010/main" val="0"/>
                </a:ext>
                <a:ext uri="{96DAC541-7B7A-43D3-8B79-37D633B846F1}">
                  <asvg:svgBlip xmlns:asvg="http://schemas.microsoft.com/office/drawing/2016/SVG/main" r:embed="rId4"/>
                </a:ext>
              </a:extLst>
            </a:blip>
            <a:stretch>
              <a:fillRect/>
            </a:stretch>
          </p:blipFill>
          <p:spPr>
            <a:xfrm>
              <a:off x="8017892" y="5241237"/>
              <a:ext cx="662814" cy="641082"/>
            </a:xfrm>
            <a:prstGeom prst="rect">
              <a:avLst/>
            </a:prstGeom>
          </p:spPr>
        </p:pic>
        <p:pic>
          <p:nvPicPr>
            <p:cNvPr id="26" name="图形 10">
              <a:extLst>
                <a:ext uri="{FF2B5EF4-FFF2-40B4-BE49-F238E27FC236}">
                  <a16:creationId xmlns:a16="http://schemas.microsoft.com/office/drawing/2014/main" id="{BD0AFF99-B2FB-4C5F-BDB4-DE32E1CE6CF0}"/>
                </a:ext>
              </a:extLst>
            </p:cNvPr>
            <p:cNvPicPr>
              <a:picLocks noChangeAspect="1"/>
            </p:cNvPicPr>
            <p:nvPr/>
          </p:nvPicPr>
          <p:blipFill>
            <a:blip r:embed="rId3">
              <a:extLst>
                <a:ext uri="{28A0092B-C50C-407E-A947-70E740481C1C}">
                  <a14:useLocalDpi xmlns:a14="http://schemas.microsoft.com/office/drawing/2010/main" val="0"/>
                </a:ext>
                <a:ext uri="{96DAC541-7B7A-43D3-8B79-37D633B846F1}">
                  <asvg:svgBlip xmlns:asvg="http://schemas.microsoft.com/office/drawing/2016/SVG/main" r:embed="rId4"/>
                </a:ext>
              </a:extLst>
            </a:blip>
            <a:stretch>
              <a:fillRect/>
            </a:stretch>
          </p:blipFill>
          <p:spPr>
            <a:xfrm>
              <a:off x="9641009" y="5241237"/>
              <a:ext cx="662814" cy="641082"/>
            </a:xfrm>
            <a:prstGeom prst="rect">
              <a:avLst/>
            </a:prstGeom>
          </p:spPr>
        </p:pic>
        <p:pic>
          <p:nvPicPr>
            <p:cNvPr id="27" name="图片 26" descr="文本&#10;&#10;描述已自动生成">
              <a:extLst>
                <a:ext uri="{FF2B5EF4-FFF2-40B4-BE49-F238E27FC236}">
                  <a16:creationId xmlns:a16="http://schemas.microsoft.com/office/drawing/2014/main" id="{A4F7A694-AFD6-4284-9F70-79EA7027B823}"/>
                </a:ext>
              </a:extLst>
            </p:cNvPr>
            <p:cNvPicPr>
              <a:picLocks noChangeAspect="1"/>
            </p:cNvPicPr>
            <p:nvPr/>
          </p:nvPicPr>
          <p:blipFill>
            <a:blip r:embed="rId5">
              <a:extLst>
                <a:ext uri="{28A0092B-C50C-407E-A947-70E740481C1C}">
                  <a14:useLocalDpi xmlns:a14="http://schemas.microsoft.com/office/drawing/2010/main" val="0"/>
                </a:ext>
              </a:extLst>
            </a:blip>
            <a:stretch>
              <a:fillRect/>
            </a:stretch>
          </p:blipFill>
          <p:spPr>
            <a:xfrm>
              <a:off x="8841772" y="4216486"/>
              <a:ext cx="705470" cy="661378"/>
            </a:xfrm>
            <a:prstGeom prst="rect">
              <a:avLst/>
            </a:prstGeom>
          </p:spPr>
        </p:pic>
        <p:pic>
          <p:nvPicPr>
            <p:cNvPr id="28" name="图形 10">
              <a:extLst>
                <a:ext uri="{FF2B5EF4-FFF2-40B4-BE49-F238E27FC236}">
                  <a16:creationId xmlns:a16="http://schemas.microsoft.com/office/drawing/2014/main" id="{5C40A998-05F1-4941-BD6A-D0A821945A80}"/>
                </a:ext>
              </a:extLst>
            </p:cNvPr>
            <p:cNvPicPr>
              <a:picLocks noChangeAspect="1"/>
            </p:cNvPicPr>
            <p:nvPr/>
          </p:nvPicPr>
          <p:blipFill>
            <a:blip r:embed="rId3">
              <a:extLst>
                <a:ext uri="{28A0092B-C50C-407E-A947-70E740481C1C}">
                  <a14:useLocalDpi xmlns:a14="http://schemas.microsoft.com/office/drawing/2010/main" val="0"/>
                </a:ext>
                <a:ext uri="{96DAC541-7B7A-43D3-8B79-37D633B846F1}">
                  <asvg:svgBlip xmlns:asvg="http://schemas.microsoft.com/office/drawing/2016/SVG/main" r:embed="rId4"/>
                </a:ext>
              </a:extLst>
            </a:blip>
            <a:stretch>
              <a:fillRect/>
            </a:stretch>
          </p:blipFill>
          <p:spPr>
            <a:xfrm>
              <a:off x="8829451" y="5241237"/>
              <a:ext cx="662814" cy="641082"/>
            </a:xfrm>
            <a:prstGeom prst="rect">
              <a:avLst/>
            </a:prstGeom>
          </p:spPr>
        </p:pic>
        <p:sp>
          <p:nvSpPr>
            <p:cNvPr id="29" name="文本框 28">
              <a:extLst>
                <a:ext uri="{FF2B5EF4-FFF2-40B4-BE49-F238E27FC236}">
                  <a16:creationId xmlns:a16="http://schemas.microsoft.com/office/drawing/2014/main" id="{1ADC1781-2712-4E2F-B98B-8DF694C0A2E7}"/>
                </a:ext>
              </a:extLst>
            </p:cNvPr>
            <p:cNvSpPr txBox="1"/>
            <p:nvPr/>
          </p:nvSpPr>
          <p:spPr>
            <a:xfrm>
              <a:off x="9511613" y="5283598"/>
              <a:ext cx="333042" cy="369332"/>
            </a:xfrm>
            <a:prstGeom prst="rect">
              <a:avLst/>
            </a:prstGeom>
            <a:noFill/>
          </p:spPr>
          <p:txBody>
            <a:bodyPr wrap="square" rtlCol="0">
              <a:spAutoFit/>
            </a:bodyPr>
            <a:lstStyle/>
            <a:p>
              <a:pPr algn="ctr"/>
              <a:r>
                <a:rPr lang="en-US" altLang="zh-CN" b="1" dirty="0">
                  <a:latin typeface="宋体" panose="02010600030101010101" pitchFamily="2" charset="-122"/>
                  <a:ea typeface="宋体" panose="02010600030101010101" pitchFamily="2" charset="-122"/>
                </a:rPr>
                <a:t>…</a:t>
              </a:r>
              <a:endParaRPr lang="zh-CN" altLang="en-US" b="1" dirty="0">
                <a:latin typeface="宋体" panose="02010600030101010101" pitchFamily="2" charset="-122"/>
                <a:ea typeface="宋体" panose="02010600030101010101" pitchFamily="2" charset="-122"/>
              </a:endParaRPr>
            </a:p>
          </p:txBody>
        </p:sp>
        <p:sp>
          <p:nvSpPr>
            <p:cNvPr id="30" name="文本框 29">
              <a:extLst>
                <a:ext uri="{FF2B5EF4-FFF2-40B4-BE49-F238E27FC236}">
                  <a16:creationId xmlns:a16="http://schemas.microsoft.com/office/drawing/2014/main" id="{79A032F2-8BCB-44ED-9302-AD7373CE6405}"/>
                </a:ext>
              </a:extLst>
            </p:cNvPr>
            <p:cNvSpPr txBox="1"/>
            <p:nvPr/>
          </p:nvSpPr>
          <p:spPr>
            <a:xfrm>
              <a:off x="8633391" y="3825873"/>
              <a:ext cx="1122232" cy="369332"/>
            </a:xfrm>
            <a:prstGeom prst="rect">
              <a:avLst/>
            </a:prstGeom>
            <a:noFill/>
          </p:spPr>
          <p:txBody>
            <a:bodyPr wrap="square" rtlCol="0">
              <a:spAutoFit/>
            </a:bodyPr>
            <a:lstStyle/>
            <a:p>
              <a:pPr algn="ctr"/>
              <a:r>
                <a:rPr lang="zh-CN" altLang="en-US" b="1" dirty="0">
                  <a:latin typeface="+mn-ea"/>
                </a:rPr>
                <a:t>部门</a:t>
              </a:r>
              <a:r>
                <a:rPr lang="en-US" altLang="zh-CN" b="1" dirty="0">
                  <a:latin typeface="+mn-ea"/>
                </a:rPr>
                <a:t>B</a:t>
              </a:r>
              <a:endParaRPr lang="zh-CN" altLang="en-US" b="1" dirty="0">
                <a:latin typeface="+mn-ea"/>
              </a:endParaRPr>
            </a:p>
          </p:txBody>
        </p:sp>
        <p:sp>
          <p:nvSpPr>
            <p:cNvPr id="32" name="文本框 31">
              <a:extLst>
                <a:ext uri="{FF2B5EF4-FFF2-40B4-BE49-F238E27FC236}">
                  <a16:creationId xmlns:a16="http://schemas.microsoft.com/office/drawing/2014/main" id="{AD30DF22-A2CC-47C5-BB25-220EF0CAB503}"/>
                </a:ext>
              </a:extLst>
            </p:cNvPr>
            <p:cNvSpPr txBox="1"/>
            <p:nvPr/>
          </p:nvSpPr>
          <p:spPr>
            <a:xfrm>
              <a:off x="9465965" y="4187809"/>
              <a:ext cx="1122232" cy="646331"/>
            </a:xfrm>
            <a:prstGeom prst="rect">
              <a:avLst/>
            </a:prstGeom>
            <a:noFill/>
          </p:spPr>
          <p:txBody>
            <a:bodyPr wrap="square" rtlCol="0">
              <a:spAutoFit/>
            </a:bodyPr>
            <a:lstStyle/>
            <a:p>
              <a:pPr algn="ctr"/>
              <a:r>
                <a:rPr lang="en-US" altLang="zh-CN" b="1" dirty="0">
                  <a:latin typeface="Arial Narrow" panose="020B0606020202030204" pitchFamily="34" charset="0"/>
                </a:rPr>
                <a:t>10BASE-T</a:t>
              </a:r>
            </a:p>
            <a:p>
              <a:pPr algn="ctr"/>
              <a:r>
                <a:rPr lang="zh-CN" altLang="en-US" b="1" dirty="0">
                  <a:latin typeface="Arial Narrow" panose="020B0606020202030204" pitchFamily="34" charset="0"/>
                </a:rPr>
                <a:t>集线器</a:t>
              </a:r>
            </a:p>
          </p:txBody>
        </p:sp>
      </p:grpSp>
      <p:sp>
        <p:nvSpPr>
          <p:cNvPr id="48" name="矩形 47">
            <a:extLst>
              <a:ext uri="{FF2B5EF4-FFF2-40B4-BE49-F238E27FC236}">
                <a16:creationId xmlns:a16="http://schemas.microsoft.com/office/drawing/2014/main" id="{5263ADD6-CD6C-4E87-864E-3401066CB2BB}"/>
              </a:ext>
            </a:extLst>
          </p:cNvPr>
          <p:cNvSpPr/>
          <p:nvPr/>
        </p:nvSpPr>
        <p:spPr>
          <a:xfrm>
            <a:off x="1056634" y="2120445"/>
            <a:ext cx="256976" cy="256976"/>
          </a:xfrm>
          <a:prstGeom prst="rect">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49" name="íşlïḍè">
            <a:extLst>
              <a:ext uri="{FF2B5EF4-FFF2-40B4-BE49-F238E27FC236}">
                <a16:creationId xmlns:a16="http://schemas.microsoft.com/office/drawing/2014/main" id="{A8944799-00DC-4DBB-8F53-A7AEE58B8366}"/>
              </a:ext>
            </a:extLst>
          </p:cNvPr>
          <p:cNvSpPr txBox="1"/>
          <p:nvPr/>
        </p:nvSpPr>
        <p:spPr>
          <a:xfrm>
            <a:off x="1373861" y="2066123"/>
            <a:ext cx="10513339" cy="655323"/>
          </a:xfrm>
          <a:prstGeom prst="rect">
            <a:avLst/>
          </a:prstGeom>
          <a:noFill/>
        </p:spPr>
        <p:txBody>
          <a:bodyPr wrap="square" lIns="91440" tIns="45720" rIns="91440" bIns="45720" anchor="ctr">
            <a:noAutofit/>
          </a:bodyPr>
          <a:lstStyle/>
          <a:p>
            <a:r>
              <a:rPr lang="zh-CN" altLang="en-US" b="1" dirty="0">
                <a:latin typeface="Arial Narrow" panose="020B0606020202030204" pitchFamily="34" charset="0"/>
              </a:rPr>
              <a:t>采用多个集线器连接而成的多级星型以太网，在扩展了网络覆盖范围和站点数量的同时，也带来了一些负面因素。</a:t>
            </a:r>
          </a:p>
        </p:txBody>
      </p:sp>
      <p:grpSp>
        <p:nvGrpSpPr>
          <p:cNvPr id="51" name="组合 50">
            <a:extLst>
              <a:ext uri="{FF2B5EF4-FFF2-40B4-BE49-F238E27FC236}">
                <a16:creationId xmlns:a16="http://schemas.microsoft.com/office/drawing/2014/main" id="{E05B5F31-B425-474E-A2B8-C9DFE6126D68}"/>
              </a:ext>
            </a:extLst>
          </p:cNvPr>
          <p:cNvGrpSpPr/>
          <p:nvPr/>
        </p:nvGrpSpPr>
        <p:grpSpPr>
          <a:xfrm>
            <a:off x="5416214" y="3592561"/>
            <a:ext cx="1359571" cy="1081707"/>
            <a:chOff x="5416214" y="3592561"/>
            <a:chExt cx="1359571" cy="1081707"/>
          </a:xfrm>
        </p:grpSpPr>
        <p:pic>
          <p:nvPicPr>
            <p:cNvPr id="52" name="图片 51" descr="文本&#10;&#10;描述已自动生成">
              <a:extLst>
                <a:ext uri="{FF2B5EF4-FFF2-40B4-BE49-F238E27FC236}">
                  <a16:creationId xmlns:a16="http://schemas.microsoft.com/office/drawing/2014/main" id="{5F532BB9-E710-4B95-A780-3C1D716B1A61}"/>
                </a:ext>
              </a:extLst>
            </p:cNvPr>
            <p:cNvPicPr>
              <a:picLocks noChangeAspect="1"/>
            </p:cNvPicPr>
            <p:nvPr/>
          </p:nvPicPr>
          <p:blipFill>
            <a:blip r:embed="rId5">
              <a:extLst>
                <a:ext uri="{28A0092B-C50C-407E-A947-70E740481C1C}">
                  <a14:useLocalDpi xmlns:a14="http://schemas.microsoft.com/office/drawing/2010/main" val="0"/>
                </a:ext>
              </a:extLst>
            </a:blip>
            <a:stretch>
              <a:fillRect/>
            </a:stretch>
          </p:blipFill>
          <p:spPr>
            <a:xfrm>
              <a:off x="5743265" y="3592561"/>
              <a:ext cx="705470" cy="661378"/>
            </a:xfrm>
            <a:prstGeom prst="rect">
              <a:avLst/>
            </a:prstGeom>
          </p:spPr>
        </p:pic>
        <p:sp>
          <p:nvSpPr>
            <p:cNvPr id="61" name="文本框 60">
              <a:extLst>
                <a:ext uri="{FF2B5EF4-FFF2-40B4-BE49-F238E27FC236}">
                  <a16:creationId xmlns:a16="http://schemas.microsoft.com/office/drawing/2014/main" id="{2BD3CB6D-583B-4D6E-9A59-9DAAB7C6867B}"/>
                </a:ext>
              </a:extLst>
            </p:cNvPr>
            <p:cNvSpPr txBox="1"/>
            <p:nvPr/>
          </p:nvSpPr>
          <p:spPr>
            <a:xfrm>
              <a:off x="5416214" y="4304936"/>
              <a:ext cx="1359571" cy="369332"/>
            </a:xfrm>
            <a:prstGeom prst="rect">
              <a:avLst/>
            </a:prstGeom>
            <a:noFill/>
          </p:spPr>
          <p:txBody>
            <a:bodyPr wrap="square" rtlCol="0">
              <a:spAutoFit/>
            </a:bodyPr>
            <a:lstStyle/>
            <a:p>
              <a:pPr algn="ctr"/>
              <a:r>
                <a:rPr lang="zh-CN" altLang="en-US" b="1" dirty="0">
                  <a:latin typeface="Arial Narrow" panose="020B0606020202030204" pitchFamily="34" charset="0"/>
                </a:rPr>
                <a:t>主干集线器</a:t>
              </a:r>
            </a:p>
          </p:txBody>
        </p:sp>
      </p:grpSp>
      <p:cxnSp>
        <p:nvCxnSpPr>
          <p:cNvPr id="58" name="直接箭头连接符 57">
            <a:extLst>
              <a:ext uri="{FF2B5EF4-FFF2-40B4-BE49-F238E27FC236}">
                <a16:creationId xmlns:a16="http://schemas.microsoft.com/office/drawing/2014/main" id="{172C7BE7-7DB3-4B1A-9986-EB7EFABEC467}"/>
              </a:ext>
            </a:extLst>
          </p:cNvPr>
          <p:cNvCxnSpPr>
            <a:cxnSpLocks/>
          </p:cNvCxnSpPr>
          <p:nvPr/>
        </p:nvCxnSpPr>
        <p:spPr>
          <a:xfrm flipV="1">
            <a:off x="2120053" y="4971627"/>
            <a:ext cx="460587" cy="657013"/>
          </a:xfrm>
          <a:prstGeom prst="straightConnector1">
            <a:avLst/>
          </a:prstGeom>
          <a:ln w="63500">
            <a:solidFill>
              <a:schemeClr val="accent3"/>
            </a:solidFill>
            <a:tailEnd type="triangle"/>
          </a:ln>
        </p:spPr>
        <p:style>
          <a:lnRef idx="1">
            <a:schemeClr val="accent1"/>
          </a:lnRef>
          <a:fillRef idx="0">
            <a:schemeClr val="accent1"/>
          </a:fillRef>
          <a:effectRef idx="0">
            <a:schemeClr val="accent1"/>
          </a:effectRef>
          <a:fontRef idx="minor">
            <a:schemeClr val="tx1"/>
          </a:fontRef>
        </p:style>
      </p:cxnSp>
      <p:cxnSp>
        <p:nvCxnSpPr>
          <p:cNvPr id="59" name="直接箭头连接符 58">
            <a:extLst>
              <a:ext uri="{FF2B5EF4-FFF2-40B4-BE49-F238E27FC236}">
                <a16:creationId xmlns:a16="http://schemas.microsoft.com/office/drawing/2014/main" id="{62525294-F721-4850-9CA3-CA2826AA4881}"/>
              </a:ext>
            </a:extLst>
          </p:cNvPr>
          <p:cNvCxnSpPr>
            <a:cxnSpLocks/>
          </p:cNvCxnSpPr>
          <p:nvPr/>
        </p:nvCxnSpPr>
        <p:spPr>
          <a:xfrm flipH="1" flipV="1">
            <a:off x="3080385" y="4914690"/>
            <a:ext cx="427025" cy="688265"/>
          </a:xfrm>
          <a:prstGeom prst="straightConnector1">
            <a:avLst/>
          </a:prstGeom>
          <a:ln w="63500">
            <a:solidFill>
              <a:schemeClr val="accent3"/>
            </a:solidFill>
            <a:tailEnd type="triangle"/>
          </a:ln>
        </p:spPr>
        <p:style>
          <a:lnRef idx="1">
            <a:schemeClr val="accent1"/>
          </a:lnRef>
          <a:fillRef idx="0">
            <a:schemeClr val="accent1"/>
          </a:fillRef>
          <a:effectRef idx="0">
            <a:schemeClr val="accent1"/>
          </a:effectRef>
          <a:fontRef idx="minor">
            <a:schemeClr val="tx1"/>
          </a:fontRef>
        </p:style>
      </p:cxnSp>
      <p:grpSp>
        <p:nvGrpSpPr>
          <p:cNvPr id="60" name="组合 59">
            <a:extLst>
              <a:ext uri="{FF2B5EF4-FFF2-40B4-BE49-F238E27FC236}">
                <a16:creationId xmlns:a16="http://schemas.microsoft.com/office/drawing/2014/main" id="{6D0050A0-7FD3-4E28-B954-F0224F9B92C0}"/>
              </a:ext>
            </a:extLst>
          </p:cNvPr>
          <p:cNvGrpSpPr/>
          <p:nvPr/>
        </p:nvGrpSpPr>
        <p:grpSpPr>
          <a:xfrm>
            <a:off x="2438451" y="4379194"/>
            <a:ext cx="820470" cy="820470"/>
            <a:chOff x="9290558" y="4054613"/>
            <a:chExt cx="820470" cy="820470"/>
          </a:xfrm>
        </p:grpSpPr>
        <p:sp>
          <p:nvSpPr>
            <p:cNvPr id="62" name="爆炸形: 8 pt  61">
              <a:extLst>
                <a:ext uri="{FF2B5EF4-FFF2-40B4-BE49-F238E27FC236}">
                  <a16:creationId xmlns:a16="http://schemas.microsoft.com/office/drawing/2014/main" id="{6CE0E8FA-823C-4474-A9EF-42E438651FA7}"/>
                </a:ext>
              </a:extLst>
            </p:cNvPr>
            <p:cNvSpPr/>
            <p:nvPr/>
          </p:nvSpPr>
          <p:spPr>
            <a:xfrm>
              <a:off x="9290558" y="4054613"/>
              <a:ext cx="820470" cy="820470"/>
            </a:xfrm>
            <a:prstGeom prst="irregularSeal1">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sz="2000" b="1" dirty="0"/>
            </a:p>
          </p:txBody>
        </p:sp>
        <p:sp>
          <p:nvSpPr>
            <p:cNvPr id="63" name="文本框 62">
              <a:extLst>
                <a:ext uri="{FF2B5EF4-FFF2-40B4-BE49-F238E27FC236}">
                  <a16:creationId xmlns:a16="http://schemas.microsoft.com/office/drawing/2014/main" id="{128B9566-8CE3-48C6-8A8B-16C6A0F37266}"/>
                </a:ext>
              </a:extLst>
            </p:cNvPr>
            <p:cNvSpPr txBox="1"/>
            <p:nvPr/>
          </p:nvSpPr>
          <p:spPr>
            <a:xfrm>
              <a:off x="9290558" y="4250289"/>
              <a:ext cx="777741" cy="369332"/>
            </a:xfrm>
            <a:prstGeom prst="rect">
              <a:avLst/>
            </a:prstGeom>
            <a:noFill/>
          </p:spPr>
          <p:txBody>
            <a:bodyPr wrap="square" rtlCol="0">
              <a:spAutoFit/>
            </a:bodyPr>
            <a:lstStyle/>
            <a:p>
              <a:pPr algn="ctr"/>
              <a:r>
                <a:rPr lang="zh-CN" altLang="en-US" b="1" dirty="0">
                  <a:solidFill>
                    <a:schemeClr val="bg1"/>
                  </a:solidFill>
                </a:rPr>
                <a:t>碰撞</a:t>
              </a:r>
            </a:p>
          </p:txBody>
        </p:sp>
      </p:grpSp>
      <p:cxnSp>
        <p:nvCxnSpPr>
          <p:cNvPr id="64" name="直接箭头连接符 63">
            <a:extLst>
              <a:ext uri="{FF2B5EF4-FFF2-40B4-BE49-F238E27FC236}">
                <a16:creationId xmlns:a16="http://schemas.microsoft.com/office/drawing/2014/main" id="{ED698425-2053-4E59-9212-981962D6D746}"/>
              </a:ext>
            </a:extLst>
          </p:cNvPr>
          <p:cNvCxnSpPr>
            <a:cxnSpLocks/>
          </p:cNvCxnSpPr>
          <p:nvPr/>
        </p:nvCxnSpPr>
        <p:spPr>
          <a:xfrm flipV="1">
            <a:off x="8833896" y="4966555"/>
            <a:ext cx="460587" cy="657013"/>
          </a:xfrm>
          <a:prstGeom prst="straightConnector1">
            <a:avLst/>
          </a:prstGeom>
          <a:ln w="63500">
            <a:solidFill>
              <a:schemeClr val="accent3"/>
            </a:solidFill>
            <a:tailEnd type="triangle"/>
          </a:ln>
        </p:spPr>
        <p:style>
          <a:lnRef idx="1">
            <a:schemeClr val="accent1"/>
          </a:lnRef>
          <a:fillRef idx="0">
            <a:schemeClr val="accent1"/>
          </a:fillRef>
          <a:effectRef idx="0">
            <a:schemeClr val="accent1"/>
          </a:effectRef>
          <a:fontRef idx="minor">
            <a:schemeClr val="tx1"/>
          </a:fontRef>
        </p:style>
      </p:cxnSp>
      <p:cxnSp>
        <p:nvCxnSpPr>
          <p:cNvPr id="65" name="直接箭头连接符 64">
            <a:extLst>
              <a:ext uri="{FF2B5EF4-FFF2-40B4-BE49-F238E27FC236}">
                <a16:creationId xmlns:a16="http://schemas.microsoft.com/office/drawing/2014/main" id="{F9A56CEF-73AE-4DA1-903D-E971A2398118}"/>
              </a:ext>
            </a:extLst>
          </p:cNvPr>
          <p:cNvCxnSpPr>
            <a:cxnSpLocks/>
          </p:cNvCxnSpPr>
          <p:nvPr/>
        </p:nvCxnSpPr>
        <p:spPr>
          <a:xfrm flipH="1" flipV="1">
            <a:off x="9794228" y="4909618"/>
            <a:ext cx="427025" cy="688265"/>
          </a:xfrm>
          <a:prstGeom prst="straightConnector1">
            <a:avLst/>
          </a:prstGeom>
          <a:ln w="63500">
            <a:solidFill>
              <a:schemeClr val="accent3"/>
            </a:solidFill>
            <a:tailEnd type="triangle"/>
          </a:ln>
        </p:spPr>
        <p:style>
          <a:lnRef idx="1">
            <a:schemeClr val="accent1"/>
          </a:lnRef>
          <a:fillRef idx="0">
            <a:schemeClr val="accent1"/>
          </a:fillRef>
          <a:effectRef idx="0">
            <a:schemeClr val="accent1"/>
          </a:effectRef>
          <a:fontRef idx="minor">
            <a:schemeClr val="tx1"/>
          </a:fontRef>
        </p:style>
      </p:cxnSp>
      <p:grpSp>
        <p:nvGrpSpPr>
          <p:cNvPr id="66" name="组合 65">
            <a:extLst>
              <a:ext uri="{FF2B5EF4-FFF2-40B4-BE49-F238E27FC236}">
                <a16:creationId xmlns:a16="http://schemas.microsoft.com/office/drawing/2014/main" id="{77B55AE7-0F40-4C58-A0F7-6921B0BA6067}"/>
              </a:ext>
            </a:extLst>
          </p:cNvPr>
          <p:cNvGrpSpPr/>
          <p:nvPr/>
        </p:nvGrpSpPr>
        <p:grpSpPr>
          <a:xfrm>
            <a:off x="9152294" y="4374122"/>
            <a:ext cx="820470" cy="820470"/>
            <a:chOff x="9290558" y="4054613"/>
            <a:chExt cx="820470" cy="820470"/>
          </a:xfrm>
        </p:grpSpPr>
        <p:sp>
          <p:nvSpPr>
            <p:cNvPr id="67" name="爆炸形: 8 pt  66">
              <a:extLst>
                <a:ext uri="{FF2B5EF4-FFF2-40B4-BE49-F238E27FC236}">
                  <a16:creationId xmlns:a16="http://schemas.microsoft.com/office/drawing/2014/main" id="{9B527B3E-C740-4551-B350-EC175BB0BE11}"/>
                </a:ext>
              </a:extLst>
            </p:cNvPr>
            <p:cNvSpPr/>
            <p:nvPr/>
          </p:nvSpPr>
          <p:spPr>
            <a:xfrm>
              <a:off x="9290558" y="4054613"/>
              <a:ext cx="820470" cy="820470"/>
            </a:xfrm>
            <a:prstGeom prst="irregularSeal1">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sz="2000" b="1" dirty="0"/>
            </a:p>
          </p:txBody>
        </p:sp>
        <p:sp>
          <p:nvSpPr>
            <p:cNvPr id="68" name="文本框 67">
              <a:extLst>
                <a:ext uri="{FF2B5EF4-FFF2-40B4-BE49-F238E27FC236}">
                  <a16:creationId xmlns:a16="http://schemas.microsoft.com/office/drawing/2014/main" id="{5EA68D71-9417-4A95-A4FC-8B6DBC748704}"/>
                </a:ext>
              </a:extLst>
            </p:cNvPr>
            <p:cNvSpPr txBox="1"/>
            <p:nvPr/>
          </p:nvSpPr>
          <p:spPr>
            <a:xfrm>
              <a:off x="9290558" y="4250289"/>
              <a:ext cx="777741" cy="369332"/>
            </a:xfrm>
            <a:prstGeom prst="rect">
              <a:avLst/>
            </a:prstGeom>
            <a:noFill/>
          </p:spPr>
          <p:txBody>
            <a:bodyPr wrap="square" rtlCol="0">
              <a:spAutoFit/>
            </a:bodyPr>
            <a:lstStyle/>
            <a:p>
              <a:pPr algn="ctr"/>
              <a:r>
                <a:rPr lang="zh-CN" altLang="en-US" b="1" dirty="0">
                  <a:solidFill>
                    <a:schemeClr val="bg1"/>
                  </a:solidFill>
                </a:rPr>
                <a:t>碰撞</a:t>
              </a:r>
            </a:p>
          </p:txBody>
        </p:sp>
      </p:grpSp>
      <p:cxnSp>
        <p:nvCxnSpPr>
          <p:cNvPr id="69" name="直接箭头连接符 68">
            <a:extLst>
              <a:ext uri="{FF2B5EF4-FFF2-40B4-BE49-F238E27FC236}">
                <a16:creationId xmlns:a16="http://schemas.microsoft.com/office/drawing/2014/main" id="{C2804FB1-4BF9-4C43-B316-E7F07FEE9F64}"/>
              </a:ext>
            </a:extLst>
          </p:cNvPr>
          <p:cNvCxnSpPr>
            <a:cxnSpLocks/>
          </p:cNvCxnSpPr>
          <p:nvPr/>
        </p:nvCxnSpPr>
        <p:spPr>
          <a:xfrm>
            <a:off x="2805585" y="5042796"/>
            <a:ext cx="43101" cy="580772"/>
          </a:xfrm>
          <a:prstGeom prst="straightConnector1">
            <a:avLst/>
          </a:prstGeom>
          <a:ln w="63500">
            <a:solidFill>
              <a:schemeClr val="accent1">
                <a:lumMod val="75000"/>
              </a:schemeClr>
            </a:solidFill>
            <a:tailEnd type="triangle"/>
          </a:ln>
        </p:spPr>
        <p:style>
          <a:lnRef idx="1">
            <a:schemeClr val="accent1"/>
          </a:lnRef>
          <a:fillRef idx="0">
            <a:schemeClr val="accent1"/>
          </a:fillRef>
          <a:effectRef idx="0">
            <a:schemeClr val="accent1"/>
          </a:effectRef>
          <a:fontRef idx="minor">
            <a:schemeClr val="tx1"/>
          </a:fontRef>
        </p:style>
      </p:cxnSp>
      <p:cxnSp>
        <p:nvCxnSpPr>
          <p:cNvPr id="70" name="直接箭头连接符 69">
            <a:extLst>
              <a:ext uri="{FF2B5EF4-FFF2-40B4-BE49-F238E27FC236}">
                <a16:creationId xmlns:a16="http://schemas.microsoft.com/office/drawing/2014/main" id="{5639951E-7DEE-4024-A20E-2ACCEE42EC80}"/>
              </a:ext>
            </a:extLst>
          </p:cNvPr>
          <p:cNvCxnSpPr>
            <a:cxnSpLocks/>
          </p:cNvCxnSpPr>
          <p:nvPr/>
        </p:nvCxnSpPr>
        <p:spPr>
          <a:xfrm>
            <a:off x="9516932" y="4981764"/>
            <a:ext cx="43101" cy="580772"/>
          </a:xfrm>
          <a:prstGeom prst="straightConnector1">
            <a:avLst/>
          </a:prstGeom>
          <a:ln w="63500">
            <a:solidFill>
              <a:schemeClr val="accent1">
                <a:lumMod val="75000"/>
              </a:schemeClr>
            </a:solidFill>
            <a:tailEnd type="triangle"/>
          </a:ln>
        </p:spPr>
        <p:style>
          <a:lnRef idx="1">
            <a:schemeClr val="accent1"/>
          </a:lnRef>
          <a:fillRef idx="0">
            <a:schemeClr val="accent1"/>
          </a:fillRef>
          <a:effectRef idx="0">
            <a:schemeClr val="accent1"/>
          </a:effectRef>
          <a:fontRef idx="minor">
            <a:schemeClr val="tx1"/>
          </a:fontRef>
        </p:style>
      </p:cxnSp>
      <p:cxnSp>
        <p:nvCxnSpPr>
          <p:cNvPr id="71" name="直接箭头连接符 70">
            <a:extLst>
              <a:ext uri="{FF2B5EF4-FFF2-40B4-BE49-F238E27FC236}">
                <a16:creationId xmlns:a16="http://schemas.microsoft.com/office/drawing/2014/main" id="{23EF325B-0275-49DB-B834-6BA17BF6EC34}"/>
              </a:ext>
            </a:extLst>
          </p:cNvPr>
          <p:cNvCxnSpPr>
            <a:cxnSpLocks/>
            <a:endCxn id="52" idx="1"/>
          </p:cNvCxnSpPr>
          <p:nvPr/>
        </p:nvCxnSpPr>
        <p:spPr>
          <a:xfrm flipV="1">
            <a:off x="3069070" y="3923250"/>
            <a:ext cx="2674195" cy="646548"/>
          </a:xfrm>
          <a:prstGeom prst="straightConnector1">
            <a:avLst/>
          </a:prstGeom>
          <a:ln w="63500">
            <a:solidFill>
              <a:schemeClr val="accent1">
                <a:lumMod val="75000"/>
              </a:schemeClr>
            </a:solidFill>
            <a:tailEnd type="triangle"/>
          </a:ln>
        </p:spPr>
        <p:style>
          <a:lnRef idx="1">
            <a:schemeClr val="accent1"/>
          </a:lnRef>
          <a:fillRef idx="0">
            <a:schemeClr val="accent1"/>
          </a:fillRef>
          <a:effectRef idx="0">
            <a:schemeClr val="accent1"/>
          </a:effectRef>
          <a:fontRef idx="minor">
            <a:schemeClr val="tx1"/>
          </a:fontRef>
        </p:style>
      </p:cxnSp>
      <p:cxnSp>
        <p:nvCxnSpPr>
          <p:cNvPr id="72" name="直接箭头连接符 71">
            <a:extLst>
              <a:ext uri="{FF2B5EF4-FFF2-40B4-BE49-F238E27FC236}">
                <a16:creationId xmlns:a16="http://schemas.microsoft.com/office/drawing/2014/main" id="{FC26C949-5829-4D3E-A03B-3E864032CDA6}"/>
              </a:ext>
            </a:extLst>
          </p:cNvPr>
          <p:cNvCxnSpPr>
            <a:cxnSpLocks/>
            <a:endCxn id="52" idx="3"/>
          </p:cNvCxnSpPr>
          <p:nvPr/>
        </p:nvCxnSpPr>
        <p:spPr>
          <a:xfrm flipH="1" flipV="1">
            <a:off x="6448735" y="3923250"/>
            <a:ext cx="2820263" cy="665630"/>
          </a:xfrm>
          <a:prstGeom prst="straightConnector1">
            <a:avLst/>
          </a:prstGeom>
          <a:ln w="63500">
            <a:solidFill>
              <a:schemeClr val="accent1">
                <a:lumMod val="75000"/>
              </a:schemeClr>
            </a:solidFill>
            <a:tailEnd type="triangle"/>
          </a:ln>
        </p:spPr>
        <p:style>
          <a:lnRef idx="1">
            <a:schemeClr val="accent1"/>
          </a:lnRef>
          <a:fillRef idx="0">
            <a:schemeClr val="accent1"/>
          </a:fillRef>
          <a:effectRef idx="0">
            <a:schemeClr val="accent1"/>
          </a:effectRef>
          <a:fontRef idx="minor">
            <a:schemeClr val="tx1"/>
          </a:fontRef>
        </p:style>
      </p:cxnSp>
      <p:grpSp>
        <p:nvGrpSpPr>
          <p:cNvPr id="73" name="组合 72">
            <a:extLst>
              <a:ext uri="{FF2B5EF4-FFF2-40B4-BE49-F238E27FC236}">
                <a16:creationId xmlns:a16="http://schemas.microsoft.com/office/drawing/2014/main" id="{736FD141-8FC6-4939-973D-C32B63A606E4}"/>
              </a:ext>
            </a:extLst>
          </p:cNvPr>
          <p:cNvGrpSpPr/>
          <p:nvPr/>
        </p:nvGrpSpPr>
        <p:grpSpPr>
          <a:xfrm>
            <a:off x="5654312" y="3542102"/>
            <a:ext cx="820470" cy="820470"/>
            <a:chOff x="9290558" y="4054613"/>
            <a:chExt cx="820470" cy="820470"/>
          </a:xfrm>
        </p:grpSpPr>
        <p:sp>
          <p:nvSpPr>
            <p:cNvPr id="74" name="爆炸形: 8 pt  73">
              <a:extLst>
                <a:ext uri="{FF2B5EF4-FFF2-40B4-BE49-F238E27FC236}">
                  <a16:creationId xmlns:a16="http://schemas.microsoft.com/office/drawing/2014/main" id="{CBA5169C-8D3B-4A47-96F5-7C393518DB3E}"/>
                </a:ext>
              </a:extLst>
            </p:cNvPr>
            <p:cNvSpPr/>
            <p:nvPr/>
          </p:nvSpPr>
          <p:spPr>
            <a:xfrm>
              <a:off x="9290558" y="4054613"/>
              <a:ext cx="820470" cy="820470"/>
            </a:xfrm>
            <a:prstGeom prst="irregularSeal1">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sz="2000" b="1" dirty="0"/>
            </a:p>
          </p:txBody>
        </p:sp>
        <p:sp>
          <p:nvSpPr>
            <p:cNvPr id="75" name="文本框 74">
              <a:extLst>
                <a:ext uri="{FF2B5EF4-FFF2-40B4-BE49-F238E27FC236}">
                  <a16:creationId xmlns:a16="http://schemas.microsoft.com/office/drawing/2014/main" id="{DC7D0398-F37E-4945-8BD5-C119F2737C2C}"/>
                </a:ext>
              </a:extLst>
            </p:cNvPr>
            <p:cNvSpPr txBox="1"/>
            <p:nvPr/>
          </p:nvSpPr>
          <p:spPr>
            <a:xfrm>
              <a:off x="9290558" y="4250289"/>
              <a:ext cx="777741" cy="369332"/>
            </a:xfrm>
            <a:prstGeom prst="rect">
              <a:avLst/>
            </a:prstGeom>
            <a:noFill/>
          </p:spPr>
          <p:txBody>
            <a:bodyPr wrap="square" rtlCol="0">
              <a:spAutoFit/>
            </a:bodyPr>
            <a:lstStyle/>
            <a:p>
              <a:pPr algn="ctr"/>
              <a:r>
                <a:rPr lang="zh-CN" altLang="en-US" b="1" dirty="0">
                  <a:solidFill>
                    <a:schemeClr val="bg1"/>
                  </a:solidFill>
                </a:rPr>
                <a:t>碰撞</a:t>
              </a:r>
            </a:p>
          </p:txBody>
        </p:sp>
      </p:grpSp>
      <p:cxnSp>
        <p:nvCxnSpPr>
          <p:cNvPr id="76" name="直接箭头连接符 75">
            <a:extLst>
              <a:ext uri="{FF2B5EF4-FFF2-40B4-BE49-F238E27FC236}">
                <a16:creationId xmlns:a16="http://schemas.microsoft.com/office/drawing/2014/main" id="{BA5668F0-FC9C-4FA8-9D1A-69237AF0A3B2}"/>
              </a:ext>
            </a:extLst>
          </p:cNvPr>
          <p:cNvCxnSpPr>
            <a:cxnSpLocks/>
          </p:cNvCxnSpPr>
          <p:nvPr/>
        </p:nvCxnSpPr>
        <p:spPr>
          <a:xfrm flipH="1">
            <a:off x="2104432" y="4981764"/>
            <a:ext cx="452664" cy="650508"/>
          </a:xfrm>
          <a:prstGeom prst="straightConnector1">
            <a:avLst/>
          </a:prstGeom>
          <a:ln w="63500">
            <a:solidFill>
              <a:schemeClr val="accent1">
                <a:lumMod val="75000"/>
              </a:schemeClr>
            </a:solidFill>
            <a:tailEnd type="triangle"/>
          </a:ln>
        </p:spPr>
        <p:style>
          <a:lnRef idx="1">
            <a:schemeClr val="accent1"/>
          </a:lnRef>
          <a:fillRef idx="0">
            <a:schemeClr val="accent1"/>
          </a:fillRef>
          <a:effectRef idx="0">
            <a:schemeClr val="accent1"/>
          </a:effectRef>
          <a:fontRef idx="minor">
            <a:schemeClr val="tx1"/>
          </a:fontRef>
        </p:style>
      </p:cxnSp>
      <p:cxnSp>
        <p:nvCxnSpPr>
          <p:cNvPr id="77" name="直接箭头连接符 76">
            <a:extLst>
              <a:ext uri="{FF2B5EF4-FFF2-40B4-BE49-F238E27FC236}">
                <a16:creationId xmlns:a16="http://schemas.microsoft.com/office/drawing/2014/main" id="{9EF49A7E-8763-4822-BBF1-F2AC1E838AC3}"/>
              </a:ext>
            </a:extLst>
          </p:cNvPr>
          <p:cNvCxnSpPr>
            <a:cxnSpLocks/>
          </p:cNvCxnSpPr>
          <p:nvPr/>
        </p:nvCxnSpPr>
        <p:spPr>
          <a:xfrm>
            <a:off x="3098364" y="4947834"/>
            <a:ext cx="442331" cy="690050"/>
          </a:xfrm>
          <a:prstGeom prst="straightConnector1">
            <a:avLst/>
          </a:prstGeom>
          <a:ln w="63500">
            <a:solidFill>
              <a:schemeClr val="accent1">
                <a:lumMod val="75000"/>
              </a:schemeClr>
            </a:solidFill>
            <a:tailEnd type="triangle"/>
          </a:ln>
        </p:spPr>
        <p:style>
          <a:lnRef idx="1">
            <a:schemeClr val="accent1"/>
          </a:lnRef>
          <a:fillRef idx="0">
            <a:schemeClr val="accent1"/>
          </a:fillRef>
          <a:effectRef idx="0">
            <a:schemeClr val="accent1"/>
          </a:effectRef>
          <a:fontRef idx="minor">
            <a:schemeClr val="tx1"/>
          </a:fontRef>
        </p:style>
      </p:cxnSp>
      <p:cxnSp>
        <p:nvCxnSpPr>
          <p:cNvPr id="80" name="直接箭头连接符 79">
            <a:extLst>
              <a:ext uri="{FF2B5EF4-FFF2-40B4-BE49-F238E27FC236}">
                <a16:creationId xmlns:a16="http://schemas.microsoft.com/office/drawing/2014/main" id="{7DFC6097-1ECE-44C7-B3C8-D51FAD161872}"/>
              </a:ext>
            </a:extLst>
          </p:cNvPr>
          <p:cNvCxnSpPr>
            <a:cxnSpLocks/>
          </p:cNvCxnSpPr>
          <p:nvPr/>
        </p:nvCxnSpPr>
        <p:spPr>
          <a:xfrm>
            <a:off x="9809722" y="4936064"/>
            <a:ext cx="442331" cy="690050"/>
          </a:xfrm>
          <a:prstGeom prst="straightConnector1">
            <a:avLst/>
          </a:prstGeom>
          <a:ln w="63500">
            <a:solidFill>
              <a:schemeClr val="accent1">
                <a:lumMod val="75000"/>
              </a:schemeClr>
            </a:solidFill>
            <a:tailEnd type="triangle"/>
          </a:ln>
        </p:spPr>
        <p:style>
          <a:lnRef idx="1">
            <a:schemeClr val="accent1"/>
          </a:lnRef>
          <a:fillRef idx="0">
            <a:schemeClr val="accent1"/>
          </a:fillRef>
          <a:effectRef idx="0">
            <a:schemeClr val="accent1"/>
          </a:effectRef>
          <a:fontRef idx="minor">
            <a:schemeClr val="tx1"/>
          </a:fontRef>
        </p:style>
      </p:cxnSp>
      <p:cxnSp>
        <p:nvCxnSpPr>
          <p:cNvPr id="81" name="直接箭头连接符 80">
            <a:extLst>
              <a:ext uri="{FF2B5EF4-FFF2-40B4-BE49-F238E27FC236}">
                <a16:creationId xmlns:a16="http://schemas.microsoft.com/office/drawing/2014/main" id="{52024351-A682-4C4F-83F3-FB6438AB8C98}"/>
              </a:ext>
            </a:extLst>
          </p:cNvPr>
          <p:cNvCxnSpPr>
            <a:cxnSpLocks/>
          </p:cNvCxnSpPr>
          <p:nvPr/>
        </p:nvCxnSpPr>
        <p:spPr>
          <a:xfrm flipH="1">
            <a:off x="8834644" y="4979023"/>
            <a:ext cx="452664" cy="650508"/>
          </a:xfrm>
          <a:prstGeom prst="straightConnector1">
            <a:avLst/>
          </a:prstGeom>
          <a:ln w="63500">
            <a:solidFill>
              <a:schemeClr val="accent1">
                <a:lumMod val="75000"/>
              </a:schemeClr>
            </a:solidFill>
            <a:tailEnd type="triangle"/>
          </a:ln>
        </p:spPr>
        <p:style>
          <a:lnRef idx="1">
            <a:schemeClr val="accent1"/>
          </a:lnRef>
          <a:fillRef idx="0">
            <a:schemeClr val="accent1"/>
          </a:fillRef>
          <a:effectRef idx="0">
            <a:schemeClr val="accent1"/>
          </a:effectRef>
          <a:fontRef idx="minor">
            <a:schemeClr val="tx1"/>
          </a:fontRef>
        </p:style>
      </p:cxnSp>
    </p:spTree>
    <p:custDataLst>
      <p:tags r:id="rId1"/>
    </p:custDataLst>
    <p:extLst>
      <p:ext uri="{BB962C8B-B14F-4D97-AF65-F5344CB8AC3E}">
        <p14:creationId xmlns:p14="http://schemas.microsoft.com/office/powerpoint/2010/main" val="1591449031"/>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53" presetClass="entr" presetSubtype="16" fill="hold" nodeType="withEffect">
                                  <p:stCondLst>
                                    <p:cond delay="0"/>
                                  </p:stCondLst>
                                  <p:childTnLst>
                                    <p:set>
                                      <p:cBhvr>
                                        <p:cTn id="6" dur="1" fill="hold">
                                          <p:stCondLst>
                                            <p:cond delay="0"/>
                                          </p:stCondLst>
                                        </p:cTn>
                                        <p:tgtEl>
                                          <p:spTgt spid="44"/>
                                        </p:tgtEl>
                                        <p:attrNameLst>
                                          <p:attrName>style.visibility</p:attrName>
                                        </p:attrNameLst>
                                      </p:cBhvr>
                                      <p:to>
                                        <p:strVal val="visible"/>
                                      </p:to>
                                    </p:set>
                                    <p:anim calcmode="lin" valueType="num">
                                      <p:cBhvr>
                                        <p:cTn id="7" dur="500" fill="hold"/>
                                        <p:tgtEl>
                                          <p:spTgt spid="44"/>
                                        </p:tgtEl>
                                        <p:attrNameLst>
                                          <p:attrName>ppt_w</p:attrName>
                                        </p:attrNameLst>
                                      </p:cBhvr>
                                      <p:tavLst>
                                        <p:tav tm="0">
                                          <p:val>
                                            <p:fltVal val="0"/>
                                          </p:val>
                                        </p:tav>
                                        <p:tav tm="100000">
                                          <p:val>
                                            <p:strVal val="#ppt_w"/>
                                          </p:val>
                                        </p:tav>
                                      </p:tavLst>
                                    </p:anim>
                                    <p:anim calcmode="lin" valueType="num">
                                      <p:cBhvr>
                                        <p:cTn id="8" dur="500" fill="hold"/>
                                        <p:tgtEl>
                                          <p:spTgt spid="44"/>
                                        </p:tgtEl>
                                        <p:attrNameLst>
                                          <p:attrName>ppt_h</p:attrName>
                                        </p:attrNameLst>
                                      </p:cBhvr>
                                      <p:tavLst>
                                        <p:tav tm="0">
                                          <p:val>
                                            <p:fltVal val="0"/>
                                          </p:val>
                                        </p:tav>
                                        <p:tav tm="100000">
                                          <p:val>
                                            <p:strVal val="#ppt_h"/>
                                          </p:val>
                                        </p:tav>
                                      </p:tavLst>
                                    </p:anim>
                                    <p:animEffect transition="in" filter="fade">
                                      <p:cBhvr>
                                        <p:cTn id="9" dur="500"/>
                                        <p:tgtEl>
                                          <p:spTgt spid="44"/>
                                        </p:tgtEl>
                                      </p:cBhvr>
                                    </p:animEffect>
                                  </p:childTnLst>
                                </p:cTn>
                              </p:par>
                            </p:childTnLst>
                          </p:cTn>
                        </p:par>
                      </p:childTnLst>
                    </p:cTn>
                  </p:par>
                  <p:par>
                    <p:cTn id="10" fill="hold">
                      <p:stCondLst>
                        <p:cond delay="indefinite"/>
                      </p:stCondLst>
                      <p:childTnLst>
                        <p:par>
                          <p:cTn id="11" fill="hold">
                            <p:stCondLst>
                              <p:cond delay="0"/>
                            </p:stCondLst>
                            <p:childTnLst>
                              <p:par>
                                <p:cTn id="12" presetID="22" presetClass="entr" presetSubtype="4" fill="hold" nodeType="clickEffect">
                                  <p:stCondLst>
                                    <p:cond delay="0"/>
                                  </p:stCondLst>
                                  <p:childTnLst>
                                    <p:set>
                                      <p:cBhvr>
                                        <p:cTn id="13" dur="1" fill="hold">
                                          <p:stCondLst>
                                            <p:cond delay="0"/>
                                          </p:stCondLst>
                                        </p:cTn>
                                        <p:tgtEl>
                                          <p:spTgt spid="58"/>
                                        </p:tgtEl>
                                        <p:attrNameLst>
                                          <p:attrName>style.visibility</p:attrName>
                                        </p:attrNameLst>
                                      </p:cBhvr>
                                      <p:to>
                                        <p:strVal val="visible"/>
                                      </p:to>
                                    </p:set>
                                    <p:animEffect transition="in" filter="wipe(down)">
                                      <p:cBhvr>
                                        <p:cTn id="14" dur="1000"/>
                                        <p:tgtEl>
                                          <p:spTgt spid="58"/>
                                        </p:tgtEl>
                                      </p:cBhvr>
                                    </p:animEffect>
                                  </p:childTnLst>
                                </p:cTn>
                              </p:par>
                              <p:par>
                                <p:cTn id="15" presetID="22" presetClass="entr" presetSubtype="4" fill="hold" nodeType="withEffect">
                                  <p:stCondLst>
                                    <p:cond delay="0"/>
                                  </p:stCondLst>
                                  <p:childTnLst>
                                    <p:set>
                                      <p:cBhvr>
                                        <p:cTn id="16" dur="1" fill="hold">
                                          <p:stCondLst>
                                            <p:cond delay="0"/>
                                          </p:stCondLst>
                                        </p:cTn>
                                        <p:tgtEl>
                                          <p:spTgt spid="59"/>
                                        </p:tgtEl>
                                        <p:attrNameLst>
                                          <p:attrName>style.visibility</p:attrName>
                                        </p:attrNameLst>
                                      </p:cBhvr>
                                      <p:to>
                                        <p:strVal val="visible"/>
                                      </p:to>
                                    </p:set>
                                    <p:animEffect transition="in" filter="wipe(down)">
                                      <p:cBhvr>
                                        <p:cTn id="17" dur="1000"/>
                                        <p:tgtEl>
                                          <p:spTgt spid="59"/>
                                        </p:tgtEl>
                                      </p:cBhvr>
                                    </p:animEffect>
                                  </p:childTnLst>
                                </p:cTn>
                              </p:par>
                              <p:par>
                                <p:cTn id="18" presetID="22" presetClass="entr" presetSubtype="4" fill="hold" nodeType="withEffect">
                                  <p:stCondLst>
                                    <p:cond delay="0"/>
                                  </p:stCondLst>
                                  <p:childTnLst>
                                    <p:set>
                                      <p:cBhvr>
                                        <p:cTn id="19" dur="1" fill="hold">
                                          <p:stCondLst>
                                            <p:cond delay="0"/>
                                          </p:stCondLst>
                                        </p:cTn>
                                        <p:tgtEl>
                                          <p:spTgt spid="64"/>
                                        </p:tgtEl>
                                        <p:attrNameLst>
                                          <p:attrName>style.visibility</p:attrName>
                                        </p:attrNameLst>
                                      </p:cBhvr>
                                      <p:to>
                                        <p:strVal val="visible"/>
                                      </p:to>
                                    </p:set>
                                    <p:animEffect transition="in" filter="wipe(down)">
                                      <p:cBhvr>
                                        <p:cTn id="20" dur="1000"/>
                                        <p:tgtEl>
                                          <p:spTgt spid="64"/>
                                        </p:tgtEl>
                                      </p:cBhvr>
                                    </p:animEffect>
                                  </p:childTnLst>
                                </p:cTn>
                              </p:par>
                              <p:par>
                                <p:cTn id="21" presetID="22" presetClass="entr" presetSubtype="4" fill="hold" nodeType="withEffect">
                                  <p:stCondLst>
                                    <p:cond delay="0"/>
                                  </p:stCondLst>
                                  <p:childTnLst>
                                    <p:set>
                                      <p:cBhvr>
                                        <p:cTn id="22" dur="1" fill="hold">
                                          <p:stCondLst>
                                            <p:cond delay="0"/>
                                          </p:stCondLst>
                                        </p:cTn>
                                        <p:tgtEl>
                                          <p:spTgt spid="65"/>
                                        </p:tgtEl>
                                        <p:attrNameLst>
                                          <p:attrName>style.visibility</p:attrName>
                                        </p:attrNameLst>
                                      </p:cBhvr>
                                      <p:to>
                                        <p:strVal val="visible"/>
                                      </p:to>
                                    </p:set>
                                    <p:animEffect transition="in" filter="wipe(down)">
                                      <p:cBhvr>
                                        <p:cTn id="23" dur="1000"/>
                                        <p:tgtEl>
                                          <p:spTgt spid="65"/>
                                        </p:tgtEl>
                                      </p:cBhvr>
                                    </p:animEffect>
                                  </p:childTnLst>
                                </p:cTn>
                              </p:par>
                              <p:par>
                                <p:cTn id="24" presetID="49" presetClass="entr" presetSubtype="0" decel="100000" fill="hold" nodeType="withEffect">
                                  <p:stCondLst>
                                    <p:cond delay="600"/>
                                  </p:stCondLst>
                                  <p:childTnLst>
                                    <p:set>
                                      <p:cBhvr>
                                        <p:cTn id="25" dur="1" fill="hold">
                                          <p:stCondLst>
                                            <p:cond delay="0"/>
                                          </p:stCondLst>
                                        </p:cTn>
                                        <p:tgtEl>
                                          <p:spTgt spid="60"/>
                                        </p:tgtEl>
                                        <p:attrNameLst>
                                          <p:attrName>style.visibility</p:attrName>
                                        </p:attrNameLst>
                                      </p:cBhvr>
                                      <p:to>
                                        <p:strVal val="visible"/>
                                      </p:to>
                                    </p:set>
                                    <p:anim calcmode="lin" valueType="num">
                                      <p:cBhvr>
                                        <p:cTn id="26" dur="500" fill="hold"/>
                                        <p:tgtEl>
                                          <p:spTgt spid="60"/>
                                        </p:tgtEl>
                                        <p:attrNameLst>
                                          <p:attrName>ppt_w</p:attrName>
                                        </p:attrNameLst>
                                      </p:cBhvr>
                                      <p:tavLst>
                                        <p:tav tm="0">
                                          <p:val>
                                            <p:fltVal val="0"/>
                                          </p:val>
                                        </p:tav>
                                        <p:tav tm="100000">
                                          <p:val>
                                            <p:strVal val="#ppt_w"/>
                                          </p:val>
                                        </p:tav>
                                      </p:tavLst>
                                    </p:anim>
                                    <p:anim calcmode="lin" valueType="num">
                                      <p:cBhvr>
                                        <p:cTn id="27" dur="500" fill="hold"/>
                                        <p:tgtEl>
                                          <p:spTgt spid="60"/>
                                        </p:tgtEl>
                                        <p:attrNameLst>
                                          <p:attrName>ppt_h</p:attrName>
                                        </p:attrNameLst>
                                      </p:cBhvr>
                                      <p:tavLst>
                                        <p:tav tm="0">
                                          <p:val>
                                            <p:fltVal val="0"/>
                                          </p:val>
                                        </p:tav>
                                        <p:tav tm="100000">
                                          <p:val>
                                            <p:strVal val="#ppt_h"/>
                                          </p:val>
                                        </p:tav>
                                      </p:tavLst>
                                    </p:anim>
                                    <p:anim calcmode="lin" valueType="num">
                                      <p:cBhvr>
                                        <p:cTn id="28" dur="500" fill="hold"/>
                                        <p:tgtEl>
                                          <p:spTgt spid="60"/>
                                        </p:tgtEl>
                                        <p:attrNameLst>
                                          <p:attrName>style.rotation</p:attrName>
                                        </p:attrNameLst>
                                      </p:cBhvr>
                                      <p:tavLst>
                                        <p:tav tm="0">
                                          <p:val>
                                            <p:fltVal val="360"/>
                                          </p:val>
                                        </p:tav>
                                        <p:tav tm="100000">
                                          <p:val>
                                            <p:fltVal val="0"/>
                                          </p:val>
                                        </p:tav>
                                      </p:tavLst>
                                    </p:anim>
                                    <p:animEffect transition="in" filter="fade">
                                      <p:cBhvr>
                                        <p:cTn id="29" dur="500"/>
                                        <p:tgtEl>
                                          <p:spTgt spid="60"/>
                                        </p:tgtEl>
                                      </p:cBhvr>
                                    </p:animEffect>
                                  </p:childTnLst>
                                </p:cTn>
                              </p:par>
                              <p:par>
                                <p:cTn id="30" presetID="49" presetClass="entr" presetSubtype="0" decel="100000" fill="hold" nodeType="withEffect">
                                  <p:stCondLst>
                                    <p:cond delay="600"/>
                                  </p:stCondLst>
                                  <p:childTnLst>
                                    <p:set>
                                      <p:cBhvr>
                                        <p:cTn id="31" dur="1" fill="hold">
                                          <p:stCondLst>
                                            <p:cond delay="0"/>
                                          </p:stCondLst>
                                        </p:cTn>
                                        <p:tgtEl>
                                          <p:spTgt spid="66"/>
                                        </p:tgtEl>
                                        <p:attrNameLst>
                                          <p:attrName>style.visibility</p:attrName>
                                        </p:attrNameLst>
                                      </p:cBhvr>
                                      <p:to>
                                        <p:strVal val="visible"/>
                                      </p:to>
                                    </p:set>
                                    <p:anim calcmode="lin" valueType="num">
                                      <p:cBhvr>
                                        <p:cTn id="32" dur="500" fill="hold"/>
                                        <p:tgtEl>
                                          <p:spTgt spid="66"/>
                                        </p:tgtEl>
                                        <p:attrNameLst>
                                          <p:attrName>ppt_w</p:attrName>
                                        </p:attrNameLst>
                                      </p:cBhvr>
                                      <p:tavLst>
                                        <p:tav tm="0">
                                          <p:val>
                                            <p:fltVal val="0"/>
                                          </p:val>
                                        </p:tav>
                                        <p:tav tm="100000">
                                          <p:val>
                                            <p:strVal val="#ppt_w"/>
                                          </p:val>
                                        </p:tav>
                                      </p:tavLst>
                                    </p:anim>
                                    <p:anim calcmode="lin" valueType="num">
                                      <p:cBhvr>
                                        <p:cTn id="33" dur="500" fill="hold"/>
                                        <p:tgtEl>
                                          <p:spTgt spid="66"/>
                                        </p:tgtEl>
                                        <p:attrNameLst>
                                          <p:attrName>ppt_h</p:attrName>
                                        </p:attrNameLst>
                                      </p:cBhvr>
                                      <p:tavLst>
                                        <p:tav tm="0">
                                          <p:val>
                                            <p:fltVal val="0"/>
                                          </p:val>
                                        </p:tav>
                                        <p:tav tm="100000">
                                          <p:val>
                                            <p:strVal val="#ppt_h"/>
                                          </p:val>
                                        </p:tav>
                                      </p:tavLst>
                                    </p:anim>
                                    <p:anim calcmode="lin" valueType="num">
                                      <p:cBhvr>
                                        <p:cTn id="34" dur="500" fill="hold"/>
                                        <p:tgtEl>
                                          <p:spTgt spid="66"/>
                                        </p:tgtEl>
                                        <p:attrNameLst>
                                          <p:attrName>style.rotation</p:attrName>
                                        </p:attrNameLst>
                                      </p:cBhvr>
                                      <p:tavLst>
                                        <p:tav tm="0">
                                          <p:val>
                                            <p:fltVal val="360"/>
                                          </p:val>
                                        </p:tav>
                                        <p:tav tm="100000">
                                          <p:val>
                                            <p:fltVal val="0"/>
                                          </p:val>
                                        </p:tav>
                                      </p:tavLst>
                                    </p:anim>
                                    <p:animEffect transition="in" filter="fade">
                                      <p:cBhvr>
                                        <p:cTn id="35" dur="500"/>
                                        <p:tgtEl>
                                          <p:spTgt spid="66"/>
                                        </p:tgtEl>
                                      </p:cBhvr>
                                    </p:animEffect>
                                  </p:childTnLst>
                                </p:cTn>
                              </p:par>
                            </p:childTnLst>
                          </p:cTn>
                        </p:par>
                        <p:par>
                          <p:cTn id="36" fill="hold">
                            <p:stCondLst>
                              <p:cond delay="1100"/>
                            </p:stCondLst>
                            <p:childTnLst>
                              <p:par>
                                <p:cTn id="37" presetID="22" presetClass="entr" presetSubtype="1" fill="hold" nodeType="afterEffect">
                                  <p:stCondLst>
                                    <p:cond delay="0"/>
                                  </p:stCondLst>
                                  <p:childTnLst>
                                    <p:set>
                                      <p:cBhvr>
                                        <p:cTn id="38" dur="1" fill="hold">
                                          <p:stCondLst>
                                            <p:cond delay="0"/>
                                          </p:stCondLst>
                                        </p:cTn>
                                        <p:tgtEl>
                                          <p:spTgt spid="69"/>
                                        </p:tgtEl>
                                        <p:attrNameLst>
                                          <p:attrName>style.visibility</p:attrName>
                                        </p:attrNameLst>
                                      </p:cBhvr>
                                      <p:to>
                                        <p:strVal val="visible"/>
                                      </p:to>
                                    </p:set>
                                    <p:animEffect transition="in" filter="wipe(up)">
                                      <p:cBhvr>
                                        <p:cTn id="39" dur="1000"/>
                                        <p:tgtEl>
                                          <p:spTgt spid="69"/>
                                        </p:tgtEl>
                                      </p:cBhvr>
                                    </p:animEffect>
                                  </p:childTnLst>
                                </p:cTn>
                              </p:par>
                              <p:par>
                                <p:cTn id="40" presetID="22" presetClass="entr" presetSubtype="1" fill="hold" nodeType="withEffect">
                                  <p:stCondLst>
                                    <p:cond delay="0"/>
                                  </p:stCondLst>
                                  <p:childTnLst>
                                    <p:set>
                                      <p:cBhvr>
                                        <p:cTn id="41" dur="1" fill="hold">
                                          <p:stCondLst>
                                            <p:cond delay="0"/>
                                          </p:stCondLst>
                                        </p:cTn>
                                        <p:tgtEl>
                                          <p:spTgt spid="76"/>
                                        </p:tgtEl>
                                        <p:attrNameLst>
                                          <p:attrName>style.visibility</p:attrName>
                                        </p:attrNameLst>
                                      </p:cBhvr>
                                      <p:to>
                                        <p:strVal val="visible"/>
                                      </p:to>
                                    </p:set>
                                    <p:animEffect transition="in" filter="wipe(up)">
                                      <p:cBhvr>
                                        <p:cTn id="42" dur="1000"/>
                                        <p:tgtEl>
                                          <p:spTgt spid="76"/>
                                        </p:tgtEl>
                                      </p:cBhvr>
                                    </p:animEffect>
                                  </p:childTnLst>
                                </p:cTn>
                              </p:par>
                              <p:par>
                                <p:cTn id="43" presetID="22" presetClass="entr" presetSubtype="1" fill="hold" nodeType="withEffect">
                                  <p:stCondLst>
                                    <p:cond delay="0"/>
                                  </p:stCondLst>
                                  <p:childTnLst>
                                    <p:set>
                                      <p:cBhvr>
                                        <p:cTn id="44" dur="1" fill="hold">
                                          <p:stCondLst>
                                            <p:cond delay="0"/>
                                          </p:stCondLst>
                                        </p:cTn>
                                        <p:tgtEl>
                                          <p:spTgt spid="77"/>
                                        </p:tgtEl>
                                        <p:attrNameLst>
                                          <p:attrName>style.visibility</p:attrName>
                                        </p:attrNameLst>
                                      </p:cBhvr>
                                      <p:to>
                                        <p:strVal val="visible"/>
                                      </p:to>
                                    </p:set>
                                    <p:animEffect transition="in" filter="wipe(up)">
                                      <p:cBhvr>
                                        <p:cTn id="45" dur="1000"/>
                                        <p:tgtEl>
                                          <p:spTgt spid="77"/>
                                        </p:tgtEl>
                                      </p:cBhvr>
                                    </p:animEffect>
                                  </p:childTnLst>
                                </p:cTn>
                              </p:par>
                              <p:par>
                                <p:cTn id="46" presetID="22" presetClass="entr" presetSubtype="1" fill="hold" nodeType="withEffect">
                                  <p:stCondLst>
                                    <p:cond delay="0"/>
                                  </p:stCondLst>
                                  <p:childTnLst>
                                    <p:set>
                                      <p:cBhvr>
                                        <p:cTn id="47" dur="1" fill="hold">
                                          <p:stCondLst>
                                            <p:cond delay="0"/>
                                          </p:stCondLst>
                                        </p:cTn>
                                        <p:tgtEl>
                                          <p:spTgt spid="80"/>
                                        </p:tgtEl>
                                        <p:attrNameLst>
                                          <p:attrName>style.visibility</p:attrName>
                                        </p:attrNameLst>
                                      </p:cBhvr>
                                      <p:to>
                                        <p:strVal val="visible"/>
                                      </p:to>
                                    </p:set>
                                    <p:animEffect transition="in" filter="wipe(up)">
                                      <p:cBhvr>
                                        <p:cTn id="48" dur="1000"/>
                                        <p:tgtEl>
                                          <p:spTgt spid="80"/>
                                        </p:tgtEl>
                                      </p:cBhvr>
                                    </p:animEffect>
                                  </p:childTnLst>
                                </p:cTn>
                              </p:par>
                              <p:par>
                                <p:cTn id="49" presetID="22" presetClass="entr" presetSubtype="1" fill="hold" nodeType="withEffect">
                                  <p:stCondLst>
                                    <p:cond delay="0"/>
                                  </p:stCondLst>
                                  <p:childTnLst>
                                    <p:set>
                                      <p:cBhvr>
                                        <p:cTn id="50" dur="1" fill="hold">
                                          <p:stCondLst>
                                            <p:cond delay="0"/>
                                          </p:stCondLst>
                                        </p:cTn>
                                        <p:tgtEl>
                                          <p:spTgt spid="81"/>
                                        </p:tgtEl>
                                        <p:attrNameLst>
                                          <p:attrName>style.visibility</p:attrName>
                                        </p:attrNameLst>
                                      </p:cBhvr>
                                      <p:to>
                                        <p:strVal val="visible"/>
                                      </p:to>
                                    </p:set>
                                    <p:animEffect transition="in" filter="wipe(up)">
                                      <p:cBhvr>
                                        <p:cTn id="51" dur="1000"/>
                                        <p:tgtEl>
                                          <p:spTgt spid="81"/>
                                        </p:tgtEl>
                                      </p:cBhvr>
                                    </p:animEffect>
                                  </p:childTnLst>
                                </p:cTn>
                              </p:par>
                              <p:par>
                                <p:cTn id="52" presetID="22" presetClass="entr" presetSubtype="1" fill="hold" nodeType="withEffect">
                                  <p:stCondLst>
                                    <p:cond delay="0"/>
                                  </p:stCondLst>
                                  <p:childTnLst>
                                    <p:set>
                                      <p:cBhvr>
                                        <p:cTn id="53" dur="1" fill="hold">
                                          <p:stCondLst>
                                            <p:cond delay="0"/>
                                          </p:stCondLst>
                                        </p:cTn>
                                        <p:tgtEl>
                                          <p:spTgt spid="70"/>
                                        </p:tgtEl>
                                        <p:attrNameLst>
                                          <p:attrName>style.visibility</p:attrName>
                                        </p:attrNameLst>
                                      </p:cBhvr>
                                      <p:to>
                                        <p:strVal val="visible"/>
                                      </p:to>
                                    </p:set>
                                    <p:animEffect transition="in" filter="wipe(up)">
                                      <p:cBhvr>
                                        <p:cTn id="54" dur="1000"/>
                                        <p:tgtEl>
                                          <p:spTgt spid="70"/>
                                        </p:tgtEl>
                                      </p:cBhvr>
                                    </p:animEffect>
                                  </p:childTnLst>
                                </p:cTn>
                              </p:par>
                              <p:par>
                                <p:cTn id="55" presetID="22" presetClass="entr" presetSubtype="4" fill="hold" nodeType="withEffect">
                                  <p:stCondLst>
                                    <p:cond delay="0"/>
                                  </p:stCondLst>
                                  <p:childTnLst>
                                    <p:set>
                                      <p:cBhvr>
                                        <p:cTn id="56" dur="1" fill="hold">
                                          <p:stCondLst>
                                            <p:cond delay="0"/>
                                          </p:stCondLst>
                                        </p:cTn>
                                        <p:tgtEl>
                                          <p:spTgt spid="71"/>
                                        </p:tgtEl>
                                        <p:attrNameLst>
                                          <p:attrName>style.visibility</p:attrName>
                                        </p:attrNameLst>
                                      </p:cBhvr>
                                      <p:to>
                                        <p:strVal val="visible"/>
                                      </p:to>
                                    </p:set>
                                    <p:animEffect transition="in" filter="wipe(down)">
                                      <p:cBhvr>
                                        <p:cTn id="57" dur="1000"/>
                                        <p:tgtEl>
                                          <p:spTgt spid="71"/>
                                        </p:tgtEl>
                                      </p:cBhvr>
                                    </p:animEffect>
                                  </p:childTnLst>
                                </p:cTn>
                              </p:par>
                              <p:par>
                                <p:cTn id="58" presetID="22" presetClass="entr" presetSubtype="4" fill="hold" nodeType="withEffect">
                                  <p:stCondLst>
                                    <p:cond delay="0"/>
                                  </p:stCondLst>
                                  <p:childTnLst>
                                    <p:set>
                                      <p:cBhvr>
                                        <p:cTn id="59" dur="1" fill="hold">
                                          <p:stCondLst>
                                            <p:cond delay="0"/>
                                          </p:stCondLst>
                                        </p:cTn>
                                        <p:tgtEl>
                                          <p:spTgt spid="72"/>
                                        </p:tgtEl>
                                        <p:attrNameLst>
                                          <p:attrName>style.visibility</p:attrName>
                                        </p:attrNameLst>
                                      </p:cBhvr>
                                      <p:to>
                                        <p:strVal val="visible"/>
                                      </p:to>
                                    </p:set>
                                    <p:animEffect transition="in" filter="wipe(down)">
                                      <p:cBhvr>
                                        <p:cTn id="60" dur="1000"/>
                                        <p:tgtEl>
                                          <p:spTgt spid="72"/>
                                        </p:tgtEl>
                                      </p:cBhvr>
                                    </p:animEffect>
                                  </p:childTnLst>
                                </p:cTn>
                              </p:par>
                              <p:par>
                                <p:cTn id="61" presetID="49" presetClass="entr" presetSubtype="0" decel="100000" fill="hold" nodeType="withEffect">
                                  <p:stCondLst>
                                    <p:cond delay="600"/>
                                  </p:stCondLst>
                                  <p:childTnLst>
                                    <p:set>
                                      <p:cBhvr>
                                        <p:cTn id="62" dur="1" fill="hold">
                                          <p:stCondLst>
                                            <p:cond delay="0"/>
                                          </p:stCondLst>
                                        </p:cTn>
                                        <p:tgtEl>
                                          <p:spTgt spid="73"/>
                                        </p:tgtEl>
                                        <p:attrNameLst>
                                          <p:attrName>style.visibility</p:attrName>
                                        </p:attrNameLst>
                                      </p:cBhvr>
                                      <p:to>
                                        <p:strVal val="visible"/>
                                      </p:to>
                                    </p:set>
                                    <p:anim calcmode="lin" valueType="num">
                                      <p:cBhvr>
                                        <p:cTn id="63" dur="500" fill="hold"/>
                                        <p:tgtEl>
                                          <p:spTgt spid="73"/>
                                        </p:tgtEl>
                                        <p:attrNameLst>
                                          <p:attrName>ppt_w</p:attrName>
                                        </p:attrNameLst>
                                      </p:cBhvr>
                                      <p:tavLst>
                                        <p:tav tm="0">
                                          <p:val>
                                            <p:fltVal val="0"/>
                                          </p:val>
                                        </p:tav>
                                        <p:tav tm="100000">
                                          <p:val>
                                            <p:strVal val="#ppt_w"/>
                                          </p:val>
                                        </p:tav>
                                      </p:tavLst>
                                    </p:anim>
                                    <p:anim calcmode="lin" valueType="num">
                                      <p:cBhvr>
                                        <p:cTn id="64" dur="500" fill="hold"/>
                                        <p:tgtEl>
                                          <p:spTgt spid="73"/>
                                        </p:tgtEl>
                                        <p:attrNameLst>
                                          <p:attrName>ppt_h</p:attrName>
                                        </p:attrNameLst>
                                      </p:cBhvr>
                                      <p:tavLst>
                                        <p:tav tm="0">
                                          <p:val>
                                            <p:fltVal val="0"/>
                                          </p:val>
                                        </p:tav>
                                        <p:tav tm="100000">
                                          <p:val>
                                            <p:strVal val="#ppt_h"/>
                                          </p:val>
                                        </p:tav>
                                      </p:tavLst>
                                    </p:anim>
                                    <p:anim calcmode="lin" valueType="num">
                                      <p:cBhvr>
                                        <p:cTn id="65" dur="500" fill="hold"/>
                                        <p:tgtEl>
                                          <p:spTgt spid="73"/>
                                        </p:tgtEl>
                                        <p:attrNameLst>
                                          <p:attrName>style.rotation</p:attrName>
                                        </p:attrNameLst>
                                      </p:cBhvr>
                                      <p:tavLst>
                                        <p:tav tm="0">
                                          <p:val>
                                            <p:fltVal val="360"/>
                                          </p:val>
                                        </p:tav>
                                        <p:tav tm="100000">
                                          <p:val>
                                            <p:fltVal val="0"/>
                                          </p:val>
                                        </p:tav>
                                      </p:tavLst>
                                    </p:anim>
                                    <p:animEffect transition="in" filter="fade">
                                      <p:cBhvr>
                                        <p:cTn id="66" dur="500"/>
                                        <p:tgtEl>
                                          <p:spTgt spid="73"/>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37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44" name="组合 43">
            <a:extLst>
              <a:ext uri="{FF2B5EF4-FFF2-40B4-BE49-F238E27FC236}">
                <a16:creationId xmlns:a16="http://schemas.microsoft.com/office/drawing/2014/main" id="{51DE5E5F-E1FA-425D-AC4E-A56D0A7C6609}"/>
              </a:ext>
            </a:extLst>
          </p:cNvPr>
          <p:cNvGrpSpPr/>
          <p:nvPr/>
        </p:nvGrpSpPr>
        <p:grpSpPr>
          <a:xfrm>
            <a:off x="1347091" y="1385678"/>
            <a:ext cx="9523978" cy="3106109"/>
            <a:chOff x="1078735" y="2956105"/>
            <a:chExt cx="2802358" cy="3106109"/>
          </a:xfrm>
        </p:grpSpPr>
        <p:sp>
          <p:nvSpPr>
            <p:cNvPr id="46" name="矩形: 圆角 45">
              <a:extLst>
                <a:ext uri="{FF2B5EF4-FFF2-40B4-BE49-F238E27FC236}">
                  <a16:creationId xmlns:a16="http://schemas.microsoft.com/office/drawing/2014/main" id="{40E83DAE-87A0-4E8F-9F96-EEA6DF52BA8C}"/>
                </a:ext>
              </a:extLst>
            </p:cNvPr>
            <p:cNvSpPr/>
            <p:nvPr/>
          </p:nvSpPr>
          <p:spPr>
            <a:xfrm>
              <a:off x="1078735" y="2959737"/>
              <a:ext cx="2802358" cy="3102477"/>
            </a:xfrm>
            <a:prstGeom prst="roundRect">
              <a:avLst/>
            </a:prstGeom>
            <a:solidFill>
              <a:schemeClr val="bg1">
                <a:lumMod val="95000"/>
              </a:schemeClr>
            </a:solidFill>
            <a:ln>
              <a:solidFill>
                <a:schemeClr val="tx1"/>
              </a:solidFill>
            </a:ln>
          </p:spPr>
          <p:style>
            <a:lnRef idx="2">
              <a:schemeClr val="accent3">
                <a:shade val="50000"/>
              </a:schemeClr>
            </a:lnRef>
            <a:fillRef idx="1">
              <a:schemeClr val="accent3"/>
            </a:fillRef>
            <a:effectRef idx="0">
              <a:schemeClr val="accent3"/>
            </a:effectRef>
            <a:fontRef idx="minor">
              <a:schemeClr val="lt1"/>
            </a:fontRef>
          </p:style>
          <p:txBody>
            <a:bodyPr rtlCol="0" anchor="ctr"/>
            <a:lstStyle/>
            <a:p>
              <a:pPr algn="ctr"/>
              <a:endParaRPr lang="zh-CN" altLang="en-US"/>
            </a:p>
          </p:txBody>
        </p:sp>
        <p:sp>
          <p:nvSpPr>
            <p:cNvPr id="53" name="文本框 52">
              <a:extLst>
                <a:ext uri="{FF2B5EF4-FFF2-40B4-BE49-F238E27FC236}">
                  <a16:creationId xmlns:a16="http://schemas.microsoft.com/office/drawing/2014/main" id="{3276BE0C-EB68-450A-BFD3-9437FE9BC71F}"/>
                </a:ext>
              </a:extLst>
            </p:cNvPr>
            <p:cNvSpPr txBox="1"/>
            <p:nvPr/>
          </p:nvSpPr>
          <p:spPr>
            <a:xfrm>
              <a:off x="1885149" y="2956105"/>
              <a:ext cx="1122232" cy="369332"/>
            </a:xfrm>
            <a:prstGeom prst="rect">
              <a:avLst/>
            </a:prstGeom>
            <a:noFill/>
          </p:spPr>
          <p:txBody>
            <a:bodyPr wrap="square" rtlCol="0">
              <a:spAutoFit/>
            </a:bodyPr>
            <a:lstStyle/>
            <a:p>
              <a:pPr algn="ctr"/>
              <a:r>
                <a:rPr lang="zh-CN" altLang="en-US" b="1" dirty="0">
                  <a:latin typeface="+mn-ea"/>
                </a:rPr>
                <a:t>一个更大碰撞域</a:t>
              </a:r>
            </a:p>
          </p:txBody>
        </p:sp>
      </p:grpSp>
      <p:cxnSp>
        <p:nvCxnSpPr>
          <p:cNvPr id="47" name="直接连接符 46">
            <a:extLst>
              <a:ext uri="{FF2B5EF4-FFF2-40B4-BE49-F238E27FC236}">
                <a16:creationId xmlns:a16="http://schemas.microsoft.com/office/drawing/2014/main" id="{BE7F0A05-6C26-49FC-9A13-737D8B160856}"/>
              </a:ext>
            </a:extLst>
          </p:cNvPr>
          <p:cNvCxnSpPr>
            <a:cxnSpLocks/>
          </p:cNvCxnSpPr>
          <p:nvPr/>
        </p:nvCxnSpPr>
        <p:spPr>
          <a:xfrm flipH="1">
            <a:off x="2792564" y="1992671"/>
            <a:ext cx="3303436" cy="834277"/>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0" name="直接连接符 49">
            <a:extLst>
              <a:ext uri="{FF2B5EF4-FFF2-40B4-BE49-F238E27FC236}">
                <a16:creationId xmlns:a16="http://schemas.microsoft.com/office/drawing/2014/main" id="{F22E2276-51BB-4A78-8A98-A520FCCD241F}"/>
              </a:ext>
            </a:extLst>
          </p:cNvPr>
          <p:cNvCxnSpPr>
            <a:cxnSpLocks/>
          </p:cNvCxnSpPr>
          <p:nvPr/>
        </p:nvCxnSpPr>
        <p:spPr>
          <a:xfrm>
            <a:off x="6093016" y="1992671"/>
            <a:ext cx="3412601" cy="851361"/>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grpSp>
        <p:nvGrpSpPr>
          <p:cNvPr id="4" name="组合 3">
            <a:extLst>
              <a:ext uri="{FF2B5EF4-FFF2-40B4-BE49-F238E27FC236}">
                <a16:creationId xmlns:a16="http://schemas.microsoft.com/office/drawing/2014/main" id="{9A1EA9F2-FCB6-48C3-935F-7AE7E3AD14AC}"/>
              </a:ext>
            </a:extLst>
          </p:cNvPr>
          <p:cNvGrpSpPr/>
          <p:nvPr/>
        </p:nvGrpSpPr>
        <p:grpSpPr>
          <a:xfrm>
            <a:off x="304799" y="749300"/>
            <a:ext cx="6192344" cy="400110"/>
            <a:chOff x="424116" y="898245"/>
            <a:chExt cx="6192344" cy="400110"/>
          </a:xfrm>
        </p:grpSpPr>
        <p:sp>
          <p:nvSpPr>
            <p:cNvPr id="2" name="平行四边形 1">
              <a:extLst>
                <a:ext uri="{FF2B5EF4-FFF2-40B4-BE49-F238E27FC236}">
                  <a16:creationId xmlns:a16="http://schemas.microsoft.com/office/drawing/2014/main" id="{1F5BAA3F-9845-4F89-A2DD-8222D3E4EDAC}"/>
                </a:ext>
              </a:extLst>
            </p:cNvPr>
            <p:cNvSpPr/>
            <p:nvPr/>
          </p:nvSpPr>
          <p:spPr>
            <a:xfrm>
              <a:off x="424116" y="898245"/>
              <a:ext cx="688541" cy="387090"/>
            </a:xfrm>
            <a:prstGeom prst="parallelogram">
              <a:avLst/>
            </a:prstGeom>
            <a:solidFill>
              <a:schemeClr val="accent3">
                <a:lumMod val="75000"/>
              </a:schemeClr>
            </a:solidFill>
            <a:ln>
              <a:solidFill>
                <a:schemeClr val="accent3">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CN" sz="2200" dirty="0">
                  <a:latin typeface="Impact" panose="020B0806030902050204" pitchFamily="34" charset="0"/>
                </a:rPr>
                <a:t>02</a:t>
              </a:r>
              <a:endParaRPr lang="zh-CN" altLang="en-US" sz="2200" dirty="0">
                <a:latin typeface="Impact" panose="020B0806030902050204" pitchFamily="34" charset="0"/>
              </a:endParaRPr>
            </a:p>
          </p:txBody>
        </p:sp>
        <p:sp>
          <p:nvSpPr>
            <p:cNvPr id="3" name="文本框 2">
              <a:extLst>
                <a:ext uri="{FF2B5EF4-FFF2-40B4-BE49-F238E27FC236}">
                  <a16:creationId xmlns:a16="http://schemas.microsoft.com/office/drawing/2014/main" id="{4D6BD736-A4D3-4F26-AFED-36E11F50F70B}"/>
                </a:ext>
              </a:extLst>
            </p:cNvPr>
            <p:cNvSpPr txBox="1"/>
            <p:nvPr/>
          </p:nvSpPr>
          <p:spPr>
            <a:xfrm>
              <a:off x="1178441" y="898245"/>
              <a:ext cx="5438019" cy="400110"/>
            </a:xfrm>
            <a:prstGeom prst="rect">
              <a:avLst/>
            </a:prstGeom>
            <a:noFill/>
          </p:spPr>
          <p:txBody>
            <a:bodyPr wrap="square" rtlCol="0">
              <a:spAutoFit/>
            </a:bodyPr>
            <a:lstStyle/>
            <a:p>
              <a:r>
                <a:rPr lang="zh-CN" altLang="en-US" sz="2000" b="1" dirty="0"/>
                <a:t>扩展共享式以太网的覆盖范围和站点数量</a:t>
              </a:r>
              <a:endParaRPr lang="en-US" altLang="zh-CN" sz="2000" b="1" dirty="0"/>
            </a:p>
          </p:txBody>
        </p:sp>
      </p:grpSp>
      <p:grpSp>
        <p:nvGrpSpPr>
          <p:cNvPr id="34" name="组合 33">
            <a:extLst>
              <a:ext uri="{FF2B5EF4-FFF2-40B4-BE49-F238E27FC236}">
                <a16:creationId xmlns:a16="http://schemas.microsoft.com/office/drawing/2014/main" id="{508E26A0-099A-4801-99EB-E437C9393818}"/>
              </a:ext>
            </a:extLst>
          </p:cNvPr>
          <p:cNvGrpSpPr/>
          <p:nvPr/>
        </p:nvGrpSpPr>
        <p:grpSpPr>
          <a:xfrm>
            <a:off x="1332530" y="2253632"/>
            <a:ext cx="2539572" cy="2056446"/>
            <a:chOff x="1049658" y="3825873"/>
            <a:chExt cx="2539572" cy="2056446"/>
          </a:xfrm>
        </p:grpSpPr>
        <p:sp>
          <p:nvSpPr>
            <p:cNvPr id="9" name="文本框 8">
              <a:extLst>
                <a:ext uri="{FF2B5EF4-FFF2-40B4-BE49-F238E27FC236}">
                  <a16:creationId xmlns:a16="http://schemas.microsoft.com/office/drawing/2014/main" id="{CEF6591C-DB0C-4AE8-AACF-563B064CB2AA}"/>
                </a:ext>
              </a:extLst>
            </p:cNvPr>
            <p:cNvSpPr txBox="1"/>
            <p:nvPr/>
          </p:nvSpPr>
          <p:spPr>
            <a:xfrm>
              <a:off x="1049658" y="4153065"/>
              <a:ext cx="1122232" cy="646331"/>
            </a:xfrm>
            <a:prstGeom prst="rect">
              <a:avLst/>
            </a:prstGeom>
            <a:noFill/>
          </p:spPr>
          <p:txBody>
            <a:bodyPr wrap="square" rtlCol="0">
              <a:spAutoFit/>
            </a:bodyPr>
            <a:lstStyle/>
            <a:p>
              <a:pPr algn="ctr"/>
              <a:r>
                <a:rPr lang="en-US" altLang="zh-CN" b="1" dirty="0">
                  <a:latin typeface="Arial Narrow" panose="020B0606020202030204" pitchFamily="34" charset="0"/>
                </a:rPr>
                <a:t>10BASE-T</a:t>
              </a:r>
            </a:p>
            <a:p>
              <a:pPr algn="ctr"/>
              <a:r>
                <a:rPr lang="zh-CN" altLang="en-US" b="1" dirty="0">
                  <a:latin typeface="Arial Narrow" panose="020B0606020202030204" pitchFamily="34" charset="0"/>
                </a:rPr>
                <a:t>集线器</a:t>
              </a:r>
            </a:p>
          </p:txBody>
        </p:sp>
        <p:cxnSp>
          <p:nvCxnSpPr>
            <p:cNvPr id="10" name="直接连接符 9">
              <a:extLst>
                <a:ext uri="{FF2B5EF4-FFF2-40B4-BE49-F238E27FC236}">
                  <a16:creationId xmlns:a16="http://schemas.microsoft.com/office/drawing/2014/main" id="{04363B87-D1DA-4511-B3B5-00C36EDE5910}"/>
                </a:ext>
              </a:extLst>
            </p:cNvPr>
            <p:cNvCxnSpPr/>
            <p:nvPr/>
          </p:nvCxnSpPr>
          <p:spPr>
            <a:xfrm flipV="1">
              <a:off x="1713673" y="4456166"/>
              <a:ext cx="794479" cy="1105612"/>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1" name="直接连接符 10">
              <a:extLst>
                <a:ext uri="{FF2B5EF4-FFF2-40B4-BE49-F238E27FC236}">
                  <a16:creationId xmlns:a16="http://schemas.microsoft.com/office/drawing/2014/main" id="{60872F55-B642-4F64-8D1A-D6050B6A2E77}"/>
                </a:ext>
              </a:extLst>
            </p:cNvPr>
            <p:cNvCxnSpPr>
              <a:cxnSpLocks/>
            </p:cNvCxnSpPr>
            <p:nvPr/>
          </p:nvCxnSpPr>
          <p:spPr>
            <a:xfrm flipH="1" flipV="1">
              <a:off x="2656896" y="4456166"/>
              <a:ext cx="628049" cy="983748"/>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2" name="直接连接符 11">
              <a:extLst>
                <a:ext uri="{FF2B5EF4-FFF2-40B4-BE49-F238E27FC236}">
                  <a16:creationId xmlns:a16="http://schemas.microsoft.com/office/drawing/2014/main" id="{92D6AE38-E76C-4B8B-8C7A-3472DC1688A5}"/>
                </a:ext>
              </a:extLst>
            </p:cNvPr>
            <p:cNvCxnSpPr/>
            <p:nvPr/>
          </p:nvCxnSpPr>
          <p:spPr>
            <a:xfrm>
              <a:off x="2545972" y="4453932"/>
              <a:ext cx="0" cy="1062182"/>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pic>
          <p:nvPicPr>
            <p:cNvPr id="13" name="图形 10">
              <a:extLst>
                <a:ext uri="{FF2B5EF4-FFF2-40B4-BE49-F238E27FC236}">
                  <a16:creationId xmlns:a16="http://schemas.microsoft.com/office/drawing/2014/main" id="{F63D5EC6-8F18-4A0E-BF45-463A9BF63D75}"/>
                </a:ext>
              </a:extLst>
            </p:cNvPr>
            <p:cNvPicPr>
              <a:picLocks noChangeAspect="1"/>
            </p:cNvPicPr>
            <p:nvPr/>
          </p:nvPicPr>
          <p:blipFill>
            <a:blip r:embed="rId3">
              <a:extLst>
                <a:ext uri="{28A0092B-C50C-407E-A947-70E740481C1C}">
                  <a14:useLocalDpi xmlns:a14="http://schemas.microsoft.com/office/drawing/2010/main" val="0"/>
                </a:ext>
                <a:ext uri="{96DAC541-7B7A-43D3-8B79-37D633B846F1}">
                  <asvg:svgBlip xmlns:asvg="http://schemas.microsoft.com/office/drawing/2016/SVG/main" r:embed="rId4"/>
                </a:ext>
              </a:extLst>
            </a:blip>
            <a:stretch>
              <a:fillRect/>
            </a:stretch>
          </p:blipFill>
          <p:spPr>
            <a:xfrm>
              <a:off x="1303299" y="5241237"/>
              <a:ext cx="662814" cy="641082"/>
            </a:xfrm>
            <a:prstGeom prst="rect">
              <a:avLst/>
            </a:prstGeom>
          </p:spPr>
        </p:pic>
        <p:pic>
          <p:nvPicPr>
            <p:cNvPr id="14" name="图形 10">
              <a:extLst>
                <a:ext uri="{FF2B5EF4-FFF2-40B4-BE49-F238E27FC236}">
                  <a16:creationId xmlns:a16="http://schemas.microsoft.com/office/drawing/2014/main" id="{FA4B4571-9F99-4A7A-A56B-8652FBFB16DA}"/>
                </a:ext>
              </a:extLst>
            </p:cNvPr>
            <p:cNvPicPr>
              <a:picLocks noChangeAspect="1"/>
            </p:cNvPicPr>
            <p:nvPr/>
          </p:nvPicPr>
          <p:blipFill>
            <a:blip r:embed="rId3">
              <a:extLst>
                <a:ext uri="{28A0092B-C50C-407E-A947-70E740481C1C}">
                  <a14:useLocalDpi xmlns:a14="http://schemas.microsoft.com/office/drawing/2010/main" val="0"/>
                </a:ext>
                <a:ext uri="{96DAC541-7B7A-43D3-8B79-37D633B846F1}">
                  <asvg:svgBlip xmlns:asvg="http://schemas.microsoft.com/office/drawing/2016/SVG/main" r:embed="rId4"/>
                </a:ext>
              </a:extLst>
            </a:blip>
            <a:stretch>
              <a:fillRect/>
            </a:stretch>
          </p:blipFill>
          <p:spPr>
            <a:xfrm>
              <a:off x="2926416" y="5241237"/>
              <a:ext cx="662814" cy="641082"/>
            </a:xfrm>
            <a:prstGeom prst="rect">
              <a:avLst/>
            </a:prstGeom>
          </p:spPr>
        </p:pic>
        <p:pic>
          <p:nvPicPr>
            <p:cNvPr id="15" name="图片 14" descr="文本&#10;&#10;描述已自动生成">
              <a:extLst>
                <a:ext uri="{FF2B5EF4-FFF2-40B4-BE49-F238E27FC236}">
                  <a16:creationId xmlns:a16="http://schemas.microsoft.com/office/drawing/2014/main" id="{25EF260B-EFEC-4F36-AD67-45C183E822CC}"/>
                </a:ext>
              </a:extLst>
            </p:cNvPr>
            <p:cNvPicPr>
              <a:picLocks noChangeAspect="1"/>
            </p:cNvPicPr>
            <p:nvPr/>
          </p:nvPicPr>
          <p:blipFill>
            <a:blip r:embed="rId5">
              <a:extLst>
                <a:ext uri="{28A0092B-C50C-407E-A947-70E740481C1C}">
                  <a14:useLocalDpi xmlns:a14="http://schemas.microsoft.com/office/drawing/2010/main" val="0"/>
                </a:ext>
              </a:extLst>
            </a:blip>
            <a:stretch>
              <a:fillRect/>
            </a:stretch>
          </p:blipFill>
          <p:spPr>
            <a:xfrm>
              <a:off x="2127179" y="4216486"/>
              <a:ext cx="705470" cy="661378"/>
            </a:xfrm>
            <a:prstGeom prst="rect">
              <a:avLst/>
            </a:prstGeom>
          </p:spPr>
        </p:pic>
        <p:pic>
          <p:nvPicPr>
            <p:cNvPr id="16" name="图形 10">
              <a:extLst>
                <a:ext uri="{FF2B5EF4-FFF2-40B4-BE49-F238E27FC236}">
                  <a16:creationId xmlns:a16="http://schemas.microsoft.com/office/drawing/2014/main" id="{C94D8124-E75C-41FD-917C-96D2A7C6418A}"/>
                </a:ext>
              </a:extLst>
            </p:cNvPr>
            <p:cNvPicPr>
              <a:picLocks noChangeAspect="1"/>
            </p:cNvPicPr>
            <p:nvPr/>
          </p:nvPicPr>
          <p:blipFill>
            <a:blip r:embed="rId3">
              <a:extLst>
                <a:ext uri="{28A0092B-C50C-407E-A947-70E740481C1C}">
                  <a14:useLocalDpi xmlns:a14="http://schemas.microsoft.com/office/drawing/2010/main" val="0"/>
                </a:ext>
                <a:ext uri="{96DAC541-7B7A-43D3-8B79-37D633B846F1}">
                  <asvg:svgBlip xmlns:asvg="http://schemas.microsoft.com/office/drawing/2016/SVG/main" r:embed="rId4"/>
                </a:ext>
              </a:extLst>
            </a:blip>
            <a:stretch>
              <a:fillRect/>
            </a:stretch>
          </p:blipFill>
          <p:spPr>
            <a:xfrm>
              <a:off x="2114858" y="5241237"/>
              <a:ext cx="662814" cy="641082"/>
            </a:xfrm>
            <a:prstGeom prst="rect">
              <a:avLst/>
            </a:prstGeom>
          </p:spPr>
        </p:pic>
        <p:sp>
          <p:nvSpPr>
            <p:cNvPr id="17" name="文本框 16">
              <a:extLst>
                <a:ext uri="{FF2B5EF4-FFF2-40B4-BE49-F238E27FC236}">
                  <a16:creationId xmlns:a16="http://schemas.microsoft.com/office/drawing/2014/main" id="{81CC1B28-2FFB-475F-A68F-7D80EA0FDED3}"/>
                </a:ext>
              </a:extLst>
            </p:cNvPr>
            <p:cNvSpPr txBox="1"/>
            <p:nvPr/>
          </p:nvSpPr>
          <p:spPr>
            <a:xfrm>
              <a:off x="2797020" y="5283598"/>
              <a:ext cx="333042" cy="369332"/>
            </a:xfrm>
            <a:prstGeom prst="rect">
              <a:avLst/>
            </a:prstGeom>
            <a:noFill/>
          </p:spPr>
          <p:txBody>
            <a:bodyPr wrap="square" rtlCol="0">
              <a:spAutoFit/>
            </a:bodyPr>
            <a:lstStyle/>
            <a:p>
              <a:pPr algn="ctr"/>
              <a:r>
                <a:rPr lang="en-US" altLang="zh-CN" b="1" dirty="0">
                  <a:latin typeface="宋体" panose="02010600030101010101" pitchFamily="2" charset="-122"/>
                  <a:ea typeface="宋体" panose="02010600030101010101" pitchFamily="2" charset="-122"/>
                </a:rPr>
                <a:t>…</a:t>
              </a:r>
              <a:endParaRPr lang="zh-CN" altLang="en-US" b="1" dirty="0">
                <a:latin typeface="宋体" panose="02010600030101010101" pitchFamily="2" charset="-122"/>
                <a:ea typeface="宋体" panose="02010600030101010101" pitchFamily="2" charset="-122"/>
              </a:endParaRPr>
            </a:p>
          </p:txBody>
        </p:sp>
        <p:sp>
          <p:nvSpPr>
            <p:cNvPr id="18" name="文本框 17">
              <a:extLst>
                <a:ext uri="{FF2B5EF4-FFF2-40B4-BE49-F238E27FC236}">
                  <a16:creationId xmlns:a16="http://schemas.microsoft.com/office/drawing/2014/main" id="{87911794-4E40-4B44-B962-C79C53C4CBE6}"/>
                </a:ext>
              </a:extLst>
            </p:cNvPr>
            <p:cNvSpPr txBox="1"/>
            <p:nvPr/>
          </p:nvSpPr>
          <p:spPr>
            <a:xfrm>
              <a:off x="1918798" y="3825873"/>
              <a:ext cx="1122232" cy="369332"/>
            </a:xfrm>
            <a:prstGeom prst="rect">
              <a:avLst/>
            </a:prstGeom>
            <a:noFill/>
          </p:spPr>
          <p:txBody>
            <a:bodyPr wrap="square" rtlCol="0">
              <a:spAutoFit/>
            </a:bodyPr>
            <a:lstStyle/>
            <a:p>
              <a:pPr algn="ctr"/>
              <a:r>
                <a:rPr lang="zh-CN" altLang="en-US" b="1" dirty="0">
                  <a:latin typeface="+mn-ea"/>
                </a:rPr>
                <a:t>部门</a:t>
              </a:r>
              <a:r>
                <a:rPr lang="en-US" altLang="zh-CN" b="1" dirty="0">
                  <a:latin typeface="+mn-ea"/>
                </a:rPr>
                <a:t>A</a:t>
              </a:r>
              <a:endParaRPr lang="zh-CN" altLang="en-US" b="1" dirty="0">
                <a:latin typeface="+mn-ea"/>
              </a:endParaRPr>
            </a:p>
          </p:txBody>
        </p:sp>
      </p:grpSp>
      <p:grpSp>
        <p:nvGrpSpPr>
          <p:cNvPr id="35" name="组合 34">
            <a:extLst>
              <a:ext uri="{FF2B5EF4-FFF2-40B4-BE49-F238E27FC236}">
                <a16:creationId xmlns:a16="http://schemas.microsoft.com/office/drawing/2014/main" id="{3500361C-E2A6-47C0-A062-EF5AB5F85AD7}"/>
              </a:ext>
            </a:extLst>
          </p:cNvPr>
          <p:cNvGrpSpPr/>
          <p:nvPr/>
        </p:nvGrpSpPr>
        <p:grpSpPr>
          <a:xfrm>
            <a:off x="8300764" y="2253632"/>
            <a:ext cx="2570305" cy="2056446"/>
            <a:chOff x="8017892" y="3825873"/>
            <a:chExt cx="2570305" cy="2056446"/>
          </a:xfrm>
        </p:grpSpPr>
        <p:cxnSp>
          <p:nvCxnSpPr>
            <p:cNvPr id="22" name="直接连接符 21">
              <a:extLst>
                <a:ext uri="{FF2B5EF4-FFF2-40B4-BE49-F238E27FC236}">
                  <a16:creationId xmlns:a16="http://schemas.microsoft.com/office/drawing/2014/main" id="{830AA6F0-2514-42C9-85CE-150E6A8B89BD}"/>
                </a:ext>
              </a:extLst>
            </p:cNvPr>
            <p:cNvCxnSpPr/>
            <p:nvPr/>
          </p:nvCxnSpPr>
          <p:spPr>
            <a:xfrm flipV="1">
              <a:off x="8428266" y="4456166"/>
              <a:ext cx="794479" cy="1105612"/>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3" name="直接连接符 22">
              <a:extLst>
                <a:ext uri="{FF2B5EF4-FFF2-40B4-BE49-F238E27FC236}">
                  <a16:creationId xmlns:a16="http://schemas.microsoft.com/office/drawing/2014/main" id="{0A633314-AD07-4B1D-8B2E-E3B82F1FD6AD}"/>
                </a:ext>
              </a:extLst>
            </p:cNvPr>
            <p:cNvCxnSpPr>
              <a:cxnSpLocks/>
            </p:cNvCxnSpPr>
            <p:nvPr/>
          </p:nvCxnSpPr>
          <p:spPr>
            <a:xfrm flipH="1" flipV="1">
              <a:off x="9371489" y="4456166"/>
              <a:ext cx="628049" cy="983748"/>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4" name="直接连接符 23">
              <a:extLst>
                <a:ext uri="{FF2B5EF4-FFF2-40B4-BE49-F238E27FC236}">
                  <a16:creationId xmlns:a16="http://schemas.microsoft.com/office/drawing/2014/main" id="{2DA45A3D-C0AC-4202-A05D-43E77C2C12D6}"/>
                </a:ext>
              </a:extLst>
            </p:cNvPr>
            <p:cNvCxnSpPr/>
            <p:nvPr/>
          </p:nvCxnSpPr>
          <p:spPr>
            <a:xfrm>
              <a:off x="9260565" y="4453932"/>
              <a:ext cx="0" cy="1062182"/>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pic>
          <p:nvPicPr>
            <p:cNvPr id="25" name="图形 10">
              <a:extLst>
                <a:ext uri="{FF2B5EF4-FFF2-40B4-BE49-F238E27FC236}">
                  <a16:creationId xmlns:a16="http://schemas.microsoft.com/office/drawing/2014/main" id="{BDBD67D3-EC63-42F5-8B80-89DB6A7E0A04}"/>
                </a:ext>
              </a:extLst>
            </p:cNvPr>
            <p:cNvPicPr>
              <a:picLocks noChangeAspect="1"/>
            </p:cNvPicPr>
            <p:nvPr/>
          </p:nvPicPr>
          <p:blipFill>
            <a:blip r:embed="rId3">
              <a:extLst>
                <a:ext uri="{28A0092B-C50C-407E-A947-70E740481C1C}">
                  <a14:useLocalDpi xmlns:a14="http://schemas.microsoft.com/office/drawing/2010/main" val="0"/>
                </a:ext>
                <a:ext uri="{96DAC541-7B7A-43D3-8B79-37D633B846F1}">
                  <asvg:svgBlip xmlns:asvg="http://schemas.microsoft.com/office/drawing/2016/SVG/main" r:embed="rId4"/>
                </a:ext>
              </a:extLst>
            </a:blip>
            <a:stretch>
              <a:fillRect/>
            </a:stretch>
          </p:blipFill>
          <p:spPr>
            <a:xfrm>
              <a:off x="8017892" y="5241237"/>
              <a:ext cx="662814" cy="641082"/>
            </a:xfrm>
            <a:prstGeom prst="rect">
              <a:avLst/>
            </a:prstGeom>
          </p:spPr>
        </p:pic>
        <p:pic>
          <p:nvPicPr>
            <p:cNvPr id="26" name="图形 10">
              <a:extLst>
                <a:ext uri="{FF2B5EF4-FFF2-40B4-BE49-F238E27FC236}">
                  <a16:creationId xmlns:a16="http://schemas.microsoft.com/office/drawing/2014/main" id="{BD0AFF99-B2FB-4C5F-BDB4-DE32E1CE6CF0}"/>
                </a:ext>
              </a:extLst>
            </p:cNvPr>
            <p:cNvPicPr>
              <a:picLocks noChangeAspect="1"/>
            </p:cNvPicPr>
            <p:nvPr/>
          </p:nvPicPr>
          <p:blipFill>
            <a:blip r:embed="rId3">
              <a:extLst>
                <a:ext uri="{28A0092B-C50C-407E-A947-70E740481C1C}">
                  <a14:useLocalDpi xmlns:a14="http://schemas.microsoft.com/office/drawing/2010/main" val="0"/>
                </a:ext>
                <a:ext uri="{96DAC541-7B7A-43D3-8B79-37D633B846F1}">
                  <asvg:svgBlip xmlns:asvg="http://schemas.microsoft.com/office/drawing/2016/SVG/main" r:embed="rId4"/>
                </a:ext>
              </a:extLst>
            </a:blip>
            <a:stretch>
              <a:fillRect/>
            </a:stretch>
          </p:blipFill>
          <p:spPr>
            <a:xfrm>
              <a:off x="9641009" y="5241237"/>
              <a:ext cx="662814" cy="641082"/>
            </a:xfrm>
            <a:prstGeom prst="rect">
              <a:avLst/>
            </a:prstGeom>
          </p:spPr>
        </p:pic>
        <p:pic>
          <p:nvPicPr>
            <p:cNvPr id="27" name="图片 26" descr="文本&#10;&#10;描述已自动生成">
              <a:extLst>
                <a:ext uri="{FF2B5EF4-FFF2-40B4-BE49-F238E27FC236}">
                  <a16:creationId xmlns:a16="http://schemas.microsoft.com/office/drawing/2014/main" id="{A4F7A694-AFD6-4284-9F70-79EA7027B823}"/>
                </a:ext>
              </a:extLst>
            </p:cNvPr>
            <p:cNvPicPr>
              <a:picLocks noChangeAspect="1"/>
            </p:cNvPicPr>
            <p:nvPr/>
          </p:nvPicPr>
          <p:blipFill>
            <a:blip r:embed="rId5">
              <a:extLst>
                <a:ext uri="{28A0092B-C50C-407E-A947-70E740481C1C}">
                  <a14:useLocalDpi xmlns:a14="http://schemas.microsoft.com/office/drawing/2010/main" val="0"/>
                </a:ext>
              </a:extLst>
            </a:blip>
            <a:stretch>
              <a:fillRect/>
            </a:stretch>
          </p:blipFill>
          <p:spPr>
            <a:xfrm>
              <a:off x="8841772" y="4216486"/>
              <a:ext cx="705470" cy="661378"/>
            </a:xfrm>
            <a:prstGeom prst="rect">
              <a:avLst/>
            </a:prstGeom>
          </p:spPr>
        </p:pic>
        <p:pic>
          <p:nvPicPr>
            <p:cNvPr id="28" name="图形 10">
              <a:extLst>
                <a:ext uri="{FF2B5EF4-FFF2-40B4-BE49-F238E27FC236}">
                  <a16:creationId xmlns:a16="http://schemas.microsoft.com/office/drawing/2014/main" id="{5C40A998-05F1-4941-BD6A-D0A821945A80}"/>
                </a:ext>
              </a:extLst>
            </p:cNvPr>
            <p:cNvPicPr>
              <a:picLocks noChangeAspect="1"/>
            </p:cNvPicPr>
            <p:nvPr/>
          </p:nvPicPr>
          <p:blipFill>
            <a:blip r:embed="rId3">
              <a:extLst>
                <a:ext uri="{28A0092B-C50C-407E-A947-70E740481C1C}">
                  <a14:useLocalDpi xmlns:a14="http://schemas.microsoft.com/office/drawing/2010/main" val="0"/>
                </a:ext>
                <a:ext uri="{96DAC541-7B7A-43D3-8B79-37D633B846F1}">
                  <asvg:svgBlip xmlns:asvg="http://schemas.microsoft.com/office/drawing/2016/SVG/main" r:embed="rId4"/>
                </a:ext>
              </a:extLst>
            </a:blip>
            <a:stretch>
              <a:fillRect/>
            </a:stretch>
          </p:blipFill>
          <p:spPr>
            <a:xfrm>
              <a:off x="8829451" y="5241237"/>
              <a:ext cx="662814" cy="641082"/>
            </a:xfrm>
            <a:prstGeom prst="rect">
              <a:avLst/>
            </a:prstGeom>
          </p:spPr>
        </p:pic>
        <p:sp>
          <p:nvSpPr>
            <p:cNvPr id="29" name="文本框 28">
              <a:extLst>
                <a:ext uri="{FF2B5EF4-FFF2-40B4-BE49-F238E27FC236}">
                  <a16:creationId xmlns:a16="http://schemas.microsoft.com/office/drawing/2014/main" id="{1ADC1781-2712-4E2F-B98B-8DF694C0A2E7}"/>
                </a:ext>
              </a:extLst>
            </p:cNvPr>
            <p:cNvSpPr txBox="1"/>
            <p:nvPr/>
          </p:nvSpPr>
          <p:spPr>
            <a:xfrm>
              <a:off x="9511613" y="5283598"/>
              <a:ext cx="333042" cy="369332"/>
            </a:xfrm>
            <a:prstGeom prst="rect">
              <a:avLst/>
            </a:prstGeom>
            <a:noFill/>
          </p:spPr>
          <p:txBody>
            <a:bodyPr wrap="square" rtlCol="0">
              <a:spAutoFit/>
            </a:bodyPr>
            <a:lstStyle/>
            <a:p>
              <a:pPr algn="ctr"/>
              <a:r>
                <a:rPr lang="en-US" altLang="zh-CN" b="1" dirty="0">
                  <a:latin typeface="宋体" panose="02010600030101010101" pitchFamily="2" charset="-122"/>
                  <a:ea typeface="宋体" panose="02010600030101010101" pitchFamily="2" charset="-122"/>
                </a:rPr>
                <a:t>…</a:t>
              </a:r>
              <a:endParaRPr lang="zh-CN" altLang="en-US" b="1" dirty="0">
                <a:latin typeface="宋体" panose="02010600030101010101" pitchFamily="2" charset="-122"/>
                <a:ea typeface="宋体" panose="02010600030101010101" pitchFamily="2" charset="-122"/>
              </a:endParaRPr>
            </a:p>
          </p:txBody>
        </p:sp>
        <p:sp>
          <p:nvSpPr>
            <p:cNvPr id="30" name="文本框 29">
              <a:extLst>
                <a:ext uri="{FF2B5EF4-FFF2-40B4-BE49-F238E27FC236}">
                  <a16:creationId xmlns:a16="http://schemas.microsoft.com/office/drawing/2014/main" id="{79A032F2-8BCB-44ED-9302-AD7373CE6405}"/>
                </a:ext>
              </a:extLst>
            </p:cNvPr>
            <p:cNvSpPr txBox="1"/>
            <p:nvPr/>
          </p:nvSpPr>
          <p:spPr>
            <a:xfrm>
              <a:off x="8633391" y="3825873"/>
              <a:ext cx="1122232" cy="369332"/>
            </a:xfrm>
            <a:prstGeom prst="rect">
              <a:avLst/>
            </a:prstGeom>
            <a:noFill/>
          </p:spPr>
          <p:txBody>
            <a:bodyPr wrap="square" rtlCol="0">
              <a:spAutoFit/>
            </a:bodyPr>
            <a:lstStyle/>
            <a:p>
              <a:pPr algn="ctr"/>
              <a:r>
                <a:rPr lang="zh-CN" altLang="en-US" b="1" dirty="0">
                  <a:latin typeface="+mn-ea"/>
                </a:rPr>
                <a:t>部门</a:t>
              </a:r>
              <a:r>
                <a:rPr lang="en-US" altLang="zh-CN" b="1" dirty="0">
                  <a:latin typeface="+mn-ea"/>
                </a:rPr>
                <a:t>B</a:t>
              </a:r>
              <a:endParaRPr lang="zh-CN" altLang="en-US" b="1" dirty="0">
                <a:latin typeface="+mn-ea"/>
              </a:endParaRPr>
            </a:p>
          </p:txBody>
        </p:sp>
        <p:sp>
          <p:nvSpPr>
            <p:cNvPr id="32" name="文本框 31">
              <a:extLst>
                <a:ext uri="{FF2B5EF4-FFF2-40B4-BE49-F238E27FC236}">
                  <a16:creationId xmlns:a16="http://schemas.microsoft.com/office/drawing/2014/main" id="{AD30DF22-A2CC-47C5-BB25-220EF0CAB503}"/>
                </a:ext>
              </a:extLst>
            </p:cNvPr>
            <p:cNvSpPr txBox="1"/>
            <p:nvPr/>
          </p:nvSpPr>
          <p:spPr>
            <a:xfrm>
              <a:off x="9465965" y="4187809"/>
              <a:ext cx="1122232" cy="646331"/>
            </a:xfrm>
            <a:prstGeom prst="rect">
              <a:avLst/>
            </a:prstGeom>
            <a:noFill/>
          </p:spPr>
          <p:txBody>
            <a:bodyPr wrap="square" rtlCol="0">
              <a:spAutoFit/>
            </a:bodyPr>
            <a:lstStyle/>
            <a:p>
              <a:pPr algn="ctr"/>
              <a:r>
                <a:rPr lang="en-US" altLang="zh-CN" b="1" dirty="0">
                  <a:latin typeface="Arial Narrow" panose="020B0606020202030204" pitchFamily="34" charset="0"/>
                </a:rPr>
                <a:t>10BASE-T</a:t>
              </a:r>
            </a:p>
            <a:p>
              <a:pPr algn="ctr"/>
              <a:r>
                <a:rPr lang="zh-CN" altLang="en-US" b="1" dirty="0">
                  <a:latin typeface="Arial Narrow" panose="020B0606020202030204" pitchFamily="34" charset="0"/>
                </a:rPr>
                <a:t>集线器</a:t>
              </a:r>
            </a:p>
          </p:txBody>
        </p:sp>
      </p:grpSp>
      <p:grpSp>
        <p:nvGrpSpPr>
          <p:cNvPr id="51" name="组合 50">
            <a:extLst>
              <a:ext uri="{FF2B5EF4-FFF2-40B4-BE49-F238E27FC236}">
                <a16:creationId xmlns:a16="http://schemas.microsoft.com/office/drawing/2014/main" id="{E05B5F31-B425-474E-A2B8-C9DFE6126D68}"/>
              </a:ext>
            </a:extLst>
          </p:cNvPr>
          <p:cNvGrpSpPr/>
          <p:nvPr/>
        </p:nvGrpSpPr>
        <p:grpSpPr>
          <a:xfrm>
            <a:off x="5416214" y="1776920"/>
            <a:ext cx="1359571" cy="1081707"/>
            <a:chOff x="5416214" y="3592561"/>
            <a:chExt cx="1359571" cy="1081707"/>
          </a:xfrm>
        </p:grpSpPr>
        <p:pic>
          <p:nvPicPr>
            <p:cNvPr id="52" name="图片 51" descr="文本&#10;&#10;描述已自动生成">
              <a:extLst>
                <a:ext uri="{FF2B5EF4-FFF2-40B4-BE49-F238E27FC236}">
                  <a16:creationId xmlns:a16="http://schemas.microsoft.com/office/drawing/2014/main" id="{5F532BB9-E710-4B95-A780-3C1D716B1A61}"/>
                </a:ext>
              </a:extLst>
            </p:cNvPr>
            <p:cNvPicPr>
              <a:picLocks noChangeAspect="1"/>
            </p:cNvPicPr>
            <p:nvPr/>
          </p:nvPicPr>
          <p:blipFill>
            <a:blip r:embed="rId5">
              <a:extLst>
                <a:ext uri="{28A0092B-C50C-407E-A947-70E740481C1C}">
                  <a14:useLocalDpi xmlns:a14="http://schemas.microsoft.com/office/drawing/2010/main" val="0"/>
                </a:ext>
              </a:extLst>
            </a:blip>
            <a:stretch>
              <a:fillRect/>
            </a:stretch>
          </p:blipFill>
          <p:spPr>
            <a:xfrm>
              <a:off x="5743265" y="3592561"/>
              <a:ext cx="705470" cy="661378"/>
            </a:xfrm>
            <a:prstGeom prst="rect">
              <a:avLst/>
            </a:prstGeom>
          </p:spPr>
        </p:pic>
        <p:sp>
          <p:nvSpPr>
            <p:cNvPr id="61" name="文本框 60">
              <a:extLst>
                <a:ext uri="{FF2B5EF4-FFF2-40B4-BE49-F238E27FC236}">
                  <a16:creationId xmlns:a16="http://schemas.microsoft.com/office/drawing/2014/main" id="{2BD3CB6D-583B-4D6E-9A59-9DAAB7C6867B}"/>
                </a:ext>
              </a:extLst>
            </p:cNvPr>
            <p:cNvSpPr txBox="1"/>
            <p:nvPr/>
          </p:nvSpPr>
          <p:spPr>
            <a:xfrm>
              <a:off x="5416214" y="4304936"/>
              <a:ext cx="1359571" cy="369332"/>
            </a:xfrm>
            <a:prstGeom prst="rect">
              <a:avLst/>
            </a:prstGeom>
            <a:noFill/>
          </p:spPr>
          <p:txBody>
            <a:bodyPr wrap="square" rtlCol="0">
              <a:spAutoFit/>
            </a:bodyPr>
            <a:lstStyle/>
            <a:p>
              <a:pPr algn="ctr"/>
              <a:r>
                <a:rPr lang="zh-CN" altLang="en-US" b="1" dirty="0">
                  <a:latin typeface="Arial Narrow" panose="020B0606020202030204" pitchFamily="34" charset="0"/>
                </a:rPr>
                <a:t>主干集线器</a:t>
              </a:r>
            </a:p>
          </p:txBody>
        </p:sp>
      </p:grpSp>
      <p:cxnSp>
        <p:nvCxnSpPr>
          <p:cNvPr id="58" name="直接箭头连接符 57">
            <a:extLst>
              <a:ext uri="{FF2B5EF4-FFF2-40B4-BE49-F238E27FC236}">
                <a16:creationId xmlns:a16="http://schemas.microsoft.com/office/drawing/2014/main" id="{172C7BE7-7DB3-4B1A-9986-EB7EFABEC467}"/>
              </a:ext>
            </a:extLst>
          </p:cNvPr>
          <p:cNvCxnSpPr>
            <a:cxnSpLocks/>
          </p:cNvCxnSpPr>
          <p:nvPr/>
        </p:nvCxnSpPr>
        <p:spPr>
          <a:xfrm flipV="1">
            <a:off x="2120053" y="3155986"/>
            <a:ext cx="460587" cy="657013"/>
          </a:xfrm>
          <a:prstGeom prst="straightConnector1">
            <a:avLst/>
          </a:prstGeom>
          <a:ln w="63500">
            <a:solidFill>
              <a:schemeClr val="accent3"/>
            </a:solidFill>
            <a:tailEnd type="triangle"/>
          </a:ln>
        </p:spPr>
        <p:style>
          <a:lnRef idx="1">
            <a:schemeClr val="accent1"/>
          </a:lnRef>
          <a:fillRef idx="0">
            <a:schemeClr val="accent1"/>
          </a:fillRef>
          <a:effectRef idx="0">
            <a:schemeClr val="accent1"/>
          </a:effectRef>
          <a:fontRef idx="minor">
            <a:schemeClr val="tx1"/>
          </a:fontRef>
        </p:style>
      </p:cxnSp>
      <p:cxnSp>
        <p:nvCxnSpPr>
          <p:cNvPr id="59" name="直接箭头连接符 58">
            <a:extLst>
              <a:ext uri="{FF2B5EF4-FFF2-40B4-BE49-F238E27FC236}">
                <a16:creationId xmlns:a16="http://schemas.microsoft.com/office/drawing/2014/main" id="{62525294-F721-4850-9CA3-CA2826AA4881}"/>
              </a:ext>
            </a:extLst>
          </p:cNvPr>
          <p:cNvCxnSpPr>
            <a:cxnSpLocks/>
          </p:cNvCxnSpPr>
          <p:nvPr/>
        </p:nvCxnSpPr>
        <p:spPr>
          <a:xfrm flipH="1" flipV="1">
            <a:off x="3080385" y="3099049"/>
            <a:ext cx="427025" cy="688265"/>
          </a:xfrm>
          <a:prstGeom prst="straightConnector1">
            <a:avLst/>
          </a:prstGeom>
          <a:ln w="63500">
            <a:solidFill>
              <a:schemeClr val="accent3"/>
            </a:solidFill>
            <a:tailEnd type="triangle"/>
          </a:ln>
        </p:spPr>
        <p:style>
          <a:lnRef idx="1">
            <a:schemeClr val="accent1"/>
          </a:lnRef>
          <a:fillRef idx="0">
            <a:schemeClr val="accent1"/>
          </a:fillRef>
          <a:effectRef idx="0">
            <a:schemeClr val="accent1"/>
          </a:effectRef>
          <a:fontRef idx="minor">
            <a:schemeClr val="tx1"/>
          </a:fontRef>
        </p:style>
      </p:cxnSp>
      <p:grpSp>
        <p:nvGrpSpPr>
          <p:cNvPr id="60" name="组合 59">
            <a:extLst>
              <a:ext uri="{FF2B5EF4-FFF2-40B4-BE49-F238E27FC236}">
                <a16:creationId xmlns:a16="http://schemas.microsoft.com/office/drawing/2014/main" id="{6D0050A0-7FD3-4E28-B954-F0224F9B92C0}"/>
              </a:ext>
            </a:extLst>
          </p:cNvPr>
          <p:cNvGrpSpPr/>
          <p:nvPr/>
        </p:nvGrpSpPr>
        <p:grpSpPr>
          <a:xfrm>
            <a:off x="2438451" y="2563553"/>
            <a:ext cx="820470" cy="820470"/>
            <a:chOff x="9290558" y="4054613"/>
            <a:chExt cx="820470" cy="820470"/>
          </a:xfrm>
        </p:grpSpPr>
        <p:sp>
          <p:nvSpPr>
            <p:cNvPr id="62" name="爆炸形: 8 pt  61">
              <a:extLst>
                <a:ext uri="{FF2B5EF4-FFF2-40B4-BE49-F238E27FC236}">
                  <a16:creationId xmlns:a16="http://schemas.microsoft.com/office/drawing/2014/main" id="{6CE0E8FA-823C-4474-A9EF-42E438651FA7}"/>
                </a:ext>
              </a:extLst>
            </p:cNvPr>
            <p:cNvSpPr/>
            <p:nvPr/>
          </p:nvSpPr>
          <p:spPr>
            <a:xfrm>
              <a:off x="9290558" y="4054613"/>
              <a:ext cx="820470" cy="820470"/>
            </a:xfrm>
            <a:prstGeom prst="irregularSeal1">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sz="2000" b="1" dirty="0"/>
            </a:p>
          </p:txBody>
        </p:sp>
        <p:sp>
          <p:nvSpPr>
            <p:cNvPr id="63" name="文本框 62">
              <a:extLst>
                <a:ext uri="{FF2B5EF4-FFF2-40B4-BE49-F238E27FC236}">
                  <a16:creationId xmlns:a16="http://schemas.microsoft.com/office/drawing/2014/main" id="{128B9566-8CE3-48C6-8A8B-16C6A0F37266}"/>
                </a:ext>
              </a:extLst>
            </p:cNvPr>
            <p:cNvSpPr txBox="1"/>
            <p:nvPr/>
          </p:nvSpPr>
          <p:spPr>
            <a:xfrm>
              <a:off x="9290558" y="4250289"/>
              <a:ext cx="777741" cy="369332"/>
            </a:xfrm>
            <a:prstGeom prst="rect">
              <a:avLst/>
            </a:prstGeom>
            <a:noFill/>
          </p:spPr>
          <p:txBody>
            <a:bodyPr wrap="square" rtlCol="0">
              <a:spAutoFit/>
            </a:bodyPr>
            <a:lstStyle/>
            <a:p>
              <a:pPr algn="ctr"/>
              <a:r>
                <a:rPr lang="zh-CN" altLang="en-US" b="1" dirty="0">
                  <a:solidFill>
                    <a:schemeClr val="bg1"/>
                  </a:solidFill>
                </a:rPr>
                <a:t>碰撞</a:t>
              </a:r>
            </a:p>
          </p:txBody>
        </p:sp>
      </p:grpSp>
      <p:cxnSp>
        <p:nvCxnSpPr>
          <p:cNvPr id="64" name="直接箭头连接符 63">
            <a:extLst>
              <a:ext uri="{FF2B5EF4-FFF2-40B4-BE49-F238E27FC236}">
                <a16:creationId xmlns:a16="http://schemas.microsoft.com/office/drawing/2014/main" id="{ED698425-2053-4E59-9212-981962D6D746}"/>
              </a:ext>
            </a:extLst>
          </p:cNvPr>
          <p:cNvCxnSpPr>
            <a:cxnSpLocks/>
          </p:cNvCxnSpPr>
          <p:nvPr/>
        </p:nvCxnSpPr>
        <p:spPr>
          <a:xfrm flipV="1">
            <a:off x="8833896" y="3150914"/>
            <a:ext cx="460587" cy="657013"/>
          </a:xfrm>
          <a:prstGeom prst="straightConnector1">
            <a:avLst/>
          </a:prstGeom>
          <a:ln w="63500">
            <a:solidFill>
              <a:schemeClr val="accent3"/>
            </a:solidFill>
            <a:tailEnd type="triangle"/>
          </a:ln>
        </p:spPr>
        <p:style>
          <a:lnRef idx="1">
            <a:schemeClr val="accent1"/>
          </a:lnRef>
          <a:fillRef idx="0">
            <a:schemeClr val="accent1"/>
          </a:fillRef>
          <a:effectRef idx="0">
            <a:schemeClr val="accent1"/>
          </a:effectRef>
          <a:fontRef idx="minor">
            <a:schemeClr val="tx1"/>
          </a:fontRef>
        </p:style>
      </p:cxnSp>
      <p:cxnSp>
        <p:nvCxnSpPr>
          <p:cNvPr id="65" name="直接箭头连接符 64">
            <a:extLst>
              <a:ext uri="{FF2B5EF4-FFF2-40B4-BE49-F238E27FC236}">
                <a16:creationId xmlns:a16="http://schemas.microsoft.com/office/drawing/2014/main" id="{F9A56CEF-73AE-4DA1-903D-E971A2398118}"/>
              </a:ext>
            </a:extLst>
          </p:cNvPr>
          <p:cNvCxnSpPr>
            <a:cxnSpLocks/>
          </p:cNvCxnSpPr>
          <p:nvPr/>
        </p:nvCxnSpPr>
        <p:spPr>
          <a:xfrm flipH="1" flipV="1">
            <a:off x="9794228" y="3093977"/>
            <a:ext cx="427025" cy="688265"/>
          </a:xfrm>
          <a:prstGeom prst="straightConnector1">
            <a:avLst/>
          </a:prstGeom>
          <a:ln w="63500">
            <a:solidFill>
              <a:schemeClr val="accent3"/>
            </a:solidFill>
            <a:tailEnd type="triangle"/>
          </a:ln>
        </p:spPr>
        <p:style>
          <a:lnRef idx="1">
            <a:schemeClr val="accent1"/>
          </a:lnRef>
          <a:fillRef idx="0">
            <a:schemeClr val="accent1"/>
          </a:fillRef>
          <a:effectRef idx="0">
            <a:schemeClr val="accent1"/>
          </a:effectRef>
          <a:fontRef idx="minor">
            <a:schemeClr val="tx1"/>
          </a:fontRef>
        </p:style>
      </p:cxnSp>
      <p:grpSp>
        <p:nvGrpSpPr>
          <p:cNvPr id="66" name="组合 65">
            <a:extLst>
              <a:ext uri="{FF2B5EF4-FFF2-40B4-BE49-F238E27FC236}">
                <a16:creationId xmlns:a16="http://schemas.microsoft.com/office/drawing/2014/main" id="{77B55AE7-0F40-4C58-A0F7-6921B0BA6067}"/>
              </a:ext>
            </a:extLst>
          </p:cNvPr>
          <p:cNvGrpSpPr/>
          <p:nvPr/>
        </p:nvGrpSpPr>
        <p:grpSpPr>
          <a:xfrm>
            <a:off x="9152294" y="2558481"/>
            <a:ext cx="820470" cy="820470"/>
            <a:chOff x="9290558" y="4054613"/>
            <a:chExt cx="820470" cy="820470"/>
          </a:xfrm>
        </p:grpSpPr>
        <p:sp>
          <p:nvSpPr>
            <p:cNvPr id="67" name="爆炸形: 8 pt  66">
              <a:extLst>
                <a:ext uri="{FF2B5EF4-FFF2-40B4-BE49-F238E27FC236}">
                  <a16:creationId xmlns:a16="http://schemas.microsoft.com/office/drawing/2014/main" id="{9B527B3E-C740-4551-B350-EC175BB0BE11}"/>
                </a:ext>
              </a:extLst>
            </p:cNvPr>
            <p:cNvSpPr/>
            <p:nvPr/>
          </p:nvSpPr>
          <p:spPr>
            <a:xfrm>
              <a:off x="9290558" y="4054613"/>
              <a:ext cx="820470" cy="820470"/>
            </a:xfrm>
            <a:prstGeom prst="irregularSeal1">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sz="2000" b="1" dirty="0"/>
            </a:p>
          </p:txBody>
        </p:sp>
        <p:sp>
          <p:nvSpPr>
            <p:cNvPr id="68" name="文本框 67">
              <a:extLst>
                <a:ext uri="{FF2B5EF4-FFF2-40B4-BE49-F238E27FC236}">
                  <a16:creationId xmlns:a16="http://schemas.microsoft.com/office/drawing/2014/main" id="{5EA68D71-9417-4A95-A4FC-8B6DBC748704}"/>
                </a:ext>
              </a:extLst>
            </p:cNvPr>
            <p:cNvSpPr txBox="1"/>
            <p:nvPr/>
          </p:nvSpPr>
          <p:spPr>
            <a:xfrm>
              <a:off x="9290558" y="4250289"/>
              <a:ext cx="777741" cy="369332"/>
            </a:xfrm>
            <a:prstGeom prst="rect">
              <a:avLst/>
            </a:prstGeom>
            <a:noFill/>
          </p:spPr>
          <p:txBody>
            <a:bodyPr wrap="square" rtlCol="0">
              <a:spAutoFit/>
            </a:bodyPr>
            <a:lstStyle/>
            <a:p>
              <a:pPr algn="ctr"/>
              <a:r>
                <a:rPr lang="zh-CN" altLang="en-US" b="1" dirty="0">
                  <a:solidFill>
                    <a:schemeClr val="bg1"/>
                  </a:solidFill>
                </a:rPr>
                <a:t>碰撞</a:t>
              </a:r>
            </a:p>
          </p:txBody>
        </p:sp>
      </p:grpSp>
      <p:cxnSp>
        <p:nvCxnSpPr>
          <p:cNvPr id="69" name="直接箭头连接符 68">
            <a:extLst>
              <a:ext uri="{FF2B5EF4-FFF2-40B4-BE49-F238E27FC236}">
                <a16:creationId xmlns:a16="http://schemas.microsoft.com/office/drawing/2014/main" id="{C2804FB1-4BF9-4C43-B316-E7F07FEE9F64}"/>
              </a:ext>
            </a:extLst>
          </p:cNvPr>
          <p:cNvCxnSpPr>
            <a:cxnSpLocks/>
          </p:cNvCxnSpPr>
          <p:nvPr/>
        </p:nvCxnSpPr>
        <p:spPr>
          <a:xfrm>
            <a:off x="2805585" y="3227155"/>
            <a:ext cx="43101" cy="580772"/>
          </a:xfrm>
          <a:prstGeom prst="straightConnector1">
            <a:avLst/>
          </a:prstGeom>
          <a:ln w="63500">
            <a:solidFill>
              <a:schemeClr val="accent1">
                <a:lumMod val="75000"/>
              </a:schemeClr>
            </a:solidFill>
            <a:tailEnd type="triangle"/>
          </a:ln>
        </p:spPr>
        <p:style>
          <a:lnRef idx="1">
            <a:schemeClr val="accent1"/>
          </a:lnRef>
          <a:fillRef idx="0">
            <a:schemeClr val="accent1"/>
          </a:fillRef>
          <a:effectRef idx="0">
            <a:schemeClr val="accent1"/>
          </a:effectRef>
          <a:fontRef idx="minor">
            <a:schemeClr val="tx1"/>
          </a:fontRef>
        </p:style>
      </p:cxnSp>
      <p:cxnSp>
        <p:nvCxnSpPr>
          <p:cNvPr id="70" name="直接箭头连接符 69">
            <a:extLst>
              <a:ext uri="{FF2B5EF4-FFF2-40B4-BE49-F238E27FC236}">
                <a16:creationId xmlns:a16="http://schemas.microsoft.com/office/drawing/2014/main" id="{5639951E-7DEE-4024-A20E-2ACCEE42EC80}"/>
              </a:ext>
            </a:extLst>
          </p:cNvPr>
          <p:cNvCxnSpPr>
            <a:cxnSpLocks/>
          </p:cNvCxnSpPr>
          <p:nvPr/>
        </p:nvCxnSpPr>
        <p:spPr>
          <a:xfrm>
            <a:off x="9516932" y="3166123"/>
            <a:ext cx="43101" cy="580772"/>
          </a:xfrm>
          <a:prstGeom prst="straightConnector1">
            <a:avLst/>
          </a:prstGeom>
          <a:ln w="63500">
            <a:solidFill>
              <a:schemeClr val="accent1">
                <a:lumMod val="75000"/>
              </a:schemeClr>
            </a:solidFill>
            <a:tailEnd type="triangle"/>
          </a:ln>
        </p:spPr>
        <p:style>
          <a:lnRef idx="1">
            <a:schemeClr val="accent1"/>
          </a:lnRef>
          <a:fillRef idx="0">
            <a:schemeClr val="accent1"/>
          </a:fillRef>
          <a:effectRef idx="0">
            <a:schemeClr val="accent1"/>
          </a:effectRef>
          <a:fontRef idx="minor">
            <a:schemeClr val="tx1"/>
          </a:fontRef>
        </p:style>
      </p:cxnSp>
      <p:cxnSp>
        <p:nvCxnSpPr>
          <p:cNvPr id="71" name="直接箭头连接符 70">
            <a:extLst>
              <a:ext uri="{FF2B5EF4-FFF2-40B4-BE49-F238E27FC236}">
                <a16:creationId xmlns:a16="http://schemas.microsoft.com/office/drawing/2014/main" id="{23EF325B-0275-49DB-B834-6BA17BF6EC34}"/>
              </a:ext>
            </a:extLst>
          </p:cNvPr>
          <p:cNvCxnSpPr>
            <a:cxnSpLocks/>
            <a:endCxn id="52" idx="1"/>
          </p:cNvCxnSpPr>
          <p:nvPr/>
        </p:nvCxnSpPr>
        <p:spPr>
          <a:xfrm flipV="1">
            <a:off x="3069070" y="2107609"/>
            <a:ext cx="2674195" cy="646548"/>
          </a:xfrm>
          <a:prstGeom prst="straightConnector1">
            <a:avLst/>
          </a:prstGeom>
          <a:ln w="63500">
            <a:solidFill>
              <a:schemeClr val="accent1">
                <a:lumMod val="75000"/>
              </a:schemeClr>
            </a:solidFill>
            <a:tailEnd type="triangle"/>
          </a:ln>
        </p:spPr>
        <p:style>
          <a:lnRef idx="1">
            <a:schemeClr val="accent1"/>
          </a:lnRef>
          <a:fillRef idx="0">
            <a:schemeClr val="accent1"/>
          </a:fillRef>
          <a:effectRef idx="0">
            <a:schemeClr val="accent1"/>
          </a:effectRef>
          <a:fontRef idx="minor">
            <a:schemeClr val="tx1"/>
          </a:fontRef>
        </p:style>
      </p:cxnSp>
      <p:cxnSp>
        <p:nvCxnSpPr>
          <p:cNvPr id="72" name="直接箭头连接符 71">
            <a:extLst>
              <a:ext uri="{FF2B5EF4-FFF2-40B4-BE49-F238E27FC236}">
                <a16:creationId xmlns:a16="http://schemas.microsoft.com/office/drawing/2014/main" id="{FC26C949-5829-4D3E-A03B-3E864032CDA6}"/>
              </a:ext>
            </a:extLst>
          </p:cNvPr>
          <p:cNvCxnSpPr>
            <a:cxnSpLocks/>
            <a:endCxn id="52" idx="3"/>
          </p:cNvCxnSpPr>
          <p:nvPr/>
        </p:nvCxnSpPr>
        <p:spPr>
          <a:xfrm flipH="1" flipV="1">
            <a:off x="6448735" y="2107609"/>
            <a:ext cx="2820263" cy="665630"/>
          </a:xfrm>
          <a:prstGeom prst="straightConnector1">
            <a:avLst/>
          </a:prstGeom>
          <a:ln w="63500">
            <a:solidFill>
              <a:schemeClr val="accent1">
                <a:lumMod val="75000"/>
              </a:schemeClr>
            </a:solidFill>
            <a:tailEnd type="triangle"/>
          </a:ln>
        </p:spPr>
        <p:style>
          <a:lnRef idx="1">
            <a:schemeClr val="accent1"/>
          </a:lnRef>
          <a:fillRef idx="0">
            <a:schemeClr val="accent1"/>
          </a:fillRef>
          <a:effectRef idx="0">
            <a:schemeClr val="accent1"/>
          </a:effectRef>
          <a:fontRef idx="minor">
            <a:schemeClr val="tx1"/>
          </a:fontRef>
        </p:style>
      </p:cxnSp>
      <p:grpSp>
        <p:nvGrpSpPr>
          <p:cNvPr id="73" name="组合 72">
            <a:extLst>
              <a:ext uri="{FF2B5EF4-FFF2-40B4-BE49-F238E27FC236}">
                <a16:creationId xmlns:a16="http://schemas.microsoft.com/office/drawing/2014/main" id="{736FD141-8FC6-4939-973D-C32B63A606E4}"/>
              </a:ext>
            </a:extLst>
          </p:cNvPr>
          <p:cNvGrpSpPr/>
          <p:nvPr/>
        </p:nvGrpSpPr>
        <p:grpSpPr>
          <a:xfrm>
            <a:off x="5654312" y="1726461"/>
            <a:ext cx="820470" cy="820470"/>
            <a:chOff x="9290558" y="4054613"/>
            <a:chExt cx="820470" cy="820470"/>
          </a:xfrm>
        </p:grpSpPr>
        <p:sp>
          <p:nvSpPr>
            <p:cNvPr id="74" name="爆炸形: 8 pt  73">
              <a:extLst>
                <a:ext uri="{FF2B5EF4-FFF2-40B4-BE49-F238E27FC236}">
                  <a16:creationId xmlns:a16="http://schemas.microsoft.com/office/drawing/2014/main" id="{CBA5169C-8D3B-4A47-96F5-7C393518DB3E}"/>
                </a:ext>
              </a:extLst>
            </p:cNvPr>
            <p:cNvSpPr/>
            <p:nvPr/>
          </p:nvSpPr>
          <p:spPr>
            <a:xfrm>
              <a:off x="9290558" y="4054613"/>
              <a:ext cx="820470" cy="820470"/>
            </a:xfrm>
            <a:prstGeom prst="irregularSeal1">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sz="2000" b="1" dirty="0"/>
            </a:p>
          </p:txBody>
        </p:sp>
        <p:sp>
          <p:nvSpPr>
            <p:cNvPr id="75" name="文本框 74">
              <a:extLst>
                <a:ext uri="{FF2B5EF4-FFF2-40B4-BE49-F238E27FC236}">
                  <a16:creationId xmlns:a16="http://schemas.microsoft.com/office/drawing/2014/main" id="{DC7D0398-F37E-4945-8BD5-C119F2737C2C}"/>
                </a:ext>
              </a:extLst>
            </p:cNvPr>
            <p:cNvSpPr txBox="1"/>
            <p:nvPr/>
          </p:nvSpPr>
          <p:spPr>
            <a:xfrm>
              <a:off x="9290558" y="4250289"/>
              <a:ext cx="777741" cy="369332"/>
            </a:xfrm>
            <a:prstGeom prst="rect">
              <a:avLst/>
            </a:prstGeom>
            <a:noFill/>
          </p:spPr>
          <p:txBody>
            <a:bodyPr wrap="square" rtlCol="0">
              <a:spAutoFit/>
            </a:bodyPr>
            <a:lstStyle/>
            <a:p>
              <a:pPr algn="ctr"/>
              <a:r>
                <a:rPr lang="zh-CN" altLang="en-US" b="1" dirty="0">
                  <a:solidFill>
                    <a:schemeClr val="bg1"/>
                  </a:solidFill>
                </a:rPr>
                <a:t>碰撞</a:t>
              </a:r>
            </a:p>
          </p:txBody>
        </p:sp>
      </p:grpSp>
      <p:cxnSp>
        <p:nvCxnSpPr>
          <p:cNvPr id="76" name="直接箭头连接符 75">
            <a:extLst>
              <a:ext uri="{FF2B5EF4-FFF2-40B4-BE49-F238E27FC236}">
                <a16:creationId xmlns:a16="http://schemas.microsoft.com/office/drawing/2014/main" id="{BA5668F0-FC9C-4FA8-9D1A-69237AF0A3B2}"/>
              </a:ext>
            </a:extLst>
          </p:cNvPr>
          <p:cNvCxnSpPr>
            <a:cxnSpLocks/>
          </p:cNvCxnSpPr>
          <p:nvPr/>
        </p:nvCxnSpPr>
        <p:spPr>
          <a:xfrm flipH="1">
            <a:off x="2104432" y="3166123"/>
            <a:ext cx="452664" cy="650508"/>
          </a:xfrm>
          <a:prstGeom prst="straightConnector1">
            <a:avLst/>
          </a:prstGeom>
          <a:ln w="63500">
            <a:solidFill>
              <a:schemeClr val="accent1">
                <a:lumMod val="75000"/>
              </a:schemeClr>
            </a:solidFill>
            <a:tailEnd type="triangle"/>
          </a:ln>
        </p:spPr>
        <p:style>
          <a:lnRef idx="1">
            <a:schemeClr val="accent1"/>
          </a:lnRef>
          <a:fillRef idx="0">
            <a:schemeClr val="accent1"/>
          </a:fillRef>
          <a:effectRef idx="0">
            <a:schemeClr val="accent1"/>
          </a:effectRef>
          <a:fontRef idx="minor">
            <a:schemeClr val="tx1"/>
          </a:fontRef>
        </p:style>
      </p:cxnSp>
      <p:cxnSp>
        <p:nvCxnSpPr>
          <p:cNvPr id="77" name="直接箭头连接符 76">
            <a:extLst>
              <a:ext uri="{FF2B5EF4-FFF2-40B4-BE49-F238E27FC236}">
                <a16:creationId xmlns:a16="http://schemas.microsoft.com/office/drawing/2014/main" id="{9EF49A7E-8763-4822-BBF1-F2AC1E838AC3}"/>
              </a:ext>
            </a:extLst>
          </p:cNvPr>
          <p:cNvCxnSpPr>
            <a:cxnSpLocks/>
          </p:cNvCxnSpPr>
          <p:nvPr/>
        </p:nvCxnSpPr>
        <p:spPr>
          <a:xfrm>
            <a:off x="3098364" y="3132193"/>
            <a:ext cx="442331" cy="690050"/>
          </a:xfrm>
          <a:prstGeom prst="straightConnector1">
            <a:avLst/>
          </a:prstGeom>
          <a:ln w="63500">
            <a:solidFill>
              <a:schemeClr val="accent1">
                <a:lumMod val="75000"/>
              </a:schemeClr>
            </a:solidFill>
            <a:tailEnd type="triangle"/>
          </a:ln>
        </p:spPr>
        <p:style>
          <a:lnRef idx="1">
            <a:schemeClr val="accent1"/>
          </a:lnRef>
          <a:fillRef idx="0">
            <a:schemeClr val="accent1"/>
          </a:fillRef>
          <a:effectRef idx="0">
            <a:schemeClr val="accent1"/>
          </a:effectRef>
          <a:fontRef idx="minor">
            <a:schemeClr val="tx1"/>
          </a:fontRef>
        </p:style>
      </p:cxnSp>
      <p:cxnSp>
        <p:nvCxnSpPr>
          <p:cNvPr id="80" name="直接箭头连接符 79">
            <a:extLst>
              <a:ext uri="{FF2B5EF4-FFF2-40B4-BE49-F238E27FC236}">
                <a16:creationId xmlns:a16="http://schemas.microsoft.com/office/drawing/2014/main" id="{7DFC6097-1ECE-44C7-B3C8-D51FAD161872}"/>
              </a:ext>
            </a:extLst>
          </p:cNvPr>
          <p:cNvCxnSpPr>
            <a:cxnSpLocks/>
          </p:cNvCxnSpPr>
          <p:nvPr/>
        </p:nvCxnSpPr>
        <p:spPr>
          <a:xfrm>
            <a:off x="9809722" y="3120423"/>
            <a:ext cx="442331" cy="690050"/>
          </a:xfrm>
          <a:prstGeom prst="straightConnector1">
            <a:avLst/>
          </a:prstGeom>
          <a:ln w="63500">
            <a:solidFill>
              <a:schemeClr val="accent1">
                <a:lumMod val="75000"/>
              </a:schemeClr>
            </a:solidFill>
            <a:tailEnd type="triangle"/>
          </a:ln>
        </p:spPr>
        <p:style>
          <a:lnRef idx="1">
            <a:schemeClr val="accent1"/>
          </a:lnRef>
          <a:fillRef idx="0">
            <a:schemeClr val="accent1"/>
          </a:fillRef>
          <a:effectRef idx="0">
            <a:schemeClr val="accent1"/>
          </a:effectRef>
          <a:fontRef idx="minor">
            <a:schemeClr val="tx1"/>
          </a:fontRef>
        </p:style>
      </p:cxnSp>
      <p:cxnSp>
        <p:nvCxnSpPr>
          <p:cNvPr id="81" name="直接箭头连接符 80">
            <a:extLst>
              <a:ext uri="{FF2B5EF4-FFF2-40B4-BE49-F238E27FC236}">
                <a16:creationId xmlns:a16="http://schemas.microsoft.com/office/drawing/2014/main" id="{52024351-A682-4C4F-83F3-FB6438AB8C98}"/>
              </a:ext>
            </a:extLst>
          </p:cNvPr>
          <p:cNvCxnSpPr>
            <a:cxnSpLocks/>
          </p:cNvCxnSpPr>
          <p:nvPr/>
        </p:nvCxnSpPr>
        <p:spPr>
          <a:xfrm flipH="1">
            <a:off x="8834644" y="3163382"/>
            <a:ext cx="452664" cy="650508"/>
          </a:xfrm>
          <a:prstGeom prst="straightConnector1">
            <a:avLst/>
          </a:prstGeom>
          <a:ln w="63500">
            <a:solidFill>
              <a:schemeClr val="accent1">
                <a:lumMod val="75000"/>
              </a:schemeClr>
            </a:solidFill>
            <a:tailEnd type="triangle"/>
          </a:ln>
        </p:spPr>
        <p:style>
          <a:lnRef idx="1">
            <a:schemeClr val="accent1"/>
          </a:lnRef>
          <a:fillRef idx="0">
            <a:schemeClr val="accent1"/>
          </a:fillRef>
          <a:effectRef idx="0">
            <a:schemeClr val="accent1"/>
          </a:effectRef>
          <a:fontRef idx="minor">
            <a:schemeClr val="tx1"/>
          </a:fontRef>
        </p:style>
      </p:cxnSp>
      <p:sp>
        <p:nvSpPr>
          <p:cNvPr id="7" name="矩形 6">
            <a:extLst>
              <a:ext uri="{FF2B5EF4-FFF2-40B4-BE49-F238E27FC236}">
                <a16:creationId xmlns:a16="http://schemas.microsoft.com/office/drawing/2014/main" id="{BEBD441E-8E88-4859-BA63-8B77EF655291}"/>
              </a:ext>
            </a:extLst>
          </p:cNvPr>
          <p:cNvSpPr/>
          <p:nvPr/>
        </p:nvSpPr>
        <p:spPr>
          <a:xfrm>
            <a:off x="1332530" y="4678058"/>
            <a:ext cx="9538539" cy="127621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nSpc>
                <a:spcPct val="150000"/>
              </a:lnSpc>
            </a:pPr>
            <a:r>
              <a:rPr lang="zh-CN" altLang="en-US" b="1" dirty="0"/>
              <a:t>         在物理层扩展的共享式以太网仍然是一个碰撞域，不能连接太多的站点，否则可能会出现大量的碰撞，导致平均吞吐量太低。</a:t>
            </a:r>
          </a:p>
        </p:txBody>
      </p:sp>
    </p:spTree>
    <p:custDataLst>
      <p:tags r:id="rId1"/>
    </p:custDataLst>
    <p:extLst>
      <p:ext uri="{BB962C8B-B14F-4D97-AF65-F5344CB8AC3E}">
        <p14:creationId xmlns:p14="http://schemas.microsoft.com/office/powerpoint/2010/main" val="1170137280"/>
      </p:ext>
    </p:extLst>
  </p:cSld>
  <p:clrMapOvr>
    <a:masterClrMapping/>
  </p:clrMapOvr>
  <mc:AlternateContent xmlns:mc="http://schemas.openxmlformats.org/markup-compatibility/2006" xmlns:p159="http://schemas.microsoft.com/office/powerpoint/2015/09/main">
    <mc:Choice Requires="p159">
      <p:transition spd="slow">
        <p159:morph option="byObject"/>
      </p:transition>
    </mc:Choice>
    <mc:Fallback xmlns="">
      <p:transition spd="slow">
        <p:fade/>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2" presetClass="entr" presetSubtype="1" fill="hold" grpId="0" nodeType="withEffect">
                                  <p:stCondLst>
                                    <p:cond delay="0"/>
                                  </p:stCondLst>
                                  <p:childTnLst>
                                    <p:set>
                                      <p:cBhvr>
                                        <p:cTn id="6" dur="1" fill="hold">
                                          <p:stCondLst>
                                            <p:cond delay="0"/>
                                          </p:stCondLst>
                                        </p:cTn>
                                        <p:tgtEl>
                                          <p:spTgt spid="7"/>
                                        </p:tgtEl>
                                        <p:attrNameLst>
                                          <p:attrName>style.visibility</p:attrName>
                                        </p:attrNameLst>
                                      </p:cBhvr>
                                      <p:to>
                                        <p:strVal val="visible"/>
                                      </p:to>
                                    </p:set>
                                    <p:anim calcmode="lin" valueType="num">
                                      <p:cBhvr additive="base">
                                        <p:cTn id="7" dur="500"/>
                                        <p:tgtEl>
                                          <p:spTgt spid="7"/>
                                        </p:tgtEl>
                                        <p:attrNameLst>
                                          <p:attrName>ppt_y</p:attrName>
                                        </p:attrNameLst>
                                      </p:cBhvr>
                                      <p:tavLst>
                                        <p:tav tm="0">
                                          <p:val>
                                            <p:strVal val="#ppt_y-#ppt_h*1.125000"/>
                                          </p:val>
                                        </p:tav>
                                        <p:tav tm="100000">
                                          <p:val>
                                            <p:strVal val="#ppt_y"/>
                                          </p:val>
                                        </p:tav>
                                      </p:tavLst>
                                    </p:anim>
                                    <p:animEffect transition="in" filter="wipe(down)">
                                      <p:cBhvr>
                                        <p:cTn id="8" dur="500"/>
                                        <p:tgtEl>
                                          <p:spTgt spid="7"/>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7" grpId="0" animBg="1"/>
    </p:bldLst>
  </p:timing>
</p:sld>
</file>

<file path=ppt/slides/slide37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4" name="组合 3">
            <a:extLst>
              <a:ext uri="{FF2B5EF4-FFF2-40B4-BE49-F238E27FC236}">
                <a16:creationId xmlns:a16="http://schemas.microsoft.com/office/drawing/2014/main" id="{869DCC19-099D-EE4E-2EAB-6CE30CEBA398}"/>
              </a:ext>
            </a:extLst>
          </p:cNvPr>
          <p:cNvGrpSpPr/>
          <p:nvPr/>
        </p:nvGrpSpPr>
        <p:grpSpPr>
          <a:xfrm>
            <a:off x="2868281" y="1188116"/>
            <a:ext cx="6475102" cy="3828860"/>
            <a:chOff x="2868281" y="1188116"/>
            <a:chExt cx="6475102" cy="3828860"/>
          </a:xfrm>
        </p:grpSpPr>
        <p:sp>
          <p:nvSpPr>
            <p:cNvPr id="12" name="íşlïḍè"/>
            <p:cNvSpPr txBox="1"/>
            <p:nvPr/>
          </p:nvSpPr>
          <p:spPr>
            <a:xfrm>
              <a:off x="3965621" y="1188116"/>
              <a:ext cx="4287076" cy="419100"/>
            </a:xfrm>
            <a:prstGeom prst="rect">
              <a:avLst/>
            </a:prstGeom>
            <a:noFill/>
          </p:spPr>
          <p:txBody>
            <a:bodyPr wrap="square" lIns="91440" tIns="45720" rIns="91440" bIns="45720" anchor="ctr">
              <a:noAutofit/>
            </a:bodyPr>
            <a:lstStyle/>
            <a:p>
              <a:pPr algn="ctr"/>
              <a:r>
                <a:rPr lang="en-US" altLang="zh-CN" sz="2400" b="1" dirty="0"/>
                <a:t>3.4.5 </a:t>
              </a:r>
              <a:r>
                <a:rPr lang="zh-CN" altLang="en-US" sz="2400" b="1" dirty="0">
                  <a:latin typeface="+mn-ea"/>
                </a:rPr>
                <a:t>在数据链路层扩展以太网</a:t>
              </a:r>
              <a:endParaRPr lang="en-US" altLang="zh-CN" sz="2400" b="1" dirty="0"/>
            </a:p>
          </p:txBody>
        </p:sp>
        <p:grpSp>
          <p:nvGrpSpPr>
            <p:cNvPr id="2" name="组合 1">
              <a:extLst>
                <a:ext uri="{FF2B5EF4-FFF2-40B4-BE49-F238E27FC236}">
                  <a16:creationId xmlns:a16="http://schemas.microsoft.com/office/drawing/2014/main" id="{E8DC0AB8-05EE-7787-9FBB-4E11065FD44D}"/>
                </a:ext>
              </a:extLst>
            </p:cNvPr>
            <p:cNvGrpSpPr/>
            <p:nvPr/>
          </p:nvGrpSpPr>
          <p:grpSpPr>
            <a:xfrm>
              <a:off x="2868281" y="1864102"/>
              <a:ext cx="6475102" cy="3152874"/>
              <a:chOff x="3493921" y="1864102"/>
              <a:chExt cx="6475102" cy="3152874"/>
            </a:xfrm>
          </p:grpSpPr>
          <p:sp>
            <p:nvSpPr>
              <p:cNvPr id="5" name="平行四边形 4"/>
              <p:cNvSpPr/>
              <p:nvPr/>
            </p:nvSpPr>
            <p:spPr>
              <a:xfrm>
                <a:off x="3493921" y="1864102"/>
                <a:ext cx="869401" cy="595554"/>
              </a:xfrm>
              <a:prstGeom prst="parallelogram">
                <a:avLst/>
              </a:prstGeom>
              <a:solidFill>
                <a:schemeClr val="accent3">
                  <a:lumMod val="75000"/>
                </a:schemeClr>
              </a:solidFill>
              <a:ln>
                <a:solidFill>
                  <a:schemeClr val="accent3">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CN" sz="2800" dirty="0">
                    <a:latin typeface="Impact" panose="020B0806030902050204" pitchFamily="34" charset="0"/>
                  </a:rPr>
                  <a:t>01</a:t>
                </a:r>
                <a:endParaRPr lang="zh-CN" altLang="en-US" sz="2800" dirty="0">
                  <a:latin typeface="Impact" panose="020B0806030902050204" pitchFamily="34" charset="0"/>
                </a:endParaRPr>
              </a:p>
            </p:txBody>
          </p:sp>
          <p:sp>
            <p:nvSpPr>
              <p:cNvPr id="25" name="平行四边形 24"/>
              <p:cNvSpPr/>
              <p:nvPr/>
            </p:nvSpPr>
            <p:spPr>
              <a:xfrm>
                <a:off x="4203052" y="1864102"/>
                <a:ext cx="5756571" cy="595554"/>
              </a:xfrm>
              <a:prstGeom prst="parallelogram">
                <a:avLst/>
              </a:prstGeom>
              <a:noFill/>
              <a:ln>
                <a:solidFill>
                  <a:schemeClr val="accent3">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r>
                  <a:rPr lang="zh-CN" altLang="en-US" sz="2200" b="1" dirty="0">
                    <a:solidFill>
                      <a:schemeClr val="tx1"/>
                    </a:solidFill>
                    <a:latin typeface="+mn-ea"/>
                  </a:rPr>
                  <a:t>使用网桥在数据链路层扩展以太网</a:t>
                </a:r>
                <a:endParaRPr lang="zh-CN" altLang="en-US" sz="2200" b="1" dirty="0">
                  <a:solidFill>
                    <a:schemeClr val="tx1"/>
                  </a:solidFill>
                  <a:latin typeface="Impact" panose="020B0806030902050204" pitchFamily="34" charset="0"/>
                </a:endParaRPr>
              </a:p>
            </p:txBody>
          </p:sp>
          <p:sp>
            <p:nvSpPr>
              <p:cNvPr id="27" name="平行四边形 26"/>
              <p:cNvSpPr/>
              <p:nvPr/>
            </p:nvSpPr>
            <p:spPr>
              <a:xfrm>
                <a:off x="3493921" y="2716542"/>
                <a:ext cx="869402" cy="595554"/>
              </a:xfrm>
              <a:prstGeom prst="parallelogram">
                <a:avLst/>
              </a:prstGeom>
              <a:solidFill>
                <a:schemeClr val="accent3">
                  <a:lumMod val="75000"/>
                </a:schemeClr>
              </a:solidFill>
              <a:ln>
                <a:solidFill>
                  <a:schemeClr val="accent3">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CN" sz="2800" dirty="0">
                    <a:latin typeface="Impact" panose="020B0806030902050204" pitchFamily="34" charset="0"/>
                  </a:rPr>
                  <a:t>02</a:t>
                </a:r>
                <a:endParaRPr lang="zh-CN" altLang="en-US" sz="2800" dirty="0">
                  <a:latin typeface="Impact" panose="020B0806030902050204" pitchFamily="34" charset="0"/>
                </a:endParaRPr>
              </a:p>
            </p:txBody>
          </p:sp>
          <p:sp>
            <p:nvSpPr>
              <p:cNvPr id="28" name="平行四边形 27"/>
              <p:cNvSpPr/>
              <p:nvPr/>
            </p:nvSpPr>
            <p:spPr>
              <a:xfrm>
                <a:off x="4203051" y="2716542"/>
                <a:ext cx="5756572" cy="595554"/>
              </a:xfrm>
              <a:prstGeom prst="parallelogram">
                <a:avLst/>
              </a:prstGeom>
              <a:noFill/>
              <a:ln>
                <a:solidFill>
                  <a:schemeClr val="accent3">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r>
                  <a:rPr lang="zh-CN" altLang="en-US" sz="2200" b="1" dirty="0">
                    <a:solidFill>
                      <a:schemeClr val="tx1"/>
                    </a:solidFill>
                    <a:latin typeface="Impact" panose="020B0806030902050204" pitchFamily="34" charset="0"/>
                  </a:rPr>
                  <a:t>网桥的主要结构和基本工作原理</a:t>
                </a:r>
              </a:p>
            </p:txBody>
          </p:sp>
          <p:sp>
            <p:nvSpPr>
              <p:cNvPr id="11" name="平行四边形 10">
                <a:extLst>
                  <a:ext uri="{FF2B5EF4-FFF2-40B4-BE49-F238E27FC236}">
                    <a16:creationId xmlns:a16="http://schemas.microsoft.com/office/drawing/2014/main" id="{FB42DCD5-5514-3E1D-F8ED-2DE88E081FE8}"/>
                  </a:ext>
                </a:extLst>
              </p:cNvPr>
              <p:cNvSpPr/>
              <p:nvPr/>
            </p:nvSpPr>
            <p:spPr>
              <a:xfrm>
                <a:off x="3493921" y="3568982"/>
                <a:ext cx="828092" cy="595554"/>
              </a:xfrm>
              <a:prstGeom prst="parallelogram">
                <a:avLst/>
              </a:prstGeom>
              <a:solidFill>
                <a:schemeClr val="accent3">
                  <a:lumMod val="75000"/>
                </a:schemeClr>
              </a:solidFill>
              <a:ln>
                <a:solidFill>
                  <a:schemeClr val="accent3">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CN" sz="2800" dirty="0">
                    <a:latin typeface="Impact" panose="020B0806030902050204" pitchFamily="34" charset="0"/>
                  </a:rPr>
                  <a:t>03</a:t>
                </a:r>
                <a:endParaRPr lang="zh-CN" altLang="en-US" sz="2800" dirty="0">
                  <a:latin typeface="Impact" panose="020B0806030902050204" pitchFamily="34" charset="0"/>
                </a:endParaRPr>
              </a:p>
            </p:txBody>
          </p:sp>
          <p:sp>
            <p:nvSpPr>
              <p:cNvPr id="13" name="平行四边形 12">
                <a:extLst>
                  <a:ext uri="{FF2B5EF4-FFF2-40B4-BE49-F238E27FC236}">
                    <a16:creationId xmlns:a16="http://schemas.microsoft.com/office/drawing/2014/main" id="{F60D6E6E-1CB1-6E39-5E05-C6F857FA1BC0}"/>
                  </a:ext>
                </a:extLst>
              </p:cNvPr>
              <p:cNvSpPr/>
              <p:nvPr/>
            </p:nvSpPr>
            <p:spPr>
              <a:xfrm>
                <a:off x="4169357" y="3568982"/>
                <a:ext cx="5799666" cy="595554"/>
              </a:xfrm>
              <a:prstGeom prst="parallelogram">
                <a:avLst/>
              </a:prstGeom>
              <a:noFill/>
              <a:ln>
                <a:solidFill>
                  <a:schemeClr val="accent3">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r>
                  <a:rPr lang="zh-CN" altLang="en-US" sz="2200" b="1" dirty="0">
                    <a:solidFill>
                      <a:schemeClr val="tx1"/>
                    </a:solidFill>
                    <a:latin typeface="Impact" panose="020B0806030902050204" pitchFamily="34" charset="0"/>
                  </a:rPr>
                  <a:t>透明网桥的自学习和转发帧的流程</a:t>
                </a:r>
              </a:p>
            </p:txBody>
          </p:sp>
          <p:sp>
            <p:nvSpPr>
              <p:cNvPr id="15" name="平行四边形 14">
                <a:extLst>
                  <a:ext uri="{FF2B5EF4-FFF2-40B4-BE49-F238E27FC236}">
                    <a16:creationId xmlns:a16="http://schemas.microsoft.com/office/drawing/2014/main" id="{5B1F39AF-60F1-35FD-B7C2-59FC6D635B68}"/>
                  </a:ext>
                </a:extLst>
              </p:cNvPr>
              <p:cNvSpPr/>
              <p:nvPr/>
            </p:nvSpPr>
            <p:spPr>
              <a:xfrm>
                <a:off x="3493921" y="4421422"/>
                <a:ext cx="828092" cy="595554"/>
              </a:xfrm>
              <a:prstGeom prst="parallelogram">
                <a:avLst/>
              </a:prstGeom>
              <a:solidFill>
                <a:schemeClr val="accent3">
                  <a:lumMod val="75000"/>
                </a:schemeClr>
              </a:solidFill>
              <a:ln>
                <a:solidFill>
                  <a:schemeClr val="accent3">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CN" sz="2800" dirty="0">
                    <a:latin typeface="Impact" panose="020B0806030902050204" pitchFamily="34" charset="0"/>
                  </a:rPr>
                  <a:t>04</a:t>
                </a:r>
                <a:endParaRPr lang="zh-CN" altLang="en-US" sz="2800" dirty="0">
                  <a:latin typeface="Impact" panose="020B0806030902050204" pitchFamily="34" charset="0"/>
                </a:endParaRPr>
              </a:p>
            </p:txBody>
          </p:sp>
          <p:sp>
            <p:nvSpPr>
              <p:cNvPr id="16" name="平行四边形 15">
                <a:extLst>
                  <a:ext uri="{FF2B5EF4-FFF2-40B4-BE49-F238E27FC236}">
                    <a16:creationId xmlns:a16="http://schemas.microsoft.com/office/drawing/2014/main" id="{1AEEA60A-3400-1552-722A-3A1CF1616323}"/>
                  </a:ext>
                </a:extLst>
              </p:cNvPr>
              <p:cNvSpPr/>
              <p:nvPr/>
            </p:nvSpPr>
            <p:spPr>
              <a:xfrm>
                <a:off x="4169357" y="4421422"/>
                <a:ext cx="5799666" cy="595554"/>
              </a:xfrm>
              <a:prstGeom prst="parallelogram">
                <a:avLst/>
              </a:prstGeom>
              <a:noFill/>
              <a:ln>
                <a:solidFill>
                  <a:schemeClr val="accent3">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r>
                  <a:rPr lang="zh-CN" altLang="en-US" sz="2200" b="1" dirty="0">
                    <a:solidFill>
                      <a:schemeClr val="tx1"/>
                    </a:solidFill>
                    <a:latin typeface="Impact" panose="020B0806030902050204" pitchFamily="34" charset="0"/>
                  </a:rPr>
                  <a:t>透明网桥的生成树协议</a:t>
                </a:r>
                <a:r>
                  <a:rPr lang="en-US" altLang="zh-CN" sz="2200" b="1" dirty="0">
                    <a:solidFill>
                      <a:schemeClr val="tx1"/>
                    </a:solidFill>
                    <a:latin typeface="+mn-ea"/>
                  </a:rPr>
                  <a:t>STP</a:t>
                </a:r>
                <a:endParaRPr lang="zh-CN" altLang="en-US" sz="2200" b="1" dirty="0">
                  <a:solidFill>
                    <a:schemeClr val="tx1"/>
                  </a:solidFill>
                  <a:latin typeface="+mn-ea"/>
                </a:endParaRPr>
              </a:p>
            </p:txBody>
          </p:sp>
        </p:grpSp>
      </p:grpSp>
    </p:spTree>
    <p:extLst>
      <p:ext uri="{BB962C8B-B14F-4D97-AF65-F5344CB8AC3E}">
        <p14:creationId xmlns:p14="http://schemas.microsoft.com/office/powerpoint/2010/main" val="2834950311"/>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42" presetClass="entr" presetSubtype="0" fill="hold" nodeType="withEffect">
                                  <p:stCondLst>
                                    <p:cond delay="0"/>
                                  </p:stCondLst>
                                  <p:childTnLst>
                                    <p:set>
                                      <p:cBhvr>
                                        <p:cTn id="6" dur="1" fill="hold">
                                          <p:stCondLst>
                                            <p:cond delay="0"/>
                                          </p:stCondLst>
                                        </p:cTn>
                                        <p:tgtEl>
                                          <p:spTgt spid="4"/>
                                        </p:tgtEl>
                                        <p:attrNameLst>
                                          <p:attrName>style.visibility</p:attrName>
                                        </p:attrNameLst>
                                      </p:cBhvr>
                                      <p:to>
                                        <p:strVal val="visible"/>
                                      </p:to>
                                    </p:set>
                                    <p:animEffect transition="in" filter="fade">
                                      <p:cBhvr>
                                        <p:cTn id="7" dur="1000"/>
                                        <p:tgtEl>
                                          <p:spTgt spid="4"/>
                                        </p:tgtEl>
                                      </p:cBhvr>
                                    </p:animEffect>
                                    <p:anim calcmode="lin" valueType="num">
                                      <p:cBhvr>
                                        <p:cTn id="8" dur="1000" fill="hold"/>
                                        <p:tgtEl>
                                          <p:spTgt spid="4"/>
                                        </p:tgtEl>
                                        <p:attrNameLst>
                                          <p:attrName>ppt_x</p:attrName>
                                        </p:attrNameLst>
                                      </p:cBhvr>
                                      <p:tavLst>
                                        <p:tav tm="0">
                                          <p:val>
                                            <p:strVal val="#ppt_x"/>
                                          </p:val>
                                        </p:tav>
                                        <p:tav tm="100000">
                                          <p:val>
                                            <p:strVal val="#ppt_x"/>
                                          </p:val>
                                        </p:tav>
                                      </p:tavLst>
                                    </p:anim>
                                    <p:anim calcmode="lin" valueType="num">
                                      <p:cBhvr>
                                        <p:cTn id="9" dur="1000" fill="hold"/>
                                        <p:tgtEl>
                                          <p:spTgt spid="4"/>
                                        </p:tgtEl>
                                        <p:attrNameLst>
                                          <p:attrName>ppt_y</p:attrName>
                                        </p:attrNameLst>
                                      </p:cBhvr>
                                      <p:tavLst>
                                        <p:tav tm="0">
                                          <p:val>
                                            <p:strVal val="#ppt_y+.1"/>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38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40" name="组合 39">
            <a:extLst>
              <a:ext uri="{FF2B5EF4-FFF2-40B4-BE49-F238E27FC236}">
                <a16:creationId xmlns:a16="http://schemas.microsoft.com/office/drawing/2014/main" id="{15676E4F-33C4-45AF-A2B0-A2C4DE6A0E49}"/>
              </a:ext>
            </a:extLst>
          </p:cNvPr>
          <p:cNvGrpSpPr/>
          <p:nvPr/>
        </p:nvGrpSpPr>
        <p:grpSpPr>
          <a:xfrm>
            <a:off x="1361607" y="2286919"/>
            <a:ext cx="9483302" cy="3106109"/>
            <a:chOff x="1078735" y="2956105"/>
            <a:chExt cx="2802358" cy="3106109"/>
          </a:xfrm>
        </p:grpSpPr>
        <p:sp>
          <p:nvSpPr>
            <p:cNvPr id="41" name="矩形: 圆角 40">
              <a:extLst>
                <a:ext uri="{FF2B5EF4-FFF2-40B4-BE49-F238E27FC236}">
                  <a16:creationId xmlns:a16="http://schemas.microsoft.com/office/drawing/2014/main" id="{4796545A-6EA1-4FFF-A5C6-78642CDAD82A}"/>
                </a:ext>
              </a:extLst>
            </p:cNvPr>
            <p:cNvSpPr/>
            <p:nvPr/>
          </p:nvSpPr>
          <p:spPr>
            <a:xfrm>
              <a:off x="1078735" y="2959737"/>
              <a:ext cx="2802358" cy="3102477"/>
            </a:xfrm>
            <a:prstGeom prst="roundRect">
              <a:avLst/>
            </a:prstGeom>
            <a:solidFill>
              <a:schemeClr val="bg1">
                <a:lumMod val="95000"/>
              </a:schemeClr>
            </a:solidFill>
            <a:ln>
              <a:solidFill>
                <a:schemeClr val="tx1"/>
              </a:solidFill>
            </a:ln>
          </p:spPr>
          <p:style>
            <a:lnRef idx="2">
              <a:schemeClr val="accent3">
                <a:shade val="50000"/>
              </a:schemeClr>
            </a:lnRef>
            <a:fillRef idx="1">
              <a:schemeClr val="accent3"/>
            </a:fillRef>
            <a:effectRef idx="0">
              <a:schemeClr val="accent3"/>
            </a:effectRef>
            <a:fontRef idx="minor">
              <a:schemeClr val="lt1"/>
            </a:fontRef>
          </p:style>
          <p:txBody>
            <a:bodyPr rtlCol="0" anchor="ctr"/>
            <a:lstStyle/>
            <a:p>
              <a:pPr algn="ctr"/>
              <a:endParaRPr lang="zh-CN" altLang="en-US"/>
            </a:p>
          </p:txBody>
        </p:sp>
        <p:sp>
          <p:nvSpPr>
            <p:cNvPr id="42" name="文本框 41">
              <a:extLst>
                <a:ext uri="{FF2B5EF4-FFF2-40B4-BE49-F238E27FC236}">
                  <a16:creationId xmlns:a16="http://schemas.microsoft.com/office/drawing/2014/main" id="{FF55122C-37D3-4521-BAB1-9B0A5DEA0BA2}"/>
                </a:ext>
              </a:extLst>
            </p:cNvPr>
            <p:cNvSpPr txBox="1"/>
            <p:nvPr/>
          </p:nvSpPr>
          <p:spPr>
            <a:xfrm>
              <a:off x="1885149" y="2956105"/>
              <a:ext cx="1122232" cy="369332"/>
            </a:xfrm>
            <a:prstGeom prst="rect">
              <a:avLst/>
            </a:prstGeom>
            <a:noFill/>
          </p:spPr>
          <p:txBody>
            <a:bodyPr wrap="square" rtlCol="0">
              <a:spAutoFit/>
            </a:bodyPr>
            <a:lstStyle/>
            <a:p>
              <a:pPr algn="ctr"/>
              <a:r>
                <a:rPr lang="zh-CN" altLang="en-US" b="1" dirty="0">
                  <a:latin typeface="+mn-ea"/>
                </a:rPr>
                <a:t>一个更大碰撞域</a:t>
              </a:r>
            </a:p>
          </p:txBody>
        </p:sp>
      </p:grpSp>
      <p:grpSp>
        <p:nvGrpSpPr>
          <p:cNvPr id="4" name="组合 3">
            <a:extLst>
              <a:ext uri="{FF2B5EF4-FFF2-40B4-BE49-F238E27FC236}">
                <a16:creationId xmlns:a16="http://schemas.microsoft.com/office/drawing/2014/main" id="{9A1EA9F2-FCB6-48C3-935F-7AE7E3AD14AC}"/>
              </a:ext>
            </a:extLst>
          </p:cNvPr>
          <p:cNvGrpSpPr/>
          <p:nvPr/>
        </p:nvGrpSpPr>
        <p:grpSpPr>
          <a:xfrm>
            <a:off x="304800" y="749300"/>
            <a:ext cx="6192344" cy="400110"/>
            <a:chOff x="424117" y="898245"/>
            <a:chExt cx="6192344" cy="400110"/>
          </a:xfrm>
        </p:grpSpPr>
        <p:sp>
          <p:nvSpPr>
            <p:cNvPr id="2" name="平行四边形 1">
              <a:extLst>
                <a:ext uri="{FF2B5EF4-FFF2-40B4-BE49-F238E27FC236}">
                  <a16:creationId xmlns:a16="http://schemas.microsoft.com/office/drawing/2014/main" id="{1F5BAA3F-9845-4F89-A2DD-8222D3E4EDAC}"/>
                </a:ext>
              </a:extLst>
            </p:cNvPr>
            <p:cNvSpPr/>
            <p:nvPr/>
          </p:nvSpPr>
          <p:spPr>
            <a:xfrm>
              <a:off x="424117" y="898245"/>
              <a:ext cx="628306" cy="387090"/>
            </a:xfrm>
            <a:prstGeom prst="parallelogram">
              <a:avLst/>
            </a:prstGeom>
            <a:solidFill>
              <a:schemeClr val="accent3">
                <a:lumMod val="75000"/>
              </a:schemeClr>
            </a:solidFill>
            <a:ln>
              <a:solidFill>
                <a:schemeClr val="accent3">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CN" sz="2200" dirty="0">
                  <a:latin typeface="Impact" panose="020B0806030902050204" pitchFamily="34" charset="0"/>
                </a:rPr>
                <a:t>01</a:t>
              </a:r>
              <a:endParaRPr lang="zh-CN" altLang="en-US" sz="2200" dirty="0">
                <a:latin typeface="Impact" panose="020B0806030902050204" pitchFamily="34" charset="0"/>
              </a:endParaRPr>
            </a:p>
          </p:txBody>
        </p:sp>
        <p:sp>
          <p:nvSpPr>
            <p:cNvPr id="3" name="文本框 2">
              <a:extLst>
                <a:ext uri="{FF2B5EF4-FFF2-40B4-BE49-F238E27FC236}">
                  <a16:creationId xmlns:a16="http://schemas.microsoft.com/office/drawing/2014/main" id="{4D6BD736-A4D3-4F26-AFED-36E11F50F70B}"/>
                </a:ext>
              </a:extLst>
            </p:cNvPr>
            <p:cNvSpPr txBox="1"/>
            <p:nvPr/>
          </p:nvSpPr>
          <p:spPr>
            <a:xfrm>
              <a:off x="1052423" y="898245"/>
              <a:ext cx="5564038" cy="400110"/>
            </a:xfrm>
            <a:prstGeom prst="rect">
              <a:avLst/>
            </a:prstGeom>
            <a:noFill/>
          </p:spPr>
          <p:txBody>
            <a:bodyPr wrap="square" rtlCol="0">
              <a:spAutoFit/>
            </a:bodyPr>
            <a:lstStyle/>
            <a:p>
              <a:r>
                <a:rPr lang="zh-CN" altLang="en-US" sz="2000" b="1" dirty="0">
                  <a:solidFill>
                    <a:schemeClr val="tx1"/>
                  </a:solidFill>
                  <a:latin typeface="Arial Narrow" panose="020B0606020202030204" pitchFamily="34" charset="0"/>
                </a:rPr>
                <a:t>使用网桥在数据链路层扩展以太网</a:t>
              </a:r>
              <a:endParaRPr lang="en-US" altLang="zh-CN" sz="2000" b="1" dirty="0">
                <a:solidFill>
                  <a:schemeClr val="tx1"/>
                </a:solidFill>
                <a:latin typeface="Arial Narrow" panose="020B0606020202030204" pitchFamily="34" charset="0"/>
              </a:endParaRPr>
            </a:p>
          </p:txBody>
        </p:sp>
      </p:grpSp>
      <p:grpSp>
        <p:nvGrpSpPr>
          <p:cNvPr id="8" name="组合 7">
            <a:extLst>
              <a:ext uri="{FF2B5EF4-FFF2-40B4-BE49-F238E27FC236}">
                <a16:creationId xmlns:a16="http://schemas.microsoft.com/office/drawing/2014/main" id="{6DC5D69F-8AA0-4863-A71B-754E7725A61B}"/>
              </a:ext>
            </a:extLst>
          </p:cNvPr>
          <p:cNvGrpSpPr/>
          <p:nvPr/>
        </p:nvGrpSpPr>
        <p:grpSpPr>
          <a:xfrm>
            <a:off x="1361607" y="2285105"/>
            <a:ext cx="2802358" cy="3106109"/>
            <a:chOff x="1078735" y="2956105"/>
            <a:chExt cx="2802358" cy="3106109"/>
          </a:xfrm>
        </p:grpSpPr>
        <p:sp>
          <p:nvSpPr>
            <p:cNvPr id="9" name="矩形: 圆角 8">
              <a:extLst>
                <a:ext uri="{FF2B5EF4-FFF2-40B4-BE49-F238E27FC236}">
                  <a16:creationId xmlns:a16="http://schemas.microsoft.com/office/drawing/2014/main" id="{62D5A86F-2EB0-4C99-BCF5-AC3126E07326}"/>
                </a:ext>
              </a:extLst>
            </p:cNvPr>
            <p:cNvSpPr/>
            <p:nvPr/>
          </p:nvSpPr>
          <p:spPr>
            <a:xfrm>
              <a:off x="1078735" y="2959737"/>
              <a:ext cx="2802358" cy="3102477"/>
            </a:xfrm>
            <a:prstGeom prst="roundRect">
              <a:avLst/>
            </a:prstGeom>
            <a:solidFill>
              <a:schemeClr val="bg1">
                <a:lumMod val="95000"/>
              </a:schemeClr>
            </a:solidFill>
            <a:ln>
              <a:solidFill>
                <a:schemeClr val="tx1"/>
              </a:solidFill>
            </a:ln>
          </p:spPr>
          <p:style>
            <a:lnRef idx="2">
              <a:schemeClr val="accent3">
                <a:shade val="50000"/>
              </a:schemeClr>
            </a:lnRef>
            <a:fillRef idx="1">
              <a:schemeClr val="accent3"/>
            </a:fillRef>
            <a:effectRef idx="0">
              <a:schemeClr val="accent3"/>
            </a:effectRef>
            <a:fontRef idx="minor">
              <a:schemeClr val="lt1"/>
            </a:fontRef>
          </p:style>
          <p:txBody>
            <a:bodyPr rtlCol="0" anchor="ctr"/>
            <a:lstStyle/>
            <a:p>
              <a:pPr algn="ctr"/>
              <a:endParaRPr lang="zh-CN" altLang="en-US"/>
            </a:p>
          </p:txBody>
        </p:sp>
        <p:sp>
          <p:nvSpPr>
            <p:cNvPr id="10" name="文本框 9">
              <a:extLst>
                <a:ext uri="{FF2B5EF4-FFF2-40B4-BE49-F238E27FC236}">
                  <a16:creationId xmlns:a16="http://schemas.microsoft.com/office/drawing/2014/main" id="{4A2BFDC2-60FF-420D-9D41-11DEB543B869}"/>
                </a:ext>
              </a:extLst>
            </p:cNvPr>
            <p:cNvSpPr txBox="1"/>
            <p:nvPr/>
          </p:nvSpPr>
          <p:spPr>
            <a:xfrm>
              <a:off x="1885149" y="2956105"/>
              <a:ext cx="1122232" cy="369332"/>
            </a:xfrm>
            <a:prstGeom prst="rect">
              <a:avLst/>
            </a:prstGeom>
            <a:noFill/>
          </p:spPr>
          <p:txBody>
            <a:bodyPr wrap="square" rtlCol="0">
              <a:spAutoFit/>
            </a:bodyPr>
            <a:lstStyle/>
            <a:p>
              <a:pPr algn="ctr"/>
              <a:r>
                <a:rPr lang="zh-CN" altLang="en-US" b="1" dirty="0">
                  <a:latin typeface="+mn-ea"/>
                </a:rPr>
                <a:t>碰撞域</a:t>
              </a:r>
            </a:p>
          </p:txBody>
        </p:sp>
      </p:grpSp>
      <p:grpSp>
        <p:nvGrpSpPr>
          <p:cNvPr id="5" name="组合 4">
            <a:extLst>
              <a:ext uri="{FF2B5EF4-FFF2-40B4-BE49-F238E27FC236}">
                <a16:creationId xmlns:a16="http://schemas.microsoft.com/office/drawing/2014/main" id="{C8AD03A6-175B-4721-9686-9B47F004B0A5}"/>
              </a:ext>
            </a:extLst>
          </p:cNvPr>
          <p:cNvGrpSpPr/>
          <p:nvPr/>
        </p:nvGrpSpPr>
        <p:grpSpPr>
          <a:xfrm>
            <a:off x="8042551" y="2285105"/>
            <a:ext cx="2802358" cy="3106109"/>
            <a:chOff x="7759679" y="2956105"/>
            <a:chExt cx="2802358" cy="3106109"/>
          </a:xfrm>
        </p:grpSpPr>
        <p:sp>
          <p:nvSpPr>
            <p:cNvPr id="6" name="矩形: 圆角 5">
              <a:extLst>
                <a:ext uri="{FF2B5EF4-FFF2-40B4-BE49-F238E27FC236}">
                  <a16:creationId xmlns:a16="http://schemas.microsoft.com/office/drawing/2014/main" id="{2BB9D890-7E41-48F6-92FA-518EC9C03F76}"/>
                </a:ext>
              </a:extLst>
            </p:cNvPr>
            <p:cNvSpPr/>
            <p:nvPr/>
          </p:nvSpPr>
          <p:spPr>
            <a:xfrm>
              <a:off x="7759679" y="2959737"/>
              <a:ext cx="2802358" cy="3102477"/>
            </a:xfrm>
            <a:prstGeom prst="roundRect">
              <a:avLst/>
            </a:prstGeom>
            <a:solidFill>
              <a:schemeClr val="bg1">
                <a:lumMod val="95000"/>
              </a:schemeClr>
            </a:solidFill>
            <a:ln>
              <a:solidFill>
                <a:schemeClr val="tx1"/>
              </a:solidFill>
            </a:ln>
          </p:spPr>
          <p:style>
            <a:lnRef idx="2">
              <a:schemeClr val="accent3">
                <a:shade val="50000"/>
              </a:schemeClr>
            </a:lnRef>
            <a:fillRef idx="1">
              <a:schemeClr val="accent3"/>
            </a:fillRef>
            <a:effectRef idx="0">
              <a:schemeClr val="accent3"/>
            </a:effectRef>
            <a:fontRef idx="minor">
              <a:schemeClr val="lt1"/>
            </a:fontRef>
          </p:style>
          <p:txBody>
            <a:bodyPr rtlCol="0" anchor="ctr"/>
            <a:lstStyle/>
            <a:p>
              <a:pPr algn="ctr"/>
              <a:endParaRPr lang="zh-CN" altLang="en-US"/>
            </a:p>
          </p:txBody>
        </p:sp>
        <p:sp>
          <p:nvSpPr>
            <p:cNvPr id="7" name="文本框 6">
              <a:extLst>
                <a:ext uri="{FF2B5EF4-FFF2-40B4-BE49-F238E27FC236}">
                  <a16:creationId xmlns:a16="http://schemas.microsoft.com/office/drawing/2014/main" id="{F115C487-0BDC-47CD-84C5-B383B4D53116}"/>
                </a:ext>
              </a:extLst>
            </p:cNvPr>
            <p:cNvSpPr txBox="1"/>
            <p:nvPr/>
          </p:nvSpPr>
          <p:spPr>
            <a:xfrm>
              <a:off x="8599742" y="2956105"/>
              <a:ext cx="1122232" cy="369332"/>
            </a:xfrm>
            <a:prstGeom prst="rect">
              <a:avLst/>
            </a:prstGeom>
            <a:noFill/>
          </p:spPr>
          <p:txBody>
            <a:bodyPr wrap="square" rtlCol="0">
              <a:spAutoFit/>
            </a:bodyPr>
            <a:lstStyle/>
            <a:p>
              <a:pPr algn="ctr"/>
              <a:r>
                <a:rPr lang="zh-CN" altLang="en-US" b="1" dirty="0">
                  <a:latin typeface="+mn-ea"/>
                </a:rPr>
                <a:t>碰撞域</a:t>
              </a:r>
            </a:p>
          </p:txBody>
        </p:sp>
      </p:grpSp>
      <p:cxnSp>
        <p:nvCxnSpPr>
          <p:cNvPr id="11" name="直接连接符 10">
            <a:extLst>
              <a:ext uri="{FF2B5EF4-FFF2-40B4-BE49-F238E27FC236}">
                <a16:creationId xmlns:a16="http://schemas.microsoft.com/office/drawing/2014/main" id="{2EF91E1A-8B99-4B8C-9968-0441654C9864}"/>
              </a:ext>
            </a:extLst>
          </p:cNvPr>
          <p:cNvCxnSpPr>
            <a:cxnSpLocks/>
          </p:cNvCxnSpPr>
          <p:nvPr/>
        </p:nvCxnSpPr>
        <p:spPr>
          <a:xfrm flipH="1">
            <a:off x="2792564" y="2893912"/>
            <a:ext cx="3303436" cy="834277"/>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grpSp>
        <p:nvGrpSpPr>
          <p:cNvPr id="13" name="组合 12">
            <a:extLst>
              <a:ext uri="{FF2B5EF4-FFF2-40B4-BE49-F238E27FC236}">
                <a16:creationId xmlns:a16="http://schemas.microsoft.com/office/drawing/2014/main" id="{2686C39F-B3AB-4FAD-B35F-00E65F63E05E}"/>
              </a:ext>
            </a:extLst>
          </p:cNvPr>
          <p:cNvGrpSpPr/>
          <p:nvPr/>
        </p:nvGrpSpPr>
        <p:grpSpPr>
          <a:xfrm>
            <a:off x="1332530" y="3154873"/>
            <a:ext cx="2539572" cy="2056446"/>
            <a:chOff x="1049658" y="3825873"/>
            <a:chExt cx="2539572" cy="2056446"/>
          </a:xfrm>
        </p:grpSpPr>
        <p:sp>
          <p:nvSpPr>
            <p:cNvPr id="14" name="文本框 13">
              <a:extLst>
                <a:ext uri="{FF2B5EF4-FFF2-40B4-BE49-F238E27FC236}">
                  <a16:creationId xmlns:a16="http://schemas.microsoft.com/office/drawing/2014/main" id="{AABD0E10-152C-4D1F-A910-96851FAB8F16}"/>
                </a:ext>
              </a:extLst>
            </p:cNvPr>
            <p:cNvSpPr txBox="1"/>
            <p:nvPr/>
          </p:nvSpPr>
          <p:spPr>
            <a:xfrm>
              <a:off x="1049658" y="4153065"/>
              <a:ext cx="1122232" cy="646331"/>
            </a:xfrm>
            <a:prstGeom prst="rect">
              <a:avLst/>
            </a:prstGeom>
            <a:noFill/>
          </p:spPr>
          <p:txBody>
            <a:bodyPr wrap="square" rtlCol="0">
              <a:spAutoFit/>
            </a:bodyPr>
            <a:lstStyle/>
            <a:p>
              <a:pPr algn="ctr"/>
              <a:r>
                <a:rPr lang="en-US" altLang="zh-CN" b="1" dirty="0">
                  <a:latin typeface="Arial Narrow" panose="020B0606020202030204" pitchFamily="34" charset="0"/>
                </a:rPr>
                <a:t>10BASE-T</a:t>
              </a:r>
            </a:p>
            <a:p>
              <a:pPr algn="ctr"/>
              <a:r>
                <a:rPr lang="zh-CN" altLang="en-US" b="1" dirty="0">
                  <a:latin typeface="Arial Narrow" panose="020B0606020202030204" pitchFamily="34" charset="0"/>
                </a:rPr>
                <a:t>集线器</a:t>
              </a:r>
            </a:p>
          </p:txBody>
        </p:sp>
        <p:cxnSp>
          <p:nvCxnSpPr>
            <p:cNvPr id="15" name="直接连接符 14">
              <a:extLst>
                <a:ext uri="{FF2B5EF4-FFF2-40B4-BE49-F238E27FC236}">
                  <a16:creationId xmlns:a16="http://schemas.microsoft.com/office/drawing/2014/main" id="{4E575C66-AC61-46C5-ACC9-F3E1D8DE8260}"/>
                </a:ext>
              </a:extLst>
            </p:cNvPr>
            <p:cNvCxnSpPr/>
            <p:nvPr/>
          </p:nvCxnSpPr>
          <p:spPr>
            <a:xfrm flipV="1">
              <a:off x="1713673" y="4456166"/>
              <a:ext cx="794479" cy="1105612"/>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6" name="直接连接符 15">
              <a:extLst>
                <a:ext uri="{FF2B5EF4-FFF2-40B4-BE49-F238E27FC236}">
                  <a16:creationId xmlns:a16="http://schemas.microsoft.com/office/drawing/2014/main" id="{FB829B16-5214-46D5-B873-328CC48FDE46}"/>
                </a:ext>
              </a:extLst>
            </p:cNvPr>
            <p:cNvCxnSpPr>
              <a:cxnSpLocks/>
            </p:cNvCxnSpPr>
            <p:nvPr/>
          </p:nvCxnSpPr>
          <p:spPr>
            <a:xfrm flipH="1" flipV="1">
              <a:off x="2656896" y="4456166"/>
              <a:ext cx="628049" cy="983748"/>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7" name="直接连接符 16">
              <a:extLst>
                <a:ext uri="{FF2B5EF4-FFF2-40B4-BE49-F238E27FC236}">
                  <a16:creationId xmlns:a16="http://schemas.microsoft.com/office/drawing/2014/main" id="{435D9095-7141-4377-801F-0A8657AC3296}"/>
                </a:ext>
              </a:extLst>
            </p:cNvPr>
            <p:cNvCxnSpPr/>
            <p:nvPr/>
          </p:nvCxnSpPr>
          <p:spPr>
            <a:xfrm>
              <a:off x="2545972" y="4453932"/>
              <a:ext cx="0" cy="1062182"/>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pic>
          <p:nvPicPr>
            <p:cNvPr id="18" name="图形 10">
              <a:extLst>
                <a:ext uri="{FF2B5EF4-FFF2-40B4-BE49-F238E27FC236}">
                  <a16:creationId xmlns:a16="http://schemas.microsoft.com/office/drawing/2014/main" id="{34E3017C-95DC-4C17-A572-7E098E0DEBAF}"/>
                </a:ext>
              </a:extLst>
            </p:cNvPr>
            <p:cNvPicPr>
              <a:picLocks noChangeAspect="1"/>
            </p:cNvPicPr>
            <p:nvPr/>
          </p:nvPicPr>
          <p:blipFill>
            <a:blip r:embed="rId3">
              <a:extLst>
                <a:ext uri="{28A0092B-C50C-407E-A947-70E740481C1C}">
                  <a14:useLocalDpi xmlns:a14="http://schemas.microsoft.com/office/drawing/2010/main" val="0"/>
                </a:ext>
                <a:ext uri="{96DAC541-7B7A-43D3-8B79-37D633B846F1}">
                  <asvg:svgBlip xmlns:asvg="http://schemas.microsoft.com/office/drawing/2016/SVG/main" r:embed="rId4"/>
                </a:ext>
              </a:extLst>
            </a:blip>
            <a:stretch>
              <a:fillRect/>
            </a:stretch>
          </p:blipFill>
          <p:spPr>
            <a:xfrm>
              <a:off x="1303299" y="5241237"/>
              <a:ext cx="662814" cy="641082"/>
            </a:xfrm>
            <a:prstGeom prst="rect">
              <a:avLst/>
            </a:prstGeom>
          </p:spPr>
        </p:pic>
        <p:pic>
          <p:nvPicPr>
            <p:cNvPr id="19" name="图形 10">
              <a:extLst>
                <a:ext uri="{FF2B5EF4-FFF2-40B4-BE49-F238E27FC236}">
                  <a16:creationId xmlns:a16="http://schemas.microsoft.com/office/drawing/2014/main" id="{F38EDFAB-A694-4567-BEB2-2DB557836002}"/>
                </a:ext>
              </a:extLst>
            </p:cNvPr>
            <p:cNvPicPr>
              <a:picLocks noChangeAspect="1"/>
            </p:cNvPicPr>
            <p:nvPr/>
          </p:nvPicPr>
          <p:blipFill>
            <a:blip r:embed="rId3">
              <a:extLst>
                <a:ext uri="{28A0092B-C50C-407E-A947-70E740481C1C}">
                  <a14:useLocalDpi xmlns:a14="http://schemas.microsoft.com/office/drawing/2010/main" val="0"/>
                </a:ext>
                <a:ext uri="{96DAC541-7B7A-43D3-8B79-37D633B846F1}">
                  <asvg:svgBlip xmlns:asvg="http://schemas.microsoft.com/office/drawing/2016/SVG/main" r:embed="rId4"/>
                </a:ext>
              </a:extLst>
            </a:blip>
            <a:stretch>
              <a:fillRect/>
            </a:stretch>
          </p:blipFill>
          <p:spPr>
            <a:xfrm>
              <a:off x="2926416" y="5241237"/>
              <a:ext cx="662814" cy="641082"/>
            </a:xfrm>
            <a:prstGeom prst="rect">
              <a:avLst/>
            </a:prstGeom>
          </p:spPr>
        </p:pic>
        <p:pic>
          <p:nvPicPr>
            <p:cNvPr id="21" name="图形 10">
              <a:extLst>
                <a:ext uri="{FF2B5EF4-FFF2-40B4-BE49-F238E27FC236}">
                  <a16:creationId xmlns:a16="http://schemas.microsoft.com/office/drawing/2014/main" id="{AEB84BA6-7875-4316-AB2B-BD38213F913A}"/>
                </a:ext>
              </a:extLst>
            </p:cNvPr>
            <p:cNvPicPr>
              <a:picLocks noChangeAspect="1"/>
            </p:cNvPicPr>
            <p:nvPr/>
          </p:nvPicPr>
          <p:blipFill>
            <a:blip r:embed="rId3">
              <a:extLst>
                <a:ext uri="{28A0092B-C50C-407E-A947-70E740481C1C}">
                  <a14:useLocalDpi xmlns:a14="http://schemas.microsoft.com/office/drawing/2010/main" val="0"/>
                </a:ext>
                <a:ext uri="{96DAC541-7B7A-43D3-8B79-37D633B846F1}">
                  <asvg:svgBlip xmlns:asvg="http://schemas.microsoft.com/office/drawing/2016/SVG/main" r:embed="rId4"/>
                </a:ext>
              </a:extLst>
            </a:blip>
            <a:stretch>
              <a:fillRect/>
            </a:stretch>
          </p:blipFill>
          <p:spPr>
            <a:xfrm>
              <a:off x="2114858" y="5241237"/>
              <a:ext cx="662814" cy="641082"/>
            </a:xfrm>
            <a:prstGeom prst="rect">
              <a:avLst/>
            </a:prstGeom>
          </p:spPr>
        </p:pic>
        <p:sp>
          <p:nvSpPr>
            <p:cNvPr id="22" name="文本框 21">
              <a:extLst>
                <a:ext uri="{FF2B5EF4-FFF2-40B4-BE49-F238E27FC236}">
                  <a16:creationId xmlns:a16="http://schemas.microsoft.com/office/drawing/2014/main" id="{949F6312-AB06-41E3-A676-1B679EAD738B}"/>
                </a:ext>
              </a:extLst>
            </p:cNvPr>
            <p:cNvSpPr txBox="1"/>
            <p:nvPr/>
          </p:nvSpPr>
          <p:spPr>
            <a:xfrm>
              <a:off x="2797020" y="5283598"/>
              <a:ext cx="333042" cy="369332"/>
            </a:xfrm>
            <a:prstGeom prst="rect">
              <a:avLst/>
            </a:prstGeom>
            <a:noFill/>
          </p:spPr>
          <p:txBody>
            <a:bodyPr wrap="square" rtlCol="0">
              <a:spAutoFit/>
            </a:bodyPr>
            <a:lstStyle/>
            <a:p>
              <a:pPr algn="ctr"/>
              <a:r>
                <a:rPr lang="en-US" altLang="zh-CN" b="1" dirty="0">
                  <a:latin typeface="宋体" panose="02010600030101010101" pitchFamily="2" charset="-122"/>
                  <a:ea typeface="宋体" panose="02010600030101010101" pitchFamily="2" charset="-122"/>
                </a:rPr>
                <a:t>…</a:t>
              </a:r>
              <a:endParaRPr lang="zh-CN" altLang="en-US" b="1" dirty="0">
                <a:latin typeface="宋体" panose="02010600030101010101" pitchFamily="2" charset="-122"/>
                <a:ea typeface="宋体" panose="02010600030101010101" pitchFamily="2" charset="-122"/>
              </a:endParaRPr>
            </a:p>
          </p:txBody>
        </p:sp>
        <p:sp>
          <p:nvSpPr>
            <p:cNvPr id="23" name="文本框 22">
              <a:extLst>
                <a:ext uri="{FF2B5EF4-FFF2-40B4-BE49-F238E27FC236}">
                  <a16:creationId xmlns:a16="http://schemas.microsoft.com/office/drawing/2014/main" id="{24356509-8506-411D-BB25-F98D9D6F3B0A}"/>
                </a:ext>
              </a:extLst>
            </p:cNvPr>
            <p:cNvSpPr txBox="1"/>
            <p:nvPr/>
          </p:nvSpPr>
          <p:spPr>
            <a:xfrm>
              <a:off x="1918798" y="3825873"/>
              <a:ext cx="1122232" cy="369332"/>
            </a:xfrm>
            <a:prstGeom prst="rect">
              <a:avLst/>
            </a:prstGeom>
            <a:noFill/>
          </p:spPr>
          <p:txBody>
            <a:bodyPr wrap="square" rtlCol="0">
              <a:spAutoFit/>
            </a:bodyPr>
            <a:lstStyle/>
            <a:p>
              <a:pPr algn="ctr"/>
              <a:r>
                <a:rPr lang="zh-CN" altLang="en-US" b="1" dirty="0">
                  <a:latin typeface="+mn-ea"/>
                </a:rPr>
                <a:t>部门</a:t>
              </a:r>
              <a:r>
                <a:rPr lang="en-US" altLang="zh-CN" b="1" dirty="0">
                  <a:latin typeface="+mn-ea"/>
                </a:rPr>
                <a:t>A</a:t>
              </a:r>
              <a:endParaRPr lang="zh-CN" altLang="en-US" b="1" dirty="0">
                <a:latin typeface="+mn-ea"/>
              </a:endParaRPr>
            </a:p>
          </p:txBody>
        </p:sp>
        <p:pic>
          <p:nvPicPr>
            <p:cNvPr id="20" name="图片 19" descr="文本&#10;&#10;描述已自动生成">
              <a:extLst>
                <a:ext uri="{FF2B5EF4-FFF2-40B4-BE49-F238E27FC236}">
                  <a16:creationId xmlns:a16="http://schemas.microsoft.com/office/drawing/2014/main" id="{D2D96215-D032-484C-A060-AC7C34DCBEE5}"/>
                </a:ext>
              </a:extLst>
            </p:cNvPr>
            <p:cNvPicPr>
              <a:picLocks noChangeAspect="1"/>
            </p:cNvPicPr>
            <p:nvPr/>
          </p:nvPicPr>
          <p:blipFill>
            <a:blip r:embed="rId5">
              <a:extLst>
                <a:ext uri="{28A0092B-C50C-407E-A947-70E740481C1C}">
                  <a14:useLocalDpi xmlns:a14="http://schemas.microsoft.com/office/drawing/2010/main" val="0"/>
                </a:ext>
              </a:extLst>
            </a:blip>
            <a:stretch>
              <a:fillRect/>
            </a:stretch>
          </p:blipFill>
          <p:spPr>
            <a:xfrm>
              <a:off x="2127179" y="4216486"/>
              <a:ext cx="705470" cy="661378"/>
            </a:xfrm>
            <a:prstGeom prst="rect">
              <a:avLst/>
            </a:prstGeom>
          </p:spPr>
        </p:pic>
      </p:grpSp>
      <p:cxnSp>
        <p:nvCxnSpPr>
          <p:cNvPr id="12" name="直接连接符 11">
            <a:extLst>
              <a:ext uri="{FF2B5EF4-FFF2-40B4-BE49-F238E27FC236}">
                <a16:creationId xmlns:a16="http://schemas.microsoft.com/office/drawing/2014/main" id="{8BE82FD7-DF01-4C32-960B-82896D5C9B91}"/>
              </a:ext>
            </a:extLst>
          </p:cNvPr>
          <p:cNvCxnSpPr>
            <a:cxnSpLocks/>
          </p:cNvCxnSpPr>
          <p:nvPr/>
        </p:nvCxnSpPr>
        <p:spPr>
          <a:xfrm>
            <a:off x="6093016" y="2893912"/>
            <a:ext cx="3412601" cy="851361"/>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grpSp>
        <p:nvGrpSpPr>
          <p:cNvPr id="24" name="组合 23">
            <a:extLst>
              <a:ext uri="{FF2B5EF4-FFF2-40B4-BE49-F238E27FC236}">
                <a16:creationId xmlns:a16="http://schemas.microsoft.com/office/drawing/2014/main" id="{551ECE81-4A60-495A-A6E4-FDC6B59D1E32}"/>
              </a:ext>
            </a:extLst>
          </p:cNvPr>
          <p:cNvGrpSpPr/>
          <p:nvPr/>
        </p:nvGrpSpPr>
        <p:grpSpPr>
          <a:xfrm>
            <a:off x="8300764" y="3154873"/>
            <a:ext cx="2570305" cy="2056446"/>
            <a:chOff x="8017892" y="3825873"/>
            <a:chExt cx="2570305" cy="2056446"/>
          </a:xfrm>
        </p:grpSpPr>
        <p:cxnSp>
          <p:nvCxnSpPr>
            <p:cNvPr id="25" name="直接连接符 24">
              <a:extLst>
                <a:ext uri="{FF2B5EF4-FFF2-40B4-BE49-F238E27FC236}">
                  <a16:creationId xmlns:a16="http://schemas.microsoft.com/office/drawing/2014/main" id="{03D2F37A-7DC8-4CB5-BD9A-7B56BFCD18B7}"/>
                </a:ext>
              </a:extLst>
            </p:cNvPr>
            <p:cNvCxnSpPr/>
            <p:nvPr/>
          </p:nvCxnSpPr>
          <p:spPr>
            <a:xfrm flipV="1">
              <a:off x="8428266" y="4456166"/>
              <a:ext cx="794479" cy="1105612"/>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6" name="直接连接符 25">
              <a:extLst>
                <a:ext uri="{FF2B5EF4-FFF2-40B4-BE49-F238E27FC236}">
                  <a16:creationId xmlns:a16="http://schemas.microsoft.com/office/drawing/2014/main" id="{C286505E-9C68-4720-82AB-D2CDB8D0A2CF}"/>
                </a:ext>
              </a:extLst>
            </p:cNvPr>
            <p:cNvCxnSpPr>
              <a:cxnSpLocks/>
            </p:cNvCxnSpPr>
            <p:nvPr/>
          </p:nvCxnSpPr>
          <p:spPr>
            <a:xfrm flipH="1" flipV="1">
              <a:off x="9371489" y="4456166"/>
              <a:ext cx="628049" cy="983748"/>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7" name="直接连接符 26">
              <a:extLst>
                <a:ext uri="{FF2B5EF4-FFF2-40B4-BE49-F238E27FC236}">
                  <a16:creationId xmlns:a16="http://schemas.microsoft.com/office/drawing/2014/main" id="{D11B27EE-4214-4D6B-AE7F-731FA8977D7E}"/>
                </a:ext>
              </a:extLst>
            </p:cNvPr>
            <p:cNvCxnSpPr/>
            <p:nvPr/>
          </p:nvCxnSpPr>
          <p:spPr>
            <a:xfrm>
              <a:off x="9260565" y="4453932"/>
              <a:ext cx="0" cy="1062182"/>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pic>
          <p:nvPicPr>
            <p:cNvPr id="28" name="图形 10">
              <a:extLst>
                <a:ext uri="{FF2B5EF4-FFF2-40B4-BE49-F238E27FC236}">
                  <a16:creationId xmlns:a16="http://schemas.microsoft.com/office/drawing/2014/main" id="{F52A5567-F196-436C-A9C9-BC205A3CF182}"/>
                </a:ext>
              </a:extLst>
            </p:cNvPr>
            <p:cNvPicPr>
              <a:picLocks noChangeAspect="1"/>
            </p:cNvPicPr>
            <p:nvPr/>
          </p:nvPicPr>
          <p:blipFill>
            <a:blip r:embed="rId3">
              <a:extLst>
                <a:ext uri="{28A0092B-C50C-407E-A947-70E740481C1C}">
                  <a14:useLocalDpi xmlns:a14="http://schemas.microsoft.com/office/drawing/2010/main" val="0"/>
                </a:ext>
                <a:ext uri="{96DAC541-7B7A-43D3-8B79-37D633B846F1}">
                  <asvg:svgBlip xmlns:asvg="http://schemas.microsoft.com/office/drawing/2016/SVG/main" r:embed="rId4"/>
                </a:ext>
              </a:extLst>
            </a:blip>
            <a:stretch>
              <a:fillRect/>
            </a:stretch>
          </p:blipFill>
          <p:spPr>
            <a:xfrm>
              <a:off x="8017892" y="5241237"/>
              <a:ext cx="662814" cy="641082"/>
            </a:xfrm>
            <a:prstGeom prst="rect">
              <a:avLst/>
            </a:prstGeom>
          </p:spPr>
        </p:pic>
        <p:pic>
          <p:nvPicPr>
            <p:cNvPr id="29" name="图形 10">
              <a:extLst>
                <a:ext uri="{FF2B5EF4-FFF2-40B4-BE49-F238E27FC236}">
                  <a16:creationId xmlns:a16="http://schemas.microsoft.com/office/drawing/2014/main" id="{84FA75CC-2B57-4230-926C-676D39538780}"/>
                </a:ext>
              </a:extLst>
            </p:cNvPr>
            <p:cNvPicPr>
              <a:picLocks noChangeAspect="1"/>
            </p:cNvPicPr>
            <p:nvPr/>
          </p:nvPicPr>
          <p:blipFill>
            <a:blip r:embed="rId3">
              <a:extLst>
                <a:ext uri="{28A0092B-C50C-407E-A947-70E740481C1C}">
                  <a14:useLocalDpi xmlns:a14="http://schemas.microsoft.com/office/drawing/2010/main" val="0"/>
                </a:ext>
                <a:ext uri="{96DAC541-7B7A-43D3-8B79-37D633B846F1}">
                  <asvg:svgBlip xmlns:asvg="http://schemas.microsoft.com/office/drawing/2016/SVG/main" r:embed="rId4"/>
                </a:ext>
              </a:extLst>
            </a:blip>
            <a:stretch>
              <a:fillRect/>
            </a:stretch>
          </p:blipFill>
          <p:spPr>
            <a:xfrm>
              <a:off x="9641009" y="5241237"/>
              <a:ext cx="662814" cy="641082"/>
            </a:xfrm>
            <a:prstGeom prst="rect">
              <a:avLst/>
            </a:prstGeom>
          </p:spPr>
        </p:pic>
        <p:pic>
          <p:nvPicPr>
            <p:cNvPr id="30" name="图片 29" descr="文本&#10;&#10;描述已自动生成">
              <a:extLst>
                <a:ext uri="{FF2B5EF4-FFF2-40B4-BE49-F238E27FC236}">
                  <a16:creationId xmlns:a16="http://schemas.microsoft.com/office/drawing/2014/main" id="{8FFF44B1-1AB3-4D3E-A7D7-81D4E6C33C8A}"/>
                </a:ext>
              </a:extLst>
            </p:cNvPr>
            <p:cNvPicPr>
              <a:picLocks noChangeAspect="1"/>
            </p:cNvPicPr>
            <p:nvPr/>
          </p:nvPicPr>
          <p:blipFill>
            <a:blip r:embed="rId5">
              <a:extLst>
                <a:ext uri="{28A0092B-C50C-407E-A947-70E740481C1C}">
                  <a14:useLocalDpi xmlns:a14="http://schemas.microsoft.com/office/drawing/2010/main" val="0"/>
                </a:ext>
              </a:extLst>
            </a:blip>
            <a:stretch>
              <a:fillRect/>
            </a:stretch>
          </p:blipFill>
          <p:spPr>
            <a:xfrm>
              <a:off x="8841772" y="4216486"/>
              <a:ext cx="705470" cy="661378"/>
            </a:xfrm>
            <a:prstGeom prst="rect">
              <a:avLst/>
            </a:prstGeom>
          </p:spPr>
        </p:pic>
        <p:pic>
          <p:nvPicPr>
            <p:cNvPr id="31" name="图形 10">
              <a:extLst>
                <a:ext uri="{FF2B5EF4-FFF2-40B4-BE49-F238E27FC236}">
                  <a16:creationId xmlns:a16="http://schemas.microsoft.com/office/drawing/2014/main" id="{A81E1A8E-BCFA-4CB5-A36A-2E2860537CB7}"/>
                </a:ext>
              </a:extLst>
            </p:cNvPr>
            <p:cNvPicPr>
              <a:picLocks noChangeAspect="1"/>
            </p:cNvPicPr>
            <p:nvPr/>
          </p:nvPicPr>
          <p:blipFill>
            <a:blip r:embed="rId3">
              <a:extLst>
                <a:ext uri="{28A0092B-C50C-407E-A947-70E740481C1C}">
                  <a14:useLocalDpi xmlns:a14="http://schemas.microsoft.com/office/drawing/2010/main" val="0"/>
                </a:ext>
                <a:ext uri="{96DAC541-7B7A-43D3-8B79-37D633B846F1}">
                  <asvg:svgBlip xmlns:asvg="http://schemas.microsoft.com/office/drawing/2016/SVG/main" r:embed="rId4"/>
                </a:ext>
              </a:extLst>
            </a:blip>
            <a:stretch>
              <a:fillRect/>
            </a:stretch>
          </p:blipFill>
          <p:spPr>
            <a:xfrm>
              <a:off x="8829451" y="5241237"/>
              <a:ext cx="662814" cy="641082"/>
            </a:xfrm>
            <a:prstGeom prst="rect">
              <a:avLst/>
            </a:prstGeom>
          </p:spPr>
        </p:pic>
        <p:sp>
          <p:nvSpPr>
            <p:cNvPr id="32" name="文本框 31">
              <a:extLst>
                <a:ext uri="{FF2B5EF4-FFF2-40B4-BE49-F238E27FC236}">
                  <a16:creationId xmlns:a16="http://schemas.microsoft.com/office/drawing/2014/main" id="{6E60A658-8187-4FC3-BF48-874AE1636A7B}"/>
                </a:ext>
              </a:extLst>
            </p:cNvPr>
            <p:cNvSpPr txBox="1"/>
            <p:nvPr/>
          </p:nvSpPr>
          <p:spPr>
            <a:xfrm>
              <a:off x="9511613" y="5283598"/>
              <a:ext cx="333042" cy="369332"/>
            </a:xfrm>
            <a:prstGeom prst="rect">
              <a:avLst/>
            </a:prstGeom>
            <a:noFill/>
          </p:spPr>
          <p:txBody>
            <a:bodyPr wrap="square" rtlCol="0">
              <a:spAutoFit/>
            </a:bodyPr>
            <a:lstStyle/>
            <a:p>
              <a:pPr algn="ctr"/>
              <a:r>
                <a:rPr lang="en-US" altLang="zh-CN" b="1" dirty="0">
                  <a:latin typeface="宋体" panose="02010600030101010101" pitchFamily="2" charset="-122"/>
                  <a:ea typeface="宋体" panose="02010600030101010101" pitchFamily="2" charset="-122"/>
                </a:rPr>
                <a:t>…</a:t>
              </a:r>
              <a:endParaRPr lang="zh-CN" altLang="en-US" b="1" dirty="0">
                <a:latin typeface="宋体" panose="02010600030101010101" pitchFamily="2" charset="-122"/>
                <a:ea typeface="宋体" panose="02010600030101010101" pitchFamily="2" charset="-122"/>
              </a:endParaRPr>
            </a:p>
          </p:txBody>
        </p:sp>
        <p:sp>
          <p:nvSpPr>
            <p:cNvPr id="33" name="文本框 32">
              <a:extLst>
                <a:ext uri="{FF2B5EF4-FFF2-40B4-BE49-F238E27FC236}">
                  <a16:creationId xmlns:a16="http://schemas.microsoft.com/office/drawing/2014/main" id="{6992D4A7-34E5-42D4-A3D1-CF1A412EF87B}"/>
                </a:ext>
              </a:extLst>
            </p:cNvPr>
            <p:cNvSpPr txBox="1"/>
            <p:nvPr/>
          </p:nvSpPr>
          <p:spPr>
            <a:xfrm>
              <a:off x="8633391" y="3825873"/>
              <a:ext cx="1122232" cy="369332"/>
            </a:xfrm>
            <a:prstGeom prst="rect">
              <a:avLst/>
            </a:prstGeom>
            <a:noFill/>
          </p:spPr>
          <p:txBody>
            <a:bodyPr wrap="square" rtlCol="0">
              <a:spAutoFit/>
            </a:bodyPr>
            <a:lstStyle/>
            <a:p>
              <a:pPr algn="ctr"/>
              <a:r>
                <a:rPr lang="zh-CN" altLang="en-US" b="1" dirty="0">
                  <a:latin typeface="+mn-ea"/>
                </a:rPr>
                <a:t>部门</a:t>
              </a:r>
              <a:r>
                <a:rPr lang="en-US" altLang="zh-CN" b="1" dirty="0">
                  <a:latin typeface="+mn-ea"/>
                </a:rPr>
                <a:t>B</a:t>
              </a:r>
              <a:endParaRPr lang="zh-CN" altLang="en-US" b="1" dirty="0">
                <a:latin typeface="+mn-ea"/>
              </a:endParaRPr>
            </a:p>
          </p:txBody>
        </p:sp>
        <p:sp>
          <p:nvSpPr>
            <p:cNvPr id="34" name="文本框 33">
              <a:extLst>
                <a:ext uri="{FF2B5EF4-FFF2-40B4-BE49-F238E27FC236}">
                  <a16:creationId xmlns:a16="http://schemas.microsoft.com/office/drawing/2014/main" id="{288A70B8-DB6B-46AE-A968-23E86349CD3E}"/>
                </a:ext>
              </a:extLst>
            </p:cNvPr>
            <p:cNvSpPr txBox="1"/>
            <p:nvPr/>
          </p:nvSpPr>
          <p:spPr>
            <a:xfrm>
              <a:off x="9465965" y="4187809"/>
              <a:ext cx="1122232" cy="646331"/>
            </a:xfrm>
            <a:prstGeom prst="rect">
              <a:avLst/>
            </a:prstGeom>
            <a:noFill/>
          </p:spPr>
          <p:txBody>
            <a:bodyPr wrap="square" rtlCol="0">
              <a:spAutoFit/>
            </a:bodyPr>
            <a:lstStyle/>
            <a:p>
              <a:pPr algn="ctr"/>
              <a:r>
                <a:rPr lang="en-US" altLang="zh-CN" b="1" dirty="0">
                  <a:latin typeface="Arial Narrow" panose="020B0606020202030204" pitchFamily="34" charset="0"/>
                </a:rPr>
                <a:t>10BASE-T</a:t>
              </a:r>
            </a:p>
            <a:p>
              <a:pPr algn="ctr"/>
              <a:r>
                <a:rPr lang="zh-CN" altLang="en-US" b="1" dirty="0">
                  <a:latin typeface="Arial Narrow" panose="020B0606020202030204" pitchFamily="34" charset="0"/>
                </a:rPr>
                <a:t>集线器</a:t>
              </a:r>
            </a:p>
          </p:txBody>
        </p:sp>
      </p:grpSp>
      <p:grpSp>
        <p:nvGrpSpPr>
          <p:cNvPr id="35" name="组合 34">
            <a:extLst>
              <a:ext uri="{FF2B5EF4-FFF2-40B4-BE49-F238E27FC236}">
                <a16:creationId xmlns:a16="http://schemas.microsoft.com/office/drawing/2014/main" id="{EF08EB3C-A690-485D-92A9-917A0AA04B99}"/>
              </a:ext>
            </a:extLst>
          </p:cNvPr>
          <p:cNvGrpSpPr/>
          <p:nvPr/>
        </p:nvGrpSpPr>
        <p:grpSpPr>
          <a:xfrm>
            <a:off x="5416214" y="2678161"/>
            <a:ext cx="1359571" cy="1081707"/>
            <a:chOff x="5416214" y="3592561"/>
            <a:chExt cx="1359571" cy="1081707"/>
          </a:xfrm>
        </p:grpSpPr>
        <p:pic>
          <p:nvPicPr>
            <p:cNvPr id="36" name="图片 35" descr="文本&#10;&#10;描述已自动生成">
              <a:extLst>
                <a:ext uri="{FF2B5EF4-FFF2-40B4-BE49-F238E27FC236}">
                  <a16:creationId xmlns:a16="http://schemas.microsoft.com/office/drawing/2014/main" id="{3F00E39E-A38D-4000-BC81-74A065778548}"/>
                </a:ext>
              </a:extLst>
            </p:cNvPr>
            <p:cNvPicPr>
              <a:picLocks noChangeAspect="1"/>
            </p:cNvPicPr>
            <p:nvPr/>
          </p:nvPicPr>
          <p:blipFill>
            <a:blip r:embed="rId5">
              <a:extLst>
                <a:ext uri="{28A0092B-C50C-407E-A947-70E740481C1C}">
                  <a14:useLocalDpi xmlns:a14="http://schemas.microsoft.com/office/drawing/2010/main" val="0"/>
                </a:ext>
              </a:extLst>
            </a:blip>
            <a:stretch>
              <a:fillRect/>
            </a:stretch>
          </p:blipFill>
          <p:spPr>
            <a:xfrm>
              <a:off x="5743265" y="3592561"/>
              <a:ext cx="705470" cy="661378"/>
            </a:xfrm>
            <a:prstGeom prst="rect">
              <a:avLst/>
            </a:prstGeom>
          </p:spPr>
        </p:pic>
        <p:sp>
          <p:nvSpPr>
            <p:cNvPr id="37" name="文本框 36">
              <a:extLst>
                <a:ext uri="{FF2B5EF4-FFF2-40B4-BE49-F238E27FC236}">
                  <a16:creationId xmlns:a16="http://schemas.microsoft.com/office/drawing/2014/main" id="{8936D919-C016-4A2A-BCD1-34B87DE9FE85}"/>
                </a:ext>
              </a:extLst>
            </p:cNvPr>
            <p:cNvSpPr txBox="1"/>
            <p:nvPr/>
          </p:nvSpPr>
          <p:spPr>
            <a:xfrm>
              <a:off x="5416214" y="4304936"/>
              <a:ext cx="1359571" cy="369332"/>
            </a:xfrm>
            <a:prstGeom prst="rect">
              <a:avLst/>
            </a:prstGeom>
            <a:noFill/>
          </p:spPr>
          <p:txBody>
            <a:bodyPr wrap="square" rtlCol="0">
              <a:spAutoFit/>
            </a:bodyPr>
            <a:lstStyle/>
            <a:p>
              <a:pPr algn="ctr"/>
              <a:r>
                <a:rPr lang="zh-CN" altLang="en-US" b="1" dirty="0">
                  <a:latin typeface="Arial Narrow" panose="020B0606020202030204" pitchFamily="34" charset="0"/>
                </a:rPr>
                <a:t>主干集线器</a:t>
              </a:r>
            </a:p>
          </p:txBody>
        </p:sp>
      </p:grpSp>
    </p:spTree>
    <p:custDataLst>
      <p:tags r:id="rId1"/>
    </p:custDataLst>
    <p:extLst>
      <p:ext uri="{BB962C8B-B14F-4D97-AF65-F5344CB8AC3E}">
        <p14:creationId xmlns:p14="http://schemas.microsoft.com/office/powerpoint/2010/main" val="2600199166"/>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2" presetClass="entr" presetSubtype="1" fill="hold" nodeType="withEffect">
                                  <p:stCondLst>
                                    <p:cond delay="0"/>
                                  </p:stCondLst>
                                  <p:childTnLst>
                                    <p:set>
                                      <p:cBhvr>
                                        <p:cTn id="6" dur="1" fill="hold">
                                          <p:stCondLst>
                                            <p:cond delay="0"/>
                                          </p:stCondLst>
                                        </p:cTn>
                                        <p:tgtEl>
                                          <p:spTgt spid="4"/>
                                        </p:tgtEl>
                                        <p:attrNameLst>
                                          <p:attrName>style.visibility</p:attrName>
                                        </p:attrNameLst>
                                      </p:cBhvr>
                                      <p:to>
                                        <p:strVal val="visible"/>
                                      </p:to>
                                    </p:set>
                                    <p:anim calcmode="lin" valueType="num">
                                      <p:cBhvr additive="base">
                                        <p:cTn id="7" dur="1000"/>
                                        <p:tgtEl>
                                          <p:spTgt spid="4"/>
                                        </p:tgtEl>
                                        <p:attrNameLst>
                                          <p:attrName>ppt_y</p:attrName>
                                        </p:attrNameLst>
                                      </p:cBhvr>
                                      <p:tavLst>
                                        <p:tav tm="0">
                                          <p:val>
                                            <p:strVal val="#ppt_y-#ppt_h*1.125000"/>
                                          </p:val>
                                        </p:tav>
                                        <p:tav tm="100000">
                                          <p:val>
                                            <p:strVal val="#ppt_y"/>
                                          </p:val>
                                        </p:tav>
                                      </p:tavLst>
                                    </p:anim>
                                    <p:animEffect transition="in" filter="wipe(down)">
                                      <p:cBhvr>
                                        <p:cTn id="8" dur="1000"/>
                                        <p:tgtEl>
                                          <p:spTgt spid="4"/>
                                        </p:tgtEl>
                                      </p:cBhvr>
                                    </p:animEffect>
                                  </p:childTnLst>
                                </p:cTn>
                              </p:par>
                            </p:childTnLst>
                          </p:cTn>
                        </p:par>
                      </p:childTnLst>
                    </p:cTn>
                  </p:par>
                  <p:par>
                    <p:cTn id="9" fill="hold">
                      <p:stCondLst>
                        <p:cond delay="indefinite"/>
                      </p:stCondLst>
                      <p:childTnLst>
                        <p:par>
                          <p:cTn id="10" fill="hold">
                            <p:stCondLst>
                              <p:cond delay="0"/>
                            </p:stCondLst>
                            <p:childTnLst>
                              <p:par>
                                <p:cTn id="11" presetID="42" presetClass="entr" presetSubtype="0" fill="hold" nodeType="clickEffect">
                                  <p:stCondLst>
                                    <p:cond delay="0"/>
                                  </p:stCondLst>
                                  <p:childTnLst>
                                    <p:set>
                                      <p:cBhvr>
                                        <p:cTn id="12" dur="1" fill="hold">
                                          <p:stCondLst>
                                            <p:cond delay="0"/>
                                          </p:stCondLst>
                                        </p:cTn>
                                        <p:tgtEl>
                                          <p:spTgt spid="8"/>
                                        </p:tgtEl>
                                        <p:attrNameLst>
                                          <p:attrName>style.visibility</p:attrName>
                                        </p:attrNameLst>
                                      </p:cBhvr>
                                      <p:to>
                                        <p:strVal val="visible"/>
                                      </p:to>
                                    </p:set>
                                    <p:animEffect transition="in" filter="fade">
                                      <p:cBhvr>
                                        <p:cTn id="13" dur="1000"/>
                                        <p:tgtEl>
                                          <p:spTgt spid="8"/>
                                        </p:tgtEl>
                                      </p:cBhvr>
                                    </p:animEffect>
                                    <p:anim calcmode="lin" valueType="num">
                                      <p:cBhvr>
                                        <p:cTn id="14" dur="1000" fill="hold"/>
                                        <p:tgtEl>
                                          <p:spTgt spid="8"/>
                                        </p:tgtEl>
                                        <p:attrNameLst>
                                          <p:attrName>ppt_x</p:attrName>
                                        </p:attrNameLst>
                                      </p:cBhvr>
                                      <p:tavLst>
                                        <p:tav tm="0">
                                          <p:val>
                                            <p:strVal val="#ppt_x"/>
                                          </p:val>
                                        </p:tav>
                                        <p:tav tm="100000">
                                          <p:val>
                                            <p:strVal val="#ppt_x"/>
                                          </p:val>
                                        </p:tav>
                                      </p:tavLst>
                                    </p:anim>
                                    <p:anim calcmode="lin" valueType="num">
                                      <p:cBhvr>
                                        <p:cTn id="15" dur="1000" fill="hold"/>
                                        <p:tgtEl>
                                          <p:spTgt spid="8"/>
                                        </p:tgtEl>
                                        <p:attrNameLst>
                                          <p:attrName>ppt_y</p:attrName>
                                        </p:attrNameLst>
                                      </p:cBhvr>
                                      <p:tavLst>
                                        <p:tav tm="0">
                                          <p:val>
                                            <p:strVal val="#ppt_y+.1"/>
                                          </p:val>
                                        </p:tav>
                                        <p:tav tm="100000">
                                          <p:val>
                                            <p:strVal val="#ppt_y"/>
                                          </p:val>
                                        </p:tav>
                                      </p:tavLst>
                                    </p:anim>
                                  </p:childTnLst>
                                </p:cTn>
                              </p:par>
                              <p:par>
                                <p:cTn id="16" presetID="42" presetClass="entr" presetSubtype="0" fill="hold" nodeType="withEffect">
                                  <p:stCondLst>
                                    <p:cond delay="0"/>
                                  </p:stCondLst>
                                  <p:childTnLst>
                                    <p:set>
                                      <p:cBhvr>
                                        <p:cTn id="17" dur="1" fill="hold">
                                          <p:stCondLst>
                                            <p:cond delay="0"/>
                                          </p:stCondLst>
                                        </p:cTn>
                                        <p:tgtEl>
                                          <p:spTgt spid="13"/>
                                        </p:tgtEl>
                                        <p:attrNameLst>
                                          <p:attrName>style.visibility</p:attrName>
                                        </p:attrNameLst>
                                      </p:cBhvr>
                                      <p:to>
                                        <p:strVal val="visible"/>
                                      </p:to>
                                    </p:set>
                                    <p:animEffect transition="in" filter="fade">
                                      <p:cBhvr>
                                        <p:cTn id="18" dur="1000"/>
                                        <p:tgtEl>
                                          <p:spTgt spid="13"/>
                                        </p:tgtEl>
                                      </p:cBhvr>
                                    </p:animEffect>
                                    <p:anim calcmode="lin" valueType="num">
                                      <p:cBhvr>
                                        <p:cTn id="19" dur="1000" fill="hold"/>
                                        <p:tgtEl>
                                          <p:spTgt spid="13"/>
                                        </p:tgtEl>
                                        <p:attrNameLst>
                                          <p:attrName>ppt_x</p:attrName>
                                        </p:attrNameLst>
                                      </p:cBhvr>
                                      <p:tavLst>
                                        <p:tav tm="0">
                                          <p:val>
                                            <p:strVal val="#ppt_x"/>
                                          </p:val>
                                        </p:tav>
                                        <p:tav tm="100000">
                                          <p:val>
                                            <p:strVal val="#ppt_x"/>
                                          </p:val>
                                        </p:tav>
                                      </p:tavLst>
                                    </p:anim>
                                    <p:anim calcmode="lin" valueType="num">
                                      <p:cBhvr>
                                        <p:cTn id="20" dur="1000" fill="hold"/>
                                        <p:tgtEl>
                                          <p:spTgt spid="13"/>
                                        </p:tgtEl>
                                        <p:attrNameLst>
                                          <p:attrName>ppt_y</p:attrName>
                                        </p:attrNameLst>
                                      </p:cBhvr>
                                      <p:tavLst>
                                        <p:tav tm="0">
                                          <p:val>
                                            <p:strVal val="#ppt_y+.1"/>
                                          </p:val>
                                        </p:tav>
                                        <p:tav tm="100000">
                                          <p:val>
                                            <p:strVal val="#ppt_y"/>
                                          </p:val>
                                        </p:tav>
                                      </p:tavLst>
                                    </p:anim>
                                  </p:childTnLst>
                                </p:cTn>
                              </p:par>
                              <p:par>
                                <p:cTn id="21" presetID="42" presetClass="entr" presetSubtype="0" fill="hold" nodeType="withEffect">
                                  <p:stCondLst>
                                    <p:cond delay="0"/>
                                  </p:stCondLst>
                                  <p:childTnLst>
                                    <p:set>
                                      <p:cBhvr>
                                        <p:cTn id="22" dur="1" fill="hold">
                                          <p:stCondLst>
                                            <p:cond delay="0"/>
                                          </p:stCondLst>
                                        </p:cTn>
                                        <p:tgtEl>
                                          <p:spTgt spid="5"/>
                                        </p:tgtEl>
                                        <p:attrNameLst>
                                          <p:attrName>style.visibility</p:attrName>
                                        </p:attrNameLst>
                                      </p:cBhvr>
                                      <p:to>
                                        <p:strVal val="visible"/>
                                      </p:to>
                                    </p:set>
                                    <p:animEffect transition="in" filter="fade">
                                      <p:cBhvr>
                                        <p:cTn id="23" dur="1000"/>
                                        <p:tgtEl>
                                          <p:spTgt spid="5"/>
                                        </p:tgtEl>
                                      </p:cBhvr>
                                    </p:animEffect>
                                    <p:anim calcmode="lin" valueType="num">
                                      <p:cBhvr>
                                        <p:cTn id="24" dur="1000" fill="hold"/>
                                        <p:tgtEl>
                                          <p:spTgt spid="5"/>
                                        </p:tgtEl>
                                        <p:attrNameLst>
                                          <p:attrName>ppt_x</p:attrName>
                                        </p:attrNameLst>
                                      </p:cBhvr>
                                      <p:tavLst>
                                        <p:tav tm="0">
                                          <p:val>
                                            <p:strVal val="#ppt_x"/>
                                          </p:val>
                                        </p:tav>
                                        <p:tav tm="100000">
                                          <p:val>
                                            <p:strVal val="#ppt_x"/>
                                          </p:val>
                                        </p:tav>
                                      </p:tavLst>
                                    </p:anim>
                                    <p:anim calcmode="lin" valueType="num">
                                      <p:cBhvr>
                                        <p:cTn id="25" dur="1000" fill="hold"/>
                                        <p:tgtEl>
                                          <p:spTgt spid="5"/>
                                        </p:tgtEl>
                                        <p:attrNameLst>
                                          <p:attrName>ppt_y</p:attrName>
                                        </p:attrNameLst>
                                      </p:cBhvr>
                                      <p:tavLst>
                                        <p:tav tm="0">
                                          <p:val>
                                            <p:strVal val="#ppt_y+.1"/>
                                          </p:val>
                                        </p:tav>
                                        <p:tav tm="100000">
                                          <p:val>
                                            <p:strVal val="#ppt_y"/>
                                          </p:val>
                                        </p:tav>
                                      </p:tavLst>
                                    </p:anim>
                                  </p:childTnLst>
                                </p:cTn>
                              </p:par>
                              <p:par>
                                <p:cTn id="26" presetID="42" presetClass="entr" presetSubtype="0" fill="hold" nodeType="withEffect">
                                  <p:stCondLst>
                                    <p:cond delay="0"/>
                                  </p:stCondLst>
                                  <p:childTnLst>
                                    <p:set>
                                      <p:cBhvr>
                                        <p:cTn id="27" dur="1" fill="hold">
                                          <p:stCondLst>
                                            <p:cond delay="0"/>
                                          </p:stCondLst>
                                        </p:cTn>
                                        <p:tgtEl>
                                          <p:spTgt spid="24"/>
                                        </p:tgtEl>
                                        <p:attrNameLst>
                                          <p:attrName>style.visibility</p:attrName>
                                        </p:attrNameLst>
                                      </p:cBhvr>
                                      <p:to>
                                        <p:strVal val="visible"/>
                                      </p:to>
                                    </p:set>
                                    <p:animEffect transition="in" filter="fade">
                                      <p:cBhvr>
                                        <p:cTn id="28" dur="1000"/>
                                        <p:tgtEl>
                                          <p:spTgt spid="24"/>
                                        </p:tgtEl>
                                      </p:cBhvr>
                                    </p:animEffect>
                                    <p:anim calcmode="lin" valueType="num">
                                      <p:cBhvr>
                                        <p:cTn id="29" dur="1000" fill="hold"/>
                                        <p:tgtEl>
                                          <p:spTgt spid="24"/>
                                        </p:tgtEl>
                                        <p:attrNameLst>
                                          <p:attrName>ppt_x</p:attrName>
                                        </p:attrNameLst>
                                      </p:cBhvr>
                                      <p:tavLst>
                                        <p:tav tm="0">
                                          <p:val>
                                            <p:strVal val="#ppt_x"/>
                                          </p:val>
                                        </p:tav>
                                        <p:tav tm="100000">
                                          <p:val>
                                            <p:strVal val="#ppt_x"/>
                                          </p:val>
                                        </p:tav>
                                      </p:tavLst>
                                    </p:anim>
                                    <p:anim calcmode="lin" valueType="num">
                                      <p:cBhvr>
                                        <p:cTn id="30" dur="1000" fill="hold"/>
                                        <p:tgtEl>
                                          <p:spTgt spid="24"/>
                                        </p:tgtEl>
                                        <p:attrNameLst>
                                          <p:attrName>ppt_y</p:attrName>
                                        </p:attrNameLst>
                                      </p:cBhvr>
                                      <p:tavLst>
                                        <p:tav tm="0">
                                          <p:val>
                                            <p:strVal val="#ppt_y+.1"/>
                                          </p:val>
                                        </p:tav>
                                        <p:tav tm="100000">
                                          <p:val>
                                            <p:strVal val="#ppt_y"/>
                                          </p:val>
                                        </p:tav>
                                      </p:tavLst>
                                    </p:anim>
                                  </p:childTnLst>
                                </p:cTn>
                              </p:par>
                            </p:childTnLst>
                          </p:cTn>
                        </p:par>
                      </p:childTnLst>
                    </p:cTn>
                  </p:par>
                  <p:par>
                    <p:cTn id="31" fill="hold">
                      <p:stCondLst>
                        <p:cond delay="indefinite"/>
                      </p:stCondLst>
                      <p:childTnLst>
                        <p:par>
                          <p:cTn id="32" fill="hold">
                            <p:stCondLst>
                              <p:cond delay="0"/>
                            </p:stCondLst>
                            <p:childTnLst>
                              <p:par>
                                <p:cTn id="33" presetID="22" presetClass="entr" presetSubtype="4" fill="hold" nodeType="clickEffect">
                                  <p:stCondLst>
                                    <p:cond delay="0"/>
                                  </p:stCondLst>
                                  <p:childTnLst>
                                    <p:set>
                                      <p:cBhvr>
                                        <p:cTn id="34" dur="1" fill="hold">
                                          <p:stCondLst>
                                            <p:cond delay="0"/>
                                          </p:stCondLst>
                                        </p:cTn>
                                        <p:tgtEl>
                                          <p:spTgt spid="11"/>
                                        </p:tgtEl>
                                        <p:attrNameLst>
                                          <p:attrName>style.visibility</p:attrName>
                                        </p:attrNameLst>
                                      </p:cBhvr>
                                      <p:to>
                                        <p:strVal val="visible"/>
                                      </p:to>
                                    </p:set>
                                    <p:animEffect transition="in" filter="wipe(down)">
                                      <p:cBhvr>
                                        <p:cTn id="35" dur="1000"/>
                                        <p:tgtEl>
                                          <p:spTgt spid="11"/>
                                        </p:tgtEl>
                                      </p:cBhvr>
                                    </p:animEffect>
                                  </p:childTnLst>
                                </p:cTn>
                              </p:par>
                              <p:par>
                                <p:cTn id="36" presetID="22" presetClass="entr" presetSubtype="4" fill="hold" nodeType="withEffect">
                                  <p:stCondLst>
                                    <p:cond delay="0"/>
                                  </p:stCondLst>
                                  <p:childTnLst>
                                    <p:set>
                                      <p:cBhvr>
                                        <p:cTn id="37" dur="1" fill="hold">
                                          <p:stCondLst>
                                            <p:cond delay="0"/>
                                          </p:stCondLst>
                                        </p:cTn>
                                        <p:tgtEl>
                                          <p:spTgt spid="12"/>
                                        </p:tgtEl>
                                        <p:attrNameLst>
                                          <p:attrName>style.visibility</p:attrName>
                                        </p:attrNameLst>
                                      </p:cBhvr>
                                      <p:to>
                                        <p:strVal val="visible"/>
                                      </p:to>
                                    </p:set>
                                    <p:animEffect transition="in" filter="wipe(down)">
                                      <p:cBhvr>
                                        <p:cTn id="38" dur="1000"/>
                                        <p:tgtEl>
                                          <p:spTgt spid="12"/>
                                        </p:tgtEl>
                                      </p:cBhvr>
                                    </p:animEffect>
                                  </p:childTnLst>
                                </p:cTn>
                              </p:par>
                              <p:par>
                                <p:cTn id="39" presetID="53" presetClass="entr" presetSubtype="16" fill="hold" nodeType="withEffect">
                                  <p:stCondLst>
                                    <p:cond delay="500"/>
                                  </p:stCondLst>
                                  <p:childTnLst>
                                    <p:set>
                                      <p:cBhvr>
                                        <p:cTn id="40" dur="1" fill="hold">
                                          <p:stCondLst>
                                            <p:cond delay="0"/>
                                          </p:stCondLst>
                                        </p:cTn>
                                        <p:tgtEl>
                                          <p:spTgt spid="35"/>
                                        </p:tgtEl>
                                        <p:attrNameLst>
                                          <p:attrName>style.visibility</p:attrName>
                                        </p:attrNameLst>
                                      </p:cBhvr>
                                      <p:to>
                                        <p:strVal val="visible"/>
                                      </p:to>
                                    </p:set>
                                    <p:anim calcmode="lin" valueType="num">
                                      <p:cBhvr>
                                        <p:cTn id="41" dur="500" fill="hold"/>
                                        <p:tgtEl>
                                          <p:spTgt spid="35"/>
                                        </p:tgtEl>
                                        <p:attrNameLst>
                                          <p:attrName>ppt_w</p:attrName>
                                        </p:attrNameLst>
                                      </p:cBhvr>
                                      <p:tavLst>
                                        <p:tav tm="0">
                                          <p:val>
                                            <p:fltVal val="0"/>
                                          </p:val>
                                        </p:tav>
                                        <p:tav tm="100000">
                                          <p:val>
                                            <p:strVal val="#ppt_w"/>
                                          </p:val>
                                        </p:tav>
                                      </p:tavLst>
                                    </p:anim>
                                    <p:anim calcmode="lin" valueType="num">
                                      <p:cBhvr>
                                        <p:cTn id="42" dur="500" fill="hold"/>
                                        <p:tgtEl>
                                          <p:spTgt spid="35"/>
                                        </p:tgtEl>
                                        <p:attrNameLst>
                                          <p:attrName>ppt_h</p:attrName>
                                        </p:attrNameLst>
                                      </p:cBhvr>
                                      <p:tavLst>
                                        <p:tav tm="0">
                                          <p:val>
                                            <p:fltVal val="0"/>
                                          </p:val>
                                        </p:tav>
                                        <p:tav tm="100000">
                                          <p:val>
                                            <p:strVal val="#ppt_h"/>
                                          </p:val>
                                        </p:tav>
                                      </p:tavLst>
                                    </p:anim>
                                    <p:animEffect transition="in" filter="fade">
                                      <p:cBhvr>
                                        <p:cTn id="43" dur="500"/>
                                        <p:tgtEl>
                                          <p:spTgt spid="35"/>
                                        </p:tgtEl>
                                      </p:cBhvr>
                                    </p:animEffect>
                                  </p:childTnLst>
                                </p:cTn>
                              </p:par>
                            </p:childTnLst>
                          </p:cTn>
                        </p:par>
                      </p:childTnLst>
                    </p:cTn>
                  </p:par>
                  <p:par>
                    <p:cTn id="44" fill="hold">
                      <p:stCondLst>
                        <p:cond delay="indefinite"/>
                      </p:stCondLst>
                      <p:childTnLst>
                        <p:par>
                          <p:cTn id="45" fill="hold">
                            <p:stCondLst>
                              <p:cond delay="0"/>
                            </p:stCondLst>
                            <p:childTnLst>
                              <p:par>
                                <p:cTn id="46" presetID="53" presetClass="entr" presetSubtype="16" fill="hold" nodeType="clickEffect">
                                  <p:stCondLst>
                                    <p:cond delay="0"/>
                                  </p:stCondLst>
                                  <p:childTnLst>
                                    <p:set>
                                      <p:cBhvr>
                                        <p:cTn id="47" dur="1" fill="hold">
                                          <p:stCondLst>
                                            <p:cond delay="0"/>
                                          </p:stCondLst>
                                        </p:cTn>
                                        <p:tgtEl>
                                          <p:spTgt spid="40"/>
                                        </p:tgtEl>
                                        <p:attrNameLst>
                                          <p:attrName>style.visibility</p:attrName>
                                        </p:attrNameLst>
                                      </p:cBhvr>
                                      <p:to>
                                        <p:strVal val="visible"/>
                                      </p:to>
                                    </p:set>
                                    <p:anim calcmode="lin" valueType="num">
                                      <p:cBhvr>
                                        <p:cTn id="48" dur="500" fill="hold"/>
                                        <p:tgtEl>
                                          <p:spTgt spid="40"/>
                                        </p:tgtEl>
                                        <p:attrNameLst>
                                          <p:attrName>ppt_w</p:attrName>
                                        </p:attrNameLst>
                                      </p:cBhvr>
                                      <p:tavLst>
                                        <p:tav tm="0">
                                          <p:val>
                                            <p:fltVal val="0"/>
                                          </p:val>
                                        </p:tav>
                                        <p:tav tm="100000">
                                          <p:val>
                                            <p:strVal val="#ppt_w"/>
                                          </p:val>
                                        </p:tav>
                                      </p:tavLst>
                                    </p:anim>
                                    <p:anim calcmode="lin" valueType="num">
                                      <p:cBhvr>
                                        <p:cTn id="49" dur="500" fill="hold"/>
                                        <p:tgtEl>
                                          <p:spTgt spid="40"/>
                                        </p:tgtEl>
                                        <p:attrNameLst>
                                          <p:attrName>ppt_h</p:attrName>
                                        </p:attrNameLst>
                                      </p:cBhvr>
                                      <p:tavLst>
                                        <p:tav tm="0">
                                          <p:val>
                                            <p:fltVal val="0"/>
                                          </p:val>
                                        </p:tav>
                                        <p:tav tm="100000">
                                          <p:val>
                                            <p:strVal val="#ppt_h"/>
                                          </p:val>
                                        </p:tav>
                                      </p:tavLst>
                                    </p:anim>
                                    <p:animEffect transition="in" filter="fade">
                                      <p:cBhvr>
                                        <p:cTn id="50" dur="500"/>
                                        <p:tgtEl>
                                          <p:spTgt spid="40"/>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38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4" name="组合 3">
            <a:extLst>
              <a:ext uri="{FF2B5EF4-FFF2-40B4-BE49-F238E27FC236}">
                <a16:creationId xmlns:a16="http://schemas.microsoft.com/office/drawing/2014/main" id="{9A1EA9F2-FCB6-48C3-935F-7AE7E3AD14AC}"/>
              </a:ext>
            </a:extLst>
          </p:cNvPr>
          <p:cNvGrpSpPr/>
          <p:nvPr/>
        </p:nvGrpSpPr>
        <p:grpSpPr>
          <a:xfrm>
            <a:off x="304800" y="749300"/>
            <a:ext cx="6192344" cy="400110"/>
            <a:chOff x="424117" y="898245"/>
            <a:chExt cx="6192344" cy="400110"/>
          </a:xfrm>
        </p:grpSpPr>
        <p:sp>
          <p:nvSpPr>
            <p:cNvPr id="2" name="平行四边形 1">
              <a:extLst>
                <a:ext uri="{FF2B5EF4-FFF2-40B4-BE49-F238E27FC236}">
                  <a16:creationId xmlns:a16="http://schemas.microsoft.com/office/drawing/2014/main" id="{1F5BAA3F-9845-4F89-A2DD-8222D3E4EDAC}"/>
                </a:ext>
              </a:extLst>
            </p:cNvPr>
            <p:cNvSpPr/>
            <p:nvPr/>
          </p:nvSpPr>
          <p:spPr>
            <a:xfrm>
              <a:off x="424117" y="898245"/>
              <a:ext cx="628306" cy="387090"/>
            </a:xfrm>
            <a:prstGeom prst="parallelogram">
              <a:avLst/>
            </a:prstGeom>
            <a:solidFill>
              <a:schemeClr val="accent3">
                <a:lumMod val="75000"/>
              </a:schemeClr>
            </a:solidFill>
            <a:ln>
              <a:solidFill>
                <a:schemeClr val="accent3">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CN" sz="2200" dirty="0">
                  <a:latin typeface="Impact" panose="020B0806030902050204" pitchFamily="34" charset="0"/>
                </a:rPr>
                <a:t>01</a:t>
              </a:r>
              <a:endParaRPr lang="zh-CN" altLang="en-US" sz="2200" dirty="0">
                <a:latin typeface="Impact" panose="020B0806030902050204" pitchFamily="34" charset="0"/>
              </a:endParaRPr>
            </a:p>
          </p:txBody>
        </p:sp>
        <p:sp>
          <p:nvSpPr>
            <p:cNvPr id="3" name="文本框 2">
              <a:extLst>
                <a:ext uri="{FF2B5EF4-FFF2-40B4-BE49-F238E27FC236}">
                  <a16:creationId xmlns:a16="http://schemas.microsoft.com/office/drawing/2014/main" id="{4D6BD736-A4D3-4F26-AFED-36E11F50F70B}"/>
                </a:ext>
              </a:extLst>
            </p:cNvPr>
            <p:cNvSpPr txBox="1"/>
            <p:nvPr/>
          </p:nvSpPr>
          <p:spPr>
            <a:xfrm>
              <a:off x="1052423" y="898245"/>
              <a:ext cx="5564038" cy="400110"/>
            </a:xfrm>
            <a:prstGeom prst="rect">
              <a:avLst/>
            </a:prstGeom>
            <a:noFill/>
          </p:spPr>
          <p:txBody>
            <a:bodyPr wrap="square" rtlCol="0">
              <a:spAutoFit/>
            </a:bodyPr>
            <a:lstStyle/>
            <a:p>
              <a:r>
                <a:rPr lang="zh-CN" altLang="en-US" sz="2000" b="1" dirty="0">
                  <a:solidFill>
                    <a:schemeClr val="tx1"/>
                  </a:solidFill>
                  <a:latin typeface="Arial Narrow" panose="020B0606020202030204" pitchFamily="34" charset="0"/>
                </a:rPr>
                <a:t>使用网桥在数据链路层扩展以太网</a:t>
              </a:r>
              <a:endParaRPr lang="en-US" altLang="zh-CN" sz="2000" b="1" dirty="0">
                <a:solidFill>
                  <a:schemeClr val="tx1"/>
                </a:solidFill>
                <a:latin typeface="Arial Narrow" panose="020B0606020202030204" pitchFamily="34" charset="0"/>
              </a:endParaRPr>
            </a:p>
          </p:txBody>
        </p:sp>
      </p:grpSp>
      <p:grpSp>
        <p:nvGrpSpPr>
          <p:cNvPr id="8" name="组合 7">
            <a:extLst>
              <a:ext uri="{FF2B5EF4-FFF2-40B4-BE49-F238E27FC236}">
                <a16:creationId xmlns:a16="http://schemas.microsoft.com/office/drawing/2014/main" id="{6DC5D69F-8AA0-4863-A71B-754E7725A61B}"/>
              </a:ext>
            </a:extLst>
          </p:cNvPr>
          <p:cNvGrpSpPr/>
          <p:nvPr/>
        </p:nvGrpSpPr>
        <p:grpSpPr>
          <a:xfrm>
            <a:off x="1361607" y="2285105"/>
            <a:ext cx="2802358" cy="3106109"/>
            <a:chOff x="1078735" y="2956105"/>
            <a:chExt cx="2802358" cy="3106109"/>
          </a:xfrm>
        </p:grpSpPr>
        <p:sp>
          <p:nvSpPr>
            <p:cNvPr id="9" name="矩形: 圆角 8">
              <a:extLst>
                <a:ext uri="{FF2B5EF4-FFF2-40B4-BE49-F238E27FC236}">
                  <a16:creationId xmlns:a16="http://schemas.microsoft.com/office/drawing/2014/main" id="{62D5A86F-2EB0-4C99-BCF5-AC3126E07326}"/>
                </a:ext>
              </a:extLst>
            </p:cNvPr>
            <p:cNvSpPr/>
            <p:nvPr/>
          </p:nvSpPr>
          <p:spPr>
            <a:xfrm>
              <a:off x="1078735" y="2959737"/>
              <a:ext cx="2802358" cy="3102477"/>
            </a:xfrm>
            <a:prstGeom prst="roundRect">
              <a:avLst/>
            </a:prstGeom>
            <a:solidFill>
              <a:schemeClr val="bg1">
                <a:lumMod val="95000"/>
              </a:schemeClr>
            </a:solidFill>
            <a:ln>
              <a:solidFill>
                <a:schemeClr val="tx1"/>
              </a:solidFill>
            </a:ln>
          </p:spPr>
          <p:style>
            <a:lnRef idx="2">
              <a:schemeClr val="accent3">
                <a:shade val="50000"/>
              </a:schemeClr>
            </a:lnRef>
            <a:fillRef idx="1">
              <a:schemeClr val="accent3"/>
            </a:fillRef>
            <a:effectRef idx="0">
              <a:schemeClr val="accent3"/>
            </a:effectRef>
            <a:fontRef idx="minor">
              <a:schemeClr val="lt1"/>
            </a:fontRef>
          </p:style>
          <p:txBody>
            <a:bodyPr rtlCol="0" anchor="ctr"/>
            <a:lstStyle/>
            <a:p>
              <a:pPr algn="ctr"/>
              <a:endParaRPr lang="zh-CN" altLang="en-US"/>
            </a:p>
          </p:txBody>
        </p:sp>
        <p:sp>
          <p:nvSpPr>
            <p:cNvPr id="10" name="文本框 9">
              <a:extLst>
                <a:ext uri="{FF2B5EF4-FFF2-40B4-BE49-F238E27FC236}">
                  <a16:creationId xmlns:a16="http://schemas.microsoft.com/office/drawing/2014/main" id="{4A2BFDC2-60FF-420D-9D41-11DEB543B869}"/>
                </a:ext>
              </a:extLst>
            </p:cNvPr>
            <p:cNvSpPr txBox="1"/>
            <p:nvPr/>
          </p:nvSpPr>
          <p:spPr>
            <a:xfrm>
              <a:off x="1885149" y="2956105"/>
              <a:ext cx="1122232" cy="369332"/>
            </a:xfrm>
            <a:prstGeom prst="rect">
              <a:avLst/>
            </a:prstGeom>
            <a:noFill/>
          </p:spPr>
          <p:txBody>
            <a:bodyPr wrap="square" rtlCol="0">
              <a:spAutoFit/>
            </a:bodyPr>
            <a:lstStyle/>
            <a:p>
              <a:pPr algn="ctr"/>
              <a:r>
                <a:rPr lang="zh-CN" altLang="en-US" b="1" dirty="0">
                  <a:latin typeface="+mn-ea"/>
                </a:rPr>
                <a:t>碰撞域</a:t>
              </a:r>
            </a:p>
          </p:txBody>
        </p:sp>
      </p:grpSp>
      <p:grpSp>
        <p:nvGrpSpPr>
          <p:cNvPr id="5" name="组合 4">
            <a:extLst>
              <a:ext uri="{FF2B5EF4-FFF2-40B4-BE49-F238E27FC236}">
                <a16:creationId xmlns:a16="http://schemas.microsoft.com/office/drawing/2014/main" id="{C8AD03A6-175B-4721-9686-9B47F004B0A5}"/>
              </a:ext>
            </a:extLst>
          </p:cNvPr>
          <p:cNvGrpSpPr/>
          <p:nvPr/>
        </p:nvGrpSpPr>
        <p:grpSpPr>
          <a:xfrm>
            <a:off x="8042551" y="2285105"/>
            <a:ext cx="2802358" cy="3106109"/>
            <a:chOff x="7759679" y="2956105"/>
            <a:chExt cx="2802358" cy="3106109"/>
          </a:xfrm>
        </p:grpSpPr>
        <p:sp>
          <p:nvSpPr>
            <p:cNvPr id="6" name="矩形: 圆角 5">
              <a:extLst>
                <a:ext uri="{FF2B5EF4-FFF2-40B4-BE49-F238E27FC236}">
                  <a16:creationId xmlns:a16="http://schemas.microsoft.com/office/drawing/2014/main" id="{2BB9D890-7E41-48F6-92FA-518EC9C03F76}"/>
                </a:ext>
              </a:extLst>
            </p:cNvPr>
            <p:cNvSpPr/>
            <p:nvPr/>
          </p:nvSpPr>
          <p:spPr>
            <a:xfrm>
              <a:off x="7759679" y="2959737"/>
              <a:ext cx="2802358" cy="3102477"/>
            </a:xfrm>
            <a:prstGeom prst="roundRect">
              <a:avLst/>
            </a:prstGeom>
            <a:solidFill>
              <a:schemeClr val="bg1">
                <a:lumMod val="95000"/>
              </a:schemeClr>
            </a:solidFill>
            <a:ln>
              <a:solidFill>
                <a:schemeClr val="tx1"/>
              </a:solidFill>
            </a:ln>
          </p:spPr>
          <p:style>
            <a:lnRef idx="2">
              <a:schemeClr val="accent3">
                <a:shade val="50000"/>
              </a:schemeClr>
            </a:lnRef>
            <a:fillRef idx="1">
              <a:schemeClr val="accent3"/>
            </a:fillRef>
            <a:effectRef idx="0">
              <a:schemeClr val="accent3"/>
            </a:effectRef>
            <a:fontRef idx="minor">
              <a:schemeClr val="lt1"/>
            </a:fontRef>
          </p:style>
          <p:txBody>
            <a:bodyPr rtlCol="0" anchor="ctr"/>
            <a:lstStyle/>
            <a:p>
              <a:pPr algn="ctr"/>
              <a:endParaRPr lang="zh-CN" altLang="en-US"/>
            </a:p>
          </p:txBody>
        </p:sp>
        <p:sp>
          <p:nvSpPr>
            <p:cNvPr id="7" name="文本框 6">
              <a:extLst>
                <a:ext uri="{FF2B5EF4-FFF2-40B4-BE49-F238E27FC236}">
                  <a16:creationId xmlns:a16="http://schemas.microsoft.com/office/drawing/2014/main" id="{F115C487-0BDC-47CD-84C5-B383B4D53116}"/>
                </a:ext>
              </a:extLst>
            </p:cNvPr>
            <p:cNvSpPr txBox="1"/>
            <p:nvPr/>
          </p:nvSpPr>
          <p:spPr>
            <a:xfrm>
              <a:off x="8599742" y="2956105"/>
              <a:ext cx="1122232" cy="369332"/>
            </a:xfrm>
            <a:prstGeom prst="rect">
              <a:avLst/>
            </a:prstGeom>
            <a:noFill/>
          </p:spPr>
          <p:txBody>
            <a:bodyPr wrap="square" rtlCol="0">
              <a:spAutoFit/>
            </a:bodyPr>
            <a:lstStyle/>
            <a:p>
              <a:pPr algn="ctr"/>
              <a:r>
                <a:rPr lang="zh-CN" altLang="en-US" b="1" dirty="0">
                  <a:latin typeface="+mn-ea"/>
                </a:rPr>
                <a:t>碰撞域</a:t>
              </a:r>
            </a:p>
          </p:txBody>
        </p:sp>
      </p:grpSp>
      <p:grpSp>
        <p:nvGrpSpPr>
          <p:cNvPr id="13" name="组合 12">
            <a:extLst>
              <a:ext uri="{FF2B5EF4-FFF2-40B4-BE49-F238E27FC236}">
                <a16:creationId xmlns:a16="http://schemas.microsoft.com/office/drawing/2014/main" id="{2686C39F-B3AB-4FAD-B35F-00E65F63E05E}"/>
              </a:ext>
            </a:extLst>
          </p:cNvPr>
          <p:cNvGrpSpPr/>
          <p:nvPr/>
        </p:nvGrpSpPr>
        <p:grpSpPr>
          <a:xfrm>
            <a:off x="1332530" y="3154873"/>
            <a:ext cx="2539572" cy="2056446"/>
            <a:chOff x="1049658" y="3825873"/>
            <a:chExt cx="2539572" cy="2056446"/>
          </a:xfrm>
        </p:grpSpPr>
        <p:sp>
          <p:nvSpPr>
            <p:cNvPr id="14" name="文本框 13">
              <a:extLst>
                <a:ext uri="{FF2B5EF4-FFF2-40B4-BE49-F238E27FC236}">
                  <a16:creationId xmlns:a16="http://schemas.microsoft.com/office/drawing/2014/main" id="{AABD0E10-152C-4D1F-A910-96851FAB8F16}"/>
                </a:ext>
              </a:extLst>
            </p:cNvPr>
            <p:cNvSpPr txBox="1"/>
            <p:nvPr/>
          </p:nvSpPr>
          <p:spPr>
            <a:xfrm>
              <a:off x="1049658" y="4153065"/>
              <a:ext cx="1122232" cy="646331"/>
            </a:xfrm>
            <a:prstGeom prst="rect">
              <a:avLst/>
            </a:prstGeom>
            <a:noFill/>
          </p:spPr>
          <p:txBody>
            <a:bodyPr wrap="square" rtlCol="0">
              <a:spAutoFit/>
            </a:bodyPr>
            <a:lstStyle/>
            <a:p>
              <a:pPr algn="ctr"/>
              <a:r>
                <a:rPr lang="en-US" altLang="zh-CN" b="1" dirty="0">
                  <a:latin typeface="Arial Narrow" panose="020B0606020202030204" pitchFamily="34" charset="0"/>
                </a:rPr>
                <a:t>10BASE-T</a:t>
              </a:r>
            </a:p>
            <a:p>
              <a:pPr algn="ctr"/>
              <a:r>
                <a:rPr lang="zh-CN" altLang="en-US" b="1" dirty="0">
                  <a:latin typeface="Arial Narrow" panose="020B0606020202030204" pitchFamily="34" charset="0"/>
                </a:rPr>
                <a:t>集线器</a:t>
              </a:r>
            </a:p>
          </p:txBody>
        </p:sp>
        <p:cxnSp>
          <p:nvCxnSpPr>
            <p:cNvPr id="15" name="直接连接符 14">
              <a:extLst>
                <a:ext uri="{FF2B5EF4-FFF2-40B4-BE49-F238E27FC236}">
                  <a16:creationId xmlns:a16="http://schemas.microsoft.com/office/drawing/2014/main" id="{4E575C66-AC61-46C5-ACC9-F3E1D8DE8260}"/>
                </a:ext>
              </a:extLst>
            </p:cNvPr>
            <p:cNvCxnSpPr/>
            <p:nvPr/>
          </p:nvCxnSpPr>
          <p:spPr>
            <a:xfrm flipV="1">
              <a:off x="1713673" y="4456166"/>
              <a:ext cx="794479" cy="1105612"/>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6" name="直接连接符 15">
              <a:extLst>
                <a:ext uri="{FF2B5EF4-FFF2-40B4-BE49-F238E27FC236}">
                  <a16:creationId xmlns:a16="http://schemas.microsoft.com/office/drawing/2014/main" id="{FB829B16-5214-46D5-B873-328CC48FDE46}"/>
                </a:ext>
              </a:extLst>
            </p:cNvPr>
            <p:cNvCxnSpPr>
              <a:cxnSpLocks/>
            </p:cNvCxnSpPr>
            <p:nvPr/>
          </p:nvCxnSpPr>
          <p:spPr>
            <a:xfrm flipH="1" flipV="1">
              <a:off x="2656896" y="4456166"/>
              <a:ext cx="628049" cy="983748"/>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7" name="直接连接符 16">
              <a:extLst>
                <a:ext uri="{FF2B5EF4-FFF2-40B4-BE49-F238E27FC236}">
                  <a16:creationId xmlns:a16="http://schemas.microsoft.com/office/drawing/2014/main" id="{435D9095-7141-4377-801F-0A8657AC3296}"/>
                </a:ext>
              </a:extLst>
            </p:cNvPr>
            <p:cNvCxnSpPr/>
            <p:nvPr/>
          </p:nvCxnSpPr>
          <p:spPr>
            <a:xfrm>
              <a:off x="2545972" y="4453932"/>
              <a:ext cx="0" cy="1062182"/>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pic>
          <p:nvPicPr>
            <p:cNvPr id="18" name="图形 10">
              <a:extLst>
                <a:ext uri="{FF2B5EF4-FFF2-40B4-BE49-F238E27FC236}">
                  <a16:creationId xmlns:a16="http://schemas.microsoft.com/office/drawing/2014/main" id="{34E3017C-95DC-4C17-A572-7E098E0DEBAF}"/>
                </a:ext>
              </a:extLst>
            </p:cNvPr>
            <p:cNvPicPr>
              <a:picLocks noChangeAspect="1"/>
            </p:cNvPicPr>
            <p:nvPr/>
          </p:nvPicPr>
          <p:blipFill>
            <a:blip r:embed="rId3">
              <a:extLst>
                <a:ext uri="{28A0092B-C50C-407E-A947-70E740481C1C}">
                  <a14:useLocalDpi xmlns:a14="http://schemas.microsoft.com/office/drawing/2010/main" val="0"/>
                </a:ext>
                <a:ext uri="{96DAC541-7B7A-43D3-8B79-37D633B846F1}">
                  <asvg:svgBlip xmlns:asvg="http://schemas.microsoft.com/office/drawing/2016/SVG/main" r:embed="rId4"/>
                </a:ext>
              </a:extLst>
            </a:blip>
            <a:stretch>
              <a:fillRect/>
            </a:stretch>
          </p:blipFill>
          <p:spPr>
            <a:xfrm>
              <a:off x="1303299" y="5241237"/>
              <a:ext cx="662814" cy="641082"/>
            </a:xfrm>
            <a:prstGeom prst="rect">
              <a:avLst/>
            </a:prstGeom>
          </p:spPr>
        </p:pic>
        <p:pic>
          <p:nvPicPr>
            <p:cNvPr id="19" name="图形 10">
              <a:extLst>
                <a:ext uri="{FF2B5EF4-FFF2-40B4-BE49-F238E27FC236}">
                  <a16:creationId xmlns:a16="http://schemas.microsoft.com/office/drawing/2014/main" id="{F38EDFAB-A694-4567-BEB2-2DB557836002}"/>
                </a:ext>
              </a:extLst>
            </p:cNvPr>
            <p:cNvPicPr>
              <a:picLocks noChangeAspect="1"/>
            </p:cNvPicPr>
            <p:nvPr/>
          </p:nvPicPr>
          <p:blipFill>
            <a:blip r:embed="rId3">
              <a:extLst>
                <a:ext uri="{28A0092B-C50C-407E-A947-70E740481C1C}">
                  <a14:useLocalDpi xmlns:a14="http://schemas.microsoft.com/office/drawing/2010/main" val="0"/>
                </a:ext>
                <a:ext uri="{96DAC541-7B7A-43D3-8B79-37D633B846F1}">
                  <asvg:svgBlip xmlns:asvg="http://schemas.microsoft.com/office/drawing/2016/SVG/main" r:embed="rId4"/>
                </a:ext>
              </a:extLst>
            </a:blip>
            <a:stretch>
              <a:fillRect/>
            </a:stretch>
          </p:blipFill>
          <p:spPr>
            <a:xfrm>
              <a:off x="2926416" y="5241237"/>
              <a:ext cx="662814" cy="641082"/>
            </a:xfrm>
            <a:prstGeom prst="rect">
              <a:avLst/>
            </a:prstGeom>
          </p:spPr>
        </p:pic>
        <p:pic>
          <p:nvPicPr>
            <p:cNvPr id="21" name="图形 10">
              <a:extLst>
                <a:ext uri="{FF2B5EF4-FFF2-40B4-BE49-F238E27FC236}">
                  <a16:creationId xmlns:a16="http://schemas.microsoft.com/office/drawing/2014/main" id="{AEB84BA6-7875-4316-AB2B-BD38213F913A}"/>
                </a:ext>
              </a:extLst>
            </p:cNvPr>
            <p:cNvPicPr>
              <a:picLocks noChangeAspect="1"/>
            </p:cNvPicPr>
            <p:nvPr/>
          </p:nvPicPr>
          <p:blipFill>
            <a:blip r:embed="rId3">
              <a:extLst>
                <a:ext uri="{28A0092B-C50C-407E-A947-70E740481C1C}">
                  <a14:useLocalDpi xmlns:a14="http://schemas.microsoft.com/office/drawing/2010/main" val="0"/>
                </a:ext>
                <a:ext uri="{96DAC541-7B7A-43D3-8B79-37D633B846F1}">
                  <asvg:svgBlip xmlns:asvg="http://schemas.microsoft.com/office/drawing/2016/SVG/main" r:embed="rId4"/>
                </a:ext>
              </a:extLst>
            </a:blip>
            <a:stretch>
              <a:fillRect/>
            </a:stretch>
          </p:blipFill>
          <p:spPr>
            <a:xfrm>
              <a:off x="2114858" y="5241237"/>
              <a:ext cx="662814" cy="641082"/>
            </a:xfrm>
            <a:prstGeom prst="rect">
              <a:avLst/>
            </a:prstGeom>
          </p:spPr>
        </p:pic>
        <p:sp>
          <p:nvSpPr>
            <p:cNvPr id="22" name="文本框 21">
              <a:extLst>
                <a:ext uri="{FF2B5EF4-FFF2-40B4-BE49-F238E27FC236}">
                  <a16:creationId xmlns:a16="http://schemas.microsoft.com/office/drawing/2014/main" id="{949F6312-AB06-41E3-A676-1B679EAD738B}"/>
                </a:ext>
              </a:extLst>
            </p:cNvPr>
            <p:cNvSpPr txBox="1"/>
            <p:nvPr/>
          </p:nvSpPr>
          <p:spPr>
            <a:xfrm>
              <a:off x="2797020" y="5283598"/>
              <a:ext cx="333042" cy="369332"/>
            </a:xfrm>
            <a:prstGeom prst="rect">
              <a:avLst/>
            </a:prstGeom>
            <a:noFill/>
          </p:spPr>
          <p:txBody>
            <a:bodyPr wrap="square" rtlCol="0">
              <a:spAutoFit/>
            </a:bodyPr>
            <a:lstStyle/>
            <a:p>
              <a:pPr algn="ctr"/>
              <a:r>
                <a:rPr lang="en-US" altLang="zh-CN" b="1" dirty="0">
                  <a:latin typeface="宋体" panose="02010600030101010101" pitchFamily="2" charset="-122"/>
                  <a:ea typeface="宋体" panose="02010600030101010101" pitchFamily="2" charset="-122"/>
                </a:rPr>
                <a:t>…</a:t>
              </a:r>
              <a:endParaRPr lang="zh-CN" altLang="en-US" b="1" dirty="0">
                <a:latin typeface="宋体" panose="02010600030101010101" pitchFamily="2" charset="-122"/>
                <a:ea typeface="宋体" panose="02010600030101010101" pitchFamily="2" charset="-122"/>
              </a:endParaRPr>
            </a:p>
          </p:txBody>
        </p:sp>
        <p:sp>
          <p:nvSpPr>
            <p:cNvPr id="23" name="文本框 22">
              <a:extLst>
                <a:ext uri="{FF2B5EF4-FFF2-40B4-BE49-F238E27FC236}">
                  <a16:creationId xmlns:a16="http://schemas.microsoft.com/office/drawing/2014/main" id="{24356509-8506-411D-BB25-F98D9D6F3B0A}"/>
                </a:ext>
              </a:extLst>
            </p:cNvPr>
            <p:cNvSpPr txBox="1"/>
            <p:nvPr/>
          </p:nvSpPr>
          <p:spPr>
            <a:xfrm>
              <a:off x="1918798" y="3825873"/>
              <a:ext cx="1122232" cy="369332"/>
            </a:xfrm>
            <a:prstGeom prst="rect">
              <a:avLst/>
            </a:prstGeom>
            <a:noFill/>
          </p:spPr>
          <p:txBody>
            <a:bodyPr wrap="square" rtlCol="0">
              <a:spAutoFit/>
            </a:bodyPr>
            <a:lstStyle/>
            <a:p>
              <a:pPr algn="ctr"/>
              <a:r>
                <a:rPr lang="zh-CN" altLang="en-US" b="1" dirty="0">
                  <a:latin typeface="+mn-ea"/>
                </a:rPr>
                <a:t>部门</a:t>
              </a:r>
              <a:r>
                <a:rPr lang="en-US" altLang="zh-CN" b="1" dirty="0">
                  <a:latin typeface="+mn-ea"/>
                </a:rPr>
                <a:t>A</a:t>
              </a:r>
              <a:endParaRPr lang="zh-CN" altLang="en-US" b="1" dirty="0">
                <a:latin typeface="+mn-ea"/>
              </a:endParaRPr>
            </a:p>
          </p:txBody>
        </p:sp>
        <p:pic>
          <p:nvPicPr>
            <p:cNvPr id="20" name="图片 19" descr="文本&#10;&#10;描述已自动生成">
              <a:extLst>
                <a:ext uri="{FF2B5EF4-FFF2-40B4-BE49-F238E27FC236}">
                  <a16:creationId xmlns:a16="http://schemas.microsoft.com/office/drawing/2014/main" id="{D2D96215-D032-484C-A060-AC7C34DCBEE5}"/>
                </a:ext>
              </a:extLst>
            </p:cNvPr>
            <p:cNvPicPr>
              <a:picLocks noChangeAspect="1"/>
            </p:cNvPicPr>
            <p:nvPr/>
          </p:nvPicPr>
          <p:blipFill>
            <a:blip r:embed="rId5">
              <a:extLst>
                <a:ext uri="{28A0092B-C50C-407E-A947-70E740481C1C}">
                  <a14:useLocalDpi xmlns:a14="http://schemas.microsoft.com/office/drawing/2010/main" val="0"/>
                </a:ext>
              </a:extLst>
            </a:blip>
            <a:stretch>
              <a:fillRect/>
            </a:stretch>
          </p:blipFill>
          <p:spPr>
            <a:xfrm>
              <a:off x="2127179" y="4216486"/>
              <a:ext cx="705470" cy="661378"/>
            </a:xfrm>
            <a:prstGeom prst="rect">
              <a:avLst/>
            </a:prstGeom>
          </p:spPr>
        </p:pic>
      </p:grpSp>
      <p:grpSp>
        <p:nvGrpSpPr>
          <p:cNvPr id="24" name="组合 23">
            <a:extLst>
              <a:ext uri="{FF2B5EF4-FFF2-40B4-BE49-F238E27FC236}">
                <a16:creationId xmlns:a16="http://schemas.microsoft.com/office/drawing/2014/main" id="{551ECE81-4A60-495A-A6E4-FDC6B59D1E32}"/>
              </a:ext>
            </a:extLst>
          </p:cNvPr>
          <p:cNvGrpSpPr/>
          <p:nvPr/>
        </p:nvGrpSpPr>
        <p:grpSpPr>
          <a:xfrm>
            <a:off x="8300764" y="3154873"/>
            <a:ext cx="2570305" cy="2056446"/>
            <a:chOff x="8017892" y="3825873"/>
            <a:chExt cx="2570305" cy="2056446"/>
          </a:xfrm>
        </p:grpSpPr>
        <p:cxnSp>
          <p:nvCxnSpPr>
            <p:cNvPr id="25" name="直接连接符 24">
              <a:extLst>
                <a:ext uri="{FF2B5EF4-FFF2-40B4-BE49-F238E27FC236}">
                  <a16:creationId xmlns:a16="http://schemas.microsoft.com/office/drawing/2014/main" id="{03D2F37A-7DC8-4CB5-BD9A-7B56BFCD18B7}"/>
                </a:ext>
              </a:extLst>
            </p:cNvPr>
            <p:cNvCxnSpPr/>
            <p:nvPr/>
          </p:nvCxnSpPr>
          <p:spPr>
            <a:xfrm flipV="1">
              <a:off x="8428266" y="4456166"/>
              <a:ext cx="794479" cy="1105612"/>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6" name="直接连接符 25">
              <a:extLst>
                <a:ext uri="{FF2B5EF4-FFF2-40B4-BE49-F238E27FC236}">
                  <a16:creationId xmlns:a16="http://schemas.microsoft.com/office/drawing/2014/main" id="{C286505E-9C68-4720-82AB-D2CDB8D0A2CF}"/>
                </a:ext>
              </a:extLst>
            </p:cNvPr>
            <p:cNvCxnSpPr>
              <a:cxnSpLocks/>
            </p:cNvCxnSpPr>
            <p:nvPr/>
          </p:nvCxnSpPr>
          <p:spPr>
            <a:xfrm flipH="1" flipV="1">
              <a:off x="9371489" y="4456166"/>
              <a:ext cx="628049" cy="983748"/>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7" name="直接连接符 26">
              <a:extLst>
                <a:ext uri="{FF2B5EF4-FFF2-40B4-BE49-F238E27FC236}">
                  <a16:creationId xmlns:a16="http://schemas.microsoft.com/office/drawing/2014/main" id="{D11B27EE-4214-4D6B-AE7F-731FA8977D7E}"/>
                </a:ext>
              </a:extLst>
            </p:cNvPr>
            <p:cNvCxnSpPr/>
            <p:nvPr/>
          </p:nvCxnSpPr>
          <p:spPr>
            <a:xfrm>
              <a:off x="9260565" y="4453932"/>
              <a:ext cx="0" cy="1062182"/>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pic>
          <p:nvPicPr>
            <p:cNvPr id="28" name="图形 10">
              <a:extLst>
                <a:ext uri="{FF2B5EF4-FFF2-40B4-BE49-F238E27FC236}">
                  <a16:creationId xmlns:a16="http://schemas.microsoft.com/office/drawing/2014/main" id="{F52A5567-F196-436C-A9C9-BC205A3CF182}"/>
                </a:ext>
              </a:extLst>
            </p:cNvPr>
            <p:cNvPicPr>
              <a:picLocks noChangeAspect="1"/>
            </p:cNvPicPr>
            <p:nvPr/>
          </p:nvPicPr>
          <p:blipFill>
            <a:blip r:embed="rId3">
              <a:extLst>
                <a:ext uri="{28A0092B-C50C-407E-A947-70E740481C1C}">
                  <a14:useLocalDpi xmlns:a14="http://schemas.microsoft.com/office/drawing/2010/main" val="0"/>
                </a:ext>
                <a:ext uri="{96DAC541-7B7A-43D3-8B79-37D633B846F1}">
                  <asvg:svgBlip xmlns:asvg="http://schemas.microsoft.com/office/drawing/2016/SVG/main" r:embed="rId4"/>
                </a:ext>
              </a:extLst>
            </a:blip>
            <a:stretch>
              <a:fillRect/>
            </a:stretch>
          </p:blipFill>
          <p:spPr>
            <a:xfrm>
              <a:off x="8017892" y="5241237"/>
              <a:ext cx="662814" cy="641082"/>
            </a:xfrm>
            <a:prstGeom prst="rect">
              <a:avLst/>
            </a:prstGeom>
          </p:spPr>
        </p:pic>
        <p:pic>
          <p:nvPicPr>
            <p:cNvPr id="29" name="图形 10">
              <a:extLst>
                <a:ext uri="{FF2B5EF4-FFF2-40B4-BE49-F238E27FC236}">
                  <a16:creationId xmlns:a16="http://schemas.microsoft.com/office/drawing/2014/main" id="{84FA75CC-2B57-4230-926C-676D39538780}"/>
                </a:ext>
              </a:extLst>
            </p:cNvPr>
            <p:cNvPicPr>
              <a:picLocks noChangeAspect="1"/>
            </p:cNvPicPr>
            <p:nvPr/>
          </p:nvPicPr>
          <p:blipFill>
            <a:blip r:embed="rId3">
              <a:extLst>
                <a:ext uri="{28A0092B-C50C-407E-A947-70E740481C1C}">
                  <a14:useLocalDpi xmlns:a14="http://schemas.microsoft.com/office/drawing/2010/main" val="0"/>
                </a:ext>
                <a:ext uri="{96DAC541-7B7A-43D3-8B79-37D633B846F1}">
                  <asvg:svgBlip xmlns:asvg="http://schemas.microsoft.com/office/drawing/2016/SVG/main" r:embed="rId4"/>
                </a:ext>
              </a:extLst>
            </a:blip>
            <a:stretch>
              <a:fillRect/>
            </a:stretch>
          </p:blipFill>
          <p:spPr>
            <a:xfrm>
              <a:off x="9641009" y="5241237"/>
              <a:ext cx="662814" cy="641082"/>
            </a:xfrm>
            <a:prstGeom prst="rect">
              <a:avLst/>
            </a:prstGeom>
          </p:spPr>
        </p:pic>
        <p:pic>
          <p:nvPicPr>
            <p:cNvPr id="30" name="图片 29" descr="文本&#10;&#10;描述已自动生成">
              <a:extLst>
                <a:ext uri="{FF2B5EF4-FFF2-40B4-BE49-F238E27FC236}">
                  <a16:creationId xmlns:a16="http://schemas.microsoft.com/office/drawing/2014/main" id="{8FFF44B1-1AB3-4D3E-A7D7-81D4E6C33C8A}"/>
                </a:ext>
              </a:extLst>
            </p:cNvPr>
            <p:cNvPicPr>
              <a:picLocks noChangeAspect="1"/>
            </p:cNvPicPr>
            <p:nvPr/>
          </p:nvPicPr>
          <p:blipFill>
            <a:blip r:embed="rId5">
              <a:extLst>
                <a:ext uri="{28A0092B-C50C-407E-A947-70E740481C1C}">
                  <a14:useLocalDpi xmlns:a14="http://schemas.microsoft.com/office/drawing/2010/main" val="0"/>
                </a:ext>
              </a:extLst>
            </a:blip>
            <a:stretch>
              <a:fillRect/>
            </a:stretch>
          </p:blipFill>
          <p:spPr>
            <a:xfrm>
              <a:off x="8841772" y="4216486"/>
              <a:ext cx="705470" cy="661378"/>
            </a:xfrm>
            <a:prstGeom prst="rect">
              <a:avLst/>
            </a:prstGeom>
          </p:spPr>
        </p:pic>
        <p:pic>
          <p:nvPicPr>
            <p:cNvPr id="31" name="图形 10">
              <a:extLst>
                <a:ext uri="{FF2B5EF4-FFF2-40B4-BE49-F238E27FC236}">
                  <a16:creationId xmlns:a16="http://schemas.microsoft.com/office/drawing/2014/main" id="{A81E1A8E-BCFA-4CB5-A36A-2E2860537CB7}"/>
                </a:ext>
              </a:extLst>
            </p:cNvPr>
            <p:cNvPicPr>
              <a:picLocks noChangeAspect="1"/>
            </p:cNvPicPr>
            <p:nvPr/>
          </p:nvPicPr>
          <p:blipFill>
            <a:blip r:embed="rId3">
              <a:extLst>
                <a:ext uri="{28A0092B-C50C-407E-A947-70E740481C1C}">
                  <a14:useLocalDpi xmlns:a14="http://schemas.microsoft.com/office/drawing/2010/main" val="0"/>
                </a:ext>
                <a:ext uri="{96DAC541-7B7A-43D3-8B79-37D633B846F1}">
                  <asvg:svgBlip xmlns:asvg="http://schemas.microsoft.com/office/drawing/2016/SVG/main" r:embed="rId4"/>
                </a:ext>
              </a:extLst>
            </a:blip>
            <a:stretch>
              <a:fillRect/>
            </a:stretch>
          </p:blipFill>
          <p:spPr>
            <a:xfrm>
              <a:off x="8829451" y="5241237"/>
              <a:ext cx="662814" cy="641082"/>
            </a:xfrm>
            <a:prstGeom prst="rect">
              <a:avLst/>
            </a:prstGeom>
          </p:spPr>
        </p:pic>
        <p:sp>
          <p:nvSpPr>
            <p:cNvPr id="32" name="文本框 31">
              <a:extLst>
                <a:ext uri="{FF2B5EF4-FFF2-40B4-BE49-F238E27FC236}">
                  <a16:creationId xmlns:a16="http://schemas.microsoft.com/office/drawing/2014/main" id="{6E60A658-8187-4FC3-BF48-874AE1636A7B}"/>
                </a:ext>
              </a:extLst>
            </p:cNvPr>
            <p:cNvSpPr txBox="1"/>
            <p:nvPr/>
          </p:nvSpPr>
          <p:spPr>
            <a:xfrm>
              <a:off x="9511613" y="5283598"/>
              <a:ext cx="333042" cy="369332"/>
            </a:xfrm>
            <a:prstGeom prst="rect">
              <a:avLst/>
            </a:prstGeom>
            <a:noFill/>
          </p:spPr>
          <p:txBody>
            <a:bodyPr wrap="square" rtlCol="0">
              <a:spAutoFit/>
            </a:bodyPr>
            <a:lstStyle/>
            <a:p>
              <a:pPr algn="ctr"/>
              <a:r>
                <a:rPr lang="en-US" altLang="zh-CN" b="1" dirty="0">
                  <a:latin typeface="宋体" panose="02010600030101010101" pitchFamily="2" charset="-122"/>
                  <a:ea typeface="宋体" panose="02010600030101010101" pitchFamily="2" charset="-122"/>
                </a:rPr>
                <a:t>…</a:t>
              </a:r>
              <a:endParaRPr lang="zh-CN" altLang="en-US" b="1" dirty="0">
                <a:latin typeface="宋体" panose="02010600030101010101" pitchFamily="2" charset="-122"/>
                <a:ea typeface="宋体" panose="02010600030101010101" pitchFamily="2" charset="-122"/>
              </a:endParaRPr>
            </a:p>
          </p:txBody>
        </p:sp>
        <p:sp>
          <p:nvSpPr>
            <p:cNvPr id="33" name="文本框 32">
              <a:extLst>
                <a:ext uri="{FF2B5EF4-FFF2-40B4-BE49-F238E27FC236}">
                  <a16:creationId xmlns:a16="http://schemas.microsoft.com/office/drawing/2014/main" id="{6992D4A7-34E5-42D4-A3D1-CF1A412EF87B}"/>
                </a:ext>
              </a:extLst>
            </p:cNvPr>
            <p:cNvSpPr txBox="1"/>
            <p:nvPr/>
          </p:nvSpPr>
          <p:spPr>
            <a:xfrm>
              <a:off x="8633391" y="3825873"/>
              <a:ext cx="1122232" cy="369332"/>
            </a:xfrm>
            <a:prstGeom prst="rect">
              <a:avLst/>
            </a:prstGeom>
            <a:noFill/>
          </p:spPr>
          <p:txBody>
            <a:bodyPr wrap="square" rtlCol="0">
              <a:spAutoFit/>
            </a:bodyPr>
            <a:lstStyle/>
            <a:p>
              <a:pPr algn="ctr"/>
              <a:r>
                <a:rPr lang="zh-CN" altLang="en-US" b="1" dirty="0">
                  <a:latin typeface="+mn-ea"/>
                </a:rPr>
                <a:t>部门</a:t>
              </a:r>
              <a:r>
                <a:rPr lang="en-US" altLang="zh-CN" b="1" dirty="0">
                  <a:latin typeface="+mn-ea"/>
                </a:rPr>
                <a:t>B</a:t>
              </a:r>
              <a:endParaRPr lang="zh-CN" altLang="en-US" b="1" dirty="0">
                <a:latin typeface="+mn-ea"/>
              </a:endParaRPr>
            </a:p>
          </p:txBody>
        </p:sp>
        <p:sp>
          <p:nvSpPr>
            <p:cNvPr id="34" name="文本框 33">
              <a:extLst>
                <a:ext uri="{FF2B5EF4-FFF2-40B4-BE49-F238E27FC236}">
                  <a16:creationId xmlns:a16="http://schemas.microsoft.com/office/drawing/2014/main" id="{288A70B8-DB6B-46AE-A968-23E86349CD3E}"/>
                </a:ext>
              </a:extLst>
            </p:cNvPr>
            <p:cNvSpPr txBox="1"/>
            <p:nvPr/>
          </p:nvSpPr>
          <p:spPr>
            <a:xfrm>
              <a:off x="9465965" y="4187809"/>
              <a:ext cx="1122232" cy="646331"/>
            </a:xfrm>
            <a:prstGeom prst="rect">
              <a:avLst/>
            </a:prstGeom>
            <a:noFill/>
          </p:spPr>
          <p:txBody>
            <a:bodyPr wrap="square" rtlCol="0">
              <a:spAutoFit/>
            </a:bodyPr>
            <a:lstStyle/>
            <a:p>
              <a:pPr algn="ctr"/>
              <a:r>
                <a:rPr lang="en-US" altLang="zh-CN" b="1" dirty="0">
                  <a:latin typeface="Arial Narrow" panose="020B0606020202030204" pitchFamily="34" charset="0"/>
                </a:rPr>
                <a:t>10BASE-T</a:t>
              </a:r>
            </a:p>
            <a:p>
              <a:pPr algn="ctr"/>
              <a:r>
                <a:rPr lang="zh-CN" altLang="en-US" b="1" dirty="0">
                  <a:latin typeface="Arial Narrow" panose="020B0606020202030204" pitchFamily="34" charset="0"/>
                </a:rPr>
                <a:t>集线器</a:t>
              </a:r>
            </a:p>
          </p:txBody>
        </p:sp>
      </p:grpSp>
      <p:cxnSp>
        <p:nvCxnSpPr>
          <p:cNvPr id="39" name="直接连接符 38">
            <a:extLst>
              <a:ext uri="{FF2B5EF4-FFF2-40B4-BE49-F238E27FC236}">
                <a16:creationId xmlns:a16="http://schemas.microsoft.com/office/drawing/2014/main" id="{E4C432A8-55AB-451D-8C0B-6E7D26FD250E}"/>
              </a:ext>
            </a:extLst>
          </p:cNvPr>
          <p:cNvCxnSpPr>
            <a:cxnSpLocks/>
            <a:stCxn id="20" idx="3"/>
          </p:cNvCxnSpPr>
          <p:nvPr/>
        </p:nvCxnSpPr>
        <p:spPr>
          <a:xfrm>
            <a:off x="3115521" y="3876175"/>
            <a:ext cx="2865332" cy="0"/>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7" name="直接连接符 46">
            <a:extLst>
              <a:ext uri="{FF2B5EF4-FFF2-40B4-BE49-F238E27FC236}">
                <a16:creationId xmlns:a16="http://schemas.microsoft.com/office/drawing/2014/main" id="{15B27D2E-0C95-442A-88CE-58A33E71716B}"/>
              </a:ext>
            </a:extLst>
          </p:cNvPr>
          <p:cNvCxnSpPr>
            <a:cxnSpLocks/>
          </p:cNvCxnSpPr>
          <p:nvPr/>
        </p:nvCxnSpPr>
        <p:spPr>
          <a:xfrm>
            <a:off x="6259312" y="3854297"/>
            <a:ext cx="2865332" cy="0"/>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nvGrpSpPr>
          <p:cNvPr id="49" name="组合 48">
            <a:extLst>
              <a:ext uri="{FF2B5EF4-FFF2-40B4-BE49-F238E27FC236}">
                <a16:creationId xmlns:a16="http://schemas.microsoft.com/office/drawing/2014/main" id="{45978225-BA35-4DB2-B626-5848DCAFB50A}"/>
              </a:ext>
            </a:extLst>
          </p:cNvPr>
          <p:cNvGrpSpPr/>
          <p:nvPr/>
        </p:nvGrpSpPr>
        <p:grpSpPr>
          <a:xfrm>
            <a:off x="5401135" y="3602790"/>
            <a:ext cx="1404246" cy="1139071"/>
            <a:chOff x="5401135" y="3602790"/>
            <a:chExt cx="1404246" cy="1139071"/>
          </a:xfrm>
        </p:grpSpPr>
        <p:pic>
          <p:nvPicPr>
            <p:cNvPr id="43" name="图片 42" descr="图片包含 图标&#10;&#10;描述已自动生成">
              <a:extLst>
                <a:ext uri="{FF2B5EF4-FFF2-40B4-BE49-F238E27FC236}">
                  <a16:creationId xmlns:a16="http://schemas.microsoft.com/office/drawing/2014/main" id="{A7CD1ADC-C04F-418B-BF91-81BC796AB769}"/>
                </a:ext>
              </a:extLst>
            </p:cNvPr>
            <p:cNvPicPr>
              <a:picLocks noChangeAspect="1"/>
            </p:cNvPicPr>
            <p:nvPr/>
          </p:nvPicPr>
          <p:blipFill>
            <a:blip r:embed="rId6">
              <a:extLst>
                <a:ext uri="{28A0092B-C50C-407E-A947-70E740481C1C}">
                  <a14:useLocalDpi xmlns:a14="http://schemas.microsoft.com/office/drawing/2010/main" val="0"/>
                </a:ext>
              </a:extLst>
            </a:blip>
            <a:stretch>
              <a:fillRect/>
            </a:stretch>
          </p:blipFill>
          <p:spPr>
            <a:xfrm>
              <a:off x="5812708" y="3602790"/>
              <a:ext cx="581100" cy="474367"/>
            </a:xfrm>
            <a:prstGeom prst="rect">
              <a:avLst/>
            </a:prstGeom>
          </p:spPr>
        </p:pic>
        <p:sp>
          <p:nvSpPr>
            <p:cNvPr id="48" name="文本框 47">
              <a:extLst>
                <a:ext uri="{FF2B5EF4-FFF2-40B4-BE49-F238E27FC236}">
                  <a16:creationId xmlns:a16="http://schemas.microsoft.com/office/drawing/2014/main" id="{02E44763-7BE3-49A2-8189-0A078310F632}"/>
                </a:ext>
              </a:extLst>
            </p:cNvPr>
            <p:cNvSpPr txBox="1"/>
            <p:nvPr/>
          </p:nvSpPr>
          <p:spPr>
            <a:xfrm>
              <a:off x="5401135" y="4095530"/>
              <a:ext cx="1404246" cy="646331"/>
            </a:xfrm>
            <a:prstGeom prst="rect">
              <a:avLst/>
            </a:prstGeom>
            <a:noFill/>
          </p:spPr>
          <p:txBody>
            <a:bodyPr wrap="square" rtlCol="0">
              <a:spAutoFit/>
            </a:bodyPr>
            <a:lstStyle/>
            <a:p>
              <a:pPr algn="ctr"/>
              <a:r>
                <a:rPr lang="zh-CN" altLang="en-US" b="1" dirty="0">
                  <a:latin typeface="+mn-ea"/>
                </a:rPr>
                <a:t>网桥（</a:t>
              </a:r>
              <a:r>
                <a:rPr lang="en-US" altLang="zh-CN" b="1" dirty="0">
                  <a:latin typeface="+mn-ea"/>
                </a:rPr>
                <a:t>Bridge</a:t>
              </a:r>
              <a:r>
                <a:rPr lang="zh-CN" altLang="en-US" b="1" dirty="0">
                  <a:latin typeface="+mn-ea"/>
                </a:rPr>
                <a:t>）</a:t>
              </a:r>
            </a:p>
          </p:txBody>
        </p:sp>
      </p:grpSp>
      <p:sp>
        <p:nvSpPr>
          <p:cNvPr id="50" name="对话气泡: 圆角矩形 49">
            <a:extLst>
              <a:ext uri="{FF2B5EF4-FFF2-40B4-BE49-F238E27FC236}">
                <a16:creationId xmlns:a16="http://schemas.microsoft.com/office/drawing/2014/main" id="{CFE389D0-4650-4667-8945-4432A4C9FF43}"/>
              </a:ext>
            </a:extLst>
          </p:cNvPr>
          <p:cNvSpPr/>
          <p:nvPr/>
        </p:nvSpPr>
        <p:spPr>
          <a:xfrm>
            <a:off x="4400844" y="1302531"/>
            <a:ext cx="3519569" cy="1811688"/>
          </a:xfrm>
          <a:prstGeom prst="wedgeRoundRectCallout">
            <a:avLst>
              <a:gd name="adj1" fmla="val -5027"/>
              <a:gd name="adj2" fmla="val 83028"/>
              <a:gd name="adj3" fmla="val 16667"/>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nSpc>
                <a:spcPct val="150000"/>
              </a:lnSpc>
            </a:pPr>
            <a:r>
              <a:rPr lang="zh-CN" altLang="en-US" b="1" dirty="0">
                <a:latin typeface="+mn-ea"/>
              </a:rPr>
              <a:t>         网桥工作在</a:t>
            </a:r>
            <a:r>
              <a:rPr lang="zh-CN" altLang="en-US" b="1" dirty="0">
                <a:solidFill>
                  <a:schemeClr val="tx1"/>
                </a:solidFill>
                <a:highlight>
                  <a:srgbClr val="F4B919"/>
                </a:highlight>
                <a:latin typeface="+mn-ea"/>
              </a:rPr>
              <a:t>数据链路层</a:t>
            </a:r>
            <a:r>
              <a:rPr lang="zh-CN" altLang="en-US" b="1" dirty="0">
                <a:latin typeface="+mn-ea"/>
              </a:rPr>
              <a:t>（包含其下的物理层），而集线器仅工作在物理层。</a:t>
            </a:r>
            <a:endParaRPr lang="en-US" altLang="zh-CN" b="1" dirty="0">
              <a:latin typeface="+mn-ea"/>
            </a:endParaRPr>
          </a:p>
          <a:p>
            <a:pPr>
              <a:lnSpc>
                <a:spcPct val="150000"/>
              </a:lnSpc>
            </a:pPr>
            <a:r>
              <a:rPr lang="zh-CN" altLang="en-US" b="1" dirty="0">
                <a:latin typeface="+mn-ea"/>
              </a:rPr>
              <a:t>         网桥比集线器“懂得多”。</a:t>
            </a:r>
          </a:p>
        </p:txBody>
      </p:sp>
    </p:spTree>
    <p:custDataLst>
      <p:tags r:id="rId1"/>
    </p:custDataLst>
    <p:extLst>
      <p:ext uri="{BB962C8B-B14F-4D97-AF65-F5344CB8AC3E}">
        <p14:creationId xmlns:p14="http://schemas.microsoft.com/office/powerpoint/2010/main" val="2595704754"/>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53" presetClass="entr" presetSubtype="16" fill="hold" nodeType="withEffect">
                                  <p:stCondLst>
                                    <p:cond delay="0"/>
                                  </p:stCondLst>
                                  <p:childTnLst>
                                    <p:set>
                                      <p:cBhvr>
                                        <p:cTn id="6" dur="1" fill="hold">
                                          <p:stCondLst>
                                            <p:cond delay="0"/>
                                          </p:stCondLst>
                                        </p:cTn>
                                        <p:tgtEl>
                                          <p:spTgt spid="49"/>
                                        </p:tgtEl>
                                        <p:attrNameLst>
                                          <p:attrName>style.visibility</p:attrName>
                                        </p:attrNameLst>
                                      </p:cBhvr>
                                      <p:to>
                                        <p:strVal val="visible"/>
                                      </p:to>
                                    </p:set>
                                    <p:anim calcmode="lin" valueType="num">
                                      <p:cBhvr>
                                        <p:cTn id="7" dur="500" fill="hold"/>
                                        <p:tgtEl>
                                          <p:spTgt spid="49"/>
                                        </p:tgtEl>
                                        <p:attrNameLst>
                                          <p:attrName>ppt_w</p:attrName>
                                        </p:attrNameLst>
                                      </p:cBhvr>
                                      <p:tavLst>
                                        <p:tav tm="0">
                                          <p:val>
                                            <p:fltVal val="0"/>
                                          </p:val>
                                        </p:tav>
                                        <p:tav tm="100000">
                                          <p:val>
                                            <p:strVal val="#ppt_w"/>
                                          </p:val>
                                        </p:tav>
                                      </p:tavLst>
                                    </p:anim>
                                    <p:anim calcmode="lin" valueType="num">
                                      <p:cBhvr>
                                        <p:cTn id="8" dur="500" fill="hold"/>
                                        <p:tgtEl>
                                          <p:spTgt spid="49"/>
                                        </p:tgtEl>
                                        <p:attrNameLst>
                                          <p:attrName>ppt_h</p:attrName>
                                        </p:attrNameLst>
                                      </p:cBhvr>
                                      <p:tavLst>
                                        <p:tav tm="0">
                                          <p:val>
                                            <p:fltVal val="0"/>
                                          </p:val>
                                        </p:tav>
                                        <p:tav tm="100000">
                                          <p:val>
                                            <p:strVal val="#ppt_h"/>
                                          </p:val>
                                        </p:tav>
                                      </p:tavLst>
                                    </p:anim>
                                    <p:animEffect transition="in" filter="fade">
                                      <p:cBhvr>
                                        <p:cTn id="9" dur="500"/>
                                        <p:tgtEl>
                                          <p:spTgt spid="49"/>
                                        </p:tgtEl>
                                      </p:cBhvr>
                                    </p:animEffect>
                                  </p:childTnLst>
                                </p:cTn>
                              </p:par>
                            </p:childTnLst>
                          </p:cTn>
                        </p:par>
                      </p:childTnLst>
                    </p:cTn>
                  </p:par>
                  <p:par>
                    <p:cTn id="10" fill="hold">
                      <p:stCondLst>
                        <p:cond delay="indefinite"/>
                      </p:stCondLst>
                      <p:childTnLst>
                        <p:par>
                          <p:cTn id="11" fill="hold">
                            <p:stCondLst>
                              <p:cond delay="0"/>
                            </p:stCondLst>
                            <p:childTnLst>
                              <p:par>
                                <p:cTn id="12" presetID="22" presetClass="entr" presetSubtype="2" fill="hold" nodeType="clickEffect">
                                  <p:stCondLst>
                                    <p:cond delay="0"/>
                                  </p:stCondLst>
                                  <p:childTnLst>
                                    <p:set>
                                      <p:cBhvr>
                                        <p:cTn id="13" dur="1" fill="hold">
                                          <p:stCondLst>
                                            <p:cond delay="0"/>
                                          </p:stCondLst>
                                        </p:cTn>
                                        <p:tgtEl>
                                          <p:spTgt spid="39"/>
                                        </p:tgtEl>
                                        <p:attrNameLst>
                                          <p:attrName>style.visibility</p:attrName>
                                        </p:attrNameLst>
                                      </p:cBhvr>
                                      <p:to>
                                        <p:strVal val="visible"/>
                                      </p:to>
                                    </p:set>
                                    <p:animEffect transition="in" filter="wipe(right)">
                                      <p:cBhvr>
                                        <p:cTn id="14" dur="1000"/>
                                        <p:tgtEl>
                                          <p:spTgt spid="39"/>
                                        </p:tgtEl>
                                      </p:cBhvr>
                                    </p:animEffect>
                                  </p:childTnLst>
                                </p:cTn>
                              </p:par>
                              <p:par>
                                <p:cTn id="15" presetID="22" presetClass="entr" presetSubtype="8" fill="hold" nodeType="withEffect">
                                  <p:stCondLst>
                                    <p:cond delay="0"/>
                                  </p:stCondLst>
                                  <p:childTnLst>
                                    <p:set>
                                      <p:cBhvr>
                                        <p:cTn id="16" dur="1" fill="hold">
                                          <p:stCondLst>
                                            <p:cond delay="0"/>
                                          </p:stCondLst>
                                        </p:cTn>
                                        <p:tgtEl>
                                          <p:spTgt spid="47"/>
                                        </p:tgtEl>
                                        <p:attrNameLst>
                                          <p:attrName>style.visibility</p:attrName>
                                        </p:attrNameLst>
                                      </p:cBhvr>
                                      <p:to>
                                        <p:strVal val="visible"/>
                                      </p:to>
                                    </p:set>
                                    <p:animEffect transition="in" filter="wipe(left)">
                                      <p:cBhvr>
                                        <p:cTn id="17" dur="1000"/>
                                        <p:tgtEl>
                                          <p:spTgt spid="47"/>
                                        </p:tgtEl>
                                      </p:cBhvr>
                                    </p:animEffect>
                                  </p:childTnLst>
                                </p:cTn>
                              </p:par>
                            </p:childTnLst>
                          </p:cTn>
                        </p:par>
                      </p:childTnLst>
                    </p:cTn>
                  </p:par>
                  <p:par>
                    <p:cTn id="18" fill="hold">
                      <p:stCondLst>
                        <p:cond delay="indefinite"/>
                      </p:stCondLst>
                      <p:childTnLst>
                        <p:par>
                          <p:cTn id="19" fill="hold">
                            <p:stCondLst>
                              <p:cond delay="0"/>
                            </p:stCondLst>
                            <p:childTnLst>
                              <p:par>
                                <p:cTn id="20" presetID="12" presetClass="entr" presetSubtype="4" fill="hold" grpId="0" nodeType="clickEffect">
                                  <p:stCondLst>
                                    <p:cond delay="0"/>
                                  </p:stCondLst>
                                  <p:childTnLst>
                                    <p:set>
                                      <p:cBhvr>
                                        <p:cTn id="21" dur="1" fill="hold">
                                          <p:stCondLst>
                                            <p:cond delay="0"/>
                                          </p:stCondLst>
                                        </p:cTn>
                                        <p:tgtEl>
                                          <p:spTgt spid="50"/>
                                        </p:tgtEl>
                                        <p:attrNameLst>
                                          <p:attrName>style.visibility</p:attrName>
                                        </p:attrNameLst>
                                      </p:cBhvr>
                                      <p:to>
                                        <p:strVal val="visible"/>
                                      </p:to>
                                    </p:set>
                                    <p:anim calcmode="lin" valueType="num">
                                      <p:cBhvr additive="base">
                                        <p:cTn id="22" dur="500"/>
                                        <p:tgtEl>
                                          <p:spTgt spid="50"/>
                                        </p:tgtEl>
                                        <p:attrNameLst>
                                          <p:attrName>ppt_y</p:attrName>
                                        </p:attrNameLst>
                                      </p:cBhvr>
                                      <p:tavLst>
                                        <p:tav tm="0">
                                          <p:val>
                                            <p:strVal val="#ppt_y+#ppt_h*1.125000"/>
                                          </p:val>
                                        </p:tav>
                                        <p:tav tm="100000">
                                          <p:val>
                                            <p:strVal val="#ppt_y"/>
                                          </p:val>
                                        </p:tav>
                                      </p:tavLst>
                                    </p:anim>
                                    <p:animEffect transition="in" filter="wipe(up)">
                                      <p:cBhvr>
                                        <p:cTn id="23" dur="500"/>
                                        <p:tgtEl>
                                          <p:spTgt spid="50"/>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0" grpId="0" animBg="1"/>
    </p:bldLst>
  </p:timing>
</p:sld>
</file>

<file path=ppt/slides/slide38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4" name="组合 3">
            <a:extLst>
              <a:ext uri="{FF2B5EF4-FFF2-40B4-BE49-F238E27FC236}">
                <a16:creationId xmlns:a16="http://schemas.microsoft.com/office/drawing/2014/main" id="{9A1EA9F2-FCB6-48C3-935F-7AE7E3AD14AC}"/>
              </a:ext>
            </a:extLst>
          </p:cNvPr>
          <p:cNvGrpSpPr/>
          <p:nvPr/>
        </p:nvGrpSpPr>
        <p:grpSpPr>
          <a:xfrm>
            <a:off x="304800" y="749300"/>
            <a:ext cx="6192344" cy="400110"/>
            <a:chOff x="424117" y="898245"/>
            <a:chExt cx="6192344" cy="400110"/>
          </a:xfrm>
        </p:grpSpPr>
        <p:sp>
          <p:nvSpPr>
            <p:cNvPr id="2" name="平行四边形 1">
              <a:extLst>
                <a:ext uri="{FF2B5EF4-FFF2-40B4-BE49-F238E27FC236}">
                  <a16:creationId xmlns:a16="http://schemas.microsoft.com/office/drawing/2014/main" id="{1F5BAA3F-9845-4F89-A2DD-8222D3E4EDAC}"/>
                </a:ext>
              </a:extLst>
            </p:cNvPr>
            <p:cNvSpPr/>
            <p:nvPr/>
          </p:nvSpPr>
          <p:spPr>
            <a:xfrm>
              <a:off x="424117" y="898245"/>
              <a:ext cx="628306" cy="387090"/>
            </a:xfrm>
            <a:prstGeom prst="parallelogram">
              <a:avLst/>
            </a:prstGeom>
            <a:solidFill>
              <a:schemeClr val="accent3">
                <a:lumMod val="75000"/>
              </a:schemeClr>
            </a:solidFill>
            <a:ln>
              <a:solidFill>
                <a:schemeClr val="accent3">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CN" sz="2200" dirty="0">
                  <a:latin typeface="Impact" panose="020B0806030902050204" pitchFamily="34" charset="0"/>
                </a:rPr>
                <a:t>01</a:t>
              </a:r>
              <a:endParaRPr lang="zh-CN" altLang="en-US" sz="2200" dirty="0">
                <a:latin typeface="Impact" panose="020B0806030902050204" pitchFamily="34" charset="0"/>
              </a:endParaRPr>
            </a:p>
          </p:txBody>
        </p:sp>
        <p:sp>
          <p:nvSpPr>
            <p:cNvPr id="3" name="文本框 2">
              <a:extLst>
                <a:ext uri="{FF2B5EF4-FFF2-40B4-BE49-F238E27FC236}">
                  <a16:creationId xmlns:a16="http://schemas.microsoft.com/office/drawing/2014/main" id="{4D6BD736-A4D3-4F26-AFED-36E11F50F70B}"/>
                </a:ext>
              </a:extLst>
            </p:cNvPr>
            <p:cNvSpPr txBox="1"/>
            <p:nvPr/>
          </p:nvSpPr>
          <p:spPr>
            <a:xfrm>
              <a:off x="1052423" y="898245"/>
              <a:ext cx="5564038" cy="400110"/>
            </a:xfrm>
            <a:prstGeom prst="rect">
              <a:avLst/>
            </a:prstGeom>
            <a:noFill/>
          </p:spPr>
          <p:txBody>
            <a:bodyPr wrap="square" rtlCol="0">
              <a:spAutoFit/>
            </a:bodyPr>
            <a:lstStyle/>
            <a:p>
              <a:r>
                <a:rPr lang="zh-CN" altLang="en-US" sz="2000" b="1" dirty="0">
                  <a:solidFill>
                    <a:schemeClr val="tx1"/>
                  </a:solidFill>
                  <a:latin typeface="Arial Narrow" panose="020B0606020202030204" pitchFamily="34" charset="0"/>
                </a:rPr>
                <a:t>使用网桥在数据链路层扩展以太网</a:t>
              </a:r>
              <a:endParaRPr lang="en-US" altLang="zh-CN" sz="2000" b="1" dirty="0">
                <a:solidFill>
                  <a:schemeClr val="tx1"/>
                </a:solidFill>
                <a:latin typeface="Arial Narrow" panose="020B0606020202030204" pitchFamily="34" charset="0"/>
              </a:endParaRPr>
            </a:p>
          </p:txBody>
        </p:sp>
      </p:grpSp>
      <p:grpSp>
        <p:nvGrpSpPr>
          <p:cNvPr id="8" name="组合 7">
            <a:extLst>
              <a:ext uri="{FF2B5EF4-FFF2-40B4-BE49-F238E27FC236}">
                <a16:creationId xmlns:a16="http://schemas.microsoft.com/office/drawing/2014/main" id="{6DC5D69F-8AA0-4863-A71B-754E7725A61B}"/>
              </a:ext>
            </a:extLst>
          </p:cNvPr>
          <p:cNvGrpSpPr/>
          <p:nvPr/>
        </p:nvGrpSpPr>
        <p:grpSpPr>
          <a:xfrm>
            <a:off x="1361607" y="3304759"/>
            <a:ext cx="2802358" cy="3106109"/>
            <a:chOff x="1078735" y="2956105"/>
            <a:chExt cx="2802358" cy="3106109"/>
          </a:xfrm>
        </p:grpSpPr>
        <p:sp>
          <p:nvSpPr>
            <p:cNvPr id="9" name="矩形: 圆角 8">
              <a:extLst>
                <a:ext uri="{FF2B5EF4-FFF2-40B4-BE49-F238E27FC236}">
                  <a16:creationId xmlns:a16="http://schemas.microsoft.com/office/drawing/2014/main" id="{62D5A86F-2EB0-4C99-BCF5-AC3126E07326}"/>
                </a:ext>
              </a:extLst>
            </p:cNvPr>
            <p:cNvSpPr/>
            <p:nvPr/>
          </p:nvSpPr>
          <p:spPr>
            <a:xfrm>
              <a:off x="1078735" y="2959737"/>
              <a:ext cx="2802358" cy="3102477"/>
            </a:xfrm>
            <a:prstGeom prst="roundRect">
              <a:avLst/>
            </a:prstGeom>
            <a:solidFill>
              <a:schemeClr val="bg1">
                <a:lumMod val="95000"/>
              </a:schemeClr>
            </a:solidFill>
            <a:ln>
              <a:solidFill>
                <a:schemeClr val="tx1"/>
              </a:solidFill>
            </a:ln>
          </p:spPr>
          <p:style>
            <a:lnRef idx="2">
              <a:schemeClr val="accent3">
                <a:shade val="50000"/>
              </a:schemeClr>
            </a:lnRef>
            <a:fillRef idx="1">
              <a:schemeClr val="accent3"/>
            </a:fillRef>
            <a:effectRef idx="0">
              <a:schemeClr val="accent3"/>
            </a:effectRef>
            <a:fontRef idx="minor">
              <a:schemeClr val="lt1"/>
            </a:fontRef>
          </p:style>
          <p:txBody>
            <a:bodyPr rtlCol="0" anchor="ctr"/>
            <a:lstStyle/>
            <a:p>
              <a:pPr algn="ctr"/>
              <a:endParaRPr lang="zh-CN" altLang="en-US"/>
            </a:p>
          </p:txBody>
        </p:sp>
        <p:sp>
          <p:nvSpPr>
            <p:cNvPr id="10" name="文本框 9">
              <a:extLst>
                <a:ext uri="{FF2B5EF4-FFF2-40B4-BE49-F238E27FC236}">
                  <a16:creationId xmlns:a16="http://schemas.microsoft.com/office/drawing/2014/main" id="{4A2BFDC2-60FF-420D-9D41-11DEB543B869}"/>
                </a:ext>
              </a:extLst>
            </p:cNvPr>
            <p:cNvSpPr txBox="1"/>
            <p:nvPr/>
          </p:nvSpPr>
          <p:spPr>
            <a:xfrm>
              <a:off x="1885149" y="2956105"/>
              <a:ext cx="1122232" cy="369332"/>
            </a:xfrm>
            <a:prstGeom prst="rect">
              <a:avLst/>
            </a:prstGeom>
            <a:noFill/>
          </p:spPr>
          <p:txBody>
            <a:bodyPr wrap="square" rtlCol="0">
              <a:spAutoFit/>
            </a:bodyPr>
            <a:lstStyle/>
            <a:p>
              <a:pPr algn="ctr"/>
              <a:r>
                <a:rPr lang="zh-CN" altLang="en-US" b="1" dirty="0">
                  <a:latin typeface="+mn-ea"/>
                </a:rPr>
                <a:t>碰撞域</a:t>
              </a:r>
            </a:p>
          </p:txBody>
        </p:sp>
      </p:grpSp>
      <p:grpSp>
        <p:nvGrpSpPr>
          <p:cNvPr id="5" name="组合 4">
            <a:extLst>
              <a:ext uri="{FF2B5EF4-FFF2-40B4-BE49-F238E27FC236}">
                <a16:creationId xmlns:a16="http://schemas.microsoft.com/office/drawing/2014/main" id="{C8AD03A6-175B-4721-9686-9B47F004B0A5}"/>
              </a:ext>
            </a:extLst>
          </p:cNvPr>
          <p:cNvGrpSpPr/>
          <p:nvPr/>
        </p:nvGrpSpPr>
        <p:grpSpPr>
          <a:xfrm>
            <a:off x="8042551" y="3304759"/>
            <a:ext cx="2802358" cy="3106109"/>
            <a:chOff x="7759679" y="2956105"/>
            <a:chExt cx="2802358" cy="3106109"/>
          </a:xfrm>
        </p:grpSpPr>
        <p:sp>
          <p:nvSpPr>
            <p:cNvPr id="6" name="矩形: 圆角 5">
              <a:extLst>
                <a:ext uri="{FF2B5EF4-FFF2-40B4-BE49-F238E27FC236}">
                  <a16:creationId xmlns:a16="http://schemas.microsoft.com/office/drawing/2014/main" id="{2BB9D890-7E41-48F6-92FA-518EC9C03F76}"/>
                </a:ext>
              </a:extLst>
            </p:cNvPr>
            <p:cNvSpPr/>
            <p:nvPr/>
          </p:nvSpPr>
          <p:spPr>
            <a:xfrm>
              <a:off x="7759679" y="2959737"/>
              <a:ext cx="2802358" cy="3102477"/>
            </a:xfrm>
            <a:prstGeom prst="roundRect">
              <a:avLst/>
            </a:prstGeom>
            <a:solidFill>
              <a:schemeClr val="bg1">
                <a:lumMod val="95000"/>
              </a:schemeClr>
            </a:solidFill>
            <a:ln>
              <a:solidFill>
                <a:schemeClr val="tx1"/>
              </a:solidFill>
            </a:ln>
          </p:spPr>
          <p:style>
            <a:lnRef idx="2">
              <a:schemeClr val="accent3">
                <a:shade val="50000"/>
              </a:schemeClr>
            </a:lnRef>
            <a:fillRef idx="1">
              <a:schemeClr val="accent3"/>
            </a:fillRef>
            <a:effectRef idx="0">
              <a:schemeClr val="accent3"/>
            </a:effectRef>
            <a:fontRef idx="minor">
              <a:schemeClr val="lt1"/>
            </a:fontRef>
          </p:style>
          <p:txBody>
            <a:bodyPr rtlCol="0" anchor="ctr"/>
            <a:lstStyle/>
            <a:p>
              <a:pPr algn="ctr"/>
              <a:endParaRPr lang="zh-CN" altLang="en-US"/>
            </a:p>
          </p:txBody>
        </p:sp>
        <p:sp>
          <p:nvSpPr>
            <p:cNvPr id="7" name="文本框 6">
              <a:extLst>
                <a:ext uri="{FF2B5EF4-FFF2-40B4-BE49-F238E27FC236}">
                  <a16:creationId xmlns:a16="http://schemas.microsoft.com/office/drawing/2014/main" id="{F115C487-0BDC-47CD-84C5-B383B4D53116}"/>
                </a:ext>
              </a:extLst>
            </p:cNvPr>
            <p:cNvSpPr txBox="1"/>
            <p:nvPr/>
          </p:nvSpPr>
          <p:spPr>
            <a:xfrm>
              <a:off x="8599742" y="2956105"/>
              <a:ext cx="1122232" cy="369332"/>
            </a:xfrm>
            <a:prstGeom prst="rect">
              <a:avLst/>
            </a:prstGeom>
            <a:noFill/>
          </p:spPr>
          <p:txBody>
            <a:bodyPr wrap="square" rtlCol="0">
              <a:spAutoFit/>
            </a:bodyPr>
            <a:lstStyle/>
            <a:p>
              <a:pPr algn="ctr"/>
              <a:r>
                <a:rPr lang="zh-CN" altLang="en-US" b="1" dirty="0">
                  <a:latin typeface="+mn-ea"/>
                </a:rPr>
                <a:t>碰撞域</a:t>
              </a:r>
            </a:p>
          </p:txBody>
        </p:sp>
      </p:grpSp>
      <p:grpSp>
        <p:nvGrpSpPr>
          <p:cNvPr id="13" name="组合 12">
            <a:extLst>
              <a:ext uri="{FF2B5EF4-FFF2-40B4-BE49-F238E27FC236}">
                <a16:creationId xmlns:a16="http://schemas.microsoft.com/office/drawing/2014/main" id="{2686C39F-B3AB-4FAD-B35F-00E65F63E05E}"/>
              </a:ext>
            </a:extLst>
          </p:cNvPr>
          <p:cNvGrpSpPr/>
          <p:nvPr/>
        </p:nvGrpSpPr>
        <p:grpSpPr>
          <a:xfrm>
            <a:off x="1332530" y="4174527"/>
            <a:ext cx="2539572" cy="2056446"/>
            <a:chOff x="1049658" y="3825873"/>
            <a:chExt cx="2539572" cy="2056446"/>
          </a:xfrm>
        </p:grpSpPr>
        <p:sp>
          <p:nvSpPr>
            <p:cNvPr id="14" name="文本框 13">
              <a:extLst>
                <a:ext uri="{FF2B5EF4-FFF2-40B4-BE49-F238E27FC236}">
                  <a16:creationId xmlns:a16="http://schemas.microsoft.com/office/drawing/2014/main" id="{AABD0E10-152C-4D1F-A910-96851FAB8F16}"/>
                </a:ext>
              </a:extLst>
            </p:cNvPr>
            <p:cNvSpPr txBox="1"/>
            <p:nvPr/>
          </p:nvSpPr>
          <p:spPr>
            <a:xfrm>
              <a:off x="1049658" y="4153065"/>
              <a:ext cx="1122232" cy="646331"/>
            </a:xfrm>
            <a:prstGeom prst="rect">
              <a:avLst/>
            </a:prstGeom>
            <a:noFill/>
          </p:spPr>
          <p:txBody>
            <a:bodyPr wrap="square" rtlCol="0">
              <a:spAutoFit/>
            </a:bodyPr>
            <a:lstStyle/>
            <a:p>
              <a:pPr algn="ctr"/>
              <a:r>
                <a:rPr lang="en-US" altLang="zh-CN" b="1" dirty="0">
                  <a:latin typeface="Arial Narrow" panose="020B0606020202030204" pitchFamily="34" charset="0"/>
                </a:rPr>
                <a:t>10BASE-T</a:t>
              </a:r>
            </a:p>
            <a:p>
              <a:pPr algn="ctr"/>
              <a:r>
                <a:rPr lang="zh-CN" altLang="en-US" b="1" dirty="0">
                  <a:latin typeface="Arial Narrow" panose="020B0606020202030204" pitchFamily="34" charset="0"/>
                </a:rPr>
                <a:t>集线器</a:t>
              </a:r>
            </a:p>
          </p:txBody>
        </p:sp>
        <p:cxnSp>
          <p:nvCxnSpPr>
            <p:cNvPr id="15" name="直接连接符 14">
              <a:extLst>
                <a:ext uri="{FF2B5EF4-FFF2-40B4-BE49-F238E27FC236}">
                  <a16:creationId xmlns:a16="http://schemas.microsoft.com/office/drawing/2014/main" id="{4E575C66-AC61-46C5-ACC9-F3E1D8DE8260}"/>
                </a:ext>
              </a:extLst>
            </p:cNvPr>
            <p:cNvCxnSpPr/>
            <p:nvPr/>
          </p:nvCxnSpPr>
          <p:spPr>
            <a:xfrm flipV="1">
              <a:off x="1713673" y="4456166"/>
              <a:ext cx="794479" cy="1105612"/>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6" name="直接连接符 15">
              <a:extLst>
                <a:ext uri="{FF2B5EF4-FFF2-40B4-BE49-F238E27FC236}">
                  <a16:creationId xmlns:a16="http://schemas.microsoft.com/office/drawing/2014/main" id="{FB829B16-5214-46D5-B873-328CC48FDE46}"/>
                </a:ext>
              </a:extLst>
            </p:cNvPr>
            <p:cNvCxnSpPr>
              <a:cxnSpLocks/>
            </p:cNvCxnSpPr>
            <p:nvPr/>
          </p:nvCxnSpPr>
          <p:spPr>
            <a:xfrm flipH="1" flipV="1">
              <a:off x="2656896" y="4456166"/>
              <a:ext cx="628049" cy="983748"/>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7" name="直接连接符 16">
              <a:extLst>
                <a:ext uri="{FF2B5EF4-FFF2-40B4-BE49-F238E27FC236}">
                  <a16:creationId xmlns:a16="http://schemas.microsoft.com/office/drawing/2014/main" id="{435D9095-7141-4377-801F-0A8657AC3296}"/>
                </a:ext>
              </a:extLst>
            </p:cNvPr>
            <p:cNvCxnSpPr/>
            <p:nvPr/>
          </p:nvCxnSpPr>
          <p:spPr>
            <a:xfrm>
              <a:off x="2545972" y="4453932"/>
              <a:ext cx="0" cy="1062182"/>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pic>
          <p:nvPicPr>
            <p:cNvPr id="18" name="图形 10">
              <a:extLst>
                <a:ext uri="{FF2B5EF4-FFF2-40B4-BE49-F238E27FC236}">
                  <a16:creationId xmlns:a16="http://schemas.microsoft.com/office/drawing/2014/main" id="{34E3017C-95DC-4C17-A572-7E098E0DEBAF}"/>
                </a:ext>
              </a:extLst>
            </p:cNvPr>
            <p:cNvPicPr>
              <a:picLocks noChangeAspect="1"/>
            </p:cNvPicPr>
            <p:nvPr/>
          </p:nvPicPr>
          <p:blipFill>
            <a:blip r:embed="rId3">
              <a:extLst>
                <a:ext uri="{28A0092B-C50C-407E-A947-70E740481C1C}">
                  <a14:useLocalDpi xmlns:a14="http://schemas.microsoft.com/office/drawing/2010/main" val="0"/>
                </a:ext>
                <a:ext uri="{96DAC541-7B7A-43D3-8B79-37D633B846F1}">
                  <asvg:svgBlip xmlns:asvg="http://schemas.microsoft.com/office/drawing/2016/SVG/main" r:embed="rId4"/>
                </a:ext>
              </a:extLst>
            </a:blip>
            <a:stretch>
              <a:fillRect/>
            </a:stretch>
          </p:blipFill>
          <p:spPr>
            <a:xfrm>
              <a:off x="1303299" y="5241237"/>
              <a:ext cx="662814" cy="641082"/>
            </a:xfrm>
            <a:prstGeom prst="rect">
              <a:avLst/>
            </a:prstGeom>
          </p:spPr>
        </p:pic>
        <p:pic>
          <p:nvPicPr>
            <p:cNvPr id="19" name="图形 10">
              <a:extLst>
                <a:ext uri="{FF2B5EF4-FFF2-40B4-BE49-F238E27FC236}">
                  <a16:creationId xmlns:a16="http://schemas.microsoft.com/office/drawing/2014/main" id="{F38EDFAB-A694-4567-BEB2-2DB557836002}"/>
                </a:ext>
              </a:extLst>
            </p:cNvPr>
            <p:cNvPicPr>
              <a:picLocks noChangeAspect="1"/>
            </p:cNvPicPr>
            <p:nvPr/>
          </p:nvPicPr>
          <p:blipFill>
            <a:blip r:embed="rId3">
              <a:extLst>
                <a:ext uri="{28A0092B-C50C-407E-A947-70E740481C1C}">
                  <a14:useLocalDpi xmlns:a14="http://schemas.microsoft.com/office/drawing/2010/main" val="0"/>
                </a:ext>
                <a:ext uri="{96DAC541-7B7A-43D3-8B79-37D633B846F1}">
                  <asvg:svgBlip xmlns:asvg="http://schemas.microsoft.com/office/drawing/2016/SVG/main" r:embed="rId4"/>
                </a:ext>
              </a:extLst>
            </a:blip>
            <a:stretch>
              <a:fillRect/>
            </a:stretch>
          </p:blipFill>
          <p:spPr>
            <a:xfrm>
              <a:off x="2926416" y="5241237"/>
              <a:ext cx="662814" cy="641082"/>
            </a:xfrm>
            <a:prstGeom prst="rect">
              <a:avLst/>
            </a:prstGeom>
          </p:spPr>
        </p:pic>
        <p:pic>
          <p:nvPicPr>
            <p:cNvPr id="21" name="图形 10">
              <a:extLst>
                <a:ext uri="{FF2B5EF4-FFF2-40B4-BE49-F238E27FC236}">
                  <a16:creationId xmlns:a16="http://schemas.microsoft.com/office/drawing/2014/main" id="{AEB84BA6-7875-4316-AB2B-BD38213F913A}"/>
                </a:ext>
              </a:extLst>
            </p:cNvPr>
            <p:cNvPicPr>
              <a:picLocks noChangeAspect="1"/>
            </p:cNvPicPr>
            <p:nvPr/>
          </p:nvPicPr>
          <p:blipFill>
            <a:blip r:embed="rId3">
              <a:extLst>
                <a:ext uri="{28A0092B-C50C-407E-A947-70E740481C1C}">
                  <a14:useLocalDpi xmlns:a14="http://schemas.microsoft.com/office/drawing/2010/main" val="0"/>
                </a:ext>
                <a:ext uri="{96DAC541-7B7A-43D3-8B79-37D633B846F1}">
                  <asvg:svgBlip xmlns:asvg="http://schemas.microsoft.com/office/drawing/2016/SVG/main" r:embed="rId4"/>
                </a:ext>
              </a:extLst>
            </a:blip>
            <a:stretch>
              <a:fillRect/>
            </a:stretch>
          </p:blipFill>
          <p:spPr>
            <a:xfrm>
              <a:off x="2114858" y="5241237"/>
              <a:ext cx="662814" cy="641082"/>
            </a:xfrm>
            <a:prstGeom prst="rect">
              <a:avLst/>
            </a:prstGeom>
          </p:spPr>
        </p:pic>
        <p:sp>
          <p:nvSpPr>
            <p:cNvPr id="22" name="文本框 21">
              <a:extLst>
                <a:ext uri="{FF2B5EF4-FFF2-40B4-BE49-F238E27FC236}">
                  <a16:creationId xmlns:a16="http://schemas.microsoft.com/office/drawing/2014/main" id="{949F6312-AB06-41E3-A676-1B679EAD738B}"/>
                </a:ext>
              </a:extLst>
            </p:cNvPr>
            <p:cNvSpPr txBox="1"/>
            <p:nvPr/>
          </p:nvSpPr>
          <p:spPr>
            <a:xfrm>
              <a:off x="2797020" y="5283598"/>
              <a:ext cx="333042" cy="369332"/>
            </a:xfrm>
            <a:prstGeom prst="rect">
              <a:avLst/>
            </a:prstGeom>
            <a:noFill/>
          </p:spPr>
          <p:txBody>
            <a:bodyPr wrap="square" rtlCol="0">
              <a:spAutoFit/>
            </a:bodyPr>
            <a:lstStyle/>
            <a:p>
              <a:pPr algn="ctr"/>
              <a:r>
                <a:rPr lang="en-US" altLang="zh-CN" b="1" dirty="0">
                  <a:latin typeface="宋体" panose="02010600030101010101" pitchFamily="2" charset="-122"/>
                  <a:ea typeface="宋体" panose="02010600030101010101" pitchFamily="2" charset="-122"/>
                </a:rPr>
                <a:t>…</a:t>
              </a:r>
              <a:endParaRPr lang="zh-CN" altLang="en-US" b="1" dirty="0">
                <a:latin typeface="宋体" panose="02010600030101010101" pitchFamily="2" charset="-122"/>
                <a:ea typeface="宋体" panose="02010600030101010101" pitchFamily="2" charset="-122"/>
              </a:endParaRPr>
            </a:p>
          </p:txBody>
        </p:sp>
        <p:sp>
          <p:nvSpPr>
            <p:cNvPr id="23" name="文本框 22">
              <a:extLst>
                <a:ext uri="{FF2B5EF4-FFF2-40B4-BE49-F238E27FC236}">
                  <a16:creationId xmlns:a16="http://schemas.microsoft.com/office/drawing/2014/main" id="{24356509-8506-411D-BB25-F98D9D6F3B0A}"/>
                </a:ext>
              </a:extLst>
            </p:cNvPr>
            <p:cNvSpPr txBox="1"/>
            <p:nvPr/>
          </p:nvSpPr>
          <p:spPr>
            <a:xfrm>
              <a:off x="1918798" y="3825873"/>
              <a:ext cx="1122232" cy="369332"/>
            </a:xfrm>
            <a:prstGeom prst="rect">
              <a:avLst/>
            </a:prstGeom>
            <a:noFill/>
          </p:spPr>
          <p:txBody>
            <a:bodyPr wrap="square" rtlCol="0">
              <a:spAutoFit/>
            </a:bodyPr>
            <a:lstStyle/>
            <a:p>
              <a:pPr algn="ctr"/>
              <a:r>
                <a:rPr lang="zh-CN" altLang="en-US" b="1" dirty="0">
                  <a:latin typeface="+mn-ea"/>
                </a:rPr>
                <a:t>部门</a:t>
              </a:r>
              <a:r>
                <a:rPr lang="en-US" altLang="zh-CN" b="1" dirty="0">
                  <a:latin typeface="+mn-ea"/>
                </a:rPr>
                <a:t>A</a:t>
              </a:r>
              <a:endParaRPr lang="zh-CN" altLang="en-US" b="1" dirty="0">
                <a:latin typeface="+mn-ea"/>
              </a:endParaRPr>
            </a:p>
          </p:txBody>
        </p:sp>
        <p:pic>
          <p:nvPicPr>
            <p:cNvPr id="20" name="图片 19" descr="文本&#10;&#10;描述已自动生成">
              <a:extLst>
                <a:ext uri="{FF2B5EF4-FFF2-40B4-BE49-F238E27FC236}">
                  <a16:creationId xmlns:a16="http://schemas.microsoft.com/office/drawing/2014/main" id="{D2D96215-D032-484C-A060-AC7C34DCBEE5}"/>
                </a:ext>
              </a:extLst>
            </p:cNvPr>
            <p:cNvPicPr>
              <a:picLocks noChangeAspect="1"/>
            </p:cNvPicPr>
            <p:nvPr/>
          </p:nvPicPr>
          <p:blipFill>
            <a:blip r:embed="rId5">
              <a:extLst>
                <a:ext uri="{28A0092B-C50C-407E-A947-70E740481C1C}">
                  <a14:useLocalDpi xmlns:a14="http://schemas.microsoft.com/office/drawing/2010/main" val="0"/>
                </a:ext>
              </a:extLst>
            </a:blip>
            <a:stretch>
              <a:fillRect/>
            </a:stretch>
          </p:blipFill>
          <p:spPr>
            <a:xfrm>
              <a:off x="2127179" y="4216486"/>
              <a:ext cx="705470" cy="661378"/>
            </a:xfrm>
            <a:prstGeom prst="rect">
              <a:avLst/>
            </a:prstGeom>
          </p:spPr>
        </p:pic>
      </p:grpSp>
      <p:grpSp>
        <p:nvGrpSpPr>
          <p:cNvPr id="24" name="组合 23">
            <a:extLst>
              <a:ext uri="{FF2B5EF4-FFF2-40B4-BE49-F238E27FC236}">
                <a16:creationId xmlns:a16="http://schemas.microsoft.com/office/drawing/2014/main" id="{551ECE81-4A60-495A-A6E4-FDC6B59D1E32}"/>
              </a:ext>
            </a:extLst>
          </p:cNvPr>
          <p:cNvGrpSpPr/>
          <p:nvPr/>
        </p:nvGrpSpPr>
        <p:grpSpPr>
          <a:xfrm>
            <a:off x="8300764" y="4174527"/>
            <a:ext cx="2570305" cy="2056446"/>
            <a:chOff x="8017892" y="3825873"/>
            <a:chExt cx="2570305" cy="2056446"/>
          </a:xfrm>
        </p:grpSpPr>
        <p:cxnSp>
          <p:nvCxnSpPr>
            <p:cNvPr id="25" name="直接连接符 24">
              <a:extLst>
                <a:ext uri="{FF2B5EF4-FFF2-40B4-BE49-F238E27FC236}">
                  <a16:creationId xmlns:a16="http://schemas.microsoft.com/office/drawing/2014/main" id="{03D2F37A-7DC8-4CB5-BD9A-7B56BFCD18B7}"/>
                </a:ext>
              </a:extLst>
            </p:cNvPr>
            <p:cNvCxnSpPr/>
            <p:nvPr/>
          </p:nvCxnSpPr>
          <p:spPr>
            <a:xfrm flipV="1">
              <a:off x="8428266" y="4456166"/>
              <a:ext cx="794479" cy="1105612"/>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6" name="直接连接符 25">
              <a:extLst>
                <a:ext uri="{FF2B5EF4-FFF2-40B4-BE49-F238E27FC236}">
                  <a16:creationId xmlns:a16="http://schemas.microsoft.com/office/drawing/2014/main" id="{C286505E-9C68-4720-82AB-D2CDB8D0A2CF}"/>
                </a:ext>
              </a:extLst>
            </p:cNvPr>
            <p:cNvCxnSpPr>
              <a:cxnSpLocks/>
            </p:cNvCxnSpPr>
            <p:nvPr/>
          </p:nvCxnSpPr>
          <p:spPr>
            <a:xfrm flipH="1" flipV="1">
              <a:off x="9371489" y="4456166"/>
              <a:ext cx="628049" cy="983748"/>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7" name="直接连接符 26">
              <a:extLst>
                <a:ext uri="{FF2B5EF4-FFF2-40B4-BE49-F238E27FC236}">
                  <a16:creationId xmlns:a16="http://schemas.microsoft.com/office/drawing/2014/main" id="{D11B27EE-4214-4D6B-AE7F-731FA8977D7E}"/>
                </a:ext>
              </a:extLst>
            </p:cNvPr>
            <p:cNvCxnSpPr/>
            <p:nvPr/>
          </p:nvCxnSpPr>
          <p:spPr>
            <a:xfrm>
              <a:off x="9260565" y="4453932"/>
              <a:ext cx="0" cy="1062182"/>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pic>
          <p:nvPicPr>
            <p:cNvPr id="28" name="图形 10">
              <a:extLst>
                <a:ext uri="{FF2B5EF4-FFF2-40B4-BE49-F238E27FC236}">
                  <a16:creationId xmlns:a16="http://schemas.microsoft.com/office/drawing/2014/main" id="{F52A5567-F196-436C-A9C9-BC205A3CF182}"/>
                </a:ext>
              </a:extLst>
            </p:cNvPr>
            <p:cNvPicPr>
              <a:picLocks noChangeAspect="1"/>
            </p:cNvPicPr>
            <p:nvPr/>
          </p:nvPicPr>
          <p:blipFill>
            <a:blip r:embed="rId3">
              <a:extLst>
                <a:ext uri="{28A0092B-C50C-407E-A947-70E740481C1C}">
                  <a14:useLocalDpi xmlns:a14="http://schemas.microsoft.com/office/drawing/2010/main" val="0"/>
                </a:ext>
                <a:ext uri="{96DAC541-7B7A-43D3-8B79-37D633B846F1}">
                  <asvg:svgBlip xmlns:asvg="http://schemas.microsoft.com/office/drawing/2016/SVG/main" r:embed="rId4"/>
                </a:ext>
              </a:extLst>
            </a:blip>
            <a:stretch>
              <a:fillRect/>
            </a:stretch>
          </p:blipFill>
          <p:spPr>
            <a:xfrm>
              <a:off x="8017892" y="5241237"/>
              <a:ext cx="662814" cy="641082"/>
            </a:xfrm>
            <a:prstGeom prst="rect">
              <a:avLst/>
            </a:prstGeom>
          </p:spPr>
        </p:pic>
        <p:pic>
          <p:nvPicPr>
            <p:cNvPr id="29" name="图形 10">
              <a:extLst>
                <a:ext uri="{FF2B5EF4-FFF2-40B4-BE49-F238E27FC236}">
                  <a16:creationId xmlns:a16="http://schemas.microsoft.com/office/drawing/2014/main" id="{84FA75CC-2B57-4230-926C-676D39538780}"/>
                </a:ext>
              </a:extLst>
            </p:cNvPr>
            <p:cNvPicPr>
              <a:picLocks noChangeAspect="1"/>
            </p:cNvPicPr>
            <p:nvPr/>
          </p:nvPicPr>
          <p:blipFill>
            <a:blip r:embed="rId3">
              <a:extLst>
                <a:ext uri="{28A0092B-C50C-407E-A947-70E740481C1C}">
                  <a14:useLocalDpi xmlns:a14="http://schemas.microsoft.com/office/drawing/2010/main" val="0"/>
                </a:ext>
                <a:ext uri="{96DAC541-7B7A-43D3-8B79-37D633B846F1}">
                  <asvg:svgBlip xmlns:asvg="http://schemas.microsoft.com/office/drawing/2016/SVG/main" r:embed="rId4"/>
                </a:ext>
              </a:extLst>
            </a:blip>
            <a:stretch>
              <a:fillRect/>
            </a:stretch>
          </p:blipFill>
          <p:spPr>
            <a:xfrm>
              <a:off x="9641009" y="5241237"/>
              <a:ext cx="662814" cy="641082"/>
            </a:xfrm>
            <a:prstGeom prst="rect">
              <a:avLst/>
            </a:prstGeom>
          </p:spPr>
        </p:pic>
        <p:pic>
          <p:nvPicPr>
            <p:cNvPr id="30" name="图片 29" descr="文本&#10;&#10;描述已自动生成">
              <a:extLst>
                <a:ext uri="{FF2B5EF4-FFF2-40B4-BE49-F238E27FC236}">
                  <a16:creationId xmlns:a16="http://schemas.microsoft.com/office/drawing/2014/main" id="{8FFF44B1-1AB3-4D3E-A7D7-81D4E6C33C8A}"/>
                </a:ext>
              </a:extLst>
            </p:cNvPr>
            <p:cNvPicPr>
              <a:picLocks noChangeAspect="1"/>
            </p:cNvPicPr>
            <p:nvPr/>
          </p:nvPicPr>
          <p:blipFill>
            <a:blip r:embed="rId5">
              <a:extLst>
                <a:ext uri="{28A0092B-C50C-407E-A947-70E740481C1C}">
                  <a14:useLocalDpi xmlns:a14="http://schemas.microsoft.com/office/drawing/2010/main" val="0"/>
                </a:ext>
              </a:extLst>
            </a:blip>
            <a:stretch>
              <a:fillRect/>
            </a:stretch>
          </p:blipFill>
          <p:spPr>
            <a:xfrm>
              <a:off x="8841772" y="4216486"/>
              <a:ext cx="705470" cy="661378"/>
            </a:xfrm>
            <a:prstGeom prst="rect">
              <a:avLst/>
            </a:prstGeom>
          </p:spPr>
        </p:pic>
        <p:pic>
          <p:nvPicPr>
            <p:cNvPr id="31" name="图形 10">
              <a:extLst>
                <a:ext uri="{FF2B5EF4-FFF2-40B4-BE49-F238E27FC236}">
                  <a16:creationId xmlns:a16="http://schemas.microsoft.com/office/drawing/2014/main" id="{A81E1A8E-BCFA-4CB5-A36A-2E2860537CB7}"/>
                </a:ext>
              </a:extLst>
            </p:cNvPr>
            <p:cNvPicPr>
              <a:picLocks noChangeAspect="1"/>
            </p:cNvPicPr>
            <p:nvPr/>
          </p:nvPicPr>
          <p:blipFill>
            <a:blip r:embed="rId3">
              <a:extLst>
                <a:ext uri="{28A0092B-C50C-407E-A947-70E740481C1C}">
                  <a14:useLocalDpi xmlns:a14="http://schemas.microsoft.com/office/drawing/2010/main" val="0"/>
                </a:ext>
                <a:ext uri="{96DAC541-7B7A-43D3-8B79-37D633B846F1}">
                  <asvg:svgBlip xmlns:asvg="http://schemas.microsoft.com/office/drawing/2016/SVG/main" r:embed="rId4"/>
                </a:ext>
              </a:extLst>
            </a:blip>
            <a:stretch>
              <a:fillRect/>
            </a:stretch>
          </p:blipFill>
          <p:spPr>
            <a:xfrm>
              <a:off x="8829451" y="5241237"/>
              <a:ext cx="662814" cy="641082"/>
            </a:xfrm>
            <a:prstGeom prst="rect">
              <a:avLst/>
            </a:prstGeom>
          </p:spPr>
        </p:pic>
        <p:sp>
          <p:nvSpPr>
            <p:cNvPr id="32" name="文本框 31">
              <a:extLst>
                <a:ext uri="{FF2B5EF4-FFF2-40B4-BE49-F238E27FC236}">
                  <a16:creationId xmlns:a16="http://schemas.microsoft.com/office/drawing/2014/main" id="{6E60A658-8187-4FC3-BF48-874AE1636A7B}"/>
                </a:ext>
              </a:extLst>
            </p:cNvPr>
            <p:cNvSpPr txBox="1"/>
            <p:nvPr/>
          </p:nvSpPr>
          <p:spPr>
            <a:xfrm>
              <a:off x="9511613" y="5283598"/>
              <a:ext cx="333042" cy="369332"/>
            </a:xfrm>
            <a:prstGeom prst="rect">
              <a:avLst/>
            </a:prstGeom>
            <a:noFill/>
          </p:spPr>
          <p:txBody>
            <a:bodyPr wrap="square" rtlCol="0">
              <a:spAutoFit/>
            </a:bodyPr>
            <a:lstStyle/>
            <a:p>
              <a:pPr algn="ctr"/>
              <a:r>
                <a:rPr lang="en-US" altLang="zh-CN" b="1" dirty="0">
                  <a:latin typeface="宋体" panose="02010600030101010101" pitchFamily="2" charset="-122"/>
                  <a:ea typeface="宋体" panose="02010600030101010101" pitchFamily="2" charset="-122"/>
                </a:rPr>
                <a:t>…</a:t>
              </a:r>
              <a:endParaRPr lang="zh-CN" altLang="en-US" b="1" dirty="0">
                <a:latin typeface="宋体" panose="02010600030101010101" pitchFamily="2" charset="-122"/>
                <a:ea typeface="宋体" panose="02010600030101010101" pitchFamily="2" charset="-122"/>
              </a:endParaRPr>
            </a:p>
          </p:txBody>
        </p:sp>
        <p:sp>
          <p:nvSpPr>
            <p:cNvPr id="33" name="文本框 32">
              <a:extLst>
                <a:ext uri="{FF2B5EF4-FFF2-40B4-BE49-F238E27FC236}">
                  <a16:creationId xmlns:a16="http://schemas.microsoft.com/office/drawing/2014/main" id="{6992D4A7-34E5-42D4-A3D1-CF1A412EF87B}"/>
                </a:ext>
              </a:extLst>
            </p:cNvPr>
            <p:cNvSpPr txBox="1"/>
            <p:nvPr/>
          </p:nvSpPr>
          <p:spPr>
            <a:xfrm>
              <a:off x="8633391" y="3825873"/>
              <a:ext cx="1122232" cy="369332"/>
            </a:xfrm>
            <a:prstGeom prst="rect">
              <a:avLst/>
            </a:prstGeom>
            <a:noFill/>
          </p:spPr>
          <p:txBody>
            <a:bodyPr wrap="square" rtlCol="0">
              <a:spAutoFit/>
            </a:bodyPr>
            <a:lstStyle/>
            <a:p>
              <a:pPr algn="ctr"/>
              <a:r>
                <a:rPr lang="zh-CN" altLang="en-US" b="1" dirty="0">
                  <a:latin typeface="+mn-ea"/>
                </a:rPr>
                <a:t>部门</a:t>
              </a:r>
              <a:r>
                <a:rPr lang="en-US" altLang="zh-CN" b="1" dirty="0">
                  <a:latin typeface="+mn-ea"/>
                </a:rPr>
                <a:t>B</a:t>
              </a:r>
              <a:endParaRPr lang="zh-CN" altLang="en-US" b="1" dirty="0">
                <a:latin typeface="+mn-ea"/>
              </a:endParaRPr>
            </a:p>
          </p:txBody>
        </p:sp>
        <p:sp>
          <p:nvSpPr>
            <p:cNvPr id="34" name="文本框 33">
              <a:extLst>
                <a:ext uri="{FF2B5EF4-FFF2-40B4-BE49-F238E27FC236}">
                  <a16:creationId xmlns:a16="http://schemas.microsoft.com/office/drawing/2014/main" id="{288A70B8-DB6B-46AE-A968-23E86349CD3E}"/>
                </a:ext>
              </a:extLst>
            </p:cNvPr>
            <p:cNvSpPr txBox="1"/>
            <p:nvPr/>
          </p:nvSpPr>
          <p:spPr>
            <a:xfrm>
              <a:off x="9465965" y="4187809"/>
              <a:ext cx="1122232" cy="646331"/>
            </a:xfrm>
            <a:prstGeom prst="rect">
              <a:avLst/>
            </a:prstGeom>
            <a:noFill/>
          </p:spPr>
          <p:txBody>
            <a:bodyPr wrap="square" rtlCol="0">
              <a:spAutoFit/>
            </a:bodyPr>
            <a:lstStyle/>
            <a:p>
              <a:pPr algn="ctr"/>
              <a:r>
                <a:rPr lang="en-US" altLang="zh-CN" b="1" dirty="0">
                  <a:latin typeface="Arial Narrow" panose="020B0606020202030204" pitchFamily="34" charset="0"/>
                </a:rPr>
                <a:t>10BASE-T</a:t>
              </a:r>
            </a:p>
            <a:p>
              <a:pPr algn="ctr"/>
              <a:r>
                <a:rPr lang="zh-CN" altLang="en-US" b="1" dirty="0">
                  <a:latin typeface="Arial Narrow" panose="020B0606020202030204" pitchFamily="34" charset="0"/>
                </a:rPr>
                <a:t>集线器</a:t>
              </a:r>
            </a:p>
          </p:txBody>
        </p:sp>
      </p:grpSp>
      <p:cxnSp>
        <p:nvCxnSpPr>
          <p:cNvPr id="39" name="直接连接符 38">
            <a:extLst>
              <a:ext uri="{FF2B5EF4-FFF2-40B4-BE49-F238E27FC236}">
                <a16:creationId xmlns:a16="http://schemas.microsoft.com/office/drawing/2014/main" id="{E4C432A8-55AB-451D-8C0B-6E7D26FD250E}"/>
              </a:ext>
            </a:extLst>
          </p:cNvPr>
          <p:cNvCxnSpPr>
            <a:cxnSpLocks/>
            <a:stCxn id="20" idx="3"/>
          </p:cNvCxnSpPr>
          <p:nvPr/>
        </p:nvCxnSpPr>
        <p:spPr>
          <a:xfrm>
            <a:off x="3115521" y="4895829"/>
            <a:ext cx="2865332" cy="0"/>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7" name="直接连接符 46">
            <a:extLst>
              <a:ext uri="{FF2B5EF4-FFF2-40B4-BE49-F238E27FC236}">
                <a16:creationId xmlns:a16="http://schemas.microsoft.com/office/drawing/2014/main" id="{15B27D2E-0C95-442A-88CE-58A33E71716B}"/>
              </a:ext>
            </a:extLst>
          </p:cNvPr>
          <p:cNvCxnSpPr>
            <a:cxnSpLocks/>
          </p:cNvCxnSpPr>
          <p:nvPr/>
        </p:nvCxnSpPr>
        <p:spPr>
          <a:xfrm>
            <a:off x="6259312" y="4873951"/>
            <a:ext cx="2865332" cy="0"/>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nvGrpSpPr>
          <p:cNvPr id="49" name="组合 48">
            <a:extLst>
              <a:ext uri="{FF2B5EF4-FFF2-40B4-BE49-F238E27FC236}">
                <a16:creationId xmlns:a16="http://schemas.microsoft.com/office/drawing/2014/main" id="{45978225-BA35-4DB2-B626-5848DCAFB50A}"/>
              </a:ext>
            </a:extLst>
          </p:cNvPr>
          <p:cNvGrpSpPr/>
          <p:nvPr/>
        </p:nvGrpSpPr>
        <p:grpSpPr>
          <a:xfrm>
            <a:off x="5401135" y="4622444"/>
            <a:ext cx="1404246" cy="1139071"/>
            <a:chOff x="5401135" y="3602790"/>
            <a:chExt cx="1404246" cy="1139071"/>
          </a:xfrm>
        </p:grpSpPr>
        <p:pic>
          <p:nvPicPr>
            <p:cNvPr id="43" name="图片 42" descr="图片包含 图标&#10;&#10;描述已自动生成">
              <a:extLst>
                <a:ext uri="{FF2B5EF4-FFF2-40B4-BE49-F238E27FC236}">
                  <a16:creationId xmlns:a16="http://schemas.microsoft.com/office/drawing/2014/main" id="{A7CD1ADC-C04F-418B-BF91-81BC796AB769}"/>
                </a:ext>
              </a:extLst>
            </p:cNvPr>
            <p:cNvPicPr>
              <a:picLocks noChangeAspect="1"/>
            </p:cNvPicPr>
            <p:nvPr/>
          </p:nvPicPr>
          <p:blipFill>
            <a:blip r:embed="rId6">
              <a:extLst>
                <a:ext uri="{28A0092B-C50C-407E-A947-70E740481C1C}">
                  <a14:useLocalDpi xmlns:a14="http://schemas.microsoft.com/office/drawing/2010/main" val="0"/>
                </a:ext>
              </a:extLst>
            </a:blip>
            <a:stretch>
              <a:fillRect/>
            </a:stretch>
          </p:blipFill>
          <p:spPr>
            <a:xfrm>
              <a:off x="5812708" y="3602790"/>
              <a:ext cx="581100" cy="474367"/>
            </a:xfrm>
            <a:prstGeom prst="rect">
              <a:avLst/>
            </a:prstGeom>
          </p:spPr>
        </p:pic>
        <p:sp>
          <p:nvSpPr>
            <p:cNvPr id="48" name="文本框 47">
              <a:extLst>
                <a:ext uri="{FF2B5EF4-FFF2-40B4-BE49-F238E27FC236}">
                  <a16:creationId xmlns:a16="http://schemas.microsoft.com/office/drawing/2014/main" id="{02E44763-7BE3-49A2-8189-0A078310F632}"/>
                </a:ext>
              </a:extLst>
            </p:cNvPr>
            <p:cNvSpPr txBox="1"/>
            <p:nvPr/>
          </p:nvSpPr>
          <p:spPr>
            <a:xfrm>
              <a:off x="5401135" y="4095530"/>
              <a:ext cx="1404246" cy="646331"/>
            </a:xfrm>
            <a:prstGeom prst="rect">
              <a:avLst/>
            </a:prstGeom>
            <a:noFill/>
          </p:spPr>
          <p:txBody>
            <a:bodyPr wrap="square" rtlCol="0">
              <a:spAutoFit/>
            </a:bodyPr>
            <a:lstStyle/>
            <a:p>
              <a:pPr algn="ctr"/>
              <a:r>
                <a:rPr lang="zh-CN" altLang="en-US" b="1" dirty="0">
                  <a:latin typeface="+mn-ea"/>
                </a:rPr>
                <a:t>网桥（</a:t>
              </a:r>
              <a:r>
                <a:rPr lang="en-US" altLang="zh-CN" b="1" dirty="0">
                  <a:latin typeface="+mn-ea"/>
                </a:rPr>
                <a:t>Bridge</a:t>
              </a:r>
              <a:r>
                <a:rPr lang="zh-CN" altLang="en-US" b="1" dirty="0">
                  <a:latin typeface="+mn-ea"/>
                </a:rPr>
                <a:t>）</a:t>
              </a:r>
            </a:p>
          </p:txBody>
        </p:sp>
      </p:grpSp>
      <p:sp>
        <p:nvSpPr>
          <p:cNvPr id="40" name="矩形 39">
            <a:extLst>
              <a:ext uri="{FF2B5EF4-FFF2-40B4-BE49-F238E27FC236}">
                <a16:creationId xmlns:a16="http://schemas.microsoft.com/office/drawing/2014/main" id="{F9C2666F-F222-44B7-9E88-7DF6BD3786D9}"/>
              </a:ext>
            </a:extLst>
          </p:cNvPr>
          <p:cNvSpPr/>
          <p:nvPr/>
        </p:nvSpPr>
        <p:spPr>
          <a:xfrm>
            <a:off x="1056633" y="1335374"/>
            <a:ext cx="256976" cy="256976"/>
          </a:xfrm>
          <a:prstGeom prst="rect">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41" name="íşlïḍè">
            <a:extLst>
              <a:ext uri="{FF2B5EF4-FFF2-40B4-BE49-F238E27FC236}">
                <a16:creationId xmlns:a16="http://schemas.microsoft.com/office/drawing/2014/main" id="{CA3E1A85-1C1C-47E1-A3DE-874468A09494}"/>
              </a:ext>
            </a:extLst>
          </p:cNvPr>
          <p:cNvSpPr txBox="1"/>
          <p:nvPr/>
        </p:nvSpPr>
        <p:spPr>
          <a:xfrm>
            <a:off x="1373860" y="1281053"/>
            <a:ext cx="10651487" cy="394154"/>
          </a:xfrm>
          <a:prstGeom prst="rect">
            <a:avLst/>
          </a:prstGeom>
          <a:noFill/>
        </p:spPr>
        <p:txBody>
          <a:bodyPr wrap="square" lIns="91440" tIns="45720" rIns="91440" bIns="45720" anchor="ctr">
            <a:noAutofit/>
          </a:bodyPr>
          <a:lstStyle/>
          <a:p>
            <a:r>
              <a:rPr lang="zh-CN" altLang="en-US" b="1" dirty="0">
                <a:latin typeface="Arial Narrow" panose="020B0606020202030204" pitchFamily="34" charset="0"/>
              </a:rPr>
              <a:t>网桥（</a:t>
            </a:r>
            <a:r>
              <a:rPr lang="en-US" altLang="zh-CN" b="1" dirty="0">
                <a:latin typeface="Arial Narrow" panose="020B0606020202030204" pitchFamily="34" charset="0"/>
              </a:rPr>
              <a:t>bridge</a:t>
            </a:r>
            <a:r>
              <a:rPr lang="zh-CN" altLang="en-US" b="1" dirty="0">
                <a:latin typeface="Arial Narrow" panose="020B0606020202030204" pitchFamily="34" charset="0"/>
              </a:rPr>
              <a:t>）工作在数据链路层（包含其下的物理层），因此</a:t>
            </a:r>
            <a:r>
              <a:rPr lang="zh-CN" altLang="en-US" b="1" dirty="0">
                <a:solidFill>
                  <a:schemeClr val="accent1">
                    <a:lumMod val="75000"/>
                  </a:schemeClr>
                </a:solidFill>
                <a:latin typeface="Arial Narrow" panose="020B0606020202030204" pitchFamily="34" charset="0"/>
              </a:rPr>
              <a:t>网桥具备属于数据链路层范畴的相关能力</a:t>
            </a:r>
            <a:r>
              <a:rPr lang="zh-CN" altLang="en-US" b="1" dirty="0">
                <a:latin typeface="Arial Narrow" panose="020B0606020202030204" pitchFamily="34" charset="0"/>
              </a:rPr>
              <a:t>。</a:t>
            </a:r>
          </a:p>
        </p:txBody>
      </p:sp>
      <p:sp>
        <p:nvSpPr>
          <p:cNvPr id="42" name="矩形 41">
            <a:extLst>
              <a:ext uri="{FF2B5EF4-FFF2-40B4-BE49-F238E27FC236}">
                <a16:creationId xmlns:a16="http://schemas.microsoft.com/office/drawing/2014/main" id="{84670026-A0A6-432A-8260-C49E5B764D15}"/>
              </a:ext>
            </a:extLst>
          </p:cNvPr>
          <p:cNvSpPr/>
          <p:nvPr/>
        </p:nvSpPr>
        <p:spPr>
          <a:xfrm>
            <a:off x="1485326" y="1820537"/>
            <a:ext cx="256976" cy="256976"/>
          </a:xfrm>
          <a:prstGeom prst="rect">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44" name="íşlïḍè">
            <a:extLst>
              <a:ext uri="{FF2B5EF4-FFF2-40B4-BE49-F238E27FC236}">
                <a16:creationId xmlns:a16="http://schemas.microsoft.com/office/drawing/2014/main" id="{0EAA5E52-C46A-45E0-8D3B-00E9EE7FF21E}"/>
              </a:ext>
            </a:extLst>
          </p:cNvPr>
          <p:cNvSpPr txBox="1"/>
          <p:nvPr/>
        </p:nvSpPr>
        <p:spPr>
          <a:xfrm>
            <a:off x="1802553" y="1766216"/>
            <a:ext cx="10084647" cy="394154"/>
          </a:xfrm>
          <a:prstGeom prst="rect">
            <a:avLst/>
          </a:prstGeom>
          <a:noFill/>
        </p:spPr>
        <p:txBody>
          <a:bodyPr wrap="square" lIns="91440" tIns="45720" rIns="91440" bIns="45720" anchor="ctr">
            <a:noAutofit/>
          </a:bodyPr>
          <a:lstStyle/>
          <a:p>
            <a:r>
              <a:rPr lang="zh-CN" altLang="en-US" b="1" dirty="0">
                <a:latin typeface="Arial Narrow" panose="020B0606020202030204" pitchFamily="34" charset="0"/>
              </a:rPr>
              <a:t>网桥可以</a:t>
            </a:r>
            <a:r>
              <a:rPr lang="zh-CN" altLang="en-US" b="1" dirty="0">
                <a:solidFill>
                  <a:schemeClr val="accent1">
                    <a:lumMod val="75000"/>
                  </a:schemeClr>
                </a:solidFill>
                <a:latin typeface="Arial Narrow" panose="020B0606020202030204" pitchFamily="34" charset="0"/>
              </a:rPr>
              <a:t>识别帧的结构。</a:t>
            </a:r>
          </a:p>
        </p:txBody>
      </p:sp>
      <p:sp>
        <p:nvSpPr>
          <p:cNvPr id="45" name="矩形 44">
            <a:extLst>
              <a:ext uri="{FF2B5EF4-FFF2-40B4-BE49-F238E27FC236}">
                <a16:creationId xmlns:a16="http://schemas.microsoft.com/office/drawing/2014/main" id="{52C1D5EC-1A7D-4719-99A4-ABB045BD2528}"/>
              </a:ext>
            </a:extLst>
          </p:cNvPr>
          <p:cNvSpPr/>
          <p:nvPr/>
        </p:nvSpPr>
        <p:spPr>
          <a:xfrm>
            <a:off x="1485325" y="2360079"/>
            <a:ext cx="256976" cy="256976"/>
          </a:xfrm>
          <a:prstGeom prst="rect">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46" name="íşlïḍè">
            <a:extLst>
              <a:ext uri="{FF2B5EF4-FFF2-40B4-BE49-F238E27FC236}">
                <a16:creationId xmlns:a16="http://schemas.microsoft.com/office/drawing/2014/main" id="{DF3BAD63-DCC3-4933-8A1C-D8F772C58E4B}"/>
              </a:ext>
            </a:extLst>
          </p:cNvPr>
          <p:cNvSpPr txBox="1"/>
          <p:nvPr/>
        </p:nvSpPr>
        <p:spPr>
          <a:xfrm>
            <a:off x="1802552" y="2305758"/>
            <a:ext cx="10084647" cy="394154"/>
          </a:xfrm>
          <a:prstGeom prst="rect">
            <a:avLst/>
          </a:prstGeom>
          <a:noFill/>
        </p:spPr>
        <p:txBody>
          <a:bodyPr wrap="square" lIns="91440" tIns="45720" rIns="91440" bIns="45720" anchor="ctr">
            <a:noAutofit/>
          </a:bodyPr>
          <a:lstStyle/>
          <a:p>
            <a:r>
              <a:rPr lang="zh-CN" altLang="en-US" b="1" dirty="0">
                <a:latin typeface="Arial Narrow" panose="020B0606020202030204" pitchFamily="34" charset="0"/>
              </a:rPr>
              <a:t>网桥可以根据帧首部中的</a:t>
            </a:r>
            <a:r>
              <a:rPr lang="zh-CN" altLang="en-US" b="1" dirty="0">
                <a:solidFill>
                  <a:schemeClr val="accent1">
                    <a:lumMod val="75000"/>
                  </a:schemeClr>
                </a:solidFill>
                <a:latin typeface="Arial Narrow" panose="020B0606020202030204" pitchFamily="34" charset="0"/>
              </a:rPr>
              <a:t>目的</a:t>
            </a:r>
            <a:r>
              <a:rPr lang="en-US" altLang="zh-CN" b="1" dirty="0">
                <a:solidFill>
                  <a:schemeClr val="accent1">
                    <a:lumMod val="75000"/>
                  </a:schemeClr>
                </a:solidFill>
                <a:latin typeface="Arial Narrow" panose="020B0606020202030204" pitchFamily="34" charset="0"/>
              </a:rPr>
              <a:t>MAC</a:t>
            </a:r>
            <a:r>
              <a:rPr lang="zh-CN" altLang="en-US" b="1" dirty="0">
                <a:solidFill>
                  <a:schemeClr val="accent1">
                    <a:lumMod val="75000"/>
                  </a:schemeClr>
                </a:solidFill>
                <a:latin typeface="Arial Narrow" panose="020B0606020202030204" pitchFamily="34" charset="0"/>
              </a:rPr>
              <a:t>地址</a:t>
            </a:r>
            <a:r>
              <a:rPr lang="zh-CN" altLang="en-US" b="1" dirty="0">
                <a:latin typeface="Arial Narrow" panose="020B0606020202030204" pitchFamily="34" charset="0"/>
              </a:rPr>
              <a:t>和网桥自身的</a:t>
            </a:r>
            <a:r>
              <a:rPr lang="zh-CN" altLang="en-US" b="1" dirty="0">
                <a:solidFill>
                  <a:schemeClr val="accent1">
                    <a:lumMod val="75000"/>
                  </a:schemeClr>
                </a:solidFill>
                <a:latin typeface="Arial Narrow" panose="020B0606020202030204" pitchFamily="34" charset="0"/>
              </a:rPr>
              <a:t>帧转发表</a:t>
            </a:r>
            <a:r>
              <a:rPr lang="zh-CN" altLang="en-US" b="1" dirty="0">
                <a:latin typeface="Arial Narrow" panose="020B0606020202030204" pitchFamily="34" charset="0"/>
              </a:rPr>
              <a:t>来转发或丢弃所收到的帧。</a:t>
            </a:r>
          </a:p>
        </p:txBody>
      </p:sp>
    </p:spTree>
    <p:custDataLst>
      <p:tags r:id="rId1"/>
    </p:custDataLst>
    <p:extLst>
      <p:ext uri="{BB962C8B-B14F-4D97-AF65-F5344CB8AC3E}">
        <p14:creationId xmlns:p14="http://schemas.microsoft.com/office/powerpoint/2010/main" val="2892879089"/>
      </p:ext>
    </p:extLst>
  </p:cSld>
  <p:clrMapOvr>
    <a:masterClrMapping/>
  </p:clrMapOvr>
  <mc:AlternateContent xmlns:mc="http://schemas.openxmlformats.org/markup-compatibility/2006" xmlns:p159="http://schemas.microsoft.com/office/powerpoint/2015/09/main">
    <mc:Choice Requires="p159">
      <p:transition spd="slow">
        <p159:morph option="byObject"/>
      </p:transition>
    </mc:Choice>
    <mc:Fallback xmlns="">
      <p:transition spd="slow">
        <p:fade/>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49" presetClass="entr" presetSubtype="0" decel="100000" fill="hold" grpId="0" nodeType="withEffect">
                                  <p:stCondLst>
                                    <p:cond delay="0"/>
                                  </p:stCondLst>
                                  <p:childTnLst>
                                    <p:set>
                                      <p:cBhvr>
                                        <p:cTn id="6" dur="1" fill="hold">
                                          <p:stCondLst>
                                            <p:cond delay="0"/>
                                          </p:stCondLst>
                                        </p:cTn>
                                        <p:tgtEl>
                                          <p:spTgt spid="40"/>
                                        </p:tgtEl>
                                        <p:attrNameLst>
                                          <p:attrName>style.visibility</p:attrName>
                                        </p:attrNameLst>
                                      </p:cBhvr>
                                      <p:to>
                                        <p:strVal val="visible"/>
                                      </p:to>
                                    </p:set>
                                    <p:anim calcmode="lin" valueType="num">
                                      <p:cBhvr>
                                        <p:cTn id="7" dur="500" fill="hold"/>
                                        <p:tgtEl>
                                          <p:spTgt spid="40"/>
                                        </p:tgtEl>
                                        <p:attrNameLst>
                                          <p:attrName>ppt_w</p:attrName>
                                        </p:attrNameLst>
                                      </p:cBhvr>
                                      <p:tavLst>
                                        <p:tav tm="0">
                                          <p:val>
                                            <p:fltVal val="0"/>
                                          </p:val>
                                        </p:tav>
                                        <p:tav tm="100000">
                                          <p:val>
                                            <p:strVal val="#ppt_w"/>
                                          </p:val>
                                        </p:tav>
                                      </p:tavLst>
                                    </p:anim>
                                    <p:anim calcmode="lin" valueType="num">
                                      <p:cBhvr>
                                        <p:cTn id="8" dur="500" fill="hold"/>
                                        <p:tgtEl>
                                          <p:spTgt spid="40"/>
                                        </p:tgtEl>
                                        <p:attrNameLst>
                                          <p:attrName>ppt_h</p:attrName>
                                        </p:attrNameLst>
                                      </p:cBhvr>
                                      <p:tavLst>
                                        <p:tav tm="0">
                                          <p:val>
                                            <p:fltVal val="0"/>
                                          </p:val>
                                        </p:tav>
                                        <p:tav tm="100000">
                                          <p:val>
                                            <p:strVal val="#ppt_h"/>
                                          </p:val>
                                        </p:tav>
                                      </p:tavLst>
                                    </p:anim>
                                    <p:anim calcmode="lin" valueType="num">
                                      <p:cBhvr>
                                        <p:cTn id="9" dur="500" fill="hold"/>
                                        <p:tgtEl>
                                          <p:spTgt spid="40"/>
                                        </p:tgtEl>
                                        <p:attrNameLst>
                                          <p:attrName>style.rotation</p:attrName>
                                        </p:attrNameLst>
                                      </p:cBhvr>
                                      <p:tavLst>
                                        <p:tav tm="0">
                                          <p:val>
                                            <p:fltVal val="360"/>
                                          </p:val>
                                        </p:tav>
                                        <p:tav tm="100000">
                                          <p:val>
                                            <p:fltVal val="0"/>
                                          </p:val>
                                        </p:tav>
                                      </p:tavLst>
                                    </p:anim>
                                    <p:animEffect transition="in" filter="fade">
                                      <p:cBhvr>
                                        <p:cTn id="10" dur="500"/>
                                        <p:tgtEl>
                                          <p:spTgt spid="40"/>
                                        </p:tgtEl>
                                      </p:cBhvr>
                                    </p:animEffect>
                                  </p:childTnLst>
                                </p:cTn>
                              </p:par>
                            </p:childTnLst>
                          </p:cTn>
                        </p:par>
                        <p:par>
                          <p:cTn id="11" fill="hold">
                            <p:stCondLst>
                              <p:cond delay="500"/>
                            </p:stCondLst>
                            <p:childTnLst>
                              <p:par>
                                <p:cTn id="12" presetID="1" presetClass="entr" presetSubtype="0" fill="hold" grpId="0" nodeType="afterEffect">
                                  <p:stCondLst>
                                    <p:cond delay="0"/>
                                  </p:stCondLst>
                                  <p:iterate type="lt">
                                    <p:tmAbs val="100"/>
                                  </p:iterate>
                                  <p:childTnLst>
                                    <p:set>
                                      <p:cBhvr>
                                        <p:cTn id="13" dur="1" fill="hold">
                                          <p:stCondLst>
                                            <p:cond delay="0"/>
                                          </p:stCondLst>
                                        </p:cTn>
                                        <p:tgtEl>
                                          <p:spTgt spid="41"/>
                                        </p:tgtEl>
                                        <p:attrNameLst>
                                          <p:attrName>style.visibility</p:attrName>
                                        </p:attrNameLst>
                                      </p:cBhvr>
                                      <p:to>
                                        <p:strVal val="visible"/>
                                      </p:to>
                                    </p:set>
                                  </p:childTnLst>
                                </p:cTn>
                              </p:par>
                            </p:childTnLst>
                          </p:cTn>
                        </p:par>
                      </p:childTnLst>
                    </p:cTn>
                  </p:par>
                  <p:par>
                    <p:cTn id="14" fill="hold">
                      <p:stCondLst>
                        <p:cond delay="indefinite"/>
                      </p:stCondLst>
                      <p:childTnLst>
                        <p:par>
                          <p:cTn id="15" fill="hold">
                            <p:stCondLst>
                              <p:cond delay="0"/>
                            </p:stCondLst>
                            <p:childTnLst>
                              <p:par>
                                <p:cTn id="16" presetID="49" presetClass="entr" presetSubtype="0" decel="100000" fill="hold" grpId="0" nodeType="clickEffect">
                                  <p:stCondLst>
                                    <p:cond delay="0"/>
                                  </p:stCondLst>
                                  <p:childTnLst>
                                    <p:set>
                                      <p:cBhvr>
                                        <p:cTn id="17" dur="1" fill="hold">
                                          <p:stCondLst>
                                            <p:cond delay="0"/>
                                          </p:stCondLst>
                                        </p:cTn>
                                        <p:tgtEl>
                                          <p:spTgt spid="42"/>
                                        </p:tgtEl>
                                        <p:attrNameLst>
                                          <p:attrName>style.visibility</p:attrName>
                                        </p:attrNameLst>
                                      </p:cBhvr>
                                      <p:to>
                                        <p:strVal val="visible"/>
                                      </p:to>
                                    </p:set>
                                    <p:anim calcmode="lin" valueType="num">
                                      <p:cBhvr>
                                        <p:cTn id="18" dur="500" fill="hold"/>
                                        <p:tgtEl>
                                          <p:spTgt spid="42"/>
                                        </p:tgtEl>
                                        <p:attrNameLst>
                                          <p:attrName>ppt_w</p:attrName>
                                        </p:attrNameLst>
                                      </p:cBhvr>
                                      <p:tavLst>
                                        <p:tav tm="0">
                                          <p:val>
                                            <p:fltVal val="0"/>
                                          </p:val>
                                        </p:tav>
                                        <p:tav tm="100000">
                                          <p:val>
                                            <p:strVal val="#ppt_w"/>
                                          </p:val>
                                        </p:tav>
                                      </p:tavLst>
                                    </p:anim>
                                    <p:anim calcmode="lin" valueType="num">
                                      <p:cBhvr>
                                        <p:cTn id="19" dur="500" fill="hold"/>
                                        <p:tgtEl>
                                          <p:spTgt spid="42"/>
                                        </p:tgtEl>
                                        <p:attrNameLst>
                                          <p:attrName>ppt_h</p:attrName>
                                        </p:attrNameLst>
                                      </p:cBhvr>
                                      <p:tavLst>
                                        <p:tav tm="0">
                                          <p:val>
                                            <p:fltVal val="0"/>
                                          </p:val>
                                        </p:tav>
                                        <p:tav tm="100000">
                                          <p:val>
                                            <p:strVal val="#ppt_h"/>
                                          </p:val>
                                        </p:tav>
                                      </p:tavLst>
                                    </p:anim>
                                    <p:anim calcmode="lin" valueType="num">
                                      <p:cBhvr>
                                        <p:cTn id="20" dur="500" fill="hold"/>
                                        <p:tgtEl>
                                          <p:spTgt spid="42"/>
                                        </p:tgtEl>
                                        <p:attrNameLst>
                                          <p:attrName>style.rotation</p:attrName>
                                        </p:attrNameLst>
                                      </p:cBhvr>
                                      <p:tavLst>
                                        <p:tav tm="0">
                                          <p:val>
                                            <p:fltVal val="360"/>
                                          </p:val>
                                        </p:tav>
                                        <p:tav tm="100000">
                                          <p:val>
                                            <p:fltVal val="0"/>
                                          </p:val>
                                        </p:tav>
                                      </p:tavLst>
                                    </p:anim>
                                    <p:animEffect transition="in" filter="fade">
                                      <p:cBhvr>
                                        <p:cTn id="21" dur="500"/>
                                        <p:tgtEl>
                                          <p:spTgt spid="42"/>
                                        </p:tgtEl>
                                      </p:cBhvr>
                                    </p:animEffect>
                                  </p:childTnLst>
                                </p:cTn>
                              </p:par>
                            </p:childTnLst>
                          </p:cTn>
                        </p:par>
                        <p:par>
                          <p:cTn id="22" fill="hold">
                            <p:stCondLst>
                              <p:cond delay="500"/>
                            </p:stCondLst>
                            <p:childTnLst>
                              <p:par>
                                <p:cTn id="23" presetID="1" presetClass="entr" presetSubtype="0" fill="hold" grpId="0" nodeType="afterEffect">
                                  <p:stCondLst>
                                    <p:cond delay="0"/>
                                  </p:stCondLst>
                                  <p:iterate type="lt">
                                    <p:tmAbs val="100"/>
                                  </p:iterate>
                                  <p:childTnLst>
                                    <p:set>
                                      <p:cBhvr>
                                        <p:cTn id="24" dur="1" fill="hold">
                                          <p:stCondLst>
                                            <p:cond delay="0"/>
                                          </p:stCondLst>
                                        </p:cTn>
                                        <p:tgtEl>
                                          <p:spTgt spid="44"/>
                                        </p:tgtEl>
                                        <p:attrNameLst>
                                          <p:attrName>style.visibility</p:attrName>
                                        </p:attrNameLst>
                                      </p:cBhvr>
                                      <p:to>
                                        <p:strVal val="visible"/>
                                      </p:to>
                                    </p:set>
                                  </p:childTnLst>
                                </p:cTn>
                              </p:par>
                            </p:childTnLst>
                          </p:cTn>
                        </p:par>
                      </p:childTnLst>
                    </p:cTn>
                  </p:par>
                  <p:par>
                    <p:cTn id="25" fill="hold">
                      <p:stCondLst>
                        <p:cond delay="indefinite"/>
                      </p:stCondLst>
                      <p:childTnLst>
                        <p:par>
                          <p:cTn id="26" fill="hold">
                            <p:stCondLst>
                              <p:cond delay="0"/>
                            </p:stCondLst>
                            <p:childTnLst>
                              <p:par>
                                <p:cTn id="27" presetID="49" presetClass="entr" presetSubtype="0" decel="100000" fill="hold" grpId="0" nodeType="clickEffect">
                                  <p:stCondLst>
                                    <p:cond delay="0"/>
                                  </p:stCondLst>
                                  <p:childTnLst>
                                    <p:set>
                                      <p:cBhvr>
                                        <p:cTn id="28" dur="1" fill="hold">
                                          <p:stCondLst>
                                            <p:cond delay="0"/>
                                          </p:stCondLst>
                                        </p:cTn>
                                        <p:tgtEl>
                                          <p:spTgt spid="45"/>
                                        </p:tgtEl>
                                        <p:attrNameLst>
                                          <p:attrName>style.visibility</p:attrName>
                                        </p:attrNameLst>
                                      </p:cBhvr>
                                      <p:to>
                                        <p:strVal val="visible"/>
                                      </p:to>
                                    </p:set>
                                    <p:anim calcmode="lin" valueType="num">
                                      <p:cBhvr>
                                        <p:cTn id="29" dur="500" fill="hold"/>
                                        <p:tgtEl>
                                          <p:spTgt spid="45"/>
                                        </p:tgtEl>
                                        <p:attrNameLst>
                                          <p:attrName>ppt_w</p:attrName>
                                        </p:attrNameLst>
                                      </p:cBhvr>
                                      <p:tavLst>
                                        <p:tav tm="0">
                                          <p:val>
                                            <p:fltVal val="0"/>
                                          </p:val>
                                        </p:tav>
                                        <p:tav tm="100000">
                                          <p:val>
                                            <p:strVal val="#ppt_w"/>
                                          </p:val>
                                        </p:tav>
                                      </p:tavLst>
                                    </p:anim>
                                    <p:anim calcmode="lin" valueType="num">
                                      <p:cBhvr>
                                        <p:cTn id="30" dur="500" fill="hold"/>
                                        <p:tgtEl>
                                          <p:spTgt spid="45"/>
                                        </p:tgtEl>
                                        <p:attrNameLst>
                                          <p:attrName>ppt_h</p:attrName>
                                        </p:attrNameLst>
                                      </p:cBhvr>
                                      <p:tavLst>
                                        <p:tav tm="0">
                                          <p:val>
                                            <p:fltVal val="0"/>
                                          </p:val>
                                        </p:tav>
                                        <p:tav tm="100000">
                                          <p:val>
                                            <p:strVal val="#ppt_h"/>
                                          </p:val>
                                        </p:tav>
                                      </p:tavLst>
                                    </p:anim>
                                    <p:anim calcmode="lin" valueType="num">
                                      <p:cBhvr>
                                        <p:cTn id="31" dur="500" fill="hold"/>
                                        <p:tgtEl>
                                          <p:spTgt spid="45"/>
                                        </p:tgtEl>
                                        <p:attrNameLst>
                                          <p:attrName>style.rotation</p:attrName>
                                        </p:attrNameLst>
                                      </p:cBhvr>
                                      <p:tavLst>
                                        <p:tav tm="0">
                                          <p:val>
                                            <p:fltVal val="360"/>
                                          </p:val>
                                        </p:tav>
                                        <p:tav tm="100000">
                                          <p:val>
                                            <p:fltVal val="0"/>
                                          </p:val>
                                        </p:tav>
                                      </p:tavLst>
                                    </p:anim>
                                    <p:animEffect transition="in" filter="fade">
                                      <p:cBhvr>
                                        <p:cTn id="32" dur="500"/>
                                        <p:tgtEl>
                                          <p:spTgt spid="45"/>
                                        </p:tgtEl>
                                      </p:cBhvr>
                                    </p:animEffect>
                                  </p:childTnLst>
                                </p:cTn>
                              </p:par>
                            </p:childTnLst>
                          </p:cTn>
                        </p:par>
                        <p:par>
                          <p:cTn id="33" fill="hold">
                            <p:stCondLst>
                              <p:cond delay="500"/>
                            </p:stCondLst>
                            <p:childTnLst>
                              <p:par>
                                <p:cTn id="34" presetID="1" presetClass="entr" presetSubtype="0" fill="hold" grpId="0" nodeType="afterEffect">
                                  <p:stCondLst>
                                    <p:cond delay="0"/>
                                  </p:stCondLst>
                                  <p:iterate type="lt">
                                    <p:tmAbs val="100"/>
                                  </p:iterate>
                                  <p:childTnLst>
                                    <p:set>
                                      <p:cBhvr>
                                        <p:cTn id="35" dur="1" fill="hold">
                                          <p:stCondLst>
                                            <p:cond delay="0"/>
                                          </p:stCondLst>
                                        </p:cTn>
                                        <p:tgtEl>
                                          <p:spTgt spid="46"/>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0" grpId="0" animBg="1"/>
      <p:bldP spid="41" grpId="0"/>
      <p:bldP spid="42" grpId="0" animBg="1"/>
      <p:bldP spid="44" grpId="0"/>
      <p:bldP spid="45" grpId="0" animBg="1"/>
      <p:bldP spid="46" grpId="0"/>
    </p:bldLst>
  </p:timing>
</p:sld>
</file>

<file path=ppt/slides/slide38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81" name="组合 80">
            <a:extLst>
              <a:ext uri="{FF2B5EF4-FFF2-40B4-BE49-F238E27FC236}">
                <a16:creationId xmlns:a16="http://schemas.microsoft.com/office/drawing/2014/main" id="{A42FA5D5-1458-4FC5-95F1-2C7E435E23B1}"/>
              </a:ext>
            </a:extLst>
          </p:cNvPr>
          <p:cNvGrpSpPr/>
          <p:nvPr/>
        </p:nvGrpSpPr>
        <p:grpSpPr>
          <a:xfrm>
            <a:off x="1531595" y="1763016"/>
            <a:ext cx="9217850" cy="4418618"/>
            <a:chOff x="1531595" y="1763016"/>
            <a:chExt cx="9217850" cy="4418618"/>
          </a:xfrm>
        </p:grpSpPr>
        <p:sp>
          <p:nvSpPr>
            <p:cNvPr id="79" name="矩形: 圆角 78">
              <a:extLst>
                <a:ext uri="{FF2B5EF4-FFF2-40B4-BE49-F238E27FC236}">
                  <a16:creationId xmlns:a16="http://schemas.microsoft.com/office/drawing/2014/main" id="{E53BC426-F00B-4CE5-BAB5-1E8B2E4054C9}"/>
                </a:ext>
              </a:extLst>
            </p:cNvPr>
            <p:cNvSpPr/>
            <p:nvPr/>
          </p:nvSpPr>
          <p:spPr>
            <a:xfrm>
              <a:off x="1531595" y="1763016"/>
              <a:ext cx="9217850" cy="4418618"/>
            </a:xfrm>
            <a:prstGeom prst="roundRect">
              <a:avLst>
                <a:gd name="adj" fmla="val 11213"/>
              </a:avLst>
            </a:prstGeom>
            <a:solidFill>
              <a:schemeClr val="bg1">
                <a:lumMod val="95000"/>
              </a:schemeClr>
            </a:solidFill>
            <a:ln>
              <a:solidFill>
                <a:schemeClr val="tx1"/>
              </a:solidFill>
            </a:ln>
          </p:spPr>
          <p:style>
            <a:lnRef idx="2">
              <a:schemeClr val="accent3">
                <a:shade val="50000"/>
              </a:schemeClr>
            </a:lnRef>
            <a:fillRef idx="1">
              <a:schemeClr val="accent3"/>
            </a:fillRef>
            <a:effectRef idx="0">
              <a:schemeClr val="accent3"/>
            </a:effectRef>
            <a:fontRef idx="minor">
              <a:schemeClr val="lt1"/>
            </a:fontRef>
          </p:style>
          <p:txBody>
            <a:bodyPr rtlCol="0" anchor="ctr"/>
            <a:lstStyle/>
            <a:p>
              <a:pPr algn="ctr"/>
              <a:endParaRPr lang="zh-CN" altLang="en-US"/>
            </a:p>
          </p:txBody>
        </p:sp>
        <p:sp>
          <p:nvSpPr>
            <p:cNvPr id="80" name="文本框 79">
              <a:extLst>
                <a:ext uri="{FF2B5EF4-FFF2-40B4-BE49-F238E27FC236}">
                  <a16:creationId xmlns:a16="http://schemas.microsoft.com/office/drawing/2014/main" id="{DE22803A-D0BE-4E78-801C-37776A8C71A3}"/>
                </a:ext>
              </a:extLst>
            </p:cNvPr>
            <p:cNvSpPr txBox="1"/>
            <p:nvPr/>
          </p:nvSpPr>
          <p:spPr>
            <a:xfrm>
              <a:off x="5378767" y="1806721"/>
              <a:ext cx="1690912" cy="923330"/>
            </a:xfrm>
            <a:prstGeom prst="rect">
              <a:avLst/>
            </a:prstGeom>
            <a:noFill/>
          </p:spPr>
          <p:txBody>
            <a:bodyPr wrap="square" rtlCol="0">
              <a:spAutoFit/>
            </a:bodyPr>
            <a:lstStyle/>
            <a:p>
              <a:pPr algn="ctr"/>
              <a:r>
                <a:rPr lang="zh-CN" altLang="en-US" b="1" dirty="0">
                  <a:latin typeface="Arial Narrow" panose="020B0606020202030204" pitchFamily="34" charset="0"/>
                </a:rPr>
                <a:t>覆盖范围更大</a:t>
              </a:r>
              <a:endParaRPr lang="en-US" altLang="zh-CN" b="1" dirty="0">
                <a:latin typeface="Arial Narrow" panose="020B0606020202030204" pitchFamily="34" charset="0"/>
              </a:endParaRPr>
            </a:p>
            <a:p>
              <a:pPr algn="ctr"/>
              <a:r>
                <a:rPr lang="zh-CN" altLang="en-US" b="1" dirty="0">
                  <a:latin typeface="Arial Narrow" panose="020B0606020202030204" pitchFamily="34" charset="0"/>
                </a:rPr>
                <a:t>站点数量更多</a:t>
              </a:r>
              <a:endParaRPr lang="en-US" altLang="zh-CN" b="1" dirty="0">
                <a:latin typeface="Arial Narrow" panose="020B0606020202030204" pitchFamily="34" charset="0"/>
              </a:endParaRPr>
            </a:p>
            <a:p>
              <a:pPr algn="ctr"/>
              <a:r>
                <a:rPr lang="zh-CN" altLang="en-US" b="1" dirty="0">
                  <a:latin typeface="Arial Narrow" panose="020B0606020202030204" pitchFamily="34" charset="0"/>
                </a:rPr>
                <a:t>以太网</a:t>
              </a:r>
            </a:p>
          </p:txBody>
        </p:sp>
      </p:grpSp>
      <p:grpSp>
        <p:nvGrpSpPr>
          <p:cNvPr id="75" name="组合 74">
            <a:extLst>
              <a:ext uri="{FF2B5EF4-FFF2-40B4-BE49-F238E27FC236}">
                <a16:creationId xmlns:a16="http://schemas.microsoft.com/office/drawing/2014/main" id="{34B25D7A-413C-487C-A4CC-DB15874CE052}"/>
              </a:ext>
            </a:extLst>
          </p:cNvPr>
          <p:cNvGrpSpPr/>
          <p:nvPr/>
        </p:nvGrpSpPr>
        <p:grpSpPr>
          <a:xfrm>
            <a:off x="1525299" y="1763016"/>
            <a:ext cx="3328628" cy="4418618"/>
            <a:chOff x="1525299" y="1763016"/>
            <a:chExt cx="3328628" cy="4418618"/>
          </a:xfrm>
        </p:grpSpPr>
        <p:sp>
          <p:nvSpPr>
            <p:cNvPr id="73" name="矩形: 圆角 72">
              <a:extLst>
                <a:ext uri="{FF2B5EF4-FFF2-40B4-BE49-F238E27FC236}">
                  <a16:creationId xmlns:a16="http://schemas.microsoft.com/office/drawing/2014/main" id="{96FE14EF-428A-4B99-B09F-D7A0302E7DD7}"/>
                </a:ext>
              </a:extLst>
            </p:cNvPr>
            <p:cNvSpPr/>
            <p:nvPr/>
          </p:nvSpPr>
          <p:spPr>
            <a:xfrm>
              <a:off x="1525299" y="1763016"/>
              <a:ext cx="3328628" cy="4418618"/>
            </a:xfrm>
            <a:prstGeom prst="roundRect">
              <a:avLst>
                <a:gd name="adj" fmla="val 15679"/>
              </a:avLst>
            </a:prstGeom>
            <a:solidFill>
              <a:schemeClr val="bg1">
                <a:lumMod val="95000"/>
              </a:schemeClr>
            </a:solidFill>
            <a:ln>
              <a:solidFill>
                <a:schemeClr val="tx1"/>
              </a:solidFill>
            </a:ln>
          </p:spPr>
          <p:style>
            <a:lnRef idx="2">
              <a:schemeClr val="accent3">
                <a:shade val="50000"/>
              </a:schemeClr>
            </a:lnRef>
            <a:fillRef idx="1">
              <a:schemeClr val="accent3"/>
            </a:fillRef>
            <a:effectRef idx="0">
              <a:schemeClr val="accent3"/>
            </a:effectRef>
            <a:fontRef idx="minor">
              <a:schemeClr val="lt1"/>
            </a:fontRef>
          </p:style>
          <p:txBody>
            <a:bodyPr rtlCol="0" anchor="ctr"/>
            <a:lstStyle/>
            <a:p>
              <a:pPr algn="ctr"/>
              <a:endParaRPr lang="zh-CN" altLang="en-US"/>
            </a:p>
          </p:txBody>
        </p:sp>
        <p:sp>
          <p:nvSpPr>
            <p:cNvPr id="74" name="文本框 73">
              <a:extLst>
                <a:ext uri="{FF2B5EF4-FFF2-40B4-BE49-F238E27FC236}">
                  <a16:creationId xmlns:a16="http://schemas.microsoft.com/office/drawing/2014/main" id="{F809E340-C7B9-4337-B870-CECE6EA2EB82}"/>
                </a:ext>
              </a:extLst>
            </p:cNvPr>
            <p:cNvSpPr txBox="1"/>
            <p:nvPr/>
          </p:nvSpPr>
          <p:spPr>
            <a:xfrm>
              <a:off x="2466648" y="1768119"/>
              <a:ext cx="1690912" cy="646331"/>
            </a:xfrm>
            <a:prstGeom prst="rect">
              <a:avLst/>
            </a:prstGeom>
            <a:noFill/>
          </p:spPr>
          <p:txBody>
            <a:bodyPr wrap="square" rtlCol="0">
              <a:spAutoFit/>
            </a:bodyPr>
            <a:lstStyle/>
            <a:p>
              <a:pPr algn="ctr"/>
              <a:r>
                <a:rPr lang="zh-CN" altLang="en-US" b="1" dirty="0">
                  <a:latin typeface="Arial Narrow" panose="020B0606020202030204" pitchFamily="34" charset="0"/>
                </a:rPr>
                <a:t>碰撞域</a:t>
              </a:r>
              <a:endParaRPr lang="en-US" altLang="zh-CN" b="1" dirty="0">
                <a:latin typeface="Arial Narrow" panose="020B0606020202030204" pitchFamily="34" charset="0"/>
              </a:endParaRPr>
            </a:p>
            <a:p>
              <a:pPr algn="ctr"/>
              <a:r>
                <a:rPr lang="zh-CN" altLang="en-US" b="1" dirty="0">
                  <a:latin typeface="Arial Narrow" panose="020B0606020202030204" pitchFamily="34" charset="0"/>
                </a:rPr>
                <a:t>网段（</a:t>
              </a:r>
              <a:r>
                <a:rPr lang="en-US" altLang="zh-CN" b="1" dirty="0">
                  <a:latin typeface="Arial Narrow" panose="020B0606020202030204" pitchFamily="34" charset="0"/>
                </a:rPr>
                <a:t>Segment</a:t>
              </a:r>
              <a:r>
                <a:rPr lang="zh-CN" altLang="en-US" b="1" dirty="0">
                  <a:latin typeface="Arial Narrow" panose="020B0606020202030204" pitchFamily="34" charset="0"/>
                </a:rPr>
                <a:t>）</a:t>
              </a:r>
            </a:p>
          </p:txBody>
        </p:sp>
      </p:grpSp>
      <p:grpSp>
        <p:nvGrpSpPr>
          <p:cNvPr id="76" name="组合 75">
            <a:extLst>
              <a:ext uri="{FF2B5EF4-FFF2-40B4-BE49-F238E27FC236}">
                <a16:creationId xmlns:a16="http://schemas.microsoft.com/office/drawing/2014/main" id="{44874084-B45B-4024-8008-92760DB6ABCB}"/>
              </a:ext>
            </a:extLst>
          </p:cNvPr>
          <p:cNvGrpSpPr/>
          <p:nvPr/>
        </p:nvGrpSpPr>
        <p:grpSpPr>
          <a:xfrm>
            <a:off x="7427395" y="1763016"/>
            <a:ext cx="3328628" cy="4418618"/>
            <a:chOff x="1525299" y="1763016"/>
            <a:chExt cx="3328628" cy="4418618"/>
          </a:xfrm>
        </p:grpSpPr>
        <p:sp>
          <p:nvSpPr>
            <p:cNvPr id="77" name="矩形: 圆角 76">
              <a:extLst>
                <a:ext uri="{FF2B5EF4-FFF2-40B4-BE49-F238E27FC236}">
                  <a16:creationId xmlns:a16="http://schemas.microsoft.com/office/drawing/2014/main" id="{55B279BD-1337-46A7-B0BF-D8F17119FF98}"/>
                </a:ext>
              </a:extLst>
            </p:cNvPr>
            <p:cNvSpPr/>
            <p:nvPr/>
          </p:nvSpPr>
          <p:spPr>
            <a:xfrm>
              <a:off x="1525299" y="1763016"/>
              <a:ext cx="3328628" cy="4418618"/>
            </a:xfrm>
            <a:prstGeom prst="roundRect">
              <a:avLst>
                <a:gd name="adj" fmla="val 15679"/>
              </a:avLst>
            </a:prstGeom>
            <a:solidFill>
              <a:schemeClr val="bg1">
                <a:lumMod val="95000"/>
              </a:schemeClr>
            </a:solidFill>
            <a:ln>
              <a:solidFill>
                <a:schemeClr val="tx1"/>
              </a:solidFill>
            </a:ln>
          </p:spPr>
          <p:style>
            <a:lnRef idx="2">
              <a:schemeClr val="accent3">
                <a:shade val="50000"/>
              </a:schemeClr>
            </a:lnRef>
            <a:fillRef idx="1">
              <a:schemeClr val="accent3"/>
            </a:fillRef>
            <a:effectRef idx="0">
              <a:schemeClr val="accent3"/>
            </a:effectRef>
            <a:fontRef idx="minor">
              <a:schemeClr val="lt1"/>
            </a:fontRef>
          </p:style>
          <p:txBody>
            <a:bodyPr rtlCol="0" anchor="ctr"/>
            <a:lstStyle/>
            <a:p>
              <a:pPr algn="ctr"/>
              <a:endParaRPr lang="zh-CN" altLang="en-US"/>
            </a:p>
          </p:txBody>
        </p:sp>
        <p:sp>
          <p:nvSpPr>
            <p:cNvPr id="78" name="文本框 77">
              <a:extLst>
                <a:ext uri="{FF2B5EF4-FFF2-40B4-BE49-F238E27FC236}">
                  <a16:creationId xmlns:a16="http://schemas.microsoft.com/office/drawing/2014/main" id="{49D6B94E-F03D-434E-BA9E-6F04EF030010}"/>
                </a:ext>
              </a:extLst>
            </p:cNvPr>
            <p:cNvSpPr txBox="1"/>
            <p:nvPr/>
          </p:nvSpPr>
          <p:spPr>
            <a:xfrm>
              <a:off x="2466648" y="1768119"/>
              <a:ext cx="1690912" cy="646331"/>
            </a:xfrm>
            <a:prstGeom prst="rect">
              <a:avLst/>
            </a:prstGeom>
            <a:noFill/>
          </p:spPr>
          <p:txBody>
            <a:bodyPr wrap="square" rtlCol="0">
              <a:spAutoFit/>
            </a:bodyPr>
            <a:lstStyle/>
            <a:p>
              <a:pPr algn="ctr"/>
              <a:r>
                <a:rPr lang="zh-CN" altLang="en-US" b="1" dirty="0">
                  <a:latin typeface="Arial Narrow" panose="020B0606020202030204" pitchFamily="34" charset="0"/>
                </a:rPr>
                <a:t>碰撞域</a:t>
              </a:r>
              <a:endParaRPr lang="en-US" altLang="zh-CN" b="1" dirty="0">
                <a:latin typeface="Arial Narrow" panose="020B0606020202030204" pitchFamily="34" charset="0"/>
              </a:endParaRPr>
            </a:p>
            <a:p>
              <a:pPr algn="ctr"/>
              <a:r>
                <a:rPr lang="zh-CN" altLang="en-US" b="1" dirty="0">
                  <a:latin typeface="Arial Narrow" panose="020B0606020202030204" pitchFamily="34" charset="0"/>
                </a:rPr>
                <a:t>网段（</a:t>
              </a:r>
              <a:r>
                <a:rPr lang="en-US" altLang="zh-CN" b="1" dirty="0">
                  <a:latin typeface="Arial Narrow" panose="020B0606020202030204" pitchFamily="34" charset="0"/>
                </a:rPr>
                <a:t>Segment</a:t>
              </a:r>
              <a:r>
                <a:rPr lang="zh-CN" altLang="en-US" b="1" dirty="0">
                  <a:latin typeface="Arial Narrow" panose="020B0606020202030204" pitchFamily="34" charset="0"/>
                </a:rPr>
                <a:t>）</a:t>
              </a:r>
            </a:p>
          </p:txBody>
        </p:sp>
      </p:grpSp>
      <p:cxnSp>
        <p:nvCxnSpPr>
          <p:cNvPr id="15" name="直接连接符 14">
            <a:extLst>
              <a:ext uri="{FF2B5EF4-FFF2-40B4-BE49-F238E27FC236}">
                <a16:creationId xmlns:a16="http://schemas.microsoft.com/office/drawing/2014/main" id="{121305AF-E9C0-47EC-B6F5-70609A97473E}"/>
              </a:ext>
            </a:extLst>
          </p:cNvPr>
          <p:cNvCxnSpPr>
            <a:cxnSpLocks/>
          </p:cNvCxnSpPr>
          <p:nvPr/>
        </p:nvCxnSpPr>
        <p:spPr>
          <a:xfrm>
            <a:off x="3455790" y="4251443"/>
            <a:ext cx="2583197"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71" name="直接连接符 70">
            <a:extLst>
              <a:ext uri="{FF2B5EF4-FFF2-40B4-BE49-F238E27FC236}">
                <a16:creationId xmlns:a16="http://schemas.microsoft.com/office/drawing/2014/main" id="{AC1381F3-A279-4121-BF41-8662C6A9F137}"/>
              </a:ext>
            </a:extLst>
          </p:cNvPr>
          <p:cNvCxnSpPr>
            <a:cxnSpLocks/>
          </p:cNvCxnSpPr>
          <p:nvPr/>
        </p:nvCxnSpPr>
        <p:spPr>
          <a:xfrm>
            <a:off x="6199717" y="4251443"/>
            <a:ext cx="2583197"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grpSp>
        <p:nvGrpSpPr>
          <p:cNvPr id="4" name="组合 3">
            <a:extLst>
              <a:ext uri="{FF2B5EF4-FFF2-40B4-BE49-F238E27FC236}">
                <a16:creationId xmlns:a16="http://schemas.microsoft.com/office/drawing/2014/main" id="{9A1EA9F2-FCB6-48C3-935F-7AE7E3AD14AC}"/>
              </a:ext>
            </a:extLst>
          </p:cNvPr>
          <p:cNvGrpSpPr/>
          <p:nvPr/>
        </p:nvGrpSpPr>
        <p:grpSpPr>
          <a:xfrm>
            <a:off x="304799" y="749300"/>
            <a:ext cx="6192344" cy="400110"/>
            <a:chOff x="424116" y="898245"/>
            <a:chExt cx="6192344" cy="400110"/>
          </a:xfrm>
        </p:grpSpPr>
        <p:sp>
          <p:nvSpPr>
            <p:cNvPr id="2" name="平行四边形 1">
              <a:extLst>
                <a:ext uri="{FF2B5EF4-FFF2-40B4-BE49-F238E27FC236}">
                  <a16:creationId xmlns:a16="http://schemas.microsoft.com/office/drawing/2014/main" id="{1F5BAA3F-9845-4F89-A2DD-8222D3E4EDAC}"/>
                </a:ext>
              </a:extLst>
            </p:cNvPr>
            <p:cNvSpPr/>
            <p:nvPr/>
          </p:nvSpPr>
          <p:spPr>
            <a:xfrm>
              <a:off x="424116" y="898245"/>
              <a:ext cx="688541" cy="387090"/>
            </a:xfrm>
            <a:prstGeom prst="parallelogram">
              <a:avLst/>
            </a:prstGeom>
            <a:solidFill>
              <a:schemeClr val="accent3">
                <a:lumMod val="75000"/>
              </a:schemeClr>
            </a:solidFill>
            <a:ln>
              <a:solidFill>
                <a:schemeClr val="accent3">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CN" sz="2200" dirty="0">
                  <a:latin typeface="Impact" panose="020B0806030902050204" pitchFamily="34" charset="0"/>
                </a:rPr>
                <a:t>02</a:t>
              </a:r>
              <a:endParaRPr lang="zh-CN" altLang="en-US" sz="2200" dirty="0">
                <a:latin typeface="Impact" panose="020B0806030902050204" pitchFamily="34" charset="0"/>
              </a:endParaRPr>
            </a:p>
          </p:txBody>
        </p:sp>
        <p:sp>
          <p:nvSpPr>
            <p:cNvPr id="3" name="文本框 2">
              <a:extLst>
                <a:ext uri="{FF2B5EF4-FFF2-40B4-BE49-F238E27FC236}">
                  <a16:creationId xmlns:a16="http://schemas.microsoft.com/office/drawing/2014/main" id="{4D6BD736-A4D3-4F26-AFED-36E11F50F70B}"/>
                </a:ext>
              </a:extLst>
            </p:cNvPr>
            <p:cNvSpPr txBox="1"/>
            <p:nvPr/>
          </p:nvSpPr>
          <p:spPr>
            <a:xfrm>
              <a:off x="1178441" y="898245"/>
              <a:ext cx="5438019" cy="400110"/>
            </a:xfrm>
            <a:prstGeom prst="rect">
              <a:avLst/>
            </a:prstGeom>
            <a:noFill/>
          </p:spPr>
          <p:txBody>
            <a:bodyPr wrap="square" rtlCol="0">
              <a:spAutoFit/>
            </a:bodyPr>
            <a:lstStyle/>
            <a:p>
              <a:r>
                <a:rPr lang="zh-CN" altLang="en-US" sz="2000" b="1" dirty="0"/>
                <a:t>网桥的主要结构和基本工作原理</a:t>
              </a:r>
              <a:endParaRPr lang="en-US" altLang="zh-CN" sz="2000" b="1" dirty="0"/>
            </a:p>
          </p:txBody>
        </p:sp>
      </p:grpSp>
      <p:grpSp>
        <p:nvGrpSpPr>
          <p:cNvPr id="68" name="组合 67">
            <a:extLst>
              <a:ext uri="{FF2B5EF4-FFF2-40B4-BE49-F238E27FC236}">
                <a16:creationId xmlns:a16="http://schemas.microsoft.com/office/drawing/2014/main" id="{FBDD2B67-CFD8-4D15-B0CB-99CDE1BCD2C1}"/>
              </a:ext>
            </a:extLst>
          </p:cNvPr>
          <p:cNvGrpSpPr/>
          <p:nvPr/>
        </p:nvGrpSpPr>
        <p:grpSpPr>
          <a:xfrm>
            <a:off x="1582761" y="2508120"/>
            <a:ext cx="2176953" cy="3466250"/>
            <a:chOff x="1582761" y="2975188"/>
            <a:chExt cx="2176953" cy="3466250"/>
          </a:xfrm>
        </p:grpSpPr>
        <p:cxnSp>
          <p:nvCxnSpPr>
            <p:cNvPr id="10" name="直接连接符 9">
              <a:extLst>
                <a:ext uri="{FF2B5EF4-FFF2-40B4-BE49-F238E27FC236}">
                  <a16:creationId xmlns:a16="http://schemas.microsoft.com/office/drawing/2014/main" id="{57CD7CE1-6D70-404F-8874-FFF6B3A5226C}"/>
                </a:ext>
              </a:extLst>
            </p:cNvPr>
            <p:cNvCxnSpPr/>
            <p:nvPr/>
          </p:nvCxnSpPr>
          <p:spPr>
            <a:xfrm flipV="1">
              <a:off x="3429788" y="3570779"/>
              <a:ext cx="0" cy="2519534"/>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2" name="直接连接符 11">
              <a:extLst>
                <a:ext uri="{FF2B5EF4-FFF2-40B4-BE49-F238E27FC236}">
                  <a16:creationId xmlns:a16="http://schemas.microsoft.com/office/drawing/2014/main" id="{D8605357-64B8-403C-B69D-293B8181688D}"/>
                </a:ext>
              </a:extLst>
            </p:cNvPr>
            <p:cNvCxnSpPr/>
            <p:nvPr/>
          </p:nvCxnSpPr>
          <p:spPr>
            <a:xfrm flipH="1">
              <a:off x="2197042" y="4718838"/>
              <a:ext cx="1232746"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pic>
          <p:nvPicPr>
            <p:cNvPr id="6" name="图片 5" descr="文本&#10;&#10;描述已自动生成">
              <a:extLst>
                <a:ext uri="{FF2B5EF4-FFF2-40B4-BE49-F238E27FC236}">
                  <a16:creationId xmlns:a16="http://schemas.microsoft.com/office/drawing/2014/main" id="{CC1640FE-FC97-4F0D-A169-7A830EF2EDF8}"/>
                </a:ext>
              </a:extLst>
            </p:cNvPr>
            <p:cNvPicPr>
              <a:picLocks noChangeAspect="1"/>
            </p:cNvPicPr>
            <p:nvPr/>
          </p:nvPicPr>
          <p:blipFill>
            <a:blip r:embed="rId3">
              <a:extLst>
                <a:ext uri="{28A0092B-C50C-407E-A947-70E740481C1C}">
                  <a14:useLocalDpi xmlns:a14="http://schemas.microsoft.com/office/drawing/2010/main" val="0"/>
                </a:ext>
              </a:extLst>
            </a:blip>
            <a:stretch>
              <a:fillRect/>
            </a:stretch>
          </p:blipFill>
          <p:spPr>
            <a:xfrm>
              <a:off x="3152753" y="4459926"/>
              <a:ext cx="589727" cy="552869"/>
            </a:xfrm>
            <a:prstGeom prst="rect">
              <a:avLst/>
            </a:prstGeom>
          </p:spPr>
        </p:pic>
        <p:sp>
          <p:nvSpPr>
            <p:cNvPr id="24" name="文本框 23">
              <a:extLst>
                <a:ext uri="{FF2B5EF4-FFF2-40B4-BE49-F238E27FC236}">
                  <a16:creationId xmlns:a16="http://schemas.microsoft.com/office/drawing/2014/main" id="{A09F2424-F501-43B6-9F1E-923B178736CF}"/>
                </a:ext>
              </a:extLst>
            </p:cNvPr>
            <p:cNvSpPr txBox="1"/>
            <p:nvPr/>
          </p:nvSpPr>
          <p:spPr>
            <a:xfrm>
              <a:off x="2410114" y="4881955"/>
              <a:ext cx="918385" cy="369332"/>
            </a:xfrm>
            <a:prstGeom prst="rect">
              <a:avLst/>
            </a:prstGeom>
            <a:noFill/>
          </p:spPr>
          <p:txBody>
            <a:bodyPr wrap="square" rtlCol="0">
              <a:spAutoFit/>
            </a:bodyPr>
            <a:lstStyle/>
            <a:p>
              <a:pPr algn="ctr"/>
              <a:r>
                <a:rPr lang="zh-CN" altLang="en-US" b="1" dirty="0">
                  <a:latin typeface="+mn-ea"/>
                </a:rPr>
                <a:t>集线器</a:t>
              </a:r>
            </a:p>
          </p:txBody>
        </p:sp>
        <p:grpSp>
          <p:nvGrpSpPr>
            <p:cNvPr id="49" name="组合 48">
              <a:extLst>
                <a:ext uri="{FF2B5EF4-FFF2-40B4-BE49-F238E27FC236}">
                  <a16:creationId xmlns:a16="http://schemas.microsoft.com/office/drawing/2014/main" id="{DDDCBF1E-27B7-4A8A-A92D-4565B3DE24A3}"/>
                </a:ext>
              </a:extLst>
            </p:cNvPr>
            <p:cNvGrpSpPr/>
            <p:nvPr/>
          </p:nvGrpSpPr>
          <p:grpSpPr>
            <a:xfrm>
              <a:off x="3070879" y="2975188"/>
              <a:ext cx="688835" cy="666249"/>
              <a:chOff x="3393222" y="2975188"/>
              <a:chExt cx="688835" cy="666249"/>
            </a:xfrm>
          </p:grpSpPr>
          <p:pic>
            <p:nvPicPr>
              <p:cNvPr id="8" name="图形 10">
                <a:extLst>
                  <a:ext uri="{FF2B5EF4-FFF2-40B4-BE49-F238E27FC236}">
                    <a16:creationId xmlns:a16="http://schemas.microsoft.com/office/drawing/2014/main" id="{2EF718D0-B543-4D59-A664-63F3A6288789}"/>
                  </a:ext>
                </a:extLst>
              </p:cNvPr>
              <p:cNvPicPr>
                <a:picLocks noChangeAspect="1"/>
              </p:cNvPicPr>
              <p:nvPr/>
            </p:nvPicPr>
            <p:blipFill>
              <a:blip r:embed="rId4">
                <a:extLst>
                  <a:ext uri="{28A0092B-C50C-407E-A947-70E740481C1C}">
                    <a14:useLocalDpi xmlns:a14="http://schemas.microsoft.com/office/drawing/2010/main" val="0"/>
                  </a:ext>
                  <a:ext uri="{96DAC541-7B7A-43D3-8B79-37D633B846F1}">
                    <asvg:svgBlip xmlns:asvg="http://schemas.microsoft.com/office/drawing/2016/SVG/main" r:embed="rId5"/>
                  </a:ext>
                </a:extLst>
              </a:blip>
              <a:stretch>
                <a:fillRect/>
              </a:stretch>
            </p:blipFill>
            <p:spPr>
              <a:xfrm>
                <a:off x="3393222" y="2975188"/>
                <a:ext cx="688835" cy="666249"/>
              </a:xfrm>
              <a:prstGeom prst="rect">
                <a:avLst/>
              </a:prstGeom>
            </p:spPr>
          </p:pic>
          <p:sp>
            <p:nvSpPr>
              <p:cNvPr id="48" name="文本框 47">
                <a:extLst>
                  <a:ext uri="{FF2B5EF4-FFF2-40B4-BE49-F238E27FC236}">
                    <a16:creationId xmlns:a16="http://schemas.microsoft.com/office/drawing/2014/main" id="{2C68C4A8-6BA7-4259-8285-CC090CD1F0B4}"/>
                  </a:ext>
                </a:extLst>
              </p:cNvPr>
              <p:cNvSpPr txBox="1"/>
              <p:nvPr/>
            </p:nvSpPr>
            <p:spPr>
              <a:xfrm>
                <a:off x="3680202" y="3014092"/>
                <a:ext cx="388699" cy="400110"/>
              </a:xfrm>
              <a:prstGeom prst="rect">
                <a:avLst/>
              </a:prstGeom>
              <a:noFill/>
            </p:spPr>
            <p:txBody>
              <a:bodyPr wrap="square">
                <a:spAutoFit/>
              </a:bodyPr>
              <a:lstStyle/>
              <a:p>
                <a:pPr algn="ctr"/>
                <a:r>
                  <a:rPr lang="en-US" altLang="zh-CN" sz="2000" b="1" dirty="0">
                    <a:solidFill>
                      <a:schemeClr val="bg1"/>
                    </a:solidFill>
                  </a:rPr>
                  <a:t>B</a:t>
                </a:r>
                <a:endParaRPr lang="zh-CN" altLang="en-US" sz="2000" dirty="0">
                  <a:solidFill>
                    <a:schemeClr val="bg1"/>
                  </a:solidFill>
                </a:endParaRPr>
              </a:p>
            </p:txBody>
          </p:sp>
        </p:grpSp>
        <p:grpSp>
          <p:nvGrpSpPr>
            <p:cNvPr id="50" name="组合 49">
              <a:extLst>
                <a:ext uri="{FF2B5EF4-FFF2-40B4-BE49-F238E27FC236}">
                  <a16:creationId xmlns:a16="http://schemas.microsoft.com/office/drawing/2014/main" id="{D3D0DCD0-1A19-471E-87DA-523DBBE9F3B3}"/>
                </a:ext>
              </a:extLst>
            </p:cNvPr>
            <p:cNvGrpSpPr/>
            <p:nvPr/>
          </p:nvGrpSpPr>
          <p:grpSpPr>
            <a:xfrm>
              <a:off x="1582761" y="4226630"/>
              <a:ext cx="688835" cy="666249"/>
              <a:chOff x="3393222" y="2975188"/>
              <a:chExt cx="688835" cy="666249"/>
            </a:xfrm>
          </p:grpSpPr>
          <p:pic>
            <p:nvPicPr>
              <p:cNvPr id="51" name="图形 10">
                <a:extLst>
                  <a:ext uri="{FF2B5EF4-FFF2-40B4-BE49-F238E27FC236}">
                    <a16:creationId xmlns:a16="http://schemas.microsoft.com/office/drawing/2014/main" id="{596C48AF-2448-4E53-8A64-FFA9DA2A9088}"/>
                  </a:ext>
                </a:extLst>
              </p:cNvPr>
              <p:cNvPicPr>
                <a:picLocks noChangeAspect="1"/>
              </p:cNvPicPr>
              <p:nvPr/>
            </p:nvPicPr>
            <p:blipFill>
              <a:blip r:embed="rId4">
                <a:extLst>
                  <a:ext uri="{28A0092B-C50C-407E-A947-70E740481C1C}">
                    <a14:useLocalDpi xmlns:a14="http://schemas.microsoft.com/office/drawing/2010/main" val="0"/>
                  </a:ext>
                  <a:ext uri="{96DAC541-7B7A-43D3-8B79-37D633B846F1}">
                    <asvg:svgBlip xmlns:asvg="http://schemas.microsoft.com/office/drawing/2016/SVG/main" r:embed="rId5"/>
                  </a:ext>
                </a:extLst>
              </a:blip>
              <a:stretch>
                <a:fillRect/>
              </a:stretch>
            </p:blipFill>
            <p:spPr>
              <a:xfrm>
                <a:off x="3393222" y="2975188"/>
                <a:ext cx="688835" cy="666249"/>
              </a:xfrm>
              <a:prstGeom prst="rect">
                <a:avLst/>
              </a:prstGeom>
            </p:spPr>
          </p:pic>
          <p:sp>
            <p:nvSpPr>
              <p:cNvPr id="52" name="文本框 51">
                <a:extLst>
                  <a:ext uri="{FF2B5EF4-FFF2-40B4-BE49-F238E27FC236}">
                    <a16:creationId xmlns:a16="http://schemas.microsoft.com/office/drawing/2014/main" id="{6F58764F-400F-4469-AF0D-114841AF71C4}"/>
                  </a:ext>
                </a:extLst>
              </p:cNvPr>
              <p:cNvSpPr txBox="1"/>
              <p:nvPr/>
            </p:nvSpPr>
            <p:spPr>
              <a:xfrm>
                <a:off x="3680202" y="3014092"/>
                <a:ext cx="388699" cy="400110"/>
              </a:xfrm>
              <a:prstGeom prst="rect">
                <a:avLst/>
              </a:prstGeom>
              <a:noFill/>
            </p:spPr>
            <p:txBody>
              <a:bodyPr wrap="square">
                <a:spAutoFit/>
              </a:bodyPr>
              <a:lstStyle/>
              <a:p>
                <a:pPr algn="ctr"/>
                <a:r>
                  <a:rPr lang="en-US" altLang="zh-CN" sz="2000" b="1" dirty="0">
                    <a:solidFill>
                      <a:schemeClr val="bg1"/>
                    </a:solidFill>
                  </a:rPr>
                  <a:t>A</a:t>
                </a:r>
                <a:endParaRPr lang="zh-CN" altLang="en-US" sz="2000" dirty="0">
                  <a:solidFill>
                    <a:schemeClr val="bg1"/>
                  </a:solidFill>
                </a:endParaRPr>
              </a:p>
            </p:txBody>
          </p:sp>
        </p:grpSp>
        <p:grpSp>
          <p:nvGrpSpPr>
            <p:cNvPr id="53" name="组合 52">
              <a:extLst>
                <a:ext uri="{FF2B5EF4-FFF2-40B4-BE49-F238E27FC236}">
                  <a16:creationId xmlns:a16="http://schemas.microsoft.com/office/drawing/2014/main" id="{FF3EA6E1-1627-422A-872A-CEC6B5031C51}"/>
                </a:ext>
              </a:extLst>
            </p:cNvPr>
            <p:cNvGrpSpPr/>
            <p:nvPr/>
          </p:nvGrpSpPr>
          <p:grpSpPr>
            <a:xfrm>
              <a:off x="2999378" y="5775189"/>
              <a:ext cx="688835" cy="666249"/>
              <a:chOff x="3393222" y="2975188"/>
              <a:chExt cx="688835" cy="666249"/>
            </a:xfrm>
          </p:grpSpPr>
          <p:pic>
            <p:nvPicPr>
              <p:cNvPr id="54" name="图形 10">
                <a:extLst>
                  <a:ext uri="{FF2B5EF4-FFF2-40B4-BE49-F238E27FC236}">
                    <a16:creationId xmlns:a16="http://schemas.microsoft.com/office/drawing/2014/main" id="{5731F8DC-F704-42E0-B0A7-4526A70A7BB4}"/>
                  </a:ext>
                </a:extLst>
              </p:cNvPr>
              <p:cNvPicPr>
                <a:picLocks noChangeAspect="1"/>
              </p:cNvPicPr>
              <p:nvPr/>
            </p:nvPicPr>
            <p:blipFill>
              <a:blip r:embed="rId4">
                <a:extLst>
                  <a:ext uri="{28A0092B-C50C-407E-A947-70E740481C1C}">
                    <a14:useLocalDpi xmlns:a14="http://schemas.microsoft.com/office/drawing/2010/main" val="0"/>
                  </a:ext>
                  <a:ext uri="{96DAC541-7B7A-43D3-8B79-37D633B846F1}">
                    <asvg:svgBlip xmlns:asvg="http://schemas.microsoft.com/office/drawing/2016/SVG/main" r:embed="rId5"/>
                  </a:ext>
                </a:extLst>
              </a:blip>
              <a:stretch>
                <a:fillRect/>
              </a:stretch>
            </p:blipFill>
            <p:spPr>
              <a:xfrm>
                <a:off x="3393222" y="2975188"/>
                <a:ext cx="688835" cy="666249"/>
              </a:xfrm>
              <a:prstGeom prst="rect">
                <a:avLst/>
              </a:prstGeom>
            </p:spPr>
          </p:pic>
          <p:sp>
            <p:nvSpPr>
              <p:cNvPr id="55" name="文本框 54">
                <a:extLst>
                  <a:ext uri="{FF2B5EF4-FFF2-40B4-BE49-F238E27FC236}">
                    <a16:creationId xmlns:a16="http://schemas.microsoft.com/office/drawing/2014/main" id="{66C31479-3D81-49A4-AB89-1F948B51E0CC}"/>
                  </a:ext>
                </a:extLst>
              </p:cNvPr>
              <p:cNvSpPr txBox="1"/>
              <p:nvPr/>
            </p:nvSpPr>
            <p:spPr>
              <a:xfrm>
                <a:off x="3680202" y="3014092"/>
                <a:ext cx="388699" cy="400110"/>
              </a:xfrm>
              <a:prstGeom prst="rect">
                <a:avLst/>
              </a:prstGeom>
              <a:noFill/>
            </p:spPr>
            <p:txBody>
              <a:bodyPr wrap="square">
                <a:spAutoFit/>
              </a:bodyPr>
              <a:lstStyle/>
              <a:p>
                <a:pPr algn="ctr"/>
                <a:r>
                  <a:rPr lang="en-US" altLang="zh-CN" sz="2000" b="1" dirty="0">
                    <a:solidFill>
                      <a:schemeClr val="bg1"/>
                    </a:solidFill>
                  </a:rPr>
                  <a:t>C</a:t>
                </a:r>
                <a:endParaRPr lang="zh-CN" altLang="en-US" sz="2000" dirty="0">
                  <a:solidFill>
                    <a:schemeClr val="bg1"/>
                  </a:solidFill>
                </a:endParaRPr>
              </a:p>
            </p:txBody>
          </p:sp>
        </p:grpSp>
      </p:grpSp>
      <p:grpSp>
        <p:nvGrpSpPr>
          <p:cNvPr id="69" name="组合 68">
            <a:extLst>
              <a:ext uri="{FF2B5EF4-FFF2-40B4-BE49-F238E27FC236}">
                <a16:creationId xmlns:a16="http://schemas.microsoft.com/office/drawing/2014/main" id="{A628612D-EFE3-41BB-B9AC-2206D27E409D}"/>
              </a:ext>
            </a:extLst>
          </p:cNvPr>
          <p:cNvGrpSpPr/>
          <p:nvPr/>
        </p:nvGrpSpPr>
        <p:grpSpPr>
          <a:xfrm>
            <a:off x="7727618" y="2508120"/>
            <a:ext cx="2926209" cy="3466250"/>
            <a:chOff x="7727618" y="2975188"/>
            <a:chExt cx="2926209" cy="3466250"/>
          </a:xfrm>
        </p:grpSpPr>
        <p:cxnSp>
          <p:nvCxnSpPr>
            <p:cNvPr id="29" name="直接连接符 28">
              <a:extLst>
                <a:ext uri="{FF2B5EF4-FFF2-40B4-BE49-F238E27FC236}">
                  <a16:creationId xmlns:a16="http://schemas.microsoft.com/office/drawing/2014/main" id="{E56B4713-4CD9-4EB3-BC7C-1A8480EFB20A}"/>
                </a:ext>
              </a:extLst>
            </p:cNvPr>
            <p:cNvCxnSpPr/>
            <p:nvPr/>
          </p:nvCxnSpPr>
          <p:spPr>
            <a:xfrm flipV="1">
              <a:off x="8747292" y="3570779"/>
              <a:ext cx="0" cy="2519534"/>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2" name="直接连接符 31">
              <a:extLst>
                <a:ext uri="{FF2B5EF4-FFF2-40B4-BE49-F238E27FC236}">
                  <a16:creationId xmlns:a16="http://schemas.microsoft.com/office/drawing/2014/main" id="{8EE47979-5596-4A22-BF62-6654121E2D79}"/>
                </a:ext>
              </a:extLst>
            </p:cNvPr>
            <p:cNvCxnSpPr>
              <a:cxnSpLocks/>
            </p:cNvCxnSpPr>
            <p:nvPr/>
          </p:nvCxnSpPr>
          <p:spPr>
            <a:xfrm flipH="1">
              <a:off x="9001267" y="4718511"/>
              <a:ext cx="1232746"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pic>
          <p:nvPicPr>
            <p:cNvPr id="34" name="图片 33" descr="文本&#10;&#10;描述已自动生成">
              <a:extLst>
                <a:ext uri="{FF2B5EF4-FFF2-40B4-BE49-F238E27FC236}">
                  <a16:creationId xmlns:a16="http://schemas.microsoft.com/office/drawing/2014/main" id="{E8AD18FE-1933-4C24-9A0F-3DB2F13E6F45}"/>
                </a:ext>
              </a:extLst>
            </p:cNvPr>
            <p:cNvPicPr>
              <a:picLocks noChangeAspect="1"/>
            </p:cNvPicPr>
            <p:nvPr/>
          </p:nvPicPr>
          <p:blipFill>
            <a:blip r:embed="rId3">
              <a:extLst>
                <a:ext uri="{28A0092B-C50C-407E-A947-70E740481C1C}">
                  <a14:useLocalDpi xmlns:a14="http://schemas.microsoft.com/office/drawing/2010/main" val="0"/>
                </a:ext>
              </a:extLst>
            </a:blip>
            <a:stretch>
              <a:fillRect/>
            </a:stretch>
          </p:blipFill>
          <p:spPr>
            <a:xfrm>
              <a:off x="8470257" y="4459926"/>
              <a:ext cx="589727" cy="552869"/>
            </a:xfrm>
            <a:prstGeom prst="rect">
              <a:avLst/>
            </a:prstGeom>
          </p:spPr>
        </p:pic>
        <p:sp>
          <p:nvSpPr>
            <p:cNvPr id="38" name="文本框 37">
              <a:extLst>
                <a:ext uri="{FF2B5EF4-FFF2-40B4-BE49-F238E27FC236}">
                  <a16:creationId xmlns:a16="http://schemas.microsoft.com/office/drawing/2014/main" id="{AB22D513-D3E1-4C8E-9C6B-C6F307714CC9}"/>
                </a:ext>
              </a:extLst>
            </p:cNvPr>
            <p:cNvSpPr txBox="1"/>
            <p:nvPr/>
          </p:nvSpPr>
          <p:spPr>
            <a:xfrm>
              <a:off x="7727618" y="4881955"/>
              <a:ext cx="918385" cy="369332"/>
            </a:xfrm>
            <a:prstGeom prst="rect">
              <a:avLst/>
            </a:prstGeom>
            <a:noFill/>
          </p:spPr>
          <p:txBody>
            <a:bodyPr wrap="square" rtlCol="0">
              <a:spAutoFit/>
            </a:bodyPr>
            <a:lstStyle/>
            <a:p>
              <a:pPr algn="ctr"/>
              <a:r>
                <a:rPr lang="zh-CN" altLang="en-US" b="1" dirty="0">
                  <a:latin typeface="+mn-ea"/>
                </a:rPr>
                <a:t>集线器</a:t>
              </a:r>
            </a:p>
          </p:txBody>
        </p:sp>
        <p:grpSp>
          <p:nvGrpSpPr>
            <p:cNvPr id="56" name="组合 55">
              <a:extLst>
                <a:ext uri="{FF2B5EF4-FFF2-40B4-BE49-F238E27FC236}">
                  <a16:creationId xmlns:a16="http://schemas.microsoft.com/office/drawing/2014/main" id="{5CCE6D3E-70BC-43C0-A32D-8DE79BC9D7A4}"/>
                </a:ext>
              </a:extLst>
            </p:cNvPr>
            <p:cNvGrpSpPr/>
            <p:nvPr/>
          </p:nvGrpSpPr>
          <p:grpSpPr>
            <a:xfrm>
              <a:off x="8402874" y="2975188"/>
              <a:ext cx="688835" cy="666249"/>
              <a:chOff x="3393222" y="2975188"/>
              <a:chExt cx="688835" cy="666249"/>
            </a:xfrm>
          </p:grpSpPr>
          <p:pic>
            <p:nvPicPr>
              <p:cNvPr id="57" name="图形 10">
                <a:extLst>
                  <a:ext uri="{FF2B5EF4-FFF2-40B4-BE49-F238E27FC236}">
                    <a16:creationId xmlns:a16="http://schemas.microsoft.com/office/drawing/2014/main" id="{8CFCBFFC-BB45-4B82-AFD4-824103EF067B}"/>
                  </a:ext>
                </a:extLst>
              </p:cNvPr>
              <p:cNvPicPr>
                <a:picLocks noChangeAspect="1"/>
              </p:cNvPicPr>
              <p:nvPr/>
            </p:nvPicPr>
            <p:blipFill>
              <a:blip r:embed="rId4">
                <a:extLst>
                  <a:ext uri="{28A0092B-C50C-407E-A947-70E740481C1C}">
                    <a14:useLocalDpi xmlns:a14="http://schemas.microsoft.com/office/drawing/2010/main" val="0"/>
                  </a:ext>
                  <a:ext uri="{96DAC541-7B7A-43D3-8B79-37D633B846F1}">
                    <asvg:svgBlip xmlns:asvg="http://schemas.microsoft.com/office/drawing/2016/SVG/main" r:embed="rId5"/>
                  </a:ext>
                </a:extLst>
              </a:blip>
              <a:stretch>
                <a:fillRect/>
              </a:stretch>
            </p:blipFill>
            <p:spPr>
              <a:xfrm>
                <a:off x="3393222" y="2975188"/>
                <a:ext cx="688835" cy="666249"/>
              </a:xfrm>
              <a:prstGeom prst="rect">
                <a:avLst/>
              </a:prstGeom>
            </p:spPr>
          </p:pic>
          <p:sp>
            <p:nvSpPr>
              <p:cNvPr id="58" name="文本框 57">
                <a:extLst>
                  <a:ext uri="{FF2B5EF4-FFF2-40B4-BE49-F238E27FC236}">
                    <a16:creationId xmlns:a16="http://schemas.microsoft.com/office/drawing/2014/main" id="{A2C2791C-F656-4FE8-8D84-F7B1F2FFE51B}"/>
                  </a:ext>
                </a:extLst>
              </p:cNvPr>
              <p:cNvSpPr txBox="1"/>
              <p:nvPr/>
            </p:nvSpPr>
            <p:spPr>
              <a:xfrm>
                <a:off x="3680202" y="3014092"/>
                <a:ext cx="388699" cy="400110"/>
              </a:xfrm>
              <a:prstGeom prst="rect">
                <a:avLst/>
              </a:prstGeom>
              <a:noFill/>
            </p:spPr>
            <p:txBody>
              <a:bodyPr wrap="square">
                <a:spAutoFit/>
              </a:bodyPr>
              <a:lstStyle/>
              <a:p>
                <a:pPr algn="ctr"/>
                <a:r>
                  <a:rPr lang="en-US" altLang="zh-CN" sz="2000" b="1" dirty="0">
                    <a:solidFill>
                      <a:schemeClr val="bg1"/>
                    </a:solidFill>
                  </a:rPr>
                  <a:t>D</a:t>
                </a:r>
                <a:endParaRPr lang="zh-CN" altLang="en-US" sz="2000" dirty="0">
                  <a:solidFill>
                    <a:schemeClr val="bg1"/>
                  </a:solidFill>
                </a:endParaRPr>
              </a:p>
            </p:txBody>
          </p:sp>
        </p:grpSp>
        <p:grpSp>
          <p:nvGrpSpPr>
            <p:cNvPr id="59" name="组合 58">
              <a:extLst>
                <a:ext uri="{FF2B5EF4-FFF2-40B4-BE49-F238E27FC236}">
                  <a16:creationId xmlns:a16="http://schemas.microsoft.com/office/drawing/2014/main" id="{AE451401-4963-4988-822C-D7C0BF12C0B3}"/>
                </a:ext>
              </a:extLst>
            </p:cNvPr>
            <p:cNvGrpSpPr/>
            <p:nvPr/>
          </p:nvGrpSpPr>
          <p:grpSpPr>
            <a:xfrm>
              <a:off x="8301585" y="5775189"/>
              <a:ext cx="688835" cy="666249"/>
              <a:chOff x="3393222" y="2975188"/>
              <a:chExt cx="688835" cy="666249"/>
            </a:xfrm>
          </p:grpSpPr>
          <p:pic>
            <p:nvPicPr>
              <p:cNvPr id="60" name="图形 10">
                <a:extLst>
                  <a:ext uri="{FF2B5EF4-FFF2-40B4-BE49-F238E27FC236}">
                    <a16:creationId xmlns:a16="http://schemas.microsoft.com/office/drawing/2014/main" id="{6CFE9B85-34B3-4571-A81C-A0A44D15569C}"/>
                  </a:ext>
                </a:extLst>
              </p:cNvPr>
              <p:cNvPicPr>
                <a:picLocks noChangeAspect="1"/>
              </p:cNvPicPr>
              <p:nvPr/>
            </p:nvPicPr>
            <p:blipFill>
              <a:blip r:embed="rId4">
                <a:extLst>
                  <a:ext uri="{28A0092B-C50C-407E-A947-70E740481C1C}">
                    <a14:useLocalDpi xmlns:a14="http://schemas.microsoft.com/office/drawing/2010/main" val="0"/>
                  </a:ext>
                  <a:ext uri="{96DAC541-7B7A-43D3-8B79-37D633B846F1}">
                    <asvg:svgBlip xmlns:asvg="http://schemas.microsoft.com/office/drawing/2016/SVG/main" r:embed="rId5"/>
                  </a:ext>
                </a:extLst>
              </a:blip>
              <a:stretch>
                <a:fillRect/>
              </a:stretch>
            </p:blipFill>
            <p:spPr>
              <a:xfrm>
                <a:off x="3393222" y="2975188"/>
                <a:ext cx="688835" cy="666249"/>
              </a:xfrm>
              <a:prstGeom prst="rect">
                <a:avLst/>
              </a:prstGeom>
            </p:spPr>
          </p:pic>
          <p:sp>
            <p:nvSpPr>
              <p:cNvPr id="61" name="文本框 60">
                <a:extLst>
                  <a:ext uri="{FF2B5EF4-FFF2-40B4-BE49-F238E27FC236}">
                    <a16:creationId xmlns:a16="http://schemas.microsoft.com/office/drawing/2014/main" id="{F38DCF20-B743-48E8-8FE7-69B49827706C}"/>
                  </a:ext>
                </a:extLst>
              </p:cNvPr>
              <p:cNvSpPr txBox="1"/>
              <p:nvPr/>
            </p:nvSpPr>
            <p:spPr>
              <a:xfrm>
                <a:off x="3680202" y="3014092"/>
                <a:ext cx="388699" cy="400110"/>
              </a:xfrm>
              <a:prstGeom prst="rect">
                <a:avLst/>
              </a:prstGeom>
              <a:noFill/>
            </p:spPr>
            <p:txBody>
              <a:bodyPr wrap="square">
                <a:spAutoFit/>
              </a:bodyPr>
              <a:lstStyle/>
              <a:p>
                <a:pPr algn="ctr"/>
                <a:r>
                  <a:rPr lang="en-US" altLang="zh-CN" sz="2000" b="1" dirty="0">
                    <a:solidFill>
                      <a:schemeClr val="bg1"/>
                    </a:solidFill>
                  </a:rPr>
                  <a:t>F</a:t>
                </a:r>
                <a:endParaRPr lang="zh-CN" altLang="en-US" sz="2000" dirty="0">
                  <a:solidFill>
                    <a:schemeClr val="bg1"/>
                  </a:solidFill>
                </a:endParaRPr>
              </a:p>
            </p:txBody>
          </p:sp>
        </p:grpSp>
        <p:grpSp>
          <p:nvGrpSpPr>
            <p:cNvPr id="62" name="组合 61">
              <a:extLst>
                <a:ext uri="{FF2B5EF4-FFF2-40B4-BE49-F238E27FC236}">
                  <a16:creationId xmlns:a16="http://schemas.microsoft.com/office/drawing/2014/main" id="{4FA3F4E8-7F85-40DF-B095-E0B539CA8F21}"/>
                </a:ext>
              </a:extLst>
            </p:cNvPr>
            <p:cNvGrpSpPr/>
            <p:nvPr/>
          </p:nvGrpSpPr>
          <p:grpSpPr>
            <a:xfrm>
              <a:off x="9964992" y="4265534"/>
              <a:ext cx="688835" cy="666249"/>
              <a:chOff x="3393222" y="2975188"/>
              <a:chExt cx="688835" cy="666249"/>
            </a:xfrm>
          </p:grpSpPr>
          <p:pic>
            <p:nvPicPr>
              <p:cNvPr id="63" name="图形 10">
                <a:extLst>
                  <a:ext uri="{FF2B5EF4-FFF2-40B4-BE49-F238E27FC236}">
                    <a16:creationId xmlns:a16="http://schemas.microsoft.com/office/drawing/2014/main" id="{C80591CD-393F-44E1-B076-CAA226FBC02F}"/>
                  </a:ext>
                </a:extLst>
              </p:cNvPr>
              <p:cNvPicPr>
                <a:picLocks noChangeAspect="1"/>
              </p:cNvPicPr>
              <p:nvPr/>
            </p:nvPicPr>
            <p:blipFill>
              <a:blip r:embed="rId4">
                <a:extLst>
                  <a:ext uri="{28A0092B-C50C-407E-A947-70E740481C1C}">
                    <a14:useLocalDpi xmlns:a14="http://schemas.microsoft.com/office/drawing/2010/main" val="0"/>
                  </a:ext>
                  <a:ext uri="{96DAC541-7B7A-43D3-8B79-37D633B846F1}">
                    <asvg:svgBlip xmlns:asvg="http://schemas.microsoft.com/office/drawing/2016/SVG/main" r:embed="rId5"/>
                  </a:ext>
                </a:extLst>
              </a:blip>
              <a:stretch>
                <a:fillRect/>
              </a:stretch>
            </p:blipFill>
            <p:spPr>
              <a:xfrm>
                <a:off x="3393222" y="2975188"/>
                <a:ext cx="688835" cy="666249"/>
              </a:xfrm>
              <a:prstGeom prst="rect">
                <a:avLst/>
              </a:prstGeom>
            </p:spPr>
          </p:pic>
          <p:sp>
            <p:nvSpPr>
              <p:cNvPr id="64" name="文本框 63">
                <a:extLst>
                  <a:ext uri="{FF2B5EF4-FFF2-40B4-BE49-F238E27FC236}">
                    <a16:creationId xmlns:a16="http://schemas.microsoft.com/office/drawing/2014/main" id="{3DBF579E-81CB-4A1A-B202-A067DB99C525}"/>
                  </a:ext>
                </a:extLst>
              </p:cNvPr>
              <p:cNvSpPr txBox="1"/>
              <p:nvPr/>
            </p:nvSpPr>
            <p:spPr>
              <a:xfrm>
                <a:off x="3680202" y="3014092"/>
                <a:ext cx="388699" cy="400110"/>
              </a:xfrm>
              <a:prstGeom prst="rect">
                <a:avLst/>
              </a:prstGeom>
              <a:noFill/>
            </p:spPr>
            <p:txBody>
              <a:bodyPr wrap="square">
                <a:spAutoFit/>
              </a:bodyPr>
              <a:lstStyle/>
              <a:p>
                <a:pPr algn="ctr"/>
                <a:r>
                  <a:rPr lang="en-US" altLang="zh-CN" sz="2000" b="1" dirty="0">
                    <a:solidFill>
                      <a:schemeClr val="bg1"/>
                    </a:solidFill>
                  </a:rPr>
                  <a:t>E</a:t>
                </a:r>
                <a:endParaRPr lang="zh-CN" altLang="en-US" sz="2000" dirty="0">
                  <a:solidFill>
                    <a:schemeClr val="bg1"/>
                  </a:solidFill>
                </a:endParaRPr>
              </a:p>
            </p:txBody>
          </p:sp>
        </p:grpSp>
      </p:grpSp>
      <p:grpSp>
        <p:nvGrpSpPr>
          <p:cNvPr id="67" name="组合 66">
            <a:extLst>
              <a:ext uri="{FF2B5EF4-FFF2-40B4-BE49-F238E27FC236}">
                <a16:creationId xmlns:a16="http://schemas.microsoft.com/office/drawing/2014/main" id="{F9C53DC6-7A3B-47E3-B5BC-B6441CF64DA5}"/>
              </a:ext>
            </a:extLst>
          </p:cNvPr>
          <p:cNvGrpSpPr/>
          <p:nvPr/>
        </p:nvGrpSpPr>
        <p:grpSpPr>
          <a:xfrm>
            <a:off x="5493003" y="3951444"/>
            <a:ext cx="1214772" cy="843699"/>
            <a:chOff x="5493003" y="4418512"/>
            <a:chExt cx="1214772" cy="843699"/>
          </a:xfrm>
        </p:grpSpPr>
        <p:grpSp>
          <p:nvGrpSpPr>
            <p:cNvPr id="28" name="组合 27">
              <a:extLst>
                <a:ext uri="{FF2B5EF4-FFF2-40B4-BE49-F238E27FC236}">
                  <a16:creationId xmlns:a16="http://schemas.microsoft.com/office/drawing/2014/main" id="{66A2236D-BD6A-4A16-A4A6-4FAC4F802160}"/>
                </a:ext>
              </a:extLst>
            </p:cNvPr>
            <p:cNvGrpSpPr/>
            <p:nvPr/>
          </p:nvGrpSpPr>
          <p:grpSpPr>
            <a:xfrm>
              <a:off x="5758936" y="4418512"/>
              <a:ext cx="694865" cy="843699"/>
              <a:chOff x="5748567" y="4622444"/>
              <a:chExt cx="694865" cy="843699"/>
            </a:xfrm>
          </p:grpSpPr>
          <p:pic>
            <p:nvPicPr>
              <p:cNvPr id="26" name="图片 25" descr="图片包含 图标&#10;&#10;描述已自动生成">
                <a:extLst>
                  <a:ext uri="{FF2B5EF4-FFF2-40B4-BE49-F238E27FC236}">
                    <a16:creationId xmlns:a16="http://schemas.microsoft.com/office/drawing/2014/main" id="{B84DFC4A-BB51-4FF0-9656-07E3BB532308}"/>
                  </a:ext>
                </a:extLst>
              </p:cNvPr>
              <p:cNvPicPr>
                <a:picLocks noChangeAspect="1"/>
              </p:cNvPicPr>
              <p:nvPr/>
            </p:nvPicPr>
            <p:blipFill>
              <a:blip r:embed="rId6">
                <a:extLst>
                  <a:ext uri="{28A0092B-C50C-407E-A947-70E740481C1C}">
                    <a14:useLocalDpi xmlns:a14="http://schemas.microsoft.com/office/drawing/2010/main" val="0"/>
                  </a:ext>
                </a:extLst>
              </a:blip>
              <a:stretch>
                <a:fillRect/>
              </a:stretch>
            </p:blipFill>
            <p:spPr>
              <a:xfrm>
                <a:off x="5812708" y="4622444"/>
                <a:ext cx="581100" cy="474367"/>
              </a:xfrm>
              <a:prstGeom prst="rect">
                <a:avLst/>
              </a:prstGeom>
            </p:spPr>
          </p:pic>
          <p:sp>
            <p:nvSpPr>
              <p:cNvPr id="27" name="文本框 26">
                <a:extLst>
                  <a:ext uri="{FF2B5EF4-FFF2-40B4-BE49-F238E27FC236}">
                    <a16:creationId xmlns:a16="http://schemas.microsoft.com/office/drawing/2014/main" id="{07AA94A1-946A-4935-A568-945B0455C199}"/>
                  </a:ext>
                </a:extLst>
              </p:cNvPr>
              <p:cNvSpPr txBox="1"/>
              <p:nvPr/>
            </p:nvSpPr>
            <p:spPr>
              <a:xfrm>
                <a:off x="5748567" y="5096811"/>
                <a:ext cx="694865" cy="369332"/>
              </a:xfrm>
              <a:prstGeom prst="rect">
                <a:avLst/>
              </a:prstGeom>
              <a:noFill/>
            </p:spPr>
            <p:txBody>
              <a:bodyPr wrap="square" rtlCol="0">
                <a:spAutoFit/>
              </a:bodyPr>
              <a:lstStyle/>
              <a:p>
                <a:pPr algn="ctr"/>
                <a:r>
                  <a:rPr lang="zh-CN" altLang="en-US" b="1" dirty="0">
                    <a:latin typeface="+mn-ea"/>
                  </a:rPr>
                  <a:t>网桥</a:t>
                </a:r>
              </a:p>
            </p:txBody>
          </p:sp>
        </p:grpSp>
        <p:sp>
          <p:nvSpPr>
            <p:cNvPr id="65" name="文本框 64">
              <a:extLst>
                <a:ext uri="{FF2B5EF4-FFF2-40B4-BE49-F238E27FC236}">
                  <a16:creationId xmlns:a16="http://schemas.microsoft.com/office/drawing/2014/main" id="{FF278548-C053-4B18-B9F5-EA4CB65CA520}"/>
                </a:ext>
              </a:extLst>
            </p:cNvPr>
            <p:cNvSpPr txBox="1"/>
            <p:nvPr/>
          </p:nvSpPr>
          <p:spPr>
            <a:xfrm>
              <a:off x="5493003" y="4665644"/>
              <a:ext cx="388699" cy="400110"/>
            </a:xfrm>
            <a:prstGeom prst="rect">
              <a:avLst/>
            </a:prstGeom>
            <a:noFill/>
          </p:spPr>
          <p:txBody>
            <a:bodyPr wrap="square">
              <a:spAutoFit/>
            </a:bodyPr>
            <a:lstStyle/>
            <a:p>
              <a:pPr algn="ctr"/>
              <a:r>
                <a:rPr lang="en-US" altLang="zh-CN" sz="2000" b="1" dirty="0"/>
                <a:t>1</a:t>
              </a:r>
              <a:endParaRPr lang="zh-CN" altLang="en-US" sz="2000" dirty="0"/>
            </a:p>
          </p:txBody>
        </p:sp>
        <p:sp>
          <p:nvSpPr>
            <p:cNvPr id="66" name="文本框 65">
              <a:extLst>
                <a:ext uri="{FF2B5EF4-FFF2-40B4-BE49-F238E27FC236}">
                  <a16:creationId xmlns:a16="http://schemas.microsoft.com/office/drawing/2014/main" id="{87F89E8D-5E77-4FCF-A24D-55995B18CCAE}"/>
                </a:ext>
              </a:extLst>
            </p:cNvPr>
            <p:cNvSpPr txBox="1"/>
            <p:nvPr/>
          </p:nvSpPr>
          <p:spPr>
            <a:xfrm>
              <a:off x="6319076" y="4665644"/>
              <a:ext cx="388699" cy="400110"/>
            </a:xfrm>
            <a:prstGeom prst="rect">
              <a:avLst/>
            </a:prstGeom>
            <a:noFill/>
          </p:spPr>
          <p:txBody>
            <a:bodyPr wrap="square">
              <a:spAutoFit/>
            </a:bodyPr>
            <a:lstStyle/>
            <a:p>
              <a:pPr algn="ctr"/>
              <a:r>
                <a:rPr lang="en-US" altLang="zh-CN" sz="2000" b="1" dirty="0"/>
                <a:t>2</a:t>
              </a:r>
              <a:endParaRPr lang="zh-CN" altLang="en-US" sz="2000" dirty="0"/>
            </a:p>
          </p:txBody>
        </p:sp>
      </p:grpSp>
    </p:spTree>
    <p:custDataLst>
      <p:tags r:id="rId1"/>
    </p:custDataLst>
    <p:extLst>
      <p:ext uri="{BB962C8B-B14F-4D97-AF65-F5344CB8AC3E}">
        <p14:creationId xmlns:p14="http://schemas.microsoft.com/office/powerpoint/2010/main" val="3304445010"/>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2" presetClass="entr" presetSubtype="1" fill="hold" nodeType="withEffect">
                                  <p:stCondLst>
                                    <p:cond delay="0"/>
                                  </p:stCondLst>
                                  <p:childTnLst>
                                    <p:set>
                                      <p:cBhvr>
                                        <p:cTn id="6" dur="1" fill="hold">
                                          <p:stCondLst>
                                            <p:cond delay="0"/>
                                          </p:stCondLst>
                                        </p:cTn>
                                        <p:tgtEl>
                                          <p:spTgt spid="4"/>
                                        </p:tgtEl>
                                        <p:attrNameLst>
                                          <p:attrName>style.visibility</p:attrName>
                                        </p:attrNameLst>
                                      </p:cBhvr>
                                      <p:to>
                                        <p:strVal val="visible"/>
                                      </p:to>
                                    </p:set>
                                    <p:anim calcmode="lin" valueType="num">
                                      <p:cBhvr additive="base">
                                        <p:cTn id="7" dur="1000"/>
                                        <p:tgtEl>
                                          <p:spTgt spid="4"/>
                                        </p:tgtEl>
                                        <p:attrNameLst>
                                          <p:attrName>ppt_y</p:attrName>
                                        </p:attrNameLst>
                                      </p:cBhvr>
                                      <p:tavLst>
                                        <p:tav tm="0">
                                          <p:val>
                                            <p:strVal val="#ppt_y-#ppt_h*1.125000"/>
                                          </p:val>
                                        </p:tav>
                                        <p:tav tm="100000">
                                          <p:val>
                                            <p:strVal val="#ppt_y"/>
                                          </p:val>
                                        </p:tav>
                                      </p:tavLst>
                                    </p:anim>
                                    <p:animEffect transition="in" filter="wipe(down)">
                                      <p:cBhvr>
                                        <p:cTn id="8" dur="1000"/>
                                        <p:tgtEl>
                                          <p:spTgt spid="4"/>
                                        </p:tgtEl>
                                      </p:cBhvr>
                                    </p:animEffect>
                                  </p:childTnLst>
                                </p:cTn>
                              </p:par>
                            </p:childTnLst>
                          </p:cTn>
                        </p:par>
                      </p:childTnLst>
                    </p:cTn>
                  </p:par>
                  <p:par>
                    <p:cTn id="9" fill="hold">
                      <p:stCondLst>
                        <p:cond delay="indefinite"/>
                      </p:stCondLst>
                      <p:childTnLst>
                        <p:par>
                          <p:cTn id="10" fill="hold">
                            <p:stCondLst>
                              <p:cond delay="0"/>
                            </p:stCondLst>
                            <p:childTnLst>
                              <p:par>
                                <p:cTn id="11" presetID="49" presetClass="entr" presetSubtype="0" decel="100000" fill="hold" nodeType="clickEffect">
                                  <p:stCondLst>
                                    <p:cond delay="0"/>
                                  </p:stCondLst>
                                  <p:childTnLst>
                                    <p:set>
                                      <p:cBhvr>
                                        <p:cTn id="12" dur="1" fill="hold">
                                          <p:stCondLst>
                                            <p:cond delay="0"/>
                                          </p:stCondLst>
                                        </p:cTn>
                                        <p:tgtEl>
                                          <p:spTgt spid="67"/>
                                        </p:tgtEl>
                                        <p:attrNameLst>
                                          <p:attrName>style.visibility</p:attrName>
                                        </p:attrNameLst>
                                      </p:cBhvr>
                                      <p:to>
                                        <p:strVal val="visible"/>
                                      </p:to>
                                    </p:set>
                                    <p:anim calcmode="lin" valueType="num">
                                      <p:cBhvr>
                                        <p:cTn id="13" dur="500" fill="hold"/>
                                        <p:tgtEl>
                                          <p:spTgt spid="67"/>
                                        </p:tgtEl>
                                        <p:attrNameLst>
                                          <p:attrName>ppt_w</p:attrName>
                                        </p:attrNameLst>
                                      </p:cBhvr>
                                      <p:tavLst>
                                        <p:tav tm="0">
                                          <p:val>
                                            <p:fltVal val="0"/>
                                          </p:val>
                                        </p:tav>
                                        <p:tav tm="100000">
                                          <p:val>
                                            <p:strVal val="#ppt_w"/>
                                          </p:val>
                                        </p:tav>
                                      </p:tavLst>
                                    </p:anim>
                                    <p:anim calcmode="lin" valueType="num">
                                      <p:cBhvr>
                                        <p:cTn id="14" dur="500" fill="hold"/>
                                        <p:tgtEl>
                                          <p:spTgt spid="67"/>
                                        </p:tgtEl>
                                        <p:attrNameLst>
                                          <p:attrName>ppt_h</p:attrName>
                                        </p:attrNameLst>
                                      </p:cBhvr>
                                      <p:tavLst>
                                        <p:tav tm="0">
                                          <p:val>
                                            <p:fltVal val="0"/>
                                          </p:val>
                                        </p:tav>
                                        <p:tav tm="100000">
                                          <p:val>
                                            <p:strVal val="#ppt_h"/>
                                          </p:val>
                                        </p:tav>
                                      </p:tavLst>
                                    </p:anim>
                                    <p:anim calcmode="lin" valueType="num">
                                      <p:cBhvr>
                                        <p:cTn id="15" dur="500" fill="hold"/>
                                        <p:tgtEl>
                                          <p:spTgt spid="67"/>
                                        </p:tgtEl>
                                        <p:attrNameLst>
                                          <p:attrName>style.rotation</p:attrName>
                                        </p:attrNameLst>
                                      </p:cBhvr>
                                      <p:tavLst>
                                        <p:tav tm="0">
                                          <p:val>
                                            <p:fltVal val="360"/>
                                          </p:val>
                                        </p:tav>
                                        <p:tav tm="100000">
                                          <p:val>
                                            <p:fltVal val="0"/>
                                          </p:val>
                                        </p:tav>
                                      </p:tavLst>
                                    </p:anim>
                                    <p:animEffect transition="in" filter="fade">
                                      <p:cBhvr>
                                        <p:cTn id="16" dur="500"/>
                                        <p:tgtEl>
                                          <p:spTgt spid="67"/>
                                        </p:tgtEl>
                                      </p:cBhvr>
                                    </p:animEffect>
                                  </p:childTnLst>
                                </p:cTn>
                              </p:par>
                            </p:childTnLst>
                          </p:cTn>
                        </p:par>
                      </p:childTnLst>
                    </p:cTn>
                  </p:par>
                  <p:par>
                    <p:cTn id="17" fill="hold">
                      <p:stCondLst>
                        <p:cond delay="indefinite"/>
                      </p:stCondLst>
                      <p:childTnLst>
                        <p:par>
                          <p:cTn id="18" fill="hold">
                            <p:stCondLst>
                              <p:cond delay="0"/>
                            </p:stCondLst>
                            <p:childTnLst>
                              <p:par>
                                <p:cTn id="19" presetID="2" presetClass="entr" presetSubtype="8" fill="hold" nodeType="clickEffect">
                                  <p:stCondLst>
                                    <p:cond delay="0"/>
                                  </p:stCondLst>
                                  <p:childTnLst>
                                    <p:set>
                                      <p:cBhvr>
                                        <p:cTn id="20" dur="1" fill="hold">
                                          <p:stCondLst>
                                            <p:cond delay="0"/>
                                          </p:stCondLst>
                                        </p:cTn>
                                        <p:tgtEl>
                                          <p:spTgt spid="68"/>
                                        </p:tgtEl>
                                        <p:attrNameLst>
                                          <p:attrName>style.visibility</p:attrName>
                                        </p:attrNameLst>
                                      </p:cBhvr>
                                      <p:to>
                                        <p:strVal val="visible"/>
                                      </p:to>
                                    </p:set>
                                    <p:anim calcmode="lin" valueType="num">
                                      <p:cBhvr additive="base">
                                        <p:cTn id="21" dur="500" fill="hold"/>
                                        <p:tgtEl>
                                          <p:spTgt spid="68"/>
                                        </p:tgtEl>
                                        <p:attrNameLst>
                                          <p:attrName>ppt_x</p:attrName>
                                        </p:attrNameLst>
                                      </p:cBhvr>
                                      <p:tavLst>
                                        <p:tav tm="0">
                                          <p:val>
                                            <p:strVal val="0-#ppt_w/2"/>
                                          </p:val>
                                        </p:tav>
                                        <p:tav tm="100000">
                                          <p:val>
                                            <p:strVal val="#ppt_x"/>
                                          </p:val>
                                        </p:tav>
                                      </p:tavLst>
                                    </p:anim>
                                    <p:anim calcmode="lin" valueType="num">
                                      <p:cBhvr additive="base">
                                        <p:cTn id="22" dur="500" fill="hold"/>
                                        <p:tgtEl>
                                          <p:spTgt spid="68"/>
                                        </p:tgtEl>
                                        <p:attrNameLst>
                                          <p:attrName>ppt_y</p:attrName>
                                        </p:attrNameLst>
                                      </p:cBhvr>
                                      <p:tavLst>
                                        <p:tav tm="0">
                                          <p:val>
                                            <p:strVal val="#ppt_y"/>
                                          </p:val>
                                        </p:tav>
                                        <p:tav tm="100000">
                                          <p:val>
                                            <p:strVal val="#ppt_y"/>
                                          </p:val>
                                        </p:tav>
                                      </p:tavLst>
                                    </p:anim>
                                  </p:childTnLst>
                                </p:cTn>
                              </p:par>
                              <p:par>
                                <p:cTn id="23" presetID="2" presetClass="entr" presetSubtype="2" fill="hold" nodeType="withEffect">
                                  <p:stCondLst>
                                    <p:cond delay="0"/>
                                  </p:stCondLst>
                                  <p:childTnLst>
                                    <p:set>
                                      <p:cBhvr>
                                        <p:cTn id="24" dur="1" fill="hold">
                                          <p:stCondLst>
                                            <p:cond delay="0"/>
                                          </p:stCondLst>
                                        </p:cTn>
                                        <p:tgtEl>
                                          <p:spTgt spid="69"/>
                                        </p:tgtEl>
                                        <p:attrNameLst>
                                          <p:attrName>style.visibility</p:attrName>
                                        </p:attrNameLst>
                                      </p:cBhvr>
                                      <p:to>
                                        <p:strVal val="visible"/>
                                      </p:to>
                                    </p:set>
                                    <p:anim calcmode="lin" valueType="num">
                                      <p:cBhvr additive="base">
                                        <p:cTn id="25" dur="500" fill="hold"/>
                                        <p:tgtEl>
                                          <p:spTgt spid="69"/>
                                        </p:tgtEl>
                                        <p:attrNameLst>
                                          <p:attrName>ppt_x</p:attrName>
                                        </p:attrNameLst>
                                      </p:cBhvr>
                                      <p:tavLst>
                                        <p:tav tm="0">
                                          <p:val>
                                            <p:strVal val="1+#ppt_w/2"/>
                                          </p:val>
                                        </p:tav>
                                        <p:tav tm="100000">
                                          <p:val>
                                            <p:strVal val="#ppt_x"/>
                                          </p:val>
                                        </p:tav>
                                      </p:tavLst>
                                    </p:anim>
                                    <p:anim calcmode="lin" valueType="num">
                                      <p:cBhvr additive="base">
                                        <p:cTn id="26" dur="500" fill="hold"/>
                                        <p:tgtEl>
                                          <p:spTgt spid="69"/>
                                        </p:tgtEl>
                                        <p:attrNameLst>
                                          <p:attrName>ppt_y</p:attrName>
                                        </p:attrNameLst>
                                      </p:cBhvr>
                                      <p:tavLst>
                                        <p:tav tm="0">
                                          <p:val>
                                            <p:strVal val="#ppt_y"/>
                                          </p:val>
                                        </p:tav>
                                        <p:tav tm="100000">
                                          <p:val>
                                            <p:strVal val="#ppt_y"/>
                                          </p:val>
                                        </p:tav>
                                      </p:tavLst>
                                    </p:anim>
                                  </p:childTnLst>
                                </p:cTn>
                              </p:par>
                            </p:childTnLst>
                          </p:cTn>
                        </p:par>
                      </p:childTnLst>
                    </p:cTn>
                  </p:par>
                  <p:par>
                    <p:cTn id="27" fill="hold">
                      <p:stCondLst>
                        <p:cond delay="indefinite"/>
                      </p:stCondLst>
                      <p:childTnLst>
                        <p:par>
                          <p:cTn id="28" fill="hold">
                            <p:stCondLst>
                              <p:cond delay="0"/>
                            </p:stCondLst>
                            <p:childTnLst>
                              <p:par>
                                <p:cTn id="29" presetID="22" presetClass="entr" presetSubtype="2" fill="hold" nodeType="clickEffect">
                                  <p:stCondLst>
                                    <p:cond delay="0"/>
                                  </p:stCondLst>
                                  <p:childTnLst>
                                    <p:set>
                                      <p:cBhvr>
                                        <p:cTn id="30" dur="1" fill="hold">
                                          <p:stCondLst>
                                            <p:cond delay="0"/>
                                          </p:stCondLst>
                                        </p:cTn>
                                        <p:tgtEl>
                                          <p:spTgt spid="15"/>
                                        </p:tgtEl>
                                        <p:attrNameLst>
                                          <p:attrName>style.visibility</p:attrName>
                                        </p:attrNameLst>
                                      </p:cBhvr>
                                      <p:to>
                                        <p:strVal val="visible"/>
                                      </p:to>
                                    </p:set>
                                    <p:animEffect transition="in" filter="wipe(right)">
                                      <p:cBhvr>
                                        <p:cTn id="31" dur="1000"/>
                                        <p:tgtEl>
                                          <p:spTgt spid="15"/>
                                        </p:tgtEl>
                                      </p:cBhvr>
                                    </p:animEffect>
                                  </p:childTnLst>
                                </p:cTn>
                              </p:par>
                              <p:par>
                                <p:cTn id="32" presetID="22" presetClass="entr" presetSubtype="8" fill="hold" nodeType="withEffect">
                                  <p:stCondLst>
                                    <p:cond delay="0"/>
                                  </p:stCondLst>
                                  <p:childTnLst>
                                    <p:set>
                                      <p:cBhvr>
                                        <p:cTn id="33" dur="1" fill="hold">
                                          <p:stCondLst>
                                            <p:cond delay="0"/>
                                          </p:stCondLst>
                                        </p:cTn>
                                        <p:tgtEl>
                                          <p:spTgt spid="71"/>
                                        </p:tgtEl>
                                        <p:attrNameLst>
                                          <p:attrName>style.visibility</p:attrName>
                                        </p:attrNameLst>
                                      </p:cBhvr>
                                      <p:to>
                                        <p:strVal val="visible"/>
                                      </p:to>
                                    </p:set>
                                    <p:animEffect transition="in" filter="wipe(left)">
                                      <p:cBhvr>
                                        <p:cTn id="34" dur="1000"/>
                                        <p:tgtEl>
                                          <p:spTgt spid="71"/>
                                        </p:tgtEl>
                                      </p:cBhvr>
                                    </p:animEffect>
                                  </p:childTnLst>
                                </p:cTn>
                              </p:par>
                            </p:childTnLst>
                          </p:cTn>
                        </p:par>
                      </p:childTnLst>
                    </p:cTn>
                  </p:par>
                  <p:par>
                    <p:cTn id="35" fill="hold">
                      <p:stCondLst>
                        <p:cond delay="indefinite"/>
                      </p:stCondLst>
                      <p:childTnLst>
                        <p:par>
                          <p:cTn id="36" fill="hold">
                            <p:stCondLst>
                              <p:cond delay="0"/>
                            </p:stCondLst>
                            <p:childTnLst>
                              <p:par>
                                <p:cTn id="37" presetID="53" presetClass="entr" presetSubtype="16" fill="hold" nodeType="clickEffect">
                                  <p:stCondLst>
                                    <p:cond delay="0"/>
                                  </p:stCondLst>
                                  <p:childTnLst>
                                    <p:set>
                                      <p:cBhvr>
                                        <p:cTn id="38" dur="1" fill="hold">
                                          <p:stCondLst>
                                            <p:cond delay="0"/>
                                          </p:stCondLst>
                                        </p:cTn>
                                        <p:tgtEl>
                                          <p:spTgt spid="81"/>
                                        </p:tgtEl>
                                        <p:attrNameLst>
                                          <p:attrName>style.visibility</p:attrName>
                                        </p:attrNameLst>
                                      </p:cBhvr>
                                      <p:to>
                                        <p:strVal val="visible"/>
                                      </p:to>
                                    </p:set>
                                    <p:anim calcmode="lin" valueType="num">
                                      <p:cBhvr>
                                        <p:cTn id="39" dur="500" fill="hold"/>
                                        <p:tgtEl>
                                          <p:spTgt spid="81"/>
                                        </p:tgtEl>
                                        <p:attrNameLst>
                                          <p:attrName>ppt_w</p:attrName>
                                        </p:attrNameLst>
                                      </p:cBhvr>
                                      <p:tavLst>
                                        <p:tav tm="0">
                                          <p:val>
                                            <p:fltVal val="0"/>
                                          </p:val>
                                        </p:tav>
                                        <p:tav tm="100000">
                                          <p:val>
                                            <p:strVal val="#ppt_w"/>
                                          </p:val>
                                        </p:tav>
                                      </p:tavLst>
                                    </p:anim>
                                    <p:anim calcmode="lin" valueType="num">
                                      <p:cBhvr>
                                        <p:cTn id="40" dur="500" fill="hold"/>
                                        <p:tgtEl>
                                          <p:spTgt spid="81"/>
                                        </p:tgtEl>
                                        <p:attrNameLst>
                                          <p:attrName>ppt_h</p:attrName>
                                        </p:attrNameLst>
                                      </p:cBhvr>
                                      <p:tavLst>
                                        <p:tav tm="0">
                                          <p:val>
                                            <p:fltVal val="0"/>
                                          </p:val>
                                        </p:tav>
                                        <p:tav tm="100000">
                                          <p:val>
                                            <p:strVal val="#ppt_h"/>
                                          </p:val>
                                        </p:tav>
                                      </p:tavLst>
                                    </p:anim>
                                    <p:animEffect transition="in" filter="fade">
                                      <p:cBhvr>
                                        <p:cTn id="41" dur="500"/>
                                        <p:tgtEl>
                                          <p:spTgt spid="81"/>
                                        </p:tgtEl>
                                      </p:cBhvr>
                                    </p:animEffect>
                                  </p:childTnLst>
                                </p:cTn>
                              </p:par>
                            </p:childTnLst>
                          </p:cTn>
                        </p:par>
                      </p:childTnLst>
                    </p:cTn>
                  </p:par>
                  <p:par>
                    <p:cTn id="42" fill="hold">
                      <p:stCondLst>
                        <p:cond delay="indefinite"/>
                      </p:stCondLst>
                      <p:childTnLst>
                        <p:par>
                          <p:cTn id="43" fill="hold">
                            <p:stCondLst>
                              <p:cond delay="0"/>
                            </p:stCondLst>
                            <p:childTnLst>
                              <p:par>
                                <p:cTn id="44" presetID="53" presetClass="entr" presetSubtype="16" fill="hold" nodeType="clickEffect">
                                  <p:stCondLst>
                                    <p:cond delay="0"/>
                                  </p:stCondLst>
                                  <p:childTnLst>
                                    <p:set>
                                      <p:cBhvr>
                                        <p:cTn id="45" dur="1" fill="hold">
                                          <p:stCondLst>
                                            <p:cond delay="0"/>
                                          </p:stCondLst>
                                        </p:cTn>
                                        <p:tgtEl>
                                          <p:spTgt spid="75"/>
                                        </p:tgtEl>
                                        <p:attrNameLst>
                                          <p:attrName>style.visibility</p:attrName>
                                        </p:attrNameLst>
                                      </p:cBhvr>
                                      <p:to>
                                        <p:strVal val="visible"/>
                                      </p:to>
                                    </p:set>
                                    <p:anim calcmode="lin" valueType="num">
                                      <p:cBhvr>
                                        <p:cTn id="46" dur="500" fill="hold"/>
                                        <p:tgtEl>
                                          <p:spTgt spid="75"/>
                                        </p:tgtEl>
                                        <p:attrNameLst>
                                          <p:attrName>ppt_w</p:attrName>
                                        </p:attrNameLst>
                                      </p:cBhvr>
                                      <p:tavLst>
                                        <p:tav tm="0">
                                          <p:val>
                                            <p:fltVal val="0"/>
                                          </p:val>
                                        </p:tav>
                                        <p:tav tm="100000">
                                          <p:val>
                                            <p:strVal val="#ppt_w"/>
                                          </p:val>
                                        </p:tav>
                                      </p:tavLst>
                                    </p:anim>
                                    <p:anim calcmode="lin" valueType="num">
                                      <p:cBhvr>
                                        <p:cTn id="47" dur="500" fill="hold"/>
                                        <p:tgtEl>
                                          <p:spTgt spid="75"/>
                                        </p:tgtEl>
                                        <p:attrNameLst>
                                          <p:attrName>ppt_h</p:attrName>
                                        </p:attrNameLst>
                                      </p:cBhvr>
                                      <p:tavLst>
                                        <p:tav tm="0">
                                          <p:val>
                                            <p:fltVal val="0"/>
                                          </p:val>
                                        </p:tav>
                                        <p:tav tm="100000">
                                          <p:val>
                                            <p:strVal val="#ppt_h"/>
                                          </p:val>
                                        </p:tav>
                                      </p:tavLst>
                                    </p:anim>
                                    <p:animEffect transition="in" filter="fade">
                                      <p:cBhvr>
                                        <p:cTn id="48" dur="500"/>
                                        <p:tgtEl>
                                          <p:spTgt spid="75"/>
                                        </p:tgtEl>
                                      </p:cBhvr>
                                    </p:animEffect>
                                  </p:childTnLst>
                                </p:cTn>
                              </p:par>
                              <p:par>
                                <p:cTn id="49" presetID="53" presetClass="entr" presetSubtype="16" fill="hold" nodeType="withEffect">
                                  <p:stCondLst>
                                    <p:cond delay="0"/>
                                  </p:stCondLst>
                                  <p:childTnLst>
                                    <p:set>
                                      <p:cBhvr>
                                        <p:cTn id="50" dur="1" fill="hold">
                                          <p:stCondLst>
                                            <p:cond delay="0"/>
                                          </p:stCondLst>
                                        </p:cTn>
                                        <p:tgtEl>
                                          <p:spTgt spid="76"/>
                                        </p:tgtEl>
                                        <p:attrNameLst>
                                          <p:attrName>style.visibility</p:attrName>
                                        </p:attrNameLst>
                                      </p:cBhvr>
                                      <p:to>
                                        <p:strVal val="visible"/>
                                      </p:to>
                                    </p:set>
                                    <p:anim calcmode="lin" valueType="num">
                                      <p:cBhvr>
                                        <p:cTn id="51" dur="500" fill="hold"/>
                                        <p:tgtEl>
                                          <p:spTgt spid="76"/>
                                        </p:tgtEl>
                                        <p:attrNameLst>
                                          <p:attrName>ppt_w</p:attrName>
                                        </p:attrNameLst>
                                      </p:cBhvr>
                                      <p:tavLst>
                                        <p:tav tm="0">
                                          <p:val>
                                            <p:fltVal val="0"/>
                                          </p:val>
                                        </p:tav>
                                        <p:tav tm="100000">
                                          <p:val>
                                            <p:strVal val="#ppt_w"/>
                                          </p:val>
                                        </p:tav>
                                      </p:tavLst>
                                    </p:anim>
                                    <p:anim calcmode="lin" valueType="num">
                                      <p:cBhvr>
                                        <p:cTn id="52" dur="500" fill="hold"/>
                                        <p:tgtEl>
                                          <p:spTgt spid="76"/>
                                        </p:tgtEl>
                                        <p:attrNameLst>
                                          <p:attrName>ppt_h</p:attrName>
                                        </p:attrNameLst>
                                      </p:cBhvr>
                                      <p:tavLst>
                                        <p:tav tm="0">
                                          <p:val>
                                            <p:fltVal val="0"/>
                                          </p:val>
                                        </p:tav>
                                        <p:tav tm="100000">
                                          <p:val>
                                            <p:strVal val="#ppt_h"/>
                                          </p:val>
                                        </p:tav>
                                      </p:tavLst>
                                    </p:anim>
                                    <p:animEffect transition="in" filter="fade">
                                      <p:cBhvr>
                                        <p:cTn id="53" dur="500"/>
                                        <p:tgtEl>
                                          <p:spTgt spid="76"/>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38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147" name="图片 146" descr="表格&#10;&#10;描述已自动生成">
            <a:extLst>
              <a:ext uri="{FF2B5EF4-FFF2-40B4-BE49-F238E27FC236}">
                <a16:creationId xmlns:a16="http://schemas.microsoft.com/office/drawing/2014/main" id="{F3FFB33A-12FF-455B-BCFC-24CEAD6C4F25}"/>
              </a:ext>
            </a:extLst>
          </p:cNvPr>
          <p:cNvPicPr>
            <a:picLocks noChangeAspect="1"/>
          </p:cNvPicPr>
          <p:nvPr/>
        </p:nvPicPr>
        <p:blipFill>
          <a:blip r:embed="rId3" cstate="print">
            <a:extLst>
              <a:ext uri="{28A0092B-C50C-407E-A947-70E740481C1C}">
                <a14:useLocalDpi xmlns:a14="http://schemas.microsoft.com/office/drawing/2010/main" val="0"/>
              </a:ext>
            </a:extLst>
          </a:blip>
          <a:stretch>
            <a:fillRect/>
          </a:stretch>
        </p:blipFill>
        <p:spPr>
          <a:xfrm>
            <a:off x="6958627" y="1315178"/>
            <a:ext cx="1427032" cy="2327586"/>
          </a:xfrm>
          <a:prstGeom prst="rect">
            <a:avLst/>
          </a:prstGeom>
        </p:spPr>
      </p:pic>
      <p:cxnSp>
        <p:nvCxnSpPr>
          <p:cNvPr id="15" name="直接连接符 14">
            <a:extLst>
              <a:ext uri="{FF2B5EF4-FFF2-40B4-BE49-F238E27FC236}">
                <a16:creationId xmlns:a16="http://schemas.microsoft.com/office/drawing/2014/main" id="{121305AF-E9C0-47EC-B6F5-70609A97473E}"/>
              </a:ext>
            </a:extLst>
          </p:cNvPr>
          <p:cNvCxnSpPr>
            <a:cxnSpLocks/>
          </p:cNvCxnSpPr>
          <p:nvPr/>
        </p:nvCxnSpPr>
        <p:spPr>
          <a:xfrm>
            <a:off x="2539995" y="4706520"/>
            <a:ext cx="3498992"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71" name="直接连接符 70">
            <a:extLst>
              <a:ext uri="{FF2B5EF4-FFF2-40B4-BE49-F238E27FC236}">
                <a16:creationId xmlns:a16="http://schemas.microsoft.com/office/drawing/2014/main" id="{AC1381F3-A279-4121-BF41-8662C6A9F137}"/>
              </a:ext>
            </a:extLst>
          </p:cNvPr>
          <p:cNvCxnSpPr>
            <a:cxnSpLocks/>
          </p:cNvCxnSpPr>
          <p:nvPr/>
        </p:nvCxnSpPr>
        <p:spPr>
          <a:xfrm>
            <a:off x="6199717" y="4706520"/>
            <a:ext cx="3471282"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grpSp>
        <p:nvGrpSpPr>
          <p:cNvPr id="4" name="组合 3">
            <a:extLst>
              <a:ext uri="{FF2B5EF4-FFF2-40B4-BE49-F238E27FC236}">
                <a16:creationId xmlns:a16="http://schemas.microsoft.com/office/drawing/2014/main" id="{9A1EA9F2-FCB6-48C3-935F-7AE7E3AD14AC}"/>
              </a:ext>
            </a:extLst>
          </p:cNvPr>
          <p:cNvGrpSpPr/>
          <p:nvPr/>
        </p:nvGrpSpPr>
        <p:grpSpPr>
          <a:xfrm>
            <a:off x="304799" y="749300"/>
            <a:ext cx="6192344" cy="400110"/>
            <a:chOff x="424116" y="898245"/>
            <a:chExt cx="6192344" cy="400110"/>
          </a:xfrm>
        </p:grpSpPr>
        <p:sp>
          <p:nvSpPr>
            <p:cNvPr id="2" name="平行四边形 1">
              <a:extLst>
                <a:ext uri="{FF2B5EF4-FFF2-40B4-BE49-F238E27FC236}">
                  <a16:creationId xmlns:a16="http://schemas.microsoft.com/office/drawing/2014/main" id="{1F5BAA3F-9845-4F89-A2DD-8222D3E4EDAC}"/>
                </a:ext>
              </a:extLst>
            </p:cNvPr>
            <p:cNvSpPr/>
            <p:nvPr/>
          </p:nvSpPr>
          <p:spPr>
            <a:xfrm>
              <a:off x="424116" y="898245"/>
              <a:ext cx="688541" cy="387090"/>
            </a:xfrm>
            <a:prstGeom prst="parallelogram">
              <a:avLst/>
            </a:prstGeom>
            <a:solidFill>
              <a:schemeClr val="accent3">
                <a:lumMod val="75000"/>
              </a:schemeClr>
            </a:solidFill>
            <a:ln>
              <a:solidFill>
                <a:schemeClr val="accent3">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CN" sz="2200" dirty="0">
                  <a:latin typeface="Impact" panose="020B0806030902050204" pitchFamily="34" charset="0"/>
                </a:rPr>
                <a:t>02</a:t>
              </a:r>
              <a:endParaRPr lang="zh-CN" altLang="en-US" sz="2200" dirty="0">
                <a:latin typeface="Impact" panose="020B0806030902050204" pitchFamily="34" charset="0"/>
              </a:endParaRPr>
            </a:p>
          </p:txBody>
        </p:sp>
        <p:sp>
          <p:nvSpPr>
            <p:cNvPr id="3" name="文本框 2">
              <a:extLst>
                <a:ext uri="{FF2B5EF4-FFF2-40B4-BE49-F238E27FC236}">
                  <a16:creationId xmlns:a16="http://schemas.microsoft.com/office/drawing/2014/main" id="{4D6BD736-A4D3-4F26-AFED-36E11F50F70B}"/>
                </a:ext>
              </a:extLst>
            </p:cNvPr>
            <p:cNvSpPr txBox="1"/>
            <p:nvPr/>
          </p:nvSpPr>
          <p:spPr>
            <a:xfrm>
              <a:off x="1178441" y="898245"/>
              <a:ext cx="5438019" cy="400110"/>
            </a:xfrm>
            <a:prstGeom prst="rect">
              <a:avLst/>
            </a:prstGeom>
            <a:noFill/>
          </p:spPr>
          <p:txBody>
            <a:bodyPr wrap="square" rtlCol="0">
              <a:spAutoFit/>
            </a:bodyPr>
            <a:lstStyle/>
            <a:p>
              <a:r>
                <a:rPr lang="zh-CN" altLang="en-US" sz="2000" b="1" dirty="0"/>
                <a:t>网桥的主要结构和基本工作原理</a:t>
              </a:r>
              <a:endParaRPr lang="en-US" altLang="zh-CN" sz="2000" b="1" dirty="0"/>
            </a:p>
          </p:txBody>
        </p:sp>
      </p:grpSp>
      <p:grpSp>
        <p:nvGrpSpPr>
          <p:cNvPr id="68" name="组合 67">
            <a:extLst>
              <a:ext uri="{FF2B5EF4-FFF2-40B4-BE49-F238E27FC236}">
                <a16:creationId xmlns:a16="http://schemas.microsoft.com/office/drawing/2014/main" id="{FBDD2B67-CFD8-4D15-B0CB-99CDE1BCD2C1}"/>
              </a:ext>
            </a:extLst>
          </p:cNvPr>
          <p:cNvGrpSpPr/>
          <p:nvPr/>
        </p:nvGrpSpPr>
        <p:grpSpPr>
          <a:xfrm>
            <a:off x="642049" y="2963197"/>
            <a:ext cx="2176953" cy="3466250"/>
            <a:chOff x="1582761" y="2975188"/>
            <a:chExt cx="2176953" cy="3466250"/>
          </a:xfrm>
        </p:grpSpPr>
        <p:cxnSp>
          <p:nvCxnSpPr>
            <p:cNvPr id="10" name="直接连接符 9">
              <a:extLst>
                <a:ext uri="{FF2B5EF4-FFF2-40B4-BE49-F238E27FC236}">
                  <a16:creationId xmlns:a16="http://schemas.microsoft.com/office/drawing/2014/main" id="{57CD7CE1-6D70-404F-8874-FFF6B3A5226C}"/>
                </a:ext>
              </a:extLst>
            </p:cNvPr>
            <p:cNvCxnSpPr/>
            <p:nvPr/>
          </p:nvCxnSpPr>
          <p:spPr>
            <a:xfrm flipV="1">
              <a:off x="3429788" y="3570779"/>
              <a:ext cx="0" cy="2519534"/>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2" name="直接连接符 11">
              <a:extLst>
                <a:ext uri="{FF2B5EF4-FFF2-40B4-BE49-F238E27FC236}">
                  <a16:creationId xmlns:a16="http://schemas.microsoft.com/office/drawing/2014/main" id="{D8605357-64B8-403C-B69D-293B8181688D}"/>
                </a:ext>
              </a:extLst>
            </p:cNvPr>
            <p:cNvCxnSpPr/>
            <p:nvPr/>
          </p:nvCxnSpPr>
          <p:spPr>
            <a:xfrm flipH="1">
              <a:off x="2197042" y="4718838"/>
              <a:ext cx="1232746"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pic>
          <p:nvPicPr>
            <p:cNvPr id="6" name="图片 5" descr="文本&#10;&#10;描述已自动生成">
              <a:extLst>
                <a:ext uri="{FF2B5EF4-FFF2-40B4-BE49-F238E27FC236}">
                  <a16:creationId xmlns:a16="http://schemas.microsoft.com/office/drawing/2014/main" id="{CC1640FE-FC97-4F0D-A169-7A830EF2EDF8}"/>
                </a:ext>
              </a:extLst>
            </p:cNvPr>
            <p:cNvPicPr>
              <a:picLocks noChangeAspect="1"/>
            </p:cNvPicPr>
            <p:nvPr/>
          </p:nvPicPr>
          <p:blipFill>
            <a:blip r:embed="rId4">
              <a:extLst>
                <a:ext uri="{28A0092B-C50C-407E-A947-70E740481C1C}">
                  <a14:useLocalDpi xmlns:a14="http://schemas.microsoft.com/office/drawing/2010/main" val="0"/>
                </a:ext>
              </a:extLst>
            </a:blip>
            <a:stretch>
              <a:fillRect/>
            </a:stretch>
          </p:blipFill>
          <p:spPr>
            <a:xfrm>
              <a:off x="3152753" y="4459926"/>
              <a:ext cx="589727" cy="552869"/>
            </a:xfrm>
            <a:prstGeom prst="rect">
              <a:avLst/>
            </a:prstGeom>
          </p:spPr>
        </p:pic>
        <p:sp>
          <p:nvSpPr>
            <p:cNvPr id="24" name="文本框 23">
              <a:extLst>
                <a:ext uri="{FF2B5EF4-FFF2-40B4-BE49-F238E27FC236}">
                  <a16:creationId xmlns:a16="http://schemas.microsoft.com/office/drawing/2014/main" id="{A09F2424-F501-43B6-9F1E-923B178736CF}"/>
                </a:ext>
              </a:extLst>
            </p:cNvPr>
            <p:cNvSpPr txBox="1"/>
            <p:nvPr/>
          </p:nvSpPr>
          <p:spPr>
            <a:xfrm>
              <a:off x="2410114" y="4881955"/>
              <a:ext cx="918385" cy="369332"/>
            </a:xfrm>
            <a:prstGeom prst="rect">
              <a:avLst/>
            </a:prstGeom>
            <a:noFill/>
          </p:spPr>
          <p:txBody>
            <a:bodyPr wrap="square" rtlCol="0">
              <a:spAutoFit/>
            </a:bodyPr>
            <a:lstStyle/>
            <a:p>
              <a:pPr algn="ctr"/>
              <a:r>
                <a:rPr lang="zh-CN" altLang="en-US" b="1" dirty="0">
                  <a:latin typeface="+mn-ea"/>
                </a:rPr>
                <a:t>集线器</a:t>
              </a:r>
            </a:p>
          </p:txBody>
        </p:sp>
        <p:grpSp>
          <p:nvGrpSpPr>
            <p:cNvPr id="49" name="组合 48">
              <a:extLst>
                <a:ext uri="{FF2B5EF4-FFF2-40B4-BE49-F238E27FC236}">
                  <a16:creationId xmlns:a16="http://schemas.microsoft.com/office/drawing/2014/main" id="{DDDCBF1E-27B7-4A8A-A92D-4565B3DE24A3}"/>
                </a:ext>
              </a:extLst>
            </p:cNvPr>
            <p:cNvGrpSpPr/>
            <p:nvPr/>
          </p:nvGrpSpPr>
          <p:grpSpPr>
            <a:xfrm>
              <a:off x="3070879" y="2975188"/>
              <a:ext cx="688835" cy="666249"/>
              <a:chOff x="3393222" y="2975188"/>
              <a:chExt cx="688835" cy="666249"/>
            </a:xfrm>
          </p:grpSpPr>
          <p:pic>
            <p:nvPicPr>
              <p:cNvPr id="8" name="图形 10">
                <a:extLst>
                  <a:ext uri="{FF2B5EF4-FFF2-40B4-BE49-F238E27FC236}">
                    <a16:creationId xmlns:a16="http://schemas.microsoft.com/office/drawing/2014/main" id="{2EF718D0-B543-4D59-A664-63F3A6288789}"/>
                  </a:ext>
                </a:extLst>
              </p:cNvPr>
              <p:cNvPicPr>
                <a:picLocks noChangeAspect="1"/>
              </p:cNvPicPr>
              <p:nvPr/>
            </p:nvPicPr>
            <p:blipFill>
              <a:blip r:embed="rId5">
                <a:extLst>
                  <a:ext uri="{28A0092B-C50C-407E-A947-70E740481C1C}">
                    <a14:useLocalDpi xmlns:a14="http://schemas.microsoft.com/office/drawing/2010/main" val="0"/>
                  </a:ext>
                  <a:ext uri="{96DAC541-7B7A-43D3-8B79-37D633B846F1}">
                    <asvg:svgBlip xmlns:asvg="http://schemas.microsoft.com/office/drawing/2016/SVG/main" r:embed="rId6"/>
                  </a:ext>
                </a:extLst>
              </a:blip>
              <a:stretch>
                <a:fillRect/>
              </a:stretch>
            </p:blipFill>
            <p:spPr>
              <a:xfrm>
                <a:off x="3393222" y="2975188"/>
                <a:ext cx="688835" cy="666249"/>
              </a:xfrm>
              <a:prstGeom prst="rect">
                <a:avLst/>
              </a:prstGeom>
            </p:spPr>
          </p:pic>
          <p:sp>
            <p:nvSpPr>
              <p:cNvPr id="48" name="文本框 47">
                <a:extLst>
                  <a:ext uri="{FF2B5EF4-FFF2-40B4-BE49-F238E27FC236}">
                    <a16:creationId xmlns:a16="http://schemas.microsoft.com/office/drawing/2014/main" id="{2C68C4A8-6BA7-4259-8285-CC090CD1F0B4}"/>
                  </a:ext>
                </a:extLst>
              </p:cNvPr>
              <p:cNvSpPr txBox="1"/>
              <p:nvPr/>
            </p:nvSpPr>
            <p:spPr>
              <a:xfrm>
                <a:off x="3680202" y="3014092"/>
                <a:ext cx="388699" cy="400110"/>
              </a:xfrm>
              <a:prstGeom prst="rect">
                <a:avLst/>
              </a:prstGeom>
              <a:noFill/>
            </p:spPr>
            <p:txBody>
              <a:bodyPr wrap="square">
                <a:spAutoFit/>
              </a:bodyPr>
              <a:lstStyle/>
              <a:p>
                <a:pPr algn="ctr"/>
                <a:r>
                  <a:rPr lang="en-US" altLang="zh-CN" sz="2000" b="1" dirty="0">
                    <a:solidFill>
                      <a:schemeClr val="bg1"/>
                    </a:solidFill>
                  </a:rPr>
                  <a:t>B</a:t>
                </a:r>
                <a:endParaRPr lang="zh-CN" altLang="en-US" sz="2000" dirty="0">
                  <a:solidFill>
                    <a:schemeClr val="bg1"/>
                  </a:solidFill>
                </a:endParaRPr>
              </a:p>
            </p:txBody>
          </p:sp>
        </p:grpSp>
        <p:grpSp>
          <p:nvGrpSpPr>
            <p:cNvPr id="50" name="组合 49">
              <a:extLst>
                <a:ext uri="{FF2B5EF4-FFF2-40B4-BE49-F238E27FC236}">
                  <a16:creationId xmlns:a16="http://schemas.microsoft.com/office/drawing/2014/main" id="{D3D0DCD0-1A19-471E-87DA-523DBBE9F3B3}"/>
                </a:ext>
              </a:extLst>
            </p:cNvPr>
            <p:cNvGrpSpPr/>
            <p:nvPr/>
          </p:nvGrpSpPr>
          <p:grpSpPr>
            <a:xfrm>
              <a:off x="1582761" y="4226630"/>
              <a:ext cx="688835" cy="666249"/>
              <a:chOff x="3393222" y="2975188"/>
              <a:chExt cx="688835" cy="666249"/>
            </a:xfrm>
          </p:grpSpPr>
          <p:pic>
            <p:nvPicPr>
              <p:cNvPr id="51" name="图形 10">
                <a:extLst>
                  <a:ext uri="{FF2B5EF4-FFF2-40B4-BE49-F238E27FC236}">
                    <a16:creationId xmlns:a16="http://schemas.microsoft.com/office/drawing/2014/main" id="{596C48AF-2448-4E53-8A64-FFA9DA2A9088}"/>
                  </a:ext>
                </a:extLst>
              </p:cNvPr>
              <p:cNvPicPr>
                <a:picLocks noChangeAspect="1"/>
              </p:cNvPicPr>
              <p:nvPr/>
            </p:nvPicPr>
            <p:blipFill>
              <a:blip r:embed="rId5">
                <a:extLst>
                  <a:ext uri="{28A0092B-C50C-407E-A947-70E740481C1C}">
                    <a14:useLocalDpi xmlns:a14="http://schemas.microsoft.com/office/drawing/2010/main" val="0"/>
                  </a:ext>
                  <a:ext uri="{96DAC541-7B7A-43D3-8B79-37D633B846F1}">
                    <asvg:svgBlip xmlns:asvg="http://schemas.microsoft.com/office/drawing/2016/SVG/main" r:embed="rId6"/>
                  </a:ext>
                </a:extLst>
              </a:blip>
              <a:stretch>
                <a:fillRect/>
              </a:stretch>
            </p:blipFill>
            <p:spPr>
              <a:xfrm>
                <a:off x="3393222" y="2975188"/>
                <a:ext cx="688835" cy="666249"/>
              </a:xfrm>
              <a:prstGeom prst="rect">
                <a:avLst/>
              </a:prstGeom>
            </p:spPr>
          </p:pic>
          <p:sp>
            <p:nvSpPr>
              <p:cNvPr id="52" name="文本框 51">
                <a:extLst>
                  <a:ext uri="{FF2B5EF4-FFF2-40B4-BE49-F238E27FC236}">
                    <a16:creationId xmlns:a16="http://schemas.microsoft.com/office/drawing/2014/main" id="{6F58764F-400F-4469-AF0D-114841AF71C4}"/>
                  </a:ext>
                </a:extLst>
              </p:cNvPr>
              <p:cNvSpPr txBox="1"/>
              <p:nvPr/>
            </p:nvSpPr>
            <p:spPr>
              <a:xfrm>
                <a:off x="3680202" y="3014092"/>
                <a:ext cx="388699" cy="400110"/>
              </a:xfrm>
              <a:prstGeom prst="rect">
                <a:avLst/>
              </a:prstGeom>
              <a:noFill/>
            </p:spPr>
            <p:txBody>
              <a:bodyPr wrap="square">
                <a:spAutoFit/>
              </a:bodyPr>
              <a:lstStyle/>
              <a:p>
                <a:pPr algn="ctr"/>
                <a:r>
                  <a:rPr lang="en-US" altLang="zh-CN" sz="2000" b="1" dirty="0">
                    <a:solidFill>
                      <a:schemeClr val="bg1"/>
                    </a:solidFill>
                  </a:rPr>
                  <a:t>A</a:t>
                </a:r>
                <a:endParaRPr lang="zh-CN" altLang="en-US" sz="2000" dirty="0">
                  <a:solidFill>
                    <a:schemeClr val="bg1"/>
                  </a:solidFill>
                </a:endParaRPr>
              </a:p>
            </p:txBody>
          </p:sp>
        </p:grpSp>
        <p:grpSp>
          <p:nvGrpSpPr>
            <p:cNvPr id="53" name="组合 52">
              <a:extLst>
                <a:ext uri="{FF2B5EF4-FFF2-40B4-BE49-F238E27FC236}">
                  <a16:creationId xmlns:a16="http://schemas.microsoft.com/office/drawing/2014/main" id="{FF3EA6E1-1627-422A-872A-CEC6B5031C51}"/>
                </a:ext>
              </a:extLst>
            </p:cNvPr>
            <p:cNvGrpSpPr/>
            <p:nvPr/>
          </p:nvGrpSpPr>
          <p:grpSpPr>
            <a:xfrm>
              <a:off x="2999378" y="5775189"/>
              <a:ext cx="688835" cy="666249"/>
              <a:chOff x="3393222" y="2975188"/>
              <a:chExt cx="688835" cy="666249"/>
            </a:xfrm>
          </p:grpSpPr>
          <p:pic>
            <p:nvPicPr>
              <p:cNvPr id="54" name="图形 10">
                <a:extLst>
                  <a:ext uri="{FF2B5EF4-FFF2-40B4-BE49-F238E27FC236}">
                    <a16:creationId xmlns:a16="http://schemas.microsoft.com/office/drawing/2014/main" id="{5731F8DC-F704-42E0-B0A7-4526A70A7BB4}"/>
                  </a:ext>
                </a:extLst>
              </p:cNvPr>
              <p:cNvPicPr>
                <a:picLocks noChangeAspect="1"/>
              </p:cNvPicPr>
              <p:nvPr/>
            </p:nvPicPr>
            <p:blipFill>
              <a:blip r:embed="rId5">
                <a:extLst>
                  <a:ext uri="{28A0092B-C50C-407E-A947-70E740481C1C}">
                    <a14:useLocalDpi xmlns:a14="http://schemas.microsoft.com/office/drawing/2010/main" val="0"/>
                  </a:ext>
                  <a:ext uri="{96DAC541-7B7A-43D3-8B79-37D633B846F1}">
                    <asvg:svgBlip xmlns:asvg="http://schemas.microsoft.com/office/drawing/2016/SVG/main" r:embed="rId6"/>
                  </a:ext>
                </a:extLst>
              </a:blip>
              <a:stretch>
                <a:fillRect/>
              </a:stretch>
            </p:blipFill>
            <p:spPr>
              <a:xfrm>
                <a:off x="3393222" y="2975188"/>
                <a:ext cx="688835" cy="666249"/>
              </a:xfrm>
              <a:prstGeom prst="rect">
                <a:avLst/>
              </a:prstGeom>
            </p:spPr>
          </p:pic>
          <p:sp>
            <p:nvSpPr>
              <p:cNvPr id="55" name="文本框 54">
                <a:extLst>
                  <a:ext uri="{FF2B5EF4-FFF2-40B4-BE49-F238E27FC236}">
                    <a16:creationId xmlns:a16="http://schemas.microsoft.com/office/drawing/2014/main" id="{66C31479-3D81-49A4-AB89-1F948B51E0CC}"/>
                  </a:ext>
                </a:extLst>
              </p:cNvPr>
              <p:cNvSpPr txBox="1"/>
              <p:nvPr/>
            </p:nvSpPr>
            <p:spPr>
              <a:xfrm>
                <a:off x="3680202" y="3014092"/>
                <a:ext cx="388699" cy="400110"/>
              </a:xfrm>
              <a:prstGeom prst="rect">
                <a:avLst/>
              </a:prstGeom>
              <a:noFill/>
            </p:spPr>
            <p:txBody>
              <a:bodyPr wrap="square">
                <a:spAutoFit/>
              </a:bodyPr>
              <a:lstStyle/>
              <a:p>
                <a:pPr algn="ctr"/>
                <a:r>
                  <a:rPr lang="en-US" altLang="zh-CN" sz="2000" b="1" dirty="0">
                    <a:solidFill>
                      <a:schemeClr val="bg1"/>
                    </a:solidFill>
                  </a:rPr>
                  <a:t>C</a:t>
                </a:r>
                <a:endParaRPr lang="zh-CN" altLang="en-US" sz="2000" dirty="0">
                  <a:solidFill>
                    <a:schemeClr val="bg1"/>
                  </a:solidFill>
                </a:endParaRPr>
              </a:p>
            </p:txBody>
          </p:sp>
        </p:grpSp>
      </p:grpSp>
      <p:grpSp>
        <p:nvGrpSpPr>
          <p:cNvPr id="69" name="组合 68">
            <a:extLst>
              <a:ext uri="{FF2B5EF4-FFF2-40B4-BE49-F238E27FC236}">
                <a16:creationId xmlns:a16="http://schemas.microsoft.com/office/drawing/2014/main" id="{A628612D-EFE3-41BB-B9AC-2206D27E409D}"/>
              </a:ext>
            </a:extLst>
          </p:cNvPr>
          <p:cNvGrpSpPr/>
          <p:nvPr/>
        </p:nvGrpSpPr>
        <p:grpSpPr>
          <a:xfrm>
            <a:off x="8615703" y="2963197"/>
            <a:ext cx="2926209" cy="3466250"/>
            <a:chOff x="7727618" y="2975188"/>
            <a:chExt cx="2926209" cy="3466250"/>
          </a:xfrm>
        </p:grpSpPr>
        <p:cxnSp>
          <p:nvCxnSpPr>
            <p:cNvPr id="29" name="直接连接符 28">
              <a:extLst>
                <a:ext uri="{FF2B5EF4-FFF2-40B4-BE49-F238E27FC236}">
                  <a16:creationId xmlns:a16="http://schemas.microsoft.com/office/drawing/2014/main" id="{E56B4713-4CD9-4EB3-BC7C-1A8480EFB20A}"/>
                </a:ext>
              </a:extLst>
            </p:cNvPr>
            <p:cNvCxnSpPr/>
            <p:nvPr/>
          </p:nvCxnSpPr>
          <p:spPr>
            <a:xfrm flipV="1">
              <a:off x="8747292" y="3570779"/>
              <a:ext cx="0" cy="2519534"/>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2" name="直接连接符 31">
              <a:extLst>
                <a:ext uri="{FF2B5EF4-FFF2-40B4-BE49-F238E27FC236}">
                  <a16:creationId xmlns:a16="http://schemas.microsoft.com/office/drawing/2014/main" id="{8EE47979-5596-4A22-BF62-6654121E2D79}"/>
                </a:ext>
              </a:extLst>
            </p:cNvPr>
            <p:cNvCxnSpPr>
              <a:cxnSpLocks/>
            </p:cNvCxnSpPr>
            <p:nvPr/>
          </p:nvCxnSpPr>
          <p:spPr>
            <a:xfrm flipH="1">
              <a:off x="9001267" y="4718511"/>
              <a:ext cx="1232746"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pic>
          <p:nvPicPr>
            <p:cNvPr id="34" name="图片 33" descr="文本&#10;&#10;描述已自动生成">
              <a:extLst>
                <a:ext uri="{FF2B5EF4-FFF2-40B4-BE49-F238E27FC236}">
                  <a16:creationId xmlns:a16="http://schemas.microsoft.com/office/drawing/2014/main" id="{E8AD18FE-1933-4C24-9A0F-3DB2F13E6F45}"/>
                </a:ext>
              </a:extLst>
            </p:cNvPr>
            <p:cNvPicPr>
              <a:picLocks noChangeAspect="1"/>
            </p:cNvPicPr>
            <p:nvPr/>
          </p:nvPicPr>
          <p:blipFill>
            <a:blip r:embed="rId4">
              <a:extLst>
                <a:ext uri="{28A0092B-C50C-407E-A947-70E740481C1C}">
                  <a14:useLocalDpi xmlns:a14="http://schemas.microsoft.com/office/drawing/2010/main" val="0"/>
                </a:ext>
              </a:extLst>
            </a:blip>
            <a:stretch>
              <a:fillRect/>
            </a:stretch>
          </p:blipFill>
          <p:spPr>
            <a:xfrm>
              <a:off x="8470257" y="4459926"/>
              <a:ext cx="589727" cy="552869"/>
            </a:xfrm>
            <a:prstGeom prst="rect">
              <a:avLst/>
            </a:prstGeom>
          </p:spPr>
        </p:pic>
        <p:sp>
          <p:nvSpPr>
            <p:cNvPr id="38" name="文本框 37">
              <a:extLst>
                <a:ext uri="{FF2B5EF4-FFF2-40B4-BE49-F238E27FC236}">
                  <a16:creationId xmlns:a16="http://schemas.microsoft.com/office/drawing/2014/main" id="{AB22D513-D3E1-4C8E-9C6B-C6F307714CC9}"/>
                </a:ext>
              </a:extLst>
            </p:cNvPr>
            <p:cNvSpPr txBox="1"/>
            <p:nvPr/>
          </p:nvSpPr>
          <p:spPr>
            <a:xfrm>
              <a:off x="7727618" y="4881955"/>
              <a:ext cx="918385" cy="369332"/>
            </a:xfrm>
            <a:prstGeom prst="rect">
              <a:avLst/>
            </a:prstGeom>
            <a:noFill/>
          </p:spPr>
          <p:txBody>
            <a:bodyPr wrap="square" rtlCol="0">
              <a:spAutoFit/>
            </a:bodyPr>
            <a:lstStyle/>
            <a:p>
              <a:pPr algn="ctr"/>
              <a:r>
                <a:rPr lang="zh-CN" altLang="en-US" b="1" dirty="0">
                  <a:latin typeface="+mn-ea"/>
                </a:rPr>
                <a:t>集线器</a:t>
              </a:r>
            </a:p>
          </p:txBody>
        </p:sp>
        <p:grpSp>
          <p:nvGrpSpPr>
            <p:cNvPr id="56" name="组合 55">
              <a:extLst>
                <a:ext uri="{FF2B5EF4-FFF2-40B4-BE49-F238E27FC236}">
                  <a16:creationId xmlns:a16="http://schemas.microsoft.com/office/drawing/2014/main" id="{5CCE6D3E-70BC-43C0-A32D-8DE79BC9D7A4}"/>
                </a:ext>
              </a:extLst>
            </p:cNvPr>
            <p:cNvGrpSpPr/>
            <p:nvPr/>
          </p:nvGrpSpPr>
          <p:grpSpPr>
            <a:xfrm>
              <a:off x="8402874" y="2975188"/>
              <a:ext cx="688835" cy="666249"/>
              <a:chOff x="3393222" y="2975188"/>
              <a:chExt cx="688835" cy="666249"/>
            </a:xfrm>
          </p:grpSpPr>
          <p:pic>
            <p:nvPicPr>
              <p:cNvPr id="57" name="图形 10">
                <a:extLst>
                  <a:ext uri="{FF2B5EF4-FFF2-40B4-BE49-F238E27FC236}">
                    <a16:creationId xmlns:a16="http://schemas.microsoft.com/office/drawing/2014/main" id="{8CFCBFFC-BB45-4B82-AFD4-824103EF067B}"/>
                  </a:ext>
                </a:extLst>
              </p:cNvPr>
              <p:cNvPicPr>
                <a:picLocks noChangeAspect="1"/>
              </p:cNvPicPr>
              <p:nvPr/>
            </p:nvPicPr>
            <p:blipFill>
              <a:blip r:embed="rId5">
                <a:extLst>
                  <a:ext uri="{28A0092B-C50C-407E-A947-70E740481C1C}">
                    <a14:useLocalDpi xmlns:a14="http://schemas.microsoft.com/office/drawing/2010/main" val="0"/>
                  </a:ext>
                  <a:ext uri="{96DAC541-7B7A-43D3-8B79-37D633B846F1}">
                    <asvg:svgBlip xmlns:asvg="http://schemas.microsoft.com/office/drawing/2016/SVG/main" r:embed="rId6"/>
                  </a:ext>
                </a:extLst>
              </a:blip>
              <a:stretch>
                <a:fillRect/>
              </a:stretch>
            </p:blipFill>
            <p:spPr>
              <a:xfrm>
                <a:off x="3393222" y="2975188"/>
                <a:ext cx="688835" cy="666249"/>
              </a:xfrm>
              <a:prstGeom prst="rect">
                <a:avLst/>
              </a:prstGeom>
            </p:spPr>
          </p:pic>
          <p:sp>
            <p:nvSpPr>
              <p:cNvPr id="58" name="文本框 57">
                <a:extLst>
                  <a:ext uri="{FF2B5EF4-FFF2-40B4-BE49-F238E27FC236}">
                    <a16:creationId xmlns:a16="http://schemas.microsoft.com/office/drawing/2014/main" id="{A2C2791C-F656-4FE8-8D84-F7B1F2FFE51B}"/>
                  </a:ext>
                </a:extLst>
              </p:cNvPr>
              <p:cNvSpPr txBox="1"/>
              <p:nvPr/>
            </p:nvSpPr>
            <p:spPr>
              <a:xfrm>
                <a:off x="3680202" y="3014092"/>
                <a:ext cx="388699" cy="400110"/>
              </a:xfrm>
              <a:prstGeom prst="rect">
                <a:avLst/>
              </a:prstGeom>
              <a:noFill/>
            </p:spPr>
            <p:txBody>
              <a:bodyPr wrap="square">
                <a:spAutoFit/>
              </a:bodyPr>
              <a:lstStyle/>
              <a:p>
                <a:pPr algn="ctr"/>
                <a:r>
                  <a:rPr lang="en-US" altLang="zh-CN" sz="2000" b="1" dirty="0">
                    <a:solidFill>
                      <a:schemeClr val="bg1"/>
                    </a:solidFill>
                  </a:rPr>
                  <a:t>D</a:t>
                </a:r>
                <a:endParaRPr lang="zh-CN" altLang="en-US" sz="2000" dirty="0">
                  <a:solidFill>
                    <a:schemeClr val="bg1"/>
                  </a:solidFill>
                </a:endParaRPr>
              </a:p>
            </p:txBody>
          </p:sp>
        </p:grpSp>
        <p:grpSp>
          <p:nvGrpSpPr>
            <p:cNvPr id="59" name="组合 58">
              <a:extLst>
                <a:ext uri="{FF2B5EF4-FFF2-40B4-BE49-F238E27FC236}">
                  <a16:creationId xmlns:a16="http://schemas.microsoft.com/office/drawing/2014/main" id="{AE451401-4963-4988-822C-D7C0BF12C0B3}"/>
                </a:ext>
              </a:extLst>
            </p:cNvPr>
            <p:cNvGrpSpPr/>
            <p:nvPr/>
          </p:nvGrpSpPr>
          <p:grpSpPr>
            <a:xfrm>
              <a:off x="8301585" y="5775189"/>
              <a:ext cx="688835" cy="666249"/>
              <a:chOff x="3393222" y="2975188"/>
              <a:chExt cx="688835" cy="666249"/>
            </a:xfrm>
          </p:grpSpPr>
          <p:pic>
            <p:nvPicPr>
              <p:cNvPr id="60" name="图形 10">
                <a:extLst>
                  <a:ext uri="{FF2B5EF4-FFF2-40B4-BE49-F238E27FC236}">
                    <a16:creationId xmlns:a16="http://schemas.microsoft.com/office/drawing/2014/main" id="{6CFE9B85-34B3-4571-A81C-A0A44D15569C}"/>
                  </a:ext>
                </a:extLst>
              </p:cNvPr>
              <p:cNvPicPr>
                <a:picLocks noChangeAspect="1"/>
              </p:cNvPicPr>
              <p:nvPr/>
            </p:nvPicPr>
            <p:blipFill>
              <a:blip r:embed="rId5">
                <a:extLst>
                  <a:ext uri="{28A0092B-C50C-407E-A947-70E740481C1C}">
                    <a14:useLocalDpi xmlns:a14="http://schemas.microsoft.com/office/drawing/2010/main" val="0"/>
                  </a:ext>
                  <a:ext uri="{96DAC541-7B7A-43D3-8B79-37D633B846F1}">
                    <asvg:svgBlip xmlns:asvg="http://schemas.microsoft.com/office/drawing/2016/SVG/main" r:embed="rId6"/>
                  </a:ext>
                </a:extLst>
              </a:blip>
              <a:stretch>
                <a:fillRect/>
              </a:stretch>
            </p:blipFill>
            <p:spPr>
              <a:xfrm>
                <a:off x="3393222" y="2975188"/>
                <a:ext cx="688835" cy="666249"/>
              </a:xfrm>
              <a:prstGeom prst="rect">
                <a:avLst/>
              </a:prstGeom>
            </p:spPr>
          </p:pic>
          <p:sp>
            <p:nvSpPr>
              <p:cNvPr id="61" name="文本框 60">
                <a:extLst>
                  <a:ext uri="{FF2B5EF4-FFF2-40B4-BE49-F238E27FC236}">
                    <a16:creationId xmlns:a16="http://schemas.microsoft.com/office/drawing/2014/main" id="{F38DCF20-B743-48E8-8FE7-69B49827706C}"/>
                  </a:ext>
                </a:extLst>
              </p:cNvPr>
              <p:cNvSpPr txBox="1"/>
              <p:nvPr/>
            </p:nvSpPr>
            <p:spPr>
              <a:xfrm>
                <a:off x="3680202" y="3014092"/>
                <a:ext cx="388699" cy="400110"/>
              </a:xfrm>
              <a:prstGeom prst="rect">
                <a:avLst/>
              </a:prstGeom>
              <a:noFill/>
            </p:spPr>
            <p:txBody>
              <a:bodyPr wrap="square">
                <a:spAutoFit/>
              </a:bodyPr>
              <a:lstStyle/>
              <a:p>
                <a:pPr algn="ctr"/>
                <a:r>
                  <a:rPr lang="en-US" altLang="zh-CN" sz="2000" b="1" dirty="0">
                    <a:solidFill>
                      <a:schemeClr val="bg1"/>
                    </a:solidFill>
                  </a:rPr>
                  <a:t>F</a:t>
                </a:r>
                <a:endParaRPr lang="zh-CN" altLang="en-US" sz="2000" dirty="0">
                  <a:solidFill>
                    <a:schemeClr val="bg1"/>
                  </a:solidFill>
                </a:endParaRPr>
              </a:p>
            </p:txBody>
          </p:sp>
        </p:grpSp>
        <p:grpSp>
          <p:nvGrpSpPr>
            <p:cNvPr id="62" name="组合 61">
              <a:extLst>
                <a:ext uri="{FF2B5EF4-FFF2-40B4-BE49-F238E27FC236}">
                  <a16:creationId xmlns:a16="http://schemas.microsoft.com/office/drawing/2014/main" id="{4FA3F4E8-7F85-40DF-B095-E0B539CA8F21}"/>
                </a:ext>
              </a:extLst>
            </p:cNvPr>
            <p:cNvGrpSpPr/>
            <p:nvPr/>
          </p:nvGrpSpPr>
          <p:grpSpPr>
            <a:xfrm>
              <a:off x="9964992" y="4265534"/>
              <a:ext cx="688835" cy="666249"/>
              <a:chOff x="3393222" y="2975188"/>
              <a:chExt cx="688835" cy="666249"/>
            </a:xfrm>
          </p:grpSpPr>
          <p:pic>
            <p:nvPicPr>
              <p:cNvPr id="63" name="图形 10">
                <a:extLst>
                  <a:ext uri="{FF2B5EF4-FFF2-40B4-BE49-F238E27FC236}">
                    <a16:creationId xmlns:a16="http://schemas.microsoft.com/office/drawing/2014/main" id="{C80591CD-393F-44E1-B076-CAA226FBC02F}"/>
                  </a:ext>
                </a:extLst>
              </p:cNvPr>
              <p:cNvPicPr>
                <a:picLocks noChangeAspect="1"/>
              </p:cNvPicPr>
              <p:nvPr/>
            </p:nvPicPr>
            <p:blipFill>
              <a:blip r:embed="rId5">
                <a:extLst>
                  <a:ext uri="{28A0092B-C50C-407E-A947-70E740481C1C}">
                    <a14:useLocalDpi xmlns:a14="http://schemas.microsoft.com/office/drawing/2010/main" val="0"/>
                  </a:ext>
                  <a:ext uri="{96DAC541-7B7A-43D3-8B79-37D633B846F1}">
                    <asvg:svgBlip xmlns:asvg="http://schemas.microsoft.com/office/drawing/2016/SVG/main" r:embed="rId6"/>
                  </a:ext>
                </a:extLst>
              </a:blip>
              <a:stretch>
                <a:fillRect/>
              </a:stretch>
            </p:blipFill>
            <p:spPr>
              <a:xfrm>
                <a:off x="3393222" y="2975188"/>
                <a:ext cx="688835" cy="666249"/>
              </a:xfrm>
              <a:prstGeom prst="rect">
                <a:avLst/>
              </a:prstGeom>
            </p:spPr>
          </p:pic>
          <p:sp>
            <p:nvSpPr>
              <p:cNvPr id="64" name="文本框 63">
                <a:extLst>
                  <a:ext uri="{FF2B5EF4-FFF2-40B4-BE49-F238E27FC236}">
                    <a16:creationId xmlns:a16="http://schemas.microsoft.com/office/drawing/2014/main" id="{3DBF579E-81CB-4A1A-B202-A067DB99C525}"/>
                  </a:ext>
                </a:extLst>
              </p:cNvPr>
              <p:cNvSpPr txBox="1"/>
              <p:nvPr/>
            </p:nvSpPr>
            <p:spPr>
              <a:xfrm>
                <a:off x="3680202" y="3014092"/>
                <a:ext cx="388699" cy="400110"/>
              </a:xfrm>
              <a:prstGeom prst="rect">
                <a:avLst/>
              </a:prstGeom>
              <a:noFill/>
            </p:spPr>
            <p:txBody>
              <a:bodyPr wrap="square">
                <a:spAutoFit/>
              </a:bodyPr>
              <a:lstStyle/>
              <a:p>
                <a:pPr algn="ctr"/>
                <a:r>
                  <a:rPr lang="en-US" altLang="zh-CN" sz="2000" b="1" dirty="0">
                    <a:solidFill>
                      <a:schemeClr val="bg1"/>
                    </a:solidFill>
                  </a:rPr>
                  <a:t>E</a:t>
                </a:r>
                <a:endParaRPr lang="zh-CN" altLang="en-US" sz="2000" dirty="0">
                  <a:solidFill>
                    <a:schemeClr val="bg1"/>
                  </a:solidFill>
                </a:endParaRPr>
              </a:p>
            </p:txBody>
          </p:sp>
        </p:grpSp>
      </p:grpSp>
      <p:grpSp>
        <p:nvGrpSpPr>
          <p:cNvPr id="67" name="组合 66">
            <a:extLst>
              <a:ext uri="{FF2B5EF4-FFF2-40B4-BE49-F238E27FC236}">
                <a16:creationId xmlns:a16="http://schemas.microsoft.com/office/drawing/2014/main" id="{F9C53DC6-7A3B-47E3-B5BC-B6441CF64DA5}"/>
              </a:ext>
            </a:extLst>
          </p:cNvPr>
          <p:cNvGrpSpPr/>
          <p:nvPr/>
        </p:nvGrpSpPr>
        <p:grpSpPr>
          <a:xfrm>
            <a:off x="5493003" y="4406521"/>
            <a:ext cx="1214772" cy="843699"/>
            <a:chOff x="5493003" y="4418512"/>
            <a:chExt cx="1214772" cy="843699"/>
          </a:xfrm>
        </p:grpSpPr>
        <p:grpSp>
          <p:nvGrpSpPr>
            <p:cNvPr id="28" name="组合 27">
              <a:extLst>
                <a:ext uri="{FF2B5EF4-FFF2-40B4-BE49-F238E27FC236}">
                  <a16:creationId xmlns:a16="http://schemas.microsoft.com/office/drawing/2014/main" id="{66A2236D-BD6A-4A16-A4A6-4FAC4F802160}"/>
                </a:ext>
              </a:extLst>
            </p:cNvPr>
            <p:cNvGrpSpPr/>
            <p:nvPr/>
          </p:nvGrpSpPr>
          <p:grpSpPr>
            <a:xfrm>
              <a:off x="5758936" y="4418512"/>
              <a:ext cx="694865" cy="843699"/>
              <a:chOff x="5748567" y="4622444"/>
              <a:chExt cx="694865" cy="843699"/>
            </a:xfrm>
          </p:grpSpPr>
          <p:pic>
            <p:nvPicPr>
              <p:cNvPr id="26" name="图片 25" descr="图片包含 图标&#10;&#10;描述已自动生成">
                <a:extLst>
                  <a:ext uri="{FF2B5EF4-FFF2-40B4-BE49-F238E27FC236}">
                    <a16:creationId xmlns:a16="http://schemas.microsoft.com/office/drawing/2014/main" id="{B84DFC4A-BB51-4FF0-9656-07E3BB532308}"/>
                  </a:ext>
                </a:extLst>
              </p:cNvPr>
              <p:cNvPicPr>
                <a:picLocks noChangeAspect="1"/>
              </p:cNvPicPr>
              <p:nvPr/>
            </p:nvPicPr>
            <p:blipFill>
              <a:blip r:embed="rId7">
                <a:extLst>
                  <a:ext uri="{28A0092B-C50C-407E-A947-70E740481C1C}">
                    <a14:useLocalDpi xmlns:a14="http://schemas.microsoft.com/office/drawing/2010/main" val="0"/>
                  </a:ext>
                </a:extLst>
              </a:blip>
              <a:stretch>
                <a:fillRect/>
              </a:stretch>
            </p:blipFill>
            <p:spPr>
              <a:xfrm>
                <a:off x="5812708" y="4622444"/>
                <a:ext cx="581100" cy="474367"/>
              </a:xfrm>
              <a:prstGeom prst="rect">
                <a:avLst/>
              </a:prstGeom>
            </p:spPr>
          </p:pic>
          <p:sp>
            <p:nvSpPr>
              <p:cNvPr id="27" name="文本框 26">
                <a:extLst>
                  <a:ext uri="{FF2B5EF4-FFF2-40B4-BE49-F238E27FC236}">
                    <a16:creationId xmlns:a16="http://schemas.microsoft.com/office/drawing/2014/main" id="{07AA94A1-946A-4935-A568-945B0455C199}"/>
                  </a:ext>
                </a:extLst>
              </p:cNvPr>
              <p:cNvSpPr txBox="1"/>
              <p:nvPr/>
            </p:nvSpPr>
            <p:spPr>
              <a:xfrm>
                <a:off x="5748567" y="5096811"/>
                <a:ext cx="694865" cy="369332"/>
              </a:xfrm>
              <a:prstGeom prst="rect">
                <a:avLst/>
              </a:prstGeom>
              <a:noFill/>
            </p:spPr>
            <p:txBody>
              <a:bodyPr wrap="square" rtlCol="0">
                <a:spAutoFit/>
              </a:bodyPr>
              <a:lstStyle/>
              <a:p>
                <a:pPr algn="ctr"/>
                <a:r>
                  <a:rPr lang="zh-CN" altLang="en-US" b="1" dirty="0">
                    <a:latin typeface="+mn-ea"/>
                  </a:rPr>
                  <a:t>网桥</a:t>
                </a:r>
              </a:p>
            </p:txBody>
          </p:sp>
        </p:grpSp>
        <p:sp>
          <p:nvSpPr>
            <p:cNvPr id="65" name="文本框 64">
              <a:extLst>
                <a:ext uri="{FF2B5EF4-FFF2-40B4-BE49-F238E27FC236}">
                  <a16:creationId xmlns:a16="http://schemas.microsoft.com/office/drawing/2014/main" id="{FF278548-C053-4B18-B9F5-EA4CB65CA520}"/>
                </a:ext>
              </a:extLst>
            </p:cNvPr>
            <p:cNvSpPr txBox="1"/>
            <p:nvPr/>
          </p:nvSpPr>
          <p:spPr>
            <a:xfrm>
              <a:off x="5493003" y="4665644"/>
              <a:ext cx="388699" cy="400110"/>
            </a:xfrm>
            <a:prstGeom prst="rect">
              <a:avLst/>
            </a:prstGeom>
            <a:noFill/>
          </p:spPr>
          <p:txBody>
            <a:bodyPr wrap="square">
              <a:spAutoFit/>
            </a:bodyPr>
            <a:lstStyle/>
            <a:p>
              <a:pPr algn="ctr"/>
              <a:r>
                <a:rPr lang="en-US" altLang="zh-CN" sz="2000" b="1" dirty="0"/>
                <a:t>1</a:t>
              </a:r>
              <a:endParaRPr lang="zh-CN" altLang="en-US" sz="2000" dirty="0"/>
            </a:p>
          </p:txBody>
        </p:sp>
        <p:sp>
          <p:nvSpPr>
            <p:cNvPr id="66" name="文本框 65">
              <a:extLst>
                <a:ext uri="{FF2B5EF4-FFF2-40B4-BE49-F238E27FC236}">
                  <a16:creationId xmlns:a16="http://schemas.microsoft.com/office/drawing/2014/main" id="{87F89E8D-5E77-4FCF-A24D-55995B18CCAE}"/>
                </a:ext>
              </a:extLst>
            </p:cNvPr>
            <p:cNvSpPr txBox="1"/>
            <p:nvPr/>
          </p:nvSpPr>
          <p:spPr>
            <a:xfrm>
              <a:off x="6319076" y="4665644"/>
              <a:ext cx="388699" cy="400110"/>
            </a:xfrm>
            <a:prstGeom prst="rect">
              <a:avLst/>
            </a:prstGeom>
            <a:noFill/>
          </p:spPr>
          <p:txBody>
            <a:bodyPr wrap="square">
              <a:spAutoFit/>
            </a:bodyPr>
            <a:lstStyle/>
            <a:p>
              <a:pPr algn="ctr"/>
              <a:r>
                <a:rPr lang="en-US" altLang="zh-CN" sz="2000" b="1" dirty="0"/>
                <a:t>2</a:t>
              </a:r>
              <a:endParaRPr lang="zh-CN" altLang="en-US" sz="2000" dirty="0"/>
            </a:p>
          </p:txBody>
        </p:sp>
      </p:grpSp>
      <p:grpSp>
        <p:nvGrpSpPr>
          <p:cNvPr id="146" name="组合 145">
            <a:extLst>
              <a:ext uri="{FF2B5EF4-FFF2-40B4-BE49-F238E27FC236}">
                <a16:creationId xmlns:a16="http://schemas.microsoft.com/office/drawing/2014/main" id="{C6B4C770-6B1A-44D1-AC70-8CB5B03F23A7}"/>
              </a:ext>
            </a:extLst>
          </p:cNvPr>
          <p:cNvGrpSpPr/>
          <p:nvPr/>
        </p:nvGrpSpPr>
        <p:grpSpPr>
          <a:xfrm>
            <a:off x="3871147" y="1312853"/>
            <a:ext cx="4744550" cy="3330852"/>
            <a:chOff x="3871147" y="1312853"/>
            <a:chExt cx="4744550" cy="3330852"/>
          </a:xfrm>
        </p:grpSpPr>
        <p:sp>
          <p:nvSpPr>
            <p:cNvPr id="47" name="矩形 46">
              <a:extLst>
                <a:ext uri="{FF2B5EF4-FFF2-40B4-BE49-F238E27FC236}">
                  <a16:creationId xmlns:a16="http://schemas.microsoft.com/office/drawing/2014/main" id="{CCE642C4-144F-4A43-8EFA-D856D14D241C}"/>
                </a:ext>
              </a:extLst>
            </p:cNvPr>
            <p:cNvSpPr/>
            <p:nvPr/>
          </p:nvSpPr>
          <p:spPr>
            <a:xfrm>
              <a:off x="3881120" y="1312853"/>
              <a:ext cx="4734577" cy="2869765"/>
            </a:xfrm>
            <a:prstGeom prst="rect">
              <a:avLst/>
            </a:prstGeom>
            <a:solidFill>
              <a:schemeClr val="bg2">
                <a:lumMod val="90000"/>
              </a:schemeClr>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5" name="矩形 4">
              <a:extLst>
                <a:ext uri="{FF2B5EF4-FFF2-40B4-BE49-F238E27FC236}">
                  <a16:creationId xmlns:a16="http://schemas.microsoft.com/office/drawing/2014/main" id="{6CDDBDF0-E002-4738-8421-353A891B76F6}"/>
                </a:ext>
              </a:extLst>
            </p:cNvPr>
            <p:cNvSpPr/>
            <p:nvPr/>
          </p:nvSpPr>
          <p:spPr>
            <a:xfrm>
              <a:off x="5541470" y="3616733"/>
              <a:ext cx="1126800" cy="406559"/>
            </a:xfrm>
            <a:prstGeom prst="rect">
              <a:avLst/>
            </a:prstGeom>
          </p:spPr>
          <p:style>
            <a:lnRef idx="2">
              <a:schemeClr val="accent5">
                <a:shade val="50000"/>
              </a:schemeClr>
            </a:lnRef>
            <a:fillRef idx="1">
              <a:schemeClr val="accent5"/>
            </a:fillRef>
            <a:effectRef idx="0">
              <a:schemeClr val="accent5"/>
            </a:effectRef>
            <a:fontRef idx="minor">
              <a:schemeClr val="lt1"/>
            </a:fontRef>
          </p:style>
          <p:txBody>
            <a:bodyPr rtlCol="0" anchor="ctr"/>
            <a:lstStyle/>
            <a:p>
              <a:pPr algn="ctr"/>
              <a:r>
                <a:rPr lang="zh-CN" altLang="en-US" b="1" dirty="0"/>
                <a:t>缓存</a:t>
              </a:r>
            </a:p>
          </p:txBody>
        </p:sp>
        <p:sp>
          <p:nvSpPr>
            <p:cNvPr id="72" name="矩形 71">
              <a:extLst>
                <a:ext uri="{FF2B5EF4-FFF2-40B4-BE49-F238E27FC236}">
                  <a16:creationId xmlns:a16="http://schemas.microsoft.com/office/drawing/2014/main" id="{F77D1A66-7911-49BB-BB7C-593B6A8C93AA}"/>
                </a:ext>
              </a:extLst>
            </p:cNvPr>
            <p:cNvSpPr/>
            <p:nvPr/>
          </p:nvSpPr>
          <p:spPr>
            <a:xfrm>
              <a:off x="7013713" y="3616733"/>
              <a:ext cx="1126800" cy="406559"/>
            </a:xfrm>
            <a:prstGeom prst="rect">
              <a:avLst/>
            </a:prstGeom>
          </p:spPr>
          <p:style>
            <a:lnRef idx="2">
              <a:schemeClr val="accent3">
                <a:shade val="50000"/>
              </a:schemeClr>
            </a:lnRef>
            <a:fillRef idx="1">
              <a:schemeClr val="accent3"/>
            </a:fillRef>
            <a:effectRef idx="0">
              <a:schemeClr val="accent3"/>
            </a:effectRef>
            <a:fontRef idx="minor">
              <a:schemeClr val="lt1"/>
            </a:fontRef>
          </p:style>
          <p:txBody>
            <a:bodyPr rtlCol="0" anchor="ctr"/>
            <a:lstStyle/>
            <a:p>
              <a:pPr algn="ctr"/>
              <a:r>
                <a:rPr lang="zh-CN" altLang="en-US" b="1" dirty="0"/>
                <a:t>接口</a:t>
              </a:r>
              <a:r>
                <a:rPr lang="en-US" altLang="zh-CN" b="1" dirty="0"/>
                <a:t>2</a:t>
              </a:r>
              <a:endParaRPr lang="zh-CN" altLang="en-US" b="1" dirty="0"/>
            </a:p>
          </p:txBody>
        </p:sp>
        <p:sp>
          <p:nvSpPr>
            <p:cNvPr id="82" name="矩形 81">
              <a:extLst>
                <a:ext uri="{FF2B5EF4-FFF2-40B4-BE49-F238E27FC236}">
                  <a16:creationId xmlns:a16="http://schemas.microsoft.com/office/drawing/2014/main" id="{DD2108AC-A6BB-4857-8961-8E7EC3376382}"/>
                </a:ext>
              </a:extLst>
            </p:cNvPr>
            <p:cNvSpPr/>
            <p:nvPr/>
          </p:nvSpPr>
          <p:spPr>
            <a:xfrm>
              <a:off x="5541470" y="2628684"/>
              <a:ext cx="1126800" cy="666248"/>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zh-CN" altLang="en-US" b="1" dirty="0"/>
                <a:t>网桥协议</a:t>
              </a:r>
              <a:endParaRPr lang="en-US" altLang="zh-CN" b="1" dirty="0"/>
            </a:p>
            <a:p>
              <a:pPr algn="ctr"/>
              <a:r>
                <a:rPr lang="zh-CN" altLang="en-US" b="1" dirty="0"/>
                <a:t>实体</a:t>
              </a:r>
            </a:p>
          </p:txBody>
        </p:sp>
        <p:sp>
          <p:nvSpPr>
            <p:cNvPr id="83" name="矩形 82">
              <a:extLst>
                <a:ext uri="{FF2B5EF4-FFF2-40B4-BE49-F238E27FC236}">
                  <a16:creationId xmlns:a16="http://schemas.microsoft.com/office/drawing/2014/main" id="{49BDDF0A-B02A-426D-A3E2-15CF6A0C62C5}"/>
                </a:ext>
              </a:extLst>
            </p:cNvPr>
            <p:cNvSpPr/>
            <p:nvPr/>
          </p:nvSpPr>
          <p:spPr>
            <a:xfrm>
              <a:off x="4069227" y="2628684"/>
              <a:ext cx="1126800" cy="666248"/>
            </a:xfrm>
            <a:prstGeom prst="rect">
              <a:avLst/>
            </a:prstGeom>
            <a:solidFill>
              <a:schemeClr val="accent3">
                <a:lumMod val="75000"/>
              </a:schemeClr>
            </a:solidFill>
            <a:ln>
              <a:solidFill>
                <a:schemeClr val="tx1"/>
              </a:solidFill>
            </a:ln>
          </p:spPr>
          <p:style>
            <a:lnRef idx="2">
              <a:schemeClr val="accent3">
                <a:shade val="50000"/>
              </a:schemeClr>
            </a:lnRef>
            <a:fillRef idx="1">
              <a:schemeClr val="accent3"/>
            </a:fillRef>
            <a:effectRef idx="0">
              <a:schemeClr val="accent3"/>
            </a:effectRef>
            <a:fontRef idx="minor">
              <a:schemeClr val="lt1"/>
            </a:fontRef>
          </p:style>
          <p:txBody>
            <a:bodyPr rtlCol="0" anchor="ctr"/>
            <a:lstStyle/>
            <a:p>
              <a:pPr algn="ctr"/>
              <a:r>
                <a:rPr lang="zh-CN" altLang="en-US" b="1" dirty="0"/>
                <a:t>接口管理</a:t>
              </a:r>
              <a:endParaRPr lang="en-US" altLang="zh-CN" b="1" dirty="0"/>
            </a:p>
            <a:p>
              <a:pPr algn="ctr"/>
              <a:r>
                <a:rPr lang="zh-CN" altLang="en-US" b="1" dirty="0"/>
                <a:t>软件</a:t>
              </a:r>
            </a:p>
          </p:txBody>
        </p:sp>
        <p:sp>
          <p:nvSpPr>
            <p:cNvPr id="85" name="矩形 84">
              <a:extLst>
                <a:ext uri="{FF2B5EF4-FFF2-40B4-BE49-F238E27FC236}">
                  <a16:creationId xmlns:a16="http://schemas.microsoft.com/office/drawing/2014/main" id="{36FB94DD-4238-45EC-A725-3E17E90C9DEE}"/>
                </a:ext>
              </a:extLst>
            </p:cNvPr>
            <p:cNvSpPr/>
            <p:nvPr/>
          </p:nvSpPr>
          <p:spPr>
            <a:xfrm>
              <a:off x="5541470" y="1900324"/>
              <a:ext cx="1126800" cy="406559"/>
            </a:xfrm>
            <a:prstGeom prst="rect">
              <a:avLst/>
            </a:prstGeom>
          </p:spPr>
          <p:style>
            <a:lnRef idx="2">
              <a:schemeClr val="accent2">
                <a:shade val="50000"/>
              </a:schemeClr>
            </a:lnRef>
            <a:fillRef idx="1">
              <a:schemeClr val="accent2"/>
            </a:fillRef>
            <a:effectRef idx="0">
              <a:schemeClr val="accent2"/>
            </a:effectRef>
            <a:fontRef idx="minor">
              <a:schemeClr val="lt1"/>
            </a:fontRef>
          </p:style>
          <p:txBody>
            <a:bodyPr rtlCol="0" anchor="ctr"/>
            <a:lstStyle/>
            <a:p>
              <a:pPr algn="ctr"/>
              <a:r>
                <a:rPr lang="zh-CN" altLang="en-US" b="1" dirty="0"/>
                <a:t>转发表</a:t>
              </a:r>
            </a:p>
          </p:txBody>
        </p:sp>
        <p:sp>
          <p:nvSpPr>
            <p:cNvPr id="86" name="矩形 85">
              <a:extLst>
                <a:ext uri="{FF2B5EF4-FFF2-40B4-BE49-F238E27FC236}">
                  <a16:creationId xmlns:a16="http://schemas.microsoft.com/office/drawing/2014/main" id="{2F873A4A-5D77-40E6-9C95-6E3603EE2CB8}"/>
                </a:ext>
              </a:extLst>
            </p:cNvPr>
            <p:cNvSpPr/>
            <p:nvPr/>
          </p:nvSpPr>
          <p:spPr>
            <a:xfrm>
              <a:off x="4069227" y="3616733"/>
              <a:ext cx="1126800" cy="406559"/>
            </a:xfrm>
            <a:prstGeom prst="rect">
              <a:avLst/>
            </a:prstGeom>
          </p:spPr>
          <p:style>
            <a:lnRef idx="2">
              <a:schemeClr val="accent3">
                <a:shade val="50000"/>
              </a:schemeClr>
            </a:lnRef>
            <a:fillRef idx="1">
              <a:schemeClr val="accent3"/>
            </a:fillRef>
            <a:effectRef idx="0">
              <a:schemeClr val="accent3"/>
            </a:effectRef>
            <a:fontRef idx="minor">
              <a:schemeClr val="lt1"/>
            </a:fontRef>
          </p:style>
          <p:txBody>
            <a:bodyPr rtlCol="0" anchor="ctr"/>
            <a:lstStyle/>
            <a:p>
              <a:pPr algn="ctr"/>
              <a:r>
                <a:rPr lang="zh-CN" altLang="en-US" b="1" dirty="0"/>
                <a:t>接口</a:t>
              </a:r>
              <a:r>
                <a:rPr lang="en-US" altLang="zh-CN" b="1" dirty="0"/>
                <a:t>1</a:t>
              </a:r>
              <a:endParaRPr lang="zh-CN" altLang="en-US" b="1" dirty="0"/>
            </a:p>
          </p:txBody>
        </p:sp>
        <p:cxnSp>
          <p:nvCxnSpPr>
            <p:cNvPr id="14" name="直接箭头连接符 13">
              <a:extLst>
                <a:ext uri="{FF2B5EF4-FFF2-40B4-BE49-F238E27FC236}">
                  <a16:creationId xmlns:a16="http://schemas.microsoft.com/office/drawing/2014/main" id="{DB9B9279-3353-4173-A0C6-69BD28E4D381}"/>
                </a:ext>
              </a:extLst>
            </p:cNvPr>
            <p:cNvCxnSpPr>
              <a:stCxn id="83" idx="3"/>
              <a:endCxn id="82" idx="1"/>
            </p:cNvCxnSpPr>
            <p:nvPr/>
          </p:nvCxnSpPr>
          <p:spPr>
            <a:xfrm>
              <a:off x="5196027" y="2961808"/>
              <a:ext cx="345443" cy="0"/>
            </a:xfrm>
            <a:prstGeom prst="straightConnector1">
              <a:avLst/>
            </a:prstGeom>
            <a:ln w="25400">
              <a:solidFill>
                <a:schemeClr val="tx1"/>
              </a:solidFill>
              <a:headEnd type="triangle"/>
              <a:tailEnd type="triangle"/>
            </a:ln>
          </p:spPr>
          <p:style>
            <a:lnRef idx="1">
              <a:schemeClr val="accent1"/>
            </a:lnRef>
            <a:fillRef idx="0">
              <a:schemeClr val="accent1"/>
            </a:fillRef>
            <a:effectRef idx="0">
              <a:schemeClr val="accent1"/>
            </a:effectRef>
            <a:fontRef idx="minor">
              <a:schemeClr val="tx1"/>
            </a:fontRef>
          </p:style>
        </p:cxnSp>
        <p:cxnSp>
          <p:nvCxnSpPr>
            <p:cNvPr id="87" name="直接箭头连接符 86">
              <a:extLst>
                <a:ext uri="{FF2B5EF4-FFF2-40B4-BE49-F238E27FC236}">
                  <a16:creationId xmlns:a16="http://schemas.microsoft.com/office/drawing/2014/main" id="{F543A1ED-CB04-4CD0-BA05-A6E5CBF52969}"/>
                </a:ext>
              </a:extLst>
            </p:cNvPr>
            <p:cNvCxnSpPr>
              <a:cxnSpLocks/>
              <a:stCxn id="86" idx="3"/>
              <a:endCxn id="5" idx="1"/>
            </p:cNvCxnSpPr>
            <p:nvPr/>
          </p:nvCxnSpPr>
          <p:spPr>
            <a:xfrm>
              <a:off x="5196027" y="3820013"/>
              <a:ext cx="345443" cy="0"/>
            </a:xfrm>
            <a:prstGeom prst="straightConnector1">
              <a:avLst/>
            </a:prstGeom>
            <a:ln w="25400">
              <a:solidFill>
                <a:schemeClr val="tx1"/>
              </a:solidFill>
              <a:headEnd type="triangle"/>
              <a:tailEnd type="triangle"/>
            </a:ln>
          </p:spPr>
          <p:style>
            <a:lnRef idx="1">
              <a:schemeClr val="accent1"/>
            </a:lnRef>
            <a:fillRef idx="0">
              <a:schemeClr val="accent1"/>
            </a:fillRef>
            <a:effectRef idx="0">
              <a:schemeClr val="accent1"/>
            </a:effectRef>
            <a:fontRef idx="minor">
              <a:schemeClr val="tx1"/>
            </a:fontRef>
          </p:style>
        </p:cxnSp>
        <p:cxnSp>
          <p:nvCxnSpPr>
            <p:cNvPr id="88" name="直接箭头连接符 87">
              <a:extLst>
                <a:ext uri="{FF2B5EF4-FFF2-40B4-BE49-F238E27FC236}">
                  <a16:creationId xmlns:a16="http://schemas.microsoft.com/office/drawing/2014/main" id="{EA2B3AF3-6633-4239-8C4A-D5CAEEB0B174}"/>
                </a:ext>
              </a:extLst>
            </p:cNvPr>
            <p:cNvCxnSpPr>
              <a:cxnSpLocks/>
              <a:stCxn id="5" idx="3"/>
              <a:endCxn id="72" idx="1"/>
            </p:cNvCxnSpPr>
            <p:nvPr/>
          </p:nvCxnSpPr>
          <p:spPr>
            <a:xfrm>
              <a:off x="6668270" y="3820013"/>
              <a:ext cx="345443" cy="0"/>
            </a:xfrm>
            <a:prstGeom prst="straightConnector1">
              <a:avLst/>
            </a:prstGeom>
            <a:ln w="25400">
              <a:solidFill>
                <a:schemeClr val="tx1"/>
              </a:solidFill>
              <a:headEnd type="triangle"/>
              <a:tailEnd type="triangle"/>
            </a:ln>
          </p:spPr>
          <p:style>
            <a:lnRef idx="1">
              <a:schemeClr val="accent1"/>
            </a:lnRef>
            <a:fillRef idx="0">
              <a:schemeClr val="accent1"/>
            </a:fillRef>
            <a:effectRef idx="0">
              <a:schemeClr val="accent1"/>
            </a:effectRef>
            <a:fontRef idx="minor">
              <a:schemeClr val="tx1"/>
            </a:fontRef>
          </p:style>
        </p:cxnSp>
        <p:cxnSp>
          <p:nvCxnSpPr>
            <p:cNvPr id="89" name="直接箭头连接符 88">
              <a:extLst>
                <a:ext uri="{FF2B5EF4-FFF2-40B4-BE49-F238E27FC236}">
                  <a16:creationId xmlns:a16="http://schemas.microsoft.com/office/drawing/2014/main" id="{62414322-1E40-498F-9F03-E6127399439B}"/>
                </a:ext>
              </a:extLst>
            </p:cNvPr>
            <p:cNvCxnSpPr>
              <a:cxnSpLocks/>
              <a:stCxn id="5" idx="0"/>
              <a:endCxn id="82" idx="2"/>
            </p:cNvCxnSpPr>
            <p:nvPr/>
          </p:nvCxnSpPr>
          <p:spPr>
            <a:xfrm flipV="1">
              <a:off x="6104870" y="3294932"/>
              <a:ext cx="0" cy="321801"/>
            </a:xfrm>
            <a:prstGeom prst="straightConnector1">
              <a:avLst/>
            </a:prstGeom>
            <a:ln w="25400">
              <a:solidFill>
                <a:schemeClr val="tx1"/>
              </a:solidFill>
              <a:headEnd type="triangle"/>
              <a:tailEnd type="triangle"/>
            </a:ln>
          </p:spPr>
          <p:style>
            <a:lnRef idx="1">
              <a:schemeClr val="accent1"/>
            </a:lnRef>
            <a:fillRef idx="0">
              <a:schemeClr val="accent1"/>
            </a:fillRef>
            <a:effectRef idx="0">
              <a:schemeClr val="accent1"/>
            </a:effectRef>
            <a:fontRef idx="minor">
              <a:schemeClr val="tx1"/>
            </a:fontRef>
          </p:style>
        </p:cxnSp>
        <p:cxnSp>
          <p:nvCxnSpPr>
            <p:cNvPr id="90" name="直接箭头连接符 89">
              <a:extLst>
                <a:ext uri="{FF2B5EF4-FFF2-40B4-BE49-F238E27FC236}">
                  <a16:creationId xmlns:a16="http://schemas.microsoft.com/office/drawing/2014/main" id="{2DD7D7D6-B4C6-4DEB-AE2A-589407625917}"/>
                </a:ext>
              </a:extLst>
            </p:cNvPr>
            <p:cNvCxnSpPr>
              <a:cxnSpLocks/>
              <a:stCxn id="82" idx="0"/>
              <a:endCxn id="85" idx="2"/>
            </p:cNvCxnSpPr>
            <p:nvPr/>
          </p:nvCxnSpPr>
          <p:spPr>
            <a:xfrm flipV="1">
              <a:off x="6104870" y="2306883"/>
              <a:ext cx="0" cy="321801"/>
            </a:xfrm>
            <a:prstGeom prst="straightConnector1">
              <a:avLst/>
            </a:prstGeom>
            <a:ln w="25400">
              <a:solidFill>
                <a:schemeClr val="tx1"/>
              </a:solidFill>
              <a:headEnd type="triangle"/>
              <a:tailEnd type="triangle"/>
            </a:ln>
          </p:spPr>
          <p:style>
            <a:lnRef idx="1">
              <a:schemeClr val="accent1"/>
            </a:lnRef>
            <a:fillRef idx="0">
              <a:schemeClr val="accent1"/>
            </a:fillRef>
            <a:effectRef idx="0">
              <a:schemeClr val="accent1"/>
            </a:effectRef>
            <a:fontRef idx="minor">
              <a:schemeClr val="tx1"/>
            </a:fontRef>
          </p:style>
        </p:cxnSp>
        <p:cxnSp>
          <p:nvCxnSpPr>
            <p:cNvPr id="40" name="直接连接符 39">
              <a:extLst>
                <a:ext uri="{FF2B5EF4-FFF2-40B4-BE49-F238E27FC236}">
                  <a16:creationId xmlns:a16="http://schemas.microsoft.com/office/drawing/2014/main" id="{3D096080-35B9-46D4-8A97-6A194F92C833}"/>
                </a:ext>
              </a:extLst>
            </p:cNvPr>
            <p:cNvCxnSpPr>
              <a:cxnSpLocks/>
            </p:cNvCxnSpPr>
            <p:nvPr/>
          </p:nvCxnSpPr>
          <p:spPr>
            <a:xfrm flipV="1">
              <a:off x="6668270" y="1401203"/>
              <a:ext cx="289815" cy="499121"/>
            </a:xfrm>
            <a:prstGeom prst="line">
              <a:avLst/>
            </a:prstGeom>
            <a:ln w="12700">
              <a:solidFill>
                <a:schemeClr val="tx1"/>
              </a:solidFill>
              <a:prstDash val="dash"/>
            </a:ln>
          </p:spPr>
          <p:style>
            <a:lnRef idx="1">
              <a:schemeClr val="accent1"/>
            </a:lnRef>
            <a:fillRef idx="0">
              <a:schemeClr val="accent1"/>
            </a:fillRef>
            <a:effectRef idx="0">
              <a:schemeClr val="accent1"/>
            </a:effectRef>
            <a:fontRef idx="minor">
              <a:schemeClr val="tx1"/>
            </a:fontRef>
          </p:style>
        </p:cxnSp>
        <p:cxnSp>
          <p:nvCxnSpPr>
            <p:cNvPr id="108" name="直接连接符 107">
              <a:extLst>
                <a:ext uri="{FF2B5EF4-FFF2-40B4-BE49-F238E27FC236}">
                  <a16:creationId xmlns:a16="http://schemas.microsoft.com/office/drawing/2014/main" id="{21E04092-6C7D-43C6-A3D7-E531D337FF43}"/>
                </a:ext>
              </a:extLst>
            </p:cNvPr>
            <p:cNvCxnSpPr>
              <a:cxnSpLocks/>
            </p:cNvCxnSpPr>
            <p:nvPr/>
          </p:nvCxnSpPr>
          <p:spPr>
            <a:xfrm>
              <a:off x="6665701" y="2292309"/>
              <a:ext cx="292384" cy="1213987"/>
            </a:xfrm>
            <a:prstGeom prst="line">
              <a:avLst/>
            </a:prstGeom>
            <a:ln w="12700">
              <a:solidFill>
                <a:schemeClr val="tx1"/>
              </a:solidFill>
              <a:prstDash val="dash"/>
            </a:ln>
          </p:spPr>
          <p:style>
            <a:lnRef idx="1">
              <a:schemeClr val="accent1"/>
            </a:lnRef>
            <a:fillRef idx="0">
              <a:schemeClr val="accent1"/>
            </a:fillRef>
            <a:effectRef idx="0">
              <a:schemeClr val="accent1"/>
            </a:effectRef>
            <a:fontRef idx="minor">
              <a:schemeClr val="tx1"/>
            </a:fontRef>
          </p:style>
        </p:cxnSp>
        <p:cxnSp>
          <p:nvCxnSpPr>
            <p:cNvPr id="109" name="直接箭头连接符 108">
              <a:extLst>
                <a:ext uri="{FF2B5EF4-FFF2-40B4-BE49-F238E27FC236}">
                  <a16:creationId xmlns:a16="http://schemas.microsoft.com/office/drawing/2014/main" id="{6074A869-3453-4316-AD7C-C10F266008DB}"/>
                </a:ext>
              </a:extLst>
            </p:cNvPr>
            <p:cNvCxnSpPr>
              <a:cxnSpLocks/>
            </p:cNvCxnSpPr>
            <p:nvPr/>
          </p:nvCxnSpPr>
          <p:spPr>
            <a:xfrm flipV="1">
              <a:off x="4604577" y="4023292"/>
              <a:ext cx="0" cy="321801"/>
            </a:xfrm>
            <a:prstGeom prst="straightConnector1">
              <a:avLst/>
            </a:prstGeom>
            <a:ln w="25400">
              <a:solidFill>
                <a:schemeClr val="tx1"/>
              </a:solidFill>
              <a:headEnd type="triangle"/>
              <a:tailEnd type="triangle"/>
            </a:ln>
          </p:spPr>
          <p:style>
            <a:lnRef idx="1">
              <a:schemeClr val="accent1"/>
            </a:lnRef>
            <a:fillRef idx="0">
              <a:schemeClr val="accent1"/>
            </a:fillRef>
            <a:effectRef idx="0">
              <a:schemeClr val="accent1"/>
            </a:effectRef>
            <a:fontRef idx="minor">
              <a:schemeClr val="tx1"/>
            </a:fontRef>
          </p:style>
        </p:cxnSp>
        <p:cxnSp>
          <p:nvCxnSpPr>
            <p:cNvPr id="110" name="直接箭头连接符 109">
              <a:extLst>
                <a:ext uri="{FF2B5EF4-FFF2-40B4-BE49-F238E27FC236}">
                  <a16:creationId xmlns:a16="http://schemas.microsoft.com/office/drawing/2014/main" id="{167F041D-DF35-4C3B-93A7-453CEBD5B20C}"/>
                </a:ext>
              </a:extLst>
            </p:cNvPr>
            <p:cNvCxnSpPr>
              <a:cxnSpLocks/>
            </p:cNvCxnSpPr>
            <p:nvPr/>
          </p:nvCxnSpPr>
          <p:spPr>
            <a:xfrm flipV="1">
              <a:off x="7601777" y="4023292"/>
              <a:ext cx="0" cy="321801"/>
            </a:xfrm>
            <a:prstGeom prst="straightConnector1">
              <a:avLst/>
            </a:prstGeom>
            <a:ln w="25400">
              <a:solidFill>
                <a:schemeClr val="tx1"/>
              </a:solidFill>
              <a:headEnd type="triangle"/>
              <a:tailEnd type="triangle"/>
            </a:ln>
          </p:spPr>
          <p:style>
            <a:lnRef idx="1">
              <a:schemeClr val="accent1"/>
            </a:lnRef>
            <a:fillRef idx="0">
              <a:schemeClr val="accent1"/>
            </a:fillRef>
            <a:effectRef idx="0">
              <a:schemeClr val="accent1"/>
            </a:effectRef>
            <a:fontRef idx="minor">
              <a:schemeClr val="tx1"/>
            </a:fontRef>
          </p:style>
        </p:cxnSp>
        <p:cxnSp>
          <p:nvCxnSpPr>
            <p:cNvPr id="129" name="直接连接符 128">
              <a:extLst>
                <a:ext uri="{FF2B5EF4-FFF2-40B4-BE49-F238E27FC236}">
                  <a16:creationId xmlns:a16="http://schemas.microsoft.com/office/drawing/2014/main" id="{5E5459E5-FFE9-413A-8C5E-4A48C393EDFB}"/>
                </a:ext>
              </a:extLst>
            </p:cNvPr>
            <p:cNvCxnSpPr>
              <a:cxnSpLocks/>
              <a:stCxn id="26" idx="1"/>
            </p:cNvCxnSpPr>
            <p:nvPr/>
          </p:nvCxnSpPr>
          <p:spPr>
            <a:xfrm flipH="1" flipV="1">
              <a:off x="3871147" y="4197659"/>
              <a:ext cx="1951930" cy="446046"/>
            </a:xfrm>
            <a:prstGeom prst="line">
              <a:avLst/>
            </a:prstGeom>
            <a:ln w="12700">
              <a:solidFill>
                <a:schemeClr val="tx1"/>
              </a:solidFill>
              <a:prstDash val="dash"/>
            </a:ln>
          </p:spPr>
          <p:style>
            <a:lnRef idx="1">
              <a:schemeClr val="accent1"/>
            </a:lnRef>
            <a:fillRef idx="0">
              <a:schemeClr val="accent1"/>
            </a:fillRef>
            <a:effectRef idx="0">
              <a:schemeClr val="accent1"/>
            </a:effectRef>
            <a:fontRef idx="minor">
              <a:schemeClr val="tx1"/>
            </a:fontRef>
          </p:style>
        </p:cxnSp>
        <p:cxnSp>
          <p:nvCxnSpPr>
            <p:cNvPr id="132" name="直接连接符 131">
              <a:extLst>
                <a:ext uri="{FF2B5EF4-FFF2-40B4-BE49-F238E27FC236}">
                  <a16:creationId xmlns:a16="http://schemas.microsoft.com/office/drawing/2014/main" id="{11FABC2F-FC6A-41D2-AD44-045731135374}"/>
                </a:ext>
              </a:extLst>
            </p:cNvPr>
            <p:cNvCxnSpPr>
              <a:cxnSpLocks/>
              <a:endCxn id="26" idx="3"/>
            </p:cNvCxnSpPr>
            <p:nvPr/>
          </p:nvCxnSpPr>
          <p:spPr>
            <a:xfrm flipH="1">
              <a:off x="6404177" y="4197659"/>
              <a:ext cx="2211519" cy="446046"/>
            </a:xfrm>
            <a:prstGeom prst="line">
              <a:avLst/>
            </a:prstGeom>
            <a:ln w="12700">
              <a:solidFill>
                <a:schemeClr val="tx1"/>
              </a:solidFill>
              <a:prstDash val="dash"/>
            </a:ln>
          </p:spPr>
          <p:style>
            <a:lnRef idx="1">
              <a:schemeClr val="accent1"/>
            </a:lnRef>
            <a:fillRef idx="0">
              <a:schemeClr val="accent1"/>
            </a:fillRef>
            <a:effectRef idx="0">
              <a:schemeClr val="accent1"/>
            </a:effectRef>
            <a:fontRef idx="minor">
              <a:schemeClr val="tx1"/>
            </a:fontRef>
          </p:style>
        </p:cxnSp>
        <p:pic>
          <p:nvPicPr>
            <p:cNvPr id="138" name="图片 137" descr="表格&#10;&#10;描述已自动生成">
              <a:extLst>
                <a:ext uri="{FF2B5EF4-FFF2-40B4-BE49-F238E27FC236}">
                  <a16:creationId xmlns:a16="http://schemas.microsoft.com/office/drawing/2014/main" id="{5BFDE42F-FE19-4BB6-B258-9544CE901C86}"/>
                </a:ext>
              </a:extLst>
            </p:cNvPr>
            <p:cNvPicPr>
              <a:picLocks noChangeAspect="1"/>
            </p:cNvPicPr>
            <p:nvPr/>
          </p:nvPicPr>
          <p:blipFill>
            <a:blip r:embed="rId3" cstate="print">
              <a:extLst>
                <a:ext uri="{28A0092B-C50C-407E-A947-70E740481C1C}">
                  <a14:useLocalDpi xmlns:a14="http://schemas.microsoft.com/office/drawing/2010/main" val="0"/>
                </a:ext>
              </a:extLst>
            </a:blip>
            <a:stretch>
              <a:fillRect/>
            </a:stretch>
          </p:blipFill>
          <p:spPr>
            <a:xfrm>
              <a:off x="6958085" y="1315178"/>
              <a:ext cx="1427032" cy="2327586"/>
            </a:xfrm>
            <a:prstGeom prst="rect">
              <a:avLst/>
            </a:prstGeom>
          </p:spPr>
        </p:pic>
      </p:grpSp>
    </p:spTree>
    <p:custDataLst>
      <p:tags r:id="rId1"/>
    </p:custDataLst>
    <p:extLst>
      <p:ext uri="{BB962C8B-B14F-4D97-AF65-F5344CB8AC3E}">
        <p14:creationId xmlns:p14="http://schemas.microsoft.com/office/powerpoint/2010/main" val="2553252579"/>
      </p:ext>
    </p:extLst>
  </p:cSld>
  <p:clrMapOvr>
    <a:masterClrMapping/>
  </p:clrMapOvr>
  <mc:AlternateContent xmlns:mc="http://schemas.openxmlformats.org/markup-compatibility/2006" xmlns:p159="http://schemas.microsoft.com/office/powerpoint/2015/09/main">
    <mc:Choice Requires="p159">
      <p:transition spd="slow">
        <p159:morph option="byObject"/>
      </p:transition>
    </mc:Choice>
    <mc:Fallback xmlns="">
      <p:transition spd="slow">
        <p:fade/>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2" presetClass="entr" presetSubtype="4" fill="hold" nodeType="withEffect">
                                  <p:stCondLst>
                                    <p:cond delay="0"/>
                                  </p:stCondLst>
                                  <p:childTnLst>
                                    <p:set>
                                      <p:cBhvr>
                                        <p:cTn id="6" dur="1" fill="hold">
                                          <p:stCondLst>
                                            <p:cond delay="0"/>
                                          </p:stCondLst>
                                        </p:cTn>
                                        <p:tgtEl>
                                          <p:spTgt spid="146"/>
                                        </p:tgtEl>
                                        <p:attrNameLst>
                                          <p:attrName>style.visibility</p:attrName>
                                        </p:attrNameLst>
                                      </p:cBhvr>
                                      <p:to>
                                        <p:strVal val="visible"/>
                                      </p:to>
                                    </p:set>
                                    <p:animEffect transition="in" filter="wipe(down)">
                                      <p:cBhvr>
                                        <p:cTn id="7" dur="1000"/>
                                        <p:tgtEl>
                                          <p:spTgt spid="146"/>
                                        </p:tgtEl>
                                      </p:cBhvr>
                                    </p:animEffect>
                                  </p:childTnLst>
                                </p:cTn>
                              </p:par>
                            </p:childTnLst>
                          </p:cTn>
                        </p:par>
                        <p:par>
                          <p:cTn id="8" fill="hold">
                            <p:stCondLst>
                              <p:cond delay="1000"/>
                            </p:stCondLst>
                            <p:childTnLst>
                              <p:par>
                                <p:cTn id="9" presetID="1" presetClass="entr" presetSubtype="0" fill="hold" nodeType="afterEffect">
                                  <p:stCondLst>
                                    <p:cond delay="0"/>
                                  </p:stCondLst>
                                  <p:childTnLst>
                                    <p:set>
                                      <p:cBhvr>
                                        <p:cTn id="10" dur="1" fill="hold">
                                          <p:stCondLst>
                                            <p:cond delay="0"/>
                                          </p:stCondLst>
                                        </p:cTn>
                                        <p:tgtEl>
                                          <p:spTgt spid="147"/>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38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105" name="组合 104">
            <a:extLst>
              <a:ext uri="{FF2B5EF4-FFF2-40B4-BE49-F238E27FC236}">
                <a16:creationId xmlns:a16="http://schemas.microsoft.com/office/drawing/2014/main" id="{E95BBA1A-6E79-44FF-91E5-E4A14096ECCE}"/>
              </a:ext>
            </a:extLst>
          </p:cNvPr>
          <p:cNvGrpSpPr/>
          <p:nvPr/>
        </p:nvGrpSpPr>
        <p:grpSpPr>
          <a:xfrm rot="5400000">
            <a:off x="4253612" y="4961321"/>
            <a:ext cx="913192" cy="400110"/>
            <a:chOff x="2985607" y="3222321"/>
            <a:chExt cx="913192" cy="400110"/>
          </a:xfrm>
        </p:grpSpPr>
        <p:sp>
          <p:nvSpPr>
            <p:cNvPr id="106" name="标注: 右箭头 105">
              <a:extLst>
                <a:ext uri="{FF2B5EF4-FFF2-40B4-BE49-F238E27FC236}">
                  <a16:creationId xmlns:a16="http://schemas.microsoft.com/office/drawing/2014/main" id="{89364531-DC1A-4D3B-AE71-0EAAE78D8753}"/>
                </a:ext>
              </a:extLst>
            </p:cNvPr>
            <p:cNvSpPr/>
            <p:nvPr/>
          </p:nvSpPr>
          <p:spPr>
            <a:xfrm>
              <a:off x="3108347" y="3268699"/>
              <a:ext cx="762000" cy="302993"/>
            </a:xfrm>
            <a:prstGeom prst="rightArrowCallout">
              <a:avLst>
                <a:gd name="adj1" fmla="val 25000"/>
                <a:gd name="adj2" fmla="val 25000"/>
                <a:gd name="adj3" fmla="val 25000"/>
                <a:gd name="adj4" fmla="val 85980"/>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sz="2000" b="1" dirty="0">
                <a:solidFill>
                  <a:schemeClr val="tx1"/>
                </a:solidFill>
              </a:endParaRPr>
            </a:p>
          </p:txBody>
        </p:sp>
        <p:sp>
          <p:nvSpPr>
            <p:cNvPr id="107" name="文本框 106">
              <a:extLst>
                <a:ext uri="{FF2B5EF4-FFF2-40B4-BE49-F238E27FC236}">
                  <a16:creationId xmlns:a16="http://schemas.microsoft.com/office/drawing/2014/main" id="{16B0E67C-DF2C-4E95-945D-AB0E1847801F}"/>
                </a:ext>
              </a:extLst>
            </p:cNvPr>
            <p:cNvSpPr txBox="1"/>
            <p:nvPr/>
          </p:nvSpPr>
          <p:spPr>
            <a:xfrm>
              <a:off x="2985607" y="3222321"/>
              <a:ext cx="913192" cy="400110"/>
            </a:xfrm>
            <a:prstGeom prst="rect">
              <a:avLst/>
            </a:prstGeom>
            <a:noFill/>
          </p:spPr>
          <p:txBody>
            <a:bodyPr wrap="square">
              <a:spAutoFit/>
            </a:bodyPr>
            <a:lstStyle/>
            <a:p>
              <a:pPr algn="ctr"/>
              <a:r>
                <a:rPr lang="en-US" altLang="zh-CN" sz="2000" b="1" dirty="0">
                  <a:solidFill>
                    <a:schemeClr val="tx1"/>
                  </a:solidFill>
                </a:rPr>
                <a:t>A</a:t>
              </a:r>
              <a:r>
                <a:rPr lang="en-US" altLang="zh-CN" sz="2000" b="1" dirty="0">
                  <a:solidFill>
                    <a:schemeClr val="tx1"/>
                  </a:solidFill>
                  <a:latin typeface="+mn-ea"/>
                </a:rPr>
                <a:t>→</a:t>
              </a:r>
              <a:r>
                <a:rPr lang="en-US" altLang="zh-CN" sz="2000" b="1" dirty="0">
                  <a:solidFill>
                    <a:schemeClr val="tx1"/>
                  </a:solidFill>
                </a:rPr>
                <a:t>D</a:t>
              </a:r>
              <a:endParaRPr lang="zh-CN" altLang="en-US" sz="2000" b="1" dirty="0">
                <a:solidFill>
                  <a:schemeClr val="tx1"/>
                </a:solidFill>
              </a:endParaRPr>
            </a:p>
          </p:txBody>
        </p:sp>
      </p:grpSp>
      <p:grpSp>
        <p:nvGrpSpPr>
          <p:cNvPr id="111" name="组合 110">
            <a:extLst>
              <a:ext uri="{FF2B5EF4-FFF2-40B4-BE49-F238E27FC236}">
                <a16:creationId xmlns:a16="http://schemas.microsoft.com/office/drawing/2014/main" id="{74DAECB3-A07D-42DA-91CA-CF00094BFFA0}"/>
              </a:ext>
            </a:extLst>
          </p:cNvPr>
          <p:cNvGrpSpPr/>
          <p:nvPr/>
        </p:nvGrpSpPr>
        <p:grpSpPr>
          <a:xfrm rot="16200000">
            <a:off x="4258623" y="3627918"/>
            <a:ext cx="912153" cy="400110"/>
            <a:chOff x="2985606" y="3222321"/>
            <a:chExt cx="912153" cy="400110"/>
          </a:xfrm>
        </p:grpSpPr>
        <p:sp>
          <p:nvSpPr>
            <p:cNvPr id="112" name="标注: 右箭头 111">
              <a:extLst>
                <a:ext uri="{FF2B5EF4-FFF2-40B4-BE49-F238E27FC236}">
                  <a16:creationId xmlns:a16="http://schemas.microsoft.com/office/drawing/2014/main" id="{F759BFDE-7187-4F1B-8B60-F07A97614866}"/>
                </a:ext>
              </a:extLst>
            </p:cNvPr>
            <p:cNvSpPr/>
            <p:nvPr/>
          </p:nvSpPr>
          <p:spPr>
            <a:xfrm>
              <a:off x="3108347" y="3268699"/>
              <a:ext cx="762000" cy="302993"/>
            </a:xfrm>
            <a:prstGeom prst="rightArrowCallout">
              <a:avLst>
                <a:gd name="adj1" fmla="val 25000"/>
                <a:gd name="adj2" fmla="val 25000"/>
                <a:gd name="adj3" fmla="val 25000"/>
                <a:gd name="adj4" fmla="val 85980"/>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sz="2000" b="1" dirty="0">
                <a:solidFill>
                  <a:schemeClr val="tx1"/>
                </a:solidFill>
              </a:endParaRPr>
            </a:p>
          </p:txBody>
        </p:sp>
        <p:sp>
          <p:nvSpPr>
            <p:cNvPr id="113" name="文本框 112">
              <a:extLst>
                <a:ext uri="{FF2B5EF4-FFF2-40B4-BE49-F238E27FC236}">
                  <a16:creationId xmlns:a16="http://schemas.microsoft.com/office/drawing/2014/main" id="{13C06CAB-7BF6-4AB7-B608-7B0D4047C3C5}"/>
                </a:ext>
              </a:extLst>
            </p:cNvPr>
            <p:cNvSpPr txBox="1"/>
            <p:nvPr/>
          </p:nvSpPr>
          <p:spPr>
            <a:xfrm>
              <a:off x="2985606" y="3222321"/>
              <a:ext cx="912153" cy="400110"/>
            </a:xfrm>
            <a:prstGeom prst="rect">
              <a:avLst/>
            </a:prstGeom>
            <a:noFill/>
          </p:spPr>
          <p:txBody>
            <a:bodyPr wrap="square">
              <a:spAutoFit/>
            </a:bodyPr>
            <a:lstStyle/>
            <a:p>
              <a:pPr algn="ctr"/>
              <a:r>
                <a:rPr lang="en-US" altLang="zh-CN" sz="2000" b="1" dirty="0">
                  <a:solidFill>
                    <a:schemeClr val="tx1"/>
                  </a:solidFill>
                </a:rPr>
                <a:t>A</a:t>
              </a:r>
              <a:r>
                <a:rPr lang="en-US" altLang="zh-CN" sz="2000" b="1" dirty="0">
                  <a:solidFill>
                    <a:schemeClr val="tx1"/>
                  </a:solidFill>
                  <a:latin typeface="+mn-ea"/>
                </a:rPr>
                <a:t>→</a:t>
              </a:r>
              <a:r>
                <a:rPr lang="en-US" altLang="zh-CN" sz="2000" b="1" dirty="0">
                  <a:solidFill>
                    <a:schemeClr val="tx1"/>
                  </a:solidFill>
                </a:rPr>
                <a:t>D</a:t>
              </a:r>
              <a:endParaRPr lang="zh-CN" altLang="en-US" sz="2000" b="1" dirty="0">
                <a:solidFill>
                  <a:schemeClr val="tx1"/>
                </a:solidFill>
              </a:endParaRPr>
            </a:p>
          </p:txBody>
        </p:sp>
      </p:grpSp>
      <p:grpSp>
        <p:nvGrpSpPr>
          <p:cNvPr id="114" name="组合 113">
            <a:extLst>
              <a:ext uri="{FF2B5EF4-FFF2-40B4-BE49-F238E27FC236}">
                <a16:creationId xmlns:a16="http://schemas.microsoft.com/office/drawing/2014/main" id="{70FA90A2-9821-4357-B918-E7E340F9F643}"/>
              </a:ext>
            </a:extLst>
          </p:cNvPr>
          <p:cNvGrpSpPr/>
          <p:nvPr/>
        </p:nvGrpSpPr>
        <p:grpSpPr>
          <a:xfrm>
            <a:off x="3340043" y="4076166"/>
            <a:ext cx="865007" cy="400110"/>
            <a:chOff x="3005340" y="3222321"/>
            <a:chExt cx="865007" cy="400110"/>
          </a:xfrm>
        </p:grpSpPr>
        <p:sp>
          <p:nvSpPr>
            <p:cNvPr id="115" name="标注: 右箭头 114">
              <a:extLst>
                <a:ext uri="{FF2B5EF4-FFF2-40B4-BE49-F238E27FC236}">
                  <a16:creationId xmlns:a16="http://schemas.microsoft.com/office/drawing/2014/main" id="{BAABA9F2-0FD7-4310-85F9-A9757717A271}"/>
                </a:ext>
              </a:extLst>
            </p:cNvPr>
            <p:cNvSpPr/>
            <p:nvPr/>
          </p:nvSpPr>
          <p:spPr>
            <a:xfrm>
              <a:off x="3108347" y="3268699"/>
              <a:ext cx="762000" cy="302993"/>
            </a:xfrm>
            <a:prstGeom prst="rightArrowCallout">
              <a:avLst>
                <a:gd name="adj1" fmla="val 25000"/>
                <a:gd name="adj2" fmla="val 25000"/>
                <a:gd name="adj3" fmla="val 25000"/>
                <a:gd name="adj4" fmla="val 85980"/>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sz="2000" b="1" dirty="0">
                <a:solidFill>
                  <a:schemeClr val="tx1"/>
                </a:solidFill>
              </a:endParaRPr>
            </a:p>
          </p:txBody>
        </p:sp>
        <p:sp>
          <p:nvSpPr>
            <p:cNvPr id="116" name="文本框 115">
              <a:extLst>
                <a:ext uri="{FF2B5EF4-FFF2-40B4-BE49-F238E27FC236}">
                  <a16:creationId xmlns:a16="http://schemas.microsoft.com/office/drawing/2014/main" id="{EB9BFF9D-4833-4C76-A553-67F699B4F528}"/>
                </a:ext>
              </a:extLst>
            </p:cNvPr>
            <p:cNvSpPr txBox="1"/>
            <p:nvPr/>
          </p:nvSpPr>
          <p:spPr>
            <a:xfrm>
              <a:off x="3005340" y="3222321"/>
              <a:ext cx="862241" cy="400110"/>
            </a:xfrm>
            <a:prstGeom prst="rect">
              <a:avLst/>
            </a:prstGeom>
            <a:noFill/>
          </p:spPr>
          <p:txBody>
            <a:bodyPr wrap="square">
              <a:spAutoFit/>
            </a:bodyPr>
            <a:lstStyle/>
            <a:p>
              <a:pPr algn="ctr"/>
              <a:r>
                <a:rPr lang="en-US" altLang="zh-CN" sz="2000" b="1" dirty="0">
                  <a:solidFill>
                    <a:schemeClr val="tx1"/>
                  </a:solidFill>
                </a:rPr>
                <a:t>A</a:t>
              </a:r>
              <a:r>
                <a:rPr lang="en-US" altLang="zh-CN" sz="2000" b="1" dirty="0">
                  <a:solidFill>
                    <a:schemeClr val="tx1"/>
                  </a:solidFill>
                  <a:latin typeface="+mn-ea"/>
                </a:rPr>
                <a:t>→</a:t>
              </a:r>
              <a:r>
                <a:rPr lang="en-US" altLang="zh-CN" sz="2000" b="1" dirty="0">
                  <a:solidFill>
                    <a:schemeClr val="tx1"/>
                  </a:solidFill>
                </a:rPr>
                <a:t>D</a:t>
              </a:r>
              <a:endParaRPr lang="zh-CN" altLang="en-US" sz="2000" b="1" dirty="0">
                <a:solidFill>
                  <a:schemeClr val="tx1"/>
                </a:solidFill>
              </a:endParaRPr>
            </a:p>
          </p:txBody>
        </p:sp>
      </p:grpSp>
      <p:grpSp>
        <p:nvGrpSpPr>
          <p:cNvPr id="117" name="组合 116">
            <a:extLst>
              <a:ext uri="{FF2B5EF4-FFF2-40B4-BE49-F238E27FC236}">
                <a16:creationId xmlns:a16="http://schemas.microsoft.com/office/drawing/2014/main" id="{1657FF83-233C-4B7B-82B2-981E69822CA7}"/>
              </a:ext>
            </a:extLst>
          </p:cNvPr>
          <p:cNvGrpSpPr/>
          <p:nvPr/>
        </p:nvGrpSpPr>
        <p:grpSpPr>
          <a:xfrm>
            <a:off x="4892679" y="4073985"/>
            <a:ext cx="907293" cy="400110"/>
            <a:chOff x="2985606" y="3222321"/>
            <a:chExt cx="907293" cy="400110"/>
          </a:xfrm>
        </p:grpSpPr>
        <p:sp>
          <p:nvSpPr>
            <p:cNvPr id="118" name="标注: 右箭头 117">
              <a:extLst>
                <a:ext uri="{FF2B5EF4-FFF2-40B4-BE49-F238E27FC236}">
                  <a16:creationId xmlns:a16="http://schemas.microsoft.com/office/drawing/2014/main" id="{35BB6450-CC7A-4C75-9AFD-A01D80F8D4F8}"/>
                </a:ext>
              </a:extLst>
            </p:cNvPr>
            <p:cNvSpPr/>
            <p:nvPr/>
          </p:nvSpPr>
          <p:spPr>
            <a:xfrm>
              <a:off x="3108347" y="3268699"/>
              <a:ext cx="762000" cy="302993"/>
            </a:xfrm>
            <a:prstGeom prst="rightArrowCallout">
              <a:avLst>
                <a:gd name="adj1" fmla="val 25000"/>
                <a:gd name="adj2" fmla="val 25000"/>
                <a:gd name="adj3" fmla="val 25000"/>
                <a:gd name="adj4" fmla="val 85980"/>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sz="2000" b="1" dirty="0">
                <a:solidFill>
                  <a:schemeClr val="tx1"/>
                </a:solidFill>
              </a:endParaRPr>
            </a:p>
          </p:txBody>
        </p:sp>
        <p:sp>
          <p:nvSpPr>
            <p:cNvPr id="119" name="文本框 118">
              <a:extLst>
                <a:ext uri="{FF2B5EF4-FFF2-40B4-BE49-F238E27FC236}">
                  <a16:creationId xmlns:a16="http://schemas.microsoft.com/office/drawing/2014/main" id="{E25FEB94-C608-484A-BBF7-DC83ADDF7FD8}"/>
                </a:ext>
              </a:extLst>
            </p:cNvPr>
            <p:cNvSpPr txBox="1"/>
            <p:nvPr/>
          </p:nvSpPr>
          <p:spPr>
            <a:xfrm>
              <a:off x="2985606" y="3222321"/>
              <a:ext cx="907293" cy="400110"/>
            </a:xfrm>
            <a:prstGeom prst="rect">
              <a:avLst/>
            </a:prstGeom>
            <a:noFill/>
          </p:spPr>
          <p:txBody>
            <a:bodyPr wrap="square">
              <a:spAutoFit/>
            </a:bodyPr>
            <a:lstStyle/>
            <a:p>
              <a:pPr algn="ctr"/>
              <a:r>
                <a:rPr lang="en-US" altLang="zh-CN" sz="2000" b="1" dirty="0">
                  <a:solidFill>
                    <a:schemeClr val="tx1"/>
                  </a:solidFill>
                </a:rPr>
                <a:t>A</a:t>
              </a:r>
              <a:r>
                <a:rPr lang="en-US" altLang="zh-CN" sz="2000" b="1" dirty="0">
                  <a:solidFill>
                    <a:schemeClr val="tx1"/>
                  </a:solidFill>
                  <a:latin typeface="+mn-ea"/>
                </a:rPr>
                <a:t>→</a:t>
              </a:r>
              <a:r>
                <a:rPr lang="en-US" altLang="zh-CN" sz="2000" b="1" dirty="0">
                  <a:solidFill>
                    <a:schemeClr val="tx1"/>
                  </a:solidFill>
                </a:rPr>
                <a:t>D</a:t>
              </a:r>
              <a:endParaRPr lang="zh-CN" altLang="en-US" sz="2000" b="1" dirty="0">
                <a:solidFill>
                  <a:schemeClr val="tx1"/>
                </a:solidFill>
              </a:endParaRPr>
            </a:p>
          </p:txBody>
        </p:sp>
      </p:grpSp>
      <p:cxnSp>
        <p:nvCxnSpPr>
          <p:cNvPr id="15" name="直接连接符 14">
            <a:extLst>
              <a:ext uri="{FF2B5EF4-FFF2-40B4-BE49-F238E27FC236}">
                <a16:creationId xmlns:a16="http://schemas.microsoft.com/office/drawing/2014/main" id="{121305AF-E9C0-47EC-B6F5-70609A97473E}"/>
              </a:ext>
            </a:extLst>
          </p:cNvPr>
          <p:cNvCxnSpPr>
            <a:cxnSpLocks/>
          </p:cNvCxnSpPr>
          <p:nvPr/>
        </p:nvCxnSpPr>
        <p:spPr>
          <a:xfrm>
            <a:off x="2894504" y="4476276"/>
            <a:ext cx="3144483"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71" name="直接连接符 70">
            <a:extLst>
              <a:ext uri="{FF2B5EF4-FFF2-40B4-BE49-F238E27FC236}">
                <a16:creationId xmlns:a16="http://schemas.microsoft.com/office/drawing/2014/main" id="{AC1381F3-A279-4121-BF41-8662C6A9F137}"/>
              </a:ext>
            </a:extLst>
          </p:cNvPr>
          <p:cNvCxnSpPr>
            <a:cxnSpLocks/>
          </p:cNvCxnSpPr>
          <p:nvPr/>
        </p:nvCxnSpPr>
        <p:spPr>
          <a:xfrm>
            <a:off x="6199717" y="4476276"/>
            <a:ext cx="3471282"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grpSp>
        <p:nvGrpSpPr>
          <p:cNvPr id="4" name="组合 3">
            <a:extLst>
              <a:ext uri="{FF2B5EF4-FFF2-40B4-BE49-F238E27FC236}">
                <a16:creationId xmlns:a16="http://schemas.microsoft.com/office/drawing/2014/main" id="{9A1EA9F2-FCB6-48C3-935F-7AE7E3AD14AC}"/>
              </a:ext>
            </a:extLst>
          </p:cNvPr>
          <p:cNvGrpSpPr/>
          <p:nvPr/>
        </p:nvGrpSpPr>
        <p:grpSpPr>
          <a:xfrm>
            <a:off x="304799" y="749300"/>
            <a:ext cx="6192344" cy="400110"/>
            <a:chOff x="424116" y="898245"/>
            <a:chExt cx="6192344" cy="400110"/>
          </a:xfrm>
        </p:grpSpPr>
        <p:sp>
          <p:nvSpPr>
            <p:cNvPr id="2" name="平行四边形 1">
              <a:extLst>
                <a:ext uri="{FF2B5EF4-FFF2-40B4-BE49-F238E27FC236}">
                  <a16:creationId xmlns:a16="http://schemas.microsoft.com/office/drawing/2014/main" id="{1F5BAA3F-9845-4F89-A2DD-8222D3E4EDAC}"/>
                </a:ext>
              </a:extLst>
            </p:cNvPr>
            <p:cNvSpPr/>
            <p:nvPr/>
          </p:nvSpPr>
          <p:spPr>
            <a:xfrm>
              <a:off x="424116" y="898245"/>
              <a:ext cx="688541" cy="387090"/>
            </a:xfrm>
            <a:prstGeom prst="parallelogram">
              <a:avLst/>
            </a:prstGeom>
            <a:solidFill>
              <a:schemeClr val="accent3">
                <a:lumMod val="75000"/>
              </a:schemeClr>
            </a:solidFill>
            <a:ln>
              <a:solidFill>
                <a:schemeClr val="accent3">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CN" sz="2200" dirty="0">
                  <a:latin typeface="Impact" panose="020B0806030902050204" pitchFamily="34" charset="0"/>
                </a:rPr>
                <a:t>02</a:t>
              </a:r>
              <a:endParaRPr lang="zh-CN" altLang="en-US" sz="2200" dirty="0">
                <a:latin typeface="Impact" panose="020B0806030902050204" pitchFamily="34" charset="0"/>
              </a:endParaRPr>
            </a:p>
          </p:txBody>
        </p:sp>
        <p:sp>
          <p:nvSpPr>
            <p:cNvPr id="3" name="文本框 2">
              <a:extLst>
                <a:ext uri="{FF2B5EF4-FFF2-40B4-BE49-F238E27FC236}">
                  <a16:creationId xmlns:a16="http://schemas.microsoft.com/office/drawing/2014/main" id="{4D6BD736-A4D3-4F26-AFED-36E11F50F70B}"/>
                </a:ext>
              </a:extLst>
            </p:cNvPr>
            <p:cNvSpPr txBox="1"/>
            <p:nvPr/>
          </p:nvSpPr>
          <p:spPr>
            <a:xfrm>
              <a:off x="1178441" y="898245"/>
              <a:ext cx="5438019" cy="400110"/>
            </a:xfrm>
            <a:prstGeom prst="rect">
              <a:avLst/>
            </a:prstGeom>
            <a:noFill/>
          </p:spPr>
          <p:txBody>
            <a:bodyPr wrap="square" rtlCol="0">
              <a:spAutoFit/>
            </a:bodyPr>
            <a:lstStyle/>
            <a:p>
              <a:r>
                <a:rPr lang="zh-CN" altLang="en-US" sz="2000" b="1" dirty="0"/>
                <a:t>网桥的主要结构和基本工作原理</a:t>
              </a:r>
              <a:endParaRPr lang="en-US" altLang="zh-CN" sz="2000" b="1" dirty="0"/>
            </a:p>
          </p:txBody>
        </p:sp>
      </p:grpSp>
      <p:grpSp>
        <p:nvGrpSpPr>
          <p:cNvPr id="68" name="组合 67">
            <a:extLst>
              <a:ext uri="{FF2B5EF4-FFF2-40B4-BE49-F238E27FC236}">
                <a16:creationId xmlns:a16="http://schemas.microsoft.com/office/drawing/2014/main" id="{FBDD2B67-CFD8-4D15-B0CB-99CDE1BCD2C1}"/>
              </a:ext>
            </a:extLst>
          </p:cNvPr>
          <p:cNvGrpSpPr/>
          <p:nvPr/>
        </p:nvGrpSpPr>
        <p:grpSpPr>
          <a:xfrm>
            <a:off x="2661621" y="2732953"/>
            <a:ext cx="2176953" cy="3466250"/>
            <a:chOff x="1582761" y="2975188"/>
            <a:chExt cx="2176953" cy="3466250"/>
          </a:xfrm>
        </p:grpSpPr>
        <p:cxnSp>
          <p:nvCxnSpPr>
            <p:cNvPr id="10" name="直接连接符 9">
              <a:extLst>
                <a:ext uri="{FF2B5EF4-FFF2-40B4-BE49-F238E27FC236}">
                  <a16:creationId xmlns:a16="http://schemas.microsoft.com/office/drawing/2014/main" id="{57CD7CE1-6D70-404F-8874-FFF6B3A5226C}"/>
                </a:ext>
              </a:extLst>
            </p:cNvPr>
            <p:cNvCxnSpPr/>
            <p:nvPr/>
          </p:nvCxnSpPr>
          <p:spPr>
            <a:xfrm flipV="1">
              <a:off x="3429788" y="3570779"/>
              <a:ext cx="0" cy="2519534"/>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2" name="直接连接符 11">
              <a:extLst>
                <a:ext uri="{FF2B5EF4-FFF2-40B4-BE49-F238E27FC236}">
                  <a16:creationId xmlns:a16="http://schemas.microsoft.com/office/drawing/2014/main" id="{D8605357-64B8-403C-B69D-293B8181688D}"/>
                </a:ext>
              </a:extLst>
            </p:cNvPr>
            <p:cNvCxnSpPr/>
            <p:nvPr/>
          </p:nvCxnSpPr>
          <p:spPr>
            <a:xfrm flipH="1">
              <a:off x="2197042" y="4718838"/>
              <a:ext cx="1232746"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pic>
          <p:nvPicPr>
            <p:cNvPr id="6" name="图片 5" descr="文本&#10;&#10;描述已自动生成">
              <a:extLst>
                <a:ext uri="{FF2B5EF4-FFF2-40B4-BE49-F238E27FC236}">
                  <a16:creationId xmlns:a16="http://schemas.microsoft.com/office/drawing/2014/main" id="{CC1640FE-FC97-4F0D-A169-7A830EF2EDF8}"/>
                </a:ext>
              </a:extLst>
            </p:cNvPr>
            <p:cNvPicPr>
              <a:picLocks noChangeAspect="1"/>
            </p:cNvPicPr>
            <p:nvPr/>
          </p:nvPicPr>
          <p:blipFill>
            <a:blip r:embed="rId3">
              <a:extLst>
                <a:ext uri="{28A0092B-C50C-407E-A947-70E740481C1C}">
                  <a14:useLocalDpi xmlns:a14="http://schemas.microsoft.com/office/drawing/2010/main" val="0"/>
                </a:ext>
              </a:extLst>
            </a:blip>
            <a:stretch>
              <a:fillRect/>
            </a:stretch>
          </p:blipFill>
          <p:spPr>
            <a:xfrm>
              <a:off x="3152753" y="4459926"/>
              <a:ext cx="589727" cy="552869"/>
            </a:xfrm>
            <a:prstGeom prst="rect">
              <a:avLst/>
            </a:prstGeom>
          </p:spPr>
        </p:pic>
        <p:sp>
          <p:nvSpPr>
            <p:cNvPr id="24" name="文本框 23">
              <a:extLst>
                <a:ext uri="{FF2B5EF4-FFF2-40B4-BE49-F238E27FC236}">
                  <a16:creationId xmlns:a16="http://schemas.microsoft.com/office/drawing/2014/main" id="{A09F2424-F501-43B6-9F1E-923B178736CF}"/>
                </a:ext>
              </a:extLst>
            </p:cNvPr>
            <p:cNvSpPr txBox="1"/>
            <p:nvPr/>
          </p:nvSpPr>
          <p:spPr>
            <a:xfrm>
              <a:off x="2410114" y="4881955"/>
              <a:ext cx="918385" cy="369332"/>
            </a:xfrm>
            <a:prstGeom prst="rect">
              <a:avLst/>
            </a:prstGeom>
            <a:noFill/>
          </p:spPr>
          <p:txBody>
            <a:bodyPr wrap="square" rtlCol="0">
              <a:spAutoFit/>
            </a:bodyPr>
            <a:lstStyle/>
            <a:p>
              <a:pPr algn="ctr"/>
              <a:r>
                <a:rPr lang="zh-CN" altLang="en-US" b="1" dirty="0">
                  <a:latin typeface="+mn-ea"/>
                </a:rPr>
                <a:t>集线器</a:t>
              </a:r>
            </a:p>
          </p:txBody>
        </p:sp>
        <p:grpSp>
          <p:nvGrpSpPr>
            <p:cNvPr id="49" name="组合 48">
              <a:extLst>
                <a:ext uri="{FF2B5EF4-FFF2-40B4-BE49-F238E27FC236}">
                  <a16:creationId xmlns:a16="http://schemas.microsoft.com/office/drawing/2014/main" id="{DDDCBF1E-27B7-4A8A-A92D-4565B3DE24A3}"/>
                </a:ext>
              </a:extLst>
            </p:cNvPr>
            <p:cNvGrpSpPr/>
            <p:nvPr/>
          </p:nvGrpSpPr>
          <p:grpSpPr>
            <a:xfrm>
              <a:off x="3070879" y="2975188"/>
              <a:ext cx="688835" cy="666249"/>
              <a:chOff x="3393222" y="2975188"/>
              <a:chExt cx="688835" cy="666249"/>
            </a:xfrm>
          </p:grpSpPr>
          <p:pic>
            <p:nvPicPr>
              <p:cNvPr id="8" name="图形 10">
                <a:extLst>
                  <a:ext uri="{FF2B5EF4-FFF2-40B4-BE49-F238E27FC236}">
                    <a16:creationId xmlns:a16="http://schemas.microsoft.com/office/drawing/2014/main" id="{2EF718D0-B543-4D59-A664-63F3A6288789}"/>
                  </a:ext>
                </a:extLst>
              </p:cNvPr>
              <p:cNvPicPr>
                <a:picLocks noChangeAspect="1"/>
              </p:cNvPicPr>
              <p:nvPr/>
            </p:nvPicPr>
            <p:blipFill>
              <a:blip r:embed="rId4">
                <a:extLst>
                  <a:ext uri="{28A0092B-C50C-407E-A947-70E740481C1C}">
                    <a14:useLocalDpi xmlns:a14="http://schemas.microsoft.com/office/drawing/2010/main" val="0"/>
                  </a:ext>
                  <a:ext uri="{96DAC541-7B7A-43D3-8B79-37D633B846F1}">
                    <asvg:svgBlip xmlns:asvg="http://schemas.microsoft.com/office/drawing/2016/SVG/main" r:embed="rId5"/>
                  </a:ext>
                </a:extLst>
              </a:blip>
              <a:stretch>
                <a:fillRect/>
              </a:stretch>
            </p:blipFill>
            <p:spPr>
              <a:xfrm>
                <a:off x="3393222" y="2975188"/>
                <a:ext cx="688835" cy="666249"/>
              </a:xfrm>
              <a:prstGeom prst="rect">
                <a:avLst/>
              </a:prstGeom>
            </p:spPr>
          </p:pic>
          <p:sp>
            <p:nvSpPr>
              <p:cNvPr id="48" name="文本框 47">
                <a:extLst>
                  <a:ext uri="{FF2B5EF4-FFF2-40B4-BE49-F238E27FC236}">
                    <a16:creationId xmlns:a16="http://schemas.microsoft.com/office/drawing/2014/main" id="{2C68C4A8-6BA7-4259-8285-CC090CD1F0B4}"/>
                  </a:ext>
                </a:extLst>
              </p:cNvPr>
              <p:cNvSpPr txBox="1"/>
              <p:nvPr/>
            </p:nvSpPr>
            <p:spPr>
              <a:xfrm>
                <a:off x="3680202" y="3014092"/>
                <a:ext cx="388699" cy="400110"/>
              </a:xfrm>
              <a:prstGeom prst="rect">
                <a:avLst/>
              </a:prstGeom>
              <a:noFill/>
            </p:spPr>
            <p:txBody>
              <a:bodyPr wrap="square">
                <a:spAutoFit/>
              </a:bodyPr>
              <a:lstStyle/>
              <a:p>
                <a:pPr algn="ctr"/>
                <a:r>
                  <a:rPr lang="en-US" altLang="zh-CN" sz="2000" b="1" dirty="0">
                    <a:solidFill>
                      <a:schemeClr val="bg1"/>
                    </a:solidFill>
                  </a:rPr>
                  <a:t>B</a:t>
                </a:r>
                <a:endParaRPr lang="zh-CN" altLang="en-US" sz="2000" dirty="0">
                  <a:solidFill>
                    <a:schemeClr val="bg1"/>
                  </a:solidFill>
                </a:endParaRPr>
              </a:p>
            </p:txBody>
          </p:sp>
        </p:grpSp>
        <p:grpSp>
          <p:nvGrpSpPr>
            <p:cNvPr id="50" name="组合 49">
              <a:extLst>
                <a:ext uri="{FF2B5EF4-FFF2-40B4-BE49-F238E27FC236}">
                  <a16:creationId xmlns:a16="http://schemas.microsoft.com/office/drawing/2014/main" id="{D3D0DCD0-1A19-471E-87DA-523DBBE9F3B3}"/>
                </a:ext>
              </a:extLst>
            </p:cNvPr>
            <p:cNvGrpSpPr/>
            <p:nvPr/>
          </p:nvGrpSpPr>
          <p:grpSpPr>
            <a:xfrm>
              <a:off x="1582761" y="4226630"/>
              <a:ext cx="688835" cy="666249"/>
              <a:chOff x="3393222" y="2975188"/>
              <a:chExt cx="688835" cy="666249"/>
            </a:xfrm>
          </p:grpSpPr>
          <p:pic>
            <p:nvPicPr>
              <p:cNvPr id="51" name="图形 10">
                <a:extLst>
                  <a:ext uri="{FF2B5EF4-FFF2-40B4-BE49-F238E27FC236}">
                    <a16:creationId xmlns:a16="http://schemas.microsoft.com/office/drawing/2014/main" id="{596C48AF-2448-4E53-8A64-FFA9DA2A9088}"/>
                  </a:ext>
                </a:extLst>
              </p:cNvPr>
              <p:cNvPicPr>
                <a:picLocks noChangeAspect="1"/>
              </p:cNvPicPr>
              <p:nvPr/>
            </p:nvPicPr>
            <p:blipFill>
              <a:blip r:embed="rId4">
                <a:extLst>
                  <a:ext uri="{28A0092B-C50C-407E-A947-70E740481C1C}">
                    <a14:useLocalDpi xmlns:a14="http://schemas.microsoft.com/office/drawing/2010/main" val="0"/>
                  </a:ext>
                  <a:ext uri="{96DAC541-7B7A-43D3-8B79-37D633B846F1}">
                    <asvg:svgBlip xmlns:asvg="http://schemas.microsoft.com/office/drawing/2016/SVG/main" r:embed="rId5"/>
                  </a:ext>
                </a:extLst>
              </a:blip>
              <a:stretch>
                <a:fillRect/>
              </a:stretch>
            </p:blipFill>
            <p:spPr>
              <a:xfrm>
                <a:off x="3393222" y="2975188"/>
                <a:ext cx="688835" cy="666249"/>
              </a:xfrm>
              <a:prstGeom prst="rect">
                <a:avLst/>
              </a:prstGeom>
            </p:spPr>
          </p:pic>
          <p:sp>
            <p:nvSpPr>
              <p:cNvPr id="52" name="文本框 51">
                <a:extLst>
                  <a:ext uri="{FF2B5EF4-FFF2-40B4-BE49-F238E27FC236}">
                    <a16:creationId xmlns:a16="http://schemas.microsoft.com/office/drawing/2014/main" id="{6F58764F-400F-4469-AF0D-114841AF71C4}"/>
                  </a:ext>
                </a:extLst>
              </p:cNvPr>
              <p:cNvSpPr txBox="1"/>
              <p:nvPr/>
            </p:nvSpPr>
            <p:spPr>
              <a:xfrm>
                <a:off x="3680202" y="3014092"/>
                <a:ext cx="388699" cy="400110"/>
              </a:xfrm>
              <a:prstGeom prst="rect">
                <a:avLst/>
              </a:prstGeom>
              <a:noFill/>
            </p:spPr>
            <p:txBody>
              <a:bodyPr wrap="square">
                <a:spAutoFit/>
              </a:bodyPr>
              <a:lstStyle/>
              <a:p>
                <a:pPr algn="ctr"/>
                <a:r>
                  <a:rPr lang="en-US" altLang="zh-CN" sz="2000" b="1" dirty="0">
                    <a:solidFill>
                      <a:schemeClr val="bg1"/>
                    </a:solidFill>
                  </a:rPr>
                  <a:t>A</a:t>
                </a:r>
                <a:endParaRPr lang="zh-CN" altLang="en-US" sz="2000" dirty="0">
                  <a:solidFill>
                    <a:schemeClr val="bg1"/>
                  </a:solidFill>
                </a:endParaRPr>
              </a:p>
            </p:txBody>
          </p:sp>
        </p:grpSp>
        <p:grpSp>
          <p:nvGrpSpPr>
            <p:cNvPr id="53" name="组合 52">
              <a:extLst>
                <a:ext uri="{FF2B5EF4-FFF2-40B4-BE49-F238E27FC236}">
                  <a16:creationId xmlns:a16="http://schemas.microsoft.com/office/drawing/2014/main" id="{FF3EA6E1-1627-422A-872A-CEC6B5031C51}"/>
                </a:ext>
              </a:extLst>
            </p:cNvPr>
            <p:cNvGrpSpPr/>
            <p:nvPr/>
          </p:nvGrpSpPr>
          <p:grpSpPr>
            <a:xfrm>
              <a:off x="2999378" y="5775189"/>
              <a:ext cx="688835" cy="666249"/>
              <a:chOff x="3393222" y="2975188"/>
              <a:chExt cx="688835" cy="666249"/>
            </a:xfrm>
          </p:grpSpPr>
          <p:pic>
            <p:nvPicPr>
              <p:cNvPr id="54" name="图形 10">
                <a:extLst>
                  <a:ext uri="{FF2B5EF4-FFF2-40B4-BE49-F238E27FC236}">
                    <a16:creationId xmlns:a16="http://schemas.microsoft.com/office/drawing/2014/main" id="{5731F8DC-F704-42E0-B0A7-4526A70A7BB4}"/>
                  </a:ext>
                </a:extLst>
              </p:cNvPr>
              <p:cNvPicPr>
                <a:picLocks noChangeAspect="1"/>
              </p:cNvPicPr>
              <p:nvPr/>
            </p:nvPicPr>
            <p:blipFill>
              <a:blip r:embed="rId4">
                <a:extLst>
                  <a:ext uri="{28A0092B-C50C-407E-A947-70E740481C1C}">
                    <a14:useLocalDpi xmlns:a14="http://schemas.microsoft.com/office/drawing/2010/main" val="0"/>
                  </a:ext>
                  <a:ext uri="{96DAC541-7B7A-43D3-8B79-37D633B846F1}">
                    <asvg:svgBlip xmlns:asvg="http://schemas.microsoft.com/office/drawing/2016/SVG/main" r:embed="rId5"/>
                  </a:ext>
                </a:extLst>
              </a:blip>
              <a:stretch>
                <a:fillRect/>
              </a:stretch>
            </p:blipFill>
            <p:spPr>
              <a:xfrm>
                <a:off x="3393222" y="2975188"/>
                <a:ext cx="688835" cy="666249"/>
              </a:xfrm>
              <a:prstGeom prst="rect">
                <a:avLst/>
              </a:prstGeom>
            </p:spPr>
          </p:pic>
          <p:sp>
            <p:nvSpPr>
              <p:cNvPr id="55" name="文本框 54">
                <a:extLst>
                  <a:ext uri="{FF2B5EF4-FFF2-40B4-BE49-F238E27FC236}">
                    <a16:creationId xmlns:a16="http://schemas.microsoft.com/office/drawing/2014/main" id="{66C31479-3D81-49A4-AB89-1F948B51E0CC}"/>
                  </a:ext>
                </a:extLst>
              </p:cNvPr>
              <p:cNvSpPr txBox="1"/>
              <p:nvPr/>
            </p:nvSpPr>
            <p:spPr>
              <a:xfrm>
                <a:off x="3680202" y="3014092"/>
                <a:ext cx="388699" cy="400110"/>
              </a:xfrm>
              <a:prstGeom prst="rect">
                <a:avLst/>
              </a:prstGeom>
              <a:noFill/>
            </p:spPr>
            <p:txBody>
              <a:bodyPr wrap="square">
                <a:spAutoFit/>
              </a:bodyPr>
              <a:lstStyle/>
              <a:p>
                <a:pPr algn="ctr"/>
                <a:r>
                  <a:rPr lang="en-US" altLang="zh-CN" sz="2000" b="1" dirty="0">
                    <a:solidFill>
                      <a:schemeClr val="bg1"/>
                    </a:solidFill>
                  </a:rPr>
                  <a:t>C</a:t>
                </a:r>
                <a:endParaRPr lang="zh-CN" altLang="en-US" sz="2000" dirty="0">
                  <a:solidFill>
                    <a:schemeClr val="bg1"/>
                  </a:solidFill>
                </a:endParaRPr>
              </a:p>
            </p:txBody>
          </p:sp>
        </p:grpSp>
      </p:grpSp>
      <p:grpSp>
        <p:nvGrpSpPr>
          <p:cNvPr id="69" name="组合 68">
            <a:extLst>
              <a:ext uri="{FF2B5EF4-FFF2-40B4-BE49-F238E27FC236}">
                <a16:creationId xmlns:a16="http://schemas.microsoft.com/office/drawing/2014/main" id="{A628612D-EFE3-41BB-B9AC-2206D27E409D}"/>
              </a:ext>
            </a:extLst>
          </p:cNvPr>
          <p:cNvGrpSpPr/>
          <p:nvPr/>
        </p:nvGrpSpPr>
        <p:grpSpPr>
          <a:xfrm>
            <a:off x="6754020" y="2732953"/>
            <a:ext cx="2926209" cy="3466250"/>
            <a:chOff x="7727618" y="2975188"/>
            <a:chExt cx="2926209" cy="3466250"/>
          </a:xfrm>
        </p:grpSpPr>
        <p:cxnSp>
          <p:nvCxnSpPr>
            <p:cNvPr id="29" name="直接连接符 28">
              <a:extLst>
                <a:ext uri="{FF2B5EF4-FFF2-40B4-BE49-F238E27FC236}">
                  <a16:creationId xmlns:a16="http://schemas.microsoft.com/office/drawing/2014/main" id="{E56B4713-4CD9-4EB3-BC7C-1A8480EFB20A}"/>
                </a:ext>
              </a:extLst>
            </p:cNvPr>
            <p:cNvCxnSpPr/>
            <p:nvPr/>
          </p:nvCxnSpPr>
          <p:spPr>
            <a:xfrm flipV="1">
              <a:off x="8747292" y="3570779"/>
              <a:ext cx="0" cy="2519534"/>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2" name="直接连接符 31">
              <a:extLst>
                <a:ext uri="{FF2B5EF4-FFF2-40B4-BE49-F238E27FC236}">
                  <a16:creationId xmlns:a16="http://schemas.microsoft.com/office/drawing/2014/main" id="{8EE47979-5596-4A22-BF62-6654121E2D79}"/>
                </a:ext>
              </a:extLst>
            </p:cNvPr>
            <p:cNvCxnSpPr>
              <a:cxnSpLocks/>
            </p:cNvCxnSpPr>
            <p:nvPr/>
          </p:nvCxnSpPr>
          <p:spPr>
            <a:xfrm flipH="1">
              <a:off x="9001267" y="4718511"/>
              <a:ext cx="1232746"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pic>
          <p:nvPicPr>
            <p:cNvPr id="34" name="图片 33" descr="文本&#10;&#10;描述已自动生成">
              <a:extLst>
                <a:ext uri="{FF2B5EF4-FFF2-40B4-BE49-F238E27FC236}">
                  <a16:creationId xmlns:a16="http://schemas.microsoft.com/office/drawing/2014/main" id="{E8AD18FE-1933-4C24-9A0F-3DB2F13E6F45}"/>
                </a:ext>
              </a:extLst>
            </p:cNvPr>
            <p:cNvPicPr>
              <a:picLocks noChangeAspect="1"/>
            </p:cNvPicPr>
            <p:nvPr/>
          </p:nvPicPr>
          <p:blipFill>
            <a:blip r:embed="rId3">
              <a:extLst>
                <a:ext uri="{28A0092B-C50C-407E-A947-70E740481C1C}">
                  <a14:useLocalDpi xmlns:a14="http://schemas.microsoft.com/office/drawing/2010/main" val="0"/>
                </a:ext>
              </a:extLst>
            </a:blip>
            <a:stretch>
              <a:fillRect/>
            </a:stretch>
          </p:blipFill>
          <p:spPr>
            <a:xfrm>
              <a:off x="8470257" y="4459926"/>
              <a:ext cx="589727" cy="552869"/>
            </a:xfrm>
            <a:prstGeom prst="rect">
              <a:avLst/>
            </a:prstGeom>
          </p:spPr>
        </p:pic>
        <p:sp>
          <p:nvSpPr>
            <p:cNvPr id="38" name="文本框 37">
              <a:extLst>
                <a:ext uri="{FF2B5EF4-FFF2-40B4-BE49-F238E27FC236}">
                  <a16:creationId xmlns:a16="http://schemas.microsoft.com/office/drawing/2014/main" id="{AB22D513-D3E1-4C8E-9C6B-C6F307714CC9}"/>
                </a:ext>
              </a:extLst>
            </p:cNvPr>
            <p:cNvSpPr txBox="1"/>
            <p:nvPr/>
          </p:nvSpPr>
          <p:spPr>
            <a:xfrm>
              <a:off x="7727618" y="4881955"/>
              <a:ext cx="918385" cy="369332"/>
            </a:xfrm>
            <a:prstGeom prst="rect">
              <a:avLst/>
            </a:prstGeom>
            <a:noFill/>
          </p:spPr>
          <p:txBody>
            <a:bodyPr wrap="square" rtlCol="0">
              <a:spAutoFit/>
            </a:bodyPr>
            <a:lstStyle/>
            <a:p>
              <a:pPr algn="ctr"/>
              <a:r>
                <a:rPr lang="zh-CN" altLang="en-US" b="1" dirty="0">
                  <a:latin typeface="+mn-ea"/>
                </a:rPr>
                <a:t>集线器</a:t>
              </a:r>
            </a:p>
          </p:txBody>
        </p:sp>
        <p:grpSp>
          <p:nvGrpSpPr>
            <p:cNvPr id="56" name="组合 55">
              <a:extLst>
                <a:ext uri="{FF2B5EF4-FFF2-40B4-BE49-F238E27FC236}">
                  <a16:creationId xmlns:a16="http://schemas.microsoft.com/office/drawing/2014/main" id="{5CCE6D3E-70BC-43C0-A32D-8DE79BC9D7A4}"/>
                </a:ext>
              </a:extLst>
            </p:cNvPr>
            <p:cNvGrpSpPr/>
            <p:nvPr/>
          </p:nvGrpSpPr>
          <p:grpSpPr>
            <a:xfrm>
              <a:off x="8402874" y="2975188"/>
              <a:ext cx="688835" cy="666249"/>
              <a:chOff x="3393222" y="2975188"/>
              <a:chExt cx="688835" cy="666249"/>
            </a:xfrm>
          </p:grpSpPr>
          <p:pic>
            <p:nvPicPr>
              <p:cNvPr id="57" name="图形 10">
                <a:extLst>
                  <a:ext uri="{FF2B5EF4-FFF2-40B4-BE49-F238E27FC236}">
                    <a16:creationId xmlns:a16="http://schemas.microsoft.com/office/drawing/2014/main" id="{8CFCBFFC-BB45-4B82-AFD4-824103EF067B}"/>
                  </a:ext>
                </a:extLst>
              </p:cNvPr>
              <p:cNvPicPr>
                <a:picLocks noChangeAspect="1"/>
              </p:cNvPicPr>
              <p:nvPr/>
            </p:nvPicPr>
            <p:blipFill>
              <a:blip r:embed="rId4">
                <a:extLst>
                  <a:ext uri="{28A0092B-C50C-407E-A947-70E740481C1C}">
                    <a14:useLocalDpi xmlns:a14="http://schemas.microsoft.com/office/drawing/2010/main" val="0"/>
                  </a:ext>
                  <a:ext uri="{96DAC541-7B7A-43D3-8B79-37D633B846F1}">
                    <asvg:svgBlip xmlns:asvg="http://schemas.microsoft.com/office/drawing/2016/SVG/main" r:embed="rId5"/>
                  </a:ext>
                </a:extLst>
              </a:blip>
              <a:stretch>
                <a:fillRect/>
              </a:stretch>
            </p:blipFill>
            <p:spPr>
              <a:xfrm>
                <a:off x="3393222" y="2975188"/>
                <a:ext cx="688835" cy="666249"/>
              </a:xfrm>
              <a:prstGeom prst="rect">
                <a:avLst/>
              </a:prstGeom>
            </p:spPr>
          </p:pic>
          <p:sp>
            <p:nvSpPr>
              <p:cNvPr id="58" name="文本框 57">
                <a:extLst>
                  <a:ext uri="{FF2B5EF4-FFF2-40B4-BE49-F238E27FC236}">
                    <a16:creationId xmlns:a16="http://schemas.microsoft.com/office/drawing/2014/main" id="{A2C2791C-F656-4FE8-8D84-F7B1F2FFE51B}"/>
                  </a:ext>
                </a:extLst>
              </p:cNvPr>
              <p:cNvSpPr txBox="1"/>
              <p:nvPr/>
            </p:nvSpPr>
            <p:spPr>
              <a:xfrm>
                <a:off x="3680202" y="3014092"/>
                <a:ext cx="388699" cy="400110"/>
              </a:xfrm>
              <a:prstGeom prst="rect">
                <a:avLst/>
              </a:prstGeom>
              <a:noFill/>
            </p:spPr>
            <p:txBody>
              <a:bodyPr wrap="square">
                <a:spAutoFit/>
              </a:bodyPr>
              <a:lstStyle/>
              <a:p>
                <a:pPr algn="ctr"/>
                <a:r>
                  <a:rPr lang="en-US" altLang="zh-CN" sz="2000" b="1" dirty="0">
                    <a:solidFill>
                      <a:schemeClr val="bg1"/>
                    </a:solidFill>
                  </a:rPr>
                  <a:t>D</a:t>
                </a:r>
                <a:endParaRPr lang="zh-CN" altLang="en-US" sz="2000" dirty="0">
                  <a:solidFill>
                    <a:schemeClr val="bg1"/>
                  </a:solidFill>
                </a:endParaRPr>
              </a:p>
            </p:txBody>
          </p:sp>
        </p:grpSp>
        <p:grpSp>
          <p:nvGrpSpPr>
            <p:cNvPr id="59" name="组合 58">
              <a:extLst>
                <a:ext uri="{FF2B5EF4-FFF2-40B4-BE49-F238E27FC236}">
                  <a16:creationId xmlns:a16="http://schemas.microsoft.com/office/drawing/2014/main" id="{AE451401-4963-4988-822C-D7C0BF12C0B3}"/>
                </a:ext>
              </a:extLst>
            </p:cNvPr>
            <p:cNvGrpSpPr/>
            <p:nvPr/>
          </p:nvGrpSpPr>
          <p:grpSpPr>
            <a:xfrm>
              <a:off x="8301585" y="5775189"/>
              <a:ext cx="688835" cy="666249"/>
              <a:chOff x="3393222" y="2975188"/>
              <a:chExt cx="688835" cy="666249"/>
            </a:xfrm>
          </p:grpSpPr>
          <p:pic>
            <p:nvPicPr>
              <p:cNvPr id="60" name="图形 10">
                <a:extLst>
                  <a:ext uri="{FF2B5EF4-FFF2-40B4-BE49-F238E27FC236}">
                    <a16:creationId xmlns:a16="http://schemas.microsoft.com/office/drawing/2014/main" id="{6CFE9B85-34B3-4571-A81C-A0A44D15569C}"/>
                  </a:ext>
                </a:extLst>
              </p:cNvPr>
              <p:cNvPicPr>
                <a:picLocks noChangeAspect="1"/>
              </p:cNvPicPr>
              <p:nvPr/>
            </p:nvPicPr>
            <p:blipFill>
              <a:blip r:embed="rId4">
                <a:extLst>
                  <a:ext uri="{28A0092B-C50C-407E-A947-70E740481C1C}">
                    <a14:useLocalDpi xmlns:a14="http://schemas.microsoft.com/office/drawing/2010/main" val="0"/>
                  </a:ext>
                  <a:ext uri="{96DAC541-7B7A-43D3-8B79-37D633B846F1}">
                    <asvg:svgBlip xmlns:asvg="http://schemas.microsoft.com/office/drawing/2016/SVG/main" r:embed="rId5"/>
                  </a:ext>
                </a:extLst>
              </a:blip>
              <a:stretch>
                <a:fillRect/>
              </a:stretch>
            </p:blipFill>
            <p:spPr>
              <a:xfrm>
                <a:off x="3393222" y="2975188"/>
                <a:ext cx="688835" cy="666249"/>
              </a:xfrm>
              <a:prstGeom prst="rect">
                <a:avLst/>
              </a:prstGeom>
            </p:spPr>
          </p:pic>
          <p:sp>
            <p:nvSpPr>
              <p:cNvPr id="61" name="文本框 60">
                <a:extLst>
                  <a:ext uri="{FF2B5EF4-FFF2-40B4-BE49-F238E27FC236}">
                    <a16:creationId xmlns:a16="http://schemas.microsoft.com/office/drawing/2014/main" id="{F38DCF20-B743-48E8-8FE7-69B49827706C}"/>
                  </a:ext>
                </a:extLst>
              </p:cNvPr>
              <p:cNvSpPr txBox="1"/>
              <p:nvPr/>
            </p:nvSpPr>
            <p:spPr>
              <a:xfrm>
                <a:off x="3680202" y="3014092"/>
                <a:ext cx="388699" cy="400110"/>
              </a:xfrm>
              <a:prstGeom prst="rect">
                <a:avLst/>
              </a:prstGeom>
              <a:noFill/>
            </p:spPr>
            <p:txBody>
              <a:bodyPr wrap="square">
                <a:spAutoFit/>
              </a:bodyPr>
              <a:lstStyle/>
              <a:p>
                <a:pPr algn="ctr"/>
                <a:r>
                  <a:rPr lang="en-US" altLang="zh-CN" sz="2000" b="1" dirty="0">
                    <a:solidFill>
                      <a:schemeClr val="bg1"/>
                    </a:solidFill>
                  </a:rPr>
                  <a:t>F</a:t>
                </a:r>
                <a:endParaRPr lang="zh-CN" altLang="en-US" sz="2000" dirty="0">
                  <a:solidFill>
                    <a:schemeClr val="bg1"/>
                  </a:solidFill>
                </a:endParaRPr>
              </a:p>
            </p:txBody>
          </p:sp>
        </p:grpSp>
        <p:grpSp>
          <p:nvGrpSpPr>
            <p:cNvPr id="62" name="组合 61">
              <a:extLst>
                <a:ext uri="{FF2B5EF4-FFF2-40B4-BE49-F238E27FC236}">
                  <a16:creationId xmlns:a16="http://schemas.microsoft.com/office/drawing/2014/main" id="{4FA3F4E8-7F85-40DF-B095-E0B539CA8F21}"/>
                </a:ext>
              </a:extLst>
            </p:cNvPr>
            <p:cNvGrpSpPr/>
            <p:nvPr/>
          </p:nvGrpSpPr>
          <p:grpSpPr>
            <a:xfrm>
              <a:off x="9964992" y="4265534"/>
              <a:ext cx="688835" cy="666249"/>
              <a:chOff x="3393222" y="2975188"/>
              <a:chExt cx="688835" cy="666249"/>
            </a:xfrm>
          </p:grpSpPr>
          <p:pic>
            <p:nvPicPr>
              <p:cNvPr id="63" name="图形 10">
                <a:extLst>
                  <a:ext uri="{FF2B5EF4-FFF2-40B4-BE49-F238E27FC236}">
                    <a16:creationId xmlns:a16="http://schemas.microsoft.com/office/drawing/2014/main" id="{C80591CD-393F-44E1-B076-CAA226FBC02F}"/>
                  </a:ext>
                </a:extLst>
              </p:cNvPr>
              <p:cNvPicPr>
                <a:picLocks noChangeAspect="1"/>
              </p:cNvPicPr>
              <p:nvPr/>
            </p:nvPicPr>
            <p:blipFill>
              <a:blip r:embed="rId4">
                <a:extLst>
                  <a:ext uri="{28A0092B-C50C-407E-A947-70E740481C1C}">
                    <a14:useLocalDpi xmlns:a14="http://schemas.microsoft.com/office/drawing/2010/main" val="0"/>
                  </a:ext>
                  <a:ext uri="{96DAC541-7B7A-43D3-8B79-37D633B846F1}">
                    <asvg:svgBlip xmlns:asvg="http://schemas.microsoft.com/office/drawing/2016/SVG/main" r:embed="rId5"/>
                  </a:ext>
                </a:extLst>
              </a:blip>
              <a:stretch>
                <a:fillRect/>
              </a:stretch>
            </p:blipFill>
            <p:spPr>
              <a:xfrm>
                <a:off x="3393222" y="2975188"/>
                <a:ext cx="688835" cy="666249"/>
              </a:xfrm>
              <a:prstGeom prst="rect">
                <a:avLst/>
              </a:prstGeom>
            </p:spPr>
          </p:pic>
          <p:sp>
            <p:nvSpPr>
              <p:cNvPr id="64" name="文本框 63">
                <a:extLst>
                  <a:ext uri="{FF2B5EF4-FFF2-40B4-BE49-F238E27FC236}">
                    <a16:creationId xmlns:a16="http://schemas.microsoft.com/office/drawing/2014/main" id="{3DBF579E-81CB-4A1A-B202-A067DB99C525}"/>
                  </a:ext>
                </a:extLst>
              </p:cNvPr>
              <p:cNvSpPr txBox="1"/>
              <p:nvPr/>
            </p:nvSpPr>
            <p:spPr>
              <a:xfrm>
                <a:off x="3680202" y="3014092"/>
                <a:ext cx="388699" cy="400110"/>
              </a:xfrm>
              <a:prstGeom prst="rect">
                <a:avLst/>
              </a:prstGeom>
              <a:noFill/>
            </p:spPr>
            <p:txBody>
              <a:bodyPr wrap="square">
                <a:spAutoFit/>
              </a:bodyPr>
              <a:lstStyle/>
              <a:p>
                <a:pPr algn="ctr"/>
                <a:r>
                  <a:rPr lang="en-US" altLang="zh-CN" sz="2000" b="1" dirty="0">
                    <a:solidFill>
                      <a:schemeClr val="bg1"/>
                    </a:solidFill>
                  </a:rPr>
                  <a:t>E</a:t>
                </a:r>
                <a:endParaRPr lang="zh-CN" altLang="en-US" sz="2000" dirty="0">
                  <a:solidFill>
                    <a:schemeClr val="bg1"/>
                  </a:solidFill>
                </a:endParaRPr>
              </a:p>
            </p:txBody>
          </p:sp>
        </p:grpSp>
      </p:grpSp>
      <p:grpSp>
        <p:nvGrpSpPr>
          <p:cNvPr id="67" name="组合 66">
            <a:extLst>
              <a:ext uri="{FF2B5EF4-FFF2-40B4-BE49-F238E27FC236}">
                <a16:creationId xmlns:a16="http://schemas.microsoft.com/office/drawing/2014/main" id="{F9C53DC6-7A3B-47E3-B5BC-B6441CF64DA5}"/>
              </a:ext>
            </a:extLst>
          </p:cNvPr>
          <p:cNvGrpSpPr/>
          <p:nvPr/>
        </p:nvGrpSpPr>
        <p:grpSpPr>
          <a:xfrm>
            <a:off x="5493003" y="4176277"/>
            <a:ext cx="1214772" cy="843699"/>
            <a:chOff x="5493003" y="4418512"/>
            <a:chExt cx="1214772" cy="843699"/>
          </a:xfrm>
        </p:grpSpPr>
        <p:grpSp>
          <p:nvGrpSpPr>
            <p:cNvPr id="28" name="组合 27">
              <a:extLst>
                <a:ext uri="{FF2B5EF4-FFF2-40B4-BE49-F238E27FC236}">
                  <a16:creationId xmlns:a16="http://schemas.microsoft.com/office/drawing/2014/main" id="{66A2236D-BD6A-4A16-A4A6-4FAC4F802160}"/>
                </a:ext>
              </a:extLst>
            </p:cNvPr>
            <p:cNvGrpSpPr/>
            <p:nvPr/>
          </p:nvGrpSpPr>
          <p:grpSpPr>
            <a:xfrm>
              <a:off x="5758936" y="4418512"/>
              <a:ext cx="694865" cy="843699"/>
              <a:chOff x="5748567" y="4622444"/>
              <a:chExt cx="694865" cy="843699"/>
            </a:xfrm>
          </p:grpSpPr>
          <p:pic>
            <p:nvPicPr>
              <p:cNvPr id="26" name="图片 25" descr="图片包含 图标&#10;&#10;描述已自动生成">
                <a:extLst>
                  <a:ext uri="{FF2B5EF4-FFF2-40B4-BE49-F238E27FC236}">
                    <a16:creationId xmlns:a16="http://schemas.microsoft.com/office/drawing/2014/main" id="{B84DFC4A-BB51-4FF0-9656-07E3BB532308}"/>
                  </a:ext>
                </a:extLst>
              </p:cNvPr>
              <p:cNvPicPr>
                <a:picLocks noChangeAspect="1"/>
              </p:cNvPicPr>
              <p:nvPr/>
            </p:nvPicPr>
            <p:blipFill>
              <a:blip r:embed="rId6">
                <a:extLst>
                  <a:ext uri="{28A0092B-C50C-407E-A947-70E740481C1C}">
                    <a14:useLocalDpi xmlns:a14="http://schemas.microsoft.com/office/drawing/2010/main" val="0"/>
                  </a:ext>
                </a:extLst>
              </a:blip>
              <a:stretch>
                <a:fillRect/>
              </a:stretch>
            </p:blipFill>
            <p:spPr>
              <a:xfrm>
                <a:off x="5812708" y="4622444"/>
                <a:ext cx="581100" cy="474367"/>
              </a:xfrm>
              <a:prstGeom prst="rect">
                <a:avLst/>
              </a:prstGeom>
            </p:spPr>
          </p:pic>
          <p:sp>
            <p:nvSpPr>
              <p:cNvPr id="27" name="文本框 26">
                <a:extLst>
                  <a:ext uri="{FF2B5EF4-FFF2-40B4-BE49-F238E27FC236}">
                    <a16:creationId xmlns:a16="http://schemas.microsoft.com/office/drawing/2014/main" id="{07AA94A1-946A-4935-A568-945B0455C199}"/>
                  </a:ext>
                </a:extLst>
              </p:cNvPr>
              <p:cNvSpPr txBox="1"/>
              <p:nvPr/>
            </p:nvSpPr>
            <p:spPr>
              <a:xfrm>
                <a:off x="5748567" y="5096811"/>
                <a:ext cx="694865" cy="369332"/>
              </a:xfrm>
              <a:prstGeom prst="rect">
                <a:avLst/>
              </a:prstGeom>
              <a:noFill/>
            </p:spPr>
            <p:txBody>
              <a:bodyPr wrap="square" rtlCol="0">
                <a:spAutoFit/>
              </a:bodyPr>
              <a:lstStyle/>
              <a:p>
                <a:pPr algn="ctr"/>
                <a:r>
                  <a:rPr lang="zh-CN" altLang="en-US" b="1" dirty="0">
                    <a:latin typeface="+mn-ea"/>
                  </a:rPr>
                  <a:t>网桥</a:t>
                </a:r>
              </a:p>
            </p:txBody>
          </p:sp>
        </p:grpSp>
        <p:sp>
          <p:nvSpPr>
            <p:cNvPr id="65" name="文本框 64">
              <a:extLst>
                <a:ext uri="{FF2B5EF4-FFF2-40B4-BE49-F238E27FC236}">
                  <a16:creationId xmlns:a16="http://schemas.microsoft.com/office/drawing/2014/main" id="{FF278548-C053-4B18-B9F5-EA4CB65CA520}"/>
                </a:ext>
              </a:extLst>
            </p:cNvPr>
            <p:cNvSpPr txBox="1"/>
            <p:nvPr/>
          </p:nvSpPr>
          <p:spPr>
            <a:xfrm>
              <a:off x="5493003" y="4665644"/>
              <a:ext cx="388699" cy="400110"/>
            </a:xfrm>
            <a:prstGeom prst="rect">
              <a:avLst/>
            </a:prstGeom>
            <a:noFill/>
          </p:spPr>
          <p:txBody>
            <a:bodyPr wrap="square">
              <a:spAutoFit/>
            </a:bodyPr>
            <a:lstStyle/>
            <a:p>
              <a:pPr algn="ctr"/>
              <a:r>
                <a:rPr lang="en-US" altLang="zh-CN" sz="2000" b="1" dirty="0"/>
                <a:t>1</a:t>
              </a:r>
              <a:endParaRPr lang="zh-CN" altLang="en-US" sz="2000" dirty="0"/>
            </a:p>
          </p:txBody>
        </p:sp>
        <p:sp>
          <p:nvSpPr>
            <p:cNvPr id="66" name="文本框 65">
              <a:extLst>
                <a:ext uri="{FF2B5EF4-FFF2-40B4-BE49-F238E27FC236}">
                  <a16:creationId xmlns:a16="http://schemas.microsoft.com/office/drawing/2014/main" id="{87F89E8D-5E77-4FCF-A24D-55995B18CCAE}"/>
                </a:ext>
              </a:extLst>
            </p:cNvPr>
            <p:cNvSpPr txBox="1"/>
            <p:nvPr/>
          </p:nvSpPr>
          <p:spPr>
            <a:xfrm>
              <a:off x="6319076" y="4665644"/>
              <a:ext cx="388699" cy="400110"/>
            </a:xfrm>
            <a:prstGeom prst="rect">
              <a:avLst/>
            </a:prstGeom>
            <a:noFill/>
          </p:spPr>
          <p:txBody>
            <a:bodyPr wrap="square">
              <a:spAutoFit/>
            </a:bodyPr>
            <a:lstStyle/>
            <a:p>
              <a:pPr algn="ctr"/>
              <a:r>
                <a:rPr lang="en-US" altLang="zh-CN" sz="2000" b="1" dirty="0"/>
                <a:t>2</a:t>
              </a:r>
              <a:endParaRPr lang="zh-CN" altLang="en-US" sz="2000" dirty="0"/>
            </a:p>
          </p:txBody>
        </p:sp>
      </p:grpSp>
      <p:pic>
        <p:nvPicPr>
          <p:cNvPr id="138" name="图片 137" descr="表格&#10;&#10;描述已自动生成">
            <a:extLst>
              <a:ext uri="{FF2B5EF4-FFF2-40B4-BE49-F238E27FC236}">
                <a16:creationId xmlns:a16="http://schemas.microsoft.com/office/drawing/2014/main" id="{5BFDE42F-FE19-4BB6-B258-9544CE901C86}"/>
              </a:ext>
            </a:extLst>
          </p:cNvPr>
          <p:cNvPicPr>
            <a:picLocks noChangeAspect="1"/>
          </p:cNvPicPr>
          <p:nvPr/>
        </p:nvPicPr>
        <p:blipFill>
          <a:blip r:embed="rId7" cstate="print">
            <a:extLst>
              <a:ext uri="{28A0092B-C50C-407E-A947-70E740481C1C}">
                <a14:useLocalDpi xmlns:a14="http://schemas.microsoft.com/office/drawing/2010/main" val="0"/>
              </a:ext>
            </a:extLst>
          </a:blip>
          <a:stretch>
            <a:fillRect/>
          </a:stretch>
        </p:blipFill>
        <p:spPr>
          <a:xfrm>
            <a:off x="5386955" y="1673847"/>
            <a:ext cx="1427032" cy="2327586"/>
          </a:xfrm>
          <a:prstGeom prst="rect">
            <a:avLst/>
          </a:prstGeom>
        </p:spPr>
      </p:pic>
      <p:sp>
        <p:nvSpPr>
          <p:cNvPr id="9" name="文本框 8">
            <a:extLst>
              <a:ext uri="{FF2B5EF4-FFF2-40B4-BE49-F238E27FC236}">
                <a16:creationId xmlns:a16="http://schemas.microsoft.com/office/drawing/2014/main" id="{62276D1A-8D5D-4374-B6BC-CCAA3F143648}"/>
              </a:ext>
            </a:extLst>
          </p:cNvPr>
          <p:cNvSpPr txBox="1"/>
          <p:nvPr/>
        </p:nvSpPr>
        <p:spPr>
          <a:xfrm>
            <a:off x="3877010" y="3306115"/>
            <a:ext cx="688835" cy="369332"/>
          </a:xfrm>
          <a:prstGeom prst="rect">
            <a:avLst/>
          </a:prstGeom>
          <a:noFill/>
        </p:spPr>
        <p:txBody>
          <a:bodyPr wrap="square" rtlCol="0">
            <a:spAutoFit/>
          </a:bodyPr>
          <a:lstStyle/>
          <a:p>
            <a:pPr algn="ctr"/>
            <a:r>
              <a:rPr lang="zh-CN" altLang="en-US" b="1" dirty="0">
                <a:solidFill>
                  <a:schemeClr val="accent1">
                    <a:lumMod val="75000"/>
                  </a:schemeClr>
                </a:solidFill>
              </a:rPr>
              <a:t>丢弃</a:t>
            </a:r>
          </a:p>
        </p:txBody>
      </p:sp>
      <p:sp>
        <p:nvSpPr>
          <p:cNvPr id="104" name="文本框 103">
            <a:extLst>
              <a:ext uri="{FF2B5EF4-FFF2-40B4-BE49-F238E27FC236}">
                <a16:creationId xmlns:a16="http://schemas.microsoft.com/office/drawing/2014/main" id="{D35E347B-D8E4-4E19-8580-0DED426D3B87}"/>
              </a:ext>
            </a:extLst>
          </p:cNvPr>
          <p:cNvSpPr txBox="1"/>
          <p:nvPr/>
        </p:nvSpPr>
        <p:spPr>
          <a:xfrm>
            <a:off x="3877010" y="5214140"/>
            <a:ext cx="688835" cy="369332"/>
          </a:xfrm>
          <a:prstGeom prst="rect">
            <a:avLst/>
          </a:prstGeom>
          <a:noFill/>
        </p:spPr>
        <p:txBody>
          <a:bodyPr wrap="square" rtlCol="0">
            <a:spAutoFit/>
          </a:bodyPr>
          <a:lstStyle/>
          <a:p>
            <a:pPr algn="ctr"/>
            <a:r>
              <a:rPr lang="zh-CN" altLang="en-US" b="1" dirty="0">
                <a:solidFill>
                  <a:schemeClr val="accent1">
                    <a:lumMod val="75000"/>
                  </a:schemeClr>
                </a:solidFill>
              </a:rPr>
              <a:t>丢弃</a:t>
            </a:r>
          </a:p>
        </p:txBody>
      </p:sp>
    </p:spTree>
    <p:custDataLst>
      <p:tags r:id="rId1"/>
    </p:custDataLst>
    <p:extLst>
      <p:ext uri="{BB962C8B-B14F-4D97-AF65-F5344CB8AC3E}">
        <p14:creationId xmlns:p14="http://schemas.microsoft.com/office/powerpoint/2010/main" val="426167766"/>
      </p:ext>
    </p:extLst>
  </p:cSld>
  <p:clrMapOvr>
    <a:masterClrMapping/>
  </p:clrMapOvr>
  <mc:AlternateContent xmlns:mc="http://schemas.openxmlformats.org/markup-compatibility/2006" xmlns:p159="http://schemas.microsoft.com/office/powerpoint/2015/09/main">
    <mc:Choice Requires="p159">
      <p:transition spd="slow">
        <p159:morph option="byObject"/>
      </p:transition>
    </mc:Choice>
    <mc:Fallback xmlns="">
      <p:transition spd="slow">
        <p:fade/>
      </p:transition>
    </mc:Fallback>
  </mc:AlternateContent>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2" presetClass="entr" presetSubtype="8" fill="hold" nodeType="clickEffect">
                                  <p:stCondLst>
                                    <p:cond delay="0"/>
                                  </p:stCondLst>
                                  <p:childTnLst>
                                    <p:set>
                                      <p:cBhvr>
                                        <p:cTn id="6" dur="1" fill="hold">
                                          <p:stCondLst>
                                            <p:cond delay="0"/>
                                          </p:stCondLst>
                                        </p:cTn>
                                        <p:tgtEl>
                                          <p:spTgt spid="114"/>
                                        </p:tgtEl>
                                        <p:attrNameLst>
                                          <p:attrName>style.visibility</p:attrName>
                                        </p:attrNameLst>
                                      </p:cBhvr>
                                      <p:to>
                                        <p:strVal val="visible"/>
                                      </p:to>
                                    </p:set>
                                    <p:anim calcmode="lin" valueType="num">
                                      <p:cBhvr additive="base">
                                        <p:cTn id="7" dur="500"/>
                                        <p:tgtEl>
                                          <p:spTgt spid="114"/>
                                        </p:tgtEl>
                                        <p:attrNameLst>
                                          <p:attrName>ppt_x</p:attrName>
                                        </p:attrNameLst>
                                      </p:cBhvr>
                                      <p:tavLst>
                                        <p:tav tm="0">
                                          <p:val>
                                            <p:strVal val="#ppt_x-#ppt_w*1.125000"/>
                                          </p:val>
                                        </p:tav>
                                        <p:tav tm="100000">
                                          <p:val>
                                            <p:strVal val="#ppt_x"/>
                                          </p:val>
                                        </p:tav>
                                      </p:tavLst>
                                    </p:anim>
                                    <p:animEffect transition="in" filter="wipe(right)">
                                      <p:cBhvr>
                                        <p:cTn id="8" dur="500"/>
                                        <p:tgtEl>
                                          <p:spTgt spid="114"/>
                                        </p:tgtEl>
                                      </p:cBhvr>
                                    </p:animEffect>
                                  </p:childTnLst>
                                </p:cTn>
                              </p:par>
                            </p:childTnLst>
                          </p:cTn>
                        </p:par>
                      </p:childTnLst>
                    </p:cTn>
                  </p:par>
                  <p:par>
                    <p:cTn id="9" fill="hold">
                      <p:stCondLst>
                        <p:cond delay="indefinite"/>
                      </p:stCondLst>
                      <p:childTnLst>
                        <p:par>
                          <p:cTn id="10" fill="hold">
                            <p:stCondLst>
                              <p:cond delay="0"/>
                            </p:stCondLst>
                            <p:childTnLst>
                              <p:par>
                                <p:cTn id="11" presetID="12" presetClass="entr" presetSubtype="4" fill="hold" nodeType="clickEffect">
                                  <p:stCondLst>
                                    <p:cond delay="0"/>
                                  </p:stCondLst>
                                  <p:childTnLst>
                                    <p:set>
                                      <p:cBhvr>
                                        <p:cTn id="12" dur="1" fill="hold">
                                          <p:stCondLst>
                                            <p:cond delay="0"/>
                                          </p:stCondLst>
                                        </p:cTn>
                                        <p:tgtEl>
                                          <p:spTgt spid="111"/>
                                        </p:tgtEl>
                                        <p:attrNameLst>
                                          <p:attrName>style.visibility</p:attrName>
                                        </p:attrNameLst>
                                      </p:cBhvr>
                                      <p:to>
                                        <p:strVal val="visible"/>
                                      </p:to>
                                    </p:set>
                                    <p:anim calcmode="lin" valueType="num">
                                      <p:cBhvr additive="base">
                                        <p:cTn id="13" dur="500"/>
                                        <p:tgtEl>
                                          <p:spTgt spid="111"/>
                                        </p:tgtEl>
                                        <p:attrNameLst>
                                          <p:attrName>ppt_y</p:attrName>
                                        </p:attrNameLst>
                                      </p:cBhvr>
                                      <p:tavLst>
                                        <p:tav tm="0">
                                          <p:val>
                                            <p:strVal val="#ppt_y+#ppt_h*1.125000"/>
                                          </p:val>
                                        </p:tav>
                                        <p:tav tm="100000">
                                          <p:val>
                                            <p:strVal val="#ppt_y"/>
                                          </p:val>
                                        </p:tav>
                                      </p:tavLst>
                                    </p:anim>
                                    <p:animEffect transition="in" filter="wipe(up)">
                                      <p:cBhvr>
                                        <p:cTn id="14" dur="500"/>
                                        <p:tgtEl>
                                          <p:spTgt spid="111"/>
                                        </p:tgtEl>
                                      </p:cBhvr>
                                    </p:animEffect>
                                  </p:childTnLst>
                                </p:cTn>
                              </p:par>
                              <p:par>
                                <p:cTn id="15" presetID="12" presetClass="entr" presetSubtype="8" fill="hold" nodeType="withEffect">
                                  <p:stCondLst>
                                    <p:cond delay="0"/>
                                  </p:stCondLst>
                                  <p:childTnLst>
                                    <p:set>
                                      <p:cBhvr>
                                        <p:cTn id="16" dur="1" fill="hold">
                                          <p:stCondLst>
                                            <p:cond delay="0"/>
                                          </p:stCondLst>
                                        </p:cTn>
                                        <p:tgtEl>
                                          <p:spTgt spid="117"/>
                                        </p:tgtEl>
                                        <p:attrNameLst>
                                          <p:attrName>style.visibility</p:attrName>
                                        </p:attrNameLst>
                                      </p:cBhvr>
                                      <p:to>
                                        <p:strVal val="visible"/>
                                      </p:to>
                                    </p:set>
                                    <p:anim calcmode="lin" valueType="num">
                                      <p:cBhvr additive="base">
                                        <p:cTn id="17" dur="500"/>
                                        <p:tgtEl>
                                          <p:spTgt spid="117"/>
                                        </p:tgtEl>
                                        <p:attrNameLst>
                                          <p:attrName>ppt_x</p:attrName>
                                        </p:attrNameLst>
                                      </p:cBhvr>
                                      <p:tavLst>
                                        <p:tav tm="0">
                                          <p:val>
                                            <p:strVal val="#ppt_x-#ppt_w*1.125000"/>
                                          </p:val>
                                        </p:tav>
                                        <p:tav tm="100000">
                                          <p:val>
                                            <p:strVal val="#ppt_x"/>
                                          </p:val>
                                        </p:tav>
                                      </p:tavLst>
                                    </p:anim>
                                    <p:animEffect transition="in" filter="wipe(right)">
                                      <p:cBhvr>
                                        <p:cTn id="18" dur="500"/>
                                        <p:tgtEl>
                                          <p:spTgt spid="117"/>
                                        </p:tgtEl>
                                      </p:cBhvr>
                                    </p:animEffect>
                                  </p:childTnLst>
                                </p:cTn>
                              </p:par>
                              <p:par>
                                <p:cTn id="19" presetID="12" presetClass="entr" presetSubtype="1" fill="hold" nodeType="withEffect">
                                  <p:stCondLst>
                                    <p:cond delay="0"/>
                                  </p:stCondLst>
                                  <p:childTnLst>
                                    <p:set>
                                      <p:cBhvr>
                                        <p:cTn id="20" dur="1" fill="hold">
                                          <p:stCondLst>
                                            <p:cond delay="0"/>
                                          </p:stCondLst>
                                        </p:cTn>
                                        <p:tgtEl>
                                          <p:spTgt spid="105"/>
                                        </p:tgtEl>
                                        <p:attrNameLst>
                                          <p:attrName>style.visibility</p:attrName>
                                        </p:attrNameLst>
                                      </p:cBhvr>
                                      <p:to>
                                        <p:strVal val="visible"/>
                                      </p:to>
                                    </p:set>
                                    <p:anim calcmode="lin" valueType="num">
                                      <p:cBhvr additive="base">
                                        <p:cTn id="21" dur="500"/>
                                        <p:tgtEl>
                                          <p:spTgt spid="105"/>
                                        </p:tgtEl>
                                        <p:attrNameLst>
                                          <p:attrName>ppt_y</p:attrName>
                                        </p:attrNameLst>
                                      </p:cBhvr>
                                      <p:tavLst>
                                        <p:tav tm="0">
                                          <p:val>
                                            <p:strVal val="#ppt_y-#ppt_h*1.125000"/>
                                          </p:val>
                                        </p:tav>
                                        <p:tav tm="100000">
                                          <p:val>
                                            <p:strVal val="#ppt_y"/>
                                          </p:val>
                                        </p:tav>
                                      </p:tavLst>
                                    </p:anim>
                                    <p:animEffect transition="in" filter="wipe(down)">
                                      <p:cBhvr>
                                        <p:cTn id="22" dur="500"/>
                                        <p:tgtEl>
                                          <p:spTgt spid="105"/>
                                        </p:tgtEl>
                                      </p:cBhvr>
                                    </p:animEffect>
                                  </p:childTnLst>
                                </p:cTn>
                              </p:par>
                            </p:childTnLst>
                          </p:cTn>
                        </p:par>
                      </p:childTnLst>
                    </p:cTn>
                  </p:par>
                  <p:par>
                    <p:cTn id="23" fill="hold">
                      <p:stCondLst>
                        <p:cond delay="indefinite"/>
                      </p:stCondLst>
                      <p:childTnLst>
                        <p:par>
                          <p:cTn id="24" fill="hold">
                            <p:stCondLst>
                              <p:cond delay="0"/>
                            </p:stCondLst>
                            <p:childTnLst>
                              <p:par>
                                <p:cTn id="25" presetID="53" presetClass="entr" presetSubtype="16" fill="hold" grpId="0" nodeType="clickEffect">
                                  <p:stCondLst>
                                    <p:cond delay="0"/>
                                  </p:stCondLst>
                                  <p:childTnLst>
                                    <p:set>
                                      <p:cBhvr>
                                        <p:cTn id="26" dur="1" fill="hold">
                                          <p:stCondLst>
                                            <p:cond delay="0"/>
                                          </p:stCondLst>
                                        </p:cTn>
                                        <p:tgtEl>
                                          <p:spTgt spid="9"/>
                                        </p:tgtEl>
                                        <p:attrNameLst>
                                          <p:attrName>style.visibility</p:attrName>
                                        </p:attrNameLst>
                                      </p:cBhvr>
                                      <p:to>
                                        <p:strVal val="visible"/>
                                      </p:to>
                                    </p:set>
                                    <p:anim calcmode="lin" valueType="num">
                                      <p:cBhvr>
                                        <p:cTn id="27" dur="500" fill="hold"/>
                                        <p:tgtEl>
                                          <p:spTgt spid="9"/>
                                        </p:tgtEl>
                                        <p:attrNameLst>
                                          <p:attrName>ppt_w</p:attrName>
                                        </p:attrNameLst>
                                      </p:cBhvr>
                                      <p:tavLst>
                                        <p:tav tm="0">
                                          <p:val>
                                            <p:fltVal val="0"/>
                                          </p:val>
                                        </p:tav>
                                        <p:tav tm="100000">
                                          <p:val>
                                            <p:strVal val="#ppt_w"/>
                                          </p:val>
                                        </p:tav>
                                      </p:tavLst>
                                    </p:anim>
                                    <p:anim calcmode="lin" valueType="num">
                                      <p:cBhvr>
                                        <p:cTn id="28" dur="500" fill="hold"/>
                                        <p:tgtEl>
                                          <p:spTgt spid="9"/>
                                        </p:tgtEl>
                                        <p:attrNameLst>
                                          <p:attrName>ppt_h</p:attrName>
                                        </p:attrNameLst>
                                      </p:cBhvr>
                                      <p:tavLst>
                                        <p:tav tm="0">
                                          <p:val>
                                            <p:fltVal val="0"/>
                                          </p:val>
                                        </p:tav>
                                        <p:tav tm="100000">
                                          <p:val>
                                            <p:strVal val="#ppt_h"/>
                                          </p:val>
                                        </p:tav>
                                      </p:tavLst>
                                    </p:anim>
                                    <p:animEffect transition="in" filter="fade">
                                      <p:cBhvr>
                                        <p:cTn id="29" dur="500"/>
                                        <p:tgtEl>
                                          <p:spTgt spid="9"/>
                                        </p:tgtEl>
                                      </p:cBhvr>
                                    </p:animEffect>
                                  </p:childTnLst>
                                </p:cTn>
                              </p:par>
                              <p:par>
                                <p:cTn id="30" presetID="53" presetClass="entr" presetSubtype="16" fill="hold" grpId="0" nodeType="withEffect">
                                  <p:stCondLst>
                                    <p:cond delay="0"/>
                                  </p:stCondLst>
                                  <p:childTnLst>
                                    <p:set>
                                      <p:cBhvr>
                                        <p:cTn id="31" dur="1" fill="hold">
                                          <p:stCondLst>
                                            <p:cond delay="0"/>
                                          </p:stCondLst>
                                        </p:cTn>
                                        <p:tgtEl>
                                          <p:spTgt spid="104"/>
                                        </p:tgtEl>
                                        <p:attrNameLst>
                                          <p:attrName>style.visibility</p:attrName>
                                        </p:attrNameLst>
                                      </p:cBhvr>
                                      <p:to>
                                        <p:strVal val="visible"/>
                                      </p:to>
                                    </p:set>
                                    <p:anim calcmode="lin" valueType="num">
                                      <p:cBhvr>
                                        <p:cTn id="32" dur="500" fill="hold"/>
                                        <p:tgtEl>
                                          <p:spTgt spid="104"/>
                                        </p:tgtEl>
                                        <p:attrNameLst>
                                          <p:attrName>ppt_w</p:attrName>
                                        </p:attrNameLst>
                                      </p:cBhvr>
                                      <p:tavLst>
                                        <p:tav tm="0">
                                          <p:val>
                                            <p:fltVal val="0"/>
                                          </p:val>
                                        </p:tav>
                                        <p:tav tm="100000">
                                          <p:val>
                                            <p:strVal val="#ppt_w"/>
                                          </p:val>
                                        </p:tav>
                                      </p:tavLst>
                                    </p:anim>
                                    <p:anim calcmode="lin" valueType="num">
                                      <p:cBhvr>
                                        <p:cTn id="33" dur="500" fill="hold"/>
                                        <p:tgtEl>
                                          <p:spTgt spid="104"/>
                                        </p:tgtEl>
                                        <p:attrNameLst>
                                          <p:attrName>ppt_h</p:attrName>
                                        </p:attrNameLst>
                                      </p:cBhvr>
                                      <p:tavLst>
                                        <p:tav tm="0">
                                          <p:val>
                                            <p:fltVal val="0"/>
                                          </p:val>
                                        </p:tav>
                                        <p:tav tm="100000">
                                          <p:val>
                                            <p:strVal val="#ppt_h"/>
                                          </p:val>
                                        </p:tav>
                                      </p:tavLst>
                                    </p:anim>
                                    <p:animEffect transition="in" filter="fade">
                                      <p:cBhvr>
                                        <p:cTn id="34" dur="500"/>
                                        <p:tgtEl>
                                          <p:spTgt spid="104"/>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9" grpId="0"/>
      <p:bldP spid="104" grpId="0"/>
    </p:bldLst>
  </p:timing>
</p:sld>
</file>

<file path=ppt/slides/slide38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75" name="组合 74">
            <a:extLst>
              <a:ext uri="{FF2B5EF4-FFF2-40B4-BE49-F238E27FC236}">
                <a16:creationId xmlns:a16="http://schemas.microsoft.com/office/drawing/2014/main" id="{302AEA5C-020E-43AF-9F6D-1282DACBA673}"/>
              </a:ext>
            </a:extLst>
          </p:cNvPr>
          <p:cNvGrpSpPr/>
          <p:nvPr/>
        </p:nvGrpSpPr>
        <p:grpSpPr>
          <a:xfrm rot="5400000">
            <a:off x="4253612" y="4961321"/>
            <a:ext cx="913192" cy="400110"/>
            <a:chOff x="2985607" y="3222321"/>
            <a:chExt cx="913192" cy="400110"/>
          </a:xfrm>
        </p:grpSpPr>
        <p:sp>
          <p:nvSpPr>
            <p:cNvPr id="76" name="标注: 右箭头 75">
              <a:extLst>
                <a:ext uri="{FF2B5EF4-FFF2-40B4-BE49-F238E27FC236}">
                  <a16:creationId xmlns:a16="http://schemas.microsoft.com/office/drawing/2014/main" id="{BBA48193-5734-42BB-B35C-E759C48AEB0E}"/>
                </a:ext>
              </a:extLst>
            </p:cNvPr>
            <p:cNvSpPr/>
            <p:nvPr/>
          </p:nvSpPr>
          <p:spPr>
            <a:xfrm>
              <a:off x="3108347" y="3268699"/>
              <a:ext cx="762000" cy="302993"/>
            </a:xfrm>
            <a:prstGeom prst="rightArrowCallout">
              <a:avLst>
                <a:gd name="adj1" fmla="val 25000"/>
                <a:gd name="adj2" fmla="val 25000"/>
                <a:gd name="adj3" fmla="val 25000"/>
                <a:gd name="adj4" fmla="val 85980"/>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sz="2000" b="1" dirty="0">
                <a:solidFill>
                  <a:schemeClr val="tx1"/>
                </a:solidFill>
              </a:endParaRPr>
            </a:p>
          </p:txBody>
        </p:sp>
        <p:sp>
          <p:nvSpPr>
            <p:cNvPr id="77" name="文本框 76">
              <a:extLst>
                <a:ext uri="{FF2B5EF4-FFF2-40B4-BE49-F238E27FC236}">
                  <a16:creationId xmlns:a16="http://schemas.microsoft.com/office/drawing/2014/main" id="{3B91ABEE-4D32-4130-8FF7-B8CB31AC04EB}"/>
                </a:ext>
              </a:extLst>
            </p:cNvPr>
            <p:cNvSpPr txBox="1"/>
            <p:nvPr/>
          </p:nvSpPr>
          <p:spPr>
            <a:xfrm>
              <a:off x="2985607" y="3222321"/>
              <a:ext cx="913192" cy="400110"/>
            </a:xfrm>
            <a:prstGeom prst="rect">
              <a:avLst/>
            </a:prstGeom>
            <a:noFill/>
          </p:spPr>
          <p:txBody>
            <a:bodyPr wrap="square">
              <a:spAutoFit/>
            </a:bodyPr>
            <a:lstStyle/>
            <a:p>
              <a:pPr algn="ctr"/>
              <a:r>
                <a:rPr lang="en-US" altLang="zh-CN" sz="2000" b="1" dirty="0">
                  <a:solidFill>
                    <a:schemeClr val="tx1"/>
                  </a:solidFill>
                </a:rPr>
                <a:t>A</a:t>
              </a:r>
              <a:r>
                <a:rPr lang="en-US" altLang="zh-CN" sz="2000" b="1" dirty="0">
                  <a:solidFill>
                    <a:schemeClr val="tx1"/>
                  </a:solidFill>
                  <a:latin typeface="+mn-ea"/>
                </a:rPr>
                <a:t>→</a:t>
              </a:r>
              <a:r>
                <a:rPr lang="en-US" altLang="zh-CN" sz="2000" b="1" dirty="0">
                  <a:solidFill>
                    <a:schemeClr val="tx1"/>
                  </a:solidFill>
                </a:rPr>
                <a:t>D</a:t>
              </a:r>
              <a:endParaRPr lang="zh-CN" altLang="en-US" sz="2000" b="1" dirty="0">
                <a:solidFill>
                  <a:schemeClr val="tx1"/>
                </a:solidFill>
              </a:endParaRPr>
            </a:p>
          </p:txBody>
        </p:sp>
      </p:grpSp>
      <p:grpSp>
        <p:nvGrpSpPr>
          <p:cNvPr id="70" name="组合 69">
            <a:extLst>
              <a:ext uri="{FF2B5EF4-FFF2-40B4-BE49-F238E27FC236}">
                <a16:creationId xmlns:a16="http://schemas.microsoft.com/office/drawing/2014/main" id="{A29E3346-91DA-4475-AE90-CAA79F59110F}"/>
              </a:ext>
            </a:extLst>
          </p:cNvPr>
          <p:cNvGrpSpPr/>
          <p:nvPr/>
        </p:nvGrpSpPr>
        <p:grpSpPr>
          <a:xfrm rot="16200000">
            <a:off x="4258623" y="3627918"/>
            <a:ext cx="912153" cy="400110"/>
            <a:chOff x="2985606" y="3222321"/>
            <a:chExt cx="912153" cy="400110"/>
          </a:xfrm>
        </p:grpSpPr>
        <p:sp>
          <p:nvSpPr>
            <p:cNvPr id="73" name="标注: 右箭头 72">
              <a:extLst>
                <a:ext uri="{FF2B5EF4-FFF2-40B4-BE49-F238E27FC236}">
                  <a16:creationId xmlns:a16="http://schemas.microsoft.com/office/drawing/2014/main" id="{EBA0CBB1-5275-4CEF-8137-54282E7534D9}"/>
                </a:ext>
              </a:extLst>
            </p:cNvPr>
            <p:cNvSpPr/>
            <p:nvPr/>
          </p:nvSpPr>
          <p:spPr>
            <a:xfrm>
              <a:off x="3108347" y="3268699"/>
              <a:ext cx="762000" cy="302993"/>
            </a:xfrm>
            <a:prstGeom prst="rightArrowCallout">
              <a:avLst>
                <a:gd name="adj1" fmla="val 25000"/>
                <a:gd name="adj2" fmla="val 25000"/>
                <a:gd name="adj3" fmla="val 25000"/>
                <a:gd name="adj4" fmla="val 85980"/>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sz="2000" b="1" dirty="0">
                <a:solidFill>
                  <a:schemeClr val="tx1"/>
                </a:solidFill>
              </a:endParaRPr>
            </a:p>
          </p:txBody>
        </p:sp>
        <p:sp>
          <p:nvSpPr>
            <p:cNvPr id="74" name="文本框 73">
              <a:extLst>
                <a:ext uri="{FF2B5EF4-FFF2-40B4-BE49-F238E27FC236}">
                  <a16:creationId xmlns:a16="http://schemas.microsoft.com/office/drawing/2014/main" id="{D16DC71D-EC3C-4B01-AAED-C7365D057470}"/>
                </a:ext>
              </a:extLst>
            </p:cNvPr>
            <p:cNvSpPr txBox="1"/>
            <p:nvPr/>
          </p:nvSpPr>
          <p:spPr>
            <a:xfrm>
              <a:off x="2985606" y="3222321"/>
              <a:ext cx="912153" cy="400110"/>
            </a:xfrm>
            <a:prstGeom prst="rect">
              <a:avLst/>
            </a:prstGeom>
            <a:noFill/>
          </p:spPr>
          <p:txBody>
            <a:bodyPr wrap="square">
              <a:spAutoFit/>
            </a:bodyPr>
            <a:lstStyle/>
            <a:p>
              <a:pPr algn="ctr"/>
              <a:r>
                <a:rPr lang="en-US" altLang="zh-CN" sz="2000" b="1" dirty="0">
                  <a:solidFill>
                    <a:schemeClr val="tx1"/>
                  </a:solidFill>
                </a:rPr>
                <a:t>A</a:t>
              </a:r>
              <a:r>
                <a:rPr lang="en-US" altLang="zh-CN" sz="2000" b="1" dirty="0">
                  <a:solidFill>
                    <a:schemeClr val="tx1"/>
                  </a:solidFill>
                  <a:latin typeface="+mn-ea"/>
                </a:rPr>
                <a:t>→</a:t>
              </a:r>
              <a:r>
                <a:rPr lang="en-US" altLang="zh-CN" sz="2000" b="1" dirty="0">
                  <a:solidFill>
                    <a:schemeClr val="tx1"/>
                  </a:solidFill>
                </a:rPr>
                <a:t>D</a:t>
              </a:r>
              <a:endParaRPr lang="zh-CN" altLang="en-US" sz="2000" b="1" dirty="0">
                <a:solidFill>
                  <a:schemeClr val="tx1"/>
                </a:solidFill>
              </a:endParaRPr>
            </a:p>
          </p:txBody>
        </p:sp>
      </p:grpSp>
      <p:grpSp>
        <p:nvGrpSpPr>
          <p:cNvPr id="17" name="组合 16">
            <a:extLst>
              <a:ext uri="{FF2B5EF4-FFF2-40B4-BE49-F238E27FC236}">
                <a16:creationId xmlns:a16="http://schemas.microsoft.com/office/drawing/2014/main" id="{3FC23C57-A648-4F2E-B543-2134CD63E8A5}"/>
              </a:ext>
            </a:extLst>
          </p:cNvPr>
          <p:cNvGrpSpPr/>
          <p:nvPr/>
        </p:nvGrpSpPr>
        <p:grpSpPr>
          <a:xfrm>
            <a:off x="3340043" y="4076166"/>
            <a:ext cx="865007" cy="400110"/>
            <a:chOff x="3005340" y="3222321"/>
            <a:chExt cx="865007" cy="400110"/>
          </a:xfrm>
        </p:grpSpPr>
        <p:sp>
          <p:nvSpPr>
            <p:cNvPr id="13" name="标注: 右箭头 12">
              <a:extLst>
                <a:ext uri="{FF2B5EF4-FFF2-40B4-BE49-F238E27FC236}">
                  <a16:creationId xmlns:a16="http://schemas.microsoft.com/office/drawing/2014/main" id="{4D0F906F-9B5A-41F2-8069-459EAC381DB3}"/>
                </a:ext>
              </a:extLst>
            </p:cNvPr>
            <p:cNvSpPr/>
            <p:nvPr/>
          </p:nvSpPr>
          <p:spPr>
            <a:xfrm>
              <a:off x="3108347" y="3268699"/>
              <a:ext cx="762000" cy="302993"/>
            </a:xfrm>
            <a:prstGeom prst="rightArrowCallout">
              <a:avLst>
                <a:gd name="adj1" fmla="val 25000"/>
                <a:gd name="adj2" fmla="val 25000"/>
                <a:gd name="adj3" fmla="val 25000"/>
                <a:gd name="adj4" fmla="val 85980"/>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sz="2000" b="1" dirty="0">
                <a:solidFill>
                  <a:schemeClr val="tx1"/>
                </a:solidFill>
              </a:endParaRPr>
            </a:p>
          </p:txBody>
        </p:sp>
        <p:sp>
          <p:nvSpPr>
            <p:cNvPr id="16" name="文本框 15">
              <a:extLst>
                <a:ext uri="{FF2B5EF4-FFF2-40B4-BE49-F238E27FC236}">
                  <a16:creationId xmlns:a16="http://schemas.microsoft.com/office/drawing/2014/main" id="{EF3A99E4-36FE-47D5-A478-46B6110219B9}"/>
                </a:ext>
              </a:extLst>
            </p:cNvPr>
            <p:cNvSpPr txBox="1"/>
            <p:nvPr/>
          </p:nvSpPr>
          <p:spPr>
            <a:xfrm>
              <a:off x="3005340" y="3222321"/>
              <a:ext cx="862241" cy="400110"/>
            </a:xfrm>
            <a:prstGeom prst="rect">
              <a:avLst/>
            </a:prstGeom>
            <a:noFill/>
          </p:spPr>
          <p:txBody>
            <a:bodyPr wrap="square">
              <a:spAutoFit/>
            </a:bodyPr>
            <a:lstStyle/>
            <a:p>
              <a:pPr algn="ctr"/>
              <a:r>
                <a:rPr lang="en-US" altLang="zh-CN" sz="2000" b="1" dirty="0">
                  <a:solidFill>
                    <a:schemeClr val="tx1"/>
                  </a:solidFill>
                </a:rPr>
                <a:t>A</a:t>
              </a:r>
              <a:r>
                <a:rPr lang="en-US" altLang="zh-CN" sz="2000" b="1" dirty="0">
                  <a:solidFill>
                    <a:schemeClr val="tx1"/>
                  </a:solidFill>
                  <a:latin typeface="+mn-ea"/>
                </a:rPr>
                <a:t>→</a:t>
              </a:r>
              <a:r>
                <a:rPr lang="en-US" altLang="zh-CN" sz="2000" b="1" dirty="0">
                  <a:solidFill>
                    <a:schemeClr val="tx1"/>
                  </a:solidFill>
                </a:rPr>
                <a:t>D</a:t>
              </a:r>
              <a:endParaRPr lang="zh-CN" altLang="en-US" sz="2000" b="1" dirty="0">
                <a:solidFill>
                  <a:schemeClr val="tx1"/>
                </a:solidFill>
              </a:endParaRPr>
            </a:p>
          </p:txBody>
        </p:sp>
      </p:grpSp>
      <p:grpSp>
        <p:nvGrpSpPr>
          <p:cNvPr id="81" name="组合 80">
            <a:extLst>
              <a:ext uri="{FF2B5EF4-FFF2-40B4-BE49-F238E27FC236}">
                <a16:creationId xmlns:a16="http://schemas.microsoft.com/office/drawing/2014/main" id="{12CCE039-1754-4759-B87D-53F5C7688217}"/>
              </a:ext>
            </a:extLst>
          </p:cNvPr>
          <p:cNvGrpSpPr/>
          <p:nvPr/>
        </p:nvGrpSpPr>
        <p:grpSpPr>
          <a:xfrm>
            <a:off x="4892679" y="4073985"/>
            <a:ext cx="907293" cy="400110"/>
            <a:chOff x="2985606" y="3222321"/>
            <a:chExt cx="907293" cy="400110"/>
          </a:xfrm>
        </p:grpSpPr>
        <p:sp>
          <p:nvSpPr>
            <p:cNvPr id="84" name="标注: 右箭头 83">
              <a:extLst>
                <a:ext uri="{FF2B5EF4-FFF2-40B4-BE49-F238E27FC236}">
                  <a16:creationId xmlns:a16="http://schemas.microsoft.com/office/drawing/2014/main" id="{4C92C9D1-FFB8-4D51-A07E-797395D4510C}"/>
                </a:ext>
              </a:extLst>
            </p:cNvPr>
            <p:cNvSpPr/>
            <p:nvPr/>
          </p:nvSpPr>
          <p:spPr>
            <a:xfrm>
              <a:off x="3108347" y="3268699"/>
              <a:ext cx="762000" cy="302993"/>
            </a:xfrm>
            <a:prstGeom prst="rightArrowCallout">
              <a:avLst>
                <a:gd name="adj1" fmla="val 25000"/>
                <a:gd name="adj2" fmla="val 25000"/>
                <a:gd name="adj3" fmla="val 25000"/>
                <a:gd name="adj4" fmla="val 85980"/>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sz="2000" b="1" dirty="0">
                <a:solidFill>
                  <a:schemeClr val="tx1"/>
                </a:solidFill>
              </a:endParaRPr>
            </a:p>
          </p:txBody>
        </p:sp>
        <p:sp>
          <p:nvSpPr>
            <p:cNvPr id="91" name="文本框 90">
              <a:extLst>
                <a:ext uri="{FF2B5EF4-FFF2-40B4-BE49-F238E27FC236}">
                  <a16:creationId xmlns:a16="http://schemas.microsoft.com/office/drawing/2014/main" id="{4BF10B6C-E16D-455A-A95A-B2D70F2159D2}"/>
                </a:ext>
              </a:extLst>
            </p:cNvPr>
            <p:cNvSpPr txBox="1"/>
            <p:nvPr/>
          </p:nvSpPr>
          <p:spPr>
            <a:xfrm>
              <a:off x="2985606" y="3222321"/>
              <a:ext cx="907293" cy="400110"/>
            </a:xfrm>
            <a:prstGeom prst="rect">
              <a:avLst/>
            </a:prstGeom>
            <a:noFill/>
          </p:spPr>
          <p:txBody>
            <a:bodyPr wrap="square">
              <a:spAutoFit/>
            </a:bodyPr>
            <a:lstStyle/>
            <a:p>
              <a:pPr algn="ctr"/>
              <a:r>
                <a:rPr lang="en-US" altLang="zh-CN" sz="2000" b="1" dirty="0">
                  <a:solidFill>
                    <a:schemeClr val="tx1"/>
                  </a:solidFill>
                </a:rPr>
                <a:t>A</a:t>
              </a:r>
              <a:r>
                <a:rPr lang="en-US" altLang="zh-CN" sz="2000" b="1" dirty="0">
                  <a:solidFill>
                    <a:schemeClr val="tx1"/>
                  </a:solidFill>
                  <a:latin typeface="+mn-ea"/>
                </a:rPr>
                <a:t>→</a:t>
              </a:r>
              <a:r>
                <a:rPr lang="en-US" altLang="zh-CN" sz="2000" b="1" dirty="0">
                  <a:solidFill>
                    <a:schemeClr val="tx1"/>
                  </a:solidFill>
                </a:rPr>
                <a:t>D</a:t>
              </a:r>
              <a:endParaRPr lang="zh-CN" altLang="en-US" sz="2000" b="1" dirty="0">
                <a:solidFill>
                  <a:schemeClr val="tx1"/>
                </a:solidFill>
              </a:endParaRPr>
            </a:p>
          </p:txBody>
        </p:sp>
      </p:grpSp>
      <p:grpSp>
        <p:nvGrpSpPr>
          <p:cNvPr id="92" name="组合 91">
            <a:extLst>
              <a:ext uri="{FF2B5EF4-FFF2-40B4-BE49-F238E27FC236}">
                <a16:creationId xmlns:a16="http://schemas.microsoft.com/office/drawing/2014/main" id="{F2D56917-7212-4834-93AF-C7F1593ECF58}"/>
              </a:ext>
            </a:extLst>
          </p:cNvPr>
          <p:cNvGrpSpPr/>
          <p:nvPr/>
        </p:nvGrpSpPr>
        <p:grpSpPr>
          <a:xfrm>
            <a:off x="6551113" y="4069185"/>
            <a:ext cx="907289" cy="400110"/>
            <a:chOff x="2992184" y="3222321"/>
            <a:chExt cx="907289" cy="400110"/>
          </a:xfrm>
        </p:grpSpPr>
        <p:sp>
          <p:nvSpPr>
            <p:cNvPr id="93" name="标注: 右箭头 92">
              <a:extLst>
                <a:ext uri="{FF2B5EF4-FFF2-40B4-BE49-F238E27FC236}">
                  <a16:creationId xmlns:a16="http://schemas.microsoft.com/office/drawing/2014/main" id="{34252F47-567F-471D-8CF5-CCCC3043F4EB}"/>
                </a:ext>
              </a:extLst>
            </p:cNvPr>
            <p:cNvSpPr/>
            <p:nvPr/>
          </p:nvSpPr>
          <p:spPr>
            <a:xfrm>
              <a:off x="3108347" y="3268699"/>
              <a:ext cx="762000" cy="302993"/>
            </a:xfrm>
            <a:prstGeom prst="rightArrowCallout">
              <a:avLst>
                <a:gd name="adj1" fmla="val 25000"/>
                <a:gd name="adj2" fmla="val 25000"/>
                <a:gd name="adj3" fmla="val 25000"/>
                <a:gd name="adj4" fmla="val 85980"/>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sz="2000" b="1" dirty="0">
                <a:solidFill>
                  <a:schemeClr val="tx1"/>
                </a:solidFill>
              </a:endParaRPr>
            </a:p>
          </p:txBody>
        </p:sp>
        <p:sp>
          <p:nvSpPr>
            <p:cNvPr id="94" name="文本框 93">
              <a:extLst>
                <a:ext uri="{FF2B5EF4-FFF2-40B4-BE49-F238E27FC236}">
                  <a16:creationId xmlns:a16="http://schemas.microsoft.com/office/drawing/2014/main" id="{8596F20C-D9D5-4D80-BB26-0BE4FA59D0C7}"/>
                </a:ext>
              </a:extLst>
            </p:cNvPr>
            <p:cNvSpPr txBox="1"/>
            <p:nvPr/>
          </p:nvSpPr>
          <p:spPr>
            <a:xfrm>
              <a:off x="2992184" y="3222321"/>
              <a:ext cx="907289" cy="400110"/>
            </a:xfrm>
            <a:prstGeom prst="rect">
              <a:avLst/>
            </a:prstGeom>
            <a:noFill/>
          </p:spPr>
          <p:txBody>
            <a:bodyPr wrap="square">
              <a:spAutoFit/>
            </a:bodyPr>
            <a:lstStyle/>
            <a:p>
              <a:pPr algn="ctr"/>
              <a:r>
                <a:rPr lang="en-US" altLang="zh-CN" sz="2000" b="1" dirty="0">
                  <a:solidFill>
                    <a:schemeClr val="tx1"/>
                  </a:solidFill>
                </a:rPr>
                <a:t>A</a:t>
              </a:r>
              <a:r>
                <a:rPr lang="en-US" altLang="zh-CN" sz="2000" b="1" dirty="0">
                  <a:solidFill>
                    <a:schemeClr val="tx1"/>
                  </a:solidFill>
                  <a:latin typeface="+mn-ea"/>
                </a:rPr>
                <a:t>→</a:t>
              </a:r>
              <a:r>
                <a:rPr lang="en-US" altLang="zh-CN" sz="2000" b="1" dirty="0">
                  <a:solidFill>
                    <a:schemeClr val="tx1"/>
                  </a:solidFill>
                </a:rPr>
                <a:t>D</a:t>
              </a:r>
              <a:endParaRPr lang="zh-CN" altLang="en-US" sz="2000" b="1" dirty="0">
                <a:solidFill>
                  <a:schemeClr val="tx1"/>
                </a:solidFill>
              </a:endParaRPr>
            </a:p>
          </p:txBody>
        </p:sp>
      </p:grpSp>
      <p:grpSp>
        <p:nvGrpSpPr>
          <p:cNvPr id="95" name="组合 94">
            <a:extLst>
              <a:ext uri="{FF2B5EF4-FFF2-40B4-BE49-F238E27FC236}">
                <a16:creationId xmlns:a16="http://schemas.microsoft.com/office/drawing/2014/main" id="{91456061-9131-4F44-BBA8-138A4062A754}"/>
              </a:ext>
            </a:extLst>
          </p:cNvPr>
          <p:cNvGrpSpPr/>
          <p:nvPr/>
        </p:nvGrpSpPr>
        <p:grpSpPr>
          <a:xfrm>
            <a:off x="8100075" y="4064402"/>
            <a:ext cx="886815" cy="400110"/>
            <a:chOff x="2992184" y="3222321"/>
            <a:chExt cx="886815" cy="400110"/>
          </a:xfrm>
        </p:grpSpPr>
        <p:sp>
          <p:nvSpPr>
            <p:cNvPr id="96" name="标注: 右箭头 95">
              <a:extLst>
                <a:ext uri="{FF2B5EF4-FFF2-40B4-BE49-F238E27FC236}">
                  <a16:creationId xmlns:a16="http://schemas.microsoft.com/office/drawing/2014/main" id="{CBA53DD7-7C02-4F4E-8386-D90E7671ECF9}"/>
                </a:ext>
              </a:extLst>
            </p:cNvPr>
            <p:cNvSpPr/>
            <p:nvPr/>
          </p:nvSpPr>
          <p:spPr>
            <a:xfrm>
              <a:off x="3108347" y="3268699"/>
              <a:ext cx="762000" cy="302993"/>
            </a:xfrm>
            <a:prstGeom prst="rightArrowCallout">
              <a:avLst>
                <a:gd name="adj1" fmla="val 25000"/>
                <a:gd name="adj2" fmla="val 25000"/>
                <a:gd name="adj3" fmla="val 25000"/>
                <a:gd name="adj4" fmla="val 85980"/>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sz="2000" b="1" dirty="0">
                <a:solidFill>
                  <a:schemeClr val="tx1"/>
                </a:solidFill>
              </a:endParaRPr>
            </a:p>
          </p:txBody>
        </p:sp>
        <p:sp>
          <p:nvSpPr>
            <p:cNvPr id="97" name="文本框 96">
              <a:extLst>
                <a:ext uri="{FF2B5EF4-FFF2-40B4-BE49-F238E27FC236}">
                  <a16:creationId xmlns:a16="http://schemas.microsoft.com/office/drawing/2014/main" id="{BA173745-2C3F-4A53-9EFF-7B97DA8FB1F1}"/>
                </a:ext>
              </a:extLst>
            </p:cNvPr>
            <p:cNvSpPr txBox="1"/>
            <p:nvPr/>
          </p:nvSpPr>
          <p:spPr>
            <a:xfrm>
              <a:off x="2992184" y="3222321"/>
              <a:ext cx="886815" cy="400110"/>
            </a:xfrm>
            <a:prstGeom prst="rect">
              <a:avLst/>
            </a:prstGeom>
            <a:noFill/>
          </p:spPr>
          <p:txBody>
            <a:bodyPr wrap="square">
              <a:spAutoFit/>
            </a:bodyPr>
            <a:lstStyle/>
            <a:p>
              <a:pPr algn="ctr"/>
              <a:r>
                <a:rPr lang="en-US" altLang="zh-CN" sz="2000" b="1" dirty="0">
                  <a:solidFill>
                    <a:schemeClr val="tx1"/>
                  </a:solidFill>
                </a:rPr>
                <a:t>A</a:t>
              </a:r>
              <a:r>
                <a:rPr lang="en-US" altLang="zh-CN" sz="2000" b="1" dirty="0">
                  <a:solidFill>
                    <a:schemeClr val="tx1"/>
                  </a:solidFill>
                  <a:latin typeface="+mn-ea"/>
                </a:rPr>
                <a:t>→</a:t>
              </a:r>
              <a:r>
                <a:rPr lang="en-US" altLang="zh-CN" sz="2000" b="1" dirty="0">
                  <a:solidFill>
                    <a:schemeClr val="tx1"/>
                  </a:solidFill>
                </a:rPr>
                <a:t>D</a:t>
              </a:r>
              <a:endParaRPr lang="zh-CN" altLang="en-US" sz="2000" b="1" dirty="0">
                <a:solidFill>
                  <a:schemeClr val="tx1"/>
                </a:solidFill>
              </a:endParaRPr>
            </a:p>
          </p:txBody>
        </p:sp>
      </p:grpSp>
      <p:grpSp>
        <p:nvGrpSpPr>
          <p:cNvPr id="98" name="组合 97">
            <a:extLst>
              <a:ext uri="{FF2B5EF4-FFF2-40B4-BE49-F238E27FC236}">
                <a16:creationId xmlns:a16="http://schemas.microsoft.com/office/drawing/2014/main" id="{5628C66E-2B6D-40BA-A66B-B25320D915AC}"/>
              </a:ext>
            </a:extLst>
          </p:cNvPr>
          <p:cNvGrpSpPr/>
          <p:nvPr/>
        </p:nvGrpSpPr>
        <p:grpSpPr>
          <a:xfrm rot="16200000">
            <a:off x="7551506" y="3615075"/>
            <a:ext cx="899623" cy="400110"/>
            <a:chOff x="2992184" y="3222321"/>
            <a:chExt cx="899623" cy="400110"/>
          </a:xfrm>
        </p:grpSpPr>
        <p:sp>
          <p:nvSpPr>
            <p:cNvPr id="99" name="标注: 右箭头 98">
              <a:extLst>
                <a:ext uri="{FF2B5EF4-FFF2-40B4-BE49-F238E27FC236}">
                  <a16:creationId xmlns:a16="http://schemas.microsoft.com/office/drawing/2014/main" id="{F4837596-8618-44AE-AFDD-360B1BA3E039}"/>
                </a:ext>
              </a:extLst>
            </p:cNvPr>
            <p:cNvSpPr/>
            <p:nvPr/>
          </p:nvSpPr>
          <p:spPr>
            <a:xfrm>
              <a:off x="3108347" y="3268699"/>
              <a:ext cx="762000" cy="302993"/>
            </a:xfrm>
            <a:prstGeom prst="rightArrowCallout">
              <a:avLst>
                <a:gd name="adj1" fmla="val 25000"/>
                <a:gd name="adj2" fmla="val 25000"/>
                <a:gd name="adj3" fmla="val 25000"/>
                <a:gd name="adj4" fmla="val 85980"/>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sz="2000" b="1" dirty="0">
                <a:solidFill>
                  <a:schemeClr val="tx1"/>
                </a:solidFill>
              </a:endParaRPr>
            </a:p>
          </p:txBody>
        </p:sp>
        <p:sp>
          <p:nvSpPr>
            <p:cNvPr id="100" name="文本框 99">
              <a:extLst>
                <a:ext uri="{FF2B5EF4-FFF2-40B4-BE49-F238E27FC236}">
                  <a16:creationId xmlns:a16="http://schemas.microsoft.com/office/drawing/2014/main" id="{FEFE0B52-FDD0-4E36-BAD7-B4AA05A5835D}"/>
                </a:ext>
              </a:extLst>
            </p:cNvPr>
            <p:cNvSpPr txBox="1"/>
            <p:nvPr/>
          </p:nvSpPr>
          <p:spPr>
            <a:xfrm>
              <a:off x="2992184" y="3222321"/>
              <a:ext cx="899623" cy="400110"/>
            </a:xfrm>
            <a:prstGeom prst="rect">
              <a:avLst/>
            </a:prstGeom>
            <a:noFill/>
          </p:spPr>
          <p:txBody>
            <a:bodyPr wrap="square">
              <a:spAutoFit/>
            </a:bodyPr>
            <a:lstStyle/>
            <a:p>
              <a:pPr algn="ctr"/>
              <a:r>
                <a:rPr lang="en-US" altLang="zh-CN" sz="2000" b="1" dirty="0">
                  <a:solidFill>
                    <a:schemeClr val="tx1"/>
                  </a:solidFill>
                </a:rPr>
                <a:t>A</a:t>
              </a:r>
              <a:r>
                <a:rPr lang="en-US" altLang="zh-CN" sz="2000" b="1" dirty="0">
                  <a:solidFill>
                    <a:schemeClr val="tx1"/>
                  </a:solidFill>
                  <a:latin typeface="+mn-ea"/>
                </a:rPr>
                <a:t>→</a:t>
              </a:r>
              <a:r>
                <a:rPr lang="en-US" altLang="zh-CN" sz="2000" b="1" dirty="0">
                  <a:solidFill>
                    <a:schemeClr val="tx1"/>
                  </a:solidFill>
                </a:rPr>
                <a:t>D</a:t>
              </a:r>
              <a:endParaRPr lang="zh-CN" altLang="en-US" sz="2000" b="1" dirty="0">
                <a:solidFill>
                  <a:schemeClr val="tx1"/>
                </a:solidFill>
              </a:endParaRPr>
            </a:p>
          </p:txBody>
        </p:sp>
      </p:grpSp>
      <p:grpSp>
        <p:nvGrpSpPr>
          <p:cNvPr id="101" name="组合 100">
            <a:extLst>
              <a:ext uri="{FF2B5EF4-FFF2-40B4-BE49-F238E27FC236}">
                <a16:creationId xmlns:a16="http://schemas.microsoft.com/office/drawing/2014/main" id="{A5C40F0F-1B09-44C1-B940-602254294012}"/>
              </a:ext>
            </a:extLst>
          </p:cNvPr>
          <p:cNvGrpSpPr/>
          <p:nvPr/>
        </p:nvGrpSpPr>
        <p:grpSpPr>
          <a:xfrm rot="5400000">
            <a:off x="7568815" y="4950915"/>
            <a:ext cx="865005" cy="400110"/>
            <a:chOff x="3005342" y="3222322"/>
            <a:chExt cx="865005" cy="400110"/>
          </a:xfrm>
        </p:grpSpPr>
        <p:sp>
          <p:nvSpPr>
            <p:cNvPr id="102" name="标注: 右箭头 101">
              <a:extLst>
                <a:ext uri="{FF2B5EF4-FFF2-40B4-BE49-F238E27FC236}">
                  <a16:creationId xmlns:a16="http://schemas.microsoft.com/office/drawing/2014/main" id="{4FB349AF-7F57-4A90-98DC-05586A0FF7E8}"/>
                </a:ext>
              </a:extLst>
            </p:cNvPr>
            <p:cNvSpPr/>
            <p:nvPr/>
          </p:nvSpPr>
          <p:spPr>
            <a:xfrm>
              <a:off x="3108347" y="3268699"/>
              <a:ext cx="762000" cy="302993"/>
            </a:xfrm>
            <a:prstGeom prst="rightArrowCallout">
              <a:avLst>
                <a:gd name="adj1" fmla="val 25000"/>
                <a:gd name="adj2" fmla="val 25000"/>
                <a:gd name="adj3" fmla="val 25000"/>
                <a:gd name="adj4" fmla="val 85980"/>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sz="2000" b="1" dirty="0">
                <a:solidFill>
                  <a:schemeClr val="tx1"/>
                </a:solidFill>
              </a:endParaRPr>
            </a:p>
          </p:txBody>
        </p:sp>
        <p:sp>
          <p:nvSpPr>
            <p:cNvPr id="103" name="文本框 102">
              <a:extLst>
                <a:ext uri="{FF2B5EF4-FFF2-40B4-BE49-F238E27FC236}">
                  <a16:creationId xmlns:a16="http://schemas.microsoft.com/office/drawing/2014/main" id="{38BA9BDF-E1B3-43AB-BB9B-91E19DCF3016}"/>
                </a:ext>
              </a:extLst>
            </p:cNvPr>
            <p:cNvSpPr txBox="1"/>
            <p:nvPr/>
          </p:nvSpPr>
          <p:spPr>
            <a:xfrm>
              <a:off x="3005342" y="3222322"/>
              <a:ext cx="853459" cy="400110"/>
            </a:xfrm>
            <a:prstGeom prst="rect">
              <a:avLst/>
            </a:prstGeom>
            <a:noFill/>
          </p:spPr>
          <p:txBody>
            <a:bodyPr wrap="square">
              <a:spAutoFit/>
            </a:bodyPr>
            <a:lstStyle/>
            <a:p>
              <a:pPr algn="ctr"/>
              <a:r>
                <a:rPr lang="en-US" altLang="zh-CN" sz="2000" b="1" dirty="0">
                  <a:solidFill>
                    <a:schemeClr val="tx1"/>
                  </a:solidFill>
                </a:rPr>
                <a:t>A</a:t>
              </a:r>
              <a:r>
                <a:rPr lang="en-US" altLang="zh-CN" sz="2000" b="1" dirty="0">
                  <a:solidFill>
                    <a:schemeClr val="tx1"/>
                  </a:solidFill>
                  <a:latin typeface="+mn-ea"/>
                </a:rPr>
                <a:t>→</a:t>
              </a:r>
              <a:r>
                <a:rPr lang="en-US" altLang="zh-CN" sz="2000" b="1" dirty="0">
                  <a:solidFill>
                    <a:schemeClr val="tx1"/>
                  </a:solidFill>
                </a:rPr>
                <a:t>D</a:t>
              </a:r>
              <a:endParaRPr lang="zh-CN" altLang="en-US" sz="2000" b="1" dirty="0">
                <a:solidFill>
                  <a:schemeClr val="tx1"/>
                </a:solidFill>
              </a:endParaRPr>
            </a:p>
          </p:txBody>
        </p:sp>
      </p:grpSp>
      <p:cxnSp>
        <p:nvCxnSpPr>
          <p:cNvPr id="15" name="直接连接符 14">
            <a:extLst>
              <a:ext uri="{FF2B5EF4-FFF2-40B4-BE49-F238E27FC236}">
                <a16:creationId xmlns:a16="http://schemas.microsoft.com/office/drawing/2014/main" id="{121305AF-E9C0-47EC-B6F5-70609A97473E}"/>
              </a:ext>
            </a:extLst>
          </p:cNvPr>
          <p:cNvCxnSpPr>
            <a:cxnSpLocks/>
          </p:cNvCxnSpPr>
          <p:nvPr/>
        </p:nvCxnSpPr>
        <p:spPr>
          <a:xfrm>
            <a:off x="2894504" y="4476276"/>
            <a:ext cx="3144483"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71" name="直接连接符 70">
            <a:extLst>
              <a:ext uri="{FF2B5EF4-FFF2-40B4-BE49-F238E27FC236}">
                <a16:creationId xmlns:a16="http://schemas.microsoft.com/office/drawing/2014/main" id="{AC1381F3-A279-4121-BF41-8662C6A9F137}"/>
              </a:ext>
            </a:extLst>
          </p:cNvPr>
          <p:cNvCxnSpPr>
            <a:cxnSpLocks/>
          </p:cNvCxnSpPr>
          <p:nvPr/>
        </p:nvCxnSpPr>
        <p:spPr>
          <a:xfrm>
            <a:off x="6199717" y="4476276"/>
            <a:ext cx="3471282"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grpSp>
        <p:nvGrpSpPr>
          <p:cNvPr id="4" name="组合 3">
            <a:extLst>
              <a:ext uri="{FF2B5EF4-FFF2-40B4-BE49-F238E27FC236}">
                <a16:creationId xmlns:a16="http://schemas.microsoft.com/office/drawing/2014/main" id="{9A1EA9F2-FCB6-48C3-935F-7AE7E3AD14AC}"/>
              </a:ext>
            </a:extLst>
          </p:cNvPr>
          <p:cNvGrpSpPr/>
          <p:nvPr/>
        </p:nvGrpSpPr>
        <p:grpSpPr>
          <a:xfrm>
            <a:off x="304799" y="749300"/>
            <a:ext cx="6192344" cy="400110"/>
            <a:chOff x="424116" y="898245"/>
            <a:chExt cx="6192344" cy="400110"/>
          </a:xfrm>
        </p:grpSpPr>
        <p:sp>
          <p:nvSpPr>
            <p:cNvPr id="2" name="平行四边形 1">
              <a:extLst>
                <a:ext uri="{FF2B5EF4-FFF2-40B4-BE49-F238E27FC236}">
                  <a16:creationId xmlns:a16="http://schemas.microsoft.com/office/drawing/2014/main" id="{1F5BAA3F-9845-4F89-A2DD-8222D3E4EDAC}"/>
                </a:ext>
              </a:extLst>
            </p:cNvPr>
            <p:cNvSpPr/>
            <p:nvPr/>
          </p:nvSpPr>
          <p:spPr>
            <a:xfrm>
              <a:off x="424116" y="898245"/>
              <a:ext cx="688541" cy="387090"/>
            </a:xfrm>
            <a:prstGeom prst="parallelogram">
              <a:avLst/>
            </a:prstGeom>
            <a:solidFill>
              <a:schemeClr val="accent3">
                <a:lumMod val="75000"/>
              </a:schemeClr>
            </a:solidFill>
            <a:ln>
              <a:solidFill>
                <a:schemeClr val="accent3">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CN" sz="2200" dirty="0">
                  <a:latin typeface="Impact" panose="020B0806030902050204" pitchFamily="34" charset="0"/>
                </a:rPr>
                <a:t>02</a:t>
              </a:r>
              <a:endParaRPr lang="zh-CN" altLang="en-US" sz="2200" dirty="0">
                <a:latin typeface="Impact" panose="020B0806030902050204" pitchFamily="34" charset="0"/>
              </a:endParaRPr>
            </a:p>
          </p:txBody>
        </p:sp>
        <p:sp>
          <p:nvSpPr>
            <p:cNvPr id="3" name="文本框 2">
              <a:extLst>
                <a:ext uri="{FF2B5EF4-FFF2-40B4-BE49-F238E27FC236}">
                  <a16:creationId xmlns:a16="http://schemas.microsoft.com/office/drawing/2014/main" id="{4D6BD736-A4D3-4F26-AFED-36E11F50F70B}"/>
                </a:ext>
              </a:extLst>
            </p:cNvPr>
            <p:cNvSpPr txBox="1"/>
            <p:nvPr/>
          </p:nvSpPr>
          <p:spPr>
            <a:xfrm>
              <a:off x="1178441" y="898245"/>
              <a:ext cx="5438019" cy="400110"/>
            </a:xfrm>
            <a:prstGeom prst="rect">
              <a:avLst/>
            </a:prstGeom>
            <a:noFill/>
          </p:spPr>
          <p:txBody>
            <a:bodyPr wrap="square" rtlCol="0">
              <a:spAutoFit/>
            </a:bodyPr>
            <a:lstStyle/>
            <a:p>
              <a:r>
                <a:rPr lang="zh-CN" altLang="en-US" sz="2000" b="1" dirty="0"/>
                <a:t>网桥的主要结构和基本工作原理</a:t>
              </a:r>
              <a:endParaRPr lang="en-US" altLang="zh-CN" sz="2000" b="1" dirty="0"/>
            </a:p>
          </p:txBody>
        </p:sp>
      </p:grpSp>
      <p:grpSp>
        <p:nvGrpSpPr>
          <p:cNvPr id="68" name="组合 67">
            <a:extLst>
              <a:ext uri="{FF2B5EF4-FFF2-40B4-BE49-F238E27FC236}">
                <a16:creationId xmlns:a16="http://schemas.microsoft.com/office/drawing/2014/main" id="{FBDD2B67-CFD8-4D15-B0CB-99CDE1BCD2C1}"/>
              </a:ext>
            </a:extLst>
          </p:cNvPr>
          <p:cNvGrpSpPr/>
          <p:nvPr/>
        </p:nvGrpSpPr>
        <p:grpSpPr>
          <a:xfrm>
            <a:off x="2661621" y="2732953"/>
            <a:ext cx="2176953" cy="3466250"/>
            <a:chOff x="1582761" y="2975188"/>
            <a:chExt cx="2176953" cy="3466250"/>
          </a:xfrm>
        </p:grpSpPr>
        <p:cxnSp>
          <p:nvCxnSpPr>
            <p:cNvPr id="10" name="直接连接符 9">
              <a:extLst>
                <a:ext uri="{FF2B5EF4-FFF2-40B4-BE49-F238E27FC236}">
                  <a16:creationId xmlns:a16="http://schemas.microsoft.com/office/drawing/2014/main" id="{57CD7CE1-6D70-404F-8874-FFF6B3A5226C}"/>
                </a:ext>
              </a:extLst>
            </p:cNvPr>
            <p:cNvCxnSpPr/>
            <p:nvPr/>
          </p:nvCxnSpPr>
          <p:spPr>
            <a:xfrm flipV="1">
              <a:off x="3429788" y="3570779"/>
              <a:ext cx="0" cy="2519534"/>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2" name="直接连接符 11">
              <a:extLst>
                <a:ext uri="{FF2B5EF4-FFF2-40B4-BE49-F238E27FC236}">
                  <a16:creationId xmlns:a16="http://schemas.microsoft.com/office/drawing/2014/main" id="{D8605357-64B8-403C-B69D-293B8181688D}"/>
                </a:ext>
              </a:extLst>
            </p:cNvPr>
            <p:cNvCxnSpPr/>
            <p:nvPr/>
          </p:nvCxnSpPr>
          <p:spPr>
            <a:xfrm flipH="1">
              <a:off x="2197042" y="4718838"/>
              <a:ext cx="1232746"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pic>
          <p:nvPicPr>
            <p:cNvPr id="6" name="图片 5" descr="文本&#10;&#10;描述已自动生成">
              <a:extLst>
                <a:ext uri="{FF2B5EF4-FFF2-40B4-BE49-F238E27FC236}">
                  <a16:creationId xmlns:a16="http://schemas.microsoft.com/office/drawing/2014/main" id="{CC1640FE-FC97-4F0D-A169-7A830EF2EDF8}"/>
                </a:ext>
              </a:extLst>
            </p:cNvPr>
            <p:cNvPicPr>
              <a:picLocks noChangeAspect="1"/>
            </p:cNvPicPr>
            <p:nvPr/>
          </p:nvPicPr>
          <p:blipFill>
            <a:blip r:embed="rId3">
              <a:extLst>
                <a:ext uri="{28A0092B-C50C-407E-A947-70E740481C1C}">
                  <a14:useLocalDpi xmlns:a14="http://schemas.microsoft.com/office/drawing/2010/main" val="0"/>
                </a:ext>
              </a:extLst>
            </a:blip>
            <a:stretch>
              <a:fillRect/>
            </a:stretch>
          </p:blipFill>
          <p:spPr>
            <a:xfrm>
              <a:off x="3152753" y="4459926"/>
              <a:ext cx="589727" cy="552869"/>
            </a:xfrm>
            <a:prstGeom prst="rect">
              <a:avLst/>
            </a:prstGeom>
          </p:spPr>
        </p:pic>
        <p:sp>
          <p:nvSpPr>
            <p:cNvPr id="24" name="文本框 23">
              <a:extLst>
                <a:ext uri="{FF2B5EF4-FFF2-40B4-BE49-F238E27FC236}">
                  <a16:creationId xmlns:a16="http://schemas.microsoft.com/office/drawing/2014/main" id="{A09F2424-F501-43B6-9F1E-923B178736CF}"/>
                </a:ext>
              </a:extLst>
            </p:cNvPr>
            <p:cNvSpPr txBox="1"/>
            <p:nvPr/>
          </p:nvSpPr>
          <p:spPr>
            <a:xfrm>
              <a:off x="2410114" y="4881955"/>
              <a:ext cx="918385" cy="369332"/>
            </a:xfrm>
            <a:prstGeom prst="rect">
              <a:avLst/>
            </a:prstGeom>
            <a:noFill/>
          </p:spPr>
          <p:txBody>
            <a:bodyPr wrap="square" rtlCol="0">
              <a:spAutoFit/>
            </a:bodyPr>
            <a:lstStyle/>
            <a:p>
              <a:pPr algn="ctr"/>
              <a:r>
                <a:rPr lang="zh-CN" altLang="en-US" b="1" dirty="0">
                  <a:latin typeface="+mn-ea"/>
                </a:rPr>
                <a:t>集线器</a:t>
              </a:r>
            </a:p>
          </p:txBody>
        </p:sp>
        <p:grpSp>
          <p:nvGrpSpPr>
            <p:cNvPr id="49" name="组合 48">
              <a:extLst>
                <a:ext uri="{FF2B5EF4-FFF2-40B4-BE49-F238E27FC236}">
                  <a16:creationId xmlns:a16="http://schemas.microsoft.com/office/drawing/2014/main" id="{DDDCBF1E-27B7-4A8A-A92D-4565B3DE24A3}"/>
                </a:ext>
              </a:extLst>
            </p:cNvPr>
            <p:cNvGrpSpPr/>
            <p:nvPr/>
          </p:nvGrpSpPr>
          <p:grpSpPr>
            <a:xfrm>
              <a:off x="3070879" y="2975188"/>
              <a:ext cx="688835" cy="666249"/>
              <a:chOff x="3393222" y="2975188"/>
              <a:chExt cx="688835" cy="666249"/>
            </a:xfrm>
          </p:grpSpPr>
          <p:pic>
            <p:nvPicPr>
              <p:cNvPr id="8" name="图形 10">
                <a:extLst>
                  <a:ext uri="{FF2B5EF4-FFF2-40B4-BE49-F238E27FC236}">
                    <a16:creationId xmlns:a16="http://schemas.microsoft.com/office/drawing/2014/main" id="{2EF718D0-B543-4D59-A664-63F3A6288789}"/>
                  </a:ext>
                </a:extLst>
              </p:cNvPr>
              <p:cNvPicPr>
                <a:picLocks noChangeAspect="1"/>
              </p:cNvPicPr>
              <p:nvPr/>
            </p:nvPicPr>
            <p:blipFill>
              <a:blip r:embed="rId4">
                <a:extLst>
                  <a:ext uri="{28A0092B-C50C-407E-A947-70E740481C1C}">
                    <a14:useLocalDpi xmlns:a14="http://schemas.microsoft.com/office/drawing/2010/main" val="0"/>
                  </a:ext>
                  <a:ext uri="{96DAC541-7B7A-43D3-8B79-37D633B846F1}">
                    <asvg:svgBlip xmlns:asvg="http://schemas.microsoft.com/office/drawing/2016/SVG/main" r:embed="rId5"/>
                  </a:ext>
                </a:extLst>
              </a:blip>
              <a:stretch>
                <a:fillRect/>
              </a:stretch>
            </p:blipFill>
            <p:spPr>
              <a:xfrm>
                <a:off x="3393222" y="2975188"/>
                <a:ext cx="688835" cy="666249"/>
              </a:xfrm>
              <a:prstGeom prst="rect">
                <a:avLst/>
              </a:prstGeom>
            </p:spPr>
          </p:pic>
          <p:sp>
            <p:nvSpPr>
              <p:cNvPr id="48" name="文本框 47">
                <a:extLst>
                  <a:ext uri="{FF2B5EF4-FFF2-40B4-BE49-F238E27FC236}">
                    <a16:creationId xmlns:a16="http://schemas.microsoft.com/office/drawing/2014/main" id="{2C68C4A8-6BA7-4259-8285-CC090CD1F0B4}"/>
                  </a:ext>
                </a:extLst>
              </p:cNvPr>
              <p:cNvSpPr txBox="1"/>
              <p:nvPr/>
            </p:nvSpPr>
            <p:spPr>
              <a:xfrm>
                <a:off x="3680202" y="3014092"/>
                <a:ext cx="388699" cy="400110"/>
              </a:xfrm>
              <a:prstGeom prst="rect">
                <a:avLst/>
              </a:prstGeom>
              <a:noFill/>
            </p:spPr>
            <p:txBody>
              <a:bodyPr wrap="square">
                <a:spAutoFit/>
              </a:bodyPr>
              <a:lstStyle/>
              <a:p>
                <a:pPr algn="ctr"/>
                <a:r>
                  <a:rPr lang="en-US" altLang="zh-CN" sz="2000" b="1" dirty="0">
                    <a:solidFill>
                      <a:schemeClr val="bg1"/>
                    </a:solidFill>
                  </a:rPr>
                  <a:t>B</a:t>
                </a:r>
                <a:endParaRPr lang="zh-CN" altLang="en-US" sz="2000" dirty="0">
                  <a:solidFill>
                    <a:schemeClr val="bg1"/>
                  </a:solidFill>
                </a:endParaRPr>
              </a:p>
            </p:txBody>
          </p:sp>
        </p:grpSp>
        <p:grpSp>
          <p:nvGrpSpPr>
            <p:cNvPr id="50" name="组合 49">
              <a:extLst>
                <a:ext uri="{FF2B5EF4-FFF2-40B4-BE49-F238E27FC236}">
                  <a16:creationId xmlns:a16="http://schemas.microsoft.com/office/drawing/2014/main" id="{D3D0DCD0-1A19-471E-87DA-523DBBE9F3B3}"/>
                </a:ext>
              </a:extLst>
            </p:cNvPr>
            <p:cNvGrpSpPr/>
            <p:nvPr/>
          </p:nvGrpSpPr>
          <p:grpSpPr>
            <a:xfrm>
              <a:off x="1582761" y="4226630"/>
              <a:ext cx="688835" cy="666249"/>
              <a:chOff x="3393222" y="2975188"/>
              <a:chExt cx="688835" cy="666249"/>
            </a:xfrm>
          </p:grpSpPr>
          <p:pic>
            <p:nvPicPr>
              <p:cNvPr id="51" name="图形 10">
                <a:extLst>
                  <a:ext uri="{FF2B5EF4-FFF2-40B4-BE49-F238E27FC236}">
                    <a16:creationId xmlns:a16="http://schemas.microsoft.com/office/drawing/2014/main" id="{596C48AF-2448-4E53-8A64-FFA9DA2A9088}"/>
                  </a:ext>
                </a:extLst>
              </p:cNvPr>
              <p:cNvPicPr>
                <a:picLocks noChangeAspect="1"/>
              </p:cNvPicPr>
              <p:nvPr/>
            </p:nvPicPr>
            <p:blipFill>
              <a:blip r:embed="rId4">
                <a:extLst>
                  <a:ext uri="{28A0092B-C50C-407E-A947-70E740481C1C}">
                    <a14:useLocalDpi xmlns:a14="http://schemas.microsoft.com/office/drawing/2010/main" val="0"/>
                  </a:ext>
                  <a:ext uri="{96DAC541-7B7A-43D3-8B79-37D633B846F1}">
                    <asvg:svgBlip xmlns:asvg="http://schemas.microsoft.com/office/drawing/2016/SVG/main" r:embed="rId5"/>
                  </a:ext>
                </a:extLst>
              </a:blip>
              <a:stretch>
                <a:fillRect/>
              </a:stretch>
            </p:blipFill>
            <p:spPr>
              <a:xfrm>
                <a:off x="3393222" y="2975188"/>
                <a:ext cx="688835" cy="666249"/>
              </a:xfrm>
              <a:prstGeom prst="rect">
                <a:avLst/>
              </a:prstGeom>
            </p:spPr>
          </p:pic>
          <p:sp>
            <p:nvSpPr>
              <p:cNvPr id="52" name="文本框 51">
                <a:extLst>
                  <a:ext uri="{FF2B5EF4-FFF2-40B4-BE49-F238E27FC236}">
                    <a16:creationId xmlns:a16="http://schemas.microsoft.com/office/drawing/2014/main" id="{6F58764F-400F-4469-AF0D-114841AF71C4}"/>
                  </a:ext>
                </a:extLst>
              </p:cNvPr>
              <p:cNvSpPr txBox="1"/>
              <p:nvPr/>
            </p:nvSpPr>
            <p:spPr>
              <a:xfrm>
                <a:off x="3680202" y="3014092"/>
                <a:ext cx="388699" cy="400110"/>
              </a:xfrm>
              <a:prstGeom prst="rect">
                <a:avLst/>
              </a:prstGeom>
              <a:noFill/>
            </p:spPr>
            <p:txBody>
              <a:bodyPr wrap="square">
                <a:spAutoFit/>
              </a:bodyPr>
              <a:lstStyle/>
              <a:p>
                <a:pPr algn="ctr"/>
                <a:r>
                  <a:rPr lang="en-US" altLang="zh-CN" sz="2000" b="1" dirty="0">
                    <a:solidFill>
                      <a:schemeClr val="bg1"/>
                    </a:solidFill>
                  </a:rPr>
                  <a:t>A</a:t>
                </a:r>
                <a:endParaRPr lang="zh-CN" altLang="en-US" sz="2000" dirty="0">
                  <a:solidFill>
                    <a:schemeClr val="bg1"/>
                  </a:solidFill>
                </a:endParaRPr>
              </a:p>
            </p:txBody>
          </p:sp>
        </p:grpSp>
        <p:grpSp>
          <p:nvGrpSpPr>
            <p:cNvPr id="53" name="组合 52">
              <a:extLst>
                <a:ext uri="{FF2B5EF4-FFF2-40B4-BE49-F238E27FC236}">
                  <a16:creationId xmlns:a16="http://schemas.microsoft.com/office/drawing/2014/main" id="{FF3EA6E1-1627-422A-872A-CEC6B5031C51}"/>
                </a:ext>
              </a:extLst>
            </p:cNvPr>
            <p:cNvGrpSpPr/>
            <p:nvPr/>
          </p:nvGrpSpPr>
          <p:grpSpPr>
            <a:xfrm>
              <a:off x="2999378" y="5775189"/>
              <a:ext cx="688835" cy="666249"/>
              <a:chOff x="3393222" y="2975188"/>
              <a:chExt cx="688835" cy="666249"/>
            </a:xfrm>
          </p:grpSpPr>
          <p:pic>
            <p:nvPicPr>
              <p:cNvPr id="54" name="图形 10">
                <a:extLst>
                  <a:ext uri="{FF2B5EF4-FFF2-40B4-BE49-F238E27FC236}">
                    <a16:creationId xmlns:a16="http://schemas.microsoft.com/office/drawing/2014/main" id="{5731F8DC-F704-42E0-B0A7-4526A70A7BB4}"/>
                  </a:ext>
                </a:extLst>
              </p:cNvPr>
              <p:cNvPicPr>
                <a:picLocks noChangeAspect="1"/>
              </p:cNvPicPr>
              <p:nvPr/>
            </p:nvPicPr>
            <p:blipFill>
              <a:blip r:embed="rId4">
                <a:extLst>
                  <a:ext uri="{28A0092B-C50C-407E-A947-70E740481C1C}">
                    <a14:useLocalDpi xmlns:a14="http://schemas.microsoft.com/office/drawing/2010/main" val="0"/>
                  </a:ext>
                  <a:ext uri="{96DAC541-7B7A-43D3-8B79-37D633B846F1}">
                    <asvg:svgBlip xmlns:asvg="http://schemas.microsoft.com/office/drawing/2016/SVG/main" r:embed="rId5"/>
                  </a:ext>
                </a:extLst>
              </a:blip>
              <a:stretch>
                <a:fillRect/>
              </a:stretch>
            </p:blipFill>
            <p:spPr>
              <a:xfrm>
                <a:off x="3393222" y="2975188"/>
                <a:ext cx="688835" cy="666249"/>
              </a:xfrm>
              <a:prstGeom prst="rect">
                <a:avLst/>
              </a:prstGeom>
            </p:spPr>
          </p:pic>
          <p:sp>
            <p:nvSpPr>
              <p:cNvPr id="55" name="文本框 54">
                <a:extLst>
                  <a:ext uri="{FF2B5EF4-FFF2-40B4-BE49-F238E27FC236}">
                    <a16:creationId xmlns:a16="http://schemas.microsoft.com/office/drawing/2014/main" id="{66C31479-3D81-49A4-AB89-1F948B51E0CC}"/>
                  </a:ext>
                </a:extLst>
              </p:cNvPr>
              <p:cNvSpPr txBox="1"/>
              <p:nvPr/>
            </p:nvSpPr>
            <p:spPr>
              <a:xfrm>
                <a:off x="3680202" y="3014092"/>
                <a:ext cx="388699" cy="400110"/>
              </a:xfrm>
              <a:prstGeom prst="rect">
                <a:avLst/>
              </a:prstGeom>
              <a:noFill/>
            </p:spPr>
            <p:txBody>
              <a:bodyPr wrap="square">
                <a:spAutoFit/>
              </a:bodyPr>
              <a:lstStyle/>
              <a:p>
                <a:pPr algn="ctr"/>
                <a:r>
                  <a:rPr lang="en-US" altLang="zh-CN" sz="2000" b="1" dirty="0">
                    <a:solidFill>
                      <a:schemeClr val="bg1"/>
                    </a:solidFill>
                  </a:rPr>
                  <a:t>C</a:t>
                </a:r>
                <a:endParaRPr lang="zh-CN" altLang="en-US" sz="2000" dirty="0">
                  <a:solidFill>
                    <a:schemeClr val="bg1"/>
                  </a:solidFill>
                </a:endParaRPr>
              </a:p>
            </p:txBody>
          </p:sp>
        </p:grpSp>
      </p:grpSp>
      <p:grpSp>
        <p:nvGrpSpPr>
          <p:cNvPr id="69" name="组合 68">
            <a:extLst>
              <a:ext uri="{FF2B5EF4-FFF2-40B4-BE49-F238E27FC236}">
                <a16:creationId xmlns:a16="http://schemas.microsoft.com/office/drawing/2014/main" id="{A628612D-EFE3-41BB-B9AC-2206D27E409D}"/>
              </a:ext>
            </a:extLst>
          </p:cNvPr>
          <p:cNvGrpSpPr/>
          <p:nvPr/>
        </p:nvGrpSpPr>
        <p:grpSpPr>
          <a:xfrm>
            <a:off x="6754020" y="2732953"/>
            <a:ext cx="2926209" cy="3466250"/>
            <a:chOff x="7727618" y="2975188"/>
            <a:chExt cx="2926209" cy="3466250"/>
          </a:xfrm>
        </p:grpSpPr>
        <p:cxnSp>
          <p:nvCxnSpPr>
            <p:cNvPr id="29" name="直接连接符 28">
              <a:extLst>
                <a:ext uri="{FF2B5EF4-FFF2-40B4-BE49-F238E27FC236}">
                  <a16:creationId xmlns:a16="http://schemas.microsoft.com/office/drawing/2014/main" id="{E56B4713-4CD9-4EB3-BC7C-1A8480EFB20A}"/>
                </a:ext>
              </a:extLst>
            </p:cNvPr>
            <p:cNvCxnSpPr/>
            <p:nvPr/>
          </p:nvCxnSpPr>
          <p:spPr>
            <a:xfrm flipV="1">
              <a:off x="8747292" y="3570779"/>
              <a:ext cx="0" cy="2519534"/>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2" name="直接连接符 31">
              <a:extLst>
                <a:ext uri="{FF2B5EF4-FFF2-40B4-BE49-F238E27FC236}">
                  <a16:creationId xmlns:a16="http://schemas.microsoft.com/office/drawing/2014/main" id="{8EE47979-5596-4A22-BF62-6654121E2D79}"/>
                </a:ext>
              </a:extLst>
            </p:cNvPr>
            <p:cNvCxnSpPr>
              <a:cxnSpLocks/>
            </p:cNvCxnSpPr>
            <p:nvPr/>
          </p:nvCxnSpPr>
          <p:spPr>
            <a:xfrm flipH="1">
              <a:off x="9001267" y="4718511"/>
              <a:ext cx="1232746"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pic>
          <p:nvPicPr>
            <p:cNvPr id="34" name="图片 33" descr="文本&#10;&#10;描述已自动生成">
              <a:extLst>
                <a:ext uri="{FF2B5EF4-FFF2-40B4-BE49-F238E27FC236}">
                  <a16:creationId xmlns:a16="http://schemas.microsoft.com/office/drawing/2014/main" id="{E8AD18FE-1933-4C24-9A0F-3DB2F13E6F45}"/>
                </a:ext>
              </a:extLst>
            </p:cNvPr>
            <p:cNvPicPr>
              <a:picLocks noChangeAspect="1"/>
            </p:cNvPicPr>
            <p:nvPr/>
          </p:nvPicPr>
          <p:blipFill>
            <a:blip r:embed="rId3">
              <a:extLst>
                <a:ext uri="{28A0092B-C50C-407E-A947-70E740481C1C}">
                  <a14:useLocalDpi xmlns:a14="http://schemas.microsoft.com/office/drawing/2010/main" val="0"/>
                </a:ext>
              </a:extLst>
            </a:blip>
            <a:stretch>
              <a:fillRect/>
            </a:stretch>
          </p:blipFill>
          <p:spPr>
            <a:xfrm>
              <a:off x="8470257" y="4459926"/>
              <a:ext cx="589727" cy="552869"/>
            </a:xfrm>
            <a:prstGeom prst="rect">
              <a:avLst/>
            </a:prstGeom>
          </p:spPr>
        </p:pic>
        <p:sp>
          <p:nvSpPr>
            <p:cNvPr id="38" name="文本框 37">
              <a:extLst>
                <a:ext uri="{FF2B5EF4-FFF2-40B4-BE49-F238E27FC236}">
                  <a16:creationId xmlns:a16="http://schemas.microsoft.com/office/drawing/2014/main" id="{AB22D513-D3E1-4C8E-9C6B-C6F307714CC9}"/>
                </a:ext>
              </a:extLst>
            </p:cNvPr>
            <p:cNvSpPr txBox="1"/>
            <p:nvPr/>
          </p:nvSpPr>
          <p:spPr>
            <a:xfrm>
              <a:off x="7727618" y="4881955"/>
              <a:ext cx="918385" cy="369332"/>
            </a:xfrm>
            <a:prstGeom prst="rect">
              <a:avLst/>
            </a:prstGeom>
            <a:noFill/>
          </p:spPr>
          <p:txBody>
            <a:bodyPr wrap="square" rtlCol="0">
              <a:spAutoFit/>
            </a:bodyPr>
            <a:lstStyle/>
            <a:p>
              <a:pPr algn="ctr"/>
              <a:r>
                <a:rPr lang="zh-CN" altLang="en-US" b="1" dirty="0">
                  <a:latin typeface="+mn-ea"/>
                </a:rPr>
                <a:t>集线器</a:t>
              </a:r>
            </a:p>
          </p:txBody>
        </p:sp>
        <p:grpSp>
          <p:nvGrpSpPr>
            <p:cNvPr id="56" name="组合 55">
              <a:extLst>
                <a:ext uri="{FF2B5EF4-FFF2-40B4-BE49-F238E27FC236}">
                  <a16:creationId xmlns:a16="http://schemas.microsoft.com/office/drawing/2014/main" id="{5CCE6D3E-70BC-43C0-A32D-8DE79BC9D7A4}"/>
                </a:ext>
              </a:extLst>
            </p:cNvPr>
            <p:cNvGrpSpPr/>
            <p:nvPr/>
          </p:nvGrpSpPr>
          <p:grpSpPr>
            <a:xfrm>
              <a:off x="8402874" y="2975188"/>
              <a:ext cx="688835" cy="666249"/>
              <a:chOff x="3393222" y="2975188"/>
              <a:chExt cx="688835" cy="666249"/>
            </a:xfrm>
          </p:grpSpPr>
          <p:pic>
            <p:nvPicPr>
              <p:cNvPr id="57" name="图形 10">
                <a:extLst>
                  <a:ext uri="{FF2B5EF4-FFF2-40B4-BE49-F238E27FC236}">
                    <a16:creationId xmlns:a16="http://schemas.microsoft.com/office/drawing/2014/main" id="{8CFCBFFC-BB45-4B82-AFD4-824103EF067B}"/>
                  </a:ext>
                </a:extLst>
              </p:cNvPr>
              <p:cNvPicPr>
                <a:picLocks noChangeAspect="1"/>
              </p:cNvPicPr>
              <p:nvPr/>
            </p:nvPicPr>
            <p:blipFill>
              <a:blip r:embed="rId4">
                <a:extLst>
                  <a:ext uri="{28A0092B-C50C-407E-A947-70E740481C1C}">
                    <a14:useLocalDpi xmlns:a14="http://schemas.microsoft.com/office/drawing/2010/main" val="0"/>
                  </a:ext>
                  <a:ext uri="{96DAC541-7B7A-43D3-8B79-37D633B846F1}">
                    <asvg:svgBlip xmlns:asvg="http://schemas.microsoft.com/office/drawing/2016/SVG/main" r:embed="rId5"/>
                  </a:ext>
                </a:extLst>
              </a:blip>
              <a:stretch>
                <a:fillRect/>
              </a:stretch>
            </p:blipFill>
            <p:spPr>
              <a:xfrm>
                <a:off x="3393222" y="2975188"/>
                <a:ext cx="688835" cy="666249"/>
              </a:xfrm>
              <a:prstGeom prst="rect">
                <a:avLst/>
              </a:prstGeom>
            </p:spPr>
          </p:pic>
          <p:sp>
            <p:nvSpPr>
              <p:cNvPr id="58" name="文本框 57">
                <a:extLst>
                  <a:ext uri="{FF2B5EF4-FFF2-40B4-BE49-F238E27FC236}">
                    <a16:creationId xmlns:a16="http://schemas.microsoft.com/office/drawing/2014/main" id="{A2C2791C-F656-4FE8-8D84-F7B1F2FFE51B}"/>
                  </a:ext>
                </a:extLst>
              </p:cNvPr>
              <p:cNvSpPr txBox="1"/>
              <p:nvPr/>
            </p:nvSpPr>
            <p:spPr>
              <a:xfrm>
                <a:off x="3680202" y="3014092"/>
                <a:ext cx="388699" cy="400110"/>
              </a:xfrm>
              <a:prstGeom prst="rect">
                <a:avLst/>
              </a:prstGeom>
              <a:noFill/>
            </p:spPr>
            <p:txBody>
              <a:bodyPr wrap="square">
                <a:spAutoFit/>
              </a:bodyPr>
              <a:lstStyle/>
              <a:p>
                <a:pPr algn="ctr"/>
                <a:r>
                  <a:rPr lang="en-US" altLang="zh-CN" sz="2000" b="1" dirty="0">
                    <a:solidFill>
                      <a:schemeClr val="bg1"/>
                    </a:solidFill>
                  </a:rPr>
                  <a:t>D</a:t>
                </a:r>
                <a:endParaRPr lang="zh-CN" altLang="en-US" sz="2000" dirty="0">
                  <a:solidFill>
                    <a:schemeClr val="bg1"/>
                  </a:solidFill>
                </a:endParaRPr>
              </a:p>
            </p:txBody>
          </p:sp>
        </p:grpSp>
        <p:grpSp>
          <p:nvGrpSpPr>
            <p:cNvPr id="59" name="组合 58">
              <a:extLst>
                <a:ext uri="{FF2B5EF4-FFF2-40B4-BE49-F238E27FC236}">
                  <a16:creationId xmlns:a16="http://schemas.microsoft.com/office/drawing/2014/main" id="{AE451401-4963-4988-822C-D7C0BF12C0B3}"/>
                </a:ext>
              </a:extLst>
            </p:cNvPr>
            <p:cNvGrpSpPr/>
            <p:nvPr/>
          </p:nvGrpSpPr>
          <p:grpSpPr>
            <a:xfrm>
              <a:off x="8301585" y="5775189"/>
              <a:ext cx="688835" cy="666249"/>
              <a:chOff x="3393222" y="2975188"/>
              <a:chExt cx="688835" cy="666249"/>
            </a:xfrm>
          </p:grpSpPr>
          <p:pic>
            <p:nvPicPr>
              <p:cNvPr id="60" name="图形 10">
                <a:extLst>
                  <a:ext uri="{FF2B5EF4-FFF2-40B4-BE49-F238E27FC236}">
                    <a16:creationId xmlns:a16="http://schemas.microsoft.com/office/drawing/2014/main" id="{6CFE9B85-34B3-4571-A81C-A0A44D15569C}"/>
                  </a:ext>
                </a:extLst>
              </p:cNvPr>
              <p:cNvPicPr>
                <a:picLocks noChangeAspect="1"/>
              </p:cNvPicPr>
              <p:nvPr/>
            </p:nvPicPr>
            <p:blipFill>
              <a:blip r:embed="rId4">
                <a:extLst>
                  <a:ext uri="{28A0092B-C50C-407E-A947-70E740481C1C}">
                    <a14:useLocalDpi xmlns:a14="http://schemas.microsoft.com/office/drawing/2010/main" val="0"/>
                  </a:ext>
                  <a:ext uri="{96DAC541-7B7A-43D3-8B79-37D633B846F1}">
                    <asvg:svgBlip xmlns:asvg="http://schemas.microsoft.com/office/drawing/2016/SVG/main" r:embed="rId5"/>
                  </a:ext>
                </a:extLst>
              </a:blip>
              <a:stretch>
                <a:fillRect/>
              </a:stretch>
            </p:blipFill>
            <p:spPr>
              <a:xfrm>
                <a:off x="3393222" y="2975188"/>
                <a:ext cx="688835" cy="666249"/>
              </a:xfrm>
              <a:prstGeom prst="rect">
                <a:avLst/>
              </a:prstGeom>
            </p:spPr>
          </p:pic>
          <p:sp>
            <p:nvSpPr>
              <p:cNvPr id="61" name="文本框 60">
                <a:extLst>
                  <a:ext uri="{FF2B5EF4-FFF2-40B4-BE49-F238E27FC236}">
                    <a16:creationId xmlns:a16="http://schemas.microsoft.com/office/drawing/2014/main" id="{F38DCF20-B743-48E8-8FE7-69B49827706C}"/>
                  </a:ext>
                </a:extLst>
              </p:cNvPr>
              <p:cNvSpPr txBox="1"/>
              <p:nvPr/>
            </p:nvSpPr>
            <p:spPr>
              <a:xfrm>
                <a:off x="3680202" y="3014092"/>
                <a:ext cx="388699" cy="400110"/>
              </a:xfrm>
              <a:prstGeom prst="rect">
                <a:avLst/>
              </a:prstGeom>
              <a:noFill/>
            </p:spPr>
            <p:txBody>
              <a:bodyPr wrap="square">
                <a:spAutoFit/>
              </a:bodyPr>
              <a:lstStyle/>
              <a:p>
                <a:pPr algn="ctr"/>
                <a:r>
                  <a:rPr lang="en-US" altLang="zh-CN" sz="2000" b="1" dirty="0">
                    <a:solidFill>
                      <a:schemeClr val="bg1"/>
                    </a:solidFill>
                  </a:rPr>
                  <a:t>F</a:t>
                </a:r>
                <a:endParaRPr lang="zh-CN" altLang="en-US" sz="2000" dirty="0">
                  <a:solidFill>
                    <a:schemeClr val="bg1"/>
                  </a:solidFill>
                </a:endParaRPr>
              </a:p>
            </p:txBody>
          </p:sp>
        </p:grpSp>
        <p:grpSp>
          <p:nvGrpSpPr>
            <p:cNvPr id="62" name="组合 61">
              <a:extLst>
                <a:ext uri="{FF2B5EF4-FFF2-40B4-BE49-F238E27FC236}">
                  <a16:creationId xmlns:a16="http://schemas.microsoft.com/office/drawing/2014/main" id="{4FA3F4E8-7F85-40DF-B095-E0B539CA8F21}"/>
                </a:ext>
              </a:extLst>
            </p:cNvPr>
            <p:cNvGrpSpPr/>
            <p:nvPr/>
          </p:nvGrpSpPr>
          <p:grpSpPr>
            <a:xfrm>
              <a:off x="9964992" y="4265534"/>
              <a:ext cx="688835" cy="666249"/>
              <a:chOff x="3393222" y="2975188"/>
              <a:chExt cx="688835" cy="666249"/>
            </a:xfrm>
          </p:grpSpPr>
          <p:pic>
            <p:nvPicPr>
              <p:cNvPr id="63" name="图形 10">
                <a:extLst>
                  <a:ext uri="{FF2B5EF4-FFF2-40B4-BE49-F238E27FC236}">
                    <a16:creationId xmlns:a16="http://schemas.microsoft.com/office/drawing/2014/main" id="{C80591CD-393F-44E1-B076-CAA226FBC02F}"/>
                  </a:ext>
                </a:extLst>
              </p:cNvPr>
              <p:cNvPicPr>
                <a:picLocks noChangeAspect="1"/>
              </p:cNvPicPr>
              <p:nvPr/>
            </p:nvPicPr>
            <p:blipFill>
              <a:blip r:embed="rId4">
                <a:extLst>
                  <a:ext uri="{28A0092B-C50C-407E-A947-70E740481C1C}">
                    <a14:useLocalDpi xmlns:a14="http://schemas.microsoft.com/office/drawing/2010/main" val="0"/>
                  </a:ext>
                  <a:ext uri="{96DAC541-7B7A-43D3-8B79-37D633B846F1}">
                    <asvg:svgBlip xmlns:asvg="http://schemas.microsoft.com/office/drawing/2016/SVG/main" r:embed="rId5"/>
                  </a:ext>
                </a:extLst>
              </a:blip>
              <a:stretch>
                <a:fillRect/>
              </a:stretch>
            </p:blipFill>
            <p:spPr>
              <a:xfrm>
                <a:off x="3393222" y="2975188"/>
                <a:ext cx="688835" cy="666249"/>
              </a:xfrm>
              <a:prstGeom prst="rect">
                <a:avLst/>
              </a:prstGeom>
            </p:spPr>
          </p:pic>
          <p:sp>
            <p:nvSpPr>
              <p:cNvPr id="64" name="文本框 63">
                <a:extLst>
                  <a:ext uri="{FF2B5EF4-FFF2-40B4-BE49-F238E27FC236}">
                    <a16:creationId xmlns:a16="http://schemas.microsoft.com/office/drawing/2014/main" id="{3DBF579E-81CB-4A1A-B202-A067DB99C525}"/>
                  </a:ext>
                </a:extLst>
              </p:cNvPr>
              <p:cNvSpPr txBox="1"/>
              <p:nvPr/>
            </p:nvSpPr>
            <p:spPr>
              <a:xfrm>
                <a:off x="3680202" y="3014092"/>
                <a:ext cx="388699" cy="400110"/>
              </a:xfrm>
              <a:prstGeom prst="rect">
                <a:avLst/>
              </a:prstGeom>
              <a:noFill/>
            </p:spPr>
            <p:txBody>
              <a:bodyPr wrap="square">
                <a:spAutoFit/>
              </a:bodyPr>
              <a:lstStyle/>
              <a:p>
                <a:pPr algn="ctr"/>
                <a:r>
                  <a:rPr lang="en-US" altLang="zh-CN" sz="2000" b="1" dirty="0">
                    <a:solidFill>
                      <a:schemeClr val="bg1"/>
                    </a:solidFill>
                  </a:rPr>
                  <a:t>E</a:t>
                </a:r>
                <a:endParaRPr lang="zh-CN" altLang="en-US" sz="2000" dirty="0">
                  <a:solidFill>
                    <a:schemeClr val="bg1"/>
                  </a:solidFill>
                </a:endParaRPr>
              </a:p>
            </p:txBody>
          </p:sp>
        </p:grpSp>
      </p:grpSp>
      <p:grpSp>
        <p:nvGrpSpPr>
          <p:cNvPr id="67" name="组合 66">
            <a:extLst>
              <a:ext uri="{FF2B5EF4-FFF2-40B4-BE49-F238E27FC236}">
                <a16:creationId xmlns:a16="http://schemas.microsoft.com/office/drawing/2014/main" id="{F9C53DC6-7A3B-47E3-B5BC-B6441CF64DA5}"/>
              </a:ext>
            </a:extLst>
          </p:cNvPr>
          <p:cNvGrpSpPr/>
          <p:nvPr/>
        </p:nvGrpSpPr>
        <p:grpSpPr>
          <a:xfrm>
            <a:off x="5493003" y="4176277"/>
            <a:ext cx="1214772" cy="843699"/>
            <a:chOff x="5493003" y="4418512"/>
            <a:chExt cx="1214772" cy="843699"/>
          </a:xfrm>
        </p:grpSpPr>
        <p:grpSp>
          <p:nvGrpSpPr>
            <p:cNvPr id="28" name="组合 27">
              <a:extLst>
                <a:ext uri="{FF2B5EF4-FFF2-40B4-BE49-F238E27FC236}">
                  <a16:creationId xmlns:a16="http://schemas.microsoft.com/office/drawing/2014/main" id="{66A2236D-BD6A-4A16-A4A6-4FAC4F802160}"/>
                </a:ext>
              </a:extLst>
            </p:cNvPr>
            <p:cNvGrpSpPr/>
            <p:nvPr/>
          </p:nvGrpSpPr>
          <p:grpSpPr>
            <a:xfrm>
              <a:off x="5758936" y="4418512"/>
              <a:ext cx="694865" cy="843699"/>
              <a:chOff x="5748567" y="4622444"/>
              <a:chExt cx="694865" cy="843699"/>
            </a:xfrm>
          </p:grpSpPr>
          <p:pic>
            <p:nvPicPr>
              <p:cNvPr id="26" name="图片 25" descr="图片包含 图标&#10;&#10;描述已自动生成">
                <a:extLst>
                  <a:ext uri="{FF2B5EF4-FFF2-40B4-BE49-F238E27FC236}">
                    <a16:creationId xmlns:a16="http://schemas.microsoft.com/office/drawing/2014/main" id="{B84DFC4A-BB51-4FF0-9656-07E3BB532308}"/>
                  </a:ext>
                </a:extLst>
              </p:cNvPr>
              <p:cNvPicPr>
                <a:picLocks noChangeAspect="1"/>
              </p:cNvPicPr>
              <p:nvPr/>
            </p:nvPicPr>
            <p:blipFill>
              <a:blip r:embed="rId6">
                <a:extLst>
                  <a:ext uri="{28A0092B-C50C-407E-A947-70E740481C1C}">
                    <a14:useLocalDpi xmlns:a14="http://schemas.microsoft.com/office/drawing/2010/main" val="0"/>
                  </a:ext>
                </a:extLst>
              </a:blip>
              <a:stretch>
                <a:fillRect/>
              </a:stretch>
            </p:blipFill>
            <p:spPr>
              <a:xfrm>
                <a:off x="5812708" y="4622444"/>
                <a:ext cx="581100" cy="474367"/>
              </a:xfrm>
              <a:prstGeom prst="rect">
                <a:avLst/>
              </a:prstGeom>
            </p:spPr>
          </p:pic>
          <p:sp>
            <p:nvSpPr>
              <p:cNvPr id="27" name="文本框 26">
                <a:extLst>
                  <a:ext uri="{FF2B5EF4-FFF2-40B4-BE49-F238E27FC236}">
                    <a16:creationId xmlns:a16="http://schemas.microsoft.com/office/drawing/2014/main" id="{07AA94A1-946A-4935-A568-945B0455C199}"/>
                  </a:ext>
                </a:extLst>
              </p:cNvPr>
              <p:cNvSpPr txBox="1"/>
              <p:nvPr/>
            </p:nvSpPr>
            <p:spPr>
              <a:xfrm>
                <a:off x="5748567" y="5096811"/>
                <a:ext cx="694865" cy="369332"/>
              </a:xfrm>
              <a:prstGeom prst="rect">
                <a:avLst/>
              </a:prstGeom>
              <a:noFill/>
            </p:spPr>
            <p:txBody>
              <a:bodyPr wrap="square" rtlCol="0">
                <a:spAutoFit/>
              </a:bodyPr>
              <a:lstStyle/>
              <a:p>
                <a:pPr algn="ctr"/>
                <a:r>
                  <a:rPr lang="zh-CN" altLang="en-US" b="1" dirty="0">
                    <a:latin typeface="+mn-ea"/>
                  </a:rPr>
                  <a:t>网桥</a:t>
                </a:r>
              </a:p>
            </p:txBody>
          </p:sp>
        </p:grpSp>
        <p:sp>
          <p:nvSpPr>
            <p:cNvPr id="65" name="文本框 64">
              <a:extLst>
                <a:ext uri="{FF2B5EF4-FFF2-40B4-BE49-F238E27FC236}">
                  <a16:creationId xmlns:a16="http://schemas.microsoft.com/office/drawing/2014/main" id="{FF278548-C053-4B18-B9F5-EA4CB65CA520}"/>
                </a:ext>
              </a:extLst>
            </p:cNvPr>
            <p:cNvSpPr txBox="1"/>
            <p:nvPr/>
          </p:nvSpPr>
          <p:spPr>
            <a:xfrm>
              <a:off x="5493003" y="4665644"/>
              <a:ext cx="388699" cy="400110"/>
            </a:xfrm>
            <a:prstGeom prst="rect">
              <a:avLst/>
            </a:prstGeom>
            <a:noFill/>
          </p:spPr>
          <p:txBody>
            <a:bodyPr wrap="square">
              <a:spAutoFit/>
            </a:bodyPr>
            <a:lstStyle/>
            <a:p>
              <a:pPr algn="ctr"/>
              <a:r>
                <a:rPr lang="en-US" altLang="zh-CN" sz="2000" b="1" dirty="0"/>
                <a:t>1</a:t>
              </a:r>
              <a:endParaRPr lang="zh-CN" altLang="en-US" sz="2000" dirty="0"/>
            </a:p>
          </p:txBody>
        </p:sp>
        <p:sp>
          <p:nvSpPr>
            <p:cNvPr id="66" name="文本框 65">
              <a:extLst>
                <a:ext uri="{FF2B5EF4-FFF2-40B4-BE49-F238E27FC236}">
                  <a16:creationId xmlns:a16="http://schemas.microsoft.com/office/drawing/2014/main" id="{87F89E8D-5E77-4FCF-A24D-55995B18CCAE}"/>
                </a:ext>
              </a:extLst>
            </p:cNvPr>
            <p:cNvSpPr txBox="1"/>
            <p:nvPr/>
          </p:nvSpPr>
          <p:spPr>
            <a:xfrm>
              <a:off x="6319076" y="4665644"/>
              <a:ext cx="388699" cy="400110"/>
            </a:xfrm>
            <a:prstGeom prst="rect">
              <a:avLst/>
            </a:prstGeom>
            <a:noFill/>
          </p:spPr>
          <p:txBody>
            <a:bodyPr wrap="square">
              <a:spAutoFit/>
            </a:bodyPr>
            <a:lstStyle/>
            <a:p>
              <a:pPr algn="ctr"/>
              <a:r>
                <a:rPr lang="en-US" altLang="zh-CN" sz="2000" b="1" dirty="0"/>
                <a:t>2</a:t>
              </a:r>
              <a:endParaRPr lang="zh-CN" altLang="en-US" sz="2000" dirty="0"/>
            </a:p>
          </p:txBody>
        </p:sp>
      </p:grpSp>
      <p:pic>
        <p:nvPicPr>
          <p:cNvPr id="138" name="图片 137" descr="表格&#10;&#10;描述已自动生成">
            <a:extLst>
              <a:ext uri="{FF2B5EF4-FFF2-40B4-BE49-F238E27FC236}">
                <a16:creationId xmlns:a16="http://schemas.microsoft.com/office/drawing/2014/main" id="{5BFDE42F-FE19-4BB6-B258-9544CE901C86}"/>
              </a:ext>
            </a:extLst>
          </p:cNvPr>
          <p:cNvPicPr>
            <a:picLocks noChangeAspect="1"/>
          </p:cNvPicPr>
          <p:nvPr/>
        </p:nvPicPr>
        <p:blipFill>
          <a:blip r:embed="rId7" cstate="print">
            <a:extLst>
              <a:ext uri="{28A0092B-C50C-407E-A947-70E740481C1C}">
                <a14:useLocalDpi xmlns:a14="http://schemas.microsoft.com/office/drawing/2010/main" val="0"/>
              </a:ext>
            </a:extLst>
          </a:blip>
          <a:stretch>
            <a:fillRect/>
          </a:stretch>
        </p:blipFill>
        <p:spPr>
          <a:xfrm>
            <a:off x="5386955" y="1673847"/>
            <a:ext cx="1427032" cy="2327586"/>
          </a:xfrm>
          <a:prstGeom prst="rect">
            <a:avLst/>
          </a:prstGeom>
        </p:spPr>
      </p:pic>
      <p:sp>
        <p:nvSpPr>
          <p:cNvPr id="9" name="文本框 8">
            <a:extLst>
              <a:ext uri="{FF2B5EF4-FFF2-40B4-BE49-F238E27FC236}">
                <a16:creationId xmlns:a16="http://schemas.microsoft.com/office/drawing/2014/main" id="{62276D1A-8D5D-4374-B6BC-CCAA3F143648}"/>
              </a:ext>
            </a:extLst>
          </p:cNvPr>
          <p:cNvSpPr txBox="1"/>
          <p:nvPr/>
        </p:nvSpPr>
        <p:spPr>
          <a:xfrm>
            <a:off x="3877010" y="3306115"/>
            <a:ext cx="688835" cy="369332"/>
          </a:xfrm>
          <a:prstGeom prst="rect">
            <a:avLst/>
          </a:prstGeom>
          <a:noFill/>
        </p:spPr>
        <p:txBody>
          <a:bodyPr wrap="square" rtlCol="0">
            <a:spAutoFit/>
          </a:bodyPr>
          <a:lstStyle/>
          <a:p>
            <a:pPr algn="ctr"/>
            <a:r>
              <a:rPr lang="zh-CN" altLang="en-US" b="1" dirty="0">
                <a:solidFill>
                  <a:schemeClr val="accent1">
                    <a:lumMod val="75000"/>
                  </a:schemeClr>
                </a:solidFill>
              </a:rPr>
              <a:t>丢弃</a:t>
            </a:r>
          </a:p>
        </p:txBody>
      </p:sp>
      <p:sp>
        <p:nvSpPr>
          <p:cNvPr id="104" name="文本框 103">
            <a:extLst>
              <a:ext uri="{FF2B5EF4-FFF2-40B4-BE49-F238E27FC236}">
                <a16:creationId xmlns:a16="http://schemas.microsoft.com/office/drawing/2014/main" id="{D35E347B-D8E4-4E19-8580-0DED426D3B87}"/>
              </a:ext>
            </a:extLst>
          </p:cNvPr>
          <p:cNvSpPr txBox="1"/>
          <p:nvPr/>
        </p:nvSpPr>
        <p:spPr>
          <a:xfrm>
            <a:off x="3877010" y="5214140"/>
            <a:ext cx="688835" cy="369332"/>
          </a:xfrm>
          <a:prstGeom prst="rect">
            <a:avLst/>
          </a:prstGeom>
          <a:noFill/>
        </p:spPr>
        <p:txBody>
          <a:bodyPr wrap="square" rtlCol="0">
            <a:spAutoFit/>
          </a:bodyPr>
          <a:lstStyle/>
          <a:p>
            <a:pPr algn="ctr"/>
            <a:r>
              <a:rPr lang="zh-CN" altLang="en-US" b="1" dirty="0">
                <a:solidFill>
                  <a:schemeClr val="accent1">
                    <a:lumMod val="75000"/>
                  </a:schemeClr>
                </a:solidFill>
              </a:rPr>
              <a:t>丢弃</a:t>
            </a:r>
          </a:p>
        </p:txBody>
      </p:sp>
      <p:sp>
        <p:nvSpPr>
          <p:cNvPr id="72" name="iconfont-11673-5560710">
            <a:extLst>
              <a:ext uri="{FF2B5EF4-FFF2-40B4-BE49-F238E27FC236}">
                <a16:creationId xmlns:a16="http://schemas.microsoft.com/office/drawing/2014/main" id="{FF6FE233-33D3-4B02-BB2D-AC4F303213E4}"/>
              </a:ext>
            </a:extLst>
          </p:cNvPr>
          <p:cNvSpPr/>
          <p:nvPr/>
        </p:nvSpPr>
        <p:spPr>
          <a:xfrm>
            <a:off x="5812619" y="2041413"/>
            <a:ext cx="400111" cy="400111"/>
          </a:xfrm>
          <a:custGeom>
            <a:avLst/>
            <a:gdLst>
              <a:gd name="connsiteX0" fmla="*/ 409852 w 609586"/>
              <a:gd name="connsiteY0" fmla="*/ 390766 h 609586"/>
              <a:gd name="connsiteX1" fmla="*/ 396374 w 609586"/>
              <a:gd name="connsiteY1" fmla="*/ 396374 h 609586"/>
              <a:gd name="connsiteX2" fmla="*/ 396374 w 609586"/>
              <a:gd name="connsiteY2" fmla="*/ 423329 h 609586"/>
              <a:gd name="connsiteX3" fmla="*/ 558009 w 609586"/>
              <a:gd name="connsiteY3" fmla="*/ 584964 h 609586"/>
              <a:gd name="connsiteX4" fmla="*/ 584964 w 609586"/>
              <a:gd name="connsiteY4" fmla="*/ 584964 h 609586"/>
              <a:gd name="connsiteX5" fmla="*/ 590536 w 609586"/>
              <a:gd name="connsiteY5" fmla="*/ 571487 h 609586"/>
              <a:gd name="connsiteX6" fmla="*/ 584964 w 609586"/>
              <a:gd name="connsiteY6" fmla="*/ 558009 h 609586"/>
              <a:gd name="connsiteX7" fmla="*/ 423329 w 609586"/>
              <a:gd name="connsiteY7" fmla="*/ 396374 h 609586"/>
              <a:gd name="connsiteX8" fmla="*/ 409852 w 609586"/>
              <a:gd name="connsiteY8" fmla="*/ 390766 h 609586"/>
              <a:gd name="connsiteX9" fmla="*/ 199987 w 609586"/>
              <a:gd name="connsiteY9" fmla="*/ 76185 h 609586"/>
              <a:gd name="connsiteX10" fmla="*/ 76185 w 609586"/>
              <a:gd name="connsiteY10" fmla="*/ 199988 h 609586"/>
              <a:gd name="connsiteX11" fmla="*/ 199987 w 609586"/>
              <a:gd name="connsiteY11" fmla="*/ 323790 h 609586"/>
              <a:gd name="connsiteX12" fmla="*/ 323790 w 609586"/>
              <a:gd name="connsiteY12" fmla="*/ 199988 h 609586"/>
              <a:gd name="connsiteX13" fmla="*/ 199987 w 609586"/>
              <a:gd name="connsiteY13" fmla="*/ 76185 h 609586"/>
              <a:gd name="connsiteX14" fmla="*/ 199987 w 609586"/>
              <a:gd name="connsiteY14" fmla="*/ 57139 h 609586"/>
              <a:gd name="connsiteX15" fmla="*/ 342836 w 609586"/>
              <a:gd name="connsiteY15" fmla="*/ 199988 h 609586"/>
              <a:gd name="connsiteX16" fmla="*/ 199987 w 609586"/>
              <a:gd name="connsiteY16" fmla="*/ 342836 h 609586"/>
              <a:gd name="connsiteX17" fmla="*/ 57139 w 609586"/>
              <a:gd name="connsiteY17" fmla="*/ 199988 h 609586"/>
              <a:gd name="connsiteX18" fmla="*/ 199987 w 609586"/>
              <a:gd name="connsiteY18" fmla="*/ 57139 h 609586"/>
              <a:gd name="connsiteX19" fmla="*/ 200020 w 609586"/>
              <a:gd name="connsiteY19" fmla="*/ 19050 h 609586"/>
              <a:gd name="connsiteX20" fmla="*/ 19050 w 609586"/>
              <a:gd name="connsiteY20" fmla="*/ 200020 h 609586"/>
              <a:gd name="connsiteX21" fmla="*/ 200020 w 609586"/>
              <a:gd name="connsiteY21" fmla="*/ 380991 h 609586"/>
              <a:gd name="connsiteX22" fmla="*/ 380991 w 609586"/>
              <a:gd name="connsiteY22" fmla="*/ 200020 h 609586"/>
              <a:gd name="connsiteX23" fmla="*/ 200020 w 609586"/>
              <a:gd name="connsiteY23" fmla="*/ 19050 h 609586"/>
              <a:gd name="connsiteX24" fmla="*/ 200020 w 609586"/>
              <a:gd name="connsiteY24" fmla="*/ 0 h 609586"/>
              <a:gd name="connsiteX25" fmla="*/ 400041 w 609586"/>
              <a:gd name="connsiteY25" fmla="*/ 200020 h 609586"/>
              <a:gd name="connsiteX26" fmla="*/ 347464 w 609586"/>
              <a:gd name="connsiteY26" fmla="*/ 334701 h 609586"/>
              <a:gd name="connsiteX27" fmla="*/ 349655 w 609586"/>
              <a:gd name="connsiteY27" fmla="*/ 336177 h 609586"/>
              <a:gd name="connsiteX28" fmla="*/ 390707 w 609586"/>
              <a:gd name="connsiteY28" fmla="*/ 377229 h 609586"/>
              <a:gd name="connsiteX29" fmla="*/ 436806 w 609586"/>
              <a:gd name="connsiteY29" fmla="*/ 382896 h 609586"/>
              <a:gd name="connsiteX30" fmla="*/ 598442 w 609586"/>
              <a:gd name="connsiteY30" fmla="*/ 544532 h 609586"/>
              <a:gd name="connsiteX31" fmla="*/ 609586 w 609586"/>
              <a:gd name="connsiteY31" fmla="*/ 571487 h 609586"/>
              <a:gd name="connsiteX32" fmla="*/ 598442 w 609586"/>
              <a:gd name="connsiteY32" fmla="*/ 598442 h 609586"/>
              <a:gd name="connsiteX33" fmla="*/ 571487 w 609586"/>
              <a:gd name="connsiteY33" fmla="*/ 609586 h 609586"/>
              <a:gd name="connsiteX34" fmla="*/ 544579 w 609586"/>
              <a:gd name="connsiteY34" fmla="*/ 598442 h 609586"/>
              <a:gd name="connsiteX35" fmla="*/ 382944 w 609586"/>
              <a:gd name="connsiteY35" fmla="*/ 436806 h 609586"/>
              <a:gd name="connsiteX36" fmla="*/ 377134 w 609586"/>
              <a:gd name="connsiteY36" fmla="*/ 390611 h 609586"/>
              <a:gd name="connsiteX37" fmla="*/ 336177 w 609586"/>
              <a:gd name="connsiteY37" fmla="*/ 349655 h 609586"/>
              <a:gd name="connsiteX38" fmla="*/ 334701 w 609586"/>
              <a:gd name="connsiteY38" fmla="*/ 347464 h 609586"/>
              <a:gd name="connsiteX39" fmla="*/ 200020 w 609586"/>
              <a:gd name="connsiteY39" fmla="*/ 400041 h 609586"/>
              <a:gd name="connsiteX40" fmla="*/ 0 w 609586"/>
              <a:gd name="connsiteY40" fmla="*/ 200020 h 609586"/>
              <a:gd name="connsiteX41" fmla="*/ 200020 w 609586"/>
              <a:gd name="connsiteY41" fmla="*/ 0 h 60958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Lst>
            <a:rect l="l" t="t" r="r" b="b"/>
            <a:pathLst>
              <a:path w="609586" h="609586">
                <a:moveTo>
                  <a:pt x="409852" y="390766"/>
                </a:moveTo>
                <a:cubicBezTo>
                  <a:pt x="404970" y="390766"/>
                  <a:pt x="400089" y="392635"/>
                  <a:pt x="396374" y="396374"/>
                </a:cubicBezTo>
                <a:cubicBezTo>
                  <a:pt x="388897" y="403803"/>
                  <a:pt x="388897" y="415900"/>
                  <a:pt x="396374" y="423329"/>
                </a:cubicBezTo>
                <a:lnTo>
                  <a:pt x="558009" y="584964"/>
                </a:lnTo>
                <a:cubicBezTo>
                  <a:pt x="565581" y="592156"/>
                  <a:pt x="577392" y="592156"/>
                  <a:pt x="584964" y="584964"/>
                </a:cubicBezTo>
                <a:cubicBezTo>
                  <a:pt x="588536" y="581345"/>
                  <a:pt x="590536" y="576583"/>
                  <a:pt x="590536" y="571487"/>
                </a:cubicBezTo>
                <a:cubicBezTo>
                  <a:pt x="590536" y="566391"/>
                  <a:pt x="588536" y="561629"/>
                  <a:pt x="584964" y="558009"/>
                </a:cubicBezTo>
                <a:lnTo>
                  <a:pt x="423329" y="396374"/>
                </a:lnTo>
                <a:cubicBezTo>
                  <a:pt x="419614" y="392635"/>
                  <a:pt x="414733" y="390766"/>
                  <a:pt x="409852" y="390766"/>
                </a:cubicBezTo>
                <a:close/>
                <a:moveTo>
                  <a:pt x="199987" y="76185"/>
                </a:moveTo>
                <a:cubicBezTo>
                  <a:pt x="131706" y="76185"/>
                  <a:pt x="76185" y="131706"/>
                  <a:pt x="76185" y="199988"/>
                </a:cubicBezTo>
                <a:cubicBezTo>
                  <a:pt x="76185" y="268269"/>
                  <a:pt x="131706" y="323790"/>
                  <a:pt x="199987" y="323790"/>
                </a:cubicBezTo>
                <a:cubicBezTo>
                  <a:pt x="268269" y="323790"/>
                  <a:pt x="323790" y="268269"/>
                  <a:pt x="323790" y="199988"/>
                </a:cubicBezTo>
                <a:cubicBezTo>
                  <a:pt x="323790" y="131706"/>
                  <a:pt x="268269" y="76185"/>
                  <a:pt x="199987" y="76185"/>
                </a:cubicBezTo>
                <a:close/>
                <a:moveTo>
                  <a:pt x="199987" y="57139"/>
                </a:moveTo>
                <a:cubicBezTo>
                  <a:pt x="278745" y="57139"/>
                  <a:pt x="342836" y="121230"/>
                  <a:pt x="342836" y="199988"/>
                </a:cubicBezTo>
                <a:cubicBezTo>
                  <a:pt x="342836" y="278745"/>
                  <a:pt x="278745" y="342836"/>
                  <a:pt x="199987" y="342836"/>
                </a:cubicBezTo>
                <a:cubicBezTo>
                  <a:pt x="121230" y="342836"/>
                  <a:pt x="57139" y="278745"/>
                  <a:pt x="57139" y="199988"/>
                </a:cubicBezTo>
                <a:cubicBezTo>
                  <a:pt x="57139" y="121230"/>
                  <a:pt x="121230" y="57139"/>
                  <a:pt x="199987" y="57139"/>
                </a:cubicBezTo>
                <a:close/>
                <a:moveTo>
                  <a:pt x="200020" y="19050"/>
                </a:moveTo>
                <a:cubicBezTo>
                  <a:pt x="100248" y="19050"/>
                  <a:pt x="19050" y="100248"/>
                  <a:pt x="19050" y="200020"/>
                </a:cubicBezTo>
                <a:cubicBezTo>
                  <a:pt x="19050" y="299793"/>
                  <a:pt x="100248" y="380991"/>
                  <a:pt x="200020" y="380991"/>
                </a:cubicBezTo>
                <a:cubicBezTo>
                  <a:pt x="299793" y="380991"/>
                  <a:pt x="380991" y="299793"/>
                  <a:pt x="380991" y="200020"/>
                </a:cubicBezTo>
                <a:cubicBezTo>
                  <a:pt x="380991" y="100248"/>
                  <a:pt x="299793" y="19050"/>
                  <a:pt x="200020" y="19050"/>
                </a:cubicBezTo>
                <a:close/>
                <a:moveTo>
                  <a:pt x="200020" y="0"/>
                </a:moveTo>
                <a:cubicBezTo>
                  <a:pt x="310317" y="0"/>
                  <a:pt x="400041" y="89723"/>
                  <a:pt x="400041" y="200020"/>
                </a:cubicBezTo>
                <a:cubicBezTo>
                  <a:pt x="400041" y="249930"/>
                  <a:pt x="381277" y="297983"/>
                  <a:pt x="347464" y="334701"/>
                </a:cubicBezTo>
                <a:cubicBezTo>
                  <a:pt x="348226" y="335129"/>
                  <a:pt x="348988" y="335510"/>
                  <a:pt x="349655" y="336177"/>
                </a:cubicBezTo>
                <a:lnTo>
                  <a:pt x="390707" y="377229"/>
                </a:lnTo>
                <a:cubicBezTo>
                  <a:pt x="405184" y="369038"/>
                  <a:pt x="424710" y="370847"/>
                  <a:pt x="436806" y="382896"/>
                </a:cubicBezTo>
                <a:lnTo>
                  <a:pt x="598442" y="544532"/>
                </a:lnTo>
                <a:cubicBezTo>
                  <a:pt x="605633" y="551771"/>
                  <a:pt x="609586" y="561295"/>
                  <a:pt x="609586" y="571487"/>
                </a:cubicBezTo>
                <a:cubicBezTo>
                  <a:pt x="609586" y="581678"/>
                  <a:pt x="605633" y="591203"/>
                  <a:pt x="598442" y="598442"/>
                </a:cubicBezTo>
                <a:cubicBezTo>
                  <a:pt x="591203" y="605633"/>
                  <a:pt x="581678" y="609586"/>
                  <a:pt x="571487" y="609586"/>
                </a:cubicBezTo>
                <a:cubicBezTo>
                  <a:pt x="561295" y="609586"/>
                  <a:pt x="551771" y="605633"/>
                  <a:pt x="544579" y="598442"/>
                </a:cubicBezTo>
                <a:lnTo>
                  <a:pt x="382944" y="436806"/>
                </a:lnTo>
                <a:cubicBezTo>
                  <a:pt x="370562" y="424615"/>
                  <a:pt x="368180" y="405518"/>
                  <a:pt x="377134" y="390611"/>
                </a:cubicBezTo>
                <a:lnTo>
                  <a:pt x="336177" y="349655"/>
                </a:lnTo>
                <a:cubicBezTo>
                  <a:pt x="335510" y="348988"/>
                  <a:pt x="335129" y="348226"/>
                  <a:pt x="334701" y="347464"/>
                </a:cubicBezTo>
                <a:cubicBezTo>
                  <a:pt x="299126" y="379991"/>
                  <a:pt x="251930" y="400041"/>
                  <a:pt x="200020" y="400041"/>
                </a:cubicBezTo>
                <a:cubicBezTo>
                  <a:pt x="89723" y="400041"/>
                  <a:pt x="0" y="310317"/>
                  <a:pt x="0" y="200020"/>
                </a:cubicBezTo>
                <a:cubicBezTo>
                  <a:pt x="0" y="89723"/>
                  <a:pt x="89723" y="0"/>
                  <a:pt x="200020" y="0"/>
                </a:cubicBezTo>
                <a:close/>
              </a:path>
            </a:pathLst>
          </a:cu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9" name="iconfont-10043-4933455">
            <a:extLst>
              <a:ext uri="{FF2B5EF4-FFF2-40B4-BE49-F238E27FC236}">
                <a16:creationId xmlns:a16="http://schemas.microsoft.com/office/drawing/2014/main" id="{6B464D4A-BAD2-4A9B-B938-BB2416360C1F}"/>
              </a:ext>
            </a:extLst>
          </p:cNvPr>
          <p:cNvSpPr/>
          <p:nvPr/>
        </p:nvSpPr>
        <p:spPr>
          <a:xfrm>
            <a:off x="5412853" y="2960588"/>
            <a:ext cx="246831" cy="246831"/>
          </a:xfrm>
          <a:custGeom>
            <a:avLst/>
            <a:gdLst>
              <a:gd name="T0" fmla="*/ 9765 w 10164"/>
              <a:gd name="T1" fmla="*/ 3104 h 10164"/>
              <a:gd name="T2" fmla="*/ 8675 w 10164"/>
              <a:gd name="T3" fmla="*/ 1488 h 10164"/>
              <a:gd name="T4" fmla="*/ 7060 w 10164"/>
              <a:gd name="T5" fmla="*/ 399 h 10164"/>
              <a:gd name="T6" fmla="*/ 5082 w 10164"/>
              <a:gd name="T7" fmla="*/ 0 h 10164"/>
              <a:gd name="T8" fmla="*/ 3103 w 10164"/>
              <a:gd name="T9" fmla="*/ 399 h 10164"/>
              <a:gd name="T10" fmla="*/ 1488 w 10164"/>
              <a:gd name="T11" fmla="*/ 1488 h 10164"/>
              <a:gd name="T12" fmla="*/ 398 w 10164"/>
              <a:gd name="T13" fmla="*/ 3104 h 10164"/>
              <a:gd name="T14" fmla="*/ 0 w 10164"/>
              <a:gd name="T15" fmla="*/ 5082 h 10164"/>
              <a:gd name="T16" fmla="*/ 398 w 10164"/>
              <a:gd name="T17" fmla="*/ 7060 h 10164"/>
              <a:gd name="T18" fmla="*/ 1488 w 10164"/>
              <a:gd name="T19" fmla="*/ 8676 h 10164"/>
              <a:gd name="T20" fmla="*/ 3103 w 10164"/>
              <a:gd name="T21" fmla="*/ 9765 h 10164"/>
              <a:gd name="T22" fmla="*/ 5082 w 10164"/>
              <a:gd name="T23" fmla="*/ 10164 h 10164"/>
              <a:gd name="T24" fmla="*/ 7060 w 10164"/>
              <a:gd name="T25" fmla="*/ 9765 h 10164"/>
              <a:gd name="T26" fmla="*/ 8675 w 10164"/>
              <a:gd name="T27" fmla="*/ 8676 h 10164"/>
              <a:gd name="T28" fmla="*/ 9765 w 10164"/>
              <a:gd name="T29" fmla="*/ 7060 h 10164"/>
              <a:gd name="T30" fmla="*/ 10164 w 10164"/>
              <a:gd name="T31" fmla="*/ 5082 h 10164"/>
              <a:gd name="T32" fmla="*/ 9765 w 10164"/>
              <a:gd name="T33" fmla="*/ 3104 h 10164"/>
              <a:gd name="T34" fmla="*/ 7929 w 10164"/>
              <a:gd name="T35" fmla="*/ 3706 h 10164"/>
              <a:gd name="T36" fmla="*/ 4426 w 10164"/>
              <a:gd name="T37" fmla="*/ 7209 h 10164"/>
              <a:gd name="T38" fmla="*/ 3912 w 10164"/>
              <a:gd name="T39" fmla="*/ 7209 h 10164"/>
              <a:gd name="T40" fmla="*/ 2122 w 10164"/>
              <a:gd name="T41" fmla="*/ 5419 h 10164"/>
              <a:gd name="T42" fmla="*/ 2122 w 10164"/>
              <a:gd name="T43" fmla="*/ 4904 h 10164"/>
              <a:gd name="T44" fmla="*/ 2636 w 10164"/>
              <a:gd name="T45" fmla="*/ 4904 h 10164"/>
              <a:gd name="T46" fmla="*/ 4168 w 10164"/>
              <a:gd name="T47" fmla="*/ 6437 h 10164"/>
              <a:gd name="T48" fmla="*/ 7413 w 10164"/>
              <a:gd name="T49" fmla="*/ 3192 h 10164"/>
              <a:gd name="T50" fmla="*/ 7928 w 10164"/>
              <a:gd name="T51" fmla="*/ 3192 h 10164"/>
              <a:gd name="T52" fmla="*/ 7929 w 10164"/>
              <a:gd name="T53" fmla="*/ 3706 h 1016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10164" h="10164">
                <a:moveTo>
                  <a:pt x="9765" y="3104"/>
                </a:moveTo>
                <a:cubicBezTo>
                  <a:pt x="9508" y="2499"/>
                  <a:pt x="9143" y="1955"/>
                  <a:pt x="8675" y="1488"/>
                </a:cubicBezTo>
                <a:cubicBezTo>
                  <a:pt x="8208" y="1021"/>
                  <a:pt x="7665" y="655"/>
                  <a:pt x="7060" y="399"/>
                </a:cubicBezTo>
                <a:cubicBezTo>
                  <a:pt x="6433" y="133"/>
                  <a:pt x="5767" y="0"/>
                  <a:pt x="5082" y="0"/>
                </a:cubicBezTo>
                <a:cubicBezTo>
                  <a:pt x="4396" y="0"/>
                  <a:pt x="3730" y="135"/>
                  <a:pt x="3103" y="399"/>
                </a:cubicBezTo>
                <a:cubicBezTo>
                  <a:pt x="2498" y="655"/>
                  <a:pt x="1955" y="1021"/>
                  <a:pt x="1488" y="1488"/>
                </a:cubicBezTo>
                <a:cubicBezTo>
                  <a:pt x="1020" y="1955"/>
                  <a:pt x="655" y="2499"/>
                  <a:pt x="398" y="3104"/>
                </a:cubicBezTo>
                <a:cubicBezTo>
                  <a:pt x="133" y="3730"/>
                  <a:pt x="0" y="4396"/>
                  <a:pt x="0" y="5082"/>
                </a:cubicBezTo>
                <a:cubicBezTo>
                  <a:pt x="0" y="5768"/>
                  <a:pt x="135" y="6434"/>
                  <a:pt x="398" y="7060"/>
                </a:cubicBezTo>
                <a:cubicBezTo>
                  <a:pt x="655" y="7666"/>
                  <a:pt x="1020" y="8209"/>
                  <a:pt x="1488" y="8676"/>
                </a:cubicBezTo>
                <a:cubicBezTo>
                  <a:pt x="1955" y="9143"/>
                  <a:pt x="2498" y="9509"/>
                  <a:pt x="3103" y="9765"/>
                </a:cubicBezTo>
                <a:cubicBezTo>
                  <a:pt x="3730" y="10031"/>
                  <a:pt x="4396" y="10164"/>
                  <a:pt x="5082" y="10164"/>
                </a:cubicBezTo>
                <a:cubicBezTo>
                  <a:pt x="5767" y="10164"/>
                  <a:pt x="6433" y="10029"/>
                  <a:pt x="7060" y="9765"/>
                </a:cubicBezTo>
                <a:cubicBezTo>
                  <a:pt x="7665" y="9509"/>
                  <a:pt x="8208" y="9143"/>
                  <a:pt x="8675" y="8676"/>
                </a:cubicBezTo>
                <a:cubicBezTo>
                  <a:pt x="9143" y="8209"/>
                  <a:pt x="9508" y="7666"/>
                  <a:pt x="9765" y="7060"/>
                </a:cubicBezTo>
                <a:cubicBezTo>
                  <a:pt x="10030" y="6434"/>
                  <a:pt x="10164" y="5768"/>
                  <a:pt x="10164" y="5082"/>
                </a:cubicBezTo>
                <a:cubicBezTo>
                  <a:pt x="10164" y="4396"/>
                  <a:pt x="10029" y="3730"/>
                  <a:pt x="9765" y="3104"/>
                </a:cubicBezTo>
                <a:close/>
                <a:moveTo>
                  <a:pt x="7929" y="3706"/>
                </a:moveTo>
                <a:lnTo>
                  <a:pt x="4426" y="7209"/>
                </a:lnTo>
                <a:cubicBezTo>
                  <a:pt x="4285" y="7350"/>
                  <a:pt x="4053" y="7350"/>
                  <a:pt x="3912" y="7209"/>
                </a:cubicBezTo>
                <a:lnTo>
                  <a:pt x="2122" y="5419"/>
                </a:lnTo>
                <a:cubicBezTo>
                  <a:pt x="1981" y="5278"/>
                  <a:pt x="1981" y="5046"/>
                  <a:pt x="2122" y="4904"/>
                </a:cubicBezTo>
                <a:cubicBezTo>
                  <a:pt x="2263" y="4763"/>
                  <a:pt x="2495" y="4763"/>
                  <a:pt x="2636" y="4904"/>
                </a:cubicBezTo>
                <a:lnTo>
                  <a:pt x="4168" y="6437"/>
                </a:lnTo>
                <a:lnTo>
                  <a:pt x="7413" y="3192"/>
                </a:lnTo>
                <a:cubicBezTo>
                  <a:pt x="7554" y="3051"/>
                  <a:pt x="7786" y="3051"/>
                  <a:pt x="7928" y="3192"/>
                </a:cubicBezTo>
                <a:cubicBezTo>
                  <a:pt x="8070" y="3333"/>
                  <a:pt x="8070" y="3563"/>
                  <a:pt x="7929" y="3706"/>
                </a:cubicBezTo>
                <a:close/>
              </a:path>
            </a:pathLst>
          </a:custGeom>
          <a:solidFill>
            <a:schemeClr val="accent4"/>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5" name="矩形 4">
            <a:extLst>
              <a:ext uri="{FF2B5EF4-FFF2-40B4-BE49-F238E27FC236}">
                <a16:creationId xmlns:a16="http://schemas.microsoft.com/office/drawing/2014/main" id="{D1C2AB19-0F8D-4DE4-9668-493555FD93D6}"/>
              </a:ext>
            </a:extLst>
          </p:cNvPr>
          <p:cNvSpPr/>
          <p:nvPr/>
        </p:nvSpPr>
        <p:spPr>
          <a:xfrm>
            <a:off x="6182623" y="2960588"/>
            <a:ext cx="520997" cy="246831"/>
          </a:xfrm>
          <a:prstGeom prst="rect">
            <a:avLst/>
          </a:prstGeom>
          <a:solidFill>
            <a:schemeClr val="accent4">
              <a:alpha val="74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80" name="文本框 79">
            <a:extLst>
              <a:ext uri="{FF2B5EF4-FFF2-40B4-BE49-F238E27FC236}">
                <a16:creationId xmlns:a16="http://schemas.microsoft.com/office/drawing/2014/main" id="{3443AB67-D79A-4143-A6E6-BB62CCEC7104}"/>
              </a:ext>
            </a:extLst>
          </p:cNvPr>
          <p:cNvSpPr txBox="1"/>
          <p:nvPr/>
        </p:nvSpPr>
        <p:spPr>
          <a:xfrm>
            <a:off x="8086386" y="3234470"/>
            <a:ext cx="688835" cy="369332"/>
          </a:xfrm>
          <a:prstGeom prst="rect">
            <a:avLst/>
          </a:prstGeom>
          <a:noFill/>
        </p:spPr>
        <p:txBody>
          <a:bodyPr wrap="square" rtlCol="0">
            <a:spAutoFit/>
          </a:bodyPr>
          <a:lstStyle/>
          <a:p>
            <a:pPr algn="ctr"/>
            <a:r>
              <a:rPr lang="zh-CN" altLang="en-US" b="1" dirty="0">
                <a:solidFill>
                  <a:schemeClr val="accent4"/>
                </a:solidFill>
              </a:rPr>
              <a:t>接受</a:t>
            </a:r>
          </a:p>
        </p:txBody>
      </p:sp>
      <p:sp>
        <p:nvSpPr>
          <p:cNvPr id="82" name="文本框 81">
            <a:extLst>
              <a:ext uri="{FF2B5EF4-FFF2-40B4-BE49-F238E27FC236}">
                <a16:creationId xmlns:a16="http://schemas.microsoft.com/office/drawing/2014/main" id="{02BBFCC3-C1C7-4BB6-A1A9-F72557E71C22}"/>
              </a:ext>
            </a:extLst>
          </p:cNvPr>
          <p:cNvSpPr txBox="1"/>
          <p:nvPr/>
        </p:nvSpPr>
        <p:spPr>
          <a:xfrm>
            <a:off x="8600599" y="4550196"/>
            <a:ext cx="688835" cy="369332"/>
          </a:xfrm>
          <a:prstGeom prst="rect">
            <a:avLst/>
          </a:prstGeom>
          <a:noFill/>
        </p:spPr>
        <p:txBody>
          <a:bodyPr wrap="square" rtlCol="0">
            <a:spAutoFit/>
          </a:bodyPr>
          <a:lstStyle/>
          <a:p>
            <a:pPr algn="ctr"/>
            <a:r>
              <a:rPr lang="zh-CN" altLang="en-US" b="1" dirty="0">
                <a:solidFill>
                  <a:schemeClr val="accent1">
                    <a:lumMod val="75000"/>
                  </a:schemeClr>
                </a:solidFill>
              </a:rPr>
              <a:t>丢弃</a:t>
            </a:r>
          </a:p>
        </p:txBody>
      </p:sp>
      <p:sp>
        <p:nvSpPr>
          <p:cNvPr id="83" name="文本框 82">
            <a:extLst>
              <a:ext uri="{FF2B5EF4-FFF2-40B4-BE49-F238E27FC236}">
                <a16:creationId xmlns:a16="http://schemas.microsoft.com/office/drawing/2014/main" id="{34578B70-3960-4ECD-8425-50056A9FCB09}"/>
              </a:ext>
            </a:extLst>
          </p:cNvPr>
          <p:cNvSpPr txBox="1"/>
          <p:nvPr/>
        </p:nvSpPr>
        <p:spPr>
          <a:xfrm>
            <a:off x="7910605" y="5583471"/>
            <a:ext cx="688835" cy="369332"/>
          </a:xfrm>
          <a:prstGeom prst="rect">
            <a:avLst/>
          </a:prstGeom>
          <a:noFill/>
        </p:spPr>
        <p:txBody>
          <a:bodyPr wrap="square" rtlCol="0">
            <a:spAutoFit/>
          </a:bodyPr>
          <a:lstStyle/>
          <a:p>
            <a:pPr algn="ctr"/>
            <a:r>
              <a:rPr lang="zh-CN" altLang="en-US" b="1" dirty="0">
                <a:solidFill>
                  <a:schemeClr val="accent1">
                    <a:lumMod val="75000"/>
                  </a:schemeClr>
                </a:solidFill>
              </a:rPr>
              <a:t>丢弃</a:t>
            </a:r>
          </a:p>
        </p:txBody>
      </p:sp>
    </p:spTree>
    <p:custDataLst>
      <p:tags r:id="rId1"/>
    </p:custDataLst>
    <p:extLst>
      <p:ext uri="{BB962C8B-B14F-4D97-AF65-F5344CB8AC3E}">
        <p14:creationId xmlns:p14="http://schemas.microsoft.com/office/powerpoint/2010/main" val="739272144"/>
      </p:ext>
    </p:extLst>
  </p:cSld>
  <p:clrMapOvr>
    <a:masterClrMapping/>
  </p:clrMapOvr>
  <mc:AlternateContent xmlns:mc="http://schemas.openxmlformats.org/markup-compatibility/2006" xmlns:p14="http://schemas.microsoft.com/office/powerpoint/2010/main">
    <mc:Choice Requires="p14">
      <p:transition p14:dur="10"/>
    </mc:Choice>
    <mc:Fallback xmlns="">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 presetClass="entr" presetSubtype="0" fill="hold" grpId="0" nodeType="withEffect">
                                  <p:stCondLst>
                                    <p:cond delay="0"/>
                                  </p:stCondLst>
                                  <p:childTnLst>
                                    <p:set>
                                      <p:cBhvr>
                                        <p:cTn id="6" dur="1" fill="hold">
                                          <p:stCondLst>
                                            <p:cond delay="0"/>
                                          </p:stCondLst>
                                        </p:cTn>
                                        <p:tgtEl>
                                          <p:spTgt spid="72"/>
                                        </p:tgtEl>
                                        <p:attrNameLst>
                                          <p:attrName>style.visibility</p:attrName>
                                        </p:attrNameLst>
                                      </p:cBhvr>
                                      <p:to>
                                        <p:strVal val="visible"/>
                                      </p:to>
                                    </p:set>
                                  </p:childTnLst>
                                </p:cTn>
                              </p:par>
                            </p:childTnLst>
                          </p:cTn>
                        </p:par>
                        <p:par>
                          <p:cTn id="7" fill="hold">
                            <p:stCondLst>
                              <p:cond delay="0"/>
                            </p:stCondLst>
                            <p:childTnLst>
                              <p:par>
                                <p:cTn id="8" presetID="42" presetClass="path" presetSubtype="0" accel="50000" decel="50000" fill="hold" grpId="1" nodeType="afterEffect">
                                  <p:stCondLst>
                                    <p:cond delay="0"/>
                                  </p:stCondLst>
                                  <p:childTnLst>
                                    <p:animMotion origin="layout" path="M 1.04167E-6 -1.85185E-6 L 1.04167E-6 0.13565 " pathEditMode="relative" rAng="0" ptsTypes="AA">
                                      <p:cBhvr>
                                        <p:cTn id="9" dur="1000" fill="hold"/>
                                        <p:tgtEl>
                                          <p:spTgt spid="72"/>
                                        </p:tgtEl>
                                        <p:attrNameLst>
                                          <p:attrName>ppt_x</p:attrName>
                                          <p:attrName>ppt_y</p:attrName>
                                        </p:attrNameLst>
                                      </p:cBhvr>
                                      <p:rCtr x="0" y="6782"/>
                                    </p:animMotion>
                                  </p:childTnLst>
                                </p:cTn>
                              </p:par>
                            </p:childTnLst>
                          </p:cTn>
                        </p:par>
                        <p:par>
                          <p:cTn id="10" fill="hold">
                            <p:stCondLst>
                              <p:cond delay="1000"/>
                            </p:stCondLst>
                            <p:childTnLst>
                              <p:par>
                                <p:cTn id="11" presetID="53" presetClass="entr" presetSubtype="16" fill="hold" grpId="0" nodeType="afterEffect">
                                  <p:stCondLst>
                                    <p:cond delay="0"/>
                                  </p:stCondLst>
                                  <p:childTnLst>
                                    <p:set>
                                      <p:cBhvr>
                                        <p:cTn id="12" dur="1" fill="hold">
                                          <p:stCondLst>
                                            <p:cond delay="0"/>
                                          </p:stCondLst>
                                        </p:cTn>
                                        <p:tgtEl>
                                          <p:spTgt spid="79"/>
                                        </p:tgtEl>
                                        <p:attrNameLst>
                                          <p:attrName>style.visibility</p:attrName>
                                        </p:attrNameLst>
                                      </p:cBhvr>
                                      <p:to>
                                        <p:strVal val="visible"/>
                                      </p:to>
                                    </p:set>
                                    <p:anim calcmode="lin" valueType="num">
                                      <p:cBhvr>
                                        <p:cTn id="13" dur="500" fill="hold"/>
                                        <p:tgtEl>
                                          <p:spTgt spid="79"/>
                                        </p:tgtEl>
                                        <p:attrNameLst>
                                          <p:attrName>ppt_w</p:attrName>
                                        </p:attrNameLst>
                                      </p:cBhvr>
                                      <p:tavLst>
                                        <p:tav tm="0">
                                          <p:val>
                                            <p:fltVal val="0"/>
                                          </p:val>
                                        </p:tav>
                                        <p:tav tm="100000">
                                          <p:val>
                                            <p:strVal val="#ppt_w"/>
                                          </p:val>
                                        </p:tav>
                                      </p:tavLst>
                                    </p:anim>
                                    <p:anim calcmode="lin" valueType="num">
                                      <p:cBhvr>
                                        <p:cTn id="14" dur="500" fill="hold"/>
                                        <p:tgtEl>
                                          <p:spTgt spid="79"/>
                                        </p:tgtEl>
                                        <p:attrNameLst>
                                          <p:attrName>ppt_h</p:attrName>
                                        </p:attrNameLst>
                                      </p:cBhvr>
                                      <p:tavLst>
                                        <p:tav tm="0">
                                          <p:val>
                                            <p:fltVal val="0"/>
                                          </p:val>
                                        </p:tav>
                                        <p:tav tm="100000">
                                          <p:val>
                                            <p:strVal val="#ppt_h"/>
                                          </p:val>
                                        </p:tav>
                                      </p:tavLst>
                                    </p:anim>
                                    <p:animEffect transition="in" filter="fade">
                                      <p:cBhvr>
                                        <p:cTn id="15" dur="500"/>
                                        <p:tgtEl>
                                          <p:spTgt spid="79"/>
                                        </p:tgtEl>
                                      </p:cBhvr>
                                    </p:animEffect>
                                  </p:childTnLst>
                                </p:cTn>
                              </p:par>
                            </p:childTnLst>
                          </p:cTn>
                        </p:par>
                      </p:childTnLst>
                    </p:cTn>
                  </p:par>
                  <p:par>
                    <p:cTn id="16" fill="hold">
                      <p:stCondLst>
                        <p:cond delay="indefinite"/>
                      </p:stCondLst>
                      <p:childTnLst>
                        <p:par>
                          <p:cTn id="17" fill="hold">
                            <p:stCondLst>
                              <p:cond delay="0"/>
                            </p:stCondLst>
                            <p:childTnLst>
                              <p:par>
                                <p:cTn id="18" presetID="53" presetClass="entr" presetSubtype="16" fill="hold" grpId="0" nodeType="clickEffect">
                                  <p:stCondLst>
                                    <p:cond delay="0"/>
                                  </p:stCondLst>
                                  <p:childTnLst>
                                    <p:set>
                                      <p:cBhvr>
                                        <p:cTn id="19" dur="1" fill="hold">
                                          <p:stCondLst>
                                            <p:cond delay="0"/>
                                          </p:stCondLst>
                                        </p:cTn>
                                        <p:tgtEl>
                                          <p:spTgt spid="5"/>
                                        </p:tgtEl>
                                        <p:attrNameLst>
                                          <p:attrName>style.visibility</p:attrName>
                                        </p:attrNameLst>
                                      </p:cBhvr>
                                      <p:to>
                                        <p:strVal val="visible"/>
                                      </p:to>
                                    </p:set>
                                    <p:anim calcmode="lin" valueType="num">
                                      <p:cBhvr>
                                        <p:cTn id="20" dur="500" fill="hold"/>
                                        <p:tgtEl>
                                          <p:spTgt spid="5"/>
                                        </p:tgtEl>
                                        <p:attrNameLst>
                                          <p:attrName>ppt_w</p:attrName>
                                        </p:attrNameLst>
                                      </p:cBhvr>
                                      <p:tavLst>
                                        <p:tav tm="0">
                                          <p:val>
                                            <p:fltVal val="0"/>
                                          </p:val>
                                        </p:tav>
                                        <p:tav tm="100000">
                                          <p:val>
                                            <p:strVal val="#ppt_w"/>
                                          </p:val>
                                        </p:tav>
                                      </p:tavLst>
                                    </p:anim>
                                    <p:anim calcmode="lin" valueType="num">
                                      <p:cBhvr>
                                        <p:cTn id="21" dur="500" fill="hold"/>
                                        <p:tgtEl>
                                          <p:spTgt spid="5"/>
                                        </p:tgtEl>
                                        <p:attrNameLst>
                                          <p:attrName>ppt_h</p:attrName>
                                        </p:attrNameLst>
                                      </p:cBhvr>
                                      <p:tavLst>
                                        <p:tav tm="0">
                                          <p:val>
                                            <p:fltVal val="0"/>
                                          </p:val>
                                        </p:tav>
                                        <p:tav tm="100000">
                                          <p:val>
                                            <p:strVal val="#ppt_h"/>
                                          </p:val>
                                        </p:tav>
                                      </p:tavLst>
                                    </p:anim>
                                    <p:animEffect transition="in" filter="fade">
                                      <p:cBhvr>
                                        <p:cTn id="22" dur="500"/>
                                        <p:tgtEl>
                                          <p:spTgt spid="5"/>
                                        </p:tgtEl>
                                      </p:cBhvr>
                                    </p:animEffect>
                                  </p:childTnLst>
                                </p:cTn>
                              </p:par>
                            </p:childTnLst>
                          </p:cTn>
                        </p:par>
                      </p:childTnLst>
                    </p:cTn>
                  </p:par>
                  <p:par>
                    <p:cTn id="23" fill="hold">
                      <p:stCondLst>
                        <p:cond delay="indefinite"/>
                      </p:stCondLst>
                      <p:childTnLst>
                        <p:par>
                          <p:cTn id="24" fill="hold">
                            <p:stCondLst>
                              <p:cond delay="0"/>
                            </p:stCondLst>
                            <p:childTnLst>
                              <p:par>
                                <p:cTn id="25" presetID="12" presetClass="entr" presetSubtype="8" fill="hold" nodeType="clickEffect">
                                  <p:stCondLst>
                                    <p:cond delay="0"/>
                                  </p:stCondLst>
                                  <p:childTnLst>
                                    <p:set>
                                      <p:cBhvr>
                                        <p:cTn id="26" dur="1" fill="hold">
                                          <p:stCondLst>
                                            <p:cond delay="0"/>
                                          </p:stCondLst>
                                        </p:cTn>
                                        <p:tgtEl>
                                          <p:spTgt spid="92"/>
                                        </p:tgtEl>
                                        <p:attrNameLst>
                                          <p:attrName>style.visibility</p:attrName>
                                        </p:attrNameLst>
                                      </p:cBhvr>
                                      <p:to>
                                        <p:strVal val="visible"/>
                                      </p:to>
                                    </p:set>
                                    <p:anim calcmode="lin" valueType="num">
                                      <p:cBhvr additive="base">
                                        <p:cTn id="27" dur="500"/>
                                        <p:tgtEl>
                                          <p:spTgt spid="92"/>
                                        </p:tgtEl>
                                        <p:attrNameLst>
                                          <p:attrName>ppt_x</p:attrName>
                                        </p:attrNameLst>
                                      </p:cBhvr>
                                      <p:tavLst>
                                        <p:tav tm="0">
                                          <p:val>
                                            <p:strVal val="#ppt_x-#ppt_w*1.125000"/>
                                          </p:val>
                                        </p:tav>
                                        <p:tav tm="100000">
                                          <p:val>
                                            <p:strVal val="#ppt_x"/>
                                          </p:val>
                                        </p:tav>
                                      </p:tavLst>
                                    </p:anim>
                                    <p:animEffect transition="in" filter="wipe(right)">
                                      <p:cBhvr>
                                        <p:cTn id="28" dur="500"/>
                                        <p:tgtEl>
                                          <p:spTgt spid="92"/>
                                        </p:tgtEl>
                                      </p:cBhvr>
                                    </p:animEffect>
                                  </p:childTnLst>
                                </p:cTn>
                              </p:par>
                            </p:childTnLst>
                          </p:cTn>
                        </p:par>
                      </p:childTnLst>
                    </p:cTn>
                  </p:par>
                  <p:par>
                    <p:cTn id="29" fill="hold">
                      <p:stCondLst>
                        <p:cond delay="indefinite"/>
                      </p:stCondLst>
                      <p:childTnLst>
                        <p:par>
                          <p:cTn id="30" fill="hold">
                            <p:stCondLst>
                              <p:cond delay="0"/>
                            </p:stCondLst>
                            <p:childTnLst>
                              <p:par>
                                <p:cTn id="31" presetID="12" presetClass="entr" presetSubtype="4" fill="hold" nodeType="clickEffect">
                                  <p:stCondLst>
                                    <p:cond delay="0"/>
                                  </p:stCondLst>
                                  <p:childTnLst>
                                    <p:set>
                                      <p:cBhvr>
                                        <p:cTn id="32" dur="1" fill="hold">
                                          <p:stCondLst>
                                            <p:cond delay="0"/>
                                          </p:stCondLst>
                                        </p:cTn>
                                        <p:tgtEl>
                                          <p:spTgt spid="98"/>
                                        </p:tgtEl>
                                        <p:attrNameLst>
                                          <p:attrName>style.visibility</p:attrName>
                                        </p:attrNameLst>
                                      </p:cBhvr>
                                      <p:to>
                                        <p:strVal val="visible"/>
                                      </p:to>
                                    </p:set>
                                    <p:anim calcmode="lin" valueType="num">
                                      <p:cBhvr additive="base">
                                        <p:cTn id="33" dur="500"/>
                                        <p:tgtEl>
                                          <p:spTgt spid="98"/>
                                        </p:tgtEl>
                                        <p:attrNameLst>
                                          <p:attrName>ppt_y</p:attrName>
                                        </p:attrNameLst>
                                      </p:cBhvr>
                                      <p:tavLst>
                                        <p:tav tm="0">
                                          <p:val>
                                            <p:strVal val="#ppt_y+#ppt_h*1.125000"/>
                                          </p:val>
                                        </p:tav>
                                        <p:tav tm="100000">
                                          <p:val>
                                            <p:strVal val="#ppt_y"/>
                                          </p:val>
                                        </p:tav>
                                      </p:tavLst>
                                    </p:anim>
                                    <p:animEffect transition="in" filter="wipe(up)">
                                      <p:cBhvr>
                                        <p:cTn id="34" dur="500"/>
                                        <p:tgtEl>
                                          <p:spTgt spid="98"/>
                                        </p:tgtEl>
                                      </p:cBhvr>
                                    </p:animEffect>
                                  </p:childTnLst>
                                </p:cTn>
                              </p:par>
                              <p:par>
                                <p:cTn id="35" presetID="12" presetClass="entr" presetSubtype="8" fill="hold" nodeType="withEffect">
                                  <p:stCondLst>
                                    <p:cond delay="0"/>
                                  </p:stCondLst>
                                  <p:childTnLst>
                                    <p:set>
                                      <p:cBhvr>
                                        <p:cTn id="36" dur="1" fill="hold">
                                          <p:stCondLst>
                                            <p:cond delay="0"/>
                                          </p:stCondLst>
                                        </p:cTn>
                                        <p:tgtEl>
                                          <p:spTgt spid="95"/>
                                        </p:tgtEl>
                                        <p:attrNameLst>
                                          <p:attrName>style.visibility</p:attrName>
                                        </p:attrNameLst>
                                      </p:cBhvr>
                                      <p:to>
                                        <p:strVal val="visible"/>
                                      </p:to>
                                    </p:set>
                                    <p:anim calcmode="lin" valueType="num">
                                      <p:cBhvr additive="base">
                                        <p:cTn id="37" dur="500"/>
                                        <p:tgtEl>
                                          <p:spTgt spid="95"/>
                                        </p:tgtEl>
                                        <p:attrNameLst>
                                          <p:attrName>ppt_x</p:attrName>
                                        </p:attrNameLst>
                                      </p:cBhvr>
                                      <p:tavLst>
                                        <p:tav tm="0">
                                          <p:val>
                                            <p:strVal val="#ppt_x-#ppt_w*1.125000"/>
                                          </p:val>
                                        </p:tav>
                                        <p:tav tm="100000">
                                          <p:val>
                                            <p:strVal val="#ppt_x"/>
                                          </p:val>
                                        </p:tav>
                                      </p:tavLst>
                                    </p:anim>
                                    <p:animEffect transition="in" filter="wipe(right)">
                                      <p:cBhvr>
                                        <p:cTn id="38" dur="500"/>
                                        <p:tgtEl>
                                          <p:spTgt spid="95"/>
                                        </p:tgtEl>
                                      </p:cBhvr>
                                    </p:animEffect>
                                  </p:childTnLst>
                                </p:cTn>
                              </p:par>
                              <p:par>
                                <p:cTn id="39" presetID="12" presetClass="entr" presetSubtype="1" fill="hold" nodeType="withEffect">
                                  <p:stCondLst>
                                    <p:cond delay="0"/>
                                  </p:stCondLst>
                                  <p:childTnLst>
                                    <p:set>
                                      <p:cBhvr>
                                        <p:cTn id="40" dur="1" fill="hold">
                                          <p:stCondLst>
                                            <p:cond delay="0"/>
                                          </p:stCondLst>
                                        </p:cTn>
                                        <p:tgtEl>
                                          <p:spTgt spid="101"/>
                                        </p:tgtEl>
                                        <p:attrNameLst>
                                          <p:attrName>style.visibility</p:attrName>
                                        </p:attrNameLst>
                                      </p:cBhvr>
                                      <p:to>
                                        <p:strVal val="visible"/>
                                      </p:to>
                                    </p:set>
                                    <p:anim calcmode="lin" valueType="num">
                                      <p:cBhvr additive="base">
                                        <p:cTn id="41" dur="500"/>
                                        <p:tgtEl>
                                          <p:spTgt spid="101"/>
                                        </p:tgtEl>
                                        <p:attrNameLst>
                                          <p:attrName>ppt_y</p:attrName>
                                        </p:attrNameLst>
                                      </p:cBhvr>
                                      <p:tavLst>
                                        <p:tav tm="0">
                                          <p:val>
                                            <p:strVal val="#ppt_y-#ppt_h*1.125000"/>
                                          </p:val>
                                        </p:tav>
                                        <p:tav tm="100000">
                                          <p:val>
                                            <p:strVal val="#ppt_y"/>
                                          </p:val>
                                        </p:tav>
                                      </p:tavLst>
                                    </p:anim>
                                    <p:animEffect transition="in" filter="wipe(down)">
                                      <p:cBhvr>
                                        <p:cTn id="42" dur="500"/>
                                        <p:tgtEl>
                                          <p:spTgt spid="101"/>
                                        </p:tgtEl>
                                      </p:cBhvr>
                                    </p:animEffect>
                                  </p:childTnLst>
                                </p:cTn>
                              </p:par>
                            </p:childTnLst>
                          </p:cTn>
                        </p:par>
                      </p:childTnLst>
                    </p:cTn>
                  </p:par>
                  <p:par>
                    <p:cTn id="43" fill="hold">
                      <p:stCondLst>
                        <p:cond delay="indefinite"/>
                      </p:stCondLst>
                      <p:childTnLst>
                        <p:par>
                          <p:cTn id="44" fill="hold">
                            <p:stCondLst>
                              <p:cond delay="0"/>
                            </p:stCondLst>
                            <p:childTnLst>
                              <p:par>
                                <p:cTn id="45" presetID="53" presetClass="entr" presetSubtype="16" fill="hold" grpId="0" nodeType="clickEffect">
                                  <p:stCondLst>
                                    <p:cond delay="0"/>
                                  </p:stCondLst>
                                  <p:childTnLst>
                                    <p:set>
                                      <p:cBhvr>
                                        <p:cTn id="46" dur="1" fill="hold">
                                          <p:stCondLst>
                                            <p:cond delay="0"/>
                                          </p:stCondLst>
                                        </p:cTn>
                                        <p:tgtEl>
                                          <p:spTgt spid="80"/>
                                        </p:tgtEl>
                                        <p:attrNameLst>
                                          <p:attrName>style.visibility</p:attrName>
                                        </p:attrNameLst>
                                      </p:cBhvr>
                                      <p:to>
                                        <p:strVal val="visible"/>
                                      </p:to>
                                    </p:set>
                                    <p:anim calcmode="lin" valueType="num">
                                      <p:cBhvr>
                                        <p:cTn id="47" dur="500" fill="hold"/>
                                        <p:tgtEl>
                                          <p:spTgt spid="80"/>
                                        </p:tgtEl>
                                        <p:attrNameLst>
                                          <p:attrName>ppt_w</p:attrName>
                                        </p:attrNameLst>
                                      </p:cBhvr>
                                      <p:tavLst>
                                        <p:tav tm="0">
                                          <p:val>
                                            <p:fltVal val="0"/>
                                          </p:val>
                                        </p:tav>
                                        <p:tav tm="100000">
                                          <p:val>
                                            <p:strVal val="#ppt_w"/>
                                          </p:val>
                                        </p:tav>
                                      </p:tavLst>
                                    </p:anim>
                                    <p:anim calcmode="lin" valueType="num">
                                      <p:cBhvr>
                                        <p:cTn id="48" dur="500" fill="hold"/>
                                        <p:tgtEl>
                                          <p:spTgt spid="80"/>
                                        </p:tgtEl>
                                        <p:attrNameLst>
                                          <p:attrName>ppt_h</p:attrName>
                                        </p:attrNameLst>
                                      </p:cBhvr>
                                      <p:tavLst>
                                        <p:tav tm="0">
                                          <p:val>
                                            <p:fltVal val="0"/>
                                          </p:val>
                                        </p:tav>
                                        <p:tav tm="100000">
                                          <p:val>
                                            <p:strVal val="#ppt_h"/>
                                          </p:val>
                                        </p:tav>
                                      </p:tavLst>
                                    </p:anim>
                                    <p:animEffect transition="in" filter="fade">
                                      <p:cBhvr>
                                        <p:cTn id="49" dur="500"/>
                                        <p:tgtEl>
                                          <p:spTgt spid="80"/>
                                        </p:tgtEl>
                                      </p:cBhvr>
                                    </p:animEffect>
                                  </p:childTnLst>
                                </p:cTn>
                              </p:par>
                            </p:childTnLst>
                          </p:cTn>
                        </p:par>
                      </p:childTnLst>
                    </p:cTn>
                  </p:par>
                  <p:par>
                    <p:cTn id="50" fill="hold">
                      <p:stCondLst>
                        <p:cond delay="indefinite"/>
                      </p:stCondLst>
                      <p:childTnLst>
                        <p:par>
                          <p:cTn id="51" fill="hold">
                            <p:stCondLst>
                              <p:cond delay="0"/>
                            </p:stCondLst>
                            <p:childTnLst>
                              <p:par>
                                <p:cTn id="52" presetID="53" presetClass="entr" presetSubtype="16" fill="hold" grpId="0" nodeType="clickEffect">
                                  <p:stCondLst>
                                    <p:cond delay="0"/>
                                  </p:stCondLst>
                                  <p:childTnLst>
                                    <p:set>
                                      <p:cBhvr>
                                        <p:cTn id="53" dur="1" fill="hold">
                                          <p:stCondLst>
                                            <p:cond delay="0"/>
                                          </p:stCondLst>
                                        </p:cTn>
                                        <p:tgtEl>
                                          <p:spTgt spid="82"/>
                                        </p:tgtEl>
                                        <p:attrNameLst>
                                          <p:attrName>style.visibility</p:attrName>
                                        </p:attrNameLst>
                                      </p:cBhvr>
                                      <p:to>
                                        <p:strVal val="visible"/>
                                      </p:to>
                                    </p:set>
                                    <p:anim calcmode="lin" valueType="num">
                                      <p:cBhvr>
                                        <p:cTn id="54" dur="500" fill="hold"/>
                                        <p:tgtEl>
                                          <p:spTgt spid="82"/>
                                        </p:tgtEl>
                                        <p:attrNameLst>
                                          <p:attrName>ppt_w</p:attrName>
                                        </p:attrNameLst>
                                      </p:cBhvr>
                                      <p:tavLst>
                                        <p:tav tm="0">
                                          <p:val>
                                            <p:fltVal val="0"/>
                                          </p:val>
                                        </p:tav>
                                        <p:tav tm="100000">
                                          <p:val>
                                            <p:strVal val="#ppt_w"/>
                                          </p:val>
                                        </p:tav>
                                      </p:tavLst>
                                    </p:anim>
                                    <p:anim calcmode="lin" valueType="num">
                                      <p:cBhvr>
                                        <p:cTn id="55" dur="500" fill="hold"/>
                                        <p:tgtEl>
                                          <p:spTgt spid="82"/>
                                        </p:tgtEl>
                                        <p:attrNameLst>
                                          <p:attrName>ppt_h</p:attrName>
                                        </p:attrNameLst>
                                      </p:cBhvr>
                                      <p:tavLst>
                                        <p:tav tm="0">
                                          <p:val>
                                            <p:fltVal val="0"/>
                                          </p:val>
                                        </p:tav>
                                        <p:tav tm="100000">
                                          <p:val>
                                            <p:strVal val="#ppt_h"/>
                                          </p:val>
                                        </p:tav>
                                      </p:tavLst>
                                    </p:anim>
                                    <p:animEffect transition="in" filter="fade">
                                      <p:cBhvr>
                                        <p:cTn id="56" dur="500"/>
                                        <p:tgtEl>
                                          <p:spTgt spid="82"/>
                                        </p:tgtEl>
                                      </p:cBhvr>
                                    </p:animEffect>
                                  </p:childTnLst>
                                </p:cTn>
                              </p:par>
                              <p:par>
                                <p:cTn id="57" presetID="53" presetClass="entr" presetSubtype="16" fill="hold" grpId="0" nodeType="withEffect">
                                  <p:stCondLst>
                                    <p:cond delay="0"/>
                                  </p:stCondLst>
                                  <p:childTnLst>
                                    <p:set>
                                      <p:cBhvr>
                                        <p:cTn id="58" dur="1" fill="hold">
                                          <p:stCondLst>
                                            <p:cond delay="0"/>
                                          </p:stCondLst>
                                        </p:cTn>
                                        <p:tgtEl>
                                          <p:spTgt spid="83"/>
                                        </p:tgtEl>
                                        <p:attrNameLst>
                                          <p:attrName>style.visibility</p:attrName>
                                        </p:attrNameLst>
                                      </p:cBhvr>
                                      <p:to>
                                        <p:strVal val="visible"/>
                                      </p:to>
                                    </p:set>
                                    <p:anim calcmode="lin" valueType="num">
                                      <p:cBhvr>
                                        <p:cTn id="59" dur="500" fill="hold"/>
                                        <p:tgtEl>
                                          <p:spTgt spid="83"/>
                                        </p:tgtEl>
                                        <p:attrNameLst>
                                          <p:attrName>ppt_w</p:attrName>
                                        </p:attrNameLst>
                                      </p:cBhvr>
                                      <p:tavLst>
                                        <p:tav tm="0">
                                          <p:val>
                                            <p:fltVal val="0"/>
                                          </p:val>
                                        </p:tav>
                                        <p:tav tm="100000">
                                          <p:val>
                                            <p:strVal val="#ppt_w"/>
                                          </p:val>
                                        </p:tav>
                                      </p:tavLst>
                                    </p:anim>
                                    <p:anim calcmode="lin" valueType="num">
                                      <p:cBhvr>
                                        <p:cTn id="60" dur="500" fill="hold"/>
                                        <p:tgtEl>
                                          <p:spTgt spid="83"/>
                                        </p:tgtEl>
                                        <p:attrNameLst>
                                          <p:attrName>ppt_h</p:attrName>
                                        </p:attrNameLst>
                                      </p:cBhvr>
                                      <p:tavLst>
                                        <p:tav tm="0">
                                          <p:val>
                                            <p:fltVal val="0"/>
                                          </p:val>
                                        </p:tav>
                                        <p:tav tm="100000">
                                          <p:val>
                                            <p:strVal val="#ppt_h"/>
                                          </p:val>
                                        </p:tav>
                                      </p:tavLst>
                                    </p:anim>
                                    <p:animEffect transition="in" filter="fade">
                                      <p:cBhvr>
                                        <p:cTn id="61" dur="500"/>
                                        <p:tgtEl>
                                          <p:spTgt spid="83"/>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72" grpId="0" animBg="1"/>
      <p:bldP spid="72" grpId="1" animBg="1"/>
      <p:bldP spid="79" grpId="0" animBg="1"/>
      <p:bldP spid="5" grpId="0" animBg="1"/>
      <p:bldP spid="80" grpId="0"/>
      <p:bldP spid="82" grpId="0"/>
      <p:bldP spid="83" grpId="0"/>
    </p:bldLst>
  </p:timing>
</p:sld>
</file>

<file path=ppt/slides/slide38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75" name="组合 74">
            <a:extLst>
              <a:ext uri="{FF2B5EF4-FFF2-40B4-BE49-F238E27FC236}">
                <a16:creationId xmlns:a16="http://schemas.microsoft.com/office/drawing/2014/main" id="{302AEA5C-020E-43AF-9F6D-1282DACBA673}"/>
              </a:ext>
            </a:extLst>
          </p:cNvPr>
          <p:cNvGrpSpPr/>
          <p:nvPr/>
        </p:nvGrpSpPr>
        <p:grpSpPr>
          <a:xfrm rot="5400000">
            <a:off x="4276637" y="4958029"/>
            <a:ext cx="867141" cy="400110"/>
            <a:chOff x="3005340" y="3222322"/>
            <a:chExt cx="867141" cy="400110"/>
          </a:xfrm>
        </p:grpSpPr>
        <p:sp>
          <p:nvSpPr>
            <p:cNvPr id="76" name="标注: 右箭头 75">
              <a:extLst>
                <a:ext uri="{FF2B5EF4-FFF2-40B4-BE49-F238E27FC236}">
                  <a16:creationId xmlns:a16="http://schemas.microsoft.com/office/drawing/2014/main" id="{BBA48193-5734-42BB-B35C-E759C48AEB0E}"/>
                </a:ext>
              </a:extLst>
            </p:cNvPr>
            <p:cNvSpPr/>
            <p:nvPr/>
          </p:nvSpPr>
          <p:spPr>
            <a:xfrm>
              <a:off x="3108347" y="3268699"/>
              <a:ext cx="762000" cy="302993"/>
            </a:xfrm>
            <a:prstGeom prst="rightArrowCallout">
              <a:avLst>
                <a:gd name="adj1" fmla="val 25000"/>
                <a:gd name="adj2" fmla="val 25000"/>
                <a:gd name="adj3" fmla="val 25000"/>
                <a:gd name="adj4" fmla="val 85980"/>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sz="2000" b="1" dirty="0">
                <a:solidFill>
                  <a:schemeClr val="tx1"/>
                </a:solidFill>
              </a:endParaRPr>
            </a:p>
          </p:txBody>
        </p:sp>
        <p:sp>
          <p:nvSpPr>
            <p:cNvPr id="77" name="文本框 76">
              <a:extLst>
                <a:ext uri="{FF2B5EF4-FFF2-40B4-BE49-F238E27FC236}">
                  <a16:creationId xmlns:a16="http://schemas.microsoft.com/office/drawing/2014/main" id="{3B91ABEE-4D32-4130-8FF7-B8CB31AC04EB}"/>
                </a:ext>
              </a:extLst>
            </p:cNvPr>
            <p:cNvSpPr txBox="1"/>
            <p:nvPr/>
          </p:nvSpPr>
          <p:spPr>
            <a:xfrm>
              <a:off x="3005340" y="3222322"/>
              <a:ext cx="867141" cy="400110"/>
            </a:xfrm>
            <a:prstGeom prst="rect">
              <a:avLst/>
            </a:prstGeom>
            <a:noFill/>
          </p:spPr>
          <p:txBody>
            <a:bodyPr wrap="square">
              <a:spAutoFit/>
            </a:bodyPr>
            <a:lstStyle/>
            <a:p>
              <a:pPr algn="ctr"/>
              <a:r>
                <a:rPr lang="en-US" altLang="zh-CN" sz="2000" b="1" dirty="0">
                  <a:solidFill>
                    <a:schemeClr val="tx1"/>
                  </a:solidFill>
                </a:rPr>
                <a:t>A</a:t>
              </a:r>
              <a:r>
                <a:rPr lang="en-US" altLang="zh-CN" sz="2000" b="1" dirty="0">
                  <a:solidFill>
                    <a:schemeClr val="tx1"/>
                  </a:solidFill>
                  <a:latin typeface="+mn-ea"/>
                </a:rPr>
                <a:t>→</a:t>
              </a:r>
              <a:r>
                <a:rPr lang="en-US" altLang="zh-CN" sz="2000" b="1" dirty="0">
                  <a:solidFill>
                    <a:schemeClr val="tx1"/>
                  </a:solidFill>
                </a:rPr>
                <a:t>C</a:t>
              </a:r>
              <a:endParaRPr lang="zh-CN" altLang="en-US" sz="2000" b="1" dirty="0">
                <a:solidFill>
                  <a:schemeClr val="tx1"/>
                </a:solidFill>
              </a:endParaRPr>
            </a:p>
          </p:txBody>
        </p:sp>
      </p:grpSp>
      <p:grpSp>
        <p:nvGrpSpPr>
          <p:cNvPr id="70" name="组合 69">
            <a:extLst>
              <a:ext uri="{FF2B5EF4-FFF2-40B4-BE49-F238E27FC236}">
                <a16:creationId xmlns:a16="http://schemas.microsoft.com/office/drawing/2014/main" id="{A29E3346-91DA-4475-AE90-CAA79F59110F}"/>
              </a:ext>
            </a:extLst>
          </p:cNvPr>
          <p:cNvGrpSpPr/>
          <p:nvPr/>
        </p:nvGrpSpPr>
        <p:grpSpPr>
          <a:xfrm rot="16200000">
            <a:off x="4258623" y="3627918"/>
            <a:ext cx="912153" cy="400110"/>
            <a:chOff x="2985606" y="3222321"/>
            <a:chExt cx="912153" cy="400110"/>
          </a:xfrm>
        </p:grpSpPr>
        <p:sp>
          <p:nvSpPr>
            <p:cNvPr id="73" name="标注: 右箭头 72">
              <a:extLst>
                <a:ext uri="{FF2B5EF4-FFF2-40B4-BE49-F238E27FC236}">
                  <a16:creationId xmlns:a16="http://schemas.microsoft.com/office/drawing/2014/main" id="{EBA0CBB1-5275-4CEF-8137-54282E7534D9}"/>
                </a:ext>
              </a:extLst>
            </p:cNvPr>
            <p:cNvSpPr/>
            <p:nvPr/>
          </p:nvSpPr>
          <p:spPr>
            <a:xfrm>
              <a:off x="3108347" y="3268699"/>
              <a:ext cx="762000" cy="302993"/>
            </a:xfrm>
            <a:prstGeom prst="rightArrowCallout">
              <a:avLst>
                <a:gd name="adj1" fmla="val 25000"/>
                <a:gd name="adj2" fmla="val 25000"/>
                <a:gd name="adj3" fmla="val 25000"/>
                <a:gd name="adj4" fmla="val 85980"/>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sz="2000" b="1" dirty="0">
                <a:solidFill>
                  <a:schemeClr val="tx1"/>
                </a:solidFill>
              </a:endParaRPr>
            </a:p>
          </p:txBody>
        </p:sp>
        <p:sp>
          <p:nvSpPr>
            <p:cNvPr id="74" name="文本框 73">
              <a:extLst>
                <a:ext uri="{FF2B5EF4-FFF2-40B4-BE49-F238E27FC236}">
                  <a16:creationId xmlns:a16="http://schemas.microsoft.com/office/drawing/2014/main" id="{D16DC71D-EC3C-4B01-AAED-C7365D057470}"/>
                </a:ext>
              </a:extLst>
            </p:cNvPr>
            <p:cNvSpPr txBox="1"/>
            <p:nvPr/>
          </p:nvSpPr>
          <p:spPr>
            <a:xfrm>
              <a:off x="2985606" y="3222321"/>
              <a:ext cx="912153" cy="400110"/>
            </a:xfrm>
            <a:prstGeom prst="rect">
              <a:avLst/>
            </a:prstGeom>
            <a:noFill/>
          </p:spPr>
          <p:txBody>
            <a:bodyPr wrap="square">
              <a:spAutoFit/>
            </a:bodyPr>
            <a:lstStyle/>
            <a:p>
              <a:pPr algn="ctr"/>
              <a:r>
                <a:rPr lang="en-US" altLang="zh-CN" sz="2000" b="1" dirty="0">
                  <a:solidFill>
                    <a:schemeClr val="tx1"/>
                  </a:solidFill>
                </a:rPr>
                <a:t>A</a:t>
              </a:r>
              <a:r>
                <a:rPr lang="en-US" altLang="zh-CN" sz="2000" b="1" dirty="0">
                  <a:solidFill>
                    <a:schemeClr val="tx1"/>
                  </a:solidFill>
                  <a:latin typeface="+mn-ea"/>
                </a:rPr>
                <a:t>→</a:t>
              </a:r>
              <a:r>
                <a:rPr lang="en-US" altLang="zh-CN" sz="2000" b="1" dirty="0">
                  <a:solidFill>
                    <a:schemeClr val="tx1"/>
                  </a:solidFill>
                </a:rPr>
                <a:t>C</a:t>
              </a:r>
              <a:endParaRPr lang="zh-CN" altLang="en-US" sz="2000" b="1" dirty="0">
                <a:solidFill>
                  <a:schemeClr val="tx1"/>
                </a:solidFill>
              </a:endParaRPr>
            </a:p>
          </p:txBody>
        </p:sp>
      </p:grpSp>
      <p:grpSp>
        <p:nvGrpSpPr>
          <p:cNvPr id="17" name="组合 16">
            <a:extLst>
              <a:ext uri="{FF2B5EF4-FFF2-40B4-BE49-F238E27FC236}">
                <a16:creationId xmlns:a16="http://schemas.microsoft.com/office/drawing/2014/main" id="{3FC23C57-A648-4F2E-B543-2134CD63E8A5}"/>
              </a:ext>
            </a:extLst>
          </p:cNvPr>
          <p:cNvGrpSpPr/>
          <p:nvPr/>
        </p:nvGrpSpPr>
        <p:grpSpPr>
          <a:xfrm>
            <a:off x="3287419" y="4076166"/>
            <a:ext cx="951208" cy="400110"/>
            <a:chOff x="2952716" y="3222321"/>
            <a:chExt cx="951208" cy="400110"/>
          </a:xfrm>
        </p:grpSpPr>
        <p:sp>
          <p:nvSpPr>
            <p:cNvPr id="13" name="标注: 右箭头 12">
              <a:extLst>
                <a:ext uri="{FF2B5EF4-FFF2-40B4-BE49-F238E27FC236}">
                  <a16:creationId xmlns:a16="http://schemas.microsoft.com/office/drawing/2014/main" id="{4D0F906F-9B5A-41F2-8069-459EAC381DB3}"/>
                </a:ext>
              </a:extLst>
            </p:cNvPr>
            <p:cNvSpPr/>
            <p:nvPr/>
          </p:nvSpPr>
          <p:spPr>
            <a:xfrm>
              <a:off x="3108347" y="3268699"/>
              <a:ext cx="762000" cy="302993"/>
            </a:xfrm>
            <a:prstGeom prst="rightArrowCallout">
              <a:avLst>
                <a:gd name="adj1" fmla="val 25000"/>
                <a:gd name="adj2" fmla="val 25000"/>
                <a:gd name="adj3" fmla="val 25000"/>
                <a:gd name="adj4" fmla="val 85980"/>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sz="2000" b="1" dirty="0">
                <a:solidFill>
                  <a:schemeClr val="tx1"/>
                </a:solidFill>
              </a:endParaRPr>
            </a:p>
          </p:txBody>
        </p:sp>
        <p:sp>
          <p:nvSpPr>
            <p:cNvPr id="16" name="文本框 15">
              <a:extLst>
                <a:ext uri="{FF2B5EF4-FFF2-40B4-BE49-F238E27FC236}">
                  <a16:creationId xmlns:a16="http://schemas.microsoft.com/office/drawing/2014/main" id="{EF3A99E4-36FE-47D5-A478-46B6110219B9}"/>
                </a:ext>
              </a:extLst>
            </p:cNvPr>
            <p:cNvSpPr txBox="1"/>
            <p:nvPr/>
          </p:nvSpPr>
          <p:spPr>
            <a:xfrm>
              <a:off x="2952716" y="3222321"/>
              <a:ext cx="951208" cy="400110"/>
            </a:xfrm>
            <a:prstGeom prst="rect">
              <a:avLst/>
            </a:prstGeom>
            <a:noFill/>
          </p:spPr>
          <p:txBody>
            <a:bodyPr wrap="square">
              <a:spAutoFit/>
            </a:bodyPr>
            <a:lstStyle/>
            <a:p>
              <a:pPr algn="ctr"/>
              <a:r>
                <a:rPr lang="en-US" altLang="zh-CN" sz="2000" b="1" dirty="0">
                  <a:solidFill>
                    <a:schemeClr val="tx1"/>
                  </a:solidFill>
                </a:rPr>
                <a:t>A</a:t>
              </a:r>
              <a:r>
                <a:rPr lang="en-US" altLang="zh-CN" sz="2000" b="1" dirty="0">
                  <a:solidFill>
                    <a:schemeClr val="tx1"/>
                  </a:solidFill>
                  <a:latin typeface="+mn-ea"/>
                </a:rPr>
                <a:t>→</a:t>
              </a:r>
              <a:r>
                <a:rPr lang="en-US" altLang="zh-CN" sz="2000" b="1" dirty="0">
                  <a:solidFill>
                    <a:schemeClr val="tx1"/>
                  </a:solidFill>
                </a:rPr>
                <a:t>C</a:t>
              </a:r>
              <a:endParaRPr lang="zh-CN" altLang="en-US" sz="2000" b="1" dirty="0">
                <a:solidFill>
                  <a:schemeClr val="tx1"/>
                </a:solidFill>
              </a:endParaRPr>
            </a:p>
          </p:txBody>
        </p:sp>
      </p:grpSp>
      <p:grpSp>
        <p:nvGrpSpPr>
          <p:cNvPr id="81" name="组合 80">
            <a:extLst>
              <a:ext uri="{FF2B5EF4-FFF2-40B4-BE49-F238E27FC236}">
                <a16:creationId xmlns:a16="http://schemas.microsoft.com/office/drawing/2014/main" id="{12CCE039-1754-4759-B87D-53F5C7688217}"/>
              </a:ext>
            </a:extLst>
          </p:cNvPr>
          <p:cNvGrpSpPr/>
          <p:nvPr/>
        </p:nvGrpSpPr>
        <p:grpSpPr>
          <a:xfrm>
            <a:off x="4925570" y="4073985"/>
            <a:ext cx="851850" cy="400110"/>
            <a:chOff x="3018497" y="3222321"/>
            <a:chExt cx="851850" cy="400110"/>
          </a:xfrm>
        </p:grpSpPr>
        <p:sp>
          <p:nvSpPr>
            <p:cNvPr id="84" name="标注: 右箭头 83">
              <a:extLst>
                <a:ext uri="{FF2B5EF4-FFF2-40B4-BE49-F238E27FC236}">
                  <a16:creationId xmlns:a16="http://schemas.microsoft.com/office/drawing/2014/main" id="{4C92C9D1-FFB8-4D51-A07E-797395D4510C}"/>
                </a:ext>
              </a:extLst>
            </p:cNvPr>
            <p:cNvSpPr/>
            <p:nvPr/>
          </p:nvSpPr>
          <p:spPr>
            <a:xfrm>
              <a:off x="3108347" y="3268699"/>
              <a:ext cx="762000" cy="302993"/>
            </a:xfrm>
            <a:prstGeom prst="rightArrowCallout">
              <a:avLst>
                <a:gd name="adj1" fmla="val 25000"/>
                <a:gd name="adj2" fmla="val 25000"/>
                <a:gd name="adj3" fmla="val 25000"/>
                <a:gd name="adj4" fmla="val 85980"/>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sz="2000" b="1" dirty="0">
                <a:solidFill>
                  <a:schemeClr val="tx1"/>
                </a:solidFill>
              </a:endParaRPr>
            </a:p>
          </p:txBody>
        </p:sp>
        <p:sp>
          <p:nvSpPr>
            <p:cNvPr id="91" name="文本框 90">
              <a:extLst>
                <a:ext uri="{FF2B5EF4-FFF2-40B4-BE49-F238E27FC236}">
                  <a16:creationId xmlns:a16="http://schemas.microsoft.com/office/drawing/2014/main" id="{4BF10B6C-E16D-455A-A95A-B2D70F2159D2}"/>
                </a:ext>
              </a:extLst>
            </p:cNvPr>
            <p:cNvSpPr txBox="1"/>
            <p:nvPr/>
          </p:nvSpPr>
          <p:spPr>
            <a:xfrm>
              <a:off x="3018497" y="3222321"/>
              <a:ext cx="836724" cy="400110"/>
            </a:xfrm>
            <a:prstGeom prst="rect">
              <a:avLst/>
            </a:prstGeom>
            <a:noFill/>
          </p:spPr>
          <p:txBody>
            <a:bodyPr wrap="square">
              <a:spAutoFit/>
            </a:bodyPr>
            <a:lstStyle/>
            <a:p>
              <a:pPr algn="ctr"/>
              <a:r>
                <a:rPr lang="en-US" altLang="zh-CN" sz="2000" b="1" dirty="0">
                  <a:solidFill>
                    <a:schemeClr val="tx1"/>
                  </a:solidFill>
                </a:rPr>
                <a:t>A</a:t>
              </a:r>
              <a:r>
                <a:rPr lang="en-US" altLang="zh-CN" sz="2000" b="1" dirty="0">
                  <a:solidFill>
                    <a:schemeClr val="tx1"/>
                  </a:solidFill>
                  <a:latin typeface="+mn-ea"/>
                </a:rPr>
                <a:t>→</a:t>
              </a:r>
              <a:r>
                <a:rPr lang="en-US" altLang="zh-CN" sz="2000" b="1" dirty="0">
                  <a:solidFill>
                    <a:schemeClr val="tx1"/>
                  </a:solidFill>
                </a:rPr>
                <a:t>C</a:t>
              </a:r>
              <a:endParaRPr lang="zh-CN" altLang="en-US" sz="2000" b="1" dirty="0">
                <a:solidFill>
                  <a:schemeClr val="tx1"/>
                </a:solidFill>
              </a:endParaRPr>
            </a:p>
          </p:txBody>
        </p:sp>
      </p:grpSp>
      <p:cxnSp>
        <p:nvCxnSpPr>
          <p:cNvPr id="15" name="直接连接符 14">
            <a:extLst>
              <a:ext uri="{FF2B5EF4-FFF2-40B4-BE49-F238E27FC236}">
                <a16:creationId xmlns:a16="http://schemas.microsoft.com/office/drawing/2014/main" id="{121305AF-E9C0-47EC-B6F5-70609A97473E}"/>
              </a:ext>
            </a:extLst>
          </p:cNvPr>
          <p:cNvCxnSpPr>
            <a:cxnSpLocks/>
          </p:cNvCxnSpPr>
          <p:nvPr/>
        </p:nvCxnSpPr>
        <p:spPr>
          <a:xfrm>
            <a:off x="2894504" y="4476276"/>
            <a:ext cx="3144483"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71" name="直接连接符 70">
            <a:extLst>
              <a:ext uri="{FF2B5EF4-FFF2-40B4-BE49-F238E27FC236}">
                <a16:creationId xmlns:a16="http://schemas.microsoft.com/office/drawing/2014/main" id="{AC1381F3-A279-4121-BF41-8662C6A9F137}"/>
              </a:ext>
            </a:extLst>
          </p:cNvPr>
          <p:cNvCxnSpPr>
            <a:cxnSpLocks/>
          </p:cNvCxnSpPr>
          <p:nvPr/>
        </p:nvCxnSpPr>
        <p:spPr>
          <a:xfrm>
            <a:off x="6199717" y="4476276"/>
            <a:ext cx="3471282"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grpSp>
        <p:nvGrpSpPr>
          <p:cNvPr id="4" name="组合 3">
            <a:extLst>
              <a:ext uri="{FF2B5EF4-FFF2-40B4-BE49-F238E27FC236}">
                <a16:creationId xmlns:a16="http://schemas.microsoft.com/office/drawing/2014/main" id="{9A1EA9F2-FCB6-48C3-935F-7AE7E3AD14AC}"/>
              </a:ext>
            </a:extLst>
          </p:cNvPr>
          <p:cNvGrpSpPr/>
          <p:nvPr/>
        </p:nvGrpSpPr>
        <p:grpSpPr>
          <a:xfrm>
            <a:off x="304799" y="749300"/>
            <a:ext cx="6192344" cy="400110"/>
            <a:chOff x="424116" y="898245"/>
            <a:chExt cx="6192344" cy="400110"/>
          </a:xfrm>
        </p:grpSpPr>
        <p:sp>
          <p:nvSpPr>
            <p:cNvPr id="2" name="平行四边形 1">
              <a:extLst>
                <a:ext uri="{FF2B5EF4-FFF2-40B4-BE49-F238E27FC236}">
                  <a16:creationId xmlns:a16="http://schemas.microsoft.com/office/drawing/2014/main" id="{1F5BAA3F-9845-4F89-A2DD-8222D3E4EDAC}"/>
                </a:ext>
              </a:extLst>
            </p:cNvPr>
            <p:cNvSpPr/>
            <p:nvPr/>
          </p:nvSpPr>
          <p:spPr>
            <a:xfrm>
              <a:off x="424116" y="898245"/>
              <a:ext cx="688541" cy="387090"/>
            </a:xfrm>
            <a:prstGeom prst="parallelogram">
              <a:avLst/>
            </a:prstGeom>
            <a:solidFill>
              <a:schemeClr val="accent3">
                <a:lumMod val="75000"/>
              </a:schemeClr>
            </a:solidFill>
            <a:ln>
              <a:solidFill>
                <a:schemeClr val="accent3">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CN" sz="2200" dirty="0">
                  <a:latin typeface="Impact" panose="020B0806030902050204" pitchFamily="34" charset="0"/>
                </a:rPr>
                <a:t>02</a:t>
              </a:r>
              <a:endParaRPr lang="zh-CN" altLang="en-US" sz="2200" dirty="0">
                <a:latin typeface="Impact" panose="020B0806030902050204" pitchFamily="34" charset="0"/>
              </a:endParaRPr>
            </a:p>
          </p:txBody>
        </p:sp>
        <p:sp>
          <p:nvSpPr>
            <p:cNvPr id="3" name="文本框 2">
              <a:extLst>
                <a:ext uri="{FF2B5EF4-FFF2-40B4-BE49-F238E27FC236}">
                  <a16:creationId xmlns:a16="http://schemas.microsoft.com/office/drawing/2014/main" id="{4D6BD736-A4D3-4F26-AFED-36E11F50F70B}"/>
                </a:ext>
              </a:extLst>
            </p:cNvPr>
            <p:cNvSpPr txBox="1"/>
            <p:nvPr/>
          </p:nvSpPr>
          <p:spPr>
            <a:xfrm>
              <a:off x="1178441" y="898245"/>
              <a:ext cx="5438019" cy="400110"/>
            </a:xfrm>
            <a:prstGeom prst="rect">
              <a:avLst/>
            </a:prstGeom>
            <a:noFill/>
          </p:spPr>
          <p:txBody>
            <a:bodyPr wrap="square" rtlCol="0">
              <a:spAutoFit/>
            </a:bodyPr>
            <a:lstStyle/>
            <a:p>
              <a:r>
                <a:rPr lang="zh-CN" altLang="en-US" sz="2000" b="1" dirty="0"/>
                <a:t>网桥的主要结构和基本工作原理</a:t>
              </a:r>
              <a:endParaRPr lang="en-US" altLang="zh-CN" sz="2000" b="1" dirty="0"/>
            </a:p>
          </p:txBody>
        </p:sp>
      </p:grpSp>
      <p:grpSp>
        <p:nvGrpSpPr>
          <p:cNvPr id="68" name="组合 67">
            <a:extLst>
              <a:ext uri="{FF2B5EF4-FFF2-40B4-BE49-F238E27FC236}">
                <a16:creationId xmlns:a16="http://schemas.microsoft.com/office/drawing/2014/main" id="{FBDD2B67-CFD8-4D15-B0CB-99CDE1BCD2C1}"/>
              </a:ext>
            </a:extLst>
          </p:cNvPr>
          <p:cNvGrpSpPr/>
          <p:nvPr/>
        </p:nvGrpSpPr>
        <p:grpSpPr>
          <a:xfrm>
            <a:off x="2661621" y="2732953"/>
            <a:ext cx="2176953" cy="3466250"/>
            <a:chOff x="1582761" y="2975188"/>
            <a:chExt cx="2176953" cy="3466250"/>
          </a:xfrm>
        </p:grpSpPr>
        <p:cxnSp>
          <p:nvCxnSpPr>
            <p:cNvPr id="10" name="直接连接符 9">
              <a:extLst>
                <a:ext uri="{FF2B5EF4-FFF2-40B4-BE49-F238E27FC236}">
                  <a16:creationId xmlns:a16="http://schemas.microsoft.com/office/drawing/2014/main" id="{57CD7CE1-6D70-404F-8874-FFF6B3A5226C}"/>
                </a:ext>
              </a:extLst>
            </p:cNvPr>
            <p:cNvCxnSpPr/>
            <p:nvPr/>
          </p:nvCxnSpPr>
          <p:spPr>
            <a:xfrm flipV="1">
              <a:off x="3429788" y="3570779"/>
              <a:ext cx="0" cy="2519534"/>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2" name="直接连接符 11">
              <a:extLst>
                <a:ext uri="{FF2B5EF4-FFF2-40B4-BE49-F238E27FC236}">
                  <a16:creationId xmlns:a16="http://schemas.microsoft.com/office/drawing/2014/main" id="{D8605357-64B8-403C-B69D-293B8181688D}"/>
                </a:ext>
              </a:extLst>
            </p:cNvPr>
            <p:cNvCxnSpPr/>
            <p:nvPr/>
          </p:nvCxnSpPr>
          <p:spPr>
            <a:xfrm flipH="1">
              <a:off x="2197042" y="4718838"/>
              <a:ext cx="1232746"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pic>
          <p:nvPicPr>
            <p:cNvPr id="6" name="图片 5" descr="文本&#10;&#10;描述已自动生成">
              <a:extLst>
                <a:ext uri="{FF2B5EF4-FFF2-40B4-BE49-F238E27FC236}">
                  <a16:creationId xmlns:a16="http://schemas.microsoft.com/office/drawing/2014/main" id="{CC1640FE-FC97-4F0D-A169-7A830EF2EDF8}"/>
                </a:ext>
              </a:extLst>
            </p:cNvPr>
            <p:cNvPicPr>
              <a:picLocks noChangeAspect="1"/>
            </p:cNvPicPr>
            <p:nvPr/>
          </p:nvPicPr>
          <p:blipFill>
            <a:blip r:embed="rId3">
              <a:extLst>
                <a:ext uri="{28A0092B-C50C-407E-A947-70E740481C1C}">
                  <a14:useLocalDpi xmlns:a14="http://schemas.microsoft.com/office/drawing/2010/main" val="0"/>
                </a:ext>
              </a:extLst>
            </a:blip>
            <a:stretch>
              <a:fillRect/>
            </a:stretch>
          </p:blipFill>
          <p:spPr>
            <a:xfrm>
              <a:off x="3152753" y="4459926"/>
              <a:ext cx="589727" cy="552869"/>
            </a:xfrm>
            <a:prstGeom prst="rect">
              <a:avLst/>
            </a:prstGeom>
          </p:spPr>
        </p:pic>
        <p:sp>
          <p:nvSpPr>
            <p:cNvPr id="24" name="文本框 23">
              <a:extLst>
                <a:ext uri="{FF2B5EF4-FFF2-40B4-BE49-F238E27FC236}">
                  <a16:creationId xmlns:a16="http://schemas.microsoft.com/office/drawing/2014/main" id="{A09F2424-F501-43B6-9F1E-923B178736CF}"/>
                </a:ext>
              </a:extLst>
            </p:cNvPr>
            <p:cNvSpPr txBox="1"/>
            <p:nvPr/>
          </p:nvSpPr>
          <p:spPr>
            <a:xfrm>
              <a:off x="2410114" y="4881955"/>
              <a:ext cx="918385" cy="369332"/>
            </a:xfrm>
            <a:prstGeom prst="rect">
              <a:avLst/>
            </a:prstGeom>
            <a:noFill/>
          </p:spPr>
          <p:txBody>
            <a:bodyPr wrap="square" rtlCol="0">
              <a:spAutoFit/>
            </a:bodyPr>
            <a:lstStyle/>
            <a:p>
              <a:pPr algn="ctr"/>
              <a:r>
                <a:rPr lang="zh-CN" altLang="en-US" b="1" dirty="0">
                  <a:latin typeface="+mn-ea"/>
                </a:rPr>
                <a:t>集线器</a:t>
              </a:r>
            </a:p>
          </p:txBody>
        </p:sp>
        <p:grpSp>
          <p:nvGrpSpPr>
            <p:cNvPr id="49" name="组合 48">
              <a:extLst>
                <a:ext uri="{FF2B5EF4-FFF2-40B4-BE49-F238E27FC236}">
                  <a16:creationId xmlns:a16="http://schemas.microsoft.com/office/drawing/2014/main" id="{DDDCBF1E-27B7-4A8A-A92D-4565B3DE24A3}"/>
                </a:ext>
              </a:extLst>
            </p:cNvPr>
            <p:cNvGrpSpPr/>
            <p:nvPr/>
          </p:nvGrpSpPr>
          <p:grpSpPr>
            <a:xfrm>
              <a:off x="3070879" y="2975188"/>
              <a:ext cx="688835" cy="666249"/>
              <a:chOff x="3393222" y="2975188"/>
              <a:chExt cx="688835" cy="666249"/>
            </a:xfrm>
          </p:grpSpPr>
          <p:pic>
            <p:nvPicPr>
              <p:cNvPr id="8" name="图形 10">
                <a:extLst>
                  <a:ext uri="{FF2B5EF4-FFF2-40B4-BE49-F238E27FC236}">
                    <a16:creationId xmlns:a16="http://schemas.microsoft.com/office/drawing/2014/main" id="{2EF718D0-B543-4D59-A664-63F3A6288789}"/>
                  </a:ext>
                </a:extLst>
              </p:cNvPr>
              <p:cNvPicPr>
                <a:picLocks noChangeAspect="1"/>
              </p:cNvPicPr>
              <p:nvPr/>
            </p:nvPicPr>
            <p:blipFill>
              <a:blip r:embed="rId4">
                <a:extLst>
                  <a:ext uri="{28A0092B-C50C-407E-A947-70E740481C1C}">
                    <a14:useLocalDpi xmlns:a14="http://schemas.microsoft.com/office/drawing/2010/main" val="0"/>
                  </a:ext>
                  <a:ext uri="{96DAC541-7B7A-43D3-8B79-37D633B846F1}">
                    <asvg:svgBlip xmlns:asvg="http://schemas.microsoft.com/office/drawing/2016/SVG/main" r:embed="rId5"/>
                  </a:ext>
                </a:extLst>
              </a:blip>
              <a:stretch>
                <a:fillRect/>
              </a:stretch>
            </p:blipFill>
            <p:spPr>
              <a:xfrm>
                <a:off x="3393222" y="2975188"/>
                <a:ext cx="688835" cy="666249"/>
              </a:xfrm>
              <a:prstGeom prst="rect">
                <a:avLst/>
              </a:prstGeom>
            </p:spPr>
          </p:pic>
          <p:sp>
            <p:nvSpPr>
              <p:cNvPr id="48" name="文本框 47">
                <a:extLst>
                  <a:ext uri="{FF2B5EF4-FFF2-40B4-BE49-F238E27FC236}">
                    <a16:creationId xmlns:a16="http://schemas.microsoft.com/office/drawing/2014/main" id="{2C68C4A8-6BA7-4259-8285-CC090CD1F0B4}"/>
                  </a:ext>
                </a:extLst>
              </p:cNvPr>
              <p:cNvSpPr txBox="1"/>
              <p:nvPr/>
            </p:nvSpPr>
            <p:spPr>
              <a:xfrm>
                <a:off x="3680202" y="3014092"/>
                <a:ext cx="388699" cy="400110"/>
              </a:xfrm>
              <a:prstGeom prst="rect">
                <a:avLst/>
              </a:prstGeom>
              <a:noFill/>
            </p:spPr>
            <p:txBody>
              <a:bodyPr wrap="square">
                <a:spAutoFit/>
              </a:bodyPr>
              <a:lstStyle/>
              <a:p>
                <a:pPr algn="ctr"/>
                <a:r>
                  <a:rPr lang="en-US" altLang="zh-CN" sz="2000" b="1" dirty="0">
                    <a:solidFill>
                      <a:schemeClr val="bg1"/>
                    </a:solidFill>
                  </a:rPr>
                  <a:t>B</a:t>
                </a:r>
                <a:endParaRPr lang="zh-CN" altLang="en-US" sz="2000" dirty="0">
                  <a:solidFill>
                    <a:schemeClr val="bg1"/>
                  </a:solidFill>
                </a:endParaRPr>
              </a:p>
            </p:txBody>
          </p:sp>
        </p:grpSp>
        <p:grpSp>
          <p:nvGrpSpPr>
            <p:cNvPr id="50" name="组合 49">
              <a:extLst>
                <a:ext uri="{FF2B5EF4-FFF2-40B4-BE49-F238E27FC236}">
                  <a16:creationId xmlns:a16="http://schemas.microsoft.com/office/drawing/2014/main" id="{D3D0DCD0-1A19-471E-87DA-523DBBE9F3B3}"/>
                </a:ext>
              </a:extLst>
            </p:cNvPr>
            <p:cNvGrpSpPr/>
            <p:nvPr/>
          </p:nvGrpSpPr>
          <p:grpSpPr>
            <a:xfrm>
              <a:off x="1582761" y="4226630"/>
              <a:ext cx="688835" cy="666249"/>
              <a:chOff x="3393222" y="2975188"/>
              <a:chExt cx="688835" cy="666249"/>
            </a:xfrm>
          </p:grpSpPr>
          <p:pic>
            <p:nvPicPr>
              <p:cNvPr id="51" name="图形 10">
                <a:extLst>
                  <a:ext uri="{FF2B5EF4-FFF2-40B4-BE49-F238E27FC236}">
                    <a16:creationId xmlns:a16="http://schemas.microsoft.com/office/drawing/2014/main" id="{596C48AF-2448-4E53-8A64-FFA9DA2A9088}"/>
                  </a:ext>
                </a:extLst>
              </p:cNvPr>
              <p:cNvPicPr>
                <a:picLocks noChangeAspect="1"/>
              </p:cNvPicPr>
              <p:nvPr/>
            </p:nvPicPr>
            <p:blipFill>
              <a:blip r:embed="rId4">
                <a:extLst>
                  <a:ext uri="{28A0092B-C50C-407E-A947-70E740481C1C}">
                    <a14:useLocalDpi xmlns:a14="http://schemas.microsoft.com/office/drawing/2010/main" val="0"/>
                  </a:ext>
                  <a:ext uri="{96DAC541-7B7A-43D3-8B79-37D633B846F1}">
                    <asvg:svgBlip xmlns:asvg="http://schemas.microsoft.com/office/drawing/2016/SVG/main" r:embed="rId5"/>
                  </a:ext>
                </a:extLst>
              </a:blip>
              <a:stretch>
                <a:fillRect/>
              </a:stretch>
            </p:blipFill>
            <p:spPr>
              <a:xfrm>
                <a:off x="3393222" y="2975188"/>
                <a:ext cx="688835" cy="666249"/>
              </a:xfrm>
              <a:prstGeom prst="rect">
                <a:avLst/>
              </a:prstGeom>
            </p:spPr>
          </p:pic>
          <p:sp>
            <p:nvSpPr>
              <p:cNvPr id="52" name="文本框 51">
                <a:extLst>
                  <a:ext uri="{FF2B5EF4-FFF2-40B4-BE49-F238E27FC236}">
                    <a16:creationId xmlns:a16="http://schemas.microsoft.com/office/drawing/2014/main" id="{6F58764F-400F-4469-AF0D-114841AF71C4}"/>
                  </a:ext>
                </a:extLst>
              </p:cNvPr>
              <p:cNvSpPr txBox="1"/>
              <p:nvPr/>
            </p:nvSpPr>
            <p:spPr>
              <a:xfrm>
                <a:off x="3680202" y="3014092"/>
                <a:ext cx="388699" cy="400110"/>
              </a:xfrm>
              <a:prstGeom prst="rect">
                <a:avLst/>
              </a:prstGeom>
              <a:noFill/>
            </p:spPr>
            <p:txBody>
              <a:bodyPr wrap="square">
                <a:spAutoFit/>
              </a:bodyPr>
              <a:lstStyle/>
              <a:p>
                <a:pPr algn="ctr"/>
                <a:r>
                  <a:rPr lang="en-US" altLang="zh-CN" sz="2000" b="1" dirty="0">
                    <a:solidFill>
                      <a:schemeClr val="bg1"/>
                    </a:solidFill>
                  </a:rPr>
                  <a:t>A</a:t>
                </a:r>
                <a:endParaRPr lang="zh-CN" altLang="en-US" sz="2000" dirty="0">
                  <a:solidFill>
                    <a:schemeClr val="bg1"/>
                  </a:solidFill>
                </a:endParaRPr>
              </a:p>
            </p:txBody>
          </p:sp>
        </p:grpSp>
        <p:grpSp>
          <p:nvGrpSpPr>
            <p:cNvPr id="53" name="组合 52">
              <a:extLst>
                <a:ext uri="{FF2B5EF4-FFF2-40B4-BE49-F238E27FC236}">
                  <a16:creationId xmlns:a16="http://schemas.microsoft.com/office/drawing/2014/main" id="{FF3EA6E1-1627-422A-872A-CEC6B5031C51}"/>
                </a:ext>
              </a:extLst>
            </p:cNvPr>
            <p:cNvGrpSpPr/>
            <p:nvPr/>
          </p:nvGrpSpPr>
          <p:grpSpPr>
            <a:xfrm>
              <a:off x="2999378" y="5775189"/>
              <a:ext cx="688835" cy="666249"/>
              <a:chOff x="3393222" y="2975188"/>
              <a:chExt cx="688835" cy="666249"/>
            </a:xfrm>
          </p:grpSpPr>
          <p:pic>
            <p:nvPicPr>
              <p:cNvPr id="54" name="图形 10">
                <a:extLst>
                  <a:ext uri="{FF2B5EF4-FFF2-40B4-BE49-F238E27FC236}">
                    <a16:creationId xmlns:a16="http://schemas.microsoft.com/office/drawing/2014/main" id="{5731F8DC-F704-42E0-B0A7-4526A70A7BB4}"/>
                  </a:ext>
                </a:extLst>
              </p:cNvPr>
              <p:cNvPicPr>
                <a:picLocks noChangeAspect="1"/>
              </p:cNvPicPr>
              <p:nvPr/>
            </p:nvPicPr>
            <p:blipFill>
              <a:blip r:embed="rId4">
                <a:extLst>
                  <a:ext uri="{28A0092B-C50C-407E-A947-70E740481C1C}">
                    <a14:useLocalDpi xmlns:a14="http://schemas.microsoft.com/office/drawing/2010/main" val="0"/>
                  </a:ext>
                  <a:ext uri="{96DAC541-7B7A-43D3-8B79-37D633B846F1}">
                    <asvg:svgBlip xmlns:asvg="http://schemas.microsoft.com/office/drawing/2016/SVG/main" r:embed="rId5"/>
                  </a:ext>
                </a:extLst>
              </a:blip>
              <a:stretch>
                <a:fillRect/>
              </a:stretch>
            </p:blipFill>
            <p:spPr>
              <a:xfrm>
                <a:off x="3393222" y="2975188"/>
                <a:ext cx="688835" cy="666249"/>
              </a:xfrm>
              <a:prstGeom prst="rect">
                <a:avLst/>
              </a:prstGeom>
            </p:spPr>
          </p:pic>
          <p:sp>
            <p:nvSpPr>
              <p:cNvPr id="55" name="文本框 54">
                <a:extLst>
                  <a:ext uri="{FF2B5EF4-FFF2-40B4-BE49-F238E27FC236}">
                    <a16:creationId xmlns:a16="http://schemas.microsoft.com/office/drawing/2014/main" id="{66C31479-3D81-49A4-AB89-1F948B51E0CC}"/>
                  </a:ext>
                </a:extLst>
              </p:cNvPr>
              <p:cNvSpPr txBox="1"/>
              <p:nvPr/>
            </p:nvSpPr>
            <p:spPr>
              <a:xfrm>
                <a:off x="3680202" y="3014092"/>
                <a:ext cx="388699" cy="400110"/>
              </a:xfrm>
              <a:prstGeom prst="rect">
                <a:avLst/>
              </a:prstGeom>
              <a:noFill/>
            </p:spPr>
            <p:txBody>
              <a:bodyPr wrap="square">
                <a:spAutoFit/>
              </a:bodyPr>
              <a:lstStyle/>
              <a:p>
                <a:pPr algn="ctr"/>
                <a:r>
                  <a:rPr lang="en-US" altLang="zh-CN" sz="2000" b="1" dirty="0">
                    <a:solidFill>
                      <a:schemeClr val="bg1"/>
                    </a:solidFill>
                  </a:rPr>
                  <a:t>C</a:t>
                </a:r>
                <a:endParaRPr lang="zh-CN" altLang="en-US" sz="2000" dirty="0">
                  <a:solidFill>
                    <a:schemeClr val="bg1"/>
                  </a:solidFill>
                </a:endParaRPr>
              </a:p>
            </p:txBody>
          </p:sp>
        </p:grpSp>
      </p:grpSp>
      <p:grpSp>
        <p:nvGrpSpPr>
          <p:cNvPr id="69" name="组合 68">
            <a:extLst>
              <a:ext uri="{FF2B5EF4-FFF2-40B4-BE49-F238E27FC236}">
                <a16:creationId xmlns:a16="http://schemas.microsoft.com/office/drawing/2014/main" id="{A628612D-EFE3-41BB-B9AC-2206D27E409D}"/>
              </a:ext>
            </a:extLst>
          </p:cNvPr>
          <p:cNvGrpSpPr/>
          <p:nvPr/>
        </p:nvGrpSpPr>
        <p:grpSpPr>
          <a:xfrm>
            <a:off x="6754020" y="2732953"/>
            <a:ext cx="2926209" cy="3466250"/>
            <a:chOff x="7727618" y="2975188"/>
            <a:chExt cx="2926209" cy="3466250"/>
          </a:xfrm>
        </p:grpSpPr>
        <p:cxnSp>
          <p:nvCxnSpPr>
            <p:cNvPr id="29" name="直接连接符 28">
              <a:extLst>
                <a:ext uri="{FF2B5EF4-FFF2-40B4-BE49-F238E27FC236}">
                  <a16:creationId xmlns:a16="http://schemas.microsoft.com/office/drawing/2014/main" id="{E56B4713-4CD9-4EB3-BC7C-1A8480EFB20A}"/>
                </a:ext>
              </a:extLst>
            </p:cNvPr>
            <p:cNvCxnSpPr/>
            <p:nvPr/>
          </p:nvCxnSpPr>
          <p:spPr>
            <a:xfrm flipV="1">
              <a:off x="8747292" y="3570779"/>
              <a:ext cx="0" cy="2519534"/>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2" name="直接连接符 31">
              <a:extLst>
                <a:ext uri="{FF2B5EF4-FFF2-40B4-BE49-F238E27FC236}">
                  <a16:creationId xmlns:a16="http://schemas.microsoft.com/office/drawing/2014/main" id="{8EE47979-5596-4A22-BF62-6654121E2D79}"/>
                </a:ext>
              </a:extLst>
            </p:cNvPr>
            <p:cNvCxnSpPr>
              <a:cxnSpLocks/>
            </p:cNvCxnSpPr>
            <p:nvPr/>
          </p:nvCxnSpPr>
          <p:spPr>
            <a:xfrm flipH="1">
              <a:off x="9001267" y="4718511"/>
              <a:ext cx="1232746"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pic>
          <p:nvPicPr>
            <p:cNvPr id="34" name="图片 33" descr="文本&#10;&#10;描述已自动生成">
              <a:extLst>
                <a:ext uri="{FF2B5EF4-FFF2-40B4-BE49-F238E27FC236}">
                  <a16:creationId xmlns:a16="http://schemas.microsoft.com/office/drawing/2014/main" id="{E8AD18FE-1933-4C24-9A0F-3DB2F13E6F45}"/>
                </a:ext>
              </a:extLst>
            </p:cNvPr>
            <p:cNvPicPr>
              <a:picLocks noChangeAspect="1"/>
            </p:cNvPicPr>
            <p:nvPr/>
          </p:nvPicPr>
          <p:blipFill>
            <a:blip r:embed="rId3">
              <a:extLst>
                <a:ext uri="{28A0092B-C50C-407E-A947-70E740481C1C}">
                  <a14:useLocalDpi xmlns:a14="http://schemas.microsoft.com/office/drawing/2010/main" val="0"/>
                </a:ext>
              </a:extLst>
            </a:blip>
            <a:stretch>
              <a:fillRect/>
            </a:stretch>
          </p:blipFill>
          <p:spPr>
            <a:xfrm>
              <a:off x="8470257" y="4459926"/>
              <a:ext cx="589727" cy="552869"/>
            </a:xfrm>
            <a:prstGeom prst="rect">
              <a:avLst/>
            </a:prstGeom>
          </p:spPr>
        </p:pic>
        <p:sp>
          <p:nvSpPr>
            <p:cNvPr id="38" name="文本框 37">
              <a:extLst>
                <a:ext uri="{FF2B5EF4-FFF2-40B4-BE49-F238E27FC236}">
                  <a16:creationId xmlns:a16="http://schemas.microsoft.com/office/drawing/2014/main" id="{AB22D513-D3E1-4C8E-9C6B-C6F307714CC9}"/>
                </a:ext>
              </a:extLst>
            </p:cNvPr>
            <p:cNvSpPr txBox="1"/>
            <p:nvPr/>
          </p:nvSpPr>
          <p:spPr>
            <a:xfrm>
              <a:off x="7727618" y="4881955"/>
              <a:ext cx="918385" cy="369332"/>
            </a:xfrm>
            <a:prstGeom prst="rect">
              <a:avLst/>
            </a:prstGeom>
            <a:noFill/>
          </p:spPr>
          <p:txBody>
            <a:bodyPr wrap="square" rtlCol="0">
              <a:spAutoFit/>
            </a:bodyPr>
            <a:lstStyle/>
            <a:p>
              <a:pPr algn="ctr"/>
              <a:r>
                <a:rPr lang="zh-CN" altLang="en-US" b="1" dirty="0">
                  <a:latin typeface="+mn-ea"/>
                </a:rPr>
                <a:t>集线器</a:t>
              </a:r>
            </a:p>
          </p:txBody>
        </p:sp>
        <p:grpSp>
          <p:nvGrpSpPr>
            <p:cNvPr id="56" name="组合 55">
              <a:extLst>
                <a:ext uri="{FF2B5EF4-FFF2-40B4-BE49-F238E27FC236}">
                  <a16:creationId xmlns:a16="http://schemas.microsoft.com/office/drawing/2014/main" id="{5CCE6D3E-70BC-43C0-A32D-8DE79BC9D7A4}"/>
                </a:ext>
              </a:extLst>
            </p:cNvPr>
            <p:cNvGrpSpPr/>
            <p:nvPr/>
          </p:nvGrpSpPr>
          <p:grpSpPr>
            <a:xfrm>
              <a:off x="8402874" y="2975188"/>
              <a:ext cx="688835" cy="666249"/>
              <a:chOff x="3393222" y="2975188"/>
              <a:chExt cx="688835" cy="666249"/>
            </a:xfrm>
          </p:grpSpPr>
          <p:pic>
            <p:nvPicPr>
              <p:cNvPr id="57" name="图形 10">
                <a:extLst>
                  <a:ext uri="{FF2B5EF4-FFF2-40B4-BE49-F238E27FC236}">
                    <a16:creationId xmlns:a16="http://schemas.microsoft.com/office/drawing/2014/main" id="{8CFCBFFC-BB45-4B82-AFD4-824103EF067B}"/>
                  </a:ext>
                </a:extLst>
              </p:cNvPr>
              <p:cNvPicPr>
                <a:picLocks noChangeAspect="1"/>
              </p:cNvPicPr>
              <p:nvPr/>
            </p:nvPicPr>
            <p:blipFill>
              <a:blip r:embed="rId4">
                <a:extLst>
                  <a:ext uri="{28A0092B-C50C-407E-A947-70E740481C1C}">
                    <a14:useLocalDpi xmlns:a14="http://schemas.microsoft.com/office/drawing/2010/main" val="0"/>
                  </a:ext>
                  <a:ext uri="{96DAC541-7B7A-43D3-8B79-37D633B846F1}">
                    <asvg:svgBlip xmlns:asvg="http://schemas.microsoft.com/office/drawing/2016/SVG/main" r:embed="rId5"/>
                  </a:ext>
                </a:extLst>
              </a:blip>
              <a:stretch>
                <a:fillRect/>
              </a:stretch>
            </p:blipFill>
            <p:spPr>
              <a:xfrm>
                <a:off x="3393222" y="2975188"/>
                <a:ext cx="688835" cy="666249"/>
              </a:xfrm>
              <a:prstGeom prst="rect">
                <a:avLst/>
              </a:prstGeom>
            </p:spPr>
          </p:pic>
          <p:sp>
            <p:nvSpPr>
              <p:cNvPr id="58" name="文本框 57">
                <a:extLst>
                  <a:ext uri="{FF2B5EF4-FFF2-40B4-BE49-F238E27FC236}">
                    <a16:creationId xmlns:a16="http://schemas.microsoft.com/office/drawing/2014/main" id="{A2C2791C-F656-4FE8-8D84-F7B1F2FFE51B}"/>
                  </a:ext>
                </a:extLst>
              </p:cNvPr>
              <p:cNvSpPr txBox="1"/>
              <p:nvPr/>
            </p:nvSpPr>
            <p:spPr>
              <a:xfrm>
                <a:off x="3680202" y="3014092"/>
                <a:ext cx="388699" cy="400110"/>
              </a:xfrm>
              <a:prstGeom prst="rect">
                <a:avLst/>
              </a:prstGeom>
              <a:noFill/>
            </p:spPr>
            <p:txBody>
              <a:bodyPr wrap="square">
                <a:spAutoFit/>
              </a:bodyPr>
              <a:lstStyle/>
              <a:p>
                <a:pPr algn="ctr"/>
                <a:r>
                  <a:rPr lang="en-US" altLang="zh-CN" sz="2000" b="1" dirty="0">
                    <a:solidFill>
                      <a:schemeClr val="bg1"/>
                    </a:solidFill>
                  </a:rPr>
                  <a:t>D</a:t>
                </a:r>
                <a:endParaRPr lang="zh-CN" altLang="en-US" sz="2000" dirty="0">
                  <a:solidFill>
                    <a:schemeClr val="bg1"/>
                  </a:solidFill>
                </a:endParaRPr>
              </a:p>
            </p:txBody>
          </p:sp>
        </p:grpSp>
        <p:grpSp>
          <p:nvGrpSpPr>
            <p:cNvPr id="59" name="组合 58">
              <a:extLst>
                <a:ext uri="{FF2B5EF4-FFF2-40B4-BE49-F238E27FC236}">
                  <a16:creationId xmlns:a16="http://schemas.microsoft.com/office/drawing/2014/main" id="{AE451401-4963-4988-822C-D7C0BF12C0B3}"/>
                </a:ext>
              </a:extLst>
            </p:cNvPr>
            <p:cNvGrpSpPr/>
            <p:nvPr/>
          </p:nvGrpSpPr>
          <p:grpSpPr>
            <a:xfrm>
              <a:off x="8301585" y="5775189"/>
              <a:ext cx="688835" cy="666249"/>
              <a:chOff x="3393222" y="2975188"/>
              <a:chExt cx="688835" cy="666249"/>
            </a:xfrm>
          </p:grpSpPr>
          <p:pic>
            <p:nvPicPr>
              <p:cNvPr id="60" name="图形 10">
                <a:extLst>
                  <a:ext uri="{FF2B5EF4-FFF2-40B4-BE49-F238E27FC236}">
                    <a16:creationId xmlns:a16="http://schemas.microsoft.com/office/drawing/2014/main" id="{6CFE9B85-34B3-4571-A81C-A0A44D15569C}"/>
                  </a:ext>
                </a:extLst>
              </p:cNvPr>
              <p:cNvPicPr>
                <a:picLocks noChangeAspect="1"/>
              </p:cNvPicPr>
              <p:nvPr/>
            </p:nvPicPr>
            <p:blipFill>
              <a:blip r:embed="rId4">
                <a:extLst>
                  <a:ext uri="{28A0092B-C50C-407E-A947-70E740481C1C}">
                    <a14:useLocalDpi xmlns:a14="http://schemas.microsoft.com/office/drawing/2010/main" val="0"/>
                  </a:ext>
                  <a:ext uri="{96DAC541-7B7A-43D3-8B79-37D633B846F1}">
                    <asvg:svgBlip xmlns:asvg="http://schemas.microsoft.com/office/drawing/2016/SVG/main" r:embed="rId5"/>
                  </a:ext>
                </a:extLst>
              </a:blip>
              <a:stretch>
                <a:fillRect/>
              </a:stretch>
            </p:blipFill>
            <p:spPr>
              <a:xfrm>
                <a:off x="3393222" y="2975188"/>
                <a:ext cx="688835" cy="666249"/>
              </a:xfrm>
              <a:prstGeom prst="rect">
                <a:avLst/>
              </a:prstGeom>
            </p:spPr>
          </p:pic>
          <p:sp>
            <p:nvSpPr>
              <p:cNvPr id="61" name="文本框 60">
                <a:extLst>
                  <a:ext uri="{FF2B5EF4-FFF2-40B4-BE49-F238E27FC236}">
                    <a16:creationId xmlns:a16="http://schemas.microsoft.com/office/drawing/2014/main" id="{F38DCF20-B743-48E8-8FE7-69B49827706C}"/>
                  </a:ext>
                </a:extLst>
              </p:cNvPr>
              <p:cNvSpPr txBox="1"/>
              <p:nvPr/>
            </p:nvSpPr>
            <p:spPr>
              <a:xfrm>
                <a:off x="3680202" y="3014092"/>
                <a:ext cx="388699" cy="400110"/>
              </a:xfrm>
              <a:prstGeom prst="rect">
                <a:avLst/>
              </a:prstGeom>
              <a:noFill/>
            </p:spPr>
            <p:txBody>
              <a:bodyPr wrap="square">
                <a:spAutoFit/>
              </a:bodyPr>
              <a:lstStyle/>
              <a:p>
                <a:pPr algn="ctr"/>
                <a:r>
                  <a:rPr lang="en-US" altLang="zh-CN" sz="2000" b="1" dirty="0">
                    <a:solidFill>
                      <a:schemeClr val="bg1"/>
                    </a:solidFill>
                  </a:rPr>
                  <a:t>F</a:t>
                </a:r>
                <a:endParaRPr lang="zh-CN" altLang="en-US" sz="2000" dirty="0">
                  <a:solidFill>
                    <a:schemeClr val="bg1"/>
                  </a:solidFill>
                </a:endParaRPr>
              </a:p>
            </p:txBody>
          </p:sp>
        </p:grpSp>
        <p:grpSp>
          <p:nvGrpSpPr>
            <p:cNvPr id="62" name="组合 61">
              <a:extLst>
                <a:ext uri="{FF2B5EF4-FFF2-40B4-BE49-F238E27FC236}">
                  <a16:creationId xmlns:a16="http://schemas.microsoft.com/office/drawing/2014/main" id="{4FA3F4E8-7F85-40DF-B095-E0B539CA8F21}"/>
                </a:ext>
              </a:extLst>
            </p:cNvPr>
            <p:cNvGrpSpPr/>
            <p:nvPr/>
          </p:nvGrpSpPr>
          <p:grpSpPr>
            <a:xfrm>
              <a:off x="9964992" y="4265534"/>
              <a:ext cx="688835" cy="666249"/>
              <a:chOff x="3393222" y="2975188"/>
              <a:chExt cx="688835" cy="666249"/>
            </a:xfrm>
          </p:grpSpPr>
          <p:pic>
            <p:nvPicPr>
              <p:cNvPr id="63" name="图形 10">
                <a:extLst>
                  <a:ext uri="{FF2B5EF4-FFF2-40B4-BE49-F238E27FC236}">
                    <a16:creationId xmlns:a16="http://schemas.microsoft.com/office/drawing/2014/main" id="{C80591CD-393F-44E1-B076-CAA226FBC02F}"/>
                  </a:ext>
                </a:extLst>
              </p:cNvPr>
              <p:cNvPicPr>
                <a:picLocks noChangeAspect="1"/>
              </p:cNvPicPr>
              <p:nvPr/>
            </p:nvPicPr>
            <p:blipFill>
              <a:blip r:embed="rId4">
                <a:extLst>
                  <a:ext uri="{28A0092B-C50C-407E-A947-70E740481C1C}">
                    <a14:useLocalDpi xmlns:a14="http://schemas.microsoft.com/office/drawing/2010/main" val="0"/>
                  </a:ext>
                  <a:ext uri="{96DAC541-7B7A-43D3-8B79-37D633B846F1}">
                    <asvg:svgBlip xmlns:asvg="http://schemas.microsoft.com/office/drawing/2016/SVG/main" r:embed="rId5"/>
                  </a:ext>
                </a:extLst>
              </a:blip>
              <a:stretch>
                <a:fillRect/>
              </a:stretch>
            </p:blipFill>
            <p:spPr>
              <a:xfrm>
                <a:off x="3393222" y="2975188"/>
                <a:ext cx="688835" cy="666249"/>
              </a:xfrm>
              <a:prstGeom prst="rect">
                <a:avLst/>
              </a:prstGeom>
            </p:spPr>
          </p:pic>
          <p:sp>
            <p:nvSpPr>
              <p:cNvPr id="64" name="文本框 63">
                <a:extLst>
                  <a:ext uri="{FF2B5EF4-FFF2-40B4-BE49-F238E27FC236}">
                    <a16:creationId xmlns:a16="http://schemas.microsoft.com/office/drawing/2014/main" id="{3DBF579E-81CB-4A1A-B202-A067DB99C525}"/>
                  </a:ext>
                </a:extLst>
              </p:cNvPr>
              <p:cNvSpPr txBox="1"/>
              <p:nvPr/>
            </p:nvSpPr>
            <p:spPr>
              <a:xfrm>
                <a:off x="3680202" y="3014092"/>
                <a:ext cx="388699" cy="400110"/>
              </a:xfrm>
              <a:prstGeom prst="rect">
                <a:avLst/>
              </a:prstGeom>
              <a:noFill/>
            </p:spPr>
            <p:txBody>
              <a:bodyPr wrap="square">
                <a:spAutoFit/>
              </a:bodyPr>
              <a:lstStyle/>
              <a:p>
                <a:pPr algn="ctr"/>
                <a:r>
                  <a:rPr lang="en-US" altLang="zh-CN" sz="2000" b="1" dirty="0">
                    <a:solidFill>
                      <a:schemeClr val="bg1"/>
                    </a:solidFill>
                  </a:rPr>
                  <a:t>E</a:t>
                </a:r>
                <a:endParaRPr lang="zh-CN" altLang="en-US" sz="2000" dirty="0">
                  <a:solidFill>
                    <a:schemeClr val="bg1"/>
                  </a:solidFill>
                </a:endParaRPr>
              </a:p>
            </p:txBody>
          </p:sp>
        </p:grpSp>
      </p:grpSp>
      <p:grpSp>
        <p:nvGrpSpPr>
          <p:cNvPr id="67" name="组合 66">
            <a:extLst>
              <a:ext uri="{FF2B5EF4-FFF2-40B4-BE49-F238E27FC236}">
                <a16:creationId xmlns:a16="http://schemas.microsoft.com/office/drawing/2014/main" id="{F9C53DC6-7A3B-47E3-B5BC-B6441CF64DA5}"/>
              </a:ext>
            </a:extLst>
          </p:cNvPr>
          <p:cNvGrpSpPr/>
          <p:nvPr/>
        </p:nvGrpSpPr>
        <p:grpSpPr>
          <a:xfrm>
            <a:off x="5493003" y="4176277"/>
            <a:ext cx="1214772" cy="843699"/>
            <a:chOff x="5493003" y="4418512"/>
            <a:chExt cx="1214772" cy="843699"/>
          </a:xfrm>
        </p:grpSpPr>
        <p:grpSp>
          <p:nvGrpSpPr>
            <p:cNvPr id="28" name="组合 27">
              <a:extLst>
                <a:ext uri="{FF2B5EF4-FFF2-40B4-BE49-F238E27FC236}">
                  <a16:creationId xmlns:a16="http://schemas.microsoft.com/office/drawing/2014/main" id="{66A2236D-BD6A-4A16-A4A6-4FAC4F802160}"/>
                </a:ext>
              </a:extLst>
            </p:cNvPr>
            <p:cNvGrpSpPr/>
            <p:nvPr/>
          </p:nvGrpSpPr>
          <p:grpSpPr>
            <a:xfrm>
              <a:off x="5758936" y="4418512"/>
              <a:ext cx="694865" cy="843699"/>
              <a:chOff x="5748567" y="4622444"/>
              <a:chExt cx="694865" cy="843699"/>
            </a:xfrm>
          </p:grpSpPr>
          <p:pic>
            <p:nvPicPr>
              <p:cNvPr id="26" name="图片 25" descr="图片包含 图标&#10;&#10;描述已自动生成">
                <a:extLst>
                  <a:ext uri="{FF2B5EF4-FFF2-40B4-BE49-F238E27FC236}">
                    <a16:creationId xmlns:a16="http://schemas.microsoft.com/office/drawing/2014/main" id="{B84DFC4A-BB51-4FF0-9656-07E3BB532308}"/>
                  </a:ext>
                </a:extLst>
              </p:cNvPr>
              <p:cNvPicPr>
                <a:picLocks noChangeAspect="1"/>
              </p:cNvPicPr>
              <p:nvPr/>
            </p:nvPicPr>
            <p:blipFill>
              <a:blip r:embed="rId6">
                <a:extLst>
                  <a:ext uri="{28A0092B-C50C-407E-A947-70E740481C1C}">
                    <a14:useLocalDpi xmlns:a14="http://schemas.microsoft.com/office/drawing/2010/main" val="0"/>
                  </a:ext>
                </a:extLst>
              </a:blip>
              <a:stretch>
                <a:fillRect/>
              </a:stretch>
            </p:blipFill>
            <p:spPr>
              <a:xfrm>
                <a:off x="5812708" y="4622444"/>
                <a:ext cx="581100" cy="474367"/>
              </a:xfrm>
              <a:prstGeom prst="rect">
                <a:avLst/>
              </a:prstGeom>
            </p:spPr>
          </p:pic>
          <p:sp>
            <p:nvSpPr>
              <p:cNvPr id="27" name="文本框 26">
                <a:extLst>
                  <a:ext uri="{FF2B5EF4-FFF2-40B4-BE49-F238E27FC236}">
                    <a16:creationId xmlns:a16="http://schemas.microsoft.com/office/drawing/2014/main" id="{07AA94A1-946A-4935-A568-945B0455C199}"/>
                  </a:ext>
                </a:extLst>
              </p:cNvPr>
              <p:cNvSpPr txBox="1"/>
              <p:nvPr/>
            </p:nvSpPr>
            <p:spPr>
              <a:xfrm>
                <a:off x="5748567" y="5096811"/>
                <a:ext cx="694865" cy="369332"/>
              </a:xfrm>
              <a:prstGeom prst="rect">
                <a:avLst/>
              </a:prstGeom>
              <a:noFill/>
            </p:spPr>
            <p:txBody>
              <a:bodyPr wrap="square" rtlCol="0">
                <a:spAutoFit/>
              </a:bodyPr>
              <a:lstStyle/>
              <a:p>
                <a:pPr algn="ctr"/>
                <a:r>
                  <a:rPr lang="zh-CN" altLang="en-US" b="1" dirty="0">
                    <a:latin typeface="+mn-ea"/>
                  </a:rPr>
                  <a:t>网桥</a:t>
                </a:r>
              </a:p>
            </p:txBody>
          </p:sp>
        </p:grpSp>
        <p:sp>
          <p:nvSpPr>
            <p:cNvPr id="65" name="文本框 64">
              <a:extLst>
                <a:ext uri="{FF2B5EF4-FFF2-40B4-BE49-F238E27FC236}">
                  <a16:creationId xmlns:a16="http://schemas.microsoft.com/office/drawing/2014/main" id="{FF278548-C053-4B18-B9F5-EA4CB65CA520}"/>
                </a:ext>
              </a:extLst>
            </p:cNvPr>
            <p:cNvSpPr txBox="1"/>
            <p:nvPr/>
          </p:nvSpPr>
          <p:spPr>
            <a:xfrm>
              <a:off x="5493003" y="4665644"/>
              <a:ext cx="388699" cy="400110"/>
            </a:xfrm>
            <a:prstGeom prst="rect">
              <a:avLst/>
            </a:prstGeom>
            <a:noFill/>
          </p:spPr>
          <p:txBody>
            <a:bodyPr wrap="square">
              <a:spAutoFit/>
            </a:bodyPr>
            <a:lstStyle/>
            <a:p>
              <a:pPr algn="ctr"/>
              <a:r>
                <a:rPr lang="en-US" altLang="zh-CN" sz="2000" b="1" dirty="0"/>
                <a:t>1</a:t>
              </a:r>
              <a:endParaRPr lang="zh-CN" altLang="en-US" sz="2000" dirty="0"/>
            </a:p>
          </p:txBody>
        </p:sp>
        <p:sp>
          <p:nvSpPr>
            <p:cNvPr id="66" name="文本框 65">
              <a:extLst>
                <a:ext uri="{FF2B5EF4-FFF2-40B4-BE49-F238E27FC236}">
                  <a16:creationId xmlns:a16="http://schemas.microsoft.com/office/drawing/2014/main" id="{87F89E8D-5E77-4FCF-A24D-55995B18CCAE}"/>
                </a:ext>
              </a:extLst>
            </p:cNvPr>
            <p:cNvSpPr txBox="1"/>
            <p:nvPr/>
          </p:nvSpPr>
          <p:spPr>
            <a:xfrm>
              <a:off x="6319076" y="4665644"/>
              <a:ext cx="388699" cy="400110"/>
            </a:xfrm>
            <a:prstGeom prst="rect">
              <a:avLst/>
            </a:prstGeom>
            <a:noFill/>
          </p:spPr>
          <p:txBody>
            <a:bodyPr wrap="square">
              <a:spAutoFit/>
            </a:bodyPr>
            <a:lstStyle/>
            <a:p>
              <a:pPr algn="ctr"/>
              <a:r>
                <a:rPr lang="en-US" altLang="zh-CN" sz="2000" b="1" dirty="0"/>
                <a:t>2</a:t>
              </a:r>
              <a:endParaRPr lang="zh-CN" altLang="en-US" sz="2000" dirty="0"/>
            </a:p>
          </p:txBody>
        </p:sp>
      </p:grpSp>
      <p:pic>
        <p:nvPicPr>
          <p:cNvPr id="138" name="图片 137" descr="表格&#10;&#10;描述已自动生成">
            <a:extLst>
              <a:ext uri="{FF2B5EF4-FFF2-40B4-BE49-F238E27FC236}">
                <a16:creationId xmlns:a16="http://schemas.microsoft.com/office/drawing/2014/main" id="{5BFDE42F-FE19-4BB6-B258-9544CE901C86}"/>
              </a:ext>
            </a:extLst>
          </p:cNvPr>
          <p:cNvPicPr>
            <a:picLocks noChangeAspect="1"/>
          </p:cNvPicPr>
          <p:nvPr/>
        </p:nvPicPr>
        <p:blipFill>
          <a:blip r:embed="rId7" cstate="print">
            <a:extLst>
              <a:ext uri="{28A0092B-C50C-407E-A947-70E740481C1C}">
                <a14:useLocalDpi xmlns:a14="http://schemas.microsoft.com/office/drawing/2010/main" val="0"/>
              </a:ext>
            </a:extLst>
          </a:blip>
          <a:stretch>
            <a:fillRect/>
          </a:stretch>
        </p:blipFill>
        <p:spPr>
          <a:xfrm>
            <a:off x="5386955" y="1673847"/>
            <a:ext cx="1427032" cy="2327586"/>
          </a:xfrm>
          <a:prstGeom prst="rect">
            <a:avLst/>
          </a:prstGeom>
        </p:spPr>
      </p:pic>
      <p:sp>
        <p:nvSpPr>
          <p:cNvPr id="9" name="文本框 8">
            <a:extLst>
              <a:ext uri="{FF2B5EF4-FFF2-40B4-BE49-F238E27FC236}">
                <a16:creationId xmlns:a16="http://schemas.microsoft.com/office/drawing/2014/main" id="{62276D1A-8D5D-4374-B6BC-CCAA3F143648}"/>
              </a:ext>
            </a:extLst>
          </p:cNvPr>
          <p:cNvSpPr txBox="1"/>
          <p:nvPr/>
        </p:nvSpPr>
        <p:spPr>
          <a:xfrm>
            <a:off x="3877010" y="3306115"/>
            <a:ext cx="688835" cy="369332"/>
          </a:xfrm>
          <a:prstGeom prst="rect">
            <a:avLst/>
          </a:prstGeom>
          <a:noFill/>
        </p:spPr>
        <p:txBody>
          <a:bodyPr wrap="square" rtlCol="0">
            <a:spAutoFit/>
          </a:bodyPr>
          <a:lstStyle/>
          <a:p>
            <a:pPr algn="ctr"/>
            <a:r>
              <a:rPr lang="zh-CN" altLang="en-US" b="1" dirty="0">
                <a:solidFill>
                  <a:schemeClr val="accent1">
                    <a:lumMod val="75000"/>
                  </a:schemeClr>
                </a:solidFill>
              </a:rPr>
              <a:t>丢弃</a:t>
            </a:r>
          </a:p>
        </p:txBody>
      </p:sp>
      <p:sp>
        <p:nvSpPr>
          <p:cNvPr id="104" name="文本框 103">
            <a:extLst>
              <a:ext uri="{FF2B5EF4-FFF2-40B4-BE49-F238E27FC236}">
                <a16:creationId xmlns:a16="http://schemas.microsoft.com/office/drawing/2014/main" id="{D35E347B-D8E4-4E19-8580-0DED426D3B87}"/>
              </a:ext>
            </a:extLst>
          </p:cNvPr>
          <p:cNvSpPr txBox="1"/>
          <p:nvPr/>
        </p:nvSpPr>
        <p:spPr>
          <a:xfrm>
            <a:off x="3877010" y="5214140"/>
            <a:ext cx="688835" cy="369332"/>
          </a:xfrm>
          <a:prstGeom prst="rect">
            <a:avLst/>
          </a:prstGeom>
          <a:noFill/>
        </p:spPr>
        <p:txBody>
          <a:bodyPr wrap="square" rtlCol="0">
            <a:spAutoFit/>
          </a:bodyPr>
          <a:lstStyle/>
          <a:p>
            <a:pPr algn="ctr"/>
            <a:r>
              <a:rPr lang="zh-CN" altLang="en-US" b="1" dirty="0">
                <a:solidFill>
                  <a:schemeClr val="accent4"/>
                </a:solidFill>
              </a:rPr>
              <a:t>接受</a:t>
            </a:r>
          </a:p>
        </p:txBody>
      </p:sp>
      <p:sp>
        <p:nvSpPr>
          <p:cNvPr id="72" name="iconfont-11673-5560710">
            <a:extLst>
              <a:ext uri="{FF2B5EF4-FFF2-40B4-BE49-F238E27FC236}">
                <a16:creationId xmlns:a16="http://schemas.microsoft.com/office/drawing/2014/main" id="{FF6FE233-33D3-4B02-BB2D-AC4F303213E4}"/>
              </a:ext>
            </a:extLst>
          </p:cNvPr>
          <p:cNvSpPr/>
          <p:nvPr/>
        </p:nvSpPr>
        <p:spPr>
          <a:xfrm>
            <a:off x="5812619" y="2041413"/>
            <a:ext cx="400111" cy="400111"/>
          </a:xfrm>
          <a:custGeom>
            <a:avLst/>
            <a:gdLst>
              <a:gd name="connsiteX0" fmla="*/ 409852 w 609586"/>
              <a:gd name="connsiteY0" fmla="*/ 390766 h 609586"/>
              <a:gd name="connsiteX1" fmla="*/ 396374 w 609586"/>
              <a:gd name="connsiteY1" fmla="*/ 396374 h 609586"/>
              <a:gd name="connsiteX2" fmla="*/ 396374 w 609586"/>
              <a:gd name="connsiteY2" fmla="*/ 423329 h 609586"/>
              <a:gd name="connsiteX3" fmla="*/ 558009 w 609586"/>
              <a:gd name="connsiteY3" fmla="*/ 584964 h 609586"/>
              <a:gd name="connsiteX4" fmla="*/ 584964 w 609586"/>
              <a:gd name="connsiteY4" fmla="*/ 584964 h 609586"/>
              <a:gd name="connsiteX5" fmla="*/ 590536 w 609586"/>
              <a:gd name="connsiteY5" fmla="*/ 571487 h 609586"/>
              <a:gd name="connsiteX6" fmla="*/ 584964 w 609586"/>
              <a:gd name="connsiteY6" fmla="*/ 558009 h 609586"/>
              <a:gd name="connsiteX7" fmla="*/ 423329 w 609586"/>
              <a:gd name="connsiteY7" fmla="*/ 396374 h 609586"/>
              <a:gd name="connsiteX8" fmla="*/ 409852 w 609586"/>
              <a:gd name="connsiteY8" fmla="*/ 390766 h 609586"/>
              <a:gd name="connsiteX9" fmla="*/ 199987 w 609586"/>
              <a:gd name="connsiteY9" fmla="*/ 76185 h 609586"/>
              <a:gd name="connsiteX10" fmla="*/ 76185 w 609586"/>
              <a:gd name="connsiteY10" fmla="*/ 199988 h 609586"/>
              <a:gd name="connsiteX11" fmla="*/ 199987 w 609586"/>
              <a:gd name="connsiteY11" fmla="*/ 323790 h 609586"/>
              <a:gd name="connsiteX12" fmla="*/ 323790 w 609586"/>
              <a:gd name="connsiteY12" fmla="*/ 199988 h 609586"/>
              <a:gd name="connsiteX13" fmla="*/ 199987 w 609586"/>
              <a:gd name="connsiteY13" fmla="*/ 76185 h 609586"/>
              <a:gd name="connsiteX14" fmla="*/ 199987 w 609586"/>
              <a:gd name="connsiteY14" fmla="*/ 57139 h 609586"/>
              <a:gd name="connsiteX15" fmla="*/ 342836 w 609586"/>
              <a:gd name="connsiteY15" fmla="*/ 199988 h 609586"/>
              <a:gd name="connsiteX16" fmla="*/ 199987 w 609586"/>
              <a:gd name="connsiteY16" fmla="*/ 342836 h 609586"/>
              <a:gd name="connsiteX17" fmla="*/ 57139 w 609586"/>
              <a:gd name="connsiteY17" fmla="*/ 199988 h 609586"/>
              <a:gd name="connsiteX18" fmla="*/ 199987 w 609586"/>
              <a:gd name="connsiteY18" fmla="*/ 57139 h 609586"/>
              <a:gd name="connsiteX19" fmla="*/ 200020 w 609586"/>
              <a:gd name="connsiteY19" fmla="*/ 19050 h 609586"/>
              <a:gd name="connsiteX20" fmla="*/ 19050 w 609586"/>
              <a:gd name="connsiteY20" fmla="*/ 200020 h 609586"/>
              <a:gd name="connsiteX21" fmla="*/ 200020 w 609586"/>
              <a:gd name="connsiteY21" fmla="*/ 380991 h 609586"/>
              <a:gd name="connsiteX22" fmla="*/ 380991 w 609586"/>
              <a:gd name="connsiteY22" fmla="*/ 200020 h 609586"/>
              <a:gd name="connsiteX23" fmla="*/ 200020 w 609586"/>
              <a:gd name="connsiteY23" fmla="*/ 19050 h 609586"/>
              <a:gd name="connsiteX24" fmla="*/ 200020 w 609586"/>
              <a:gd name="connsiteY24" fmla="*/ 0 h 609586"/>
              <a:gd name="connsiteX25" fmla="*/ 400041 w 609586"/>
              <a:gd name="connsiteY25" fmla="*/ 200020 h 609586"/>
              <a:gd name="connsiteX26" fmla="*/ 347464 w 609586"/>
              <a:gd name="connsiteY26" fmla="*/ 334701 h 609586"/>
              <a:gd name="connsiteX27" fmla="*/ 349655 w 609586"/>
              <a:gd name="connsiteY27" fmla="*/ 336177 h 609586"/>
              <a:gd name="connsiteX28" fmla="*/ 390707 w 609586"/>
              <a:gd name="connsiteY28" fmla="*/ 377229 h 609586"/>
              <a:gd name="connsiteX29" fmla="*/ 436806 w 609586"/>
              <a:gd name="connsiteY29" fmla="*/ 382896 h 609586"/>
              <a:gd name="connsiteX30" fmla="*/ 598442 w 609586"/>
              <a:gd name="connsiteY30" fmla="*/ 544532 h 609586"/>
              <a:gd name="connsiteX31" fmla="*/ 609586 w 609586"/>
              <a:gd name="connsiteY31" fmla="*/ 571487 h 609586"/>
              <a:gd name="connsiteX32" fmla="*/ 598442 w 609586"/>
              <a:gd name="connsiteY32" fmla="*/ 598442 h 609586"/>
              <a:gd name="connsiteX33" fmla="*/ 571487 w 609586"/>
              <a:gd name="connsiteY33" fmla="*/ 609586 h 609586"/>
              <a:gd name="connsiteX34" fmla="*/ 544579 w 609586"/>
              <a:gd name="connsiteY34" fmla="*/ 598442 h 609586"/>
              <a:gd name="connsiteX35" fmla="*/ 382944 w 609586"/>
              <a:gd name="connsiteY35" fmla="*/ 436806 h 609586"/>
              <a:gd name="connsiteX36" fmla="*/ 377134 w 609586"/>
              <a:gd name="connsiteY36" fmla="*/ 390611 h 609586"/>
              <a:gd name="connsiteX37" fmla="*/ 336177 w 609586"/>
              <a:gd name="connsiteY37" fmla="*/ 349655 h 609586"/>
              <a:gd name="connsiteX38" fmla="*/ 334701 w 609586"/>
              <a:gd name="connsiteY38" fmla="*/ 347464 h 609586"/>
              <a:gd name="connsiteX39" fmla="*/ 200020 w 609586"/>
              <a:gd name="connsiteY39" fmla="*/ 400041 h 609586"/>
              <a:gd name="connsiteX40" fmla="*/ 0 w 609586"/>
              <a:gd name="connsiteY40" fmla="*/ 200020 h 609586"/>
              <a:gd name="connsiteX41" fmla="*/ 200020 w 609586"/>
              <a:gd name="connsiteY41" fmla="*/ 0 h 60958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Lst>
            <a:rect l="l" t="t" r="r" b="b"/>
            <a:pathLst>
              <a:path w="609586" h="609586">
                <a:moveTo>
                  <a:pt x="409852" y="390766"/>
                </a:moveTo>
                <a:cubicBezTo>
                  <a:pt x="404970" y="390766"/>
                  <a:pt x="400089" y="392635"/>
                  <a:pt x="396374" y="396374"/>
                </a:cubicBezTo>
                <a:cubicBezTo>
                  <a:pt x="388897" y="403803"/>
                  <a:pt x="388897" y="415900"/>
                  <a:pt x="396374" y="423329"/>
                </a:cubicBezTo>
                <a:lnTo>
                  <a:pt x="558009" y="584964"/>
                </a:lnTo>
                <a:cubicBezTo>
                  <a:pt x="565581" y="592156"/>
                  <a:pt x="577392" y="592156"/>
                  <a:pt x="584964" y="584964"/>
                </a:cubicBezTo>
                <a:cubicBezTo>
                  <a:pt x="588536" y="581345"/>
                  <a:pt x="590536" y="576583"/>
                  <a:pt x="590536" y="571487"/>
                </a:cubicBezTo>
                <a:cubicBezTo>
                  <a:pt x="590536" y="566391"/>
                  <a:pt x="588536" y="561629"/>
                  <a:pt x="584964" y="558009"/>
                </a:cubicBezTo>
                <a:lnTo>
                  <a:pt x="423329" y="396374"/>
                </a:lnTo>
                <a:cubicBezTo>
                  <a:pt x="419614" y="392635"/>
                  <a:pt x="414733" y="390766"/>
                  <a:pt x="409852" y="390766"/>
                </a:cubicBezTo>
                <a:close/>
                <a:moveTo>
                  <a:pt x="199987" y="76185"/>
                </a:moveTo>
                <a:cubicBezTo>
                  <a:pt x="131706" y="76185"/>
                  <a:pt x="76185" y="131706"/>
                  <a:pt x="76185" y="199988"/>
                </a:cubicBezTo>
                <a:cubicBezTo>
                  <a:pt x="76185" y="268269"/>
                  <a:pt x="131706" y="323790"/>
                  <a:pt x="199987" y="323790"/>
                </a:cubicBezTo>
                <a:cubicBezTo>
                  <a:pt x="268269" y="323790"/>
                  <a:pt x="323790" y="268269"/>
                  <a:pt x="323790" y="199988"/>
                </a:cubicBezTo>
                <a:cubicBezTo>
                  <a:pt x="323790" y="131706"/>
                  <a:pt x="268269" y="76185"/>
                  <a:pt x="199987" y="76185"/>
                </a:cubicBezTo>
                <a:close/>
                <a:moveTo>
                  <a:pt x="199987" y="57139"/>
                </a:moveTo>
                <a:cubicBezTo>
                  <a:pt x="278745" y="57139"/>
                  <a:pt x="342836" y="121230"/>
                  <a:pt x="342836" y="199988"/>
                </a:cubicBezTo>
                <a:cubicBezTo>
                  <a:pt x="342836" y="278745"/>
                  <a:pt x="278745" y="342836"/>
                  <a:pt x="199987" y="342836"/>
                </a:cubicBezTo>
                <a:cubicBezTo>
                  <a:pt x="121230" y="342836"/>
                  <a:pt x="57139" y="278745"/>
                  <a:pt x="57139" y="199988"/>
                </a:cubicBezTo>
                <a:cubicBezTo>
                  <a:pt x="57139" y="121230"/>
                  <a:pt x="121230" y="57139"/>
                  <a:pt x="199987" y="57139"/>
                </a:cubicBezTo>
                <a:close/>
                <a:moveTo>
                  <a:pt x="200020" y="19050"/>
                </a:moveTo>
                <a:cubicBezTo>
                  <a:pt x="100248" y="19050"/>
                  <a:pt x="19050" y="100248"/>
                  <a:pt x="19050" y="200020"/>
                </a:cubicBezTo>
                <a:cubicBezTo>
                  <a:pt x="19050" y="299793"/>
                  <a:pt x="100248" y="380991"/>
                  <a:pt x="200020" y="380991"/>
                </a:cubicBezTo>
                <a:cubicBezTo>
                  <a:pt x="299793" y="380991"/>
                  <a:pt x="380991" y="299793"/>
                  <a:pt x="380991" y="200020"/>
                </a:cubicBezTo>
                <a:cubicBezTo>
                  <a:pt x="380991" y="100248"/>
                  <a:pt x="299793" y="19050"/>
                  <a:pt x="200020" y="19050"/>
                </a:cubicBezTo>
                <a:close/>
                <a:moveTo>
                  <a:pt x="200020" y="0"/>
                </a:moveTo>
                <a:cubicBezTo>
                  <a:pt x="310317" y="0"/>
                  <a:pt x="400041" y="89723"/>
                  <a:pt x="400041" y="200020"/>
                </a:cubicBezTo>
                <a:cubicBezTo>
                  <a:pt x="400041" y="249930"/>
                  <a:pt x="381277" y="297983"/>
                  <a:pt x="347464" y="334701"/>
                </a:cubicBezTo>
                <a:cubicBezTo>
                  <a:pt x="348226" y="335129"/>
                  <a:pt x="348988" y="335510"/>
                  <a:pt x="349655" y="336177"/>
                </a:cubicBezTo>
                <a:lnTo>
                  <a:pt x="390707" y="377229"/>
                </a:lnTo>
                <a:cubicBezTo>
                  <a:pt x="405184" y="369038"/>
                  <a:pt x="424710" y="370847"/>
                  <a:pt x="436806" y="382896"/>
                </a:cubicBezTo>
                <a:lnTo>
                  <a:pt x="598442" y="544532"/>
                </a:lnTo>
                <a:cubicBezTo>
                  <a:pt x="605633" y="551771"/>
                  <a:pt x="609586" y="561295"/>
                  <a:pt x="609586" y="571487"/>
                </a:cubicBezTo>
                <a:cubicBezTo>
                  <a:pt x="609586" y="581678"/>
                  <a:pt x="605633" y="591203"/>
                  <a:pt x="598442" y="598442"/>
                </a:cubicBezTo>
                <a:cubicBezTo>
                  <a:pt x="591203" y="605633"/>
                  <a:pt x="581678" y="609586"/>
                  <a:pt x="571487" y="609586"/>
                </a:cubicBezTo>
                <a:cubicBezTo>
                  <a:pt x="561295" y="609586"/>
                  <a:pt x="551771" y="605633"/>
                  <a:pt x="544579" y="598442"/>
                </a:cubicBezTo>
                <a:lnTo>
                  <a:pt x="382944" y="436806"/>
                </a:lnTo>
                <a:cubicBezTo>
                  <a:pt x="370562" y="424615"/>
                  <a:pt x="368180" y="405518"/>
                  <a:pt x="377134" y="390611"/>
                </a:cubicBezTo>
                <a:lnTo>
                  <a:pt x="336177" y="349655"/>
                </a:lnTo>
                <a:cubicBezTo>
                  <a:pt x="335510" y="348988"/>
                  <a:pt x="335129" y="348226"/>
                  <a:pt x="334701" y="347464"/>
                </a:cubicBezTo>
                <a:cubicBezTo>
                  <a:pt x="299126" y="379991"/>
                  <a:pt x="251930" y="400041"/>
                  <a:pt x="200020" y="400041"/>
                </a:cubicBezTo>
                <a:cubicBezTo>
                  <a:pt x="89723" y="400041"/>
                  <a:pt x="0" y="310317"/>
                  <a:pt x="0" y="200020"/>
                </a:cubicBezTo>
                <a:cubicBezTo>
                  <a:pt x="0" y="89723"/>
                  <a:pt x="89723" y="0"/>
                  <a:pt x="200020" y="0"/>
                </a:cubicBezTo>
                <a:close/>
              </a:path>
            </a:pathLst>
          </a:cu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9" name="iconfont-10043-4933455">
            <a:extLst>
              <a:ext uri="{FF2B5EF4-FFF2-40B4-BE49-F238E27FC236}">
                <a16:creationId xmlns:a16="http://schemas.microsoft.com/office/drawing/2014/main" id="{6B464D4A-BAD2-4A9B-B938-BB2416360C1F}"/>
              </a:ext>
            </a:extLst>
          </p:cNvPr>
          <p:cNvSpPr/>
          <p:nvPr/>
        </p:nvSpPr>
        <p:spPr>
          <a:xfrm>
            <a:off x="5412853" y="2657978"/>
            <a:ext cx="246831" cy="246831"/>
          </a:xfrm>
          <a:custGeom>
            <a:avLst/>
            <a:gdLst>
              <a:gd name="T0" fmla="*/ 9765 w 10164"/>
              <a:gd name="T1" fmla="*/ 3104 h 10164"/>
              <a:gd name="T2" fmla="*/ 8675 w 10164"/>
              <a:gd name="T3" fmla="*/ 1488 h 10164"/>
              <a:gd name="T4" fmla="*/ 7060 w 10164"/>
              <a:gd name="T5" fmla="*/ 399 h 10164"/>
              <a:gd name="T6" fmla="*/ 5082 w 10164"/>
              <a:gd name="T7" fmla="*/ 0 h 10164"/>
              <a:gd name="T8" fmla="*/ 3103 w 10164"/>
              <a:gd name="T9" fmla="*/ 399 h 10164"/>
              <a:gd name="T10" fmla="*/ 1488 w 10164"/>
              <a:gd name="T11" fmla="*/ 1488 h 10164"/>
              <a:gd name="T12" fmla="*/ 398 w 10164"/>
              <a:gd name="T13" fmla="*/ 3104 h 10164"/>
              <a:gd name="T14" fmla="*/ 0 w 10164"/>
              <a:gd name="T15" fmla="*/ 5082 h 10164"/>
              <a:gd name="T16" fmla="*/ 398 w 10164"/>
              <a:gd name="T17" fmla="*/ 7060 h 10164"/>
              <a:gd name="T18" fmla="*/ 1488 w 10164"/>
              <a:gd name="T19" fmla="*/ 8676 h 10164"/>
              <a:gd name="T20" fmla="*/ 3103 w 10164"/>
              <a:gd name="T21" fmla="*/ 9765 h 10164"/>
              <a:gd name="T22" fmla="*/ 5082 w 10164"/>
              <a:gd name="T23" fmla="*/ 10164 h 10164"/>
              <a:gd name="T24" fmla="*/ 7060 w 10164"/>
              <a:gd name="T25" fmla="*/ 9765 h 10164"/>
              <a:gd name="T26" fmla="*/ 8675 w 10164"/>
              <a:gd name="T27" fmla="*/ 8676 h 10164"/>
              <a:gd name="T28" fmla="*/ 9765 w 10164"/>
              <a:gd name="T29" fmla="*/ 7060 h 10164"/>
              <a:gd name="T30" fmla="*/ 10164 w 10164"/>
              <a:gd name="T31" fmla="*/ 5082 h 10164"/>
              <a:gd name="T32" fmla="*/ 9765 w 10164"/>
              <a:gd name="T33" fmla="*/ 3104 h 10164"/>
              <a:gd name="T34" fmla="*/ 7929 w 10164"/>
              <a:gd name="T35" fmla="*/ 3706 h 10164"/>
              <a:gd name="T36" fmla="*/ 4426 w 10164"/>
              <a:gd name="T37" fmla="*/ 7209 h 10164"/>
              <a:gd name="T38" fmla="*/ 3912 w 10164"/>
              <a:gd name="T39" fmla="*/ 7209 h 10164"/>
              <a:gd name="T40" fmla="*/ 2122 w 10164"/>
              <a:gd name="T41" fmla="*/ 5419 h 10164"/>
              <a:gd name="T42" fmla="*/ 2122 w 10164"/>
              <a:gd name="T43" fmla="*/ 4904 h 10164"/>
              <a:gd name="T44" fmla="*/ 2636 w 10164"/>
              <a:gd name="T45" fmla="*/ 4904 h 10164"/>
              <a:gd name="T46" fmla="*/ 4168 w 10164"/>
              <a:gd name="T47" fmla="*/ 6437 h 10164"/>
              <a:gd name="T48" fmla="*/ 7413 w 10164"/>
              <a:gd name="T49" fmla="*/ 3192 h 10164"/>
              <a:gd name="T50" fmla="*/ 7928 w 10164"/>
              <a:gd name="T51" fmla="*/ 3192 h 10164"/>
              <a:gd name="T52" fmla="*/ 7929 w 10164"/>
              <a:gd name="T53" fmla="*/ 3706 h 1016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10164" h="10164">
                <a:moveTo>
                  <a:pt x="9765" y="3104"/>
                </a:moveTo>
                <a:cubicBezTo>
                  <a:pt x="9508" y="2499"/>
                  <a:pt x="9143" y="1955"/>
                  <a:pt x="8675" y="1488"/>
                </a:cubicBezTo>
                <a:cubicBezTo>
                  <a:pt x="8208" y="1021"/>
                  <a:pt x="7665" y="655"/>
                  <a:pt x="7060" y="399"/>
                </a:cubicBezTo>
                <a:cubicBezTo>
                  <a:pt x="6433" y="133"/>
                  <a:pt x="5767" y="0"/>
                  <a:pt x="5082" y="0"/>
                </a:cubicBezTo>
                <a:cubicBezTo>
                  <a:pt x="4396" y="0"/>
                  <a:pt x="3730" y="135"/>
                  <a:pt x="3103" y="399"/>
                </a:cubicBezTo>
                <a:cubicBezTo>
                  <a:pt x="2498" y="655"/>
                  <a:pt x="1955" y="1021"/>
                  <a:pt x="1488" y="1488"/>
                </a:cubicBezTo>
                <a:cubicBezTo>
                  <a:pt x="1020" y="1955"/>
                  <a:pt x="655" y="2499"/>
                  <a:pt x="398" y="3104"/>
                </a:cubicBezTo>
                <a:cubicBezTo>
                  <a:pt x="133" y="3730"/>
                  <a:pt x="0" y="4396"/>
                  <a:pt x="0" y="5082"/>
                </a:cubicBezTo>
                <a:cubicBezTo>
                  <a:pt x="0" y="5768"/>
                  <a:pt x="135" y="6434"/>
                  <a:pt x="398" y="7060"/>
                </a:cubicBezTo>
                <a:cubicBezTo>
                  <a:pt x="655" y="7666"/>
                  <a:pt x="1020" y="8209"/>
                  <a:pt x="1488" y="8676"/>
                </a:cubicBezTo>
                <a:cubicBezTo>
                  <a:pt x="1955" y="9143"/>
                  <a:pt x="2498" y="9509"/>
                  <a:pt x="3103" y="9765"/>
                </a:cubicBezTo>
                <a:cubicBezTo>
                  <a:pt x="3730" y="10031"/>
                  <a:pt x="4396" y="10164"/>
                  <a:pt x="5082" y="10164"/>
                </a:cubicBezTo>
                <a:cubicBezTo>
                  <a:pt x="5767" y="10164"/>
                  <a:pt x="6433" y="10029"/>
                  <a:pt x="7060" y="9765"/>
                </a:cubicBezTo>
                <a:cubicBezTo>
                  <a:pt x="7665" y="9509"/>
                  <a:pt x="8208" y="9143"/>
                  <a:pt x="8675" y="8676"/>
                </a:cubicBezTo>
                <a:cubicBezTo>
                  <a:pt x="9143" y="8209"/>
                  <a:pt x="9508" y="7666"/>
                  <a:pt x="9765" y="7060"/>
                </a:cubicBezTo>
                <a:cubicBezTo>
                  <a:pt x="10030" y="6434"/>
                  <a:pt x="10164" y="5768"/>
                  <a:pt x="10164" y="5082"/>
                </a:cubicBezTo>
                <a:cubicBezTo>
                  <a:pt x="10164" y="4396"/>
                  <a:pt x="10029" y="3730"/>
                  <a:pt x="9765" y="3104"/>
                </a:cubicBezTo>
                <a:close/>
                <a:moveTo>
                  <a:pt x="7929" y="3706"/>
                </a:moveTo>
                <a:lnTo>
                  <a:pt x="4426" y="7209"/>
                </a:lnTo>
                <a:cubicBezTo>
                  <a:pt x="4285" y="7350"/>
                  <a:pt x="4053" y="7350"/>
                  <a:pt x="3912" y="7209"/>
                </a:cubicBezTo>
                <a:lnTo>
                  <a:pt x="2122" y="5419"/>
                </a:lnTo>
                <a:cubicBezTo>
                  <a:pt x="1981" y="5278"/>
                  <a:pt x="1981" y="5046"/>
                  <a:pt x="2122" y="4904"/>
                </a:cubicBezTo>
                <a:cubicBezTo>
                  <a:pt x="2263" y="4763"/>
                  <a:pt x="2495" y="4763"/>
                  <a:pt x="2636" y="4904"/>
                </a:cubicBezTo>
                <a:lnTo>
                  <a:pt x="4168" y="6437"/>
                </a:lnTo>
                <a:lnTo>
                  <a:pt x="7413" y="3192"/>
                </a:lnTo>
                <a:cubicBezTo>
                  <a:pt x="7554" y="3051"/>
                  <a:pt x="7786" y="3051"/>
                  <a:pt x="7928" y="3192"/>
                </a:cubicBezTo>
                <a:cubicBezTo>
                  <a:pt x="8070" y="3333"/>
                  <a:pt x="8070" y="3563"/>
                  <a:pt x="7929" y="3706"/>
                </a:cubicBezTo>
                <a:close/>
              </a:path>
            </a:pathLst>
          </a:custGeom>
          <a:solidFill>
            <a:schemeClr val="accent4"/>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5" name="矩形 4">
            <a:extLst>
              <a:ext uri="{FF2B5EF4-FFF2-40B4-BE49-F238E27FC236}">
                <a16:creationId xmlns:a16="http://schemas.microsoft.com/office/drawing/2014/main" id="{D1C2AB19-0F8D-4DE4-9668-493555FD93D6}"/>
              </a:ext>
            </a:extLst>
          </p:cNvPr>
          <p:cNvSpPr/>
          <p:nvPr/>
        </p:nvSpPr>
        <p:spPr>
          <a:xfrm>
            <a:off x="6182623" y="2664559"/>
            <a:ext cx="520997" cy="246831"/>
          </a:xfrm>
          <a:prstGeom prst="rect">
            <a:avLst/>
          </a:prstGeom>
          <a:solidFill>
            <a:schemeClr val="accent4">
              <a:alpha val="74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78" name="文本框 77">
            <a:extLst>
              <a:ext uri="{FF2B5EF4-FFF2-40B4-BE49-F238E27FC236}">
                <a16:creationId xmlns:a16="http://schemas.microsoft.com/office/drawing/2014/main" id="{DCF1D175-5875-4566-B9B3-14AE2EF73B07}"/>
              </a:ext>
            </a:extLst>
          </p:cNvPr>
          <p:cNvSpPr txBox="1"/>
          <p:nvPr/>
        </p:nvSpPr>
        <p:spPr>
          <a:xfrm>
            <a:off x="5798323" y="3853043"/>
            <a:ext cx="688835" cy="369332"/>
          </a:xfrm>
          <a:prstGeom prst="rect">
            <a:avLst/>
          </a:prstGeom>
          <a:noFill/>
        </p:spPr>
        <p:txBody>
          <a:bodyPr wrap="square" rtlCol="0">
            <a:spAutoFit/>
          </a:bodyPr>
          <a:lstStyle/>
          <a:p>
            <a:pPr algn="ctr"/>
            <a:r>
              <a:rPr lang="zh-CN" altLang="en-US" b="1" dirty="0">
                <a:solidFill>
                  <a:schemeClr val="accent1">
                    <a:lumMod val="75000"/>
                  </a:schemeClr>
                </a:solidFill>
              </a:rPr>
              <a:t>丢弃</a:t>
            </a:r>
          </a:p>
        </p:txBody>
      </p:sp>
    </p:spTree>
    <p:custDataLst>
      <p:tags r:id="rId1"/>
    </p:custDataLst>
    <p:extLst>
      <p:ext uri="{BB962C8B-B14F-4D97-AF65-F5344CB8AC3E}">
        <p14:creationId xmlns:p14="http://schemas.microsoft.com/office/powerpoint/2010/main" val="2993305115"/>
      </p:ext>
    </p:extLst>
  </p:cSld>
  <p:clrMapOvr>
    <a:masterClrMapping/>
  </p:clrMapOvr>
  <mc:AlternateContent xmlns:mc="http://schemas.openxmlformats.org/markup-compatibility/2006" xmlns:p14="http://schemas.microsoft.com/office/powerpoint/2010/main">
    <mc:Choice Requires="p14">
      <p:transition p14:dur="10"/>
    </mc:Choice>
    <mc:Fallback xmlns="">
      <p:transition/>
    </mc:Fallback>
  </mc:AlternateContent>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2" presetClass="entr" presetSubtype="8" fill="hold" nodeType="clickEffect">
                                  <p:stCondLst>
                                    <p:cond delay="0"/>
                                  </p:stCondLst>
                                  <p:childTnLst>
                                    <p:set>
                                      <p:cBhvr>
                                        <p:cTn id="6" dur="1" fill="hold">
                                          <p:stCondLst>
                                            <p:cond delay="0"/>
                                          </p:stCondLst>
                                        </p:cTn>
                                        <p:tgtEl>
                                          <p:spTgt spid="17"/>
                                        </p:tgtEl>
                                        <p:attrNameLst>
                                          <p:attrName>style.visibility</p:attrName>
                                        </p:attrNameLst>
                                      </p:cBhvr>
                                      <p:to>
                                        <p:strVal val="visible"/>
                                      </p:to>
                                    </p:set>
                                    <p:anim calcmode="lin" valueType="num">
                                      <p:cBhvr additive="base">
                                        <p:cTn id="7" dur="500"/>
                                        <p:tgtEl>
                                          <p:spTgt spid="17"/>
                                        </p:tgtEl>
                                        <p:attrNameLst>
                                          <p:attrName>ppt_x</p:attrName>
                                        </p:attrNameLst>
                                      </p:cBhvr>
                                      <p:tavLst>
                                        <p:tav tm="0">
                                          <p:val>
                                            <p:strVal val="#ppt_x-#ppt_w*1.125000"/>
                                          </p:val>
                                        </p:tav>
                                        <p:tav tm="100000">
                                          <p:val>
                                            <p:strVal val="#ppt_x"/>
                                          </p:val>
                                        </p:tav>
                                      </p:tavLst>
                                    </p:anim>
                                    <p:animEffect transition="in" filter="wipe(right)">
                                      <p:cBhvr>
                                        <p:cTn id="8" dur="500"/>
                                        <p:tgtEl>
                                          <p:spTgt spid="17"/>
                                        </p:tgtEl>
                                      </p:cBhvr>
                                    </p:animEffect>
                                  </p:childTnLst>
                                </p:cTn>
                              </p:par>
                            </p:childTnLst>
                          </p:cTn>
                        </p:par>
                      </p:childTnLst>
                    </p:cTn>
                  </p:par>
                  <p:par>
                    <p:cTn id="9" fill="hold">
                      <p:stCondLst>
                        <p:cond delay="indefinite"/>
                      </p:stCondLst>
                      <p:childTnLst>
                        <p:par>
                          <p:cTn id="10" fill="hold">
                            <p:stCondLst>
                              <p:cond delay="0"/>
                            </p:stCondLst>
                            <p:childTnLst>
                              <p:par>
                                <p:cTn id="11" presetID="12" presetClass="entr" presetSubtype="4" fill="hold" nodeType="clickEffect">
                                  <p:stCondLst>
                                    <p:cond delay="0"/>
                                  </p:stCondLst>
                                  <p:childTnLst>
                                    <p:set>
                                      <p:cBhvr>
                                        <p:cTn id="12" dur="1" fill="hold">
                                          <p:stCondLst>
                                            <p:cond delay="0"/>
                                          </p:stCondLst>
                                        </p:cTn>
                                        <p:tgtEl>
                                          <p:spTgt spid="70"/>
                                        </p:tgtEl>
                                        <p:attrNameLst>
                                          <p:attrName>style.visibility</p:attrName>
                                        </p:attrNameLst>
                                      </p:cBhvr>
                                      <p:to>
                                        <p:strVal val="visible"/>
                                      </p:to>
                                    </p:set>
                                    <p:anim calcmode="lin" valueType="num">
                                      <p:cBhvr additive="base">
                                        <p:cTn id="13" dur="500"/>
                                        <p:tgtEl>
                                          <p:spTgt spid="70"/>
                                        </p:tgtEl>
                                        <p:attrNameLst>
                                          <p:attrName>ppt_y</p:attrName>
                                        </p:attrNameLst>
                                      </p:cBhvr>
                                      <p:tavLst>
                                        <p:tav tm="0">
                                          <p:val>
                                            <p:strVal val="#ppt_y+#ppt_h*1.125000"/>
                                          </p:val>
                                        </p:tav>
                                        <p:tav tm="100000">
                                          <p:val>
                                            <p:strVal val="#ppt_y"/>
                                          </p:val>
                                        </p:tav>
                                      </p:tavLst>
                                    </p:anim>
                                    <p:animEffect transition="in" filter="wipe(up)">
                                      <p:cBhvr>
                                        <p:cTn id="14" dur="500"/>
                                        <p:tgtEl>
                                          <p:spTgt spid="70"/>
                                        </p:tgtEl>
                                      </p:cBhvr>
                                    </p:animEffect>
                                  </p:childTnLst>
                                </p:cTn>
                              </p:par>
                              <p:par>
                                <p:cTn id="15" presetID="12" presetClass="entr" presetSubtype="1" fill="hold" nodeType="withEffect">
                                  <p:stCondLst>
                                    <p:cond delay="0"/>
                                  </p:stCondLst>
                                  <p:childTnLst>
                                    <p:set>
                                      <p:cBhvr>
                                        <p:cTn id="16" dur="1" fill="hold">
                                          <p:stCondLst>
                                            <p:cond delay="0"/>
                                          </p:stCondLst>
                                        </p:cTn>
                                        <p:tgtEl>
                                          <p:spTgt spid="75"/>
                                        </p:tgtEl>
                                        <p:attrNameLst>
                                          <p:attrName>style.visibility</p:attrName>
                                        </p:attrNameLst>
                                      </p:cBhvr>
                                      <p:to>
                                        <p:strVal val="visible"/>
                                      </p:to>
                                    </p:set>
                                    <p:anim calcmode="lin" valueType="num">
                                      <p:cBhvr additive="base">
                                        <p:cTn id="17" dur="500"/>
                                        <p:tgtEl>
                                          <p:spTgt spid="75"/>
                                        </p:tgtEl>
                                        <p:attrNameLst>
                                          <p:attrName>ppt_y</p:attrName>
                                        </p:attrNameLst>
                                      </p:cBhvr>
                                      <p:tavLst>
                                        <p:tav tm="0">
                                          <p:val>
                                            <p:strVal val="#ppt_y-#ppt_h*1.125000"/>
                                          </p:val>
                                        </p:tav>
                                        <p:tav tm="100000">
                                          <p:val>
                                            <p:strVal val="#ppt_y"/>
                                          </p:val>
                                        </p:tav>
                                      </p:tavLst>
                                    </p:anim>
                                    <p:animEffect transition="in" filter="wipe(down)">
                                      <p:cBhvr>
                                        <p:cTn id="18" dur="500"/>
                                        <p:tgtEl>
                                          <p:spTgt spid="75"/>
                                        </p:tgtEl>
                                      </p:cBhvr>
                                    </p:animEffect>
                                  </p:childTnLst>
                                </p:cTn>
                              </p:par>
                              <p:par>
                                <p:cTn id="19" presetID="12" presetClass="entr" presetSubtype="8" fill="hold" nodeType="withEffect">
                                  <p:stCondLst>
                                    <p:cond delay="0"/>
                                  </p:stCondLst>
                                  <p:childTnLst>
                                    <p:set>
                                      <p:cBhvr>
                                        <p:cTn id="20" dur="1" fill="hold">
                                          <p:stCondLst>
                                            <p:cond delay="0"/>
                                          </p:stCondLst>
                                        </p:cTn>
                                        <p:tgtEl>
                                          <p:spTgt spid="81"/>
                                        </p:tgtEl>
                                        <p:attrNameLst>
                                          <p:attrName>style.visibility</p:attrName>
                                        </p:attrNameLst>
                                      </p:cBhvr>
                                      <p:to>
                                        <p:strVal val="visible"/>
                                      </p:to>
                                    </p:set>
                                    <p:anim calcmode="lin" valueType="num">
                                      <p:cBhvr additive="base">
                                        <p:cTn id="21" dur="500"/>
                                        <p:tgtEl>
                                          <p:spTgt spid="81"/>
                                        </p:tgtEl>
                                        <p:attrNameLst>
                                          <p:attrName>ppt_x</p:attrName>
                                        </p:attrNameLst>
                                      </p:cBhvr>
                                      <p:tavLst>
                                        <p:tav tm="0">
                                          <p:val>
                                            <p:strVal val="#ppt_x-#ppt_w*1.125000"/>
                                          </p:val>
                                        </p:tav>
                                        <p:tav tm="100000">
                                          <p:val>
                                            <p:strVal val="#ppt_x"/>
                                          </p:val>
                                        </p:tav>
                                      </p:tavLst>
                                    </p:anim>
                                    <p:animEffect transition="in" filter="wipe(right)">
                                      <p:cBhvr>
                                        <p:cTn id="22" dur="500"/>
                                        <p:tgtEl>
                                          <p:spTgt spid="81"/>
                                        </p:tgtEl>
                                      </p:cBhvr>
                                    </p:animEffect>
                                  </p:childTnLst>
                                </p:cTn>
                              </p:par>
                            </p:childTnLst>
                          </p:cTn>
                        </p:par>
                      </p:childTnLst>
                    </p:cTn>
                  </p:par>
                  <p:par>
                    <p:cTn id="23" fill="hold">
                      <p:stCondLst>
                        <p:cond delay="indefinite"/>
                      </p:stCondLst>
                      <p:childTnLst>
                        <p:par>
                          <p:cTn id="24" fill="hold">
                            <p:stCondLst>
                              <p:cond delay="0"/>
                            </p:stCondLst>
                            <p:childTnLst>
                              <p:par>
                                <p:cTn id="25" presetID="53" presetClass="entr" presetSubtype="16" fill="hold" grpId="0" nodeType="clickEffect">
                                  <p:stCondLst>
                                    <p:cond delay="0"/>
                                  </p:stCondLst>
                                  <p:childTnLst>
                                    <p:set>
                                      <p:cBhvr>
                                        <p:cTn id="26" dur="1" fill="hold">
                                          <p:stCondLst>
                                            <p:cond delay="0"/>
                                          </p:stCondLst>
                                        </p:cTn>
                                        <p:tgtEl>
                                          <p:spTgt spid="9"/>
                                        </p:tgtEl>
                                        <p:attrNameLst>
                                          <p:attrName>style.visibility</p:attrName>
                                        </p:attrNameLst>
                                      </p:cBhvr>
                                      <p:to>
                                        <p:strVal val="visible"/>
                                      </p:to>
                                    </p:set>
                                    <p:anim calcmode="lin" valueType="num">
                                      <p:cBhvr>
                                        <p:cTn id="27" dur="500" fill="hold"/>
                                        <p:tgtEl>
                                          <p:spTgt spid="9"/>
                                        </p:tgtEl>
                                        <p:attrNameLst>
                                          <p:attrName>ppt_w</p:attrName>
                                        </p:attrNameLst>
                                      </p:cBhvr>
                                      <p:tavLst>
                                        <p:tav tm="0">
                                          <p:val>
                                            <p:fltVal val="0"/>
                                          </p:val>
                                        </p:tav>
                                        <p:tav tm="100000">
                                          <p:val>
                                            <p:strVal val="#ppt_w"/>
                                          </p:val>
                                        </p:tav>
                                      </p:tavLst>
                                    </p:anim>
                                    <p:anim calcmode="lin" valueType="num">
                                      <p:cBhvr>
                                        <p:cTn id="28" dur="500" fill="hold"/>
                                        <p:tgtEl>
                                          <p:spTgt spid="9"/>
                                        </p:tgtEl>
                                        <p:attrNameLst>
                                          <p:attrName>ppt_h</p:attrName>
                                        </p:attrNameLst>
                                      </p:cBhvr>
                                      <p:tavLst>
                                        <p:tav tm="0">
                                          <p:val>
                                            <p:fltVal val="0"/>
                                          </p:val>
                                        </p:tav>
                                        <p:tav tm="100000">
                                          <p:val>
                                            <p:strVal val="#ppt_h"/>
                                          </p:val>
                                        </p:tav>
                                      </p:tavLst>
                                    </p:anim>
                                    <p:animEffect transition="in" filter="fade">
                                      <p:cBhvr>
                                        <p:cTn id="29" dur="500"/>
                                        <p:tgtEl>
                                          <p:spTgt spid="9"/>
                                        </p:tgtEl>
                                      </p:cBhvr>
                                    </p:animEffect>
                                  </p:childTnLst>
                                </p:cTn>
                              </p:par>
                            </p:childTnLst>
                          </p:cTn>
                        </p:par>
                      </p:childTnLst>
                    </p:cTn>
                  </p:par>
                  <p:par>
                    <p:cTn id="30" fill="hold">
                      <p:stCondLst>
                        <p:cond delay="indefinite"/>
                      </p:stCondLst>
                      <p:childTnLst>
                        <p:par>
                          <p:cTn id="31" fill="hold">
                            <p:stCondLst>
                              <p:cond delay="0"/>
                            </p:stCondLst>
                            <p:childTnLst>
                              <p:par>
                                <p:cTn id="32" presetID="53" presetClass="entr" presetSubtype="16" fill="hold" grpId="0" nodeType="clickEffect">
                                  <p:stCondLst>
                                    <p:cond delay="0"/>
                                  </p:stCondLst>
                                  <p:childTnLst>
                                    <p:set>
                                      <p:cBhvr>
                                        <p:cTn id="33" dur="1" fill="hold">
                                          <p:stCondLst>
                                            <p:cond delay="0"/>
                                          </p:stCondLst>
                                        </p:cTn>
                                        <p:tgtEl>
                                          <p:spTgt spid="104"/>
                                        </p:tgtEl>
                                        <p:attrNameLst>
                                          <p:attrName>style.visibility</p:attrName>
                                        </p:attrNameLst>
                                      </p:cBhvr>
                                      <p:to>
                                        <p:strVal val="visible"/>
                                      </p:to>
                                    </p:set>
                                    <p:anim calcmode="lin" valueType="num">
                                      <p:cBhvr>
                                        <p:cTn id="34" dur="500" fill="hold"/>
                                        <p:tgtEl>
                                          <p:spTgt spid="104"/>
                                        </p:tgtEl>
                                        <p:attrNameLst>
                                          <p:attrName>ppt_w</p:attrName>
                                        </p:attrNameLst>
                                      </p:cBhvr>
                                      <p:tavLst>
                                        <p:tav tm="0">
                                          <p:val>
                                            <p:fltVal val="0"/>
                                          </p:val>
                                        </p:tav>
                                        <p:tav tm="100000">
                                          <p:val>
                                            <p:strVal val="#ppt_w"/>
                                          </p:val>
                                        </p:tav>
                                      </p:tavLst>
                                    </p:anim>
                                    <p:anim calcmode="lin" valueType="num">
                                      <p:cBhvr>
                                        <p:cTn id="35" dur="500" fill="hold"/>
                                        <p:tgtEl>
                                          <p:spTgt spid="104"/>
                                        </p:tgtEl>
                                        <p:attrNameLst>
                                          <p:attrName>ppt_h</p:attrName>
                                        </p:attrNameLst>
                                      </p:cBhvr>
                                      <p:tavLst>
                                        <p:tav tm="0">
                                          <p:val>
                                            <p:fltVal val="0"/>
                                          </p:val>
                                        </p:tav>
                                        <p:tav tm="100000">
                                          <p:val>
                                            <p:strVal val="#ppt_h"/>
                                          </p:val>
                                        </p:tav>
                                      </p:tavLst>
                                    </p:anim>
                                    <p:animEffect transition="in" filter="fade">
                                      <p:cBhvr>
                                        <p:cTn id="36" dur="500"/>
                                        <p:tgtEl>
                                          <p:spTgt spid="104"/>
                                        </p:tgtEl>
                                      </p:cBhvr>
                                    </p:animEffect>
                                  </p:childTnLst>
                                </p:cTn>
                              </p:par>
                            </p:childTnLst>
                          </p:cTn>
                        </p:par>
                      </p:childTnLst>
                    </p:cTn>
                  </p:par>
                  <p:par>
                    <p:cTn id="37" fill="hold">
                      <p:stCondLst>
                        <p:cond delay="indefinite"/>
                      </p:stCondLst>
                      <p:childTnLst>
                        <p:par>
                          <p:cTn id="38" fill="hold">
                            <p:stCondLst>
                              <p:cond delay="0"/>
                            </p:stCondLst>
                            <p:childTnLst>
                              <p:par>
                                <p:cTn id="39" presetID="1" presetClass="entr" presetSubtype="0" fill="hold" grpId="0" nodeType="clickEffect">
                                  <p:stCondLst>
                                    <p:cond delay="0"/>
                                  </p:stCondLst>
                                  <p:childTnLst>
                                    <p:set>
                                      <p:cBhvr>
                                        <p:cTn id="40" dur="1" fill="hold">
                                          <p:stCondLst>
                                            <p:cond delay="0"/>
                                          </p:stCondLst>
                                        </p:cTn>
                                        <p:tgtEl>
                                          <p:spTgt spid="72"/>
                                        </p:tgtEl>
                                        <p:attrNameLst>
                                          <p:attrName>style.visibility</p:attrName>
                                        </p:attrNameLst>
                                      </p:cBhvr>
                                      <p:to>
                                        <p:strVal val="visible"/>
                                      </p:to>
                                    </p:set>
                                  </p:childTnLst>
                                </p:cTn>
                              </p:par>
                            </p:childTnLst>
                          </p:cTn>
                        </p:par>
                        <p:par>
                          <p:cTn id="41" fill="hold">
                            <p:stCondLst>
                              <p:cond delay="0"/>
                            </p:stCondLst>
                            <p:childTnLst>
                              <p:par>
                                <p:cTn id="42" presetID="42" presetClass="path" presetSubtype="0" accel="50000" decel="50000" fill="hold" grpId="1" nodeType="afterEffect">
                                  <p:stCondLst>
                                    <p:cond delay="0"/>
                                  </p:stCondLst>
                                  <p:childTnLst>
                                    <p:animMotion origin="layout" path="M 1.04167E-6 -1.85185E-6 L 1.04167E-6 0.08935 " pathEditMode="relative" rAng="0" ptsTypes="AA">
                                      <p:cBhvr>
                                        <p:cTn id="43" dur="1000" fill="hold"/>
                                        <p:tgtEl>
                                          <p:spTgt spid="72"/>
                                        </p:tgtEl>
                                        <p:attrNameLst>
                                          <p:attrName>ppt_x</p:attrName>
                                          <p:attrName>ppt_y</p:attrName>
                                        </p:attrNameLst>
                                      </p:cBhvr>
                                      <p:rCtr x="0" y="4468"/>
                                    </p:animMotion>
                                  </p:childTnLst>
                                </p:cTn>
                              </p:par>
                            </p:childTnLst>
                          </p:cTn>
                        </p:par>
                        <p:par>
                          <p:cTn id="44" fill="hold">
                            <p:stCondLst>
                              <p:cond delay="1000"/>
                            </p:stCondLst>
                            <p:childTnLst>
                              <p:par>
                                <p:cTn id="45" presetID="53" presetClass="entr" presetSubtype="16" fill="hold" grpId="0" nodeType="afterEffect">
                                  <p:stCondLst>
                                    <p:cond delay="0"/>
                                  </p:stCondLst>
                                  <p:childTnLst>
                                    <p:set>
                                      <p:cBhvr>
                                        <p:cTn id="46" dur="1" fill="hold">
                                          <p:stCondLst>
                                            <p:cond delay="0"/>
                                          </p:stCondLst>
                                        </p:cTn>
                                        <p:tgtEl>
                                          <p:spTgt spid="79"/>
                                        </p:tgtEl>
                                        <p:attrNameLst>
                                          <p:attrName>style.visibility</p:attrName>
                                        </p:attrNameLst>
                                      </p:cBhvr>
                                      <p:to>
                                        <p:strVal val="visible"/>
                                      </p:to>
                                    </p:set>
                                    <p:anim calcmode="lin" valueType="num">
                                      <p:cBhvr>
                                        <p:cTn id="47" dur="500" fill="hold"/>
                                        <p:tgtEl>
                                          <p:spTgt spid="79"/>
                                        </p:tgtEl>
                                        <p:attrNameLst>
                                          <p:attrName>ppt_w</p:attrName>
                                        </p:attrNameLst>
                                      </p:cBhvr>
                                      <p:tavLst>
                                        <p:tav tm="0">
                                          <p:val>
                                            <p:fltVal val="0"/>
                                          </p:val>
                                        </p:tav>
                                        <p:tav tm="100000">
                                          <p:val>
                                            <p:strVal val="#ppt_w"/>
                                          </p:val>
                                        </p:tav>
                                      </p:tavLst>
                                    </p:anim>
                                    <p:anim calcmode="lin" valueType="num">
                                      <p:cBhvr>
                                        <p:cTn id="48" dur="500" fill="hold"/>
                                        <p:tgtEl>
                                          <p:spTgt spid="79"/>
                                        </p:tgtEl>
                                        <p:attrNameLst>
                                          <p:attrName>ppt_h</p:attrName>
                                        </p:attrNameLst>
                                      </p:cBhvr>
                                      <p:tavLst>
                                        <p:tav tm="0">
                                          <p:val>
                                            <p:fltVal val="0"/>
                                          </p:val>
                                        </p:tav>
                                        <p:tav tm="100000">
                                          <p:val>
                                            <p:strVal val="#ppt_h"/>
                                          </p:val>
                                        </p:tav>
                                      </p:tavLst>
                                    </p:anim>
                                    <p:animEffect transition="in" filter="fade">
                                      <p:cBhvr>
                                        <p:cTn id="49" dur="500"/>
                                        <p:tgtEl>
                                          <p:spTgt spid="79"/>
                                        </p:tgtEl>
                                      </p:cBhvr>
                                    </p:animEffect>
                                  </p:childTnLst>
                                </p:cTn>
                              </p:par>
                            </p:childTnLst>
                          </p:cTn>
                        </p:par>
                      </p:childTnLst>
                    </p:cTn>
                  </p:par>
                  <p:par>
                    <p:cTn id="50" fill="hold">
                      <p:stCondLst>
                        <p:cond delay="indefinite"/>
                      </p:stCondLst>
                      <p:childTnLst>
                        <p:par>
                          <p:cTn id="51" fill="hold">
                            <p:stCondLst>
                              <p:cond delay="0"/>
                            </p:stCondLst>
                            <p:childTnLst>
                              <p:par>
                                <p:cTn id="52" presetID="53" presetClass="entr" presetSubtype="16" fill="hold" grpId="0" nodeType="clickEffect">
                                  <p:stCondLst>
                                    <p:cond delay="0"/>
                                  </p:stCondLst>
                                  <p:childTnLst>
                                    <p:set>
                                      <p:cBhvr>
                                        <p:cTn id="53" dur="1" fill="hold">
                                          <p:stCondLst>
                                            <p:cond delay="0"/>
                                          </p:stCondLst>
                                        </p:cTn>
                                        <p:tgtEl>
                                          <p:spTgt spid="5"/>
                                        </p:tgtEl>
                                        <p:attrNameLst>
                                          <p:attrName>style.visibility</p:attrName>
                                        </p:attrNameLst>
                                      </p:cBhvr>
                                      <p:to>
                                        <p:strVal val="visible"/>
                                      </p:to>
                                    </p:set>
                                    <p:anim calcmode="lin" valueType="num">
                                      <p:cBhvr>
                                        <p:cTn id="54" dur="500" fill="hold"/>
                                        <p:tgtEl>
                                          <p:spTgt spid="5"/>
                                        </p:tgtEl>
                                        <p:attrNameLst>
                                          <p:attrName>ppt_w</p:attrName>
                                        </p:attrNameLst>
                                      </p:cBhvr>
                                      <p:tavLst>
                                        <p:tav tm="0">
                                          <p:val>
                                            <p:fltVal val="0"/>
                                          </p:val>
                                        </p:tav>
                                        <p:tav tm="100000">
                                          <p:val>
                                            <p:strVal val="#ppt_w"/>
                                          </p:val>
                                        </p:tav>
                                      </p:tavLst>
                                    </p:anim>
                                    <p:anim calcmode="lin" valueType="num">
                                      <p:cBhvr>
                                        <p:cTn id="55" dur="500" fill="hold"/>
                                        <p:tgtEl>
                                          <p:spTgt spid="5"/>
                                        </p:tgtEl>
                                        <p:attrNameLst>
                                          <p:attrName>ppt_h</p:attrName>
                                        </p:attrNameLst>
                                      </p:cBhvr>
                                      <p:tavLst>
                                        <p:tav tm="0">
                                          <p:val>
                                            <p:fltVal val="0"/>
                                          </p:val>
                                        </p:tav>
                                        <p:tav tm="100000">
                                          <p:val>
                                            <p:strVal val="#ppt_h"/>
                                          </p:val>
                                        </p:tav>
                                      </p:tavLst>
                                    </p:anim>
                                    <p:animEffect transition="in" filter="fade">
                                      <p:cBhvr>
                                        <p:cTn id="56" dur="500"/>
                                        <p:tgtEl>
                                          <p:spTgt spid="5"/>
                                        </p:tgtEl>
                                      </p:cBhvr>
                                    </p:animEffect>
                                  </p:childTnLst>
                                </p:cTn>
                              </p:par>
                            </p:childTnLst>
                          </p:cTn>
                        </p:par>
                      </p:childTnLst>
                    </p:cTn>
                  </p:par>
                  <p:par>
                    <p:cTn id="57" fill="hold">
                      <p:stCondLst>
                        <p:cond delay="indefinite"/>
                      </p:stCondLst>
                      <p:childTnLst>
                        <p:par>
                          <p:cTn id="58" fill="hold">
                            <p:stCondLst>
                              <p:cond delay="0"/>
                            </p:stCondLst>
                            <p:childTnLst>
                              <p:par>
                                <p:cTn id="59" presetID="53" presetClass="entr" presetSubtype="16" fill="hold" grpId="0" nodeType="clickEffect">
                                  <p:stCondLst>
                                    <p:cond delay="0"/>
                                  </p:stCondLst>
                                  <p:childTnLst>
                                    <p:set>
                                      <p:cBhvr>
                                        <p:cTn id="60" dur="1" fill="hold">
                                          <p:stCondLst>
                                            <p:cond delay="0"/>
                                          </p:stCondLst>
                                        </p:cTn>
                                        <p:tgtEl>
                                          <p:spTgt spid="78"/>
                                        </p:tgtEl>
                                        <p:attrNameLst>
                                          <p:attrName>style.visibility</p:attrName>
                                        </p:attrNameLst>
                                      </p:cBhvr>
                                      <p:to>
                                        <p:strVal val="visible"/>
                                      </p:to>
                                    </p:set>
                                    <p:anim calcmode="lin" valueType="num">
                                      <p:cBhvr>
                                        <p:cTn id="61" dur="500" fill="hold"/>
                                        <p:tgtEl>
                                          <p:spTgt spid="78"/>
                                        </p:tgtEl>
                                        <p:attrNameLst>
                                          <p:attrName>ppt_w</p:attrName>
                                        </p:attrNameLst>
                                      </p:cBhvr>
                                      <p:tavLst>
                                        <p:tav tm="0">
                                          <p:val>
                                            <p:fltVal val="0"/>
                                          </p:val>
                                        </p:tav>
                                        <p:tav tm="100000">
                                          <p:val>
                                            <p:strVal val="#ppt_w"/>
                                          </p:val>
                                        </p:tav>
                                      </p:tavLst>
                                    </p:anim>
                                    <p:anim calcmode="lin" valueType="num">
                                      <p:cBhvr>
                                        <p:cTn id="62" dur="500" fill="hold"/>
                                        <p:tgtEl>
                                          <p:spTgt spid="78"/>
                                        </p:tgtEl>
                                        <p:attrNameLst>
                                          <p:attrName>ppt_h</p:attrName>
                                        </p:attrNameLst>
                                      </p:cBhvr>
                                      <p:tavLst>
                                        <p:tav tm="0">
                                          <p:val>
                                            <p:fltVal val="0"/>
                                          </p:val>
                                        </p:tav>
                                        <p:tav tm="100000">
                                          <p:val>
                                            <p:strVal val="#ppt_h"/>
                                          </p:val>
                                        </p:tav>
                                      </p:tavLst>
                                    </p:anim>
                                    <p:animEffect transition="in" filter="fade">
                                      <p:cBhvr>
                                        <p:cTn id="63" dur="500"/>
                                        <p:tgtEl>
                                          <p:spTgt spid="78"/>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9" grpId="0"/>
      <p:bldP spid="104" grpId="0"/>
      <p:bldP spid="72" grpId="0" animBg="1"/>
      <p:bldP spid="72" grpId="1" animBg="1"/>
      <p:bldP spid="79" grpId="0" animBg="1"/>
      <p:bldP spid="5" grpId="0" animBg="1"/>
      <p:bldP spid="78" grpId="0"/>
    </p:bldLst>
  </p:timing>
</p:sld>
</file>

<file path=ppt/slides/slide38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75" name="组合 74">
            <a:extLst>
              <a:ext uri="{FF2B5EF4-FFF2-40B4-BE49-F238E27FC236}">
                <a16:creationId xmlns:a16="http://schemas.microsoft.com/office/drawing/2014/main" id="{302AEA5C-020E-43AF-9F6D-1282DACBA673}"/>
              </a:ext>
            </a:extLst>
          </p:cNvPr>
          <p:cNvGrpSpPr/>
          <p:nvPr/>
        </p:nvGrpSpPr>
        <p:grpSpPr>
          <a:xfrm rot="5400000">
            <a:off x="4300728" y="4979985"/>
            <a:ext cx="818960" cy="400110"/>
            <a:chOff x="3051387" y="3222321"/>
            <a:chExt cx="818960" cy="400110"/>
          </a:xfrm>
        </p:grpSpPr>
        <p:sp>
          <p:nvSpPr>
            <p:cNvPr id="76" name="标注: 右箭头 75">
              <a:extLst>
                <a:ext uri="{FF2B5EF4-FFF2-40B4-BE49-F238E27FC236}">
                  <a16:creationId xmlns:a16="http://schemas.microsoft.com/office/drawing/2014/main" id="{BBA48193-5734-42BB-B35C-E759C48AEB0E}"/>
                </a:ext>
              </a:extLst>
            </p:cNvPr>
            <p:cNvSpPr/>
            <p:nvPr/>
          </p:nvSpPr>
          <p:spPr>
            <a:xfrm>
              <a:off x="3108347" y="3268699"/>
              <a:ext cx="762000" cy="302993"/>
            </a:xfrm>
            <a:prstGeom prst="rightArrowCallout">
              <a:avLst>
                <a:gd name="adj1" fmla="val 25000"/>
                <a:gd name="adj2" fmla="val 25000"/>
                <a:gd name="adj3" fmla="val 25000"/>
                <a:gd name="adj4" fmla="val 85980"/>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sz="2000" b="1" dirty="0">
                <a:solidFill>
                  <a:schemeClr val="tx1"/>
                </a:solidFill>
              </a:endParaRPr>
            </a:p>
          </p:txBody>
        </p:sp>
        <p:sp>
          <p:nvSpPr>
            <p:cNvPr id="77" name="文本框 76">
              <a:extLst>
                <a:ext uri="{FF2B5EF4-FFF2-40B4-BE49-F238E27FC236}">
                  <a16:creationId xmlns:a16="http://schemas.microsoft.com/office/drawing/2014/main" id="{3B91ABEE-4D32-4130-8FF7-B8CB31AC04EB}"/>
                </a:ext>
              </a:extLst>
            </p:cNvPr>
            <p:cNvSpPr txBox="1"/>
            <p:nvPr/>
          </p:nvSpPr>
          <p:spPr>
            <a:xfrm>
              <a:off x="3051387" y="3222321"/>
              <a:ext cx="762000" cy="400110"/>
            </a:xfrm>
            <a:prstGeom prst="rect">
              <a:avLst/>
            </a:prstGeom>
            <a:noFill/>
          </p:spPr>
          <p:txBody>
            <a:bodyPr wrap="square">
              <a:spAutoFit/>
            </a:bodyPr>
            <a:lstStyle/>
            <a:p>
              <a:pPr algn="ctr"/>
              <a:r>
                <a:rPr lang="zh-CN" altLang="en-US" sz="2000" b="1" dirty="0">
                  <a:solidFill>
                    <a:schemeClr val="tx1"/>
                  </a:solidFill>
                </a:rPr>
                <a:t>广播</a:t>
              </a:r>
            </a:p>
          </p:txBody>
        </p:sp>
      </p:grpSp>
      <p:grpSp>
        <p:nvGrpSpPr>
          <p:cNvPr id="70" name="组合 69">
            <a:extLst>
              <a:ext uri="{FF2B5EF4-FFF2-40B4-BE49-F238E27FC236}">
                <a16:creationId xmlns:a16="http://schemas.microsoft.com/office/drawing/2014/main" id="{A29E3346-91DA-4475-AE90-CAA79F59110F}"/>
              </a:ext>
            </a:extLst>
          </p:cNvPr>
          <p:cNvGrpSpPr/>
          <p:nvPr/>
        </p:nvGrpSpPr>
        <p:grpSpPr>
          <a:xfrm rot="16200000">
            <a:off x="4305219" y="3608733"/>
            <a:ext cx="818960" cy="400110"/>
            <a:chOff x="3051387" y="3222321"/>
            <a:chExt cx="818960" cy="400110"/>
          </a:xfrm>
        </p:grpSpPr>
        <p:sp>
          <p:nvSpPr>
            <p:cNvPr id="73" name="标注: 右箭头 72">
              <a:extLst>
                <a:ext uri="{FF2B5EF4-FFF2-40B4-BE49-F238E27FC236}">
                  <a16:creationId xmlns:a16="http://schemas.microsoft.com/office/drawing/2014/main" id="{EBA0CBB1-5275-4CEF-8137-54282E7534D9}"/>
                </a:ext>
              </a:extLst>
            </p:cNvPr>
            <p:cNvSpPr/>
            <p:nvPr/>
          </p:nvSpPr>
          <p:spPr>
            <a:xfrm>
              <a:off x="3108347" y="3268699"/>
              <a:ext cx="762000" cy="302993"/>
            </a:xfrm>
            <a:prstGeom prst="rightArrowCallout">
              <a:avLst>
                <a:gd name="adj1" fmla="val 25000"/>
                <a:gd name="adj2" fmla="val 25000"/>
                <a:gd name="adj3" fmla="val 25000"/>
                <a:gd name="adj4" fmla="val 85980"/>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sz="2000" b="1" dirty="0">
                <a:solidFill>
                  <a:schemeClr val="tx1"/>
                </a:solidFill>
              </a:endParaRPr>
            </a:p>
          </p:txBody>
        </p:sp>
        <p:sp>
          <p:nvSpPr>
            <p:cNvPr id="74" name="文本框 73">
              <a:extLst>
                <a:ext uri="{FF2B5EF4-FFF2-40B4-BE49-F238E27FC236}">
                  <a16:creationId xmlns:a16="http://schemas.microsoft.com/office/drawing/2014/main" id="{D16DC71D-EC3C-4B01-AAED-C7365D057470}"/>
                </a:ext>
              </a:extLst>
            </p:cNvPr>
            <p:cNvSpPr txBox="1"/>
            <p:nvPr/>
          </p:nvSpPr>
          <p:spPr>
            <a:xfrm>
              <a:off x="3051387" y="3222321"/>
              <a:ext cx="762000" cy="400110"/>
            </a:xfrm>
            <a:prstGeom prst="rect">
              <a:avLst/>
            </a:prstGeom>
            <a:noFill/>
          </p:spPr>
          <p:txBody>
            <a:bodyPr wrap="square">
              <a:spAutoFit/>
            </a:bodyPr>
            <a:lstStyle/>
            <a:p>
              <a:pPr algn="ctr"/>
              <a:r>
                <a:rPr lang="zh-CN" altLang="en-US" sz="2000" b="1" dirty="0">
                  <a:solidFill>
                    <a:schemeClr val="tx1"/>
                  </a:solidFill>
                </a:rPr>
                <a:t>广播</a:t>
              </a:r>
            </a:p>
          </p:txBody>
        </p:sp>
      </p:grpSp>
      <p:grpSp>
        <p:nvGrpSpPr>
          <p:cNvPr id="17" name="组合 16">
            <a:extLst>
              <a:ext uri="{FF2B5EF4-FFF2-40B4-BE49-F238E27FC236}">
                <a16:creationId xmlns:a16="http://schemas.microsoft.com/office/drawing/2014/main" id="{3FC23C57-A648-4F2E-B543-2134CD63E8A5}"/>
              </a:ext>
            </a:extLst>
          </p:cNvPr>
          <p:cNvGrpSpPr/>
          <p:nvPr/>
        </p:nvGrpSpPr>
        <p:grpSpPr>
          <a:xfrm>
            <a:off x="3386090" y="4076166"/>
            <a:ext cx="818960" cy="400110"/>
            <a:chOff x="3051387" y="3222321"/>
            <a:chExt cx="818960" cy="400110"/>
          </a:xfrm>
        </p:grpSpPr>
        <p:sp>
          <p:nvSpPr>
            <p:cNvPr id="13" name="标注: 右箭头 12">
              <a:extLst>
                <a:ext uri="{FF2B5EF4-FFF2-40B4-BE49-F238E27FC236}">
                  <a16:creationId xmlns:a16="http://schemas.microsoft.com/office/drawing/2014/main" id="{4D0F906F-9B5A-41F2-8069-459EAC381DB3}"/>
                </a:ext>
              </a:extLst>
            </p:cNvPr>
            <p:cNvSpPr/>
            <p:nvPr/>
          </p:nvSpPr>
          <p:spPr>
            <a:xfrm>
              <a:off x="3108347" y="3268699"/>
              <a:ext cx="762000" cy="302993"/>
            </a:xfrm>
            <a:prstGeom prst="rightArrowCallout">
              <a:avLst>
                <a:gd name="adj1" fmla="val 25000"/>
                <a:gd name="adj2" fmla="val 25000"/>
                <a:gd name="adj3" fmla="val 25000"/>
                <a:gd name="adj4" fmla="val 85980"/>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sz="2000" b="1" dirty="0">
                <a:solidFill>
                  <a:schemeClr val="tx1"/>
                </a:solidFill>
              </a:endParaRPr>
            </a:p>
          </p:txBody>
        </p:sp>
        <p:sp>
          <p:nvSpPr>
            <p:cNvPr id="16" name="文本框 15">
              <a:extLst>
                <a:ext uri="{FF2B5EF4-FFF2-40B4-BE49-F238E27FC236}">
                  <a16:creationId xmlns:a16="http://schemas.microsoft.com/office/drawing/2014/main" id="{EF3A99E4-36FE-47D5-A478-46B6110219B9}"/>
                </a:ext>
              </a:extLst>
            </p:cNvPr>
            <p:cNvSpPr txBox="1"/>
            <p:nvPr/>
          </p:nvSpPr>
          <p:spPr>
            <a:xfrm>
              <a:off x="3051387" y="3222321"/>
              <a:ext cx="762000" cy="400110"/>
            </a:xfrm>
            <a:prstGeom prst="rect">
              <a:avLst/>
            </a:prstGeom>
            <a:noFill/>
          </p:spPr>
          <p:txBody>
            <a:bodyPr wrap="square">
              <a:spAutoFit/>
            </a:bodyPr>
            <a:lstStyle/>
            <a:p>
              <a:pPr algn="ctr"/>
              <a:r>
                <a:rPr lang="zh-CN" altLang="en-US" sz="2000" b="1" dirty="0"/>
                <a:t>广播</a:t>
              </a:r>
              <a:endParaRPr lang="zh-CN" altLang="en-US" sz="2000" b="1" dirty="0">
                <a:solidFill>
                  <a:schemeClr val="tx1"/>
                </a:solidFill>
              </a:endParaRPr>
            </a:p>
          </p:txBody>
        </p:sp>
      </p:grpSp>
      <p:grpSp>
        <p:nvGrpSpPr>
          <p:cNvPr id="81" name="组合 80">
            <a:extLst>
              <a:ext uri="{FF2B5EF4-FFF2-40B4-BE49-F238E27FC236}">
                <a16:creationId xmlns:a16="http://schemas.microsoft.com/office/drawing/2014/main" id="{12CCE039-1754-4759-B87D-53F5C7688217}"/>
              </a:ext>
            </a:extLst>
          </p:cNvPr>
          <p:cNvGrpSpPr/>
          <p:nvPr/>
        </p:nvGrpSpPr>
        <p:grpSpPr>
          <a:xfrm>
            <a:off x="4958460" y="4073985"/>
            <a:ext cx="818960" cy="400110"/>
            <a:chOff x="3051387" y="3222321"/>
            <a:chExt cx="818960" cy="400110"/>
          </a:xfrm>
        </p:grpSpPr>
        <p:sp>
          <p:nvSpPr>
            <p:cNvPr id="84" name="标注: 右箭头 83">
              <a:extLst>
                <a:ext uri="{FF2B5EF4-FFF2-40B4-BE49-F238E27FC236}">
                  <a16:creationId xmlns:a16="http://schemas.microsoft.com/office/drawing/2014/main" id="{4C92C9D1-FFB8-4D51-A07E-797395D4510C}"/>
                </a:ext>
              </a:extLst>
            </p:cNvPr>
            <p:cNvSpPr/>
            <p:nvPr/>
          </p:nvSpPr>
          <p:spPr>
            <a:xfrm>
              <a:off x="3108347" y="3268699"/>
              <a:ext cx="762000" cy="302993"/>
            </a:xfrm>
            <a:prstGeom prst="rightArrowCallout">
              <a:avLst>
                <a:gd name="adj1" fmla="val 25000"/>
                <a:gd name="adj2" fmla="val 25000"/>
                <a:gd name="adj3" fmla="val 25000"/>
                <a:gd name="adj4" fmla="val 85980"/>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sz="2000" b="1" dirty="0">
                <a:solidFill>
                  <a:schemeClr val="tx1"/>
                </a:solidFill>
              </a:endParaRPr>
            </a:p>
          </p:txBody>
        </p:sp>
        <p:sp>
          <p:nvSpPr>
            <p:cNvPr id="91" name="文本框 90">
              <a:extLst>
                <a:ext uri="{FF2B5EF4-FFF2-40B4-BE49-F238E27FC236}">
                  <a16:creationId xmlns:a16="http://schemas.microsoft.com/office/drawing/2014/main" id="{4BF10B6C-E16D-455A-A95A-B2D70F2159D2}"/>
                </a:ext>
              </a:extLst>
            </p:cNvPr>
            <p:cNvSpPr txBox="1"/>
            <p:nvPr/>
          </p:nvSpPr>
          <p:spPr>
            <a:xfrm>
              <a:off x="3051387" y="3222321"/>
              <a:ext cx="762000" cy="400110"/>
            </a:xfrm>
            <a:prstGeom prst="rect">
              <a:avLst/>
            </a:prstGeom>
            <a:noFill/>
          </p:spPr>
          <p:txBody>
            <a:bodyPr wrap="square">
              <a:spAutoFit/>
            </a:bodyPr>
            <a:lstStyle/>
            <a:p>
              <a:pPr algn="ctr"/>
              <a:r>
                <a:rPr lang="zh-CN" altLang="en-US" sz="2000" b="1" dirty="0"/>
                <a:t>广播</a:t>
              </a:r>
              <a:endParaRPr lang="zh-CN" altLang="en-US" sz="2000" b="1" dirty="0">
                <a:solidFill>
                  <a:schemeClr val="tx1"/>
                </a:solidFill>
              </a:endParaRPr>
            </a:p>
          </p:txBody>
        </p:sp>
      </p:grpSp>
      <p:grpSp>
        <p:nvGrpSpPr>
          <p:cNvPr id="80" name="组合 79">
            <a:extLst>
              <a:ext uri="{FF2B5EF4-FFF2-40B4-BE49-F238E27FC236}">
                <a16:creationId xmlns:a16="http://schemas.microsoft.com/office/drawing/2014/main" id="{E273E43D-24CB-47C4-9BD8-4AC4A4D59EC1}"/>
              </a:ext>
            </a:extLst>
          </p:cNvPr>
          <p:cNvGrpSpPr/>
          <p:nvPr/>
        </p:nvGrpSpPr>
        <p:grpSpPr>
          <a:xfrm>
            <a:off x="6610316" y="4069185"/>
            <a:ext cx="818960" cy="400110"/>
            <a:chOff x="3051387" y="3222321"/>
            <a:chExt cx="818960" cy="400110"/>
          </a:xfrm>
        </p:grpSpPr>
        <p:sp>
          <p:nvSpPr>
            <p:cNvPr id="82" name="标注: 右箭头 81">
              <a:extLst>
                <a:ext uri="{FF2B5EF4-FFF2-40B4-BE49-F238E27FC236}">
                  <a16:creationId xmlns:a16="http://schemas.microsoft.com/office/drawing/2014/main" id="{D71227BD-3DC7-4079-A871-395CAC38E7DD}"/>
                </a:ext>
              </a:extLst>
            </p:cNvPr>
            <p:cNvSpPr/>
            <p:nvPr/>
          </p:nvSpPr>
          <p:spPr>
            <a:xfrm>
              <a:off x="3108347" y="3268699"/>
              <a:ext cx="762000" cy="302993"/>
            </a:xfrm>
            <a:prstGeom prst="rightArrowCallout">
              <a:avLst>
                <a:gd name="adj1" fmla="val 25000"/>
                <a:gd name="adj2" fmla="val 25000"/>
                <a:gd name="adj3" fmla="val 25000"/>
                <a:gd name="adj4" fmla="val 85980"/>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sz="2000" b="1" dirty="0">
                <a:solidFill>
                  <a:schemeClr val="tx1"/>
                </a:solidFill>
              </a:endParaRPr>
            </a:p>
          </p:txBody>
        </p:sp>
        <p:sp>
          <p:nvSpPr>
            <p:cNvPr id="83" name="文本框 82">
              <a:extLst>
                <a:ext uri="{FF2B5EF4-FFF2-40B4-BE49-F238E27FC236}">
                  <a16:creationId xmlns:a16="http://schemas.microsoft.com/office/drawing/2014/main" id="{59269D2D-F1B8-4A9A-BABD-B6F3F8F67F56}"/>
                </a:ext>
              </a:extLst>
            </p:cNvPr>
            <p:cNvSpPr txBox="1"/>
            <p:nvPr/>
          </p:nvSpPr>
          <p:spPr>
            <a:xfrm>
              <a:off x="3051387" y="3222321"/>
              <a:ext cx="762000" cy="400110"/>
            </a:xfrm>
            <a:prstGeom prst="rect">
              <a:avLst/>
            </a:prstGeom>
            <a:noFill/>
          </p:spPr>
          <p:txBody>
            <a:bodyPr wrap="square">
              <a:spAutoFit/>
            </a:bodyPr>
            <a:lstStyle/>
            <a:p>
              <a:pPr algn="ctr"/>
              <a:r>
                <a:rPr lang="zh-CN" altLang="en-US" sz="2000" b="1" dirty="0">
                  <a:solidFill>
                    <a:schemeClr val="tx1"/>
                  </a:solidFill>
                </a:rPr>
                <a:t>广播</a:t>
              </a:r>
            </a:p>
          </p:txBody>
        </p:sp>
      </p:grpSp>
      <p:grpSp>
        <p:nvGrpSpPr>
          <p:cNvPr id="85" name="组合 84">
            <a:extLst>
              <a:ext uri="{FF2B5EF4-FFF2-40B4-BE49-F238E27FC236}">
                <a16:creationId xmlns:a16="http://schemas.microsoft.com/office/drawing/2014/main" id="{3782CFB0-C749-4691-8365-EC70C3103E8B}"/>
              </a:ext>
            </a:extLst>
          </p:cNvPr>
          <p:cNvGrpSpPr/>
          <p:nvPr/>
        </p:nvGrpSpPr>
        <p:grpSpPr>
          <a:xfrm>
            <a:off x="8159278" y="4064402"/>
            <a:ext cx="818960" cy="400110"/>
            <a:chOff x="3051387" y="3222321"/>
            <a:chExt cx="818960" cy="400110"/>
          </a:xfrm>
        </p:grpSpPr>
        <p:sp>
          <p:nvSpPr>
            <p:cNvPr id="86" name="标注: 右箭头 85">
              <a:extLst>
                <a:ext uri="{FF2B5EF4-FFF2-40B4-BE49-F238E27FC236}">
                  <a16:creationId xmlns:a16="http://schemas.microsoft.com/office/drawing/2014/main" id="{049FFC91-A2D1-4A86-B206-DE5CE4614E30}"/>
                </a:ext>
              </a:extLst>
            </p:cNvPr>
            <p:cNvSpPr/>
            <p:nvPr/>
          </p:nvSpPr>
          <p:spPr>
            <a:xfrm>
              <a:off x="3108347" y="3268699"/>
              <a:ext cx="762000" cy="302993"/>
            </a:xfrm>
            <a:prstGeom prst="rightArrowCallout">
              <a:avLst>
                <a:gd name="adj1" fmla="val 25000"/>
                <a:gd name="adj2" fmla="val 25000"/>
                <a:gd name="adj3" fmla="val 25000"/>
                <a:gd name="adj4" fmla="val 85980"/>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sz="2000" b="1" dirty="0">
                <a:solidFill>
                  <a:schemeClr val="tx1"/>
                </a:solidFill>
              </a:endParaRPr>
            </a:p>
          </p:txBody>
        </p:sp>
        <p:sp>
          <p:nvSpPr>
            <p:cNvPr id="87" name="文本框 86">
              <a:extLst>
                <a:ext uri="{FF2B5EF4-FFF2-40B4-BE49-F238E27FC236}">
                  <a16:creationId xmlns:a16="http://schemas.microsoft.com/office/drawing/2014/main" id="{260B0115-A8D7-424C-B6EC-82A2014E3357}"/>
                </a:ext>
              </a:extLst>
            </p:cNvPr>
            <p:cNvSpPr txBox="1"/>
            <p:nvPr/>
          </p:nvSpPr>
          <p:spPr>
            <a:xfrm>
              <a:off x="3051387" y="3222321"/>
              <a:ext cx="762000" cy="400110"/>
            </a:xfrm>
            <a:prstGeom prst="rect">
              <a:avLst/>
            </a:prstGeom>
            <a:noFill/>
          </p:spPr>
          <p:txBody>
            <a:bodyPr wrap="square">
              <a:spAutoFit/>
            </a:bodyPr>
            <a:lstStyle/>
            <a:p>
              <a:pPr algn="ctr"/>
              <a:r>
                <a:rPr lang="zh-CN" altLang="en-US" sz="2000" b="1" dirty="0">
                  <a:solidFill>
                    <a:schemeClr val="tx1"/>
                  </a:solidFill>
                </a:rPr>
                <a:t>广播</a:t>
              </a:r>
            </a:p>
          </p:txBody>
        </p:sp>
      </p:grpSp>
      <p:grpSp>
        <p:nvGrpSpPr>
          <p:cNvPr id="88" name="组合 87">
            <a:extLst>
              <a:ext uri="{FF2B5EF4-FFF2-40B4-BE49-F238E27FC236}">
                <a16:creationId xmlns:a16="http://schemas.microsoft.com/office/drawing/2014/main" id="{F0F046B8-176B-4159-89B4-67E81641922F}"/>
              </a:ext>
            </a:extLst>
          </p:cNvPr>
          <p:cNvGrpSpPr/>
          <p:nvPr/>
        </p:nvGrpSpPr>
        <p:grpSpPr>
          <a:xfrm rot="16200000">
            <a:off x="7591837" y="3596203"/>
            <a:ext cx="818960" cy="400110"/>
            <a:chOff x="3051387" y="3222321"/>
            <a:chExt cx="818960" cy="400110"/>
          </a:xfrm>
        </p:grpSpPr>
        <p:sp>
          <p:nvSpPr>
            <p:cNvPr id="89" name="标注: 右箭头 88">
              <a:extLst>
                <a:ext uri="{FF2B5EF4-FFF2-40B4-BE49-F238E27FC236}">
                  <a16:creationId xmlns:a16="http://schemas.microsoft.com/office/drawing/2014/main" id="{7E36352C-5A51-4B60-A086-5F2F77097B69}"/>
                </a:ext>
              </a:extLst>
            </p:cNvPr>
            <p:cNvSpPr/>
            <p:nvPr/>
          </p:nvSpPr>
          <p:spPr>
            <a:xfrm>
              <a:off x="3108347" y="3268699"/>
              <a:ext cx="762000" cy="302993"/>
            </a:xfrm>
            <a:prstGeom prst="rightArrowCallout">
              <a:avLst>
                <a:gd name="adj1" fmla="val 25000"/>
                <a:gd name="adj2" fmla="val 25000"/>
                <a:gd name="adj3" fmla="val 25000"/>
                <a:gd name="adj4" fmla="val 85980"/>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sz="2000" b="1" dirty="0">
                <a:solidFill>
                  <a:schemeClr val="tx1"/>
                </a:solidFill>
              </a:endParaRPr>
            </a:p>
          </p:txBody>
        </p:sp>
        <p:sp>
          <p:nvSpPr>
            <p:cNvPr id="90" name="文本框 89">
              <a:extLst>
                <a:ext uri="{FF2B5EF4-FFF2-40B4-BE49-F238E27FC236}">
                  <a16:creationId xmlns:a16="http://schemas.microsoft.com/office/drawing/2014/main" id="{E7989B3F-3EBF-4266-A45B-675E63008BEA}"/>
                </a:ext>
              </a:extLst>
            </p:cNvPr>
            <p:cNvSpPr txBox="1"/>
            <p:nvPr/>
          </p:nvSpPr>
          <p:spPr>
            <a:xfrm>
              <a:off x="3051387" y="3222321"/>
              <a:ext cx="762000" cy="400110"/>
            </a:xfrm>
            <a:prstGeom prst="rect">
              <a:avLst/>
            </a:prstGeom>
            <a:noFill/>
          </p:spPr>
          <p:txBody>
            <a:bodyPr wrap="square">
              <a:spAutoFit/>
            </a:bodyPr>
            <a:lstStyle/>
            <a:p>
              <a:pPr algn="ctr"/>
              <a:r>
                <a:rPr lang="zh-CN" altLang="en-US" sz="2000" b="1" dirty="0">
                  <a:solidFill>
                    <a:schemeClr val="tx1"/>
                  </a:solidFill>
                </a:rPr>
                <a:t>广播</a:t>
              </a:r>
            </a:p>
          </p:txBody>
        </p:sp>
      </p:grpSp>
      <p:grpSp>
        <p:nvGrpSpPr>
          <p:cNvPr id="92" name="组合 91">
            <a:extLst>
              <a:ext uri="{FF2B5EF4-FFF2-40B4-BE49-F238E27FC236}">
                <a16:creationId xmlns:a16="http://schemas.microsoft.com/office/drawing/2014/main" id="{C0B9429A-D416-45DA-AAD9-4A6AB6CCAD84}"/>
              </a:ext>
            </a:extLst>
          </p:cNvPr>
          <p:cNvGrpSpPr/>
          <p:nvPr/>
        </p:nvGrpSpPr>
        <p:grpSpPr>
          <a:xfrm rot="5400000">
            <a:off x="7591837" y="4973936"/>
            <a:ext cx="818960" cy="400110"/>
            <a:chOff x="3051387" y="3222321"/>
            <a:chExt cx="818960" cy="400110"/>
          </a:xfrm>
        </p:grpSpPr>
        <p:sp>
          <p:nvSpPr>
            <p:cNvPr id="93" name="标注: 右箭头 92">
              <a:extLst>
                <a:ext uri="{FF2B5EF4-FFF2-40B4-BE49-F238E27FC236}">
                  <a16:creationId xmlns:a16="http://schemas.microsoft.com/office/drawing/2014/main" id="{AB704569-8C3D-4238-BBDC-F8A121801087}"/>
                </a:ext>
              </a:extLst>
            </p:cNvPr>
            <p:cNvSpPr/>
            <p:nvPr/>
          </p:nvSpPr>
          <p:spPr>
            <a:xfrm>
              <a:off x="3108347" y="3268699"/>
              <a:ext cx="762000" cy="302993"/>
            </a:xfrm>
            <a:prstGeom prst="rightArrowCallout">
              <a:avLst>
                <a:gd name="adj1" fmla="val 25000"/>
                <a:gd name="adj2" fmla="val 25000"/>
                <a:gd name="adj3" fmla="val 25000"/>
                <a:gd name="adj4" fmla="val 85980"/>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sz="2000" b="1" dirty="0">
                <a:solidFill>
                  <a:schemeClr val="tx1"/>
                </a:solidFill>
              </a:endParaRPr>
            </a:p>
          </p:txBody>
        </p:sp>
        <p:sp>
          <p:nvSpPr>
            <p:cNvPr id="94" name="文本框 93">
              <a:extLst>
                <a:ext uri="{FF2B5EF4-FFF2-40B4-BE49-F238E27FC236}">
                  <a16:creationId xmlns:a16="http://schemas.microsoft.com/office/drawing/2014/main" id="{0621E16B-0E3C-4873-A2C6-1B121CB3B41A}"/>
                </a:ext>
              </a:extLst>
            </p:cNvPr>
            <p:cNvSpPr txBox="1"/>
            <p:nvPr/>
          </p:nvSpPr>
          <p:spPr>
            <a:xfrm>
              <a:off x="3051387" y="3222321"/>
              <a:ext cx="762000" cy="400110"/>
            </a:xfrm>
            <a:prstGeom prst="rect">
              <a:avLst/>
            </a:prstGeom>
            <a:noFill/>
          </p:spPr>
          <p:txBody>
            <a:bodyPr wrap="square">
              <a:spAutoFit/>
            </a:bodyPr>
            <a:lstStyle/>
            <a:p>
              <a:pPr algn="ctr"/>
              <a:r>
                <a:rPr lang="zh-CN" altLang="en-US" sz="2000" b="1" dirty="0">
                  <a:solidFill>
                    <a:schemeClr val="tx1"/>
                  </a:solidFill>
                </a:rPr>
                <a:t>广播</a:t>
              </a:r>
            </a:p>
          </p:txBody>
        </p:sp>
      </p:grpSp>
      <p:cxnSp>
        <p:nvCxnSpPr>
          <p:cNvPr id="15" name="直接连接符 14">
            <a:extLst>
              <a:ext uri="{FF2B5EF4-FFF2-40B4-BE49-F238E27FC236}">
                <a16:creationId xmlns:a16="http://schemas.microsoft.com/office/drawing/2014/main" id="{121305AF-E9C0-47EC-B6F5-70609A97473E}"/>
              </a:ext>
            </a:extLst>
          </p:cNvPr>
          <p:cNvCxnSpPr>
            <a:cxnSpLocks/>
          </p:cNvCxnSpPr>
          <p:nvPr/>
        </p:nvCxnSpPr>
        <p:spPr>
          <a:xfrm>
            <a:off x="2894504" y="4476276"/>
            <a:ext cx="3144483"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71" name="直接连接符 70">
            <a:extLst>
              <a:ext uri="{FF2B5EF4-FFF2-40B4-BE49-F238E27FC236}">
                <a16:creationId xmlns:a16="http://schemas.microsoft.com/office/drawing/2014/main" id="{AC1381F3-A279-4121-BF41-8662C6A9F137}"/>
              </a:ext>
            </a:extLst>
          </p:cNvPr>
          <p:cNvCxnSpPr>
            <a:cxnSpLocks/>
          </p:cNvCxnSpPr>
          <p:nvPr/>
        </p:nvCxnSpPr>
        <p:spPr>
          <a:xfrm>
            <a:off x="6199717" y="4476276"/>
            <a:ext cx="3471282"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grpSp>
        <p:nvGrpSpPr>
          <p:cNvPr id="4" name="组合 3">
            <a:extLst>
              <a:ext uri="{FF2B5EF4-FFF2-40B4-BE49-F238E27FC236}">
                <a16:creationId xmlns:a16="http://schemas.microsoft.com/office/drawing/2014/main" id="{9A1EA9F2-FCB6-48C3-935F-7AE7E3AD14AC}"/>
              </a:ext>
            </a:extLst>
          </p:cNvPr>
          <p:cNvGrpSpPr/>
          <p:nvPr/>
        </p:nvGrpSpPr>
        <p:grpSpPr>
          <a:xfrm>
            <a:off x="304799" y="749300"/>
            <a:ext cx="6192344" cy="400110"/>
            <a:chOff x="424116" y="898245"/>
            <a:chExt cx="6192344" cy="400110"/>
          </a:xfrm>
        </p:grpSpPr>
        <p:sp>
          <p:nvSpPr>
            <p:cNvPr id="2" name="平行四边形 1">
              <a:extLst>
                <a:ext uri="{FF2B5EF4-FFF2-40B4-BE49-F238E27FC236}">
                  <a16:creationId xmlns:a16="http://schemas.microsoft.com/office/drawing/2014/main" id="{1F5BAA3F-9845-4F89-A2DD-8222D3E4EDAC}"/>
                </a:ext>
              </a:extLst>
            </p:cNvPr>
            <p:cNvSpPr/>
            <p:nvPr/>
          </p:nvSpPr>
          <p:spPr>
            <a:xfrm>
              <a:off x="424116" y="898245"/>
              <a:ext cx="688541" cy="387090"/>
            </a:xfrm>
            <a:prstGeom prst="parallelogram">
              <a:avLst/>
            </a:prstGeom>
            <a:solidFill>
              <a:schemeClr val="accent3">
                <a:lumMod val="75000"/>
              </a:schemeClr>
            </a:solidFill>
            <a:ln>
              <a:solidFill>
                <a:schemeClr val="accent3">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CN" sz="2200" dirty="0">
                  <a:latin typeface="Impact" panose="020B0806030902050204" pitchFamily="34" charset="0"/>
                </a:rPr>
                <a:t>02</a:t>
              </a:r>
              <a:endParaRPr lang="zh-CN" altLang="en-US" sz="2200" dirty="0">
                <a:latin typeface="Impact" panose="020B0806030902050204" pitchFamily="34" charset="0"/>
              </a:endParaRPr>
            </a:p>
          </p:txBody>
        </p:sp>
        <p:sp>
          <p:nvSpPr>
            <p:cNvPr id="3" name="文本框 2">
              <a:extLst>
                <a:ext uri="{FF2B5EF4-FFF2-40B4-BE49-F238E27FC236}">
                  <a16:creationId xmlns:a16="http://schemas.microsoft.com/office/drawing/2014/main" id="{4D6BD736-A4D3-4F26-AFED-36E11F50F70B}"/>
                </a:ext>
              </a:extLst>
            </p:cNvPr>
            <p:cNvSpPr txBox="1"/>
            <p:nvPr/>
          </p:nvSpPr>
          <p:spPr>
            <a:xfrm>
              <a:off x="1178441" y="898245"/>
              <a:ext cx="5438019" cy="400110"/>
            </a:xfrm>
            <a:prstGeom prst="rect">
              <a:avLst/>
            </a:prstGeom>
            <a:noFill/>
          </p:spPr>
          <p:txBody>
            <a:bodyPr wrap="square" rtlCol="0">
              <a:spAutoFit/>
            </a:bodyPr>
            <a:lstStyle/>
            <a:p>
              <a:r>
                <a:rPr lang="zh-CN" altLang="en-US" sz="2000" b="1" dirty="0"/>
                <a:t>网桥的主要结构和基本工作原理</a:t>
              </a:r>
              <a:endParaRPr lang="en-US" altLang="zh-CN" sz="2000" b="1" dirty="0"/>
            </a:p>
          </p:txBody>
        </p:sp>
      </p:grpSp>
      <p:grpSp>
        <p:nvGrpSpPr>
          <p:cNvPr id="68" name="组合 67">
            <a:extLst>
              <a:ext uri="{FF2B5EF4-FFF2-40B4-BE49-F238E27FC236}">
                <a16:creationId xmlns:a16="http://schemas.microsoft.com/office/drawing/2014/main" id="{FBDD2B67-CFD8-4D15-B0CB-99CDE1BCD2C1}"/>
              </a:ext>
            </a:extLst>
          </p:cNvPr>
          <p:cNvGrpSpPr/>
          <p:nvPr/>
        </p:nvGrpSpPr>
        <p:grpSpPr>
          <a:xfrm>
            <a:off x="2661621" y="2732953"/>
            <a:ext cx="2176953" cy="3466250"/>
            <a:chOff x="1582761" y="2975188"/>
            <a:chExt cx="2176953" cy="3466250"/>
          </a:xfrm>
        </p:grpSpPr>
        <p:cxnSp>
          <p:nvCxnSpPr>
            <p:cNvPr id="10" name="直接连接符 9">
              <a:extLst>
                <a:ext uri="{FF2B5EF4-FFF2-40B4-BE49-F238E27FC236}">
                  <a16:creationId xmlns:a16="http://schemas.microsoft.com/office/drawing/2014/main" id="{57CD7CE1-6D70-404F-8874-FFF6B3A5226C}"/>
                </a:ext>
              </a:extLst>
            </p:cNvPr>
            <p:cNvCxnSpPr/>
            <p:nvPr/>
          </p:nvCxnSpPr>
          <p:spPr>
            <a:xfrm flipV="1">
              <a:off x="3429788" y="3570779"/>
              <a:ext cx="0" cy="2519534"/>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2" name="直接连接符 11">
              <a:extLst>
                <a:ext uri="{FF2B5EF4-FFF2-40B4-BE49-F238E27FC236}">
                  <a16:creationId xmlns:a16="http://schemas.microsoft.com/office/drawing/2014/main" id="{D8605357-64B8-403C-B69D-293B8181688D}"/>
                </a:ext>
              </a:extLst>
            </p:cNvPr>
            <p:cNvCxnSpPr/>
            <p:nvPr/>
          </p:nvCxnSpPr>
          <p:spPr>
            <a:xfrm flipH="1">
              <a:off x="2197042" y="4718838"/>
              <a:ext cx="1232746"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pic>
          <p:nvPicPr>
            <p:cNvPr id="6" name="图片 5" descr="文本&#10;&#10;描述已自动生成">
              <a:extLst>
                <a:ext uri="{FF2B5EF4-FFF2-40B4-BE49-F238E27FC236}">
                  <a16:creationId xmlns:a16="http://schemas.microsoft.com/office/drawing/2014/main" id="{CC1640FE-FC97-4F0D-A169-7A830EF2EDF8}"/>
                </a:ext>
              </a:extLst>
            </p:cNvPr>
            <p:cNvPicPr>
              <a:picLocks noChangeAspect="1"/>
            </p:cNvPicPr>
            <p:nvPr/>
          </p:nvPicPr>
          <p:blipFill>
            <a:blip r:embed="rId3">
              <a:extLst>
                <a:ext uri="{28A0092B-C50C-407E-A947-70E740481C1C}">
                  <a14:useLocalDpi xmlns:a14="http://schemas.microsoft.com/office/drawing/2010/main" val="0"/>
                </a:ext>
              </a:extLst>
            </a:blip>
            <a:stretch>
              <a:fillRect/>
            </a:stretch>
          </p:blipFill>
          <p:spPr>
            <a:xfrm>
              <a:off x="3152753" y="4459926"/>
              <a:ext cx="589727" cy="552869"/>
            </a:xfrm>
            <a:prstGeom prst="rect">
              <a:avLst/>
            </a:prstGeom>
          </p:spPr>
        </p:pic>
        <p:sp>
          <p:nvSpPr>
            <p:cNvPr id="24" name="文本框 23">
              <a:extLst>
                <a:ext uri="{FF2B5EF4-FFF2-40B4-BE49-F238E27FC236}">
                  <a16:creationId xmlns:a16="http://schemas.microsoft.com/office/drawing/2014/main" id="{A09F2424-F501-43B6-9F1E-923B178736CF}"/>
                </a:ext>
              </a:extLst>
            </p:cNvPr>
            <p:cNvSpPr txBox="1"/>
            <p:nvPr/>
          </p:nvSpPr>
          <p:spPr>
            <a:xfrm>
              <a:off x="2410114" y="4881955"/>
              <a:ext cx="918385" cy="369332"/>
            </a:xfrm>
            <a:prstGeom prst="rect">
              <a:avLst/>
            </a:prstGeom>
            <a:noFill/>
          </p:spPr>
          <p:txBody>
            <a:bodyPr wrap="square" rtlCol="0">
              <a:spAutoFit/>
            </a:bodyPr>
            <a:lstStyle/>
            <a:p>
              <a:pPr algn="ctr"/>
              <a:r>
                <a:rPr lang="zh-CN" altLang="en-US" b="1" dirty="0">
                  <a:latin typeface="+mn-ea"/>
                </a:rPr>
                <a:t>集线器</a:t>
              </a:r>
            </a:p>
          </p:txBody>
        </p:sp>
        <p:grpSp>
          <p:nvGrpSpPr>
            <p:cNvPr id="49" name="组合 48">
              <a:extLst>
                <a:ext uri="{FF2B5EF4-FFF2-40B4-BE49-F238E27FC236}">
                  <a16:creationId xmlns:a16="http://schemas.microsoft.com/office/drawing/2014/main" id="{DDDCBF1E-27B7-4A8A-A92D-4565B3DE24A3}"/>
                </a:ext>
              </a:extLst>
            </p:cNvPr>
            <p:cNvGrpSpPr/>
            <p:nvPr/>
          </p:nvGrpSpPr>
          <p:grpSpPr>
            <a:xfrm>
              <a:off x="3070879" y="2975188"/>
              <a:ext cx="688835" cy="666249"/>
              <a:chOff x="3393222" y="2975188"/>
              <a:chExt cx="688835" cy="666249"/>
            </a:xfrm>
          </p:grpSpPr>
          <p:pic>
            <p:nvPicPr>
              <p:cNvPr id="8" name="图形 10">
                <a:extLst>
                  <a:ext uri="{FF2B5EF4-FFF2-40B4-BE49-F238E27FC236}">
                    <a16:creationId xmlns:a16="http://schemas.microsoft.com/office/drawing/2014/main" id="{2EF718D0-B543-4D59-A664-63F3A6288789}"/>
                  </a:ext>
                </a:extLst>
              </p:cNvPr>
              <p:cNvPicPr>
                <a:picLocks noChangeAspect="1"/>
              </p:cNvPicPr>
              <p:nvPr/>
            </p:nvPicPr>
            <p:blipFill>
              <a:blip r:embed="rId4">
                <a:extLst>
                  <a:ext uri="{28A0092B-C50C-407E-A947-70E740481C1C}">
                    <a14:useLocalDpi xmlns:a14="http://schemas.microsoft.com/office/drawing/2010/main" val="0"/>
                  </a:ext>
                  <a:ext uri="{96DAC541-7B7A-43D3-8B79-37D633B846F1}">
                    <asvg:svgBlip xmlns:asvg="http://schemas.microsoft.com/office/drawing/2016/SVG/main" r:embed="rId5"/>
                  </a:ext>
                </a:extLst>
              </a:blip>
              <a:stretch>
                <a:fillRect/>
              </a:stretch>
            </p:blipFill>
            <p:spPr>
              <a:xfrm>
                <a:off x="3393222" y="2975188"/>
                <a:ext cx="688835" cy="666249"/>
              </a:xfrm>
              <a:prstGeom prst="rect">
                <a:avLst/>
              </a:prstGeom>
            </p:spPr>
          </p:pic>
          <p:sp>
            <p:nvSpPr>
              <p:cNvPr id="48" name="文本框 47">
                <a:extLst>
                  <a:ext uri="{FF2B5EF4-FFF2-40B4-BE49-F238E27FC236}">
                    <a16:creationId xmlns:a16="http://schemas.microsoft.com/office/drawing/2014/main" id="{2C68C4A8-6BA7-4259-8285-CC090CD1F0B4}"/>
                  </a:ext>
                </a:extLst>
              </p:cNvPr>
              <p:cNvSpPr txBox="1"/>
              <p:nvPr/>
            </p:nvSpPr>
            <p:spPr>
              <a:xfrm>
                <a:off x="3680202" y="3014092"/>
                <a:ext cx="388699" cy="400110"/>
              </a:xfrm>
              <a:prstGeom prst="rect">
                <a:avLst/>
              </a:prstGeom>
              <a:noFill/>
            </p:spPr>
            <p:txBody>
              <a:bodyPr wrap="square">
                <a:spAutoFit/>
              </a:bodyPr>
              <a:lstStyle/>
              <a:p>
                <a:pPr algn="ctr"/>
                <a:r>
                  <a:rPr lang="en-US" altLang="zh-CN" sz="2000" b="1" dirty="0">
                    <a:solidFill>
                      <a:schemeClr val="bg1"/>
                    </a:solidFill>
                  </a:rPr>
                  <a:t>B</a:t>
                </a:r>
                <a:endParaRPr lang="zh-CN" altLang="en-US" sz="2000" dirty="0">
                  <a:solidFill>
                    <a:schemeClr val="bg1"/>
                  </a:solidFill>
                </a:endParaRPr>
              </a:p>
            </p:txBody>
          </p:sp>
        </p:grpSp>
        <p:grpSp>
          <p:nvGrpSpPr>
            <p:cNvPr id="50" name="组合 49">
              <a:extLst>
                <a:ext uri="{FF2B5EF4-FFF2-40B4-BE49-F238E27FC236}">
                  <a16:creationId xmlns:a16="http://schemas.microsoft.com/office/drawing/2014/main" id="{D3D0DCD0-1A19-471E-87DA-523DBBE9F3B3}"/>
                </a:ext>
              </a:extLst>
            </p:cNvPr>
            <p:cNvGrpSpPr/>
            <p:nvPr/>
          </p:nvGrpSpPr>
          <p:grpSpPr>
            <a:xfrm>
              <a:off x="1582761" y="4226630"/>
              <a:ext cx="688835" cy="666249"/>
              <a:chOff x="3393222" y="2975188"/>
              <a:chExt cx="688835" cy="666249"/>
            </a:xfrm>
          </p:grpSpPr>
          <p:pic>
            <p:nvPicPr>
              <p:cNvPr id="51" name="图形 10">
                <a:extLst>
                  <a:ext uri="{FF2B5EF4-FFF2-40B4-BE49-F238E27FC236}">
                    <a16:creationId xmlns:a16="http://schemas.microsoft.com/office/drawing/2014/main" id="{596C48AF-2448-4E53-8A64-FFA9DA2A9088}"/>
                  </a:ext>
                </a:extLst>
              </p:cNvPr>
              <p:cNvPicPr>
                <a:picLocks noChangeAspect="1"/>
              </p:cNvPicPr>
              <p:nvPr/>
            </p:nvPicPr>
            <p:blipFill>
              <a:blip r:embed="rId4">
                <a:extLst>
                  <a:ext uri="{28A0092B-C50C-407E-A947-70E740481C1C}">
                    <a14:useLocalDpi xmlns:a14="http://schemas.microsoft.com/office/drawing/2010/main" val="0"/>
                  </a:ext>
                  <a:ext uri="{96DAC541-7B7A-43D3-8B79-37D633B846F1}">
                    <asvg:svgBlip xmlns:asvg="http://schemas.microsoft.com/office/drawing/2016/SVG/main" r:embed="rId5"/>
                  </a:ext>
                </a:extLst>
              </a:blip>
              <a:stretch>
                <a:fillRect/>
              </a:stretch>
            </p:blipFill>
            <p:spPr>
              <a:xfrm>
                <a:off x="3393222" y="2975188"/>
                <a:ext cx="688835" cy="666249"/>
              </a:xfrm>
              <a:prstGeom prst="rect">
                <a:avLst/>
              </a:prstGeom>
            </p:spPr>
          </p:pic>
          <p:sp>
            <p:nvSpPr>
              <p:cNvPr id="52" name="文本框 51">
                <a:extLst>
                  <a:ext uri="{FF2B5EF4-FFF2-40B4-BE49-F238E27FC236}">
                    <a16:creationId xmlns:a16="http://schemas.microsoft.com/office/drawing/2014/main" id="{6F58764F-400F-4469-AF0D-114841AF71C4}"/>
                  </a:ext>
                </a:extLst>
              </p:cNvPr>
              <p:cNvSpPr txBox="1"/>
              <p:nvPr/>
            </p:nvSpPr>
            <p:spPr>
              <a:xfrm>
                <a:off x="3680202" y="3014092"/>
                <a:ext cx="388699" cy="400110"/>
              </a:xfrm>
              <a:prstGeom prst="rect">
                <a:avLst/>
              </a:prstGeom>
              <a:noFill/>
            </p:spPr>
            <p:txBody>
              <a:bodyPr wrap="square">
                <a:spAutoFit/>
              </a:bodyPr>
              <a:lstStyle/>
              <a:p>
                <a:pPr algn="ctr"/>
                <a:r>
                  <a:rPr lang="en-US" altLang="zh-CN" sz="2000" b="1" dirty="0">
                    <a:solidFill>
                      <a:schemeClr val="bg1"/>
                    </a:solidFill>
                  </a:rPr>
                  <a:t>A</a:t>
                </a:r>
                <a:endParaRPr lang="zh-CN" altLang="en-US" sz="2000" dirty="0">
                  <a:solidFill>
                    <a:schemeClr val="bg1"/>
                  </a:solidFill>
                </a:endParaRPr>
              </a:p>
            </p:txBody>
          </p:sp>
        </p:grpSp>
        <p:grpSp>
          <p:nvGrpSpPr>
            <p:cNvPr id="53" name="组合 52">
              <a:extLst>
                <a:ext uri="{FF2B5EF4-FFF2-40B4-BE49-F238E27FC236}">
                  <a16:creationId xmlns:a16="http://schemas.microsoft.com/office/drawing/2014/main" id="{FF3EA6E1-1627-422A-872A-CEC6B5031C51}"/>
                </a:ext>
              </a:extLst>
            </p:cNvPr>
            <p:cNvGrpSpPr/>
            <p:nvPr/>
          </p:nvGrpSpPr>
          <p:grpSpPr>
            <a:xfrm>
              <a:off x="2999378" y="5775189"/>
              <a:ext cx="688835" cy="666249"/>
              <a:chOff x="3393222" y="2975188"/>
              <a:chExt cx="688835" cy="666249"/>
            </a:xfrm>
          </p:grpSpPr>
          <p:pic>
            <p:nvPicPr>
              <p:cNvPr id="54" name="图形 10">
                <a:extLst>
                  <a:ext uri="{FF2B5EF4-FFF2-40B4-BE49-F238E27FC236}">
                    <a16:creationId xmlns:a16="http://schemas.microsoft.com/office/drawing/2014/main" id="{5731F8DC-F704-42E0-B0A7-4526A70A7BB4}"/>
                  </a:ext>
                </a:extLst>
              </p:cNvPr>
              <p:cNvPicPr>
                <a:picLocks noChangeAspect="1"/>
              </p:cNvPicPr>
              <p:nvPr/>
            </p:nvPicPr>
            <p:blipFill>
              <a:blip r:embed="rId4">
                <a:extLst>
                  <a:ext uri="{28A0092B-C50C-407E-A947-70E740481C1C}">
                    <a14:useLocalDpi xmlns:a14="http://schemas.microsoft.com/office/drawing/2010/main" val="0"/>
                  </a:ext>
                  <a:ext uri="{96DAC541-7B7A-43D3-8B79-37D633B846F1}">
                    <asvg:svgBlip xmlns:asvg="http://schemas.microsoft.com/office/drawing/2016/SVG/main" r:embed="rId5"/>
                  </a:ext>
                </a:extLst>
              </a:blip>
              <a:stretch>
                <a:fillRect/>
              </a:stretch>
            </p:blipFill>
            <p:spPr>
              <a:xfrm>
                <a:off x="3393222" y="2975188"/>
                <a:ext cx="688835" cy="666249"/>
              </a:xfrm>
              <a:prstGeom prst="rect">
                <a:avLst/>
              </a:prstGeom>
            </p:spPr>
          </p:pic>
          <p:sp>
            <p:nvSpPr>
              <p:cNvPr id="55" name="文本框 54">
                <a:extLst>
                  <a:ext uri="{FF2B5EF4-FFF2-40B4-BE49-F238E27FC236}">
                    <a16:creationId xmlns:a16="http://schemas.microsoft.com/office/drawing/2014/main" id="{66C31479-3D81-49A4-AB89-1F948B51E0CC}"/>
                  </a:ext>
                </a:extLst>
              </p:cNvPr>
              <p:cNvSpPr txBox="1"/>
              <p:nvPr/>
            </p:nvSpPr>
            <p:spPr>
              <a:xfrm>
                <a:off x="3680202" y="3014092"/>
                <a:ext cx="388699" cy="400110"/>
              </a:xfrm>
              <a:prstGeom prst="rect">
                <a:avLst/>
              </a:prstGeom>
              <a:noFill/>
            </p:spPr>
            <p:txBody>
              <a:bodyPr wrap="square">
                <a:spAutoFit/>
              </a:bodyPr>
              <a:lstStyle/>
              <a:p>
                <a:pPr algn="ctr"/>
                <a:r>
                  <a:rPr lang="en-US" altLang="zh-CN" sz="2000" b="1" dirty="0">
                    <a:solidFill>
                      <a:schemeClr val="bg1"/>
                    </a:solidFill>
                  </a:rPr>
                  <a:t>C</a:t>
                </a:r>
                <a:endParaRPr lang="zh-CN" altLang="en-US" sz="2000" dirty="0">
                  <a:solidFill>
                    <a:schemeClr val="bg1"/>
                  </a:solidFill>
                </a:endParaRPr>
              </a:p>
            </p:txBody>
          </p:sp>
        </p:grpSp>
      </p:grpSp>
      <p:grpSp>
        <p:nvGrpSpPr>
          <p:cNvPr id="69" name="组合 68">
            <a:extLst>
              <a:ext uri="{FF2B5EF4-FFF2-40B4-BE49-F238E27FC236}">
                <a16:creationId xmlns:a16="http://schemas.microsoft.com/office/drawing/2014/main" id="{A628612D-EFE3-41BB-B9AC-2206D27E409D}"/>
              </a:ext>
            </a:extLst>
          </p:cNvPr>
          <p:cNvGrpSpPr/>
          <p:nvPr/>
        </p:nvGrpSpPr>
        <p:grpSpPr>
          <a:xfrm>
            <a:off x="6754020" y="2732953"/>
            <a:ext cx="2926209" cy="3466250"/>
            <a:chOff x="7727618" y="2975188"/>
            <a:chExt cx="2926209" cy="3466250"/>
          </a:xfrm>
        </p:grpSpPr>
        <p:cxnSp>
          <p:nvCxnSpPr>
            <p:cNvPr id="29" name="直接连接符 28">
              <a:extLst>
                <a:ext uri="{FF2B5EF4-FFF2-40B4-BE49-F238E27FC236}">
                  <a16:creationId xmlns:a16="http://schemas.microsoft.com/office/drawing/2014/main" id="{E56B4713-4CD9-4EB3-BC7C-1A8480EFB20A}"/>
                </a:ext>
              </a:extLst>
            </p:cNvPr>
            <p:cNvCxnSpPr/>
            <p:nvPr/>
          </p:nvCxnSpPr>
          <p:spPr>
            <a:xfrm flipV="1">
              <a:off x="8747292" y="3570779"/>
              <a:ext cx="0" cy="2519534"/>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2" name="直接连接符 31">
              <a:extLst>
                <a:ext uri="{FF2B5EF4-FFF2-40B4-BE49-F238E27FC236}">
                  <a16:creationId xmlns:a16="http://schemas.microsoft.com/office/drawing/2014/main" id="{8EE47979-5596-4A22-BF62-6654121E2D79}"/>
                </a:ext>
              </a:extLst>
            </p:cNvPr>
            <p:cNvCxnSpPr>
              <a:cxnSpLocks/>
            </p:cNvCxnSpPr>
            <p:nvPr/>
          </p:nvCxnSpPr>
          <p:spPr>
            <a:xfrm flipH="1">
              <a:off x="9001267" y="4718511"/>
              <a:ext cx="1232746"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pic>
          <p:nvPicPr>
            <p:cNvPr id="34" name="图片 33" descr="文本&#10;&#10;描述已自动生成">
              <a:extLst>
                <a:ext uri="{FF2B5EF4-FFF2-40B4-BE49-F238E27FC236}">
                  <a16:creationId xmlns:a16="http://schemas.microsoft.com/office/drawing/2014/main" id="{E8AD18FE-1933-4C24-9A0F-3DB2F13E6F45}"/>
                </a:ext>
              </a:extLst>
            </p:cNvPr>
            <p:cNvPicPr>
              <a:picLocks noChangeAspect="1"/>
            </p:cNvPicPr>
            <p:nvPr/>
          </p:nvPicPr>
          <p:blipFill>
            <a:blip r:embed="rId3">
              <a:extLst>
                <a:ext uri="{28A0092B-C50C-407E-A947-70E740481C1C}">
                  <a14:useLocalDpi xmlns:a14="http://schemas.microsoft.com/office/drawing/2010/main" val="0"/>
                </a:ext>
              </a:extLst>
            </a:blip>
            <a:stretch>
              <a:fillRect/>
            </a:stretch>
          </p:blipFill>
          <p:spPr>
            <a:xfrm>
              <a:off x="8470257" y="4459926"/>
              <a:ext cx="589727" cy="552869"/>
            </a:xfrm>
            <a:prstGeom prst="rect">
              <a:avLst/>
            </a:prstGeom>
          </p:spPr>
        </p:pic>
        <p:sp>
          <p:nvSpPr>
            <p:cNvPr id="38" name="文本框 37">
              <a:extLst>
                <a:ext uri="{FF2B5EF4-FFF2-40B4-BE49-F238E27FC236}">
                  <a16:creationId xmlns:a16="http://schemas.microsoft.com/office/drawing/2014/main" id="{AB22D513-D3E1-4C8E-9C6B-C6F307714CC9}"/>
                </a:ext>
              </a:extLst>
            </p:cNvPr>
            <p:cNvSpPr txBox="1"/>
            <p:nvPr/>
          </p:nvSpPr>
          <p:spPr>
            <a:xfrm>
              <a:off x="7727618" y="4881955"/>
              <a:ext cx="918385" cy="369332"/>
            </a:xfrm>
            <a:prstGeom prst="rect">
              <a:avLst/>
            </a:prstGeom>
            <a:noFill/>
          </p:spPr>
          <p:txBody>
            <a:bodyPr wrap="square" rtlCol="0">
              <a:spAutoFit/>
            </a:bodyPr>
            <a:lstStyle/>
            <a:p>
              <a:pPr algn="ctr"/>
              <a:r>
                <a:rPr lang="zh-CN" altLang="en-US" b="1" dirty="0">
                  <a:latin typeface="+mn-ea"/>
                </a:rPr>
                <a:t>集线器</a:t>
              </a:r>
            </a:p>
          </p:txBody>
        </p:sp>
        <p:grpSp>
          <p:nvGrpSpPr>
            <p:cNvPr id="56" name="组合 55">
              <a:extLst>
                <a:ext uri="{FF2B5EF4-FFF2-40B4-BE49-F238E27FC236}">
                  <a16:creationId xmlns:a16="http://schemas.microsoft.com/office/drawing/2014/main" id="{5CCE6D3E-70BC-43C0-A32D-8DE79BC9D7A4}"/>
                </a:ext>
              </a:extLst>
            </p:cNvPr>
            <p:cNvGrpSpPr/>
            <p:nvPr/>
          </p:nvGrpSpPr>
          <p:grpSpPr>
            <a:xfrm>
              <a:off x="8402874" y="2975188"/>
              <a:ext cx="688835" cy="666249"/>
              <a:chOff x="3393222" y="2975188"/>
              <a:chExt cx="688835" cy="666249"/>
            </a:xfrm>
          </p:grpSpPr>
          <p:pic>
            <p:nvPicPr>
              <p:cNvPr id="57" name="图形 10">
                <a:extLst>
                  <a:ext uri="{FF2B5EF4-FFF2-40B4-BE49-F238E27FC236}">
                    <a16:creationId xmlns:a16="http://schemas.microsoft.com/office/drawing/2014/main" id="{8CFCBFFC-BB45-4B82-AFD4-824103EF067B}"/>
                  </a:ext>
                </a:extLst>
              </p:cNvPr>
              <p:cNvPicPr>
                <a:picLocks noChangeAspect="1"/>
              </p:cNvPicPr>
              <p:nvPr/>
            </p:nvPicPr>
            <p:blipFill>
              <a:blip r:embed="rId4">
                <a:extLst>
                  <a:ext uri="{28A0092B-C50C-407E-A947-70E740481C1C}">
                    <a14:useLocalDpi xmlns:a14="http://schemas.microsoft.com/office/drawing/2010/main" val="0"/>
                  </a:ext>
                  <a:ext uri="{96DAC541-7B7A-43D3-8B79-37D633B846F1}">
                    <asvg:svgBlip xmlns:asvg="http://schemas.microsoft.com/office/drawing/2016/SVG/main" r:embed="rId5"/>
                  </a:ext>
                </a:extLst>
              </a:blip>
              <a:stretch>
                <a:fillRect/>
              </a:stretch>
            </p:blipFill>
            <p:spPr>
              <a:xfrm>
                <a:off x="3393222" y="2975188"/>
                <a:ext cx="688835" cy="666249"/>
              </a:xfrm>
              <a:prstGeom prst="rect">
                <a:avLst/>
              </a:prstGeom>
            </p:spPr>
          </p:pic>
          <p:sp>
            <p:nvSpPr>
              <p:cNvPr id="58" name="文本框 57">
                <a:extLst>
                  <a:ext uri="{FF2B5EF4-FFF2-40B4-BE49-F238E27FC236}">
                    <a16:creationId xmlns:a16="http://schemas.microsoft.com/office/drawing/2014/main" id="{A2C2791C-F656-4FE8-8D84-F7B1F2FFE51B}"/>
                  </a:ext>
                </a:extLst>
              </p:cNvPr>
              <p:cNvSpPr txBox="1"/>
              <p:nvPr/>
            </p:nvSpPr>
            <p:spPr>
              <a:xfrm>
                <a:off x="3680202" y="3014092"/>
                <a:ext cx="388699" cy="400110"/>
              </a:xfrm>
              <a:prstGeom prst="rect">
                <a:avLst/>
              </a:prstGeom>
              <a:noFill/>
            </p:spPr>
            <p:txBody>
              <a:bodyPr wrap="square">
                <a:spAutoFit/>
              </a:bodyPr>
              <a:lstStyle/>
              <a:p>
                <a:pPr algn="ctr"/>
                <a:r>
                  <a:rPr lang="en-US" altLang="zh-CN" sz="2000" b="1" dirty="0">
                    <a:solidFill>
                      <a:schemeClr val="bg1"/>
                    </a:solidFill>
                  </a:rPr>
                  <a:t>D</a:t>
                </a:r>
                <a:endParaRPr lang="zh-CN" altLang="en-US" sz="2000" dirty="0">
                  <a:solidFill>
                    <a:schemeClr val="bg1"/>
                  </a:solidFill>
                </a:endParaRPr>
              </a:p>
            </p:txBody>
          </p:sp>
        </p:grpSp>
        <p:grpSp>
          <p:nvGrpSpPr>
            <p:cNvPr id="59" name="组合 58">
              <a:extLst>
                <a:ext uri="{FF2B5EF4-FFF2-40B4-BE49-F238E27FC236}">
                  <a16:creationId xmlns:a16="http://schemas.microsoft.com/office/drawing/2014/main" id="{AE451401-4963-4988-822C-D7C0BF12C0B3}"/>
                </a:ext>
              </a:extLst>
            </p:cNvPr>
            <p:cNvGrpSpPr/>
            <p:nvPr/>
          </p:nvGrpSpPr>
          <p:grpSpPr>
            <a:xfrm>
              <a:off x="8301585" y="5775189"/>
              <a:ext cx="688835" cy="666249"/>
              <a:chOff x="3393222" y="2975188"/>
              <a:chExt cx="688835" cy="666249"/>
            </a:xfrm>
          </p:grpSpPr>
          <p:pic>
            <p:nvPicPr>
              <p:cNvPr id="60" name="图形 10">
                <a:extLst>
                  <a:ext uri="{FF2B5EF4-FFF2-40B4-BE49-F238E27FC236}">
                    <a16:creationId xmlns:a16="http://schemas.microsoft.com/office/drawing/2014/main" id="{6CFE9B85-34B3-4571-A81C-A0A44D15569C}"/>
                  </a:ext>
                </a:extLst>
              </p:cNvPr>
              <p:cNvPicPr>
                <a:picLocks noChangeAspect="1"/>
              </p:cNvPicPr>
              <p:nvPr/>
            </p:nvPicPr>
            <p:blipFill>
              <a:blip r:embed="rId4">
                <a:extLst>
                  <a:ext uri="{28A0092B-C50C-407E-A947-70E740481C1C}">
                    <a14:useLocalDpi xmlns:a14="http://schemas.microsoft.com/office/drawing/2010/main" val="0"/>
                  </a:ext>
                  <a:ext uri="{96DAC541-7B7A-43D3-8B79-37D633B846F1}">
                    <asvg:svgBlip xmlns:asvg="http://schemas.microsoft.com/office/drawing/2016/SVG/main" r:embed="rId5"/>
                  </a:ext>
                </a:extLst>
              </a:blip>
              <a:stretch>
                <a:fillRect/>
              </a:stretch>
            </p:blipFill>
            <p:spPr>
              <a:xfrm>
                <a:off x="3393222" y="2975188"/>
                <a:ext cx="688835" cy="666249"/>
              </a:xfrm>
              <a:prstGeom prst="rect">
                <a:avLst/>
              </a:prstGeom>
            </p:spPr>
          </p:pic>
          <p:sp>
            <p:nvSpPr>
              <p:cNvPr id="61" name="文本框 60">
                <a:extLst>
                  <a:ext uri="{FF2B5EF4-FFF2-40B4-BE49-F238E27FC236}">
                    <a16:creationId xmlns:a16="http://schemas.microsoft.com/office/drawing/2014/main" id="{F38DCF20-B743-48E8-8FE7-69B49827706C}"/>
                  </a:ext>
                </a:extLst>
              </p:cNvPr>
              <p:cNvSpPr txBox="1"/>
              <p:nvPr/>
            </p:nvSpPr>
            <p:spPr>
              <a:xfrm>
                <a:off x="3680202" y="3014092"/>
                <a:ext cx="388699" cy="400110"/>
              </a:xfrm>
              <a:prstGeom prst="rect">
                <a:avLst/>
              </a:prstGeom>
              <a:noFill/>
            </p:spPr>
            <p:txBody>
              <a:bodyPr wrap="square">
                <a:spAutoFit/>
              </a:bodyPr>
              <a:lstStyle/>
              <a:p>
                <a:pPr algn="ctr"/>
                <a:r>
                  <a:rPr lang="en-US" altLang="zh-CN" sz="2000" b="1" dirty="0">
                    <a:solidFill>
                      <a:schemeClr val="bg1"/>
                    </a:solidFill>
                  </a:rPr>
                  <a:t>F</a:t>
                </a:r>
                <a:endParaRPr lang="zh-CN" altLang="en-US" sz="2000" dirty="0">
                  <a:solidFill>
                    <a:schemeClr val="bg1"/>
                  </a:solidFill>
                </a:endParaRPr>
              </a:p>
            </p:txBody>
          </p:sp>
        </p:grpSp>
        <p:grpSp>
          <p:nvGrpSpPr>
            <p:cNvPr id="62" name="组合 61">
              <a:extLst>
                <a:ext uri="{FF2B5EF4-FFF2-40B4-BE49-F238E27FC236}">
                  <a16:creationId xmlns:a16="http://schemas.microsoft.com/office/drawing/2014/main" id="{4FA3F4E8-7F85-40DF-B095-E0B539CA8F21}"/>
                </a:ext>
              </a:extLst>
            </p:cNvPr>
            <p:cNvGrpSpPr/>
            <p:nvPr/>
          </p:nvGrpSpPr>
          <p:grpSpPr>
            <a:xfrm>
              <a:off x="9964992" y="4265534"/>
              <a:ext cx="688835" cy="666249"/>
              <a:chOff x="3393222" y="2975188"/>
              <a:chExt cx="688835" cy="666249"/>
            </a:xfrm>
          </p:grpSpPr>
          <p:pic>
            <p:nvPicPr>
              <p:cNvPr id="63" name="图形 10">
                <a:extLst>
                  <a:ext uri="{FF2B5EF4-FFF2-40B4-BE49-F238E27FC236}">
                    <a16:creationId xmlns:a16="http://schemas.microsoft.com/office/drawing/2014/main" id="{C80591CD-393F-44E1-B076-CAA226FBC02F}"/>
                  </a:ext>
                </a:extLst>
              </p:cNvPr>
              <p:cNvPicPr>
                <a:picLocks noChangeAspect="1"/>
              </p:cNvPicPr>
              <p:nvPr/>
            </p:nvPicPr>
            <p:blipFill>
              <a:blip r:embed="rId4">
                <a:extLst>
                  <a:ext uri="{28A0092B-C50C-407E-A947-70E740481C1C}">
                    <a14:useLocalDpi xmlns:a14="http://schemas.microsoft.com/office/drawing/2010/main" val="0"/>
                  </a:ext>
                  <a:ext uri="{96DAC541-7B7A-43D3-8B79-37D633B846F1}">
                    <asvg:svgBlip xmlns:asvg="http://schemas.microsoft.com/office/drawing/2016/SVG/main" r:embed="rId5"/>
                  </a:ext>
                </a:extLst>
              </a:blip>
              <a:stretch>
                <a:fillRect/>
              </a:stretch>
            </p:blipFill>
            <p:spPr>
              <a:xfrm>
                <a:off x="3393222" y="2975188"/>
                <a:ext cx="688835" cy="666249"/>
              </a:xfrm>
              <a:prstGeom prst="rect">
                <a:avLst/>
              </a:prstGeom>
            </p:spPr>
          </p:pic>
          <p:sp>
            <p:nvSpPr>
              <p:cNvPr id="64" name="文本框 63">
                <a:extLst>
                  <a:ext uri="{FF2B5EF4-FFF2-40B4-BE49-F238E27FC236}">
                    <a16:creationId xmlns:a16="http://schemas.microsoft.com/office/drawing/2014/main" id="{3DBF579E-81CB-4A1A-B202-A067DB99C525}"/>
                  </a:ext>
                </a:extLst>
              </p:cNvPr>
              <p:cNvSpPr txBox="1"/>
              <p:nvPr/>
            </p:nvSpPr>
            <p:spPr>
              <a:xfrm>
                <a:off x="3680202" y="3014092"/>
                <a:ext cx="388699" cy="400110"/>
              </a:xfrm>
              <a:prstGeom prst="rect">
                <a:avLst/>
              </a:prstGeom>
              <a:noFill/>
            </p:spPr>
            <p:txBody>
              <a:bodyPr wrap="square">
                <a:spAutoFit/>
              </a:bodyPr>
              <a:lstStyle/>
              <a:p>
                <a:pPr algn="ctr"/>
                <a:r>
                  <a:rPr lang="en-US" altLang="zh-CN" sz="2000" b="1" dirty="0">
                    <a:solidFill>
                      <a:schemeClr val="bg1"/>
                    </a:solidFill>
                  </a:rPr>
                  <a:t>E</a:t>
                </a:r>
                <a:endParaRPr lang="zh-CN" altLang="en-US" sz="2000" dirty="0">
                  <a:solidFill>
                    <a:schemeClr val="bg1"/>
                  </a:solidFill>
                </a:endParaRPr>
              </a:p>
            </p:txBody>
          </p:sp>
        </p:grpSp>
      </p:grpSp>
      <p:grpSp>
        <p:nvGrpSpPr>
          <p:cNvPr id="67" name="组合 66">
            <a:extLst>
              <a:ext uri="{FF2B5EF4-FFF2-40B4-BE49-F238E27FC236}">
                <a16:creationId xmlns:a16="http://schemas.microsoft.com/office/drawing/2014/main" id="{F9C53DC6-7A3B-47E3-B5BC-B6441CF64DA5}"/>
              </a:ext>
            </a:extLst>
          </p:cNvPr>
          <p:cNvGrpSpPr/>
          <p:nvPr/>
        </p:nvGrpSpPr>
        <p:grpSpPr>
          <a:xfrm>
            <a:off x="5493003" y="4176277"/>
            <a:ext cx="1214772" cy="843699"/>
            <a:chOff x="5493003" y="4418512"/>
            <a:chExt cx="1214772" cy="843699"/>
          </a:xfrm>
        </p:grpSpPr>
        <p:grpSp>
          <p:nvGrpSpPr>
            <p:cNvPr id="28" name="组合 27">
              <a:extLst>
                <a:ext uri="{FF2B5EF4-FFF2-40B4-BE49-F238E27FC236}">
                  <a16:creationId xmlns:a16="http://schemas.microsoft.com/office/drawing/2014/main" id="{66A2236D-BD6A-4A16-A4A6-4FAC4F802160}"/>
                </a:ext>
              </a:extLst>
            </p:cNvPr>
            <p:cNvGrpSpPr/>
            <p:nvPr/>
          </p:nvGrpSpPr>
          <p:grpSpPr>
            <a:xfrm>
              <a:off x="5758936" y="4418512"/>
              <a:ext cx="694865" cy="843699"/>
              <a:chOff x="5748567" y="4622444"/>
              <a:chExt cx="694865" cy="843699"/>
            </a:xfrm>
          </p:grpSpPr>
          <p:pic>
            <p:nvPicPr>
              <p:cNvPr id="26" name="图片 25" descr="图片包含 图标&#10;&#10;描述已自动生成">
                <a:extLst>
                  <a:ext uri="{FF2B5EF4-FFF2-40B4-BE49-F238E27FC236}">
                    <a16:creationId xmlns:a16="http://schemas.microsoft.com/office/drawing/2014/main" id="{B84DFC4A-BB51-4FF0-9656-07E3BB532308}"/>
                  </a:ext>
                </a:extLst>
              </p:cNvPr>
              <p:cNvPicPr>
                <a:picLocks noChangeAspect="1"/>
              </p:cNvPicPr>
              <p:nvPr/>
            </p:nvPicPr>
            <p:blipFill>
              <a:blip r:embed="rId6">
                <a:extLst>
                  <a:ext uri="{28A0092B-C50C-407E-A947-70E740481C1C}">
                    <a14:useLocalDpi xmlns:a14="http://schemas.microsoft.com/office/drawing/2010/main" val="0"/>
                  </a:ext>
                </a:extLst>
              </a:blip>
              <a:stretch>
                <a:fillRect/>
              </a:stretch>
            </p:blipFill>
            <p:spPr>
              <a:xfrm>
                <a:off x="5812708" y="4622444"/>
                <a:ext cx="581100" cy="474367"/>
              </a:xfrm>
              <a:prstGeom prst="rect">
                <a:avLst/>
              </a:prstGeom>
            </p:spPr>
          </p:pic>
          <p:sp>
            <p:nvSpPr>
              <p:cNvPr id="27" name="文本框 26">
                <a:extLst>
                  <a:ext uri="{FF2B5EF4-FFF2-40B4-BE49-F238E27FC236}">
                    <a16:creationId xmlns:a16="http://schemas.microsoft.com/office/drawing/2014/main" id="{07AA94A1-946A-4935-A568-945B0455C199}"/>
                  </a:ext>
                </a:extLst>
              </p:cNvPr>
              <p:cNvSpPr txBox="1"/>
              <p:nvPr/>
            </p:nvSpPr>
            <p:spPr>
              <a:xfrm>
                <a:off x="5748567" y="5096811"/>
                <a:ext cx="694865" cy="369332"/>
              </a:xfrm>
              <a:prstGeom prst="rect">
                <a:avLst/>
              </a:prstGeom>
              <a:noFill/>
            </p:spPr>
            <p:txBody>
              <a:bodyPr wrap="square" rtlCol="0">
                <a:spAutoFit/>
              </a:bodyPr>
              <a:lstStyle/>
              <a:p>
                <a:pPr algn="ctr"/>
                <a:r>
                  <a:rPr lang="zh-CN" altLang="en-US" b="1" dirty="0">
                    <a:latin typeface="+mn-ea"/>
                  </a:rPr>
                  <a:t>网桥</a:t>
                </a:r>
              </a:p>
            </p:txBody>
          </p:sp>
        </p:grpSp>
        <p:sp>
          <p:nvSpPr>
            <p:cNvPr id="65" name="文本框 64">
              <a:extLst>
                <a:ext uri="{FF2B5EF4-FFF2-40B4-BE49-F238E27FC236}">
                  <a16:creationId xmlns:a16="http://schemas.microsoft.com/office/drawing/2014/main" id="{FF278548-C053-4B18-B9F5-EA4CB65CA520}"/>
                </a:ext>
              </a:extLst>
            </p:cNvPr>
            <p:cNvSpPr txBox="1"/>
            <p:nvPr/>
          </p:nvSpPr>
          <p:spPr>
            <a:xfrm>
              <a:off x="5493003" y="4665644"/>
              <a:ext cx="388699" cy="400110"/>
            </a:xfrm>
            <a:prstGeom prst="rect">
              <a:avLst/>
            </a:prstGeom>
            <a:noFill/>
          </p:spPr>
          <p:txBody>
            <a:bodyPr wrap="square">
              <a:spAutoFit/>
            </a:bodyPr>
            <a:lstStyle/>
            <a:p>
              <a:pPr algn="ctr"/>
              <a:r>
                <a:rPr lang="en-US" altLang="zh-CN" sz="2000" b="1" dirty="0"/>
                <a:t>1</a:t>
              </a:r>
              <a:endParaRPr lang="zh-CN" altLang="en-US" sz="2000" dirty="0"/>
            </a:p>
          </p:txBody>
        </p:sp>
        <p:sp>
          <p:nvSpPr>
            <p:cNvPr id="66" name="文本框 65">
              <a:extLst>
                <a:ext uri="{FF2B5EF4-FFF2-40B4-BE49-F238E27FC236}">
                  <a16:creationId xmlns:a16="http://schemas.microsoft.com/office/drawing/2014/main" id="{87F89E8D-5E77-4FCF-A24D-55995B18CCAE}"/>
                </a:ext>
              </a:extLst>
            </p:cNvPr>
            <p:cNvSpPr txBox="1"/>
            <p:nvPr/>
          </p:nvSpPr>
          <p:spPr>
            <a:xfrm>
              <a:off x="6319076" y="4665644"/>
              <a:ext cx="388699" cy="400110"/>
            </a:xfrm>
            <a:prstGeom prst="rect">
              <a:avLst/>
            </a:prstGeom>
            <a:noFill/>
          </p:spPr>
          <p:txBody>
            <a:bodyPr wrap="square">
              <a:spAutoFit/>
            </a:bodyPr>
            <a:lstStyle/>
            <a:p>
              <a:pPr algn="ctr"/>
              <a:r>
                <a:rPr lang="en-US" altLang="zh-CN" sz="2000" b="1" dirty="0"/>
                <a:t>2</a:t>
              </a:r>
              <a:endParaRPr lang="zh-CN" altLang="en-US" sz="2000" dirty="0"/>
            </a:p>
          </p:txBody>
        </p:sp>
      </p:grpSp>
      <p:pic>
        <p:nvPicPr>
          <p:cNvPr id="138" name="图片 137" descr="表格&#10;&#10;描述已自动生成">
            <a:extLst>
              <a:ext uri="{FF2B5EF4-FFF2-40B4-BE49-F238E27FC236}">
                <a16:creationId xmlns:a16="http://schemas.microsoft.com/office/drawing/2014/main" id="{5BFDE42F-FE19-4BB6-B258-9544CE901C86}"/>
              </a:ext>
            </a:extLst>
          </p:cNvPr>
          <p:cNvPicPr>
            <a:picLocks noChangeAspect="1"/>
          </p:cNvPicPr>
          <p:nvPr/>
        </p:nvPicPr>
        <p:blipFill>
          <a:blip r:embed="rId7" cstate="print">
            <a:extLst>
              <a:ext uri="{28A0092B-C50C-407E-A947-70E740481C1C}">
                <a14:useLocalDpi xmlns:a14="http://schemas.microsoft.com/office/drawing/2010/main" val="0"/>
              </a:ext>
            </a:extLst>
          </a:blip>
          <a:stretch>
            <a:fillRect/>
          </a:stretch>
        </p:blipFill>
        <p:spPr>
          <a:xfrm>
            <a:off x="5386955" y="1673847"/>
            <a:ext cx="1427032" cy="2327586"/>
          </a:xfrm>
          <a:prstGeom prst="rect">
            <a:avLst/>
          </a:prstGeom>
        </p:spPr>
      </p:pic>
      <p:sp>
        <p:nvSpPr>
          <p:cNvPr id="9" name="文本框 8">
            <a:extLst>
              <a:ext uri="{FF2B5EF4-FFF2-40B4-BE49-F238E27FC236}">
                <a16:creationId xmlns:a16="http://schemas.microsoft.com/office/drawing/2014/main" id="{62276D1A-8D5D-4374-B6BC-CCAA3F143648}"/>
              </a:ext>
            </a:extLst>
          </p:cNvPr>
          <p:cNvSpPr txBox="1"/>
          <p:nvPr/>
        </p:nvSpPr>
        <p:spPr>
          <a:xfrm>
            <a:off x="3877010" y="3306115"/>
            <a:ext cx="688835" cy="369332"/>
          </a:xfrm>
          <a:prstGeom prst="rect">
            <a:avLst/>
          </a:prstGeom>
          <a:noFill/>
        </p:spPr>
        <p:txBody>
          <a:bodyPr wrap="square" rtlCol="0">
            <a:spAutoFit/>
          </a:bodyPr>
          <a:lstStyle/>
          <a:p>
            <a:pPr algn="ctr"/>
            <a:r>
              <a:rPr lang="zh-CN" altLang="en-US" b="1" dirty="0">
                <a:solidFill>
                  <a:schemeClr val="accent4"/>
                </a:solidFill>
              </a:rPr>
              <a:t>接受</a:t>
            </a:r>
          </a:p>
        </p:txBody>
      </p:sp>
      <p:sp>
        <p:nvSpPr>
          <p:cNvPr id="104" name="文本框 103">
            <a:extLst>
              <a:ext uri="{FF2B5EF4-FFF2-40B4-BE49-F238E27FC236}">
                <a16:creationId xmlns:a16="http://schemas.microsoft.com/office/drawing/2014/main" id="{D35E347B-D8E4-4E19-8580-0DED426D3B87}"/>
              </a:ext>
            </a:extLst>
          </p:cNvPr>
          <p:cNvSpPr txBox="1"/>
          <p:nvPr/>
        </p:nvSpPr>
        <p:spPr>
          <a:xfrm>
            <a:off x="3877010" y="5214140"/>
            <a:ext cx="688835" cy="369332"/>
          </a:xfrm>
          <a:prstGeom prst="rect">
            <a:avLst/>
          </a:prstGeom>
          <a:noFill/>
        </p:spPr>
        <p:txBody>
          <a:bodyPr wrap="square" rtlCol="0">
            <a:spAutoFit/>
          </a:bodyPr>
          <a:lstStyle/>
          <a:p>
            <a:pPr algn="ctr"/>
            <a:r>
              <a:rPr lang="zh-CN" altLang="en-US" b="1" dirty="0">
                <a:solidFill>
                  <a:schemeClr val="accent4"/>
                </a:solidFill>
              </a:rPr>
              <a:t>接受</a:t>
            </a:r>
          </a:p>
        </p:txBody>
      </p:sp>
      <p:sp>
        <p:nvSpPr>
          <p:cNvPr id="95" name="文本框 94">
            <a:extLst>
              <a:ext uri="{FF2B5EF4-FFF2-40B4-BE49-F238E27FC236}">
                <a16:creationId xmlns:a16="http://schemas.microsoft.com/office/drawing/2014/main" id="{8B75A5E6-FD47-4CE5-B424-B3ECCBDE850A}"/>
              </a:ext>
            </a:extLst>
          </p:cNvPr>
          <p:cNvSpPr txBox="1"/>
          <p:nvPr/>
        </p:nvSpPr>
        <p:spPr>
          <a:xfrm>
            <a:off x="8086386" y="3234470"/>
            <a:ext cx="688835" cy="369332"/>
          </a:xfrm>
          <a:prstGeom prst="rect">
            <a:avLst/>
          </a:prstGeom>
          <a:noFill/>
        </p:spPr>
        <p:txBody>
          <a:bodyPr wrap="square" rtlCol="0">
            <a:spAutoFit/>
          </a:bodyPr>
          <a:lstStyle/>
          <a:p>
            <a:pPr algn="ctr"/>
            <a:r>
              <a:rPr lang="zh-CN" altLang="en-US" b="1" dirty="0">
                <a:solidFill>
                  <a:schemeClr val="accent4"/>
                </a:solidFill>
              </a:rPr>
              <a:t>接受</a:t>
            </a:r>
          </a:p>
        </p:txBody>
      </p:sp>
      <p:sp>
        <p:nvSpPr>
          <p:cNvPr id="96" name="文本框 95">
            <a:extLst>
              <a:ext uri="{FF2B5EF4-FFF2-40B4-BE49-F238E27FC236}">
                <a16:creationId xmlns:a16="http://schemas.microsoft.com/office/drawing/2014/main" id="{2051740D-62F1-4DC1-B11E-578BC27014B8}"/>
              </a:ext>
            </a:extLst>
          </p:cNvPr>
          <p:cNvSpPr txBox="1"/>
          <p:nvPr/>
        </p:nvSpPr>
        <p:spPr>
          <a:xfrm>
            <a:off x="8600599" y="4550196"/>
            <a:ext cx="688835" cy="369332"/>
          </a:xfrm>
          <a:prstGeom prst="rect">
            <a:avLst/>
          </a:prstGeom>
          <a:noFill/>
        </p:spPr>
        <p:txBody>
          <a:bodyPr wrap="square" rtlCol="0">
            <a:spAutoFit/>
          </a:bodyPr>
          <a:lstStyle/>
          <a:p>
            <a:pPr algn="ctr"/>
            <a:r>
              <a:rPr lang="zh-CN" altLang="en-US" b="1" dirty="0">
                <a:solidFill>
                  <a:schemeClr val="accent4"/>
                </a:solidFill>
              </a:rPr>
              <a:t>接受</a:t>
            </a:r>
          </a:p>
        </p:txBody>
      </p:sp>
      <p:sp>
        <p:nvSpPr>
          <p:cNvPr id="97" name="文本框 96">
            <a:extLst>
              <a:ext uri="{FF2B5EF4-FFF2-40B4-BE49-F238E27FC236}">
                <a16:creationId xmlns:a16="http://schemas.microsoft.com/office/drawing/2014/main" id="{A7FBF4C2-CA3C-43B4-8AFE-5D9795E7AD59}"/>
              </a:ext>
            </a:extLst>
          </p:cNvPr>
          <p:cNvSpPr txBox="1"/>
          <p:nvPr/>
        </p:nvSpPr>
        <p:spPr>
          <a:xfrm>
            <a:off x="7910605" y="5583471"/>
            <a:ext cx="688835" cy="369332"/>
          </a:xfrm>
          <a:prstGeom prst="rect">
            <a:avLst/>
          </a:prstGeom>
          <a:noFill/>
        </p:spPr>
        <p:txBody>
          <a:bodyPr wrap="square" rtlCol="0">
            <a:spAutoFit/>
          </a:bodyPr>
          <a:lstStyle/>
          <a:p>
            <a:pPr algn="ctr"/>
            <a:r>
              <a:rPr lang="zh-CN" altLang="en-US" b="1" dirty="0">
                <a:solidFill>
                  <a:schemeClr val="accent4"/>
                </a:solidFill>
              </a:rPr>
              <a:t>接受</a:t>
            </a:r>
          </a:p>
        </p:txBody>
      </p:sp>
      <p:sp>
        <p:nvSpPr>
          <p:cNvPr id="7" name="对话气泡: 圆角矩形 6">
            <a:extLst>
              <a:ext uri="{FF2B5EF4-FFF2-40B4-BE49-F238E27FC236}">
                <a16:creationId xmlns:a16="http://schemas.microsoft.com/office/drawing/2014/main" id="{D5B42AC4-2F9B-49AB-A873-CB558FB9DC2F}"/>
              </a:ext>
            </a:extLst>
          </p:cNvPr>
          <p:cNvSpPr/>
          <p:nvPr/>
        </p:nvSpPr>
        <p:spPr>
          <a:xfrm>
            <a:off x="1641183" y="2725204"/>
            <a:ext cx="2107305" cy="970552"/>
          </a:xfrm>
          <a:prstGeom prst="wedgeRoundRectCallout">
            <a:avLst>
              <a:gd name="adj1" fmla="val 37454"/>
              <a:gd name="adj2" fmla="val 89128"/>
              <a:gd name="adj3" fmla="val 16667"/>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lnSpc>
                <a:spcPct val="150000"/>
              </a:lnSpc>
            </a:pPr>
            <a:r>
              <a:rPr lang="zh-CN" altLang="en-US" b="1" dirty="0">
                <a:latin typeface="Arial Narrow" panose="020B0606020202030204" pitchFamily="34" charset="0"/>
              </a:rPr>
              <a:t>目的</a:t>
            </a:r>
            <a:r>
              <a:rPr lang="en-US" altLang="zh-CN" b="1" dirty="0">
                <a:latin typeface="Arial Narrow" panose="020B0606020202030204" pitchFamily="34" charset="0"/>
              </a:rPr>
              <a:t>MAC</a:t>
            </a:r>
            <a:r>
              <a:rPr lang="zh-CN" altLang="en-US" b="1" dirty="0">
                <a:latin typeface="Arial Narrow" panose="020B0606020202030204" pitchFamily="34" charset="0"/>
              </a:rPr>
              <a:t>地址为</a:t>
            </a:r>
            <a:endParaRPr lang="en-US" altLang="zh-CN" b="1" dirty="0">
              <a:latin typeface="Arial Narrow" panose="020B0606020202030204" pitchFamily="34" charset="0"/>
            </a:endParaRPr>
          </a:p>
          <a:p>
            <a:pPr algn="ctr">
              <a:lnSpc>
                <a:spcPct val="150000"/>
              </a:lnSpc>
            </a:pPr>
            <a:r>
              <a:rPr lang="en-US" altLang="zh-CN" b="1" dirty="0">
                <a:latin typeface="Arial Narrow" panose="020B0606020202030204" pitchFamily="34" charset="0"/>
              </a:rPr>
              <a:t>FF-FF-FF-FF-FF-FF</a:t>
            </a:r>
            <a:endParaRPr lang="zh-CN" altLang="en-US" b="1" dirty="0">
              <a:latin typeface="Arial Narrow" panose="020B0606020202030204" pitchFamily="34" charset="0"/>
            </a:endParaRPr>
          </a:p>
        </p:txBody>
      </p:sp>
      <p:sp>
        <p:nvSpPr>
          <p:cNvPr id="98" name="对话气泡: 圆角矩形 97">
            <a:extLst>
              <a:ext uri="{FF2B5EF4-FFF2-40B4-BE49-F238E27FC236}">
                <a16:creationId xmlns:a16="http://schemas.microsoft.com/office/drawing/2014/main" id="{E392D105-7DC5-459C-863E-BDB10A7F39BB}"/>
              </a:ext>
            </a:extLst>
          </p:cNvPr>
          <p:cNvSpPr/>
          <p:nvPr/>
        </p:nvSpPr>
        <p:spPr>
          <a:xfrm>
            <a:off x="7048276" y="1474167"/>
            <a:ext cx="4779718" cy="970552"/>
          </a:xfrm>
          <a:prstGeom prst="wedgeRoundRectCallout">
            <a:avLst>
              <a:gd name="adj1" fmla="val -54195"/>
              <a:gd name="adj2" fmla="val -9831"/>
              <a:gd name="adj3" fmla="val 16667"/>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nSpc>
                <a:spcPct val="150000"/>
              </a:lnSpc>
            </a:pPr>
            <a:r>
              <a:rPr lang="zh-CN" altLang="en-US" b="1" dirty="0">
                <a:latin typeface="Arial Narrow" panose="020B0606020202030204" pitchFamily="34" charset="0"/>
              </a:rPr>
              <a:t>不用查找转发表，而是会通过除接收该帧的接口的其他接口转发该广播帧。</a:t>
            </a:r>
          </a:p>
        </p:txBody>
      </p:sp>
    </p:spTree>
    <p:custDataLst>
      <p:tags r:id="rId1"/>
    </p:custDataLst>
    <p:extLst>
      <p:ext uri="{BB962C8B-B14F-4D97-AF65-F5344CB8AC3E}">
        <p14:creationId xmlns:p14="http://schemas.microsoft.com/office/powerpoint/2010/main" val="3199104073"/>
      </p:ext>
    </p:extLst>
  </p:cSld>
  <p:clrMapOvr>
    <a:masterClrMapping/>
  </p:clrMapOvr>
  <mc:AlternateContent xmlns:mc="http://schemas.openxmlformats.org/markup-compatibility/2006" xmlns:p14="http://schemas.microsoft.com/office/powerpoint/2010/main">
    <mc:Choice Requires="p14">
      <p:transition p14:dur="10"/>
    </mc:Choice>
    <mc:Fallback xmlns="">
      <p:transition/>
    </mc:Fallback>
  </mc:AlternateContent>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2" presetClass="entr" presetSubtype="8" fill="hold" nodeType="clickEffect">
                                  <p:stCondLst>
                                    <p:cond delay="0"/>
                                  </p:stCondLst>
                                  <p:childTnLst>
                                    <p:set>
                                      <p:cBhvr>
                                        <p:cTn id="6" dur="1" fill="hold">
                                          <p:stCondLst>
                                            <p:cond delay="0"/>
                                          </p:stCondLst>
                                        </p:cTn>
                                        <p:tgtEl>
                                          <p:spTgt spid="17"/>
                                        </p:tgtEl>
                                        <p:attrNameLst>
                                          <p:attrName>style.visibility</p:attrName>
                                        </p:attrNameLst>
                                      </p:cBhvr>
                                      <p:to>
                                        <p:strVal val="visible"/>
                                      </p:to>
                                    </p:set>
                                    <p:anim calcmode="lin" valueType="num">
                                      <p:cBhvr additive="base">
                                        <p:cTn id="7" dur="500"/>
                                        <p:tgtEl>
                                          <p:spTgt spid="17"/>
                                        </p:tgtEl>
                                        <p:attrNameLst>
                                          <p:attrName>ppt_x</p:attrName>
                                        </p:attrNameLst>
                                      </p:cBhvr>
                                      <p:tavLst>
                                        <p:tav tm="0">
                                          <p:val>
                                            <p:strVal val="#ppt_x-#ppt_w*1.125000"/>
                                          </p:val>
                                        </p:tav>
                                        <p:tav tm="100000">
                                          <p:val>
                                            <p:strVal val="#ppt_x"/>
                                          </p:val>
                                        </p:tav>
                                      </p:tavLst>
                                    </p:anim>
                                    <p:animEffect transition="in" filter="wipe(right)">
                                      <p:cBhvr>
                                        <p:cTn id="8" dur="500"/>
                                        <p:tgtEl>
                                          <p:spTgt spid="17"/>
                                        </p:tgtEl>
                                      </p:cBhvr>
                                    </p:animEffect>
                                  </p:childTnLst>
                                </p:cTn>
                              </p:par>
                            </p:childTnLst>
                          </p:cTn>
                        </p:par>
                      </p:childTnLst>
                    </p:cTn>
                  </p:par>
                  <p:par>
                    <p:cTn id="9" fill="hold">
                      <p:stCondLst>
                        <p:cond delay="indefinite"/>
                      </p:stCondLst>
                      <p:childTnLst>
                        <p:par>
                          <p:cTn id="10" fill="hold">
                            <p:stCondLst>
                              <p:cond delay="0"/>
                            </p:stCondLst>
                            <p:childTnLst>
                              <p:par>
                                <p:cTn id="11" presetID="47" presetClass="entr" presetSubtype="0" fill="hold" grpId="0" nodeType="clickEffect">
                                  <p:stCondLst>
                                    <p:cond delay="0"/>
                                  </p:stCondLst>
                                  <p:childTnLst>
                                    <p:set>
                                      <p:cBhvr>
                                        <p:cTn id="12" dur="1" fill="hold">
                                          <p:stCondLst>
                                            <p:cond delay="0"/>
                                          </p:stCondLst>
                                        </p:cTn>
                                        <p:tgtEl>
                                          <p:spTgt spid="7"/>
                                        </p:tgtEl>
                                        <p:attrNameLst>
                                          <p:attrName>style.visibility</p:attrName>
                                        </p:attrNameLst>
                                      </p:cBhvr>
                                      <p:to>
                                        <p:strVal val="visible"/>
                                      </p:to>
                                    </p:set>
                                    <p:animEffect transition="in" filter="fade">
                                      <p:cBhvr>
                                        <p:cTn id="13" dur="1000"/>
                                        <p:tgtEl>
                                          <p:spTgt spid="7"/>
                                        </p:tgtEl>
                                      </p:cBhvr>
                                    </p:animEffect>
                                    <p:anim calcmode="lin" valueType="num">
                                      <p:cBhvr>
                                        <p:cTn id="14" dur="1000" fill="hold"/>
                                        <p:tgtEl>
                                          <p:spTgt spid="7"/>
                                        </p:tgtEl>
                                        <p:attrNameLst>
                                          <p:attrName>ppt_x</p:attrName>
                                        </p:attrNameLst>
                                      </p:cBhvr>
                                      <p:tavLst>
                                        <p:tav tm="0">
                                          <p:val>
                                            <p:strVal val="#ppt_x"/>
                                          </p:val>
                                        </p:tav>
                                        <p:tav tm="100000">
                                          <p:val>
                                            <p:strVal val="#ppt_x"/>
                                          </p:val>
                                        </p:tav>
                                      </p:tavLst>
                                    </p:anim>
                                    <p:anim calcmode="lin" valueType="num">
                                      <p:cBhvr>
                                        <p:cTn id="15" dur="1000" fill="hold"/>
                                        <p:tgtEl>
                                          <p:spTgt spid="7"/>
                                        </p:tgtEl>
                                        <p:attrNameLst>
                                          <p:attrName>ppt_y</p:attrName>
                                        </p:attrNameLst>
                                      </p:cBhvr>
                                      <p:tavLst>
                                        <p:tav tm="0">
                                          <p:val>
                                            <p:strVal val="#ppt_y-.1"/>
                                          </p:val>
                                        </p:tav>
                                        <p:tav tm="100000">
                                          <p:val>
                                            <p:strVal val="#ppt_y"/>
                                          </p:val>
                                        </p:tav>
                                      </p:tavLst>
                                    </p:anim>
                                  </p:childTnLst>
                                </p:cTn>
                              </p:par>
                            </p:childTnLst>
                          </p:cTn>
                        </p:par>
                      </p:childTnLst>
                    </p:cTn>
                  </p:par>
                  <p:par>
                    <p:cTn id="16" fill="hold">
                      <p:stCondLst>
                        <p:cond delay="indefinite"/>
                      </p:stCondLst>
                      <p:childTnLst>
                        <p:par>
                          <p:cTn id="17" fill="hold">
                            <p:stCondLst>
                              <p:cond delay="0"/>
                            </p:stCondLst>
                            <p:childTnLst>
                              <p:par>
                                <p:cTn id="18" presetID="12" presetClass="entr" presetSubtype="4" fill="hold" nodeType="clickEffect">
                                  <p:stCondLst>
                                    <p:cond delay="0"/>
                                  </p:stCondLst>
                                  <p:childTnLst>
                                    <p:set>
                                      <p:cBhvr>
                                        <p:cTn id="19" dur="1" fill="hold">
                                          <p:stCondLst>
                                            <p:cond delay="0"/>
                                          </p:stCondLst>
                                        </p:cTn>
                                        <p:tgtEl>
                                          <p:spTgt spid="70"/>
                                        </p:tgtEl>
                                        <p:attrNameLst>
                                          <p:attrName>style.visibility</p:attrName>
                                        </p:attrNameLst>
                                      </p:cBhvr>
                                      <p:to>
                                        <p:strVal val="visible"/>
                                      </p:to>
                                    </p:set>
                                    <p:anim calcmode="lin" valueType="num">
                                      <p:cBhvr additive="base">
                                        <p:cTn id="20" dur="500"/>
                                        <p:tgtEl>
                                          <p:spTgt spid="70"/>
                                        </p:tgtEl>
                                        <p:attrNameLst>
                                          <p:attrName>ppt_y</p:attrName>
                                        </p:attrNameLst>
                                      </p:cBhvr>
                                      <p:tavLst>
                                        <p:tav tm="0">
                                          <p:val>
                                            <p:strVal val="#ppt_y+#ppt_h*1.125000"/>
                                          </p:val>
                                        </p:tav>
                                        <p:tav tm="100000">
                                          <p:val>
                                            <p:strVal val="#ppt_y"/>
                                          </p:val>
                                        </p:tav>
                                      </p:tavLst>
                                    </p:anim>
                                    <p:animEffect transition="in" filter="wipe(up)">
                                      <p:cBhvr>
                                        <p:cTn id="21" dur="500"/>
                                        <p:tgtEl>
                                          <p:spTgt spid="70"/>
                                        </p:tgtEl>
                                      </p:cBhvr>
                                    </p:animEffect>
                                  </p:childTnLst>
                                </p:cTn>
                              </p:par>
                              <p:par>
                                <p:cTn id="22" presetID="12" presetClass="entr" presetSubtype="1" fill="hold" nodeType="withEffect">
                                  <p:stCondLst>
                                    <p:cond delay="0"/>
                                  </p:stCondLst>
                                  <p:childTnLst>
                                    <p:set>
                                      <p:cBhvr>
                                        <p:cTn id="23" dur="1" fill="hold">
                                          <p:stCondLst>
                                            <p:cond delay="0"/>
                                          </p:stCondLst>
                                        </p:cTn>
                                        <p:tgtEl>
                                          <p:spTgt spid="75"/>
                                        </p:tgtEl>
                                        <p:attrNameLst>
                                          <p:attrName>style.visibility</p:attrName>
                                        </p:attrNameLst>
                                      </p:cBhvr>
                                      <p:to>
                                        <p:strVal val="visible"/>
                                      </p:to>
                                    </p:set>
                                    <p:anim calcmode="lin" valueType="num">
                                      <p:cBhvr additive="base">
                                        <p:cTn id="24" dur="500"/>
                                        <p:tgtEl>
                                          <p:spTgt spid="75"/>
                                        </p:tgtEl>
                                        <p:attrNameLst>
                                          <p:attrName>ppt_y</p:attrName>
                                        </p:attrNameLst>
                                      </p:cBhvr>
                                      <p:tavLst>
                                        <p:tav tm="0">
                                          <p:val>
                                            <p:strVal val="#ppt_y-#ppt_h*1.125000"/>
                                          </p:val>
                                        </p:tav>
                                        <p:tav tm="100000">
                                          <p:val>
                                            <p:strVal val="#ppt_y"/>
                                          </p:val>
                                        </p:tav>
                                      </p:tavLst>
                                    </p:anim>
                                    <p:animEffect transition="in" filter="wipe(down)">
                                      <p:cBhvr>
                                        <p:cTn id="25" dur="500"/>
                                        <p:tgtEl>
                                          <p:spTgt spid="75"/>
                                        </p:tgtEl>
                                      </p:cBhvr>
                                    </p:animEffect>
                                  </p:childTnLst>
                                </p:cTn>
                              </p:par>
                              <p:par>
                                <p:cTn id="26" presetID="12" presetClass="entr" presetSubtype="8" fill="hold" nodeType="withEffect">
                                  <p:stCondLst>
                                    <p:cond delay="0"/>
                                  </p:stCondLst>
                                  <p:childTnLst>
                                    <p:set>
                                      <p:cBhvr>
                                        <p:cTn id="27" dur="1" fill="hold">
                                          <p:stCondLst>
                                            <p:cond delay="0"/>
                                          </p:stCondLst>
                                        </p:cTn>
                                        <p:tgtEl>
                                          <p:spTgt spid="81"/>
                                        </p:tgtEl>
                                        <p:attrNameLst>
                                          <p:attrName>style.visibility</p:attrName>
                                        </p:attrNameLst>
                                      </p:cBhvr>
                                      <p:to>
                                        <p:strVal val="visible"/>
                                      </p:to>
                                    </p:set>
                                    <p:anim calcmode="lin" valueType="num">
                                      <p:cBhvr additive="base">
                                        <p:cTn id="28" dur="500"/>
                                        <p:tgtEl>
                                          <p:spTgt spid="81"/>
                                        </p:tgtEl>
                                        <p:attrNameLst>
                                          <p:attrName>ppt_x</p:attrName>
                                        </p:attrNameLst>
                                      </p:cBhvr>
                                      <p:tavLst>
                                        <p:tav tm="0">
                                          <p:val>
                                            <p:strVal val="#ppt_x-#ppt_w*1.125000"/>
                                          </p:val>
                                        </p:tav>
                                        <p:tav tm="100000">
                                          <p:val>
                                            <p:strVal val="#ppt_x"/>
                                          </p:val>
                                        </p:tav>
                                      </p:tavLst>
                                    </p:anim>
                                    <p:animEffect transition="in" filter="wipe(right)">
                                      <p:cBhvr>
                                        <p:cTn id="29" dur="500"/>
                                        <p:tgtEl>
                                          <p:spTgt spid="81"/>
                                        </p:tgtEl>
                                      </p:cBhvr>
                                    </p:animEffect>
                                  </p:childTnLst>
                                </p:cTn>
                              </p:par>
                            </p:childTnLst>
                          </p:cTn>
                        </p:par>
                      </p:childTnLst>
                    </p:cTn>
                  </p:par>
                  <p:par>
                    <p:cTn id="30" fill="hold">
                      <p:stCondLst>
                        <p:cond delay="indefinite"/>
                      </p:stCondLst>
                      <p:childTnLst>
                        <p:par>
                          <p:cTn id="31" fill="hold">
                            <p:stCondLst>
                              <p:cond delay="0"/>
                            </p:stCondLst>
                            <p:childTnLst>
                              <p:par>
                                <p:cTn id="32" presetID="53" presetClass="entr" presetSubtype="16" fill="hold" grpId="0" nodeType="clickEffect">
                                  <p:stCondLst>
                                    <p:cond delay="0"/>
                                  </p:stCondLst>
                                  <p:childTnLst>
                                    <p:set>
                                      <p:cBhvr>
                                        <p:cTn id="33" dur="1" fill="hold">
                                          <p:stCondLst>
                                            <p:cond delay="0"/>
                                          </p:stCondLst>
                                        </p:cTn>
                                        <p:tgtEl>
                                          <p:spTgt spid="9"/>
                                        </p:tgtEl>
                                        <p:attrNameLst>
                                          <p:attrName>style.visibility</p:attrName>
                                        </p:attrNameLst>
                                      </p:cBhvr>
                                      <p:to>
                                        <p:strVal val="visible"/>
                                      </p:to>
                                    </p:set>
                                    <p:anim calcmode="lin" valueType="num">
                                      <p:cBhvr>
                                        <p:cTn id="34" dur="500" fill="hold"/>
                                        <p:tgtEl>
                                          <p:spTgt spid="9"/>
                                        </p:tgtEl>
                                        <p:attrNameLst>
                                          <p:attrName>ppt_w</p:attrName>
                                        </p:attrNameLst>
                                      </p:cBhvr>
                                      <p:tavLst>
                                        <p:tav tm="0">
                                          <p:val>
                                            <p:fltVal val="0"/>
                                          </p:val>
                                        </p:tav>
                                        <p:tav tm="100000">
                                          <p:val>
                                            <p:strVal val="#ppt_w"/>
                                          </p:val>
                                        </p:tav>
                                      </p:tavLst>
                                    </p:anim>
                                    <p:anim calcmode="lin" valueType="num">
                                      <p:cBhvr>
                                        <p:cTn id="35" dur="500" fill="hold"/>
                                        <p:tgtEl>
                                          <p:spTgt spid="9"/>
                                        </p:tgtEl>
                                        <p:attrNameLst>
                                          <p:attrName>ppt_h</p:attrName>
                                        </p:attrNameLst>
                                      </p:cBhvr>
                                      <p:tavLst>
                                        <p:tav tm="0">
                                          <p:val>
                                            <p:fltVal val="0"/>
                                          </p:val>
                                        </p:tav>
                                        <p:tav tm="100000">
                                          <p:val>
                                            <p:strVal val="#ppt_h"/>
                                          </p:val>
                                        </p:tav>
                                      </p:tavLst>
                                    </p:anim>
                                    <p:animEffect transition="in" filter="fade">
                                      <p:cBhvr>
                                        <p:cTn id="36" dur="500"/>
                                        <p:tgtEl>
                                          <p:spTgt spid="9"/>
                                        </p:tgtEl>
                                      </p:cBhvr>
                                    </p:animEffect>
                                  </p:childTnLst>
                                </p:cTn>
                              </p:par>
                              <p:par>
                                <p:cTn id="37" presetID="53" presetClass="entr" presetSubtype="16" fill="hold" grpId="0" nodeType="withEffect">
                                  <p:stCondLst>
                                    <p:cond delay="0"/>
                                  </p:stCondLst>
                                  <p:childTnLst>
                                    <p:set>
                                      <p:cBhvr>
                                        <p:cTn id="38" dur="1" fill="hold">
                                          <p:stCondLst>
                                            <p:cond delay="0"/>
                                          </p:stCondLst>
                                        </p:cTn>
                                        <p:tgtEl>
                                          <p:spTgt spid="104"/>
                                        </p:tgtEl>
                                        <p:attrNameLst>
                                          <p:attrName>style.visibility</p:attrName>
                                        </p:attrNameLst>
                                      </p:cBhvr>
                                      <p:to>
                                        <p:strVal val="visible"/>
                                      </p:to>
                                    </p:set>
                                    <p:anim calcmode="lin" valueType="num">
                                      <p:cBhvr>
                                        <p:cTn id="39" dur="500" fill="hold"/>
                                        <p:tgtEl>
                                          <p:spTgt spid="104"/>
                                        </p:tgtEl>
                                        <p:attrNameLst>
                                          <p:attrName>ppt_w</p:attrName>
                                        </p:attrNameLst>
                                      </p:cBhvr>
                                      <p:tavLst>
                                        <p:tav tm="0">
                                          <p:val>
                                            <p:fltVal val="0"/>
                                          </p:val>
                                        </p:tav>
                                        <p:tav tm="100000">
                                          <p:val>
                                            <p:strVal val="#ppt_w"/>
                                          </p:val>
                                        </p:tav>
                                      </p:tavLst>
                                    </p:anim>
                                    <p:anim calcmode="lin" valueType="num">
                                      <p:cBhvr>
                                        <p:cTn id="40" dur="500" fill="hold"/>
                                        <p:tgtEl>
                                          <p:spTgt spid="104"/>
                                        </p:tgtEl>
                                        <p:attrNameLst>
                                          <p:attrName>ppt_h</p:attrName>
                                        </p:attrNameLst>
                                      </p:cBhvr>
                                      <p:tavLst>
                                        <p:tav tm="0">
                                          <p:val>
                                            <p:fltVal val="0"/>
                                          </p:val>
                                        </p:tav>
                                        <p:tav tm="100000">
                                          <p:val>
                                            <p:strVal val="#ppt_h"/>
                                          </p:val>
                                        </p:tav>
                                      </p:tavLst>
                                    </p:anim>
                                    <p:animEffect transition="in" filter="fade">
                                      <p:cBhvr>
                                        <p:cTn id="41" dur="500"/>
                                        <p:tgtEl>
                                          <p:spTgt spid="104"/>
                                        </p:tgtEl>
                                      </p:cBhvr>
                                    </p:animEffect>
                                  </p:childTnLst>
                                </p:cTn>
                              </p:par>
                            </p:childTnLst>
                          </p:cTn>
                        </p:par>
                      </p:childTnLst>
                    </p:cTn>
                  </p:par>
                  <p:par>
                    <p:cTn id="42" fill="hold">
                      <p:stCondLst>
                        <p:cond delay="indefinite"/>
                      </p:stCondLst>
                      <p:childTnLst>
                        <p:par>
                          <p:cTn id="43" fill="hold">
                            <p:stCondLst>
                              <p:cond delay="0"/>
                            </p:stCondLst>
                            <p:childTnLst>
                              <p:par>
                                <p:cTn id="44" presetID="2" presetClass="entr" presetSubtype="2" fill="hold" grpId="0" nodeType="clickEffect">
                                  <p:stCondLst>
                                    <p:cond delay="0"/>
                                  </p:stCondLst>
                                  <p:childTnLst>
                                    <p:set>
                                      <p:cBhvr>
                                        <p:cTn id="45" dur="1" fill="hold">
                                          <p:stCondLst>
                                            <p:cond delay="0"/>
                                          </p:stCondLst>
                                        </p:cTn>
                                        <p:tgtEl>
                                          <p:spTgt spid="98"/>
                                        </p:tgtEl>
                                        <p:attrNameLst>
                                          <p:attrName>style.visibility</p:attrName>
                                        </p:attrNameLst>
                                      </p:cBhvr>
                                      <p:to>
                                        <p:strVal val="visible"/>
                                      </p:to>
                                    </p:set>
                                    <p:anim calcmode="lin" valueType="num">
                                      <p:cBhvr additive="base">
                                        <p:cTn id="46" dur="500" fill="hold"/>
                                        <p:tgtEl>
                                          <p:spTgt spid="98"/>
                                        </p:tgtEl>
                                        <p:attrNameLst>
                                          <p:attrName>ppt_x</p:attrName>
                                        </p:attrNameLst>
                                      </p:cBhvr>
                                      <p:tavLst>
                                        <p:tav tm="0">
                                          <p:val>
                                            <p:strVal val="1+#ppt_w/2"/>
                                          </p:val>
                                        </p:tav>
                                        <p:tav tm="100000">
                                          <p:val>
                                            <p:strVal val="#ppt_x"/>
                                          </p:val>
                                        </p:tav>
                                      </p:tavLst>
                                    </p:anim>
                                    <p:anim calcmode="lin" valueType="num">
                                      <p:cBhvr additive="base">
                                        <p:cTn id="47" dur="500" fill="hold"/>
                                        <p:tgtEl>
                                          <p:spTgt spid="98"/>
                                        </p:tgtEl>
                                        <p:attrNameLst>
                                          <p:attrName>ppt_y</p:attrName>
                                        </p:attrNameLst>
                                      </p:cBhvr>
                                      <p:tavLst>
                                        <p:tav tm="0">
                                          <p:val>
                                            <p:strVal val="#ppt_y"/>
                                          </p:val>
                                        </p:tav>
                                        <p:tav tm="100000">
                                          <p:val>
                                            <p:strVal val="#ppt_y"/>
                                          </p:val>
                                        </p:tav>
                                      </p:tavLst>
                                    </p:anim>
                                  </p:childTnLst>
                                </p:cTn>
                              </p:par>
                            </p:childTnLst>
                          </p:cTn>
                        </p:par>
                      </p:childTnLst>
                    </p:cTn>
                  </p:par>
                  <p:par>
                    <p:cTn id="48" fill="hold">
                      <p:stCondLst>
                        <p:cond delay="indefinite"/>
                      </p:stCondLst>
                      <p:childTnLst>
                        <p:par>
                          <p:cTn id="49" fill="hold">
                            <p:stCondLst>
                              <p:cond delay="0"/>
                            </p:stCondLst>
                            <p:childTnLst>
                              <p:par>
                                <p:cTn id="50" presetID="12" presetClass="entr" presetSubtype="8" fill="hold" nodeType="clickEffect">
                                  <p:stCondLst>
                                    <p:cond delay="0"/>
                                  </p:stCondLst>
                                  <p:childTnLst>
                                    <p:set>
                                      <p:cBhvr>
                                        <p:cTn id="51" dur="1" fill="hold">
                                          <p:stCondLst>
                                            <p:cond delay="0"/>
                                          </p:stCondLst>
                                        </p:cTn>
                                        <p:tgtEl>
                                          <p:spTgt spid="80"/>
                                        </p:tgtEl>
                                        <p:attrNameLst>
                                          <p:attrName>style.visibility</p:attrName>
                                        </p:attrNameLst>
                                      </p:cBhvr>
                                      <p:to>
                                        <p:strVal val="visible"/>
                                      </p:to>
                                    </p:set>
                                    <p:anim calcmode="lin" valueType="num">
                                      <p:cBhvr additive="base">
                                        <p:cTn id="52" dur="500"/>
                                        <p:tgtEl>
                                          <p:spTgt spid="80"/>
                                        </p:tgtEl>
                                        <p:attrNameLst>
                                          <p:attrName>ppt_x</p:attrName>
                                        </p:attrNameLst>
                                      </p:cBhvr>
                                      <p:tavLst>
                                        <p:tav tm="0">
                                          <p:val>
                                            <p:strVal val="#ppt_x-#ppt_w*1.125000"/>
                                          </p:val>
                                        </p:tav>
                                        <p:tav tm="100000">
                                          <p:val>
                                            <p:strVal val="#ppt_x"/>
                                          </p:val>
                                        </p:tav>
                                      </p:tavLst>
                                    </p:anim>
                                    <p:animEffect transition="in" filter="wipe(right)">
                                      <p:cBhvr>
                                        <p:cTn id="53" dur="500"/>
                                        <p:tgtEl>
                                          <p:spTgt spid="80"/>
                                        </p:tgtEl>
                                      </p:cBhvr>
                                    </p:animEffect>
                                  </p:childTnLst>
                                </p:cTn>
                              </p:par>
                            </p:childTnLst>
                          </p:cTn>
                        </p:par>
                      </p:childTnLst>
                    </p:cTn>
                  </p:par>
                  <p:par>
                    <p:cTn id="54" fill="hold">
                      <p:stCondLst>
                        <p:cond delay="indefinite"/>
                      </p:stCondLst>
                      <p:childTnLst>
                        <p:par>
                          <p:cTn id="55" fill="hold">
                            <p:stCondLst>
                              <p:cond delay="0"/>
                            </p:stCondLst>
                            <p:childTnLst>
                              <p:par>
                                <p:cTn id="56" presetID="12" presetClass="entr" presetSubtype="8" fill="hold" nodeType="clickEffect">
                                  <p:stCondLst>
                                    <p:cond delay="0"/>
                                  </p:stCondLst>
                                  <p:childTnLst>
                                    <p:set>
                                      <p:cBhvr>
                                        <p:cTn id="57" dur="1" fill="hold">
                                          <p:stCondLst>
                                            <p:cond delay="0"/>
                                          </p:stCondLst>
                                        </p:cTn>
                                        <p:tgtEl>
                                          <p:spTgt spid="85"/>
                                        </p:tgtEl>
                                        <p:attrNameLst>
                                          <p:attrName>style.visibility</p:attrName>
                                        </p:attrNameLst>
                                      </p:cBhvr>
                                      <p:to>
                                        <p:strVal val="visible"/>
                                      </p:to>
                                    </p:set>
                                    <p:anim calcmode="lin" valueType="num">
                                      <p:cBhvr additive="base">
                                        <p:cTn id="58" dur="500"/>
                                        <p:tgtEl>
                                          <p:spTgt spid="85"/>
                                        </p:tgtEl>
                                        <p:attrNameLst>
                                          <p:attrName>ppt_x</p:attrName>
                                        </p:attrNameLst>
                                      </p:cBhvr>
                                      <p:tavLst>
                                        <p:tav tm="0">
                                          <p:val>
                                            <p:strVal val="#ppt_x-#ppt_w*1.125000"/>
                                          </p:val>
                                        </p:tav>
                                        <p:tav tm="100000">
                                          <p:val>
                                            <p:strVal val="#ppt_x"/>
                                          </p:val>
                                        </p:tav>
                                      </p:tavLst>
                                    </p:anim>
                                    <p:animEffect transition="in" filter="wipe(right)">
                                      <p:cBhvr>
                                        <p:cTn id="59" dur="500"/>
                                        <p:tgtEl>
                                          <p:spTgt spid="85"/>
                                        </p:tgtEl>
                                      </p:cBhvr>
                                    </p:animEffect>
                                  </p:childTnLst>
                                </p:cTn>
                              </p:par>
                              <p:par>
                                <p:cTn id="60" presetID="12" presetClass="entr" presetSubtype="4" fill="hold" nodeType="withEffect">
                                  <p:stCondLst>
                                    <p:cond delay="0"/>
                                  </p:stCondLst>
                                  <p:childTnLst>
                                    <p:set>
                                      <p:cBhvr>
                                        <p:cTn id="61" dur="1" fill="hold">
                                          <p:stCondLst>
                                            <p:cond delay="0"/>
                                          </p:stCondLst>
                                        </p:cTn>
                                        <p:tgtEl>
                                          <p:spTgt spid="88"/>
                                        </p:tgtEl>
                                        <p:attrNameLst>
                                          <p:attrName>style.visibility</p:attrName>
                                        </p:attrNameLst>
                                      </p:cBhvr>
                                      <p:to>
                                        <p:strVal val="visible"/>
                                      </p:to>
                                    </p:set>
                                    <p:anim calcmode="lin" valueType="num">
                                      <p:cBhvr additive="base">
                                        <p:cTn id="62" dur="500"/>
                                        <p:tgtEl>
                                          <p:spTgt spid="88"/>
                                        </p:tgtEl>
                                        <p:attrNameLst>
                                          <p:attrName>ppt_y</p:attrName>
                                        </p:attrNameLst>
                                      </p:cBhvr>
                                      <p:tavLst>
                                        <p:tav tm="0">
                                          <p:val>
                                            <p:strVal val="#ppt_y+#ppt_h*1.125000"/>
                                          </p:val>
                                        </p:tav>
                                        <p:tav tm="100000">
                                          <p:val>
                                            <p:strVal val="#ppt_y"/>
                                          </p:val>
                                        </p:tav>
                                      </p:tavLst>
                                    </p:anim>
                                    <p:animEffect transition="in" filter="wipe(up)">
                                      <p:cBhvr>
                                        <p:cTn id="63" dur="500"/>
                                        <p:tgtEl>
                                          <p:spTgt spid="88"/>
                                        </p:tgtEl>
                                      </p:cBhvr>
                                    </p:animEffect>
                                  </p:childTnLst>
                                </p:cTn>
                              </p:par>
                              <p:par>
                                <p:cTn id="64" presetID="12" presetClass="entr" presetSubtype="1" fill="hold" nodeType="withEffect">
                                  <p:stCondLst>
                                    <p:cond delay="0"/>
                                  </p:stCondLst>
                                  <p:childTnLst>
                                    <p:set>
                                      <p:cBhvr>
                                        <p:cTn id="65" dur="1" fill="hold">
                                          <p:stCondLst>
                                            <p:cond delay="0"/>
                                          </p:stCondLst>
                                        </p:cTn>
                                        <p:tgtEl>
                                          <p:spTgt spid="92"/>
                                        </p:tgtEl>
                                        <p:attrNameLst>
                                          <p:attrName>style.visibility</p:attrName>
                                        </p:attrNameLst>
                                      </p:cBhvr>
                                      <p:to>
                                        <p:strVal val="visible"/>
                                      </p:to>
                                    </p:set>
                                    <p:anim calcmode="lin" valueType="num">
                                      <p:cBhvr additive="base">
                                        <p:cTn id="66" dur="500"/>
                                        <p:tgtEl>
                                          <p:spTgt spid="92"/>
                                        </p:tgtEl>
                                        <p:attrNameLst>
                                          <p:attrName>ppt_y</p:attrName>
                                        </p:attrNameLst>
                                      </p:cBhvr>
                                      <p:tavLst>
                                        <p:tav tm="0">
                                          <p:val>
                                            <p:strVal val="#ppt_y-#ppt_h*1.125000"/>
                                          </p:val>
                                        </p:tav>
                                        <p:tav tm="100000">
                                          <p:val>
                                            <p:strVal val="#ppt_y"/>
                                          </p:val>
                                        </p:tav>
                                      </p:tavLst>
                                    </p:anim>
                                    <p:animEffect transition="in" filter="wipe(down)">
                                      <p:cBhvr>
                                        <p:cTn id="67" dur="500"/>
                                        <p:tgtEl>
                                          <p:spTgt spid="92"/>
                                        </p:tgtEl>
                                      </p:cBhvr>
                                    </p:animEffect>
                                  </p:childTnLst>
                                </p:cTn>
                              </p:par>
                            </p:childTnLst>
                          </p:cTn>
                        </p:par>
                      </p:childTnLst>
                    </p:cTn>
                  </p:par>
                  <p:par>
                    <p:cTn id="68" fill="hold">
                      <p:stCondLst>
                        <p:cond delay="indefinite"/>
                      </p:stCondLst>
                      <p:childTnLst>
                        <p:par>
                          <p:cTn id="69" fill="hold">
                            <p:stCondLst>
                              <p:cond delay="0"/>
                            </p:stCondLst>
                            <p:childTnLst>
                              <p:par>
                                <p:cTn id="70" presetID="53" presetClass="entr" presetSubtype="16" fill="hold" grpId="0" nodeType="clickEffect">
                                  <p:stCondLst>
                                    <p:cond delay="0"/>
                                  </p:stCondLst>
                                  <p:childTnLst>
                                    <p:set>
                                      <p:cBhvr>
                                        <p:cTn id="71" dur="1" fill="hold">
                                          <p:stCondLst>
                                            <p:cond delay="0"/>
                                          </p:stCondLst>
                                        </p:cTn>
                                        <p:tgtEl>
                                          <p:spTgt spid="95"/>
                                        </p:tgtEl>
                                        <p:attrNameLst>
                                          <p:attrName>style.visibility</p:attrName>
                                        </p:attrNameLst>
                                      </p:cBhvr>
                                      <p:to>
                                        <p:strVal val="visible"/>
                                      </p:to>
                                    </p:set>
                                    <p:anim calcmode="lin" valueType="num">
                                      <p:cBhvr>
                                        <p:cTn id="72" dur="500" fill="hold"/>
                                        <p:tgtEl>
                                          <p:spTgt spid="95"/>
                                        </p:tgtEl>
                                        <p:attrNameLst>
                                          <p:attrName>ppt_w</p:attrName>
                                        </p:attrNameLst>
                                      </p:cBhvr>
                                      <p:tavLst>
                                        <p:tav tm="0">
                                          <p:val>
                                            <p:fltVal val="0"/>
                                          </p:val>
                                        </p:tav>
                                        <p:tav tm="100000">
                                          <p:val>
                                            <p:strVal val="#ppt_w"/>
                                          </p:val>
                                        </p:tav>
                                      </p:tavLst>
                                    </p:anim>
                                    <p:anim calcmode="lin" valueType="num">
                                      <p:cBhvr>
                                        <p:cTn id="73" dur="500" fill="hold"/>
                                        <p:tgtEl>
                                          <p:spTgt spid="95"/>
                                        </p:tgtEl>
                                        <p:attrNameLst>
                                          <p:attrName>ppt_h</p:attrName>
                                        </p:attrNameLst>
                                      </p:cBhvr>
                                      <p:tavLst>
                                        <p:tav tm="0">
                                          <p:val>
                                            <p:fltVal val="0"/>
                                          </p:val>
                                        </p:tav>
                                        <p:tav tm="100000">
                                          <p:val>
                                            <p:strVal val="#ppt_h"/>
                                          </p:val>
                                        </p:tav>
                                      </p:tavLst>
                                    </p:anim>
                                    <p:animEffect transition="in" filter="fade">
                                      <p:cBhvr>
                                        <p:cTn id="74" dur="500"/>
                                        <p:tgtEl>
                                          <p:spTgt spid="95"/>
                                        </p:tgtEl>
                                      </p:cBhvr>
                                    </p:animEffect>
                                  </p:childTnLst>
                                </p:cTn>
                              </p:par>
                              <p:par>
                                <p:cTn id="75" presetID="53" presetClass="entr" presetSubtype="16" fill="hold" grpId="0" nodeType="withEffect">
                                  <p:stCondLst>
                                    <p:cond delay="0"/>
                                  </p:stCondLst>
                                  <p:childTnLst>
                                    <p:set>
                                      <p:cBhvr>
                                        <p:cTn id="76" dur="1" fill="hold">
                                          <p:stCondLst>
                                            <p:cond delay="0"/>
                                          </p:stCondLst>
                                        </p:cTn>
                                        <p:tgtEl>
                                          <p:spTgt spid="96"/>
                                        </p:tgtEl>
                                        <p:attrNameLst>
                                          <p:attrName>style.visibility</p:attrName>
                                        </p:attrNameLst>
                                      </p:cBhvr>
                                      <p:to>
                                        <p:strVal val="visible"/>
                                      </p:to>
                                    </p:set>
                                    <p:anim calcmode="lin" valueType="num">
                                      <p:cBhvr>
                                        <p:cTn id="77" dur="500" fill="hold"/>
                                        <p:tgtEl>
                                          <p:spTgt spid="96"/>
                                        </p:tgtEl>
                                        <p:attrNameLst>
                                          <p:attrName>ppt_w</p:attrName>
                                        </p:attrNameLst>
                                      </p:cBhvr>
                                      <p:tavLst>
                                        <p:tav tm="0">
                                          <p:val>
                                            <p:fltVal val="0"/>
                                          </p:val>
                                        </p:tav>
                                        <p:tav tm="100000">
                                          <p:val>
                                            <p:strVal val="#ppt_w"/>
                                          </p:val>
                                        </p:tav>
                                      </p:tavLst>
                                    </p:anim>
                                    <p:anim calcmode="lin" valueType="num">
                                      <p:cBhvr>
                                        <p:cTn id="78" dur="500" fill="hold"/>
                                        <p:tgtEl>
                                          <p:spTgt spid="96"/>
                                        </p:tgtEl>
                                        <p:attrNameLst>
                                          <p:attrName>ppt_h</p:attrName>
                                        </p:attrNameLst>
                                      </p:cBhvr>
                                      <p:tavLst>
                                        <p:tav tm="0">
                                          <p:val>
                                            <p:fltVal val="0"/>
                                          </p:val>
                                        </p:tav>
                                        <p:tav tm="100000">
                                          <p:val>
                                            <p:strVal val="#ppt_h"/>
                                          </p:val>
                                        </p:tav>
                                      </p:tavLst>
                                    </p:anim>
                                    <p:animEffect transition="in" filter="fade">
                                      <p:cBhvr>
                                        <p:cTn id="79" dur="500"/>
                                        <p:tgtEl>
                                          <p:spTgt spid="96"/>
                                        </p:tgtEl>
                                      </p:cBhvr>
                                    </p:animEffect>
                                  </p:childTnLst>
                                </p:cTn>
                              </p:par>
                              <p:par>
                                <p:cTn id="80" presetID="53" presetClass="entr" presetSubtype="16" fill="hold" grpId="0" nodeType="withEffect">
                                  <p:stCondLst>
                                    <p:cond delay="0"/>
                                  </p:stCondLst>
                                  <p:childTnLst>
                                    <p:set>
                                      <p:cBhvr>
                                        <p:cTn id="81" dur="1" fill="hold">
                                          <p:stCondLst>
                                            <p:cond delay="0"/>
                                          </p:stCondLst>
                                        </p:cTn>
                                        <p:tgtEl>
                                          <p:spTgt spid="97"/>
                                        </p:tgtEl>
                                        <p:attrNameLst>
                                          <p:attrName>style.visibility</p:attrName>
                                        </p:attrNameLst>
                                      </p:cBhvr>
                                      <p:to>
                                        <p:strVal val="visible"/>
                                      </p:to>
                                    </p:set>
                                    <p:anim calcmode="lin" valueType="num">
                                      <p:cBhvr>
                                        <p:cTn id="82" dur="500" fill="hold"/>
                                        <p:tgtEl>
                                          <p:spTgt spid="97"/>
                                        </p:tgtEl>
                                        <p:attrNameLst>
                                          <p:attrName>ppt_w</p:attrName>
                                        </p:attrNameLst>
                                      </p:cBhvr>
                                      <p:tavLst>
                                        <p:tav tm="0">
                                          <p:val>
                                            <p:fltVal val="0"/>
                                          </p:val>
                                        </p:tav>
                                        <p:tav tm="100000">
                                          <p:val>
                                            <p:strVal val="#ppt_w"/>
                                          </p:val>
                                        </p:tav>
                                      </p:tavLst>
                                    </p:anim>
                                    <p:anim calcmode="lin" valueType="num">
                                      <p:cBhvr>
                                        <p:cTn id="83" dur="500" fill="hold"/>
                                        <p:tgtEl>
                                          <p:spTgt spid="97"/>
                                        </p:tgtEl>
                                        <p:attrNameLst>
                                          <p:attrName>ppt_h</p:attrName>
                                        </p:attrNameLst>
                                      </p:cBhvr>
                                      <p:tavLst>
                                        <p:tav tm="0">
                                          <p:val>
                                            <p:fltVal val="0"/>
                                          </p:val>
                                        </p:tav>
                                        <p:tav tm="100000">
                                          <p:val>
                                            <p:strVal val="#ppt_h"/>
                                          </p:val>
                                        </p:tav>
                                      </p:tavLst>
                                    </p:anim>
                                    <p:animEffect transition="in" filter="fade">
                                      <p:cBhvr>
                                        <p:cTn id="84" dur="500"/>
                                        <p:tgtEl>
                                          <p:spTgt spid="97"/>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9" grpId="0"/>
      <p:bldP spid="104" grpId="0"/>
      <p:bldP spid="95" grpId="0"/>
      <p:bldP spid="96" grpId="0"/>
      <p:bldP spid="97" grpId="0"/>
      <p:bldP spid="7" grpId="0" animBg="1"/>
      <p:bldP spid="98" grpId="0" animBg="1"/>
    </p:bldLst>
  </p:timing>
</p:sld>
</file>

<file path=ppt/slides/slide38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4" name="组合 3">
            <a:extLst>
              <a:ext uri="{FF2B5EF4-FFF2-40B4-BE49-F238E27FC236}">
                <a16:creationId xmlns:a16="http://schemas.microsoft.com/office/drawing/2014/main" id="{9A1EA9F2-FCB6-48C3-935F-7AE7E3AD14AC}"/>
              </a:ext>
            </a:extLst>
          </p:cNvPr>
          <p:cNvGrpSpPr/>
          <p:nvPr/>
        </p:nvGrpSpPr>
        <p:grpSpPr>
          <a:xfrm>
            <a:off x="304799" y="749300"/>
            <a:ext cx="6192344" cy="400110"/>
            <a:chOff x="424116" y="898245"/>
            <a:chExt cx="6192344" cy="400110"/>
          </a:xfrm>
        </p:grpSpPr>
        <p:sp>
          <p:nvSpPr>
            <p:cNvPr id="2" name="平行四边形 1">
              <a:extLst>
                <a:ext uri="{FF2B5EF4-FFF2-40B4-BE49-F238E27FC236}">
                  <a16:creationId xmlns:a16="http://schemas.microsoft.com/office/drawing/2014/main" id="{1F5BAA3F-9845-4F89-A2DD-8222D3E4EDAC}"/>
                </a:ext>
              </a:extLst>
            </p:cNvPr>
            <p:cNvSpPr/>
            <p:nvPr/>
          </p:nvSpPr>
          <p:spPr>
            <a:xfrm>
              <a:off x="424116" y="898245"/>
              <a:ext cx="688541" cy="387090"/>
            </a:xfrm>
            <a:prstGeom prst="parallelogram">
              <a:avLst/>
            </a:prstGeom>
            <a:solidFill>
              <a:schemeClr val="accent3">
                <a:lumMod val="75000"/>
              </a:schemeClr>
            </a:solidFill>
            <a:ln>
              <a:solidFill>
                <a:schemeClr val="accent3">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CN" sz="2200" dirty="0">
                  <a:latin typeface="Impact" panose="020B0806030902050204" pitchFamily="34" charset="0"/>
                </a:rPr>
                <a:t>02</a:t>
              </a:r>
              <a:endParaRPr lang="zh-CN" altLang="en-US" sz="2200" dirty="0">
                <a:latin typeface="Impact" panose="020B0806030902050204" pitchFamily="34" charset="0"/>
              </a:endParaRPr>
            </a:p>
          </p:txBody>
        </p:sp>
        <p:sp>
          <p:nvSpPr>
            <p:cNvPr id="3" name="文本框 2">
              <a:extLst>
                <a:ext uri="{FF2B5EF4-FFF2-40B4-BE49-F238E27FC236}">
                  <a16:creationId xmlns:a16="http://schemas.microsoft.com/office/drawing/2014/main" id="{4D6BD736-A4D3-4F26-AFED-36E11F50F70B}"/>
                </a:ext>
              </a:extLst>
            </p:cNvPr>
            <p:cNvSpPr txBox="1"/>
            <p:nvPr/>
          </p:nvSpPr>
          <p:spPr>
            <a:xfrm>
              <a:off x="1178441" y="898245"/>
              <a:ext cx="5438019" cy="400110"/>
            </a:xfrm>
            <a:prstGeom prst="rect">
              <a:avLst/>
            </a:prstGeom>
            <a:noFill/>
          </p:spPr>
          <p:txBody>
            <a:bodyPr wrap="square" rtlCol="0">
              <a:spAutoFit/>
            </a:bodyPr>
            <a:lstStyle/>
            <a:p>
              <a:r>
                <a:rPr lang="zh-CN" altLang="en-US" sz="2000" b="1" dirty="0"/>
                <a:t>网桥的主要结构和基本工作原理</a:t>
              </a:r>
              <a:endParaRPr lang="en-US" altLang="zh-CN" sz="2000" b="1" dirty="0"/>
            </a:p>
          </p:txBody>
        </p:sp>
      </p:grpSp>
      <p:grpSp>
        <p:nvGrpSpPr>
          <p:cNvPr id="7" name="组合 6">
            <a:extLst>
              <a:ext uri="{FF2B5EF4-FFF2-40B4-BE49-F238E27FC236}">
                <a16:creationId xmlns:a16="http://schemas.microsoft.com/office/drawing/2014/main" id="{A9ED7849-5752-4473-82EC-AA803A8A8E74}"/>
              </a:ext>
            </a:extLst>
          </p:cNvPr>
          <p:cNvGrpSpPr/>
          <p:nvPr/>
        </p:nvGrpSpPr>
        <p:grpSpPr>
          <a:xfrm>
            <a:off x="642049" y="1312853"/>
            <a:ext cx="10899863" cy="5116594"/>
            <a:chOff x="642049" y="1312853"/>
            <a:chExt cx="10899863" cy="5116594"/>
          </a:xfrm>
        </p:grpSpPr>
        <p:pic>
          <p:nvPicPr>
            <p:cNvPr id="147" name="图片 146" descr="表格&#10;&#10;描述已自动生成">
              <a:extLst>
                <a:ext uri="{FF2B5EF4-FFF2-40B4-BE49-F238E27FC236}">
                  <a16:creationId xmlns:a16="http://schemas.microsoft.com/office/drawing/2014/main" id="{F3FFB33A-12FF-455B-BCFC-24CEAD6C4F25}"/>
                </a:ext>
              </a:extLst>
            </p:cNvPr>
            <p:cNvPicPr>
              <a:picLocks noChangeAspect="1"/>
            </p:cNvPicPr>
            <p:nvPr/>
          </p:nvPicPr>
          <p:blipFill>
            <a:blip r:embed="rId3" cstate="print">
              <a:extLst>
                <a:ext uri="{28A0092B-C50C-407E-A947-70E740481C1C}">
                  <a14:useLocalDpi xmlns:a14="http://schemas.microsoft.com/office/drawing/2010/main" val="0"/>
                </a:ext>
              </a:extLst>
            </a:blip>
            <a:stretch>
              <a:fillRect/>
            </a:stretch>
          </p:blipFill>
          <p:spPr>
            <a:xfrm>
              <a:off x="6958627" y="1315178"/>
              <a:ext cx="1427032" cy="2327586"/>
            </a:xfrm>
            <a:prstGeom prst="rect">
              <a:avLst/>
            </a:prstGeom>
          </p:spPr>
        </p:pic>
        <p:cxnSp>
          <p:nvCxnSpPr>
            <p:cNvPr id="15" name="直接连接符 14">
              <a:extLst>
                <a:ext uri="{FF2B5EF4-FFF2-40B4-BE49-F238E27FC236}">
                  <a16:creationId xmlns:a16="http://schemas.microsoft.com/office/drawing/2014/main" id="{121305AF-E9C0-47EC-B6F5-70609A97473E}"/>
                </a:ext>
              </a:extLst>
            </p:cNvPr>
            <p:cNvCxnSpPr>
              <a:cxnSpLocks/>
            </p:cNvCxnSpPr>
            <p:nvPr/>
          </p:nvCxnSpPr>
          <p:spPr>
            <a:xfrm>
              <a:off x="2539995" y="4706520"/>
              <a:ext cx="3498992"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71" name="直接连接符 70">
              <a:extLst>
                <a:ext uri="{FF2B5EF4-FFF2-40B4-BE49-F238E27FC236}">
                  <a16:creationId xmlns:a16="http://schemas.microsoft.com/office/drawing/2014/main" id="{AC1381F3-A279-4121-BF41-8662C6A9F137}"/>
                </a:ext>
              </a:extLst>
            </p:cNvPr>
            <p:cNvCxnSpPr>
              <a:cxnSpLocks/>
            </p:cNvCxnSpPr>
            <p:nvPr/>
          </p:nvCxnSpPr>
          <p:spPr>
            <a:xfrm>
              <a:off x="6199717" y="4706520"/>
              <a:ext cx="3471282"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grpSp>
          <p:nvGrpSpPr>
            <p:cNvPr id="68" name="组合 67">
              <a:extLst>
                <a:ext uri="{FF2B5EF4-FFF2-40B4-BE49-F238E27FC236}">
                  <a16:creationId xmlns:a16="http://schemas.microsoft.com/office/drawing/2014/main" id="{FBDD2B67-CFD8-4D15-B0CB-99CDE1BCD2C1}"/>
                </a:ext>
              </a:extLst>
            </p:cNvPr>
            <p:cNvGrpSpPr/>
            <p:nvPr/>
          </p:nvGrpSpPr>
          <p:grpSpPr>
            <a:xfrm>
              <a:off x="642049" y="2963197"/>
              <a:ext cx="2176953" cy="3466250"/>
              <a:chOff x="1582761" y="2975188"/>
              <a:chExt cx="2176953" cy="3466250"/>
            </a:xfrm>
          </p:grpSpPr>
          <p:cxnSp>
            <p:nvCxnSpPr>
              <p:cNvPr id="10" name="直接连接符 9">
                <a:extLst>
                  <a:ext uri="{FF2B5EF4-FFF2-40B4-BE49-F238E27FC236}">
                    <a16:creationId xmlns:a16="http://schemas.microsoft.com/office/drawing/2014/main" id="{57CD7CE1-6D70-404F-8874-FFF6B3A5226C}"/>
                  </a:ext>
                </a:extLst>
              </p:cNvPr>
              <p:cNvCxnSpPr/>
              <p:nvPr/>
            </p:nvCxnSpPr>
            <p:spPr>
              <a:xfrm flipV="1">
                <a:off x="3429788" y="3570779"/>
                <a:ext cx="0" cy="2519534"/>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2" name="直接连接符 11">
                <a:extLst>
                  <a:ext uri="{FF2B5EF4-FFF2-40B4-BE49-F238E27FC236}">
                    <a16:creationId xmlns:a16="http://schemas.microsoft.com/office/drawing/2014/main" id="{D8605357-64B8-403C-B69D-293B8181688D}"/>
                  </a:ext>
                </a:extLst>
              </p:cNvPr>
              <p:cNvCxnSpPr/>
              <p:nvPr/>
            </p:nvCxnSpPr>
            <p:spPr>
              <a:xfrm flipH="1">
                <a:off x="2197042" y="4718838"/>
                <a:ext cx="1232746"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pic>
            <p:nvPicPr>
              <p:cNvPr id="6" name="图片 5" descr="文本&#10;&#10;描述已自动生成">
                <a:extLst>
                  <a:ext uri="{FF2B5EF4-FFF2-40B4-BE49-F238E27FC236}">
                    <a16:creationId xmlns:a16="http://schemas.microsoft.com/office/drawing/2014/main" id="{CC1640FE-FC97-4F0D-A169-7A830EF2EDF8}"/>
                  </a:ext>
                </a:extLst>
              </p:cNvPr>
              <p:cNvPicPr>
                <a:picLocks noChangeAspect="1"/>
              </p:cNvPicPr>
              <p:nvPr/>
            </p:nvPicPr>
            <p:blipFill>
              <a:blip r:embed="rId4">
                <a:extLst>
                  <a:ext uri="{28A0092B-C50C-407E-A947-70E740481C1C}">
                    <a14:useLocalDpi xmlns:a14="http://schemas.microsoft.com/office/drawing/2010/main" val="0"/>
                  </a:ext>
                </a:extLst>
              </a:blip>
              <a:stretch>
                <a:fillRect/>
              </a:stretch>
            </p:blipFill>
            <p:spPr>
              <a:xfrm>
                <a:off x="3152753" y="4459926"/>
                <a:ext cx="589727" cy="552869"/>
              </a:xfrm>
              <a:prstGeom prst="rect">
                <a:avLst/>
              </a:prstGeom>
            </p:spPr>
          </p:pic>
          <p:sp>
            <p:nvSpPr>
              <p:cNvPr id="24" name="文本框 23">
                <a:extLst>
                  <a:ext uri="{FF2B5EF4-FFF2-40B4-BE49-F238E27FC236}">
                    <a16:creationId xmlns:a16="http://schemas.microsoft.com/office/drawing/2014/main" id="{A09F2424-F501-43B6-9F1E-923B178736CF}"/>
                  </a:ext>
                </a:extLst>
              </p:cNvPr>
              <p:cNvSpPr txBox="1"/>
              <p:nvPr/>
            </p:nvSpPr>
            <p:spPr>
              <a:xfrm>
                <a:off x="2410114" y="4881955"/>
                <a:ext cx="918385" cy="369332"/>
              </a:xfrm>
              <a:prstGeom prst="rect">
                <a:avLst/>
              </a:prstGeom>
              <a:noFill/>
            </p:spPr>
            <p:txBody>
              <a:bodyPr wrap="square" rtlCol="0">
                <a:spAutoFit/>
              </a:bodyPr>
              <a:lstStyle/>
              <a:p>
                <a:pPr algn="ctr"/>
                <a:r>
                  <a:rPr lang="zh-CN" altLang="en-US" b="1" dirty="0">
                    <a:latin typeface="+mn-ea"/>
                  </a:rPr>
                  <a:t>集线器</a:t>
                </a:r>
              </a:p>
            </p:txBody>
          </p:sp>
          <p:grpSp>
            <p:nvGrpSpPr>
              <p:cNvPr id="49" name="组合 48">
                <a:extLst>
                  <a:ext uri="{FF2B5EF4-FFF2-40B4-BE49-F238E27FC236}">
                    <a16:creationId xmlns:a16="http://schemas.microsoft.com/office/drawing/2014/main" id="{DDDCBF1E-27B7-4A8A-A92D-4565B3DE24A3}"/>
                  </a:ext>
                </a:extLst>
              </p:cNvPr>
              <p:cNvGrpSpPr/>
              <p:nvPr/>
            </p:nvGrpSpPr>
            <p:grpSpPr>
              <a:xfrm>
                <a:off x="3070879" y="2975188"/>
                <a:ext cx="688835" cy="666249"/>
                <a:chOff x="3393222" y="2975188"/>
                <a:chExt cx="688835" cy="666249"/>
              </a:xfrm>
            </p:grpSpPr>
            <p:pic>
              <p:nvPicPr>
                <p:cNvPr id="8" name="图形 10">
                  <a:extLst>
                    <a:ext uri="{FF2B5EF4-FFF2-40B4-BE49-F238E27FC236}">
                      <a16:creationId xmlns:a16="http://schemas.microsoft.com/office/drawing/2014/main" id="{2EF718D0-B543-4D59-A664-63F3A6288789}"/>
                    </a:ext>
                  </a:extLst>
                </p:cNvPr>
                <p:cNvPicPr>
                  <a:picLocks noChangeAspect="1"/>
                </p:cNvPicPr>
                <p:nvPr/>
              </p:nvPicPr>
              <p:blipFill>
                <a:blip r:embed="rId5">
                  <a:extLst>
                    <a:ext uri="{28A0092B-C50C-407E-A947-70E740481C1C}">
                      <a14:useLocalDpi xmlns:a14="http://schemas.microsoft.com/office/drawing/2010/main" val="0"/>
                    </a:ext>
                    <a:ext uri="{96DAC541-7B7A-43D3-8B79-37D633B846F1}">
                      <asvg:svgBlip xmlns:asvg="http://schemas.microsoft.com/office/drawing/2016/SVG/main" r:embed="rId6"/>
                    </a:ext>
                  </a:extLst>
                </a:blip>
                <a:stretch>
                  <a:fillRect/>
                </a:stretch>
              </p:blipFill>
              <p:spPr>
                <a:xfrm>
                  <a:off x="3393222" y="2975188"/>
                  <a:ext cx="688835" cy="666249"/>
                </a:xfrm>
                <a:prstGeom prst="rect">
                  <a:avLst/>
                </a:prstGeom>
              </p:spPr>
            </p:pic>
            <p:sp>
              <p:nvSpPr>
                <p:cNvPr id="48" name="文本框 47">
                  <a:extLst>
                    <a:ext uri="{FF2B5EF4-FFF2-40B4-BE49-F238E27FC236}">
                      <a16:creationId xmlns:a16="http://schemas.microsoft.com/office/drawing/2014/main" id="{2C68C4A8-6BA7-4259-8285-CC090CD1F0B4}"/>
                    </a:ext>
                  </a:extLst>
                </p:cNvPr>
                <p:cNvSpPr txBox="1"/>
                <p:nvPr/>
              </p:nvSpPr>
              <p:spPr>
                <a:xfrm>
                  <a:off x="3680202" y="3014092"/>
                  <a:ext cx="388699" cy="400110"/>
                </a:xfrm>
                <a:prstGeom prst="rect">
                  <a:avLst/>
                </a:prstGeom>
                <a:noFill/>
              </p:spPr>
              <p:txBody>
                <a:bodyPr wrap="square">
                  <a:spAutoFit/>
                </a:bodyPr>
                <a:lstStyle/>
                <a:p>
                  <a:pPr algn="ctr"/>
                  <a:r>
                    <a:rPr lang="en-US" altLang="zh-CN" sz="2000" b="1" dirty="0">
                      <a:solidFill>
                        <a:schemeClr val="bg1"/>
                      </a:solidFill>
                    </a:rPr>
                    <a:t>B</a:t>
                  </a:r>
                  <a:endParaRPr lang="zh-CN" altLang="en-US" sz="2000" dirty="0">
                    <a:solidFill>
                      <a:schemeClr val="bg1"/>
                    </a:solidFill>
                  </a:endParaRPr>
                </a:p>
              </p:txBody>
            </p:sp>
          </p:grpSp>
          <p:grpSp>
            <p:nvGrpSpPr>
              <p:cNvPr id="50" name="组合 49">
                <a:extLst>
                  <a:ext uri="{FF2B5EF4-FFF2-40B4-BE49-F238E27FC236}">
                    <a16:creationId xmlns:a16="http://schemas.microsoft.com/office/drawing/2014/main" id="{D3D0DCD0-1A19-471E-87DA-523DBBE9F3B3}"/>
                  </a:ext>
                </a:extLst>
              </p:cNvPr>
              <p:cNvGrpSpPr/>
              <p:nvPr/>
            </p:nvGrpSpPr>
            <p:grpSpPr>
              <a:xfrm>
                <a:off x="1582761" y="4226630"/>
                <a:ext cx="688835" cy="666249"/>
                <a:chOff x="3393222" y="2975188"/>
                <a:chExt cx="688835" cy="666249"/>
              </a:xfrm>
            </p:grpSpPr>
            <p:pic>
              <p:nvPicPr>
                <p:cNvPr id="51" name="图形 10">
                  <a:extLst>
                    <a:ext uri="{FF2B5EF4-FFF2-40B4-BE49-F238E27FC236}">
                      <a16:creationId xmlns:a16="http://schemas.microsoft.com/office/drawing/2014/main" id="{596C48AF-2448-4E53-8A64-FFA9DA2A9088}"/>
                    </a:ext>
                  </a:extLst>
                </p:cNvPr>
                <p:cNvPicPr>
                  <a:picLocks noChangeAspect="1"/>
                </p:cNvPicPr>
                <p:nvPr/>
              </p:nvPicPr>
              <p:blipFill>
                <a:blip r:embed="rId5">
                  <a:extLst>
                    <a:ext uri="{28A0092B-C50C-407E-A947-70E740481C1C}">
                      <a14:useLocalDpi xmlns:a14="http://schemas.microsoft.com/office/drawing/2010/main" val="0"/>
                    </a:ext>
                    <a:ext uri="{96DAC541-7B7A-43D3-8B79-37D633B846F1}">
                      <asvg:svgBlip xmlns:asvg="http://schemas.microsoft.com/office/drawing/2016/SVG/main" r:embed="rId6"/>
                    </a:ext>
                  </a:extLst>
                </a:blip>
                <a:stretch>
                  <a:fillRect/>
                </a:stretch>
              </p:blipFill>
              <p:spPr>
                <a:xfrm>
                  <a:off x="3393222" y="2975188"/>
                  <a:ext cx="688835" cy="666249"/>
                </a:xfrm>
                <a:prstGeom prst="rect">
                  <a:avLst/>
                </a:prstGeom>
              </p:spPr>
            </p:pic>
            <p:sp>
              <p:nvSpPr>
                <p:cNvPr id="52" name="文本框 51">
                  <a:extLst>
                    <a:ext uri="{FF2B5EF4-FFF2-40B4-BE49-F238E27FC236}">
                      <a16:creationId xmlns:a16="http://schemas.microsoft.com/office/drawing/2014/main" id="{6F58764F-400F-4469-AF0D-114841AF71C4}"/>
                    </a:ext>
                  </a:extLst>
                </p:cNvPr>
                <p:cNvSpPr txBox="1"/>
                <p:nvPr/>
              </p:nvSpPr>
              <p:spPr>
                <a:xfrm>
                  <a:off x="3680202" y="3014092"/>
                  <a:ext cx="388699" cy="400110"/>
                </a:xfrm>
                <a:prstGeom prst="rect">
                  <a:avLst/>
                </a:prstGeom>
                <a:noFill/>
              </p:spPr>
              <p:txBody>
                <a:bodyPr wrap="square">
                  <a:spAutoFit/>
                </a:bodyPr>
                <a:lstStyle/>
                <a:p>
                  <a:pPr algn="ctr"/>
                  <a:r>
                    <a:rPr lang="en-US" altLang="zh-CN" sz="2000" b="1" dirty="0">
                      <a:solidFill>
                        <a:schemeClr val="bg1"/>
                      </a:solidFill>
                    </a:rPr>
                    <a:t>A</a:t>
                  </a:r>
                  <a:endParaRPr lang="zh-CN" altLang="en-US" sz="2000" dirty="0">
                    <a:solidFill>
                      <a:schemeClr val="bg1"/>
                    </a:solidFill>
                  </a:endParaRPr>
                </a:p>
              </p:txBody>
            </p:sp>
          </p:grpSp>
          <p:grpSp>
            <p:nvGrpSpPr>
              <p:cNvPr id="53" name="组合 52">
                <a:extLst>
                  <a:ext uri="{FF2B5EF4-FFF2-40B4-BE49-F238E27FC236}">
                    <a16:creationId xmlns:a16="http://schemas.microsoft.com/office/drawing/2014/main" id="{FF3EA6E1-1627-422A-872A-CEC6B5031C51}"/>
                  </a:ext>
                </a:extLst>
              </p:cNvPr>
              <p:cNvGrpSpPr/>
              <p:nvPr/>
            </p:nvGrpSpPr>
            <p:grpSpPr>
              <a:xfrm>
                <a:off x="2999378" y="5775189"/>
                <a:ext cx="688835" cy="666249"/>
                <a:chOff x="3393222" y="2975188"/>
                <a:chExt cx="688835" cy="666249"/>
              </a:xfrm>
            </p:grpSpPr>
            <p:pic>
              <p:nvPicPr>
                <p:cNvPr id="54" name="图形 10">
                  <a:extLst>
                    <a:ext uri="{FF2B5EF4-FFF2-40B4-BE49-F238E27FC236}">
                      <a16:creationId xmlns:a16="http://schemas.microsoft.com/office/drawing/2014/main" id="{5731F8DC-F704-42E0-B0A7-4526A70A7BB4}"/>
                    </a:ext>
                  </a:extLst>
                </p:cNvPr>
                <p:cNvPicPr>
                  <a:picLocks noChangeAspect="1"/>
                </p:cNvPicPr>
                <p:nvPr/>
              </p:nvPicPr>
              <p:blipFill>
                <a:blip r:embed="rId5">
                  <a:extLst>
                    <a:ext uri="{28A0092B-C50C-407E-A947-70E740481C1C}">
                      <a14:useLocalDpi xmlns:a14="http://schemas.microsoft.com/office/drawing/2010/main" val="0"/>
                    </a:ext>
                    <a:ext uri="{96DAC541-7B7A-43D3-8B79-37D633B846F1}">
                      <asvg:svgBlip xmlns:asvg="http://schemas.microsoft.com/office/drawing/2016/SVG/main" r:embed="rId6"/>
                    </a:ext>
                  </a:extLst>
                </a:blip>
                <a:stretch>
                  <a:fillRect/>
                </a:stretch>
              </p:blipFill>
              <p:spPr>
                <a:xfrm>
                  <a:off x="3393222" y="2975188"/>
                  <a:ext cx="688835" cy="666249"/>
                </a:xfrm>
                <a:prstGeom prst="rect">
                  <a:avLst/>
                </a:prstGeom>
              </p:spPr>
            </p:pic>
            <p:sp>
              <p:nvSpPr>
                <p:cNvPr id="55" name="文本框 54">
                  <a:extLst>
                    <a:ext uri="{FF2B5EF4-FFF2-40B4-BE49-F238E27FC236}">
                      <a16:creationId xmlns:a16="http://schemas.microsoft.com/office/drawing/2014/main" id="{66C31479-3D81-49A4-AB89-1F948B51E0CC}"/>
                    </a:ext>
                  </a:extLst>
                </p:cNvPr>
                <p:cNvSpPr txBox="1"/>
                <p:nvPr/>
              </p:nvSpPr>
              <p:spPr>
                <a:xfrm>
                  <a:off x="3680202" y="3014092"/>
                  <a:ext cx="388699" cy="400110"/>
                </a:xfrm>
                <a:prstGeom prst="rect">
                  <a:avLst/>
                </a:prstGeom>
                <a:noFill/>
              </p:spPr>
              <p:txBody>
                <a:bodyPr wrap="square">
                  <a:spAutoFit/>
                </a:bodyPr>
                <a:lstStyle/>
                <a:p>
                  <a:pPr algn="ctr"/>
                  <a:r>
                    <a:rPr lang="en-US" altLang="zh-CN" sz="2000" b="1" dirty="0">
                      <a:solidFill>
                        <a:schemeClr val="bg1"/>
                      </a:solidFill>
                    </a:rPr>
                    <a:t>C</a:t>
                  </a:r>
                  <a:endParaRPr lang="zh-CN" altLang="en-US" sz="2000" dirty="0">
                    <a:solidFill>
                      <a:schemeClr val="bg1"/>
                    </a:solidFill>
                  </a:endParaRPr>
                </a:p>
              </p:txBody>
            </p:sp>
          </p:grpSp>
        </p:grpSp>
        <p:grpSp>
          <p:nvGrpSpPr>
            <p:cNvPr id="69" name="组合 68">
              <a:extLst>
                <a:ext uri="{FF2B5EF4-FFF2-40B4-BE49-F238E27FC236}">
                  <a16:creationId xmlns:a16="http://schemas.microsoft.com/office/drawing/2014/main" id="{A628612D-EFE3-41BB-B9AC-2206D27E409D}"/>
                </a:ext>
              </a:extLst>
            </p:cNvPr>
            <p:cNvGrpSpPr/>
            <p:nvPr/>
          </p:nvGrpSpPr>
          <p:grpSpPr>
            <a:xfrm>
              <a:off x="8615703" y="2963197"/>
              <a:ext cx="2926209" cy="3466250"/>
              <a:chOff x="7727618" y="2975188"/>
              <a:chExt cx="2926209" cy="3466250"/>
            </a:xfrm>
          </p:grpSpPr>
          <p:cxnSp>
            <p:nvCxnSpPr>
              <p:cNvPr id="29" name="直接连接符 28">
                <a:extLst>
                  <a:ext uri="{FF2B5EF4-FFF2-40B4-BE49-F238E27FC236}">
                    <a16:creationId xmlns:a16="http://schemas.microsoft.com/office/drawing/2014/main" id="{E56B4713-4CD9-4EB3-BC7C-1A8480EFB20A}"/>
                  </a:ext>
                </a:extLst>
              </p:cNvPr>
              <p:cNvCxnSpPr/>
              <p:nvPr/>
            </p:nvCxnSpPr>
            <p:spPr>
              <a:xfrm flipV="1">
                <a:off x="8747292" y="3570779"/>
                <a:ext cx="0" cy="2519534"/>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2" name="直接连接符 31">
                <a:extLst>
                  <a:ext uri="{FF2B5EF4-FFF2-40B4-BE49-F238E27FC236}">
                    <a16:creationId xmlns:a16="http://schemas.microsoft.com/office/drawing/2014/main" id="{8EE47979-5596-4A22-BF62-6654121E2D79}"/>
                  </a:ext>
                </a:extLst>
              </p:cNvPr>
              <p:cNvCxnSpPr>
                <a:cxnSpLocks/>
              </p:cNvCxnSpPr>
              <p:nvPr/>
            </p:nvCxnSpPr>
            <p:spPr>
              <a:xfrm flipH="1">
                <a:off x="9001267" y="4718511"/>
                <a:ext cx="1232746"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pic>
            <p:nvPicPr>
              <p:cNvPr id="34" name="图片 33" descr="文本&#10;&#10;描述已自动生成">
                <a:extLst>
                  <a:ext uri="{FF2B5EF4-FFF2-40B4-BE49-F238E27FC236}">
                    <a16:creationId xmlns:a16="http://schemas.microsoft.com/office/drawing/2014/main" id="{E8AD18FE-1933-4C24-9A0F-3DB2F13E6F45}"/>
                  </a:ext>
                </a:extLst>
              </p:cNvPr>
              <p:cNvPicPr>
                <a:picLocks noChangeAspect="1"/>
              </p:cNvPicPr>
              <p:nvPr/>
            </p:nvPicPr>
            <p:blipFill>
              <a:blip r:embed="rId4">
                <a:extLst>
                  <a:ext uri="{28A0092B-C50C-407E-A947-70E740481C1C}">
                    <a14:useLocalDpi xmlns:a14="http://schemas.microsoft.com/office/drawing/2010/main" val="0"/>
                  </a:ext>
                </a:extLst>
              </a:blip>
              <a:stretch>
                <a:fillRect/>
              </a:stretch>
            </p:blipFill>
            <p:spPr>
              <a:xfrm>
                <a:off x="8470257" y="4459926"/>
                <a:ext cx="589727" cy="552869"/>
              </a:xfrm>
              <a:prstGeom prst="rect">
                <a:avLst/>
              </a:prstGeom>
            </p:spPr>
          </p:pic>
          <p:sp>
            <p:nvSpPr>
              <p:cNvPr id="38" name="文本框 37">
                <a:extLst>
                  <a:ext uri="{FF2B5EF4-FFF2-40B4-BE49-F238E27FC236}">
                    <a16:creationId xmlns:a16="http://schemas.microsoft.com/office/drawing/2014/main" id="{AB22D513-D3E1-4C8E-9C6B-C6F307714CC9}"/>
                  </a:ext>
                </a:extLst>
              </p:cNvPr>
              <p:cNvSpPr txBox="1"/>
              <p:nvPr/>
            </p:nvSpPr>
            <p:spPr>
              <a:xfrm>
                <a:off x="7727618" y="4881955"/>
                <a:ext cx="918385" cy="369332"/>
              </a:xfrm>
              <a:prstGeom prst="rect">
                <a:avLst/>
              </a:prstGeom>
              <a:noFill/>
            </p:spPr>
            <p:txBody>
              <a:bodyPr wrap="square" rtlCol="0">
                <a:spAutoFit/>
              </a:bodyPr>
              <a:lstStyle/>
              <a:p>
                <a:pPr algn="ctr"/>
                <a:r>
                  <a:rPr lang="zh-CN" altLang="en-US" b="1" dirty="0">
                    <a:latin typeface="+mn-ea"/>
                  </a:rPr>
                  <a:t>集线器</a:t>
                </a:r>
              </a:p>
            </p:txBody>
          </p:sp>
          <p:grpSp>
            <p:nvGrpSpPr>
              <p:cNvPr id="56" name="组合 55">
                <a:extLst>
                  <a:ext uri="{FF2B5EF4-FFF2-40B4-BE49-F238E27FC236}">
                    <a16:creationId xmlns:a16="http://schemas.microsoft.com/office/drawing/2014/main" id="{5CCE6D3E-70BC-43C0-A32D-8DE79BC9D7A4}"/>
                  </a:ext>
                </a:extLst>
              </p:cNvPr>
              <p:cNvGrpSpPr/>
              <p:nvPr/>
            </p:nvGrpSpPr>
            <p:grpSpPr>
              <a:xfrm>
                <a:off x="8402874" y="2975188"/>
                <a:ext cx="688835" cy="666249"/>
                <a:chOff x="3393222" y="2975188"/>
                <a:chExt cx="688835" cy="666249"/>
              </a:xfrm>
            </p:grpSpPr>
            <p:pic>
              <p:nvPicPr>
                <p:cNvPr id="57" name="图形 10">
                  <a:extLst>
                    <a:ext uri="{FF2B5EF4-FFF2-40B4-BE49-F238E27FC236}">
                      <a16:creationId xmlns:a16="http://schemas.microsoft.com/office/drawing/2014/main" id="{8CFCBFFC-BB45-4B82-AFD4-824103EF067B}"/>
                    </a:ext>
                  </a:extLst>
                </p:cNvPr>
                <p:cNvPicPr>
                  <a:picLocks noChangeAspect="1"/>
                </p:cNvPicPr>
                <p:nvPr/>
              </p:nvPicPr>
              <p:blipFill>
                <a:blip r:embed="rId5">
                  <a:extLst>
                    <a:ext uri="{28A0092B-C50C-407E-A947-70E740481C1C}">
                      <a14:useLocalDpi xmlns:a14="http://schemas.microsoft.com/office/drawing/2010/main" val="0"/>
                    </a:ext>
                    <a:ext uri="{96DAC541-7B7A-43D3-8B79-37D633B846F1}">
                      <asvg:svgBlip xmlns:asvg="http://schemas.microsoft.com/office/drawing/2016/SVG/main" r:embed="rId6"/>
                    </a:ext>
                  </a:extLst>
                </a:blip>
                <a:stretch>
                  <a:fillRect/>
                </a:stretch>
              </p:blipFill>
              <p:spPr>
                <a:xfrm>
                  <a:off x="3393222" y="2975188"/>
                  <a:ext cx="688835" cy="666249"/>
                </a:xfrm>
                <a:prstGeom prst="rect">
                  <a:avLst/>
                </a:prstGeom>
              </p:spPr>
            </p:pic>
            <p:sp>
              <p:nvSpPr>
                <p:cNvPr id="58" name="文本框 57">
                  <a:extLst>
                    <a:ext uri="{FF2B5EF4-FFF2-40B4-BE49-F238E27FC236}">
                      <a16:creationId xmlns:a16="http://schemas.microsoft.com/office/drawing/2014/main" id="{A2C2791C-F656-4FE8-8D84-F7B1F2FFE51B}"/>
                    </a:ext>
                  </a:extLst>
                </p:cNvPr>
                <p:cNvSpPr txBox="1"/>
                <p:nvPr/>
              </p:nvSpPr>
              <p:spPr>
                <a:xfrm>
                  <a:off x="3680202" y="3014092"/>
                  <a:ext cx="388699" cy="400110"/>
                </a:xfrm>
                <a:prstGeom prst="rect">
                  <a:avLst/>
                </a:prstGeom>
                <a:noFill/>
              </p:spPr>
              <p:txBody>
                <a:bodyPr wrap="square">
                  <a:spAutoFit/>
                </a:bodyPr>
                <a:lstStyle/>
                <a:p>
                  <a:pPr algn="ctr"/>
                  <a:r>
                    <a:rPr lang="en-US" altLang="zh-CN" sz="2000" b="1" dirty="0">
                      <a:solidFill>
                        <a:schemeClr val="bg1"/>
                      </a:solidFill>
                    </a:rPr>
                    <a:t>D</a:t>
                  </a:r>
                  <a:endParaRPr lang="zh-CN" altLang="en-US" sz="2000" dirty="0">
                    <a:solidFill>
                      <a:schemeClr val="bg1"/>
                    </a:solidFill>
                  </a:endParaRPr>
                </a:p>
              </p:txBody>
            </p:sp>
          </p:grpSp>
          <p:grpSp>
            <p:nvGrpSpPr>
              <p:cNvPr id="59" name="组合 58">
                <a:extLst>
                  <a:ext uri="{FF2B5EF4-FFF2-40B4-BE49-F238E27FC236}">
                    <a16:creationId xmlns:a16="http://schemas.microsoft.com/office/drawing/2014/main" id="{AE451401-4963-4988-822C-D7C0BF12C0B3}"/>
                  </a:ext>
                </a:extLst>
              </p:cNvPr>
              <p:cNvGrpSpPr/>
              <p:nvPr/>
            </p:nvGrpSpPr>
            <p:grpSpPr>
              <a:xfrm>
                <a:off x="8301585" y="5775189"/>
                <a:ext cx="688835" cy="666249"/>
                <a:chOff x="3393222" y="2975188"/>
                <a:chExt cx="688835" cy="666249"/>
              </a:xfrm>
            </p:grpSpPr>
            <p:pic>
              <p:nvPicPr>
                <p:cNvPr id="60" name="图形 10">
                  <a:extLst>
                    <a:ext uri="{FF2B5EF4-FFF2-40B4-BE49-F238E27FC236}">
                      <a16:creationId xmlns:a16="http://schemas.microsoft.com/office/drawing/2014/main" id="{6CFE9B85-34B3-4571-A81C-A0A44D15569C}"/>
                    </a:ext>
                  </a:extLst>
                </p:cNvPr>
                <p:cNvPicPr>
                  <a:picLocks noChangeAspect="1"/>
                </p:cNvPicPr>
                <p:nvPr/>
              </p:nvPicPr>
              <p:blipFill>
                <a:blip r:embed="rId5">
                  <a:extLst>
                    <a:ext uri="{28A0092B-C50C-407E-A947-70E740481C1C}">
                      <a14:useLocalDpi xmlns:a14="http://schemas.microsoft.com/office/drawing/2010/main" val="0"/>
                    </a:ext>
                    <a:ext uri="{96DAC541-7B7A-43D3-8B79-37D633B846F1}">
                      <asvg:svgBlip xmlns:asvg="http://schemas.microsoft.com/office/drawing/2016/SVG/main" r:embed="rId6"/>
                    </a:ext>
                  </a:extLst>
                </a:blip>
                <a:stretch>
                  <a:fillRect/>
                </a:stretch>
              </p:blipFill>
              <p:spPr>
                <a:xfrm>
                  <a:off x="3393222" y="2975188"/>
                  <a:ext cx="688835" cy="666249"/>
                </a:xfrm>
                <a:prstGeom prst="rect">
                  <a:avLst/>
                </a:prstGeom>
              </p:spPr>
            </p:pic>
            <p:sp>
              <p:nvSpPr>
                <p:cNvPr id="61" name="文本框 60">
                  <a:extLst>
                    <a:ext uri="{FF2B5EF4-FFF2-40B4-BE49-F238E27FC236}">
                      <a16:creationId xmlns:a16="http://schemas.microsoft.com/office/drawing/2014/main" id="{F38DCF20-B743-48E8-8FE7-69B49827706C}"/>
                    </a:ext>
                  </a:extLst>
                </p:cNvPr>
                <p:cNvSpPr txBox="1"/>
                <p:nvPr/>
              </p:nvSpPr>
              <p:spPr>
                <a:xfrm>
                  <a:off x="3680202" y="3014092"/>
                  <a:ext cx="388699" cy="400110"/>
                </a:xfrm>
                <a:prstGeom prst="rect">
                  <a:avLst/>
                </a:prstGeom>
                <a:noFill/>
              </p:spPr>
              <p:txBody>
                <a:bodyPr wrap="square">
                  <a:spAutoFit/>
                </a:bodyPr>
                <a:lstStyle/>
                <a:p>
                  <a:pPr algn="ctr"/>
                  <a:r>
                    <a:rPr lang="en-US" altLang="zh-CN" sz="2000" b="1" dirty="0">
                      <a:solidFill>
                        <a:schemeClr val="bg1"/>
                      </a:solidFill>
                    </a:rPr>
                    <a:t>F</a:t>
                  </a:r>
                  <a:endParaRPr lang="zh-CN" altLang="en-US" sz="2000" dirty="0">
                    <a:solidFill>
                      <a:schemeClr val="bg1"/>
                    </a:solidFill>
                  </a:endParaRPr>
                </a:p>
              </p:txBody>
            </p:sp>
          </p:grpSp>
          <p:grpSp>
            <p:nvGrpSpPr>
              <p:cNvPr id="62" name="组合 61">
                <a:extLst>
                  <a:ext uri="{FF2B5EF4-FFF2-40B4-BE49-F238E27FC236}">
                    <a16:creationId xmlns:a16="http://schemas.microsoft.com/office/drawing/2014/main" id="{4FA3F4E8-7F85-40DF-B095-E0B539CA8F21}"/>
                  </a:ext>
                </a:extLst>
              </p:cNvPr>
              <p:cNvGrpSpPr/>
              <p:nvPr/>
            </p:nvGrpSpPr>
            <p:grpSpPr>
              <a:xfrm>
                <a:off x="9964992" y="4265534"/>
                <a:ext cx="688835" cy="666249"/>
                <a:chOff x="3393222" y="2975188"/>
                <a:chExt cx="688835" cy="666249"/>
              </a:xfrm>
            </p:grpSpPr>
            <p:pic>
              <p:nvPicPr>
                <p:cNvPr id="63" name="图形 10">
                  <a:extLst>
                    <a:ext uri="{FF2B5EF4-FFF2-40B4-BE49-F238E27FC236}">
                      <a16:creationId xmlns:a16="http://schemas.microsoft.com/office/drawing/2014/main" id="{C80591CD-393F-44E1-B076-CAA226FBC02F}"/>
                    </a:ext>
                  </a:extLst>
                </p:cNvPr>
                <p:cNvPicPr>
                  <a:picLocks noChangeAspect="1"/>
                </p:cNvPicPr>
                <p:nvPr/>
              </p:nvPicPr>
              <p:blipFill>
                <a:blip r:embed="rId5">
                  <a:extLst>
                    <a:ext uri="{28A0092B-C50C-407E-A947-70E740481C1C}">
                      <a14:useLocalDpi xmlns:a14="http://schemas.microsoft.com/office/drawing/2010/main" val="0"/>
                    </a:ext>
                    <a:ext uri="{96DAC541-7B7A-43D3-8B79-37D633B846F1}">
                      <asvg:svgBlip xmlns:asvg="http://schemas.microsoft.com/office/drawing/2016/SVG/main" r:embed="rId6"/>
                    </a:ext>
                  </a:extLst>
                </a:blip>
                <a:stretch>
                  <a:fillRect/>
                </a:stretch>
              </p:blipFill>
              <p:spPr>
                <a:xfrm>
                  <a:off x="3393222" y="2975188"/>
                  <a:ext cx="688835" cy="666249"/>
                </a:xfrm>
                <a:prstGeom prst="rect">
                  <a:avLst/>
                </a:prstGeom>
              </p:spPr>
            </p:pic>
            <p:sp>
              <p:nvSpPr>
                <p:cNvPr id="64" name="文本框 63">
                  <a:extLst>
                    <a:ext uri="{FF2B5EF4-FFF2-40B4-BE49-F238E27FC236}">
                      <a16:creationId xmlns:a16="http://schemas.microsoft.com/office/drawing/2014/main" id="{3DBF579E-81CB-4A1A-B202-A067DB99C525}"/>
                    </a:ext>
                  </a:extLst>
                </p:cNvPr>
                <p:cNvSpPr txBox="1"/>
                <p:nvPr/>
              </p:nvSpPr>
              <p:spPr>
                <a:xfrm>
                  <a:off x="3680202" y="3014092"/>
                  <a:ext cx="388699" cy="400110"/>
                </a:xfrm>
                <a:prstGeom prst="rect">
                  <a:avLst/>
                </a:prstGeom>
                <a:noFill/>
              </p:spPr>
              <p:txBody>
                <a:bodyPr wrap="square">
                  <a:spAutoFit/>
                </a:bodyPr>
                <a:lstStyle/>
                <a:p>
                  <a:pPr algn="ctr"/>
                  <a:r>
                    <a:rPr lang="en-US" altLang="zh-CN" sz="2000" b="1" dirty="0">
                      <a:solidFill>
                        <a:schemeClr val="bg1"/>
                      </a:solidFill>
                    </a:rPr>
                    <a:t>E</a:t>
                  </a:r>
                  <a:endParaRPr lang="zh-CN" altLang="en-US" sz="2000" dirty="0">
                    <a:solidFill>
                      <a:schemeClr val="bg1"/>
                    </a:solidFill>
                  </a:endParaRPr>
                </a:p>
              </p:txBody>
            </p:sp>
          </p:grpSp>
        </p:grpSp>
        <p:grpSp>
          <p:nvGrpSpPr>
            <p:cNvPr id="67" name="组合 66">
              <a:extLst>
                <a:ext uri="{FF2B5EF4-FFF2-40B4-BE49-F238E27FC236}">
                  <a16:creationId xmlns:a16="http://schemas.microsoft.com/office/drawing/2014/main" id="{F9C53DC6-7A3B-47E3-B5BC-B6441CF64DA5}"/>
                </a:ext>
              </a:extLst>
            </p:cNvPr>
            <p:cNvGrpSpPr/>
            <p:nvPr/>
          </p:nvGrpSpPr>
          <p:grpSpPr>
            <a:xfrm>
              <a:off x="5493003" y="4406521"/>
              <a:ext cx="1214772" cy="843699"/>
              <a:chOff x="5493003" y="4418512"/>
              <a:chExt cx="1214772" cy="843699"/>
            </a:xfrm>
          </p:grpSpPr>
          <p:grpSp>
            <p:nvGrpSpPr>
              <p:cNvPr id="28" name="组合 27">
                <a:extLst>
                  <a:ext uri="{FF2B5EF4-FFF2-40B4-BE49-F238E27FC236}">
                    <a16:creationId xmlns:a16="http://schemas.microsoft.com/office/drawing/2014/main" id="{66A2236D-BD6A-4A16-A4A6-4FAC4F802160}"/>
                  </a:ext>
                </a:extLst>
              </p:cNvPr>
              <p:cNvGrpSpPr/>
              <p:nvPr/>
            </p:nvGrpSpPr>
            <p:grpSpPr>
              <a:xfrm>
                <a:off x="5758936" y="4418512"/>
                <a:ext cx="694865" cy="843699"/>
                <a:chOff x="5748567" y="4622444"/>
                <a:chExt cx="694865" cy="843699"/>
              </a:xfrm>
            </p:grpSpPr>
            <p:pic>
              <p:nvPicPr>
                <p:cNvPr id="26" name="图片 25" descr="图片包含 图标&#10;&#10;描述已自动生成">
                  <a:extLst>
                    <a:ext uri="{FF2B5EF4-FFF2-40B4-BE49-F238E27FC236}">
                      <a16:creationId xmlns:a16="http://schemas.microsoft.com/office/drawing/2014/main" id="{B84DFC4A-BB51-4FF0-9656-07E3BB532308}"/>
                    </a:ext>
                  </a:extLst>
                </p:cNvPr>
                <p:cNvPicPr>
                  <a:picLocks noChangeAspect="1"/>
                </p:cNvPicPr>
                <p:nvPr/>
              </p:nvPicPr>
              <p:blipFill>
                <a:blip r:embed="rId7">
                  <a:extLst>
                    <a:ext uri="{28A0092B-C50C-407E-A947-70E740481C1C}">
                      <a14:useLocalDpi xmlns:a14="http://schemas.microsoft.com/office/drawing/2010/main" val="0"/>
                    </a:ext>
                  </a:extLst>
                </a:blip>
                <a:stretch>
                  <a:fillRect/>
                </a:stretch>
              </p:blipFill>
              <p:spPr>
                <a:xfrm>
                  <a:off x="5812708" y="4622444"/>
                  <a:ext cx="581100" cy="474367"/>
                </a:xfrm>
                <a:prstGeom prst="rect">
                  <a:avLst/>
                </a:prstGeom>
              </p:spPr>
            </p:pic>
            <p:sp>
              <p:nvSpPr>
                <p:cNvPr id="27" name="文本框 26">
                  <a:extLst>
                    <a:ext uri="{FF2B5EF4-FFF2-40B4-BE49-F238E27FC236}">
                      <a16:creationId xmlns:a16="http://schemas.microsoft.com/office/drawing/2014/main" id="{07AA94A1-946A-4935-A568-945B0455C199}"/>
                    </a:ext>
                  </a:extLst>
                </p:cNvPr>
                <p:cNvSpPr txBox="1"/>
                <p:nvPr/>
              </p:nvSpPr>
              <p:spPr>
                <a:xfrm>
                  <a:off x="5748567" y="5096811"/>
                  <a:ext cx="694865" cy="369332"/>
                </a:xfrm>
                <a:prstGeom prst="rect">
                  <a:avLst/>
                </a:prstGeom>
                <a:noFill/>
              </p:spPr>
              <p:txBody>
                <a:bodyPr wrap="square" rtlCol="0">
                  <a:spAutoFit/>
                </a:bodyPr>
                <a:lstStyle/>
                <a:p>
                  <a:pPr algn="ctr"/>
                  <a:r>
                    <a:rPr lang="zh-CN" altLang="en-US" b="1" dirty="0">
                      <a:latin typeface="+mn-ea"/>
                    </a:rPr>
                    <a:t>网桥</a:t>
                  </a:r>
                </a:p>
              </p:txBody>
            </p:sp>
          </p:grpSp>
          <p:sp>
            <p:nvSpPr>
              <p:cNvPr id="65" name="文本框 64">
                <a:extLst>
                  <a:ext uri="{FF2B5EF4-FFF2-40B4-BE49-F238E27FC236}">
                    <a16:creationId xmlns:a16="http://schemas.microsoft.com/office/drawing/2014/main" id="{FF278548-C053-4B18-B9F5-EA4CB65CA520}"/>
                  </a:ext>
                </a:extLst>
              </p:cNvPr>
              <p:cNvSpPr txBox="1"/>
              <p:nvPr/>
            </p:nvSpPr>
            <p:spPr>
              <a:xfrm>
                <a:off x="5493003" y="4665644"/>
                <a:ext cx="388699" cy="400110"/>
              </a:xfrm>
              <a:prstGeom prst="rect">
                <a:avLst/>
              </a:prstGeom>
              <a:noFill/>
            </p:spPr>
            <p:txBody>
              <a:bodyPr wrap="square">
                <a:spAutoFit/>
              </a:bodyPr>
              <a:lstStyle/>
              <a:p>
                <a:pPr algn="ctr"/>
                <a:r>
                  <a:rPr lang="en-US" altLang="zh-CN" sz="2000" b="1" dirty="0"/>
                  <a:t>1</a:t>
                </a:r>
                <a:endParaRPr lang="zh-CN" altLang="en-US" sz="2000" dirty="0"/>
              </a:p>
            </p:txBody>
          </p:sp>
          <p:sp>
            <p:nvSpPr>
              <p:cNvPr id="66" name="文本框 65">
                <a:extLst>
                  <a:ext uri="{FF2B5EF4-FFF2-40B4-BE49-F238E27FC236}">
                    <a16:creationId xmlns:a16="http://schemas.microsoft.com/office/drawing/2014/main" id="{87F89E8D-5E77-4FCF-A24D-55995B18CCAE}"/>
                  </a:ext>
                </a:extLst>
              </p:cNvPr>
              <p:cNvSpPr txBox="1"/>
              <p:nvPr/>
            </p:nvSpPr>
            <p:spPr>
              <a:xfrm>
                <a:off x="6319076" y="4665644"/>
                <a:ext cx="388699" cy="400110"/>
              </a:xfrm>
              <a:prstGeom prst="rect">
                <a:avLst/>
              </a:prstGeom>
              <a:noFill/>
            </p:spPr>
            <p:txBody>
              <a:bodyPr wrap="square">
                <a:spAutoFit/>
              </a:bodyPr>
              <a:lstStyle/>
              <a:p>
                <a:pPr algn="ctr"/>
                <a:r>
                  <a:rPr lang="en-US" altLang="zh-CN" sz="2000" b="1" dirty="0"/>
                  <a:t>2</a:t>
                </a:r>
                <a:endParaRPr lang="zh-CN" altLang="en-US" sz="2000" dirty="0"/>
              </a:p>
            </p:txBody>
          </p:sp>
        </p:grpSp>
        <p:grpSp>
          <p:nvGrpSpPr>
            <p:cNvPr id="146" name="组合 145">
              <a:extLst>
                <a:ext uri="{FF2B5EF4-FFF2-40B4-BE49-F238E27FC236}">
                  <a16:creationId xmlns:a16="http://schemas.microsoft.com/office/drawing/2014/main" id="{C6B4C770-6B1A-44D1-AC70-8CB5B03F23A7}"/>
                </a:ext>
              </a:extLst>
            </p:cNvPr>
            <p:cNvGrpSpPr/>
            <p:nvPr/>
          </p:nvGrpSpPr>
          <p:grpSpPr>
            <a:xfrm>
              <a:off x="3871147" y="1312853"/>
              <a:ext cx="4744550" cy="3330852"/>
              <a:chOff x="3871147" y="1312853"/>
              <a:chExt cx="4744550" cy="3330852"/>
            </a:xfrm>
          </p:grpSpPr>
          <p:sp>
            <p:nvSpPr>
              <p:cNvPr id="47" name="矩形 46">
                <a:extLst>
                  <a:ext uri="{FF2B5EF4-FFF2-40B4-BE49-F238E27FC236}">
                    <a16:creationId xmlns:a16="http://schemas.microsoft.com/office/drawing/2014/main" id="{CCE642C4-144F-4A43-8EFA-D856D14D241C}"/>
                  </a:ext>
                </a:extLst>
              </p:cNvPr>
              <p:cNvSpPr/>
              <p:nvPr/>
            </p:nvSpPr>
            <p:spPr>
              <a:xfrm>
                <a:off x="3881120" y="1312853"/>
                <a:ext cx="4734577" cy="2869765"/>
              </a:xfrm>
              <a:prstGeom prst="rect">
                <a:avLst/>
              </a:prstGeom>
              <a:solidFill>
                <a:schemeClr val="bg2">
                  <a:lumMod val="90000"/>
                </a:schemeClr>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5" name="矩形 4">
                <a:extLst>
                  <a:ext uri="{FF2B5EF4-FFF2-40B4-BE49-F238E27FC236}">
                    <a16:creationId xmlns:a16="http://schemas.microsoft.com/office/drawing/2014/main" id="{6CDDBDF0-E002-4738-8421-353A891B76F6}"/>
                  </a:ext>
                </a:extLst>
              </p:cNvPr>
              <p:cNvSpPr/>
              <p:nvPr/>
            </p:nvSpPr>
            <p:spPr>
              <a:xfrm>
                <a:off x="5541470" y="3616733"/>
                <a:ext cx="1126800" cy="406559"/>
              </a:xfrm>
              <a:prstGeom prst="rect">
                <a:avLst/>
              </a:prstGeom>
            </p:spPr>
            <p:style>
              <a:lnRef idx="2">
                <a:schemeClr val="accent5">
                  <a:shade val="50000"/>
                </a:schemeClr>
              </a:lnRef>
              <a:fillRef idx="1">
                <a:schemeClr val="accent5"/>
              </a:fillRef>
              <a:effectRef idx="0">
                <a:schemeClr val="accent5"/>
              </a:effectRef>
              <a:fontRef idx="minor">
                <a:schemeClr val="lt1"/>
              </a:fontRef>
            </p:style>
            <p:txBody>
              <a:bodyPr rtlCol="0" anchor="ctr"/>
              <a:lstStyle/>
              <a:p>
                <a:pPr algn="ctr"/>
                <a:r>
                  <a:rPr lang="zh-CN" altLang="en-US" b="1" dirty="0"/>
                  <a:t>缓存</a:t>
                </a:r>
              </a:p>
            </p:txBody>
          </p:sp>
          <p:sp>
            <p:nvSpPr>
              <p:cNvPr id="72" name="矩形 71">
                <a:extLst>
                  <a:ext uri="{FF2B5EF4-FFF2-40B4-BE49-F238E27FC236}">
                    <a16:creationId xmlns:a16="http://schemas.microsoft.com/office/drawing/2014/main" id="{F77D1A66-7911-49BB-BB7C-593B6A8C93AA}"/>
                  </a:ext>
                </a:extLst>
              </p:cNvPr>
              <p:cNvSpPr/>
              <p:nvPr/>
            </p:nvSpPr>
            <p:spPr>
              <a:xfrm>
                <a:off x="7013713" y="3616733"/>
                <a:ext cx="1126800" cy="406559"/>
              </a:xfrm>
              <a:prstGeom prst="rect">
                <a:avLst/>
              </a:prstGeom>
            </p:spPr>
            <p:style>
              <a:lnRef idx="2">
                <a:schemeClr val="accent3">
                  <a:shade val="50000"/>
                </a:schemeClr>
              </a:lnRef>
              <a:fillRef idx="1">
                <a:schemeClr val="accent3"/>
              </a:fillRef>
              <a:effectRef idx="0">
                <a:schemeClr val="accent3"/>
              </a:effectRef>
              <a:fontRef idx="minor">
                <a:schemeClr val="lt1"/>
              </a:fontRef>
            </p:style>
            <p:txBody>
              <a:bodyPr rtlCol="0" anchor="ctr"/>
              <a:lstStyle/>
              <a:p>
                <a:pPr algn="ctr"/>
                <a:r>
                  <a:rPr lang="zh-CN" altLang="en-US" b="1" dirty="0"/>
                  <a:t>接口</a:t>
                </a:r>
                <a:r>
                  <a:rPr lang="en-US" altLang="zh-CN" b="1" dirty="0"/>
                  <a:t>2</a:t>
                </a:r>
                <a:endParaRPr lang="zh-CN" altLang="en-US" b="1" dirty="0"/>
              </a:p>
            </p:txBody>
          </p:sp>
          <p:sp>
            <p:nvSpPr>
              <p:cNvPr id="82" name="矩形 81">
                <a:extLst>
                  <a:ext uri="{FF2B5EF4-FFF2-40B4-BE49-F238E27FC236}">
                    <a16:creationId xmlns:a16="http://schemas.microsoft.com/office/drawing/2014/main" id="{DD2108AC-A6BB-4857-8961-8E7EC3376382}"/>
                  </a:ext>
                </a:extLst>
              </p:cNvPr>
              <p:cNvSpPr/>
              <p:nvPr/>
            </p:nvSpPr>
            <p:spPr>
              <a:xfrm>
                <a:off x="5541470" y="2628684"/>
                <a:ext cx="1126800" cy="666248"/>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zh-CN" altLang="en-US" b="1" dirty="0"/>
                  <a:t>网桥协议</a:t>
                </a:r>
                <a:endParaRPr lang="en-US" altLang="zh-CN" b="1" dirty="0"/>
              </a:p>
              <a:p>
                <a:pPr algn="ctr"/>
                <a:r>
                  <a:rPr lang="zh-CN" altLang="en-US" b="1" dirty="0"/>
                  <a:t>实体</a:t>
                </a:r>
              </a:p>
            </p:txBody>
          </p:sp>
          <p:sp>
            <p:nvSpPr>
              <p:cNvPr id="83" name="矩形 82">
                <a:extLst>
                  <a:ext uri="{FF2B5EF4-FFF2-40B4-BE49-F238E27FC236}">
                    <a16:creationId xmlns:a16="http://schemas.microsoft.com/office/drawing/2014/main" id="{49BDDF0A-B02A-426D-A3E2-15CF6A0C62C5}"/>
                  </a:ext>
                </a:extLst>
              </p:cNvPr>
              <p:cNvSpPr/>
              <p:nvPr/>
            </p:nvSpPr>
            <p:spPr>
              <a:xfrm>
                <a:off x="4069227" y="2628684"/>
                <a:ext cx="1126800" cy="666248"/>
              </a:xfrm>
              <a:prstGeom prst="rect">
                <a:avLst/>
              </a:prstGeom>
              <a:solidFill>
                <a:schemeClr val="accent3">
                  <a:lumMod val="75000"/>
                </a:schemeClr>
              </a:solidFill>
              <a:ln>
                <a:solidFill>
                  <a:schemeClr val="tx1"/>
                </a:solidFill>
              </a:ln>
            </p:spPr>
            <p:style>
              <a:lnRef idx="2">
                <a:schemeClr val="accent3">
                  <a:shade val="50000"/>
                </a:schemeClr>
              </a:lnRef>
              <a:fillRef idx="1">
                <a:schemeClr val="accent3"/>
              </a:fillRef>
              <a:effectRef idx="0">
                <a:schemeClr val="accent3"/>
              </a:effectRef>
              <a:fontRef idx="minor">
                <a:schemeClr val="lt1"/>
              </a:fontRef>
            </p:style>
            <p:txBody>
              <a:bodyPr rtlCol="0" anchor="ctr"/>
              <a:lstStyle/>
              <a:p>
                <a:pPr algn="ctr"/>
                <a:r>
                  <a:rPr lang="zh-CN" altLang="en-US" b="1" dirty="0"/>
                  <a:t>接口管理</a:t>
                </a:r>
                <a:endParaRPr lang="en-US" altLang="zh-CN" b="1" dirty="0"/>
              </a:p>
              <a:p>
                <a:pPr algn="ctr"/>
                <a:r>
                  <a:rPr lang="zh-CN" altLang="en-US" b="1" dirty="0"/>
                  <a:t>软件</a:t>
                </a:r>
              </a:p>
            </p:txBody>
          </p:sp>
          <p:sp>
            <p:nvSpPr>
              <p:cNvPr id="85" name="矩形 84">
                <a:extLst>
                  <a:ext uri="{FF2B5EF4-FFF2-40B4-BE49-F238E27FC236}">
                    <a16:creationId xmlns:a16="http://schemas.microsoft.com/office/drawing/2014/main" id="{36FB94DD-4238-45EC-A725-3E17E90C9DEE}"/>
                  </a:ext>
                </a:extLst>
              </p:cNvPr>
              <p:cNvSpPr/>
              <p:nvPr/>
            </p:nvSpPr>
            <p:spPr>
              <a:xfrm>
                <a:off x="5541470" y="1900324"/>
                <a:ext cx="1126800" cy="406559"/>
              </a:xfrm>
              <a:prstGeom prst="rect">
                <a:avLst/>
              </a:prstGeom>
            </p:spPr>
            <p:style>
              <a:lnRef idx="2">
                <a:schemeClr val="accent2">
                  <a:shade val="50000"/>
                </a:schemeClr>
              </a:lnRef>
              <a:fillRef idx="1">
                <a:schemeClr val="accent2"/>
              </a:fillRef>
              <a:effectRef idx="0">
                <a:schemeClr val="accent2"/>
              </a:effectRef>
              <a:fontRef idx="minor">
                <a:schemeClr val="lt1"/>
              </a:fontRef>
            </p:style>
            <p:txBody>
              <a:bodyPr rtlCol="0" anchor="ctr"/>
              <a:lstStyle/>
              <a:p>
                <a:pPr algn="ctr"/>
                <a:r>
                  <a:rPr lang="zh-CN" altLang="en-US" b="1" dirty="0"/>
                  <a:t>转发表</a:t>
                </a:r>
              </a:p>
            </p:txBody>
          </p:sp>
          <p:sp>
            <p:nvSpPr>
              <p:cNvPr id="86" name="矩形 85">
                <a:extLst>
                  <a:ext uri="{FF2B5EF4-FFF2-40B4-BE49-F238E27FC236}">
                    <a16:creationId xmlns:a16="http://schemas.microsoft.com/office/drawing/2014/main" id="{2F873A4A-5D77-40E6-9C95-6E3603EE2CB8}"/>
                  </a:ext>
                </a:extLst>
              </p:cNvPr>
              <p:cNvSpPr/>
              <p:nvPr/>
            </p:nvSpPr>
            <p:spPr>
              <a:xfrm>
                <a:off x="4069227" y="3616733"/>
                <a:ext cx="1126800" cy="406559"/>
              </a:xfrm>
              <a:prstGeom prst="rect">
                <a:avLst/>
              </a:prstGeom>
            </p:spPr>
            <p:style>
              <a:lnRef idx="2">
                <a:schemeClr val="accent3">
                  <a:shade val="50000"/>
                </a:schemeClr>
              </a:lnRef>
              <a:fillRef idx="1">
                <a:schemeClr val="accent3"/>
              </a:fillRef>
              <a:effectRef idx="0">
                <a:schemeClr val="accent3"/>
              </a:effectRef>
              <a:fontRef idx="minor">
                <a:schemeClr val="lt1"/>
              </a:fontRef>
            </p:style>
            <p:txBody>
              <a:bodyPr rtlCol="0" anchor="ctr"/>
              <a:lstStyle/>
              <a:p>
                <a:pPr algn="ctr"/>
                <a:r>
                  <a:rPr lang="zh-CN" altLang="en-US" b="1" dirty="0"/>
                  <a:t>接口</a:t>
                </a:r>
                <a:r>
                  <a:rPr lang="en-US" altLang="zh-CN" b="1" dirty="0"/>
                  <a:t>1</a:t>
                </a:r>
                <a:endParaRPr lang="zh-CN" altLang="en-US" b="1" dirty="0"/>
              </a:p>
            </p:txBody>
          </p:sp>
          <p:cxnSp>
            <p:nvCxnSpPr>
              <p:cNvPr id="14" name="直接箭头连接符 13">
                <a:extLst>
                  <a:ext uri="{FF2B5EF4-FFF2-40B4-BE49-F238E27FC236}">
                    <a16:creationId xmlns:a16="http://schemas.microsoft.com/office/drawing/2014/main" id="{DB9B9279-3353-4173-A0C6-69BD28E4D381}"/>
                  </a:ext>
                </a:extLst>
              </p:cNvPr>
              <p:cNvCxnSpPr>
                <a:stCxn id="83" idx="3"/>
                <a:endCxn id="82" idx="1"/>
              </p:cNvCxnSpPr>
              <p:nvPr/>
            </p:nvCxnSpPr>
            <p:spPr>
              <a:xfrm>
                <a:off x="5196027" y="2961808"/>
                <a:ext cx="345443" cy="0"/>
              </a:xfrm>
              <a:prstGeom prst="straightConnector1">
                <a:avLst/>
              </a:prstGeom>
              <a:ln w="25400">
                <a:solidFill>
                  <a:schemeClr val="tx1"/>
                </a:solidFill>
                <a:headEnd type="triangle"/>
                <a:tailEnd type="triangle"/>
              </a:ln>
            </p:spPr>
            <p:style>
              <a:lnRef idx="1">
                <a:schemeClr val="accent1"/>
              </a:lnRef>
              <a:fillRef idx="0">
                <a:schemeClr val="accent1"/>
              </a:fillRef>
              <a:effectRef idx="0">
                <a:schemeClr val="accent1"/>
              </a:effectRef>
              <a:fontRef idx="minor">
                <a:schemeClr val="tx1"/>
              </a:fontRef>
            </p:style>
          </p:cxnSp>
          <p:cxnSp>
            <p:nvCxnSpPr>
              <p:cNvPr id="87" name="直接箭头连接符 86">
                <a:extLst>
                  <a:ext uri="{FF2B5EF4-FFF2-40B4-BE49-F238E27FC236}">
                    <a16:creationId xmlns:a16="http://schemas.microsoft.com/office/drawing/2014/main" id="{F543A1ED-CB04-4CD0-BA05-A6E5CBF52969}"/>
                  </a:ext>
                </a:extLst>
              </p:cNvPr>
              <p:cNvCxnSpPr>
                <a:cxnSpLocks/>
                <a:stCxn id="86" idx="3"/>
                <a:endCxn id="5" idx="1"/>
              </p:cNvCxnSpPr>
              <p:nvPr/>
            </p:nvCxnSpPr>
            <p:spPr>
              <a:xfrm>
                <a:off x="5196027" y="3820013"/>
                <a:ext cx="345443" cy="0"/>
              </a:xfrm>
              <a:prstGeom prst="straightConnector1">
                <a:avLst/>
              </a:prstGeom>
              <a:ln w="25400">
                <a:solidFill>
                  <a:schemeClr val="tx1"/>
                </a:solidFill>
                <a:headEnd type="triangle"/>
                <a:tailEnd type="triangle"/>
              </a:ln>
            </p:spPr>
            <p:style>
              <a:lnRef idx="1">
                <a:schemeClr val="accent1"/>
              </a:lnRef>
              <a:fillRef idx="0">
                <a:schemeClr val="accent1"/>
              </a:fillRef>
              <a:effectRef idx="0">
                <a:schemeClr val="accent1"/>
              </a:effectRef>
              <a:fontRef idx="minor">
                <a:schemeClr val="tx1"/>
              </a:fontRef>
            </p:style>
          </p:cxnSp>
          <p:cxnSp>
            <p:nvCxnSpPr>
              <p:cNvPr id="88" name="直接箭头连接符 87">
                <a:extLst>
                  <a:ext uri="{FF2B5EF4-FFF2-40B4-BE49-F238E27FC236}">
                    <a16:creationId xmlns:a16="http://schemas.microsoft.com/office/drawing/2014/main" id="{EA2B3AF3-6633-4239-8C4A-D5CAEEB0B174}"/>
                  </a:ext>
                </a:extLst>
              </p:cNvPr>
              <p:cNvCxnSpPr>
                <a:cxnSpLocks/>
                <a:stCxn id="5" idx="3"/>
                <a:endCxn id="72" idx="1"/>
              </p:cNvCxnSpPr>
              <p:nvPr/>
            </p:nvCxnSpPr>
            <p:spPr>
              <a:xfrm>
                <a:off x="6668270" y="3820013"/>
                <a:ext cx="345443" cy="0"/>
              </a:xfrm>
              <a:prstGeom prst="straightConnector1">
                <a:avLst/>
              </a:prstGeom>
              <a:ln w="25400">
                <a:solidFill>
                  <a:schemeClr val="tx1"/>
                </a:solidFill>
                <a:headEnd type="triangle"/>
                <a:tailEnd type="triangle"/>
              </a:ln>
            </p:spPr>
            <p:style>
              <a:lnRef idx="1">
                <a:schemeClr val="accent1"/>
              </a:lnRef>
              <a:fillRef idx="0">
                <a:schemeClr val="accent1"/>
              </a:fillRef>
              <a:effectRef idx="0">
                <a:schemeClr val="accent1"/>
              </a:effectRef>
              <a:fontRef idx="minor">
                <a:schemeClr val="tx1"/>
              </a:fontRef>
            </p:style>
          </p:cxnSp>
          <p:cxnSp>
            <p:nvCxnSpPr>
              <p:cNvPr id="89" name="直接箭头连接符 88">
                <a:extLst>
                  <a:ext uri="{FF2B5EF4-FFF2-40B4-BE49-F238E27FC236}">
                    <a16:creationId xmlns:a16="http://schemas.microsoft.com/office/drawing/2014/main" id="{62414322-1E40-498F-9F03-E6127399439B}"/>
                  </a:ext>
                </a:extLst>
              </p:cNvPr>
              <p:cNvCxnSpPr>
                <a:cxnSpLocks/>
                <a:stCxn id="5" idx="0"/>
                <a:endCxn id="82" idx="2"/>
              </p:cNvCxnSpPr>
              <p:nvPr/>
            </p:nvCxnSpPr>
            <p:spPr>
              <a:xfrm flipV="1">
                <a:off x="6104870" y="3294932"/>
                <a:ext cx="0" cy="321801"/>
              </a:xfrm>
              <a:prstGeom prst="straightConnector1">
                <a:avLst/>
              </a:prstGeom>
              <a:ln w="25400">
                <a:solidFill>
                  <a:schemeClr val="tx1"/>
                </a:solidFill>
                <a:headEnd type="triangle"/>
                <a:tailEnd type="triangle"/>
              </a:ln>
            </p:spPr>
            <p:style>
              <a:lnRef idx="1">
                <a:schemeClr val="accent1"/>
              </a:lnRef>
              <a:fillRef idx="0">
                <a:schemeClr val="accent1"/>
              </a:fillRef>
              <a:effectRef idx="0">
                <a:schemeClr val="accent1"/>
              </a:effectRef>
              <a:fontRef idx="minor">
                <a:schemeClr val="tx1"/>
              </a:fontRef>
            </p:style>
          </p:cxnSp>
          <p:cxnSp>
            <p:nvCxnSpPr>
              <p:cNvPr id="90" name="直接箭头连接符 89">
                <a:extLst>
                  <a:ext uri="{FF2B5EF4-FFF2-40B4-BE49-F238E27FC236}">
                    <a16:creationId xmlns:a16="http://schemas.microsoft.com/office/drawing/2014/main" id="{2DD7D7D6-B4C6-4DEB-AE2A-589407625917}"/>
                  </a:ext>
                </a:extLst>
              </p:cNvPr>
              <p:cNvCxnSpPr>
                <a:cxnSpLocks/>
                <a:stCxn id="82" idx="0"/>
                <a:endCxn id="85" idx="2"/>
              </p:cNvCxnSpPr>
              <p:nvPr/>
            </p:nvCxnSpPr>
            <p:spPr>
              <a:xfrm flipV="1">
                <a:off x="6104870" y="2306883"/>
                <a:ext cx="0" cy="321801"/>
              </a:xfrm>
              <a:prstGeom prst="straightConnector1">
                <a:avLst/>
              </a:prstGeom>
              <a:ln w="25400">
                <a:solidFill>
                  <a:schemeClr val="tx1"/>
                </a:solidFill>
                <a:headEnd type="triangle"/>
                <a:tailEnd type="triangle"/>
              </a:ln>
            </p:spPr>
            <p:style>
              <a:lnRef idx="1">
                <a:schemeClr val="accent1"/>
              </a:lnRef>
              <a:fillRef idx="0">
                <a:schemeClr val="accent1"/>
              </a:fillRef>
              <a:effectRef idx="0">
                <a:schemeClr val="accent1"/>
              </a:effectRef>
              <a:fontRef idx="minor">
                <a:schemeClr val="tx1"/>
              </a:fontRef>
            </p:style>
          </p:cxnSp>
          <p:cxnSp>
            <p:nvCxnSpPr>
              <p:cNvPr id="40" name="直接连接符 39">
                <a:extLst>
                  <a:ext uri="{FF2B5EF4-FFF2-40B4-BE49-F238E27FC236}">
                    <a16:creationId xmlns:a16="http://schemas.microsoft.com/office/drawing/2014/main" id="{3D096080-35B9-46D4-8A97-6A194F92C833}"/>
                  </a:ext>
                </a:extLst>
              </p:cNvPr>
              <p:cNvCxnSpPr>
                <a:cxnSpLocks/>
              </p:cNvCxnSpPr>
              <p:nvPr/>
            </p:nvCxnSpPr>
            <p:spPr>
              <a:xfrm flipV="1">
                <a:off x="6668270" y="1401203"/>
                <a:ext cx="289815" cy="499121"/>
              </a:xfrm>
              <a:prstGeom prst="line">
                <a:avLst/>
              </a:prstGeom>
              <a:ln w="12700">
                <a:solidFill>
                  <a:schemeClr val="tx1"/>
                </a:solidFill>
                <a:prstDash val="dash"/>
              </a:ln>
            </p:spPr>
            <p:style>
              <a:lnRef idx="1">
                <a:schemeClr val="accent1"/>
              </a:lnRef>
              <a:fillRef idx="0">
                <a:schemeClr val="accent1"/>
              </a:fillRef>
              <a:effectRef idx="0">
                <a:schemeClr val="accent1"/>
              </a:effectRef>
              <a:fontRef idx="minor">
                <a:schemeClr val="tx1"/>
              </a:fontRef>
            </p:style>
          </p:cxnSp>
          <p:cxnSp>
            <p:nvCxnSpPr>
              <p:cNvPr id="108" name="直接连接符 107">
                <a:extLst>
                  <a:ext uri="{FF2B5EF4-FFF2-40B4-BE49-F238E27FC236}">
                    <a16:creationId xmlns:a16="http://schemas.microsoft.com/office/drawing/2014/main" id="{21E04092-6C7D-43C6-A3D7-E531D337FF43}"/>
                  </a:ext>
                </a:extLst>
              </p:cNvPr>
              <p:cNvCxnSpPr>
                <a:cxnSpLocks/>
              </p:cNvCxnSpPr>
              <p:nvPr/>
            </p:nvCxnSpPr>
            <p:spPr>
              <a:xfrm>
                <a:off x="6665701" y="2292309"/>
                <a:ext cx="292384" cy="1213987"/>
              </a:xfrm>
              <a:prstGeom prst="line">
                <a:avLst/>
              </a:prstGeom>
              <a:ln w="12700">
                <a:solidFill>
                  <a:schemeClr val="tx1"/>
                </a:solidFill>
                <a:prstDash val="dash"/>
              </a:ln>
            </p:spPr>
            <p:style>
              <a:lnRef idx="1">
                <a:schemeClr val="accent1"/>
              </a:lnRef>
              <a:fillRef idx="0">
                <a:schemeClr val="accent1"/>
              </a:fillRef>
              <a:effectRef idx="0">
                <a:schemeClr val="accent1"/>
              </a:effectRef>
              <a:fontRef idx="minor">
                <a:schemeClr val="tx1"/>
              </a:fontRef>
            </p:style>
          </p:cxnSp>
          <p:cxnSp>
            <p:nvCxnSpPr>
              <p:cNvPr id="109" name="直接箭头连接符 108">
                <a:extLst>
                  <a:ext uri="{FF2B5EF4-FFF2-40B4-BE49-F238E27FC236}">
                    <a16:creationId xmlns:a16="http://schemas.microsoft.com/office/drawing/2014/main" id="{6074A869-3453-4316-AD7C-C10F266008DB}"/>
                  </a:ext>
                </a:extLst>
              </p:cNvPr>
              <p:cNvCxnSpPr>
                <a:cxnSpLocks/>
              </p:cNvCxnSpPr>
              <p:nvPr/>
            </p:nvCxnSpPr>
            <p:spPr>
              <a:xfrm flipV="1">
                <a:off x="4604577" y="4023292"/>
                <a:ext cx="0" cy="321801"/>
              </a:xfrm>
              <a:prstGeom prst="straightConnector1">
                <a:avLst/>
              </a:prstGeom>
              <a:ln w="25400">
                <a:solidFill>
                  <a:schemeClr val="tx1"/>
                </a:solidFill>
                <a:headEnd type="triangle"/>
                <a:tailEnd type="triangle"/>
              </a:ln>
            </p:spPr>
            <p:style>
              <a:lnRef idx="1">
                <a:schemeClr val="accent1"/>
              </a:lnRef>
              <a:fillRef idx="0">
                <a:schemeClr val="accent1"/>
              </a:fillRef>
              <a:effectRef idx="0">
                <a:schemeClr val="accent1"/>
              </a:effectRef>
              <a:fontRef idx="minor">
                <a:schemeClr val="tx1"/>
              </a:fontRef>
            </p:style>
          </p:cxnSp>
          <p:cxnSp>
            <p:nvCxnSpPr>
              <p:cNvPr id="110" name="直接箭头连接符 109">
                <a:extLst>
                  <a:ext uri="{FF2B5EF4-FFF2-40B4-BE49-F238E27FC236}">
                    <a16:creationId xmlns:a16="http://schemas.microsoft.com/office/drawing/2014/main" id="{167F041D-DF35-4C3B-93A7-453CEBD5B20C}"/>
                  </a:ext>
                </a:extLst>
              </p:cNvPr>
              <p:cNvCxnSpPr>
                <a:cxnSpLocks/>
              </p:cNvCxnSpPr>
              <p:nvPr/>
            </p:nvCxnSpPr>
            <p:spPr>
              <a:xfrm flipV="1">
                <a:off x="7601777" y="4023292"/>
                <a:ext cx="0" cy="321801"/>
              </a:xfrm>
              <a:prstGeom prst="straightConnector1">
                <a:avLst/>
              </a:prstGeom>
              <a:ln w="25400">
                <a:solidFill>
                  <a:schemeClr val="tx1"/>
                </a:solidFill>
                <a:headEnd type="triangle"/>
                <a:tailEnd type="triangle"/>
              </a:ln>
            </p:spPr>
            <p:style>
              <a:lnRef idx="1">
                <a:schemeClr val="accent1"/>
              </a:lnRef>
              <a:fillRef idx="0">
                <a:schemeClr val="accent1"/>
              </a:fillRef>
              <a:effectRef idx="0">
                <a:schemeClr val="accent1"/>
              </a:effectRef>
              <a:fontRef idx="minor">
                <a:schemeClr val="tx1"/>
              </a:fontRef>
            </p:style>
          </p:cxnSp>
          <p:cxnSp>
            <p:nvCxnSpPr>
              <p:cNvPr id="129" name="直接连接符 128">
                <a:extLst>
                  <a:ext uri="{FF2B5EF4-FFF2-40B4-BE49-F238E27FC236}">
                    <a16:creationId xmlns:a16="http://schemas.microsoft.com/office/drawing/2014/main" id="{5E5459E5-FFE9-413A-8C5E-4A48C393EDFB}"/>
                  </a:ext>
                </a:extLst>
              </p:cNvPr>
              <p:cNvCxnSpPr>
                <a:cxnSpLocks/>
                <a:stCxn id="26" idx="1"/>
              </p:cNvCxnSpPr>
              <p:nvPr/>
            </p:nvCxnSpPr>
            <p:spPr>
              <a:xfrm flipH="1" flipV="1">
                <a:off x="3871147" y="4197659"/>
                <a:ext cx="1951930" cy="446046"/>
              </a:xfrm>
              <a:prstGeom prst="line">
                <a:avLst/>
              </a:prstGeom>
              <a:ln w="12700">
                <a:solidFill>
                  <a:schemeClr val="tx1"/>
                </a:solidFill>
                <a:prstDash val="dash"/>
              </a:ln>
            </p:spPr>
            <p:style>
              <a:lnRef idx="1">
                <a:schemeClr val="accent1"/>
              </a:lnRef>
              <a:fillRef idx="0">
                <a:schemeClr val="accent1"/>
              </a:fillRef>
              <a:effectRef idx="0">
                <a:schemeClr val="accent1"/>
              </a:effectRef>
              <a:fontRef idx="minor">
                <a:schemeClr val="tx1"/>
              </a:fontRef>
            </p:style>
          </p:cxnSp>
          <p:cxnSp>
            <p:nvCxnSpPr>
              <p:cNvPr id="132" name="直接连接符 131">
                <a:extLst>
                  <a:ext uri="{FF2B5EF4-FFF2-40B4-BE49-F238E27FC236}">
                    <a16:creationId xmlns:a16="http://schemas.microsoft.com/office/drawing/2014/main" id="{11FABC2F-FC6A-41D2-AD44-045731135374}"/>
                  </a:ext>
                </a:extLst>
              </p:cNvPr>
              <p:cNvCxnSpPr>
                <a:cxnSpLocks/>
                <a:endCxn id="26" idx="3"/>
              </p:cNvCxnSpPr>
              <p:nvPr/>
            </p:nvCxnSpPr>
            <p:spPr>
              <a:xfrm flipH="1">
                <a:off x="6404177" y="4197659"/>
                <a:ext cx="2211519" cy="446046"/>
              </a:xfrm>
              <a:prstGeom prst="line">
                <a:avLst/>
              </a:prstGeom>
              <a:ln w="12700">
                <a:solidFill>
                  <a:schemeClr val="tx1"/>
                </a:solidFill>
                <a:prstDash val="dash"/>
              </a:ln>
            </p:spPr>
            <p:style>
              <a:lnRef idx="1">
                <a:schemeClr val="accent1"/>
              </a:lnRef>
              <a:fillRef idx="0">
                <a:schemeClr val="accent1"/>
              </a:fillRef>
              <a:effectRef idx="0">
                <a:schemeClr val="accent1"/>
              </a:effectRef>
              <a:fontRef idx="minor">
                <a:schemeClr val="tx1"/>
              </a:fontRef>
            </p:style>
          </p:cxnSp>
          <p:pic>
            <p:nvPicPr>
              <p:cNvPr id="138" name="图片 137" descr="表格&#10;&#10;描述已自动生成">
                <a:extLst>
                  <a:ext uri="{FF2B5EF4-FFF2-40B4-BE49-F238E27FC236}">
                    <a16:creationId xmlns:a16="http://schemas.microsoft.com/office/drawing/2014/main" id="{5BFDE42F-FE19-4BB6-B258-9544CE901C86}"/>
                  </a:ext>
                </a:extLst>
              </p:cNvPr>
              <p:cNvPicPr>
                <a:picLocks noChangeAspect="1"/>
              </p:cNvPicPr>
              <p:nvPr/>
            </p:nvPicPr>
            <p:blipFill>
              <a:blip r:embed="rId3" cstate="print">
                <a:extLst>
                  <a:ext uri="{28A0092B-C50C-407E-A947-70E740481C1C}">
                    <a14:useLocalDpi xmlns:a14="http://schemas.microsoft.com/office/drawing/2010/main" val="0"/>
                  </a:ext>
                </a:extLst>
              </a:blip>
              <a:stretch>
                <a:fillRect/>
              </a:stretch>
            </p:blipFill>
            <p:spPr>
              <a:xfrm>
                <a:off x="6958085" y="1315178"/>
                <a:ext cx="1427032" cy="2327586"/>
              </a:xfrm>
              <a:prstGeom prst="rect">
                <a:avLst/>
              </a:prstGeom>
            </p:spPr>
          </p:pic>
        </p:grpSp>
      </p:grpSp>
      <p:grpSp>
        <p:nvGrpSpPr>
          <p:cNvPr id="20" name="组合 19">
            <a:extLst>
              <a:ext uri="{FF2B5EF4-FFF2-40B4-BE49-F238E27FC236}">
                <a16:creationId xmlns:a16="http://schemas.microsoft.com/office/drawing/2014/main" id="{1776DEB2-820B-455A-85EA-ED02CBD90F41}"/>
              </a:ext>
            </a:extLst>
          </p:cNvPr>
          <p:cNvGrpSpPr/>
          <p:nvPr/>
        </p:nvGrpSpPr>
        <p:grpSpPr>
          <a:xfrm>
            <a:off x="4632627" y="4853708"/>
            <a:ext cx="2981774" cy="500054"/>
            <a:chOff x="4632627" y="4853708"/>
            <a:chExt cx="2981774" cy="500054"/>
          </a:xfrm>
        </p:grpSpPr>
        <p:cxnSp>
          <p:nvCxnSpPr>
            <p:cNvPr id="13" name="直接箭头连接符 12">
              <a:extLst>
                <a:ext uri="{FF2B5EF4-FFF2-40B4-BE49-F238E27FC236}">
                  <a16:creationId xmlns:a16="http://schemas.microsoft.com/office/drawing/2014/main" id="{7D3DB0CA-46F3-4C2B-9B65-6115261A051D}"/>
                </a:ext>
              </a:extLst>
            </p:cNvPr>
            <p:cNvCxnSpPr>
              <a:cxnSpLocks/>
              <a:endCxn id="65" idx="1"/>
            </p:cNvCxnSpPr>
            <p:nvPr/>
          </p:nvCxnSpPr>
          <p:spPr>
            <a:xfrm flipV="1">
              <a:off x="4632627" y="4853708"/>
              <a:ext cx="860376" cy="500054"/>
            </a:xfrm>
            <a:prstGeom prst="straightConnector1">
              <a:avLst/>
            </a:prstGeom>
            <a:ln w="12700">
              <a:tailEnd type="triangle"/>
            </a:ln>
          </p:spPr>
          <p:style>
            <a:lnRef idx="1">
              <a:schemeClr val="accent1"/>
            </a:lnRef>
            <a:fillRef idx="0">
              <a:schemeClr val="accent1"/>
            </a:fillRef>
            <a:effectRef idx="0">
              <a:schemeClr val="accent1"/>
            </a:effectRef>
            <a:fontRef idx="minor">
              <a:schemeClr val="tx1"/>
            </a:fontRef>
          </p:style>
        </p:cxnSp>
        <p:cxnSp>
          <p:nvCxnSpPr>
            <p:cNvPr id="70" name="直接箭头连接符 69">
              <a:extLst>
                <a:ext uri="{FF2B5EF4-FFF2-40B4-BE49-F238E27FC236}">
                  <a16:creationId xmlns:a16="http://schemas.microsoft.com/office/drawing/2014/main" id="{41677ED4-D912-4200-A530-CD25A10341D5}"/>
                </a:ext>
              </a:extLst>
            </p:cNvPr>
            <p:cNvCxnSpPr>
              <a:cxnSpLocks/>
              <a:endCxn id="66" idx="3"/>
            </p:cNvCxnSpPr>
            <p:nvPr/>
          </p:nvCxnSpPr>
          <p:spPr>
            <a:xfrm flipH="1" flipV="1">
              <a:off x="6707775" y="4853708"/>
              <a:ext cx="906626" cy="500054"/>
            </a:xfrm>
            <a:prstGeom prst="straightConnector1">
              <a:avLst/>
            </a:prstGeom>
            <a:ln w="12700">
              <a:tailEnd type="triangle"/>
            </a:ln>
          </p:spPr>
          <p:style>
            <a:lnRef idx="1">
              <a:schemeClr val="accent1"/>
            </a:lnRef>
            <a:fillRef idx="0">
              <a:schemeClr val="accent1"/>
            </a:fillRef>
            <a:effectRef idx="0">
              <a:schemeClr val="accent1"/>
            </a:effectRef>
            <a:fontRef idx="minor">
              <a:schemeClr val="tx1"/>
            </a:fontRef>
          </p:style>
        </p:cxnSp>
      </p:grpSp>
      <p:sp>
        <p:nvSpPr>
          <p:cNvPr id="9" name="矩形 8">
            <a:extLst>
              <a:ext uri="{FF2B5EF4-FFF2-40B4-BE49-F238E27FC236}">
                <a16:creationId xmlns:a16="http://schemas.microsoft.com/office/drawing/2014/main" id="{E0B69254-6E1D-4071-908C-A018F653DB22}"/>
              </a:ext>
            </a:extLst>
          </p:cNvPr>
          <p:cNvSpPr/>
          <p:nvPr/>
        </p:nvSpPr>
        <p:spPr>
          <a:xfrm>
            <a:off x="3976684" y="5353763"/>
            <a:ext cx="4283642" cy="989418"/>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r>
              <a:rPr lang="zh-CN" altLang="en-US" b="1" dirty="0">
                <a:latin typeface="+mn-ea"/>
              </a:rPr>
              <a:t>网桥的接口在向其连接的网段转发帧时，会执行相应的媒体接入控制协议，对于共享式以太网就是</a:t>
            </a:r>
            <a:r>
              <a:rPr lang="en-US" altLang="zh-CN" b="1" dirty="0">
                <a:latin typeface="+mn-ea"/>
              </a:rPr>
              <a:t>CSMA/CD</a:t>
            </a:r>
            <a:r>
              <a:rPr lang="zh-CN" altLang="en-US" b="1" dirty="0">
                <a:latin typeface="+mn-ea"/>
              </a:rPr>
              <a:t>协议。</a:t>
            </a:r>
          </a:p>
        </p:txBody>
      </p:sp>
    </p:spTree>
    <p:custDataLst>
      <p:tags r:id="rId1"/>
    </p:custDataLst>
    <p:extLst>
      <p:ext uri="{BB962C8B-B14F-4D97-AF65-F5344CB8AC3E}">
        <p14:creationId xmlns:p14="http://schemas.microsoft.com/office/powerpoint/2010/main" val="2083238303"/>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30" presetClass="entr" presetSubtype="0" fill="hold" nodeType="withEffect">
                                  <p:stCondLst>
                                    <p:cond delay="0"/>
                                  </p:stCondLst>
                                  <p:childTnLst>
                                    <p:set>
                                      <p:cBhvr>
                                        <p:cTn id="6" dur="1" fill="hold">
                                          <p:stCondLst>
                                            <p:cond delay="0"/>
                                          </p:stCondLst>
                                        </p:cTn>
                                        <p:tgtEl>
                                          <p:spTgt spid="7"/>
                                        </p:tgtEl>
                                        <p:attrNameLst>
                                          <p:attrName>style.visibility</p:attrName>
                                        </p:attrNameLst>
                                      </p:cBhvr>
                                      <p:to>
                                        <p:strVal val="visible"/>
                                      </p:to>
                                    </p:set>
                                    <p:animEffect transition="in" filter="fade">
                                      <p:cBhvr>
                                        <p:cTn id="7" dur="800" decel="100000"/>
                                        <p:tgtEl>
                                          <p:spTgt spid="7"/>
                                        </p:tgtEl>
                                      </p:cBhvr>
                                    </p:animEffect>
                                    <p:anim calcmode="lin" valueType="num">
                                      <p:cBhvr>
                                        <p:cTn id="8" dur="800" decel="100000" fill="hold"/>
                                        <p:tgtEl>
                                          <p:spTgt spid="7"/>
                                        </p:tgtEl>
                                        <p:attrNameLst>
                                          <p:attrName>style.rotation</p:attrName>
                                        </p:attrNameLst>
                                      </p:cBhvr>
                                      <p:tavLst>
                                        <p:tav tm="0">
                                          <p:val>
                                            <p:fltVal val="-90"/>
                                          </p:val>
                                        </p:tav>
                                        <p:tav tm="100000">
                                          <p:val>
                                            <p:fltVal val="0"/>
                                          </p:val>
                                        </p:tav>
                                      </p:tavLst>
                                    </p:anim>
                                    <p:anim calcmode="lin" valueType="num">
                                      <p:cBhvr>
                                        <p:cTn id="9" dur="800" decel="100000" fill="hold"/>
                                        <p:tgtEl>
                                          <p:spTgt spid="7"/>
                                        </p:tgtEl>
                                        <p:attrNameLst>
                                          <p:attrName>ppt_x</p:attrName>
                                        </p:attrNameLst>
                                      </p:cBhvr>
                                      <p:tavLst>
                                        <p:tav tm="0">
                                          <p:val>
                                            <p:strVal val="#ppt_x+0.4"/>
                                          </p:val>
                                        </p:tav>
                                        <p:tav tm="100000">
                                          <p:val>
                                            <p:strVal val="#ppt_x-0.05"/>
                                          </p:val>
                                        </p:tav>
                                      </p:tavLst>
                                    </p:anim>
                                    <p:anim calcmode="lin" valueType="num">
                                      <p:cBhvr>
                                        <p:cTn id="10" dur="800" decel="100000" fill="hold"/>
                                        <p:tgtEl>
                                          <p:spTgt spid="7"/>
                                        </p:tgtEl>
                                        <p:attrNameLst>
                                          <p:attrName>ppt_y</p:attrName>
                                        </p:attrNameLst>
                                      </p:cBhvr>
                                      <p:tavLst>
                                        <p:tav tm="0">
                                          <p:val>
                                            <p:strVal val="#ppt_y-0.4"/>
                                          </p:val>
                                        </p:tav>
                                        <p:tav tm="100000">
                                          <p:val>
                                            <p:strVal val="#ppt_y+0.1"/>
                                          </p:val>
                                        </p:tav>
                                      </p:tavLst>
                                    </p:anim>
                                    <p:anim calcmode="lin" valueType="num">
                                      <p:cBhvr>
                                        <p:cTn id="11" dur="200" accel="100000" fill="hold">
                                          <p:stCondLst>
                                            <p:cond delay="800"/>
                                          </p:stCondLst>
                                        </p:cTn>
                                        <p:tgtEl>
                                          <p:spTgt spid="7"/>
                                        </p:tgtEl>
                                        <p:attrNameLst>
                                          <p:attrName>ppt_x</p:attrName>
                                        </p:attrNameLst>
                                      </p:cBhvr>
                                      <p:tavLst>
                                        <p:tav tm="0">
                                          <p:val>
                                            <p:strVal val="#ppt_x-0.05"/>
                                          </p:val>
                                        </p:tav>
                                        <p:tav tm="100000">
                                          <p:val>
                                            <p:strVal val="#ppt_x"/>
                                          </p:val>
                                        </p:tav>
                                      </p:tavLst>
                                    </p:anim>
                                    <p:anim calcmode="lin" valueType="num">
                                      <p:cBhvr>
                                        <p:cTn id="12" dur="200" accel="100000" fill="hold">
                                          <p:stCondLst>
                                            <p:cond delay="800"/>
                                          </p:stCondLst>
                                        </p:cTn>
                                        <p:tgtEl>
                                          <p:spTgt spid="7"/>
                                        </p:tgtEl>
                                        <p:attrNameLst>
                                          <p:attrName>ppt_y</p:attrName>
                                        </p:attrNameLst>
                                      </p:cBhvr>
                                      <p:tavLst>
                                        <p:tav tm="0">
                                          <p:val>
                                            <p:strVal val="#ppt_y+0.1"/>
                                          </p:val>
                                        </p:tav>
                                        <p:tav tm="100000">
                                          <p:val>
                                            <p:strVal val="#ppt_y"/>
                                          </p:val>
                                        </p:tav>
                                      </p:tavLst>
                                    </p:anim>
                                  </p:childTnLst>
                                </p:cTn>
                              </p:par>
                            </p:childTnLst>
                          </p:cTn>
                        </p:par>
                      </p:childTnLst>
                    </p:cTn>
                  </p:par>
                  <p:par>
                    <p:cTn id="13" fill="hold">
                      <p:stCondLst>
                        <p:cond delay="indefinite"/>
                      </p:stCondLst>
                      <p:childTnLst>
                        <p:par>
                          <p:cTn id="14" fill="hold">
                            <p:stCondLst>
                              <p:cond delay="0"/>
                            </p:stCondLst>
                            <p:childTnLst>
                              <p:par>
                                <p:cTn id="15" presetID="12" presetClass="entr" presetSubtype="1" fill="hold" grpId="0" nodeType="clickEffect">
                                  <p:stCondLst>
                                    <p:cond delay="0"/>
                                  </p:stCondLst>
                                  <p:childTnLst>
                                    <p:set>
                                      <p:cBhvr>
                                        <p:cTn id="16" dur="1" fill="hold">
                                          <p:stCondLst>
                                            <p:cond delay="0"/>
                                          </p:stCondLst>
                                        </p:cTn>
                                        <p:tgtEl>
                                          <p:spTgt spid="9"/>
                                        </p:tgtEl>
                                        <p:attrNameLst>
                                          <p:attrName>style.visibility</p:attrName>
                                        </p:attrNameLst>
                                      </p:cBhvr>
                                      <p:to>
                                        <p:strVal val="visible"/>
                                      </p:to>
                                    </p:set>
                                    <p:anim calcmode="lin" valueType="num">
                                      <p:cBhvr additive="base">
                                        <p:cTn id="17" dur="500"/>
                                        <p:tgtEl>
                                          <p:spTgt spid="9"/>
                                        </p:tgtEl>
                                        <p:attrNameLst>
                                          <p:attrName>ppt_y</p:attrName>
                                        </p:attrNameLst>
                                      </p:cBhvr>
                                      <p:tavLst>
                                        <p:tav tm="0">
                                          <p:val>
                                            <p:strVal val="#ppt_y-#ppt_h*1.125000"/>
                                          </p:val>
                                        </p:tav>
                                        <p:tav tm="100000">
                                          <p:val>
                                            <p:strVal val="#ppt_y"/>
                                          </p:val>
                                        </p:tav>
                                      </p:tavLst>
                                    </p:anim>
                                    <p:animEffect transition="in" filter="wipe(down)">
                                      <p:cBhvr>
                                        <p:cTn id="18" dur="500"/>
                                        <p:tgtEl>
                                          <p:spTgt spid="9"/>
                                        </p:tgtEl>
                                      </p:cBhvr>
                                    </p:animEffect>
                                  </p:childTnLst>
                                </p:cTn>
                              </p:par>
                            </p:childTnLst>
                          </p:cTn>
                        </p:par>
                        <p:par>
                          <p:cTn id="19" fill="hold">
                            <p:stCondLst>
                              <p:cond delay="500"/>
                            </p:stCondLst>
                            <p:childTnLst>
                              <p:par>
                                <p:cTn id="20" presetID="22" presetClass="entr" presetSubtype="4" fill="hold" nodeType="afterEffect">
                                  <p:stCondLst>
                                    <p:cond delay="0"/>
                                  </p:stCondLst>
                                  <p:childTnLst>
                                    <p:set>
                                      <p:cBhvr>
                                        <p:cTn id="21" dur="1" fill="hold">
                                          <p:stCondLst>
                                            <p:cond delay="0"/>
                                          </p:stCondLst>
                                        </p:cTn>
                                        <p:tgtEl>
                                          <p:spTgt spid="20"/>
                                        </p:tgtEl>
                                        <p:attrNameLst>
                                          <p:attrName>style.visibility</p:attrName>
                                        </p:attrNameLst>
                                      </p:cBhvr>
                                      <p:to>
                                        <p:strVal val="visible"/>
                                      </p:to>
                                    </p:set>
                                    <p:animEffect transition="in" filter="wipe(down)">
                                      <p:cBhvr>
                                        <p:cTn id="22" dur="500"/>
                                        <p:tgtEl>
                                          <p:spTgt spid="20"/>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9" grpId="0" animBg="1"/>
    </p:bldLst>
  </p:timing>
</p:sld>
</file>

<file path=ppt/slides/slide39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4" name="组合 3">
            <a:extLst>
              <a:ext uri="{FF2B5EF4-FFF2-40B4-BE49-F238E27FC236}">
                <a16:creationId xmlns:a16="http://schemas.microsoft.com/office/drawing/2014/main" id="{9A1EA9F2-FCB6-48C3-935F-7AE7E3AD14AC}"/>
              </a:ext>
            </a:extLst>
          </p:cNvPr>
          <p:cNvGrpSpPr/>
          <p:nvPr/>
        </p:nvGrpSpPr>
        <p:grpSpPr>
          <a:xfrm>
            <a:off x="304800" y="749300"/>
            <a:ext cx="6192344" cy="400110"/>
            <a:chOff x="424117" y="898245"/>
            <a:chExt cx="6192344" cy="400110"/>
          </a:xfrm>
        </p:grpSpPr>
        <p:sp>
          <p:nvSpPr>
            <p:cNvPr id="2" name="平行四边形 1">
              <a:extLst>
                <a:ext uri="{FF2B5EF4-FFF2-40B4-BE49-F238E27FC236}">
                  <a16:creationId xmlns:a16="http://schemas.microsoft.com/office/drawing/2014/main" id="{1F5BAA3F-9845-4F89-A2DD-8222D3E4EDAC}"/>
                </a:ext>
              </a:extLst>
            </p:cNvPr>
            <p:cNvSpPr/>
            <p:nvPr/>
          </p:nvSpPr>
          <p:spPr>
            <a:xfrm>
              <a:off x="424117" y="898245"/>
              <a:ext cx="688834" cy="387090"/>
            </a:xfrm>
            <a:prstGeom prst="parallelogram">
              <a:avLst/>
            </a:prstGeom>
            <a:solidFill>
              <a:schemeClr val="accent3">
                <a:lumMod val="75000"/>
              </a:schemeClr>
            </a:solidFill>
            <a:ln>
              <a:solidFill>
                <a:schemeClr val="accent3">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CN" sz="2200" dirty="0">
                  <a:latin typeface="Impact" panose="020B0806030902050204" pitchFamily="34" charset="0"/>
                </a:rPr>
                <a:t>03</a:t>
              </a:r>
              <a:endParaRPr lang="zh-CN" altLang="en-US" sz="2200" dirty="0">
                <a:latin typeface="Impact" panose="020B0806030902050204" pitchFamily="34" charset="0"/>
              </a:endParaRPr>
            </a:p>
          </p:txBody>
        </p:sp>
        <p:sp>
          <p:nvSpPr>
            <p:cNvPr id="3" name="文本框 2">
              <a:extLst>
                <a:ext uri="{FF2B5EF4-FFF2-40B4-BE49-F238E27FC236}">
                  <a16:creationId xmlns:a16="http://schemas.microsoft.com/office/drawing/2014/main" id="{4D6BD736-A4D3-4F26-AFED-36E11F50F70B}"/>
                </a:ext>
              </a:extLst>
            </p:cNvPr>
            <p:cNvSpPr txBox="1"/>
            <p:nvPr/>
          </p:nvSpPr>
          <p:spPr>
            <a:xfrm>
              <a:off x="1052423" y="898245"/>
              <a:ext cx="5564038" cy="400110"/>
            </a:xfrm>
            <a:prstGeom prst="rect">
              <a:avLst/>
            </a:prstGeom>
            <a:noFill/>
          </p:spPr>
          <p:txBody>
            <a:bodyPr wrap="square" rtlCol="0">
              <a:spAutoFit/>
            </a:bodyPr>
            <a:lstStyle/>
            <a:p>
              <a:r>
                <a:rPr lang="zh-CN" altLang="en-US" sz="2000" b="1" dirty="0">
                  <a:solidFill>
                    <a:schemeClr val="tx1"/>
                  </a:solidFill>
                  <a:latin typeface="Arial Narrow" panose="020B0606020202030204" pitchFamily="34" charset="0"/>
                </a:rPr>
                <a:t>透明网桥的自学习和转发帧的流程</a:t>
              </a:r>
              <a:endParaRPr lang="en-US" altLang="zh-CN" sz="2000" b="1" dirty="0">
                <a:solidFill>
                  <a:schemeClr val="tx1"/>
                </a:solidFill>
                <a:latin typeface="Arial Narrow" panose="020B0606020202030204" pitchFamily="34" charset="0"/>
              </a:endParaRPr>
            </a:p>
          </p:txBody>
        </p:sp>
      </p:grpSp>
      <p:grpSp>
        <p:nvGrpSpPr>
          <p:cNvPr id="38" name="组合 37">
            <a:extLst>
              <a:ext uri="{FF2B5EF4-FFF2-40B4-BE49-F238E27FC236}">
                <a16:creationId xmlns:a16="http://schemas.microsoft.com/office/drawing/2014/main" id="{CFB68A2B-0781-4769-8AAF-A6F04852D47E}"/>
              </a:ext>
            </a:extLst>
          </p:cNvPr>
          <p:cNvGrpSpPr/>
          <p:nvPr/>
        </p:nvGrpSpPr>
        <p:grpSpPr>
          <a:xfrm>
            <a:off x="304800" y="1583344"/>
            <a:ext cx="7084804" cy="4525356"/>
            <a:chOff x="2661621" y="1673847"/>
            <a:chExt cx="7084804" cy="4525356"/>
          </a:xfrm>
        </p:grpSpPr>
        <p:grpSp>
          <p:nvGrpSpPr>
            <p:cNvPr id="43" name="组合 42">
              <a:extLst>
                <a:ext uri="{FF2B5EF4-FFF2-40B4-BE49-F238E27FC236}">
                  <a16:creationId xmlns:a16="http://schemas.microsoft.com/office/drawing/2014/main" id="{8DA643BB-DB52-420F-BAA0-D571280E1B61}"/>
                </a:ext>
              </a:extLst>
            </p:cNvPr>
            <p:cNvGrpSpPr/>
            <p:nvPr/>
          </p:nvGrpSpPr>
          <p:grpSpPr>
            <a:xfrm rot="5400000">
              <a:off x="4253612" y="4961321"/>
              <a:ext cx="913192" cy="400110"/>
              <a:chOff x="2985607" y="3222321"/>
              <a:chExt cx="913192" cy="400110"/>
            </a:xfrm>
          </p:grpSpPr>
          <p:sp>
            <p:nvSpPr>
              <p:cNvPr id="44" name="标注: 右箭头 43">
                <a:extLst>
                  <a:ext uri="{FF2B5EF4-FFF2-40B4-BE49-F238E27FC236}">
                    <a16:creationId xmlns:a16="http://schemas.microsoft.com/office/drawing/2014/main" id="{193F925A-20FD-4AEB-9E2F-30338FEF7EAC}"/>
                  </a:ext>
                </a:extLst>
              </p:cNvPr>
              <p:cNvSpPr/>
              <p:nvPr/>
            </p:nvSpPr>
            <p:spPr>
              <a:xfrm>
                <a:off x="3108347" y="3268699"/>
                <a:ext cx="762000" cy="302993"/>
              </a:xfrm>
              <a:prstGeom prst="rightArrowCallout">
                <a:avLst>
                  <a:gd name="adj1" fmla="val 25000"/>
                  <a:gd name="adj2" fmla="val 25000"/>
                  <a:gd name="adj3" fmla="val 25000"/>
                  <a:gd name="adj4" fmla="val 85980"/>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sz="2000" b="1" dirty="0">
                  <a:solidFill>
                    <a:schemeClr val="tx1"/>
                  </a:solidFill>
                </a:endParaRPr>
              </a:p>
            </p:txBody>
          </p:sp>
          <p:sp>
            <p:nvSpPr>
              <p:cNvPr id="45" name="文本框 44">
                <a:extLst>
                  <a:ext uri="{FF2B5EF4-FFF2-40B4-BE49-F238E27FC236}">
                    <a16:creationId xmlns:a16="http://schemas.microsoft.com/office/drawing/2014/main" id="{E065D4A8-03AB-4367-915B-63FAB928549B}"/>
                  </a:ext>
                </a:extLst>
              </p:cNvPr>
              <p:cNvSpPr txBox="1"/>
              <p:nvPr/>
            </p:nvSpPr>
            <p:spPr>
              <a:xfrm>
                <a:off x="2985607" y="3222321"/>
                <a:ext cx="913192" cy="400110"/>
              </a:xfrm>
              <a:prstGeom prst="rect">
                <a:avLst/>
              </a:prstGeom>
              <a:noFill/>
            </p:spPr>
            <p:txBody>
              <a:bodyPr wrap="square">
                <a:spAutoFit/>
              </a:bodyPr>
              <a:lstStyle/>
              <a:p>
                <a:pPr algn="ctr"/>
                <a:r>
                  <a:rPr lang="en-US" altLang="zh-CN" sz="2000" b="1" dirty="0">
                    <a:solidFill>
                      <a:schemeClr val="tx1"/>
                    </a:solidFill>
                  </a:rPr>
                  <a:t>A</a:t>
                </a:r>
                <a:r>
                  <a:rPr lang="en-US" altLang="zh-CN" sz="2000" b="1" dirty="0">
                    <a:solidFill>
                      <a:schemeClr val="tx1"/>
                    </a:solidFill>
                    <a:latin typeface="+mn-ea"/>
                  </a:rPr>
                  <a:t>→</a:t>
                </a:r>
                <a:r>
                  <a:rPr lang="en-US" altLang="zh-CN" sz="2000" b="1" dirty="0">
                    <a:solidFill>
                      <a:schemeClr val="tx1"/>
                    </a:solidFill>
                  </a:rPr>
                  <a:t>D</a:t>
                </a:r>
                <a:endParaRPr lang="zh-CN" altLang="en-US" sz="2000" b="1" dirty="0">
                  <a:solidFill>
                    <a:schemeClr val="tx1"/>
                  </a:solidFill>
                </a:endParaRPr>
              </a:p>
            </p:txBody>
          </p:sp>
        </p:grpSp>
        <p:grpSp>
          <p:nvGrpSpPr>
            <p:cNvPr id="46" name="组合 45">
              <a:extLst>
                <a:ext uri="{FF2B5EF4-FFF2-40B4-BE49-F238E27FC236}">
                  <a16:creationId xmlns:a16="http://schemas.microsoft.com/office/drawing/2014/main" id="{BC67FBC0-0AD2-4A85-B9D7-BAFA78096781}"/>
                </a:ext>
              </a:extLst>
            </p:cNvPr>
            <p:cNvGrpSpPr/>
            <p:nvPr/>
          </p:nvGrpSpPr>
          <p:grpSpPr>
            <a:xfrm rot="16200000">
              <a:off x="4258623" y="3627918"/>
              <a:ext cx="912153" cy="400110"/>
              <a:chOff x="2985606" y="3222321"/>
              <a:chExt cx="912153" cy="400110"/>
            </a:xfrm>
          </p:grpSpPr>
          <p:sp>
            <p:nvSpPr>
              <p:cNvPr id="47" name="标注: 右箭头 46">
                <a:extLst>
                  <a:ext uri="{FF2B5EF4-FFF2-40B4-BE49-F238E27FC236}">
                    <a16:creationId xmlns:a16="http://schemas.microsoft.com/office/drawing/2014/main" id="{AEE7173D-71C4-4C83-8E93-D152F9DD0913}"/>
                  </a:ext>
                </a:extLst>
              </p:cNvPr>
              <p:cNvSpPr/>
              <p:nvPr/>
            </p:nvSpPr>
            <p:spPr>
              <a:xfrm>
                <a:off x="3108347" y="3268699"/>
                <a:ext cx="762000" cy="302993"/>
              </a:xfrm>
              <a:prstGeom prst="rightArrowCallout">
                <a:avLst>
                  <a:gd name="adj1" fmla="val 25000"/>
                  <a:gd name="adj2" fmla="val 25000"/>
                  <a:gd name="adj3" fmla="val 25000"/>
                  <a:gd name="adj4" fmla="val 85980"/>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sz="2000" b="1" dirty="0">
                  <a:solidFill>
                    <a:schemeClr val="tx1"/>
                  </a:solidFill>
                </a:endParaRPr>
              </a:p>
            </p:txBody>
          </p:sp>
          <p:sp>
            <p:nvSpPr>
              <p:cNvPr id="48" name="文本框 47">
                <a:extLst>
                  <a:ext uri="{FF2B5EF4-FFF2-40B4-BE49-F238E27FC236}">
                    <a16:creationId xmlns:a16="http://schemas.microsoft.com/office/drawing/2014/main" id="{CE9C0A2A-77E1-4EA5-B441-33077F948EF7}"/>
                  </a:ext>
                </a:extLst>
              </p:cNvPr>
              <p:cNvSpPr txBox="1"/>
              <p:nvPr/>
            </p:nvSpPr>
            <p:spPr>
              <a:xfrm>
                <a:off x="2985606" y="3222321"/>
                <a:ext cx="912153" cy="400110"/>
              </a:xfrm>
              <a:prstGeom prst="rect">
                <a:avLst/>
              </a:prstGeom>
              <a:noFill/>
            </p:spPr>
            <p:txBody>
              <a:bodyPr wrap="square">
                <a:spAutoFit/>
              </a:bodyPr>
              <a:lstStyle/>
              <a:p>
                <a:pPr algn="ctr"/>
                <a:r>
                  <a:rPr lang="en-US" altLang="zh-CN" sz="2000" b="1" dirty="0">
                    <a:solidFill>
                      <a:schemeClr val="tx1"/>
                    </a:solidFill>
                  </a:rPr>
                  <a:t>A</a:t>
                </a:r>
                <a:r>
                  <a:rPr lang="en-US" altLang="zh-CN" sz="2000" b="1" dirty="0">
                    <a:solidFill>
                      <a:schemeClr val="tx1"/>
                    </a:solidFill>
                    <a:latin typeface="+mn-ea"/>
                  </a:rPr>
                  <a:t>→</a:t>
                </a:r>
                <a:r>
                  <a:rPr lang="en-US" altLang="zh-CN" sz="2000" b="1" dirty="0">
                    <a:solidFill>
                      <a:schemeClr val="tx1"/>
                    </a:solidFill>
                  </a:rPr>
                  <a:t>D</a:t>
                </a:r>
                <a:endParaRPr lang="zh-CN" altLang="en-US" sz="2000" b="1" dirty="0">
                  <a:solidFill>
                    <a:schemeClr val="tx1"/>
                  </a:solidFill>
                </a:endParaRPr>
              </a:p>
            </p:txBody>
          </p:sp>
        </p:grpSp>
        <p:grpSp>
          <p:nvGrpSpPr>
            <p:cNvPr id="49" name="组合 48">
              <a:extLst>
                <a:ext uri="{FF2B5EF4-FFF2-40B4-BE49-F238E27FC236}">
                  <a16:creationId xmlns:a16="http://schemas.microsoft.com/office/drawing/2014/main" id="{E48DADB0-8B5A-4D6F-9397-8700BF6D4C25}"/>
                </a:ext>
              </a:extLst>
            </p:cNvPr>
            <p:cNvGrpSpPr/>
            <p:nvPr/>
          </p:nvGrpSpPr>
          <p:grpSpPr>
            <a:xfrm>
              <a:off x="3340043" y="4076166"/>
              <a:ext cx="865007" cy="400110"/>
              <a:chOff x="3005340" y="3222321"/>
              <a:chExt cx="865007" cy="400110"/>
            </a:xfrm>
          </p:grpSpPr>
          <p:sp>
            <p:nvSpPr>
              <p:cNvPr id="50" name="标注: 右箭头 49">
                <a:extLst>
                  <a:ext uri="{FF2B5EF4-FFF2-40B4-BE49-F238E27FC236}">
                    <a16:creationId xmlns:a16="http://schemas.microsoft.com/office/drawing/2014/main" id="{495C2F78-12ED-4455-8A0C-04A847243872}"/>
                  </a:ext>
                </a:extLst>
              </p:cNvPr>
              <p:cNvSpPr/>
              <p:nvPr/>
            </p:nvSpPr>
            <p:spPr>
              <a:xfrm>
                <a:off x="3108347" y="3268699"/>
                <a:ext cx="762000" cy="302993"/>
              </a:xfrm>
              <a:prstGeom prst="rightArrowCallout">
                <a:avLst>
                  <a:gd name="adj1" fmla="val 25000"/>
                  <a:gd name="adj2" fmla="val 25000"/>
                  <a:gd name="adj3" fmla="val 25000"/>
                  <a:gd name="adj4" fmla="val 85980"/>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sz="2000" b="1" dirty="0">
                  <a:solidFill>
                    <a:schemeClr val="tx1"/>
                  </a:solidFill>
                </a:endParaRPr>
              </a:p>
            </p:txBody>
          </p:sp>
          <p:sp>
            <p:nvSpPr>
              <p:cNvPr id="51" name="文本框 50">
                <a:extLst>
                  <a:ext uri="{FF2B5EF4-FFF2-40B4-BE49-F238E27FC236}">
                    <a16:creationId xmlns:a16="http://schemas.microsoft.com/office/drawing/2014/main" id="{74B24FB3-E14E-4CEE-8B3B-8FE3107D33FB}"/>
                  </a:ext>
                </a:extLst>
              </p:cNvPr>
              <p:cNvSpPr txBox="1"/>
              <p:nvPr/>
            </p:nvSpPr>
            <p:spPr>
              <a:xfrm>
                <a:off x="3005340" y="3222321"/>
                <a:ext cx="862241" cy="400110"/>
              </a:xfrm>
              <a:prstGeom prst="rect">
                <a:avLst/>
              </a:prstGeom>
              <a:noFill/>
            </p:spPr>
            <p:txBody>
              <a:bodyPr wrap="square">
                <a:spAutoFit/>
              </a:bodyPr>
              <a:lstStyle/>
              <a:p>
                <a:pPr algn="ctr"/>
                <a:r>
                  <a:rPr lang="en-US" altLang="zh-CN" sz="2000" b="1" dirty="0">
                    <a:solidFill>
                      <a:schemeClr val="tx1"/>
                    </a:solidFill>
                  </a:rPr>
                  <a:t>A</a:t>
                </a:r>
                <a:r>
                  <a:rPr lang="en-US" altLang="zh-CN" sz="2000" b="1" dirty="0">
                    <a:solidFill>
                      <a:schemeClr val="tx1"/>
                    </a:solidFill>
                    <a:latin typeface="+mn-ea"/>
                  </a:rPr>
                  <a:t>→</a:t>
                </a:r>
                <a:r>
                  <a:rPr lang="en-US" altLang="zh-CN" sz="2000" b="1" dirty="0">
                    <a:solidFill>
                      <a:schemeClr val="tx1"/>
                    </a:solidFill>
                  </a:rPr>
                  <a:t>D</a:t>
                </a:r>
                <a:endParaRPr lang="zh-CN" altLang="en-US" sz="2000" b="1" dirty="0">
                  <a:solidFill>
                    <a:schemeClr val="tx1"/>
                  </a:solidFill>
                </a:endParaRPr>
              </a:p>
            </p:txBody>
          </p:sp>
        </p:grpSp>
        <p:grpSp>
          <p:nvGrpSpPr>
            <p:cNvPr id="52" name="组合 51">
              <a:extLst>
                <a:ext uri="{FF2B5EF4-FFF2-40B4-BE49-F238E27FC236}">
                  <a16:creationId xmlns:a16="http://schemas.microsoft.com/office/drawing/2014/main" id="{FFB2ACF5-BB8E-4122-8F40-40567227772B}"/>
                </a:ext>
              </a:extLst>
            </p:cNvPr>
            <p:cNvGrpSpPr/>
            <p:nvPr/>
          </p:nvGrpSpPr>
          <p:grpSpPr>
            <a:xfrm>
              <a:off x="4892679" y="4073985"/>
              <a:ext cx="907293" cy="400110"/>
              <a:chOff x="2985606" y="3222321"/>
              <a:chExt cx="907293" cy="400110"/>
            </a:xfrm>
          </p:grpSpPr>
          <p:sp>
            <p:nvSpPr>
              <p:cNvPr id="53" name="标注: 右箭头 52">
                <a:extLst>
                  <a:ext uri="{FF2B5EF4-FFF2-40B4-BE49-F238E27FC236}">
                    <a16:creationId xmlns:a16="http://schemas.microsoft.com/office/drawing/2014/main" id="{1EF3CD9E-8A80-45A6-8F3C-8F9830729A60}"/>
                  </a:ext>
                </a:extLst>
              </p:cNvPr>
              <p:cNvSpPr/>
              <p:nvPr/>
            </p:nvSpPr>
            <p:spPr>
              <a:xfrm>
                <a:off x="3108347" y="3268699"/>
                <a:ext cx="762000" cy="302993"/>
              </a:xfrm>
              <a:prstGeom prst="rightArrowCallout">
                <a:avLst>
                  <a:gd name="adj1" fmla="val 25000"/>
                  <a:gd name="adj2" fmla="val 25000"/>
                  <a:gd name="adj3" fmla="val 25000"/>
                  <a:gd name="adj4" fmla="val 85980"/>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sz="2000" b="1" dirty="0">
                  <a:solidFill>
                    <a:schemeClr val="tx1"/>
                  </a:solidFill>
                </a:endParaRPr>
              </a:p>
            </p:txBody>
          </p:sp>
          <p:sp>
            <p:nvSpPr>
              <p:cNvPr id="54" name="文本框 53">
                <a:extLst>
                  <a:ext uri="{FF2B5EF4-FFF2-40B4-BE49-F238E27FC236}">
                    <a16:creationId xmlns:a16="http://schemas.microsoft.com/office/drawing/2014/main" id="{2936525C-54A8-46A9-8399-BDB919E89187}"/>
                  </a:ext>
                </a:extLst>
              </p:cNvPr>
              <p:cNvSpPr txBox="1"/>
              <p:nvPr/>
            </p:nvSpPr>
            <p:spPr>
              <a:xfrm>
                <a:off x="2985606" y="3222321"/>
                <a:ext cx="907293" cy="400110"/>
              </a:xfrm>
              <a:prstGeom prst="rect">
                <a:avLst/>
              </a:prstGeom>
              <a:noFill/>
            </p:spPr>
            <p:txBody>
              <a:bodyPr wrap="square">
                <a:spAutoFit/>
              </a:bodyPr>
              <a:lstStyle/>
              <a:p>
                <a:pPr algn="ctr"/>
                <a:r>
                  <a:rPr lang="en-US" altLang="zh-CN" sz="2000" b="1" dirty="0">
                    <a:solidFill>
                      <a:schemeClr val="tx1"/>
                    </a:solidFill>
                  </a:rPr>
                  <a:t>A</a:t>
                </a:r>
                <a:r>
                  <a:rPr lang="en-US" altLang="zh-CN" sz="2000" b="1" dirty="0">
                    <a:solidFill>
                      <a:schemeClr val="tx1"/>
                    </a:solidFill>
                    <a:latin typeface="+mn-ea"/>
                  </a:rPr>
                  <a:t>→</a:t>
                </a:r>
                <a:r>
                  <a:rPr lang="en-US" altLang="zh-CN" sz="2000" b="1" dirty="0">
                    <a:solidFill>
                      <a:schemeClr val="tx1"/>
                    </a:solidFill>
                  </a:rPr>
                  <a:t>D</a:t>
                </a:r>
                <a:endParaRPr lang="zh-CN" altLang="en-US" sz="2000" b="1" dirty="0">
                  <a:solidFill>
                    <a:schemeClr val="tx1"/>
                  </a:solidFill>
                </a:endParaRPr>
              </a:p>
            </p:txBody>
          </p:sp>
        </p:grpSp>
        <p:grpSp>
          <p:nvGrpSpPr>
            <p:cNvPr id="55" name="组合 54">
              <a:extLst>
                <a:ext uri="{FF2B5EF4-FFF2-40B4-BE49-F238E27FC236}">
                  <a16:creationId xmlns:a16="http://schemas.microsoft.com/office/drawing/2014/main" id="{EB222AD6-C891-4124-A3D5-D6BE8E30CAD9}"/>
                </a:ext>
              </a:extLst>
            </p:cNvPr>
            <p:cNvGrpSpPr/>
            <p:nvPr/>
          </p:nvGrpSpPr>
          <p:grpSpPr>
            <a:xfrm>
              <a:off x="6551113" y="4069185"/>
              <a:ext cx="907289" cy="400110"/>
              <a:chOff x="2992184" y="3222321"/>
              <a:chExt cx="907289" cy="400110"/>
            </a:xfrm>
          </p:grpSpPr>
          <p:sp>
            <p:nvSpPr>
              <p:cNvPr id="56" name="标注: 右箭头 55">
                <a:extLst>
                  <a:ext uri="{FF2B5EF4-FFF2-40B4-BE49-F238E27FC236}">
                    <a16:creationId xmlns:a16="http://schemas.microsoft.com/office/drawing/2014/main" id="{4F55678D-F55D-459D-832D-AFAFEA750485}"/>
                  </a:ext>
                </a:extLst>
              </p:cNvPr>
              <p:cNvSpPr/>
              <p:nvPr/>
            </p:nvSpPr>
            <p:spPr>
              <a:xfrm>
                <a:off x="3108347" y="3268699"/>
                <a:ext cx="762000" cy="302993"/>
              </a:xfrm>
              <a:prstGeom prst="rightArrowCallout">
                <a:avLst>
                  <a:gd name="adj1" fmla="val 25000"/>
                  <a:gd name="adj2" fmla="val 25000"/>
                  <a:gd name="adj3" fmla="val 25000"/>
                  <a:gd name="adj4" fmla="val 85980"/>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sz="2000" b="1" dirty="0">
                  <a:solidFill>
                    <a:schemeClr val="tx1"/>
                  </a:solidFill>
                </a:endParaRPr>
              </a:p>
            </p:txBody>
          </p:sp>
          <p:sp>
            <p:nvSpPr>
              <p:cNvPr id="57" name="文本框 56">
                <a:extLst>
                  <a:ext uri="{FF2B5EF4-FFF2-40B4-BE49-F238E27FC236}">
                    <a16:creationId xmlns:a16="http://schemas.microsoft.com/office/drawing/2014/main" id="{92BAD1BC-713C-4241-ACE8-414ACE04FD50}"/>
                  </a:ext>
                </a:extLst>
              </p:cNvPr>
              <p:cNvSpPr txBox="1"/>
              <p:nvPr/>
            </p:nvSpPr>
            <p:spPr>
              <a:xfrm>
                <a:off x="2992184" y="3222321"/>
                <a:ext cx="907289" cy="400110"/>
              </a:xfrm>
              <a:prstGeom prst="rect">
                <a:avLst/>
              </a:prstGeom>
              <a:noFill/>
            </p:spPr>
            <p:txBody>
              <a:bodyPr wrap="square">
                <a:spAutoFit/>
              </a:bodyPr>
              <a:lstStyle/>
              <a:p>
                <a:pPr algn="ctr"/>
                <a:r>
                  <a:rPr lang="en-US" altLang="zh-CN" sz="2000" b="1" dirty="0">
                    <a:solidFill>
                      <a:schemeClr val="tx1"/>
                    </a:solidFill>
                  </a:rPr>
                  <a:t>A</a:t>
                </a:r>
                <a:r>
                  <a:rPr lang="en-US" altLang="zh-CN" sz="2000" b="1" dirty="0">
                    <a:solidFill>
                      <a:schemeClr val="tx1"/>
                    </a:solidFill>
                    <a:latin typeface="+mn-ea"/>
                  </a:rPr>
                  <a:t>→</a:t>
                </a:r>
                <a:r>
                  <a:rPr lang="en-US" altLang="zh-CN" sz="2000" b="1" dirty="0">
                    <a:solidFill>
                      <a:schemeClr val="tx1"/>
                    </a:solidFill>
                  </a:rPr>
                  <a:t>D</a:t>
                </a:r>
                <a:endParaRPr lang="zh-CN" altLang="en-US" sz="2000" b="1" dirty="0">
                  <a:solidFill>
                    <a:schemeClr val="tx1"/>
                  </a:solidFill>
                </a:endParaRPr>
              </a:p>
            </p:txBody>
          </p:sp>
        </p:grpSp>
        <p:grpSp>
          <p:nvGrpSpPr>
            <p:cNvPr id="58" name="组合 57">
              <a:extLst>
                <a:ext uri="{FF2B5EF4-FFF2-40B4-BE49-F238E27FC236}">
                  <a16:creationId xmlns:a16="http://schemas.microsoft.com/office/drawing/2014/main" id="{F37AEB90-5034-44B3-9668-03AF4EC959B4}"/>
                </a:ext>
              </a:extLst>
            </p:cNvPr>
            <p:cNvGrpSpPr/>
            <p:nvPr/>
          </p:nvGrpSpPr>
          <p:grpSpPr>
            <a:xfrm>
              <a:off x="8100075" y="4064402"/>
              <a:ext cx="886815" cy="400110"/>
              <a:chOff x="2992184" y="3222321"/>
              <a:chExt cx="886815" cy="400110"/>
            </a:xfrm>
          </p:grpSpPr>
          <p:sp>
            <p:nvSpPr>
              <p:cNvPr id="59" name="标注: 右箭头 58">
                <a:extLst>
                  <a:ext uri="{FF2B5EF4-FFF2-40B4-BE49-F238E27FC236}">
                    <a16:creationId xmlns:a16="http://schemas.microsoft.com/office/drawing/2014/main" id="{BC7FDCC4-2E20-4684-B30B-3B7D136B0C65}"/>
                  </a:ext>
                </a:extLst>
              </p:cNvPr>
              <p:cNvSpPr/>
              <p:nvPr/>
            </p:nvSpPr>
            <p:spPr>
              <a:xfrm>
                <a:off x="3108347" y="3268699"/>
                <a:ext cx="762000" cy="302993"/>
              </a:xfrm>
              <a:prstGeom prst="rightArrowCallout">
                <a:avLst>
                  <a:gd name="adj1" fmla="val 25000"/>
                  <a:gd name="adj2" fmla="val 25000"/>
                  <a:gd name="adj3" fmla="val 25000"/>
                  <a:gd name="adj4" fmla="val 85980"/>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sz="2000" b="1" dirty="0">
                  <a:solidFill>
                    <a:schemeClr val="tx1"/>
                  </a:solidFill>
                </a:endParaRPr>
              </a:p>
            </p:txBody>
          </p:sp>
          <p:sp>
            <p:nvSpPr>
              <p:cNvPr id="60" name="文本框 59">
                <a:extLst>
                  <a:ext uri="{FF2B5EF4-FFF2-40B4-BE49-F238E27FC236}">
                    <a16:creationId xmlns:a16="http://schemas.microsoft.com/office/drawing/2014/main" id="{230C963D-169B-48FF-9BFA-9B51382770BF}"/>
                  </a:ext>
                </a:extLst>
              </p:cNvPr>
              <p:cNvSpPr txBox="1"/>
              <p:nvPr/>
            </p:nvSpPr>
            <p:spPr>
              <a:xfrm>
                <a:off x="2992184" y="3222321"/>
                <a:ext cx="886815" cy="400110"/>
              </a:xfrm>
              <a:prstGeom prst="rect">
                <a:avLst/>
              </a:prstGeom>
              <a:noFill/>
            </p:spPr>
            <p:txBody>
              <a:bodyPr wrap="square">
                <a:spAutoFit/>
              </a:bodyPr>
              <a:lstStyle/>
              <a:p>
                <a:pPr algn="ctr"/>
                <a:r>
                  <a:rPr lang="en-US" altLang="zh-CN" sz="2000" b="1" dirty="0">
                    <a:solidFill>
                      <a:schemeClr val="tx1"/>
                    </a:solidFill>
                  </a:rPr>
                  <a:t>A</a:t>
                </a:r>
                <a:r>
                  <a:rPr lang="en-US" altLang="zh-CN" sz="2000" b="1" dirty="0">
                    <a:solidFill>
                      <a:schemeClr val="tx1"/>
                    </a:solidFill>
                    <a:latin typeface="+mn-ea"/>
                  </a:rPr>
                  <a:t>→</a:t>
                </a:r>
                <a:r>
                  <a:rPr lang="en-US" altLang="zh-CN" sz="2000" b="1" dirty="0">
                    <a:solidFill>
                      <a:schemeClr val="tx1"/>
                    </a:solidFill>
                  </a:rPr>
                  <a:t>D</a:t>
                </a:r>
                <a:endParaRPr lang="zh-CN" altLang="en-US" sz="2000" b="1" dirty="0">
                  <a:solidFill>
                    <a:schemeClr val="tx1"/>
                  </a:solidFill>
                </a:endParaRPr>
              </a:p>
            </p:txBody>
          </p:sp>
        </p:grpSp>
        <p:grpSp>
          <p:nvGrpSpPr>
            <p:cNvPr id="61" name="组合 60">
              <a:extLst>
                <a:ext uri="{FF2B5EF4-FFF2-40B4-BE49-F238E27FC236}">
                  <a16:creationId xmlns:a16="http://schemas.microsoft.com/office/drawing/2014/main" id="{F09EC1FC-1ACE-4C40-B7F7-42CEF06ACEE0}"/>
                </a:ext>
              </a:extLst>
            </p:cNvPr>
            <p:cNvGrpSpPr/>
            <p:nvPr/>
          </p:nvGrpSpPr>
          <p:grpSpPr>
            <a:xfrm rot="16200000">
              <a:off x="7551506" y="3615075"/>
              <a:ext cx="899623" cy="400110"/>
              <a:chOff x="2992184" y="3222321"/>
              <a:chExt cx="899623" cy="400110"/>
            </a:xfrm>
          </p:grpSpPr>
          <p:sp>
            <p:nvSpPr>
              <p:cNvPr id="62" name="标注: 右箭头 61">
                <a:extLst>
                  <a:ext uri="{FF2B5EF4-FFF2-40B4-BE49-F238E27FC236}">
                    <a16:creationId xmlns:a16="http://schemas.microsoft.com/office/drawing/2014/main" id="{DAA46CB8-EE36-4171-9686-CEE2B91C66A7}"/>
                  </a:ext>
                </a:extLst>
              </p:cNvPr>
              <p:cNvSpPr/>
              <p:nvPr/>
            </p:nvSpPr>
            <p:spPr>
              <a:xfrm>
                <a:off x="3108347" y="3268699"/>
                <a:ext cx="762000" cy="302993"/>
              </a:xfrm>
              <a:prstGeom prst="rightArrowCallout">
                <a:avLst>
                  <a:gd name="adj1" fmla="val 25000"/>
                  <a:gd name="adj2" fmla="val 25000"/>
                  <a:gd name="adj3" fmla="val 25000"/>
                  <a:gd name="adj4" fmla="val 85980"/>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sz="2000" b="1" dirty="0">
                  <a:solidFill>
                    <a:schemeClr val="tx1"/>
                  </a:solidFill>
                </a:endParaRPr>
              </a:p>
            </p:txBody>
          </p:sp>
          <p:sp>
            <p:nvSpPr>
              <p:cNvPr id="63" name="文本框 62">
                <a:extLst>
                  <a:ext uri="{FF2B5EF4-FFF2-40B4-BE49-F238E27FC236}">
                    <a16:creationId xmlns:a16="http://schemas.microsoft.com/office/drawing/2014/main" id="{D333980A-A4CE-4D19-8F9B-B7AA6E06FE78}"/>
                  </a:ext>
                </a:extLst>
              </p:cNvPr>
              <p:cNvSpPr txBox="1"/>
              <p:nvPr/>
            </p:nvSpPr>
            <p:spPr>
              <a:xfrm>
                <a:off x="2992184" y="3222321"/>
                <a:ext cx="899623" cy="400110"/>
              </a:xfrm>
              <a:prstGeom prst="rect">
                <a:avLst/>
              </a:prstGeom>
              <a:noFill/>
            </p:spPr>
            <p:txBody>
              <a:bodyPr wrap="square">
                <a:spAutoFit/>
              </a:bodyPr>
              <a:lstStyle/>
              <a:p>
                <a:pPr algn="ctr"/>
                <a:r>
                  <a:rPr lang="en-US" altLang="zh-CN" sz="2000" b="1" dirty="0">
                    <a:solidFill>
                      <a:schemeClr val="tx1"/>
                    </a:solidFill>
                  </a:rPr>
                  <a:t>A</a:t>
                </a:r>
                <a:r>
                  <a:rPr lang="en-US" altLang="zh-CN" sz="2000" b="1" dirty="0">
                    <a:solidFill>
                      <a:schemeClr val="tx1"/>
                    </a:solidFill>
                    <a:latin typeface="+mn-ea"/>
                  </a:rPr>
                  <a:t>→</a:t>
                </a:r>
                <a:r>
                  <a:rPr lang="en-US" altLang="zh-CN" sz="2000" b="1" dirty="0">
                    <a:solidFill>
                      <a:schemeClr val="tx1"/>
                    </a:solidFill>
                  </a:rPr>
                  <a:t>D</a:t>
                </a:r>
                <a:endParaRPr lang="zh-CN" altLang="en-US" sz="2000" b="1" dirty="0">
                  <a:solidFill>
                    <a:schemeClr val="tx1"/>
                  </a:solidFill>
                </a:endParaRPr>
              </a:p>
            </p:txBody>
          </p:sp>
        </p:grpSp>
        <p:grpSp>
          <p:nvGrpSpPr>
            <p:cNvPr id="64" name="组合 63">
              <a:extLst>
                <a:ext uri="{FF2B5EF4-FFF2-40B4-BE49-F238E27FC236}">
                  <a16:creationId xmlns:a16="http://schemas.microsoft.com/office/drawing/2014/main" id="{BA1E99BE-D64A-4333-930E-FCA775095C72}"/>
                </a:ext>
              </a:extLst>
            </p:cNvPr>
            <p:cNvGrpSpPr/>
            <p:nvPr/>
          </p:nvGrpSpPr>
          <p:grpSpPr>
            <a:xfrm rot="5400000">
              <a:off x="7568815" y="4950915"/>
              <a:ext cx="865005" cy="400110"/>
              <a:chOff x="3005342" y="3222322"/>
              <a:chExt cx="865005" cy="400110"/>
            </a:xfrm>
          </p:grpSpPr>
          <p:sp>
            <p:nvSpPr>
              <p:cNvPr id="65" name="标注: 右箭头 64">
                <a:extLst>
                  <a:ext uri="{FF2B5EF4-FFF2-40B4-BE49-F238E27FC236}">
                    <a16:creationId xmlns:a16="http://schemas.microsoft.com/office/drawing/2014/main" id="{479F3FA6-1A0E-4FC3-B1F8-DBA062922BF5}"/>
                  </a:ext>
                </a:extLst>
              </p:cNvPr>
              <p:cNvSpPr/>
              <p:nvPr/>
            </p:nvSpPr>
            <p:spPr>
              <a:xfrm>
                <a:off x="3108347" y="3268699"/>
                <a:ext cx="762000" cy="302993"/>
              </a:xfrm>
              <a:prstGeom prst="rightArrowCallout">
                <a:avLst>
                  <a:gd name="adj1" fmla="val 25000"/>
                  <a:gd name="adj2" fmla="val 25000"/>
                  <a:gd name="adj3" fmla="val 25000"/>
                  <a:gd name="adj4" fmla="val 85980"/>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sz="2000" b="1" dirty="0">
                  <a:solidFill>
                    <a:schemeClr val="tx1"/>
                  </a:solidFill>
                </a:endParaRPr>
              </a:p>
            </p:txBody>
          </p:sp>
          <p:sp>
            <p:nvSpPr>
              <p:cNvPr id="66" name="文本框 65">
                <a:extLst>
                  <a:ext uri="{FF2B5EF4-FFF2-40B4-BE49-F238E27FC236}">
                    <a16:creationId xmlns:a16="http://schemas.microsoft.com/office/drawing/2014/main" id="{4A7EAA09-9A73-4873-88EA-6C5A7315C4E1}"/>
                  </a:ext>
                </a:extLst>
              </p:cNvPr>
              <p:cNvSpPr txBox="1"/>
              <p:nvPr/>
            </p:nvSpPr>
            <p:spPr>
              <a:xfrm>
                <a:off x="3005342" y="3222322"/>
                <a:ext cx="853459" cy="400110"/>
              </a:xfrm>
              <a:prstGeom prst="rect">
                <a:avLst/>
              </a:prstGeom>
              <a:noFill/>
            </p:spPr>
            <p:txBody>
              <a:bodyPr wrap="square">
                <a:spAutoFit/>
              </a:bodyPr>
              <a:lstStyle/>
              <a:p>
                <a:pPr algn="ctr"/>
                <a:r>
                  <a:rPr lang="en-US" altLang="zh-CN" sz="2000" b="1" dirty="0">
                    <a:solidFill>
                      <a:schemeClr val="tx1"/>
                    </a:solidFill>
                  </a:rPr>
                  <a:t>A</a:t>
                </a:r>
                <a:r>
                  <a:rPr lang="en-US" altLang="zh-CN" sz="2000" b="1" dirty="0">
                    <a:solidFill>
                      <a:schemeClr val="tx1"/>
                    </a:solidFill>
                    <a:latin typeface="+mn-ea"/>
                  </a:rPr>
                  <a:t>→</a:t>
                </a:r>
                <a:r>
                  <a:rPr lang="en-US" altLang="zh-CN" sz="2000" b="1" dirty="0">
                    <a:solidFill>
                      <a:schemeClr val="tx1"/>
                    </a:solidFill>
                  </a:rPr>
                  <a:t>D</a:t>
                </a:r>
                <a:endParaRPr lang="zh-CN" altLang="en-US" sz="2000" b="1" dirty="0">
                  <a:solidFill>
                    <a:schemeClr val="tx1"/>
                  </a:solidFill>
                </a:endParaRPr>
              </a:p>
            </p:txBody>
          </p:sp>
        </p:grpSp>
        <p:cxnSp>
          <p:nvCxnSpPr>
            <p:cNvPr id="67" name="直接连接符 66">
              <a:extLst>
                <a:ext uri="{FF2B5EF4-FFF2-40B4-BE49-F238E27FC236}">
                  <a16:creationId xmlns:a16="http://schemas.microsoft.com/office/drawing/2014/main" id="{958D2B7E-7B8C-469D-85AE-C03B79E986AB}"/>
                </a:ext>
              </a:extLst>
            </p:cNvPr>
            <p:cNvCxnSpPr>
              <a:cxnSpLocks/>
            </p:cNvCxnSpPr>
            <p:nvPr/>
          </p:nvCxnSpPr>
          <p:spPr>
            <a:xfrm>
              <a:off x="2894504" y="4476276"/>
              <a:ext cx="3144483"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68" name="直接连接符 67">
              <a:extLst>
                <a:ext uri="{FF2B5EF4-FFF2-40B4-BE49-F238E27FC236}">
                  <a16:creationId xmlns:a16="http://schemas.microsoft.com/office/drawing/2014/main" id="{6C6665A7-45F3-4C4B-8225-88D738C43FE0}"/>
                </a:ext>
              </a:extLst>
            </p:cNvPr>
            <p:cNvCxnSpPr>
              <a:cxnSpLocks/>
            </p:cNvCxnSpPr>
            <p:nvPr/>
          </p:nvCxnSpPr>
          <p:spPr>
            <a:xfrm>
              <a:off x="6199717" y="4476276"/>
              <a:ext cx="3471282"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grpSp>
          <p:nvGrpSpPr>
            <p:cNvPr id="69" name="组合 68">
              <a:extLst>
                <a:ext uri="{FF2B5EF4-FFF2-40B4-BE49-F238E27FC236}">
                  <a16:creationId xmlns:a16="http://schemas.microsoft.com/office/drawing/2014/main" id="{FD7B7014-1525-48C4-8F7D-8CE584C9DEB5}"/>
                </a:ext>
              </a:extLst>
            </p:cNvPr>
            <p:cNvGrpSpPr/>
            <p:nvPr/>
          </p:nvGrpSpPr>
          <p:grpSpPr>
            <a:xfrm>
              <a:off x="2661621" y="2732953"/>
              <a:ext cx="2176953" cy="3466250"/>
              <a:chOff x="1582761" y="2975188"/>
              <a:chExt cx="2176953" cy="3466250"/>
            </a:xfrm>
          </p:grpSpPr>
          <p:cxnSp>
            <p:nvCxnSpPr>
              <p:cNvPr id="70" name="直接连接符 69">
                <a:extLst>
                  <a:ext uri="{FF2B5EF4-FFF2-40B4-BE49-F238E27FC236}">
                    <a16:creationId xmlns:a16="http://schemas.microsoft.com/office/drawing/2014/main" id="{96C22264-65F7-453C-BA4D-083872DEA6A9}"/>
                  </a:ext>
                </a:extLst>
              </p:cNvPr>
              <p:cNvCxnSpPr/>
              <p:nvPr/>
            </p:nvCxnSpPr>
            <p:spPr>
              <a:xfrm flipV="1">
                <a:off x="3429788" y="3570779"/>
                <a:ext cx="0" cy="2519534"/>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71" name="直接连接符 70">
                <a:extLst>
                  <a:ext uri="{FF2B5EF4-FFF2-40B4-BE49-F238E27FC236}">
                    <a16:creationId xmlns:a16="http://schemas.microsoft.com/office/drawing/2014/main" id="{E5327F1D-885F-41B1-ACA4-CABA46B6A283}"/>
                  </a:ext>
                </a:extLst>
              </p:cNvPr>
              <p:cNvCxnSpPr/>
              <p:nvPr/>
            </p:nvCxnSpPr>
            <p:spPr>
              <a:xfrm flipH="1">
                <a:off x="2197042" y="4718838"/>
                <a:ext cx="1232746"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pic>
            <p:nvPicPr>
              <p:cNvPr id="72" name="图片 71" descr="文本&#10;&#10;描述已自动生成">
                <a:extLst>
                  <a:ext uri="{FF2B5EF4-FFF2-40B4-BE49-F238E27FC236}">
                    <a16:creationId xmlns:a16="http://schemas.microsoft.com/office/drawing/2014/main" id="{DBB44494-E875-4B79-80CD-572339F21926}"/>
                  </a:ext>
                </a:extLst>
              </p:cNvPr>
              <p:cNvPicPr>
                <a:picLocks noChangeAspect="1"/>
              </p:cNvPicPr>
              <p:nvPr/>
            </p:nvPicPr>
            <p:blipFill>
              <a:blip r:embed="rId3">
                <a:extLst>
                  <a:ext uri="{28A0092B-C50C-407E-A947-70E740481C1C}">
                    <a14:useLocalDpi xmlns:a14="http://schemas.microsoft.com/office/drawing/2010/main" val="0"/>
                  </a:ext>
                </a:extLst>
              </a:blip>
              <a:stretch>
                <a:fillRect/>
              </a:stretch>
            </p:blipFill>
            <p:spPr>
              <a:xfrm>
                <a:off x="3152753" y="4459926"/>
                <a:ext cx="589727" cy="552869"/>
              </a:xfrm>
              <a:prstGeom prst="rect">
                <a:avLst/>
              </a:prstGeom>
            </p:spPr>
          </p:pic>
          <p:sp>
            <p:nvSpPr>
              <p:cNvPr id="73" name="文本框 72">
                <a:extLst>
                  <a:ext uri="{FF2B5EF4-FFF2-40B4-BE49-F238E27FC236}">
                    <a16:creationId xmlns:a16="http://schemas.microsoft.com/office/drawing/2014/main" id="{A8AC9FC8-8453-443A-B4C9-C34093CA9F39}"/>
                  </a:ext>
                </a:extLst>
              </p:cNvPr>
              <p:cNvSpPr txBox="1"/>
              <p:nvPr/>
            </p:nvSpPr>
            <p:spPr>
              <a:xfrm>
                <a:off x="2410114" y="4881955"/>
                <a:ext cx="918385" cy="369332"/>
              </a:xfrm>
              <a:prstGeom prst="rect">
                <a:avLst/>
              </a:prstGeom>
              <a:noFill/>
            </p:spPr>
            <p:txBody>
              <a:bodyPr wrap="square" rtlCol="0">
                <a:spAutoFit/>
              </a:bodyPr>
              <a:lstStyle/>
              <a:p>
                <a:pPr algn="ctr"/>
                <a:r>
                  <a:rPr lang="zh-CN" altLang="en-US" b="1" dirty="0">
                    <a:latin typeface="+mn-ea"/>
                  </a:rPr>
                  <a:t>集线器</a:t>
                </a:r>
              </a:p>
            </p:txBody>
          </p:sp>
          <p:grpSp>
            <p:nvGrpSpPr>
              <p:cNvPr id="74" name="组合 73">
                <a:extLst>
                  <a:ext uri="{FF2B5EF4-FFF2-40B4-BE49-F238E27FC236}">
                    <a16:creationId xmlns:a16="http://schemas.microsoft.com/office/drawing/2014/main" id="{A7369385-20D4-4A68-B5CA-8BBFCBE32C1C}"/>
                  </a:ext>
                </a:extLst>
              </p:cNvPr>
              <p:cNvGrpSpPr/>
              <p:nvPr/>
            </p:nvGrpSpPr>
            <p:grpSpPr>
              <a:xfrm>
                <a:off x="3070879" y="2975188"/>
                <a:ext cx="688835" cy="666249"/>
                <a:chOff x="3393222" y="2975188"/>
                <a:chExt cx="688835" cy="666249"/>
              </a:xfrm>
            </p:grpSpPr>
            <p:pic>
              <p:nvPicPr>
                <p:cNvPr id="81" name="图形 10">
                  <a:extLst>
                    <a:ext uri="{FF2B5EF4-FFF2-40B4-BE49-F238E27FC236}">
                      <a16:creationId xmlns:a16="http://schemas.microsoft.com/office/drawing/2014/main" id="{9E70CBC3-8324-4B76-8022-1CFA6A68D4D6}"/>
                    </a:ext>
                  </a:extLst>
                </p:cNvPr>
                <p:cNvPicPr>
                  <a:picLocks noChangeAspect="1"/>
                </p:cNvPicPr>
                <p:nvPr/>
              </p:nvPicPr>
              <p:blipFill>
                <a:blip r:embed="rId4">
                  <a:extLst>
                    <a:ext uri="{28A0092B-C50C-407E-A947-70E740481C1C}">
                      <a14:useLocalDpi xmlns:a14="http://schemas.microsoft.com/office/drawing/2010/main" val="0"/>
                    </a:ext>
                    <a:ext uri="{96DAC541-7B7A-43D3-8B79-37D633B846F1}">
                      <asvg:svgBlip xmlns:asvg="http://schemas.microsoft.com/office/drawing/2016/SVG/main" r:embed="rId5"/>
                    </a:ext>
                  </a:extLst>
                </a:blip>
                <a:stretch>
                  <a:fillRect/>
                </a:stretch>
              </p:blipFill>
              <p:spPr>
                <a:xfrm>
                  <a:off x="3393222" y="2975188"/>
                  <a:ext cx="688835" cy="666249"/>
                </a:xfrm>
                <a:prstGeom prst="rect">
                  <a:avLst/>
                </a:prstGeom>
              </p:spPr>
            </p:pic>
            <p:sp>
              <p:nvSpPr>
                <p:cNvPr id="82" name="文本框 81">
                  <a:extLst>
                    <a:ext uri="{FF2B5EF4-FFF2-40B4-BE49-F238E27FC236}">
                      <a16:creationId xmlns:a16="http://schemas.microsoft.com/office/drawing/2014/main" id="{B8B1E9CE-4D0C-48D4-9CDA-19EADDCA0A4A}"/>
                    </a:ext>
                  </a:extLst>
                </p:cNvPr>
                <p:cNvSpPr txBox="1"/>
                <p:nvPr/>
              </p:nvSpPr>
              <p:spPr>
                <a:xfrm>
                  <a:off x="3680202" y="3014092"/>
                  <a:ext cx="388699" cy="400110"/>
                </a:xfrm>
                <a:prstGeom prst="rect">
                  <a:avLst/>
                </a:prstGeom>
                <a:noFill/>
              </p:spPr>
              <p:txBody>
                <a:bodyPr wrap="square">
                  <a:spAutoFit/>
                </a:bodyPr>
                <a:lstStyle/>
                <a:p>
                  <a:pPr algn="ctr"/>
                  <a:r>
                    <a:rPr lang="en-US" altLang="zh-CN" sz="2000" b="1" dirty="0">
                      <a:solidFill>
                        <a:schemeClr val="bg1"/>
                      </a:solidFill>
                    </a:rPr>
                    <a:t>B</a:t>
                  </a:r>
                  <a:endParaRPr lang="zh-CN" altLang="en-US" sz="2000" dirty="0">
                    <a:solidFill>
                      <a:schemeClr val="bg1"/>
                    </a:solidFill>
                  </a:endParaRPr>
                </a:p>
              </p:txBody>
            </p:sp>
          </p:grpSp>
          <p:grpSp>
            <p:nvGrpSpPr>
              <p:cNvPr id="75" name="组合 74">
                <a:extLst>
                  <a:ext uri="{FF2B5EF4-FFF2-40B4-BE49-F238E27FC236}">
                    <a16:creationId xmlns:a16="http://schemas.microsoft.com/office/drawing/2014/main" id="{A5C0A03C-0F70-4FBF-98A7-62ECC8FA0154}"/>
                  </a:ext>
                </a:extLst>
              </p:cNvPr>
              <p:cNvGrpSpPr/>
              <p:nvPr/>
            </p:nvGrpSpPr>
            <p:grpSpPr>
              <a:xfrm>
                <a:off x="1582761" y="4226630"/>
                <a:ext cx="688835" cy="666249"/>
                <a:chOff x="3393222" y="2975188"/>
                <a:chExt cx="688835" cy="666249"/>
              </a:xfrm>
            </p:grpSpPr>
            <p:pic>
              <p:nvPicPr>
                <p:cNvPr id="79" name="图形 10">
                  <a:extLst>
                    <a:ext uri="{FF2B5EF4-FFF2-40B4-BE49-F238E27FC236}">
                      <a16:creationId xmlns:a16="http://schemas.microsoft.com/office/drawing/2014/main" id="{5BC46A19-940E-460C-9F07-BC304D104B71}"/>
                    </a:ext>
                  </a:extLst>
                </p:cNvPr>
                <p:cNvPicPr>
                  <a:picLocks noChangeAspect="1"/>
                </p:cNvPicPr>
                <p:nvPr/>
              </p:nvPicPr>
              <p:blipFill>
                <a:blip r:embed="rId4">
                  <a:extLst>
                    <a:ext uri="{28A0092B-C50C-407E-A947-70E740481C1C}">
                      <a14:useLocalDpi xmlns:a14="http://schemas.microsoft.com/office/drawing/2010/main" val="0"/>
                    </a:ext>
                    <a:ext uri="{96DAC541-7B7A-43D3-8B79-37D633B846F1}">
                      <asvg:svgBlip xmlns:asvg="http://schemas.microsoft.com/office/drawing/2016/SVG/main" r:embed="rId5"/>
                    </a:ext>
                  </a:extLst>
                </a:blip>
                <a:stretch>
                  <a:fillRect/>
                </a:stretch>
              </p:blipFill>
              <p:spPr>
                <a:xfrm>
                  <a:off x="3393222" y="2975188"/>
                  <a:ext cx="688835" cy="666249"/>
                </a:xfrm>
                <a:prstGeom prst="rect">
                  <a:avLst/>
                </a:prstGeom>
              </p:spPr>
            </p:pic>
            <p:sp>
              <p:nvSpPr>
                <p:cNvPr id="80" name="文本框 79">
                  <a:extLst>
                    <a:ext uri="{FF2B5EF4-FFF2-40B4-BE49-F238E27FC236}">
                      <a16:creationId xmlns:a16="http://schemas.microsoft.com/office/drawing/2014/main" id="{3D933D44-18E4-47EA-9746-5AA50937D249}"/>
                    </a:ext>
                  </a:extLst>
                </p:cNvPr>
                <p:cNvSpPr txBox="1"/>
                <p:nvPr/>
              </p:nvSpPr>
              <p:spPr>
                <a:xfrm>
                  <a:off x="3680202" y="3014092"/>
                  <a:ext cx="388699" cy="400110"/>
                </a:xfrm>
                <a:prstGeom prst="rect">
                  <a:avLst/>
                </a:prstGeom>
                <a:noFill/>
              </p:spPr>
              <p:txBody>
                <a:bodyPr wrap="square">
                  <a:spAutoFit/>
                </a:bodyPr>
                <a:lstStyle/>
                <a:p>
                  <a:pPr algn="ctr"/>
                  <a:r>
                    <a:rPr lang="en-US" altLang="zh-CN" sz="2000" b="1" dirty="0">
                      <a:solidFill>
                        <a:schemeClr val="bg1"/>
                      </a:solidFill>
                    </a:rPr>
                    <a:t>A</a:t>
                  </a:r>
                  <a:endParaRPr lang="zh-CN" altLang="en-US" sz="2000" dirty="0">
                    <a:solidFill>
                      <a:schemeClr val="bg1"/>
                    </a:solidFill>
                  </a:endParaRPr>
                </a:p>
              </p:txBody>
            </p:sp>
          </p:grpSp>
          <p:grpSp>
            <p:nvGrpSpPr>
              <p:cNvPr id="76" name="组合 75">
                <a:extLst>
                  <a:ext uri="{FF2B5EF4-FFF2-40B4-BE49-F238E27FC236}">
                    <a16:creationId xmlns:a16="http://schemas.microsoft.com/office/drawing/2014/main" id="{2BA76214-01F8-4AFA-8B3E-76DA763E5E95}"/>
                  </a:ext>
                </a:extLst>
              </p:cNvPr>
              <p:cNvGrpSpPr/>
              <p:nvPr/>
            </p:nvGrpSpPr>
            <p:grpSpPr>
              <a:xfrm>
                <a:off x="2999378" y="5775189"/>
                <a:ext cx="688835" cy="666249"/>
                <a:chOff x="3393222" y="2975188"/>
                <a:chExt cx="688835" cy="666249"/>
              </a:xfrm>
            </p:grpSpPr>
            <p:pic>
              <p:nvPicPr>
                <p:cNvPr id="77" name="图形 10">
                  <a:extLst>
                    <a:ext uri="{FF2B5EF4-FFF2-40B4-BE49-F238E27FC236}">
                      <a16:creationId xmlns:a16="http://schemas.microsoft.com/office/drawing/2014/main" id="{8F205B27-42F0-4E34-9D66-C0828AE33C4E}"/>
                    </a:ext>
                  </a:extLst>
                </p:cNvPr>
                <p:cNvPicPr>
                  <a:picLocks noChangeAspect="1"/>
                </p:cNvPicPr>
                <p:nvPr/>
              </p:nvPicPr>
              <p:blipFill>
                <a:blip r:embed="rId4">
                  <a:extLst>
                    <a:ext uri="{28A0092B-C50C-407E-A947-70E740481C1C}">
                      <a14:useLocalDpi xmlns:a14="http://schemas.microsoft.com/office/drawing/2010/main" val="0"/>
                    </a:ext>
                    <a:ext uri="{96DAC541-7B7A-43D3-8B79-37D633B846F1}">
                      <asvg:svgBlip xmlns:asvg="http://schemas.microsoft.com/office/drawing/2016/SVG/main" r:embed="rId5"/>
                    </a:ext>
                  </a:extLst>
                </a:blip>
                <a:stretch>
                  <a:fillRect/>
                </a:stretch>
              </p:blipFill>
              <p:spPr>
                <a:xfrm>
                  <a:off x="3393222" y="2975188"/>
                  <a:ext cx="688835" cy="666249"/>
                </a:xfrm>
                <a:prstGeom prst="rect">
                  <a:avLst/>
                </a:prstGeom>
              </p:spPr>
            </p:pic>
            <p:sp>
              <p:nvSpPr>
                <p:cNvPr id="78" name="文本框 77">
                  <a:extLst>
                    <a:ext uri="{FF2B5EF4-FFF2-40B4-BE49-F238E27FC236}">
                      <a16:creationId xmlns:a16="http://schemas.microsoft.com/office/drawing/2014/main" id="{6FADEBCE-2601-4EAF-B6E1-742ECCD12585}"/>
                    </a:ext>
                  </a:extLst>
                </p:cNvPr>
                <p:cNvSpPr txBox="1"/>
                <p:nvPr/>
              </p:nvSpPr>
              <p:spPr>
                <a:xfrm>
                  <a:off x="3680202" y="3014092"/>
                  <a:ext cx="388699" cy="400110"/>
                </a:xfrm>
                <a:prstGeom prst="rect">
                  <a:avLst/>
                </a:prstGeom>
                <a:noFill/>
              </p:spPr>
              <p:txBody>
                <a:bodyPr wrap="square">
                  <a:spAutoFit/>
                </a:bodyPr>
                <a:lstStyle/>
                <a:p>
                  <a:pPr algn="ctr"/>
                  <a:r>
                    <a:rPr lang="en-US" altLang="zh-CN" sz="2000" b="1" dirty="0">
                      <a:solidFill>
                        <a:schemeClr val="bg1"/>
                      </a:solidFill>
                    </a:rPr>
                    <a:t>C</a:t>
                  </a:r>
                  <a:endParaRPr lang="zh-CN" altLang="en-US" sz="2000" dirty="0">
                    <a:solidFill>
                      <a:schemeClr val="bg1"/>
                    </a:solidFill>
                  </a:endParaRPr>
                </a:p>
              </p:txBody>
            </p:sp>
          </p:grpSp>
        </p:grpSp>
        <p:grpSp>
          <p:nvGrpSpPr>
            <p:cNvPr id="83" name="组合 82">
              <a:extLst>
                <a:ext uri="{FF2B5EF4-FFF2-40B4-BE49-F238E27FC236}">
                  <a16:creationId xmlns:a16="http://schemas.microsoft.com/office/drawing/2014/main" id="{1ED9F84A-BC7D-4CB2-8093-46F9DCCAB6AA}"/>
                </a:ext>
              </a:extLst>
            </p:cNvPr>
            <p:cNvGrpSpPr/>
            <p:nvPr/>
          </p:nvGrpSpPr>
          <p:grpSpPr>
            <a:xfrm>
              <a:off x="6754020" y="2732953"/>
              <a:ext cx="2992405" cy="3466250"/>
              <a:chOff x="7727618" y="2975188"/>
              <a:chExt cx="2992405" cy="3466250"/>
            </a:xfrm>
          </p:grpSpPr>
          <p:cxnSp>
            <p:nvCxnSpPr>
              <p:cNvPr id="84" name="直接连接符 83">
                <a:extLst>
                  <a:ext uri="{FF2B5EF4-FFF2-40B4-BE49-F238E27FC236}">
                    <a16:creationId xmlns:a16="http://schemas.microsoft.com/office/drawing/2014/main" id="{0A9C0FCF-71FA-4A32-88DA-3B2E7F936230}"/>
                  </a:ext>
                </a:extLst>
              </p:cNvPr>
              <p:cNvCxnSpPr/>
              <p:nvPr/>
            </p:nvCxnSpPr>
            <p:spPr>
              <a:xfrm flipV="1">
                <a:off x="8747292" y="3570779"/>
                <a:ext cx="0" cy="2519534"/>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pic>
            <p:nvPicPr>
              <p:cNvPr id="86" name="图片 85" descr="文本&#10;&#10;描述已自动生成">
                <a:extLst>
                  <a:ext uri="{FF2B5EF4-FFF2-40B4-BE49-F238E27FC236}">
                    <a16:creationId xmlns:a16="http://schemas.microsoft.com/office/drawing/2014/main" id="{D990FC9F-B30A-4110-B716-E8DF74D56F56}"/>
                  </a:ext>
                </a:extLst>
              </p:cNvPr>
              <p:cNvPicPr>
                <a:picLocks noChangeAspect="1"/>
              </p:cNvPicPr>
              <p:nvPr/>
            </p:nvPicPr>
            <p:blipFill>
              <a:blip r:embed="rId3">
                <a:extLst>
                  <a:ext uri="{28A0092B-C50C-407E-A947-70E740481C1C}">
                    <a14:useLocalDpi xmlns:a14="http://schemas.microsoft.com/office/drawing/2010/main" val="0"/>
                  </a:ext>
                </a:extLst>
              </a:blip>
              <a:stretch>
                <a:fillRect/>
              </a:stretch>
            </p:blipFill>
            <p:spPr>
              <a:xfrm>
                <a:off x="8470257" y="4459926"/>
                <a:ext cx="589727" cy="552869"/>
              </a:xfrm>
              <a:prstGeom prst="rect">
                <a:avLst/>
              </a:prstGeom>
            </p:spPr>
          </p:pic>
          <p:sp>
            <p:nvSpPr>
              <p:cNvPr id="87" name="文本框 86">
                <a:extLst>
                  <a:ext uri="{FF2B5EF4-FFF2-40B4-BE49-F238E27FC236}">
                    <a16:creationId xmlns:a16="http://schemas.microsoft.com/office/drawing/2014/main" id="{F8E1B9CD-7AA1-45EF-9E0F-C2B6B00DD193}"/>
                  </a:ext>
                </a:extLst>
              </p:cNvPr>
              <p:cNvSpPr txBox="1"/>
              <p:nvPr/>
            </p:nvSpPr>
            <p:spPr>
              <a:xfrm>
                <a:off x="7727618" y="4881955"/>
                <a:ext cx="918385" cy="369332"/>
              </a:xfrm>
              <a:prstGeom prst="rect">
                <a:avLst/>
              </a:prstGeom>
              <a:noFill/>
            </p:spPr>
            <p:txBody>
              <a:bodyPr wrap="square" rtlCol="0">
                <a:spAutoFit/>
              </a:bodyPr>
              <a:lstStyle/>
              <a:p>
                <a:pPr algn="ctr"/>
                <a:r>
                  <a:rPr lang="zh-CN" altLang="en-US" b="1" dirty="0">
                    <a:latin typeface="+mn-ea"/>
                  </a:rPr>
                  <a:t>集线器</a:t>
                </a:r>
              </a:p>
            </p:txBody>
          </p:sp>
          <p:grpSp>
            <p:nvGrpSpPr>
              <p:cNvPr id="88" name="组合 87">
                <a:extLst>
                  <a:ext uri="{FF2B5EF4-FFF2-40B4-BE49-F238E27FC236}">
                    <a16:creationId xmlns:a16="http://schemas.microsoft.com/office/drawing/2014/main" id="{4DC1914A-82FA-4556-851E-3A988919AE4E}"/>
                  </a:ext>
                </a:extLst>
              </p:cNvPr>
              <p:cNvGrpSpPr/>
              <p:nvPr/>
            </p:nvGrpSpPr>
            <p:grpSpPr>
              <a:xfrm>
                <a:off x="8402874" y="2975188"/>
                <a:ext cx="688835" cy="666249"/>
                <a:chOff x="3393222" y="2975188"/>
                <a:chExt cx="688835" cy="666249"/>
              </a:xfrm>
            </p:grpSpPr>
            <p:pic>
              <p:nvPicPr>
                <p:cNvPr id="95" name="图形 10">
                  <a:extLst>
                    <a:ext uri="{FF2B5EF4-FFF2-40B4-BE49-F238E27FC236}">
                      <a16:creationId xmlns:a16="http://schemas.microsoft.com/office/drawing/2014/main" id="{F0606FBE-3F54-4FB0-9FCC-3C4126AA68EE}"/>
                    </a:ext>
                  </a:extLst>
                </p:cNvPr>
                <p:cNvPicPr>
                  <a:picLocks noChangeAspect="1"/>
                </p:cNvPicPr>
                <p:nvPr/>
              </p:nvPicPr>
              <p:blipFill>
                <a:blip r:embed="rId4">
                  <a:extLst>
                    <a:ext uri="{28A0092B-C50C-407E-A947-70E740481C1C}">
                      <a14:useLocalDpi xmlns:a14="http://schemas.microsoft.com/office/drawing/2010/main" val="0"/>
                    </a:ext>
                    <a:ext uri="{96DAC541-7B7A-43D3-8B79-37D633B846F1}">
                      <asvg:svgBlip xmlns:asvg="http://schemas.microsoft.com/office/drawing/2016/SVG/main" r:embed="rId5"/>
                    </a:ext>
                  </a:extLst>
                </a:blip>
                <a:stretch>
                  <a:fillRect/>
                </a:stretch>
              </p:blipFill>
              <p:spPr>
                <a:xfrm>
                  <a:off x="3393222" y="2975188"/>
                  <a:ext cx="688835" cy="666249"/>
                </a:xfrm>
                <a:prstGeom prst="rect">
                  <a:avLst/>
                </a:prstGeom>
              </p:spPr>
            </p:pic>
            <p:sp>
              <p:nvSpPr>
                <p:cNvPr id="96" name="文本框 95">
                  <a:extLst>
                    <a:ext uri="{FF2B5EF4-FFF2-40B4-BE49-F238E27FC236}">
                      <a16:creationId xmlns:a16="http://schemas.microsoft.com/office/drawing/2014/main" id="{D44BEFB6-01EE-4324-A0AA-848C5BBDEF5B}"/>
                    </a:ext>
                  </a:extLst>
                </p:cNvPr>
                <p:cNvSpPr txBox="1"/>
                <p:nvPr/>
              </p:nvSpPr>
              <p:spPr>
                <a:xfrm>
                  <a:off x="3680202" y="3014092"/>
                  <a:ext cx="388699" cy="400110"/>
                </a:xfrm>
                <a:prstGeom prst="rect">
                  <a:avLst/>
                </a:prstGeom>
                <a:noFill/>
              </p:spPr>
              <p:txBody>
                <a:bodyPr wrap="square">
                  <a:spAutoFit/>
                </a:bodyPr>
                <a:lstStyle/>
                <a:p>
                  <a:pPr algn="ctr"/>
                  <a:r>
                    <a:rPr lang="en-US" altLang="zh-CN" sz="2000" b="1" dirty="0">
                      <a:solidFill>
                        <a:schemeClr val="bg1"/>
                      </a:solidFill>
                    </a:rPr>
                    <a:t>D</a:t>
                  </a:r>
                  <a:endParaRPr lang="zh-CN" altLang="en-US" sz="2000" dirty="0">
                    <a:solidFill>
                      <a:schemeClr val="bg1"/>
                    </a:solidFill>
                  </a:endParaRPr>
                </a:p>
              </p:txBody>
            </p:sp>
          </p:grpSp>
          <p:grpSp>
            <p:nvGrpSpPr>
              <p:cNvPr id="89" name="组合 88">
                <a:extLst>
                  <a:ext uri="{FF2B5EF4-FFF2-40B4-BE49-F238E27FC236}">
                    <a16:creationId xmlns:a16="http://schemas.microsoft.com/office/drawing/2014/main" id="{66063A2F-AE18-4AD2-924A-F56F83F18F02}"/>
                  </a:ext>
                </a:extLst>
              </p:cNvPr>
              <p:cNvGrpSpPr/>
              <p:nvPr/>
            </p:nvGrpSpPr>
            <p:grpSpPr>
              <a:xfrm>
                <a:off x="8301585" y="5775189"/>
                <a:ext cx="688835" cy="666249"/>
                <a:chOff x="3393222" y="2975188"/>
                <a:chExt cx="688835" cy="666249"/>
              </a:xfrm>
            </p:grpSpPr>
            <p:pic>
              <p:nvPicPr>
                <p:cNvPr id="93" name="图形 10">
                  <a:extLst>
                    <a:ext uri="{FF2B5EF4-FFF2-40B4-BE49-F238E27FC236}">
                      <a16:creationId xmlns:a16="http://schemas.microsoft.com/office/drawing/2014/main" id="{F52F94DD-F75A-4FC8-851F-CC52FA72DE95}"/>
                    </a:ext>
                  </a:extLst>
                </p:cNvPr>
                <p:cNvPicPr>
                  <a:picLocks noChangeAspect="1"/>
                </p:cNvPicPr>
                <p:nvPr/>
              </p:nvPicPr>
              <p:blipFill>
                <a:blip r:embed="rId4">
                  <a:extLst>
                    <a:ext uri="{28A0092B-C50C-407E-A947-70E740481C1C}">
                      <a14:useLocalDpi xmlns:a14="http://schemas.microsoft.com/office/drawing/2010/main" val="0"/>
                    </a:ext>
                    <a:ext uri="{96DAC541-7B7A-43D3-8B79-37D633B846F1}">
                      <asvg:svgBlip xmlns:asvg="http://schemas.microsoft.com/office/drawing/2016/SVG/main" r:embed="rId5"/>
                    </a:ext>
                  </a:extLst>
                </a:blip>
                <a:stretch>
                  <a:fillRect/>
                </a:stretch>
              </p:blipFill>
              <p:spPr>
                <a:xfrm>
                  <a:off x="3393222" y="2975188"/>
                  <a:ext cx="688835" cy="666249"/>
                </a:xfrm>
                <a:prstGeom prst="rect">
                  <a:avLst/>
                </a:prstGeom>
              </p:spPr>
            </p:pic>
            <p:sp>
              <p:nvSpPr>
                <p:cNvPr id="94" name="文本框 93">
                  <a:extLst>
                    <a:ext uri="{FF2B5EF4-FFF2-40B4-BE49-F238E27FC236}">
                      <a16:creationId xmlns:a16="http://schemas.microsoft.com/office/drawing/2014/main" id="{D007B99F-664B-402B-A9B2-FE0E3E6A634A}"/>
                    </a:ext>
                  </a:extLst>
                </p:cNvPr>
                <p:cNvSpPr txBox="1"/>
                <p:nvPr/>
              </p:nvSpPr>
              <p:spPr>
                <a:xfrm>
                  <a:off x="3680202" y="3014092"/>
                  <a:ext cx="388699" cy="400110"/>
                </a:xfrm>
                <a:prstGeom prst="rect">
                  <a:avLst/>
                </a:prstGeom>
                <a:noFill/>
              </p:spPr>
              <p:txBody>
                <a:bodyPr wrap="square">
                  <a:spAutoFit/>
                </a:bodyPr>
                <a:lstStyle/>
                <a:p>
                  <a:pPr algn="ctr"/>
                  <a:r>
                    <a:rPr lang="en-US" altLang="zh-CN" sz="2000" b="1" dirty="0">
                      <a:solidFill>
                        <a:schemeClr val="bg1"/>
                      </a:solidFill>
                    </a:rPr>
                    <a:t>F</a:t>
                  </a:r>
                  <a:endParaRPr lang="zh-CN" altLang="en-US" sz="2000" dirty="0">
                    <a:solidFill>
                      <a:schemeClr val="bg1"/>
                    </a:solidFill>
                  </a:endParaRPr>
                </a:p>
              </p:txBody>
            </p:sp>
          </p:grpSp>
          <p:grpSp>
            <p:nvGrpSpPr>
              <p:cNvPr id="90" name="组合 89">
                <a:extLst>
                  <a:ext uri="{FF2B5EF4-FFF2-40B4-BE49-F238E27FC236}">
                    <a16:creationId xmlns:a16="http://schemas.microsoft.com/office/drawing/2014/main" id="{351189F4-14D5-4EF8-9337-E71151AD6405}"/>
                  </a:ext>
                </a:extLst>
              </p:cNvPr>
              <p:cNvGrpSpPr/>
              <p:nvPr/>
            </p:nvGrpSpPr>
            <p:grpSpPr>
              <a:xfrm>
                <a:off x="10031188" y="4252461"/>
                <a:ext cx="688835" cy="666249"/>
                <a:chOff x="3459418" y="2962115"/>
                <a:chExt cx="688835" cy="666249"/>
              </a:xfrm>
            </p:grpSpPr>
            <p:pic>
              <p:nvPicPr>
                <p:cNvPr id="91" name="图形 10">
                  <a:extLst>
                    <a:ext uri="{FF2B5EF4-FFF2-40B4-BE49-F238E27FC236}">
                      <a16:creationId xmlns:a16="http://schemas.microsoft.com/office/drawing/2014/main" id="{7FBB380D-C1D5-4E31-B0A0-F4F2C9634A44}"/>
                    </a:ext>
                  </a:extLst>
                </p:cNvPr>
                <p:cNvPicPr>
                  <a:picLocks noChangeAspect="1"/>
                </p:cNvPicPr>
                <p:nvPr/>
              </p:nvPicPr>
              <p:blipFill>
                <a:blip r:embed="rId4">
                  <a:extLst>
                    <a:ext uri="{28A0092B-C50C-407E-A947-70E740481C1C}">
                      <a14:useLocalDpi xmlns:a14="http://schemas.microsoft.com/office/drawing/2010/main" val="0"/>
                    </a:ext>
                    <a:ext uri="{96DAC541-7B7A-43D3-8B79-37D633B846F1}">
                      <asvg:svgBlip xmlns:asvg="http://schemas.microsoft.com/office/drawing/2016/SVG/main" r:embed="rId5"/>
                    </a:ext>
                  </a:extLst>
                </a:blip>
                <a:stretch>
                  <a:fillRect/>
                </a:stretch>
              </p:blipFill>
              <p:spPr>
                <a:xfrm>
                  <a:off x="3459418" y="2962115"/>
                  <a:ext cx="688835" cy="666249"/>
                </a:xfrm>
                <a:prstGeom prst="rect">
                  <a:avLst/>
                </a:prstGeom>
              </p:spPr>
            </p:pic>
            <p:sp>
              <p:nvSpPr>
                <p:cNvPr id="92" name="文本框 91">
                  <a:extLst>
                    <a:ext uri="{FF2B5EF4-FFF2-40B4-BE49-F238E27FC236}">
                      <a16:creationId xmlns:a16="http://schemas.microsoft.com/office/drawing/2014/main" id="{51042652-E96C-4248-8CF1-E3CF9F6EBBBA}"/>
                    </a:ext>
                  </a:extLst>
                </p:cNvPr>
                <p:cNvSpPr txBox="1"/>
                <p:nvPr/>
              </p:nvSpPr>
              <p:spPr>
                <a:xfrm>
                  <a:off x="3725769" y="2996260"/>
                  <a:ext cx="388699" cy="400110"/>
                </a:xfrm>
                <a:prstGeom prst="rect">
                  <a:avLst/>
                </a:prstGeom>
                <a:noFill/>
              </p:spPr>
              <p:txBody>
                <a:bodyPr wrap="square">
                  <a:spAutoFit/>
                </a:bodyPr>
                <a:lstStyle/>
                <a:p>
                  <a:pPr algn="ctr"/>
                  <a:r>
                    <a:rPr lang="en-US" altLang="zh-CN" sz="2000" b="1" dirty="0">
                      <a:solidFill>
                        <a:schemeClr val="bg1"/>
                      </a:solidFill>
                    </a:rPr>
                    <a:t>E</a:t>
                  </a:r>
                  <a:endParaRPr lang="zh-CN" altLang="en-US" sz="2000" dirty="0">
                    <a:solidFill>
                      <a:schemeClr val="bg1"/>
                    </a:solidFill>
                  </a:endParaRPr>
                </a:p>
              </p:txBody>
            </p:sp>
          </p:grpSp>
        </p:grpSp>
        <p:grpSp>
          <p:nvGrpSpPr>
            <p:cNvPr id="97" name="组合 96">
              <a:extLst>
                <a:ext uri="{FF2B5EF4-FFF2-40B4-BE49-F238E27FC236}">
                  <a16:creationId xmlns:a16="http://schemas.microsoft.com/office/drawing/2014/main" id="{9EB07432-7F2F-492B-A71F-516ACDA61914}"/>
                </a:ext>
              </a:extLst>
            </p:cNvPr>
            <p:cNvGrpSpPr/>
            <p:nvPr/>
          </p:nvGrpSpPr>
          <p:grpSpPr>
            <a:xfrm>
              <a:off x="5493003" y="4176277"/>
              <a:ext cx="1214772" cy="843699"/>
              <a:chOff x="5493003" y="4418512"/>
              <a:chExt cx="1214772" cy="843699"/>
            </a:xfrm>
          </p:grpSpPr>
          <p:grpSp>
            <p:nvGrpSpPr>
              <p:cNvPr id="98" name="组合 97">
                <a:extLst>
                  <a:ext uri="{FF2B5EF4-FFF2-40B4-BE49-F238E27FC236}">
                    <a16:creationId xmlns:a16="http://schemas.microsoft.com/office/drawing/2014/main" id="{198581D3-B8A2-4059-895E-321EDE239421}"/>
                  </a:ext>
                </a:extLst>
              </p:cNvPr>
              <p:cNvGrpSpPr/>
              <p:nvPr/>
            </p:nvGrpSpPr>
            <p:grpSpPr>
              <a:xfrm>
                <a:off x="5758936" y="4418512"/>
                <a:ext cx="694865" cy="843699"/>
                <a:chOff x="5748567" y="4622444"/>
                <a:chExt cx="694865" cy="843699"/>
              </a:xfrm>
            </p:grpSpPr>
            <p:pic>
              <p:nvPicPr>
                <p:cNvPr id="101" name="图片 100" descr="图片包含 图标&#10;&#10;描述已自动生成">
                  <a:extLst>
                    <a:ext uri="{FF2B5EF4-FFF2-40B4-BE49-F238E27FC236}">
                      <a16:creationId xmlns:a16="http://schemas.microsoft.com/office/drawing/2014/main" id="{C91588EB-0F9E-46E5-881C-9B91BEDD6EB3}"/>
                    </a:ext>
                  </a:extLst>
                </p:cNvPr>
                <p:cNvPicPr>
                  <a:picLocks noChangeAspect="1"/>
                </p:cNvPicPr>
                <p:nvPr/>
              </p:nvPicPr>
              <p:blipFill>
                <a:blip r:embed="rId6">
                  <a:extLst>
                    <a:ext uri="{28A0092B-C50C-407E-A947-70E740481C1C}">
                      <a14:useLocalDpi xmlns:a14="http://schemas.microsoft.com/office/drawing/2010/main" val="0"/>
                    </a:ext>
                  </a:extLst>
                </a:blip>
                <a:stretch>
                  <a:fillRect/>
                </a:stretch>
              </p:blipFill>
              <p:spPr>
                <a:xfrm>
                  <a:off x="5812708" y="4622444"/>
                  <a:ext cx="581100" cy="474367"/>
                </a:xfrm>
                <a:prstGeom prst="rect">
                  <a:avLst/>
                </a:prstGeom>
              </p:spPr>
            </p:pic>
            <p:sp>
              <p:nvSpPr>
                <p:cNvPr id="102" name="文本框 101">
                  <a:extLst>
                    <a:ext uri="{FF2B5EF4-FFF2-40B4-BE49-F238E27FC236}">
                      <a16:creationId xmlns:a16="http://schemas.microsoft.com/office/drawing/2014/main" id="{3D5F5236-6809-4A4F-BC68-AEFBAED2F61D}"/>
                    </a:ext>
                  </a:extLst>
                </p:cNvPr>
                <p:cNvSpPr txBox="1"/>
                <p:nvPr/>
              </p:nvSpPr>
              <p:spPr>
                <a:xfrm>
                  <a:off x="5748567" y="5096811"/>
                  <a:ext cx="694865" cy="369332"/>
                </a:xfrm>
                <a:prstGeom prst="rect">
                  <a:avLst/>
                </a:prstGeom>
                <a:noFill/>
              </p:spPr>
              <p:txBody>
                <a:bodyPr wrap="square" rtlCol="0">
                  <a:spAutoFit/>
                </a:bodyPr>
                <a:lstStyle/>
                <a:p>
                  <a:pPr algn="ctr"/>
                  <a:r>
                    <a:rPr lang="zh-CN" altLang="en-US" b="1" dirty="0">
                      <a:latin typeface="+mn-ea"/>
                    </a:rPr>
                    <a:t>网桥</a:t>
                  </a:r>
                </a:p>
              </p:txBody>
            </p:sp>
          </p:grpSp>
          <p:sp>
            <p:nvSpPr>
              <p:cNvPr id="99" name="文本框 98">
                <a:extLst>
                  <a:ext uri="{FF2B5EF4-FFF2-40B4-BE49-F238E27FC236}">
                    <a16:creationId xmlns:a16="http://schemas.microsoft.com/office/drawing/2014/main" id="{90C79B13-4060-4880-A79F-603297891806}"/>
                  </a:ext>
                </a:extLst>
              </p:cNvPr>
              <p:cNvSpPr txBox="1"/>
              <p:nvPr/>
            </p:nvSpPr>
            <p:spPr>
              <a:xfrm>
                <a:off x="5493003" y="4665644"/>
                <a:ext cx="388699" cy="400110"/>
              </a:xfrm>
              <a:prstGeom prst="rect">
                <a:avLst/>
              </a:prstGeom>
              <a:noFill/>
            </p:spPr>
            <p:txBody>
              <a:bodyPr wrap="square">
                <a:spAutoFit/>
              </a:bodyPr>
              <a:lstStyle/>
              <a:p>
                <a:pPr algn="ctr"/>
                <a:r>
                  <a:rPr lang="en-US" altLang="zh-CN" sz="2000" b="1" dirty="0"/>
                  <a:t>1</a:t>
                </a:r>
                <a:endParaRPr lang="zh-CN" altLang="en-US" sz="2000" dirty="0"/>
              </a:p>
            </p:txBody>
          </p:sp>
          <p:sp>
            <p:nvSpPr>
              <p:cNvPr id="100" name="文本框 99">
                <a:extLst>
                  <a:ext uri="{FF2B5EF4-FFF2-40B4-BE49-F238E27FC236}">
                    <a16:creationId xmlns:a16="http://schemas.microsoft.com/office/drawing/2014/main" id="{48745D0E-6C8E-4CBD-91E2-80040D9C71D9}"/>
                  </a:ext>
                </a:extLst>
              </p:cNvPr>
              <p:cNvSpPr txBox="1"/>
              <p:nvPr/>
            </p:nvSpPr>
            <p:spPr>
              <a:xfrm>
                <a:off x="6319076" y="4665644"/>
                <a:ext cx="388699" cy="400110"/>
              </a:xfrm>
              <a:prstGeom prst="rect">
                <a:avLst/>
              </a:prstGeom>
              <a:noFill/>
            </p:spPr>
            <p:txBody>
              <a:bodyPr wrap="square">
                <a:spAutoFit/>
              </a:bodyPr>
              <a:lstStyle/>
              <a:p>
                <a:pPr algn="ctr"/>
                <a:r>
                  <a:rPr lang="en-US" altLang="zh-CN" sz="2000" b="1" dirty="0"/>
                  <a:t>2</a:t>
                </a:r>
                <a:endParaRPr lang="zh-CN" altLang="en-US" sz="2000" dirty="0"/>
              </a:p>
            </p:txBody>
          </p:sp>
        </p:grpSp>
        <p:pic>
          <p:nvPicPr>
            <p:cNvPr id="103" name="图片 102" descr="表格&#10;&#10;描述已自动生成">
              <a:extLst>
                <a:ext uri="{FF2B5EF4-FFF2-40B4-BE49-F238E27FC236}">
                  <a16:creationId xmlns:a16="http://schemas.microsoft.com/office/drawing/2014/main" id="{1DB0DF2C-C1A8-43BE-84BA-4ED6297C726D}"/>
                </a:ext>
              </a:extLst>
            </p:cNvPr>
            <p:cNvPicPr>
              <a:picLocks noChangeAspect="1"/>
            </p:cNvPicPr>
            <p:nvPr/>
          </p:nvPicPr>
          <p:blipFill>
            <a:blip r:embed="rId7" cstate="print">
              <a:extLst>
                <a:ext uri="{28A0092B-C50C-407E-A947-70E740481C1C}">
                  <a14:useLocalDpi xmlns:a14="http://schemas.microsoft.com/office/drawing/2010/main" val="0"/>
                </a:ext>
              </a:extLst>
            </a:blip>
            <a:stretch>
              <a:fillRect/>
            </a:stretch>
          </p:blipFill>
          <p:spPr>
            <a:xfrm>
              <a:off x="5386955" y="1673847"/>
              <a:ext cx="1427032" cy="2327586"/>
            </a:xfrm>
            <a:prstGeom prst="rect">
              <a:avLst/>
            </a:prstGeom>
          </p:spPr>
        </p:pic>
        <p:sp>
          <p:nvSpPr>
            <p:cNvPr id="104" name="文本框 103">
              <a:extLst>
                <a:ext uri="{FF2B5EF4-FFF2-40B4-BE49-F238E27FC236}">
                  <a16:creationId xmlns:a16="http://schemas.microsoft.com/office/drawing/2014/main" id="{F984E917-97B0-435F-AA6E-3A2811BBB2A5}"/>
                </a:ext>
              </a:extLst>
            </p:cNvPr>
            <p:cNvSpPr txBox="1"/>
            <p:nvPr/>
          </p:nvSpPr>
          <p:spPr>
            <a:xfrm>
              <a:off x="3877010" y="3306115"/>
              <a:ext cx="688835" cy="369332"/>
            </a:xfrm>
            <a:prstGeom prst="rect">
              <a:avLst/>
            </a:prstGeom>
            <a:noFill/>
          </p:spPr>
          <p:txBody>
            <a:bodyPr wrap="square" rtlCol="0">
              <a:spAutoFit/>
            </a:bodyPr>
            <a:lstStyle/>
            <a:p>
              <a:pPr algn="ctr"/>
              <a:r>
                <a:rPr lang="zh-CN" altLang="en-US" b="1" dirty="0">
                  <a:solidFill>
                    <a:schemeClr val="accent1">
                      <a:lumMod val="75000"/>
                    </a:schemeClr>
                  </a:solidFill>
                </a:rPr>
                <a:t>丢弃</a:t>
              </a:r>
            </a:p>
          </p:txBody>
        </p:sp>
        <p:sp>
          <p:nvSpPr>
            <p:cNvPr id="105" name="文本框 104">
              <a:extLst>
                <a:ext uri="{FF2B5EF4-FFF2-40B4-BE49-F238E27FC236}">
                  <a16:creationId xmlns:a16="http://schemas.microsoft.com/office/drawing/2014/main" id="{ED86D503-7DEC-4BDC-9B49-2BD035890154}"/>
                </a:ext>
              </a:extLst>
            </p:cNvPr>
            <p:cNvSpPr txBox="1"/>
            <p:nvPr/>
          </p:nvSpPr>
          <p:spPr>
            <a:xfrm>
              <a:off x="3877010" y="5214140"/>
              <a:ext cx="688835" cy="369332"/>
            </a:xfrm>
            <a:prstGeom prst="rect">
              <a:avLst/>
            </a:prstGeom>
            <a:noFill/>
          </p:spPr>
          <p:txBody>
            <a:bodyPr wrap="square" rtlCol="0">
              <a:spAutoFit/>
            </a:bodyPr>
            <a:lstStyle/>
            <a:p>
              <a:pPr algn="ctr"/>
              <a:r>
                <a:rPr lang="zh-CN" altLang="en-US" b="1" dirty="0">
                  <a:solidFill>
                    <a:schemeClr val="accent1">
                      <a:lumMod val="75000"/>
                    </a:schemeClr>
                  </a:solidFill>
                </a:rPr>
                <a:t>丢弃</a:t>
              </a:r>
            </a:p>
          </p:txBody>
        </p:sp>
        <p:sp>
          <p:nvSpPr>
            <p:cNvPr id="106" name="iconfont-11673-5560710">
              <a:extLst>
                <a:ext uri="{FF2B5EF4-FFF2-40B4-BE49-F238E27FC236}">
                  <a16:creationId xmlns:a16="http://schemas.microsoft.com/office/drawing/2014/main" id="{482D4337-316E-45D5-A917-370AF19AB849}"/>
                </a:ext>
              </a:extLst>
            </p:cNvPr>
            <p:cNvSpPr/>
            <p:nvPr/>
          </p:nvSpPr>
          <p:spPr>
            <a:xfrm>
              <a:off x="5838931" y="2962388"/>
              <a:ext cx="400111" cy="400111"/>
            </a:xfrm>
            <a:custGeom>
              <a:avLst/>
              <a:gdLst>
                <a:gd name="connsiteX0" fmla="*/ 409852 w 609586"/>
                <a:gd name="connsiteY0" fmla="*/ 390766 h 609586"/>
                <a:gd name="connsiteX1" fmla="*/ 396374 w 609586"/>
                <a:gd name="connsiteY1" fmla="*/ 396374 h 609586"/>
                <a:gd name="connsiteX2" fmla="*/ 396374 w 609586"/>
                <a:gd name="connsiteY2" fmla="*/ 423329 h 609586"/>
                <a:gd name="connsiteX3" fmla="*/ 558009 w 609586"/>
                <a:gd name="connsiteY3" fmla="*/ 584964 h 609586"/>
                <a:gd name="connsiteX4" fmla="*/ 584964 w 609586"/>
                <a:gd name="connsiteY4" fmla="*/ 584964 h 609586"/>
                <a:gd name="connsiteX5" fmla="*/ 590536 w 609586"/>
                <a:gd name="connsiteY5" fmla="*/ 571487 h 609586"/>
                <a:gd name="connsiteX6" fmla="*/ 584964 w 609586"/>
                <a:gd name="connsiteY6" fmla="*/ 558009 h 609586"/>
                <a:gd name="connsiteX7" fmla="*/ 423329 w 609586"/>
                <a:gd name="connsiteY7" fmla="*/ 396374 h 609586"/>
                <a:gd name="connsiteX8" fmla="*/ 409852 w 609586"/>
                <a:gd name="connsiteY8" fmla="*/ 390766 h 609586"/>
                <a:gd name="connsiteX9" fmla="*/ 199987 w 609586"/>
                <a:gd name="connsiteY9" fmla="*/ 76185 h 609586"/>
                <a:gd name="connsiteX10" fmla="*/ 76185 w 609586"/>
                <a:gd name="connsiteY10" fmla="*/ 199988 h 609586"/>
                <a:gd name="connsiteX11" fmla="*/ 199987 w 609586"/>
                <a:gd name="connsiteY11" fmla="*/ 323790 h 609586"/>
                <a:gd name="connsiteX12" fmla="*/ 323790 w 609586"/>
                <a:gd name="connsiteY12" fmla="*/ 199988 h 609586"/>
                <a:gd name="connsiteX13" fmla="*/ 199987 w 609586"/>
                <a:gd name="connsiteY13" fmla="*/ 76185 h 609586"/>
                <a:gd name="connsiteX14" fmla="*/ 199987 w 609586"/>
                <a:gd name="connsiteY14" fmla="*/ 57139 h 609586"/>
                <a:gd name="connsiteX15" fmla="*/ 342836 w 609586"/>
                <a:gd name="connsiteY15" fmla="*/ 199988 h 609586"/>
                <a:gd name="connsiteX16" fmla="*/ 199987 w 609586"/>
                <a:gd name="connsiteY16" fmla="*/ 342836 h 609586"/>
                <a:gd name="connsiteX17" fmla="*/ 57139 w 609586"/>
                <a:gd name="connsiteY17" fmla="*/ 199988 h 609586"/>
                <a:gd name="connsiteX18" fmla="*/ 199987 w 609586"/>
                <a:gd name="connsiteY18" fmla="*/ 57139 h 609586"/>
                <a:gd name="connsiteX19" fmla="*/ 200020 w 609586"/>
                <a:gd name="connsiteY19" fmla="*/ 19050 h 609586"/>
                <a:gd name="connsiteX20" fmla="*/ 19050 w 609586"/>
                <a:gd name="connsiteY20" fmla="*/ 200020 h 609586"/>
                <a:gd name="connsiteX21" fmla="*/ 200020 w 609586"/>
                <a:gd name="connsiteY21" fmla="*/ 380991 h 609586"/>
                <a:gd name="connsiteX22" fmla="*/ 380991 w 609586"/>
                <a:gd name="connsiteY22" fmla="*/ 200020 h 609586"/>
                <a:gd name="connsiteX23" fmla="*/ 200020 w 609586"/>
                <a:gd name="connsiteY23" fmla="*/ 19050 h 609586"/>
                <a:gd name="connsiteX24" fmla="*/ 200020 w 609586"/>
                <a:gd name="connsiteY24" fmla="*/ 0 h 609586"/>
                <a:gd name="connsiteX25" fmla="*/ 400041 w 609586"/>
                <a:gd name="connsiteY25" fmla="*/ 200020 h 609586"/>
                <a:gd name="connsiteX26" fmla="*/ 347464 w 609586"/>
                <a:gd name="connsiteY26" fmla="*/ 334701 h 609586"/>
                <a:gd name="connsiteX27" fmla="*/ 349655 w 609586"/>
                <a:gd name="connsiteY27" fmla="*/ 336177 h 609586"/>
                <a:gd name="connsiteX28" fmla="*/ 390707 w 609586"/>
                <a:gd name="connsiteY28" fmla="*/ 377229 h 609586"/>
                <a:gd name="connsiteX29" fmla="*/ 436806 w 609586"/>
                <a:gd name="connsiteY29" fmla="*/ 382896 h 609586"/>
                <a:gd name="connsiteX30" fmla="*/ 598442 w 609586"/>
                <a:gd name="connsiteY30" fmla="*/ 544532 h 609586"/>
                <a:gd name="connsiteX31" fmla="*/ 609586 w 609586"/>
                <a:gd name="connsiteY31" fmla="*/ 571487 h 609586"/>
                <a:gd name="connsiteX32" fmla="*/ 598442 w 609586"/>
                <a:gd name="connsiteY32" fmla="*/ 598442 h 609586"/>
                <a:gd name="connsiteX33" fmla="*/ 571487 w 609586"/>
                <a:gd name="connsiteY33" fmla="*/ 609586 h 609586"/>
                <a:gd name="connsiteX34" fmla="*/ 544579 w 609586"/>
                <a:gd name="connsiteY34" fmla="*/ 598442 h 609586"/>
                <a:gd name="connsiteX35" fmla="*/ 382944 w 609586"/>
                <a:gd name="connsiteY35" fmla="*/ 436806 h 609586"/>
                <a:gd name="connsiteX36" fmla="*/ 377134 w 609586"/>
                <a:gd name="connsiteY36" fmla="*/ 390611 h 609586"/>
                <a:gd name="connsiteX37" fmla="*/ 336177 w 609586"/>
                <a:gd name="connsiteY37" fmla="*/ 349655 h 609586"/>
                <a:gd name="connsiteX38" fmla="*/ 334701 w 609586"/>
                <a:gd name="connsiteY38" fmla="*/ 347464 h 609586"/>
                <a:gd name="connsiteX39" fmla="*/ 200020 w 609586"/>
                <a:gd name="connsiteY39" fmla="*/ 400041 h 609586"/>
                <a:gd name="connsiteX40" fmla="*/ 0 w 609586"/>
                <a:gd name="connsiteY40" fmla="*/ 200020 h 609586"/>
                <a:gd name="connsiteX41" fmla="*/ 200020 w 609586"/>
                <a:gd name="connsiteY41" fmla="*/ 0 h 60958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Lst>
              <a:rect l="l" t="t" r="r" b="b"/>
              <a:pathLst>
                <a:path w="609586" h="609586">
                  <a:moveTo>
                    <a:pt x="409852" y="390766"/>
                  </a:moveTo>
                  <a:cubicBezTo>
                    <a:pt x="404970" y="390766"/>
                    <a:pt x="400089" y="392635"/>
                    <a:pt x="396374" y="396374"/>
                  </a:cubicBezTo>
                  <a:cubicBezTo>
                    <a:pt x="388897" y="403803"/>
                    <a:pt x="388897" y="415900"/>
                    <a:pt x="396374" y="423329"/>
                  </a:cubicBezTo>
                  <a:lnTo>
                    <a:pt x="558009" y="584964"/>
                  </a:lnTo>
                  <a:cubicBezTo>
                    <a:pt x="565581" y="592156"/>
                    <a:pt x="577392" y="592156"/>
                    <a:pt x="584964" y="584964"/>
                  </a:cubicBezTo>
                  <a:cubicBezTo>
                    <a:pt x="588536" y="581345"/>
                    <a:pt x="590536" y="576583"/>
                    <a:pt x="590536" y="571487"/>
                  </a:cubicBezTo>
                  <a:cubicBezTo>
                    <a:pt x="590536" y="566391"/>
                    <a:pt x="588536" y="561629"/>
                    <a:pt x="584964" y="558009"/>
                  </a:cubicBezTo>
                  <a:lnTo>
                    <a:pt x="423329" y="396374"/>
                  </a:lnTo>
                  <a:cubicBezTo>
                    <a:pt x="419614" y="392635"/>
                    <a:pt x="414733" y="390766"/>
                    <a:pt x="409852" y="390766"/>
                  </a:cubicBezTo>
                  <a:close/>
                  <a:moveTo>
                    <a:pt x="199987" y="76185"/>
                  </a:moveTo>
                  <a:cubicBezTo>
                    <a:pt x="131706" y="76185"/>
                    <a:pt x="76185" y="131706"/>
                    <a:pt x="76185" y="199988"/>
                  </a:cubicBezTo>
                  <a:cubicBezTo>
                    <a:pt x="76185" y="268269"/>
                    <a:pt x="131706" y="323790"/>
                    <a:pt x="199987" y="323790"/>
                  </a:cubicBezTo>
                  <a:cubicBezTo>
                    <a:pt x="268269" y="323790"/>
                    <a:pt x="323790" y="268269"/>
                    <a:pt x="323790" y="199988"/>
                  </a:cubicBezTo>
                  <a:cubicBezTo>
                    <a:pt x="323790" y="131706"/>
                    <a:pt x="268269" y="76185"/>
                    <a:pt x="199987" y="76185"/>
                  </a:cubicBezTo>
                  <a:close/>
                  <a:moveTo>
                    <a:pt x="199987" y="57139"/>
                  </a:moveTo>
                  <a:cubicBezTo>
                    <a:pt x="278745" y="57139"/>
                    <a:pt x="342836" y="121230"/>
                    <a:pt x="342836" y="199988"/>
                  </a:cubicBezTo>
                  <a:cubicBezTo>
                    <a:pt x="342836" y="278745"/>
                    <a:pt x="278745" y="342836"/>
                    <a:pt x="199987" y="342836"/>
                  </a:cubicBezTo>
                  <a:cubicBezTo>
                    <a:pt x="121230" y="342836"/>
                    <a:pt x="57139" y="278745"/>
                    <a:pt x="57139" y="199988"/>
                  </a:cubicBezTo>
                  <a:cubicBezTo>
                    <a:pt x="57139" y="121230"/>
                    <a:pt x="121230" y="57139"/>
                    <a:pt x="199987" y="57139"/>
                  </a:cubicBezTo>
                  <a:close/>
                  <a:moveTo>
                    <a:pt x="200020" y="19050"/>
                  </a:moveTo>
                  <a:cubicBezTo>
                    <a:pt x="100248" y="19050"/>
                    <a:pt x="19050" y="100248"/>
                    <a:pt x="19050" y="200020"/>
                  </a:cubicBezTo>
                  <a:cubicBezTo>
                    <a:pt x="19050" y="299793"/>
                    <a:pt x="100248" y="380991"/>
                    <a:pt x="200020" y="380991"/>
                  </a:cubicBezTo>
                  <a:cubicBezTo>
                    <a:pt x="299793" y="380991"/>
                    <a:pt x="380991" y="299793"/>
                    <a:pt x="380991" y="200020"/>
                  </a:cubicBezTo>
                  <a:cubicBezTo>
                    <a:pt x="380991" y="100248"/>
                    <a:pt x="299793" y="19050"/>
                    <a:pt x="200020" y="19050"/>
                  </a:cubicBezTo>
                  <a:close/>
                  <a:moveTo>
                    <a:pt x="200020" y="0"/>
                  </a:moveTo>
                  <a:cubicBezTo>
                    <a:pt x="310317" y="0"/>
                    <a:pt x="400041" y="89723"/>
                    <a:pt x="400041" y="200020"/>
                  </a:cubicBezTo>
                  <a:cubicBezTo>
                    <a:pt x="400041" y="249930"/>
                    <a:pt x="381277" y="297983"/>
                    <a:pt x="347464" y="334701"/>
                  </a:cubicBezTo>
                  <a:cubicBezTo>
                    <a:pt x="348226" y="335129"/>
                    <a:pt x="348988" y="335510"/>
                    <a:pt x="349655" y="336177"/>
                  </a:cubicBezTo>
                  <a:lnTo>
                    <a:pt x="390707" y="377229"/>
                  </a:lnTo>
                  <a:cubicBezTo>
                    <a:pt x="405184" y="369038"/>
                    <a:pt x="424710" y="370847"/>
                    <a:pt x="436806" y="382896"/>
                  </a:cubicBezTo>
                  <a:lnTo>
                    <a:pt x="598442" y="544532"/>
                  </a:lnTo>
                  <a:cubicBezTo>
                    <a:pt x="605633" y="551771"/>
                    <a:pt x="609586" y="561295"/>
                    <a:pt x="609586" y="571487"/>
                  </a:cubicBezTo>
                  <a:cubicBezTo>
                    <a:pt x="609586" y="581678"/>
                    <a:pt x="605633" y="591203"/>
                    <a:pt x="598442" y="598442"/>
                  </a:cubicBezTo>
                  <a:cubicBezTo>
                    <a:pt x="591203" y="605633"/>
                    <a:pt x="581678" y="609586"/>
                    <a:pt x="571487" y="609586"/>
                  </a:cubicBezTo>
                  <a:cubicBezTo>
                    <a:pt x="561295" y="609586"/>
                    <a:pt x="551771" y="605633"/>
                    <a:pt x="544579" y="598442"/>
                  </a:cubicBezTo>
                  <a:lnTo>
                    <a:pt x="382944" y="436806"/>
                  </a:lnTo>
                  <a:cubicBezTo>
                    <a:pt x="370562" y="424615"/>
                    <a:pt x="368180" y="405518"/>
                    <a:pt x="377134" y="390611"/>
                  </a:cubicBezTo>
                  <a:lnTo>
                    <a:pt x="336177" y="349655"/>
                  </a:lnTo>
                  <a:cubicBezTo>
                    <a:pt x="335510" y="348988"/>
                    <a:pt x="335129" y="348226"/>
                    <a:pt x="334701" y="347464"/>
                  </a:cubicBezTo>
                  <a:cubicBezTo>
                    <a:pt x="299126" y="379991"/>
                    <a:pt x="251930" y="400041"/>
                    <a:pt x="200020" y="400041"/>
                  </a:cubicBezTo>
                  <a:cubicBezTo>
                    <a:pt x="89723" y="400041"/>
                    <a:pt x="0" y="310317"/>
                    <a:pt x="0" y="200020"/>
                  </a:cubicBezTo>
                  <a:cubicBezTo>
                    <a:pt x="0" y="89723"/>
                    <a:pt x="89723" y="0"/>
                    <a:pt x="200020" y="0"/>
                  </a:cubicBezTo>
                  <a:close/>
                </a:path>
              </a:pathLst>
            </a:cu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07" name="iconfont-10043-4933455">
              <a:extLst>
                <a:ext uri="{FF2B5EF4-FFF2-40B4-BE49-F238E27FC236}">
                  <a16:creationId xmlns:a16="http://schemas.microsoft.com/office/drawing/2014/main" id="{4D8589AD-A650-4372-ACBE-1468D4B40ECF}"/>
                </a:ext>
              </a:extLst>
            </p:cNvPr>
            <p:cNvSpPr/>
            <p:nvPr/>
          </p:nvSpPr>
          <p:spPr>
            <a:xfrm>
              <a:off x="5412853" y="2960588"/>
              <a:ext cx="246831" cy="246831"/>
            </a:xfrm>
            <a:custGeom>
              <a:avLst/>
              <a:gdLst>
                <a:gd name="T0" fmla="*/ 9765 w 10164"/>
                <a:gd name="T1" fmla="*/ 3104 h 10164"/>
                <a:gd name="T2" fmla="*/ 8675 w 10164"/>
                <a:gd name="T3" fmla="*/ 1488 h 10164"/>
                <a:gd name="T4" fmla="*/ 7060 w 10164"/>
                <a:gd name="T5" fmla="*/ 399 h 10164"/>
                <a:gd name="T6" fmla="*/ 5082 w 10164"/>
                <a:gd name="T7" fmla="*/ 0 h 10164"/>
                <a:gd name="T8" fmla="*/ 3103 w 10164"/>
                <a:gd name="T9" fmla="*/ 399 h 10164"/>
                <a:gd name="T10" fmla="*/ 1488 w 10164"/>
                <a:gd name="T11" fmla="*/ 1488 h 10164"/>
                <a:gd name="T12" fmla="*/ 398 w 10164"/>
                <a:gd name="T13" fmla="*/ 3104 h 10164"/>
                <a:gd name="T14" fmla="*/ 0 w 10164"/>
                <a:gd name="T15" fmla="*/ 5082 h 10164"/>
                <a:gd name="T16" fmla="*/ 398 w 10164"/>
                <a:gd name="T17" fmla="*/ 7060 h 10164"/>
                <a:gd name="T18" fmla="*/ 1488 w 10164"/>
                <a:gd name="T19" fmla="*/ 8676 h 10164"/>
                <a:gd name="T20" fmla="*/ 3103 w 10164"/>
                <a:gd name="T21" fmla="*/ 9765 h 10164"/>
                <a:gd name="T22" fmla="*/ 5082 w 10164"/>
                <a:gd name="T23" fmla="*/ 10164 h 10164"/>
                <a:gd name="T24" fmla="*/ 7060 w 10164"/>
                <a:gd name="T25" fmla="*/ 9765 h 10164"/>
                <a:gd name="T26" fmla="*/ 8675 w 10164"/>
                <a:gd name="T27" fmla="*/ 8676 h 10164"/>
                <a:gd name="T28" fmla="*/ 9765 w 10164"/>
                <a:gd name="T29" fmla="*/ 7060 h 10164"/>
                <a:gd name="T30" fmla="*/ 10164 w 10164"/>
                <a:gd name="T31" fmla="*/ 5082 h 10164"/>
                <a:gd name="T32" fmla="*/ 9765 w 10164"/>
                <a:gd name="T33" fmla="*/ 3104 h 10164"/>
                <a:gd name="T34" fmla="*/ 7929 w 10164"/>
                <a:gd name="T35" fmla="*/ 3706 h 10164"/>
                <a:gd name="T36" fmla="*/ 4426 w 10164"/>
                <a:gd name="T37" fmla="*/ 7209 h 10164"/>
                <a:gd name="T38" fmla="*/ 3912 w 10164"/>
                <a:gd name="T39" fmla="*/ 7209 h 10164"/>
                <a:gd name="T40" fmla="*/ 2122 w 10164"/>
                <a:gd name="T41" fmla="*/ 5419 h 10164"/>
                <a:gd name="T42" fmla="*/ 2122 w 10164"/>
                <a:gd name="T43" fmla="*/ 4904 h 10164"/>
                <a:gd name="T44" fmla="*/ 2636 w 10164"/>
                <a:gd name="T45" fmla="*/ 4904 h 10164"/>
                <a:gd name="T46" fmla="*/ 4168 w 10164"/>
                <a:gd name="T47" fmla="*/ 6437 h 10164"/>
                <a:gd name="T48" fmla="*/ 7413 w 10164"/>
                <a:gd name="T49" fmla="*/ 3192 h 10164"/>
                <a:gd name="T50" fmla="*/ 7928 w 10164"/>
                <a:gd name="T51" fmla="*/ 3192 h 10164"/>
                <a:gd name="T52" fmla="*/ 7929 w 10164"/>
                <a:gd name="T53" fmla="*/ 3706 h 1016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10164" h="10164">
                  <a:moveTo>
                    <a:pt x="9765" y="3104"/>
                  </a:moveTo>
                  <a:cubicBezTo>
                    <a:pt x="9508" y="2499"/>
                    <a:pt x="9143" y="1955"/>
                    <a:pt x="8675" y="1488"/>
                  </a:cubicBezTo>
                  <a:cubicBezTo>
                    <a:pt x="8208" y="1021"/>
                    <a:pt x="7665" y="655"/>
                    <a:pt x="7060" y="399"/>
                  </a:cubicBezTo>
                  <a:cubicBezTo>
                    <a:pt x="6433" y="133"/>
                    <a:pt x="5767" y="0"/>
                    <a:pt x="5082" y="0"/>
                  </a:cubicBezTo>
                  <a:cubicBezTo>
                    <a:pt x="4396" y="0"/>
                    <a:pt x="3730" y="135"/>
                    <a:pt x="3103" y="399"/>
                  </a:cubicBezTo>
                  <a:cubicBezTo>
                    <a:pt x="2498" y="655"/>
                    <a:pt x="1955" y="1021"/>
                    <a:pt x="1488" y="1488"/>
                  </a:cubicBezTo>
                  <a:cubicBezTo>
                    <a:pt x="1020" y="1955"/>
                    <a:pt x="655" y="2499"/>
                    <a:pt x="398" y="3104"/>
                  </a:cubicBezTo>
                  <a:cubicBezTo>
                    <a:pt x="133" y="3730"/>
                    <a:pt x="0" y="4396"/>
                    <a:pt x="0" y="5082"/>
                  </a:cubicBezTo>
                  <a:cubicBezTo>
                    <a:pt x="0" y="5768"/>
                    <a:pt x="135" y="6434"/>
                    <a:pt x="398" y="7060"/>
                  </a:cubicBezTo>
                  <a:cubicBezTo>
                    <a:pt x="655" y="7666"/>
                    <a:pt x="1020" y="8209"/>
                    <a:pt x="1488" y="8676"/>
                  </a:cubicBezTo>
                  <a:cubicBezTo>
                    <a:pt x="1955" y="9143"/>
                    <a:pt x="2498" y="9509"/>
                    <a:pt x="3103" y="9765"/>
                  </a:cubicBezTo>
                  <a:cubicBezTo>
                    <a:pt x="3730" y="10031"/>
                    <a:pt x="4396" y="10164"/>
                    <a:pt x="5082" y="10164"/>
                  </a:cubicBezTo>
                  <a:cubicBezTo>
                    <a:pt x="5767" y="10164"/>
                    <a:pt x="6433" y="10029"/>
                    <a:pt x="7060" y="9765"/>
                  </a:cubicBezTo>
                  <a:cubicBezTo>
                    <a:pt x="7665" y="9509"/>
                    <a:pt x="8208" y="9143"/>
                    <a:pt x="8675" y="8676"/>
                  </a:cubicBezTo>
                  <a:cubicBezTo>
                    <a:pt x="9143" y="8209"/>
                    <a:pt x="9508" y="7666"/>
                    <a:pt x="9765" y="7060"/>
                  </a:cubicBezTo>
                  <a:cubicBezTo>
                    <a:pt x="10030" y="6434"/>
                    <a:pt x="10164" y="5768"/>
                    <a:pt x="10164" y="5082"/>
                  </a:cubicBezTo>
                  <a:cubicBezTo>
                    <a:pt x="10164" y="4396"/>
                    <a:pt x="10029" y="3730"/>
                    <a:pt x="9765" y="3104"/>
                  </a:cubicBezTo>
                  <a:close/>
                  <a:moveTo>
                    <a:pt x="7929" y="3706"/>
                  </a:moveTo>
                  <a:lnTo>
                    <a:pt x="4426" y="7209"/>
                  </a:lnTo>
                  <a:cubicBezTo>
                    <a:pt x="4285" y="7350"/>
                    <a:pt x="4053" y="7350"/>
                    <a:pt x="3912" y="7209"/>
                  </a:cubicBezTo>
                  <a:lnTo>
                    <a:pt x="2122" y="5419"/>
                  </a:lnTo>
                  <a:cubicBezTo>
                    <a:pt x="1981" y="5278"/>
                    <a:pt x="1981" y="5046"/>
                    <a:pt x="2122" y="4904"/>
                  </a:cubicBezTo>
                  <a:cubicBezTo>
                    <a:pt x="2263" y="4763"/>
                    <a:pt x="2495" y="4763"/>
                    <a:pt x="2636" y="4904"/>
                  </a:cubicBezTo>
                  <a:lnTo>
                    <a:pt x="4168" y="6437"/>
                  </a:lnTo>
                  <a:lnTo>
                    <a:pt x="7413" y="3192"/>
                  </a:lnTo>
                  <a:cubicBezTo>
                    <a:pt x="7554" y="3051"/>
                    <a:pt x="7786" y="3051"/>
                    <a:pt x="7928" y="3192"/>
                  </a:cubicBezTo>
                  <a:cubicBezTo>
                    <a:pt x="8070" y="3333"/>
                    <a:pt x="8070" y="3563"/>
                    <a:pt x="7929" y="3706"/>
                  </a:cubicBezTo>
                  <a:close/>
                </a:path>
              </a:pathLst>
            </a:custGeom>
            <a:solidFill>
              <a:schemeClr val="accent4"/>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08" name="矩形 107">
              <a:extLst>
                <a:ext uri="{FF2B5EF4-FFF2-40B4-BE49-F238E27FC236}">
                  <a16:creationId xmlns:a16="http://schemas.microsoft.com/office/drawing/2014/main" id="{496ED09D-F150-40C7-A1B7-DCB7FC388DF9}"/>
                </a:ext>
              </a:extLst>
            </p:cNvPr>
            <p:cNvSpPr/>
            <p:nvPr/>
          </p:nvSpPr>
          <p:spPr>
            <a:xfrm>
              <a:off x="6182623" y="2960588"/>
              <a:ext cx="520997" cy="246831"/>
            </a:xfrm>
            <a:prstGeom prst="rect">
              <a:avLst/>
            </a:prstGeom>
            <a:solidFill>
              <a:schemeClr val="accent4">
                <a:alpha val="74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109" name="文本框 108">
              <a:extLst>
                <a:ext uri="{FF2B5EF4-FFF2-40B4-BE49-F238E27FC236}">
                  <a16:creationId xmlns:a16="http://schemas.microsoft.com/office/drawing/2014/main" id="{7B2E9DAE-2112-4C23-9658-B052F6D95A6C}"/>
                </a:ext>
              </a:extLst>
            </p:cNvPr>
            <p:cNvSpPr txBox="1"/>
            <p:nvPr/>
          </p:nvSpPr>
          <p:spPr>
            <a:xfrm>
              <a:off x="8086386" y="3234470"/>
              <a:ext cx="688835" cy="369332"/>
            </a:xfrm>
            <a:prstGeom prst="rect">
              <a:avLst/>
            </a:prstGeom>
            <a:noFill/>
          </p:spPr>
          <p:txBody>
            <a:bodyPr wrap="square" rtlCol="0">
              <a:spAutoFit/>
            </a:bodyPr>
            <a:lstStyle/>
            <a:p>
              <a:pPr algn="ctr"/>
              <a:r>
                <a:rPr lang="zh-CN" altLang="en-US" b="1" dirty="0">
                  <a:solidFill>
                    <a:schemeClr val="accent4"/>
                  </a:solidFill>
                </a:rPr>
                <a:t>接受</a:t>
              </a:r>
            </a:p>
          </p:txBody>
        </p:sp>
        <p:sp>
          <p:nvSpPr>
            <p:cNvPr id="110" name="文本框 109">
              <a:extLst>
                <a:ext uri="{FF2B5EF4-FFF2-40B4-BE49-F238E27FC236}">
                  <a16:creationId xmlns:a16="http://schemas.microsoft.com/office/drawing/2014/main" id="{122EB36D-E75E-4329-82AB-6672829CCF26}"/>
                </a:ext>
              </a:extLst>
            </p:cNvPr>
            <p:cNvSpPr txBox="1"/>
            <p:nvPr/>
          </p:nvSpPr>
          <p:spPr>
            <a:xfrm>
              <a:off x="8600599" y="4550196"/>
              <a:ext cx="688835" cy="369332"/>
            </a:xfrm>
            <a:prstGeom prst="rect">
              <a:avLst/>
            </a:prstGeom>
            <a:noFill/>
          </p:spPr>
          <p:txBody>
            <a:bodyPr wrap="square" rtlCol="0">
              <a:spAutoFit/>
            </a:bodyPr>
            <a:lstStyle/>
            <a:p>
              <a:pPr algn="ctr"/>
              <a:r>
                <a:rPr lang="zh-CN" altLang="en-US" b="1" dirty="0">
                  <a:solidFill>
                    <a:schemeClr val="accent1">
                      <a:lumMod val="75000"/>
                    </a:schemeClr>
                  </a:solidFill>
                </a:rPr>
                <a:t>丢弃</a:t>
              </a:r>
            </a:p>
          </p:txBody>
        </p:sp>
        <p:sp>
          <p:nvSpPr>
            <p:cNvPr id="111" name="文本框 110">
              <a:extLst>
                <a:ext uri="{FF2B5EF4-FFF2-40B4-BE49-F238E27FC236}">
                  <a16:creationId xmlns:a16="http://schemas.microsoft.com/office/drawing/2014/main" id="{E58CA1A6-533A-4EFA-9472-9247BB60B8CA}"/>
                </a:ext>
              </a:extLst>
            </p:cNvPr>
            <p:cNvSpPr txBox="1"/>
            <p:nvPr/>
          </p:nvSpPr>
          <p:spPr>
            <a:xfrm>
              <a:off x="7910605" y="5583471"/>
              <a:ext cx="688835" cy="369332"/>
            </a:xfrm>
            <a:prstGeom prst="rect">
              <a:avLst/>
            </a:prstGeom>
            <a:noFill/>
          </p:spPr>
          <p:txBody>
            <a:bodyPr wrap="square" rtlCol="0">
              <a:spAutoFit/>
            </a:bodyPr>
            <a:lstStyle/>
            <a:p>
              <a:pPr algn="ctr"/>
              <a:r>
                <a:rPr lang="zh-CN" altLang="en-US" b="1" dirty="0">
                  <a:solidFill>
                    <a:schemeClr val="accent1">
                      <a:lumMod val="75000"/>
                    </a:schemeClr>
                  </a:solidFill>
                </a:rPr>
                <a:t>丢弃</a:t>
              </a:r>
            </a:p>
          </p:txBody>
        </p:sp>
      </p:grpSp>
      <p:grpSp>
        <p:nvGrpSpPr>
          <p:cNvPr id="112" name="组合 111">
            <a:extLst>
              <a:ext uri="{FF2B5EF4-FFF2-40B4-BE49-F238E27FC236}">
                <a16:creationId xmlns:a16="http://schemas.microsoft.com/office/drawing/2014/main" id="{6714085E-5228-4039-ACB2-BB706C4CE46B}"/>
              </a:ext>
            </a:extLst>
          </p:cNvPr>
          <p:cNvGrpSpPr/>
          <p:nvPr/>
        </p:nvGrpSpPr>
        <p:grpSpPr>
          <a:xfrm>
            <a:off x="8103062" y="3512489"/>
            <a:ext cx="3590632" cy="2887965"/>
            <a:chOff x="3207781" y="1105990"/>
            <a:chExt cx="5776438" cy="4646020"/>
          </a:xfrm>
        </p:grpSpPr>
        <p:sp>
          <p:nvSpPr>
            <p:cNvPr id="113" name="任意多边形 4">
              <a:extLst>
                <a:ext uri="{FF2B5EF4-FFF2-40B4-BE49-F238E27FC236}">
                  <a16:creationId xmlns:a16="http://schemas.microsoft.com/office/drawing/2014/main" id="{7B775B39-452D-4ADA-B7D2-6ABE960F6DAB}"/>
                </a:ext>
              </a:extLst>
            </p:cNvPr>
            <p:cNvSpPr/>
            <p:nvPr/>
          </p:nvSpPr>
          <p:spPr>
            <a:xfrm>
              <a:off x="3598883" y="5220505"/>
              <a:ext cx="5385336" cy="531505"/>
            </a:xfrm>
            <a:custGeom>
              <a:avLst/>
              <a:gdLst>
                <a:gd name="connsiteX0" fmla="*/ -514 w 4756429"/>
                <a:gd name="connsiteY0" fmla="*/ 234476 h 469435"/>
                <a:gd name="connsiteX1" fmla="*/ 2377732 w 4756429"/>
                <a:gd name="connsiteY1" fmla="*/ -210 h 469435"/>
                <a:gd name="connsiteX2" fmla="*/ 4755915 w 4756429"/>
                <a:gd name="connsiteY2" fmla="*/ 234476 h 469435"/>
                <a:gd name="connsiteX3" fmla="*/ 2377732 w 4756429"/>
                <a:gd name="connsiteY3" fmla="*/ 469226 h 469435"/>
                <a:gd name="connsiteX4" fmla="*/ -514 w 4756429"/>
                <a:gd name="connsiteY4" fmla="*/ 234476 h 46943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756429" h="469435">
                  <a:moveTo>
                    <a:pt x="-514" y="234476"/>
                  </a:moveTo>
                  <a:cubicBezTo>
                    <a:pt x="-514" y="104871"/>
                    <a:pt x="1064277" y="-210"/>
                    <a:pt x="2377732" y="-210"/>
                  </a:cubicBezTo>
                  <a:cubicBezTo>
                    <a:pt x="3691187" y="-210"/>
                    <a:pt x="4755915" y="104871"/>
                    <a:pt x="4755915" y="234476"/>
                  </a:cubicBezTo>
                  <a:cubicBezTo>
                    <a:pt x="4755915" y="364081"/>
                    <a:pt x="3691187" y="469226"/>
                    <a:pt x="2377732" y="469226"/>
                  </a:cubicBezTo>
                  <a:cubicBezTo>
                    <a:pt x="1064277" y="469226"/>
                    <a:pt x="-514" y="364144"/>
                    <a:pt x="-514" y="234476"/>
                  </a:cubicBezTo>
                  <a:close/>
                </a:path>
              </a:pathLst>
            </a:custGeom>
            <a:solidFill>
              <a:srgbClr val="E8E8E8"/>
            </a:solidFill>
            <a:ln w="6346" cap="flat">
              <a:noFill/>
              <a:prstDash val="solid"/>
              <a:miter/>
            </a:ln>
          </p:spPr>
          <p:txBody>
            <a:bodyPr rtlCol="0" anchor="ctr"/>
            <a:lstStyle/>
            <a:p>
              <a:endParaRPr lang="zh-CN" altLang="en-US"/>
            </a:p>
          </p:txBody>
        </p:sp>
        <p:sp>
          <p:nvSpPr>
            <p:cNvPr id="114" name="任意多边形 5">
              <a:extLst>
                <a:ext uri="{FF2B5EF4-FFF2-40B4-BE49-F238E27FC236}">
                  <a16:creationId xmlns:a16="http://schemas.microsoft.com/office/drawing/2014/main" id="{BC3A064B-68EE-43C4-A598-45A2D0CD70BD}"/>
                </a:ext>
              </a:extLst>
            </p:cNvPr>
            <p:cNvSpPr/>
            <p:nvPr/>
          </p:nvSpPr>
          <p:spPr>
            <a:xfrm>
              <a:off x="4313321" y="3382454"/>
              <a:ext cx="883608" cy="1118025"/>
            </a:xfrm>
            <a:custGeom>
              <a:avLst/>
              <a:gdLst>
                <a:gd name="connsiteX0" fmla="*/ 304303 w 780419"/>
                <a:gd name="connsiteY0" fmla="*/ 118570 h 987461"/>
                <a:gd name="connsiteX1" fmla="*/ 254240 w 780419"/>
                <a:gd name="connsiteY1" fmla="*/ 127782 h 987461"/>
                <a:gd name="connsiteX2" fmla="*/ 200428 w 780419"/>
                <a:gd name="connsiteY2" fmla="*/ 182038 h 987461"/>
                <a:gd name="connsiteX3" fmla="*/ 189374 w 780419"/>
                <a:gd name="connsiteY3" fmla="*/ 260437 h 987461"/>
                <a:gd name="connsiteX4" fmla="*/ 195727 w 780419"/>
                <a:gd name="connsiteY4" fmla="*/ 517740 h 987461"/>
                <a:gd name="connsiteX5" fmla="*/ 71395 w 780419"/>
                <a:gd name="connsiteY5" fmla="*/ 592835 h 987461"/>
                <a:gd name="connsiteX6" fmla="*/ 24001 w 780419"/>
                <a:gd name="connsiteY6" fmla="*/ 840164 h 987461"/>
                <a:gd name="connsiteX7" fmla="*/ 249411 w 780419"/>
                <a:gd name="connsiteY7" fmla="*/ 982284 h 987461"/>
                <a:gd name="connsiteX8" fmla="*/ 522597 w 780419"/>
                <a:gd name="connsiteY8" fmla="*/ 959286 h 987461"/>
                <a:gd name="connsiteX9" fmla="*/ 699597 w 780419"/>
                <a:gd name="connsiteY9" fmla="*/ 889401 h 987461"/>
                <a:gd name="connsiteX10" fmla="*/ 708555 w 780419"/>
                <a:gd name="connsiteY10" fmla="*/ 575617 h 987461"/>
                <a:gd name="connsiteX11" fmla="*/ 764082 w 780419"/>
                <a:gd name="connsiteY11" fmla="*/ 389088 h 987461"/>
                <a:gd name="connsiteX12" fmla="*/ 606968 w 780419"/>
                <a:gd name="connsiteY12" fmla="*/ 27466 h 987461"/>
                <a:gd name="connsiteX13" fmla="*/ 304303 w 780419"/>
                <a:gd name="connsiteY13" fmla="*/ 118761 h 98746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780419" h="987461">
                  <a:moveTo>
                    <a:pt x="304303" y="118570"/>
                  </a:moveTo>
                  <a:cubicBezTo>
                    <a:pt x="307860" y="110184"/>
                    <a:pt x="258432" y="125940"/>
                    <a:pt x="254240" y="127782"/>
                  </a:cubicBezTo>
                  <a:cubicBezTo>
                    <a:pt x="230002" y="138284"/>
                    <a:pt x="210733" y="157712"/>
                    <a:pt x="200428" y="182038"/>
                  </a:cubicBezTo>
                  <a:cubicBezTo>
                    <a:pt x="191299" y="207108"/>
                    <a:pt x="187531" y="233817"/>
                    <a:pt x="189374" y="260437"/>
                  </a:cubicBezTo>
                  <a:cubicBezTo>
                    <a:pt x="191216" y="342393"/>
                    <a:pt x="253985" y="444679"/>
                    <a:pt x="195727" y="517740"/>
                  </a:cubicBezTo>
                  <a:cubicBezTo>
                    <a:pt x="165486" y="555478"/>
                    <a:pt x="111484" y="565706"/>
                    <a:pt x="71395" y="592835"/>
                  </a:cubicBezTo>
                  <a:cubicBezTo>
                    <a:pt x="-4843" y="644295"/>
                    <a:pt x="-20154" y="759351"/>
                    <a:pt x="24001" y="840164"/>
                  </a:cubicBezTo>
                  <a:cubicBezTo>
                    <a:pt x="68155" y="920976"/>
                    <a:pt x="158306" y="968752"/>
                    <a:pt x="249411" y="982284"/>
                  </a:cubicBezTo>
                  <a:cubicBezTo>
                    <a:pt x="340516" y="995816"/>
                    <a:pt x="433081" y="979552"/>
                    <a:pt x="522597" y="959286"/>
                  </a:cubicBezTo>
                  <a:cubicBezTo>
                    <a:pt x="584986" y="945182"/>
                    <a:pt x="648835" y="928092"/>
                    <a:pt x="699597" y="889401"/>
                  </a:cubicBezTo>
                  <a:cubicBezTo>
                    <a:pt x="819354" y="797724"/>
                    <a:pt x="763510" y="682986"/>
                    <a:pt x="708555" y="575617"/>
                  </a:cubicBezTo>
                  <a:cubicBezTo>
                    <a:pt x="673358" y="506876"/>
                    <a:pt x="736509" y="474475"/>
                    <a:pt x="764082" y="389088"/>
                  </a:cubicBezTo>
                  <a:cubicBezTo>
                    <a:pt x="813700" y="235469"/>
                    <a:pt x="742608" y="86360"/>
                    <a:pt x="606968" y="27466"/>
                  </a:cubicBezTo>
                  <a:cubicBezTo>
                    <a:pt x="384225" y="-69039"/>
                    <a:pt x="304747" y="117744"/>
                    <a:pt x="304303" y="118761"/>
                  </a:cubicBezTo>
                  <a:close/>
                </a:path>
              </a:pathLst>
            </a:custGeom>
            <a:solidFill>
              <a:srgbClr val="971D05"/>
            </a:solidFill>
            <a:ln w="6346" cap="flat">
              <a:noFill/>
              <a:prstDash val="solid"/>
              <a:miter/>
            </a:ln>
          </p:spPr>
          <p:txBody>
            <a:bodyPr rtlCol="0" anchor="ctr"/>
            <a:lstStyle/>
            <a:p>
              <a:endParaRPr lang="zh-CN" altLang="en-US"/>
            </a:p>
          </p:txBody>
        </p:sp>
        <p:sp>
          <p:nvSpPr>
            <p:cNvPr id="115" name="任意多边形 6">
              <a:extLst>
                <a:ext uri="{FF2B5EF4-FFF2-40B4-BE49-F238E27FC236}">
                  <a16:creationId xmlns:a16="http://schemas.microsoft.com/office/drawing/2014/main" id="{57F61ACB-5D6D-470B-B022-BACE7C312EEA}"/>
                </a:ext>
              </a:extLst>
            </p:cNvPr>
            <p:cNvSpPr/>
            <p:nvPr/>
          </p:nvSpPr>
          <p:spPr>
            <a:xfrm>
              <a:off x="4743753" y="3967018"/>
              <a:ext cx="251762" cy="311178"/>
            </a:xfrm>
            <a:custGeom>
              <a:avLst/>
              <a:gdLst>
                <a:gd name="connsiteX0" fmla="*/ 110730 w 222361"/>
                <a:gd name="connsiteY0" fmla="*/ 274628 h 274838"/>
                <a:gd name="connsiteX1" fmla="*/ 110730 w 222361"/>
                <a:gd name="connsiteY1" fmla="*/ 274628 h 274838"/>
                <a:gd name="connsiteX2" fmla="*/ -514 w 222361"/>
                <a:gd name="connsiteY2" fmla="*/ 126853 h 274838"/>
                <a:gd name="connsiteX3" fmla="*/ -514 w 222361"/>
                <a:gd name="connsiteY3" fmla="*/ -210 h 274838"/>
                <a:gd name="connsiteX4" fmla="*/ 221847 w 222361"/>
                <a:gd name="connsiteY4" fmla="*/ -210 h 274838"/>
                <a:gd name="connsiteX5" fmla="*/ 221847 w 222361"/>
                <a:gd name="connsiteY5" fmla="*/ 126853 h 274838"/>
                <a:gd name="connsiteX6" fmla="*/ 111937 w 222361"/>
                <a:gd name="connsiteY6" fmla="*/ 274628 h 27483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22361" h="274838">
                  <a:moveTo>
                    <a:pt x="110730" y="274628"/>
                  </a:moveTo>
                  <a:lnTo>
                    <a:pt x="110730" y="274628"/>
                  </a:lnTo>
                  <a:cubicBezTo>
                    <a:pt x="49358" y="274628"/>
                    <a:pt x="-451" y="163639"/>
                    <a:pt x="-514" y="126853"/>
                  </a:cubicBezTo>
                  <a:lnTo>
                    <a:pt x="-514" y="-210"/>
                  </a:lnTo>
                  <a:lnTo>
                    <a:pt x="221847" y="-210"/>
                  </a:lnTo>
                  <a:lnTo>
                    <a:pt x="221847" y="126853"/>
                  </a:lnTo>
                  <a:cubicBezTo>
                    <a:pt x="221847" y="163448"/>
                    <a:pt x="172991" y="274438"/>
                    <a:pt x="111937" y="274628"/>
                  </a:cubicBezTo>
                  <a:close/>
                </a:path>
              </a:pathLst>
            </a:custGeom>
            <a:solidFill>
              <a:srgbClr val="FF93B1"/>
            </a:solidFill>
            <a:ln w="6346" cap="flat">
              <a:noFill/>
              <a:prstDash val="solid"/>
              <a:miter/>
            </a:ln>
          </p:spPr>
          <p:txBody>
            <a:bodyPr rtlCol="0" anchor="ctr"/>
            <a:lstStyle/>
            <a:p>
              <a:endParaRPr lang="zh-CN" altLang="en-US"/>
            </a:p>
          </p:txBody>
        </p:sp>
        <p:sp>
          <p:nvSpPr>
            <p:cNvPr id="116" name="任意多边形 7">
              <a:extLst>
                <a:ext uri="{FF2B5EF4-FFF2-40B4-BE49-F238E27FC236}">
                  <a16:creationId xmlns:a16="http://schemas.microsoft.com/office/drawing/2014/main" id="{A1BF5BC7-52DC-4C35-A4ED-279AAD3B5B73}"/>
                </a:ext>
              </a:extLst>
            </p:cNvPr>
            <p:cNvSpPr/>
            <p:nvPr/>
          </p:nvSpPr>
          <p:spPr>
            <a:xfrm>
              <a:off x="4572555" y="3764605"/>
              <a:ext cx="121406" cy="141542"/>
            </a:xfrm>
            <a:custGeom>
              <a:avLst/>
              <a:gdLst>
                <a:gd name="connsiteX0" fmla="*/ 77312 w 107228"/>
                <a:gd name="connsiteY0" fmla="*/ 27741 h 125013"/>
                <a:gd name="connsiteX1" fmla="*/ -514 w 107228"/>
                <a:gd name="connsiteY1" fmla="*/ 46801 h 125013"/>
                <a:gd name="connsiteX2" fmla="*/ 94783 w 107228"/>
                <a:gd name="connsiteY2" fmla="*/ 110332 h 125013"/>
                <a:gd name="connsiteX3" fmla="*/ 77312 w 107228"/>
                <a:gd name="connsiteY3" fmla="*/ 27741 h 125013"/>
              </a:gdLst>
              <a:ahLst/>
              <a:cxnLst>
                <a:cxn ang="0">
                  <a:pos x="connsiteX0" y="connsiteY0"/>
                </a:cxn>
                <a:cxn ang="0">
                  <a:pos x="connsiteX1" y="connsiteY1"/>
                </a:cxn>
                <a:cxn ang="0">
                  <a:pos x="connsiteX2" y="connsiteY2"/>
                </a:cxn>
                <a:cxn ang="0">
                  <a:pos x="connsiteX3" y="connsiteY3"/>
                </a:cxn>
              </a:cxnLst>
              <a:rect l="l" t="t" r="r" b="b"/>
              <a:pathLst>
                <a:path w="107228" h="125013">
                  <a:moveTo>
                    <a:pt x="77312" y="27741"/>
                  </a:moveTo>
                  <a:cubicBezTo>
                    <a:pt x="41226" y="-26515"/>
                    <a:pt x="-514" y="8364"/>
                    <a:pt x="-514" y="46801"/>
                  </a:cubicBezTo>
                  <a:cubicBezTo>
                    <a:pt x="-514" y="102073"/>
                    <a:pt x="60031" y="149722"/>
                    <a:pt x="94783" y="110332"/>
                  </a:cubicBezTo>
                  <a:cubicBezTo>
                    <a:pt x="129535" y="70943"/>
                    <a:pt x="77312" y="27741"/>
                    <a:pt x="77312" y="27741"/>
                  </a:cubicBezTo>
                  <a:close/>
                </a:path>
              </a:pathLst>
            </a:custGeom>
            <a:solidFill>
              <a:srgbClr val="FED0D6"/>
            </a:solidFill>
            <a:ln w="6346" cap="flat">
              <a:noFill/>
              <a:prstDash val="solid"/>
              <a:miter/>
            </a:ln>
          </p:spPr>
          <p:txBody>
            <a:bodyPr rtlCol="0" anchor="ctr"/>
            <a:lstStyle/>
            <a:p>
              <a:endParaRPr lang="zh-CN" altLang="en-US"/>
            </a:p>
          </p:txBody>
        </p:sp>
        <p:sp>
          <p:nvSpPr>
            <p:cNvPr id="117" name="任意多边形 8">
              <a:extLst>
                <a:ext uri="{FF2B5EF4-FFF2-40B4-BE49-F238E27FC236}">
                  <a16:creationId xmlns:a16="http://schemas.microsoft.com/office/drawing/2014/main" id="{027AF942-236E-457B-83EE-04637DB9214A}"/>
                </a:ext>
              </a:extLst>
            </p:cNvPr>
            <p:cNvSpPr/>
            <p:nvPr/>
          </p:nvSpPr>
          <p:spPr>
            <a:xfrm>
              <a:off x="5034066" y="3764605"/>
              <a:ext cx="121425" cy="141542"/>
            </a:xfrm>
            <a:custGeom>
              <a:avLst/>
              <a:gdLst>
                <a:gd name="connsiteX0" fmla="*/ 28968 w 107245"/>
                <a:gd name="connsiteY0" fmla="*/ 27741 h 125013"/>
                <a:gd name="connsiteX1" fmla="*/ 106731 w 107245"/>
                <a:gd name="connsiteY1" fmla="*/ 46801 h 125013"/>
                <a:gd name="connsiteX2" fmla="*/ 11433 w 107245"/>
                <a:gd name="connsiteY2" fmla="*/ 110332 h 125013"/>
                <a:gd name="connsiteX3" fmla="*/ 28968 w 107245"/>
                <a:gd name="connsiteY3" fmla="*/ 27741 h 125013"/>
              </a:gdLst>
              <a:ahLst/>
              <a:cxnLst>
                <a:cxn ang="0">
                  <a:pos x="connsiteX0" y="connsiteY0"/>
                </a:cxn>
                <a:cxn ang="0">
                  <a:pos x="connsiteX1" y="connsiteY1"/>
                </a:cxn>
                <a:cxn ang="0">
                  <a:pos x="connsiteX2" y="connsiteY2"/>
                </a:cxn>
                <a:cxn ang="0">
                  <a:pos x="connsiteX3" y="connsiteY3"/>
                </a:cxn>
              </a:cxnLst>
              <a:rect l="l" t="t" r="r" b="b"/>
              <a:pathLst>
                <a:path w="107245" h="125013">
                  <a:moveTo>
                    <a:pt x="28968" y="27741"/>
                  </a:moveTo>
                  <a:cubicBezTo>
                    <a:pt x="64927" y="-26515"/>
                    <a:pt x="106731" y="8364"/>
                    <a:pt x="106731" y="46801"/>
                  </a:cubicBezTo>
                  <a:cubicBezTo>
                    <a:pt x="106731" y="102073"/>
                    <a:pt x="46249" y="149722"/>
                    <a:pt x="11433" y="110332"/>
                  </a:cubicBezTo>
                  <a:cubicBezTo>
                    <a:pt x="-23382" y="70943"/>
                    <a:pt x="28968" y="27741"/>
                    <a:pt x="28968" y="27741"/>
                  </a:cubicBezTo>
                  <a:close/>
                </a:path>
              </a:pathLst>
            </a:custGeom>
            <a:solidFill>
              <a:srgbClr val="FED0D6"/>
            </a:solidFill>
            <a:ln w="6346" cap="flat">
              <a:noFill/>
              <a:prstDash val="solid"/>
              <a:miter/>
            </a:ln>
          </p:spPr>
          <p:txBody>
            <a:bodyPr rtlCol="0" anchor="ctr"/>
            <a:lstStyle/>
            <a:p>
              <a:endParaRPr lang="zh-CN" altLang="en-US"/>
            </a:p>
          </p:txBody>
        </p:sp>
        <p:sp>
          <p:nvSpPr>
            <p:cNvPr id="118" name="任意多边形 9">
              <a:extLst>
                <a:ext uri="{FF2B5EF4-FFF2-40B4-BE49-F238E27FC236}">
                  <a16:creationId xmlns:a16="http://schemas.microsoft.com/office/drawing/2014/main" id="{70A8B0C8-FA5D-4229-9A5D-492D89400C50}"/>
                </a:ext>
              </a:extLst>
            </p:cNvPr>
            <p:cNvSpPr/>
            <p:nvPr/>
          </p:nvSpPr>
          <p:spPr>
            <a:xfrm>
              <a:off x="4636485" y="3571274"/>
              <a:ext cx="453974" cy="467243"/>
            </a:xfrm>
            <a:custGeom>
              <a:avLst/>
              <a:gdLst>
                <a:gd name="connsiteX0" fmla="*/ 199817 w 400958"/>
                <a:gd name="connsiteY0" fmla="*/ 412468 h 412678"/>
                <a:gd name="connsiteX1" fmla="*/ 6744 w 400958"/>
                <a:gd name="connsiteY1" fmla="*/ 98113 h 412678"/>
                <a:gd name="connsiteX2" fmla="*/ 393207 w 400958"/>
                <a:gd name="connsiteY2" fmla="*/ 98113 h 412678"/>
                <a:gd name="connsiteX3" fmla="*/ 199817 w 400958"/>
                <a:gd name="connsiteY3" fmla="*/ 412468 h 412678"/>
              </a:gdLst>
              <a:ahLst/>
              <a:cxnLst>
                <a:cxn ang="0">
                  <a:pos x="connsiteX0" y="connsiteY0"/>
                </a:cxn>
                <a:cxn ang="0">
                  <a:pos x="connsiteX1" y="connsiteY1"/>
                </a:cxn>
                <a:cxn ang="0">
                  <a:pos x="connsiteX2" y="connsiteY2"/>
                </a:cxn>
                <a:cxn ang="0">
                  <a:pos x="connsiteX3" y="connsiteY3"/>
                </a:cxn>
              </a:cxnLst>
              <a:rect l="l" t="t" r="r" b="b"/>
              <a:pathLst>
                <a:path w="400958" h="412678">
                  <a:moveTo>
                    <a:pt x="199817" y="412468"/>
                  </a:moveTo>
                  <a:cubicBezTo>
                    <a:pt x="57569" y="412468"/>
                    <a:pt x="-26547" y="257387"/>
                    <a:pt x="6744" y="98113"/>
                  </a:cubicBezTo>
                  <a:cubicBezTo>
                    <a:pt x="34063" y="-33016"/>
                    <a:pt x="365762" y="-32953"/>
                    <a:pt x="393207" y="98113"/>
                  </a:cubicBezTo>
                  <a:cubicBezTo>
                    <a:pt x="426434" y="257387"/>
                    <a:pt x="342382" y="412595"/>
                    <a:pt x="199817" y="412468"/>
                  </a:cubicBezTo>
                  <a:close/>
                </a:path>
              </a:pathLst>
            </a:custGeom>
            <a:solidFill>
              <a:srgbClr val="FED0D6"/>
            </a:solidFill>
            <a:ln w="6346" cap="flat">
              <a:noFill/>
              <a:prstDash val="solid"/>
              <a:miter/>
            </a:ln>
          </p:spPr>
          <p:txBody>
            <a:bodyPr rtlCol="0" anchor="ctr"/>
            <a:lstStyle/>
            <a:p>
              <a:endParaRPr lang="zh-CN" altLang="en-US"/>
            </a:p>
          </p:txBody>
        </p:sp>
        <p:sp>
          <p:nvSpPr>
            <p:cNvPr id="119" name="任意多边形 10">
              <a:extLst>
                <a:ext uri="{FF2B5EF4-FFF2-40B4-BE49-F238E27FC236}">
                  <a16:creationId xmlns:a16="http://schemas.microsoft.com/office/drawing/2014/main" id="{5D145E4B-66C9-4A18-A59E-589908360AF1}"/>
                </a:ext>
              </a:extLst>
            </p:cNvPr>
            <p:cNvSpPr/>
            <p:nvPr/>
          </p:nvSpPr>
          <p:spPr>
            <a:xfrm>
              <a:off x="4757636" y="3487392"/>
              <a:ext cx="367502" cy="234313"/>
            </a:xfrm>
            <a:custGeom>
              <a:avLst/>
              <a:gdLst>
                <a:gd name="connsiteX0" fmla="*/ -514 w 324585"/>
                <a:gd name="connsiteY0" fmla="*/ 31541 h 206950"/>
                <a:gd name="connsiteX1" fmla="*/ 303231 w 324585"/>
                <a:gd name="connsiteY1" fmla="*/ 198693 h 206950"/>
                <a:gd name="connsiteX2" fmla="*/ 184045 w 324585"/>
                <a:gd name="connsiteY2" fmla="*/ 21757 h 206950"/>
                <a:gd name="connsiteX3" fmla="*/ -514 w 324585"/>
                <a:gd name="connsiteY3" fmla="*/ 31541 h 206950"/>
              </a:gdLst>
              <a:ahLst/>
              <a:cxnLst>
                <a:cxn ang="0">
                  <a:pos x="connsiteX0" y="connsiteY0"/>
                </a:cxn>
                <a:cxn ang="0">
                  <a:pos x="connsiteX1" y="connsiteY1"/>
                </a:cxn>
                <a:cxn ang="0">
                  <a:pos x="connsiteX2" y="connsiteY2"/>
                </a:cxn>
                <a:cxn ang="0">
                  <a:pos x="connsiteX3" y="connsiteY3"/>
                </a:cxn>
              </a:cxnLst>
              <a:rect l="l" t="t" r="r" b="b"/>
              <a:pathLst>
                <a:path w="324585" h="206950">
                  <a:moveTo>
                    <a:pt x="-514" y="31541"/>
                  </a:moveTo>
                  <a:cubicBezTo>
                    <a:pt x="-514" y="165911"/>
                    <a:pt x="253612" y="230650"/>
                    <a:pt x="303231" y="198693"/>
                  </a:cubicBezTo>
                  <a:cubicBezTo>
                    <a:pt x="352849" y="166737"/>
                    <a:pt x="314158" y="52951"/>
                    <a:pt x="184045" y="21757"/>
                  </a:cubicBezTo>
                  <a:cubicBezTo>
                    <a:pt x="53932" y="-9437"/>
                    <a:pt x="-197" y="-8484"/>
                    <a:pt x="-514" y="31541"/>
                  </a:cubicBezTo>
                  <a:close/>
                </a:path>
              </a:pathLst>
            </a:custGeom>
            <a:solidFill>
              <a:srgbClr val="971D05"/>
            </a:solidFill>
            <a:ln w="6346" cap="flat">
              <a:noFill/>
              <a:prstDash val="solid"/>
              <a:miter/>
            </a:ln>
          </p:spPr>
          <p:txBody>
            <a:bodyPr rtlCol="0" anchor="ctr"/>
            <a:lstStyle/>
            <a:p>
              <a:endParaRPr lang="zh-CN" altLang="en-US"/>
            </a:p>
          </p:txBody>
        </p:sp>
        <p:sp>
          <p:nvSpPr>
            <p:cNvPr id="120" name="任意多边形 11">
              <a:extLst>
                <a:ext uri="{FF2B5EF4-FFF2-40B4-BE49-F238E27FC236}">
                  <a16:creationId xmlns:a16="http://schemas.microsoft.com/office/drawing/2014/main" id="{58DD5DBA-C0D5-4876-9B39-1FF7D7229E9D}"/>
                </a:ext>
              </a:extLst>
            </p:cNvPr>
            <p:cNvSpPr/>
            <p:nvPr/>
          </p:nvSpPr>
          <p:spPr>
            <a:xfrm>
              <a:off x="4592900" y="3508707"/>
              <a:ext cx="173053" cy="238281"/>
            </a:xfrm>
            <a:custGeom>
              <a:avLst/>
              <a:gdLst>
                <a:gd name="connsiteX0" fmla="*/ 145428 w 152844"/>
                <a:gd name="connsiteY0" fmla="*/ 11762 h 210454"/>
                <a:gd name="connsiteX1" fmla="*/ 38759 w 152844"/>
                <a:gd name="connsiteY1" fmla="*/ 209790 h 210454"/>
                <a:gd name="connsiteX2" fmla="*/ 27704 w 152844"/>
                <a:gd name="connsiteY2" fmla="*/ 78089 h 210454"/>
                <a:gd name="connsiteX3" fmla="*/ 145428 w 152844"/>
                <a:gd name="connsiteY3" fmla="*/ 11762 h 210454"/>
              </a:gdLst>
              <a:ahLst/>
              <a:cxnLst>
                <a:cxn ang="0">
                  <a:pos x="connsiteX0" y="connsiteY0"/>
                </a:cxn>
                <a:cxn ang="0">
                  <a:pos x="connsiteX1" y="connsiteY1"/>
                </a:cxn>
                <a:cxn ang="0">
                  <a:pos x="connsiteX2" y="connsiteY2"/>
                </a:cxn>
                <a:cxn ang="0">
                  <a:pos x="connsiteX3" y="connsiteY3"/>
                </a:cxn>
              </a:cxnLst>
              <a:rect l="l" t="t" r="r" b="b"/>
              <a:pathLst>
                <a:path w="152844" h="210454">
                  <a:moveTo>
                    <a:pt x="145428" y="11762"/>
                  </a:moveTo>
                  <a:cubicBezTo>
                    <a:pt x="177703" y="76501"/>
                    <a:pt x="89076" y="219320"/>
                    <a:pt x="38759" y="209790"/>
                  </a:cubicBezTo>
                  <a:cubicBezTo>
                    <a:pt x="-11559" y="200261"/>
                    <a:pt x="-11622" y="144416"/>
                    <a:pt x="27704" y="78089"/>
                  </a:cubicBezTo>
                  <a:cubicBezTo>
                    <a:pt x="67030" y="11762"/>
                    <a:pt x="130117" y="-18987"/>
                    <a:pt x="145428" y="11762"/>
                  </a:cubicBezTo>
                  <a:close/>
                </a:path>
              </a:pathLst>
            </a:custGeom>
            <a:solidFill>
              <a:srgbClr val="971D05"/>
            </a:solidFill>
            <a:ln w="6346" cap="flat">
              <a:noFill/>
              <a:prstDash val="solid"/>
              <a:miter/>
            </a:ln>
          </p:spPr>
          <p:txBody>
            <a:bodyPr rtlCol="0" anchor="ctr"/>
            <a:lstStyle/>
            <a:p>
              <a:endParaRPr lang="zh-CN" altLang="en-US"/>
            </a:p>
          </p:txBody>
        </p:sp>
        <p:sp>
          <p:nvSpPr>
            <p:cNvPr id="121" name="任意多边形 12">
              <a:extLst>
                <a:ext uri="{FF2B5EF4-FFF2-40B4-BE49-F238E27FC236}">
                  <a16:creationId xmlns:a16="http://schemas.microsoft.com/office/drawing/2014/main" id="{3CAEE763-E8FE-479C-B4FF-7C5C57A8539D}"/>
                </a:ext>
              </a:extLst>
            </p:cNvPr>
            <p:cNvSpPr/>
            <p:nvPr/>
          </p:nvSpPr>
          <p:spPr>
            <a:xfrm>
              <a:off x="3612370" y="4281731"/>
              <a:ext cx="915035" cy="627652"/>
            </a:xfrm>
            <a:custGeom>
              <a:avLst/>
              <a:gdLst>
                <a:gd name="connsiteX0" fmla="*/ 797158 w 808176"/>
                <a:gd name="connsiteY0" fmla="*/ 72207 h 554354"/>
                <a:gd name="connsiteX1" fmla="*/ 561011 w 808176"/>
                <a:gd name="connsiteY1" fmla="*/ 325698 h 554354"/>
                <a:gd name="connsiteX2" fmla="*/ 47611 w 808176"/>
                <a:gd name="connsiteY2" fmla="*/ 553523 h 554354"/>
                <a:gd name="connsiteX3" fmla="*/ 47611 w 808176"/>
                <a:gd name="connsiteY3" fmla="*/ 451110 h 554354"/>
                <a:gd name="connsiteX4" fmla="*/ 496844 w 808176"/>
                <a:gd name="connsiteY4" fmla="*/ 243743 h 554354"/>
                <a:gd name="connsiteX5" fmla="*/ 650844 w 808176"/>
                <a:gd name="connsiteY5" fmla="*/ 90123 h 554354"/>
                <a:gd name="connsiteX6" fmla="*/ 699637 w 808176"/>
                <a:gd name="connsiteY6" fmla="*/ 36375 h 554354"/>
                <a:gd name="connsiteX7" fmla="*/ 709866 w 808176"/>
                <a:gd name="connsiteY7" fmla="*/ 18459 h 554354"/>
                <a:gd name="connsiteX8" fmla="*/ 709866 w 808176"/>
                <a:gd name="connsiteY8" fmla="*/ 21000 h 554354"/>
                <a:gd name="connsiteX9" fmla="*/ 797158 w 808176"/>
                <a:gd name="connsiteY9" fmla="*/ 72207 h 55435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808176" h="554354">
                  <a:moveTo>
                    <a:pt x="797158" y="72207"/>
                  </a:moveTo>
                  <a:cubicBezTo>
                    <a:pt x="727280" y="164525"/>
                    <a:pt x="648151" y="249460"/>
                    <a:pt x="561011" y="325698"/>
                  </a:cubicBezTo>
                  <a:cubicBezTo>
                    <a:pt x="422385" y="446027"/>
                    <a:pt x="242717" y="563752"/>
                    <a:pt x="47611" y="553523"/>
                  </a:cubicBezTo>
                  <a:cubicBezTo>
                    <a:pt x="-16556" y="548377"/>
                    <a:pt x="-16556" y="446027"/>
                    <a:pt x="47611" y="451110"/>
                  </a:cubicBezTo>
                  <a:cubicBezTo>
                    <a:pt x="219591" y="461339"/>
                    <a:pt x="376197" y="351302"/>
                    <a:pt x="496844" y="243743"/>
                  </a:cubicBezTo>
                  <a:cubicBezTo>
                    <a:pt x="553323" y="197682"/>
                    <a:pt x="602052" y="143871"/>
                    <a:pt x="650844" y="90123"/>
                  </a:cubicBezTo>
                  <a:cubicBezTo>
                    <a:pt x="668824" y="72207"/>
                    <a:pt x="684199" y="54291"/>
                    <a:pt x="699637" y="36375"/>
                  </a:cubicBezTo>
                  <a:cubicBezTo>
                    <a:pt x="703589" y="30727"/>
                    <a:pt x="707013" y="24730"/>
                    <a:pt x="709866" y="18459"/>
                  </a:cubicBezTo>
                  <a:cubicBezTo>
                    <a:pt x="717553" y="10772"/>
                    <a:pt x="702178" y="31165"/>
                    <a:pt x="709866" y="21000"/>
                  </a:cubicBezTo>
                  <a:cubicBezTo>
                    <a:pt x="748366" y="-30206"/>
                    <a:pt x="838199" y="21000"/>
                    <a:pt x="797158" y="72207"/>
                  </a:cubicBezTo>
                  <a:close/>
                </a:path>
              </a:pathLst>
            </a:custGeom>
            <a:solidFill>
              <a:srgbClr val="FED0D6"/>
            </a:solidFill>
            <a:ln w="6346" cap="flat">
              <a:noFill/>
              <a:prstDash val="solid"/>
              <a:miter/>
            </a:ln>
          </p:spPr>
          <p:txBody>
            <a:bodyPr rtlCol="0" anchor="ctr"/>
            <a:lstStyle/>
            <a:p>
              <a:endParaRPr lang="zh-CN" altLang="en-US"/>
            </a:p>
          </p:txBody>
        </p:sp>
        <p:sp>
          <p:nvSpPr>
            <p:cNvPr id="122" name="任意多边形 13">
              <a:extLst>
                <a:ext uri="{FF2B5EF4-FFF2-40B4-BE49-F238E27FC236}">
                  <a16:creationId xmlns:a16="http://schemas.microsoft.com/office/drawing/2014/main" id="{8F56551F-6332-4411-96C1-396EAE7391F6}"/>
                </a:ext>
              </a:extLst>
            </p:cNvPr>
            <p:cNvSpPr/>
            <p:nvPr/>
          </p:nvSpPr>
          <p:spPr>
            <a:xfrm>
              <a:off x="5248839" y="3957542"/>
              <a:ext cx="415701" cy="712692"/>
            </a:xfrm>
            <a:custGeom>
              <a:avLst/>
              <a:gdLst>
                <a:gd name="connsiteX0" fmla="*/ 90290 w 367155"/>
                <a:gd name="connsiteY0" fmla="*/ 275691 h 629463"/>
                <a:gd name="connsiteX1" fmla="*/ 229361 w 367155"/>
                <a:gd name="connsiteY1" fmla="*/ 451738 h 629463"/>
                <a:gd name="connsiteX2" fmla="*/ 246959 w 367155"/>
                <a:gd name="connsiteY2" fmla="*/ 471877 h 629463"/>
                <a:gd name="connsiteX3" fmla="*/ 201979 w 367155"/>
                <a:gd name="connsiteY3" fmla="*/ 211016 h 629463"/>
                <a:gd name="connsiteX4" fmla="*/ 194292 w 367155"/>
                <a:gd name="connsiteY4" fmla="*/ 113241 h 629463"/>
                <a:gd name="connsiteX5" fmla="*/ 298420 w 367155"/>
                <a:gd name="connsiteY5" fmla="*/ 6952 h 629463"/>
                <a:gd name="connsiteX6" fmla="*/ 340732 w 367155"/>
                <a:gd name="connsiteY6" fmla="*/ 100280 h 629463"/>
                <a:gd name="connsiteX7" fmla="*/ 314748 w 367155"/>
                <a:gd name="connsiteY7" fmla="*/ 117624 h 629463"/>
                <a:gd name="connsiteX8" fmla="*/ 294544 w 367155"/>
                <a:gd name="connsiteY8" fmla="*/ 135286 h 629463"/>
                <a:gd name="connsiteX9" fmla="*/ 296006 w 367155"/>
                <a:gd name="connsiteY9" fmla="*/ 157077 h 629463"/>
                <a:gd name="connsiteX10" fmla="*/ 320402 w 367155"/>
                <a:gd name="connsiteY10" fmla="*/ 297927 h 629463"/>
                <a:gd name="connsiteX11" fmla="*/ 354518 w 367155"/>
                <a:gd name="connsiteY11" fmla="*/ 572194 h 629463"/>
                <a:gd name="connsiteX12" fmla="*/ 268560 w 367155"/>
                <a:gd name="connsiteY12" fmla="*/ 625243 h 629463"/>
                <a:gd name="connsiteX13" fmla="*/ 170785 w 367155"/>
                <a:gd name="connsiteY13" fmla="*/ 540237 h 629463"/>
                <a:gd name="connsiteX14" fmla="*/ 9668 w 367155"/>
                <a:gd name="connsiteY14" fmla="*/ 340176 h 629463"/>
                <a:gd name="connsiteX15" fmla="*/ 90290 w 367155"/>
                <a:gd name="connsiteY15" fmla="*/ 275437 h 62946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67155" h="629463">
                  <a:moveTo>
                    <a:pt x="90290" y="275691"/>
                  </a:moveTo>
                  <a:cubicBezTo>
                    <a:pt x="134762" y="336999"/>
                    <a:pt x="181013" y="394877"/>
                    <a:pt x="229361" y="451738"/>
                  </a:cubicBezTo>
                  <a:cubicBezTo>
                    <a:pt x="235714" y="459997"/>
                    <a:pt x="241432" y="465969"/>
                    <a:pt x="246959" y="471877"/>
                  </a:cubicBezTo>
                  <a:cubicBezTo>
                    <a:pt x="235460" y="384267"/>
                    <a:pt x="213478" y="298626"/>
                    <a:pt x="201979" y="211016"/>
                  </a:cubicBezTo>
                  <a:cubicBezTo>
                    <a:pt x="196325" y="179822"/>
                    <a:pt x="189273" y="146277"/>
                    <a:pt x="194292" y="113241"/>
                  </a:cubicBezTo>
                  <a:cubicBezTo>
                    <a:pt x="199692" y="62923"/>
                    <a:pt x="258395" y="30649"/>
                    <a:pt x="298420" y="6952"/>
                  </a:cubicBezTo>
                  <a:cubicBezTo>
                    <a:pt x="353692" y="-26593"/>
                    <a:pt x="396068" y="66735"/>
                    <a:pt x="340732" y="100280"/>
                  </a:cubicBezTo>
                  <a:cubicBezTo>
                    <a:pt x="351342" y="92593"/>
                    <a:pt x="319449" y="115528"/>
                    <a:pt x="314748" y="117624"/>
                  </a:cubicBezTo>
                  <a:cubicBezTo>
                    <a:pt x="304138" y="125311"/>
                    <a:pt x="296705" y="139924"/>
                    <a:pt x="294544" y="135286"/>
                  </a:cubicBezTo>
                  <a:cubicBezTo>
                    <a:pt x="294544" y="141004"/>
                    <a:pt x="296451" y="145642"/>
                    <a:pt x="296006" y="157077"/>
                  </a:cubicBezTo>
                  <a:cubicBezTo>
                    <a:pt x="303375" y="204409"/>
                    <a:pt x="310682" y="251740"/>
                    <a:pt x="320402" y="297927"/>
                  </a:cubicBezTo>
                  <a:cubicBezTo>
                    <a:pt x="335523" y="381090"/>
                    <a:pt x="369321" y="486744"/>
                    <a:pt x="354518" y="572194"/>
                  </a:cubicBezTo>
                  <a:cubicBezTo>
                    <a:pt x="348165" y="614442"/>
                    <a:pt x="311698" y="639474"/>
                    <a:pt x="268560" y="625243"/>
                  </a:cubicBezTo>
                  <a:cubicBezTo>
                    <a:pt x="230124" y="608915"/>
                    <a:pt x="198358" y="569906"/>
                    <a:pt x="170785" y="540237"/>
                  </a:cubicBezTo>
                  <a:cubicBezTo>
                    <a:pt x="113695" y="476343"/>
                    <a:pt x="59922" y="409571"/>
                    <a:pt x="9668" y="340176"/>
                  </a:cubicBezTo>
                  <a:cubicBezTo>
                    <a:pt x="-28451" y="287127"/>
                    <a:pt x="49821" y="223468"/>
                    <a:pt x="90290" y="275437"/>
                  </a:cubicBezTo>
                  <a:close/>
                </a:path>
              </a:pathLst>
            </a:custGeom>
            <a:solidFill>
              <a:srgbClr val="FED0D6"/>
            </a:solidFill>
            <a:ln w="6346" cap="flat">
              <a:noFill/>
              <a:prstDash val="solid"/>
              <a:miter/>
            </a:ln>
          </p:spPr>
          <p:txBody>
            <a:bodyPr rtlCol="0" anchor="ctr"/>
            <a:lstStyle/>
            <a:p>
              <a:endParaRPr lang="zh-CN" altLang="en-US"/>
            </a:p>
          </p:txBody>
        </p:sp>
        <p:sp>
          <p:nvSpPr>
            <p:cNvPr id="123" name="任意多边形 14">
              <a:extLst>
                <a:ext uri="{FF2B5EF4-FFF2-40B4-BE49-F238E27FC236}">
                  <a16:creationId xmlns:a16="http://schemas.microsoft.com/office/drawing/2014/main" id="{C23DC353-BDE8-49BE-965D-F110CED6EDB5}"/>
                </a:ext>
              </a:extLst>
            </p:cNvPr>
            <p:cNvSpPr/>
            <p:nvPr/>
          </p:nvSpPr>
          <p:spPr>
            <a:xfrm>
              <a:off x="4494869" y="4089375"/>
              <a:ext cx="731188" cy="915335"/>
            </a:xfrm>
            <a:custGeom>
              <a:avLst/>
              <a:gdLst>
                <a:gd name="connsiteX0" fmla="*/ -514 w 645799"/>
                <a:gd name="connsiteY0" fmla="*/ 61416 h 808441"/>
                <a:gd name="connsiteX1" fmla="*/ 219877 w 645799"/>
                <a:gd name="connsiteY1" fmla="*/ -210 h 808441"/>
                <a:gd name="connsiteX2" fmla="*/ 333662 w 645799"/>
                <a:gd name="connsiteY2" fmla="*/ 71263 h 808441"/>
                <a:gd name="connsiteX3" fmla="*/ 441666 w 645799"/>
                <a:gd name="connsiteY3" fmla="*/ -210 h 808441"/>
                <a:gd name="connsiteX4" fmla="*/ 481564 w 645799"/>
                <a:gd name="connsiteY4" fmla="*/ 3475 h 808441"/>
                <a:gd name="connsiteX5" fmla="*/ 625527 w 645799"/>
                <a:gd name="connsiteY5" fmla="*/ 23360 h 808441"/>
                <a:gd name="connsiteX6" fmla="*/ 637598 w 645799"/>
                <a:gd name="connsiteY6" fmla="*/ 333459 h 808441"/>
                <a:gd name="connsiteX7" fmla="*/ 645285 w 645799"/>
                <a:gd name="connsiteY7" fmla="*/ 792920 h 808441"/>
                <a:gd name="connsiteX8" fmla="*/ 384488 w 645799"/>
                <a:gd name="connsiteY8" fmla="*/ 808231 h 808441"/>
                <a:gd name="connsiteX9" fmla="*/ 20006 w 645799"/>
                <a:gd name="connsiteY9" fmla="*/ 792920 h 808441"/>
                <a:gd name="connsiteX10" fmla="*/ 27694 w 645799"/>
                <a:gd name="connsiteY10" fmla="*/ 333459 h 808441"/>
                <a:gd name="connsiteX11" fmla="*/ -514 w 645799"/>
                <a:gd name="connsiteY11" fmla="*/ 61416 h 80844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645799" h="808441">
                  <a:moveTo>
                    <a:pt x="-514" y="61416"/>
                  </a:moveTo>
                  <a:lnTo>
                    <a:pt x="219877" y="-210"/>
                  </a:lnTo>
                  <a:cubicBezTo>
                    <a:pt x="235252" y="69103"/>
                    <a:pt x="308250" y="71263"/>
                    <a:pt x="333662" y="71263"/>
                  </a:cubicBezTo>
                  <a:cubicBezTo>
                    <a:pt x="365428" y="71263"/>
                    <a:pt x="426292" y="69103"/>
                    <a:pt x="441666" y="-210"/>
                  </a:cubicBezTo>
                  <a:lnTo>
                    <a:pt x="481564" y="3475"/>
                  </a:lnTo>
                  <a:cubicBezTo>
                    <a:pt x="594142" y="14085"/>
                    <a:pt x="625527" y="23360"/>
                    <a:pt x="625527" y="23360"/>
                  </a:cubicBezTo>
                  <a:cubicBezTo>
                    <a:pt x="597382" y="336508"/>
                    <a:pt x="658436" y="258428"/>
                    <a:pt x="637598" y="333459"/>
                  </a:cubicBezTo>
                  <a:cubicBezTo>
                    <a:pt x="581436" y="535045"/>
                    <a:pt x="645285" y="792920"/>
                    <a:pt x="645285" y="792920"/>
                  </a:cubicBezTo>
                  <a:cubicBezTo>
                    <a:pt x="543317" y="808231"/>
                    <a:pt x="455770" y="808231"/>
                    <a:pt x="384488" y="808231"/>
                  </a:cubicBezTo>
                  <a:cubicBezTo>
                    <a:pt x="17401" y="808231"/>
                    <a:pt x="20006" y="792920"/>
                    <a:pt x="20006" y="792920"/>
                  </a:cubicBezTo>
                  <a:cubicBezTo>
                    <a:pt x="20006" y="792920"/>
                    <a:pt x="85889" y="477866"/>
                    <a:pt x="27694" y="333459"/>
                  </a:cubicBezTo>
                  <a:cubicBezTo>
                    <a:pt x="2281" y="269927"/>
                    <a:pt x="-514" y="61416"/>
                    <a:pt x="-514" y="61416"/>
                  </a:cubicBezTo>
                  <a:close/>
                </a:path>
              </a:pathLst>
            </a:custGeom>
            <a:solidFill>
              <a:srgbClr val="BE5ED3"/>
            </a:solidFill>
            <a:ln w="6346" cap="flat">
              <a:noFill/>
              <a:prstDash val="solid"/>
              <a:miter/>
            </a:ln>
          </p:spPr>
          <p:txBody>
            <a:bodyPr rtlCol="0" anchor="ctr"/>
            <a:lstStyle/>
            <a:p>
              <a:endParaRPr lang="zh-CN" altLang="en-US"/>
            </a:p>
          </p:txBody>
        </p:sp>
        <p:sp>
          <p:nvSpPr>
            <p:cNvPr id="124" name="任意多边形 15">
              <a:extLst>
                <a:ext uri="{FF2B5EF4-FFF2-40B4-BE49-F238E27FC236}">
                  <a16:creationId xmlns:a16="http://schemas.microsoft.com/office/drawing/2014/main" id="{05923FEB-4136-420B-8FF8-DA213E23B335}"/>
                </a:ext>
              </a:extLst>
            </p:cNvPr>
            <p:cNvSpPr/>
            <p:nvPr/>
          </p:nvSpPr>
          <p:spPr>
            <a:xfrm>
              <a:off x="4736560" y="4414867"/>
              <a:ext cx="302114" cy="302114"/>
            </a:xfrm>
            <a:custGeom>
              <a:avLst/>
              <a:gdLst>
                <a:gd name="connsiteX0" fmla="*/ 266833 w 266833"/>
                <a:gd name="connsiteY0" fmla="*/ 133417 h 266833"/>
                <a:gd name="connsiteX1" fmla="*/ 133417 w 266833"/>
                <a:gd name="connsiteY1" fmla="*/ 266833 h 266833"/>
                <a:gd name="connsiteX2" fmla="*/ 0 w 266833"/>
                <a:gd name="connsiteY2" fmla="*/ 133417 h 266833"/>
                <a:gd name="connsiteX3" fmla="*/ 133417 w 266833"/>
                <a:gd name="connsiteY3" fmla="*/ 0 h 266833"/>
                <a:gd name="connsiteX4" fmla="*/ 266833 w 266833"/>
                <a:gd name="connsiteY4" fmla="*/ 133417 h 26683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66833" h="266833">
                  <a:moveTo>
                    <a:pt x="266833" y="133417"/>
                  </a:moveTo>
                  <a:cubicBezTo>
                    <a:pt x="266833" y="207101"/>
                    <a:pt x="207101" y="266833"/>
                    <a:pt x="133417" y="266833"/>
                  </a:cubicBezTo>
                  <a:cubicBezTo>
                    <a:pt x="59733" y="266833"/>
                    <a:pt x="0" y="207101"/>
                    <a:pt x="0" y="133417"/>
                  </a:cubicBezTo>
                  <a:cubicBezTo>
                    <a:pt x="0" y="59733"/>
                    <a:pt x="59733" y="0"/>
                    <a:pt x="133417" y="0"/>
                  </a:cubicBezTo>
                  <a:cubicBezTo>
                    <a:pt x="207101" y="0"/>
                    <a:pt x="266833" y="59733"/>
                    <a:pt x="266833" y="133417"/>
                  </a:cubicBezTo>
                  <a:close/>
                </a:path>
              </a:pathLst>
            </a:custGeom>
            <a:solidFill>
              <a:srgbClr val="FFC545"/>
            </a:solidFill>
            <a:ln w="6346" cap="flat">
              <a:noFill/>
              <a:prstDash val="solid"/>
              <a:miter/>
            </a:ln>
          </p:spPr>
          <p:txBody>
            <a:bodyPr rtlCol="0" anchor="ctr"/>
            <a:lstStyle/>
            <a:p>
              <a:endParaRPr lang="zh-CN" altLang="en-US"/>
            </a:p>
          </p:txBody>
        </p:sp>
        <p:sp>
          <p:nvSpPr>
            <p:cNvPr id="125" name="任意多边形 16">
              <a:extLst>
                <a:ext uri="{FF2B5EF4-FFF2-40B4-BE49-F238E27FC236}">
                  <a16:creationId xmlns:a16="http://schemas.microsoft.com/office/drawing/2014/main" id="{B5B96F1F-7C3B-471E-B19F-D59C8CCB7C28}"/>
                </a:ext>
              </a:extLst>
            </p:cNvPr>
            <p:cNvSpPr/>
            <p:nvPr/>
          </p:nvSpPr>
          <p:spPr>
            <a:xfrm>
              <a:off x="4808492" y="4501185"/>
              <a:ext cx="28772" cy="57545"/>
            </a:xfrm>
            <a:custGeom>
              <a:avLst/>
              <a:gdLst>
                <a:gd name="connsiteX0" fmla="*/ 25413 w 25412"/>
                <a:gd name="connsiteY0" fmla="*/ 25413 h 50825"/>
                <a:gd name="connsiteX1" fmla="*/ 12706 w 25412"/>
                <a:gd name="connsiteY1" fmla="*/ 50825 h 50825"/>
                <a:gd name="connsiteX2" fmla="*/ 0 w 25412"/>
                <a:gd name="connsiteY2" fmla="*/ 25413 h 50825"/>
                <a:gd name="connsiteX3" fmla="*/ 12706 w 25412"/>
                <a:gd name="connsiteY3" fmla="*/ 0 h 50825"/>
                <a:gd name="connsiteX4" fmla="*/ 25413 w 25412"/>
                <a:gd name="connsiteY4" fmla="*/ 25413 h 508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5412" h="50825">
                  <a:moveTo>
                    <a:pt x="25413" y="25413"/>
                  </a:moveTo>
                  <a:cubicBezTo>
                    <a:pt x="25413" y="39448"/>
                    <a:pt x="19724" y="50825"/>
                    <a:pt x="12706" y="50825"/>
                  </a:cubicBezTo>
                  <a:cubicBezTo>
                    <a:pt x="5689" y="50825"/>
                    <a:pt x="0" y="39448"/>
                    <a:pt x="0" y="25413"/>
                  </a:cubicBezTo>
                  <a:cubicBezTo>
                    <a:pt x="0" y="11378"/>
                    <a:pt x="5689" y="0"/>
                    <a:pt x="12706" y="0"/>
                  </a:cubicBezTo>
                  <a:cubicBezTo>
                    <a:pt x="19724" y="0"/>
                    <a:pt x="25413" y="11378"/>
                    <a:pt x="25413" y="25413"/>
                  </a:cubicBezTo>
                  <a:close/>
                </a:path>
              </a:pathLst>
            </a:custGeom>
            <a:solidFill>
              <a:srgbClr val="00002B"/>
            </a:solidFill>
            <a:ln w="6346" cap="flat">
              <a:noFill/>
              <a:prstDash val="solid"/>
              <a:miter/>
            </a:ln>
          </p:spPr>
          <p:txBody>
            <a:bodyPr rtlCol="0" anchor="ctr"/>
            <a:lstStyle/>
            <a:p>
              <a:endParaRPr lang="zh-CN" altLang="en-US"/>
            </a:p>
          </p:txBody>
        </p:sp>
        <p:sp>
          <p:nvSpPr>
            <p:cNvPr id="126" name="任意多边形 17">
              <a:extLst>
                <a:ext uri="{FF2B5EF4-FFF2-40B4-BE49-F238E27FC236}">
                  <a16:creationId xmlns:a16="http://schemas.microsoft.com/office/drawing/2014/main" id="{AA98DF69-E359-4F02-BFE1-82C592B843AB}"/>
                </a:ext>
              </a:extLst>
            </p:cNvPr>
            <p:cNvSpPr/>
            <p:nvPr/>
          </p:nvSpPr>
          <p:spPr>
            <a:xfrm>
              <a:off x="4937970" y="4501185"/>
              <a:ext cx="28772" cy="57545"/>
            </a:xfrm>
            <a:custGeom>
              <a:avLst/>
              <a:gdLst>
                <a:gd name="connsiteX0" fmla="*/ 25413 w 25412"/>
                <a:gd name="connsiteY0" fmla="*/ 25413 h 50825"/>
                <a:gd name="connsiteX1" fmla="*/ 12706 w 25412"/>
                <a:gd name="connsiteY1" fmla="*/ 50825 h 50825"/>
                <a:gd name="connsiteX2" fmla="*/ 0 w 25412"/>
                <a:gd name="connsiteY2" fmla="*/ 25413 h 50825"/>
                <a:gd name="connsiteX3" fmla="*/ 12706 w 25412"/>
                <a:gd name="connsiteY3" fmla="*/ 0 h 50825"/>
                <a:gd name="connsiteX4" fmla="*/ 25413 w 25412"/>
                <a:gd name="connsiteY4" fmla="*/ 25413 h 508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5412" h="50825">
                  <a:moveTo>
                    <a:pt x="25413" y="25413"/>
                  </a:moveTo>
                  <a:cubicBezTo>
                    <a:pt x="25413" y="39448"/>
                    <a:pt x="19724" y="50825"/>
                    <a:pt x="12706" y="50825"/>
                  </a:cubicBezTo>
                  <a:cubicBezTo>
                    <a:pt x="5689" y="50825"/>
                    <a:pt x="0" y="39448"/>
                    <a:pt x="0" y="25413"/>
                  </a:cubicBezTo>
                  <a:cubicBezTo>
                    <a:pt x="0" y="11378"/>
                    <a:pt x="5689" y="0"/>
                    <a:pt x="12706" y="0"/>
                  </a:cubicBezTo>
                  <a:cubicBezTo>
                    <a:pt x="19724" y="0"/>
                    <a:pt x="25413" y="11378"/>
                    <a:pt x="25413" y="25413"/>
                  </a:cubicBezTo>
                  <a:close/>
                </a:path>
              </a:pathLst>
            </a:custGeom>
            <a:solidFill>
              <a:srgbClr val="00002B"/>
            </a:solidFill>
            <a:ln w="6346" cap="flat">
              <a:noFill/>
              <a:prstDash val="solid"/>
              <a:miter/>
            </a:ln>
          </p:spPr>
          <p:txBody>
            <a:bodyPr rtlCol="0" anchor="ctr"/>
            <a:lstStyle/>
            <a:p>
              <a:endParaRPr lang="zh-CN" altLang="en-US"/>
            </a:p>
          </p:txBody>
        </p:sp>
        <p:sp>
          <p:nvSpPr>
            <p:cNvPr id="127" name="任意多边形 18">
              <a:extLst>
                <a:ext uri="{FF2B5EF4-FFF2-40B4-BE49-F238E27FC236}">
                  <a16:creationId xmlns:a16="http://schemas.microsoft.com/office/drawing/2014/main" id="{CF73C997-8E3F-4C45-B5E5-737C1D3F841A}"/>
                </a:ext>
              </a:extLst>
            </p:cNvPr>
            <p:cNvSpPr/>
            <p:nvPr/>
          </p:nvSpPr>
          <p:spPr>
            <a:xfrm>
              <a:off x="4809355" y="4601890"/>
              <a:ext cx="156524" cy="64640"/>
            </a:xfrm>
            <a:custGeom>
              <a:avLst/>
              <a:gdLst>
                <a:gd name="connsiteX0" fmla="*/ -514 w 138245"/>
                <a:gd name="connsiteY0" fmla="*/ -210 h 57091"/>
                <a:gd name="connsiteX1" fmla="*/ 81924 w 138245"/>
                <a:gd name="connsiteY1" fmla="*/ 55596 h 57091"/>
                <a:gd name="connsiteX2" fmla="*/ 137731 w 138245"/>
                <a:gd name="connsiteY2" fmla="*/ -210 h 57091"/>
              </a:gdLst>
              <a:ahLst/>
              <a:cxnLst>
                <a:cxn ang="0">
                  <a:pos x="connsiteX0" y="connsiteY0"/>
                </a:cxn>
                <a:cxn ang="0">
                  <a:pos x="connsiteX1" y="connsiteY1"/>
                </a:cxn>
                <a:cxn ang="0">
                  <a:pos x="connsiteX2" y="connsiteY2"/>
                </a:cxn>
              </a:cxnLst>
              <a:rect l="l" t="t" r="r" b="b"/>
              <a:pathLst>
                <a:path w="138245" h="57091">
                  <a:moveTo>
                    <a:pt x="-514" y="-210"/>
                  </a:moveTo>
                  <a:cubicBezTo>
                    <a:pt x="6836" y="37966"/>
                    <a:pt x="43748" y="62953"/>
                    <a:pt x="81924" y="55596"/>
                  </a:cubicBezTo>
                  <a:cubicBezTo>
                    <a:pt x="110183" y="50152"/>
                    <a:pt x="132286" y="28055"/>
                    <a:pt x="137731" y="-210"/>
                  </a:cubicBezTo>
                  <a:close/>
                </a:path>
              </a:pathLst>
            </a:custGeom>
            <a:solidFill>
              <a:srgbClr val="E27AA5"/>
            </a:solidFill>
            <a:ln w="6346" cap="flat">
              <a:noFill/>
              <a:prstDash val="solid"/>
              <a:miter/>
            </a:ln>
          </p:spPr>
          <p:txBody>
            <a:bodyPr rtlCol="0" anchor="ctr"/>
            <a:lstStyle/>
            <a:p>
              <a:endParaRPr lang="zh-CN" altLang="en-US"/>
            </a:p>
          </p:txBody>
        </p:sp>
        <p:sp>
          <p:nvSpPr>
            <p:cNvPr id="128" name="任意多边形 19">
              <a:extLst>
                <a:ext uri="{FF2B5EF4-FFF2-40B4-BE49-F238E27FC236}">
                  <a16:creationId xmlns:a16="http://schemas.microsoft.com/office/drawing/2014/main" id="{53AD7D04-0840-4B0F-A6F4-A044A0D193A0}"/>
                </a:ext>
              </a:extLst>
            </p:cNvPr>
            <p:cNvSpPr/>
            <p:nvPr/>
          </p:nvSpPr>
          <p:spPr>
            <a:xfrm>
              <a:off x="4509837" y="4987374"/>
              <a:ext cx="724245" cy="307437"/>
            </a:xfrm>
            <a:custGeom>
              <a:avLst/>
              <a:gdLst>
                <a:gd name="connsiteX0" fmla="*/ 6214 w 639667"/>
                <a:gd name="connsiteY0" fmla="*/ -210 h 271534"/>
                <a:gd name="connsiteX1" fmla="*/ 632637 w 639667"/>
                <a:gd name="connsiteY1" fmla="*/ -210 h 271534"/>
                <a:gd name="connsiteX2" fmla="*/ 537657 w 639667"/>
                <a:gd name="connsiteY2" fmla="*/ 271325 h 271534"/>
                <a:gd name="connsiteX3" fmla="*/ 101194 w 639667"/>
                <a:gd name="connsiteY3" fmla="*/ 271325 h 271534"/>
                <a:gd name="connsiteX4" fmla="*/ 5897 w 639667"/>
                <a:gd name="connsiteY4" fmla="*/ -210 h 27153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39667" h="271534">
                  <a:moveTo>
                    <a:pt x="6214" y="-210"/>
                  </a:moveTo>
                  <a:cubicBezTo>
                    <a:pt x="295029" y="15101"/>
                    <a:pt x="632637" y="-210"/>
                    <a:pt x="632637" y="-210"/>
                  </a:cubicBezTo>
                  <a:cubicBezTo>
                    <a:pt x="632637" y="-210"/>
                    <a:pt x="676283" y="271325"/>
                    <a:pt x="537657" y="271325"/>
                  </a:cubicBezTo>
                  <a:lnTo>
                    <a:pt x="101194" y="271325"/>
                  </a:lnTo>
                  <a:cubicBezTo>
                    <a:pt x="-37432" y="271325"/>
                    <a:pt x="5897" y="-210"/>
                    <a:pt x="5897" y="-210"/>
                  </a:cubicBezTo>
                  <a:close/>
                </a:path>
              </a:pathLst>
            </a:custGeom>
            <a:solidFill>
              <a:srgbClr val="00002B"/>
            </a:solidFill>
            <a:ln w="6346" cap="flat">
              <a:noFill/>
              <a:prstDash val="solid"/>
              <a:miter/>
            </a:ln>
          </p:spPr>
          <p:txBody>
            <a:bodyPr rtlCol="0" anchor="ctr"/>
            <a:lstStyle/>
            <a:p>
              <a:endParaRPr lang="zh-CN" altLang="en-US"/>
            </a:p>
          </p:txBody>
        </p:sp>
        <p:sp>
          <p:nvSpPr>
            <p:cNvPr id="129" name="任意多边形 20">
              <a:extLst>
                <a:ext uri="{FF2B5EF4-FFF2-40B4-BE49-F238E27FC236}">
                  <a16:creationId xmlns:a16="http://schemas.microsoft.com/office/drawing/2014/main" id="{0CCC5C90-F718-461B-A613-1D44268C01B8}"/>
                </a:ext>
              </a:extLst>
            </p:cNvPr>
            <p:cNvSpPr/>
            <p:nvPr/>
          </p:nvSpPr>
          <p:spPr>
            <a:xfrm>
              <a:off x="5524719" y="5246473"/>
              <a:ext cx="230304" cy="183920"/>
            </a:xfrm>
            <a:custGeom>
              <a:avLst/>
              <a:gdLst>
                <a:gd name="connsiteX0" fmla="*/ 27630 w 203409"/>
                <a:gd name="connsiteY0" fmla="*/ -210 h 162442"/>
                <a:gd name="connsiteX1" fmla="*/ 202787 w 203409"/>
                <a:gd name="connsiteY1" fmla="*/ 97057 h 162442"/>
                <a:gd name="connsiteX2" fmla="*/ -514 w 203409"/>
                <a:gd name="connsiteY2" fmla="*/ 161034 h 162442"/>
                <a:gd name="connsiteX3" fmla="*/ 27630 w 203409"/>
                <a:gd name="connsiteY3" fmla="*/ -210 h 162442"/>
              </a:gdLst>
              <a:ahLst/>
              <a:cxnLst>
                <a:cxn ang="0">
                  <a:pos x="connsiteX0" y="connsiteY0"/>
                </a:cxn>
                <a:cxn ang="0">
                  <a:pos x="connsiteX1" y="connsiteY1"/>
                </a:cxn>
                <a:cxn ang="0">
                  <a:pos x="connsiteX2" y="connsiteY2"/>
                </a:cxn>
                <a:cxn ang="0">
                  <a:pos x="connsiteX3" y="connsiteY3"/>
                </a:cxn>
              </a:cxnLst>
              <a:rect l="l" t="t" r="r" b="b"/>
              <a:pathLst>
                <a:path w="203409" h="162442">
                  <a:moveTo>
                    <a:pt x="27630" y="-210"/>
                  </a:moveTo>
                  <a:cubicBezTo>
                    <a:pt x="27630" y="-210"/>
                    <a:pt x="207933" y="20247"/>
                    <a:pt x="202787" y="97057"/>
                  </a:cubicBezTo>
                  <a:cubicBezTo>
                    <a:pt x="200246" y="176408"/>
                    <a:pt x="-514" y="161034"/>
                    <a:pt x="-514" y="161034"/>
                  </a:cubicBezTo>
                  <a:lnTo>
                    <a:pt x="27630" y="-210"/>
                  </a:lnTo>
                  <a:close/>
                </a:path>
              </a:pathLst>
            </a:custGeom>
            <a:solidFill>
              <a:srgbClr val="00002B"/>
            </a:solidFill>
            <a:ln w="6346" cap="flat">
              <a:noFill/>
              <a:prstDash val="solid"/>
              <a:miter/>
            </a:ln>
          </p:spPr>
          <p:txBody>
            <a:bodyPr rtlCol="0" anchor="ctr"/>
            <a:lstStyle/>
            <a:p>
              <a:endParaRPr lang="zh-CN" altLang="en-US"/>
            </a:p>
          </p:txBody>
        </p:sp>
        <p:sp>
          <p:nvSpPr>
            <p:cNvPr id="130" name="任意多边形 21">
              <a:extLst>
                <a:ext uri="{FF2B5EF4-FFF2-40B4-BE49-F238E27FC236}">
                  <a16:creationId xmlns:a16="http://schemas.microsoft.com/office/drawing/2014/main" id="{495392EA-BA85-4861-9E9E-D7BB59401E9A}"/>
                </a:ext>
              </a:extLst>
            </p:cNvPr>
            <p:cNvSpPr/>
            <p:nvPr/>
          </p:nvSpPr>
          <p:spPr>
            <a:xfrm>
              <a:off x="4100646" y="5006258"/>
              <a:ext cx="1488236" cy="437236"/>
            </a:xfrm>
            <a:custGeom>
              <a:avLst/>
              <a:gdLst>
                <a:gd name="connsiteX0" fmla="*/ 1313924 w 1314438"/>
                <a:gd name="connsiteY0" fmla="*/ 208966 h 386175"/>
                <a:gd name="connsiteX1" fmla="*/ 2820 w 1314438"/>
                <a:gd name="connsiteY1" fmla="*/ 90797 h 386175"/>
                <a:gd name="connsiteX2" fmla="*/ 1293403 w 1314438"/>
                <a:gd name="connsiteY2" fmla="*/ 385966 h 386175"/>
                <a:gd name="connsiteX3" fmla="*/ 1313924 w 1314438"/>
                <a:gd name="connsiteY3" fmla="*/ 208712 h 386175"/>
              </a:gdLst>
              <a:ahLst/>
              <a:cxnLst>
                <a:cxn ang="0">
                  <a:pos x="connsiteX0" y="connsiteY0"/>
                </a:cxn>
                <a:cxn ang="0">
                  <a:pos x="connsiteX1" y="connsiteY1"/>
                </a:cxn>
                <a:cxn ang="0">
                  <a:pos x="connsiteX2" y="connsiteY2"/>
                </a:cxn>
                <a:cxn ang="0">
                  <a:pos x="connsiteX3" y="connsiteY3"/>
                </a:cxn>
              </a:cxnLst>
              <a:rect l="l" t="t" r="r" b="b"/>
              <a:pathLst>
                <a:path w="1314438" h="386175">
                  <a:moveTo>
                    <a:pt x="1313924" y="208966"/>
                  </a:moveTo>
                  <a:cubicBezTo>
                    <a:pt x="1313924" y="208966"/>
                    <a:pt x="82361" y="-168603"/>
                    <a:pt x="2820" y="90797"/>
                  </a:cubicBezTo>
                  <a:cubicBezTo>
                    <a:pt x="-76722" y="347847"/>
                    <a:pt x="1293403" y="385966"/>
                    <a:pt x="1293403" y="385966"/>
                  </a:cubicBezTo>
                  <a:lnTo>
                    <a:pt x="1313924" y="208712"/>
                  </a:lnTo>
                  <a:close/>
                </a:path>
              </a:pathLst>
            </a:custGeom>
            <a:solidFill>
              <a:srgbClr val="1E2160"/>
            </a:solidFill>
            <a:ln w="6346" cap="flat">
              <a:noFill/>
              <a:prstDash val="solid"/>
              <a:miter/>
            </a:ln>
          </p:spPr>
          <p:txBody>
            <a:bodyPr rtlCol="0" anchor="ctr"/>
            <a:lstStyle/>
            <a:p>
              <a:endParaRPr lang="zh-CN" altLang="en-US"/>
            </a:p>
          </p:txBody>
        </p:sp>
        <p:sp>
          <p:nvSpPr>
            <p:cNvPr id="131" name="任意多边形 22">
              <a:extLst>
                <a:ext uri="{FF2B5EF4-FFF2-40B4-BE49-F238E27FC236}">
                  <a16:creationId xmlns:a16="http://schemas.microsoft.com/office/drawing/2014/main" id="{10B39573-FCE9-4F75-94D5-FC9064EC8922}"/>
                </a:ext>
              </a:extLst>
            </p:cNvPr>
            <p:cNvSpPr/>
            <p:nvPr/>
          </p:nvSpPr>
          <p:spPr>
            <a:xfrm>
              <a:off x="4002665" y="5286755"/>
              <a:ext cx="235837" cy="184637"/>
            </a:xfrm>
            <a:custGeom>
              <a:avLst/>
              <a:gdLst>
                <a:gd name="connsiteX0" fmla="*/ 169282 w 208296"/>
                <a:gd name="connsiteY0" fmla="*/ -210 h 163075"/>
                <a:gd name="connsiteX1" fmla="*/ -94 w 208296"/>
                <a:gd name="connsiteY1" fmla="*/ 109382 h 163075"/>
                <a:gd name="connsiteX2" fmla="*/ 207782 w 208296"/>
                <a:gd name="connsiteY2" fmla="*/ 157857 h 163075"/>
                <a:gd name="connsiteX3" fmla="*/ 169282 w 208296"/>
                <a:gd name="connsiteY3" fmla="*/ -210 h 163075"/>
              </a:gdLst>
              <a:ahLst/>
              <a:cxnLst>
                <a:cxn ang="0">
                  <a:pos x="connsiteX0" y="connsiteY0"/>
                </a:cxn>
                <a:cxn ang="0">
                  <a:pos x="connsiteX1" y="connsiteY1"/>
                </a:cxn>
                <a:cxn ang="0">
                  <a:pos x="connsiteX2" y="connsiteY2"/>
                </a:cxn>
                <a:cxn ang="0">
                  <a:pos x="connsiteX3" y="connsiteY3"/>
                </a:cxn>
              </a:cxnLst>
              <a:rect l="l" t="t" r="r" b="b"/>
              <a:pathLst>
                <a:path w="208296" h="163075">
                  <a:moveTo>
                    <a:pt x="169282" y="-210"/>
                  </a:moveTo>
                  <a:cubicBezTo>
                    <a:pt x="169282" y="-210"/>
                    <a:pt x="-10322" y="32890"/>
                    <a:pt x="-94" y="109382"/>
                  </a:cubicBezTo>
                  <a:cubicBezTo>
                    <a:pt x="10135" y="185874"/>
                    <a:pt x="207782" y="157857"/>
                    <a:pt x="207782" y="157857"/>
                  </a:cubicBezTo>
                  <a:lnTo>
                    <a:pt x="169282" y="-210"/>
                  </a:lnTo>
                  <a:close/>
                </a:path>
              </a:pathLst>
            </a:custGeom>
            <a:solidFill>
              <a:srgbClr val="00002B"/>
            </a:solidFill>
            <a:ln w="6346" cap="flat">
              <a:noFill/>
              <a:prstDash val="solid"/>
              <a:miter/>
            </a:ln>
          </p:spPr>
          <p:txBody>
            <a:bodyPr rtlCol="0" anchor="ctr"/>
            <a:lstStyle/>
            <a:p>
              <a:endParaRPr lang="zh-CN" altLang="en-US"/>
            </a:p>
          </p:txBody>
        </p:sp>
        <p:sp>
          <p:nvSpPr>
            <p:cNvPr id="132" name="任意多边形 23">
              <a:extLst>
                <a:ext uri="{FF2B5EF4-FFF2-40B4-BE49-F238E27FC236}">
                  <a16:creationId xmlns:a16="http://schemas.microsoft.com/office/drawing/2014/main" id="{AB692B52-7B65-4260-B45A-DEF93DC82B98}"/>
                </a:ext>
              </a:extLst>
            </p:cNvPr>
            <p:cNvSpPr/>
            <p:nvPr/>
          </p:nvSpPr>
          <p:spPr>
            <a:xfrm>
              <a:off x="4163334" y="4959760"/>
              <a:ext cx="1475212" cy="524448"/>
            </a:xfrm>
            <a:custGeom>
              <a:avLst/>
              <a:gdLst>
                <a:gd name="connsiteX0" fmla="*/ -514 w 1302935"/>
                <a:gd name="connsiteY0" fmla="*/ 288407 h 463202"/>
                <a:gd name="connsiteX1" fmla="*/ 1297439 w 1302935"/>
                <a:gd name="connsiteY1" fmla="*/ 75449 h 463202"/>
                <a:gd name="connsiteX2" fmla="*/ 30298 w 1302935"/>
                <a:gd name="connsiteY2" fmla="*/ 462992 h 463202"/>
                <a:gd name="connsiteX3" fmla="*/ -514 w 1302935"/>
                <a:gd name="connsiteY3" fmla="*/ 288535 h 463202"/>
              </a:gdLst>
              <a:ahLst/>
              <a:cxnLst>
                <a:cxn ang="0">
                  <a:pos x="connsiteX0" y="connsiteY0"/>
                </a:cxn>
                <a:cxn ang="0">
                  <a:pos x="connsiteX1" y="connsiteY1"/>
                </a:cxn>
                <a:cxn ang="0">
                  <a:pos x="connsiteX2" y="connsiteY2"/>
                </a:cxn>
                <a:cxn ang="0">
                  <a:pos x="connsiteX3" y="connsiteY3"/>
                </a:cxn>
              </a:cxnLst>
              <a:rect l="l" t="t" r="r" b="b"/>
              <a:pathLst>
                <a:path w="1302935" h="463202">
                  <a:moveTo>
                    <a:pt x="-514" y="288407"/>
                  </a:moveTo>
                  <a:cubicBezTo>
                    <a:pt x="-514" y="288407"/>
                    <a:pt x="1197376" y="-178551"/>
                    <a:pt x="1297439" y="75449"/>
                  </a:cubicBezTo>
                  <a:cubicBezTo>
                    <a:pt x="1394896" y="326908"/>
                    <a:pt x="30298" y="462992"/>
                    <a:pt x="30298" y="462992"/>
                  </a:cubicBezTo>
                  <a:lnTo>
                    <a:pt x="-514" y="288535"/>
                  </a:lnTo>
                  <a:close/>
                </a:path>
              </a:pathLst>
            </a:custGeom>
            <a:solidFill>
              <a:srgbClr val="2A3072"/>
            </a:solidFill>
            <a:ln w="6346" cap="flat">
              <a:noFill/>
              <a:prstDash val="solid"/>
              <a:miter/>
            </a:ln>
          </p:spPr>
          <p:txBody>
            <a:bodyPr rtlCol="0" anchor="ctr"/>
            <a:lstStyle/>
            <a:p>
              <a:endParaRPr lang="zh-CN" altLang="en-US"/>
            </a:p>
          </p:txBody>
        </p:sp>
        <p:sp>
          <p:nvSpPr>
            <p:cNvPr id="133" name="任意多边形 24">
              <a:extLst>
                <a:ext uri="{FF2B5EF4-FFF2-40B4-BE49-F238E27FC236}">
                  <a16:creationId xmlns:a16="http://schemas.microsoft.com/office/drawing/2014/main" id="{938A1D7B-F208-42BB-A28D-1EE2D482857F}"/>
                </a:ext>
              </a:extLst>
            </p:cNvPr>
            <p:cNvSpPr/>
            <p:nvPr/>
          </p:nvSpPr>
          <p:spPr>
            <a:xfrm>
              <a:off x="4197069" y="4159220"/>
              <a:ext cx="334881" cy="457055"/>
            </a:xfrm>
            <a:custGeom>
              <a:avLst/>
              <a:gdLst>
                <a:gd name="connsiteX0" fmla="*/ 262507 w 295773"/>
                <a:gd name="connsiteY0" fmla="*/ -210 h 403680"/>
                <a:gd name="connsiteX1" fmla="*/ -514 w 295773"/>
                <a:gd name="connsiteY1" fmla="*/ 206522 h 403680"/>
                <a:gd name="connsiteX2" fmla="*/ 151962 w 295773"/>
                <a:gd name="connsiteY2" fmla="*/ 403470 h 403680"/>
                <a:gd name="connsiteX3" fmla="*/ 290969 w 295773"/>
                <a:gd name="connsiteY3" fmla="*/ 272468 h 403680"/>
                <a:gd name="connsiteX4" fmla="*/ 262507 w 295773"/>
                <a:gd name="connsiteY4" fmla="*/ -210 h 4036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95773" h="403680">
                  <a:moveTo>
                    <a:pt x="262507" y="-210"/>
                  </a:moveTo>
                  <a:cubicBezTo>
                    <a:pt x="262507" y="-210"/>
                    <a:pt x="113843" y="47693"/>
                    <a:pt x="-514" y="206522"/>
                  </a:cubicBezTo>
                  <a:lnTo>
                    <a:pt x="151962" y="403470"/>
                  </a:lnTo>
                  <a:cubicBezTo>
                    <a:pt x="151962" y="403470"/>
                    <a:pt x="278326" y="317766"/>
                    <a:pt x="290969" y="272468"/>
                  </a:cubicBezTo>
                  <a:cubicBezTo>
                    <a:pt x="309393" y="206395"/>
                    <a:pt x="262507" y="-210"/>
                    <a:pt x="262507" y="-210"/>
                  </a:cubicBezTo>
                  <a:close/>
                </a:path>
              </a:pathLst>
            </a:custGeom>
            <a:solidFill>
              <a:srgbClr val="BE5ED3"/>
            </a:solidFill>
            <a:ln w="6346" cap="flat">
              <a:noFill/>
              <a:prstDash val="solid"/>
              <a:miter/>
            </a:ln>
          </p:spPr>
          <p:txBody>
            <a:bodyPr rtlCol="0" anchor="ctr"/>
            <a:lstStyle/>
            <a:p>
              <a:endParaRPr lang="zh-CN" altLang="en-US"/>
            </a:p>
          </p:txBody>
        </p:sp>
        <p:sp>
          <p:nvSpPr>
            <p:cNvPr id="134" name="任意多边形 25">
              <a:extLst>
                <a:ext uri="{FF2B5EF4-FFF2-40B4-BE49-F238E27FC236}">
                  <a16:creationId xmlns:a16="http://schemas.microsoft.com/office/drawing/2014/main" id="{9776DB1C-04E4-4766-9213-19B5F04FE0EC}"/>
                </a:ext>
              </a:extLst>
            </p:cNvPr>
            <p:cNvSpPr/>
            <p:nvPr/>
          </p:nvSpPr>
          <p:spPr>
            <a:xfrm>
              <a:off x="5168201" y="4116061"/>
              <a:ext cx="316452" cy="449862"/>
            </a:xfrm>
            <a:custGeom>
              <a:avLst/>
              <a:gdLst>
                <a:gd name="connsiteX0" fmla="*/ 30827 w 279496"/>
                <a:gd name="connsiteY0" fmla="*/ -210 h 397327"/>
                <a:gd name="connsiteX1" fmla="*/ 278982 w 279496"/>
                <a:gd name="connsiteY1" fmla="*/ 203092 h 397327"/>
                <a:gd name="connsiteX2" fmla="*/ 134892 w 279496"/>
                <a:gd name="connsiteY2" fmla="*/ 397117 h 397327"/>
                <a:gd name="connsiteX3" fmla="*/ 3508 w 279496"/>
                <a:gd name="connsiteY3" fmla="*/ 268148 h 397327"/>
                <a:gd name="connsiteX4" fmla="*/ 30827 w 279496"/>
                <a:gd name="connsiteY4" fmla="*/ -210 h 39732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79496" h="397327">
                  <a:moveTo>
                    <a:pt x="30827" y="-210"/>
                  </a:moveTo>
                  <a:cubicBezTo>
                    <a:pt x="30827" y="-210"/>
                    <a:pt x="161575" y="21899"/>
                    <a:pt x="278982" y="203092"/>
                  </a:cubicBezTo>
                  <a:lnTo>
                    <a:pt x="134892" y="397117"/>
                  </a:lnTo>
                  <a:cubicBezTo>
                    <a:pt x="134892" y="397117"/>
                    <a:pt x="15452" y="312747"/>
                    <a:pt x="3508" y="268148"/>
                  </a:cubicBezTo>
                  <a:cubicBezTo>
                    <a:pt x="-13899" y="203155"/>
                    <a:pt x="30827" y="-210"/>
                    <a:pt x="30827" y="-210"/>
                  </a:cubicBezTo>
                  <a:close/>
                </a:path>
              </a:pathLst>
            </a:custGeom>
            <a:solidFill>
              <a:srgbClr val="BE5ED3"/>
            </a:solidFill>
            <a:ln w="6346" cap="flat">
              <a:noFill/>
              <a:prstDash val="solid"/>
              <a:miter/>
            </a:ln>
          </p:spPr>
          <p:txBody>
            <a:bodyPr rtlCol="0" anchor="ctr"/>
            <a:lstStyle/>
            <a:p>
              <a:endParaRPr lang="zh-CN" altLang="en-US"/>
            </a:p>
          </p:txBody>
        </p:sp>
        <p:sp>
          <p:nvSpPr>
            <p:cNvPr id="135" name="任意多边形 26">
              <a:extLst>
                <a:ext uri="{FF2B5EF4-FFF2-40B4-BE49-F238E27FC236}">
                  <a16:creationId xmlns:a16="http://schemas.microsoft.com/office/drawing/2014/main" id="{C56118C7-64FA-4684-A4B8-730ED3FF115F}"/>
                </a:ext>
              </a:extLst>
            </p:cNvPr>
            <p:cNvSpPr/>
            <p:nvPr/>
          </p:nvSpPr>
          <p:spPr>
            <a:xfrm>
              <a:off x="3207781" y="3560975"/>
              <a:ext cx="1486066" cy="1759003"/>
            </a:xfrm>
            <a:custGeom>
              <a:avLst/>
              <a:gdLst>
                <a:gd name="connsiteX0" fmla="*/ 933471 w 1312521"/>
                <a:gd name="connsiteY0" fmla="*/ 872704 h 1553585"/>
                <a:gd name="connsiteX1" fmla="*/ 1030738 w 1312521"/>
                <a:gd name="connsiteY1" fmla="*/ 1006121 h 1553585"/>
                <a:gd name="connsiteX2" fmla="*/ 1002848 w 1312521"/>
                <a:gd name="connsiteY2" fmla="*/ 1177656 h 1553585"/>
                <a:gd name="connsiteX3" fmla="*/ 831211 w 1312521"/>
                <a:gd name="connsiteY3" fmla="*/ 1152962 h 1553585"/>
                <a:gd name="connsiteX4" fmla="*/ 830677 w 1312521"/>
                <a:gd name="connsiteY4" fmla="*/ 1152244 h 1553585"/>
                <a:gd name="connsiteX5" fmla="*/ 674897 w 1312521"/>
                <a:gd name="connsiteY5" fmla="*/ 940874 h 1553585"/>
                <a:gd name="connsiteX6" fmla="*/ 674008 w 1312521"/>
                <a:gd name="connsiteY6" fmla="*/ 935220 h 1553585"/>
                <a:gd name="connsiteX7" fmla="*/ 669942 w 1312521"/>
                <a:gd name="connsiteY7" fmla="*/ 931217 h 1553585"/>
                <a:gd name="connsiteX8" fmla="*/ 695354 w 1312521"/>
                <a:gd name="connsiteY8" fmla="*/ 758792 h 1553585"/>
                <a:gd name="connsiteX9" fmla="*/ 761046 w 1312521"/>
                <a:gd name="connsiteY9" fmla="*/ 359495 h 1553585"/>
                <a:gd name="connsiteX10" fmla="*/ 364075 w 1312521"/>
                <a:gd name="connsiteY10" fmla="*/ 301001 h 1553585"/>
                <a:gd name="connsiteX11" fmla="*/ 362321 w 1312521"/>
                <a:gd name="connsiteY11" fmla="*/ 302316 h 1553585"/>
                <a:gd name="connsiteX12" fmla="*/ 248727 w 1312521"/>
                <a:gd name="connsiteY12" fmla="*/ 557015 h 1553585"/>
                <a:gd name="connsiteX13" fmla="*/ 137946 w 1312521"/>
                <a:gd name="connsiteY13" fmla="*/ 696670 h 1553585"/>
                <a:gd name="connsiteX14" fmla="*/ 136910 w 1312521"/>
                <a:gd name="connsiteY14" fmla="*/ 696785 h 1553585"/>
                <a:gd name="connsiteX15" fmla="*/ 2668 w 1312521"/>
                <a:gd name="connsiteY15" fmla="*/ 586557 h 1553585"/>
                <a:gd name="connsiteX16" fmla="*/ 216389 w 1312521"/>
                <a:gd name="connsiteY16" fmla="*/ 102509 h 1553585"/>
                <a:gd name="connsiteX17" fmla="*/ 960282 w 1312521"/>
                <a:gd name="connsiteY17" fmla="*/ 215786 h 1553585"/>
                <a:gd name="connsiteX18" fmla="*/ 933471 w 1312521"/>
                <a:gd name="connsiteY18" fmla="*/ 872704 h 1553585"/>
                <a:gd name="connsiteX19" fmla="*/ 1259071 w 1312521"/>
                <a:gd name="connsiteY19" fmla="*/ 1318824 h 1553585"/>
                <a:gd name="connsiteX20" fmla="*/ 1287153 w 1312521"/>
                <a:gd name="connsiteY20" fmla="*/ 1357388 h 1553585"/>
                <a:gd name="connsiteX21" fmla="*/ 1259199 w 1312521"/>
                <a:gd name="connsiteY21" fmla="*/ 1528923 h 1553585"/>
                <a:gd name="connsiteX22" fmla="*/ 1087644 w 1312521"/>
                <a:gd name="connsiteY22" fmla="*/ 1504260 h 1553585"/>
                <a:gd name="connsiteX23" fmla="*/ 1087091 w 1312521"/>
                <a:gd name="connsiteY23" fmla="*/ 1503511 h 1553585"/>
                <a:gd name="connsiteX24" fmla="*/ 1061678 w 1312521"/>
                <a:gd name="connsiteY24" fmla="*/ 1465391 h 1553585"/>
                <a:gd name="connsiteX25" fmla="*/ 1087091 w 1312521"/>
                <a:gd name="connsiteY25" fmla="*/ 1292967 h 1553585"/>
                <a:gd name="connsiteX26" fmla="*/ 1259199 w 1312521"/>
                <a:gd name="connsiteY26" fmla="*/ 1318379 h 155358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Lst>
              <a:rect l="l" t="t" r="r" b="b"/>
              <a:pathLst>
                <a:path w="1312521" h="1553585">
                  <a:moveTo>
                    <a:pt x="933471" y="872704"/>
                  </a:moveTo>
                  <a:lnTo>
                    <a:pt x="1030738" y="1006121"/>
                  </a:lnTo>
                  <a:cubicBezTo>
                    <a:pt x="1071971" y="1062410"/>
                    <a:pt x="1061551" y="1137187"/>
                    <a:pt x="1002848" y="1177656"/>
                  </a:cubicBezTo>
                  <a:cubicBezTo>
                    <a:pt x="948630" y="1218234"/>
                    <a:pt x="871788" y="1207179"/>
                    <a:pt x="831211" y="1152962"/>
                  </a:cubicBezTo>
                  <a:cubicBezTo>
                    <a:pt x="831033" y="1152720"/>
                    <a:pt x="830855" y="1152485"/>
                    <a:pt x="830677" y="1152244"/>
                  </a:cubicBezTo>
                  <a:lnTo>
                    <a:pt x="674897" y="940874"/>
                  </a:lnTo>
                  <a:cubicBezTo>
                    <a:pt x="673246" y="937633"/>
                    <a:pt x="676486" y="935982"/>
                    <a:pt x="674008" y="935220"/>
                  </a:cubicBezTo>
                  <a:cubicBezTo>
                    <a:pt x="671530" y="934457"/>
                    <a:pt x="671594" y="934457"/>
                    <a:pt x="669942" y="931217"/>
                  </a:cubicBezTo>
                  <a:cubicBezTo>
                    <a:pt x="630362" y="878168"/>
                    <a:pt x="642369" y="798499"/>
                    <a:pt x="695354" y="758792"/>
                  </a:cubicBezTo>
                  <a:cubicBezTo>
                    <a:pt x="824769" y="665400"/>
                    <a:pt x="855010" y="486495"/>
                    <a:pt x="761046" y="359495"/>
                  </a:cubicBezTo>
                  <a:cubicBezTo>
                    <a:pt x="667578" y="233721"/>
                    <a:pt x="489849" y="207534"/>
                    <a:pt x="364075" y="301001"/>
                  </a:cubicBezTo>
                  <a:cubicBezTo>
                    <a:pt x="363490" y="301439"/>
                    <a:pt x="362906" y="301878"/>
                    <a:pt x="362321" y="302316"/>
                  </a:cubicBezTo>
                  <a:cubicBezTo>
                    <a:pt x="281636" y="360797"/>
                    <a:pt x="238326" y="457912"/>
                    <a:pt x="248727" y="557015"/>
                  </a:cubicBezTo>
                  <a:cubicBezTo>
                    <a:pt x="256700" y="626169"/>
                    <a:pt x="207101" y="688697"/>
                    <a:pt x="137946" y="696670"/>
                  </a:cubicBezTo>
                  <a:cubicBezTo>
                    <a:pt x="137603" y="696708"/>
                    <a:pt x="137254" y="696747"/>
                    <a:pt x="136910" y="696785"/>
                  </a:cubicBezTo>
                  <a:cubicBezTo>
                    <a:pt x="68106" y="701741"/>
                    <a:pt x="9847" y="656252"/>
                    <a:pt x="2668" y="586557"/>
                  </a:cubicBezTo>
                  <a:cubicBezTo>
                    <a:pt x="-18056" y="398554"/>
                    <a:pt x="63493" y="213855"/>
                    <a:pt x="216389" y="102509"/>
                  </a:cubicBezTo>
                  <a:cubicBezTo>
                    <a:pt x="453375" y="-70456"/>
                    <a:pt x="785519" y="-19878"/>
                    <a:pt x="960282" y="215786"/>
                  </a:cubicBezTo>
                  <a:cubicBezTo>
                    <a:pt x="1106405" y="415975"/>
                    <a:pt x="1089251" y="688017"/>
                    <a:pt x="933471" y="872704"/>
                  </a:cubicBezTo>
                  <a:close/>
                  <a:moveTo>
                    <a:pt x="1259071" y="1318824"/>
                  </a:moveTo>
                  <a:lnTo>
                    <a:pt x="1287153" y="1357388"/>
                  </a:lnTo>
                  <a:cubicBezTo>
                    <a:pt x="1328321" y="1413677"/>
                    <a:pt x="1317902" y="1488454"/>
                    <a:pt x="1259199" y="1528923"/>
                  </a:cubicBezTo>
                  <a:cubicBezTo>
                    <a:pt x="1205012" y="1569488"/>
                    <a:pt x="1128209" y="1558440"/>
                    <a:pt x="1087644" y="1504260"/>
                  </a:cubicBezTo>
                  <a:cubicBezTo>
                    <a:pt x="1087460" y="1504013"/>
                    <a:pt x="1087275" y="1503758"/>
                    <a:pt x="1087091" y="1503511"/>
                  </a:cubicBezTo>
                  <a:lnTo>
                    <a:pt x="1061678" y="1465391"/>
                  </a:lnTo>
                  <a:cubicBezTo>
                    <a:pt x="1019684" y="1411517"/>
                    <a:pt x="1034106" y="1332610"/>
                    <a:pt x="1087091" y="1292967"/>
                  </a:cubicBezTo>
                  <a:cubicBezTo>
                    <a:pt x="1141671" y="1252592"/>
                    <a:pt x="1218621" y="1263958"/>
                    <a:pt x="1259199" y="1318379"/>
                  </a:cubicBezTo>
                  <a:close/>
                </a:path>
              </a:pathLst>
            </a:custGeom>
            <a:solidFill>
              <a:srgbClr val="FFC545"/>
            </a:solidFill>
            <a:ln w="6346" cap="flat">
              <a:noFill/>
              <a:prstDash val="solid"/>
              <a:miter/>
            </a:ln>
          </p:spPr>
          <p:txBody>
            <a:bodyPr rtlCol="0" anchor="ctr"/>
            <a:lstStyle/>
            <a:p>
              <a:endParaRPr lang="zh-CN" altLang="en-US"/>
            </a:p>
          </p:txBody>
        </p:sp>
        <p:sp>
          <p:nvSpPr>
            <p:cNvPr id="136" name="任意多边形 27">
              <a:extLst>
                <a:ext uri="{FF2B5EF4-FFF2-40B4-BE49-F238E27FC236}">
                  <a16:creationId xmlns:a16="http://schemas.microsoft.com/office/drawing/2014/main" id="{713BFFD9-DFB8-418B-99FB-FBF04BB88A7B}"/>
                </a:ext>
              </a:extLst>
            </p:cNvPr>
            <p:cNvSpPr/>
            <p:nvPr/>
          </p:nvSpPr>
          <p:spPr>
            <a:xfrm>
              <a:off x="6164723" y="1962102"/>
              <a:ext cx="703194" cy="564027"/>
            </a:xfrm>
            <a:custGeom>
              <a:avLst/>
              <a:gdLst>
                <a:gd name="connsiteX0" fmla="*/ 577794 w 621074"/>
                <a:gd name="connsiteY0" fmla="*/ 416455 h 498159"/>
                <a:gd name="connsiteX1" fmla="*/ 538976 w 621074"/>
                <a:gd name="connsiteY1" fmla="*/ 192061 h 498159"/>
                <a:gd name="connsiteX2" fmla="*/ 398317 w 621074"/>
                <a:gd name="connsiteY2" fmla="*/ 31135 h 498159"/>
                <a:gd name="connsiteX3" fmla="*/ 10265 w 621074"/>
                <a:gd name="connsiteY3" fmla="*/ 121159 h 498159"/>
                <a:gd name="connsiteX4" fmla="*/ 38156 w 621074"/>
                <a:gd name="connsiteY4" fmla="*/ 265504 h 498159"/>
                <a:gd name="connsiteX5" fmla="*/ 65983 w 621074"/>
                <a:gd name="connsiteY5" fmla="*/ 440152 h 498159"/>
                <a:gd name="connsiteX6" fmla="*/ 577794 w 621074"/>
                <a:gd name="connsiteY6" fmla="*/ 416455 h 4981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621074" h="498159">
                  <a:moveTo>
                    <a:pt x="577794" y="416455"/>
                  </a:moveTo>
                  <a:cubicBezTo>
                    <a:pt x="667819" y="254576"/>
                    <a:pt x="596536" y="161629"/>
                    <a:pt x="538976" y="192061"/>
                  </a:cubicBezTo>
                  <a:cubicBezTo>
                    <a:pt x="538976" y="192061"/>
                    <a:pt x="530399" y="91617"/>
                    <a:pt x="398317" y="31135"/>
                  </a:cubicBezTo>
                  <a:cubicBezTo>
                    <a:pt x="245841" y="-38750"/>
                    <a:pt x="48893" y="15633"/>
                    <a:pt x="10265" y="121159"/>
                  </a:cubicBezTo>
                  <a:cubicBezTo>
                    <a:pt x="-25186" y="218554"/>
                    <a:pt x="38156" y="265504"/>
                    <a:pt x="38156" y="265504"/>
                  </a:cubicBezTo>
                  <a:cubicBezTo>
                    <a:pt x="38156" y="265504"/>
                    <a:pt x="-1043" y="335388"/>
                    <a:pt x="65983" y="440152"/>
                  </a:cubicBezTo>
                  <a:cubicBezTo>
                    <a:pt x="133009" y="544916"/>
                    <a:pt x="537515" y="488945"/>
                    <a:pt x="577794" y="416455"/>
                  </a:cubicBezTo>
                  <a:close/>
                </a:path>
              </a:pathLst>
            </a:custGeom>
            <a:solidFill>
              <a:srgbClr val="981D04"/>
            </a:solidFill>
            <a:ln w="6346" cap="flat">
              <a:noFill/>
              <a:prstDash val="solid"/>
              <a:miter/>
            </a:ln>
          </p:spPr>
          <p:txBody>
            <a:bodyPr rtlCol="0" anchor="ctr"/>
            <a:lstStyle/>
            <a:p>
              <a:endParaRPr lang="zh-CN" altLang="en-US"/>
            </a:p>
          </p:txBody>
        </p:sp>
        <p:sp>
          <p:nvSpPr>
            <p:cNvPr id="137" name="任意多边形 28">
              <a:extLst>
                <a:ext uri="{FF2B5EF4-FFF2-40B4-BE49-F238E27FC236}">
                  <a16:creationId xmlns:a16="http://schemas.microsoft.com/office/drawing/2014/main" id="{20A7A12F-9EE6-46A8-BF4C-2304B2C042F6}"/>
                </a:ext>
              </a:extLst>
            </p:cNvPr>
            <p:cNvSpPr/>
            <p:nvPr/>
          </p:nvSpPr>
          <p:spPr>
            <a:xfrm>
              <a:off x="6390997" y="2695691"/>
              <a:ext cx="273341" cy="276362"/>
            </a:xfrm>
            <a:custGeom>
              <a:avLst/>
              <a:gdLst>
                <a:gd name="connsiteX0" fmla="*/ 120196 w 241420"/>
                <a:gd name="connsiteY0" fmla="*/ 243879 h 244088"/>
                <a:gd name="connsiteX1" fmla="*/ 120196 w 241420"/>
                <a:gd name="connsiteY1" fmla="*/ 243879 h 244088"/>
                <a:gd name="connsiteX2" fmla="*/ -514 w 241420"/>
                <a:gd name="connsiteY2" fmla="*/ 160017 h 244088"/>
                <a:gd name="connsiteX3" fmla="*/ -514 w 241420"/>
                <a:gd name="connsiteY3" fmla="*/ -210 h 244088"/>
                <a:gd name="connsiteX4" fmla="*/ 240906 w 241420"/>
                <a:gd name="connsiteY4" fmla="*/ -210 h 244088"/>
                <a:gd name="connsiteX5" fmla="*/ 240906 w 241420"/>
                <a:gd name="connsiteY5" fmla="*/ 160335 h 244088"/>
                <a:gd name="connsiteX6" fmla="*/ 120958 w 241420"/>
                <a:gd name="connsiteY6" fmla="*/ 243752 h 24408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41420" h="244088">
                  <a:moveTo>
                    <a:pt x="120196" y="243879"/>
                  </a:moveTo>
                  <a:lnTo>
                    <a:pt x="120196" y="243879"/>
                  </a:lnTo>
                  <a:cubicBezTo>
                    <a:pt x="53551" y="243879"/>
                    <a:pt x="-514" y="206332"/>
                    <a:pt x="-514" y="160017"/>
                  </a:cubicBezTo>
                  <a:lnTo>
                    <a:pt x="-514" y="-210"/>
                  </a:lnTo>
                  <a:lnTo>
                    <a:pt x="240906" y="-210"/>
                  </a:lnTo>
                  <a:lnTo>
                    <a:pt x="240906" y="160335"/>
                  </a:lnTo>
                  <a:cubicBezTo>
                    <a:pt x="240906" y="206395"/>
                    <a:pt x="187222" y="243752"/>
                    <a:pt x="120958" y="243752"/>
                  </a:cubicBezTo>
                  <a:close/>
                </a:path>
              </a:pathLst>
            </a:custGeom>
            <a:solidFill>
              <a:srgbClr val="FF93B1"/>
            </a:solidFill>
            <a:ln w="6346" cap="flat">
              <a:noFill/>
              <a:prstDash val="solid"/>
              <a:miter/>
            </a:ln>
          </p:spPr>
          <p:txBody>
            <a:bodyPr rtlCol="0" anchor="ctr"/>
            <a:lstStyle/>
            <a:p>
              <a:endParaRPr lang="zh-CN" altLang="en-US"/>
            </a:p>
          </p:txBody>
        </p:sp>
        <p:sp>
          <p:nvSpPr>
            <p:cNvPr id="138" name="任意多边形 29">
              <a:extLst>
                <a:ext uri="{FF2B5EF4-FFF2-40B4-BE49-F238E27FC236}">
                  <a16:creationId xmlns:a16="http://schemas.microsoft.com/office/drawing/2014/main" id="{B9D05A20-C63A-49AB-94F8-86BB09CCF7ED}"/>
                </a:ext>
              </a:extLst>
            </p:cNvPr>
            <p:cNvSpPr/>
            <p:nvPr/>
          </p:nvSpPr>
          <p:spPr>
            <a:xfrm>
              <a:off x="6190954" y="2434905"/>
              <a:ext cx="140645" cy="163868"/>
            </a:xfrm>
            <a:custGeom>
              <a:avLst/>
              <a:gdLst>
                <a:gd name="connsiteX0" fmla="*/ 89827 w 124220"/>
                <a:gd name="connsiteY0" fmla="*/ 32284 h 144731"/>
                <a:gd name="connsiteX1" fmla="*/ -514 w 124220"/>
                <a:gd name="connsiteY1" fmla="*/ 54139 h 144731"/>
                <a:gd name="connsiteX2" fmla="*/ 109904 w 124220"/>
                <a:gd name="connsiteY2" fmla="*/ 127518 h 144731"/>
                <a:gd name="connsiteX3" fmla="*/ 89827 w 124220"/>
                <a:gd name="connsiteY3" fmla="*/ 32221 h 144731"/>
              </a:gdLst>
              <a:ahLst/>
              <a:cxnLst>
                <a:cxn ang="0">
                  <a:pos x="connsiteX0" y="connsiteY0"/>
                </a:cxn>
                <a:cxn ang="0">
                  <a:pos x="connsiteX1" y="connsiteY1"/>
                </a:cxn>
                <a:cxn ang="0">
                  <a:pos x="connsiteX2" y="connsiteY2"/>
                </a:cxn>
                <a:cxn ang="0">
                  <a:pos x="connsiteX3" y="connsiteY3"/>
                </a:cxn>
              </a:cxnLst>
              <a:rect l="l" t="t" r="r" b="b"/>
              <a:pathLst>
                <a:path w="124220" h="144731">
                  <a:moveTo>
                    <a:pt x="89827" y="32284"/>
                  </a:moveTo>
                  <a:cubicBezTo>
                    <a:pt x="47960" y="-30739"/>
                    <a:pt x="-514" y="9730"/>
                    <a:pt x="-514" y="54139"/>
                  </a:cubicBezTo>
                  <a:cubicBezTo>
                    <a:pt x="-514" y="118306"/>
                    <a:pt x="69752" y="173579"/>
                    <a:pt x="109904" y="127518"/>
                  </a:cubicBezTo>
                  <a:cubicBezTo>
                    <a:pt x="150056" y="81458"/>
                    <a:pt x="89827" y="32221"/>
                    <a:pt x="89827" y="32221"/>
                  </a:cubicBezTo>
                  <a:close/>
                </a:path>
              </a:pathLst>
            </a:custGeom>
            <a:solidFill>
              <a:srgbClr val="FED0D6"/>
            </a:solidFill>
            <a:ln w="6346" cap="flat">
              <a:noFill/>
              <a:prstDash val="solid"/>
              <a:miter/>
            </a:ln>
          </p:spPr>
          <p:txBody>
            <a:bodyPr rtlCol="0" anchor="ctr"/>
            <a:lstStyle/>
            <a:p>
              <a:endParaRPr lang="zh-CN" altLang="en-US"/>
            </a:p>
          </p:txBody>
        </p:sp>
        <p:sp>
          <p:nvSpPr>
            <p:cNvPr id="139" name="任意多边形 30">
              <a:extLst>
                <a:ext uri="{FF2B5EF4-FFF2-40B4-BE49-F238E27FC236}">
                  <a16:creationId xmlns:a16="http://schemas.microsoft.com/office/drawing/2014/main" id="{32846FF8-7BD1-4361-BA8F-E2446B862EBF}"/>
                </a:ext>
              </a:extLst>
            </p:cNvPr>
            <p:cNvSpPr/>
            <p:nvPr/>
          </p:nvSpPr>
          <p:spPr>
            <a:xfrm>
              <a:off x="6727091" y="2434905"/>
              <a:ext cx="140816" cy="163868"/>
            </a:xfrm>
            <a:custGeom>
              <a:avLst/>
              <a:gdLst>
                <a:gd name="connsiteX0" fmla="*/ 33579 w 124371"/>
                <a:gd name="connsiteY0" fmla="*/ 32284 h 144731"/>
                <a:gd name="connsiteX1" fmla="*/ 123857 w 124371"/>
                <a:gd name="connsiteY1" fmla="*/ 54139 h 144731"/>
                <a:gd name="connsiteX2" fmla="*/ 13439 w 124371"/>
                <a:gd name="connsiteY2" fmla="*/ 127518 h 144731"/>
                <a:gd name="connsiteX3" fmla="*/ 33579 w 124371"/>
                <a:gd name="connsiteY3" fmla="*/ 32221 h 144731"/>
              </a:gdLst>
              <a:ahLst/>
              <a:cxnLst>
                <a:cxn ang="0">
                  <a:pos x="connsiteX0" y="connsiteY0"/>
                </a:cxn>
                <a:cxn ang="0">
                  <a:pos x="connsiteX1" y="connsiteY1"/>
                </a:cxn>
                <a:cxn ang="0">
                  <a:pos x="connsiteX2" y="connsiteY2"/>
                </a:cxn>
                <a:cxn ang="0">
                  <a:pos x="connsiteX3" y="connsiteY3"/>
                </a:cxn>
              </a:cxnLst>
              <a:rect l="l" t="t" r="r" b="b"/>
              <a:pathLst>
                <a:path w="124371" h="144731">
                  <a:moveTo>
                    <a:pt x="33579" y="32284"/>
                  </a:moveTo>
                  <a:cubicBezTo>
                    <a:pt x="75319" y="-30739"/>
                    <a:pt x="123857" y="9730"/>
                    <a:pt x="123857" y="54139"/>
                  </a:cubicBezTo>
                  <a:cubicBezTo>
                    <a:pt x="123857" y="118306"/>
                    <a:pt x="53972" y="173579"/>
                    <a:pt x="13439" y="127518"/>
                  </a:cubicBezTo>
                  <a:cubicBezTo>
                    <a:pt x="-27095" y="81458"/>
                    <a:pt x="33579" y="32221"/>
                    <a:pt x="33579" y="32221"/>
                  </a:cubicBezTo>
                  <a:close/>
                </a:path>
              </a:pathLst>
            </a:custGeom>
            <a:solidFill>
              <a:srgbClr val="FED0D6"/>
            </a:solidFill>
            <a:ln w="6346" cap="flat">
              <a:noFill/>
              <a:prstDash val="solid"/>
              <a:miter/>
            </a:ln>
          </p:spPr>
          <p:txBody>
            <a:bodyPr rtlCol="0" anchor="ctr"/>
            <a:lstStyle/>
            <a:p>
              <a:endParaRPr lang="zh-CN" altLang="en-US"/>
            </a:p>
          </p:txBody>
        </p:sp>
        <p:sp>
          <p:nvSpPr>
            <p:cNvPr id="140" name="任意多边形 31">
              <a:extLst>
                <a:ext uri="{FF2B5EF4-FFF2-40B4-BE49-F238E27FC236}">
                  <a16:creationId xmlns:a16="http://schemas.microsoft.com/office/drawing/2014/main" id="{D5EB65B2-2FA0-4F34-87B5-4515EC0A3FB3}"/>
                </a:ext>
              </a:extLst>
            </p:cNvPr>
            <p:cNvSpPr/>
            <p:nvPr/>
          </p:nvSpPr>
          <p:spPr>
            <a:xfrm>
              <a:off x="6265196" y="2209296"/>
              <a:ext cx="527030" cy="543940"/>
            </a:xfrm>
            <a:custGeom>
              <a:avLst/>
              <a:gdLst>
                <a:gd name="connsiteX0" fmla="*/ 232068 w 465483"/>
                <a:gd name="connsiteY0" fmla="*/ 480209 h 480418"/>
                <a:gd name="connsiteX1" fmla="*/ 7928 w 465483"/>
                <a:gd name="connsiteY1" fmla="*/ 114266 h 480418"/>
                <a:gd name="connsiteX2" fmla="*/ 456589 w 465483"/>
                <a:gd name="connsiteY2" fmla="*/ 114266 h 480418"/>
                <a:gd name="connsiteX3" fmla="*/ 232068 w 465483"/>
                <a:gd name="connsiteY3" fmla="*/ 480209 h 480418"/>
              </a:gdLst>
              <a:ahLst/>
              <a:cxnLst>
                <a:cxn ang="0">
                  <a:pos x="connsiteX0" y="connsiteY0"/>
                </a:cxn>
                <a:cxn ang="0">
                  <a:pos x="connsiteX1" y="connsiteY1"/>
                </a:cxn>
                <a:cxn ang="0">
                  <a:pos x="connsiteX2" y="connsiteY2"/>
                </a:cxn>
                <a:cxn ang="0">
                  <a:pos x="connsiteX3" y="connsiteY3"/>
                </a:cxn>
              </a:cxnLst>
              <a:rect l="l" t="t" r="r" b="b"/>
              <a:pathLst>
                <a:path w="465483" h="480418">
                  <a:moveTo>
                    <a:pt x="232068" y="480209"/>
                  </a:moveTo>
                  <a:cubicBezTo>
                    <a:pt x="66886" y="480209"/>
                    <a:pt x="-30763" y="299588"/>
                    <a:pt x="7928" y="114266"/>
                  </a:cubicBezTo>
                  <a:cubicBezTo>
                    <a:pt x="39694" y="-38527"/>
                    <a:pt x="424696" y="-38210"/>
                    <a:pt x="456589" y="114266"/>
                  </a:cubicBezTo>
                  <a:cubicBezTo>
                    <a:pt x="495153" y="299588"/>
                    <a:pt x="397251" y="480209"/>
                    <a:pt x="232068" y="480209"/>
                  </a:cubicBezTo>
                  <a:close/>
                </a:path>
              </a:pathLst>
            </a:custGeom>
            <a:solidFill>
              <a:srgbClr val="FED0D6"/>
            </a:solidFill>
            <a:ln w="6346" cap="flat">
              <a:noFill/>
              <a:prstDash val="solid"/>
              <a:miter/>
            </a:ln>
          </p:spPr>
          <p:txBody>
            <a:bodyPr rtlCol="0" anchor="ctr"/>
            <a:lstStyle/>
            <a:p>
              <a:endParaRPr lang="zh-CN" altLang="en-US"/>
            </a:p>
          </p:txBody>
        </p:sp>
        <p:sp>
          <p:nvSpPr>
            <p:cNvPr id="141" name="任意多边形 32">
              <a:extLst>
                <a:ext uri="{FF2B5EF4-FFF2-40B4-BE49-F238E27FC236}">
                  <a16:creationId xmlns:a16="http://schemas.microsoft.com/office/drawing/2014/main" id="{123A8AC9-F48B-46C7-BD87-AA737465AA90}"/>
                </a:ext>
              </a:extLst>
            </p:cNvPr>
            <p:cNvSpPr/>
            <p:nvPr/>
          </p:nvSpPr>
          <p:spPr>
            <a:xfrm>
              <a:off x="6255890" y="2082565"/>
              <a:ext cx="448236" cy="230262"/>
            </a:xfrm>
            <a:custGeom>
              <a:avLst/>
              <a:gdLst>
                <a:gd name="connsiteX0" fmla="*/ 386663 w 395890"/>
                <a:gd name="connsiteY0" fmla="*/ 112221 h 203372"/>
                <a:gd name="connsiteX1" fmla="*/ 250388 w 395890"/>
                <a:gd name="connsiteY1" fmla="*/ 153708 h 203372"/>
                <a:gd name="connsiteX2" fmla="*/ 94799 w 395890"/>
                <a:gd name="connsiteY2" fmla="*/ 202246 h 203372"/>
                <a:gd name="connsiteX3" fmla="*/ 66146 w 395890"/>
                <a:gd name="connsiteY3" fmla="*/ 31028 h 203372"/>
                <a:gd name="connsiteX4" fmla="*/ 386663 w 395890"/>
                <a:gd name="connsiteY4" fmla="*/ 112221 h 20337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95890" h="203372">
                  <a:moveTo>
                    <a:pt x="386663" y="112221"/>
                  </a:moveTo>
                  <a:cubicBezTo>
                    <a:pt x="344034" y="208472"/>
                    <a:pt x="250388" y="153708"/>
                    <a:pt x="250388" y="153708"/>
                  </a:cubicBezTo>
                  <a:cubicBezTo>
                    <a:pt x="207091" y="190022"/>
                    <a:pt x="151062" y="207500"/>
                    <a:pt x="94799" y="202246"/>
                  </a:cubicBezTo>
                  <a:cubicBezTo>
                    <a:pt x="581" y="192970"/>
                    <a:pt x="-48592" y="79439"/>
                    <a:pt x="66146" y="31028"/>
                  </a:cubicBezTo>
                  <a:cubicBezTo>
                    <a:pt x="180884" y="-17383"/>
                    <a:pt x="446701" y="-22784"/>
                    <a:pt x="386663" y="112221"/>
                  </a:cubicBezTo>
                  <a:close/>
                </a:path>
              </a:pathLst>
            </a:custGeom>
            <a:solidFill>
              <a:srgbClr val="981D04"/>
            </a:solidFill>
            <a:ln w="6346" cap="flat">
              <a:noFill/>
              <a:prstDash val="solid"/>
              <a:miter/>
            </a:ln>
          </p:spPr>
          <p:txBody>
            <a:bodyPr rtlCol="0" anchor="ctr"/>
            <a:lstStyle/>
            <a:p>
              <a:endParaRPr lang="zh-CN" altLang="en-US"/>
            </a:p>
          </p:txBody>
        </p:sp>
        <p:sp>
          <p:nvSpPr>
            <p:cNvPr id="142" name="任意多边形 33">
              <a:extLst>
                <a:ext uri="{FF2B5EF4-FFF2-40B4-BE49-F238E27FC236}">
                  <a16:creationId xmlns:a16="http://schemas.microsoft.com/office/drawing/2014/main" id="{8CDB1FE4-EA7E-4C71-9A7E-E5A9ECBEAD8C}"/>
                </a:ext>
              </a:extLst>
            </p:cNvPr>
            <p:cNvSpPr/>
            <p:nvPr/>
          </p:nvSpPr>
          <p:spPr>
            <a:xfrm>
              <a:off x="5999615" y="5296537"/>
              <a:ext cx="484830" cy="136671"/>
            </a:xfrm>
            <a:custGeom>
              <a:avLst/>
              <a:gdLst>
                <a:gd name="connsiteX0" fmla="*/ 415046 w 428211"/>
                <a:gd name="connsiteY0" fmla="*/ -210 h 120710"/>
                <a:gd name="connsiteX1" fmla="*/ 150755 w 428211"/>
                <a:gd name="connsiteY1" fmla="*/ -210 h 120710"/>
                <a:gd name="connsiteX2" fmla="*/ -514 w 428211"/>
                <a:gd name="connsiteY2" fmla="*/ 107794 h 120710"/>
                <a:gd name="connsiteX3" fmla="*/ -514 w 428211"/>
                <a:gd name="connsiteY3" fmla="*/ 120500 h 120710"/>
                <a:gd name="connsiteX4" fmla="*/ 425148 w 428211"/>
                <a:gd name="connsiteY4" fmla="*/ 120500 h 120710"/>
                <a:gd name="connsiteX5" fmla="*/ 414856 w 428211"/>
                <a:gd name="connsiteY5" fmla="*/ -210 h 1207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428211" h="120710">
                  <a:moveTo>
                    <a:pt x="415046" y="-210"/>
                  </a:moveTo>
                  <a:lnTo>
                    <a:pt x="150755" y="-210"/>
                  </a:lnTo>
                  <a:cubicBezTo>
                    <a:pt x="150755" y="-210"/>
                    <a:pt x="14924" y="76981"/>
                    <a:pt x="-514" y="107794"/>
                  </a:cubicBezTo>
                  <a:lnTo>
                    <a:pt x="-514" y="120500"/>
                  </a:lnTo>
                  <a:lnTo>
                    <a:pt x="425148" y="120500"/>
                  </a:lnTo>
                  <a:cubicBezTo>
                    <a:pt x="425148" y="120500"/>
                    <a:pt x="435377" y="30412"/>
                    <a:pt x="414856" y="-210"/>
                  </a:cubicBezTo>
                  <a:close/>
                </a:path>
              </a:pathLst>
            </a:custGeom>
            <a:solidFill>
              <a:srgbClr val="00065B"/>
            </a:solidFill>
            <a:ln w="6346" cap="flat">
              <a:noFill/>
              <a:prstDash val="solid"/>
              <a:miter/>
            </a:ln>
          </p:spPr>
          <p:txBody>
            <a:bodyPr rtlCol="0" anchor="ctr"/>
            <a:lstStyle/>
            <a:p>
              <a:endParaRPr lang="zh-CN" altLang="en-US"/>
            </a:p>
          </p:txBody>
        </p:sp>
        <p:sp>
          <p:nvSpPr>
            <p:cNvPr id="143" name="任意多边形 34">
              <a:extLst>
                <a:ext uri="{FF2B5EF4-FFF2-40B4-BE49-F238E27FC236}">
                  <a16:creationId xmlns:a16="http://schemas.microsoft.com/office/drawing/2014/main" id="{8CE1153F-D432-4EBA-AA74-6C4A03817FB0}"/>
                </a:ext>
              </a:extLst>
            </p:cNvPr>
            <p:cNvSpPr/>
            <p:nvPr/>
          </p:nvSpPr>
          <p:spPr>
            <a:xfrm>
              <a:off x="5999255" y="5433496"/>
              <a:ext cx="483023" cy="22802"/>
            </a:xfrm>
            <a:custGeom>
              <a:avLst/>
              <a:gdLst>
                <a:gd name="connsiteX0" fmla="*/ 426615 w 426615"/>
                <a:gd name="connsiteY0" fmla="*/ 0 h 20139"/>
                <a:gd name="connsiteX1" fmla="*/ 0 w 426615"/>
                <a:gd name="connsiteY1" fmla="*/ 0 h 20139"/>
                <a:gd name="connsiteX2" fmla="*/ 0 w 426615"/>
                <a:gd name="connsiteY2" fmla="*/ 20140 h 20139"/>
                <a:gd name="connsiteX3" fmla="*/ 426615 w 426615"/>
                <a:gd name="connsiteY3" fmla="*/ 20140 h 20139"/>
                <a:gd name="connsiteX4" fmla="*/ 426615 w 426615"/>
                <a:gd name="connsiteY4" fmla="*/ 0 h 20139"/>
                <a:gd name="connsiteX5" fmla="*/ 426615 w 426615"/>
                <a:gd name="connsiteY5" fmla="*/ 0 h 201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426615" h="20139">
                  <a:moveTo>
                    <a:pt x="426615" y="0"/>
                  </a:moveTo>
                  <a:lnTo>
                    <a:pt x="0" y="0"/>
                  </a:lnTo>
                  <a:lnTo>
                    <a:pt x="0" y="20140"/>
                  </a:lnTo>
                  <a:lnTo>
                    <a:pt x="426615" y="20140"/>
                  </a:lnTo>
                  <a:lnTo>
                    <a:pt x="426615" y="0"/>
                  </a:lnTo>
                  <a:lnTo>
                    <a:pt x="426615" y="0"/>
                  </a:lnTo>
                  <a:close/>
                </a:path>
              </a:pathLst>
            </a:custGeom>
            <a:solidFill>
              <a:srgbClr val="434CC0"/>
            </a:solidFill>
            <a:ln w="6346" cap="flat">
              <a:noFill/>
              <a:prstDash val="solid"/>
              <a:miter/>
            </a:ln>
          </p:spPr>
          <p:txBody>
            <a:bodyPr rtlCol="0" anchor="ctr"/>
            <a:lstStyle/>
            <a:p>
              <a:endParaRPr lang="zh-CN" altLang="en-US"/>
            </a:p>
          </p:txBody>
        </p:sp>
        <p:sp>
          <p:nvSpPr>
            <p:cNvPr id="144" name="任意多边形 35">
              <a:extLst>
                <a:ext uri="{FF2B5EF4-FFF2-40B4-BE49-F238E27FC236}">
                  <a16:creationId xmlns:a16="http://schemas.microsoft.com/office/drawing/2014/main" id="{412FA57A-7C6A-4950-AFF5-BD2DAF6E5AD9}"/>
                </a:ext>
              </a:extLst>
            </p:cNvPr>
            <p:cNvSpPr/>
            <p:nvPr/>
          </p:nvSpPr>
          <p:spPr>
            <a:xfrm>
              <a:off x="6140242" y="3782441"/>
              <a:ext cx="395626" cy="1526181"/>
            </a:xfrm>
            <a:custGeom>
              <a:avLst/>
              <a:gdLst>
                <a:gd name="connsiteX0" fmla="*/ 348910 w 349424"/>
                <a:gd name="connsiteY0" fmla="*/ -210 h 1347952"/>
                <a:gd name="connsiteX1" fmla="*/ 17656 w 349424"/>
                <a:gd name="connsiteY1" fmla="*/ -210 h 1347952"/>
                <a:gd name="connsiteX2" fmla="*/ -514 w 349424"/>
                <a:gd name="connsiteY2" fmla="*/ 1347742 h 1347952"/>
                <a:gd name="connsiteX3" fmla="*/ 305200 w 349424"/>
                <a:gd name="connsiteY3" fmla="*/ 1347742 h 1347952"/>
                <a:gd name="connsiteX4" fmla="*/ 346369 w 349424"/>
                <a:gd name="connsiteY4" fmla="*/ 202583 h 13479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49424" h="1347952">
                  <a:moveTo>
                    <a:pt x="348910" y="-210"/>
                  </a:moveTo>
                  <a:lnTo>
                    <a:pt x="17656" y="-210"/>
                  </a:lnTo>
                  <a:lnTo>
                    <a:pt x="-514" y="1347742"/>
                  </a:lnTo>
                  <a:lnTo>
                    <a:pt x="305200" y="1347742"/>
                  </a:lnTo>
                  <a:cubicBezTo>
                    <a:pt x="305200" y="1347742"/>
                    <a:pt x="303548" y="602833"/>
                    <a:pt x="346369" y="202583"/>
                  </a:cubicBezTo>
                  <a:close/>
                </a:path>
              </a:pathLst>
            </a:custGeom>
            <a:solidFill>
              <a:srgbClr val="981D04"/>
            </a:solidFill>
            <a:ln w="6346" cap="flat">
              <a:noFill/>
              <a:prstDash val="solid"/>
              <a:miter/>
            </a:ln>
          </p:spPr>
          <p:txBody>
            <a:bodyPr rtlCol="0" anchor="ctr"/>
            <a:lstStyle/>
            <a:p>
              <a:endParaRPr lang="zh-CN" altLang="en-US"/>
            </a:p>
          </p:txBody>
        </p:sp>
        <p:sp>
          <p:nvSpPr>
            <p:cNvPr id="145" name="任意多边形 36">
              <a:extLst>
                <a:ext uri="{FF2B5EF4-FFF2-40B4-BE49-F238E27FC236}">
                  <a16:creationId xmlns:a16="http://schemas.microsoft.com/office/drawing/2014/main" id="{D44D2550-2172-46A1-837F-ED5B04176AAC}"/>
                </a:ext>
              </a:extLst>
            </p:cNvPr>
            <p:cNvSpPr/>
            <p:nvPr/>
          </p:nvSpPr>
          <p:spPr>
            <a:xfrm>
              <a:off x="6583298" y="5296537"/>
              <a:ext cx="484866" cy="136671"/>
            </a:xfrm>
            <a:custGeom>
              <a:avLst/>
              <a:gdLst>
                <a:gd name="connsiteX0" fmla="*/ 12168 w 428243"/>
                <a:gd name="connsiteY0" fmla="*/ -210 h 120710"/>
                <a:gd name="connsiteX1" fmla="*/ 276460 w 428243"/>
                <a:gd name="connsiteY1" fmla="*/ -210 h 120710"/>
                <a:gd name="connsiteX2" fmla="*/ 427729 w 428243"/>
                <a:gd name="connsiteY2" fmla="*/ 107794 h 120710"/>
                <a:gd name="connsiteX3" fmla="*/ 427729 w 428243"/>
                <a:gd name="connsiteY3" fmla="*/ 120500 h 120710"/>
                <a:gd name="connsiteX4" fmla="*/ 2067 w 428243"/>
                <a:gd name="connsiteY4" fmla="*/ 120500 h 120710"/>
                <a:gd name="connsiteX5" fmla="*/ 12295 w 428243"/>
                <a:gd name="connsiteY5" fmla="*/ -210 h 1207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428243" h="120710">
                  <a:moveTo>
                    <a:pt x="12168" y="-210"/>
                  </a:moveTo>
                  <a:lnTo>
                    <a:pt x="276460" y="-210"/>
                  </a:lnTo>
                  <a:cubicBezTo>
                    <a:pt x="276460" y="-210"/>
                    <a:pt x="412354" y="76981"/>
                    <a:pt x="427729" y="107794"/>
                  </a:cubicBezTo>
                  <a:lnTo>
                    <a:pt x="427729" y="120500"/>
                  </a:lnTo>
                  <a:lnTo>
                    <a:pt x="2067" y="120500"/>
                  </a:lnTo>
                  <a:cubicBezTo>
                    <a:pt x="2067" y="120500"/>
                    <a:pt x="-8226" y="30412"/>
                    <a:pt x="12295" y="-210"/>
                  </a:cubicBezTo>
                  <a:close/>
                </a:path>
              </a:pathLst>
            </a:custGeom>
            <a:solidFill>
              <a:srgbClr val="00065B"/>
            </a:solidFill>
            <a:ln w="6346" cap="flat">
              <a:noFill/>
              <a:prstDash val="solid"/>
              <a:miter/>
            </a:ln>
          </p:spPr>
          <p:txBody>
            <a:bodyPr rtlCol="0" anchor="ctr"/>
            <a:lstStyle/>
            <a:p>
              <a:endParaRPr lang="zh-CN" altLang="en-US"/>
            </a:p>
          </p:txBody>
        </p:sp>
        <p:sp>
          <p:nvSpPr>
            <p:cNvPr id="146" name="任意多边形 37">
              <a:extLst>
                <a:ext uri="{FF2B5EF4-FFF2-40B4-BE49-F238E27FC236}">
                  <a16:creationId xmlns:a16="http://schemas.microsoft.com/office/drawing/2014/main" id="{6632128B-55D7-47AB-B844-2ABD71E34ED9}"/>
                </a:ext>
              </a:extLst>
            </p:cNvPr>
            <p:cNvSpPr/>
            <p:nvPr/>
          </p:nvSpPr>
          <p:spPr>
            <a:xfrm>
              <a:off x="6585142" y="5433496"/>
              <a:ext cx="483023" cy="22802"/>
            </a:xfrm>
            <a:custGeom>
              <a:avLst/>
              <a:gdLst>
                <a:gd name="connsiteX0" fmla="*/ 0 w 426615"/>
                <a:gd name="connsiteY0" fmla="*/ 0 h 20139"/>
                <a:gd name="connsiteX1" fmla="*/ 426615 w 426615"/>
                <a:gd name="connsiteY1" fmla="*/ 0 h 20139"/>
                <a:gd name="connsiteX2" fmla="*/ 426615 w 426615"/>
                <a:gd name="connsiteY2" fmla="*/ 20140 h 20139"/>
                <a:gd name="connsiteX3" fmla="*/ 0 w 426615"/>
                <a:gd name="connsiteY3" fmla="*/ 20140 h 20139"/>
                <a:gd name="connsiteX4" fmla="*/ 0 w 426615"/>
                <a:gd name="connsiteY4" fmla="*/ 0 h 20139"/>
                <a:gd name="connsiteX5" fmla="*/ 0 w 426615"/>
                <a:gd name="connsiteY5" fmla="*/ 0 h 201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426615" h="20139">
                  <a:moveTo>
                    <a:pt x="0" y="0"/>
                  </a:moveTo>
                  <a:lnTo>
                    <a:pt x="426615" y="0"/>
                  </a:lnTo>
                  <a:lnTo>
                    <a:pt x="426615" y="20140"/>
                  </a:lnTo>
                  <a:lnTo>
                    <a:pt x="0" y="20140"/>
                  </a:lnTo>
                  <a:lnTo>
                    <a:pt x="0" y="0"/>
                  </a:lnTo>
                  <a:lnTo>
                    <a:pt x="0" y="0"/>
                  </a:lnTo>
                  <a:close/>
                </a:path>
              </a:pathLst>
            </a:custGeom>
            <a:solidFill>
              <a:srgbClr val="434CC0"/>
            </a:solidFill>
            <a:ln w="6346" cap="flat">
              <a:noFill/>
              <a:prstDash val="solid"/>
              <a:miter/>
            </a:ln>
          </p:spPr>
          <p:txBody>
            <a:bodyPr rtlCol="0" anchor="ctr"/>
            <a:lstStyle/>
            <a:p>
              <a:endParaRPr lang="zh-CN" altLang="en-US"/>
            </a:p>
          </p:txBody>
        </p:sp>
        <p:sp>
          <p:nvSpPr>
            <p:cNvPr id="147" name="任意多边形 38">
              <a:extLst>
                <a:ext uri="{FF2B5EF4-FFF2-40B4-BE49-F238E27FC236}">
                  <a16:creationId xmlns:a16="http://schemas.microsoft.com/office/drawing/2014/main" id="{8D579C53-2AFC-4D6F-8E02-DA0256198D0F}"/>
                </a:ext>
              </a:extLst>
            </p:cNvPr>
            <p:cNvSpPr/>
            <p:nvPr/>
          </p:nvSpPr>
          <p:spPr>
            <a:xfrm>
              <a:off x="6531551" y="3782441"/>
              <a:ext cx="395698" cy="1526181"/>
            </a:xfrm>
            <a:custGeom>
              <a:avLst/>
              <a:gdLst>
                <a:gd name="connsiteX0" fmla="*/ -514 w 349488"/>
                <a:gd name="connsiteY0" fmla="*/ -210 h 1347952"/>
                <a:gd name="connsiteX1" fmla="*/ 330803 w 349488"/>
                <a:gd name="connsiteY1" fmla="*/ -210 h 1347952"/>
                <a:gd name="connsiteX2" fmla="*/ 348974 w 349488"/>
                <a:gd name="connsiteY2" fmla="*/ 1347742 h 1347952"/>
                <a:gd name="connsiteX3" fmla="*/ 43259 w 349488"/>
                <a:gd name="connsiteY3" fmla="*/ 1347742 h 1347952"/>
                <a:gd name="connsiteX4" fmla="*/ 2408 w 349488"/>
                <a:gd name="connsiteY4" fmla="*/ 202583 h 13479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49488" h="1347952">
                  <a:moveTo>
                    <a:pt x="-514" y="-210"/>
                  </a:moveTo>
                  <a:lnTo>
                    <a:pt x="330803" y="-210"/>
                  </a:lnTo>
                  <a:lnTo>
                    <a:pt x="348974" y="1347742"/>
                  </a:lnTo>
                  <a:lnTo>
                    <a:pt x="43259" y="1347742"/>
                  </a:lnTo>
                  <a:cubicBezTo>
                    <a:pt x="43259" y="1347742"/>
                    <a:pt x="44911" y="602833"/>
                    <a:pt x="2408" y="202583"/>
                  </a:cubicBezTo>
                  <a:close/>
                </a:path>
              </a:pathLst>
            </a:custGeom>
            <a:solidFill>
              <a:srgbClr val="981D04"/>
            </a:solidFill>
            <a:ln w="6346" cap="flat">
              <a:noFill/>
              <a:prstDash val="solid"/>
              <a:miter/>
            </a:ln>
          </p:spPr>
          <p:txBody>
            <a:bodyPr rtlCol="0" anchor="ctr"/>
            <a:lstStyle/>
            <a:p>
              <a:endParaRPr lang="zh-CN" altLang="en-US"/>
            </a:p>
          </p:txBody>
        </p:sp>
        <p:sp>
          <p:nvSpPr>
            <p:cNvPr id="148" name="任意多边形 39">
              <a:extLst>
                <a:ext uri="{FF2B5EF4-FFF2-40B4-BE49-F238E27FC236}">
                  <a16:creationId xmlns:a16="http://schemas.microsoft.com/office/drawing/2014/main" id="{824101A8-EB40-4DF5-8BD5-135168DFB211}"/>
                </a:ext>
              </a:extLst>
            </p:cNvPr>
            <p:cNvSpPr/>
            <p:nvPr/>
          </p:nvSpPr>
          <p:spPr>
            <a:xfrm>
              <a:off x="6096076" y="2836102"/>
              <a:ext cx="877570" cy="1154292"/>
            </a:xfrm>
            <a:custGeom>
              <a:avLst/>
              <a:gdLst>
                <a:gd name="connsiteX0" fmla="*/ 259966 w 775086"/>
                <a:gd name="connsiteY0" fmla="*/ -210 h 1019493"/>
                <a:gd name="connsiteX1" fmla="*/ 380676 w 775086"/>
                <a:gd name="connsiteY1" fmla="*/ 81873 h 1019493"/>
                <a:gd name="connsiteX2" fmla="*/ 383217 w 775086"/>
                <a:gd name="connsiteY2" fmla="*/ 81873 h 1019493"/>
                <a:gd name="connsiteX3" fmla="*/ 501132 w 775086"/>
                <a:gd name="connsiteY3" fmla="*/ -210 h 1019493"/>
                <a:gd name="connsiteX4" fmla="*/ 703735 w 775086"/>
                <a:gd name="connsiteY4" fmla="*/ 40832 h 1019493"/>
                <a:gd name="connsiteX5" fmla="*/ 774573 w 775086"/>
                <a:gd name="connsiteY5" fmla="*/ 943109 h 1019493"/>
                <a:gd name="connsiteX6" fmla="*/ -514 w 775086"/>
                <a:gd name="connsiteY6" fmla="*/ 924050 h 1019493"/>
                <a:gd name="connsiteX7" fmla="*/ 66893 w 775086"/>
                <a:gd name="connsiteY7" fmla="*/ 30603 h 1019493"/>
                <a:gd name="connsiteX8" fmla="*/ 260029 w 775086"/>
                <a:gd name="connsiteY8" fmla="*/ -210 h 101949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775086" h="1019493">
                  <a:moveTo>
                    <a:pt x="259966" y="-210"/>
                  </a:moveTo>
                  <a:cubicBezTo>
                    <a:pt x="277882" y="79268"/>
                    <a:pt x="372734" y="81873"/>
                    <a:pt x="380676" y="81873"/>
                  </a:cubicBezTo>
                  <a:lnTo>
                    <a:pt x="383217" y="81873"/>
                  </a:lnTo>
                  <a:cubicBezTo>
                    <a:pt x="390904" y="81873"/>
                    <a:pt x="480611" y="79268"/>
                    <a:pt x="501132" y="-210"/>
                  </a:cubicBezTo>
                  <a:lnTo>
                    <a:pt x="703735" y="40832"/>
                  </a:lnTo>
                  <a:lnTo>
                    <a:pt x="774573" y="943109"/>
                  </a:lnTo>
                  <a:cubicBezTo>
                    <a:pt x="615743" y="1025700"/>
                    <a:pt x="132394" y="1069347"/>
                    <a:pt x="-514" y="924050"/>
                  </a:cubicBezTo>
                  <a:lnTo>
                    <a:pt x="66893" y="30603"/>
                  </a:lnTo>
                  <a:lnTo>
                    <a:pt x="260029" y="-210"/>
                  </a:lnTo>
                  <a:close/>
                </a:path>
              </a:pathLst>
            </a:custGeom>
            <a:solidFill>
              <a:srgbClr val="00065B"/>
            </a:solidFill>
            <a:ln w="6346" cap="flat">
              <a:noFill/>
              <a:prstDash val="solid"/>
              <a:miter/>
            </a:ln>
          </p:spPr>
          <p:txBody>
            <a:bodyPr rtlCol="0" anchor="ctr"/>
            <a:lstStyle/>
            <a:p>
              <a:endParaRPr lang="zh-CN" altLang="en-US"/>
            </a:p>
          </p:txBody>
        </p:sp>
        <p:sp>
          <p:nvSpPr>
            <p:cNvPr id="149" name="任意多边形 40">
              <a:extLst>
                <a:ext uri="{FF2B5EF4-FFF2-40B4-BE49-F238E27FC236}">
                  <a16:creationId xmlns:a16="http://schemas.microsoft.com/office/drawing/2014/main" id="{993FE5E4-424C-45D3-85E0-3C32C908FCE3}"/>
                </a:ext>
              </a:extLst>
            </p:cNvPr>
            <p:cNvSpPr/>
            <p:nvPr/>
          </p:nvSpPr>
          <p:spPr>
            <a:xfrm>
              <a:off x="5368249" y="3005839"/>
              <a:ext cx="792980" cy="422613"/>
            </a:xfrm>
            <a:custGeom>
              <a:avLst/>
              <a:gdLst>
                <a:gd name="connsiteX0" fmla="*/ 698477 w 700375"/>
                <a:gd name="connsiteY0" fmla="*/ 67344 h 373260"/>
                <a:gd name="connsiteX1" fmla="*/ 582976 w 700375"/>
                <a:gd name="connsiteY1" fmla="*/ 238880 h 373260"/>
                <a:gd name="connsiteX2" fmla="*/ 51470 w 700375"/>
                <a:gd name="connsiteY2" fmla="*/ 369755 h 373260"/>
                <a:gd name="connsiteX3" fmla="*/ 51470 w 700375"/>
                <a:gd name="connsiteY3" fmla="*/ 261751 h 373260"/>
                <a:gd name="connsiteX4" fmla="*/ 505786 w 700375"/>
                <a:gd name="connsiteY4" fmla="*/ 161816 h 373260"/>
                <a:gd name="connsiteX5" fmla="*/ 580181 w 700375"/>
                <a:gd name="connsiteY5" fmla="*/ 74714 h 373260"/>
                <a:gd name="connsiteX6" fmla="*/ 587932 w 700375"/>
                <a:gd name="connsiteY6" fmla="*/ 56798 h 373260"/>
                <a:gd name="connsiteX7" fmla="*/ 587932 w 700375"/>
                <a:gd name="connsiteY7" fmla="*/ 59339 h 373260"/>
                <a:gd name="connsiteX8" fmla="*/ 590474 w 700375"/>
                <a:gd name="connsiteY8" fmla="*/ 51652 h 373260"/>
                <a:gd name="connsiteX9" fmla="*/ 593015 w 700375"/>
                <a:gd name="connsiteY9" fmla="*/ 38945 h 373260"/>
                <a:gd name="connsiteX10" fmla="*/ 698287 w 700375"/>
                <a:gd name="connsiteY10" fmla="*/ 67154 h 37326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700375" h="373260">
                  <a:moveTo>
                    <a:pt x="698477" y="67344"/>
                  </a:moveTo>
                  <a:cubicBezTo>
                    <a:pt x="683039" y="133989"/>
                    <a:pt x="634310" y="195488"/>
                    <a:pt x="582976" y="238880"/>
                  </a:cubicBezTo>
                  <a:cubicBezTo>
                    <a:pt x="439014" y="362068"/>
                    <a:pt x="233933" y="382525"/>
                    <a:pt x="51470" y="369755"/>
                  </a:cubicBezTo>
                  <a:cubicBezTo>
                    <a:pt x="-17843" y="364609"/>
                    <a:pt x="-17843" y="256986"/>
                    <a:pt x="51470" y="261751"/>
                  </a:cubicBezTo>
                  <a:cubicBezTo>
                    <a:pt x="202930" y="274457"/>
                    <a:pt x="385139" y="264356"/>
                    <a:pt x="505786" y="161816"/>
                  </a:cubicBezTo>
                  <a:cubicBezTo>
                    <a:pt x="541681" y="131066"/>
                    <a:pt x="559660" y="110609"/>
                    <a:pt x="580181" y="74714"/>
                  </a:cubicBezTo>
                  <a:cubicBezTo>
                    <a:pt x="582284" y="68545"/>
                    <a:pt x="584876" y="62554"/>
                    <a:pt x="587932" y="56798"/>
                  </a:cubicBezTo>
                  <a:cubicBezTo>
                    <a:pt x="593015" y="46506"/>
                    <a:pt x="582786" y="69504"/>
                    <a:pt x="587932" y="59339"/>
                  </a:cubicBezTo>
                  <a:cubicBezTo>
                    <a:pt x="587932" y="56798"/>
                    <a:pt x="590474" y="54193"/>
                    <a:pt x="590474" y="51652"/>
                  </a:cubicBezTo>
                  <a:cubicBezTo>
                    <a:pt x="591077" y="47370"/>
                    <a:pt x="591928" y="43132"/>
                    <a:pt x="593015" y="38945"/>
                  </a:cubicBezTo>
                  <a:cubicBezTo>
                    <a:pt x="610994" y="-30241"/>
                    <a:pt x="713725" y="509"/>
                    <a:pt x="698287" y="67154"/>
                  </a:cubicBezTo>
                  <a:close/>
                </a:path>
              </a:pathLst>
            </a:custGeom>
            <a:solidFill>
              <a:srgbClr val="FED0D6"/>
            </a:solidFill>
            <a:ln w="6346" cap="flat">
              <a:noFill/>
              <a:prstDash val="solid"/>
              <a:miter/>
            </a:ln>
          </p:spPr>
          <p:txBody>
            <a:bodyPr rtlCol="0" anchor="ctr"/>
            <a:lstStyle/>
            <a:p>
              <a:endParaRPr lang="zh-CN" altLang="en-US"/>
            </a:p>
          </p:txBody>
        </p:sp>
        <p:sp>
          <p:nvSpPr>
            <p:cNvPr id="150" name="任意多边形 41">
              <a:extLst>
                <a:ext uri="{FF2B5EF4-FFF2-40B4-BE49-F238E27FC236}">
                  <a16:creationId xmlns:a16="http://schemas.microsoft.com/office/drawing/2014/main" id="{525FCEDB-E9EF-45E6-B99B-6B6F0FFE534A}"/>
                </a:ext>
              </a:extLst>
            </p:cNvPr>
            <p:cNvSpPr/>
            <p:nvPr/>
          </p:nvSpPr>
          <p:spPr>
            <a:xfrm>
              <a:off x="5555003" y="2870989"/>
              <a:ext cx="617392" cy="613005"/>
            </a:xfrm>
            <a:custGeom>
              <a:avLst/>
              <a:gdLst>
                <a:gd name="connsiteX0" fmla="*/ 14860 w 545292"/>
                <a:gd name="connsiteY0" fmla="*/ 541208 h 541418"/>
                <a:gd name="connsiteX1" fmla="*/ 534550 w 545292"/>
                <a:gd name="connsiteY1" fmla="*/ 283332 h 541418"/>
                <a:gd name="connsiteX2" fmla="*/ 544778 w 545292"/>
                <a:gd name="connsiteY2" fmla="*/ -210 h 541418"/>
                <a:gd name="connsiteX3" fmla="*/ 544778 w 545292"/>
                <a:gd name="connsiteY3" fmla="*/ -210 h 541418"/>
                <a:gd name="connsiteX4" fmla="*/ 356661 w 545292"/>
                <a:gd name="connsiteY4" fmla="*/ 143562 h 541418"/>
                <a:gd name="connsiteX5" fmla="*/ -514 w 545292"/>
                <a:gd name="connsiteY5" fmla="*/ 353662 h 54141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545292" h="541418">
                  <a:moveTo>
                    <a:pt x="14860" y="541208"/>
                  </a:moveTo>
                  <a:cubicBezTo>
                    <a:pt x="14860" y="541208"/>
                    <a:pt x="369367" y="543812"/>
                    <a:pt x="534550" y="283332"/>
                  </a:cubicBezTo>
                  <a:lnTo>
                    <a:pt x="544778" y="-210"/>
                  </a:lnTo>
                  <a:lnTo>
                    <a:pt x="544778" y="-210"/>
                  </a:lnTo>
                  <a:cubicBezTo>
                    <a:pt x="544778" y="-210"/>
                    <a:pt x="471018" y="3793"/>
                    <a:pt x="356661" y="143562"/>
                  </a:cubicBezTo>
                  <a:cubicBezTo>
                    <a:pt x="285251" y="230855"/>
                    <a:pt x="140653" y="363890"/>
                    <a:pt x="-514" y="353662"/>
                  </a:cubicBezTo>
                  <a:close/>
                </a:path>
              </a:pathLst>
            </a:custGeom>
            <a:solidFill>
              <a:srgbClr val="434CC0"/>
            </a:solidFill>
            <a:ln w="6346" cap="flat">
              <a:noFill/>
              <a:prstDash val="solid"/>
              <a:miter/>
            </a:ln>
          </p:spPr>
          <p:txBody>
            <a:bodyPr rtlCol="0" anchor="ctr"/>
            <a:lstStyle/>
            <a:p>
              <a:endParaRPr lang="zh-CN" altLang="en-US"/>
            </a:p>
          </p:txBody>
        </p:sp>
        <p:sp>
          <p:nvSpPr>
            <p:cNvPr id="151" name="任意多边形 42">
              <a:extLst>
                <a:ext uri="{FF2B5EF4-FFF2-40B4-BE49-F238E27FC236}">
                  <a16:creationId xmlns:a16="http://schemas.microsoft.com/office/drawing/2014/main" id="{BF19E4A1-21B3-4940-9E62-9A360339A70C}"/>
                </a:ext>
              </a:extLst>
            </p:cNvPr>
            <p:cNvSpPr/>
            <p:nvPr/>
          </p:nvSpPr>
          <p:spPr>
            <a:xfrm>
              <a:off x="4621893" y="1105990"/>
              <a:ext cx="1140920" cy="1998720"/>
            </a:xfrm>
            <a:custGeom>
              <a:avLst/>
              <a:gdLst>
                <a:gd name="connsiteX0" fmla="*/ 596690 w 1007682"/>
                <a:gd name="connsiteY0" fmla="*/ 1042540 h 1765307"/>
                <a:gd name="connsiteX1" fmla="*/ 596690 w 1007682"/>
                <a:gd name="connsiteY1" fmla="*/ 1209120 h 1765307"/>
                <a:gd name="connsiteX2" fmla="*/ 479747 w 1007682"/>
                <a:gd name="connsiteY2" fmla="*/ 1332124 h 1765307"/>
                <a:gd name="connsiteX3" fmla="*/ 473502 w 1007682"/>
                <a:gd name="connsiteY3" fmla="*/ 1332118 h 1765307"/>
                <a:gd name="connsiteX4" fmla="*/ 350314 w 1007682"/>
                <a:gd name="connsiteY4" fmla="*/ 1209120 h 1765307"/>
                <a:gd name="connsiteX5" fmla="*/ 350314 w 1007682"/>
                <a:gd name="connsiteY5" fmla="*/ 945209 h 1765307"/>
                <a:gd name="connsiteX6" fmla="*/ 352855 w 1007682"/>
                <a:gd name="connsiteY6" fmla="*/ 940063 h 1765307"/>
                <a:gd name="connsiteX7" fmla="*/ 350314 w 1007682"/>
                <a:gd name="connsiteY7" fmla="*/ 934981 h 1765307"/>
                <a:gd name="connsiteX8" fmla="*/ 473502 w 1007682"/>
                <a:gd name="connsiteY8" fmla="*/ 811983 h 1765307"/>
                <a:gd name="connsiteX9" fmla="*/ 760983 w 1007682"/>
                <a:gd name="connsiteY9" fmla="*/ 530157 h 1765307"/>
                <a:gd name="connsiteX10" fmla="*/ 473502 w 1007682"/>
                <a:gd name="connsiteY10" fmla="*/ 245725 h 1765307"/>
                <a:gd name="connsiteX11" fmla="*/ 229667 w 1007682"/>
                <a:gd name="connsiteY11" fmla="*/ 384097 h 1765307"/>
                <a:gd name="connsiteX12" fmla="*/ 62134 w 1007682"/>
                <a:gd name="connsiteY12" fmla="*/ 430888 h 1765307"/>
                <a:gd name="connsiteX13" fmla="*/ 15343 w 1007682"/>
                <a:gd name="connsiteY13" fmla="*/ 263355 h 1765307"/>
                <a:gd name="connsiteX14" fmla="*/ 16645 w 1007682"/>
                <a:gd name="connsiteY14" fmla="*/ 261100 h 1765307"/>
                <a:gd name="connsiteX15" fmla="*/ 473502 w 1007682"/>
                <a:gd name="connsiteY15" fmla="*/ -206 h 1765307"/>
                <a:gd name="connsiteX16" fmla="*/ 1007168 w 1007682"/>
                <a:gd name="connsiteY16" fmla="*/ 530157 h 1765307"/>
                <a:gd name="connsiteX17" fmla="*/ 596499 w 1007682"/>
                <a:gd name="connsiteY17" fmla="*/ 1042540 h 1765307"/>
                <a:gd name="connsiteX18" fmla="*/ 596690 w 1007682"/>
                <a:gd name="connsiteY18" fmla="*/ 1595965 h 1765307"/>
                <a:gd name="connsiteX19" fmla="*/ 596690 w 1007682"/>
                <a:gd name="connsiteY19" fmla="*/ 1642089 h 1765307"/>
                <a:gd name="connsiteX20" fmla="*/ 473502 w 1007682"/>
                <a:gd name="connsiteY20" fmla="*/ 1765086 h 1765307"/>
                <a:gd name="connsiteX21" fmla="*/ 350314 w 1007682"/>
                <a:gd name="connsiteY21" fmla="*/ 1645221 h 1765307"/>
                <a:gd name="connsiteX22" fmla="*/ 350314 w 1007682"/>
                <a:gd name="connsiteY22" fmla="*/ 1642089 h 1765307"/>
                <a:gd name="connsiteX23" fmla="*/ 350314 w 1007682"/>
                <a:gd name="connsiteY23" fmla="*/ 1595965 h 1765307"/>
                <a:gd name="connsiteX24" fmla="*/ 473502 w 1007682"/>
                <a:gd name="connsiteY24" fmla="*/ 1473031 h 1765307"/>
                <a:gd name="connsiteX25" fmla="*/ 596690 w 1007682"/>
                <a:gd name="connsiteY25" fmla="*/ 1592769 h 1765307"/>
                <a:gd name="connsiteX26" fmla="*/ 596690 w 1007682"/>
                <a:gd name="connsiteY26" fmla="*/ 1595965 h 17653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Lst>
              <a:rect l="l" t="t" r="r" b="b"/>
              <a:pathLst>
                <a:path w="1007682" h="1765307">
                  <a:moveTo>
                    <a:pt x="596690" y="1042540"/>
                  </a:moveTo>
                  <a:lnTo>
                    <a:pt x="596690" y="1209120"/>
                  </a:lnTo>
                  <a:cubicBezTo>
                    <a:pt x="598361" y="1275377"/>
                    <a:pt x="546004" y="1330447"/>
                    <a:pt x="479747" y="1332124"/>
                  </a:cubicBezTo>
                  <a:cubicBezTo>
                    <a:pt x="477663" y="1332175"/>
                    <a:pt x="475579" y="1332175"/>
                    <a:pt x="473502" y="1332118"/>
                  </a:cubicBezTo>
                  <a:cubicBezTo>
                    <a:pt x="405529" y="1332156"/>
                    <a:pt x="350384" y="1277093"/>
                    <a:pt x="350314" y="1209120"/>
                  </a:cubicBezTo>
                  <a:lnTo>
                    <a:pt x="350314" y="945209"/>
                  </a:lnTo>
                  <a:cubicBezTo>
                    <a:pt x="350314" y="942668"/>
                    <a:pt x="352855" y="942668"/>
                    <a:pt x="352855" y="940063"/>
                  </a:cubicBezTo>
                  <a:cubicBezTo>
                    <a:pt x="350314" y="937522"/>
                    <a:pt x="350314" y="937522"/>
                    <a:pt x="350314" y="934981"/>
                  </a:cubicBezTo>
                  <a:cubicBezTo>
                    <a:pt x="350314" y="870941"/>
                    <a:pt x="406793" y="811983"/>
                    <a:pt x="473502" y="811983"/>
                  </a:cubicBezTo>
                  <a:cubicBezTo>
                    <a:pt x="632649" y="811983"/>
                    <a:pt x="760983" y="686445"/>
                    <a:pt x="760983" y="530157"/>
                  </a:cubicBezTo>
                  <a:cubicBezTo>
                    <a:pt x="760983" y="368723"/>
                    <a:pt x="632649" y="245725"/>
                    <a:pt x="473502" y="245725"/>
                  </a:cubicBezTo>
                  <a:cubicBezTo>
                    <a:pt x="373636" y="246094"/>
                    <a:pt x="281198" y="298552"/>
                    <a:pt x="229667" y="384097"/>
                  </a:cubicBezTo>
                  <a:cubicBezTo>
                    <a:pt x="196326" y="443283"/>
                    <a:pt x="121320" y="464230"/>
                    <a:pt x="62134" y="430888"/>
                  </a:cubicBezTo>
                  <a:cubicBezTo>
                    <a:pt x="2948" y="397547"/>
                    <a:pt x="-17999" y="322541"/>
                    <a:pt x="15343" y="263355"/>
                  </a:cubicBezTo>
                  <a:cubicBezTo>
                    <a:pt x="15769" y="262599"/>
                    <a:pt x="16201" y="261850"/>
                    <a:pt x="16645" y="261100"/>
                  </a:cubicBezTo>
                  <a:cubicBezTo>
                    <a:pt x="111346" y="98668"/>
                    <a:pt x="285480" y="-930"/>
                    <a:pt x="473502" y="-206"/>
                  </a:cubicBezTo>
                  <a:cubicBezTo>
                    <a:pt x="766129" y="-206"/>
                    <a:pt x="1007168" y="235497"/>
                    <a:pt x="1007168" y="530157"/>
                  </a:cubicBezTo>
                  <a:cubicBezTo>
                    <a:pt x="1007168" y="778693"/>
                    <a:pt x="832647" y="988792"/>
                    <a:pt x="596499" y="1042540"/>
                  </a:cubicBezTo>
                  <a:close/>
                  <a:moveTo>
                    <a:pt x="596690" y="1595965"/>
                  </a:moveTo>
                  <a:lnTo>
                    <a:pt x="596690" y="1642089"/>
                  </a:lnTo>
                  <a:cubicBezTo>
                    <a:pt x="596690" y="1713816"/>
                    <a:pt x="545356" y="1765086"/>
                    <a:pt x="473502" y="1765086"/>
                  </a:cubicBezTo>
                  <a:cubicBezTo>
                    <a:pt x="406387" y="1766001"/>
                    <a:pt x="351235" y="1712336"/>
                    <a:pt x="350314" y="1645221"/>
                  </a:cubicBezTo>
                  <a:cubicBezTo>
                    <a:pt x="350301" y="1644179"/>
                    <a:pt x="350301" y="1643131"/>
                    <a:pt x="350314" y="1642089"/>
                  </a:cubicBezTo>
                  <a:lnTo>
                    <a:pt x="350314" y="1595965"/>
                  </a:lnTo>
                  <a:cubicBezTo>
                    <a:pt x="351305" y="1528386"/>
                    <a:pt x="405923" y="1473882"/>
                    <a:pt x="473502" y="1473031"/>
                  </a:cubicBezTo>
                  <a:cubicBezTo>
                    <a:pt x="540585" y="1472078"/>
                    <a:pt x="595737" y="1525686"/>
                    <a:pt x="596690" y="1592769"/>
                  </a:cubicBezTo>
                  <a:cubicBezTo>
                    <a:pt x="596703" y="1593830"/>
                    <a:pt x="596703" y="1594897"/>
                    <a:pt x="596690" y="1595965"/>
                  </a:cubicBezTo>
                  <a:close/>
                </a:path>
              </a:pathLst>
            </a:custGeom>
            <a:solidFill>
              <a:srgbClr val="FFC545"/>
            </a:solidFill>
            <a:ln w="6346" cap="flat">
              <a:noFill/>
              <a:prstDash val="solid"/>
              <a:miter/>
            </a:ln>
          </p:spPr>
          <p:txBody>
            <a:bodyPr rtlCol="0" anchor="ctr"/>
            <a:lstStyle/>
            <a:p>
              <a:endParaRPr lang="zh-CN" altLang="en-US"/>
            </a:p>
          </p:txBody>
        </p:sp>
        <p:sp>
          <p:nvSpPr>
            <p:cNvPr id="152" name="任意多边形 43">
              <a:extLst>
                <a:ext uri="{FF2B5EF4-FFF2-40B4-BE49-F238E27FC236}">
                  <a16:creationId xmlns:a16="http://schemas.microsoft.com/office/drawing/2014/main" id="{5358C0CE-145F-48EF-BB00-E0065B8502BB}"/>
                </a:ext>
              </a:extLst>
            </p:cNvPr>
            <p:cNvSpPr/>
            <p:nvPr/>
          </p:nvSpPr>
          <p:spPr>
            <a:xfrm>
              <a:off x="6447837" y="2687348"/>
              <a:ext cx="549892" cy="723736"/>
            </a:xfrm>
            <a:custGeom>
              <a:avLst/>
              <a:gdLst>
                <a:gd name="connsiteX0" fmla="*/ 104936 w 485675"/>
                <a:gd name="connsiteY0" fmla="*/ 49599 h 639217"/>
                <a:gd name="connsiteX1" fmla="*/ 228188 w 485675"/>
                <a:gd name="connsiteY1" fmla="*/ 397943 h 639217"/>
                <a:gd name="connsiteX2" fmla="*/ 282126 w 485675"/>
                <a:gd name="connsiteY2" fmla="*/ 492733 h 639217"/>
                <a:gd name="connsiteX3" fmla="*/ 305252 w 485675"/>
                <a:gd name="connsiteY3" fmla="*/ 523482 h 639217"/>
                <a:gd name="connsiteX4" fmla="*/ 315544 w 485675"/>
                <a:gd name="connsiteY4" fmla="*/ 533711 h 639217"/>
                <a:gd name="connsiteX5" fmla="*/ 294959 w 485675"/>
                <a:gd name="connsiteY5" fmla="*/ 533711 h 639217"/>
                <a:gd name="connsiteX6" fmla="*/ 310398 w 485675"/>
                <a:gd name="connsiteY6" fmla="*/ 513253 h 639217"/>
                <a:gd name="connsiteX7" fmla="*/ 341210 w 485675"/>
                <a:gd name="connsiteY7" fmla="*/ 456837 h 639217"/>
                <a:gd name="connsiteX8" fmla="*/ 379711 w 485675"/>
                <a:gd name="connsiteY8" fmla="*/ 308300 h 639217"/>
                <a:gd name="connsiteX9" fmla="*/ 484982 w 485675"/>
                <a:gd name="connsiteY9" fmla="*/ 308300 h 639217"/>
                <a:gd name="connsiteX10" fmla="*/ 364272 w 485675"/>
                <a:gd name="connsiteY10" fmla="*/ 613252 h 639217"/>
                <a:gd name="connsiteX11" fmla="*/ 179395 w 485675"/>
                <a:gd name="connsiteY11" fmla="*/ 528692 h 639217"/>
                <a:gd name="connsiteX12" fmla="*/ 53602 w 485675"/>
                <a:gd name="connsiteY12" fmla="*/ 267449 h 639217"/>
                <a:gd name="connsiteX13" fmla="*/ -336 w 485675"/>
                <a:gd name="connsiteY13" fmla="*/ 49726 h 639217"/>
                <a:gd name="connsiteX14" fmla="*/ 104936 w 485675"/>
                <a:gd name="connsiteY14" fmla="*/ 49726 h 6392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485675" h="639217">
                  <a:moveTo>
                    <a:pt x="104936" y="49599"/>
                  </a:moveTo>
                  <a:cubicBezTo>
                    <a:pt x="115228" y="172533"/>
                    <a:pt x="174312" y="290384"/>
                    <a:pt x="228188" y="397943"/>
                  </a:cubicBezTo>
                  <a:cubicBezTo>
                    <a:pt x="246167" y="431234"/>
                    <a:pt x="261605" y="461983"/>
                    <a:pt x="282126" y="492733"/>
                  </a:cubicBezTo>
                  <a:lnTo>
                    <a:pt x="305252" y="523482"/>
                  </a:lnTo>
                  <a:cubicBezTo>
                    <a:pt x="307793" y="528565"/>
                    <a:pt x="320626" y="536188"/>
                    <a:pt x="315544" y="533711"/>
                  </a:cubicBezTo>
                  <a:cubicBezTo>
                    <a:pt x="297564" y="541398"/>
                    <a:pt x="290131" y="541398"/>
                    <a:pt x="294959" y="533711"/>
                  </a:cubicBezTo>
                  <a:cubicBezTo>
                    <a:pt x="302647" y="528565"/>
                    <a:pt x="305252" y="521004"/>
                    <a:pt x="310398" y="513253"/>
                  </a:cubicBezTo>
                  <a:cubicBezTo>
                    <a:pt x="322596" y="495566"/>
                    <a:pt x="332951" y="476659"/>
                    <a:pt x="341210" y="456837"/>
                  </a:cubicBezTo>
                  <a:cubicBezTo>
                    <a:pt x="364145" y="410497"/>
                    <a:pt x="377233" y="359932"/>
                    <a:pt x="379711" y="308300"/>
                  </a:cubicBezTo>
                  <a:cubicBezTo>
                    <a:pt x="382252" y="241719"/>
                    <a:pt x="490129" y="241719"/>
                    <a:pt x="484982" y="308300"/>
                  </a:cubicBezTo>
                  <a:cubicBezTo>
                    <a:pt x="479837" y="410777"/>
                    <a:pt x="441336" y="541398"/>
                    <a:pt x="364272" y="613252"/>
                  </a:cubicBezTo>
                  <a:cubicBezTo>
                    <a:pt x="287208" y="685107"/>
                    <a:pt x="218149" y="590190"/>
                    <a:pt x="179395" y="528692"/>
                  </a:cubicBezTo>
                  <a:cubicBezTo>
                    <a:pt x="128061" y="446736"/>
                    <a:pt x="92102" y="357156"/>
                    <a:pt x="53602" y="267449"/>
                  </a:cubicBezTo>
                  <a:cubicBezTo>
                    <a:pt x="25185" y="197869"/>
                    <a:pt x="7014" y="124528"/>
                    <a:pt x="-336" y="49726"/>
                  </a:cubicBezTo>
                  <a:cubicBezTo>
                    <a:pt x="-5419" y="-16855"/>
                    <a:pt x="99853" y="-16855"/>
                    <a:pt x="104936" y="49726"/>
                  </a:cubicBezTo>
                  <a:close/>
                </a:path>
              </a:pathLst>
            </a:custGeom>
            <a:solidFill>
              <a:srgbClr val="FED0D6"/>
            </a:solidFill>
            <a:ln w="6346" cap="flat">
              <a:noFill/>
              <a:prstDash val="solid"/>
              <a:miter/>
            </a:ln>
          </p:spPr>
          <p:txBody>
            <a:bodyPr rtlCol="0" anchor="ctr"/>
            <a:lstStyle/>
            <a:p>
              <a:endParaRPr lang="zh-CN" altLang="en-US"/>
            </a:p>
          </p:txBody>
        </p:sp>
        <p:sp>
          <p:nvSpPr>
            <p:cNvPr id="153" name="任意多边形 44">
              <a:extLst>
                <a:ext uri="{FF2B5EF4-FFF2-40B4-BE49-F238E27FC236}">
                  <a16:creationId xmlns:a16="http://schemas.microsoft.com/office/drawing/2014/main" id="{351B3971-E7EB-4E08-99F9-DA85A25A6F87}"/>
                </a:ext>
              </a:extLst>
            </p:cNvPr>
            <p:cNvSpPr/>
            <p:nvPr/>
          </p:nvSpPr>
          <p:spPr>
            <a:xfrm>
              <a:off x="6450484" y="2821356"/>
              <a:ext cx="595677" cy="626971"/>
            </a:xfrm>
            <a:custGeom>
              <a:avLst/>
              <a:gdLst>
                <a:gd name="connsiteX0" fmla="*/ 391667 w 526113"/>
                <a:gd name="connsiteY0" fmla="*/ 53983 h 553753"/>
                <a:gd name="connsiteX1" fmla="*/ 525083 w 526113"/>
                <a:gd name="connsiteY1" fmla="*/ 215734 h 553753"/>
                <a:gd name="connsiteX2" fmla="*/ 273815 w 526113"/>
                <a:gd name="connsiteY2" fmla="*/ 552135 h 553753"/>
                <a:gd name="connsiteX3" fmla="*/ -514 w 526113"/>
                <a:gd name="connsiteY3" fmla="*/ 53983 h 553753"/>
                <a:gd name="connsiteX4" fmla="*/ 137540 w 526113"/>
                <a:gd name="connsiteY4" fmla="*/ -210 h 553753"/>
                <a:gd name="connsiteX5" fmla="*/ 299037 w 526113"/>
                <a:gd name="connsiteY5" fmla="*/ 364398 h 553753"/>
                <a:gd name="connsiteX6" fmla="*/ 391667 w 526113"/>
                <a:gd name="connsiteY6" fmla="*/ 53983 h 5537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526113" h="553753">
                  <a:moveTo>
                    <a:pt x="391667" y="53983"/>
                  </a:moveTo>
                  <a:cubicBezTo>
                    <a:pt x="391667" y="53983"/>
                    <a:pt x="535248" y="69357"/>
                    <a:pt x="525083" y="215734"/>
                  </a:cubicBezTo>
                  <a:cubicBezTo>
                    <a:pt x="514791" y="364653"/>
                    <a:pt x="391667" y="572656"/>
                    <a:pt x="273815" y="552135"/>
                  </a:cubicBezTo>
                  <a:cubicBezTo>
                    <a:pt x="155837" y="529009"/>
                    <a:pt x="27630" y="187463"/>
                    <a:pt x="-514" y="53983"/>
                  </a:cubicBezTo>
                  <a:lnTo>
                    <a:pt x="137540" y="-210"/>
                  </a:lnTo>
                  <a:cubicBezTo>
                    <a:pt x="137540" y="-210"/>
                    <a:pt x="275975" y="356711"/>
                    <a:pt x="299037" y="364398"/>
                  </a:cubicBezTo>
                  <a:lnTo>
                    <a:pt x="391667" y="53983"/>
                  </a:lnTo>
                  <a:close/>
                </a:path>
              </a:pathLst>
            </a:custGeom>
            <a:solidFill>
              <a:srgbClr val="434CC0"/>
            </a:solidFill>
            <a:ln w="6346" cap="flat">
              <a:noFill/>
              <a:prstDash val="solid"/>
              <a:miter/>
            </a:ln>
          </p:spPr>
          <p:txBody>
            <a:bodyPr rtlCol="0" anchor="ctr"/>
            <a:lstStyle/>
            <a:p>
              <a:endParaRPr lang="zh-CN" altLang="en-US"/>
            </a:p>
          </p:txBody>
        </p:sp>
        <p:sp>
          <p:nvSpPr>
            <p:cNvPr id="154" name="任意多边形 45">
              <a:extLst>
                <a:ext uri="{FF2B5EF4-FFF2-40B4-BE49-F238E27FC236}">
                  <a16:creationId xmlns:a16="http://schemas.microsoft.com/office/drawing/2014/main" id="{C728FC7A-05BF-4253-B2BD-A1D9C0B1D220}"/>
                </a:ext>
              </a:extLst>
            </p:cNvPr>
            <p:cNvSpPr/>
            <p:nvPr/>
          </p:nvSpPr>
          <p:spPr>
            <a:xfrm>
              <a:off x="8263601" y="2004798"/>
              <a:ext cx="273214" cy="237195"/>
            </a:xfrm>
            <a:custGeom>
              <a:avLst/>
              <a:gdLst>
                <a:gd name="connsiteX0" fmla="*/ -513 w 241308"/>
                <a:gd name="connsiteY0" fmla="*/ 130082 h 209495"/>
                <a:gd name="connsiteX1" fmla="*/ 215813 w 241308"/>
                <a:gd name="connsiteY1" fmla="*/ 56513 h 209495"/>
                <a:gd name="connsiteX2" fmla="*/ 122294 w 241308"/>
                <a:gd name="connsiteY2" fmla="*/ 208608 h 209495"/>
                <a:gd name="connsiteX3" fmla="*/ 21470 w 241308"/>
                <a:gd name="connsiteY3" fmla="*/ 130972 h 209495"/>
              </a:gdLst>
              <a:ahLst/>
              <a:cxnLst>
                <a:cxn ang="0">
                  <a:pos x="connsiteX0" y="connsiteY0"/>
                </a:cxn>
                <a:cxn ang="0">
                  <a:pos x="connsiteX1" y="connsiteY1"/>
                </a:cxn>
                <a:cxn ang="0">
                  <a:pos x="connsiteX2" y="connsiteY2"/>
                </a:cxn>
                <a:cxn ang="0">
                  <a:pos x="connsiteX3" y="connsiteY3"/>
                </a:cxn>
              </a:cxnLst>
              <a:rect l="l" t="t" r="r" b="b"/>
              <a:pathLst>
                <a:path w="241308" h="209495">
                  <a:moveTo>
                    <a:pt x="-513" y="130082"/>
                  </a:moveTo>
                  <a:cubicBezTo>
                    <a:pt x="-1084" y="1177"/>
                    <a:pt x="150439" y="-48188"/>
                    <a:pt x="215813" y="56513"/>
                  </a:cubicBezTo>
                  <a:cubicBezTo>
                    <a:pt x="281187" y="161213"/>
                    <a:pt x="207046" y="216104"/>
                    <a:pt x="122294" y="208608"/>
                  </a:cubicBezTo>
                  <a:cubicBezTo>
                    <a:pt x="37543" y="201111"/>
                    <a:pt x="21470" y="130972"/>
                    <a:pt x="21470" y="130972"/>
                  </a:cubicBezTo>
                  <a:close/>
                </a:path>
              </a:pathLst>
            </a:custGeom>
            <a:solidFill>
              <a:srgbClr val="981D04"/>
            </a:solidFill>
            <a:ln w="6346" cap="flat">
              <a:noFill/>
              <a:prstDash val="solid"/>
              <a:miter/>
            </a:ln>
          </p:spPr>
          <p:txBody>
            <a:bodyPr rtlCol="0" anchor="ctr"/>
            <a:lstStyle/>
            <a:p>
              <a:endParaRPr lang="zh-CN" altLang="en-US"/>
            </a:p>
          </p:txBody>
        </p:sp>
        <p:sp>
          <p:nvSpPr>
            <p:cNvPr id="155" name="任意多边形 46">
              <a:extLst>
                <a:ext uri="{FF2B5EF4-FFF2-40B4-BE49-F238E27FC236}">
                  <a16:creationId xmlns:a16="http://schemas.microsoft.com/office/drawing/2014/main" id="{14B5A03E-EF64-43E4-B779-533C00F0C7B9}"/>
                </a:ext>
              </a:extLst>
            </p:cNvPr>
            <p:cNvSpPr/>
            <p:nvPr/>
          </p:nvSpPr>
          <p:spPr>
            <a:xfrm>
              <a:off x="8197929" y="2105151"/>
              <a:ext cx="197911" cy="239513"/>
            </a:xfrm>
            <a:custGeom>
              <a:avLst/>
              <a:gdLst>
                <a:gd name="connsiteX0" fmla="*/ -514 w 174799"/>
                <a:gd name="connsiteY0" fmla="*/ 24739 h 211542"/>
                <a:gd name="connsiteX1" fmla="*/ 166701 w 174799"/>
                <a:gd name="connsiteY1" fmla="*/ 92020 h 211542"/>
                <a:gd name="connsiteX2" fmla="*/ 160348 w 174799"/>
                <a:gd name="connsiteY2" fmla="*/ 211332 h 211542"/>
              </a:gdLst>
              <a:ahLst/>
              <a:cxnLst>
                <a:cxn ang="0">
                  <a:pos x="connsiteX0" y="connsiteY0"/>
                </a:cxn>
                <a:cxn ang="0">
                  <a:pos x="connsiteX1" y="connsiteY1"/>
                </a:cxn>
                <a:cxn ang="0">
                  <a:pos x="connsiteX2" y="connsiteY2"/>
                </a:cxn>
              </a:cxnLst>
              <a:rect l="l" t="t" r="r" b="b"/>
              <a:pathLst>
                <a:path w="174799" h="211542">
                  <a:moveTo>
                    <a:pt x="-514" y="24739"/>
                  </a:moveTo>
                  <a:cubicBezTo>
                    <a:pt x="35890" y="-41461"/>
                    <a:pt x="146498" y="39161"/>
                    <a:pt x="166701" y="92020"/>
                  </a:cubicBezTo>
                  <a:cubicBezTo>
                    <a:pt x="186904" y="144878"/>
                    <a:pt x="160348" y="211332"/>
                    <a:pt x="160348" y="211332"/>
                  </a:cubicBezTo>
                  <a:close/>
                </a:path>
              </a:pathLst>
            </a:custGeom>
            <a:solidFill>
              <a:srgbClr val="F93F57"/>
            </a:solidFill>
            <a:ln w="6346" cap="flat">
              <a:noFill/>
              <a:prstDash val="solid"/>
              <a:miter/>
            </a:ln>
          </p:spPr>
          <p:txBody>
            <a:bodyPr rtlCol="0" anchor="ctr"/>
            <a:lstStyle/>
            <a:p>
              <a:endParaRPr lang="zh-CN" altLang="en-US"/>
            </a:p>
          </p:txBody>
        </p:sp>
        <p:sp>
          <p:nvSpPr>
            <p:cNvPr id="156" name="任意多边形 47">
              <a:extLst>
                <a:ext uri="{FF2B5EF4-FFF2-40B4-BE49-F238E27FC236}">
                  <a16:creationId xmlns:a16="http://schemas.microsoft.com/office/drawing/2014/main" id="{EBF836EF-9382-40B3-ADC5-A1916B679051}"/>
                </a:ext>
              </a:extLst>
            </p:cNvPr>
            <p:cNvSpPr/>
            <p:nvPr/>
          </p:nvSpPr>
          <p:spPr>
            <a:xfrm>
              <a:off x="7774250" y="2086348"/>
              <a:ext cx="652587" cy="579300"/>
            </a:xfrm>
            <a:custGeom>
              <a:avLst/>
              <a:gdLst>
                <a:gd name="connsiteX0" fmla="*/ -514 w 576377"/>
                <a:gd name="connsiteY0" fmla="*/ 291788 h 511649"/>
                <a:gd name="connsiteX1" fmla="*/ 355898 w 576377"/>
                <a:gd name="connsiteY1" fmla="*/ 7992 h 511649"/>
                <a:gd name="connsiteX2" fmla="*/ 556976 w 576377"/>
                <a:gd name="connsiteY2" fmla="*/ 175842 h 511649"/>
                <a:gd name="connsiteX3" fmla="*/ 473114 w 576377"/>
                <a:gd name="connsiteY3" fmla="*/ 482701 h 511649"/>
                <a:gd name="connsiteX4" fmla="*/ -514 w 576377"/>
                <a:gd name="connsiteY4" fmla="*/ 291661 h 51164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76377" h="511649">
                  <a:moveTo>
                    <a:pt x="-514" y="291788"/>
                  </a:moveTo>
                  <a:cubicBezTo>
                    <a:pt x="10667" y="33341"/>
                    <a:pt x="203739" y="-24473"/>
                    <a:pt x="355898" y="7992"/>
                  </a:cubicBezTo>
                  <a:cubicBezTo>
                    <a:pt x="508056" y="40456"/>
                    <a:pt x="556976" y="175842"/>
                    <a:pt x="556976" y="175842"/>
                  </a:cubicBezTo>
                  <a:cubicBezTo>
                    <a:pt x="556976" y="175842"/>
                    <a:pt x="635247" y="359195"/>
                    <a:pt x="473114" y="482701"/>
                  </a:cubicBezTo>
                  <a:cubicBezTo>
                    <a:pt x="310981" y="606206"/>
                    <a:pt x="-514" y="291661"/>
                    <a:pt x="-514" y="291661"/>
                  </a:cubicBezTo>
                  <a:close/>
                </a:path>
              </a:pathLst>
            </a:custGeom>
            <a:solidFill>
              <a:srgbClr val="981D04"/>
            </a:solidFill>
            <a:ln w="6346" cap="flat">
              <a:noFill/>
              <a:prstDash val="solid"/>
              <a:miter/>
            </a:ln>
          </p:spPr>
          <p:txBody>
            <a:bodyPr rtlCol="0" anchor="ctr"/>
            <a:lstStyle/>
            <a:p>
              <a:endParaRPr lang="zh-CN" altLang="en-US"/>
            </a:p>
          </p:txBody>
        </p:sp>
        <p:sp>
          <p:nvSpPr>
            <p:cNvPr id="157" name="任意多边形 48">
              <a:extLst>
                <a:ext uri="{FF2B5EF4-FFF2-40B4-BE49-F238E27FC236}">
                  <a16:creationId xmlns:a16="http://schemas.microsoft.com/office/drawing/2014/main" id="{8259F683-F6F8-4A4D-BF7B-24536403495F}"/>
                </a:ext>
              </a:extLst>
            </p:cNvPr>
            <p:cNvSpPr/>
            <p:nvPr/>
          </p:nvSpPr>
          <p:spPr>
            <a:xfrm>
              <a:off x="7926027" y="2682959"/>
              <a:ext cx="248884" cy="276290"/>
            </a:xfrm>
            <a:custGeom>
              <a:avLst/>
              <a:gdLst>
                <a:gd name="connsiteX0" fmla="*/ 109395 w 219819"/>
                <a:gd name="connsiteY0" fmla="*/ 243815 h 244025"/>
                <a:gd name="connsiteX1" fmla="*/ 109395 w 219819"/>
                <a:gd name="connsiteY1" fmla="*/ 243815 h 244025"/>
                <a:gd name="connsiteX2" fmla="*/ -514 w 219819"/>
                <a:gd name="connsiteY2" fmla="*/ 160906 h 244025"/>
                <a:gd name="connsiteX3" fmla="*/ -514 w 219819"/>
                <a:gd name="connsiteY3" fmla="*/ -210 h 244025"/>
                <a:gd name="connsiteX4" fmla="*/ 219305 w 219819"/>
                <a:gd name="connsiteY4" fmla="*/ -210 h 244025"/>
                <a:gd name="connsiteX5" fmla="*/ 219305 w 219819"/>
                <a:gd name="connsiteY5" fmla="*/ 160017 h 244025"/>
                <a:gd name="connsiteX6" fmla="*/ 110602 w 219819"/>
                <a:gd name="connsiteY6" fmla="*/ 243815 h 2440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19819" h="244025">
                  <a:moveTo>
                    <a:pt x="109395" y="243815"/>
                  </a:moveTo>
                  <a:lnTo>
                    <a:pt x="109395" y="243815"/>
                  </a:lnTo>
                  <a:cubicBezTo>
                    <a:pt x="48976" y="243815"/>
                    <a:pt x="-197" y="206967"/>
                    <a:pt x="-514" y="160906"/>
                  </a:cubicBezTo>
                  <a:lnTo>
                    <a:pt x="-514" y="-210"/>
                  </a:lnTo>
                  <a:lnTo>
                    <a:pt x="219305" y="-210"/>
                  </a:lnTo>
                  <a:lnTo>
                    <a:pt x="219305" y="160017"/>
                  </a:lnTo>
                  <a:cubicBezTo>
                    <a:pt x="219305" y="206014"/>
                    <a:pt x="170958" y="243498"/>
                    <a:pt x="110602" y="243815"/>
                  </a:cubicBezTo>
                  <a:close/>
                </a:path>
              </a:pathLst>
            </a:custGeom>
            <a:solidFill>
              <a:srgbClr val="FF93B1"/>
            </a:solidFill>
            <a:ln w="6346" cap="flat">
              <a:noFill/>
              <a:prstDash val="solid"/>
              <a:miter/>
            </a:ln>
          </p:spPr>
          <p:txBody>
            <a:bodyPr rtlCol="0" anchor="ctr"/>
            <a:lstStyle/>
            <a:p>
              <a:endParaRPr lang="zh-CN" altLang="en-US"/>
            </a:p>
          </p:txBody>
        </p:sp>
        <p:sp>
          <p:nvSpPr>
            <p:cNvPr id="158" name="任意多边形 49">
              <a:extLst>
                <a:ext uri="{FF2B5EF4-FFF2-40B4-BE49-F238E27FC236}">
                  <a16:creationId xmlns:a16="http://schemas.microsoft.com/office/drawing/2014/main" id="{9980A879-F5E0-436B-90FD-1EA80AA9C121}"/>
                </a:ext>
              </a:extLst>
            </p:cNvPr>
            <p:cNvSpPr/>
            <p:nvPr/>
          </p:nvSpPr>
          <p:spPr>
            <a:xfrm>
              <a:off x="7730087" y="2415564"/>
              <a:ext cx="132524" cy="169000"/>
            </a:xfrm>
            <a:custGeom>
              <a:avLst/>
              <a:gdLst>
                <a:gd name="connsiteX0" fmla="*/ 93764 w 117048"/>
                <a:gd name="connsiteY0" fmla="*/ 41043 h 149264"/>
                <a:gd name="connsiteX1" fmla="*/ 1072 w 117048"/>
                <a:gd name="connsiteY1" fmla="*/ 45490 h 149264"/>
                <a:gd name="connsiteX2" fmla="*/ 95670 w 117048"/>
                <a:gd name="connsiteY2" fmla="*/ 138183 h 149264"/>
                <a:gd name="connsiteX3" fmla="*/ 93764 w 117048"/>
                <a:gd name="connsiteY3" fmla="*/ 41043 h 149264"/>
              </a:gdLst>
              <a:ahLst/>
              <a:cxnLst>
                <a:cxn ang="0">
                  <a:pos x="connsiteX0" y="connsiteY0"/>
                </a:cxn>
                <a:cxn ang="0">
                  <a:pos x="connsiteX1" y="connsiteY1"/>
                </a:cxn>
                <a:cxn ang="0">
                  <a:pos x="connsiteX2" y="connsiteY2"/>
                </a:cxn>
                <a:cxn ang="0">
                  <a:pos x="connsiteX3" y="connsiteY3"/>
                </a:cxn>
              </a:cxnLst>
              <a:rect l="l" t="t" r="r" b="b"/>
              <a:pathLst>
                <a:path w="117048" h="149264">
                  <a:moveTo>
                    <a:pt x="93764" y="41043"/>
                  </a:moveTo>
                  <a:cubicBezTo>
                    <a:pt x="64540" y="-28842"/>
                    <a:pt x="9394" y="2098"/>
                    <a:pt x="1072" y="45490"/>
                  </a:cubicBezTo>
                  <a:cubicBezTo>
                    <a:pt x="-10936" y="108450"/>
                    <a:pt x="47640" y="175857"/>
                    <a:pt x="95670" y="138183"/>
                  </a:cubicBezTo>
                  <a:cubicBezTo>
                    <a:pt x="143700" y="100509"/>
                    <a:pt x="93764" y="41043"/>
                    <a:pt x="93764" y="41043"/>
                  </a:cubicBezTo>
                  <a:close/>
                </a:path>
              </a:pathLst>
            </a:custGeom>
            <a:solidFill>
              <a:srgbClr val="FED0D6"/>
            </a:solidFill>
            <a:ln w="6346" cap="flat">
              <a:noFill/>
              <a:prstDash val="solid"/>
              <a:miter/>
            </a:ln>
          </p:spPr>
          <p:txBody>
            <a:bodyPr rtlCol="0" anchor="ctr"/>
            <a:lstStyle/>
            <a:p>
              <a:endParaRPr lang="zh-CN" altLang="en-US"/>
            </a:p>
          </p:txBody>
        </p:sp>
        <p:sp>
          <p:nvSpPr>
            <p:cNvPr id="159" name="任意多边形 50">
              <a:extLst>
                <a:ext uri="{FF2B5EF4-FFF2-40B4-BE49-F238E27FC236}">
                  <a16:creationId xmlns:a16="http://schemas.microsoft.com/office/drawing/2014/main" id="{0A947B28-B408-42B6-976B-D914A8F37928}"/>
                </a:ext>
              </a:extLst>
            </p:cNvPr>
            <p:cNvSpPr/>
            <p:nvPr/>
          </p:nvSpPr>
          <p:spPr>
            <a:xfrm>
              <a:off x="8248927" y="2523567"/>
              <a:ext cx="148402" cy="155616"/>
            </a:xfrm>
            <a:custGeom>
              <a:avLst/>
              <a:gdLst>
                <a:gd name="connsiteX0" fmla="*/ 44850 w 131071"/>
                <a:gd name="connsiteY0" fmla="*/ 23606 h 137443"/>
                <a:gd name="connsiteX1" fmla="*/ 129474 w 131071"/>
                <a:gd name="connsiteY1" fmla="*/ 61725 h 137443"/>
                <a:gd name="connsiteX2" fmla="*/ 7430 w 131071"/>
                <a:gd name="connsiteY2" fmla="*/ 113122 h 137443"/>
                <a:gd name="connsiteX3" fmla="*/ 44850 w 131071"/>
                <a:gd name="connsiteY3" fmla="*/ 23479 h 137443"/>
              </a:gdLst>
              <a:ahLst/>
              <a:cxnLst>
                <a:cxn ang="0">
                  <a:pos x="connsiteX0" y="connsiteY0"/>
                </a:cxn>
                <a:cxn ang="0">
                  <a:pos x="connsiteX1" y="connsiteY1"/>
                </a:cxn>
                <a:cxn ang="0">
                  <a:pos x="connsiteX2" y="connsiteY2"/>
                </a:cxn>
                <a:cxn ang="0">
                  <a:pos x="connsiteX3" y="connsiteY3"/>
                </a:cxn>
              </a:cxnLst>
              <a:rect l="l" t="t" r="r" b="b"/>
              <a:pathLst>
                <a:path w="131071" h="137443">
                  <a:moveTo>
                    <a:pt x="44850" y="23606"/>
                  </a:moveTo>
                  <a:cubicBezTo>
                    <a:pt x="97708" y="-30396"/>
                    <a:pt x="137734" y="18397"/>
                    <a:pt x="129474" y="61725"/>
                  </a:cubicBezTo>
                  <a:cubicBezTo>
                    <a:pt x="117466" y="124685"/>
                    <a:pt x="38115" y="165790"/>
                    <a:pt x="7430" y="113122"/>
                  </a:cubicBezTo>
                  <a:cubicBezTo>
                    <a:pt x="-23256" y="60455"/>
                    <a:pt x="44850" y="23479"/>
                    <a:pt x="44850" y="23479"/>
                  </a:cubicBezTo>
                  <a:close/>
                </a:path>
              </a:pathLst>
            </a:custGeom>
            <a:solidFill>
              <a:srgbClr val="FED0D6"/>
            </a:solidFill>
            <a:ln w="6346" cap="flat">
              <a:noFill/>
              <a:prstDash val="solid"/>
              <a:miter/>
            </a:ln>
          </p:spPr>
          <p:txBody>
            <a:bodyPr rtlCol="0" anchor="ctr"/>
            <a:lstStyle/>
            <a:p>
              <a:endParaRPr lang="zh-CN" altLang="en-US"/>
            </a:p>
          </p:txBody>
        </p:sp>
        <p:sp>
          <p:nvSpPr>
            <p:cNvPr id="160" name="任意多边形 51">
              <a:extLst>
                <a:ext uri="{FF2B5EF4-FFF2-40B4-BE49-F238E27FC236}">
                  <a16:creationId xmlns:a16="http://schemas.microsoft.com/office/drawing/2014/main" id="{61D64433-9676-4FC0-A78D-7430811A00D6}"/>
                </a:ext>
              </a:extLst>
            </p:cNvPr>
            <p:cNvSpPr/>
            <p:nvPr/>
          </p:nvSpPr>
          <p:spPr>
            <a:xfrm>
              <a:off x="7809723" y="2240589"/>
              <a:ext cx="532212" cy="546181"/>
            </a:xfrm>
            <a:custGeom>
              <a:avLst/>
              <a:gdLst>
                <a:gd name="connsiteX0" fmla="*/ 180923 w 470060"/>
                <a:gd name="connsiteY0" fmla="*/ 478301 h 482397"/>
                <a:gd name="connsiteX1" fmla="*/ 29463 w 470060"/>
                <a:gd name="connsiteY1" fmla="*/ 77479 h 482397"/>
                <a:gd name="connsiteX2" fmla="*/ 469484 w 470060"/>
                <a:gd name="connsiteY2" fmla="*/ 161341 h 482397"/>
                <a:gd name="connsiteX3" fmla="*/ 180923 w 470060"/>
                <a:gd name="connsiteY3" fmla="*/ 478301 h 482397"/>
              </a:gdLst>
              <a:ahLst/>
              <a:cxnLst>
                <a:cxn ang="0">
                  <a:pos x="connsiteX0" y="connsiteY0"/>
                </a:cxn>
                <a:cxn ang="0">
                  <a:pos x="connsiteX1" y="connsiteY1"/>
                </a:cxn>
                <a:cxn ang="0">
                  <a:pos x="connsiteX2" y="connsiteY2"/>
                </a:cxn>
                <a:cxn ang="0">
                  <a:pos x="connsiteX3" y="connsiteY3"/>
                </a:cxn>
              </a:cxnLst>
              <a:rect l="l" t="t" r="r" b="b"/>
              <a:pathLst>
                <a:path w="470060" h="482397">
                  <a:moveTo>
                    <a:pt x="180923" y="478301"/>
                  </a:moveTo>
                  <a:cubicBezTo>
                    <a:pt x="19045" y="447488"/>
                    <a:pt x="-42962" y="252065"/>
                    <a:pt x="29463" y="77479"/>
                  </a:cubicBezTo>
                  <a:cubicBezTo>
                    <a:pt x="89247" y="-66293"/>
                    <a:pt x="466880" y="5688"/>
                    <a:pt x="469484" y="161341"/>
                  </a:cubicBezTo>
                  <a:cubicBezTo>
                    <a:pt x="472788" y="350348"/>
                    <a:pt x="342929" y="509304"/>
                    <a:pt x="180923" y="478301"/>
                  </a:cubicBezTo>
                  <a:close/>
                </a:path>
              </a:pathLst>
            </a:custGeom>
            <a:solidFill>
              <a:srgbClr val="FED0D6"/>
            </a:solidFill>
            <a:ln w="6346" cap="flat">
              <a:noFill/>
              <a:prstDash val="solid"/>
              <a:miter/>
            </a:ln>
          </p:spPr>
          <p:txBody>
            <a:bodyPr rtlCol="0" anchor="ctr"/>
            <a:lstStyle/>
            <a:p>
              <a:endParaRPr lang="zh-CN" altLang="en-US"/>
            </a:p>
          </p:txBody>
        </p:sp>
        <p:sp>
          <p:nvSpPr>
            <p:cNvPr id="161" name="任意多边形 52">
              <a:extLst>
                <a:ext uri="{FF2B5EF4-FFF2-40B4-BE49-F238E27FC236}">
                  <a16:creationId xmlns:a16="http://schemas.microsoft.com/office/drawing/2014/main" id="{AD5AB59B-02FB-46F6-ACAB-99BA23467D58}"/>
                </a:ext>
              </a:extLst>
            </p:cNvPr>
            <p:cNvSpPr/>
            <p:nvPr/>
          </p:nvSpPr>
          <p:spPr>
            <a:xfrm>
              <a:off x="7789201" y="2165401"/>
              <a:ext cx="375782" cy="560573"/>
            </a:xfrm>
            <a:custGeom>
              <a:avLst/>
              <a:gdLst>
                <a:gd name="connsiteX0" fmla="*/ 331384 w 331898"/>
                <a:gd name="connsiteY0" fmla="*/ 36709 h 495109"/>
                <a:gd name="connsiteX1" fmla="*/ 61184 w 331898"/>
                <a:gd name="connsiteY1" fmla="*/ 494899 h 495109"/>
                <a:gd name="connsiteX2" fmla="*/ 61184 w 331898"/>
                <a:gd name="connsiteY2" fmla="*/ 494899 h 495109"/>
                <a:gd name="connsiteX3" fmla="*/ 42633 w 331898"/>
                <a:gd name="connsiteY3" fmla="*/ 73430 h 495109"/>
                <a:gd name="connsiteX4" fmla="*/ 331384 w 331898"/>
                <a:gd name="connsiteY4" fmla="*/ 36709 h 49510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31898" h="495109">
                  <a:moveTo>
                    <a:pt x="331384" y="36709"/>
                  </a:moveTo>
                  <a:cubicBezTo>
                    <a:pt x="45491" y="74002"/>
                    <a:pt x="40409" y="335308"/>
                    <a:pt x="61184" y="494899"/>
                  </a:cubicBezTo>
                  <a:lnTo>
                    <a:pt x="61184" y="494899"/>
                  </a:lnTo>
                  <a:cubicBezTo>
                    <a:pt x="61184" y="494899"/>
                    <a:pt x="-64292" y="213962"/>
                    <a:pt x="42633" y="73430"/>
                  </a:cubicBezTo>
                  <a:cubicBezTo>
                    <a:pt x="149556" y="-67102"/>
                    <a:pt x="331384" y="36709"/>
                    <a:pt x="331384" y="36709"/>
                  </a:cubicBezTo>
                  <a:close/>
                </a:path>
              </a:pathLst>
            </a:custGeom>
            <a:solidFill>
              <a:srgbClr val="981D04"/>
            </a:solidFill>
            <a:ln w="6346" cap="flat">
              <a:noFill/>
              <a:prstDash val="solid"/>
              <a:miter/>
            </a:ln>
          </p:spPr>
          <p:txBody>
            <a:bodyPr rtlCol="0" anchor="ctr"/>
            <a:lstStyle/>
            <a:p>
              <a:endParaRPr lang="zh-CN" altLang="en-US"/>
            </a:p>
          </p:txBody>
        </p:sp>
        <p:sp>
          <p:nvSpPr>
            <p:cNvPr id="162" name="任意多边形 53">
              <a:extLst>
                <a:ext uri="{FF2B5EF4-FFF2-40B4-BE49-F238E27FC236}">
                  <a16:creationId xmlns:a16="http://schemas.microsoft.com/office/drawing/2014/main" id="{9D6B84D4-070E-456F-A113-3BEA51700E32}"/>
                </a:ext>
              </a:extLst>
            </p:cNvPr>
            <p:cNvSpPr/>
            <p:nvPr/>
          </p:nvSpPr>
          <p:spPr>
            <a:xfrm>
              <a:off x="7703109" y="2838260"/>
              <a:ext cx="683282" cy="765140"/>
            </a:xfrm>
            <a:custGeom>
              <a:avLst/>
              <a:gdLst>
                <a:gd name="connsiteX0" fmla="*/ 602973 w 603487"/>
                <a:gd name="connsiteY0" fmla="*/ 61225 h 675786"/>
                <a:gd name="connsiteX1" fmla="*/ 415491 w 603487"/>
                <a:gd name="connsiteY1" fmla="*/ -210 h 675786"/>
                <a:gd name="connsiteX2" fmla="*/ 302532 w 603487"/>
                <a:gd name="connsiteY2" fmla="*/ 86828 h 675786"/>
                <a:gd name="connsiteX3" fmla="*/ 299927 w 603487"/>
                <a:gd name="connsiteY3" fmla="*/ 86828 h 675786"/>
                <a:gd name="connsiteX4" fmla="*/ 197260 w 603487"/>
                <a:gd name="connsiteY4" fmla="*/ -210 h 675786"/>
                <a:gd name="connsiteX5" fmla="*/ -514 w 603487"/>
                <a:gd name="connsiteY5" fmla="*/ 61225 h 675786"/>
                <a:gd name="connsiteX6" fmla="*/ 24898 w 603487"/>
                <a:gd name="connsiteY6" fmla="*/ 268529 h 675786"/>
                <a:gd name="connsiteX7" fmla="*/ 50311 w 603487"/>
                <a:gd name="connsiteY7" fmla="*/ 406774 h 675786"/>
                <a:gd name="connsiteX8" fmla="*/ 88811 w 603487"/>
                <a:gd name="connsiteY8" fmla="*/ 675577 h 675786"/>
                <a:gd name="connsiteX9" fmla="*/ 512504 w 603487"/>
                <a:gd name="connsiteY9" fmla="*/ 675577 h 675786"/>
                <a:gd name="connsiteX10" fmla="*/ 553609 w 603487"/>
                <a:gd name="connsiteY10" fmla="*/ 406774 h 675786"/>
                <a:gd name="connsiteX11" fmla="*/ 576735 w 603487"/>
                <a:gd name="connsiteY11" fmla="*/ 268529 h 675786"/>
                <a:gd name="connsiteX12" fmla="*/ 602147 w 603487"/>
                <a:gd name="connsiteY12" fmla="*/ 61225 h 67578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603487" h="675786">
                  <a:moveTo>
                    <a:pt x="602973" y="61225"/>
                  </a:moveTo>
                  <a:lnTo>
                    <a:pt x="415491" y="-210"/>
                  </a:lnTo>
                  <a:cubicBezTo>
                    <a:pt x="400116" y="66308"/>
                    <a:pt x="315365" y="86828"/>
                    <a:pt x="302532" y="86828"/>
                  </a:cubicBezTo>
                  <a:lnTo>
                    <a:pt x="299927" y="86828"/>
                  </a:lnTo>
                  <a:cubicBezTo>
                    <a:pt x="287220" y="86828"/>
                    <a:pt x="212634" y="66308"/>
                    <a:pt x="197260" y="-210"/>
                  </a:cubicBezTo>
                  <a:lnTo>
                    <a:pt x="-514" y="61225"/>
                  </a:lnTo>
                  <a:lnTo>
                    <a:pt x="24898" y="268529"/>
                  </a:lnTo>
                  <a:cubicBezTo>
                    <a:pt x="24898" y="268529"/>
                    <a:pt x="9460" y="347880"/>
                    <a:pt x="50311" y="406774"/>
                  </a:cubicBezTo>
                  <a:cubicBezTo>
                    <a:pt x="88811" y="463063"/>
                    <a:pt x="88811" y="675577"/>
                    <a:pt x="88811" y="675577"/>
                  </a:cubicBezTo>
                  <a:lnTo>
                    <a:pt x="512504" y="675577"/>
                  </a:lnTo>
                  <a:cubicBezTo>
                    <a:pt x="512504" y="675577"/>
                    <a:pt x="512504" y="463063"/>
                    <a:pt x="553609" y="406774"/>
                  </a:cubicBezTo>
                  <a:cubicBezTo>
                    <a:pt x="592109" y="347880"/>
                    <a:pt x="576735" y="268529"/>
                    <a:pt x="576735" y="268529"/>
                  </a:cubicBezTo>
                  <a:lnTo>
                    <a:pt x="602147" y="61225"/>
                  </a:lnTo>
                  <a:close/>
                </a:path>
              </a:pathLst>
            </a:custGeom>
            <a:solidFill>
              <a:srgbClr val="F93F57"/>
            </a:solidFill>
            <a:ln w="6346" cap="flat">
              <a:noFill/>
              <a:prstDash val="solid"/>
              <a:miter/>
            </a:ln>
          </p:spPr>
          <p:txBody>
            <a:bodyPr rtlCol="0" anchor="ctr"/>
            <a:lstStyle/>
            <a:p>
              <a:endParaRPr lang="zh-CN" altLang="en-US"/>
            </a:p>
          </p:txBody>
        </p:sp>
        <p:sp>
          <p:nvSpPr>
            <p:cNvPr id="163" name="任意多边形 54">
              <a:extLst>
                <a:ext uri="{FF2B5EF4-FFF2-40B4-BE49-F238E27FC236}">
                  <a16:creationId xmlns:a16="http://schemas.microsoft.com/office/drawing/2014/main" id="{D42A9AD2-9BEC-478A-A465-5BA2E6F81983}"/>
                </a:ext>
              </a:extLst>
            </p:cNvPr>
            <p:cNvSpPr/>
            <p:nvPr/>
          </p:nvSpPr>
          <p:spPr>
            <a:xfrm>
              <a:off x="7668222" y="2246131"/>
              <a:ext cx="203061" cy="147805"/>
            </a:xfrm>
            <a:custGeom>
              <a:avLst/>
              <a:gdLst>
                <a:gd name="connsiteX0" fmla="*/ -514 w 179347"/>
                <a:gd name="connsiteY0" fmla="*/ 71186 h 130544"/>
                <a:gd name="connsiteX1" fmla="*/ 171784 w 179347"/>
                <a:gd name="connsiteY1" fmla="*/ 4287 h 130544"/>
                <a:gd name="connsiteX2" fmla="*/ 43195 w 179347"/>
                <a:gd name="connsiteY2" fmla="*/ 130334 h 130544"/>
                <a:gd name="connsiteX3" fmla="*/ -514 w 179347"/>
                <a:gd name="connsiteY3" fmla="*/ 71186 h 130544"/>
              </a:gdLst>
              <a:ahLst/>
              <a:cxnLst>
                <a:cxn ang="0">
                  <a:pos x="connsiteX0" y="connsiteY0"/>
                </a:cxn>
                <a:cxn ang="0">
                  <a:pos x="connsiteX1" y="connsiteY1"/>
                </a:cxn>
                <a:cxn ang="0">
                  <a:pos x="connsiteX2" y="connsiteY2"/>
                </a:cxn>
                <a:cxn ang="0">
                  <a:pos x="connsiteX3" y="connsiteY3"/>
                </a:cxn>
              </a:cxnLst>
              <a:rect l="l" t="t" r="r" b="b"/>
              <a:pathLst>
                <a:path w="179347" h="130544">
                  <a:moveTo>
                    <a:pt x="-514" y="71186"/>
                  </a:moveTo>
                  <a:cubicBezTo>
                    <a:pt x="-514" y="71186"/>
                    <a:pt x="146053" y="-21379"/>
                    <a:pt x="171784" y="4287"/>
                  </a:cubicBezTo>
                  <a:cubicBezTo>
                    <a:pt x="197196" y="27477"/>
                    <a:pt x="153804" y="73728"/>
                    <a:pt x="43195" y="130334"/>
                  </a:cubicBezTo>
                  <a:lnTo>
                    <a:pt x="-514" y="71186"/>
                  </a:lnTo>
                  <a:close/>
                </a:path>
              </a:pathLst>
            </a:custGeom>
            <a:solidFill>
              <a:srgbClr val="FED0D6"/>
            </a:solidFill>
            <a:ln w="6346" cap="flat">
              <a:noFill/>
              <a:prstDash val="solid"/>
              <a:miter/>
            </a:ln>
          </p:spPr>
          <p:txBody>
            <a:bodyPr rtlCol="0" anchor="ctr"/>
            <a:lstStyle/>
            <a:p>
              <a:endParaRPr lang="zh-CN" altLang="en-US"/>
            </a:p>
          </p:txBody>
        </p:sp>
        <p:sp>
          <p:nvSpPr>
            <p:cNvPr id="164" name="任意多边形 55">
              <a:extLst>
                <a:ext uri="{FF2B5EF4-FFF2-40B4-BE49-F238E27FC236}">
                  <a16:creationId xmlns:a16="http://schemas.microsoft.com/office/drawing/2014/main" id="{4F358334-895C-4354-BF45-C31F6CE644DA}"/>
                </a:ext>
              </a:extLst>
            </p:cNvPr>
            <p:cNvSpPr/>
            <p:nvPr/>
          </p:nvSpPr>
          <p:spPr>
            <a:xfrm>
              <a:off x="7253337" y="2273163"/>
              <a:ext cx="519616" cy="812040"/>
            </a:xfrm>
            <a:custGeom>
              <a:avLst/>
              <a:gdLst>
                <a:gd name="connsiteX0" fmla="*/ 396859 w 458935"/>
                <a:gd name="connsiteY0" fmla="*/ 560775 h 717209"/>
                <a:gd name="connsiteX1" fmla="*/ 147942 w 458935"/>
                <a:gd name="connsiteY1" fmla="*/ 358426 h 717209"/>
                <a:gd name="connsiteX2" fmla="*/ 458421 w 458935"/>
                <a:gd name="connsiteY2" fmla="*/ 107349 h 717209"/>
                <a:gd name="connsiteX3" fmla="*/ 409628 w 458935"/>
                <a:gd name="connsiteY3" fmla="*/ -210 h 717209"/>
                <a:gd name="connsiteX4" fmla="*/ 4297 w 458935"/>
                <a:gd name="connsiteY4" fmla="*/ 348134 h 717209"/>
                <a:gd name="connsiteX5" fmla="*/ 417253 w 458935"/>
                <a:gd name="connsiteY5" fmla="*/ 716999 h 717209"/>
                <a:gd name="connsiteX6" fmla="*/ 396732 w 458935"/>
                <a:gd name="connsiteY6" fmla="*/ 560775 h 71720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458935" h="717209">
                  <a:moveTo>
                    <a:pt x="396859" y="560775"/>
                  </a:moveTo>
                  <a:cubicBezTo>
                    <a:pt x="396859" y="560775"/>
                    <a:pt x="158234" y="399404"/>
                    <a:pt x="147942" y="358426"/>
                  </a:cubicBezTo>
                  <a:cubicBezTo>
                    <a:pt x="137713" y="320307"/>
                    <a:pt x="458421" y="107349"/>
                    <a:pt x="458421" y="107349"/>
                  </a:cubicBezTo>
                  <a:lnTo>
                    <a:pt x="409628" y="-210"/>
                  </a:lnTo>
                  <a:cubicBezTo>
                    <a:pt x="409628" y="-210"/>
                    <a:pt x="47879" y="230346"/>
                    <a:pt x="4297" y="348134"/>
                  </a:cubicBezTo>
                  <a:cubicBezTo>
                    <a:pt x="-41891" y="465986"/>
                    <a:pt x="255691" y="696542"/>
                    <a:pt x="417253" y="716999"/>
                  </a:cubicBezTo>
                  <a:lnTo>
                    <a:pt x="396732" y="560775"/>
                  </a:lnTo>
                  <a:close/>
                </a:path>
              </a:pathLst>
            </a:custGeom>
            <a:solidFill>
              <a:srgbClr val="F93F57"/>
            </a:solidFill>
            <a:ln w="6346" cap="flat">
              <a:noFill/>
              <a:prstDash val="solid"/>
              <a:miter/>
            </a:ln>
          </p:spPr>
          <p:txBody>
            <a:bodyPr rtlCol="0" anchor="ctr"/>
            <a:lstStyle/>
            <a:p>
              <a:endParaRPr lang="zh-CN" altLang="en-US"/>
            </a:p>
          </p:txBody>
        </p:sp>
        <p:sp>
          <p:nvSpPr>
            <p:cNvPr id="165" name="任意多边形 56">
              <a:extLst>
                <a:ext uri="{FF2B5EF4-FFF2-40B4-BE49-F238E27FC236}">
                  <a16:creationId xmlns:a16="http://schemas.microsoft.com/office/drawing/2014/main" id="{9BADCD02-6CED-47FB-B6CD-BAED1493C1C1}"/>
                </a:ext>
              </a:extLst>
            </p:cNvPr>
            <p:cNvSpPr/>
            <p:nvPr/>
          </p:nvSpPr>
          <p:spPr>
            <a:xfrm>
              <a:off x="7861504" y="4281217"/>
              <a:ext cx="152998" cy="1017478"/>
            </a:xfrm>
            <a:custGeom>
              <a:avLst/>
              <a:gdLst>
                <a:gd name="connsiteX0" fmla="*/ 126555 w 135131"/>
                <a:gd name="connsiteY0" fmla="*/ 898656 h 898656"/>
                <a:gd name="connsiteX1" fmla="*/ 0 w 135131"/>
                <a:gd name="connsiteY1" fmla="*/ 898656 h 898656"/>
                <a:gd name="connsiteX2" fmla="*/ 0 w 135131"/>
                <a:gd name="connsiteY2" fmla="*/ 0 h 898656"/>
                <a:gd name="connsiteX3" fmla="*/ 135132 w 135131"/>
                <a:gd name="connsiteY3" fmla="*/ 0 h 898656"/>
                <a:gd name="connsiteX4" fmla="*/ 126555 w 135131"/>
                <a:gd name="connsiteY4" fmla="*/ 898656 h 898656"/>
                <a:gd name="connsiteX5" fmla="*/ 126555 w 135131"/>
                <a:gd name="connsiteY5" fmla="*/ 898656 h 898656"/>
                <a:gd name="connsiteX6" fmla="*/ 126555 w 135131"/>
                <a:gd name="connsiteY6" fmla="*/ 898656 h 89865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35131" h="898656">
                  <a:moveTo>
                    <a:pt x="126555" y="898656"/>
                  </a:moveTo>
                  <a:lnTo>
                    <a:pt x="0" y="898656"/>
                  </a:lnTo>
                  <a:lnTo>
                    <a:pt x="0" y="0"/>
                  </a:lnTo>
                  <a:lnTo>
                    <a:pt x="135132" y="0"/>
                  </a:lnTo>
                  <a:lnTo>
                    <a:pt x="126555" y="898656"/>
                  </a:lnTo>
                  <a:lnTo>
                    <a:pt x="126555" y="898656"/>
                  </a:lnTo>
                  <a:lnTo>
                    <a:pt x="126555" y="898656"/>
                  </a:lnTo>
                  <a:close/>
                </a:path>
              </a:pathLst>
            </a:custGeom>
            <a:solidFill>
              <a:srgbClr val="FED0D6"/>
            </a:solidFill>
            <a:ln w="6346" cap="flat">
              <a:noFill/>
              <a:prstDash val="solid"/>
              <a:miter/>
            </a:ln>
          </p:spPr>
          <p:txBody>
            <a:bodyPr rtlCol="0" anchor="ctr"/>
            <a:lstStyle/>
            <a:p>
              <a:endParaRPr lang="zh-CN" altLang="en-US"/>
            </a:p>
          </p:txBody>
        </p:sp>
        <p:sp>
          <p:nvSpPr>
            <p:cNvPr id="166" name="任意多边形 57">
              <a:extLst>
                <a:ext uri="{FF2B5EF4-FFF2-40B4-BE49-F238E27FC236}">
                  <a16:creationId xmlns:a16="http://schemas.microsoft.com/office/drawing/2014/main" id="{D785F668-16A4-4A13-B8BC-21F6711C9D77}"/>
                </a:ext>
              </a:extLst>
            </p:cNvPr>
            <p:cNvSpPr/>
            <p:nvPr/>
          </p:nvSpPr>
          <p:spPr>
            <a:xfrm>
              <a:off x="7703109" y="5287978"/>
              <a:ext cx="316405" cy="123506"/>
            </a:xfrm>
            <a:custGeom>
              <a:avLst/>
              <a:gdLst>
                <a:gd name="connsiteX0" fmla="*/ 264603 w 279455"/>
                <a:gd name="connsiteY0" fmla="*/ -210 h 109083"/>
                <a:gd name="connsiteX1" fmla="*/ 138493 w 279455"/>
                <a:gd name="connsiteY1" fmla="*/ -210 h 109083"/>
                <a:gd name="connsiteX2" fmla="*/ -514 w 279455"/>
                <a:gd name="connsiteY2" fmla="*/ 96168 h 109083"/>
                <a:gd name="connsiteX3" fmla="*/ -514 w 279455"/>
                <a:gd name="connsiteY3" fmla="*/ 108874 h 109083"/>
                <a:gd name="connsiteX4" fmla="*/ 277500 w 279455"/>
                <a:gd name="connsiteY4" fmla="*/ 108874 h 109083"/>
                <a:gd name="connsiteX5" fmla="*/ 264794 w 279455"/>
                <a:gd name="connsiteY5" fmla="*/ -210 h 10908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9455" h="109083">
                  <a:moveTo>
                    <a:pt x="264603" y="-210"/>
                  </a:moveTo>
                  <a:lnTo>
                    <a:pt x="138493" y="-210"/>
                  </a:lnTo>
                  <a:cubicBezTo>
                    <a:pt x="138493" y="-210"/>
                    <a:pt x="12382" y="68277"/>
                    <a:pt x="-514" y="96168"/>
                  </a:cubicBezTo>
                  <a:lnTo>
                    <a:pt x="-514" y="108874"/>
                  </a:lnTo>
                  <a:lnTo>
                    <a:pt x="277500" y="108874"/>
                  </a:lnTo>
                  <a:cubicBezTo>
                    <a:pt x="277500" y="108874"/>
                    <a:pt x="285251" y="27681"/>
                    <a:pt x="264794" y="-210"/>
                  </a:cubicBezTo>
                  <a:close/>
                </a:path>
              </a:pathLst>
            </a:custGeom>
            <a:solidFill>
              <a:srgbClr val="F93F57"/>
            </a:solidFill>
            <a:ln w="6346" cap="flat">
              <a:noFill/>
              <a:prstDash val="solid"/>
              <a:miter/>
            </a:ln>
          </p:spPr>
          <p:txBody>
            <a:bodyPr rtlCol="0" anchor="ctr"/>
            <a:lstStyle/>
            <a:p>
              <a:endParaRPr lang="zh-CN" altLang="en-US"/>
            </a:p>
          </p:txBody>
        </p:sp>
        <p:sp>
          <p:nvSpPr>
            <p:cNvPr id="167" name="任意多边形 58">
              <a:extLst>
                <a:ext uri="{FF2B5EF4-FFF2-40B4-BE49-F238E27FC236}">
                  <a16:creationId xmlns:a16="http://schemas.microsoft.com/office/drawing/2014/main" id="{5286A56C-D4A9-4038-9E21-55999550AB00}"/>
                </a:ext>
              </a:extLst>
            </p:cNvPr>
            <p:cNvSpPr/>
            <p:nvPr/>
          </p:nvSpPr>
          <p:spPr>
            <a:xfrm>
              <a:off x="7703109" y="5411484"/>
              <a:ext cx="314126" cy="18773"/>
            </a:xfrm>
            <a:custGeom>
              <a:avLst/>
              <a:gdLst>
                <a:gd name="connsiteX0" fmla="*/ 0 w 277442"/>
                <a:gd name="connsiteY0" fmla="*/ 0 h 16581"/>
                <a:gd name="connsiteX1" fmla="*/ 277443 w 277442"/>
                <a:gd name="connsiteY1" fmla="*/ 0 h 16581"/>
                <a:gd name="connsiteX2" fmla="*/ 277443 w 277442"/>
                <a:gd name="connsiteY2" fmla="*/ 16582 h 16581"/>
                <a:gd name="connsiteX3" fmla="*/ 0 w 277442"/>
                <a:gd name="connsiteY3" fmla="*/ 16582 h 16581"/>
                <a:gd name="connsiteX4" fmla="*/ 0 w 277442"/>
                <a:gd name="connsiteY4" fmla="*/ 0 h 16581"/>
                <a:gd name="connsiteX5" fmla="*/ 0 w 277442"/>
                <a:gd name="connsiteY5" fmla="*/ 0 h 1658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7442" h="16581">
                  <a:moveTo>
                    <a:pt x="0" y="0"/>
                  </a:moveTo>
                  <a:lnTo>
                    <a:pt x="277443" y="0"/>
                  </a:lnTo>
                  <a:lnTo>
                    <a:pt x="277443" y="16582"/>
                  </a:lnTo>
                  <a:lnTo>
                    <a:pt x="0" y="16582"/>
                  </a:lnTo>
                  <a:lnTo>
                    <a:pt x="0" y="0"/>
                  </a:lnTo>
                  <a:lnTo>
                    <a:pt x="0" y="0"/>
                  </a:lnTo>
                  <a:close/>
                </a:path>
              </a:pathLst>
            </a:custGeom>
            <a:solidFill>
              <a:srgbClr val="981D04"/>
            </a:solidFill>
            <a:ln w="6346" cap="flat">
              <a:noFill/>
              <a:prstDash val="solid"/>
              <a:miter/>
            </a:ln>
          </p:spPr>
          <p:txBody>
            <a:bodyPr rtlCol="0" anchor="ctr"/>
            <a:lstStyle/>
            <a:p>
              <a:endParaRPr lang="zh-CN" altLang="en-US"/>
            </a:p>
          </p:txBody>
        </p:sp>
        <p:sp>
          <p:nvSpPr>
            <p:cNvPr id="168" name="任意多边形 59">
              <a:extLst>
                <a:ext uri="{FF2B5EF4-FFF2-40B4-BE49-F238E27FC236}">
                  <a16:creationId xmlns:a16="http://schemas.microsoft.com/office/drawing/2014/main" id="{E722F7C7-885C-4CEE-B494-D17F74A916E3}"/>
                </a:ext>
              </a:extLst>
            </p:cNvPr>
            <p:cNvSpPr/>
            <p:nvPr/>
          </p:nvSpPr>
          <p:spPr>
            <a:xfrm>
              <a:off x="8074926" y="4281217"/>
              <a:ext cx="154366" cy="1017478"/>
            </a:xfrm>
            <a:custGeom>
              <a:avLst/>
              <a:gdLst>
                <a:gd name="connsiteX0" fmla="*/ 8704 w 136339"/>
                <a:gd name="connsiteY0" fmla="*/ 898656 h 898656"/>
                <a:gd name="connsiteX1" fmla="*/ 136339 w 136339"/>
                <a:gd name="connsiteY1" fmla="*/ 898656 h 898656"/>
                <a:gd name="connsiteX2" fmla="*/ 136339 w 136339"/>
                <a:gd name="connsiteY2" fmla="*/ 0 h 898656"/>
                <a:gd name="connsiteX3" fmla="*/ 0 w 136339"/>
                <a:gd name="connsiteY3" fmla="*/ 0 h 898656"/>
                <a:gd name="connsiteX4" fmla="*/ 8704 w 136339"/>
                <a:gd name="connsiteY4" fmla="*/ 898656 h 898656"/>
                <a:gd name="connsiteX5" fmla="*/ 8704 w 136339"/>
                <a:gd name="connsiteY5" fmla="*/ 898656 h 898656"/>
                <a:gd name="connsiteX6" fmla="*/ 8704 w 136339"/>
                <a:gd name="connsiteY6" fmla="*/ 898656 h 89865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36339" h="898656">
                  <a:moveTo>
                    <a:pt x="8704" y="898656"/>
                  </a:moveTo>
                  <a:lnTo>
                    <a:pt x="136339" y="898656"/>
                  </a:lnTo>
                  <a:lnTo>
                    <a:pt x="136339" y="0"/>
                  </a:lnTo>
                  <a:lnTo>
                    <a:pt x="0" y="0"/>
                  </a:lnTo>
                  <a:lnTo>
                    <a:pt x="8704" y="898656"/>
                  </a:lnTo>
                  <a:lnTo>
                    <a:pt x="8704" y="898656"/>
                  </a:lnTo>
                  <a:lnTo>
                    <a:pt x="8704" y="898656"/>
                  </a:lnTo>
                  <a:close/>
                </a:path>
              </a:pathLst>
            </a:custGeom>
            <a:solidFill>
              <a:srgbClr val="FED0D6"/>
            </a:solidFill>
            <a:ln w="6346" cap="flat">
              <a:noFill/>
              <a:prstDash val="solid"/>
              <a:miter/>
            </a:ln>
          </p:spPr>
          <p:txBody>
            <a:bodyPr rtlCol="0" anchor="ctr"/>
            <a:lstStyle/>
            <a:p>
              <a:endParaRPr lang="zh-CN" altLang="en-US"/>
            </a:p>
          </p:txBody>
        </p:sp>
        <p:sp>
          <p:nvSpPr>
            <p:cNvPr id="169" name="任意多边形 60">
              <a:extLst>
                <a:ext uri="{FF2B5EF4-FFF2-40B4-BE49-F238E27FC236}">
                  <a16:creationId xmlns:a16="http://schemas.microsoft.com/office/drawing/2014/main" id="{324BE878-E1A0-4209-8987-40907FB4EA6C}"/>
                </a:ext>
              </a:extLst>
            </p:cNvPr>
            <p:cNvSpPr/>
            <p:nvPr/>
          </p:nvSpPr>
          <p:spPr>
            <a:xfrm>
              <a:off x="8073764" y="5287978"/>
              <a:ext cx="312627" cy="123506"/>
            </a:xfrm>
            <a:custGeom>
              <a:avLst/>
              <a:gdLst>
                <a:gd name="connsiteX0" fmla="*/ 11376 w 276118"/>
                <a:gd name="connsiteY0" fmla="*/ -210 h 109083"/>
                <a:gd name="connsiteX1" fmla="*/ 139646 w 276118"/>
                <a:gd name="connsiteY1" fmla="*/ -210 h 109083"/>
                <a:gd name="connsiteX2" fmla="*/ 275604 w 276118"/>
                <a:gd name="connsiteY2" fmla="*/ 96168 h 109083"/>
                <a:gd name="connsiteX3" fmla="*/ 275604 w 276118"/>
                <a:gd name="connsiteY3" fmla="*/ 108874 h 109083"/>
                <a:gd name="connsiteX4" fmla="*/ 1147 w 276118"/>
                <a:gd name="connsiteY4" fmla="*/ 108874 h 109083"/>
                <a:gd name="connsiteX5" fmla="*/ 11376 w 276118"/>
                <a:gd name="connsiteY5" fmla="*/ -210 h 10908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6118" h="109083">
                  <a:moveTo>
                    <a:pt x="11376" y="-210"/>
                  </a:moveTo>
                  <a:lnTo>
                    <a:pt x="139646" y="-210"/>
                  </a:lnTo>
                  <a:cubicBezTo>
                    <a:pt x="139646" y="-210"/>
                    <a:pt x="262771" y="68277"/>
                    <a:pt x="275604" y="96168"/>
                  </a:cubicBezTo>
                  <a:lnTo>
                    <a:pt x="275604" y="108874"/>
                  </a:lnTo>
                  <a:lnTo>
                    <a:pt x="1147" y="108874"/>
                  </a:lnTo>
                  <a:cubicBezTo>
                    <a:pt x="1147" y="108874"/>
                    <a:pt x="-6604" y="27681"/>
                    <a:pt x="11376" y="-210"/>
                  </a:cubicBezTo>
                  <a:close/>
                </a:path>
              </a:pathLst>
            </a:custGeom>
            <a:solidFill>
              <a:srgbClr val="F93F57"/>
            </a:solidFill>
            <a:ln w="6346" cap="flat">
              <a:noFill/>
              <a:prstDash val="solid"/>
              <a:miter/>
            </a:ln>
          </p:spPr>
          <p:txBody>
            <a:bodyPr rtlCol="0" anchor="ctr"/>
            <a:lstStyle/>
            <a:p>
              <a:endParaRPr lang="zh-CN" altLang="en-US"/>
            </a:p>
          </p:txBody>
        </p:sp>
        <p:sp>
          <p:nvSpPr>
            <p:cNvPr id="170" name="任意多边形 61">
              <a:extLst>
                <a:ext uri="{FF2B5EF4-FFF2-40B4-BE49-F238E27FC236}">
                  <a16:creationId xmlns:a16="http://schemas.microsoft.com/office/drawing/2014/main" id="{87F4142E-F127-438E-AF5E-7D5047133A5E}"/>
                </a:ext>
              </a:extLst>
            </p:cNvPr>
            <p:cNvSpPr/>
            <p:nvPr/>
          </p:nvSpPr>
          <p:spPr>
            <a:xfrm>
              <a:off x="8074926" y="5411484"/>
              <a:ext cx="311393" cy="18773"/>
            </a:xfrm>
            <a:custGeom>
              <a:avLst/>
              <a:gdLst>
                <a:gd name="connsiteX0" fmla="*/ 0 w 275028"/>
                <a:gd name="connsiteY0" fmla="*/ 0 h 16581"/>
                <a:gd name="connsiteX1" fmla="*/ 275029 w 275028"/>
                <a:gd name="connsiteY1" fmla="*/ 0 h 16581"/>
                <a:gd name="connsiteX2" fmla="*/ 275029 w 275028"/>
                <a:gd name="connsiteY2" fmla="*/ 16582 h 16581"/>
                <a:gd name="connsiteX3" fmla="*/ 0 w 275028"/>
                <a:gd name="connsiteY3" fmla="*/ 16582 h 16581"/>
                <a:gd name="connsiteX4" fmla="*/ 0 w 275028"/>
                <a:gd name="connsiteY4" fmla="*/ 0 h 16581"/>
                <a:gd name="connsiteX5" fmla="*/ 0 w 275028"/>
                <a:gd name="connsiteY5" fmla="*/ 0 h 1658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5028" h="16581">
                  <a:moveTo>
                    <a:pt x="0" y="0"/>
                  </a:moveTo>
                  <a:lnTo>
                    <a:pt x="275029" y="0"/>
                  </a:lnTo>
                  <a:lnTo>
                    <a:pt x="275029" y="16582"/>
                  </a:lnTo>
                  <a:lnTo>
                    <a:pt x="0" y="16582"/>
                  </a:lnTo>
                  <a:lnTo>
                    <a:pt x="0" y="0"/>
                  </a:lnTo>
                  <a:lnTo>
                    <a:pt x="0" y="0"/>
                  </a:lnTo>
                  <a:close/>
                </a:path>
              </a:pathLst>
            </a:custGeom>
            <a:solidFill>
              <a:srgbClr val="981D04"/>
            </a:solidFill>
            <a:ln w="6346" cap="flat">
              <a:noFill/>
              <a:prstDash val="solid"/>
              <a:miter/>
            </a:ln>
          </p:spPr>
          <p:txBody>
            <a:bodyPr rtlCol="0" anchor="ctr"/>
            <a:lstStyle/>
            <a:p>
              <a:endParaRPr lang="zh-CN" altLang="en-US"/>
            </a:p>
          </p:txBody>
        </p:sp>
        <p:sp>
          <p:nvSpPr>
            <p:cNvPr id="171" name="任意多边形 62">
              <a:extLst>
                <a:ext uri="{FF2B5EF4-FFF2-40B4-BE49-F238E27FC236}">
                  <a16:creationId xmlns:a16="http://schemas.microsoft.com/office/drawing/2014/main" id="{A5F8BFFB-BE18-444B-AAE1-3B6EF305B435}"/>
                </a:ext>
              </a:extLst>
            </p:cNvPr>
            <p:cNvSpPr/>
            <p:nvPr/>
          </p:nvSpPr>
          <p:spPr>
            <a:xfrm>
              <a:off x="7564855" y="3584555"/>
              <a:ext cx="961084" cy="1110846"/>
            </a:xfrm>
            <a:custGeom>
              <a:avLst/>
              <a:gdLst>
                <a:gd name="connsiteX0" fmla="*/ 635502 w 848847"/>
                <a:gd name="connsiteY0" fmla="*/ -210 h 981120"/>
                <a:gd name="connsiteX1" fmla="*/ 212380 w 848847"/>
                <a:gd name="connsiteY1" fmla="*/ -210 h 981120"/>
                <a:gd name="connsiteX2" fmla="*/ -514 w 848847"/>
                <a:gd name="connsiteY2" fmla="*/ 980910 h 981120"/>
                <a:gd name="connsiteX3" fmla="*/ 848334 w 848847"/>
                <a:gd name="connsiteY3" fmla="*/ 980910 h 981120"/>
                <a:gd name="connsiteX4" fmla="*/ 635502 w 848847"/>
                <a:gd name="connsiteY4" fmla="*/ -210 h 98112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48847" h="981120">
                  <a:moveTo>
                    <a:pt x="635502" y="-210"/>
                  </a:moveTo>
                  <a:lnTo>
                    <a:pt x="212380" y="-210"/>
                  </a:lnTo>
                  <a:cubicBezTo>
                    <a:pt x="12319" y="253281"/>
                    <a:pt x="-514" y="980910"/>
                    <a:pt x="-514" y="980910"/>
                  </a:cubicBezTo>
                  <a:lnTo>
                    <a:pt x="848334" y="980910"/>
                  </a:lnTo>
                  <a:cubicBezTo>
                    <a:pt x="848334" y="980910"/>
                    <a:pt x="838104" y="253281"/>
                    <a:pt x="635502" y="-210"/>
                  </a:cubicBezTo>
                  <a:close/>
                </a:path>
              </a:pathLst>
            </a:custGeom>
            <a:solidFill>
              <a:srgbClr val="434CC0"/>
            </a:solidFill>
            <a:ln w="6346" cap="flat">
              <a:noFill/>
              <a:prstDash val="solid"/>
              <a:miter/>
            </a:ln>
          </p:spPr>
          <p:txBody>
            <a:bodyPr rtlCol="0" anchor="ctr"/>
            <a:lstStyle/>
            <a:p>
              <a:endParaRPr lang="zh-CN" altLang="en-US"/>
            </a:p>
          </p:txBody>
        </p:sp>
        <p:sp>
          <p:nvSpPr>
            <p:cNvPr id="172" name="任意多边形 63">
              <a:extLst>
                <a:ext uri="{FF2B5EF4-FFF2-40B4-BE49-F238E27FC236}">
                  <a16:creationId xmlns:a16="http://schemas.microsoft.com/office/drawing/2014/main" id="{31351685-A64B-4841-8B08-35C71EE888AF}"/>
                </a:ext>
              </a:extLst>
            </p:cNvPr>
            <p:cNvSpPr/>
            <p:nvPr/>
          </p:nvSpPr>
          <p:spPr>
            <a:xfrm>
              <a:off x="6993099" y="2948350"/>
              <a:ext cx="1467130" cy="1769867"/>
            </a:xfrm>
            <a:custGeom>
              <a:avLst/>
              <a:gdLst>
                <a:gd name="connsiteX0" fmla="*/ 927593 w 1295797"/>
                <a:gd name="connsiteY0" fmla="*/ 878849 h 1563180"/>
                <a:gd name="connsiteX1" fmla="*/ 1022891 w 1295797"/>
                <a:gd name="connsiteY1" fmla="*/ 1014617 h 1563180"/>
                <a:gd name="connsiteX2" fmla="*/ 992077 w 1295797"/>
                <a:gd name="connsiteY2" fmla="*/ 1186152 h 1563180"/>
                <a:gd name="connsiteX3" fmla="*/ 821876 w 1295797"/>
                <a:gd name="connsiteY3" fmla="*/ 1157900 h 1563180"/>
                <a:gd name="connsiteX4" fmla="*/ 820161 w 1295797"/>
                <a:gd name="connsiteY4" fmla="*/ 1155403 h 1563180"/>
                <a:gd name="connsiteX5" fmla="*/ 668447 w 1295797"/>
                <a:gd name="connsiteY5" fmla="*/ 940348 h 1563180"/>
                <a:gd name="connsiteX6" fmla="*/ 668447 w 1295797"/>
                <a:gd name="connsiteY6" fmla="*/ 935202 h 1563180"/>
                <a:gd name="connsiteX7" fmla="*/ 663300 w 1295797"/>
                <a:gd name="connsiteY7" fmla="*/ 932661 h 1563180"/>
                <a:gd name="connsiteX8" fmla="*/ 694114 w 1295797"/>
                <a:gd name="connsiteY8" fmla="*/ 761125 h 1563180"/>
                <a:gd name="connsiteX9" fmla="*/ 765968 w 1295797"/>
                <a:gd name="connsiteY9" fmla="*/ 364243 h 1563180"/>
                <a:gd name="connsiteX10" fmla="*/ 368196 w 1295797"/>
                <a:gd name="connsiteY10" fmla="*/ 297661 h 1563180"/>
                <a:gd name="connsiteX11" fmla="*/ 250154 w 1295797"/>
                <a:gd name="connsiteY11" fmla="*/ 551153 h 1563180"/>
                <a:gd name="connsiteX12" fmla="*/ 134780 w 1295797"/>
                <a:gd name="connsiteY12" fmla="*/ 686793 h 1563180"/>
                <a:gd name="connsiteX13" fmla="*/ 1364 w 1295797"/>
                <a:gd name="connsiteY13" fmla="*/ 574152 h 1563180"/>
                <a:gd name="connsiteX14" fmla="*/ 224614 w 1295797"/>
                <a:gd name="connsiteY14" fmla="*/ 95313 h 1563180"/>
                <a:gd name="connsiteX15" fmla="*/ 966156 w 1295797"/>
                <a:gd name="connsiteY15" fmla="*/ 223329 h 1563180"/>
                <a:gd name="connsiteX16" fmla="*/ 927657 w 1295797"/>
                <a:gd name="connsiteY16" fmla="*/ 878849 h 1563180"/>
                <a:gd name="connsiteX17" fmla="*/ 1245823 w 1295797"/>
                <a:gd name="connsiteY17" fmla="*/ 1332149 h 1563180"/>
                <a:gd name="connsiteX18" fmla="*/ 1271236 w 1295797"/>
                <a:gd name="connsiteY18" fmla="*/ 1367980 h 1563180"/>
                <a:gd name="connsiteX19" fmla="*/ 1242965 w 1295797"/>
                <a:gd name="connsiteY19" fmla="*/ 1542121 h 1563180"/>
                <a:gd name="connsiteX20" fmla="*/ 1068506 w 1295797"/>
                <a:gd name="connsiteY20" fmla="*/ 1511371 h 1563180"/>
                <a:gd name="connsiteX21" fmla="*/ 1043093 w 1295797"/>
                <a:gd name="connsiteY21" fmla="*/ 1473252 h 1563180"/>
                <a:gd name="connsiteX22" fmla="*/ 1073906 w 1295797"/>
                <a:gd name="connsiteY22" fmla="*/ 1301717 h 1563180"/>
                <a:gd name="connsiteX23" fmla="*/ 1242583 w 1295797"/>
                <a:gd name="connsiteY23" fmla="*/ 1327847 h 1563180"/>
                <a:gd name="connsiteX24" fmla="*/ 1245823 w 1295797"/>
                <a:gd name="connsiteY24" fmla="*/ 1332466 h 156318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1295797" h="1563180">
                  <a:moveTo>
                    <a:pt x="927593" y="878849"/>
                  </a:moveTo>
                  <a:lnTo>
                    <a:pt x="1022891" y="1014617"/>
                  </a:lnTo>
                  <a:cubicBezTo>
                    <a:pt x="1063932" y="1070906"/>
                    <a:pt x="1051098" y="1145174"/>
                    <a:pt x="992077" y="1186152"/>
                  </a:cubicBezTo>
                  <a:cubicBezTo>
                    <a:pt x="937313" y="1225345"/>
                    <a:pt x="861075" y="1212696"/>
                    <a:pt x="821876" y="1157900"/>
                  </a:cubicBezTo>
                  <a:cubicBezTo>
                    <a:pt x="821305" y="1157074"/>
                    <a:pt x="820732" y="1156242"/>
                    <a:pt x="820161" y="1155403"/>
                  </a:cubicBezTo>
                  <a:lnTo>
                    <a:pt x="668447" y="940348"/>
                  </a:lnTo>
                  <a:lnTo>
                    <a:pt x="668447" y="935202"/>
                  </a:lnTo>
                  <a:cubicBezTo>
                    <a:pt x="663300" y="935202"/>
                    <a:pt x="663300" y="935202"/>
                    <a:pt x="663300" y="932661"/>
                  </a:cubicBezTo>
                  <a:cubicBezTo>
                    <a:pt x="624801" y="878849"/>
                    <a:pt x="640239" y="799244"/>
                    <a:pt x="694114" y="761125"/>
                  </a:cubicBezTo>
                  <a:cubicBezTo>
                    <a:pt x="822384" y="668941"/>
                    <a:pt x="855738" y="492259"/>
                    <a:pt x="765968" y="364243"/>
                  </a:cubicBezTo>
                  <a:cubicBezTo>
                    <a:pt x="673593" y="233621"/>
                    <a:pt x="499135" y="208018"/>
                    <a:pt x="368196" y="297661"/>
                  </a:cubicBezTo>
                  <a:cubicBezTo>
                    <a:pt x="283572" y="359096"/>
                    <a:pt x="239926" y="456491"/>
                    <a:pt x="250154" y="551153"/>
                  </a:cubicBezTo>
                  <a:cubicBezTo>
                    <a:pt x="255618" y="620421"/>
                    <a:pt x="204030" y="681056"/>
                    <a:pt x="134780" y="686793"/>
                  </a:cubicBezTo>
                  <a:cubicBezTo>
                    <a:pt x="65467" y="691939"/>
                    <a:pt x="9051" y="643274"/>
                    <a:pt x="1364" y="574152"/>
                  </a:cubicBezTo>
                  <a:cubicBezTo>
                    <a:pt x="-14456" y="386231"/>
                    <a:pt x="70486" y="204003"/>
                    <a:pt x="224614" y="95313"/>
                  </a:cubicBezTo>
                  <a:cubicBezTo>
                    <a:pt x="466035" y="-71140"/>
                    <a:pt x="799386" y="-14788"/>
                    <a:pt x="966156" y="223329"/>
                  </a:cubicBezTo>
                  <a:cubicBezTo>
                    <a:pt x="1107832" y="424058"/>
                    <a:pt x="1091822" y="696081"/>
                    <a:pt x="927657" y="878849"/>
                  </a:cubicBezTo>
                  <a:close/>
                  <a:moveTo>
                    <a:pt x="1245823" y="1332149"/>
                  </a:moveTo>
                  <a:lnTo>
                    <a:pt x="1271236" y="1367980"/>
                  </a:lnTo>
                  <a:cubicBezTo>
                    <a:pt x="1312277" y="1426874"/>
                    <a:pt x="1299444" y="1501397"/>
                    <a:pt x="1242965" y="1542121"/>
                  </a:cubicBezTo>
                  <a:cubicBezTo>
                    <a:pt x="1189089" y="1577953"/>
                    <a:pt x="1109548" y="1567533"/>
                    <a:pt x="1068506" y="1511371"/>
                  </a:cubicBezTo>
                  <a:lnTo>
                    <a:pt x="1043093" y="1473252"/>
                  </a:lnTo>
                  <a:cubicBezTo>
                    <a:pt x="1004593" y="1419505"/>
                    <a:pt x="1019968" y="1339836"/>
                    <a:pt x="1073906" y="1301717"/>
                  </a:cubicBezTo>
                  <a:cubicBezTo>
                    <a:pt x="1127718" y="1262346"/>
                    <a:pt x="1203257" y="1274049"/>
                    <a:pt x="1242583" y="1327847"/>
                  </a:cubicBezTo>
                  <a:cubicBezTo>
                    <a:pt x="1243727" y="1329359"/>
                    <a:pt x="1244806" y="1330903"/>
                    <a:pt x="1245823" y="1332466"/>
                  </a:cubicBezTo>
                  <a:close/>
                </a:path>
              </a:pathLst>
            </a:custGeom>
            <a:solidFill>
              <a:srgbClr val="FFC545"/>
            </a:solidFill>
            <a:ln w="6346" cap="flat">
              <a:noFill/>
              <a:prstDash val="solid"/>
              <a:miter/>
            </a:ln>
          </p:spPr>
          <p:txBody>
            <a:bodyPr rtlCol="0" anchor="ctr"/>
            <a:lstStyle/>
            <a:p>
              <a:endParaRPr lang="zh-CN" altLang="en-US"/>
            </a:p>
          </p:txBody>
        </p:sp>
        <p:sp>
          <p:nvSpPr>
            <p:cNvPr id="173" name="任意多边形 64">
              <a:extLst>
                <a:ext uri="{FF2B5EF4-FFF2-40B4-BE49-F238E27FC236}">
                  <a16:creationId xmlns:a16="http://schemas.microsoft.com/office/drawing/2014/main" id="{5209AE7E-4494-49C9-AFE5-E03D562D2673}"/>
                </a:ext>
              </a:extLst>
            </p:cNvPr>
            <p:cNvSpPr/>
            <p:nvPr/>
          </p:nvSpPr>
          <p:spPr>
            <a:xfrm>
              <a:off x="8074926" y="2908035"/>
              <a:ext cx="512041" cy="826857"/>
            </a:xfrm>
            <a:custGeom>
              <a:avLst/>
              <a:gdLst>
                <a:gd name="connsiteX0" fmla="*/ 274260 w 452244"/>
                <a:gd name="connsiteY0" fmla="*/ -210 h 730296"/>
                <a:gd name="connsiteX1" fmla="*/ 451387 w 452244"/>
                <a:gd name="connsiteY1" fmla="*/ 381616 h 730296"/>
                <a:gd name="connsiteX2" fmla="*/ 43132 w 452244"/>
                <a:gd name="connsiteY2" fmla="*/ 730087 h 730296"/>
                <a:gd name="connsiteX3" fmla="*/ -514 w 452244"/>
                <a:gd name="connsiteY3" fmla="*/ 558551 h 730296"/>
                <a:gd name="connsiteX4" fmla="*/ 315302 w 452244"/>
                <a:gd name="connsiteY4" fmla="*/ 366368 h 730296"/>
                <a:gd name="connsiteX5" fmla="*/ 248594 w 452244"/>
                <a:gd name="connsiteY5" fmla="*/ 207539 h 730296"/>
                <a:gd name="connsiteX6" fmla="*/ 274007 w 452244"/>
                <a:gd name="connsiteY6" fmla="*/ -19 h 7302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452244" h="730296">
                  <a:moveTo>
                    <a:pt x="274260" y="-210"/>
                  </a:moveTo>
                  <a:cubicBezTo>
                    <a:pt x="274260" y="-210"/>
                    <a:pt x="438553" y="292036"/>
                    <a:pt x="451387" y="381616"/>
                  </a:cubicBezTo>
                  <a:cubicBezTo>
                    <a:pt x="464093" y="473864"/>
                    <a:pt x="120196" y="717317"/>
                    <a:pt x="43132" y="730087"/>
                  </a:cubicBezTo>
                  <a:lnTo>
                    <a:pt x="-514" y="558551"/>
                  </a:lnTo>
                  <a:cubicBezTo>
                    <a:pt x="-514" y="558551"/>
                    <a:pt x="284489" y="425135"/>
                    <a:pt x="315302" y="366368"/>
                  </a:cubicBezTo>
                  <a:lnTo>
                    <a:pt x="248594" y="207539"/>
                  </a:lnTo>
                  <a:lnTo>
                    <a:pt x="274007" y="-19"/>
                  </a:lnTo>
                  <a:close/>
                </a:path>
              </a:pathLst>
            </a:custGeom>
            <a:solidFill>
              <a:srgbClr val="F93F57"/>
            </a:solidFill>
            <a:ln w="6346" cap="flat">
              <a:noFill/>
              <a:prstDash val="solid"/>
              <a:miter/>
            </a:ln>
          </p:spPr>
          <p:txBody>
            <a:bodyPr rtlCol="0" anchor="ctr"/>
            <a:lstStyle/>
            <a:p>
              <a:endParaRPr lang="zh-CN" altLang="en-US"/>
            </a:p>
          </p:txBody>
        </p:sp>
        <p:sp>
          <p:nvSpPr>
            <p:cNvPr id="174" name="任意多边形 65">
              <a:extLst>
                <a:ext uri="{FF2B5EF4-FFF2-40B4-BE49-F238E27FC236}">
                  <a16:creationId xmlns:a16="http://schemas.microsoft.com/office/drawing/2014/main" id="{ABF4A7ED-897C-4023-952D-C04A79BFFE32}"/>
                </a:ext>
              </a:extLst>
            </p:cNvPr>
            <p:cNvSpPr/>
            <p:nvPr/>
          </p:nvSpPr>
          <p:spPr>
            <a:xfrm>
              <a:off x="8008236" y="3573622"/>
              <a:ext cx="101648" cy="117572"/>
            </a:xfrm>
            <a:custGeom>
              <a:avLst/>
              <a:gdLst>
                <a:gd name="connsiteX0" fmla="*/ 66265 w 89777"/>
                <a:gd name="connsiteY0" fmla="*/ 362 h 103842"/>
                <a:gd name="connsiteX1" fmla="*/ 5147 w 89777"/>
                <a:gd name="connsiteY1" fmla="*/ 15800 h 103842"/>
                <a:gd name="connsiteX2" fmla="*/ 89263 w 89777"/>
                <a:gd name="connsiteY2" fmla="*/ 95596 h 103842"/>
                <a:gd name="connsiteX3" fmla="*/ 66265 w 89777"/>
                <a:gd name="connsiteY3" fmla="*/ 298 h 103842"/>
              </a:gdLst>
              <a:ahLst/>
              <a:cxnLst>
                <a:cxn ang="0">
                  <a:pos x="connsiteX0" y="connsiteY0"/>
                </a:cxn>
                <a:cxn ang="0">
                  <a:pos x="connsiteX1" y="connsiteY1"/>
                </a:cxn>
                <a:cxn ang="0">
                  <a:pos x="connsiteX2" y="connsiteY2"/>
                </a:cxn>
                <a:cxn ang="0">
                  <a:pos x="connsiteX3" y="connsiteY3"/>
                </a:cxn>
              </a:cxnLst>
              <a:rect l="l" t="t" r="r" b="b"/>
              <a:pathLst>
                <a:path w="89777" h="103842">
                  <a:moveTo>
                    <a:pt x="66265" y="362"/>
                  </a:moveTo>
                  <a:cubicBezTo>
                    <a:pt x="66265" y="362"/>
                    <a:pt x="15439" y="-4784"/>
                    <a:pt x="5147" y="15800"/>
                  </a:cubicBezTo>
                  <a:cubicBezTo>
                    <a:pt x="-5145" y="36384"/>
                    <a:pt x="-12705" y="131555"/>
                    <a:pt x="89263" y="95596"/>
                  </a:cubicBezTo>
                  <a:lnTo>
                    <a:pt x="66265" y="298"/>
                  </a:lnTo>
                  <a:close/>
                </a:path>
              </a:pathLst>
            </a:custGeom>
            <a:solidFill>
              <a:srgbClr val="FF93B1"/>
            </a:solidFill>
            <a:ln w="6346" cap="flat">
              <a:noFill/>
              <a:prstDash val="solid"/>
              <a:miter/>
            </a:ln>
          </p:spPr>
          <p:txBody>
            <a:bodyPr rtlCol="0" anchor="ctr"/>
            <a:lstStyle/>
            <a:p>
              <a:endParaRPr lang="zh-CN" altLang="en-US"/>
            </a:p>
          </p:txBody>
        </p:sp>
        <p:sp>
          <p:nvSpPr>
            <p:cNvPr id="175" name="任意多边形 67">
              <a:extLst>
                <a:ext uri="{FF2B5EF4-FFF2-40B4-BE49-F238E27FC236}">
                  <a16:creationId xmlns:a16="http://schemas.microsoft.com/office/drawing/2014/main" id="{A9092055-D1F2-4C41-A59B-2E8729EAF788}"/>
                </a:ext>
              </a:extLst>
            </p:cNvPr>
            <p:cNvSpPr/>
            <p:nvPr/>
          </p:nvSpPr>
          <p:spPr>
            <a:xfrm rot="19901924">
              <a:off x="4001212" y="2597109"/>
              <a:ext cx="340051" cy="595716"/>
            </a:xfrm>
            <a:custGeom>
              <a:avLst/>
              <a:gdLst>
                <a:gd name="connsiteX0" fmla="*/ 596690 w 1007682"/>
                <a:gd name="connsiteY0" fmla="*/ 1042540 h 1765307"/>
                <a:gd name="connsiteX1" fmla="*/ 596690 w 1007682"/>
                <a:gd name="connsiteY1" fmla="*/ 1209120 h 1765307"/>
                <a:gd name="connsiteX2" fmla="*/ 479747 w 1007682"/>
                <a:gd name="connsiteY2" fmla="*/ 1332124 h 1765307"/>
                <a:gd name="connsiteX3" fmla="*/ 473502 w 1007682"/>
                <a:gd name="connsiteY3" fmla="*/ 1332118 h 1765307"/>
                <a:gd name="connsiteX4" fmla="*/ 350314 w 1007682"/>
                <a:gd name="connsiteY4" fmla="*/ 1209120 h 1765307"/>
                <a:gd name="connsiteX5" fmla="*/ 350314 w 1007682"/>
                <a:gd name="connsiteY5" fmla="*/ 945209 h 1765307"/>
                <a:gd name="connsiteX6" fmla="*/ 352855 w 1007682"/>
                <a:gd name="connsiteY6" fmla="*/ 940063 h 1765307"/>
                <a:gd name="connsiteX7" fmla="*/ 350314 w 1007682"/>
                <a:gd name="connsiteY7" fmla="*/ 934981 h 1765307"/>
                <a:gd name="connsiteX8" fmla="*/ 473502 w 1007682"/>
                <a:gd name="connsiteY8" fmla="*/ 811983 h 1765307"/>
                <a:gd name="connsiteX9" fmla="*/ 760983 w 1007682"/>
                <a:gd name="connsiteY9" fmla="*/ 530157 h 1765307"/>
                <a:gd name="connsiteX10" fmla="*/ 473502 w 1007682"/>
                <a:gd name="connsiteY10" fmla="*/ 245725 h 1765307"/>
                <a:gd name="connsiteX11" fmla="*/ 229667 w 1007682"/>
                <a:gd name="connsiteY11" fmla="*/ 384097 h 1765307"/>
                <a:gd name="connsiteX12" fmla="*/ 62134 w 1007682"/>
                <a:gd name="connsiteY12" fmla="*/ 430888 h 1765307"/>
                <a:gd name="connsiteX13" fmla="*/ 15343 w 1007682"/>
                <a:gd name="connsiteY13" fmla="*/ 263355 h 1765307"/>
                <a:gd name="connsiteX14" fmla="*/ 16645 w 1007682"/>
                <a:gd name="connsiteY14" fmla="*/ 261100 h 1765307"/>
                <a:gd name="connsiteX15" fmla="*/ 473502 w 1007682"/>
                <a:gd name="connsiteY15" fmla="*/ -206 h 1765307"/>
                <a:gd name="connsiteX16" fmla="*/ 1007168 w 1007682"/>
                <a:gd name="connsiteY16" fmla="*/ 530157 h 1765307"/>
                <a:gd name="connsiteX17" fmla="*/ 596499 w 1007682"/>
                <a:gd name="connsiteY17" fmla="*/ 1042540 h 1765307"/>
                <a:gd name="connsiteX18" fmla="*/ 596690 w 1007682"/>
                <a:gd name="connsiteY18" fmla="*/ 1595965 h 1765307"/>
                <a:gd name="connsiteX19" fmla="*/ 596690 w 1007682"/>
                <a:gd name="connsiteY19" fmla="*/ 1642089 h 1765307"/>
                <a:gd name="connsiteX20" fmla="*/ 473502 w 1007682"/>
                <a:gd name="connsiteY20" fmla="*/ 1765086 h 1765307"/>
                <a:gd name="connsiteX21" fmla="*/ 350314 w 1007682"/>
                <a:gd name="connsiteY21" fmla="*/ 1645221 h 1765307"/>
                <a:gd name="connsiteX22" fmla="*/ 350314 w 1007682"/>
                <a:gd name="connsiteY22" fmla="*/ 1642089 h 1765307"/>
                <a:gd name="connsiteX23" fmla="*/ 350314 w 1007682"/>
                <a:gd name="connsiteY23" fmla="*/ 1595965 h 1765307"/>
                <a:gd name="connsiteX24" fmla="*/ 473502 w 1007682"/>
                <a:gd name="connsiteY24" fmla="*/ 1473031 h 1765307"/>
                <a:gd name="connsiteX25" fmla="*/ 596690 w 1007682"/>
                <a:gd name="connsiteY25" fmla="*/ 1592769 h 1765307"/>
                <a:gd name="connsiteX26" fmla="*/ 596690 w 1007682"/>
                <a:gd name="connsiteY26" fmla="*/ 1595965 h 17653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Lst>
              <a:rect l="l" t="t" r="r" b="b"/>
              <a:pathLst>
                <a:path w="1007682" h="1765307">
                  <a:moveTo>
                    <a:pt x="596690" y="1042540"/>
                  </a:moveTo>
                  <a:lnTo>
                    <a:pt x="596690" y="1209120"/>
                  </a:lnTo>
                  <a:cubicBezTo>
                    <a:pt x="598361" y="1275377"/>
                    <a:pt x="546004" y="1330447"/>
                    <a:pt x="479747" y="1332124"/>
                  </a:cubicBezTo>
                  <a:cubicBezTo>
                    <a:pt x="477663" y="1332175"/>
                    <a:pt x="475579" y="1332175"/>
                    <a:pt x="473502" y="1332118"/>
                  </a:cubicBezTo>
                  <a:cubicBezTo>
                    <a:pt x="405529" y="1332156"/>
                    <a:pt x="350384" y="1277093"/>
                    <a:pt x="350314" y="1209120"/>
                  </a:cubicBezTo>
                  <a:lnTo>
                    <a:pt x="350314" y="945209"/>
                  </a:lnTo>
                  <a:cubicBezTo>
                    <a:pt x="350314" y="942668"/>
                    <a:pt x="352855" y="942668"/>
                    <a:pt x="352855" y="940063"/>
                  </a:cubicBezTo>
                  <a:cubicBezTo>
                    <a:pt x="350314" y="937522"/>
                    <a:pt x="350314" y="937522"/>
                    <a:pt x="350314" y="934981"/>
                  </a:cubicBezTo>
                  <a:cubicBezTo>
                    <a:pt x="350314" y="870941"/>
                    <a:pt x="406793" y="811983"/>
                    <a:pt x="473502" y="811983"/>
                  </a:cubicBezTo>
                  <a:cubicBezTo>
                    <a:pt x="632649" y="811983"/>
                    <a:pt x="760983" y="686445"/>
                    <a:pt x="760983" y="530157"/>
                  </a:cubicBezTo>
                  <a:cubicBezTo>
                    <a:pt x="760983" y="368723"/>
                    <a:pt x="632649" y="245725"/>
                    <a:pt x="473502" y="245725"/>
                  </a:cubicBezTo>
                  <a:cubicBezTo>
                    <a:pt x="373636" y="246094"/>
                    <a:pt x="281198" y="298552"/>
                    <a:pt x="229667" y="384097"/>
                  </a:cubicBezTo>
                  <a:cubicBezTo>
                    <a:pt x="196326" y="443283"/>
                    <a:pt x="121320" y="464230"/>
                    <a:pt x="62134" y="430888"/>
                  </a:cubicBezTo>
                  <a:cubicBezTo>
                    <a:pt x="2948" y="397547"/>
                    <a:pt x="-17999" y="322541"/>
                    <a:pt x="15343" y="263355"/>
                  </a:cubicBezTo>
                  <a:cubicBezTo>
                    <a:pt x="15769" y="262599"/>
                    <a:pt x="16201" y="261850"/>
                    <a:pt x="16645" y="261100"/>
                  </a:cubicBezTo>
                  <a:cubicBezTo>
                    <a:pt x="111346" y="98668"/>
                    <a:pt x="285480" y="-930"/>
                    <a:pt x="473502" y="-206"/>
                  </a:cubicBezTo>
                  <a:cubicBezTo>
                    <a:pt x="766129" y="-206"/>
                    <a:pt x="1007168" y="235497"/>
                    <a:pt x="1007168" y="530157"/>
                  </a:cubicBezTo>
                  <a:cubicBezTo>
                    <a:pt x="1007168" y="778693"/>
                    <a:pt x="832647" y="988792"/>
                    <a:pt x="596499" y="1042540"/>
                  </a:cubicBezTo>
                  <a:close/>
                  <a:moveTo>
                    <a:pt x="596690" y="1595965"/>
                  </a:moveTo>
                  <a:lnTo>
                    <a:pt x="596690" y="1642089"/>
                  </a:lnTo>
                  <a:cubicBezTo>
                    <a:pt x="596690" y="1713816"/>
                    <a:pt x="545356" y="1765086"/>
                    <a:pt x="473502" y="1765086"/>
                  </a:cubicBezTo>
                  <a:cubicBezTo>
                    <a:pt x="406387" y="1766001"/>
                    <a:pt x="351235" y="1712336"/>
                    <a:pt x="350314" y="1645221"/>
                  </a:cubicBezTo>
                  <a:cubicBezTo>
                    <a:pt x="350301" y="1644179"/>
                    <a:pt x="350301" y="1643131"/>
                    <a:pt x="350314" y="1642089"/>
                  </a:cubicBezTo>
                  <a:lnTo>
                    <a:pt x="350314" y="1595965"/>
                  </a:lnTo>
                  <a:cubicBezTo>
                    <a:pt x="351305" y="1528386"/>
                    <a:pt x="405923" y="1473882"/>
                    <a:pt x="473502" y="1473031"/>
                  </a:cubicBezTo>
                  <a:cubicBezTo>
                    <a:pt x="540585" y="1472078"/>
                    <a:pt x="595737" y="1525686"/>
                    <a:pt x="596690" y="1592769"/>
                  </a:cubicBezTo>
                  <a:cubicBezTo>
                    <a:pt x="596703" y="1593830"/>
                    <a:pt x="596703" y="1594897"/>
                    <a:pt x="596690" y="1595965"/>
                  </a:cubicBezTo>
                  <a:close/>
                </a:path>
              </a:pathLst>
            </a:custGeom>
            <a:solidFill>
              <a:srgbClr val="D0D4DA"/>
            </a:solidFill>
            <a:ln w="6346" cap="flat">
              <a:noFill/>
              <a:prstDash val="solid"/>
              <a:miter/>
            </a:ln>
          </p:spPr>
          <p:txBody>
            <a:bodyPr rtlCol="0" anchor="ctr"/>
            <a:lstStyle/>
            <a:p>
              <a:endParaRPr lang="zh-CN" altLang="en-US"/>
            </a:p>
          </p:txBody>
        </p:sp>
      </p:grpSp>
      <p:sp>
        <p:nvSpPr>
          <p:cNvPr id="39" name="对话气泡: 圆角矩形 38">
            <a:extLst>
              <a:ext uri="{FF2B5EF4-FFF2-40B4-BE49-F238E27FC236}">
                <a16:creationId xmlns:a16="http://schemas.microsoft.com/office/drawing/2014/main" id="{EC07A600-945D-4216-ADFC-BAD9C0FA54A9}"/>
              </a:ext>
            </a:extLst>
          </p:cNvPr>
          <p:cNvSpPr/>
          <p:nvPr/>
        </p:nvSpPr>
        <p:spPr>
          <a:xfrm>
            <a:off x="4890066" y="1195788"/>
            <a:ext cx="2794309" cy="842117"/>
          </a:xfrm>
          <a:prstGeom prst="wedgeRoundRectCallout">
            <a:avLst>
              <a:gd name="adj1" fmla="val -63153"/>
              <a:gd name="adj2" fmla="val 30842"/>
              <a:gd name="adj3" fmla="val 16667"/>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zh-CN" altLang="en-US" b="1" dirty="0"/>
              <a:t>网桥中的转发表对于帧的转发起着决定性的作用</a:t>
            </a:r>
          </a:p>
        </p:txBody>
      </p:sp>
      <p:sp>
        <p:nvSpPr>
          <p:cNvPr id="176" name="对话气泡: 椭圆形 175">
            <a:extLst>
              <a:ext uri="{FF2B5EF4-FFF2-40B4-BE49-F238E27FC236}">
                <a16:creationId xmlns:a16="http://schemas.microsoft.com/office/drawing/2014/main" id="{613BFEC7-5989-4F10-B621-A94B5B700089}"/>
              </a:ext>
            </a:extLst>
          </p:cNvPr>
          <p:cNvSpPr/>
          <p:nvPr/>
        </p:nvSpPr>
        <p:spPr>
          <a:xfrm>
            <a:off x="8269203" y="1989333"/>
            <a:ext cx="3529948" cy="1385098"/>
          </a:xfrm>
          <a:prstGeom prst="wedgeEllipseCallout">
            <a:avLst>
              <a:gd name="adj1" fmla="val -15988"/>
              <a:gd name="adj2" fmla="val 58700"/>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zh-CN" altLang="en-US" b="1" dirty="0"/>
              <a:t>转发表是如何建立的呢？</a:t>
            </a:r>
          </a:p>
        </p:txBody>
      </p:sp>
    </p:spTree>
    <p:custDataLst>
      <p:tags r:id="rId1"/>
    </p:custDataLst>
    <p:extLst>
      <p:ext uri="{BB962C8B-B14F-4D97-AF65-F5344CB8AC3E}">
        <p14:creationId xmlns:p14="http://schemas.microsoft.com/office/powerpoint/2010/main" val="3761190361"/>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2" presetClass="entr" presetSubtype="1" fill="hold" nodeType="withEffect">
                                  <p:stCondLst>
                                    <p:cond delay="0"/>
                                  </p:stCondLst>
                                  <p:childTnLst>
                                    <p:set>
                                      <p:cBhvr>
                                        <p:cTn id="6" dur="1" fill="hold">
                                          <p:stCondLst>
                                            <p:cond delay="0"/>
                                          </p:stCondLst>
                                        </p:cTn>
                                        <p:tgtEl>
                                          <p:spTgt spid="4"/>
                                        </p:tgtEl>
                                        <p:attrNameLst>
                                          <p:attrName>style.visibility</p:attrName>
                                        </p:attrNameLst>
                                      </p:cBhvr>
                                      <p:to>
                                        <p:strVal val="visible"/>
                                      </p:to>
                                    </p:set>
                                    <p:anim calcmode="lin" valueType="num">
                                      <p:cBhvr additive="base">
                                        <p:cTn id="7" dur="1000"/>
                                        <p:tgtEl>
                                          <p:spTgt spid="4"/>
                                        </p:tgtEl>
                                        <p:attrNameLst>
                                          <p:attrName>ppt_y</p:attrName>
                                        </p:attrNameLst>
                                      </p:cBhvr>
                                      <p:tavLst>
                                        <p:tav tm="0">
                                          <p:val>
                                            <p:strVal val="#ppt_y-#ppt_h*1.125000"/>
                                          </p:val>
                                        </p:tav>
                                        <p:tav tm="100000">
                                          <p:val>
                                            <p:strVal val="#ppt_y"/>
                                          </p:val>
                                        </p:tav>
                                      </p:tavLst>
                                    </p:anim>
                                    <p:animEffect transition="in" filter="wipe(down)">
                                      <p:cBhvr>
                                        <p:cTn id="8" dur="1000"/>
                                        <p:tgtEl>
                                          <p:spTgt spid="4"/>
                                        </p:tgtEl>
                                      </p:cBhvr>
                                    </p:animEffect>
                                  </p:childTnLst>
                                </p:cTn>
                              </p:par>
                            </p:childTnLst>
                          </p:cTn>
                        </p:par>
                      </p:childTnLst>
                    </p:cTn>
                  </p:par>
                  <p:par>
                    <p:cTn id="9" fill="hold">
                      <p:stCondLst>
                        <p:cond delay="indefinite"/>
                      </p:stCondLst>
                      <p:childTnLst>
                        <p:par>
                          <p:cTn id="10" fill="hold">
                            <p:stCondLst>
                              <p:cond delay="0"/>
                            </p:stCondLst>
                            <p:childTnLst>
                              <p:par>
                                <p:cTn id="11" presetID="2" presetClass="entr" presetSubtype="8" fill="hold" nodeType="clickEffect">
                                  <p:stCondLst>
                                    <p:cond delay="0"/>
                                  </p:stCondLst>
                                  <p:childTnLst>
                                    <p:set>
                                      <p:cBhvr>
                                        <p:cTn id="12" dur="1" fill="hold">
                                          <p:stCondLst>
                                            <p:cond delay="0"/>
                                          </p:stCondLst>
                                        </p:cTn>
                                        <p:tgtEl>
                                          <p:spTgt spid="38"/>
                                        </p:tgtEl>
                                        <p:attrNameLst>
                                          <p:attrName>style.visibility</p:attrName>
                                        </p:attrNameLst>
                                      </p:cBhvr>
                                      <p:to>
                                        <p:strVal val="visible"/>
                                      </p:to>
                                    </p:set>
                                    <p:anim calcmode="lin" valueType="num">
                                      <p:cBhvr additive="base">
                                        <p:cTn id="13" dur="500" fill="hold"/>
                                        <p:tgtEl>
                                          <p:spTgt spid="38"/>
                                        </p:tgtEl>
                                        <p:attrNameLst>
                                          <p:attrName>ppt_x</p:attrName>
                                        </p:attrNameLst>
                                      </p:cBhvr>
                                      <p:tavLst>
                                        <p:tav tm="0">
                                          <p:val>
                                            <p:strVal val="0-#ppt_w/2"/>
                                          </p:val>
                                        </p:tav>
                                        <p:tav tm="100000">
                                          <p:val>
                                            <p:strVal val="#ppt_x"/>
                                          </p:val>
                                        </p:tav>
                                      </p:tavLst>
                                    </p:anim>
                                    <p:anim calcmode="lin" valueType="num">
                                      <p:cBhvr additive="base">
                                        <p:cTn id="14" dur="500" fill="hold"/>
                                        <p:tgtEl>
                                          <p:spTgt spid="38"/>
                                        </p:tgtEl>
                                        <p:attrNameLst>
                                          <p:attrName>ppt_y</p:attrName>
                                        </p:attrNameLst>
                                      </p:cBhvr>
                                      <p:tavLst>
                                        <p:tav tm="0">
                                          <p:val>
                                            <p:strVal val="#ppt_y"/>
                                          </p:val>
                                        </p:tav>
                                        <p:tav tm="100000">
                                          <p:val>
                                            <p:strVal val="#ppt_y"/>
                                          </p:val>
                                        </p:tav>
                                      </p:tavLst>
                                    </p:anim>
                                  </p:childTnLst>
                                </p:cTn>
                              </p:par>
                            </p:childTnLst>
                          </p:cTn>
                        </p:par>
                      </p:childTnLst>
                    </p:cTn>
                  </p:par>
                  <p:par>
                    <p:cTn id="15" fill="hold">
                      <p:stCondLst>
                        <p:cond delay="indefinite"/>
                      </p:stCondLst>
                      <p:childTnLst>
                        <p:par>
                          <p:cTn id="16" fill="hold">
                            <p:stCondLst>
                              <p:cond delay="0"/>
                            </p:stCondLst>
                            <p:childTnLst>
                              <p:par>
                                <p:cTn id="17" presetID="12" presetClass="entr" presetSubtype="8" fill="hold" grpId="0" nodeType="clickEffect">
                                  <p:stCondLst>
                                    <p:cond delay="0"/>
                                  </p:stCondLst>
                                  <p:childTnLst>
                                    <p:set>
                                      <p:cBhvr>
                                        <p:cTn id="18" dur="1" fill="hold">
                                          <p:stCondLst>
                                            <p:cond delay="0"/>
                                          </p:stCondLst>
                                        </p:cTn>
                                        <p:tgtEl>
                                          <p:spTgt spid="39"/>
                                        </p:tgtEl>
                                        <p:attrNameLst>
                                          <p:attrName>style.visibility</p:attrName>
                                        </p:attrNameLst>
                                      </p:cBhvr>
                                      <p:to>
                                        <p:strVal val="visible"/>
                                      </p:to>
                                    </p:set>
                                    <p:anim calcmode="lin" valueType="num">
                                      <p:cBhvr additive="base">
                                        <p:cTn id="19" dur="500"/>
                                        <p:tgtEl>
                                          <p:spTgt spid="39"/>
                                        </p:tgtEl>
                                        <p:attrNameLst>
                                          <p:attrName>ppt_x</p:attrName>
                                        </p:attrNameLst>
                                      </p:cBhvr>
                                      <p:tavLst>
                                        <p:tav tm="0">
                                          <p:val>
                                            <p:strVal val="#ppt_x-#ppt_w*1.125000"/>
                                          </p:val>
                                        </p:tav>
                                        <p:tav tm="100000">
                                          <p:val>
                                            <p:strVal val="#ppt_x"/>
                                          </p:val>
                                        </p:tav>
                                      </p:tavLst>
                                    </p:anim>
                                    <p:animEffect transition="in" filter="wipe(right)">
                                      <p:cBhvr>
                                        <p:cTn id="20" dur="500"/>
                                        <p:tgtEl>
                                          <p:spTgt spid="39"/>
                                        </p:tgtEl>
                                      </p:cBhvr>
                                    </p:animEffect>
                                  </p:childTnLst>
                                </p:cTn>
                              </p:par>
                            </p:childTnLst>
                          </p:cTn>
                        </p:par>
                      </p:childTnLst>
                    </p:cTn>
                  </p:par>
                  <p:par>
                    <p:cTn id="21" fill="hold">
                      <p:stCondLst>
                        <p:cond delay="indefinite"/>
                      </p:stCondLst>
                      <p:childTnLst>
                        <p:par>
                          <p:cTn id="22" fill="hold">
                            <p:stCondLst>
                              <p:cond delay="0"/>
                            </p:stCondLst>
                            <p:childTnLst>
                              <p:par>
                                <p:cTn id="23" presetID="30" presetClass="entr" presetSubtype="0" fill="hold" nodeType="clickEffect">
                                  <p:stCondLst>
                                    <p:cond delay="0"/>
                                  </p:stCondLst>
                                  <p:childTnLst>
                                    <p:set>
                                      <p:cBhvr>
                                        <p:cTn id="24" dur="1" fill="hold">
                                          <p:stCondLst>
                                            <p:cond delay="0"/>
                                          </p:stCondLst>
                                        </p:cTn>
                                        <p:tgtEl>
                                          <p:spTgt spid="112"/>
                                        </p:tgtEl>
                                        <p:attrNameLst>
                                          <p:attrName>style.visibility</p:attrName>
                                        </p:attrNameLst>
                                      </p:cBhvr>
                                      <p:to>
                                        <p:strVal val="visible"/>
                                      </p:to>
                                    </p:set>
                                    <p:animEffect transition="in" filter="fade">
                                      <p:cBhvr>
                                        <p:cTn id="25" dur="800" decel="100000"/>
                                        <p:tgtEl>
                                          <p:spTgt spid="112"/>
                                        </p:tgtEl>
                                      </p:cBhvr>
                                    </p:animEffect>
                                    <p:anim calcmode="lin" valueType="num">
                                      <p:cBhvr>
                                        <p:cTn id="26" dur="800" decel="100000" fill="hold"/>
                                        <p:tgtEl>
                                          <p:spTgt spid="112"/>
                                        </p:tgtEl>
                                        <p:attrNameLst>
                                          <p:attrName>style.rotation</p:attrName>
                                        </p:attrNameLst>
                                      </p:cBhvr>
                                      <p:tavLst>
                                        <p:tav tm="0">
                                          <p:val>
                                            <p:fltVal val="-90"/>
                                          </p:val>
                                        </p:tav>
                                        <p:tav tm="100000">
                                          <p:val>
                                            <p:fltVal val="0"/>
                                          </p:val>
                                        </p:tav>
                                      </p:tavLst>
                                    </p:anim>
                                    <p:anim calcmode="lin" valueType="num">
                                      <p:cBhvr>
                                        <p:cTn id="27" dur="800" decel="100000" fill="hold"/>
                                        <p:tgtEl>
                                          <p:spTgt spid="112"/>
                                        </p:tgtEl>
                                        <p:attrNameLst>
                                          <p:attrName>ppt_x</p:attrName>
                                        </p:attrNameLst>
                                      </p:cBhvr>
                                      <p:tavLst>
                                        <p:tav tm="0">
                                          <p:val>
                                            <p:strVal val="#ppt_x+0.4"/>
                                          </p:val>
                                        </p:tav>
                                        <p:tav tm="100000">
                                          <p:val>
                                            <p:strVal val="#ppt_x-0.05"/>
                                          </p:val>
                                        </p:tav>
                                      </p:tavLst>
                                    </p:anim>
                                    <p:anim calcmode="lin" valueType="num">
                                      <p:cBhvr>
                                        <p:cTn id="28" dur="800" decel="100000" fill="hold"/>
                                        <p:tgtEl>
                                          <p:spTgt spid="112"/>
                                        </p:tgtEl>
                                        <p:attrNameLst>
                                          <p:attrName>ppt_y</p:attrName>
                                        </p:attrNameLst>
                                      </p:cBhvr>
                                      <p:tavLst>
                                        <p:tav tm="0">
                                          <p:val>
                                            <p:strVal val="#ppt_y-0.4"/>
                                          </p:val>
                                        </p:tav>
                                        <p:tav tm="100000">
                                          <p:val>
                                            <p:strVal val="#ppt_y+0.1"/>
                                          </p:val>
                                        </p:tav>
                                      </p:tavLst>
                                    </p:anim>
                                    <p:anim calcmode="lin" valueType="num">
                                      <p:cBhvr>
                                        <p:cTn id="29" dur="200" accel="100000" fill="hold">
                                          <p:stCondLst>
                                            <p:cond delay="800"/>
                                          </p:stCondLst>
                                        </p:cTn>
                                        <p:tgtEl>
                                          <p:spTgt spid="112"/>
                                        </p:tgtEl>
                                        <p:attrNameLst>
                                          <p:attrName>ppt_x</p:attrName>
                                        </p:attrNameLst>
                                      </p:cBhvr>
                                      <p:tavLst>
                                        <p:tav tm="0">
                                          <p:val>
                                            <p:strVal val="#ppt_x-0.05"/>
                                          </p:val>
                                        </p:tav>
                                        <p:tav tm="100000">
                                          <p:val>
                                            <p:strVal val="#ppt_x"/>
                                          </p:val>
                                        </p:tav>
                                      </p:tavLst>
                                    </p:anim>
                                    <p:anim calcmode="lin" valueType="num">
                                      <p:cBhvr>
                                        <p:cTn id="30" dur="200" accel="100000" fill="hold">
                                          <p:stCondLst>
                                            <p:cond delay="800"/>
                                          </p:stCondLst>
                                        </p:cTn>
                                        <p:tgtEl>
                                          <p:spTgt spid="112"/>
                                        </p:tgtEl>
                                        <p:attrNameLst>
                                          <p:attrName>ppt_y</p:attrName>
                                        </p:attrNameLst>
                                      </p:cBhvr>
                                      <p:tavLst>
                                        <p:tav tm="0">
                                          <p:val>
                                            <p:strVal val="#ppt_y+0.1"/>
                                          </p:val>
                                        </p:tav>
                                        <p:tav tm="100000">
                                          <p:val>
                                            <p:strVal val="#ppt_y"/>
                                          </p:val>
                                        </p:tav>
                                      </p:tavLst>
                                    </p:anim>
                                  </p:childTnLst>
                                </p:cTn>
                              </p:par>
                            </p:childTnLst>
                          </p:cTn>
                        </p:par>
                        <p:par>
                          <p:cTn id="31" fill="hold">
                            <p:stCondLst>
                              <p:cond delay="1000"/>
                            </p:stCondLst>
                            <p:childTnLst>
                              <p:par>
                                <p:cTn id="32" presetID="12" presetClass="entr" presetSubtype="4" fill="hold" grpId="0" nodeType="afterEffect">
                                  <p:stCondLst>
                                    <p:cond delay="0"/>
                                  </p:stCondLst>
                                  <p:childTnLst>
                                    <p:set>
                                      <p:cBhvr>
                                        <p:cTn id="33" dur="1" fill="hold">
                                          <p:stCondLst>
                                            <p:cond delay="0"/>
                                          </p:stCondLst>
                                        </p:cTn>
                                        <p:tgtEl>
                                          <p:spTgt spid="176"/>
                                        </p:tgtEl>
                                        <p:attrNameLst>
                                          <p:attrName>style.visibility</p:attrName>
                                        </p:attrNameLst>
                                      </p:cBhvr>
                                      <p:to>
                                        <p:strVal val="visible"/>
                                      </p:to>
                                    </p:set>
                                    <p:anim calcmode="lin" valueType="num">
                                      <p:cBhvr additive="base">
                                        <p:cTn id="34" dur="500"/>
                                        <p:tgtEl>
                                          <p:spTgt spid="176"/>
                                        </p:tgtEl>
                                        <p:attrNameLst>
                                          <p:attrName>ppt_y</p:attrName>
                                        </p:attrNameLst>
                                      </p:cBhvr>
                                      <p:tavLst>
                                        <p:tav tm="0">
                                          <p:val>
                                            <p:strVal val="#ppt_y+#ppt_h*1.125000"/>
                                          </p:val>
                                        </p:tav>
                                        <p:tav tm="100000">
                                          <p:val>
                                            <p:strVal val="#ppt_y"/>
                                          </p:val>
                                        </p:tav>
                                      </p:tavLst>
                                    </p:anim>
                                    <p:animEffect transition="in" filter="wipe(up)">
                                      <p:cBhvr>
                                        <p:cTn id="35" dur="500"/>
                                        <p:tgtEl>
                                          <p:spTgt spid="176"/>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9" grpId="0" animBg="1"/>
      <p:bldP spid="176" grpId="0" animBg="1"/>
    </p:bldLst>
  </p:timing>
</p:sld>
</file>

<file path=ppt/slides/slide39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4" name="组合 3">
            <a:extLst>
              <a:ext uri="{FF2B5EF4-FFF2-40B4-BE49-F238E27FC236}">
                <a16:creationId xmlns:a16="http://schemas.microsoft.com/office/drawing/2014/main" id="{9A1EA9F2-FCB6-48C3-935F-7AE7E3AD14AC}"/>
              </a:ext>
            </a:extLst>
          </p:cNvPr>
          <p:cNvGrpSpPr/>
          <p:nvPr/>
        </p:nvGrpSpPr>
        <p:grpSpPr>
          <a:xfrm>
            <a:off x="304800" y="749300"/>
            <a:ext cx="6192344" cy="400110"/>
            <a:chOff x="424117" y="898245"/>
            <a:chExt cx="6192344" cy="400110"/>
          </a:xfrm>
        </p:grpSpPr>
        <p:sp>
          <p:nvSpPr>
            <p:cNvPr id="2" name="平行四边形 1">
              <a:extLst>
                <a:ext uri="{FF2B5EF4-FFF2-40B4-BE49-F238E27FC236}">
                  <a16:creationId xmlns:a16="http://schemas.microsoft.com/office/drawing/2014/main" id="{1F5BAA3F-9845-4F89-A2DD-8222D3E4EDAC}"/>
                </a:ext>
              </a:extLst>
            </p:cNvPr>
            <p:cNvSpPr/>
            <p:nvPr/>
          </p:nvSpPr>
          <p:spPr>
            <a:xfrm>
              <a:off x="424117" y="898245"/>
              <a:ext cx="628306" cy="387090"/>
            </a:xfrm>
            <a:prstGeom prst="parallelogram">
              <a:avLst/>
            </a:prstGeom>
            <a:solidFill>
              <a:schemeClr val="accent3">
                <a:lumMod val="75000"/>
              </a:schemeClr>
            </a:solidFill>
            <a:ln>
              <a:solidFill>
                <a:schemeClr val="accent3">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CN" sz="2200" dirty="0">
                  <a:latin typeface="Impact" panose="020B0806030902050204" pitchFamily="34" charset="0"/>
                </a:rPr>
                <a:t>01</a:t>
              </a:r>
              <a:endParaRPr lang="zh-CN" altLang="en-US" sz="2200" dirty="0">
                <a:latin typeface="Impact" panose="020B0806030902050204" pitchFamily="34" charset="0"/>
              </a:endParaRPr>
            </a:p>
          </p:txBody>
        </p:sp>
        <p:sp>
          <p:nvSpPr>
            <p:cNvPr id="3" name="文本框 2">
              <a:extLst>
                <a:ext uri="{FF2B5EF4-FFF2-40B4-BE49-F238E27FC236}">
                  <a16:creationId xmlns:a16="http://schemas.microsoft.com/office/drawing/2014/main" id="{4D6BD736-A4D3-4F26-AFED-36E11F50F70B}"/>
                </a:ext>
              </a:extLst>
            </p:cNvPr>
            <p:cNvSpPr txBox="1"/>
            <p:nvPr/>
          </p:nvSpPr>
          <p:spPr>
            <a:xfrm>
              <a:off x="1052423" y="898245"/>
              <a:ext cx="5564038" cy="400110"/>
            </a:xfrm>
            <a:prstGeom prst="rect">
              <a:avLst/>
            </a:prstGeom>
            <a:noFill/>
          </p:spPr>
          <p:txBody>
            <a:bodyPr wrap="square" rtlCol="0">
              <a:spAutoFit/>
            </a:bodyPr>
            <a:lstStyle/>
            <a:p>
              <a:r>
                <a:rPr lang="zh-CN" altLang="en-US" sz="2000" b="1" dirty="0">
                  <a:solidFill>
                    <a:schemeClr val="tx1"/>
                  </a:solidFill>
                  <a:latin typeface="Arial Narrow" panose="020B0606020202030204" pitchFamily="34" charset="0"/>
                </a:rPr>
                <a:t>透明网桥的自学习和转发帧的流程</a:t>
              </a:r>
              <a:endParaRPr lang="en-US" altLang="zh-CN" sz="2000" b="1" dirty="0">
                <a:solidFill>
                  <a:schemeClr val="tx1"/>
                </a:solidFill>
                <a:latin typeface="Arial Narrow" panose="020B0606020202030204" pitchFamily="34" charset="0"/>
              </a:endParaRPr>
            </a:p>
          </p:txBody>
        </p:sp>
      </p:grpSp>
      <p:sp>
        <p:nvSpPr>
          <p:cNvPr id="177" name="矩形 176">
            <a:extLst>
              <a:ext uri="{FF2B5EF4-FFF2-40B4-BE49-F238E27FC236}">
                <a16:creationId xmlns:a16="http://schemas.microsoft.com/office/drawing/2014/main" id="{55E4874B-BE57-4ADD-9BD3-DA35475D607B}"/>
              </a:ext>
            </a:extLst>
          </p:cNvPr>
          <p:cNvSpPr/>
          <p:nvPr/>
        </p:nvSpPr>
        <p:spPr>
          <a:xfrm>
            <a:off x="1056633" y="1335374"/>
            <a:ext cx="256976" cy="256976"/>
          </a:xfrm>
          <a:prstGeom prst="rect">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178" name="íşlïḍè">
            <a:extLst>
              <a:ext uri="{FF2B5EF4-FFF2-40B4-BE49-F238E27FC236}">
                <a16:creationId xmlns:a16="http://schemas.microsoft.com/office/drawing/2014/main" id="{1E417F6B-F322-4C35-9D67-75CB7DBC4E1A}"/>
              </a:ext>
            </a:extLst>
          </p:cNvPr>
          <p:cNvSpPr txBox="1"/>
          <p:nvPr/>
        </p:nvSpPr>
        <p:spPr>
          <a:xfrm>
            <a:off x="1373861" y="1281052"/>
            <a:ext cx="10513340" cy="400111"/>
          </a:xfrm>
          <a:prstGeom prst="rect">
            <a:avLst/>
          </a:prstGeom>
          <a:noFill/>
        </p:spPr>
        <p:txBody>
          <a:bodyPr wrap="square" lIns="91440" tIns="45720" rIns="91440" bIns="45720" anchor="ctr">
            <a:noAutofit/>
          </a:bodyPr>
          <a:lstStyle/>
          <a:p>
            <a:r>
              <a:rPr lang="zh-CN" altLang="en-US" b="1" dirty="0">
                <a:latin typeface="Arial Narrow" panose="020B0606020202030204" pitchFamily="34" charset="0"/>
              </a:rPr>
              <a:t>透明网桥（</a:t>
            </a:r>
            <a:r>
              <a:rPr lang="en-US" altLang="zh-CN" b="1" dirty="0">
                <a:latin typeface="Arial Narrow" panose="020B0606020202030204" pitchFamily="34" charset="0"/>
              </a:rPr>
              <a:t>Transparent Bridge</a:t>
            </a:r>
            <a:r>
              <a:rPr lang="zh-CN" altLang="en-US" b="1" dirty="0">
                <a:latin typeface="Arial Narrow" panose="020B0606020202030204" pitchFamily="34" charset="0"/>
              </a:rPr>
              <a:t>）通过</a:t>
            </a:r>
            <a:r>
              <a:rPr lang="zh-CN" altLang="en-US" b="1" dirty="0">
                <a:solidFill>
                  <a:schemeClr val="accent1">
                    <a:lumMod val="75000"/>
                  </a:schemeClr>
                </a:solidFill>
                <a:latin typeface="Arial Narrow" panose="020B0606020202030204" pitchFamily="34" charset="0"/>
              </a:rPr>
              <a:t>自学习</a:t>
            </a:r>
            <a:r>
              <a:rPr lang="zh-CN" altLang="en-US" b="1" dirty="0">
                <a:latin typeface="Arial Narrow" panose="020B0606020202030204" pitchFamily="34" charset="0"/>
              </a:rPr>
              <a:t>算法建立转发表。</a:t>
            </a:r>
          </a:p>
        </p:txBody>
      </p:sp>
      <p:sp>
        <p:nvSpPr>
          <p:cNvPr id="179" name="矩形 178">
            <a:extLst>
              <a:ext uri="{FF2B5EF4-FFF2-40B4-BE49-F238E27FC236}">
                <a16:creationId xmlns:a16="http://schemas.microsoft.com/office/drawing/2014/main" id="{F48315A6-CA1D-4A2A-8A4B-BF9EC6CD19E0}"/>
              </a:ext>
            </a:extLst>
          </p:cNvPr>
          <p:cNvSpPr/>
          <p:nvPr/>
        </p:nvSpPr>
        <p:spPr>
          <a:xfrm>
            <a:off x="1056632" y="1867127"/>
            <a:ext cx="256976" cy="256976"/>
          </a:xfrm>
          <a:prstGeom prst="rect">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180" name="íşlïḍè">
            <a:extLst>
              <a:ext uri="{FF2B5EF4-FFF2-40B4-BE49-F238E27FC236}">
                <a16:creationId xmlns:a16="http://schemas.microsoft.com/office/drawing/2014/main" id="{8D857A89-C3ED-477E-8AEE-DD2A1F3E2B4B}"/>
              </a:ext>
            </a:extLst>
          </p:cNvPr>
          <p:cNvSpPr txBox="1"/>
          <p:nvPr/>
        </p:nvSpPr>
        <p:spPr>
          <a:xfrm>
            <a:off x="1373860" y="1812805"/>
            <a:ext cx="10513340" cy="660680"/>
          </a:xfrm>
          <a:prstGeom prst="rect">
            <a:avLst/>
          </a:prstGeom>
          <a:noFill/>
        </p:spPr>
        <p:txBody>
          <a:bodyPr wrap="square" lIns="91440" tIns="45720" rIns="91440" bIns="45720" anchor="ctr">
            <a:noAutofit/>
          </a:bodyPr>
          <a:lstStyle/>
          <a:p>
            <a:r>
              <a:rPr lang="zh-CN" altLang="en-US" b="1" dirty="0">
                <a:latin typeface="Arial Narrow" panose="020B0606020202030204" pitchFamily="34" charset="0"/>
              </a:rPr>
              <a:t>透明网桥中的“</a:t>
            </a:r>
            <a:r>
              <a:rPr lang="zh-CN" altLang="en-US" b="1" dirty="0">
                <a:solidFill>
                  <a:schemeClr val="accent1">
                    <a:lumMod val="75000"/>
                  </a:schemeClr>
                </a:solidFill>
                <a:latin typeface="Arial Narrow" panose="020B0606020202030204" pitchFamily="34" charset="0"/>
              </a:rPr>
              <a:t>透明</a:t>
            </a:r>
            <a:r>
              <a:rPr lang="zh-CN" altLang="en-US" b="1" dirty="0">
                <a:latin typeface="Arial Narrow" panose="020B0606020202030204" pitchFamily="34" charset="0"/>
              </a:rPr>
              <a:t>”，是指以太网中的各站点并不知道自己所发送的帧将会经过哪些网桥的转发，最终到达目的站点。也就是说，</a:t>
            </a:r>
            <a:r>
              <a:rPr lang="zh-CN" altLang="en-US" b="1" dirty="0">
                <a:solidFill>
                  <a:schemeClr val="accent1">
                    <a:lumMod val="75000"/>
                  </a:schemeClr>
                </a:solidFill>
                <a:latin typeface="Arial Narrow" panose="020B0606020202030204" pitchFamily="34" charset="0"/>
              </a:rPr>
              <a:t>以太网中的各网桥对于各站点而言是看不见的</a:t>
            </a:r>
            <a:r>
              <a:rPr lang="zh-CN" altLang="en-US" b="1" dirty="0">
                <a:latin typeface="Arial Narrow" panose="020B0606020202030204" pitchFamily="34" charset="0"/>
              </a:rPr>
              <a:t>。</a:t>
            </a:r>
          </a:p>
        </p:txBody>
      </p:sp>
      <p:sp>
        <p:nvSpPr>
          <p:cNvPr id="181" name="矩形 180">
            <a:extLst>
              <a:ext uri="{FF2B5EF4-FFF2-40B4-BE49-F238E27FC236}">
                <a16:creationId xmlns:a16="http://schemas.microsoft.com/office/drawing/2014/main" id="{FEB88E7E-C0CA-4825-B903-AB946AD58071}"/>
              </a:ext>
            </a:extLst>
          </p:cNvPr>
          <p:cNvSpPr/>
          <p:nvPr/>
        </p:nvSpPr>
        <p:spPr>
          <a:xfrm>
            <a:off x="1056632" y="2659449"/>
            <a:ext cx="256976" cy="256976"/>
          </a:xfrm>
          <a:prstGeom prst="rect">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182" name="íşlïḍè">
            <a:extLst>
              <a:ext uri="{FF2B5EF4-FFF2-40B4-BE49-F238E27FC236}">
                <a16:creationId xmlns:a16="http://schemas.microsoft.com/office/drawing/2014/main" id="{3953A7BE-1A4C-4EB0-A979-042A73B3744C}"/>
              </a:ext>
            </a:extLst>
          </p:cNvPr>
          <p:cNvSpPr txBox="1"/>
          <p:nvPr/>
        </p:nvSpPr>
        <p:spPr>
          <a:xfrm>
            <a:off x="1373860" y="2605127"/>
            <a:ext cx="10513340" cy="660680"/>
          </a:xfrm>
          <a:prstGeom prst="rect">
            <a:avLst/>
          </a:prstGeom>
          <a:noFill/>
        </p:spPr>
        <p:txBody>
          <a:bodyPr wrap="square" lIns="91440" tIns="45720" rIns="91440" bIns="45720" anchor="ctr">
            <a:noAutofit/>
          </a:bodyPr>
          <a:lstStyle/>
          <a:p>
            <a:r>
              <a:rPr lang="zh-CN" altLang="en-US" b="1" dirty="0">
                <a:latin typeface="Arial Narrow" panose="020B0606020202030204" pitchFamily="34" charset="0"/>
              </a:rPr>
              <a:t>透明网桥的标准是</a:t>
            </a:r>
            <a:r>
              <a:rPr lang="en-US" altLang="zh-CN" b="1" dirty="0">
                <a:latin typeface="Arial Narrow" panose="020B0606020202030204" pitchFamily="34" charset="0"/>
              </a:rPr>
              <a:t>IEEE 802.1D</a:t>
            </a:r>
            <a:r>
              <a:rPr lang="zh-CN" altLang="en-US" b="1" dirty="0">
                <a:latin typeface="Arial Narrow" panose="020B0606020202030204" pitchFamily="34" charset="0"/>
              </a:rPr>
              <a:t>，它通过一种自学习算法</a:t>
            </a:r>
            <a:r>
              <a:rPr lang="zh-CN" altLang="en-US" b="1" dirty="0">
                <a:solidFill>
                  <a:schemeClr val="accent1">
                    <a:lumMod val="75000"/>
                  </a:schemeClr>
                </a:solidFill>
                <a:latin typeface="Arial Narrow" panose="020B0606020202030204" pitchFamily="34" charset="0"/>
              </a:rPr>
              <a:t>基于以太网中各站点间的相互通信</a:t>
            </a:r>
            <a:r>
              <a:rPr lang="zh-CN" altLang="en-US" b="1" dirty="0">
                <a:latin typeface="Arial Narrow" panose="020B0606020202030204" pitchFamily="34" charset="0"/>
              </a:rPr>
              <a:t>逐步建立起自己的转发表。</a:t>
            </a:r>
          </a:p>
        </p:txBody>
      </p:sp>
      <p:sp>
        <p:nvSpPr>
          <p:cNvPr id="11" name="平行四边形 10">
            <a:extLst>
              <a:ext uri="{FF2B5EF4-FFF2-40B4-BE49-F238E27FC236}">
                <a16:creationId xmlns:a16="http://schemas.microsoft.com/office/drawing/2014/main" id="{9834A8BE-1887-006D-3843-54DF271D8DE9}"/>
              </a:ext>
            </a:extLst>
          </p:cNvPr>
          <p:cNvSpPr/>
          <p:nvPr/>
        </p:nvSpPr>
        <p:spPr>
          <a:xfrm>
            <a:off x="304800" y="749300"/>
            <a:ext cx="688834" cy="387090"/>
          </a:xfrm>
          <a:prstGeom prst="parallelogram">
            <a:avLst/>
          </a:prstGeom>
          <a:solidFill>
            <a:schemeClr val="accent3">
              <a:lumMod val="75000"/>
            </a:schemeClr>
          </a:solidFill>
          <a:ln>
            <a:solidFill>
              <a:schemeClr val="accent3">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CN" sz="2200" dirty="0">
                <a:latin typeface="Impact" panose="020B0806030902050204" pitchFamily="34" charset="0"/>
              </a:rPr>
              <a:t>03</a:t>
            </a:r>
            <a:endParaRPr lang="zh-CN" altLang="en-US" sz="2200" dirty="0">
              <a:latin typeface="Impact" panose="020B0806030902050204" pitchFamily="34" charset="0"/>
            </a:endParaRPr>
          </a:p>
        </p:txBody>
      </p:sp>
    </p:spTree>
    <p:custDataLst>
      <p:tags r:id="rId1"/>
    </p:custDataLst>
    <p:extLst>
      <p:ext uri="{BB962C8B-B14F-4D97-AF65-F5344CB8AC3E}">
        <p14:creationId xmlns:p14="http://schemas.microsoft.com/office/powerpoint/2010/main" val="841908245"/>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49" presetClass="entr" presetSubtype="0" decel="100000" fill="hold" grpId="0" nodeType="withEffect">
                                  <p:stCondLst>
                                    <p:cond delay="0"/>
                                  </p:stCondLst>
                                  <p:childTnLst>
                                    <p:set>
                                      <p:cBhvr>
                                        <p:cTn id="6" dur="1" fill="hold">
                                          <p:stCondLst>
                                            <p:cond delay="0"/>
                                          </p:stCondLst>
                                        </p:cTn>
                                        <p:tgtEl>
                                          <p:spTgt spid="177"/>
                                        </p:tgtEl>
                                        <p:attrNameLst>
                                          <p:attrName>style.visibility</p:attrName>
                                        </p:attrNameLst>
                                      </p:cBhvr>
                                      <p:to>
                                        <p:strVal val="visible"/>
                                      </p:to>
                                    </p:set>
                                    <p:anim calcmode="lin" valueType="num">
                                      <p:cBhvr>
                                        <p:cTn id="7" dur="500" fill="hold"/>
                                        <p:tgtEl>
                                          <p:spTgt spid="177"/>
                                        </p:tgtEl>
                                        <p:attrNameLst>
                                          <p:attrName>ppt_w</p:attrName>
                                        </p:attrNameLst>
                                      </p:cBhvr>
                                      <p:tavLst>
                                        <p:tav tm="0">
                                          <p:val>
                                            <p:fltVal val="0"/>
                                          </p:val>
                                        </p:tav>
                                        <p:tav tm="100000">
                                          <p:val>
                                            <p:strVal val="#ppt_w"/>
                                          </p:val>
                                        </p:tav>
                                      </p:tavLst>
                                    </p:anim>
                                    <p:anim calcmode="lin" valueType="num">
                                      <p:cBhvr>
                                        <p:cTn id="8" dur="500" fill="hold"/>
                                        <p:tgtEl>
                                          <p:spTgt spid="177"/>
                                        </p:tgtEl>
                                        <p:attrNameLst>
                                          <p:attrName>ppt_h</p:attrName>
                                        </p:attrNameLst>
                                      </p:cBhvr>
                                      <p:tavLst>
                                        <p:tav tm="0">
                                          <p:val>
                                            <p:fltVal val="0"/>
                                          </p:val>
                                        </p:tav>
                                        <p:tav tm="100000">
                                          <p:val>
                                            <p:strVal val="#ppt_h"/>
                                          </p:val>
                                        </p:tav>
                                      </p:tavLst>
                                    </p:anim>
                                    <p:anim calcmode="lin" valueType="num">
                                      <p:cBhvr>
                                        <p:cTn id="9" dur="500" fill="hold"/>
                                        <p:tgtEl>
                                          <p:spTgt spid="177"/>
                                        </p:tgtEl>
                                        <p:attrNameLst>
                                          <p:attrName>style.rotation</p:attrName>
                                        </p:attrNameLst>
                                      </p:cBhvr>
                                      <p:tavLst>
                                        <p:tav tm="0">
                                          <p:val>
                                            <p:fltVal val="360"/>
                                          </p:val>
                                        </p:tav>
                                        <p:tav tm="100000">
                                          <p:val>
                                            <p:fltVal val="0"/>
                                          </p:val>
                                        </p:tav>
                                      </p:tavLst>
                                    </p:anim>
                                    <p:animEffect transition="in" filter="fade">
                                      <p:cBhvr>
                                        <p:cTn id="10" dur="500"/>
                                        <p:tgtEl>
                                          <p:spTgt spid="177"/>
                                        </p:tgtEl>
                                      </p:cBhvr>
                                    </p:animEffect>
                                  </p:childTnLst>
                                </p:cTn>
                              </p:par>
                            </p:childTnLst>
                          </p:cTn>
                        </p:par>
                        <p:par>
                          <p:cTn id="11" fill="hold">
                            <p:stCondLst>
                              <p:cond delay="500"/>
                            </p:stCondLst>
                            <p:childTnLst>
                              <p:par>
                                <p:cTn id="12" presetID="1" presetClass="entr" presetSubtype="0" fill="hold" grpId="0" nodeType="afterEffect">
                                  <p:stCondLst>
                                    <p:cond delay="0"/>
                                  </p:stCondLst>
                                  <p:iterate type="lt">
                                    <p:tmAbs val="100"/>
                                  </p:iterate>
                                  <p:childTnLst>
                                    <p:set>
                                      <p:cBhvr>
                                        <p:cTn id="13" dur="1" fill="hold">
                                          <p:stCondLst>
                                            <p:cond delay="0"/>
                                          </p:stCondLst>
                                        </p:cTn>
                                        <p:tgtEl>
                                          <p:spTgt spid="178"/>
                                        </p:tgtEl>
                                        <p:attrNameLst>
                                          <p:attrName>style.visibility</p:attrName>
                                        </p:attrNameLst>
                                      </p:cBhvr>
                                      <p:to>
                                        <p:strVal val="visible"/>
                                      </p:to>
                                    </p:set>
                                  </p:childTnLst>
                                </p:cTn>
                              </p:par>
                            </p:childTnLst>
                          </p:cTn>
                        </p:par>
                      </p:childTnLst>
                    </p:cTn>
                  </p:par>
                  <p:par>
                    <p:cTn id="14" fill="hold">
                      <p:stCondLst>
                        <p:cond delay="indefinite"/>
                      </p:stCondLst>
                      <p:childTnLst>
                        <p:par>
                          <p:cTn id="15" fill="hold">
                            <p:stCondLst>
                              <p:cond delay="0"/>
                            </p:stCondLst>
                            <p:childTnLst>
                              <p:par>
                                <p:cTn id="16" presetID="49" presetClass="entr" presetSubtype="0" decel="100000" fill="hold" grpId="0" nodeType="clickEffect">
                                  <p:stCondLst>
                                    <p:cond delay="0"/>
                                  </p:stCondLst>
                                  <p:childTnLst>
                                    <p:set>
                                      <p:cBhvr>
                                        <p:cTn id="17" dur="1" fill="hold">
                                          <p:stCondLst>
                                            <p:cond delay="0"/>
                                          </p:stCondLst>
                                        </p:cTn>
                                        <p:tgtEl>
                                          <p:spTgt spid="179"/>
                                        </p:tgtEl>
                                        <p:attrNameLst>
                                          <p:attrName>style.visibility</p:attrName>
                                        </p:attrNameLst>
                                      </p:cBhvr>
                                      <p:to>
                                        <p:strVal val="visible"/>
                                      </p:to>
                                    </p:set>
                                    <p:anim calcmode="lin" valueType="num">
                                      <p:cBhvr>
                                        <p:cTn id="18" dur="500" fill="hold"/>
                                        <p:tgtEl>
                                          <p:spTgt spid="179"/>
                                        </p:tgtEl>
                                        <p:attrNameLst>
                                          <p:attrName>ppt_w</p:attrName>
                                        </p:attrNameLst>
                                      </p:cBhvr>
                                      <p:tavLst>
                                        <p:tav tm="0">
                                          <p:val>
                                            <p:fltVal val="0"/>
                                          </p:val>
                                        </p:tav>
                                        <p:tav tm="100000">
                                          <p:val>
                                            <p:strVal val="#ppt_w"/>
                                          </p:val>
                                        </p:tav>
                                      </p:tavLst>
                                    </p:anim>
                                    <p:anim calcmode="lin" valueType="num">
                                      <p:cBhvr>
                                        <p:cTn id="19" dur="500" fill="hold"/>
                                        <p:tgtEl>
                                          <p:spTgt spid="179"/>
                                        </p:tgtEl>
                                        <p:attrNameLst>
                                          <p:attrName>ppt_h</p:attrName>
                                        </p:attrNameLst>
                                      </p:cBhvr>
                                      <p:tavLst>
                                        <p:tav tm="0">
                                          <p:val>
                                            <p:fltVal val="0"/>
                                          </p:val>
                                        </p:tav>
                                        <p:tav tm="100000">
                                          <p:val>
                                            <p:strVal val="#ppt_h"/>
                                          </p:val>
                                        </p:tav>
                                      </p:tavLst>
                                    </p:anim>
                                    <p:anim calcmode="lin" valueType="num">
                                      <p:cBhvr>
                                        <p:cTn id="20" dur="500" fill="hold"/>
                                        <p:tgtEl>
                                          <p:spTgt spid="179"/>
                                        </p:tgtEl>
                                        <p:attrNameLst>
                                          <p:attrName>style.rotation</p:attrName>
                                        </p:attrNameLst>
                                      </p:cBhvr>
                                      <p:tavLst>
                                        <p:tav tm="0">
                                          <p:val>
                                            <p:fltVal val="360"/>
                                          </p:val>
                                        </p:tav>
                                        <p:tav tm="100000">
                                          <p:val>
                                            <p:fltVal val="0"/>
                                          </p:val>
                                        </p:tav>
                                      </p:tavLst>
                                    </p:anim>
                                    <p:animEffect transition="in" filter="fade">
                                      <p:cBhvr>
                                        <p:cTn id="21" dur="500"/>
                                        <p:tgtEl>
                                          <p:spTgt spid="179"/>
                                        </p:tgtEl>
                                      </p:cBhvr>
                                    </p:animEffect>
                                  </p:childTnLst>
                                </p:cTn>
                              </p:par>
                            </p:childTnLst>
                          </p:cTn>
                        </p:par>
                        <p:par>
                          <p:cTn id="22" fill="hold">
                            <p:stCondLst>
                              <p:cond delay="500"/>
                            </p:stCondLst>
                            <p:childTnLst>
                              <p:par>
                                <p:cTn id="23" presetID="1" presetClass="entr" presetSubtype="0" fill="hold" grpId="0" nodeType="afterEffect">
                                  <p:stCondLst>
                                    <p:cond delay="0"/>
                                  </p:stCondLst>
                                  <p:iterate type="lt">
                                    <p:tmAbs val="100"/>
                                  </p:iterate>
                                  <p:childTnLst>
                                    <p:set>
                                      <p:cBhvr>
                                        <p:cTn id="24" dur="1" fill="hold">
                                          <p:stCondLst>
                                            <p:cond delay="0"/>
                                          </p:stCondLst>
                                        </p:cTn>
                                        <p:tgtEl>
                                          <p:spTgt spid="180"/>
                                        </p:tgtEl>
                                        <p:attrNameLst>
                                          <p:attrName>style.visibility</p:attrName>
                                        </p:attrNameLst>
                                      </p:cBhvr>
                                      <p:to>
                                        <p:strVal val="visible"/>
                                      </p:to>
                                    </p:set>
                                  </p:childTnLst>
                                </p:cTn>
                              </p:par>
                            </p:childTnLst>
                          </p:cTn>
                        </p:par>
                      </p:childTnLst>
                    </p:cTn>
                  </p:par>
                  <p:par>
                    <p:cTn id="25" fill="hold">
                      <p:stCondLst>
                        <p:cond delay="indefinite"/>
                      </p:stCondLst>
                      <p:childTnLst>
                        <p:par>
                          <p:cTn id="26" fill="hold">
                            <p:stCondLst>
                              <p:cond delay="0"/>
                            </p:stCondLst>
                            <p:childTnLst>
                              <p:par>
                                <p:cTn id="27" presetID="49" presetClass="entr" presetSubtype="0" decel="100000" fill="hold" grpId="0" nodeType="clickEffect">
                                  <p:stCondLst>
                                    <p:cond delay="0"/>
                                  </p:stCondLst>
                                  <p:childTnLst>
                                    <p:set>
                                      <p:cBhvr>
                                        <p:cTn id="28" dur="1" fill="hold">
                                          <p:stCondLst>
                                            <p:cond delay="0"/>
                                          </p:stCondLst>
                                        </p:cTn>
                                        <p:tgtEl>
                                          <p:spTgt spid="181"/>
                                        </p:tgtEl>
                                        <p:attrNameLst>
                                          <p:attrName>style.visibility</p:attrName>
                                        </p:attrNameLst>
                                      </p:cBhvr>
                                      <p:to>
                                        <p:strVal val="visible"/>
                                      </p:to>
                                    </p:set>
                                    <p:anim calcmode="lin" valueType="num">
                                      <p:cBhvr>
                                        <p:cTn id="29" dur="500" fill="hold"/>
                                        <p:tgtEl>
                                          <p:spTgt spid="181"/>
                                        </p:tgtEl>
                                        <p:attrNameLst>
                                          <p:attrName>ppt_w</p:attrName>
                                        </p:attrNameLst>
                                      </p:cBhvr>
                                      <p:tavLst>
                                        <p:tav tm="0">
                                          <p:val>
                                            <p:fltVal val="0"/>
                                          </p:val>
                                        </p:tav>
                                        <p:tav tm="100000">
                                          <p:val>
                                            <p:strVal val="#ppt_w"/>
                                          </p:val>
                                        </p:tav>
                                      </p:tavLst>
                                    </p:anim>
                                    <p:anim calcmode="lin" valueType="num">
                                      <p:cBhvr>
                                        <p:cTn id="30" dur="500" fill="hold"/>
                                        <p:tgtEl>
                                          <p:spTgt spid="181"/>
                                        </p:tgtEl>
                                        <p:attrNameLst>
                                          <p:attrName>ppt_h</p:attrName>
                                        </p:attrNameLst>
                                      </p:cBhvr>
                                      <p:tavLst>
                                        <p:tav tm="0">
                                          <p:val>
                                            <p:fltVal val="0"/>
                                          </p:val>
                                        </p:tav>
                                        <p:tav tm="100000">
                                          <p:val>
                                            <p:strVal val="#ppt_h"/>
                                          </p:val>
                                        </p:tav>
                                      </p:tavLst>
                                    </p:anim>
                                    <p:anim calcmode="lin" valueType="num">
                                      <p:cBhvr>
                                        <p:cTn id="31" dur="500" fill="hold"/>
                                        <p:tgtEl>
                                          <p:spTgt spid="181"/>
                                        </p:tgtEl>
                                        <p:attrNameLst>
                                          <p:attrName>style.rotation</p:attrName>
                                        </p:attrNameLst>
                                      </p:cBhvr>
                                      <p:tavLst>
                                        <p:tav tm="0">
                                          <p:val>
                                            <p:fltVal val="360"/>
                                          </p:val>
                                        </p:tav>
                                        <p:tav tm="100000">
                                          <p:val>
                                            <p:fltVal val="0"/>
                                          </p:val>
                                        </p:tav>
                                      </p:tavLst>
                                    </p:anim>
                                    <p:animEffect transition="in" filter="fade">
                                      <p:cBhvr>
                                        <p:cTn id="32" dur="500"/>
                                        <p:tgtEl>
                                          <p:spTgt spid="181"/>
                                        </p:tgtEl>
                                      </p:cBhvr>
                                    </p:animEffect>
                                  </p:childTnLst>
                                </p:cTn>
                              </p:par>
                            </p:childTnLst>
                          </p:cTn>
                        </p:par>
                        <p:par>
                          <p:cTn id="33" fill="hold">
                            <p:stCondLst>
                              <p:cond delay="500"/>
                            </p:stCondLst>
                            <p:childTnLst>
                              <p:par>
                                <p:cTn id="34" presetID="1" presetClass="entr" presetSubtype="0" fill="hold" grpId="0" nodeType="afterEffect">
                                  <p:stCondLst>
                                    <p:cond delay="0"/>
                                  </p:stCondLst>
                                  <p:iterate type="lt">
                                    <p:tmAbs val="100"/>
                                  </p:iterate>
                                  <p:childTnLst>
                                    <p:set>
                                      <p:cBhvr>
                                        <p:cTn id="35" dur="1" fill="hold">
                                          <p:stCondLst>
                                            <p:cond delay="0"/>
                                          </p:stCondLst>
                                        </p:cTn>
                                        <p:tgtEl>
                                          <p:spTgt spid="182"/>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77" grpId="0" animBg="1"/>
      <p:bldP spid="178" grpId="0"/>
      <p:bldP spid="179" grpId="0" animBg="1"/>
      <p:bldP spid="180" grpId="0"/>
      <p:bldP spid="181" grpId="0" animBg="1"/>
      <p:bldP spid="182" grpId="0"/>
    </p:bldLst>
  </p:timing>
</p:sld>
</file>

<file path=ppt/slides/slide39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65" name="组合 64">
            <a:extLst>
              <a:ext uri="{FF2B5EF4-FFF2-40B4-BE49-F238E27FC236}">
                <a16:creationId xmlns:a16="http://schemas.microsoft.com/office/drawing/2014/main" id="{E288CA55-CE03-43A2-8AC6-83B150E99CAA}"/>
              </a:ext>
            </a:extLst>
          </p:cNvPr>
          <p:cNvGrpSpPr/>
          <p:nvPr/>
        </p:nvGrpSpPr>
        <p:grpSpPr>
          <a:xfrm rot="5400000">
            <a:off x="1528046" y="5077154"/>
            <a:ext cx="913192" cy="400110"/>
            <a:chOff x="2985607" y="3222321"/>
            <a:chExt cx="913192" cy="400110"/>
          </a:xfrm>
        </p:grpSpPr>
        <p:sp>
          <p:nvSpPr>
            <p:cNvPr id="66" name="标注: 右箭头 65">
              <a:extLst>
                <a:ext uri="{FF2B5EF4-FFF2-40B4-BE49-F238E27FC236}">
                  <a16:creationId xmlns:a16="http://schemas.microsoft.com/office/drawing/2014/main" id="{44BD4B28-3793-43ED-92A3-FE569066E2B1}"/>
                </a:ext>
              </a:extLst>
            </p:cNvPr>
            <p:cNvSpPr/>
            <p:nvPr/>
          </p:nvSpPr>
          <p:spPr>
            <a:xfrm>
              <a:off x="3108347" y="3268699"/>
              <a:ext cx="762000" cy="302993"/>
            </a:xfrm>
            <a:prstGeom prst="rightArrowCallout">
              <a:avLst>
                <a:gd name="adj1" fmla="val 25000"/>
                <a:gd name="adj2" fmla="val 25000"/>
                <a:gd name="adj3" fmla="val 25000"/>
                <a:gd name="adj4" fmla="val 85980"/>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sz="2000" b="1" dirty="0">
                <a:solidFill>
                  <a:schemeClr val="tx1"/>
                </a:solidFill>
              </a:endParaRPr>
            </a:p>
          </p:txBody>
        </p:sp>
        <p:sp>
          <p:nvSpPr>
            <p:cNvPr id="67" name="文本框 66">
              <a:extLst>
                <a:ext uri="{FF2B5EF4-FFF2-40B4-BE49-F238E27FC236}">
                  <a16:creationId xmlns:a16="http://schemas.microsoft.com/office/drawing/2014/main" id="{435AF140-6F95-4BED-8FA0-02077F6AFBB3}"/>
                </a:ext>
              </a:extLst>
            </p:cNvPr>
            <p:cNvSpPr txBox="1"/>
            <p:nvPr/>
          </p:nvSpPr>
          <p:spPr>
            <a:xfrm>
              <a:off x="2985607" y="3222321"/>
              <a:ext cx="913192" cy="400110"/>
            </a:xfrm>
            <a:prstGeom prst="rect">
              <a:avLst/>
            </a:prstGeom>
            <a:noFill/>
          </p:spPr>
          <p:txBody>
            <a:bodyPr wrap="square">
              <a:spAutoFit/>
            </a:bodyPr>
            <a:lstStyle/>
            <a:p>
              <a:pPr algn="ctr"/>
              <a:r>
                <a:rPr lang="en-US" altLang="zh-CN" sz="2000" b="1" dirty="0">
                  <a:solidFill>
                    <a:schemeClr val="tx1"/>
                  </a:solidFill>
                </a:rPr>
                <a:t>A</a:t>
              </a:r>
              <a:r>
                <a:rPr lang="en-US" altLang="zh-CN" sz="2000" b="1" dirty="0">
                  <a:solidFill>
                    <a:schemeClr val="tx1"/>
                  </a:solidFill>
                  <a:latin typeface="+mn-ea"/>
                </a:rPr>
                <a:t>→</a:t>
              </a:r>
              <a:r>
                <a:rPr lang="en-US" altLang="zh-CN" sz="2000" b="1" dirty="0">
                  <a:solidFill>
                    <a:schemeClr val="tx1"/>
                  </a:solidFill>
                </a:rPr>
                <a:t>B</a:t>
              </a:r>
              <a:endParaRPr lang="zh-CN" altLang="en-US" sz="2000" b="1" dirty="0">
                <a:solidFill>
                  <a:schemeClr val="tx1"/>
                </a:solidFill>
              </a:endParaRPr>
            </a:p>
          </p:txBody>
        </p:sp>
      </p:grpSp>
      <p:grpSp>
        <p:nvGrpSpPr>
          <p:cNvPr id="68" name="组合 67">
            <a:extLst>
              <a:ext uri="{FF2B5EF4-FFF2-40B4-BE49-F238E27FC236}">
                <a16:creationId xmlns:a16="http://schemas.microsoft.com/office/drawing/2014/main" id="{F4056B38-7137-40C9-91A4-04F9AE9A1D60}"/>
              </a:ext>
            </a:extLst>
          </p:cNvPr>
          <p:cNvGrpSpPr/>
          <p:nvPr/>
        </p:nvGrpSpPr>
        <p:grpSpPr>
          <a:xfrm rot="16200000">
            <a:off x="1533170" y="3720914"/>
            <a:ext cx="912153" cy="400110"/>
            <a:chOff x="2985606" y="3222321"/>
            <a:chExt cx="912153" cy="400110"/>
          </a:xfrm>
        </p:grpSpPr>
        <p:sp>
          <p:nvSpPr>
            <p:cNvPr id="69" name="标注: 右箭头 68">
              <a:extLst>
                <a:ext uri="{FF2B5EF4-FFF2-40B4-BE49-F238E27FC236}">
                  <a16:creationId xmlns:a16="http://schemas.microsoft.com/office/drawing/2014/main" id="{A437ACE5-CF9C-407C-80EF-72C9891861BB}"/>
                </a:ext>
              </a:extLst>
            </p:cNvPr>
            <p:cNvSpPr/>
            <p:nvPr/>
          </p:nvSpPr>
          <p:spPr>
            <a:xfrm>
              <a:off x="3108347" y="3268699"/>
              <a:ext cx="762000" cy="302993"/>
            </a:xfrm>
            <a:prstGeom prst="rightArrowCallout">
              <a:avLst>
                <a:gd name="adj1" fmla="val 25000"/>
                <a:gd name="adj2" fmla="val 25000"/>
                <a:gd name="adj3" fmla="val 25000"/>
                <a:gd name="adj4" fmla="val 85980"/>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sz="2000" b="1" dirty="0">
                <a:solidFill>
                  <a:schemeClr val="tx1"/>
                </a:solidFill>
              </a:endParaRPr>
            </a:p>
          </p:txBody>
        </p:sp>
        <p:sp>
          <p:nvSpPr>
            <p:cNvPr id="70" name="文本框 69">
              <a:extLst>
                <a:ext uri="{FF2B5EF4-FFF2-40B4-BE49-F238E27FC236}">
                  <a16:creationId xmlns:a16="http://schemas.microsoft.com/office/drawing/2014/main" id="{A96F4141-8799-40E4-BC05-1801D74A059E}"/>
                </a:ext>
              </a:extLst>
            </p:cNvPr>
            <p:cNvSpPr txBox="1"/>
            <p:nvPr/>
          </p:nvSpPr>
          <p:spPr>
            <a:xfrm>
              <a:off x="2985606" y="3222321"/>
              <a:ext cx="912153" cy="400110"/>
            </a:xfrm>
            <a:prstGeom prst="rect">
              <a:avLst/>
            </a:prstGeom>
            <a:noFill/>
          </p:spPr>
          <p:txBody>
            <a:bodyPr wrap="square">
              <a:spAutoFit/>
            </a:bodyPr>
            <a:lstStyle/>
            <a:p>
              <a:pPr algn="ctr"/>
              <a:r>
                <a:rPr lang="en-US" altLang="zh-CN" sz="2000" b="1" dirty="0">
                  <a:solidFill>
                    <a:schemeClr val="tx1"/>
                  </a:solidFill>
                </a:rPr>
                <a:t>A</a:t>
              </a:r>
              <a:r>
                <a:rPr lang="en-US" altLang="zh-CN" sz="2000" b="1" dirty="0">
                  <a:solidFill>
                    <a:schemeClr val="tx1"/>
                  </a:solidFill>
                  <a:latin typeface="+mn-ea"/>
                </a:rPr>
                <a:t>→</a:t>
              </a:r>
              <a:r>
                <a:rPr lang="en-US" altLang="zh-CN" sz="2000" b="1" dirty="0">
                  <a:latin typeface="+mn-ea"/>
                </a:rPr>
                <a:t>B</a:t>
              </a:r>
              <a:endParaRPr lang="zh-CN" altLang="en-US" sz="2000" b="1" dirty="0">
                <a:solidFill>
                  <a:schemeClr val="tx1"/>
                </a:solidFill>
              </a:endParaRPr>
            </a:p>
          </p:txBody>
        </p:sp>
      </p:grpSp>
      <p:grpSp>
        <p:nvGrpSpPr>
          <p:cNvPr id="74" name="组合 73">
            <a:extLst>
              <a:ext uri="{FF2B5EF4-FFF2-40B4-BE49-F238E27FC236}">
                <a16:creationId xmlns:a16="http://schemas.microsoft.com/office/drawing/2014/main" id="{890E168D-E4E0-4F7E-9149-CB68832C8077}"/>
              </a:ext>
            </a:extLst>
          </p:cNvPr>
          <p:cNvGrpSpPr/>
          <p:nvPr/>
        </p:nvGrpSpPr>
        <p:grpSpPr>
          <a:xfrm>
            <a:off x="2529332" y="4269824"/>
            <a:ext cx="907293" cy="400110"/>
            <a:chOff x="2985606" y="3222321"/>
            <a:chExt cx="907293" cy="400110"/>
          </a:xfrm>
        </p:grpSpPr>
        <p:sp>
          <p:nvSpPr>
            <p:cNvPr id="75" name="标注: 右箭头 74">
              <a:extLst>
                <a:ext uri="{FF2B5EF4-FFF2-40B4-BE49-F238E27FC236}">
                  <a16:creationId xmlns:a16="http://schemas.microsoft.com/office/drawing/2014/main" id="{9B972A69-ADB9-4DEC-83F5-3AC994153410}"/>
                </a:ext>
              </a:extLst>
            </p:cNvPr>
            <p:cNvSpPr/>
            <p:nvPr/>
          </p:nvSpPr>
          <p:spPr>
            <a:xfrm>
              <a:off x="3108347" y="3268699"/>
              <a:ext cx="762000" cy="302993"/>
            </a:xfrm>
            <a:prstGeom prst="rightArrowCallout">
              <a:avLst>
                <a:gd name="adj1" fmla="val 25000"/>
                <a:gd name="adj2" fmla="val 25000"/>
                <a:gd name="adj3" fmla="val 25000"/>
                <a:gd name="adj4" fmla="val 85980"/>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sz="2000" b="1" dirty="0">
                <a:solidFill>
                  <a:schemeClr val="tx1"/>
                </a:solidFill>
              </a:endParaRPr>
            </a:p>
          </p:txBody>
        </p:sp>
        <p:sp>
          <p:nvSpPr>
            <p:cNvPr id="76" name="文本框 75">
              <a:extLst>
                <a:ext uri="{FF2B5EF4-FFF2-40B4-BE49-F238E27FC236}">
                  <a16:creationId xmlns:a16="http://schemas.microsoft.com/office/drawing/2014/main" id="{150C5260-E57F-46E6-A21D-09AEF3FBB75D}"/>
                </a:ext>
              </a:extLst>
            </p:cNvPr>
            <p:cNvSpPr txBox="1"/>
            <p:nvPr/>
          </p:nvSpPr>
          <p:spPr>
            <a:xfrm>
              <a:off x="2985606" y="3222321"/>
              <a:ext cx="907293" cy="400110"/>
            </a:xfrm>
            <a:prstGeom prst="rect">
              <a:avLst/>
            </a:prstGeom>
            <a:noFill/>
          </p:spPr>
          <p:txBody>
            <a:bodyPr wrap="square">
              <a:spAutoFit/>
            </a:bodyPr>
            <a:lstStyle/>
            <a:p>
              <a:pPr algn="ctr"/>
              <a:r>
                <a:rPr lang="en-US" altLang="zh-CN" sz="2000" b="1" dirty="0">
                  <a:solidFill>
                    <a:schemeClr val="tx1"/>
                  </a:solidFill>
                </a:rPr>
                <a:t>A</a:t>
              </a:r>
              <a:r>
                <a:rPr lang="en-US" altLang="zh-CN" sz="2000" b="1" dirty="0">
                  <a:solidFill>
                    <a:schemeClr val="tx1"/>
                  </a:solidFill>
                  <a:latin typeface="+mn-ea"/>
                </a:rPr>
                <a:t>→</a:t>
              </a:r>
              <a:r>
                <a:rPr lang="en-US" altLang="zh-CN" sz="2000" b="1" dirty="0">
                  <a:solidFill>
                    <a:schemeClr val="tx1"/>
                  </a:solidFill>
                </a:rPr>
                <a:t>B</a:t>
              </a:r>
              <a:endParaRPr lang="zh-CN" altLang="en-US" sz="2000" b="1" dirty="0">
                <a:solidFill>
                  <a:schemeClr val="tx1"/>
                </a:solidFill>
              </a:endParaRPr>
            </a:p>
          </p:txBody>
        </p:sp>
      </p:grpSp>
      <p:grpSp>
        <p:nvGrpSpPr>
          <p:cNvPr id="71" name="组合 70">
            <a:extLst>
              <a:ext uri="{FF2B5EF4-FFF2-40B4-BE49-F238E27FC236}">
                <a16:creationId xmlns:a16="http://schemas.microsoft.com/office/drawing/2014/main" id="{D8145DFF-09DC-4DD3-BBC8-0FF873B3DD87}"/>
              </a:ext>
            </a:extLst>
          </p:cNvPr>
          <p:cNvGrpSpPr/>
          <p:nvPr/>
        </p:nvGrpSpPr>
        <p:grpSpPr>
          <a:xfrm>
            <a:off x="1056016" y="4269784"/>
            <a:ext cx="865007" cy="400110"/>
            <a:chOff x="3005340" y="3222321"/>
            <a:chExt cx="865007" cy="400110"/>
          </a:xfrm>
        </p:grpSpPr>
        <p:sp>
          <p:nvSpPr>
            <p:cNvPr id="72" name="标注: 右箭头 71">
              <a:extLst>
                <a:ext uri="{FF2B5EF4-FFF2-40B4-BE49-F238E27FC236}">
                  <a16:creationId xmlns:a16="http://schemas.microsoft.com/office/drawing/2014/main" id="{8BE75D6E-4389-4557-8092-47A7955684D5}"/>
                </a:ext>
              </a:extLst>
            </p:cNvPr>
            <p:cNvSpPr/>
            <p:nvPr/>
          </p:nvSpPr>
          <p:spPr>
            <a:xfrm>
              <a:off x="3108347" y="3268699"/>
              <a:ext cx="762000" cy="302993"/>
            </a:xfrm>
            <a:prstGeom prst="rightArrowCallout">
              <a:avLst>
                <a:gd name="adj1" fmla="val 25000"/>
                <a:gd name="adj2" fmla="val 25000"/>
                <a:gd name="adj3" fmla="val 25000"/>
                <a:gd name="adj4" fmla="val 85980"/>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sz="2000" b="1" dirty="0">
                <a:solidFill>
                  <a:schemeClr val="tx1"/>
                </a:solidFill>
              </a:endParaRPr>
            </a:p>
          </p:txBody>
        </p:sp>
        <p:sp>
          <p:nvSpPr>
            <p:cNvPr id="73" name="文本框 72">
              <a:extLst>
                <a:ext uri="{FF2B5EF4-FFF2-40B4-BE49-F238E27FC236}">
                  <a16:creationId xmlns:a16="http://schemas.microsoft.com/office/drawing/2014/main" id="{906A3E2E-9B00-4D67-A32A-1B9C19BB2F96}"/>
                </a:ext>
              </a:extLst>
            </p:cNvPr>
            <p:cNvSpPr txBox="1"/>
            <p:nvPr/>
          </p:nvSpPr>
          <p:spPr>
            <a:xfrm>
              <a:off x="3005340" y="3222321"/>
              <a:ext cx="862241" cy="400110"/>
            </a:xfrm>
            <a:prstGeom prst="rect">
              <a:avLst/>
            </a:prstGeom>
            <a:noFill/>
          </p:spPr>
          <p:txBody>
            <a:bodyPr wrap="square">
              <a:spAutoFit/>
            </a:bodyPr>
            <a:lstStyle/>
            <a:p>
              <a:pPr algn="ctr"/>
              <a:r>
                <a:rPr lang="en-US" altLang="zh-CN" sz="2000" b="1" dirty="0">
                  <a:solidFill>
                    <a:schemeClr val="tx1"/>
                  </a:solidFill>
                </a:rPr>
                <a:t>A</a:t>
              </a:r>
              <a:r>
                <a:rPr lang="en-US" altLang="zh-CN" sz="2000" b="1" dirty="0">
                  <a:solidFill>
                    <a:schemeClr val="tx1"/>
                  </a:solidFill>
                  <a:latin typeface="+mn-ea"/>
                </a:rPr>
                <a:t>→</a:t>
              </a:r>
              <a:r>
                <a:rPr lang="en-US" altLang="zh-CN" sz="2000" b="1" dirty="0">
                  <a:solidFill>
                    <a:schemeClr val="tx1"/>
                  </a:solidFill>
                </a:rPr>
                <a:t>B</a:t>
              </a:r>
              <a:endParaRPr lang="zh-CN" altLang="en-US" sz="2000" b="1" dirty="0">
                <a:solidFill>
                  <a:schemeClr val="tx1"/>
                </a:solidFill>
              </a:endParaRPr>
            </a:p>
          </p:txBody>
        </p:sp>
      </p:grpSp>
      <p:graphicFrame>
        <p:nvGraphicFramePr>
          <p:cNvPr id="5" name="表格 5">
            <a:extLst>
              <a:ext uri="{FF2B5EF4-FFF2-40B4-BE49-F238E27FC236}">
                <a16:creationId xmlns:a16="http://schemas.microsoft.com/office/drawing/2014/main" id="{DD2D509C-F4B8-4D07-903C-B8DA2C054700}"/>
              </a:ext>
            </a:extLst>
          </p:cNvPr>
          <p:cNvGraphicFramePr>
            <a:graphicFrameLocks noGrp="1"/>
          </p:cNvGraphicFramePr>
          <p:nvPr/>
        </p:nvGraphicFramePr>
        <p:xfrm>
          <a:off x="2952378" y="1600069"/>
          <a:ext cx="1777474" cy="2225040"/>
        </p:xfrm>
        <a:graphic>
          <a:graphicData uri="http://schemas.openxmlformats.org/drawingml/2006/table">
            <a:tbl>
              <a:tblPr firstRow="1" bandRow="1">
                <a:tableStyleId>{5C22544A-7EE6-4342-B048-85BDC9FD1C3A}</a:tableStyleId>
              </a:tblPr>
              <a:tblGrid>
                <a:gridCol w="888737">
                  <a:extLst>
                    <a:ext uri="{9D8B030D-6E8A-4147-A177-3AD203B41FA5}">
                      <a16:colId xmlns:a16="http://schemas.microsoft.com/office/drawing/2014/main" val="4251559465"/>
                    </a:ext>
                  </a:extLst>
                </a:gridCol>
                <a:gridCol w="888737">
                  <a:extLst>
                    <a:ext uri="{9D8B030D-6E8A-4147-A177-3AD203B41FA5}">
                      <a16:colId xmlns:a16="http://schemas.microsoft.com/office/drawing/2014/main" val="2106410938"/>
                    </a:ext>
                  </a:extLst>
                </a:gridCol>
              </a:tblGrid>
              <a:tr h="370840">
                <a:tc gridSpan="2">
                  <a:txBody>
                    <a:bodyPr/>
                    <a:lstStyle/>
                    <a:p>
                      <a:pPr algn="ctr"/>
                      <a:r>
                        <a:rPr lang="zh-CN" altLang="en-US" dirty="0">
                          <a:solidFill>
                            <a:schemeClr val="tx1"/>
                          </a:solidFill>
                        </a:rPr>
                        <a:t>转发表</a:t>
                      </a: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hMerge="1">
                  <a:txBody>
                    <a:bodyPr/>
                    <a:lstStyle/>
                    <a:p>
                      <a:endParaRPr lang="zh-CN" altLang="en-US" dirty="0"/>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extLst>
                  <a:ext uri="{0D108BD9-81ED-4DB2-BD59-A6C34878D82A}">
                    <a16:rowId xmlns:a16="http://schemas.microsoft.com/office/drawing/2014/main" val="1301265837"/>
                  </a:ext>
                </a:extLst>
              </a:tr>
              <a:tr h="370840">
                <a:tc>
                  <a:txBody>
                    <a:bodyPr/>
                    <a:lstStyle/>
                    <a:p>
                      <a:pPr algn="ctr"/>
                      <a:r>
                        <a:rPr lang="zh-CN" altLang="en-US" b="1" dirty="0">
                          <a:solidFill>
                            <a:schemeClr val="tx1"/>
                          </a:solidFill>
                        </a:rPr>
                        <a:t>地址</a:t>
                      </a: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algn="ctr"/>
                      <a:r>
                        <a:rPr lang="zh-CN" altLang="en-US" b="1" dirty="0">
                          <a:solidFill>
                            <a:schemeClr val="tx1"/>
                          </a:solidFill>
                        </a:rPr>
                        <a:t>接口</a:t>
                      </a: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extLst>
                  <a:ext uri="{0D108BD9-81ED-4DB2-BD59-A6C34878D82A}">
                    <a16:rowId xmlns:a16="http://schemas.microsoft.com/office/drawing/2014/main" val="1377858286"/>
                  </a:ext>
                </a:extLst>
              </a:tr>
              <a:tr h="370840">
                <a:tc>
                  <a:txBody>
                    <a:bodyPr/>
                    <a:lstStyle/>
                    <a:p>
                      <a:pPr algn="ctr"/>
                      <a:endParaRPr lang="zh-CN" altLang="en-US">
                        <a:solidFill>
                          <a:schemeClr val="tx1"/>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algn="ctr"/>
                      <a:endParaRPr lang="zh-CN" altLang="en-US">
                        <a:solidFill>
                          <a:schemeClr val="tx1"/>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extLst>
                  <a:ext uri="{0D108BD9-81ED-4DB2-BD59-A6C34878D82A}">
                    <a16:rowId xmlns:a16="http://schemas.microsoft.com/office/drawing/2014/main" val="3650164858"/>
                  </a:ext>
                </a:extLst>
              </a:tr>
              <a:tr h="370840">
                <a:tc>
                  <a:txBody>
                    <a:bodyPr/>
                    <a:lstStyle/>
                    <a:p>
                      <a:pPr algn="ctr"/>
                      <a:endParaRPr lang="zh-CN" altLang="en-US">
                        <a:solidFill>
                          <a:schemeClr val="tx1"/>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algn="ctr"/>
                      <a:endParaRPr lang="zh-CN" altLang="en-US">
                        <a:solidFill>
                          <a:schemeClr val="tx1"/>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extLst>
                  <a:ext uri="{0D108BD9-81ED-4DB2-BD59-A6C34878D82A}">
                    <a16:rowId xmlns:a16="http://schemas.microsoft.com/office/drawing/2014/main" val="3538553397"/>
                  </a:ext>
                </a:extLst>
              </a:tr>
              <a:tr h="370840">
                <a:tc>
                  <a:txBody>
                    <a:bodyPr/>
                    <a:lstStyle/>
                    <a:p>
                      <a:pPr algn="ctr"/>
                      <a:endParaRPr lang="zh-CN" altLang="en-US">
                        <a:solidFill>
                          <a:schemeClr val="tx1"/>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algn="ctr"/>
                      <a:endParaRPr lang="zh-CN" altLang="en-US" dirty="0">
                        <a:solidFill>
                          <a:schemeClr val="tx1"/>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extLst>
                  <a:ext uri="{0D108BD9-81ED-4DB2-BD59-A6C34878D82A}">
                    <a16:rowId xmlns:a16="http://schemas.microsoft.com/office/drawing/2014/main" val="3266492017"/>
                  </a:ext>
                </a:extLst>
              </a:tr>
              <a:tr h="370840">
                <a:tc>
                  <a:txBody>
                    <a:bodyPr/>
                    <a:lstStyle/>
                    <a:p>
                      <a:pPr algn="ctr"/>
                      <a:r>
                        <a:rPr lang="en-US" altLang="zh-CN" dirty="0">
                          <a:solidFill>
                            <a:schemeClr val="tx1"/>
                          </a:solidFill>
                          <a:latin typeface="宋体" panose="02010600030101010101" pitchFamily="2" charset="-122"/>
                          <a:ea typeface="宋体" panose="02010600030101010101" pitchFamily="2" charset="-122"/>
                        </a:rPr>
                        <a:t>…</a:t>
                      </a:r>
                      <a:endParaRPr lang="zh-CN" altLang="en-US" dirty="0">
                        <a:solidFill>
                          <a:schemeClr val="tx1"/>
                        </a:solidFill>
                        <a:latin typeface="宋体" panose="02010600030101010101" pitchFamily="2" charset="-122"/>
                        <a:ea typeface="宋体" panose="02010600030101010101" pitchFamily="2" charset="-122"/>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algn="ctr"/>
                      <a:r>
                        <a:rPr lang="en-US" altLang="zh-CN" dirty="0">
                          <a:solidFill>
                            <a:schemeClr val="tx1"/>
                          </a:solidFill>
                          <a:latin typeface="宋体" panose="02010600030101010101" pitchFamily="2" charset="-122"/>
                          <a:ea typeface="宋体" panose="02010600030101010101" pitchFamily="2" charset="-122"/>
                        </a:rPr>
                        <a:t>…</a:t>
                      </a:r>
                      <a:endParaRPr lang="zh-CN" altLang="en-US" dirty="0">
                        <a:solidFill>
                          <a:schemeClr val="tx1"/>
                        </a:solidFill>
                        <a:latin typeface="宋体" panose="02010600030101010101" pitchFamily="2" charset="-122"/>
                        <a:ea typeface="宋体" panose="02010600030101010101" pitchFamily="2" charset="-122"/>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extLst>
                  <a:ext uri="{0D108BD9-81ED-4DB2-BD59-A6C34878D82A}">
                    <a16:rowId xmlns:a16="http://schemas.microsoft.com/office/drawing/2014/main" val="4041760001"/>
                  </a:ext>
                </a:extLst>
              </a:tr>
            </a:tbl>
          </a:graphicData>
        </a:graphic>
      </p:graphicFrame>
      <p:grpSp>
        <p:nvGrpSpPr>
          <p:cNvPr id="4" name="组合 3">
            <a:extLst>
              <a:ext uri="{FF2B5EF4-FFF2-40B4-BE49-F238E27FC236}">
                <a16:creationId xmlns:a16="http://schemas.microsoft.com/office/drawing/2014/main" id="{9A1EA9F2-FCB6-48C3-935F-7AE7E3AD14AC}"/>
              </a:ext>
            </a:extLst>
          </p:cNvPr>
          <p:cNvGrpSpPr/>
          <p:nvPr/>
        </p:nvGrpSpPr>
        <p:grpSpPr>
          <a:xfrm>
            <a:off x="304800" y="749300"/>
            <a:ext cx="6192344" cy="400110"/>
            <a:chOff x="424117" y="898245"/>
            <a:chExt cx="6192344" cy="400110"/>
          </a:xfrm>
        </p:grpSpPr>
        <p:sp>
          <p:nvSpPr>
            <p:cNvPr id="2" name="平行四边形 1">
              <a:extLst>
                <a:ext uri="{FF2B5EF4-FFF2-40B4-BE49-F238E27FC236}">
                  <a16:creationId xmlns:a16="http://schemas.microsoft.com/office/drawing/2014/main" id="{1F5BAA3F-9845-4F89-A2DD-8222D3E4EDAC}"/>
                </a:ext>
              </a:extLst>
            </p:cNvPr>
            <p:cNvSpPr/>
            <p:nvPr/>
          </p:nvSpPr>
          <p:spPr>
            <a:xfrm>
              <a:off x="424117" y="898245"/>
              <a:ext cx="628306" cy="387090"/>
            </a:xfrm>
            <a:prstGeom prst="parallelogram">
              <a:avLst/>
            </a:prstGeom>
            <a:solidFill>
              <a:schemeClr val="accent3">
                <a:lumMod val="75000"/>
              </a:schemeClr>
            </a:solidFill>
            <a:ln>
              <a:solidFill>
                <a:schemeClr val="accent3">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CN" sz="2200" dirty="0">
                  <a:latin typeface="Impact" panose="020B0806030902050204" pitchFamily="34" charset="0"/>
                </a:rPr>
                <a:t>01</a:t>
              </a:r>
              <a:endParaRPr lang="zh-CN" altLang="en-US" sz="2200" dirty="0">
                <a:latin typeface="Impact" panose="020B0806030902050204" pitchFamily="34" charset="0"/>
              </a:endParaRPr>
            </a:p>
          </p:txBody>
        </p:sp>
        <p:sp>
          <p:nvSpPr>
            <p:cNvPr id="3" name="文本框 2">
              <a:extLst>
                <a:ext uri="{FF2B5EF4-FFF2-40B4-BE49-F238E27FC236}">
                  <a16:creationId xmlns:a16="http://schemas.microsoft.com/office/drawing/2014/main" id="{4D6BD736-A4D3-4F26-AFED-36E11F50F70B}"/>
                </a:ext>
              </a:extLst>
            </p:cNvPr>
            <p:cNvSpPr txBox="1"/>
            <p:nvPr/>
          </p:nvSpPr>
          <p:spPr>
            <a:xfrm>
              <a:off x="1052423" y="898245"/>
              <a:ext cx="5564038" cy="400110"/>
            </a:xfrm>
            <a:prstGeom prst="rect">
              <a:avLst/>
            </a:prstGeom>
            <a:noFill/>
          </p:spPr>
          <p:txBody>
            <a:bodyPr wrap="square" rtlCol="0">
              <a:spAutoFit/>
            </a:bodyPr>
            <a:lstStyle/>
            <a:p>
              <a:r>
                <a:rPr lang="zh-CN" altLang="en-US" sz="2000" b="1" dirty="0">
                  <a:solidFill>
                    <a:schemeClr val="tx1"/>
                  </a:solidFill>
                  <a:latin typeface="Arial Narrow" panose="020B0606020202030204" pitchFamily="34" charset="0"/>
                </a:rPr>
                <a:t>透明网桥的自学习和转发帧的流程</a:t>
              </a:r>
              <a:endParaRPr lang="en-US" altLang="zh-CN" sz="2000" b="1" dirty="0">
                <a:solidFill>
                  <a:schemeClr val="tx1"/>
                </a:solidFill>
                <a:latin typeface="Arial Narrow" panose="020B0606020202030204" pitchFamily="34" charset="0"/>
              </a:endParaRPr>
            </a:p>
          </p:txBody>
        </p:sp>
      </p:grpSp>
      <p:grpSp>
        <p:nvGrpSpPr>
          <p:cNvPr id="6" name="组合 5">
            <a:extLst>
              <a:ext uri="{FF2B5EF4-FFF2-40B4-BE49-F238E27FC236}">
                <a16:creationId xmlns:a16="http://schemas.microsoft.com/office/drawing/2014/main" id="{7BC49B4D-BED2-4980-BE5E-9C4B92788D57}"/>
              </a:ext>
            </a:extLst>
          </p:cNvPr>
          <p:cNvGrpSpPr/>
          <p:nvPr/>
        </p:nvGrpSpPr>
        <p:grpSpPr>
          <a:xfrm>
            <a:off x="357425" y="2918742"/>
            <a:ext cx="7018608" cy="3466250"/>
            <a:chOff x="2594085" y="2918742"/>
            <a:chExt cx="7018608" cy="3466250"/>
          </a:xfrm>
        </p:grpSpPr>
        <p:cxnSp>
          <p:nvCxnSpPr>
            <p:cNvPr id="20" name="直接连接符 19">
              <a:extLst>
                <a:ext uri="{FF2B5EF4-FFF2-40B4-BE49-F238E27FC236}">
                  <a16:creationId xmlns:a16="http://schemas.microsoft.com/office/drawing/2014/main" id="{35959B14-2675-4534-AF81-823E7C483BF0}"/>
                </a:ext>
              </a:extLst>
            </p:cNvPr>
            <p:cNvCxnSpPr>
              <a:cxnSpLocks/>
            </p:cNvCxnSpPr>
            <p:nvPr/>
          </p:nvCxnSpPr>
          <p:spPr>
            <a:xfrm>
              <a:off x="2826968" y="4662065"/>
              <a:ext cx="3144483"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1" name="直接连接符 20">
              <a:extLst>
                <a:ext uri="{FF2B5EF4-FFF2-40B4-BE49-F238E27FC236}">
                  <a16:creationId xmlns:a16="http://schemas.microsoft.com/office/drawing/2014/main" id="{A9CBBDDF-1684-46FF-9748-4143359B4237}"/>
                </a:ext>
              </a:extLst>
            </p:cNvPr>
            <p:cNvCxnSpPr>
              <a:cxnSpLocks/>
            </p:cNvCxnSpPr>
            <p:nvPr/>
          </p:nvCxnSpPr>
          <p:spPr>
            <a:xfrm>
              <a:off x="6132181" y="4662065"/>
              <a:ext cx="3202591"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2" name="直接连接符 51">
              <a:extLst>
                <a:ext uri="{FF2B5EF4-FFF2-40B4-BE49-F238E27FC236}">
                  <a16:creationId xmlns:a16="http://schemas.microsoft.com/office/drawing/2014/main" id="{DBF92076-58AC-40B2-8928-59CFD0C09F75}"/>
                </a:ext>
              </a:extLst>
            </p:cNvPr>
            <p:cNvCxnSpPr/>
            <p:nvPr/>
          </p:nvCxnSpPr>
          <p:spPr>
            <a:xfrm flipV="1">
              <a:off x="4441112" y="3514333"/>
              <a:ext cx="0" cy="2519534"/>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3" name="直接连接符 52">
              <a:extLst>
                <a:ext uri="{FF2B5EF4-FFF2-40B4-BE49-F238E27FC236}">
                  <a16:creationId xmlns:a16="http://schemas.microsoft.com/office/drawing/2014/main" id="{EED559DC-292B-4CE1-920D-FB3B64E7A129}"/>
                </a:ext>
              </a:extLst>
            </p:cNvPr>
            <p:cNvCxnSpPr/>
            <p:nvPr/>
          </p:nvCxnSpPr>
          <p:spPr>
            <a:xfrm flipH="1">
              <a:off x="3208366" y="4662392"/>
              <a:ext cx="1232746"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pic>
          <p:nvPicPr>
            <p:cNvPr id="54" name="图片 53" descr="文本&#10;&#10;描述已自动生成">
              <a:extLst>
                <a:ext uri="{FF2B5EF4-FFF2-40B4-BE49-F238E27FC236}">
                  <a16:creationId xmlns:a16="http://schemas.microsoft.com/office/drawing/2014/main" id="{A79EC3B7-6709-4ADB-9BBB-489673070EB6}"/>
                </a:ext>
              </a:extLst>
            </p:cNvPr>
            <p:cNvPicPr>
              <a:picLocks noChangeAspect="1"/>
            </p:cNvPicPr>
            <p:nvPr/>
          </p:nvPicPr>
          <p:blipFill>
            <a:blip r:embed="rId3">
              <a:extLst>
                <a:ext uri="{28A0092B-C50C-407E-A947-70E740481C1C}">
                  <a14:useLocalDpi xmlns:a14="http://schemas.microsoft.com/office/drawing/2010/main" val="0"/>
                </a:ext>
              </a:extLst>
            </a:blip>
            <a:stretch>
              <a:fillRect/>
            </a:stretch>
          </p:blipFill>
          <p:spPr>
            <a:xfrm>
              <a:off x="4164077" y="4403480"/>
              <a:ext cx="589727" cy="552869"/>
            </a:xfrm>
            <a:prstGeom prst="rect">
              <a:avLst/>
            </a:prstGeom>
          </p:spPr>
        </p:pic>
        <p:sp>
          <p:nvSpPr>
            <p:cNvPr id="55" name="文本框 54">
              <a:extLst>
                <a:ext uri="{FF2B5EF4-FFF2-40B4-BE49-F238E27FC236}">
                  <a16:creationId xmlns:a16="http://schemas.microsoft.com/office/drawing/2014/main" id="{BCEC10C2-62EA-4D22-96C7-8630FF95FB41}"/>
                </a:ext>
              </a:extLst>
            </p:cNvPr>
            <p:cNvSpPr txBox="1"/>
            <p:nvPr/>
          </p:nvSpPr>
          <p:spPr>
            <a:xfrm>
              <a:off x="4421357" y="4836433"/>
              <a:ext cx="918385" cy="369332"/>
            </a:xfrm>
            <a:prstGeom prst="rect">
              <a:avLst/>
            </a:prstGeom>
            <a:noFill/>
          </p:spPr>
          <p:txBody>
            <a:bodyPr wrap="square" rtlCol="0">
              <a:spAutoFit/>
            </a:bodyPr>
            <a:lstStyle/>
            <a:p>
              <a:pPr algn="ctr"/>
              <a:r>
                <a:rPr lang="zh-CN" altLang="en-US" b="1" dirty="0">
                  <a:latin typeface="+mn-ea"/>
                </a:rPr>
                <a:t>集线器</a:t>
              </a:r>
            </a:p>
          </p:txBody>
        </p:sp>
        <p:grpSp>
          <p:nvGrpSpPr>
            <p:cNvPr id="56" name="组合 55">
              <a:extLst>
                <a:ext uri="{FF2B5EF4-FFF2-40B4-BE49-F238E27FC236}">
                  <a16:creationId xmlns:a16="http://schemas.microsoft.com/office/drawing/2014/main" id="{164AC773-3928-4B29-92A6-5FEABDF08771}"/>
                </a:ext>
              </a:extLst>
            </p:cNvPr>
            <p:cNvGrpSpPr/>
            <p:nvPr/>
          </p:nvGrpSpPr>
          <p:grpSpPr>
            <a:xfrm>
              <a:off x="4082203" y="2918742"/>
              <a:ext cx="688835" cy="666249"/>
              <a:chOff x="3393222" y="2975188"/>
              <a:chExt cx="688835" cy="666249"/>
            </a:xfrm>
          </p:grpSpPr>
          <p:pic>
            <p:nvPicPr>
              <p:cNvPr id="63" name="图形 10">
                <a:extLst>
                  <a:ext uri="{FF2B5EF4-FFF2-40B4-BE49-F238E27FC236}">
                    <a16:creationId xmlns:a16="http://schemas.microsoft.com/office/drawing/2014/main" id="{55744A7A-8759-4D2F-A708-A31F46AE97A9}"/>
                  </a:ext>
                </a:extLst>
              </p:cNvPr>
              <p:cNvPicPr>
                <a:picLocks noChangeAspect="1"/>
              </p:cNvPicPr>
              <p:nvPr/>
            </p:nvPicPr>
            <p:blipFill>
              <a:blip r:embed="rId4">
                <a:extLst>
                  <a:ext uri="{28A0092B-C50C-407E-A947-70E740481C1C}">
                    <a14:useLocalDpi xmlns:a14="http://schemas.microsoft.com/office/drawing/2010/main" val="0"/>
                  </a:ext>
                  <a:ext uri="{96DAC541-7B7A-43D3-8B79-37D633B846F1}">
                    <asvg:svgBlip xmlns:asvg="http://schemas.microsoft.com/office/drawing/2016/SVG/main" r:embed="rId5"/>
                  </a:ext>
                </a:extLst>
              </a:blip>
              <a:stretch>
                <a:fillRect/>
              </a:stretch>
            </p:blipFill>
            <p:spPr>
              <a:xfrm>
                <a:off x="3393222" y="2975188"/>
                <a:ext cx="688835" cy="666249"/>
              </a:xfrm>
              <a:prstGeom prst="rect">
                <a:avLst/>
              </a:prstGeom>
            </p:spPr>
          </p:pic>
          <p:sp>
            <p:nvSpPr>
              <p:cNvPr id="64" name="文本框 63">
                <a:extLst>
                  <a:ext uri="{FF2B5EF4-FFF2-40B4-BE49-F238E27FC236}">
                    <a16:creationId xmlns:a16="http://schemas.microsoft.com/office/drawing/2014/main" id="{9B98C997-2BE5-43EE-8ED2-2321C74E159C}"/>
                  </a:ext>
                </a:extLst>
              </p:cNvPr>
              <p:cNvSpPr txBox="1"/>
              <p:nvPr/>
            </p:nvSpPr>
            <p:spPr>
              <a:xfrm>
                <a:off x="3680202" y="3014092"/>
                <a:ext cx="388699" cy="400110"/>
              </a:xfrm>
              <a:prstGeom prst="rect">
                <a:avLst/>
              </a:prstGeom>
              <a:noFill/>
            </p:spPr>
            <p:txBody>
              <a:bodyPr wrap="square">
                <a:spAutoFit/>
              </a:bodyPr>
              <a:lstStyle/>
              <a:p>
                <a:pPr algn="ctr"/>
                <a:r>
                  <a:rPr lang="en-US" altLang="zh-CN" sz="2000" b="1" dirty="0">
                    <a:solidFill>
                      <a:schemeClr val="bg1"/>
                    </a:solidFill>
                  </a:rPr>
                  <a:t>B</a:t>
                </a:r>
                <a:endParaRPr lang="zh-CN" altLang="en-US" sz="2000" dirty="0">
                  <a:solidFill>
                    <a:schemeClr val="bg1"/>
                  </a:solidFill>
                </a:endParaRPr>
              </a:p>
            </p:txBody>
          </p:sp>
        </p:grpSp>
        <p:grpSp>
          <p:nvGrpSpPr>
            <p:cNvPr id="57" name="组合 56">
              <a:extLst>
                <a:ext uri="{FF2B5EF4-FFF2-40B4-BE49-F238E27FC236}">
                  <a16:creationId xmlns:a16="http://schemas.microsoft.com/office/drawing/2014/main" id="{DA493CCE-7340-47EB-BC3F-7E4E90DE7A71}"/>
                </a:ext>
              </a:extLst>
            </p:cNvPr>
            <p:cNvGrpSpPr/>
            <p:nvPr/>
          </p:nvGrpSpPr>
          <p:grpSpPr>
            <a:xfrm>
              <a:off x="2594085" y="4170184"/>
              <a:ext cx="688835" cy="666249"/>
              <a:chOff x="3393222" y="2975188"/>
              <a:chExt cx="688835" cy="666249"/>
            </a:xfrm>
          </p:grpSpPr>
          <p:pic>
            <p:nvPicPr>
              <p:cNvPr id="61" name="图形 10">
                <a:extLst>
                  <a:ext uri="{FF2B5EF4-FFF2-40B4-BE49-F238E27FC236}">
                    <a16:creationId xmlns:a16="http://schemas.microsoft.com/office/drawing/2014/main" id="{D724056B-10D0-44B7-A2F7-BB4BFDD76BF8}"/>
                  </a:ext>
                </a:extLst>
              </p:cNvPr>
              <p:cNvPicPr>
                <a:picLocks noChangeAspect="1"/>
              </p:cNvPicPr>
              <p:nvPr/>
            </p:nvPicPr>
            <p:blipFill>
              <a:blip r:embed="rId4">
                <a:extLst>
                  <a:ext uri="{28A0092B-C50C-407E-A947-70E740481C1C}">
                    <a14:useLocalDpi xmlns:a14="http://schemas.microsoft.com/office/drawing/2010/main" val="0"/>
                  </a:ext>
                  <a:ext uri="{96DAC541-7B7A-43D3-8B79-37D633B846F1}">
                    <asvg:svgBlip xmlns:asvg="http://schemas.microsoft.com/office/drawing/2016/SVG/main" r:embed="rId5"/>
                  </a:ext>
                </a:extLst>
              </a:blip>
              <a:stretch>
                <a:fillRect/>
              </a:stretch>
            </p:blipFill>
            <p:spPr>
              <a:xfrm>
                <a:off x="3393222" y="2975188"/>
                <a:ext cx="688835" cy="666249"/>
              </a:xfrm>
              <a:prstGeom prst="rect">
                <a:avLst/>
              </a:prstGeom>
            </p:spPr>
          </p:pic>
          <p:sp>
            <p:nvSpPr>
              <p:cNvPr id="62" name="文本框 61">
                <a:extLst>
                  <a:ext uri="{FF2B5EF4-FFF2-40B4-BE49-F238E27FC236}">
                    <a16:creationId xmlns:a16="http://schemas.microsoft.com/office/drawing/2014/main" id="{1B579C24-3D84-4D42-801E-9599D16D2328}"/>
                  </a:ext>
                </a:extLst>
              </p:cNvPr>
              <p:cNvSpPr txBox="1"/>
              <p:nvPr/>
            </p:nvSpPr>
            <p:spPr>
              <a:xfrm>
                <a:off x="3680202" y="3014092"/>
                <a:ext cx="388699" cy="400110"/>
              </a:xfrm>
              <a:prstGeom prst="rect">
                <a:avLst/>
              </a:prstGeom>
              <a:noFill/>
            </p:spPr>
            <p:txBody>
              <a:bodyPr wrap="square">
                <a:spAutoFit/>
              </a:bodyPr>
              <a:lstStyle/>
              <a:p>
                <a:pPr algn="ctr"/>
                <a:r>
                  <a:rPr lang="en-US" altLang="zh-CN" sz="2000" b="1" dirty="0">
                    <a:solidFill>
                      <a:schemeClr val="bg1"/>
                    </a:solidFill>
                  </a:rPr>
                  <a:t>A</a:t>
                </a:r>
                <a:endParaRPr lang="zh-CN" altLang="en-US" sz="2000" dirty="0">
                  <a:solidFill>
                    <a:schemeClr val="bg1"/>
                  </a:solidFill>
                </a:endParaRPr>
              </a:p>
            </p:txBody>
          </p:sp>
        </p:grpSp>
        <p:grpSp>
          <p:nvGrpSpPr>
            <p:cNvPr id="58" name="组合 57">
              <a:extLst>
                <a:ext uri="{FF2B5EF4-FFF2-40B4-BE49-F238E27FC236}">
                  <a16:creationId xmlns:a16="http://schemas.microsoft.com/office/drawing/2014/main" id="{8E891124-F4B8-4DC0-94A5-A184BBF24DA9}"/>
                </a:ext>
              </a:extLst>
            </p:cNvPr>
            <p:cNvGrpSpPr/>
            <p:nvPr/>
          </p:nvGrpSpPr>
          <p:grpSpPr>
            <a:xfrm>
              <a:off x="4010702" y="5718743"/>
              <a:ext cx="688835" cy="666249"/>
              <a:chOff x="3393222" y="2975188"/>
              <a:chExt cx="688835" cy="666249"/>
            </a:xfrm>
          </p:grpSpPr>
          <p:pic>
            <p:nvPicPr>
              <p:cNvPr id="59" name="图形 10">
                <a:extLst>
                  <a:ext uri="{FF2B5EF4-FFF2-40B4-BE49-F238E27FC236}">
                    <a16:creationId xmlns:a16="http://schemas.microsoft.com/office/drawing/2014/main" id="{5C51064C-A053-4286-98E5-BDA48A307CC9}"/>
                  </a:ext>
                </a:extLst>
              </p:cNvPr>
              <p:cNvPicPr>
                <a:picLocks noChangeAspect="1"/>
              </p:cNvPicPr>
              <p:nvPr/>
            </p:nvPicPr>
            <p:blipFill>
              <a:blip r:embed="rId4">
                <a:extLst>
                  <a:ext uri="{28A0092B-C50C-407E-A947-70E740481C1C}">
                    <a14:useLocalDpi xmlns:a14="http://schemas.microsoft.com/office/drawing/2010/main" val="0"/>
                  </a:ext>
                  <a:ext uri="{96DAC541-7B7A-43D3-8B79-37D633B846F1}">
                    <asvg:svgBlip xmlns:asvg="http://schemas.microsoft.com/office/drawing/2016/SVG/main" r:embed="rId5"/>
                  </a:ext>
                </a:extLst>
              </a:blip>
              <a:stretch>
                <a:fillRect/>
              </a:stretch>
            </p:blipFill>
            <p:spPr>
              <a:xfrm>
                <a:off x="3393222" y="2975188"/>
                <a:ext cx="688835" cy="666249"/>
              </a:xfrm>
              <a:prstGeom prst="rect">
                <a:avLst/>
              </a:prstGeom>
            </p:spPr>
          </p:pic>
          <p:sp>
            <p:nvSpPr>
              <p:cNvPr id="60" name="文本框 59">
                <a:extLst>
                  <a:ext uri="{FF2B5EF4-FFF2-40B4-BE49-F238E27FC236}">
                    <a16:creationId xmlns:a16="http://schemas.microsoft.com/office/drawing/2014/main" id="{B1544697-D405-4B72-9319-3D18DFC7C4E1}"/>
                  </a:ext>
                </a:extLst>
              </p:cNvPr>
              <p:cNvSpPr txBox="1"/>
              <p:nvPr/>
            </p:nvSpPr>
            <p:spPr>
              <a:xfrm>
                <a:off x="3680202" y="3014092"/>
                <a:ext cx="388699" cy="400110"/>
              </a:xfrm>
              <a:prstGeom prst="rect">
                <a:avLst/>
              </a:prstGeom>
              <a:noFill/>
            </p:spPr>
            <p:txBody>
              <a:bodyPr wrap="square">
                <a:spAutoFit/>
              </a:bodyPr>
              <a:lstStyle/>
              <a:p>
                <a:pPr algn="ctr"/>
                <a:r>
                  <a:rPr lang="en-US" altLang="zh-CN" sz="2000" b="1" dirty="0">
                    <a:solidFill>
                      <a:schemeClr val="bg1"/>
                    </a:solidFill>
                  </a:rPr>
                  <a:t>C</a:t>
                </a:r>
                <a:endParaRPr lang="zh-CN" altLang="en-US" sz="2000" dirty="0">
                  <a:solidFill>
                    <a:schemeClr val="bg1"/>
                  </a:solidFill>
                </a:endParaRPr>
              </a:p>
            </p:txBody>
          </p:sp>
        </p:grpSp>
        <p:cxnSp>
          <p:nvCxnSpPr>
            <p:cNvPr id="39" name="直接连接符 38">
              <a:extLst>
                <a:ext uri="{FF2B5EF4-FFF2-40B4-BE49-F238E27FC236}">
                  <a16:creationId xmlns:a16="http://schemas.microsoft.com/office/drawing/2014/main" id="{3B54DCDA-29F4-4A7A-B891-9FE72331555E}"/>
                </a:ext>
              </a:extLst>
            </p:cNvPr>
            <p:cNvCxnSpPr/>
            <p:nvPr/>
          </p:nvCxnSpPr>
          <p:spPr>
            <a:xfrm flipV="1">
              <a:off x="7706158" y="3514333"/>
              <a:ext cx="0" cy="2519534"/>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pic>
          <p:nvPicPr>
            <p:cNvPr id="41" name="图片 40" descr="文本&#10;&#10;描述已自动生成">
              <a:extLst>
                <a:ext uri="{FF2B5EF4-FFF2-40B4-BE49-F238E27FC236}">
                  <a16:creationId xmlns:a16="http://schemas.microsoft.com/office/drawing/2014/main" id="{DDAED76E-9D71-49D3-9571-3A8E413C6BE6}"/>
                </a:ext>
              </a:extLst>
            </p:cNvPr>
            <p:cNvPicPr>
              <a:picLocks noChangeAspect="1"/>
            </p:cNvPicPr>
            <p:nvPr/>
          </p:nvPicPr>
          <p:blipFill>
            <a:blip r:embed="rId3">
              <a:extLst>
                <a:ext uri="{28A0092B-C50C-407E-A947-70E740481C1C}">
                  <a14:useLocalDpi xmlns:a14="http://schemas.microsoft.com/office/drawing/2010/main" val="0"/>
                </a:ext>
              </a:extLst>
            </a:blip>
            <a:stretch>
              <a:fillRect/>
            </a:stretch>
          </p:blipFill>
          <p:spPr>
            <a:xfrm>
              <a:off x="7429123" y="4403480"/>
              <a:ext cx="589727" cy="552869"/>
            </a:xfrm>
            <a:prstGeom prst="rect">
              <a:avLst/>
            </a:prstGeom>
          </p:spPr>
        </p:pic>
        <p:sp>
          <p:nvSpPr>
            <p:cNvPr id="42" name="文本框 41">
              <a:extLst>
                <a:ext uri="{FF2B5EF4-FFF2-40B4-BE49-F238E27FC236}">
                  <a16:creationId xmlns:a16="http://schemas.microsoft.com/office/drawing/2014/main" id="{8538514A-385A-47BB-A433-185DDA383C2B}"/>
                </a:ext>
              </a:extLst>
            </p:cNvPr>
            <p:cNvSpPr txBox="1"/>
            <p:nvPr/>
          </p:nvSpPr>
          <p:spPr>
            <a:xfrm>
              <a:off x="6818048" y="4836433"/>
              <a:ext cx="918385" cy="369332"/>
            </a:xfrm>
            <a:prstGeom prst="rect">
              <a:avLst/>
            </a:prstGeom>
            <a:noFill/>
          </p:spPr>
          <p:txBody>
            <a:bodyPr wrap="square" rtlCol="0">
              <a:spAutoFit/>
            </a:bodyPr>
            <a:lstStyle/>
            <a:p>
              <a:pPr algn="ctr"/>
              <a:r>
                <a:rPr lang="zh-CN" altLang="en-US" b="1" dirty="0">
                  <a:latin typeface="+mn-ea"/>
                </a:rPr>
                <a:t>集线器</a:t>
              </a:r>
            </a:p>
          </p:txBody>
        </p:sp>
        <p:grpSp>
          <p:nvGrpSpPr>
            <p:cNvPr id="43" name="组合 42">
              <a:extLst>
                <a:ext uri="{FF2B5EF4-FFF2-40B4-BE49-F238E27FC236}">
                  <a16:creationId xmlns:a16="http://schemas.microsoft.com/office/drawing/2014/main" id="{B69023A8-B89B-416C-A039-5C5D29181F50}"/>
                </a:ext>
              </a:extLst>
            </p:cNvPr>
            <p:cNvGrpSpPr/>
            <p:nvPr/>
          </p:nvGrpSpPr>
          <p:grpSpPr>
            <a:xfrm>
              <a:off x="7361740" y="2918742"/>
              <a:ext cx="688835" cy="666249"/>
              <a:chOff x="3393222" y="2975188"/>
              <a:chExt cx="688835" cy="666249"/>
            </a:xfrm>
          </p:grpSpPr>
          <p:pic>
            <p:nvPicPr>
              <p:cNvPr id="50" name="图形 10">
                <a:extLst>
                  <a:ext uri="{FF2B5EF4-FFF2-40B4-BE49-F238E27FC236}">
                    <a16:creationId xmlns:a16="http://schemas.microsoft.com/office/drawing/2014/main" id="{A3B3F047-E8B5-482A-8C5F-BAE8D2B621BA}"/>
                  </a:ext>
                </a:extLst>
              </p:cNvPr>
              <p:cNvPicPr>
                <a:picLocks noChangeAspect="1"/>
              </p:cNvPicPr>
              <p:nvPr/>
            </p:nvPicPr>
            <p:blipFill>
              <a:blip r:embed="rId4">
                <a:extLst>
                  <a:ext uri="{28A0092B-C50C-407E-A947-70E740481C1C}">
                    <a14:useLocalDpi xmlns:a14="http://schemas.microsoft.com/office/drawing/2010/main" val="0"/>
                  </a:ext>
                  <a:ext uri="{96DAC541-7B7A-43D3-8B79-37D633B846F1}">
                    <asvg:svgBlip xmlns:asvg="http://schemas.microsoft.com/office/drawing/2016/SVG/main" r:embed="rId5"/>
                  </a:ext>
                </a:extLst>
              </a:blip>
              <a:stretch>
                <a:fillRect/>
              </a:stretch>
            </p:blipFill>
            <p:spPr>
              <a:xfrm>
                <a:off x="3393222" y="2975188"/>
                <a:ext cx="688835" cy="666249"/>
              </a:xfrm>
              <a:prstGeom prst="rect">
                <a:avLst/>
              </a:prstGeom>
            </p:spPr>
          </p:pic>
          <p:sp>
            <p:nvSpPr>
              <p:cNvPr id="51" name="文本框 50">
                <a:extLst>
                  <a:ext uri="{FF2B5EF4-FFF2-40B4-BE49-F238E27FC236}">
                    <a16:creationId xmlns:a16="http://schemas.microsoft.com/office/drawing/2014/main" id="{E1FD5C9D-366C-4253-A736-56966B5E5AAA}"/>
                  </a:ext>
                </a:extLst>
              </p:cNvPr>
              <p:cNvSpPr txBox="1"/>
              <p:nvPr/>
            </p:nvSpPr>
            <p:spPr>
              <a:xfrm>
                <a:off x="3680202" y="3014092"/>
                <a:ext cx="388699" cy="400110"/>
              </a:xfrm>
              <a:prstGeom prst="rect">
                <a:avLst/>
              </a:prstGeom>
              <a:noFill/>
            </p:spPr>
            <p:txBody>
              <a:bodyPr wrap="square">
                <a:spAutoFit/>
              </a:bodyPr>
              <a:lstStyle/>
              <a:p>
                <a:pPr algn="ctr"/>
                <a:r>
                  <a:rPr lang="en-US" altLang="zh-CN" sz="2000" b="1" dirty="0">
                    <a:solidFill>
                      <a:schemeClr val="bg1"/>
                    </a:solidFill>
                  </a:rPr>
                  <a:t>D</a:t>
                </a:r>
                <a:endParaRPr lang="zh-CN" altLang="en-US" sz="2000" dirty="0">
                  <a:solidFill>
                    <a:schemeClr val="bg1"/>
                  </a:solidFill>
                </a:endParaRPr>
              </a:p>
            </p:txBody>
          </p:sp>
        </p:grpSp>
        <p:grpSp>
          <p:nvGrpSpPr>
            <p:cNvPr id="44" name="组合 43">
              <a:extLst>
                <a:ext uri="{FF2B5EF4-FFF2-40B4-BE49-F238E27FC236}">
                  <a16:creationId xmlns:a16="http://schemas.microsoft.com/office/drawing/2014/main" id="{5ED7DEA9-40EC-4CF9-9773-79CFB5D54601}"/>
                </a:ext>
              </a:extLst>
            </p:cNvPr>
            <p:cNvGrpSpPr/>
            <p:nvPr/>
          </p:nvGrpSpPr>
          <p:grpSpPr>
            <a:xfrm>
              <a:off x="7260451" y="5718743"/>
              <a:ext cx="688835" cy="666249"/>
              <a:chOff x="3393222" y="2975188"/>
              <a:chExt cx="688835" cy="666249"/>
            </a:xfrm>
          </p:grpSpPr>
          <p:pic>
            <p:nvPicPr>
              <p:cNvPr id="48" name="图形 10">
                <a:extLst>
                  <a:ext uri="{FF2B5EF4-FFF2-40B4-BE49-F238E27FC236}">
                    <a16:creationId xmlns:a16="http://schemas.microsoft.com/office/drawing/2014/main" id="{8C77401E-0C8F-4070-9F33-12FB266F8BC1}"/>
                  </a:ext>
                </a:extLst>
              </p:cNvPr>
              <p:cNvPicPr>
                <a:picLocks noChangeAspect="1"/>
              </p:cNvPicPr>
              <p:nvPr/>
            </p:nvPicPr>
            <p:blipFill>
              <a:blip r:embed="rId4">
                <a:extLst>
                  <a:ext uri="{28A0092B-C50C-407E-A947-70E740481C1C}">
                    <a14:useLocalDpi xmlns:a14="http://schemas.microsoft.com/office/drawing/2010/main" val="0"/>
                  </a:ext>
                  <a:ext uri="{96DAC541-7B7A-43D3-8B79-37D633B846F1}">
                    <asvg:svgBlip xmlns:asvg="http://schemas.microsoft.com/office/drawing/2016/SVG/main" r:embed="rId5"/>
                  </a:ext>
                </a:extLst>
              </a:blip>
              <a:stretch>
                <a:fillRect/>
              </a:stretch>
            </p:blipFill>
            <p:spPr>
              <a:xfrm>
                <a:off x="3393222" y="2975188"/>
                <a:ext cx="688835" cy="666249"/>
              </a:xfrm>
              <a:prstGeom prst="rect">
                <a:avLst/>
              </a:prstGeom>
            </p:spPr>
          </p:pic>
          <p:sp>
            <p:nvSpPr>
              <p:cNvPr id="49" name="文本框 48">
                <a:extLst>
                  <a:ext uri="{FF2B5EF4-FFF2-40B4-BE49-F238E27FC236}">
                    <a16:creationId xmlns:a16="http://schemas.microsoft.com/office/drawing/2014/main" id="{1216CCBF-7A51-482A-8104-21D975E10B8D}"/>
                  </a:ext>
                </a:extLst>
              </p:cNvPr>
              <p:cNvSpPr txBox="1"/>
              <p:nvPr/>
            </p:nvSpPr>
            <p:spPr>
              <a:xfrm>
                <a:off x="3680202" y="3014092"/>
                <a:ext cx="388699" cy="400110"/>
              </a:xfrm>
              <a:prstGeom prst="rect">
                <a:avLst/>
              </a:prstGeom>
              <a:noFill/>
            </p:spPr>
            <p:txBody>
              <a:bodyPr wrap="square">
                <a:spAutoFit/>
              </a:bodyPr>
              <a:lstStyle/>
              <a:p>
                <a:pPr algn="ctr"/>
                <a:r>
                  <a:rPr lang="en-US" altLang="zh-CN" sz="2000" b="1" dirty="0">
                    <a:solidFill>
                      <a:schemeClr val="bg1"/>
                    </a:solidFill>
                  </a:rPr>
                  <a:t>F</a:t>
                </a:r>
                <a:endParaRPr lang="zh-CN" altLang="en-US" sz="2000" dirty="0">
                  <a:solidFill>
                    <a:schemeClr val="bg1"/>
                  </a:solidFill>
                </a:endParaRPr>
              </a:p>
            </p:txBody>
          </p:sp>
        </p:grpSp>
        <p:grpSp>
          <p:nvGrpSpPr>
            <p:cNvPr id="45" name="组合 44">
              <a:extLst>
                <a:ext uri="{FF2B5EF4-FFF2-40B4-BE49-F238E27FC236}">
                  <a16:creationId xmlns:a16="http://schemas.microsoft.com/office/drawing/2014/main" id="{DDBA12F7-C5BA-4D15-AC11-0D79CC20089A}"/>
                </a:ext>
              </a:extLst>
            </p:cNvPr>
            <p:cNvGrpSpPr/>
            <p:nvPr/>
          </p:nvGrpSpPr>
          <p:grpSpPr>
            <a:xfrm>
              <a:off x="8923858" y="4209088"/>
              <a:ext cx="688835" cy="666249"/>
              <a:chOff x="3393222" y="2975188"/>
              <a:chExt cx="688835" cy="666249"/>
            </a:xfrm>
          </p:grpSpPr>
          <p:pic>
            <p:nvPicPr>
              <p:cNvPr id="46" name="图形 10">
                <a:extLst>
                  <a:ext uri="{FF2B5EF4-FFF2-40B4-BE49-F238E27FC236}">
                    <a16:creationId xmlns:a16="http://schemas.microsoft.com/office/drawing/2014/main" id="{5206E993-22D6-416C-BD6E-7BA1B8EC8925}"/>
                  </a:ext>
                </a:extLst>
              </p:cNvPr>
              <p:cNvPicPr>
                <a:picLocks noChangeAspect="1"/>
              </p:cNvPicPr>
              <p:nvPr/>
            </p:nvPicPr>
            <p:blipFill>
              <a:blip r:embed="rId4">
                <a:extLst>
                  <a:ext uri="{28A0092B-C50C-407E-A947-70E740481C1C}">
                    <a14:useLocalDpi xmlns:a14="http://schemas.microsoft.com/office/drawing/2010/main" val="0"/>
                  </a:ext>
                  <a:ext uri="{96DAC541-7B7A-43D3-8B79-37D633B846F1}">
                    <asvg:svgBlip xmlns:asvg="http://schemas.microsoft.com/office/drawing/2016/SVG/main" r:embed="rId5"/>
                  </a:ext>
                </a:extLst>
              </a:blip>
              <a:stretch>
                <a:fillRect/>
              </a:stretch>
            </p:blipFill>
            <p:spPr>
              <a:xfrm>
                <a:off x="3393222" y="2975188"/>
                <a:ext cx="688835" cy="666249"/>
              </a:xfrm>
              <a:prstGeom prst="rect">
                <a:avLst/>
              </a:prstGeom>
            </p:spPr>
          </p:pic>
          <p:sp>
            <p:nvSpPr>
              <p:cNvPr id="47" name="文本框 46">
                <a:extLst>
                  <a:ext uri="{FF2B5EF4-FFF2-40B4-BE49-F238E27FC236}">
                    <a16:creationId xmlns:a16="http://schemas.microsoft.com/office/drawing/2014/main" id="{11A5DCB8-BA30-4A3E-9AB8-373AFE47EF52}"/>
                  </a:ext>
                </a:extLst>
              </p:cNvPr>
              <p:cNvSpPr txBox="1"/>
              <p:nvPr/>
            </p:nvSpPr>
            <p:spPr>
              <a:xfrm>
                <a:off x="3680202" y="3014092"/>
                <a:ext cx="388699" cy="400110"/>
              </a:xfrm>
              <a:prstGeom prst="rect">
                <a:avLst/>
              </a:prstGeom>
              <a:noFill/>
            </p:spPr>
            <p:txBody>
              <a:bodyPr wrap="square">
                <a:spAutoFit/>
              </a:bodyPr>
              <a:lstStyle/>
              <a:p>
                <a:pPr algn="ctr"/>
                <a:r>
                  <a:rPr lang="en-US" altLang="zh-CN" sz="2000" b="1" dirty="0">
                    <a:solidFill>
                      <a:schemeClr val="bg1"/>
                    </a:solidFill>
                  </a:rPr>
                  <a:t>E</a:t>
                </a:r>
                <a:endParaRPr lang="zh-CN" altLang="en-US" sz="2000" dirty="0">
                  <a:solidFill>
                    <a:schemeClr val="bg1"/>
                  </a:solidFill>
                </a:endParaRPr>
              </a:p>
            </p:txBody>
          </p:sp>
        </p:grpSp>
        <p:pic>
          <p:nvPicPr>
            <p:cNvPr id="37" name="图片 36" descr="图片包含 图标&#10;&#10;描述已自动生成">
              <a:extLst>
                <a:ext uri="{FF2B5EF4-FFF2-40B4-BE49-F238E27FC236}">
                  <a16:creationId xmlns:a16="http://schemas.microsoft.com/office/drawing/2014/main" id="{66496DB0-9A3F-4B29-B147-178B8CC0741C}"/>
                </a:ext>
              </a:extLst>
            </p:cNvPr>
            <p:cNvPicPr>
              <a:picLocks noChangeAspect="1"/>
            </p:cNvPicPr>
            <p:nvPr/>
          </p:nvPicPr>
          <p:blipFill>
            <a:blip r:embed="rId6">
              <a:extLst>
                <a:ext uri="{28A0092B-C50C-407E-A947-70E740481C1C}">
                  <a14:useLocalDpi xmlns:a14="http://schemas.microsoft.com/office/drawing/2010/main" val="0"/>
                </a:ext>
              </a:extLst>
            </a:blip>
            <a:stretch>
              <a:fillRect/>
            </a:stretch>
          </p:blipFill>
          <p:spPr>
            <a:xfrm>
              <a:off x="5755541" y="4362066"/>
              <a:ext cx="581100" cy="474367"/>
            </a:xfrm>
            <a:prstGeom prst="rect">
              <a:avLst/>
            </a:prstGeom>
          </p:spPr>
        </p:pic>
        <p:sp>
          <p:nvSpPr>
            <p:cNvPr id="38" name="文本框 37">
              <a:extLst>
                <a:ext uri="{FF2B5EF4-FFF2-40B4-BE49-F238E27FC236}">
                  <a16:creationId xmlns:a16="http://schemas.microsoft.com/office/drawing/2014/main" id="{54BC2991-5D71-41F9-BCDB-D116D81A2B2C}"/>
                </a:ext>
              </a:extLst>
            </p:cNvPr>
            <p:cNvSpPr txBox="1"/>
            <p:nvPr/>
          </p:nvSpPr>
          <p:spPr>
            <a:xfrm>
              <a:off x="5691400" y="4836433"/>
              <a:ext cx="694865" cy="369332"/>
            </a:xfrm>
            <a:prstGeom prst="rect">
              <a:avLst/>
            </a:prstGeom>
            <a:noFill/>
          </p:spPr>
          <p:txBody>
            <a:bodyPr wrap="square" rtlCol="0">
              <a:spAutoFit/>
            </a:bodyPr>
            <a:lstStyle/>
            <a:p>
              <a:pPr algn="ctr"/>
              <a:r>
                <a:rPr lang="zh-CN" altLang="en-US" b="1" dirty="0">
                  <a:latin typeface="+mn-ea"/>
                </a:rPr>
                <a:t>网桥</a:t>
              </a:r>
            </a:p>
          </p:txBody>
        </p:sp>
        <p:sp>
          <p:nvSpPr>
            <p:cNvPr id="35" name="文本框 34">
              <a:extLst>
                <a:ext uri="{FF2B5EF4-FFF2-40B4-BE49-F238E27FC236}">
                  <a16:creationId xmlns:a16="http://schemas.microsoft.com/office/drawing/2014/main" id="{AA36C400-5BEA-4377-A6FE-ED432BE8C82F}"/>
                </a:ext>
              </a:extLst>
            </p:cNvPr>
            <p:cNvSpPr txBox="1"/>
            <p:nvPr/>
          </p:nvSpPr>
          <p:spPr>
            <a:xfrm>
              <a:off x="5637014" y="4069729"/>
              <a:ext cx="388699" cy="400110"/>
            </a:xfrm>
            <a:prstGeom prst="rect">
              <a:avLst/>
            </a:prstGeom>
            <a:noFill/>
          </p:spPr>
          <p:txBody>
            <a:bodyPr wrap="square">
              <a:spAutoFit/>
            </a:bodyPr>
            <a:lstStyle/>
            <a:p>
              <a:pPr algn="ctr"/>
              <a:r>
                <a:rPr lang="en-US" altLang="zh-CN" sz="2000" b="1" dirty="0"/>
                <a:t>1</a:t>
              </a:r>
              <a:endParaRPr lang="zh-CN" altLang="en-US" sz="2000" dirty="0"/>
            </a:p>
          </p:txBody>
        </p:sp>
        <p:sp>
          <p:nvSpPr>
            <p:cNvPr id="36" name="文本框 35">
              <a:extLst>
                <a:ext uri="{FF2B5EF4-FFF2-40B4-BE49-F238E27FC236}">
                  <a16:creationId xmlns:a16="http://schemas.microsoft.com/office/drawing/2014/main" id="{FD0F606C-E69C-4C76-9676-89125A4A96A4}"/>
                </a:ext>
              </a:extLst>
            </p:cNvPr>
            <p:cNvSpPr txBox="1"/>
            <p:nvPr/>
          </p:nvSpPr>
          <p:spPr>
            <a:xfrm>
              <a:off x="6131677" y="4069729"/>
              <a:ext cx="388699" cy="400110"/>
            </a:xfrm>
            <a:prstGeom prst="rect">
              <a:avLst/>
            </a:prstGeom>
            <a:noFill/>
          </p:spPr>
          <p:txBody>
            <a:bodyPr wrap="square">
              <a:spAutoFit/>
            </a:bodyPr>
            <a:lstStyle/>
            <a:p>
              <a:pPr algn="ctr"/>
              <a:r>
                <a:rPr lang="en-US" altLang="zh-CN" sz="2000" b="1" dirty="0"/>
                <a:t>2</a:t>
              </a:r>
              <a:endParaRPr lang="zh-CN" altLang="en-US" sz="2000" dirty="0"/>
            </a:p>
          </p:txBody>
        </p:sp>
      </p:grpSp>
      <p:grpSp>
        <p:nvGrpSpPr>
          <p:cNvPr id="7" name="组合 6">
            <a:extLst>
              <a:ext uri="{FF2B5EF4-FFF2-40B4-BE49-F238E27FC236}">
                <a16:creationId xmlns:a16="http://schemas.microsoft.com/office/drawing/2014/main" id="{19421666-7F5D-4D81-A0B8-B30EF80C4B32}"/>
              </a:ext>
            </a:extLst>
          </p:cNvPr>
          <p:cNvGrpSpPr/>
          <p:nvPr/>
        </p:nvGrpSpPr>
        <p:grpSpPr>
          <a:xfrm>
            <a:off x="7362876" y="1771108"/>
            <a:ext cx="4524324" cy="597122"/>
            <a:chOff x="7362876" y="1771108"/>
            <a:chExt cx="4524324" cy="597122"/>
          </a:xfrm>
        </p:grpSpPr>
        <p:sp>
          <p:nvSpPr>
            <p:cNvPr id="83" name="íşlïḍè">
              <a:extLst>
                <a:ext uri="{FF2B5EF4-FFF2-40B4-BE49-F238E27FC236}">
                  <a16:creationId xmlns:a16="http://schemas.microsoft.com/office/drawing/2014/main" id="{63850319-2EC9-4694-B066-AB365F29832C}"/>
                </a:ext>
              </a:extLst>
            </p:cNvPr>
            <p:cNvSpPr txBox="1"/>
            <p:nvPr/>
          </p:nvSpPr>
          <p:spPr>
            <a:xfrm>
              <a:off x="7362876" y="1771108"/>
              <a:ext cx="1590350" cy="597122"/>
            </a:xfrm>
            <a:prstGeom prst="rect">
              <a:avLst/>
            </a:prstGeom>
            <a:noFill/>
          </p:spPr>
          <p:txBody>
            <a:bodyPr wrap="square" lIns="91440" tIns="45720" rIns="91440" bIns="45720" anchor="ctr">
              <a:noAutofit/>
            </a:bodyPr>
            <a:lstStyle/>
            <a:p>
              <a:pPr algn="ctr"/>
              <a:r>
                <a:rPr lang="zh-CN" altLang="en-US" b="1" dirty="0">
                  <a:latin typeface="Arial Narrow" panose="020B0606020202030204" pitchFamily="34" charset="0"/>
                </a:rPr>
                <a:t>站点间的通信</a:t>
              </a:r>
            </a:p>
          </p:txBody>
        </p:sp>
        <p:sp>
          <p:nvSpPr>
            <p:cNvPr id="84" name="íşlïḍè">
              <a:extLst>
                <a:ext uri="{FF2B5EF4-FFF2-40B4-BE49-F238E27FC236}">
                  <a16:creationId xmlns:a16="http://schemas.microsoft.com/office/drawing/2014/main" id="{3084F57C-1DB0-4D24-B9CC-5AA20FF5C73C}"/>
                </a:ext>
              </a:extLst>
            </p:cNvPr>
            <p:cNvSpPr txBox="1"/>
            <p:nvPr/>
          </p:nvSpPr>
          <p:spPr>
            <a:xfrm>
              <a:off x="9328589" y="1771108"/>
              <a:ext cx="2558611" cy="597122"/>
            </a:xfrm>
            <a:prstGeom prst="rect">
              <a:avLst/>
            </a:prstGeom>
            <a:noFill/>
          </p:spPr>
          <p:txBody>
            <a:bodyPr wrap="square" lIns="91440" tIns="45720" rIns="91440" bIns="45720" anchor="ctr">
              <a:noAutofit/>
            </a:bodyPr>
            <a:lstStyle/>
            <a:p>
              <a:pPr algn="ctr"/>
              <a:r>
                <a:rPr lang="zh-CN" altLang="en-US" b="1" dirty="0">
                  <a:latin typeface="Arial Narrow" panose="020B0606020202030204" pitchFamily="34" charset="0"/>
                </a:rPr>
                <a:t>网桥自学习和转发帧</a:t>
              </a:r>
            </a:p>
          </p:txBody>
        </p:sp>
      </p:grpSp>
      <p:sp>
        <p:nvSpPr>
          <p:cNvPr id="77" name="文本框 76">
            <a:extLst>
              <a:ext uri="{FF2B5EF4-FFF2-40B4-BE49-F238E27FC236}">
                <a16:creationId xmlns:a16="http://schemas.microsoft.com/office/drawing/2014/main" id="{37B7F1A5-6AE5-4A4A-B702-13345E29B0A5}"/>
              </a:ext>
            </a:extLst>
          </p:cNvPr>
          <p:cNvSpPr txBox="1"/>
          <p:nvPr/>
        </p:nvSpPr>
        <p:spPr>
          <a:xfrm>
            <a:off x="7726930" y="2312479"/>
            <a:ext cx="862241" cy="400110"/>
          </a:xfrm>
          <a:prstGeom prst="rect">
            <a:avLst/>
          </a:prstGeom>
          <a:noFill/>
        </p:spPr>
        <p:txBody>
          <a:bodyPr wrap="square">
            <a:spAutoFit/>
          </a:bodyPr>
          <a:lstStyle/>
          <a:p>
            <a:pPr algn="ctr"/>
            <a:r>
              <a:rPr lang="en-US" altLang="zh-CN" sz="2000" b="1" dirty="0">
                <a:solidFill>
                  <a:schemeClr val="tx1"/>
                </a:solidFill>
              </a:rPr>
              <a:t>A</a:t>
            </a:r>
            <a:r>
              <a:rPr lang="en-US" altLang="zh-CN" sz="2000" b="1" dirty="0">
                <a:solidFill>
                  <a:schemeClr val="tx1"/>
                </a:solidFill>
                <a:latin typeface="+mn-ea"/>
              </a:rPr>
              <a:t>→</a:t>
            </a:r>
            <a:r>
              <a:rPr lang="en-US" altLang="zh-CN" sz="2000" b="1" dirty="0">
                <a:solidFill>
                  <a:schemeClr val="tx1"/>
                </a:solidFill>
              </a:rPr>
              <a:t>B</a:t>
            </a:r>
            <a:endParaRPr lang="zh-CN" altLang="en-US" sz="2000" b="1" dirty="0">
              <a:solidFill>
                <a:schemeClr val="tx1"/>
              </a:solidFill>
            </a:endParaRPr>
          </a:p>
        </p:txBody>
      </p:sp>
      <p:sp>
        <p:nvSpPr>
          <p:cNvPr id="78" name="文本框 77">
            <a:extLst>
              <a:ext uri="{FF2B5EF4-FFF2-40B4-BE49-F238E27FC236}">
                <a16:creationId xmlns:a16="http://schemas.microsoft.com/office/drawing/2014/main" id="{5238F13B-EC33-4E11-AC85-9CCE8031DC22}"/>
              </a:ext>
            </a:extLst>
          </p:cNvPr>
          <p:cNvSpPr txBox="1"/>
          <p:nvPr/>
        </p:nvSpPr>
        <p:spPr>
          <a:xfrm>
            <a:off x="1243661" y="3137717"/>
            <a:ext cx="688835" cy="369332"/>
          </a:xfrm>
          <a:prstGeom prst="rect">
            <a:avLst/>
          </a:prstGeom>
          <a:noFill/>
        </p:spPr>
        <p:txBody>
          <a:bodyPr wrap="square" rtlCol="0">
            <a:spAutoFit/>
          </a:bodyPr>
          <a:lstStyle/>
          <a:p>
            <a:pPr algn="ctr"/>
            <a:r>
              <a:rPr lang="zh-CN" altLang="en-US" b="1" dirty="0">
                <a:solidFill>
                  <a:schemeClr val="accent4"/>
                </a:solidFill>
              </a:rPr>
              <a:t>接受</a:t>
            </a:r>
          </a:p>
        </p:txBody>
      </p:sp>
      <p:sp>
        <p:nvSpPr>
          <p:cNvPr id="79" name="文本框 78">
            <a:extLst>
              <a:ext uri="{FF2B5EF4-FFF2-40B4-BE49-F238E27FC236}">
                <a16:creationId xmlns:a16="http://schemas.microsoft.com/office/drawing/2014/main" id="{7E5FF436-1429-47F3-B72E-9342E61ED1E4}"/>
              </a:ext>
            </a:extLst>
          </p:cNvPr>
          <p:cNvSpPr txBox="1"/>
          <p:nvPr/>
        </p:nvSpPr>
        <p:spPr>
          <a:xfrm>
            <a:off x="1243661" y="5757647"/>
            <a:ext cx="688835" cy="369332"/>
          </a:xfrm>
          <a:prstGeom prst="rect">
            <a:avLst/>
          </a:prstGeom>
          <a:noFill/>
        </p:spPr>
        <p:txBody>
          <a:bodyPr wrap="square" rtlCol="0">
            <a:spAutoFit/>
          </a:bodyPr>
          <a:lstStyle/>
          <a:p>
            <a:pPr algn="ctr"/>
            <a:r>
              <a:rPr lang="zh-CN" altLang="en-US" b="1" dirty="0">
                <a:solidFill>
                  <a:schemeClr val="accent1">
                    <a:lumMod val="75000"/>
                  </a:schemeClr>
                </a:solidFill>
              </a:rPr>
              <a:t>丢弃</a:t>
            </a:r>
          </a:p>
        </p:txBody>
      </p:sp>
      <p:sp>
        <p:nvSpPr>
          <p:cNvPr id="80" name="平行四边形 79">
            <a:extLst>
              <a:ext uri="{FF2B5EF4-FFF2-40B4-BE49-F238E27FC236}">
                <a16:creationId xmlns:a16="http://schemas.microsoft.com/office/drawing/2014/main" id="{D7CBA244-6914-42BB-7594-F3ACF02DC1BB}"/>
              </a:ext>
            </a:extLst>
          </p:cNvPr>
          <p:cNvSpPr/>
          <p:nvPr/>
        </p:nvSpPr>
        <p:spPr>
          <a:xfrm>
            <a:off x="304800" y="749300"/>
            <a:ext cx="688834" cy="387090"/>
          </a:xfrm>
          <a:prstGeom prst="parallelogram">
            <a:avLst/>
          </a:prstGeom>
          <a:solidFill>
            <a:schemeClr val="accent3">
              <a:lumMod val="75000"/>
            </a:schemeClr>
          </a:solidFill>
          <a:ln>
            <a:solidFill>
              <a:schemeClr val="accent3">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CN" sz="2200" dirty="0">
                <a:latin typeface="Impact" panose="020B0806030902050204" pitchFamily="34" charset="0"/>
              </a:rPr>
              <a:t>03</a:t>
            </a:r>
            <a:endParaRPr lang="zh-CN" altLang="en-US" sz="2200" dirty="0">
              <a:latin typeface="Impact" panose="020B0806030902050204" pitchFamily="34" charset="0"/>
            </a:endParaRPr>
          </a:p>
        </p:txBody>
      </p:sp>
    </p:spTree>
    <p:custDataLst>
      <p:tags r:id="rId1"/>
    </p:custDataLst>
    <p:extLst>
      <p:ext uri="{BB962C8B-B14F-4D97-AF65-F5344CB8AC3E}">
        <p14:creationId xmlns:p14="http://schemas.microsoft.com/office/powerpoint/2010/main" val="1791609660"/>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30" presetClass="entr" presetSubtype="0" fill="hold" nodeType="withEffect">
                                  <p:stCondLst>
                                    <p:cond delay="0"/>
                                  </p:stCondLst>
                                  <p:childTnLst>
                                    <p:set>
                                      <p:cBhvr>
                                        <p:cTn id="6" dur="1" fill="hold">
                                          <p:stCondLst>
                                            <p:cond delay="0"/>
                                          </p:stCondLst>
                                        </p:cTn>
                                        <p:tgtEl>
                                          <p:spTgt spid="6"/>
                                        </p:tgtEl>
                                        <p:attrNameLst>
                                          <p:attrName>style.visibility</p:attrName>
                                        </p:attrNameLst>
                                      </p:cBhvr>
                                      <p:to>
                                        <p:strVal val="visible"/>
                                      </p:to>
                                    </p:set>
                                    <p:animEffect transition="in" filter="fade">
                                      <p:cBhvr>
                                        <p:cTn id="7" dur="800" decel="100000"/>
                                        <p:tgtEl>
                                          <p:spTgt spid="6"/>
                                        </p:tgtEl>
                                      </p:cBhvr>
                                    </p:animEffect>
                                    <p:anim calcmode="lin" valueType="num">
                                      <p:cBhvr>
                                        <p:cTn id="8" dur="800" decel="100000" fill="hold"/>
                                        <p:tgtEl>
                                          <p:spTgt spid="6"/>
                                        </p:tgtEl>
                                        <p:attrNameLst>
                                          <p:attrName>style.rotation</p:attrName>
                                        </p:attrNameLst>
                                      </p:cBhvr>
                                      <p:tavLst>
                                        <p:tav tm="0">
                                          <p:val>
                                            <p:fltVal val="-90"/>
                                          </p:val>
                                        </p:tav>
                                        <p:tav tm="100000">
                                          <p:val>
                                            <p:fltVal val="0"/>
                                          </p:val>
                                        </p:tav>
                                      </p:tavLst>
                                    </p:anim>
                                    <p:anim calcmode="lin" valueType="num">
                                      <p:cBhvr>
                                        <p:cTn id="9" dur="800" decel="100000" fill="hold"/>
                                        <p:tgtEl>
                                          <p:spTgt spid="6"/>
                                        </p:tgtEl>
                                        <p:attrNameLst>
                                          <p:attrName>ppt_x</p:attrName>
                                        </p:attrNameLst>
                                      </p:cBhvr>
                                      <p:tavLst>
                                        <p:tav tm="0">
                                          <p:val>
                                            <p:strVal val="#ppt_x+0.4"/>
                                          </p:val>
                                        </p:tav>
                                        <p:tav tm="100000">
                                          <p:val>
                                            <p:strVal val="#ppt_x-0.05"/>
                                          </p:val>
                                        </p:tav>
                                      </p:tavLst>
                                    </p:anim>
                                    <p:anim calcmode="lin" valueType="num">
                                      <p:cBhvr>
                                        <p:cTn id="10" dur="800" decel="100000" fill="hold"/>
                                        <p:tgtEl>
                                          <p:spTgt spid="6"/>
                                        </p:tgtEl>
                                        <p:attrNameLst>
                                          <p:attrName>ppt_y</p:attrName>
                                        </p:attrNameLst>
                                      </p:cBhvr>
                                      <p:tavLst>
                                        <p:tav tm="0">
                                          <p:val>
                                            <p:strVal val="#ppt_y-0.4"/>
                                          </p:val>
                                        </p:tav>
                                        <p:tav tm="100000">
                                          <p:val>
                                            <p:strVal val="#ppt_y+0.1"/>
                                          </p:val>
                                        </p:tav>
                                      </p:tavLst>
                                    </p:anim>
                                    <p:anim calcmode="lin" valueType="num">
                                      <p:cBhvr>
                                        <p:cTn id="11" dur="200" accel="100000" fill="hold">
                                          <p:stCondLst>
                                            <p:cond delay="800"/>
                                          </p:stCondLst>
                                        </p:cTn>
                                        <p:tgtEl>
                                          <p:spTgt spid="6"/>
                                        </p:tgtEl>
                                        <p:attrNameLst>
                                          <p:attrName>ppt_x</p:attrName>
                                        </p:attrNameLst>
                                      </p:cBhvr>
                                      <p:tavLst>
                                        <p:tav tm="0">
                                          <p:val>
                                            <p:strVal val="#ppt_x-0.05"/>
                                          </p:val>
                                        </p:tav>
                                        <p:tav tm="100000">
                                          <p:val>
                                            <p:strVal val="#ppt_x"/>
                                          </p:val>
                                        </p:tav>
                                      </p:tavLst>
                                    </p:anim>
                                    <p:anim calcmode="lin" valueType="num">
                                      <p:cBhvr>
                                        <p:cTn id="12" dur="200" accel="100000" fill="hold">
                                          <p:stCondLst>
                                            <p:cond delay="800"/>
                                          </p:stCondLst>
                                        </p:cTn>
                                        <p:tgtEl>
                                          <p:spTgt spid="6"/>
                                        </p:tgtEl>
                                        <p:attrNameLst>
                                          <p:attrName>ppt_y</p:attrName>
                                        </p:attrNameLst>
                                      </p:cBhvr>
                                      <p:tavLst>
                                        <p:tav tm="0">
                                          <p:val>
                                            <p:strVal val="#ppt_y+0.1"/>
                                          </p:val>
                                        </p:tav>
                                        <p:tav tm="100000">
                                          <p:val>
                                            <p:strVal val="#ppt_y"/>
                                          </p:val>
                                        </p:tav>
                                      </p:tavLst>
                                    </p:anim>
                                  </p:childTnLst>
                                </p:cTn>
                              </p:par>
                            </p:childTnLst>
                          </p:cTn>
                        </p:par>
                      </p:childTnLst>
                    </p:cTn>
                  </p:par>
                  <p:par>
                    <p:cTn id="13" fill="hold">
                      <p:stCondLst>
                        <p:cond delay="indefinite"/>
                      </p:stCondLst>
                      <p:childTnLst>
                        <p:par>
                          <p:cTn id="14" fill="hold">
                            <p:stCondLst>
                              <p:cond delay="0"/>
                            </p:stCondLst>
                            <p:childTnLst>
                              <p:par>
                                <p:cTn id="15" presetID="12" presetClass="entr" presetSubtype="4" fill="hold" nodeType="clickEffect">
                                  <p:stCondLst>
                                    <p:cond delay="0"/>
                                  </p:stCondLst>
                                  <p:childTnLst>
                                    <p:set>
                                      <p:cBhvr>
                                        <p:cTn id="16" dur="1" fill="hold">
                                          <p:stCondLst>
                                            <p:cond delay="0"/>
                                          </p:stCondLst>
                                        </p:cTn>
                                        <p:tgtEl>
                                          <p:spTgt spid="5"/>
                                        </p:tgtEl>
                                        <p:attrNameLst>
                                          <p:attrName>style.visibility</p:attrName>
                                        </p:attrNameLst>
                                      </p:cBhvr>
                                      <p:to>
                                        <p:strVal val="visible"/>
                                      </p:to>
                                    </p:set>
                                    <p:anim calcmode="lin" valueType="num">
                                      <p:cBhvr additive="base">
                                        <p:cTn id="17" dur="500"/>
                                        <p:tgtEl>
                                          <p:spTgt spid="5"/>
                                        </p:tgtEl>
                                        <p:attrNameLst>
                                          <p:attrName>ppt_y</p:attrName>
                                        </p:attrNameLst>
                                      </p:cBhvr>
                                      <p:tavLst>
                                        <p:tav tm="0">
                                          <p:val>
                                            <p:strVal val="#ppt_y+#ppt_h*1.125000"/>
                                          </p:val>
                                        </p:tav>
                                        <p:tav tm="100000">
                                          <p:val>
                                            <p:strVal val="#ppt_y"/>
                                          </p:val>
                                        </p:tav>
                                      </p:tavLst>
                                    </p:anim>
                                    <p:animEffect transition="in" filter="wipe(up)">
                                      <p:cBhvr>
                                        <p:cTn id="18" dur="500"/>
                                        <p:tgtEl>
                                          <p:spTgt spid="5"/>
                                        </p:tgtEl>
                                      </p:cBhvr>
                                    </p:animEffect>
                                  </p:childTnLst>
                                </p:cTn>
                              </p:par>
                            </p:childTnLst>
                          </p:cTn>
                        </p:par>
                      </p:childTnLst>
                    </p:cTn>
                  </p:par>
                  <p:par>
                    <p:cTn id="19" fill="hold">
                      <p:stCondLst>
                        <p:cond delay="indefinite"/>
                      </p:stCondLst>
                      <p:childTnLst>
                        <p:par>
                          <p:cTn id="20" fill="hold">
                            <p:stCondLst>
                              <p:cond delay="0"/>
                            </p:stCondLst>
                            <p:childTnLst>
                              <p:par>
                                <p:cTn id="21" presetID="12" presetClass="entr" presetSubtype="8" fill="hold" nodeType="clickEffect">
                                  <p:stCondLst>
                                    <p:cond delay="0"/>
                                  </p:stCondLst>
                                  <p:childTnLst>
                                    <p:set>
                                      <p:cBhvr>
                                        <p:cTn id="22" dur="1" fill="hold">
                                          <p:stCondLst>
                                            <p:cond delay="0"/>
                                          </p:stCondLst>
                                        </p:cTn>
                                        <p:tgtEl>
                                          <p:spTgt spid="7"/>
                                        </p:tgtEl>
                                        <p:attrNameLst>
                                          <p:attrName>style.visibility</p:attrName>
                                        </p:attrNameLst>
                                      </p:cBhvr>
                                      <p:to>
                                        <p:strVal val="visible"/>
                                      </p:to>
                                    </p:set>
                                    <p:anim calcmode="lin" valueType="num">
                                      <p:cBhvr additive="base">
                                        <p:cTn id="23" dur="500"/>
                                        <p:tgtEl>
                                          <p:spTgt spid="7"/>
                                        </p:tgtEl>
                                        <p:attrNameLst>
                                          <p:attrName>ppt_x</p:attrName>
                                        </p:attrNameLst>
                                      </p:cBhvr>
                                      <p:tavLst>
                                        <p:tav tm="0">
                                          <p:val>
                                            <p:strVal val="#ppt_x-#ppt_w*1.125000"/>
                                          </p:val>
                                        </p:tav>
                                        <p:tav tm="100000">
                                          <p:val>
                                            <p:strVal val="#ppt_x"/>
                                          </p:val>
                                        </p:tav>
                                      </p:tavLst>
                                    </p:anim>
                                    <p:animEffect transition="in" filter="wipe(right)">
                                      <p:cBhvr>
                                        <p:cTn id="24" dur="500"/>
                                        <p:tgtEl>
                                          <p:spTgt spid="7"/>
                                        </p:tgtEl>
                                      </p:cBhvr>
                                    </p:animEffect>
                                  </p:childTnLst>
                                </p:cTn>
                              </p:par>
                            </p:childTnLst>
                          </p:cTn>
                        </p:par>
                      </p:childTnLst>
                    </p:cTn>
                  </p:par>
                  <p:par>
                    <p:cTn id="25" fill="hold">
                      <p:stCondLst>
                        <p:cond delay="indefinite"/>
                      </p:stCondLst>
                      <p:childTnLst>
                        <p:par>
                          <p:cTn id="26" fill="hold">
                            <p:stCondLst>
                              <p:cond delay="0"/>
                            </p:stCondLst>
                            <p:childTnLst>
                              <p:par>
                                <p:cTn id="27" presetID="22" presetClass="entr" presetSubtype="8" fill="hold" grpId="0" nodeType="clickEffect">
                                  <p:stCondLst>
                                    <p:cond delay="0"/>
                                  </p:stCondLst>
                                  <p:childTnLst>
                                    <p:set>
                                      <p:cBhvr>
                                        <p:cTn id="28" dur="1" fill="hold">
                                          <p:stCondLst>
                                            <p:cond delay="0"/>
                                          </p:stCondLst>
                                        </p:cTn>
                                        <p:tgtEl>
                                          <p:spTgt spid="77"/>
                                        </p:tgtEl>
                                        <p:attrNameLst>
                                          <p:attrName>style.visibility</p:attrName>
                                        </p:attrNameLst>
                                      </p:cBhvr>
                                      <p:to>
                                        <p:strVal val="visible"/>
                                      </p:to>
                                    </p:set>
                                    <p:animEffect transition="in" filter="wipe(left)">
                                      <p:cBhvr>
                                        <p:cTn id="29" dur="500"/>
                                        <p:tgtEl>
                                          <p:spTgt spid="77"/>
                                        </p:tgtEl>
                                      </p:cBhvr>
                                    </p:animEffect>
                                  </p:childTnLst>
                                </p:cTn>
                              </p:par>
                              <p:par>
                                <p:cTn id="30" presetID="12" presetClass="entr" presetSubtype="8" fill="hold" nodeType="withEffect">
                                  <p:stCondLst>
                                    <p:cond delay="0"/>
                                  </p:stCondLst>
                                  <p:childTnLst>
                                    <p:set>
                                      <p:cBhvr>
                                        <p:cTn id="31" dur="1" fill="hold">
                                          <p:stCondLst>
                                            <p:cond delay="0"/>
                                          </p:stCondLst>
                                        </p:cTn>
                                        <p:tgtEl>
                                          <p:spTgt spid="71"/>
                                        </p:tgtEl>
                                        <p:attrNameLst>
                                          <p:attrName>style.visibility</p:attrName>
                                        </p:attrNameLst>
                                      </p:cBhvr>
                                      <p:to>
                                        <p:strVal val="visible"/>
                                      </p:to>
                                    </p:set>
                                    <p:anim calcmode="lin" valueType="num">
                                      <p:cBhvr additive="base">
                                        <p:cTn id="32" dur="500"/>
                                        <p:tgtEl>
                                          <p:spTgt spid="71"/>
                                        </p:tgtEl>
                                        <p:attrNameLst>
                                          <p:attrName>ppt_x</p:attrName>
                                        </p:attrNameLst>
                                      </p:cBhvr>
                                      <p:tavLst>
                                        <p:tav tm="0">
                                          <p:val>
                                            <p:strVal val="#ppt_x-#ppt_w*1.125000"/>
                                          </p:val>
                                        </p:tav>
                                        <p:tav tm="100000">
                                          <p:val>
                                            <p:strVal val="#ppt_x"/>
                                          </p:val>
                                        </p:tav>
                                      </p:tavLst>
                                    </p:anim>
                                    <p:animEffect transition="in" filter="wipe(right)">
                                      <p:cBhvr>
                                        <p:cTn id="33" dur="500"/>
                                        <p:tgtEl>
                                          <p:spTgt spid="71"/>
                                        </p:tgtEl>
                                      </p:cBhvr>
                                    </p:animEffect>
                                  </p:childTnLst>
                                </p:cTn>
                              </p:par>
                            </p:childTnLst>
                          </p:cTn>
                        </p:par>
                      </p:childTnLst>
                    </p:cTn>
                  </p:par>
                  <p:par>
                    <p:cTn id="34" fill="hold">
                      <p:stCondLst>
                        <p:cond delay="indefinite"/>
                      </p:stCondLst>
                      <p:childTnLst>
                        <p:par>
                          <p:cTn id="35" fill="hold">
                            <p:stCondLst>
                              <p:cond delay="0"/>
                            </p:stCondLst>
                            <p:childTnLst>
                              <p:par>
                                <p:cTn id="36" presetID="12" presetClass="entr" presetSubtype="8" fill="hold" nodeType="clickEffect">
                                  <p:stCondLst>
                                    <p:cond delay="0"/>
                                  </p:stCondLst>
                                  <p:childTnLst>
                                    <p:set>
                                      <p:cBhvr>
                                        <p:cTn id="37" dur="1" fill="hold">
                                          <p:stCondLst>
                                            <p:cond delay="0"/>
                                          </p:stCondLst>
                                        </p:cTn>
                                        <p:tgtEl>
                                          <p:spTgt spid="74"/>
                                        </p:tgtEl>
                                        <p:attrNameLst>
                                          <p:attrName>style.visibility</p:attrName>
                                        </p:attrNameLst>
                                      </p:cBhvr>
                                      <p:to>
                                        <p:strVal val="visible"/>
                                      </p:to>
                                    </p:set>
                                    <p:anim calcmode="lin" valueType="num">
                                      <p:cBhvr additive="base">
                                        <p:cTn id="38" dur="500"/>
                                        <p:tgtEl>
                                          <p:spTgt spid="74"/>
                                        </p:tgtEl>
                                        <p:attrNameLst>
                                          <p:attrName>ppt_x</p:attrName>
                                        </p:attrNameLst>
                                      </p:cBhvr>
                                      <p:tavLst>
                                        <p:tav tm="0">
                                          <p:val>
                                            <p:strVal val="#ppt_x-#ppt_w*1.125000"/>
                                          </p:val>
                                        </p:tav>
                                        <p:tav tm="100000">
                                          <p:val>
                                            <p:strVal val="#ppt_x"/>
                                          </p:val>
                                        </p:tav>
                                      </p:tavLst>
                                    </p:anim>
                                    <p:animEffect transition="in" filter="wipe(right)">
                                      <p:cBhvr>
                                        <p:cTn id="39" dur="500"/>
                                        <p:tgtEl>
                                          <p:spTgt spid="74"/>
                                        </p:tgtEl>
                                      </p:cBhvr>
                                    </p:animEffect>
                                  </p:childTnLst>
                                </p:cTn>
                              </p:par>
                              <p:par>
                                <p:cTn id="40" presetID="12" presetClass="entr" presetSubtype="1" fill="hold" nodeType="withEffect">
                                  <p:stCondLst>
                                    <p:cond delay="0"/>
                                  </p:stCondLst>
                                  <p:childTnLst>
                                    <p:set>
                                      <p:cBhvr>
                                        <p:cTn id="41" dur="1" fill="hold">
                                          <p:stCondLst>
                                            <p:cond delay="0"/>
                                          </p:stCondLst>
                                        </p:cTn>
                                        <p:tgtEl>
                                          <p:spTgt spid="65"/>
                                        </p:tgtEl>
                                        <p:attrNameLst>
                                          <p:attrName>style.visibility</p:attrName>
                                        </p:attrNameLst>
                                      </p:cBhvr>
                                      <p:to>
                                        <p:strVal val="visible"/>
                                      </p:to>
                                    </p:set>
                                    <p:anim calcmode="lin" valueType="num">
                                      <p:cBhvr additive="base">
                                        <p:cTn id="42" dur="500"/>
                                        <p:tgtEl>
                                          <p:spTgt spid="65"/>
                                        </p:tgtEl>
                                        <p:attrNameLst>
                                          <p:attrName>ppt_y</p:attrName>
                                        </p:attrNameLst>
                                      </p:cBhvr>
                                      <p:tavLst>
                                        <p:tav tm="0">
                                          <p:val>
                                            <p:strVal val="#ppt_y-#ppt_h*1.125000"/>
                                          </p:val>
                                        </p:tav>
                                        <p:tav tm="100000">
                                          <p:val>
                                            <p:strVal val="#ppt_y"/>
                                          </p:val>
                                        </p:tav>
                                      </p:tavLst>
                                    </p:anim>
                                    <p:animEffect transition="in" filter="wipe(down)">
                                      <p:cBhvr>
                                        <p:cTn id="43" dur="500"/>
                                        <p:tgtEl>
                                          <p:spTgt spid="65"/>
                                        </p:tgtEl>
                                      </p:cBhvr>
                                    </p:animEffect>
                                  </p:childTnLst>
                                </p:cTn>
                              </p:par>
                              <p:par>
                                <p:cTn id="44" presetID="12" presetClass="entr" presetSubtype="4" fill="hold" nodeType="withEffect">
                                  <p:stCondLst>
                                    <p:cond delay="0"/>
                                  </p:stCondLst>
                                  <p:childTnLst>
                                    <p:set>
                                      <p:cBhvr>
                                        <p:cTn id="45" dur="1" fill="hold">
                                          <p:stCondLst>
                                            <p:cond delay="0"/>
                                          </p:stCondLst>
                                        </p:cTn>
                                        <p:tgtEl>
                                          <p:spTgt spid="68"/>
                                        </p:tgtEl>
                                        <p:attrNameLst>
                                          <p:attrName>style.visibility</p:attrName>
                                        </p:attrNameLst>
                                      </p:cBhvr>
                                      <p:to>
                                        <p:strVal val="visible"/>
                                      </p:to>
                                    </p:set>
                                    <p:anim calcmode="lin" valueType="num">
                                      <p:cBhvr additive="base">
                                        <p:cTn id="46" dur="500"/>
                                        <p:tgtEl>
                                          <p:spTgt spid="68"/>
                                        </p:tgtEl>
                                        <p:attrNameLst>
                                          <p:attrName>ppt_y</p:attrName>
                                        </p:attrNameLst>
                                      </p:cBhvr>
                                      <p:tavLst>
                                        <p:tav tm="0">
                                          <p:val>
                                            <p:strVal val="#ppt_y+#ppt_h*1.125000"/>
                                          </p:val>
                                        </p:tav>
                                        <p:tav tm="100000">
                                          <p:val>
                                            <p:strVal val="#ppt_y"/>
                                          </p:val>
                                        </p:tav>
                                      </p:tavLst>
                                    </p:anim>
                                    <p:animEffect transition="in" filter="wipe(up)">
                                      <p:cBhvr>
                                        <p:cTn id="47" dur="500"/>
                                        <p:tgtEl>
                                          <p:spTgt spid="68"/>
                                        </p:tgtEl>
                                      </p:cBhvr>
                                    </p:animEffect>
                                  </p:childTnLst>
                                </p:cTn>
                              </p:par>
                            </p:childTnLst>
                          </p:cTn>
                        </p:par>
                      </p:childTnLst>
                    </p:cTn>
                  </p:par>
                  <p:par>
                    <p:cTn id="48" fill="hold">
                      <p:stCondLst>
                        <p:cond delay="indefinite"/>
                      </p:stCondLst>
                      <p:childTnLst>
                        <p:par>
                          <p:cTn id="49" fill="hold">
                            <p:stCondLst>
                              <p:cond delay="0"/>
                            </p:stCondLst>
                            <p:childTnLst>
                              <p:par>
                                <p:cTn id="50" presetID="53" presetClass="entr" presetSubtype="16" fill="hold" grpId="0" nodeType="clickEffect">
                                  <p:stCondLst>
                                    <p:cond delay="0"/>
                                  </p:stCondLst>
                                  <p:childTnLst>
                                    <p:set>
                                      <p:cBhvr>
                                        <p:cTn id="51" dur="1" fill="hold">
                                          <p:stCondLst>
                                            <p:cond delay="0"/>
                                          </p:stCondLst>
                                        </p:cTn>
                                        <p:tgtEl>
                                          <p:spTgt spid="78"/>
                                        </p:tgtEl>
                                        <p:attrNameLst>
                                          <p:attrName>style.visibility</p:attrName>
                                        </p:attrNameLst>
                                      </p:cBhvr>
                                      <p:to>
                                        <p:strVal val="visible"/>
                                      </p:to>
                                    </p:set>
                                    <p:anim calcmode="lin" valueType="num">
                                      <p:cBhvr>
                                        <p:cTn id="52" dur="500" fill="hold"/>
                                        <p:tgtEl>
                                          <p:spTgt spid="78"/>
                                        </p:tgtEl>
                                        <p:attrNameLst>
                                          <p:attrName>ppt_w</p:attrName>
                                        </p:attrNameLst>
                                      </p:cBhvr>
                                      <p:tavLst>
                                        <p:tav tm="0">
                                          <p:val>
                                            <p:fltVal val="0"/>
                                          </p:val>
                                        </p:tav>
                                        <p:tav tm="100000">
                                          <p:val>
                                            <p:strVal val="#ppt_w"/>
                                          </p:val>
                                        </p:tav>
                                      </p:tavLst>
                                    </p:anim>
                                    <p:anim calcmode="lin" valueType="num">
                                      <p:cBhvr>
                                        <p:cTn id="53" dur="500" fill="hold"/>
                                        <p:tgtEl>
                                          <p:spTgt spid="78"/>
                                        </p:tgtEl>
                                        <p:attrNameLst>
                                          <p:attrName>ppt_h</p:attrName>
                                        </p:attrNameLst>
                                      </p:cBhvr>
                                      <p:tavLst>
                                        <p:tav tm="0">
                                          <p:val>
                                            <p:fltVal val="0"/>
                                          </p:val>
                                        </p:tav>
                                        <p:tav tm="100000">
                                          <p:val>
                                            <p:strVal val="#ppt_h"/>
                                          </p:val>
                                        </p:tav>
                                      </p:tavLst>
                                    </p:anim>
                                    <p:animEffect transition="in" filter="fade">
                                      <p:cBhvr>
                                        <p:cTn id="54" dur="500"/>
                                        <p:tgtEl>
                                          <p:spTgt spid="78"/>
                                        </p:tgtEl>
                                      </p:cBhvr>
                                    </p:animEffect>
                                  </p:childTnLst>
                                </p:cTn>
                              </p:par>
                            </p:childTnLst>
                          </p:cTn>
                        </p:par>
                      </p:childTnLst>
                    </p:cTn>
                  </p:par>
                  <p:par>
                    <p:cTn id="55" fill="hold">
                      <p:stCondLst>
                        <p:cond delay="indefinite"/>
                      </p:stCondLst>
                      <p:childTnLst>
                        <p:par>
                          <p:cTn id="56" fill="hold">
                            <p:stCondLst>
                              <p:cond delay="0"/>
                            </p:stCondLst>
                            <p:childTnLst>
                              <p:par>
                                <p:cTn id="57" presetID="53" presetClass="entr" presetSubtype="16" fill="hold" grpId="0" nodeType="clickEffect">
                                  <p:stCondLst>
                                    <p:cond delay="0"/>
                                  </p:stCondLst>
                                  <p:childTnLst>
                                    <p:set>
                                      <p:cBhvr>
                                        <p:cTn id="58" dur="1" fill="hold">
                                          <p:stCondLst>
                                            <p:cond delay="0"/>
                                          </p:stCondLst>
                                        </p:cTn>
                                        <p:tgtEl>
                                          <p:spTgt spid="79"/>
                                        </p:tgtEl>
                                        <p:attrNameLst>
                                          <p:attrName>style.visibility</p:attrName>
                                        </p:attrNameLst>
                                      </p:cBhvr>
                                      <p:to>
                                        <p:strVal val="visible"/>
                                      </p:to>
                                    </p:set>
                                    <p:anim calcmode="lin" valueType="num">
                                      <p:cBhvr>
                                        <p:cTn id="59" dur="500" fill="hold"/>
                                        <p:tgtEl>
                                          <p:spTgt spid="79"/>
                                        </p:tgtEl>
                                        <p:attrNameLst>
                                          <p:attrName>ppt_w</p:attrName>
                                        </p:attrNameLst>
                                      </p:cBhvr>
                                      <p:tavLst>
                                        <p:tav tm="0">
                                          <p:val>
                                            <p:fltVal val="0"/>
                                          </p:val>
                                        </p:tav>
                                        <p:tav tm="100000">
                                          <p:val>
                                            <p:strVal val="#ppt_w"/>
                                          </p:val>
                                        </p:tav>
                                      </p:tavLst>
                                    </p:anim>
                                    <p:anim calcmode="lin" valueType="num">
                                      <p:cBhvr>
                                        <p:cTn id="60" dur="500" fill="hold"/>
                                        <p:tgtEl>
                                          <p:spTgt spid="79"/>
                                        </p:tgtEl>
                                        <p:attrNameLst>
                                          <p:attrName>ppt_h</p:attrName>
                                        </p:attrNameLst>
                                      </p:cBhvr>
                                      <p:tavLst>
                                        <p:tav tm="0">
                                          <p:val>
                                            <p:fltVal val="0"/>
                                          </p:val>
                                        </p:tav>
                                        <p:tav tm="100000">
                                          <p:val>
                                            <p:strVal val="#ppt_h"/>
                                          </p:val>
                                        </p:tav>
                                      </p:tavLst>
                                    </p:anim>
                                    <p:animEffect transition="in" filter="fade">
                                      <p:cBhvr>
                                        <p:cTn id="61" dur="500"/>
                                        <p:tgtEl>
                                          <p:spTgt spid="79"/>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77" grpId="0"/>
      <p:bldP spid="78" grpId="0"/>
      <p:bldP spid="79" grpId="0"/>
    </p:bldLst>
  </p:timing>
</p:sld>
</file>

<file path=ppt/slides/slide39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65" name="组合 64">
            <a:extLst>
              <a:ext uri="{FF2B5EF4-FFF2-40B4-BE49-F238E27FC236}">
                <a16:creationId xmlns:a16="http://schemas.microsoft.com/office/drawing/2014/main" id="{E288CA55-CE03-43A2-8AC6-83B150E99CAA}"/>
              </a:ext>
            </a:extLst>
          </p:cNvPr>
          <p:cNvGrpSpPr/>
          <p:nvPr/>
        </p:nvGrpSpPr>
        <p:grpSpPr>
          <a:xfrm rot="5400000">
            <a:off x="1528046" y="5077154"/>
            <a:ext cx="913192" cy="400110"/>
            <a:chOff x="2985607" y="3222321"/>
            <a:chExt cx="913192" cy="400110"/>
          </a:xfrm>
        </p:grpSpPr>
        <p:sp>
          <p:nvSpPr>
            <p:cNvPr id="66" name="标注: 右箭头 65">
              <a:extLst>
                <a:ext uri="{FF2B5EF4-FFF2-40B4-BE49-F238E27FC236}">
                  <a16:creationId xmlns:a16="http://schemas.microsoft.com/office/drawing/2014/main" id="{44BD4B28-3793-43ED-92A3-FE569066E2B1}"/>
                </a:ext>
              </a:extLst>
            </p:cNvPr>
            <p:cNvSpPr/>
            <p:nvPr/>
          </p:nvSpPr>
          <p:spPr>
            <a:xfrm>
              <a:off x="3108347" y="3268699"/>
              <a:ext cx="762000" cy="302993"/>
            </a:xfrm>
            <a:prstGeom prst="rightArrowCallout">
              <a:avLst>
                <a:gd name="adj1" fmla="val 25000"/>
                <a:gd name="adj2" fmla="val 25000"/>
                <a:gd name="adj3" fmla="val 25000"/>
                <a:gd name="adj4" fmla="val 85980"/>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sz="2000" b="1" dirty="0">
                <a:solidFill>
                  <a:schemeClr val="tx1"/>
                </a:solidFill>
              </a:endParaRPr>
            </a:p>
          </p:txBody>
        </p:sp>
        <p:sp>
          <p:nvSpPr>
            <p:cNvPr id="67" name="文本框 66">
              <a:extLst>
                <a:ext uri="{FF2B5EF4-FFF2-40B4-BE49-F238E27FC236}">
                  <a16:creationId xmlns:a16="http://schemas.microsoft.com/office/drawing/2014/main" id="{435AF140-6F95-4BED-8FA0-02077F6AFBB3}"/>
                </a:ext>
              </a:extLst>
            </p:cNvPr>
            <p:cNvSpPr txBox="1"/>
            <p:nvPr/>
          </p:nvSpPr>
          <p:spPr>
            <a:xfrm>
              <a:off x="2985607" y="3222321"/>
              <a:ext cx="913192" cy="400110"/>
            </a:xfrm>
            <a:prstGeom prst="rect">
              <a:avLst/>
            </a:prstGeom>
            <a:noFill/>
          </p:spPr>
          <p:txBody>
            <a:bodyPr wrap="square">
              <a:spAutoFit/>
            </a:bodyPr>
            <a:lstStyle/>
            <a:p>
              <a:pPr algn="ctr"/>
              <a:r>
                <a:rPr lang="en-US" altLang="zh-CN" sz="2000" b="1" dirty="0">
                  <a:solidFill>
                    <a:schemeClr val="tx1"/>
                  </a:solidFill>
                </a:rPr>
                <a:t>A</a:t>
              </a:r>
              <a:r>
                <a:rPr lang="en-US" altLang="zh-CN" sz="2000" b="1" dirty="0">
                  <a:solidFill>
                    <a:schemeClr val="tx1"/>
                  </a:solidFill>
                  <a:latin typeface="+mn-ea"/>
                </a:rPr>
                <a:t>→</a:t>
              </a:r>
              <a:r>
                <a:rPr lang="en-US" altLang="zh-CN" sz="2000" b="1" dirty="0">
                  <a:solidFill>
                    <a:schemeClr val="tx1"/>
                  </a:solidFill>
                </a:rPr>
                <a:t>B</a:t>
              </a:r>
              <a:endParaRPr lang="zh-CN" altLang="en-US" sz="2000" b="1" dirty="0">
                <a:solidFill>
                  <a:schemeClr val="tx1"/>
                </a:solidFill>
              </a:endParaRPr>
            </a:p>
          </p:txBody>
        </p:sp>
      </p:grpSp>
      <p:grpSp>
        <p:nvGrpSpPr>
          <p:cNvPr id="68" name="组合 67">
            <a:extLst>
              <a:ext uri="{FF2B5EF4-FFF2-40B4-BE49-F238E27FC236}">
                <a16:creationId xmlns:a16="http://schemas.microsoft.com/office/drawing/2014/main" id="{F4056B38-7137-40C9-91A4-04F9AE9A1D60}"/>
              </a:ext>
            </a:extLst>
          </p:cNvPr>
          <p:cNvGrpSpPr/>
          <p:nvPr/>
        </p:nvGrpSpPr>
        <p:grpSpPr>
          <a:xfrm rot="16200000">
            <a:off x="1533170" y="3720914"/>
            <a:ext cx="912153" cy="400110"/>
            <a:chOff x="2985606" y="3222321"/>
            <a:chExt cx="912153" cy="400110"/>
          </a:xfrm>
        </p:grpSpPr>
        <p:sp>
          <p:nvSpPr>
            <p:cNvPr id="69" name="标注: 右箭头 68">
              <a:extLst>
                <a:ext uri="{FF2B5EF4-FFF2-40B4-BE49-F238E27FC236}">
                  <a16:creationId xmlns:a16="http://schemas.microsoft.com/office/drawing/2014/main" id="{A437ACE5-CF9C-407C-80EF-72C9891861BB}"/>
                </a:ext>
              </a:extLst>
            </p:cNvPr>
            <p:cNvSpPr/>
            <p:nvPr/>
          </p:nvSpPr>
          <p:spPr>
            <a:xfrm>
              <a:off x="3108347" y="3268699"/>
              <a:ext cx="762000" cy="302993"/>
            </a:xfrm>
            <a:prstGeom prst="rightArrowCallout">
              <a:avLst>
                <a:gd name="adj1" fmla="val 25000"/>
                <a:gd name="adj2" fmla="val 25000"/>
                <a:gd name="adj3" fmla="val 25000"/>
                <a:gd name="adj4" fmla="val 85980"/>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sz="2000" b="1" dirty="0">
                <a:solidFill>
                  <a:schemeClr val="tx1"/>
                </a:solidFill>
              </a:endParaRPr>
            </a:p>
          </p:txBody>
        </p:sp>
        <p:sp>
          <p:nvSpPr>
            <p:cNvPr id="70" name="文本框 69">
              <a:extLst>
                <a:ext uri="{FF2B5EF4-FFF2-40B4-BE49-F238E27FC236}">
                  <a16:creationId xmlns:a16="http://schemas.microsoft.com/office/drawing/2014/main" id="{A96F4141-8799-40E4-BC05-1801D74A059E}"/>
                </a:ext>
              </a:extLst>
            </p:cNvPr>
            <p:cNvSpPr txBox="1"/>
            <p:nvPr/>
          </p:nvSpPr>
          <p:spPr>
            <a:xfrm>
              <a:off x="2985606" y="3222321"/>
              <a:ext cx="912153" cy="400110"/>
            </a:xfrm>
            <a:prstGeom prst="rect">
              <a:avLst/>
            </a:prstGeom>
            <a:noFill/>
          </p:spPr>
          <p:txBody>
            <a:bodyPr wrap="square">
              <a:spAutoFit/>
            </a:bodyPr>
            <a:lstStyle/>
            <a:p>
              <a:pPr algn="ctr"/>
              <a:r>
                <a:rPr lang="en-US" altLang="zh-CN" sz="2000" b="1" dirty="0">
                  <a:solidFill>
                    <a:schemeClr val="tx1"/>
                  </a:solidFill>
                </a:rPr>
                <a:t>A</a:t>
              </a:r>
              <a:r>
                <a:rPr lang="en-US" altLang="zh-CN" sz="2000" b="1" dirty="0">
                  <a:solidFill>
                    <a:schemeClr val="tx1"/>
                  </a:solidFill>
                  <a:latin typeface="+mn-ea"/>
                </a:rPr>
                <a:t>→</a:t>
              </a:r>
              <a:r>
                <a:rPr lang="en-US" altLang="zh-CN" sz="2000" b="1" dirty="0">
                  <a:latin typeface="+mn-ea"/>
                </a:rPr>
                <a:t>B</a:t>
              </a:r>
              <a:endParaRPr lang="zh-CN" altLang="en-US" sz="2000" b="1" dirty="0">
                <a:solidFill>
                  <a:schemeClr val="tx1"/>
                </a:solidFill>
              </a:endParaRPr>
            </a:p>
          </p:txBody>
        </p:sp>
      </p:grpSp>
      <p:grpSp>
        <p:nvGrpSpPr>
          <p:cNvPr id="74" name="组合 73">
            <a:extLst>
              <a:ext uri="{FF2B5EF4-FFF2-40B4-BE49-F238E27FC236}">
                <a16:creationId xmlns:a16="http://schemas.microsoft.com/office/drawing/2014/main" id="{890E168D-E4E0-4F7E-9149-CB68832C8077}"/>
              </a:ext>
            </a:extLst>
          </p:cNvPr>
          <p:cNvGrpSpPr/>
          <p:nvPr/>
        </p:nvGrpSpPr>
        <p:grpSpPr>
          <a:xfrm>
            <a:off x="2529332" y="4269824"/>
            <a:ext cx="907293" cy="400110"/>
            <a:chOff x="2985606" y="3222321"/>
            <a:chExt cx="907293" cy="400110"/>
          </a:xfrm>
        </p:grpSpPr>
        <p:sp>
          <p:nvSpPr>
            <p:cNvPr id="75" name="标注: 右箭头 74">
              <a:extLst>
                <a:ext uri="{FF2B5EF4-FFF2-40B4-BE49-F238E27FC236}">
                  <a16:creationId xmlns:a16="http://schemas.microsoft.com/office/drawing/2014/main" id="{9B972A69-ADB9-4DEC-83F5-3AC994153410}"/>
                </a:ext>
              </a:extLst>
            </p:cNvPr>
            <p:cNvSpPr/>
            <p:nvPr/>
          </p:nvSpPr>
          <p:spPr>
            <a:xfrm>
              <a:off x="3108347" y="3268699"/>
              <a:ext cx="762000" cy="302993"/>
            </a:xfrm>
            <a:prstGeom prst="rightArrowCallout">
              <a:avLst>
                <a:gd name="adj1" fmla="val 25000"/>
                <a:gd name="adj2" fmla="val 25000"/>
                <a:gd name="adj3" fmla="val 25000"/>
                <a:gd name="adj4" fmla="val 85980"/>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sz="2000" b="1" dirty="0">
                <a:solidFill>
                  <a:schemeClr val="tx1"/>
                </a:solidFill>
              </a:endParaRPr>
            </a:p>
          </p:txBody>
        </p:sp>
        <p:sp>
          <p:nvSpPr>
            <p:cNvPr id="76" name="文本框 75">
              <a:extLst>
                <a:ext uri="{FF2B5EF4-FFF2-40B4-BE49-F238E27FC236}">
                  <a16:creationId xmlns:a16="http://schemas.microsoft.com/office/drawing/2014/main" id="{150C5260-E57F-46E6-A21D-09AEF3FBB75D}"/>
                </a:ext>
              </a:extLst>
            </p:cNvPr>
            <p:cNvSpPr txBox="1"/>
            <p:nvPr/>
          </p:nvSpPr>
          <p:spPr>
            <a:xfrm>
              <a:off x="2985606" y="3222321"/>
              <a:ext cx="907293" cy="400110"/>
            </a:xfrm>
            <a:prstGeom prst="rect">
              <a:avLst/>
            </a:prstGeom>
            <a:noFill/>
          </p:spPr>
          <p:txBody>
            <a:bodyPr wrap="square">
              <a:spAutoFit/>
            </a:bodyPr>
            <a:lstStyle/>
            <a:p>
              <a:pPr algn="ctr"/>
              <a:r>
                <a:rPr lang="en-US" altLang="zh-CN" sz="2000" b="1" dirty="0">
                  <a:solidFill>
                    <a:schemeClr val="tx1"/>
                  </a:solidFill>
                </a:rPr>
                <a:t>A</a:t>
              </a:r>
              <a:r>
                <a:rPr lang="en-US" altLang="zh-CN" sz="2000" b="1" dirty="0">
                  <a:solidFill>
                    <a:schemeClr val="tx1"/>
                  </a:solidFill>
                  <a:latin typeface="+mn-ea"/>
                </a:rPr>
                <a:t>→</a:t>
              </a:r>
              <a:r>
                <a:rPr lang="en-US" altLang="zh-CN" sz="2000" b="1" dirty="0">
                  <a:solidFill>
                    <a:schemeClr val="tx1"/>
                  </a:solidFill>
                </a:rPr>
                <a:t>B</a:t>
              </a:r>
              <a:endParaRPr lang="zh-CN" altLang="en-US" sz="2000" b="1" dirty="0">
                <a:solidFill>
                  <a:schemeClr val="tx1"/>
                </a:solidFill>
              </a:endParaRPr>
            </a:p>
          </p:txBody>
        </p:sp>
      </p:grpSp>
      <p:grpSp>
        <p:nvGrpSpPr>
          <p:cNvPr id="71" name="组合 70">
            <a:extLst>
              <a:ext uri="{FF2B5EF4-FFF2-40B4-BE49-F238E27FC236}">
                <a16:creationId xmlns:a16="http://schemas.microsoft.com/office/drawing/2014/main" id="{D8145DFF-09DC-4DD3-BBC8-0FF873B3DD87}"/>
              </a:ext>
            </a:extLst>
          </p:cNvPr>
          <p:cNvGrpSpPr/>
          <p:nvPr/>
        </p:nvGrpSpPr>
        <p:grpSpPr>
          <a:xfrm>
            <a:off x="1056016" y="4269784"/>
            <a:ext cx="865007" cy="400110"/>
            <a:chOff x="3005340" y="3222321"/>
            <a:chExt cx="865007" cy="400110"/>
          </a:xfrm>
        </p:grpSpPr>
        <p:sp>
          <p:nvSpPr>
            <p:cNvPr id="72" name="标注: 右箭头 71">
              <a:extLst>
                <a:ext uri="{FF2B5EF4-FFF2-40B4-BE49-F238E27FC236}">
                  <a16:creationId xmlns:a16="http://schemas.microsoft.com/office/drawing/2014/main" id="{8BE75D6E-4389-4557-8092-47A7955684D5}"/>
                </a:ext>
              </a:extLst>
            </p:cNvPr>
            <p:cNvSpPr/>
            <p:nvPr/>
          </p:nvSpPr>
          <p:spPr>
            <a:xfrm>
              <a:off x="3108347" y="3268699"/>
              <a:ext cx="762000" cy="302993"/>
            </a:xfrm>
            <a:prstGeom prst="rightArrowCallout">
              <a:avLst>
                <a:gd name="adj1" fmla="val 25000"/>
                <a:gd name="adj2" fmla="val 25000"/>
                <a:gd name="adj3" fmla="val 25000"/>
                <a:gd name="adj4" fmla="val 85980"/>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sz="2000" b="1" dirty="0">
                <a:solidFill>
                  <a:schemeClr val="tx1"/>
                </a:solidFill>
              </a:endParaRPr>
            </a:p>
          </p:txBody>
        </p:sp>
        <p:sp>
          <p:nvSpPr>
            <p:cNvPr id="73" name="文本框 72">
              <a:extLst>
                <a:ext uri="{FF2B5EF4-FFF2-40B4-BE49-F238E27FC236}">
                  <a16:creationId xmlns:a16="http://schemas.microsoft.com/office/drawing/2014/main" id="{906A3E2E-9B00-4D67-A32A-1B9C19BB2F96}"/>
                </a:ext>
              </a:extLst>
            </p:cNvPr>
            <p:cNvSpPr txBox="1"/>
            <p:nvPr/>
          </p:nvSpPr>
          <p:spPr>
            <a:xfrm>
              <a:off x="3005340" y="3222321"/>
              <a:ext cx="862241" cy="400110"/>
            </a:xfrm>
            <a:prstGeom prst="rect">
              <a:avLst/>
            </a:prstGeom>
            <a:noFill/>
          </p:spPr>
          <p:txBody>
            <a:bodyPr wrap="square">
              <a:spAutoFit/>
            </a:bodyPr>
            <a:lstStyle/>
            <a:p>
              <a:pPr algn="ctr"/>
              <a:r>
                <a:rPr lang="en-US" altLang="zh-CN" sz="2000" b="1" dirty="0">
                  <a:solidFill>
                    <a:schemeClr val="tx1"/>
                  </a:solidFill>
                </a:rPr>
                <a:t>A</a:t>
              </a:r>
              <a:r>
                <a:rPr lang="en-US" altLang="zh-CN" sz="2000" b="1" dirty="0">
                  <a:solidFill>
                    <a:schemeClr val="tx1"/>
                  </a:solidFill>
                  <a:latin typeface="+mn-ea"/>
                </a:rPr>
                <a:t>→</a:t>
              </a:r>
              <a:r>
                <a:rPr lang="en-US" altLang="zh-CN" sz="2000" b="1" dirty="0">
                  <a:solidFill>
                    <a:schemeClr val="tx1"/>
                  </a:solidFill>
                </a:rPr>
                <a:t>B</a:t>
              </a:r>
              <a:endParaRPr lang="zh-CN" altLang="en-US" sz="2000" b="1" dirty="0">
                <a:solidFill>
                  <a:schemeClr val="tx1"/>
                </a:solidFill>
              </a:endParaRPr>
            </a:p>
          </p:txBody>
        </p:sp>
      </p:grpSp>
      <p:graphicFrame>
        <p:nvGraphicFramePr>
          <p:cNvPr id="5" name="表格 5">
            <a:extLst>
              <a:ext uri="{FF2B5EF4-FFF2-40B4-BE49-F238E27FC236}">
                <a16:creationId xmlns:a16="http://schemas.microsoft.com/office/drawing/2014/main" id="{DD2D509C-F4B8-4D07-903C-B8DA2C054700}"/>
              </a:ext>
            </a:extLst>
          </p:cNvPr>
          <p:cNvGraphicFramePr>
            <a:graphicFrameLocks noGrp="1"/>
          </p:cNvGraphicFramePr>
          <p:nvPr/>
        </p:nvGraphicFramePr>
        <p:xfrm>
          <a:off x="2952378" y="1600069"/>
          <a:ext cx="1777474" cy="2225040"/>
        </p:xfrm>
        <a:graphic>
          <a:graphicData uri="http://schemas.openxmlformats.org/drawingml/2006/table">
            <a:tbl>
              <a:tblPr firstRow="1" bandRow="1">
                <a:tableStyleId>{5C22544A-7EE6-4342-B048-85BDC9FD1C3A}</a:tableStyleId>
              </a:tblPr>
              <a:tblGrid>
                <a:gridCol w="888737">
                  <a:extLst>
                    <a:ext uri="{9D8B030D-6E8A-4147-A177-3AD203B41FA5}">
                      <a16:colId xmlns:a16="http://schemas.microsoft.com/office/drawing/2014/main" val="4251559465"/>
                    </a:ext>
                  </a:extLst>
                </a:gridCol>
                <a:gridCol w="888737">
                  <a:extLst>
                    <a:ext uri="{9D8B030D-6E8A-4147-A177-3AD203B41FA5}">
                      <a16:colId xmlns:a16="http://schemas.microsoft.com/office/drawing/2014/main" val="2106410938"/>
                    </a:ext>
                  </a:extLst>
                </a:gridCol>
              </a:tblGrid>
              <a:tr h="370840">
                <a:tc gridSpan="2">
                  <a:txBody>
                    <a:bodyPr/>
                    <a:lstStyle/>
                    <a:p>
                      <a:pPr algn="ctr"/>
                      <a:r>
                        <a:rPr lang="zh-CN" altLang="en-US" dirty="0">
                          <a:solidFill>
                            <a:schemeClr val="tx1"/>
                          </a:solidFill>
                        </a:rPr>
                        <a:t>转发表</a:t>
                      </a: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hMerge="1">
                  <a:txBody>
                    <a:bodyPr/>
                    <a:lstStyle/>
                    <a:p>
                      <a:endParaRPr lang="zh-CN" altLang="en-US" dirty="0"/>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extLst>
                  <a:ext uri="{0D108BD9-81ED-4DB2-BD59-A6C34878D82A}">
                    <a16:rowId xmlns:a16="http://schemas.microsoft.com/office/drawing/2014/main" val="1301265837"/>
                  </a:ext>
                </a:extLst>
              </a:tr>
              <a:tr h="370840">
                <a:tc>
                  <a:txBody>
                    <a:bodyPr/>
                    <a:lstStyle/>
                    <a:p>
                      <a:pPr algn="ctr"/>
                      <a:r>
                        <a:rPr lang="zh-CN" altLang="en-US" b="1" dirty="0">
                          <a:solidFill>
                            <a:schemeClr val="tx1"/>
                          </a:solidFill>
                        </a:rPr>
                        <a:t>地址</a:t>
                      </a: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algn="ctr"/>
                      <a:r>
                        <a:rPr lang="zh-CN" altLang="en-US" b="1" dirty="0">
                          <a:solidFill>
                            <a:schemeClr val="tx1"/>
                          </a:solidFill>
                        </a:rPr>
                        <a:t>接口</a:t>
                      </a: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extLst>
                  <a:ext uri="{0D108BD9-81ED-4DB2-BD59-A6C34878D82A}">
                    <a16:rowId xmlns:a16="http://schemas.microsoft.com/office/drawing/2014/main" val="1377858286"/>
                  </a:ext>
                </a:extLst>
              </a:tr>
              <a:tr h="370840">
                <a:tc>
                  <a:txBody>
                    <a:bodyPr/>
                    <a:lstStyle/>
                    <a:p>
                      <a:pPr algn="ctr"/>
                      <a:endParaRPr lang="zh-CN" altLang="en-US">
                        <a:solidFill>
                          <a:schemeClr val="tx1"/>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algn="ctr"/>
                      <a:endParaRPr lang="zh-CN" altLang="en-US">
                        <a:solidFill>
                          <a:schemeClr val="tx1"/>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extLst>
                  <a:ext uri="{0D108BD9-81ED-4DB2-BD59-A6C34878D82A}">
                    <a16:rowId xmlns:a16="http://schemas.microsoft.com/office/drawing/2014/main" val="3650164858"/>
                  </a:ext>
                </a:extLst>
              </a:tr>
              <a:tr h="370840">
                <a:tc>
                  <a:txBody>
                    <a:bodyPr/>
                    <a:lstStyle/>
                    <a:p>
                      <a:pPr algn="ctr"/>
                      <a:endParaRPr lang="zh-CN" altLang="en-US">
                        <a:solidFill>
                          <a:schemeClr val="tx1"/>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algn="ctr"/>
                      <a:endParaRPr lang="zh-CN" altLang="en-US">
                        <a:solidFill>
                          <a:schemeClr val="tx1"/>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extLst>
                  <a:ext uri="{0D108BD9-81ED-4DB2-BD59-A6C34878D82A}">
                    <a16:rowId xmlns:a16="http://schemas.microsoft.com/office/drawing/2014/main" val="3538553397"/>
                  </a:ext>
                </a:extLst>
              </a:tr>
              <a:tr h="370840">
                <a:tc>
                  <a:txBody>
                    <a:bodyPr/>
                    <a:lstStyle/>
                    <a:p>
                      <a:pPr algn="ctr"/>
                      <a:endParaRPr lang="zh-CN" altLang="en-US">
                        <a:solidFill>
                          <a:schemeClr val="tx1"/>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algn="ctr"/>
                      <a:endParaRPr lang="zh-CN" altLang="en-US" dirty="0">
                        <a:solidFill>
                          <a:schemeClr val="tx1"/>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extLst>
                  <a:ext uri="{0D108BD9-81ED-4DB2-BD59-A6C34878D82A}">
                    <a16:rowId xmlns:a16="http://schemas.microsoft.com/office/drawing/2014/main" val="3266492017"/>
                  </a:ext>
                </a:extLst>
              </a:tr>
              <a:tr h="370840">
                <a:tc>
                  <a:txBody>
                    <a:bodyPr/>
                    <a:lstStyle/>
                    <a:p>
                      <a:pPr algn="ctr"/>
                      <a:r>
                        <a:rPr lang="en-US" altLang="zh-CN" dirty="0">
                          <a:solidFill>
                            <a:schemeClr val="tx1"/>
                          </a:solidFill>
                          <a:latin typeface="宋体" panose="02010600030101010101" pitchFamily="2" charset="-122"/>
                          <a:ea typeface="宋体" panose="02010600030101010101" pitchFamily="2" charset="-122"/>
                        </a:rPr>
                        <a:t>…</a:t>
                      </a:r>
                      <a:endParaRPr lang="zh-CN" altLang="en-US" dirty="0">
                        <a:solidFill>
                          <a:schemeClr val="tx1"/>
                        </a:solidFill>
                        <a:latin typeface="宋体" panose="02010600030101010101" pitchFamily="2" charset="-122"/>
                        <a:ea typeface="宋体" panose="02010600030101010101" pitchFamily="2" charset="-122"/>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algn="ctr"/>
                      <a:r>
                        <a:rPr lang="en-US" altLang="zh-CN" dirty="0">
                          <a:solidFill>
                            <a:schemeClr val="tx1"/>
                          </a:solidFill>
                          <a:latin typeface="宋体" panose="02010600030101010101" pitchFamily="2" charset="-122"/>
                          <a:ea typeface="宋体" panose="02010600030101010101" pitchFamily="2" charset="-122"/>
                        </a:rPr>
                        <a:t>…</a:t>
                      </a:r>
                      <a:endParaRPr lang="zh-CN" altLang="en-US" dirty="0">
                        <a:solidFill>
                          <a:schemeClr val="tx1"/>
                        </a:solidFill>
                        <a:latin typeface="宋体" panose="02010600030101010101" pitchFamily="2" charset="-122"/>
                        <a:ea typeface="宋体" panose="02010600030101010101" pitchFamily="2" charset="-122"/>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extLst>
                  <a:ext uri="{0D108BD9-81ED-4DB2-BD59-A6C34878D82A}">
                    <a16:rowId xmlns:a16="http://schemas.microsoft.com/office/drawing/2014/main" val="4041760001"/>
                  </a:ext>
                </a:extLst>
              </a:tr>
            </a:tbl>
          </a:graphicData>
        </a:graphic>
      </p:graphicFrame>
      <p:grpSp>
        <p:nvGrpSpPr>
          <p:cNvPr id="4" name="组合 3">
            <a:extLst>
              <a:ext uri="{FF2B5EF4-FFF2-40B4-BE49-F238E27FC236}">
                <a16:creationId xmlns:a16="http://schemas.microsoft.com/office/drawing/2014/main" id="{9A1EA9F2-FCB6-48C3-935F-7AE7E3AD14AC}"/>
              </a:ext>
            </a:extLst>
          </p:cNvPr>
          <p:cNvGrpSpPr/>
          <p:nvPr/>
        </p:nvGrpSpPr>
        <p:grpSpPr>
          <a:xfrm>
            <a:off x="304800" y="749300"/>
            <a:ext cx="6192344" cy="400110"/>
            <a:chOff x="424117" y="898245"/>
            <a:chExt cx="6192344" cy="400110"/>
          </a:xfrm>
        </p:grpSpPr>
        <p:sp>
          <p:nvSpPr>
            <p:cNvPr id="2" name="平行四边形 1">
              <a:extLst>
                <a:ext uri="{FF2B5EF4-FFF2-40B4-BE49-F238E27FC236}">
                  <a16:creationId xmlns:a16="http://schemas.microsoft.com/office/drawing/2014/main" id="{1F5BAA3F-9845-4F89-A2DD-8222D3E4EDAC}"/>
                </a:ext>
              </a:extLst>
            </p:cNvPr>
            <p:cNvSpPr/>
            <p:nvPr/>
          </p:nvSpPr>
          <p:spPr>
            <a:xfrm>
              <a:off x="424117" y="898245"/>
              <a:ext cx="628306" cy="387090"/>
            </a:xfrm>
            <a:prstGeom prst="parallelogram">
              <a:avLst/>
            </a:prstGeom>
            <a:solidFill>
              <a:schemeClr val="accent3">
                <a:lumMod val="75000"/>
              </a:schemeClr>
            </a:solidFill>
            <a:ln>
              <a:solidFill>
                <a:schemeClr val="accent3">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CN" sz="2200" dirty="0">
                  <a:latin typeface="Impact" panose="020B0806030902050204" pitchFamily="34" charset="0"/>
                </a:rPr>
                <a:t>01</a:t>
              </a:r>
              <a:endParaRPr lang="zh-CN" altLang="en-US" sz="2200" dirty="0">
                <a:latin typeface="Impact" panose="020B0806030902050204" pitchFamily="34" charset="0"/>
              </a:endParaRPr>
            </a:p>
          </p:txBody>
        </p:sp>
        <p:sp>
          <p:nvSpPr>
            <p:cNvPr id="3" name="文本框 2">
              <a:extLst>
                <a:ext uri="{FF2B5EF4-FFF2-40B4-BE49-F238E27FC236}">
                  <a16:creationId xmlns:a16="http://schemas.microsoft.com/office/drawing/2014/main" id="{4D6BD736-A4D3-4F26-AFED-36E11F50F70B}"/>
                </a:ext>
              </a:extLst>
            </p:cNvPr>
            <p:cNvSpPr txBox="1"/>
            <p:nvPr/>
          </p:nvSpPr>
          <p:spPr>
            <a:xfrm>
              <a:off x="1052423" y="898245"/>
              <a:ext cx="5564038" cy="400110"/>
            </a:xfrm>
            <a:prstGeom prst="rect">
              <a:avLst/>
            </a:prstGeom>
            <a:noFill/>
          </p:spPr>
          <p:txBody>
            <a:bodyPr wrap="square" rtlCol="0">
              <a:spAutoFit/>
            </a:bodyPr>
            <a:lstStyle/>
            <a:p>
              <a:r>
                <a:rPr lang="zh-CN" altLang="en-US" sz="2000" b="1" dirty="0">
                  <a:solidFill>
                    <a:schemeClr val="tx1"/>
                  </a:solidFill>
                  <a:latin typeface="Arial Narrow" panose="020B0606020202030204" pitchFamily="34" charset="0"/>
                </a:rPr>
                <a:t>透明网桥的自学习和转发帧的流程</a:t>
              </a:r>
              <a:endParaRPr lang="en-US" altLang="zh-CN" sz="2000" b="1" dirty="0">
                <a:solidFill>
                  <a:schemeClr val="tx1"/>
                </a:solidFill>
                <a:latin typeface="Arial Narrow" panose="020B0606020202030204" pitchFamily="34" charset="0"/>
              </a:endParaRPr>
            </a:p>
          </p:txBody>
        </p:sp>
      </p:grpSp>
      <p:grpSp>
        <p:nvGrpSpPr>
          <p:cNvPr id="6" name="组合 5">
            <a:extLst>
              <a:ext uri="{FF2B5EF4-FFF2-40B4-BE49-F238E27FC236}">
                <a16:creationId xmlns:a16="http://schemas.microsoft.com/office/drawing/2014/main" id="{7BC49B4D-BED2-4980-BE5E-9C4B92788D57}"/>
              </a:ext>
            </a:extLst>
          </p:cNvPr>
          <p:cNvGrpSpPr/>
          <p:nvPr/>
        </p:nvGrpSpPr>
        <p:grpSpPr>
          <a:xfrm>
            <a:off x="357425" y="2918742"/>
            <a:ext cx="7018608" cy="3466250"/>
            <a:chOff x="2594085" y="2918742"/>
            <a:chExt cx="7018608" cy="3466250"/>
          </a:xfrm>
        </p:grpSpPr>
        <p:cxnSp>
          <p:nvCxnSpPr>
            <p:cNvPr id="20" name="直接连接符 19">
              <a:extLst>
                <a:ext uri="{FF2B5EF4-FFF2-40B4-BE49-F238E27FC236}">
                  <a16:creationId xmlns:a16="http://schemas.microsoft.com/office/drawing/2014/main" id="{35959B14-2675-4534-AF81-823E7C483BF0}"/>
                </a:ext>
              </a:extLst>
            </p:cNvPr>
            <p:cNvCxnSpPr>
              <a:cxnSpLocks/>
            </p:cNvCxnSpPr>
            <p:nvPr/>
          </p:nvCxnSpPr>
          <p:spPr>
            <a:xfrm>
              <a:off x="2826968" y="4662065"/>
              <a:ext cx="3144483"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1" name="直接连接符 20">
              <a:extLst>
                <a:ext uri="{FF2B5EF4-FFF2-40B4-BE49-F238E27FC236}">
                  <a16:creationId xmlns:a16="http://schemas.microsoft.com/office/drawing/2014/main" id="{A9CBBDDF-1684-46FF-9748-4143359B4237}"/>
                </a:ext>
              </a:extLst>
            </p:cNvPr>
            <p:cNvCxnSpPr>
              <a:cxnSpLocks/>
            </p:cNvCxnSpPr>
            <p:nvPr/>
          </p:nvCxnSpPr>
          <p:spPr>
            <a:xfrm>
              <a:off x="6132181" y="4662065"/>
              <a:ext cx="3202591"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2" name="直接连接符 51">
              <a:extLst>
                <a:ext uri="{FF2B5EF4-FFF2-40B4-BE49-F238E27FC236}">
                  <a16:creationId xmlns:a16="http://schemas.microsoft.com/office/drawing/2014/main" id="{DBF92076-58AC-40B2-8928-59CFD0C09F75}"/>
                </a:ext>
              </a:extLst>
            </p:cNvPr>
            <p:cNvCxnSpPr/>
            <p:nvPr/>
          </p:nvCxnSpPr>
          <p:spPr>
            <a:xfrm flipV="1">
              <a:off x="4441112" y="3514333"/>
              <a:ext cx="0" cy="2519534"/>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3" name="直接连接符 52">
              <a:extLst>
                <a:ext uri="{FF2B5EF4-FFF2-40B4-BE49-F238E27FC236}">
                  <a16:creationId xmlns:a16="http://schemas.microsoft.com/office/drawing/2014/main" id="{EED559DC-292B-4CE1-920D-FB3B64E7A129}"/>
                </a:ext>
              </a:extLst>
            </p:cNvPr>
            <p:cNvCxnSpPr/>
            <p:nvPr/>
          </p:nvCxnSpPr>
          <p:spPr>
            <a:xfrm flipH="1">
              <a:off x="3208366" y="4662392"/>
              <a:ext cx="1232746"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pic>
          <p:nvPicPr>
            <p:cNvPr id="54" name="图片 53" descr="文本&#10;&#10;描述已自动生成">
              <a:extLst>
                <a:ext uri="{FF2B5EF4-FFF2-40B4-BE49-F238E27FC236}">
                  <a16:creationId xmlns:a16="http://schemas.microsoft.com/office/drawing/2014/main" id="{A79EC3B7-6709-4ADB-9BBB-489673070EB6}"/>
                </a:ext>
              </a:extLst>
            </p:cNvPr>
            <p:cNvPicPr>
              <a:picLocks noChangeAspect="1"/>
            </p:cNvPicPr>
            <p:nvPr/>
          </p:nvPicPr>
          <p:blipFill>
            <a:blip r:embed="rId3">
              <a:extLst>
                <a:ext uri="{28A0092B-C50C-407E-A947-70E740481C1C}">
                  <a14:useLocalDpi xmlns:a14="http://schemas.microsoft.com/office/drawing/2010/main" val="0"/>
                </a:ext>
              </a:extLst>
            </a:blip>
            <a:stretch>
              <a:fillRect/>
            </a:stretch>
          </p:blipFill>
          <p:spPr>
            <a:xfrm>
              <a:off x="4164077" y="4403480"/>
              <a:ext cx="589727" cy="552869"/>
            </a:xfrm>
            <a:prstGeom prst="rect">
              <a:avLst/>
            </a:prstGeom>
          </p:spPr>
        </p:pic>
        <p:sp>
          <p:nvSpPr>
            <p:cNvPr id="55" name="文本框 54">
              <a:extLst>
                <a:ext uri="{FF2B5EF4-FFF2-40B4-BE49-F238E27FC236}">
                  <a16:creationId xmlns:a16="http://schemas.microsoft.com/office/drawing/2014/main" id="{BCEC10C2-62EA-4D22-96C7-8630FF95FB41}"/>
                </a:ext>
              </a:extLst>
            </p:cNvPr>
            <p:cNvSpPr txBox="1"/>
            <p:nvPr/>
          </p:nvSpPr>
          <p:spPr>
            <a:xfrm>
              <a:off x="4421357" y="4836433"/>
              <a:ext cx="918385" cy="369332"/>
            </a:xfrm>
            <a:prstGeom prst="rect">
              <a:avLst/>
            </a:prstGeom>
            <a:noFill/>
          </p:spPr>
          <p:txBody>
            <a:bodyPr wrap="square" rtlCol="0">
              <a:spAutoFit/>
            </a:bodyPr>
            <a:lstStyle/>
            <a:p>
              <a:pPr algn="ctr"/>
              <a:r>
                <a:rPr lang="zh-CN" altLang="en-US" b="1" dirty="0">
                  <a:latin typeface="+mn-ea"/>
                </a:rPr>
                <a:t>集线器</a:t>
              </a:r>
            </a:p>
          </p:txBody>
        </p:sp>
        <p:grpSp>
          <p:nvGrpSpPr>
            <p:cNvPr id="56" name="组合 55">
              <a:extLst>
                <a:ext uri="{FF2B5EF4-FFF2-40B4-BE49-F238E27FC236}">
                  <a16:creationId xmlns:a16="http://schemas.microsoft.com/office/drawing/2014/main" id="{164AC773-3928-4B29-92A6-5FEABDF08771}"/>
                </a:ext>
              </a:extLst>
            </p:cNvPr>
            <p:cNvGrpSpPr/>
            <p:nvPr/>
          </p:nvGrpSpPr>
          <p:grpSpPr>
            <a:xfrm>
              <a:off x="4082203" y="2918742"/>
              <a:ext cx="688835" cy="666249"/>
              <a:chOff x="3393222" y="2975188"/>
              <a:chExt cx="688835" cy="666249"/>
            </a:xfrm>
          </p:grpSpPr>
          <p:pic>
            <p:nvPicPr>
              <p:cNvPr id="63" name="图形 10">
                <a:extLst>
                  <a:ext uri="{FF2B5EF4-FFF2-40B4-BE49-F238E27FC236}">
                    <a16:creationId xmlns:a16="http://schemas.microsoft.com/office/drawing/2014/main" id="{55744A7A-8759-4D2F-A708-A31F46AE97A9}"/>
                  </a:ext>
                </a:extLst>
              </p:cNvPr>
              <p:cNvPicPr>
                <a:picLocks noChangeAspect="1"/>
              </p:cNvPicPr>
              <p:nvPr/>
            </p:nvPicPr>
            <p:blipFill>
              <a:blip r:embed="rId4">
                <a:extLst>
                  <a:ext uri="{28A0092B-C50C-407E-A947-70E740481C1C}">
                    <a14:useLocalDpi xmlns:a14="http://schemas.microsoft.com/office/drawing/2010/main" val="0"/>
                  </a:ext>
                  <a:ext uri="{96DAC541-7B7A-43D3-8B79-37D633B846F1}">
                    <asvg:svgBlip xmlns:asvg="http://schemas.microsoft.com/office/drawing/2016/SVG/main" r:embed="rId5"/>
                  </a:ext>
                </a:extLst>
              </a:blip>
              <a:stretch>
                <a:fillRect/>
              </a:stretch>
            </p:blipFill>
            <p:spPr>
              <a:xfrm>
                <a:off x="3393222" y="2975188"/>
                <a:ext cx="688835" cy="666249"/>
              </a:xfrm>
              <a:prstGeom prst="rect">
                <a:avLst/>
              </a:prstGeom>
            </p:spPr>
          </p:pic>
          <p:sp>
            <p:nvSpPr>
              <p:cNvPr id="64" name="文本框 63">
                <a:extLst>
                  <a:ext uri="{FF2B5EF4-FFF2-40B4-BE49-F238E27FC236}">
                    <a16:creationId xmlns:a16="http://schemas.microsoft.com/office/drawing/2014/main" id="{9B98C997-2BE5-43EE-8ED2-2321C74E159C}"/>
                  </a:ext>
                </a:extLst>
              </p:cNvPr>
              <p:cNvSpPr txBox="1"/>
              <p:nvPr/>
            </p:nvSpPr>
            <p:spPr>
              <a:xfrm>
                <a:off x="3680202" y="3014092"/>
                <a:ext cx="388699" cy="400110"/>
              </a:xfrm>
              <a:prstGeom prst="rect">
                <a:avLst/>
              </a:prstGeom>
              <a:noFill/>
            </p:spPr>
            <p:txBody>
              <a:bodyPr wrap="square">
                <a:spAutoFit/>
              </a:bodyPr>
              <a:lstStyle/>
              <a:p>
                <a:pPr algn="ctr"/>
                <a:r>
                  <a:rPr lang="en-US" altLang="zh-CN" sz="2000" b="1" dirty="0">
                    <a:solidFill>
                      <a:schemeClr val="bg1"/>
                    </a:solidFill>
                  </a:rPr>
                  <a:t>B</a:t>
                </a:r>
                <a:endParaRPr lang="zh-CN" altLang="en-US" sz="2000" dirty="0">
                  <a:solidFill>
                    <a:schemeClr val="bg1"/>
                  </a:solidFill>
                </a:endParaRPr>
              </a:p>
            </p:txBody>
          </p:sp>
        </p:grpSp>
        <p:grpSp>
          <p:nvGrpSpPr>
            <p:cNvPr id="57" name="组合 56">
              <a:extLst>
                <a:ext uri="{FF2B5EF4-FFF2-40B4-BE49-F238E27FC236}">
                  <a16:creationId xmlns:a16="http://schemas.microsoft.com/office/drawing/2014/main" id="{DA493CCE-7340-47EB-BC3F-7E4E90DE7A71}"/>
                </a:ext>
              </a:extLst>
            </p:cNvPr>
            <p:cNvGrpSpPr/>
            <p:nvPr/>
          </p:nvGrpSpPr>
          <p:grpSpPr>
            <a:xfrm>
              <a:off x="2594085" y="4170184"/>
              <a:ext cx="688835" cy="666249"/>
              <a:chOff x="3393222" y="2975188"/>
              <a:chExt cx="688835" cy="666249"/>
            </a:xfrm>
          </p:grpSpPr>
          <p:pic>
            <p:nvPicPr>
              <p:cNvPr id="61" name="图形 10">
                <a:extLst>
                  <a:ext uri="{FF2B5EF4-FFF2-40B4-BE49-F238E27FC236}">
                    <a16:creationId xmlns:a16="http://schemas.microsoft.com/office/drawing/2014/main" id="{D724056B-10D0-44B7-A2F7-BB4BFDD76BF8}"/>
                  </a:ext>
                </a:extLst>
              </p:cNvPr>
              <p:cNvPicPr>
                <a:picLocks noChangeAspect="1"/>
              </p:cNvPicPr>
              <p:nvPr/>
            </p:nvPicPr>
            <p:blipFill>
              <a:blip r:embed="rId4">
                <a:extLst>
                  <a:ext uri="{28A0092B-C50C-407E-A947-70E740481C1C}">
                    <a14:useLocalDpi xmlns:a14="http://schemas.microsoft.com/office/drawing/2010/main" val="0"/>
                  </a:ext>
                  <a:ext uri="{96DAC541-7B7A-43D3-8B79-37D633B846F1}">
                    <asvg:svgBlip xmlns:asvg="http://schemas.microsoft.com/office/drawing/2016/SVG/main" r:embed="rId5"/>
                  </a:ext>
                </a:extLst>
              </a:blip>
              <a:stretch>
                <a:fillRect/>
              </a:stretch>
            </p:blipFill>
            <p:spPr>
              <a:xfrm>
                <a:off x="3393222" y="2975188"/>
                <a:ext cx="688835" cy="666249"/>
              </a:xfrm>
              <a:prstGeom prst="rect">
                <a:avLst/>
              </a:prstGeom>
            </p:spPr>
          </p:pic>
          <p:sp>
            <p:nvSpPr>
              <p:cNvPr id="62" name="文本框 61">
                <a:extLst>
                  <a:ext uri="{FF2B5EF4-FFF2-40B4-BE49-F238E27FC236}">
                    <a16:creationId xmlns:a16="http://schemas.microsoft.com/office/drawing/2014/main" id="{1B579C24-3D84-4D42-801E-9599D16D2328}"/>
                  </a:ext>
                </a:extLst>
              </p:cNvPr>
              <p:cNvSpPr txBox="1"/>
              <p:nvPr/>
            </p:nvSpPr>
            <p:spPr>
              <a:xfrm>
                <a:off x="3680202" y="3014092"/>
                <a:ext cx="388699" cy="400110"/>
              </a:xfrm>
              <a:prstGeom prst="rect">
                <a:avLst/>
              </a:prstGeom>
              <a:noFill/>
            </p:spPr>
            <p:txBody>
              <a:bodyPr wrap="square">
                <a:spAutoFit/>
              </a:bodyPr>
              <a:lstStyle/>
              <a:p>
                <a:pPr algn="ctr"/>
                <a:r>
                  <a:rPr lang="en-US" altLang="zh-CN" sz="2000" b="1" dirty="0">
                    <a:solidFill>
                      <a:schemeClr val="bg1"/>
                    </a:solidFill>
                  </a:rPr>
                  <a:t>A</a:t>
                </a:r>
                <a:endParaRPr lang="zh-CN" altLang="en-US" sz="2000" dirty="0">
                  <a:solidFill>
                    <a:schemeClr val="bg1"/>
                  </a:solidFill>
                </a:endParaRPr>
              </a:p>
            </p:txBody>
          </p:sp>
        </p:grpSp>
        <p:grpSp>
          <p:nvGrpSpPr>
            <p:cNvPr id="58" name="组合 57">
              <a:extLst>
                <a:ext uri="{FF2B5EF4-FFF2-40B4-BE49-F238E27FC236}">
                  <a16:creationId xmlns:a16="http://schemas.microsoft.com/office/drawing/2014/main" id="{8E891124-F4B8-4DC0-94A5-A184BBF24DA9}"/>
                </a:ext>
              </a:extLst>
            </p:cNvPr>
            <p:cNvGrpSpPr/>
            <p:nvPr/>
          </p:nvGrpSpPr>
          <p:grpSpPr>
            <a:xfrm>
              <a:off x="4010702" y="5718743"/>
              <a:ext cx="688835" cy="666249"/>
              <a:chOff x="3393222" y="2975188"/>
              <a:chExt cx="688835" cy="666249"/>
            </a:xfrm>
          </p:grpSpPr>
          <p:pic>
            <p:nvPicPr>
              <p:cNvPr id="59" name="图形 10">
                <a:extLst>
                  <a:ext uri="{FF2B5EF4-FFF2-40B4-BE49-F238E27FC236}">
                    <a16:creationId xmlns:a16="http://schemas.microsoft.com/office/drawing/2014/main" id="{5C51064C-A053-4286-98E5-BDA48A307CC9}"/>
                  </a:ext>
                </a:extLst>
              </p:cNvPr>
              <p:cNvPicPr>
                <a:picLocks noChangeAspect="1"/>
              </p:cNvPicPr>
              <p:nvPr/>
            </p:nvPicPr>
            <p:blipFill>
              <a:blip r:embed="rId4">
                <a:extLst>
                  <a:ext uri="{28A0092B-C50C-407E-A947-70E740481C1C}">
                    <a14:useLocalDpi xmlns:a14="http://schemas.microsoft.com/office/drawing/2010/main" val="0"/>
                  </a:ext>
                  <a:ext uri="{96DAC541-7B7A-43D3-8B79-37D633B846F1}">
                    <asvg:svgBlip xmlns:asvg="http://schemas.microsoft.com/office/drawing/2016/SVG/main" r:embed="rId5"/>
                  </a:ext>
                </a:extLst>
              </a:blip>
              <a:stretch>
                <a:fillRect/>
              </a:stretch>
            </p:blipFill>
            <p:spPr>
              <a:xfrm>
                <a:off x="3393222" y="2975188"/>
                <a:ext cx="688835" cy="666249"/>
              </a:xfrm>
              <a:prstGeom prst="rect">
                <a:avLst/>
              </a:prstGeom>
            </p:spPr>
          </p:pic>
          <p:sp>
            <p:nvSpPr>
              <p:cNvPr id="60" name="文本框 59">
                <a:extLst>
                  <a:ext uri="{FF2B5EF4-FFF2-40B4-BE49-F238E27FC236}">
                    <a16:creationId xmlns:a16="http://schemas.microsoft.com/office/drawing/2014/main" id="{B1544697-D405-4B72-9319-3D18DFC7C4E1}"/>
                  </a:ext>
                </a:extLst>
              </p:cNvPr>
              <p:cNvSpPr txBox="1"/>
              <p:nvPr/>
            </p:nvSpPr>
            <p:spPr>
              <a:xfrm>
                <a:off x="3680202" y="3014092"/>
                <a:ext cx="388699" cy="400110"/>
              </a:xfrm>
              <a:prstGeom prst="rect">
                <a:avLst/>
              </a:prstGeom>
              <a:noFill/>
            </p:spPr>
            <p:txBody>
              <a:bodyPr wrap="square">
                <a:spAutoFit/>
              </a:bodyPr>
              <a:lstStyle/>
              <a:p>
                <a:pPr algn="ctr"/>
                <a:r>
                  <a:rPr lang="en-US" altLang="zh-CN" sz="2000" b="1" dirty="0">
                    <a:solidFill>
                      <a:schemeClr val="bg1"/>
                    </a:solidFill>
                  </a:rPr>
                  <a:t>C</a:t>
                </a:r>
                <a:endParaRPr lang="zh-CN" altLang="en-US" sz="2000" dirty="0">
                  <a:solidFill>
                    <a:schemeClr val="bg1"/>
                  </a:solidFill>
                </a:endParaRPr>
              </a:p>
            </p:txBody>
          </p:sp>
        </p:grpSp>
        <p:cxnSp>
          <p:nvCxnSpPr>
            <p:cNvPr id="39" name="直接连接符 38">
              <a:extLst>
                <a:ext uri="{FF2B5EF4-FFF2-40B4-BE49-F238E27FC236}">
                  <a16:creationId xmlns:a16="http://schemas.microsoft.com/office/drawing/2014/main" id="{3B54DCDA-29F4-4A7A-B891-9FE72331555E}"/>
                </a:ext>
              </a:extLst>
            </p:cNvPr>
            <p:cNvCxnSpPr/>
            <p:nvPr/>
          </p:nvCxnSpPr>
          <p:spPr>
            <a:xfrm flipV="1">
              <a:off x="7706158" y="3514333"/>
              <a:ext cx="0" cy="2519534"/>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pic>
          <p:nvPicPr>
            <p:cNvPr id="41" name="图片 40" descr="文本&#10;&#10;描述已自动生成">
              <a:extLst>
                <a:ext uri="{FF2B5EF4-FFF2-40B4-BE49-F238E27FC236}">
                  <a16:creationId xmlns:a16="http://schemas.microsoft.com/office/drawing/2014/main" id="{DDAED76E-9D71-49D3-9571-3A8E413C6BE6}"/>
                </a:ext>
              </a:extLst>
            </p:cNvPr>
            <p:cNvPicPr>
              <a:picLocks noChangeAspect="1"/>
            </p:cNvPicPr>
            <p:nvPr/>
          </p:nvPicPr>
          <p:blipFill>
            <a:blip r:embed="rId3">
              <a:extLst>
                <a:ext uri="{28A0092B-C50C-407E-A947-70E740481C1C}">
                  <a14:useLocalDpi xmlns:a14="http://schemas.microsoft.com/office/drawing/2010/main" val="0"/>
                </a:ext>
              </a:extLst>
            </a:blip>
            <a:stretch>
              <a:fillRect/>
            </a:stretch>
          </p:blipFill>
          <p:spPr>
            <a:xfrm>
              <a:off x="7429123" y="4403480"/>
              <a:ext cx="589727" cy="552869"/>
            </a:xfrm>
            <a:prstGeom prst="rect">
              <a:avLst/>
            </a:prstGeom>
          </p:spPr>
        </p:pic>
        <p:sp>
          <p:nvSpPr>
            <p:cNvPr id="42" name="文本框 41">
              <a:extLst>
                <a:ext uri="{FF2B5EF4-FFF2-40B4-BE49-F238E27FC236}">
                  <a16:creationId xmlns:a16="http://schemas.microsoft.com/office/drawing/2014/main" id="{8538514A-385A-47BB-A433-185DDA383C2B}"/>
                </a:ext>
              </a:extLst>
            </p:cNvPr>
            <p:cNvSpPr txBox="1"/>
            <p:nvPr/>
          </p:nvSpPr>
          <p:spPr>
            <a:xfrm>
              <a:off x="6818048" y="4836433"/>
              <a:ext cx="918385" cy="369332"/>
            </a:xfrm>
            <a:prstGeom prst="rect">
              <a:avLst/>
            </a:prstGeom>
            <a:noFill/>
          </p:spPr>
          <p:txBody>
            <a:bodyPr wrap="square" rtlCol="0">
              <a:spAutoFit/>
            </a:bodyPr>
            <a:lstStyle/>
            <a:p>
              <a:pPr algn="ctr"/>
              <a:r>
                <a:rPr lang="zh-CN" altLang="en-US" b="1" dirty="0">
                  <a:latin typeface="+mn-ea"/>
                </a:rPr>
                <a:t>集线器</a:t>
              </a:r>
            </a:p>
          </p:txBody>
        </p:sp>
        <p:grpSp>
          <p:nvGrpSpPr>
            <p:cNvPr id="43" name="组合 42">
              <a:extLst>
                <a:ext uri="{FF2B5EF4-FFF2-40B4-BE49-F238E27FC236}">
                  <a16:creationId xmlns:a16="http://schemas.microsoft.com/office/drawing/2014/main" id="{B69023A8-B89B-416C-A039-5C5D29181F50}"/>
                </a:ext>
              </a:extLst>
            </p:cNvPr>
            <p:cNvGrpSpPr/>
            <p:nvPr/>
          </p:nvGrpSpPr>
          <p:grpSpPr>
            <a:xfrm>
              <a:off x="7361740" y="2918742"/>
              <a:ext cx="688835" cy="666249"/>
              <a:chOff x="3393222" y="2975188"/>
              <a:chExt cx="688835" cy="666249"/>
            </a:xfrm>
          </p:grpSpPr>
          <p:pic>
            <p:nvPicPr>
              <p:cNvPr id="50" name="图形 10">
                <a:extLst>
                  <a:ext uri="{FF2B5EF4-FFF2-40B4-BE49-F238E27FC236}">
                    <a16:creationId xmlns:a16="http://schemas.microsoft.com/office/drawing/2014/main" id="{A3B3F047-E8B5-482A-8C5F-BAE8D2B621BA}"/>
                  </a:ext>
                </a:extLst>
              </p:cNvPr>
              <p:cNvPicPr>
                <a:picLocks noChangeAspect="1"/>
              </p:cNvPicPr>
              <p:nvPr/>
            </p:nvPicPr>
            <p:blipFill>
              <a:blip r:embed="rId4">
                <a:extLst>
                  <a:ext uri="{28A0092B-C50C-407E-A947-70E740481C1C}">
                    <a14:useLocalDpi xmlns:a14="http://schemas.microsoft.com/office/drawing/2010/main" val="0"/>
                  </a:ext>
                  <a:ext uri="{96DAC541-7B7A-43D3-8B79-37D633B846F1}">
                    <asvg:svgBlip xmlns:asvg="http://schemas.microsoft.com/office/drawing/2016/SVG/main" r:embed="rId5"/>
                  </a:ext>
                </a:extLst>
              </a:blip>
              <a:stretch>
                <a:fillRect/>
              </a:stretch>
            </p:blipFill>
            <p:spPr>
              <a:xfrm>
                <a:off x="3393222" y="2975188"/>
                <a:ext cx="688835" cy="666249"/>
              </a:xfrm>
              <a:prstGeom prst="rect">
                <a:avLst/>
              </a:prstGeom>
            </p:spPr>
          </p:pic>
          <p:sp>
            <p:nvSpPr>
              <p:cNvPr id="51" name="文本框 50">
                <a:extLst>
                  <a:ext uri="{FF2B5EF4-FFF2-40B4-BE49-F238E27FC236}">
                    <a16:creationId xmlns:a16="http://schemas.microsoft.com/office/drawing/2014/main" id="{E1FD5C9D-366C-4253-A736-56966B5E5AAA}"/>
                  </a:ext>
                </a:extLst>
              </p:cNvPr>
              <p:cNvSpPr txBox="1"/>
              <p:nvPr/>
            </p:nvSpPr>
            <p:spPr>
              <a:xfrm>
                <a:off x="3680202" y="3014092"/>
                <a:ext cx="388699" cy="400110"/>
              </a:xfrm>
              <a:prstGeom prst="rect">
                <a:avLst/>
              </a:prstGeom>
              <a:noFill/>
            </p:spPr>
            <p:txBody>
              <a:bodyPr wrap="square">
                <a:spAutoFit/>
              </a:bodyPr>
              <a:lstStyle/>
              <a:p>
                <a:pPr algn="ctr"/>
                <a:r>
                  <a:rPr lang="en-US" altLang="zh-CN" sz="2000" b="1" dirty="0">
                    <a:solidFill>
                      <a:schemeClr val="bg1"/>
                    </a:solidFill>
                  </a:rPr>
                  <a:t>D</a:t>
                </a:r>
                <a:endParaRPr lang="zh-CN" altLang="en-US" sz="2000" dirty="0">
                  <a:solidFill>
                    <a:schemeClr val="bg1"/>
                  </a:solidFill>
                </a:endParaRPr>
              </a:p>
            </p:txBody>
          </p:sp>
        </p:grpSp>
        <p:grpSp>
          <p:nvGrpSpPr>
            <p:cNvPr id="44" name="组合 43">
              <a:extLst>
                <a:ext uri="{FF2B5EF4-FFF2-40B4-BE49-F238E27FC236}">
                  <a16:creationId xmlns:a16="http://schemas.microsoft.com/office/drawing/2014/main" id="{5ED7DEA9-40EC-4CF9-9773-79CFB5D54601}"/>
                </a:ext>
              </a:extLst>
            </p:cNvPr>
            <p:cNvGrpSpPr/>
            <p:nvPr/>
          </p:nvGrpSpPr>
          <p:grpSpPr>
            <a:xfrm>
              <a:off x="7260451" y="5718743"/>
              <a:ext cx="688835" cy="666249"/>
              <a:chOff x="3393222" y="2975188"/>
              <a:chExt cx="688835" cy="666249"/>
            </a:xfrm>
          </p:grpSpPr>
          <p:pic>
            <p:nvPicPr>
              <p:cNvPr id="48" name="图形 10">
                <a:extLst>
                  <a:ext uri="{FF2B5EF4-FFF2-40B4-BE49-F238E27FC236}">
                    <a16:creationId xmlns:a16="http://schemas.microsoft.com/office/drawing/2014/main" id="{8C77401E-0C8F-4070-9F33-12FB266F8BC1}"/>
                  </a:ext>
                </a:extLst>
              </p:cNvPr>
              <p:cNvPicPr>
                <a:picLocks noChangeAspect="1"/>
              </p:cNvPicPr>
              <p:nvPr/>
            </p:nvPicPr>
            <p:blipFill>
              <a:blip r:embed="rId4">
                <a:extLst>
                  <a:ext uri="{28A0092B-C50C-407E-A947-70E740481C1C}">
                    <a14:useLocalDpi xmlns:a14="http://schemas.microsoft.com/office/drawing/2010/main" val="0"/>
                  </a:ext>
                  <a:ext uri="{96DAC541-7B7A-43D3-8B79-37D633B846F1}">
                    <asvg:svgBlip xmlns:asvg="http://schemas.microsoft.com/office/drawing/2016/SVG/main" r:embed="rId5"/>
                  </a:ext>
                </a:extLst>
              </a:blip>
              <a:stretch>
                <a:fillRect/>
              </a:stretch>
            </p:blipFill>
            <p:spPr>
              <a:xfrm>
                <a:off x="3393222" y="2975188"/>
                <a:ext cx="688835" cy="666249"/>
              </a:xfrm>
              <a:prstGeom prst="rect">
                <a:avLst/>
              </a:prstGeom>
            </p:spPr>
          </p:pic>
          <p:sp>
            <p:nvSpPr>
              <p:cNvPr id="49" name="文本框 48">
                <a:extLst>
                  <a:ext uri="{FF2B5EF4-FFF2-40B4-BE49-F238E27FC236}">
                    <a16:creationId xmlns:a16="http://schemas.microsoft.com/office/drawing/2014/main" id="{1216CCBF-7A51-482A-8104-21D975E10B8D}"/>
                  </a:ext>
                </a:extLst>
              </p:cNvPr>
              <p:cNvSpPr txBox="1"/>
              <p:nvPr/>
            </p:nvSpPr>
            <p:spPr>
              <a:xfrm>
                <a:off x="3680202" y="3014092"/>
                <a:ext cx="388699" cy="400110"/>
              </a:xfrm>
              <a:prstGeom prst="rect">
                <a:avLst/>
              </a:prstGeom>
              <a:noFill/>
            </p:spPr>
            <p:txBody>
              <a:bodyPr wrap="square">
                <a:spAutoFit/>
              </a:bodyPr>
              <a:lstStyle/>
              <a:p>
                <a:pPr algn="ctr"/>
                <a:r>
                  <a:rPr lang="en-US" altLang="zh-CN" sz="2000" b="1" dirty="0">
                    <a:solidFill>
                      <a:schemeClr val="bg1"/>
                    </a:solidFill>
                  </a:rPr>
                  <a:t>F</a:t>
                </a:r>
                <a:endParaRPr lang="zh-CN" altLang="en-US" sz="2000" dirty="0">
                  <a:solidFill>
                    <a:schemeClr val="bg1"/>
                  </a:solidFill>
                </a:endParaRPr>
              </a:p>
            </p:txBody>
          </p:sp>
        </p:grpSp>
        <p:grpSp>
          <p:nvGrpSpPr>
            <p:cNvPr id="45" name="组合 44">
              <a:extLst>
                <a:ext uri="{FF2B5EF4-FFF2-40B4-BE49-F238E27FC236}">
                  <a16:creationId xmlns:a16="http://schemas.microsoft.com/office/drawing/2014/main" id="{DDBA12F7-C5BA-4D15-AC11-0D79CC20089A}"/>
                </a:ext>
              </a:extLst>
            </p:cNvPr>
            <p:cNvGrpSpPr/>
            <p:nvPr/>
          </p:nvGrpSpPr>
          <p:grpSpPr>
            <a:xfrm>
              <a:off x="8923858" y="4209088"/>
              <a:ext cx="688835" cy="666249"/>
              <a:chOff x="3393222" y="2975188"/>
              <a:chExt cx="688835" cy="666249"/>
            </a:xfrm>
          </p:grpSpPr>
          <p:pic>
            <p:nvPicPr>
              <p:cNvPr id="46" name="图形 10">
                <a:extLst>
                  <a:ext uri="{FF2B5EF4-FFF2-40B4-BE49-F238E27FC236}">
                    <a16:creationId xmlns:a16="http://schemas.microsoft.com/office/drawing/2014/main" id="{5206E993-22D6-416C-BD6E-7BA1B8EC8925}"/>
                  </a:ext>
                </a:extLst>
              </p:cNvPr>
              <p:cNvPicPr>
                <a:picLocks noChangeAspect="1"/>
              </p:cNvPicPr>
              <p:nvPr/>
            </p:nvPicPr>
            <p:blipFill>
              <a:blip r:embed="rId4">
                <a:extLst>
                  <a:ext uri="{28A0092B-C50C-407E-A947-70E740481C1C}">
                    <a14:useLocalDpi xmlns:a14="http://schemas.microsoft.com/office/drawing/2010/main" val="0"/>
                  </a:ext>
                  <a:ext uri="{96DAC541-7B7A-43D3-8B79-37D633B846F1}">
                    <asvg:svgBlip xmlns:asvg="http://schemas.microsoft.com/office/drawing/2016/SVG/main" r:embed="rId5"/>
                  </a:ext>
                </a:extLst>
              </a:blip>
              <a:stretch>
                <a:fillRect/>
              </a:stretch>
            </p:blipFill>
            <p:spPr>
              <a:xfrm>
                <a:off x="3393222" y="2975188"/>
                <a:ext cx="688835" cy="666249"/>
              </a:xfrm>
              <a:prstGeom prst="rect">
                <a:avLst/>
              </a:prstGeom>
            </p:spPr>
          </p:pic>
          <p:sp>
            <p:nvSpPr>
              <p:cNvPr id="47" name="文本框 46">
                <a:extLst>
                  <a:ext uri="{FF2B5EF4-FFF2-40B4-BE49-F238E27FC236}">
                    <a16:creationId xmlns:a16="http://schemas.microsoft.com/office/drawing/2014/main" id="{11A5DCB8-BA30-4A3E-9AB8-373AFE47EF52}"/>
                  </a:ext>
                </a:extLst>
              </p:cNvPr>
              <p:cNvSpPr txBox="1"/>
              <p:nvPr/>
            </p:nvSpPr>
            <p:spPr>
              <a:xfrm>
                <a:off x="3680202" y="3014092"/>
                <a:ext cx="388699" cy="400110"/>
              </a:xfrm>
              <a:prstGeom prst="rect">
                <a:avLst/>
              </a:prstGeom>
              <a:noFill/>
            </p:spPr>
            <p:txBody>
              <a:bodyPr wrap="square">
                <a:spAutoFit/>
              </a:bodyPr>
              <a:lstStyle/>
              <a:p>
                <a:pPr algn="ctr"/>
                <a:r>
                  <a:rPr lang="en-US" altLang="zh-CN" sz="2000" b="1" dirty="0">
                    <a:solidFill>
                      <a:schemeClr val="bg1"/>
                    </a:solidFill>
                  </a:rPr>
                  <a:t>E</a:t>
                </a:r>
                <a:endParaRPr lang="zh-CN" altLang="en-US" sz="2000" dirty="0">
                  <a:solidFill>
                    <a:schemeClr val="bg1"/>
                  </a:solidFill>
                </a:endParaRPr>
              </a:p>
            </p:txBody>
          </p:sp>
        </p:grpSp>
        <p:pic>
          <p:nvPicPr>
            <p:cNvPr id="37" name="图片 36" descr="图片包含 图标&#10;&#10;描述已自动生成">
              <a:extLst>
                <a:ext uri="{FF2B5EF4-FFF2-40B4-BE49-F238E27FC236}">
                  <a16:creationId xmlns:a16="http://schemas.microsoft.com/office/drawing/2014/main" id="{66496DB0-9A3F-4B29-B147-178B8CC0741C}"/>
                </a:ext>
              </a:extLst>
            </p:cNvPr>
            <p:cNvPicPr>
              <a:picLocks noChangeAspect="1"/>
            </p:cNvPicPr>
            <p:nvPr/>
          </p:nvPicPr>
          <p:blipFill>
            <a:blip r:embed="rId6">
              <a:extLst>
                <a:ext uri="{28A0092B-C50C-407E-A947-70E740481C1C}">
                  <a14:useLocalDpi xmlns:a14="http://schemas.microsoft.com/office/drawing/2010/main" val="0"/>
                </a:ext>
              </a:extLst>
            </a:blip>
            <a:stretch>
              <a:fillRect/>
            </a:stretch>
          </p:blipFill>
          <p:spPr>
            <a:xfrm>
              <a:off x="5755541" y="4362066"/>
              <a:ext cx="581100" cy="474367"/>
            </a:xfrm>
            <a:prstGeom prst="rect">
              <a:avLst/>
            </a:prstGeom>
          </p:spPr>
        </p:pic>
        <p:sp>
          <p:nvSpPr>
            <p:cNvPr id="38" name="文本框 37">
              <a:extLst>
                <a:ext uri="{FF2B5EF4-FFF2-40B4-BE49-F238E27FC236}">
                  <a16:creationId xmlns:a16="http://schemas.microsoft.com/office/drawing/2014/main" id="{54BC2991-5D71-41F9-BCDB-D116D81A2B2C}"/>
                </a:ext>
              </a:extLst>
            </p:cNvPr>
            <p:cNvSpPr txBox="1"/>
            <p:nvPr/>
          </p:nvSpPr>
          <p:spPr>
            <a:xfrm>
              <a:off x="5691400" y="4836433"/>
              <a:ext cx="694865" cy="369332"/>
            </a:xfrm>
            <a:prstGeom prst="rect">
              <a:avLst/>
            </a:prstGeom>
            <a:noFill/>
          </p:spPr>
          <p:txBody>
            <a:bodyPr wrap="square" rtlCol="0">
              <a:spAutoFit/>
            </a:bodyPr>
            <a:lstStyle/>
            <a:p>
              <a:pPr algn="ctr"/>
              <a:r>
                <a:rPr lang="zh-CN" altLang="en-US" b="1" dirty="0">
                  <a:latin typeface="+mn-ea"/>
                </a:rPr>
                <a:t>网桥</a:t>
              </a:r>
            </a:p>
          </p:txBody>
        </p:sp>
        <p:sp>
          <p:nvSpPr>
            <p:cNvPr id="35" name="文本框 34">
              <a:extLst>
                <a:ext uri="{FF2B5EF4-FFF2-40B4-BE49-F238E27FC236}">
                  <a16:creationId xmlns:a16="http://schemas.microsoft.com/office/drawing/2014/main" id="{AA36C400-5BEA-4377-A6FE-ED432BE8C82F}"/>
                </a:ext>
              </a:extLst>
            </p:cNvPr>
            <p:cNvSpPr txBox="1"/>
            <p:nvPr/>
          </p:nvSpPr>
          <p:spPr>
            <a:xfrm>
              <a:off x="5637014" y="4069729"/>
              <a:ext cx="388699" cy="400110"/>
            </a:xfrm>
            <a:prstGeom prst="rect">
              <a:avLst/>
            </a:prstGeom>
            <a:noFill/>
          </p:spPr>
          <p:txBody>
            <a:bodyPr wrap="square">
              <a:spAutoFit/>
            </a:bodyPr>
            <a:lstStyle/>
            <a:p>
              <a:pPr algn="ctr"/>
              <a:r>
                <a:rPr lang="en-US" altLang="zh-CN" sz="2000" b="1" dirty="0"/>
                <a:t>1</a:t>
              </a:r>
              <a:endParaRPr lang="zh-CN" altLang="en-US" sz="2000" dirty="0"/>
            </a:p>
          </p:txBody>
        </p:sp>
        <p:sp>
          <p:nvSpPr>
            <p:cNvPr id="36" name="文本框 35">
              <a:extLst>
                <a:ext uri="{FF2B5EF4-FFF2-40B4-BE49-F238E27FC236}">
                  <a16:creationId xmlns:a16="http://schemas.microsoft.com/office/drawing/2014/main" id="{FD0F606C-E69C-4C76-9676-89125A4A96A4}"/>
                </a:ext>
              </a:extLst>
            </p:cNvPr>
            <p:cNvSpPr txBox="1"/>
            <p:nvPr/>
          </p:nvSpPr>
          <p:spPr>
            <a:xfrm>
              <a:off x="6131677" y="4069729"/>
              <a:ext cx="388699" cy="400110"/>
            </a:xfrm>
            <a:prstGeom prst="rect">
              <a:avLst/>
            </a:prstGeom>
            <a:noFill/>
          </p:spPr>
          <p:txBody>
            <a:bodyPr wrap="square">
              <a:spAutoFit/>
            </a:bodyPr>
            <a:lstStyle/>
            <a:p>
              <a:pPr algn="ctr"/>
              <a:r>
                <a:rPr lang="en-US" altLang="zh-CN" sz="2000" b="1" dirty="0"/>
                <a:t>2</a:t>
              </a:r>
              <a:endParaRPr lang="zh-CN" altLang="en-US" sz="2000" dirty="0"/>
            </a:p>
          </p:txBody>
        </p:sp>
      </p:grpSp>
      <p:grpSp>
        <p:nvGrpSpPr>
          <p:cNvPr id="7" name="组合 6">
            <a:extLst>
              <a:ext uri="{FF2B5EF4-FFF2-40B4-BE49-F238E27FC236}">
                <a16:creationId xmlns:a16="http://schemas.microsoft.com/office/drawing/2014/main" id="{19421666-7F5D-4D81-A0B8-B30EF80C4B32}"/>
              </a:ext>
            </a:extLst>
          </p:cNvPr>
          <p:cNvGrpSpPr/>
          <p:nvPr/>
        </p:nvGrpSpPr>
        <p:grpSpPr>
          <a:xfrm>
            <a:off x="7362876" y="1771108"/>
            <a:ext cx="4524324" cy="597122"/>
            <a:chOff x="7362876" y="1771108"/>
            <a:chExt cx="4524324" cy="597122"/>
          </a:xfrm>
        </p:grpSpPr>
        <p:sp>
          <p:nvSpPr>
            <p:cNvPr id="83" name="íşlïḍè">
              <a:extLst>
                <a:ext uri="{FF2B5EF4-FFF2-40B4-BE49-F238E27FC236}">
                  <a16:creationId xmlns:a16="http://schemas.microsoft.com/office/drawing/2014/main" id="{63850319-2EC9-4694-B066-AB365F29832C}"/>
                </a:ext>
              </a:extLst>
            </p:cNvPr>
            <p:cNvSpPr txBox="1"/>
            <p:nvPr/>
          </p:nvSpPr>
          <p:spPr>
            <a:xfrm>
              <a:off x="7362876" y="1771108"/>
              <a:ext cx="1590350" cy="597122"/>
            </a:xfrm>
            <a:prstGeom prst="rect">
              <a:avLst/>
            </a:prstGeom>
            <a:noFill/>
          </p:spPr>
          <p:txBody>
            <a:bodyPr wrap="square" lIns="91440" tIns="45720" rIns="91440" bIns="45720" anchor="ctr">
              <a:noAutofit/>
            </a:bodyPr>
            <a:lstStyle/>
            <a:p>
              <a:pPr algn="ctr"/>
              <a:r>
                <a:rPr lang="zh-CN" altLang="en-US" b="1" dirty="0">
                  <a:latin typeface="Arial Narrow" panose="020B0606020202030204" pitchFamily="34" charset="0"/>
                </a:rPr>
                <a:t>站点间的通信</a:t>
              </a:r>
            </a:p>
          </p:txBody>
        </p:sp>
        <p:sp>
          <p:nvSpPr>
            <p:cNvPr id="84" name="íşlïḍè">
              <a:extLst>
                <a:ext uri="{FF2B5EF4-FFF2-40B4-BE49-F238E27FC236}">
                  <a16:creationId xmlns:a16="http://schemas.microsoft.com/office/drawing/2014/main" id="{3084F57C-1DB0-4D24-B9CC-5AA20FF5C73C}"/>
                </a:ext>
              </a:extLst>
            </p:cNvPr>
            <p:cNvSpPr txBox="1"/>
            <p:nvPr/>
          </p:nvSpPr>
          <p:spPr>
            <a:xfrm>
              <a:off x="9328589" y="1771108"/>
              <a:ext cx="2558611" cy="597122"/>
            </a:xfrm>
            <a:prstGeom prst="rect">
              <a:avLst/>
            </a:prstGeom>
            <a:noFill/>
          </p:spPr>
          <p:txBody>
            <a:bodyPr wrap="square" lIns="91440" tIns="45720" rIns="91440" bIns="45720" anchor="ctr">
              <a:noAutofit/>
            </a:bodyPr>
            <a:lstStyle/>
            <a:p>
              <a:pPr algn="ctr"/>
              <a:r>
                <a:rPr lang="zh-CN" altLang="en-US" b="1" dirty="0">
                  <a:latin typeface="Arial Narrow" panose="020B0606020202030204" pitchFamily="34" charset="0"/>
                </a:rPr>
                <a:t>网桥自学习和转发帧</a:t>
              </a:r>
            </a:p>
          </p:txBody>
        </p:sp>
      </p:grpSp>
      <p:sp>
        <p:nvSpPr>
          <p:cNvPr id="77" name="文本框 76">
            <a:extLst>
              <a:ext uri="{FF2B5EF4-FFF2-40B4-BE49-F238E27FC236}">
                <a16:creationId xmlns:a16="http://schemas.microsoft.com/office/drawing/2014/main" id="{37B7F1A5-6AE5-4A4A-B702-13345E29B0A5}"/>
              </a:ext>
            </a:extLst>
          </p:cNvPr>
          <p:cNvSpPr txBox="1"/>
          <p:nvPr/>
        </p:nvSpPr>
        <p:spPr>
          <a:xfrm>
            <a:off x="7726930" y="2312479"/>
            <a:ext cx="862241" cy="400110"/>
          </a:xfrm>
          <a:prstGeom prst="rect">
            <a:avLst/>
          </a:prstGeom>
          <a:noFill/>
        </p:spPr>
        <p:txBody>
          <a:bodyPr wrap="square">
            <a:spAutoFit/>
          </a:bodyPr>
          <a:lstStyle/>
          <a:p>
            <a:pPr algn="ctr"/>
            <a:r>
              <a:rPr lang="en-US" altLang="zh-CN" sz="2000" b="1" dirty="0">
                <a:solidFill>
                  <a:schemeClr val="tx1"/>
                </a:solidFill>
              </a:rPr>
              <a:t>A</a:t>
            </a:r>
            <a:r>
              <a:rPr lang="en-US" altLang="zh-CN" sz="2000" b="1" dirty="0">
                <a:solidFill>
                  <a:schemeClr val="tx1"/>
                </a:solidFill>
                <a:latin typeface="+mn-ea"/>
              </a:rPr>
              <a:t>→</a:t>
            </a:r>
            <a:r>
              <a:rPr lang="en-US" altLang="zh-CN" sz="2000" b="1" dirty="0">
                <a:solidFill>
                  <a:schemeClr val="tx1"/>
                </a:solidFill>
              </a:rPr>
              <a:t>B</a:t>
            </a:r>
            <a:endParaRPr lang="zh-CN" altLang="en-US" sz="2000" b="1" dirty="0">
              <a:solidFill>
                <a:schemeClr val="tx1"/>
              </a:solidFill>
            </a:endParaRPr>
          </a:p>
        </p:txBody>
      </p:sp>
      <p:sp>
        <p:nvSpPr>
          <p:cNvPr id="78" name="文本框 77">
            <a:extLst>
              <a:ext uri="{FF2B5EF4-FFF2-40B4-BE49-F238E27FC236}">
                <a16:creationId xmlns:a16="http://schemas.microsoft.com/office/drawing/2014/main" id="{5238F13B-EC33-4E11-AC85-9CCE8031DC22}"/>
              </a:ext>
            </a:extLst>
          </p:cNvPr>
          <p:cNvSpPr txBox="1"/>
          <p:nvPr/>
        </p:nvSpPr>
        <p:spPr>
          <a:xfrm>
            <a:off x="1243661" y="3137717"/>
            <a:ext cx="688835" cy="369332"/>
          </a:xfrm>
          <a:prstGeom prst="rect">
            <a:avLst/>
          </a:prstGeom>
          <a:noFill/>
        </p:spPr>
        <p:txBody>
          <a:bodyPr wrap="square" rtlCol="0">
            <a:spAutoFit/>
          </a:bodyPr>
          <a:lstStyle/>
          <a:p>
            <a:pPr algn="ctr"/>
            <a:r>
              <a:rPr lang="zh-CN" altLang="en-US" b="1" dirty="0">
                <a:solidFill>
                  <a:schemeClr val="accent4"/>
                </a:solidFill>
              </a:rPr>
              <a:t>接受</a:t>
            </a:r>
          </a:p>
        </p:txBody>
      </p:sp>
      <p:sp>
        <p:nvSpPr>
          <p:cNvPr id="79" name="文本框 78">
            <a:extLst>
              <a:ext uri="{FF2B5EF4-FFF2-40B4-BE49-F238E27FC236}">
                <a16:creationId xmlns:a16="http://schemas.microsoft.com/office/drawing/2014/main" id="{7E5FF436-1429-47F3-B72E-9342E61ED1E4}"/>
              </a:ext>
            </a:extLst>
          </p:cNvPr>
          <p:cNvSpPr txBox="1"/>
          <p:nvPr/>
        </p:nvSpPr>
        <p:spPr>
          <a:xfrm>
            <a:off x="1243661" y="5757647"/>
            <a:ext cx="688835" cy="369332"/>
          </a:xfrm>
          <a:prstGeom prst="rect">
            <a:avLst/>
          </a:prstGeom>
          <a:noFill/>
        </p:spPr>
        <p:txBody>
          <a:bodyPr wrap="square" rtlCol="0">
            <a:spAutoFit/>
          </a:bodyPr>
          <a:lstStyle/>
          <a:p>
            <a:pPr algn="ctr"/>
            <a:r>
              <a:rPr lang="zh-CN" altLang="en-US" b="1" dirty="0">
                <a:solidFill>
                  <a:schemeClr val="accent1">
                    <a:lumMod val="75000"/>
                  </a:schemeClr>
                </a:solidFill>
              </a:rPr>
              <a:t>丢弃</a:t>
            </a:r>
          </a:p>
        </p:txBody>
      </p:sp>
      <p:sp>
        <p:nvSpPr>
          <p:cNvPr id="80" name="文本框 79">
            <a:extLst>
              <a:ext uri="{FF2B5EF4-FFF2-40B4-BE49-F238E27FC236}">
                <a16:creationId xmlns:a16="http://schemas.microsoft.com/office/drawing/2014/main" id="{E47F83A7-2A3F-4E7F-88FC-54D5544A4716}"/>
              </a:ext>
            </a:extLst>
          </p:cNvPr>
          <p:cNvSpPr txBox="1"/>
          <p:nvPr/>
        </p:nvSpPr>
        <p:spPr>
          <a:xfrm>
            <a:off x="3239122" y="2336192"/>
            <a:ext cx="322463" cy="400110"/>
          </a:xfrm>
          <a:prstGeom prst="rect">
            <a:avLst/>
          </a:prstGeom>
          <a:noFill/>
        </p:spPr>
        <p:txBody>
          <a:bodyPr wrap="square">
            <a:spAutoFit/>
          </a:bodyPr>
          <a:lstStyle/>
          <a:p>
            <a:pPr algn="ctr"/>
            <a:r>
              <a:rPr lang="en-US" altLang="zh-CN" sz="2000" b="1" dirty="0">
                <a:solidFill>
                  <a:schemeClr val="tx1"/>
                </a:solidFill>
              </a:rPr>
              <a:t>A</a:t>
            </a:r>
            <a:endParaRPr lang="zh-CN" altLang="en-US" sz="2000" b="1" dirty="0">
              <a:solidFill>
                <a:schemeClr val="tx1"/>
              </a:solidFill>
            </a:endParaRPr>
          </a:p>
        </p:txBody>
      </p:sp>
      <p:sp>
        <p:nvSpPr>
          <p:cNvPr id="81" name="文本框 80">
            <a:extLst>
              <a:ext uri="{FF2B5EF4-FFF2-40B4-BE49-F238E27FC236}">
                <a16:creationId xmlns:a16="http://schemas.microsoft.com/office/drawing/2014/main" id="{3969BAE0-73F9-4E23-8AF8-C4585C78789A}"/>
              </a:ext>
            </a:extLst>
          </p:cNvPr>
          <p:cNvSpPr txBox="1"/>
          <p:nvPr/>
        </p:nvSpPr>
        <p:spPr>
          <a:xfrm>
            <a:off x="4122484" y="2336192"/>
            <a:ext cx="322463" cy="400110"/>
          </a:xfrm>
          <a:prstGeom prst="rect">
            <a:avLst/>
          </a:prstGeom>
          <a:noFill/>
        </p:spPr>
        <p:txBody>
          <a:bodyPr wrap="square">
            <a:spAutoFit/>
          </a:bodyPr>
          <a:lstStyle/>
          <a:p>
            <a:pPr algn="ctr"/>
            <a:r>
              <a:rPr lang="en-US" altLang="zh-CN" sz="2000" b="1" dirty="0">
                <a:solidFill>
                  <a:schemeClr val="tx1"/>
                </a:solidFill>
              </a:rPr>
              <a:t>1</a:t>
            </a:r>
            <a:endParaRPr lang="zh-CN" altLang="en-US" sz="2000" b="1" dirty="0">
              <a:solidFill>
                <a:schemeClr val="tx1"/>
              </a:solidFill>
            </a:endParaRPr>
          </a:p>
        </p:txBody>
      </p:sp>
      <p:sp>
        <p:nvSpPr>
          <p:cNvPr id="82" name="文本框 81">
            <a:extLst>
              <a:ext uri="{FF2B5EF4-FFF2-40B4-BE49-F238E27FC236}">
                <a16:creationId xmlns:a16="http://schemas.microsoft.com/office/drawing/2014/main" id="{CE9E7881-4DFF-4864-9184-54119489B430}"/>
              </a:ext>
            </a:extLst>
          </p:cNvPr>
          <p:cNvSpPr txBox="1"/>
          <p:nvPr/>
        </p:nvSpPr>
        <p:spPr>
          <a:xfrm>
            <a:off x="9484465" y="2312479"/>
            <a:ext cx="785190" cy="369332"/>
          </a:xfrm>
          <a:prstGeom prst="rect">
            <a:avLst/>
          </a:prstGeom>
          <a:noFill/>
        </p:spPr>
        <p:txBody>
          <a:bodyPr wrap="square">
            <a:spAutoFit/>
          </a:bodyPr>
          <a:lstStyle/>
          <a:p>
            <a:r>
              <a:rPr lang="zh-CN" altLang="en-US" b="1" dirty="0">
                <a:solidFill>
                  <a:schemeClr val="tx1"/>
                </a:solidFill>
              </a:rPr>
              <a:t>登记</a:t>
            </a:r>
          </a:p>
        </p:txBody>
      </p:sp>
      <p:cxnSp>
        <p:nvCxnSpPr>
          <p:cNvPr id="9" name="直接箭头连接符 8">
            <a:extLst>
              <a:ext uri="{FF2B5EF4-FFF2-40B4-BE49-F238E27FC236}">
                <a16:creationId xmlns:a16="http://schemas.microsoft.com/office/drawing/2014/main" id="{DFACBCC1-C606-4D78-98CF-11657AECB778}"/>
              </a:ext>
            </a:extLst>
          </p:cNvPr>
          <p:cNvCxnSpPr>
            <a:cxnSpLocks/>
            <a:endCxn id="80" idx="1"/>
          </p:cNvCxnSpPr>
          <p:nvPr/>
        </p:nvCxnSpPr>
        <p:spPr>
          <a:xfrm flipV="1">
            <a:off x="2792045" y="2536247"/>
            <a:ext cx="447077" cy="1833266"/>
          </a:xfrm>
          <a:prstGeom prst="straightConnector1">
            <a:avLst/>
          </a:prstGeom>
          <a:ln w="12700">
            <a:solidFill>
              <a:schemeClr val="tx1"/>
            </a:solidFill>
            <a:prstDash val="dash"/>
            <a:tailEnd type="triangle" w="med" len="lg"/>
          </a:ln>
        </p:spPr>
        <p:style>
          <a:lnRef idx="1">
            <a:schemeClr val="accent1"/>
          </a:lnRef>
          <a:fillRef idx="0">
            <a:schemeClr val="accent1"/>
          </a:fillRef>
          <a:effectRef idx="0">
            <a:schemeClr val="accent1"/>
          </a:effectRef>
          <a:fontRef idx="minor">
            <a:schemeClr val="tx1"/>
          </a:fontRef>
        </p:style>
      </p:cxnSp>
      <p:cxnSp>
        <p:nvCxnSpPr>
          <p:cNvPr id="85" name="直接箭头连接符 84">
            <a:extLst>
              <a:ext uri="{FF2B5EF4-FFF2-40B4-BE49-F238E27FC236}">
                <a16:creationId xmlns:a16="http://schemas.microsoft.com/office/drawing/2014/main" id="{161F8B73-375C-4DF4-AD7E-02AE3342B613}"/>
              </a:ext>
            </a:extLst>
          </p:cNvPr>
          <p:cNvCxnSpPr>
            <a:cxnSpLocks/>
            <a:stCxn id="35" idx="0"/>
            <a:endCxn id="81" idx="1"/>
          </p:cNvCxnSpPr>
          <p:nvPr/>
        </p:nvCxnSpPr>
        <p:spPr>
          <a:xfrm flipV="1">
            <a:off x="3594704" y="2536247"/>
            <a:ext cx="527780" cy="1533482"/>
          </a:xfrm>
          <a:prstGeom prst="straightConnector1">
            <a:avLst/>
          </a:prstGeom>
          <a:ln w="12700">
            <a:solidFill>
              <a:schemeClr val="tx1"/>
            </a:solidFill>
            <a:prstDash val="dash"/>
            <a:tailEnd type="triangle" w="med" len="lg"/>
          </a:ln>
        </p:spPr>
        <p:style>
          <a:lnRef idx="1">
            <a:schemeClr val="accent1"/>
          </a:lnRef>
          <a:fillRef idx="0">
            <a:schemeClr val="accent1"/>
          </a:fillRef>
          <a:effectRef idx="0">
            <a:schemeClr val="accent1"/>
          </a:effectRef>
          <a:fontRef idx="minor">
            <a:schemeClr val="tx1"/>
          </a:fontRef>
        </p:style>
      </p:cxnSp>
      <p:sp>
        <p:nvSpPr>
          <p:cNvPr id="86" name="平行四边形 85">
            <a:extLst>
              <a:ext uri="{FF2B5EF4-FFF2-40B4-BE49-F238E27FC236}">
                <a16:creationId xmlns:a16="http://schemas.microsoft.com/office/drawing/2014/main" id="{3971EB44-73D6-2F22-CC65-0D3ACB497FE1}"/>
              </a:ext>
            </a:extLst>
          </p:cNvPr>
          <p:cNvSpPr/>
          <p:nvPr/>
        </p:nvSpPr>
        <p:spPr>
          <a:xfrm>
            <a:off x="304800" y="749300"/>
            <a:ext cx="688834" cy="387090"/>
          </a:xfrm>
          <a:prstGeom prst="parallelogram">
            <a:avLst/>
          </a:prstGeom>
          <a:solidFill>
            <a:schemeClr val="accent3">
              <a:lumMod val="75000"/>
            </a:schemeClr>
          </a:solidFill>
          <a:ln>
            <a:solidFill>
              <a:schemeClr val="accent3">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CN" sz="2200" dirty="0">
                <a:latin typeface="Impact" panose="020B0806030902050204" pitchFamily="34" charset="0"/>
              </a:rPr>
              <a:t>03</a:t>
            </a:r>
            <a:endParaRPr lang="zh-CN" altLang="en-US" sz="2200" dirty="0">
              <a:latin typeface="Impact" panose="020B0806030902050204" pitchFamily="34" charset="0"/>
            </a:endParaRPr>
          </a:p>
        </p:txBody>
      </p:sp>
    </p:spTree>
    <p:custDataLst>
      <p:tags r:id="rId1"/>
    </p:custDataLst>
    <p:extLst>
      <p:ext uri="{BB962C8B-B14F-4D97-AF65-F5344CB8AC3E}">
        <p14:creationId xmlns:p14="http://schemas.microsoft.com/office/powerpoint/2010/main" val="490816557"/>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53" presetClass="entr" presetSubtype="16" fill="hold" grpId="0" nodeType="withEffect">
                                  <p:stCondLst>
                                    <p:cond delay="0"/>
                                  </p:stCondLst>
                                  <p:childTnLst>
                                    <p:set>
                                      <p:cBhvr>
                                        <p:cTn id="6" dur="1" fill="hold">
                                          <p:stCondLst>
                                            <p:cond delay="0"/>
                                          </p:stCondLst>
                                        </p:cTn>
                                        <p:tgtEl>
                                          <p:spTgt spid="82"/>
                                        </p:tgtEl>
                                        <p:attrNameLst>
                                          <p:attrName>style.visibility</p:attrName>
                                        </p:attrNameLst>
                                      </p:cBhvr>
                                      <p:to>
                                        <p:strVal val="visible"/>
                                      </p:to>
                                    </p:set>
                                    <p:anim calcmode="lin" valueType="num">
                                      <p:cBhvr>
                                        <p:cTn id="7" dur="500" fill="hold"/>
                                        <p:tgtEl>
                                          <p:spTgt spid="82"/>
                                        </p:tgtEl>
                                        <p:attrNameLst>
                                          <p:attrName>ppt_w</p:attrName>
                                        </p:attrNameLst>
                                      </p:cBhvr>
                                      <p:tavLst>
                                        <p:tav tm="0">
                                          <p:val>
                                            <p:fltVal val="0"/>
                                          </p:val>
                                        </p:tav>
                                        <p:tav tm="100000">
                                          <p:val>
                                            <p:strVal val="#ppt_w"/>
                                          </p:val>
                                        </p:tav>
                                      </p:tavLst>
                                    </p:anim>
                                    <p:anim calcmode="lin" valueType="num">
                                      <p:cBhvr>
                                        <p:cTn id="8" dur="500" fill="hold"/>
                                        <p:tgtEl>
                                          <p:spTgt spid="82"/>
                                        </p:tgtEl>
                                        <p:attrNameLst>
                                          <p:attrName>ppt_h</p:attrName>
                                        </p:attrNameLst>
                                      </p:cBhvr>
                                      <p:tavLst>
                                        <p:tav tm="0">
                                          <p:val>
                                            <p:fltVal val="0"/>
                                          </p:val>
                                        </p:tav>
                                        <p:tav tm="100000">
                                          <p:val>
                                            <p:strVal val="#ppt_h"/>
                                          </p:val>
                                        </p:tav>
                                      </p:tavLst>
                                    </p:anim>
                                    <p:animEffect transition="in" filter="fade">
                                      <p:cBhvr>
                                        <p:cTn id="9" dur="500"/>
                                        <p:tgtEl>
                                          <p:spTgt spid="82"/>
                                        </p:tgtEl>
                                      </p:cBhvr>
                                    </p:animEffect>
                                  </p:childTnLst>
                                </p:cTn>
                              </p:par>
                            </p:childTnLst>
                          </p:cTn>
                        </p:par>
                      </p:childTnLst>
                    </p:cTn>
                  </p:par>
                  <p:par>
                    <p:cTn id="10" fill="hold">
                      <p:stCondLst>
                        <p:cond delay="indefinite"/>
                      </p:stCondLst>
                      <p:childTnLst>
                        <p:par>
                          <p:cTn id="11" fill="hold">
                            <p:stCondLst>
                              <p:cond delay="0"/>
                            </p:stCondLst>
                            <p:childTnLst>
                              <p:par>
                                <p:cTn id="12" presetID="22" presetClass="entr" presetSubtype="4" fill="hold" nodeType="clickEffect">
                                  <p:stCondLst>
                                    <p:cond delay="0"/>
                                  </p:stCondLst>
                                  <p:childTnLst>
                                    <p:set>
                                      <p:cBhvr>
                                        <p:cTn id="13" dur="1" fill="hold">
                                          <p:stCondLst>
                                            <p:cond delay="0"/>
                                          </p:stCondLst>
                                        </p:cTn>
                                        <p:tgtEl>
                                          <p:spTgt spid="9"/>
                                        </p:tgtEl>
                                        <p:attrNameLst>
                                          <p:attrName>style.visibility</p:attrName>
                                        </p:attrNameLst>
                                      </p:cBhvr>
                                      <p:to>
                                        <p:strVal val="visible"/>
                                      </p:to>
                                    </p:set>
                                    <p:animEffect transition="in" filter="wipe(down)">
                                      <p:cBhvr>
                                        <p:cTn id="14" dur="500"/>
                                        <p:tgtEl>
                                          <p:spTgt spid="9"/>
                                        </p:tgtEl>
                                      </p:cBhvr>
                                    </p:animEffect>
                                  </p:childTnLst>
                                </p:cTn>
                              </p:par>
                            </p:childTnLst>
                          </p:cTn>
                        </p:par>
                        <p:par>
                          <p:cTn id="15" fill="hold">
                            <p:stCondLst>
                              <p:cond delay="500"/>
                            </p:stCondLst>
                            <p:childTnLst>
                              <p:par>
                                <p:cTn id="16" presetID="53" presetClass="entr" presetSubtype="16" fill="hold" grpId="0" nodeType="afterEffect">
                                  <p:stCondLst>
                                    <p:cond delay="0"/>
                                  </p:stCondLst>
                                  <p:childTnLst>
                                    <p:set>
                                      <p:cBhvr>
                                        <p:cTn id="17" dur="1" fill="hold">
                                          <p:stCondLst>
                                            <p:cond delay="0"/>
                                          </p:stCondLst>
                                        </p:cTn>
                                        <p:tgtEl>
                                          <p:spTgt spid="80"/>
                                        </p:tgtEl>
                                        <p:attrNameLst>
                                          <p:attrName>style.visibility</p:attrName>
                                        </p:attrNameLst>
                                      </p:cBhvr>
                                      <p:to>
                                        <p:strVal val="visible"/>
                                      </p:to>
                                    </p:set>
                                    <p:anim calcmode="lin" valueType="num">
                                      <p:cBhvr>
                                        <p:cTn id="18" dur="500" fill="hold"/>
                                        <p:tgtEl>
                                          <p:spTgt spid="80"/>
                                        </p:tgtEl>
                                        <p:attrNameLst>
                                          <p:attrName>ppt_w</p:attrName>
                                        </p:attrNameLst>
                                      </p:cBhvr>
                                      <p:tavLst>
                                        <p:tav tm="0">
                                          <p:val>
                                            <p:fltVal val="0"/>
                                          </p:val>
                                        </p:tav>
                                        <p:tav tm="100000">
                                          <p:val>
                                            <p:strVal val="#ppt_w"/>
                                          </p:val>
                                        </p:tav>
                                      </p:tavLst>
                                    </p:anim>
                                    <p:anim calcmode="lin" valueType="num">
                                      <p:cBhvr>
                                        <p:cTn id="19" dur="500" fill="hold"/>
                                        <p:tgtEl>
                                          <p:spTgt spid="80"/>
                                        </p:tgtEl>
                                        <p:attrNameLst>
                                          <p:attrName>ppt_h</p:attrName>
                                        </p:attrNameLst>
                                      </p:cBhvr>
                                      <p:tavLst>
                                        <p:tav tm="0">
                                          <p:val>
                                            <p:fltVal val="0"/>
                                          </p:val>
                                        </p:tav>
                                        <p:tav tm="100000">
                                          <p:val>
                                            <p:strVal val="#ppt_h"/>
                                          </p:val>
                                        </p:tav>
                                      </p:tavLst>
                                    </p:anim>
                                    <p:animEffect transition="in" filter="fade">
                                      <p:cBhvr>
                                        <p:cTn id="20" dur="500"/>
                                        <p:tgtEl>
                                          <p:spTgt spid="80"/>
                                        </p:tgtEl>
                                      </p:cBhvr>
                                    </p:animEffect>
                                  </p:childTnLst>
                                </p:cTn>
                              </p:par>
                            </p:childTnLst>
                          </p:cTn>
                        </p:par>
                      </p:childTnLst>
                    </p:cTn>
                  </p:par>
                  <p:par>
                    <p:cTn id="21" fill="hold">
                      <p:stCondLst>
                        <p:cond delay="indefinite"/>
                      </p:stCondLst>
                      <p:childTnLst>
                        <p:par>
                          <p:cTn id="22" fill="hold">
                            <p:stCondLst>
                              <p:cond delay="0"/>
                            </p:stCondLst>
                            <p:childTnLst>
                              <p:par>
                                <p:cTn id="23" presetID="22" presetClass="entr" presetSubtype="4" fill="hold" nodeType="clickEffect">
                                  <p:stCondLst>
                                    <p:cond delay="0"/>
                                  </p:stCondLst>
                                  <p:childTnLst>
                                    <p:set>
                                      <p:cBhvr>
                                        <p:cTn id="24" dur="1" fill="hold">
                                          <p:stCondLst>
                                            <p:cond delay="0"/>
                                          </p:stCondLst>
                                        </p:cTn>
                                        <p:tgtEl>
                                          <p:spTgt spid="85"/>
                                        </p:tgtEl>
                                        <p:attrNameLst>
                                          <p:attrName>style.visibility</p:attrName>
                                        </p:attrNameLst>
                                      </p:cBhvr>
                                      <p:to>
                                        <p:strVal val="visible"/>
                                      </p:to>
                                    </p:set>
                                    <p:animEffect transition="in" filter="wipe(down)">
                                      <p:cBhvr>
                                        <p:cTn id="25" dur="500"/>
                                        <p:tgtEl>
                                          <p:spTgt spid="85"/>
                                        </p:tgtEl>
                                      </p:cBhvr>
                                    </p:animEffect>
                                  </p:childTnLst>
                                </p:cTn>
                              </p:par>
                            </p:childTnLst>
                          </p:cTn>
                        </p:par>
                        <p:par>
                          <p:cTn id="26" fill="hold">
                            <p:stCondLst>
                              <p:cond delay="500"/>
                            </p:stCondLst>
                            <p:childTnLst>
                              <p:par>
                                <p:cTn id="27" presetID="53" presetClass="entr" presetSubtype="16" fill="hold" grpId="0" nodeType="afterEffect">
                                  <p:stCondLst>
                                    <p:cond delay="0"/>
                                  </p:stCondLst>
                                  <p:childTnLst>
                                    <p:set>
                                      <p:cBhvr>
                                        <p:cTn id="28" dur="1" fill="hold">
                                          <p:stCondLst>
                                            <p:cond delay="0"/>
                                          </p:stCondLst>
                                        </p:cTn>
                                        <p:tgtEl>
                                          <p:spTgt spid="81"/>
                                        </p:tgtEl>
                                        <p:attrNameLst>
                                          <p:attrName>style.visibility</p:attrName>
                                        </p:attrNameLst>
                                      </p:cBhvr>
                                      <p:to>
                                        <p:strVal val="visible"/>
                                      </p:to>
                                    </p:set>
                                    <p:anim calcmode="lin" valueType="num">
                                      <p:cBhvr>
                                        <p:cTn id="29" dur="500" fill="hold"/>
                                        <p:tgtEl>
                                          <p:spTgt spid="81"/>
                                        </p:tgtEl>
                                        <p:attrNameLst>
                                          <p:attrName>ppt_w</p:attrName>
                                        </p:attrNameLst>
                                      </p:cBhvr>
                                      <p:tavLst>
                                        <p:tav tm="0">
                                          <p:val>
                                            <p:fltVal val="0"/>
                                          </p:val>
                                        </p:tav>
                                        <p:tav tm="100000">
                                          <p:val>
                                            <p:strVal val="#ppt_w"/>
                                          </p:val>
                                        </p:tav>
                                      </p:tavLst>
                                    </p:anim>
                                    <p:anim calcmode="lin" valueType="num">
                                      <p:cBhvr>
                                        <p:cTn id="30" dur="500" fill="hold"/>
                                        <p:tgtEl>
                                          <p:spTgt spid="81"/>
                                        </p:tgtEl>
                                        <p:attrNameLst>
                                          <p:attrName>ppt_h</p:attrName>
                                        </p:attrNameLst>
                                      </p:cBhvr>
                                      <p:tavLst>
                                        <p:tav tm="0">
                                          <p:val>
                                            <p:fltVal val="0"/>
                                          </p:val>
                                        </p:tav>
                                        <p:tav tm="100000">
                                          <p:val>
                                            <p:strVal val="#ppt_h"/>
                                          </p:val>
                                        </p:tav>
                                      </p:tavLst>
                                    </p:anim>
                                    <p:animEffect transition="in" filter="fade">
                                      <p:cBhvr>
                                        <p:cTn id="31" dur="500"/>
                                        <p:tgtEl>
                                          <p:spTgt spid="81"/>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80" grpId="0"/>
      <p:bldP spid="81" grpId="0"/>
      <p:bldP spid="82" grpId="0"/>
    </p:bldLst>
  </p:timing>
</p:sld>
</file>

<file path=ppt/slides/slide39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11" name="组合 10">
            <a:extLst>
              <a:ext uri="{FF2B5EF4-FFF2-40B4-BE49-F238E27FC236}">
                <a16:creationId xmlns:a16="http://schemas.microsoft.com/office/drawing/2014/main" id="{385B5B9F-565C-4750-8544-12A0A69F5562}"/>
              </a:ext>
            </a:extLst>
          </p:cNvPr>
          <p:cNvGrpSpPr/>
          <p:nvPr/>
        </p:nvGrpSpPr>
        <p:grpSpPr>
          <a:xfrm>
            <a:off x="4149605" y="3911536"/>
            <a:ext cx="1109467" cy="758358"/>
            <a:chOff x="4149605" y="3911536"/>
            <a:chExt cx="1109467" cy="758358"/>
          </a:xfrm>
        </p:grpSpPr>
        <p:grpSp>
          <p:nvGrpSpPr>
            <p:cNvPr id="90" name="组合 89">
              <a:extLst>
                <a:ext uri="{FF2B5EF4-FFF2-40B4-BE49-F238E27FC236}">
                  <a16:creationId xmlns:a16="http://schemas.microsoft.com/office/drawing/2014/main" id="{A13E0131-6C74-4159-86A8-3C8E51406B60}"/>
                </a:ext>
              </a:extLst>
            </p:cNvPr>
            <p:cNvGrpSpPr/>
            <p:nvPr/>
          </p:nvGrpSpPr>
          <p:grpSpPr>
            <a:xfrm>
              <a:off x="4234760" y="4269784"/>
              <a:ext cx="907293" cy="400110"/>
              <a:chOff x="2985606" y="3222321"/>
              <a:chExt cx="907293" cy="400110"/>
            </a:xfrm>
          </p:grpSpPr>
          <p:sp>
            <p:nvSpPr>
              <p:cNvPr id="91" name="标注: 右箭头 90">
                <a:extLst>
                  <a:ext uri="{FF2B5EF4-FFF2-40B4-BE49-F238E27FC236}">
                    <a16:creationId xmlns:a16="http://schemas.microsoft.com/office/drawing/2014/main" id="{B956B5AB-2639-4706-8D04-71619D726337}"/>
                  </a:ext>
                </a:extLst>
              </p:cNvPr>
              <p:cNvSpPr/>
              <p:nvPr/>
            </p:nvSpPr>
            <p:spPr>
              <a:xfrm>
                <a:off x="3108347" y="3268699"/>
                <a:ext cx="762000" cy="302993"/>
              </a:xfrm>
              <a:prstGeom prst="rightArrowCallout">
                <a:avLst>
                  <a:gd name="adj1" fmla="val 25000"/>
                  <a:gd name="adj2" fmla="val 25000"/>
                  <a:gd name="adj3" fmla="val 25000"/>
                  <a:gd name="adj4" fmla="val 85980"/>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sz="2000" b="1" dirty="0">
                  <a:solidFill>
                    <a:schemeClr val="tx1"/>
                  </a:solidFill>
                </a:endParaRPr>
              </a:p>
            </p:txBody>
          </p:sp>
          <p:sp>
            <p:nvSpPr>
              <p:cNvPr id="92" name="文本框 91">
                <a:extLst>
                  <a:ext uri="{FF2B5EF4-FFF2-40B4-BE49-F238E27FC236}">
                    <a16:creationId xmlns:a16="http://schemas.microsoft.com/office/drawing/2014/main" id="{4B3F89E5-B38B-412E-BD89-6C329315B7A9}"/>
                  </a:ext>
                </a:extLst>
              </p:cNvPr>
              <p:cNvSpPr txBox="1"/>
              <p:nvPr/>
            </p:nvSpPr>
            <p:spPr>
              <a:xfrm>
                <a:off x="2985606" y="3222321"/>
                <a:ext cx="907293" cy="400110"/>
              </a:xfrm>
              <a:prstGeom prst="rect">
                <a:avLst/>
              </a:prstGeom>
              <a:noFill/>
            </p:spPr>
            <p:txBody>
              <a:bodyPr wrap="square">
                <a:spAutoFit/>
              </a:bodyPr>
              <a:lstStyle/>
              <a:p>
                <a:pPr algn="ctr"/>
                <a:r>
                  <a:rPr lang="en-US" altLang="zh-CN" sz="2000" b="1" dirty="0">
                    <a:solidFill>
                      <a:schemeClr val="tx1"/>
                    </a:solidFill>
                  </a:rPr>
                  <a:t>A</a:t>
                </a:r>
                <a:r>
                  <a:rPr lang="en-US" altLang="zh-CN" sz="2000" b="1" dirty="0">
                    <a:solidFill>
                      <a:schemeClr val="tx1"/>
                    </a:solidFill>
                    <a:latin typeface="+mn-ea"/>
                  </a:rPr>
                  <a:t>→</a:t>
                </a:r>
                <a:r>
                  <a:rPr lang="en-US" altLang="zh-CN" sz="2000" b="1" dirty="0">
                    <a:solidFill>
                      <a:schemeClr val="tx1"/>
                    </a:solidFill>
                  </a:rPr>
                  <a:t>B</a:t>
                </a:r>
                <a:endParaRPr lang="zh-CN" altLang="en-US" sz="2000" b="1" dirty="0">
                  <a:solidFill>
                    <a:schemeClr val="tx1"/>
                  </a:solidFill>
                </a:endParaRPr>
              </a:p>
            </p:txBody>
          </p:sp>
        </p:grpSp>
        <p:sp>
          <p:nvSpPr>
            <p:cNvPr id="93" name="文本框 92">
              <a:extLst>
                <a:ext uri="{FF2B5EF4-FFF2-40B4-BE49-F238E27FC236}">
                  <a16:creationId xmlns:a16="http://schemas.microsoft.com/office/drawing/2014/main" id="{AB2C521C-E13A-4BF7-B279-4962BE0E382E}"/>
                </a:ext>
              </a:extLst>
            </p:cNvPr>
            <p:cNvSpPr txBox="1"/>
            <p:nvPr/>
          </p:nvSpPr>
          <p:spPr>
            <a:xfrm>
              <a:off x="4149605" y="3911536"/>
              <a:ext cx="1109467" cy="369332"/>
            </a:xfrm>
            <a:prstGeom prst="rect">
              <a:avLst/>
            </a:prstGeom>
            <a:noFill/>
          </p:spPr>
          <p:txBody>
            <a:bodyPr wrap="square">
              <a:spAutoFit/>
            </a:bodyPr>
            <a:lstStyle/>
            <a:p>
              <a:r>
                <a:rPr lang="zh-CN" altLang="en-US" b="1" dirty="0">
                  <a:solidFill>
                    <a:schemeClr val="tx1"/>
                  </a:solidFill>
                </a:rPr>
                <a:t>盲目转发</a:t>
              </a:r>
            </a:p>
          </p:txBody>
        </p:sp>
      </p:grpSp>
      <p:grpSp>
        <p:nvGrpSpPr>
          <p:cNvPr id="65" name="组合 64">
            <a:extLst>
              <a:ext uri="{FF2B5EF4-FFF2-40B4-BE49-F238E27FC236}">
                <a16:creationId xmlns:a16="http://schemas.microsoft.com/office/drawing/2014/main" id="{E288CA55-CE03-43A2-8AC6-83B150E99CAA}"/>
              </a:ext>
            </a:extLst>
          </p:cNvPr>
          <p:cNvGrpSpPr/>
          <p:nvPr/>
        </p:nvGrpSpPr>
        <p:grpSpPr>
          <a:xfrm rot="5400000">
            <a:off x="1528046" y="5077154"/>
            <a:ext cx="913192" cy="400110"/>
            <a:chOff x="2985607" y="3222321"/>
            <a:chExt cx="913192" cy="400110"/>
          </a:xfrm>
        </p:grpSpPr>
        <p:sp>
          <p:nvSpPr>
            <p:cNvPr id="66" name="标注: 右箭头 65">
              <a:extLst>
                <a:ext uri="{FF2B5EF4-FFF2-40B4-BE49-F238E27FC236}">
                  <a16:creationId xmlns:a16="http://schemas.microsoft.com/office/drawing/2014/main" id="{44BD4B28-3793-43ED-92A3-FE569066E2B1}"/>
                </a:ext>
              </a:extLst>
            </p:cNvPr>
            <p:cNvSpPr/>
            <p:nvPr/>
          </p:nvSpPr>
          <p:spPr>
            <a:xfrm>
              <a:off x="3108347" y="3268699"/>
              <a:ext cx="762000" cy="302993"/>
            </a:xfrm>
            <a:prstGeom prst="rightArrowCallout">
              <a:avLst>
                <a:gd name="adj1" fmla="val 25000"/>
                <a:gd name="adj2" fmla="val 25000"/>
                <a:gd name="adj3" fmla="val 25000"/>
                <a:gd name="adj4" fmla="val 85980"/>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sz="2000" b="1" dirty="0">
                <a:solidFill>
                  <a:schemeClr val="tx1"/>
                </a:solidFill>
              </a:endParaRPr>
            </a:p>
          </p:txBody>
        </p:sp>
        <p:sp>
          <p:nvSpPr>
            <p:cNvPr id="67" name="文本框 66">
              <a:extLst>
                <a:ext uri="{FF2B5EF4-FFF2-40B4-BE49-F238E27FC236}">
                  <a16:creationId xmlns:a16="http://schemas.microsoft.com/office/drawing/2014/main" id="{435AF140-6F95-4BED-8FA0-02077F6AFBB3}"/>
                </a:ext>
              </a:extLst>
            </p:cNvPr>
            <p:cNvSpPr txBox="1"/>
            <p:nvPr/>
          </p:nvSpPr>
          <p:spPr>
            <a:xfrm>
              <a:off x="2985607" y="3222321"/>
              <a:ext cx="913192" cy="400110"/>
            </a:xfrm>
            <a:prstGeom prst="rect">
              <a:avLst/>
            </a:prstGeom>
            <a:noFill/>
          </p:spPr>
          <p:txBody>
            <a:bodyPr wrap="square">
              <a:spAutoFit/>
            </a:bodyPr>
            <a:lstStyle/>
            <a:p>
              <a:pPr algn="ctr"/>
              <a:r>
                <a:rPr lang="en-US" altLang="zh-CN" sz="2000" b="1" dirty="0">
                  <a:solidFill>
                    <a:schemeClr val="tx1"/>
                  </a:solidFill>
                </a:rPr>
                <a:t>A</a:t>
              </a:r>
              <a:r>
                <a:rPr lang="en-US" altLang="zh-CN" sz="2000" b="1" dirty="0">
                  <a:solidFill>
                    <a:schemeClr val="tx1"/>
                  </a:solidFill>
                  <a:latin typeface="+mn-ea"/>
                </a:rPr>
                <a:t>→</a:t>
              </a:r>
              <a:r>
                <a:rPr lang="en-US" altLang="zh-CN" sz="2000" b="1" dirty="0">
                  <a:solidFill>
                    <a:schemeClr val="tx1"/>
                  </a:solidFill>
                </a:rPr>
                <a:t>B</a:t>
              </a:r>
              <a:endParaRPr lang="zh-CN" altLang="en-US" sz="2000" b="1" dirty="0">
                <a:solidFill>
                  <a:schemeClr val="tx1"/>
                </a:solidFill>
              </a:endParaRPr>
            </a:p>
          </p:txBody>
        </p:sp>
      </p:grpSp>
      <p:grpSp>
        <p:nvGrpSpPr>
          <p:cNvPr id="68" name="组合 67">
            <a:extLst>
              <a:ext uri="{FF2B5EF4-FFF2-40B4-BE49-F238E27FC236}">
                <a16:creationId xmlns:a16="http://schemas.microsoft.com/office/drawing/2014/main" id="{F4056B38-7137-40C9-91A4-04F9AE9A1D60}"/>
              </a:ext>
            </a:extLst>
          </p:cNvPr>
          <p:cNvGrpSpPr/>
          <p:nvPr/>
        </p:nvGrpSpPr>
        <p:grpSpPr>
          <a:xfrm rot="16200000">
            <a:off x="1533170" y="3720914"/>
            <a:ext cx="912153" cy="400110"/>
            <a:chOff x="2985606" y="3222321"/>
            <a:chExt cx="912153" cy="400110"/>
          </a:xfrm>
        </p:grpSpPr>
        <p:sp>
          <p:nvSpPr>
            <p:cNvPr id="69" name="标注: 右箭头 68">
              <a:extLst>
                <a:ext uri="{FF2B5EF4-FFF2-40B4-BE49-F238E27FC236}">
                  <a16:creationId xmlns:a16="http://schemas.microsoft.com/office/drawing/2014/main" id="{A437ACE5-CF9C-407C-80EF-72C9891861BB}"/>
                </a:ext>
              </a:extLst>
            </p:cNvPr>
            <p:cNvSpPr/>
            <p:nvPr/>
          </p:nvSpPr>
          <p:spPr>
            <a:xfrm>
              <a:off x="3108347" y="3268699"/>
              <a:ext cx="762000" cy="302993"/>
            </a:xfrm>
            <a:prstGeom prst="rightArrowCallout">
              <a:avLst>
                <a:gd name="adj1" fmla="val 25000"/>
                <a:gd name="adj2" fmla="val 25000"/>
                <a:gd name="adj3" fmla="val 25000"/>
                <a:gd name="adj4" fmla="val 85980"/>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sz="2000" b="1" dirty="0">
                <a:solidFill>
                  <a:schemeClr val="tx1"/>
                </a:solidFill>
              </a:endParaRPr>
            </a:p>
          </p:txBody>
        </p:sp>
        <p:sp>
          <p:nvSpPr>
            <p:cNvPr id="70" name="文本框 69">
              <a:extLst>
                <a:ext uri="{FF2B5EF4-FFF2-40B4-BE49-F238E27FC236}">
                  <a16:creationId xmlns:a16="http://schemas.microsoft.com/office/drawing/2014/main" id="{A96F4141-8799-40E4-BC05-1801D74A059E}"/>
                </a:ext>
              </a:extLst>
            </p:cNvPr>
            <p:cNvSpPr txBox="1"/>
            <p:nvPr/>
          </p:nvSpPr>
          <p:spPr>
            <a:xfrm>
              <a:off x="2985606" y="3222321"/>
              <a:ext cx="912153" cy="400110"/>
            </a:xfrm>
            <a:prstGeom prst="rect">
              <a:avLst/>
            </a:prstGeom>
            <a:noFill/>
          </p:spPr>
          <p:txBody>
            <a:bodyPr wrap="square">
              <a:spAutoFit/>
            </a:bodyPr>
            <a:lstStyle/>
            <a:p>
              <a:pPr algn="ctr"/>
              <a:r>
                <a:rPr lang="en-US" altLang="zh-CN" sz="2000" b="1" dirty="0">
                  <a:solidFill>
                    <a:schemeClr val="tx1"/>
                  </a:solidFill>
                </a:rPr>
                <a:t>A</a:t>
              </a:r>
              <a:r>
                <a:rPr lang="en-US" altLang="zh-CN" sz="2000" b="1" dirty="0">
                  <a:solidFill>
                    <a:schemeClr val="tx1"/>
                  </a:solidFill>
                  <a:latin typeface="+mn-ea"/>
                </a:rPr>
                <a:t>→</a:t>
              </a:r>
              <a:r>
                <a:rPr lang="en-US" altLang="zh-CN" sz="2000" b="1" dirty="0">
                  <a:latin typeface="+mn-ea"/>
                </a:rPr>
                <a:t>B</a:t>
              </a:r>
              <a:endParaRPr lang="zh-CN" altLang="en-US" sz="2000" b="1" dirty="0">
                <a:solidFill>
                  <a:schemeClr val="tx1"/>
                </a:solidFill>
              </a:endParaRPr>
            </a:p>
          </p:txBody>
        </p:sp>
      </p:grpSp>
      <p:grpSp>
        <p:nvGrpSpPr>
          <p:cNvPr id="74" name="组合 73">
            <a:extLst>
              <a:ext uri="{FF2B5EF4-FFF2-40B4-BE49-F238E27FC236}">
                <a16:creationId xmlns:a16="http://schemas.microsoft.com/office/drawing/2014/main" id="{890E168D-E4E0-4F7E-9149-CB68832C8077}"/>
              </a:ext>
            </a:extLst>
          </p:cNvPr>
          <p:cNvGrpSpPr/>
          <p:nvPr/>
        </p:nvGrpSpPr>
        <p:grpSpPr>
          <a:xfrm>
            <a:off x="2529332" y="4269824"/>
            <a:ext cx="907293" cy="400110"/>
            <a:chOff x="2985606" y="3222321"/>
            <a:chExt cx="907293" cy="400110"/>
          </a:xfrm>
        </p:grpSpPr>
        <p:sp>
          <p:nvSpPr>
            <p:cNvPr id="75" name="标注: 右箭头 74">
              <a:extLst>
                <a:ext uri="{FF2B5EF4-FFF2-40B4-BE49-F238E27FC236}">
                  <a16:creationId xmlns:a16="http://schemas.microsoft.com/office/drawing/2014/main" id="{9B972A69-ADB9-4DEC-83F5-3AC994153410}"/>
                </a:ext>
              </a:extLst>
            </p:cNvPr>
            <p:cNvSpPr/>
            <p:nvPr/>
          </p:nvSpPr>
          <p:spPr>
            <a:xfrm>
              <a:off x="3108347" y="3268699"/>
              <a:ext cx="762000" cy="302993"/>
            </a:xfrm>
            <a:prstGeom prst="rightArrowCallout">
              <a:avLst>
                <a:gd name="adj1" fmla="val 25000"/>
                <a:gd name="adj2" fmla="val 25000"/>
                <a:gd name="adj3" fmla="val 25000"/>
                <a:gd name="adj4" fmla="val 85980"/>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sz="2000" b="1" dirty="0">
                <a:solidFill>
                  <a:schemeClr val="tx1"/>
                </a:solidFill>
              </a:endParaRPr>
            </a:p>
          </p:txBody>
        </p:sp>
        <p:sp>
          <p:nvSpPr>
            <p:cNvPr id="76" name="文本框 75">
              <a:extLst>
                <a:ext uri="{FF2B5EF4-FFF2-40B4-BE49-F238E27FC236}">
                  <a16:creationId xmlns:a16="http://schemas.microsoft.com/office/drawing/2014/main" id="{150C5260-E57F-46E6-A21D-09AEF3FBB75D}"/>
                </a:ext>
              </a:extLst>
            </p:cNvPr>
            <p:cNvSpPr txBox="1"/>
            <p:nvPr/>
          </p:nvSpPr>
          <p:spPr>
            <a:xfrm>
              <a:off x="2985606" y="3222321"/>
              <a:ext cx="907293" cy="400110"/>
            </a:xfrm>
            <a:prstGeom prst="rect">
              <a:avLst/>
            </a:prstGeom>
            <a:noFill/>
          </p:spPr>
          <p:txBody>
            <a:bodyPr wrap="square">
              <a:spAutoFit/>
            </a:bodyPr>
            <a:lstStyle/>
            <a:p>
              <a:pPr algn="ctr"/>
              <a:r>
                <a:rPr lang="en-US" altLang="zh-CN" sz="2000" b="1" dirty="0">
                  <a:solidFill>
                    <a:schemeClr val="tx1"/>
                  </a:solidFill>
                </a:rPr>
                <a:t>A</a:t>
              </a:r>
              <a:r>
                <a:rPr lang="en-US" altLang="zh-CN" sz="2000" b="1" dirty="0">
                  <a:solidFill>
                    <a:schemeClr val="tx1"/>
                  </a:solidFill>
                  <a:latin typeface="+mn-ea"/>
                </a:rPr>
                <a:t>→</a:t>
              </a:r>
              <a:r>
                <a:rPr lang="en-US" altLang="zh-CN" sz="2000" b="1" dirty="0">
                  <a:solidFill>
                    <a:schemeClr val="tx1"/>
                  </a:solidFill>
                </a:rPr>
                <a:t>B</a:t>
              </a:r>
              <a:endParaRPr lang="zh-CN" altLang="en-US" sz="2000" b="1" dirty="0">
                <a:solidFill>
                  <a:schemeClr val="tx1"/>
                </a:solidFill>
              </a:endParaRPr>
            </a:p>
          </p:txBody>
        </p:sp>
      </p:grpSp>
      <p:grpSp>
        <p:nvGrpSpPr>
          <p:cNvPr id="71" name="组合 70">
            <a:extLst>
              <a:ext uri="{FF2B5EF4-FFF2-40B4-BE49-F238E27FC236}">
                <a16:creationId xmlns:a16="http://schemas.microsoft.com/office/drawing/2014/main" id="{D8145DFF-09DC-4DD3-BBC8-0FF873B3DD87}"/>
              </a:ext>
            </a:extLst>
          </p:cNvPr>
          <p:cNvGrpSpPr/>
          <p:nvPr/>
        </p:nvGrpSpPr>
        <p:grpSpPr>
          <a:xfrm>
            <a:off x="1056016" y="4269784"/>
            <a:ext cx="865007" cy="400110"/>
            <a:chOff x="3005340" y="3222321"/>
            <a:chExt cx="865007" cy="400110"/>
          </a:xfrm>
        </p:grpSpPr>
        <p:sp>
          <p:nvSpPr>
            <p:cNvPr id="72" name="标注: 右箭头 71">
              <a:extLst>
                <a:ext uri="{FF2B5EF4-FFF2-40B4-BE49-F238E27FC236}">
                  <a16:creationId xmlns:a16="http://schemas.microsoft.com/office/drawing/2014/main" id="{8BE75D6E-4389-4557-8092-47A7955684D5}"/>
                </a:ext>
              </a:extLst>
            </p:cNvPr>
            <p:cNvSpPr/>
            <p:nvPr/>
          </p:nvSpPr>
          <p:spPr>
            <a:xfrm>
              <a:off x="3108347" y="3268699"/>
              <a:ext cx="762000" cy="302993"/>
            </a:xfrm>
            <a:prstGeom prst="rightArrowCallout">
              <a:avLst>
                <a:gd name="adj1" fmla="val 25000"/>
                <a:gd name="adj2" fmla="val 25000"/>
                <a:gd name="adj3" fmla="val 25000"/>
                <a:gd name="adj4" fmla="val 85980"/>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sz="2000" b="1" dirty="0">
                <a:solidFill>
                  <a:schemeClr val="tx1"/>
                </a:solidFill>
              </a:endParaRPr>
            </a:p>
          </p:txBody>
        </p:sp>
        <p:sp>
          <p:nvSpPr>
            <p:cNvPr id="73" name="文本框 72">
              <a:extLst>
                <a:ext uri="{FF2B5EF4-FFF2-40B4-BE49-F238E27FC236}">
                  <a16:creationId xmlns:a16="http://schemas.microsoft.com/office/drawing/2014/main" id="{906A3E2E-9B00-4D67-A32A-1B9C19BB2F96}"/>
                </a:ext>
              </a:extLst>
            </p:cNvPr>
            <p:cNvSpPr txBox="1"/>
            <p:nvPr/>
          </p:nvSpPr>
          <p:spPr>
            <a:xfrm>
              <a:off x="3005340" y="3222321"/>
              <a:ext cx="862241" cy="400110"/>
            </a:xfrm>
            <a:prstGeom prst="rect">
              <a:avLst/>
            </a:prstGeom>
            <a:noFill/>
          </p:spPr>
          <p:txBody>
            <a:bodyPr wrap="square">
              <a:spAutoFit/>
            </a:bodyPr>
            <a:lstStyle/>
            <a:p>
              <a:pPr algn="ctr"/>
              <a:r>
                <a:rPr lang="en-US" altLang="zh-CN" sz="2000" b="1" dirty="0">
                  <a:solidFill>
                    <a:schemeClr val="tx1"/>
                  </a:solidFill>
                </a:rPr>
                <a:t>A</a:t>
              </a:r>
              <a:r>
                <a:rPr lang="en-US" altLang="zh-CN" sz="2000" b="1" dirty="0">
                  <a:solidFill>
                    <a:schemeClr val="tx1"/>
                  </a:solidFill>
                  <a:latin typeface="+mn-ea"/>
                </a:rPr>
                <a:t>→</a:t>
              </a:r>
              <a:r>
                <a:rPr lang="en-US" altLang="zh-CN" sz="2000" b="1" dirty="0">
                  <a:solidFill>
                    <a:schemeClr val="tx1"/>
                  </a:solidFill>
                </a:rPr>
                <a:t>B</a:t>
              </a:r>
              <a:endParaRPr lang="zh-CN" altLang="en-US" sz="2000" b="1" dirty="0">
                <a:solidFill>
                  <a:schemeClr val="tx1"/>
                </a:solidFill>
              </a:endParaRPr>
            </a:p>
          </p:txBody>
        </p:sp>
      </p:grpSp>
      <p:graphicFrame>
        <p:nvGraphicFramePr>
          <p:cNvPr id="5" name="表格 5">
            <a:extLst>
              <a:ext uri="{FF2B5EF4-FFF2-40B4-BE49-F238E27FC236}">
                <a16:creationId xmlns:a16="http://schemas.microsoft.com/office/drawing/2014/main" id="{DD2D509C-F4B8-4D07-903C-B8DA2C054700}"/>
              </a:ext>
            </a:extLst>
          </p:cNvPr>
          <p:cNvGraphicFramePr>
            <a:graphicFrameLocks noGrp="1"/>
          </p:cNvGraphicFramePr>
          <p:nvPr/>
        </p:nvGraphicFramePr>
        <p:xfrm>
          <a:off x="2952378" y="1600069"/>
          <a:ext cx="1777474" cy="2225040"/>
        </p:xfrm>
        <a:graphic>
          <a:graphicData uri="http://schemas.openxmlformats.org/drawingml/2006/table">
            <a:tbl>
              <a:tblPr firstRow="1" bandRow="1">
                <a:tableStyleId>{5C22544A-7EE6-4342-B048-85BDC9FD1C3A}</a:tableStyleId>
              </a:tblPr>
              <a:tblGrid>
                <a:gridCol w="888737">
                  <a:extLst>
                    <a:ext uri="{9D8B030D-6E8A-4147-A177-3AD203B41FA5}">
                      <a16:colId xmlns:a16="http://schemas.microsoft.com/office/drawing/2014/main" val="4251559465"/>
                    </a:ext>
                  </a:extLst>
                </a:gridCol>
                <a:gridCol w="888737">
                  <a:extLst>
                    <a:ext uri="{9D8B030D-6E8A-4147-A177-3AD203B41FA5}">
                      <a16:colId xmlns:a16="http://schemas.microsoft.com/office/drawing/2014/main" val="2106410938"/>
                    </a:ext>
                  </a:extLst>
                </a:gridCol>
              </a:tblGrid>
              <a:tr h="370840">
                <a:tc gridSpan="2">
                  <a:txBody>
                    <a:bodyPr/>
                    <a:lstStyle/>
                    <a:p>
                      <a:pPr algn="ctr"/>
                      <a:r>
                        <a:rPr lang="zh-CN" altLang="en-US" dirty="0">
                          <a:solidFill>
                            <a:schemeClr val="tx1"/>
                          </a:solidFill>
                        </a:rPr>
                        <a:t>转发表</a:t>
                      </a: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hMerge="1">
                  <a:txBody>
                    <a:bodyPr/>
                    <a:lstStyle/>
                    <a:p>
                      <a:endParaRPr lang="zh-CN" altLang="en-US" dirty="0"/>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extLst>
                  <a:ext uri="{0D108BD9-81ED-4DB2-BD59-A6C34878D82A}">
                    <a16:rowId xmlns:a16="http://schemas.microsoft.com/office/drawing/2014/main" val="1301265837"/>
                  </a:ext>
                </a:extLst>
              </a:tr>
              <a:tr h="370840">
                <a:tc>
                  <a:txBody>
                    <a:bodyPr/>
                    <a:lstStyle/>
                    <a:p>
                      <a:pPr algn="ctr"/>
                      <a:r>
                        <a:rPr lang="zh-CN" altLang="en-US" b="1" dirty="0">
                          <a:solidFill>
                            <a:schemeClr val="tx1"/>
                          </a:solidFill>
                        </a:rPr>
                        <a:t>地址</a:t>
                      </a: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algn="ctr"/>
                      <a:r>
                        <a:rPr lang="zh-CN" altLang="en-US" b="1" dirty="0">
                          <a:solidFill>
                            <a:schemeClr val="tx1"/>
                          </a:solidFill>
                        </a:rPr>
                        <a:t>接口</a:t>
                      </a: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extLst>
                  <a:ext uri="{0D108BD9-81ED-4DB2-BD59-A6C34878D82A}">
                    <a16:rowId xmlns:a16="http://schemas.microsoft.com/office/drawing/2014/main" val="1377858286"/>
                  </a:ext>
                </a:extLst>
              </a:tr>
              <a:tr h="370840">
                <a:tc>
                  <a:txBody>
                    <a:bodyPr/>
                    <a:lstStyle/>
                    <a:p>
                      <a:pPr algn="ctr"/>
                      <a:endParaRPr lang="zh-CN" altLang="en-US">
                        <a:solidFill>
                          <a:schemeClr val="tx1"/>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algn="ctr"/>
                      <a:endParaRPr lang="zh-CN" altLang="en-US">
                        <a:solidFill>
                          <a:schemeClr val="tx1"/>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extLst>
                  <a:ext uri="{0D108BD9-81ED-4DB2-BD59-A6C34878D82A}">
                    <a16:rowId xmlns:a16="http://schemas.microsoft.com/office/drawing/2014/main" val="3650164858"/>
                  </a:ext>
                </a:extLst>
              </a:tr>
              <a:tr h="370840">
                <a:tc>
                  <a:txBody>
                    <a:bodyPr/>
                    <a:lstStyle/>
                    <a:p>
                      <a:pPr algn="ctr"/>
                      <a:endParaRPr lang="zh-CN" altLang="en-US">
                        <a:solidFill>
                          <a:schemeClr val="tx1"/>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algn="ctr"/>
                      <a:endParaRPr lang="zh-CN" altLang="en-US">
                        <a:solidFill>
                          <a:schemeClr val="tx1"/>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extLst>
                  <a:ext uri="{0D108BD9-81ED-4DB2-BD59-A6C34878D82A}">
                    <a16:rowId xmlns:a16="http://schemas.microsoft.com/office/drawing/2014/main" val="3538553397"/>
                  </a:ext>
                </a:extLst>
              </a:tr>
              <a:tr h="370840">
                <a:tc>
                  <a:txBody>
                    <a:bodyPr/>
                    <a:lstStyle/>
                    <a:p>
                      <a:pPr algn="ctr"/>
                      <a:endParaRPr lang="zh-CN" altLang="en-US">
                        <a:solidFill>
                          <a:schemeClr val="tx1"/>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algn="ctr"/>
                      <a:endParaRPr lang="zh-CN" altLang="en-US" dirty="0">
                        <a:solidFill>
                          <a:schemeClr val="tx1"/>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extLst>
                  <a:ext uri="{0D108BD9-81ED-4DB2-BD59-A6C34878D82A}">
                    <a16:rowId xmlns:a16="http://schemas.microsoft.com/office/drawing/2014/main" val="3266492017"/>
                  </a:ext>
                </a:extLst>
              </a:tr>
              <a:tr h="370840">
                <a:tc>
                  <a:txBody>
                    <a:bodyPr/>
                    <a:lstStyle/>
                    <a:p>
                      <a:pPr algn="ctr"/>
                      <a:r>
                        <a:rPr lang="en-US" altLang="zh-CN" dirty="0">
                          <a:solidFill>
                            <a:schemeClr val="tx1"/>
                          </a:solidFill>
                          <a:latin typeface="宋体" panose="02010600030101010101" pitchFamily="2" charset="-122"/>
                          <a:ea typeface="宋体" panose="02010600030101010101" pitchFamily="2" charset="-122"/>
                        </a:rPr>
                        <a:t>…</a:t>
                      </a:r>
                      <a:endParaRPr lang="zh-CN" altLang="en-US" dirty="0">
                        <a:solidFill>
                          <a:schemeClr val="tx1"/>
                        </a:solidFill>
                        <a:latin typeface="宋体" panose="02010600030101010101" pitchFamily="2" charset="-122"/>
                        <a:ea typeface="宋体" panose="02010600030101010101" pitchFamily="2" charset="-122"/>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algn="ctr"/>
                      <a:r>
                        <a:rPr lang="en-US" altLang="zh-CN" dirty="0">
                          <a:solidFill>
                            <a:schemeClr val="tx1"/>
                          </a:solidFill>
                          <a:latin typeface="宋体" panose="02010600030101010101" pitchFamily="2" charset="-122"/>
                          <a:ea typeface="宋体" panose="02010600030101010101" pitchFamily="2" charset="-122"/>
                        </a:rPr>
                        <a:t>…</a:t>
                      </a:r>
                      <a:endParaRPr lang="zh-CN" altLang="en-US" dirty="0">
                        <a:solidFill>
                          <a:schemeClr val="tx1"/>
                        </a:solidFill>
                        <a:latin typeface="宋体" panose="02010600030101010101" pitchFamily="2" charset="-122"/>
                        <a:ea typeface="宋体" panose="02010600030101010101" pitchFamily="2" charset="-122"/>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extLst>
                  <a:ext uri="{0D108BD9-81ED-4DB2-BD59-A6C34878D82A}">
                    <a16:rowId xmlns:a16="http://schemas.microsoft.com/office/drawing/2014/main" val="4041760001"/>
                  </a:ext>
                </a:extLst>
              </a:tr>
            </a:tbl>
          </a:graphicData>
        </a:graphic>
      </p:graphicFrame>
      <p:grpSp>
        <p:nvGrpSpPr>
          <p:cNvPr id="4" name="组合 3">
            <a:extLst>
              <a:ext uri="{FF2B5EF4-FFF2-40B4-BE49-F238E27FC236}">
                <a16:creationId xmlns:a16="http://schemas.microsoft.com/office/drawing/2014/main" id="{9A1EA9F2-FCB6-48C3-935F-7AE7E3AD14AC}"/>
              </a:ext>
            </a:extLst>
          </p:cNvPr>
          <p:cNvGrpSpPr/>
          <p:nvPr/>
        </p:nvGrpSpPr>
        <p:grpSpPr>
          <a:xfrm>
            <a:off x="304800" y="749300"/>
            <a:ext cx="6192344" cy="400110"/>
            <a:chOff x="424117" y="898245"/>
            <a:chExt cx="6192344" cy="400110"/>
          </a:xfrm>
        </p:grpSpPr>
        <p:sp>
          <p:nvSpPr>
            <p:cNvPr id="2" name="平行四边形 1">
              <a:extLst>
                <a:ext uri="{FF2B5EF4-FFF2-40B4-BE49-F238E27FC236}">
                  <a16:creationId xmlns:a16="http://schemas.microsoft.com/office/drawing/2014/main" id="{1F5BAA3F-9845-4F89-A2DD-8222D3E4EDAC}"/>
                </a:ext>
              </a:extLst>
            </p:cNvPr>
            <p:cNvSpPr/>
            <p:nvPr/>
          </p:nvSpPr>
          <p:spPr>
            <a:xfrm>
              <a:off x="424117" y="898245"/>
              <a:ext cx="628306" cy="387090"/>
            </a:xfrm>
            <a:prstGeom prst="parallelogram">
              <a:avLst/>
            </a:prstGeom>
            <a:solidFill>
              <a:schemeClr val="accent3">
                <a:lumMod val="75000"/>
              </a:schemeClr>
            </a:solidFill>
            <a:ln>
              <a:solidFill>
                <a:schemeClr val="accent3">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CN" sz="2200" dirty="0">
                  <a:latin typeface="Impact" panose="020B0806030902050204" pitchFamily="34" charset="0"/>
                </a:rPr>
                <a:t>01</a:t>
              </a:r>
              <a:endParaRPr lang="zh-CN" altLang="en-US" sz="2200" dirty="0">
                <a:latin typeface="Impact" panose="020B0806030902050204" pitchFamily="34" charset="0"/>
              </a:endParaRPr>
            </a:p>
          </p:txBody>
        </p:sp>
        <p:sp>
          <p:nvSpPr>
            <p:cNvPr id="3" name="文本框 2">
              <a:extLst>
                <a:ext uri="{FF2B5EF4-FFF2-40B4-BE49-F238E27FC236}">
                  <a16:creationId xmlns:a16="http://schemas.microsoft.com/office/drawing/2014/main" id="{4D6BD736-A4D3-4F26-AFED-36E11F50F70B}"/>
                </a:ext>
              </a:extLst>
            </p:cNvPr>
            <p:cNvSpPr txBox="1"/>
            <p:nvPr/>
          </p:nvSpPr>
          <p:spPr>
            <a:xfrm>
              <a:off x="1052423" y="898245"/>
              <a:ext cx="5564038" cy="400110"/>
            </a:xfrm>
            <a:prstGeom prst="rect">
              <a:avLst/>
            </a:prstGeom>
            <a:noFill/>
          </p:spPr>
          <p:txBody>
            <a:bodyPr wrap="square" rtlCol="0">
              <a:spAutoFit/>
            </a:bodyPr>
            <a:lstStyle/>
            <a:p>
              <a:r>
                <a:rPr lang="zh-CN" altLang="en-US" sz="2000" b="1" dirty="0">
                  <a:solidFill>
                    <a:schemeClr val="tx1"/>
                  </a:solidFill>
                  <a:latin typeface="Arial Narrow" panose="020B0606020202030204" pitchFamily="34" charset="0"/>
                </a:rPr>
                <a:t>透明网桥的自学习和转发帧的流程</a:t>
              </a:r>
              <a:endParaRPr lang="en-US" altLang="zh-CN" sz="2000" b="1" dirty="0">
                <a:solidFill>
                  <a:schemeClr val="tx1"/>
                </a:solidFill>
                <a:latin typeface="Arial Narrow" panose="020B0606020202030204" pitchFamily="34" charset="0"/>
              </a:endParaRPr>
            </a:p>
          </p:txBody>
        </p:sp>
      </p:grpSp>
      <p:grpSp>
        <p:nvGrpSpPr>
          <p:cNvPr id="6" name="组合 5">
            <a:extLst>
              <a:ext uri="{FF2B5EF4-FFF2-40B4-BE49-F238E27FC236}">
                <a16:creationId xmlns:a16="http://schemas.microsoft.com/office/drawing/2014/main" id="{7BC49B4D-BED2-4980-BE5E-9C4B92788D57}"/>
              </a:ext>
            </a:extLst>
          </p:cNvPr>
          <p:cNvGrpSpPr/>
          <p:nvPr/>
        </p:nvGrpSpPr>
        <p:grpSpPr>
          <a:xfrm>
            <a:off x="357425" y="2918742"/>
            <a:ext cx="7018608" cy="3466250"/>
            <a:chOff x="2594085" y="2918742"/>
            <a:chExt cx="7018608" cy="3466250"/>
          </a:xfrm>
        </p:grpSpPr>
        <p:cxnSp>
          <p:nvCxnSpPr>
            <p:cNvPr id="20" name="直接连接符 19">
              <a:extLst>
                <a:ext uri="{FF2B5EF4-FFF2-40B4-BE49-F238E27FC236}">
                  <a16:creationId xmlns:a16="http://schemas.microsoft.com/office/drawing/2014/main" id="{35959B14-2675-4534-AF81-823E7C483BF0}"/>
                </a:ext>
              </a:extLst>
            </p:cNvPr>
            <p:cNvCxnSpPr>
              <a:cxnSpLocks/>
            </p:cNvCxnSpPr>
            <p:nvPr/>
          </p:nvCxnSpPr>
          <p:spPr>
            <a:xfrm>
              <a:off x="2826968" y="4662065"/>
              <a:ext cx="3144483"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1" name="直接连接符 20">
              <a:extLst>
                <a:ext uri="{FF2B5EF4-FFF2-40B4-BE49-F238E27FC236}">
                  <a16:creationId xmlns:a16="http://schemas.microsoft.com/office/drawing/2014/main" id="{A9CBBDDF-1684-46FF-9748-4143359B4237}"/>
                </a:ext>
              </a:extLst>
            </p:cNvPr>
            <p:cNvCxnSpPr>
              <a:cxnSpLocks/>
            </p:cNvCxnSpPr>
            <p:nvPr/>
          </p:nvCxnSpPr>
          <p:spPr>
            <a:xfrm>
              <a:off x="6132181" y="4662065"/>
              <a:ext cx="3202591"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2" name="直接连接符 51">
              <a:extLst>
                <a:ext uri="{FF2B5EF4-FFF2-40B4-BE49-F238E27FC236}">
                  <a16:creationId xmlns:a16="http://schemas.microsoft.com/office/drawing/2014/main" id="{DBF92076-58AC-40B2-8928-59CFD0C09F75}"/>
                </a:ext>
              </a:extLst>
            </p:cNvPr>
            <p:cNvCxnSpPr/>
            <p:nvPr/>
          </p:nvCxnSpPr>
          <p:spPr>
            <a:xfrm flipV="1">
              <a:off x="4441112" y="3514333"/>
              <a:ext cx="0" cy="2519534"/>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3" name="直接连接符 52">
              <a:extLst>
                <a:ext uri="{FF2B5EF4-FFF2-40B4-BE49-F238E27FC236}">
                  <a16:creationId xmlns:a16="http://schemas.microsoft.com/office/drawing/2014/main" id="{EED559DC-292B-4CE1-920D-FB3B64E7A129}"/>
                </a:ext>
              </a:extLst>
            </p:cNvPr>
            <p:cNvCxnSpPr/>
            <p:nvPr/>
          </p:nvCxnSpPr>
          <p:spPr>
            <a:xfrm flipH="1">
              <a:off x="3208366" y="4662392"/>
              <a:ext cx="1232746"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pic>
          <p:nvPicPr>
            <p:cNvPr id="54" name="图片 53" descr="文本&#10;&#10;描述已自动生成">
              <a:extLst>
                <a:ext uri="{FF2B5EF4-FFF2-40B4-BE49-F238E27FC236}">
                  <a16:creationId xmlns:a16="http://schemas.microsoft.com/office/drawing/2014/main" id="{A79EC3B7-6709-4ADB-9BBB-489673070EB6}"/>
                </a:ext>
              </a:extLst>
            </p:cNvPr>
            <p:cNvPicPr>
              <a:picLocks noChangeAspect="1"/>
            </p:cNvPicPr>
            <p:nvPr/>
          </p:nvPicPr>
          <p:blipFill>
            <a:blip r:embed="rId3">
              <a:extLst>
                <a:ext uri="{28A0092B-C50C-407E-A947-70E740481C1C}">
                  <a14:useLocalDpi xmlns:a14="http://schemas.microsoft.com/office/drawing/2010/main" val="0"/>
                </a:ext>
              </a:extLst>
            </a:blip>
            <a:stretch>
              <a:fillRect/>
            </a:stretch>
          </p:blipFill>
          <p:spPr>
            <a:xfrm>
              <a:off x="4164077" y="4403480"/>
              <a:ext cx="589727" cy="552869"/>
            </a:xfrm>
            <a:prstGeom prst="rect">
              <a:avLst/>
            </a:prstGeom>
          </p:spPr>
        </p:pic>
        <p:sp>
          <p:nvSpPr>
            <p:cNvPr id="55" name="文本框 54">
              <a:extLst>
                <a:ext uri="{FF2B5EF4-FFF2-40B4-BE49-F238E27FC236}">
                  <a16:creationId xmlns:a16="http://schemas.microsoft.com/office/drawing/2014/main" id="{BCEC10C2-62EA-4D22-96C7-8630FF95FB41}"/>
                </a:ext>
              </a:extLst>
            </p:cNvPr>
            <p:cNvSpPr txBox="1"/>
            <p:nvPr/>
          </p:nvSpPr>
          <p:spPr>
            <a:xfrm>
              <a:off x="4421357" y="4836433"/>
              <a:ext cx="918385" cy="369332"/>
            </a:xfrm>
            <a:prstGeom prst="rect">
              <a:avLst/>
            </a:prstGeom>
            <a:noFill/>
          </p:spPr>
          <p:txBody>
            <a:bodyPr wrap="square" rtlCol="0">
              <a:spAutoFit/>
            </a:bodyPr>
            <a:lstStyle/>
            <a:p>
              <a:pPr algn="ctr"/>
              <a:r>
                <a:rPr lang="zh-CN" altLang="en-US" b="1" dirty="0">
                  <a:latin typeface="+mn-ea"/>
                </a:rPr>
                <a:t>集线器</a:t>
              </a:r>
            </a:p>
          </p:txBody>
        </p:sp>
        <p:grpSp>
          <p:nvGrpSpPr>
            <p:cNvPr id="56" name="组合 55">
              <a:extLst>
                <a:ext uri="{FF2B5EF4-FFF2-40B4-BE49-F238E27FC236}">
                  <a16:creationId xmlns:a16="http://schemas.microsoft.com/office/drawing/2014/main" id="{164AC773-3928-4B29-92A6-5FEABDF08771}"/>
                </a:ext>
              </a:extLst>
            </p:cNvPr>
            <p:cNvGrpSpPr/>
            <p:nvPr/>
          </p:nvGrpSpPr>
          <p:grpSpPr>
            <a:xfrm>
              <a:off x="4082203" y="2918742"/>
              <a:ext cx="688835" cy="666249"/>
              <a:chOff x="3393222" y="2975188"/>
              <a:chExt cx="688835" cy="666249"/>
            </a:xfrm>
          </p:grpSpPr>
          <p:pic>
            <p:nvPicPr>
              <p:cNvPr id="63" name="图形 10">
                <a:extLst>
                  <a:ext uri="{FF2B5EF4-FFF2-40B4-BE49-F238E27FC236}">
                    <a16:creationId xmlns:a16="http://schemas.microsoft.com/office/drawing/2014/main" id="{55744A7A-8759-4D2F-A708-A31F46AE97A9}"/>
                  </a:ext>
                </a:extLst>
              </p:cNvPr>
              <p:cNvPicPr>
                <a:picLocks noChangeAspect="1"/>
              </p:cNvPicPr>
              <p:nvPr/>
            </p:nvPicPr>
            <p:blipFill>
              <a:blip r:embed="rId4">
                <a:extLst>
                  <a:ext uri="{28A0092B-C50C-407E-A947-70E740481C1C}">
                    <a14:useLocalDpi xmlns:a14="http://schemas.microsoft.com/office/drawing/2010/main" val="0"/>
                  </a:ext>
                  <a:ext uri="{96DAC541-7B7A-43D3-8B79-37D633B846F1}">
                    <asvg:svgBlip xmlns:asvg="http://schemas.microsoft.com/office/drawing/2016/SVG/main" r:embed="rId5"/>
                  </a:ext>
                </a:extLst>
              </a:blip>
              <a:stretch>
                <a:fillRect/>
              </a:stretch>
            </p:blipFill>
            <p:spPr>
              <a:xfrm>
                <a:off x="3393222" y="2975188"/>
                <a:ext cx="688835" cy="666249"/>
              </a:xfrm>
              <a:prstGeom prst="rect">
                <a:avLst/>
              </a:prstGeom>
            </p:spPr>
          </p:pic>
          <p:sp>
            <p:nvSpPr>
              <p:cNvPr id="64" name="文本框 63">
                <a:extLst>
                  <a:ext uri="{FF2B5EF4-FFF2-40B4-BE49-F238E27FC236}">
                    <a16:creationId xmlns:a16="http://schemas.microsoft.com/office/drawing/2014/main" id="{9B98C997-2BE5-43EE-8ED2-2321C74E159C}"/>
                  </a:ext>
                </a:extLst>
              </p:cNvPr>
              <p:cNvSpPr txBox="1"/>
              <p:nvPr/>
            </p:nvSpPr>
            <p:spPr>
              <a:xfrm>
                <a:off x="3680202" y="3014092"/>
                <a:ext cx="388699" cy="400110"/>
              </a:xfrm>
              <a:prstGeom prst="rect">
                <a:avLst/>
              </a:prstGeom>
              <a:noFill/>
            </p:spPr>
            <p:txBody>
              <a:bodyPr wrap="square">
                <a:spAutoFit/>
              </a:bodyPr>
              <a:lstStyle/>
              <a:p>
                <a:pPr algn="ctr"/>
                <a:r>
                  <a:rPr lang="en-US" altLang="zh-CN" sz="2000" b="1" dirty="0">
                    <a:solidFill>
                      <a:schemeClr val="bg1"/>
                    </a:solidFill>
                  </a:rPr>
                  <a:t>B</a:t>
                </a:r>
                <a:endParaRPr lang="zh-CN" altLang="en-US" sz="2000" dirty="0">
                  <a:solidFill>
                    <a:schemeClr val="bg1"/>
                  </a:solidFill>
                </a:endParaRPr>
              </a:p>
            </p:txBody>
          </p:sp>
        </p:grpSp>
        <p:grpSp>
          <p:nvGrpSpPr>
            <p:cNvPr id="57" name="组合 56">
              <a:extLst>
                <a:ext uri="{FF2B5EF4-FFF2-40B4-BE49-F238E27FC236}">
                  <a16:creationId xmlns:a16="http://schemas.microsoft.com/office/drawing/2014/main" id="{DA493CCE-7340-47EB-BC3F-7E4E90DE7A71}"/>
                </a:ext>
              </a:extLst>
            </p:cNvPr>
            <p:cNvGrpSpPr/>
            <p:nvPr/>
          </p:nvGrpSpPr>
          <p:grpSpPr>
            <a:xfrm>
              <a:off x="2594085" y="4170184"/>
              <a:ext cx="688835" cy="666249"/>
              <a:chOff x="3393222" y="2975188"/>
              <a:chExt cx="688835" cy="666249"/>
            </a:xfrm>
          </p:grpSpPr>
          <p:pic>
            <p:nvPicPr>
              <p:cNvPr id="61" name="图形 10">
                <a:extLst>
                  <a:ext uri="{FF2B5EF4-FFF2-40B4-BE49-F238E27FC236}">
                    <a16:creationId xmlns:a16="http://schemas.microsoft.com/office/drawing/2014/main" id="{D724056B-10D0-44B7-A2F7-BB4BFDD76BF8}"/>
                  </a:ext>
                </a:extLst>
              </p:cNvPr>
              <p:cNvPicPr>
                <a:picLocks noChangeAspect="1"/>
              </p:cNvPicPr>
              <p:nvPr/>
            </p:nvPicPr>
            <p:blipFill>
              <a:blip r:embed="rId4">
                <a:extLst>
                  <a:ext uri="{28A0092B-C50C-407E-A947-70E740481C1C}">
                    <a14:useLocalDpi xmlns:a14="http://schemas.microsoft.com/office/drawing/2010/main" val="0"/>
                  </a:ext>
                  <a:ext uri="{96DAC541-7B7A-43D3-8B79-37D633B846F1}">
                    <asvg:svgBlip xmlns:asvg="http://schemas.microsoft.com/office/drawing/2016/SVG/main" r:embed="rId5"/>
                  </a:ext>
                </a:extLst>
              </a:blip>
              <a:stretch>
                <a:fillRect/>
              </a:stretch>
            </p:blipFill>
            <p:spPr>
              <a:xfrm>
                <a:off x="3393222" y="2975188"/>
                <a:ext cx="688835" cy="666249"/>
              </a:xfrm>
              <a:prstGeom prst="rect">
                <a:avLst/>
              </a:prstGeom>
            </p:spPr>
          </p:pic>
          <p:sp>
            <p:nvSpPr>
              <p:cNvPr id="62" name="文本框 61">
                <a:extLst>
                  <a:ext uri="{FF2B5EF4-FFF2-40B4-BE49-F238E27FC236}">
                    <a16:creationId xmlns:a16="http://schemas.microsoft.com/office/drawing/2014/main" id="{1B579C24-3D84-4D42-801E-9599D16D2328}"/>
                  </a:ext>
                </a:extLst>
              </p:cNvPr>
              <p:cNvSpPr txBox="1"/>
              <p:nvPr/>
            </p:nvSpPr>
            <p:spPr>
              <a:xfrm>
                <a:off x="3680202" y="3014092"/>
                <a:ext cx="388699" cy="400110"/>
              </a:xfrm>
              <a:prstGeom prst="rect">
                <a:avLst/>
              </a:prstGeom>
              <a:noFill/>
            </p:spPr>
            <p:txBody>
              <a:bodyPr wrap="square">
                <a:spAutoFit/>
              </a:bodyPr>
              <a:lstStyle/>
              <a:p>
                <a:pPr algn="ctr"/>
                <a:r>
                  <a:rPr lang="en-US" altLang="zh-CN" sz="2000" b="1" dirty="0">
                    <a:solidFill>
                      <a:schemeClr val="bg1"/>
                    </a:solidFill>
                  </a:rPr>
                  <a:t>A</a:t>
                </a:r>
                <a:endParaRPr lang="zh-CN" altLang="en-US" sz="2000" dirty="0">
                  <a:solidFill>
                    <a:schemeClr val="bg1"/>
                  </a:solidFill>
                </a:endParaRPr>
              </a:p>
            </p:txBody>
          </p:sp>
        </p:grpSp>
        <p:grpSp>
          <p:nvGrpSpPr>
            <p:cNvPr id="58" name="组合 57">
              <a:extLst>
                <a:ext uri="{FF2B5EF4-FFF2-40B4-BE49-F238E27FC236}">
                  <a16:creationId xmlns:a16="http://schemas.microsoft.com/office/drawing/2014/main" id="{8E891124-F4B8-4DC0-94A5-A184BBF24DA9}"/>
                </a:ext>
              </a:extLst>
            </p:cNvPr>
            <p:cNvGrpSpPr/>
            <p:nvPr/>
          </p:nvGrpSpPr>
          <p:grpSpPr>
            <a:xfrm>
              <a:off x="4010702" y="5718743"/>
              <a:ext cx="688835" cy="666249"/>
              <a:chOff x="3393222" y="2975188"/>
              <a:chExt cx="688835" cy="666249"/>
            </a:xfrm>
          </p:grpSpPr>
          <p:pic>
            <p:nvPicPr>
              <p:cNvPr id="59" name="图形 10">
                <a:extLst>
                  <a:ext uri="{FF2B5EF4-FFF2-40B4-BE49-F238E27FC236}">
                    <a16:creationId xmlns:a16="http://schemas.microsoft.com/office/drawing/2014/main" id="{5C51064C-A053-4286-98E5-BDA48A307CC9}"/>
                  </a:ext>
                </a:extLst>
              </p:cNvPr>
              <p:cNvPicPr>
                <a:picLocks noChangeAspect="1"/>
              </p:cNvPicPr>
              <p:nvPr/>
            </p:nvPicPr>
            <p:blipFill>
              <a:blip r:embed="rId4">
                <a:extLst>
                  <a:ext uri="{28A0092B-C50C-407E-A947-70E740481C1C}">
                    <a14:useLocalDpi xmlns:a14="http://schemas.microsoft.com/office/drawing/2010/main" val="0"/>
                  </a:ext>
                  <a:ext uri="{96DAC541-7B7A-43D3-8B79-37D633B846F1}">
                    <asvg:svgBlip xmlns:asvg="http://schemas.microsoft.com/office/drawing/2016/SVG/main" r:embed="rId5"/>
                  </a:ext>
                </a:extLst>
              </a:blip>
              <a:stretch>
                <a:fillRect/>
              </a:stretch>
            </p:blipFill>
            <p:spPr>
              <a:xfrm>
                <a:off x="3393222" y="2975188"/>
                <a:ext cx="688835" cy="666249"/>
              </a:xfrm>
              <a:prstGeom prst="rect">
                <a:avLst/>
              </a:prstGeom>
            </p:spPr>
          </p:pic>
          <p:sp>
            <p:nvSpPr>
              <p:cNvPr id="60" name="文本框 59">
                <a:extLst>
                  <a:ext uri="{FF2B5EF4-FFF2-40B4-BE49-F238E27FC236}">
                    <a16:creationId xmlns:a16="http://schemas.microsoft.com/office/drawing/2014/main" id="{B1544697-D405-4B72-9319-3D18DFC7C4E1}"/>
                  </a:ext>
                </a:extLst>
              </p:cNvPr>
              <p:cNvSpPr txBox="1"/>
              <p:nvPr/>
            </p:nvSpPr>
            <p:spPr>
              <a:xfrm>
                <a:off x="3680202" y="3014092"/>
                <a:ext cx="388699" cy="400110"/>
              </a:xfrm>
              <a:prstGeom prst="rect">
                <a:avLst/>
              </a:prstGeom>
              <a:noFill/>
            </p:spPr>
            <p:txBody>
              <a:bodyPr wrap="square">
                <a:spAutoFit/>
              </a:bodyPr>
              <a:lstStyle/>
              <a:p>
                <a:pPr algn="ctr"/>
                <a:r>
                  <a:rPr lang="en-US" altLang="zh-CN" sz="2000" b="1" dirty="0">
                    <a:solidFill>
                      <a:schemeClr val="bg1"/>
                    </a:solidFill>
                  </a:rPr>
                  <a:t>C</a:t>
                </a:r>
                <a:endParaRPr lang="zh-CN" altLang="en-US" sz="2000" dirty="0">
                  <a:solidFill>
                    <a:schemeClr val="bg1"/>
                  </a:solidFill>
                </a:endParaRPr>
              </a:p>
            </p:txBody>
          </p:sp>
        </p:grpSp>
        <p:cxnSp>
          <p:nvCxnSpPr>
            <p:cNvPr id="39" name="直接连接符 38">
              <a:extLst>
                <a:ext uri="{FF2B5EF4-FFF2-40B4-BE49-F238E27FC236}">
                  <a16:creationId xmlns:a16="http://schemas.microsoft.com/office/drawing/2014/main" id="{3B54DCDA-29F4-4A7A-B891-9FE72331555E}"/>
                </a:ext>
              </a:extLst>
            </p:cNvPr>
            <p:cNvCxnSpPr/>
            <p:nvPr/>
          </p:nvCxnSpPr>
          <p:spPr>
            <a:xfrm flipV="1">
              <a:off x="7706158" y="3514333"/>
              <a:ext cx="0" cy="2519534"/>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pic>
          <p:nvPicPr>
            <p:cNvPr id="41" name="图片 40" descr="文本&#10;&#10;描述已自动生成">
              <a:extLst>
                <a:ext uri="{FF2B5EF4-FFF2-40B4-BE49-F238E27FC236}">
                  <a16:creationId xmlns:a16="http://schemas.microsoft.com/office/drawing/2014/main" id="{DDAED76E-9D71-49D3-9571-3A8E413C6BE6}"/>
                </a:ext>
              </a:extLst>
            </p:cNvPr>
            <p:cNvPicPr>
              <a:picLocks noChangeAspect="1"/>
            </p:cNvPicPr>
            <p:nvPr/>
          </p:nvPicPr>
          <p:blipFill>
            <a:blip r:embed="rId3">
              <a:extLst>
                <a:ext uri="{28A0092B-C50C-407E-A947-70E740481C1C}">
                  <a14:useLocalDpi xmlns:a14="http://schemas.microsoft.com/office/drawing/2010/main" val="0"/>
                </a:ext>
              </a:extLst>
            </a:blip>
            <a:stretch>
              <a:fillRect/>
            </a:stretch>
          </p:blipFill>
          <p:spPr>
            <a:xfrm>
              <a:off x="7429123" y="4403480"/>
              <a:ext cx="589727" cy="552869"/>
            </a:xfrm>
            <a:prstGeom prst="rect">
              <a:avLst/>
            </a:prstGeom>
          </p:spPr>
        </p:pic>
        <p:sp>
          <p:nvSpPr>
            <p:cNvPr id="42" name="文本框 41">
              <a:extLst>
                <a:ext uri="{FF2B5EF4-FFF2-40B4-BE49-F238E27FC236}">
                  <a16:creationId xmlns:a16="http://schemas.microsoft.com/office/drawing/2014/main" id="{8538514A-385A-47BB-A433-185DDA383C2B}"/>
                </a:ext>
              </a:extLst>
            </p:cNvPr>
            <p:cNvSpPr txBox="1"/>
            <p:nvPr/>
          </p:nvSpPr>
          <p:spPr>
            <a:xfrm>
              <a:off x="6818048" y="4836433"/>
              <a:ext cx="918385" cy="369332"/>
            </a:xfrm>
            <a:prstGeom prst="rect">
              <a:avLst/>
            </a:prstGeom>
            <a:noFill/>
          </p:spPr>
          <p:txBody>
            <a:bodyPr wrap="square" rtlCol="0">
              <a:spAutoFit/>
            </a:bodyPr>
            <a:lstStyle/>
            <a:p>
              <a:pPr algn="ctr"/>
              <a:r>
                <a:rPr lang="zh-CN" altLang="en-US" b="1" dirty="0">
                  <a:latin typeface="+mn-ea"/>
                </a:rPr>
                <a:t>集线器</a:t>
              </a:r>
            </a:p>
          </p:txBody>
        </p:sp>
        <p:grpSp>
          <p:nvGrpSpPr>
            <p:cNvPr id="43" name="组合 42">
              <a:extLst>
                <a:ext uri="{FF2B5EF4-FFF2-40B4-BE49-F238E27FC236}">
                  <a16:creationId xmlns:a16="http://schemas.microsoft.com/office/drawing/2014/main" id="{B69023A8-B89B-416C-A039-5C5D29181F50}"/>
                </a:ext>
              </a:extLst>
            </p:cNvPr>
            <p:cNvGrpSpPr/>
            <p:nvPr/>
          </p:nvGrpSpPr>
          <p:grpSpPr>
            <a:xfrm>
              <a:off x="7361740" y="2918742"/>
              <a:ext cx="688835" cy="666249"/>
              <a:chOff x="3393222" y="2975188"/>
              <a:chExt cx="688835" cy="666249"/>
            </a:xfrm>
          </p:grpSpPr>
          <p:pic>
            <p:nvPicPr>
              <p:cNvPr id="50" name="图形 10">
                <a:extLst>
                  <a:ext uri="{FF2B5EF4-FFF2-40B4-BE49-F238E27FC236}">
                    <a16:creationId xmlns:a16="http://schemas.microsoft.com/office/drawing/2014/main" id="{A3B3F047-E8B5-482A-8C5F-BAE8D2B621BA}"/>
                  </a:ext>
                </a:extLst>
              </p:cNvPr>
              <p:cNvPicPr>
                <a:picLocks noChangeAspect="1"/>
              </p:cNvPicPr>
              <p:nvPr/>
            </p:nvPicPr>
            <p:blipFill>
              <a:blip r:embed="rId4">
                <a:extLst>
                  <a:ext uri="{28A0092B-C50C-407E-A947-70E740481C1C}">
                    <a14:useLocalDpi xmlns:a14="http://schemas.microsoft.com/office/drawing/2010/main" val="0"/>
                  </a:ext>
                  <a:ext uri="{96DAC541-7B7A-43D3-8B79-37D633B846F1}">
                    <asvg:svgBlip xmlns:asvg="http://schemas.microsoft.com/office/drawing/2016/SVG/main" r:embed="rId5"/>
                  </a:ext>
                </a:extLst>
              </a:blip>
              <a:stretch>
                <a:fillRect/>
              </a:stretch>
            </p:blipFill>
            <p:spPr>
              <a:xfrm>
                <a:off x="3393222" y="2975188"/>
                <a:ext cx="688835" cy="666249"/>
              </a:xfrm>
              <a:prstGeom prst="rect">
                <a:avLst/>
              </a:prstGeom>
            </p:spPr>
          </p:pic>
          <p:sp>
            <p:nvSpPr>
              <p:cNvPr id="51" name="文本框 50">
                <a:extLst>
                  <a:ext uri="{FF2B5EF4-FFF2-40B4-BE49-F238E27FC236}">
                    <a16:creationId xmlns:a16="http://schemas.microsoft.com/office/drawing/2014/main" id="{E1FD5C9D-366C-4253-A736-56966B5E5AAA}"/>
                  </a:ext>
                </a:extLst>
              </p:cNvPr>
              <p:cNvSpPr txBox="1"/>
              <p:nvPr/>
            </p:nvSpPr>
            <p:spPr>
              <a:xfrm>
                <a:off x="3680202" y="3014092"/>
                <a:ext cx="388699" cy="400110"/>
              </a:xfrm>
              <a:prstGeom prst="rect">
                <a:avLst/>
              </a:prstGeom>
              <a:noFill/>
            </p:spPr>
            <p:txBody>
              <a:bodyPr wrap="square">
                <a:spAutoFit/>
              </a:bodyPr>
              <a:lstStyle/>
              <a:p>
                <a:pPr algn="ctr"/>
                <a:r>
                  <a:rPr lang="en-US" altLang="zh-CN" sz="2000" b="1" dirty="0">
                    <a:solidFill>
                      <a:schemeClr val="bg1"/>
                    </a:solidFill>
                  </a:rPr>
                  <a:t>D</a:t>
                </a:r>
                <a:endParaRPr lang="zh-CN" altLang="en-US" sz="2000" dirty="0">
                  <a:solidFill>
                    <a:schemeClr val="bg1"/>
                  </a:solidFill>
                </a:endParaRPr>
              </a:p>
            </p:txBody>
          </p:sp>
        </p:grpSp>
        <p:grpSp>
          <p:nvGrpSpPr>
            <p:cNvPr id="44" name="组合 43">
              <a:extLst>
                <a:ext uri="{FF2B5EF4-FFF2-40B4-BE49-F238E27FC236}">
                  <a16:creationId xmlns:a16="http://schemas.microsoft.com/office/drawing/2014/main" id="{5ED7DEA9-40EC-4CF9-9773-79CFB5D54601}"/>
                </a:ext>
              </a:extLst>
            </p:cNvPr>
            <p:cNvGrpSpPr/>
            <p:nvPr/>
          </p:nvGrpSpPr>
          <p:grpSpPr>
            <a:xfrm>
              <a:off x="7260451" y="5718743"/>
              <a:ext cx="688835" cy="666249"/>
              <a:chOff x="3393222" y="2975188"/>
              <a:chExt cx="688835" cy="666249"/>
            </a:xfrm>
          </p:grpSpPr>
          <p:pic>
            <p:nvPicPr>
              <p:cNvPr id="48" name="图形 10">
                <a:extLst>
                  <a:ext uri="{FF2B5EF4-FFF2-40B4-BE49-F238E27FC236}">
                    <a16:creationId xmlns:a16="http://schemas.microsoft.com/office/drawing/2014/main" id="{8C77401E-0C8F-4070-9F33-12FB266F8BC1}"/>
                  </a:ext>
                </a:extLst>
              </p:cNvPr>
              <p:cNvPicPr>
                <a:picLocks noChangeAspect="1"/>
              </p:cNvPicPr>
              <p:nvPr/>
            </p:nvPicPr>
            <p:blipFill>
              <a:blip r:embed="rId4">
                <a:extLst>
                  <a:ext uri="{28A0092B-C50C-407E-A947-70E740481C1C}">
                    <a14:useLocalDpi xmlns:a14="http://schemas.microsoft.com/office/drawing/2010/main" val="0"/>
                  </a:ext>
                  <a:ext uri="{96DAC541-7B7A-43D3-8B79-37D633B846F1}">
                    <asvg:svgBlip xmlns:asvg="http://schemas.microsoft.com/office/drawing/2016/SVG/main" r:embed="rId5"/>
                  </a:ext>
                </a:extLst>
              </a:blip>
              <a:stretch>
                <a:fillRect/>
              </a:stretch>
            </p:blipFill>
            <p:spPr>
              <a:xfrm>
                <a:off x="3393222" y="2975188"/>
                <a:ext cx="688835" cy="666249"/>
              </a:xfrm>
              <a:prstGeom prst="rect">
                <a:avLst/>
              </a:prstGeom>
            </p:spPr>
          </p:pic>
          <p:sp>
            <p:nvSpPr>
              <p:cNvPr id="49" name="文本框 48">
                <a:extLst>
                  <a:ext uri="{FF2B5EF4-FFF2-40B4-BE49-F238E27FC236}">
                    <a16:creationId xmlns:a16="http://schemas.microsoft.com/office/drawing/2014/main" id="{1216CCBF-7A51-482A-8104-21D975E10B8D}"/>
                  </a:ext>
                </a:extLst>
              </p:cNvPr>
              <p:cNvSpPr txBox="1"/>
              <p:nvPr/>
            </p:nvSpPr>
            <p:spPr>
              <a:xfrm>
                <a:off x="3680202" y="3014092"/>
                <a:ext cx="388699" cy="400110"/>
              </a:xfrm>
              <a:prstGeom prst="rect">
                <a:avLst/>
              </a:prstGeom>
              <a:noFill/>
            </p:spPr>
            <p:txBody>
              <a:bodyPr wrap="square">
                <a:spAutoFit/>
              </a:bodyPr>
              <a:lstStyle/>
              <a:p>
                <a:pPr algn="ctr"/>
                <a:r>
                  <a:rPr lang="en-US" altLang="zh-CN" sz="2000" b="1" dirty="0">
                    <a:solidFill>
                      <a:schemeClr val="bg1"/>
                    </a:solidFill>
                  </a:rPr>
                  <a:t>F</a:t>
                </a:r>
                <a:endParaRPr lang="zh-CN" altLang="en-US" sz="2000" dirty="0">
                  <a:solidFill>
                    <a:schemeClr val="bg1"/>
                  </a:solidFill>
                </a:endParaRPr>
              </a:p>
            </p:txBody>
          </p:sp>
        </p:grpSp>
        <p:grpSp>
          <p:nvGrpSpPr>
            <p:cNvPr id="45" name="组合 44">
              <a:extLst>
                <a:ext uri="{FF2B5EF4-FFF2-40B4-BE49-F238E27FC236}">
                  <a16:creationId xmlns:a16="http://schemas.microsoft.com/office/drawing/2014/main" id="{DDBA12F7-C5BA-4D15-AC11-0D79CC20089A}"/>
                </a:ext>
              </a:extLst>
            </p:cNvPr>
            <p:cNvGrpSpPr/>
            <p:nvPr/>
          </p:nvGrpSpPr>
          <p:grpSpPr>
            <a:xfrm>
              <a:off x="8923858" y="4209088"/>
              <a:ext cx="688835" cy="666249"/>
              <a:chOff x="3393222" y="2975188"/>
              <a:chExt cx="688835" cy="666249"/>
            </a:xfrm>
          </p:grpSpPr>
          <p:pic>
            <p:nvPicPr>
              <p:cNvPr id="46" name="图形 10">
                <a:extLst>
                  <a:ext uri="{FF2B5EF4-FFF2-40B4-BE49-F238E27FC236}">
                    <a16:creationId xmlns:a16="http://schemas.microsoft.com/office/drawing/2014/main" id="{5206E993-22D6-416C-BD6E-7BA1B8EC8925}"/>
                  </a:ext>
                </a:extLst>
              </p:cNvPr>
              <p:cNvPicPr>
                <a:picLocks noChangeAspect="1"/>
              </p:cNvPicPr>
              <p:nvPr/>
            </p:nvPicPr>
            <p:blipFill>
              <a:blip r:embed="rId4">
                <a:extLst>
                  <a:ext uri="{28A0092B-C50C-407E-A947-70E740481C1C}">
                    <a14:useLocalDpi xmlns:a14="http://schemas.microsoft.com/office/drawing/2010/main" val="0"/>
                  </a:ext>
                  <a:ext uri="{96DAC541-7B7A-43D3-8B79-37D633B846F1}">
                    <asvg:svgBlip xmlns:asvg="http://schemas.microsoft.com/office/drawing/2016/SVG/main" r:embed="rId5"/>
                  </a:ext>
                </a:extLst>
              </a:blip>
              <a:stretch>
                <a:fillRect/>
              </a:stretch>
            </p:blipFill>
            <p:spPr>
              <a:xfrm>
                <a:off x="3393222" y="2975188"/>
                <a:ext cx="688835" cy="666249"/>
              </a:xfrm>
              <a:prstGeom prst="rect">
                <a:avLst/>
              </a:prstGeom>
            </p:spPr>
          </p:pic>
          <p:sp>
            <p:nvSpPr>
              <p:cNvPr id="47" name="文本框 46">
                <a:extLst>
                  <a:ext uri="{FF2B5EF4-FFF2-40B4-BE49-F238E27FC236}">
                    <a16:creationId xmlns:a16="http://schemas.microsoft.com/office/drawing/2014/main" id="{11A5DCB8-BA30-4A3E-9AB8-373AFE47EF52}"/>
                  </a:ext>
                </a:extLst>
              </p:cNvPr>
              <p:cNvSpPr txBox="1"/>
              <p:nvPr/>
            </p:nvSpPr>
            <p:spPr>
              <a:xfrm>
                <a:off x="3680202" y="3014092"/>
                <a:ext cx="388699" cy="400110"/>
              </a:xfrm>
              <a:prstGeom prst="rect">
                <a:avLst/>
              </a:prstGeom>
              <a:noFill/>
            </p:spPr>
            <p:txBody>
              <a:bodyPr wrap="square">
                <a:spAutoFit/>
              </a:bodyPr>
              <a:lstStyle/>
              <a:p>
                <a:pPr algn="ctr"/>
                <a:r>
                  <a:rPr lang="en-US" altLang="zh-CN" sz="2000" b="1" dirty="0">
                    <a:solidFill>
                      <a:schemeClr val="bg1"/>
                    </a:solidFill>
                  </a:rPr>
                  <a:t>E</a:t>
                </a:r>
                <a:endParaRPr lang="zh-CN" altLang="en-US" sz="2000" dirty="0">
                  <a:solidFill>
                    <a:schemeClr val="bg1"/>
                  </a:solidFill>
                </a:endParaRPr>
              </a:p>
            </p:txBody>
          </p:sp>
        </p:grpSp>
        <p:pic>
          <p:nvPicPr>
            <p:cNvPr id="37" name="图片 36" descr="图片包含 图标&#10;&#10;描述已自动生成">
              <a:extLst>
                <a:ext uri="{FF2B5EF4-FFF2-40B4-BE49-F238E27FC236}">
                  <a16:creationId xmlns:a16="http://schemas.microsoft.com/office/drawing/2014/main" id="{66496DB0-9A3F-4B29-B147-178B8CC0741C}"/>
                </a:ext>
              </a:extLst>
            </p:cNvPr>
            <p:cNvPicPr>
              <a:picLocks noChangeAspect="1"/>
            </p:cNvPicPr>
            <p:nvPr/>
          </p:nvPicPr>
          <p:blipFill>
            <a:blip r:embed="rId6">
              <a:extLst>
                <a:ext uri="{28A0092B-C50C-407E-A947-70E740481C1C}">
                  <a14:useLocalDpi xmlns:a14="http://schemas.microsoft.com/office/drawing/2010/main" val="0"/>
                </a:ext>
              </a:extLst>
            </a:blip>
            <a:stretch>
              <a:fillRect/>
            </a:stretch>
          </p:blipFill>
          <p:spPr>
            <a:xfrm>
              <a:off x="5755541" y="4362066"/>
              <a:ext cx="581100" cy="474367"/>
            </a:xfrm>
            <a:prstGeom prst="rect">
              <a:avLst/>
            </a:prstGeom>
          </p:spPr>
        </p:pic>
        <p:sp>
          <p:nvSpPr>
            <p:cNvPr id="38" name="文本框 37">
              <a:extLst>
                <a:ext uri="{FF2B5EF4-FFF2-40B4-BE49-F238E27FC236}">
                  <a16:creationId xmlns:a16="http://schemas.microsoft.com/office/drawing/2014/main" id="{54BC2991-5D71-41F9-BCDB-D116D81A2B2C}"/>
                </a:ext>
              </a:extLst>
            </p:cNvPr>
            <p:cNvSpPr txBox="1"/>
            <p:nvPr/>
          </p:nvSpPr>
          <p:spPr>
            <a:xfrm>
              <a:off x="5691400" y="4836433"/>
              <a:ext cx="694865" cy="369332"/>
            </a:xfrm>
            <a:prstGeom prst="rect">
              <a:avLst/>
            </a:prstGeom>
            <a:noFill/>
          </p:spPr>
          <p:txBody>
            <a:bodyPr wrap="square" rtlCol="0">
              <a:spAutoFit/>
            </a:bodyPr>
            <a:lstStyle/>
            <a:p>
              <a:pPr algn="ctr"/>
              <a:r>
                <a:rPr lang="zh-CN" altLang="en-US" b="1" dirty="0">
                  <a:latin typeface="+mn-ea"/>
                </a:rPr>
                <a:t>网桥</a:t>
              </a:r>
            </a:p>
          </p:txBody>
        </p:sp>
        <p:sp>
          <p:nvSpPr>
            <p:cNvPr id="35" name="文本框 34">
              <a:extLst>
                <a:ext uri="{FF2B5EF4-FFF2-40B4-BE49-F238E27FC236}">
                  <a16:creationId xmlns:a16="http://schemas.microsoft.com/office/drawing/2014/main" id="{AA36C400-5BEA-4377-A6FE-ED432BE8C82F}"/>
                </a:ext>
              </a:extLst>
            </p:cNvPr>
            <p:cNvSpPr txBox="1"/>
            <p:nvPr/>
          </p:nvSpPr>
          <p:spPr>
            <a:xfrm>
              <a:off x="5637014" y="4069729"/>
              <a:ext cx="388699" cy="400110"/>
            </a:xfrm>
            <a:prstGeom prst="rect">
              <a:avLst/>
            </a:prstGeom>
            <a:noFill/>
          </p:spPr>
          <p:txBody>
            <a:bodyPr wrap="square">
              <a:spAutoFit/>
            </a:bodyPr>
            <a:lstStyle/>
            <a:p>
              <a:pPr algn="ctr"/>
              <a:r>
                <a:rPr lang="en-US" altLang="zh-CN" sz="2000" b="1" dirty="0"/>
                <a:t>1</a:t>
              </a:r>
              <a:endParaRPr lang="zh-CN" altLang="en-US" sz="2000" dirty="0"/>
            </a:p>
          </p:txBody>
        </p:sp>
        <p:sp>
          <p:nvSpPr>
            <p:cNvPr id="36" name="文本框 35">
              <a:extLst>
                <a:ext uri="{FF2B5EF4-FFF2-40B4-BE49-F238E27FC236}">
                  <a16:creationId xmlns:a16="http://schemas.microsoft.com/office/drawing/2014/main" id="{FD0F606C-E69C-4C76-9676-89125A4A96A4}"/>
                </a:ext>
              </a:extLst>
            </p:cNvPr>
            <p:cNvSpPr txBox="1"/>
            <p:nvPr/>
          </p:nvSpPr>
          <p:spPr>
            <a:xfrm>
              <a:off x="6131677" y="4069729"/>
              <a:ext cx="388699" cy="400110"/>
            </a:xfrm>
            <a:prstGeom prst="rect">
              <a:avLst/>
            </a:prstGeom>
            <a:noFill/>
          </p:spPr>
          <p:txBody>
            <a:bodyPr wrap="square">
              <a:spAutoFit/>
            </a:bodyPr>
            <a:lstStyle/>
            <a:p>
              <a:pPr algn="ctr"/>
              <a:r>
                <a:rPr lang="en-US" altLang="zh-CN" sz="2000" b="1" dirty="0"/>
                <a:t>2</a:t>
              </a:r>
              <a:endParaRPr lang="zh-CN" altLang="en-US" sz="2000" dirty="0"/>
            </a:p>
          </p:txBody>
        </p:sp>
      </p:grpSp>
      <p:grpSp>
        <p:nvGrpSpPr>
          <p:cNvPr id="7" name="组合 6">
            <a:extLst>
              <a:ext uri="{FF2B5EF4-FFF2-40B4-BE49-F238E27FC236}">
                <a16:creationId xmlns:a16="http://schemas.microsoft.com/office/drawing/2014/main" id="{19421666-7F5D-4D81-A0B8-B30EF80C4B32}"/>
              </a:ext>
            </a:extLst>
          </p:cNvPr>
          <p:cNvGrpSpPr/>
          <p:nvPr/>
        </p:nvGrpSpPr>
        <p:grpSpPr>
          <a:xfrm>
            <a:off x="7362876" y="1771108"/>
            <a:ext cx="4524324" cy="597122"/>
            <a:chOff x="7362876" y="1771108"/>
            <a:chExt cx="4524324" cy="597122"/>
          </a:xfrm>
        </p:grpSpPr>
        <p:sp>
          <p:nvSpPr>
            <p:cNvPr id="83" name="íşlïḍè">
              <a:extLst>
                <a:ext uri="{FF2B5EF4-FFF2-40B4-BE49-F238E27FC236}">
                  <a16:creationId xmlns:a16="http://schemas.microsoft.com/office/drawing/2014/main" id="{63850319-2EC9-4694-B066-AB365F29832C}"/>
                </a:ext>
              </a:extLst>
            </p:cNvPr>
            <p:cNvSpPr txBox="1"/>
            <p:nvPr/>
          </p:nvSpPr>
          <p:spPr>
            <a:xfrm>
              <a:off x="7362876" y="1771108"/>
              <a:ext cx="1590350" cy="597122"/>
            </a:xfrm>
            <a:prstGeom prst="rect">
              <a:avLst/>
            </a:prstGeom>
            <a:noFill/>
          </p:spPr>
          <p:txBody>
            <a:bodyPr wrap="square" lIns="91440" tIns="45720" rIns="91440" bIns="45720" anchor="ctr">
              <a:noAutofit/>
            </a:bodyPr>
            <a:lstStyle/>
            <a:p>
              <a:pPr algn="ctr"/>
              <a:r>
                <a:rPr lang="zh-CN" altLang="en-US" b="1" dirty="0">
                  <a:latin typeface="Arial Narrow" panose="020B0606020202030204" pitchFamily="34" charset="0"/>
                </a:rPr>
                <a:t>站点间的通信</a:t>
              </a:r>
            </a:p>
          </p:txBody>
        </p:sp>
        <p:sp>
          <p:nvSpPr>
            <p:cNvPr id="84" name="íşlïḍè">
              <a:extLst>
                <a:ext uri="{FF2B5EF4-FFF2-40B4-BE49-F238E27FC236}">
                  <a16:creationId xmlns:a16="http://schemas.microsoft.com/office/drawing/2014/main" id="{3084F57C-1DB0-4D24-B9CC-5AA20FF5C73C}"/>
                </a:ext>
              </a:extLst>
            </p:cNvPr>
            <p:cNvSpPr txBox="1"/>
            <p:nvPr/>
          </p:nvSpPr>
          <p:spPr>
            <a:xfrm>
              <a:off x="9328589" y="1771108"/>
              <a:ext cx="2558611" cy="597122"/>
            </a:xfrm>
            <a:prstGeom prst="rect">
              <a:avLst/>
            </a:prstGeom>
            <a:noFill/>
          </p:spPr>
          <p:txBody>
            <a:bodyPr wrap="square" lIns="91440" tIns="45720" rIns="91440" bIns="45720" anchor="ctr">
              <a:noAutofit/>
            </a:bodyPr>
            <a:lstStyle/>
            <a:p>
              <a:pPr algn="ctr"/>
              <a:r>
                <a:rPr lang="zh-CN" altLang="en-US" b="1" dirty="0">
                  <a:latin typeface="Arial Narrow" panose="020B0606020202030204" pitchFamily="34" charset="0"/>
                </a:rPr>
                <a:t>网桥自学习和转发帧</a:t>
              </a:r>
            </a:p>
          </p:txBody>
        </p:sp>
      </p:grpSp>
      <p:sp>
        <p:nvSpPr>
          <p:cNvPr id="77" name="文本框 76">
            <a:extLst>
              <a:ext uri="{FF2B5EF4-FFF2-40B4-BE49-F238E27FC236}">
                <a16:creationId xmlns:a16="http://schemas.microsoft.com/office/drawing/2014/main" id="{37B7F1A5-6AE5-4A4A-B702-13345E29B0A5}"/>
              </a:ext>
            </a:extLst>
          </p:cNvPr>
          <p:cNvSpPr txBox="1"/>
          <p:nvPr/>
        </p:nvSpPr>
        <p:spPr>
          <a:xfrm>
            <a:off x="7726930" y="2312479"/>
            <a:ext cx="862241" cy="400110"/>
          </a:xfrm>
          <a:prstGeom prst="rect">
            <a:avLst/>
          </a:prstGeom>
          <a:noFill/>
        </p:spPr>
        <p:txBody>
          <a:bodyPr wrap="square">
            <a:spAutoFit/>
          </a:bodyPr>
          <a:lstStyle/>
          <a:p>
            <a:pPr algn="ctr"/>
            <a:r>
              <a:rPr lang="en-US" altLang="zh-CN" sz="2000" b="1" dirty="0">
                <a:solidFill>
                  <a:schemeClr val="tx1"/>
                </a:solidFill>
              </a:rPr>
              <a:t>A</a:t>
            </a:r>
            <a:r>
              <a:rPr lang="en-US" altLang="zh-CN" sz="2000" b="1" dirty="0">
                <a:solidFill>
                  <a:schemeClr val="tx1"/>
                </a:solidFill>
                <a:latin typeface="+mn-ea"/>
              </a:rPr>
              <a:t>→</a:t>
            </a:r>
            <a:r>
              <a:rPr lang="en-US" altLang="zh-CN" sz="2000" b="1" dirty="0">
                <a:solidFill>
                  <a:schemeClr val="tx1"/>
                </a:solidFill>
              </a:rPr>
              <a:t>B</a:t>
            </a:r>
            <a:endParaRPr lang="zh-CN" altLang="en-US" sz="2000" b="1" dirty="0">
              <a:solidFill>
                <a:schemeClr val="tx1"/>
              </a:solidFill>
            </a:endParaRPr>
          </a:p>
        </p:txBody>
      </p:sp>
      <p:sp>
        <p:nvSpPr>
          <p:cNvPr id="78" name="文本框 77">
            <a:extLst>
              <a:ext uri="{FF2B5EF4-FFF2-40B4-BE49-F238E27FC236}">
                <a16:creationId xmlns:a16="http://schemas.microsoft.com/office/drawing/2014/main" id="{5238F13B-EC33-4E11-AC85-9CCE8031DC22}"/>
              </a:ext>
            </a:extLst>
          </p:cNvPr>
          <p:cNvSpPr txBox="1"/>
          <p:nvPr/>
        </p:nvSpPr>
        <p:spPr>
          <a:xfrm>
            <a:off x="1243661" y="3137717"/>
            <a:ext cx="688835" cy="369332"/>
          </a:xfrm>
          <a:prstGeom prst="rect">
            <a:avLst/>
          </a:prstGeom>
          <a:noFill/>
        </p:spPr>
        <p:txBody>
          <a:bodyPr wrap="square" rtlCol="0">
            <a:spAutoFit/>
          </a:bodyPr>
          <a:lstStyle/>
          <a:p>
            <a:pPr algn="ctr"/>
            <a:r>
              <a:rPr lang="zh-CN" altLang="en-US" b="1" dirty="0">
                <a:solidFill>
                  <a:schemeClr val="accent4"/>
                </a:solidFill>
              </a:rPr>
              <a:t>接受</a:t>
            </a:r>
          </a:p>
        </p:txBody>
      </p:sp>
      <p:sp>
        <p:nvSpPr>
          <p:cNvPr id="79" name="文本框 78">
            <a:extLst>
              <a:ext uri="{FF2B5EF4-FFF2-40B4-BE49-F238E27FC236}">
                <a16:creationId xmlns:a16="http://schemas.microsoft.com/office/drawing/2014/main" id="{7E5FF436-1429-47F3-B72E-9342E61ED1E4}"/>
              </a:ext>
            </a:extLst>
          </p:cNvPr>
          <p:cNvSpPr txBox="1"/>
          <p:nvPr/>
        </p:nvSpPr>
        <p:spPr>
          <a:xfrm>
            <a:off x="1243661" y="5757647"/>
            <a:ext cx="688835" cy="369332"/>
          </a:xfrm>
          <a:prstGeom prst="rect">
            <a:avLst/>
          </a:prstGeom>
          <a:noFill/>
        </p:spPr>
        <p:txBody>
          <a:bodyPr wrap="square" rtlCol="0">
            <a:spAutoFit/>
          </a:bodyPr>
          <a:lstStyle/>
          <a:p>
            <a:pPr algn="ctr"/>
            <a:r>
              <a:rPr lang="zh-CN" altLang="en-US" b="1" dirty="0">
                <a:solidFill>
                  <a:schemeClr val="accent1">
                    <a:lumMod val="75000"/>
                  </a:schemeClr>
                </a:solidFill>
              </a:rPr>
              <a:t>丢弃</a:t>
            </a:r>
          </a:p>
        </p:txBody>
      </p:sp>
      <p:sp>
        <p:nvSpPr>
          <p:cNvPr id="80" name="文本框 79">
            <a:extLst>
              <a:ext uri="{FF2B5EF4-FFF2-40B4-BE49-F238E27FC236}">
                <a16:creationId xmlns:a16="http://schemas.microsoft.com/office/drawing/2014/main" id="{E47F83A7-2A3F-4E7F-88FC-54D5544A4716}"/>
              </a:ext>
            </a:extLst>
          </p:cNvPr>
          <p:cNvSpPr txBox="1"/>
          <p:nvPr/>
        </p:nvSpPr>
        <p:spPr>
          <a:xfrm>
            <a:off x="3239122" y="2336192"/>
            <a:ext cx="322463" cy="400110"/>
          </a:xfrm>
          <a:prstGeom prst="rect">
            <a:avLst/>
          </a:prstGeom>
          <a:noFill/>
        </p:spPr>
        <p:txBody>
          <a:bodyPr wrap="square">
            <a:spAutoFit/>
          </a:bodyPr>
          <a:lstStyle/>
          <a:p>
            <a:pPr algn="ctr"/>
            <a:r>
              <a:rPr lang="en-US" altLang="zh-CN" sz="2000" b="1" dirty="0">
                <a:solidFill>
                  <a:schemeClr val="tx1"/>
                </a:solidFill>
              </a:rPr>
              <a:t>A</a:t>
            </a:r>
            <a:endParaRPr lang="zh-CN" altLang="en-US" sz="2000" b="1" dirty="0">
              <a:solidFill>
                <a:schemeClr val="tx1"/>
              </a:solidFill>
            </a:endParaRPr>
          </a:p>
        </p:txBody>
      </p:sp>
      <p:sp>
        <p:nvSpPr>
          <p:cNvPr id="81" name="文本框 80">
            <a:extLst>
              <a:ext uri="{FF2B5EF4-FFF2-40B4-BE49-F238E27FC236}">
                <a16:creationId xmlns:a16="http://schemas.microsoft.com/office/drawing/2014/main" id="{3969BAE0-73F9-4E23-8AF8-C4585C78789A}"/>
              </a:ext>
            </a:extLst>
          </p:cNvPr>
          <p:cNvSpPr txBox="1"/>
          <p:nvPr/>
        </p:nvSpPr>
        <p:spPr>
          <a:xfrm>
            <a:off x="4122484" y="2336192"/>
            <a:ext cx="322463" cy="400110"/>
          </a:xfrm>
          <a:prstGeom prst="rect">
            <a:avLst/>
          </a:prstGeom>
          <a:noFill/>
        </p:spPr>
        <p:txBody>
          <a:bodyPr wrap="square">
            <a:spAutoFit/>
          </a:bodyPr>
          <a:lstStyle/>
          <a:p>
            <a:pPr algn="ctr"/>
            <a:r>
              <a:rPr lang="en-US" altLang="zh-CN" sz="2000" b="1" dirty="0">
                <a:solidFill>
                  <a:schemeClr val="tx1"/>
                </a:solidFill>
              </a:rPr>
              <a:t>1</a:t>
            </a:r>
            <a:endParaRPr lang="zh-CN" altLang="en-US" sz="2000" b="1" dirty="0">
              <a:solidFill>
                <a:schemeClr val="tx1"/>
              </a:solidFill>
            </a:endParaRPr>
          </a:p>
        </p:txBody>
      </p:sp>
      <p:sp>
        <p:nvSpPr>
          <p:cNvPr id="82" name="文本框 81">
            <a:extLst>
              <a:ext uri="{FF2B5EF4-FFF2-40B4-BE49-F238E27FC236}">
                <a16:creationId xmlns:a16="http://schemas.microsoft.com/office/drawing/2014/main" id="{CE9E7881-4DFF-4864-9184-54119489B430}"/>
              </a:ext>
            </a:extLst>
          </p:cNvPr>
          <p:cNvSpPr txBox="1"/>
          <p:nvPr/>
        </p:nvSpPr>
        <p:spPr>
          <a:xfrm>
            <a:off x="9484465" y="2312479"/>
            <a:ext cx="785190" cy="369332"/>
          </a:xfrm>
          <a:prstGeom prst="rect">
            <a:avLst/>
          </a:prstGeom>
          <a:noFill/>
        </p:spPr>
        <p:txBody>
          <a:bodyPr wrap="square">
            <a:spAutoFit/>
          </a:bodyPr>
          <a:lstStyle/>
          <a:p>
            <a:r>
              <a:rPr lang="zh-CN" altLang="en-US" b="1" dirty="0">
                <a:solidFill>
                  <a:schemeClr val="tx1"/>
                </a:solidFill>
              </a:rPr>
              <a:t>登记</a:t>
            </a:r>
          </a:p>
        </p:txBody>
      </p:sp>
      <p:sp>
        <p:nvSpPr>
          <p:cNvPr id="86" name="文本框 85">
            <a:extLst>
              <a:ext uri="{FF2B5EF4-FFF2-40B4-BE49-F238E27FC236}">
                <a16:creationId xmlns:a16="http://schemas.microsoft.com/office/drawing/2014/main" id="{87A67178-B884-4ED9-A874-8E2F4FF60432}"/>
              </a:ext>
            </a:extLst>
          </p:cNvPr>
          <p:cNvSpPr txBox="1"/>
          <p:nvPr/>
        </p:nvSpPr>
        <p:spPr>
          <a:xfrm>
            <a:off x="10215299" y="2312479"/>
            <a:ext cx="785190" cy="369332"/>
          </a:xfrm>
          <a:prstGeom prst="rect">
            <a:avLst/>
          </a:prstGeom>
          <a:noFill/>
        </p:spPr>
        <p:txBody>
          <a:bodyPr wrap="square">
            <a:spAutoFit/>
          </a:bodyPr>
          <a:lstStyle/>
          <a:p>
            <a:r>
              <a:rPr lang="zh-CN" altLang="en-US" b="1" dirty="0">
                <a:solidFill>
                  <a:schemeClr val="tx1"/>
                </a:solidFill>
              </a:rPr>
              <a:t>转发</a:t>
            </a:r>
          </a:p>
        </p:txBody>
      </p:sp>
      <p:sp>
        <p:nvSpPr>
          <p:cNvPr id="87" name="文本框 86">
            <a:extLst>
              <a:ext uri="{FF2B5EF4-FFF2-40B4-BE49-F238E27FC236}">
                <a16:creationId xmlns:a16="http://schemas.microsoft.com/office/drawing/2014/main" id="{D0DFDC49-43D5-4017-983F-6195C172D0CB}"/>
              </a:ext>
            </a:extLst>
          </p:cNvPr>
          <p:cNvSpPr txBox="1"/>
          <p:nvPr/>
        </p:nvSpPr>
        <p:spPr>
          <a:xfrm>
            <a:off x="10607894" y="2312391"/>
            <a:ext cx="1109467" cy="369332"/>
          </a:xfrm>
          <a:prstGeom prst="rect">
            <a:avLst/>
          </a:prstGeom>
          <a:noFill/>
        </p:spPr>
        <p:txBody>
          <a:bodyPr wrap="square">
            <a:spAutoFit/>
          </a:bodyPr>
          <a:lstStyle/>
          <a:p>
            <a:r>
              <a:rPr lang="zh-CN" altLang="en-US" b="1" dirty="0">
                <a:solidFill>
                  <a:schemeClr val="tx1"/>
                </a:solidFill>
              </a:rPr>
              <a:t>（盲目）</a:t>
            </a:r>
          </a:p>
        </p:txBody>
      </p:sp>
      <p:grpSp>
        <p:nvGrpSpPr>
          <p:cNvPr id="10" name="组合 9">
            <a:extLst>
              <a:ext uri="{FF2B5EF4-FFF2-40B4-BE49-F238E27FC236}">
                <a16:creationId xmlns:a16="http://schemas.microsoft.com/office/drawing/2014/main" id="{0EE38F23-BE11-4F91-844A-DC91775C5E9A}"/>
              </a:ext>
            </a:extLst>
          </p:cNvPr>
          <p:cNvGrpSpPr/>
          <p:nvPr/>
        </p:nvGrpSpPr>
        <p:grpSpPr>
          <a:xfrm>
            <a:off x="988912" y="1936024"/>
            <a:ext cx="2775536" cy="1816050"/>
            <a:chOff x="988912" y="1936024"/>
            <a:chExt cx="2775536" cy="1816050"/>
          </a:xfrm>
        </p:grpSpPr>
        <p:sp>
          <p:nvSpPr>
            <p:cNvPr id="8" name="矩形 7">
              <a:extLst>
                <a:ext uri="{FF2B5EF4-FFF2-40B4-BE49-F238E27FC236}">
                  <a16:creationId xmlns:a16="http://schemas.microsoft.com/office/drawing/2014/main" id="{37EB97E9-D935-4B66-96A7-5392D5C56A24}"/>
                </a:ext>
              </a:extLst>
            </p:cNvPr>
            <p:cNvSpPr/>
            <p:nvPr/>
          </p:nvSpPr>
          <p:spPr>
            <a:xfrm>
              <a:off x="3046776" y="1998133"/>
              <a:ext cx="717672" cy="1753941"/>
            </a:xfrm>
            <a:prstGeom prst="rect">
              <a:avLst/>
            </a:prstGeom>
            <a:noFill/>
            <a:ln w="25400">
              <a:solidFill>
                <a:schemeClr val="accent1">
                  <a:lumMod val="75000"/>
                </a:schemeClr>
              </a:solid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88" name="iconfont-11673-5560710">
              <a:extLst>
                <a:ext uri="{FF2B5EF4-FFF2-40B4-BE49-F238E27FC236}">
                  <a16:creationId xmlns:a16="http://schemas.microsoft.com/office/drawing/2014/main" id="{62D60E29-2E23-4B14-94DA-581B8B4A24EC}"/>
                </a:ext>
              </a:extLst>
            </p:cNvPr>
            <p:cNvSpPr/>
            <p:nvPr/>
          </p:nvSpPr>
          <p:spPr>
            <a:xfrm>
              <a:off x="988912" y="1959975"/>
              <a:ext cx="336742" cy="367176"/>
            </a:xfrm>
            <a:custGeom>
              <a:avLst/>
              <a:gdLst>
                <a:gd name="connsiteX0" fmla="*/ 409852 w 609586"/>
                <a:gd name="connsiteY0" fmla="*/ 390766 h 609586"/>
                <a:gd name="connsiteX1" fmla="*/ 396374 w 609586"/>
                <a:gd name="connsiteY1" fmla="*/ 396374 h 609586"/>
                <a:gd name="connsiteX2" fmla="*/ 396374 w 609586"/>
                <a:gd name="connsiteY2" fmla="*/ 423329 h 609586"/>
                <a:gd name="connsiteX3" fmla="*/ 558009 w 609586"/>
                <a:gd name="connsiteY3" fmla="*/ 584964 h 609586"/>
                <a:gd name="connsiteX4" fmla="*/ 584964 w 609586"/>
                <a:gd name="connsiteY4" fmla="*/ 584964 h 609586"/>
                <a:gd name="connsiteX5" fmla="*/ 590536 w 609586"/>
                <a:gd name="connsiteY5" fmla="*/ 571487 h 609586"/>
                <a:gd name="connsiteX6" fmla="*/ 584964 w 609586"/>
                <a:gd name="connsiteY6" fmla="*/ 558009 h 609586"/>
                <a:gd name="connsiteX7" fmla="*/ 423329 w 609586"/>
                <a:gd name="connsiteY7" fmla="*/ 396374 h 609586"/>
                <a:gd name="connsiteX8" fmla="*/ 409852 w 609586"/>
                <a:gd name="connsiteY8" fmla="*/ 390766 h 609586"/>
                <a:gd name="connsiteX9" fmla="*/ 199987 w 609586"/>
                <a:gd name="connsiteY9" fmla="*/ 76185 h 609586"/>
                <a:gd name="connsiteX10" fmla="*/ 76185 w 609586"/>
                <a:gd name="connsiteY10" fmla="*/ 199988 h 609586"/>
                <a:gd name="connsiteX11" fmla="*/ 199987 w 609586"/>
                <a:gd name="connsiteY11" fmla="*/ 323790 h 609586"/>
                <a:gd name="connsiteX12" fmla="*/ 323790 w 609586"/>
                <a:gd name="connsiteY12" fmla="*/ 199988 h 609586"/>
                <a:gd name="connsiteX13" fmla="*/ 199987 w 609586"/>
                <a:gd name="connsiteY13" fmla="*/ 76185 h 609586"/>
                <a:gd name="connsiteX14" fmla="*/ 199987 w 609586"/>
                <a:gd name="connsiteY14" fmla="*/ 57139 h 609586"/>
                <a:gd name="connsiteX15" fmla="*/ 342836 w 609586"/>
                <a:gd name="connsiteY15" fmla="*/ 199988 h 609586"/>
                <a:gd name="connsiteX16" fmla="*/ 199987 w 609586"/>
                <a:gd name="connsiteY16" fmla="*/ 342836 h 609586"/>
                <a:gd name="connsiteX17" fmla="*/ 57139 w 609586"/>
                <a:gd name="connsiteY17" fmla="*/ 199988 h 609586"/>
                <a:gd name="connsiteX18" fmla="*/ 199987 w 609586"/>
                <a:gd name="connsiteY18" fmla="*/ 57139 h 609586"/>
                <a:gd name="connsiteX19" fmla="*/ 200020 w 609586"/>
                <a:gd name="connsiteY19" fmla="*/ 19050 h 609586"/>
                <a:gd name="connsiteX20" fmla="*/ 19050 w 609586"/>
                <a:gd name="connsiteY20" fmla="*/ 200020 h 609586"/>
                <a:gd name="connsiteX21" fmla="*/ 200020 w 609586"/>
                <a:gd name="connsiteY21" fmla="*/ 380991 h 609586"/>
                <a:gd name="connsiteX22" fmla="*/ 380991 w 609586"/>
                <a:gd name="connsiteY22" fmla="*/ 200020 h 609586"/>
                <a:gd name="connsiteX23" fmla="*/ 200020 w 609586"/>
                <a:gd name="connsiteY23" fmla="*/ 19050 h 609586"/>
                <a:gd name="connsiteX24" fmla="*/ 200020 w 609586"/>
                <a:gd name="connsiteY24" fmla="*/ 0 h 609586"/>
                <a:gd name="connsiteX25" fmla="*/ 400041 w 609586"/>
                <a:gd name="connsiteY25" fmla="*/ 200020 h 609586"/>
                <a:gd name="connsiteX26" fmla="*/ 347464 w 609586"/>
                <a:gd name="connsiteY26" fmla="*/ 334701 h 609586"/>
                <a:gd name="connsiteX27" fmla="*/ 349655 w 609586"/>
                <a:gd name="connsiteY27" fmla="*/ 336177 h 609586"/>
                <a:gd name="connsiteX28" fmla="*/ 390707 w 609586"/>
                <a:gd name="connsiteY28" fmla="*/ 377229 h 609586"/>
                <a:gd name="connsiteX29" fmla="*/ 436806 w 609586"/>
                <a:gd name="connsiteY29" fmla="*/ 382896 h 609586"/>
                <a:gd name="connsiteX30" fmla="*/ 598442 w 609586"/>
                <a:gd name="connsiteY30" fmla="*/ 544532 h 609586"/>
                <a:gd name="connsiteX31" fmla="*/ 609586 w 609586"/>
                <a:gd name="connsiteY31" fmla="*/ 571487 h 609586"/>
                <a:gd name="connsiteX32" fmla="*/ 598442 w 609586"/>
                <a:gd name="connsiteY32" fmla="*/ 598442 h 609586"/>
                <a:gd name="connsiteX33" fmla="*/ 571487 w 609586"/>
                <a:gd name="connsiteY33" fmla="*/ 609586 h 609586"/>
                <a:gd name="connsiteX34" fmla="*/ 544579 w 609586"/>
                <a:gd name="connsiteY34" fmla="*/ 598442 h 609586"/>
                <a:gd name="connsiteX35" fmla="*/ 382944 w 609586"/>
                <a:gd name="connsiteY35" fmla="*/ 436806 h 609586"/>
                <a:gd name="connsiteX36" fmla="*/ 377134 w 609586"/>
                <a:gd name="connsiteY36" fmla="*/ 390611 h 609586"/>
                <a:gd name="connsiteX37" fmla="*/ 336177 w 609586"/>
                <a:gd name="connsiteY37" fmla="*/ 349655 h 609586"/>
                <a:gd name="connsiteX38" fmla="*/ 334701 w 609586"/>
                <a:gd name="connsiteY38" fmla="*/ 347464 h 609586"/>
                <a:gd name="connsiteX39" fmla="*/ 200020 w 609586"/>
                <a:gd name="connsiteY39" fmla="*/ 400041 h 609586"/>
                <a:gd name="connsiteX40" fmla="*/ 0 w 609586"/>
                <a:gd name="connsiteY40" fmla="*/ 200020 h 609586"/>
                <a:gd name="connsiteX41" fmla="*/ 200020 w 609586"/>
                <a:gd name="connsiteY41" fmla="*/ 0 h 60958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Lst>
              <a:rect l="l" t="t" r="r" b="b"/>
              <a:pathLst>
                <a:path w="609586" h="609586">
                  <a:moveTo>
                    <a:pt x="409852" y="390766"/>
                  </a:moveTo>
                  <a:cubicBezTo>
                    <a:pt x="404970" y="390766"/>
                    <a:pt x="400089" y="392635"/>
                    <a:pt x="396374" y="396374"/>
                  </a:cubicBezTo>
                  <a:cubicBezTo>
                    <a:pt x="388897" y="403803"/>
                    <a:pt x="388897" y="415900"/>
                    <a:pt x="396374" y="423329"/>
                  </a:cubicBezTo>
                  <a:lnTo>
                    <a:pt x="558009" y="584964"/>
                  </a:lnTo>
                  <a:cubicBezTo>
                    <a:pt x="565581" y="592156"/>
                    <a:pt x="577392" y="592156"/>
                    <a:pt x="584964" y="584964"/>
                  </a:cubicBezTo>
                  <a:cubicBezTo>
                    <a:pt x="588536" y="581345"/>
                    <a:pt x="590536" y="576583"/>
                    <a:pt x="590536" y="571487"/>
                  </a:cubicBezTo>
                  <a:cubicBezTo>
                    <a:pt x="590536" y="566391"/>
                    <a:pt x="588536" y="561629"/>
                    <a:pt x="584964" y="558009"/>
                  </a:cubicBezTo>
                  <a:lnTo>
                    <a:pt x="423329" y="396374"/>
                  </a:lnTo>
                  <a:cubicBezTo>
                    <a:pt x="419614" y="392635"/>
                    <a:pt x="414733" y="390766"/>
                    <a:pt x="409852" y="390766"/>
                  </a:cubicBezTo>
                  <a:close/>
                  <a:moveTo>
                    <a:pt x="199987" y="76185"/>
                  </a:moveTo>
                  <a:cubicBezTo>
                    <a:pt x="131706" y="76185"/>
                    <a:pt x="76185" y="131706"/>
                    <a:pt x="76185" y="199988"/>
                  </a:cubicBezTo>
                  <a:cubicBezTo>
                    <a:pt x="76185" y="268269"/>
                    <a:pt x="131706" y="323790"/>
                    <a:pt x="199987" y="323790"/>
                  </a:cubicBezTo>
                  <a:cubicBezTo>
                    <a:pt x="268269" y="323790"/>
                    <a:pt x="323790" y="268269"/>
                    <a:pt x="323790" y="199988"/>
                  </a:cubicBezTo>
                  <a:cubicBezTo>
                    <a:pt x="323790" y="131706"/>
                    <a:pt x="268269" y="76185"/>
                    <a:pt x="199987" y="76185"/>
                  </a:cubicBezTo>
                  <a:close/>
                  <a:moveTo>
                    <a:pt x="199987" y="57139"/>
                  </a:moveTo>
                  <a:cubicBezTo>
                    <a:pt x="278745" y="57139"/>
                    <a:pt x="342836" y="121230"/>
                    <a:pt x="342836" y="199988"/>
                  </a:cubicBezTo>
                  <a:cubicBezTo>
                    <a:pt x="342836" y="278745"/>
                    <a:pt x="278745" y="342836"/>
                    <a:pt x="199987" y="342836"/>
                  </a:cubicBezTo>
                  <a:cubicBezTo>
                    <a:pt x="121230" y="342836"/>
                    <a:pt x="57139" y="278745"/>
                    <a:pt x="57139" y="199988"/>
                  </a:cubicBezTo>
                  <a:cubicBezTo>
                    <a:pt x="57139" y="121230"/>
                    <a:pt x="121230" y="57139"/>
                    <a:pt x="199987" y="57139"/>
                  </a:cubicBezTo>
                  <a:close/>
                  <a:moveTo>
                    <a:pt x="200020" y="19050"/>
                  </a:moveTo>
                  <a:cubicBezTo>
                    <a:pt x="100248" y="19050"/>
                    <a:pt x="19050" y="100248"/>
                    <a:pt x="19050" y="200020"/>
                  </a:cubicBezTo>
                  <a:cubicBezTo>
                    <a:pt x="19050" y="299793"/>
                    <a:pt x="100248" y="380991"/>
                    <a:pt x="200020" y="380991"/>
                  </a:cubicBezTo>
                  <a:cubicBezTo>
                    <a:pt x="299793" y="380991"/>
                    <a:pt x="380991" y="299793"/>
                    <a:pt x="380991" y="200020"/>
                  </a:cubicBezTo>
                  <a:cubicBezTo>
                    <a:pt x="380991" y="100248"/>
                    <a:pt x="299793" y="19050"/>
                    <a:pt x="200020" y="19050"/>
                  </a:cubicBezTo>
                  <a:close/>
                  <a:moveTo>
                    <a:pt x="200020" y="0"/>
                  </a:moveTo>
                  <a:cubicBezTo>
                    <a:pt x="310317" y="0"/>
                    <a:pt x="400041" y="89723"/>
                    <a:pt x="400041" y="200020"/>
                  </a:cubicBezTo>
                  <a:cubicBezTo>
                    <a:pt x="400041" y="249930"/>
                    <a:pt x="381277" y="297983"/>
                    <a:pt x="347464" y="334701"/>
                  </a:cubicBezTo>
                  <a:cubicBezTo>
                    <a:pt x="348226" y="335129"/>
                    <a:pt x="348988" y="335510"/>
                    <a:pt x="349655" y="336177"/>
                  </a:cubicBezTo>
                  <a:lnTo>
                    <a:pt x="390707" y="377229"/>
                  </a:lnTo>
                  <a:cubicBezTo>
                    <a:pt x="405184" y="369038"/>
                    <a:pt x="424710" y="370847"/>
                    <a:pt x="436806" y="382896"/>
                  </a:cubicBezTo>
                  <a:lnTo>
                    <a:pt x="598442" y="544532"/>
                  </a:lnTo>
                  <a:cubicBezTo>
                    <a:pt x="605633" y="551771"/>
                    <a:pt x="609586" y="561295"/>
                    <a:pt x="609586" y="571487"/>
                  </a:cubicBezTo>
                  <a:cubicBezTo>
                    <a:pt x="609586" y="581678"/>
                    <a:pt x="605633" y="591203"/>
                    <a:pt x="598442" y="598442"/>
                  </a:cubicBezTo>
                  <a:cubicBezTo>
                    <a:pt x="591203" y="605633"/>
                    <a:pt x="581678" y="609586"/>
                    <a:pt x="571487" y="609586"/>
                  </a:cubicBezTo>
                  <a:cubicBezTo>
                    <a:pt x="561295" y="609586"/>
                    <a:pt x="551771" y="605633"/>
                    <a:pt x="544579" y="598442"/>
                  </a:cubicBezTo>
                  <a:lnTo>
                    <a:pt x="382944" y="436806"/>
                  </a:lnTo>
                  <a:cubicBezTo>
                    <a:pt x="370562" y="424615"/>
                    <a:pt x="368180" y="405518"/>
                    <a:pt x="377134" y="390611"/>
                  </a:cubicBezTo>
                  <a:lnTo>
                    <a:pt x="336177" y="349655"/>
                  </a:lnTo>
                  <a:cubicBezTo>
                    <a:pt x="335510" y="348988"/>
                    <a:pt x="335129" y="348226"/>
                    <a:pt x="334701" y="347464"/>
                  </a:cubicBezTo>
                  <a:cubicBezTo>
                    <a:pt x="299126" y="379991"/>
                    <a:pt x="251930" y="400041"/>
                    <a:pt x="200020" y="400041"/>
                  </a:cubicBezTo>
                  <a:cubicBezTo>
                    <a:pt x="89723" y="400041"/>
                    <a:pt x="0" y="310317"/>
                    <a:pt x="0" y="200020"/>
                  </a:cubicBezTo>
                  <a:cubicBezTo>
                    <a:pt x="0" y="89723"/>
                    <a:pt x="89723" y="0"/>
                    <a:pt x="200020" y="0"/>
                  </a:cubicBezTo>
                  <a:close/>
                </a:path>
              </a:pathLst>
            </a:custGeom>
            <a:solidFill>
              <a:schemeClr val="accent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89" name="文本框 88">
              <a:extLst>
                <a:ext uri="{FF2B5EF4-FFF2-40B4-BE49-F238E27FC236}">
                  <a16:creationId xmlns:a16="http://schemas.microsoft.com/office/drawing/2014/main" id="{D87EB2D8-8428-4F9C-995E-F16FEB991074}"/>
                </a:ext>
              </a:extLst>
            </p:cNvPr>
            <p:cNvSpPr txBox="1"/>
            <p:nvPr/>
          </p:nvSpPr>
          <p:spPr>
            <a:xfrm>
              <a:off x="1284124" y="1936024"/>
              <a:ext cx="1756850" cy="369332"/>
            </a:xfrm>
            <a:prstGeom prst="rect">
              <a:avLst/>
            </a:prstGeom>
            <a:noFill/>
          </p:spPr>
          <p:txBody>
            <a:bodyPr wrap="square">
              <a:spAutoFit/>
            </a:bodyPr>
            <a:lstStyle/>
            <a:p>
              <a:r>
                <a:rPr lang="zh-CN" altLang="en-US" b="1" dirty="0">
                  <a:solidFill>
                    <a:schemeClr val="accent1">
                      <a:lumMod val="75000"/>
                    </a:schemeClr>
                  </a:solidFill>
                </a:rPr>
                <a:t>查找目的地址</a:t>
              </a:r>
              <a:r>
                <a:rPr lang="en-US" altLang="zh-CN" b="1" dirty="0">
                  <a:solidFill>
                    <a:schemeClr val="accent1">
                      <a:lumMod val="75000"/>
                    </a:schemeClr>
                  </a:solidFill>
                </a:rPr>
                <a:t>B</a:t>
              </a:r>
              <a:endParaRPr lang="zh-CN" altLang="en-US" b="1" dirty="0">
                <a:solidFill>
                  <a:schemeClr val="accent1">
                    <a:lumMod val="75000"/>
                  </a:schemeClr>
                </a:solidFill>
              </a:endParaRPr>
            </a:p>
          </p:txBody>
        </p:sp>
      </p:grpSp>
      <p:grpSp>
        <p:nvGrpSpPr>
          <p:cNvPr id="94" name="组合 93">
            <a:extLst>
              <a:ext uri="{FF2B5EF4-FFF2-40B4-BE49-F238E27FC236}">
                <a16:creationId xmlns:a16="http://schemas.microsoft.com/office/drawing/2014/main" id="{0C5498D0-EDB7-4780-AE04-BAEA21ADB30F}"/>
              </a:ext>
            </a:extLst>
          </p:cNvPr>
          <p:cNvGrpSpPr/>
          <p:nvPr/>
        </p:nvGrpSpPr>
        <p:grpSpPr>
          <a:xfrm rot="5400000">
            <a:off x="5214702" y="5154268"/>
            <a:ext cx="913192" cy="400110"/>
            <a:chOff x="2985607" y="3222321"/>
            <a:chExt cx="913192" cy="400110"/>
          </a:xfrm>
        </p:grpSpPr>
        <p:sp>
          <p:nvSpPr>
            <p:cNvPr id="95" name="标注: 右箭头 94">
              <a:extLst>
                <a:ext uri="{FF2B5EF4-FFF2-40B4-BE49-F238E27FC236}">
                  <a16:creationId xmlns:a16="http://schemas.microsoft.com/office/drawing/2014/main" id="{DD69693B-D425-4C43-A962-A236FA34F7D8}"/>
                </a:ext>
              </a:extLst>
            </p:cNvPr>
            <p:cNvSpPr/>
            <p:nvPr/>
          </p:nvSpPr>
          <p:spPr>
            <a:xfrm>
              <a:off x="3108347" y="3268699"/>
              <a:ext cx="762000" cy="302993"/>
            </a:xfrm>
            <a:prstGeom prst="rightArrowCallout">
              <a:avLst>
                <a:gd name="adj1" fmla="val 25000"/>
                <a:gd name="adj2" fmla="val 25000"/>
                <a:gd name="adj3" fmla="val 25000"/>
                <a:gd name="adj4" fmla="val 85980"/>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sz="2000" b="1" dirty="0">
                <a:solidFill>
                  <a:schemeClr val="tx1"/>
                </a:solidFill>
              </a:endParaRPr>
            </a:p>
          </p:txBody>
        </p:sp>
        <p:sp>
          <p:nvSpPr>
            <p:cNvPr id="96" name="文本框 95">
              <a:extLst>
                <a:ext uri="{FF2B5EF4-FFF2-40B4-BE49-F238E27FC236}">
                  <a16:creationId xmlns:a16="http://schemas.microsoft.com/office/drawing/2014/main" id="{01AA0871-1A65-41A9-B7F5-7CE2A7710C51}"/>
                </a:ext>
              </a:extLst>
            </p:cNvPr>
            <p:cNvSpPr txBox="1"/>
            <p:nvPr/>
          </p:nvSpPr>
          <p:spPr>
            <a:xfrm>
              <a:off x="2985607" y="3222321"/>
              <a:ext cx="913192" cy="400110"/>
            </a:xfrm>
            <a:prstGeom prst="rect">
              <a:avLst/>
            </a:prstGeom>
            <a:noFill/>
          </p:spPr>
          <p:txBody>
            <a:bodyPr wrap="square">
              <a:spAutoFit/>
            </a:bodyPr>
            <a:lstStyle/>
            <a:p>
              <a:pPr algn="ctr"/>
              <a:r>
                <a:rPr lang="en-US" altLang="zh-CN" sz="2000" b="1" dirty="0">
                  <a:solidFill>
                    <a:schemeClr val="tx1"/>
                  </a:solidFill>
                </a:rPr>
                <a:t>A</a:t>
              </a:r>
              <a:r>
                <a:rPr lang="en-US" altLang="zh-CN" sz="2000" b="1" dirty="0">
                  <a:solidFill>
                    <a:schemeClr val="tx1"/>
                  </a:solidFill>
                  <a:latin typeface="+mn-ea"/>
                </a:rPr>
                <a:t>→</a:t>
              </a:r>
              <a:r>
                <a:rPr lang="en-US" altLang="zh-CN" sz="2000" b="1" dirty="0">
                  <a:solidFill>
                    <a:schemeClr val="tx1"/>
                  </a:solidFill>
                </a:rPr>
                <a:t>B</a:t>
              </a:r>
              <a:endParaRPr lang="zh-CN" altLang="en-US" sz="2000" b="1" dirty="0">
                <a:solidFill>
                  <a:schemeClr val="tx1"/>
                </a:solidFill>
              </a:endParaRPr>
            </a:p>
          </p:txBody>
        </p:sp>
      </p:grpSp>
      <p:grpSp>
        <p:nvGrpSpPr>
          <p:cNvPr id="97" name="组合 96">
            <a:extLst>
              <a:ext uri="{FF2B5EF4-FFF2-40B4-BE49-F238E27FC236}">
                <a16:creationId xmlns:a16="http://schemas.microsoft.com/office/drawing/2014/main" id="{925FF3C4-6B72-4049-8E9F-D1C01E7CA30D}"/>
              </a:ext>
            </a:extLst>
          </p:cNvPr>
          <p:cNvGrpSpPr/>
          <p:nvPr/>
        </p:nvGrpSpPr>
        <p:grpSpPr>
          <a:xfrm rot="16200000">
            <a:off x="5218883" y="3831566"/>
            <a:ext cx="912153" cy="400110"/>
            <a:chOff x="2985606" y="3222321"/>
            <a:chExt cx="912153" cy="400110"/>
          </a:xfrm>
        </p:grpSpPr>
        <p:sp>
          <p:nvSpPr>
            <p:cNvPr id="98" name="标注: 右箭头 97">
              <a:extLst>
                <a:ext uri="{FF2B5EF4-FFF2-40B4-BE49-F238E27FC236}">
                  <a16:creationId xmlns:a16="http://schemas.microsoft.com/office/drawing/2014/main" id="{4814E782-6804-4E39-A43A-AEC41C3DADBB}"/>
                </a:ext>
              </a:extLst>
            </p:cNvPr>
            <p:cNvSpPr/>
            <p:nvPr/>
          </p:nvSpPr>
          <p:spPr>
            <a:xfrm>
              <a:off x="3108347" y="3268699"/>
              <a:ext cx="762000" cy="302993"/>
            </a:xfrm>
            <a:prstGeom prst="rightArrowCallout">
              <a:avLst>
                <a:gd name="adj1" fmla="val 25000"/>
                <a:gd name="adj2" fmla="val 25000"/>
                <a:gd name="adj3" fmla="val 25000"/>
                <a:gd name="adj4" fmla="val 85980"/>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sz="2000" b="1" dirty="0">
                <a:solidFill>
                  <a:schemeClr val="tx1"/>
                </a:solidFill>
              </a:endParaRPr>
            </a:p>
          </p:txBody>
        </p:sp>
        <p:sp>
          <p:nvSpPr>
            <p:cNvPr id="99" name="文本框 98">
              <a:extLst>
                <a:ext uri="{FF2B5EF4-FFF2-40B4-BE49-F238E27FC236}">
                  <a16:creationId xmlns:a16="http://schemas.microsoft.com/office/drawing/2014/main" id="{8D98C118-AAED-4F99-8F74-34FEBF6ED7AB}"/>
                </a:ext>
              </a:extLst>
            </p:cNvPr>
            <p:cNvSpPr txBox="1"/>
            <p:nvPr/>
          </p:nvSpPr>
          <p:spPr>
            <a:xfrm>
              <a:off x="2985606" y="3222321"/>
              <a:ext cx="912153" cy="400110"/>
            </a:xfrm>
            <a:prstGeom prst="rect">
              <a:avLst/>
            </a:prstGeom>
            <a:noFill/>
          </p:spPr>
          <p:txBody>
            <a:bodyPr wrap="square">
              <a:spAutoFit/>
            </a:bodyPr>
            <a:lstStyle/>
            <a:p>
              <a:pPr algn="ctr"/>
              <a:r>
                <a:rPr lang="en-US" altLang="zh-CN" sz="2000" b="1" dirty="0">
                  <a:solidFill>
                    <a:schemeClr val="tx1"/>
                  </a:solidFill>
                </a:rPr>
                <a:t>A</a:t>
              </a:r>
              <a:r>
                <a:rPr lang="en-US" altLang="zh-CN" sz="2000" b="1" dirty="0">
                  <a:solidFill>
                    <a:schemeClr val="tx1"/>
                  </a:solidFill>
                  <a:latin typeface="+mn-ea"/>
                </a:rPr>
                <a:t>→</a:t>
              </a:r>
              <a:r>
                <a:rPr lang="en-US" altLang="zh-CN" sz="2000" b="1" dirty="0">
                  <a:latin typeface="+mn-ea"/>
                </a:rPr>
                <a:t>B</a:t>
              </a:r>
              <a:endParaRPr lang="zh-CN" altLang="en-US" sz="2000" b="1" dirty="0">
                <a:solidFill>
                  <a:schemeClr val="tx1"/>
                </a:solidFill>
              </a:endParaRPr>
            </a:p>
          </p:txBody>
        </p:sp>
      </p:grpSp>
      <p:grpSp>
        <p:nvGrpSpPr>
          <p:cNvPr id="100" name="组合 99">
            <a:extLst>
              <a:ext uri="{FF2B5EF4-FFF2-40B4-BE49-F238E27FC236}">
                <a16:creationId xmlns:a16="http://schemas.microsoft.com/office/drawing/2014/main" id="{E4A15958-0950-48D4-A2EE-F98283C28E02}"/>
              </a:ext>
            </a:extLst>
          </p:cNvPr>
          <p:cNvGrpSpPr/>
          <p:nvPr/>
        </p:nvGrpSpPr>
        <p:grpSpPr>
          <a:xfrm>
            <a:off x="5780888" y="4279597"/>
            <a:ext cx="907293" cy="400110"/>
            <a:chOff x="2985606" y="3222321"/>
            <a:chExt cx="907293" cy="400110"/>
          </a:xfrm>
        </p:grpSpPr>
        <p:sp>
          <p:nvSpPr>
            <p:cNvPr id="101" name="标注: 右箭头 100">
              <a:extLst>
                <a:ext uri="{FF2B5EF4-FFF2-40B4-BE49-F238E27FC236}">
                  <a16:creationId xmlns:a16="http://schemas.microsoft.com/office/drawing/2014/main" id="{25167FA5-E74D-474C-8F6F-3ABA746543FB}"/>
                </a:ext>
              </a:extLst>
            </p:cNvPr>
            <p:cNvSpPr/>
            <p:nvPr/>
          </p:nvSpPr>
          <p:spPr>
            <a:xfrm>
              <a:off x="3108347" y="3268699"/>
              <a:ext cx="762000" cy="302993"/>
            </a:xfrm>
            <a:prstGeom prst="rightArrowCallout">
              <a:avLst>
                <a:gd name="adj1" fmla="val 25000"/>
                <a:gd name="adj2" fmla="val 25000"/>
                <a:gd name="adj3" fmla="val 25000"/>
                <a:gd name="adj4" fmla="val 85980"/>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sz="2000" b="1" dirty="0">
                <a:solidFill>
                  <a:schemeClr val="tx1"/>
                </a:solidFill>
              </a:endParaRPr>
            </a:p>
          </p:txBody>
        </p:sp>
        <p:sp>
          <p:nvSpPr>
            <p:cNvPr id="102" name="文本框 101">
              <a:extLst>
                <a:ext uri="{FF2B5EF4-FFF2-40B4-BE49-F238E27FC236}">
                  <a16:creationId xmlns:a16="http://schemas.microsoft.com/office/drawing/2014/main" id="{4BD333E0-13CD-4730-9C8D-37A48254FE8C}"/>
                </a:ext>
              </a:extLst>
            </p:cNvPr>
            <p:cNvSpPr txBox="1"/>
            <p:nvPr/>
          </p:nvSpPr>
          <p:spPr>
            <a:xfrm>
              <a:off x="2985606" y="3222321"/>
              <a:ext cx="907293" cy="400110"/>
            </a:xfrm>
            <a:prstGeom prst="rect">
              <a:avLst/>
            </a:prstGeom>
            <a:noFill/>
          </p:spPr>
          <p:txBody>
            <a:bodyPr wrap="square">
              <a:spAutoFit/>
            </a:bodyPr>
            <a:lstStyle/>
            <a:p>
              <a:pPr algn="ctr"/>
              <a:r>
                <a:rPr lang="en-US" altLang="zh-CN" sz="2000" b="1" dirty="0">
                  <a:solidFill>
                    <a:schemeClr val="tx1"/>
                  </a:solidFill>
                </a:rPr>
                <a:t>A</a:t>
              </a:r>
              <a:r>
                <a:rPr lang="en-US" altLang="zh-CN" sz="2000" b="1" dirty="0">
                  <a:solidFill>
                    <a:schemeClr val="tx1"/>
                  </a:solidFill>
                  <a:latin typeface="+mn-ea"/>
                </a:rPr>
                <a:t>→</a:t>
              </a:r>
              <a:r>
                <a:rPr lang="en-US" altLang="zh-CN" sz="2000" b="1" dirty="0">
                  <a:solidFill>
                    <a:schemeClr val="tx1"/>
                  </a:solidFill>
                </a:rPr>
                <a:t>B</a:t>
              </a:r>
              <a:endParaRPr lang="zh-CN" altLang="en-US" sz="2000" b="1" dirty="0">
                <a:solidFill>
                  <a:schemeClr val="tx1"/>
                </a:solidFill>
              </a:endParaRPr>
            </a:p>
          </p:txBody>
        </p:sp>
      </p:grpSp>
      <p:sp>
        <p:nvSpPr>
          <p:cNvPr id="103" name="文本框 102">
            <a:extLst>
              <a:ext uri="{FF2B5EF4-FFF2-40B4-BE49-F238E27FC236}">
                <a16:creationId xmlns:a16="http://schemas.microsoft.com/office/drawing/2014/main" id="{5DC0F363-4DC7-4322-9F7A-DEA68704BE45}"/>
              </a:ext>
            </a:extLst>
          </p:cNvPr>
          <p:cNvSpPr txBox="1"/>
          <p:nvPr/>
        </p:nvSpPr>
        <p:spPr>
          <a:xfrm>
            <a:off x="5733376" y="3137717"/>
            <a:ext cx="688835" cy="369332"/>
          </a:xfrm>
          <a:prstGeom prst="rect">
            <a:avLst/>
          </a:prstGeom>
          <a:noFill/>
        </p:spPr>
        <p:txBody>
          <a:bodyPr wrap="square" rtlCol="0">
            <a:spAutoFit/>
          </a:bodyPr>
          <a:lstStyle/>
          <a:p>
            <a:pPr algn="ctr"/>
            <a:r>
              <a:rPr lang="zh-CN" altLang="en-US" b="1" dirty="0">
                <a:solidFill>
                  <a:schemeClr val="accent1">
                    <a:lumMod val="75000"/>
                  </a:schemeClr>
                </a:solidFill>
              </a:rPr>
              <a:t>丢弃</a:t>
            </a:r>
          </a:p>
        </p:txBody>
      </p:sp>
      <p:sp>
        <p:nvSpPr>
          <p:cNvPr id="104" name="文本框 103">
            <a:extLst>
              <a:ext uri="{FF2B5EF4-FFF2-40B4-BE49-F238E27FC236}">
                <a16:creationId xmlns:a16="http://schemas.microsoft.com/office/drawing/2014/main" id="{CC35E178-A679-4207-AD7D-73D4277775A0}"/>
              </a:ext>
            </a:extLst>
          </p:cNvPr>
          <p:cNvSpPr txBox="1"/>
          <p:nvPr/>
        </p:nvSpPr>
        <p:spPr>
          <a:xfrm>
            <a:off x="6227897" y="4716885"/>
            <a:ext cx="688835" cy="369332"/>
          </a:xfrm>
          <a:prstGeom prst="rect">
            <a:avLst/>
          </a:prstGeom>
          <a:noFill/>
        </p:spPr>
        <p:txBody>
          <a:bodyPr wrap="square" rtlCol="0">
            <a:spAutoFit/>
          </a:bodyPr>
          <a:lstStyle/>
          <a:p>
            <a:pPr algn="ctr"/>
            <a:r>
              <a:rPr lang="zh-CN" altLang="en-US" b="1" dirty="0">
                <a:solidFill>
                  <a:schemeClr val="accent1">
                    <a:lumMod val="75000"/>
                  </a:schemeClr>
                </a:solidFill>
              </a:rPr>
              <a:t>丢弃</a:t>
            </a:r>
          </a:p>
        </p:txBody>
      </p:sp>
      <p:sp>
        <p:nvSpPr>
          <p:cNvPr id="105" name="文本框 104">
            <a:extLst>
              <a:ext uri="{FF2B5EF4-FFF2-40B4-BE49-F238E27FC236}">
                <a16:creationId xmlns:a16="http://schemas.microsoft.com/office/drawing/2014/main" id="{38F6158E-7E2C-448F-9F61-4B249B141064}"/>
              </a:ext>
            </a:extLst>
          </p:cNvPr>
          <p:cNvSpPr txBox="1"/>
          <p:nvPr/>
        </p:nvSpPr>
        <p:spPr>
          <a:xfrm>
            <a:off x="5733376" y="5757647"/>
            <a:ext cx="688835" cy="369332"/>
          </a:xfrm>
          <a:prstGeom prst="rect">
            <a:avLst/>
          </a:prstGeom>
          <a:noFill/>
        </p:spPr>
        <p:txBody>
          <a:bodyPr wrap="square" rtlCol="0">
            <a:spAutoFit/>
          </a:bodyPr>
          <a:lstStyle/>
          <a:p>
            <a:pPr algn="ctr"/>
            <a:r>
              <a:rPr lang="zh-CN" altLang="en-US" b="1" dirty="0">
                <a:solidFill>
                  <a:schemeClr val="accent1">
                    <a:lumMod val="75000"/>
                  </a:schemeClr>
                </a:solidFill>
              </a:rPr>
              <a:t>丢弃</a:t>
            </a:r>
          </a:p>
        </p:txBody>
      </p:sp>
      <p:sp>
        <p:nvSpPr>
          <p:cNvPr id="85" name="平行四边形 84">
            <a:extLst>
              <a:ext uri="{FF2B5EF4-FFF2-40B4-BE49-F238E27FC236}">
                <a16:creationId xmlns:a16="http://schemas.microsoft.com/office/drawing/2014/main" id="{1C03E51A-EBD3-1B90-CA5A-1989F91A9EA6}"/>
              </a:ext>
            </a:extLst>
          </p:cNvPr>
          <p:cNvSpPr/>
          <p:nvPr/>
        </p:nvSpPr>
        <p:spPr>
          <a:xfrm>
            <a:off x="304800" y="749300"/>
            <a:ext cx="688834" cy="387090"/>
          </a:xfrm>
          <a:prstGeom prst="parallelogram">
            <a:avLst/>
          </a:prstGeom>
          <a:solidFill>
            <a:schemeClr val="accent3">
              <a:lumMod val="75000"/>
            </a:schemeClr>
          </a:solidFill>
          <a:ln>
            <a:solidFill>
              <a:schemeClr val="accent3">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CN" sz="2200" dirty="0">
                <a:latin typeface="Impact" panose="020B0806030902050204" pitchFamily="34" charset="0"/>
              </a:rPr>
              <a:t>03</a:t>
            </a:r>
            <a:endParaRPr lang="zh-CN" altLang="en-US" sz="2200" dirty="0">
              <a:latin typeface="Impact" panose="020B0806030902050204" pitchFamily="34" charset="0"/>
            </a:endParaRPr>
          </a:p>
        </p:txBody>
      </p:sp>
    </p:spTree>
    <p:custDataLst>
      <p:tags r:id="rId1"/>
    </p:custDataLst>
    <p:extLst>
      <p:ext uri="{BB962C8B-B14F-4D97-AF65-F5344CB8AC3E}">
        <p14:creationId xmlns:p14="http://schemas.microsoft.com/office/powerpoint/2010/main" val="3596495734"/>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53" presetClass="entr" presetSubtype="16" fill="hold" grpId="0" nodeType="withEffect">
                                  <p:stCondLst>
                                    <p:cond delay="0"/>
                                  </p:stCondLst>
                                  <p:childTnLst>
                                    <p:set>
                                      <p:cBhvr>
                                        <p:cTn id="6" dur="1" fill="hold">
                                          <p:stCondLst>
                                            <p:cond delay="0"/>
                                          </p:stCondLst>
                                        </p:cTn>
                                        <p:tgtEl>
                                          <p:spTgt spid="86"/>
                                        </p:tgtEl>
                                        <p:attrNameLst>
                                          <p:attrName>style.visibility</p:attrName>
                                        </p:attrNameLst>
                                      </p:cBhvr>
                                      <p:to>
                                        <p:strVal val="visible"/>
                                      </p:to>
                                    </p:set>
                                    <p:anim calcmode="lin" valueType="num">
                                      <p:cBhvr>
                                        <p:cTn id="7" dur="500" fill="hold"/>
                                        <p:tgtEl>
                                          <p:spTgt spid="86"/>
                                        </p:tgtEl>
                                        <p:attrNameLst>
                                          <p:attrName>ppt_w</p:attrName>
                                        </p:attrNameLst>
                                      </p:cBhvr>
                                      <p:tavLst>
                                        <p:tav tm="0">
                                          <p:val>
                                            <p:fltVal val="0"/>
                                          </p:val>
                                        </p:tav>
                                        <p:tav tm="100000">
                                          <p:val>
                                            <p:strVal val="#ppt_w"/>
                                          </p:val>
                                        </p:tav>
                                      </p:tavLst>
                                    </p:anim>
                                    <p:anim calcmode="lin" valueType="num">
                                      <p:cBhvr>
                                        <p:cTn id="8" dur="500" fill="hold"/>
                                        <p:tgtEl>
                                          <p:spTgt spid="86"/>
                                        </p:tgtEl>
                                        <p:attrNameLst>
                                          <p:attrName>ppt_h</p:attrName>
                                        </p:attrNameLst>
                                      </p:cBhvr>
                                      <p:tavLst>
                                        <p:tav tm="0">
                                          <p:val>
                                            <p:fltVal val="0"/>
                                          </p:val>
                                        </p:tav>
                                        <p:tav tm="100000">
                                          <p:val>
                                            <p:strVal val="#ppt_h"/>
                                          </p:val>
                                        </p:tav>
                                      </p:tavLst>
                                    </p:anim>
                                    <p:animEffect transition="in" filter="fade">
                                      <p:cBhvr>
                                        <p:cTn id="9" dur="500"/>
                                        <p:tgtEl>
                                          <p:spTgt spid="86"/>
                                        </p:tgtEl>
                                      </p:cBhvr>
                                    </p:animEffect>
                                  </p:childTnLst>
                                </p:cTn>
                              </p:par>
                            </p:childTnLst>
                          </p:cTn>
                        </p:par>
                      </p:childTnLst>
                    </p:cTn>
                  </p:par>
                  <p:par>
                    <p:cTn id="10" fill="hold">
                      <p:stCondLst>
                        <p:cond delay="indefinite"/>
                      </p:stCondLst>
                      <p:childTnLst>
                        <p:par>
                          <p:cTn id="11" fill="hold">
                            <p:stCondLst>
                              <p:cond delay="0"/>
                            </p:stCondLst>
                            <p:childTnLst>
                              <p:par>
                                <p:cTn id="12" presetID="22" presetClass="entr" presetSubtype="1" fill="hold" nodeType="clickEffect">
                                  <p:stCondLst>
                                    <p:cond delay="0"/>
                                  </p:stCondLst>
                                  <p:childTnLst>
                                    <p:set>
                                      <p:cBhvr>
                                        <p:cTn id="13" dur="1" fill="hold">
                                          <p:stCondLst>
                                            <p:cond delay="0"/>
                                          </p:stCondLst>
                                        </p:cTn>
                                        <p:tgtEl>
                                          <p:spTgt spid="10"/>
                                        </p:tgtEl>
                                        <p:attrNameLst>
                                          <p:attrName>style.visibility</p:attrName>
                                        </p:attrNameLst>
                                      </p:cBhvr>
                                      <p:to>
                                        <p:strVal val="visible"/>
                                      </p:to>
                                    </p:set>
                                    <p:animEffect transition="in" filter="wipe(up)">
                                      <p:cBhvr>
                                        <p:cTn id="14" dur="1000"/>
                                        <p:tgtEl>
                                          <p:spTgt spid="10"/>
                                        </p:tgtEl>
                                      </p:cBhvr>
                                    </p:animEffect>
                                  </p:childTnLst>
                                </p:cTn>
                              </p:par>
                            </p:childTnLst>
                          </p:cTn>
                        </p:par>
                      </p:childTnLst>
                    </p:cTn>
                  </p:par>
                  <p:par>
                    <p:cTn id="15" fill="hold">
                      <p:stCondLst>
                        <p:cond delay="indefinite"/>
                      </p:stCondLst>
                      <p:childTnLst>
                        <p:par>
                          <p:cTn id="16" fill="hold">
                            <p:stCondLst>
                              <p:cond delay="0"/>
                            </p:stCondLst>
                            <p:childTnLst>
                              <p:par>
                                <p:cTn id="17" presetID="2" presetClass="entr" presetSubtype="2" fill="hold" grpId="0" nodeType="clickEffect">
                                  <p:stCondLst>
                                    <p:cond delay="0"/>
                                  </p:stCondLst>
                                  <p:childTnLst>
                                    <p:set>
                                      <p:cBhvr>
                                        <p:cTn id="18" dur="1" fill="hold">
                                          <p:stCondLst>
                                            <p:cond delay="0"/>
                                          </p:stCondLst>
                                        </p:cTn>
                                        <p:tgtEl>
                                          <p:spTgt spid="87"/>
                                        </p:tgtEl>
                                        <p:attrNameLst>
                                          <p:attrName>style.visibility</p:attrName>
                                        </p:attrNameLst>
                                      </p:cBhvr>
                                      <p:to>
                                        <p:strVal val="visible"/>
                                      </p:to>
                                    </p:set>
                                    <p:anim calcmode="lin" valueType="num">
                                      <p:cBhvr additive="base">
                                        <p:cTn id="19" dur="500" fill="hold"/>
                                        <p:tgtEl>
                                          <p:spTgt spid="87"/>
                                        </p:tgtEl>
                                        <p:attrNameLst>
                                          <p:attrName>ppt_x</p:attrName>
                                        </p:attrNameLst>
                                      </p:cBhvr>
                                      <p:tavLst>
                                        <p:tav tm="0">
                                          <p:val>
                                            <p:strVal val="1+#ppt_w/2"/>
                                          </p:val>
                                        </p:tav>
                                        <p:tav tm="100000">
                                          <p:val>
                                            <p:strVal val="#ppt_x"/>
                                          </p:val>
                                        </p:tav>
                                      </p:tavLst>
                                    </p:anim>
                                    <p:anim calcmode="lin" valueType="num">
                                      <p:cBhvr additive="base">
                                        <p:cTn id="20" dur="500" fill="hold"/>
                                        <p:tgtEl>
                                          <p:spTgt spid="87"/>
                                        </p:tgtEl>
                                        <p:attrNameLst>
                                          <p:attrName>ppt_y</p:attrName>
                                        </p:attrNameLst>
                                      </p:cBhvr>
                                      <p:tavLst>
                                        <p:tav tm="0">
                                          <p:val>
                                            <p:strVal val="#ppt_y"/>
                                          </p:val>
                                        </p:tav>
                                        <p:tav tm="100000">
                                          <p:val>
                                            <p:strVal val="#ppt_y"/>
                                          </p:val>
                                        </p:tav>
                                      </p:tavLst>
                                    </p:anim>
                                  </p:childTnLst>
                                </p:cTn>
                              </p:par>
                            </p:childTnLst>
                          </p:cTn>
                        </p:par>
                      </p:childTnLst>
                    </p:cTn>
                  </p:par>
                  <p:par>
                    <p:cTn id="21" fill="hold">
                      <p:stCondLst>
                        <p:cond delay="indefinite"/>
                      </p:stCondLst>
                      <p:childTnLst>
                        <p:par>
                          <p:cTn id="22" fill="hold">
                            <p:stCondLst>
                              <p:cond delay="0"/>
                            </p:stCondLst>
                            <p:childTnLst>
                              <p:par>
                                <p:cTn id="23" presetID="12" presetClass="entr" presetSubtype="8" fill="hold" nodeType="clickEffect">
                                  <p:stCondLst>
                                    <p:cond delay="0"/>
                                  </p:stCondLst>
                                  <p:childTnLst>
                                    <p:set>
                                      <p:cBhvr>
                                        <p:cTn id="24" dur="1" fill="hold">
                                          <p:stCondLst>
                                            <p:cond delay="0"/>
                                          </p:stCondLst>
                                        </p:cTn>
                                        <p:tgtEl>
                                          <p:spTgt spid="11"/>
                                        </p:tgtEl>
                                        <p:attrNameLst>
                                          <p:attrName>style.visibility</p:attrName>
                                        </p:attrNameLst>
                                      </p:cBhvr>
                                      <p:to>
                                        <p:strVal val="visible"/>
                                      </p:to>
                                    </p:set>
                                    <p:anim calcmode="lin" valueType="num">
                                      <p:cBhvr additive="base">
                                        <p:cTn id="25" dur="500"/>
                                        <p:tgtEl>
                                          <p:spTgt spid="11"/>
                                        </p:tgtEl>
                                        <p:attrNameLst>
                                          <p:attrName>ppt_x</p:attrName>
                                        </p:attrNameLst>
                                      </p:cBhvr>
                                      <p:tavLst>
                                        <p:tav tm="0">
                                          <p:val>
                                            <p:strVal val="#ppt_x-#ppt_w*1.125000"/>
                                          </p:val>
                                        </p:tav>
                                        <p:tav tm="100000">
                                          <p:val>
                                            <p:strVal val="#ppt_x"/>
                                          </p:val>
                                        </p:tav>
                                      </p:tavLst>
                                    </p:anim>
                                    <p:animEffect transition="in" filter="wipe(right)">
                                      <p:cBhvr>
                                        <p:cTn id="26" dur="500"/>
                                        <p:tgtEl>
                                          <p:spTgt spid="11"/>
                                        </p:tgtEl>
                                      </p:cBhvr>
                                    </p:animEffect>
                                  </p:childTnLst>
                                </p:cTn>
                              </p:par>
                            </p:childTnLst>
                          </p:cTn>
                        </p:par>
                      </p:childTnLst>
                    </p:cTn>
                  </p:par>
                  <p:par>
                    <p:cTn id="27" fill="hold">
                      <p:stCondLst>
                        <p:cond delay="indefinite"/>
                      </p:stCondLst>
                      <p:childTnLst>
                        <p:par>
                          <p:cTn id="28" fill="hold">
                            <p:stCondLst>
                              <p:cond delay="0"/>
                            </p:stCondLst>
                            <p:childTnLst>
                              <p:par>
                                <p:cTn id="29" presetID="12" presetClass="entr" presetSubtype="8" fill="hold" nodeType="clickEffect">
                                  <p:stCondLst>
                                    <p:cond delay="0"/>
                                  </p:stCondLst>
                                  <p:childTnLst>
                                    <p:set>
                                      <p:cBhvr>
                                        <p:cTn id="30" dur="1" fill="hold">
                                          <p:stCondLst>
                                            <p:cond delay="0"/>
                                          </p:stCondLst>
                                        </p:cTn>
                                        <p:tgtEl>
                                          <p:spTgt spid="100"/>
                                        </p:tgtEl>
                                        <p:attrNameLst>
                                          <p:attrName>style.visibility</p:attrName>
                                        </p:attrNameLst>
                                      </p:cBhvr>
                                      <p:to>
                                        <p:strVal val="visible"/>
                                      </p:to>
                                    </p:set>
                                    <p:anim calcmode="lin" valueType="num">
                                      <p:cBhvr additive="base">
                                        <p:cTn id="31" dur="500"/>
                                        <p:tgtEl>
                                          <p:spTgt spid="100"/>
                                        </p:tgtEl>
                                        <p:attrNameLst>
                                          <p:attrName>ppt_x</p:attrName>
                                        </p:attrNameLst>
                                      </p:cBhvr>
                                      <p:tavLst>
                                        <p:tav tm="0">
                                          <p:val>
                                            <p:strVal val="#ppt_x-#ppt_w*1.125000"/>
                                          </p:val>
                                        </p:tav>
                                        <p:tav tm="100000">
                                          <p:val>
                                            <p:strVal val="#ppt_x"/>
                                          </p:val>
                                        </p:tav>
                                      </p:tavLst>
                                    </p:anim>
                                    <p:animEffect transition="in" filter="wipe(right)">
                                      <p:cBhvr>
                                        <p:cTn id="32" dur="500"/>
                                        <p:tgtEl>
                                          <p:spTgt spid="100"/>
                                        </p:tgtEl>
                                      </p:cBhvr>
                                    </p:animEffect>
                                  </p:childTnLst>
                                </p:cTn>
                              </p:par>
                              <p:par>
                                <p:cTn id="33" presetID="12" presetClass="entr" presetSubtype="1" fill="hold" nodeType="withEffect">
                                  <p:stCondLst>
                                    <p:cond delay="0"/>
                                  </p:stCondLst>
                                  <p:childTnLst>
                                    <p:set>
                                      <p:cBhvr>
                                        <p:cTn id="34" dur="1" fill="hold">
                                          <p:stCondLst>
                                            <p:cond delay="0"/>
                                          </p:stCondLst>
                                        </p:cTn>
                                        <p:tgtEl>
                                          <p:spTgt spid="94"/>
                                        </p:tgtEl>
                                        <p:attrNameLst>
                                          <p:attrName>style.visibility</p:attrName>
                                        </p:attrNameLst>
                                      </p:cBhvr>
                                      <p:to>
                                        <p:strVal val="visible"/>
                                      </p:to>
                                    </p:set>
                                    <p:anim calcmode="lin" valueType="num">
                                      <p:cBhvr additive="base">
                                        <p:cTn id="35" dur="500"/>
                                        <p:tgtEl>
                                          <p:spTgt spid="94"/>
                                        </p:tgtEl>
                                        <p:attrNameLst>
                                          <p:attrName>ppt_y</p:attrName>
                                        </p:attrNameLst>
                                      </p:cBhvr>
                                      <p:tavLst>
                                        <p:tav tm="0">
                                          <p:val>
                                            <p:strVal val="#ppt_y-#ppt_h*1.125000"/>
                                          </p:val>
                                        </p:tav>
                                        <p:tav tm="100000">
                                          <p:val>
                                            <p:strVal val="#ppt_y"/>
                                          </p:val>
                                        </p:tav>
                                      </p:tavLst>
                                    </p:anim>
                                    <p:animEffect transition="in" filter="wipe(down)">
                                      <p:cBhvr>
                                        <p:cTn id="36" dur="500"/>
                                        <p:tgtEl>
                                          <p:spTgt spid="94"/>
                                        </p:tgtEl>
                                      </p:cBhvr>
                                    </p:animEffect>
                                  </p:childTnLst>
                                </p:cTn>
                              </p:par>
                              <p:par>
                                <p:cTn id="37" presetID="12" presetClass="entr" presetSubtype="4" fill="hold" nodeType="withEffect">
                                  <p:stCondLst>
                                    <p:cond delay="0"/>
                                  </p:stCondLst>
                                  <p:childTnLst>
                                    <p:set>
                                      <p:cBhvr>
                                        <p:cTn id="38" dur="1" fill="hold">
                                          <p:stCondLst>
                                            <p:cond delay="0"/>
                                          </p:stCondLst>
                                        </p:cTn>
                                        <p:tgtEl>
                                          <p:spTgt spid="97"/>
                                        </p:tgtEl>
                                        <p:attrNameLst>
                                          <p:attrName>style.visibility</p:attrName>
                                        </p:attrNameLst>
                                      </p:cBhvr>
                                      <p:to>
                                        <p:strVal val="visible"/>
                                      </p:to>
                                    </p:set>
                                    <p:anim calcmode="lin" valueType="num">
                                      <p:cBhvr additive="base">
                                        <p:cTn id="39" dur="500"/>
                                        <p:tgtEl>
                                          <p:spTgt spid="97"/>
                                        </p:tgtEl>
                                        <p:attrNameLst>
                                          <p:attrName>ppt_y</p:attrName>
                                        </p:attrNameLst>
                                      </p:cBhvr>
                                      <p:tavLst>
                                        <p:tav tm="0">
                                          <p:val>
                                            <p:strVal val="#ppt_y+#ppt_h*1.125000"/>
                                          </p:val>
                                        </p:tav>
                                        <p:tav tm="100000">
                                          <p:val>
                                            <p:strVal val="#ppt_y"/>
                                          </p:val>
                                        </p:tav>
                                      </p:tavLst>
                                    </p:anim>
                                    <p:animEffect transition="in" filter="wipe(up)">
                                      <p:cBhvr>
                                        <p:cTn id="40" dur="500"/>
                                        <p:tgtEl>
                                          <p:spTgt spid="97"/>
                                        </p:tgtEl>
                                      </p:cBhvr>
                                    </p:animEffect>
                                  </p:childTnLst>
                                </p:cTn>
                              </p:par>
                            </p:childTnLst>
                          </p:cTn>
                        </p:par>
                      </p:childTnLst>
                    </p:cTn>
                  </p:par>
                  <p:par>
                    <p:cTn id="41" fill="hold">
                      <p:stCondLst>
                        <p:cond delay="indefinite"/>
                      </p:stCondLst>
                      <p:childTnLst>
                        <p:par>
                          <p:cTn id="42" fill="hold">
                            <p:stCondLst>
                              <p:cond delay="0"/>
                            </p:stCondLst>
                            <p:childTnLst>
                              <p:par>
                                <p:cTn id="43" presetID="53" presetClass="entr" presetSubtype="16" fill="hold" grpId="0" nodeType="clickEffect">
                                  <p:stCondLst>
                                    <p:cond delay="0"/>
                                  </p:stCondLst>
                                  <p:childTnLst>
                                    <p:set>
                                      <p:cBhvr>
                                        <p:cTn id="44" dur="1" fill="hold">
                                          <p:stCondLst>
                                            <p:cond delay="0"/>
                                          </p:stCondLst>
                                        </p:cTn>
                                        <p:tgtEl>
                                          <p:spTgt spid="103"/>
                                        </p:tgtEl>
                                        <p:attrNameLst>
                                          <p:attrName>style.visibility</p:attrName>
                                        </p:attrNameLst>
                                      </p:cBhvr>
                                      <p:to>
                                        <p:strVal val="visible"/>
                                      </p:to>
                                    </p:set>
                                    <p:anim calcmode="lin" valueType="num">
                                      <p:cBhvr>
                                        <p:cTn id="45" dur="500" fill="hold"/>
                                        <p:tgtEl>
                                          <p:spTgt spid="103"/>
                                        </p:tgtEl>
                                        <p:attrNameLst>
                                          <p:attrName>ppt_w</p:attrName>
                                        </p:attrNameLst>
                                      </p:cBhvr>
                                      <p:tavLst>
                                        <p:tav tm="0">
                                          <p:val>
                                            <p:fltVal val="0"/>
                                          </p:val>
                                        </p:tav>
                                        <p:tav tm="100000">
                                          <p:val>
                                            <p:strVal val="#ppt_w"/>
                                          </p:val>
                                        </p:tav>
                                      </p:tavLst>
                                    </p:anim>
                                    <p:anim calcmode="lin" valueType="num">
                                      <p:cBhvr>
                                        <p:cTn id="46" dur="500" fill="hold"/>
                                        <p:tgtEl>
                                          <p:spTgt spid="103"/>
                                        </p:tgtEl>
                                        <p:attrNameLst>
                                          <p:attrName>ppt_h</p:attrName>
                                        </p:attrNameLst>
                                      </p:cBhvr>
                                      <p:tavLst>
                                        <p:tav tm="0">
                                          <p:val>
                                            <p:fltVal val="0"/>
                                          </p:val>
                                        </p:tav>
                                        <p:tav tm="100000">
                                          <p:val>
                                            <p:strVal val="#ppt_h"/>
                                          </p:val>
                                        </p:tav>
                                      </p:tavLst>
                                    </p:anim>
                                    <p:animEffect transition="in" filter="fade">
                                      <p:cBhvr>
                                        <p:cTn id="47" dur="500"/>
                                        <p:tgtEl>
                                          <p:spTgt spid="103"/>
                                        </p:tgtEl>
                                      </p:cBhvr>
                                    </p:animEffect>
                                  </p:childTnLst>
                                </p:cTn>
                              </p:par>
                              <p:par>
                                <p:cTn id="48" presetID="53" presetClass="entr" presetSubtype="16" fill="hold" grpId="0" nodeType="withEffect">
                                  <p:stCondLst>
                                    <p:cond delay="0"/>
                                  </p:stCondLst>
                                  <p:childTnLst>
                                    <p:set>
                                      <p:cBhvr>
                                        <p:cTn id="49" dur="1" fill="hold">
                                          <p:stCondLst>
                                            <p:cond delay="0"/>
                                          </p:stCondLst>
                                        </p:cTn>
                                        <p:tgtEl>
                                          <p:spTgt spid="104"/>
                                        </p:tgtEl>
                                        <p:attrNameLst>
                                          <p:attrName>style.visibility</p:attrName>
                                        </p:attrNameLst>
                                      </p:cBhvr>
                                      <p:to>
                                        <p:strVal val="visible"/>
                                      </p:to>
                                    </p:set>
                                    <p:anim calcmode="lin" valueType="num">
                                      <p:cBhvr>
                                        <p:cTn id="50" dur="500" fill="hold"/>
                                        <p:tgtEl>
                                          <p:spTgt spid="104"/>
                                        </p:tgtEl>
                                        <p:attrNameLst>
                                          <p:attrName>ppt_w</p:attrName>
                                        </p:attrNameLst>
                                      </p:cBhvr>
                                      <p:tavLst>
                                        <p:tav tm="0">
                                          <p:val>
                                            <p:fltVal val="0"/>
                                          </p:val>
                                        </p:tav>
                                        <p:tav tm="100000">
                                          <p:val>
                                            <p:strVal val="#ppt_w"/>
                                          </p:val>
                                        </p:tav>
                                      </p:tavLst>
                                    </p:anim>
                                    <p:anim calcmode="lin" valueType="num">
                                      <p:cBhvr>
                                        <p:cTn id="51" dur="500" fill="hold"/>
                                        <p:tgtEl>
                                          <p:spTgt spid="104"/>
                                        </p:tgtEl>
                                        <p:attrNameLst>
                                          <p:attrName>ppt_h</p:attrName>
                                        </p:attrNameLst>
                                      </p:cBhvr>
                                      <p:tavLst>
                                        <p:tav tm="0">
                                          <p:val>
                                            <p:fltVal val="0"/>
                                          </p:val>
                                        </p:tav>
                                        <p:tav tm="100000">
                                          <p:val>
                                            <p:strVal val="#ppt_h"/>
                                          </p:val>
                                        </p:tav>
                                      </p:tavLst>
                                    </p:anim>
                                    <p:animEffect transition="in" filter="fade">
                                      <p:cBhvr>
                                        <p:cTn id="52" dur="500"/>
                                        <p:tgtEl>
                                          <p:spTgt spid="104"/>
                                        </p:tgtEl>
                                      </p:cBhvr>
                                    </p:animEffect>
                                  </p:childTnLst>
                                </p:cTn>
                              </p:par>
                              <p:par>
                                <p:cTn id="53" presetID="53" presetClass="entr" presetSubtype="16" fill="hold" grpId="0" nodeType="withEffect">
                                  <p:stCondLst>
                                    <p:cond delay="0"/>
                                  </p:stCondLst>
                                  <p:childTnLst>
                                    <p:set>
                                      <p:cBhvr>
                                        <p:cTn id="54" dur="1" fill="hold">
                                          <p:stCondLst>
                                            <p:cond delay="0"/>
                                          </p:stCondLst>
                                        </p:cTn>
                                        <p:tgtEl>
                                          <p:spTgt spid="105"/>
                                        </p:tgtEl>
                                        <p:attrNameLst>
                                          <p:attrName>style.visibility</p:attrName>
                                        </p:attrNameLst>
                                      </p:cBhvr>
                                      <p:to>
                                        <p:strVal val="visible"/>
                                      </p:to>
                                    </p:set>
                                    <p:anim calcmode="lin" valueType="num">
                                      <p:cBhvr>
                                        <p:cTn id="55" dur="500" fill="hold"/>
                                        <p:tgtEl>
                                          <p:spTgt spid="105"/>
                                        </p:tgtEl>
                                        <p:attrNameLst>
                                          <p:attrName>ppt_w</p:attrName>
                                        </p:attrNameLst>
                                      </p:cBhvr>
                                      <p:tavLst>
                                        <p:tav tm="0">
                                          <p:val>
                                            <p:fltVal val="0"/>
                                          </p:val>
                                        </p:tav>
                                        <p:tav tm="100000">
                                          <p:val>
                                            <p:strVal val="#ppt_w"/>
                                          </p:val>
                                        </p:tav>
                                      </p:tavLst>
                                    </p:anim>
                                    <p:anim calcmode="lin" valueType="num">
                                      <p:cBhvr>
                                        <p:cTn id="56" dur="500" fill="hold"/>
                                        <p:tgtEl>
                                          <p:spTgt spid="105"/>
                                        </p:tgtEl>
                                        <p:attrNameLst>
                                          <p:attrName>ppt_h</p:attrName>
                                        </p:attrNameLst>
                                      </p:cBhvr>
                                      <p:tavLst>
                                        <p:tav tm="0">
                                          <p:val>
                                            <p:fltVal val="0"/>
                                          </p:val>
                                        </p:tav>
                                        <p:tav tm="100000">
                                          <p:val>
                                            <p:strVal val="#ppt_h"/>
                                          </p:val>
                                        </p:tav>
                                      </p:tavLst>
                                    </p:anim>
                                    <p:animEffect transition="in" filter="fade">
                                      <p:cBhvr>
                                        <p:cTn id="57" dur="500"/>
                                        <p:tgtEl>
                                          <p:spTgt spid="105"/>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86" grpId="0"/>
      <p:bldP spid="87" grpId="0"/>
      <p:bldP spid="103" grpId="0"/>
      <p:bldP spid="104" grpId="0"/>
      <p:bldP spid="105" grpId="0"/>
    </p:bldLst>
  </p:timing>
</p:sld>
</file>

<file path=ppt/slides/slide39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9" name="组合 8">
            <a:extLst>
              <a:ext uri="{FF2B5EF4-FFF2-40B4-BE49-F238E27FC236}">
                <a16:creationId xmlns:a16="http://schemas.microsoft.com/office/drawing/2014/main" id="{A0FE0B25-4E64-467A-B4BF-C8358277F5CD}"/>
              </a:ext>
            </a:extLst>
          </p:cNvPr>
          <p:cNvGrpSpPr/>
          <p:nvPr/>
        </p:nvGrpSpPr>
        <p:grpSpPr>
          <a:xfrm>
            <a:off x="4337271" y="4269784"/>
            <a:ext cx="880755" cy="400110"/>
            <a:chOff x="8934712" y="5275029"/>
            <a:chExt cx="880755" cy="400110"/>
          </a:xfrm>
        </p:grpSpPr>
        <p:sp>
          <p:nvSpPr>
            <p:cNvPr id="72" name="标注: 右箭头 71">
              <a:extLst>
                <a:ext uri="{FF2B5EF4-FFF2-40B4-BE49-F238E27FC236}">
                  <a16:creationId xmlns:a16="http://schemas.microsoft.com/office/drawing/2014/main" id="{8BE75D6E-4389-4557-8092-47A7955684D5}"/>
                </a:ext>
              </a:extLst>
            </p:cNvPr>
            <p:cNvSpPr/>
            <p:nvPr/>
          </p:nvSpPr>
          <p:spPr>
            <a:xfrm rot="10800000">
              <a:off x="8934712" y="5323587"/>
              <a:ext cx="762000" cy="302993"/>
            </a:xfrm>
            <a:prstGeom prst="rightArrowCallout">
              <a:avLst>
                <a:gd name="adj1" fmla="val 25000"/>
                <a:gd name="adj2" fmla="val 25000"/>
                <a:gd name="adj3" fmla="val 25000"/>
                <a:gd name="adj4" fmla="val 85980"/>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sz="2000" b="1" dirty="0">
                <a:solidFill>
                  <a:schemeClr val="tx1"/>
                </a:solidFill>
              </a:endParaRPr>
            </a:p>
          </p:txBody>
        </p:sp>
        <p:sp>
          <p:nvSpPr>
            <p:cNvPr id="73" name="文本框 72">
              <a:extLst>
                <a:ext uri="{FF2B5EF4-FFF2-40B4-BE49-F238E27FC236}">
                  <a16:creationId xmlns:a16="http://schemas.microsoft.com/office/drawing/2014/main" id="{906A3E2E-9B00-4D67-A32A-1B9C19BB2F96}"/>
                </a:ext>
              </a:extLst>
            </p:cNvPr>
            <p:cNvSpPr txBox="1"/>
            <p:nvPr/>
          </p:nvSpPr>
          <p:spPr>
            <a:xfrm>
              <a:off x="8953226" y="5275029"/>
              <a:ext cx="862241" cy="400110"/>
            </a:xfrm>
            <a:prstGeom prst="rect">
              <a:avLst/>
            </a:prstGeom>
            <a:noFill/>
          </p:spPr>
          <p:txBody>
            <a:bodyPr wrap="square">
              <a:spAutoFit/>
            </a:bodyPr>
            <a:lstStyle/>
            <a:p>
              <a:pPr algn="ctr"/>
              <a:r>
                <a:rPr lang="en-US" altLang="zh-CN" sz="2000" b="1" dirty="0">
                  <a:solidFill>
                    <a:schemeClr val="tx1"/>
                  </a:solidFill>
                </a:rPr>
                <a:t>A</a:t>
              </a:r>
              <a:r>
                <a:rPr lang="en-US" altLang="zh-CN" sz="2000" b="1" dirty="0">
                  <a:solidFill>
                    <a:schemeClr val="tx1"/>
                  </a:solidFill>
                  <a:latin typeface="+mn-ea"/>
                </a:rPr>
                <a:t>←</a:t>
              </a:r>
              <a:r>
                <a:rPr lang="en-US" altLang="zh-CN" sz="2000" b="1" dirty="0">
                  <a:solidFill>
                    <a:schemeClr val="tx1"/>
                  </a:solidFill>
                </a:rPr>
                <a:t>D</a:t>
              </a:r>
              <a:endParaRPr lang="zh-CN" altLang="en-US" sz="2000" b="1" dirty="0">
                <a:solidFill>
                  <a:schemeClr val="tx1"/>
                </a:solidFill>
              </a:endParaRPr>
            </a:p>
          </p:txBody>
        </p:sp>
      </p:grpSp>
      <p:grpSp>
        <p:nvGrpSpPr>
          <p:cNvPr id="85" name="组合 84">
            <a:extLst>
              <a:ext uri="{FF2B5EF4-FFF2-40B4-BE49-F238E27FC236}">
                <a16:creationId xmlns:a16="http://schemas.microsoft.com/office/drawing/2014/main" id="{E02092ED-7D6D-42C1-BA66-E7227A51917D}"/>
              </a:ext>
            </a:extLst>
          </p:cNvPr>
          <p:cNvGrpSpPr/>
          <p:nvPr/>
        </p:nvGrpSpPr>
        <p:grpSpPr>
          <a:xfrm rot="16200000">
            <a:off x="5237455" y="3795143"/>
            <a:ext cx="880755" cy="400110"/>
            <a:chOff x="8934712" y="5275029"/>
            <a:chExt cx="880755" cy="400110"/>
          </a:xfrm>
        </p:grpSpPr>
        <p:sp>
          <p:nvSpPr>
            <p:cNvPr id="106" name="标注: 右箭头 105">
              <a:extLst>
                <a:ext uri="{FF2B5EF4-FFF2-40B4-BE49-F238E27FC236}">
                  <a16:creationId xmlns:a16="http://schemas.microsoft.com/office/drawing/2014/main" id="{2AB1BCD4-3806-4153-960C-65CE7789514B}"/>
                </a:ext>
              </a:extLst>
            </p:cNvPr>
            <p:cNvSpPr/>
            <p:nvPr/>
          </p:nvSpPr>
          <p:spPr>
            <a:xfrm rot="10800000">
              <a:off x="8934712" y="5323587"/>
              <a:ext cx="762000" cy="302993"/>
            </a:xfrm>
            <a:prstGeom prst="rightArrowCallout">
              <a:avLst>
                <a:gd name="adj1" fmla="val 25000"/>
                <a:gd name="adj2" fmla="val 25000"/>
                <a:gd name="adj3" fmla="val 25000"/>
                <a:gd name="adj4" fmla="val 85980"/>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sz="2000" b="1" dirty="0">
                <a:solidFill>
                  <a:schemeClr val="tx1"/>
                </a:solidFill>
              </a:endParaRPr>
            </a:p>
          </p:txBody>
        </p:sp>
        <p:sp>
          <p:nvSpPr>
            <p:cNvPr id="107" name="文本框 106">
              <a:extLst>
                <a:ext uri="{FF2B5EF4-FFF2-40B4-BE49-F238E27FC236}">
                  <a16:creationId xmlns:a16="http://schemas.microsoft.com/office/drawing/2014/main" id="{A956EDA5-7815-4ABF-89D0-AA345D38E2BD}"/>
                </a:ext>
              </a:extLst>
            </p:cNvPr>
            <p:cNvSpPr txBox="1"/>
            <p:nvPr/>
          </p:nvSpPr>
          <p:spPr>
            <a:xfrm>
              <a:off x="8953226" y="5275029"/>
              <a:ext cx="862241" cy="400110"/>
            </a:xfrm>
            <a:prstGeom prst="rect">
              <a:avLst/>
            </a:prstGeom>
            <a:noFill/>
          </p:spPr>
          <p:txBody>
            <a:bodyPr wrap="square">
              <a:spAutoFit/>
            </a:bodyPr>
            <a:lstStyle/>
            <a:p>
              <a:pPr algn="ctr"/>
              <a:r>
                <a:rPr lang="en-US" altLang="zh-CN" sz="2000" b="1" dirty="0">
                  <a:solidFill>
                    <a:schemeClr val="tx1"/>
                  </a:solidFill>
                </a:rPr>
                <a:t>A</a:t>
              </a:r>
              <a:r>
                <a:rPr lang="en-US" altLang="zh-CN" sz="2000" b="1" dirty="0">
                  <a:solidFill>
                    <a:schemeClr val="tx1"/>
                  </a:solidFill>
                  <a:latin typeface="+mn-ea"/>
                </a:rPr>
                <a:t>←</a:t>
              </a:r>
              <a:r>
                <a:rPr lang="en-US" altLang="zh-CN" sz="2000" b="1" dirty="0">
                  <a:solidFill>
                    <a:schemeClr val="tx1"/>
                  </a:solidFill>
                </a:rPr>
                <a:t>D</a:t>
              </a:r>
              <a:endParaRPr lang="zh-CN" altLang="en-US" sz="2000" b="1" dirty="0">
                <a:solidFill>
                  <a:schemeClr val="tx1"/>
                </a:solidFill>
              </a:endParaRPr>
            </a:p>
          </p:txBody>
        </p:sp>
      </p:grpSp>
      <p:grpSp>
        <p:nvGrpSpPr>
          <p:cNvPr id="108" name="组合 107">
            <a:extLst>
              <a:ext uri="{FF2B5EF4-FFF2-40B4-BE49-F238E27FC236}">
                <a16:creationId xmlns:a16="http://schemas.microsoft.com/office/drawing/2014/main" id="{D5B33882-99F0-4A77-95FF-3A1F0D1E1D20}"/>
              </a:ext>
            </a:extLst>
          </p:cNvPr>
          <p:cNvGrpSpPr/>
          <p:nvPr/>
        </p:nvGrpSpPr>
        <p:grpSpPr>
          <a:xfrm rot="16200000">
            <a:off x="5251766" y="5160973"/>
            <a:ext cx="880755" cy="400110"/>
            <a:chOff x="8934712" y="5275029"/>
            <a:chExt cx="880755" cy="400110"/>
          </a:xfrm>
        </p:grpSpPr>
        <p:sp>
          <p:nvSpPr>
            <p:cNvPr id="109" name="标注: 右箭头 108">
              <a:extLst>
                <a:ext uri="{FF2B5EF4-FFF2-40B4-BE49-F238E27FC236}">
                  <a16:creationId xmlns:a16="http://schemas.microsoft.com/office/drawing/2014/main" id="{00107C7D-F908-45F5-9FD3-DD8A745E770F}"/>
                </a:ext>
              </a:extLst>
            </p:cNvPr>
            <p:cNvSpPr/>
            <p:nvPr/>
          </p:nvSpPr>
          <p:spPr>
            <a:xfrm rot="10800000">
              <a:off x="8934712" y="5323587"/>
              <a:ext cx="762000" cy="302993"/>
            </a:xfrm>
            <a:prstGeom prst="rightArrowCallout">
              <a:avLst>
                <a:gd name="adj1" fmla="val 25000"/>
                <a:gd name="adj2" fmla="val 25000"/>
                <a:gd name="adj3" fmla="val 25000"/>
                <a:gd name="adj4" fmla="val 85980"/>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sz="2000" b="1" dirty="0">
                <a:solidFill>
                  <a:schemeClr val="tx1"/>
                </a:solidFill>
              </a:endParaRPr>
            </a:p>
          </p:txBody>
        </p:sp>
        <p:sp>
          <p:nvSpPr>
            <p:cNvPr id="110" name="文本框 109">
              <a:extLst>
                <a:ext uri="{FF2B5EF4-FFF2-40B4-BE49-F238E27FC236}">
                  <a16:creationId xmlns:a16="http://schemas.microsoft.com/office/drawing/2014/main" id="{CE38F120-6A0A-45C3-A69D-D61569D307BF}"/>
                </a:ext>
              </a:extLst>
            </p:cNvPr>
            <p:cNvSpPr txBox="1"/>
            <p:nvPr/>
          </p:nvSpPr>
          <p:spPr>
            <a:xfrm>
              <a:off x="8953226" y="5275029"/>
              <a:ext cx="862241" cy="400110"/>
            </a:xfrm>
            <a:prstGeom prst="rect">
              <a:avLst/>
            </a:prstGeom>
            <a:noFill/>
          </p:spPr>
          <p:txBody>
            <a:bodyPr wrap="square">
              <a:spAutoFit/>
            </a:bodyPr>
            <a:lstStyle/>
            <a:p>
              <a:pPr algn="ctr"/>
              <a:r>
                <a:rPr lang="en-US" altLang="zh-CN" sz="2000" b="1" dirty="0">
                  <a:solidFill>
                    <a:schemeClr val="tx1"/>
                  </a:solidFill>
                </a:rPr>
                <a:t>A</a:t>
              </a:r>
              <a:r>
                <a:rPr lang="en-US" altLang="zh-CN" sz="2000" b="1" dirty="0">
                  <a:solidFill>
                    <a:schemeClr val="tx1"/>
                  </a:solidFill>
                  <a:latin typeface="+mn-ea"/>
                </a:rPr>
                <a:t>←</a:t>
              </a:r>
              <a:r>
                <a:rPr lang="en-US" altLang="zh-CN" sz="2000" b="1" dirty="0">
                  <a:solidFill>
                    <a:schemeClr val="tx1"/>
                  </a:solidFill>
                </a:rPr>
                <a:t>D</a:t>
              </a:r>
              <a:endParaRPr lang="zh-CN" altLang="en-US" sz="2000" b="1" dirty="0">
                <a:solidFill>
                  <a:schemeClr val="tx1"/>
                </a:solidFill>
              </a:endParaRPr>
            </a:p>
          </p:txBody>
        </p:sp>
      </p:grpSp>
      <p:grpSp>
        <p:nvGrpSpPr>
          <p:cNvPr id="12" name="组合 11">
            <a:extLst>
              <a:ext uri="{FF2B5EF4-FFF2-40B4-BE49-F238E27FC236}">
                <a16:creationId xmlns:a16="http://schemas.microsoft.com/office/drawing/2014/main" id="{6CE8D1A4-5FE5-465A-944D-5B26AF953F52}"/>
              </a:ext>
            </a:extLst>
          </p:cNvPr>
          <p:cNvGrpSpPr/>
          <p:nvPr/>
        </p:nvGrpSpPr>
        <p:grpSpPr>
          <a:xfrm>
            <a:off x="5859755" y="4265870"/>
            <a:ext cx="862241" cy="400110"/>
            <a:chOff x="8066376" y="4409143"/>
            <a:chExt cx="862241" cy="400110"/>
          </a:xfrm>
        </p:grpSpPr>
        <p:sp>
          <p:nvSpPr>
            <p:cNvPr id="112" name="标注: 右箭头 111">
              <a:extLst>
                <a:ext uri="{FF2B5EF4-FFF2-40B4-BE49-F238E27FC236}">
                  <a16:creationId xmlns:a16="http://schemas.microsoft.com/office/drawing/2014/main" id="{E14979EE-93B2-4017-A300-D4F447EF206B}"/>
                </a:ext>
              </a:extLst>
            </p:cNvPr>
            <p:cNvSpPr/>
            <p:nvPr/>
          </p:nvSpPr>
          <p:spPr>
            <a:xfrm>
              <a:off x="8166617" y="4447752"/>
              <a:ext cx="762000" cy="302993"/>
            </a:xfrm>
            <a:prstGeom prst="rightArrowCallout">
              <a:avLst>
                <a:gd name="adj1" fmla="val 25000"/>
                <a:gd name="adj2" fmla="val 25000"/>
                <a:gd name="adj3" fmla="val 25000"/>
                <a:gd name="adj4" fmla="val 85980"/>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sz="2000" b="1" dirty="0">
                <a:solidFill>
                  <a:schemeClr val="tx1"/>
                </a:solidFill>
              </a:endParaRPr>
            </a:p>
          </p:txBody>
        </p:sp>
        <p:sp>
          <p:nvSpPr>
            <p:cNvPr id="113" name="文本框 112">
              <a:extLst>
                <a:ext uri="{FF2B5EF4-FFF2-40B4-BE49-F238E27FC236}">
                  <a16:creationId xmlns:a16="http://schemas.microsoft.com/office/drawing/2014/main" id="{12DF0BB8-8335-4A5A-BCE3-33DF5B04C5D0}"/>
                </a:ext>
              </a:extLst>
            </p:cNvPr>
            <p:cNvSpPr txBox="1"/>
            <p:nvPr/>
          </p:nvSpPr>
          <p:spPr>
            <a:xfrm>
              <a:off x="8066376" y="4409143"/>
              <a:ext cx="862241" cy="400110"/>
            </a:xfrm>
            <a:prstGeom prst="rect">
              <a:avLst/>
            </a:prstGeom>
            <a:noFill/>
          </p:spPr>
          <p:txBody>
            <a:bodyPr wrap="square">
              <a:spAutoFit/>
            </a:bodyPr>
            <a:lstStyle/>
            <a:p>
              <a:pPr algn="ctr"/>
              <a:r>
                <a:rPr lang="en-US" altLang="zh-CN" sz="2000" b="1" dirty="0">
                  <a:solidFill>
                    <a:schemeClr val="tx1"/>
                  </a:solidFill>
                </a:rPr>
                <a:t>D</a:t>
              </a:r>
              <a:r>
                <a:rPr lang="en-US" altLang="zh-CN" sz="2000" b="1" dirty="0">
                  <a:solidFill>
                    <a:schemeClr val="tx1"/>
                  </a:solidFill>
                  <a:latin typeface="+mn-ea"/>
                </a:rPr>
                <a:t>→</a:t>
              </a:r>
              <a:r>
                <a:rPr lang="en-US" altLang="zh-CN" sz="2000" b="1" dirty="0">
                  <a:solidFill>
                    <a:schemeClr val="tx1"/>
                  </a:solidFill>
                </a:rPr>
                <a:t>A</a:t>
              </a:r>
              <a:endParaRPr lang="zh-CN" altLang="en-US" sz="2000" b="1" dirty="0">
                <a:solidFill>
                  <a:schemeClr val="tx1"/>
                </a:solidFill>
              </a:endParaRPr>
            </a:p>
          </p:txBody>
        </p:sp>
      </p:grpSp>
      <p:graphicFrame>
        <p:nvGraphicFramePr>
          <p:cNvPr id="5" name="表格 5">
            <a:extLst>
              <a:ext uri="{FF2B5EF4-FFF2-40B4-BE49-F238E27FC236}">
                <a16:creationId xmlns:a16="http://schemas.microsoft.com/office/drawing/2014/main" id="{DD2D509C-F4B8-4D07-903C-B8DA2C054700}"/>
              </a:ext>
            </a:extLst>
          </p:cNvPr>
          <p:cNvGraphicFramePr>
            <a:graphicFrameLocks noGrp="1"/>
          </p:cNvGraphicFramePr>
          <p:nvPr/>
        </p:nvGraphicFramePr>
        <p:xfrm>
          <a:off x="2952378" y="1600069"/>
          <a:ext cx="1777474" cy="2225040"/>
        </p:xfrm>
        <a:graphic>
          <a:graphicData uri="http://schemas.openxmlformats.org/drawingml/2006/table">
            <a:tbl>
              <a:tblPr firstRow="1" bandRow="1">
                <a:tableStyleId>{5C22544A-7EE6-4342-B048-85BDC9FD1C3A}</a:tableStyleId>
              </a:tblPr>
              <a:tblGrid>
                <a:gridCol w="888737">
                  <a:extLst>
                    <a:ext uri="{9D8B030D-6E8A-4147-A177-3AD203B41FA5}">
                      <a16:colId xmlns:a16="http://schemas.microsoft.com/office/drawing/2014/main" val="4251559465"/>
                    </a:ext>
                  </a:extLst>
                </a:gridCol>
                <a:gridCol w="888737">
                  <a:extLst>
                    <a:ext uri="{9D8B030D-6E8A-4147-A177-3AD203B41FA5}">
                      <a16:colId xmlns:a16="http://schemas.microsoft.com/office/drawing/2014/main" val="2106410938"/>
                    </a:ext>
                  </a:extLst>
                </a:gridCol>
              </a:tblGrid>
              <a:tr h="370840">
                <a:tc gridSpan="2">
                  <a:txBody>
                    <a:bodyPr/>
                    <a:lstStyle/>
                    <a:p>
                      <a:pPr algn="ctr"/>
                      <a:r>
                        <a:rPr lang="zh-CN" altLang="en-US" dirty="0">
                          <a:solidFill>
                            <a:schemeClr val="tx1"/>
                          </a:solidFill>
                        </a:rPr>
                        <a:t>转发表</a:t>
                      </a: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hMerge="1">
                  <a:txBody>
                    <a:bodyPr/>
                    <a:lstStyle/>
                    <a:p>
                      <a:endParaRPr lang="zh-CN" altLang="en-US" dirty="0"/>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extLst>
                  <a:ext uri="{0D108BD9-81ED-4DB2-BD59-A6C34878D82A}">
                    <a16:rowId xmlns:a16="http://schemas.microsoft.com/office/drawing/2014/main" val="1301265837"/>
                  </a:ext>
                </a:extLst>
              </a:tr>
              <a:tr h="370840">
                <a:tc>
                  <a:txBody>
                    <a:bodyPr/>
                    <a:lstStyle/>
                    <a:p>
                      <a:pPr algn="ctr"/>
                      <a:r>
                        <a:rPr lang="zh-CN" altLang="en-US" b="1" dirty="0">
                          <a:solidFill>
                            <a:schemeClr val="tx1"/>
                          </a:solidFill>
                        </a:rPr>
                        <a:t>地址</a:t>
                      </a: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algn="ctr"/>
                      <a:r>
                        <a:rPr lang="zh-CN" altLang="en-US" b="1" dirty="0">
                          <a:solidFill>
                            <a:schemeClr val="tx1"/>
                          </a:solidFill>
                        </a:rPr>
                        <a:t>接口</a:t>
                      </a: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extLst>
                  <a:ext uri="{0D108BD9-81ED-4DB2-BD59-A6C34878D82A}">
                    <a16:rowId xmlns:a16="http://schemas.microsoft.com/office/drawing/2014/main" val="1377858286"/>
                  </a:ext>
                </a:extLst>
              </a:tr>
              <a:tr h="370840">
                <a:tc>
                  <a:txBody>
                    <a:bodyPr/>
                    <a:lstStyle/>
                    <a:p>
                      <a:pPr algn="ctr"/>
                      <a:endParaRPr lang="zh-CN" altLang="en-US">
                        <a:solidFill>
                          <a:schemeClr val="tx1"/>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algn="ctr"/>
                      <a:endParaRPr lang="zh-CN" altLang="en-US">
                        <a:solidFill>
                          <a:schemeClr val="tx1"/>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extLst>
                  <a:ext uri="{0D108BD9-81ED-4DB2-BD59-A6C34878D82A}">
                    <a16:rowId xmlns:a16="http://schemas.microsoft.com/office/drawing/2014/main" val="3650164858"/>
                  </a:ext>
                </a:extLst>
              </a:tr>
              <a:tr h="370840">
                <a:tc>
                  <a:txBody>
                    <a:bodyPr/>
                    <a:lstStyle/>
                    <a:p>
                      <a:pPr algn="ctr"/>
                      <a:endParaRPr lang="zh-CN" altLang="en-US">
                        <a:solidFill>
                          <a:schemeClr val="tx1"/>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algn="ctr"/>
                      <a:endParaRPr lang="zh-CN" altLang="en-US">
                        <a:solidFill>
                          <a:schemeClr val="tx1"/>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extLst>
                  <a:ext uri="{0D108BD9-81ED-4DB2-BD59-A6C34878D82A}">
                    <a16:rowId xmlns:a16="http://schemas.microsoft.com/office/drawing/2014/main" val="3538553397"/>
                  </a:ext>
                </a:extLst>
              </a:tr>
              <a:tr h="370840">
                <a:tc>
                  <a:txBody>
                    <a:bodyPr/>
                    <a:lstStyle/>
                    <a:p>
                      <a:pPr algn="ctr"/>
                      <a:endParaRPr lang="zh-CN" altLang="en-US">
                        <a:solidFill>
                          <a:schemeClr val="tx1"/>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algn="ctr"/>
                      <a:endParaRPr lang="zh-CN" altLang="en-US" dirty="0">
                        <a:solidFill>
                          <a:schemeClr val="tx1"/>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extLst>
                  <a:ext uri="{0D108BD9-81ED-4DB2-BD59-A6C34878D82A}">
                    <a16:rowId xmlns:a16="http://schemas.microsoft.com/office/drawing/2014/main" val="3266492017"/>
                  </a:ext>
                </a:extLst>
              </a:tr>
              <a:tr h="370840">
                <a:tc>
                  <a:txBody>
                    <a:bodyPr/>
                    <a:lstStyle/>
                    <a:p>
                      <a:pPr algn="ctr"/>
                      <a:r>
                        <a:rPr lang="en-US" altLang="zh-CN" dirty="0">
                          <a:solidFill>
                            <a:schemeClr val="tx1"/>
                          </a:solidFill>
                          <a:latin typeface="宋体" panose="02010600030101010101" pitchFamily="2" charset="-122"/>
                          <a:ea typeface="宋体" panose="02010600030101010101" pitchFamily="2" charset="-122"/>
                        </a:rPr>
                        <a:t>…</a:t>
                      </a:r>
                      <a:endParaRPr lang="zh-CN" altLang="en-US" dirty="0">
                        <a:solidFill>
                          <a:schemeClr val="tx1"/>
                        </a:solidFill>
                        <a:latin typeface="宋体" panose="02010600030101010101" pitchFamily="2" charset="-122"/>
                        <a:ea typeface="宋体" panose="02010600030101010101" pitchFamily="2" charset="-122"/>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algn="ctr"/>
                      <a:r>
                        <a:rPr lang="en-US" altLang="zh-CN" dirty="0">
                          <a:solidFill>
                            <a:schemeClr val="tx1"/>
                          </a:solidFill>
                          <a:latin typeface="宋体" panose="02010600030101010101" pitchFamily="2" charset="-122"/>
                          <a:ea typeface="宋体" panose="02010600030101010101" pitchFamily="2" charset="-122"/>
                        </a:rPr>
                        <a:t>…</a:t>
                      </a:r>
                      <a:endParaRPr lang="zh-CN" altLang="en-US" dirty="0">
                        <a:solidFill>
                          <a:schemeClr val="tx1"/>
                        </a:solidFill>
                        <a:latin typeface="宋体" panose="02010600030101010101" pitchFamily="2" charset="-122"/>
                        <a:ea typeface="宋体" panose="02010600030101010101" pitchFamily="2" charset="-122"/>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extLst>
                  <a:ext uri="{0D108BD9-81ED-4DB2-BD59-A6C34878D82A}">
                    <a16:rowId xmlns:a16="http://schemas.microsoft.com/office/drawing/2014/main" val="4041760001"/>
                  </a:ext>
                </a:extLst>
              </a:tr>
            </a:tbl>
          </a:graphicData>
        </a:graphic>
      </p:graphicFrame>
      <p:grpSp>
        <p:nvGrpSpPr>
          <p:cNvPr id="4" name="组合 3">
            <a:extLst>
              <a:ext uri="{FF2B5EF4-FFF2-40B4-BE49-F238E27FC236}">
                <a16:creationId xmlns:a16="http://schemas.microsoft.com/office/drawing/2014/main" id="{9A1EA9F2-FCB6-48C3-935F-7AE7E3AD14AC}"/>
              </a:ext>
            </a:extLst>
          </p:cNvPr>
          <p:cNvGrpSpPr/>
          <p:nvPr/>
        </p:nvGrpSpPr>
        <p:grpSpPr>
          <a:xfrm>
            <a:off x="304800" y="749300"/>
            <a:ext cx="6192344" cy="400110"/>
            <a:chOff x="424117" y="898245"/>
            <a:chExt cx="6192344" cy="400110"/>
          </a:xfrm>
        </p:grpSpPr>
        <p:sp>
          <p:nvSpPr>
            <p:cNvPr id="2" name="平行四边形 1">
              <a:extLst>
                <a:ext uri="{FF2B5EF4-FFF2-40B4-BE49-F238E27FC236}">
                  <a16:creationId xmlns:a16="http://schemas.microsoft.com/office/drawing/2014/main" id="{1F5BAA3F-9845-4F89-A2DD-8222D3E4EDAC}"/>
                </a:ext>
              </a:extLst>
            </p:cNvPr>
            <p:cNvSpPr/>
            <p:nvPr/>
          </p:nvSpPr>
          <p:spPr>
            <a:xfrm>
              <a:off x="424117" y="898245"/>
              <a:ext cx="628306" cy="387090"/>
            </a:xfrm>
            <a:prstGeom prst="parallelogram">
              <a:avLst/>
            </a:prstGeom>
            <a:solidFill>
              <a:schemeClr val="accent3">
                <a:lumMod val="75000"/>
              </a:schemeClr>
            </a:solidFill>
            <a:ln>
              <a:solidFill>
                <a:schemeClr val="accent3">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CN" sz="2200" dirty="0">
                  <a:latin typeface="Impact" panose="020B0806030902050204" pitchFamily="34" charset="0"/>
                </a:rPr>
                <a:t>01</a:t>
              </a:r>
              <a:endParaRPr lang="zh-CN" altLang="en-US" sz="2200" dirty="0">
                <a:latin typeface="Impact" panose="020B0806030902050204" pitchFamily="34" charset="0"/>
              </a:endParaRPr>
            </a:p>
          </p:txBody>
        </p:sp>
        <p:sp>
          <p:nvSpPr>
            <p:cNvPr id="3" name="文本框 2">
              <a:extLst>
                <a:ext uri="{FF2B5EF4-FFF2-40B4-BE49-F238E27FC236}">
                  <a16:creationId xmlns:a16="http://schemas.microsoft.com/office/drawing/2014/main" id="{4D6BD736-A4D3-4F26-AFED-36E11F50F70B}"/>
                </a:ext>
              </a:extLst>
            </p:cNvPr>
            <p:cNvSpPr txBox="1"/>
            <p:nvPr/>
          </p:nvSpPr>
          <p:spPr>
            <a:xfrm>
              <a:off x="1052423" y="898245"/>
              <a:ext cx="5564038" cy="400110"/>
            </a:xfrm>
            <a:prstGeom prst="rect">
              <a:avLst/>
            </a:prstGeom>
            <a:noFill/>
          </p:spPr>
          <p:txBody>
            <a:bodyPr wrap="square" rtlCol="0">
              <a:spAutoFit/>
            </a:bodyPr>
            <a:lstStyle/>
            <a:p>
              <a:r>
                <a:rPr lang="zh-CN" altLang="en-US" sz="2000" b="1" dirty="0">
                  <a:solidFill>
                    <a:schemeClr val="tx1"/>
                  </a:solidFill>
                  <a:latin typeface="Arial Narrow" panose="020B0606020202030204" pitchFamily="34" charset="0"/>
                </a:rPr>
                <a:t>透明网桥的自学习和转发帧的流程</a:t>
              </a:r>
              <a:endParaRPr lang="en-US" altLang="zh-CN" sz="2000" b="1" dirty="0">
                <a:solidFill>
                  <a:schemeClr val="tx1"/>
                </a:solidFill>
                <a:latin typeface="Arial Narrow" panose="020B0606020202030204" pitchFamily="34" charset="0"/>
              </a:endParaRPr>
            </a:p>
          </p:txBody>
        </p:sp>
      </p:grpSp>
      <p:grpSp>
        <p:nvGrpSpPr>
          <p:cNvPr id="6" name="组合 5">
            <a:extLst>
              <a:ext uri="{FF2B5EF4-FFF2-40B4-BE49-F238E27FC236}">
                <a16:creationId xmlns:a16="http://schemas.microsoft.com/office/drawing/2014/main" id="{7BC49B4D-BED2-4980-BE5E-9C4B92788D57}"/>
              </a:ext>
            </a:extLst>
          </p:cNvPr>
          <p:cNvGrpSpPr/>
          <p:nvPr/>
        </p:nvGrpSpPr>
        <p:grpSpPr>
          <a:xfrm>
            <a:off x="357425" y="2918742"/>
            <a:ext cx="7018608" cy="3466250"/>
            <a:chOff x="2594085" y="2918742"/>
            <a:chExt cx="7018608" cy="3466250"/>
          </a:xfrm>
        </p:grpSpPr>
        <p:cxnSp>
          <p:nvCxnSpPr>
            <p:cNvPr id="20" name="直接连接符 19">
              <a:extLst>
                <a:ext uri="{FF2B5EF4-FFF2-40B4-BE49-F238E27FC236}">
                  <a16:creationId xmlns:a16="http://schemas.microsoft.com/office/drawing/2014/main" id="{35959B14-2675-4534-AF81-823E7C483BF0}"/>
                </a:ext>
              </a:extLst>
            </p:cNvPr>
            <p:cNvCxnSpPr>
              <a:cxnSpLocks/>
            </p:cNvCxnSpPr>
            <p:nvPr/>
          </p:nvCxnSpPr>
          <p:spPr>
            <a:xfrm>
              <a:off x="2826968" y="4662065"/>
              <a:ext cx="3144483"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1" name="直接连接符 20">
              <a:extLst>
                <a:ext uri="{FF2B5EF4-FFF2-40B4-BE49-F238E27FC236}">
                  <a16:creationId xmlns:a16="http://schemas.microsoft.com/office/drawing/2014/main" id="{A9CBBDDF-1684-46FF-9748-4143359B4237}"/>
                </a:ext>
              </a:extLst>
            </p:cNvPr>
            <p:cNvCxnSpPr>
              <a:cxnSpLocks/>
            </p:cNvCxnSpPr>
            <p:nvPr/>
          </p:nvCxnSpPr>
          <p:spPr>
            <a:xfrm>
              <a:off x="6132181" y="4662065"/>
              <a:ext cx="3202591"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2" name="直接连接符 51">
              <a:extLst>
                <a:ext uri="{FF2B5EF4-FFF2-40B4-BE49-F238E27FC236}">
                  <a16:creationId xmlns:a16="http://schemas.microsoft.com/office/drawing/2014/main" id="{DBF92076-58AC-40B2-8928-59CFD0C09F75}"/>
                </a:ext>
              </a:extLst>
            </p:cNvPr>
            <p:cNvCxnSpPr/>
            <p:nvPr/>
          </p:nvCxnSpPr>
          <p:spPr>
            <a:xfrm flipV="1">
              <a:off x="4441112" y="3514333"/>
              <a:ext cx="0" cy="2519534"/>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3" name="直接连接符 52">
              <a:extLst>
                <a:ext uri="{FF2B5EF4-FFF2-40B4-BE49-F238E27FC236}">
                  <a16:creationId xmlns:a16="http://schemas.microsoft.com/office/drawing/2014/main" id="{EED559DC-292B-4CE1-920D-FB3B64E7A129}"/>
                </a:ext>
              </a:extLst>
            </p:cNvPr>
            <p:cNvCxnSpPr/>
            <p:nvPr/>
          </p:nvCxnSpPr>
          <p:spPr>
            <a:xfrm flipH="1">
              <a:off x="3208366" y="4662392"/>
              <a:ext cx="1232746"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pic>
          <p:nvPicPr>
            <p:cNvPr id="54" name="图片 53" descr="文本&#10;&#10;描述已自动生成">
              <a:extLst>
                <a:ext uri="{FF2B5EF4-FFF2-40B4-BE49-F238E27FC236}">
                  <a16:creationId xmlns:a16="http://schemas.microsoft.com/office/drawing/2014/main" id="{A79EC3B7-6709-4ADB-9BBB-489673070EB6}"/>
                </a:ext>
              </a:extLst>
            </p:cNvPr>
            <p:cNvPicPr>
              <a:picLocks noChangeAspect="1"/>
            </p:cNvPicPr>
            <p:nvPr/>
          </p:nvPicPr>
          <p:blipFill>
            <a:blip r:embed="rId3">
              <a:extLst>
                <a:ext uri="{28A0092B-C50C-407E-A947-70E740481C1C}">
                  <a14:useLocalDpi xmlns:a14="http://schemas.microsoft.com/office/drawing/2010/main" val="0"/>
                </a:ext>
              </a:extLst>
            </a:blip>
            <a:stretch>
              <a:fillRect/>
            </a:stretch>
          </p:blipFill>
          <p:spPr>
            <a:xfrm>
              <a:off x="4164077" y="4403480"/>
              <a:ext cx="589727" cy="552869"/>
            </a:xfrm>
            <a:prstGeom prst="rect">
              <a:avLst/>
            </a:prstGeom>
          </p:spPr>
        </p:pic>
        <p:sp>
          <p:nvSpPr>
            <p:cNvPr id="55" name="文本框 54">
              <a:extLst>
                <a:ext uri="{FF2B5EF4-FFF2-40B4-BE49-F238E27FC236}">
                  <a16:creationId xmlns:a16="http://schemas.microsoft.com/office/drawing/2014/main" id="{BCEC10C2-62EA-4D22-96C7-8630FF95FB41}"/>
                </a:ext>
              </a:extLst>
            </p:cNvPr>
            <p:cNvSpPr txBox="1"/>
            <p:nvPr/>
          </p:nvSpPr>
          <p:spPr>
            <a:xfrm>
              <a:off x="4421357" y="4836433"/>
              <a:ext cx="918385" cy="369332"/>
            </a:xfrm>
            <a:prstGeom prst="rect">
              <a:avLst/>
            </a:prstGeom>
            <a:noFill/>
          </p:spPr>
          <p:txBody>
            <a:bodyPr wrap="square" rtlCol="0">
              <a:spAutoFit/>
            </a:bodyPr>
            <a:lstStyle/>
            <a:p>
              <a:pPr algn="ctr"/>
              <a:r>
                <a:rPr lang="zh-CN" altLang="en-US" b="1" dirty="0">
                  <a:latin typeface="+mn-ea"/>
                </a:rPr>
                <a:t>集线器</a:t>
              </a:r>
            </a:p>
          </p:txBody>
        </p:sp>
        <p:grpSp>
          <p:nvGrpSpPr>
            <p:cNvPr id="56" name="组合 55">
              <a:extLst>
                <a:ext uri="{FF2B5EF4-FFF2-40B4-BE49-F238E27FC236}">
                  <a16:creationId xmlns:a16="http://schemas.microsoft.com/office/drawing/2014/main" id="{164AC773-3928-4B29-92A6-5FEABDF08771}"/>
                </a:ext>
              </a:extLst>
            </p:cNvPr>
            <p:cNvGrpSpPr/>
            <p:nvPr/>
          </p:nvGrpSpPr>
          <p:grpSpPr>
            <a:xfrm>
              <a:off x="4082203" y="2918742"/>
              <a:ext cx="688835" cy="666249"/>
              <a:chOff x="3393222" y="2975188"/>
              <a:chExt cx="688835" cy="666249"/>
            </a:xfrm>
          </p:grpSpPr>
          <p:pic>
            <p:nvPicPr>
              <p:cNvPr id="63" name="图形 10">
                <a:extLst>
                  <a:ext uri="{FF2B5EF4-FFF2-40B4-BE49-F238E27FC236}">
                    <a16:creationId xmlns:a16="http://schemas.microsoft.com/office/drawing/2014/main" id="{55744A7A-8759-4D2F-A708-A31F46AE97A9}"/>
                  </a:ext>
                </a:extLst>
              </p:cNvPr>
              <p:cNvPicPr>
                <a:picLocks noChangeAspect="1"/>
              </p:cNvPicPr>
              <p:nvPr/>
            </p:nvPicPr>
            <p:blipFill>
              <a:blip r:embed="rId4">
                <a:extLst>
                  <a:ext uri="{28A0092B-C50C-407E-A947-70E740481C1C}">
                    <a14:useLocalDpi xmlns:a14="http://schemas.microsoft.com/office/drawing/2010/main" val="0"/>
                  </a:ext>
                  <a:ext uri="{96DAC541-7B7A-43D3-8B79-37D633B846F1}">
                    <asvg:svgBlip xmlns:asvg="http://schemas.microsoft.com/office/drawing/2016/SVG/main" r:embed="rId5"/>
                  </a:ext>
                </a:extLst>
              </a:blip>
              <a:stretch>
                <a:fillRect/>
              </a:stretch>
            </p:blipFill>
            <p:spPr>
              <a:xfrm>
                <a:off x="3393222" y="2975188"/>
                <a:ext cx="688835" cy="666249"/>
              </a:xfrm>
              <a:prstGeom prst="rect">
                <a:avLst/>
              </a:prstGeom>
            </p:spPr>
          </p:pic>
          <p:sp>
            <p:nvSpPr>
              <p:cNvPr id="64" name="文本框 63">
                <a:extLst>
                  <a:ext uri="{FF2B5EF4-FFF2-40B4-BE49-F238E27FC236}">
                    <a16:creationId xmlns:a16="http://schemas.microsoft.com/office/drawing/2014/main" id="{9B98C997-2BE5-43EE-8ED2-2321C74E159C}"/>
                  </a:ext>
                </a:extLst>
              </p:cNvPr>
              <p:cNvSpPr txBox="1"/>
              <p:nvPr/>
            </p:nvSpPr>
            <p:spPr>
              <a:xfrm>
                <a:off x="3680202" y="3014092"/>
                <a:ext cx="388699" cy="400110"/>
              </a:xfrm>
              <a:prstGeom prst="rect">
                <a:avLst/>
              </a:prstGeom>
              <a:noFill/>
            </p:spPr>
            <p:txBody>
              <a:bodyPr wrap="square">
                <a:spAutoFit/>
              </a:bodyPr>
              <a:lstStyle/>
              <a:p>
                <a:pPr algn="ctr"/>
                <a:r>
                  <a:rPr lang="en-US" altLang="zh-CN" sz="2000" b="1" dirty="0">
                    <a:solidFill>
                      <a:schemeClr val="bg1"/>
                    </a:solidFill>
                  </a:rPr>
                  <a:t>B</a:t>
                </a:r>
                <a:endParaRPr lang="zh-CN" altLang="en-US" sz="2000" dirty="0">
                  <a:solidFill>
                    <a:schemeClr val="bg1"/>
                  </a:solidFill>
                </a:endParaRPr>
              </a:p>
            </p:txBody>
          </p:sp>
        </p:grpSp>
        <p:grpSp>
          <p:nvGrpSpPr>
            <p:cNvPr id="57" name="组合 56">
              <a:extLst>
                <a:ext uri="{FF2B5EF4-FFF2-40B4-BE49-F238E27FC236}">
                  <a16:creationId xmlns:a16="http://schemas.microsoft.com/office/drawing/2014/main" id="{DA493CCE-7340-47EB-BC3F-7E4E90DE7A71}"/>
                </a:ext>
              </a:extLst>
            </p:cNvPr>
            <p:cNvGrpSpPr/>
            <p:nvPr/>
          </p:nvGrpSpPr>
          <p:grpSpPr>
            <a:xfrm>
              <a:off x="2594085" y="4170184"/>
              <a:ext cx="688835" cy="666249"/>
              <a:chOff x="3393222" y="2975188"/>
              <a:chExt cx="688835" cy="666249"/>
            </a:xfrm>
          </p:grpSpPr>
          <p:pic>
            <p:nvPicPr>
              <p:cNvPr id="61" name="图形 10">
                <a:extLst>
                  <a:ext uri="{FF2B5EF4-FFF2-40B4-BE49-F238E27FC236}">
                    <a16:creationId xmlns:a16="http://schemas.microsoft.com/office/drawing/2014/main" id="{D724056B-10D0-44B7-A2F7-BB4BFDD76BF8}"/>
                  </a:ext>
                </a:extLst>
              </p:cNvPr>
              <p:cNvPicPr>
                <a:picLocks noChangeAspect="1"/>
              </p:cNvPicPr>
              <p:nvPr/>
            </p:nvPicPr>
            <p:blipFill>
              <a:blip r:embed="rId4">
                <a:extLst>
                  <a:ext uri="{28A0092B-C50C-407E-A947-70E740481C1C}">
                    <a14:useLocalDpi xmlns:a14="http://schemas.microsoft.com/office/drawing/2010/main" val="0"/>
                  </a:ext>
                  <a:ext uri="{96DAC541-7B7A-43D3-8B79-37D633B846F1}">
                    <asvg:svgBlip xmlns:asvg="http://schemas.microsoft.com/office/drawing/2016/SVG/main" r:embed="rId5"/>
                  </a:ext>
                </a:extLst>
              </a:blip>
              <a:stretch>
                <a:fillRect/>
              </a:stretch>
            </p:blipFill>
            <p:spPr>
              <a:xfrm>
                <a:off x="3393222" y="2975188"/>
                <a:ext cx="688835" cy="666249"/>
              </a:xfrm>
              <a:prstGeom prst="rect">
                <a:avLst/>
              </a:prstGeom>
            </p:spPr>
          </p:pic>
          <p:sp>
            <p:nvSpPr>
              <p:cNvPr id="62" name="文本框 61">
                <a:extLst>
                  <a:ext uri="{FF2B5EF4-FFF2-40B4-BE49-F238E27FC236}">
                    <a16:creationId xmlns:a16="http://schemas.microsoft.com/office/drawing/2014/main" id="{1B579C24-3D84-4D42-801E-9599D16D2328}"/>
                  </a:ext>
                </a:extLst>
              </p:cNvPr>
              <p:cNvSpPr txBox="1"/>
              <p:nvPr/>
            </p:nvSpPr>
            <p:spPr>
              <a:xfrm>
                <a:off x="3680202" y="3014092"/>
                <a:ext cx="388699" cy="400110"/>
              </a:xfrm>
              <a:prstGeom prst="rect">
                <a:avLst/>
              </a:prstGeom>
              <a:noFill/>
            </p:spPr>
            <p:txBody>
              <a:bodyPr wrap="square">
                <a:spAutoFit/>
              </a:bodyPr>
              <a:lstStyle/>
              <a:p>
                <a:pPr algn="ctr"/>
                <a:r>
                  <a:rPr lang="en-US" altLang="zh-CN" sz="2000" b="1" dirty="0">
                    <a:solidFill>
                      <a:schemeClr val="bg1"/>
                    </a:solidFill>
                  </a:rPr>
                  <a:t>A</a:t>
                </a:r>
                <a:endParaRPr lang="zh-CN" altLang="en-US" sz="2000" dirty="0">
                  <a:solidFill>
                    <a:schemeClr val="bg1"/>
                  </a:solidFill>
                </a:endParaRPr>
              </a:p>
            </p:txBody>
          </p:sp>
        </p:grpSp>
        <p:grpSp>
          <p:nvGrpSpPr>
            <p:cNvPr id="58" name="组合 57">
              <a:extLst>
                <a:ext uri="{FF2B5EF4-FFF2-40B4-BE49-F238E27FC236}">
                  <a16:creationId xmlns:a16="http://schemas.microsoft.com/office/drawing/2014/main" id="{8E891124-F4B8-4DC0-94A5-A184BBF24DA9}"/>
                </a:ext>
              </a:extLst>
            </p:cNvPr>
            <p:cNvGrpSpPr/>
            <p:nvPr/>
          </p:nvGrpSpPr>
          <p:grpSpPr>
            <a:xfrm>
              <a:off x="4010702" y="5718743"/>
              <a:ext cx="688835" cy="666249"/>
              <a:chOff x="3393222" y="2975188"/>
              <a:chExt cx="688835" cy="666249"/>
            </a:xfrm>
          </p:grpSpPr>
          <p:pic>
            <p:nvPicPr>
              <p:cNvPr id="59" name="图形 10">
                <a:extLst>
                  <a:ext uri="{FF2B5EF4-FFF2-40B4-BE49-F238E27FC236}">
                    <a16:creationId xmlns:a16="http://schemas.microsoft.com/office/drawing/2014/main" id="{5C51064C-A053-4286-98E5-BDA48A307CC9}"/>
                  </a:ext>
                </a:extLst>
              </p:cNvPr>
              <p:cNvPicPr>
                <a:picLocks noChangeAspect="1"/>
              </p:cNvPicPr>
              <p:nvPr/>
            </p:nvPicPr>
            <p:blipFill>
              <a:blip r:embed="rId4">
                <a:extLst>
                  <a:ext uri="{28A0092B-C50C-407E-A947-70E740481C1C}">
                    <a14:useLocalDpi xmlns:a14="http://schemas.microsoft.com/office/drawing/2010/main" val="0"/>
                  </a:ext>
                  <a:ext uri="{96DAC541-7B7A-43D3-8B79-37D633B846F1}">
                    <asvg:svgBlip xmlns:asvg="http://schemas.microsoft.com/office/drawing/2016/SVG/main" r:embed="rId5"/>
                  </a:ext>
                </a:extLst>
              </a:blip>
              <a:stretch>
                <a:fillRect/>
              </a:stretch>
            </p:blipFill>
            <p:spPr>
              <a:xfrm>
                <a:off x="3393222" y="2975188"/>
                <a:ext cx="688835" cy="666249"/>
              </a:xfrm>
              <a:prstGeom prst="rect">
                <a:avLst/>
              </a:prstGeom>
            </p:spPr>
          </p:pic>
          <p:sp>
            <p:nvSpPr>
              <p:cNvPr id="60" name="文本框 59">
                <a:extLst>
                  <a:ext uri="{FF2B5EF4-FFF2-40B4-BE49-F238E27FC236}">
                    <a16:creationId xmlns:a16="http://schemas.microsoft.com/office/drawing/2014/main" id="{B1544697-D405-4B72-9319-3D18DFC7C4E1}"/>
                  </a:ext>
                </a:extLst>
              </p:cNvPr>
              <p:cNvSpPr txBox="1"/>
              <p:nvPr/>
            </p:nvSpPr>
            <p:spPr>
              <a:xfrm>
                <a:off x="3680202" y="3014092"/>
                <a:ext cx="388699" cy="400110"/>
              </a:xfrm>
              <a:prstGeom prst="rect">
                <a:avLst/>
              </a:prstGeom>
              <a:noFill/>
            </p:spPr>
            <p:txBody>
              <a:bodyPr wrap="square">
                <a:spAutoFit/>
              </a:bodyPr>
              <a:lstStyle/>
              <a:p>
                <a:pPr algn="ctr"/>
                <a:r>
                  <a:rPr lang="en-US" altLang="zh-CN" sz="2000" b="1" dirty="0">
                    <a:solidFill>
                      <a:schemeClr val="bg1"/>
                    </a:solidFill>
                  </a:rPr>
                  <a:t>C</a:t>
                </a:r>
                <a:endParaRPr lang="zh-CN" altLang="en-US" sz="2000" dirty="0">
                  <a:solidFill>
                    <a:schemeClr val="bg1"/>
                  </a:solidFill>
                </a:endParaRPr>
              </a:p>
            </p:txBody>
          </p:sp>
        </p:grpSp>
        <p:cxnSp>
          <p:nvCxnSpPr>
            <p:cNvPr id="39" name="直接连接符 38">
              <a:extLst>
                <a:ext uri="{FF2B5EF4-FFF2-40B4-BE49-F238E27FC236}">
                  <a16:creationId xmlns:a16="http://schemas.microsoft.com/office/drawing/2014/main" id="{3B54DCDA-29F4-4A7A-B891-9FE72331555E}"/>
                </a:ext>
              </a:extLst>
            </p:cNvPr>
            <p:cNvCxnSpPr/>
            <p:nvPr/>
          </p:nvCxnSpPr>
          <p:spPr>
            <a:xfrm flipV="1">
              <a:off x="7706158" y="3514333"/>
              <a:ext cx="0" cy="2519534"/>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pic>
          <p:nvPicPr>
            <p:cNvPr id="41" name="图片 40" descr="文本&#10;&#10;描述已自动生成">
              <a:extLst>
                <a:ext uri="{FF2B5EF4-FFF2-40B4-BE49-F238E27FC236}">
                  <a16:creationId xmlns:a16="http://schemas.microsoft.com/office/drawing/2014/main" id="{DDAED76E-9D71-49D3-9571-3A8E413C6BE6}"/>
                </a:ext>
              </a:extLst>
            </p:cNvPr>
            <p:cNvPicPr>
              <a:picLocks noChangeAspect="1"/>
            </p:cNvPicPr>
            <p:nvPr/>
          </p:nvPicPr>
          <p:blipFill>
            <a:blip r:embed="rId3">
              <a:extLst>
                <a:ext uri="{28A0092B-C50C-407E-A947-70E740481C1C}">
                  <a14:useLocalDpi xmlns:a14="http://schemas.microsoft.com/office/drawing/2010/main" val="0"/>
                </a:ext>
              </a:extLst>
            </a:blip>
            <a:stretch>
              <a:fillRect/>
            </a:stretch>
          </p:blipFill>
          <p:spPr>
            <a:xfrm>
              <a:off x="7429123" y="4403480"/>
              <a:ext cx="589727" cy="552869"/>
            </a:xfrm>
            <a:prstGeom prst="rect">
              <a:avLst/>
            </a:prstGeom>
          </p:spPr>
        </p:pic>
        <p:sp>
          <p:nvSpPr>
            <p:cNvPr id="42" name="文本框 41">
              <a:extLst>
                <a:ext uri="{FF2B5EF4-FFF2-40B4-BE49-F238E27FC236}">
                  <a16:creationId xmlns:a16="http://schemas.microsoft.com/office/drawing/2014/main" id="{8538514A-385A-47BB-A433-185DDA383C2B}"/>
                </a:ext>
              </a:extLst>
            </p:cNvPr>
            <p:cNvSpPr txBox="1"/>
            <p:nvPr/>
          </p:nvSpPr>
          <p:spPr>
            <a:xfrm>
              <a:off x="6818048" y="4836433"/>
              <a:ext cx="918385" cy="369332"/>
            </a:xfrm>
            <a:prstGeom prst="rect">
              <a:avLst/>
            </a:prstGeom>
            <a:noFill/>
          </p:spPr>
          <p:txBody>
            <a:bodyPr wrap="square" rtlCol="0">
              <a:spAutoFit/>
            </a:bodyPr>
            <a:lstStyle/>
            <a:p>
              <a:pPr algn="ctr"/>
              <a:r>
                <a:rPr lang="zh-CN" altLang="en-US" b="1" dirty="0">
                  <a:latin typeface="+mn-ea"/>
                </a:rPr>
                <a:t>集线器</a:t>
              </a:r>
            </a:p>
          </p:txBody>
        </p:sp>
        <p:grpSp>
          <p:nvGrpSpPr>
            <p:cNvPr id="43" name="组合 42">
              <a:extLst>
                <a:ext uri="{FF2B5EF4-FFF2-40B4-BE49-F238E27FC236}">
                  <a16:creationId xmlns:a16="http://schemas.microsoft.com/office/drawing/2014/main" id="{B69023A8-B89B-416C-A039-5C5D29181F50}"/>
                </a:ext>
              </a:extLst>
            </p:cNvPr>
            <p:cNvGrpSpPr/>
            <p:nvPr/>
          </p:nvGrpSpPr>
          <p:grpSpPr>
            <a:xfrm>
              <a:off x="7361740" y="2918742"/>
              <a:ext cx="688835" cy="666249"/>
              <a:chOff x="3393222" y="2975188"/>
              <a:chExt cx="688835" cy="666249"/>
            </a:xfrm>
          </p:grpSpPr>
          <p:pic>
            <p:nvPicPr>
              <p:cNvPr id="50" name="图形 10">
                <a:extLst>
                  <a:ext uri="{FF2B5EF4-FFF2-40B4-BE49-F238E27FC236}">
                    <a16:creationId xmlns:a16="http://schemas.microsoft.com/office/drawing/2014/main" id="{A3B3F047-E8B5-482A-8C5F-BAE8D2B621BA}"/>
                  </a:ext>
                </a:extLst>
              </p:cNvPr>
              <p:cNvPicPr>
                <a:picLocks noChangeAspect="1"/>
              </p:cNvPicPr>
              <p:nvPr/>
            </p:nvPicPr>
            <p:blipFill>
              <a:blip r:embed="rId4">
                <a:extLst>
                  <a:ext uri="{28A0092B-C50C-407E-A947-70E740481C1C}">
                    <a14:useLocalDpi xmlns:a14="http://schemas.microsoft.com/office/drawing/2010/main" val="0"/>
                  </a:ext>
                  <a:ext uri="{96DAC541-7B7A-43D3-8B79-37D633B846F1}">
                    <asvg:svgBlip xmlns:asvg="http://schemas.microsoft.com/office/drawing/2016/SVG/main" r:embed="rId5"/>
                  </a:ext>
                </a:extLst>
              </a:blip>
              <a:stretch>
                <a:fillRect/>
              </a:stretch>
            </p:blipFill>
            <p:spPr>
              <a:xfrm>
                <a:off x="3393222" y="2975188"/>
                <a:ext cx="688835" cy="666249"/>
              </a:xfrm>
              <a:prstGeom prst="rect">
                <a:avLst/>
              </a:prstGeom>
            </p:spPr>
          </p:pic>
          <p:sp>
            <p:nvSpPr>
              <p:cNvPr id="51" name="文本框 50">
                <a:extLst>
                  <a:ext uri="{FF2B5EF4-FFF2-40B4-BE49-F238E27FC236}">
                    <a16:creationId xmlns:a16="http://schemas.microsoft.com/office/drawing/2014/main" id="{E1FD5C9D-366C-4253-A736-56966B5E5AAA}"/>
                  </a:ext>
                </a:extLst>
              </p:cNvPr>
              <p:cNvSpPr txBox="1"/>
              <p:nvPr/>
            </p:nvSpPr>
            <p:spPr>
              <a:xfrm>
                <a:off x="3680202" y="3014092"/>
                <a:ext cx="388699" cy="400110"/>
              </a:xfrm>
              <a:prstGeom prst="rect">
                <a:avLst/>
              </a:prstGeom>
              <a:noFill/>
            </p:spPr>
            <p:txBody>
              <a:bodyPr wrap="square">
                <a:spAutoFit/>
              </a:bodyPr>
              <a:lstStyle/>
              <a:p>
                <a:pPr algn="ctr"/>
                <a:r>
                  <a:rPr lang="en-US" altLang="zh-CN" sz="2000" b="1" dirty="0">
                    <a:solidFill>
                      <a:schemeClr val="bg1"/>
                    </a:solidFill>
                  </a:rPr>
                  <a:t>D</a:t>
                </a:r>
                <a:endParaRPr lang="zh-CN" altLang="en-US" sz="2000" dirty="0">
                  <a:solidFill>
                    <a:schemeClr val="bg1"/>
                  </a:solidFill>
                </a:endParaRPr>
              </a:p>
            </p:txBody>
          </p:sp>
        </p:grpSp>
        <p:grpSp>
          <p:nvGrpSpPr>
            <p:cNvPr id="44" name="组合 43">
              <a:extLst>
                <a:ext uri="{FF2B5EF4-FFF2-40B4-BE49-F238E27FC236}">
                  <a16:creationId xmlns:a16="http://schemas.microsoft.com/office/drawing/2014/main" id="{5ED7DEA9-40EC-4CF9-9773-79CFB5D54601}"/>
                </a:ext>
              </a:extLst>
            </p:cNvPr>
            <p:cNvGrpSpPr/>
            <p:nvPr/>
          </p:nvGrpSpPr>
          <p:grpSpPr>
            <a:xfrm>
              <a:off x="7260451" y="5718743"/>
              <a:ext cx="688835" cy="666249"/>
              <a:chOff x="3393222" y="2975188"/>
              <a:chExt cx="688835" cy="666249"/>
            </a:xfrm>
          </p:grpSpPr>
          <p:pic>
            <p:nvPicPr>
              <p:cNvPr id="48" name="图形 10">
                <a:extLst>
                  <a:ext uri="{FF2B5EF4-FFF2-40B4-BE49-F238E27FC236}">
                    <a16:creationId xmlns:a16="http://schemas.microsoft.com/office/drawing/2014/main" id="{8C77401E-0C8F-4070-9F33-12FB266F8BC1}"/>
                  </a:ext>
                </a:extLst>
              </p:cNvPr>
              <p:cNvPicPr>
                <a:picLocks noChangeAspect="1"/>
              </p:cNvPicPr>
              <p:nvPr/>
            </p:nvPicPr>
            <p:blipFill>
              <a:blip r:embed="rId4">
                <a:extLst>
                  <a:ext uri="{28A0092B-C50C-407E-A947-70E740481C1C}">
                    <a14:useLocalDpi xmlns:a14="http://schemas.microsoft.com/office/drawing/2010/main" val="0"/>
                  </a:ext>
                  <a:ext uri="{96DAC541-7B7A-43D3-8B79-37D633B846F1}">
                    <asvg:svgBlip xmlns:asvg="http://schemas.microsoft.com/office/drawing/2016/SVG/main" r:embed="rId5"/>
                  </a:ext>
                </a:extLst>
              </a:blip>
              <a:stretch>
                <a:fillRect/>
              </a:stretch>
            </p:blipFill>
            <p:spPr>
              <a:xfrm>
                <a:off x="3393222" y="2975188"/>
                <a:ext cx="688835" cy="666249"/>
              </a:xfrm>
              <a:prstGeom prst="rect">
                <a:avLst/>
              </a:prstGeom>
            </p:spPr>
          </p:pic>
          <p:sp>
            <p:nvSpPr>
              <p:cNvPr id="49" name="文本框 48">
                <a:extLst>
                  <a:ext uri="{FF2B5EF4-FFF2-40B4-BE49-F238E27FC236}">
                    <a16:creationId xmlns:a16="http://schemas.microsoft.com/office/drawing/2014/main" id="{1216CCBF-7A51-482A-8104-21D975E10B8D}"/>
                  </a:ext>
                </a:extLst>
              </p:cNvPr>
              <p:cNvSpPr txBox="1"/>
              <p:nvPr/>
            </p:nvSpPr>
            <p:spPr>
              <a:xfrm>
                <a:off x="3680202" y="3014092"/>
                <a:ext cx="388699" cy="400110"/>
              </a:xfrm>
              <a:prstGeom prst="rect">
                <a:avLst/>
              </a:prstGeom>
              <a:noFill/>
            </p:spPr>
            <p:txBody>
              <a:bodyPr wrap="square">
                <a:spAutoFit/>
              </a:bodyPr>
              <a:lstStyle/>
              <a:p>
                <a:pPr algn="ctr"/>
                <a:r>
                  <a:rPr lang="en-US" altLang="zh-CN" sz="2000" b="1" dirty="0">
                    <a:solidFill>
                      <a:schemeClr val="bg1"/>
                    </a:solidFill>
                  </a:rPr>
                  <a:t>F</a:t>
                </a:r>
                <a:endParaRPr lang="zh-CN" altLang="en-US" sz="2000" dirty="0">
                  <a:solidFill>
                    <a:schemeClr val="bg1"/>
                  </a:solidFill>
                </a:endParaRPr>
              </a:p>
            </p:txBody>
          </p:sp>
        </p:grpSp>
        <p:grpSp>
          <p:nvGrpSpPr>
            <p:cNvPr id="45" name="组合 44">
              <a:extLst>
                <a:ext uri="{FF2B5EF4-FFF2-40B4-BE49-F238E27FC236}">
                  <a16:creationId xmlns:a16="http://schemas.microsoft.com/office/drawing/2014/main" id="{DDBA12F7-C5BA-4D15-AC11-0D79CC20089A}"/>
                </a:ext>
              </a:extLst>
            </p:cNvPr>
            <p:cNvGrpSpPr/>
            <p:nvPr/>
          </p:nvGrpSpPr>
          <p:grpSpPr>
            <a:xfrm>
              <a:off x="8923858" y="4209088"/>
              <a:ext cx="688835" cy="666249"/>
              <a:chOff x="3393222" y="2975188"/>
              <a:chExt cx="688835" cy="666249"/>
            </a:xfrm>
          </p:grpSpPr>
          <p:pic>
            <p:nvPicPr>
              <p:cNvPr id="46" name="图形 10">
                <a:extLst>
                  <a:ext uri="{FF2B5EF4-FFF2-40B4-BE49-F238E27FC236}">
                    <a16:creationId xmlns:a16="http://schemas.microsoft.com/office/drawing/2014/main" id="{5206E993-22D6-416C-BD6E-7BA1B8EC8925}"/>
                  </a:ext>
                </a:extLst>
              </p:cNvPr>
              <p:cNvPicPr>
                <a:picLocks noChangeAspect="1"/>
              </p:cNvPicPr>
              <p:nvPr/>
            </p:nvPicPr>
            <p:blipFill>
              <a:blip r:embed="rId4">
                <a:extLst>
                  <a:ext uri="{28A0092B-C50C-407E-A947-70E740481C1C}">
                    <a14:useLocalDpi xmlns:a14="http://schemas.microsoft.com/office/drawing/2010/main" val="0"/>
                  </a:ext>
                  <a:ext uri="{96DAC541-7B7A-43D3-8B79-37D633B846F1}">
                    <asvg:svgBlip xmlns:asvg="http://schemas.microsoft.com/office/drawing/2016/SVG/main" r:embed="rId5"/>
                  </a:ext>
                </a:extLst>
              </a:blip>
              <a:stretch>
                <a:fillRect/>
              </a:stretch>
            </p:blipFill>
            <p:spPr>
              <a:xfrm>
                <a:off x="3393222" y="2975188"/>
                <a:ext cx="688835" cy="666249"/>
              </a:xfrm>
              <a:prstGeom prst="rect">
                <a:avLst/>
              </a:prstGeom>
            </p:spPr>
          </p:pic>
          <p:sp>
            <p:nvSpPr>
              <p:cNvPr id="47" name="文本框 46">
                <a:extLst>
                  <a:ext uri="{FF2B5EF4-FFF2-40B4-BE49-F238E27FC236}">
                    <a16:creationId xmlns:a16="http://schemas.microsoft.com/office/drawing/2014/main" id="{11A5DCB8-BA30-4A3E-9AB8-373AFE47EF52}"/>
                  </a:ext>
                </a:extLst>
              </p:cNvPr>
              <p:cNvSpPr txBox="1"/>
              <p:nvPr/>
            </p:nvSpPr>
            <p:spPr>
              <a:xfrm>
                <a:off x="3680202" y="3014092"/>
                <a:ext cx="388699" cy="400110"/>
              </a:xfrm>
              <a:prstGeom prst="rect">
                <a:avLst/>
              </a:prstGeom>
              <a:noFill/>
            </p:spPr>
            <p:txBody>
              <a:bodyPr wrap="square">
                <a:spAutoFit/>
              </a:bodyPr>
              <a:lstStyle/>
              <a:p>
                <a:pPr algn="ctr"/>
                <a:r>
                  <a:rPr lang="en-US" altLang="zh-CN" sz="2000" b="1" dirty="0">
                    <a:solidFill>
                      <a:schemeClr val="bg1"/>
                    </a:solidFill>
                  </a:rPr>
                  <a:t>E</a:t>
                </a:r>
                <a:endParaRPr lang="zh-CN" altLang="en-US" sz="2000" dirty="0">
                  <a:solidFill>
                    <a:schemeClr val="bg1"/>
                  </a:solidFill>
                </a:endParaRPr>
              </a:p>
            </p:txBody>
          </p:sp>
        </p:grpSp>
        <p:pic>
          <p:nvPicPr>
            <p:cNvPr id="37" name="图片 36" descr="图片包含 图标&#10;&#10;描述已自动生成">
              <a:extLst>
                <a:ext uri="{FF2B5EF4-FFF2-40B4-BE49-F238E27FC236}">
                  <a16:creationId xmlns:a16="http://schemas.microsoft.com/office/drawing/2014/main" id="{66496DB0-9A3F-4B29-B147-178B8CC0741C}"/>
                </a:ext>
              </a:extLst>
            </p:cNvPr>
            <p:cNvPicPr>
              <a:picLocks noChangeAspect="1"/>
            </p:cNvPicPr>
            <p:nvPr/>
          </p:nvPicPr>
          <p:blipFill>
            <a:blip r:embed="rId6">
              <a:extLst>
                <a:ext uri="{28A0092B-C50C-407E-A947-70E740481C1C}">
                  <a14:useLocalDpi xmlns:a14="http://schemas.microsoft.com/office/drawing/2010/main" val="0"/>
                </a:ext>
              </a:extLst>
            </a:blip>
            <a:stretch>
              <a:fillRect/>
            </a:stretch>
          </p:blipFill>
          <p:spPr>
            <a:xfrm>
              <a:off x="5755541" y="4362066"/>
              <a:ext cx="581100" cy="474367"/>
            </a:xfrm>
            <a:prstGeom prst="rect">
              <a:avLst/>
            </a:prstGeom>
          </p:spPr>
        </p:pic>
        <p:sp>
          <p:nvSpPr>
            <p:cNvPr id="38" name="文本框 37">
              <a:extLst>
                <a:ext uri="{FF2B5EF4-FFF2-40B4-BE49-F238E27FC236}">
                  <a16:creationId xmlns:a16="http://schemas.microsoft.com/office/drawing/2014/main" id="{54BC2991-5D71-41F9-BCDB-D116D81A2B2C}"/>
                </a:ext>
              </a:extLst>
            </p:cNvPr>
            <p:cNvSpPr txBox="1"/>
            <p:nvPr/>
          </p:nvSpPr>
          <p:spPr>
            <a:xfrm>
              <a:off x="5691400" y="4836433"/>
              <a:ext cx="694865" cy="369332"/>
            </a:xfrm>
            <a:prstGeom prst="rect">
              <a:avLst/>
            </a:prstGeom>
            <a:noFill/>
          </p:spPr>
          <p:txBody>
            <a:bodyPr wrap="square" rtlCol="0">
              <a:spAutoFit/>
            </a:bodyPr>
            <a:lstStyle/>
            <a:p>
              <a:pPr algn="ctr"/>
              <a:r>
                <a:rPr lang="zh-CN" altLang="en-US" b="1" dirty="0">
                  <a:latin typeface="+mn-ea"/>
                </a:rPr>
                <a:t>网桥</a:t>
              </a:r>
            </a:p>
          </p:txBody>
        </p:sp>
        <p:sp>
          <p:nvSpPr>
            <p:cNvPr id="35" name="文本框 34">
              <a:extLst>
                <a:ext uri="{FF2B5EF4-FFF2-40B4-BE49-F238E27FC236}">
                  <a16:creationId xmlns:a16="http://schemas.microsoft.com/office/drawing/2014/main" id="{AA36C400-5BEA-4377-A6FE-ED432BE8C82F}"/>
                </a:ext>
              </a:extLst>
            </p:cNvPr>
            <p:cNvSpPr txBox="1"/>
            <p:nvPr/>
          </p:nvSpPr>
          <p:spPr>
            <a:xfrm>
              <a:off x="5637014" y="4069729"/>
              <a:ext cx="388699" cy="400110"/>
            </a:xfrm>
            <a:prstGeom prst="rect">
              <a:avLst/>
            </a:prstGeom>
            <a:noFill/>
          </p:spPr>
          <p:txBody>
            <a:bodyPr wrap="square">
              <a:spAutoFit/>
            </a:bodyPr>
            <a:lstStyle/>
            <a:p>
              <a:pPr algn="ctr"/>
              <a:r>
                <a:rPr lang="en-US" altLang="zh-CN" sz="2000" b="1" dirty="0"/>
                <a:t>1</a:t>
              </a:r>
              <a:endParaRPr lang="zh-CN" altLang="en-US" sz="2000" dirty="0"/>
            </a:p>
          </p:txBody>
        </p:sp>
        <p:sp>
          <p:nvSpPr>
            <p:cNvPr id="36" name="文本框 35">
              <a:extLst>
                <a:ext uri="{FF2B5EF4-FFF2-40B4-BE49-F238E27FC236}">
                  <a16:creationId xmlns:a16="http://schemas.microsoft.com/office/drawing/2014/main" id="{FD0F606C-E69C-4C76-9676-89125A4A96A4}"/>
                </a:ext>
              </a:extLst>
            </p:cNvPr>
            <p:cNvSpPr txBox="1"/>
            <p:nvPr/>
          </p:nvSpPr>
          <p:spPr>
            <a:xfrm>
              <a:off x="6131677" y="4069729"/>
              <a:ext cx="388699" cy="400110"/>
            </a:xfrm>
            <a:prstGeom prst="rect">
              <a:avLst/>
            </a:prstGeom>
            <a:noFill/>
          </p:spPr>
          <p:txBody>
            <a:bodyPr wrap="square">
              <a:spAutoFit/>
            </a:bodyPr>
            <a:lstStyle/>
            <a:p>
              <a:pPr algn="ctr"/>
              <a:r>
                <a:rPr lang="en-US" altLang="zh-CN" sz="2000" b="1" dirty="0"/>
                <a:t>2</a:t>
              </a:r>
              <a:endParaRPr lang="zh-CN" altLang="en-US" sz="2000" dirty="0"/>
            </a:p>
          </p:txBody>
        </p:sp>
      </p:grpSp>
      <p:grpSp>
        <p:nvGrpSpPr>
          <p:cNvPr id="7" name="组合 6">
            <a:extLst>
              <a:ext uri="{FF2B5EF4-FFF2-40B4-BE49-F238E27FC236}">
                <a16:creationId xmlns:a16="http://schemas.microsoft.com/office/drawing/2014/main" id="{19421666-7F5D-4D81-A0B8-B30EF80C4B32}"/>
              </a:ext>
            </a:extLst>
          </p:cNvPr>
          <p:cNvGrpSpPr/>
          <p:nvPr/>
        </p:nvGrpSpPr>
        <p:grpSpPr>
          <a:xfrm>
            <a:off x="7362876" y="1771108"/>
            <a:ext cx="4524324" cy="597122"/>
            <a:chOff x="7362876" y="1771108"/>
            <a:chExt cx="4524324" cy="597122"/>
          </a:xfrm>
        </p:grpSpPr>
        <p:sp>
          <p:nvSpPr>
            <p:cNvPr id="83" name="íşlïḍè">
              <a:extLst>
                <a:ext uri="{FF2B5EF4-FFF2-40B4-BE49-F238E27FC236}">
                  <a16:creationId xmlns:a16="http://schemas.microsoft.com/office/drawing/2014/main" id="{63850319-2EC9-4694-B066-AB365F29832C}"/>
                </a:ext>
              </a:extLst>
            </p:cNvPr>
            <p:cNvSpPr txBox="1"/>
            <p:nvPr/>
          </p:nvSpPr>
          <p:spPr>
            <a:xfrm>
              <a:off x="7362876" y="1771108"/>
              <a:ext cx="1590350" cy="597122"/>
            </a:xfrm>
            <a:prstGeom prst="rect">
              <a:avLst/>
            </a:prstGeom>
            <a:noFill/>
          </p:spPr>
          <p:txBody>
            <a:bodyPr wrap="square" lIns="91440" tIns="45720" rIns="91440" bIns="45720" anchor="ctr">
              <a:noAutofit/>
            </a:bodyPr>
            <a:lstStyle/>
            <a:p>
              <a:pPr algn="ctr"/>
              <a:r>
                <a:rPr lang="zh-CN" altLang="en-US" b="1" dirty="0">
                  <a:latin typeface="Arial Narrow" panose="020B0606020202030204" pitchFamily="34" charset="0"/>
                </a:rPr>
                <a:t>站点间的通信</a:t>
              </a:r>
            </a:p>
          </p:txBody>
        </p:sp>
        <p:sp>
          <p:nvSpPr>
            <p:cNvPr id="84" name="íşlïḍè">
              <a:extLst>
                <a:ext uri="{FF2B5EF4-FFF2-40B4-BE49-F238E27FC236}">
                  <a16:creationId xmlns:a16="http://schemas.microsoft.com/office/drawing/2014/main" id="{3084F57C-1DB0-4D24-B9CC-5AA20FF5C73C}"/>
                </a:ext>
              </a:extLst>
            </p:cNvPr>
            <p:cNvSpPr txBox="1"/>
            <p:nvPr/>
          </p:nvSpPr>
          <p:spPr>
            <a:xfrm>
              <a:off x="9328589" y="1771108"/>
              <a:ext cx="2558611" cy="597122"/>
            </a:xfrm>
            <a:prstGeom prst="rect">
              <a:avLst/>
            </a:prstGeom>
            <a:noFill/>
          </p:spPr>
          <p:txBody>
            <a:bodyPr wrap="square" lIns="91440" tIns="45720" rIns="91440" bIns="45720" anchor="ctr">
              <a:noAutofit/>
            </a:bodyPr>
            <a:lstStyle/>
            <a:p>
              <a:pPr algn="ctr"/>
              <a:r>
                <a:rPr lang="zh-CN" altLang="en-US" b="1" dirty="0">
                  <a:latin typeface="Arial Narrow" panose="020B0606020202030204" pitchFamily="34" charset="0"/>
                </a:rPr>
                <a:t>网桥自学习和转发帧</a:t>
              </a:r>
            </a:p>
          </p:txBody>
        </p:sp>
      </p:grpSp>
      <p:sp>
        <p:nvSpPr>
          <p:cNvPr id="77" name="文本框 76">
            <a:extLst>
              <a:ext uri="{FF2B5EF4-FFF2-40B4-BE49-F238E27FC236}">
                <a16:creationId xmlns:a16="http://schemas.microsoft.com/office/drawing/2014/main" id="{37B7F1A5-6AE5-4A4A-B702-13345E29B0A5}"/>
              </a:ext>
            </a:extLst>
          </p:cNvPr>
          <p:cNvSpPr txBox="1"/>
          <p:nvPr/>
        </p:nvSpPr>
        <p:spPr>
          <a:xfrm>
            <a:off x="7726930" y="2312479"/>
            <a:ext cx="862241" cy="400110"/>
          </a:xfrm>
          <a:prstGeom prst="rect">
            <a:avLst/>
          </a:prstGeom>
          <a:noFill/>
        </p:spPr>
        <p:txBody>
          <a:bodyPr wrap="square">
            <a:spAutoFit/>
          </a:bodyPr>
          <a:lstStyle/>
          <a:p>
            <a:pPr algn="ctr"/>
            <a:r>
              <a:rPr lang="en-US" altLang="zh-CN" sz="2000" b="1" dirty="0">
                <a:solidFill>
                  <a:schemeClr val="tx1"/>
                </a:solidFill>
              </a:rPr>
              <a:t>A</a:t>
            </a:r>
            <a:r>
              <a:rPr lang="en-US" altLang="zh-CN" sz="2000" b="1" dirty="0">
                <a:solidFill>
                  <a:schemeClr val="tx1"/>
                </a:solidFill>
                <a:latin typeface="+mn-ea"/>
              </a:rPr>
              <a:t>→</a:t>
            </a:r>
            <a:r>
              <a:rPr lang="en-US" altLang="zh-CN" sz="2000" b="1" dirty="0">
                <a:solidFill>
                  <a:schemeClr val="tx1"/>
                </a:solidFill>
              </a:rPr>
              <a:t>B</a:t>
            </a:r>
            <a:endParaRPr lang="zh-CN" altLang="en-US" sz="2000" b="1" dirty="0">
              <a:solidFill>
                <a:schemeClr val="tx1"/>
              </a:solidFill>
            </a:endParaRPr>
          </a:p>
        </p:txBody>
      </p:sp>
      <p:sp>
        <p:nvSpPr>
          <p:cNvPr id="80" name="文本框 79">
            <a:extLst>
              <a:ext uri="{FF2B5EF4-FFF2-40B4-BE49-F238E27FC236}">
                <a16:creationId xmlns:a16="http://schemas.microsoft.com/office/drawing/2014/main" id="{E47F83A7-2A3F-4E7F-88FC-54D5544A4716}"/>
              </a:ext>
            </a:extLst>
          </p:cNvPr>
          <p:cNvSpPr txBox="1"/>
          <p:nvPr/>
        </p:nvSpPr>
        <p:spPr>
          <a:xfrm>
            <a:off x="3239122" y="2336192"/>
            <a:ext cx="322463" cy="400110"/>
          </a:xfrm>
          <a:prstGeom prst="rect">
            <a:avLst/>
          </a:prstGeom>
          <a:noFill/>
        </p:spPr>
        <p:txBody>
          <a:bodyPr wrap="square">
            <a:spAutoFit/>
          </a:bodyPr>
          <a:lstStyle/>
          <a:p>
            <a:pPr algn="ctr"/>
            <a:r>
              <a:rPr lang="en-US" altLang="zh-CN" sz="2000" b="1" dirty="0">
                <a:solidFill>
                  <a:schemeClr val="tx1"/>
                </a:solidFill>
              </a:rPr>
              <a:t>A</a:t>
            </a:r>
            <a:endParaRPr lang="zh-CN" altLang="en-US" sz="2000" b="1" dirty="0">
              <a:solidFill>
                <a:schemeClr val="tx1"/>
              </a:solidFill>
            </a:endParaRPr>
          </a:p>
        </p:txBody>
      </p:sp>
      <p:sp>
        <p:nvSpPr>
          <p:cNvPr id="81" name="文本框 80">
            <a:extLst>
              <a:ext uri="{FF2B5EF4-FFF2-40B4-BE49-F238E27FC236}">
                <a16:creationId xmlns:a16="http://schemas.microsoft.com/office/drawing/2014/main" id="{3969BAE0-73F9-4E23-8AF8-C4585C78789A}"/>
              </a:ext>
            </a:extLst>
          </p:cNvPr>
          <p:cNvSpPr txBox="1"/>
          <p:nvPr/>
        </p:nvSpPr>
        <p:spPr>
          <a:xfrm>
            <a:off x="4122484" y="2336192"/>
            <a:ext cx="322463" cy="400110"/>
          </a:xfrm>
          <a:prstGeom prst="rect">
            <a:avLst/>
          </a:prstGeom>
          <a:noFill/>
        </p:spPr>
        <p:txBody>
          <a:bodyPr wrap="square">
            <a:spAutoFit/>
          </a:bodyPr>
          <a:lstStyle/>
          <a:p>
            <a:pPr algn="ctr"/>
            <a:r>
              <a:rPr lang="en-US" altLang="zh-CN" sz="2000" b="1" dirty="0">
                <a:solidFill>
                  <a:schemeClr val="tx1"/>
                </a:solidFill>
              </a:rPr>
              <a:t>1</a:t>
            </a:r>
            <a:endParaRPr lang="zh-CN" altLang="en-US" sz="2000" b="1" dirty="0">
              <a:solidFill>
                <a:schemeClr val="tx1"/>
              </a:solidFill>
            </a:endParaRPr>
          </a:p>
        </p:txBody>
      </p:sp>
      <p:sp>
        <p:nvSpPr>
          <p:cNvPr id="82" name="文本框 81">
            <a:extLst>
              <a:ext uri="{FF2B5EF4-FFF2-40B4-BE49-F238E27FC236}">
                <a16:creationId xmlns:a16="http://schemas.microsoft.com/office/drawing/2014/main" id="{CE9E7881-4DFF-4864-9184-54119489B430}"/>
              </a:ext>
            </a:extLst>
          </p:cNvPr>
          <p:cNvSpPr txBox="1"/>
          <p:nvPr/>
        </p:nvSpPr>
        <p:spPr>
          <a:xfrm>
            <a:off x="9484465" y="2312479"/>
            <a:ext cx="785190" cy="369332"/>
          </a:xfrm>
          <a:prstGeom prst="rect">
            <a:avLst/>
          </a:prstGeom>
          <a:noFill/>
        </p:spPr>
        <p:txBody>
          <a:bodyPr wrap="square">
            <a:spAutoFit/>
          </a:bodyPr>
          <a:lstStyle/>
          <a:p>
            <a:r>
              <a:rPr lang="zh-CN" altLang="en-US" b="1" dirty="0">
                <a:solidFill>
                  <a:schemeClr val="tx1"/>
                </a:solidFill>
              </a:rPr>
              <a:t>登记</a:t>
            </a:r>
          </a:p>
        </p:txBody>
      </p:sp>
      <p:sp>
        <p:nvSpPr>
          <p:cNvPr id="86" name="文本框 85">
            <a:extLst>
              <a:ext uri="{FF2B5EF4-FFF2-40B4-BE49-F238E27FC236}">
                <a16:creationId xmlns:a16="http://schemas.microsoft.com/office/drawing/2014/main" id="{87A67178-B884-4ED9-A874-8E2F4FF60432}"/>
              </a:ext>
            </a:extLst>
          </p:cNvPr>
          <p:cNvSpPr txBox="1"/>
          <p:nvPr/>
        </p:nvSpPr>
        <p:spPr>
          <a:xfrm>
            <a:off x="10215299" y="2312479"/>
            <a:ext cx="785190" cy="369332"/>
          </a:xfrm>
          <a:prstGeom prst="rect">
            <a:avLst/>
          </a:prstGeom>
          <a:noFill/>
        </p:spPr>
        <p:txBody>
          <a:bodyPr wrap="square">
            <a:spAutoFit/>
          </a:bodyPr>
          <a:lstStyle/>
          <a:p>
            <a:r>
              <a:rPr lang="zh-CN" altLang="en-US" b="1" dirty="0">
                <a:solidFill>
                  <a:schemeClr val="tx1"/>
                </a:solidFill>
              </a:rPr>
              <a:t>转发</a:t>
            </a:r>
          </a:p>
        </p:txBody>
      </p:sp>
      <p:sp>
        <p:nvSpPr>
          <p:cNvPr id="87" name="文本框 86">
            <a:extLst>
              <a:ext uri="{FF2B5EF4-FFF2-40B4-BE49-F238E27FC236}">
                <a16:creationId xmlns:a16="http://schemas.microsoft.com/office/drawing/2014/main" id="{D0DFDC49-43D5-4017-983F-6195C172D0CB}"/>
              </a:ext>
            </a:extLst>
          </p:cNvPr>
          <p:cNvSpPr txBox="1"/>
          <p:nvPr/>
        </p:nvSpPr>
        <p:spPr>
          <a:xfrm>
            <a:off x="10607894" y="2312391"/>
            <a:ext cx="1109467" cy="369332"/>
          </a:xfrm>
          <a:prstGeom prst="rect">
            <a:avLst/>
          </a:prstGeom>
          <a:noFill/>
        </p:spPr>
        <p:txBody>
          <a:bodyPr wrap="square">
            <a:spAutoFit/>
          </a:bodyPr>
          <a:lstStyle/>
          <a:p>
            <a:r>
              <a:rPr lang="zh-CN" altLang="en-US" b="1" dirty="0">
                <a:solidFill>
                  <a:schemeClr val="tx1"/>
                </a:solidFill>
              </a:rPr>
              <a:t>（盲目）</a:t>
            </a:r>
          </a:p>
        </p:txBody>
      </p:sp>
      <p:sp>
        <p:nvSpPr>
          <p:cNvPr id="114" name="文本框 113">
            <a:extLst>
              <a:ext uri="{FF2B5EF4-FFF2-40B4-BE49-F238E27FC236}">
                <a16:creationId xmlns:a16="http://schemas.microsoft.com/office/drawing/2014/main" id="{6070369E-59ED-47C3-9D4D-E3BEB070BFDF}"/>
              </a:ext>
            </a:extLst>
          </p:cNvPr>
          <p:cNvSpPr txBox="1"/>
          <p:nvPr/>
        </p:nvSpPr>
        <p:spPr>
          <a:xfrm>
            <a:off x="7726930" y="2681723"/>
            <a:ext cx="862241" cy="400110"/>
          </a:xfrm>
          <a:prstGeom prst="rect">
            <a:avLst/>
          </a:prstGeom>
          <a:noFill/>
        </p:spPr>
        <p:txBody>
          <a:bodyPr wrap="square">
            <a:spAutoFit/>
          </a:bodyPr>
          <a:lstStyle/>
          <a:p>
            <a:pPr algn="ctr"/>
            <a:r>
              <a:rPr lang="en-US" altLang="zh-CN" sz="2000" b="1" dirty="0">
                <a:solidFill>
                  <a:schemeClr val="tx1"/>
                </a:solidFill>
              </a:rPr>
              <a:t>D</a:t>
            </a:r>
            <a:r>
              <a:rPr lang="en-US" altLang="zh-CN" sz="2000" b="1" dirty="0">
                <a:solidFill>
                  <a:schemeClr val="tx1"/>
                </a:solidFill>
                <a:latin typeface="+mn-ea"/>
              </a:rPr>
              <a:t>→</a:t>
            </a:r>
            <a:r>
              <a:rPr lang="en-US" altLang="zh-CN" sz="2000" b="1" dirty="0">
                <a:solidFill>
                  <a:schemeClr val="tx1"/>
                </a:solidFill>
              </a:rPr>
              <a:t>A</a:t>
            </a:r>
            <a:endParaRPr lang="zh-CN" altLang="en-US" sz="2000" b="1" dirty="0">
              <a:solidFill>
                <a:schemeClr val="tx1"/>
              </a:solidFill>
            </a:endParaRPr>
          </a:p>
        </p:txBody>
      </p:sp>
      <p:sp>
        <p:nvSpPr>
          <p:cNvPr id="115" name="文本框 114">
            <a:extLst>
              <a:ext uri="{FF2B5EF4-FFF2-40B4-BE49-F238E27FC236}">
                <a16:creationId xmlns:a16="http://schemas.microsoft.com/office/drawing/2014/main" id="{17927AD1-EB0D-4FD1-8382-4D65CD4A9D73}"/>
              </a:ext>
            </a:extLst>
          </p:cNvPr>
          <p:cNvSpPr txBox="1"/>
          <p:nvPr/>
        </p:nvSpPr>
        <p:spPr>
          <a:xfrm>
            <a:off x="9498427" y="2681723"/>
            <a:ext cx="785190" cy="369332"/>
          </a:xfrm>
          <a:prstGeom prst="rect">
            <a:avLst/>
          </a:prstGeom>
          <a:noFill/>
        </p:spPr>
        <p:txBody>
          <a:bodyPr wrap="square">
            <a:spAutoFit/>
          </a:bodyPr>
          <a:lstStyle/>
          <a:p>
            <a:r>
              <a:rPr lang="zh-CN" altLang="en-US" b="1" dirty="0">
                <a:solidFill>
                  <a:schemeClr val="tx1"/>
                </a:solidFill>
              </a:rPr>
              <a:t>登记</a:t>
            </a:r>
          </a:p>
        </p:txBody>
      </p:sp>
      <p:sp>
        <p:nvSpPr>
          <p:cNvPr id="116" name="文本框 115">
            <a:extLst>
              <a:ext uri="{FF2B5EF4-FFF2-40B4-BE49-F238E27FC236}">
                <a16:creationId xmlns:a16="http://schemas.microsoft.com/office/drawing/2014/main" id="{2FC2596A-DA2D-436B-B1E9-2524A0F21D33}"/>
              </a:ext>
            </a:extLst>
          </p:cNvPr>
          <p:cNvSpPr txBox="1"/>
          <p:nvPr/>
        </p:nvSpPr>
        <p:spPr>
          <a:xfrm>
            <a:off x="6227897" y="4716885"/>
            <a:ext cx="688835" cy="369332"/>
          </a:xfrm>
          <a:prstGeom prst="rect">
            <a:avLst/>
          </a:prstGeom>
          <a:noFill/>
        </p:spPr>
        <p:txBody>
          <a:bodyPr wrap="square" rtlCol="0">
            <a:spAutoFit/>
          </a:bodyPr>
          <a:lstStyle/>
          <a:p>
            <a:pPr algn="ctr"/>
            <a:r>
              <a:rPr lang="zh-CN" altLang="en-US" b="1" dirty="0">
                <a:solidFill>
                  <a:schemeClr val="accent1">
                    <a:lumMod val="75000"/>
                  </a:schemeClr>
                </a:solidFill>
              </a:rPr>
              <a:t>丢弃</a:t>
            </a:r>
          </a:p>
        </p:txBody>
      </p:sp>
      <p:sp>
        <p:nvSpPr>
          <p:cNvPr id="117" name="文本框 116">
            <a:extLst>
              <a:ext uri="{FF2B5EF4-FFF2-40B4-BE49-F238E27FC236}">
                <a16:creationId xmlns:a16="http://schemas.microsoft.com/office/drawing/2014/main" id="{EA43721E-93CC-4302-917C-098CC369C6F2}"/>
              </a:ext>
            </a:extLst>
          </p:cNvPr>
          <p:cNvSpPr txBox="1"/>
          <p:nvPr/>
        </p:nvSpPr>
        <p:spPr>
          <a:xfrm>
            <a:off x="5733376" y="5757647"/>
            <a:ext cx="688835" cy="369332"/>
          </a:xfrm>
          <a:prstGeom prst="rect">
            <a:avLst/>
          </a:prstGeom>
          <a:noFill/>
        </p:spPr>
        <p:txBody>
          <a:bodyPr wrap="square" rtlCol="0">
            <a:spAutoFit/>
          </a:bodyPr>
          <a:lstStyle/>
          <a:p>
            <a:pPr algn="ctr"/>
            <a:r>
              <a:rPr lang="zh-CN" altLang="en-US" b="1" dirty="0">
                <a:solidFill>
                  <a:schemeClr val="accent1">
                    <a:lumMod val="75000"/>
                  </a:schemeClr>
                </a:solidFill>
              </a:rPr>
              <a:t>丢弃</a:t>
            </a:r>
          </a:p>
        </p:txBody>
      </p:sp>
      <p:sp>
        <p:nvSpPr>
          <p:cNvPr id="118" name="文本框 117">
            <a:extLst>
              <a:ext uri="{FF2B5EF4-FFF2-40B4-BE49-F238E27FC236}">
                <a16:creationId xmlns:a16="http://schemas.microsoft.com/office/drawing/2014/main" id="{97296EB5-085F-4C91-B907-DEB792F472BF}"/>
              </a:ext>
            </a:extLst>
          </p:cNvPr>
          <p:cNvSpPr txBox="1"/>
          <p:nvPr/>
        </p:nvSpPr>
        <p:spPr>
          <a:xfrm>
            <a:off x="3243794" y="2702786"/>
            <a:ext cx="322463" cy="400110"/>
          </a:xfrm>
          <a:prstGeom prst="rect">
            <a:avLst/>
          </a:prstGeom>
          <a:noFill/>
        </p:spPr>
        <p:txBody>
          <a:bodyPr wrap="square">
            <a:spAutoFit/>
          </a:bodyPr>
          <a:lstStyle/>
          <a:p>
            <a:pPr algn="ctr"/>
            <a:r>
              <a:rPr lang="en-US" altLang="zh-CN" sz="2000" b="1" dirty="0">
                <a:solidFill>
                  <a:schemeClr val="tx1"/>
                </a:solidFill>
              </a:rPr>
              <a:t>D</a:t>
            </a:r>
            <a:endParaRPr lang="zh-CN" altLang="en-US" sz="2000" b="1" dirty="0">
              <a:solidFill>
                <a:schemeClr val="tx1"/>
              </a:solidFill>
            </a:endParaRPr>
          </a:p>
        </p:txBody>
      </p:sp>
      <p:sp>
        <p:nvSpPr>
          <p:cNvPr id="119" name="文本框 118">
            <a:extLst>
              <a:ext uri="{FF2B5EF4-FFF2-40B4-BE49-F238E27FC236}">
                <a16:creationId xmlns:a16="http://schemas.microsoft.com/office/drawing/2014/main" id="{899FE8E8-8148-4E14-BB2A-C538200EDE14}"/>
              </a:ext>
            </a:extLst>
          </p:cNvPr>
          <p:cNvSpPr txBox="1"/>
          <p:nvPr/>
        </p:nvSpPr>
        <p:spPr>
          <a:xfrm>
            <a:off x="4134072" y="2699728"/>
            <a:ext cx="322463" cy="400110"/>
          </a:xfrm>
          <a:prstGeom prst="rect">
            <a:avLst/>
          </a:prstGeom>
          <a:noFill/>
        </p:spPr>
        <p:txBody>
          <a:bodyPr wrap="square">
            <a:spAutoFit/>
          </a:bodyPr>
          <a:lstStyle/>
          <a:p>
            <a:pPr algn="ctr"/>
            <a:r>
              <a:rPr lang="en-US" altLang="zh-CN" sz="2000" b="1" dirty="0">
                <a:solidFill>
                  <a:schemeClr val="tx1"/>
                </a:solidFill>
              </a:rPr>
              <a:t>2</a:t>
            </a:r>
            <a:endParaRPr lang="zh-CN" altLang="en-US" sz="2000" b="1" dirty="0">
              <a:solidFill>
                <a:schemeClr val="tx1"/>
              </a:solidFill>
            </a:endParaRPr>
          </a:p>
        </p:txBody>
      </p:sp>
      <p:cxnSp>
        <p:nvCxnSpPr>
          <p:cNvPr id="120" name="直接箭头连接符 119">
            <a:extLst>
              <a:ext uri="{FF2B5EF4-FFF2-40B4-BE49-F238E27FC236}">
                <a16:creationId xmlns:a16="http://schemas.microsoft.com/office/drawing/2014/main" id="{48BB082E-D43C-4D89-853B-B3E2022B02C8}"/>
              </a:ext>
            </a:extLst>
          </p:cNvPr>
          <p:cNvCxnSpPr>
            <a:cxnSpLocks/>
          </p:cNvCxnSpPr>
          <p:nvPr/>
        </p:nvCxnSpPr>
        <p:spPr>
          <a:xfrm flipH="1" flipV="1">
            <a:off x="3561585" y="2980922"/>
            <a:ext cx="1399356" cy="1381144"/>
          </a:xfrm>
          <a:prstGeom prst="straightConnector1">
            <a:avLst/>
          </a:prstGeom>
          <a:ln w="12700">
            <a:solidFill>
              <a:schemeClr val="tx1"/>
            </a:solidFill>
            <a:prstDash val="dash"/>
            <a:tailEnd type="triangle" w="med" len="lg"/>
          </a:ln>
        </p:spPr>
        <p:style>
          <a:lnRef idx="1">
            <a:schemeClr val="accent1"/>
          </a:lnRef>
          <a:fillRef idx="0">
            <a:schemeClr val="accent1"/>
          </a:fillRef>
          <a:effectRef idx="0">
            <a:schemeClr val="accent1"/>
          </a:effectRef>
          <a:fontRef idx="minor">
            <a:schemeClr val="tx1"/>
          </a:fontRef>
        </p:style>
      </p:cxnSp>
      <p:cxnSp>
        <p:nvCxnSpPr>
          <p:cNvPr id="121" name="直接箭头连接符 120">
            <a:extLst>
              <a:ext uri="{FF2B5EF4-FFF2-40B4-BE49-F238E27FC236}">
                <a16:creationId xmlns:a16="http://schemas.microsoft.com/office/drawing/2014/main" id="{56D776DC-1B53-4F28-9F8D-5E98FFEF45B4}"/>
              </a:ext>
            </a:extLst>
          </p:cNvPr>
          <p:cNvCxnSpPr>
            <a:cxnSpLocks/>
            <a:stCxn id="36" idx="0"/>
          </p:cNvCxnSpPr>
          <p:nvPr/>
        </p:nvCxnSpPr>
        <p:spPr>
          <a:xfrm flipV="1">
            <a:off x="4089367" y="3014438"/>
            <a:ext cx="117133" cy="1055291"/>
          </a:xfrm>
          <a:prstGeom prst="straightConnector1">
            <a:avLst/>
          </a:prstGeom>
          <a:ln w="12700">
            <a:solidFill>
              <a:schemeClr val="tx1"/>
            </a:solidFill>
            <a:prstDash val="dash"/>
            <a:tailEnd type="triangle" w="med" len="lg"/>
          </a:ln>
        </p:spPr>
        <p:style>
          <a:lnRef idx="1">
            <a:schemeClr val="accent1"/>
          </a:lnRef>
          <a:fillRef idx="0">
            <a:schemeClr val="accent1"/>
          </a:fillRef>
          <a:effectRef idx="0">
            <a:schemeClr val="accent1"/>
          </a:effectRef>
          <a:fontRef idx="minor">
            <a:schemeClr val="tx1"/>
          </a:fontRef>
        </p:style>
      </p:cxnSp>
      <p:sp>
        <p:nvSpPr>
          <p:cNvPr id="67" name="平行四边形 66">
            <a:extLst>
              <a:ext uri="{FF2B5EF4-FFF2-40B4-BE49-F238E27FC236}">
                <a16:creationId xmlns:a16="http://schemas.microsoft.com/office/drawing/2014/main" id="{48006955-8B5B-D25C-BD91-A4530E77042C}"/>
              </a:ext>
            </a:extLst>
          </p:cNvPr>
          <p:cNvSpPr/>
          <p:nvPr/>
        </p:nvSpPr>
        <p:spPr>
          <a:xfrm>
            <a:off x="304800" y="749300"/>
            <a:ext cx="688834" cy="387090"/>
          </a:xfrm>
          <a:prstGeom prst="parallelogram">
            <a:avLst/>
          </a:prstGeom>
          <a:solidFill>
            <a:schemeClr val="accent3">
              <a:lumMod val="75000"/>
            </a:schemeClr>
          </a:solidFill>
          <a:ln>
            <a:solidFill>
              <a:schemeClr val="accent3">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CN" sz="2200" dirty="0">
                <a:latin typeface="Impact" panose="020B0806030902050204" pitchFamily="34" charset="0"/>
              </a:rPr>
              <a:t>03</a:t>
            </a:r>
            <a:endParaRPr lang="zh-CN" altLang="en-US" sz="2200" dirty="0">
              <a:latin typeface="Impact" panose="020B0806030902050204" pitchFamily="34" charset="0"/>
            </a:endParaRPr>
          </a:p>
        </p:txBody>
      </p:sp>
    </p:spTree>
    <p:custDataLst>
      <p:tags r:id="rId1"/>
    </p:custDataLst>
    <p:extLst>
      <p:ext uri="{BB962C8B-B14F-4D97-AF65-F5344CB8AC3E}">
        <p14:creationId xmlns:p14="http://schemas.microsoft.com/office/powerpoint/2010/main" val="1229009588"/>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2" presetClass="entr" presetSubtype="8" fill="hold" grpId="0" nodeType="withEffect">
                                  <p:stCondLst>
                                    <p:cond delay="0"/>
                                  </p:stCondLst>
                                  <p:childTnLst>
                                    <p:set>
                                      <p:cBhvr>
                                        <p:cTn id="6" dur="1" fill="hold">
                                          <p:stCondLst>
                                            <p:cond delay="0"/>
                                          </p:stCondLst>
                                        </p:cTn>
                                        <p:tgtEl>
                                          <p:spTgt spid="114"/>
                                        </p:tgtEl>
                                        <p:attrNameLst>
                                          <p:attrName>style.visibility</p:attrName>
                                        </p:attrNameLst>
                                      </p:cBhvr>
                                      <p:to>
                                        <p:strVal val="visible"/>
                                      </p:to>
                                    </p:set>
                                    <p:animEffect transition="in" filter="wipe(left)">
                                      <p:cBhvr>
                                        <p:cTn id="7" dur="500"/>
                                        <p:tgtEl>
                                          <p:spTgt spid="114"/>
                                        </p:tgtEl>
                                      </p:cBhvr>
                                    </p:animEffect>
                                  </p:childTnLst>
                                </p:cTn>
                              </p:par>
                              <p:par>
                                <p:cTn id="8" presetID="12" presetClass="entr" presetSubtype="1" fill="hold" nodeType="withEffect">
                                  <p:stCondLst>
                                    <p:cond delay="0"/>
                                  </p:stCondLst>
                                  <p:childTnLst>
                                    <p:set>
                                      <p:cBhvr>
                                        <p:cTn id="9" dur="1" fill="hold">
                                          <p:stCondLst>
                                            <p:cond delay="0"/>
                                          </p:stCondLst>
                                        </p:cTn>
                                        <p:tgtEl>
                                          <p:spTgt spid="85"/>
                                        </p:tgtEl>
                                        <p:attrNameLst>
                                          <p:attrName>style.visibility</p:attrName>
                                        </p:attrNameLst>
                                      </p:cBhvr>
                                      <p:to>
                                        <p:strVal val="visible"/>
                                      </p:to>
                                    </p:set>
                                    <p:anim calcmode="lin" valueType="num">
                                      <p:cBhvr additive="base">
                                        <p:cTn id="10" dur="500"/>
                                        <p:tgtEl>
                                          <p:spTgt spid="85"/>
                                        </p:tgtEl>
                                        <p:attrNameLst>
                                          <p:attrName>ppt_y</p:attrName>
                                        </p:attrNameLst>
                                      </p:cBhvr>
                                      <p:tavLst>
                                        <p:tav tm="0">
                                          <p:val>
                                            <p:strVal val="#ppt_y-#ppt_h*1.125000"/>
                                          </p:val>
                                        </p:tav>
                                        <p:tav tm="100000">
                                          <p:val>
                                            <p:strVal val="#ppt_y"/>
                                          </p:val>
                                        </p:tav>
                                      </p:tavLst>
                                    </p:anim>
                                    <p:animEffect transition="in" filter="wipe(down)">
                                      <p:cBhvr>
                                        <p:cTn id="11" dur="500"/>
                                        <p:tgtEl>
                                          <p:spTgt spid="85"/>
                                        </p:tgtEl>
                                      </p:cBhvr>
                                    </p:animEffect>
                                  </p:childTnLst>
                                </p:cTn>
                              </p:par>
                            </p:childTnLst>
                          </p:cTn>
                        </p:par>
                      </p:childTnLst>
                    </p:cTn>
                  </p:par>
                  <p:par>
                    <p:cTn id="12" fill="hold">
                      <p:stCondLst>
                        <p:cond delay="indefinite"/>
                      </p:stCondLst>
                      <p:childTnLst>
                        <p:par>
                          <p:cTn id="13" fill="hold">
                            <p:stCondLst>
                              <p:cond delay="0"/>
                            </p:stCondLst>
                            <p:childTnLst>
                              <p:par>
                                <p:cTn id="14" presetID="12" presetClass="entr" presetSubtype="8" fill="hold" nodeType="clickEffect">
                                  <p:stCondLst>
                                    <p:cond delay="0"/>
                                  </p:stCondLst>
                                  <p:childTnLst>
                                    <p:set>
                                      <p:cBhvr>
                                        <p:cTn id="15" dur="1" fill="hold">
                                          <p:stCondLst>
                                            <p:cond delay="0"/>
                                          </p:stCondLst>
                                        </p:cTn>
                                        <p:tgtEl>
                                          <p:spTgt spid="12"/>
                                        </p:tgtEl>
                                        <p:attrNameLst>
                                          <p:attrName>style.visibility</p:attrName>
                                        </p:attrNameLst>
                                      </p:cBhvr>
                                      <p:to>
                                        <p:strVal val="visible"/>
                                      </p:to>
                                    </p:set>
                                    <p:anim calcmode="lin" valueType="num">
                                      <p:cBhvr additive="base">
                                        <p:cTn id="16" dur="500"/>
                                        <p:tgtEl>
                                          <p:spTgt spid="12"/>
                                        </p:tgtEl>
                                        <p:attrNameLst>
                                          <p:attrName>ppt_x</p:attrName>
                                        </p:attrNameLst>
                                      </p:cBhvr>
                                      <p:tavLst>
                                        <p:tav tm="0">
                                          <p:val>
                                            <p:strVal val="#ppt_x-#ppt_w*1.125000"/>
                                          </p:val>
                                        </p:tav>
                                        <p:tav tm="100000">
                                          <p:val>
                                            <p:strVal val="#ppt_x"/>
                                          </p:val>
                                        </p:tav>
                                      </p:tavLst>
                                    </p:anim>
                                    <p:animEffect transition="in" filter="wipe(right)">
                                      <p:cBhvr>
                                        <p:cTn id="17" dur="500"/>
                                        <p:tgtEl>
                                          <p:spTgt spid="12"/>
                                        </p:tgtEl>
                                      </p:cBhvr>
                                    </p:animEffect>
                                  </p:childTnLst>
                                </p:cTn>
                              </p:par>
                              <p:par>
                                <p:cTn id="18" presetID="12" presetClass="entr" presetSubtype="2" fill="hold" nodeType="withEffect">
                                  <p:stCondLst>
                                    <p:cond delay="0"/>
                                  </p:stCondLst>
                                  <p:childTnLst>
                                    <p:set>
                                      <p:cBhvr>
                                        <p:cTn id="19" dur="1" fill="hold">
                                          <p:stCondLst>
                                            <p:cond delay="0"/>
                                          </p:stCondLst>
                                        </p:cTn>
                                        <p:tgtEl>
                                          <p:spTgt spid="9"/>
                                        </p:tgtEl>
                                        <p:attrNameLst>
                                          <p:attrName>style.visibility</p:attrName>
                                        </p:attrNameLst>
                                      </p:cBhvr>
                                      <p:to>
                                        <p:strVal val="visible"/>
                                      </p:to>
                                    </p:set>
                                    <p:anim calcmode="lin" valueType="num">
                                      <p:cBhvr additive="base">
                                        <p:cTn id="20" dur="500"/>
                                        <p:tgtEl>
                                          <p:spTgt spid="9"/>
                                        </p:tgtEl>
                                        <p:attrNameLst>
                                          <p:attrName>ppt_x</p:attrName>
                                        </p:attrNameLst>
                                      </p:cBhvr>
                                      <p:tavLst>
                                        <p:tav tm="0">
                                          <p:val>
                                            <p:strVal val="#ppt_x+#ppt_w*1.125000"/>
                                          </p:val>
                                        </p:tav>
                                        <p:tav tm="100000">
                                          <p:val>
                                            <p:strVal val="#ppt_x"/>
                                          </p:val>
                                        </p:tav>
                                      </p:tavLst>
                                    </p:anim>
                                    <p:animEffect transition="in" filter="wipe(left)">
                                      <p:cBhvr>
                                        <p:cTn id="21" dur="500"/>
                                        <p:tgtEl>
                                          <p:spTgt spid="9"/>
                                        </p:tgtEl>
                                      </p:cBhvr>
                                    </p:animEffect>
                                  </p:childTnLst>
                                </p:cTn>
                              </p:par>
                              <p:par>
                                <p:cTn id="22" presetID="12" presetClass="entr" presetSubtype="1" fill="hold" nodeType="withEffect">
                                  <p:stCondLst>
                                    <p:cond delay="0"/>
                                  </p:stCondLst>
                                  <p:childTnLst>
                                    <p:set>
                                      <p:cBhvr>
                                        <p:cTn id="23" dur="1" fill="hold">
                                          <p:stCondLst>
                                            <p:cond delay="0"/>
                                          </p:stCondLst>
                                        </p:cTn>
                                        <p:tgtEl>
                                          <p:spTgt spid="108"/>
                                        </p:tgtEl>
                                        <p:attrNameLst>
                                          <p:attrName>style.visibility</p:attrName>
                                        </p:attrNameLst>
                                      </p:cBhvr>
                                      <p:to>
                                        <p:strVal val="visible"/>
                                      </p:to>
                                    </p:set>
                                    <p:anim calcmode="lin" valueType="num">
                                      <p:cBhvr additive="base">
                                        <p:cTn id="24" dur="500"/>
                                        <p:tgtEl>
                                          <p:spTgt spid="108"/>
                                        </p:tgtEl>
                                        <p:attrNameLst>
                                          <p:attrName>ppt_y</p:attrName>
                                        </p:attrNameLst>
                                      </p:cBhvr>
                                      <p:tavLst>
                                        <p:tav tm="0">
                                          <p:val>
                                            <p:strVal val="#ppt_y-#ppt_h*1.125000"/>
                                          </p:val>
                                        </p:tav>
                                        <p:tav tm="100000">
                                          <p:val>
                                            <p:strVal val="#ppt_y"/>
                                          </p:val>
                                        </p:tav>
                                      </p:tavLst>
                                    </p:anim>
                                    <p:animEffect transition="in" filter="wipe(down)">
                                      <p:cBhvr>
                                        <p:cTn id="25" dur="500"/>
                                        <p:tgtEl>
                                          <p:spTgt spid="108"/>
                                        </p:tgtEl>
                                      </p:cBhvr>
                                    </p:animEffect>
                                  </p:childTnLst>
                                </p:cTn>
                              </p:par>
                            </p:childTnLst>
                          </p:cTn>
                        </p:par>
                      </p:childTnLst>
                    </p:cTn>
                  </p:par>
                  <p:par>
                    <p:cTn id="26" fill="hold">
                      <p:stCondLst>
                        <p:cond delay="indefinite"/>
                      </p:stCondLst>
                      <p:childTnLst>
                        <p:par>
                          <p:cTn id="27" fill="hold">
                            <p:stCondLst>
                              <p:cond delay="0"/>
                            </p:stCondLst>
                            <p:childTnLst>
                              <p:par>
                                <p:cTn id="28" presetID="53" presetClass="entr" presetSubtype="16" fill="hold" grpId="0" nodeType="clickEffect">
                                  <p:stCondLst>
                                    <p:cond delay="0"/>
                                  </p:stCondLst>
                                  <p:childTnLst>
                                    <p:set>
                                      <p:cBhvr>
                                        <p:cTn id="29" dur="1" fill="hold">
                                          <p:stCondLst>
                                            <p:cond delay="0"/>
                                          </p:stCondLst>
                                        </p:cTn>
                                        <p:tgtEl>
                                          <p:spTgt spid="116"/>
                                        </p:tgtEl>
                                        <p:attrNameLst>
                                          <p:attrName>style.visibility</p:attrName>
                                        </p:attrNameLst>
                                      </p:cBhvr>
                                      <p:to>
                                        <p:strVal val="visible"/>
                                      </p:to>
                                    </p:set>
                                    <p:anim calcmode="lin" valueType="num">
                                      <p:cBhvr>
                                        <p:cTn id="30" dur="500" fill="hold"/>
                                        <p:tgtEl>
                                          <p:spTgt spid="116"/>
                                        </p:tgtEl>
                                        <p:attrNameLst>
                                          <p:attrName>ppt_w</p:attrName>
                                        </p:attrNameLst>
                                      </p:cBhvr>
                                      <p:tavLst>
                                        <p:tav tm="0">
                                          <p:val>
                                            <p:fltVal val="0"/>
                                          </p:val>
                                        </p:tav>
                                        <p:tav tm="100000">
                                          <p:val>
                                            <p:strVal val="#ppt_w"/>
                                          </p:val>
                                        </p:tav>
                                      </p:tavLst>
                                    </p:anim>
                                    <p:anim calcmode="lin" valueType="num">
                                      <p:cBhvr>
                                        <p:cTn id="31" dur="500" fill="hold"/>
                                        <p:tgtEl>
                                          <p:spTgt spid="116"/>
                                        </p:tgtEl>
                                        <p:attrNameLst>
                                          <p:attrName>ppt_h</p:attrName>
                                        </p:attrNameLst>
                                      </p:cBhvr>
                                      <p:tavLst>
                                        <p:tav tm="0">
                                          <p:val>
                                            <p:fltVal val="0"/>
                                          </p:val>
                                        </p:tav>
                                        <p:tav tm="100000">
                                          <p:val>
                                            <p:strVal val="#ppt_h"/>
                                          </p:val>
                                        </p:tav>
                                      </p:tavLst>
                                    </p:anim>
                                    <p:animEffect transition="in" filter="fade">
                                      <p:cBhvr>
                                        <p:cTn id="32" dur="500"/>
                                        <p:tgtEl>
                                          <p:spTgt spid="116"/>
                                        </p:tgtEl>
                                      </p:cBhvr>
                                    </p:animEffect>
                                  </p:childTnLst>
                                </p:cTn>
                              </p:par>
                              <p:par>
                                <p:cTn id="33" presetID="53" presetClass="entr" presetSubtype="16" fill="hold" grpId="0" nodeType="withEffect">
                                  <p:stCondLst>
                                    <p:cond delay="0"/>
                                  </p:stCondLst>
                                  <p:childTnLst>
                                    <p:set>
                                      <p:cBhvr>
                                        <p:cTn id="34" dur="1" fill="hold">
                                          <p:stCondLst>
                                            <p:cond delay="0"/>
                                          </p:stCondLst>
                                        </p:cTn>
                                        <p:tgtEl>
                                          <p:spTgt spid="117"/>
                                        </p:tgtEl>
                                        <p:attrNameLst>
                                          <p:attrName>style.visibility</p:attrName>
                                        </p:attrNameLst>
                                      </p:cBhvr>
                                      <p:to>
                                        <p:strVal val="visible"/>
                                      </p:to>
                                    </p:set>
                                    <p:anim calcmode="lin" valueType="num">
                                      <p:cBhvr>
                                        <p:cTn id="35" dur="500" fill="hold"/>
                                        <p:tgtEl>
                                          <p:spTgt spid="117"/>
                                        </p:tgtEl>
                                        <p:attrNameLst>
                                          <p:attrName>ppt_w</p:attrName>
                                        </p:attrNameLst>
                                      </p:cBhvr>
                                      <p:tavLst>
                                        <p:tav tm="0">
                                          <p:val>
                                            <p:fltVal val="0"/>
                                          </p:val>
                                        </p:tav>
                                        <p:tav tm="100000">
                                          <p:val>
                                            <p:strVal val="#ppt_w"/>
                                          </p:val>
                                        </p:tav>
                                      </p:tavLst>
                                    </p:anim>
                                    <p:anim calcmode="lin" valueType="num">
                                      <p:cBhvr>
                                        <p:cTn id="36" dur="500" fill="hold"/>
                                        <p:tgtEl>
                                          <p:spTgt spid="117"/>
                                        </p:tgtEl>
                                        <p:attrNameLst>
                                          <p:attrName>ppt_h</p:attrName>
                                        </p:attrNameLst>
                                      </p:cBhvr>
                                      <p:tavLst>
                                        <p:tav tm="0">
                                          <p:val>
                                            <p:fltVal val="0"/>
                                          </p:val>
                                        </p:tav>
                                        <p:tav tm="100000">
                                          <p:val>
                                            <p:strVal val="#ppt_h"/>
                                          </p:val>
                                        </p:tav>
                                      </p:tavLst>
                                    </p:anim>
                                    <p:animEffect transition="in" filter="fade">
                                      <p:cBhvr>
                                        <p:cTn id="37" dur="500"/>
                                        <p:tgtEl>
                                          <p:spTgt spid="117"/>
                                        </p:tgtEl>
                                      </p:cBhvr>
                                    </p:animEffect>
                                  </p:childTnLst>
                                </p:cTn>
                              </p:par>
                            </p:childTnLst>
                          </p:cTn>
                        </p:par>
                      </p:childTnLst>
                    </p:cTn>
                  </p:par>
                  <p:par>
                    <p:cTn id="38" fill="hold">
                      <p:stCondLst>
                        <p:cond delay="indefinite"/>
                      </p:stCondLst>
                      <p:childTnLst>
                        <p:par>
                          <p:cTn id="39" fill="hold">
                            <p:stCondLst>
                              <p:cond delay="0"/>
                            </p:stCondLst>
                            <p:childTnLst>
                              <p:par>
                                <p:cTn id="40" presetID="53" presetClass="entr" presetSubtype="16" fill="hold" grpId="0" nodeType="clickEffect">
                                  <p:stCondLst>
                                    <p:cond delay="0"/>
                                  </p:stCondLst>
                                  <p:childTnLst>
                                    <p:set>
                                      <p:cBhvr>
                                        <p:cTn id="41" dur="1" fill="hold">
                                          <p:stCondLst>
                                            <p:cond delay="0"/>
                                          </p:stCondLst>
                                        </p:cTn>
                                        <p:tgtEl>
                                          <p:spTgt spid="115"/>
                                        </p:tgtEl>
                                        <p:attrNameLst>
                                          <p:attrName>style.visibility</p:attrName>
                                        </p:attrNameLst>
                                      </p:cBhvr>
                                      <p:to>
                                        <p:strVal val="visible"/>
                                      </p:to>
                                    </p:set>
                                    <p:anim calcmode="lin" valueType="num">
                                      <p:cBhvr>
                                        <p:cTn id="42" dur="500" fill="hold"/>
                                        <p:tgtEl>
                                          <p:spTgt spid="115"/>
                                        </p:tgtEl>
                                        <p:attrNameLst>
                                          <p:attrName>ppt_w</p:attrName>
                                        </p:attrNameLst>
                                      </p:cBhvr>
                                      <p:tavLst>
                                        <p:tav tm="0">
                                          <p:val>
                                            <p:fltVal val="0"/>
                                          </p:val>
                                        </p:tav>
                                        <p:tav tm="100000">
                                          <p:val>
                                            <p:strVal val="#ppt_w"/>
                                          </p:val>
                                        </p:tav>
                                      </p:tavLst>
                                    </p:anim>
                                    <p:anim calcmode="lin" valueType="num">
                                      <p:cBhvr>
                                        <p:cTn id="43" dur="500" fill="hold"/>
                                        <p:tgtEl>
                                          <p:spTgt spid="115"/>
                                        </p:tgtEl>
                                        <p:attrNameLst>
                                          <p:attrName>ppt_h</p:attrName>
                                        </p:attrNameLst>
                                      </p:cBhvr>
                                      <p:tavLst>
                                        <p:tav tm="0">
                                          <p:val>
                                            <p:fltVal val="0"/>
                                          </p:val>
                                        </p:tav>
                                        <p:tav tm="100000">
                                          <p:val>
                                            <p:strVal val="#ppt_h"/>
                                          </p:val>
                                        </p:tav>
                                      </p:tavLst>
                                    </p:anim>
                                    <p:animEffect transition="in" filter="fade">
                                      <p:cBhvr>
                                        <p:cTn id="44" dur="500"/>
                                        <p:tgtEl>
                                          <p:spTgt spid="115"/>
                                        </p:tgtEl>
                                      </p:cBhvr>
                                    </p:animEffect>
                                  </p:childTnLst>
                                </p:cTn>
                              </p:par>
                            </p:childTnLst>
                          </p:cTn>
                        </p:par>
                      </p:childTnLst>
                    </p:cTn>
                  </p:par>
                  <p:par>
                    <p:cTn id="45" fill="hold">
                      <p:stCondLst>
                        <p:cond delay="indefinite"/>
                      </p:stCondLst>
                      <p:childTnLst>
                        <p:par>
                          <p:cTn id="46" fill="hold">
                            <p:stCondLst>
                              <p:cond delay="0"/>
                            </p:stCondLst>
                            <p:childTnLst>
                              <p:par>
                                <p:cTn id="47" presetID="22" presetClass="entr" presetSubtype="4" fill="hold" nodeType="clickEffect">
                                  <p:stCondLst>
                                    <p:cond delay="0"/>
                                  </p:stCondLst>
                                  <p:childTnLst>
                                    <p:set>
                                      <p:cBhvr>
                                        <p:cTn id="48" dur="1" fill="hold">
                                          <p:stCondLst>
                                            <p:cond delay="0"/>
                                          </p:stCondLst>
                                        </p:cTn>
                                        <p:tgtEl>
                                          <p:spTgt spid="120"/>
                                        </p:tgtEl>
                                        <p:attrNameLst>
                                          <p:attrName>style.visibility</p:attrName>
                                        </p:attrNameLst>
                                      </p:cBhvr>
                                      <p:to>
                                        <p:strVal val="visible"/>
                                      </p:to>
                                    </p:set>
                                    <p:animEffect transition="in" filter="wipe(down)">
                                      <p:cBhvr>
                                        <p:cTn id="49" dur="500"/>
                                        <p:tgtEl>
                                          <p:spTgt spid="120"/>
                                        </p:tgtEl>
                                      </p:cBhvr>
                                    </p:animEffect>
                                  </p:childTnLst>
                                </p:cTn>
                              </p:par>
                            </p:childTnLst>
                          </p:cTn>
                        </p:par>
                        <p:par>
                          <p:cTn id="50" fill="hold">
                            <p:stCondLst>
                              <p:cond delay="500"/>
                            </p:stCondLst>
                            <p:childTnLst>
                              <p:par>
                                <p:cTn id="51" presetID="53" presetClass="entr" presetSubtype="16" fill="hold" grpId="0" nodeType="afterEffect">
                                  <p:stCondLst>
                                    <p:cond delay="0"/>
                                  </p:stCondLst>
                                  <p:childTnLst>
                                    <p:set>
                                      <p:cBhvr>
                                        <p:cTn id="52" dur="1" fill="hold">
                                          <p:stCondLst>
                                            <p:cond delay="0"/>
                                          </p:stCondLst>
                                        </p:cTn>
                                        <p:tgtEl>
                                          <p:spTgt spid="118"/>
                                        </p:tgtEl>
                                        <p:attrNameLst>
                                          <p:attrName>style.visibility</p:attrName>
                                        </p:attrNameLst>
                                      </p:cBhvr>
                                      <p:to>
                                        <p:strVal val="visible"/>
                                      </p:to>
                                    </p:set>
                                    <p:anim calcmode="lin" valueType="num">
                                      <p:cBhvr>
                                        <p:cTn id="53" dur="500" fill="hold"/>
                                        <p:tgtEl>
                                          <p:spTgt spid="118"/>
                                        </p:tgtEl>
                                        <p:attrNameLst>
                                          <p:attrName>ppt_w</p:attrName>
                                        </p:attrNameLst>
                                      </p:cBhvr>
                                      <p:tavLst>
                                        <p:tav tm="0">
                                          <p:val>
                                            <p:fltVal val="0"/>
                                          </p:val>
                                        </p:tav>
                                        <p:tav tm="100000">
                                          <p:val>
                                            <p:strVal val="#ppt_w"/>
                                          </p:val>
                                        </p:tav>
                                      </p:tavLst>
                                    </p:anim>
                                    <p:anim calcmode="lin" valueType="num">
                                      <p:cBhvr>
                                        <p:cTn id="54" dur="500" fill="hold"/>
                                        <p:tgtEl>
                                          <p:spTgt spid="118"/>
                                        </p:tgtEl>
                                        <p:attrNameLst>
                                          <p:attrName>ppt_h</p:attrName>
                                        </p:attrNameLst>
                                      </p:cBhvr>
                                      <p:tavLst>
                                        <p:tav tm="0">
                                          <p:val>
                                            <p:fltVal val="0"/>
                                          </p:val>
                                        </p:tav>
                                        <p:tav tm="100000">
                                          <p:val>
                                            <p:strVal val="#ppt_h"/>
                                          </p:val>
                                        </p:tav>
                                      </p:tavLst>
                                    </p:anim>
                                    <p:animEffect transition="in" filter="fade">
                                      <p:cBhvr>
                                        <p:cTn id="55" dur="500"/>
                                        <p:tgtEl>
                                          <p:spTgt spid="118"/>
                                        </p:tgtEl>
                                      </p:cBhvr>
                                    </p:animEffect>
                                  </p:childTnLst>
                                </p:cTn>
                              </p:par>
                            </p:childTnLst>
                          </p:cTn>
                        </p:par>
                      </p:childTnLst>
                    </p:cTn>
                  </p:par>
                  <p:par>
                    <p:cTn id="56" fill="hold">
                      <p:stCondLst>
                        <p:cond delay="indefinite"/>
                      </p:stCondLst>
                      <p:childTnLst>
                        <p:par>
                          <p:cTn id="57" fill="hold">
                            <p:stCondLst>
                              <p:cond delay="0"/>
                            </p:stCondLst>
                            <p:childTnLst>
                              <p:par>
                                <p:cTn id="58" presetID="22" presetClass="entr" presetSubtype="4" fill="hold" nodeType="clickEffect">
                                  <p:stCondLst>
                                    <p:cond delay="0"/>
                                  </p:stCondLst>
                                  <p:childTnLst>
                                    <p:set>
                                      <p:cBhvr>
                                        <p:cTn id="59" dur="1" fill="hold">
                                          <p:stCondLst>
                                            <p:cond delay="0"/>
                                          </p:stCondLst>
                                        </p:cTn>
                                        <p:tgtEl>
                                          <p:spTgt spid="121"/>
                                        </p:tgtEl>
                                        <p:attrNameLst>
                                          <p:attrName>style.visibility</p:attrName>
                                        </p:attrNameLst>
                                      </p:cBhvr>
                                      <p:to>
                                        <p:strVal val="visible"/>
                                      </p:to>
                                    </p:set>
                                    <p:animEffect transition="in" filter="wipe(down)">
                                      <p:cBhvr>
                                        <p:cTn id="60" dur="500"/>
                                        <p:tgtEl>
                                          <p:spTgt spid="121"/>
                                        </p:tgtEl>
                                      </p:cBhvr>
                                    </p:animEffect>
                                  </p:childTnLst>
                                </p:cTn>
                              </p:par>
                            </p:childTnLst>
                          </p:cTn>
                        </p:par>
                        <p:par>
                          <p:cTn id="61" fill="hold">
                            <p:stCondLst>
                              <p:cond delay="500"/>
                            </p:stCondLst>
                            <p:childTnLst>
                              <p:par>
                                <p:cTn id="62" presetID="53" presetClass="entr" presetSubtype="16" fill="hold" grpId="0" nodeType="afterEffect">
                                  <p:stCondLst>
                                    <p:cond delay="0"/>
                                  </p:stCondLst>
                                  <p:childTnLst>
                                    <p:set>
                                      <p:cBhvr>
                                        <p:cTn id="63" dur="1" fill="hold">
                                          <p:stCondLst>
                                            <p:cond delay="0"/>
                                          </p:stCondLst>
                                        </p:cTn>
                                        <p:tgtEl>
                                          <p:spTgt spid="119"/>
                                        </p:tgtEl>
                                        <p:attrNameLst>
                                          <p:attrName>style.visibility</p:attrName>
                                        </p:attrNameLst>
                                      </p:cBhvr>
                                      <p:to>
                                        <p:strVal val="visible"/>
                                      </p:to>
                                    </p:set>
                                    <p:anim calcmode="lin" valueType="num">
                                      <p:cBhvr>
                                        <p:cTn id="64" dur="500" fill="hold"/>
                                        <p:tgtEl>
                                          <p:spTgt spid="119"/>
                                        </p:tgtEl>
                                        <p:attrNameLst>
                                          <p:attrName>ppt_w</p:attrName>
                                        </p:attrNameLst>
                                      </p:cBhvr>
                                      <p:tavLst>
                                        <p:tav tm="0">
                                          <p:val>
                                            <p:fltVal val="0"/>
                                          </p:val>
                                        </p:tav>
                                        <p:tav tm="100000">
                                          <p:val>
                                            <p:strVal val="#ppt_w"/>
                                          </p:val>
                                        </p:tav>
                                      </p:tavLst>
                                    </p:anim>
                                    <p:anim calcmode="lin" valueType="num">
                                      <p:cBhvr>
                                        <p:cTn id="65" dur="500" fill="hold"/>
                                        <p:tgtEl>
                                          <p:spTgt spid="119"/>
                                        </p:tgtEl>
                                        <p:attrNameLst>
                                          <p:attrName>ppt_h</p:attrName>
                                        </p:attrNameLst>
                                      </p:cBhvr>
                                      <p:tavLst>
                                        <p:tav tm="0">
                                          <p:val>
                                            <p:fltVal val="0"/>
                                          </p:val>
                                        </p:tav>
                                        <p:tav tm="100000">
                                          <p:val>
                                            <p:strVal val="#ppt_h"/>
                                          </p:val>
                                        </p:tav>
                                      </p:tavLst>
                                    </p:anim>
                                    <p:animEffect transition="in" filter="fade">
                                      <p:cBhvr>
                                        <p:cTn id="66" dur="500"/>
                                        <p:tgtEl>
                                          <p:spTgt spid="119"/>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14" grpId="0"/>
      <p:bldP spid="115" grpId="0"/>
      <p:bldP spid="116" grpId="0"/>
      <p:bldP spid="117" grpId="0"/>
      <p:bldP spid="118" grpId="0"/>
      <p:bldP spid="119" grpId="0"/>
    </p:bldLst>
  </p:timing>
</p:sld>
</file>

<file path=ppt/slides/slide39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78" name="组合 77">
            <a:extLst>
              <a:ext uri="{FF2B5EF4-FFF2-40B4-BE49-F238E27FC236}">
                <a16:creationId xmlns:a16="http://schemas.microsoft.com/office/drawing/2014/main" id="{42169935-0116-4C0A-8564-D922C1B383B6}"/>
              </a:ext>
            </a:extLst>
          </p:cNvPr>
          <p:cNvGrpSpPr/>
          <p:nvPr/>
        </p:nvGrpSpPr>
        <p:grpSpPr>
          <a:xfrm>
            <a:off x="2570004" y="4263781"/>
            <a:ext cx="880755" cy="400110"/>
            <a:chOff x="8934712" y="5275029"/>
            <a:chExt cx="880755" cy="400110"/>
          </a:xfrm>
        </p:grpSpPr>
        <p:sp>
          <p:nvSpPr>
            <p:cNvPr id="79" name="标注: 右箭头 78">
              <a:extLst>
                <a:ext uri="{FF2B5EF4-FFF2-40B4-BE49-F238E27FC236}">
                  <a16:creationId xmlns:a16="http://schemas.microsoft.com/office/drawing/2014/main" id="{3FA6CE3C-4D83-46EE-A6F6-A5D799F3E8D2}"/>
                </a:ext>
              </a:extLst>
            </p:cNvPr>
            <p:cNvSpPr/>
            <p:nvPr/>
          </p:nvSpPr>
          <p:spPr>
            <a:xfrm rot="10800000">
              <a:off x="8934712" y="5323587"/>
              <a:ext cx="762000" cy="302993"/>
            </a:xfrm>
            <a:prstGeom prst="rightArrowCallout">
              <a:avLst>
                <a:gd name="adj1" fmla="val 25000"/>
                <a:gd name="adj2" fmla="val 25000"/>
                <a:gd name="adj3" fmla="val 25000"/>
                <a:gd name="adj4" fmla="val 85980"/>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sz="2000" b="1" dirty="0">
                <a:solidFill>
                  <a:schemeClr val="tx1"/>
                </a:solidFill>
              </a:endParaRPr>
            </a:p>
          </p:txBody>
        </p:sp>
        <p:sp>
          <p:nvSpPr>
            <p:cNvPr id="88" name="文本框 87">
              <a:extLst>
                <a:ext uri="{FF2B5EF4-FFF2-40B4-BE49-F238E27FC236}">
                  <a16:creationId xmlns:a16="http://schemas.microsoft.com/office/drawing/2014/main" id="{F6BA77E9-7DC5-4572-B68B-F66ABCAAA444}"/>
                </a:ext>
              </a:extLst>
            </p:cNvPr>
            <p:cNvSpPr txBox="1"/>
            <p:nvPr/>
          </p:nvSpPr>
          <p:spPr>
            <a:xfrm>
              <a:off x="8953226" y="5275029"/>
              <a:ext cx="862241" cy="400110"/>
            </a:xfrm>
            <a:prstGeom prst="rect">
              <a:avLst/>
            </a:prstGeom>
            <a:noFill/>
          </p:spPr>
          <p:txBody>
            <a:bodyPr wrap="square">
              <a:spAutoFit/>
            </a:bodyPr>
            <a:lstStyle/>
            <a:p>
              <a:pPr algn="ctr"/>
              <a:r>
                <a:rPr lang="en-US" altLang="zh-CN" sz="2000" b="1" dirty="0">
                  <a:solidFill>
                    <a:schemeClr val="tx1"/>
                  </a:solidFill>
                </a:rPr>
                <a:t>A</a:t>
              </a:r>
              <a:r>
                <a:rPr lang="en-US" altLang="zh-CN" sz="2000" b="1" dirty="0">
                  <a:solidFill>
                    <a:schemeClr val="tx1"/>
                  </a:solidFill>
                  <a:latin typeface="+mn-ea"/>
                </a:rPr>
                <a:t>←</a:t>
              </a:r>
              <a:r>
                <a:rPr lang="en-US" altLang="zh-CN" sz="2000" b="1" dirty="0">
                  <a:solidFill>
                    <a:schemeClr val="tx1"/>
                  </a:solidFill>
                </a:rPr>
                <a:t>D</a:t>
              </a:r>
              <a:endParaRPr lang="zh-CN" altLang="en-US" sz="2000" b="1" dirty="0">
                <a:solidFill>
                  <a:schemeClr val="tx1"/>
                </a:solidFill>
              </a:endParaRPr>
            </a:p>
          </p:txBody>
        </p:sp>
      </p:grpSp>
      <p:grpSp>
        <p:nvGrpSpPr>
          <p:cNvPr id="89" name="组合 88">
            <a:extLst>
              <a:ext uri="{FF2B5EF4-FFF2-40B4-BE49-F238E27FC236}">
                <a16:creationId xmlns:a16="http://schemas.microsoft.com/office/drawing/2014/main" id="{F8941BD9-7CCE-4DF9-BB0B-BC606D6E42BE}"/>
              </a:ext>
            </a:extLst>
          </p:cNvPr>
          <p:cNvGrpSpPr/>
          <p:nvPr/>
        </p:nvGrpSpPr>
        <p:grpSpPr>
          <a:xfrm rot="16200000">
            <a:off x="1554708" y="5100353"/>
            <a:ext cx="880755" cy="400110"/>
            <a:chOff x="8934712" y="5275029"/>
            <a:chExt cx="880755" cy="400110"/>
          </a:xfrm>
        </p:grpSpPr>
        <p:sp>
          <p:nvSpPr>
            <p:cNvPr id="90" name="标注: 右箭头 89">
              <a:extLst>
                <a:ext uri="{FF2B5EF4-FFF2-40B4-BE49-F238E27FC236}">
                  <a16:creationId xmlns:a16="http://schemas.microsoft.com/office/drawing/2014/main" id="{81336235-CE7F-41C7-89E7-A237C67BDF13}"/>
                </a:ext>
              </a:extLst>
            </p:cNvPr>
            <p:cNvSpPr/>
            <p:nvPr/>
          </p:nvSpPr>
          <p:spPr>
            <a:xfrm rot="10800000">
              <a:off x="8934712" y="5323587"/>
              <a:ext cx="762000" cy="302993"/>
            </a:xfrm>
            <a:prstGeom prst="rightArrowCallout">
              <a:avLst>
                <a:gd name="adj1" fmla="val 25000"/>
                <a:gd name="adj2" fmla="val 25000"/>
                <a:gd name="adj3" fmla="val 25000"/>
                <a:gd name="adj4" fmla="val 85980"/>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sz="2000" b="1" dirty="0">
                <a:solidFill>
                  <a:schemeClr val="tx1"/>
                </a:solidFill>
              </a:endParaRPr>
            </a:p>
          </p:txBody>
        </p:sp>
        <p:sp>
          <p:nvSpPr>
            <p:cNvPr id="91" name="文本框 90">
              <a:extLst>
                <a:ext uri="{FF2B5EF4-FFF2-40B4-BE49-F238E27FC236}">
                  <a16:creationId xmlns:a16="http://schemas.microsoft.com/office/drawing/2014/main" id="{18CDCB57-993D-4ED2-B4B9-98FDA9BB34EE}"/>
                </a:ext>
              </a:extLst>
            </p:cNvPr>
            <p:cNvSpPr txBox="1"/>
            <p:nvPr/>
          </p:nvSpPr>
          <p:spPr>
            <a:xfrm>
              <a:off x="8953226" y="5275029"/>
              <a:ext cx="862241" cy="400110"/>
            </a:xfrm>
            <a:prstGeom prst="rect">
              <a:avLst/>
            </a:prstGeom>
            <a:noFill/>
          </p:spPr>
          <p:txBody>
            <a:bodyPr wrap="square">
              <a:spAutoFit/>
            </a:bodyPr>
            <a:lstStyle/>
            <a:p>
              <a:pPr algn="ctr"/>
              <a:r>
                <a:rPr lang="en-US" altLang="zh-CN" sz="2000" b="1" dirty="0">
                  <a:solidFill>
                    <a:schemeClr val="tx1"/>
                  </a:solidFill>
                </a:rPr>
                <a:t>A</a:t>
              </a:r>
              <a:r>
                <a:rPr lang="en-US" altLang="zh-CN" sz="2000" b="1" dirty="0">
                  <a:solidFill>
                    <a:schemeClr val="tx1"/>
                  </a:solidFill>
                  <a:latin typeface="+mn-ea"/>
                </a:rPr>
                <a:t>←</a:t>
              </a:r>
              <a:r>
                <a:rPr lang="en-US" altLang="zh-CN" sz="2000" b="1" dirty="0">
                  <a:solidFill>
                    <a:schemeClr val="tx1"/>
                  </a:solidFill>
                </a:rPr>
                <a:t>D</a:t>
              </a:r>
              <a:endParaRPr lang="zh-CN" altLang="en-US" sz="2000" b="1" dirty="0">
                <a:solidFill>
                  <a:schemeClr val="tx1"/>
                </a:solidFill>
              </a:endParaRPr>
            </a:p>
          </p:txBody>
        </p:sp>
      </p:grpSp>
      <p:grpSp>
        <p:nvGrpSpPr>
          <p:cNvPr id="92" name="组合 91">
            <a:extLst>
              <a:ext uri="{FF2B5EF4-FFF2-40B4-BE49-F238E27FC236}">
                <a16:creationId xmlns:a16="http://schemas.microsoft.com/office/drawing/2014/main" id="{A1C8136A-131F-45AA-A8F4-09AE5898289E}"/>
              </a:ext>
            </a:extLst>
          </p:cNvPr>
          <p:cNvGrpSpPr/>
          <p:nvPr/>
        </p:nvGrpSpPr>
        <p:grpSpPr>
          <a:xfrm>
            <a:off x="1110669" y="4273260"/>
            <a:ext cx="880755" cy="400110"/>
            <a:chOff x="8934712" y="5275029"/>
            <a:chExt cx="880755" cy="400110"/>
          </a:xfrm>
        </p:grpSpPr>
        <p:sp>
          <p:nvSpPr>
            <p:cNvPr id="93" name="标注: 右箭头 92">
              <a:extLst>
                <a:ext uri="{FF2B5EF4-FFF2-40B4-BE49-F238E27FC236}">
                  <a16:creationId xmlns:a16="http://schemas.microsoft.com/office/drawing/2014/main" id="{D9969319-883C-4C2D-AE16-F9B4584B0ECA}"/>
                </a:ext>
              </a:extLst>
            </p:cNvPr>
            <p:cNvSpPr/>
            <p:nvPr/>
          </p:nvSpPr>
          <p:spPr>
            <a:xfrm rot="10800000">
              <a:off x="8934712" y="5323587"/>
              <a:ext cx="762000" cy="302993"/>
            </a:xfrm>
            <a:prstGeom prst="rightArrowCallout">
              <a:avLst>
                <a:gd name="adj1" fmla="val 25000"/>
                <a:gd name="adj2" fmla="val 25000"/>
                <a:gd name="adj3" fmla="val 25000"/>
                <a:gd name="adj4" fmla="val 85980"/>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sz="2000" b="1" dirty="0">
                <a:solidFill>
                  <a:schemeClr val="tx1"/>
                </a:solidFill>
              </a:endParaRPr>
            </a:p>
          </p:txBody>
        </p:sp>
        <p:sp>
          <p:nvSpPr>
            <p:cNvPr id="94" name="文本框 93">
              <a:extLst>
                <a:ext uri="{FF2B5EF4-FFF2-40B4-BE49-F238E27FC236}">
                  <a16:creationId xmlns:a16="http://schemas.microsoft.com/office/drawing/2014/main" id="{51AD14B3-74C2-468E-80E3-73F264173ABD}"/>
                </a:ext>
              </a:extLst>
            </p:cNvPr>
            <p:cNvSpPr txBox="1"/>
            <p:nvPr/>
          </p:nvSpPr>
          <p:spPr>
            <a:xfrm>
              <a:off x="8953226" y="5275029"/>
              <a:ext cx="862241" cy="400110"/>
            </a:xfrm>
            <a:prstGeom prst="rect">
              <a:avLst/>
            </a:prstGeom>
            <a:noFill/>
          </p:spPr>
          <p:txBody>
            <a:bodyPr wrap="square">
              <a:spAutoFit/>
            </a:bodyPr>
            <a:lstStyle/>
            <a:p>
              <a:pPr algn="ctr"/>
              <a:r>
                <a:rPr lang="en-US" altLang="zh-CN" sz="2000" b="1" dirty="0">
                  <a:solidFill>
                    <a:schemeClr val="tx1"/>
                  </a:solidFill>
                </a:rPr>
                <a:t>A</a:t>
              </a:r>
              <a:r>
                <a:rPr lang="en-US" altLang="zh-CN" sz="2000" b="1" dirty="0">
                  <a:solidFill>
                    <a:schemeClr val="tx1"/>
                  </a:solidFill>
                  <a:latin typeface="+mn-ea"/>
                </a:rPr>
                <a:t>←</a:t>
              </a:r>
              <a:r>
                <a:rPr lang="en-US" altLang="zh-CN" sz="2000" b="1" dirty="0">
                  <a:solidFill>
                    <a:schemeClr val="tx1"/>
                  </a:solidFill>
                </a:rPr>
                <a:t>D</a:t>
              </a:r>
              <a:endParaRPr lang="zh-CN" altLang="en-US" sz="2000" b="1" dirty="0">
                <a:solidFill>
                  <a:schemeClr val="tx1"/>
                </a:solidFill>
              </a:endParaRPr>
            </a:p>
          </p:txBody>
        </p:sp>
      </p:grpSp>
      <p:grpSp>
        <p:nvGrpSpPr>
          <p:cNvPr id="95" name="组合 94">
            <a:extLst>
              <a:ext uri="{FF2B5EF4-FFF2-40B4-BE49-F238E27FC236}">
                <a16:creationId xmlns:a16="http://schemas.microsoft.com/office/drawing/2014/main" id="{98ADC77B-B39C-4281-A5ED-3921ACA32403}"/>
              </a:ext>
            </a:extLst>
          </p:cNvPr>
          <p:cNvGrpSpPr/>
          <p:nvPr/>
        </p:nvGrpSpPr>
        <p:grpSpPr>
          <a:xfrm rot="5400000">
            <a:off x="1559254" y="3762885"/>
            <a:ext cx="880755" cy="400110"/>
            <a:chOff x="8934712" y="5275029"/>
            <a:chExt cx="880755" cy="400110"/>
          </a:xfrm>
        </p:grpSpPr>
        <p:sp>
          <p:nvSpPr>
            <p:cNvPr id="96" name="标注: 右箭头 95">
              <a:extLst>
                <a:ext uri="{FF2B5EF4-FFF2-40B4-BE49-F238E27FC236}">
                  <a16:creationId xmlns:a16="http://schemas.microsoft.com/office/drawing/2014/main" id="{64BE1C5A-878F-4EE4-B4F6-7B138725CDAD}"/>
                </a:ext>
              </a:extLst>
            </p:cNvPr>
            <p:cNvSpPr/>
            <p:nvPr/>
          </p:nvSpPr>
          <p:spPr>
            <a:xfrm rot="10800000">
              <a:off x="8934712" y="5323587"/>
              <a:ext cx="762000" cy="302993"/>
            </a:xfrm>
            <a:prstGeom prst="rightArrowCallout">
              <a:avLst>
                <a:gd name="adj1" fmla="val 25000"/>
                <a:gd name="adj2" fmla="val 25000"/>
                <a:gd name="adj3" fmla="val 25000"/>
                <a:gd name="adj4" fmla="val 85980"/>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sz="2000" b="1" dirty="0">
                <a:solidFill>
                  <a:schemeClr val="tx1"/>
                </a:solidFill>
              </a:endParaRPr>
            </a:p>
          </p:txBody>
        </p:sp>
        <p:sp>
          <p:nvSpPr>
            <p:cNvPr id="97" name="文本框 96">
              <a:extLst>
                <a:ext uri="{FF2B5EF4-FFF2-40B4-BE49-F238E27FC236}">
                  <a16:creationId xmlns:a16="http://schemas.microsoft.com/office/drawing/2014/main" id="{5BA263F0-913E-4B5F-9139-6B514BC36A1C}"/>
                </a:ext>
              </a:extLst>
            </p:cNvPr>
            <p:cNvSpPr txBox="1"/>
            <p:nvPr/>
          </p:nvSpPr>
          <p:spPr>
            <a:xfrm>
              <a:off x="8953226" y="5275029"/>
              <a:ext cx="862241" cy="400110"/>
            </a:xfrm>
            <a:prstGeom prst="rect">
              <a:avLst/>
            </a:prstGeom>
            <a:noFill/>
          </p:spPr>
          <p:txBody>
            <a:bodyPr wrap="square">
              <a:spAutoFit/>
            </a:bodyPr>
            <a:lstStyle/>
            <a:p>
              <a:pPr algn="ctr"/>
              <a:r>
                <a:rPr lang="en-US" altLang="zh-CN" sz="2000" b="1" dirty="0">
                  <a:solidFill>
                    <a:schemeClr val="tx1"/>
                  </a:solidFill>
                </a:rPr>
                <a:t>A</a:t>
              </a:r>
              <a:r>
                <a:rPr lang="en-US" altLang="zh-CN" sz="2000" b="1" dirty="0">
                  <a:solidFill>
                    <a:schemeClr val="tx1"/>
                  </a:solidFill>
                  <a:latin typeface="+mn-ea"/>
                </a:rPr>
                <a:t>←</a:t>
              </a:r>
              <a:r>
                <a:rPr lang="en-US" altLang="zh-CN" sz="2000" b="1" dirty="0">
                  <a:solidFill>
                    <a:schemeClr val="tx1"/>
                  </a:solidFill>
                </a:rPr>
                <a:t>D</a:t>
              </a:r>
              <a:endParaRPr lang="zh-CN" altLang="en-US" sz="2000" b="1" dirty="0">
                <a:solidFill>
                  <a:schemeClr val="tx1"/>
                </a:solidFill>
              </a:endParaRPr>
            </a:p>
          </p:txBody>
        </p:sp>
      </p:grpSp>
      <p:grpSp>
        <p:nvGrpSpPr>
          <p:cNvPr id="9" name="组合 8">
            <a:extLst>
              <a:ext uri="{FF2B5EF4-FFF2-40B4-BE49-F238E27FC236}">
                <a16:creationId xmlns:a16="http://schemas.microsoft.com/office/drawing/2014/main" id="{A0FE0B25-4E64-467A-B4BF-C8358277F5CD}"/>
              </a:ext>
            </a:extLst>
          </p:cNvPr>
          <p:cNvGrpSpPr/>
          <p:nvPr/>
        </p:nvGrpSpPr>
        <p:grpSpPr>
          <a:xfrm>
            <a:off x="4337271" y="4269784"/>
            <a:ext cx="880755" cy="400110"/>
            <a:chOff x="8934712" y="5275029"/>
            <a:chExt cx="880755" cy="400110"/>
          </a:xfrm>
        </p:grpSpPr>
        <p:sp>
          <p:nvSpPr>
            <p:cNvPr id="72" name="标注: 右箭头 71">
              <a:extLst>
                <a:ext uri="{FF2B5EF4-FFF2-40B4-BE49-F238E27FC236}">
                  <a16:creationId xmlns:a16="http://schemas.microsoft.com/office/drawing/2014/main" id="{8BE75D6E-4389-4557-8092-47A7955684D5}"/>
                </a:ext>
              </a:extLst>
            </p:cNvPr>
            <p:cNvSpPr/>
            <p:nvPr/>
          </p:nvSpPr>
          <p:spPr>
            <a:xfrm rot="10800000">
              <a:off x="8934712" y="5323587"/>
              <a:ext cx="762000" cy="302993"/>
            </a:xfrm>
            <a:prstGeom prst="rightArrowCallout">
              <a:avLst>
                <a:gd name="adj1" fmla="val 25000"/>
                <a:gd name="adj2" fmla="val 25000"/>
                <a:gd name="adj3" fmla="val 25000"/>
                <a:gd name="adj4" fmla="val 85980"/>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sz="2000" b="1" dirty="0">
                <a:solidFill>
                  <a:schemeClr val="tx1"/>
                </a:solidFill>
              </a:endParaRPr>
            </a:p>
          </p:txBody>
        </p:sp>
        <p:sp>
          <p:nvSpPr>
            <p:cNvPr id="73" name="文本框 72">
              <a:extLst>
                <a:ext uri="{FF2B5EF4-FFF2-40B4-BE49-F238E27FC236}">
                  <a16:creationId xmlns:a16="http://schemas.microsoft.com/office/drawing/2014/main" id="{906A3E2E-9B00-4D67-A32A-1B9C19BB2F96}"/>
                </a:ext>
              </a:extLst>
            </p:cNvPr>
            <p:cNvSpPr txBox="1"/>
            <p:nvPr/>
          </p:nvSpPr>
          <p:spPr>
            <a:xfrm>
              <a:off x="8953226" y="5275029"/>
              <a:ext cx="862241" cy="400110"/>
            </a:xfrm>
            <a:prstGeom prst="rect">
              <a:avLst/>
            </a:prstGeom>
            <a:noFill/>
          </p:spPr>
          <p:txBody>
            <a:bodyPr wrap="square">
              <a:spAutoFit/>
            </a:bodyPr>
            <a:lstStyle/>
            <a:p>
              <a:pPr algn="ctr"/>
              <a:r>
                <a:rPr lang="en-US" altLang="zh-CN" sz="2000" b="1" dirty="0">
                  <a:solidFill>
                    <a:schemeClr val="tx1"/>
                  </a:solidFill>
                </a:rPr>
                <a:t>A</a:t>
              </a:r>
              <a:r>
                <a:rPr lang="en-US" altLang="zh-CN" sz="2000" b="1" dirty="0">
                  <a:solidFill>
                    <a:schemeClr val="tx1"/>
                  </a:solidFill>
                  <a:latin typeface="+mn-ea"/>
                </a:rPr>
                <a:t>←</a:t>
              </a:r>
              <a:r>
                <a:rPr lang="en-US" altLang="zh-CN" sz="2000" b="1" dirty="0">
                  <a:solidFill>
                    <a:schemeClr val="tx1"/>
                  </a:solidFill>
                </a:rPr>
                <a:t>D</a:t>
              </a:r>
              <a:endParaRPr lang="zh-CN" altLang="en-US" sz="2000" b="1" dirty="0">
                <a:solidFill>
                  <a:schemeClr val="tx1"/>
                </a:solidFill>
              </a:endParaRPr>
            </a:p>
          </p:txBody>
        </p:sp>
      </p:grpSp>
      <p:grpSp>
        <p:nvGrpSpPr>
          <p:cNvPr id="85" name="组合 84">
            <a:extLst>
              <a:ext uri="{FF2B5EF4-FFF2-40B4-BE49-F238E27FC236}">
                <a16:creationId xmlns:a16="http://schemas.microsoft.com/office/drawing/2014/main" id="{E02092ED-7D6D-42C1-BA66-E7227A51917D}"/>
              </a:ext>
            </a:extLst>
          </p:cNvPr>
          <p:cNvGrpSpPr/>
          <p:nvPr/>
        </p:nvGrpSpPr>
        <p:grpSpPr>
          <a:xfrm rot="16200000">
            <a:off x="5237455" y="3795143"/>
            <a:ext cx="880755" cy="400110"/>
            <a:chOff x="8934712" y="5275029"/>
            <a:chExt cx="880755" cy="400110"/>
          </a:xfrm>
        </p:grpSpPr>
        <p:sp>
          <p:nvSpPr>
            <p:cNvPr id="106" name="标注: 右箭头 105">
              <a:extLst>
                <a:ext uri="{FF2B5EF4-FFF2-40B4-BE49-F238E27FC236}">
                  <a16:creationId xmlns:a16="http://schemas.microsoft.com/office/drawing/2014/main" id="{2AB1BCD4-3806-4153-960C-65CE7789514B}"/>
                </a:ext>
              </a:extLst>
            </p:cNvPr>
            <p:cNvSpPr/>
            <p:nvPr/>
          </p:nvSpPr>
          <p:spPr>
            <a:xfrm rot="10800000">
              <a:off x="8934712" y="5323587"/>
              <a:ext cx="762000" cy="302993"/>
            </a:xfrm>
            <a:prstGeom prst="rightArrowCallout">
              <a:avLst>
                <a:gd name="adj1" fmla="val 25000"/>
                <a:gd name="adj2" fmla="val 25000"/>
                <a:gd name="adj3" fmla="val 25000"/>
                <a:gd name="adj4" fmla="val 85980"/>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sz="2000" b="1" dirty="0">
                <a:solidFill>
                  <a:schemeClr val="tx1"/>
                </a:solidFill>
              </a:endParaRPr>
            </a:p>
          </p:txBody>
        </p:sp>
        <p:sp>
          <p:nvSpPr>
            <p:cNvPr id="107" name="文本框 106">
              <a:extLst>
                <a:ext uri="{FF2B5EF4-FFF2-40B4-BE49-F238E27FC236}">
                  <a16:creationId xmlns:a16="http://schemas.microsoft.com/office/drawing/2014/main" id="{A956EDA5-7815-4ABF-89D0-AA345D38E2BD}"/>
                </a:ext>
              </a:extLst>
            </p:cNvPr>
            <p:cNvSpPr txBox="1"/>
            <p:nvPr/>
          </p:nvSpPr>
          <p:spPr>
            <a:xfrm>
              <a:off x="8953226" y="5275029"/>
              <a:ext cx="862241" cy="400110"/>
            </a:xfrm>
            <a:prstGeom prst="rect">
              <a:avLst/>
            </a:prstGeom>
            <a:noFill/>
          </p:spPr>
          <p:txBody>
            <a:bodyPr wrap="square">
              <a:spAutoFit/>
            </a:bodyPr>
            <a:lstStyle/>
            <a:p>
              <a:pPr algn="ctr"/>
              <a:r>
                <a:rPr lang="en-US" altLang="zh-CN" sz="2000" b="1" dirty="0">
                  <a:solidFill>
                    <a:schemeClr val="tx1"/>
                  </a:solidFill>
                </a:rPr>
                <a:t>A</a:t>
              </a:r>
              <a:r>
                <a:rPr lang="en-US" altLang="zh-CN" sz="2000" b="1" dirty="0">
                  <a:solidFill>
                    <a:schemeClr val="tx1"/>
                  </a:solidFill>
                  <a:latin typeface="+mn-ea"/>
                </a:rPr>
                <a:t>←</a:t>
              </a:r>
              <a:r>
                <a:rPr lang="en-US" altLang="zh-CN" sz="2000" b="1" dirty="0">
                  <a:solidFill>
                    <a:schemeClr val="tx1"/>
                  </a:solidFill>
                </a:rPr>
                <a:t>D</a:t>
              </a:r>
              <a:endParaRPr lang="zh-CN" altLang="en-US" sz="2000" b="1" dirty="0">
                <a:solidFill>
                  <a:schemeClr val="tx1"/>
                </a:solidFill>
              </a:endParaRPr>
            </a:p>
          </p:txBody>
        </p:sp>
      </p:grpSp>
      <p:grpSp>
        <p:nvGrpSpPr>
          <p:cNvPr id="108" name="组合 107">
            <a:extLst>
              <a:ext uri="{FF2B5EF4-FFF2-40B4-BE49-F238E27FC236}">
                <a16:creationId xmlns:a16="http://schemas.microsoft.com/office/drawing/2014/main" id="{D5B33882-99F0-4A77-95FF-3A1F0D1E1D20}"/>
              </a:ext>
            </a:extLst>
          </p:cNvPr>
          <p:cNvGrpSpPr/>
          <p:nvPr/>
        </p:nvGrpSpPr>
        <p:grpSpPr>
          <a:xfrm rot="16200000">
            <a:off x="5251766" y="5160973"/>
            <a:ext cx="880755" cy="400110"/>
            <a:chOff x="8934712" y="5275029"/>
            <a:chExt cx="880755" cy="400110"/>
          </a:xfrm>
        </p:grpSpPr>
        <p:sp>
          <p:nvSpPr>
            <p:cNvPr id="109" name="标注: 右箭头 108">
              <a:extLst>
                <a:ext uri="{FF2B5EF4-FFF2-40B4-BE49-F238E27FC236}">
                  <a16:creationId xmlns:a16="http://schemas.microsoft.com/office/drawing/2014/main" id="{00107C7D-F908-45F5-9FD3-DD8A745E770F}"/>
                </a:ext>
              </a:extLst>
            </p:cNvPr>
            <p:cNvSpPr/>
            <p:nvPr/>
          </p:nvSpPr>
          <p:spPr>
            <a:xfrm rot="10800000">
              <a:off x="8934712" y="5323587"/>
              <a:ext cx="762000" cy="302993"/>
            </a:xfrm>
            <a:prstGeom prst="rightArrowCallout">
              <a:avLst>
                <a:gd name="adj1" fmla="val 25000"/>
                <a:gd name="adj2" fmla="val 25000"/>
                <a:gd name="adj3" fmla="val 25000"/>
                <a:gd name="adj4" fmla="val 85980"/>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sz="2000" b="1" dirty="0">
                <a:solidFill>
                  <a:schemeClr val="tx1"/>
                </a:solidFill>
              </a:endParaRPr>
            </a:p>
          </p:txBody>
        </p:sp>
        <p:sp>
          <p:nvSpPr>
            <p:cNvPr id="110" name="文本框 109">
              <a:extLst>
                <a:ext uri="{FF2B5EF4-FFF2-40B4-BE49-F238E27FC236}">
                  <a16:creationId xmlns:a16="http://schemas.microsoft.com/office/drawing/2014/main" id="{CE38F120-6A0A-45C3-A69D-D61569D307BF}"/>
                </a:ext>
              </a:extLst>
            </p:cNvPr>
            <p:cNvSpPr txBox="1"/>
            <p:nvPr/>
          </p:nvSpPr>
          <p:spPr>
            <a:xfrm>
              <a:off x="8953226" y="5275029"/>
              <a:ext cx="862241" cy="400110"/>
            </a:xfrm>
            <a:prstGeom prst="rect">
              <a:avLst/>
            </a:prstGeom>
            <a:noFill/>
          </p:spPr>
          <p:txBody>
            <a:bodyPr wrap="square">
              <a:spAutoFit/>
            </a:bodyPr>
            <a:lstStyle/>
            <a:p>
              <a:pPr algn="ctr"/>
              <a:r>
                <a:rPr lang="en-US" altLang="zh-CN" sz="2000" b="1" dirty="0">
                  <a:solidFill>
                    <a:schemeClr val="tx1"/>
                  </a:solidFill>
                </a:rPr>
                <a:t>A</a:t>
              </a:r>
              <a:r>
                <a:rPr lang="en-US" altLang="zh-CN" sz="2000" b="1" dirty="0">
                  <a:solidFill>
                    <a:schemeClr val="tx1"/>
                  </a:solidFill>
                  <a:latin typeface="+mn-ea"/>
                </a:rPr>
                <a:t>←</a:t>
              </a:r>
              <a:r>
                <a:rPr lang="en-US" altLang="zh-CN" sz="2000" b="1" dirty="0">
                  <a:solidFill>
                    <a:schemeClr val="tx1"/>
                  </a:solidFill>
                </a:rPr>
                <a:t>D</a:t>
              </a:r>
              <a:endParaRPr lang="zh-CN" altLang="en-US" sz="2000" b="1" dirty="0">
                <a:solidFill>
                  <a:schemeClr val="tx1"/>
                </a:solidFill>
              </a:endParaRPr>
            </a:p>
          </p:txBody>
        </p:sp>
      </p:grpSp>
      <p:grpSp>
        <p:nvGrpSpPr>
          <p:cNvPr id="12" name="组合 11">
            <a:extLst>
              <a:ext uri="{FF2B5EF4-FFF2-40B4-BE49-F238E27FC236}">
                <a16:creationId xmlns:a16="http://schemas.microsoft.com/office/drawing/2014/main" id="{6CE8D1A4-5FE5-465A-944D-5B26AF953F52}"/>
              </a:ext>
            </a:extLst>
          </p:cNvPr>
          <p:cNvGrpSpPr/>
          <p:nvPr/>
        </p:nvGrpSpPr>
        <p:grpSpPr>
          <a:xfrm>
            <a:off x="5859755" y="4265870"/>
            <a:ext cx="862241" cy="400110"/>
            <a:chOff x="8066376" y="4409143"/>
            <a:chExt cx="862241" cy="400110"/>
          </a:xfrm>
        </p:grpSpPr>
        <p:sp>
          <p:nvSpPr>
            <p:cNvPr id="112" name="标注: 右箭头 111">
              <a:extLst>
                <a:ext uri="{FF2B5EF4-FFF2-40B4-BE49-F238E27FC236}">
                  <a16:creationId xmlns:a16="http://schemas.microsoft.com/office/drawing/2014/main" id="{E14979EE-93B2-4017-A300-D4F447EF206B}"/>
                </a:ext>
              </a:extLst>
            </p:cNvPr>
            <p:cNvSpPr/>
            <p:nvPr/>
          </p:nvSpPr>
          <p:spPr>
            <a:xfrm>
              <a:off x="8166617" y="4447752"/>
              <a:ext cx="762000" cy="302993"/>
            </a:xfrm>
            <a:prstGeom prst="rightArrowCallout">
              <a:avLst>
                <a:gd name="adj1" fmla="val 25000"/>
                <a:gd name="adj2" fmla="val 25000"/>
                <a:gd name="adj3" fmla="val 25000"/>
                <a:gd name="adj4" fmla="val 85980"/>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sz="2000" b="1" dirty="0">
                <a:solidFill>
                  <a:schemeClr val="tx1"/>
                </a:solidFill>
              </a:endParaRPr>
            </a:p>
          </p:txBody>
        </p:sp>
        <p:sp>
          <p:nvSpPr>
            <p:cNvPr id="113" name="文本框 112">
              <a:extLst>
                <a:ext uri="{FF2B5EF4-FFF2-40B4-BE49-F238E27FC236}">
                  <a16:creationId xmlns:a16="http://schemas.microsoft.com/office/drawing/2014/main" id="{12DF0BB8-8335-4A5A-BCE3-33DF5B04C5D0}"/>
                </a:ext>
              </a:extLst>
            </p:cNvPr>
            <p:cNvSpPr txBox="1"/>
            <p:nvPr/>
          </p:nvSpPr>
          <p:spPr>
            <a:xfrm>
              <a:off x="8066376" y="4409143"/>
              <a:ext cx="862241" cy="400110"/>
            </a:xfrm>
            <a:prstGeom prst="rect">
              <a:avLst/>
            </a:prstGeom>
            <a:noFill/>
          </p:spPr>
          <p:txBody>
            <a:bodyPr wrap="square">
              <a:spAutoFit/>
            </a:bodyPr>
            <a:lstStyle/>
            <a:p>
              <a:pPr algn="ctr"/>
              <a:r>
                <a:rPr lang="en-US" altLang="zh-CN" sz="2000" b="1" dirty="0">
                  <a:solidFill>
                    <a:schemeClr val="tx1"/>
                  </a:solidFill>
                </a:rPr>
                <a:t>D</a:t>
              </a:r>
              <a:r>
                <a:rPr lang="en-US" altLang="zh-CN" sz="2000" b="1" dirty="0">
                  <a:solidFill>
                    <a:schemeClr val="tx1"/>
                  </a:solidFill>
                  <a:latin typeface="+mn-ea"/>
                </a:rPr>
                <a:t>→</a:t>
              </a:r>
              <a:r>
                <a:rPr lang="en-US" altLang="zh-CN" sz="2000" b="1" dirty="0">
                  <a:solidFill>
                    <a:schemeClr val="tx1"/>
                  </a:solidFill>
                </a:rPr>
                <a:t>A</a:t>
              </a:r>
              <a:endParaRPr lang="zh-CN" altLang="en-US" sz="2000" b="1" dirty="0">
                <a:solidFill>
                  <a:schemeClr val="tx1"/>
                </a:solidFill>
              </a:endParaRPr>
            </a:p>
          </p:txBody>
        </p:sp>
      </p:grpSp>
      <p:graphicFrame>
        <p:nvGraphicFramePr>
          <p:cNvPr id="5" name="表格 5">
            <a:extLst>
              <a:ext uri="{FF2B5EF4-FFF2-40B4-BE49-F238E27FC236}">
                <a16:creationId xmlns:a16="http://schemas.microsoft.com/office/drawing/2014/main" id="{DD2D509C-F4B8-4D07-903C-B8DA2C054700}"/>
              </a:ext>
            </a:extLst>
          </p:cNvPr>
          <p:cNvGraphicFramePr>
            <a:graphicFrameLocks noGrp="1"/>
          </p:cNvGraphicFramePr>
          <p:nvPr/>
        </p:nvGraphicFramePr>
        <p:xfrm>
          <a:off x="2952378" y="1600069"/>
          <a:ext cx="1777474" cy="2225040"/>
        </p:xfrm>
        <a:graphic>
          <a:graphicData uri="http://schemas.openxmlformats.org/drawingml/2006/table">
            <a:tbl>
              <a:tblPr firstRow="1" bandRow="1">
                <a:tableStyleId>{5C22544A-7EE6-4342-B048-85BDC9FD1C3A}</a:tableStyleId>
              </a:tblPr>
              <a:tblGrid>
                <a:gridCol w="888737">
                  <a:extLst>
                    <a:ext uri="{9D8B030D-6E8A-4147-A177-3AD203B41FA5}">
                      <a16:colId xmlns:a16="http://schemas.microsoft.com/office/drawing/2014/main" val="4251559465"/>
                    </a:ext>
                  </a:extLst>
                </a:gridCol>
                <a:gridCol w="888737">
                  <a:extLst>
                    <a:ext uri="{9D8B030D-6E8A-4147-A177-3AD203B41FA5}">
                      <a16:colId xmlns:a16="http://schemas.microsoft.com/office/drawing/2014/main" val="2106410938"/>
                    </a:ext>
                  </a:extLst>
                </a:gridCol>
              </a:tblGrid>
              <a:tr h="370840">
                <a:tc gridSpan="2">
                  <a:txBody>
                    <a:bodyPr/>
                    <a:lstStyle/>
                    <a:p>
                      <a:pPr algn="ctr"/>
                      <a:r>
                        <a:rPr lang="zh-CN" altLang="en-US" dirty="0">
                          <a:solidFill>
                            <a:schemeClr val="tx1"/>
                          </a:solidFill>
                        </a:rPr>
                        <a:t>转发表</a:t>
                      </a: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hMerge="1">
                  <a:txBody>
                    <a:bodyPr/>
                    <a:lstStyle/>
                    <a:p>
                      <a:endParaRPr lang="zh-CN" altLang="en-US" dirty="0"/>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extLst>
                  <a:ext uri="{0D108BD9-81ED-4DB2-BD59-A6C34878D82A}">
                    <a16:rowId xmlns:a16="http://schemas.microsoft.com/office/drawing/2014/main" val="1301265837"/>
                  </a:ext>
                </a:extLst>
              </a:tr>
              <a:tr h="370840">
                <a:tc>
                  <a:txBody>
                    <a:bodyPr/>
                    <a:lstStyle/>
                    <a:p>
                      <a:pPr algn="ctr"/>
                      <a:r>
                        <a:rPr lang="zh-CN" altLang="en-US" b="1" dirty="0">
                          <a:solidFill>
                            <a:schemeClr val="tx1"/>
                          </a:solidFill>
                        </a:rPr>
                        <a:t>地址</a:t>
                      </a: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algn="ctr"/>
                      <a:r>
                        <a:rPr lang="zh-CN" altLang="en-US" b="1" dirty="0">
                          <a:solidFill>
                            <a:schemeClr val="tx1"/>
                          </a:solidFill>
                        </a:rPr>
                        <a:t>接口</a:t>
                      </a: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extLst>
                  <a:ext uri="{0D108BD9-81ED-4DB2-BD59-A6C34878D82A}">
                    <a16:rowId xmlns:a16="http://schemas.microsoft.com/office/drawing/2014/main" val="1377858286"/>
                  </a:ext>
                </a:extLst>
              </a:tr>
              <a:tr h="370840">
                <a:tc>
                  <a:txBody>
                    <a:bodyPr/>
                    <a:lstStyle/>
                    <a:p>
                      <a:pPr algn="ctr"/>
                      <a:endParaRPr lang="zh-CN" altLang="en-US">
                        <a:solidFill>
                          <a:schemeClr val="tx1"/>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algn="ctr"/>
                      <a:endParaRPr lang="zh-CN" altLang="en-US">
                        <a:solidFill>
                          <a:schemeClr val="tx1"/>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extLst>
                  <a:ext uri="{0D108BD9-81ED-4DB2-BD59-A6C34878D82A}">
                    <a16:rowId xmlns:a16="http://schemas.microsoft.com/office/drawing/2014/main" val="3650164858"/>
                  </a:ext>
                </a:extLst>
              </a:tr>
              <a:tr h="370840">
                <a:tc>
                  <a:txBody>
                    <a:bodyPr/>
                    <a:lstStyle/>
                    <a:p>
                      <a:pPr algn="ctr"/>
                      <a:endParaRPr lang="zh-CN" altLang="en-US">
                        <a:solidFill>
                          <a:schemeClr val="tx1"/>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algn="ctr"/>
                      <a:endParaRPr lang="zh-CN" altLang="en-US">
                        <a:solidFill>
                          <a:schemeClr val="tx1"/>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extLst>
                  <a:ext uri="{0D108BD9-81ED-4DB2-BD59-A6C34878D82A}">
                    <a16:rowId xmlns:a16="http://schemas.microsoft.com/office/drawing/2014/main" val="3538553397"/>
                  </a:ext>
                </a:extLst>
              </a:tr>
              <a:tr h="370840">
                <a:tc>
                  <a:txBody>
                    <a:bodyPr/>
                    <a:lstStyle/>
                    <a:p>
                      <a:pPr algn="ctr"/>
                      <a:endParaRPr lang="zh-CN" altLang="en-US">
                        <a:solidFill>
                          <a:schemeClr val="tx1"/>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algn="ctr"/>
                      <a:endParaRPr lang="zh-CN" altLang="en-US" dirty="0">
                        <a:solidFill>
                          <a:schemeClr val="tx1"/>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extLst>
                  <a:ext uri="{0D108BD9-81ED-4DB2-BD59-A6C34878D82A}">
                    <a16:rowId xmlns:a16="http://schemas.microsoft.com/office/drawing/2014/main" val="3266492017"/>
                  </a:ext>
                </a:extLst>
              </a:tr>
              <a:tr h="370840">
                <a:tc>
                  <a:txBody>
                    <a:bodyPr/>
                    <a:lstStyle/>
                    <a:p>
                      <a:pPr algn="ctr"/>
                      <a:r>
                        <a:rPr lang="en-US" altLang="zh-CN" dirty="0">
                          <a:solidFill>
                            <a:schemeClr val="tx1"/>
                          </a:solidFill>
                          <a:latin typeface="宋体" panose="02010600030101010101" pitchFamily="2" charset="-122"/>
                          <a:ea typeface="宋体" panose="02010600030101010101" pitchFamily="2" charset="-122"/>
                        </a:rPr>
                        <a:t>…</a:t>
                      </a:r>
                      <a:endParaRPr lang="zh-CN" altLang="en-US" dirty="0">
                        <a:solidFill>
                          <a:schemeClr val="tx1"/>
                        </a:solidFill>
                        <a:latin typeface="宋体" panose="02010600030101010101" pitchFamily="2" charset="-122"/>
                        <a:ea typeface="宋体" panose="02010600030101010101" pitchFamily="2" charset="-122"/>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algn="ctr"/>
                      <a:r>
                        <a:rPr lang="en-US" altLang="zh-CN" dirty="0">
                          <a:solidFill>
                            <a:schemeClr val="tx1"/>
                          </a:solidFill>
                          <a:latin typeface="宋体" panose="02010600030101010101" pitchFamily="2" charset="-122"/>
                          <a:ea typeface="宋体" panose="02010600030101010101" pitchFamily="2" charset="-122"/>
                        </a:rPr>
                        <a:t>…</a:t>
                      </a:r>
                      <a:endParaRPr lang="zh-CN" altLang="en-US" dirty="0">
                        <a:solidFill>
                          <a:schemeClr val="tx1"/>
                        </a:solidFill>
                        <a:latin typeface="宋体" panose="02010600030101010101" pitchFamily="2" charset="-122"/>
                        <a:ea typeface="宋体" panose="02010600030101010101" pitchFamily="2" charset="-122"/>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extLst>
                  <a:ext uri="{0D108BD9-81ED-4DB2-BD59-A6C34878D82A}">
                    <a16:rowId xmlns:a16="http://schemas.microsoft.com/office/drawing/2014/main" val="4041760001"/>
                  </a:ext>
                </a:extLst>
              </a:tr>
            </a:tbl>
          </a:graphicData>
        </a:graphic>
      </p:graphicFrame>
      <p:grpSp>
        <p:nvGrpSpPr>
          <p:cNvPr id="4" name="组合 3">
            <a:extLst>
              <a:ext uri="{FF2B5EF4-FFF2-40B4-BE49-F238E27FC236}">
                <a16:creationId xmlns:a16="http://schemas.microsoft.com/office/drawing/2014/main" id="{9A1EA9F2-FCB6-48C3-935F-7AE7E3AD14AC}"/>
              </a:ext>
            </a:extLst>
          </p:cNvPr>
          <p:cNvGrpSpPr/>
          <p:nvPr/>
        </p:nvGrpSpPr>
        <p:grpSpPr>
          <a:xfrm>
            <a:off x="304800" y="749300"/>
            <a:ext cx="6192344" cy="400110"/>
            <a:chOff x="424117" y="898245"/>
            <a:chExt cx="6192344" cy="400110"/>
          </a:xfrm>
        </p:grpSpPr>
        <p:sp>
          <p:nvSpPr>
            <p:cNvPr id="2" name="平行四边形 1">
              <a:extLst>
                <a:ext uri="{FF2B5EF4-FFF2-40B4-BE49-F238E27FC236}">
                  <a16:creationId xmlns:a16="http://schemas.microsoft.com/office/drawing/2014/main" id="{1F5BAA3F-9845-4F89-A2DD-8222D3E4EDAC}"/>
                </a:ext>
              </a:extLst>
            </p:cNvPr>
            <p:cNvSpPr/>
            <p:nvPr/>
          </p:nvSpPr>
          <p:spPr>
            <a:xfrm>
              <a:off x="424117" y="898245"/>
              <a:ext cx="628306" cy="387090"/>
            </a:xfrm>
            <a:prstGeom prst="parallelogram">
              <a:avLst/>
            </a:prstGeom>
            <a:solidFill>
              <a:schemeClr val="accent3">
                <a:lumMod val="75000"/>
              </a:schemeClr>
            </a:solidFill>
            <a:ln>
              <a:solidFill>
                <a:schemeClr val="accent3">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CN" sz="2200" dirty="0">
                  <a:latin typeface="Impact" panose="020B0806030902050204" pitchFamily="34" charset="0"/>
                </a:rPr>
                <a:t>01</a:t>
              </a:r>
              <a:endParaRPr lang="zh-CN" altLang="en-US" sz="2200" dirty="0">
                <a:latin typeface="Impact" panose="020B0806030902050204" pitchFamily="34" charset="0"/>
              </a:endParaRPr>
            </a:p>
          </p:txBody>
        </p:sp>
        <p:sp>
          <p:nvSpPr>
            <p:cNvPr id="3" name="文本框 2">
              <a:extLst>
                <a:ext uri="{FF2B5EF4-FFF2-40B4-BE49-F238E27FC236}">
                  <a16:creationId xmlns:a16="http://schemas.microsoft.com/office/drawing/2014/main" id="{4D6BD736-A4D3-4F26-AFED-36E11F50F70B}"/>
                </a:ext>
              </a:extLst>
            </p:cNvPr>
            <p:cNvSpPr txBox="1"/>
            <p:nvPr/>
          </p:nvSpPr>
          <p:spPr>
            <a:xfrm>
              <a:off x="1052423" y="898245"/>
              <a:ext cx="5564038" cy="400110"/>
            </a:xfrm>
            <a:prstGeom prst="rect">
              <a:avLst/>
            </a:prstGeom>
            <a:noFill/>
          </p:spPr>
          <p:txBody>
            <a:bodyPr wrap="square" rtlCol="0">
              <a:spAutoFit/>
            </a:bodyPr>
            <a:lstStyle/>
            <a:p>
              <a:r>
                <a:rPr lang="zh-CN" altLang="en-US" sz="2000" b="1" dirty="0">
                  <a:solidFill>
                    <a:schemeClr val="tx1"/>
                  </a:solidFill>
                  <a:latin typeface="Arial Narrow" panose="020B0606020202030204" pitchFamily="34" charset="0"/>
                </a:rPr>
                <a:t>透明网桥的自学习和转发帧的流程</a:t>
              </a:r>
              <a:endParaRPr lang="en-US" altLang="zh-CN" sz="2000" b="1" dirty="0">
                <a:solidFill>
                  <a:schemeClr val="tx1"/>
                </a:solidFill>
                <a:latin typeface="Arial Narrow" panose="020B0606020202030204" pitchFamily="34" charset="0"/>
              </a:endParaRPr>
            </a:p>
          </p:txBody>
        </p:sp>
      </p:grpSp>
      <p:grpSp>
        <p:nvGrpSpPr>
          <p:cNvPr id="6" name="组合 5">
            <a:extLst>
              <a:ext uri="{FF2B5EF4-FFF2-40B4-BE49-F238E27FC236}">
                <a16:creationId xmlns:a16="http://schemas.microsoft.com/office/drawing/2014/main" id="{7BC49B4D-BED2-4980-BE5E-9C4B92788D57}"/>
              </a:ext>
            </a:extLst>
          </p:cNvPr>
          <p:cNvGrpSpPr/>
          <p:nvPr/>
        </p:nvGrpSpPr>
        <p:grpSpPr>
          <a:xfrm>
            <a:off x="357425" y="2918742"/>
            <a:ext cx="7018608" cy="3466250"/>
            <a:chOff x="2594085" y="2918742"/>
            <a:chExt cx="7018608" cy="3466250"/>
          </a:xfrm>
        </p:grpSpPr>
        <p:cxnSp>
          <p:nvCxnSpPr>
            <p:cNvPr id="20" name="直接连接符 19">
              <a:extLst>
                <a:ext uri="{FF2B5EF4-FFF2-40B4-BE49-F238E27FC236}">
                  <a16:creationId xmlns:a16="http://schemas.microsoft.com/office/drawing/2014/main" id="{35959B14-2675-4534-AF81-823E7C483BF0}"/>
                </a:ext>
              </a:extLst>
            </p:cNvPr>
            <p:cNvCxnSpPr>
              <a:cxnSpLocks/>
            </p:cNvCxnSpPr>
            <p:nvPr/>
          </p:nvCxnSpPr>
          <p:spPr>
            <a:xfrm>
              <a:off x="2826968" y="4662065"/>
              <a:ext cx="3144483"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1" name="直接连接符 20">
              <a:extLst>
                <a:ext uri="{FF2B5EF4-FFF2-40B4-BE49-F238E27FC236}">
                  <a16:creationId xmlns:a16="http://schemas.microsoft.com/office/drawing/2014/main" id="{A9CBBDDF-1684-46FF-9748-4143359B4237}"/>
                </a:ext>
              </a:extLst>
            </p:cNvPr>
            <p:cNvCxnSpPr>
              <a:cxnSpLocks/>
            </p:cNvCxnSpPr>
            <p:nvPr/>
          </p:nvCxnSpPr>
          <p:spPr>
            <a:xfrm>
              <a:off x="6132181" y="4662065"/>
              <a:ext cx="3202591"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2" name="直接连接符 51">
              <a:extLst>
                <a:ext uri="{FF2B5EF4-FFF2-40B4-BE49-F238E27FC236}">
                  <a16:creationId xmlns:a16="http://schemas.microsoft.com/office/drawing/2014/main" id="{DBF92076-58AC-40B2-8928-59CFD0C09F75}"/>
                </a:ext>
              </a:extLst>
            </p:cNvPr>
            <p:cNvCxnSpPr/>
            <p:nvPr/>
          </p:nvCxnSpPr>
          <p:spPr>
            <a:xfrm flipV="1">
              <a:off x="4441112" y="3514333"/>
              <a:ext cx="0" cy="2519534"/>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3" name="直接连接符 52">
              <a:extLst>
                <a:ext uri="{FF2B5EF4-FFF2-40B4-BE49-F238E27FC236}">
                  <a16:creationId xmlns:a16="http://schemas.microsoft.com/office/drawing/2014/main" id="{EED559DC-292B-4CE1-920D-FB3B64E7A129}"/>
                </a:ext>
              </a:extLst>
            </p:cNvPr>
            <p:cNvCxnSpPr/>
            <p:nvPr/>
          </p:nvCxnSpPr>
          <p:spPr>
            <a:xfrm flipH="1">
              <a:off x="3208366" y="4662392"/>
              <a:ext cx="1232746"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pic>
          <p:nvPicPr>
            <p:cNvPr id="54" name="图片 53" descr="文本&#10;&#10;描述已自动生成">
              <a:extLst>
                <a:ext uri="{FF2B5EF4-FFF2-40B4-BE49-F238E27FC236}">
                  <a16:creationId xmlns:a16="http://schemas.microsoft.com/office/drawing/2014/main" id="{A79EC3B7-6709-4ADB-9BBB-489673070EB6}"/>
                </a:ext>
              </a:extLst>
            </p:cNvPr>
            <p:cNvPicPr>
              <a:picLocks noChangeAspect="1"/>
            </p:cNvPicPr>
            <p:nvPr/>
          </p:nvPicPr>
          <p:blipFill>
            <a:blip r:embed="rId3">
              <a:extLst>
                <a:ext uri="{28A0092B-C50C-407E-A947-70E740481C1C}">
                  <a14:useLocalDpi xmlns:a14="http://schemas.microsoft.com/office/drawing/2010/main" val="0"/>
                </a:ext>
              </a:extLst>
            </a:blip>
            <a:stretch>
              <a:fillRect/>
            </a:stretch>
          </p:blipFill>
          <p:spPr>
            <a:xfrm>
              <a:off x="4164077" y="4403480"/>
              <a:ext cx="589727" cy="552869"/>
            </a:xfrm>
            <a:prstGeom prst="rect">
              <a:avLst/>
            </a:prstGeom>
          </p:spPr>
        </p:pic>
        <p:sp>
          <p:nvSpPr>
            <p:cNvPr id="55" name="文本框 54">
              <a:extLst>
                <a:ext uri="{FF2B5EF4-FFF2-40B4-BE49-F238E27FC236}">
                  <a16:creationId xmlns:a16="http://schemas.microsoft.com/office/drawing/2014/main" id="{BCEC10C2-62EA-4D22-96C7-8630FF95FB41}"/>
                </a:ext>
              </a:extLst>
            </p:cNvPr>
            <p:cNvSpPr txBox="1"/>
            <p:nvPr/>
          </p:nvSpPr>
          <p:spPr>
            <a:xfrm>
              <a:off x="4421357" y="4836433"/>
              <a:ext cx="918385" cy="369332"/>
            </a:xfrm>
            <a:prstGeom prst="rect">
              <a:avLst/>
            </a:prstGeom>
            <a:noFill/>
          </p:spPr>
          <p:txBody>
            <a:bodyPr wrap="square" rtlCol="0">
              <a:spAutoFit/>
            </a:bodyPr>
            <a:lstStyle/>
            <a:p>
              <a:pPr algn="ctr"/>
              <a:r>
                <a:rPr lang="zh-CN" altLang="en-US" b="1" dirty="0">
                  <a:latin typeface="+mn-ea"/>
                </a:rPr>
                <a:t>集线器</a:t>
              </a:r>
            </a:p>
          </p:txBody>
        </p:sp>
        <p:grpSp>
          <p:nvGrpSpPr>
            <p:cNvPr id="56" name="组合 55">
              <a:extLst>
                <a:ext uri="{FF2B5EF4-FFF2-40B4-BE49-F238E27FC236}">
                  <a16:creationId xmlns:a16="http://schemas.microsoft.com/office/drawing/2014/main" id="{164AC773-3928-4B29-92A6-5FEABDF08771}"/>
                </a:ext>
              </a:extLst>
            </p:cNvPr>
            <p:cNvGrpSpPr/>
            <p:nvPr/>
          </p:nvGrpSpPr>
          <p:grpSpPr>
            <a:xfrm>
              <a:off x="4082203" y="2918742"/>
              <a:ext cx="688835" cy="666249"/>
              <a:chOff x="3393222" y="2975188"/>
              <a:chExt cx="688835" cy="666249"/>
            </a:xfrm>
          </p:grpSpPr>
          <p:pic>
            <p:nvPicPr>
              <p:cNvPr id="63" name="图形 10">
                <a:extLst>
                  <a:ext uri="{FF2B5EF4-FFF2-40B4-BE49-F238E27FC236}">
                    <a16:creationId xmlns:a16="http://schemas.microsoft.com/office/drawing/2014/main" id="{55744A7A-8759-4D2F-A708-A31F46AE97A9}"/>
                  </a:ext>
                </a:extLst>
              </p:cNvPr>
              <p:cNvPicPr>
                <a:picLocks noChangeAspect="1"/>
              </p:cNvPicPr>
              <p:nvPr/>
            </p:nvPicPr>
            <p:blipFill>
              <a:blip r:embed="rId4">
                <a:extLst>
                  <a:ext uri="{28A0092B-C50C-407E-A947-70E740481C1C}">
                    <a14:useLocalDpi xmlns:a14="http://schemas.microsoft.com/office/drawing/2010/main" val="0"/>
                  </a:ext>
                  <a:ext uri="{96DAC541-7B7A-43D3-8B79-37D633B846F1}">
                    <asvg:svgBlip xmlns:asvg="http://schemas.microsoft.com/office/drawing/2016/SVG/main" r:embed="rId5"/>
                  </a:ext>
                </a:extLst>
              </a:blip>
              <a:stretch>
                <a:fillRect/>
              </a:stretch>
            </p:blipFill>
            <p:spPr>
              <a:xfrm>
                <a:off x="3393222" y="2975188"/>
                <a:ext cx="688835" cy="666249"/>
              </a:xfrm>
              <a:prstGeom prst="rect">
                <a:avLst/>
              </a:prstGeom>
            </p:spPr>
          </p:pic>
          <p:sp>
            <p:nvSpPr>
              <p:cNvPr id="64" name="文本框 63">
                <a:extLst>
                  <a:ext uri="{FF2B5EF4-FFF2-40B4-BE49-F238E27FC236}">
                    <a16:creationId xmlns:a16="http://schemas.microsoft.com/office/drawing/2014/main" id="{9B98C997-2BE5-43EE-8ED2-2321C74E159C}"/>
                  </a:ext>
                </a:extLst>
              </p:cNvPr>
              <p:cNvSpPr txBox="1"/>
              <p:nvPr/>
            </p:nvSpPr>
            <p:spPr>
              <a:xfrm>
                <a:off x="3680202" y="3014092"/>
                <a:ext cx="388699" cy="400110"/>
              </a:xfrm>
              <a:prstGeom prst="rect">
                <a:avLst/>
              </a:prstGeom>
              <a:noFill/>
            </p:spPr>
            <p:txBody>
              <a:bodyPr wrap="square">
                <a:spAutoFit/>
              </a:bodyPr>
              <a:lstStyle/>
              <a:p>
                <a:pPr algn="ctr"/>
                <a:r>
                  <a:rPr lang="en-US" altLang="zh-CN" sz="2000" b="1" dirty="0">
                    <a:solidFill>
                      <a:schemeClr val="bg1"/>
                    </a:solidFill>
                  </a:rPr>
                  <a:t>B</a:t>
                </a:r>
                <a:endParaRPr lang="zh-CN" altLang="en-US" sz="2000" dirty="0">
                  <a:solidFill>
                    <a:schemeClr val="bg1"/>
                  </a:solidFill>
                </a:endParaRPr>
              </a:p>
            </p:txBody>
          </p:sp>
        </p:grpSp>
        <p:grpSp>
          <p:nvGrpSpPr>
            <p:cNvPr id="57" name="组合 56">
              <a:extLst>
                <a:ext uri="{FF2B5EF4-FFF2-40B4-BE49-F238E27FC236}">
                  <a16:creationId xmlns:a16="http://schemas.microsoft.com/office/drawing/2014/main" id="{DA493CCE-7340-47EB-BC3F-7E4E90DE7A71}"/>
                </a:ext>
              </a:extLst>
            </p:cNvPr>
            <p:cNvGrpSpPr/>
            <p:nvPr/>
          </p:nvGrpSpPr>
          <p:grpSpPr>
            <a:xfrm>
              <a:off x="2594085" y="4170184"/>
              <a:ext cx="688835" cy="666249"/>
              <a:chOff x="3393222" y="2975188"/>
              <a:chExt cx="688835" cy="666249"/>
            </a:xfrm>
          </p:grpSpPr>
          <p:pic>
            <p:nvPicPr>
              <p:cNvPr id="61" name="图形 10">
                <a:extLst>
                  <a:ext uri="{FF2B5EF4-FFF2-40B4-BE49-F238E27FC236}">
                    <a16:creationId xmlns:a16="http://schemas.microsoft.com/office/drawing/2014/main" id="{D724056B-10D0-44B7-A2F7-BB4BFDD76BF8}"/>
                  </a:ext>
                </a:extLst>
              </p:cNvPr>
              <p:cNvPicPr>
                <a:picLocks noChangeAspect="1"/>
              </p:cNvPicPr>
              <p:nvPr/>
            </p:nvPicPr>
            <p:blipFill>
              <a:blip r:embed="rId4">
                <a:extLst>
                  <a:ext uri="{28A0092B-C50C-407E-A947-70E740481C1C}">
                    <a14:useLocalDpi xmlns:a14="http://schemas.microsoft.com/office/drawing/2010/main" val="0"/>
                  </a:ext>
                  <a:ext uri="{96DAC541-7B7A-43D3-8B79-37D633B846F1}">
                    <asvg:svgBlip xmlns:asvg="http://schemas.microsoft.com/office/drawing/2016/SVG/main" r:embed="rId5"/>
                  </a:ext>
                </a:extLst>
              </a:blip>
              <a:stretch>
                <a:fillRect/>
              </a:stretch>
            </p:blipFill>
            <p:spPr>
              <a:xfrm>
                <a:off x="3393222" y="2975188"/>
                <a:ext cx="688835" cy="666249"/>
              </a:xfrm>
              <a:prstGeom prst="rect">
                <a:avLst/>
              </a:prstGeom>
            </p:spPr>
          </p:pic>
          <p:sp>
            <p:nvSpPr>
              <p:cNvPr id="62" name="文本框 61">
                <a:extLst>
                  <a:ext uri="{FF2B5EF4-FFF2-40B4-BE49-F238E27FC236}">
                    <a16:creationId xmlns:a16="http://schemas.microsoft.com/office/drawing/2014/main" id="{1B579C24-3D84-4D42-801E-9599D16D2328}"/>
                  </a:ext>
                </a:extLst>
              </p:cNvPr>
              <p:cNvSpPr txBox="1"/>
              <p:nvPr/>
            </p:nvSpPr>
            <p:spPr>
              <a:xfrm>
                <a:off x="3680202" y="3014092"/>
                <a:ext cx="388699" cy="400110"/>
              </a:xfrm>
              <a:prstGeom prst="rect">
                <a:avLst/>
              </a:prstGeom>
              <a:noFill/>
            </p:spPr>
            <p:txBody>
              <a:bodyPr wrap="square">
                <a:spAutoFit/>
              </a:bodyPr>
              <a:lstStyle/>
              <a:p>
                <a:pPr algn="ctr"/>
                <a:r>
                  <a:rPr lang="en-US" altLang="zh-CN" sz="2000" b="1" dirty="0">
                    <a:solidFill>
                      <a:schemeClr val="bg1"/>
                    </a:solidFill>
                  </a:rPr>
                  <a:t>A</a:t>
                </a:r>
                <a:endParaRPr lang="zh-CN" altLang="en-US" sz="2000" dirty="0">
                  <a:solidFill>
                    <a:schemeClr val="bg1"/>
                  </a:solidFill>
                </a:endParaRPr>
              </a:p>
            </p:txBody>
          </p:sp>
        </p:grpSp>
        <p:grpSp>
          <p:nvGrpSpPr>
            <p:cNvPr id="58" name="组合 57">
              <a:extLst>
                <a:ext uri="{FF2B5EF4-FFF2-40B4-BE49-F238E27FC236}">
                  <a16:creationId xmlns:a16="http://schemas.microsoft.com/office/drawing/2014/main" id="{8E891124-F4B8-4DC0-94A5-A184BBF24DA9}"/>
                </a:ext>
              </a:extLst>
            </p:cNvPr>
            <p:cNvGrpSpPr/>
            <p:nvPr/>
          </p:nvGrpSpPr>
          <p:grpSpPr>
            <a:xfrm>
              <a:off x="4010702" y="5718743"/>
              <a:ext cx="688835" cy="666249"/>
              <a:chOff x="3393222" y="2975188"/>
              <a:chExt cx="688835" cy="666249"/>
            </a:xfrm>
          </p:grpSpPr>
          <p:pic>
            <p:nvPicPr>
              <p:cNvPr id="59" name="图形 10">
                <a:extLst>
                  <a:ext uri="{FF2B5EF4-FFF2-40B4-BE49-F238E27FC236}">
                    <a16:creationId xmlns:a16="http://schemas.microsoft.com/office/drawing/2014/main" id="{5C51064C-A053-4286-98E5-BDA48A307CC9}"/>
                  </a:ext>
                </a:extLst>
              </p:cNvPr>
              <p:cNvPicPr>
                <a:picLocks noChangeAspect="1"/>
              </p:cNvPicPr>
              <p:nvPr/>
            </p:nvPicPr>
            <p:blipFill>
              <a:blip r:embed="rId4">
                <a:extLst>
                  <a:ext uri="{28A0092B-C50C-407E-A947-70E740481C1C}">
                    <a14:useLocalDpi xmlns:a14="http://schemas.microsoft.com/office/drawing/2010/main" val="0"/>
                  </a:ext>
                  <a:ext uri="{96DAC541-7B7A-43D3-8B79-37D633B846F1}">
                    <asvg:svgBlip xmlns:asvg="http://schemas.microsoft.com/office/drawing/2016/SVG/main" r:embed="rId5"/>
                  </a:ext>
                </a:extLst>
              </a:blip>
              <a:stretch>
                <a:fillRect/>
              </a:stretch>
            </p:blipFill>
            <p:spPr>
              <a:xfrm>
                <a:off x="3393222" y="2975188"/>
                <a:ext cx="688835" cy="666249"/>
              </a:xfrm>
              <a:prstGeom prst="rect">
                <a:avLst/>
              </a:prstGeom>
            </p:spPr>
          </p:pic>
          <p:sp>
            <p:nvSpPr>
              <p:cNvPr id="60" name="文本框 59">
                <a:extLst>
                  <a:ext uri="{FF2B5EF4-FFF2-40B4-BE49-F238E27FC236}">
                    <a16:creationId xmlns:a16="http://schemas.microsoft.com/office/drawing/2014/main" id="{B1544697-D405-4B72-9319-3D18DFC7C4E1}"/>
                  </a:ext>
                </a:extLst>
              </p:cNvPr>
              <p:cNvSpPr txBox="1"/>
              <p:nvPr/>
            </p:nvSpPr>
            <p:spPr>
              <a:xfrm>
                <a:off x="3680202" y="3014092"/>
                <a:ext cx="388699" cy="400110"/>
              </a:xfrm>
              <a:prstGeom prst="rect">
                <a:avLst/>
              </a:prstGeom>
              <a:noFill/>
            </p:spPr>
            <p:txBody>
              <a:bodyPr wrap="square">
                <a:spAutoFit/>
              </a:bodyPr>
              <a:lstStyle/>
              <a:p>
                <a:pPr algn="ctr"/>
                <a:r>
                  <a:rPr lang="en-US" altLang="zh-CN" sz="2000" b="1" dirty="0">
                    <a:solidFill>
                      <a:schemeClr val="bg1"/>
                    </a:solidFill>
                  </a:rPr>
                  <a:t>C</a:t>
                </a:r>
                <a:endParaRPr lang="zh-CN" altLang="en-US" sz="2000" dirty="0">
                  <a:solidFill>
                    <a:schemeClr val="bg1"/>
                  </a:solidFill>
                </a:endParaRPr>
              </a:p>
            </p:txBody>
          </p:sp>
        </p:grpSp>
        <p:cxnSp>
          <p:nvCxnSpPr>
            <p:cNvPr id="39" name="直接连接符 38">
              <a:extLst>
                <a:ext uri="{FF2B5EF4-FFF2-40B4-BE49-F238E27FC236}">
                  <a16:creationId xmlns:a16="http://schemas.microsoft.com/office/drawing/2014/main" id="{3B54DCDA-29F4-4A7A-B891-9FE72331555E}"/>
                </a:ext>
              </a:extLst>
            </p:cNvPr>
            <p:cNvCxnSpPr/>
            <p:nvPr/>
          </p:nvCxnSpPr>
          <p:spPr>
            <a:xfrm flipV="1">
              <a:off x="7706158" y="3514333"/>
              <a:ext cx="0" cy="2519534"/>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pic>
          <p:nvPicPr>
            <p:cNvPr id="41" name="图片 40" descr="文本&#10;&#10;描述已自动生成">
              <a:extLst>
                <a:ext uri="{FF2B5EF4-FFF2-40B4-BE49-F238E27FC236}">
                  <a16:creationId xmlns:a16="http://schemas.microsoft.com/office/drawing/2014/main" id="{DDAED76E-9D71-49D3-9571-3A8E413C6BE6}"/>
                </a:ext>
              </a:extLst>
            </p:cNvPr>
            <p:cNvPicPr>
              <a:picLocks noChangeAspect="1"/>
            </p:cNvPicPr>
            <p:nvPr/>
          </p:nvPicPr>
          <p:blipFill>
            <a:blip r:embed="rId3">
              <a:extLst>
                <a:ext uri="{28A0092B-C50C-407E-A947-70E740481C1C}">
                  <a14:useLocalDpi xmlns:a14="http://schemas.microsoft.com/office/drawing/2010/main" val="0"/>
                </a:ext>
              </a:extLst>
            </a:blip>
            <a:stretch>
              <a:fillRect/>
            </a:stretch>
          </p:blipFill>
          <p:spPr>
            <a:xfrm>
              <a:off x="7429123" y="4403480"/>
              <a:ext cx="589727" cy="552869"/>
            </a:xfrm>
            <a:prstGeom prst="rect">
              <a:avLst/>
            </a:prstGeom>
          </p:spPr>
        </p:pic>
        <p:sp>
          <p:nvSpPr>
            <p:cNvPr id="42" name="文本框 41">
              <a:extLst>
                <a:ext uri="{FF2B5EF4-FFF2-40B4-BE49-F238E27FC236}">
                  <a16:creationId xmlns:a16="http://schemas.microsoft.com/office/drawing/2014/main" id="{8538514A-385A-47BB-A433-185DDA383C2B}"/>
                </a:ext>
              </a:extLst>
            </p:cNvPr>
            <p:cNvSpPr txBox="1"/>
            <p:nvPr/>
          </p:nvSpPr>
          <p:spPr>
            <a:xfrm>
              <a:off x="6818048" y="4836433"/>
              <a:ext cx="918385" cy="369332"/>
            </a:xfrm>
            <a:prstGeom prst="rect">
              <a:avLst/>
            </a:prstGeom>
            <a:noFill/>
          </p:spPr>
          <p:txBody>
            <a:bodyPr wrap="square" rtlCol="0">
              <a:spAutoFit/>
            </a:bodyPr>
            <a:lstStyle/>
            <a:p>
              <a:pPr algn="ctr"/>
              <a:r>
                <a:rPr lang="zh-CN" altLang="en-US" b="1" dirty="0">
                  <a:latin typeface="+mn-ea"/>
                </a:rPr>
                <a:t>集线器</a:t>
              </a:r>
            </a:p>
          </p:txBody>
        </p:sp>
        <p:grpSp>
          <p:nvGrpSpPr>
            <p:cNvPr id="43" name="组合 42">
              <a:extLst>
                <a:ext uri="{FF2B5EF4-FFF2-40B4-BE49-F238E27FC236}">
                  <a16:creationId xmlns:a16="http://schemas.microsoft.com/office/drawing/2014/main" id="{B69023A8-B89B-416C-A039-5C5D29181F50}"/>
                </a:ext>
              </a:extLst>
            </p:cNvPr>
            <p:cNvGrpSpPr/>
            <p:nvPr/>
          </p:nvGrpSpPr>
          <p:grpSpPr>
            <a:xfrm>
              <a:off x="7361740" y="2918742"/>
              <a:ext cx="688835" cy="666249"/>
              <a:chOff x="3393222" y="2975188"/>
              <a:chExt cx="688835" cy="666249"/>
            </a:xfrm>
          </p:grpSpPr>
          <p:pic>
            <p:nvPicPr>
              <p:cNvPr id="50" name="图形 10">
                <a:extLst>
                  <a:ext uri="{FF2B5EF4-FFF2-40B4-BE49-F238E27FC236}">
                    <a16:creationId xmlns:a16="http://schemas.microsoft.com/office/drawing/2014/main" id="{A3B3F047-E8B5-482A-8C5F-BAE8D2B621BA}"/>
                  </a:ext>
                </a:extLst>
              </p:cNvPr>
              <p:cNvPicPr>
                <a:picLocks noChangeAspect="1"/>
              </p:cNvPicPr>
              <p:nvPr/>
            </p:nvPicPr>
            <p:blipFill>
              <a:blip r:embed="rId4">
                <a:extLst>
                  <a:ext uri="{28A0092B-C50C-407E-A947-70E740481C1C}">
                    <a14:useLocalDpi xmlns:a14="http://schemas.microsoft.com/office/drawing/2010/main" val="0"/>
                  </a:ext>
                  <a:ext uri="{96DAC541-7B7A-43D3-8B79-37D633B846F1}">
                    <asvg:svgBlip xmlns:asvg="http://schemas.microsoft.com/office/drawing/2016/SVG/main" r:embed="rId5"/>
                  </a:ext>
                </a:extLst>
              </a:blip>
              <a:stretch>
                <a:fillRect/>
              </a:stretch>
            </p:blipFill>
            <p:spPr>
              <a:xfrm>
                <a:off x="3393222" y="2975188"/>
                <a:ext cx="688835" cy="666249"/>
              </a:xfrm>
              <a:prstGeom prst="rect">
                <a:avLst/>
              </a:prstGeom>
            </p:spPr>
          </p:pic>
          <p:sp>
            <p:nvSpPr>
              <p:cNvPr id="51" name="文本框 50">
                <a:extLst>
                  <a:ext uri="{FF2B5EF4-FFF2-40B4-BE49-F238E27FC236}">
                    <a16:creationId xmlns:a16="http://schemas.microsoft.com/office/drawing/2014/main" id="{E1FD5C9D-366C-4253-A736-56966B5E5AAA}"/>
                  </a:ext>
                </a:extLst>
              </p:cNvPr>
              <p:cNvSpPr txBox="1"/>
              <p:nvPr/>
            </p:nvSpPr>
            <p:spPr>
              <a:xfrm>
                <a:off x="3680202" y="3014092"/>
                <a:ext cx="388699" cy="400110"/>
              </a:xfrm>
              <a:prstGeom prst="rect">
                <a:avLst/>
              </a:prstGeom>
              <a:noFill/>
            </p:spPr>
            <p:txBody>
              <a:bodyPr wrap="square">
                <a:spAutoFit/>
              </a:bodyPr>
              <a:lstStyle/>
              <a:p>
                <a:pPr algn="ctr"/>
                <a:r>
                  <a:rPr lang="en-US" altLang="zh-CN" sz="2000" b="1" dirty="0">
                    <a:solidFill>
                      <a:schemeClr val="bg1"/>
                    </a:solidFill>
                  </a:rPr>
                  <a:t>D</a:t>
                </a:r>
                <a:endParaRPr lang="zh-CN" altLang="en-US" sz="2000" dirty="0">
                  <a:solidFill>
                    <a:schemeClr val="bg1"/>
                  </a:solidFill>
                </a:endParaRPr>
              </a:p>
            </p:txBody>
          </p:sp>
        </p:grpSp>
        <p:grpSp>
          <p:nvGrpSpPr>
            <p:cNvPr id="44" name="组合 43">
              <a:extLst>
                <a:ext uri="{FF2B5EF4-FFF2-40B4-BE49-F238E27FC236}">
                  <a16:creationId xmlns:a16="http://schemas.microsoft.com/office/drawing/2014/main" id="{5ED7DEA9-40EC-4CF9-9773-79CFB5D54601}"/>
                </a:ext>
              </a:extLst>
            </p:cNvPr>
            <p:cNvGrpSpPr/>
            <p:nvPr/>
          </p:nvGrpSpPr>
          <p:grpSpPr>
            <a:xfrm>
              <a:off x="7260451" y="5718743"/>
              <a:ext cx="688835" cy="666249"/>
              <a:chOff x="3393222" y="2975188"/>
              <a:chExt cx="688835" cy="666249"/>
            </a:xfrm>
          </p:grpSpPr>
          <p:pic>
            <p:nvPicPr>
              <p:cNvPr id="48" name="图形 10">
                <a:extLst>
                  <a:ext uri="{FF2B5EF4-FFF2-40B4-BE49-F238E27FC236}">
                    <a16:creationId xmlns:a16="http://schemas.microsoft.com/office/drawing/2014/main" id="{8C77401E-0C8F-4070-9F33-12FB266F8BC1}"/>
                  </a:ext>
                </a:extLst>
              </p:cNvPr>
              <p:cNvPicPr>
                <a:picLocks noChangeAspect="1"/>
              </p:cNvPicPr>
              <p:nvPr/>
            </p:nvPicPr>
            <p:blipFill>
              <a:blip r:embed="rId4">
                <a:extLst>
                  <a:ext uri="{28A0092B-C50C-407E-A947-70E740481C1C}">
                    <a14:useLocalDpi xmlns:a14="http://schemas.microsoft.com/office/drawing/2010/main" val="0"/>
                  </a:ext>
                  <a:ext uri="{96DAC541-7B7A-43D3-8B79-37D633B846F1}">
                    <asvg:svgBlip xmlns:asvg="http://schemas.microsoft.com/office/drawing/2016/SVG/main" r:embed="rId5"/>
                  </a:ext>
                </a:extLst>
              </a:blip>
              <a:stretch>
                <a:fillRect/>
              </a:stretch>
            </p:blipFill>
            <p:spPr>
              <a:xfrm>
                <a:off x="3393222" y="2975188"/>
                <a:ext cx="688835" cy="666249"/>
              </a:xfrm>
              <a:prstGeom prst="rect">
                <a:avLst/>
              </a:prstGeom>
            </p:spPr>
          </p:pic>
          <p:sp>
            <p:nvSpPr>
              <p:cNvPr id="49" name="文本框 48">
                <a:extLst>
                  <a:ext uri="{FF2B5EF4-FFF2-40B4-BE49-F238E27FC236}">
                    <a16:creationId xmlns:a16="http://schemas.microsoft.com/office/drawing/2014/main" id="{1216CCBF-7A51-482A-8104-21D975E10B8D}"/>
                  </a:ext>
                </a:extLst>
              </p:cNvPr>
              <p:cNvSpPr txBox="1"/>
              <p:nvPr/>
            </p:nvSpPr>
            <p:spPr>
              <a:xfrm>
                <a:off x="3680202" y="3014092"/>
                <a:ext cx="388699" cy="400110"/>
              </a:xfrm>
              <a:prstGeom prst="rect">
                <a:avLst/>
              </a:prstGeom>
              <a:noFill/>
            </p:spPr>
            <p:txBody>
              <a:bodyPr wrap="square">
                <a:spAutoFit/>
              </a:bodyPr>
              <a:lstStyle/>
              <a:p>
                <a:pPr algn="ctr"/>
                <a:r>
                  <a:rPr lang="en-US" altLang="zh-CN" sz="2000" b="1" dirty="0">
                    <a:solidFill>
                      <a:schemeClr val="bg1"/>
                    </a:solidFill>
                  </a:rPr>
                  <a:t>F</a:t>
                </a:r>
                <a:endParaRPr lang="zh-CN" altLang="en-US" sz="2000" dirty="0">
                  <a:solidFill>
                    <a:schemeClr val="bg1"/>
                  </a:solidFill>
                </a:endParaRPr>
              </a:p>
            </p:txBody>
          </p:sp>
        </p:grpSp>
        <p:grpSp>
          <p:nvGrpSpPr>
            <p:cNvPr id="45" name="组合 44">
              <a:extLst>
                <a:ext uri="{FF2B5EF4-FFF2-40B4-BE49-F238E27FC236}">
                  <a16:creationId xmlns:a16="http://schemas.microsoft.com/office/drawing/2014/main" id="{DDBA12F7-C5BA-4D15-AC11-0D79CC20089A}"/>
                </a:ext>
              </a:extLst>
            </p:cNvPr>
            <p:cNvGrpSpPr/>
            <p:nvPr/>
          </p:nvGrpSpPr>
          <p:grpSpPr>
            <a:xfrm>
              <a:off x="8923858" y="4209088"/>
              <a:ext cx="688835" cy="666249"/>
              <a:chOff x="3393222" y="2975188"/>
              <a:chExt cx="688835" cy="666249"/>
            </a:xfrm>
          </p:grpSpPr>
          <p:pic>
            <p:nvPicPr>
              <p:cNvPr id="46" name="图形 10">
                <a:extLst>
                  <a:ext uri="{FF2B5EF4-FFF2-40B4-BE49-F238E27FC236}">
                    <a16:creationId xmlns:a16="http://schemas.microsoft.com/office/drawing/2014/main" id="{5206E993-22D6-416C-BD6E-7BA1B8EC8925}"/>
                  </a:ext>
                </a:extLst>
              </p:cNvPr>
              <p:cNvPicPr>
                <a:picLocks noChangeAspect="1"/>
              </p:cNvPicPr>
              <p:nvPr/>
            </p:nvPicPr>
            <p:blipFill>
              <a:blip r:embed="rId4">
                <a:extLst>
                  <a:ext uri="{28A0092B-C50C-407E-A947-70E740481C1C}">
                    <a14:useLocalDpi xmlns:a14="http://schemas.microsoft.com/office/drawing/2010/main" val="0"/>
                  </a:ext>
                  <a:ext uri="{96DAC541-7B7A-43D3-8B79-37D633B846F1}">
                    <asvg:svgBlip xmlns:asvg="http://schemas.microsoft.com/office/drawing/2016/SVG/main" r:embed="rId5"/>
                  </a:ext>
                </a:extLst>
              </a:blip>
              <a:stretch>
                <a:fillRect/>
              </a:stretch>
            </p:blipFill>
            <p:spPr>
              <a:xfrm>
                <a:off x="3393222" y="2975188"/>
                <a:ext cx="688835" cy="666249"/>
              </a:xfrm>
              <a:prstGeom prst="rect">
                <a:avLst/>
              </a:prstGeom>
            </p:spPr>
          </p:pic>
          <p:sp>
            <p:nvSpPr>
              <p:cNvPr id="47" name="文本框 46">
                <a:extLst>
                  <a:ext uri="{FF2B5EF4-FFF2-40B4-BE49-F238E27FC236}">
                    <a16:creationId xmlns:a16="http://schemas.microsoft.com/office/drawing/2014/main" id="{11A5DCB8-BA30-4A3E-9AB8-373AFE47EF52}"/>
                  </a:ext>
                </a:extLst>
              </p:cNvPr>
              <p:cNvSpPr txBox="1"/>
              <p:nvPr/>
            </p:nvSpPr>
            <p:spPr>
              <a:xfrm>
                <a:off x="3680202" y="3014092"/>
                <a:ext cx="388699" cy="400110"/>
              </a:xfrm>
              <a:prstGeom prst="rect">
                <a:avLst/>
              </a:prstGeom>
              <a:noFill/>
            </p:spPr>
            <p:txBody>
              <a:bodyPr wrap="square">
                <a:spAutoFit/>
              </a:bodyPr>
              <a:lstStyle/>
              <a:p>
                <a:pPr algn="ctr"/>
                <a:r>
                  <a:rPr lang="en-US" altLang="zh-CN" sz="2000" b="1" dirty="0">
                    <a:solidFill>
                      <a:schemeClr val="bg1"/>
                    </a:solidFill>
                  </a:rPr>
                  <a:t>E</a:t>
                </a:r>
                <a:endParaRPr lang="zh-CN" altLang="en-US" sz="2000" dirty="0">
                  <a:solidFill>
                    <a:schemeClr val="bg1"/>
                  </a:solidFill>
                </a:endParaRPr>
              </a:p>
            </p:txBody>
          </p:sp>
        </p:grpSp>
        <p:pic>
          <p:nvPicPr>
            <p:cNvPr id="37" name="图片 36" descr="图片包含 图标&#10;&#10;描述已自动生成">
              <a:extLst>
                <a:ext uri="{FF2B5EF4-FFF2-40B4-BE49-F238E27FC236}">
                  <a16:creationId xmlns:a16="http://schemas.microsoft.com/office/drawing/2014/main" id="{66496DB0-9A3F-4B29-B147-178B8CC0741C}"/>
                </a:ext>
              </a:extLst>
            </p:cNvPr>
            <p:cNvPicPr>
              <a:picLocks noChangeAspect="1"/>
            </p:cNvPicPr>
            <p:nvPr/>
          </p:nvPicPr>
          <p:blipFill>
            <a:blip r:embed="rId6">
              <a:extLst>
                <a:ext uri="{28A0092B-C50C-407E-A947-70E740481C1C}">
                  <a14:useLocalDpi xmlns:a14="http://schemas.microsoft.com/office/drawing/2010/main" val="0"/>
                </a:ext>
              </a:extLst>
            </a:blip>
            <a:stretch>
              <a:fillRect/>
            </a:stretch>
          </p:blipFill>
          <p:spPr>
            <a:xfrm>
              <a:off x="5755541" y="4362066"/>
              <a:ext cx="581100" cy="474367"/>
            </a:xfrm>
            <a:prstGeom prst="rect">
              <a:avLst/>
            </a:prstGeom>
          </p:spPr>
        </p:pic>
        <p:sp>
          <p:nvSpPr>
            <p:cNvPr id="38" name="文本框 37">
              <a:extLst>
                <a:ext uri="{FF2B5EF4-FFF2-40B4-BE49-F238E27FC236}">
                  <a16:creationId xmlns:a16="http://schemas.microsoft.com/office/drawing/2014/main" id="{54BC2991-5D71-41F9-BCDB-D116D81A2B2C}"/>
                </a:ext>
              </a:extLst>
            </p:cNvPr>
            <p:cNvSpPr txBox="1"/>
            <p:nvPr/>
          </p:nvSpPr>
          <p:spPr>
            <a:xfrm>
              <a:off x="5691400" y="4836433"/>
              <a:ext cx="694865" cy="369332"/>
            </a:xfrm>
            <a:prstGeom prst="rect">
              <a:avLst/>
            </a:prstGeom>
            <a:noFill/>
          </p:spPr>
          <p:txBody>
            <a:bodyPr wrap="square" rtlCol="0">
              <a:spAutoFit/>
            </a:bodyPr>
            <a:lstStyle/>
            <a:p>
              <a:pPr algn="ctr"/>
              <a:r>
                <a:rPr lang="zh-CN" altLang="en-US" b="1" dirty="0">
                  <a:latin typeface="+mn-ea"/>
                </a:rPr>
                <a:t>网桥</a:t>
              </a:r>
            </a:p>
          </p:txBody>
        </p:sp>
        <p:sp>
          <p:nvSpPr>
            <p:cNvPr id="35" name="文本框 34">
              <a:extLst>
                <a:ext uri="{FF2B5EF4-FFF2-40B4-BE49-F238E27FC236}">
                  <a16:creationId xmlns:a16="http://schemas.microsoft.com/office/drawing/2014/main" id="{AA36C400-5BEA-4377-A6FE-ED432BE8C82F}"/>
                </a:ext>
              </a:extLst>
            </p:cNvPr>
            <p:cNvSpPr txBox="1"/>
            <p:nvPr/>
          </p:nvSpPr>
          <p:spPr>
            <a:xfrm>
              <a:off x="5637014" y="4069729"/>
              <a:ext cx="388699" cy="400110"/>
            </a:xfrm>
            <a:prstGeom prst="rect">
              <a:avLst/>
            </a:prstGeom>
            <a:noFill/>
          </p:spPr>
          <p:txBody>
            <a:bodyPr wrap="square">
              <a:spAutoFit/>
            </a:bodyPr>
            <a:lstStyle/>
            <a:p>
              <a:pPr algn="ctr"/>
              <a:r>
                <a:rPr lang="en-US" altLang="zh-CN" sz="2000" b="1" dirty="0"/>
                <a:t>1</a:t>
              </a:r>
              <a:endParaRPr lang="zh-CN" altLang="en-US" sz="2000" dirty="0"/>
            </a:p>
          </p:txBody>
        </p:sp>
        <p:sp>
          <p:nvSpPr>
            <p:cNvPr id="36" name="文本框 35">
              <a:extLst>
                <a:ext uri="{FF2B5EF4-FFF2-40B4-BE49-F238E27FC236}">
                  <a16:creationId xmlns:a16="http://schemas.microsoft.com/office/drawing/2014/main" id="{FD0F606C-E69C-4C76-9676-89125A4A96A4}"/>
                </a:ext>
              </a:extLst>
            </p:cNvPr>
            <p:cNvSpPr txBox="1"/>
            <p:nvPr/>
          </p:nvSpPr>
          <p:spPr>
            <a:xfrm>
              <a:off x="6131677" y="4069729"/>
              <a:ext cx="388699" cy="400110"/>
            </a:xfrm>
            <a:prstGeom prst="rect">
              <a:avLst/>
            </a:prstGeom>
            <a:noFill/>
          </p:spPr>
          <p:txBody>
            <a:bodyPr wrap="square">
              <a:spAutoFit/>
            </a:bodyPr>
            <a:lstStyle/>
            <a:p>
              <a:pPr algn="ctr"/>
              <a:r>
                <a:rPr lang="en-US" altLang="zh-CN" sz="2000" b="1" dirty="0"/>
                <a:t>2</a:t>
              </a:r>
              <a:endParaRPr lang="zh-CN" altLang="en-US" sz="2000" dirty="0"/>
            </a:p>
          </p:txBody>
        </p:sp>
      </p:grpSp>
      <p:grpSp>
        <p:nvGrpSpPr>
          <p:cNvPr id="7" name="组合 6">
            <a:extLst>
              <a:ext uri="{FF2B5EF4-FFF2-40B4-BE49-F238E27FC236}">
                <a16:creationId xmlns:a16="http://schemas.microsoft.com/office/drawing/2014/main" id="{19421666-7F5D-4D81-A0B8-B30EF80C4B32}"/>
              </a:ext>
            </a:extLst>
          </p:cNvPr>
          <p:cNvGrpSpPr/>
          <p:nvPr/>
        </p:nvGrpSpPr>
        <p:grpSpPr>
          <a:xfrm>
            <a:off x="7362876" y="1771108"/>
            <a:ext cx="4524324" cy="597122"/>
            <a:chOff x="7362876" y="1771108"/>
            <a:chExt cx="4524324" cy="597122"/>
          </a:xfrm>
        </p:grpSpPr>
        <p:sp>
          <p:nvSpPr>
            <p:cNvPr id="83" name="íşlïḍè">
              <a:extLst>
                <a:ext uri="{FF2B5EF4-FFF2-40B4-BE49-F238E27FC236}">
                  <a16:creationId xmlns:a16="http://schemas.microsoft.com/office/drawing/2014/main" id="{63850319-2EC9-4694-B066-AB365F29832C}"/>
                </a:ext>
              </a:extLst>
            </p:cNvPr>
            <p:cNvSpPr txBox="1"/>
            <p:nvPr/>
          </p:nvSpPr>
          <p:spPr>
            <a:xfrm>
              <a:off x="7362876" y="1771108"/>
              <a:ext cx="1590350" cy="597122"/>
            </a:xfrm>
            <a:prstGeom prst="rect">
              <a:avLst/>
            </a:prstGeom>
            <a:noFill/>
          </p:spPr>
          <p:txBody>
            <a:bodyPr wrap="square" lIns="91440" tIns="45720" rIns="91440" bIns="45720" anchor="ctr">
              <a:noAutofit/>
            </a:bodyPr>
            <a:lstStyle/>
            <a:p>
              <a:pPr algn="ctr"/>
              <a:r>
                <a:rPr lang="zh-CN" altLang="en-US" b="1" dirty="0">
                  <a:latin typeface="Arial Narrow" panose="020B0606020202030204" pitchFamily="34" charset="0"/>
                </a:rPr>
                <a:t>站点间的通信</a:t>
              </a:r>
            </a:p>
          </p:txBody>
        </p:sp>
        <p:sp>
          <p:nvSpPr>
            <p:cNvPr id="84" name="íşlïḍè">
              <a:extLst>
                <a:ext uri="{FF2B5EF4-FFF2-40B4-BE49-F238E27FC236}">
                  <a16:creationId xmlns:a16="http://schemas.microsoft.com/office/drawing/2014/main" id="{3084F57C-1DB0-4D24-B9CC-5AA20FF5C73C}"/>
                </a:ext>
              </a:extLst>
            </p:cNvPr>
            <p:cNvSpPr txBox="1"/>
            <p:nvPr/>
          </p:nvSpPr>
          <p:spPr>
            <a:xfrm>
              <a:off x="9328589" y="1771108"/>
              <a:ext cx="2558611" cy="597122"/>
            </a:xfrm>
            <a:prstGeom prst="rect">
              <a:avLst/>
            </a:prstGeom>
            <a:noFill/>
          </p:spPr>
          <p:txBody>
            <a:bodyPr wrap="square" lIns="91440" tIns="45720" rIns="91440" bIns="45720" anchor="ctr">
              <a:noAutofit/>
            </a:bodyPr>
            <a:lstStyle/>
            <a:p>
              <a:pPr algn="ctr"/>
              <a:r>
                <a:rPr lang="zh-CN" altLang="en-US" b="1" dirty="0">
                  <a:latin typeface="Arial Narrow" panose="020B0606020202030204" pitchFamily="34" charset="0"/>
                </a:rPr>
                <a:t>网桥自学习和转发帧</a:t>
              </a:r>
            </a:p>
          </p:txBody>
        </p:sp>
      </p:grpSp>
      <p:sp>
        <p:nvSpPr>
          <p:cNvPr id="77" name="文本框 76">
            <a:extLst>
              <a:ext uri="{FF2B5EF4-FFF2-40B4-BE49-F238E27FC236}">
                <a16:creationId xmlns:a16="http://schemas.microsoft.com/office/drawing/2014/main" id="{37B7F1A5-6AE5-4A4A-B702-13345E29B0A5}"/>
              </a:ext>
            </a:extLst>
          </p:cNvPr>
          <p:cNvSpPr txBox="1"/>
          <p:nvPr/>
        </p:nvSpPr>
        <p:spPr>
          <a:xfrm>
            <a:off x="7726930" y="2312479"/>
            <a:ext cx="862241" cy="400110"/>
          </a:xfrm>
          <a:prstGeom prst="rect">
            <a:avLst/>
          </a:prstGeom>
          <a:noFill/>
        </p:spPr>
        <p:txBody>
          <a:bodyPr wrap="square">
            <a:spAutoFit/>
          </a:bodyPr>
          <a:lstStyle/>
          <a:p>
            <a:pPr algn="ctr"/>
            <a:r>
              <a:rPr lang="en-US" altLang="zh-CN" sz="2000" b="1" dirty="0">
                <a:solidFill>
                  <a:schemeClr val="tx1"/>
                </a:solidFill>
              </a:rPr>
              <a:t>A</a:t>
            </a:r>
            <a:r>
              <a:rPr lang="en-US" altLang="zh-CN" sz="2000" b="1" dirty="0">
                <a:solidFill>
                  <a:schemeClr val="tx1"/>
                </a:solidFill>
                <a:latin typeface="+mn-ea"/>
              </a:rPr>
              <a:t>→</a:t>
            </a:r>
            <a:r>
              <a:rPr lang="en-US" altLang="zh-CN" sz="2000" b="1" dirty="0">
                <a:solidFill>
                  <a:schemeClr val="tx1"/>
                </a:solidFill>
              </a:rPr>
              <a:t>B</a:t>
            </a:r>
            <a:endParaRPr lang="zh-CN" altLang="en-US" sz="2000" b="1" dirty="0">
              <a:solidFill>
                <a:schemeClr val="tx1"/>
              </a:solidFill>
            </a:endParaRPr>
          </a:p>
        </p:txBody>
      </p:sp>
      <p:sp>
        <p:nvSpPr>
          <p:cNvPr id="80" name="文本框 79">
            <a:extLst>
              <a:ext uri="{FF2B5EF4-FFF2-40B4-BE49-F238E27FC236}">
                <a16:creationId xmlns:a16="http://schemas.microsoft.com/office/drawing/2014/main" id="{E47F83A7-2A3F-4E7F-88FC-54D5544A4716}"/>
              </a:ext>
            </a:extLst>
          </p:cNvPr>
          <p:cNvSpPr txBox="1"/>
          <p:nvPr/>
        </p:nvSpPr>
        <p:spPr>
          <a:xfrm>
            <a:off x="3239122" y="2336192"/>
            <a:ext cx="322463" cy="400110"/>
          </a:xfrm>
          <a:prstGeom prst="rect">
            <a:avLst/>
          </a:prstGeom>
          <a:noFill/>
        </p:spPr>
        <p:txBody>
          <a:bodyPr wrap="square">
            <a:spAutoFit/>
          </a:bodyPr>
          <a:lstStyle/>
          <a:p>
            <a:pPr algn="ctr"/>
            <a:r>
              <a:rPr lang="en-US" altLang="zh-CN" sz="2000" b="1" dirty="0">
                <a:solidFill>
                  <a:schemeClr val="tx1"/>
                </a:solidFill>
              </a:rPr>
              <a:t>A</a:t>
            </a:r>
            <a:endParaRPr lang="zh-CN" altLang="en-US" sz="2000" b="1" dirty="0">
              <a:solidFill>
                <a:schemeClr val="tx1"/>
              </a:solidFill>
            </a:endParaRPr>
          </a:p>
        </p:txBody>
      </p:sp>
      <p:sp>
        <p:nvSpPr>
          <p:cNvPr id="81" name="文本框 80">
            <a:extLst>
              <a:ext uri="{FF2B5EF4-FFF2-40B4-BE49-F238E27FC236}">
                <a16:creationId xmlns:a16="http://schemas.microsoft.com/office/drawing/2014/main" id="{3969BAE0-73F9-4E23-8AF8-C4585C78789A}"/>
              </a:ext>
            </a:extLst>
          </p:cNvPr>
          <p:cNvSpPr txBox="1"/>
          <p:nvPr/>
        </p:nvSpPr>
        <p:spPr>
          <a:xfrm>
            <a:off x="4122484" y="2336192"/>
            <a:ext cx="322463" cy="400110"/>
          </a:xfrm>
          <a:prstGeom prst="rect">
            <a:avLst/>
          </a:prstGeom>
          <a:noFill/>
        </p:spPr>
        <p:txBody>
          <a:bodyPr wrap="square">
            <a:spAutoFit/>
          </a:bodyPr>
          <a:lstStyle/>
          <a:p>
            <a:pPr algn="ctr"/>
            <a:r>
              <a:rPr lang="en-US" altLang="zh-CN" sz="2000" b="1" dirty="0">
                <a:solidFill>
                  <a:schemeClr val="tx1"/>
                </a:solidFill>
              </a:rPr>
              <a:t>1</a:t>
            </a:r>
            <a:endParaRPr lang="zh-CN" altLang="en-US" sz="2000" b="1" dirty="0">
              <a:solidFill>
                <a:schemeClr val="tx1"/>
              </a:solidFill>
            </a:endParaRPr>
          </a:p>
        </p:txBody>
      </p:sp>
      <p:sp>
        <p:nvSpPr>
          <p:cNvPr id="82" name="文本框 81">
            <a:extLst>
              <a:ext uri="{FF2B5EF4-FFF2-40B4-BE49-F238E27FC236}">
                <a16:creationId xmlns:a16="http://schemas.microsoft.com/office/drawing/2014/main" id="{CE9E7881-4DFF-4864-9184-54119489B430}"/>
              </a:ext>
            </a:extLst>
          </p:cNvPr>
          <p:cNvSpPr txBox="1"/>
          <p:nvPr/>
        </p:nvSpPr>
        <p:spPr>
          <a:xfrm>
            <a:off x="9484465" y="2312479"/>
            <a:ext cx="785190" cy="369332"/>
          </a:xfrm>
          <a:prstGeom prst="rect">
            <a:avLst/>
          </a:prstGeom>
          <a:noFill/>
        </p:spPr>
        <p:txBody>
          <a:bodyPr wrap="square">
            <a:spAutoFit/>
          </a:bodyPr>
          <a:lstStyle/>
          <a:p>
            <a:r>
              <a:rPr lang="zh-CN" altLang="en-US" b="1" dirty="0">
                <a:solidFill>
                  <a:schemeClr val="tx1"/>
                </a:solidFill>
              </a:rPr>
              <a:t>登记</a:t>
            </a:r>
          </a:p>
        </p:txBody>
      </p:sp>
      <p:sp>
        <p:nvSpPr>
          <p:cNvPr id="86" name="文本框 85">
            <a:extLst>
              <a:ext uri="{FF2B5EF4-FFF2-40B4-BE49-F238E27FC236}">
                <a16:creationId xmlns:a16="http://schemas.microsoft.com/office/drawing/2014/main" id="{87A67178-B884-4ED9-A874-8E2F4FF60432}"/>
              </a:ext>
            </a:extLst>
          </p:cNvPr>
          <p:cNvSpPr txBox="1"/>
          <p:nvPr/>
        </p:nvSpPr>
        <p:spPr>
          <a:xfrm>
            <a:off x="10215299" y="2312479"/>
            <a:ext cx="785190" cy="369332"/>
          </a:xfrm>
          <a:prstGeom prst="rect">
            <a:avLst/>
          </a:prstGeom>
          <a:noFill/>
        </p:spPr>
        <p:txBody>
          <a:bodyPr wrap="square">
            <a:spAutoFit/>
          </a:bodyPr>
          <a:lstStyle/>
          <a:p>
            <a:r>
              <a:rPr lang="zh-CN" altLang="en-US" b="1" dirty="0">
                <a:solidFill>
                  <a:schemeClr val="tx1"/>
                </a:solidFill>
              </a:rPr>
              <a:t>转发</a:t>
            </a:r>
          </a:p>
        </p:txBody>
      </p:sp>
      <p:sp>
        <p:nvSpPr>
          <p:cNvPr id="87" name="文本框 86">
            <a:extLst>
              <a:ext uri="{FF2B5EF4-FFF2-40B4-BE49-F238E27FC236}">
                <a16:creationId xmlns:a16="http://schemas.microsoft.com/office/drawing/2014/main" id="{D0DFDC49-43D5-4017-983F-6195C172D0CB}"/>
              </a:ext>
            </a:extLst>
          </p:cNvPr>
          <p:cNvSpPr txBox="1"/>
          <p:nvPr/>
        </p:nvSpPr>
        <p:spPr>
          <a:xfrm>
            <a:off x="10607894" y="2312391"/>
            <a:ext cx="1109467" cy="369332"/>
          </a:xfrm>
          <a:prstGeom prst="rect">
            <a:avLst/>
          </a:prstGeom>
          <a:noFill/>
        </p:spPr>
        <p:txBody>
          <a:bodyPr wrap="square">
            <a:spAutoFit/>
          </a:bodyPr>
          <a:lstStyle/>
          <a:p>
            <a:r>
              <a:rPr lang="zh-CN" altLang="en-US" b="1" dirty="0">
                <a:solidFill>
                  <a:schemeClr val="tx1"/>
                </a:solidFill>
              </a:rPr>
              <a:t>（盲目）</a:t>
            </a:r>
          </a:p>
        </p:txBody>
      </p:sp>
      <p:sp>
        <p:nvSpPr>
          <p:cNvPr id="114" name="文本框 113">
            <a:extLst>
              <a:ext uri="{FF2B5EF4-FFF2-40B4-BE49-F238E27FC236}">
                <a16:creationId xmlns:a16="http://schemas.microsoft.com/office/drawing/2014/main" id="{6070369E-59ED-47C3-9D4D-E3BEB070BFDF}"/>
              </a:ext>
            </a:extLst>
          </p:cNvPr>
          <p:cNvSpPr txBox="1"/>
          <p:nvPr/>
        </p:nvSpPr>
        <p:spPr>
          <a:xfrm>
            <a:off x="7726930" y="2681723"/>
            <a:ext cx="862241" cy="400110"/>
          </a:xfrm>
          <a:prstGeom prst="rect">
            <a:avLst/>
          </a:prstGeom>
          <a:noFill/>
        </p:spPr>
        <p:txBody>
          <a:bodyPr wrap="square">
            <a:spAutoFit/>
          </a:bodyPr>
          <a:lstStyle/>
          <a:p>
            <a:pPr algn="ctr"/>
            <a:r>
              <a:rPr lang="en-US" altLang="zh-CN" sz="2000" b="1" dirty="0">
                <a:solidFill>
                  <a:schemeClr val="tx1"/>
                </a:solidFill>
              </a:rPr>
              <a:t>D</a:t>
            </a:r>
            <a:r>
              <a:rPr lang="en-US" altLang="zh-CN" sz="2000" b="1" dirty="0">
                <a:solidFill>
                  <a:schemeClr val="tx1"/>
                </a:solidFill>
                <a:latin typeface="+mn-ea"/>
              </a:rPr>
              <a:t>→</a:t>
            </a:r>
            <a:r>
              <a:rPr lang="en-US" altLang="zh-CN" sz="2000" b="1" dirty="0">
                <a:solidFill>
                  <a:schemeClr val="tx1"/>
                </a:solidFill>
              </a:rPr>
              <a:t>A</a:t>
            </a:r>
            <a:endParaRPr lang="zh-CN" altLang="en-US" sz="2000" b="1" dirty="0">
              <a:solidFill>
                <a:schemeClr val="tx1"/>
              </a:solidFill>
            </a:endParaRPr>
          </a:p>
        </p:txBody>
      </p:sp>
      <p:sp>
        <p:nvSpPr>
          <p:cNvPr id="115" name="文本框 114">
            <a:extLst>
              <a:ext uri="{FF2B5EF4-FFF2-40B4-BE49-F238E27FC236}">
                <a16:creationId xmlns:a16="http://schemas.microsoft.com/office/drawing/2014/main" id="{17927AD1-EB0D-4FD1-8382-4D65CD4A9D73}"/>
              </a:ext>
            </a:extLst>
          </p:cNvPr>
          <p:cNvSpPr txBox="1"/>
          <p:nvPr/>
        </p:nvSpPr>
        <p:spPr>
          <a:xfrm>
            <a:off x="9498427" y="2681723"/>
            <a:ext cx="785190" cy="369332"/>
          </a:xfrm>
          <a:prstGeom prst="rect">
            <a:avLst/>
          </a:prstGeom>
          <a:noFill/>
        </p:spPr>
        <p:txBody>
          <a:bodyPr wrap="square">
            <a:spAutoFit/>
          </a:bodyPr>
          <a:lstStyle/>
          <a:p>
            <a:r>
              <a:rPr lang="zh-CN" altLang="en-US" b="1" dirty="0">
                <a:solidFill>
                  <a:schemeClr val="tx1"/>
                </a:solidFill>
              </a:rPr>
              <a:t>登记</a:t>
            </a:r>
          </a:p>
        </p:txBody>
      </p:sp>
      <p:sp>
        <p:nvSpPr>
          <p:cNvPr id="116" name="文本框 115">
            <a:extLst>
              <a:ext uri="{FF2B5EF4-FFF2-40B4-BE49-F238E27FC236}">
                <a16:creationId xmlns:a16="http://schemas.microsoft.com/office/drawing/2014/main" id="{2FC2596A-DA2D-436B-B1E9-2524A0F21D33}"/>
              </a:ext>
            </a:extLst>
          </p:cNvPr>
          <p:cNvSpPr txBox="1"/>
          <p:nvPr/>
        </p:nvSpPr>
        <p:spPr>
          <a:xfrm>
            <a:off x="6227897" y="4716885"/>
            <a:ext cx="688835" cy="369332"/>
          </a:xfrm>
          <a:prstGeom prst="rect">
            <a:avLst/>
          </a:prstGeom>
          <a:noFill/>
        </p:spPr>
        <p:txBody>
          <a:bodyPr wrap="square" rtlCol="0">
            <a:spAutoFit/>
          </a:bodyPr>
          <a:lstStyle/>
          <a:p>
            <a:pPr algn="ctr"/>
            <a:r>
              <a:rPr lang="zh-CN" altLang="en-US" b="1" dirty="0">
                <a:solidFill>
                  <a:schemeClr val="accent1">
                    <a:lumMod val="75000"/>
                  </a:schemeClr>
                </a:solidFill>
              </a:rPr>
              <a:t>丢弃</a:t>
            </a:r>
          </a:p>
        </p:txBody>
      </p:sp>
      <p:sp>
        <p:nvSpPr>
          <p:cNvPr id="117" name="文本框 116">
            <a:extLst>
              <a:ext uri="{FF2B5EF4-FFF2-40B4-BE49-F238E27FC236}">
                <a16:creationId xmlns:a16="http://schemas.microsoft.com/office/drawing/2014/main" id="{EA43721E-93CC-4302-917C-098CC369C6F2}"/>
              </a:ext>
            </a:extLst>
          </p:cNvPr>
          <p:cNvSpPr txBox="1"/>
          <p:nvPr/>
        </p:nvSpPr>
        <p:spPr>
          <a:xfrm>
            <a:off x="5733376" y="5757647"/>
            <a:ext cx="688835" cy="369332"/>
          </a:xfrm>
          <a:prstGeom prst="rect">
            <a:avLst/>
          </a:prstGeom>
          <a:noFill/>
        </p:spPr>
        <p:txBody>
          <a:bodyPr wrap="square" rtlCol="0">
            <a:spAutoFit/>
          </a:bodyPr>
          <a:lstStyle/>
          <a:p>
            <a:pPr algn="ctr"/>
            <a:r>
              <a:rPr lang="zh-CN" altLang="en-US" b="1" dirty="0">
                <a:solidFill>
                  <a:schemeClr val="accent1">
                    <a:lumMod val="75000"/>
                  </a:schemeClr>
                </a:solidFill>
              </a:rPr>
              <a:t>丢弃</a:t>
            </a:r>
          </a:p>
        </p:txBody>
      </p:sp>
      <p:sp>
        <p:nvSpPr>
          <p:cNvPr id="118" name="文本框 117">
            <a:extLst>
              <a:ext uri="{FF2B5EF4-FFF2-40B4-BE49-F238E27FC236}">
                <a16:creationId xmlns:a16="http://schemas.microsoft.com/office/drawing/2014/main" id="{97296EB5-085F-4C91-B907-DEB792F472BF}"/>
              </a:ext>
            </a:extLst>
          </p:cNvPr>
          <p:cNvSpPr txBox="1"/>
          <p:nvPr/>
        </p:nvSpPr>
        <p:spPr>
          <a:xfrm>
            <a:off x="3243794" y="2702786"/>
            <a:ext cx="322463" cy="400110"/>
          </a:xfrm>
          <a:prstGeom prst="rect">
            <a:avLst/>
          </a:prstGeom>
          <a:noFill/>
        </p:spPr>
        <p:txBody>
          <a:bodyPr wrap="square">
            <a:spAutoFit/>
          </a:bodyPr>
          <a:lstStyle/>
          <a:p>
            <a:pPr algn="ctr"/>
            <a:r>
              <a:rPr lang="en-US" altLang="zh-CN" sz="2000" b="1" dirty="0">
                <a:solidFill>
                  <a:schemeClr val="tx1"/>
                </a:solidFill>
              </a:rPr>
              <a:t>D</a:t>
            </a:r>
            <a:endParaRPr lang="zh-CN" altLang="en-US" sz="2000" b="1" dirty="0">
              <a:solidFill>
                <a:schemeClr val="tx1"/>
              </a:solidFill>
            </a:endParaRPr>
          </a:p>
        </p:txBody>
      </p:sp>
      <p:sp>
        <p:nvSpPr>
          <p:cNvPr id="119" name="文本框 118">
            <a:extLst>
              <a:ext uri="{FF2B5EF4-FFF2-40B4-BE49-F238E27FC236}">
                <a16:creationId xmlns:a16="http://schemas.microsoft.com/office/drawing/2014/main" id="{899FE8E8-8148-4E14-BB2A-C538200EDE14}"/>
              </a:ext>
            </a:extLst>
          </p:cNvPr>
          <p:cNvSpPr txBox="1"/>
          <p:nvPr/>
        </p:nvSpPr>
        <p:spPr>
          <a:xfrm>
            <a:off x="4134072" y="2699728"/>
            <a:ext cx="322463" cy="400110"/>
          </a:xfrm>
          <a:prstGeom prst="rect">
            <a:avLst/>
          </a:prstGeom>
          <a:noFill/>
        </p:spPr>
        <p:txBody>
          <a:bodyPr wrap="square">
            <a:spAutoFit/>
          </a:bodyPr>
          <a:lstStyle/>
          <a:p>
            <a:pPr algn="ctr"/>
            <a:r>
              <a:rPr lang="en-US" altLang="zh-CN" sz="2000" b="1" dirty="0">
                <a:solidFill>
                  <a:schemeClr val="tx1"/>
                </a:solidFill>
              </a:rPr>
              <a:t>2</a:t>
            </a:r>
            <a:endParaRPr lang="zh-CN" altLang="en-US" sz="2000" b="1" dirty="0">
              <a:solidFill>
                <a:schemeClr val="tx1"/>
              </a:solidFill>
            </a:endParaRPr>
          </a:p>
        </p:txBody>
      </p:sp>
      <p:sp>
        <p:nvSpPr>
          <p:cNvPr id="67" name="文本框 66">
            <a:extLst>
              <a:ext uri="{FF2B5EF4-FFF2-40B4-BE49-F238E27FC236}">
                <a16:creationId xmlns:a16="http://schemas.microsoft.com/office/drawing/2014/main" id="{D6AF5C33-4F16-40C1-A4D4-F3B39FBE0529}"/>
              </a:ext>
            </a:extLst>
          </p:cNvPr>
          <p:cNvSpPr txBox="1"/>
          <p:nvPr/>
        </p:nvSpPr>
        <p:spPr>
          <a:xfrm>
            <a:off x="10211401" y="2681679"/>
            <a:ext cx="785190" cy="369332"/>
          </a:xfrm>
          <a:prstGeom prst="rect">
            <a:avLst/>
          </a:prstGeom>
          <a:noFill/>
        </p:spPr>
        <p:txBody>
          <a:bodyPr wrap="square">
            <a:spAutoFit/>
          </a:bodyPr>
          <a:lstStyle/>
          <a:p>
            <a:r>
              <a:rPr lang="zh-CN" altLang="en-US" b="1" dirty="0">
                <a:solidFill>
                  <a:schemeClr val="tx1"/>
                </a:solidFill>
              </a:rPr>
              <a:t>转发</a:t>
            </a:r>
          </a:p>
        </p:txBody>
      </p:sp>
      <p:grpSp>
        <p:nvGrpSpPr>
          <p:cNvPr id="68" name="组合 67">
            <a:extLst>
              <a:ext uri="{FF2B5EF4-FFF2-40B4-BE49-F238E27FC236}">
                <a16:creationId xmlns:a16="http://schemas.microsoft.com/office/drawing/2014/main" id="{50782BDF-E9A9-40CA-836F-C45CAEDA1CA6}"/>
              </a:ext>
            </a:extLst>
          </p:cNvPr>
          <p:cNvGrpSpPr/>
          <p:nvPr/>
        </p:nvGrpSpPr>
        <p:grpSpPr>
          <a:xfrm>
            <a:off x="988912" y="1936024"/>
            <a:ext cx="2775536" cy="1816050"/>
            <a:chOff x="988912" y="1936024"/>
            <a:chExt cx="2775536" cy="1816050"/>
          </a:xfrm>
        </p:grpSpPr>
        <p:sp>
          <p:nvSpPr>
            <p:cNvPr id="69" name="矩形 68">
              <a:extLst>
                <a:ext uri="{FF2B5EF4-FFF2-40B4-BE49-F238E27FC236}">
                  <a16:creationId xmlns:a16="http://schemas.microsoft.com/office/drawing/2014/main" id="{05B50275-8C01-49C8-8E17-A0C7C415F6BE}"/>
                </a:ext>
              </a:extLst>
            </p:cNvPr>
            <p:cNvSpPr/>
            <p:nvPr/>
          </p:nvSpPr>
          <p:spPr>
            <a:xfrm>
              <a:off x="3046776" y="1998133"/>
              <a:ext cx="717672" cy="1753941"/>
            </a:xfrm>
            <a:prstGeom prst="rect">
              <a:avLst/>
            </a:prstGeom>
            <a:noFill/>
            <a:ln w="25400">
              <a:solidFill>
                <a:schemeClr val="accent1">
                  <a:lumMod val="75000"/>
                </a:schemeClr>
              </a:solid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70" name="iconfont-11673-5560710">
              <a:extLst>
                <a:ext uri="{FF2B5EF4-FFF2-40B4-BE49-F238E27FC236}">
                  <a16:creationId xmlns:a16="http://schemas.microsoft.com/office/drawing/2014/main" id="{CC24C5E0-6D7F-46F8-9A3D-E69CEDC70388}"/>
                </a:ext>
              </a:extLst>
            </p:cNvPr>
            <p:cNvSpPr/>
            <p:nvPr/>
          </p:nvSpPr>
          <p:spPr>
            <a:xfrm>
              <a:off x="988912" y="1959975"/>
              <a:ext cx="336742" cy="367176"/>
            </a:xfrm>
            <a:custGeom>
              <a:avLst/>
              <a:gdLst>
                <a:gd name="connsiteX0" fmla="*/ 409852 w 609586"/>
                <a:gd name="connsiteY0" fmla="*/ 390766 h 609586"/>
                <a:gd name="connsiteX1" fmla="*/ 396374 w 609586"/>
                <a:gd name="connsiteY1" fmla="*/ 396374 h 609586"/>
                <a:gd name="connsiteX2" fmla="*/ 396374 w 609586"/>
                <a:gd name="connsiteY2" fmla="*/ 423329 h 609586"/>
                <a:gd name="connsiteX3" fmla="*/ 558009 w 609586"/>
                <a:gd name="connsiteY3" fmla="*/ 584964 h 609586"/>
                <a:gd name="connsiteX4" fmla="*/ 584964 w 609586"/>
                <a:gd name="connsiteY4" fmla="*/ 584964 h 609586"/>
                <a:gd name="connsiteX5" fmla="*/ 590536 w 609586"/>
                <a:gd name="connsiteY5" fmla="*/ 571487 h 609586"/>
                <a:gd name="connsiteX6" fmla="*/ 584964 w 609586"/>
                <a:gd name="connsiteY6" fmla="*/ 558009 h 609586"/>
                <a:gd name="connsiteX7" fmla="*/ 423329 w 609586"/>
                <a:gd name="connsiteY7" fmla="*/ 396374 h 609586"/>
                <a:gd name="connsiteX8" fmla="*/ 409852 w 609586"/>
                <a:gd name="connsiteY8" fmla="*/ 390766 h 609586"/>
                <a:gd name="connsiteX9" fmla="*/ 199987 w 609586"/>
                <a:gd name="connsiteY9" fmla="*/ 76185 h 609586"/>
                <a:gd name="connsiteX10" fmla="*/ 76185 w 609586"/>
                <a:gd name="connsiteY10" fmla="*/ 199988 h 609586"/>
                <a:gd name="connsiteX11" fmla="*/ 199987 w 609586"/>
                <a:gd name="connsiteY11" fmla="*/ 323790 h 609586"/>
                <a:gd name="connsiteX12" fmla="*/ 323790 w 609586"/>
                <a:gd name="connsiteY12" fmla="*/ 199988 h 609586"/>
                <a:gd name="connsiteX13" fmla="*/ 199987 w 609586"/>
                <a:gd name="connsiteY13" fmla="*/ 76185 h 609586"/>
                <a:gd name="connsiteX14" fmla="*/ 199987 w 609586"/>
                <a:gd name="connsiteY14" fmla="*/ 57139 h 609586"/>
                <a:gd name="connsiteX15" fmla="*/ 342836 w 609586"/>
                <a:gd name="connsiteY15" fmla="*/ 199988 h 609586"/>
                <a:gd name="connsiteX16" fmla="*/ 199987 w 609586"/>
                <a:gd name="connsiteY16" fmla="*/ 342836 h 609586"/>
                <a:gd name="connsiteX17" fmla="*/ 57139 w 609586"/>
                <a:gd name="connsiteY17" fmla="*/ 199988 h 609586"/>
                <a:gd name="connsiteX18" fmla="*/ 199987 w 609586"/>
                <a:gd name="connsiteY18" fmla="*/ 57139 h 609586"/>
                <a:gd name="connsiteX19" fmla="*/ 200020 w 609586"/>
                <a:gd name="connsiteY19" fmla="*/ 19050 h 609586"/>
                <a:gd name="connsiteX20" fmla="*/ 19050 w 609586"/>
                <a:gd name="connsiteY20" fmla="*/ 200020 h 609586"/>
                <a:gd name="connsiteX21" fmla="*/ 200020 w 609586"/>
                <a:gd name="connsiteY21" fmla="*/ 380991 h 609586"/>
                <a:gd name="connsiteX22" fmla="*/ 380991 w 609586"/>
                <a:gd name="connsiteY22" fmla="*/ 200020 h 609586"/>
                <a:gd name="connsiteX23" fmla="*/ 200020 w 609586"/>
                <a:gd name="connsiteY23" fmla="*/ 19050 h 609586"/>
                <a:gd name="connsiteX24" fmla="*/ 200020 w 609586"/>
                <a:gd name="connsiteY24" fmla="*/ 0 h 609586"/>
                <a:gd name="connsiteX25" fmla="*/ 400041 w 609586"/>
                <a:gd name="connsiteY25" fmla="*/ 200020 h 609586"/>
                <a:gd name="connsiteX26" fmla="*/ 347464 w 609586"/>
                <a:gd name="connsiteY26" fmla="*/ 334701 h 609586"/>
                <a:gd name="connsiteX27" fmla="*/ 349655 w 609586"/>
                <a:gd name="connsiteY27" fmla="*/ 336177 h 609586"/>
                <a:gd name="connsiteX28" fmla="*/ 390707 w 609586"/>
                <a:gd name="connsiteY28" fmla="*/ 377229 h 609586"/>
                <a:gd name="connsiteX29" fmla="*/ 436806 w 609586"/>
                <a:gd name="connsiteY29" fmla="*/ 382896 h 609586"/>
                <a:gd name="connsiteX30" fmla="*/ 598442 w 609586"/>
                <a:gd name="connsiteY30" fmla="*/ 544532 h 609586"/>
                <a:gd name="connsiteX31" fmla="*/ 609586 w 609586"/>
                <a:gd name="connsiteY31" fmla="*/ 571487 h 609586"/>
                <a:gd name="connsiteX32" fmla="*/ 598442 w 609586"/>
                <a:gd name="connsiteY32" fmla="*/ 598442 h 609586"/>
                <a:gd name="connsiteX33" fmla="*/ 571487 w 609586"/>
                <a:gd name="connsiteY33" fmla="*/ 609586 h 609586"/>
                <a:gd name="connsiteX34" fmla="*/ 544579 w 609586"/>
                <a:gd name="connsiteY34" fmla="*/ 598442 h 609586"/>
                <a:gd name="connsiteX35" fmla="*/ 382944 w 609586"/>
                <a:gd name="connsiteY35" fmla="*/ 436806 h 609586"/>
                <a:gd name="connsiteX36" fmla="*/ 377134 w 609586"/>
                <a:gd name="connsiteY36" fmla="*/ 390611 h 609586"/>
                <a:gd name="connsiteX37" fmla="*/ 336177 w 609586"/>
                <a:gd name="connsiteY37" fmla="*/ 349655 h 609586"/>
                <a:gd name="connsiteX38" fmla="*/ 334701 w 609586"/>
                <a:gd name="connsiteY38" fmla="*/ 347464 h 609586"/>
                <a:gd name="connsiteX39" fmla="*/ 200020 w 609586"/>
                <a:gd name="connsiteY39" fmla="*/ 400041 h 609586"/>
                <a:gd name="connsiteX40" fmla="*/ 0 w 609586"/>
                <a:gd name="connsiteY40" fmla="*/ 200020 h 609586"/>
                <a:gd name="connsiteX41" fmla="*/ 200020 w 609586"/>
                <a:gd name="connsiteY41" fmla="*/ 0 h 60958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Lst>
              <a:rect l="l" t="t" r="r" b="b"/>
              <a:pathLst>
                <a:path w="609586" h="609586">
                  <a:moveTo>
                    <a:pt x="409852" y="390766"/>
                  </a:moveTo>
                  <a:cubicBezTo>
                    <a:pt x="404970" y="390766"/>
                    <a:pt x="400089" y="392635"/>
                    <a:pt x="396374" y="396374"/>
                  </a:cubicBezTo>
                  <a:cubicBezTo>
                    <a:pt x="388897" y="403803"/>
                    <a:pt x="388897" y="415900"/>
                    <a:pt x="396374" y="423329"/>
                  </a:cubicBezTo>
                  <a:lnTo>
                    <a:pt x="558009" y="584964"/>
                  </a:lnTo>
                  <a:cubicBezTo>
                    <a:pt x="565581" y="592156"/>
                    <a:pt x="577392" y="592156"/>
                    <a:pt x="584964" y="584964"/>
                  </a:cubicBezTo>
                  <a:cubicBezTo>
                    <a:pt x="588536" y="581345"/>
                    <a:pt x="590536" y="576583"/>
                    <a:pt x="590536" y="571487"/>
                  </a:cubicBezTo>
                  <a:cubicBezTo>
                    <a:pt x="590536" y="566391"/>
                    <a:pt x="588536" y="561629"/>
                    <a:pt x="584964" y="558009"/>
                  </a:cubicBezTo>
                  <a:lnTo>
                    <a:pt x="423329" y="396374"/>
                  </a:lnTo>
                  <a:cubicBezTo>
                    <a:pt x="419614" y="392635"/>
                    <a:pt x="414733" y="390766"/>
                    <a:pt x="409852" y="390766"/>
                  </a:cubicBezTo>
                  <a:close/>
                  <a:moveTo>
                    <a:pt x="199987" y="76185"/>
                  </a:moveTo>
                  <a:cubicBezTo>
                    <a:pt x="131706" y="76185"/>
                    <a:pt x="76185" y="131706"/>
                    <a:pt x="76185" y="199988"/>
                  </a:cubicBezTo>
                  <a:cubicBezTo>
                    <a:pt x="76185" y="268269"/>
                    <a:pt x="131706" y="323790"/>
                    <a:pt x="199987" y="323790"/>
                  </a:cubicBezTo>
                  <a:cubicBezTo>
                    <a:pt x="268269" y="323790"/>
                    <a:pt x="323790" y="268269"/>
                    <a:pt x="323790" y="199988"/>
                  </a:cubicBezTo>
                  <a:cubicBezTo>
                    <a:pt x="323790" y="131706"/>
                    <a:pt x="268269" y="76185"/>
                    <a:pt x="199987" y="76185"/>
                  </a:cubicBezTo>
                  <a:close/>
                  <a:moveTo>
                    <a:pt x="199987" y="57139"/>
                  </a:moveTo>
                  <a:cubicBezTo>
                    <a:pt x="278745" y="57139"/>
                    <a:pt x="342836" y="121230"/>
                    <a:pt x="342836" y="199988"/>
                  </a:cubicBezTo>
                  <a:cubicBezTo>
                    <a:pt x="342836" y="278745"/>
                    <a:pt x="278745" y="342836"/>
                    <a:pt x="199987" y="342836"/>
                  </a:cubicBezTo>
                  <a:cubicBezTo>
                    <a:pt x="121230" y="342836"/>
                    <a:pt x="57139" y="278745"/>
                    <a:pt x="57139" y="199988"/>
                  </a:cubicBezTo>
                  <a:cubicBezTo>
                    <a:pt x="57139" y="121230"/>
                    <a:pt x="121230" y="57139"/>
                    <a:pt x="199987" y="57139"/>
                  </a:cubicBezTo>
                  <a:close/>
                  <a:moveTo>
                    <a:pt x="200020" y="19050"/>
                  </a:moveTo>
                  <a:cubicBezTo>
                    <a:pt x="100248" y="19050"/>
                    <a:pt x="19050" y="100248"/>
                    <a:pt x="19050" y="200020"/>
                  </a:cubicBezTo>
                  <a:cubicBezTo>
                    <a:pt x="19050" y="299793"/>
                    <a:pt x="100248" y="380991"/>
                    <a:pt x="200020" y="380991"/>
                  </a:cubicBezTo>
                  <a:cubicBezTo>
                    <a:pt x="299793" y="380991"/>
                    <a:pt x="380991" y="299793"/>
                    <a:pt x="380991" y="200020"/>
                  </a:cubicBezTo>
                  <a:cubicBezTo>
                    <a:pt x="380991" y="100248"/>
                    <a:pt x="299793" y="19050"/>
                    <a:pt x="200020" y="19050"/>
                  </a:cubicBezTo>
                  <a:close/>
                  <a:moveTo>
                    <a:pt x="200020" y="0"/>
                  </a:moveTo>
                  <a:cubicBezTo>
                    <a:pt x="310317" y="0"/>
                    <a:pt x="400041" y="89723"/>
                    <a:pt x="400041" y="200020"/>
                  </a:cubicBezTo>
                  <a:cubicBezTo>
                    <a:pt x="400041" y="249930"/>
                    <a:pt x="381277" y="297983"/>
                    <a:pt x="347464" y="334701"/>
                  </a:cubicBezTo>
                  <a:cubicBezTo>
                    <a:pt x="348226" y="335129"/>
                    <a:pt x="348988" y="335510"/>
                    <a:pt x="349655" y="336177"/>
                  </a:cubicBezTo>
                  <a:lnTo>
                    <a:pt x="390707" y="377229"/>
                  </a:lnTo>
                  <a:cubicBezTo>
                    <a:pt x="405184" y="369038"/>
                    <a:pt x="424710" y="370847"/>
                    <a:pt x="436806" y="382896"/>
                  </a:cubicBezTo>
                  <a:lnTo>
                    <a:pt x="598442" y="544532"/>
                  </a:lnTo>
                  <a:cubicBezTo>
                    <a:pt x="605633" y="551771"/>
                    <a:pt x="609586" y="561295"/>
                    <a:pt x="609586" y="571487"/>
                  </a:cubicBezTo>
                  <a:cubicBezTo>
                    <a:pt x="609586" y="581678"/>
                    <a:pt x="605633" y="591203"/>
                    <a:pt x="598442" y="598442"/>
                  </a:cubicBezTo>
                  <a:cubicBezTo>
                    <a:pt x="591203" y="605633"/>
                    <a:pt x="581678" y="609586"/>
                    <a:pt x="571487" y="609586"/>
                  </a:cubicBezTo>
                  <a:cubicBezTo>
                    <a:pt x="561295" y="609586"/>
                    <a:pt x="551771" y="605633"/>
                    <a:pt x="544579" y="598442"/>
                  </a:cubicBezTo>
                  <a:lnTo>
                    <a:pt x="382944" y="436806"/>
                  </a:lnTo>
                  <a:cubicBezTo>
                    <a:pt x="370562" y="424615"/>
                    <a:pt x="368180" y="405518"/>
                    <a:pt x="377134" y="390611"/>
                  </a:cubicBezTo>
                  <a:lnTo>
                    <a:pt x="336177" y="349655"/>
                  </a:lnTo>
                  <a:cubicBezTo>
                    <a:pt x="335510" y="348988"/>
                    <a:pt x="335129" y="348226"/>
                    <a:pt x="334701" y="347464"/>
                  </a:cubicBezTo>
                  <a:cubicBezTo>
                    <a:pt x="299126" y="379991"/>
                    <a:pt x="251930" y="400041"/>
                    <a:pt x="200020" y="400041"/>
                  </a:cubicBezTo>
                  <a:cubicBezTo>
                    <a:pt x="89723" y="400041"/>
                    <a:pt x="0" y="310317"/>
                    <a:pt x="0" y="200020"/>
                  </a:cubicBezTo>
                  <a:cubicBezTo>
                    <a:pt x="0" y="89723"/>
                    <a:pt x="89723" y="0"/>
                    <a:pt x="200020" y="0"/>
                  </a:cubicBezTo>
                  <a:close/>
                </a:path>
              </a:pathLst>
            </a:custGeom>
            <a:solidFill>
              <a:schemeClr val="accent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1" name="文本框 70">
              <a:extLst>
                <a:ext uri="{FF2B5EF4-FFF2-40B4-BE49-F238E27FC236}">
                  <a16:creationId xmlns:a16="http://schemas.microsoft.com/office/drawing/2014/main" id="{151D9BB4-3AFB-41F2-B598-1FE24F8BE213}"/>
                </a:ext>
              </a:extLst>
            </p:cNvPr>
            <p:cNvSpPr txBox="1"/>
            <p:nvPr/>
          </p:nvSpPr>
          <p:spPr>
            <a:xfrm>
              <a:off x="1284124" y="1936024"/>
              <a:ext cx="1756850" cy="369332"/>
            </a:xfrm>
            <a:prstGeom prst="rect">
              <a:avLst/>
            </a:prstGeom>
            <a:noFill/>
          </p:spPr>
          <p:txBody>
            <a:bodyPr wrap="square">
              <a:spAutoFit/>
            </a:bodyPr>
            <a:lstStyle/>
            <a:p>
              <a:r>
                <a:rPr lang="zh-CN" altLang="en-US" b="1" dirty="0">
                  <a:solidFill>
                    <a:schemeClr val="accent1">
                      <a:lumMod val="75000"/>
                    </a:schemeClr>
                  </a:solidFill>
                </a:rPr>
                <a:t>查找目的地址</a:t>
              </a:r>
              <a:r>
                <a:rPr lang="en-US" altLang="zh-CN" b="1" dirty="0">
                  <a:solidFill>
                    <a:schemeClr val="accent1">
                      <a:lumMod val="75000"/>
                    </a:schemeClr>
                  </a:solidFill>
                </a:rPr>
                <a:t>A</a:t>
              </a:r>
              <a:endParaRPr lang="zh-CN" altLang="en-US" b="1" dirty="0">
                <a:solidFill>
                  <a:schemeClr val="accent1">
                    <a:lumMod val="75000"/>
                  </a:schemeClr>
                </a:solidFill>
              </a:endParaRPr>
            </a:p>
          </p:txBody>
        </p:sp>
      </p:grpSp>
      <p:sp>
        <p:nvSpPr>
          <p:cNvPr id="74" name="iconfont-10043-4933455">
            <a:extLst>
              <a:ext uri="{FF2B5EF4-FFF2-40B4-BE49-F238E27FC236}">
                <a16:creationId xmlns:a16="http://schemas.microsoft.com/office/drawing/2014/main" id="{FAEDE92E-BD77-42BB-9278-1E918EC83217}"/>
              </a:ext>
            </a:extLst>
          </p:cNvPr>
          <p:cNvSpPr/>
          <p:nvPr/>
        </p:nvSpPr>
        <p:spPr>
          <a:xfrm>
            <a:off x="3078253" y="2407283"/>
            <a:ext cx="246831" cy="246831"/>
          </a:xfrm>
          <a:custGeom>
            <a:avLst/>
            <a:gdLst>
              <a:gd name="T0" fmla="*/ 9765 w 10164"/>
              <a:gd name="T1" fmla="*/ 3104 h 10164"/>
              <a:gd name="T2" fmla="*/ 8675 w 10164"/>
              <a:gd name="T3" fmla="*/ 1488 h 10164"/>
              <a:gd name="T4" fmla="*/ 7060 w 10164"/>
              <a:gd name="T5" fmla="*/ 399 h 10164"/>
              <a:gd name="T6" fmla="*/ 5082 w 10164"/>
              <a:gd name="T7" fmla="*/ 0 h 10164"/>
              <a:gd name="T8" fmla="*/ 3103 w 10164"/>
              <a:gd name="T9" fmla="*/ 399 h 10164"/>
              <a:gd name="T10" fmla="*/ 1488 w 10164"/>
              <a:gd name="T11" fmla="*/ 1488 h 10164"/>
              <a:gd name="T12" fmla="*/ 398 w 10164"/>
              <a:gd name="T13" fmla="*/ 3104 h 10164"/>
              <a:gd name="T14" fmla="*/ 0 w 10164"/>
              <a:gd name="T15" fmla="*/ 5082 h 10164"/>
              <a:gd name="T16" fmla="*/ 398 w 10164"/>
              <a:gd name="T17" fmla="*/ 7060 h 10164"/>
              <a:gd name="T18" fmla="*/ 1488 w 10164"/>
              <a:gd name="T19" fmla="*/ 8676 h 10164"/>
              <a:gd name="T20" fmla="*/ 3103 w 10164"/>
              <a:gd name="T21" fmla="*/ 9765 h 10164"/>
              <a:gd name="T22" fmla="*/ 5082 w 10164"/>
              <a:gd name="T23" fmla="*/ 10164 h 10164"/>
              <a:gd name="T24" fmla="*/ 7060 w 10164"/>
              <a:gd name="T25" fmla="*/ 9765 h 10164"/>
              <a:gd name="T26" fmla="*/ 8675 w 10164"/>
              <a:gd name="T27" fmla="*/ 8676 h 10164"/>
              <a:gd name="T28" fmla="*/ 9765 w 10164"/>
              <a:gd name="T29" fmla="*/ 7060 h 10164"/>
              <a:gd name="T30" fmla="*/ 10164 w 10164"/>
              <a:gd name="T31" fmla="*/ 5082 h 10164"/>
              <a:gd name="T32" fmla="*/ 9765 w 10164"/>
              <a:gd name="T33" fmla="*/ 3104 h 10164"/>
              <a:gd name="T34" fmla="*/ 7929 w 10164"/>
              <a:gd name="T35" fmla="*/ 3706 h 10164"/>
              <a:gd name="T36" fmla="*/ 4426 w 10164"/>
              <a:gd name="T37" fmla="*/ 7209 h 10164"/>
              <a:gd name="T38" fmla="*/ 3912 w 10164"/>
              <a:gd name="T39" fmla="*/ 7209 h 10164"/>
              <a:gd name="T40" fmla="*/ 2122 w 10164"/>
              <a:gd name="T41" fmla="*/ 5419 h 10164"/>
              <a:gd name="T42" fmla="*/ 2122 w 10164"/>
              <a:gd name="T43" fmla="*/ 4904 h 10164"/>
              <a:gd name="T44" fmla="*/ 2636 w 10164"/>
              <a:gd name="T45" fmla="*/ 4904 h 10164"/>
              <a:gd name="T46" fmla="*/ 4168 w 10164"/>
              <a:gd name="T47" fmla="*/ 6437 h 10164"/>
              <a:gd name="T48" fmla="*/ 7413 w 10164"/>
              <a:gd name="T49" fmla="*/ 3192 h 10164"/>
              <a:gd name="T50" fmla="*/ 7928 w 10164"/>
              <a:gd name="T51" fmla="*/ 3192 h 10164"/>
              <a:gd name="T52" fmla="*/ 7929 w 10164"/>
              <a:gd name="T53" fmla="*/ 3706 h 1016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10164" h="10164">
                <a:moveTo>
                  <a:pt x="9765" y="3104"/>
                </a:moveTo>
                <a:cubicBezTo>
                  <a:pt x="9508" y="2499"/>
                  <a:pt x="9143" y="1955"/>
                  <a:pt x="8675" y="1488"/>
                </a:cubicBezTo>
                <a:cubicBezTo>
                  <a:pt x="8208" y="1021"/>
                  <a:pt x="7665" y="655"/>
                  <a:pt x="7060" y="399"/>
                </a:cubicBezTo>
                <a:cubicBezTo>
                  <a:pt x="6433" y="133"/>
                  <a:pt x="5767" y="0"/>
                  <a:pt x="5082" y="0"/>
                </a:cubicBezTo>
                <a:cubicBezTo>
                  <a:pt x="4396" y="0"/>
                  <a:pt x="3730" y="135"/>
                  <a:pt x="3103" y="399"/>
                </a:cubicBezTo>
                <a:cubicBezTo>
                  <a:pt x="2498" y="655"/>
                  <a:pt x="1955" y="1021"/>
                  <a:pt x="1488" y="1488"/>
                </a:cubicBezTo>
                <a:cubicBezTo>
                  <a:pt x="1020" y="1955"/>
                  <a:pt x="655" y="2499"/>
                  <a:pt x="398" y="3104"/>
                </a:cubicBezTo>
                <a:cubicBezTo>
                  <a:pt x="133" y="3730"/>
                  <a:pt x="0" y="4396"/>
                  <a:pt x="0" y="5082"/>
                </a:cubicBezTo>
                <a:cubicBezTo>
                  <a:pt x="0" y="5768"/>
                  <a:pt x="135" y="6434"/>
                  <a:pt x="398" y="7060"/>
                </a:cubicBezTo>
                <a:cubicBezTo>
                  <a:pt x="655" y="7666"/>
                  <a:pt x="1020" y="8209"/>
                  <a:pt x="1488" y="8676"/>
                </a:cubicBezTo>
                <a:cubicBezTo>
                  <a:pt x="1955" y="9143"/>
                  <a:pt x="2498" y="9509"/>
                  <a:pt x="3103" y="9765"/>
                </a:cubicBezTo>
                <a:cubicBezTo>
                  <a:pt x="3730" y="10031"/>
                  <a:pt x="4396" y="10164"/>
                  <a:pt x="5082" y="10164"/>
                </a:cubicBezTo>
                <a:cubicBezTo>
                  <a:pt x="5767" y="10164"/>
                  <a:pt x="6433" y="10029"/>
                  <a:pt x="7060" y="9765"/>
                </a:cubicBezTo>
                <a:cubicBezTo>
                  <a:pt x="7665" y="9509"/>
                  <a:pt x="8208" y="9143"/>
                  <a:pt x="8675" y="8676"/>
                </a:cubicBezTo>
                <a:cubicBezTo>
                  <a:pt x="9143" y="8209"/>
                  <a:pt x="9508" y="7666"/>
                  <a:pt x="9765" y="7060"/>
                </a:cubicBezTo>
                <a:cubicBezTo>
                  <a:pt x="10030" y="6434"/>
                  <a:pt x="10164" y="5768"/>
                  <a:pt x="10164" y="5082"/>
                </a:cubicBezTo>
                <a:cubicBezTo>
                  <a:pt x="10164" y="4396"/>
                  <a:pt x="10029" y="3730"/>
                  <a:pt x="9765" y="3104"/>
                </a:cubicBezTo>
                <a:close/>
                <a:moveTo>
                  <a:pt x="7929" y="3706"/>
                </a:moveTo>
                <a:lnTo>
                  <a:pt x="4426" y="7209"/>
                </a:lnTo>
                <a:cubicBezTo>
                  <a:pt x="4285" y="7350"/>
                  <a:pt x="4053" y="7350"/>
                  <a:pt x="3912" y="7209"/>
                </a:cubicBezTo>
                <a:lnTo>
                  <a:pt x="2122" y="5419"/>
                </a:lnTo>
                <a:cubicBezTo>
                  <a:pt x="1981" y="5278"/>
                  <a:pt x="1981" y="5046"/>
                  <a:pt x="2122" y="4904"/>
                </a:cubicBezTo>
                <a:cubicBezTo>
                  <a:pt x="2263" y="4763"/>
                  <a:pt x="2495" y="4763"/>
                  <a:pt x="2636" y="4904"/>
                </a:cubicBezTo>
                <a:lnTo>
                  <a:pt x="4168" y="6437"/>
                </a:lnTo>
                <a:lnTo>
                  <a:pt x="7413" y="3192"/>
                </a:lnTo>
                <a:cubicBezTo>
                  <a:pt x="7554" y="3051"/>
                  <a:pt x="7786" y="3051"/>
                  <a:pt x="7928" y="3192"/>
                </a:cubicBezTo>
                <a:cubicBezTo>
                  <a:pt x="8070" y="3333"/>
                  <a:pt x="8070" y="3563"/>
                  <a:pt x="7929" y="3706"/>
                </a:cubicBezTo>
                <a:close/>
              </a:path>
            </a:pathLst>
          </a:custGeom>
          <a:solidFill>
            <a:schemeClr val="accent4"/>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5" name="矩形 74">
            <a:extLst>
              <a:ext uri="{FF2B5EF4-FFF2-40B4-BE49-F238E27FC236}">
                <a16:creationId xmlns:a16="http://schemas.microsoft.com/office/drawing/2014/main" id="{7F7781F7-0A09-4C7E-842C-9BCDB995D91C}"/>
              </a:ext>
            </a:extLst>
          </p:cNvPr>
          <p:cNvSpPr/>
          <p:nvPr/>
        </p:nvSpPr>
        <p:spPr>
          <a:xfrm>
            <a:off x="4038797" y="2407283"/>
            <a:ext cx="520997" cy="246831"/>
          </a:xfrm>
          <a:prstGeom prst="rect">
            <a:avLst/>
          </a:prstGeom>
          <a:solidFill>
            <a:schemeClr val="accent4">
              <a:alpha val="74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76" name="文本框 75">
            <a:extLst>
              <a:ext uri="{FF2B5EF4-FFF2-40B4-BE49-F238E27FC236}">
                <a16:creationId xmlns:a16="http://schemas.microsoft.com/office/drawing/2014/main" id="{66DF3E19-2B11-4F52-B7E6-A2D39C2CD044}"/>
              </a:ext>
            </a:extLst>
          </p:cNvPr>
          <p:cNvSpPr txBox="1"/>
          <p:nvPr/>
        </p:nvSpPr>
        <p:spPr>
          <a:xfrm>
            <a:off x="10617958" y="2656909"/>
            <a:ext cx="1109467" cy="369332"/>
          </a:xfrm>
          <a:prstGeom prst="rect">
            <a:avLst/>
          </a:prstGeom>
          <a:noFill/>
        </p:spPr>
        <p:txBody>
          <a:bodyPr wrap="square">
            <a:spAutoFit/>
          </a:bodyPr>
          <a:lstStyle/>
          <a:p>
            <a:r>
              <a:rPr lang="zh-CN" altLang="en-US" b="1" dirty="0">
                <a:solidFill>
                  <a:schemeClr val="tx1"/>
                </a:solidFill>
              </a:rPr>
              <a:t>（</a:t>
            </a:r>
            <a:r>
              <a:rPr lang="zh-CN" altLang="en-US" b="1" dirty="0"/>
              <a:t>明确</a:t>
            </a:r>
            <a:r>
              <a:rPr lang="zh-CN" altLang="en-US" b="1" dirty="0">
                <a:solidFill>
                  <a:schemeClr val="tx1"/>
                </a:solidFill>
              </a:rPr>
              <a:t>）</a:t>
            </a:r>
          </a:p>
        </p:txBody>
      </p:sp>
      <p:sp>
        <p:nvSpPr>
          <p:cNvPr id="98" name="文本框 97">
            <a:extLst>
              <a:ext uri="{FF2B5EF4-FFF2-40B4-BE49-F238E27FC236}">
                <a16:creationId xmlns:a16="http://schemas.microsoft.com/office/drawing/2014/main" id="{2D6C220C-B660-4A26-928C-8B7EF96C2DA5}"/>
              </a:ext>
            </a:extLst>
          </p:cNvPr>
          <p:cNvSpPr txBox="1"/>
          <p:nvPr/>
        </p:nvSpPr>
        <p:spPr>
          <a:xfrm>
            <a:off x="797127" y="4690231"/>
            <a:ext cx="688835" cy="369332"/>
          </a:xfrm>
          <a:prstGeom prst="rect">
            <a:avLst/>
          </a:prstGeom>
          <a:noFill/>
        </p:spPr>
        <p:txBody>
          <a:bodyPr wrap="square" rtlCol="0">
            <a:spAutoFit/>
          </a:bodyPr>
          <a:lstStyle/>
          <a:p>
            <a:pPr algn="ctr"/>
            <a:r>
              <a:rPr lang="zh-CN" altLang="en-US" b="1" dirty="0">
                <a:solidFill>
                  <a:schemeClr val="accent4"/>
                </a:solidFill>
              </a:rPr>
              <a:t>接受</a:t>
            </a:r>
          </a:p>
        </p:txBody>
      </p:sp>
      <p:sp>
        <p:nvSpPr>
          <p:cNvPr id="99" name="文本框 98">
            <a:extLst>
              <a:ext uri="{FF2B5EF4-FFF2-40B4-BE49-F238E27FC236}">
                <a16:creationId xmlns:a16="http://schemas.microsoft.com/office/drawing/2014/main" id="{198FD14D-E08B-43C4-BF24-E4C721178C94}"/>
              </a:ext>
            </a:extLst>
          </p:cNvPr>
          <p:cNvSpPr txBox="1"/>
          <p:nvPr/>
        </p:nvSpPr>
        <p:spPr>
          <a:xfrm>
            <a:off x="1243661" y="5757647"/>
            <a:ext cx="688835" cy="369332"/>
          </a:xfrm>
          <a:prstGeom prst="rect">
            <a:avLst/>
          </a:prstGeom>
          <a:noFill/>
        </p:spPr>
        <p:txBody>
          <a:bodyPr wrap="square" rtlCol="0">
            <a:spAutoFit/>
          </a:bodyPr>
          <a:lstStyle/>
          <a:p>
            <a:pPr algn="ctr"/>
            <a:r>
              <a:rPr lang="zh-CN" altLang="en-US" b="1" dirty="0">
                <a:solidFill>
                  <a:schemeClr val="accent1">
                    <a:lumMod val="75000"/>
                  </a:schemeClr>
                </a:solidFill>
              </a:rPr>
              <a:t>丢弃</a:t>
            </a:r>
          </a:p>
        </p:txBody>
      </p:sp>
      <p:sp>
        <p:nvSpPr>
          <p:cNvPr id="100" name="文本框 99">
            <a:extLst>
              <a:ext uri="{FF2B5EF4-FFF2-40B4-BE49-F238E27FC236}">
                <a16:creationId xmlns:a16="http://schemas.microsoft.com/office/drawing/2014/main" id="{7585CAC7-4B24-491A-BA01-FFA19269067F}"/>
              </a:ext>
            </a:extLst>
          </p:cNvPr>
          <p:cNvSpPr txBox="1"/>
          <p:nvPr/>
        </p:nvSpPr>
        <p:spPr>
          <a:xfrm>
            <a:off x="1243660" y="3185864"/>
            <a:ext cx="688835" cy="369332"/>
          </a:xfrm>
          <a:prstGeom prst="rect">
            <a:avLst/>
          </a:prstGeom>
          <a:noFill/>
        </p:spPr>
        <p:txBody>
          <a:bodyPr wrap="square" rtlCol="0">
            <a:spAutoFit/>
          </a:bodyPr>
          <a:lstStyle/>
          <a:p>
            <a:pPr algn="ctr"/>
            <a:r>
              <a:rPr lang="zh-CN" altLang="en-US" b="1" dirty="0">
                <a:solidFill>
                  <a:schemeClr val="accent1">
                    <a:lumMod val="75000"/>
                  </a:schemeClr>
                </a:solidFill>
              </a:rPr>
              <a:t>丢弃</a:t>
            </a:r>
          </a:p>
        </p:txBody>
      </p:sp>
      <p:sp>
        <p:nvSpPr>
          <p:cNvPr id="101" name="平行四边形 100">
            <a:extLst>
              <a:ext uri="{FF2B5EF4-FFF2-40B4-BE49-F238E27FC236}">
                <a16:creationId xmlns:a16="http://schemas.microsoft.com/office/drawing/2014/main" id="{ECE7D2E2-75C9-D655-5F60-5B9014DAC285}"/>
              </a:ext>
            </a:extLst>
          </p:cNvPr>
          <p:cNvSpPr/>
          <p:nvPr/>
        </p:nvSpPr>
        <p:spPr>
          <a:xfrm>
            <a:off x="304800" y="749300"/>
            <a:ext cx="688834" cy="387090"/>
          </a:xfrm>
          <a:prstGeom prst="parallelogram">
            <a:avLst/>
          </a:prstGeom>
          <a:solidFill>
            <a:schemeClr val="accent3">
              <a:lumMod val="75000"/>
            </a:schemeClr>
          </a:solidFill>
          <a:ln>
            <a:solidFill>
              <a:schemeClr val="accent3">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CN" sz="2200" dirty="0">
                <a:latin typeface="Impact" panose="020B0806030902050204" pitchFamily="34" charset="0"/>
              </a:rPr>
              <a:t>03</a:t>
            </a:r>
            <a:endParaRPr lang="zh-CN" altLang="en-US" sz="2200" dirty="0">
              <a:latin typeface="Impact" panose="020B0806030902050204" pitchFamily="34" charset="0"/>
            </a:endParaRPr>
          </a:p>
        </p:txBody>
      </p:sp>
    </p:spTree>
    <p:custDataLst>
      <p:tags r:id="rId1"/>
    </p:custDataLst>
    <p:extLst>
      <p:ext uri="{BB962C8B-B14F-4D97-AF65-F5344CB8AC3E}">
        <p14:creationId xmlns:p14="http://schemas.microsoft.com/office/powerpoint/2010/main" val="1889478042"/>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53" presetClass="entr" presetSubtype="16" fill="hold" grpId="0" nodeType="withEffect">
                                  <p:stCondLst>
                                    <p:cond delay="0"/>
                                  </p:stCondLst>
                                  <p:childTnLst>
                                    <p:set>
                                      <p:cBhvr>
                                        <p:cTn id="6" dur="1" fill="hold">
                                          <p:stCondLst>
                                            <p:cond delay="0"/>
                                          </p:stCondLst>
                                        </p:cTn>
                                        <p:tgtEl>
                                          <p:spTgt spid="67"/>
                                        </p:tgtEl>
                                        <p:attrNameLst>
                                          <p:attrName>style.visibility</p:attrName>
                                        </p:attrNameLst>
                                      </p:cBhvr>
                                      <p:to>
                                        <p:strVal val="visible"/>
                                      </p:to>
                                    </p:set>
                                    <p:anim calcmode="lin" valueType="num">
                                      <p:cBhvr>
                                        <p:cTn id="7" dur="500" fill="hold"/>
                                        <p:tgtEl>
                                          <p:spTgt spid="67"/>
                                        </p:tgtEl>
                                        <p:attrNameLst>
                                          <p:attrName>ppt_w</p:attrName>
                                        </p:attrNameLst>
                                      </p:cBhvr>
                                      <p:tavLst>
                                        <p:tav tm="0">
                                          <p:val>
                                            <p:fltVal val="0"/>
                                          </p:val>
                                        </p:tav>
                                        <p:tav tm="100000">
                                          <p:val>
                                            <p:strVal val="#ppt_w"/>
                                          </p:val>
                                        </p:tav>
                                      </p:tavLst>
                                    </p:anim>
                                    <p:anim calcmode="lin" valueType="num">
                                      <p:cBhvr>
                                        <p:cTn id="8" dur="500" fill="hold"/>
                                        <p:tgtEl>
                                          <p:spTgt spid="67"/>
                                        </p:tgtEl>
                                        <p:attrNameLst>
                                          <p:attrName>ppt_h</p:attrName>
                                        </p:attrNameLst>
                                      </p:cBhvr>
                                      <p:tavLst>
                                        <p:tav tm="0">
                                          <p:val>
                                            <p:fltVal val="0"/>
                                          </p:val>
                                        </p:tav>
                                        <p:tav tm="100000">
                                          <p:val>
                                            <p:strVal val="#ppt_h"/>
                                          </p:val>
                                        </p:tav>
                                      </p:tavLst>
                                    </p:anim>
                                    <p:animEffect transition="in" filter="fade">
                                      <p:cBhvr>
                                        <p:cTn id="9" dur="500"/>
                                        <p:tgtEl>
                                          <p:spTgt spid="67"/>
                                        </p:tgtEl>
                                      </p:cBhvr>
                                    </p:animEffect>
                                  </p:childTnLst>
                                </p:cTn>
                              </p:par>
                            </p:childTnLst>
                          </p:cTn>
                        </p:par>
                      </p:childTnLst>
                    </p:cTn>
                  </p:par>
                  <p:par>
                    <p:cTn id="10" fill="hold">
                      <p:stCondLst>
                        <p:cond delay="indefinite"/>
                      </p:stCondLst>
                      <p:childTnLst>
                        <p:par>
                          <p:cTn id="11" fill="hold">
                            <p:stCondLst>
                              <p:cond delay="0"/>
                            </p:stCondLst>
                            <p:childTnLst>
                              <p:par>
                                <p:cTn id="12" presetID="22" presetClass="entr" presetSubtype="1" fill="hold" nodeType="clickEffect">
                                  <p:stCondLst>
                                    <p:cond delay="0"/>
                                  </p:stCondLst>
                                  <p:childTnLst>
                                    <p:set>
                                      <p:cBhvr>
                                        <p:cTn id="13" dur="1" fill="hold">
                                          <p:stCondLst>
                                            <p:cond delay="0"/>
                                          </p:stCondLst>
                                        </p:cTn>
                                        <p:tgtEl>
                                          <p:spTgt spid="68"/>
                                        </p:tgtEl>
                                        <p:attrNameLst>
                                          <p:attrName>style.visibility</p:attrName>
                                        </p:attrNameLst>
                                      </p:cBhvr>
                                      <p:to>
                                        <p:strVal val="visible"/>
                                      </p:to>
                                    </p:set>
                                    <p:animEffect transition="in" filter="wipe(up)">
                                      <p:cBhvr>
                                        <p:cTn id="14" dur="800"/>
                                        <p:tgtEl>
                                          <p:spTgt spid="68"/>
                                        </p:tgtEl>
                                      </p:cBhvr>
                                    </p:animEffect>
                                  </p:childTnLst>
                                </p:cTn>
                              </p:par>
                            </p:childTnLst>
                          </p:cTn>
                        </p:par>
                      </p:childTnLst>
                    </p:cTn>
                  </p:par>
                  <p:par>
                    <p:cTn id="15" fill="hold">
                      <p:stCondLst>
                        <p:cond delay="indefinite"/>
                      </p:stCondLst>
                      <p:childTnLst>
                        <p:par>
                          <p:cTn id="16" fill="hold">
                            <p:stCondLst>
                              <p:cond delay="0"/>
                            </p:stCondLst>
                            <p:childTnLst>
                              <p:par>
                                <p:cTn id="17" presetID="53" presetClass="entr" presetSubtype="16" fill="hold" grpId="0" nodeType="clickEffect">
                                  <p:stCondLst>
                                    <p:cond delay="0"/>
                                  </p:stCondLst>
                                  <p:childTnLst>
                                    <p:set>
                                      <p:cBhvr>
                                        <p:cTn id="18" dur="1" fill="hold">
                                          <p:stCondLst>
                                            <p:cond delay="0"/>
                                          </p:stCondLst>
                                        </p:cTn>
                                        <p:tgtEl>
                                          <p:spTgt spid="74"/>
                                        </p:tgtEl>
                                        <p:attrNameLst>
                                          <p:attrName>style.visibility</p:attrName>
                                        </p:attrNameLst>
                                      </p:cBhvr>
                                      <p:to>
                                        <p:strVal val="visible"/>
                                      </p:to>
                                    </p:set>
                                    <p:anim calcmode="lin" valueType="num">
                                      <p:cBhvr>
                                        <p:cTn id="19" dur="500" fill="hold"/>
                                        <p:tgtEl>
                                          <p:spTgt spid="74"/>
                                        </p:tgtEl>
                                        <p:attrNameLst>
                                          <p:attrName>ppt_w</p:attrName>
                                        </p:attrNameLst>
                                      </p:cBhvr>
                                      <p:tavLst>
                                        <p:tav tm="0">
                                          <p:val>
                                            <p:fltVal val="0"/>
                                          </p:val>
                                        </p:tav>
                                        <p:tav tm="100000">
                                          <p:val>
                                            <p:strVal val="#ppt_w"/>
                                          </p:val>
                                        </p:tav>
                                      </p:tavLst>
                                    </p:anim>
                                    <p:anim calcmode="lin" valueType="num">
                                      <p:cBhvr>
                                        <p:cTn id="20" dur="500" fill="hold"/>
                                        <p:tgtEl>
                                          <p:spTgt spid="74"/>
                                        </p:tgtEl>
                                        <p:attrNameLst>
                                          <p:attrName>ppt_h</p:attrName>
                                        </p:attrNameLst>
                                      </p:cBhvr>
                                      <p:tavLst>
                                        <p:tav tm="0">
                                          <p:val>
                                            <p:fltVal val="0"/>
                                          </p:val>
                                        </p:tav>
                                        <p:tav tm="100000">
                                          <p:val>
                                            <p:strVal val="#ppt_h"/>
                                          </p:val>
                                        </p:tav>
                                      </p:tavLst>
                                    </p:anim>
                                    <p:animEffect transition="in" filter="fade">
                                      <p:cBhvr>
                                        <p:cTn id="21" dur="500"/>
                                        <p:tgtEl>
                                          <p:spTgt spid="74"/>
                                        </p:tgtEl>
                                      </p:cBhvr>
                                    </p:animEffect>
                                  </p:childTnLst>
                                </p:cTn>
                              </p:par>
                            </p:childTnLst>
                          </p:cTn>
                        </p:par>
                      </p:childTnLst>
                    </p:cTn>
                  </p:par>
                  <p:par>
                    <p:cTn id="22" fill="hold">
                      <p:stCondLst>
                        <p:cond delay="indefinite"/>
                      </p:stCondLst>
                      <p:childTnLst>
                        <p:par>
                          <p:cTn id="23" fill="hold">
                            <p:stCondLst>
                              <p:cond delay="0"/>
                            </p:stCondLst>
                            <p:childTnLst>
                              <p:par>
                                <p:cTn id="24" presetID="53" presetClass="entr" presetSubtype="16" fill="hold" grpId="0" nodeType="clickEffect">
                                  <p:stCondLst>
                                    <p:cond delay="0"/>
                                  </p:stCondLst>
                                  <p:childTnLst>
                                    <p:set>
                                      <p:cBhvr>
                                        <p:cTn id="25" dur="1" fill="hold">
                                          <p:stCondLst>
                                            <p:cond delay="0"/>
                                          </p:stCondLst>
                                        </p:cTn>
                                        <p:tgtEl>
                                          <p:spTgt spid="75"/>
                                        </p:tgtEl>
                                        <p:attrNameLst>
                                          <p:attrName>style.visibility</p:attrName>
                                        </p:attrNameLst>
                                      </p:cBhvr>
                                      <p:to>
                                        <p:strVal val="visible"/>
                                      </p:to>
                                    </p:set>
                                    <p:anim calcmode="lin" valueType="num">
                                      <p:cBhvr>
                                        <p:cTn id="26" dur="500" fill="hold"/>
                                        <p:tgtEl>
                                          <p:spTgt spid="75"/>
                                        </p:tgtEl>
                                        <p:attrNameLst>
                                          <p:attrName>ppt_w</p:attrName>
                                        </p:attrNameLst>
                                      </p:cBhvr>
                                      <p:tavLst>
                                        <p:tav tm="0">
                                          <p:val>
                                            <p:fltVal val="0"/>
                                          </p:val>
                                        </p:tav>
                                        <p:tav tm="100000">
                                          <p:val>
                                            <p:strVal val="#ppt_w"/>
                                          </p:val>
                                        </p:tav>
                                      </p:tavLst>
                                    </p:anim>
                                    <p:anim calcmode="lin" valueType="num">
                                      <p:cBhvr>
                                        <p:cTn id="27" dur="500" fill="hold"/>
                                        <p:tgtEl>
                                          <p:spTgt spid="75"/>
                                        </p:tgtEl>
                                        <p:attrNameLst>
                                          <p:attrName>ppt_h</p:attrName>
                                        </p:attrNameLst>
                                      </p:cBhvr>
                                      <p:tavLst>
                                        <p:tav tm="0">
                                          <p:val>
                                            <p:fltVal val="0"/>
                                          </p:val>
                                        </p:tav>
                                        <p:tav tm="100000">
                                          <p:val>
                                            <p:strVal val="#ppt_h"/>
                                          </p:val>
                                        </p:tav>
                                      </p:tavLst>
                                    </p:anim>
                                    <p:animEffect transition="in" filter="fade">
                                      <p:cBhvr>
                                        <p:cTn id="28" dur="500"/>
                                        <p:tgtEl>
                                          <p:spTgt spid="75"/>
                                        </p:tgtEl>
                                      </p:cBhvr>
                                    </p:animEffect>
                                  </p:childTnLst>
                                </p:cTn>
                              </p:par>
                            </p:childTnLst>
                          </p:cTn>
                        </p:par>
                      </p:childTnLst>
                    </p:cTn>
                  </p:par>
                  <p:par>
                    <p:cTn id="29" fill="hold">
                      <p:stCondLst>
                        <p:cond delay="indefinite"/>
                      </p:stCondLst>
                      <p:childTnLst>
                        <p:par>
                          <p:cTn id="30" fill="hold">
                            <p:stCondLst>
                              <p:cond delay="0"/>
                            </p:stCondLst>
                            <p:childTnLst>
                              <p:par>
                                <p:cTn id="31" presetID="2" presetClass="entr" presetSubtype="2" fill="hold" grpId="0" nodeType="clickEffect">
                                  <p:stCondLst>
                                    <p:cond delay="0"/>
                                  </p:stCondLst>
                                  <p:childTnLst>
                                    <p:set>
                                      <p:cBhvr>
                                        <p:cTn id="32" dur="1" fill="hold">
                                          <p:stCondLst>
                                            <p:cond delay="0"/>
                                          </p:stCondLst>
                                        </p:cTn>
                                        <p:tgtEl>
                                          <p:spTgt spid="76"/>
                                        </p:tgtEl>
                                        <p:attrNameLst>
                                          <p:attrName>style.visibility</p:attrName>
                                        </p:attrNameLst>
                                      </p:cBhvr>
                                      <p:to>
                                        <p:strVal val="visible"/>
                                      </p:to>
                                    </p:set>
                                    <p:anim calcmode="lin" valueType="num">
                                      <p:cBhvr additive="base">
                                        <p:cTn id="33" dur="500" fill="hold"/>
                                        <p:tgtEl>
                                          <p:spTgt spid="76"/>
                                        </p:tgtEl>
                                        <p:attrNameLst>
                                          <p:attrName>ppt_x</p:attrName>
                                        </p:attrNameLst>
                                      </p:cBhvr>
                                      <p:tavLst>
                                        <p:tav tm="0">
                                          <p:val>
                                            <p:strVal val="1+#ppt_w/2"/>
                                          </p:val>
                                        </p:tav>
                                        <p:tav tm="100000">
                                          <p:val>
                                            <p:strVal val="#ppt_x"/>
                                          </p:val>
                                        </p:tav>
                                      </p:tavLst>
                                    </p:anim>
                                    <p:anim calcmode="lin" valueType="num">
                                      <p:cBhvr additive="base">
                                        <p:cTn id="34" dur="500" fill="hold"/>
                                        <p:tgtEl>
                                          <p:spTgt spid="76"/>
                                        </p:tgtEl>
                                        <p:attrNameLst>
                                          <p:attrName>ppt_y</p:attrName>
                                        </p:attrNameLst>
                                      </p:cBhvr>
                                      <p:tavLst>
                                        <p:tav tm="0">
                                          <p:val>
                                            <p:strVal val="#ppt_y"/>
                                          </p:val>
                                        </p:tav>
                                        <p:tav tm="100000">
                                          <p:val>
                                            <p:strVal val="#ppt_y"/>
                                          </p:val>
                                        </p:tav>
                                      </p:tavLst>
                                    </p:anim>
                                  </p:childTnLst>
                                </p:cTn>
                              </p:par>
                            </p:childTnLst>
                          </p:cTn>
                        </p:par>
                      </p:childTnLst>
                    </p:cTn>
                  </p:par>
                  <p:par>
                    <p:cTn id="35" fill="hold">
                      <p:stCondLst>
                        <p:cond delay="indefinite"/>
                      </p:stCondLst>
                      <p:childTnLst>
                        <p:par>
                          <p:cTn id="36" fill="hold">
                            <p:stCondLst>
                              <p:cond delay="0"/>
                            </p:stCondLst>
                            <p:childTnLst>
                              <p:par>
                                <p:cTn id="37" presetID="12" presetClass="entr" presetSubtype="2" fill="hold" nodeType="clickEffect">
                                  <p:stCondLst>
                                    <p:cond delay="0"/>
                                  </p:stCondLst>
                                  <p:childTnLst>
                                    <p:set>
                                      <p:cBhvr>
                                        <p:cTn id="38" dur="1" fill="hold">
                                          <p:stCondLst>
                                            <p:cond delay="0"/>
                                          </p:stCondLst>
                                        </p:cTn>
                                        <p:tgtEl>
                                          <p:spTgt spid="78"/>
                                        </p:tgtEl>
                                        <p:attrNameLst>
                                          <p:attrName>style.visibility</p:attrName>
                                        </p:attrNameLst>
                                      </p:cBhvr>
                                      <p:to>
                                        <p:strVal val="visible"/>
                                      </p:to>
                                    </p:set>
                                    <p:anim calcmode="lin" valueType="num">
                                      <p:cBhvr additive="base">
                                        <p:cTn id="39" dur="500"/>
                                        <p:tgtEl>
                                          <p:spTgt spid="78"/>
                                        </p:tgtEl>
                                        <p:attrNameLst>
                                          <p:attrName>ppt_x</p:attrName>
                                        </p:attrNameLst>
                                      </p:cBhvr>
                                      <p:tavLst>
                                        <p:tav tm="0">
                                          <p:val>
                                            <p:strVal val="#ppt_x+#ppt_w*1.125000"/>
                                          </p:val>
                                        </p:tav>
                                        <p:tav tm="100000">
                                          <p:val>
                                            <p:strVal val="#ppt_x"/>
                                          </p:val>
                                        </p:tav>
                                      </p:tavLst>
                                    </p:anim>
                                    <p:animEffect transition="in" filter="wipe(left)">
                                      <p:cBhvr>
                                        <p:cTn id="40" dur="500"/>
                                        <p:tgtEl>
                                          <p:spTgt spid="78"/>
                                        </p:tgtEl>
                                      </p:cBhvr>
                                    </p:animEffect>
                                  </p:childTnLst>
                                </p:cTn>
                              </p:par>
                            </p:childTnLst>
                          </p:cTn>
                        </p:par>
                      </p:childTnLst>
                    </p:cTn>
                  </p:par>
                  <p:par>
                    <p:cTn id="41" fill="hold">
                      <p:stCondLst>
                        <p:cond delay="indefinite"/>
                      </p:stCondLst>
                      <p:childTnLst>
                        <p:par>
                          <p:cTn id="42" fill="hold">
                            <p:stCondLst>
                              <p:cond delay="0"/>
                            </p:stCondLst>
                            <p:childTnLst>
                              <p:par>
                                <p:cTn id="43" presetID="12" presetClass="entr" presetSubtype="2" fill="hold" nodeType="clickEffect">
                                  <p:stCondLst>
                                    <p:cond delay="0"/>
                                  </p:stCondLst>
                                  <p:childTnLst>
                                    <p:set>
                                      <p:cBhvr>
                                        <p:cTn id="44" dur="1" fill="hold">
                                          <p:stCondLst>
                                            <p:cond delay="0"/>
                                          </p:stCondLst>
                                        </p:cTn>
                                        <p:tgtEl>
                                          <p:spTgt spid="92"/>
                                        </p:tgtEl>
                                        <p:attrNameLst>
                                          <p:attrName>style.visibility</p:attrName>
                                        </p:attrNameLst>
                                      </p:cBhvr>
                                      <p:to>
                                        <p:strVal val="visible"/>
                                      </p:to>
                                    </p:set>
                                    <p:anim calcmode="lin" valueType="num">
                                      <p:cBhvr additive="base">
                                        <p:cTn id="45" dur="500"/>
                                        <p:tgtEl>
                                          <p:spTgt spid="92"/>
                                        </p:tgtEl>
                                        <p:attrNameLst>
                                          <p:attrName>ppt_x</p:attrName>
                                        </p:attrNameLst>
                                      </p:cBhvr>
                                      <p:tavLst>
                                        <p:tav tm="0">
                                          <p:val>
                                            <p:strVal val="#ppt_x+#ppt_w*1.125000"/>
                                          </p:val>
                                        </p:tav>
                                        <p:tav tm="100000">
                                          <p:val>
                                            <p:strVal val="#ppt_x"/>
                                          </p:val>
                                        </p:tav>
                                      </p:tavLst>
                                    </p:anim>
                                    <p:animEffect transition="in" filter="wipe(left)">
                                      <p:cBhvr>
                                        <p:cTn id="46" dur="500"/>
                                        <p:tgtEl>
                                          <p:spTgt spid="92"/>
                                        </p:tgtEl>
                                      </p:cBhvr>
                                    </p:animEffect>
                                  </p:childTnLst>
                                </p:cTn>
                              </p:par>
                              <p:par>
                                <p:cTn id="47" presetID="12" presetClass="entr" presetSubtype="1" fill="hold" nodeType="withEffect">
                                  <p:stCondLst>
                                    <p:cond delay="0"/>
                                  </p:stCondLst>
                                  <p:childTnLst>
                                    <p:set>
                                      <p:cBhvr>
                                        <p:cTn id="48" dur="1" fill="hold">
                                          <p:stCondLst>
                                            <p:cond delay="0"/>
                                          </p:stCondLst>
                                        </p:cTn>
                                        <p:tgtEl>
                                          <p:spTgt spid="89"/>
                                        </p:tgtEl>
                                        <p:attrNameLst>
                                          <p:attrName>style.visibility</p:attrName>
                                        </p:attrNameLst>
                                      </p:cBhvr>
                                      <p:to>
                                        <p:strVal val="visible"/>
                                      </p:to>
                                    </p:set>
                                    <p:anim calcmode="lin" valueType="num">
                                      <p:cBhvr additive="base">
                                        <p:cTn id="49" dur="500"/>
                                        <p:tgtEl>
                                          <p:spTgt spid="89"/>
                                        </p:tgtEl>
                                        <p:attrNameLst>
                                          <p:attrName>ppt_y</p:attrName>
                                        </p:attrNameLst>
                                      </p:cBhvr>
                                      <p:tavLst>
                                        <p:tav tm="0">
                                          <p:val>
                                            <p:strVal val="#ppt_y-#ppt_h*1.125000"/>
                                          </p:val>
                                        </p:tav>
                                        <p:tav tm="100000">
                                          <p:val>
                                            <p:strVal val="#ppt_y"/>
                                          </p:val>
                                        </p:tav>
                                      </p:tavLst>
                                    </p:anim>
                                    <p:animEffect transition="in" filter="wipe(down)">
                                      <p:cBhvr>
                                        <p:cTn id="50" dur="500"/>
                                        <p:tgtEl>
                                          <p:spTgt spid="89"/>
                                        </p:tgtEl>
                                      </p:cBhvr>
                                    </p:animEffect>
                                  </p:childTnLst>
                                </p:cTn>
                              </p:par>
                              <p:par>
                                <p:cTn id="51" presetID="12" presetClass="entr" presetSubtype="4" fill="hold" nodeType="withEffect">
                                  <p:stCondLst>
                                    <p:cond delay="0"/>
                                  </p:stCondLst>
                                  <p:childTnLst>
                                    <p:set>
                                      <p:cBhvr>
                                        <p:cTn id="52" dur="1" fill="hold">
                                          <p:stCondLst>
                                            <p:cond delay="0"/>
                                          </p:stCondLst>
                                        </p:cTn>
                                        <p:tgtEl>
                                          <p:spTgt spid="95"/>
                                        </p:tgtEl>
                                        <p:attrNameLst>
                                          <p:attrName>style.visibility</p:attrName>
                                        </p:attrNameLst>
                                      </p:cBhvr>
                                      <p:to>
                                        <p:strVal val="visible"/>
                                      </p:to>
                                    </p:set>
                                    <p:anim calcmode="lin" valueType="num">
                                      <p:cBhvr additive="base">
                                        <p:cTn id="53" dur="500"/>
                                        <p:tgtEl>
                                          <p:spTgt spid="95"/>
                                        </p:tgtEl>
                                        <p:attrNameLst>
                                          <p:attrName>ppt_y</p:attrName>
                                        </p:attrNameLst>
                                      </p:cBhvr>
                                      <p:tavLst>
                                        <p:tav tm="0">
                                          <p:val>
                                            <p:strVal val="#ppt_y+#ppt_h*1.125000"/>
                                          </p:val>
                                        </p:tav>
                                        <p:tav tm="100000">
                                          <p:val>
                                            <p:strVal val="#ppt_y"/>
                                          </p:val>
                                        </p:tav>
                                      </p:tavLst>
                                    </p:anim>
                                    <p:animEffect transition="in" filter="wipe(up)">
                                      <p:cBhvr>
                                        <p:cTn id="54" dur="500"/>
                                        <p:tgtEl>
                                          <p:spTgt spid="95"/>
                                        </p:tgtEl>
                                      </p:cBhvr>
                                    </p:animEffect>
                                  </p:childTnLst>
                                </p:cTn>
                              </p:par>
                            </p:childTnLst>
                          </p:cTn>
                        </p:par>
                      </p:childTnLst>
                    </p:cTn>
                  </p:par>
                  <p:par>
                    <p:cTn id="55" fill="hold">
                      <p:stCondLst>
                        <p:cond delay="indefinite"/>
                      </p:stCondLst>
                      <p:childTnLst>
                        <p:par>
                          <p:cTn id="56" fill="hold">
                            <p:stCondLst>
                              <p:cond delay="0"/>
                            </p:stCondLst>
                            <p:childTnLst>
                              <p:par>
                                <p:cTn id="57" presetID="53" presetClass="entr" presetSubtype="16" fill="hold" grpId="0" nodeType="clickEffect">
                                  <p:stCondLst>
                                    <p:cond delay="0"/>
                                  </p:stCondLst>
                                  <p:childTnLst>
                                    <p:set>
                                      <p:cBhvr>
                                        <p:cTn id="58" dur="1" fill="hold">
                                          <p:stCondLst>
                                            <p:cond delay="0"/>
                                          </p:stCondLst>
                                        </p:cTn>
                                        <p:tgtEl>
                                          <p:spTgt spid="98"/>
                                        </p:tgtEl>
                                        <p:attrNameLst>
                                          <p:attrName>style.visibility</p:attrName>
                                        </p:attrNameLst>
                                      </p:cBhvr>
                                      <p:to>
                                        <p:strVal val="visible"/>
                                      </p:to>
                                    </p:set>
                                    <p:anim calcmode="lin" valueType="num">
                                      <p:cBhvr>
                                        <p:cTn id="59" dur="500" fill="hold"/>
                                        <p:tgtEl>
                                          <p:spTgt spid="98"/>
                                        </p:tgtEl>
                                        <p:attrNameLst>
                                          <p:attrName>ppt_w</p:attrName>
                                        </p:attrNameLst>
                                      </p:cBhvr>
                                      <p:tavLst>
                                        <p:tav tm="0">
                                          <p:val>
                                            <p:fltVal val="0"/>
                                          </p:val>
                                        </p:tav>
                                        <p:tav tm="100000">
                                          <p:val>
                                            <p:strVal val="#ppt_w"/>
                                          </p:val>
                                        </p:tav>
                                      </p:tavLst>
                                    </p:anim>
                                    <p:anim calcmode="lin" valueType="num">
                                      <p:cBhvr>
                                        <p:cTn id="60" dur="500" fill="hold"/>
                                        <p:tgtEl>
                                          <p:spTgt spid="98"/>
                                        </p:tgtEl>
                                        <p:attrNameLst>
                                          <p:attrName>ppt_h</p:attrName>
                                        </p:attrNameLst>
                                      </p:cBhvr>
                                      <p:tavLst>
                                        <p:tav tm="0">
                                          <p:val>
                                            <p:fltVal val="0"/>
                                          </p:val>
                                        </p:tav>
                                        <p:tav tm="100000">
                                          <p:val>
                                            <p:strVal val="#ppt_h"/>
                                          </p:val>
                                        </p:tav>
                                      </p:tavLst>
                                    </p:anim>
                                    <p:animEffect transition="in" filter="fade">
                                      <p:cBhvr>
                                        <p:cTn id="61" dur="500"/>
                                        <p:tgtEl>
                                          <p:spTgt spid="98"/>
                                        </p:tgtEl>
                                      </p:cBhvr>
                                    </p:animEffect>
                                  </p:childTnLst>
                                </p:cTn>
                              </p:par>
                            </p:childTnLst>
                          </p:cTn>
                        </p:par>
                      </p:childTnLst>
                    </p:cTn>
                  </p:par>
                  <p:par>
                    <p:cTn id="62" fill="hold">
                      <p:stCondLst>
                        <p:cond delay="indefinite"/>
                      </p:stCondLst>
                      <p:childTnLst>
                        <p:par>
                          <p:cTn id="63" fill="hold">
                            <p:stCondLst>
                              <p:cond delay="0"/>
                            </p:stCondLst>
                            <p:childTnLst>
                              <p:par>
                                <p:cTn id="64" presetID="53" presetClass="entr" presetSubtype="16" fill="hold" grpId="0" nodeType="clickEffect">
                                  <p:stCondLst>
                                    <p:cond delay="0"/>
                                  </p:stCondLst>
                                  <p:childTnLst>
                                    <p:set>
                                      <p:cBhvr>
                                        <p:cTn id="65" dur="1" fill="hold">
                                          <p:stCondLst>
                                            <p:cond delay="0"/>
                                          </p:stCondLst>
                                        </p:cTn>
                                        <p:tgtEl>
                                          <p:spTgt spid="99"/>
                                        </p:tgtEl>
                                        <p:attrNameLst>
                                          <p:attrName>style.visibility</p:attrName>
                                        </p:attrNameLst>
                                      </p:cBhvr>
                                      <p:to>
                                        <p:strVal val="visible"/>
                                      </p:to>
                                    </p:set>
                                    <p:anim calcmode="lin" valueType="num">
                                      <p:cBhvr>
                                        <p:cTn id="66" dur="500" fill="hold"/>
                                        <p:tgtEl>
                                          <p:spTgt spid="99"/>
                                        </p:tgtEl>
                                        <p:attrNameLst>
                                          <p:attrName>ppt_w</p:attrName>
                                        </p:attrNameLst>
                                      </p:cBhvr>
                                      <p:tavLst>
                                        <p:tav tm="0">
                                          <p:val>
                                            <p:fltVal val="0"/>
                                          </p:val>
                                        </p:tav>
                                        <p:tav tm="100000">
                                          <p:val>
                                            <p:strVal val="#ppt_w"/>
                                          </p:val>
                                        </p:tav>
                                      </p:tavLst>
                                    </p:anim>
                                    <p:anim calcmode="lin" valueType="num">
                                      <p:cBhvr>
                                        <p:cTn id="67" dur="500" fill="hold"/>
                                        <p:tgtEl>
                                          <p:spTgt spid="99"/>
                                        </p:tgtEl>
                                        <p:attrNameLst>
                                          <p:attrName>ppt_h</p:attrName>
                                        </p:attrNameLst>
                                      </p:cBhvr>
                                      <p:tavLst>
                                        <p:tav tm="0">
                                          <p:val>
                                            <p:fltVal val="0"/>
                                          </p:val>
                                        </p:tav>
                                        <p:tav tm="100000">
                                          <p:val>
                                            <p:strVal val="#ppt_h"/>
                                          </p:val>
                                        </p:tav>
                                      </p:tavLst>
                                    </p:anim>
                                    <p:animEffect transition="in" filter="fade">
                                      <p:cBhvr>
                                        <p:cTn id="68" dur="500"/>
                                        <p:tgtEl>
                                          <p:spTgt spid="99"/>
                                        </p:tgtEl>
                                      </p:cBhvr>
                                    </p:animEffect>
                                  </p:childTnLst>
                                </p:cTn>
                              </p:par>
                              <p:par>
                                <p:cTn id="69" presetID="53" presetClass="entr" presetSubtype="16" fill="hold" grpId="0" nodeType="withEffect">
                                  <p:stCondLst>
                                    <p:cond delay="0"/>
                                  </p:stCondLst>
                                  <p:childTnLst>
                                    <p:set>
                                      <p:cBhvr>
                                        <p:cTn id="70" dur="1" fill="hold">
                                          <p:stCondLst>
                                            <p:cond delay="0"/>
                                          </p:stCondLst>
                                        </p:cTn>
                                        <p:tgtEl>
                                          <p:spTgt spid="100"/>
                                        </p:tgtEl>
                                        <p:attrNameLst>
                                          <p:attrName>style.visibility</p:attrName>
                                        </p:attrNameLst>
                                      </p:cBhvr>
                                      <p:to>
                                        <p:strVal val="visible"/>
                                      </p:to>
                                    </p:set>
                                    <p:anim calcmode="lin" valueType="num">
                                      <p:cBhvr>
                                        <p:cTn id="71" dur="500" fill="hold"/>
                                        <p:tgtEl>
                                          <p:spTgt spid="100"/>
                                        </p:tgtEl>
                                        <p:attrNameLst>
                                          <p:attrName>ppt_w</p:attrName>
                                        </p:attrNameLst>
                                      </p:cBhvr>
                                      <p:tavLst>
                                        <p:tav tm="0">
                                          <p:val>
                                            <p:fltVal val="0"/>
                                          </p:val>
                                        </p:tav>
                                        <p:tav tm="100000">
                                          <p:val>
                                            <p:strVal val="#ppt_w"/>
                                          </p:val>
                                        </p:tav>
                                      </p:tavLst>
                                    </p:anim>
                                    <p:anim calcmode="lin" valueType="num">
                                      <p:cBhvr>
                                        <p:cTn id="72" dur="500" fill="hold"/>
                                        <p:tgtEl>
                                          <p:spTgt spid="100"/>
                                        </p:tgtEl>
                                        <p:attrNameLst>
                                          <p:attrName>ppt_h</p:attrName>
                                        </p:attrNameLst>
                                      </p:cBhvr>
                                      <p:tavLst>
                                        <p:tav tm="0">
                                          <p:val>
                                            <p:fltVal val="0"/>
                                          </p:val>
                                        </p:tav>
                                        <p:tav tm="100000">
                                          <p:val>
                                            <p:strVal val="#ppt_h"/>
                                          </p:val>
                                        </p:tav>
                                      </p:tavLst>
                                    </p:anim>
                                    <p:animEffect transition="in" filter="fade">
                                      <p:cBhvr>
                                        <p:cTn id="73" dur="500"/>
                                        <p:tgtEl>
                                          <p:spTgt spid="100"/>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67" grpId="0"/>
      <p:bldP spid="74" grpId="0" animBg="1"/>
      <p:bldP spid="75" grpId="0" animBg="1"/>
      <p:bldP spid="76" grpId="0"/>
      <p:bldP spid="98" grpId="0"/>
      <p:bldP spid="99" grpId="0"/>
      <p:bldP spid="100" grpId="0"/>
    </p:bldLst>
  </p:timing>
</p:sld>
</file>

<file path=ppt/slides/slide39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92" name="组合 91">
            <a:extLst>
              <a:ext uri="{FF2B5EF4-FFF2-40B4-BE49-F238E27FC236}">
                <a16:creationId xmlns:a16="http://schemas.microsoft.com/office/drawing/2014/main" id="{A1C8136A-131F-45AA-A8F4-09AE5898289E}"/>
              </a:ext>
            </a:extLst>
          </p:cNvPr>
          <p:cNvGrpSpPr/>
          <p:nvPr/>
        </p:nvGrpSpPr>
        <p:grpSpPr>
          <a:xfrm rot="5400000">
            <a:off x="1554142" y="5176395"/>
            <a:ext cx="880755" cy="400110"/>
            <a:chOff x="8934712" y="5275029"/>
            <a:chExt cx="880755" cy="400110"/>
          </a:xfrm>
        </p:grpSpPr>
        <p:sp>
          <p:nvSpPr>
            <p:cNvPr id="93" name="标注: 右箭头 92">
              <a:extLst>
                <a:ext uri="{FF2B5EF4-FFF2-40B4-BE49-F238E27FC236}">
                  <a16:creationId xmlns:a16="http://schemas.microsoft.com/office/drawing/2014/main" id="{D9969319-883C-4C2D-AE16-F9B4584B0ECA}"/>
                </a:ext>
              </a:extLst>
            </p:cNvPr>
            <p:cNvSpPr/>
            <p:nvPr/>
          </p:nvSpPr>
          <p:spPr>
            <a:xfrm rot="10800000">
              <a:off x="8934712" y="5323587"/>
              <a:ext cx="762000" cy="302993"/>
            </a:xfrm>
            <a:prstGeom prst="rightArrowCallout">
              <a:avLst>
                <a:gd name="adj1" fmla="val 25000"/>
                <a:gd name="adj2" fmla="val 25000"/>
                <a:gd name="adj3" fmla="val 25000"/>
                <a:gd name="adj4" fmla="val 85980"/>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sz="2000" b="1" dirty="0">
                <a:solidFill>
                  <a:schemeClr val="tx1"/>
                </a:solidFill>
              </a:endParaRPr>
            </a:p>
          </p:txBody>
        </p:sp>
        <p:sp>
          <p:nvSpPr>
            <p:cNvPr id="94" name="文本框 93">
              <a:extLst>
                <a:ext uri="{FF2B5EF4-FFF2-40B4-BE49-F238E27FC236}">
                  <a16:creationId xmlns:a16="http://schemas.microsoft.com/office/drawing/2014/main" id="{51AD14B3-74C2-468E-80E3-73F264173ABD}"/>
                </a:ext>
              </a:extLst>
            </p:cNvPr>
            <p:cNvSpPr txBox="1"/>
            <p:nvPr/>
          </p:nvSpPr>
          <p:spPr>
            <a:xfrm>
              <a:off x="8953226" y="5275029"/>
              <a:ext cx="862241" cy="400110"/>
            </a:xfrm>
            <a:prstGeom prst="rect">
              <a:avLst/>
            </a:prstGeom>
            <a:noFill/>
          </p:spPr>
          <p:txBody>
            <a:bodyPr wrap="square">
              <a:spAutoFit/>
            </a:bodyPr>
            <a:lstStyle/>
            <a:p>
              <a:pPr algn="ctr"/>
              <a:r>
                <a:rPr lang="en-US" altLang="zh-CN" sz="2000" b="1" dirty="0">
                  <a:solidFill>
                    <a:schemeClr val="tx1"/>
                  </a:solidFill>
                </a:rPr>
                <a:t>A</a:t>
              </a:r>
              <a:r>
                <a:rPr lang="en-US" altLang="zh-CN" sz="2000" b="1" dirty="0">
                  <a:solidFill>
                    <a:schemeClr val="tx1"/>
                  </a:solidFill>
                  <a:latin typeface="+mn-ea"/>
                </a:rPr>
                <a:t>←</a:t>
              </a:r>
              <a:r>
                <a:rPr lang="en-US" altLang="zh-CN" sz="2000" b="1" dirty="0">
                  <a:solidFill>
                    <a:schemeClr val="tx1"/>
                  </a:solidFill>
                </a:rPr>
                <a:t>C</a:t>
              </a:r>
              <a:endParaRPr lang="zh-CN" altLang="en-US" sz="2000" b="1" dirty="0">
                <a:solidFill>
                  <a:schemeClr val="tx1"/>
                </a:solidFill>
              </a:endParaRPr>
            </a:p>
          </p:txBody>
        </p:sp>
      </p:grpSp>
      <p:grpSp>
        <p:nvGrpSpPr>
          <p:cNvPr id="101" name="组合 100">
            <a:extLst>
              <a:ext uri="{FF2B5EF4-FFF2-40B4-BE49-F238E27FC236}">
                <a16:creationId xmlns:a16="http://schemas.microsoft.com/office/drawing/2014/main" id="{54EE99B1-96C3-445A-AC66-7092DCDB6CC5}"/>
              </a:ext>
            </a:extLst>
          </p:cNvPr>
          <p:cNvGrpSpPr/>
          <p:nvPr/>
        </p:nvGrpSpPr>
        <p:grpSpPr>
          <a:xfrm>
            <a:off x="1093595" y="4260982"/>
            <a:ext cx="880755" cy="400110"/>
            <a:chOff x="8934712" y="5275029"/>
            <a:chExt cx="880755" cy="400110"/>
          </a:xfrm>
        </p:grpSpPr>
        <p:sp>
          <p:nvSpPr>
            <p:cNvPr id="102" name="标注: 右箭头 101">
              <a:extLst>
                <a:ext uri="{FF2B5EF4-FFF2-40B4-BE49-F238E27FC236}">
                  <a16:creationId xmlns:a16="http://schemas.microsoft.com/office/drawing/2014/main" id="{CE17FFAE-E31D-48FB-BC06-FD359904ED14}"/>
                </a:ext>
              </a:extLst>
            </p:cNvPr>
            <p:cNvSpPr/>
            <p:nvPr/>
          </p:nvSpPr>
          <p:spPr>
            <a:xfrm rot="10800000">
              <a:off x="8934712" y="5323587"/>
              <a:ext cx="762000" cy="302993"/>
            </a:xfrm>
            <a:prstGeom prst="rightArrowCallout">
              <a:avLst>
                <a:gd name="adj1" fmla="val 25000"/>
                <a:gd name="adj2" fmla="val 25000"/>
                <a:gd name="adj3" fmla="val 25000"/>
                <a:gd name="adj4" fmla="val 85980"/>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sz="2000" b="1" dirty="0">
                <a:solidFill>
                  <a:schemeClr val="tx1"/>
                </a:solidFill>
              </a:endParaRPr>
            </a:p>
          </p:txBody>
        </p:sp>
        <p:sp>
          <p:nvSpPr>
            <p:cNvPr id="103" name="文本框 102">
              <a:extLst>
                <a:ext uri="{FF2B5EF4-FFF2-40B4-BE49-F238E27FC236}">
                  <a16:creationId xmlns:a16="http://schemas.microsoft.com/office/drawing/2014/main" id="{CED3AAB8-2694-4887-9334-52B80030E4E3}"/>
                </a:ext>
              </a:extLst>
            </p:cNvPr>
            <p:cNvSpPr txBox="1"/>
            <p:nvPr/>
          </p:nvSpPr>
          <p:spPr>
            <a:xfrm>
              <a:off x="8953226" y="5275029"/>
              <a:ext cx="862241" cy="400110"/>
            </a:xfrm>
            <a:prstGeom prst="rect">
              <a:avLst/>
            </a:prstGeom>
            <a:noFill/>
          </p:spPr>
          <p:txBody>
            <a:bodyPr wrap="square">
              <a:spAutoFit/>
            </a:bodyPr>
            <a:lstStyle/>
            <a:p>
              <a:pPr algn="ctr"/>
              <a:r>
                <a:rPr lang="en-US" altLang="zh-CN" sz="2000" b="1" dirty="0">
                  <a:solidFill>
                    <a:schemeClr val="tx1"/>
                  </a:solidFill>
                </a:rPr>
                <a:t>A</a:t>
              </a:r>
              <a:r>
                <a:rPr lang="en-US" altLang="zh-CN" sz="2000" b="1" dirty="0">
                  <a:solidFill>
                    <a:schemeClr val="tx1"/>
                  </a:solidFill>
                  <a:latin typeface="+mn-ea"/>
                </a:rPr>
                <a:t>←</a:t>
              </a:r>
              <a:r>
                <a:rPr lang="en-US" altLang="zh-CN" sz="2000" b="1" dirty="0">
                  <a:solidFill>
                    <a:schemeClr val="tx1"/>
                  </a:solidFill>
                </a:rPr>
                <a:t>C</a:t>
              </a:r>
              <a:endParaRPr lang="zh-CN" altLang="en-US" sz="2000" b="1" dirty="0">
                <a:solidFill>
                  <a:schemeClr val="tx1"/>
                </a:solidFill>
              </a:endParaRPr>
            </a:p>
          </p:txBody>
        </p:sp>
      </p:grpSp>
      <p:grpSp>
        <p:nvGrpSpPr>
          <p:cNvPr id="104" name="组合 103">
            <a:extLst>
              <a:ext uri="{FF2B5EF4-FFF2-40B4-BE49-F238E27FC236}">
                <a16:creationId xmlns:a16="http://schemas.microsoft.com/office/drawing/2014/main" id="{2148AA83-65A7-470F-BF14-7EFDF5DA9121}"/>
              </a:ext>
            </a:extLst>
          </p:cNvPr>
          <p:cNvGrpSpPr/>
          <p:nvPr/>
        </p:nvGrpSpPr>
        <p:grpSpPr>
          <a:xfrm rot="5400000">
            <a:off x="1561878" y="3749809"/>
            <a:ext cx="880755" cy="400110"/>
            <a:chOff x="8934712" y="5275029"/>
            <a:chExt cx="880755" cy="400110"/>
          </a:xfrm>
        </p:grpSpPr>
        <p:sp>
          <p:nvSpPr>
            <p:cNvPr id="105" name="标注: 右箭头 104">
              <a:extLst>
                <a:ext uri="{FF2B5EF4-FFF2-40B4-BE49-F238E27FC236}">
                  <a16:creationId xmlns:a16="http://schemas.microsoft.com/office/drawing/2014/main" id="{33FE735D-7059-4DF4-ADD4-3C1261F06331}"/>
                </a:ext>
              </a:extLst>
            </p:cNvPr>
            <p:cNvSpPr/>
            <p:nvPr/>
          </p:nvSpPr>
          <p:spPr>
            <a:xfrm rot="10800000">
              <a:off x="8934712" y="5323587"/>
              <a:ext cx="762000" cy="302993"/>
            </a:xfrm>
            <a:prstGeom prst="rightArrowCallout">
              <a:avLst>
                <a:gd name="adj1" fmla="val 25000"/>
                <a:gd name="adj2" fmla="val 25000"/>
                <a:gd name="adj3" fmla="val 25000"/>
                <a:gd name="adj4" fmla="val 85980"/>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sz="2000" b="1" dirty="0">
                <a:solidFill>
                  <a:schemeClr val="tx1"/>
                </a:solidFill>
              </a:endParaRPr>
            </a:p>
          </p:txBody>
        </p:sp>
        <p:sp>
          <p:nvSpPr>
            <p:cNvPr id="111" name="文本框 110">
              <a:extLst>
                <a:ext uri="{FF2B5EF4-FFF2-40B4-BE49-F238E27FC236}">
                  <a16:creationId xmlns:a16="http://schemas.microsoft.com/office/drawing/2014/main" id="{1A39EB77-9864-49C9-878F-7E723A84B693}"/>
                </a:ext>
              </a:extLst>
            </p:cNvPr>
            <p:cNvSpPr txBox="1"/>
            <p:nvPr/>
          </p:nvSpPr>
          <p:spPr>
            <a:xfrm>
              <a:off x="8953226" y="5275029"/>
              <a:ext cx="862241" cy="400110"/>
            </a:xfrm>
            <a:prstGeom prst="rect">
              <a:avLst/>
            </a:prstGeom>
            <a:noFill/>
          </p:spPr>
          <p:txBody>
            <a:bodyPr wrap="square">
              <a:spAutoFit/>
            </a:bodyPr>
            <a:lstStyle/>
            <a:p>
              <a:pPr algn="ctr"/>
              <a:r>
                <a:rPr lang="en-US" altLang="zh-CN" sz="2000" b="1" dirty="0">
                  <a:solidFill>
                    <a:schemeClr val="tx1"/>
                  </a:solidFill>
                </a:rPr>
                <a:t>A</a:t>
              </a:r>
              <a:r>
                <a:rPr lang="en-US" altLang="zh-CN" sz="2000" b="1" dirty="0">
                  <a:solidFill>
                    <a:schemeClr val="tx1"/>
                  </a:solidFill>
                  <a:latin typeface="+mn-ea"/>
                </a:rPr>
                <a:t>←</a:t>
              </a:r>
              <a:r>
                <a:rPr lang="en-US" altLang="zh-CN" sz="2000" b="1" dirty="0">
                  <a:solidFill>
                    <a:schemeClr val="tx1"/>
                  </a:solidFill>
                </a:rPr>
                <a:t>C</a:t>
              </a:r>
              <a:endParaRPr lang="zh-CN" altLang="en-US" sz="2000" b="1" dirty="0">
                <a:solidFill>
                  <a:schemeClr val="tx1"/>
                </a:solidFill>
              </a:endParaRPr>
            </a:p>
          </p:txBody>
        </p:sp>
      </p:grpSp>
      <p:grpSp>
        <p:nvGrpSpPr>
          <p:cNvPr id="120" name="组合 119">
            <a:extLst>
              <a:ext uri="{FF2B5EF4-FFF2-40B4-BE49-F238E27FC236}">
                <a16:creationId xmlns:a16="http://schemas.microsoft.com/office/drawing/2014/main" id="{16C28A88-2E0F-499A-BBD5-11689D8A3110}"/>
              </a:ext>
            </a:extLst>
          </p:cNvPr>
          <p:cNvGrpSpPr/>
          <p:nvPr/>
        </p:nvGrpSpPr>
        <p:grpSpPr>
          <a:xfrm>
            <a:off x="2529332" y="4269824"/>
            <a:ext cx="907293" cy="400110"/>
            <a:chOff x="2985606" y="3222321"/>
            <a:chExt cx="907293" cy="400110"/>
          </a:xfrm>
        </p:grpSpPr>
        <p:sp>
          <p:nvSpPr>
            <p:cNvPr id="121" name="标注: 右箭头 120">
              <a:extLst>
                <a:ext uri="{FF2B5EF4-FFF2-40B4-BE49-F238E27FC236}">
                  <a16:creationId xmlns:a16="http://schemas.microsoft.com/office/drawing/2014/main" id="{65D45006-7448-4153-B37B-DE9A422001FC}"/>
                </a:ext>
              </a:extLst>
            </p:cNvPr>
            <p:cNvSpPr/>
            <p:nvPr/>
          </p:nvSpPr>
          <p:spPr>
            <a:xfrm>
              <a:off x="3108347" y="3268699"/>
              <a:ext cx="762000" cy="302993"/>
            </a:xfrm>
            <a:prstGeom prst="rightArrowCallout">
              <a:avLst>
                <a:gd name="adj1" fmla="val 25000"/>
                <a:gd name="adj2" fmla="val 25000"/>
                <a:gd name="adj3" fmla="val 25000"/>
                <a:gd name="adj4" fmla="val 85980"/>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sz="2000" b="1" dirty="0">
                <a:solidFill>
                  <a:schemeClr val="tx1"/>
                </a:solidFill>
              </a:endParaRPr>
            </a:p>
          </p:txBody>
        </p:sp>
        <p:sp>
          <p:nvSpPr>
            <p:cNvPr id="122" name="文本框 121">
              <a:extLst>
                <a:ext uri="{FF2B5EF4-FFF2-40B4-BE49-F238E27FC236}">
                  <a16:creationId xmlns:a16="http://schemas.microsoft.com/office/drawing/2014/main" id="{206F6F4B-C3AA-4300-A43C-6B264FB2A4CB}"/>
                </a:ext>
              </a:extLst>
            </p:cNvPr>
            <p:cNvSpPr txBox="1"/>
            <p:nvPr/>
          </p:nvSpPr>
          <p:spPr>
            <a:xfrm>
              <a:off x="2985606" y="3222321"/>
              <a:ext cx="907293" cy="400110"/>
            </a:xfrm>
            <a:prstGeom prst="rect">
              <a:avLst/>
            </a:prstGeom>
            <a:noFill/>
          </p:spPr>
          <p:txBody>
            <a:bodyPr wrap="square">
              <a:spAutoFit/>
            </a:bodyPr>
            <a:lstStyle/>
            <a:p>
              <a:pPr algn="ctr"/>
              <a:r>
                <a:rPr lang="en-US" altLang="zh-CN" sz="2000" b="1" dirty="0">
                  <a:solidFill>
                    <a:schemeClr val="tx1"/>
                  </a:solidFill>
                </a:rPr>
                <a:t>C</a:t>
              </a:r>
              <a:r>
                <a:rPr lang="en-US" altLang="zh-CN" sz="2000" b="1" dirty="0">
                  <a:solidFill>
                    <a:schemeClr val="tx1"/>
                  </a:solidFill>
                  <a:latin typeface="+mn-ea"/>
                </a:rPr>
                <a:t>→</a:t>
              </a:r>
              <a:r>
                <a:rPr lang="en-US" altLang="zh-CN" sz="2000" b="1" dirty="0">
                  <a:solidFill>
                    <a:schemeClr val="tx1"/>
                  </a:solidFill>
                </a:rPr>
                <a:t>A</a:t>
              </a:r>
              <a:endParaRPr lang="zh-CN" altLang="en-US" sz="2000" b="1" dirty="0">
                <a:solidFill>
                  <a:schemeClr val="tx1"/>
                </a:solidFill>
              </a:endParaRPr>
            </a:p>
          </p:txBody>
        </p:sp>
      </p:grpSp>
      <p:graphicFrame>
        <p:nvGraphicFramePr>
          <p:cNvPr id="5" name="表格 5">
            <a:extLst>
              <a:ext uri="{FF2B5EF4-FFF2-40B4-BE49-F238E27FC236}">
                <a16:creationId xmlns:a16="http://schemas.microsoft.com/office/drawing/2014/main" id="{DD2D509C-F4B8-4D07-903C-B8DA2C054700}"/>
              </a:ext>
            </a:extLst>
          </p:cNvPr>
          <p:cNvGraphicFramePr>
            <a:graphicFrameLocks noGrp="1"/>
          </p:cNvGraphicFramePr>
          <p:nvPr/>
        </p:nvGraphicFramePr>
        <p:xfrm>
          <a:off x="2952378" y="1600069"/>
          <a:ext cx="1777474" cy="2225040"/>
        </p:xfrm>
        <a:graphic>
          <a:graphicData uri="http://schemas.openxmlformats.org/drawingml/2006/table">
            <a:tbl>
              <a:tblPr firstRow="1" bandRow="1">
                <a:tableStyleId>{5C22544A-7EE6-4342-B048-85BDC9FD1C3A}</a:tableStyleId>
              </a:tblPr>
              <a:tblGrid>
                <a:gridCol w="888737">
                  <a:extLst>
                    <a:ext uri="{9D8B030D-6E8A-4147-A177-3AD203B41FA5}">
                      <a16:colId xmlns:a16="http://schemas.microsoft.com/office/drawing/2014/main" val="4251559465"/>
                    </a:ext>
                  </a:extLst>
                </a:gridCol>
                <a:gridCol w="888737">
                  <a:extLst>
                    <a:ext uri="{9D8B030D-6E8A-4147-A177-3AD203B41FA5}">
                      <a16:colId xmlns:a16="http://schemas.microsoft.com/office/drawing/2014/main" val="2106410938"/>
                    </a:ext>
                  </a:extLst>
                </a:gridCol>
              </a:tblGrid>
              <a:tr h="370840">
                <a:tc gridSpan="2">
                  <a:txBody>
                    <a:bodyPr/>
                    <a:lstStyle/>
                    <a:p>
                      <a:pPr algn="ctr"/>
                      <a:r>
                        <a:rPr lang="zh-CN" altLang="en-US" dirty="0">
                          <a:solidFill>
                            <a:schemeClr val="tx1"/>
                          </a:solidFill>
                        </a:rPr>
                        <a:t>转发表</a:t>
                      </a: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hMerge="1">
                  <a:txBody>
                    <a:bodyPr/>
                    <a:lstStyle/>
                    <a:p>
                      <a:endParaRPr lang="zh-CN" altLang="en-US" dirty="0"/>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extLst>
                  <a:ext uri="{0D108BD9-81ED-4DB2-BD59-A6C34878D82A}">
                    <a16:rowId xmlns:a16="http://schemas.microsoft.com/office/drawing/2014/main" val="1301265837"/>
                  </a:ext>
                </a:extLst>
              </a:tr>
              <a:tr h="370840">
                <a:tc>
                  <a:txBody>
                    <a:bodyPr/>
                    <a:lstStyle/>
                    <a:p>
                      <a:pPr algn="ctr"/>
                      <a:r>
                        <a:rPr lang="zh-CN" altLang="en-US" b="1" dirty="0">
                          <a:solidFill>
                            <a:schemeClr val="tx1"/>
                          </a:solidFill>
                        </a:rPr>
                        <a:t>地址</a:t>
                      </a: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algn="ctr"/>
                      <a:r>
                        <a:rPr lang="zh-CN" altLang="en-US" b="1" dirty="0">
                          <a:solidFill>
                            <a:schemeClr val="tx1"/>
                          </a:solidFill>
                        </a:rPr>
                        <a:t>接口</a:t>
                      </a: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extLst>
                  <a:ext uri="{0D108BD9-81ED-4DB2-BD59-A6C34878D82A}">
                    <a16:rowId xmlns:a16="http://schemas.microsoft.com/office/drawing/2014/main" val="1377858286"/>
                  </a:ext>
                </a:extLst>
              </a:tr>
              <a:tr h="370840">
                <a:tc>
                  <a:txBody>
                    <a:bodyPr/>
                    <a:lstStyle/>
                    <a:p>
                      <a:pPr algn="ctr"/>
                      <a:endParaRPr lang="zh-CN" altLang="en-US">
                        <a:solidFill>
                          <a:schemeClr val="tx1"/>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algn="ctr"/>
                      <a:endParaRPr lang="zh-CN" altLang="en-US">
                        <a:solidFill>
                          <a:schemeClr val="tx1"/>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extLst>
                  <a:ext uri="{0D108BD9-81ED-4DB2-BD59-A6C34878D82A}">
                    <a16:rowId xmlns:a16="http://schemas.microsoft.com/office/drawing/2014/main" val="3650164858"/>
                  </a:ext>
                </a:extLst>
              </a:tr>
              <a:tr h="370840">
                <a:tc>
                  <a:txBody>
                    <a:bodyPr/>
                    <a:lstStyle/>
                    <a:p>
                      <a:pPr algn="ctr"/>
                      <a:endParaRPr lang="zh-CN" altLang="en-US">
                        <a:solidFill>
                          <a:schemeClr val="tx1"/>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algn="ctr"/>
                      <a:endParaRPr lang="zh-CN" altLang="en-US">
                        <a:solidFill>
                          <a:schemeClr val="tx1"/>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extLst>
                  <a:ext uri="{0D108BD9-81ED-4DB2-BD59-A6C34878D82A}">
                    <a16:rowId xmlns:a16="http://schemas.microsoft.com/office/drawing/2014/main" val="3538553397"/>
                  </a:ext>
                </a:extLst>
              </a:tr>
              <a:tr h="370840">
                <a:tc>
                  <a:txBody>
                    <a:bodyPr/>
                    <a:lstStyle/>
                    <a:p>
                      <a:pPr algn="ctr"/>
                      <a:endParaRPr lang="zh-CN" altLang="en-US">
                        <a:solidFill>
                          <a:schemeClr val="tx1"/>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algn="ctr"/>
                      <a:endParaRPr lang="zh-CN" altLang="en-US" dirty="0">
                        <a:solidFill>
                          <a:schemeClr val="tx1"/>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extLst>
                  <a:ext uri="{0D108BD9-81ED-4DB2-BD59-A6C34878D82A}">
                    <a16:rowId xmlns:a16="http://schemas.microsoft.com/office/drawing/2014/main" val="3266492017"/>
                  </a:ext>
                </a:extLst>
              </a:tr>
              <a:tr h="370840">
                <a:tc>
                  <a:txBody>
                    <a:bodyPr/>
                    <a:lstStyle/>
                    <a:p>
                      <a:pPr algn="ctr"/>
                      <a:r>
                        <a:rPr lang="en-US" altLang="zh-CN" dirty="0">
                          <a:solidFill>
                            <a:schemeClr val="tx1"/>
                          </a:solidFill>
                          <a:latin typeface="宋体" panose="02010600030101010101" pitchFamily="2" charset="-122"/>
                          <a:ea typeface="宋体" panose="02010600030101010101" pitchFamily="2" charset="-122"/>
                        </a:rPr>
                        <a:t>…</a:t>
                      </a:r>
                      <a:endParaRPr lang="zh-CN" altLang="en-US" dirty="0">
                        <a:solidFill>
                          <a:schemeClr val="tx1"/>
                        </a:solidFill>
                        <a:latin typeface="宋体" panose="02010600030101010101" pitchFamily="2" charset="-122"/>
                        <a:ea typeface="宋体" panose="02010600030101010101" pitchFamily="2" charset="-122"/>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algn="ctr"/>
                      <a:r>
                        <a:rPr lang="en-US" altLang="zh-CN" dirty="0">
                          <a:solidFill>
                            <a:schemeClr val="tx1"/>
                          </a:solidFill>
                          <a:latin typeface="宋体" panose="02010600030101010101" pitchFamily="2" charset="-122"/>
                          <a:ea typeface="宋体" panose="02010600030101010101" pitchFamily="2" charset="-122"/>
                        </a:rPr>
                        <a:t>…</a:t>
                      </a:r>
                      <a:endParaRPr lang="zh-CN" altLang="en-US" dirty="0">
                        <a:solidFill>
                          <a:schemeClr val="tx1"/>
                        </a:solidFill>
                        <a:latin typeface="宋体" panose="02010600030101010101" pitchFamily="2" charset="-122"/>
                        <a:ea typeface="宋体" panose="02010600030101010101" pitchFamily="2" charset="-122"/>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extLst>
                  <a:ext uri="{0D108BD9-81ED-4DB2-BD59-A6C34878D82A}">
                    <a16:rowId xmlns:a16="http://schemas.microsoft.com/office/drawing/2014/main" val="4041760001"/>
                  </a:ext>
                </a:extLst>
              </a:tr>
            </a:tbl>
          </a:graphicData>
        </a:graphic>
      </p:graphicFrame>
      <p:grpSp>
        <p:nvGrpSpPr>
          <p:cNvPr id="4" name="组合 3">
            <a:extLst>
              <a:ext uri="{FF2B5EF4-FFF2-40B4-BE49-F238E27FC236}">
                <a16:creationId xmlns:a16="http://schemas.microsoft.com/office/drawing/2014/main" id="{9A1EA9F2-FCB6-48C3-935F-7AE7E3AD14AC}"/>
              </a:ext>
            </a:extLst>
          </p:cNvPr>
          <p:cNvGrpSpPr/>
          <p:nvPr/>
        </p:nvGrpSpPr>
        <p:grpSpPr>
          <a:xfrm>
            <a:off x="304800" y="749300"/>
            <a:ext cx="6192344" cy="400110"/>
            <a:chOff x="424117" y="898245"/>
            <a:chExt cx="6192344" cy="400110"/>
          </a:xfrm>
        </p:grpSpPr>
        <p:sp>
          <p:nvSpPr>
            <p:cNvPr id="2" name="平行四边形 1">
              <a:extLst>
                <a:ext uri="{FF2B5EF4-FFF2-40B4-BE49-F238E27FC236}">
                  <a16:creationId xmlns:a16="http://schemas.microsoft.com/office/drawing/2014/main" id="{1F5BAA3F-9845-4F89-A2DD-8222D3E4EDAC}"/>
                </a:ext>
              </a:extLst>
            </p:cNvPr>
            <p:cNvSpPr/>
            <p:nvPr/>
          </p:nvSpPr>
          <p:spPr>
            <a:xfrm>
              <a:off x="424117" y="898245"/>
              <a:ext cx="628306" cy="387090"/>
            </a:xfrm>
            <a:prstGeom prst="parallelogram">
              <a:avLst/>
            </a:prstGeom>
            <a:solidFill>
              <a:schemeClr val="accent3">
                <a:lumMod val="75000"/>
              </a:schemeClr>
            </a:solidFill>
            <a:ln>
              <a:solidFill>
                <a:schemeClr val="accent3">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CN" sz="2200" dirty="0">
                  <a:latin typeface="Impact" panose="020B0806030902050204" pitchFamily="34" charset="0"/>
                </a:rPr>
                <a:t>01</a:t>
              </a:r>
              <a:endParaRPr lang="zh-CN" altLang="en-US" sz="2200" dirty="0">
                <a:latin typeface="Impact" panose="020B0806030902050204" pitchFamily="34" charset="0"/>
              </a:endParaRPr>
            </a:p>
          </p:txBody>
        </p:sp>
        <p:sp>
          <p:nvSpPr>
            <p:cNvPr id="3" name="文本框 2">
              <a:extLst>
                <a:ext uri="{FF2B5EF4-FFF2-40B4-BE49-F238E27FC236}">
                  <a16:creationId xmlns:a16="http://schemas.microsoft.com/office/drawing/2014/main" id="{4D6BD736-A4D3-4F26-AFED-36E11F50F70B}"/>
                </a:ext>
              </a:extLst>
            </p:cNvPr>
            <p:cNvSpPr txBox="1"/>
            <p:nvPr/>
          </p:nvSpPr>
          <p:spPr>
            <a:xfrm>
              <a:off x="1052423" y="898245"/>
              <a:ext cx="5564038" cy="400110"/>
            </a:xfrm>
            <a:prstGeom prst="rect">
              <a:avLst/>
            </a:prstGeom>
            <a:noFill/>
          </p:spPr>
          <p:txBody>
            <a:bodyPr wrap="square" rtlCol="0">
              <a:spAutoFit/>
            </a:bodyPr>
            <a:lstStyle/>
            <a:p>
              <a:r>
                <a:rPr lang="zh-CN" altLang="en-US" sz="2000" b="1" dirty="0">
                  <a:solidFill>
                    <a:schemeClr val="tx1"/>
                  </a:solidFill>
                  <a:latin typeface="Arial Narrow" panose="020B0606020202030204" pitchFamily="34" charset="0"/>
                </a:rPr>
                <a:t>透明网桥的自学习和转发帧的流程</a:t>
              </a:r>
              <a:endParaRPr lang="en-US" altLang="zh-CN" sz="2000" b="1" dirty="0">
                <a:solidFill>
                  <a:schemeClr val="tx1"/>
                </a:solidFill>
                <a:latin typeface="Arial Narrow" panose="020B0606020202030204" pitchFamily="34" charset="0"/>
              </a:endParaRPr>
            </a:p>
          </p:txBody>
        </p:sp>
      </p:grpSp>
      <p:grpSp>
        <p:nvGrpSpPr>
          <p:cNvPr id="6" name="组合 5">
            <a:extLst>
              <a:ext uri="{FF2B5EF4-FFF2-40B4-BE49-F238E27FC236}">
                <a16:creationId xmlns:a16="http://schemas.microsoft.com/office/drawing/2014/main" id="{7BC49B4D-BED2-4980-BE5E-9C4B92788D57}"/>
              </a:ext>
            </a:extLst>
          </p:cNvPr>
          <p:cNvGrpSpPr/>
          <p:nvPr/>
        </p:nvGrpSpPr>
        <p:grpSpPr>
          <a:xfrm>
            <a:off x="357425" y="2918742"/>
            <a:ext cx="7018608" cy="3466250"/>
            <a:chOff x="2594085" y="2918742"/>
            <a:chExt cx="7018608" cy="3466250"/>
          </a:xfrm>
        </p:grpSpPr>
        <p:cxnSp>
          <p:nvCxnSpPr>
            <p:cNvPr id="20" name="直接连接符 19">
              <a:extLst>
                <a:ext uri="{FF2B5EF4-FFF2-40B4-BE49-F238E27FC236}">
                  <a16:creationId xmlns:a16="http://schemas.microsoft.com/office/drawing/2014/main" id="{35959B14-2675-4534-AF81-823E7C483BF0}"/>
                </a:ext>
              </a:extLst>
            </p:cNvPr>
            <p:cNvCxnSpPr>
              <a:cxnSpLocks/>
            </p:cNvCxnSpPr>
            <p:nvPr/>
          </p:nvCxnSpPr>
          <p:spPr>
            <a:xfrm>
              <a:off x="2826968" y="4662065"/>
              <a:ext cx="3144483"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1" name="直接连接符 20">
              <a:extLst>
                <a:ext uri="{FF2B5EF4-FFF2-40B4-BE49-F238E27FC236}">
                  <a16:creationId xmlns:a16="http://schemas.microsoft.com/office/drawing/2014/main" id="{A9CBBDDF-1684-46FF-9748-4143359B4237}"/>
                </a:ext>
              </a:extLst>
            </p:cNvPr>
            <p:cNvCxnSpPr>
              <a:cxnSpLocks/>
            </p:cNvCxnSpPr>
            <p:nvPr/>
          </p:nvCxnSpPr>
          <p:spPr>
            <a:xfrm>
              <a:off x="6132181" y="4662065"/>
              <a:ext cx="3202591"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2" name="直接连接符 51">
              <a:extLst>
                <a:ext uri="{FF2B5EF4-FFF2-40B4-BE49-F238E27FC236}">
                  <a16:creationId xmlns:a16="http://schemas.microsoft.com/office/drawing/2014/main" id="{DBF92076-58AC-40B2-8928-59CFD0C09F75}"/>
                </a:ext>
              </a:extLst>
            </p:cNvPr>
            <p:cNvCxnSpPr/>
            <p:nvPr/>
          </p:nvCxnSpPr>
          <p:spPr>
            <a:xfrm flipV="1">
              <a:off x="4441112" y="3514333"/>
              <a:ext cx="0" cy="2519534"/>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3" name="直接连接符 52">
              <a:extLst>
                <a:ext uri="{FF2B5EF4-FFF2-40B4-BE49-F238E27FC236}">
                  <a16:creationId xmlns:a16="http://schemas.microsoft.com/office/drawing/2014/main" id="{EED559DC-292B-4CE1-920D-FB3B64E7A129}"/>
                </a:ext>
              </a:extLst>
            </p:cNvPr>
            <p:cNvCxnSpPr/>
            <p:nvPr/>
          </p:nvCxnSpPr>
          <p:spPr>
            <a:xfrm flipH="1">
              <a:off x="3208366" y="4662392"/>
              <a:ext cx="1232746"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pic>
          <p:nvPicPr>
            <p:cNvPr id="54" name="图片 53" descr="文本&#10;&#10;描述已自动生成">
              <a:extLst>
                <a:ext uri="{FF2B5EF4-FFF2-40B4-BE49-F238E27FC236}">
                  <a16:creationId xmlns:a16="http://schemas.microsoft.com/office/drawing/2014/main" id="{A79EC3B7-6709-4ADB-9BBB-489673070EB6}"/>
                </a:ext>
              </a:extLst>
            </p:cNvPr>
            <p:cNvPicPr>
              <a:picLocks noChangeAspect="1"/>
            </p:cNvPicPr>
            <p:nvPr/>
          </p:nvPicPr>
          <p:blipFill>
            <a:blip r:embed="rId3">
              <a:extLst>
                <a:ext uri="{28A0092B-C50C-407E-A947-70E740481C1C}">
                  <a14:useLocalDpi xmlns:a14="http://schemas.microsoft.com/office/drawing/2010/main" val="0"/>
                </a:ext>
              </a:extLst>
            </a:blip>
            <a:stretch>
              <a:fillRect/>
            </a:stretch>
          </p:blipFill>
          <p:spPr>
            <a:xfrm>
              <a:off x="4164077" y="4403480"/>
              <a:ext cx="589727" cy="552869"/>
            </a:xfrm>
            <a:prstGeom prst="rect">
              <a:avLst/>
            </a:prstGeom>
          </p:spPr>
        </p:pic>
        <p:sp>
          <p:nvSpPr>
            <p:cNvPr id="55" name="文本框 54">
              <a:extLst>
                <a:ext uri="{FF2B5EF4-FFF2-40B4-BE49-F238E27FC236}">
                  <a16:creationId xmlns:a16="http://schemas.microsoft.com/office/drawing/2014/main" id="{BCEC10C2-62EA-4D22-96C7-8630FF95FB41}"/>
                </a:ext>
              </a:extLst>
            </p:cNvPr>
            <p:cNvSpPr txBox="1"/>
            <p:nvPr/>
          </p:nvSpPr>
          <p:spPr>
            <a:xfrm>
              <a:off x="4421357" y="4836433"/>
              <a:ext cx="918385" cy="369332"/>
            </a:xfrm>
            <a:prstGeom prst="rect">
              <a:avLst/>
            </a:prstGeom>
            <a:noFill/>
          </p:spPr>
          <p:txBody>
            <a:bodyPr wrap="square" rtlCol="0">
              <a:spAutoFit/>
            </a:bodyPr>
            <a:lstStyle/>
            <a:p>
              <a:pPr algn="ctr"/>
              <a:r>
                <a:rPr lang="zh-CN" altLang="en-US" b="1" dirty="0">
                  <a:latin typeface="+mn-ea"/>
                </a:rPr>
                <a:t>集线器</a:t>
              </a:r>
            </a:p>
          </p:txBody>
        </p:sp>
        <p:grpSp>
          <p:nvGrpSpPr>
            <p:cNvPr id="56" name="组合 55">
              <a:extLst>
                <a:ext uri="{FF2B5EF4-FFF2-40B4-BE49-F238E27FC236}">
                  <a16:creationId xmlns:a16="http://schemas.microsoft.com/office/drawing/2014/main" id="{164AC773-3928-4B29-92A6-5FEABDF08771}"/>
                </a:ext>
              </a:extLst>
            </p:cNvPr>
            <p:cNvGrpSpPr/>
            <p:nvPr/>
          </p:nvGrpSpPr>
          <p:grpSpPr>
            <a:xfrm>
              <a:off x="4082203" y="2918742"/>
              <a:ext cx="688835" cy="666249"/>
              <a:chOff x="3393222" y="2975188"/>
              <a:chExt cx="688835" cy="666249"/>
            </a:xfrm>
          </p:grpSpPr>
          <p:pic>
            <p:nvPicPr>
              <p:cNvPr id="63" name="图形 10">
                <a:extLst>
                  <a:ext uri="{FF2B5EF4-FFF2-40B4-BE49-F238E27FC236}">
                    <a16:creationId xmlns:a16="http://schemas.microsoft.com/office/drawing/2014/main" id="{55744A7A-8759-4D2F-A708-A31F46AE97A9}"/>
                  </a:ext>
                </a:extLst>
              </p:cNvPr>
              <p:cNvPicPr>
                <a:picLocks noChangeAspect="1"/>
              </p:cNvPicPr>
              <p:nvPr/>
            </p:nvPicPr>
            <p:blipFill>
              <a:blip r:embed="rId4">
                <a:extLst>
                  <a:ext uri="{28A0092B-C50C-407E-A947-70E740481C1C}">
                    <a14:useLocalDpi xmlns:a14="http://schemas.microsoft.com/office/drawing/2010/main" val="0"/>
                  </a:ext>
                  <a:ext uri="{96DAC541-7B7A-43D3-8B79-37D633B846F1}">
                    <asvg:svgBlip xmlns:asvg="http://schemas.microsoft.com/office/drawing/2016/SVG/main" r:embed="rId5"/>
                  </a:ext>
                </a:extLst>
              </a:blip>
              <a:stretch>
                <a:fillRect/>
              </a:stretch>
            </p:blipFill>
            <p:spPr>
              <a:xfrm>
                <a:off x="3393222" y="2975188"/>
                <a:ext cx="688835" cy="666249"/>
              </a:xfrm>
              <a:prstGeom prst="rect">
                <a:avLst/>
              </a:prstGeom>
            </p:spPr>
          </p:pic>
          <p:sp>
            <p:nvSpPr>
              <p:cNvPr id="64" name="文本框 63">
                <a:extLst>
                  <a:ext uri="{FF2B5EF4-FFF2-40B4-BE49-F238E27FC236}">
                    <a16:creationId xmlns:a16="http://schemas.microsoft.com/office/drawing/2014/main" id="{9B98C997-2BE5-43EE-8ED2-2321C74E159C}"/>
                  </a:ext>
                </a:extLst>
              </p:cNvPr>
              <p:cNvSpPr txBox="1"/>
              <p:nvPr/>
            </p:nvSpPr>
            <p:spPr>
              <a:xfrm>
                <a:off x="3680202" y="3014092"/>
                <a:ext cx="388699" cy="400110"/>
              </a:xfrm>
              <a:prstGeom prst="rect">
                <a:avLst/>
              </a:prstGeom>
              <a:noFill/>
            </p:spPr>
            <p:txBody>
              <a:bodyPr wrap="square">
                <a:spAutoFit/>
              </a:bodyPr>
              <a:lstStyle/>
              <a:p>
                <a:pPr algn="ctr"/>
                <a:r>
                  <a:rPr lang="en-US" altLang="zh-CN" sz="2000" b="1" dirty="0">
                    <a:solidFill>
                      <a:schemeClr val="bg1"/>
                    </a:solidFill>
                  </a:rPr>
                  <a:t>B</a:t>
                </a:r>
                <a:endParaRPr lang="zh-CN" altLang="en-US" sz="2000" dirty="0">
                  <a:solidFill>
                    <a:schemeClr val="bg1"/>
                  </a:solidFill>
                </a:endParaRPr>
              </a:p>
            </p:txBody>
          </p:sp>
        </p:grpSp>
        <p:grpSp>
          <p:nvGrpSpPr>
            <p:cNvPr id="57" name="组合 56">
              <a:extLst>
                <a:ext uri="{FF2B5EF4-FFF2-40B4-BE49-F238E27FC236}">
                  <a16:creationId xmlns:a16="http://schemas.microsoft.com/office/drawing/2014/main" id="{DA493CCE-7340-47EB-BC3F-7E4E90DE7A71}"/>
                </a:ext>
              </a:extLst>
            </p:cNvPr>
            <p:cNvGrpSpPr/>
            <p:nvPr/>
          </p:nvGrpSpPr>
          <p:grpSpPr>
            <a:xfrm>
              <a:off x="2594085" y="4170184"/>
              <a:ext cx="688835" cy="666249"/>
              <a:chOff x="3393222" y="2975188"/>
              <a:chExt cx="688835" cy="666249"/>
            </a:xfrm>
          </p:grpSpPr>
          <p:pic>
            <p:nvPicPr>
              <p:cNvPr id="61" name="图形 10">
                <a:extLst>
                  <a:ext uri="{FF2B5EF4-FFF2-40B4-BE49-F238E27FC236}">
                    <a16:creationId xmlns:a16="http://schemas.microsoft.com/office/drawing/2014/main" id="{D724056B-10D0-44B7-A2F7-BB4BFDD76BF8}"/>
                  </a:ext>
                </a:extLst>
              </p:cNvPr>
              <p:cNvPicPr>
                <a:picLocks noChangeAspect="1"/>
              </p:cNvPicPr>
              <p:nvPr/>
            </p:nvPicPr>
            <p:blipFill>
              <a:blip r:embed="rId4">
                <a:extLst>
                  <a:ext uri="{28A0092B-C50C-407E-A947-70E740481C1C}">
                    <a14:useLocalDpi xmlns:a14="http://schemas.microsoft.com/office/drawing/2010/main" val="0"/>
                  </a:ext>
                  <a:ext uri="{96DAC541-7B7A-43D3-8B79-37D633B846F1}">
                    <asvg:svgBlip xmlns:asvg="http://schemas.microsoft.com/office/drawing/2016/SVG/main" r:embed="rId5"/>
                  </a:ext>
                </a:extLst>
              </a:blip>
              <a:stretch>
                <a:fillRect/>
              </a:stretch>
            </p:blipFill>
            <p:spPr>
              <a:xfrm>
                <a:off x="3393222" y="2975188"/>
                <a:ext cx="688835" cy="666249"/>
              </a:xfrm>
              <a:prstGeom prst="rect">
                <a:avLst/>
              </a:prstGeom>
            </p:spPr>
          </p:pic>
          <p:sp>
            <p:nvSpPr>
              <p:cNvPr id="62" name="文本框 61">
                <a:extLst>
                  <a:ext uri="{FF2B5EF4-FFF2-40B4-BE49-F238E27FC236}">
                    <a16:creationId xmlns:a16="http://schemas.microsoft.com/office/drawing/2014/main" id="{1B579C24-3D84-4D42-801E-9599D16D2328}"/>
                  </a:ext>
                </a:extLst>
              </p:cNvPr>
              <p:cNvSpPr txBox="1"/>
              <p:nvPr/>
            </p:nvSpPr>
            <p:spPr>
              <a:xfrm>
                <a:off x="3680202" y="3014092"/>
                <a:ext cx="388699" cy="400110"/>
              </a:xfrm>
              <a:prstGeom prst="rect">
                <a:avLst/>
              </a:prstGeom>
              <a:noFill/>
            </p:spPr>
            <p:txBody>
              <a:bodyPr wrap="square">
                <a:spAutoFit/>
              </a:bodyPr>
              <a:lstStyle/>
              <a:p>
                <a:pPr algn="ctr"/>
                <a:r>
                  <a:rPr lang="en-US" altLang="zh-CN" sz="2000" b="1" dirty="0">
                    <a:solidFill>
                      <a:schemeClr val="bg1"/>
                    </a:solidFill>
                  </a:rPr>
                  <a:t>A</a:t>
                </a:r>
                <a:endParaRPr lang="zh-CN" altLang="en-US" sz="2000" dirty="0">
                  <a:solidFill>
                    <a:schemeClr val="bg1"/>
                  </a:solidFill>
                </a:endParaRPr>
              </a:p>
            </p:txBody>
          </p:sp>
        </p:grpSp>
        <p:grpSp>
          <p:nvGrpSpPr>
            <p:cNvPr id="58" name="组合 57">
              <a:extLst>
                <a:ext uri="{FF2B5EF4-FFF2-40B4-BE49-F238E27FC236}">
                  <a16:creationId xmlns:a16="http://schemas.microsoft.com/office/drawing/2014/main" id="{8E891124-F4B8-4DC0-94A5-A184BBF24DA9}"/>
                </a:ext>
              </a:extLst>
            </p:cNvPr>
            <p:cNvGrpSpPr/>
            <p:nvPr/>
          </p:nvGrpSpPr>
          <p:grpSpPr>
            <a:xfrm>
              <a:off x="4010702" y="5718743"/>
              <a:ext cx="688835" cy="666249"/>
              <a:chOff x="3393222" y="2975188"/>
              <a:chExt cx="688835" cy="666249"/>
            </a:xfrm>
          </p:grpSpPr>
          <p:pic>
            <p:nvPicPr>
              <p:cNvPr id="59" name="图形 10">
                <a:extLst>
                  <a:ext uri="{FF2B5EF4-FFF2-40B4-BE49-F238E27FC236}">
                    <a16:creationId xmlns:a16="http://schemas.microsoft.com/office/drawing/2014/main" id="{5C51064C-A053-4286-98E5-BDA48A307CC9}"/>
                  </a:ext>
                </a:extLst>
              </p:cNvPr>
              <p:cNvPicPr>
                <a:picLocks noChangeAspect="1"/>
              </p:cNvPicPr>
              <p:nvPr/>
            </p:nvPicPr>
            <p:blipFill>
              <a:blip r:embed="rId4">
                <a:extLst>
                  <a:ext uri="{28A0092B-C50C-407E-A947-70E740481C1C}">
                    <a14:useLocalDpi xmlns:a14="http://schemas.microsoft.com/office/drawing/2010/main" val="0"/>
                  </a:ext>
                  <a:ext uri="{96DAC541-7B7A-43D3-8B79-37D633B846F1}">
                    <asvg:svgBlip xmlns:asvg="http://schemas.microsoft.com/office/drawing/2016/SVG/main" r:embed="rId5"/>
                  </a:ext>
                </a:extLst>
              </a:blip>
              <a:stretch>
                <a:fillRect/>
              </a:stretch>
            </p:blipFill>
            <p:spPr>
              <a:xfrm>
                <a:off x="3393222" y="2975188"/>
                <a:ext cx="688835" cy="666249"/>
              </a:xfrm>
              <a:prstGeom prst="rect">
                <a:avLst/>
              </a:prstGeom>
            </p:spPr>
          </p:pic>
          <p:sp>
            <p:nvSpPr>
              <p:cNvPr id="60" name="文本框 59">
                <a:extLst>
                  <a:ext uri="{FF2B5EF4-FFF2-40B4-BE49-F238E27FC236}">
                    <a16:creationId xmlns:a16="http://schemas.microsoft.com/office/drawing/2014/main" id="{B1544697-D405-4B72-9319-3D18DFC7C4E1}"/>
                  </a:ext>
                </a:extLst>
              </p:cNvPr>
              <p:cNvSpPr txBox="1"/>
              <p:nvPr/>
            </p:nvSpPr>
            <p:spPr>
              <a:xfrm>
                <a:off x="3680202" y="3014092"/>
                <a:ext cx="388699" cy="400110"/>
              </a:xfrm>
              <a:prstGeom prst="rect">
                <a:avLst/>
              </a:prstGeom>
              <a:noFill/>
            </p:spPr>
            <p:txBody>
              <a:bodyPr wrap="square">
                <a:spAutoFit/>
              </a:bodyPr>
              <a:lstStyle/>
              <a:p>
                <a:pPr algn="ctr"/>
                <a:r>
                  <a:rPr lang="en-US" altLang="zh-CN" sz="2000" b="1" dirty="0">
                    <a:solidFill>
                      <a:schemeClr val="bg1"/>
                    </a:solidFill>
                  </a:rPr>
                  <a:t>C</a:t>
                </a:r>
                <a:endParaRPr lang="zh-CN" altLang="en-US" sz="2000" dirty="0">
                  <a:solidFill>
                    <a:schemeClr val="bg1"/>
                  </a:solidFill>
                </a:endParaRPr>
              </a:p>
            </p:txBody>
          </p:sp>
        </p:grpSp>
        <p:cxnSp>
          <p:nvCxnSpPr>
            <p:cNvPr id="39" name="直接连接符 38">
              <a:extLst>
                <a:ext uri="{FF2B5EF4-FFF2-40B4-BE49-F238E27FC236}">
                  <a16:creationId xmlns:a16="http://schemas.microsoft.com/office/drawing/2014/main" id="{3B54DCDA-29F4-4A7A-B891-9FE72331555E}"/>
                </a:ext>
              </a:extLst>
            </p:cNvPr>
            <p:cNvCxnSpPr/>
            <p:nvPr/>
          </p:nvCxnSpPr>
          <p:spPr>
            <a:xfrm flipV="1">
              <a:off x="7706158" y="3514333"/>
              <a:ext cx="0" cy="2519534"/>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pic>
          <p:nvPicPr>
            <p:cNvPr id="41" name="图片 40" descr="文本&#10;&#10;描述已自动生成">
              <a:extLst>
                <a:ext uri="{FF2B5EF4-FFF2-40B4-BE49-F238E27FC236}">
                  <a16:creationId xmlns:a16="http://schemas.microsoft.com/office/drawing/2014/main" id="{DDAED76E-9D71-49D3-9571-3A8E413C6BE6}"/>
                </a:ext>
              </a:extLst>
            </p:cNvPr>
            <p:cNvPicPr>
              <a:picLocks noChangeAspect="1"/>
            </p:cNvPicPr>
            <p:nvPr/>
          </p:nvPicPr>
          <p:blipFill>
            <a:blip r:embed="rId3">
              <a:extLst>
                <a:ext uri="{28A0092B-C50C-407E-A947-70E740481C1C}">
                  <a14:useLocalDpi xmlns:a14="http://schemas.microsoft.com/office/drawing/2010/main" val="0"/>
                </a:ext>
              </a:extLst>
            </a:blip>
            <a:stretch>
              <a:fillRect/>
            </a:stretch>
          </p:blipFill>
          <p:spPr>
            <a:xfrm>
              <a:off x="7429123" y="4403480"/>
              <a:ext cx="589727" cy="552869"/>
            </a:xfrm>
            <a:prstGeom prst="rect">
              <a:avLst/>
            </a:prstGeom>
          </p:spPr>
        </p:pic>
        <p:sp>
          <p:nvSpPr>
            <p:cNvPr id="42" name="文本框 41">
              <a:extLst>
                <a:ext uri="{FF2B5EF4-FFF2-40B4-BE49-F238E27FC236}">
                  <a16:creationId xmlns:a16="http://schemas.microsoft.com/office/drawing/2014/main" id="{8538514A-385A-47BB-A433-185DDA383C2B}"/>
                </a:ext>
              </a:extLst>
            </p:cNvPr>
            <p:cNvSpPr txBox="1"/>
            <p:nvPr/>
          </p:nvSpPr>
          <p:spPr>
            <a:xfrm>
              <a:off x="6818048" y="4836433"/>
              <a:ext cx="918385" cy="369332"/>
            </a:xfrm>
            <a:prstGeom prst="rect">
              <a:avLst/>
            </a:prstGeom>
            <a:noFill/>
          </p:spPr>
          <p:txBody>
            <a:bodyPr wrap="square" rtlCol="0">
              <a:spAutoFit/>
            </a:bodyPr>
            <a:lstStyle/>
            <a:p>
              <a:pPr algn="ctr"/>
              <a:r>
                <a:rPr lang="zh-CN" altLang="en-US" b="1" dirty="0">
                  <a:latin typeface="+mn-ea"/>
                </a:rPr>
                <a:t>集线器</a:t>
              </a:r>
            </a:p>
          </p:txBody>
        </p:sp>
        <p:grpSp>
          <p:nvGrpSpPr>
            <p:cNvPr id="43" name="组合 42">
              <a:extLst>
                <a:ext uri="{FF2B5EF4-FFF2-40B4-BE49-F238E27FC236}">
                  <a16:creationId xmlns:a16="http://schemas.microsoft.com/office/drawing/2014/main" id="{B69023A8-B89B-416C-A039-5C5D29181F50}"/>
                </a:ext>
              </a:extLst>
            </p:cNvPr>
            <p:cNvGrpSpPr/>
            <p:nvPr/>
          </p:nvGrpSpPr>
          <p:grpSpPr>
            <a:xfrm>
              <a:off x="7361740" y="2918742"/>
              <a:ext cx="688835" cy="666249"/>
              <a:chOff x="3393222" y="2975188"/>
              <a:chExt cx="688835" cy="666249"/>
            </a:xfrm>
          </p:grpSpPr>
          <p:pic>
            <p:nvPicPr>
              <p:cNvPr id="50" name="图形 10">
                <a:extLst>
                  <a:ext uri="{FF2B5EF4-FFF2-40B4-BE49-F238E27FC236}">
                    <a16:creationId xmlns:a16="http://schemas.microsoft.com/office/drawing/2014/main" id="{A3B3F047-E8B5-482A-8C5F-BAE8D2B621BA}"/>
                  </a:ext>
                </a:extLst>
              </p:cNvPr>
              <p:cNvPicPr>
                <a:picLocks noChangeAspect="1"/>
              </p:cNvPicPr>
              <p:nvPr/>
            </p:nvPicPr>
            <p:blipFill>
              <a:blip r:embed="rId4">
                <a:extLst>
                  <a:ext uri="{28A0092B-C50C-407E-A947-70E740481C1C}">
                    <a14:useLocalDpi xmlns:a14="http://schemas.microsoft.com/office/drawing/2010/main" val="0"/>
                  </a:ext>
                  <a:ext uri="{96DAC541-7B7A-43D3-8B79-37D633B846F1}">
                    <asvg:svgBlip xmlns:asvg="http://schemas.microsoft.com/office/drawing/2016/SVG/main" r:embed="rId5"/>
                  </a:ext>
                </a:extLst>
              </a:blip>
              <a:stretch>
                <a:fillRect/>
              </a:stretch>
            </p:blipFill>
            <p:spPr>
              <a:xfrm>
                <a:off x="3393222" y="2975188"/>
                <a:ext cx="688835" cy="666249"/>
              </a:xfrm>
              <a:prstGeom prst="rect">
                <a:avLst/>
              </a:prstGeom>
            </p:spPr>
          </p:pic>
          <p:sp>
            <p:nvSpPr>
              <p:cNvPr id="51" name="文本框 50">
                <a:extLst>
                  <a:ext uri="{FF2B5EF4-FFF2-40B4-BE49-F238E27FC236}">
                    <a16:creationId xmlns:a16="http://schemas.microsoft.com/office/drawing/2014/main" id="{E1FD5C9D-366C-4253-A736-56966B5E5AAA}"/>
                  </a:ext>
                </a:extLst>
              </p:cNvPr>
              <p:cNvSpPr txBox="1"/>
              <p:nvPr/>
            </p:nvSpPr>
            <p:spPr>
              <a:xfrm>
                <a:off x="3680202" y="3014092"/>
                <a:ext cx="388699" cy="400110"/>
              </a:xfrm>
              <a:prstGeom prst="rect">
                <a:avLst/>
              </a:prstGeom>
              <a:noFill/>
            </p:spPr>
            <p:txBody>
              <a:bodyPr wrap="square">
                <a:spAutoFit/>
              </a:bodyPr>
              <a:lstStyle/>
              <a:p>
                <a:pPr algn="ctr"/>
                <a:r>
                  <a:rPr lang="en-US" altLang="zh-CN" sz="2000" b="1" dirty="0">
                    <a:solidFill>
                      <a:schemeClr val="bg1"/>
                    </a:solidFill>
                  </a:rPr>
                  <a:t>D</a:t>
                </a:r>
                <a:endParaRPr lang="zh-CN" altLang="en-US" sz="2000" dirty="0">
                  <a:solidFill>
                    <a:schemeClr val="bg1"/>
                  </a:solidFill>
                </a:endParaRPr>
              </a:p>
            </p:txBody>
          </p:sp>
        </p:grpSp>
        <p:grpSp>
          <p:nvGrpSpPr>
            <p:cNvPr id="44" name="组合 43">
              <a:extLst>
                <a:ext uri="{FF2B5EF4-FFF2-40B4-BE49-F238E27FC236}">
                  <a16:creationId xmlns:a16="http://schemas.microsoft.com/office/drawing/2014/main" id="{5ED7DEA9-40EC-4CF9-9773-79CFB5D54601}"/>
                </a:ext>
              </a:extLst>
            </p:cNvPr>
            <p:cNvGrpSpPr/>
            <p:nvPr/>
          </p:nvGrpSpPr>
          <p:grpSpPr>
            <a:xfrm>
              <a:off x="7260451" y="5718743"/>
              <a:ext cx="688835" cy="666249"/>
              <a:chOff x="3393222" y="2975188"/>
              <a:chExt cx="688835" cy="666249"/>
            </a:xfrm>
          </p:grpSpPr>
          <p:pic>
            <p:nvPicPr>
              <p:cNvPr id="48" name="图形 10">
                <a:extLst>
                  <a:ext uri="{FF2B5EF4-FFF2-40B4-BE49-F238E27FC236}">
                    <a16:creationId xmlns:a16="http://schemas.microsoft.com/office/drawing/2014/main" id="{8C77401E-0C8F-4070-9F33-12FB266F8BC1}"/>
                  </a:ext>
                </a:extLst>
              </p:cNvPr>
              <p:cNvPicPr>
                <a:picLocks noChangeAspect="1"/>
              </p:cNvPicPr>
              <p:nvPr/>
            </p:nvPicPr>
            <p:blipFill>
              <a:blip r:embed="rId4">
                <a:extLst>
                  <a:ext uri="{28A0092B-C50C-407E-A947-70E740481C1C}">
                    <a14:useLocalDpi xmlns:a14="http://schemas.microsoft.com/office/drawing/2010/main" val="0"/>
                  </a:ext>
                  <a:ext uri="{96DAC541-7B7A-43D3-8B79-37D633B846F1}">
                    <asvg:svgBlip xmlns:asvg="http://schemas.microsoft.com/office/drawing/2016/SVG/main" r:embed="rId5"/>
                  </a:ext>
                </a:extLst>
              </a:blip>
              <a:stretch>
                <a:fillRect/>
              </a:stretch>
            </p:blipFill>
            <p:spPr>
              <a:xfrm>
                <a:off x="3393222" y="2975188"/>
                <a:ext cx="688835" cy="666249"/>
              </a:xfrm>
              <a:prstGeom prst="rect">
                <a:avLst/>
              </a:prstGeom>
            </p:spPr>
          </p:pic>
          <p:sp>
            <p:nvSpPr>
              <p:cNvPr id="49" name="文本框 48">
                <a:extLst>
                  <a:ext uri="{FF2B5EF4-FFF2-40B4-BE49-F238E27FC236}">
                    <a16:creationId xmlns:a16="http://schemas.microsoft.com/office/drawing/2014/main" id="{1216CCBF-7A51-482A-8104-21D975E10B8D}"/>
                  </a:ext>
                </a:extLst>
              </p:cNvPr>
              <p:cNvSpPr txBox="1"/>
              <p:nvPr/>
            </p:nvSpPr>
            <p:spPr>
              <a:xfrm>
                <a:off x="3680202" y="3014092"/>
                <a:ext cx="388699" cy="400110"/>
              </a:xfrm>
              <a:prstGeom prst="rect">
                <a:avLst/>
              </a:prstGeom>
              <a:noFill/>
            </p:spPr>
            <p:txBody>
              <a:bodyPr wrap="square">
                <a:spAutoFit/>
              </a:bodyPr>
              <a:lstStyle/>
              <a:p>
                <a:pPr algn="ctr"/>
                <a:r>
                  <a:rPr lang="en-US" altLang="zh-CN" sz="2000" b="1" dirty="0">
                    <a:solidFill>
                      <a:schemeClr val="bg1"/>
                    </a:solidFill>
                  </a:rPr>
                  <a:t>F</a:t>
                </a:r>
                <a:endParaRPr lang="zh-CN" altLang="en-US" sz="2000" dirty="0">
                  <a:solidFill>
                    <a:schemeClr val="bg1"/>
                  </a:solidFill>
                </a:endParaRPr>
              </a:p>
            </p:txBody>
          </p:sp>
        </p:grpSp>
        <p:grpSp>
          <p:nvGrpSpPr>
            <p:cNvPr id="45" name="组合 44">
              <a:extLst>
                <a:ext uri="{FF2B5EF4-FFF2-40B4-BE49-F238E27FC236}">
                  <a16:creationId xmlns:a16="http://schemas.microsoft.com/office/drawing/2014/main" id="{DDBA12F7-C5BA-4D15-AC11-0D79CC20089A}"/>
                </a:ext>
              </a:extLst>
            </p:cNvPr>
            <p:cNvGrpSpPr/>
            <p:nvPr/>
          </p:nvGrpSpPr>
          <p:grpSpPr>
            <a:xfrm>
              <a:off x="8923858" y="4209088"/>
              <a:ext cx="688835" cy="666249"/>
              <a:chOff x="3393222" y="2975188"/>
              <a:chExt cx="688835" cy="666249"/>
            </a:xfrm>
          </p:grpSpPr>
          <p:pic>
            <p:nvPicPr>
              <p:cNvPr id="46" name="图形 10">
                <a:extLst>
                  <a:ext uri="{FF2B5EF4-FFF2-40B4-BE49-F238E27FC236}">
                    <a16:creationId xmlns:a16="http://schemas.microsoft.com/office/drawing/2014/main" id="{5206E993-22D6-416C-BD6E-7BA1B8EC8925}"/>
                  </a:ext>
                </a:extLst>
              </p:cNvPr>
              <p:cNvPicPr>
                <a:picLocks noChangeAspect="1"/>
              </p:cNvPicPr>
              <p:nvPr/>
            </p:nvPicPr>
            <p:blipFill>
              <a:blip r:embed="rId4">
                <a:extLst>
                  <a:ext uri="{28A0092B-C50C-407E-A947-70E740481C1C}">
                    <a14:useLocalDpi xmlns:a14="http://schemas.microsoft.com/office/drawing/2010/main" val="0"/>
                  </a:ext>
                  <a:ext uri="{96DAC541-7B7A-43D3-8B79-37D633B846F1}">
                    <asvg:svgBlip xmlns:asvg="http://schemas.microsoft.com/office/drawing/2016/SVG/main" r:embed="rId5"/>
                  </a:ext>
                </a:extLst>
              </a:blip>
              <a:stretch>
                <a:fillRect/>
              </a:stretch>
            </p:blipFill>
            <p:spPr>
              <a:xfrm>
                <a:off x="3393222" y="2975188"/>
                <a:ext cx="688835" cy="666249"/>
              </a:xfrm>
              <a:prstGeom prst="rect">
                <a:avLst/>
              </a:prstGeom>
            </p:spPr>
          </p:pic>
          <p:sp>
            <p:nvSpPr>
              <p:cNvPr id="47" name="文本框 46">
                <a:extLst>
                  <a:ext uri="{FF2B5EF4-FFF2-40B4-BE49-F238E27FC236}">
                    <a16:creationId xmlns:a16="http://schemas.microsoft.com/office/drawing/2014/main" id="{11A5DCB8-BA30-4A3E-9AB8-373AFE47EF52}"/>
                  </a:ext>
                </a:extLst>
              </p:cNvPr>
              <p:cNvSpPr txBox="1"/>
              <p:nvPr/>
            </p:nvSpPr>
            <p:spPr>
              <a:xfrm>
                <a:off x="3680202" y="3014092"/>
                <a:ext cx="388699" cy="400110"/>
              </a:xfrm>
              <a:prstGeom prst="rect">
                <a:avLst/>
              </a:prstGeom>
              <a:noFill/>
            </p:spPr>
            <p:txBody>
              <a:bodyPr wrap="square">
                <a:spAutoFit/>
              </a:bodyPr>
              <a:lstStyle/>
              <a:p>
                <a:pPr algn="ctr"/>
                <a:r>
                  <a:rPr lang="en-US" altLang="zh-CN" sz="2000" b="1" dirty="0">
                    <a:solidFill>
                      <a:schemeClr val="bg1"/>
                    </a:solidFill>
                  </a:rPr>
                  <a:t>E</a:t>
                </a:r>
                <a:endParaRPr lang="zh-CN" altLang="en-US" sz="2000" dirty="0">
                  <a:solidFill>
                    <a:schemeClr val="bg1"/>
                  </a:solidFill>
                </a:endParaRPr>
              </a:p>
            </p:txBody>
          </p:sp>
        </p:grpSp>
        <p:pic>
          <p:nvPicPr>
            <p:cNvPr id="37" name="图片 36" descr="图片包含 图标&#10;&#10;描述已自动生成">
              <a:extLst>
                <a:ext uri="{FF2B5EF4-FFF2-40B4-BE49-F238E27FC236}">
                  <a16:creationId xmlns:a16="http://schemas.microsoft.com/office/drawing/2014/main" id="{66496DB0-9A3F-4B29-B147-178B8CC0741C}"/>
                </a:ext>
              </a:extLst>
            </p:cNvPr>
            <p:cNvPicPr>
              <a:picLocks noChangeAspect="1"/>
            </p:cNvPicPr>
            <p:nvPr/>
          </p:nvPicPr>
          <p:blipFill>
            <a:blip r:embed="rId6">
              <a:extLst>
                <a:ext uri="{28A0092B-C50C-407E-A947-70E740481C1C}">
                  <a14:useLocalDpi xmlns:a14="http://schemas.microsoft.com/office/drawing/2010/main" val="0"/>
                </a:ext>
              </a:extLst>
            </a:blip>
            <a:stretch>
              <a:fillRect/>
            </a:stretch>
          </p:blipFill>
          <p:spPr>
            <a:xfrm>
              <a:off x="5755541" y="4362066"/>
              <a:ext cx="581100" cy="474367"/>
            </a:xfrm>
            <a:prstGeom prst="rect">
              <a:avLst/>
            </a:prstGeom>
          </p:spPr>
        </p:pic>
        <p:sp>
          <p:nvSpPr>
            <p:cNvPr id="38" name="文本框 37">
              <a:extLst>
                <a:ext uri="{FF2B5EF4-FFF2-40B4-BE49-F238E27FC236}">
                  <a16:creationId xmlns:a16="http://schemas.microsoft.com/office/drawing/2014/main" id="{54BC2991-5D71-41F9-BCDB-D116D81A2B2C}"/>
                </a:ext>
              </a:extLst>
            </p:cNvPr>
            <p:cNvSpPr txBox="1"/>
            <p:nvPr/>
          </p:nvSpPr>
          <p:spPr>
            <a:xfrm>
              <a:off x="5691400" y="4836433"/>
              <a:ext cx="694865" cy="369332"/>
            </a:xfrm>
            <a:prstGeom prst="rect">
              <a:avLst/>
            </a:prstGeom>
            <a:noFill/>
          </p:spPr>
          <p:txBody>
            <a:bodyPr wrap="square" rtlCol="0">
              <a:spAutoFit/>
            </a:bodyPr>
            <a:lstStyle/>
            <a:p>
              <a:pPr algn="ctr"/>
              <a:r>
                <a:rPr lang="zh-CN" altLang="en-US" b="1" dirty="0">
                  <a:latin typeface="+mn-ea"/>
                </a:rPr>
                <a:t>网桥</a:t>
              </a:r>
            </a:p>
          </p:txBody>
        </p:sp>
        <p:sp>
          <p:nvSpPr>
            <p:cNvPr id="35" name="文本框 34">
              <a:extLst>
                <a:ext uri="{FF2B5EF4-FFF2-40B4-BE49-F238E27FC236}">
                  <a16:creationId xmlns:a16="http://schemas.microsoft.com/office/drawing/2014/main" id="{AA36C400-5BEA-4377-A6FE-ED432BE8C82F}"/>
                </a:ext>
              </a:extLst>
            </p:cNvPr>
            <p:cNvSpPr txBox="1"/>
            <p:nvPr/>
          </p:nvSpPr>
          <p:spPr>
            <a:xfrm>
              <a:off x="5637014" y="4069729"/>
              <a:ext cx="388699" cy="400110"/>
            </a:xfrm>
            <a:prstGeom prst="rect">
              <a:avLst/>
            </a:prstGeom>
            <a:noFill/>
          </p:spPr>
          <p:txBody>
            <a:bodyPr wrap="square">
              <a:spAutoFit/>
            </a:bodyPr>
            <a:lstStyle/>
            <a:p>
              <a:pPr algn="ctr"/>
              <a:r>
                <a:rPr lang="en-US" altLang="zh-CN" sz="2000" b="1" dirty="0"/>
                <a:t>1</a:t>
              </a:r>
              <a:endParaRPr lang="zh-CN" altLang="en-US" sz="2000" dirty="0"/>
            </a:p>
          </p:txBody>
        </p:sp>
        <p:sp>
          <p:nvSpPr>
            <p:cNvPr id="36" name="文本框 35">
              <a:extLst>
                <a:ext uri="{FF2B5EF4-FFF2-40B4-BE49-F238E27FC236}">
                  <a16:creationId xmlns:a16="http://schemas.microsoft.com/office/drawing/2014/main" id="{FD0F606C-E69C-4C76-9676-89125A4A96A4}"/>
                </a:ext>
              </a:extLst>
            </p:cNvPr>
            <p:cNvSpPr txBox="1"/>
            <p:nvPr/>
          </p:nvSpPr>
          <p:spPr>
            <a:xfrm>
              <a:off x="6131677" y="4069729"/>
              <a:ext cx="388699" cy="400110"/>
            </a:xfrm>
            <a:prstGeom prst="rect">
              <a:avLst/>
            </a:prstGeom>
            <a:noFill/>
          </p:spPr>
          <p:txBody>
            <a:bodyPr wrap="square">
              <a:spAutoFit/>
            </a:bodyPr>
            <a:lstStyle/>
            <a:p>
              <a:pPr algn="ctr"/>
              <a:r>
                <a:rPr lang="en-US" altLang="zh-CN" sz="2000" b="1" dirty="0"/>
                <a:t>2</a:t>
              </a:r>
              <a:endParaRPr lang="zh-CN" altLang="en-US" sz="2000" dirty="0"/>
            </a:p>
          </p:txBody>
        </p:sp>
      </p:grpSp>
      <p:grpSp>
        <p:nvGrpSpPr>
          <p:cNvPr id="7" name="组合 6">
            <a:extLst>
              <a:ext uri="{FF2B5EF4-FFF2-40B4-BE49-F238E27FC236}">
                <a16:creationId xmlns:a16="http://schemas.microsoft.com/office/drawing/2014/main" id="{19421666-7F5D-4D81-A0B8-B30EF80C4B32}"/>
              </a:ext>
            </a:extLst>
          </p:cNvPr>
          <p:cNvGrpSpPr/>
          <p:nvPr/>
        </p:nvGrpSpPr>
        <p:grpSpPr>
          <a:xfrm>
            <a:off x="7362876" y="1771108"/>
            <a:ext cx="4524324" cy="597122"/>
            <a:chOff x="7362876" y="1771108"/>
            <a:chExt cx="4524324" cy="597122"/>
          </a:xfrm>
        </p:grpSpPr>
        <p:sp>
          <p:nvSpPr>
            <p:cNvPr id="83" name="íşlïḍè">
              <a:extLst>
                <a:ext uri="{FF2B5EF4-FFF2-40B4-BE49-F238E27FC236}">
                  <a16:creationId xmlns:a16="http://schemas.microsoft.com/office/drawing/2014/main" id="{63850319-2EC9-4694-B066-AB365F29832C}"/>
                </a:ext>
              </a:extLst>
            </p:cNvPr>
            <p:cNvSpPr txBox="1"/>
            <p:nvPr/>
          </p:nvSpPr>
          <p:spPr>
            <a:xfrm>
              <a:off x="7362876" y="1771108"/>
              <a:ext cx="1590350" cy="597122"/>
            </a:xfrm>
            <a:prstGeom prst="rect">
              <a:avLst/>
            </a:prstGeom>
            <a:noFill/>
          </p:spPr>
          <p:txBody>
            <a:bodyPr wrap="square" lIns="91440" tIns="45720" rIns="91440" bIns="45720" anchor="ctr">
              <a:noAutofit/>
            </a:bodyPr>
            <a:lstStyle/>
            <a:p>
              <a:pPr algn="ctr"/>
              <a:r>
                <a:rPr lang="zh-CN" altLang="en-US" b="1" dirty="0">
                  <a:latin typeface="Arial Narrow" panose="020B0606020202030204" pitchFamily="34" charset="0"/>
                </a:rPr>
                <a:t>站点间的通信</a:t>
              </a:r>
            </a:p>
          </p:txBody>
        </p:sp>
        <p:sp>
          <p:nvSpPr>
            <p:cNvPr id="84" name="íşlïḍè">
              <a:extLst>
                <a:ext uri="{FF2B5EF4-FFF2-40B4-BE49-F238E27FC236}">
                  <a16:creationId xmlns:a16="http://schemas.microsoft.com/office/drawing/2014/main" id="{3084F57C-1DB0-4D24-B9CC-5AA20FF5C73C}"/>
                </a:ext>
              </a:extLst>
            </p:cNvPr>
            <p:cNvSpPr txBox="1"/>
            <p:nvPr/>
          </p:nvSpPr>
          <p:spPr>
            <a:xfrm>
              <a:off x="9328589" y="1771108"/>
              <a:ext cx="2558611" cy="597122"/>
            </a:xfrm>
            <a:prstGeom prst="rect">
              <a:avLst/>
            </a:prstGeom>
            <a:noFill/>
          </p:spPr>
          <p:txBody>
            <a:bodyPr wrap="square" lIns="91440" tIns="45720" rIns="91440" bIns="45720" anchor="ctr">
              <a:noAutofit/>
            </a:bodyPr>
            <a:lstStyle/>
            <a:p>
              <a:pPr algn="ctr"/>
              <a:r>
                <a:rPr lang="zh-CN" altLang="en-US" b="1" dirty="0">
                  <a:latin typeface="Arial Narrow" panose="020B0606020202030204" pitchFamily="34" charset="0"/>
                </a:rPr>
                <a:t>网桥自学习和转发帧</a:t>
              </a:r>
            </a:p>
          </p:txBody>
        </p:sp>
      </p:grpSp>
      <p:sp>
        <p:nvSpPr>
          <p:cNvPr id="77" name="文本框 76">
            <a:extLst>
              <a:ext uri="{FF2B5EF4-FFF2-40B4-BE49-F238E27FC236}">
                <a16:creationId xmlns:a16="http://schemas.microsoft.com/office/drawing/2014/main" id="{37B7F1A5-6AE5-4A4A-B702-13345E29B0A5}"/>
              </a:ext>
            </a:extLst>
          </p:cNvPr>
          <p:cNvSpPr txBox="1"/>
          <p:nvPr/>
        </p:nvSpPr>
        <p:spPr>
          <a:xfrm>
            <a:off x="7726930" y="2312479"/>
            <a:ext cx="862241" cy="400110"/>
          </a:xfrm>
          <a:prstGeom prst="rect">
            <a:avLst/>
          </a:prstGeom>
          <a:noFill/>
        </p:spPr>
        <p:txBody>
          <a:bodyPr wrap="square">
            <a:spAutoFit/>
          </a:bodyPr>
          <a:lstStyle/>
          <a:p>
            <a:pPr algn="ctr"/>
            <a:r>
              <a:rPr lang="en-US" altLang="zh-CN" sz="2000" b="1" dirty="0">
                <a:solidFill>
                  <a:schemeClr val="tx1"/>
                </a:solidFill>
              </a:rPr>
              <a:t>A</a:t>
            </a:r>
            <a:r>
              <a:rPr lang="en-US" altLang="zh-CN" sz="2000" b="1" dirty="0">
                <a:solidFill>
                  <a:schemeClr val="tx1"/>
                </a:solidFill>
                <a:latin typeface="+mn-ea"/>
              </a:rPr>
              <a:t>→</a:t>
            </a:r>
            <a:r>
              <a:rPr lang="en-US" altLang="zh-CN" sz="2000" b="1" dirty="0">
                <a:solidFill>
                  <a:schemeClr val="tx1"/>
                </a:solidFill>
              </a:rPr>
              <a:t>B</a:t>
            </a:r>
            <a:endParaRPr lang="zh-CN" altLang="en-US" sz="2000" b="1" dirty="0">
              <a:solidFill>
                <a:schemeClr val="tx1"/>
              </a:solidFill>
            </a:endParaRPr>
          </a:p>
        </p:txBody>
      </p:sp>
      <p:sp>
        <p:nvSpPr>
          <p:cNvPr id="80" name="文本框 79">
            <a:extLst>
              <a:ext uri="{FF2B5EF4-FFF2-40B4-BE49-F238E27FC236}">
                <a16:creationId xmlns:a16="http://schemas.microsoft.com/office/drawing/2014/main" id="{E47F83A7-2A3F-4E7F-88FC-54D5544A4716}"/>
              </a:ext>
            </a:extLst>
          </p:cNvPr>
          <p:cNvSpPr txBox="1"/>
          <p:nvPr/>
        </p:nvSpPr>
        <p:spPr>
          <a:xfrm>
            <a:off x="3239122" y="2336192"/>
            <a:ext cx="322463" cy="400110"/>
          </a:xfrm>
          <a:prstGeom prst="rect">
            <a:avLst/>
          </a:prstGeom>
          <a:noFill/>
        </p:spPr>
        <p:txBody>
          <a:bodyPr wrap="square">
            <a:spAutoFit/>
          </a:bodyPr>
          <a:lstStyle/>
          <a:p>
            <a:pPr algn="ctr"/>
            <a:r>
              <a:rPr lang="en-US" altLang="zh-CN" sz="2000" b="1" dirty="0">
                <a:solidFill>
                  <a:schemeClr val="tx1"/>
                </a:solidFill>
              </a:rPr>
              <a:t>A</a:t>
            </a:r>
            <a:endParaRPr lang="zh-CN" altLang="en-US" sz="2000" b="1" dirty="0">
              <a:solidFill>
                <a:schemeClr val="tx1"/>
              </a:solidFill>
            </a:endParaRPr>
          </a:p>
        </p:txBody>
      </p:sp>
      <p:sp>
        <p:nvSpPr>
          <p:cNvPr id="81" name="文本框 80">
            <a:extLst>
              <a:ext uri="{FF2B5EF4-FFF2-40B4-BE49-F238E27FC236}">
                <a16:creationId xmlns:a16="http://schemas.microsoft.com/office/drawing/2014/main" id="{3969BAE0-73F9-4E23-8AF8-C4585C78789A}"/>
              </a:ext>
            </a:extLst>
          </p:cNvPr>
          <p:cNvSpPr txBox="1"/>
          <p:nvPr/>
        </p:nvSpPr>
        <p:spPr>
          <a:xfrm>
            <a:off x="4122484" y="2336192"/>
            <a:ext cx="322463" cy="400110"/>
          </a:xfrm>
          <a:prstGeom prst="rect">
            <a:avLst/>
          </a:prstGeom>
          <a:noFill/>
        </p:spPr>
        <p:txBody>
          <a:bodyPr wrap="square">
            <a:spAutoFit/>
          </a:bodyPr>
          <a:lstStyle/>
          <a:p>
            <a:pPr algn="ctr"/>
            <a:r>
              <a:rPr lang="en-US" altLang="zh-CN" sz="2000" b="1" dirty="0">
                <a:solidFill>
                  <a:schemeClr val="tx1"/>
                </a:solidFill>
              </a:rPr>
              <a:t>1</a:t>
            </a:r>
            <a:endParaRPr lang="zh-CN" altLang="en-US" sz="2000" b="1" dirty="0">
              <a:solidFill>
                <a:schemeClr val="tx1"/>
              </a:solidFill>
            </a:endParaRPr>
          </a:p>
        </p:txBody>
      </p:sp>
      <p:sp>
        <p:nvSpPr>
          <p:cNvPr id="82" name="文本框 81">
            <a:extLst>
              <a:ext uri="{FF2B5EF4-FFF2-40B4-BE49-F238E27FC236}">
                <a16:creationId xmlns:a16="http://schemas.microsoft.com/office/drawing/2014/main" id="{CE9E7881-4DFF-4864-9184-54119489B430}"/>
              </a:ext>
            </a:extLst>
          </p:cNvPr>
          <p:cNvSpPr txBox="1"/>
          <p:nvPr/>
        </p:nvSpPr>
        <p:spPr>
          <a:xfrm>
            <a:off x="9484465" y="2312479"/>
            <a:ext cx="785190" cy="369332"/>
          </a:xfrm>
          <a:prstGeom prst="rect">
            <a:avLst/>
          </a:prstGeom>
          <a:noFill/>
        </p:spPr>
        <p:txBody>
          <a:bodyPr wrap="square">
            <a:spAutoFit/>
          </a:bodyPr>
          <a:lstStyle/>
          <a:p>
            <a:r>
              <a:rPr lang="zh-CN" altLang="en-US" b="1" dirty="0">
                <a:solidFill>
                  <a:schemeClr val="tx1"/>
                </a:solidFill>
              </a:rPr>
              <a:t>登记</a:t>
            </a:r>
          </a:p>
        </p:txBody>
      </p:sp>
      <p:sp>
        <p:nvSpPr>
          <p:cNvPr id="86" name="文本框 85">
            <a:extLst>
              <a:ext uri="{FF2B5EF4-FFF2-40B4-BE49-F238E27FC236}">
                <a16:creationId xmlns:a16="http://schemas.microsoft.com/office/drawing/2014/main" id="{87A67178-B884-4ED9-A874-8E2F4FF60432}"/>
              </a:ext>
            </a:extLst>
          </p:cNvPr>
          <p:cNvSpPr txBox="1"/>
          <p:nvPr/>
        </p:nvSpPr>
        <p:spPr>
          <a:xfrm>
            <a:off x="10215299" y="2312479"/>
            <a:ext cx="785190" cy="369332"/>
          </a:xfrm>
          <a:prstGeom prst="rect">
            <a:avLst/>
          </a:prstGeom>
          <a:noFill/>
        </p:spPr>
        <p:txBody>
          <a:bodyPr wrap="square">
            <a:spAutoFit/>
          </a:bodyPr>
          <a:lstStyle/>
          <a:p>
            <a:r>
              <a:rPr lang="zh-CN" altLang="en-US" b="1" dirty="0">
                <a:solidFill>
                  <a:schemeClr val="tx1"/>
                </a:solidFill>
              </a:rPr>
              <a:t>转发</a:t>
            </a:r>
          </a:p>
        </p:txBody>
      </p:sp>
      <p:sp>
        <p:nvSpPr>
          <p:cNvPr id="87" name="文本框 86">
            <a:extLst>
              <a:ext uri="{FF2B5EF4-FFF2-40B4-BE49-F238E27FC236}">
                <a16:creationId xmlns:a16="http://schemas.microsoft.com/office/drawing/2014/main" id="{D0DFDC49-43D5-4017-983F-6195C172D0CB}"/>
              </a:ext>
            </a:extLst>
          </p:cNvPr>
          <p:cNvSpPr txBox="1"/>
          <p:nvPr/>
        </p:nvSpPr>
        <p:spPr>
          <a:xfrm>
            <a:off x="10607894" y="2312391"/>
            <a:ext cx="1109467" cy="369332"/>
          </a:xfrm>
          <a:prstGeom prst="rect">
            <a:avLst/>
          </a:prstGeom>
          <a:noFill/>
        </p:spPr>
        <p:txBody>
          <a:bodyPr wrap="square">
            <a:spAutoFit/>
          </a:bodyPr>
          <a:lstStyle/>
          <a:p>
            <a:r>
              <a:rPr lang="zh-CN" altLang="en-US" b="1" dirty="0">
                <a:solidFill>
                  <a:schemeClr val="tx1"/>
                </a:solidFill>
              </a:rPr>
              <a:t>（盲目）</a:t>
            </a:r>
          </a:p>
        </p:txBody>
      </p:sp>
      <p:sp>
        <p:nvSpPr>
          <p:cNvPr id="114" name="文本框 113">
            <a:extLst>
              <a:ext uri="{FF2B5EF4-FFF2-40B4-BE49-F238E27FC236}">
                <a16:creationId xmlns:a16="http://schemas.microsoft.com/office/drawing/2014/main" id="{6070369E-59ED-47C3-9D4D-E3BEB070BFDF}"/>
              </a:ext>
            </a:extLst>
          </p:cNvPr>
          <p:cNvSpPr txBox="1"/>
          <p:nvPr/>
        </p:nvSpPr>
        <p:spPr>
          <a:xfrm>
            <a:off x="7726930" y="2681723"/>
            <a:ext cx="862241" cy="400110"/>
          </a:xfrm>
          <a:prstGeom prst="rect">
            <a:avLst/>
          </a:prstGeom>
          <a:noFill/>
        </p:spPr>
        <p:txBody>
          <a:bodyPr wrap="square">
            <a:spAutoFit/>
          </a:bodyPr>
          <a:lstStyle/>
          <a:p>
            <a:pPr algn="ctr"/>
            <a:r>
              <a:rPr lang="en-US" altLang="zh-CN" sz="2000" b="1" dirty="0">
                <a:solidFill>
                  <a:schemeClr val="tx1"/>
                </a:solidFill>
              </a:rPr>
              <a:t>D</a:t>
            </a:r>
            <a:r>
              <a:rPr lang="en-US" altLang="zh-CN" sz="2000" b="1" dirty="0">
                <a:solidFill>
                  <a:schemeClr val="tx1"/>
                </a:solidFill>
                <a:latin typeface="+mn-ea"/>
              </a:rPr>
              <a:t>→</a:t>
            </a:r>
            <a:r>
              <a:rPr lang="en-US" altLang="zh-CN" sz="2000" b="1" dirty="0">
                <a:solidFill>
                  <a:schemeClr val="tx1"/>
                </a:solidFill>
              </a:rPr>
              <a:t>A</a:t>
            </a:r>
            <a:endParaRPr lang="zh-CN" altLang="en-US" sz="2000" b="1" dirty="0">
              <a:solidFill>
                <a:schemeClr val="tx1"/>
              </a:solidFill>
            </a:endParaRPr>
          </a:p>
        </p:txBody>
      </p:sp>
      <p:sp>
        <p:nvSpPr>
          <p:cNvPr id="115" name="文本框 114">
            <a:extLst>
              <a:ext uri="{FF2B5EF4-FFF2-40B4-BE49-F238E27FC236}">
                <a16:creationId xmlns:a16="http://schemas.microsoft.com/office/drawing/2014/main" id="{17927AD1-EB0D-4FD1-8382-4D65CD4A9D73}"/>
              </a:ext>
            </a:extLst>
          </p:cNvPr>
          <p:cNvSpPr txBox="1"/>
          <p:nvPr/>
        </p:nvSpPr>
        <p:spPr>
          <a:xfrm>
            <a:off x="9498427" y="2681723"/>
            <a:ext cx="785190" cy="369332"/>
          </a:xfrm>
          <a:prstGeom prst="rect">
            <a:avLst/>
          </a:prstGeom>
          <a:noFill/>
        </p:spPr>
        <p:txBody>
          <a:bodyPr wrap="square">
            <a:spAutoFit/>
          </a:bodyPr>
          <a:lstStyle/>
          <a:p>
            <a:r>
              <a:rPr lang="zh-CN" altLang="en-US" b="1" dirty="0">
                <a:solidFill>
                  <a:schemeClr val="tx1"/>
                </a:solidFill>
              </a:rPr>
              <a:t>登记</a:t>
            </a:r>
          </a:p>
        </p:txBody>
      </p:sp>
      <p:sp>
        <p:nvSpPr>
          <p:cNvPr id="118" name="文本框 117">
            <a:extLst>
              <a:ext uri="{FF2B5EF4-FFF2-40B4-BE49-F238E27FC236}">
                <a16:creationId xmlns:a16="http://schemas.microsoft.com/office/drawing/2014/main" id="{97296EB5-085F-4C91-B907-DEB792F472BF}"/>
              </a:ext>
            </a:extLst>
          </p:cNvPr>
          <p:cNvSpPr txBox="1"/>
          <p:nvPr/>
        </p:nvSpPr>
        <p:spPr>
          <a:xfrm>
            <a:off x="3243794" y="2702786"/>
            <a:ext cx="322463" cy="400110"/>
          </a:xfrm>
          <a:prstGeom prst="rect">
            <a:avLst/>
          </a:prstGeom>
          <a:noFill/>
        </p:spPr>
        <p:txBody>
          <a:bodyPr wrap="square">
            <a:spAutoFit/>
          </a:bodyPr>
          <a:lstStyle/>
          <a:p>
            <a:pPr algn="ctr"/>
            <a:r>
              <a:rPr lang="en-US" altLang="zh-CN" sz="2000" b="1" dirty="0">
                <a:solidFill>
                  <a:schemeClr val="tx1"/>
                </a:solidFill>
              </a:rPr>
              <a:t>D</a:t>
            </a:r>
            <a:endParaRPr lang="zh-CN" altLang="en-US" sz="2000" b="1" dirty="0">
              <a:solidFill>
                <a:schemeClr val="tx1"/>
              </a:solidFill>
            </a:endParaRPr>
          </a:p>
        </p:txBody>
      </p:sp>
      <p:sp>
        <p:nvSpPr>
          <p:cNvPr id="119" name="文本框 118">
            <a:extLst>
              <a:ext uri="{FF2B5EF4-FFF2-40B4-BE49-F238E27FC236}">
                <a16:creationId xmlns:a16="http://schemas.microsoft.com/office/drawing/2014/main" id="{899FE8E8-8148-4E14-BB2A-C538200EDE14}"/>
              </a:ext>
            </a:extLst>
          </p:cNvPr>
          <p:cNvSpPr txBox="1"/>
          <p:nvPr/>
        </p:nvSpPr>
        <p:spPr>
          <a:xfrm>
            <a:off x="4134072" y="2699728"/>
            <a:ext cx="322463" cy="400110"/>
          </a:xfrm>
          <a:prstGeom prst="rect">
            <a:avLst/>
          </a:prstGeom>
          <a:noFill/>
        </p:spPr>
        <p:txBody>
          <a:bodyPr wrap="square">
            <a:spAutoFit/>
          </a:bodyPr>
          <a:lstStyle/>
          <a:p>
            <a:pPr algn="ctr"/>
            <a:r>
              <a:rPr lang="en-US" altLang="zh-CN" sz="2000" b="1" dirty="0">
                <a:solidFill>
                  <a:schemeClr val="tx1"/>
                </a:solidFill>
              </a:rPr>
              <a:t>2</a:t>
            </a:r>
            <a:endParaRPr lang="zh-CN" altLang="en-US" sz="2000" b="1" dirty="0">
              <a:solidFill>
                <a:schemeClr val="tx1"/>
              </a:solidFill>
            </a:endParaRPr>
          </a:p>
        </p:txBody>
      </p:sp>
      <p:sp>
        <p:nvSpPr>
          <p:cNvPr id="67" name="文本框 66">
            <a:extLst>
              <a:ext uri="{FF2B5EF4-FFF2-40B4-BE49-F238E27FC236}">
                <a16:creationId xmlns:a16="http://schemas.microsoft.com/office/drawing/2014/main" id="{D6AF5C33-4F16-40C1-A4D4-F3B39FBE0529}"/>
              </a:ext>
            </a:extLst>
          </p:cNvPr>
          <p:cNvSpPr txBox="1"/>
          <p:nvPr/>
        </p:nvSpPr>
        <p:spPr>
          <a:xfrm>
            <a:off x="10211401" y="2681679"/>
            <a:ext cx="785190" cy="369332"/>
          </a:xfrm>
          <a:prstGeom prst="rect">
            <a:avLst/>
          </a:prstGeom>
          <a:noFill/>
        </p:spPr>
        <p:txBody>
          <a:bodyPr wrap="square">
            <a:spAutoFit/>
          </a:bodyPr>
          <a:lstStyle/>
          <a:p>
            <a:r>
              <a:rPr lang="zh-CN" altLang="en-US" b="1" dirty="0">
                <a:solidFill>
                  <a:schemeClr val="tx1"/>
                </a:solidFill>
              </a:rPr>
              <a:t>转发</a:t>
            </a:r>
          </a:p>
        </p:txBody>
      </p:sp>
      <p:sp>
        <p:nvSpPr>
          <p:cNvPr id="76" name="文本框 75">
            <a:extLst>
              <a:ext uri="{FF2B5EF4-FFF2-40B4-BE49-F238E27FC236}">
                <a16:creationId xmlns:a16="http://schemas.microsoft.com/office/drawing/2014/main" id="{66DF3E19-2B11-4F52-B7E6-A2D39C2CD044}"/>
              </a:ext>
            </a:extLst>
          </p:cNvPr>
          <p:cNvSpPr txBox="1"/>
          <p:nvPr/>
        </p:nvSpPr>
        <p:spPr>
          <a:xfrm>
            <a:off x="10617958" y="2656909"/>
            <a:ext cx="1109467" cy="369332"/>
          </a:xfrm>
          <a:prstGeom prst="rect">
            <a:avLst/>
          </a:prstGeom>
          <a:noFill/>
        </p:spPr>
        <p:txBody>
          <a:bodyPr wrap="square">
            <a:spAutoFit/>
          </a:bodyPr>
          <a:lstStyle/>
          <a:p>
            <a:r>
              <a:rPr lang="zh-CN" altLang="en-US" b="1" dirty="0">
                <a:solidFill>
                  <a:schemeClr val="tx1"/>
                </a:solidFill>
              </a:rPr>
              <a:t>（</a:t>
            </a:r>
            <a:r>
              <a:rPr lang="zh-CN" altLang="en-US" b="1" dirty="0"/>
              <a:t>明确</a:t>
            </a:r>
            <a:r>
              <a:rPr lang="zh-CN" altLang="en-US" b="1" dirty="0">
                <a:solidFill>
                  <a:schemeClr val="tx1"/>
                </a:solidFill>
              </a:rPr>
              <a:t>）</a:t>
            </a:r>
          </a:p>
        </p:txBody>
      </p:sp>
      <p:sp>
        <p:nvSpPr>
          <p:cNvPr id="123" name="文本框 122">
            <a:extLst>
              <a:ext uri="{FF2B5EF4-FFF2-40B4-BE49-F238E27FC236}">
                <a16:creationId xmlns:a16="http://schemas.microsoft.com/office/drawing/2014/main" id="{CBD7C62D-51BF-4B6A-BAB0-A1AF2FD59905}"/>
              </a:ext>
            </a:extLst>
          </p:cNvPr>
          <p:cNvSpPr txBox="1"/>
          <p:nvPr/>
        </p:nvSpPr>
        <p:spPr>
          <a:xfrm>
            <a:off x="7726929" y="3051811"/>
            <a:ext cx="862241" cy="400110"/>
          </a:xfrm>
          <a:prstGeom prst="rect">
            <a:avLst/>
          </a:prstGeom>
          <a:noFill/>
        </p:spPr>
        <p:txBody>
          <a:bodyPr wrap="square">
            <a:spAutoFit/>
          </a:bodyPr>
          <a:lstStyle/>
          <a:p>
            <a:pPr algn="ctr"/>
            <a:r>
              <a:rPr lang="en-US" altLang="zh-CN" sz="2000" b="1" dirty="0">
                <a:solidFill>
                  <a:schemeClr val="tx1"/>
                </a:solidFill>
                <a:latin typeface="+mn-ea"/>
              </a:rPr>
              <a:t>C→</a:t>
            </a:r>
            <a:r>
              <a:rPr lang="en-US" altLang="zh-CN" sz="2000" b="1" dirty="0">
                <a:solidFill>
                  <a:schemeClr val="tx1"/>
                </a:solidFill>
              </a:rPr>
              <a:t>A</a:t>
            </a:r>
            <a:endParaRPr lang="zh-CN" altLang="en-US" sz="2000" b="1" dirty="0">
              <a:solidFill>
                <a:schemeClr val="tx1"/>
              </a:solidFill>
            </a:endParaRPr>
          </a:p>
        </p:txBody>
      </p:sp>
      <p:sp>
        <p:nvSpPr>
          <p:cNvPr id="124" name="文本框 123">
            <a:extLst>
              <a:ext uri="{FF2B5EF4-FFF2-40B4-BE49-F238E27FC236}">
                <a16:creationId xmlns:a16="http://schemas.microsoft.com/office/drawing/2014/main" id="{EC1F2EA5-2023-44FD-8DFB-21F97403A8AF}"/>
              </a:ext>
            </a:extLst>
          </p:cNvPr>
          <p:cNvSpPr txBox="1"/>
          <p:nvPr/>
        </p:nvSpPr>
        <p:spPr>
          <a:xfrm>
            <a:off x="9498427" y="3051011"/>
            <a:ext cx="785190" cy="369332"/>
          </a:xfrm>
          <a:prstGeom prst="rect">
            <a:avLst/>
          </a:prstGeom>
          <a:noFill/>
        </p:spPr>
        <p:txBody>
          <a:bodyPr wrap="square">
            <a:spAutoFit/>
          </a:bodyPr>
          <a:lstStyle/>
          <a:p>
            <a:r>
              <a:rPr lang="zh-CN" altLang="en-US" b="1" dirty="0">
                <a:solidFill>
                  <a:schemeClr val="tx1"/>
                </a:solidFill>
              </a:rPr>
              <a:t>登记</a:t>
            </a:r>
          </a:p>
        </p:txBody>
      </p:sp>
      <p:sp>
        <p:nvSpPr>
          <p:cNvPr id="125" name="文本框 124">
            <a:extLst>
              <a:ext uri="{FF2B5EF4-FFF2-40B4-BE49-F238E27FC236}">
                <a16:creationId xmlns:a16="http://schemas.microsoft.com/office/drawing/2014/main" id="{75791B1D-B389-4613-905C-66AC59EBDB29}"/>
              </a:ext>
            </a:extLst>
          </p:cNvPr>
          <p:cNvSpPr txBox="1"/>
          <p:nvPr/>
        </p:nvSpPr>
        <p:spPr>
          <a:xfrm>
            <a:off x="797127" y="4690231"/>
            <a:ext cx="688835" cy="369332"/>
          </a:xfrm>
          <a:prstGeom prst="rect">
            <a:avLst/>
          </a:prstGeom>
          <a:noFill/>
        </p:spPr>
        <p:txBody>
          <a:bodyPr wrap="square" rtlCol="0">
            <a:spAutoFit/>
          </a:bodyPr>
          <a:lstStyle/>
          <a:p>
            <a:pPr algn="ctr"/>
            <a:r>
              <a:rPr lang="zh-CN" altLang="en-US" b="1" dirty="0">
                <a:solidFill>
                  <a:schemeClr val="accent4"/>
                </a:solidFill>
              </a:rPr>
              <a:t>接受</a:t>
            </a:r>
          </a:p>
        </p:txBody>
      </p:sp>
      <p:sp>
        <p:nvSpPr>
          <p:cNvPr id="126" name="文本框 125">
            <a:extLst>
              <a:ext uri="{FF2B5EF4-FFF2-40B4-BE49-F238E27FC236}">
                <a16:creationId xmlns:a16="http://schemas.microsoft.com/office/drawing/2014/main" id="{487C4DFE-C063-4002-A1AE-08834F458F64}"/>
              </a:ext>
            </a:extLst>
          </p:cNvPr>
          <p:cNvSpPr txBox="1"/>
          <p:nvPr/>
        </p:nvSpPr>
        <p:spPr>
          <a:xfrm>
            <a:off x="1243660" y="3185864"/>
            <a:ext cx="688835" cy="369332"/>
          </a:xfrm>
          <a:prstGeom prst="rect">
            <a:avLst/>
          </a:prstGeom>
          <a:noFill/>
        </p:spPr>
        <p:txBody>
          <a:bodyPr wrap="square" rtlCol="0">
            <a:spAutoFit/>
          </a:bodyPr>
          <a:lstStyle/>
          <a:p>
            <a:pPr algn="ctr"/>
            <a:r>
              <a:rPr lang="zh-CN" altLang="en-US" b="1" dirty="0">
                <a:solidFill>
                  <a:schemeClr val="accent1">
                    <a:lumMod val="75000"/>
                  </a:schemeClr>
                </a:solidFill>
              </a:rPr>
              <a:t>丢弃</a:t>
            </a:r>
          </a:p>
        </p:txBody>
      </p:sp>
      <p:sp>
        <p:nvSpPr>
          <p:cNvPr id="127" name="文本框 126">
            <a:extLst>
              <a:ext uri="{FF2B5EF4-FFF2-40B4-BE49-F238E27FC236}">
                <a16:creationId xmlns:a16="http://schemas.microsoft.com/office/drawing/2014/main" id="{E886068E-E8C7-4121-96CF-79B63B102ECA}"/>
              </a:ext>
            </a:extLst>
          </p:cNvPr>
          <p:cNvSpPr txBox="1"/>
          <p:nvPr/>
        </p:nvSpPr>
        <p:spPr>
          <a:xfrm>
            <a:off x="3243793" y="3069380"/>
            <a:ext cx="322463" cy="400110"/>
          </a:xfrm>
          <a:prstGeom prst="rect">
            <a:avLst/>
          </a:prstGeom>
          <a:noFill/>
        </p:spPr>
        <p:txBody>
          <a:bodyPr wrap="square">
            <a:spAutoFit/>
          </a:bodyPr>
          <a:lstStyle/>
          <a:p>
            <a:pPr algn="ctr"/>
            <a:r>
              <a:rPr lang="en-US" altLang="zh-CN" sz="2000" b="1" dirty="0">
                <a:solidFill>
                  <a:schemeClr val="tx1"/>
                </a:solidFill>
              </a:rPr>
              <a:t>C</a:t>
            </a:r>
            <a:endParaRPr lang="zh-CN" altLang="en-US" sz="2000" b="1" dirty="0">
              <a:solidFill>
                <a:schemeClr val="tx1"/>
              </a:solidFill>
            </a:endParaRPr>
          </a:p>
        </p:txBody>
      </p:sp>
      <p:sp>
        <p:nvSpPr>
          <p:cNvPr id="128" name="文本框 127">
            <a:extLst>
              <a:ext uri="{FF2B5EF4-FFF2-40B4-BE49-F238E27FC236}">
                <a16:creationId xmlns:a16="http://schemas.microsoft.com/office/drawing/2014/main" id="{58F12E40-4D9C-4B09-A7AD-69DA2FDFB837}"/>
              </a:ext>
            </a:extLst>
          </p:cNvPr>
          <p:cNvSpPr txBox="1"/>
          <p:nvPr/>
        </p:nvSpPr>
        <p:spPr>
          <a:xfrm>
            <a:off x="4120916" y="3072315"/>
            <a:ext cx="322463" cy="400110"/>
          </a:xfrm>
          <a:prstGeom prst="rect">
            <a:avLst/>
          </a:prstGeom>
          <a:noFill/>
        </p:spPr>
        <p:txBody>
          <a:bodyPr wrap="square">
            <a:spAutoFit/>
          </a:bodyPr>
          <a:lstStyle/>
          <a:p>
            <a:pPr algn="ctr"/>
            <a:r>
              <a:rPr lang="en-US" altLang="zh-CN" sz="2000" b="1" dirty="0">
                <a:solidFill>
                  <a:schemeClr val="tx1"/>
                </a:solidFill>
              </a:rPr>
              <a:t>1</a:t>
            </a:r>
            <a:endParaRPr lang="zh-CN" altLang="en-US" sz="2000" b="1" dirty="0">
              <a:solidFill>
                <a:schemeClr val="tx1"/>
              </a:solidFill>
            </a:endParaRPr>
          </a:p>
        </p:txBody>
      </p:sp>
      <p:cxnSp>
        <p:nvCxnSpPr>
          <p:cNvPr id="129" name="直接箭头连接符 128">
            <a:extLst>
              <a:ext uri="{FF2B5EF4-FFF2-40B4-BE49-F238E27FC236}">
                <a16:creationId xmlns:a16="http://schemas.microsoft.com/office/drawing/2014/main" id="{4F4248A7-0228-4604-B252-9222CF5B3FD0}"/>
              </a:ext>
            </a:extLst>
          </p:cNvPr>
          <p:cNvCxnSpPr>
            <a:cxnSpLocks/>
            <a:endCxn id="127" idx="1"/>
          </p:cNvCxnSpPr>
          <p:nvPr/>
        </p:nvCxnSpPr>
        <p:spPr>
          <a:xfrm flipV="1">
            <a:off x="2751284" y="3269435"/>
            <a:ext cx="492509" cy="1046767"/>
          </a:xfrm>
          <a:prstGeom prst="straightConnector1">
            <a:avLst/>
          </a:prstGeom>
          <a:ln w="12700">
            <a:solidFill>
              <a:schemeClr val="tx1"/>
            </a:solidFill>
            <a:prstDash val="dash"/>
            <a:tailEnd type="triangle" w="med" len="lg"/>
          </a:ln>
        </p:spPr>
        <p:style>
          <a:lnRef idx="1">
            <a:schemeClr val="accent1"/>
          </a:lnRef>
          <a:fillRef idx="0">
            <a:schemeClr val="accent1"/>
          </a:fillRef>
          <a:effectRef idx="0">
            <a:schemeClr val="accent1"/>
          </a:effectRef>
          <a:fontRef idx="minor">
            <a:schemeClr val="tx1"/>
          </a:fontRef>
        </p:style>
      </p:cxnSp>
      <p:cxnSp>
        <p:nvCxnSpPr>
          <p:cNvPr id="130" name="直接箭头连接符 129">
            <a:extLst>
              <a:ext uri="{FF2B5EF4-FFF2-40B4-BE49-F238E27FC236}">
                <a16:creationId xmlns:a16="http://schemas.microsoft.com/office/drawing/2014/main" id="{1437D297-FA2D-4541-8138-CFADCB25EFD3}"/>
              </a:ext>
            </a:extLst>
          </p:cNvPr>
          <p:cNvCxnSpPr>
            <a:cxnSpLocks/>
            <a:endCxn id="128" idx="1"/>
          </p:cNvCxnSpPr>
          <p:nvPr/>
        </p:nvCxnSpPr>
        <p:spPr>
          <a:xfrm flipV="1">
            <a:off x="3649089" y="3272370"/>
            <a:ext cx="471827" cy="875678"/>
          </a:xfrm>
          <a:prstGeom prst="straightConnector1">
            <a:avLst/>
          </a:prstGeom>
          <a:ln w="12700">
            <a:solidFill>
              <a:schemeClr val="tx1"/>
            </a:solidFill>
            <a:prstDash val="dash"/>
            <a:tailEnd type="triangle" w="med" len="lg"/>
          </a:ln>
        </p:spPr>
        <p:style>
          <a:lnRef idx="1">
            <a:schemeClr val="accent1"/>
          </a:lnRef>
          <a:fillRef idx="0">
            <a:schemeClr val="accent1"/>
          </a:fillRef>
          <a:effectRef idx="0">
            <a:schemeClr val="accent1"/>
          </a:effectRef>
          <a:fontRef idx="minor">
            <a:schemeClr val="tx1"/>
          </a:fontRef>
        </p:style>
      </p:cxnSp>
      <p:sp>
        <p:nvSpPr>
          <p:cNvPr id="73" name="平行四边形 72">
            <a:extLst>
              <a:ext uri="{FF2B5EF4-FFF2-40B4-BE49-F238E27FC236}">
                <a16:creationId xmlns:a16="http://schemas.microsoft.com/office/drawing/2014/main" id="{6FD0A807-E064-6F12-01BD-5DE3CD2257CB}"/>
              </a:ext>
            </a:extLst>
          </p:cNvPr>
          <p:cNvSpPr/>
          <p:nvPr/>
        </p:nvSpPr>
        <p:spPr>
          <a:xfrm>
            <a:off x="304800" y="749300"/>
            <a:ext cx="688834" cy="387090"/>
          </a:xfrm>
          <a:prstGeom prst="parallelogram">
            <a:avLst/>
          </a:prstGeom>
          <a:solidFill>
            <a:schemeClr val="accent3">
              <a:lumMod val="75000"/>
            </a:schemeClr>
          </a:solidFill>
          <a:ln>
            <a:solidFill>
              <a:schemeClr val="accent3">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CN" sz="2200" dirty="0">
                <a:latin typeface="Impact" panose="020B0806030902050204" pitchFamily="34" charset="0"/>
              </a:rPr>
              <a:t>03</a:t>
            </a:r>
            <a:endParaRPr lang="zh-CN" altLang="en-US" sz="2200" dirty="0">
              <a:latin typeface="Impact" panose="020B0806030902050204" pitchFamily="34" charset="0"/>
            </a:endParaRPr>
          </a:p>
        </p:txBody>
      </p:sp>
    </p:spTree>
    <p:custDataLst>
      <p:tags r:id="rId1"/>
    </p:custDataLst>
    <p:extLst>
      <p:ext uri="{BB962C8B-B14F-4D97-AF65-F5344CB8AC3E}">
        <p14:creationId xmlns:p14="http://schemas.microsoft.com/office/powerpoint/2010/main" val="3314859474"/>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2" presetClass="entr" presetSubtype="8" fill="hold" grpId="0" nodeType="withEffect">
                                  <p:stCondLst>
                                    <p:cond delay="0"/>
                                  </p:stCondLst>
                                  <p:childTnLst>
                                    <p:set>
                                      <p:cBhvr>
                                        <p:cTn id="6" dur="1" fill="hold">
                                          <p:stCondLst>
                                            <p:cond delay="0"/>
                                          </p:stCondLst>
                                        </p:cTn>
                                        <p:tgtEl>
                                          <p:spTgt spid="123"/>
                                        </p:tgtEl>
                                        <p:attrNameLst>
                                          <p:attrName>style.visibility</p:attrName>
                                        </p:attrNameLst>
                                      </p:cBhvr>
                                      <p:to>
                                        <p:strVal val="visible"/>
                                      </p:to>
                                    </p:set>
                                    <p:animEffect transition="in" filter="wipe(left)">
                                      <p:cBhvr>
                                        <p:cTn id="7" dur="500"/>
                                        <p:tgtEl>
                                          <p:spTgt spid="123"/>
                                        </p:tgtEl>
                                      </p:cBhvr>
                                    </p:animEffect>
                                  </p:childTnLst>
                                </p:cTn>
                              </p:par>
                              <p:par>
                                <p:cTn id="8" presetID="12" presetClass="entr" presetSubtype="4" fill="hold" nodeType="withEffect">
                                  <p:stCondLst>
                                    <p:cond delay="0"/>
                                  </p:stCondLst>
                                  <p:childTnLst>
                                    <p:set>
                                      <p:cBhvr>
                                        <p:cTn id="9" dur="1" fill="hold">
                                          <p:stCondLst>
                                            <p:cond delay="0"/>
                                          </p:stCondLst>
                                        </p:cTn>
                                        <p:tgtEl>
                                          <p:spTgt spid="92"/>
                                        </p:tgtEl>
                                        <p:attrNameLst>
                                          <p:attrName>style.visibility</p:attrName>
                                        </p:attrNameLst>
                                      </p:cBhvr>
                                      <p:to>
                                        <p:strVal val="visible"/>
                                      </p:to>
                                    </p:set>
                                    <p:anim calcmode="lin" valueType="num">
                                      <p:cBhvr additive="base">
                                        <p:cTn id="10" dur="500"/>
                                        <p:tgtEl>
                                          <p:spTgt spid="92"/>
                                        </p:tgtEl>
                                        <p:attrNameLst>
                                          <p:attrName>ppt_y</p:attrName>
                                        </p:attrNameLst>
                                      </p:cBhvr>
                                      <p:tavLst>
                                        <p:tav tm="0">
                                          <p:val>
                                            <p:strVal val="#ppt_y+#ppt_h*1.125000"/>
                                          </p:val>
                                        </p:tav>
                                        <p:tav tm="100000">
                                          <p:val>
                                            <p:strVal val="#ppt_y"/>
                                          </p:val>
                                        </p:tav>
                                      </p:tavLst>
                                    </p:anim>
                                    <p:animEffect transition="in" filter="wipe(up)">
                                      <p:cBhvr>
                                        <p:cTn id="11" dur="500"/>
                                        <p:tgtEl>
                                          <p:spTgt spid="92"/>
                                        </p:tgtEl>
                                      </p:cBhvr>
                                    </p:animEffect>
                                  </p:childTnLst>
                                </p:cTn>
                              </p:par>
                            </p:childTnLst>
                          </p:cTn>
                        </p:par>
                      </p:childTnLst>
                    </p:cTn>
                  </p:par>
                  <p:par>
                    <p:cTn id="12" fill="hold">
                      <p:stCondLst>
                        <p:cond delay="indefinite"/>
                      </p:stCondLst>
                      <p:childTnLst>
                        <p:par>
                          <p:cTn id="13" fill="hold">
                            <p:stCondLst>
                              <p:cond delay="0"/>
                            </p:stCondLst>
                            <p:childTnLst>
                              <p:par>
                                <p:cTn id="14" presetID="12" presetClass="entr" presetSubtype="4" fill="hold" nodeType="clickEffect">
                                  <p:stCondLst>
                                    <p:cond delay="0"/>
                                  </p:stCondLst>
                                  <p:childTnLst>
                                    <p:set>
                                      <p:cBhvr>
                                        <p:cTn id="15" dur="1" fill="hold">
                                          <p:stCondLst>
                                            <p:cond delay="0"/>
                                          </p:stCondLst>
                                        </p:cTn>
                                        <p:tgtEl>
                                          <p:spTgt spid="104"/>
                                        </p:tgtEl>
                                        <p:attrNameLst>
                                          <p:attrName>style.visibility</p:attrName>
                                        </p:attrNameLst>
                                      </p:cBhvr>
                                      <p:to>
                                        <p:strVal val="visible"/>
                                      </p:to>
                                    </p:set>
                                    <p:anim calcmode="lin" valueType="num">
                                      <p:cBhvr additive="base">
                                        <p:cTn id="16" dur="500"/>
                                        <p:tgtEl>
                                          <p:spTgt spid="104"/>
                                        </p:tgtEl>
                                        <p:attrNameLst>
                                          <p:attrName>ppt_y</p:attrName>
                                        </p:attrNameLst>
                                      </p:cBhvr>
                                      <p:tavLst>
                                        <p:tav tm="0">
                                          <p:val>
                                            <p:strVal val="#ppt_y+#ppt_h*1.125000"/>
                                          </p:val>
                                        </p:tav>
                                        <p:tav tm="100000">
                                          <p:val>
                                            <p:strVal val="#ppt_y"/>
                                          </p:val>
                                        </p:tav>
                                      </p:tavLst>
                                    </p:anim>
                                    <p:animEffect transition="in" filter="wipe(up)">
                                      <p:cBhvr>
                                        <p:cTn id="17" dur="500"/>
                                        <p:tgtEl>
                                          <p:spTgt spid="104"/>
                                        </p:tgtEl>
                                      </p:cBhvr>
                                    </p:animEffect>
                                  </p:childTnLst>
                                </p:cTn>
                              </p:par>
                              <p:par>
                                <p:cTn id="18" presetID="12" presetClass="entr" presetSubtype="2" fill="hold" nodeType="withEffect">
                                  <p:stCondLst>
                                    <p:cond delay="0"/>
                                  </p:stCondLst>
                                  <p:childTnLst>
                                    <p:set>
                                      <p:cBhvr>
                                        <p:cTn id="19" dur="1" fill="hold">
                                          <p:stCondLst>
                                            <p:cond delay="0"/>
                                          </p:stCondLst>
                                        </p:cTn>
                                        <p:tgtEl>
                                          <p:spTgt spid="101"/>
                                        </p:tgtEl>
                                        <p:attrNameLst>
                                          <p:attrName>style.visibility</p:attrName>
                                        </p:attrNameLst>
                                      </p:cBhvr>
                                      <p:to>
                                        <p:strVal val="visible"/>
                                      </p:to>
                                    </p:set>
                                    <p:anim calcmode="lin" valueType="num">
                                      <p:cBhvr additive="base">
                                        <p:cTn id="20" dur="500"/>
                                        <p:tgtEl>
                                          <p:spTgt spid="101"/>
                                        </p:tgtEl>
                                        <p:attrNameLst>
                                          <p:attrName>ppt_x</p:attrName>
                                        </p:attrNameLst>
                                      </p:cBhvr>
                                      <p:tavLst>
                                        <p:tav tm="0">
                                          <p:val>
                                            <p:strVal val="#ppt_x+#ppt_w*1.125000"/>
                                          </p:val>
                                        </p:tav>
                                        <p:tav tm="100000">
                                          <p:val>
                                            <p:strVal val="#ppt_x"/>
                                          </p:val>
                                        </p:tav>
                                      </p:tavLst>
                                    </p:anim>
                                    <p:animEffect transition="in" filter="wipe(left)">
                                      <p:cBhvr>
                                        <p:cTn id="21" dur="500"/>
                                        <p:tgtEl>
                                          <p:spTgt spid="101"/>
                                        </p:tgtEl>
                                      </p:cBhvr>
                                    </p:animEffect>
                                  </p:childTnLst>
                                </p:cTn>
                              </p:par>
                              <p:par>
                                <p:cTn id="22" presetID="12" presetClass="entr" presetSubtype="8" fill="hold" nodeType="withEffect">
                                  <p:stCondLst>
                                    <p:cond delay="0"/>
                                  </p:stCondLst>
                                  <p:childTnLst>
                                    <p:set>
                                      <p:cBhvr>
                                        <p:cTn id="23" dur="1" fill="hold">
                                          <p:stCondLst>
                                            <p:cond delay="0"/>
                                          </p:stCondLst>
                                        </p:cTn>
                                        <p:tgtEl>
                                          <p:spTgt spid="120"/>
                                        </p:tgtEl>
                                        <p:attrNameLst>
                                          <p:attrName>style.visibility</p:attrName>
                                        </p:attrNameLst>
                                      </p:cBhvr>
                                      <p:to>
                                        <p:strVal val="visible"/>
                                      </p:to>
                                    </p:set>
                                    <p:anim calcmode="lin" valueType="num">
                                      <p:cBhvr additive="base">
                                        <p:cTn id="24" dur="500"/>
                                        <p:tgtEl>
                                          <p:spTgt spid="120"/>
                                        </p:tgtEl>
                                        <p:attrNameLst>
                                          <p:attrName>ppt_x</p:attrName>
                                        </p:attrNameLst>
                                      </p:cBhvr>
                                      <p:tavLst>
                                        <p:tav tm="0">
                                          <p:val>
                                            <p:strVal val="#ppt_x-#ppt_w*1.125000"/>
                                          </p:val>
                                        </p:tav>
                                        <p:tav tm="100000">
                                          <p:val>
                                            <p:strVal val="#ppt_x"/>
                                          </p:val>
                                        </p:tav>
                                      </p:tavLst>
                                    </p:anim>
                                    <p:animEffect transition="in" filter="wipe(right)">
                                      <p:cBhvr>
                                        <p:cTn id="25" dur="500"/>
                                        <p:tgtEl>
                                          <p:spTgt spid="120"/>
                                        </p:tgtEl>
                                      </p:cBhvr>
                                    </p:animEffect>
                                  </p:childTnLst>
                                </p:cTn>
                              </p:par>
                            </p:childTnLst>
                          </p:cTn>
                        </p:par>
                      </p:childTnLst>
                    </p:cTn>
                  </p:par>
                  <p:par>
                    <p:cTn id="26" fill="hold">
                      <p:stCondLst>
                        <p:cond delay="indefinite"/>
                      </p:stCondLst>
                      <p:childTnLst>
                        <p:par>
                          <p:cTn id="27" fill="hold">
                            <p:stCondLst>
                              <p:cond delay="0"/>
                            </p:stCondLst>
                            <p:childTnLst>
                              <p:par>
                                <p:cTn id="28" presetID="53" presetClass="entr" presetSubtype="16" fill="hold" grpId="0" nodeType="clickEffect">
                                  <p:stCondLst>
                                    <p:cond delay="0"/>
                                  </p:stCondLst>
                                  <p:childTnLst>
                                    <p:set>
                                      <p:cBhvr>
                                        <p:cTn id="29" dur="1" fill="hold">
                                          <p:stCondLst>
                                            <p:cond delay="0"/>
                                          </p:stCondLst>
                                        </p:cTn>
                                        <p:tgtEl>
                                          <p:spTgt spid="125"/>
                                        </p:tgtEl>
                                        <p:attrNameLst>
                                          <p:attrName>style.visibility</p:attrName>
                                        </p:attrNameLst>
                                      </p:cBhvr>
                                      <p:to>
                                        <p:strVal val="visible"/>
                                      </p:to>
                                    </p:set>
                                    <p:anim calcmode="lin" valueType="num">
                                      <p:cBhvr>
                                        <p:cTn id="30" dur="500" fill="hold"/>
                                        <p:tgtEl>
                                          <p:spTgt spid="125"/>
                                        </p:tgtEl>
                                        <p:attrNameLst>
                                          <p:attrName>ppt_w</p:attrName>
                                        </p:attrNameLst>
                                      </p:cBhvr>
                                      <p:tavLst>
                                        <p:tav tm="0">
                                          <p:val>
                                            <p:fltVal val="0"/>
                                          </p:val>
                                        </p:tav>
                                        <p:tav tm="100000">
                                          <p:val>
                                            <p:strVal val="#ppt_w"/>
                                          </p:val>
                                        </p:tav>
                                      </p:tavLst>
                                    </p:anim>
                                    <p:anim calcmode="lin" valueType="num">
                                      <p:cBhvr>
                                        <p:cTn id="31" dur="500" fill="hold"/>
                                        <p:tgtEl>
                                          <p:spTgt spid="125"/>
                                        </p:tgtEl>
                                        <p:attrNameLst>
                                          <p:attrName>ppt_h</p:attrName>
                                        </p:attrNameLst>
                                      </p:cBhvr>
                                      <p:tavLst>
                                        <p:tav tm="0">
                                          <p:val>
                                            <p:fltVal val="0"/>
                                          </p:val>
                                        </p:tav>
                                        <p:tav tm="100000">
                                          <p:val>
                                            <p:strVal val="#ppt_h"/>
                                          </p:val>
                                        </p:tav>
                                      </p:tavLst>
                                    </p:anim>
                                    <p:animEffect transition="in" filter="fade">
                                      <p:cBhvr>
                                        <p:cTn id="32" dur="500"/>
                                        <p:tgtEl>
                                          <p:spTgt spid="125"/>
                                        </p:tgtEl>
                                      </p:cBhvr>
                                    </p:animEffect>
                                  </p:childTnLst>
                                </p:cTn>
                              </p:par>
                            </p:childTnLst>
                          </p:cTn>
                        </p:par>
                      </p:childTnLst>
                    </p:cTn>
                  </p:par>
                  <p:par>
                    <p:cTn id="33" fill="hold">
                      <p:stCondLst>
                        <p:cond delay="indefinite"/>
                      </p:stCondLst>
                      <p:childTnLst>
                        <p:par>
                          <p:cTn id="34" fill="hold">
                            <p:stCondLst>
                              <p:cond delay="0"/>
                            </p:stCondLst>
                            <p:childTnLst>
                              <p:par>
                                <p:cTn id="35" presetID="53" presetClass="entr" presetSubtype="16" fill="hold" grpId="0" nodeType="clickEffect">
                                  <p:stCondLst>
                                    <p:cond delay="0"/>
                                  </p:stCondLst>
                                  <p:childTnLst>
                                    <p:set>
                                      <p:cBhvr>
                                        <p:cTn id="36" dur="1" fill="hold">
                                          <p:stCondLst>
                                            <p:cond delay="0"/>
                                          </p:stCondLst>
                                        </p:cTn>
                                        <p:tgtEl>
                                          <p:spTgt spid="126"/>
                                        </p:tgtEl>
                                        <p:attrNameLst>
                                          <p:attrName>style.visibility</p:attrName>
                                        </p:attrNameLst>
                                      </p:cBhvr>
                                      <p:to>
                                        <p:strVal val="visible"/>
                                      </p:to>
                                    </p:set>
                                    <p:anim calcmode="lin" valueType="num">
                                      <p:cBhvr>
                                        <p:cTn id="37" dur="500" fill="hold"/>
                                        <p:tgtEl>
                                          <p:spTgt spid="126"/>
                                        </p:tgtEl>
                                        <p:attrNameLst>
                                          <p:attrName>ppt_w</p:attrName>
                                        </p:attrNameLst>
                                      </p:cBhvr>
                                      <p:tavLst>
                                        <p:tav tm="0">
                                          <p:val>
                                            <p:fltVal val="0"/>
                                          </p:val>
                                        </p:tav>
                                        <p:tav tm="100000">
                                          <p:val>
                                            <p:strVal val="#ppt_w"/>
                                          </p:val>
                                        </p:tav>
                                      </p:tavLst>
                                    </p:anim>
                                    <p:anim calcmode="lin" valueType="num">
                                      <p:cBhvr>
                                        <p:cTn id="38" dur="500" fill="hold"/>
                                        <p:tgtEl>
                                          <p:spTgt spid="126"/>
                                        </p:tgtEl>
                                        <p:attrNameLst>
                                          <p:attrName>ppt_h</p:attrName>
                                        </p:attrNameLst>
                                      </p:cBhvr>
                                      <p:tavLst>
                                        <p:tav tm="0">
                                          <p:val>
                                            <p:fltVal val="0"/>
                                          </p:val>
                                        </p:tav>
                                        <p:tav tm="100000">
                                          <p:val>
                                            <p:strVal val="#ppt_h"/>
                                          </p:val>
                                        </p:tav>
                                      </p:tavLst>
                                    </p:anim>
                                    <p:animEffect transition="in" filter="fade">
                                      <p:cBhvr>
                                        <p:cTn id="39" dur="500"/>
                                        <p:tgtEl>
                                          <p:spTgt spid="126"/>
                                        </p:tgtEl>
                                      </p:cBhvr>
                                    </p:animEffect>
                                  </p:childTnLst>
                                </p:cTn>
                              </p:par>
                            </p:childTnLst>
                          </p:cTn>
                        </p:par>
                      </p:childTnLst>
                    </p:cTn>
                  </p:par>
                  <p:par>
                    <p:cTn id="40" fill="hold">
                      <p:stCondLst>
                        <p:cond delay="indefinite"/>
                      </p:stCondLst>
                      <p:childTnLst>
                        <p:par>
                          <p:cTn id="41" fill="hold">
                            <p:stCondLst>
                              <p:cond delay="0"/>
                            </p:stCondLst>
                            <p:childTnLst>
                              <p:par>
                                <p:cTn id="42" presetID="53" presetClass="entr" presetSubtype="16" fill="hold" grpId="0" nodeType="clickEffect">
                                  <p:stCondLst>
                                    <p:cond delay="0"/>
                                  </p:stCondLst>
                                  <p:childTnLst>
                                    <p:set>
                                      <p:cBhvr>
                                        <p:cTn id="43" dur="1" fill="hold">
                                          <p:stCondLst>
                                            <p:cond delay="0"/>
                                          </p:stCondLst>
                                        </p:cTn>
                                        <p:tgtEl>
                                          <p:spTgt spid="124"/>
                                        </p:tgtEl>
                                        <p:attrNameLst>
                                          <p:attrName>style.visibility</p:attrName>
                                        </p:attrNameLst>
                                      </p:cBhvr>
                                      <p:to>
                                        <p:strVal val="visible"/>
                                      </p:to>
                                    </p:set>
                                    <p:anim calcmode="lin" valueType="num">
                                      <p:cBhvr>
                                        <p:cTn id="44" dur="500" fill="hold"/>
                                        <p:tgtEl>
                                          <p:spTgt spid="124"/>
                                        </p:tgtEl>
                                        <p:attrNameLst>
                                          <p:attrName>ppt_w</p:attrName>
                                        </p:attrNameLst>
                                      </p:cBhvr>
                                      <p:tavLst>
                                        <p:tav tm="0">
                                          <p:val>
                                            <p:fltVal val="0"/>
                                          </p:val>
                                        </p:tav>
                                        <p:tav tm="100000">
                                          <p:val>
                                            <p:strVal val="#ppt_w"/>
                                          </p:val>
                                        </p:tav>
                                      </p:tavLst>
                                    </p:anim>
                                    <p:anim calcmode="lin" valueType="num">
                                      <p:cBhvr>
                                        <p:cTn id="45" dur="500" fill="hold"/>
                                        <p:tgtEl>
                                          <p:spTgt spid="124"/>
                                        </p:tgtEl>
                                        <p:attrNameLst>
                                          <p:attrName>ppt_h</p:attrName>
                                        </p:attrNameLst>
                                      </p:cBhvr>
                                      <p:tavLst>
                                        <p:tav tm="0">
                                          <p:val>
                                            <p:fltVal val="0"/>
                                          </p:val>
                                        </p:tav>
                                        <p:tav tm="100000">
                                          <p:val>
                                            <p:strVal val="#ppt_h"/>
                                          </p:val>
                                        </p:tav>
                                      </p:tavLst>
                                    </p:anim>
                                    <p:animEffect transition="in" filter="fade">
                                      <p:cBhvr>
                                        <p:cTn id="46" dur="500"/>
                                        <p:tgtEl>
                                          <p:spTgt spid="124"/>
                                        </p:tgtEl>
                                      </p:cBhvr>
                                    </p:animEffect>
                                  </p:childTnLst>
                                </p:cTn>
                              </p:par>
                            </p:childTnLst>
                          </p:cTn>
                        </p:par>
                      </p:childTnLst>
                    </p:cTn>
                  </p:par>
                  <p:par>
                    <p:cTn id="47" fill="hold">
                      <p:stCondLst>
                        <p:cond delay="indefinite"/>
                      </p:stCondLst>
                      <p:childTnLst>
                        <p:par>
                          <p:cTn id="48" fill="hold">
                            <p:stCondLst>
                              <p:cond delay="0"/>
                            </p:stCondLst>
                            <p:childTnLst>
                              <p:par>
                                <p:cTn id="49" presetID="22" presetClass="entr" presetSubtype="4" fill="hold" nodeType="clickEffect">
                                  <p:stCondLst>
                                    <p:cond delay="0"/>
                                  </p:stCondLst>
                                  <p:childTnLst>
                                    <p:set>
                                      <p:cBhvr>
                                        <p:cTn id="50" dur="1" fill="hold">
                                          <p:stCondLst>
                                            <p:cond delay="0"/>
                                          </p:stCondLst>
                                        </p:cTn>
                                        <p:tgtEl>
                                          <p:spTgt spid="129"/>
                                        </p:tgtEl>
                                        <p:attrNameLst>
                                          <p:attrName>style.visibility</p:attrName>
                                        </p:attrNameLst>
                                      </p:cBhvr>
                                      <p:to>
                                        <p:strVal val="visible"/>
                                      </p:to>
                                    </p:set>
                                    <p:animEffect transition="in" filter="wipe(down)">
                                      <p:cBhvr>
                                        <p:cTn id="51" dur="500"/>
                                        <p:tgtEl>
                                          <p:spTgt spid="129"/>
                                        </p:tgtEl>
                                      </p:cBhvr>
                                    </p:animEffect>
                                  </p:childTnLst>
                                </p:cTn>
                              </p:par>
                            </p:childTnLst>
                          </p:cTn>
                        </p:par>
                        <p:par>
                          <p:cTn id="52" fill="hold">
                            <p:stCondLst>
                              <p:cond delay="500"/>
                            </p:stCondLst>
                            <p:childTnLst>
                              <p:par>
                                <p:cTn id="53" presetID="53" presetClass="entr" presetSubtype="16" fill="hold" grpId="0" nodeType="afterEffect">
                                  <p:stCondLst>
                                    <p:cond delay="0"/>
                                  </p:stCondLst>
                                  <p:childTnLst>
                                    <p:set>
                                      <p:cBhvr>
                                        <p:cTn id="54" dur="1" fill="hold">
                                          <p:stCondLst>
                                            <p:cond delay="0"/>
                                          </p:stCondLst>
                                        </p:cTn>
                                        <p:tgtEl>
                                          <p:spTgt spid="127"/>
                                        </p:tgtEl>
                                        <p:attrNameLst>
                                          <p:attrName>style.visibility</p:attrName>
                                        </p:attrNameLst>
                                      </p:cBhvr>
                                      <p:to>
                                        <p:strVal val="visible"/>
                                      </p:to>
                                    </p:set>
                                    <p:anim calcmode="lin" valueType="num">
                                      <p:cBhvr>
                                        <p:cTn id="55" dur="500" fill="hold"/>
                                        <p:tgtEl>
                                          <p:spTgt spid="127"/>
                                        </p:tgtEl>
                                        <p:attrNameLst>
                                          <p:attrName>ppt_w</p:attrName>
                                        </p:attrNameLst>
                                      </p:cBhvr>
                                      <p:tavLst>
                                        <p:tav tm="0">
                                          <p:val>
                                            <p:fltVal val="0"/>
                                          </p:val>
                                        </p:tav>
                                        <p:tav tm="100000">
                                          <p:val>
                                            <p:strVal val="#ppt_w"/>
                                          </p:val>
                                        </p:tav>
                                      </p:tavLst>
                                    </p:anim>
                                    <p:anim calcmode="lin" valueType="num">
                                      <p:cBhvr>
                                        <p:cTn id="56" dur="500" fill="hold"/>
                                        <p:tgtEl>
                                          <p:spTgt spid="127"/>
                                        </p:tgtEl>
                                        <p:attrNameLst>
                                          <p:attrName>ppt_h</p:attrName>
                                        </p:attrNameLst>
                                      </p:cBhvr>
                                      <p:tavLst>
                                        <p:tav tm="0">
                                          <p:val>
                                            <p:fltVal val="0"/>
                                          </p:val>
                                        </p:tav>
                                        <p:tav tm="100000">
                                          <p:val>
                                            <p:strVal val="#ppt_h"/>
                                          </p:val>
                                        </p:tav>
                                      </p:tavLst>
                                    </p:anim>
                                    <p:animEffect transition="in" filter="fade">
                                      <p:cBhvr>
                                        <p:cTn id="57" dur="500"/>
                                        <p:tgtEl>
                                          <p:spTgt spid="127"/>
                                        </p:tgtEl>
                                      </p:cBhvr>
                                    </p:animEffect>
                                  </p:childTnLst>
                                </p:cTn>
                              </p:par>
                            </p:childTnLst>
                          </p:cTn>
                        </p:par>
                      </p:childTnLst>
                    </p:cTn>
                  </p:par>
                  <p:par>
                    <p:cTn id="58" fill="hold">
                      <p:stCondLst>
                        <p:cond delay="indefinite"/>
                      </p:stCondLst>
                      <p:childTnLst>
                        <p:par>
                          <p:cTn id="59" fill="hold">
                            <p:stCondLst>
                              <p:cond delay="0"/>
                            </p:stCondLst>
                            <p:childTnLst>
                              <p:par>
                                <p:cTn id="60" presetID="22" presetClass="entr" presetSubtype="4" fill="hold" nodeType="clickEffect">
                                  <p:stCondLst>
                                    <p:cond delay="0"/>
                                  </p:stCondLst>
                                  <p:childTnLst>
                                    <p:set>
                                      <p:cBhvr>
                                        <p:cTn id="61" dur="1" fill="hold">
                                          <p:stCondLst>
                                            <p:cond delay="0"/>
                                          </p:stCondLst>
                                        </p:cTn>
                                        <p:tgtEl>
                                          <p:spTgt spid="130"/>
                                        </p:tgtEl>
                                        <p:attrNameLst>
                                          <p:attrName>style.visibility</p:attrName>
                                        </p:attrNameLst>
                                      </p:cBhvr>
                                      <p:to>
                                        <p:strVal val="visible"/>
                                      </p:to>
                                    </p:set>
                                    <p:animEffect transition="in" filter="wipe(down)">
                                      <p:cBhvr>
                                        <p:cTn id="62" dur="500"/>
                                        <p:tgtEl>
                                          <p:spTgt spid="130"/>
                                        </p:tgtEl>
                                      </p:cBhvr>
                                    </p:animEffect>
                                  </p:childTnLst>
                                </p:cTn>
                              </p:par>
                            </p:childTnLst>
                          </p:cTn>
                        </p:par>
                        <p:par>
                          <p:cTn id="63" fill="hold">
                            <p:stCondLst>
                              <p:cond delay="500"/>
                            </p:stCondLst>
                            <p:childTnLst>
                              <p:par>
                                <p:cTn id="64" presetID="53" presetClass="entr" presetSubtype="16" fill="hold" grpId="0" nodeType="afterEffect">
                                  <p:stCondLst>
                                    <p:cond delay="0"/>
                                  </p:stCondLst>
                                  <p:childTnLst>
                                    <p:set>
                                      <p:cBhvr>
                                        <p:cTn id="65" dur="1" fill="hold">
                                          <p:stCondLst>
                                            <p:cond delay="0"/>
                                          </p:stCondLst>
                                        </p:cTn>
                                        <p:tgtEl>
                                          <p:spTgt spid="128"/>
                                        </p:tgtEl>
                                        <p:attrNameLst>
                                          <p:attrName>style.visibility</p:attrName>
                                        </p:attrNameLst>
                                      </p:cBhvr>
                                      <p:to>
                                        <p:strVal val="visible"/>
                                      </p:to>
                                    </p:set>
                                    <p:anim calcmode="lin" valueType="num">
                                      <p:cBhvr>
                                        <p:cTn id="66" dur="500" fill="hold"/>
                                        <p:tgtEl>
                                          <p:spTgt spid="128"/>
                                        </p:tgtEl>
                                        <p:attrNameLst>
                                          <p:attrName>ppt_w</p:attrName>
                                        </p:attrNameLst>
                                      </p:cBhvr>
                                      <p:tavLst>
                                        <p:tav tm="0">
                                          <p:val>
                                            <p:fltVal val="0"/>
                                          </p:val>
                                        </p:tav>
                                        <p:tav tm="100000">
                                          <p:val>
                                            <p:strVal val="#ppt_w"/>
                                          </p:val>
                                        </p:tav>
                                      </p:tavLst>
                                    </p:anim>
                                    <p:anim calcmode="lin" valueType="num">
                                      <p:cBhvr>
                                        <p:cTn id="67" dur="500" fill="hold"/>
                                        <p:tgtEl>
                                          <p:spTgt spid="128"/>
                                        </p:tgtEl>
                                        <p:attrNameLst>
                                          <p:attrName>ppt_h</p:attrName>
                                        </p:attrNameLst>
                                      </p:cBhvr>
                                      <p:tavLst>
                                        <p:tav tm="0">
                                          <p:val>
                                            <p:fltVal val="0"/>
                                          </p:val>
                                        </p:tav>
                                        <p:tav tm="100000">
                                          <p:val>
                                            <p:strVal val="#ppt_h"/>
                                          </p:val>
                                        </p:tav>
                                      </p:tavLst>
                                    </p:anim>
                                    <p:animEffect transition="in" filter="fade">
                                      <p:cBhvr>
                                        <p:cTn id="68" dur="500"/>
                                        <p:tgtEl>
                                          <p:spTgt spid="128"/>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23" grpId="0"/>
      <p:bldP spid="124" grpId="0"/>
      <p:bldP spid="125" grpId="0"/>
      <p:bldP spid="126" grpId="0"/>
      <p:bldP spid="127" grpId="0"/>
      <p:bldP spid="128" grpId="0"/>
    </p:bldLst>
  </p:timing>
</p:sld>
</file>

<file path=ppt/slides/slide39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92" name="组合 91">
            <a:extLst>
              <a:ext uri="{FF2B5EF4-FFF2-40B4-BE49-F238E27FC236}">
                <a16:creationId xmlns:a16="http://schemas.microsoft.com/office/drawing/2014/main" id="{A1C8136A-131F-45AA-A8F4-09AE5898289E}"/>
              </a:ext>
            </a:extLst>
          </p:cNvPr>
          <p:cNvGrpSpPr/>
          <p:nvPr/>
        </p:nvGrpSpPr>
        <p:grpSpPr>
          <a:xfrm rot="5400000">
            <a:off x="1554142" y="5176395"/>
            <a:ext cx="880755" cy="400110"/>
            <a:chOff x="8934712" y="5275029"/>
            <a:chExt cx="880755" cy="400110"/>
          </a:xfrm>
        </p:grpSpPr>
        <p:sp>
          <p:nvSpPr>
            <p:cNvPr id="93" name="标注: 右箭头 92">
              <a:extLst>
                <a:ext uri="{FF2B5EF4-FFF2-40B4-BE49-F238E27FC236}">
                  <a16:creationId xmlns:a16="http://schemas.microsoft.com/office/drawing/2014/main" id="{D9969319-883C-4C2D-AE16-F9B4584B0ECA}"/>
                </a:ext>
              </a:extLst>
            </p:cNvPr>
            <p:cNvSpPr/>
            <p:nvPr/>
          </p:nvSpPr>
          <p:spPr>
            <a:xfrm rot="10800000">
              <a:off x="8934712" y="5323587"/>
              <a:ext cx="762000" cy="302993"/>
            </a:xfrm>
            <a:prstGeom prst="rightArrowCallout">
              <a:avLst>
                <a:gd name="adj1" fmla="val 25000"/>
                <a:gd name="adj2" fmla="val 25000"/>
                <a:gd name="adj3" fmla="val 25000"/>
                <a:gd name="adj4" fmla="val 85980"/>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sz="2000" b="1" dirty="0">
                <a:solidFill>
                  <a:schemeClr val="tx1"/>
                </a:solidFill>
              </a:endParaRPr>
            </a:p>
          </p:txBody>
        </p:sp>
        <p:sp>
          <p:nvSpPr>
            <p:cNvPr id="94" name="文本框 93">
              <a:extLst>
                <a:ext uri="{FF2B5EF4-FFF2-40B4-BE49-F238E27FC236}">
                  <a16:creationId xmlns:a16="http://schemas.microsoft.com/office/drawing/2014/main" id="{51AD14B3-74C2-468E-80E3-73F264173ABD}"/>
                </a:ext>
              </a:extLst>
            </p:cNvPr>
            <p:cNvSpPr txBox="1"/>
            <p:nvPr/>
          </p:nvSpPr>
          <p:spPr>
            <a:xfrm>
              <a:off x="8953226" y="5275029"/>
              <a:ext cx="862241" cy="400110"/>
            </a:xfrm>
            <a:prstGeom prst="rect">
              <a:avLst/>
            </a:prstGeom>
            <a:noFill/>
          </p:spPr>
          <p:txBody>
            <a:bodyPr wrap="square">
              <a:spAutoFit/>
            </a:bodyPr>
            <a:lstStyle/>
            <a:p>
              <a:pPr algn="ctr"/>
              <a:r>
                <a:rPr lang="en-US" altLang="zh-CN" sz="2000" b="1" dirty="0">
                  <a:solidFill>
                    <a:schemeClr val="tx1"/>
                  </a:solidFill>
                </a:rPr>
                <a:t>A</a:t>
              </a:r>
              <a:r>
                <a:rPr lang="en-US" altLang="zh-CN" sz="2000" b="1" dirty="0">
                  <a:solidFill>
                    <a:schemeClr val="tx1"/>
                  </a:solidFill>
                  <a:latin typeface="+mn-ea"/>
                </a:rPr>
                <a:t>←</a:t>
              </a:r>
              <a:r>
                <a:rPr lang="en-US" altLang="zh-CN" sz="2000" b="1" dirty="0">
                  <a:solidFill>
                    <a:schemeClr val="tx1"/>
                  </a:solidFill>
                </a:rPr>
                <a:t>C</a:t>
              </a:r>
              <a:endParaRPr lang="zh-CN" altLang="en-US" sz="2000" b="1" dirty="0">
                <a:solidFill>
                  <a:schemeClr val="tx1"/>
                </a:solidFill>
              </a:endParaRPr>
            </a:p>
          </p:txBody>
        </p:sp>
      </p:grpSp>
      <p:grpSp>
        <p:nvGrpSpPr>
          <p:cNvPr id="101" name="组合 100">
            <a:extLst>
              <a:ext uri="{FF2B5EF4-FFF2-40B4-BE49-F238E27FC236}">
                <a16:creationId xmlns:a16="http://schemas.microsoft.com/office/drawing/2014/main" id="{54EE99B1-96C3-445A-AC66-7092DCDB6CC5}"/>
              </a:ext>
            </a:extLst>
          </p:cNvPr>
          <p:cNvGrpSpPr/>
          <p:nvPr/>
        </p:nvGrpSpPr>
        <p:grpSpPr>
          <a:xfrm>
            <a:off x="1093595" y="4260982"/>
            <a:ext cx="880755" cy="400110"/>
            <a:chOff x="8934712" y="5275029"/>
            <a:chExt cx="880755" cy="400110"/>
          </a:xfrm>
        </p:grpSpPr>
        <p:sp>
          <p:nvSpPr>
            <p:cNvPr id="102" name="标注: 右箭头 101">
              <a:extLst>
                <a:ext uri="{FF2B5EF4-FFF2-40B4-BE49-F238E27FC236}">
                  <a16:creationId xmlns:a16="http://schemas.microsoft.com/office/drawing/2014/main" id="{CE17FFAE-E31D-48FB-BC06-FD359904ED14}"/>
                </a:ext>
              </a:extLst>
            </p:cNvPr>
            <p:cNvSpPr/>
            <p:nvPr/>
          </p:nvSpPr>
          <p:spPr>
            <a:xfrm rot="10800000">
              <a:off x="8934712" y="5323587"/>
              <a:ext cx="762000" cy="302993"/>
            </a:xfrm>
            <a:prstGeom prst="rightArrowCallout">
              <a:avLst>
                <a:gd name="adj1" fmla="val 25000"/>
                <a:gd name="adj2" fmla="val 25000"/>
                <a:gd name="adj3" fmla="val 25000"/>
                <a:gd name="adj4" fmla="val 85980"/>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sz="2000" b="1" dirty="0">
                <a:solidFill>
                  <a:schemeClr val="tx1"/>
                </a:solidFill>
              </a:endParaRPr>
            </a:p>
          </p:txBody>
        </p:sp>
        <p:sp>
          <p:nvSpPr>
            <p:cNvPr id="103" name="文本框 102">
              <a:extLst>
                <a:ext uri="{FF2B5EF4-FFF2-40B4-BE49-F238E27FC236}">
                  <a16:creationId xmlns:a16="http://schemas.microsoft.com/office/drawing/2014/main" id="{CED3AAB8-2694-4887-9334-52B80030E4E3}"/>
                </a:ext>
              </a:extLst>
            </p:cNvPr>
            <p:cNvSpPr txBox="1"/>
            <p:nvPr/>
          </p:nvSpPr>
          <p:spPr>
            <a:xfrm>
              <a:off x="8953226" y="5275029"/>
              <a:ext cx="862241" cy="400110"/>
            </a:xfrm>
            <a:prstGeom prst="rect">
              <a:avLst/>
            </a:prstGeom>
            <a:noFill/>
          </p:spPr>
          <p:txBody>
            <a:bodyPr wrap="square">
              <a:spAutoFit/>
            </a:bodyPr>
            <a:lstStyle/>
            <a:p>
              <a:pPr algn="ctr"/>
              <a:r>
                <a:rPr lang="en-US" altLang="zh-CN" sz="2000" b="1" dirty="0">
                  <a:solidFill>
                    <a:schemeClr val="tx1"/>
                  </a:solidFill>
                </a:rPr>
                <a:t>A</a:t>
              </a:r>
              <a:r>
                <a:rPr lang="en-US" altLang="zh-CN" sz="2000" b="1" dirty="0">
                  <a:solidFill>
                    <a:schemeClr val="tx1"/>
                  </a:solidFill>
                  <a:latin typeface="+mn-ea"/>
                </a:rPr>
                <a:t>←</a:t>
              </a:r>
              <a:r>
                <a:rPr lang="en-US" altLang="zh-CN" sz="2000" b="1" dirty="0">
                  <a:solidFill>
                    <a:schemeClr val="tx1"/>
                  </a:solidFill>
                </a:rPr>
                <a:t>C</a:t>
              </a:r>
              <a:endParaRPr lang="zh-CN" altLang="en-US" sz="2000" b="1" dirty="0">
                <a:solidFill>
                  <a:schemeClr val="tx1"/>
                </a:solidFill>
              </a:endParaRPr>
            </a:p>
          </p:txBody>
        </p:sp>
      </p:grpSp>
      <p:grpSp>
        <p:nvGrpSpPr>
          <p:cNvPr id="104" name="组合 103">
            <a:extLst>
              <a:ext uri="{FF2B5EF4-FFF2-40B4-BE49-F238E27FC236}">
                <a16:creationId xmlns:a16="http://schemas.microsoft.com/office/drawing/2014/main" id="{2148AA83-65A7-470F-BF14-7EFDF5DA9121}"/>
              </a:ext>
            </a:extLst>
          </p:cNvPr>
          <p:cNvGrpSpPr/>
          <p:nvPr/>
        </p:nvGrpSpPr>
        <p:grpSpPr>
          <a:xfrm rot="5400000">
            <a:off x="1561878" y="3749809"/>
            <a:ext cx="880755" cy="400110"/>
            <a:chOff x="8934712" y="5275029"/>
            <a:chExt cx="880755" cy="400110"/>
          </a:xfrm>
        </p:grpSpPr>
        <p:sp>
          <p:nvSpPr>
            <p:cNvPr id="105" name="标注: 右箭头 104">
              <a:extLst>
                <a:ext uri="{FF2B5EF4-FFF2-40B4-BE49-F238E27FC236}">
                  <a16:creationId xmlns:a16="http://schemas.microsoft.com/office/drawing/2014/main" id="{33FE735D-7059-4DF4-ADD4-3C1261F06331}"/>
                </a:ext>
              </a:extLst>
            </p:cNvPr>
            <p:cNvSpPr/>
            <p:nvPr/>
          </p:nvSpPr>
          <p:spPr>
            <a:xfrm rot="10800000">
              <a:off x="8934712" y="5323587"/>
              <a:ext cx="762000" cy="302993"/>
            </a:xfrm>
            <a:prstGeom prst="rightArrowCallout">
              <a:avLst>
                <a:gd name="adj1" fmla="val 25000"/>
                <a:gd name="adj2" fmla="val 25000"/>
                <a:gd name="adj3" fmla="val 25000"/>
                <a:gd name="adj4" fmla="val 85980"/>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sz="2000" b="1" dirty="0">
                <a:solidFill>
                  <a:schemeClr val="tx1"/>
                </a:solidFill>
              </a:endParaRPr>
            </a:p>
          </p:txBody>
        </p:sp>
        <p:sp>
          <p:nvSpPr>
            <p:cNvPr id="111" name="文本框 110">
              <a:extLst>
                <a:ext uri="{FF2B5EF4-FFF2-40B4-BE49-F238E27FC236}">
                  <a16:creationId xmlns:a16="http://schemas.microsoft.com/office/drawing/2014/main" id="{1A39EB77-9864-49C9-878F-7E723A84B693}"/>
                </a:ext>
              </a:extLst>
            </p:cNvPr>
            <p:cNvSpPr txBox="1"/>
            <p:nvPr/>
          </p:nvSpPr>
          <p:spPr>
            <a:xfrm>
              <a:off x="8953226" y="5275029"/>
              <a:ext cx="862241" cy="400110"/>
            </a:xfrm>
            <a:prstGeom prst="rect">
              <a:avLst/>
            </a:prstGeom>
            <a:noFill/>
          </p:spPr>
          <p:txBody>
            <a:bodyPr wrap="square">
              <a:spAutoFit/>
            </a:bodyPr>
            <a:lstStyle/>
            <a:p>
              <a:pPr algn="ctr"/>
              <a:r>
                <a:rPr lang="en-US" altLang="zh-CN" sz="2000" b="1" dirty="0">
                  <a:solidFill>
                    <a:schemeClr val="tx1"/>
                  </a:solidFill>
                </a:rPr>
                <a:t>A</a:t>
              </a:r>
              <a:r>
                <a:rPr lang="en-US" altLang="zh-CN" sz="2000" b="1" dirty="0">
                  <a:solidFill>
                    <a:schemeClr val="tx1"/>
                  </a:solidFill>
                  <a:latin typeface="+mn-ea"/>
                </a:rPr>
                <a:t>←</a:t>
              </a:r>
              <a:r>
                <a:rPr lang="en-US" altLang="zh-CN" sz="2000" b="1" dirty="0">
                  <a:solidFill>
                    <a:schemeClr val="tx1"/>
                  </a:solidFill>
                </a:rPr>
                <a:t>C</a:t>
              </a:r>
              <a:endParaRPr lang="zh-CN" altLang="en-US" sz="2000" b="1" dirty="0">
                <a:solidFill>
                  <a:schemeClr val="tx1"/>
                </a:solidFill>
              </a:endParaRPr>
            </a:p>
          </p:txBody>
        </p:sp>
      </p:grpSp>
      <p:grpSp>
        <p:nvGrpSpPr>
          <p:cNvPr id="120" name="组合 119">
            <a:extLst>
              <a:ext uri="{FF2B5EF4-FFF2-40B4-BE49-F238E27FC236}">
                <a16:creationId xmlns:a16="http://schemas.microsoft.com/office/drawing/2014/main" id="{16C28A88-2E0F-499A-BBD5-11689D8A3110}"/>
              </a:ext>
            </a:extLst>
          </p:cNvPr>
          <p:cNvGrpSpPr/>
          <p:nvPr/>
        </p:nvGrpSpPr>
        <p:grpSpPr>
          <a:xfrm>
            <a:off x="2529332" y="4269824"/>
            <a:ext cx="907293" cy="400110"/>
            <a:chOff x="2985606" y="3222321"/>
            <a:chExt cx="907293" cy="400110"/>
          </a:xfrm>
        </p:grpSpPr>
        <p:sp>
          <p:nvSpPr>
            <p:cNvPr id="121" name="标注: 右箭头 120">
              <a:extLst>
                <a:ext uri="{FF2B5EF4-FFF2-40B4-BE49-F238E27FC236}">
                  <a16:creationId xmlns:a16="http://schemas.microsoft.com/office/drawing/2014/main" id="{65D45006-7448-4153-B37B-DE9A422001FC}"/>
                </a:ext>
              </a:extLst>
            </p:cNvPr>
            <p:cNvSpPr/>
            <p:nvPr/>
          </p:nvSpPr>
          <p:spPr>
            <a:xfrm>
              <a:off x="3108347" y="3268699"/>
              <a:ext cx="762000" cy="302993"/>
            </a:xfrm>
            <a:prstGeom prst="rightArrowCallout">
              <a:avLst>
                <a:gd name="adj1" fmla="val 25000"/>
                <a:gd name="adj2" fmla="val 25000"/>
                <a:gd name="adj3" fmla="val 25000"/>
                <a:gd name="adj4" fmla="val 85980"/>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sz="2000" b="1" dirty="0">
                <a:solidFill>
                  <a:schemeClr val="tx1"/>
                </a:solidFill>
              </a:endParaRPr>
            </a:p>
          </p:txBody>
        </p:sp>
        <p:sp>
          <p:nvSpPr>
            <p:cNvPr id="122" name="文本框 121">
              <a:extLst>
                <a:ext uri="{FF2B5EF4-FFF2-40B4-BE49-F238E27FC236}">
                  <a16:creationId xmlns:a16="http://schemas.microsoft.com/office/drawing/2014/main" id="{206F6F4B-C3AA-4300-A43C-6B264FB2A4CB}"/>
                </a:ext>
              </a:extLst>
            </p:cNvPr>
            <p:cNvSpPr txBox="1"/>
            <p:nvPr/>
          </p:nvSpPr>
          <p:spPr>
            <a:xfrm>
              <a:off x="2985606" y="3222321"/>
              <a:ext cx="907293" cy="400110"/>
            </a:xfrm>
            <a:prstGeom prst="rect">
              <a:avLst/>
            </a:prstGeom>
            <a:noFill/>
          </p:spPr>
          <p:txBody>
            <a:bodyPr wrap="square">
              <a:spAutoFit/>
            </a:bodyPr>
            <a:lstStyle/>
            <a:p>
              <a:pPr algn="ctr"/>
              <a:r>
                <a:rPr lang="en-US" altLang="zh-CN" sz="2000" b="1" dirty="0">
                  <a:solidFill>
                    <a:schemeClr val="tx1"/>
                  </a:solidFill>
                </a:rPr>
                <a:t>C</a:t>
              </a:r>
              <a:r>
                <a:rPr lang="en-US" altLang="zh-CN" sz="2000" b="1" dirty="0">
                  <a:solidFill>
                    <a:schemeClr val="tx1"/>
                  </a:solidFill>
                  <a:latin typeface="+mn-ea"/>
                </a:rPr>
                <a:t>→</a:t>
              </a:r>
              <a:r>
                <a:rPr lang="en-US" altLang="zh-CN" sz="2000" b="1" dirty="0">
                  <a:solidFill>
                    <a:schemeClr val="tx1"/>
                  </a:solidFill>
                </a:rPr>
                <a:t>A</a:t>
              </a:r>
              <a:endParaRPr lang="zh-CN" altLang="en-US" sz="2000" b="1" dirty="0">
                <a:solidFill>
                  <a:schemeClr val="tx1"/>
                </a:solidFill>
              </a:endParaRPr>
            </a:p>
          </p:txBody>
        </p:sp>
      </p:grpSp>
      <p:graphicFrame>
        <p:nvGraphicFramePr>
          <p:cNvPr id="5" name="表格 5">
            <a:extLst>
              <a:ext uri="{FF2B5EF4-FFF2-40B4-BE49-F238E27FC236}">
                <a16:creationId xmlns:a16="http://schemas.microsoft.com/office/drawing/2014/main" id="{DD2D509C-F4B8-4D07-903C-B8DA2C054700}"/>
              </a:ext>
            </a:extLst>
          </p:cNvPr>
          <p:cNvGraphicFramePr>
            <a:graphicFrameLocks noGrp="1"/>
          </p:cNvGraphicFramePr>
          <p:nvPr/>
        </p:nvGraphicFramePr>
        <p:xfrm>
          <a:off x="2952378" y="1600069"/>
          <a:ext cx="1777474" cy="2225040"/>
        </p:xfrm>
        <a:graphic>
          <a:graphicData uri="http://schemas.openxmlformats.org/drawingml/2006/table">
            <a:tbl>
              <a:tblPr firstRow="1" bandRow="1">
                <a:tableStyleId>{5C22544A-7EE6-4342-B048-85BDC9FD1C3A}</a:tableStyleId>
              </a:tblPr>
              <a:tblGrid>
                <a:gridCol w="888737">
                  <a:extLst>
                    <a:ext uri="{9D8B030D-6E8A-4147-A177-3AD203B41FA5}">
                      <a16:colId xmlns:a16="http://schemas.microsoft.com/office/drawing/2014/main" val="4251559465"/>
                    </a:ext>
                  </a:extLst>
                </a:gridCol>
                <a:gridCol w="888737">
                  <a:extLst>
                    <a:ext uri="{9D8B030D-6E8A-4147-A177-3AD203B41FA5}">
                      <a16:colId xmlns:a16="http://schemas.microsoft.com/office/drawing/2014/main" val="2106410938"/>
                    </a:ext>
                  </a:extLst>
                </a:gridCol>
              </a:tblGrid>
              <a:tr h="370840">
                <a:tc gridSpan="2">
                  <a:txBody>
                    <a:bodyPr/>
                    <a:lstStyle/>
                    <a:p>
                      <a:pPr algn="ctr"/>
                      <a:r>
                        <a:rPr lang="zh-CN" altLang="en-US" dirty="0">
                          <a:solidFill>
                            <a:schemeClr val="tx1"/>
                          </a:solidFill>
                        </a:rPr>
                        <a:t>转发表</a:t>
                      </a: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hMerge="1">
                  <a:txBody>
                    <a:bodyPr/>
                    <a:lstStyle/>
                    <a:p>
                      <a:endParaRPr lang="zh-CN" altLang="en-US" dirty="0"/>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extLst>
                  <a:ext uri="{0D108BD9-81ED-4DB2-BD59-A6C34878D82A}">
                    <a16:rowId xmlns:a16="http://schemas.microsoft.com/office/drawing/2014/main" val="1301265837"/>
                  </a:ext>
                </a:extLst>
              </a:tr>
              <a:tr h="370840">
                <a:tc>
                  <a:txBody>
                    <a:bodyPr/>
                    <a:lstStyle/>
                    <a:p>
                      <a:pPr algn="ctr"/>
                      <a:r>
                        <a:rPr lang="zh-CN" altLang="en-US" b="1" dirty="0">
                          <a:solidFill>
                            <a:schemeClr val="tx1"/>
                          </a:solidFill>
                        </a:rPr>
                        <a:t>地址</a:t>
                      </a: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algn="ctr"/>
                      <a:r>
                        <a:rPr lang="zh-CN" altLang="en-US" b="1" dirty="0">
                          <a:solidFill>
                            <a:schemeClr val="tx1"/>
                          </a:solidFill>
                        </a:rPr>
                        <a:t>接口</a:t>
                      </a: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extLst>
                  <a:ext uri="{0D108BD9-81ED-4DB2-BD59-A6C34878D82A}">
                    <a16:rowId xmlns:a16="http://schemas.microsoft.com/office/drawing/2014/main" val="1377858286"/>
                  </a:ext>
                </a:extLst>
              </a:tr>
              <a:tr h="370840">
                <a:tc>
                  <a:txBody>
                    <a:bodyPr/>
                    <a:lstStyle/>
                    <a:p>
                      <a:pPr algn="ctr"/>
                      <a:endParaRPr lang="zh-CN" altLang="en-US">
                        <a:solidFill>
                          <a:schemeClr val="tx1"/>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algn="ctr"/>
                      <a:endParaRPr lang="zh-CN" altLang="en-US">
                        <a:solidFill>
                          <a:schemeClr val="tx1"/>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extLst>
                  <a:ext uri="{0D108BD9-81ED-4DB2-BD59-A6C34878D82A}">
                    <a16:rowId xmlns:a16="http://schemas.microsoft.com/office/drawing/2014/main" val="3650164858"/>
                  </a:ext>
                </a:extLst>
              </a:tr>
              <a:tr h="370840">
                <a:tc>
                  <a:txBody>
                    <a:bodyPr/>
                    <a:lstStyle/>
                    <a:p>
                      <a:pPr algn="ctr"/>
                      <a:endParaRPr lang="zh-CN" altLang="en-US">
                        <a:solidFill>
                          <a:schemeClr val="tx1"/>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algn="ctr"/>
                      <a:endParaRPr lang="zh-CN" altLang="en-US">
                        <a:solidFill>
                          <a:schemeClr val="tx1"/>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extLst>
                  <a:ext uri="{0D108BD9-81ED-4DB2-BD59-A6C34878D82A}">
                    <a16:rowId xmlns:a16="http://schemas.microsoft.com/office/drawing/2014/main" val="3538553397"/>
                  </a:ext>
                </a:extLst>
              </a:tr>
              <a:tr h="370840">
                <a:tc>
                  <a:txBody>
                    <a:bodyPr/>
                    <a:lstStyle/>
                    <a:p>
                      <a:pPr algn="ctr"/>
                      <a:endParaRPr lang="zh-CN" altLang="en-US">
                        <a:solidFill>
                          <a:schemeClr val="tx1"/>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algn="ctr"/>
                      <a:endParaRPr lang="zh-CN" altLang="en-US" dirty="0">
                        <a:solidFill>
                          <a:schemeClr val="tx1"/>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extLst>
                  <a:ext uri="{0D108BD9-81ED-4DB2-BD59-A6C34878D82A}">
                    <a16:rowId xmlns:a16="http://schemas.microsoft.com/office/drawing/2014/main" val="3266492017"/>
                  </a:ext>
                </a:extLst>
              </a:tr>
              <a:tr h="370840">
                <a:tc>
                  <a:txBody>
                    <a:bodyPr/>
                    <a:lstStyle/>
                    <a:p>
                      <a:pPr algn="ctr"/>
                      <a:r>
                        <a:rPr lang="en-US" altLang="zh-CN" dirty="0">
                          <a:solidFill>
                            <a:schemeClr val="tx1"/>
                          </a:solidFill>
                          <a:latin typeface="宋体" panose="02010600030101010101" pitchFamily="2" charset="-122"/>
                          <a:ea typeface="宋体" panose="02010600030101010101" pitchFamily="2" charset="-122"/>
                        </a:rPr>
                        <a:t>…</a:t>
                      </a:r>
                      <a:endParaRPr lang="zh-CN" altLang="en-US" dirty="0">
                        <a:solidFill>
                          <a:schemeClr val="tx1"/>
                        </a:solidFill>
                        <a:latin typeface="宋体" panose="02010600030101010101" pitchFamily="2" charset="-122"/>
                        <a:ea typeface="宋体" panose="02010600030101010101" pitchFamily="2" charset="-122"/>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algn="ctr"/>
                      <a:r>
                        <a:rPr lang="en-US" altLang="zh-CN" dirty="0">
                          <a:solidFill>
                            <a:schemeClr val="tx1"/>
                          </a:solidFill>
                          <a:latin typeface="宋体" panose="02010600030101010101" pitchFamily="2" charset="-122"/>
                          <a:ea typeface="宋体" panose="02010600030101010101" pitchFamily="2" charset="-122"/>
                        </a:rPr>
                        <a:t>…</a:t>
                      </a:r>
                      <a:endParaRPr lang="zh-CN" altLang="en-US" dirty="0">
                        <a:solidFill>
                          <a:schemeClr val="tx1"/>
                        </a:solidFill>
                        <a:latin typeface="宋体" panose="02010600030101010101" pitchFamily="2" charset="-122"/>
                        <a:ea typeface="宋体" panose="02010600030101010101" pitchFamily="2" charset="-122"/>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extLst>
                  <a:ext uri="{0D108BD9-81ED-4DB2-BD59-A6C34878D82A}">
                    <a16:rowId xmlns:a16="http://schemas.microsoft.com/office/drawing/2014/main" val="4041760001"/>
                  </a:ext>
                </a:extLst>
              </a:tr>
            </a:tbl>
          </a:graphicData>
        </a:graphic>
      </p:graphicFrame>
      <p:grpSp>
        <p:nvGrpSpPr>
          <p:cNvPr id="4" name="组合 3">
            <a:extLst>
              <a:ext uri="{FF2B5EF4-FFF2-40B4-BE49-F238E27FC236}">
                <a16:creationId xmlns:a16="http://schemas.microsoft.com/office/drawing/2014/main" id="{9A1EA9F2-FCB6-48C3-935F-7AE7E3AD14AC}"/>
              </a:ext>
            </a:extLst>
          </p:cNvPr>
          <p:cNvGrpSpPr/>
          <p:nvPr/>
        </p:nvGrpSpPr>
        <p:grpSpPr>
          <a:xfrm>
            <a:off x="304800" y="749300"/>
            <a:ext cx="6192344" cy="400110"/>
            <a:chOff x="424117" y="898245"/>
            <a:chExt cx="6192344" cy="400110"/>
          </a:xfrm>
        </p:grpSpPr>
        <p:sp>
          <p:nvSpPr>
            <p:cNvPr id="2" name="平行四边形 1">
              <a:extLst>
                <a:ext uri="{FF2B5EF4-FFF2-40B4-BE49-F238E27FC236}">
                  <a16:creationId xmlns:a16="http://schemas.microsoft.com/office/drawing/2014/main" id="{1F5BAA3F-9845-4F89-A2DD-8222D3E4EDAC}"/>
                </a:ext>
              </a:extLst>
            </p:cNvPr>
            <p:cNvSpPr/>
            <p:nvPr/>
          </p:nvSpPr>
          <p:spPr>
            <a:xfrm>
              <a:off x="424117" y="898245"/>
              <a:ext cx="628306" cy="387090"/>
            </a:xfrm>
            <a:prstGeom prst="parallelogram">
              <a:avLst/>
            </a:prstGeom>
            <a:solidFill>
              <a:schemeClr val="accent3">
                <a:lumMod val="75000"/>
              </a:schemeClr>
            </a:solidFill>
            <a:ln>
              <a:solidFill>
                <a:schemeClr val="accent3">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CN" sz="2200" dirty="0">
                  <a:latin typeface="Impact" panose="020B0806030902050204" pitchFamily="34" charset="0"/>
                </a:rPr>
                <a:t>01</a:t>
              </a:r>
              <a:endParaRPr lang="zh-CN" altLang="en-US" sz="2200" dirty="0">
                <a:latin typeface="Impact" panose="020B0806030902050204" pitchFamily="34" charset="0"/>
              </a:endParaRPr>
            </a:p>
          </p:txBody>
        </p:sp>
        <p:sp>
          <p:nvSpPr>
            <p:cNvPr id="3" name="文本框 2">
              <a:extLst>
                <a:ext uri="{FF2B5EF4-FFF2-40B4-BE49-F238E27FC236}">
                  <a16:creationId xmlns:a16="http://schemas.microsoft.com/office/drawing/2014/main" id="{4D6BD736-A4D3-4F26-AFED-36E11F50F70B}"/>
                </a:ext>
              </a:extLst>
            </p:cNvPr>
            <p:cNvSpPr txBox="1"/>
            <p:nvPr/>
          </p:nvSpPr>
          <p:spPr>
            <a:xfrm>
              <a:off x="1052423" y="898245"/>
              <a:ext cx="5564038" cy="400110"/>
            </a:xfrm>
            <a:prstGeom prst="rect">
              <a:avLst/>
            </a:prstGeom>
            <a:noFill/>
          </p:spPr>
          <p:txBody>
            <a:bodyPr wrap="square" rtlCol="0">
              <a:spAutoFit/>
            </a:bodyPr>
            <a:lstStyle/>
            <a:p>
              <a:r>
                <a:rPr lang="zh-CN" altLang="en-US" sz="2000" b="1" dirty="0">
                  <a:solidFill>
                    <a:schemeClr val="tx1"/>
                  </a:solidFill>
                  <a:latin typeface="Arial Narrow" panose="020B0606020202030204" pitchFamily="34" charset="0"/>
                </a:rPr>
                <a:t>透明网桥的自学习和转发帧的流程</a:t>
              </a:r>
              <a:endParaRPr lang="en-US" altLang="zh-CN" sz="2000" b="1" dirty="0">
                <a:solidFill>
                  <a:schemeClr val="tx1"/>
                </a:solidFill>
                <a:latin typeface="Arial Narrow" panose="020B0606020202030204" pitchFamily="34" charset="0"/>
              </a:endParaRPr>
            </a:p>
          </p:txBody>
        </p:sp>
      </p:grpSp>
      <p:grpSp>
        <p:nvGrpSpPr>
          <p:cNvPr id="6" name="组合 5">
            <a:extLst>
              <a:ext uri="{FF2B5EF4-FFF2-40B4-BE49-F238E27FC236}">
                <a16:creationId xmlns:a16="http://schemas.microsoft.com/office/drawing/2014/main" id="{7BC49B4D-BED2-4980-BE5E-9C4B92788D57}"/>
              </a:ext>
            </a:extLst>
          </p:cNvPr>
          <p:cNvGrpSpPr/>
          <p:nvPr/>
        </p:nvGrpSpPr>
        <p:grpSpPr>
          <a:xfrm>
            <a:off x="357425" y="2918742"/>
            <a:ext cx="7018608" cy="3466250"/>
            <a:chOff x="2594085" y="2918742"/>
            <a:chExt cx="7018608" cy="3466250"/>
          </a:xfrm>
        </p:grpSpPr>
        <p:cxnSp>
          <p:nvCxnSpPr>
            <p:cNvPr id="20" name="直接连接符 19">
              <a:extLst>
                <a:ext uri="{FF2B5EF4-FFF2-40B4-BE49-F238E27FC236}">
                  <a16:creationId xmlns:a16="http://schemas.microsoft.com/office/drawing/2014/main" id="{35959B14-2675-4534-AF81-823E7C483BF0}"/>
                </a:ext>
              </a:extLst>
            </p:cNvPr>
            <p:cNvCxnSpPr>
              <a:cxnSpLocks/>
            </p:cNvCxnSpPr>
            <p:nvPr/>
          </p:nvCxnSpPr>
          <p:spPr>
            <a:xfrm>
              <a:off x="2826968" y="4662065"/>
              <a:ext cx="3144483"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1" name="直接连接符 20">
              <a:extLst>
                <a:ext uri="{FF2B5EF4-FFF2-40B4-BE49-F238E27FC236}">
                  <a16:creationId xmlns:a16="http://schemas.microsoft.com/office/drawing/2014/main" id="{A9CBBDDF-1684-46FF-9748-4143359B4237}"/>
                </a:ext>
              </a:extLst>
            </p:cNvPr>
            <p:cNvCxnSpPr>
              <a:cxnSpLocks/>
            </p:cNvCxnSpPr>
            <p:nvPr/>
          </p:nvCxnSpPr>
          <p:spPr>
            <a:xfrm>
              <a:off x="6132181" y="4662065"/>
              <a:ext cx="3202591"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2" name="直接连接符 51">
              <a:extLst>
                <a:ext uri="{FF2B5EF4-FFF2-40B4-BE49-F238E27FC236}">
                  <a16:creationId xmlns:a16="http://schemas.microsoft.com/office/drawing/2014/main" id="{DBF92076-58AC-40B2-8928-59CFD0C09F75}"/>
                </a:ext>
              </a:extLst>
            </p:cNvPr>
            <p:cNvCxnSpPr/>
            <p:nvPr/>
          </p:nvCxnSpPr>
          <p:spPr>
            <a:xfrm flipV="1">
              <a:off x="4441112" y="3514333"/>
              <a:ext cx="0" cy="2519534"/>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3" name="直接连接符 52">
              <a:extLst>
                <a:ext uri="{FF2B5EF4-FFF2-40B4-BE49-F238E27FC236}">
                  <a16:creationId xmlns:a16="http://schemas.microsoft.com/office/drawing/2014/main" id="{EED559DC-292B-4CE1-920D-FB3B64E7A129}"/>
                </a:ext>
              </a:extLst>
            </p:cNvPr>
            <p:cNvCxnSpPr/>
            <p:nvPr/>
          </p:nvCxnSpPr>
          <p:spPr>
            <a:xfrm flipH="1">
              <a:off x="3208366" y="4662392"/>
              <a:ext cx="1232746"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pic>
          <p:nvPicPr>
            <p:cNvPr id="54" name="图片 53" descr="文本&#10;&#10;描述已自动生成">
              <a:extLst>
                <a:ext uri="{FF2B5EF4-FFF2-40B4-BE49-F238E27FC236}">
                  <a16:creationId xmlns:a16="http://schemas.microsoft.com/office/drawing/2014/main" id="{A79EC3B7-6709-4ADB-9BBB-489673070EB6}"/>
                </a:ext>
              </a:extLst>
            </p:cNvPr>
            <p:cNvPicPr>
              <a:picLocks noChangeAspect="1"/>
            </p:cNvPicPr>
            <p:nvPr/>
          </p:nvPicPr>
          <p:blipFill>
            <a:blip r:embed="rId3">
              <a:extLst>
                <a:ext uri="{28A0092B-C50C-407E-A947-70E740481C1C}">
                  <a14:useLocalDpi xmlns:a14="http://schemas.microsoft.com/office/drawing/2010/main" val="0"/>
                </a:ext>
              </a:extLst>
            </a:blip>
            <a:stretch>
              <a:fillRect/>
            </a:stretch>
          </p:blipFill>
          <p:spPr>
            <a:xfrm>
              <a:off x="4164077" y="4403480"/>
              <a:ext cx="589727" cy="552869"/>
            </a:xfrm>
            <a:prstGeom prst="rect">
              <a:avLst/>
            </a:prstGeom>
          </p:spPr>
        </p:pic>
        <p:sp>
          <p:nvSpPr>
            <p:cNvPr id="55" name="文本框 54">
              <a:extLst>
                <a:ext uri="{FF2B5EF4-FFF2-40B4-BE49-F238E27FC236}">
                  <a16:creationId xmlns:a16="http://schemas.microsoft.com/office/drawing/2014/main" id="{BCEC10C2-62EA-4D22-96C7-8630FF95FB41}"/>
                </a:ext>
              </a:extLst>
            </p:cNvPr>
            <p:cNvSpPr txBox="1"/>
            <p:nvPr/>
          </p:nvSpPr>
          <p:spPr>
            <a:xfrm>
              <a:off x="4421357" y="4836433"/>
              <a:ext cx="918385" cy="369332"/>
            </a:xfrm>
            <a:prstGeom prst="rect">
              <a:avLst/>
            </a:prstGeom>
            <a:noFill/>
          </p:spPr>
          <p:txBody>
            <a:bodyPr wrap="square" rtlCol="0">
              <a:spAutoFit/>
            </a:bodyPr>
            <a:lstStyle/>
            <a:p>
              <a:pPr algn="ctr"/>
              <a:r>
                <a:rPr lang="zh-CN" altLang="en-US" b="1" dirty="0">
                  <a:latin typeface="+mn-ea"/>
                </a:rPr>
                <a:t>集线器</a:t>
              </a:r>
            </a:p>
          </p:txBody>
        </p:sp>
        <p:grpSp>
          <p:nvGrpSpPr>
            <p:cNvPr id="56" name="组合 55">
              <a:extLst>
                <a:ext uri="{FF2B5EF4-FFF2-40B4-BE49-F238E27FC236}">
                  <a16:creationId xmlns:a16="http://schemas.microsoft.com/office/drawing/2014/main" id="{164AC773-3928-4B29-92A6-5FEABDF08771}"/>
                </a:ext>
              </a:extLst>
            </p:cNvPr>
            <p:cNvGrpSpPr/>
            <p:nvPr/>
          </p:nvGrpSpPr>
          <p:grpSpPr>
            <a:xfrm>
              <a:off x="4082203" y="2918742"/>
              <a:ext cx="688835" cy="666249"/>
              <a:chOff x="3393222" y="2975188"/>
              <a:chExt cx="688835" cy="666249"/>
            </a:xfrm>
          </p:grpSpPr>
          <p:pic>
            <p:nvPicPr>
              <p:cNvPr id="63" name="图形 10">
                <a:extLst>
                  <a:ext uri="{FF2B5EF4-FFF2-40B4-BE49-F238E27FC236}">
                    <a16:creationId xmlns:a16="http://schemas.microsoft.com/office/drawing/2014/main" id="{55744A7A-8759-4D2F-A708-A31F46AE97A9}"/>
                  </a:ext>
                </a:extLst>
              </p:cNvPr>
              <p:cNvPicPr>
                <a:picLocks noChangeAspect="1"/>
              </p:cNvPicPr>
              <p:nvPr/>
            </p:nvPicPr>
            <p:blipFill>
              <a:blip r:embed="rId4">
                <a:extLst>
                  <a:ext uri="{28A0092B-C50C-407E-A947-70E740481C1C}">
                    <a14:useLocalDpi xmlns:a14="http://schemas.microsoft.com/office/drawing/2010/main" val="0"/>
                  </a:ext>
                  <a:ext uri="{96DAC541-7B7A-43D3-8B79-37D633B846F1}">
                    <asvg:svgBlip xmlns:asvg="http://schemas.microsoft.com/office/drawing/2016/SVG/main" r:embed="rId5"/>
                  </a:ext>
                </a:extLst>
              </a:blip>
              <a:stretch>
                <a:fillRect/>
              </a:stretch>
            </p:blipFill>
            <p:spPr>
              <a:xfrm>
                <a:off x="3393222" y="2975188"/>
                <a:ext cx="688835" cy="666249"/>
              </a:xfrm>
              <a:prstGeom prst="rect">
                <a:avLst/>
              </a:prstGeom>
            </p:spPr>
          </p:pic>
          <p:sp>
            <p:nvSpPr>
              <p:cNvPr id="64" name="文本框 63">
                <a:extLst>
                  <a:ext uri="{FF2B5EF4-FFF2-40B4-BE49-F238E27FC236}">
                    <a16:creationId xmlns:a16="http://schemas.microsoft.com/office/drawing/2014/main" id="{9B98C997-2BE5-43EE-8ED2-2321C74E159C}"/>
                  </a:ext>
                </a:extLst>
              </p:cNvPr>
              <p:cNvSpPr txBox="1"/>
              <p:nvPr/>
            </p:nvSpPr>
            <p:spPr>
              <a:xfrm>
                <a:off x="3680202" y="3014092"/>
                <a:ext cx="388699" cy="400110"/>
              </a:xfrm>
              <a:prstGeom prst="rect">
                <a:avLst/>
              </a:prstGeom>
              <a:noFill/>
            </p:spPr>
            <p:txBody>
              <a:bodyPr wrap="square">
                <a:spAutoFit/>
              </a:bodyPr>
              <a:lstStyle/>
              <a:p>
                <a:pPr algn="ctr"/>
                <a:r>
                  <a:rPr lang="en-US" altLang="zh-CN" sz="2000" b="1" dirty="0">
                    <a:solidFill>
                      <a:schemeClr val="bg1"/>
                    </a:solidFill>
                  </a:rPr>
                  <a:t>B</a:t>
                </a:r>
                <a:endParaRPr lang="zh-CN" altLang="en-US" sz="2000" dirty="0">
                  <a:solidFill>
                    <a:schemeClr val="bg1"/>
                  </a:solidFill>
                </a:endParaRPr>
              </a:p>
            </p:txBody>
          </p:sp>
        </p:grpSp>
        <p:grpSp>
          <p:nvGrpSpPr>
            <p:cNvPr id="57" name="组合 56">
              <a:extLst>
                <a:ext uri="{FF2B5EF4-FFF2-40B4-BE49-F238E27FC236}">
                  <a16:creationId xmlns:a16="http://schemas.microsoft.com/office/drawing/2014/main" id="{DA493CCE-7340-47EB-BC3F-7E4E90DE7A71}"/>
                </a:ext>
              </a:extLst>
            </p:cNvPr>
            <p:cNvGrpSpPr/>
            <p:nvPr/>
          </p:nvGrpSpPr>
          <p:grpSpPr>
            <a:xfrm>
              <a:off x="2594085" y="4170184"/>
              <a:ext cx="688835" cy="666249"/>
              <a:chOff x="3393222" y="2975188"/>
              <a:chExt cx="688835" cy="666249"/>
            </a:xfrm>
          </p:grpSpPr>
          <p:pic>
            <p:nvPicPr>
              <p:cNvPr id="61" name="图形 10">
                <a:extLst>
                  <a:ext uri="{FF2B5EF4-FFF2-40B4-BE49-F238E27FC236}">
                    <a16:creationId xmlns:a16="http://schemas.microsoft.com/office/drawing/2014/main" id="{D724056B-10D0-44B7-A2F7-BB4BFDD76BF8}"/>
                  </a:ext>
                </a:extLst>
              </p:cNvPr>
              <p:cNvPicPr>
                <a:picLocks noChangeAspect="1"/>
              </p:cNvPicPr>
              <p:nvPr/>
            </p:nvPicPr>
            <p:blipFill>
              <a:blip r:embed="rId4">
                <a:extLst>
                  <a:ext uri="{28A0092B-C50C-407E-A947-70E740481C1C}">
                    <a14:useLocalDpi xmlns:a14="http://schemas.microsoft.com/office/drawing/2010/main" val="0"/>
                  </a:ext>
                  <a:ext uri="{96DAC541-7B7A-43D3-8B79-37D633B846F1}">
                    <asvg:svgBlip xmlns:asvg="http://schemas.microsoft.com/office/drawing/2016/SVG/main" r:embed="rId5"/>
                  </a:ext>
                </a:extLst>
              </a:blip>
              <a:stretch>
                <a:fillRect/>
              </a:stretch>
            </p:blipFill>
            <p:spPr>
              <a:xfrm>
                <a:off x="3393222" y="2975188"/>
                <a:ext cx="688835" cy="666249"/>
              </a:xfrm>
              <a:prstGeom prst="rect">
                <a:avLst/>
              </a:prstGeom>
            </p:spPr>
          </p:pic>
          <p:sp>
            <p:nvSpPr>
              <p:cNvPr id="62" name="文本框 61">
                <a:extLst>
                  <a:ext uri="{FF2B5EF4-FFF2-40B4-BE49-F238E27FC236}">
                    <a16:creationId xmlns:a16="http://schemas.microsoft.com/office/drawing/2014/main" id="{1B579C24-3D84-4D42-801E-9599D16D2328}"/>
                  </a:ext>
                </a:extLst>
              </p:cNvPr>
              <p:cNvSpPr txBox="1"/>
              <p:nvPr/>
            </p:nvSpPr>
            <p:spPr>
              <a:xfrm>
                <a:off x="3680202" y="3014092"/>
                <a:ext cx="388699" cy="400110"/>
              </a:xfrm>
              <a:prstGeom prst="rect">
                <a:avLst/>
              </a:prstGeom>
              <a:noFill/>
            </p:spPr>
            <p:txBody>
              <a:bodyPr wrap="square">
                <a:spAutoFit/>
              </a:bodyPr>
              <a:lstStyle/>
              <a:p>
                <a:pPr algn="ctr"/>
                <a:r>
                  <a:rPr lang="en-US" altLang="zh-CN" sz="2000" b="1" dirty="0">
                    <a:solidFill>
                      <a:schemeClr val="bg1"/>
                    </a:solidFill>
                  </a:rPr>
                  <a:t>A</a:t>
                </a:r>
                <a:endParaRPr lang="zh-CN" altLang="en-US" sz="2000" dirty="0">
                  <a:solidFill>
                    <a:schemeClr val="bg1"/>
                  </a:solidFill>
                </a:endParaRPr>
              </a:p>
            </p:txBody>
          </p:sp>
        </p:grpSp>
        <p:grpSp>
          <p:nvGrpSpPr>
            <p:cNvPr id="58" name="组合 57">
              <a:extLst>
                <a:ext uri="{FF2B5EF4-FFF2-40B4-BE49-F238E27FC236}">
                  <a16:creationId xmlns:a16="http://schemas.microsoft.com/office/drawing/2014/main" id="{8E891124-F4B8-4DC0-94A5-A184BBF24DA9}"/>
                </a:ext>
              </a:extLst>
            </p:cNvPr>
            <p:cNvGrpSpPr/>
            <p:nvPr/>
          </p:nvGrpSpPr>
          <p:grpSpPr>
            <a:xfrm>
              <a:off x="4010702" y="5718743"/>
              <a:ext cx="688835" cy="666249"/>
              <a:chOff x="3393222" y="2975188"/>
              <a:chExt cx="688835" cy="666249"/>
            </a:xfrm>
          </p:grpSpPr>
          <p:pic>
            <p:nvPicPr>
              <p:cNvPr id="59" name="图形 10">
                <a:extLst>
                  <a:ext uri="{FF2B5EF4-FFF2-40B4-BE49-F238E27FC236}">
                    <a16:creationId xmlns:a16="http://schemas.microsoft.com/office/drawing/2014/main" id="{5C51064C-A053-4286-98E5-BDA48A307CC9}"/>
                  </a:ext>
                </a:extLst>
              </p:cNvPr>
              <p:cNvPicPr>
                <a:picLocks noChangeAspect="1"/>
              </p:cNvPicPr>
              <p:nvPr/>
            </p:nvPicPr>
            <p:blipFill>
              <a:blip r:embed="rId4">
                <a:extLst>
                  <a:ext uri="{28A0092B-C50C-407E-A947-70E740481C1C}">
                    <a14:useLocalDpi xmlns:a14="http://schemas.microsoft.com/office/drawing/2010/main" val="0"/>
                  </a:ext>
                  <a:ext uri="{96DAC541-7B7A-43D3-8B79-37D633B846F1}">
                    <asvg:svgBlip xmlns:asvg="http://schemas.microsoft.com/office/drawing/2016/SVG/main" r:embed="rId5"/>
                  </a:ext>
                </a:extLst>
              </a:blip>
              <a:stretch>
                <a:fillRect/>
              </a:stretch>
            </p:blipFill>
            <p:spPr>
              <a:xfrm>
                <a:off x="3393222" y="2975188"/>
                <a:ext cx="688835" cy="666249"/>
              </a:xfrm>
              <a:prstGeom prst="rect">
                <a:avLst/>
              </a:prstGeom>
            </p:spPr>
          </p:pic>
          <p:sp>
            <p:nvSpPr>
              <p:cNvPr id="60" name="文本框 59">
                <a:extLst>
                  <a:ext uri="{FF2B5EF4-FFF2-40B4-BE49-F238E27FC236}">
                    <a16:creationId xmlns:a16="http://schemas.microsoft.com/office/drawing/2014/main" id="{B1544697-D405-4B72-9319-3D18DFC7C4E1}"/>
                  </a:ext>
                </a:extLst>
              </p:cNvPr>
              <p:cNvSpPr txBox="1"/>
              <p:nvPr/>
            </p:nvSpPr>
            <p:spPr>
              <a:xfrm>
                <a:off x="3680202" y="3014092"/>
                <a:ext cx="388699" cy="400110"/>
              </a:xfrm>
              <a:prstGeom prst="rect">
                <a:avLst/>
              </a:prstGeom>
              <a:noFill/>
            </p:spPr>
            <p:txBody>
              <a:bodyPr wrap="square">
                <a:spAutoFit/>
              </a:bodyPr>
              <a:lstStyle/>
              <a:p>
                <a:pPr algn="ctr"/>
                <a:r>
                  <a:rPr lang="en-US" altLang="zh-CN" sz="2000" b="1" dirty="0">
                    <a:solidFill>
                      <a:schemeClr val="bg1"/>
                    </a:solidFill>
                  </a:rPr>
                  <a:t>C</a:t>
                </a:r>
                <a:endParaRPr lang="zh-CN" altLang="en-US" sz="2000" dirty="0">
                  <a:solidFill>
                    <a:schemeClr val="bg1"/>
                  </a:solidFill>
                </a:endParaRPr>
              </a:p>
            </p:txBody>
          </p:sp>
        </p:grpSp>
        <p:cxnSp>
          <p:nvCxnSpPr>
            <p:cNvPr id="39" name="直接连接符 38">
              <a:extLst>
                <a:ext uri="{FF2B5EF4-FFF2-40B4-BE49-F238E27FC236}">
                  <a16:creationId xmlns:a16="http://schemas.microsoft.com/office/drawing/2014/main" id="{3B54DCDA-29F4-4A7A-B891-9FE72331555E}"/>
                </a:ext>
              </a:extLst>
            </p:cNvPr>
            <p:cNvCxnSpPr/>
            <p:nvPr/>
          </p:nvCxnSpPr>
          <p:spPr>
            <a:xfrm flipV="1">
              <a:off x="7706158" y="3514333"/>
              <a:ext cx="0" cy="2519534"/>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pic>
          <p:nvPicPr>
            <p:cNvPr id="41" name="图片 40" descr="文本&#10;&#10;描述已自动生成">
              <a:extLst>
                <a:ext uri="{FF2B5EF4-FFF2-40B4-BE49-F238E27FC236}">
                  <a16:creationId xmlns:a16="http://schemas.microsoft.com/office/drawing/2014/main" id="{DDAED76E-9D71-49D3-9571-3A8E413C6BE6}"/>
                </a:ext>
              </a:extLst>
            </p:cNvPr>
            <p:cNvPicPr>
              <a:picLocks noChangeAspect="1"/>
            </p:cNvPicPr>
            <p:nvPr/>
          </p:nvPicPr>
          <p:blipFill>
            <a:blip r:embed="rId3">
              <a:extLst>
                <a:ext uri="{28A0092B-C50C-407E-A947-70E740481C1C}">
                  <a14:useLocalDpi xmlns:a14="http://schemas.microsoft.com/office/drawing/2010/main" val="0"/>
                </a:ext>
              </a:extLst>
            </a:blip>
            <a:stretch>
              <a:fillRect/>
            </a:stretch>
          </p:blipFill>
          <p:spPr>
            <a:xfrm>
              <a:off x="7429123" y="4403480"/>
              <a:ext cx="589727" cy="552869"/>
            </a:xfrm>
            <a:prstGeom prst="rect">
              <a:avLst/>
            </a:prstGeom>
          </p:spPr>
        </p:pic>
        <p:sp>
          <p:nvSpPr>
            <p:cNvPr id="42" name="文本框 41">
              <a:extLst>
                <a:ext uri="{FF2B5EF4-FFF2-40B4-BE49-F238E27FC236}">
                  <a16:creationId xmlns:a16="http://schemas.microsoft.com/office/drawing/2014/main" id="{8538514A-385A-47BB-A433-185DDA383C2B}"/>
                </a:ext>
              </a:extLst>
            </p:cNvPr>
            <p:cNvSpPr txBox="1"/>
            <p:nvPr/>
          </p:nvSpPr>
          <p:spPr>
            <a:xfrm>
              <a:off x="6818048" y="4836433"/>
              <a:ext cx="918385" cy="369332"/>
            </a:xfrm>
            <a:prstGeom prst="rect">
              <a:avLst/>
            </a:prstGeom>
            <a:noFill/>
          </p:spPr>
          <p:txBody>
            <a:bodyPr wrap="square" rtlCol="0">
              <a:spAutoFit/>
            </a:bodyPr>
            <a:lstStyle/>
            <a:p>
              <a:pPr algn="ctr"/>
              <a:r>
                <a:rPr lang="zh-CN" altLang="en-US" b="1" dirty="0">
                  <a:latin typeface="+mn-ea"/>
                </a:rPr>
                <a:t>集线器</a:t>
              </a:r>
            </a:p>
          </p:txBody>
        </p:sp>
        <p:grpSp>
          <p:nvGrpSpPr>
            <p:cNvPr id="43" name="组合 42">
              <a:extLst>
                <a:ext uri="{FF2B5EF4-FFF2-40B4-BE49-F238E27FC236}">
                  <a16:creationId xmlns:a16="http://schemas.microsoft.com/office/drawing/2014/main" id="{B69023A8-B89B-416C-A039-5C5D29181F50}"/>
                </a:ext>
              </a:extLst>
            </p:cNvPr>
            <p:cNvGrpSpPr/>
            <p:nvPr/>
          </p:nvGrpSpPr>
          <p:grpSpPr>
            <a:xfrm>
              <a:off x="7361740" y="2918742"/>
              <a:ext cx="688835" cy="666249"/>
              <a:chOff x="3393222" y="2975188"/>
              <a:chExt cx="688835" cy="666249"/>
            </a:xfrm>
          </p:grpSpPr>
          <p:pic>
            <p:nvPicPr>
              <p:cNvPr id="50" name="图形 10">
                <a:extLst>
                  <a:ext uri="{FF2B5EF4-FFF2-40B4-BE49-F238E27FC236}">
                    <a16:creationId xmlns:a16="http://schemas.microsoft.com/office/drawing/2014/main" id="{A3B3F047-E8B5-482A-8C5F-BAE8D2B621BA}"/>
                  </a:ext>
                </a:extLst>
              </p:cNvPr>
              <p:cNvPicPr>
                <a:picLocks noChangeAspect="1"/>
              </p:cNvPicPr>
              <p:nvPr/>
            </p:nvPicPr>
            <p:blipFill>
              <a:blip r:embed="rId4">
                <a:extLst>
                  <a:ext uri="{28A0092B-C50C-407E-A947-70E740481C1C}">
                    <a14:useLocalDpi xmlns:a14="http://schemas.microsoft.com/office/drawing/2010/main" val="0"/>
                  </a:ext>
                  <a:ext uri="{96DAC541-7B7A-43D3-8B79-37D633B846F1}">
                    <asvg:svgBlip xmlns:asvg="http://schemas.microsoft.com/office/drawing/2016/SVG/main" r:embed="rId5"/>
                  </a:ext>
                </a:extLst>
              </a:blip>
              <a:stretch>
                <a:fillRect/>
              </a:stretch>
            </p:blipFill>
            <p:spPr>
              <a:xfrm>
                <a:off x="3393222" y="2975188"/>
                <a:ext cx="688835" cy="666249"/>
              </a:xfrm>
              <a:prstGeom prst="rect">
                <a:avLst/>
              </a:prstGeom>
            </p:spPr>
          </p:pic>
          <p:sp>
            <p:nvSpPr>
              <p:cNvPr id="51" name="文本框 50">
                <a:extLst>
                  <a:ext uri="{FF2B5EF4-FFF2-40B4-BE49-F238E27FC236}">
                    <a16:creationId xmlns:a16="http://schemas.microsoft.com/office/drawing/2014/main" id="{E1FD5C9D-366C-4253-A736-56966B5E5AAA}"/>
                  </a:ext>
                </a:extLst>
              </p:cNvPr>
              <p:cNvSpPr txBox="1"/>
              <p:nvPr/>
            </p:nvSpPr>
            <p:spPr>
              <a:xfrm>
                <a:off x="3680202" y="3014092"/>
                <a:ext cx="388699" cy="400110"/>
              </a:xfrm>
              <a:prstGeom prst="rect">
                <a:avLst/>
              </a:prstGeom>
              <a:noFill/>
            </p:spPr>
            <p:txBody>
              <a:bodyPr wrap="square">
                <a:spAutoFit/>
              </a:bodyPr>
              <a:lstStyle/>
              <a:p>
                <a:pPr algn="ctr"/>
                <a:r>
                  <a:rPr lang="en-US" altLang="zh-CN" sz="2000" b="1" dirty="0">
                    <a:solidFill>
                      <a:schemeClr val="bg1"/>
                    </a:solidFill>
                  </a:rPr>
                  <a:t>D</a:t>
                </a:r>
                <a:endParaRPr lang="zh-CN" altLang="en-US" sz="2000" dirty="0">
                  <a:solidFill>
                    <a:schemeClr val="bg1"/>
                  </a:solidFill>
                </a:endParaRPr>
              </a:p>
            </p:txBody>
          </p:sp>
        </p:grpSp>
        <p:grpSp>
          <p:nvGrpSpPr>
            <p:cNvPr id="44" name="组合 43">
              <a:extLst>
                <a:ext uri="{FF2B5EF4-FFF2-40B4-BE49-F238E27FC236}">
                  <a16:creationId xmlns:a16="http://schemas.microsoft.com/office/drawing/2014/main" id="{5ED7DEA9-40EC-4CF9-9773-79CFB5D54601}"/>
                </a:ext>
              </a:extLst>
            </p:cNvPr>
            <p:cNvGrpSpPr/>
            <p:nvPr/>
          </p:nvGrpSpPr>
          <p:grpSpPr>
            <a:xfrm>
              <a:off x="7260451" y="5718743"/>
              <a:ext cx="688835" cy="666249"/>
              <a:chOff x="3393222" y="2975188"/>
              <a:chExt cx="688835" cy="666249"/>
            </a:xfrm>
          </p:grpSpPr>
          <p:pic>
            <p:nvPicPr>
              <p:cNvPr id="48" name="图形 10">
                <a:extLst>
                  <a:ext uri="{FF2B5EF4-FFF2-40B4-BE49-F238E27FC236}">
                    <a16:creationId xmlns:a16="http://schemas.microsoft.com/office/drawing/2014/main" id="{8C77401E-0C8F-4070-9F33-12FB266F8BC1}"/>
                  </a:ext>
                </a:extLst>
              </p:cNvPr>
              <p:cNvPicPr>
                <a:picLocks noChangeAspect="1"/>
              </p:cNvPicPr>
              <p:nvPr/>
            </p:nvPicPr>
            <p:blipFill>
              <a:blip r:embed="rId4">
                <a:extLst>
                  <a:ext uri="{28A0092B-C50C-407E-A947-70E740481C1C}">
                    <a14:useLocalDpi xmlns:a14="http://schemas.microsoft.com/office/drawing/2010/main" val="0"/>
                  </a:ext>
                  <a:ext uri="{96DAC541-7B7A-43D3-8B79-37D633B846F1}">
                    <asvg:svgBlip xmlns:asvg="http://schemas.microsoft.com/office/drawing/2016/SVG/main" r:embed="rId5"/>
                  </a:ext>
                </a:extLst>
              </a:blip>
              <a:stretch>
                <a:fillRect/>
              </a:stretch>
            </p:blipFill>
            <p:spPr>
              <a:xfrm>
                <a:off x="3393222" y="2975188"/>
                <a:ext cx="688835" cy="666249"/>
              </a:xfrm>
              <a:prstGeom prst="rect">
                <a:avLst/>
              </a:prstGeom>
            </p:spPr>
          </p:pic>
          <p:sp>
            <p:nvSpPr>
              <p:cNvPr id="49" name="文本框 48">
                <a:extLst>
                  <a:ext uri="{FF2B5EF4-FFF2-40B4-BE49-F238E27FC236}">
                    <a16:creationId xmlns:a16="http://schemas.microsoft.com/office/drawing/2014/main" id="{1216CCBF-7A51-482A-8104-21D975E10B8D}"/>
                  </a:ext>
                </a:extLst>
              </p:cNvPr>
              <p:cNvSpPr txBox="1"/>
              <p:nvPr/>
            </p:nvSpPr>
            <p:spPr>
              <a:xfrm>
                <a:off x="3680202" y="3014092"/>
                <a:ext cx="388699" cy="400110"/>
              </a:xfrm>
              <a:prstGeom prst="rect">
                <a:avLst/>
              </a:prstGeom>
              <a:noFill/>
            </p:spPr>
            <p:txBody>
              <a:bodyPr wrap="square">
                <a:spAutoFit/>
              </a:bodyPr>
              <a:lstStyle/>
              <a:p>
                <a:pPr algn="ctr"/>
                <a:r>
                  <a:rPr lang="en-US" altLang="zh-CN" sz="2000" b="1" dirty="0">
                    <a:solidFill>
                      <a:schemeClr val="bg1"/>
                    </a:solidFill>
                  </a:rPr>
                  <a:t>F</a:t>
                </a:r>
                <a:endParaRPr lang="zh-CN" altLang="en-US" sz="2000" dirty="0">
                  <a:solidFill>
                    <a:schemeClr val="bg1"/>
                  </a:solidFill>
                </a:endParaRPr>
              </a:p>
            </p:txBody>
          </p:sp>
        </p:grpSp>
        <p:grpSp>
          <p:nvGrpSpPr>
            <p:cNvPr id="45" name="组合 44">
              <a:extLst>
                <a:ext uri="{FF2B5EF4-FFF2-40B4-BE49-F238E27FC236}">
                  <a16:creationId xmlns:a16="http://schemas.microsoft.com/office/drawing/2014/main" id="{DDBA12F7-C5BA-4D15-AC11-0D79CC20089A}"/>
                </a:ext>
              </a:extLst>
            </p:cNvPr>
            <p:cNvGrpSpPr/>
            <p:nvPr/>
          </p:nvGrpSpPr>
          <p:grpSpPr>
            <a:xfrm>
              <a:off x="8923858" y="4209088"/>
              <a:ext cx="688835" cy="666249"/>
              <a:chOff x="3393222" y="2975188"/>
              <a:chExt cx="688835" cy="666249"/>
            </a:xfrm>
          </p:grpSpPr>
          <p:pic>
            <p:nvPicPr>
              <p:cNvPr id="46" name="图形 10">
                <a:extLst>
                  <a:ext uri="{FF2B5EF4-FFF2-40B4-BE49-F238E27FC236}">
                    <a16:creationId xmlns:a16="http://schemas.microsoft.com/office/drawing/2014/main" id="{5206E993-22D6-416C-BD6E-7BA1B8EC8925}"/>
                  </a:ext>
                </a:extLst>
              </p:cNvPr>
              <p:cNvPicPr>
                <a:picLocks noChangeAspect="1"/>
              </p:cNvPicPr>
              <p:nvPr/>
            </p:nvPicPr>
            <p:blipFill>
              <a:blip r:embed="rId4">
                <a:extLst>
                  <a:ext uri="{28A0092B-C50C-407E-A947-70E740481C1C}">
                    <a14:useLocalDpi xmlns:a14="http://schemas.microsoft.com/office/drawing/2010/main" val="0"/>
                  </a:ext>
                  <a:ext uri="{96DAC541-7B7A-43D3-8B79-37D633B846F1}">
                    <asvg:svgBlip xmlns:asvg="http://schemas.microsoft.com/office/drawing/2016/SVG/main" r:embed="rId5"/>
                  </a:ext>
                </a:extLst>
              </a:blip>
              <a:stretch>
                <a:fillRect/>
              </a:stretch>
            </p:blipFill>
            <p:spPr>
              <a:xfrm>
                <a:off x="3393222" y="2975188"/>
                <a:ext cx="688835" cy="666249"/>
              </a:xfrm>
              <a:prstGeom prst="rect">
                <a:avLst/>
              </a:prstGeom>
            </p:spPr>
          </p:pic>
          <p:sp>
            <p:nvSpPr>
              <p:cNvPr id="47" name="文本框 46">
                <a:extLst>
                  <a:ext uri="{FF2B5EF4-FFF2-40B4-BE49-F238E27FC236}">
                    <a16:creationId xmlns:a16="http://schemas.microsoft.com/office/drawing/2014/main" id="{11A5DCB8-BA30-4A3E-9AB8-373AFE47EF52}"/>
                  </a:ext>
                </a:extLst>
              </p:cNvPr>
              <p:cNvSpPr txBox="1"/>
              <p:nvPr/>
            </p:nvSpPr>
            <p:spPr>
              <a:xfrm>
                <a:off x="3680202" y="3014092"/>
                <a:ext cx="388699" cy="400110"/>
              </a:xfrm>
              <a:prstGeom prst="rect">
                <a:avLst/>
              </a:prstGeom>
              <a:noFill/>
            </p:spPr>
            <p:txBody>
              <a:bodyPr wrap="square">
                <a:spAutoFit/>
              </a:bodyPr>
              <a:lstStyle/>
              <a:p>
                <a:pPr algn="ctr"/>
                <a:r>
                  <a:rPr lang="en-US" altLang="zh-CN" sz="2000" b="1" dirty="0">
                    <a:solidFill>
                      <a:schemeClr val="bg1"/>
                    </a:solidFill>
                  </a:rPr>
                  <a:t>E</a:t>
                </a:r>
                <a:endParaRPr lang="zh-CN" altLang="en-US" sz="2000" dirty="0">
                  <a:solidFill>
                    <a:schemeClr val="bg1"/>
                  </a:solidFill>
                </a:endParaRPr>
              </a:p>
            </p:txBody>
          </p:sp>
        </p:grpSp>
        <p:pic>
          <p:nvPicPr>
            <p:cNvPr id="37" name="图片 36" descr="图片包含 图标&#10;&#10;描述已自动生成">
              <a:extLst>
                <a:ext uri="{FF2B5EF4-FFF2-40B4-BE49-F238E27FC236}">
                  <a16:creationId xmlns:a16="http://schemas.microsoft.com/office/drawing/2014/main" id="{66496DB0-9A3F-4B29-B147-178B8CC0741C}"/>
                </a:ext>
              </a:extLst>
            </p:cNvPr>
            <p:cNvPicPr>
              <a:picLocks noChangeAspect="1"/>
            </p:cNvPicPr>
            <p:nvPr/>
          </p:nvPicPr>
          <p:blipFill>
            <a:blip r:embed="rId6">
              <a:extLst>
                <a:ext uri="{28A0092B-C50C-407E-A947-70E740481C1C}">
                  <a14:useLocalDpi xmlns:a14="http://schemas.microsoft.com/office/drawing/2010/main" val="0"/>
                </a:ext>
              </a:extLst>
            </a:blip>
            <a:stretch>
              <a:fillRect/>
            </a:stretch>
          </p:blipFill>
          <p:spPr>
            <a:xfrm>
              <a:off x="5755541" y="4362066"/>
              <a:ext cx="581100" cy="474367"/>
            </a:xfrm>
            <a:prstGeom prst="rect">
              <a:avLst/>
            </a:prstGeom>
          </p:spPr>
        </p:pic>
        <p:sp>
          <p:nvSpPr>
            <p:cNvPr id="38" name="文本框 37">
              <a:extLst>
                <a:ext uri="{FF2B5EF4-FFF2-40B4-BE49-F238E27FC236}">
                  <a16:creationId xmlns:a16="http://schemas.microsoft.com/office/drawing/2014/main" id="{54BC2991-5D71-41F9-BCDB-D116D81A2B2C}"/>
                </a:ext>
              </a:extLst>
            </p:cNvPr>
            <p:cNvSpPr txBox="1"/>
            <p:nvPr/>
          </p:nvSpPr>
          <p:spPr>
            <a:xfrm>
              <a:off x="5691400" y="4836433"/>
              <a:ext cx="694865" cy="369332"/>
            </a:xfrm>
            <a:prstGeom prst="rect">
              <a:avLst/>
            </a:prstGeom>
            <a:noFill/>
          </p:spPr>
          <p:txBody>
            <a:bodyPr wrap="square" rtlCol="0">
              <a:spAutoFit/>
            </a:bodyPr>
            <a:lstStyle/>
            <a:p>
              <a:pPr algn="ctr"/>
              <a:r>
                <a:rPr lang="zh-CN" altLang="en-US" b="1" dirty="0">
                  <a:latin typeface="+mn-ea"/>
                </a:rPr>
                <a:t>网桥</a:t>
              </a:r>
            </a:p>
          </p:txBody>
        </p:sp>
        <p:sp>
          <p:nvSpPr>
            <p:cNvPr id="35" name="文本框 34">
              <a:extLst>
                <a:ext uri="{FF2B5EF4-FFF2-40B4-BE49-F238E27FC236}">
                  <a16:creationId xmlns:a16="http://schemas.microsoft.com/office/drawing/2014/main" id="{AA36C400-5BEA-4377-A6FE-ED432BE8C82F}"/>
                </a:ext>
              </a:extLst>
            </p:cNvPr>
            <p:cNvSpPr txBox="1"/>
            <p:nvPr/>
          </p:nvSpPr>
          <p:spPr>
            <a:xfrm>
              <a:off x="5637014" y="4069729"/>
              <a:ext cx="388699" cy="400110"/>
            </a:xfrm>
            <a:prstGeom prst="rect">
              <a:avLst/>
            </a:prstGeom>
            <a:noFill/>
          </p:spPr>
          <p:txBody>
            <a:bodyPr wrap="square">
              <a:spAutoFit/>
            </a:bodyPr>
            <a:lstStyle/>
            <a:p>
              <a:pPr algn="ctr"/>
              <a:r>
                <a:rPr lang="en-US" altLang="zh-CN" sz="2000" b="1" dirty="0"/>
                <a:t>1</a:t>
              </a:r>
              <a:endParaRPr lang="zh-CN" altLang="en-US" sz="2000" dirty="0"/>
            </a:p>
          </p:txBody>
        </p:sp>
        <p:sp>
          <p:nvSpPr>
            <p:cNvPr id="36" name="文本框 35">
              <a:extLst>
                <a:ext uri="{FF2B5EF4-FFF2-40B4-BE49-F238E27FC236}">
                  <a16:creationId xmlns:a16="http://schemas.microsoft.com/office/drawing/2014/main" id="{FD0F606C-E69C-4C76-9676-89125A4A96A4}"/>
                </a:ext>
              </a:extLst>
            </p:cNvPr>
            <p:cNvSpPr txBox="1"/>
            <p:nvPr/>
          </p:nvSpPr>
          <p:spPr>
            <a:xfrm>
              <a:off x="6131677" y="4069729"/>
              <a:ext cx="388699" cy="400110"/>
            </a:xfrm>
            <a:prstGeom prst="rect">
              <a:avLst/>
            </a:prstGeom>
            <a:noFill/>
          </p:spPr>
          <p:txBody>
            <a:bodyPr wrap="square">
              <a:spAutoFit/>
            </a:bodyPr>
            <a:lstStyle/>
            <a:p>
              <a:pPr algn="ctr"/>
              <a:r>
                <a:rPr lang="en-US" altLang="zh-CN" sz="2000" b="1" dirty="0"/>
                <a:t>2</a:t>
              </a:r>
              <a:endParaRPr lang="zh-CN" altLang="en-US" sz="2000" dirty="0"/>
            </a:p>
          </p:txBody>
        </p:sp>
      </p:grpSp>
      <p:grpSp>
        <p:nvGrpSpPr>
          <p:cNvPr id="7" name="组合 6">
            <a:extLst>
              <a:ext uri="{FF2B5EF4-FFF2-40B4-BE49-F238E27FC236}">
                <a16:creationId xmlns:a16="http://schemas.microsoft.com/office/drawing/2014/main" id="{19421666-7F5D-4D81-A0B8-B30EF80C4B32}"/>
              </a:ext>
            </a:extLst>
          </p:cNvPr>
          <p:cNvGrpSpPr/>
          <p:nvPr/>
        </p:nvGrpSpPr>
        <p:grpSpPr>
          <a:xfrm>
            <a:off x="7362876" y="1771108"/>
            <a:ext cx="4524324" cy="597122"/>
            <a:chOff x="7362876" y="1771108"/>
            <a:chExt cx="4524324" cy="597122"/>
          </a:xfrm>
        </p:grpSpPr>
        <p:sp>
          <p:nvSpPr>
            <p:cNvPr id="83" name="íşlïḍè">
              <a:extLst>
                <a:ext uri="{FF2B5EF4-FFF2-40B4-BE49-F238E27FC236}">
                  <a16:creationId xmlns:a16="http://schemas.microsoft.com/office/drawing/2014/main" id="{63850319-2EC9-4694-B066-AB365F29832C}"/>
                </a:ext>
              </a:extLst>
            </p:cNvPr>
            <p:cNvSpPr txBox="1"/>
            <p:nvPr/>
          </p:nvSpPr>
          <p:spPr>
            <a:xfrm>
              <a:off x="7362876" y="1771108"/>
              <a:ext cx="1590350" cy="597122"/>
            </a:xfrm>
            <a:prstGeom prst="rect">
              <a:avLst/>
            </a:prstGeom>
            <a:noFill/>
          </p:spPr>
          <p:txBody>
            <a:bodyPr wrap="square" lIns="91440" tIns="45720" rIns="91440" bIns="45720" anchor="ctr">
              <a:noAutofit/>
            </a:bodyPr>
            <a:lstStyle/>
            <a:p>
              <a:pPr algn="ctr"/>
              <a:r>
                <a:rPr lang="zh-CN" altLang="en-US" b="1" dirty="0">
                  <a:latin typeface="Arial Narrow" panose="020B0606020202030204" pitchFamily="34" charset="0"/>
                </a:rPr>
                <a:t>站点间的通信</a:t>
              </a:r>
            </a:p>
          </p:txBody>
        </p:sp>
        <p:sp>
          <p:nvSpPr>
            <p:cNvPr id="84" name="íşlïḍè">
              <a:extLst>
                <a:ext uri="{FF2B5EF4-FFF2-40B4-BE49-F238E27FC236}">
                  <a16:creationId xmlns:a16="http://schemas.microsoft.com/office/drawing/2014/main" id="{3084F57C-1DB0-4D24-B9CC-5AA20FF5C73C}"/>
                </a:ext>
              </a:extLst>
            </p:cNvPr>
            <p:cNvSpPr txBox="1"/>
            <p:nvPr/>
          </p:nvSpPr>
          <p:spPr>
            <a:xfrm>
              <a:off x="9328589" y="1771108"/>
              <a:ext cx="2558611" cy="597122"/>
            </a:xfrm>
            <a:prstGeom prst="rect">
              <a:avLst/>
            </a:prstGeom>
            <a:noFill/>
          </p:spPr>
          <p:txBody>
            <a:bodyPr wrap="square" lIns="91440" tIns="45720" rIns="91440" bIns="45720" anchor="ctr">
              <a:noAutofit/>
            </a:bodyPr>
            <a:lstStyle/>
            <a:p>
              <a:pPr algn="ctr"/>
              <a:r>
                <a:rPr lang="zh-CN" altLang="en-US" b="1" dirty="0">
                  <a:latin typeface="Arial Narrow" panose="020B0606020202030204" pitchFamily="34" charset="0"/>
                </a:rPr>
                <a:t>网桥自学习和转发帧</a:t>
              </a:r>
            </a:p>
          </p:txBody>
        </p:sp>
      </p:grpSp>
      <p:sp>
        <p:nvSpPr>
          <p:cNvPr id="77" name="文本框 76">
            <a:extLst>
              <a:ext uri="{FF2B5EF4-FFF2-40B4-BE49-F238E27FC236}">
                <a16:creationId xmlns:a16="http://schemas.microsoft.com/office/drawing/2014/main" id="{37B7F1A5-6AE5-4A4A-B702-13345E29B0A5}"/>
              </a:ext>
            </a:extLst>
          </p:cNvPr>
          <p:cNvSpPr txBox="1"/>
          <p:nvPr/>
        </p:nvSpPr>
        <p:spPr>
          <a:xfrm>
            <a:off x="7726930" y="2312479"/>
            <a:ext cx="862241" cy="400110"/>
          </a:xfrm>
          <a:prstGeom prst="rect">
            <a:avLst/>
          </a:prstGeom>
          <a:noFill/>
        </p:spPr>
        <p:txBody>
          <a:bodyPr wrap="square">
            <a:spAutoFit/>
          </a:bodyPr>
          <a:lstStyle/>
          <a:p>
            <a:pPr algn="ctr"/>
            <a:r>
              <a:rPr lang="en-US" altLang="zh-CN" sz="2000" b="1" dirty="0">
                <a:solidFill>
                  <a:schemeClr val="tx1"/>
                </a:solidFill>
              </a:rPr>
              <a:t>A</a:t>
            </a:r>
            <a:r>
              <a:rPr lang="en-US" altLang="zh-CN" sz="2000" b="1" dirty="0">
                <a:solidFill>
                  <a:schemeClr val="tx1"/>
                </a:solidFill>
                <a:latin typeface="+mn-ea"/>
              </a:rPr>
              <a:t>→</a:t>
            </a:r>
            <a:r>
              <a:rPr lang="en-US" altLang="zh-CN" sz="2000" b="1" dirty="0">
                <a:solidFill>
                  <a:schemeClr val="tx1"/>
                </a:solidFill>
              </a:rPr>
              <a:t>B</a:t>
            </a:r>
            <a:endParaRPr lang="zh-CN" altLang="en-US" sz="2000" b="1" dirty="0">
              <a:solidFill>
                <a:schemeClr val="tx1"/>
              </a:solidFill>
            </a:endParaRPr>
          </a:p>
        </p:txBody>
      </p:sp>
      <p:sp>
        <p:nvSpPr>
          <p:cNvPr id="80" name="文本框 79">
            <a:extLst>
              <a:ext uri="{FF2B5EF4-FFF2-40B4-BE49-F238E27FC236}">
                <a16:creationId xmlns:a16="http://schemas.microsoft.com/office/drawing/2014/main" id="{E47F83A7-2A3F-4E7F-88FC-54D5544A4716}"/>
              </a:ext>
            </a:extLst>
          </p:cNvPr>
          <p:cNvSpPr txBox="1"/>
          <p:nvPr/>
        </p:nvSpPr>
        <p:spPr>
          <a:xfrm>
            <a:off x="3239122" y="2336192"/>
            <a:ext cx="322463" cy="400110"/>
          </a:xfrm>
          <a:prstGeom prst="rect">
            <a:avLst/>
          </a:prstGeom>
          <a:noFill/>
        </p:spPr>
        <p:txBody>
          <a:bodyPr wrap="square">
            <a:spAutoFit/>
          </a:bodyPr>
          <a:lstStyle/>
          <a:p>
            <a:pPr algn="ctr"/>
            <a:r>
              <a:rPr lang="en-US" altLang="zh-CN" sz="2000" b="1" dirty="0">
                <a:solidFill>
                  <a:schemeClr val="tx1"/>
                </a:solidFill>
              </a:rPr>
              <a:t>A</a:t>
            </a:r>
            <a:endParaRPr lang="zh-CN" altLang="en-US" sz="2000" b="1" dirty="0">
              <a:solidFill>
                <a:schemeClr val="tx1"/>
              </a:solidFill>
            </a:endParaRPr>
          </a:p>
        </p:txBody>
      </p:sp>
      <p:sp>
        <p:nvSpPr>
          <p:cNvPr id="81" name="文本框 80">
            <a:extLst>
              <a:ext uri="{FF2B5EF4-FFF2-40B4-BE49-F238E27FC236}">
                <a16:creationId xmlns:a16="http://schemas.microsoft.com/office/drawing/2014/main" id="{3969BAE0-73F9-4E23-8AF8-C4585C78789A}"/>
              </a:ext>
            </a:extLst>
          </p:cNvPr>
          <p:cNvSpPr txBox="1"/>
          <p:nvPr/>
        </p:nvSpPr>
        <p:spPr>
          <a:xfrm>
            <a:off x="4122484" y="2336192"/>
            <a:ext cx="322463" cy="400110"/>
          </a:xfrm>
          <a:prstGeom prst="rect">
            <a:avLst/>
          </a:prstGeom>
          <a:noFill/>
        </p:spPr>
        <p:txBody>
          <a:bodyPr wrap="square">
            <a:spAutoFit/>
          </a:bodyPr>
          <a:lstStyle/>
          <a:p>
            <a:pPr algn="ctr"/>
            <a:r>
              <a:rPr lang="en-US" altLang="zh-CN" sz="2000" b="1" dirty="0">
                <a:solidFill>
                  <a:schemeClr val="tx1"/>
                </a:solidFill>
              </a:rPr>
              <a:t>1</a:t>
            </a:r>
            <a:endParaRPr lang="zh-CN" altLang="en-US" sz="2000" b="1" dirty="0">
              <a:solidFill>
                <a:schemeClr val="tx1"/>
              </a:solidFill>
            </a:endParaRPr>
          </a:p>
        </p:txBody>
      </p:sp>
      <p:sp>
        <p:nvSpPr>
          <p:cNvPr id="82" name="文本框 81">
            <a:extLst>
              <a:ext uri="{FF2B5EF4-FFF2-40B4-BE49-F238E27FC236}">
                <a16:creationId xmlns:a16="http://schemas.microsoft.com/office/drawing/2014/main" id="{CE9E7881-4DFF-4864-9184-54119489B430}"/>
              </a:ext>
            </a:extLst>
          </p:cNvPr>
          <p:cNvSpPr txBox="1"/>
          <p:nvPr/>
        </p:nvSpPr>
        <p:spPr>
          <a:xfrm>
            <a:off x="9484465" y="2312479"/>
            <a:ext cx="785190" cy="369332"/>
          </a:xfrm>
          <a:prstGeom prst="rect">
            <a:avLst/>
          </a:prstGeom>
          <a:noFill/>
        </p:spPr>
        <p:txBody>
          <a:bodyPr wrap="square">
            <a:spAutoFit/>
          </a:bodyPr>
          <a:lstStyle/>
          <a:p>
            <a:r>
              <a:rPr lang="zh-CN" altLang="en-US" b="1" dirty="0">
                <a:solidFill>
                  <a:schemeClr val="tx1"/>
                </a:solidFill>
              </a:rPr>
              <a:t>登记</a:t>
            </a:r>
          </a:p>
        </p:txBody>
      </p:sp>
      <p:sp>
        <p:nvSpPr>
          <p:cNvPr id="86" name="文本框 85">
            <a:extLst>
              <a:ext uri="{FF2B5EF4-FFF2-40B4-BE49-F238E27FC236}">
                <a16:creationId xmlns:a16="http://schemas.microsoft.com/office/drawing/2014/main" id="{87A67178-B884-4ED9-A874-8E2F4FF60432}"/>
              </a:ext>
            </a:extLst>
          </p:cNvPr>
          <p:cNvSpPr txBox="1"/>
          <p:nvPr/>
        </p:nvSpPr>
        <p:spPr>
          <a:xfrm>
            <a:off x="10215299" y="2312479"/>
            <a:ext cx="785190" cy="369332"/>
          </a:xfrm>
          <a:prstGeom prst="rect">
            <a:avLst/>
          </a:prstGeom>
          <a:noFill/>
        </p:spPr>
        <p:txBody>
          <a:bodyPr wrap="square">
            <a:spAutoFit/>
          </a:bodyPr>
          <a:lstStyle/>
          <a:p>
            <a:r>
              <a:rPr lang="zh-CN" altLang="en-US" b="1" dirty="0">
                <a:solidFill>
                  <a:schemeClr val="tx1"/>
                </a:solidFill>
              </a:rPr>
              <a:t>转发</a:t>
            </a:r>
          </a:p>
        </p:txBody>
      </p:sp>
      <p:sp>
        <p:nvSpPr>
          <p:cNvPr id="87" name="文本框 86">
            <a:extLst>
              <a:ext uri="{FF2B5EF4-FFF2-40B4-BE49-F238E27FC236}">
                <a16:creationId xmlns:a16="http://schemas.microsoft.com/office/drawing/2014/main" id="{D0DFDC49-43D5-4017-983F-6195C172D0CB}"/>
              </a:ext>
            </a:extLst>
          </p:cNvPr>
          <p:cNvSpPr txBox="1"/>
          <p:nvPr/>
        </p:nvSpPr>
        <p:spPr>
          <a:xfrm>
            <a:off x="10607894" y="2312391"/>
            <a:ext cx="1109467" cy="369332"/>
          </a:xfrm>
          <a:prstGeom prst="rect">
            <a:avLst/>
          </a:prstGeom>
          <a:noFill/>
        </p:spPr>
        <p:txBody>
          <a:bodyPr wrap="square">
            <a:spAutoFit/>
          </a:bodyPr>
          <a:lstStyle/>
          <a:p>
            <a:r>
              <a:rPr lang="zh-CN" altLang="en-US" b="1" dirty="0">
                <a:solidFill>
                  <a:schemeClr val="tx1"/>
                </a:solidFill>
              </a:rPr>
              <a:t>（盲目）</a:t>
            </a:r>
          </a:p>
        </p:txBody>
      </p:sp>
      <p:sp>
        <p:nvSpPr>
          <p:cNvPr id="114" name="文本框 113">
            <a:extLst>
              <a:ext uri="{FF2B5EF4-FFF2-40B4-BE49-F238E27FC236}">
                <a16:creationId xmlns:a16="http://schemas.microsoft.com/office/drawing/2014/main" id="{6070369E-59ED-47C3-9D4D-E3BEB070BFDF}"/>
              </a:ext>
            </a:extLst>
          </p:cNvPr>
          <p:cNvSpPr txBox="1"/>
          <p:nvPr/>
        </p:nvSpPr>
        <p:spPr>
          <a:xfrm>
            <a:off x="7726930" y="2681723"/>
            <a:ext cx="862241" cy="400110"/>
          </a:xfrm>
          <a:prstGeom prst="rect">
            <a:avLst/>
          </a:prstGeom>
          <a:noFill/>
        </p:spPr>
        <p:txBody>
          <a:bodyPr wrap="square">
            <a:spAutoFit/>
          </a:bodyPr>
          <a:lstStyle/>
          <a:p>
            <a:pPr algn="ctr"/>
            <a:r>
              <a:rPr lang="en-US" altLang="zh-CN" sz="2000" b="1" dirty="0">
                <a:solidFill>
                  <a:schemeClr val="tx1"/>
                </a:solidFill>
              </a:rPr>
              <a:t>D</a:t>
            </a:r>
            <a:r>
              <a:rPr lang="en-US" altLang="zh-CN" sz="2000" b="1" dirty="0">
                <a:solidFill>
                  <a:schemeClr val="tx1"/>
                </a:solidFill>
                <a:latin typeface="+mn-ea"/>
              </a:rPr>
              <a:t>→</a:t>
            </a:r>
            <a:r>
              <a:rPr lang="en-US" altLang="zh-CN" sz="2000" b="1" dirty="0">
                <a:solidFill>
                  <a:schemeClr val="tx1"/>
                </a:solidFill>
              </a:rPr>
              <a:t>A</a:t>
            </a:r>
            <a:endParaRPr lang="zh-CN" altLang="en-US" sz="2000" b="1" dirty="0">
              <a:solidFill>
                <a:schemeClr val="tx1"/>
              </a:solidFill>
            </a:endParaRPr>
          </a:p>
        </p:txBody>
      </p:sp>
      <p:sp>
        <p:nvSpPr>
          <p:cNvPr id="115" name="文本框 114">
            <a:extLst>
              <a:ext uri="{FF2B5EF4-FFF2-40B4-BE49-F238E27FC236}">
                <a16:creationId xmlns:a16="http://schemas.microsoft.com/office/drawing/2014/main" id="{17927AD1-EB0D-4FD1-8382-4D65CD4A9D73}"/>
              </a:ext>
            </a:extLst>
          </p:cNvPr>
          <p:cNvSpPr txBox="1"/>
          <p:nvPr/>
        </p:nvSpPr>
        <p:spPr>
          <a:xfrm>
            <a:off x="9498427" y="2681723"/>
            <a:ext cx="785190" cy="369332"/>
          </a:xfrm>
          <a:prstGeom prst="rect">
            <a:avLst/>
          </a:prstGeom>
          <a:noFill/>
        </p:spPr>
        <p:txBody>
          <a:bodyPr wrap="square">
            <a:spAutoFit/>
          </a:bodyPr>
          <a:lstStyle/>
          <a:p>
            <a:r>
              <a:rPr lang="zh-CN" altLang="en-US" b="1" dirty="0">
                <a:solidFill>
                  <a:schemeClr val="tx1"/>
                </a:solidFill>
              </a:rPr>
              <a:t>登记</a:t>
            </a:r>
          </a:p>
        </p:txBody>
      </p:sp>
      <p:sp>
        <p:nvSpPr>
          <p:cNvPr id="118" name="文本框 117">
            <a:extLst>
              <a:ext uri="{FF2B5EF4-FFF2-40B4-BE49-F238E27FC236}">
                <a16:creationId xmlns:a16="http://schemas.microsoft.com/office/drawing/2014/main" id="{97296EB5-085F-4C91-B907-DEB792F472BF}"/>
              </a:ext>
            </a:extLst>
          </p:cNvPr>
          <p:cNvSpPr txBox="1"/>
          <p:nvPr/>
        </p:nvSpPr>
        <p:spPr>
          <a:xfrm>
            <a:off x="3243794" y="2702786"/>
            <a:ext cx="322463" cy="400110"/>
          </a:xfrm>
          <a:prstGeom prst="rect">
            <a:avLst/>
          </a:prstGeom>
          <a:noFill/>
        </p:spPr>
        <p:txBody>
          <a:bodyPr wrap="square">
            <a:spAutoFit/>
          </a:bodyPr>
          <a:lstStyle/>
          <a:p>
            <a:pPr algn="ctr"/>
            <a:r>
              <a:rPr lang="en-US" altLang="zh-CN" sz="2000" b="1" dirty="0">
                <a:solidFill>
                  <a:schemeClr val="tx1"/>
                </a:solidFill>
              </a:rPr>
              <a:t>D</a:t>
            </a:r>
            <a:endParaRPr lang="zh-CN" altLang="en-US" sz="2000" b="1" dirty="0">
              <a:solidFill>
                <a:schemeClr val="tx1"/>
              </a:solidFill>
            </a:endParaRPr>
          </a:p>
        </p:txBody>
      </p:sp>
      <p:sp>
        <p:nvSpPr>
          <p:cNvPr id="119" name="文本框 118">
            <a:extLst>
              <a:ext uri="{FF2B5EF4-FFF2-40B4-BE49-F238E27FC236}">
                <a16:creationId xmlns:a16="http://schemas.microsoft.com/office/drawing/2014/main" id="{899FE8E8-8148-4E14-BB2A-C538200EDE14}"/>
              </a:ext>
            </a:extLst>
          </p:cNvPr>
          <p:cNvSpPr txBox="1"/>
          <p:nvPr/>
        </p:nvSpPr>
        <p:spPr>
          <a:xfrm>
            <a:off x="4134072" y="2699728"/>
            <a:ext cx="322463" cy="400110"/>
          </a:xfrm>
          <a:prstGeom prst="rect">
            <a:avLst/>
          </a:prstGeom>
          <a:noFill/>
        </p:spPr>
        <p:txBody>
          <a:bodyPr wrap="square">
            <a:spAutoFit/>
          </a:bodyPr>
          <a:lstStyle/>
          <a:p>
            <a:pPr algn="ctr"/>
            <a:r>
              <a:rPr lang="en-US" altLang="zh-CN" sz="2000" b="1" dirty="0">
                <a:solidFill>
                  <a:schemeClr val="tx1"/>
                </a:solidFill>
              </a:rPr>
              <a:t>2</a:t>
            </a:r>
            <a:endParaRPr lang="zh-CN" altLang="en-US" sz="2000" b="1" dirty="0">
              <a:solidFill>
                <a:schemeClr val="tx1"/>
              </a:solidFill>
            </a:endParaRPr>
          </a:p>
        </p:txBody>
      </p:sp>
      <p:sp>
        <p:nvSpPr>
          <p:cNvPr id="67" name="文本框 66">
            <a:extLst>
              <a:ext uri="{FF2B5EF4-FFF2-40B4-BE49-F238E27FC236}">
                <a16:creationId xmlns:a16="http://schemas.microsoft.com/office/drawing/2014/main" id="{D6AF5C33-4F16-40C1-A4D4-F3B39FBE0529}"/>
              </a:ext>
            </a:extLst>
          </p:cNvPr>
          <p:cNvSpPr txBox="1"/>
          <p:nvPr/>
        </p:nvSpPr>
        <p:spPr>
          <a:xfrm>
            <a:off x="10211401" y="2681679"/>
            <a:ext cx="785190" cy="369332"/>
          </a:xfrm>
          <a:prstGeom prst="rect">
            <a:avLst/>
          </a:prstGeom>
          <a:noFill/>
        </p:spPr>
        <p:txBody>
          <a:bodyPr wrap="square">
            <a:spAutoFit/>
          </a:bodyPr>
          <a:lstStyle/>
          <a:p>
            <a:r>
              <a:rPr lang="zh-CN" altLang="en-US" b="1" dirty="0">
                <a:solidFill>
                  <a:schemeClr val="tx1"/>
                </a:solidFill>
              </a:rPr>
              <a:t>转发</a:t>
            </a:r>
          </a:p>
        </p:txBody>
      </p:sp>
      <p:sp>
        <p:nvSpPr>
          <p:cNvPr id="76" name="文本框 75">
            <a:extLst>
              <a:ext uri="{FF2B5EF4-FFF2-40B4-BE49-F238E27FC236}">
                <a16:creationId xmlns:a16="http://schemas.microsoft.com/office/drawing/2014/main" id="{66DF3E19-2B11-4F52-B7E6-A2D39C2CD044}"/>
              </a:ext>
            </a:extLst>
          </p:cNvPr>
          <p:cNvSpPr txBox="1"/>
          <p:nvPr/>
        </p:nvSpPr>
        <p:spPr>
          <a:xfrm>
            <a:off x="10617958" y="2656909"/>
            <a:ext cx="1109467" cy="369332"/>
          </a:xfrm>
          <a:prstGeom prst="rect">
            <a:avLst/>
          </a:prstGeom>
          <a:noFill/>
        </p:spPr>
        <p:txBody>
          <a:bodyPr wrap="square">
            <a:spAutoFit/>
          </a:bodyPr>
          <a:lstStyle/>
          <a:p>
            <a:r>
              <a:rPr lang="zh-CN" altLang="en-US" b="1" dirty="0">
                <a:solidFill>
                  <a:schemeClr val="tx1"/>
                </a:solidFill>
              </a:rPr>
              <a:t>（</a:t>
            </a:r>
            <a:r>
              <a:rPr lang="zh-CN" altLang="en-US" b="1" dirty="0"/>
              <a:t>明确</a:t>
            </a:r>
            <a:r>
              <a:rPr lang="zh-CN" altLang="en-US" b="1" dirty="0">
                <a:solidFill>
                  <a:schemeClr val="tx1"/>
                </a:solidFill>
              </a:rPr>
              <a:t>）</a:t>
            </a:r>
          </a:p>
        </p:txBody>
      </p:sp>
      <p:sp>
        <p:nvSpPr>
          <p:cNvPr id="123" name="文本框 122">
            <a:extLst>
              <a:ext uri="{FF2B5EF4-FFF2-40B4-BE49-F238E27FC236}">
                <a16:creationId xmlns:a16="http://schemas.microsoft.com/office/drawing/2014/main" id="{CBD7C62D-51BF-4B6A-BAB0-A1AF2FD59905}"/>
              </a:ext>
            </a:extLst>
          </p:cNvPr>
          <p:cNvSpPr txBox="1"/>
          <p:nvPr/>
        </p:nvSpPr>
        <p:spPr>
          <a:xfrm>
            <a:off x="7726929" y="3051811"/>
            <a:ext cx="862241" cy="400110"/>
          </a:xfrm>
          <a:prstGeom prst="rect">
            <a:avLst/>
          </a:prstGeom>
          <a:noFill/>
        </p:spPr>
        <p:txBody>
          <a:bodyPr wrap="square">
            <a:spAutoFit/>
          </a:bodyPr>
          <a:lstStyle/>
          <a:p>
            <a:pPr algn="ctr"/>
            <a:r>
              <a:rPr lang="en-US" altLang="zh-CN" sz="2000" b="1" dirty="0">
                <a:solidFill>
                  <a:schemeClr val="tx1"/>
                </a:solidFill>
                <a:latin typeface="+mn-ea"/>
              </a:rPr>
              <a:t>C→</a:t>
            </a:r>
            <a:r>
              <a:rPr lang="en-US" altLang="zh-CN" sz="2000" b="1" dirty="0">
                <a:solidFill>
                  <a:schemeClr val="tx1"/>
                </a:solidFill>
              </a:rPr>
              <a:t>A</a:t>
            </a:r>
            <a:endParaRPr lang="zh-CN" altLang="en-US" sz="2000" b="1" dirty="0">
              <a:solidFill>
                <a:schemeClr val="tx1"/>
              </a:solidFill>
            </a:endParaRPr>
          </a:p>
        </p:txBody>
      </p:sp>
      <p:sp>
        <p:nvSpPr>
          <p:cNvPr id="124" name="文本框 123">
            <a:extLst>
              <a:ext uri="{FF2B5EF4-FFF2-40B4-BE49-F238E27FC236}">
                <a16:creationId xmlns:a16="http://schemas.microsoft.com/office/drawing/2014/main" id="{EC1F2EA5-2023-44FD-8DFB-21F97403A8AF}"/>
              </a:ext>
            </a:extLst>
          </p:cNvPr>
          <p:cNvSpPr txBox="1"/>
          <p:nvPr/>
        </p:nvSpPr>
        <p:spPr>
          <a:xfrm>
            <a:off x="9498427" y="3051011"/>
            <a:ext cx="785190" cy="369332"/>
          </a:xfrm>
          <a:prstGeom prst="rect">
            <a:avLst/>
          </a:prstGeom>
          <a:noFill/>
        </p:spPr>
        <p:txBody>
          <a:bodyPr wrap="square">
            <a:spAutoFit/>
          </a:bodyPr>
          <a:lstStyle/>
          <a:p>
            <a:r>
              <a:rPr lang="zh-CN" altLang="en-US" b="1" dirty="0">
                <a:solidFill>
                  <a:schemeClr val="tx1"/>
                </a:solidFill>
              </a:rPr>
              <a:t>登记</a:t>
            </a:r>
          </a:p>
        </p:txBody>
      </p:sp>
      <p:sp>
        <p:nvSpPr>
          <p:cNvPr id="125" name="文本框 124">
            <a:extLst>
              <a:ext uri="{FF2B5EF4-FFF2-40B4-BE49-F238E27FC236}">
                <a16:creationId xmlns:a16="http://schemas.microsoft.com/office/drawing/2014/main" id="{75791B1D-B389-4613-905C-66AC59EBDB29}"/>
              </a:ext>
            </a:extLst>
          </p:cNvPr>
          <p:cNvSpPr txBox="1"/>
          <p:nvPr/>
        </p:nvSpPr>
        <p:spPr>
          <a:xfrm>
            <a:off x="797127" y="4690231"/>
            <a:ext cx="688835" cy="369332"/>
          </a:xfrm>
          <a:prstGeom prst="rect">
            <a:avLst/>
          </a:prstGeom>
          <a:noFill/>
        </p:spPr>
        <p:txBody>
          <a:bodyPr wrap="square" rtlCol="0">
            <a:spAutoFit/>
          </a:bodyPr>
          <a:lstStyle/>
          <a:p>
            <a:pPr algn="ctr"/>
            <a:r>
              <a:rPr lang="zh-CN" altLang="en-US" b="1" dirty="0">
                <a:solidFill>
                  <a:schemeClr val="accent4"/>
                </a:solidFill>
              </a:rPr>
              <a:t>接受</a:t>
            </a:r>
          </a:p>
        </p:txBody>
      </p:sp>
      <p:sp>
        <p:nvSpPr>
          <p:cNvPr id="126" name="文本框 125">
            <a:extLst>
              <a:ext uri="{FF2B5EF4-FFF2-40B4-BE49-F238E27FC236}">
                <a16:creationId xmlns:a16="http://schemas.microsoft.com/office/drawing/2014/main" id="{487C4DFE-C063-4002-A1AE-08834F458F64}"/>
              </a:ext>
            </a:extLst>
          </p:cNvPr>
          <p:cNvSpPr txBox="1"/>
          <p:nvPr/>
        </p:nvSpPr>
        <p:spPr>
          <a:xfrm>
            <a:off x="1243660" y="3185864"/>
            <a:ext cx="688835" cy="369332"/>
          </a:xfrm>
          <a:prstGeom prst="rect">
            <a:avLst/>
          </a:prstGeom>
          <a:noFill/>
        </p:spPr>
        <p:txBody>
          <a:bodyPr wrap="square" rtlCol="0">
            <a:spAutoFit/>
          </a:bodyPr>
          <a:lstStyle/>
          <a:p>
            <a:pPr algn="ctr"/>
            <a:r>
              <a:rPr lang="zh-CN" altLang="en-US" b="1" dirty="0">
                <a:solidFill>
                  <a:schemeClr val="accent1">
                    <a:lumMod val="75000"/>
                  </a:schemeClr>
                </a:solidFill>
              </a:rPr>
              <a:t>丢弃</a:t>
            </a:r>
          </a:p>
        </p:txBody>
      </p:sp>
      <p:sp>
        <p:nvSpPr>
          <p:cNvPr id="127" name="文本框 126">
            <a:extLst>
              <a:ext uri="{FF2B5EF4-FFF2-40B4-BE49-F238E27FC236}">
                <a16:creationId xmlns:a16="http://schemas.microsoft.com/office/drawing/2014/main" id="{E886068E-E8C7-4121-96CF-79B63B102ECA}"/>
              </a:ext>
            </a:extLst>
          </p:cNvPr>
          <p:cNvSpPr txBox="1"/>
          <p:nvPr/>
        </p:nvSpPr>
        <p:spPr>
          <a:xfrm>
            <a:off x="3243793" y="3069380"/>
            <a:ext cx="322463" cy="400110"/>
          </a:xfrm>
          <a:prstGeom prst="rect">
            <a:avLst/>
          </a:prstGeom>
          <a:noFill/>
        </p:spPr>
        <p:txBody>
          <a:bodyPr wrap="square">
            <a:spAutoFit/>
          </a:bodyPr>
          <a:lstStyle/>
          <a:p>
            <a:pPr algn="ctr"/>
            <a:r>
              <a:rPr lang="en-US" altLang="zh-CN" sz="2000" b="1" dirty="0">
                <a:solidFill>
                  <a:schemeClr val="tx1"/>
                </a:solidFill>
              </a:rPr>
              <a:t>C</a:t>
            </a:r>
            <a:endParaRPr lang="zh-CN" altLang="en-US" sz="2000" b="1" dirty="0">
              <a:solidFill>
                <a:schemeClr val="tx1"/>
              </a:solidFill>
            </a:endParaRPr>
          </a:p>
        </p:txBody>
      </p:sp>
      <p:sp>
        <p:nvSpPr>
          <p:cNvPr id="128" name="文本框 127">
            <a:extLst>
              <a:ext uri="{FF2B5EF4-FFF2-40B4-BE49-F238E27FC236}">
                <a16:creationId xmlns:a16="http://schemas.microsoft.com/office/drawing/2014/main" id="{58F12E40-4D9C-4B09-A7AD-69DA2FDFB837}"/>
              </a:ext>
            </a:extLst>
          </p:cNvPr>
          <p:cNvSpPr txBox="1"/>
          <p:nvPr/>
        </p:nvSpPr>
        <p:spPr>
          <a:xfrm>
            <a:off x="4120916" y="3072315"/>
            <a:ext cx="322463" cy="400110"/>
          </a:xfrm>
          <a:prstGeom prst="rect">
            <a:avLst/>
          </a:prstGeom>
          <a:noFill/>
        </p:spPr>
        <p:txBody>
          <a:bodyPr wrap="square">
            <a:spAutoFit/>
          </a:bodyPr>
          <a:lstStyle/>
          <a:p>
            <a:pPr algn="ctr"/>
            <a:r>
              <a:rPr lang="en-US" altLang="zh-CN" sz="2000" b="1" dirty="0">
                <a:solidFill>
                  <a:schemeClr val="tx1"/>
                </a:solidFill>
              </a:rPr>
              <a:t>1</a:t>
            </a:r>
            <a:endParaRPr lang="zh-CN" altLang="en-US" sz="2000" b="1" dirty="0">
              <a:solidFill>
                <a:schemeClr val="tx1"/>
              </a:solidFill>
            </a:endParaRPr>
          </a:p>
        </p:txBody>
      </p:sp>
      <p:grpSp>
        <p:nvGrpSpPr>
          <p:cNvPr id="73" name="组合 72">
            <a:extLst>
              <a:ext uri="{FF2B5EF4-FFF2-40B4-BE49-F238E27FC236}">
                <a16:creationId xmlns:a16="http://schemas.microsoft.com/office/drawing/2014/main" id="{DCE49FDF-8F68-4B73-850B-4D346B409C7C}"/>
              </a:ext>
            </a:extLst>
          </p:cNvPr>
          <p:cNvGrpSpPr/>
          <p:nvPr/>
        </p:nvGrpSpPr>
        <p:grpSpPr>
          <a:xfrm>
            <a:off x="988912" y="1936024"/>
            <a:ext cx="2775536" cy="1816050"/>
            <a:chOff x="988912" y="1936024"/>
            <a:chExt cx="2775536" cy="1816050"/>
          </a:xfrm>
        </p:grpSpPr>
        <p:sp>
          <p:nvSpPr>
            <p:cNvPr id="74" name="矩形 73">
              <a:extLst>
                <a:ext uri="{FF2B5EF4-FFF2-40B4-BE49-F238E27FC236}">
                  <a16:creationId xmlns:a16="http://schemas.microsoft.com/office/drawing/2014/main" id="{B6BC06ED-69B6-4B3F-B11F-924CCA3038BD}"/>
                </a:ext>
              </a:extLst>
            </p:cNvPr>
            <p:cNvSpPr/>
            <p:nvPr/>
          </p:nvSpPr>
          <p:spPr>
            <a:xfrm>
              <a:off x="3046776" y="1998133"/>
              <a:ext cx="717672" cy="1753941"/>
            </a:xfrm>
            <a:prstGeom prst="rect">
              <a:avLst/>
            </a:prstGeom>
            <a:noFill/>
            <a:ln w="25400">
              <a:solidFill>
                <a:schemeClr val="accent1">
                  <a:lumMod val="75000"/>
                </a:schemeClr>
              </a:solid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75" name="iconfont-11673-5560710">
              <a:extLst>
                <a:ext uri="{FF2B5EF4-FFF2-40B4-BE49-F238E27FC236}">
                  <a16:creationId xmlns:a16="http://schemas.microsoft.com/office/drawing/2014/main" id="{04B8F9B6-5209-4658-B98E-AD9E9BDFEB81}"/>
                </a:ext>
              </a:extLst>
            </p:cNvPr>
            <p:cNvSpPr/>
            <p:nvPr/>
          </p:nvSpPr>
          <p:spPr>
            <a:xfrm>
              <a:off x="988912" y="1959975"/>
              <a:ext cx="336742" cy="367176"/>
            </a:xfrm>
            <a:custGeom>
              <a:avLst/>
              <a:gdLst>
                <a:gd name="connsiteX0" fmla="*/ 409852 w 609586"/>
                <a:gd name="connsiteY0" fmla="*/ 390766 h 609586"/>
                <a:gd name="connsiteX1" fmla="*/ 396374 w 609586"/>
                <a:gd name="connsiteY1" fmla="*/ 396374 h 609586"/>
                <a:gd name="connsiteX2" fmla="*/ 396374 w 609586"/>
                <a:gd name="connsiteY2" fmla="*/ 423329 h 609586"/>
                <a:gd name="connsiteX3" fmla="*/ 558009 w 609586"/>
                <a:gd name="connsiteY3" fmla="*/ 584964 h 609586"/>
                <a:gd name="connsiteX4" fmla="*/ 584964 w 609586"/>
                <a:gd name="connsiteY4" fmla="*/ 584964 h 609586"/>
                <a:gd name="connsiteX5" fmla="*/ 590536 w 609586"/>
                <a:gd name="connsiteY5" fmla="*/ 571487 h 609586"/>
                <a:gd name="connsiteX6" fmla="*/ 584964 w 609586"/>
                <a:gd name="connsiteY6" fmla="*/ 558009 h 609586"/>
                <a:gd name="connsiteX7" fmla="*/ 423329 w 609586"/>
                <a:gd name="connsiteY7" fmla="*/ 396374 h 609586"/>
                <a:gd name="connsiteX8" fmla="*/ 409852 w 609586"/>
                <a:gd name="connsiteY8" fmla="*/ 390766 h 609586"/>
                <a:gd name="connsiteX9" fmla="*/ 199987 w 609586"/>
                <a:gd name="connsiteY9" fmla="*/ 76185 h 609586"/>
                <a:gd name="connsiteX10" fmla="*/ 76185 w 609586"/>
                <a:gd name="connsiteY10" fmla="*/ 199988 h 609586"/>
                <a:gd name="connsiteX11" fmla="*/ 199987 w 609586"/>
                <a:gd name="connsiteY11" fmla="*/ 323790 h 609586"/>
                <a:gd name="connsiteX12" fmla="*/ 323790 w 609586"/>
                <a:gd name="connsiteY12" fmla="*/ 199988 h 609586"/>
                <a:gd name="connsiteX13" fmla="*/ 199987 w 609586"/>
                <a:gd name="connsiteY13" fmla="*/ 76185 h 609586"/>
                <a:gd name="connsiteX14" fmla="*/ 199987 w 609586"/>
                <a:gd name="connsiteY14" fmla="*/ 57139 h 609586"/>
                <a:gd name="connsiteX15" fmla="*/ 342836 w 609586"/>
                <a:gd name="connsiteY15" fmla="*/ 199988 h 609586"/>
                <a:gd name="connsiteX16" fmla="*/ 199987 w 609586"/>
                <a:gd name="connsiteY16" fmla="*/ 342836 h 609586"/>
                <a:gd name="connsiteX17" fmla="*/ 57139 w 609586"/>
                <a:gd name="connsiteY17" fmla="*/ 199988 h 609586"/>
                <a:gd name="connsiteX18" fmla="*/ 199987 w 609586"/>
                <a:gd name="connsiteY18" fmla="*/ 57139 h 609586"/>
                <a:gd name="connsiteX19" fmla="*/ 200020 w 609586"/>
                <a:gd name="connsiteY19" fmla="*/ 19050 h 609586"/>
                <a:gd name="connsiteX20" fmla="*/ 19050 w 609586"/>
                <a:gd name="connsiteY20" fmla="*/ 200020 h 609586"/>
                <a:gd name="connsiteX21" fmla="*/ 200020 w 609586"/>
                <a:gd name="connsiteY21" fmla="*/ 380991 h 609586"/>
                <a:gd name="connsiteX22" fmla="*/ 380991 w 609586"/>
                <a:gd name="connsiteY22" fmla="*/ 200020 h 609586"/>
                <a:gd name="connsiteX23" fmla="*/ 200020 w 609586"/>
                <a:gd name="connsiteY23" fmla="*/ 19050 h 609586"/>
                <a:gd name="connsiteX24" fmla="*/ 200020 w 609586"/>
                <a:gd name="connsiteY24" fmla="*/ 0 h 609586"/>
                <a:gd name="connsiteX25" fmla="*/ 400041 w 609586"/>
                <a:gd name="connsiteY25" fmla="*/ 200020 h 609586"/>
                <a:gd name="connsiteX26" fmla="*/ 347464 w 609586"/>
                <a:gd name="connsiteY26" fmla="*/ 334701 h 609586"/>
                <a:gd name="connsiteX27" fmla="*/ 349655 w 609586"/>
                <a:gd name="connsiteY27" fmla="*/ 336177 h 609586"/>
                <a:gd name="connsiteX28" fmla="*/ 390707 w 609586"/>
                <a:gd name="connsiteY28" fmla="*/ 377229 h 609586"/>
                <a:gd name="connsiteX29" fmla="*/ 436806 w 609586"/>
                <a:gd name="connsiteY29" fmla="*/ 382896 h 609586"/>
                <a:gd name="connsiteX30" fmla="*/ 598442 w 609586"/>
                <a:gd name="connsiteY30" fmla="*/ 544532 h 609586"/>
                <a:gd name="connsiteX31" fmla="*/ 609586 w 609586"/>
                <a:gd name="connsiteY31" fmla="*/ 571487 h 609586"/>
                <a:gd name="connsiteX32" fmla="*/ 598442 w 609586"/>
                <a:gd name="connsiteY32" fmla="*/ 598442 h 609586"/>
                <a:gd name="connsiteX33" fmla="*/ 571487 w 609586"/>
                <a:gd name="connsiteY33" fmla="*/ 609586 h 609586"/>
                <a:gd name="connsiteX34" fmla="*/ 544579 w 609586"/>
                <a:gd name="connsiteY34" fmla="*/ 598442 h 609586"/>
                <a:gd name="connsiteX35" fmla="*/ 382944 w 609586"/>
                <a:gd name="connsiteY35" fmla="*/ 436806 h 609586"/>
                <a:gd name="connsiteX36" fmla="*/ 377134 w 609586"/>
                <a:gd name="connsiteY36" fmla="*/ 390611 h 609586"/>
                <a:gd name="connsiteX37" fmla="*/ 336177 w 609586"/>
                <a:gd name="connsiteY37" fmla="*/ 349655 h 609586"/>
                <a:gd name="connsiteX38" fmla="*/ 334701 w 609586"/>
                <a:gd name="connsiteY38" fmla="*/ 347464 h 609586"/>
                <a:gd name="connsiteX39" fmla="*/ 200020 w 609586"/>
                <a:gd name="connsiteY39" fmla="*/ 400041 h 609586"/>
                <a:gd name="connsiteX40" fmla="*/ 0 w 609586"/>
                <a:gd name="connsiteY40" fmla="*/ 200020 h 609586"/>
                <a:gd name="connsiteX41" fmla="*/ 200020 w 609586"/>
                <a:gd name="connsiteY41" fmla="*/ 0 h 60958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Lst>
              <a:rect l="l" t="t" r="r" b="b"/>
              <a:pathLst>
                <a:path w="609586" h="609586">
                  <a:moveTo>
                    <a:pt x="409852" y="390766"/>
                  </a:moveTo>
                  <a:cubicBezTo>
                    <a:pt x="404970" y="390766"/>
                    <a:pt x="400089" y="392635"/>
                    <a:pt x="396374" y="396374"/>
                  </a:cubicBezTo>
                  <a:cubicBezTo>
                    <a:pt x="388897" y="403803"/>
                    <a:pt x="388897" y="415900"/>
                    <a:pt x="396374" y="423329"/>
                  </a:cubicBezTo>
                  <a:lnTo>
                    <a:pt x="558009" y="584964"/>
                  </a:lnTo>
                  <a:cubicBezTo>
                    <a:pt x="565581" y="592156"/>
                    <a:pt x="577392" y="592156"/>
                    <a:pt x="584964" y="584964"/>
                  </a:cubicBezTo>
                  <a:cubicBezTo>
                    <a:pt x="588536" y="581345"/>
                    <a:pt x="590536" y="576583"/>
                    <a:pt x="590536" y="571487"/>
                  </a:cubicBezTo>
                  <a:cubicBezTo>
                    <a:pt x="590536" y="566391"/>
                    <a:pt x="588536" y="561629"/>
                    <a:pt x="584964" y="558009"/>
                  </a:cubicBezTo>
                  <a:lnTo>
                    <a:pt x="423329" y="396374"/>
                  </a:lnTo>
                  <a:cubicBezTo>
                    <a:pt x="419614" y="392635"/>
                    <a:pt x="414733" y="390766"/>
                    <a:pt x="409852" y="390766"/>
                  </a:cubicBezTo>
                  <a:close/>
                  <a:moveTo>
                    <a:pt x="199987" y="76185"/>
                  </a:moveTo>
                  <a:cubicBezTo>
                    <a:pt x="131706" y="76185"/>
                    <a:pt x="76185" y="131706"/>
                    <a:pt x="76185" y="199988"/>
                  </a:cubicBezTo>
                  <a:cubicBezTo>
                    <a:pt x="76185" y="268269"/>
                    <a:pt x="131706" y="323790"/>
                    <a:pt x="199987" y="323790"/>
                  </a:cubicBezTo>
                  <a:cubicBezTo>
                    <a:pt x="268269" y="323790"/>
                    <a:pt x="323790" y="268269"/>
                    <a:pt x="323790" y="199988"/>
                  </a:cubicBezTo>
                  <a:cubicBezTo>
                    <a:pt x="323790" y="131706"/>
                    <a:pt x="268269" y="76185"/>
                    <a:pt x="199987" y="76185"/>
                  </a:cubicBezTo>
                  <a:close/>
                  <a:moveTo>
                    <a:pt x="199987" y="57139"/>
                  </a:moveTo>
                  <a:cubicBezTo>
                    <a:pt x="278745" y="57139"/>
                    <a:pt x="342836" y="121230"/>
                    <a:pt x="342836" y="199988"/>
                  </a:cubicBezTo>
                  <a:cubicBezTo>
                    <a:pt x="342836" y="278745"/>
                    <a:pt x="278745" y="342836"/>
                    <a:pt x="199987" y="342836"/>
                  </a:cubicBezTo>
                  <a:cubicBezTo>
                    <a:pt x="121230" y="342836"/>
                    <a:pt x="57139" y="278745"/>
                    <a:pt x="57139" y="199988"/>
                  </a:cubicBezTo>
                  <a:cubicBezTo>
                    <a:pt x="57139" y="121230"/>
                    <a:pt x="121230" y="57139"/>
                    <a:pt x="199987" y="57139"/>
                  </a:cubicBezTo>
                  <a:close/>
                  <a:moveTo>
                    <a:pt x="200020" y="19050"/>
                  </a:moveTo>
                  <a:cubicBezTo>
                    <a:pt x="100248" y="19050"/>
                    <a:pt x="19050" y="100248"/>
                    <a:pt x="19050" y="200020"/>
                  </a:cubicBezTo>
                  <a:cubicBezTo>
                    <a:pt x="19050" y="299793"/>
                    <a:pt x="100248" y="380991"/>
                    <a:pt x="200020" y="380991"/>
                  </a:cubicBezTo>
                  <a:cubicBezTo>
                    <a:pt x="299793" y="380991"/>
                    <a:pt x="380991" y="299793"/>
                    <a:pt x="380991" y="200020"/>
                  </a:cubicBezTo>
                  <a:cubicBezTo>
                    <a:pt x="380991" y="100248"/>
                    <a:pt x="299793" y="19050"/>
                    <a:pt x="200020" y="19050"/>
                  </a:cubicBezTo>
                  <a:close/>
                  <a:moveTo>
                    <a:pt x="200020" y="0"/>
                  </a:moveTo>
                  <a:cubicBezTo>
                    <a:pt x="310317" y="0"/>
                    <a:pt x="400041" y="89723"/>
                    <a:pt x="400041" y="200020"/>
                  </a:cubicBezTo>
                  <a:cubicBezTo>
                    <a:pt x="400041" y="249930"/>
                    <a:pt x="381277" y="297983"/>
                    <a:pt x="347464" y="334701"/>
                  </a:cubicBezTo>
                  <a:cubicBezTo>
                    <a:pt x="348226" y="335129"/>
                    <a:pt x="348988" y="335510"/>
                    <a:pt x="349655" y="336177"/>
                  </a:cubicBezTo>
                  <a:lnTo>
                    <a:pt x="390707" y="377229"/>
                  </a:lnTo>
                  <a:cubicBezTo>
                    <a:pt x="405184" y="369038"/>
                    <a:pt x="424710" y="370847"/>
                    <a:pt x="436806" y="382896"/>
                  </a:cubicBezTo>
                  <a:lnTo>
                    <a:pt x="598442" y="544532"/>
                  </a:lnTo>
                  <a:cubicBezTo>
                    <a:pt x="605633" y="551771"/>
                    <a:pt x="609586" y="561295"/>
                    <a:pt x="609586" y="571487"/>
                  </a:cubicBezTo>
                  <a:cubicBezTo>
                    <a:pt x="609586" y="581678"/>
                    <a:pt x="605633" y="591203"/>
                    <a:pt x="598442" y="598442"/>
                  </a:cubicBezTo>
                  <a:cubicBezTo>
                    <a:pt x="591203" y="605633"/>
                    <a:pt x="581678" y="609586"/>
                    <a:pt x="571487" y="609586"/>
                  </a:cubicBezTo>
                  <a:cubicBezTo>
                    <a:pt x="561295" y="609586"/>
                    <a:pt x="551771" y="605633"/>
                    <a:pt x="544579" y="598442"/>
                  </a:cubicBezTo>
                  <a:lnTo>
                    <a:pt x="382944" y="436806"/>
                  </a:lnTo>
                  <a:cubicBezTo>
                    <a:pt x="370562" y="424615"/>
                    <a:pt x="368180" y="405518"/>
                    <a:pt x="377134" y="390611"/>
                  </a:cubicBezTo>
                  <a:lnTo>
                    <a:pt x="336177" y="349655"/>
                  </a:lnTo>
                  <a:cubicBezTo>
                    <a:pt x="335510" y="348988"/>
                    <a:pt x="335129" y="348226"/>
                    <a:pt x="334701" y="347464"/>
                  </a:cubicBezTo>
                  <a:cubicBezTo>
                    <a:pt x="299126" y="379991"/>
                    <a:pt x="251930" y="400041"/>
                    <a:pt x="200020" y="400041"/>
                  </a:cubicBezTo>
                  <a:cubicBezTo>
                    <a:pt x="89723" y="400041"/>
                    <a:pt x="0" y="310317"/>
                    <a:pt x="0" y="200020"/>
                  </a:cubicBezTo>
                  <a:cubicBezTo>
                    <a:pt x="0" y="89723"/>
                    <a:pt x="89723" y="0"/>
                    <a:pt x="200020" y="0"/>
                  </a:cubicBezTo>
                  <a:close/>
                </a:path>
              </a:pathLst>
            </a:custGeom>
            <a:solidFill>
              <a:schemeClr val="accent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8" name="文本框 77">
              <a:extLst>
                <a:ext uri="{FF2B5EF4-FFF2-40B4-BE49-F238E27FC236}">
                  <a16:creationId xmlns:a16="http://schemas.microsoft.com/office/drawing/2014/main" id="{48E8A4E3-F655-450D-B3B1-B22C5A7465A7}"/>
                </a:ext>
              </a:extLst>
            </p:cNvPr>
            <p:cNvSpPr txBox="1"/>
            <p:nvPr/>
          </p:nvSpPr>
          <p:spPr>
            <a:xfrm>
              <a:off x="1284124" y="1936024"/>
              <a:ext cx="1756850" cy="369332"/>
            </a:xfrm>
            <a:prstGeom prst="rect">
              <a:avLst/>
            </a:prstGeom>
            <a:noFill/>
          </p:spPr>
          <p:txBody>
            <a:bodyPr wrap="square">
              <a:spAutoFit/>
            </a:bodyPr>
            <a:lstStyle/>
            <a:p>
              <a:r>
                <a:rPr lang="zh-CN" altLang="en-US" b="1" dirty="0">
                  <a:solidFill>
                    <a:schemeClr val="accent1">
                      <a:lumMod val="75000"/>
                    </a:schemeClr>
                  </a:solidFill>
                </a:rPr>
                <a:t>查找目的地址</a:t>
              </a:r>
              <a:r>
                <a:rPr lang="en-US" altLang="zh-CN" b="1" dirty="0">
                  <a:solidFill>
                    <a:schemeClr val="accent1">
                      <a:lumMod val="75000"/>
                    </a:schemeClr>
                  </a:solidFill>
                </a:rPr>
                <a:t>A</a:t>
              </a:r>
              <a:endParaRPr lang="zh-CN" altLang="en-US" b="1" dirty="0">
                <a:solidFill>
                  <a:schemeClr val="accent1">
                    <a:lumMod val="75000"/>
                  </a:schemeClr>
                </a:solidFill>
              </a:endParaRPr>
            </a:p>
          </p:txBody>
        </p:sp>
      </p:grpSp>
      <p:sp>
        <p:nvSpPr>
          <p:cNvPr id="79" name="iconfont-10043-4933455">
            <a:extLst>
              <a:ext uri="{FF2B5EF4-FFF2-40B4-BE49-F238E27FC236}">
                <a16:creationId xmlns:a16="http://schemas.microsoft.com/office/drawing/2014/main" id="{9FC093B7-5345-4405-9289-BE006CBB52BC}"/>
              </a:ext>
            </a:extLst>
          </p:cNvPr>
          <p:cNvSpPr/>
          <p:nvPr/>
        </p:nvSpPr>
        <p:spPr>
          <a:xfrm>
            <a:off x="3078253" y="2407283"/>
            <a:ext cx="246831" cy="246831"/>
          </a:xfrm>
          <a:custGeom>
            <a:avLst/>
            <a:gdLst>
              <a:gd name="T0" fmla="*/ 9765 w 10164"/>
              <a:gd name="T1" fmla="*/ 3104 h 10164"/>
              <a:gd name="T2" fmla="*/ 8675 w 10164"/>
              <a:gd name="T3" fmla="*/ 1488 h 10164"/>
              <a:gd name="T4" fmla="*/ 7060 w 10164"/>
              <a:gd name="T5" fmla="*/ 399 h 10164"/>
              <a:gd name="T6" fmla="*/ 5082 w 10164"/>
              <a:gd name="T7" fmla="*/ 0 h 10164"/>
              <a:gd name="T8" fmla="*/ 3103 w 10164"/>
              <a:gd name="T9" fmla="*/ 399 h 10164"/>
              <a:gd name="T10" fmla="*/ 1488 w 10164"/>
              <a:gd name="T11" fmla="*/ 1488 h 10164"/>
              <a:gd name="T12" fmla="*/ 398 w 10164"/>
              <a:gd name="T13" fmla="*/ 3104 h 10164"/>
              <a:gd name="T14" fmla="*/ 0 w 10164"/>
              <a:gd name="T15" fmla="*/ 5082 h 10164"/>
              <a:gd name="T16" fmla="*/ 398 w 10164"/>
              <a:gd name="T17" fmla="*/ 7060 h 10164"/>
              <a:gd name="T18" fmla="*/ 1488 w 10164"/>
              <a:gd name="T19" fmla="*/ 8676 h 10164"/>
              <a:gd name="T20" fmla="*/ 3103 w 10164"/>
              <a:gd name="T21" fmla="*/ 9765 h 10164"/>
              <a:gd name="T22" fmla="*/ 5082 w 10164"/>
              <a:gd name="T23" fmla="*/ 10164 h 10164"/>
              <a:gd name="T24" fmla="*/ 7060 w 10164"/>
              <a:gd name="T25" fmla="*/ 9765 h 10164"/>
              <a:gd name="T26" fmla="*/ 8675 w 10164"/>
              <a:gd name="T27" fmla="*/ 8676 h 10164"/>
              <a:gd name="T28" fmla="*/ 9765 w 10164"/>
              <a:gd name="T29" fmla="*/ 7060 h 10164"/>
              <a:gd name="T30" fmla="*/ 10164 w 10164"/>
              <a:gd name="T31" fmla="*/ 5082 h 10164"/>
              <a:gd name="T32" fmla="*/ 9765 w 10164"/>
              <a:gd name="T33" fmla="*/ 3104 h 10164"/>
              <a:gd name="T34" fmla="*/ 7929 w 10164"/>
              <a:gd name="T35" fmla="*/ 3706 h 10164"/>
              <a:gd name="T36" fmla="*/ 4426 w 10164"/>
              <a:gd name="T37" fmla="*/ 7209 h 10164"/>
              <a:gd name="T38" fmla="*/ 3912 w 10164"/>
              <a:gd name="T39" fmla="*/ 7209 h 10164"/>
              <a:gd name="T40" fmla="*/ 2122 w 10164"/>
              <a:gd name="T41" fmla="*/ 5419 h 10164"/>
              <a:gd name="T42" fmla="*/ 2122 w 10164"/>
              <a:gd name="T43" fmla="*/ 4904 h 10164"/>
              <a:gd name="T44" fmla="*/ 2636 w 10164"/>
              <a:gd name="T45" fmla="*/ 4904 h 10164"/>
              <a:gd name="T46" fmla="*/ 4168 w 10164"/>
              <a:gd name="T47" fmla="*/ 6437 h 10164"/>
              <a:gd name="T48" fmla="*/ 7413 w 10164"/>
              <a:gd name="T49" fmla="*/ 3192 h 10164"/>
              <a:gd name="T50" fmla="*/ 7928 w 10164"/>
              <a:gd name="T51" fmla="*/ 3192 h 10164"/>
              <a:gd name="T52" fmla="*/ 7929 w 10164"/>
              <a:gd name="T53" fmla="*/ 3706 h 1016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10164" h="10164">
                <a:moveTo>
                  <a:pt x="9765" y="3104"/>
                </a:moveTo>
                <a:cubicBezTo>
                  <a:pt x="9508" y="2499"/>
                  <a:pt x="9143" y="1955"/>
                  <a:pt x="8675" y="1488"/>
                </a:cubicBezTo>
                <a:cubicBezTo>
                  <a:pt x="8208" y="1021"/>
                  <a:pt x="7665" y="655"/>
                  <a:pt x="7060" y="399"/>
                </a:cubicBezTo>
                <a:cubicBezTo>
                  <a:pt x="6433" y="133"/>
                  <a:pt x="5767" y="0"/>
                  <a:pt x="5082" y="0"/>
                </a:cubicBezTo>
                <a:cubicBezTo>
                  <a:pt x="4396" y="0"/>
                  <a:pt x="3730" y="135"/>
                  <a:pt x="3103" y="399"/>
                </a:cubicBezTo>
                <a:cubicBezTo>
                  <a:pt x="2498" y="655"/>
                  <a:pt x="1955" y="1021"/>
                  <a:pt x="1488" y="1488"/>
                </a:cubicBezTo>
                <a:cubicBezTo>
                  <a:pt x="1020" y="1955"/>
                  <a:pt x="655" y="2499"/>
                  <a:pt x="398" y="3104"/>
                </a:cubicBezTo>
                <a:cubicBezTo>
                  <a:pt x="133" y="3730"/>
                  <a:pt x="0" y="4396"/>
                  <a:pt x="0" y="5082"/>
                </a:cubicBezTo>
                <a:cubicBezTo>
                  <a:pt x="0" y="5768"/>
                  <a:pt x="135" y="6434"/>
                  <a:pt x="398" y="7060"/>
                </a:cubicBezTo>
                <a:cubicBezTo>
                  <a:pt x="655" y="7666"/>
                  <a:pt x="1020" y="8209"/>
                  <a:pt x="1488" y="8676"/>
                </a:cubicBezTo>
                <a:cubicBezTo>
                  <a:pt x="1955" y="9143"/>
                  <a:pt x="2498" y="9509"/>
                  <a:pt x="3103" y="9765"/>
                </a:cubicBezTo>
                <a:cubicBezTo>
                  <a:pt x="3730" y="10031"/>
                  <a:pt x="4396" y="10164"/>
                  <a:pt x="5082" y="10164"/>
                </a:cubicBezTo>
                <a:cubicBezTo>
                  <a:pt x="5767" y="10164"/>
                  <a:pt x="6433" y="10029"/>
                  <a:pt x="7060" y="9765"/>
                </a:cubicBezTo>
                <a:cubicBezTo>
                  <a:pt x="7665" y="9509"/>
                  <a:pt x="8208" y="9143"/>
                  <a:pt x="8675" y="8676"/>
                </a:cubicBezTo>
                <a:cubicBezTo>
                  <a:pt x="9143" y="8209"/>
                  <a:pt x="9508" y="7666"/>
                  <a:pt x="9765" y="7060"/>
                </a:cubicBezTo>
                <a:cubicBezTo>
                  <a:pt x="10030" y="6434"/>
                  <a:pt x="10164" y="5768"/>
                  <a:pt x="10164" y="5082"/>
                </a:cubicBezTo>
                <a:cubicBezTo>
                  <a:pt x="10164" y="4396"/>
                  <a:pt x="10029" y="3730"/>
                  <a:pt x="9765" y="3104"/>
                </a:cubicBezTo>
                <a:close/>
                <a:moveTo>
                  <a:pt x="7929" y="3706"/>
                </a:moveTo>
                <a:lnTo>
                  <a:pt x="4426" y="7209"/>
                </a:lnTo>
                <a:cubicBezTo>
                  <a:pt x="4285" y="7350"/>
                  <a:pt x="4053" y="7350"/>
                  <a:pt x="3912" y="7209"/>
                </a:cubicBezTo>
                <a:lnTo>
                  <a:pt x="2122" y="5419"/>
                </a:lnTo>
                <a:cubicBezTo>
                  <a:pt x="1981" y="5278"/>
                  <a:pt x="1981" y="5046"/>
                  <a:pt x="2122" y="4904"/>
                </a:cubicBezTo>
                <a:cubicBezTo>
                  <a:pt x="2263" y="4763"/>
                  <a:pt x="2495" y="4763"/>
                  <a:pt x="2636" y="4904"/>
                </a:cubicBezTo>
                <a:lnTo>
                  <a:pt x="4168" y="6437"/>
                </a:lnTo>
                <a:lnTo>
                  <a:pt x="7413" y="3192"/>
                </a:lnTo>
                <a:cubicBezTo>
                  <a:pt x="7554" y="3051"/>
                  <a:pt x="7786" y="3051"/>
                  <a:pt x="7928" y="3192"/>
                </a:cubicBezTo>
                <a:cubicBezTo>
                  <a:pt x="8070" y="3333"/>
                  <a:pt x="8070" y="3563"/>
                  <a:pt x="7929" y="3706"/>
                </a:cubicBezTo>
                <a:close/>
              </a:path>
            </a:pathLst>
          </a:custGeom>
          <a:solidFill>
            <a:schemeClr val="accent4"/>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85" name="矩形 84">
            <a:extLst>
              <a:ext uri="{FF2B5EF4-FFF2-40B4-BE49-F238E27FC236}">
                <a16:creationId xmlns:a16="http://schemas.microsoft.com/office/drawing/2014/main" id="{64AC8399-06A0-4D4B-8BF7-47C5558A0E42}"/>
              </a:ext>
            </a:extLst>
          </p:cNvPr>
          <p:cNvSpPr/>
          <p:nvPr/>
        </p:nvSpPr>
        <p:spPr>
          <a:xfrm>
            <a:off x="4038797" y="2407283"/>
            <a:ext cx="520997" cy="246831"/>
          </a:xfrm>
          <a:prstGeom prst="rect">
            <a:avLst/>
          </a:prstGeom>
          <a:solidFill>
            <a:schemeClr val="accent4">
              <a:alpha val="74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88" name="文本框 87">
            <a:extLst>
              <a:ext uri="{FF2B5EF4-FFF2-40B4-BE49-F238E27FC236}">
                <a16:creationId xmlns:a16="http://schemas.microsoft.com/office/drawing/2014/main" id="{BFDD4101-758B-4E3B-A7DD-69C2D1108EBC}"/>
              </a:ext>
            </a:extLst>
          </p:cNvPr>
          <p:cNvSpPr txBox="1"/>
          <p:nvPr/>
        </p:nvSpPr>
        <p:spPr>
          <a:xfrm>
            <a:off x="10211401" y="3045029"/>
            <a:ext cx="785190" cy="369332"/>
          </a:xfrm>
          <a:prstGeom prst="rect">
            <a:avLst/>
          </a:prstGeom>
          <a:noFill/>
        </p:spPr>
        <p:txBody>
          <a:bodyPr wrap="square">
            <a:spAutoFit/>
          </a:bodyPr>
          <a:lstStyle/>
          <a:p>
            <a:r>
              <a:rPr lang="zh-CN" altLang="en-US" b="1" dirty="0">
                <a:solidFill>
                  <a:schemeClr val="tx1"/>
                </a:solidFill>
              </a:rPr>
              <a:t>丢弃</a:t>
            </a:r>
          </a:p>
        </p:txBody>
      </p:sp>
      <p:sp>
        <p:nvSpPr>
          <p:cNvPr id="89" name="文本框 88">
            <a:extLst>
              <a:ext uri="{FF2B5EF4-FFF2-40B4-BE49-F238E27FC236}">
                <a16:creationId xmlns:a16="http://schemas.microsoft.com/office/drawing/2014/main" id="{7297C7A3-B2DD-4842-85D7-7722C91CCE64}"/>
              </a:ext>
            </a:extLst>
          </p:cNvPr>
          <p:cNvSpPr txBox="1"/>
          <p:nvPr/>
        </p:nvSpPr>
        <p:spPr>
          <a:xfrm>
            <a:off x="3005236" y="3894520"/>
            <a:ext cx="688835" cy="369332"/>
          </a:xfrm>
          <a:prstGeom prst="rect">
            <a:avLst/>
          </a:prstGeom>
          <a:noFill/>
        </p:spPr>
        <p:txBody>
          <a:bodyPr wrap="square" rtlCol="0">
            <a:spAutoFit/>
          </a:bodyPr>
          <a:lstStyle/>
          <a:p>
            <a:pPr algn="ctr"/>
            <a:r>
              <a:rPr lang="zh-CN" altLang="en-US" b="1" dirty="0">
                <a:solidFill>
                  <a:schemeClr val="accent1">
                    <a:lumMod val="75000"/>
                  </a:schemeClr>
                </a:solidFill>
              </a:rPr>
              <a:t>丢弃</a:t>
            </a:r>
          </a:p>
        </p:txBody>
      </p:sp>
      <p:sp>
        <p:nvSpPr>
          <p:cNvPr id="90" name="平行四边形 89">
            <a:extLst>
              <a:ext uri="{FF2B5EF4-FFF2-40B4-BE49-F238E27FC236}">
                <a16:creationId xmlns:a16="http://schemas.microsoft.com/office/drawing/2014/main" id="{B6B1E703-31DE-C624-86A7-83B445E5DD01}"/>
              </a:ext>
            </a:extLst>
          </p:cNvPr>
          <p:cNvSpPr/>
          <p:nvPr/>
        </p:nvSpPr>
        <p:spPr>
          <a:xfrm>
            <a:off x="304800" y="749300"/>
            <a:ext cx="688834" cy="387090"/>
          </a:xfrm>
          <a:prstGeom prst="parallelogram">
            <a:avLst/>
          </a:prstGeom>
          <a:solidFill>
            <a:schemeClr val="accent3">
              <a:lumMod val="75000"/>
            </a:schemeClr>
          </a:solidFill>
          <a:ln>
            <a:solidFill>
              <a:schemeClr val="accent3">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CN" sz="2200" dirty="0">
                <a:latin typeface="Impact" panose="020B0806030902050204" pitchFamily="34" charset="0"/>
              </a:rPr>
              <a:t>03</a:t>
            </a:r>
            <a:endParaRPr lang="zh-CN" altLang="en-US" sz="2200" dirty="0">
              <a:latin typeface="Impact" panose="020B0806030902050204" pitchFamily="34" charset="0"/>
            </a:endParaRPr>
          </a:p>
        </p:txBody>
      </p:sp>
    </p:spTree>
    <p:custDataLst>
      <p:tags r:id="rId1"/>
    </p:custDataLst>
    <p:extLst>
      <p:ext uri="{BB962C8B-B14F-4D97-AF65-F5344CB8AC3E}">
        <p14:creationId xmlns:p14="http://schemas.microsoft.com/office/powerpoint/2010/main" val="2659486646"/>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2" presetClass="entr" presetSubtype="1" fill="hold" nodeType="withEffect">
                                  <p:stCondLst>
                                    <p:cond delay="0"/>
                                  </p:stCondLst>
                                  <p:childTnLst>
                                    <p:set>
                                      <p:cBhvr>
                                        <p:cTn id="6" dur="1" fill="hold">
                                          <p:stCondLst>
                                            <p:cond delay="0"/>
                                          </p:stCondLst>
                                        </p:cTn>
                                        <p:tgtEl>
                                          <p:spTgt spid="73"/>
                                        </p:tgtEl>
                                        <p:attrNameLst>
                                          <p:attrName>style.visibility</p:attrName>
                                        </p:attrNameLst>
                                      </p:cBhvr>
                                      <p:to>
                                        <p:strVal val="visible"/>
                                      </p:to>
                                    </p:set>
                                    <p:animEffect transition="in" filter="wipe(up)">
                                      <p:cBhvr>
                                        <p:cTn id="7" dur="800"/>
                                        <p:tgtEl>
                                          <p:spTgt spid="73"/>
                                        </p:tgtEl>
                                      </p:cBhvr>
                                    </p:animEffect>
                                  </p:childTnLst>
                                </p:cTn>
                              </p:par>
                            </p:childTnLst>
                          </p:cTn>
                        </p:par>
                      </p:childTnLst>
                    </p:cTn>
                  </p:par>
                  <p:par>
                    <p:cTn id="8" fill="hold">
                      <p:stCondLst>
                        <p:cond delay="indefinite"/>
                      </p:stCondLst>
                      <p:childTnLst>
                        <p:par>
                          <p:cTn id="9" fill="hold">
                            <p:stCondLst>
                              <p:cond delay="0"/>
                            </p:stCondLst>
                            <p:childTnLst>
                              <p:par>
                                <p:cTn id="10" presetID="53" presetClass="entr" presetSubtype="16" fill="hold" grpId="0" nodeType="clickEffect">
                                  <p:stCondLst>
                                    <p:cond delay="0"/>
                                  </p:stCondLst>
                                  <p:childTnLst>
                                    <p:set>
                                      <p:cBhvr>
                                        <p:cTn id="11" dur="1" fill="hold">
                                          <p:stCondLst>
                                            <p:cond delay="0"/>
                                          </p:stCondLst>
                                        </p:cTn>
                                        <p:tgtEl>
                                          <p:spTgt spid="79"/>
                                        </p:tgtEl>
                                        <p:attrNameLst>
                                          <p:attrName>style.visibility</p:attrName>
                                        </p:attrNameLst>
                                      </p:cBhvr>
                                      <p:to>
                                        <p:strVal val="visible"/>
                                      </p:to>
                                    </p:set>
                                    <p:anim calcmode="lin" valueType="num">
                                      <p:cBhvr>
                                        <p:cTn id="12" dur="500" fill="hold"/>
                                        <p:tgtEl>
                                          <p:spTgt spid="79"/>
                                        </p:tgtEl>
                                        <p:attrNameLst>
                                          <p:attrName>ppt_w</p:attrName>
                                        </p:attrNameLst>
                                      </p:cBhvr>
                                      <p:tavLst>
                                        <p:tav tm="0">
                                          <p:val>
                                            <p:fltVal val="0"/>
                                          </p:val>
                                        </p:tav>
                                        <p:tav tm="100000">
                                          <p:val>
                                            <p:strVal val="#ppt_w"/>
                                          </p:val>
                                        </p:tav>
                                      </p:tavLst>
                                    </p:anim>
                                    <p:anim calcmode="lin" valueType="num">
                                      <p:cBhvr>
                                        <p:cTn id="13" dur="500" fill="hold"/>
                                        <p:tgtEl>
                                          <p:spTgt spid="79"/>
                                        </p:tgtEl>
                                        <p:attrNameLst>
                                          <p:attrName>ppt_h</p:attrName>
                                        </p:attrNameLst>
                                      </p:cBhvr>
                                      <p:tavLst>
                                        <p:tav tm="0">
                                          <p:val>
                                            <p:fltVal val="0"/>
                                          </p:val>
                                        </p:tav>
                                        <p:tav tm="100000">
                                          <p:val>
                                            <p:strVal val="#ppt_h"/>
                                          </p:val>
                                        </p:tav>
                                      </p:tavLst>
                                    </p:anim>
                                    <p:animEffect transition="in" filter="fade">
                                      <p:cBhvr>
                                        <p:cTn id="14" dur="500"/>
                                        <p:tgtEl>
                                          <p:spTgt spid="79"/>
                                        </p:tgtEl>
                                      </p:cBhvr>
                                    </p:animEffect>
                                  </p:childTnLst>
                                </p:cTn>
                              </p:par>
                            </p:childTnLst>
                          </p:cTn>
                        </p:par>
                      </p:childTnLst>
                    </p:cTn>
                  </p:par>
                  <p:par>
                    <p:cTn id="15" fill="hold">
                      <p:stCondLst>
                        <p:cond delay="indefinite"/>
                      </p:stCondLst>
                      <p:childTnLst>
                        <p:par>
                          <p:cTn id="16" fill="hold">
                            <p:stCondLst>
                              <p:cond delay="0"/>
                            </p:stCondLst>
                            <p:childTnLst>
                              <p:par>
                                <p:cTn id="17" presetID="53" presetClass="entr" presetSubtype="16" fill="hold" grpId="0" nodeType="clickEffect">
                                  <p:stCondLst>
                                    <p:cond delay="0"/>
                                  </p:stCondLst>
                                  <p:childTnLst>
                                    <p:set>
                                      <p:cBhvr>
                                        <p:cTn id="18" dur="1" fill="hold">
                                          <p:stCondLst>
                                            <p:cond delay="0"/>
                                          </p:stCondLst>
                                        </p:cTn>
                                        <p:tgtEl>
                                          <p:spTgt spid="85"/>
                                        </p:tgtEl>
                                        <p:attrNameLst>
                                          <p:attrName>style.visibility</p:attrName>
                                        </p:attrNameLst>
                                      </p:cBhvr>
                                      <p:to>
                                        <p:strVal val="visible"/>
                                      </p:to>
                                    </p:set>
                                    <p:anim calcmode="lin" valueType="num">
                                      <p:cBhvr>
                                        <p:cTn id="19" dur="500" fill="hold"/>
                                        <p:tgtEl>
                                          <p:spTgt spid="85"/>
                                        </p:tgtEl>
                                        <p:attrNameLst>
                                          <p:attrName>ppt_w</p:attrName>
                                        </p:attrNameLst>
                                      </p:cBhvr>
                                      <p:tavLst>
                                        <p:tav tm="0">
                                          <p:val>
                                            <p:fltVal val="0"/>
                                          </p:val>
                                        </p:tav>
                                        <p:tav tm="100000">
                                          <p:val>
                                            <p:strVal val="#ppt_w"/>
                                          </p:val>
                                        </p:tav>
                                      </p:tavLst>
                                    </p:anim>
                                    <p:anim calcmode="lin" valueType="num">
                                      <p:cBhvr>
                                        <p:cTn id="20" dur="500" fill="hold"/>
                                        <p:tgtEl>
                                          <p:spTgt spid="85"/>
                                        </p:tgtEl>
                                        <p:attrNameLst>
                                          <p:attrName>ppt_h</p:attrName>
                                        </p:attrNameLst>
                                      </p:cBhvr>
                                      <p:tavLst>
                                        <p:tav tm="0">
                                          <p:val>
                                            <p:fltVal val="0"/>
                                          </p:val>
                                        </p:tav>
                                        <p:tav tm="100000">
                                          <p:val>
                                            <p:strVal val="#ppt_h"/>
                                          </p:val>
                                        </p:tav>
                                      </p:tavLst>
                                    </p:anim>
                                    <p:animEffect transition="in" filter="fade">
                                      <p:cBhvr>
                                        <p:cTn id="21" dur="500"/>
                                        <p:tgtEl>
                                          <p:spTgt spid="85"/>
                                        </p:tgtEl>
                                      </p:cBhvr>
                                    </p:animEffect>
                                  </p:childTnLst>
                                </p:cTn>
                              </p:par>
                            </p:childTnLst>
                          </p:cTn>
                        </p:par>
                      </p:childTnLst>
                    </p:cTn>
                  </p:par>
                  <p:par>
                    <p:cTn id="22" fill="hold">
                      <p:stCondLst>
                        <p:cond delay="indefinite"/>
                      </p:stCondLst>
                      <p:childTnLst>
                        <p:par>
                          <p:cTn id="23" fill="hold">
                            <p:stCondLst>
                              <p:cond delay="0"/>
                            </p:stCondLst>
                            <p:childTnLst>
                              <p:par>
                                <p:cTn id="24" presetID="53" presetClass="entr" presetSubtype="16" fill="hold" grpId="0" nodeType="clickEffect">
                                  <p:stCondLst>
                                    <p:cond delay="0"/>
                                  </p:stCondLst>
                                  <p:childTnLst>
                                    <p:set>
                                      <p:cBhvr>
                                        <p:cTn id="25" dur="1" fill="hold">
                                          <p:stCondLst>
                                            <p:cond delay="0"/>
                                          </p:stCondLst>
                                        </p:cTn>
                                        <p:tgtEl>
                                          <p:spTgt spid="89"/>
                                        </p:tgtEl>
                                        <p:attrNameLst>
                                          <p:attrName>style.visibility</p:attrName>
                                        </p:attrNameLst>
                                      </p:cBhvr>
                                      <p:to>
                                        <p:strVal val="visible"/>
                                      </p:to>
                                    </p:set>
                                    <p:anim calcmode="lin" valueType="num">
                                      <p:cBhvr>
                                        <p:cTn id="26" dur="500" fill="hold"/>
                                        <p:tgtEl>
                                          <p:spTgt spid="89"/>
                                        </p:tgtEl>
                                        <p:attrNameLst>
                                          <p:attrName>ppt_w</p:attrName>
                                        </p:attrNameLst>
                                      </p:cBhvr>
                                      <p:tavLst>
                                        <p:tav tm="0">
                                          <p:val>
                                            <p:fltVal val="0"/>
                                          </p:val>
                                        </p:tav>
                                        <p:tav tm="100000">
                                          <p:val>
                                            <p:strVal val="#ppt_w"/>
                                          </p:val>
                                        </p:tav>
                                      </p:tavLst>
                                    </p:anim>
                                    <p:anim calcmode="lin" valueType="num">
                                      <p:cBhvr>
                                        <p:cTn id="27" dur="500" fill="hold"/>
                                        <p:tgtEl>
                                          <p:spTgt spid="89"/>
                                        </p:tgtEl>
                                        <p:attrNameLst>
                                          <p:attrName>ppt_h</p:attrName>
                                        </p:attrNameLst>
                                      </p:cBhvr>
                                      <p:tavLst>
                                        <p:tav tm="0">
                                          <p:val>
                                            <p:fltVal val="0"/>
                                          </p:val>
                                        </p:tav>
                                        <p:tav tm="100000">
                                          <p:val>
                                            <p:strVal val="#ppt_h"/>
                                          </p:val>
                                        </p:tav>
                                      </p:tavLst>
                                    </p:anim>
                                    <p:animEffect transition="in" filter="fade">
                                      <p:cBhvr>
                                        <p:cTn id="28" dur="500"/>
                                        <p:tgtEl>
                                          <p:spTgt spid="89"/>
                                        </p:tgtEl>
                                      </p:cBhvr>
                                    </p:animEffect>
                                  </p:childTnLst>
                                </p:cTn>
                              </p:par>
                              <p:par>
                                <p:cTn id="29" presetID="53" presetClass="entr" presetSubtype="16" fill="hold" grpId="0" nodeType="withEffect">
                                  <p:stCondLst>
                                    <p:cond delay="0"/>
                                  </p:stCondLst>
                                  <p:childTnLst>
                                    <p:set>
                                      <p:cBhvr>
                                        <p:cTn id="30" dur="1" fill="hold">
                                          <p:stCondLst>
                                            <p:cond delay="0"/>
                                          </p:stCondLst>
                                        </p:cTn>
                                        <p:tgtEl>
                                          <p:spTgt spid="88"/>
                                        </p:tgtEl>
                                        <p:attrNameLst>
                                          <p:attrName>style.visibility</p:attrName>
                                        </p:attrNameLst>
                                      </p:cBhvr>
                                      <p:to>
                                        <p:strVal val="visible"/>
                                      </p:to>
                                    </p:set>
                                    <p:anim calcmode="lin" valueType="num">
                                      <p:cBhvr>
                                        <p:cTn id="31" dur="500" fill="hold"/>
                                        <p:tgtEl>
                                          <p:spTgt spid="88"/>
                                        </p:tgtEl>
                                        <p:attrNameLst>
                                          <p:attrName>ppt_w</p:attrName>
                                        </p:attrNameLst>
                                      </p:cBhvr>
                                      <p:tavLst>
                                        <p:tav tm="0">
                                          <p:val>
                                            <p:fltVal val="0"/>
                                          </p:val>
                                        </p:tav>
                                        <p:tav tm="100000">
                                          <p:val>
                                            <p:strVal val="#ppt_w"/>
                                          </p:val>
                                        </p:tav>
                                      </p:tavLst>
                                    </p:anim>
                                    <p:anim calcmode="lin" valueType="num">
                                      <p:cBhvr>
                                        <p:cTn id="32" dur="500" fill="hold"/>
                                        <p:tgtEl>
                                          <p:spTgt spid="88"/>
                                        </p:tgtEl>
                                        <p:attrNameLst>
                                          <p:attrName>ppt_h</p:attrName>
                                        </p:attrNameLst>
                                      </p:cBhvr>
                                      <p:tavLst>
                                        <p:tav tm="0">
                                          <p:val>
                                            <p:fltVal val="0"/>
                                          </p:val>
                                        </p:tav>
                                        <p:tav tm="100000">
                                          <p:val>
                                            <p:strVal val="#ppt_h"/>
                                          </p:val>
                                        </p:tav>
                                      </p:tavLst>
                                    </p:anim>
                                    <p:animEffect transition="in" filter="fade">
                                      <p:cBhvr>
                                        <p:cTn id="33" dur="500"/>
                                        <p:tgtEl>
                                          <p:spTgt spid="88"/>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79" grpId="0" animBg="1"/>
      <p:bldP spid="85" grpId="0" animBg="1"/>
      <p:bldP spid="88" grpId="0"/>
      <p:bldP spid="89" grpId="0"/>
    </p:bldLst>
  </p:timing>
</p:sld>
</file>

<file path=ppt/slides/slide39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5" name="表格 5">
            <a:extLst>
              <a:ext uri="{FF2B5EF4-FFF2-40B4-BE49-F238E27FC236}">
                <a16:creationId xmlns:a16="http://schemas.microsoft.com/office/drawing/2014/main" id="{DD2D509C-F4B8-4D07-903C-B8DA2C054700}"/>
              </a:ext>
            </a:extLst>
          </p:cNvPr>
          <p:cNvGraphicFramePr>
            <a:graphicFrameLocks noGrp="1"/>
          </p:cNvGraphicFramePr>
          <p:nvPr/>
        </p:nvGraphicFramePr>
        <p:xfrm>
          <a:off x="2952378" y="1356230"/>
          <a:ext cx="1777474" cy="2743200"/>
        </p:xfrm>
        <a:graphic>
          <a:graphicData uri="http://schemas.openxmlformats.org/drawingml/2006/table">
            <a:tbl>
              <a:tblPr firstRow="1" bandRow="1">
                <a:tableStyleId>{5C22544A-7EE6-4342-B048-85BDC9FD1C3A}</a:tableStyleId>
              </a:tblPr>
              <a:tblGrid>
                <a:gridCol w="888737">
                  <a:extLst>
                    <a:ext uri="{9D8B030D-6E8A-4147-A177-3AD203B41FA5}">
                      <a16:colId xmlns:a16="http://schemas.microsoft.com/office/drawing/2014/main" val="4251559465"/>
                    </a:ext>
                  </a:extLst>
                </a:gridCol>
                <a:gridCol w="888737">
                  <a:extLst>
                    <a:ext uri="{9D8B030D-6E8A-4147-A177-3AD203B41FA5}">
                      <a16:colId xmlns:a16="http://schemas.microsoft.com/office/drawing/2014/main" val="2106410938"/>
                    </a:ext>
                  </a:extLst>
                </a:gridCol>
              </a:tblGrid>
              <a:tr h="237695">
                <a:tc gridSpan="2">
                  <a:txBody>
                    <a:bodyPr/>
                    <a:lstStyle/>
                    <a:p>
                      <a:pPr algn="ctr"/>
                      <a:r>
                        <a:rPr lang="zh-CN" altLang="en-US" dirty="0">
                          <a:solidFill>
                            <a:schemeClr val="tx1"/>
                          </a:solidFill>
                        </a:rPr>
                        <a:t>转发表</a:t>
                      </a: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hMerge="1">
                  <a:txBody>
                    <a:bodyPr/>
                    <a:lstStyle/>
                    <a:p>
                      <a:endParaRPr lang="zh-CN" altLang="en-US" dirty="0"/>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extLst>
                  <a:ext uri="{0D108BD9-81ED-4DB2-BD59-A6C34878D82A}">
                    <a16:rowId xmlns:a16="http://schemas.microsoft.com/office/drawing/2014/main" val="1301265837"/>
                  </a:ext>
                </a:extLst>
              </a:tr>
              <a:tr h="237695">
                <a:tc>
                  <a:txBody>
                    <a:bodyPr/>
                    <a:lstStyle/>
                    <a:p>
                      <a:pPr algn="ctr"/>
                      <a:r>
                        <a:rPr lang="zh-CN" altLang="en-US" b="1" dirty="0">
                          <a:solidFill>
                            <a:schemeClr val="tx1"/>
                          </a:solidFill>
                        </a:rPr>
                        <a:t>地址</a:t>
                      </a: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algn="ctr"/>
                      <a:r>
                        <a:rPr lang="zh-CN" altLang="en-US" b="1" dirty="0">
                          <a:solidFill>
                            <a:schemeClr val="tx1"/>
                          </a:solidFill>
                        </a:rPr>
                        <a:t>接口</a:t>
                      </a: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extLst>
                  <a:ext uri="{0D108BD9-81ED-4DB2-BD59-A6C34878D82A}">
                    <a16:rowId xmlns:a16="http://schemas.microsoft.com/office/drawing/2014/main" val="1377858286"/>
                  </a:ext>
                </a:extLst>
              </a:tr>
              <a:tr h="237695">
                <a:tc>
                  <a:txBody>
                    <a:bodyPr/>
                    <a:lstStyle/>
                    <a:p>
                      <a:pPr algn="ctr"/>
                      <a:r>
                        <a:rPr lang="en-US" altLang="zh-CN" b="1" dirty="0">
                          <a:solidFill>
                            <a:schemeClr val="tx1"/>
                          </a:solidFill>
                        </a:rPr>
                        <a:t>A</a:t>
                      </a:r>
                      <a:endParaRPr lang="zh-CN" altLang="en-US" b="1" dirty="0">
                        <a:solidFill>
                          <a:schemeClr val="tx1"/>
                        </a:solidFill>
                      </a:endParaRPr>
                    </a:p>
                  </a:txBody>
                  <a:tcPr marL="0" marR="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algn="ctr"/>
                      <a:r>
                        <a:rPr lang="en-US" altLang="zh-CN" b="1" dirty="0">
                          <a:solidFill>
                            <a:schemeClr val="tx1"/>
                          </a:solidFill>
                        </a:rPr>
                        <a:t>1</a:t>
                      </a:r>
                      <a:endParaRPr lang="zh-CN" altLang="en-US" b="1" dirty="0">
                        <a:solidFill>
                          <a:schemeClr val="tx1"/>
                        </a:solidFill>
                      </a:endParaRPr>
                    </a:p>
                  </a:txBody>
                  <a:tcPr marL="0" marR="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extLst>
                  <a:ext uri="{0D108BD9-81ED-4DB2-BD59-A6C34878D82A}">
                    <a16:rowId xmlns:a16="http://schemas.microsoft.com/office/drawing/2014/main" val="3650164858"/>
                  </a:ext>
                </a:extLst>
              </a:tr>
              <a:tr h="237695">
                <a:tc>
                  <a:txBody>
                    <a:bodyPr/>
                    <a:lstStyle/>
                    <a:p>
                      <a:pPr algn="ctr"/>
                      <a:r>
                        <a:rPr lang="en-US" altLang="zh-CN" b="1" dirty="0">
                          <a:solidFill>
                            <a:schemeClr val="tx1"/>
                          </a:solidFill>
                        </a:rPr>
                        <a:t>D</a:t>
                      </a:r>
                      <a:endParaRPr lang="zh-CN" altLang="en-US" b="1" dirty="0">
                        <a:solidFill>
                          <a:schemeClr val="tx1"/>
                        </a:solidFill>
                      </a:endParaRPr>
                    </a:p>
                  </a:txBody>
                  <a:tcPr marL="0" marR="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algn="ctr"/>
                      <a:r>
                        <a:rPr lang="en-US" altLang="zh-CN" b="1" dirty="0">
                          <a:solidFill>
                            <a:schemeClr val="tx1"/>
                          </a:solidFill>
                        </a:rPr>
                        <a:t>2</a:t>
                      </a:r>
                      <a:endParaRPr lang="zh-CN" altLang="en-US" b="1" dirty="0">
                        <a:solidFill>
                          <a:schemeClr val="tx1"/>
                        </a:solidFill>
                      </a:endParaRPr>
                    </a:p>
                  </a:txBody>
                  <a:tcPr marL="0" marR="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extLst>
                  <a:ext uri="{0D108BD9-81ED-4DB2-BD59-A6C34878D82A}">
                    <a16:rowId xmlns:a16="http://schemas.microsoft.com/office/drawing/2014/main" val="3538553397"/>
                  </a:ext>
                </a:extLst>
              </a:tr>
              <a:tr h="237695">
                <a:tc>
                  <a:txBody>
                    <a:bodyPr/>
                    <a:lstStyle/>
                    <a:p>
                      <a:pPr algn="ctr"/>
                      <a:r>
                        <a:rPr lang="en-US" altLang="zh-CN" b="1" dirty="0">
                          <a:solidFill>
                            <a:schemeClr val="tx1"/>
                          </a:solidFill>
                        </a:rPr>
                        <a:t>C</a:t>
                      </a:r>
                      <a:endParaRPr lang="zh-CN" altLang="en-US" b="1" dirty="0">
                        <a:solidFill>
                          <a:schemeClr val="tx1"/>
                        </a:solidFill>
                      </a:endParaRPr>
                    </a:p>
                  </a:txBody>
                  <a:tcPr marL="0" marR="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algn="ctr"/>
                      <a:r>
                        <a:rPr lang="en-US" altLang="zh-CN" b="1" dirty="0">
                          <a:solidFill>
                            <a:schemeClr val="tx1"/>
                          </a:solidFill>
                        </a:rPr>
                        <a:t>1</a:t>
                      </a:r>
                      <a:endParaRPr lang="zh-CN" altLang="en-US" b="1" dirty="0">
                        <a:solidFill>
                          <a:schemeClr val="tx1"/>
                        </a:solidFill>
                      </a:endParaRPr>
                    </a:p>
                  </a:txBody>
                  <a:tcPr marL="0" marR="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extLst>
                  <a:ext uri="{0D108BD9-81ED-4DB2-BD59-A6C34878D82A}">
                    <a16:rowId xmlns:a16="http://schemas.microsoft.com/office/drawing/2014/main" val="3266492017"/>
                  </a:ext>
                </a:extLst>
              </a:tr>
              <a:tr h="237695">
                <a:tc>
                  <a:txBody>
                    <a:bodyPr/>
                    <a:lstStyle/>
                    <a:p>
                      <a:pPr algn="ctr"/>
                      <a:endParaRPr lang="zh-CN" altLang="en-US" b="1" dirty="0">
                        <a:solidFill>
                          <a:schemeClr val="tx1"/>
                        </a:solidFill>
                      </a:endParaRPr>
                    </a:p>
                  </a:txBody>
                  <a:tcPr marL="0" marR="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algn="ctr"/>
                      <a:endParaRPr lang="zh-CN" altLang="en-US" b="1" dirty="0">
                        <a:solidFill>
                          <a:schemeClr val="tx1"/>
                        </a:solidFill>
                      </a:endParaRPr>
                    </a:p>
                  </a:txBody>
                  <a:tcPr marL="0" marR="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extLst>
                  <a:ext uri="{0D108BD9-81ED-4DB2-BD59-A6C34878D82A}">
                    <a16:rowId xmlns:a16="http://schemas.microsoft.com/office/drawing/2014/main" val="1529062855"/>
                  </a:ext>
                </a:extLst>
              </a:tr>
              <a:tr h="237695">
                <a:tc>
                  <a:txBody>
                    <a:bodyPr/>
                    <a:lstStyle/>
                    <a:p>
                      <a:pPr algn="ctr"/>
                      <a:endParaRPr lang="zh-CN" altLang="en-US" b="1" dirty="0">
                        <a:solidFill>
                          <a:schemeClr val="tx1"/>
                        </a:solidFill>
                      </a:endParaRPr>
                    </a:p>
                  </a:txBody>
                  <a:tcPr marL="0" marR="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algn="ctr"/>
                      <a:endParaRPr lang="zh-CN" altLang="en-US" b="1" dirty="0">
                        <a:solidFill>
                          <a:schemeClr val="tx1"/>
                        </a:solidFill>
                      </a:endParaRPr>
                    </a:p>
                  </a:txBody>
                  <a:tcPr marL="0" marR="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extLst>
                  <a:ext uri="{0D108BD9-81ED-4DB2-BD59-A6C34878D82A}">
                    <a16:rowId xmlns:a16="http://schemas.microsoft.com/office/drawing/2014/main" val="442680850"/>
                  </a:ext>
                </a:extLst>
              </a:tr>
              <a:tr h="237695">
                <a:tc>
                  <a:txBody>
                    <a:bodyPr/>
                    <a:lstStyle/>
                    <a:p>
                      <a:pPr algn="ctr"/>
                      <a:endParaRPr lang="zh-CN" altLang="en-US" b="1" dirty="0">
                        <a:solidFill>
                          <a:schemeClr val="tx1"/>
                        </a:solidFill>
                      </a:endParaRPr>
                    </a:p>
                  </a:txBody>
                  <a:tcPr marL="0" marR="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algn="ctr"/>
                      <a:endParaRPr lang="zh-CN" altLang="en-US" b="1" dirty="0">
                        <a:solidFill>
                          <a:schemeClr val="tx1"/>
                        </a:solidFill>
                      </a:endParaRPr>
                    </a:p>
                  </a:txBody>
                  <a:tcPr marL="0" marR="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extLst>
                  <a:ext uri="{0D108BD9-81ED-4DB2-BD59-A6C34878D82A}">
                    <a16:rowId xmlns:a16="http://schemas.microsoft.com/office/drawing/2014/main" val="1292345931"/>
                  </a:ext>
                </a:extLst>
              </a:tr>
              <a:tr h="237695">
                <a:tc>
                  <a:txBody>
                    <a:bodyPr/>
                    <a:lstStyle/>
                    <a:p>
                      <a:pPr algn="ctr"/>
                      <a:r>
                        <a:rPr lang="en-US" altLang="zh-CN" dirty="0">
                          <a:solidFill>
                            <a:schemeClr val="tx1"/>
                          </a:solidFill>
                          <a:latin typeface="宋体" panose="02010600030101010101" pitchFamily="2" charset="-122"/>
                          <a:ea typeface="宋体" panose="02010600030101010101" pitchFamily="2" charset="-122"/>
                        </a:rPr>
                        <a:t>…</a:t>
                      </a:r>
                      <a:endParaRPr lang="zh-CN" altLang="en-US" dirty="0">
                        <a:solidFill>
                          <a:schemeClr val="tx1"/>
                        </a:solidFill>
                        <a:latin typeface="宋体" panose="02010600030101010101" pitchFamily="2" charset="-122"/>
                        <a:ea typeface="宋体" panose="02010600030101010101" pitchFamily="2" charset="-122"/>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algn="ctr"/>
                      <a:r>
                        <a:rPr lang="en-US" altLang="zh-CN" dirty="0">
                          <a:solidFill>
                            <a:schemeClr val="tx1"/>
                          </a:solidFill>
                          <a:latin typeface="宋体" panose="02010600030101010101" pitchFamily="2" charset="-122"/>
                          <a:ea typeface="宋体" panose="02010600030101010101" pitchFamily="2" charset="-122"/>
                        </a:rPr>
                        <a:t>…</a:t>
                      </a:r>
                      <a:endParaRPr lang="zh-CN" altLang="en-US" dirty="0">
                        <a:solidFill>
                          <a:schemeClr val="tx1"/>
                        </a:solidFill>
                        <a:latin typeface="宋体" panose="02010600030101010101" pitchFamily="2" charset="-122"/>
                        <a:ea typeface="宋体" panose="02010600030101010101" pitchFamily="2" charset="-122"/>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extLst>
                  <a:ext uri="{0D108BD9-81ED-4DB2-BD59-A6C34878D82A}">
                    <a16:rowId xmlns:a16="http://schemas.microsoft.com/office/drawing/2014/main" val="4041760001"/>
                  </a:ext>
                </a:extLst>
              </a:tr>
            </a:tbl>
          </a:graphicData>
        </a:graphic>
      </p:graphicFrame>
      <p:grpSp>
        <p:nvGrpSpPr>
          <p:cNvPr id="4" name="组合 3">
            <a:extLst>
              <a:ext uri="{FF2B5EF4-FFF2-40B4-BE49-F238E27FC236}">
                <a16:creationId xmlns:a16="http://schemas.microsoft.com/office/drawing/2014/main" id="{9A1EA9F2-FCB6-48C3-935F-7AE7E3AD14AC}"/>
              </a:ext>
            </a:extLst>
          </p:cNvPr>
          <p:cNvGrpSpPr/>
          <p:nvPr/>
        </p:nvGrpSpPr>
        <p:grpSpPr>
          <a:xfrm>
            <a:off x="304800" y="749300"/>
            <a:ext cx="6192344" cy="400110"/>
            <a:chOff x="424117" y="898245"/>
            <a:chExt cx="6192344" cy="400110"/>
          </a:xfrm>
        </p:grpSpPr>
        <p:sp>
          <p:nvSpPr>
            <p:cNvPr id="2" name="平行四边形 1">
              <a:extLst>
                <a:ext uri="{FF2B5EF4-FFF2-40B4-BE49-F238E27FC236}">
                  <a16:creationId xmlns:a16="http://schemas.microsoft.com/office/drawing/2014/main" id="{1F5BAA3F-9845-4F89-A2DD-8222D3E4EDAC}"/>
                </a:ext>
              </a:extLst>
            </p:cNvPr>
            <p:cNvSpPr/>
            <p:nvPr/>
          </p:nvSpPr>
          <p:spPr>
            <a:xfrm>
              <a:off x="424117" y="898245"/>
              <a:ext cx="628306" cy="387090"/>
            </a:xfrm>
            <a:prstGeom prst="parallelogram">
              <a:avLst/>
            </a:prstGeom>
            <a:solidFill>
              <a:schemeClr val="accent3">
                <a:lumMod val="75000"/>
              </a:schemeClr>
            </a:solidFill>
            <a:ln>
              <a:solidFill>
                <a:schemeClr val="accent3">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CN" sz="2200" dirty="0">
                  <a:latin typeface="Impact" panose="020B0806030902050204" pitchFamily="34" charset="0"/>
                </a:rPr>
                <a:t>01</a:t>
              </a:r>
              <a:endParaRPr lang="zh-CN" altLang="en-US" sz="2200" dirty="0">
                <a:latin typeface="Impact" panose="020B0806030902050204" pitchFamily="34" charset="0"/>
              </a:endParaRPr>
            </a:p>
          </p:txBody>
        </p:sp>
        <p:sp>
          <p:nvSpPr>
            <p:cNvPr id="3" name="文本框 2">
              <a:extLst>
                <a:ext uri="{FF2B5EF4-FFF2-40B4-BE49-F238E27FC236}">
                  <a16:creationId xmlns:a16="http://schemas.microsoft.com/office/drawing/2014/main" id="{4D6BD736-A4D3-4F26-AFED-36E11F50F70B}"/>
                </a:ext>
              </a:extLst>
            </p:cNvPr>
            <p:cNvSpPr txBox="1"/>
            <p:nvPr/>
          </p:nvSpPr>
          <p:spPr>
            <a:xfrm>
              <a:off x="1052423" y="898245"/>
              <a:ext cx="5564038" cy="400110"/>
            </a:xfrm>
            <a:prstGeom prst="rect">
              <a:avLst/>
            </a:prstGeom>
            <a:noFill/>
          </p:spPr>
          <p:txBody>
            <a:bodyPr wrap="square" rtlCol="0">
              <a:spAutoFit/>
            </a:bodyPr>
            <a:lstStyle/>
            <a:p>
              <a:r>
                <a:rPr lang="zh-CN" altLang="en-US" sz="2000" b="1" dirty="0">
                  <a:solidFill>
                    <a:schemeClr val="tx1"/>
                  </a:solidFill>
                  <a:latin typeface="Arial Narrow" panose="020B0606020202030204" pitchFamily="34" charset="0"/>
                </a:rPr>
                <a:t>透明网桥的自学习和转发帧的流程</a:t>
              </a:r>
              <a:endParaRPr lang="en-US" altLang="zh-CN" sz="2000" b="1" dirty="0">
                <a:solidFill>
                  <a:schemeClr val="tx1"/>
                </a:solidFill>
                <a:latin typeface="Arial Narrow" panose="020B0606020202030204" pitchFamily="34" charset="0"/>
              </a:endParaRPr>
            </a:p>
          </p:txBody>
        </p:sp>
      </p:grpSp>
      <p:grpSp>
        <p:nvGrpSpPr>
          <p:cNvPr id="6" name="组合 5">
            <a:extLst>
              <a:ext uri="{FF2B5EF4-FFF2-40B4-BE49-F238E27FC236}">
                <a16:creationId xmlns:a16="http://schemas.microsoft.com/office/drawing/2014/main" id="{7BC49B4D-BED2-4980-BE5E-9C4B92788D57}"/>
              </a:ext>
            </a:extLst>
          </p:cNvPr>
          <p:cNvGrpSpPr/>
          <p:nvPr/>
        </p:nvGrpSpPr>
        <p:grpSpPr>
          <a:xfrm>
            <a:off x="357425" y="2918742"/>
            <a:ext cx="7018608" cy="3466250"/>
            <a:chOff x="2594085" y="2918742"/>
            <a:chExt cx="7018608" cy="3466250"/>
          </a:xfrm>
        </p:grpSpPr>
        <p:cxnSp>
          <p:nvCxnSpPr>
            <p:cNvPr id="20" name="直接连接符 19">
              <a:extLst>
                <a:ext uri="{FF2B5EF4-FFF2-40B4-BE49-F238E27FC236}">
                  <a16:creationId xmlns:a16="http://schemas.microsoft.com/office/drawing/2014/main" id="{35959B14-2675-4534-AF81-823E7C483BF0}"/>
                </a:ext>
              </a:extLst>
            </p:cNvPr>
            <p:cNvCxnSpPr>
              <a:cxnSpLocks/>
            </p:cNvCxnSpPr>
            <p:nvPr/>
          </p:nvCxnSpPr>
          <p:spPr>
            <a:xfrm>
              <a:off x="2826968" y="4662065"/>
              <a:ext cx="3144483"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1" name="直接连接符 20">
              <a:extLst>
                <a:ext uri="{FF2B5EF4-FFF2-40B4-BE49-F238E27FC236}">
                  <a16:creationId xmlns:a16="http://schemas.microsoft.com/office/drawing/2014/main" id="{A9CBBDDF-1684-46FF-9748-4143359B4237}"/>
                </a:ext>
              </a:extLst>
            </p:cNvPr>
            <p:cNvCxnSpPr>
              <a:cxnSpLocks/>
            </p:cNvCxnSpPr>
            <p:nvPr/>
          </p:nvCxnSpPr>
          <p:spPr>
            <a:xfrm>
              <a:off x="6132181" y="4662065"/>
              <a:ext cx="3202591"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2" name="直接连接符 51">
              <a:extLst>
                <a:ext uri="{FF2B5EF4-FFF2-40B4-BE49-F238E27FC236}">
                  <a16:creationId xmlns:a16="http://schemas.microsoft.com/office/drawing/2014/main" id="{DBF92076-58AC-40B2-8928-59CFD0C09F75}"/>
                </a:ext>
              </a:extLst>
            </p:cNvPr>
            <p:cNvCxnSpPr/>
            <p:nvPr/>
          </p:nvCxnSpPr>
          <p:spPr>
            <a:xfrm flipV="1">
              <a:off x="4441112" y="3514333"/>
              <a:ext cx="0" cy="2519534"/>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3" name="直接连接符 52">
              <a:extLst>
                <a:ext uri="{FF2B5EF4-FFF2-40B4-BE49-F238E27FC236}">
                  <a16:creationId xmlns:a16="http://schemas.microsoft.com/office/drawing/2014/main" id="{EED559DC-292B-4CE1-920D-FB3B64E7A129}"/>
                </a:ext>
              </a:extLst>
            </p:cNvPr>
            <p:cNvCxnSpPr/>
            <p:nvPr/>
          </p:nvCxnSpPr>
          <p:spPr>
            <a:xfrm flipH="1">
              <a:off x="3208366" y="4662392"/>
              <a:ext cx="1232746"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pic>
          <p:nvPicPr>
            <p:cNvPr id="54" name="图片 53" descr="文本&#10;&#10;描述已自动生成">
              <a:extLst>
                <a:ext uri="{FF2B5EF4-FFF2-40B4-BE49-F238E27FC236}">
                  <a16:creationId xmlns:a16="http://schemas.microsoft.com/office/drawing/2014/main" id="{A79EC3B7-6709-4ADB-9BBB-489673070EB6}"/>
                </a:ext>
              </a:extLst>
            </p:cNvPr>
            <p:cNvPicPr>
              <a:picLocks noChangeAspect="1"/>
            </p:cNvPicPr>
            <p:nvPr/>
          </p:nvPicPr>
          <p:blipFill>
            <a:blip r:embed="rId3">
              <a:extLst>
                <a:ext uri="{28A0092B-C50C-407E-A947-70E740481C1C}">
                  <a14:useLocalDpi xmlns:a14="http://schemas.microsoft.com/office/drawing/2010/main" val="0"/>
                </a:ext>
              </a:extLst>
            </a:blip>
            <a:stretch>
              <a:fillRect/>
            </a:stretch>
          </p:blipFill>
          <p:spPr>
            <a:xfrm>
              <a:off x="4164077" y="4403480"/>
              <a:ext cx="589727" cy="552869"/>
            </a:xfrm>
            <a:prstGeom prst="rect">
              <a:avLst/>
            </a:prstGeom>
          </p:spPr>
        </p:pic>
        <p:sp>
          <p:nvSpPr>
            <p:cNvPr id="55" name="文本框 54">
              <a:extLst>
                <a:ext uri="{FF2B5EF4-FFF2-40B4-BE49-F238E27FC236}">
                  <a16:creationId xmlns:a16="http://schemas.microsoft.com/office/drawing/2014/main" id="{BCEC10C2-62EA-4D22-96C7-8630FF95FB41}"/>
                </a:ext>
              </a:extLst>
            </p:cNvPr>
            <p:cNvSpPr txBox="1"/>
            <p:nvPr/>
          </p:nvSpPr>
          <p:spPr>
            <a:xfrm>
              <a:off x="4421357" y="4836433"/>
              <a:ext cx="918385" cy="369332"/>
            </a:xfrm>
            <a:prstGeom prst="rect">
              <a:avLst/>
            </a:prstGeom>
            <a:noFill/>
          </p:spPr>
          <p:txBody>
            <a:bodyPr wrap="square" rtlCol="0">
              <a:spAutoFit/>
            </a:bodyPr>
            <a:lstStyle/>
            <a:p>
              <a:pPr algn="ctr"/>
              <a:r>
                <a:rPr lang="zh-CN" altLang="en-US" b="1" dirty="0">
                  <a:latin typeface="+mn-ea"/>
                </a:rPr>
                <a:t>集线器</a:t>
              </a:r>
            </a:p>
          </p:txBody>
        </p:sp>
        <p:grpSp>
          <p:nvGrpSpPr>
            <p:cNvPr id="56" name="组合 55">
              <a:extLst>
                <a:ext uri="{FF2B5EF4-FFF2-40B4-BE49-F238E27FC236}">
                  <a16:creationId xmlns:a16="http://schemas.microsoft.com/office/drawing/2014/main" id="{164AC773-3928-4B29-92A6-5FEABDF08771}"/>
                </a:ext>
              </a:extLst>
            </p:cNvPr>
            <p:cNvGrpSpPr/>
            <p:nvPr/>
          </p:nvGrpSpPr>
          <p:grpSpPr>
            <a:xfrm>
              <a:off x="4082203" y="2918742"/>
              <a:ext cx="688835" cy="666249"/>
              <a:chOff x="3393222" y="2975188"/>
              <a:chExt cx="688835" cy="666249"/>
            </a:xfrm>
          </p:grpSpPr>
          <p:pic>
            <p:nvPicPr>
              <p:cNvPr id="63" name="图形 10">
                <a:extLst>
                  <a:ext uri="{FF2B5EF4-FFF2-40B4-BE49-F238E27FC236}">
                    <a16:creationId xmlns:a16="http://schemas.microsoft.com/office/drawing/2014/main" id="{55744A7A-8759-4D2F-A708-A31F46AE97A9}"/>
                  </a:ext>
                </a:extLst>
              </p:cNvPr>
              <p:cNvPicPr>
                <a:picLocks noChangeAspect="1"/>
              </p:cNvPicPr>
              <p:nvPr/>
            </p:nvPicPr>
            <p:blipFill>
              <a:blip r:embed="rId4">
                <a:extLst>
                  <a:ext uri="{28A0092B-C50C-407E-A947-70E740481C1C}">
                    <a14:useLocalDpi xmlns:a14="http://schemas.microsoft.com/office/drawing/2010/main" val="0"/>
                  </a:ext>
                  <a:ext uri="{96DAC541-7B7A-43D3-8B79-37D633B846F1}">
                    <asvg:svgBlip xmlns:asvg="http://schemas.microsoft.com/office/drawing/2016/SVG/main" r:embed="rId5"/>
                  </a:ext>
                </a:extLst>
              </a:blip>
              <a:stretch>
                <a:fillRect/>
              </a:stretch>
            </p:blipFill>
            <p:spPr>
              <a:xfrm>
                <a:off x="3393222" y="2975188"/>
                <a:ext cx="688835" cy="666249"/>
              </a:xfrm>
              <a:prstGeom prst="rect">
                <a:avLst/>
              </a:prstGeom>
            </p:spPr>
          </p:pic>
          <p:sp>
            <p:nvSpPr>
              <p:cNvPr id="64" name="文本框 63">
                <a:extLst>
                  <a:ext uri="{FF2B5EF4-FFF2-40B4-BE49-F238E27FC236}">
                    <a16:creationId xmlns:a16="http://schemas.microsoft.com/office/drawing/2014/main" id="{9B98C997-2BE5-43EE-8ED2-2321C74E159C}"/>
                  </a:ext>
                </a:extLst>
              </p:cNvPr>
              <p:cNvSpPr txBox="1"/>
              <p:nvPr/>
            </p:nvSpPr>
            <p:spPr>
              <a:xfrm>
                <a:off x="3680202" y="3014092"/>
                <a:ext cx="388699" cy="400110"/>
              </a:xfrm>
              <a:prstGeom prst="rect">
                <a:avLst/>
              </a:prstGeom>
              <a:noFill/>
            </p:spPr>
            <p:txBody>
              <a:bodyPr wrap="square">
                <a:spAutoFit/>
              </a:bodyPr>
              <a:lstStyle/>
              <a:p>
                <a:pPr algn="ctr"/>
                <a:r>
                  <a:rPr lang="en-US" altLang="zh-CN" sz="2000" b="1" dirty="0">
                    <a:solidFill>
                      <a:schemeClr val="bg1"/>
                    </a:solidFill>
                  </a:rPr>
                  <a:t>B</a:t>
                </a:r>
                <a:endParaRPr lang="zh-CN" altLang="en-US" sz="2000" dirty="0">
                  <a:solidFill>
                    <a:schemeClr val="bg1"/>
                  </a:solidFill>
                </a:endParaRPr>
              </a:p>
            </p:txBody>
          </p:sp>
        </p:grpSp>
        <p:grpSp>
          <p:nvGrpSpPr>
            <p:cNvPr id="57" name="组合 56">
              <a:extLst>
                <a:ext uri="{FF2B5EF4-FFF2-40B4-BE49-F238E27FC236}">
                  <a16:creationId xmlns:a16="http://schemas.microsoft.com/office/drawing/2014/main" id="{DA493CCE-7340-47EB-BC3F-7E4E90DE7A71}"/>
                </a:ext>
              </a:extLst>
            </p:cNvPr>
            <p:cNvGrpSpPr/>
            <p:nvPr/>
          </p:nvGrpSpPr>
          <p:grpSpPr>
            <a:xfrm>
              <a:off x="2594085" y="4170184"/>
              <a:ext cx="688835" cy="666249"/>
              <a:chOff x="3393222" y="2975188"/>
              <a:chExt cx="688835" cy="666249"/>
            </a:xfrm>
          </p:grpSpPr>
          <p:pic>
            <p:nvPicPr>
              <p:cNvPr id="61" name="图形 10">
                <a:extLst>
                  <a:ext uri="{FF2B5EF4-FFF2-40B4-BE49-F238E27FC236}">
                    <a16:creationId xmlns:a16="http://schemas.microsoft.com/office/drawing/2014/main" id="{D724056B-10D0-44B7-A2F7-BB4BFDD76BF8}"/>
                  </a:ext>
                </a:extLst>
              </p:cNvPr>
              <p:cNvPicPr>
                <a:picLocks noChangeAspect="1"/>
              </p:cNvPicPr>
              <p:nvPr/>
            </p:nvPicPr>
            <p:blipFill>
              <a:blip r:embed="rId4">
                <a:extLst>
                  <a:ext uri="{28A0092B-C50C-407E-A947-70E740481C1C}">
                    <a14:useLocalDpi xmlns:a14="http://schemas.microsoft.com/office/drawing/2010/main" val="0"/>
                  </a:ext>
                  <a:ext uri="{96DAC541-7B7A-43D3-8B79-37D633B846F1}">
                    <asvg:svgBlip xmlns:asvg="http://schemas.microsoft.com/office/drawing/2016/SVG/main" r:embed="rId5"/>
                  </a:ext>
                </a:extLst>
              </a:blip>
              <a:stretch>
                <a:fillRect/>
              </a:stretch>
            </p:blipFill>
            <p:spPr>
              <a:xfrm>
                <a:off x="3393222" y="2975188"/>
                <a:ext cx="688835" cy="666249"/>
              </a:xfrm>
              <a:prstGeom prst="rect">
                <a:avLst/>
              </a:prstGeom>
            </p:spPr>
          </p:pic>
          <p:sp>
            <p:nvSpPr>
              <p:cNvPr id="62" name="文本框 61">
                <a:extLst>
                  <a:ext uri="{FF2B5EF4-FFF2-40B4-BE49-F238E27FC236}">
                    <a16:creationId xmlns:a16="http://schemas.microsoft.com/office/drawing/2014/main" id="{1B579C24-3D84-4D42-801E-9599D16D2328}"/>
                  </a:ext>
                </a:extLst>
              </p:cNvPr>
              <p:cNvSpPr txBox="1"/>
              <p:nvPr/>
            </p:nvSpPr>
            <p:spPr>
              <a:xfrm>
                <a:off x="3680202" y="3014092"/>
                <a:ext cx="388699" cy="400110"/>
              </a:xfrm>
              <a:prstGeom prst="rect">
                <a:avLst/>
              </a:prstGeom>
              <a:noFill/>
            </p:spPr>
            <p:txBody>
              <a:bodyPr wrap="square">
                <a:spAutoFit/>
              </a:bodyPr>
              <a:lstStyle/>
              <a:p>
                <a:pPr algn="ctr"/>
                <a:r>
                  <a:rPr lang="en-US" altLang="zh-CN" sz="2000" b="1" dirty="0">
                    <a:solidFill>
                      <a:schemeClr val="bg1"/>
                    </a:solidFill>
                  </a:rPr>
                  <a:t>A</a:t>
                </a:r>
                <a:endParaRPr lang="zh-CN" altLang="en-US" sz="2000" dirty="0">
                  <a:solidFill>
                    <a:schemeClr val="bg1"/>
                  </a:solidFill>
                </a:endParaRPr>
              </a:p>
            </p:txBody>
          </p:sp>
        </p:grpSp>
        <p:grpSp>
          <p:nvGrpSpPr>
            <p:cNvPr id="58" name="组合 57">
              <a:extLst>
                <a:ext uri="{FF2B5EF4-FFF2-40B4-BE49-F238E27FC236}">
                  <a16:creationId xmlns:a16="http://schemas.microsoft.com/office/drawing/2014/main" id="{8E891124-F4B8-4DC0-94A5-A184BBF24DA9}"/>
                </a:ext>
              </a:extLst>
            </p:cNvPr>
            <p:cNvGrpSpPr/>
            <p:nvPr/>
          </p:nvGrpSpPr>
          <p:grpSpPr>
            <a:xfrm>
              <a:off x="4010702" y="5718743"/>
              <a:ext cx="688835" cy="666249"/>
              <a:chOff x="3393222" y="2975188"/>
              <a:chExt cx="688835" cy="666249"/>
            </a:xfrm>
          </p:grpSpPr>
          <p:pic>
            <p:nvPicPr>
              <p:cNvPr id="59" name="图形 10">
                <a:extLst>
                  <a:ext uri="{FF2B5EF4-FFF2-40B4-BE49-F238E27FC236}">
                    <a16:creationId xmlns:a16="http://schemas.microsoft.com/office/drawing/2014/main" id="{5C51064C-A053-4286-98E5-BDA48A307CC9}"/>
                  </a:ext>
                </a:extLst>
              </p:cNvPr>
              <p:cNvPicPr>
                <a:picLocks noChangeAspect="1"/>
              </p:cNvPicPr>
              <p:nvPr/>
            </p:nvPicPr>
            <p:blipFill>
              <a:blip r:embed="rId4">
                <a:extLst>
                  <a:ext uri="{28A0092B-C50C-407E-A947-70E740481C1C}">
                    <a14:useLocalDpi xmlns:a14="http://schemas.microsoft.com/office/drawing/2010/main" val="0"/>
                  </a:ext>
                  <a:ext uri="{96DAC541-7B7A-43D3-8B79-37D633B846F1}">
                    <asvg:svgBlip xmlns:asvg="http://schemas.microsoft.com/office/drawing/2016/SVG/main" r:embed="rId5"/>
                  </a:ext>
                </a:extLst>
              </a:blip>
              <a:stretch>
                <a:fillRect/>
              </a:stretch>
            </p:blipFill>
            <p:spPr>
              <a:xfrm>
                <a:off x="3393222" y="2975188"/>
                <a:ext cx="688835" cy="666249"/>
              </a:xfrm>
              <a:prstGeom prst="rect">
                <a:avLst/>
              </a:prstGeom>
            </p:spPr>
          </p:pic>
          <p:sp>
            <p:nvSpPr>
              <p:cNvPr id="60" name="文本框 59">
                <a:extLst>
                  <a:ext uri="{FF2B5EF4-FFF2-40B4-BE49-F238E27FC236}">
                    <a16:creationId xmlns:a16="http://schemas.microsoft.com/office/drawing/2014/main" id="{B1544697-D405-4B72-9319-3D18DFC7C4E1}"/>
                  </a:ext>
                </a:extLst>
              </p:cNvPr>
              <p:cNvSpPr txBox="1"/>
              <p:nvPr/>
            </p:nvSpPr>
            <p:spPr>
              <a:xfrm>
                <a:off x="3680202" y="3014092"/>
                <a:ext cx="388699" cy="400110"/>
              </a:xfrm>
              <a:prstGeom prst="rect">
                <a:avLst/>
              </a:prstGeom>
              <a:noFill/>
            </p:spPr>
            <p:txBody>
              <a:bodyPr wrap="square">
                <a:spAutoFit/>
              </a:bodyPr>
              <a:lstStyle/>
              <a:p>
                <a:pPr algn="ctr"/>
                <a:r>
                  <a:rPr lang="en-US" altLang="zh-CN" sz="2000" b="1" dirty="0">
                    <a:solidFill>
                      <a:schemeClr val="bg1"/>
                    </a:solidFill>
                  </a:rPr>
                  <a:t>C</a:t>
                </a:r>
                <a:endParaRPr lang="zh-CN" altLang="en-US" sz="2000" dirty="0">
                  <a:solidFill>
                    <a:schemeClr val="bg1"/>
                  </a:solidFill>
                </a:endParaRPr>
              </a:p>
            </p:txBody>
          </p:sp>
        </p:grpSp>
        <p:cxnSp>
          <p:nvCxnSpPr>
            <p:cNvPr id="39" name="直接连接符 38">
              <a:extLst>
                <a:ext uri="{FF2B5EF4-FFF2-40B4-BE49-F238E27FC236}">
                  <a16:creationId xmlns:a16="http://schemas.microsoft.com/office/drawing/2014/main" id="{3B54DCDA-29F4-4A7A-B891-9FE72331555E}"/>
                </a:ext>
              </a:extLst>
            </p:cNvPr>
            <p:cNvCxnSpPr/>
            <p:nvPr/>
          </p:nvCxnSpPr>
          <p:spPr>
            <a:xfrm flipV="1">
              <a:off x="7706158" y="3514333"/>
              <a:ext cx="0" cy="2519534"/>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pic>
          <p:nvPicPr>
            <p:cNvPr id="41" name="图片 40" descr="文本&#10;&#10;描述已自动生成">
              <a:extLst>
                <a:ext uri="{FF2B5EF4-FFF2-40B4-BE49-F238E27FC236}">
                  <a16:creationId xmlns:a16="http://schemas.microsoft.com/office/drawing/2014/main" id="{DDAED76E-9D71-49D3-9571-3A8E413C6BE6}"/>
                </a:ext>
              </a:extLst>
            </p:cNvPr>
            <p:cNvPicPr>
              <a:picLocks noChangeAspect="1"/>
            </p:cNvPicPr>
            <p:nvPr/>
          </p:nvPicPr>
          <p:blipFill>
            <a:blip r:embed="rId3">
              <a:extLst>
                <a:ext uri="{28A0092B-C50C-407E-A947-70E740481C1C}">
                  <a14:useLocalDpi xmlns:a14="http://schemas.microsoft.com/office/drawing/2010/main" val="0"/>
                </a:ext>
              </a:extLst>
            </a:blip>
            <a:stretch>
              <a:fillRect/>
            </a:stretch>
          </p:blipFill>
          <p:spPr>
            <a:xfrm>
              <a:off x="7429123" y="4403480"/>
              <a:ext cx="589727" cy="552869"/>
            </a:xfrm>
            <a:prstGeom prst="rect">
              <a:avLst/>
            </a:prstGeom>
          </p:spPr>
        </p:pic>
        <p:sp>
          <p:nvSpPr>
            <p:cNvPr id="42" name="文本框 41">
              <a:extLst>
                <a:ext uri="{FF2B5EF4-FFF2-40B4-BE49-F238E27FC236}">
                  <a16:creationId xmlns:a16="http://schemas.microsoft.com/office/drawing/2014/main" id="{8538514A-385A-47BB-A433-185DDA383C2B}"/>
                </a:ext>
              </a:extLst>
            </p:cNvPr>
            <p:cNvSpPr txBox="1"/>
            <p:nvPr/>
          </p:nvSpPr>
          <p:spPr>
            <a:xfrm>
              <a:off x="6818048" y="4836433"/>
              <a:ext cx="918385" cy="369332"/>
            </a:xfrm>
            <a:prstGeom prst="rect">
              <a:avLst/>
            </a:prstGeom>
            <a:noFill/>
          </p:spPr>
          <p:txBody>
            <a:bodyPr wrap="square" rtlCol="0">
              <a:spAutoFit/>
            </a:bodyPr>
            <a:lstStyle/>
            <a:p>
              <a:pPr algn="ctr"/>
              <a:r>
                <a:rPr lang="zh-CN" altLang="en-US" b="1" dirty="0">
                  <a:latin typeface="+mn-ea"/>
                </a:rPr>
                <a:t>集线器</a:t>
              </a:r>
            </a:p>
          </p:txBody>
        </p:sp>
        <p:grpSp>
          <p:nvGrpSpPr>
            <p:cNvPr id="43" name="组合 42">
              <a:extLst>
                <a:ext uri="{FF2B5EF4-FFF2-40B4-BE49-F238E27FC236}">
                  <a16:creationId xmlns:a16="http://schemas.microsoft.com/office/drawing/2014/main" id="{B69023A8-B89B-416C-A039-5C5D29181F50}"/>
                </a:ext>
              </a:extLst>
            </p:cNvPr>
            <p:cNvGrpSpPr/>
            <p:nvPr/>
          </p:nvGrpSpPr>
          <p:grpSpPr>
            <a:xfrm>
              <a:off x="7361740" y="2918742"/>
              <a:ext cx="688835" cy="666249"/>
              <a:chOff x="3393222" y="2975188"/>
              <a:chExt cx="688835" cy="666249"/>
            </a:xfrm>
          </p:grpSpPr>
          <p:pic>
            <p:nvPicPr>
              <p:cNvPr id="50" name="图形 10">
                <a:extLst>
                  <a:ext uri="{FF2B5EF4-FFF2-40B4-BE49-F238E27FC236}">
                    <a16:creationId xmlns:a16="http://schemas.microsoft.com/office/drawing/2014/main" id="{A3B3F047-E8B5-482A-8C5F-BAE8D2B621BA}"/>
                  </a:ext>
                </a:extLst>
              </p:cNvPr>
              <p:cNvPicPr>
                <a:picLocks noChangeAspect="1"/>
              </p:cNvPicPr>
              <p:nvPr/>
            </p:nvPicPr>
            <p:blipFill>
              <a:blip r:embed="rId4">
                <a:extLst>
                  <a:ext uri="{28A0092B-C50C-407E-A947-70E740481C1C}">
                    <a14:useLocalDpi xmlns:a14="http://schemas.microsoft.com/office/drawing/2010/main" val="0"/>
                  </a:ext>
                  <a:ext uri="{96DAC541-7B7A-43D3-8B79-37D633B846F1}">
                    <asvg:svgBlip xmlns:asvg="http://schemas.microsoft.com/office/drawing/2016/SVG/main" r:embed="rId5"/>
                  </a:ext>
                </a:extLst>
              </a:blip>
              <a:stretch>
                <a:fillRect/>
              </a:stretch>
            </p:blipFill>
            <p:spPr>
              <a:xfrm>
                <a:off x="3393222" y="2975188"/>
                <a:ext cx="688835" cy="666249"/>
              </a:xfrm>
              <a:prstGeom prst="rect">
                <a:avLst/>
              </a:prstGeom>
            </p:spPr>
          </p:pic>
          <p:sp>
            <p:nvSpPr>
              <p:cNvPr id="51" name="文本框 50">
                <a:extLst>
                  <a:ext uri="{FF2B5EF4-FFF2-40B4-BE49-F238E27FC236}">
                    <a16:creationId xmlns:a16="http://schemas.microsoft.com/office/drawing/2014/main" id="{E1FD5C9D-366C-4253-A736-56966B5E5AAA}"/>
                  </a:ext>
                </a:extLst>
              </p:cNvPr>
              <p:cNvSpPr txBox="1"/>
              <p:nvPr/>
            </p:nvSpPr>
            <p:spPr>
              <a:xfrm>
                <a:off x="3680202" y="3014092"/>
                <a:ext cx="388699" cy="400110"/>
              </a:xfrm>
              <a:prstGeom prst="rect">
                <a:avLst/>
              </a:prstGeom>
              <a:noFill/>
            </p:spPr>
            <p:txBody>
              <a:bodyPr wrap="square">
                <a:spAutoFit/>
              </a:bodyPr>
              <a:lstStyle/>
              <a:p>
                <a:pPr algn="ctr"/>
                <a:r>
                  <a:rPr lang="en-US" altLang="zh-CN" sz="2000" b="1" dirty="0">
                    <a:solidFill>
                      <a:schemeClr val="bg1"/>
                    </a:solidFill>
                  </a:rPr>
                  <a:t>D</a:t>
                </a:r>
                <a:endParaRPr lang="zh-CN" altLang="en-US" sz="2000" dirty="0">
                  <a:solidFill>
                    <a:schemeClr val="bg1"/>
                  </a:solidFill>
                </a:endParaRPr>
              </a:p>
            </p:txBody>
          </p:sp>
        </p:grpSp>
        <p:grpSp>
          <p:nvGrpSpPr>
            <p:cNvPr id="44" name="组合 43">
              <a:extLst>
                <a:ext uri="{FF2B5EF4-FFF2-40B4-BE49-F238E27FC236}">
                  <a16:creationId xmlns:a16="http://schemas.microsoft.com/office/drawing/2014/main" id="{5ED7DEA9-40EC-4CF9-9773-79CFB5D54601}"/>
                </a:ext>
              </a:extLst>
            </p:cNvPr>
            <p:cNvGrpSpPr/>
            <p:nvPr/>
          </p:nvGrpSpPr>
          <p:grpSpPr>
            <a:xfrm>
              <a:off x="7260451" y="5718743"/>
              <a:ext cx="688835" cy="666249"/>
              <a:chOff x="3393222" y="2975188"/>
              <a:chExt cx="688835" cy="666249"/>
            </a:xfrm>
          </p:grpSpPr>
          <p:pic>
            <p:nvPicPr>
              <p:cNvPr id="48" name="图形 10">
                <a:extLst>
                  <a:ext uri="{FF2B5EF4-FFF2-40B4-BE49-F238E27FC236}">
                    <a16:creationId xmlns:a16="http://schemas.microsoft.com/office/drawing/2014/main" id="{8C77401E-0C8F-4070-9F33-12FB266F8BC1}"/>
                  </a:ext>
                </a:extLst>
              </p:cNvPr>
              <p:cNvPicPr>
                <a:picLocks noChangeAspect="1"/>
              </p:cNvPicPr>
              <p:nvPr/>
            </p:nvPicPr>
            <p:blipFill>
              <a:blip r:embed="rId4">
                <a:extLst>
                  <a:ext uri="{28A0092B-C50C-407E-A947-70E740481C1C}">
                    <a14:useLocalDpi xmlns:a14="http://schemas.microsoft.com/office/drawing/2010/main" val="0"/>
                  </a:ext>
                  <a:ext uri="{96DAC541-7B7A-43D3-8B79-37D633B846F1}">
                    <asvg:svgBlip xmlns:asvg="http://schemas.microsoft.com/office/drawing/2016/SVG/main" r:embed="rId5"/>
                  </a:ext>
                </a:extLst>
              </a:blip>
              <a:stretch>
                <a:fillRect/>
              </a:stretch>
            </p:blipFill>
            <p:spPr>
              <a:xfrm>
                <a:off x="3393222" y="2975188"/>
                <a:ext cx="688835" cy="666249"/>
              </a:xfrm>
              <a:prstGeom prst="rect">
                <a:avLst/>
              </a:prstGeom>
            </p:spPr>
          </p:pic>
          <p:sp>
            <p:nvSpPr>
              <p:cNvPr id="49" name="文本框 48">
                <a:extLst>
                  <a:ext uri="{FF2B5EF4-FFF2-40B4-BE49-F238E27FC236}">
                    <a16:creationId xmlns:a16="http://schemas.microsoft.com/office/drawing/2014/main" id="{1216CCBF-7A51-482A-8104-21D975E10B8D}"/>
                  </a:ext>
                </a:extLst>
              </p:cNvPr>
              <p:cNvSpPr txBox="1"/>
              <p:nvPr/>
            </p:nvSpPr>
            <p:spPr>
              <a:xfrm>
                <a:off x="3680202" y="3014092"/>
                <a:ext cx="388699" cy="400110"/>
              </a:xfrm>
              <a:prstGeom prst="rect">
                <a:avLst/>
              </a:prstGeom>
              <a:noFill/>
            </p:spPr>
            <p:txBody>
              <a:bodyPr wrap="square">
                <a:spAutoFit/>
              </a:bodyPr>
              <a:lstStyle/>
              <a:p>
                <a:pPr algn="ctr"/>
                <a:r>
                  <a:rPr lang="en-US" altLang="zh-CN" sz="2000" b="1" dirty="0">
                    <a:solidFill>
                      <a:schemeClr val="bg1"/>
                    </a:solidFill>
                  </a:rPr>
                  <a:t>F</a:t>
                </a:r>
                <a:endParaRPr lang="zh-CN" altLang="en-US" sz="2000" dirty="0">
                  <a:solidFill>
                    <a:schemeClr val="bg1"/>
                  </a:solidFill>
                </a:endParaRPr>
              </a:p>
            </p:txBody>
          </p:sp>
        </p:grpSp>
        <p:grpSp>
          <p:nvGrpSpPr>
            <p:cNvPr id="45" name="组合 44">
              <a:extLst>
                <a:ext uri="{FF2B5EF4-FFF2-40B4-BE49-F238E27FC236}">
                  <a16:creationId xmlns:a16="http://schemas.microsoft.com/office/drawing/2014/main" id="{DDBA12F7-C5BA-4D15-AC11-0D79CC20089A}"/>
                </a:ext>
              </a:extLst>
            </p:cNvPr>
            <p:cNvGrpSpPr/>
            <p:nvPr/>
          </p:nvGrpSpPr>
          <p:grpSpPr>
            <a:xfrm>
              <a:off x="8923858" y="4209088"/>
              <a:ext cx="688835" cy="666249"/>
              <a:chOff x="3393222" y="2975188"/>
              <a:chExt cx="688835" cy="666249"/>
            </a:xfrm>
          </p:grpSpPr>
          <p:pic>
            <p:nvPicPr>
              <p:cNvPr id="46" name="图形 10">
                <a:extLst>
                  <a:ext uri="{FF2B5EF4-FFF2-40B4-BE49-F238E27FC236}">
                    <a16:creationId xmlns:a16="http://schemas.microsoft.com/office/drawing/2014/main" id="{5206E993-22D6-416C-BD6E-7BA1B8EC8925}"/>
                  </a:ext>
                </a:extLst>
              </p:cNvPr>
              <p:cNvPicPr>
                <a:picLocks noChangeAspect="1"/>
              </p:cNvPicPr>
              <p:nvPr/>
            </p:nvPicPr>
            <p:blipFill>
              <a:blip r:embed="rId4">
                <a:extLst>
                  <a:ext uri="{28A0092B-C50C-407E-A947-70E740481C1C}">
                    <a14:useLocalDpi xmlns:a14="http://schemas.microsoft.com/office/drawing/2010/main" val="0"/>
                  </a:ext>
                  <a:ext uri="{96DAC541-7B7A-43D3-8B79-37D633B846F1}">
                    <asvg:svgBlip xmlns:asvg="http://schemas.microsoft.com/office/drawing/2016/SVG/main" r:embed="rId5"/>
                  </a:ext>
                </a:extLst>
              </a:blip>
              <a:stretch>
                <a:fillRect/>
              </a:stretch>
            </p:blipFill>
            <p:spPr>
              <a:xfrm>
                <a:off x="3393222" y="2975188"/>
                <a:ext cx="688835" cy="666249"/>
              </a:xfrm>
              <a:prstGeom prst="rect">
                <a:avLst/>
              </a:prstGeom>
            </p:spPr>
          </p:pic>
          <p:sp>
            <p:nvSpPr>
              <p:cNvPr id="47" name="文本框 46">
                <a:extLst>
                  <a:ext uri="{FF2B5EF4-FFF2-40B4-BE49-F238E27FC236}">
                    <a16:creationId xmlns:a16="http://schemas.microsoft.com/office/drawing/2014/main" id="{11A5DCB8-BA30-4A3E-9AB8-373AFE47EF52}"/>
                  </a:ext>
                </a:extLst>
              </p:cNvPr>
              <p:cNvSpPr txBox="1"/>
              <p:nvPr/>
            </p:nvSpPr>
            <p:spPr>
              <a:xfrm>
                <a:off x="3680202" y="3014092"/>
                <a:ext cx="388699" cy="400110"/>
              </a:xfrm>
              <a:prstGeom prst="rect">
                <a:avLst/>
              </a:prstGeom>
              <a:noFill/>
            </p:spPr>
            <p:txBody>
              <a:bodyPr wrap="square">
                <a:spAutoFit/>
              </a:bodyPr>
              <a:lstStyle/>
              <a:p>
                <a:pPr algn="ctr"/>
                <a:r>
                  <a:rPr lang="en-US" altLang="zh-CN" sz="2000" b="1" dirty="0">
                    <a:solidFill>
                      <a:schemeClr val="bg1"/>
                    </a:solidFill>
                  </a:rPr>
                  <a:t>E</a:t>
                </a:r>
                <a:endParaRPr lang="zh-CN" altLang="en-US" sz="2000" dirty="0">
                  <a:solidFill>
                    <a:schemeClr val="bg1"/>
                  </a:solidFill>
                </a:endParaRPr>
              </a:p>
            </p:txBody>
          </p:sp>
        </p:grpSp>
        <p:pic>
          <p:nvPicPr>
            <p:cNvPr id="37" name="图片 36" descr="图片包含 图标&#10;&#10;描述已自动生成">
              <a:extLst>
                <a:ext uri="{FF2B5EF4-FFF2-40B4-BE49-F238E27FC236}">
                  <a16:creationId xmlns:a16="http://schemas.microsoft.com/office/drawing/2014/main" id="{66496DB0-9A3F-4B29-B147-178B8CC0741C}"/>
                </a:ext>
              </a:extLst>
            </p:cNvPr>
            <p:cNvPicPr>
              <a:picLocks noChangeAspect="1"/>
            </p:cNvPicPr>
            <p:nvPr/>
          </p:nvPicPr>
          <p:blipFill>
            <a:blip r:embed="rId6">
              <a:extLst>
                <a:ext uri="{28A0092B-C50C-407E-A947-70E740481C1C}">
                  <a14:useLocalDpi xmlns:a14="http://schemas.microsoft.com/office/drawing/2010/main" val="0"/>
                </a:ext>
              </a:extLst>
            </a:blip>
            <a:stretch>
              <a:fillRect/>
            </a:stretch>
          </p:blipFill>
          <p:spPr>
            <a:xfrm>
              <a:off x="5755541" y="4362066"/>
              <a:ext cx="581100" cy="474367"/>
            </a:xfrm>
            <a:prstGeom prst="rect">
              <a:avLst/>
            </a:prstGeom>
          </p:spPr>
        </p:pic>
        <p:sp>
          <p:nvSpPr>
            <p:cNvPr id="38" name="文本框 37">
              <a:extLst>
                <a:ext uri="{FF2B5EF4-FFF2-40B4-BE49-F238E27FC236}">
                  <a16:creationId xmlns:a16="http://schemas.microsoft.com/office/drawing/2014/main" id="{54BC2991-5D71-41F9-BCDB-D116D81A2B2C}"/>
                </a:ext>
              </a:extLst>
            </p:cNvPr>
            <p:cNvSpPr txBox="1"/>
            <p:nvPr/>
          </p:nvSpPr>
          <p:spPr>
            <a:xfrm>
              <a:off x="5691400" y="4836433"/>
              <a:ext cx="694865" cy="369332"/>
            </a:xfrm>
            <a:prstGeom prst="rect">
              <a:avLst/>
            </a:prstGeom>
            <a:noFill/>
          </p:spPr>
          <p:txBody>
            <a:bodyPr wrap="square" rtlCol="0">
              <a:spAutoFit/>
            </a:bodyPr>
            <a:lstStyle/>
            <a:p>
              <a:pPr algn="ctr"/>
              <a:r>
                <a:rPr lang="zh-CN" altLang="en-US" b="1" dirty="0">
                  <a:latin typeface="+mn-ea"/>
                </a:rPr>
                <a:t>网桥</a:t>
              </a:r>
            </a:p>
          </p:txBody>
        </p:sp>
        <p:sp>
          <p:nvSpPr>
            <p:cNvPr id="35" name="文本框 34">
              <a:extLst>
                <a:ext uri="{FF2B5EF4-FFF2-40B4-BE49-F238E27FC236}">
                  <a16:creationId xmlns:a16="http://schemas.microsoft.com/office/drawing/2014/main" id="{AA36C400-5BEA-4377-A6FE-ED432BE8C82F}"/>
                </a:ext>
              </a:extLst>
            </p:cNvPr>
            <p:cNvSpPr txBox="1"/>
            <p:nvPr/>
          </p:nvSpPr>
          <p:spPr>
            <a:xfrm>
              <a:off x="5637014" y="4069729"/>
              <a:ext cx="388699" cy="400110"/>
            </a:xfrm>
            <a:prstGeom prst="rect">
              <a:avLst/>
            </a:prstGeom>
            <a:noFill/>
          </p:spPr>
          <p:txBody>
            <a:bodyPr wrap="square">
              <a:spAutoFit/>
            </a:bodyPr>
            <a:lstStyle/>
            <a:p>
              <a:pPr algn="ctr"/>
              <a:r>
                <a:rPr lang="en-US" altLang="zh-CN" sz="2000" b="1" dirty="0"/>
                <a:t>1</a:t>
              </a:r>
              <a:endParaRPr lang="zh-CN" altLang="en-US" sz="2000" dirty="0"/>
            </a:p>
          </p:txBody>
        </p:sp>
        <p:sp>
          <p:nvSpPr>
            <p:cNvPr id="36" name="文本框 35">
              <a:extLst>
                <a:ext uri="{FF2B5EF4-FFF2-40B4-BE49-F238E27FC236}">
                  <a16:creationId xmlns:a16="http://schemas.microsoft.com/office/drawing/2014/main" id="{FD0F606C-E69C-4C76-9676-89125A4A96A4}"/>
                </a:ext>
              </a:extLst>
            </p:cNvPr>
            <p:cNvSpPr txBox="1"/>
            <p:nvPr/>
          </p:nvSpPr>
          <p:spPr>
            <a:xfrm>
              <a:off x="6131677" y="4069729"/>
              <a:ext cx="388699" cy="400110"/>
            </a:xfrm>
            <a:prstGeom prst="rect">
              <a:avLst/>
            </a:prstGeom>
            <a:noFill/>
          </p:spPr>
          <p:txBody>
            <a:bodyPr wrap="square">
              <a:spAutoFit/>
            </a:bodyPr>
            <a:lstStyle/>
            <a:p>
              <a:pPr algn="ctr"/>
              <a:r>
                <a:rPr lang="en-US" altLang="zh-CN" sz="2000" b="1" dirty="0"/>
                <a:t>2</a:t>
              </a:r>
              <a:endParaRPr lang="zh-CN" altLang="en-US" sz="2000" dirty="0"/>
            </a:p>
          </p:txBody>
        </p:sp>
      </p:grpSp>
      <p:grpSp>
        <p:nvGrpSpPr>
          <p:cNvPr id="7" name="组合 6">
            <a:extLst>
              <a:ext uri="{FF2B5EF4-FFF2-40B4-BE49-F238E27FC236}">
                <a16:creationId xmlns:a16="http://schemas.microsoft.com/office/drawing/2014/main" id="{19421666-7F5D-4D81-A0B8-B30EF80C4B32}"/>
              </a:ext>
            </a:extLst>
          </p:cNvPr>
          <p:cNvGrpSpPr/>
          <p:nvPr/>
        </p:nvGrpSpPr>
        <p:grpSpPr>
          <a:xfrm>
            <a:off x="7362876" y="1771108"/>
            <a:ext cx="4524324" cy="597122"/>
            <a:chOff x="7362876" y="1771108"/>
            <a:chExt cx="4524324" cy="597122"/>
          </a:xfrm>
        </p:grpSpPr>
        <p:sp>
          <p:nvSpPr>
            <p:cNvPr id="83" name="íşlïḍè">
              <a:extLst>
                <a:ext uri="{FF2B5EF4-FFF2-40B4-BE49-F238E27FC236}">
                  <a16:creationId xmlns:a16="http://schemas.microsoft.com/office/drawing/2014/main" id="{63850319-2EC9-4694-B066-AB365F29832C}"/>
                </a:ext>
              </a:extLst>
            </p:cNvPr>
            <p:cNvSpPr txBox="1"/>
            <p:nvPr/>
          </p:nvSpPr>
          <p:spPr>
            <a:xfrm>
              <a:off x="7362876" y="1771108"/>
              <a:ext cx="1590350" cy="597122"/>
            </a:xfrm>
            <a:prstGeom prst="rect">
              <a:avLst/>
            </a:prstGeom>
            <a:noFill/>
          </p:spPr>
          <p:txBody>
            <a:bodyPr wrap="square" lIns="91440" tIns="45720" rIns="91440" bIns="45720" anchor="ctr">
              <a:noAutofit/>
            </a:bodyPr>
            <a:lstStyle/>
            <a:p>
              <a:pPr algn="ctr"/>
              <a:r>
                <a:rPr lang="zh-CN" altLang="en-US" b="1" dirty="0">
                  <a:latin typeface="Arial Narrow" panose="020B0606020202030204" pitchFamily="34" charset="0"/>
                </a:rPr>
                <a:t>站点间的通信</a:t>
              </a:r>
            </a:p>
          </p:txBody>
        </p:sp>
        <p:sp>
          <p:nvSpPr>
            <p:cNvPr id="84" name="íşlïḍè">
              <a:extLst>
                <a:ext uri="{FF2B5EF4-FFF2-40B4-BE49-F238E27FC236}">
                  <a16:creationId xmlns:a16="http://schemas.microsoft.com/office/drawing/2014/main" id="{3084F57C-1DB0-4D24-B9CC-5AA20FF5C73C}"/>
                </a:ext>
              </a:extLst>
            </p:cNvPr>
            <p:cNvSpPr txBox="1"/>
            <p:nvPr/>
          </p:nvSpPr>
          <p:spPr>
            <a:xfrm>
              <a:off x="9328589" y="1771108"/>
              <a:ext cx="2558611" cy="597122"/>
            </a:xfrm>
            <a:prstGeom prst="rect">
              <a:avLst/>
            </a:prstGeom>
            <a:noFill/>
          </p:spPr>
          <p:txBody>
            <a:bodyPr wrap="square" lIns="91440" tIns="45720" rIns="91440" bIns="45720" anchor="ctr">
              <a:noAutofit/>
            </a:bodyPr>
            <a:lstStyle/>
            <a:p>
              <a:pPr algn="ctr"/>
              <a:r>
                <a:rPr lang="zh-CN" altLang="en-US" b="1" dirty="0">
                  <a:latin typeface="Arial Narrow" panose="020B0606020202030204" pitchFamily="34" charset="0"/>
                </a:rPr>
                <a:t>网桥自学习和转发帧</a:t>
              </a:r>
            </a:p>
          </p:txBody>
        </p:sp>
      </p:grpSp>
      <p:sp>
        <p:nvSpPr>
          <p:cNvPr id="77" name="文本框 76">
            <a:extLst>
              <a:ext uri="{FF2B5EF4-FFF2-40B4-BE49-F238E27FC236}">
                <a16:creationId xmlns:a16="http://schemas.microsoft.com/office/drawing/2014/main" id="{37B7F1A5-6AE5-4A4A-B702-13345E29B0A5}"/>
              </a:ext>
            </a:extLst>
          </p:cNvPr>
          <p:cNvSpPr txBox="1"/>
          <p:nvPr/>
        </p:nvSpPr>
        <p:spPr>
          <a:xfrm>
            <a:off x="7726930" y="2312479"/>
            <a:ext cx="862241" cy="400110"/>
          </a:xfrm>
          <a:prstGeom prst="rect">
            <a:avLst/>
          </a:prstGeom>
          <a:noFill/>
        </p:spPr>
        <p:txBody>
          <a:bodyPr wrap="square">
            <a:spAutoFit/>
          </a:bodyPr>
          <a:lstStyle/>
          <a:p>
            <a:pPr algn="ctr"/>
            <a:r>
              <a:rPr lang="en-US" altLang="zh-CN" sz="2000" b="1" dirty="0">
                <a:solidFill>
                  <a:schemeClr val="tx1"/>
                </a:solidFill>
              </a:rPr>
              <a:t>A</a:t>
            </a:r>
            <a:r>
              <a:rPr lang="en-US" altLang="zh-CN" sz="2000" b="1" dirty="0">
                <a:solidFill>
                  <a:schemeClr val="tx1"/>
                </a:solidFill>
                <a:latin typeface="+mn-ea"/>
              </a:rPr>
              <a:t>→</a:t>
            </a:r>
            <a:r>
              <a:rPr lang="en-US" altLang="zh-CN" sz="2000" b="1" dirty="0">
                <a:solidFill>
                  <a:schemeClr val="tx1"/>
                </a:solidFill>
              </a:rPr>
              <a:t>B</a:t>
            </a:r>
            <a:endParaRPr lang="zh-CN" altLang="en-US" sz="2000" b="1" dirty="0">
              <a:solidFill>
                <a:schemeClr val="tx1"/>
              </a:solidFill>
            </a:endParaRPr>
          </a:p>
        </p:txBody>
      </p:sp>
      <p:sp>
        <p:nvSpPr>
          <p:cNvPr id="82" name="文本框 81">
            <a:extLst>
              <a:ext uri="{FF2B5EF4-FFF2-40B4-BE49-F238E27FC236}">
                <a16:creationId xmlns:a16="http://schemas.microsoft.com/office/drawing/2014/main" id="{CE9E7881-4DFF-4864-9184-54119489B430}"/>
              </a:ext>
            </a:extLst>
          </p:cNvPr>
          <p:cNvSpPr txBox="1"/>
          <p:nvPr/>
        </p:nvSpPr>
        <p:spPr>
          <a:xfrm>
            <a:off x="9484465" y="2312479"/>
            <a:ext cx="785190" cy="369332"/>
          </a:xfrm>
          <a:prstGeom prst="rect">
            <a:avLst/>
          </a:prstGeom>
          <a:noFill/>
        </p:spPr>
        <p:txBody>
          <a:bodyPr wrap="square">
            <a:spAutoFit/>
          </a:bodyPr>
          <a:lstStyle/>
          <a:p>
            <a:r>
              <a:rPr lang="zh-CN" altLang="en-US" b="1" dirty="0">
                <a:solidFill>
                  <a:schemeClr val="tx1"/>
                </a:solidFill>
              </a:rPr>
              <a:t>登记</a:t>
            </a:r>
          </a:p>
        </p:txBody>
      </p:sp>
      <p:sp>
        <p:nvSpPr>
          <p:cNvPr id="86" name="文本框 85">
            <a:extLst>
              <a:ext uri="{FF2B5EF4-FFF2-40B4-BE49-F238E27FC236}">
                <a16:creationId xmlns:a16="http://schemas.microsoft.com/office/drawing/2014/main" id="{87A67178-B884-4ED9-A874-8E2F4FF60432}"/>
              </a:ext>
            </a:extLst>
          </p:cNvPr>
          <p:cNvSpPr txBox="1"/>
          <p:nvPr/>
        </p:nvSpPr>
        <p:spPr>
          <a:xfrm>
            <a:off x="10215299" y="2312479"/>
            <a:ext cx="785190" cy="369332"/>
          </a:xfrm>
          <a:prstGeom prst="rect">
            <a:avLst/>
          </a:prstGeom>
          <a:noFill/>
        </p:spPr>
        <p:txBody>
          <a:bodyPr wrap="square">
            <a:spAutoFit/>
          </a:bodyPr>
          <a:lstStyle/>
          <a:p>
            <a:r>
              <a:rPr lang="zh-CN" altLang="en-US" b="1" dirty="0">
                <a:solidFill>
                  <a:schemeClr val="tx1"/>
                </a:solidFill>
              </a:rPr>
              <a:t>转发</a:t>
            </a:r>
          </a:p>
        </p:txBody>
      </p:sp>
      <p:sp>
        <p:nvSpPr>
          <p:cNvPr id="87" name="文本框 86">
            <a:extLst>
              <a:ext uri="{FF2B5EF4-FFF2-40B4-BE49-F238E27FC236}">
                <a16:creationId xmlns:a16="http://schemas.microsoft.com/office/drawing/2014/main" id="{D0DFDC49-43D5-4017-983F-6195C172D0CB}"/>
              </a:ext>
            </a:extLst>
          </p:cNvPr>
          <p:cNvSpPr txBox="1"/>
          <p:nvPr/>
        </p:nvSpPr>
        <p:spPr>
          <a:xfrm>
            <a:off x="10607894" y="2312391"/>
            <a:ext cx="1109467" cy="369332"/>
          </a:xfrm>
          <a:prstGeom prst="rect">
            <a:avLst/>
          </a:prstGeom>
          <a:noFill/>
        </p:spPr>
        <p:txBody>
          <a:bodyPr wrap="square">
            <a:spAutoFit/>
          </a:bodyPr>
          <a:lstStyle/>
          <a:p>
            <a:r>
              <a:rPr lang="zh-CN" altLang="en-US" b="1" dirty="0">
                <a:solidFill>
                  <a:schemeClr val="tx1"/>
                </a:solidFill>
              </a:rPr>
              <a:t>（盲目）</a:t>
            </a:r>
          </a:p>
        </p:txBody>
      </p:sp>
      <p:sp>
        <p:nvSpPr>
          <p:cNvPr id="114" name="文本框 113">
            <a:extLst>
              <a:ext uri="{FF2B5EF4-FFF2-40B4-BE49-F238E27FC236}">
                <a16:creationId xmlns:a16="http://schemas.microsoft.com/office/drawing/2014/main" id="{6070369E-59ED-47C3-9D4D-E3BEB070BFDF}"/>
              </a:ext>
            </a:extLst>
          </p:cNvPr>
          <p:cNvSpPr txBox="1"/>
          <p:nvPr/>
        </p:nvSpPr>
        <p:spPr>
          <a:xfrm>
            <a:off x="7726930" y="2681723"/>
            <a:ext cx="862241" cy="400110"/>
          </a:xfrm>
          <a:prstGeom prst="rect">
            <a:avLst/>
          </a:prstGeom>
          <a:noFill/>
        </p:spPr>
        <p:txBody>
          <a:bodyPr wrap="square">
            <a:spAutoFit/>
          </a:bodyPr>
          <a:lstStyle/>
          <a:p>
            <a:pPr algn="ctr"/>
            <a:r>
              <a:rPr lang="en-US" altLang="zh-CN" sz="2000" b="1" dirty="0">
                <a:solidFill>
                  <a:schemeClr val="tx1"/>
                </a:solidFill>
              </a:rPr>
              <a:t>D</a:t>
            </a:r>
            <a:r>
              <a:rPr lang="en-US" altLang="zh-CN" sz="2000" b="1" dirty="0">
                <a:solidFill>
                  <a:schemeClr val="tx1"/>
                </a:solidFill>
                <a:latin typeface="+mn-ea"/>
              </a:rPr>
              <a:t>→</a:t>
            </a:r>
            <a:r>
              <a:rPr lang="en-US" altLang="zh-CN" sz="2000" b="1" dirty="0">
                <a:solidFill>
                  <a:schemeClr val="tx1"/>
                </a:solidFill>
              </a:rPr>
              <a:t>A</a:t>
            </a:r>
            <a:endParaRPr lang="zh-CN" altLang="en-US" sz="2000" b="1" dirty="0">
              <a:solidFill>
                <a:schemeClr val="tx1"/>
              </a:solidFill>
            </a:endParaRPr>
          </a:p>
        </p:txBody>
      </p:sp>
      <p:sp>
        <p:nvSpPr>
          <p:cNvPr id="115" name="文本框 114">
            <a:extLst>
              <a:ext uri="{FF2B5EF4-FFF2-40B4-BE49-F238E27FC236}">
                <a16:creationId xmlns:a16="http://schemas.microsoft.com/office/drawing/2014/main" id="{17927AD1-EB0D-4FD1-8382-4D65CD4A9D73}"/>
              </a:ext>
            </a:extLst>
          </p:cNvPr>
          <p:cNvSpPr txBox="1"/>
          <p:nvPr/>
        </p:nvSpPr>
        <p:spPr>
          <a:xfrm>
            <a:off x="9498427" y="2681723"/>
            <a:ext cx="785190" cy="369332"/>
          </a:xfrm>
          <a:prstGeom prst="rect">
            <a:avLst/>
          </a:prstGeom>
          <a:noFill/>
        </p:spPr>
        <p:txBody>
          <a:bodyPr wrap="square">
            <a:spAutoFit/>
          </a:bodyPr>
          <a:lstStyle/>
          <a:p>
            <a:r>
              <a:rPr lang="zh-CN" altLang="en-US" b="1" dirty="0">
                <a:solidFill>
                  <a:schemeClr val="tx1"/>
                </a:solidFill>
              </a:rPr>
              <a:t>登记</a:t>
            </a:r>
          </a:p>
        </p:txBody>
      </p:sp>
      <p:sp>
        <p:nvSpPr>
          <p:cNvPr id="67" name="文本框 66">
            <a:extLst>
              <a:ext uri="{FF2B5EF4-FFF2-40B4-BE49-F238E27FC236}">
                <a16:creationId xmlns:a16="http://schemas.microsoft.com/office/drawing/2014/main" id="{D6AF5C33-4F16-40C1-A4D4-F3B39FBE0529}"/>
              </a:ext>
            </a:extLst>
          </p:cNvPr>
          <p:cNvSpPr txBox="1"/>
          <p:nvPr/>
        </p:nvSpPr>
        <p:spPr>
          <a:xfrm>
            <a:off x="10211401" y="2681679"/>
            <a:ext cx="785190" cy="369332"/>
          </a:xfrm>
          <a:prstGeom prst="rect">
            <a:avLst/>
          </a:prstGeom>
          <a:noFill/>
        </p:spPr>
        <p:txBody>
          <a:bodyPr wrap="square">
            <a:spAutoFit/>
          </a:bodyPr>
          <a:lstStyle/>
          <a:p>
            <a:r>
              <a:rPr lang="zh-CN" altLang="en-US" b="1" dirty="0">
                <a:solidFill>
                  <a:schemeClr val="tx1"/>
                </a:solidFill>
              </a:rPr>
              <a:t>转发</a:t>
            </a:r>
          </a:p>
        </p:txBody>
      </p:sp>
      <p:sp>
        <p:nvSpPr>
          <p:cNvPr id="76" name="文本框 75">
            <a:extLst>
              <a:ext uri="{FF2B5EF4-FFF2-40B4-BE49-F238E27FC236}">
                <a16:creationId xmlns:a16="http://schemas.microsoft.com/office/drawing/2014/main" id="{66DF3E19-2B11-4F52-B7E6-A2D39C2CD044}"/>
              </a:ext>
            </a:extLst>
          </p:cNvPr>
          <p:cNvSpPr txBox="1"/>
          <p:nvPr/>
        </p:nvSpPr>
        <p:spPr>
          <a:xfrm>
            <a:off x="10617958" y="2656909"/>
            <a:ext cx="1109467" cy="369332"/>
          </a:xfrm>
          <a:prstGeom prst="rect">
            <a:avLst/>
          </a:prstGeom>
          <a:noFill/>
        </p:spPr>
        <p:txBody>
          <a:bodyPr wrap="square">
            <a:spAutoFit/>
          </a:bodyPr>
          <a:lstStyle/>
          <a:p>
            <a:r>
              <a:rPr lang="zh-CN" altLang="en-US" b="1" dirty="0">
                <a:solidFill>
                  <a:schemeClr val="tx1"/>
                </a:solidFill>
              </a:rPr>
              <a:t>（</a:t>
            </a:r>
            <a:r>
              <a:rPr lang="zh-CN" altLang="en-US" b="1" dirty="0"/>
              <a:t>明确</a:t>
            </a:r>
            <a:r>
              <a:rPr lang="zh-CN" altLang="en-US" b="1" dirty="0">
                <a:solidFill>
                  <a:schemeClr val="tx1"/>
                </a:solidFill>
              </a:rPr>
              <a:t>）</a:t>
            </a:r>
          </a:p>
        </p:txBody>
      </p:sp>
      <p:sp>
        <p:nvSpPr>
          <p:cNvPr id="123" name="文本框 122">
            <a:extLst>
              <a:ext uri="{FF2B5EF4-FFF2-40B4-BE49-F238E27FC236}">
                <a16:creationId xmlns:a16="http://schemas.microsoft.com/office/drawing/2014/main" id="{CBD7C62D-51BF-4B6A-BAB0-A1AF2FD59905}"/>
              </a:ext>
            </a:extLst>
          </p:cNvPr>
          <p:cNvSpPr txBox="1"/>
          <p:nvPr/>
        </p:nvSpPr>
        <p:spPr>
          <a:xfrm>
            <a:off x="7726929" y="3051811"/>
            <a:ext cx="862241" cy="400110"/>
          </a:xfrm>
          <a:prstGeom prst="rect">
            <a:avLst/>
          </a:prstGeom>
          <a:noFill/>
        </p:spPr>
        <p:txBody>
          <a:bodyPr wrap="square">
            <a:spAutoFit/>
          </a:bodyPr>
          <a:lstStyle/>
          <a:p>
            <a:pPr algn="ctr"/>
            <a:r>
              <a:rPr lang="en-US" altLang="zh-CN" sz="2000" b="1" dirty="0">
                <a:solidFill>
                  <a:schemeClr val="tx1"/>
                </a:solidFill>
                <a:latin typeface="+mn-ea"/>
              </a:rPr>
              <a:t>C→</a:t>
            </a:r>
            <a:r>
              <a:rPr lang="en-US" altLang="zh-CN" sz="2000" b="1" dirty="0">
                <a:solidFill>
                  <a:schemeClr val="tx1"/>
                </a:solidFill>
              </a:rPr>
              <a:t>A</a:t>
            </a:r>
            <a:endParaRPr lang="zh-CN" altLang="en-US" sz="2000" b="1" dirty="0">
              <a:solidFill>
                <a:schemeClr val="tx1"/>
              </a:solidFill>
            </a:endParaRPr>
          </a:p>
        </p:txBody>
      </p:sp>
      <p:sp>
        <p:nvSpPr>
          <p:cNvPr id="124" name="文本框 123">
            <a:extLst>
              <a:ext uri="{FF2B5EF4-FFF2-40B4-BE49-F238E27FC236}">
                <a16:creationId xmlns:a16="http://schemas.microsoft.com/office/drawing/2014/main" id="{EC1F2EA5-2023-44FD-8DFB-21F97403A8AF}"/>
              </a:ext>
            </a:extLst>
          </p:cNvPr>
          <p:cNvSpPr txBox="1"/>
          <p:nvPr/>
        </p:nvSpPr>
        <p:spPr>
          <a:xfrm>
            <a:off x="9498427" y="3051011"/>
            <a:ext cx="785190" cy="369332"/>
          </a:xfrm>
          <a:prstGeom prst="rect">
            <a:avLst/>
          </a:prstGeom>
          <a:noFill/>
        </p:spPr>
        <p:txBody>
          <a:bodyPr wrap="square">
            <a:spAutoFit/>
          </a:bodyPr>
          <a:lstStyle/>
          <a:p>
            <a:r>
              <a:rPr lang="zh-CN" altLang="en-US" b="1" dirty="0">
                <a:solidFill>
                  <a:schemeClr val="tx1"/>
                </a:solidFill>
              </a:rPr>
              <a:t>登记</a:t>
            </a:r>
          </a:p>
        </p:txBody>
      </p:sp>
      <p:sp>
        <p:nvSpPr>
          <p:cNvPr id="88" name="文本框 87">
            <a:extLst>
              <a:ext uri="{FF2B5EF4-FFF2-40B4-BE49-F238E27FC236}">
                <a16:creationId xmlns:a16="http://schemas.microsoft.com/office/drawing/2014/main" id="{BFDD4101-758B-4E3B-A7DD-69C2D1108EBC}"/>
              </a:ext>
            </a:extLst>
          </p:cNvPr>
          <p:cNvSpPr txBox="1"/>
          <p:nvPr/>
        </p:nvSpPr>
        <p:spPr>
          <a:xfrm>
            <a:off x="10211401" y="3045029"/>
            <a:ext cx="785190" cy="369332"/>
          </a:xfrm>
          <a:prstGeom prst="rect">
            <a:avLst/>
          </a:prstGeom>
          <a:noFill/>
        </p:spPr>
        <p:txBody>
          <a:bodyPr wrap="square">
            <a:spAutoFit/>
          </a:bodyPr>
          <a:lstStyle/>
          <a:p>
            <a:r>
              <a:rPr lang="zh-CN" altLang="en-US" b="1" dirty="0">
                <a:solidFill>
                  <a:schemeClr val="tx1"/>
                </a:solidFill>
              </a:rPr>
              <a:t>丢弃</a:t>
            </a:r>
          </a:p>
        </p:txBody>
      </p:sp>
      <p:grpSp>
        <p:nvGrpSpPr>
          <p:cNvPr id="10" name="组合 9">
            <a:extLst>
              <a:ext uri="{FF2B5EF4-FFF2-40B4-BE49-F238E27FC236}">
                <a16:creationId xmlns:a16="http://schemas.microsoft.com/office/drawing/2014/main" id="{895B51A2-03F5-4CB4-A87C-CA40CB835026}"/>
              </a:ext>
            </a:extLst>
          </p:cNvPr>
          <p:cNvGrpSpPr/>
          <p:nvPr/>
        </p:nvGrpSpPr>
        <p:grpSpPr>
          <a:xfrm>
            <a:off x="7927216" y="3353240"/>
            <a:ext cx="2880906" cy="481720"/>
            <a:chOff x="7927216" y="3353240"/>
            <a:chExt cx="2880906" cy="481720"/>
          </a:xfrm>
        </p:grpSpPr>
        <p:sp>
          <p:nvSpPr>
            <p:cNvPr id="9" name="文本框 8">
              <a:extLst>
                <a:ext uri="{FF2B5EF4-FFF2-40B4-BE49-F238E27FC236}">
                  <a16:creationId xmlns:a16="http://schemas.microsoft.com/office/drawing/2014/main" id="{02E6F571-BB69-4F39-8390-3D7EBB11C0A8}"/>
                </a:ext>
              </a:extLst>
            </p:cNvPr>
            <p:cNvSpPr txBox="1"/>
            <p:nvPr/>
          </p:nvSpPr>
          <p:spPr>
            <a:xfrm>
              <a:off x="7927216" y="3353240"/>
              <a:ext cx="461665" cy="481720"/>
            </a:xfrm>
            <a:prstGeom prst="rect">
              <a:avLst/>
            </a:prstGeom>
            <a:noFill/>
          </p:spPr>
          <p:txBody>
            <a:bodyPr vert="eaVert" wrap="square" rtlCol="0">
              <a:spAutoFit/>
            </a:bodyPr>
            <a:lstStyle/>
            <a:p>
              <a:pPr algn="ctr"/>
              <a:r>
                <a:rPr lang="en-US" altLang="zh-CN" b="1" dirty="0">
                  <a:latin typeface="宋体" panose="02010600030101010101" pitchFamily="2" charset="-122"/>
                  <a:ea typeface="宋体" panose="02010600030101010101" pitchFamily="2" charset="-122"/>
                </a:rPr>
                <a:t>…</a:t>
              </a:r>
              <a:endParaRPr lang="zh-CN" altLang="en-US" b="1" dirty="0">
                <a:latin typeface="宋体" panose="02010600030101010101" pitchFamily="2" charset="-122"/>
                <a:ea typeface="宋体" panose="02010600030101010101" pitchFamily="2" charset="-122"/>
              </a:endParaRPr>
            </a:p>
          </p:txBody>
        </p:sp>
        <p:sp>
          <p:nvSpPr>
            <p:cNvPr id="90" name="文本框 89">
              <a:extLst>
                <a:ext uri="{FF2B5EF4-FFF2-40B4-BE49-F238E27FC236}">
                  <a16:creationId xmlns:a16="http://schemas.microsoft.com/office/drawing/2014/main" id="{D487B69F-0327-4B96-AB45-1776C17D88F9}"/>
                </a:ext>
              </a:extLst>
            </p:cNvPr>
            <p:cNvSpPr txBox="1"/>
            <p:nvPr/>
          </p:nvSpPr>
          <p:spPr>
            <a:xfrm>
              <a:off x="9646227" y="3353240"/>
              <a:ext cx="461665" cy="481720"/>
            </a:xfrm>
            <a:prstGeom prst="rect">
              <a:avLst/>
            </a:prstGeom>
            <a:noFill/>
          </p:spPr>
          <p:txBody>
            <a:bodyPr vert="eaVert" wrap="square" rtlCol="0">
              <a:spAutoFit/>
            </a:bodyPr>
            <a:lstStyle/>
            <a:p>
              <a:pPr algn="ctr"/>
              <a:r>
                <a:rPr lang="en-US" altLang="zh-CN" b="1" dirty="0">
                  <a:latin typeface="宋体" panose="02010600030101010101" pitchFamily="2" charset="-122"/>
                  <a:ea typeface="宋体" panose="02010600030101010101" pitchFamily="2" charset="-122"/>
                </a:rPr>
                <a:t>…</a:t>
              </a:r>
              <a:endParaRPr lang="zh-CN" altLang="en-US" b="1" dirty="0">
                <a:latin typeface="宋体" panose="02010600030101010101" pitchFamily="2" charset="-122"/>
                <a:ea typeface="宋体" panose="02010600030101010101" pitchFamily="2" charset="-122"/>
              </a:endParaRPr>
            </a:p>
          </p:txBody>
        </p:sp>
        <p:sp>
          <p:nvSpPr>
            <p:cNvPr id="91" name="文本框 90">
              <a:extLst>
                <a:ext uri="{FF2B5EF4-FFF2-40B4-BE49-F238E27FC236}">
                  <a16:creationId xmlns:a16="http://schemas.microsoft.com/office/drawing/2014/main" id="{6F5CB79C-019D-47B4-AAB1-490B7D4E706A}"/>
                </a:ext>
              </a:extLst>
            </p:cNvPr>
            <p:cNvSpPr txBox="1"/>
            <p:nvPr/>
          </p:nvSpPr>
          <p:spPr>
            <a:xfrm>
              <a:off x="10346457" y="3353240"/>
              <a:ext cx="461665" cy="481720"/>
            </a:xfrm>
            <a:prstGeom prst="rect">
              <a:avLst/>
            </a:prstGeom>
            <a:noFill/>
          </p:spPr>
          <p:txBody>
            <a:bodyPr vert="eaVert" wrap="square" rtlCol="0">
              <a:spAutoFit/>
            </a:bodyPr>
            <a:lstStyle/>
            <a:p>
              <a:pPr algn="ctr"/>
              <a:r>
                <a:rPr lang="en-US" altLang="zh-CN" b="1" dirty="0">
                  <a:latin typeface="宋体" panose="02010600030101010101" pitchFamily="2" charset="-122"/>
                  <a:ea typeface="宋体" panose="02010600030101010101" pitchFamily="2" charset="-122"/>
                </a:rPr>
                <a:t>…</a:t>
              </a:r>
              <a:endParaRPr lang="zh-CN" altLang="en-US" b="1" dirty="0">
                <a:latin typeface="宋体" panose="02010600030101010101" pitchFamily="2" charset="-122"/>
                <a:ea typeface="宋体" panose="02010600030101010101" pitchFamily="2" charset="-122"/>
              </a:endParaRPr>
            </a:p>
          </p:txBody>
        </p:sp>
      </p:grpSp>
      <p:graphicFrame>
        <p:nvGraphicFramePr>
          <p:cNvPr id="11" name="表格 10">
            <a:extLst>
              <a:ext uri="{FF2B5EF4-FFF2-40B4-BE49-F238E27FC236}">
                <a16:creationId xmlns:a16="http://schemas.microsoft.com/office/drawing/2014/main" id="{4BEB6A76-4A82-4607-98F6-727158E95988}"/>
              </a:ext>
            </a:extLst>
          </p:cNvPr>
          <p:cNvGraphicFramePr>
            <a:graphicFrameLocks noGrp="1"/>
          </p:cNvGraphicFramePr>
          <p:nvPr/>
        </p:nvGraphicFramePr>
        <p:xfrm>
          <a:off x="2950037" y="2911969"/>
          <a:ext cx="1777474" cy="822960"/>
        </p:xfrm>
        <a:graphic>
          <a:graphicData uri="http://schemas.openxmlformats.org/drawingml/2006/table">
            <a:tbl>
              <a:tblPr firstRow="1" bandRow="1">
                <a:tableStyleId>{5C22544A-7EE6-4342-B048-85BDC9FD1C3A}</a:tableStyleId>
              </a:tblPr>
              <a:tblGrid>
                <a:gridCol w="888737">
                  <a:extLst>
                    <a:ext uri="{9D8B030D-6E8A-4147-A177-3AD203B41FA5}">
                      <a16:colId xmlns:a16="http://schemas.microsoft.com/office/drawing/2014/main" val="798694314"/>
                    </a:ext>
                  </a:extLst>
                </a:gridCol>
                <a:gridCol w="888737">
                  <a:extLst>
                    <a:ext uri="{9D8B030D-6E8A-4147-A177-3AD203B41FA5}">
                      <a16:colId xmlns:a16="http://schemas.microsoft.com/office/drawing/2014/main" val="1447129998"/>
                    </a:ext>
                  </a:extLst>
                </a:gridCol>
              </a:tblGrid>
              <a:tr h="237695">
                <a:tc>
                  <a:txBody>
                    <a:bodyPr/>
                    <a:lstStyle/>
                    <a:p>
                      <a:pPr algn="ctr"/>
                      <a:r>
                        <a:rPr lang="en-US" altLang="zh-CN" b="1" dirty="0">
                          <a:solidFill>
                            <a:schemeClr val="tx1"/>
                          </a:solidFill>
                        </a:rPr>
                        <a:t>B</a:t>
                      </a:r>
                      <a:endParaRPr lang="zh-CN" altLang="en-US" b="1" dirty="0">
                        <a:solidFill>
                          <a:schemeClr val="tx1"/>
                        </a:solidFill>
                      </a:endParaRPr>
                    </a:p>
                  </a:txBody>
                  <a:tcPr marL="0" marR="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ctr"/>
                      <a:r>
                        <a:rPr lang="en-US" altLang="zh-CN" b="1" dirty="0">
                          <a:solidFill>
                            <a:schemeClr val="tx1"/>
                          </a:solidFill>
                        </a:rPr>
                        <a:t>1</a:t>
                      </a:r>
                      <a:endParaRPr lang="zh-CN" altLang="en-US" b="1" dirty="0">
                        <a:solidFill>
                          <a:schemeClr val="tx1"/>
                        </a:solidFill>
                      </a:endParaRPr>
                    </a:p>
                  </a:txBody>
                  <a:tcPr marL="0" marR="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extLst>
                  <a:ext uri="{0D108BD9-81ED-4DB2-BD59-A6C34878D82A}">
                    <a16:rowId xmlns:a16="http://schemas.microsoft.com/office/drawing/2014/main" val="597298318"/>
                  </a:ext>
                </a:extLst>
              </a:tr>
              <a:tr h="237695">
                <a:tc>
                  <a:txBody>
                    <a:bodyPr/>
                    <a:lstStyle/>
                    <a:p>
                      <a:pPr algn="ctr"/>
                      <a:r>
                        <a:rPr lang="en-US" altLang="zh-CN" b="1" dirty="0">
                          <a:solidFill>
                            <a:schemeClr val="tx1"/>
                          </a:solidFill>
                        </a:rPr>
                        <a:t>E</a:t>
                      </a:r>
                      <a:endParaRPr lang="zh-CN" altLang="en-US" b="1" dirty="0">
                        <a:solidFill>
                          <a:schemeClr val="tx1"/>
                        </a:solidFill>
                      </a:endParaRPr>
                    </a:p>
                  </a:txBody>
                  <a:tcPr marL="0" marR="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ctr"/>
                      <a:r>
                        <a:rPr lang="en-US" altLang="zh-CN" b="1" dirty="0">
                          <a:solidFill>
                            <a:schemeClr val="tx1"/>
                          </a:solidFill>
                        </a:rPr>
                        <a:t>2</a:t>
                      </a:r>
                      <a:endParaRPr lang="zh-CN" altLang="en-US" b="1" dirty="0">
                        <a:solidFill>
                          <a:schemeClr val="tx1"/>
                        </a:solidFill>
                      </a:endParaRPr>
                    </a:p>
                  </a:txBody>
                  <a:tcPr marL="0" marR="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extLst>
                  <a:ext uri="{0D108BD9-81ED-4DB2-BD59-A6C34878D82A}">
                    <a16:rowId xmlns:a16="http://schemas.microsoft.com/office/drawing/2014/main" val="3933040283"/>
                  </a:ext>
                </a:extLst>
              </a:tr>
              <a:tr h="237695">
                <a:tc>
                  <a:txBody>
                    <a:bodyPr/>
                    <a:lstStyle/>
                    <a:p>
                      <a:pPr algn="ctr"/>
                      <a:r>
                        <a:rPr lang="en-US" altLang="zh-CN" b="1" dirty="0">
                          <a:solidFill>
                            <a:schemeClr val="tx1"/>
                          </a:solidFill>
                        </a:rPr>
                        <a:t>F</a:t>
                      </a:r>
                      <a:endParaRPr lang="zh-CN" altLang="en-US" b="1" dirty="0">
                        <a:solidFill>
                          <a:schemeClr val="tx1"/>
                        </a:solidFill>
                      </a:endParaRPr>
                    </a:p>
                  </a:txBody>
                  <a:tcPr marL="0" marR="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ctr"/>
                      <a:r>
                        <a:rPr lang="en-US" altLang="zh-CN" b="1" dirty="0">
                          <a:solidFill>
                            <a:schemeClr val="tx1"/>
                          </a:solidFill>
                        </a:rPr>
                        <a:t>2</a:t>
                      </a:r>
                      <a:endParaRPr lang="zh-CN" altLang="en-US" b="1" dirty="0">
                        <a:solidFill>
                          <a:schemeClr val="tx1"/>
                        </a:solidFill>
                      </a:endParaRPr>
                    </a:p>
                  </a:txBody>
                  <a:tcPr marL="0" marR="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extLst>
                  <a:ext uri="{0D108BD9-81ED-4DB2-BD59-A6C34878D82A}">
                    <a16:rowId xmlns:a16="http://schemas.microsoft.com/office/drawing/2014/main" val="3594049331"/>
                  </a:ext>
                </a:extLst>
              </a:tr>
            </a:tbl>
          </a:graphicData>
        </a:graphic>
      </p:graphicFrame>
      <p:sp>
        <p:nvSpPr>
          <p:cNvPr id="65" name="平行四边形 64">
            <a:extLst>
              <a:ext uri="{FF2B5EF4-FFF2-40B4-BE49-F238E27FC236}">
                <a16:creationId xmlns:a16="http://schemas.microsoft.com/office/drawing/2014/main" id="{F7A86363-53C6-216C-1A0C-4643E8601C4A}"/>
              </a:ext>
            </a:extLst>
          </p:cNvPr>
          <p:cNvSpPr/>
          <p:nvPr/>
        </p:nvSpPr>
        <p:spPr>
          <a:xfrm>
            <a:off x="304800" y="749300"/>
            <a:ext cx="688834" cy="387090"/>
          </a:xfrm>
          <a:prstGeom prst="parallelogram">
            <a:avLst/>
          </a:prstGeom>
          <a:solidFill>
            <a:schemeClr val="accent3">
              <a:lumMod val="75000"/>
            </a:schemeClr>
          </a:solidFill>
          <a:ln>
            <a:solidFill>
              <a:schemeClr val="accent3">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CN" sz="2200" dirty="0">
                <a:latin typeface="Impact" panose="020B0806030902050204" pitchFamily="34" charset="0"/>
              </a:rPr>
              <a:t>03</a:t>
            </a:r>
            <a:endParaRPr lang="zh-CN" altLang="en-US" sz="2200" dirty="0">
              <a:latin typeface="Impact" panose="020B0806030902050204" pitchFamily="34" charset="0"/>
            </a:endParaRPr>
          </a:p>
        </p:txBody>
      </p:sp>
    </p:spTree>
    <p:custDataLst>
      <p:tags r:id="rId1"/>
    </p:custDataLst>
    <p:extLst>
      <p:ext uri="{BB962C8B-B14F-4D97-AF65-F5344CB8AC3E}">
        <p14:creationId xmlns:p14="http://schemas.microsoft.com/office/powerpoint/2010/main" val="1610112064"/>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2" presetClass="entr" presetSubtype="1" fill="hold" nodeType="withEffect">
                                  <p:stCondLst>
                                    <p:cond delay="0"/>
                                  </p:stCondLst>
                                  <p:childTnLst>
                                    <p:set>
                                      <p:cBhvr>
                                        <p:cTn id="6" dur="1" fill="hold">
                                          <p:stCondLst>
                                            <p:cond delay="0"/>
                                          </p:stCondLst>
                                        </p:cTn>
                                        <p:tgtEl>
                                          <p:spTgt spid="11"/>
                                        </p:tgtEl>
                                        <p:attrNameLst>
                                          <p:attrName>style.visibility</p:attrName>
                                        </p:attrNameLst>
                                      </p:cBhvr>
                                      <p:to>
                                        <p:strVal val="visible"/>
                                      </p:to>
                                    </p:set>
                                    <p:animEffect transition="in" filter="wipe(up)">
                                      <p:cBhvr>
                                        <p:cTn id="7" dur="1000"/>
                                        <p:tgtEl>
                                          <p:spTgt spid="11"/>
                                        </p:tgtEl>
                                      </p:cBhvr>
                                    </p:animEffect>
                                  </p:childTnLst>
                                </p:cTn>
                              </p:par>
                              <p:par>
                                <p:cTn id="8" presetID="22" presetClass="entr" presetSubtype="1" fill="hold" nodeType="withEffect">
                                  <p:stCondLst>
                                    <p:cond delay="0"/>
                                  </p:stCondLst>
                                  <p:childTnLst>
                                    <p:set>
                                      <p:cBhvr>
                                        <p:cTn id="9" dur="1" fill="hold">
                                          <p:stCondLst>
                                            <p:cond delay="0"/>
                                          </p:stCondLst>
                                        </p:cTn>
                                        <p:tgtEl>
                                          <p:spTgt spid="10"/>
                                        </p:tgtEl>
                                        <p:attrNameLst>
                                          <p:attrName>style.visibility</p:attrName>
                                        </p:attrNameLst>
                                      </p:cBhvr>
                                      <p:to>
                                        <p:strVal val="visible"/>
                                      </p:to>
                                    </p:set>
                                    <p:animEffect transition="in" filter="wipe(up)">
                                      <p:cBhvr>
                                        <p:cTn id="10" dur="1000"/>
                                        <p:tgtEl>
                                          <p:spTgt spid="10"/>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40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4" name="组合 3">
            <a:extLst>
              <a:ext uri="{FF2B5EF4-FFF2-40B4-BE49-F238E27FC236}">
                <a16:creationId xmlns:a16="http://schemas.microsoft.com/office/drawing/2014/main" id="{9A1EA9F2-FCB6-48C3-935F-7AE7E3AD14AC}"/>
              </a:ext>
            </a:extLst>
          </p:cNvPr>
          <p:cNvGrpSpPr/>
          <p:nvPr/>
        </p:nvGrpSpPr>
        <p:grpSpPr>
          <a:xfrm>
            <a:off x="304800" y="749300"/>
            <a:ext cx="6192344" cy="400110"/>
            <a:chOff x="424117" y="898245"/>
            <a:chExt cx="6192344" cy="400110"/>
          </a:xfrm>
        </p:grpSpPr>
        <p:sp>
          <p:nvSpPr>
            <p:cNvPr id="2" name="平行四边形 1">
              <a:extLst>
                <a:ext uri="{FF2B5EF4-FFF2-40B4-BE49-F238E27FC236}">
                  <a16:creationId xmlns:a16="http://schemas.microsoft.com/office/drawing/2014/main" id="{1F5BAA3F-9845-4F89-A2DD-8222D3E4EDAC}"/>
                </a:ext>
              </a:extLst>
            </p:cNvPr>
            <p:cNvSpPr/>
            <p:nvPr/>
          </p:nvSpPr>
          <p:spPr>
            <a:xfrm>
              <a:off x="424117" y="898245"/>
              <a:ext cx="628306" cy="387090"/>
            </a:xfrm>
            <a:prstGeom prst="parallelogram">
              <a:avLst/>
            </a:prstGeom>
            <a:solidFill>
              <a:schemeClr val="accent3">
                <a:lumMod val="75000"/>
              </a:schemeClr>
            </a:solidFill>
            <a:ln>
              <a:solidFill>
                <a:schemeClr val="accent3">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CN" sz="2200" dirty="0">
                  <a:latin typeface="Impact" panose="020B0806030902050204" pitchFamily="34" charset="0"/>
                </a:rPr>
                <a:t>01</a:t>
              </a:r>
              <a:endParaRPr lang="zh-CN" altLang="en-US" sz="2200" dirty="0">
                <a:latin typeface="Impact" panose="020B0806030902050204" pitchFamily="34" charset="0"/>
              </a:endParaRPr>
            </a:p>
          </p:txBody>
        </p:sp>
        <p:sp>
          <p:nvSpPr>
            <p:cNvPr id="3" name="文本框 2">
              <a:extLst>
                <a:ext uri="{FF2B5EF4-FFF2-40B4-BE49-F238E27FC236}">
                  <a16:creationId xmlns:a16="http://schemas.microsoft.com/office/drawing/2014/main" id="{4D6BD736-A4D3-4F26-AFED-36E11F50F70B}"/>
                </a:ext>
              </a:extLst>
            </p:cNvPr>
            <p:cNvSpPr txBox="1"/>
            <p:nvPr/>
          </p:nvSpPr>
          <p:spPr>
            <a:xfrm>
              <a:off x="1052423" y="898245"/>
              <a:ext cx="5564038" cy="400110"/>
            </a:xfrm>
            <a:prstGeom prst="rect">
              <a:avLst/>
            </a:prstGeom>
            <a:noFill/>
          </p:spPr>
          <p:txBody>
            <a:bodyPr wrap="square" rtlCol="0">
              <a:spAutoFit/>
            </a:bodyPr>
            <a:lstStyle/>
            <a:p>
              <a:r>
                <a:rPr lang="zh-CN" altLang="en-US" sz="2000" b="1" dirty="0">
                  <a:solidFill>
                    <a:schemeClr val="tx1"/>
                  </a:solidFill>
                  <a:latin typeface="Arial Narrow" panose="020B0606020202030204" pitchFamily="34" charset="0"/>
                </a:rPr>
                <a:t>透明网桥的自学习和转发帧的流程</a:t>
              </a:r>
              <a:endParaRPr lang="en-US" altLang="zh-CN" sz="2000" b="1" dirty="0">
                <a:solidFill>
                  <a:schemeClr val="tx1"/>
                </a:solidFill>
                <a:latin typeface="Arial Narrow" panose="020B0606020202030204" pitchFamily="34" charset="0"/>
              </a:endParaRPr>
            </a:p>
          </p:txBody>
        </p:sp>
      </p:grpSp>
      <p:sp>
        <p:nvSpPr>
          <p:cNvPr id="65" name="文本框 64">
            <a:extLst>
              <a:ext uri="{FF2B5EF4-FFF2-40B4-BE49-F238E27FC236}">
                <a16:creationId xmlns:a16="http://schemas.microsoft.com/office/drawing/2014/main" id="{0A37B109-721D-47E1-A7A3-39A7812C3CC5}"/>
              </a:ext>
            </a:extLst>
          </p:cNvPr>
          <p:cNvSpPr txBox="1"/>
          <p:nvPr/>
        </p:nvSpPr>
        <p:spPr>
          <a:xfrm>
            <a:off x="933106" y="1361262"/>
            <a:ext cx="491503" cy="400110"/>
          </a:xfrm>
          <a:prstGeom prst="rect">
            <a:avLst/>
          </a:prstGeom>
          <a:noFill/>
        </p:spPr>
        <p:txBody>
          <a:bodyPr wrap="square">
            <a:spAutoFit/>
          </a:bodyPr>
          <a:lstStyle/>
          <a:p>
            <a:r>
              <a:rPr lang="zh-CN" altLang="en-US" sz="2000" dirty="0"/>
              <a:t>❶</a:t>
            </a:r>
          </a:p>
        </p:txBody>
      </p:sp>
      <p:sp>
        <p:nvSpPr>
          <p:cNvPr id="66" name="íşlïḍè">
            <a:extLst>
              <a:ext uri="{FF2B5EF4-FFF2-40B4-BE49-F238E27FC236}">
                <a16:creationId xmlns:a16="http://schemas.microsoft.com/office/drawing/2014/main" id="{07768FF8-FD27-496C-A990-0AC3897CEE68}"/>
              </a:ext>
            </a:extLst>
          </p:cNvPr>
          <p:cNvSpPr txBox="1"/>
          <p:nvPr/>
        </p:nvSpPr>
        <p:spPr>
          <a:xfrm>
            <a:off x="1373860" y="1361261"/>
            <a:ext cx="10513340" cy="400111"/>
          </a:xfrm>
          <a:prstGeom prst="rect">
            <a:avLst/>
          </a:prstGeom>
          <a:noFill/>
        </p:spPr>
        <p:txBody>
          <a:bodyPr wrap="square" lIns="91440" tIns="45720" rIns="91440" bIns="45720" anchor="ctr">
            <a:noAutofit/>
          </a:bodyPr>
          <a:lstStyle/>
          <a:p>
            <a:r>
              <a:rPr lang="zh-CN" altLang="en-US" b="1" dirty="0">
                <a:latin typeface="Arial Narrow" panose="020B0606020202030204" pitchFamily="34" charset="0"/>
              </a:rPr>
              <a:t>网桥收到帧后进行</a:t>
            </a:r>
            <a:r>
              <a:rPr lang="zh-CN" altLang="en-US" b="1" dirty="0">
                <a:solidFill>
                  <a:schemeClr val="accent1">
                    <a:lumMod val="75000"/>
                  </a:schemeClr>
                </a:solidFill>
                <a:latin typeface="Arial Narrow" panose="020B0606020202030204" pitchFamily="34" charset="0"/>
              </a:rPr>
              <a:t>登记（即自学习）</a:t>
            </a:r>
            <a:r>
              <a:rPr lang="zh-CN" altLang="en-US" b="1" dirty="0">
                <a:latin typeface="Arial Narrow" panose="020B0606020202030204" pitchFamily="34" charset="0"/>
              </a:rPr>
              <a:t>，登记的内容为帧的</a:t>
            </a:r>
            <a:r>
              <a:rPr lang="zh-CN" altLang="en-US" b="1" dirty="0">
                <a:solidFill>
                  <a:schemeClr val="accent1">
                    <a:lumMod val="75000"/>
                  </a:schemeClr>
                </a:solidFill>
                <a:latin typeface="Arial Narrow" panose="020B0606020202030204" pitchFamily="34" charset="0"/>
              </a:rPr>
              <a:t>源</a:t>
            </a:r>
            <a:r>
              <a:rPr lang="en-US" altLang="zh-CN" b="1" dirty="0">
                <a:solidFill>
                  <a:schemeClr val="accent1">
                    <a:lumMod val="75000"/>
                  </a:schemeClr>
                </a:solidFill>
                <a:latin typeface="Arial Narrow" panose="020B0606020202030204" pitchFamily="34" charset="0"/>
              </a:rPr>
              <a:t>MAC</a:t>
            </a:r>
            <a:r>
              <a:rPr lang="zh-CN" altLang="en-US" b="1" dirty="0">
                <a:solidFill>
                  <a:schemeClr val="accent1">
                    <a:lumMod val="75000"/>
                  </a:schemeClr>
                </a:solidFill>
                <a:latin typeface="Arial Narrow" panose="020B0606020202030204" pitchFamily="34" charset="0"/>
              </a:rPr>
              <a:t>地址</a:t>
            </a:r>
            <a:r>
              <a:rPr lang="zh-CN" altLang="en-US" b="1" dirty="0">
                <a:latin typeface="Arial Narrow" panose="020B0606020202030204" pitchFamily="34" charset="0"/>
              </a:rPr>
              <a:t>和进入网桥的</a:t>
            </a:r>
            <a:r>
              <a:rPr lang="zh-CN" altLang="en-US" b="1" dirty="0">
                <a:solidFill>
                  <a:schemeClr val="accent1">
                    <a:lumMod val="75000"/>
                  </a:schemeClr>
                </a:solidFill>
                <a:latin typeface="Arial Narrow" panose="020B0606020202030204" pitchFamily="34" charset="0"/>
              </a:rPr>
              <a:t>接口号</a:t>
            </a:r>
            <a:r>
              <a:rPr lang="zh-CN" altLang="en-US" b="1" dirty="0">
                <a:latin typeface="Arial Narrow" panose="020B0606020202030204" pitchFamily="34" charset="0"/>
              </a:rPr>
              <a:t>。</a:t>
            </a:r>
          </a:p>
        </p:txBody>
      </p:sp>
      <p:sp>
        <p:nvSpPr>
          <p:cNvPr id="68" name="文本框 67">
            <a:extLst>
              <a:ext uri="{FF2B5EF4-FFF2-40B4-BE49-F238E27FC236}">
                <a16:creationId xmlns:a16="http://schemas.microsoft.com/office/drawing/2014/main" id="{D7B39427-C53F-468F-B116-1B8AAB10B7CF}"/>
              </a:ext>
            </a:extLst>
          </p:cNvPr>
          <p:cNvSpPr txBox="1"/>
          <p:nvPr/>
        </p:nvSpPr>
        <p:spPr>
          <a:xfrm>
            <a:off x="933106" y="1793153"/>
            <a:ext cx="491503" cy="400110"/>
          </a:xfrm>
          <a:prstGeom prst="rect">
            <a:avLst/>
          </a:prstGeom>
          <a:noFill/>
        </p:spPr>
        <p:txBody>
          <a:bodyPr wrap="square">
            <a:spAutoFit/>
          </a:bodyPr>
          <a:lstStyle/>
          <a:p>
            <a:r>
              <a:rPr lang="zh-CN" altLang="en-US" sz="2000" dirty="0"/>
              <a:t>❷</a:t>
            </a:r>
          </a:p>
        </p:txBody>
      </p:sp>
      <p:sp>
        <p:nvSpPr>
          <p:cNvPr id="69" name="íşlïḍè">
            <a:extLst>
              <a:ext uri="{FF2B5EF4-FFF2-40B4-BE49-F238E27FC236}">
                <a16:creationId xmlns:a16="http://schemas.microsoft.com/office/drawing/2014/main" id="{60062275-DCCD-4F5C-94B4-34290B79844C}"/>
              </a:ext>
            </a:extLst>
          </p:cNvPr>
          <p:cNvSpPr txBox="1"/>
          <p:nvPr/>
        </p:nvSpPr>
        <p:spPr>
          <a:xfrm>
            <a:off x="1373860" y="1793152"/>
            <a:ext cx="10513340" cy="400111"/>
          </a:xfrm>
          <a:prstGeom prst="rect">
            <a:avLst/>
          </a:prstGeom>
          <a:noFill/>
        </p:spPr>
        <p:txBody>
          <a:bodyPr wrap="square" lIns="91440" tIns="45720" rIns="91440" bIns="45720" anchor="ctr">
            <a:noAutofit/>
          </a:bodyPr>
          <a:lstStyle/>
          <a:p>
            <a:r>
              <a:rPr lang="zh-CN" altLang="en-US" b="1" dirty="0">
                <a:latin typeface="Arial Narrow" panose="020B0606020202030204" pitchFamily="34" charset="0"/>
              </a:rPr>
              <a:t>网桥根据帧的</a:t>
            </a:r>
            <a:r>
              <a:rPr lang="zh-CN" altLang="en-US" b="1" dirty="0">
                <a:solidFill>
                  <a:schemeClr val="accent1">
                    <a:lumMod val="75000"/>
                  </a:schemeClr>
                </a:solidFill>
                <a:latin typeface="Arial Narrow" panose="020B0606020202030204" pitchFamily="34" charset="0"/>
              </a:rPr>
              <a:t>目的</a:t>
            </a:r>
            <a:r>
              <a:rPr lang="en-US" altLang="zh-CN" b="1" dirty="0">
                <a:solidFill>
                  <a:schemeClr val="accent1">
                    <a:lumMod val="75000"/>
                  </a:schemeClr>
                </a:solidFill>
                <a:latin typeface="Arial Narrow" panose="020B0606020202030204" pitchFamily="34" charset="0"/>
              </a:rPr>
              <a:t>MAC</a:t>
            </a:r>
            <a:r>
              <a:rPr lang="zh-CN" altLang="en-US" b="1" dirty="0">
                <a:solidFill>
                  <a:schemeClr val="accent1">
                    <a:lumMod val="75000"/>
                  </a:schemeClr>
                </a:solidFill>
                <a:latin typeface="Arial Narrow" panose="020B0606020202030204" pitchFamily="34" charset="0"/>
              </a:rPr>
              <a:t>地址</a:t>
            </a:r>
            <a:r>
              <a:rPr lang="zh-CN" altLang="en-US" b="1" dirty="0">
                <a:latin typeface="Arial Narrow" panose="020B0606020202030204" pitchFamily="34" charset="0"/>
              </a:rPr>
              <a:t>和网桥的</a:t>
            </a:r>
            <a:r>
              <a:rPr lang="zh-CN" altLang="en-US" b="1" dirty="0">
                <a:solidFill>
                  <a:schemeClr val="accent1">
                    <a:lumMod val="75000"/>
                  </a:schemeClr>
                </a:solidFill>
                <a:latin typeface="Arial Narrow" panose="020B0606020202030204" pitchFamily="34" charset="0"/>
              </a:rPr>
              <a:t>转发表</a:t>
            </a:r>
            <a:r>
              <a:rPr lang="zh-CN" altLang="en-US" b="1" dirty="0">
                <a:latin typeface="Arial Narrow" panose="020B0606020202030204" pitchFamily="34" charset="0"/>
              </a:rPr>
              <a:t>对帧进行</a:t>
            </a:r>
            <a:r>
              <a:rPr lang="zh-CN" altLang="en-US" b="1" dirty="0">
                <a:solidFill>
                  <a:schemeClr val="accent1">
                    <a:lumMod val="75000"/>
                  </a:schemeClr>
                </a:solidFill>
                <a:latin typeface="Arial Narrow" panose="020B0606020202030204" pitchFamily="34" charset="0"/>
              </a:rPr>
              <a:t>转发</a:t>
            </a:r>
            <a:r>
              <a:rPr lang="zh-CN" altLang="en-US" b="1" dirty="0">
                <a:latin typeface="Arial Narrow" panose="020B0606020202030204" pitchFamily="34" charset="0"/>
              </a:rPr>
              <a:t>，包含以下三种情况：</a:t>
            </a:r>
          </a:p>
        </p:txBody>
      </p:sp>
      <p:sp>
        <p:nvSpPr>
          <p:cNvPr id="70" name="文本框 69">
            <a:extLst>
              <a:ext uri="{FF2B5EF4-FFF2-40B4-BE49-F238E27FC236}">
                <a16:creationId xmlns:a16="http://schemas.microsoft.com/office/drawing/2014/main" id="{891FEA40-B643-4CED-A0DF-7F4544CB748F}"/>
              </a:ext>
            </a:extLst>
          </p:cNvPr>
          <p:cNvSpPr txBox="1"/>
          <p:nvPr/>
        </p:nvSpPr>
        <p:spPr>
          <a:xfrm>
            <a:off x="1373860" y="2225044"/>
            <a:ext cx="335670" cy="400110"/>
          </a:xfrm>
          <a:prstGeom prst="rect">
            <a:avLst/>
          </a:prstGeom>
          <a:noFill/>
        </p:spPr>
        <p:txBody>
          <a:bodyPr wrap="square">
            <a:spAutoFit/>
          </a:bodyPr>
          <a:lstStyle/>
          <a:p>
            <a:r>
              <a:rPr lang="zh-CN" altLang="en-US" sz="2000" dirty="0"/>
              <a:t>●</a:t>
            </a:r>
          </a:p>
        </p:txBody>
      </p:sp>
      <p:sp>
        <p:nvSpPr>
          <p:cNvPr id="71" name="íşlïḍè">
            <a:extLst>
              <a:ext uri="{FF2B5EF4-FFF2-40B4-BE49-F238E27FC236}">
                <a16:creationId xmlns:a16="http://schemas.microsoft.com/office/drawing/2014/main" id="{078C79EE-307C-4C8D-B588-98DFBB500EED}"/>
              </a:ext>
            </a:extLst>
          </p:cNvPr>
          <p:cNvSpPr txBox="1"/>
          <p:nvPr/>
        </p:nvSpPr>
        <p:spPr>
          <a:xfrm>
            <a:off x="1678660" y="2225043"/>
            <a:ext cx="5998354" cy="400111"/>
          </a:xfrm>
          <a:prstGeom prst="rect">
            <a:avLst/>
          </a:prstGeom>
          <a:noFill/>
        </p:spPr>
        <p:txBody>
          <a:bodyPr wrap="square" lIns="91440" tIns="45720" rIns="91440" bIns="45720" anchor="ctr">
            <a:noAutofit/>
          </a:bodyPr>
          <a:lstStyle/>
          <a:p>
            <a:r>
              <a:rPr lang="zh-CN" altLang="en-US" b="1" dirty="0">
                <a:solidFill>
                  <a:schemeClr val="accent1">
                    <a:lumMod val="75000"/>
                  </a:schemeClr>
                </a:solidFill>
                <a:latin typeface="Arial Narrow" panose="020B0606020202030204" pitchFamily="34" charset="0"/>
              </a:rPr>
              <a:t>明确转发</a:t>
            </a:r>
            <a:r>
              <a:rPr lang="zh-CN" altLang="en-US" b="1" dirty="0">
                <a:latin typeface="Arial Narrow" panose="020B0606020202030204" pitchFamily="34" charset="0"/>
              </a:rPr>
              <a:t>：网桥知道应当从哪个接口转发帧。</a:t>
            </a:r>
          </a:p>
        </p:txBody>
      </p:sp>
      <p:sp>
        <p:nvSpPr>
          <p:cNvPr id="72" name="文本框 71">
            <a:extLst>
              <a:ext uri="{FF2B5EF4-FFF2-40B4-BE49-F238E27FC236}">
                <a16:creationId xmlns:a16="http://schemas.microsoft.com/office/drawing/2014/main" id="{8FA4D821-51BA-440A-B215-2DDB0C4AAC47}"/>
              </a:ext>
            </a:extLst>
          </p:cNvPr>
          <p:cNvSpPr txBox="1"/>
          <p:nvPr/>
        </p:nvSpPr>
        <p:spPr>
          <a:xfrm>
            <a:off x="1373860" y="2656935"/>
            <a:ext cx="335670" cy="400110"/>
          </a:xfrm>
          <a:prstGeom prst="rect">
            <a:avLst/>
          </a:prstGeom>
          <a:noFill/>
        </p:spPr>
        <p:txBody>
          <a:bodyPr wrap="square">
            <a:spAutoFit/>
          </a:bodyPr>
          <a:lstStyle/>
          <a:p>
            <a:r>
              <a:rPr lang="zh-CN" altLang="en-US" sz="2000" dirty="0"/>
              <a:t>●</a:t>
            </a:r>
          </a:p>
        </p:txBody>
      </p:sp>
      <p:sp>
        <p:nvSpPr>
          <p:cNvPr id="73" name="íşlïḍè">
            <a:extLst>
              <a:ext uri="{FF2B5EF4-FFF2-40B4-BE49-F238E27FC236}">
                <a16:creationId xmlns:a16="http://schemas.microsoft.com/office/drawing/2014/main" id="{19C843D7-4EB6-4EB9-9A5D-9080300F393F}"/>
              </a:ext>
            </a:extLst>
          </p:cNvPr>
          <p:cNvSpPr txBox="1"/>
          <p:nvPr/>
        </p:nvSpPr>
        <p:spPr>
          <a:xfrm>
            <a:off x="1678659" y="2656934"/>
            <a:ext cx="10208541" cy="702492"/>
          </a:xfrm>
          <a:prstGeom prst="rect">
            <a:avLst/>
          </a:prstGeom>
          <a:noFill/>
        </p:spPr>
        <p:txBody>
          <a:bodyPr wrap="square" lIns="91440" tIns="45720" rIns="91440" bIns="45720" anchor="ctr">
            <a:noAutofit/>
          </a:bodyPr>
          <a:lstStyle/>
          <a:p>
            <a:r>
              <a:rPr lang="zh-CN" altLang="en-US" b="1" dirty="0">
                <a:solidFill>
                  <a:schemeClr val="accent1">
                    <a:lumMod val="75000"/>
                  </a:schemeClr>
                </a:solidFill>
                <a:latin typeface="Arial Narrow" panose="020B0606020202030204" pitchFamily="34" charset="0"/>
              </a:rPr>
              <a:t>盲目转发</a:t>
            </a:r>
            <a:r>
              <a:rPr lang="zh-CN" altLang="en-US" b="1" dirty="0">
                <a:latin typeface="Arial Narrow" panose="020B0606020202030204" pitchFamily="34" charset="0"/>
              </a:rPr>
              <a:t>：网桥不知道应当从哪个接口转发帧，只能将其通过除进入网桥的接口外的其他所有接口</a:t>
            </a:r>
            <a:endParaRPr lang="en-US" altLang="zh-CN" b="1" dirty="0">
              <a:latin typeface="Arial Narrow" panose="020B0606020202030204" pitchFamily="34" charset="0"/>
            </a:endParaRPr>
          </a:p>
          <a:p>
            <a:r>
              <a:rPr lang="en-US" altLang="zh-CN" b="1" dirty="0">
                <a:latin typeface="Arial Narrow" panose="020B0606020202030204" pitchFamily="34" charset="0"/>
              </a:rPr>
              <a:t>                      </a:t>
            </a:r>
            <a:r>
              <a:rPr lang="zh-CN" altLang="en-US" b="1" dirty="0">
                <a:latin typeface="Arial Narrow" panose="020B0606020202030204" pitchFamily="34" charset="0"/>
              </a:rPr>
              <a:t>转发。</a:t>
            </a:r>
          </a:p>
        </p:txBody>
      </p:sp>
      <p:sp>
        <p:nvSpPr>
          <p:cNvPr id="13" name="文本框 12">
            <a:extLst>
              <a:ext uri="{FF2B5EF4-FFF2-40B4-BE49-F238E27FC236}">
                <a16:creationId xmlns:a16="http://schemas.microsoft.com/office/drawing/2014/main" id="{2EE6A7EF-77B9-41F4-9886-129D731B3372}"/>
              </a:ext>
            </a:extLst>
          </p:cNvPr>
          <p:cNvSpPr txBox="1"/>
          <p:nvPr/>
        </p:nvSpPr>
        <p:spPr>
          <a:xfrm>
            <a:off x="1373860" y="3394045"/>
            <a:ext cx="335670" cy="400110"/>
          </a:xfrm>
          <a:prstGeom prst="rect">
            <a:avLst/>
          </a:prstGeom>
          <a:noFill/>
        </p:spPr>
        <p:txBody>
          <a:bodyPr wrap="square">
            <a:spAutoFit/>
          </a:bodyPr>
          <a:lstStyle/>
          <a:p>
            <a:r>
              <a:rPr lang="zh-CN" altLang="en-US" sz="2000" dirty="0"/>
              <a:t>●</a:t>
            </a:r>
          </a:p>
        </p:txBody>
      </p:sp>
      <p:sp>
        <p:nvSpPr>
          <p:cNvPr id="14" name="íşlïḍè">
            <a:extLst>
              <a:ext uri="{FF2B5EF4-FFF2-40B4-BE49-F238E27FC236}">
                <a16:creationId xmlns:a16="http://schemas.microsoft.com/office/drawing/2014/main" id="{E62FC3FC-7454-4BF1-9C7A-AF5D8394C4EE}"/>
              </a:ext>
            </a:extLst>
          </p:cNvPr>
          <p:cNvSpPr txBox="1"/>
          <p:nvPr/>
        </p:nvSpPr>
        <p:spPr>
          <a:xfrm>
            <a:off x="1678659" y="3394044"/>
            <a:ext cx="10208541" cy="400111"/>
          </a:xfrm>
          <a:prstGeom prst="rect">
            <a:avLst/>
          </a:prstGeom>
          <a:noFill/>
        </p:spPr>
        <p:txBody>
          <a:bodyPr wrap="square" lIns="91440" tIns="45720" rIns="91440" bIns="45720" anchor="ctr">
            <a:noAutofit/>
          </a:bodyPr>
          <a:lstStyle/>
          <a:p>
            <a:r>
              <a:rPr lang="zh-CN" altLang="en-US" b="1" dirty="0">
                <a:solidFill>
                  <a:schemeClr val="accent1">
                    <a:lumMod val="75000"/>
                  </a:schemeClr>
                </a:solidFill>
                <a:latin typeface="Arial Narrow" panose="020B0606020202030204" pitchFamily="34" charset="0"/>
              </a:rPr>
              <a:t>丢         弃</a:t>
            </a:r>
            <a:r>
              <a:rPr lang="zh-CN" altLang="en-US" b="1" dirty="0">
                <a:latin typeface="Arial Narrow" panose="020B0606020202030204" pitchFamily="34" charset="0"/>
              </a:rPr>
              <a:t>：网桥知道不应该转发该帧，将其丢弃。</a:t>
            </a:r>
          </a:p>
        </p:txBody>
      </p:sp>
      <p:sp>
        <p:nvSpPr>
          <p:cNvPr id="5" name="矩形 4">
            <a:extLst>
              <a:ext uri="{FF2B5EF4-FFF2-40B4-BE49-F238E27FC236}">
                <a16:creationId xmlns:a16="http://schemas.microsoft.com/office/drawing/2014/main" id="{A0A8919D-22EF-46CA-B389-7819839EF2A4}"/>
              </a:ext>
            </a:extLst>
          </p:cNvPr>
          <p:cNvSpPr/>
          <p:nvPr/>
        </p:nvSpPr>
        <p:spPr>
          <a:xfrm>
            <a:off x="933106" y="3920737"/>
            <a:ext cx="10663615" cy="251816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nSpc>
                <a:spcPct val="150000"/>
              </a:lnSpc>
            </a:pPr>
            <a:r>
              <a:rPr lang="zh-CN" altLang="en-US" b="1" dirty="0"/>
              <a:t>请同学们注意：</a:t>
            </a:r>
            <a:endParaRPr lang="en-US" altLang="zh-CN" b="1" dirty="0"/>
          </a:p>
          <a:p>
            <a:pPr>
              <a:lnSpc>
                <a:spcPct val="150000"/>
              </a:lnSpc>
            </a:pPr>
            <a:r>
              <a:rPr lang="zh-CN" altLang="en-US" b="1" dirty="0"/>
              <a:t>（</a:t>
            </a:r>
            <a:r>
              <a:rPr lang="en-US" altLang="zh-CN" b="1" dirty="0"/>
              <a:t>1</a:t>
            </a:r>
            <a:r>
              <a:rPr lang="zh-CN" altLang="en-US" b="1" dirty="0"/>
              <a:t>）如果网桥收到有</a:t>
            </a:r>
            <a:r>
              <a:rPr lang="zh-CN" altLang="en-US" b="1" dirty="0">
                <a:solidFill>
                  <a:schemeClr val="tx1"/>
                </a:solidFill>
                <a:highlight>
                  <a:srgbClr val="F4B919"/>
                </a:highlight>
              </a:rPr>
              <a:t>误码的帧</a:t>
            </a:r>
            <a:r>
              <a:rPr lang="zh-CN" altLang="en-US" b="1" dirty="0"/>
              <a:t>则直接</a:t>
            </a:r>
            <a:r>
              <a:rPr lang="zh-CN" altLang="en-US" b="1" dirty="0">
                <a:solidFill>
                  <a:schemeClr val="tx1"/>
                </a:solidFill>
                <a:highlight>
                  <a:srgbClr val="F4B919"/>
                </a:highlight>
              </a:rPr>
              <a:t>丢弃</a:t>
            </a:r>
            <a:r>
              <a:rPr lang="zh-CN" altLang="en-US" b="1" dirty="0"/>
              <a:t>。</a:t>
            </a:r>
            <a:endParaRPr lang="en-US" altLang="zh-CN" b="1" dirty="0"/>
          </a:p>
          <a:p>
            <a:pPr>
              <a:lnSpc>
                <a:spcPct val="150000"/>
              </a:lnSpc>
            </a:pPr>
            <a:r>
              <a:rPr lang="zh-CN" altLang="en-US" b="1" dirty="0"/>
              <a:t>（</a:t>
            </a:r>
            <a:r>
              <a:rPr lang="en-US" altLang="zh-CN" b="1" dirty="0"/>
              <a:t>2</a:t>
            </a:r>
            <a:r>
              <a:rPr lang="zh-CN" altLang="en-US" b="1" dirty="0"/>
              <a:t>）如果网桥收到一个无误码的</a:t>
            </a:r>
            <a:r>
              <a:rPr lang="zh-CN" altLang="en-US" b="1" dirty="0">
                <a:solidFill>
                  <a:schemeClr val="tx1"/>
                </a:solidFill>
                <a:highlight>
                  <a:srgbClr val="F4B919"/>
                </a:highlight>
              </a:rPr>
              <a:t>广播帧</a:t>
            </a:r>
            <a:r>
              <a:rPr lang="zh-CN" altLang="en-US" b="1" dirty="0"/>
              <a:t>，则不用进行查表，而是直接从除接收该广播帧的接口的</a:t>
            </a:r>
            <a:r>
              <a:rPr lang="zh-CN" altLang="en-US" b="1" dirty="0">
                <a:solidFill>
                  <a:schemeClr val="tx1"/>
                </a:solidFill>
                <a:highlight>
                  <a:srgbClr val="F4B919"/>
                </a:highlight>
              </a:rPr>
              <a:t>其他接口转发</a:t>
            </a:r>
            <a:r>
              <a:rPr lang="zh-CN" altLang="en-US" b="1" dirty="0"/>
              <a:t>该广播帧。</a:t>
            </a:r>
            <a:endParaRPr lang="en-US" altLang="zh-CN" b="1" dirty="0"/>
          </a:p>
          <a:p>
            <a:pPr>
              <a:lnSpc>
                <a:spcPct val="150000"/>
              </a:lnSpc>
            </a:pPr>
            <a:r>
              <a:rPr lang="zh-CN" altLang="en-US" b="1" dirty="0"/>
              <a:t>（</a:t>
            </a:r>
            <a:r>
              <a:rPr lang="en-US" altLang="zh-CN" b="1" dirty="0"/>
              <a:t>3</a:t>
            </a:r>
            <a:r>
              <a:rPr lang="zh-CN" altLang="en-US" b="1" dirty="0"/>
              <a:t>）转发表中的每条记录都有其</a:t>
            </a:r>
            <a:r>
              <a:rPr lang="zh-CN" altLang="en-US" b="1" dirty="0">
                <a:solidFill>
                  <a:schemeClr val="tx1"/>
                </a:solidFill>
                <a:highlight>
                  <a:srgbClr val="F4B919"/>
                </a:highlight>
              </a:rPr>
              <a:t>有效时间，到期自动删除</a:t>
            </a:r>
            <a:r>
              <a:rPr lang="zh-CN" altLang="en-US" b="1" dirty="0"/>
              <a:t>！这是因为各站点的</a:t>
            </a:r>
            <a:r>
              <a:rPr lang="en-US" altLang="zh-CN" b="1" dirty="0"/>
              <a:t>MAC</a:t>
            </a:r>
            <a:r>
              <a:rPr lang="zh-CN" altLang="en-US" b="1" dirty="0"/>
              <a:t>地址与网桥接口的对应关系并不是永久性的，例如某个站点更换了网卡，其</a:t>
            </a:r>
            <a:r>
              <a:rPr lang="en-US" altLang="zh-CN" b="1" dirty="0"/>
              <a:t>MAC</a:t>
            </a:r>
            <a:r>
              <a:rPr lang="zh-CN" altLang="en-US" b="1" dirty="0"/>
              <a:t>地址就会改变。</a:t>
            </a:r>
          </a:p>
        </p:txBody>
      </p:sp>
      <p:sp>
        <p:nvSpPr>
          <p:cNvPr id="16" name="平行四边形 15">
            <a:extLst>
              <a:ext uri="{FF2B5EF4-FFF2-40B4-BE49-F238E27FC236}">
                <a16:creationId xmlns:a16="http://schemas.microsoft.com/office/drawing/2014/main" id="{5F6DBDA7-A167-9566-89C9-7ECC44AB0E2C}"/>
              </a:ext>
            </a:extLst>
          </p:cNvPr>
          <p:cNvSpPr/>
          <p:nvPr/>
        </p:nvSpPr>
        <p:spPr>
          <a:xfrm>
            <a:off x="304800" y="749300"/>
            <a:ext cx="688834" cy="387090"/>
          </a:xfrm>
          <a:prstGeom prst="parallelogram">
            <a:avLst/>
          </a:prstGeom>
          <a:solidFill>
            <a:schemeClr val="accent3">
              <a:lumMod val="75000"/>
            </a:schemeClr>
          </a:solidFill>
          <a:ln>
            <a:solidFill>
              <a:schemeClr val="accent3">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CN" sz="2200" dirty="0">
                <a:latin typeface="Impact" panose="020B0806030902050204" pitchFamily="34" charset="0"/>
              </a:rPr>
              <a:t>03</a:t>
            </a:r>
            <a:endParaRPr lang="zh-CN" altLang="en-US" sz="2200" dirty="0">
              <a:latin typeface="Impact" panose="020B0806030902050204" pitchFamily="34" charset="0"/>
            </a:endParaRPr>
          </a:p>
        </p:txBody>
      </p:sp>
    </p:spTree>
    <p:custDataLst>
      <p:tags r:id="rId1"/>
    </p:custDataLst>
    <p:extLst>
      <p:ext uri="{BB962C8B-B14F-4D97-AF65-F5344CB8AC3E}">
        <p14:creationId xmlns:p14="http://schemas.microsoft.com/office/powerpoint/2010/main" val="740156517"/>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53" presetClass="entr" presetSubtype="16" fill="hold" grpId="0" nodeType="withEffect">
                                  <p:stCondLst>
                                    <p:cond delay="0"/>
                                  </p:stCondLst>
                                  <p:childTnLst>
                                    <p:set>
                                      <p:cBhvr>
                                        <p:cTn id="6" dur="1" fill="hold">
                                          <p:stCondLst>
                                            <p:cond delay="0"/>
                                          </p:stCondLst>
                                        </p:cTn>
                                        <p:tgtEl>
                                          <p:spTgt spid="65"/>
                                        </p:tgtEl>
                                        <p:attrNameLst>
                                          <p:attrName>style.visibility</p:attrName>
                                        </p:attrNameLst>
                                      </p:cBhvr>
                                      <p:to>
                                        <p:strVal val="visible"/>
                                      </p:to>
                                    </p:set>
                                    <p:anim calcmode="lin" valueType="num">
                                      <p:cBhvr>
                                        <p:cTn id="7" dur="500" fill="hold"/>
                                        <p:tgtEl>
                                          <p:spTgt spid="65"/>
                                        </p:tgtEl>
                                        <p:attrNameLst>
                                          <p:attrName>ppt_w</p:attrName>
                                        </p:attrNameLst>
                                      </p:cBhvr>
                                      <p:tavLst>
                                        <p:tav tm="0">
                                          <p:val>
                                            <p:fltVal val="0"/>
                                          </p:val>
                                        </p:tav>
                                        <p:tav tm="100000">
                                          <p:val>
                                            <p:strVal val="#ppt_w"/>
                                          </p:val>
                                        </p:tav>
                                      </p:tavLst>
                                    </p:anim>
                                    <p:anim calcmode="lin" valueType="num">
                                      <p:cBhvr>
                                        <p:cTn id="8" dur="500" fill="hold"/>
                                        <p:tgtEl>
                                          <p:spTgt spid="65"/>
                                        </p:tgtEl>
                                        <p:attrNameLst>
                                          <p:attrName>ppt_h</p:attrName>
                                        </p:attrNameLst>
                                      </p:cBhvr>
                                      <p:tavLst>
                                        <p:tav tm="0">
                                          <p:val>
                                            <p:fltVal val="0"/>
                                          </p:val>
                                        </p:tav>
                                        <p:tav tm="100000">
                                          <p:val>
                                            <p:strVal val="#ppt_h"/>
                                          </p:val>
                                        </p:tav>
                                      </p:tavLst>
                                    </p:anim>
                                    <p:animEffect transition="in" filter="fade">
                                      <p:cBhvr>
                                        <p:cTn id="9" dur="500"/>
                                        <p:tgtEl>
                                          <p:spTgt spid="65"/>
                                        </p:tgtEl>
                                      </p:cBhvr>
                                    </p:animEffect>
                                  </p:childTnLst>
                                </p:cTn>
                              </p:par>
                            </p:childTnLst>
                          </p:cTn>
                        </p:par>
                        <p:par>
                          <p:cTn id="10" fill="hold">
                            <p:stCondLst>
                              <p:cond delay="500"/>
                            </p:stCondLst>
                            <p:childTnLst>
                              <p:par>
                                <p:cTn id="11" presetID="1" presetClass="entr" presetSubtype="0" fill="hold" grpId="0" nodeType="afterEffect">
                                  <p:stCondLst>
                                    <p:cond delay="0"/>
                                  </p:stCondLst>
                                  <p:iterate type="lt">
                                    <p:tmAbs val="100"/>
                                  </p:iterate>
                                  <p:childTnLst>
                                    <p:set>
                                      <p:cBhvr>
                                        <p:cTn id="12" dur="1" fill="hold">
                                          <p:stCondLst>
                                            <p:cond delay="0"/>
                                          </p:stCondLst>
                                        </p:cTn>
                                        <p:tgtEl>
                                          <p:spTgt spid="66"/>
                                        </p:tgtEl>
                                        <p:attrNameLst>
                                          <p:attrName>style.visibility</p:attrName>
                                        </p:attrNameLst>
                                      </p:cBhvr>
                                      <p:to>
                                        <p:strVal val="visible"/>
                                      </p:to>
                                    </p:set>
                                  </p:childTnLst>
                                </p:cTn>
                              </p:par>
                            </p:childTnLst>
                          </p:cTn>
                        </p:par>
                      </p:childTnLst>
                    </p:cTn>
                  </p:par>
                  <p:par>
                    <p:cTn id="13" fill="hold">
                      <p:stCondLst>
                        <p:cond delay="indefinite"/>
                      </p:stCondLst>
                      <p:childTnLst>
                        <p:par>
                          <p:cTn id="14" fill="hold">
                            <p:stCondLst>
                              <p:cond delay="0"/>
                            </p:stCondLst>
                            <p:childTnLst>
                              <p:par>
                                <p:cTn id="15" presetID="53" presetClass="entr" presetSubtype="16" fill="hold" grpId="0" nodeType="clickEffect">
                                  <p:stCondLst>
                                    <p:cond delay="0"/>
                                  </p:stCondLst>
                                  <p:childTnLst>
                                    <p:set>
                                      <p:cBhvr>
                                        <p:cTn id="16" dur="1" fill="hold">
                                          <p:stCondLst>
                                            <p:cond delay="0"/>
                                          </p:stCondLst>
                                        </p:cTn>
                                        <p:tgtEl>
                                          <p:spTgt spid="68"/>
                                        </p:tgtEl>
                                        <p:attrNameLst>
                                          <p:attrName>style.visibility</p:attrName>
                                        </p:attrNameLst>
                                      </p:cBhvr>
                                      <p:to>
                                        <p:strVal val="visible"/>
                                      </p:to>
                                    </p:set>
                                    <p:anim calcmode="lin" valueType="num">
                                      <p:cBhvr>
                                        <p:cTn id="17" dur="500" fill="hold"/>
                                        <p:tgtEl>
                                          <p:spTgt spid="68"/>
                                        </p:tgtEl>
                                        <p:attrNameLst>
                                          <p:attrName>ppt_w</p:attrName>
                                        </p:attrNameLst>
                                      </p:cBhvr>
                                      <p:tavLst>
                                        <p:tav tm="0">
                                          <p:val>
                                            <p:fltVal val="0"/>
                                          </p:val>
                                        </p:tav>
                                        <p:tav tm="100000">
                                          <p:val>
                                            <p:strVal val="#ppt_w"/>
                                          </p:val>
                                        </p:tav>
                                      </p:tavLst>
                                    </p:anim>
                                    <p:anim calcmode="lin" valueType="num">
                                      <p:cBhvr>
                                        <p:cTn id="18" dur="500" fill="hold"/>
                                        <p:tgtEl>
                                          <p:spTgt spid="68"/>
                                        </p:tgtEl>
                                        <p:attrNameLst>
                                          <p:attrName>ppt_h</p:attrName>
                                        </p:attrNameLst>
                                      </p:cBhvr>
                                      <p:tavLst>
                                        <p:tav tm="0">
                                          <p:val>
                                            <p:fltVal val="0"/>
                                          </p:val>
                                        </p:tav>
                                        <p:tav tm="100000">
                                          <p:val>
                                            <p:strVal val="#ppt_h"/>
                                          </p:val>
                                        </p:tav>
                                      </p:tavLst>
                                    </p:anim>
                                    <p:animEffect transition="in" filter="fade">
                                      <p:cBhvr>
                                        <p:cTn id="19" dur="500"/>
                                        <p:tgtEl>
                                          <p:spTgt spid="68"/>
                                        </p:tgtEl>
                                      </p:cBhvr>
                                    </p:animEffect>
                                  </p:childTnLst>
                                </p:cTn>
                              </p:par>
                            </p:childTnLst>
                          </p:cTn>
                        </p:par>
                        <p:par>
                          <p:cTn id="20" fill="hold">
                            <p:stCondLst>
                              <p:cond delay="500"/>
                            </p:stCondLst>
                            <p:childTnLst>
                              <p:par>
                                <p:cTn id="21" presetID="1" presetClass="entr" presetSubtype="0" fill="hold" grpId="0" nodeType="afterEffect">
                                  <p:stCondLst>
                                    <p:cond delay="0"/>
                                  </p:stCondLst>
                                  <p:iterate type="lt">
                                    <p:tmAbs val="100"/>
                                  </p:iterate>
                                  <p:childTnLst>
                                    <p:set>
                                      <p:cBhvr>
                                        <p:cTn id="22" dur="1" fill="hold">
                                          <p:stCondLst>
                                            <p:cond delay="0"/>
                                          </p:stCondLst>
                                        </p:cTn>
                                        <p:tgtEl>
                                          <p:spTgt spid="69"/>
                                        </p:tgtEl>
                                        <p:attrNameLst>
                                          <p:attrName>style.visibility</p:attrName>
                                        </p:attrNameLst>
                                      </p:cBhvr>
                                      <p:to>
                                        <p:strVal val="visible"/>
                                      </p:to>
                                    </p:set>
                                  </p:childTnLst>
                                </p:cTn>
                              </p:par>
                            </p:childTnLst>
                          </p:cTn>
                        </p:par>
                      </p:childTnLst>
                    </p:cTn>
                  </p:par>
                  <p:par>
                    <p:cTn id="23" fill="hold">
                      <p:stCondLst>
                        <p:cond delay="indefinite"/>
                      </p:stCondLst>
                      <p:childTnLst>
                        <p:par>
                          <p:cTn id="24" fill="hold">
                            <p:stCondLst>
                              <p:cond delay="0"/>
                            </p:stCondLst>
                            <p:childTnLst>
                              <p:par>
                                <p:cTn id="25" presetID="53" presetClass="entr" presetSubtype="16" fill="hold" grpId="0" nodeType="clickEffect">
                                  <p:stCondLst>
                                    <p:cond delay="0"/>
                                  </p:stCondLst>
                                  <p:childTnLst>
                                    <p:set>
                                      <p:cBhvr>
                                        <p:cTn id="26" dur="1" fill="hold">
                                          <p:stCondLst>
                                            <p:cond delay="0"/>
                                          </p:stCondLst>
                                        </p:cTn>
                                        <p:tgtEl>
                                          <p:spTgt spid="70"/>
                                        </p:tgtEl>
                                        <p:attrNameLst>
                                          <p:attrName>style.visibility</p:attrName>
                                        </p:attrNameLst>
                                      </p:cBhvr>
                                      <p:to>
                                        <p:strVal val="visible"/>
                                      </p:to>
                                    </p:set>
                                    <p:anim calcmode="lin" valueType="num">
                                      <p:cBhvr>
                                        <p:cTn id="27" dur="500" fill="hold"/>
                                        <p:tgtEl>
                                          <p:spTgt spid="70"/>
                                        </p:tgtEl>
                                        <p:attrNameLst>
                                          <p:attrName>ppt_w</p:attrName>
                                        </p:attrNameLst>
                                      </p:cBhvr>
                                      <p:tavLst>
                                        <p:tav tm="0">
                                          <p:val>
                                            <p:fltVal val="0"/>
                                          </p:val>
                                        </p:tav>
                                        <p:tav tm="100000">
                                          <p:val>
                                            <p:strVal val="#ppt_w"/>
                                          </p:val>
                                        </p:tav>
                                      </p:tavLst>
                                    </p:anim>
                                    <p:anim calcmode="lin" valueType="num">
                                      <p:cBhvr>
                                        <p:cTn id="28" dur="500" fill="hold"/>
                                        <p:tgtEl>
                                          <p:spTgt spid="70"/>
                                        </p:tgtEl>
                                        <p:attrNameLst>
                                          <p:attrName>ppt_h</p:attrName>
                                        </p:attrNameLst>
                                      </p:cBhvr>
                                      <p:tavLst>
                                        <p:tav tm="0">
                                          <p:val>
                                            <p:fltVal val="0"/>
                                          </p:val>
                                        </p:tav>
                                        <p:tav tm="100000">
                                          <p:val>
                                            <p:strVal val="#ppt_h"/>
                                          </p:val>
                                        </p:tav>
                                      </p:tavLst>
                                    </p:anim>
                                    <p:animEffect transition="in" filter="fade">
                                      <p:cBhvr>
                                        <p:cTn id="29" dur="500"/>
                                        <p:tgtEl>
                                          <p:spTgt spid="70"/>
                                        </p:tgtEl>
                                      </p:cBhvr>
                                    </p:animEffect>
                                  </p:childTnLst>
                                </p:cTn>
                              </p:par>
                            </p:childTnLst>
                          </p:cTn>
                        </p:par>
                        <p:par>
                          <p:cTn id="30" fill="hold">
                            <p:stCondLst>
                              <p:cond delay="500"/>
                            </p:stCondLst>
                            <p:childTnLst>
                              <p:par>
                                <p:cTn id="31" presetID="1" presetClass="entr" presetSubtype="0" fill="hold" grpId="0" nodeType="afterEffect">
                                  <p:stCondLst>
                                    <p:cond delay="0"/>
                                  </p:stCondLst>
                                  <p:iterate type="lt">
                                    <p:tmAbs val="100"/>
                                  </p:iterate>
                                  <p:childTnLst>
                                    <p:set>
                                      <p:cBhvr>
                                        <p:cTn id="32" dur="1" fill="hold">
                                          <p:stCondLst>
                                            <p:cond delay="0"/>
                                          </p:stCondLst>
                                        </p:cTn>
                                        <p:tgtEl>
                                          <p:spTgt spid="71"/>
                                        </p:tgtEl>
                                        <p:attrNameLst>
                                          <p:attrName>style.visibility</p:attrName>
                                        </p:attrNameLst>
                                      </p:cBhvr>
                                      <p:to>
                                        <p:strVal val="visible"/>
                                      </p:to>
                                    </p:set>
                                  </p:childTnLst>
                                </p:cTn>
                              </p:par>
                            </p:childTnLst>
                          </p:cTn>
                        </p:par>
                      </p:childTnLst>
                    </p:cTn>
                  </p:par>
                  <p:par>
                    <p:cTn id="33" fill="hold">
                      <p:stCondLst>
                        <p:cond delay="indefinite"/>
                      </p:stCondLst>
                      <p:childTnLst>
                        <p:par>
                          <p:cTn id="34" fill="hold">
                            <p:stCondLst>
                              <p:cond delay="0"/>
                            </p:stCondLst>
                            <p:childTnLst>
                              <p:par>
                                <p:cTn id="35" presetID="53" presetClass="entr" presetSubtype="16" fill="hold" grpId="0" nodeType="clickEffect">
                                  <p:stCondLst>
                                    <p:cond delay="0"/>
                                  </p:stCondLst>
                                  <p:childTnLst>
                                    <p:set>
                                      <p:cBhvr>
                                        <p:cTn id="36" dur="1" fill="hold">
                                          <p:stCondLst>
                                            <p:cond delay="0"/>
                                          </p:stCondLst>
                                        </p:cTn>
                                        <p:tgtEl>
                                          <p:spTgt spid="72"/>
                                        </p:tgtEl>
                                        <p:attrNameLst>
                                          <p:attrName>style.visibility</p:attrName>
                                        </p:attrNameLst>
                                      </p:cBhvr>
                                      <p:to>
                                        <p:strVal val="visible"/>
                                      </p:to>
                                    </p:set>
                                    <p:anim calcmode="lin" valueType="num">
                                      <p:cBhvr>
                                        <p:cTn id="37" dur="500" fill="hold"/>
                                        <p:tgtEl>
                                          <p:spTgt spid="72"/>
                                        </p:tgtEl>
                                        <p:attrNameLst>
                                          <p:attrName>ppt_w</p:attrName>
                                        </p:attrNameLst>
                                      </p:cBhvr>
                                      <p:tavLst>
                                        <p:tav tm="0">
                                          <p:val>
                                            <p:fltVal val="0"/>
                                          </p:val>
                                        </p:tav>
                                        <p:tav tm="100000">
                                          <p:val>
                                            <p:strVal val="#ppt_w"/>
                                          </p:val>
                                        </p:tav>
                                      </p:tavLst>
                                    </p:anim>
                                    <p:anim calcmode="lin" valueType="num">
                                      <p:cBhvr>
                                        <p:cTn id="38" dur="500" fill="hold"/>
                                        <p:tgtEl>
                                          <p:spTgt spid="72"/>
                                        </p:tgtEl>
                                        <p:attrNameLst>
                                          <p:attrName>ppt_h</p:attrName>
                                        </p:attrNameLst>
                                      </p:cBhvr>
                                      <p:tavLst>
                                        <p:tav tm="0">
                                          <p:val>
                                            <p:fltVal val="0"/>
                                          </p:val>
                                        </p:tav>
                                        <p:tav tm="100000">
                                          <p:val>
                                            <p:strVal val="#ppt_h"/>
                                          </p:val>
                                        </p:tav>
                                      </p:tavLst>
                                    </p:anim>
                                    <p:animEffect transition="in" filter="fade">
                                      <p:cBhvr>
                                        <p:cTn id="39" dur="500"/>
                                        <p:tgtEl>
                                          <p:spTgt spid="72"/>
                                        </p:tgtEl>
                                      </p:cBhvr>
                                    </p:animEffect>
                                  </p:childTnLst>
                                </p:cTn>
                              </p:par>
                            </p:childTnLst>
                          </p:cTn>
                        </p:par>
                        <p:par>
                          <p:cTn id="40" fill="hold">
                            <p:stCondLst>
                              <p:cond delay="500"/>
                            </p:stCondLst>
                            <p:childTnLst>
                              <p:par>
                                <p:cTn id="41" presetID="1" presetClass="entr" presetSubtype="0" fill="hold" grpId="0" nodeType="afterEffect">
                                  <p:stCondLst>
                                    <p:cond delay="0"/>
                                  </p:stCondLst>
                                  <p:iterate type="lt">
                                    <p:tmAbs val="100"/>
                                  </p:iterate>
                                  <p:childTnLst>
                                    <p:set>
                                      <p:cBhvr>
                                        <p:cTn id="42" dur="1" fill="hold">
                                          <p:stCondLst>
                                            <p:cond delay="0"/>
                                          </p:stCondLst>
                                        </p:cTn>
                                        <p:tgtEl>
                                          <p:spTgt spid="73"/>
                                        </p:tgtEl>
                                        <p:attrNameLst>
                                          <p:attrName>style.visibility</p:attrName>
                                        </p:attrNameLst>
                                      </p:cBhvr>
                                      <p:to>
                                        <p:strVal val="visible"/>
                                      </p:to>
                                    </p:set>
                                  </p:childTnLst>
                                </p:cTn>
                              </p:par>
                            </p:childTnLst>
                          </p:cTn>
                        </p:par>
                      </p:childTnLst>
                    </p:cTn>
                  </p:par>
                  <p:par>
                    <p:cTn id="43" fill="hold">
                      <p:stCondLst>
                        <p:cond delay="indefinite"/>
                      </p:stCondLst>
                      <p:childTnLst>
                        <p:par>
                          <p:cTn id="44" fill="hold">
                            <p:stCondLst>
                              <p:cond delay="0"/>
                            </p:stCondLst>
                            <p:childTnLst>
                              <p:par>
                                <p:cTn id="45" presetID="53" presetClass="entr" presetSubtype="16" fill="hold" grpId="0" nodeType="clickEffect">
                                  <p:stCondLst>
                                    <p:cond delay="0"/>
                                  </p:stCondLst>
                                  <p:childTnLst>
                                    <p:set>
                                      <p:cBhvr>
                                        <p:cTn id="46" dur="1" fill="hold">
                                          <p:stCondLst>
                                            <p:cond delay="0"/>
                                          </p:stCondLst>
                                        </p:cTn>
                                        <p:tgtEl>
                                          <p:spTgt spid="13"/>
                                        </p:tgtEl>
                                        <p:attrNameLst>
                                          <p:attrName>style.visibility</p:attrName>
                                        </p:attrNameLst>
                                      </p:cBhvr>
                                      <p:to>
                                        <p:strVal val="visible"/>
                                      </p:to>
                                    </p:set>
                                    <p:anim calcmode="lin" valueType="num">
                                      <p:cBhvr>
                                        <p:cTn id="47" dur="500" fill="hold"/>
                                        <p:tgtEl>
                                          <p:spTgt spid="13"/>
                                        </p:tgtEl>
                                        <p:attrNameLst>
                                          <p:attrName>ppt_w</p:attrName>
                                        </p:attrNameLst>
                                      </p:cBhvr>
                                      <p:tavLst>
                                        <p:tav tm="0">
                                          <p:val>
                                            <p:fltVal val="0"/>
                                          </p:val>
                                        </p:tav>
                                        <p:tav tm="100000">
                                          <p:val>
                                            <p:strVal val="#ppt_w"/>
                                          </p:val>
                                        </p:tav>
                                      </p:tavLst>
                                    </p:anim>
                                    <p:anim calcmode="lin" valueType="num">
                                      <p:cBhvr>
                                        <p:cTn id="48" dur="500" fill="hold"/>
                                        <p:tgtEl>
                                          <p:spTgt spid="13"/>
                                        </p:tgtEl>
                                        <p:attrNameLst>
                                          <p:attrName>ppt_h</p:attrName>
                                        </p:attrNameLst>
                                      </p:cBhvr>
                                      <p:tavLst>
                                        <p:tav tm="0">
                                          <p:val>
                                            <p:fltVal val="0"/>
                                          </p:val>
                                        </p:tav>
                                        <p:tav tm="100000">
                                          <p:val>
                                            <p:strVal val="#ppt_h"/>
                                          </p:val>
                                        </p:tav>
                                      </p:tavLst>
                                    </p:anim>
                                    <p:animEffect transition="in" filter="fade">
                                      <p:cBhvr>
                                        <p:cTn id="49" dur="500"/>
                                        <p:tgtEl>
                                          <p:spTgt spid="13"/>
                                        </p:tgtEl>
                                      </p:cBhvr>
                                    </p:animEffect>
                                  </p:childTnLst>
                                </p:cTn>
                              </p:par>
                            </p:childTnLst>
                          </p:cTn>
                        </p:par>
                        <p:par>
                          <p:cTn id="50" fill="hold">
                            <p:stCondLst>
                              <p:cond delay="500"/>
                            </p:stCondLst>
                            <p:childTnLst>
                              <p:par>
                                <p:cTn id="51" presetID="1" presetClass="entr" presetSubtype="0" fill="hold" grpId="0" nodeType="afterEffect">
                                  <p:stCondLst>
                                    <p:cond delay="0"/>
                                  </p:stCondLst>
                                  <p:iterate type="lt">
                                    <p:tmAbs val="100"/>
                                  </p:iterate>
                                  <p:childTnLst>
                                    <p:set>
                                      <p:cBhvr>
                                        <p:cTn id="52" dur="1" fill="hold">
                                          <p:stCondLst>
                                            <p:cond delay="0"/>
                                          </p:stCondLst>
                                        </p:cTn>
                                        <p:tgtEl>
                                          <p:spTgt spid="14"/>
                                        </p:tgtEl>
                                        <p:attrNameLst>
                                          <p:attrName>style.visibility</p:attrName>
                                        </p:attrNameLst>
                                      </p:cBhvr>
                                      <p:to>
                                        <p:strVal val="visible"/>
                                      </p:to>
                                    </p:set>
                                  </p:childTnLst>
                                </p:cTn>
                              </p:par>
                            </p:childTnLst>
                          </p:cTn>
                        </p:par>
                      </p:childTnLst>
                    </p:cTn>
                  </p:par>
                  <p:par>
                    <p:cTn id="53" fill="hold">
                      <p:stCondLst>
                        <p:cond delay="indefinite"/>
                      </p:stCondLst>
                      <p:childTnLst>
                        <p:par>
                          <p:cTn id="54" fill="hold">
                            <p:stCondLst>
                              <p:cond delay="0"/>
                            </p:stCondLst>
                            <p:childTnLst>
                              <p:par>
                                <p:cTn id="55" presetID="15" presetClass="entr" presetSubtype="0" fill="hold" grpId="0" nodeType="clickEffect">
                                  <p:stCondLst>
                                    <p:cond delay="0"/>
                                  </p:stCondLst>
                                  <p:childTnLst>
                                    <p:set>
                                      <p:cBhvr>
                                        <p:cTn id="56" dur="1" fill="hold">
                                          <p:stCondLst>
                                            <p:cond delay="0"/>
                                          </p:stCondLst>
                                        </p:cTn>
                                        <p:tgtEl>
                                          <p:spTgt spid="5"/>
                                        </p:tgtEl>
                                        <p:attrNameLst>
                                          <p:attrName>style.visibility</p:attrName>
                                        </p:attrNameLst>
                                      </p:cBhvr>
                                      <p:to>
                                        <p:strVal val="visible"/>
                                      </p:to>
                                    </p:set>
                                    <p:anim calcmode="lin" valueType="num">
                                      <p:cBhvr>
                                        <p:cTn id="57" dur="1000" fill="hold"/>
                                        <p:tgtEl>
                                          <p:spTgt spid="5"/>
                                        </p:tgtEl>
                                        <p:attrNameLst>
                                          <p:attrName>ppt_w</p:attrName>
                                        </p:attrNameLst>
                                      </p:cBhvr>
                                      <p:tavLst>
                                        <p:tav tm="0">
                                          <p:val>
                                            <p:fltVal val="0"/>
                                          </p:val>
                                        </p:tav>
                                        <p:tav tm="100000">
                                          <p:val>
                                            <p:strVal val="#ppt_w"/>
                                          </p:val>
                                        </p:tav>
                                      </p:tavLst>
                                    </p:anim>
                                    <p:anim calcmode="lin" valueType="num">
                                      <p:cBhvr>
                                        <p:cTn id="58" dur="1000" fill="hold"/>
                                        <p:tgtEl>
                                          <p:spTgt spid="5"/>
                                        </p:tgtEl>
                                        <p:attrNameLst>
                                          <p:attrName>ppt_h</p:attrName>
                                        </p:attrNameLst>
                                      </p:cBhvr>
                                      <p:tavLst>
                                        <p:tav tm="0">
                                          <p:val>
                                            <p:fltVal val="0"/>
                                          </p:val>
                                        </p:tav>
                                        <p:tav tm="100000">
                                          <p:val>
                                            <p:strVal val="#ppt_h"/>
                                          </p:val>
                                        </p:tav>
                                      </p:tavLst>
                                    </p:anim>
                                    <p:anim calcmode="lin" valueType="num">
                                      <p:cBhvr>
                                        <p:cTn id="59" dur="1000" fill="hold"/>
                                        <p:tgtEl>
                                          <p:spTgt spid="5"/>
                                        </p:tgtEl>
                                        <p:attrNameLst>
                                          <p:attrName>ppt_x</p:attrName>
                                        </p:attrNameLst>
                                      </p:cBhvr>
                                      <p:tavLst>
                                        <p:tav tm="0" fmla="#ppt_x+(cos(-2*pi*(1-$))*-#ppt_x-sin(-2*pi*(1-$))*(1-#ppt_y))*(1-$)">
                                          <p:val>
                                            <p:fltVal val="0"/>
                                          </p:val>
                                        </p:tav>
                                        <p:tav tm="100000">
                                          <p:val>
                                            <p:fltVal val="1"/>
                                          </p:val>
                                        </p:tav>
                                      </p:tavLst>
                                    </p:anim>
                                    <p:anim calcmode="lin" valueType="num">
                                      <p:cBhvr>
                                        <p:cTn id="60" dur="1000" fill="hold"/>
                                        <p:tgtEl>
                                          <p:spTgt spid="5"/>
                                        </p:tgtEl>
                                        <p:attrNameLst>
                                          <p:attrName>ppt_y</p:attrName>
                                        </p:attrNameLst>
                                      </p:cBhvr>
                                      <p:tavLst>
                                        <p:tav tm="0" fmla="#ppt_y+(sin(-2*pi*(1-$))*-#ppt_x+cos(-2*pi*(1-$))*(1-#ppt_y))*(1-$)">
                                          <p:val>
                                            <p:fltVal val="0"/>
                                          </p:val>
                                        </p:tav>
                                        <p:tav tm="100000">
                                          <p:val>
                                            <p:fltVal val="1"/>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65" grpId="0"/>
      <p:bldP spid="66" grpId="0"/>
      <p:bldP spid="68" grpId="0"/>
      <p:bldP spid="69" grpId="0"/>
      <p:bldP spid="70" grpId="0"/>
      <p:bldP spid="71" grpId="0"/>
      <p:bldP spid="72" grpId="0"/>
      <p:bldP spid="73" grpId="0"/>
      <p:bldP spid="13" grpId="0"/>
      <p:bldP spid="14" grpId="0"/>
      <p:bldP spid="5" grpId="0" animBg="1"/>
    </p:bldLst>
  </p:timing>
</p:sld>
</file>

<file path=ppt/slides/slide40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cxnSp>
        <p:nvCxnSpPr>
          <p:cNvPr id="72" name="直接连接符 71">
            <a:extLst>
              <a:ext uri="{FF2B5EF4-FFF2-40B4-BE49-F238E27FC236}">
                <a16:creationId xmlns:a16="http://schemas.microsoft.com/office/drawing/2014/main" id="{33C82AC4-320C-401F-8B8B-1725AE646DCB}"/>
              </a:ext>
            </a:extLst>
          </p:cNvPr>
          <p:cNvCxnSpPr>
            <a:cxnSpLocks/>
          </p:cNvCxnSpPr>
          <p:nvPr/>
        </p:nvCxnSpPr>
        <p:spPr>
          <a:xfrm>
            <a:off x="6208645" y="4807057"/>
            <a:ext cx="1457955" cy="0"/>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cxnSp>
        <p:nvCxnSpPr>
          <p:cNvPr id="70" name="直接连接符 69">
            <a:extLst>
              <a:ext uri="{FF2B5EF4-FFF2-40B4-BE49-F238E27FC236}">
                <a16:creationId xmlns:a16="http://schemas.microsoft.com/office/drawing/2014/main" id="{11729653-8264-4E65-8EB5-50A81ECAB421}"/>
              </a:ext>
            </a:extLst>
          </p:cNvPr>
          <p:cNvCxnSpPr>
            <a:cxnSpLocks/>
          </p:cNvCxnSpPr>
          <p:nvPr/>
        </p:nvCxnSpPr>
        <p:spPr>
          <a:xfrm>
            <a:off x="6208645" y="2825857"/>
            <a:ext cx="1462889" cy="0"/>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cxnSp>
        <p:nvCxnSpPr>
          <p:cNvPr id="34" name="直接连接符 33">
            <a:extLst>
              <a:ext uri="{FF2B5EF4-FFF2-40B4-BE49-F238E27FC236}">
                <a16:creationId xmlns:a16="http://schemas.microsoft.com/office/drawing/2014/main" id="{07DDFF76-0B22-4D7D-8DA0-F8973D7C7478}"/>
              </a:ext>
            </a:extLst>
          </p:cNvPr>
          <p:cNvCxnSpPr>
            <a:cxnSpLocks/>
          </p:cNvCxnSpPr>
          <p:nvPr/>
        </p:nvCxnSpPr>
        <p:spPr>
          <a:xfrm>
            <a:off x="4525402" y="4807057"/>
            <a:ext cx="1457955" cy="0"/>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grpSp>
        <p:nvGrpSpPr>
          <p:cNvPr id="4" name="组合 3">
            <a:extLst>
              <a:ext uri="{FF2B5EF4-FFF2-40B4-BE49-F238E27FC236}">
                <a16:creationId xmlns:a16="http://schemas.microsoft.com/office/drawing/2014/main" id="{9A1EA9F2-FCB6-48C3-935F-7AE7E3AD14AC}"/>
              </a:ext>
            </a:extLst>
          </p:cNvPr>
          <p:cNvGrpSpPr/>
          <p:nvPr/>
        </p:nvGrpSpPr>
        <p:grpSpPr>
          <a:xfrm>
            <a:off x="304799" y="749300"/>
            <a:ext cx="6192345" cy="400110"/>
            <a:chOff x="424116" y="898245"/>
            <a:chExt cx="6192345" cy="400110"/>
          </a:xfrm>
        </p:grpSpPr>
        <p:sp>
          <p:nvSpPr>
            <p:cNvPr id="2" name="平行四边形 1">
              <a:extLst>
                <a:ext uri="{FF2B5EF4-FFF2-40B4-BE49-F238E27FC236}">
                  <a16:creationId xmlns:a16="http://schemas.microsoft.com/office/drawing/2014/main" id="{1F5BAA3F-9845-4F89-A2DD-8222D3E4EDAC}"/>
                </a:ext>
              </a:extLst>
            </p:cNvPr>
            <p:cNvSpPr/>
            <p:nvPr/>
          </p:nvSpPr>
          <p:spPr>
            <a:xfrm>
              <a:off x="424116" y="898245"/>
              <a:ext cx="695119" cy="387090"/>
            </a:xfrm>
            <a:prstGeom prst="parallelogram">
              <a:avLst/>
            </a:prstGeom>
            <a:solidFill>
              <a:schemeClr val="accent3">
                <a:lumMod val="75000"/>
              </a:schemeClr>
            </a:solidFill>
            <a:ln>
              <a:solidFill>
                <a:schemeClr val="accent3">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CN" sz="2200" dirty="0">
                  <a:latin typeface="Impact" panose="020B0806030902050204" pitchFamily="34" charset="0"/>
                </a:rPr>
                <a:t>04</a:t>
              </a:r>
              <a:endParaRPr lang="zh-CN" altLang="en-US" sz="2200" dirty="0">
                <a:latin typeface="Impact" panose="020B0806030902050204" pitchFamily="34" charset="0"/>
              </a:endParaRPr>
            </a:p>
          </p:txBody>
        </p:sp>
        <p:sp>
          <p:nvSpPr>
            <p:cNvPr id="3" name="文本框 2">
              <a:extLst>
                <a:ext uri="{FF2B5EF4-FFF2-40B4-BE49-F238E27FC236}">
                  <a16:creationId xmlns:a16="http://schemas.microsoft.com/office/drawing/2014/main" id="{4D6BD736-A4D3-4F26-AFED-36E11F50F70B}"/>
                </a:ext>
              </a:extLst>
            </p:cNvPr>
            <p:cNvSpPr txBox="1"/>
            <p:nvPr/>
          </p:nvSpPr>
          <p:spPr>
            <a:xfrm>
              <a:off x="1119235" y="898245"/>
              <a:ext cx="5497226" cy="400110"/>
            </a:xfrm>
            <a:prstGeom prst="rect">
              <a:avLst/>
            </a:prstGeom>
            <a:noFill/>
          </p:spPr>
          <p:txBody>
            <a:bodyPr wrap="square" rtlCol="0">
              <a:spAutoFit/>
            </a:bodyPr>
            <a:lstStyle/>
            <a:p>
              <a:r>
                <a:rPr lang="zh-CN" altLang="en-US" sz="2000" b="1" dirty="0">
                  <a:solidFill>
                    <a:schemeClr val="tx1"/>
                  </a:solidFill>
                  <a:latin typeface="Arial Narrow" panose="020B0606020202030204" pitchFamily="34" charset="0"/>
                </a:rPr>
                <a:t>透明网桥的生成树协议</a:t>
              </a:r>
              <a:r>
                <a:rPr lang="en-US" altLang="zh-CN" sz="2000" b="1" dirty="0">
                  <a:solidFill>
                    <a:schemeClr val="tx1"/>
                  </a:solidFill>
                  <a:latin typeface="Arial Narrow" panose="020B0606020202030204" pitchFamily="34" charset="0"/>
                </a:rPr>
                <a:t>STP</a:t>
              </a:r>
            </a:p>
          </p:txBody>
        </p:sp>
      </p:grpSp>
      <p:sp>
        <p:nvSpPr>
          <p:cNvPr id="5" name="矩形 4">
            <a:extLst>
              <a:ext uri="{FF2B5EF4-FFF2-40B4-BE49-F238E27FC236}">
                <a16:creationId xmlns:a16="http://schemas.microsoft.com/office/drawing/2014/main" id="{351FDB82-3A99-496A-AE47-C0C33BB8F65E}"/>
              </a:ext>
            </a:extLst>
          </p:cNvPr>
          <p:cNvSpPr/>
          <p:nvPr/>
        </p:nvSpPr>
        <p:spPr>
          <a:xfrm>
            <a:off x="1056633" y="1335374"/>
            <a:ext cx="256976" cy="256976"/>
          </a:xfrm>
          <a:prstGeom prst="rect">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6" name="íşlïḍè">
            <a:extLst>
              <a:ext uri="{FF2B5EF4-FFF2-40B4-BE49-F238E27FC236}">
                <a16:creationId xmlns:a16="http://schemas.microsoft.com/office/drawing/2014/main" id="{08DDACD0-EF69-410B-A055-83570CD9FF86}"/>
              </a:ext>
            </a:extLst>
          </p:cNvPr>
          <p:cNvSpPr txBox="1"/>
          <p:nvPr/>
        </p:nvSpPr>
        <p:spPr>
          <a:xfrm>
            <a:off x="1373861" y="1281052"/>
            <a:ext cx="10513340" cy="400111"/>
          </a:xfrm>
          <a:prstGeom prst="rect">
            <a:avLst/>
          </a:prstGeom>
          <a:noFill/>
        </p:spPr>
        <p:txBody>
          <a:bodyPr wrap="square" lIns="91440" tIns="45720" rIns="91440" bIns="45720" anchor="ctr">
            <a:noAutofit/>
          </a:bodyPr>
          <a:lstStyle/>
          <a:p>
            <a:r>
              <a:rPr lang="zh-CN" altLang="en-US" b="1" dirty="0">
                <a:latin typeface="Arial Narrow" panose="020B0606020202030204" pitchFamily="34" charset="0"/>
              </a:rPr>
              <a:t>为了提高以太网的</a:t>
            </a:r>
            <a:r>
              <a:rPr lang="zh-CN" altLang="en-US" b="1" dirty="0">
                <a:solidFill>
                  <a:schemeClr val="accent1">
                    <a:lumMod val="75000"/>
                  </a:schemeClr>
                </a:solidFill>
                <a:latin typeface="Arial Narrow" panose="020B0606020202030204" pitchFamily="34" charset="0"/>
              </a:rPr>
              <a:t>可靠性</a:t>
            </a:r>
            <a:r>
              <a:rPr lang="zh-CN" altLang="en-US" b="1" dirty="0">
                <a:latin typeface="Arial Narrow" panose="020B0606020202030204" pitchFamily="34" charset="0"/>
              </a:rPr>
              <a:t>，有时需要在两个以太网之间使用多个透明网桥来提供</a:t>
            </a:r>
            <a:r>
              <a:rPr lang="zh-CN" altLang="en-US" b="1" dirty="0">
                <a:solidFill>
                  <a:schemeClr val="accent1">
                    <a:lumMod val="75000"/>
                  </a:schemeClr>
                </a:solidFill>
                <a:latin typeface="Arial Narrow" panose="020B0606020202030204" pitchFamily="34" charset="0"/>
              </a:rPr>
              <a:t>冗余链路</a:t>
            </a:r>
            <a:r>
              <a:rPr lang="zh-CN" altLang="en-US" b="1" dirty="0">
                <a:latin typeface="Arial Narrow" panose="020B0606020202030204" pitchFamily="34" charset="0"/>
              </a:rPr>
              <a:t>。</a:t>
            </a:r>
          </a:p>
        </p:txBody>
      </p:sp>
      <p:grpSp>
        <p:nvGrpSpPr>
          <p:cNvPr id="23" name="组合 22">
            <a:extLst>
              <a:ext uri="{FF2B5EF4-FFF2-40B4-BE49-F238E27FC236}">
                <a16:creationId xmlns:a16="http://schemas.microsoft.com/office/drawing/2014/main" id="{79BC633E-F62E-4696-A830-F53EDB0DC309}"/>
              </a:ext>
            </a:extLst>
          </p:cNvPr>
          <p:cNvGrpSpPr/>
          <p:nvPr/>
        </p:nvGrpSpPr>
        <p:grpSpPr>
          <a:xfrm>
            <a:off x="4294692" y="1843129"/>
            <a:ext cx="451552" cy="3774840"/>
            <a:chOff x="4294692" y="1843129"/>
            <a:chExt cx="451552" cy="3774840"/>
          </a:xfrm>
        </p:grpSpPr>
        <p:sp>
          <p:nvSpPr>
            <p:cNvPr id="7" name="矩形 6">
              <a:extLst>
                <a:ext uri="{FF2B5EF4-FFF2-40B4-BE49-F238E27FC236}">
                  <a16:creationId xmlns:a16="http://schemas.microsoft.com/office/drawing/2014/main" id="{445B6341-7928-4C91-80FE-0F3D1FAC3C4E}"/>
                </a:ext>
              </a:extLst>
            </p:cNvPr>
            <p:cNvSpPr/>
            <p:nvPr/>
          </p:nvSpPr>
          <p:spPr>
            <a:xfrm>
              <a:off x="4408635" y="2253885"/>
              <a:ext cx="223666" cy="223666"/>
            </a:xfrm>
            <a:prstGeom prst="rect">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8" name="矩形 7">
              <a:extLst>
                <a:ext uri="{FF2B5EF4-FFF2-40B4-BE49-F238E27FC236}">
                  <a16:creationId xmlns:a16="http://schemas.microsoft.com/office/drawing/2014/main" id="{8CA88B63-C390-43C6-99D6-9EE3B8544F75}"/>
                </a:ext>
              </a:extLst>
            </p:cNvPr>
            <p:cNvSpPr/>
            <p:nvPr/>
          </p:nvSpPr>
          <p:spPr>
            <a:xfrm>
              <a:off x="4408635" y="5394303"/>
              <a:ext cx="223666" cy="223666"/>
            </a:xfrm>
            <a:prstGeom prst="rect">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cxnSp>
          <p:nvCxnSpPr>
            <p:cNvPr id="17" name="直接连接符 16">
              <a:extLst>
                <a:ext uri="{FF2B5EF4-FFF2-40B4-BE49-F238E27FC236}">
                  <a16:creationId xmlns:a16="http://schemas.microsoft.com/office/drawing/2014/main" id="{C2EFA156-AA67-4F16-AF45-31E2DA6135CF}"/>
                </a:ext>
              </a:extLst>
            </p:cNvPr>
            <p:cNvCxnSpPr>
              <a:cxnSpLocks/>
              <a:stCxn id="7" idx="2"/>
              <a:endCxn id="8" idx="0"/>
            </p:cNvCxnSpPr>
            <p:nvPr/>
          </p:nvCxnSpPr>
          <p:spPr>
            <a:xfrm>
              <a:off x="4520468" y="2477551"/>
              <a:ext cx="0" cy="2916752"/>
            </a:xfrm>
            <a:prstGeom prst="line">
              <a:avLst/>
            </a:prstGeom>
            <a:ln w="38100">
              <a:solidFill>
                <a:schemeClr val="tx1"/>
              </a:solidFill>
              <a:tailEnd type="none"/>
            </a:ln>
          </p:spPr>
          <p:style>
            <a:lnRef idx="1">
              <a:schemeClr val="accent1"/>
            </a:lnRef>
            <a:fillRef idx="0">
              <a:schemeClr val="accent1"/>
            </a:fillRef>
            <a:effectRef idx="0">
              <a:schemeClr val="accent1"/>
            </a:effectRef>
            <a:fontRef idx="minor">
              <a:schemeClr val="tx1"/>
            </a:fontRef>
          </p:style>
        </p:cxnSp>
        <p:sp>
          <p:nvSpPr>
            <p:cNvPr id="21" name="íşlïḍè">
              <a:extLst>
                <a:ext uri="{FF2B5EF4-FFF2-40B4-BE49-F238E27FC236}">
                  <a16:creationId xmlns:a16="http://schemas.microsoft.com/office/drawing/2014/main" id="{308CBDF3-F8AA-4CC6-92C7-E03B8B813211}"/>
                </a:ext>
              </a:extLst>
            </p:cNvPr>
            <p:cNvSpPr txBox="1"/>
            <p:nvPr/>
          </p:nvSpPr>
          <p:spPr>
            <a:xfrm>
              <a:off x="4294692" y="1843129"/>
              <a:ext cx="451552" cy="400111"/>
            </a:xfrm>
            <a:prstGeom prst="rect">
              <a:avLst/>
            </a:prstGeom>
            <a:noFill/>
          </p:spPr>
          <p:txBody>
            <a:bodyPr wrap="square" lIns="91440" tIns="45720" rIns="91440" bIns="45720" anchor="ctr">
              <a:noAutofit/>
            </a:bodyPr>
            <a:lstStyle/>
            <a:p>
              <a:pPr algn="ctr"/>
              <a:r>
                <a:rPr lang="en-US" altLang="zh-CN" sz="2000" b="1" dirty="0">
                  <a:latin typeface="Arial Narrow" panose="020B0606020202030204" pitchFamily="34" charset="0"/>
                </a:rPr>
                <a:t>E1</a:t>
              </a:r>
              <a:endParaRPr lang="zh-CN" altLang="en-US" sz="2000" b="1" dirty="0">
                <a:latin typeface="Arial Narrow" panose="020B0606020202030204" pitchFamily="34" charset="0"/>
              </a:endParaRPr>
            </a:p>
          </p:txBody>
        </p:sp>
      </p:grpSp>
      <p:grpSp>
        <p:nvGrpSpPr>
          <p:cNvPr id="24" name="组合 23">
            <a:extLst>
              <a:ext uri="{FF2B5EF4-FFF2-40B4-BE49-F238E27FC236}">
                <a16:creationId xmlns:a16="http://schemas.microsoft.com/office/drawing/2014/main" id="{8B1F8B1E-C05F-483C-AE08-DA7A267D6B12}"/>
              </a:ext>
            </a:extLst>
          </p:cNvPr>
          <p:cNvGrpSpPr/>
          <p:nvPr/>
        </p:nvGrpSpPr>
        <p:grpSpPr>
          <a:xfrm>
            <a:off x="7445758" y="1842052"/>
            <a:ext cx="451552" cy="3775917"/>
            <a:chOff x="7445758" y="1842052"/>
            <a:chExt cx="451552" cy="3775917"/>
          </a:xfrm>
        </p:grpSpPr>
        <p:sp>
          <p:nvSpPr>
            <p:cNvPr id="10" name="矩形 9">
              <a:extLst>
                <a:ext uri="{FF2B5EF4-FFF2-40B4-BE49-F238E27FC236}">
                  <a16:creationId xmlns:a16="http://schemas.microsoft.com/office/drawing/2014/main" id="{24590593-398A-421A-8D94-5903FF252888}"/>
                </a:ext>
              </a:extLst>
            </p:cNvPr>
            <p:cNvSpPr/>
            <p:nvPr/>
          </p:nvSpPr>
          <p:spPr>
            <a:xfrm>
              <a:off x="7559701" y="2243240"/>
              <a:ext cx="223666" cy="223666"/>
            </a:xfrm>
            <a:prstGeom prst="rect">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11" name="矩形 10">
              <a:extLst>
                <a:ext uri="{FF2B5EF4-FFF2-40B4-BE49-F238E27FC236}">
                  <a16:creationId xmlns:a16="http://schemas.microsoft.com/office/drawing/2014/main" id="{BB063B4A-E116-4EB8-B0C6-C5D9DA5896AB}"/>
                </a:ext>
              </a:extLst>
            </p:cNvPr>
            <p:cNvSpPr/>
            <p:nvPr/>
          </p:nvSpPr>
          <p:spPr>
            <a:xfrm>
              <a:off x="7559701" y="5394303"/>
              <a:ext cx="223666" cy="223666"/>
            </a:xfrm>
            <a:prstGeom prst="rect">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cxnSp>
          <p:nvCxnSpPr>
            <p:cNvPr id="18" name="直接连接符 17">
              <a:extLst>
                <a:ext uri="{FF2B5EF4-FFF2-40B4-BE49-F238E27FC236}">
                  <a16:creationId xmlns:a16="http://schemas.microsoft.com/office/drawing/2014/main" id="{EB92C9FB-5C3C-4AEF-BB16-1AFAE40E5F38}"/>
                </a:ext>
              </a:extLst>
            </p:cNvPr>
            <p:cNvCxnSpPr>
              <a:cxnSpLocks/>
              <a:stCxn id="10" idx="2"/>
              <a:endCxn id="11" idx="0"/>
            </p:cNvCxnSpPr>
            <p:nvPr/>
          </p:nvCxnSpPr>
          <p:spPr>
            <a:xfrm>
              <a:off x="7671534" y="2466906"/>
              <a:ext cx="0" cy="2927397"/>
            </a:xfrm>
            <a:prstGeom prst="line">
              <a:avLst/>
            </a:prstGeom>
            <a:ln w="38100">
              <a:solidFill>
                <a:schemeClr val="tx1"/>
              </a:solidFill>
              <a:tailEnd type="none"/>
            </a:ln>
          </p:spPr>
          <p:style>
            <a:lnRef idx="1">
              <a:schemeClr val="accent1"/>
            </a:lnRef>
            <a:fillRef idx="0">
              <a:schemeClr val="accent1"/>
            </a:fillRef>
            <a:effectRef idx="0">
              <a:schemeClr val="accent1"/>
            </a:effectRef>
            <a:fontRef idx="minor">
              <a:schemeClr val="tx1"/>
            </a:fontRef>
          </p:style>
        </p:cxnSp>
        <p:sp>
          <p:nvSpPr>
            <p:cNvPr id="22" name="íşlïḍè">
              <a:extLst>
                <a:ext uri="{FF2B5EF4-FFF2-40B4-BE49-F238E27FC236}">
                  <a16:creationId xmlns:a16="http://schemas.microsoft.com/office/drawing/2014/main" id="{686F369A-D357-46CB-9416-CFD396600DF7}"/>
                </a:ext>
              </a:extLst>
            </p:cNvPr>
            <p:cNvSpPr txBox="1"/>
            <p:nvPr/>
          </p:nvSpPr>
          <p:spPr>
            <a:xfrm>
              <a:off x="7445758" y="1842052"/>
              <a:ext cx="451552" cy="400111"/>
            </a:xfrm>
            <a:prstGeom prst="rect">
              <a:avLst/>
            </a:prstGeom>
            <a:noFill/>
          </p:spPr>
          <p:txBody>
            <a:bodyPr wrap="square" lIns="91440" tIns="45720" rIns="91440" bIns="45720" anchor="ctr">
              <a:noAutofit/>
            </a:bodyPr>
            <a:lstStyle/>
            <a:p>
              <a:pPr algn="ctr"/>
              <a:r>
                <a:rPr lang="en-US" altLang="zh-CN" sz="2000" b="1" dirty="0">
                  <a:latin typeface="Arial Narrow" panose="020B0606020202030204" pitchFamily="34" charset="0"/>
                </a:rPr>
                <a:t>E2</a:t>
              </a:r>
              <a:endParaRPr lang="zh-CN" altLang="en-US" sz="2000" b="1" dirty="0">
                <a:latin typeface="Arial Narrow" panose="020B0606020202030204" pitchFamily="34" charset="0"/>
              </a:endParaRPr>
            </a:p>
          </p:txBody>
        </p:sp>
      </p:grpSp>
      <p:cxnSp>
        <p:nvCxnSpPr>
          <p:cNvPr id="33" name="直接连接符 32">
            <a:extLst>
              <a:ext uri="{FF2B5EF4-FFF2-40B4-BE49-F238E27FC236}">
                <a16:creationId xmlns:a16="http://schemas.microsoft.com/office/drawing/2014/main" id="{BAED3830-AAD8-45E5-8C47-039510FD4D01}"/>
              </a:ext>
            </a:extLst>
          </p:cNvPr>
          <p:cNvCxnSpPr>
            <a:cxnSpLocks/>
          </p:cNvCxnSpPr>
          <p:nvPr/>
        </p:nvCxnSpPr>
        <p:spPr>
          <a:xfrm>
            <a:off x="4520468" y="2825857"/>
            <a:ext cx="1462889" cy="0"/>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grpSp>
        <p:nvGrpSpPr>
          <p:cNvPr id="27" name="组合 26">
            <a:extLst>
              <a:ext uri="{FF2B5EF4-FFF2-40B4-BE49-F238E27FC236}">
                <a16:creationId xmlns:a16="http://schemas.microsoft.com/office/drawing/2014/main" id="{8ED52780-1AA9-422A-8B10-7D7AEB325C1A}"/>
              </a:ext>
            </a:extLst>
          </p:cNvPr>
          <p:cNvGrpSpPr/>
          <p:nvPr/>
        </p:nvGrpSpPr>
        <p:grpSpPr>
          <a:xfrm>
            <a:off x="5810385" y="2529040"/>
            <a:ext cx="581100" cy="824011"/>
            <a:chOff x="5805451" y="2770089"/>
            <a:chExt cx="581100" cy="824011"/>
          </a:xfrm>
        </p:grpSpPr>
        <p:pic>
          <p:nvPicPr>
            <p:cNvPr id="25" name="图片 24" descr="图片包含 图标&#10;&#10;描述已自动生成">
              <a:extLst>
                <a:ext uri="{FF2B5EF4-FFF2-40B4-BE49-F238E27FC236}">
                  <a16:creationId xmlns:a16="http://schemas.microsoft.com/office/drawing/2014/main" id="{8D37FE73-CA75-4D9A-8ED6-B1E6D708E1A2}"/>
                </a:ext>
              </a:extLst>
            </p:cNvPr>
            <p:cNvPicPr>
              <a:picLocks noChangeAspect="1"/>
            </p:cNvPicPr>
            <p:nvPr/>
          </p:nvPicPr>
          <p:blipFill>
            <a:blip r:embed="rId3">
              <a:extLst>
                <a:ext uri="{28A0092B-C50C-407E-A947-70E740481C1C}">
                  <a14:useLocalDpi xmlns:a14="http://schemas.microsoft.com/office/drawing/2010/main" val="0"/>
                </a:ext>
              </a:extLst>
            </a:blip>
            <a:stretch>
              <a:fillRect/>
            </a:stretch>
          </p:blipFill>
          <p:spPr>
            <a:xfrm>
              <a:off x="5805451" y="2770089"/>
              <a:ext cx="581100" cy="474367"/>
            </a:xfrm>
            <a:prstGeom prst="rect">
              <a:avLst/>
            </a:prstGeom>
          </p:spPr>
        </p:pic>
        <p:sp>
          <p:nvSpPr>
            <p:cNvPr id="26" name="íşlïḍè">
              <a:extLst>
                <a:ext uri="{FF2B5EF4-FFF2-40B4-BE49-F238E27FC236}">
                  <a16:creationId xmlns:a16="http://schemas.microsoft.com/office/drawing/2014/main" id="{E162F0FD-95EA-4B0B-BFD3-28D58AEA3529}"/>
                </a:ext>
              </a:extLst>
            </p:cNvPr>
            <p:cNvSpPr txBox="1"/>
            <p:nvPr/>
          </p:nvSpPr>
          <p:spPr>
            <a:xfrm>
              <a:off x="5860355" y="3193989"/>
              <a:ext cx="451552" cy="400111"/>
            </a:xfrm>
            <a:prstGeom prst="rect">
              <a:avLst/>
            </a:prstGeom>
            <a:noFill/>
          </p:spPr>
          <p:txBody>
            <a:bodyPr wrap="square" lIns="91440" tIns="45720" rIns="91440" bIns="45720" anchor="ctr">
              <a:noAutofit/>
            </a:bodyPr>
            <a:lstStyle/>
            <a:p>
              <a:pPr algn="ctr"/>
              <a:r>
                <a:rPr lang="en-US" altLang="zh-CN" sz="2000" b="1" dirty="0">
                  <a:latin typeface="Arial Narrow" panose="020B0606020202030204" pitchFamily="34" charset="0"/>
                </a:rPr>
                <a:t>B1</a:t>
              </a:r>
              <a:endParaRPr lang="zh-CN" altLang="en-US" sz="2000" b="1" dirty="0">
                <a:latin typeface="Arial Narrow" panose="020B0606020202030204" pitchFamily="34" charset="0"/>
              </a:endParaRPr>
            </a:p>
          </p:txBody>
        </p:sp>
      </p:grpSp>
      <p:grpSp>
        <p:nvGrpSpPr>
          <p:cNvPr id="28" name="组合 27">
            <a:extLst>
              <a:ext uri="{FF2B5EF4-FFF2-40B4-BE49-F238E27FC236}">
                <a16:creationId xmlns:a16="http://schemas.microsoft.com/office/drawing/2014/main" id="{00807BD9-E8B2-4A67-BD19-9B29797A904E}"/>
              </a:ext>
            </a:extLst>
          </p:cNvPr>
          <p:cNvGrpSpPr/>
          <p:nvPr/>
        </p:nvGrpSpPr>
        <p:grpSpPr>
          <a:xfrm>
            <a:off x="5800515" y="4508157"/>
            <a:ext cx="581100" cy="824011"/>
            <a:chOff x="5805451" y="2770089"/>
            <a:chExt cx="581100" cy="824011"/>
          </a:xfrm>
        </p:grpSpPr>
        <p:pic>
          <p:nvPicPr>
            <p:cNvPr id="29" name="图片 28" descr="图片包含 图标&#10;&#10;描述已自动生成">
              <a:extLst>
                <a:ext uri="{FF2B5EF4-FFF2-40B4-BE49-F238E27FC236}">
                  <a16:creationId xmlns:a16="http://schemas.microsoft.com/office/drawing/2014/main" id="{A068B352-BAF0-4087-963C-167C78685444}"/>
                </a:ext>
              </a:extLst>
            </p:cNvPr>
            <p:cNvPicPr>
              <a:picLocks noChangeAspect="1"/>
            </p:cNvPicPr>
            <p:nvPr/>
          </p:nvPicPr>
          <p:blipFill>
            <a:blip r:embed="rId3">
              <a:extLst>
                <a:ext uri="{28A0092B-C50C-407E-A947-70E740481C1C}">
                  <a14:useLocalDpi xmlns:a14="http://schemas.microsoft.com/office/drawing/2010/main" val="0"/>
                </a:ext>
              </a:extLst>
            </a:blip>
            <a:stretch>
              <a:fillRect/>
            </a:stretch>
          </p:blipFill>
          <p:spPr>
            <a:xfrm>
              <a:off x="5805451" y="2770089"/>
              <a:ext cx="581100" cy="474367"/>
            </a:xfrm>
            <a:prstGeom prst="rect">
              <a:avLst/>
            </a:prstGeom>
          </p:spPr>
        </p:pic>
        <p:sp>
          <p:nvSpPr>
            <p:cNvPr id="30" name="íşlïḍè">
              <a:extLst>
                <a:ext uri="{FF2B5EF4-FFF2-40B4-BE49-F238E27FC236}">
                  <a16:creationId xmlns:a16="http://schemas.microsoft.com/office/drawing/2014/main" id="{737FFBB0-92BC-40D7-9F94-854629408EB2}"/>
                </a:ext>
              </a:extLst>
            </p:cNvPr>
            <p:cNvSpPr txBox="1"/>
            <p:nvPr/>
          </p:nvSpPr>
          <p:spPr>
            <a:xfrm>
              <a:off x="5860355" y="3193989"/>
              <a:ext cx="451552" cy="400111"/>
            </a:xfrm>
            <a:prstGeom prst="rect">
              <a:avLst/>
            </a:prstGeom>
            <a:noFill/>
          </p:spPr>
          <p:txBody>
            <a:bodyPr wrap="square" lIns="91440" tIns="45720" rIns="91440" bIns="45720" anchor="ctr">
              <a:noAutofit/>
            </a:bodyPr>
            <a:lstStyle/>
            <a:p>
              <a:pPr algn="ctr"/>
              <a:r>
                <a:rPr lang="en-US" altLang="zh-CN" sz="2000" b="1" dirty="0">
                  <a:latin typeface="Arial Narrow" panose="020B0606020202030204" pitchFamily="34" charset="0"/>
                </a:rPr>
                <a:t>B2</a:t>
              </a:r>
              <a:endParaRPr lang="zh-CN" altLang="en-US" sz="2000" b="1" dirty="0">
                <a:latin typeface="Arial Narrow" panose="020B0606020202030204" pitchFamily="34" charset="0"/>
              </a:endParaRPr>
            </a:p>
          </p:txBody>
        </p:sp>
      </p:grpSp>
      <p:sp>
        <p:nvSpPr>
          <p:cNvPr id="73" name="íşlïḍè">
            <a:extLst>
              <a:ext uri="{FF2B5EF4-FFF2-40B4-BE49-F238E27FC236}">
                <a16:creationId xmlns:a16="http://schemas.microsoft.com/office/drawing/2014/main" id="{A923166F-4A24-4354-B8F8-E57F6D783702}"/>
              </a:ext>
            </a:extLst>
          </p:cNvPr>
          <p:cNvSpPr txBox="1"/>
          <p:nvPr/>
        </p:nvSpPr>
        <p:spPr>
          <a:xfrm>
            <a:off x="5632773" y="3555726"/>
            <a:ext cx="916583" cy="400111"/>
          </a:xfrm>
          <a:prstGeom prst="rect">
            <a:avLst/>
          </a:prstGeom>
          <a:noFill/>
        </p:spPr>
        <p:txBody>
          <a:bodyPr wrap="square" lIns="91440" tIns="45720" rIns="91440" bIns="45720" anchor="ctr">
            <a:noAutofit/>
          </a:bodyPr>
          <a:lstStyle/>
          <a:p>
            <a:pPr algn="ctr"/>
            <a:r>
              <a:rPr lang="zh-CN" altLang="en-US" sz="2800" b="1" dirty="0">
                <a:solidFill>
                  <a:schemeClr val="accent1">
                    <a:lumMod val="75000"/>
                  </a:schemeClr>
                </a:solidFill>
                <a:latin typeface="Arial Narrow" panose="020B0606020202030204" pitchFamily="34" charset="0"/>
              </a:rPr>
              <a:t>环路</a:t>
            </a:r>
          </a:p>
        </p:txBody>
      </p:sp>
    </p:spTree>
    <p:custDataLst>
      <p:tags r:id="rId1"/>
    </p:custDataLst>
    <p:extLst>
      <p:ext uri="{BB962C8B-B14F-4D97-AF65-F5344CB8AC3E}">
        <p14:creationId xmlns:p14="http://schemas.microsoft.com/office/powerpoint/2010/main" val="7286849"/>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2" presetClass="entr" presetSubtype="1" fill="hold" nodeType="withEffect">
                                  <p:stCondLst>
                                    <p:cond delay="0"/>
                                  </p:stCondLst>
                                  <p:childTnLst>
                                    <p:set>
                                      <p:cBhvr>
                                        <p:cTn id="6" dur="1" fill="hold">
                                          <p:stCondLst>
                                            <p:cond delay="0"/>
                                          </p:stCondLst>
                                        </p:cTn>
                                        <p:tgtEl>
                                          <p:spTgt spid="4"/>
                                        </p:tgtEl>
                                        <p:attrNameLst>
                                          <p:attrName>style.visibility</p:attrName>
                                        </p:attrNameLst>
                                      </p:cBhvr>
                                      <p:to>
                                        <p:strVal val="visible"/>
                                      </p:to>
                                    </p:set>
                                    <p:anim calcmode="lin" valueType="num">
                                      <p:cBhvr additive="base">
                                        <p:cTn id="7" dur="1000"/>
                                        <p:tgtEl>
                                          <p:spTgt spid="4"/>
                                        </p:tgtEl>
                                        <p:attrNameLst>
                                          <p:attrName>ppt_y</p:attrName>
                                        </p:attrNameLst>
                                      </p:cBhvr>
                                      <p:tavLst>
                                        <p:tav tm="0">
                                          <p:val>
                                            <p:strVal val="#ppt_y-#ppt_h*1.125000"/>
                                          </p:val>
                                        </p:tav>
                                        <p:tav tm="100000">
                                          <p:val>
                                            <p:strVal val="#ppt_y"/>
                                          </p:val>
                                        </p:tav>
                                      </p:tavLst>
                                    </p:anim>
                                    <p:animEffect transition="in" filter="wipe(down)">
                                      <p:cBhvr>
                                        <p:cTn id="8" dur="1000"/>
                                        <p:tgtEl>
                                          <p:spTgt spid="4"/>
                                        </p:tgtEl>
                                      </p:cBhvr>
                                    </p:animEffect>
                                  </p:childTnLst>
                                </p:cTn>
                              </p:par>
                            </p:childTnLst>
                          </p:cTn>
                        </p:par>
                      </p:childTnLst>
                    </p:cTn>
                  </p:par>
                  <p:par>
                    <p:cTn id="9" fill="hold">
                      <p:stCondLst>
                        <p:cond delay="indefinite"/>
                      </p:stCondLst>
                      <p:childTnLst>
                        <p:par>
                          <p:cTn id="10" fill="hold">
                            <p:stCondLst>
                              <p:cond delay="0"/>
                            </p:stCondLst>
                            <p:childTnLst>
                              <p:par>
                                <p:cTn id="11" presetID="49" presetClass="entr" presetSubtype="0" decel="100000" fill="hold" grpId="0" nodeType="clickEffect">
                                  <p:stCondLst>
                                    <p:cond delay="0"/>
                                  </p:stCondLst>
                                  <p:childTnLst>
                                    <p:set>
                                      <p:cBhvr>
                                        <p:cTn id="12" dur="1" fill="hold">
                                          <p:stCondLst>
                                            <p:cond delay="0"/>
                                          </p:stCondLst>
                                        </p:cTn>
                                        <p:tgtEl>
                                          <p:spTgt spid="5"/>
                                        </p:tgtEl>
                                        <p:attrNameLst>
                                          <p:attrName>style.visibility</p:attrName>
                                        </p:attrNameLst>
                                      </p:cBhvr>
                                      <p:to>
                                        <p:strVal val="visible"/>
                                      </p:to>
                                    </p:set>
                                    <p:anim calcmode="lin" valueType="num">
                                      <p:cBhvr>
                                        <p:cTn id="13" dur="500" fill="hold"/>
                                        <p:tgtEl>
                                          <p:spTgt spid="5"/>
                                        </p:tgtEl>
                                        <p:attrNameLst>
                                          <p:attrName>ppt_w</p:attrName>
                                        </p:attrNameLst>
                                      </p:cBhvr>
                                      <p:tavLst>
                                        <p:tav tm="0">
                                          <p:val>
                                            <p:fltVal val="0"/>
                                          </p:val>
                                        </p:tav>
                                        <p:tav tm="100000">
                                          <p:val>
                                            <p:strVal val="#ppt_w"/>
                                          </p:val>
                                        </p:tav>
                                      </p:tavLst>
                                    </p:anim>
                                    <p:anim calcmode="lin" valueType="num">
                                      <p:cBhvr>
                                        <p:cTn id="14" dur="500" fill="hold"/>
                                        <p:tgtEl>
                                          <p:spTgt spid="5"/>
                                        </p:tgtEl>
                                        <p:attrNameLst>
                                          <p:attrName>ppt_h</p:attrName>
                                        </p:attrNameLst>
                                      </p:cBhvr>
                                      <p:tavLst>
                                        <p:tav tm="0">
                                          <p:val>
                                            <p:fltVal val="0"/>
                                          </p:val>
                                        </p:tav>
                                        <p:tav tm="100000">
                                          <p:val>
                                            <p:strVal val="#ppt_h"/>
                                          </p:val>
                                        </p:tav>
                                      </p:tavLst>
                                    </p:anim>
                                    <p:anim calcmode="lin" valueType="num">
                                      <p:cBhvr>
                                        <p:cTn id="15" dur="500" fill="hold"/>
                                        <p:tgtEl>
                                          <p:spTgt spid="5"/>
                                        </p:tgtEl>
                                        <p:attrNameLst>
                                          <p:attrName>style.rotation</p:attrName>
                                        </p:attrNameLst>
                                      </p:cBhvr>
                                      <p:tavLst>
                                        <p:tav tm="0">
                                          <p:val>
                                            <p:fltVal val="360"/>
                                          </p:val>
                                        </p:tav>
                                        <p:tav tm="100000">
                                          <p:val>
                                            <p:fltVal val="0"/>
                                          </p:val>
                                        </p:tav>
                                      </p:tavLst>
                                    </p:anim>
                                    <p:animEffect transition="in" filter="fade">
                                      <p:cBhvr>
                                        <p:cTn id="16" dur="500"/>
                                        <p:tgtEl>
                                          <p:spTgt spid="5"/>
                                        </p:tgtEl>
                                      </p:cBhvr>
                                    </p:animEffect>
                                  </p:childTnLst>
                                </p:cTn>
                              </p:par>
                            </p:childTnLst>
                          </p:cTn>
                        </p:par>
                        <p:par>
                          <p:cTn id="17" fill="hold">
                            <p:stCondLst>
                              <p:cond delay="500"/>
                            </p:stCondLst>
                            <p:childTnLst>
                              <p:par>
                                <p:cTn id="18" presetID="1" presetClass="entr" presetSubtype="0" fill="hold" grpId="0" nodeType="afterEffect">
                                  <p:stCondLst>
                                    <p:cond delay="0"/>
                                  </p:stCondLst>
                                  <p:iterate type="lt">
                                    <p:tmAbs val="100"/>
                                  </p:iterate>
                                  <p:childTnLst>
                                    <p:set>
                                      <p:cBhvr>
                                        <p:cTn id="19" dur="1" fill="hold">
                                          <p:stCondLst>
                                            <p:cond delay="0"/>
                                          </p:stCondLst>
                                        </p:cTn>
                                        <p:tgtEl>
                                          <p:spTgt spid="6"/>
                                        </p:tgtEl>
                                        <p:attrNameLst>
                                          <p:attrName>style.visibility</p:attrName>
                                        </p:attrNameLst>
                                      </p:cBhvr>
                                      <p:to>
                                        <p:strVal val="visible"/>
                                      </p:to>
                                    </p:set>
                                  </p:childTnLst>
                                </p:cTn>
                              </p:par>
                            </p:childTnLst>
                          </p:cTn>
                        </p:par>
                      </p:childTnLst>
                    </p:cTn>
                  </p:par>
                  <p:par>
                    <p:cTn id="20" fill="hold">
                      <p:stCondLst>
                        <p:cond delay="indefinite"/>
                      </p:stCondLst>
                      <p:childTnLst>
                        <p:par>
                          <p:cTn id="21" fill="hold">
                            <p:stCondLst>
                              <p:cond delay="0"/>
                            </p:stCondLst>
                            <p:childTnLst>
                              <p:par>
                                <p:cTn id="22" presetID="2" presetClass="entr" presetSubtype="8" fill="hold" nodeType="clickEffect">
                                  <p:stCondLst>
                                    <p:cond delay="0"/>
                                  </p:stCondLst>
                                  <p:childTnLst>
                                    <p:set>
                                      <p:cBhvr>
                                        <p:cTn id="23" dur="1" fill="hold">
                                          <p:stCondLst>
                                            <p:cond delay="0"/>
                                          </p:stCondLst>
                                        </p:cTn>
                                        <p:tgtEl>
                                          <p:spTgt spid="23"/>
                                        </p:tgtEl>
                                        <p:attrNameLst>
                                          <p:attrName>style.visibility</p:attrName>
                                        </p:attrNameLst>
                                      </p:cBhvr>
                                      <p:to>
                                        <p:strVal val="visible"/>
                                      </p:to>
                                    </p:set>
                                    <p:anim calcmode="lin" valueType="num">
                                      <p:cBhvr additive="base">
                                        <p:cTn id="24" dur="500" fill="hold"/>
                                        <p:tgtEl>
                                          <p:spTgt spid="23"/>
                                        </p:tgtEl>
                                        <p:attrNameLst>
                                          <p:attrName>ppt_x</p:attrName>
                                        </p:attrNameLst>
                                      </p:cBhvr>
                                      <p:tavLst>
                                        <p:tav tm="0">
                                          <p:val>
                                            <p:strVal val="0-#ppt_w/2"/>
                                          </p:val>
                                        </p:tav>
                                        <p:tav tm="100000">
                                          <p:val>
                                            <p:strVal val="#ppt_x"/>
                                          </p:val>
                                        </p:tav>
                                      </p:tavLst>
                                    </p:anim>
                                    <p:anim calcmode="lin" valueType="num">
                                      <p:cBhvr additive="base">
                                        <p:cTn id="25" dur="500" fill="hold"/>
                                        <p:tgtEl>
                                          <p:spTgt spid="23"/>
                                        </p:tgtEl>
                                        <p:attrNameLst>
                                          <p:attrName>ppt_y</p:attrName>
                                        </p:attrNameLst>
                                      </p:cBhvr>
                                      <p:tavLst>
                                        <p:tav tm="0">
                                          <p:val>
                                            <p:strVal val="#ppt_y"/>
                                          </p:val>
                                        </p:tav>
                                        <p:tav tm="100000">
                                          <p:val>
                                            <p:strVal val="#ppt_y"/>
                                          </p:val>
                                        </p:tav>
                                      </p:tavLst>
                                    </p:anim>
                                  </p:childTnLst>
                                </p:cTn>
                              </p:par>
                              <p:par>
                                <p:cTn id="26" presetID="2" presetClass="entr" presetSubtype="2" fill="hold" nodeType="withEffect">
                                  <p:stCondLst>
                                    <p:cond delay="0"/>
                                  </p:stCondLst>
                                  <p:childTnLst>
                                    <p:set>
                                      <p:cBhvr>
                                        <p:cTn id="27" dur="1" fill="hold">
                                          <p:stCondLst>
                                            <p:cond delay="0"/>
                                          </p:stCondLst>
                                        </p:cTn>
                                        <p:tgtEl>
                                          <p:spTgt spid="24"/>
                                        </p:tgtEl>
                                        <p:attrNameLst>
                                          <p:attrName>style.visibility</p:attrName>
                                        </p:attrNameLst>
                                      </p:cBhvr>
                                      <p:to>
                                        <p:strVal val="visible"/>
                                      </p:to>
                                    </p:set>
                                    <p:anim calcmode="lin" valueType="num">
                                      <p:cBhvr additive="base">
                                        <p:cTn id="28" dur="500" fill="hold"/>
                                        <p:tgtEl>
                                          <p:spTgt spid="24"/>
                                        </p:tgtEl>
                                        <p:attrNameLst>
                                          <p:attrName>ppt_x</p:attrName>
                                        </p:attrNameLst>
                                      </p:cBhvr>
                                      <p:tavLst>
                                        <p:tav tm="0">
                                          <p:val>
                                            <p:strVal val="1+#ppt_w/2"/>
                                          </p:val>
                                        </p:tav>
                                        <p:tav tm="100000">
                                          <p:val>
                                            <p:strVal val="#ppt_x"/>
                                          </p:val>
                                        </p:tav>
                                      </p:tavLst>
                                    </p:anim>
                                    <p:anim calcmode="lin" valueType="num">
                                      <p:cBhvr additive="base">
                                        <p:cTn id="29" dur="500" fill="hold"/>
                                        <p:tgtEl>
                                          <p:spTgt spid="24"/>
                                        </p:tgtEl>
                                        <p:attrNameLst>
                                          <p:attrName>ppt_y</p:attrName>
                                        </p:attrNameLst>
                                      </p:cBhvr>
                                      <p:tavLst>
                                        <p:tav tm="0">
                                          <p:val>
                                            <p:strVal val="#ppt_y"/>
                                          </p:val>
                                        </p:tav>
                                        <p:tav tm="100000">
                                          <p:val>
                                            <p:strVal val="#ppt_y"/>
                                          </p:val>
                                        </p:tav>
                                      </p:tavLst>
                                    </p:anim>
                                  </p:childTnLst>
                                </p:cTn>
                              </p:par>
                            </p:childTnLst>
                          </p:cTn>
                        </p:par>
                      </p:childTnLst>
                    </p:cTn>
                  </p:par>
                  <p:par>
                    <p:cTn id="30" fill="hold">
                      <p:stCondLst>
                        <p:cond delay="indefinite"/>
                      </p:stCondLst>
                      <p:childTnLst>
                        <p:par>
                          <p:cTn id="31" fill="hold">
                            <p:stCondLst>
                              <p:cond delay="0"/>
                            </p:stCondLst>
                            <p:childTnLst>
                              <p:par>
                                <p:cTn id="32" presetID="53" presetClass="entr" presetSubtype="16" fill="hold" nodeType="clickEffect">
                                  <p:stCondLst>
                                    <p:cond delay="0"/>
                                  </p:stCondLst>
                                  <p:childTnLst>
                                    <p:set>
                                      <p:cBhvr>
                                        <p:cTn id="33" dur="1" fill="hold">
                                          <p:stCondLst>
                                            <p:cond delay="0"/>
                                          </p:stCondLst>
                                        </p:cTn>
                                        <p:tgtEl>
                                          <p:spTgt spid="27"/>
                                        </p:tgtEl>
                                        <p:attrNameLst>
                                          <p:attrName>style.visibility</p:attrName>
                                        </p:attrNameLst>
                                      </p:cBhvr>
                                      <p:to>
                                        <p:strVal val="visible"/>
                                      </p:to>
                                    </p:set>
                                    <p:anim calcmode="lin" valueType="num">
                                      <p:cBhvr>
                                        <p:cTn id="34" dur="500" fill="hold"/>
                                        <p:tgtEl>
                                          <p:spTgt spid="27"/>
                                        </p:tgtEl>
                                        <p:attrNameLst>
                                          <p:attrName>ppt_w</p:attrName>
                                        </p:attrNameLst>
                                      </p:cBhvr>
                                      <p:tavLst>
                                        <p:tav tm="0">
                                          <p:val>
                                            <p:fltVal val="0"/>
                                          </p:val>
                                        </p:tav>
                                        <p:tav tm="100000">
                                          <p:val>
                                            <p:strVal val="#ppt_w"/>
                                          </p:val>
                                        </p:tav>
                                      </p:tavLst>
                                    </p:anim>
                                    <p:anim calcmode="lin" valueType="num">
                                      <p:cBhvr>
                                        <p:cTn id="35" dur="500" fill="hold"/>
                                        <p:tgtEl>
                                          <p:spTgt spid="27"/>
                                        </p:tgtEl>
                                        <p:attrNameLst>
                                          <p:attrName>ppt_h</p:attrName>
                                        </p:attrNameLst>
                                      </p:cBhvr>
                                      <p:tavLst>
                                        <p:tav tm="0">
                                          <p:val>
                                            <p:fltVal val="0"/>
                                          </p:val>
                                        </p:tav>
                                        <p:tav tm="100000">
                                          <p:val>
                                            <p:strVal val="#ppt_h"/>
                                          </p:val>
                                        </p:tav>
                                      </p:tavLst>
                                    </p:anim>
                                    <p:animEffect transition="in" filter="fade">
                                      <p:cBhvr>
                                        <p:cTn id="36" dur="500"/>
                                        <p:tgtEl>
                                          <p:spTgt spid="27"/>
                                        </p:tgtEl>
                                      </p:cBhvr>
                                    </p:animEffect>
                                  </p:childTnLst>
                                </p:cTn>
                              </p:par>
                            </p:childTnLst>
                          </p:cTn>
                        </p:par>
                        <p:par>
                          <p:cTn id="37" fill="hold">
                            <p:stCondLst>
                              <p:cond delay="500"/>
                            </p:stCondLst>
                            <p:childTnLst>
                              <p:par>
                                <p:cTn id="38" presetID="22" presetClass="entr" presetSubtype="2" fill="hold" nodeType="afterEffect">
                                  <p:stCondLst>
                                    <p:cond delay="0"/>
                                  </p:stCondLst>
                                  <p:childTnLst>
                                    <p:set>
                                      <p:cBhvr>
                                        <p:cTn id="39" dur="1" fill="hold">
                                          <p:stCondLst>
                                            <p:cond delay="0"/>
                                          </p:stCondLst>
                                        </p:cTn>
                                        <p:tgtEl>
                                          <p:spTgt spid="33"/>
                                        </p:tgtEl>
                                        <p:attrNameLst>
                                          <p:attrName>style.visibility</p:attrName>
                                        </p:attrNameLst>
                                      </p:cBhvr>
                                      <p:to>
                                        <p:strVal val="visible"/>
                                      </p:to>
                                    </p:set>
                                    <p:animEffect transition="in" filter="wipe(right)">
                                      <p:cBhvr>
                                        <p:cTn id="40" dur="500"/>
                                        <p:tgtEl>
                                          <p:spTgt spid="33"/>
                                        </p:tgtEl>
                                      </p:cBhvr>
                                    </p:animEffect>
                                  </p:childTnLst>
                                </p:cTn>
                              </p:par>
                              <p:par>
                                <p:cTn id="41" presetID="22" presetClass="entr" presetSubtype="8" fill="hold" nodeType="withEffect">
                                  <p:stCondLst>
                                    <p:cond delay="0"/>
                                  </p:stCondLst>
                                  <p:childTnLst>
                                    <p:set>
                                      <p:cBhvr>
                                        <p:cTn id="42" dur="1" fill="hold">
                                          <p:stCondLst>
                                            <p:cond delay="0"/>
                                          </p:stCondLst>
                                        </p:cTn>
                                        <p:tgtEl>
                                          <p:spTgt spid="70"/>
                                        </p:tgtEl>
                                        <p:attrNameLst>
                                          <p:attrName>style.visibility</p:attrName>
                                        </p:attrNameLst>
                                      </p:cBhvr>
                                      <p:to>
                                        <p:strVal val="visible"/>
                                      </p:to>
                                    </p:set>
                                    <p:animEffect transition="in" filter="wipe(left)">
                                      <p:cBhvr>
                                        <p:cTn id="43" dur="500"/>
                                        <p:tgtEl>
                                          <p:spTgt spid="70"/>
                                        </p:tgtEl>
                                      </p:cBhvr>
                                    </p:animEffect>
                                  </p:childTnLst>
                                </p:cTn>
                              </p:par>
                            </p:childTnLst>
                          </p:cTn>
                        </p:par>
                      </p:childTnLst>
                    </p:cTn>
                  </p:par>
                  <p:par>
                    <p:cTn id="44" fill="hold">
                      <p:stCondLst>
                        <p:cond delay="indefinite"/>
                      </p:stCondLst>
                      <p:childTnLst>
                        <p:par>
                          <p:cTn id="45" fill="hold">
                            <p:stCondLst>
                              <p:cond delay="0"/>
                            </p:stCondLst>
                            <p:childTnLst>
                              <p:par>
                                <p:cTn id="46" presetID="53" presetClass="entr" presetSubtype="16" fill="hold" nodeType="clickEffect">
                                  <p:stCondLst>
                                    <p:cond delay="0"/>
                                  </p:stCondLst>
                                  <p:childTnLst>
                                    <p:set>
                                      <p:cBhvr>
                                        <p:cTn id="47" dur="1" fill="hold">
                                          <p:stCondLst>
                                            <p:cond delay="0"/>
                                          </p:stCondLst>
                                        </p:cTn>
                                        <p:tgtEl>
                                          <p:spTgt spid="28"/>
                                        </p:tgtEl>
                                        <p:attrNameLst>
                                          <p:attrName>style.visibility</p:attrName>
                                        </p:attrNameLst>
                                      </p:cBhvr>
                                      <p:to>
                                        <p:strVal val="visible"/>
                                      </p:to>
                                    </p:set>
                                    <p:anim calcmode="lin" valueType="num">
                                      <p:cBhvr>
                                        <p:cTn id="48" dur="500" fill="hold"/>
                                        <p:tgtEl>
                                          <p:spTgt spid="28"/>
                                        </p:tgtEl>
                                        <p:attrNameLst>
                                          <p:attrName>ppt_w</p:attrName>
                                        </p:attrNameLst>
                                      </p:cBhvr>
                                      <p:tavLst>
                                        <p:tav tm="0">
                                          <p:val>
                                            <p:fltVal val="0"/>
                                          </p:val>
                                        </p:tav>
                                        <p:tav tm="100000">
                                          <p:val>
                                            <p:strVal val="#ppt_w"/>
                                          </p:val>
                                        </p:tav>
                                      </p:tavLst>
                                    </p:anim>
                                    <p:anim calcmode="lin" valueType="num">
                                      <p:cBhvr>
                                        <p:cTn id="49" dur="500" fill="hold"/>
                                        <p:tgtEl>
                                          <p:spTgt spid="28"/>
                                        </p:tgtEl>
                                        <p:attrNameLst>
                                          <p:attrName>ppt_h</p:attrName>
                                        </p:attrNameLst>
                                      </p:cBhvr>
                                      <p:tavLst>
                                        <p:tav tm="0">
                                          <p:val>
                                            <p:fltVal val="0"/>
                                          </p:val>
                                        </p:tav>
                                        <p:tav tm="100000">
                                          <p:val>
                                            <p:strVal val="#ppt_h"/>
                                          </p:val>
                                        </p:tav>
                                      </p:tavLst>
                                    </p:anim>
                                    <p:animEffect transition="in" filter="fade">
                                      <p:cBhvr>
                                        <p:cTn id="50" dur="500"/>
                                        <p:tgtEl>
                                          <p:spTgt spid="28"/>
                                        </p:tgtEl>
                                      </p:cBhvr>
                                    </p:animEffect>
                                  </p:childTnLst>
                                </p:cTn>
                              </p:par>
                            </p:childTnLst>
                          </p:cTn>
                        </p:par>
                        <p:par>
                          <p:cTn id="51" fill="hold">
                            <p:stCondLst>
                              <p:cond delay="500"/>
                            </p:stCondLst>
                            <p:childTnLst>
                              <p:par>
                                <p:cTn id="52" presetID="22" presetClass="entr" presetSubtype="2" fill="hold" nodeType="afterEffect">
                                  <p:stCondLst>
                                    <p:cond delay="0"/>
                                  </p:stCondLst>
                                  <p:childTnLst>
                                    <p:set>
                                      <p:cBhvr>
                                        <p:cTn id="53" dur="1" fill="hold">
                                          <p:stCondLst>
                                            <p:cond delay="0"/>
                                          </p:stCondLst>
                                        </p:cTn>
                                        <p:tgtEl>
                                          <p:spTgt spid="34"/>
                                        </p:tgtEl>
                                        <p:attrNameLst>
                                          <p:attrName>style.visibility</p:attrName>
                                        </p:attrNameLst>
                                      </p:cBhvr>
                                      <p:to>
                                        <p:strVal val="visible"/>
                                      </p:to>
                                    </p:set>
                                    <p:animEffect transition="in" filter="wipe(right)">
                                      <p:cBhvr>
                                        <p:cTn id="54" dur="500"/>
                                        <p:tgtEl>
                                          <p:spTgt spid="34"/>
                                        </p:tgtEl>
                                      </p:cBhvr>
                                    </p:animEffect>
                                  </p:childTnLst>
                                </p:cTn>
                              </p:par>
                              <p:par>
                                <p:cTn id="55" presetID="22" presetClass="entr" presetSubtype="8" fill="hold" nodeType="withEffect">
                                  <p:stCondLst>
                                    <p:cond delay="0"/>
                                  </p:stCondLst>
                                  <p:childTnLst>
                                    <p:set>
                                      <p:cBhvr>
                                        <p:cTn id="56" dur="1" fill="hold">
                                          <p:stCondLst>
                                            <p:cond delay="0"/>
                                          </p:stCondLst>
                                        </p:cTn>
                                        <p:tgtEl>
                                          <p:spTgt spid="72"/>
                                        </p:tgtEl>
                                        <p:attrNameLst>
                                          <p:attrName>style.visibility</p:attrName>
                                        </p:attrNameLst>
                                      </p:cBhvr>
                                      <p:to>
                                        <p:strVal val="visible"/>
                                      </p:to>
                                    </p:set>
                                    <p:animEffect transition="in" filter="wipe(left)">
                                      <p:cBhvr>
                                        <p:cTn id="57" dur="500"/>
                                        <p:tgtEl>
                                          <p:spTgt spid="72"/>
                                        </p:tgtEl>
                                      </p:cBhvr>
                                    </p:animEffect>
                                  </p:childTnLst>
                                </p:cTn>
                              </p:par>
                            </p:childTnLst>
                          </p:cTn>
                        </p:par>
                      </p:childTnLst>
                    </p:cTn>
                  </p:par>
                  <p:par>
                    <p:cTn id="58" fill="hold">
                      <p:stCondLst>
                        <p:cond delay="indefinite"/>
                      </p:stCondLst>
                      <p:childTnLst>
                        <p:par>
                          <p:cTn id="59" fill="hold">
                            <p:stCondLst>
                              <p:cond delay="0"/>
                            </p:stCondLst>
                            <p:childTnLst>
                              <p:par>
                                <p:cTn id="60" presetID="49" presetClass="entr" presetSubtype="0" decel="100000" fill="hold" grpId="0" nodeType="clickEffect">
                                  <p:stCondLst>
                                    <p:cond delay="0"/>
                                  </p:stCondLst>
                                  <p:childTnLst>
                                    <p:set>
                                      <p:cBhvr>
                                        <p:cTn id="61" dur="1" fill="hold">
                                          <p:stCondLst>
                                            <p:cond delay="0"/>
                                          </p:stCondLst>
                                        </p:cTn>
                                        <p:tgtEl>
                                          <p:spTgt spid="73"/>
                                        </p:tgtEl>
                                        <p:attrNameLst>
                                          <p:attrName>style.visibility</p:attrName>
                                        </p:attrNameLst>
                                      </p:cBhvr>
                                      <p:to>
                                        <p:strVal val="visible"/>
                                      </p:to>
                                    </p:set>
                                    <p:anim calcmode="lin" valueType="num">
                                      <p:cBhvr>
                                        <p:cTn id="62" dur="500" fill="hold"/>
                                        <p:tgtEl>
                                          <p:spTgt spid="73"/>
                                        </p:tgtEl>
                                        <p:attrNameLst>
                                          <p:attrName>ppt_w</p:attrName>
                                        </p:attrNameLst>
                                      </p:cBhvr>
                                      <p:tavLst>
                                        <p:tav tm="0">
                                          <p:val>
                                            <p:fltVal val="0"/>
                                          </p:val>
                                        </p:tav>
                                        <p:tav tm="100000">
                                          <p:val>
                                            <p:strVal val="#ppt_w"/>
                                          </p:val>
                                        </p:tav>
                                      </p:tavLst>
                                    </p:anim>
                                    <p:anim calcmode="lin" valueType="num">
                                      <p:cBhvr>
                                        <p:cTn id="63" dur="500" fill="hold"/>
                                        <p:tgtEl>
                                          <p:spTgt spid="73"/>
                                        </p:tgtEl>
                                        <p:attrNameLst>
                                          <p:attrName>ppt_h</p:attrName>
                                        </p:attrNameLst>
                                      </p:cBhvr>
                                      <p:tavLst>
                                        <p:tav tm="0">
                                          <p:val>
                                            <p:fltVal val="0"/>
                                          </p:val>
                                        </p:tav>
                                        <p:tav tm="100000">
                                          <p:val>
                                            <p:strVal val="#ppt_h"/>
                                          </p:val>
                                        </p:tav>
                                      </p:tavLst>
                                    </p:anim>
                                    <p:anim calcmode="lin" valueType="num">
                                      <p:cBhvr>
                                        <p:cTn id="64" dur="500" fill="hold"/>
                                        <p:tgtEl>
                                          <p:spTgt spid="73"/>
                                        </p:tgtEl>
                                        <p:attrNameLst>
                                          <p:attrName>style.rotation</p:attrName>
                                        </p:attrNameLst>
                                      </p:cBhvr>
                                      <p:tavLst>
                                        <p:tav tm="0">
                                          <p:val>
                                            <p:fltVal val="360"/>
                                          </p:val>
                                        </p:tav>
                                        <p:tav tm="100000">
                                          <p:val>
                                            <p:fltVal val="0"/>
                                          </p:val>
                                        </p:tav>
                                      </p:tavLst>
                                    </p:anim>
                                    <p:animEffect transition="in" filter="fade">
                                      <p:cBhvr>
                                        <p:cTn id="65" dur="500"/>
                                        <p:tgtEl>
                                          <p:spTgt spid="73"/>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 grpId="0" animBg="1"/>
      <p:bldP spid="6" grpId="0"/>
      <p:bldP spid="73" grpId="0"/>
    </p:bldLst>
  </p:timing>
</p:sld>
</file>

<file path=ppt/slides/slide40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cxnSp>
        <p:nvCxnSpPr>
          <p:cNvPr id="72" name="直接连接符 71">
            <a:extLst>
              <a:ext uri="{FF2B5EF4-FFF2-40B4-BE49-F238E27FC236}">
                <a16:creationId xmlns:a16="http://schemas.microsoft.com/office/drawing/2014/main" id="{33C82AC4-320C-401F-8B8B-1725AE646DCB}"/>
              </a:ext>
            </a:extLst>
          </p:cNvPr>
          <p:cNvCxnSpPr>
            <a:cxnSpLocks/>
          </p:cNvCxnSpPr>
          <p:nvPr/>
        </p:nvCxnSpPr>
        <p:spPr>
          <a:xfrm>
            <a:off x="6208645" y="4807057"/>
            <a:ext cx="1457955" cy="0"/>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cxnSp>
        <p:nvCxnSpPr>
          <p:cNvPr id="70" name="直接连接符 69">
            <a:extLst>
              <a:ext uri="{FF2B5EF4-FFF2-40B4-BE49-F238E27FC236}">
                <a16:creationId xmlns:a16="http://schemas.microsoft.com/office/drawing/2014/main" id="{11729653-8264-4E65-8EB5-50A81ECAB421}"/>
              </a:ext>
            </a:extLst>
          </p:cNvPr>
          <p:cNvCxnSpPr>
            <a:cxnSpLocks/>
          </p:cNvCxnSpPr>
          <p:nvPr/>
        </p:nvCxnSpPr>
        <p:spPr>
          <a:xfrm>
            <a:off x="6208645" y="2825857"/>
            <a:ext cx="1462889" cy="0"/>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cxnSp>
        <p:nvCxnSpPr>
          <p:cNvPr id="34" name="直接连接符 33">
            <a:extLst>
              <a:ext uri="{FF2B5EF4-FFF2-40B4-BE49-F238E27FC236}">
                <a16:creationId xmlns:a16="http://schemas.microsoft.com/office/drawing/2014/main" id="{07DDFF76-0B22-4D7D-8DA0-F8973D7C7478}"/>
              </a:ext>
            </a:extLst>
          </p:cNvPr>
          <p:cNvCxnSpPr>
            <a:cxnSpLocks/>
          </p:cNvCxnSpPr>
          <p:nvPr/>
        </p:nvCxnSpPr>
        <p:spPr>
          <a:xfrm>
            <a:off x="4525402" y="4807057"/>
            <a:ext cx="1457955" cy="0"/>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grpSp>
        <p:nvGrpSpPr>
          <p:cNvPr id="4" name="组合 3">
            <a:extLst>
              <a:ext uri="{FF2B5EF4-FFF2-40B4-BE49-F238E27FC236}">
                <a16:creationId xmlns:a16="http://schemas.microsoft.com/office/drawing/2014/main" id="{9A1EA9F2-FCB6-48C3-935F-7AE7E3AD14AC}"/>
              </a:ext>
            </a:extLst>
          </p:cNvPr>
          <p:cNvGrpSpPr/>
          <p:nvPr/>
        </p:nvGrpSpPr>
        <p:grpSpPr>
          <a:xfrm>
            <a:off x="304799" y="749300"/>
            <a:ext cx="6192345" cy="400110"/>
            <a:chOff x="424116" y="898245"/>
            <a:chExt cx="6192345" cy="400110"/>
          </a:xfrm>
        </p:grpSpPr>
        <p:sp>
          <p:nvSpPr>
            <p:cNvPr id="2" name="平行四边形 1">
              <a:extLst>
                <a:ext uri="{FF2B5EF4-FFF2-40B4-BE49-F238E27FC236}">
                  <a16:creationId xmlns:a16="http://schemas.microsoft.com/office/drawing/2014/main" id="{1F5BAA3F-9845-4F89-A2DD-8222D3E4EDAC}"/>
                </a:ext>
              </a:extLst>
            </p:cNvPr>
            <p:cNvSpPr/>
            <p:nvPr/>
          </p:nvSpPr>
          <p:spPr>
            <a:xfrm>
              <a:off x="424116" y="898245"/>
              <a:ext cx="695119" cy="387090"/>
            </a:xfrm>
            <a:prstGeom prst="parallelogram">
              <a:avLst/>
            </a:prstGeom>
            <a:solidFill>
              <a:schemeClr val="accent3">
                <a:lumMod val="75000"/>
              </a:schemeClr>
            </a:solidFill>
            <a:ln>
              <a:solidFill>
                <a:schemeClr val="accent3">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CN" sz="2200" dirty="0">
                  <a:latin typeface="Impact" panose="020B0806030902050204" pitchFamily="34" charset="0"/>
                </a:rPr>
                <a:t>04</a:t>
              </a:r>
              <a:endParaRPr lang="zh-CN" altLang="en-US" sz="2200" dirty="0">
                <a:latin typeface="Impact" panose="020B0806030902050204" pitchFamily="34" charset="0"/>
              </a:endParaRPr>
            </a:p>
          </p:txBody>
        </p:sp>
        <p:sp>
          <p:nvSpPr>
            <p:cNvPr id="3" name="文本框 2">
              <a:extLst>
                <a:ext uri="{FF2B5EF4-FFF2-40B4-BE49-F238E27FC236}">
                  <a16:creationId xmlns:a16="http://schemas.microsoft.com/office/drawing/2014/main" id="{4D6BD736-A4D3-4F26-AFED-36E11F50F70B}"/>
                </a:ext>
              </a:extLst>
            </p:cNvPr>
            <p:cNvSpPr txBox="1"/>
            <p:nvPr/>
          </p:nvSpPr>
          <p:spPr>
            <a:xfrm>
              <a:off x="1119235" y="898245"/>
              <a:ext cx="5497226" cy="400110"/>
            </a:xfrm>
            <a:prstGeom prst="rect">
              <a:avLst/>
            </a:prstGeom>
            <a:noFill/>
          </p:spPr>
          <p:txBody>
            <a:bodyPr wrap="square" rtlCol="0">
              <a:spAutoFit/>
            </a:bodyPr>
            <a:lstStyle/>
            <a:p>
              <a:r>
                <a:rPr lang="zh-CN" altLang="en-US" sz="2000" b="1" dirty="0">
                  <a:solidFill>
                    <a:schemeClr val="tx1"/>
                  </a:solidFill>
                  <a:latin typeface="Arial Narrow" panose="020B0606020202030204" pitchFamily="34" charset="0"/>
                </a:rPr>
                <a:t>透明网桥的生成树协议</a:t>
              </a:r>
              <a:r>
                <a:rPr lang="en-US" altLang="zh-CN" sz="2000" b="1" dirty="0">
                  <a:solidFill>
                    <a:schemeClr val="tx1"/>
                  </a:solidFill>
                  <a:latin typeface="Arial Narrow" panose="020B0606020202030204" pitchFamily="34" charset="0"/>
                </a:rPr>
                <a:t>STP</a:t>
              </a:r>
            </a:p>
          </p:txBody>
        </p:sp>
      </p:grpSp>
      <p:sp>
        <p:nvSpPr>
          <p:cNvPr id="5" name="矩形 4">
            <a:extLst>
              <a:ext uri="{FF2B5EF4-FFF2-40B4-BE49-F238E27FC236}">
                <a16:creationId xmlns:a16="http://schemas.microsoft.com/office/drawing/2014/main" id="{351FDB82-3A99-496A-AE47-C0C33BB8F65E}"/>
              </a:ext>
            </a:extLst>
          </p:cNvPr>
          <p:cNvSpPr/>
          <p:nvPr/>
        </p:nvSpPr>
        <p:spPr>
          <a:xfrm>
            <a:off x="1056633" y="1335374"/>
            <a:ext cx="256976" cy="256976"/>
          </a:xfrm>
          <a:prstGeom prst="rect">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6" name="íşlïḍè">
            <a:extLst>
              <a:ext uri="{FF2B5EF4-FFF2-40B4-BE49-F238E27FC236}">
                <a16:creationId xmlns:a16="http://schemas.microsoft.com/office/drawing/2014/main" id="{08DDACD0-EF69-410B-A055-83570CD9FF86}"/>
              </a:ext>
            </a:extLst>
          </p:cNvPr>
          <p:cNvSpPr txBox="1"/>
          <p:nvPr/>
        </p:nvSpPr>
        <p:spPr>
          <a:xfrm>
            <a:off x="1373861" y="1281052"/>
            <a:ext cx="10513340" cy="400111"/>
          </a:xfrm>
          <a:prstGeom prst="rect">
            <a:avLst/>
          </a:prstGeom>
          <a:noFill/>
        </p:spPr>
        <p:txBody>
          <a:bodyPr wrap="square" lIns="91440" tIns="45720" rIns="91440" bIns="45720" anchor="ctr">
            <a:noAutofit/>
          </a:bodyPr>
          <a:lstStyle/>
          <a:p>
            <a:r>
              <a:rPr lang="zh-CN" altLang="en-US" b="1" dirty="0">
                <a:latin typeface="Arial Narrow" panose="020B0606020202030204" pitchFamily="34" charset="0"/>
              </a:rPr>
              <a:t>为了提高以太网的</a:t>
            </a:r>
            <a:r>
              <a:rPr lang="zh-CN" altLang="en-US" b="1" dirty="0">
                <a:solidFill>
                  <a:schemeClr val="accent1">
                    <a:lumMod val="75000"/>
                  </a:schemeClr>
                </a:solidFill>
                <a:latin typeface="Arial Narrow" panose="020B0606020202030204" pitchFamily="34" charset="0"/>
              </a:rPr>
              <a:t>可靠性</a:t>
            </a:r>
            <a:r>
              <a:rPr lang="zh-CN" altLang="en-US" b="1" dirty="0">
                <a:latin typeface="Arial Narrow" panose="020B0606020202030204" pitchFamily="34" charset="0"/>
              </a:rPr>
              <a:t>，有时需要在两个以太网之间使用多个透明网桥来提供</a:t>
            </a:r>
            <a:r>
              <a:rPr lang="zh-CN" altLang="en-US" b="1" dirty="0">
                <a:solidFill>
                  <a:schemeClr val="accent1">
                    <a:lumMod val="75000"/>
                  </a:schemeClr>
                </a:solidFill>
                <a:latin typeface="Arial Narrow" panose="020B0606020202030204" pitchFamily="34" charset="0"/>
              </a:rPr>
              <a:t>冗余链路</a:t>
            </a:r>
            <a:r>
              <a:rPr lang="zh-CN" altLang="en-US" b="1" dirty="0">
                <a:latin typeface="Arial Narrow" panose="020B0606020202030204" pitchFamily="34" charset="0"/>
              </a:rPr>
              <a:t>。</a:t>
            </a:r>
          </a:p>
        </p:txBody>
      </p:sp>
      <p:grpSp>
        <p:nvGrpSpPr>
          <p:cNvPr id="23" name="组合 22">
            <a:extLst>
              <a:ext uri="{FF2B5EF4-FFF2-40B4-BE49-F238E27FC236}">
                <a16:creationId xmlns:a16="http://schemas.microsoft.com/office/drawing/2014/main" id="{79BC633E-F62E-4696-A830-F53EDB0DC309}"/>
              </a:ext>
            </a:extLst>
          </p:cNvPr>
          <p:cNvGrpSpPr/>
          <p:nvPr/>
        </p:nvGrpSpPr>
        <p:grpSpPr>
          <a:xfrm>
            <a:off x="4294692" y="1843129"/>
            <a:ext cx="451552" cy="3774840"/>
            <a:chOff x="4294692" y="1843129"/>
            <a:chExt cx="451552" cy="3774840"/>
          </a:xfrm>
        </p:grpSpPr>
        <p:sp>
          <p:nvSpPr>
            <p:cNvPr id="7" name="矩形 6">
              <a:extLst>
                <a:ext uri="{FF2B5EF4-FFF2-40B4-BE49-F238E27FC236}">
                  <a16:creationId xmlns:a16="http://schemas.microsoft.com/office/drawing/2014/main" id="{445B6341-7928-4C91-80FE-0F3D1FAC3C4E}"/>
                </a:ext>
              </a:extLst>
            </p:cNvPr>
            <p:cNvSpPr/>
            <p:nvPr/>
          </p:nvSpPr>
          <p:spPr>
            <a:xfrm>
              <a:off x="4408635" y="2253885"/>
              <a:ext cx="223666" cy="223666"/>
            </a:xfrm>
            <a:prstGeom prst="rect">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8" name="矩形 7">
              <a:extLst>
                <a:ext uri="{FF2B5EF4-FFF2-40B4-BE49-F238E27FC236}">
                  <a16:creationId xmlns:a16="http://schemas.microsoft.com/office/drawing/2014/main" id="{8CA88B63-C390-43C6-99D6-9EE3B8544F75}"/>
                </a:ext>
              </a:extLst>
            </p:cNvPr>
            <p:cNvSpPr/>
            <p:nvPr/>
          </p:nvSpPr>
          <p:spPr>
            <a:xfrm>
              <a:off x="4408635" y="5394303"/>
              <a:ext cx="223666" cy="223666"/>
            </a:xfrm>
            <a:prstGeom prst="rect">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cxnSp>
          <p:nvCxnSpPr>
            <p:cNvPr id="17" name="直接连接符 16">
              <a:extLst>
                <a:ext uri="{FF2B5EF4-FFF2-40B4-BE49-F238E27FC236}">
                  <a16:creationId xmlns:a16="http://schemas.microsoft.com/office/drawing/2014/main" id="{C2EFA156-AA67-4F16-AF45-31E2DA6135CF}"/>
                </a:ext>
              </a:extLst>
            </p:cNvPr>
            <p:cNvCxnSpPr>
              <a:cxnSpLocks/>
              <a:stCxn id="7" idx="2"/>
              <a:endCxn id="8" idx="0"/>
            </p:cNvCxnSpPr>
            <p:nvPr/>
          </p:nvCxnSpPr>
          <p:spPr>
            <a:xfrm>
              <a:off x="4520468" y="2477551"/>
              <a:ext cx="0" cy="2916752"/>
            </a:xfrm>
            <a:prstGeom prst="line">
              <a:avLst/>
            </a:prstGeom>
            <a:ln w="38100">
              <a:solidFill>
                <a:schemeClr val="tx1"/>
              </a:solidFill>
              <a:tailEnd type="none"/>
            </a:ln>
          </p:spPr>
          <p:style>
            <a:lnRef idx="1">
              <a:schemeClr val="accent1"/>
            </a:lnRef>
            <a:fillRef idx="0">
              <a:schemeClr val="accent1"/>
            </a:fillRef>
            <a:effectRef idx="0">
              <a:schemeClr val="accent1"/>
            </a:effectRef>
            <a:fontRef idx="minor">
              <a:schemeClr val="tx1"/>
            </a:fontRef>
          </p:style>
        </p:cxnSp>
        <p:sp>
          <p:nvSpPr>
            <p:cNvPr id="21" name="íşlïḍè">
              <a:extLst>
                <a:ext uri="{FF2B5EF4-FFF2-40B4-BE49-F238E27FC236}">
                  <a16:creationId xmlns:a16="http://schemas.microsoft.com/office/drawing/2014/main" id="{308CBDF3-F8AA-4CC6-92C7-E03B8B813211}"/>
                </a:ext>
              </a:extLst>
            </p:cNvPr>
            <p:cNvSpPr txBox="1"/>
            <p:nvPr/>
          </p:nvSpPr>
          <p:spPr>
            <a:xfrm>
              <a:off x="4294692" y="1843129"/>
              <a:ext cx="451552" cy="400111"/>
            </a:xfrm>
            <a:prstGeom prst="rect">
              <a:avLst/>
            </a:prstGeom>
            <a:noFill/>
          </p:spPr>
          <p:txBody>
            <a:bodyPr wrap="square" lIns="91440" tIns="45720" rIns="91440" bIns="45720" anchor="ctr">
              <a:noAutofit/>
            </a:bodyPr>
            <a:lstStyle/>
            <a:p>
              <a:pPr algn="ctr"/>
              <a:r>
                <a:rPr lang="en-US" altLang="zh-CN" sz="2000" b="1" dirty="0">
                  <a:latin typeface="Arial Narrow" panose="020B0606020202030204" pitchFamily="34" charset="0"/>
                </a:rPr>
                <a:t>E1</a:t>
              </a:r>
              <a:endParaRPr lang="zh-CN" altLang="en-US" sz="2000" b="1" dirty="0">
                <a:latin typeface="Arial Narrow" panose="020B0606020202030204" pitchFamily="34" charset="0"/>
              </a:endParaRPr>
            </a:p>
          </p:txBody>
        </p:sp>
      </p:grpSp>
      <p:grpSp>
        <p:nvGrpSpPr>
          <p:cNvPr id="24" name="组合 23">
            <a:extLst>
              <a:ext uri="{FF2B5EF4-FFF2-40B4-BE49-F238E27FC236}">
                <a16:creationId xmlns:a16="http://schemas.microsoft.com/office/drawing/2014/main" id="{8B1F8B1E-C05F-483C-AE08-DA7A267D6B12}"/>
              </a:ext>
            </a:extLst>
          </p:cNvPr>
          <p:cNvGrpSpPr/>
          <p:nvPr/>
        </p:nvGrpSpPr>
        <p:grpSpPr>
          <a:xfrm>
            <a:off x="7445758" y="1842052"/>
            <a:ext cx="451552" cy="3775917"/>
            <a:chOff x="7445758" y="1842052"/>
            <a:chExt cx="451552" cy="3775917"/>
          </a:xfrm>
        </p:grpSpPr>
        <p:sp>
          <p:nvSpPr>
            <p:cNvPr id="10" name="矩形 9">
              <a:extLst>
                <a:ext uri="{FF2B5EF4-FFF2-40B4-BE49-F238E27FC236}">
                  <a16:creationId xmlns:a16="http://schemas.microsoft.com/office/drawing/2014/main" id="{24590593-398A-421A-8D94-5903FF252888}"/>
                </a:ext>
              </a:extLst>
            </p:cNvPr>
            <p:cNvSpPr/>
            <p:nvPr/>
          </p:nvSpPr>
          <p:spPr>
            <a:xfrm>
              <a:off x="7559701" y="2243240"/>
              <a:ext cx="223666" cy="223666"/>
            </a:xfrm>
            <a:prstGeom prst="rect">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11" name="矩形 10">
              <a:extLst>
                <a:ext uri="{FF2B5EF4-FFF2-40B4-BE49-F238E27FC236}">
                  <a16:creationId xmlns:a16="http://schemas.microsoft.com/office/drawing/2014/main" id="{BB063B4A-E116-4EB8-B0C6-C5D9DA5896AB}"/>
                </a:ext>
              </a:extLst>
            </p:cNvPr>
            <p:cNvSpPr/>
            <p:nvPr/>
          </p:nvSpPr>
          <p:spPr>
            <a:xfrm>
              <a:off x="7559701" y="5394303"/>
              <a:ext cx="223666" cy="223666"/>
            </a:xfrm>
            <a:prstGeom prst="rect">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cxnSp>
          <p:nvCxnSpPr>
            <p:cNvPr id="18" name="直接连接符 17">
              <a:extLst>
                <a:ext uri="{FF2B5EF4-FFF2-40B4-BE49-F238E27FC236}">
                  <a16:creationId xmlns:a16="http://schemas.microsoft.com/office/drawing/2014/main" id="{EB92C9FB-5C3C-4AEF-BB16-1AFAE40E5F38}"/>
                </a:ext>
              </a:extLst>
            </p:cNvPr>
            <p:cNvCxnSpPr>
              <a:cxnSpLocks/>
              <a:stCxn id="10" idx="2"/>
              <a:endCxn id="11" idx="0"/>
            </p:cNvCxnSpPr>
            <p:nvPr/>
          </p:nvCxnSpPr>
          <p:spPr>
            <a:xfrm>
              <a:off x="7671534" y="2466906"/>
              <a:ext cx="0" cy="2927397"/>
            </a:xfrm>
            <a:prstGeom prst="line">
              <a:avLst/>
            </a:prstGeom>
            <a:ln w="38100">
              <a:solidFill>
                <a:schemeClr val="tx1"/>
              </a:solidFill>
              <a:tailEnd type="none"/>
            </a:ln>
          </p:spPr>
          <p:style>
            <a:lnRef idx="1">
              <a:schemeClr val="accent1"/>
            </a:lnRef>
            <a:fillRef idx="0">
              <a:schemeClr val="accent1"/>
            </a:fillRef>
            <a:effectRef idx="0">
              <a:schemeClr val="accent1"/>
            </a:effectRef>
            <a:fontRef idx="minor">
              <a:schemeClr val="tx1"/>
            </a:fontRef>
          </p:style>
        </p:cxnSp>
        <p:sp>
          <p:nvSpPr>
            <p:cNvPr id="22" name="íşlïḍè">
              <a:extLst>
                <a:ext uri="{FF2B5EF4-FFF2-40B4-BE49-F238E27FC236}">
                  <a16:creationId xmlns:a16="http://schemas.microsoft.com/office/drawing/2014/main" id="{686F369A-D357-46CB-9416-CFD396600DF7}"/>
                </a:ext>
              </a:extLst>
            </p:cNvPr>
            <p:cNvSpPr txBox="1"/>
            <p:nvPr/>
          </p:nvSpPr>
          <p:spPr>
            <a:xfrm>
              <a:off x="7445758" y="1842052"/>
              <a:ext cx="451552" cy="400111"/>
            </a:xfrm>
            <a:prstGeom prst="rect">
              <a:avLst/>
            </a:prstGeom>
            <a:noFill/>
          </p:spPr>
          <p:txBody>
            <a:bodyPr wrap="square" lIns="91440" tIns="45720" rIns="91440" bIns="45720" anchor="ctr">
              <a:noAutofit/>
            </a:bodyPr>
            <a:lstStyle/>
            <a:p>
              <a:pPr algn="ctr"/>
              <a:r>
                <a:rPr lang="en-US" altLang="zh-CN" sz="2000" b="1" dirty="0">
                  <a:latin typeface="Arial Narrow" panose="020B0606020202030204" pitchFamily="34" charset="0"/>
                </a:rPr>
                <a:t>E2</a:t>
              </a:r>
              <a:endParaRPr lang="zh-CN" altLang="en-US" sz="2000" b="1" dirty="0">
                <a:latin typeface="Arial Narrow" panose="020B0606020202030204" pitchFamily="34" charset="0"/>
              </a:endParaRPr>
            </a:p>
          </p:txBody>
        </p:sp>
      </p:grpSp>
      <p:cxnSp>
        <p:nvCxnSpPr>
          <p:cNvPr id="33" name="直接连接符 32">
            <a:extLst>
              <a:ext uri="{FF2B5EF4-FFF2-40B4-BE49-F238E27FC236}">
                <a16:creationId xmlns:a16="http://schemas.microsoft.com/office/drawing/2014/main" id="{BAED3830-AAD8-45E5-8C47-039510FD4D01}"/>
              </a:ext>
            </a:extLst>
          </p:cNvPr>
          <p:cNvCxnSpPr>
            <a:cxnSpLocks/>
          </p:cNvCxnSpPr>
          <p:nvPr/>
        </p:nvCxnSpPr>
        <p:spPr>
          <a:xfrm>
            <a:off x="4520468" y="2825857"/>
            <a:ext cx="1462889" cy="0"/>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grpSp>
        <p:nvGrpSpPr>
          <p:cNvPr id="27" name="组合 26">
            <a:extLst>
              <a:ext uri="{FF2B5EF4-FFF2-40B4-BE49-F238E27FC236}">
                <a16:creationId xmlns:a16="http://schemas.microsoft.com/office/drawing/2014/main" id="{8ED52780-1AA9-422A-8B10-7D7AEB325C1A}"/>
              </a:ext>
            </a:extLst>
          </p:cNvPr>
          <p:cNvGrpSpPr/>
          <p:nvPr/>
        </p:nvGrpSpPr>
        <p:grpSpPr>
          <a:xfrm>
            <a:off x="5810385" y="2529040"/>
            <a:ext cx="581100" cy="824011"/>
            <a:chOff x="5805451" y="2770089"/>
            <a:chExt cx="581100" cy="824011"/>
          </a:xfrm>
        </p:grpSpPr>
        <p:pic>
          <p:nvPicPr>
            <p:cNvPr id="25" name="图片 24" descr="图片包含 图标&#10;&#10;描述已自动生成">
              <a:extLst>
                <a:ext uri="{FF2B5EF4-FFF2-40B4-BE49-F238E27FC236}">
                  <a16:creationId xmlns:a16="http://schemas.microsoft.com/office/drawing/2014/main" id="{8D37FE73-CA75-4D9A-8ED6-B1E6D708E1A2}"/>
                </a:ext>
              </a:extLst>
            </p:cNvPr>
            <p:cNvPicPr>
              <a:picLocks noChangeAspect="1"/>
            </p:cNvPicPr>
            <p:nvPr/>
          </p:nvPicPr>
          <p:blipFill>
            <a:blip r:embed="rId3">
              <a:extLst>
                <a:ext uri="{28A0092B-C50C-407E-A947-70E740481C1C}">
                  <a14:useLocalDpi xmlns:a14="http://schemas.microsoft.com/office/drawing/2010/main" val="0"/>
                </a:ext>
              </a:extLst>
            </a:blip>
            <a:stretch>
              <a:fillRect/>
            </a:stretch>
          </p:blipFill>
          <p:spPr>
            <a:xfrm>
              <a:off x="5805451" y="2770089"/>
              <a:ext cx="581100" cy="474367"/>
            </a:xfrm>
            <a:prstGeom prst="rect">
              <a:avLst/>
            </a:prstGeom>
          </p:spPr>
        </p:pic>
        <p:sp>
          <p:nvSpPr>
            <p:cNvPr id="26" name="íşlïḍè">
              <a:extLst>
                <a:ext uri="{FF2B5EF4-FFF2-40B4-BE49-F238E27FC236}">
                  <a16:creationId xmlns:a16="http://schemas.microsoft.com/office/drawing/2014/main" id="{E162F0FD-95EA-4B0B-BFD3-28D58AEA3529}"/>
                </a:ext>
              </a:extLst>
            </p:cNvPr>
            <p:cNvSpPr txBox="1"/>
            <p:nvPr/>
          </p:nvSpPr>
          <p:spPr>
            <a:xfrm>
              <a:off x="5860355" y="3193989"/>
              <a:ext cx="451552" cy="400111"/>
            </a:xfrm>
            <a:prstGeom prst="rect">
              <a:avLst/>
            </a:prstGeom>
            <a:noFill/>
          </p:spPr>
          <p:txBody>
            <a:bodyPr wrap="square" lIns="91440" tIns="45720" rIns="91440" bIns="45720" anchor="ctr">
              <a:noAutofit/>
            </a:bodyPr>
            <a:lstStyle/>
            <a:p>
              <a:pPr algn="ctr"/>
              <a:r>
                <a:rPr lang="en-US" altLang="zh-CN" sz="2000" b="1" dirty="0">
                  <a:latin typeface="Arial Narrow" panose="020B0606020202030204" pitchFamily="34" charset="0"/>
                </a:rPr>
                <a:t>B1</a:t>
              </a:r>
              <a:endParaRPr lang="zh-CN" altLang="en-US" sz="2000" b="1" dirty="0">
                <a:latin typeface="Arial Narrow" panose="020B0606020202030204" pitchFamily="34" charset="0"/>
              </a:endParaRPr>
            </a:p>
          </p:txBody>
        </p:sp>
      </p:grpSp>
      <p:grpSp>
        <p:nvGrpSpPr>
          <p:cNvPr id="28" name="组合 27">
            <a:extLst>
              <a:ext uri="{FF2B5EF4-FFF2-40B4-BE49-F238E27FC236}">
                <a16:creationId xmlns:a16="http://schemas.microsoft.com/office/drawing/2014/main" id="{00807BD9-E8B2-4A67-BD19-9B29797A904E}"/>
              </a:ext>
            </a:extLst>
          </p:cNvPr>
          <p:cNvGrpSpPr/>
          <p:nvPr/>
        </p:nvGrpSpPr>
        <p:grpSpPr>
          <a:xfrm>
            <a:off x="5800515" y="4508157"/>
            <a:ext cx="581100" cy="824011"/>
            <a:chOff x="5805451" y="2770089"/>
            <a:chExt cx="581100" cy="824011"/>
          </a:xfrm>
        </p:grpSpPr>
        <p:pic>
          <p:nvPicPr>
            <p:cNvPr id="29" name="图片 28" descr="图片包含 图标&#10;&#10;描述已自动生成">
              <a:extLst>
                <a:ext uri="{FF2B5EF4-FFF2-40B4-BE49-F238E27FC236}">
                  <a16:creationId xmlns:a16="http://schemas.microsoft.com/office/drawing/2014/main" id="{A068B352-BAF0-4087-963C-167C78685444}"/>
                </a:ext>
              </a:extLst>
            </p:cNvPr>
            <p:cNvPicPr>
              <a:picLocks noChangeAspect="1"/>
            </p:cNvPicPr>
            <p:nvPr/>
          </p:nvPicPr>
          <p:blipFill>
            <a:blip r:embed="rId3">
              <a:extLst>
                <a:ext uri="{28A0092B-C50C-407E-A947-70E740481C1C}">
                  <a14:useLocalDpi xmlns:a14="http://schemas.microsoft.com/office/drawing/2010/main" val="0"/>
                </a:ext>
              </a:extLst>
            </a:blip>
            <a:stretch>
              <a:fillRect/>
            </a:stretch>
          </p:blipFill>
          <p:spPr>
            <a:xfrm>
              <a:off x="5805451" y="2770089"/>
              <a:ext cx="581100" cy="474367"/>
            </a:xfrm>
            <a:prstGeom prst="rect">
              <a:avLst/>
            </a:prstGeom>
          </p:spPr>
        </p:pic>
        <p:sp>
          <p:nvSpPr>
            <p:cNvPr id="30" name="íşlïḍè">
              <a:extLst>
                <a:ext uri="{FF2B5EF4-FFF2-40B4-BE49-F238E27FC236}">
                  <a16:creationId xmlns:a16="http://schemas.microsoft.com/office/drawing/2014/main" id="{737FFBB0-92BC-40D7-9F94-854629408EB2}"/>
                </a:ext>
              </a:extLst>
            </p:cNvPr>
            <p:cNvSpPr txBox="1"/>
            <p:nvPr/>
          </p:nvSpPr>
          <p:spPr>
            <a:xfrm>
              <a:off x="5860355" y="3193989"/>
              <a:ext cx="451552" cy="400111"/>
            </a:xfrm>
            <a:prstGeom prst="rect">
              <a:avLst/>
            </a:prstGeom>
            <a:noFill/>
          </p:spPr>
          <p:txBody>
            <a:bodyPr wrap="square" lIns="91440" tIns="45720" rIns="91440" bIns="45720" anchor="ctr">
              <a:noAutofit/>
            </a:bodyPr>
            <a:lstStyle/>
            <a:p>
              <a:pPr algn="ctr"/>
              <a:r>
                <a:rPr lang="en-US" altLang="zh-CN" sz="2000" b="1" dirty="0">
                  <a:latin typeface="Arial Narrow" panose="020B0606020202030204" pitchFamily="34" charset="0"/>
                </a:rPr>
                <a:t>B2</a:t>
              </a:r>
              <a:endParaRPr lang="zh-CN" altLang="en-US" sz="2000" b="1" dirty="0">
                <a:latin typeface="Arial Narrow" panose="020B0606020202030204" pitchFamily="34" charset="0"/>
              </a:endParaRPr>
            </a:p>
          </p:txBody>
        </p:sp>
      </p:grpSp>
      <p:sp>
        <p:nvSpPr>
          <p:cNvPr id="73" name="íşlïḍè">
            <a:extLst>
              <a:ext uri="{FF2B5EF4-FFF2-40B4-BE49-F238E27FC236}">
                <a16:creationId xmlns:a16="http://schemas.microsoft.com/office/drawing/2014/main" id="{A923166F-4A24-4354-B8F8-E57F6D783702}"/>
              </a:ext>
            </a:extLst>
          </p:cNvPr>
          <p:cNvSpPr txBox="1"/>
          <p:nvPr/>
        </p:nvSpPr>
        <p:spPr>
          <a:xfrm>
            <a:off x="5632773" y="3555726"/>
            <a:ext cx="916583" cy="400111"/>
          </a:xfrm>
          <a:prstGeom prst="rect">
            <a:avLst/>
          </a:prstGeom>
          <a:noFill/>
        </p:spPr>
        <p:txBody>
          <a:bodyPr wrap="square" lIns="91440" tIns="45720" rIns="91440" bIns="45720" anchor="ctr">
            <a:noAutofit/>
          </a:bodyPr>
          <a:lstStyle/>
          <a:p>
            <a:pPr algn="ctr"/>
            <a:r>
              <a:rPr lang="zh-CN" altLang="en-US" sz="2800" b="1" dirty="0">
                <a:solidFill>
                  <a:schemeClr val="accent1">
                    <a:lumMod val="75000"/>
                  </a:schemeClr>
                </a:solidFill>
                <a:latin typeface="Arial Narrow" panose="020B0606020202030204" pitchFamily="34" charset="0"/>
              </a:rPr>
              <a:t>环路</a:t>
            </a:r>
          </a:p>
        </p:txBody>
      </p:sp>
      <p:cxnSp>
        <p:nvCxnSpPr>
          <p:cNvPr id="12" name="直接箭头连接符 11">
            <a:extLst>
              <a:ext uri="{FF2B5EF4-FFF2-40B4-BE49-F238E27FC236}">
                <a16:creationId xmlns:a16="http://schemas.microsoft.com/office/drawing/2014/main" id="{6B214F6A-251A-40BF-B845-FD5A405FB8A6}"/>
              </a:ext>
            </a:extLst>
          </p:cNvPr>
          <p:cNvCxnSpPr>
            <a:cxnSpLocks/>
          </p:cNvCxnSpPr>
          <p:nvPr/>
        </p:nvCxnSpPr>
        <p:spPr>
          <a:xfrm flipV="1">
            <a:off x="4632301" y="3280688"/>
            <a:ext cx="0" cy="1131487"/>
          </a:xfrm>
          <a:prstGeom prst="straightConnector1">
            <a:avLst/>
          </a:prstGeom>
          <a:ln w="38100">
            <a:solidFill>
              <a:schemeClr val="accent3"/>
            </a:solidFill>
            <a:tailEnd type="triangle" w="med" len="lg"/>
          </a:ln>
        </p:spPr>
        <p:style>
          <a:lnRef idx="1">
            <a:schemeClr val="accent1"/>
          </a:lnRef>
          <a:fillRef idx="0">
            <a:schemeClr val="accent1"/>
          </a:fillRef>
          <a:effectRef idx="0">
            <a:schemeClr val="accent1"/>
          </a:effectRef>
          <a:fontRef idx="minor">
            <a:schemeClr val="tx1"/>
          </a:fontRef>
        </p:style>
      </p:cxnSp>
      <p:cxnSp>
        <p:nvCxnSpPr>
          <p:cNvPr id="31" name="直接箭头连接符 30">
            <a:extLst>
              <a:ext uri="{FF2B5EF4-FFF2-40B4-BE49-F238E27FC236}">
                <a16:creationId xmlns:a16="http://schemas.microsoft.com/office/drawing/2014/main" id="{2749B85A-574E-4316-8E46-A6DF2A17E15F}"/>
              </a:ext>
            </a:extLst>
          </p:cNvPr>
          <p:cNvCxnSpPr>
            <a:cxnSpLocks/>
          </p:cNvCxnSpPr>
          <p:nvPr/>
        </p:nvCxnSpPr>
        <p:spPr>
          <a:xfrm>
            <a:off x="4632301" y="4932057"/>
            <a:ext cx="1096404" cy="0"/>
          </a:xfrm>
          <a:prstGeom prst="straightConnector1">
            <a:avLst/>
          </a:prstGeom>
          <a:ln w="38100">
            <a:solidFill>
              <a:schemeClr val="accent4"/>
            </a:solidFill>
            <a:prstDash val="dash"/>
            <a:tailEnd type="triangle" w="med" len="lg"/>
          </a:ln>
        </p:spPr>
        <p:style>
          <a:lnRef idx="1">
            <a:schemeClr val="accent1"/>
          </a:lnRef>
          <a:fillRef idx="0">
            <a:schemeClr val="accent1"/>
          </a:fillRef>
          <a:effectRef idx="0">
            <a:schemeClr val="accent1"/>
          </a:effectRef>
          <a:fontRef idx="minor">
            <a:schemeClr val="tx1"/>
          </a:fontRef>
        </p:style>
      </p:cxnSp>
      <p:cxnSp>
        <p:nvCxnSpPr>
          <p:cNvPr id="35" name="直接箭头连接符 34">
            <a:extLst>
              <a:ext uri="{FF2B5EF4-FFF2-40B4-BE49-F238E27FC236}">
                <a16:creationId xmlns:a16="http://schemas.microsoft.com/office/drawing/2014/main" id="{4520C4C1-9FE5-4A25-BCD5-5992A7BB8E9E}"/>
              </a:ext>
            </a:extLst>
          </p:cNvPr>
          <p:cNvCxnSpPr>
            <a:cxnSpLocks/>
          </p:cNvCxnSpPr>
          <p:nvPr/>
        </p:nvCxnSpPr>
        <p:spPr>
          <a:xfrm>
            <a:off x="4660262" y="2952940"/>
            <a:ext cx="1096404" cy="0"/>
          </a:xfrm>
          <a:prstGeom prst="straightConnector1">
            <a:avLst/>
          </a:prstGeom>
          <a:ln w="38100">
            <a:solidFill>
              <a:schemeClr val="accent3"/>
            </a:solidFill>
            <a:tailEnd type="triangle" w="med" len="lg"/>
          </a:ln>
        </p:spPr>
        <p:style>
          <a:lnRef idx="1">
            <a:schemeClr val="accent1"/>
          </a:lnRef>
          <a:fillRef idx="0">
            <a:schemeClr val="accent1"/>
          </a:fillRef>
          <a:effectRef idx="0">
            <a:schemeClr val="accent1"/>
          </a:effectRef>
          <a:fontRef idx="minor">
            <a:schemeClr val="tx1"/>
          </a:fontRef>
        </p:style>
      </p:cxnSp>
      <p:cxnSp>
        <p:nvCxnSpPr>
          <p:cNvPr id="36" name="直接箭头连接符 35">
            <a:extLst>
              <a:ext uri="{FF2B5EF4-FFF2-40B4-BE49-F238E27FC236}">
                <a16:creationId xmlns:a16="http://schemas.microsoft.com/office/drawing/2014/main" id="{531AE766-4013-4E39-98E9-747F61632DAA}"/>
              </a:ext>
            </a:extLst>
          </p:cNvPr>
          <p:cNvCxnSpPr>
            <a:cxnSpLocks/>
          </p:cNvCxnSpPr>
          <p:nvPr/>
        </p:nvCxnSpPr>
        <p:spPr>
          <a:xfrm>
            <a:off x="6463297" y="2952940"/>
            <a:ext cx="1096404" cy="0"/>
          </a:xfrm>
          <a:prstGeom prst="straightConnector1">
            <a:avLst/>
          </a:prstGeom>
          <a:ln w="38100">
            <a:solidFill>
              <a:schemeClr val="accent3"/>
            </a:solidFill>
            <a:tailEnd type="triangle" w="med" len="lg"/>
          </a:ln>
        </p:spPr>
        <p:style>
          <a:lnRef idx="1">
            <a:schemeClr val="accent1"/>
          </a:lnRef>
          <a:fillRef idx="0">
            <a:schemeClr val="accent1"/>
          </a:fillRef>
          <a:effectRef idx="0">
            <a:schemeClr val="accent1"/>
          </a:effectRef>
          <a:fontRef idx="minor">
            <a:schemeClr val="tx1"/>
          </a:fontRef>
        </p:style>
      </p:cxnSp>
      <p:cxnSp>
        <p:nvCxnSpPr>
          <p:cNvPr id="37" name="直接箭头连接符 36">
            <a:extLst>
              <a:ext uri="{FF2B5EF4-FFF2-40B4-BE49-F238E27FC236}">
                <a16:creationId xmlns:a16="http://schemas.microsoft.com/office/drawing/2014/main" id="{F2FD6C93-E670-44FF-B061-918282F82E7E}"/>
              </a:ext>
            </a:extLst>
          </p:cNvPr>
          <p:cNvCxnSpPr>
            <a:cxnSpLocks/>
          </p:cNvCxnSpPr>
          <p:nvPr/>
        </p:nvCxnSpPr>
        <p:spPr>
          <a:xfrm>
            <a:off x="7540980" y="3280688"/>
            <a:ext cx="0" cy="1131487"/>
          </a:xfrm>
          <a:prstGeom prst="straightConnector1">
            <a:avLst/>
          </a:prstGeom>
          <a:ln w="38100">
            <a:solidFill>
              <a:schemeClr val="accent3"/>
            </a:solidFill>
            <a:tailEnd type="triangle" w="med" len="lg"/>
          </a:ln>
        </p:spPr>
        <p:style>
          <a:lnRef idx="1">
            <a:schemeClr val="accent1"/>
          </a:lnRef>
          <a:fillRef idx="0">
            <a:schemeClr val="accent1"/>
          </a:fillRef>
          <a:effectRef idx="0">
            <a:schemeClr val="accent1"/>
          </a:effectRef>
          <a:fontRef idx="minor">
            <a:schemeClr val="tx1"/>
          </a:fontRef>
        </p:style>
      </p:cxnSp>
      <p:cxnSp>
        <p:nvCxnSpPr>
          <p:cNvPr id="40" name="直接箭头连接符 39">
            <a:extLst>
              <a:ext uri="{FF2B5EF4-FFF2-40B4-BE49-F238E27FC236}">
                <a16:creationId xmlns:a16="http://schemas.microsoft.com/office/drawing/2014/main" id="{C0C90860-6E13-46C8-9965-D1683288EB7C}"/>
              </a:ext>
            </a:extLst>
          </p:cNvPr>
          <p:cNvCxnSpPr>
            <a:cxnSpLocks/>
          </p:cNvCxnSpPr>
          <p:nvPr/>
        </p:nvCxnSpPr>
        <p:spPr>
          <a:xfrm flipH="1">
            <a:off x="6444576" y="4698930"/>
            <a:ext cx="1096404" cy="0"/>
          </a:xfrm>
          <a:prstGeom prst="straightConnector1">
            <a:avLst/>
          </a:prstGeom>
          <a:ln w="38100">
            <a:solidFill>
              <a:schemeClr val="accent3"/>
            </a:solidFill>
            <a:tailEnd type="triangle" w="med" len="lg"/>
          </a:ln>
        </p:spPr>
        <p:style>
          <a:lnRef idx="1">
            <a:schemeClr val="accent1"/>
          </a:lnRef>
          <a:fillRef idx="0">
            <a:schemeClr val="accent1"/>
          </a:fillRef>
          <a:effectRef idx="0">
            <a:schemeClr val="accent1"/>
          </a:effectRef>
          <a:fontRef idx="minor">
            <a:schemeClr val="tx1"/>
          </a:fontRef>
        </p:style>
      </p:cxnSp>
      <p:cxnSp>
        <p:nvCxnSpPr>
          <p:cNvPr id="44" name="直接箭头连接符 43">
            <a:extLst>
              <a:ext uri="{FF2B5EF4-FFF2-40B4-BE49-F238E27FC236}">
                <a16:creationId xmlns:a16="http://schemas.microsoft.com/office/drawing/2014/main" id="{5DE3166D-F4BB-419A-AEE4-CD00CEEDA93F}"/>
              </a:ext>
            </a:extLst>
          </p:cNvPr>
          <p:cNvCxnSpPr>
            <a:cxnSpLocks/>
          </p:cNvCxnSpPr>
          <p:nvPr/>
        </p:nvCxnSpPr>
        <p:spPr>
          <a:xfrm flipH="1">
            <a:off x="4632301" y="4698930"/>
            <a:ext cx="1096404" cy="0"/>
          </a:xfrm>
          <a:prstGeom prst="straightConnector1">
            <a:avLst/>
          </a:prstGeom>
          <a:ln w="38100">
            <a:solidFill>
              <a:schemeClr val="accent3"/>
            </a:solidFill>
            <a:tailEnd type="triangle" w="med" len="lg"/>
          </a:ln>
        </p:spPr>
        <p:style>
          <a:lnRef idx="1">
            <a:schemeClr val="accent1"/>
          </a:lnRef>
          <a:fillRef idx="0">
            <a:schemeClr val="accent1"/>
          </a:fillRef>
          <a:effectRef idx="0">
            <a:schemeClr val="accent1"/>
          </a:effectRef>
          <a:fontRef idx="minor">
            <a:schemeClr val="tx1"/>
          </a:fontRef>
        </p:style>
      </p:cxnSp>
      <p:cxnSp>
        <p:nvCxnSpPr>
          <p:cNvPr id="45" name="直接箭头连接符 44">
            <a:extLst>
              <a:ext uri="{FF2B5EF4-FFF2-40B4-BE49-F238E27FC236}">
                <a16:creationId xmlns:a16="http://schemas.microsoft.com/office/drawing/2014/main" id="{13C5C06C-3FD3-45DD-8EED-59AA0EB22392}"/>
              </a:ext>
            </a:extLst>
          </p:cNvPr>
          <p:cNvCxnSpPr>
            <a:cxnSpLocks/>
          </p:cNvCxnSpPr>
          <p:nvPr/>
        </p:nvCxnSpPr>
        <p:spPr>
          <a:xfrm>
            <a:off x="6497144" y="4932057"/>
            <a:ext cx="1096404" cy="0"/>
          </a:xfrm>
          <a:prstGeom prst="straightConnector1">
            <a:avLst/>
          </a:prstGeom>
          <a:ln w="38100">
            <a:solidFill>
              <a:schemeClr val="accent4"/>
            </a:solidFill>
            <a:prstDash val="dash"/>
            <a:tailEnd type="triangle" w="med" len="lg"/>
          </a:ln>
        </p:spPr>
        <p:style>
          <a:lnRef idx="1">
            <a:schemeClr val="accent1"/>
          </a:lnRef>
          <a:fillRef idx="0">
            <a:schemeClr val="accent1"/>
          </a:fillRef>
          <a:effectRef idx="0">
            <a:schemeClr val="accent1"/>
          </a:effectRef>
          <a:fontRef idx="minor">
            <a:schemeClr val="tx1"/>
          </a:fontRef>
        </p:style>
      </p:cxnSp>
      <p:cxnSp>
        <p:nvCxnSpPr>
          <p:cNvPr id="46" name="直接箭头连接符 45">
            <a:extLst>
              <a:ext uri="{FF2B5EF4-FFF2-40B4-BE49-F238E27FC236}">
                <a16:creationId xmlns:a16="http://schemas.microsoft.com/office/drawing/2014/main" id="{955624D9-A454-4531-BBBC-82D45432017F}"/>
              </a:ext>
            </a:extLst>
          </p:cNvPr>
          <p:cNvCxnSpPr>
            <a:cxnSpLocks/>
          </p:cNvCxnSpPr>
          <p:nvPr/>
        </p:nvCxnSpPr>
        <p:spPr>
          <a:xfrm flipV="1">
            <a:off x="7792137" y="3280688"/>
            <a:ext cx="0" cy="1131487"/>
          </a:xfrm>
          <a:prstGeom prst="straightConnector1">
            <a:avLst/>
          </a:prstGeom>
          <a:ln w="38100">
            <a:solidFill>
              <a:schemeClr val="accent4"/>
            </a:solidFill>
            <a:prstDash val="dash"/>
            <a:tailEnd type="triangle" w="med" len="lg"/>
          </a:ln>
        </p:spPr>
        <p:style>
          <a:lnRef idx="1">
            <a:schemeClr val="accent1"/>
          </a:lnRef>
          <a:fillRef idx="0">
            <a:schemeClr val="accent1"/>
          </a:fillRef>
          <a:effectRef idx="0">
            <a:schemeClr val="accent1"/>
          </a:effectRef>
          <a:fontRef idx="minor">
            <a:schemeClr val="tx1"/>
          </a:fontRef>
        </p:style>
      </p:cxnSp>
      <p:cxnSp>
        <p:nvCxnSpPr>
          <p:cNvPr id="47" name="直接箭头连接符 46">
            <a:extLst>
              <a:ext uri="{FF2B5EF4-FFF2-40B4-BE49-F238E27FC236}">
                <a16:creationId xmlns:a16="http://schemas.microsoft.com/office/drawing/2014/main" id="{1E9C4D28-4BE9-4682-A794-A2780272114C}"/>
              </a:ext>
            </a:extLst>
          </p:cNvPr>
          <p:cNvCxnSpPr>
            <a:cxnSpLocks/>
          </p:cNvCxnSpPr>
          <p:nvPr/>
        </p:nvCxnSpPr>
        <p:spPr>
          <a:xfrm flipH="1">
            <a:off x="6444576" y="2700187"/>
            <a:ext cx="1096404" cy="0"/>
          </a:xfrm>
          <a:prstGeom prst="straightConnector1">
            <a:avLst/>
          </a:prstGeom>
          <a:ln w="38100">
            <a:solidFill>
              <a:schemeClr val="accent4"/>
            </a:solidFill>
            <a:prstDash val="dash"/>
            <a:tailEnd type="triangle" w="med" len="lg"/>
          </a:ln>
        </p:spPr>
        <p:style>
          <a:lnRef idx="1">
            <a:schemeClr val="accent1"/>
          </a:lnRef>
          <a:fillRef idx="0">
            <a:schemeClr val="accent1"/>
          </a:fillRef>
          <a:effectRef idx="0">
            <a:schemeClr val="accent1"/>
          </a:effectRef>
          <a:fontRef idx="minor">
            <a:schemeClr val="tx1"/>
          </a:fontRef>
        </p:style>
      </p:cxnSp>
      <p:cxnSp>
        <p:nvCxnSpPr>
          <p:cNvPr id="48" name="直接箭头连接符 47">
            <a:extLst>
              <a:ext uri="{FF2B5EF4-FFF2-40B4-BE49-F238E27FC236}">
                <a16:creationId xmlns:a16="http://schemas.microsoft.com/office/drawing/2014/main" id="{11700331-6E13-4D55-BAEF-A2549FCD8AA5}"/>
              </a:ext>
            </a:extLst>
          </p:cNvPr>
          <p:cNvCxnSpPr>
            <a:cxnSpLocks/>
          </p:cNvCxnSpPr>
          <p:nvPr/>
        </p:nvCxnSpPr>
        <p:spPr>
          <a:xfrm flipH="1">
            <a:off x="4632301" y="2700187"/>
            <a:ext cx="1096404" cy="0"/>
          </a:xfrm>
          <a:prstGeom prst="straightConnector1">
            <a:avLst/>
          </a:prstGeom>
          <a:ln w="38100">
            <a:solidFill>
              <a:schemeClr val="accent4"/>
            </a:solidFill>
            <a:prstDash val="dash"/>
            <a:tailEnd type="triangle" w="med" len="lg"/>
          </a:ln>
        </p:spPr>
        <p:style>
          <a:lnRef idx="1">
            <a:schemeClr val="accent1"/>
          </a:lnRef>
          <a:fillRef idx="0">
            <a:schemeClr val="accent1"/>
          </a:fillRef>
          <a:effectRef idx="0">
            <a:schemeClr val="accent1"/>
          </a:effectRef>
          <a:fontRef idx="minor">
            <a:schemeClr val="tx1"/>
          </a:fontRef>
        </p:style>
      </p:cxnSp>
      <p:cxnSp>
        <p:nvCxnSpPr>
          <p:cNvPr id="49" name="直接箭头连接符 48">
            <a:extLst>
              <a:ext uri="{FF2B5EF4-FFF2-40B4-BE49-F238E27FC236}">
                <a16:creationId xmlns:a16="http://schemas.microsoft.com/office/drawing/2014/main" id="{39535640-AA94-4062-9A26-39ECEAD73280}"/>
              </a:ext>
            </a:extLst>
          </p:cNvPr>
          <p:cNvCxnSpPr>
            <a:cxnSpLocks/>
          </p:cNvCxnSpPr>
          <p:nvPr/>
        </p:nvCxnSpPr>
        <p:spPr>
          <a:xfrm>
            <a:off x="4408635" y="3280688"/>
            <a:ext cx="0" cy="1131487"/>
          </a:xfrm>
          <a:prstGeom prst="straightConnector1">
            <a:avLst/>
          </a:prstGeom>
          <a:ln w="38100">
            <a:solidFill>
              <a:schemeClr val="accent4"/>
            </a:solidFill>
            <a:prstDash val="dash"/>
            <a:tailEnd type="triangle" w="med" len="lg"/>
          </a:ln>
        </p:spPr>
        <p:style>
          <a:lnRef idx="1">
            <a:schemeClr val="accent1"/>
          </a:lnRef>
          <a:fillRef idx="0">
            <a:schemeClr val="accent1"/>
          </a:fillRef>
          <a:effectRef idx="0">
            <a:schemeClr val="accent1"/>
          </a:effectRef>
          <a:fontRef idx="minor">
            <a:schemeClr val="tx1"/>
          </a:fontRef>
        </p:style>
      </p:cxnSp>
      <p:sp>
        <p:nvSpPr>
          <p:cNvPr id="41" name="íşlïḍè">
            <a:extLst>
              <a:ext uri="{FF2B5EF4-FFF2-40B4-BE49-F238E27FC236}">
                <a16:creationId xmlns:a16="http://schemas.microsoft.com/office/drawing/2014/main" id="{D2CF45D3-0B91-4B26-91B9-2A6E34971093}"/>
              </a:ext>
            </a:extLst>
          </p:cNvPr>
          <p:cNvSpPr txBox="1"/>
          <p:nvPr/>
        </p:nvSpPr>
        <p:spPr>
          <a:xfrm>
            <a:off x="3859779" y="4616366"/>
            <a:ext cx="660689" cy="400111"/>
          </a:xfrm>
          <a:prstGeom prst="rect">
            <a:avLst/>
          </a:prstGeom>
          <a:noFill/>
        </p:spPr>
        <p:txBody>
          <a:bodyPr wrap="square" lIns="91440" tIns="45720" rIns="91440" bIns="45720" anchor="ctr">
            <a:noAutofit/>
          </a:bodyPr>
          <a:lstStyle/>
          <a:p>
            <a:pPr algn="ctr"/>
            <a:r>
              <a:rPr lang="zh-CN" altLang="en-US" b="1" dirty="0">
                <a:latin typeface="Arial Narrow" panose="020B0606020202030204" pitchFamily="34" charset="0"/>
              </a:rPr>
              <a:t>广播</a:t>
            </a:r>
          </a:p>
        </p:txBody>
      </p:sp>
    </p:spTree>
    <p:custDataLst>
      <p:tags r:id="rId1"/>
    </p:custDataLst>
    <p:extLst>
      <p:ext uri="{BB962C8B-B14F-4D97-AF65-F5344CB8AC3E}">
        <p14:creationId xmlns:p14="http://schemas.microsoft.com/office/powerpoint/2010/main" val="3549914574"/>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49" presetClass="entr" presetSubtype="0" decel="100000" fill="hold" grpId="0" nodeType="withEffect">
                                  <p:stCondLst>
                                    <p:cond delay="0"/>
                                  </p:stCondLst>
                                  <p:childTnLst>
                                    <p:set>
                                      <p:cBhvr>
                                        <p:cTn id="6" dur="1" fill="hold">
                                          <p:stCondLst>
                                            <p:cond delay="0"/>
                                          </p:stCondLst>
                                        </p:cTn>
                                        <p:tgtEl>
                                          <p:spTgt spid="41"/>
                                        </p:tgtEl>
                                        <p:attrNameLst>
                                          <p:attrName>style.visibility</p:attrName>
                                        </p:attrNameLst>
                                      </p:cBhvr>
                                      <p:to>
                                        <p:strVal val="visible"/>
                                      </p:to>
                                    </p:set>
                                    <p:anim calcmode="lin" valueType="num">
                                      <p:cBhvr>
                                        <p:cTn id="7" dur="500" fill="hold"/>
                                        <p:tgtEl>
                                          <p:spTgt spid="41"/>
                                        </p:tgtEl>
                                        <p:attrNameLst>
                                          <p:attrName>ppt_w</p:attrName>
                                        </p:attrNameLst>
                                      </p:cBhvr>
                                      <p:tavLst>
                                        <p:tav tm="0">
                                          <p:val>
                                            <p:fltVal val="0"/>
                                          </p:val>
                                        </p:tav>
                                        <p:tav tm="100000">
                                          <p:val>
                                            <p:strVal val="#ppt_w"/>
                                          </p:val>
                                        </p:tav>
                                      </p:tavLst>
                                    </p:anim>
                                    <p:anim calcmode="lin" valueType="num">
                                      <p:cBhvr>
                                        <p:cTn id="8" dur="500" fill="hold"/>
                                        <p:tgtEl>
                                          <p:spTgt spid="41"/>
                                        </p:tgtEl>
                                        <p:attrNameLst>
                                          <p:attrName>ppt_h</p:attrName>
                                        </p:attrNameLst>
                                      </p:cBhvr>
                                      <p:tavLst>
                                        <p:tav tm="0">
                                          <p:val>
                                            <p:fltVal val="0"/>
                                          </p:val>
                                        </p:tav>
                                        <p:tav tm="100000">
                                          <p:val>
                                            <p:strVal val="#ppt_h"/>
                                          </p:val>
                                        </p:tav>
                                      </p:tavLst>
                                    </p:anim>
                                    <p:anim calcmode="lin" valueType="num">
                                      <p:cBhvr>
                                        <p:cTn id="9" dur="500" fill="hold"/>
                                        <p:tgtEl>
                                          <p:spTgt spid="41"/>
                                        </p:tgtEl>
                                        <p:attrNameLst>
                                          <p:attrName>style.rotation</p:attrName>
                                        </p:attrNameLst>
                                      </p:cBhvr>
                                      <p:tavLst>
                                        <p:tav tm="0">
                                          <p:val>
                                            <p:fltVal val="360"/>
                                          </p:val>
                                        </p:tav>
                                        <p:tav tm="100000">
                                          <p:val>
                                            <p:fltVal val="0"/>
                                          </p:val>
                                        </p:tav>
                                      </p:tavLst>
                                    </p:anim>
                                    <p:animEffect transition="in" filter="fade">
                                      <p:cBhvr>
                                        <p:cTn id="10" dur="500"/>
                                        <p:tgtEl>
                                          <p:spTgt spid="41"/>
                                        </p:tgtEl>
                                      </p:cBhvr>
                                    </p:animEffect>
                                  </p:childTnLst>
                                </p:cTn>
                              </p:par>
                            </p:childTnLst>
                          </p:cTn>
                        </p:par>
                      </p:childTnLst>
                    </p:cTn>
                  </p:par>
                  <p:par>
                    <p:cTn id="11" fill="hold">
                      <p:stCondLst>
                        <p:cond delay="indefinite"/>
                      </p:stCondLst>
                      <p:childTnLst>
                        <p:par>
                          <p:cTn id="12" fill="hold">
                            <p:stCondLst>
                              <p:cond delay="0"/>
                            </p:stCondLst>
                            <p:childTnLst>
                              <p:par>
                                <p:cTn id="13" presetID="22" presetClass="entr" presetSubtype="4" fill="hold" nodeType="clickEffect">
                                  <p:stCondLst>
                                    <p:cond delay="0"/>
                                  </p:stCondLst>
                                  <p:childTnLst>
                                    <p:set>
                                      <p:cBhvr>
                                        <p:cTn id="14" dur="1" fill="hold">
                                          <p:stCondLst>
                                            <p:cond delay="0"/>
                                          </p:stCondLst>
                                        </p:cTn>
                                        <p:tgtEl>
                                          <p:spTgt spid="12"/>
                                        </p:tgtEl>
                                        <p:attrNameLst>
                                          <p:attrName>style.visibility</p:attrName>
                                        </p:attrNameLst>
                                      </p:cBhvr>
                                      <p:to>
                                        <p:strVal val="visible"/>
                                      </p:to>
                                    </p:set>
                                    <p:animEffect transition="in" filter="wipe(down)">
                                      <p:cBhvr>
                                        <p:cTn id="15" dur="500"/>
                                        <p:tgtEl>
                                          <p:spTgt spid="12"/>
                                        </p:tgtEl>
                                      </p:cBhvr>
                                    </p:animEffect>
                                  </p:childTnLst>
                                </p:cTn>
                              </p:par>
                              <p:par>
                                <p:cTn id="16" presetID="22" presetClass="entr" presetSubtype="8" fill="hold" nodeType="withEffect">
                                  <p:stCondLst>
                                    <p:cond delay="0"/>
                                  </p:stCondLst>
                                  <p:childTnLst>
                                    <p:set>
                                      <p:cBhvr>
                                        <p:cTn id="17" dur="1" fill="hold">
                                          <p:stCondLst>
                                            <p:cond delay="0"/>
                                          </p:stCondLst>
                                        </p:cTn>
                                        <p:tgtEl>
                                          <p:spTgt spid="31"/>
                                        </p:tgtEl>
                                        <p:attrNameLst>
                                          <p:attrName>style.visibility</p:attrName>
                                        </p:attrNameLst>
                                      </p:cBhvr>
                                      <p:to>
                                        <p:strVal val="visible"/>
                                      </p:to>
                                    </p:set>
                                    <p:animEffect transition="in" filter="wipe(left)">
                                      <p:cBhvr>
                                        <p:cTn id="18" dur="500"/>
                                        <p:tgtEl>
                                          <p:spTgt spid="31"/>
                                        </p:tgtEl>
                                      </p:cBhvr>
                                    </p:animEffect>
                                  </p:childTnLst>
                                </p:cTn>
                              </p:par>
                            </p:childTnLst>
                          </p:cTn>
                        </p:par>
                        <p:par>
                          <p:cTn id="19" fill="hold">
                            <p:stCondLst>
                              <p:cond delay="500"/>
                            </p:stCondLst>
                            <p:childTnLst>
                              <p:par>
                                <p:cTn id="20" presetID="22" presetClass="entr" presetSubtype="8" fill="hold" nodeType="afterEffect">
                                  <p:stCondLst>
                                    <p:cond delay="0"/>
                                  </p:stCondLst>
                                  <p:childTnLst>
                                    <p:set>
                                      <p:cBhvr>
                                        <p:cTn id="21" dur="1" fill="hold">
                                          <p:stCondLst>
                                            <p:cond delay="0"/>
                                          </p:stCondLst>
                                        </p:cTn>
                                        <p:tgtEl>
                                          <p:spTgt spid="35"/>
                                        </p:tgtEl>
                                        <p:attrNameLst>
                                          <p:attrName>style.visibility</p:attrName>
                                        </p:attrNameLst>
                                      </p:cBhvr>
                                      <p:to>
                                        <p:strVal val="visible"/>
                                      </p:to>
                                    </p:set>
                                    <p:animEffect transition="in" filter="wipe(left)">
                                      <p:cBhvr>
                                        <p:cTn id="22" dur="500"/>
                                        <p:tgtEl>
                                          <p:spTgt spid="35"/>
                                        </p:tgtEl>
                                      </p:cBhvr>
                                    </p:animEffect>
                                  </p:childTnLst>
                                </p:cTn>
                              </p:par>
                            </p:childTnLst>
                          </p:cTn>
                        </p:par>
                      </p:childTnLst>
                    </p:cTn>
                  </p:par>
                  <p:par>
                    <p:cTn id="23" fill="hold">
                      <p:stCondLst>
                        <p:cond delay="indefinite"/>
                      </p:stCondLst>
                      <p:childTnLst>
                        <p:par>
                          <p:cTn id="24" fill="hold">
                            <p:stCondLst>
                              <p:cond delay="0"/>
                            </p:stCondLst>
                            <p:childTnLst>
                              <p:par>
                                <p:cTn id="25" presetID="22" presetClass="entr" presetSubtype="8" fill="hold" nodeType="clickEffect">
                                  <p:stCondLst>
                                    <p:cond delay="0"/>
                                  </p:stCondLst>
                                  <p:childTnLst>
                                    <p:set>
                                      <p:cBhvr>
                                        <p:cTn id="26" dur="1" fill="hold">
                                          <p:stCondLst>
                                            <p:cond delay="0"/>
                                          </p:stCondLst>
                                        </p:cTn>
                                        <p:tgtEl>
                                          <p:spTgt spid="36"/>
                                        </p:tgtEl>
                                        <p:attrNameLst>
                                          <p:attrName>style.visibility</p:attrName>
                                        </p:attrNameLst>
                                      </p:cBhvr>
                                      <p:to>
                                        <p:strVal val="visible"/>
                                      </p:to>
                                    </p:set>
                                    <p:animEffect transition="in" filter="wipe(left)">
                                      <p:cBhvr>
                                        <p:cTn id="27" dur="500"/>
                                        <p:tgtEl>
                                          <p:spTgt spid="36"/>
                                        </p:tgtEl>
                                      </p:cBhvr>
                                    </p:animEffect>
                                  </p:childTnLst>
                                </p:cTn>
                              </p:par>
                              <p:par>
                                <p:cTn id="28" presetID="22" presetClass="entr" presetSubtype="8" fill="hold" nodeType="withEffect">
                                  <p:stCondLst>
                                    <p:cond delay="0"/>
                                  </p:stCondLst>
                                  <p:childTnLst>
                                    <p:set>
                                      <p:cBhvr>
                                        <p:cTn id="29" dur="1" fill="hold">
                                          <p:stCondLst>
                                            <p:cond delay="0"/>
                                          </p:stCondLst>
                                        </p:cTn>
                                        <p:tgtEl>
                                          <p:spTgt spid="45"/>
                                        </p:tgtEl>
                                        <p:attrNameLst>
                                          <p:attrName>style.visibility</p:attrName>
                                        </p:attrNameLst>
                                      </p:cBhvr>
                                      <p:to>
                                        <p:strVal val="visible"/>
                                      </p:to>
                                    </p:set>
                                    <p:animEffect transition="in" filter="wipe(left)">
                                      <p:cBhvr>
                                        <p:cTn id="30" dur="500"/>
                                        <p:tgtEl>
                                          <p:spTgt spid="45"/>
                                        </p:tgtEl>
                                      </p:cBhvr>
                                    </p:animEffect>
                                  </p:childTnLst>
                                </p:cTn>
                              </p:par>
                            </p:childTnLst>
                          </p:cTn>
                        </p:par>
                      </p:childTnLst>
                    </p:cTn>
                  </p:par>
                  <p:par>
                    <p:cTn id="31" fill="hold">
                      <p:stCondLst>
                        <p:cond delay="indefinite"/>
                      </p:stCondLst>
                      <p:childTnLst>
                        <p:par>
                          <p:cTn id="32" fill="hold">
                            <p:stCondLst>
                              <p:cond delay="0"/>
                            </p:stCondLst>
                            <p:childTnLst>
                              <p:par>
                                <p:cTn id="33" presetID="22" presetClass="entr" presetSubtype="1" fill="hold" nodeType="clickEffect">
                                  <p:stCondLst>
                                    <p:cond delay="0"/>
                                  </p:stCondLst>
                                  <p:childTnLst>
                                    <p:set>
                                      <p:cBhvr>
                                        <p:cTn id="34" dur="1" fill="hold">
                                          <p:stCondLst>
                                            <p:cond delay="0"/>
                                          </p:stCondLst>
                                        </p:cTn>
                                        <p:tgtEl>
                                          <p:spTgt spid="37"/>
                                        </p:tgtEl>
                                        <p:attrNameLst>
                                          <p:attrName>style.visibility</p:attrName>
                                        </p:attrNameLst>
                                      </p:cBhvr>
                                      <p:to>
                                        <p:strVal val="visible"/>
                                      </p:to>
                                    </p:set>
                                    <p:animEffect transition="in" filter="wipe(up)">
                                      <p:cBhvr>
                                        <p:cTn id="35" dur="500"/>
                                        <p:tgtEl>
                                          <p:spTgt spid="37"/>
                                        </p:tgtEl>
                                      </p:cBhvr>
                                    </p:animEffect>
                                  </p:childTnLst>
                                </p:cTn>
                              </p:par>
                            </p:childTnLst>
                          </p:cTn>
                        </p:par>
                        <p:par>
                          <p:cTn id="36" fill="hold">
                            <p:stCondLst>
                              <p:cond delay="500"/>
                            </p:stCondLst>
                            <p:childTnLst>
                              <p:par>
                                <p:cTn id="37" presetID="22" presetClass="entr" presetSubtype="2" fill="hold" nodeType="afterEffect">
                                  <p:stCondLst>
                                    <p:cond delay="0"/>
                                  </p:stCondLst>
                                  <p:childTnLst>
                                    <p:set>
                                      <p:cBhvr>
                                        <p:cTn id="38" dur="1" fill="hold">
                                          <p:stCondLst>
                                            <p:cond delay="0"/>
                                          </p:stCondLst>
                                        </p:cTn>
                                        <p:tgtEl>
                                          <p:spTgt spid="40"/>
                                        </p:tgtEl>
                                        <p:attrNameLst>
                                          <p:attrName>style.visibility</p:attrName>
                                        </p:attrNameLst>
                                      </p:cBhvr>
                                      <p:to>
                                        <p:strVal val="visible"/>
                                      </p:to>
                                    </p:set>
                                    <p:animEffect transition="in" filter="wipe(right)">
                                      <p:cBhvr>
                                        <p:cTn id="39" dur="500"/>
                                        <p:tgtEl>
                                          <p:spTgt spid="40"/>
                                        </p:tgtEl>
                                      </p:cBhvr>
                                    </p:animEffect>
                                  </p:childTnLst>
                                </p:cTn>
                              </p:par>
                            </p:childTnLst>
                          </p:cTn>
                        </p:par>
                      </p:childTnLst>
                    </p:cTn>
                  </p:par>
                  <p:par>
                    <p:cTn id="40" fill="hold">
                      <p:stCondLst>
                        <p:cond delay="indefinite"/>
                      </p:stCondLst>
                      <p:childTnLst>
                        <p:par>
                          <p:cTn id="41" fill="hold">
                            <p:stCondLst>
                              <p:cond delay="0"/>
                            </p:stCondLst>
                            <p:childTnLst>
                              <p:par>
                                <p:cTn id="42" presetID="22" presetClass="entr" presetSubtype="4" fill="hold" nodeType="clickEffect">
                                  <p:stCondLst>
                                    <p:cond delay="0"/>
                                  </p:stCondLst>
                                  <p:childTnLst>
                                    <p:set>
                                      <p:cBhvr>
                                        <p:cTn id="43" dur="1" fill="hold">
                                          <p:stCondLst>
                                            <p:cond delay="0"/>
                                          </p:stCondLst>
                                        </p:cTn>
                                        <p:tgtEl>
                                          <p:spTgt spid="46"/>
                                        </p:tgtEl>
                                        <p:attrNameLst>
                                          <p:attrName>style.visibility</p:attrName>
                                        </p:attrNameLst>
                                      </p:cBhvr>
                                      <p:to>
                                        <p:strVal val="visible"/>
                                      </p:to>
                                    </p:set>
                                    <p:animEffect transition="in" filter="wipe(down)">
                                      <p:cBhvr>
                                        <p:cTn id="44" dur="500"/>
                                        <p:tgtEl>
                                          <p:spTgt spid="46"/>
                                        </p:tgtEl>
                                      </p:cBhvr>
                                    </p:animEffect>
                                  </p:childTnLst>
                                </p:cTn>
                              </p:par>
                            </p:childTnLst>
                          </p:cTn>
                        </p:par>
                        <p:par>
                          <p:cTn id="45" fill="hold">
                            <p:stCondLst>
                              <p:cond delay="500"/>
                            </p:stCondLst>
                            <p:childTnLst>
                              <p:par>
                                <p:cTn id="46" presetID="22" presetClass="entr" presetSubtype="2" fill="hold" nodeType="afterEffect">
                                  <p:stCondLst>
                                    <p:cond delay="0"/>
                                  </p:stCondLst>
                                  <p:childTnLst>
                                    <p:set>
                                      <p:cBhvr>
                                        <p:cTn id="47" dur="1" fill="hold">
                                          <p:stCondLst>
                                            <p:cond delay="0"/>
                                          </p:stCondLst>
                                        </p:cTn>
                                        <p:tgtEl>
                                          <p:spTgt spid="47"/>
                                        </p:tgtEl>
                                        <p:attrNameLst>
                                          <p:attrName>style.visibility</p:attrName>
                                        </p:attrNameLst>
                                      </p:cBhvr>
                                      <p:to>
                                        <p:strVal val="visible"/>
                                      </p:to>
                                    </p:set>
                                    <p:animEffect transition="in" filter="wipe(right)">
                                      <p:cBhvr>
                                        <p:cTn id="48" dur="500"/>
                                        <p:tgtEl>
                                          <p:spTgt spid="47"/>
                                        </p:tgtEl>
                                      </p:cBhvr>
                                    </p:animEffect>
                                  </p:childTnLst>
                                </p:cTn>
                              </p:par>
                            </p:childTnLst>
                          </p:cTn>
                        </p:par>
                      </p:childTnLst>
                    </p:cTn>
                  </p:par>
                  <p:par>
                    <p:cTn id="49" fill="hold">
                      <p:stCondLst>
                        <p:cond delay="indefinite"/>
                      </p:stCondLst>
                      <p:childTnLst>
                        <p:par>
                          <p:cTn id="50" fill="hold">
                            <p:stCondLst>
                              <p:cond delay="0"/>
                            </p:stCondLst>
                            <p:childTnLst>
                              <p:par>
                                <p:cTn id="51" presetID="22" presetClass="entr" presetSubtype="2" fill="hold" nodeType="clickEffect">
                                  <p:stCondLst>
                                    <p:cond delay="0"/>
                                  </p:stCondLst>
                                  <p:childTnLst>
                                    <p:set>
                                      <p:cBhvr>
                                        <p:cTn id="52" dur="1" fill="hold">
                                          <p:stCondLst>
                                            <p:cond delay="0"/>
                                          </p:stCondLst>
                                        </p:cTn>
                                        <p:tgtEl>
                                          <p:spTgt spid="44"/>
                                        </p:tgtEl>
                                        <p:attrNameLst>
                                          <p:attrName>style.visibility</p:attrName>
                                        </p:attrNameLst>
                                      </p:cBhvr>
                                      <p:to>
                                        <p:strVal val="visible"/>
                                      </p:to>
                                    </p:set>
                                    <p:animEffect transition="in" filter="wipe(right)">
                                      <p:cBhvr>
                                        <p:cTn id="53" dur="500"/>
                                        <p:tgtEl>
                                          <p:spTgt spid="44"/>
                                        </p:tgtEl>
                                      </p:cBhvr>
                                    </p:animEffect>
                                  </p:childTnLst>
                                </p:cTn>
                              </p:par>
                            </p:childTnLst>
                          </p:cTn>
                        </p:par>
                      </p:childTnLst>
                    </p:cTn>
                  </p:par>
                  <p:par>
                    <p:cTn id="54" fill="hold">
                      <p:stCondLst>
                        <p:cond delay="indefinite"/>
                      </p:stCondLst>
                      <p:childTnLst>
                        <p:par>
                          <p:cTn id="55" fill="hold">
                            <p:stCondLst>
                              <p:cond delay="0"/>
                            </p:stCondLst>
                            <p:childTnLst>
                              <p:par>
                                <p:cTn id="56" presetID="22" presetClass="entr" presetSubtype="2" fill="hold" nodeType="clickEffect">
                                  <p:stCondLst>
                                    <p:cond delay="0"/>
                                  </p:stCondLst>
                                  <p:childTnLst>
                                    <p:set>
                                      <p:cBhvr>
                                        <p:cTn id="57" dur="1" fill="hold">
                                          <p:stCondLst>
                                            <p:cond delay="0"/>
                                          </p:stCondLst>
                                        </p:cTn>
                                        <p:tgtEl>
                                          <p:spTgt spid="48"/>
                                        </p:tgtEl>
                                        <p:attrNameLst>
                                          <p:attrName>style.visibility</p:attrName>
                                        </p:attrNameLst>
                                      </p:cBhvr>
                                      <p:to>
                                        <p:strVal val="visible"/>
                                      </p:to>
                                    </p:set>
                                    <p:animEffect transition="in" filter="wipe(right)">
                                      <p:cBhvr>
                                        <p:cTn id="58" dur="500"/>
                                        <p:tgtEl>
                                          <p:spTgt spid="48"/>
                                        </p:tgtEl>
                                      </p:cBhvr>
                                    </p:animEffect>
                                  </p:childTnLst>
                                </p:cTn>
                              </p:par>
                            </p:childTnLst>
                          </p:cTn>
                        </p:par>
                        <p:par>
                          <p:cTn id="59" fill="hold">
                            <p:stCondLst>
                              <p:cond delay="500"/>
                            </p:stCondLst>
                            <p:childTnLst>
                              <p:par>
                                <p:cTn id="60" presetID="22" presetClass="entr" presetSubtype="1" fill="hold" nodeType="afterEffect">
                                  <p:stCondLst>
                                    <p:cond delay="0"/>
                                  </p:stCondLst>
                                  <p:childTnLst>
                                    <p:set>
                                      <p:cBhvr>
                                        <p:cTn id="61" dur="1" fill="hold">
                                          <p:stCondLst>
                                            <p:cond delay="0"/>
                                          </p:stCondLst>
                                        </p:cTn>
                                        <p:tgtEl>
                                          <p:spTgt spid="49"/>
                                        </p:tgtEl>
                                        <p:attrNameLst>
                                          <p:attrName>style.visibility</p:attrName>
                                        </p:attrNameLst>
                                      </p:cBhvr>
                                      <p:to>
                                        <p:strVal val="visible"/>
                                      </p:to>
                                    </p:set>
                                    <p:animEffect transition="in" filter="wipe(up)">
                                      <p:cBhvr>
                                        <p:cTn id="62" dur="500"/>
                                        <p:tgtEl>
                                          <p:spTgt spid="49"/>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1" grpId="0"/>
    </p:bldLst>
  </p:timing>
</p:sld>
</file>

<file path=ppt/slides/slide40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cxnSp>
        <p:nvCxnSpPr>
          <p:cNvPr id="72" name="直接连接符 71">
            <a:extLst>
              <a:ext uri="{FF2B5EF4-FFF2-40B4-BE49-F238E27FC236}">
                <a16:creationId xmlns:a16="http://schemas.microsoft.com/office/drawing/2014/main" id="{33C82AC4-320C-401F-8B8B-1725AE646DCB}"/>
              </a:ext>
            </a:extLst>
          </p:cNvPr>
          <p:cNvCxnSpPr>
            <a:cxnSpLocks/>
          </p:cNvCxnSpPr>
          <p:nvPr/>
        </p:nvCxnSpPr>
        <p:spPr>
          <a:xfrm>
            <a:off x="6208645" y="4807057"/>
            <a:ext cx="1457955" cy="0"/>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cxnSp>
        <p:nvCxnSpPr>
          <p:cNvPr id="70" name="直接连接符 69">
            <a:extLst>
              <a:ext uri="{FF2B5EF4-FFF2-40B4-BE49-F238E27FC236}">
                <a16:creationId xmlns:a16="http://schemas.microsoft.com/office/drawing/2014/main" id="{11729653-8264-4E65-8EB5-50A81ECAB421}"/>
              </a:ext>
            </a:extLst>
          </p:cNvPr>
          <p:cNvCxnSpPr>
            <a:cxnSpLocks/>
          </p:cNvCxnSpPr>
          <p:nvPr/>
        </p:nvCxnSpPr>
        <p:spPr>
          <a:xfrm>
            <a:off x="6208645" y="2825857"/>
            <a:ext cx="1462889" cy="0"/>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cxnSp>
        <p:nvCxnSpPr>
          <p:cNvPr id="34" name="直接连接符 33">
            <a:extLst>
              <a:ext uri="{FF2B5EF4-FFF2-40B4-BE49-F238E27FC236}">
                <a16:creationId xmlns:a16="http://schemas.microsoft.com/office/drawing/2014/main" id="{07DDFF76-0B22-4D7D-8DA0-F8973D7C7478}"/>
              </a:ext>
            </a:extLst>
          </p:cNvPr>
          <p:cNvCxnSpPr>
            <a:cxnSpLocks/>
          </p:cNvCxnSpPr>
          <p:nvPr/>
        </p:nvCxnSpPr>
        <p:spPr>
          <a:xfrm>
            <a:off x="4525402" y="4807057"/>
            <a:ext cx="1457955" cy="0"/>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grpSp>
        <p:nvGrpSpPr>
          <p:cNvPr id="4" name="组合 3">
            <a:extLst>
              <a:ext uri="{FF2B5EF4-FFF2-40B4-BE49-F238E27FC236}">
                <a16:creationId xmlns:a16="http://schemas.microsoft.com/office/drawing/2014/main" id="{9A1EA9F2-FCB6-48C3-935F-7AE7E3AD14AC}"/>
              </a:ext>
            </a:extLst>
          </p:cNvPr>
          <p:cNvGrpSpPr/>
          <p:nvPr/>
        </p:nvGrpSpPr>
        <p:grpSpPr>
          <a:xfrm>
            <a:off x="304799" y="749300"/>
            <a:ext cx="6192345" cy="400110"/>
            <a:chOff x="424116" y="898245"/>
            <a:chExt cx="6192345" cy="400110"/>
          </a:xfrm>
        </p:grpSpPr>
        <p:sp>
          <p:nvSpPr>
            <p:cNvPr id="2" name="平行四边形 1">
              <a:extLst>
                <a:ext uri="{FF2B5EF4-FFF2-40B4-BE49-F238E27FC236}">
                  <a16:creationId xmlns:a16="http://schemas.microsoft.com/office/drawing/2014/main" id="{1F5BAA3F-9845-4F89-A2DD-8222D3E4EDAC}"/>
                </a:ext>
              </a:extLst>
            </p:cNvPr>
            <p:cNvSpPr/>
            <p:nvPr/>
          </p:nvSpPr>
          <p:spPr>
            <a:xfrm>
              <a:off x="424116" y="898245"/>
              <a:ext cx="695119" cy="387090"/>
            </a:xfrm>
            <a:prstGeom prst="parallelogram">
              <a:avLst/>
            </a:prstGeom>
            <a:solidFill>
              <a:schemeClr val="accent3">
                <a:lumMod val="75000"/>
              </a:schemeClr>
            </a:solidFill>
            <a:ln>
              <a:solidFill>
                <a:schemeClr val="accent3">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CN" sz="2200" dirty="0">
                  <a:latin typeface="Impact" panose="020B0806030902050204" pitchFamily="34" charset="0"/>
                </a:rPr>
                <a:t>04</a:t>
              </a:r>
              <a:endParaRPr lang="zh-CN" altLang="en-US" sz="2200" dirty="0">
                <a:latin typeface="Impact" panose="020B0806030902050204" pitchFamily="34" charset="0"/>
              </a:endParaRPr>
            </a:p>
          </p:txBody>
        </p:sp>
        <p:sp>
          <p:nvSpPr>
            <p:cNvPr id="3" name="文本框 2">
              <a:extLst>
                <a:ext uri="{FF2B5EF4-FFF2-40B4-BE49-F238E27FC236}">
                  <a16:creationId xmlns:a16="http://schemas.microsoft.com/office/drawing/2014/main" id="{4D6BD736-A4D3-4F26-AFED-36E11F50F70B}"/>
                </a:ext>
              </a:extLst>
            </p:cNvPr>
            <p:cNvSpPr txBox="1"/>
            <p:nvPr/>
          </p:nvSpPr>
          <p:spPr>
            <a:xfrm>
              <a:off x="1119235" y="898245"/>
              <a:ext cx="5497226" cy="400110"/>
            </a:xfrm>
            <a:prstGeom prst="rect">
              <a:avLst/>
            </a:prstGeom>
            <a:noFill/>
          </p:spPr>
          <p:txBody>
            <a:bodyPr wrap="square" rtlCol="0">
              <a:spAutoFit/>
            </a:bodyPr>
            <a:lstStyle/>
            <a:p>
              <a:r>
                <a:rPr lang="zh-CN" altLang="en-US" sz="2000" b="1" dirty="0">
                  <a:solidFill>
                    <a:schemeClr val="tx1"/>
                  </a:solidFill>
                  <a:latin typeface="Arial Narrow" panose="020B0606020202030204" pitchFamily="34" charset="0"/>
                </a:rPr>
                <a:t>透明网桥的生成树协议</a:t>
              </a:r>
              <a:r>
                <a:rPr lang="en-US" altLang="zh-CN" sz="2000" b="1" dirty="0">
                  <a:solidFill>
                    <a:schemeClr val="tx1"/>
                  </a:solidFill>
                  <a:latin typeface="Arial Narrow" panose="020B0606020202030204" pitchFamily="34" charset="0"/>
                </a:rPr>
                <a:t>STP</a:t>
              </a:r>
            </a:p>
          </p:txBody>
        </p:sp>
      </p:grpSp>
      <p:sp>
        <p:nvSpPr>
          <p:cNvPr id="5" name="矩形 4">
            <a:extLst>
              <a:ext uri="{FF2B5EF4-FFF2-40B4-BE49-F238E27FC236}">
                <a16:creationId xmlns:a16="http://schemas.microsoft.com/office/drawing/2014/main" id="{351FDB82-3A99-496A-AE47-C0C33BB8F65E}"/>
              </a:ext>
            </a:extLst>
          </p:cNvPr>
          <p:cNvSpPr/>
          <p:nvPr/>
        </p:nvSpPr>
        <p:spPr>
          <a:xfrm>
            <a:off x="1056633" y="1335374"/>
            <a:ext cx="256976" cy="256976"/>
          </a:xfrm>
          <a:prstGeom prst="rect">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6" name="íşlïḍè">
            <a:extLst>
              <a:ext uri="{FF2B5EF4-FFF2-40B4-BE49-F238E27FC236}">
                <a16:creationId xmlns:a16="http://schemas.microsoft.com/office/drawing/2014/main" id="{08DDACD0-EF69-410B-A055-83570CD9FF86}"/>
              </a:ext>
            </a:extLst>
          </p:cNvPr>
          <p:cNvSpPr txBox="1"/>
          <p:nvPr/>
        </p:nvSpPr>
        <p:spPr>
          <a:xfrm>
            <a:off x="1373861" y="1281052"/>
            <a:ext cx="10513340" cy="400111"/>
          </a:xfrm>
          <a:prstGeom prst="rect">
            <a:avLst/>
          </a:prstGeom>
          <a:noFill/>
        </p:spPr>
        <p:txBody>
          <a:bodyPr wrap="square" lIns="91440" tIns="45720" rIns="91440" bIns="45720" anchor="ctr">
            <a:noAutofit/>
          </a:bodyPr>
          <a:lstStyle/>
          <a:p>
            <a:r>
              <a:rPr lang="zh-CN" altLang="en-US" b="1" dirty="0">
                <a:latin typeface="Arial Narrow" panose="020B0606020202030204" pitchFamily="34" charset="0"/>
              </a:rPr>
              <a:t>为了提高以太网的</a:t>
            </a:r>
            <a:r>
              <a:rPr lang="zh-CN" altLang="en-US" b="1" dirty="0">
                <a:solidFill>
                  <a:schemeClr val="accent1">
                    <a:lumMod val="75000"/>
                  </a:schemeClr>
                </a:solidFill>
                <a:latin typeface="Arial Narrow" panose="020B0606020202030204" pitchFamily="34" charset="0"/>
              </a:rPr>
              <a:t>可靠性</a:t>
            </a:r>
            <a:r>
              <a:rPr lang="zh-CN" altLang="en-US" b="1" dirty="0">
                <a:latin typeface="Arial Narrow" panose="020B0606020202030204" pitchFamily="34" charset="0"/>
              </a:rPr>
              <a:t>，有时需要在两个以太网之间使用多个透明网桥来提供</a:t>
            </a:r>
            <a:r>
              <a:rPr lang="zh-CN" altLang="en-US" b="1" dirty="0">
                <a:solidFill>
                  <a:schemeClr val="accent1">
                    <a:lumMod val="75000"/>
                  </a:schemeClr>
                </a:solidFill>
                <a:latin typeface="Arial Narrow" panose="020B0606020202030204" pitchFamily="34" charset="0"/>
              </a:rPr>
              <a:t>冗余链路</a:t>
            </a:r>
            <a:r>
              <a:rPr lang="zh-CN" altLang="en-US" b="1" dirty="0">
                <a:latin typeface="Arial Narrow" panose="020B0606020202030204" pitchFamily="34" charset="0"/>
              </a:rPr>
              <a:t>。</a:t>
            </a:r>
          </a:p>
        </p:txBody>
      </p:sp>
      <p:grpSp>
        <p:nvGrpSpPr>
          <p:cNvPr id="23" name="组合 22">
            <a:extLst>
              <a:ext uri="{FF2B5EF4-FFF2-40B4-BE49-F238E27FC236}">
                <a16:creationId xmlns:a16="http://schemas.microsoft.com/office/drawing/2014/main" id="{79BC633E-F62E-4696-A830-F53EDB0DC309}"/>
              </a:ext>
            </a:extLst>
          </p:cNvPr>
          <p:cNvGrpSpPr/>
          <p:nvPr/>
        </p:nvGrpSpPr>
        <p:grpSpPr>
          <a:xfrm>
            <a:off x="4294692" y="1843129"/>
            <a:ext cx="451552" cy="3774840"/>
            <a:chOff x="4294692" y="1843129"/>
            <a:chExt cx="451552" cy="3774840"/>
          </a:xfrm>
        </p:grpSpPr>
        <p:sp>
          <p:nvSpPr>
            <p:cNvPr id="7" name="矩形 6">
              <a:extLst>
                <a:ext uri="{FF2B5EF4-FFF2-40B4-BE49-F238E27FC236}">
                  <a16:creationId xmlns:a16="http://schemas.microsoft.com/office/drawing/2014/main" id="{445B6341-7928-4C91-80FE-0F3D1FAC3C4E}"/>
                </a:ext>
              </a:extLst>
            </p:cNvPr>
            <p:cNvSpPr/>
            <p:nvPr/>
          </p:nvSpPr>
          <p:spPr>
            <a:xfrm>
              <a:off x="4408635" y="2253885"/>
              <a:ext cx="223666" cy="223666"/>
            </a:xfrm>
            <a:prstGeom prst="rect">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8" name="矩形 7">
              <a:extLst>
                <a:ext uri="{FF2B5EF4-FFF2-40B4-BE49-F238E27FC236}">
                  <a16:creationId xmlns:a16="http://schemas.microsoft.com/office/drawing/2014/main" id="{8CA88B63-C390-43C6-99D6-9EE3B8544F75}"/>
                </a:ext>
              </a:extLst>
            </p:cNvPr>
            <p:cNvSpPr/>
            <p:nvPr/>
          </p:nvSpPr>
          <p:spPr>
            <a:xfrm>
              <a:off x="4408635" y="5394303"/>
              <a:ext cx="223666" cy="223666"/>
            </a:xfrm>
            <a:prstGeom prst="rect">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cxnSp>
          <p:nvCxnSpPr>
            <p:cNvPr id="17" name="直接连接符 16">
              <a:extLst>
                <a:ext uri="{FF2B5EF4-FFF2-40B4-BE49-F238E27FC236}">
                  <a16:creationId xmlns:a16="http://schemas.microsoft.com/office/drawing/2014/main" id="{C2EFA156-AA67-4F16-AF45-31E2DA6135CF}"/>
                </a:ext>
              </a:extLst>
            </p:cNvPr>
            <p:cNvCxnSpPr>
              <a:cxnSpLocks/>
              <a:stCxn id="7" idx="2"/>
              <a:endCxn id="8" idx="0"/>
            </p:cNvCxnSpPr>
            <p:nvPr/>
          </p:nvCxnSpPr>
          <p:spPr>
            <a:xfrm>
              <a:off x="4520468" y="2477551"/>
              <a:ext cx="0" cy="2916752"/>
            </a:xfrm>
            <a:prstGeom prst="line">
              <a:avLst/>
            </a:prstGeom>
            <a:ln w="38100">
              <a:solidFill>
                <a:schemeClr val="tx1"/>
              </a:solidFill>
              <a:tailEnd type="none"/>
            </a:ln>
          </p:spPr>
          <p:style>
            <a:lnRef idx="1">
              <a:schemeClr val="accent1"/>
            </a:lnRef>
            <a:fillRef idx="0">
              <a:schemeClr val="accent1"/>
            </a:fillRef>
            <a:effectRef idx="0">
              <a:schemeClr val="accent1"/>
            </a:effectRef>
            <a:fontRef idx="minor">
              <a:schemeClr val="tx1"/>
            </a:fontRef>
          </p:style>
        </p:cxnSp>
        <p:sp>
          <p:nvSpPr>
            <p:cNvPr id="21" name="íşlïḍè">
              <a:extLst>
                <a:ext uri="{FF2B5EF4-FFF2-40B4-BE49-F238E27FC236}">
                  <a16:creationId xmlns:a16="http://schemas.microsoft.com/office/drawing/2014/main" id="{308CBDF3-F8AA-4CC6-92C7-E03B8B813211}"/>
                </a:ext>
              </a:extLst>
            </p:cNvPr>
            <p:cNvSpPr txBox="1"/>
            <p:nvPr/>
          </p:nvSpPr>
          <p:spPr>
            <a:xfrm>
              <a:off x="4294692" y="1843129"/>
              <a:ext cx="451552" cy="400111"/>
            </a:xfrm>
            <a:prstGeom prst="rect">
              <a:avLst/>
            </a:prstGeom>
            <a:noFill/>
          </p:spPr>
          <p:txBody>
            <a:bodyPr wrap="square" lIns="91440" tIns="45720" rIns="91440" bIns="45720" anchor="ctr">
              <a:noAutofit/>
            </a:bodyPr>
            <a:lstStyle/>
            <a:p>
              <a:pPr algn="ctr"/>
              <a:r>
                <a:rPr lang="en-US" altLang="zh-CN" sz="2000" b="1" dirty="0">
                  <a:latin typeface="Arial Narrow" panose="020B0606020202030204" pitchFamily="34" charset="0"/>
                </a:rPr>
                <a:t>E1</a:t>
              </a:r>
              <a:endParaRPr lang="zh-CN" altLang="en-US" sz="2000" b="1" dirty="0">
                <a:latin typeface="Arial Narrow" panose="020B0606020202030204" pitchFamily="34" charset="0"/>
              </a:endParaRPr>
            </a:p>
          </p:txBody>
        </p:sp>
      </p:grpSp>
      <p:grpSp>
        <p:nvGrpSpPr>
          <p:cNvPr id="24" name="组合 23">
            <a:extLst>
              <a:ext uri="{FF2B5EF4-FFF2-40B4-BE49-F238E27FC236}">
                <a16:creationId xmlns:a16="http://schemas.microsoft.com/office/drawing/2014/main" id="{8B1F8B1E-C05F-483C-AE08-DA7A267D6B12}"/>
              </a:ext>
            </a:extLst>
          </p:cNvPr>
          <p:cNvGrpSpPr/>
          <p:nvPr/>
        </p:nvGrpSpPr>
        <p:grpSpPr>
          <a:xfrm>
            <a:off x="7445758" y="1842052"/>
            <a:ext cx="451552" cy="3775917"/>
            <a:chOff x="7445758" y="1842052"/>
            <a:chExt cx="451552" cy="3775917"/>
          </a:xfrm>
        </p:grpSpPr>
        <p:sp>
          <p:nvSpPr>
            <p:cNvPr id="10" name="矩形 9">
              <a:extLst>
                <a:ext uri="{FF2B5EF4-FFF2-40B4-BE49-F238E27FC236}">
                  <a16:creationId xmlns:a16="http://schemas.microsoft.com/office/drawing/2014/main" id="{24590593-398A-421A-8D94-5903FF252888}"/>
                </a:ext>
              </a:extLst>
            </p:cNvPr>
            <p:cNvSpPr/>
            <p:nvPr/>
          </p:nvSpPr>
          <p:spPr>
            <a:xfrm>
              <a:off x="7559701" y="2243240"/>
              <a:ext cx="223666" cy="223666"/>
            </a:xfrm>
            <a:prstGeom prst="rect">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11" name="矩形 10">
              <a:extLst>
                <a:ext uri="{FF2B5EF4-FFF2-40B4-BE49-F238E27FC236}">
                  <a16:creationId xmlns:a16="http://schemas.microsoft.com/office/drawing/2014/main" id="{BB063B4A-E116-4EB8-B0C6-C5D9DA5896AB}"/>
                </a:ext>
              </a:extLst>
            </p:cNvPr>
            <p:cNvSpPr/>
            <p:nvPr/>
          </p:nvSpPr>
          <p:spPr>
            <a:xfrm>
              <a:off x="7559701" y="5394303"/>
              <a:ext cx="223666" cy="223666"/>
            </a:xfrm>
            <a:prstGeom prst="rect">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cxnSp>
          <p:nvCxnSpPr>
            <p:cNvPr id="18" name="直接连接符 17">
              <a:extLst>
                <a:ext uri="{FF2B5EF4-FFF2-40B4-BE49-F238E27FC236}">
                  <a16:creationId xmlns:a16="http://schemas.microsoft.com/office/drawing/2014/main" id="{EB92C9FB-5C3C-4AEF-BB16-1AFAE40E5F38}"/>
                </a:ext>
              </a:extLst>
            </p:cNvPr>
            <p:cNvCxnSpPr>
              <a:cxnSpLocks/>
              <a:stCxn id="10" idx="2"/>
              <a:endCxn id="11" idx="0"/>
            </p:cNvCxnSpPr>
            <p:nvPr/>
          </p:nvCxnSpPr>
          <p:spPr>
            <a:xfrm>
              <a:off x="7671534" y="2466906"/>
              <a:ext cx="0" cy="2927397"/>
            </a:xfrm>
            <a:prstGeom prst="line">
              <a:avLst/>
            </a:prstGeom>
            <a:ln w="38100">
              <a:solidFill>
                <a:schemeClr val="tx1"/>
              </a:solidFill>
              <a:tailEnd type="none"/>
            </a:ln>
          </p:spPr>
          <p:style>
            <a:lnRef idx="1">
              <a:schemeClr val="accent1"/>
            </a:lnRef>
            <a:fillRef idx="0">
              <a:schemeClr val="accent1"/>
            </a:fillRef>
            <a:effectRef idx="0">
              <a:schemeClr val="accent1"/>
            </a:effectRef>
            <a:fontRef idx="minor">
              <a:schemeClr val="tx1"/>
            </a:fontRef>
          </p:style>
        </p:cxnSp>
        <p:sp>
          <p:nvSpPr>
            <p:cNvPr id="22" name="íşlïḍè">
              <a:extLst>
                <a:ext uri="{FF2B5EF4-FFF2-40B4-BE49-F238E27FC236}">
                  <a16:creationId xmlns:a16="http://schemas.microsoft.com/office/drawing/2014/main" id="{686F369A-D357-46CB-9416-CFD396600DF7}"/>
                </a:ext>
              </a:extLst>
            </p:cNvPr>
            <p:cNvSpPr txBox="1"/>
            <p:nvPr/>
          </p:nvSpPr>
          <p:spPr>
            <a:xfrm>
              <a:off x="7445758" y="1842052"/>
              <a:ext cx="451552" cy="400111"/>
            </a:xfrm>
            <a:prstGeom prst="rect">
              <a:avLst/>
            </a:prstGeom>
            <a:noFill/>
          </p:spPr>
          <p:txBody>
            <a:bodyPr wrap="square" lIns="91440" tIns="45720" rIns="91440" bIns="45720" anchor="ctr">
              <a:noAutofit/>
            </a:bodyPr>
            <a:lstStyle/>
            <a:p>
              <a:pPr algn="ctr"/>
              <a:r>
                <a:rPr lang="en-US" altLang="zh-CN" sz="2000" b="1" dirty="0">
                  <a:latin typeface="Arial Narrow" panose="020B0606020202030204" pitchFamily="34" charset="0"/>
                </a:rPr>
                <a:t>E2</a:t>
              </a:r>
              <a:endParaRPr lang="zh-CN" altLang="en-US" sz="2000" b="1" dirty="0">
                <a:latin typeface="Arial Narrow" panose="020B0606020202030204" pitchFamily="34" charset="0"/>
              </a:endParaRPr>
            </a:p>
          </p:txBody>
        </p:sp>
      </p:grpSp>
      <p:cxnSp>
        <p:nvCxnSpPr>
          <p:cNvPr id="33" name="直接连接符 32">
            <a:extLst>
              <a:ext uri="{FF2B5EF4-FFF2-40B4-BE49-F238E27FC236}">
                <a16:creationId xmlns:a16="http://schemas.microsoft.com/office/drawing/2014/main" id="{BAED3830-AAD8-45E5-8C47-039510FD4D01}"/>
              </a:ext>
            </a:extLst>
          </p:cNvPr>
          <p:cNvCxnSpPr>
            <a:cxnSpLocks/>
          </p:cNvCxnSpPr>
          <p:nvPr/>
        </p:nvCxnSpPr>
        <p:spPr>
          <a:xfrm>
            <a:off x="4520468" y="2825857"/>
            <a:ext cx="1462889" cy="0"/>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grpSp>
        <p:nvGrpSpPr>
          <p:cNvPr id="27" name="组合 26">
            <a:extLst>
              <a:ext uri="{FF2B5EF4-FFF2-40B4-BE49-F238E27FC236}">
                <a16:creationId xmlns:a16="http://schemas.microsoft.com/office/drawing/2014/main" id="{8ED52780-1AA9-422A-8B10-7D7AEB325C1A}"/>
              </a:ext>
            </a:extLst>
          </p:cNvPr>
          <p:cNvGrpSpPr/>
          <p:nvPr/>
        </p:nvGrpSpPr>
        <p:grpSpPr>
          <a:xfrm>
            <a:off x="5810385" y="2529040"/>
            <a:ext cx="581100" cy="824011"/>
            <a:chOff x="5805451" y="2770089"/>
            <a:chExt cx="581100" cy="824011"/>
          </a:xfrm>
        </p:grpSpPr>
        <p:pic>
          <p:nvPicPr>
            <p:cNvPr id="25" name="图片 24" descr="图片包含 图标&#10;&#10;描述已自动生成">
              <a:extLst>
                <a:ext uri="{FF2B5EF4-FFF2-40B4-BE49-F238E27FC236}">
                  <a16:creationId xmlns:a16="http://schemas.microsoft.com/office/drawing/2014/main" id="{8D37FE73-CA75-4D9A-8ED6-B1E6D708E1A2}"/>
                </a:ext>
              </a:extLst>
            </p:cNvPr>
            <p:cNvPicPr>
              <a:picLocks noChangeAspect="1"/>
            </p:cNvPicPr>
            <p:nvPr/>
          </p:nvPicPr>
          <p:blipFill>
            <a:blip r:embed="rId3">
              <a:extLst>
                <a:ext uri="{28A0092B-C50C-407E-A947-70E740481C1C}">
                  <a14:useLocalDpi xmlns:a14="http://schemas.microsoft.com/office/drawing/2010/main" val="0"/>
                </a:ext>
              </a:extLst>
            </a:blip>
            <a:stretch>
              <a:fillRect/>
            </a:stretch>
          </p:blipFill>
          <p:spPr>
            <a:xfrm>
              <a:off x="5805451" y="2770089"/>
              <a:ext cx="581100" cy="474367"/>
            </a:xfrm>
            <a:prstGeom prst="rect">
              <a:avLst/>
            </a:prstGeom>
          </p:spPr>
        </p:pic>
        <p:sp>
          <p:nvSpPr>
            <p:cNvPr id="26" name="íşlïḍè">
              <a:extLst>
                <a:ext uri="{FF2B5EF4-FFF2-40B4-BE49-F238E27FC236}">
                  <a16:creationId xmlns:a16="http://schemas.microsoft.com/office/drawing/2014/main" id="{E162F0FD-95EA-4B0B-BFD3-28D58AEA3529}"/>
                </a:ext>
              </a:extLst>
            </p:cNvPr>
            <p:cNvSpPr txBox="1"/>
            <p:nvPr/>
          </p:nvSpPr>
          <p:spPr>
            <a:xfrm>
              <a:off x="5860355" y="3193989"/>
              <a:ext cx="451552" cy="400111"/>
            </a:xfrm>
            <a:prstGeom prst="rect">
              <a:avLst/>
            </a:prstGeom>
            <a:noFill/>
          </p:spPr>
          <p:txBody>
            <a:bodyPr wrap="square" lIns="91440" tIns="45720" rIns="91440" bIns="45720" anchor="ctr">
              <a:noAutofit/>
            </a:bodyPr>
            <a:lstStyle/>
            <a:p>
              <a:pPr algn="ctr"/>
              <a:r>
                <a:rPr lang="en-US" altLang="zh-CN" sz="2000" b="1" dirty="0">
                  <a:latin typeface="Arial Narrow" panose="020B0606020202030204" pitchFamily="34" charset="0"/>
                </a:rPr>
                <a:t>B1</a:t>
              </a:r>
              <a:endParaRPr lang="zh-CN" altLang="en-US" sz="2000" b="1" dirty="0">
                <a:latin typeface="Arial Narrow" panose="020B0606020202030204" pitchFamily="34" charset="0"/>
              </a:endParaRPr>
            </a:p>
          </p:txBody>
        </p:sp>
      </p:grpSp>
      <p:grpSp>
        <p:nvGrpSpPr>
          <p:cNvPr id="28" name="组合 27">
            <a:extLst>
              <a:ext uri="{FF2B5EF4-FFF2-40B4-BE49-F238E27FC236}">
                <a16:creationId xmlns:a16="http://schemas.microsoft.com/office/drawing/2014/main" id="{00807BD9-E8B2-4A67-BD19-9B29797A904E}"/>
              </a:ext>
            </a:extLst>
          </p:cNvPr>
          <p:cNvGrpSpPr/>
          <p:nvPr/>
        </p:nvGrpSpPr>
        <p:grpSpPr>
          <a:xfrm>
            <a:off x="5800515" y="4508157"/>
            <a:ext cx="581100" cy="824011"/>
            <a:chOff x="5805451" y="2770089"/>
            <a:chExt cx="581100" cy="824011"/>
          </a:xfrm>
        </p:grpSpPr>
        <p:pic>
          <p:nvPicPr>
            <p:cNvPr id="29" name="图片 28" descr="图片包含 图标&#10;&#10;描述已自动生成">
              <a:extLst>
                <a:ext uri="{FF2B5EF4-FFF2-40B4-BE49-F238E27FC236}">
                  <a16:creationId xmlns:a16="http://schemas.microsoft.com/office/drawing/2014/main" id="{A068B352-BAF0-4087-963C-167C78685444}"/>
                </a:ext>
              </a:extLst>
            </p:cNvPr>
            <p:cNvPicPr>
              <a:picLocks noChangeAspect="1"/>
            </p:cNvPicPr>
            <p:nvPr/>
          </p:nvPicPr>
          <p:blipFill>
            <a:blip r:embed="rId3">
              <a:extLst>
                <a:ext uri="{28A0092B-C50C-407E-A947-70E740481C1C}">
                  <a14:useLocalDpi xmlns:a14="http://schemas.microsoft.com/office/drawing/2010/main" val="0"/>
                </a:ext>
              </a:extLst>
            </a:blip>
            <a:stretch>
              <a:fillRect/>
            </a:stretch>
          </p:blipFill>
          <p:spPr>
            <a:xfrm>
              <a:off x="5805451" y="2770089"/>
              <a:ext cx="581100" cy="474367"/>
            </a:xfrm>
            <a:prstGeom prst="rect">
              <a:avLst/>
            </a:prstGeom>
          </p:spPr>
        </p:pic>
        <p:sp>
          <p:nvSpPr>
            <p:cNvPr id="30" name="íşlïḍè">
              <a:extLst>
                <a:ext uri="{FF2B5EF4-FFF2-40B4-BE49-F238E27FC236}">
                  <a16:creationId xmlns:a16="http://schemas.microsoft.com/office/drawing/2014/main" id="{737FFBB0-92BC-40D7-9F94-854629408EB2}"/>
                </a:ext>
              </a:extLst>
            </p:cNvPr>
            <p:cNvSpPr txBox="1"/>
            <p:nvPr/>
          </p:nvSpPr>
          <p:spPr>
            <a:xfrm>
              <a:off x="5860355" y="3193989"/>
              <a:ext cx="451552" cy="400111"/>
            </a:xfrm>
            <a:prstGeom prst="rect">
              <a:avLst/>
            </a:prstGeom>
            <a:noFill/>
          </p:spPr>
          <p:txBody>
            <a:bodyPr wrap="square" lIns="91440" tIns="45720" rIns="91440" bIns="45720" anchor="ctr">
              <a:noAutofit/>
            </a:bodyPr>
            <a:lstStyle/>
            <a:p>
              <a:pPr algn="ctr"/>
              <a:r>
                <a:rPr lang="en-US" altLang="zh-CN" sz="2000" b="1" dirty="0">
                  <a:latin typeface="Arial Narrow" panose="020B0606020202030204" pitchFamily="34" charset="0"/>
                </a:rPr>
                <a:t>B2</a:t>
              </a:r>
              <a:endParaRPr lang="zh-CN" altLang="en-US" sz="2000" b="1" dirty="0">
                <a:latin typeface="Arial Narrow" panose="020B0606020202030204" pitchFamily="34" charset="0"/>
              </a:endParaRPr>
            </a:p>
          </p:txBody>
        </p:sp>
      </p:grpSp>
      <p:sp>
        <p:nvSpPr>
          <p:cNvPr id="73" name="íşlïḍè">
            <a:extLst>
              <a:ext uri="{FF2B5EF4-FFF2-40B4-BE49-F238E27FC236}">
                <a16:creationId xmlns:a16="http://schemas.microsoft.com/office/drawing/2014/main" id="{A923166F-4A24-4354-B8F8-E57F6D783702}"/>
              </a:ext>
            </a:extLst>
          </p:cNvPr>
          <p:cNvSpPr txBox="1"/>
          <p:nvPr/>
        </p:nvSpPr>
        <p:spPr>
          <a:xfrm>
            <a:off x="5084022" y="3433636"/>
            <a:ext cx="2033825" cy="844305"/>
          </a:xfrm>
          <a:prstGeom prst="rect">
            <a:avLst/>
          </a:prstGeom>
          <a:noFill/>
        </p:spPr>
        <p:txBody>
          <a:bodyPr wrap="square" lIns="91440" tIns="45720" rIns="91440" bIns="45720" anchor="ctr">
            <a:noAutofit/>
          </a:bodyPr>
          <a:lstStyle/>
          <a:p>
            <a:pPr algn="ctr"/>
            <a:r>
              <a:rPr lang="zh-CN" altLang="en-US" sz="2000" b="1" dirty="0">
                <a:solidFill>
                  <a:schemeClr val="accent1">
                    <a:lumMod val="75000"/>
                  </a:schemeClr>
                </a:solidFill>
                <a:latin typeface="Arial Narrow" panose="020B0606020202030204" pitchFamily="34" charset="0"/>
              </a:rPr>
              <a:t>广播帧在环路中</a:t>
            </a:r>
            <a:endParaRPr lang="en-US" altLang="zh-CN" sz="2000" b="1" dirty="0">
              <a:solidFill>
                <a:schemeClr val="accent1">
                  <a:lumMod val="75000"/>
                </a:schemeClr>
              </a:solidFill>
              <a:latin typeface="Arial Narrow" panose="020B0606020202030204" pitchFamily="34" charset="0"/>
            </a:endParaRPr>
          </a:p>
          <a:p>
            <a:pPr algn="ctr"/>
            <a:r>
              <a:rPr lang="zh-CN" altLang="en-US" sz="2000" b="1" dirty="0">
                <a:solidFill>
                  <a:schemeClr val="accent1">
                    <a:lumMod val="75000"/>
                  </a:schemeClr>
                </a:solidFill>
                <a:latin typeface="Arial Narrow" panose="020B0606020202030204" pitchFamily="34" charset="0"/>
              </a:rPr>
              <a:t>永久兜圈</a:t>
            </a:r>
          </a:p>
        </p:txBody>
      </p:sp>
      <p:cxnSp>
        <p:nvCxnSpPr>
          <p:cNvPr id="12" name="直接箭头连接符 11">
            <a:extLst>
              <a:ext uri="{FF2B5EF4-FFF2-40B4-BE49-F238E27FC236}">
                <a16:creationId xmlns:a16="http://schemas.microsoft.com/office/drawing/2014/main" id="{6B214F6A-251A-40BF-B845-FD5A405FB8A6}"/>
              </a:ext>
            </a:extLst>
          </p:cNvPr>
          <p:cNvCxnSpPr>
            <a:cxnSpLocks/>
          </p:cNvCxnSpPr>
          <p:nvPr/>
        </p:nvCxnSpPr>
        <p:spPr>
          <a:xfrm flipV="1">
            <a:off x="4632301" y="3280688"/>
            <a:ext cx="0" cy="1131487"/>
          </a:xfrm>
          <a:prstGeom prst="straightConnector1">
            <a:avLst/>
          </a:prstGeom>
          <a:ln w="38100">
            <a:solidFill>
              <a:schemeClr val="accent3"/>
            </a:solidFill>
            <a:tailEnd type="triangle" w="med" len="lg"/>
          </a:ln>
        </p:spPr>
        <p:style>
          <a:lnRef idx="1">
            <a:schemeClr val="accent1"/>
          </a:lnRef>
          <a:fillRef idx="0">
            <a:schemeClr val="accent1"/>
          </a:fillRef>
          <a:effectRef idx="0">
            <a:schemeClr val="accent1"/>
          </a:effectRef>
          <a:fontRef idx="minor">
            <a:schemeClr val="tx1"/>
          </a:fontRef>
        </p:style>
      </p:cxnSp>
      <p:cxnSp>
        <p:nvCxnSpPr>
          <p:cNvPr id="31" name="直接箭头连接符 30">
            <a:extLst>
              <a:ext uri="{FF2B5EF4-FFF2-40B4-BE49-F238E27FC236}">
                <a16:creationId xmlns:a16="http://schemas.microsoft.com/office/drawing/2014/main" id="{2749B85A-574E-4316-8E46-A6DF2A17E15F}"/>
              </a:ext>
            </a:extLst>
          </p:cNvPr>
          <p:cNvCxnSpPr>
            <a:cxnSpLocks/>
          </p:cNvCxnSpPr>
          <p:nvPr/>
        </p:nvCxnSpPr>
        <p:spPr>
          <a:xfrm>
            <a:off x="4632301" y="4932057"/>
            <a:ext cx="1096404" cy="0"/>
          </a:xfrm>
          <a:prstGeom prst="straightConnector1">
            <a:avLst/>
          </a:prstGeom>
          <a:ln w="38100">
            <a:solidFill>
              <a:schemeClr val="accent4"/>
            </a:solidFill>
            <a:prstDash val="dash"/>
            <a:tailEnd type="triangle" w="med" len="lg"/>
          </a:ln>
        </p:spPr>
        <p:style>
          <a:lnRef idx="1">
            <a:schemeClr val="accent1"/>
          </a:lnRef>
          <a:fillRef idx="0">
            <a:schemeClr val="accent1"/>
          </a:fillRef>
          <a:effectRef idx="0">
            <a:schemeClr val="accent1"/>
          </a:effectRef>
          <a:fontRef idx="minor">
            <a:schemeClr val="tx1"/>
          </a:fontRef>
        </p:style>
      </p:cxnSp>
      <p:cxnSp>
        <p:nvCxnSpPr>
          <p:cNvPr id="35" name="直接箭头连接符 34">
            <a:extLst>
              <a:ext uri="{FF2B5EF4-FFF2-40B4-BE49-F238E27FC236}">
                <a16:creationId xmlns:a16="http://schemas.microsoft.com/office/drawing/2014/main" id="{4520C4C1-9FE5-4A25-BCD5-5992A7BB8E9E}"/>
              </a:ext>
            </a:extLst>
          </p:cNvPr>
          <p:cNvCxnSpPr>
            <a:cxnSpLocks/>
          </p:cNvCxnSpPr>
          <p:nvPr/>
        </p:nvCxnSpPr>
        <p:spPr>
          <a:xfrm>
            <a:off x="4660262" y="2952940"/>
            <a:ext cx="1096404" cy="0"/>
          </a:xfrm>
          <a:prstGeom prst="straightConnector1">
            <a:avLst/>
          </a:prstGeom>
          <a:ln w="38100">
            <a:solidFill>
              <a:schemeClr val="accent3"/>
            </a:solidFill>
            <a:tailEnd type="triangle" w="med" len="lg"/>
          </a:ln>
        </p:spPr>
        <p:style>
          <a:lnRef idx="1">
            <a:schemeClr val="accent1"/>
          </a:lnRef>
          <a:fillRef idx="0">
            <a:schemeClr val="accent1"/>
          </a:fillRef>
          <a:effectRef idx="0">
            <a:schemeClr val="accent1"/>
          </a:effectRef>
          <a:fontRef idx="minor">
            <a:schemeClr val="tx1"/>
          </a:fontRef>
        </p:style>
      </p:cxnSp>
      <p:cxnSp>
        <p:nvCxnSpPr>
          <p:cNvPr id="36" name="直接箭头连接符 35">
            <a:extLst>
              <a:ext uri="{FF2B5EF4-FFF2-40B4-BE49-F238E27FC236}">
                <a16:creationId xmlns:a16="http://schemas.microsoft.com/office/drawing/2014/main" id="{531AE766-4013-4E39-98E9-747F61632DAA}"/>
              </a:ext>
            </a:extLst>
          </p:cNvPr>
          <p:cNvCxnSpPr>
            <a:cxnSpLocks/>
          </p:cNvCxnSpPr>
          <p:nvPr/>
        </p:nvCxnSpPr>
        <p:spPr>
          <a:xfrm>
            <a:off x="6463297" y="2952940"/>
            <a:ext cx="1096404" cy="0"/>
          </a:xfrm>
          <a:prstGeom prst="straightConnector1">
            <a:avLst/>
          </a:prstGeom>
          <a:ln w="38100">
            <a:solidFill>
              <a:schemeClr val="accent3"/>
            </a:solidFill>
            <a:tailEnd type="triangle" w="med" len="lg"/>
          </a:ln>
        </p:spPr>
        <p:style>
          <a:lnRef idx="1">
            <a:schemeClr val="accent1"/>
          </a:lnRef>
          <a:fillRef idx="0">
            <a:schemeClr val="accent1"/>
          </a:fillRef>
          <a:effectRef idx="0">
            <a:schemeClr val="accent1"/>
          </a:effectRef>
          <a:fontRef idx="minor">
            <a:schemeClr val="tx1"/>
          </a:fontRef>
        </p:style>
      </p:cxnSp>
      <p:cxnSp>
        <p:nvCxnSpPr>
          <p:cNvPr id="37" name="直接箭头连接符 36">
            <a:extLst>
              <a:ext uri="{FF2B5EF4-FFF2-40B4-BE49-F238E27FC236}">
                <a16:creationId xmlns:a16="http://schemas.microsoft.com/office/drawing/2014/main" id="{F2FD6C93-E670-44FF-B061-918282F82E7E}"/>
              </a:ext>
            </a:extLst>
          </p:cNvPr>
          <p:cNvCxnSpPr>
            <a:cxnSpLocks/>
          </p:cNvCxnSpPr>
          <p:nvPr/>
        </p:nvCxnSpPr>
        <p:spPr>
          <a:xfrm>
            <a:off x="7540980" y="3280688"/>
            <a:ext cx="0" cy="1131487"/>
          </a:xfrm>
          <a:prstGeom prst="straightConnector1">
            <a:avLst/>
          </a:prstGeom>
          <a:ln w="38100">
            <a:solidFill>
              <a:schemeClr val="accent3"/>
            </a:solidFill>
            <a:tailEnd type="triangle" w="med" len="lg"/>
          </a:ln>
        </p:spPr>
        <p:style>
          <a:lnRef idx="1">
            <a:schemeClr val="accent1"/>
          </a:lnRef>
          <a:fillRef idx="0">
            <a:schemeClr val="accent1"/>
          </a:fillRef>
          <a:effectRef idx="0">
            <a:schemeClr val="accent1"/>
          </a:effectRef>
          <a:fontRef idx="minor">
            <a:schemeClr val="tx1"/>
          </a:fontRef>
        </p:style>
      </p:cxnSp>
      <p:cxnSp>
        <p:nvCxnSpPr>
          <p:cNvPr id="40" name="直接箭头连接符 39">
            <a:extLst>
              <a:ext uri="{FF2B5EF4-FFF2-40B4-BE49-F238E27FC236}">
                <a16:creationId xmlns:a16="http://schemas.microsoft.com/office/drawing/2014/main" id="{C0C90860-6E13-46C8-9965-D1683288EB7C}"/>
              </a:ext>
            </a:extLst>
          </p:cNvPr>
          <p:cNvCxnSpPr>
            <a:cxnSpLocks/>
          </p:cNvCxnSpPr>
          <p:nvPr/>
        </p:nvCxnSpPr>
        <p:spPr>
          <a:xfrm flipH="1">
            <a:off x="6444576" y="4698930"/>
            <a:ext cx="1096404" cy="0"/>
          </a:xfrm>
          <a:prstGeom prst="straightConnector1">
            <a:avLst/>
          </a:prstGeom>
          <a:ln w="38100">
            <a:solidFill>
              <a:schemeClr val="accent3"/>
            </a:solidFill>
            <a:tailEnd type="triangle" w="med" len="lg"/>
          </a:ln>
        </p:spPr>
        <p:style>
          <a:lnRef idx="1">
            <a:schemeClr val="accent1"/>
          </a:lnRef>
          <a:fillRef idx="0">
            <a:schemeClr val="accent1"/>
          </a:fillRef>
          <a:effectRef idx="0">
            <a:schemeClr val="accent1"/>
          </a:effectRef>
          <a:fontRef idx="minor">
            <a:schemeClr val="tx1"/>
          </a:fontRef>
        </p:style>
      </p:cxnSp>
      <p:cxnSp>
        <p:nvCxnSpPr>
          <p:cNvPr id="44" name="直接箭头连接符 43">
            <a:extLst>
              <a:ext uri="{FF2B5EF4-FFF2-40B4-BE49-F238E27FC236}">
                <a16:creationId xmlns:a16="http://schemas.microsoft.com/office/drawing/2014/main" id="{5DE3166D-F4BB-419A-AEE4-CD00CEEDA93F}"/>
              </a:ext>
            </a:extLst>
          </p:cNvPr>
          <p:cNvCxnSpPr>
            <a:cxnSpLocks/>
          </p:cNvCxnSpPr>
          <p:nvPr/>
        </p:nvCxnSpPr>
        <p:spPr>
          <a:xfrm flipH="1">
            <a:off x="4632301" y="4698930"/>
            <a:ext cx="1096404" cy="0"/>
          </a:xfrm>
          <a:prstGeom prst="straightConnector1">
            <a:avLst/>
          </a:prstGeom>
          <a:ln w="38100">
            <a:solidFill>
              <a:schemeClr val="accent3"/>
            </a:solidFill>
            <a:tailEnd type="triangle" w="med" len="lg"/>
          </a:ln>
        </p:spPr>
        <p:style>
          <a:lnRef idx="1">
            <a:schemeClr val="accent1"/>
          </a:lnRef>
          <a:fillRef idx="0">
            <a:schemeClr val="accent1"/>
          </a:fillRef>
          <a:effectRef idx="0">
            <a:schemeClr val="accent1"/>
          </a:effectRef>
          <a:fontRef idx="minor">
            <a:schemeClr val="tx1"/>
          </a:fontRef>
        </p:style>
      </p:cxnSp>
      <p:cxnSp>
        <p:nvCxnSpPr>
          <p:cNvPr id="45" name="直接箭头连接符 44">
            <a:extLst>
              <a:ext uri="{FF2B5EF4-FFF2-40B4-BE49-F238E27FC236}">
                <a16:creationId xmlns:a16="http://schemas.microsoft.com/office/drawing/2014/main" id="{13C5C06C-3FD3-45DD-8EED-59AA0EB22392}"/>
              </a:ext>
            </a:extLst>
          </p:cNvPr>
          <p:cNvCxnSpPr>
            <a:cxnSpLocks/>
          </p:cNvCxnSpPr>
          <p:nvPr/>
        </p:nvCxnSpPr>
        <p:spPr>
          <a:xfrm>
            <a:off x="6497144" y="4932057"/>
            <a:ext cx="1096404" cy="0"/>
          </a:xfrm>
          <a:prstGeom prst="straightConnector1">
            <a:avLst/>
          </a:prstGeom>
          <a:ln w="38100">
            <a:solidFill>
              <a:schemeClr val="accent4"/>
            </a:solidFill>
            <a:prstDash val="dash"/>
            <a:tailEnd type="triangle" w="med" len="lg"/>
          </a:ln>
        </p:spPr>
        <p:style>
          <a:lnRef idx="1">
            <a:schemeClr val="accent1"/>
          </a:lnRef>
          <a:fillRef idx="0">
            <a:schemeClr val="accent1"/>
          </a:fillRef>
          <a:effectRef idx="0">
            <a:schemeClr val="accent1"/>
          </a:effectRef>
          <a:fontRef idx="minor">
            <a:schemeClr val="tx1"/>
          </a:fontRef>
        </p:style>
      </p:cxnSp>
      <p:cxnSp>
        <p:nvCxnSpPr>
          <p:cNvPr id="46" name="直接箭头连接符 45">
            <a:extLst>
              <a:ext uri="{FF2B5EF4-FFF2-40B4-BE49-F238E27FC236}">
                <a16:creationId xmlns:a16="http://schemas.microsoft.com/office/drawing/2014/main" id="{955624D9-A454-4531-BBBC-82D45432017F}"/>
              </a:ext>
            </a:extLst>
          </p:cNvPr>
          <p:cNvCxnSpPr>
            <a:cxnSpLocks/>
          </p:cNvCxnSpPr>
          <p:nvPr/>
        </p:nvCxnSpPr>
        <p:spPr>
          <a:xfrm flipV="1">
            <a:off x="7792137" y="3280688"/>
            <a:ext cx="0" cy="1131487"/>
          </a:xfrm>
          <a:prstGeom prst="straightConnector1">
            <a:avLst/>
          </a:prstGeom>
          <a:ln w="38100">
            <a:solidFill>
              <a:schemeClr val="accent4"/>
            </a:solidFill>
            <a:prstDash val="dash"/>
            <a:tailEnd type="triangle" w="med" len="lg"/>
          </a:ln>
        </p:spPr>
        <p:style>
          <a:lnRef idx="1">
            <a:schemeClr val="accent1"/>
          </a:lnRef>
          <a:fillRef idx="0">
            <a:schemeClr val="accent1"/>
          </a:fillRef>
          <a:effectRef idx="0">
            <a:schemeClr val="accent1"/>
          </a:effectRef>
          <a:fontRef idx="minor">
            <a:schemeClr val="tx1"/>
          </a:fontRef>
        </p:style>
      </p:cxnSp>
      <p:cxnSp>
        <p:nvCxnSpPr>
          <p:cNvPr id="47" name="直接箭头连接符 46">
            <a:extLst>
              <a:ext uri="{FF2B5EF4-FFF2-40B4-BE49-F238E27FC236}">
                <a16:creationId xmlns:a16="http://schemas.microsoft.com/office/drawing/2014/main" id="{1E9C4D28-4BE9-4682-A794-A2780272114C}"/>
              </a:ext>
            </a:extLst>
          </p:cNvPr>
          <p:cNvCxnSpPr>
            <a:cxnSpLocks/>
          </p:cNvCxnSpPr>
          <p:nvPr/>
        </p:nvCxnSpPr>
        <p:spPr>
          <a:xfrm flipH="1">
            <a:off x="6444576" y="2700187"/>
            <a:ext cx="1096404" cy="0"/>
          </a:xfrm>
          <a:prstGeom prst="straightConnector1">
            <a:avLst/>
          </a:prstGeom>
          <a:ln w="38100">
            <a:solidFill>
              <a:schemeClr val="accent4"/>
            </a:solidFill>
            <a:prstDash val="dash"/>
            <a:tailEnd type="triangle" w="med" len="lg"/>
          </a:ln>
        </p:spPr>
        <p:style>
          <a:lnRef idx="1">
            <a:schemeClr val="accent1"/>
          </a:lnRef>
          <a:fillRef idx="0">
            <a:schemeClr val="accent1"/>
          </a:fillRef>
          <a:effectRef idx="0">
            <a:schemeClr val="accent1"/>
          </a:effectRef>
          <a:fontRef idx="minor">
            <a:schemeClr val="tx1"/>
          </a:fontRef>
        </p:style>
      </p:cxnSp>
      <p:cxnSp>
        <p:nvCxnSpPr>
          <p:cNvPr id="48" name="直接箭头连接符 47">
            <a:extLst>
              <a:ext uri="{FF2B5EF4-FFF2-40B4-BE49-F238E27FC236}">
                <a16:creationId xmlns:a16="http://schemas.microsoft.com/office/drawing/2014/main" id="{11700331-6E13-4D55-BAEF-A2549FCD8AA5}"/>
              </a:ext>
            </a:extLst>
          </p:cNvPr>
          <p:cNvCxnSpPr>
            <a:cxnSpLocks/>
          </p:cNvCxnSpPr>
          <p:nvPr/>
        </p:nvCxnSpPr>
        <p:spPr>
          <a:xfrm flipH="1">
            <a:off x="4632301" y="2700187"/>
            <a:ext cx="1096404" cy="0"/>
          </a:xfrm>
          <a:prstGeom prst="straightConnector1">
            <a:avLst/>
          </a:prstGeom>
          <a:ln w="38100">
            <a:solidFill>
              <a:schemeClr val="accent4"/>
            </a:solidFill>
            <a:prstDash val="dash"/>
            <a:tailEnd type="triangle" w="med" len="lg"/>
          </a:ln>
        </p:spPr>
        <p:style>
          <a:lnRef idx="1">
            <a:schemeClr val="accent1"/>
          </a:lnRef>
          <a:fillRef idx="0">
            <a:schemeClr val="accent1"/>
          </a:fillRef>
          <a:effectRef idx="0">
            <a:schemeClr val="accent1"/>
          </a:effectRef>
          <a:fontRef idx="minor">
            <a:schemeClr val="tx1"/>
          </a:fontRef>
        </p:style>
      </p:cxnSp>
      <p:cxnSp>
        <p:nvCxnSpPr>
          <p:cNvPr id="49" name="直接箭头连接符 48">
            <a:extLst>
              <a:ext uri="{FF2B5EF4-FFF2-40B4-BE49-F238E27FC236}">
                <a16:creationId xmlns:a16="http://schemas.microsoft.com/office/drawing/2014/main" id="{39535640-AA94-4062-9A26-39ECEAD73280}"/>
              </a:ext>
            </a:extLst>
          </p:cNvPr>
          <p:cNvCxnSpPr>
            <a:cxnSpLocks/>
          </p:cNvCxnSpPr>
          <p:nvPr/>
        </p:nvCxnSpPr>
        <p:spPr>
          <a:xfrm>
            <a:off x="4408635" y="3280688"/>
            <a:ext cx="0" cy="1131487"/>
          </a:xfrm>
          <a:prstGeom prst="straightConnector1">
            <a:avLst/>
          </a:prstGeom>
          <a:ln w="38100">
            <a:solidFill>
              <a:schemeClr val="accent4"/>
            </a:solidFill>
            <a:prstDash val="dash"/>
            <a:tailEnd type="triangle" w="med" len="lg"/>
          </a:ln>
        </p:spPr>
        <p:style>
          <a:lnRef idx="1">
            <a:schemeClr val="accent1"/>
          </a:lnRef>
          <a:fillRef idx="0">
            <a:schemeClr val="accent1"/>
          </a:fillRef>
          <a:effectRef idx="0">
            <a:schemeClr val="accent1"/>
          </a:effectRef>
          <a:fontRef idx="minor">
            <a:schemeClr val="tx1"/>
          </a:fontRef>
        </p:style>
      </p:cxnSp>
      <p:sp>
        <p:nvSpPr>
          <p:cNvPr id="41" name="íşlïḍè">
            <a:extLst>
              <a:ext uri="{FF2B5EF4-FFF2-40B4-BE49-F238E27FC236}">
                <a16:creationId xmlns:a16="http://schemas.microsoft.com/office/drawing/2014/main" id="{D2CF45D3-0B91-4B26-91B9-2A6E34971093}"/>
              </a:ext>
            </a:extLst>
          </p:cNvPr>
          <p:cNvSpPr txBox="1"/>
          <p:nvPr/>
        </p:nvSpPr>
        <p:spPr>
          <a:xfrm>
            <a:off x="3859779" y="4616366"/>
            <a:ext cx="660689" cy="400111"/>
          </a:xfrm>
          <a:prstGeom prst="rect">
            <a:avLst/>
          </a:prstGeom>
          <a:noFill/>
        </p:spPr>
        <p:txBody>
          <a:bodyPr wrap="square" lIns="91440" tIns="45720" rIns="91440" bIns="45720" anchor="ctr">
            <a:noAutofit/>
          </a:bodyPr>
          <a:lstStyle/>
          <a:p>
            <a:pPr algn="ctr"/>
            <a:r>
              <a:rPr lang="zh-CN" altLang="en-US" b="1" dirty="0">
                <a:latin typeface="Arial Narrow" panose="020B0606020202030204" pitchFamily="34" charset="0"/>
              </a:rPr>
              <a:t>广播</a:t>
            </a:r>
          </a:p>
        </p:txBody>
      </p:sp>
      <p:sp>
        <p:nvSpPr>
          <p:cNvPr id="9" name="对话气泡: 圆角矩形 8">
            <a:extLst>
              <a:ext uri="{FF2B5EF4-FFF2-40B4-BE49-F238E27FC236}">
                <a16:creationId xmlns:a16="http://schemas.microsoft.com/office/drawing/2014/main" id="{DD6DDDD0-4281-4F75-93BA-83E273614ADE}"/>
              </a:ext>
            </a:extLst>
          </p:cNvPr>
          <p:cNvSpPr/>
          <p:nvPr/>
        </p:nvSpPr>
        <p:spPr>
          <a:xfrm>
            <a:off x="8094667" y="1999093"/>
            <a:ext cx="3463612" cy="1711988"/>
          </a:xfrm>
          <a:prstGeom prst="wedgeRoundRectCallout">
            <a:avLst>
              <a:gd name="adj1" fmla="val -56609"/>
              <a:gd name="adj2" fmla="val 24459"/>
              <a:gd name="adj3" fmla="val 16667"/>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nSpc>
                <a:spcPct val="150000"/>
              </a:lnSpc>
            </a:pPr>
            <a:r>
              <a:rPr lang="zh-CN" altLang="en-US" b="1" dirty="0">
                <a:solidFill>
                  <a:schemeClr val="bg1"/>
                </a:solidFill>
              </a:rPr>
              <a:t>造成广播帧充斥整个网络，网络资源被白白浪费，而网络中的主机之间无法正常通信！</a:t>
            </a:r>
          </a:p>
        </p:txBody>
      </p:sp>
      <p:sp>
        <p:nvSpPr>
          <p:cNvPr id="13" name="矩形 12">
            <a:extLst>
              <a:ext uri="{FF2B5EF4-FFF2-40B4-BE49-F238E27FC236}">
                <a16:creationId xmlns:a16="http://schemas.microsoft.com/office/drawing/2014/main" id="{35FD0D14-6BA9-4BED-812B-ECBD82FE8B7D}"/>
              </a:ext>
            </a:extLst>
          </p:cNvPr>
          <p:cNvSpPr/>
          <p:nvPr/>
        </p:nvSpPr>
        <p:spPr>
          <a:xfrm>
            <a:off x="314487" y="2226750"/>
            <a:ext cx="3463612" cy="316755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nSpc>
                <a:spcPct val="150000"/>
              </a:lnSpc>
            </a:pPr>
            <a:r>
              <a:rPr lang="zh-CN" altLang="en-US" b="1" dirty="0"/>
              <a:t>说明：</a:t>
            </a:r>
            <a:endParaRPr lang="en-US" altLang="zh-CN" b="1" dirty="0"/>
          </a:p>
          <a:p>
            <a:pPr>
              <a:lnSpc>
                <a:spcPct val="150000"/>
              </a:lnSpc>
            </a:pPr>
            <a:r>
              <a:rPr lang="zh-CN" altLang="en-US" b="1" dirty="0"/>
              <a:t>（</a:t>
            </a:r>
            <a:r>
              <a:rPr lang="en-US" altLang="zh-CN" b="1" dirty="0"/>
              <a:t>1</a:t>
            </a:r>
            <a:r>
              <a:rPr lang="zh-CN" altLang="en-US" b="1" dirty="0"/>
              <a:t>）若网桥</a:t>
            </a:r>
            <a:r>
              <a:rPr lang="en-US" altLang="zh-CN" b="1" dirty="0"/>
              <a:t>B1</a:t>
            </a:r>
            <a:r>
              <a:rPr lang="zh-CN" altLang="en-US" b="1" dirty="0"/>
              <a:t>和</a:t>
            </a:r>
            <a:r>
              <a:rPr lang="en-US" altLang="zh-CN" b="1" dirty="0"/>
              <a:t>B2</a:t>
            </a:r>
            <a:r>
              <a:rPr lang="zh-CN" altLang="en-US" b="1" dirty="0"/>
              <a:t>的转发表中都没有待转发单播帧目的</a:t>
            </a:r>
            <a:r>
              <a:rPr lang="en-US" altLang="zh-CN" b="1" dirty="0"/>
              <a:t>MAC</a:t>
            </a:r>
            <a:r>
              <a:rPr lang="zh-CN" altLang="en-US" b="1" dirty="0"/>
              <a:t>地址的相关记录，则该单播帧也会引起类似的情况。</a:t>
            </a:r>
            <a:endParaRPr lang="en-US" altLang="zh-CN" b="1" dirty="0"/>
          </a:p>
          <a:p>
            <a:pPr>
              <a:lnSpc>
                <a:spcPct val="150000"/>
              </a:lnSpc>
            </a:pPr>
            <a:r>
              <a:rPr lang="zh-CN" altLang="en-US" b="1" dirty="0"/>
              <a:t>（</a:t>
            </a:r>
            <a:r>
              <a:rPr lang="en-US" altLang="zh-CN" b="1" dirty="0"/>
              <a:t>2</a:t>
            </a:r>
            <a:r>
              <a:rPr lang="zh-CN" altLang="en-US" b="1" dirty="0"/>
              <a:t>）为了简单起见，未考虑信号在总线上碰撞的情况。</a:t>
            </a:r>
          </a:p>
        </p:txBody>
      </p:sp>
    </p:spTree>
    <p:custDataLst>
      <p:tags r:id="rId1"/>
    </p:custDataLst>
    <p:extLst>
      <p:ext uri="{BB962C8B-B14F-4D97-AF65-F5344CB8AC3E}">
        <p14:creationId xmlns:p14="http://schemas.microsoft.com/office/powerpoint/2010/main" val="826287107"/>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49" presetClass="entr" presetSubtype="0" decel="100000" fill="hold" grpId="0" nodeType="withEffect">
                                  <p:stCondLst>
                                    <p:cond delay="0"/>
                                  </p:stCondLst>
                                  <p:childTnLst>
                                    <p:set>
                                      <p:cBhvr>
                                        <p:cTn id="6" dur="1" fill="hold">
                                          <p:stCondLst>
                                            <p:cond delay="0"/>
                                          </p:stCondLst>
                                        </p:cTn>
                                        <p:tgtEl>
                                          <p:spTgt spid="73"/>
                                        </p:tgtEl>
                                        <p:attrNameLst>
                                          <p:attrName>style.visibility</p:attrName>
                                        </p:attrNameLst>
                                      </p:cBhvr>
                                      <p:to>
                                        <p:strVal val="visible"/>
                                      </p:to>
                                    </p:set>
                                    <p:anim calcmode="lin" valueType="num">
                                      <p:cBhvr>
                                        <p:cTn id="7" dur="500" fill="hold"/>
                                        <p:tgtEl>
                                          <p:spTgt spid="73"/>
                                        </p:tgtEl>
                                        <p:attrNameLst>
                                          <p:attrName>ppt_w</p:attrName>
                                        </p:attrNameLst>
                                      </p:cBhvr>
                                      <p:tavLst>
                                        <p:tav tm="0">
                                          <p:val>
                                            <p:fltVal val="0"/>
                                          </p:val>
                                        </p:tav>
                                        <p:tav tm="100000">
                                          <p:val>
                                            <p:strVal val="#ppt_w"/>
                                          </p:val>
                                        </p:tav>
                                      </p:tavLst>
                                    </p:anim>
                                    <p:anim calcmode="lin" valueType="num">
                                      <p:cBhvr>
                                        <p:cTn id="8" dur="500" fill="hold"/>
                                        <p:tgtEl>
                                          <p:spTgt spid="73"/>
                                        </p:tgtEl>
                                        <p:attrNameLst>
                                          <p:attrName>ppt_h</p:attrName>
                                        </p:attrNameLst>
                                      </p:cBhvr>
                                      <p:tavLst>
                                        <p:tav tm="0">
                                          <p:val>
                                            <p:fltVal val="0"/>
                                          </p:val>
                                        </p:tav>
                                        <p:tav tm="100000">
                                          <p:val>
                                            <p:strVal val="#ppt_h"/>
                                          </p:val>
                                        </p:tav>
                                      </p:tavLst>
                                    </p:anim>
                                    <p:anim calcmode="lin" valueType="num">
                                      <p:cBhvr>
                                        <p:cTn id="9" dur="500" fill="hold"/>
                                        <p:tgtEl>
                                          <p:spTgt spid="73"/>
                                        </p:tgtEl>
                                        <p:attrNameLst>
                                          <p:attrName>style.rotation</p:attrName>
                                        </p:attrNameLst>
                                      </p:cBhvr>
                                      <p:tavLst>
                                        <p:tav tm="0">
                                          <p:val>
                                            <p:fltVal val="360"/>
                                          </p:val>
                                        </p:tav>
                                        <p:tav tm="100000">
                                          <p:val>
                                            <p:fltVal val="0"/>
                                          </p:val>
                                        </p:tav>
                                      </p:tavLst>
                                    </p:anim>
                                    <p:animEffect transition="in" filter="fade">
                                      <p:cBhvr>
                                        <p:cTn id="10" dur="500"/>
                                        <p:tgtEl>
                                          <p:spTgt spid="73"/>
                                        </p:tgtEl>
                                      </p:cBhvr>
                                    </p:animEffect>
                                  </p:childTnLst>
                                </p:cTn>
                              </p:par>
                            </p:childTnLst>
                          </p:cTn>
                        </p:par>
                        <p:par>
                          <p:cTn id="11" fill="hold">
                            <p:stCondLst>
                              <p:cond delay="500"/>
                            </p:stCondLst>
                            <p:childTnLst>
                              <p:par>
                                <p:cTn id="12" presetID="2" presetClass="entr" presetSubtype="2" fill="hold" grpId="0" nodeType="afterEffect">
                                  <p:stCondLst>
                                    <p:cond delay="0"/>
                                  </p:stCondLst>
                                  <p:childTnLst>
                                    <p:set>
                                      <p:cBhvr>
                                        <p:cTn id="13" dur="1" fill="hold">
                                          <p:stCondLst>
                                            <p:cond delay="0"/>
                                          </p:stCondLst>
                                        </p:cTn>
                                        <p:tgtEl>
                                          <p:spTgt spid="9"/>
                                        </p:tgtEl>
                                        <p:attrNameLst>
                                          <p:attrName>style.visibility</p:attrName>
                                        </p:attrNameLst>
                                      </p:cBhvr>
                                      <p:to>
                                        <p:strVal val="visible"/>
                                      </p:to>
                                    </p:set>
                                    <p:anim calcmode="lin" valueType="num">
                                      <p:cBhvr additive="base">
                                        <p:cTn id="14" dur="500" fill="hold"/>
                                        <p:tgtEl>
                                          <p:spTgt spid="9"/>
                                        </p:tgtEl>
                                        <p:attrNameLst>
                                          <p:attrName>ppt_x</p:attrName>
                                        </p:attrNameLst>
                                      </p:cBhvr>
                                      <p:tavLst>
                                        <p:tav tm="0">
                                          <p:val>
                                            <p:strVal val="1+#ppt_w/2"/>
                                          </p:val>
                                        </p:tav>
                                        <p:tav tm="100000">
                                          <p:val>
                                            <p:strVal val="#ppt_x"/>
                                          </p:val>
                                        </p:tav>
                                      </p:tavLst>
                                    </p:anim>
                                    <p:anim calcmode="lin" valueType="num">
                                      <p:cBhvr additive="base">
                                        <p:cTn id="15" dur="500" fill="hold"/>
                                        <p:tgtEl>
                                          <p:spTgt spid="9"/>
                                        </p:tgtEl>
                                        <p:attrNameLst>
                                          <p:attrName>ppt_y</p:attrName>
                                        </p:attrNameLst>
                                      </p:cBhvr>
                                      <p:tavLst>
                                        <p:tav tm="0">
                                          <p:val>
                                            <p:strVal val="#ppt_y"/>
                                          </p:val>
                                        </p:tav>
                                        <p:tav tm="100000">
                                          <p:val>
                                            <p:strVal val="#ppt_y"/>
                                          </p:val>
                                        </p:tav>
                                      </p:tavLst>
                                    </p:anim>
                                  </p:childTnLst>
                                </p:cTn>
                              </p:par>
                            </p:childTnLst>
                          </p:cTn>
                        </p:par>
                        <p:par>
                          <p:cTn id="16" fill="hold">
                            <p:stCondLst>
                              <p:cond delay="1000"/>
                            </p:stCondLst>
                            <p:childTnLst>
                              <p:par>
                                <p:cTn id="17" presetID="35" presetClass="emph" presetSubtype="0" repeatCount="22000" fill="hold" nodeType="afterEffect">
                                  <p:stCondLst>
                                    <p:cond delay="0"/>
                                  </p:stCondLst>
                                  <p:childTnLst>
                                    <p:anim calcmode="discrete" valueType="str">
                                      <p:cBhvr>
                                        <p:cTn id="18" dur="400" fill="hold"/>
                                        <p:tgtEl>
                                          <p:spTgt spid="35"/>
                                        </p:tgtEl>
                                        <p:attrNameLst>
                                          <p:attrName>style.visibility</p:attrName>
                                        </p:attrNameLst>
                                      </p:cBhvr>
                                      <p:tavLst>
                                        <p:tav tm="0">
                                          <p:val>
                                            <p:strVal val="hidden"/>
                                          </p:val>
                                        </p:tav>
                                        <p:tav tm="50000">
                                          <p:val>
                                            <p:strVal val="visible"/>
                                          </p:val>
                                        </p:tav>
                                      </p:tavLst>
                                    </p:anim>
                                  </p:childTnLst>
                                </p:cTn>
                              </p:par>
                              <p:par>
                                <p:cTn id="19" presetID="35" presetClass="emph" presetSubtype="0" repeatCount="22000" fill="hold" nodeType="withEffect">
                                  <p:stCondLst>
                                    <p:cond delay="0"/>
                                  </p:stCondLst>
                                  <p:childTnLst>
                                    <p:anim calcmode="discrete" valueType="str">
                                      <p:cBhvr>
                                        <p:cTn id="20" dur="400" fill="hold"/>
                                        <p:tgtEl>
                                          <p:spTgt spid="36"/>
                                        </p:tgtEl>
                                        <p:attrNameLst>
                                          <p:attrName>style.visibility</p:attrName>
                                        </p:attrNameLst>
                                      </p:cBhvr>
                                      <p:tavLst>
                                        <p:tav tm="0">
                                          <p:val>
                                            <p:strVal val="hidden"/>
                                          </p:val>
                                        </p:tav>
                                        <p:tav tm="50000">
                                          <p:val>
                                            <p:strVal val="visible"/>
                                          </p:val>
                                        </p:tav>
                                      </p:tavLst>
                                    </p:anim>
                                  </p:childTnLst>
                                </p:cTn>
                              </p:par>
                              <p:par>
                                <p:cTn id="21" presetID="35" presetClass="emph" presetSubtype="0" repeatCount="22000" fill="hold" nodeType="withEffect">
                                  <p:stCondLst>
                                    <p:cond delay="0"/>
                                  </p:stCondLst>
                                  <p:childTnLst>
                                    <p:anim calcmode="discrete" valueType="str">
                                      <p:cBhvr>
                                        <p:cTn id="22" dur="400" fill="hold"/>
                                        <p:tgtEl>
                                          <p:spTgt spid="37"/>
                                        </p:tgtEl>
                                        <p:attrNameLst>
                                          <p:attrName>style.visibility</p:attrName>
                                        </p:attrNameLst>
                                      </p:cBhvr>
                                      <p:tavLst>
                                        <p:tav tm="0">
                                          <p:val>
                                            <p:strVal val="hidden"/>
                                          </p:val>
                                        </p:tav>
                                        <p:tav tm="50000">
                                          <p:val>
                                            <p:strVal val="visible"/>
                                          </p:val>
                                        </p:tav>
                                      </p:tavLst>
                                    </p:anim>
                                  </p:childTnLst>
                                </p:cTn>
                              </p:par>
                              <p:par>
                                <p:cTn id="23" presetID="35" presetClass="emph" presetSubtype="0" repeatCount="22000" fill="hold" nodeType="withEffect">
                                  <p:stCondLst>
                                    <p:cond delay="0"/>
                                  </p:stCondLst>
                                  <p:childTnLst>
                                    <p:anim calcmode="discrete" valueType="str">
                                      <p:cBhvr>
                                        <p:cTn id="24" dur="400" fill="hold"/>
                                        <p:tgtEl>
                                          <p:spTgt spid="40"/>
                                        </p:tgtEl>
                                        <p:attrNameLst>
                                          <p:attrName>style.visibility</p:attrName>
                                        </p:attrNameLst>
                                      </p:cBhvr>
                                      <p:tavLst>
                                        <p:tav tm="0">
                                          <p:val>
                                            <p:strVal val="hidden"/>
                                          </p:val>
                                        </p:tav>
                                        <p:tav tm="50000">
                                          <p:val>
                                            <p:strVal val="visible"/>
                                          </p:val>
                                        </p:tav>
                                      </p:tavLst>
                                    </p:anim>
                                  </p:childTnLst>
                                </p:cTn>
                              </p:par>
                              <p:par>
                                <p:cTn id="25" presetID="35" presetClass="emph" presetSubtype="0" repeatCount="22000" fill="hold" nodeType="withEffect">
                                  <p:stCondLst>
                                    <p:cond delay="0"/>
                                  </p:stCondLst>
                                  <p:childTnLst>
                                    <p:anim calcmode="discrete" valueType="str">
                                      <p:cBhvr>
                                        <p:cTn id="26" dur="400" fill="hold"/>
                                        <p:tgtEl>
                                          <p:spTgt spid="44"/>
                                        </p:tgtEl>
                                        <p:attrNameLst>
                                          <p:attrName>style.visibility</p:attrName>
                                        </p:attrNameLst>
                                      </p:cBhvr>
                                      <p:tavLst>
                                        <p:tav tm="0">
                                          <p:val>
                                            <p:strVal val="hidden"/>
                                          </p:val>
                                        </p:tav>
                                        <p:tav tm="50000">
                                          <p:val>
                                            <p:strVal val="visible"/>
                                          </p:val>
                                        </p:tav>
                                      </p:tavLst>
                                    </p:anim>
                                  </p:childTnLst>
                                </p:cTn>
                              </p:par>
                              <p:par>
                                <p:cTn id="27" presetID="35" presetClass="emph" presetSubtype="0" repeatCount="22000" fill="hold" nodeType="withEffect">
                                  <p:stCondLst>
                                    <p:cond delay="0"/>
                                  </p:stCondLst>
                                  <p:childTnLst>
                                    <p:anim calcmode="discrete" valueType="str">
                                      <p:cBhvr>
                                        <p:cTn id="28" dur="400" fill="hold"/>
                                        <p:tgtEl>
                                          <p:spTgt spid="12"/>
                                        </p:tgtEl>
                                        <p:attrNameLst>
                                          <p:attrName>style.visibility</p:attrName>
                                        </p:attrNameLst>
                                      </p:cBhvr>
                                      <p:tavLst>
                                        <p:tav tm="0">
                                          <p:val>
                                            <p:strVal val="hidden"/>
                                          </p:val>
                                        </p:tav>
                                        <p:tav tm="50000">
                                          <p:val>
                                            <p:strVal val="visible"/>
                                          </p:val>
                                        </p:tav>
                                      </p:tavLst>
                                    </p:anim>
                                  </p:childTnLst>
                                </p:cTn>
                              </p:par>
                              <p:par>
                                <p:cTn id="29" presetID="35" presetClass="emph" presetSubtype="0" repeatCount="22000" fill="hold" nodeType="withEffect">
                                  <p:stCondLst>
                                    <p:cond delay="0"/>
                                  </p:stCondLst>
                                  <p:childTnLst>
                                    <p:anim calcmode="discrete" valueType="str">
                                      <p:cBhvr>
                                        <p:cTn id="30" dur="400" fill="hold"/>
                                        <p:tgtEl>
                                          <p:spTgt spid="48"/>
                                        </p:tgtEl>
                                        <p:attrNameLst>
                                          <p:attrName>style.visibility</p:attrName>
                                        </p:attrNameLst>
                                      </p:cBhvr>
                                      <p:tavLst>
                                        <p:tav tm="0">
                                          <p:val>
                                            <p:strVal val="hidden"/>
                                          </p:val>
                                        </p:tav>
                                        <p:tav tm="50000">
                                          <p:val>
                                            <p:strVal val="visible"/>
                                          </p:val>
                                        </p:tav>
                                      </p:tavLst>
                                    </p:anim>
                                  </p:childTnLst>
                                </p:cTn>
                              </p:par>
                              <p:par>
                                <p:cTn id="31" presetID="35" presetClass="emph" presetSubtype="0" repeatCount="22000" fill="hold" nodeType="withEffect">
                                  <p:stCondLst>
                                    <p:cond delay="0"/>
                                  </p:stCondLst>
                                  <p:childTnLst>
                                    <p:anim calcmode="discrete" valueType="str">
                                      <p:cBhvr>
                                        <p:cTn id="32" dur="400" fill="hold"/>
                                        <p:tgtEl>
                                          <p:spTgt spid="47"/>
                                        </p:tgtEl>
                                        <p:attrNameLst>
                                          <p:attrName>style.visibility</p:attrName>
                                        </p:attrNameLst>
                                      </p:cBhvr>
                                      <p:tavLst>
                                        <p:tav tm="0">
                                          <p:val>
                                            <p:strVal val="hidden"/>
                                          </p:val>
                                        </p:tav>
                                        <p:tav tm="50000">
                                          <p:val>
                                            <p:strVal val="visible"/>
                                          </p:val>
                                        </p:tav>
                                      </p:tavLst>
                                    </p:anim>
                                  </p:childTnLst>
                                </p:cTn>
                              </p:par>
                              <p:par>
                                <p:cTn id="33" presetID="35" presetClass="emph" presetSubtype="0" repeatCount="22000" fill="hold" nodeType="withEffect">
                                  <p:stCondLst>
                                    <p:cond delay="0"/>
                                  </p:stCondLst>
                                  <p:childTnLst>
                                    <p:anim calcmode="discrete" valueType="str">
                                      <p:cBhvr>
                                        <p:cTn id="34" dur="400" fill="hold"/>
                                        <p:tgtEl>
                                          <p:spTgt spid="46"/>
                                        </p:tgtEl>
                                        <p:attrNameLst>
                                          <p:attrName>style.visibility</p:attrName>
                                        </p:attrNameLst>
                                      </p:cBhvr>
                                      <p:tavLst>
                                        <p:tav tm="0">
                                          <p:val>
                                            <p:strVal val="hidden"/>
                                          </p:val>
                                        </p:tav>
                                        <p:tav tm="50000">
                                          <p:val>
                                            <p:strVal val="visible"/>
                                          </p:val>
                                        </p:tav>
                                      </p:tavLst>
                                    </p:anim>
                                  </p:childTnLst>
                                </p:cTn>
                              </p:par>
                              <p:par>
                                <p:cTn id="35" presetID="35" presetClass="emph" presetSubtype="0" repeatCount="22000" fill="hold" nodeType="withEffect">
                                  <p:stCondLst>
                                    <p:cond delay="0"/>
                                  </p:stCondLst>
                                  <p:childTnLst>
                                    <p:anim calcmode="discrete" valueType="str">
                                      <p:cBhvr>
                                        <p:cTn id="36" dur="400" fill="hold"/>
                                        <p:tgtEl>
                                          <p:spTgt spid="45"/>
                                        </p:tgtEl>
                                        <p:attrNameLst>
                                          <p:attrName>style.visibility</p:attrName>
                                        </p:attrNameLst>
                                      </p:cBhvr>
                                      <p:tavLst>
                                        <p:tav tm="0">
                                          <p:val>
                                            <p:strVal val="hidden"/>
                                          </p:val>
                                        </p:tav>
                                        <p:tav tm="50000">
                                          <p:val>
                                            <p:strVal val="visible"/>
                                          </p:val>
                                        </p:tav>
                                      </p:tavLst>
                                    </p:anim>
                                  </p:childTnLst>
                                </p:cTn>
                              </p:par>
                              <p:par>
                                <p:cTn id="37" presetID="35" presetClass="emph" presetSubtype="0" repeatCount="22000" fill="hold" nodeType="withEffect">
                                  <p:stCondLst>
                                    <p:cond delay="0"/>
                                  </p:stCondLst>
                                  <p:childTnLst>
                                    <p:anim calcmode="discrete" valueType="str">
                                      <p:cBhvr>
                                        <p:cTn id="38" dur="400" fill="hold"/>
                                        <p:tgtEl>
                                          <p:spTgt spid="31"/>
                                        </p:tgtEl>
                                        <p:attrNameLst>
                                          <p:attrName>style.visibility</p:attrName>
                                        </p:attrNameLst>
                                      </p:cBhvr>
                                      <p:tavLst>
                                        <p:tav tm="0">
                                          <p:val>
                                            <p:strVal val="hidden"/>
                                          </p:val>
                                        </p:tav>
                                        <p:tav tm="50000">
                                          <p:val>
                                            <p:strVal val="visible"/>
                                          </p:val>
                                        </p:tav>
                                      </p:tavLst>
                                    </p:anim>
                                  </p:childTnLst>
                                </p:cTn>
                              </p:par>
                              <p:par>
                                <p:cTn id="39" presetID="35" presetClass="emph" presetSubtype="0" repeatCount="22000" fill="hold" nodeType="withEffect">
                                  <p:stCondLst>
                                    <p:cond delay="0"/>
                                  </p:stCondLst>
                                  <p:childTnLst>
                                    <p:anim calcmode="discrete" valueType="str">
                                      <p:cBhvr>
                                        <p:cTn id="40" dur="400" fill="hold"/>
                                        <p:tgtEl>
                                          <p:spTgt spid="49"/>
                                        </p:tgtEl>
                                        <p:attrNameLst>
                                          <p:attrName>style.visibility</p:attrName>
                                        </p:attrNameLst>
                                      </p:cBhvr>
                                      <p:tavLst>
                                        <p:tav tm="0">
                                          <p:val>
                                            <p:strVal val="hidden"/>
                                          </p:val>
                                        </p:tav>
                                        <p:tav tm="50000">
                                          <p:val>
                                            <p:strVal val="visible"/>
                                          </p:val>
                                        </p:tav>
                                      </p:tavLst>
                                    </p:anim>
                                  </p:childTnLst>
                                </p:cTn>
                              </p:par>
                            </p:childTnLst>
                          </p:cTn>
                        </p:par>
                      </p:childTnLst>
                    </p:cTn>
                  </p:par>
                  <p:par>
                    <p:cTn id="41" fill="hold">
                      <p:stCondLst>
                        <p:cond delay="indefinite"/>
                      </p:stCondLst>
                      <p:childTnLst>
                        <p:par>
                          <p:cTn id="42" fill="hold">
                            <p:stCondLst>
                              <p:cond delay="0"/>
                            </p:stCondLst>
                            <p:childTnLst>
                              <p:par>
                                <p:cTn id="43" presetID="2" presetClass="entr" presetSubtype="8" fill="hold" grpId="0" nodeType="clickEffect">
                                  <p:stCondLst>
                                    <p:cond delay="0"/>
                                  </p:stCondLst>
                                  <p:childTnLst>
                                    <p:set>
                                      <p:cBhvr>
                                        <p:cTn id="44" dur="1" fill="hold">
                                          <p:stCondLst>
                                            <p:cond delay="0"/>
                                          </p:stCondLst>
                                        </p:cTn>
                                        <p:tgtEl>
                                          <p:spTgt spid="13"/>
                                        </p:tgtEl>
                                        <p:attrNameLst>
                                          <p:attrName>style.visibility</p:attrName>
                                        </p:attrNameLst>
                                      </p:cBhvr>
                                      <p:to>
                                        <p:strVal val="visible"/>
                                      </p:to>
                                    </p:set>
                                    <p:anim calcmode="lin" valueType="num">
                                      <p:cBhvr additive="base">
                                        <p:cTn id="45" dur="500" fill="hold"/>
                                        <p:tgtEl>
                                          <p:spTgt spid="13"/>
                                        </p:tgtEl>
                                        <p:attrNameLst>
                                          <p:attrName>ppt_x</p:attrName>
                                        </p:attrNameLst>
                                      </p:cBhvr>
                                      <p:tavLst>
                                        <p:tav tm="0">
                                          <p:val>
                                            <p:strVal val="0-#ppt_w/2"/>
                                          </p:val>
                                        </p:tav>
                                        <p:tav tm="100000">
                                          <p:val>
                                            <p:strVal val="#ppt_x"/>
                                          </p:val>
                                        </p:tav>
                                      </p:tavLst>
                                    </p:anim>
                                    <p:anim calcmode="lin" valueType="num">
                                      <p:cBhvr additive="base">
                                        <p:cTn id="46" dur="500" fill="hold"/>
                                        <p:tgtEl>
                                          <p:spTgt spid="13"/>
                                        </p:tgtEl>
                                        <p:attrNameLst>
                                          <p:attrName>ppt_y</p:attrName>
                                        </p:attrNameLst>
                                      </p:cBhvr>
                                      <p:tavLst>
                                        <p:tav tm="0">
                                          <p:val>
                                            <p:strVal val="#ppt_y"/>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73" grpId="0"/>
      <p:bldP spid="9" grpId="0" animBg="1"/>
      <p:bldP spid="13" grpId="0" animBg="1"/>
    </p:bldLst>
  </p:timing>
</p:sld>
</file>

<file path=ppt/slides/slide40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4" name="组合 3">
            <a:extLst>
              <a:ext uri="{FF2B5EF4-FFF2-40B4-BE49-F238E27FC236}">
                <a16:creationId xmlns:a16="http://schemas.microsoft.com/office/drawing/2014/main" id="{9A1EA9F2-FCB6-48C3-935F-7AE7E3AD14AC}"/>
              </a:ext>
            </a:extLst>
          </p:cNvPr>
          <p:cNvGrpSpPr/>
          <p:nvPr/>
        </p:nvGrpSpPr>
        <p:grpSpPr>
          <a:xfrm>
            <a:off x="304799" y="749300"/>
            <a:ext cx="6192345" cy="400110"/>
            <a:chOff x="424116" y="898245"/>
            <a:chExt cx="6192345" cy="400110"/>
          </a:xfrm>
        </p:grpSpPr>
        <p:sp>
          <p:nvSpPr>
            <p:cNvPr id="2" name="平行四边形 1">
              <a:extLst>
                <a:ext uri="{FF2B5EF4-FFF2-40B4-BE49-F238E27FC236}">
                  <a16:creationId xmlns:a16="http://schemas.microsoft.com/office/drawing/2014/main" id="{1F5BAA3F-9845-4F89-A2DD-8222D3E4EDAC}"/>
                </a:ext>
              </a:extLst>
            </p:cNvPr>
            <p:cNvSpPr/>
            <p:nvPr/>
          </p:nvSpPr>
          <p:spPr>
            <a:xfrm>
              <a:off x="424116" y="898245"/>
              <a:ext cx="695119" cy="387090"/>
            </a:xfrm>
            <a:prstGeom prst="parallelogram">
              <a:avLst/>
            </a:prstGeom>
            <a:solidFill>
              <a:schemeClr val="accent3">
                <a:lumMod val="75000"/>
              </a:schemeClr>
            </a:solidFill>
            <a:ln>
              <a:solidFill>
                <a:schemeClr val="accent3">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CN" sz="2200" dirty="0">
                  <a:latin typeface="Impact" panose="020B0806030902050204" pitchFamily="34" charset="0"/>
                </a:rPr>
                <a:t>04</a:t>
              </a:r>
              <a:endParaRPr lang="zh-CN" altLang="en-US" sz="2200" dirty="0">
                <a:latin typeface="Impact" panose="020B0806030902050204" pitchFamily="34" charset="0"/>
              </a:endParaRPr>
            </a:p>
          </p:txBody>
        </p:sp>
        <p:sp>
          <p:nvSpPr>
            <p:cNvPr id="3" name="文本框 2">
              <a:extLst>
                <a:ext uri="{FF2B5EF4-FFF2-40B4-BE49-F238E27FC236}">
                  <a16:creationId xmlns:a16="http://schemas.microsoft.com/office/drawing/2014/main" id="{4D6BD736-A4D3-4F26-AFED-36E11F50F70B}"/>
                </a:ext>
              </a:extLst>
            </p:cNvPr>
            <p:cNvSpPr txBox="1"/>
            <p:nvPr/>
          </p:nvSpPr>
          <p:spPr>
            <a:xfrm>
              <a:off x="1119235" y="898245"/>
              <a:ext cx="5497226" cy="400110"/>
            </a:xfrm>
            <a:prstGeom prst="rect">
              <a:avLst/>
            </a:prstGeom>
            <a:noFill/>
          </p:spPr>
          <p:txBody>
            <a:bodyPr wrap="square" rtlCol="0">
              <a:spAutoFit/>
            </a:bodyPr>
            <a:lstStyle/>
            <a:p>
              <a:r>
                <a:rPr lang="zh-CN" altLang="en-US" sz="2000" b="1" dirty="0">
                  <a:solidFill>
                    <a:schemeClr val="tx1"/>
                  </a:solidFill>
                  <a:latin typeface="Arial Narrow" panose="020B0606020202030204" pitchFamily="34" charset="0"/>
                </a:rPr>
                <a:t>透明网桥的生成树协议</a:t>
              </a:r>
              <a:r>
                <a:rPr lang="en-US" altLang="zh-CN" sz="2000" b="1" dirty="0">
                  <a:solidFill>
                    <a:schemeClr val="tx1"/>
                  </a:solidFill>
                  <a:latin typeface="Arial Narrow" panose="020B0606020202030204" pitchFamily="34" charset="0"/>
                </a:rPr>
                <a:t>STP</a:t>
              </a:r>
            </a:p>
          </p:txBody>
        </p:sp>
      </p:grpSp>
      <p:sp>
        <p:nvSpPr>
          <p:cNvPr id="5" name="矩形 4">
            <a:extLst>
              <a:ext uri="{FF2B5EF4-FFF2-40B4-BE49-F238E27FC236}">
                <a16:creationId xmlns:a16="http://schemas.microsoft.com/office/drawing/2014/main" id="{351FDB82-3A99-496A-AE47-C0C33BB8F65E}"/>
              </a:ext>
            </a:extLst>
          </p:cNvPr>
          <p:cNvSpPr/>
          <p:nvPr/>
        </p:nvSpPr>
        <p:spPr>
          <a:xfrm>
            <a:off x="1056633" y="1335374"/>
            <a:ext cx="256976" cy="256976"/>
          </a:xfrm>
          <a:prstGeom prst="rect">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6" name="íşlïḍè">
            <a:extLst>
              <a:ext uri="{FF2B5EF4-FFF2-40B4-BE49-F238E27FC236}">
                <a16:creationId xmlns:a16="http://schemas.microsoft.com/office/drawing/2014/main" id="{08DDACD0-EF69-410B-A055-83570CD9FF86}"/>
              </a:ext>
            </a:extLst>
          </p:cNvPr>
          <p:cNvSpPr txBox="1"/>
          <p:nvPr/>
        </p:nvSpPr>
        <p:spPr>
          <a:xfrm>
            <a:off x="1373861" y="1281052"/>
            <a:ext cx="10513340" cy="400111"/>
          </a:xfrm>
          <a:prstGeom prst="rect">
            <a:avLst/>
          </a:prstGeom>
          <a:noFill/>
        </p:spPr>
        <p:txBody>
          <a:bodyPr wrap="square" lIns="91440" tIns="45720" rIns="91440" bIns="45720" anchor="ctr">
            <a:noAutofit/>
          </a:bodyPr>
          <a:lstStyle/>
          <a:p>
            <a:r>
              <a:rPr lang="zh-CN" altLang="en-US" b="1" dirty="0">
                <a:latin typeface="Arial Narrow" panose="020B0606020202030204" pitchFamily="34" charset="0"/>
              </a:rPr>
              <a:t>为了提高以太网的</a:t>
            </a:r>
            <a:r>
              <a:rPr lang="zh-CN" altLang="en-US" b="1" dirty="0">
                <a:solidFill>
                  <a:schemeClr val="accent1">
                    <a:lumMod val="75000"/>
                  </a:schemeClr>
                </a:solidFill>
                <a:latin typeface="Arial Narrow" panose="020B0606020202030204" pitchFamily="34" charset="0"/>
              </a:rPr>
              <a:t>可靠性</a:t>
            </a:r>
            <a:r>
              <a:rPr lang="zh-CN" altLang="en-US" b="1" dirty="0">
                <a:latin typeface="Arial Narrow" panose="020B0606020202030204" pitchFamily="34" charset="0"/>
              </a:rPr>
              <a:t>，有时需要在两个以太网之间使用多个透明网桥来提供</a:t>
            </a:r>
            <a:r>
              <a:rPr lang="zh-CN" altLang="en-US" b="1" dirty="0">
                <a:solidFill>
                  <a:schemeClr val="accent1">
                    <a:lumMod val="75000"/>
                  </a:schemeClr>
                </a:solidFill>
                <a:latin typeface="Arial Narrow" panose="020B0606020202030204" pitchFamily="34" charset="0"/>
              </a:rPr>
              <a:t>冗余链路</a:t>
            </a:r>
            <a:r>
              <a:rPr lang="zh-CN" altLang="en-US" b="1" dirty="0">
                <a:latin typeface="Arial Narrow" panose="020B0606020202030204" pitchFamily="34" charset="0"/>
              </a:rPr>
              <a:t>。</a:t>
            </a:r>
          </a:p>
        </p:txBody>
      </p:sp>
      <p:sp>
        <p:nvSpPr>
          <p:cNvPr id="32" name="矩形 31">
            <a:extLst>
              <a:ext uri="{FF2B5EF4-FFF2-40B4-BE49-F238E27FC236}">
                <a16:creationId xmlns:a16="http://schemas.microsoft.com/office/drawing/2014/main" id="{F0B1CC59-0B39-4C8A-AE5A-553627D704F4}"/>
              </a:ext>
            </a:extLst>
          </p:cNvPr>
          <p:cNvSpPr/>
          <p:nvPr/>
        </p:nvSpPr>
        <p:spPr>
          <a:xfrm>
            <a:off x="1056633" y="1867127"/>
            <a:ext cx="256976" cy="256976"/>
          </a:xfrm>
          <a:prstGeom prst="rect">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35" name="íşlïḍè">
            <a:extLst>
              <a:ext uri="{FF2B5EF4-FFF2-40B4-BE49-F238E27FC236}">
                <a16:creationId xmlns:a16="http://schemas.microsoft.com/office/drawing/2014/main" id="{DC233DEF-0945-4039-AEE2-58905F410F38}"/>
              </a:ext>
            </a:extLst>
          </p:cNvPr>
          <p:cNvSpPr txBox="1"/>
          <p:nvPr/>
        </p:nvSpPr>
        <p:spPr>
          <a:xfrm>
            <a:off x="1373861" y="1812805"/>
            <a:ext cx="10513340" cy="400111"/>
          </a:xfrm>
          <a:prstGeom prst="rect">
            <a:avLst/>
          </a:prstGeom>
          <a:noFill/>
        </p:spPr>
        <p:txBody>
          <a:bodyPr wrap="square" lIns="91440" tIns="45720" rIns="91440" bIns="45720" anchor="ctr">
            <a:noAutofit/>
          </a:bodyPr>
          <a:lstStyle/>
          <a:p>
            <a:r>
              <a:rPr lang="zh-CN" altLang="en-US" b="1" dirty="0">
                <a:latin typeface="Arial Narrow" panose="020B0606020202030204" pitchFamily="34" charset="0"/>
              </a:rPr>
              <a:t>在增加冗余链路提高以太网可靠性的同时，却给网络引入了</a:t>
            </a:r>
            <a:r>
              <a:rPr lang="zh-CN" altLang="en-US" b="1" dirty="0">
                <a:solidFill>
                  <a:schemeClr val="accent1">
                    <a:lumMod val="75000"/>
                  </a:schemeClr>
                </a:solidFill>
                <a:latin typeface="Arial Narrow" panose="020B0606020202030204" pitchFamily="34" charset="0"/>
              </a:rPr>
              <a:t>环路</a:t>
            </a:r>
            <a:r>
              <a:rPr lang="zh-CN" altLang="en-US" b="1" dirty="0">
                <a:latin typeface="Arial Narrow" panose="020B0606020202030204" pitchFamily="34" charset="0"/>
              </a:rPr>
              <a:t>。</a:t>
            </a:r>
          </a:p>
        </p:txBody>
      </p:sp>
      <p:sp>
        <p:nvSpPr>
          <p:cNvPr id="9" name="矩形 8">
            <a:extLst>
              <a:ext uri="{FF2B5EF4-FFF2-40B4-BE49-F238E27FC236}">
                <a16:creationId xmlns:a16="http://schemas.microsoft.com/office/drawing/2014/main" id="{9B3400B6-E331-4211-83B7-CACE59E3FB44}"/>
              </a:ext>
            </a:extLst>
          </p:cNvPr>
          <p:cNvSpPr/>
          <p:nvPr/>
        </p:nvSpPr>
        <p:spPr>
          <a:xfrm>
            <a:off x="1056633" y="2453202"/>
            <a:ext cx="256976" cy="256976"/>
          </a:xfrm>
          <a:prstGeom prst="rect">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10" name="íşlïḍè">
            <a:extLst>
              <a:ext uri="{FF2B5EF4-FFF2-40B4-BE49-F238E27FC236}">
                <a16:creationId xmlns:a16="http://schemas.microsoft.com/office/drawing/2014/main" id="{A1ED0B35-3AE9-46B9-9EAE-1A25F22242A1}"/>
              </a:ext>
            </a:extLst>
          </p:cNvPr>
          <p:cNvSpPr txBox="1"/>
          <p:nvPr/>
        </p:nvSpPr>
        <p:spPr>
          <a:xfrm>
            <a:off x="1373861" y="2398880"/>
            <a:ext cx="10513340" cy="640349"/>
          </a:xfrm>
          <a:prstGeom prst="rect">
            <a:avLst/>
          </a:prstGeom>
          <a:noFill/>
        </p:spPr>
        <p:txBody>
          <a:bodyPr wrap="square" lIns="91440" tIns="45720" rIns="91440" bIns="45720" anchor="ctr">
            <a:noAutofit/>
          </a:bodyPr>
          <a:lstStyle/>
          <a:p>
            <a:r>
              <a:rPr lang="zh-CN" altLang="en-US" b="1" dirty="0">
                <a:latin typeface="Arial Narrow" panose="020B0606020202030204" pitchFamily="34" charset="0"/>
              </a:rPr>
              <a:t>网络中的</a:t>
            </a:r>
            <a:r>
              <a:rPr lang="zh-CN" altLang="en-US" b="1" dirty="0">
                <a:solidFill>
                  <a:schemeClr val="accent1">
                    <a:lumMod val="75000"/>
                  </a:schemeClr>
                </a:solidFill>
                <a:latin typeface="Arial Narrow" panose="020B0606020202030204" pitchFamily="34" charset="0"/>
              </a:rPr>
              <a:t>广播帧将在环路中永久兜圈</a:t>
            </a:r>
            <a:r>
              <a:rPr lang="zh-CN" altLang="en-US" b="1" dirty="0">
                <a:latin typeface="Arial Narrow" panose="020B0606020202030204" pitchFamily="34" charset="0"/>
              </a:rPr>
              <a:t>，</a:t>
            </a:r>
            <a:r>
              <a:rPr lang="zh-CN" altLang="en-US" b="1" dirty="0"/>
              <a:t>造成广播帧充斥整个网络，</a:t>
            </a:r>
            <a:r>
              <a:rPr lang="zh-CN" altLang="en-US" b="1" dirty="0">
                <a:solidFill>
                  <a:schemeClr val="accent1">
                    <a:lumMod val="75000"/>
                  </a:schemeClr>
                </a:solidFill>
              </a:rPr>
              <a:t>网络资源被白白浪费</a:t>
            </a:r>
            <a:r>
              <a:rPr lang="zh-CN" altLang="en-US" b="1" dirty="0"/>
              <a:t>，而网络中的主机之间无法正常通信！</a:t>
            </a:r>
            <a:endParaRPr lang="zh-CN" altLang="en-US" b="1" dirty="0">
              <a:latin typeface="Arial Narrow" panose="020B0606020202030204" pitchFamily="34" charset="0"/>
            </a:endParaRPr>
          </a:p>
        </p:txBody>
      </p:sp>
      <p:sp>
        <p:nvSpPr>
          <p:cNvPr id="11" name="矩形 10">
            <a:extLst>
              <a:ext uri="{FF2B5EF4-FFF2-40B4-BE49-F238E27FC236}">
                <a16:creationId xmlns:a16="http://schemas.microsoft.com/office/drawing/2014/main" id="{7AB06020-7DD7-4DAD-91E5-11BEAF52AD79}"/>
              </a:ext>
            </a:extLst>
          </p:cNvPr>
          <p:cNvSpPr/>
          <p:nvPr/>
        </p:nvSpPr>
        <p:spPr>
          <a:xfrm>
            <a:off x="1056633" y="3279515"/>
            <a:ext cx="256976" cy="256976"/>
          </a:xfrm>
          <a:prstGeom prst="rect">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12" name="íşlïḍè">
            <a:extLst>
              <a:ext uri="{FF2B5EF4-FFF2-40B4-BE49-F238E27FC236}">
                <a16:creationId xmlns:a16="http://schemas.microsoft.com/office/drawing/2014/main" id="{327FEA51-700C-4E9A-95F8-4F35646C8ACB}"/>
              </a:ext>
            </a:extLst>
          </p:cNvPr>
          <p:cNvSpPr txBox="1"/>
          <p:nvPr/>
        </p:nvSpPr>
        <p:spPr>
          <a:xfrm>
            <a:off x="1373861" y="3225193"/>
            <a:ext cx="10513340" cy="640349"/>
          </a:xfrm>
          <a:prstGeom prst="rect">
            <a:avLst/>
          </a:prstGeom>
          <a:noFill/>
        </p:spPr>
        <p:txBody>
          <a:bodyPr wrap="square" lIns="91440" tIns="45720" rIns="91440" bIns="45720" anchor="ctr">
            <a:noAutofit/>
          </a:bodyPr>
          <a:lstStyle/>
          <a:p>
            <a:r>
              <a:rPr lang="zh-CN" altLang="en-US" b="1" dirty="0">
                <a:latin typeface="Arial Narrow" panose="020B0606020202030204" pitchFamily="34" charset="0"/>
              </a:rPr>
              <a:t>为了避免广播帧在环路中永久兜圈，透明网桥使用</a:t>
            </a:r>
            <a:r>
              <a:rPr lang="zh-CN" altLang="en-US" b="1" dirty="0">
                <a:solidFill>
                  <a:schemeClr val="accent1">
                    <a:lumMod val="75000"/>
                  </a:schemeClr>
                </a:solidFill>
                <a:latin typeface="Arial Narrow" panose="020B0606020202030204" pitchFamily="34" charset="0"/>
              </a:rPr>
              <a:t>生成树协议</a:t>
            </a:r>
            <a:r>
              <a:rPr lang="zh-CN" altLang="en-US" b="1" dirty="0">
                <a:latin typeface="Arial Narrow" panose="020B0606020202030204" pitchFamily="34" charset="0"/>
              </a:rPr>
              <a:t>（</a:t>
            </a:r>
            <a:r>
              <a:rPr lang="en-US" altLang="zh-CN" b="1" dirty="0">
                <a:solidFill>
                  <a:schemeClr val="accent1">
                    <a:lumMod val="75000"/>
                  </a:schemeClr>
                </a:solidFill>
                <a:latin typeface="Arial Narrow" panose="020B0606020202030204" pitchFamily="34" charset="0"/>
              </a:rPr>
              <a:t>S</a:t>
            </a:r>
            <a:r>
              <a:rPr lang="en-US" altLang="zh-CN" b="1" dirty="0">
                <a:latin typeface="Arial Narrow" panose="020B0606020202030204" pitchFamily="34" charset="0"/>
              </a:rPr>
              <a:t>panning </a:t>
            </a:r>
            <a:r>
              <a:rPr lang="en-US" altLang="zh-CN" b="1" dirty="0">
                <a:solidFill>
                  <a:schemeClr val="accent1">
                    <a:lumMod val="75000"/>
                  </a:schemeClr>
                </a:solidFill>
                <a:latin typeface="Arial Narrow" panose="020B0606020202030204" pitchFamily="34" charset="0"/>
              </a:rPr>
              <a:t>T</a:t>
            </a:r>
            <a:r>
              <a:rPr lang="en-US" altLang="zh-CN" b="1" dirty="0">
                <a:latin typeface="Arial Narrow" panose="020B0606020202030204" pitchFamily="34" charset="0"/>
              </a:rPr>
              <a:t>ree </a:t>
            </a:r>
            <a:r>
              <a:rPr lang="en-US" altLang="zh-CN" b="1" dirty="0">
                <a:solidFill>
                  <a:schemeClr val="accent1">
                    <a:lumMod val="75000"/>
                  </a:schemeClr>
                </a:solidFill>
                <a:latin typeface="Arial Narrow" panose="020B0606020202030204" pitchFamily="34" charset="0"/>
              </a:rPr>
              <a:t>P</a:t>
            </a:r>
            <a:r>
              <a:rPr lang="en-US" altLang="zh-CN" b="1" dirty="0">
                <a:latin typeface="Arial Narrow" panose="020B0606020202030204" pitchFamily="34" charset="0"/>
              </a:rPr>
              <a:t>rotocol</a:t>
            </a:r>
            <a:r>
              <a:rPr lang="zh-CN" altLang="en-US" b="1" dirty="0">
                <a:latin typeface="Arial Narrow" panose="020B0606020202030204" pitchFamily="34" charset="0"/>
              </a:rPr>
              <a:t>，</a:t>
            </a:r>
            <a:r>
              <a:rPr lang="en-US" altLang="zh-CN" b="1" dirty="0">
                <a:solidFill>
                  <a:schemeClr val="accent1">
                    <a:lumMod val="75000"/>
                  </a:schemeClr>
                </a:solidFill>
                <a:latin typeface="Arial Narrow" panose="020B0606020202030204" pitchFamily="34" charset="0"/>
              </a:rPr>
              <a:t>STP</a:t>
            </a:r>
            <a:r>
              <a:rPr lang="zh-CN" altLang="en-US" b="1" dirty="0">
                <a:latin typeface="Arial Narrow" panose="020B0606020202030204" pitchFamily="34" charset="0"/>
              </a:rPr>
              <a:t>），可以在增加冗余链路提高网络可靠性的同时，又避免环路带来的问题。</a:t>
            </a:r>
          </a:p>
        </p:txBody>
      </p:sp>
      <p:sp>
        <p:nvSpPr>
          <p:cNvPr id="13" name="矩形 12">
            <a:extLst>
              <a:ext uri="{FF2B5EF4-FFF2-40B4-BE49-F238E27FC236}">
                <a16:creationId xmlns:a16="http://schemas.microsoft.com/office/drawing/2014/main" id="{801F9D38-4C63-4DCD-A7AA-A5D82CE6C40D}"/>
              </a:ext>
            </a:extLst>
          </p:cNvPr>
          <p:cNvSpPr/>
          <p:nvPr/>
        </p:nvSpPr>
        <p:spPr>
          <a:xfrm>
            <a:off x="1478749" y="4105828"/>
            <a:ext cx="256976" cy="256976"/>
          </a:xfrm>
          <a:prstGeom prst="rect">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14" name="íşlïḍè">
            <a:extLst>
              <a:ext uri="{FF2B5EF4-FFF2-40B4-BE49-F238E27FC236}">
                <a16:creationId xmlns:a16="http://schemas.microsoft.com/office/drawing/2014/main" id="{C62898E0-612E-4F19-9544-8694F8947329}"/>
              </a:ext>
            </a:extLst>
          </p:cNvPr>
          <p:cNvSpPr txBox="1"/>
          <p:nvPr/>
        </p:nvSpPr>
        <p:spPr>
          <a:xfrm>
            <a:off x="1795977" y="4051506"/>
            <a:ext cx="10091223" cy="895464"/>
          </a:xfrm>
          <a:prstGeom prst="rect">
            <a:avLst/>
          </a:prstGeom>
          <a:noFill/>
        </p:spPr>
        <p:txBody>
          <a:bodyPr wrap="square" lIns="91440" tIns="45720" rIns="91440" bIns="45720" anchor="ctr">
            <a:noAutofit/>
          </a:bodyPr>
          <a:lstStyle/>
          <a:p>
            <a:r>
              <a:rPr lang="zh-CN" altLang="en-US" b="1" dirty="0">
                <a:latin typeface="Arial Narrow" panose="020B0606020202030204" pitchFamily="34" charset="0"/>
              </a:rPr>
              <a:t>不管网桥之间连接成了怎样复杂的带环拓扑，网桥之间通过</a:t>
            </a:r>
            <a:r>
              <a:rPr lang="zh-CN" altLang="en-US" b="1" dirty="0">
                <a:solidFill>
                  <a:schemeClr val="accent1">
                    <a:lumMod val="75000"/>
                  </a:schemeClr>
                </a:solidFill>
                <a:latin typeface="Arial Narrow" panose="020B0606020202030204" pitchFamily="34" charset="0"/>
              </a:rPr>
              <a:t>交互网桥协议单元</a:t>
            </a:r>
            <a:r>
              <a:rPr lang="zh-CN" altLang="en-US" b="1" dirty="0">
                <a:latin typeface="Arial Narrow" panose="020B0606020202030204" pitchFamily="34" charset="0"/>
              </a:rPr>
              <a:t>（</a:t>
            </a:r>
            <a:r>
              <a:rPr lang="en-US" altLang="zh-CN" b="1" dirty="0">
                <a:solidFill>
                  <a:schemeClr val="accent1">
                    <a:lumMod val="75000"/>
                  </a:schemeClr>
                </a:solidFill>
                <a:latin typeface="Arial Narrow" panose="020B0606020202030204" pitchFamily="34" charset="0"/>
              </a:rPr>
              <a:t>B</a:t>
            </a:r>
            <a:r>
              <a:rPr lang="en-US" altLang="zh-CN" b="1" dirty="0">
                <a:latin typeface="Arial Narrow" panose="020B0606020202030204" pitchFamily="34" charset="0"/>
              </a:rPr>
              <a:t>ridge </a:t>
            </a:r>
            <a:r>
              <a:rPr lang="en-US" altLang="zh-CN" b="1" dirty="0">
                <a:solidFill>
                  <a:schemeClr val="accent1">
                    <a:lumMod val="75000"/>
                  </a:schemeClr>
                </a:solidFill>
                <a:latin typeface="Arial Narrow" panose="020B0606020202030204" pitchFamily="34" charset="0"/>
              </a:rPr>
              <a:t>P</a:t>
            </a:r>
            <a:r>
              <a:rPr lang="en-US" altLang="zh-CN" b="1" dirty="0">
                <a:latin typeface="Arial Narrow" panose="020B0606020202030204" pitchFamily="34" charset="0"/>
              </a:rPr>
              <a:t>rotocol </a:t>
            </a:r>
            <a:r>
              <a:rPr lang="en-US" altLang="zh-CN" b="1" dirty="0">
                <a:solidFill>
                  <a:schemeClr val="accent1">
                    <a:lumMod val="75000"/>
                  </a:schemeClr>
                </a:solidFill>
                <a:latin typeface="Arial Narrow" panose="020B0606020202030204" pitchFamily="34" charset="0"/>
              </a:rPr>
              <a:t>D</a:t>
            </a:r>
            <a:r>
              <a:rPr lang="en-US" altLang="zh-CN" b="1" dirty="0">
                <a:latin typeface="Arial Narrow" panose="020B0606020202030204" pitchFamily="34" charset="0"/>
              </a:rPr>
              <a:t>ata </a:t>
            </a:r>
            <a:r>
              <a:rPr lang="en-US" altLang="zh-CN" b="1" dirty="0">
                <a:solidFill>
                  <a:schemeClr val="accent1">
                    <a:lumMod val="75000"/>
                  </a:schemeClr>
                </a:solidFill>
                <a:latin typeface="Arial Narrow" panose="020B0606020202030204" pitchFamily="34" charset="0"/>
              </a:rPr>
              <a:t>U</a:t>
            </a:r>
            <a:r>
              <a:rPr lang="en-US" altLang="zh-CN" b="1" dirty="0">
                <a:latin typeface="Arial Narrow" panose="020B0606020202030204" pitchFamily="34" charset="0"/>
              </a:rPr>
              <a:t>nit</a:t>
            </a:r>
            <a:r>
              <a:rPr lang="zh-CN" altLang="en-US" b="1" dirty="0">
                <a:latin typeface="Arial Narrow" panose="020B0606020202030204" pitchFamily="34" charset="0"/>
              </a:rPr>
              <a:t>，</a:t>
            </a:r>
            <a:r>
              <a:rPr lang="en-US" altLang="zh-CN" b="1" dirty="0">
                <a:solidFill>
                  <a:schemeClr val="accent1">
                    <a:lumMod val="75000"/>
                  </a:schemeClr>
                </a:solidFill>
                <a:latin typeface="Arial Narrow" panose="020B0606020202030204" pitchFamily="34" charset="0"/>
              </a:rPr>
              <a:t>BPDU</a:t>
            </a:r>
            <a:r>
              <a:rPr lang="zh-CN" altLang="en-US" b="1" dirty="0">
                <a:latin typeface="Arial Narrow" panose="020B0606020202030204" pitchFamily="34" charset="0"/>
              </a:rPr>
              <a:t>），</a:t>
            </a:r>
            <a:r>
              <a:rPr lang="zh-CN" altLang="en-US" b="1" dirty="0">
                <a:solidFill>
                  <a:schemeClr val="accent1">
                    <a:lumMod val="75000"/>
                  </a:schemeClr>
                </a:solidFill>
                <a:latin typeface="Arial Narrow" panose="020B0606020202030204" pitchFamily="34" charset="0"/>
              </a:rPr>
              <a:t>找出原网络拓扑的一个连通子集（即生成树）</a:t>
            </a:r>
            <a:r>
              <a:rPr lang="zh-CN" altLang="en-US" b="1" dirty="0">
                <a:latin typeface="Arial Narrow" panose="020B0606020202030204" pitchFamily="34" charset="0"/>
              </a:rPr>
              <a:t>，在这个子集里整个连通的网络中</a:t>
            </a:r>
            <a:r>
              <a:rPr lang="zh-CN" altLang="en-US" b="1" dirty="0">
                <a:solidFill>
                  <a:schemeClr val="accent1">
                    <a:lumMod val="75000"/>
                  </a:schemeClr>
                </a:solidFill>
                <a:latin typeface="Arial Narrow" panose="020B0606020202030204" pitchFamily="34" charset="0"/>
              </a:rPr>
              <a:t>不存在环路</a:t>
            </a:r>
            <a:r>
              <a:rPr lang="zh-CN" altLang="en-US" b="1" dirty="0">
                <a:latin typeface="Arial Narrow" panose="020B0606020202030204" pitchFamily="34" charset="0"/>
              </a:rPr>
              <a:t>。</a:t>
            </a:r>
          </a:p>
        </p:txBody>
      </p:sp>
    </p:spTree>
    <p:custDataLst>
      <p:tags r:id="rId1"/>
    </p:custDataLst>
    <p:extLst>
      <p:ext uri="{BB962C8B-B14F-4D97-AF65-F5344CB8AC3E}">
        <p14:creationId xmlns:p14="http://schemas.microsoft.com/office/powerpoint/2010/main" val="4098006082"/>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49" presetClass="entr" presetSubtype="0" decel="100000" fill="hold" grpId="0" nodeType="withEffect">
                                  <p:stCondLst>
                                    <p:cond delay="0"/>
                                  </p:stCondLst>
                                  <p:childTnLst>
                                    <p:set>
                                      <p:cBhvr>
                                        <p:cTn id="6" dur="1" fill="hold">
                                          <p:stCondLst>
                                            <p:cond delay="0"/>
                                          </p:stCondLst>
                                        </p:cTn>
                                        <p:tgtEl>
                                          <p:spTgt spid="32"/>
                                        </p:tgtEl>
                                        <p:attrNameLst>
                                          <p:attrName>style.visibility</p:attrName>
                                        </p:attrNameLst>
                                      </p:cBhvr>
                                      <p:to>
                                        <p:strVal val="visible"/>
                                      </p:to>
                                    </p:set>
                                    <p:anim calcmode="lin" valueType="num">
                                      <p:cBhvr>
                                        <p:cTn id="7" dur="500" fill="hold"/>
                                        <p:tgtEl>
                                          <p:spTgt spid="32"/>
                                        </p:tgtEl>
                                        <p:attrNameLst>
                                          <p:attrName>ppt_w</p:attrName>
                                        </p:attrNameLst>
                                      </p:cBhvr>
                                      <p:tavLst>
                                        <p:tav tm="0">
                                          <p:val>
                                            <p:fltVal val="0"/>
                                          </p:val>
                                        </p:tav>
                                        <p:tav tm="100000">
                                          <p:val>
                                            <p:strVal val="#ppt_w"/>
                                          </p:val>
                                        </p:tav>
                                      </p:tavLst>
                                    </p:anim>
                                    <p:anim calcmode="lin" valueType="num">
                                      <p:cBhvr>
                                        <p:cTn id="8" dur="500" fill="hold"/>
                                        <p:tgtEl>
                                          <p:spTgt spid="32"/>
                                        </p:tgtEl>
                                        <p:attrNameLst>
                                          <p:attrName>ppt_h</p:attrName>
                                        </p:attrNameLst>
                                      </p:cBhvr>
                                      <p:tavLst>
                                        <p:tav tm="0">
                                          <p:val>
                                            <p:fltVal val="0"/>
                                          </p:val>
                                        </p:tav>
                                        <p:tav tm="100000">
                                          <p:val>
                                            <p:strVal val="#ppt_h"/>
                                          </p:val>
                                        </p:tav>
                                      </p:tavLst>
                                    </p:anim>
                                    <p:anim calcmode="lin" valueType="num">
                                      <p:cBhvr>
                                        <p:cTn id="9" dur="500" fill="hold"/>
                                        <p:tgtEl>
                                          <p:spTgt spid="32"/>
                                        </p:tgtEl>
                                        <p:attrNameLst>
                                          <p:attrName>style.rotation</p:attrName>
                                        </p:attrNameLst>
                                      </p:cBhvr>
                                      <p:tavLst>
                                        <p:tav tm="0">
                                          <p:val>
                                            <p:fltVal val="360"/>
                                          </p:val>
                                        </p:tav>
                                        <p:tav tm="100000">
                                          <p:val>
                                            <p:fltVal val="0"/>
                                          </p:val>
                                        </p:tav>
                                      </p:tavLst>
                                    </p:anim>
                                    <p:animEffect transition="in" filter="fade">
                                      <p:cBhvr>
                                        <p:cTn id="10" dur="500"/>
                                        <p:tgtEl>
                                          <p:spTgt spid="32"/>
                                        </p:tgtEl>
                                      </p:cBhvr>
                                    </p:animEffect>
                                  </p:childTnLst>
                                </p:cTn>
                              </p:par>
                            </p:childTnLst>
                          </p:cTn>
                        </p:par>
                        <p:par>
                          <p:cTn id="11" fill="hold">
                            <p:stCondLst>
                              <p:cond delay="500"/>
                            </p:stCondLst>
                            <p:childTnLst>
                              <p:par>
                                <p:cTn id="12" presetID="1" presetClass="entr" presetSubtype="0" fill="hold" grpId="0" nodeType="afterEffect">
                                  <p:stCondLst>
                                    <p:cond delay="0"/>
                                  </p:stCondLst>
                                  <p:iterate type="lt">
                                    <p:tmAbs val="100"/>
                                  </p:iterate>
                                  <p:childTnLst>
                                    <p:set>
                                      <p:cBhvr>
                                        <p:cTn id="13" dur="1" fill="hold">
                                          <p:stCondLst>
                                            <p:cond delay="0"/>
                                          </p:stCondLst>
                                        </p:cTn>
                                        <p:tgtEl>
                                          <p:spTgt spid="35"/>
                                        </p:tgtEl>
                                        <p:attrNameLst>
                                          <p:attrName>style.visibility</p:attrName>
                                        </p:attrNameLst>
                                      </p:cBhvr>
                                      <p:to>
                                        <p:strVal val="visible"/>
                                      </p:to>
                                    </p:set>
                                  </p:childTnLst>
                                </p:cTn>
                              </p:par>
                            </p:childTnLst>
                          </p:cTn>
                        </p:par>
                      </p:childTnLst>
                    </p:cTn>
                  </p:par>
                  <p:par>
                    <p:cTn id="14" fill="hold">
                      <p:stCondLst>
                        <p:cond delay="indefinite"/>
                      </p:stCondLst>
                      <p:childTnLst>
                        <p:par>
                          <p:cTn id="15" fill="hold">
                            <p:stCondLst>
                              <p:cond delay="0"/>
                            </p:stCondLst>
                            <p:childTnLst>
                              <p:par>
                                <p:cTn id="16" presetID="49" presetClass="entr" presetSubtype="0" decel="100000" fill="hold" grpId="0" nodeType="clickEffect">
                                  <p:stCondLst>
                                    <p:cond delay="0"/>
                                  </p:stCondLst>
                                  <p:childTnLst>
                                    <p:set>
                                      <p:cBhvr>
                                        <p:cTn id="17" dur="1" fill="hold">
                                          <p:stCondLst>
                                            <p:cond delay="0"/>
                                          </p:stCondLst>
                                        </p:cTn>
                                        <p:tgtEl>
                                          <p:spTgt spid="9"/>
                                        </p:tgtEl>
                                        <p:attrNameLst>
                                          <p:attrName>style.visibility</p:attrName>
                                        </p:attrNameLst>
                                      </p:cBhvr>
                                      <p:to>
                                        <p:strVal val="visible"/>
                                      </p:to>
                                    </p:set>
                                    <p:anim calcmode="lin" valueType="num">
                                      <p:cBhvr>
                                        <p:cTn id="18" dur="500" fill="hold"/>
                                        <p:tgtEl>
                                          <p:spTgt spid="9"/>
                                        </p:tgtEl>
                                        <p:attrNameLst>
                                          <p:attrName>ppt_w</p:attrName>
                                        </p:attrNameLst>
                                      </p:cBhvr>
                                      <p:tavLst>
                                        <p:tav tm="0">
                                          <p:val>
                                            <p:fltVal val="0"/>
                                          </p:val>
                                        </p:tav>
                                        <p:tav tm="100000">
                                          <p:val>
                                            <p:strVal val="#ppt_w"/>
                                          </p:val>
                                        </p:tav>
                                      </p:tavLst>
                                    </p:anim>
                                    <p:anim calcmode="lin" valueType="num">
                                      <p:cBhvr>
                                        <p:cTn id="19" dur="500" fill="hold"/>
                                        <p:tgtEl>
                                          <p:spTgt spid="9"/>
                                        </p:tgtEl>
                                        <p:attrNameLst>
                                          <p:attrName>ppt_h</p:attrName>
                                        </p:attrNameLst>
                                      </p:cBhvr>
                                      <p:tavLst>
                                        <p:tav tm="0">
                                          <p:val>
                                            <p:fltVal val="0"/>
                                          </p:val>
                                        </p:tav>
                                        <p:tav tm="100000">
                                          <p:val>
                                            <p:strVal val="#ppt_h"/>
                                          </p:val>
                                        </p:tav>
                                      </p:tavLst>
                                    </p:anim>
                                    <p:anim calcmode="lin" valueType="num">
                                      <p:cBhvr>
                                        <p:cTn id="20" dur="500" fill="hold"/>
                                        <p:tgtEl>
                                          <p:spTgt spid="9"/>
                                        </p:tgtEl>
                                        <p:attrNameLst>
                                          <p:attrName>style.rotation</p:attrName>
                                        </p:attrNameLst>
                                      </p:cBhvr>
                                      <p:tavLst>
                                        <p:tav tm="0">
                                          <p:val>
                                            <p:fltVal val="360"/>
                                          </p:val>
                                        </p:tav>
                                        <p:tav tm="100000">
                                          <p:val>
                                            <p:fltVal val="0"/>
                                          </p:val>
                                        </p:tav>
                                      </p:tavLst>
                                    </p:anim>
                                    <p:animEffect transition="in" filter="fade">
                                      <p:cBhvr>
                                        <p:cTn id="21" dur="500"/>
                                        <p:tgtEl>
                                          <p:spTgt spid="9"/>
                                        </p:tgtEl>
                                      </p:cBhvr>
                                    </p:animEffect>
                                  </p:childTnLst>
                                </p:cTn>
                              </p:par>
                            </p:childTnLst>
                          </p:cTn>
                        </p:par>
                        <p:par>
                          <p:cTn id="22" fill="hold">
                            <p:stCondLst>
                              <p:cond delay="500"/>
                            </p:stCondLst>
                            <p:childTnLst>
                              <p:par>
                                <p:cTn id="23" presetID="1" presetClass="entr" presetSubtype="0" fill="hold" grpId="0" nodeType="afterEffect">
                                  <p:stCondLst>
                                    <p:cond delay="0"/>
                                  </p:stCondLst>
                                  <p:iterate type="lt">
                                    <p:tmAbs val="100"/>
                                  </p:iterate>
                                  <p:childTnLst>
                                    <p:set>
                                      <p:cBhvr>
                                        <p:cTn id="24" dur="1" fill="hold">
                                          <p:stCondLst>
                                            <p:cond delay="0"/>
                                          </p:stCondLst>
                                        </p:cTn>
                                        <p:tgtEl>
                                          <p:spTgt spid="10"/>
                                        </p:tgtEl>
                                        <p:attrNameLst>
                                          <p:attrName>style.visibility</p:attrName>
                                        </p:attrNameLst>
                                      </p:cBhvr>
                                      <p:to>
                                        <p:strVal val="visible"/>
                                      </p:to>
                                    </p:set>
                                  </p:childTnLst>
                                </p:cTn>
                              </p:par>
                            </p:childTnLst>
                          </p:cTn>
                        </p:par>
                      </p:childTnLst>
                    </p:cTn>
                  </p:par>
                  <p:par>
                    <p:cTn id="25" fill="hold">
                      <p:stCondLst>
                        <p:cond delay="indefinite"/>
                      </p:stCondLst>
                      <p:childTnLst>
                        <p:par>
                          <p:cTn id="26" fill="hold">
                            <p:stCondLst>
                              <p:cond delay="0"/>
                            </p:stCondLst>
                            <p:childTnLst>
                              <p:par>
                                <p:cTn id="27" presetID="49" presetClass="entr" presetSubtype="0" decel="100000" fill="hold" grpId="0" nodeType="clickEffect">
                                  <p:stCondLst>
                                    <p:cond delay="0"/>
                                  </p:stCondLst>
                                  <p:childTnLst>
                                    <p:set>
                                      <p:cBhvr>
                                        <p:cTn id="28" dur="1" fill="hold">
                                          <p:stCondLst>
                                            <p:cond delay="0"/>
                                          </p:stCondLst>
                                        </p:cTn>
                                        <p:tgtEl>
                                          <p:spTgt spid="11"/>
                                        </p:tgtEl>
                                        <p:attrNameLst>
                                          <p:attrName>style.visibility</p:attrName>
                                        </p:attrNameLst>
                                      </p:cBhvr>
                                      <p:to>
                                        <p:strVal val="visible"/>
                                      </p:to>
                                    </p:set>
                                    <p:anim calcmode="lin" valueType="num">
                                      <p:cBhvr>
                                        <p:cTn id="29" dur="500" fill="hold"/>
                                        <p:tgtEl>
                                          <p:spTgt spid="11"/>
                                        </p:tgtEl>
                                        <p:attrNameLst>
                                          <p:attrName>ppt_w</p:attrName>
                                        </p:attrNameLst>
                                      </p:cBhvr>
                                      <p:tavLst>
                                        <p:tav tm="0">
                                          <p:val>
                                            <p:fltVal val="0"/>
                                          </p:val>
                                        </p:tav>
                                        <p:tav tm="100000">
                                          <p:val>
                                            <p:strVal val="#ppt_w"/>
                                          </p:val>
                                        </p:tav>
                                      </p:tavLst>
                                    </p:anim>
                                    <p:anim calcmode="lin" valueType="num">
                                      <p:cBhvr>
                                        <p:cTn id="30" dur="500" fill="hold"/>
                                        <p:tgtEl>
                                          <p:spTgt spid="11"/>
                                        </p:tgtEl>
                                        <p:attrNameLst>
                                          <p:attrName>ppt_h</p:attrName>
                                        </p:attrNameLst>
                                      </p:cBhvr>
                                      <p:tavLst>
                                        <p:tav tm="0">
                                          <p:val>
                                            <p:fltVal val="0"/>
                                          </p:val>
                                        </p:tav>
                                        <p:tav tm="100000">
                                          <p:val>
                                            <p:strVal val="#ppt_h"/>
                                          </p:val>
                                        </p:tav>
                                      </p:tavLst>
                                    </p:anim>
                                    <p:anim calcmode="lin" valueType="num">
                                      <p:cBhvr>
                                        <p:cTn id="31" dur="500" fill="hold"/>
                                        <p:tgtEl>
                                          <p:spTgt spid="11"/>
                                        </p:tgtEl>
                                        <p:attrNameLst>
                                          <p:attrName>style.rotation</p:attrName>
                                        </p:attrNameLst>
                                      </p:cBhvr>
                                      <p:tavLst>
                                        <p:tav tm="0">
                                          <p:val>
                                            <p:fltVal val="360"/>
                                          </p:val>
                                        </p:tav>
                                        <p:tav tm="100000">
                                          <p:val>
                                            <p:fltVal val="0"/>
                                          </p:val>
                                        </p:tav>
                                      </p:tavLst>
                                    </p:anim>
                                    <p:animEffect transition="in" filter="fade">
                                      <p:cBhvr>
                                        <p:cTn id="32" dur="500"/>
                                        <p:tgtEl>
                                          <p:spTgt spid="11"/>
                                        </p:tgtEl>
                                      </p:cBhvr>
                                    </p:animEffect>
                                  </p:childTnLst>
                                </p:cTn>
                              </p:par>
                            </p:childTnLst>
                          </p:cTn>
                        </p:par>
                        <p:par>
                          <p:cTn id="33" fill="hold">
                            <p:stCondLst>
                              <p:cond delay="500"/>
                            </p:stCondLst>
                            <p:childTnLst>
                              <p:par>
                                <p:cTn id="34" presetID="1" presetClass="entr" presetSubtype="0" fill="hold" grpId="0" nodeType="afterEffect">
                                  <p:stCondLst>
                                    <p:cond delay="0"/>
                                  </p:stCondLst>
                                  <p:iterate type="lt">
                                    <p:tmAbs val="100"/>
                                  </p:iterate>
                                  <p:childTnLst>
                                    <p:set>
                                      <p:cBhvr>
                                        <p:cTn id="35" dur="1" fill="hold">
                                          <p:stCondLst>
                                            <p:cond delay="0"/>
                                          </p:stCondLst>
                                        </p:cTn>
                                        <p:tgtEl>
                                          <p:spTgt spid="12"/>
                                        </p:tgtEl>
                                        <p:attrNameLst>
                                          <p:attrName>style.visibility</p:attrName>
                                        </p:attrNameLst>
                                      </p:cBhvr>
                                      <p:to>
                                        <p:strVal val="visible"/>
                                      </p:to>
                                    </p:set>
                                  </p:childTnLst>
                                </p:cTn>
                              </p:par>
                            </p:childTnLst>
                          </p:cTn>
                        </p:par>
                      </p:childTnLst>
                    </p:cTn>
                  </p:par>
                  <p:par>
                    <p:cTn id="36" fill="hold">
                      <p:stCondLst>
                        <p:cond delay="indefinite"/>
                      </p:stCondLst>
                      <p:childTnLst>
                        <p:par>
                          <p:cTn id="37" fill="hold">
                            <p:stCondLst>
                              <p:cond delay="0"/>
                            </p:stCondLst>
                            <p:childTnLst>
                              <p:par>
                                <p:cTn id="38" presetID="49" presetClass="entr" presetSubtype="0" decel="100000" fill="hold" grpId="0" nodeType="clickEffect">
                                  <p:stCondLst>
                                    <p:cond delay="0"/>
                                  </p:stCondLst>
                                  <p:childTnLst>
                                    <p:set>
                                      <p:cBhvr>
                                        <p:cTn id="39" dur="1" fill="hold">
                                          <p:stCondLst>
                                            <p:cond delay="0"/>
                                          </p:stCondLst>
                                        </p:cTn>
                                        <p:tgtEl>
                                          <p:spTgt spid="13"/>
                                        </p:tgtEl>
                                        <p:attrNameLst>
                                          <p:attrName>style.visibility</p:attrName>
                                        </p:attrNameLst>
                                      </p:cBhvr>
                                      <p:to>
                                        <p:strVal val="visible"/>
                                      </p:to>
                                    </p:set>
                                    <p:anim calcmode="lin" valueType="num">
                                      <p:cBhvr>
                                        <p:cTn id="40" dur="500" fill="hold"/>
                                        <p:tgtEl>
                                          <p:spTgt spid="13"/>
                                        </p:tgtEl>
                                        <p:attrNameLst>
                                          <p:attrName>ppt_w</p:attrName>
                                        </p:attrNameLst>
                                      </p:cBhvr>
                                      <p:tavLst>
                                        <p:tav tm="0">
                                          <p:val>
                                            <p:fltVal val="0"/>
                                          </p:val>
                                        </p:tav>
                                        <p:tav tm="100000">
                                          <p:val>
                                            <p:strVal val="#ppt_w"/>
                                          </p:val>
                                        </p:tav>
                                      </p:tavLst>
                                    </p:anim>
                                    <p:anim calcmode="lin" valueType="num">
                                      <p:cBhvr>
                                        <p:cTn id="41" dur="500" fill="hold"/>
                                        <p:tgtEl>
                                          <p:spTgt spid="13"/>
                                        </p:tgtEl>
                                        <p:attrNameLst>
                                          <p:attrName>ppt_h</p:attrName>
                                        </p:attrNameLst>
                                      </p:cBhvr>
                                      <p:tavLst>
                                        <p:tav tm="0">
                                          <p:val>
                                            <p:fltVal val="0"/>
                                          </p:val>
                                        </p:tav>
                                        <p:tav tm="100000">
                                          <p:val>
                                            <p:strVal val="#ppt_h"/>
                                          </p:val>
                                        </p:tav>
                                      </p:tavLst>
                                    </p:anim>
                                    <p:anim calcmode="lin" valueType="num">
                                      <p:cBhvr>
                                        <p:cTn id="42" dur="500" fill="hold"/>
                                        <p:tgtEl>
                                          <p:spTgt spid="13"/>
                                        </p:tgtEl>
                                        <p:attrNameLst>
                                          <p:attrName>style.rotation</p:attrName>
                                        </p:attrNameLst>
                                      </p:cBhvr>
                                      <p:tavLst>
                                        <p:tav tm="0">
                                          <p:val>
                                            <p:fltVal val="360"/>
                                          </p:val>
                                        </p:tav>
                                        <p:tav tm="100000">
                                          <p:val>
                                            <p:fltVal val="0"/>
                                          </p:val>
                                        </p:tav>
                                      </p:tavLst>
                                    </p:anim>
                                    <p:animEffect transition="in" filter="fade">
                                      <p:cBhvr>
                                        <p:cTn id="43" dur="500"/>
                                        <p:tgtEl>
                                          <p:spTgt spid="13"/>
                                        </p:tgtEl>
                                      </p:cBhvr>
                                    </p:animEffect>
                                  </p:childTnLst>
                                </p:cTn>
                              </p:par>
                            </p:childTnLst>
                          </p:cTn>
                        </p:par>
                        <p:par>
                          <p:cTn id="44" fill="hold">
                            <p:stCondLst>
                              <p:cond delay="500"/>
                            </p:stCondLst>
                            <p:childTnLst>
                              <p:par>
                                <p:cTn id="45" presetID="1" presetClass="entr" presetSubtype="0" fill="hold" grpId="0" nodeType="afterEffect">
                                  <p:stCondLst>
                                    <p:cond delay="0"/>
                                  </p:stCondLst>
                                  <p:iterate type="lt">
                                    <p:tmAbs val="100"/>
                                  </p:iterate>
                                  <p:childTnLst>
                                    <p:set>
                                      <p:cBhvr>
                                        <p:cTn id="46" dur="1" fill="hold">
                                          <p:stCondLst>
                                            <p:cond delay="0"/>
                                          </p:stCondLst>
                                        </p:cTn>
                                        <p:tgtEl>
                                          <p:spTgt spid="14"/>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2" grpId="0" animBg="1"/>
      <p:bldP spid="35" grpId="0"/>
      <p:bldP spid="9" grpId="0" animBg="1"/>
      <p:bldP spid="10" grpId="0"/>
      <p:bldP spid="11" grpId="0" animBg="1"/>
      <p:bldP spid="12" grpId="0"/>
      <p:bldP spid="13" grpId="0" animBg="1"/>
      <p:bldP spid="14" grpId="0"/>
    </p:bldLst>
  </p:timing>
</p:sld>
</file>

<file path=ppt/slides/slide40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4" name="组合 3">
            <a:extLst>
              <a:ext uri="{FF2B5EF4-FFF2-40B4-BE49-F238E27FC236}">
                <a16:creationId xmlns:a16="http://schemas.microsoft.com/office/drawing/2014/main" id="{9A1EA9F2-FCB6-48C3-935F-7AE7E3AD14AC}"/>
              </a:ext>
            </a:extLst>
          </p:cNvPr>
          <p:cNvGrpSpPr/>
          <p:nvPr/>
        </p:nvGrpSpPr>
        <p:grpSpPr>
          <a:xfrm>
            <a:off x="304799" y="749300"/>
            <a:ext cx="6192345" cy="400110"/>
            <a:chOff x="424116" y="898245"/>
            <a:chExt cx="6192345" cy="400110"/>
          </a:xfrm>
        </p:grpSpPr>
        <p:sp>
          <p:nvSpPr>
            <p:cNvPr id="2" name="平行四边形 1">
              <a:extLst>
                <a:ext uri="{FF2B5EF4-FFF2-40B4-BE49-F238E27FC236}">
                  <a16:creationId xmlns:a16="http://schemas.microsoft.com/office/drawing/2014/main" id="{1F5BAA3F-9845-4F89-A2DD-8222D3E4EDAC}"/>
                </a:ext>
              </a:extLst>
            </p:cNvPr>
            <p:cNvSpPr/>
            <p:nvPr/>
          </p:nvSpPr>
          <p:spPr>
            <a:xfrm>
              <a:off x="424116" y="898245"/>
              <a:ext cx="695119" cy="387090"/>
            </a:xfrm>
            <a:prstGeom prst="parallelogram">
              <a:avLst/>
            </a:prstGeom>
            <a:solidFill>
              <a:schemeClr val="accent3">
                <a:lumMod val="75000"/>
              </a:schemeClr>
            </a:solidFill>
            <a:ln>
              <a:solidFill>
                <a:schemeClr val="accent3">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CN" sz="2200" dirty="0">
                  <a:latin typeface="Impact" panose="020B0806030902050204" pitchFamily="34" charset="0"/>
                </a:rPr>
                <a:t>04</a:t>
              </a:r>
              <a:endParaRPr lang="zh-CN" altLang="en-US" sz="2200" dirty="0">
                <a:latin typeface="Impact" panose="020B0806030902050204" pitchFamily="34" charset="0"/>
              </a:endParaRPr>
            </a:p>
          </p:txBody>
        </p:sp>
        <p:sp>
          <p:nvSpPr>
            <p:cNvPr id="3" name="文本框 2">
              <a:extLst>
                <a:ext uri="{FF2B5EF4-FFF2-40B4-BE49-F238E27FC236}">
                  <a16:creationId xmlns:a16="http://schemas.microsoft.com/office/drawing/2014/main" id="{4D6BD736-A4D3-4F26-AFED-36E11F50F70B}"/>
                </a:ext>
              </a:extLst>
            </p:cNvPr>
            <p:cNvSpPr txBox="1"/>
            <p:nvPr/>
          </p:nvSpPr>
          <p:spPr>
            <a:xfrm>
              <a:off x="1119235" y="898245"/>
              <a:ext cx="5497226" cy="400110"/>
            </a:xfrm>
            <a:prstGeom prst="rect">
              <a:avLst/>
            </a:prstGeom>
            <a:noFill/>
          </p:spPr>
          <p:txBody>
            <a:bodyPr wrap="square" rtlCol="0">
              <a:spAutoFit/>
            </a:bodyPr>
            <a:lstStyle/>
            <a:p>
              <a:r>
                <a:rPr lang="zh-CN" altLang="en-US" sz="2000" b="1" dirty="0">
                  <a:solidFill>
                    <a:schemeClr val="tx1"/>
                  </a:solidFill>
                  <a:latin typeface="Arial Narrow" panose="020B0606020202030204" pitchFamily="34" charset="0"/>
                </a:rPr>
                <a:t>透明网桥的生成树协议</a:t>
              </a:r>
              <a:r>
                <a:rPr lang="en-US" altLang="zh-CN" sz="2000" b="1" dirty="0">
                  <a:solidFill>
                    <a:schemeClr val="tx1"/>
                  </a:solidFill>
                  <a:latin typeface="Arial Narrow" panose="020B0606020202030204" pitchFamily="34" charset="0"/>
                </a:rPr>
                <a:t>STP</a:t>
              </a:r>
            </a:p>
          </p:txBody>
        </p:sp>
      </p:grpSp>
      <p:sp>
        <p:nvSpPr>
          <p:cNvPr id="11" name="矩形 10">
            <a:extLst>
              <a:ext uri="{FF2B5EF4-FFF2-40B4-BE49-F238E27FC236}">
                <a16:creationId xmlns:a16="http://schemas.microsoft.com/office/drawing/2014/main" id="{7AB06020-7DD7-4DAD-91E5-11BEAF52AD79}"/>
              </a:ext>
            </a:extLst>
          </p:cNvPr>
          <p:cNvSpPr/>
          <p:nvPr/>
        </p:nvSpPr>
        <p:spPr>
          <a:xfrm>
            <a:off x="1056633" y="1259946"/>
            <a:ext cx="256976" cy="256976"/>
          </a:xfrm>
          <a:prstGeom prst="rect">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12" name="íşlïḍè">
            <a:extLst>
              <a:ext uri="{FF2B5EF4-FFF2-40B4-BE49-F238E27FC236}">
                <a16:creationId xmlns:a16="http://schemas.microsoft.com/office/drawing/2014/main" id="{327FEA51-700C-4E9A-95F8-4F35646C8ACB}"/>
              </a:ext>
            </a:extLst>
          </p:cNvPr>
          <p:cNvSpPr txBox="1"/>
          <p:nvPr/>
        </p:nvSpPr>
        <p:spPr>
          <a:xfrm>
            <a:off x="1373861" y="1205624"/>
            <a:ext cx="10513340" cy="640349"/>
          </a:xfrm>
          <a:prstGeom prst="rect">
            <a:avLst/>
          </a:prstGeom>
          <a:noFill/>
        </p:spPr>
        <p:txBody>
          <a:bodyPr wrap="square" lIns="91440" tIns="45720" rIns="91440" bIns="45720" anchor="ctr">
            <a:noAutofit/>
          </a:bodyPr>
          <a:lstStyle/>
          <a:p>
            <a:r>
              <a:rPr lang="zh-CN" altLang="en-US" b="1" dirty="0">
                <a:latin typeface="Arial Narrow" panose="020B0606020202030204" pitchFamily="34" charset="0"/>
              </a:rPr>
              <a:t>为了避免广播帧在环路中永久兜圈，透明网桥使用</a:t>
            </a:r>
            <a:r>
              <a:rPr lang="zh-CN" altLang="en-US" b="1" dirty="0">
                <a:solidFill>
                  <a:schemeClr val="accent1">
                    <a:lumMod val="75000"/>
                  </a:schemeClr>
                </a:solidFill>
                <a:latin typeface="Arial Narrow" panose="020B0606020202030204" pitchFamily="34" charset="0"/>
              </a:rPr>
              <a:t>生成树协议</a:t>
            </a:r>
            <a:r>
              <a:rPr lang="zh-CN" altLang="en-US" b="1" dirty="0">
                <a:latin typeface="Arial Narrow" panose="020B0606020202030204" pitchFamily="34" charset="0"/>
              </a:rPr>
              <a:t>（</a:t>
            </a:r>
            <a:r>
              <a:rPr lang="en-US" altLang="zh-CN" b="1" dirty="0">
                <a:solidFill>
                  <a:schemeClr val="accent1">
                    <a:lumMod val="75000"/>
                  </a:schemeClr>
                </a:solidFill>
                <a:latin typeface="Arial Narrow" panose="020B0606020202030204" pitchFamily="34" charset="0"/>
              </a:rPr>
              <a:t>S</a:t>
            </a:r>
            <a:r>
              <a:rPr lang="en-US" altLang="zh-CN" b="1" dirty="0">
                <a:latin typeface="Arial Narrow" panose="020B0606020202030204" pitchFamily="34" charset="0"/>
              </a:rPr>
              <a:t>panning </a:t>
            </a:r>
            <a:r>
              <a:rPr lang="en-US" altLang="zh-CN" b="1" dirty="0">
                <a:solidFill>
                  <a:schemeClr val="accent1">
                    <a:lumMod val="75000"/>
                  </a:schemeClr>
                </a:solidFill>
                <a:latin typeface="Arial Narrow" panose="020B0606020202030204" pitchFamily="34" charset="0"/>
              </a:rPr>
              <a:t>T</a:t>
            </a:r>
            <a:r>
              <a:rPr lang="en-US" altLang="zh-CN" b="1" dirty="0">
                <a:latin typeface="Arial Narrow" panose="020B0606020202030204" pitchFamily="34" charset="0"/>
              </a:rPr>
              <a:t>ree </a:t>
            </a:r>
            <a:r>
              <a:rPr lang="en-US" altLang="zh-CN" b="1" dirty="0">
                <a:solidFill>
                  <a:schemeClr val="accent1">
                    <a:lumMod val="75000"/>
                  </a:schemeClr>
                </a:solidFill>
                <a:latin typeface="Arial Narrow" panose="020B0606020202030204" pitchFamily="34" charset="0"/>
              </a:rPr>
              <a:t>P</a:t>
            </a:r>
            <a:r>
              <a:rPr lang="en-US" altLang="zh-CN" b="1" dirty="0">
                <a:latin typeface="Arial Narrow" panose="020B0606020202030204" pitchFamily="34" charset="0"/>
              </a:rPr>
              <a:t>rotocol</a:t>
            </a:r>
            <a:r>
              <a:rPr lang="zh-CN" altLang="en-US" b="1" dirty="0">
                <a:latin typeface="Arial Narrow" panose="020B0606020202030204" pitchFamily="34" charset="0"/>
              </a:rPr>
              <a:t>，</a:t>
            </a:r>
            <a:r>
              <a:rPr lang="en-US" altLang="zh-CN" b="1" dirty="0">
                <a:solidFill>
                  <a:schemeClr val="accent1">
                    <a:lumMod val="75000"/>
                  </a:schemeClr>
                </a:solidFill>
                <a:latin typeface="Arial Narrow" panose="020B0606020202030204" pitchFamily="34" charset="0"/>
              </a:rPr>
              <a:t>STP</a:t>
            </a:r>
            <a:r>
              <a:rPr lang="zh-CN" altLang="en-US" b="1" dirty="0">
                <a:latin typeface="Arial Narrow" panose="020B0606020202030204" pitchFamily="34" charset="0"/>
              </a:rPr>
              <a:t>），可以在增加冗余链路提高网络可靠性的同时，又避免环路带来的问题。</a:t>
            </a:r>
          </a:p>
        </p:txBody>
      </p:sp>
      <p:sp>
        <p:nvSpPr>
          <p:cNvPr id="13" name="矩形 12">
            <a:extLst>
              <a:ext uri="{FF2B5EF4-FFF2-40B4-BE49-F238E27FC236}">
                <a16:creationId xmlns:a16="http://schemas.microsoft.com/office/drawing/2014/main" id="{801F9D38-4C63-4DCD-A7AA-A5D82CE6C40D}"/>
              </a:ext>
            </a:extLst>
          </p:cNvPr>
          <p:cNvSpPr/>
          <p:nvPr/>
        </p:nvSpPr>
        <p:spPr>
          <a:xfrm>
            <a:off x="1478749" y="1921801"/>
            <a:ext cx="256976" cy="256976"/>
          </a:xfrm>
          <a:prstGeom prst="rect">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14" name="íşlïḍè">
            <a:extLst>
              <a:ext uri="{FF2B5EF4-FFF2-40B4-BE49-F238E27FC236}">
                <a16:creationId xmlns:a16="http://schemas.microsoft.com/office/drawing/2014/main" id="{C62898E0-612E-4F19-9544-8694F8947329}"/>
              </a:ext>
            </a:extLst>
          </p:cNvPr>
          <p:cNvSpPr txBox="1"/>
          <p:nvPr/>
        </p:nvSpPr>
        <p:spPr>
          <a:xfrm>
            <a:off x="1795977" y="1867479"/>
            <a:ext cx="10091223" cy="895464"/>
          </a:xfrm>
          <a:prstGeom prst="rect">
            <a:avLst/>
          </a:prstGeom>
          <a:noFill/>
        </p:spPr>
        <p:txBody>
          <a:bodyPr wrap="square" lIns="91440" tIns="45720" rIns="91440" bIns="45720" anchor="ctr">
            <a:noAutofit/>
          </a:bodyPr>
          <a:lstStyle/>
          <a:p>
            <a:r>
              <a:rPr lang="zh-CN" altLang="en-US" b="1" dirty="0">
                <a:latin typeface="Arial Narrow" panose="020B0606020202030204" pitchFamily="34" charset="0"/>
              </a:rPr>
              <a:t>不管网桥之间连接成了怎样复杂的带环拓扑，网桥之间通过</a:t>
            </a:r>
            <a:r>
              <a:rPr lang="zh-CN" altLang="en-US" b="1" dirty="0">
                <a:solidFill>
                  <a:schemeClr val="accent1">
                    <a:lumMod val="75000"/>
                  </a:schemeClr>
                </a:solidFill>
                <a:latin typeface="Arial Narrow" panose="020B0606020202030204" pitchFamily="34" charset="0"/>
              </a:rPr>
              <a:t>交互网桥协议单元</a:t>
            </a:r>
            <a:r>
              <a:rPr lang="zh-CN" altLang="en-US" b="1" dirty="0">
                <a:latin typeface="Arial Narrow" panose="020B0606020202030204" pitchFamily="34" charset="0"/>
              </a:rPr>
              <a:t>（</a:t>
            </a:r>
            <a:r>
              <a:rPr lang="en-US" altLang="zh-CN" b="1" dirty="0">
                <a:solidFill>
                  <a:schemeClr val="accent1">
                    <a:lumMod val="75000"/>
                  </a:schemeClr>
                </a:solidFill>
                <a:latin typeface="Arial Narrow" panose="020B0606020202030204" pitchFamily="34" charset="0"/>
              </a:rPr>
              <a:t>B</a:t>
            </a:r>
            <a:r>
              <a:rPr lang="en-US" altLang="zh-CN" b="1" dirty="0">
                <a:latin typeface="Arial Narrow" panose="020B0606020202030204" pitchFamily="34" charset="0"/>
              </a:rPr>
              <a:t>ridge </a:t>
            </a:r>
            <a:r>
              <a:rPr lang="en-US" altLang="zh-CN" b="1" dirty="0">
                <a:solidFill>
                  <a:schemeClr val="accent1">
                    <a:lumMod val="75000"/>
                  </a:schemeClr>
                </a:solidFill>
                <a:latin typeface="Arial Narrow" panose="020B0606020202030204" pitchFamily="34" charset="0"/>
              </a:rPr>
              <a:t>P</a:t>
            </a:r>
            <a:r>
              <a:rPr lang="en-US" altLang="zh-CN" b="1" dirty="0">
                <a:latin typeface="Arial Narrow" panose="020B0606020202030204" pitchFamily="34" charset="0"/>
              </a:rPr>
              <a:t>rotocol </a:t>
            </a:r>
            <a:r>
              <a:rPr lang="en-US" altLang="zh-CN" b="1" dirty="0">
                <a:solidFill>
                  <a:schemeClr val="accent1">
                    <a:lumMod val="75000"/>
                  </a:schemeClr>
                </a:solidFill>
                <a:latin typeface="Arial Narrow" panose="020B0606020202030204" pitchFamily="34" charset="0"/>
              </a:rPr>
              <a:t>D</a:t>
            </a:r>
            <a:r>
              <a:rPr lang="en-US" altLang="zh-CN" b="1" dirty="0">
                <a:latin typeface="Arial Narrow" panose="020B0606020202030204" pitchFamily="34" charset="0"/>
              </a:rPr>
              <a:t>ata </a:t>
            </a:r>
            <a:r>
              <a:rPr lang="en-US" altLang="zh-CN" b="1" dirty="0">
                <a:solidFill>
                  <a:schemeClr val="accent1">
                    <a:lumMod val="75000"/>
                  </a:schemeClr>
                </a:solidFill>
                <a:latin typeface="Arial Narrow" panose="020B0606020202030204" pitchFamily="34" charset="0"/>
              </a:rPr>
              <a:t>U</a:t>
            </a:r>
            <a:r>
              <a:rPr lang="en-US" altLang="zh-CN" b="1" dirty="0">
                <a:latin typeface="Arial Narrow" panose="020B0606020202030204" pitchFamily="34" charset="0"/>
              </a:rPr>
              <a:t>nit</a:t>
            </a:r>
            <a:r>
              <a:rPr lang="zh-CN" altLang="en-US" b="1" dirty="0">
                <a:latin typeface="Arial Narrow" panose="020B0606020202030204" pitchFamily="34" charset="0"/>
              </a:rPr>
              <a:t>，</a:t>
            </a:r>
            <a:r>
              <a:rPr lang="en-US" altLang="zh-CN" b="1" dirty="0">
                <a:solidFill>
                  <a:schemeClr val="accent1">
                    <a:lumMod val="75000"/>
                  </a:schemeClr>
                </a:solidFill>
                <a:latin typeface="Arial Narrow" panose="020B0606020202030204" pitchFamily="34" charset="0"/>
              </a:rPr>
              <a:t>BPDU</a:t>
            </a:r>
            <a:r>
              <a:rPr lang="zh-CN" altLang="en-US" b="1" dirty="0">
                <a:latin typeface="Arial Narrow" panose="020B0606020202030204" pitchFamily="34" charset="0"/>
              </a:rPr>
              <a:t>），</a:t>
            </a:r>
            <a:r>
              <a:rPr lang="zh-CN" altLang="en-US" b="1" dirty="0">
                <a:solidFill>
                  <a:schemeClr val="accent1">
                    <a:lumMod val="75000"/>
                  </a:schemeClr>
                </a:solidFill>
                <a:latin typeface="Arial Narrow" panose="020B0606020202030204" pitchFamily="34" charset="0"/>
              </a:rPr>
              <a:t>找出原网络拓扑的一个连通子集（即生成树）</a:t>
            </a:r>
            <a:r>
              <a:rPr lang="zh-CN" altLang="en-US" b="1" dirty="0">
                <a:latin typeface="Arial Narrow" panose="020B0606020202030204" pitchFamily="34" charset="0"/>
              </a:rPr>
              <a:t>，在这个子集里整个连通的网络中</a:t>
            </a:r>
            <a:r>
              <a:rPr lang="zh-CN" altLang="en-US" b="1" dirty="0">
                <a:solidFill>
                  <a:schemeClr val="accent1">
                    <a:lumMod val="75000"/>
                  </a:schemeClr>
                </a:solidFill>
                <a:latin typeface="Arial Narrow" panose="020B0606020202030204" pitchFamily="34" charset="0"/>
              </a:rPr>
              <a:t>不存在环路</a:t>
            </a:r>
            <a:r>
              <a:rPr lang="zh-CN" altLang="en-US" b="1" dirty="0">
                <a:latin typeface="Arial Narrow" panose="020B0606020202030204" pitchFamily="34" charset="0"/>
              </a:rPr>
              <a:t>。</a:t>
            </a:r>
          </a:p>
        </p:txBody>
      </p:sp>
      <p:grpSp>
        <p:nvGrpSpPr>
          <p:cNvPr id="7" name="组合 6">
            <a:extLst>
              <a:ext uri="{FF2B5EF4-FFF2-40B4-BE49-F238E27FC236}">
                <a16:creationId xmlns:a16="http://schemas.microsoft.com/office/drawing/2014/main" id="{9BCBD714-20CD-4043-884D-517E1DA81FD0}"/>
              </a:ext>
            </a:extLst>
          </p:cNvPr>
          <p:cNvGrpSpPr/>
          <p:nvPr/>
        </p:nvGrpSpPr>
        <p:grpSpPr>
          <a:xfrm>
            <a:off x="4301271" y="3399760"/>
            <a:ext cx="3602618" cy="3023053"/>
            <a:chOff x="4301271" y="3399760"/>
            <a:chExt cx="3602618" cy="3023053"/>
          </a:xfrm>
        </p:grpSpPr>
        <p:cxnSp>
          <p:nvCxnSpPr>
            <p:cNvPr id="15" name="直接连接符 14">
              <a:extLst>
                <a:ext uri="{FF2B5EF4-FFF2-40B4-BE49-F238E27FC236}">
                  <a16:creationId xmlns:a16="http://schemas.microsoft.com/office/drawing/2014/main" id="{4DCC8116-8FFA-464B-8AEA-EFE5DE1418F8}"/>
                </a:ext>
              </a:extLst>
            </p:cNvPr>
            <p:cNvCxnSpPr>
              <a:cxnSpLocks/>
            </p:cNvCxnSpPr>
            <p:nvPr/>
          </p:nvCxnSpPr>
          <p:spPr>
            <a:xfrm>
              <a:off x="6215224" y="5897702"/>
              <a:ext cx="1457955" cy="0"/>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cxnSp>
          <p:nvCxnSpPr>
            <p:cNvPr id="16" name="直接连接符 15">
              <a:extLst>
                <a:ext uri="{FF2B5EF4-FFF2-40B4-BE49-F238E27FC236}">
                  <a16:creationId xmlns:a16="http://schemas.microsoft.com/office/drawing/2014/main" id="{E81EB1A4-159D-4EFE-A701-BC0F3C449E16}"/>
                </a:ext>
              </a:extLst>
            </p:cNvPr>
            <p:cNvCxnSpPr>
              <a:cxnSpLocks/>
            </p:cNvCxnSpPr>
            <p:nvPr/>
          </p:nvCxnSpPr>
          <p:spPr>
            <a:xfrm>
              <a:off x="6215224" y="4298050"/>
              <a:ext cx="1462889" cy="0"/>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cxnSp>
          <p:nvCxnSpPr>
            <p:cNvPr id="17" name="直接连接符 16">
              <a:extLst>
                <a:ext uri="{FF2B5EF4-FFF2-40B4-BE49-F238E27FC236}">
                  <a16:creationId xmlns:a16="http://schemas.microsoft.com/office/drawing/2014/main" id="{3AE64C35-426A-4893-B2AB-033D0902DFE3}"/>
                </a:ext>
              </a:extLst>
            </p:cNvPr>
            <p:cNvCxnSpPr>
              <a:cxnSpLocks/>
            </p:cNvCxnSpPr>
            <p:nvPr/>
          </p:nvCxnSpPr>
          <p:spPr>
            <a:xfrm>
              <a:off x="4531981" y="5897702"/>
              <a:ext cx="1457955" cy="0"/>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sp>
          <p:nvSpPr>
            <p:cNvPr id="19" name="矩形 18">
              <a:extLst>
                <a:ext uri="{FF2B5EF4-FFF2-40B4-BE49-F238E27FC236}">
                  <a16:creationId xmlns:a16="http://schemas.microsoft.com/office/drawing/2014/main" id="{71848B71-9AED-433E-8166-952550FDF38C}"/>
                </a:ext>
              </a:extLst>
            </p:cNvPr>
            <p:cNvSpPr/>
            <p:nvPr/>
          </p:nvSpPr>
          <p:spPr>
            <a:xfrm>
              <a:off x="4415214" y="3811593"/>
              <a:ext cx="223666" cy="223666"/>
            </a:xfrm>
            <a:prstGeom prst="rect">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20" name="矩形 19">
              <a:extLst>
                <a:ext uri="{FF2B5EF4-FFF2-40B4-BE49-F238E27FC236}">
                  <a16:creationId xmlns:a16="http://schemas.microsoft.com/office/drawing/2014/main" id="{87AF9B28-C940-41CF-9221-1678E8C15FBB}"/>
                </a:ext>
              </a:extLst>
            </p:cNvPr>
            <p:cNvSpPr/>
            <p:nvPr/>
          </p:nvSpPr>
          <p:spPr>
            <a:xfrm>
              <a:off x="4415214" y="6195500"/>
              <a:ext cx="223666" cy="223666"/>
            </a:xfrm>
            <a:prstGeom prst="rect">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cxnSp>
          <p:nvCxnSpPr>
            <p:cNvPr id="21" name="直接连接符 20">
              <a:extLst>
                <a:ext uri="{FF2B5EF4-FFF2-40B4-BE49-F238E27FC236}">
                  <a16:creationId xmlns:a16="http://schemas.microsoft.com/office/drawing/2014/main" id="{42EF8A8B-6EEC-436C-9397-1E12CBF5A12F}"/>
                </a:ext>
              </a:extLst>
            </p:cNvPr>
            <p:cNvCxnSpPr>
              <a:cxnSpLocks/>
              <a:stCxn id="19" idx="2"/>
              <a:endCxn id="20" idx="0"/>
            </p:cNvCxnSpPr>
            <p:nvPr/>
          </p:nvCxnSpPr>
          <p:spPr>
            <a:xfrm>
              <a:off x="4527047" y="4035259"/>
              <a:ext cx="0" cy="2160241"/>
            </a:xfrm>
            <a:prstGeom prst="line">
              <a:avLst/>
            </a:prstGeom>
            <a:ln w="38100">
              <a:solidFill>
                <a:schemeClr val="tx1"/>
              </a:solidFill>
              <a:tailEnd type="none"/>
            </a:ln>
          </p:spPr>
          <p:style>
            <a:lnRef idx="1">
              <a:schemeClr val="accent1"/>
            </a:lnRef>
            <a:fillRef idx="0">
              <a:schemeClr val="accent1"/>
            </a:fillRef>
            <a:effectRef idx="0">
              <a:schemeClr val="accent1"/>
            </a:effectRef>
            <a:fontRef idx="minor">
              <a:schemeClr val="tx1"/>
            </a:fontRef>
          </p:style>
        </p:cxnSp>
        <p:sp>
          <p:nvSpPr>
            <p:cNvPr id="22" name="íşlïḍè">
              <a:extLst>
                <a:ext uri="{FF2B5EF4-FFF2-40B4-BE49-F238E27FC236}">
                  <a16:creationId xmlns:a16="http://schemas.microsoft.com/office/drawing/2014/main" id="{45A31CDF-B7FF-472C-9F90-B58A748377AF}"/>
                </a:ext>
              </a:extLst>
            </p:cNvPr>
            <p:cNvSpPr txBox="1"/>
            <p:nvPr/>
          </p:nvSpPr>
          <p:spPr>
            <a:xfrm>
              <a:off x="4301271" y="3400837"/>
              <a:ext cx="451552" cy="400111"/>
            </a:xfrm>
            <a:prstGeom prst="rect">
              <a:avLst/>
            </a:prstGeom>
            <a:noFill/>
          </p:spPr>
          <p:txBody>
            <a:bodyPr wrap="square" lIns="91440" tIns="45720" rIns="91440" bIns="45720" anchor="ctr">
              <a:noAutofit/>
            </a:bodyPr>
            <a:lstStyle/>
            <a:p>
              <a:pPr algn="ctr"/>
              <a:r>
                <a:rPr lang="en-US" altLang="zh-CN" sz="2000" b="1" dirty="0">
                  <a:latin typeface="Arial Narrow" panose="020B0606020202030204" pitchFamily="34" charset="0"/>
                </a:rPr>
                <a:t>E1</a:t>
              </a:r>
              <a:endParaRPr lang="zh-CN" altLang="en-US" sz="2000" b="1" dirty="0">
                <a:latin typeface="Arial Narrow" panose="020B0606020202030204" pitchFamily="34" charset="0"/>
              </a:endParaRPr>
            </a:p>
          </p:txBody>
        </p:sp>
        <p:sp>
          <p:nvSpPr>
            <p:cNvPr id="24" name="矩形 23">
              <a:extLst>
                <a:ext uri="{FF2B5EF4-FFF2-40B4-BE49-F238E27FC236}">
                  <a16:creationId xmlns:a16="http://schemas.microsoft.com/office/drawing/2014/main" id="{77D4E771-9053-42B0-94BF-7CB4487592DF}"/>
                </a:ext>
              </a:extLst>
            </p:cNvPr>
            <p:cNvSpPr/>
            <p:nvPr/>
          </p:nvSpPr>
          <p:spPr>
            <a:xfrm>
              <a:off x="7566280" y="3800948"/>
              <a:ext cx="223666" cy="223666"/>
            </a:xfrm>
            <a:prstGeom prst="rect">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25" name="矩形 24">
              <a:extLst>
                <a:ext uri="{FF2B5EF4-FFF2-40B4-BE49-F238E27FC236}">
                  <a16:creationId xmlns:a16="http://schemas.microsoft.com/office/drawing/2014/main" id="{35069FCD-F7FC-48D7-BA2A-CFA56B01A447}"/>
                </a:ext>
              </a:extLst>
            </p:cNvPr>
            <p:cNvSpPr/>
            <p:nvPr/>
          </p:nvSpPr>
          <p:spPr>
            <a:xfrm>
              <a:off x="7566280" y="6195500"/>
              <a:ext cx="223666" cy="223666"/>
            </a:xfrm>
            <a:prstGeom prst="rect">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cxnSp>
          <p:nvCxnSpPr>
            <p:cNvPr id="26" name="直接连接符 25">
              <a:extLst>
                <a:ext uri="{FF2B5EF4-FFF2-40B4-BE49-F238E27FC236}">
                  <a16:creationId xmlns:a16="http://schemas.microsoft.com/office/drawing/2014/main" id="{18FA5C14-7E2F-4290-A64D-B2E2A3ECC7C4}"/>
                </a:ext>
              </a:extLst>
            </p:cNvPr>
            <p:cNvCxnSpPr>
              <a:cxnSpLocks/>
              <a:stCxn id="24" idx="2"/>
              <a:endCxn id="25" idx="0"/>
            </p:cNvCxnSpPr>
            <p:nvPr/>
          </p:nvCxnSpPr>
          <p:spPr>
            <a:xfrm>
              <a:off x="7678113" y="4024614"/>
              <a:ext cx="0" cy="2170886"/>
            </a:xfrm>
            <a:prstGeom prst="line">
              <a:avLst/>
            </a:prstGeom>
            <a:ln w="38100">
              <a:solidFill>
                <a:schemeClr val="tx1"/>
              </a:solidFill>
              <a:tailEnd type="none"/>
            </a:ln>
          </p:spPr>
          <p:style>
            <a:lnRef idx="1">
              <a:schemeClr val="accent1"/>
            </a:lnRef>
            <a:fillRef idx="0">
              <a:schemeClr val="accent1"/>
            </a:fillRef>
            <a:effectRef idx="0">
              <a:schemeClr val="accent1"/>
            </a:effectRef>
            <a:fontRef idx="minor">
              <a:schemeClr val="tx1"/>
            </a:fontRef>
          </p:style>
        </p:cxnSp>
        <p:sp>
          <p:nvSpPr>
            <p:cNvPr id="27" name="íşlïḍè">
              <a:extLst>
                <a:ext uri="{FF2B5EF4-FFF2-40B4-BE49-F238E27FC236}">
                  <a16:creationId xmlns:a16="http://schemas.microsoft.com/office/drawing/2014/main" id="{E63F542A-80A9-4BE8-BAF1-5C82828097D0}"/>
                </a:ext>
              </a:extLst>
            </p:cNvPr>
            <p:cNvSpPr txBox="1"/>
            <p:nvPr/>
          </p:nvSpPr>
          <p:spPr>
            <a:xfrm>
              <a:off x="7452337" y="3399760"/>
              <a:ext cx="451552" cy="400111"/>
            </a:xfrm>
            <a:prstGeom prst="rect">
              <a:avLst/>
            </a:prstGeom>
            <a:noFill/>
          </p:spPr>
          <p:txBody>
            <a:bodyPr wrap="square" lIns="91440" tIns="45720" rIns="91440" bIns="45720" anchor="ctr">
              <a:noAutofit/>
            </a:bodyPr>
            <a:lstStyle/>
            <a:p>
              <a:pPr algn="ctr"/>
              <a:r>
                <a:rPr lang="en-US" altLang="zh-CN" sz="2000" b="1" dirty="0">
                  <a:latin typeface="Arial Narrow" panose="020B0606020202030204" pitchFamily="34" charset="0"/>
                </a:rPr>
                <a:t>E2</a:t>
              </a:r>
              <a:endParaRPr lang="zh-CN" altLang="en-US" sz="2000" b="1" dirty="0">
                <a:latin typeface="Arial Narrow" panose="020B0606020202030204" pitchFamily="34" charset="0"/>
              </a:endParaRPr>
            </a:p>
          </p:txBody>
        </p:sp>
        <p:cxnSp>
          <p:nvCxnSpPr>
            <p:cNvPr id="28" name="直接连接符 27">
              <a:extLst>
                <a:ext uri="{FF2B5EF4-FFF2-40B4-BE49-F238E27FC236}">
                  <a16:creationId xmlns:a16="http://schemas.microsoft.com/office/drawing/2014/main" id="{86537F35-4B32-456B-BA1A-2CAB43EC1148}"/>
                </a:ext>
              </a:extLst>
            </p:cNvPr>
            <p:cNvCxnSpPr>
              <a:cxnSpLocks/>
            </p:cNvCxnSpPr>
            <p:nvPr/>
          </p:nvCxnSpPr>
          <p:spPr>
            <a:xfrm>
              <a:off x="4527047" y="4298050"/>
              <a:ext cx="1462889" cy="0"/>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grpSp>
          <p:nvGrpSpPr>
            <p:cNvPr id="29" name="组合 28">
              <a:extLst>
                <a:ext uri="{FF2B5EF4-FFF2-40B4-BE49-F238E27FC236}">
                  <a16:creationId xmlns:a16="http://schemas.microsoft.com/office/drawing/2014/main" id="{034E4E72-A69A-4C9D-B365-45140D3BFC91}"/>
                </a:ext>
              </a:extLst>
            </p:cNvPr>
            <p:cNvGrpSpPr/>
            <p:nvPr/>
          </p:nvGrpSpPr>
          <p:grpSpPr>
            <a:xfrm>
              <a:off x="5816964" y="3714661"/>
              <a:ext cx="581100" cy="760939"/>
              <a:chOff x="5805451" y="2483517"/>
              <a:chExt cx="581100" cy="760939"/>
            </a:xfrm>
          </p:grpSpPr>
          <p:pic>
            <p:nvPicPr>
              <p:cNvPr id="30" name="图片 29" descr="图片包含 图标&#10;&#10;描述已自动生成">
                <a:extLst>
                  <a:ext uri="{FF2B5EF4-FFF2-40B4-BE49-F238E27FC236}">
                    <a16:creationId xmlns:a16="http://schemas.microsoft.com/office/drawing/2014/main" id="{2A67B048-B788-4EEC-AD2F-7C3AE03047A1}"/>
                  </a:ext>
                </a:extLst>
              </p:cNvPr>
              <p:cNvPicPr>
                <a:picLocks noChangeAspect="1"/>
              </p:cNvPicPr>
              <p:nvPr/>
            </p:nvPicPr>
            <p:blipFill>
              <a:blip r:embed="rId3">
                <a:extLst>
                  <a:ext uri="{28A0092B-C50C-407E-A947-70E740481C1C}">
                    <a14:useLocalDpi xmlns:a14="http://schemas.microsoft.com/office/drawing/2010/main" val="0"/>
                  </a:ext>
                </a:extLst>
              </a:blip>
              <a:stretch>
                <a:fillRect/>
              </a:stretch>
            </p:blipFill>
            <p:spPr>
              <a:xfrm>
                <a:off x="5805451" y="2770089"/>
                <a:ext cx="581100" cy="474367"/>
              </a:xfrm>
              <a:prstGeom prst="rect">
                <a:avLst/>
              </a:prstGeom>
            </p:spPr>
          </p:pic>
          <p:sp>
            <p:nvSpPr>
              <p:cNvPr id="31" name="íşlïḍè">
                <a:extLst>
                  <a:ext uri="{FF2B5EF4-FFF2-40B4-BE49-F238E27FC236}">
                    <a16:creationId xmlns:a16="http://schemas.microsoft.com/office/drawing/2014/main" id="{346E3E72-45C7-42B9-9171-5C025693A27E}"/>
                  </a:ext>
                </a:extLst>
              </p:cNvPr>
              <p:cNvSpPr txBox="1"/>
              <p:nvPr/>
            </p:nvSpPr>
            <p:spPr>
              <a:xfrm>
                <a:off x="5860355" y="2483517"/>
                <a:ext cx="451552" cy="400111"/>
              </a:xfrm>
              <a:prstGeom prst="rect">
                <a:avLst/>
              </a:prstGeom>
              <a:noFill/>
            </p:spPr>
            <p:txBody>
              <a:bodyPr wrap="square" lIns="91440" tIns="45720" rIns="91440" bIns="45720" anchor="ctr">
                <a:noAutofit/>
              </a:bodyPr>
              <a:lstStyle/>
              <a:p>
                <a:pPr algn="ctr"/>
                <a:r>
                  <a:rPr lang="en-US" altLang="zh-CN" sz="2000" b="1" dirty="0">
                    <a:latin typeface="Arial Narrow" panose="020B0606020202030204" pitchFamily="34" charset="0"/>
                  </a:rPr>
                  <a:t>B1</a:t>
                </a:r>
                <a:endParaRPr lang="zh-CN" altLang="en-US" sz="2000" b="1" dirty="0">
                  <a:latin typeface="Arial Narrow" panose="020B0606020202030204" pitchFamily="34" charset="0"/>
                </a:endParaRPr>
              </a:p>
            </p:txBody>
          </p:sp>
        </p:grpSp>
        <p:grpSp>
          <p:nvGrpSpPr>
            <p:cNvPr id="33" name="组合 32">
              <a:extLst>
                <a:ext uri="{FF2B5EF4-FFF2-40B4-BE49-F238E27FC236}">
                  <a16:creationId xmlns:a16="http://schemas.microsoft.com/office/drawing/2014/main" id="{05DC431F-5057-4F01-A722-BA8BFB6D321C}"/>
                </a:ext>
              </a:extLst>
            </p:cNvPr>
            <p:cNvGrpSpPr/>
            <p:nvPr/>
          </p:nvGrpSpPr>
          <p:grpSpPr>
            <a:xfrm>
              <a:off x="5807094" y="5598802"/>
              <a:ext cx="581100" cy="824011"/>
              <a:chOff x="5805451" y="2770089"/>
              <a:chExt cx="581100" cy="824011"/>
            </a:xfrm>
          </p:grpSpPr>
          <p:pic>
            <p:nvPicPr>
              <p:cNvPr id="34" name="图片 33" descr="图片包含 图标&#10;&#10;描述已自动生成">
                <a:extLst>
                  <a:ext uri="{FF2B5EF4-FFF2-40B4-BE49-F238E27FC236}">
                    <a16:creationId xmlns:a16="http://schemas.microsoft.com/office/drawing/2014/main" id="{C6C143ED-A95F-4D92-8AFB-B1CFF8EE6402}"/>
                  </a:ext>
                </a:extLst>
              </p:cNvPr>
              <p:cNvPicPr>
                <a:picLocks noChangeAspect="1"/>
              </p:cNvPicPr>
              <p:nvPr/>
            </p:nvPicPr>
            <p:blipFill>
              <a:blip r:embed="rId3">
                <a:extLst>
                  <a:ext uri="{28A0092B-C50C-407E-A947-70E740481C1C}">
                    <a14:useLocalDpi xmlns:a14="http://schemas.microsoft.com/office/drawing/2010/main" val="0"/>
                  </a:ext>
                </a:extLst>
              </a:blip>
              <a:stretch>
                <a:fillRect/>
              </a:stretch>
            </p:blipFill>
            <p:spPr>
              <a:xfrm>
                <a:off x="5805451" y="2770089"/>
                <a:ext cx="581100" cy="474367"/>
              </a:xfrm>
              <a:prstGeom prst="rect">
                <a:avLst/>
              </a:prstGeom>
            </p:spPr>
          </p:pic>
          <p:sp>
            <p:nvSpPr>
              <p:cNvPr id="36" name="íşlïḍè">
                <a:extLst>
                  <a:ext uri="{FF2B5EF4-FFF2-40B4-BE49-F238E27FC236}">
                    <a16:creationId xmlns:a16="http://schemas.microsoft.com/office/drawing/2014/main" id="{5143CDD7-7469-491A-8D82-59A9FC516B74}"/>
                  </a:ext>
                </a:extLst>
              </p:cNvPr>
              <p:cNvSpPr txBox="1"/>
              <p:nvPr/>
            </p:nvSpPr>
            <p:spPr>
              <a:xfrm>
                <a:off x="5860355" y="3193989"/>
                <a:ext cx="451552" cy="400111"/>
              </a:xfrm>
              <a:prstGeom prst="rect">
                <a:avLst/>
              </a:prstGeom>
              <a:noFill/>
            </p:spPr>
            <p:txBody>
              <a:bodyPr wrap="square" lIns="91440" tIns="45720" rIns="91440" bIns="45720" anchor="ctr">
                <a:noAutofit/>
              </a:bodyPr>
              <a:lstStyle/>
              <a:p>
                <a:pPr algn="ctr"/>
                <a:r>
                  <a:rPr lang="en-US" altLang="zh-CN" sz="2000" b="1" dirty="0">
                    <a:latin typeface="Arial Narrow" panose="020B0606020202030204" pitchFamily="34" charset="0"/>
                  </a:rPr>
                  <a:t>B2</a:t>
                </a:r>
                <a:endParaRPr lang="zh-CN" altLang="en-US" sz="2000" b="1" dirty="0">
                  <a:latin typeface="Arial Narrow" panose="020B0606020202030204" pitchFamily="34" charset="0"/>
                </a:endParaRPr>
              </a:p>
            </p:txBody>
          </p:sp>
        </p:grpSp>
      </p:grpSp>
      <p:grpSp>
        <p:nvGrpSpPr>
          <p:cNvPr id="39" name="组合 38">
            <a:extLst>
              <a:ext uri="{FF2B5EF4-FFF2-40B4-BE49-F238E27FC236}">
                <a16:creationId xmlns:a16="http://schemas.microsoft.com/office/drawing/2014/main" id="{2B35A84E-DA92-4977-B1A5-1A95F2FC5D4D}"/>
              </a:ext>
            </a:extLst>
          </p:cNvPr>
          <p:cNvGrpSpPr/>
          <p:nvPr/>
        </p:nvGrpSpPr>
        <p:grpSpPr>
          <a:xfrm>
            <a:off x="5609773" y="4467126"/>
            <a:ext cx="995482" cy="1248344"/>
            <a:chOff x="5609773" y="4467126"/>
            <a:chExt cx="995482" cy="1248344"/>
          </a:xfrm>
        </p:grpSpPr>
        <p:sp>
          <p:nvSpPr>
            <p:cNvPr id="8" name="箭头: 上下 7">
              <a:extLst>
                <a:ext uri="{FF2B5EF4-FFF2-40B4-BE49-F238E27FC236}">
                  <a16:creationId xmlns:a16="http://schemas.microsoft.com/office/drawing/2014/main" id="{FDEEC32C-B027-4C69-9EE1-7EA56F05BDE6}"/>
                </a:ext>
              </a:extLst>
            </p:cNvPr>
            <p:cNvSpPr/>
            <p:nvPr/>
          </p:nvSpPr>
          <p:spPr>
            <a:xfrm>
              <a:off x="5609773" y="4467126"/>
              <a:ext cx="995482" cy="1248344"/>
            </a:xfrm>
            <a:prstGeom prst="upDownArrow">
              <a:avLst>
                <a:gd name="adj1" fmla="val 65153"/>
                <a:gd name="adj2" fmla="val 34089"/>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p>
          </p:txBody>
        </p:sp>
        <p:sp>
          <p:nvSpPr>
            <p:cNvPr id="38" name="íşlïḍè">
              <a:extLst>
                <a:ext uri="{FF2B5EF4-FFF2-40B4-BE49-F238E27FC236}">
                  <a16:creationId xmlns:a16="http://schemas.microsoft.com/office/drawing/2014/main" id="{8BA0C1C0-21D0-4E27-B0C7-B059D946684B}"/>
                </a:ext>
              </a:extLst>
            </p:cNvPr>
            <p:cNvSpPr txBox="1"/>
            <p:nvPr/>
          </p:nvSpPr>
          <p:spPr>
            <a:xfrm>
              <a:off x="5741262" y="4644675"/>
              <a:ext cx="732503" cy="895464"/>
            </a:xfrm>
            <a:prstGeom prst="rect">
              <a:avLst/>
            </a:prstGeom>
            <a:noFill/>
          </p:spPr>
          <p:txBody>
            <a:bodyPr wrap="square" lIns="91440" tIns="45720" rIns="91440" bIns="45720" anchor="ctr">
              <a:noAutofit/>
            </a:bodyPr>
            <a:lstStyle/>
            <a:p>
              <a:pPr algn="ctr"/>
              <a:r>
                <a:rPr lang="zh-CN" altLang="en-US" b="1" dirty="0">
                  <a:solidFill>
                    <a:schemeClr val="bg1"/>
                  </a:solidFill>
                  <a:latin typeface="Arial Narrow" panose="020B0606020202030204" pitchFamily="34" charset="0"/>
                </a:rPr>
                <a:t>交</a:t>
              </a:r>
              <a:endParaRPr lang="en-US" altLang="zh-CN" b="1" dirty="0">
                <a:solidFill>
                  <a:schemeClr val="bg1"/>
                </a:solidFill>
                <a:latin typeface="Arial Narrow" panose="020B0606020202030204" pitchFamily="34" charset="0"/>
              </a:endParaRPr>
            </a:p>
            <a:p>
              <a:pPr algn="ctr"/>
              <a:r>
                <a:rPr lang="zh-CN" altLang="en-US" b="1" dirty="0">
                  <a:solidFill>
                    <a:schemeClr val="bg1"/>
                  </a:solidFill>
                  <a:latin typeface="Arial Narrow" panose="020B0606020202030204" pitchFamily="34" charset="0"/>
                </a:rPr>
                <a:t>互</a:t>
              </a:r>
              <a:endParaRPr lang="en-US" altLang="zh-CN" b="1" dirty="0">
                <a:solidFill>
                  <a:schemeClr val="bg1"/>
                </a:solidFill>
                <a:latin typeface="Arial Narrow" panose="020B0606020202030204" pitchFamily="34" charset="0"/>
              </a:endParaRPr>
            </a:p>
            <a:p>
              <a:pPr algn="ctr"/>
              <a:r>
                <a:rPr lang="en-US" altLang="zh-CN" b="1" dirty="0">
                  <a:solidFill>
                    <a:schemeClr val="bg1"/>
                  </a:solidFill>
                  <a:latin typeface="Arial Narrow" panose="020B0606020202030204" pitchFamily="34" charset="0"/>
                </a:rPr>
                <a:t>BPDU</a:t>
              </a:r>
              <a:endParaRPr lang="zh-CN" altLang="en-US" b="1" dirty="0">
                <a:solidFill>
                  <a:schemeClr val="bg1"/>
                </a:solidFill>
                <a:latin typeface="Arial Narrow" panose="020B0606020202030204" pitchFamily="34" charset="0"/>
              </a:endParaRPr>
            </a:p>
          </p:txBody>
        </p:sp>
      </p:grpSp>
      <p:sp>
        <p:nvSpPr>
          <p:cNvPr id="40" name="椭圆 39">
            <a:extLst>
              <a:ext uri="{FF2B5EF4-FFF2-40B4-BE49-F238E27FC236}">
                <a16:creationId xmlns:a16="http://schemas.microsoft.com/office/drawing/2014/main" id="{A28BA91B-0B31-450E-BBA9-E19F7FCA8D1D}"/>
              </a:ext>
            </a:extLst>
          </p:cNvPr>
          <p:cNvSpPr/>
          <p:nvPr/>
        </p:nvSpPr>
        <p:spPr>
          <a:xfrm>
            <a:off x="6336576" y="5855929"/>
            <a:ext cx="92096" cy="92096"/>
          </a:xfrm>
          <a:prstGeom prst="ellipse">
            <a:avLst/>
          </a:prstGeom>
          <a:solidFill>
            <a:schemeClr val="accent1">
              <a:lumMod val="75000"/>
            </a:schemeClr>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grpSp>
        <p:nvGrpSpPr>
          <p:cNvPr id="49" name="组合 48">
            <a:extLst>
              <a:ext uri="{FF2B5EF4-FFF2-40B4-BE49-F238E27FC236}">
                <a16:creationId xmlns:a16="http://schemas.microsoft.com/office/drawing/2014/main" id="{6DB56734-67D1-41FB-AACC-61CF6FB5A45D}"/>
              </a:ext>
            </a:extLst>
          </p:cNvPr>
          <p:cNvGrpSpPr/>
          <p:nvPr/>
        </p:nvGrpSpPr>
        <p:grpSpPr>
          <a:xfrm>
            <a:off x="6415185" y="5023131"/>
            <a:ext cx="1222450" cy="846285"/>
            <a:chOff x="6415185" y="5023131"/>
            <a:chExt cx="1222450" cy="846285"/>
          </a:xfrm>
        </p:grpSpPr>
        <p:sp>
          <p:nvSpPr>
            <p:cNvPr id="41" name="íşlïḍè">
              <a:extLst>
                <a:ext uri="{FF2B5EF4-FFF2-40B4-BE49-F238E27FC236}">
                  <a16:creationId xmlns:a16="http://schemas.microsoft.com/office/drawing/2014/main" id="{70B5A441-F0AF-4024-AE6F-CB6203ED5544}"/>
                </a:ext>
              </a:extLst>
            </p:cNvPr>
            <p:cNvSpPr txBox="1"/>
            <p:nvPr/>
          </p:nvSpPr>
          <p:spPr>
            <a:xfrm>
              <a:off x="6642154" y="5023131"/>
              <a:ext cx="995481" cy="641537"/>
            </a:xfrm>
            <a:prstGeom prst="rect">
              <a:avLst/>
            </a:prstGeom>
            <a:noFill/>
          </p:spPr>
          <p:txBody>
            <a:bodyPr wrap="square" lIns="91440" tIns="45720" rIns="91440" bIns="45720" anchor="ctr">
              <a:noAutofit/>
            </a:bodyPr>
            <a:lstStyle/>
            <a:p>
              <a:pPr algn="ctr"/>
              <a:r>
                <a:rPr lang="zh-CN" altLang="en-US" b="1" dirty="0">
                  <a:solidFill>
                    <a:schemeClr val="accent1">
                      <a:lumMod val="75000"/>
                    </a:schemeClr>
                  </a:solidFill>
                  <a:latin typeface="Arial Narrow" panose="020B0606020202030204" pitchFamily="34" charset="0"/>
                </a:rPr>
                <a:t>关闭</a:t>
              </a:r>
              <a:endParaRPr lang="en-US" altLang="zh-CN" b="1" dirty="0">
                <a:solidFill>
                  <a:schemeClr val="accent1">
                    <a:lumMod val="75000"/>
                  </a:schemeClr>
                </a:solidFill>
                <a:latin typeface="Arial Narrow" panose="020B0606020202030204" pitchFamily="34" charset="0"/>
              </a:endParaRPr>
            </a:p>
            <a:p>
              <a:pPr algn="ctr"/>
              <a:r>
                <a:rPr lang="zh-CN" altLang="en-US" b="1" dirty="0">
                  <a:solidFill>
                    <a:schemeClr val="accent1">
                      <a:lumMod val="75000"/>
                    </a:schemeClr>
                  </a:solidFill>
                  <a:latin typeface="Arial Narrow" panose="020B0606020202030204" pitchFamily="34" charset="0"/>
                </a:rPr>
                <a:t>该接口</a:t>
              </a:r>
            </a:p>
          </p:txBody>
        </p:sp>
        <p:cxnSp>
          <p:nvCxnSpPr>
            <p:cNvPr id="43" name="直接箭头连接符 42">
              <a:extLst>
                <a:ext uri="{FF2B5EF4-FFF2-40B4-BE49-F238E27FC236}">
                  <a16:creationId xmlns:a16="http://schemas.microsoft.com/office/drawing/2014/main" id="{96F6DA9F-B7E0-4E25-84A3-C6BEBA6FA606}"/>
                </a:ext>
              </a:extLst>
            </p:cNvPr>
            <p:cNvCxnSpPr>
              <a:cxnSpLocks/>
              <a:stCxn id="41" idx="2"/>
              <a:endCxn id="40" idx="7"/>
            </p:cNvCxnSpPr>
            <p:nvPr/>
          </p:nvCxnSpPr>
          <p:spPr>
            <a:xfrm flipH="1">
              <a:off x="6415185" y="5664668"/>
              <a:ext cx="724710" cy="204748"/>
            </a:xfrm>
            <a:prstGeom prst="straightConnector1">
              <a:avLst/>
            </a:prstGeom>
            <a:ln w="25400">
              <a:solidFill>
                <a:schemeClr val="accent1">
                  <a:lumMod val="75000"/>
                </a:schemeClr>
              </a:solidFill>
              <a:tailEnd type="triangle"/>
            </a:ln>
          </p:spPr>
          <p:style>
            <a:lnRef idx="1">
              <a:schemeClr val="accent1"/>
            </a:lnRef>
            <a:fillRef idx="0">
              <a:schemeClr val="accent1"/>
            </a:fillRef>
            <a:effectRef idx="0">
              <a:schemeClr val="accent1"/>
            </a:effectRef>
            <a:fontRef idx="minor">
              <a:schemeClr val="tx1"/>
            </a:fontRef>
          </p:style>
        </p:cxnSp>
      </p:grpSp>
    </p:spTree>
    <p:custDataLst>
      <p:tags r:id="rId1"/>
    </p:custDataLst>
    <p:extLst>
      <p:ext uri="{BB962C8B-B14F-4D97-AF65-F5344CB8AC3E}">
        <p14:creationId xmlns:p14="http://schemas.microsoft.com/office/powerpoint/2010/main" val="3779094651"/>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30" presetClass="entr" presetSubtype="0" fill="hold" nodeType="withEffect">
                                  <p:stCondLst>
                                    <p:cond delay="0"/>
                                  </p:stCondLst>
                                  <p:childTnLst>
                                    <p:set>
                                      <p:cBhvr>
                                        <p:cTn id="6" dur="1" fill="hold">
                                          <p:stCondLst>
                                            <p:cond delay="0"/>
                                          </p:stCondLst>
                                        </p:cTn>
                                        <p:tgtEl>
                                          <p:spTgt spid="7"/>
                                        </p:tgtEl>
                                        <p:attrNameLst>
                                          <p:attrName>style.visibility</p:attrName>
                                        </p:attrNameLst>
                                      </p:cBhvr>
                                      <p:to>
                                        <p:strVal val="visible"/>
                                      </p:to>
                                    </p:set>
                                    <p:animEffect transition="in" filter="fade">
                                      <p:cBhvr>
                                        <p:cTn id="7" dur="800" decel="100000"/>
                                        <p:tgtEl>
                                          <p:spTgt spid="7"/>
                                        </p:tgtEl>
                                      </p:cBhvr>
                                    </p:animEffect>
                                    <p:anim calcmode="lin" valueType="num">
                                      <p:cBhvr>
                                        <p:cTn id="8" dur="800" decel="100000" fill="hold"/>
                                        <p:tgtEl>
                                          <p:spTgt spid="7"/>
                                        </p:tgtEl>
                                        <p:attrNameLst>
                                          <p:attrName>style.rotation</p:attrName>
                                        </p:attrNameLst>
                                      </p:cBhvr>
                                      <p:tavLst>
                                        <p:tav tm="0">
                                          <p:val>
                                            <p:fltVal val="-90"/>
                                          </p:val>
                                        </p:tav>
                                        <p:tav tm="100000">
                                          <p:val>
                                            <p:fltVal val="0"/>
                                          </p:val>
                                        </p:tav>
                                      </p:tavLst>
                                    </p:anim>
                                    <p:anim calcmode="lin" valueType="num">
                                      <p:cBhvr>
                                        <p:cTn id="9" dur="800" decel="100000" fill="hold"/>
                                        <p:tgtEl>
                                          <p:spTgt spid="7"/>
                                        </p:tgtEl>
                                        <p:attrNameLst>
                                          <p:attrName>ppt_x</p:attrName>
                                        </p:attrNameLst>
                                      </p:cBhvr>
                                      <p:tavLst>
                                        <p:tav tm="0">
                                          <p:val>
                                            <p:strVal val="#ppt_x+0.4"/>
                                          </p:val>
                                        </p:tav>
                                        <p:tav tm="100000">
                                          <p:val>
                                            <p:strVal val="#ppt_x-0.05"/>
                                          </p:val>
                                        </p:tav>
                                      </p:tavLst>
                                    </p:anim>
                                    <p:anim calcmode="lin" valueType="num">
                                      <p:cBhvr>
                                        <p:cTn id="10" dur="800" decel="100000" fill="hold"/>
                                        <p:tgtEl>
                                          <p:spTgt spid="7"/>
                                        </p:tgtEl>
                                        <p:attrNameLst>
                                          <p:attrName>ppt_y</p:attrName>
                                        </p:attrNameLst>
                                      </p:cBhvr>
                                      <p:tavLst>
                                        <p:tav tm="0">
                                          <p:val>
                                            <p:strVal val="#ppt_y-0.4"/>
                                          </p:val>
                                        </p:tav>
                                        <p:tav tm="100000">
                                          <p:val>
                                            <p:strVal val="#ppt_y+0.1"/>
                                          </p:val>
                                        </p:tav>
                                      </p:tavLst>
                                    </p:anim>
                                    <p:anim calcmode="lin" valueType="num">
                                      <p:cBhvr>
                                        <p:cTn id="11" dur="200" accel="100000" fill="hold">
                                          <p:stCondLst>
                                            <p:cond delay="800"/>
                                          </p:stCondLst>
                                        </p:cTn>
                                        <p:tgtEl>
                                          <p:spTgt spid="7"/>
                                        </p:tgtEl>
                                        <p:attrNameLst>
                                          <p:attrName>ppt_x</p:attrName>
                                        </p:attrNameLst>
                                      </p:cBhvr>
                                      <p:tavLst>
                                        <p:tav tm="0">
                                          <p:val>
                                            <p:strVal val="#ppt_x-0.05"/>
                                          </p:val>
                                        </p:tav>
                                        <p:tav tm="100000">
                                          <p:val>
                                            <p:strVal val="#ppt_x"/>
                                          </p:val>
                                        </p:tav>
                                      </p:tavLst>
                                    </p:anim>
                                    <p:anim calcmode="lin" valueType="num">
                                      <p:cBhvr>
                                        <p:cTn id="12" dur="200" accel="100000" fill="hold">
                                          <p:stCondLst>
                                            <p:cond delay="800"/>
                                          </p:stCondLst>
                                        </p:cTn>
                                        <p:tgtEl>
                                          <p:spTgt spid="7"/>
                                        </p:tgtEl>
                                        <p:attrNameLst>
                                          <p:attrName>ppt_y</p:attrName>
                                        </p:attrNameLst>
                                      </p:cBhvr>
                                      <p:tavLst>
                                        <p:tav tm="0">
                                          <p:val>
                                            <p:strVal val="#ppt_y+0.1"/>
                                          </p:val>
                                        </p:tav>
                                        <p:tav tm="100000">
                                          <p:val>
                                            <p:strVal val="#ppt_y"/>
                                          </p:val>
                                        </p:tav>
                                      </p:tavLst>
                                    </p:anim>
                                  </p:childTnLst>
                                </p:cTn>
                              </p:par>
                            </p:childTnLst>
                          </p:cTn>
                        </p:par>
                      </p:childTnLst>
                    </p:cTn>
                  </p:par>
                  <p:par>
                    <p:cTn id="13" fill="hold">
                      <p:stCondLst>
                        <p:cond delay="indefinite"/>
                      </p:stCondLst>
                      <p:childTnLst>
                        <p:par>
                          <p:cTn id="14" fill="hold">
                            <p:stCondLst>
                              <p:cond delay="0"/>
                            </p:stCondLst>
                            <p:childTnLst>
                              <p:par>
                                <p:cTn id="15" presetID="53" presetClass="entr" presetSubtype="16" fill="hold" nodeType="clickEffect">
                                  <p:stCondLst>
                                    <p:cond delay="0"/>
                                  </p:stCondLst>
                                  <p:childTnLst>
                                    <p:set>
                                      <p:cBhvr>
                                        <p:cTn id="16" dur="1" fill="hold">
                                          <p:stCondLst>
                                            <p:cond delay="0"/>
                                          </p:stCondLst>
                                        </p:cTn>
                                        <p:tgtEl>
                                          <p:spTgt spid="39"/>
                                        </p:tgtEl>
                                        <p:attrNameLst>
                                          <p:attrName>style.visibility</p:attrName>
                                        </p:attrNameLst>
                                      </p:cBhvr>
                                      <p:to>
                                        <p:strVal val="visible"/>
                                      </p:to>
                                    </p:set>
                                    <p:anim calcmode="lin" valueType="num">
                                      <p:cBhvr>
                                        <p:cTn id="17" dur="500" fill="hold"/>
                                        <p:tgtEl>
                                          <p:spTgt spid="39"/>
                                        </p:tgtEl>
                                        <p:attrNameLst>
                                          <p:attrName>ppt_w</p:attrName>
                                        </p:attrNameLst>
                                      </p:cBhvr>
                                      <p:tavLst>
                                        <p:tav tm="0">
                                          <p:val>
                                            <p:fltVal val="0"/>
                                          </p:val>
                                        </p:tav>
                                        <p:tav tm="100000">
                                          <p:val>
                                            <p:strVal val="#ppt_w"/>
                                          </p:val>
                                        </p:tav>
                                      </p:tavLst>
                                    </p:anim>
                                    <p:anim calcmode="lin" valueType="num">
                                      <p:cBhvr>
                                        <p:cTn id="18" dur="500" fill="hold"/>
                                        <p:tgtEl>
                                          <p:spTgt spid="39"/>
                                        </p:tgtEl>
                                        <p:attrNameLst>
                                          <p:attrName>ppt_h</p:attrName>
                                        </p:attrNameLst>
                                      </p:cBhvr>
                                      <p:tavLst>
                                        <p:tav tm="0">
                                          <p:val>
                                            <p:fltVal val="0"/>
                                          </p:val>
                                        </p:tav>
                                        <p:tav tm="100000">
                                          <p:val>
                                            <p:strVal val="#ppt_h"/>
                                          </p:val>
                                        </p:tav>
                                      </p:tavLst>
                                    </p:anim>
                                    <p:animEffect transition="in" filter="fade">
                                      <p:cBhvr>
                                        <p:cTn id="19" dur="500"/>
                                        <p:tgtEl>
                                          <p:spTgt spid="39"/>
                                        </p:tgtEl>
                                      </p:cBhvr>
                                    </p:animEffect>
                                  </p:childTnLst>
                                </p:cTn>
                              </p:par>
                            </p:childTnLst>
                          </p:cTn>
                        </p:par>
                      </p:childTnLst>
                    </p:cTn>
                  </p:par>
                  <p:par>
                    <p:cTn id="20" fill="hold">
                      <p:stCondLst>
                        <p:cond delay="indefinite"/>
                      </p:stCondLst>
                      <p:childTnLst>
                        <p:par>
                          <p:cTn id="21" fill="hold">
                            <p:stCondLst>
                              <p:cond delay="0"/>
                            </p:stCondLst>
                            <p:childTnLst>
                              <p:par>
                                <p:cTn id="22" presetID="53" presetClass="entr" presetSubtype="16" fill="hold" grpId="0" nodeType="clickEffect">
                                  <p:stCondLst>
                                    <p:cond delay="0"/>
                                  </p:stCondLst>
                                  <p:childTnLst>
                                    <p:set>
                                      <p:cBhvr>
                                        <p:cTn id="23" dur="1" fill="hold">
                                          <p:stCondLst>
                                            <p:cond delay="0"/>
                                          </p:stCondLst>
                                        </p:cTn>
                                        <p:tgtEl>
                                          <p:spTgt spid="40"/>
                                        </p:tgtEl>
                                        <p:attrNameLst>
                                          <p:attrName>style.visibility</p:attrName>
                                        </p:attrNameLst>
                                      </p:cBhvr>
                                      <p:to>
                                        <p:strVal val="visible"/>
                                      </p:to>
                                    </p:set>
                                    <p:anim calcmode="lin" valueType="num">
                                      <p:cBhvr>
                                        <p:cTn id="24" dur="500" fill="hold"/>
                                        <p:tgtEl>
                                          <p:spTgt spid="40"/>
                                        </p:tgtEl>
                                        <p:attrNameLst>
                                          <p:attrName>ppt_w</p:attrName>
                                        </p:attrNameLst>
                                      </p:cBhvr>
                                      <p:tavLst>
                                        <p:tav tm="0">
                                          <p:val>
                                            <p:fltVal val="0"/>
                                          </p:val>
                                        </p:tav>
                                        <p:tav tm="100000">
                                          <p:val>
                                            <p:strVal val="#ppt_w"/>
                                          </p:val>
                                        </p:tav>
                                      </p:tavLst>
                                    </p:anim>
                                    <p:anim calcmode="lin" valueType="num">
                                      <p:cBhvr>
                                        <p:cTn id="25" dur="500" fill="hold"/>
                                        <p:tgtEl>
                                          <p:spTgt spid="40"/>
                                        </p:tgtEl>
                                        <p:attrNameLst>
                                          <p:attrName>ppt_h</p:attrName>
                                        </p:attrNameLst>
                                      </p:cBhvr>
                                      <p:tavLst>
                                        <p:tav tm="0">
                                          <p:val>
                                            <p:fltVal val="0"/>
                                          </p:val>
                                        </p:tav>
                                        <p:tav tm="100000">
                                          <p:val>
                                            <p:strVal val="#ppt_h"/>
                                          </p:val>
                                        </p:tav>
                                      </p:tavLst>
                                    </p:anim>
                                    <p:animEffect transition="in" filter="fade">
                                      <p:cBhvr>
                                        <p:cTn id="26" dur="500"/>
                                        <p:tgtEl>
                                          <p:spTgt spid="40"/>
                                        </p:tgtEl>
                                      </p:cBhvr>
                                    </p:animEffect>
                                  </p:childTnLst>
                                </p:cTn>
                              </p:par>
                            </p:childTnLst>
                          </p:cTn>
                        </p:par>
                      </p:childTnLst>
                    </p:cTn>
                  </p:par>
                  <p:par>
                    <p:cTn id="27" fill="hold">
                      <p:stCondLst>
                        <p:cond delay="indefinite"/>
                      </p:stCondLst>
                      <p:childTnLst>
                        <p:par>
                          <p:cTn id="28" fill="hold">
                            <p:stCondLst>
                              <p:cond delay="0"/>
                            </p:stCondLst>
                            <p:childTnLst>
                              <p:par>
                                <p:cTn id="29" presetID="22" presetClass="entr" presetSubtype="1" fill="hold" nodeType="clickEffect">
                                  <p:stCondLst>
                                    <p:cond delay="0"/>
                                  </p:stCondLst>
                                  <p:childTnLst>
                                    <p:set>
                                      <p:cBhvr>
                                        <p:cTn id="30" dur="1" fill="hold">
                                          <p:stCondLst>
                                            <p:cond delay="0"/>
                                          </p:stCondLst>
                                        </p:cTn>
                                        <p:tgtEl>
                                          <p:spTgt spid="49"/>
                                        </p:tgtEl>
                                        <p:attrNameLst>
                                          <p:attrName>style.visibility</p:attrName>
                                        </p:attrNameLst>
                                      </p:cBhvr>
                                      <p:to>
                                        <p:strVal val="visible"/>
                                      </p:to>
                                    </p:set>
                                    <p:animEffect transition="in" filter="wipe(up)">
                                      <p:cBhvr>
                                        <p:cTn id="31" dur="500"/>
                                        <p:tgtEl>
                                          <p:spTgt spid="49"/>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0" grpId="0" animBg="1"/>
    </p:bldLst>
  </p:timing>
</p:sld>
</file>

<file path=ppt/slides/slide40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4" name="组合 3">
            <a:extLst>
              <a:ext uri="{FF2B5EF4-FFF2-40B4-BE49-F238E27FC236}">
                <a16:creationId xmlns:a16="http://schemas.microsoft.com/office/drawing/2014/main" id="{9A1EA9F2-FCB6-48C3-935F-7AE7E3AD14AC}"/>
              </a:ext>
            </a:extLst>
          </p:cNvPr>
          <p:cNvGrpSpPr/>
          <p:nvPr/>
        </p:nvGrpSpPr>
        <p:grpSpPr>
          <a:xfrm>
            <a:off x="304799" y="749300"/>
            <a:ext cx="6192345" cy="400110"/>
            <a:chOff x="424116" y="898245"/>
            <a:chExt cx="6192345" cy="400110"/>
          </a:xfrm>
        </p:grpSpPr>
        <p:sp>
          <p:nvSpPr>
            <p:cNvPr id="2" name="平行四边形 1">
              <a:extLst>
                <a:ext uri="{FF2B5EF4-FFF2-40B4-BE49-F238E27FC236}">
                  <a16:creationId xmlns:a16="http://schemas.microsoft.com/office/drawing/2014/main" id="{1F5BAA3F-9845-4F89-A2DD-8222D3E4EDAC}"/>
                </a:ext>
              </a:extLst>
            </p:cNvPr>
            <p:cNvSpPr/>
            <p:nvPr/>
          </p:nvSpPr>
          <p:spPr>
            <a:xfrm>
              <a:off x="424116" y="898245"/>
              <a:ext cx="695119" cy="387090"/>
            </a:xfrm>
            <a:prstGeom prst="parallelogram">
              <a:avLst/>
            </a:prstGeom>
            <a:solidFill>
              <a:schemeClr val="accent3">
                <a:lumMod val="75000"/>
              </a:schemeClr>
            </a:solidFill>
            <a:ln>
              <a:solidFill>
                <a:schemeClr val="accent3">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CN" sz="2200" dirty="0">
                  <a:latin typeface="Impact" panose="020B0806030902050204" pitchFamily="34" charset="0"/>
                </a:rPr>
                <a:t>04</a:t>
              </a:r>
              <a:endParaRPr lang="zh-CN" altLang="en-US" sz="2200" dirty="0">
                <a:latin typeface="Impact" panose="020B0806030902050204" pitchFamily="34" charset="0"/>
              </a:endParaRPr>
            </a:p>
          </p:txBody>
        </p:sp>
        <p:sp>
          <p:nvSpPr>
            <p:cNvPr id="3" name="文本框 2">
              <a:extLst>
                <a:ext uri="{FF2B5EF4-FFF2-40B4-BE49-F238E27FC236}">
                  <a16:creationId xmlns:a16="http://schemas.microsoft.com/office/drawing/2014/main" id="{4D6BD736-A4D3-4F26-AFED-36E11F50F70B}"/>
                </a:ext>
              </a:extLst>
            </p:cNvPr>
            <p:cNvSpPr txBox="1"/>
            <p:nvPr/>
          </p:nvSpPr>
          <p:spPr>
            <a:xfrm>
              <a:off x="1119235" y="898245"/>
              <a:ext cx="5497226" cy="400110"/>
            </a:xfrm>
            <a:prstGeom prst="rect">
              <a:avLst/>
            </a:prstGeom>
            <a:noFill/>
          </p:spPr>
          <p:txBody>
            <a:bodyPr wrap="square" rtlCol="0">
              <a:spAutoFit/>
            </a:bodyPr>
            <a:lstStyle/>
            <a:p>
              <a:r>
                <a:rPr lang="zh-CN" altLang="en-US" sz="2000" b="1" dirty="0">
                  <a:solidFill>
                    <a:schemeClr val="tx1"/>
                  </a:solidFill>
                  <a:latin typeface="Arial Narrow" panose="020B0606020202030204" pitchFamily="34" charset="0"/>
                </a:rPr>
                <a:t>透明网桥的生成树协议</a:t>
              </a:r>
              <a:r>
                <a:rPr lang="en-US" altLang="zh-CN" sz="2000" b="1" dirty="0">
                  <a:solidFill>
                    <a:schemeClr val="tx1"/>
                  </a:solidFill>
                  <a:latin typeface="Arial Narrow" panose="020B0606020202030204" pitchFamily="34" charset="0"/>
                </a:rPr>
                <a:t>STP</a:t>
              </a:r>
            </a:p>
          </p:txBody>
        </p:sp>
      </p:grpSp>
      <p:sp>
        <p:nvSpPr>
          <p:cNvPr id="11" name="矩形 10">
            <a:extLst>
              <a:ext uri="{FF2B5EF4-FFF2-40B4-BE49-F238E27FC236}">
                <a16:creationId xmlns:a16="http://schemas.microsoft.com/office/drawing/2014/main" id="{7AB06020-7DD7-4DAD-91E5-11BEAF52AD79}"/>
              </a:ext>
            </a:extLst>
          </p:cNvPr>
          <p:cNvSpPr/>
          <p:nvPr/>
        </p:nvSpPr>
        <p:spPr>
          <a:xfrm>
            <a:off x="1056633" y="1259946"/>
            <a:ext cx="256976" cy="256976"/>
          </a:xfrm>
          <a:prstGeom prst="rect">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12" name="íşlïḍè">
            <a:extLst>
              <a:ext uri="{FF2B5EF4-FFF2-40B4-BE49-F238E27FC236}">
                <a16:creationId xmlns:a16="http://schemas.microsoft.com/office/drawing/2014/main" id="{327FEA51-700C-4E9A-95F8-4F35646C8ACB}"/>
              </a:ext>
            </a:extLst>
          </p:cNvPr>
          <p:cNvSpPr txBox="1"/>
          <p:nvPr/>
        </p:nvSpPr>
        <p:spPr>
          <a:xfrm>
            <a:off x="1373861" y="1205624"/>
            <a:ext cx="10513340" cy="640349"/>
          </a:xfrm>
          <a:prstGeom prst="rect">
            <a:avLst/>
          </a:prstGeom>
          <a:noFill/>
        </p:spPr>
        <p:txBody>
          <a:bodyPr wrap="square" lIns="91440" tIns="45720" rIns="91440" bIns="45720" anchor="ctr">
            <a:noAutofit/>
          </a:bodyPr>
          <a:lstStyle/>
          <a:p>
            <a:r>
              <a:rPr lang="zh-CN" altLang="en-US" b="1" dirty="0">
                <a:latin typeface="Arial Narrow" panose="020B0606020202030204" pitchFamily="34" charset="0"/>
              </a:rPr>
              <a:t>为了避免广播帧在环路中永久兜圈，透明网桥使用</a:t>
            </a:r>
            <a:r>
              <a:rPr lang="zh-CN" altLang="en-US" b="1" dirty="0">
                <a:solidFill>
                  <a:schemeClr val="accent1">
                    <a:lumMod val="75000"/>
                  </a:schemeClr>
                </a:solidFill>
                <a:latin typeface="Arial Narrow" panose="020B0606020202030204" pitchFamily="34" charset="0"/>
              </a:rPr>
              <a:t>生成树协议</a:t>
            </a:r>
            <a:r>
              <a:rPr lang="zh-CN" altLang="en-US" b="1" dirty="0">
                <a:latin typeface="Arial Narrow" panose="020B0606020202030204" pitchFamily="34" charset="0"/>
              </a:rPr>
              <a:t>（</a:t>
            </a:r>
            <a:r>
              <a:rPr lang="en-US" altLang="zh-CN" b="1" dirty="0">
                <a:solidFill>
                  <a:schemeClr val="accent1">
                    <a:lumMod val="75000"/>
                  </a:schemeClr>
                </a:solidFill>
                <a:latin typeface="Arial Narrow" panose="020B0606020202030204" pitchFamily="34" charset="0"/>
              </a:rPr>
              <a:t>S</a:t>
            </a:r>
            <a:r>
              <a:rPr lang="en-US" altLang="zh-CN" b="1" dirty="0">
                <a:latin typeface="Arial Narrow" panose="020B0606020202030204" pitchFamily="34" charset="0"/>
              </a:rPr>
              <a:t>panning </a:t>
            </a:r>
            <a:r>
              <a:rPr lang="en-US" altLang="zh-CN" b="1" dirty="0">
                <a:solidFill>
                  <a:schemeClr val="accent1">
                    <a:lumMod val="75000"/>
                  </a:schemeClr>
                </a:solidFill>
                <a:latin typeface="Arial Narrow" panose="020B0606020202030204" pitchFamily="34" charset="0"/>
              </a:rPr>
              <a:t>T</a:t>
            </a:r>
            <a:r>
              <a:rPr lang="en-US" altLang="zh-CN" b="1" dirty="0">
                <a:latin typeface="Arial Narrow" panose="020B0606020202030204" pitchFamily="34" charset="0"/>
              </a:rPr>
              <a:t>ree </a:t>
            </a:r>
            <a:r>
              <a:rPr lang="en-US" altLang="zh-CN" b="1" dirty="0">
                <a:solidFill>
                  <a:schemeClr val="accent1">
                    <a:lumMod val="75000"/>
                  </a:schemeClr>
                </a:solidFill>
                <a:latin typeface="Arial Narrow" panose="020B0606020202030204" pitchFamily="34" charset="0"/>
              </a:rPr>
              <a:t>P</a:t>
            </a:r>
            <a:r>
              <a:rPr lang="en-US" altLang="zh-CN" b="1" dirty="0">
                <a:latin typeface="Arial Narrow" panose="020B0606020202030204" pitchFamily="34" charset="0"/>
              </a:rPr>
              <a:t>rotocol</a:t>
            </a:r>
            <a:r>
              <a:rPr lang="zh-CN" altLang="en-US" b="1" dirty="0">
                <a:latin typeface="Arial Narrow" panose="020B0606020202030204" pitchFamily="34" charset="0"/>
              </a:rPr>
              <a:t>，</a:t>
            </a:r>
            <a:r>
              <a:rPr lang="en-US" altLang="zh-CN" b="1" dirty="0">
                <a:solidFill>
                  <a:schemeClr val="accent1">
                    <a:lumMod val="75000"/>
                  </a:schemeClr>
                </a:solidFill>
                <a:latin typeface="Arial Narrow" panose="020B0606020202030204" pitchFamily="34" charset="0"/>
              </a:rPr>
              <a:t>STP</a:t>
            </a:r>
            <a:r>
              <a:rPr lang="zh-CN" altLang="en-US" b="1" dirty="0">
                <a:latin typeface="Arial Narrow" panose="020B0606020202030204" pitchFamily="34" charset="0"/>
              </a:rPr>
              <a:t>），可以在增加冗余链路提高网络可靠性的同时，又避免环路带来的问题。</a:t>
            </a:r>
          </a:p>
        </p:txBody>
      </p:sp>
      <p:sp>
        <p:nvSpPr>
          <p:cNvPr id="13" name="矩形 12">
            <a:extLst>
              <a:ext uri="{FF2B5EF4-FFF2-40B4-BE49-F238E27FC236}">
                <a16:creationId xmlns:a16="http://schemas.microsoft.com/office/drawing/2014/main" id="{801F9D38-4C63-4DCD-A7AA-A5D82CE6C40D}"/>
              </a:ext>
            </a:extLst>
          </p:cNvPr>
          <p:cNvSpPr/>
          <p:nvPr/>
        </p:nvSpPr>
        <p:spPr>
          <a:xfrm>
            <a:off x="1478749" y="1921801"/>
            <a:ext cx="256976" cy="256976"/>
          </a:xfrm>
          <a:prstGeom prst="rect">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14" name="íşlïḍè">
            <a:extLst>
              <a:ext uri="{FF2B5EF4-FFF2-40B4-BE49-F238E27FC236}">
                <a16:creationId xmlns:a16="http://schemas.microsoft.com/office/drawing/2014/main" id="{C62898E0-612E-4F19-9544-8694F8947329}"/>
              </a:ext>
            </a:extLst>
          </p:cNvPr>
          <p:cNvSpPr txBox="1"/>
          <p:nvPr/>
        </p:nvSpPr>
        <p:spPr>
          <a:xfrm>
            <a:off x="1795977" y="1867479"/>
            <a:ext cx="10091223" cy="895464"/>
          </a:xfrm>
          <a:prstGeom prst="rect">
            <a:avLst/>
          </a:prstGeom>
          <a:noFill/>
        </p:spPr>
        <p:txBody>
          <a:bodyPr wrap="square" lIns="91440" tIns="45720" rIns="91440" bIns="45720" anchor="ctr">
            <a:noAutofit/>
          </a:bodyPr>
          <a:lstStyle/>
          <a:p>
            <a:r>
              <a:rPr lang="zh-CN" altLang="en-US" b="1" dirty="0">
                <a:latin typeface="Arial Narrow" panose="020B0606020202030204" pitchFamily="34" charset="0"/>
              </a:rPr>
              <a:t>不管网桥之间连接成了怎样复杂的带环拓扑，网桥之间通过</a:t>
            </a:r>
            <a:r>
              <a:rPr lang="zh-CN" altLang="en-US" b="1" dirty="0">
                <a:solidFill>
                  <a:schemeClr val="accent1">
                    <a:lumMod val="75000"/>
                  </a:schemeClr>
                </a:solidFill>
                <a:latin typeface="Arial Narrow" panose="020B0606020202030204" pitchFamily="34" charset="0"/>
              </a:rPr>
              <a:t>交互网桥协议单元</a:t>
            </a:r>
            <a:r>
              <a:rPr lang="zh-CN" altLang="en-US" b="1" dirty="0">
                <a:latin typeface="Arial Narrow" panose="020B0606020202030204" pitchFamily="34" charset="0"/>
              </a:rPr>
              <a:t>（</a:t>
            </a:r>
            <a:r>
              <a:rPr lang="en-US" altLang="zh-CN" b="1" dirty="0">
                <a:solidFill>
                  <a:schemeClr val="accent1">
                    <a:lumMod val="75000"/>
                  </a:schemeClr>
                </a:solidFill>
                <a:latin typeface="Arial Narrow" panose="020B0606020202030204" pitchFamily="34" charset="0"/>
              </a:rPr>
              <a:t>B</a:t>
            </a:r>
            <a:r>
              <a:rPr lang="en-US" altLang="zh-CN" b="1" dirty="0">
                <a:latin typeface="Arial Narrow" panose="020B0606020202030204" pitchFamily="34" charset="0"/>
              </a:rPr>
              <a:t>ridge </a:t>
            </a:r>
            <a:r>
              <a:rPr lang="en-US" altLang="zh-CN" b="1" dirty="0">
                <a:solidFill>
                  <a:schemeClr val="accent1">
                    <a:lumMod val="75000"/>
                  </a:schemeClr>
                </a:solidFill>
                <a:latin typeface="Arial Narrow" panose="020B0606020202030204" pitchFamily="34" charset="0"/>
              </a:rPr>
              <a:t>P</a:t>
            </a:r>
            <a:r>
              <a:rPr lang="en-US" altLang="zh-CN" b="1" dirty="0">
                <a:latin typeface="Arial Narrow" panose="020B0606020202030204" pitchFamily="34" charset="0"/>
              </a:rPr>
              <a:t>rotocol </a:t>
            </a:r>
            <a:r>
              <a:rPr lang="en-US" altLang="zh-CN" b="1" dirty="0">
                <a:solidFill>
                  <a:schemeClr val="accent1">
                    <a:lumMod val="75000"/>
                  </a:schemeClr>
                </a:solidFill>
                <a:latin typeface="Arial Narrow" panose="020B0606020202030204" pitchFamily="34" charset="0"/>
              </a:rPr>
              <a:t>D</a:t>
            </a:r>
            <a:r>
              <a:rPr lang="en-US" altLang="zh-CN" b="1" dirty="0">
                <a:latin typeface="Arial Narrow" panose="020B0606020202030204" pitchFamily="34" charset="0"/>
              </a:rPr>
              <a:t>ata </a:t>
            </a:r>
            <a:r>
              <a:rPr lang="en-US" altLang="zh-CN" b="1" dirty="0">
                <a:solidFill>
                  <a:schemeClr val="accent1">
                    <a:lumMod val="75000"/>
                  </a:schemeClr>
                </a:solidFill>
                <a:latin typeface="Arial Narrow" panose="020B0606020202030204" pitchFamily="34" charset="0"/>
              </a:rPr>
              <a:t>U</a:t>
            </a:r>
            <a:r>
              <a:rPr lang="en-US" altLang="zh-CN" b="1" dirty="0">
                <a:latin typeface="Arial Narrow" panose="020B0606020202030204" pitchFamily="34" charset="0"/>
              </a:rPr>
              <a:t>nit</a:t>
            </a:r>
            <a:r>
              <a:rPr lang="zh-CN" altLang="en-US" b="1" dirty="0">
                <a:latin typeface="Arial Narrow" panose="020B0606020202030204" pitchFamily="34" charset="0"/>
              </a:rPr>
              <a:t>，</a:t>
            </a:r>
            <a:r>
              <a:rPr lang="en-US" altLang="zh-CN" b="1" dirty="0">
                <a:solidFill>
                  <a:schemeClr val="accent1">
                    <a:lumMod val="75000"/>
                  </a:schemeClr>
                </a:solidFill>
                <a:latin typeface="Arial Narrow" panose="020B0606020202030204" pitchFamily="34" charset="0"/>
              </a:rPr>
              <a:t>BPDU</a:t>
            </a:r>
            <a:r>
              <a:rPr lang="zh-CN" altLang="en-US" b="1" dirty="0">
                <a:latin typeface="Arial Narrow" panose="020B0606020202030204" pitchFamily="34" charset="0"/>
              </a:rPr>
              <a:t>），</a:t>
            </a:r>
            <a:r>
              <a:rPr lang="zh-CN" altLang="en-US" b="1" dirty="0">
                <a:solidFill>
                  <a:schemeClr val="accent1">
                    <a:lumMod val="75000"/>
                  </a:schemeClr>
                </a:solidFill>
                <a:latin typeface="Arial Narrow" panose="020B0606020202030204" pitchFamily="34" charset="0"/>
              </a:rPr>
              <a:t>找出原网络拓扑的一个连通子集（即生成树）</a:t>
            </a:r>
            <a:r>
              <a:rPr lang="zh-CN" altLang="en-US" b="1" dirty="0">
                <a:latin typeface="Arial Narrow" panose="020B0606020202030204" pitchFamily="34" charset="0"/>
              </a:rPr>
              <a:t>，在这个子集里整个连通的网络中</a:t>
            </a:r>
            <a:r>
              <a:rPr lang="zh-CN" altLang="en-US" b="1" dirty="0">
                <a:solidFill>
                  <a:schemeClr val="accent1">
                    <a:lumMod val="75000"/>
                  </a:schemeClr>
                </a:solidFill>
                <a:latin typeface="Arial Narrow" panose="020B0606020202030204" pitchFamily="34" charset="0"/>
              </a:rPr>
              <a:t>不存在环路</a:t>
            </a:r>
            <a:r>
              <a:rPr lang="zh-CN" altLang="en-US" b="1" dirty="0">
                <a:latin typeface="Arial Narrow" panose="020B0606020202030204" pitchFamily="34" charset="0"/>
              </a:rPr>
              <a:t>。</a:t>
            </a:r>
          </a:p>
        </p:txBody>
      </p:sp>
      <p:cxnSp>
        <p:nvCxnSpPr>
          <p:cNvPr id="15" name="直接连接符 14">
            <a:extLst>
              <a:ext uri="{FF2B5EF4-FFF2-40B4-BE49-F238E27FC236}">
                <a16:creationId xmlns:a16="http://schemas.microsoft.com/office/drawing/2014/main" id="{4DCC8116-8FFA-464B-8AEA-EFE5DE1418F8}"/>
              </a:ext>
            </a:extLst>
          </p:cNvPr>
          <p:cNvCxnSpPr>
            <a:cxnSpLocks/>
          </p:cNvCxnSpPr>
          <p:nvPr/>
        </p:nvCxnSpPr>
        <p:spPr>
          <a:xfrm>
            <a:off x="6215224" y="5897702"/>
            <a:ext cx="1457955" cy="0"/>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cxnSp>
        <p:nvCxnSpPr>
          <p:cNvPr id="16" name="直接连接符 15">
            <a:extLst>
              <a:ext uri="{FF2B5EF4-FFF2-40B4-BE49-F238E27FC236}">
                <a16:creationId xmlns:a16="http://schemas.microsoft.com/office/drawing/2014/main" id="{E81EB1A4-159D-4EFE-A701-BC0F3C449E16}"/>
              </a:ext>
            </a:extLst>
          </p:cNvPr>
          <p:cNvCxnSpPr>
            <a:cxnSpLocks/>
          </p:cNvCxnSpPr>
          <p:nvPr/>
        </p:nvCxnSpPr>
        <p:spPr>
          <a:xfrm>
            <a:off x="6215224" y="4298050"/>
            <a:ext cx="1462889" cy="0"/>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cxnSp>
        <p:nvCxnSpPr>
          <p:cNvPr id="17" name="直接连接符 16">
            <a:extLst>
              <a:ext uri="{FF2B5EF4-FFF2-40B4-BE49-F238E27FC236}">
                <a16:creationId xmlns:a16="http://schemas.microsoft.com/office/drawing/2014/main" id="{3AE64C35-426A-4893-B2AB-033D0902DFE3}"/>
              </a:ext>
            </a:extLst>
          </p:cNvPr>
          <p:cNvCxnSpPr>
            <a:cxnSpLocks/>
          </p:cNvCxnSpPr>
          <p:nvPr/>
        </p:nvCxnSpPr>
        <p:spPr>
          <a:xfrm>
            <a:off x="4531981" y="5897702"/>
            <a:ext cx="1457955" cy="0"/>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sp>
        <p:nvSpPr>
          <p:cNvPr id="19" name="矩形 18">
            <a:extLst>
              <a:ext uri="{FF2B5EF4-FFF2-40B4-BE49-F238E27FC236}">
                <a16:creationId xmlns:a16="http://schemas.microsoft.com/office/drawing/2014/main" id="{71848B71-9AED-433E-8166-952550FDF38C}"/>
              </a:ext>
            </a:extLst>
          </p:cNvPr>
          <p:cNvSpPr/>
          <p:nvPr/>
        </p:nvSpPr>
        <p:spPr>
          <a:xfrm>
            <a:off x="4415214" y="3811593"/>
            <a:ext cx="223666" cy="223666"/>
          </a:xfrm>
          <a:prstGeom prst="rect">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20" name="矩形 19">
            <a:extLst>
              <a:ext uri="{FF2B5EF4-FFF2-40B4-BE49-F238E27FC236}">
                <a16:creationId xmlns:a16="http://schemas.microsoft.com/office/drawing/2014/main" id="{87AF9B28-C940-41CF-9221-1678E8C15FBB}"/>
              </a:ext>
            </a:extLst>
          </p:cNvPr>
          <p:cNvSpPr/>
          <p:nvPr/>
        </p:nvSpPr>
        <p:spPr>
          <a:xfrm>
            <a:off x="4415214" y="6195500"/>
            <a:ext cx="223666" cy="223666"/>
          </a:xfrm>
          <a:prstGeom prst="rect">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cxnSp>
        <p:nvCxnSpPr>
          <p:cNvPr id="21" name="直接连接符 20">
            <a:extLst>
              <a:ext uri="{FF2B5EF4-FFF2-40B4-BE49-F238E27FC236}">
                <a16:creationId xmlns:a16="http://schemas.microsoft.com/office/drawing/2014/main" id="{42EF8A8B-6EEC-436C-9397-1E12CBF5A12F}"/>
              </a:ext>
            </a:extLst>
          </p:cNvPr>
          <p:cNvCxnSpPr>
            <a:cxnSpLocks/>
            <a:stCxn id="19" idx="2"/>
            <a:endCxn id="20" idx="0"/>
          </p:cNvCxnSpPr>
          <p:nvPr/>
        </p:nvCxnSpPr>
        <p:spPr>
          <a:xfrm>
            <a:off x="4527047" y="4035259"/>
            <a:ext cx="0" cy="2160241"/>
          </a:xfrm>
          <a:prstGeom prst="line">
            <a:avLst/>
          </a:prstGeom>
          <a:ln w="38100">
            <a:solidFill>
              <a:schemeClr val="tx1"/>
            </a:solidFill>
            <a:tailEnd type="none"/>
          </a:ln>
        </p:spPr>
        <p:style>
          <a:lnRef idx="1">
            <a:schemeClr val="accent1"/>
          </a:lnRef>
          <a:fillRef idx="0">
            <a:schemeClr val="accent1"/>
          </a:fillRef>
          <a:effectRef idx="0">
            <a:schemeClr val="accent1"/>
          </a:effectRef>
          <a:fontRef idx="minor">
            <a:schemeClr val="tx1"/>
          </a:fontRef>
        </p:style>
      </p:cxnSp>
      <p:sp>
        <p:nvSpPr>
          <p:cNvPr id="22" name="íşlïḍè">
            <a:extLst>
              <a:ext uri="{FF2B5EF4-FFF2-40B4-BE49-F238E27FC236}">
                <a16:creationId xmlns:a16="http://schemas.microsoft.com/office/drawing/2014/main" id="{45A31CDF-B7FF-472C-9F90-B58A748377AF}"/>
              </a:ext>
            </a:extLst>
          </p:cNvPr>
          <p:cNvSpPr txBox="1"/>
          <p:nvPr/>
        </p:nvSpPr>
        <p:spPr>
          <a:xfrm>
            <a:off x="4301271" y="3400837"/>
            <a:ext cx="451552" cy="400111"/>
          </a:xfrm>
          <a:prstGeom prst="rect">
            <a:avLst/>
          </a:prstGeom>
          <a:noFill/>
        </p:spPr>
        <p:txBody>
          <a:bodyPr wrap="square" lIns="91440" tIns="45720" rIns="91440" bIns="45720" anchor="ctr">
            <a:noAutofit/>
          </a:bodyPr>
          <a:lstStyle/>
          <a:p>
            <a:pPr algn="ctr"/>
            <a:r>
              <a:rPr lang="en-US" altLang="zh-CN" sz="2000" b="1" dirty="0">
                <a:latin typeface="Arial Narrow" panose="020B0606020202030204" pitchFamily="34" charset="0"/>
              </a:rPr>
              <a:t>E1</a:t>
            </a:r>
            <a:endParaRPr lang="zh-CN" altLang="en-US" sz="2000" b="1" dirty="0">
              <a:latin typeface="Arial Narrow" panose="020B0606020202030204" pitchFamily="34" charset="0"/>
            </a:endParaRPr>
          </a:p>
        </p:txBody>
      </p:sp>
      <p:sp>
        <p:nvSpPr>
          <p:cNvPr id="24" name="矩形 23">
            <a:extLst>
              <a:ext uri="{FF2B5EF4-FFF2-40B4-BE49-F238E27FC236}">
                <a16:creationId xmlns:a16="http://schemas.microsoft.com/office/drawing/2014/main" id="{77D4E771-9053-42B0-94BF-7CB4487592DF}"/>
              </a:ext>
            </a:extLst>
          </p:cNvPr>
          <p:cNvSpPr/>
          <p:nvPr/>
        </p:nvSpPr>
        <p:spPr>
          <a:xfrm>
            <a:off x="7566280" y="3800948"/>
            <a:ext cx="223666" cy="223666"/>
          </a:xfrm>
          <a:prstGeom prst="rect">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25" name="矩形 24">
            <a:extLst>
              <a:ext uri="{FF2B5EF4-FFF2-40B4-BE49-F238E27FC236}">
                <a16:creationId xmlns:a16="http://schemas.microsoft.com/office/drawing/2014/main" id="{35069FCD-F7FC-48D7-BA2A-CFA56B01A447}"/>
              </a:ext>
            </a:extLst>
          </p:cNvPr>
          <p:cNvSpPr/>
          <p:nvPr/>
        </p:nvSpPr>
        <p:spPr>
          <a:xfrm>
            <a:off x="7566280" y="6195500"/>
            <a:ext cx="223666" cy="223666"/>
          </a:xfrm>
          <a:prstGeom prst="rect">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cxnSp>
        <p:nvCxnSpPr>
          <p:cNvPr id="26" name="直接连接符 25">
            <a:extLst>
              <a:ext uri="{FF2B5EF4-FFF2-40B4-BE49-F238E27FC236}">
                <a16:creationId xmlns:a16="http://schemas.microsoft.com/office/drawing/2014/main" id="{18FA5C14-7E2F-4290-A64D-B2E2A3ECC7C4}"/>
              </a:ext>
            </a:extLst>
          </p:cNvPr>
          <p:cNvCxnSpPr>
            <a:cxnSpLocks/>
            <a:stCxn id="24" idx="2"/>
            <a:endCxn id="25" idx="0"/>
          </p:cNvCxnSpPr>
          <p:nvPr/>
        </p:nvCxnSpPr>
        <p:spPr>
          <a:xfrm>
            <a:off x="7678113" y="4024614"/>
            <a:ext cx="0" cy="2170886"/>
          </a:xfrm>
          <a:prstGeom prst="line">
            <a:avLst/>
          </a:prstGeom>
          <a:ln w="38100">
            <a:solidFill>
              <a:schemeClr val="tx1"/>
            </a:solidFill>
            <a:tailEnd type="none"/>
          </a:ln>
        </p:spPr>
        <p:style>
          <a:lnRef idx="1">
            <a:schemeClr val="accent1"/>
          </a:lnRef>
          <a:fillRef idx="0">
            <a:schemeClr val="accent1"/>
          </a:fillRef>
          <a:effectRef idx="0">
            <a:schemeClr val="accent1"/>
          </a:effectRef>
          <a:fontRef idx="minor">
            <a:schemeClr val="tx1"/>
          </a:fontRef>
        </p:style>
      </p:cxnSp>
      <p:sp>
        <p:nvSpPr>
          <p:cNvPr id="27" name="íşlïḍè">
            <a:extLst>
              <a:ext uri="{FF2B5EF4-FFF2-40B4-BE49-F238E27FC236}">
                <a16:creationId xmlns:a16="http://schemas.microsoft.com/office/drawing/2014/main" id="{E63F542A-80A9-4BE8-BAF1-5C82828097D0}"/>
              </a:ext>
            </a:extLst>
          </p:cNvPr>
          <p:cNvSpPr txBox="1"/>
          <p:nvPr/>
        </p:nvSpPr>
        <p:spPr>
          <a:xfrm>
            <a:off x="7452337" y="3399760"/>
            <a:ext cx="451552" cy="400111"/>
          </a:xfrm>
          <a:prstGeom prst="rect">
            <a:avLst/>
          </a:prstGeom>
          <a:noFill/>
        </p:spPr>
        <p:txBody>
          <a:bodyPr wrap="square" lIns="91440" tIns="45720" rIns="91440" bIns="45720" anchor="ctr">
            <a:noAutofit/>
          </a:bodyPr>
          <a:lstStyle/>
          <a:p>
            <a:pPr algn="ctr"/>
            <a:r>
              <a:rPr lang="en-US" altLang="zh-CN" sz="2000" b="1" dirty="0">
                <a:latin typeface="Arial Narrow" panose="020B0606020202030204" pitchFamily="34" charset="0"/>
              </a:rPr>
              <a:t>E2</a:t>
            </a:r>
            <a:endParaRPr lang="zh-CN" altLang="en-US" sz="2000" b="1" dirty="0">
              <a:latin typeface="Arial Narrow" panose="020B0606020202030204" pitchFamily="34" charset="0"/>
            </a:endParaRPr>
          </a:p>
        </p:txBody>
      </p:sp>
      <p:cxnSp>
        <p:nvCxnSpPr>
          <p:cNvPr id="28" name="直接连接符 27">
            <a:extLst>
              <a:ext uri="{FF2B5EF4-FFF2-40B4-BE49-F238E27FC236}">
                <a16:creationId xmlns:a16="http://schemas.microsoft.com/office/drawing/2014/main" id="{86537F35-4B32-456B-BA1A-2CAB43EC1148}"/>
              </a:ext>
            </a:extLst>
          </p:cNvPr>
          <p:cNvCxnSpPr>
            <a:cxnSpLocks/>
          </p:cNvCxnSpPr>
          <p:nvPr/>
        </p:nvCxnSpPr>
        <p:spPr>
          <a:xfrm>
            <a:off x="4527047" y="4298050"/>
            <a:ext cx="1462889" cy="0"/>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grpSp>
        <p:nvGrpSpPr>
          <p:cNvPr id="33" name="组合 32">
            <a:extLst>
              <a:ext uri="{FF2B5EF4-FFF2-40B4-BE49-F238E27FC236}">
                <a16:creationId xmlns:a16="http://schemas.microsoft.com/office/drawing/2014/main" id="{05DC431F-5057-4F01-A722-BA8BFB6D321C}"/>
              </a:ext>
            </a:extLst>
          </p:cNvPr>
          <p:cNvGrpSpPr/>
          <p:nvPr/>
        </p:nvGrpSpPr>
        <p:grpSpPr>
          <a:xfrm>
            <a:off x="5807094" y="5598802"/>
            <a:ext cx="581100" cy="824011"/>
            <a:chOff x="5805451" y="2770089"/>
            <a:chExt cx="581100" cy="824011"/>
          </a:xfrm>
        </p:grpSpPr>
        <p:pic>
          <p:nvPicPr>
            <p:cNvPr id="34" name="图片 33" descr="图片包含 图标&#10;&#10;描述已自动生成">
              <a:extLst>
                <a:ext uri="{FF2B5EF4-FFF2-40B4-BE49-F238E27FC236}">
                  <a16:creationId xmlns:a16="http://schemas.microsoft.com/office/drawing/2014/main" id="{C6C143ED-A95F-4D92-8AFB-B1CFF8EE6402}"/>
                </a:ext>
              </a:extLst>
            </p:cNvPr>
            <p:cNvPicPr>
              <a:picLocks noChangeAspect="1"/>
            </p:cNvPicPr>
            <p:nvPr/>
          </p:nvPicPr>
          <p:blipFill>
            <a:blip r:embed="rId3">
              <a:extLst>
                <a:ext uri="{28A0092B-C50C-407E-A947-70E740481C1C}">
                  <a14:useLocalDpi xmlns:a14="http://schemas.microsoft.com/office/drawing/2010/main" val="0"/>
                </a:ext>
              </a:extLst>
            </a:blip>
            <a:stretch>
              <a:fillRect/>
            </a:stretch>
          </p:blipFill>
          <p:spPr>
            <a:xfrm>
              <a:off x="5805451" y="2770089"/>
              <a:ext cx="581100" cy="474367"/>
            </a:xfrm>
            <a:prstGeom prst="rect">
              <a:avLst/>
            </a:prstGeom>
          </p:spPr>
        </p:pic>
        <p:sp>
          <p:nvSpPr>
            <p:cNvPr id="36" name="íşlïḍè">
              <a:extLst>
                <a:ext uri="{FF2B5EF4-FFF2-40B4-BE49-F238E27FC236}">
                  <a16:creationId xmlns:a16="http://schemas.microsoft.com/office/drawing/2014/main" id="{5143CDD7-7469-491A-8D82-59A9FC516B74}"/>
                </a:ext>
              </a:extLst>
            </p:cNvPr>
            <p:cNvSpPr txBox="1"/>
            <p:nvPr/>
          </p:nvSpPr>
          <p:spPr>
            <a:xfrm>
              <a:off x="5860355" y="3193989"/>
              <a:ext cx="451552" cy="400111"/>
            </a:xfrm>
            <a:prstGeom prst="rect">
              <a:avLst/>
            </a:prstGeom>
            <a:noFill/>
          </p:spPr>
          <p:txBody>
            <a:bodyPr wrap="square" lIns="91440" tIns="45720" rIns="91440" bIns="45720" anchor="ctr">
              <a:noAutofit/>
            </a:bodyPr>
            <a:lstStyle/>
            <a:p>
              <a:pPr algn="ctr"/>
              <a:r>
                <a:rPr lang="en-US" altLang="zh-CN" sz="2000" b="1" dirty="0">
                  <a:latin typeface="Arial Narrow" panose="020B0606020202030204" pitchFamily="34" charset="0"/>
                </a:rPr>
                <a:t>B2</a:t>
              </a:r>
              <a:endParaRPr lang="zh-CN" altLang="en-US" sz="2000" b="1" dirty="0">
                <a:latin typeface="Arial Narrow" panose="020B0606020202030204" pitchFamily="34" charset="0"/>
              </a:endParaRPr>
            </a:p>
          </p:txBody>
        </p:sp>
      </p:grpSp>
      <p:grpSp>
        <p:nvGrpSpPr>
          <p:cNvPr id="39" name="组合 38">
            <a:extLst>
              <a:ext uri="{FF2B5EF4-FFF2-40B4-BE49-F238E27FC236}">
                <a16:creationId xmlns:a16="http://schemas.microsoft.com/office/drawing/2014/main" id="{2B35A84E-DA92-4977-B1A5-1A95F2FC5D4D}"/>
              </a:ext>
            </a:extLst>
          </p:cNvPr>
          <p:cNvGrpSpPr/>
          <p:nvPr/>
        </p:nvGrpSpPr>
        <p:grpSpPr>
          <a:xfrm>
            <a:off x="5609773" y="4467126"/>
            <a:ext cx="995482" cy="1248344"/>
            <a:chOff x="5609773" y="4467126"/>
            <a:chExt cx="995482" cy="1248344"/>
          </a:xfrm>
        </p:grpSpPr>
        <p:sp>
          <p:nvSpPr>
            <p:cNvPr id="8" name="箭头: 上下 7">
              <a:extLst>
                <a:ext uri="{FF2B5EF4-FFF2-40B4-BE49-F238E27FC236}">
                  <a16:creationId xmlns:a16="http://schemas.microsoft.com/office/drawing/2014/main" id="{FDEEC32C-B027-4C69-9EE1-7EA56F05BDE6}"/>
                </a:ext>
              </a:extLst>
            </p:cNvPr>
            <p:cNvSpPr/>
            <p:nvPr/>
          </p:nvSpPr>
          <p:spPr>
            <a:xfrm>
              <a:off x="5609773" y="4467126"/>
              <a:ext cx="995482" cy="1248344"/>
            </a:xfrm>
            <a:prstGeom prst="upDownArrow">
              <a:avLst>
                <a:gd name="adj1" fmla="val 65153"/>
                <a:gd name="adj2" fmla="val 34089"/>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p>
          </p:txBody>
        </p:sp>
        <p:sp>
          <p:nvSpPr>
            <p:cNvPr id="38" name="íşlïḍè">
              <a:extLst>
                <a:ext uri="{FF2B5EF4-FFF2-40B4-BE49-F238E27FC236}">
                  <a16:creationId xmlns:a16="http://schemas.microsoft.com/office/drawing/2014/main" id="{8BA0C1C0-21D0-4E27-B0C7-B059D946684B}"/>
                </a:ext>
              </a:extLst>
            </p:cNvPr>
            <p:cNvSpPr txBox="1"/>
            <p:nvPr/>
          </p:nvSpPr>
          <p:spPr>
            <a:xfrm>
              <a:off x="5741262" y="4644675"/>
              <a:ext cx="732503" cy="895464"/>
            </a:xfrm>
            <a:prstGeom prst="rect">
              <a:avLst/>
            </a:prstGeom>
            <a:noFill/>
          </p:spPr>
          <p:txBody>
            <a:bodyPr wrap="square" lIns="91440" tIns="45720" rIns="91440" bIns="45720" anchor="ctr">
              <a:noAutofit/>
            </a:bodyPr>
            <a:lstStyle/>
            <a:p>
              <a:pPr algn="ctr"/>
              <a:r>
                <a:rPr lang="zh-CN" altLang="en-US" b="1" dirty="0">
                  <a:solidFill>
                    <a:schemeClr val="bg1"/>
                  </a:solidFill>
                  <a:latin typeface="Arial Narrow" panose="020B0606020202030204" pitchFamily="34" charset="0"/>
                </a:rPr>
                <a:t>交</a:t>
              </a:r>
              <a:endParaRPr lang="en-US" altLang="zh-CN" b="1" dirty="0">
                <a:solidFill>
                  <a:schemeClr val="bg1"/>
                </a:solidFill>
                <a:latin typeface="Arial Narrow" panose="020B0606020202030204" pitchFamily="34" charset="0"/>
              </a:endParaRPr>
            </a:p>
            <a:p>
              <a:pPr algn="ctr"/>
              <a:r>
                <a:rPr lang="zh-CN" altLang="en-US" b="1" dirty="0">
                  <a:solidFill>
                    <a:schemeClr val="bg1"/>
                  </a:solidFill>
                  <a:latin typeface="Arial Narrow" panose="020B0606020202030204" pitchFamily="34" charset="0"/>
                </a:rPr>
                <a:t>互</a:t>
              </a:r>
              <a:endParaRPr lang="en-US" altLang="zh-CN" b="1" dirty="0">
                <a:solidFill>
                  <a:schemeClr val="bg1"/>
                </a:solidFill>
                <a:latin typeface="Arial Narrow" panose="020B0606020202030204" pitchFamily="34" charset="0"/>
              </a:endParaRPr>
            </a:p>
            <a:p>
              <a:pPr algn="ctr"/>
              <a:r>
                <a:rPr lang="en-US" altLang="zh-CN" b="1" dirty="0">
                  <a:solidFill>
                    <a:schemeClr val="bg1"/>
                  </a:solidFill>
                  <a:latin typeface="Arial Narrow" panose="020B0606020202030204" pitchFamily="34" charset="0"/>
                </a:rPr>
                <a:t>BPDU</a:t>
              </a:r>
              <a:endParaRPr lang="zh-CN" altLang="en-US" b="1" dirty="0">
                <a:solidFill>
                  <a:schemeClr val="bg1"/>
                </a:solidFill>
                <a:latin typeface="Arial Narrow" panose="020B0606020202030204" pitchFamily="34" charset="0"/>
              </a:endParaRPr>
            </a:p>
          </p:txBody>
        </p:sp>
      </p:grpSp>
      <p:sp>
        <p:nvSpPr>
          <p:cNvPr id="40" name="椭圆 39">
            <a:extLst>
              <a:ext uri="{FF2B5EF4-FFF2-40B4-BE49-F238E27FC236}">
                <a16:creationId xmlns:a16="http://schemas.microsoft.com/office/drawing/2014/main" id="{A28BA91B-0B31-450E-BBA9-E19F7FCA8D1D}"/>
              </a:ext>
            </a:extLst>
          </p:cNvPr>
          <p:cNvSpPr/>
          <p:nvPr/>
        </p:nvSpPr>
        <p:spPr>
          <a:xfrm>
            <a:off x="6336576" y="5855929"/>
            <a:ext cx="92096" cy="92096"/>
          </a:xfrm>
          <a:prstGeom prst="ellipse">
            <a:avLst/>
          </a:prstGeom>
          <a:solidFill>
            <a:schemeClr val="accent1">
              <a:lumMod val="75000"/>
            </a:schemeClr>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grpSp>
        <p:nvGrpSpPr>
          <p:cNvPr id="49" name="组合 48">
            <a:extLst>
              <a:ext uri="{FF2B5EF4-FFF2-40B4-BE49-F238E27FC236}">
                <a16:creationId xmlns:a16="http://schemas.microsoft.com/office/drawing/2014/main" id="{6DB56734-67D1-41FB-AACC-61CF6FB5A45D}"/>
              </a:ext>
            </a:extLst>
          </p:cNvPr>
          <p:cNvGrpSpPr/>
          <p:nvPr/>
        </p:nvGrpSpPr>
        <p:grpSpPr>
          <a:xfrm>
            <a:off x="6415185" y="5023131"/>
            <a:ext cx="1222450" cy="846285"/>
            <a:chOff x="6415185" y="5023131"/>
            <a:chExt cx="1222450" cy="846285"/>
          </a:xfrm>
        </p:grpSpPr>
        <p:sp>
          <p:nvSpPr>
            <p:cNvPr id="41" name="íşlïḍè">
              <a:extLst>
                <a:ext uri="{FF2B5EF4-FFF2-40B4-BE49-F238E27FC236}">
                  <a16:creationId xmlns:a16="http://schemas.microsoft.com/office/drawing/2014/main" id="{70B5A441-F0AF-4024-AE6F-CB6203ED5544}"/>
                </a:ext>
              </a:extLst>
            </p:cNvPr>
            <p:cNvSpPr txBox="1"/>
            <p:nvPr/>
          </p:nvSpPr>
          <p:spPr>
            <a:xfrm>
              <a:off x="6642154" y="5023131"/>
              <a:ext cx="995481" cy="641537"/>
            </a:xfrm>
            <a:prstGeom prst="rect">
              <a:avLst/>
            </a:prstGeom>
            <a:noFill/>
          </p:spPr>
          <p:txBody>
            <a:bodyPr wrap="square" lIns="91440" tIns="45720" rIns="91440" bIns="45720" anchor="ctr">
              <a:noAutofit/>
            </a:bodyPr>
            <a:lstStyle/>
            <a:p>
              <a:pPr algn="ctr"/>
              <a:r>
                <a:rPr lang="zh-CN" altLang="en-US" b="1" dirty="0">
                  <a:solidFill>
                    <a:schemeClr val="accent1">
                      <a:lumMod val="75000"/>
                    </a:schemeClr>
                  </a:solidFill>
                  <a:latin typeface="Arial Narrow" panose="020B0606020202030204" pitchFamily="34" charset="0"/>
                </a:rPr>
                <a:t>关闭</a:t>
              </a:r>
              <a:endParaRPr lang="en-US" altLang="zh-CN" b="1" dirty="0">
                <a:solidFill>
                  <a:schemeClr val="accent1">
                    <a:lumMod val="75000"/>
                  </a:schemeClr>
                </a:solidFill>
                <a:latin typeface="Arial Narrow" panose="020B0606020202030204" pitchFamily="34" charset="0"/>
              </a:endParaRPr>
            </a:p>
            <a:p>
              <a:pPr algn="ctr"/>
              <a:r>
                <a:rPr lang="zh-CN" altLang="en-US" b="1" dirty="0">
                  <a:solidFill>
                    <a:schemeClr val="accent1">
                      <a:lumMod val="75000"/>
                    </a:schemeClr>
                  </a:solidFill>
                  <a:latin typeface="Arial Narrow" panose="020B0606020202030204" pitchFamily="34" charset="0"/>
                </a:rPr>
                <a:t>该接口</a:t>
              </a:r>
            </a:p>
          </p:txBody>
        </p:sp>
        <p:cxnSp>
          <p:nvCxnSpPr>
            <p:cNvPr id="43" name="直接箭头连接符 42">
              <a:extLst>
                <a:ext uri="{FF2B5EF4-FFF2-40B4-BE49-F238E27FC236}">
                  <a16:creationId xmlns:a16="http://schemas.microsoft.com/office/drawing/2014/main" id="{96F6DA9F-B7E0-4E25-84A3-C6BEBA6FA606}"/>
                </a:ext>
              </a:extLst>
            </p:cNvPr>
            <p:cNvCxnSpPr>
              <a:cxnSpLocks/>
              <a:stCxn id="41" idx="2"/>
              <a:endCxn id="40" idx="7"/>
            </p:cNvCxnSpPr>
            <p:nvPr/>
          </p:nvCxnSpPr>
          <p:spPr>
            <a:xfrm flipH="1">
              <a:off x="6415185" y="5664668"/>
              <a:ext cx="724710" cy="204748"/>
            </a:xfrm>
            <a:prstGeom prst="straightConnector1">
              <a:avLst/>
            </a:prstGeom>
            <a:ln w="25400">
              <a:solidFill>
                <a:schemeClr val="accent1">
                  <a:lumMod val="75000"/>
                </a:schemeClr>
              </a:solidFill>
              <a:tailEnd type="triangle"/>
            </a:ln>
          </p:spPr>
          <p:style>
            <a:lnRef idx="1">
              <a:schemeClr val="accent1"/>
            </a:lnRef>
            <a:fillRef idx="0">
              <a:schemeClr val="accent1"/>
            </a:fillRef>
            <a:effectRef idx="0">
              <a:schemeClr val="accent1"/>
            </a:effectRef>
            <a:fontRef idx="minor">
              <a:schemeClr val="tx1"/>
            </a:fontRef>
          </p:style>
        </p:cxnSp>
      </p:grpSp>
      <p:cxnSp>
        <p:nvCxnSpPr>
          <p:cNvPr id="35" name="直接连接符 34">
            <a:extLst>
              <a:ext uri="{FF2B5EF4-FFF2-40B4-BE49-F238E27FC236}">
                <a16:creationId xmlns:a16="http://schemas.microsoft.com/office/drawing/2014/main" id="{C267A99D-BE1B-4977-80ED-A8BA48870D8B}"/>
              </a:ext>
            </a:extLst>
          </p:cNvPr>
          <p:cNvCxnSpPr>
            <a:cxnSpLocks/>
          </p:cNvCxnSpPr>
          <p:nvPr/>
        </p:nvCxnSpPr>
        <p:spPr>
          <a:xfrm>
            <a:off x="6194905" y="4307922"/>
            <a:ext cx="1462889" cy="0"/>
          </a:xfrm>
          <a:prstGeom prst="line">
            <a:avLst/>
          </a:prstGeom>
          <a:ln w="38100">
            <a:solidFill>
              <a:schemeClr val="accent4"/>
            </a:solidFill>
            <a:tailEnd type="none"/>
          </a:ln>
        </p:spPr>
        <p:style>
          <a:lnRef idx="1">
            <a:schemeClr val="accent1"/>
          </a:lnRef>
          <a:fillRef idx="0">
            <a:schemeClr val="accent1"/>
          </a:fillRef>
          <a:effectRef idx="0">
            <a:schemeClr val="accent1"/>
          </a:effectRef>
          <a:fontRef idx="minor">
            <a:schemeClr val="tx1"/>
          </a:fontRef>
        </p:style>
      </p:cxnSp>
      <p:cxnSp>
        <p:nvCxnSpPr>
          <p:cNvPr id="37" name="直接连接符 36">
            <a:extLst>
              <a:ext uri="{FF2B5EF4-FFF2-40B4-BE49-F238E27FC236}">
                <a16:creationId xmlns:a16="http://schemas.microsoft.com/office/drawing/2014/main" id="{6F4CBC01-6A4F-4D16-BC6C-26B4F195EFCE}"/>
              </a:ext>
            </a:extLst>
          </p:cNvPr>
          <p:cNvCxnSpPr>
            <a:cxnSpLocks/>
          </p:cNvCxnSpPr>
          <p:nvPr/>
        </p:nvCxnSpPr>
        <p:spPr>
          <a:xfrm>
            <a:off x="4547366" y="4307922"/>
            <a:ext cx="1462889" cy="0"/>
          </a:xfrm>
          <a:prstGeom prst="line">
            <a:avLst/>
          </a:prstGeom>
          <a:ln w="38100">
            <a:solidFill>
              <a:schemeClr val="accent4"/>
            </a:solidFill>
            <a:tailEnd type="none"/>
          </a:ln>
        </p:spPr>
        <p:style>
          <a:lnRef idx="1">
            <a:schemeClr val="accent1"/>
          </a:lnRef>
          <a:fillRef idx="0">
            <a:schemeClr val="accent1"/>
          </a:fillRef>
          <a:effectRef idx="0">
            <a:schemeClr val="accent1"/>
          </a:effectRef>
          <a:fontRef idx="minor">
            <a:schemeClr val="tx1"/>
          </a:fontRef>
        </p:style>
      </p:cxnSp>
      <p:grpSp>
        <p:nvGrpSpPr>
          <p:cNvPr id="29" name="组合 28">
            <a:extLst>
              <a:ext uri="{FF2B5EF4-FFF2-40B4-BE49-F238E27FC236}">
                <a16:creationId xmlns:a16="http://schemas.microsoft.com/office/drawing/2014/main" id="{034E4E72-A69A-4C9D-B365-45140D3BFC91}"/>
              </a:ext>
            </a:extLst>
          </p:cNvPr>
          <p:cNvGrpSpPr/>
          <p:nvPr/>
        </p:nvGrpSpPr>
        <p:grpSpPr>
          <a:xfrm>
            <a:off x="5816964" y="3714661"/>
            <a:ext cx="581100" cy="760939"/>
            <a:chOff x="5805451" y="2483517"/>
            <a:chExt cx="581100" cy="760939"/>
          </a:xfrm>
        </p:grpSpPr>
        <p:pic>
          <p:nvPicPr>
            <p:cNvPr id="30" name="图片 29" descr="图片包含 图标&#10;&#10;描述已自动生成">
              <a:extLst>
                <a:ext uri="{FF2B5EF4-FFF2-40B4-BE49-F238E27FC236}">
                  <a16:creationId xmlns:a16="http://schemas.microsoft.com/office/drawing/2014/main" id="{2A67B048-B788-4EEC-AD2F-7C3AE03047A1}"/>
                </a:ext>
              </a:extLst>
            </p:cNvPr>
            <p:cNvPicPr>
              <a:picLocks noChangeAspect="1"/>
            </p:cNvPicPr>
            <p:nvPr/>
          </p:nvPicPr>
          <p:blipFill>
            <a:blip r:embed="rId3">
              <a:extLst>
                <a:ext uri="{28A0092B-C50C-407E-A947-70E740481C1C}">
                  <a14:useLocalDpi xmlns:a14="http://schemas.microsoft.com/office/drawing/2010/main" val="0"/>
                </a:ext>
              </a:extLst>
            </a:blip>
            <a:stretch>
              <a:fillRect/>
            </a:stretch>
          </p:blipFill>
          <p:spPr>
            <a:xfrm>
              <a:off x="5805451" y="2770089"/>
              <a:ext cx="581100" cy="474367"/>
            </a:xfrm>
            <a:prstGeom prst="rect">
              <a:avLst/>
            </a:prstGeom>
          </p:spPr>
        </p:pic>
        <p:sp>
          <p:nvSpPr>
            <p:cNvPr id="31" name="íşlïḍè">
              <a:extLst>
                <a:ext uri="{FF2B5EF4-FFF2-40B4-BE49-F238E27FC236}">
                  <a16:creationId xmlns:a16="http://schemas.microsoft.com/office/drawing/2014/main" id="{346E3E72-45C7-42B9-9171-5C025693A27E}"/>
                </a:ext>
              </a:extLst>
            </p:cNvPr>
            <p:cNvSpPr txBox="1"/>
            <p:nvPr/>
          </p:nvSpPr>
          <p:spPr>
            <a:xfrm>
              <a:off x="5860355" y="2483517"/>
              <a:ext cx="451552" cy="400111"/>
            </a:xfrm>
            <a:prstGeom prst="rect">
              <a:avLst/>
            </a:prstGeom>
            <a:noFill/>
          </p:spPr>
          <p:txBody>
            <a:bodyPr wrap="square" lIns="91440" tIns="45720" rIns="91440" bIns="45720" anchor="ctr">
              <a:noAutofit/>
            </a:bodyPr>
            <a:lstStyle/>
            <a:p>
              <a:pPr algn="ctr"/>
              <a:r>
                <a:rPr lang="en-US" altLang="zh-CN" sz="2000" b="1" dirty="0">
                  <a:latin typeface="Arial Narrow" panose="020B0606020202030204" pitchFamily="34" charset="0"/>
                </a:rPr>
                <a:t>B1</a:t>
              </a:r>
              <a:endParaRPr lang="zh-CN" altLang="en-US" sz="2000" b="1" dirty="0">
                <a:latin typeface="Arial Narrow" panose="020B0606020202030204" pitchFamily="34" charset="0"/>
              </a:endParaRPr>
            </a:p>
          </p:txBody>
        </p:sp>
      </p:grpSp>
    </p:spTree>
    <p:custDataLst>
      <p:tags r:id="rId1"/>
    </p:custDataLst>
    <p:extLst>
      <p:ext uri="{BB962C8B-B14F-4D97-AF65-F5344CB8AC3E}">
        <p14:creationId xmlns:p14="http://schemas.microsoft.com/office/powerpoint/2010/main" val="1068307252"/>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2" presetClass="entr" presetSubtype="2" fill="hold" nodeType="withEffect">
                                  <p:stCondLst>
                                    <p:cond delay="0"/>
                                  </p:stCondLst>
                                  <p:childTnLst>
                                    <p:set>
                                      <p:cBhvr>
                                        <p:cTn id="6" dur="1" fill="hold">
                                          <p:stCondLst>
                                            <p:cond delay="0"/>
                                          </p:stCondLst>
                                        </p:cTn>
                                        <p:tgtEl>
                                          <p:spTgt spid="37"/>
                                        </p:tgtEl>
                                        <p:attrNameLst>
                                          <p:attrName>style.visibility</p:attrName>
                                        </p:attrNameLst>
                                      </p:cBhvr>
                                      <p:to>
                                        <p:strVal val="visible"/>
                                      </p:to>
                                    </p:set>
                                    <p:animEffect transition="in" filter="wipe(right)">
                                      <p:cBhvr>
                                        <p:cTn id="7" dur="500"/>
                                        <p:tgtEl>
                                          <p:spTgt spid="37"/>
                                        </p:tgtEl>
                                      </p:cBhvr>
                                    </p:animEffect>
                                  </p:childTnLst>
                                </p:cTn>
                              </p:par>
                              <p:par>
                                <p:cTn id="8" presetID="22" presetClass="entr" presetSubtype="8" fill="hold" nodeType="withEffect">
                                  <p:stCondLst>
                                    <p:cond delay="0"/>
                                  </p:stCondLst>
                                  <p:childTnLst>
                                    <p:set>
                                      <p:cBhvr>
                                        <p:cTn id="9" dur="1" fill="hold">
                                          <p:stCondLst>
                                            <p:cond delay="0"/>
                                          </p:stCondLst>
                                        </p:cTn>
                                        <p:tgtEl>
                                          <p:spTgt spid="35"/>
                                        </p:tgtEl>
                                        <p:attrNameLst>
                                          <p:attrName>style.visibility</p:attrName>
                                        </p:attrNameLst>
                                      </p:cBhvr>
                                      <p:to>
                                        <p:strVal val="visible"/>
                                      </p:to>
                                    </p:set>
                                    <p:animEffect transition="in" filter="wipe(left)">
                                      <p:cBhvr>
                                        <p:cTn id="10" dur="500"/>
                                        <p:tgtEl>
                                          <p:spTgt spid="35"/>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40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4" name="组合 3">
            <a:extLst>
              <a:ext uri="{FF2B5EF4-FFF2-40B4-BE49-F238E27FC236}">
                <a16:creationId xmlns:a16="http://schemas.microsoft.com/office/drawing/2014/main" id="{9A1EA9F2-FCB6-48C3-935F-7AE7E3AD14AC}"/>
              </a:ext>
            </a:extLst>
          </p:cNvPr>
          <p:cNvGrpSpPr/>
          <p:nvPr/>
        </p:nvGrpSpPr>
        <p:grpSpPr>
          <a:xfrm>
            <a:off x="304799" y="749300"/>
            <a:ext cx="6192345" cy="400110"/>
            <a:chOff x="424116" y="898245"/>
            <a:chExt cx="6192345" cy="400110"/>
          </a:xfrm>
        </p:grpSpPr>
        <p:sp>
          <p:nvSpPr>
            <p:cNvPr id="2" name="平行四边形 1">
              <a:extLst>
                <a:ext uri="{FF2B5EF4-FFF2-40B4-BE49-F238E27FC236}">
                  <a16:creationId xmlns:a16="http://schemas.microsoft.com/office/drawing/2014/main" id="{1F5BAA3F-9845-4F89-A2DD-8222D3E4EDAC}"/>
                </a:ext>
              </a:extLst>
            </p:cNvPr>
            <p:cNvSpPr/>
            <p:nvPr/>
          </p:nvSpPr>
          <p:spPr>
            <a:xfrm>
              <a:off x="424116" y="898245"/>
              <a:ext cx="695119" cy="387090"/>
            </a:xfrm>
            <a:prstGeom prst="parallelogram">
              <a:avLst/>
            </a:prstGeom>
            <a:solidFill>
              <a:schemeClr val="accent3">
                <a:lumMod val="75000"/>
              </a:schemeClr>
            </a:solidFill>
            <a:ln>
              <a:solidFill>
                <a:schemeClr val="accent3">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CN" sz="2200" dirty="0">
                  <a:latin typeface="Impact" panose="020B0806030902050204" pitchFamily="34" charset="0"/>
                </a:rPr>
                <a:t>04</a:t>
              </a:r>
              <a:endParaRPr lang="zh-CN" altLang="en-US" sz="2200" dirty="0">
                <a:latin typeface="Impact" panose="020B0806030902050204" pitchFamily="34" charset="0"/>
              </a:endParaRPr>
            </a:p>
          </p:txBody>
        </p:sp>
        <p:sp>
          <p:nvSpPr>
            <p:cNvPr id="3" name="文本框 2">
              <a:extLst>
                <a:ext uri="{FF2B5EF4-FFF2-40B4-BE49-F238E27FC236}">
                  <a16:creationId xmlns:a16="http://schemas.microsoft.com/office/drawing/2014/main" id="{4D6BD736-A4D3-4F26-AFED-36E11F50F70B}"/>
                </a:ext>
              </a:extLst>
            </p:cNvPr>
            <p:cNvSpPr txBox="1"/>
            <p:nvPr/>
          </p:nvSpPr>
          <p:spPr>
            <a:xfrm>
              <a:off x="1119235" y="898245"/>
              <a:ext cx="5497226" cy="400110"/>
            </a:xfrm>
            <a:prstGeom prst="rect">
              <a:avLst/>
            </a:prstGeom>
            <a:noFill/>
          </p:spPr>
          <p:txBody>
            <a:bodyPr wrap="square" rtlCol="0">
              <a:spAutoFit/>
            </a:bodyPr>
            <a:lstStyle/>
            <a:p>
              <a:r>
                <a:rPr lang="zh-CN" altLang="en-US" sz="2000" b="1" dirty="0">
                  <a:solidFill>
                    <a:schemeClr val="tx1"/>
                  </a:solidFill>
                  <a:latin typeface="Arial Narrow" panose="020B0606020202030204" pitchFamily="34" charset="0"/>
                </a:rPr>
                <a:t>透明网桥的生成树协议</a:t>
              </a:r>
              <a:r>
                <a:rPr lang="en-US" altLang="zh-CN" sz="2000" b="1" dirty="0">
                  <a:solidFill>
                    <a:schemeClr val="tx1"/>
                  </a:solidFill>
                  <a:latin typeface="Arial Narrow" panose="020B0606020202030204" pitchFamily="34" charset="0"/>
                </a:rPr>
                <a:t>STP</a:t>
              </a:r>
            </a:p>
          </p:txBody>
        </p:sp>
      </p:grpSp>
      <p:sp>
        <p:nvSpPr>
          <p:cNvPr id="11" name="矩形 10">
            <a:extLst>
              <a:ext uri="{FF2B5EF4-FFF2-40B4-BE49-F238E27FC236}">
                <a16:creationId xmlns:a16="http://schemas.microsoft.com/office/drawing/2014/main" id="{7AB06020-7DD7-4DAD-91E5-11BEAF52AD79}"/>
              </a:ext>
            </a:extLst>
          </p:cNvPr>
          <p:cNvSpPr/>
          <p:nvPr/>
        </p:nvSpPr>
        <p:spPr>
          <a:xfrm>
            <a:off x="1056633" y="1259946"/>
            <a:ext cx="256976" cy="256976"/>
          </a:xfrm>
          <a:prstGeom prst="rect">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12" name="íşlïḍè">
            <a:extLst>
              <a:ext uri="{FF2B5EF4-FFF2-40B4-BE49-F238E27FC236}">
                <a16:creationId xmlns:a16="http://schemas.microsoft.com/office/drawing/2014/main" id="{327FEA51-700C-4E9A-95F8-4F35646C8ACB}"/>
              </a:ext>
            </a:extLst>
          </p:cNvPr>
          <p:cNvSpPr txBox="1"/>
          <p:nvPr/>
        </p:nvSpPr>
        <p:spPr>
          <a:xfrm>
            <a:off x="1373861" y="1205624"/>
            <a:ext cx="10513340" cy="640349"/>
          </a:xfrm>
          <a:prstGeom prst="rect">
            <a:avLst/>
          </a:prstGeom>
          <a:noFill/>
        </p:spPr>
        <p:txBody>
          <a:bodyPr wrap="square" lIns="91440" tIns="45720" rIns="91440" bIns="45720" anchor="ctr">
            <a:noAutofit/>
          </a:bodyPr>
          <a:lstStyle/>
          <a:p>
            <a:r>
              <a:rPr lang="zh-CN" altLang="en-US" b="1" dirty="0">
                <a:latin typeface="Arial Narrow" panose="020B0606020202030204" pitchFamily="34" charset="0"/>
              </a:rPr>
              <a:t>为了避免广播帧在环路中永久兜圈，透明网桥使用</a:t>
            </a:r>
            <a:r>
              <a:rPr lang="zh-CN" altLang="en-US" b="1" dirty="0">
                <a:solidFill>
                  <a:schemeClr val="accent1">
                    <a:lumMod val="75000"/>
                  </a:schemeClr>
                </a:solidFill>
                <a:latin typeface="Arial Narrow" panose="020B0606020202030204" pitchFamily="34" charset="0"/>
              </a:rPr>
              <a:t>生成树协议</a:t>
            </a:r>
            <a:r>
              <a:rPr lang="zh-CN" altLang="en-US" b="1" dirty="0">
                <a:latin typeface="Arial Narrow" panose="020B0606020202030204" pitchFamily="34" charset="0"/>
              </a:rPr>
              <a:t>（</a:t>
            </a:r>
            <a:r>
              <a:rPr lang="en-US" altLang="zh-CN" b="1" dirty="0">
                <a:solidFill>
                  <a:schemeClr val="accent1">
                    <a:lumMod val="75000"/>
                  </a:schemeClr>
                </a:solidFill>
                <a:latin typeface="Arial Narrow" panose="020B0606020202030204" pitchFamily="34" charset="0"/>
              </a:rPr>
              <a:t>S</a:t>
            </a:r>
            <a:r>
              <a:rPr lang="en-US" altLang="zh-CN" b="1" dirty="0">
                <a:latin typeface="Arial Narrow" panose="020B0606020202030204" pitchFamily="34" charset="0"/>
              </a:rPr>
              <a:t>panning </a:t>
            </a:r>
            <a:r>
              <a:rPr lang="en-US" altLang="zh-CN" b="1" dirty="0">
                <a:solidFill>
                  <a:schemeClr val="accent1">
                    <a:lumMod val="75000"/>
                  </a:schemeClr>
                </a:solidFill>
                <a:latin typeface="Arial Narrow" panose="020B0606020202030204" pitchFamily="34" charset="0"/>
              </a:rPr>
              <a:t>T</a:t>
            </a:r>
            <a:r>
              <a:rPr lang="en-US" altLang="zh-CN" b="1" dirty="0">
                <a:latin typeface="Arial Narrow" panose="020B0606020202030204" pitchFamily="34" charset="0"/>
              </a:rPr>
              <a:t>ree </a:t>
            </a:r>
            <a:r>
              <a:rPr lang="en-US" altLang="zh-CN" b="1" dirty="0">
                <a:solidFill>
                  <a:schemeClr val="accent1">
                    <a:lumMod val="75000"/>
                  </a:schemeClr>
                </a:solidFill>
                <a:latin typeface="Arial Narrow" panose="020B0606020202030204" pitchFamily="34" charset="0"/>
              </a:rPr>
              <a:t>P</a:t>
            </a:r>
            <a:r>
              <a:rPr lang="en-US" altLang="zh-CN" b="1" dirty="0">
                <a:latin typeface="Arial Narrow" panose="020B0606020202030204" pitchFamily="34" charset="0"/>
              </a:rPr>
              <a:t>rotocol</a:t>
            </a:r>
            <a:r>
              <a:rPr lang="zh-CN" altLang="en-US" b="1" dirty="0">
                <a:latin typeface="Arial Narrow" panose="020B0606020202030204" pitchFamily="34" charset="0"/>
              </a:rPr>
              <a:t>，</a:t>
            </a:r>
            <a:r>
              <a:rPr lang="en-US" altLang="zh-CN" b="1" dirty="0">
                <a:solidFill>
                  <a:schemeClr val="accent1">
                    <a:lumMod val="75000"/>
                  </a:schemeClr>
                </a:solidFill>
                <a:latin typeface="Arial Narrow" panose="020B0606020202030204" pitchFamily="34" charset="0"/>
              </a:rPr>
              <a:t>STP</a:t>
            </a:r>
            <a:r>
              <a:rPr lang="zh-CN" altLang="en-US" b="1" dirty="0">
                <a:latin typeface="Arial Narrow" panose="020B0606020202030204" pitchFamily="34" charset="0"/>
              </a:rPr>
              <a:t>），可以在增加冗余链路提高网络可靠性的同时，又避免环路带来的问题。</a:t>
            </a:r>
          </a:p>
        </p:txBody>
      </p:sp>
      <p:sp>
        <p:nvSpPr>
          <p:cNvPr id="13" name="矩形 12">
            <a:extLst>
              <a:ext uri="{FF2B5EF4-FFF2-40B4-BE49-F238E27FC236}">
                <a16:creationId xmlns:a16="http://schemas.microsoft.com/office/drawing/2014/main" id="{801F9D38-4C63-4DCD-A7AA-A5D82CE6C40D}"/>
              </a:ext>
            </a:extLst>
          </p:cNvPr>
          <p:cNvSpPr/>
          <p:nvPr/>
        </p:nvSpPr>
        <p:spPr>
          <a:xfrm>
            <a:off x="1478749" y="1921801"/>
            <a:ext cx="256976" cy="256976"/>
          </a:xfrm>
          <a:prstGeom prst="rect">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14" name="íşlïḍè">
            <a:extLst>
              <a:ext uri="{FF2B5EF4-FFF2-40B4-BE49-F238E27FC236}">
                <a16:creationId xmlns:a16="http://schemas.microsoft.com/office/drawing/2014/main" id="{C62898E0-612E-4F19-9544-8694F8947329}"/>
              </a:ext>
            </a:extLst>
          </p:cNvPr>
          <p:cNvSpPr txBox="1"/>
          <p:nvPr/>
        </p:nvSpPr>
        <p:spPr>
          <a:xfrm>
            <a:off x="1795977" y="1867479"/>
            <a:ext cx="10091223" cy="895464"/>
          </a:xfrm>
          <a:prstGeom prst="rect">
            <a:avLst/>
          </a:prstGeom>
          <a:noFill/>
        </p:spPr>
        <p:txBody>
          <a:bodyPr wrap="square" lIns="91440" tIns="45720" rIns="91440" bIns="45720" anchor="ctr">
            <a:noAutofit/>
          </a:bodyPr>
          <a:lstStyle/>
          <a:p>
            <a:r>
              <a:rPr lang="zh-CN" altLang="en-US" b="1" dirty="0">
                <a:latin typeface="Arial Narrow" panose="020B0606020202030204" pitchFamily="34" charset="0"/>
              </a:rPr>
              <a:t>不管网桥之间连接成了怎样复杂的带环拓扑，网桥之间通过</a:t>
            </a:r>
            <a:r>
              <a:rPr lang="zh-CN" altLang="en-US" b="1" dirty="0">
                <a:solidFill>
                  <a:schemeClr val="accent1">
                    <a:lumMod val="75000"/>
                  </a:schemeClr>
                </a:solidFill>
                <a:latin typeface="Arial Narrow" panose="020B0606020202030204" pitchFamily="34" charset="0"/>
              </a:rPr>
              <a:t>交互网桥协议单元</a:t>
            </a:r>
            <a:r>
              <a:rPr lang="zh-CN" altLang="en-US" b="1" dirty="0">
                <a:latin typeface="Arial Narrow" panose="020B0606020202030204" pitchFamily="34" charset="0"/>
              </a:rPr>
              <a:t>（</a:t>
            </a:r>
            <a:r>
              <a:rPr lang="en-US" altLang="zh-CN" b="1" dirty="0">
                <a:solidFill>
                  <a:schemeClr val="accent1">
                    <a:lumMod val="75000"/>
                  </a:schemeClr>
                </a:solidFill>
                <a:latin typeface="Arial Narrow" panose="020B0606020202030204" pitchFamily="34" charset="0"/>
              </a:rPr>
              <a:t>B</a:t>
            </a:r>
            <a:r>
              <a:rPr lang="en-US" altLang="zh-CN" b="1" dirty="0">
                <a:latin typeface="Arial Narrow" panose="020B0606020202030204" pitchFamily="34" charset="0"/>
              </a:rPr>
              <a:t>ridge </a:t>
            </a:r>
            <a:r>
              <a:rPr lang="en-US" altLang="zh-CN" b="1" dirty="0">
                <a:solidFill>
                  <a:schemeClr val="accent1">
                    <a:lumMod val="75000"/>
                  </a:schemeClr>
                </a:solidFill>
                <a:latin typeface="Arial Narrow" panose="020B0606020202030204" pitchFamily="34" charset="0"/>
              </a:rPr>
              <a:t>P</a:t>
            </a:r>
            <a:r>
              <a:rPr lang="en-US" altLang="zh-CN" b="1" dirty="0">
                <a:latin typeface="Arial Narrow" panose="020B0606020202030204" pitchFamily="34" charset="0"/>
              </a:rPr>
              <a:t>rotocol </a:t>
            </a:r>
            <a:r>
              <a:rPr lang="en-US" altLang="zh-CN" b="1" dirty="0">
                <a:solidFill>
                  <a:schemeClr val="accent1">
                    <a:lumMod val="75000"/>
                  </a:schemeClr>
                </a:solidFill>
                <a:latin typeface="Arial Narrow" panose="020B0606020202030204" pitchFamily="34" charset="0"/>
              </a:rPr>
              <a:t>D</a:t>
            </a:r>
            <a:r>
              <a:rPr lang="en-US" altLang="zh-CN" b="1" dirty="0">
                <a:latin typeface="Arial Narrow" panose="020B0606020202030204" pitchFamily="34" charset="0"/>
              </a:rPr>
              <a:t>ata </a:t>
            </a:r>
            <a:r>
              <a:rPr lang="en-US" altLang="zh-CN" b="1" dirty="0">
                <a:solidFill>
                  <a:schemeClr val="accent1">
                    <a:lumMod val="75000"/>
                  </a:schemeClr>
                </a:solidFill>
                <a:latin typeface="Arial Narrow" panose="020B0606020202030204" pitchFamily="34" charset="0"/>
              </a:rPr>
              <a:t>U</a:t>
            </a:r>
            <a:r>
              <a:rPr lang="en-US" altLang="zh-CN" b="1" dirty="0">
                <a:latin typeface="Arial Narrow" panose="020B0606020202030204" pitchFamily="34" charset="0"/>
              </a:rPr>
              <a:t>nit</a:t>
            </a:r>
            <a:r>
              <a:rPr lang="zh-CN" altLang="en-US" b="1" dirty="0">
                <a:latin typeface="Arial Narrow" panose="020B0606020202030204" pitchFamily="34" charset="0"/>
              </a:rPr>
              <a:t>，</a:t>
            </a:r>
            <a:r>
              <a:rPr lang="en-US" altLang="zh-CN" b="1" dirty="0">
                <a:solidFill>
                  <a:schemeClr val="accent1">
                    <a:lumMod val="75000"/>
                  </a:schemeClr>
                </a:solidFill>
                <a:latin typeface="Arial Narrow" panose="020B0606020202030204" pitchFamily="34" charset="0"/>
              </a:rPr>
              <a:t>BPDU</a:t>
            </a:r>
            <a:r>
              <a:rPr lang="zh-CN" altLang="en-US" b="1" dirty="0">
                <a:latin typeface="Arial Narrow" panose="020B0606020202030204" pitchFamily="34" charset="0"/>
              </a:rPr>
              <a:t>），</a:t>
            </a:r>
            <a:r>
              <a:rPr lang="zh-CN" altLang="en-US" b="1" dirty="0">
                <a:solidFill>
                  <a:schemeClr val="accent1">
                    <a:lumMod val="75000"/>
                  </a:schemeClr>
                </a:solidFill>
                <a:latin typeface="Arial Narrow" panose="020B0606020202030204" pitchFamily="34" charset="0"/>
              </a:rPr>
              <a:t>找出原网络拓扑的一个连通子集（即生成树）</a:t>
            </a:r>
            <a:r>
              <a:rPr lang="zh-CN" altLang="en-US" b="1" dirty="0">
                <a:latin typeface="Arial Narrow" panose="020B0606020202030204" pitchFamily="34" charset="0"/>
              </a:rPr>
              <a:t>，在这个子集里整个连通的网络中</a:t>
            </a:r>
            <a:r>
              <a:rPr lang="zh-CN" altLang="en-US" b="1" dirty="0">
                <a:solidFill>
                  <a:schemeClr val="accent1">
                    <a:lumMod val="75000"/>
                  </a:schemeClr>
                </a:solidFill>
                <a:latin typeface="Arial Narrow" panose="020B0606020202030204" pitchFamily="34" charset="0"/>
              </a:rPr>
              <a:t>不存在环路</a:t>
            </a:r>
            <a:r>
              <a:rPr lang="zh-CN" altLang="en-US" b="1" dirty="0">
                <a:latin typeface="Arial Narrow" panose="020B0606020202030204" pitchFamily="34" charset="0"/>
              </a:rPr>
              <a:t>。</a:t>
            </a:r>
          </a:p>
        </p:txBody>
      </p:sp>
      <p:cxnSp>
        <p:nvCxnSpPr>
          <p:cNvPr id="15" name="直接连接符 14">
            <a:extLst>
              <a:ext uri="{FF2B5EF4-FFF2-40B4-BE49-F238E27FC236}">
                <a16:creationId xmlns:a16="http://schemas.microsoft.com/office/drawing/2014/main" id="{4DCC8116-8FFA-464B-8AEA-EFE5DE1418F8}"/>
              </a:ext>
            </a:extLst>
          </p:cNvPr>
          <p:cNvCxnSpPr>
            <a:cxnSpLocks/>
          </p:cNvCxnSpPr>
          <p:nvPr/>
        </p:nvCxnSpPr>
        <p:spPr>
          <a:xfrm>
            <a:off x="6215224" y="5897702"/>
            <a:ext cx="1457955" cy="0"/>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cxnSp>
        <p:nvCxnSpPr>
          <p:cNvPr id="16" name="直接连接符 15">
            <a:extLst>
              <a:ext uri="{FF2B5EF4-FFF2-40B4-BE49-F238E27FC236}">
                <a16:creationId xmlns:a16="http://schemas.microsoft.com/office/drawing/2014/main" id="{E81EB1A4-159D-4EFE-A701-BC0F3C449E16}"/>
              </a:ext>
            </a:extLst>
          </p:cNvPr>
          <p:cNvCxnSpPr>
            <a:cxnSpLocks/>
          </p:cNvCxnSpPr>
          <p:nvPr/>
        </p:nvCxnSpPr>
        <p:spPr>
          <a:xfrm>
            <a:off x="6215224" y="4298050"/>
            <a:ext cx="1462889" cy="0"/>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cxnSp>
        <p:nvCxnSpPr>
          <p:cNvPr id="17" name="直接连接符 16">
            <a:extLst>
              <a:ext uri="{FF2B5EF4-FFF2-40B4-BE49-F238E27FC236}">
                <a16:creationId xmlns:a16="http://schemas.microsoft.com/office/drawing/2014/main" id="{3AE64C35-426A-4893-B2AB-033D0902DFE3}"/>
              </a:ext>
            </a:extLst>
          </p:cNvPr>
          <p:cNvCxnSpPr>
            <a:cxnSpLocks/>
          </p:cNvCxnSpPr>
          <p:nvPr/>
        </p:nvCxnSpPr>
        <p:spPr>
          <a:xfrm>
            <a:off x="4531981" y="5897702"/>
            <a:ext cx="1457955" cy="0"/>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sp>
        <p:nvSpPr>
          <p:cNvPr id="19" name="矩形 18">
            <a:extLst>
              <a:ext uri="{FF2B5EF4-FFF2-40B4-BE49-F238E27FC236}">
                <a16:creationId xmlns:a16="http://schemas.microsoft.com/office/drawing/2014/main" id="{71848B71-9AED-433E-8166-952550FDF38C}"/>
              </a:ext>
            </a:extLst>
          </p:cNvPr>
          <p:cNvSpPr/>
          <p:nvPr/>
        </p:nvSpPr>
        <p:spPr>
          <a:xfrm>
            <a:off x="4415214" y="3811593"/>
            <a:ext cx="223666" cy="223666"/>
          </a:xfrm>
          <a:prstGeom prst="rect">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20" name="矩形 19">
            <a:extLst>
              <a:ext uri="{FF2B5EF4-FFF2-40B4-BE49-F238E27FC236}">
                <a16:creationId xmlns:a16="http://schemas.microsoft.com/office/drawing/2014/main" id="{87AF9B28-C940-41CF-9221-1678E8C15FBB}"/>
              </a:ext>
            </a:extLst>
          </p:cNvPr>
          <p:cNvSpPr/>
          <p:nvPr/>
        </p:nvSpPr>
        <p:spPr>
          <a:xfrm>
            <a:off x="4415214" y="6195500"/>
            <a:ext cx="223666" cy="223666"/>
          </a:xfrm>
          <a:prstGeom prst="rect">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cxnSp>
        <p:nvCxnSpPr>
          <p:cNvPr id="21" name="直接连接符 20">
            <a:extLst>
              <a:ext uri="{FF2B5EF4-FFF2-40B4-BE49-F238E27FC236}">
                <a16:creationId xmlns:a16="http://schemas.microsoft.com/office/drawing/2014/main" id="{42EF8A8B-6EEC-436C-9397-1E12CBF5A12F}"/>
              </a:ext>
            </a:extLst>
          </p:cNvPr>
          <p:cNvCxnSpPr>
            <a:cxnSpLocks/>
            <a:stCxn id="19" idx="2"/>
            <a:endCxn id="20" idx="0"/>
          </p:cNvCxnSpPr>
          <p:nvPr/>
        </p:nvCxnSpPr>
        <p:spPr>
          <a:xfrm>
            <a:off x="4527047" y="4035259"/>
            <a:ext cx="0" cy="2160241"/>
          </a:xfrm>
          <a:prstGeom prst="line">
            <a:avLst/>
          </a:prstGeom>
          <a:ln w="38100">
            <a:solidFill>
              <a:schemeClr val="tx1"/>
            </a:solidFill>
            <a:tailEnd type="none"/>
          </a:ln>
        </p:spPr>
        <p:style>
          <a:lnRef idx="1">
            <a:schemeClr val="accent1"/>
          </a:lnRef>
          <a:fillRef idx="0">
            <a:schemeClr val="accent1"/>
          </a:fillRef>
          <a:effectRef idx="0">
            <a:schemeClr val="accent1"/>
          </a:effectRef>
          <a:fontRef idx="minor">
            <a:schemeClr val="tx1"/>
          </a:fontRef>
        </p:style>
      </p:cxnSp>
      <p:sp>
        <p:nvSpPr>
          <p:cNvPr id="22" name="íşlïḍè">
            <a:extLst>
              <a:ext uri="{FF2B5EF4-FFF2-40B4-BE49-F238E27FC236}">
                <a16:creationId xmlns:a16="http://schemas.microsoft.com/office/drawing/2014/main" id="{45A31CDF-B7FF-472C-9F90-B58A748377AF}"/>
              </a:ext>
            </a:extLst>
          </p:cNvPr>
          <p:cNvSpPr txBox="1"/>
          <p:nvPr/>
        </p:nvSpPr>
        <p:spPr>
          <a:xfrm>
            <a:off x="4301271" y="3400837"/>
            <a:ext cx="451552" cy="400111"/>
          </a:xfrm>
          <a:prstGeom prst="rect">
            <a:avLst/>
          </a:prstGeom>
          <a:noFill/>
        </p:spPr>
        <p:txBody>
          <a:bodyPr wrap="square" lIns="91440" tIns="45720" rIns="91440" bIns="45720" anchor="ctr">
            <a:noAutofit/>
          </a:bodyPr>
          <a:lstStyle/>
          <a:p>
            <a:pPr algn="ctr"/>
            <a:r>
              <a:rPr lang="en-US" altLang="zh-CN" sz="2000" b="1" dirty="0">
                <a:latin typeface="Arial Narrow" panose="020B0606020202030204" pitchFamily="34" charset="0"/>
              </a:rPr>
              <a:t>E1</a:t>
            </a:r>
            <a:endParaRPr lang="zh-CN" altLang="en-US" sz="2000" b="1" dirty="0">
              <a:latin typeface="Arial Narrow" panose="020B0606020202030204" pitchFamily="34" charset="0"/>
            </a:endParaRPr>
          </a:p>
        </p:txBody>
      </p:sp>
      <p:sp>
        <p:nvSpPr>
          <p:cNvPr id="24" name="矩形 23">
            <a:extLst>
              <a:ext uri="{FF2B5EF4-FFF2-40B4-BE49-F238E27FC236}">
                <a16:creationId xmlns:a16="http://schemas.microsoft.com/office/drawing/2014/main" id="{77D4E771-9053-42B0-94BF-7CB4487592DF}"/>
              </a:ext>
            </a:extLst>
          </p:cNvPr>
          <p:cNvSpPr/>
          <p:nvPr/>
        </p:nvSpPr>
        <p:spPr>
          <a:xfrm>
            <a:off x="7566280" y="3800948"/>
            <a:ext cx="223666" cy="223666"/>
          </a:xfrm>
          <a:prstGeom prst="rect">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25" name="矩形 24">
            <a:extLst>
              <a:ext uri="{FF2B5EF4-FFF2-40B4-BE49-F238E27FC236}">
                <a16:creationId xmlns:a16="http://schemas.microsoft.com/office/drawing/2014/main" id="{35069FCD-F7FC-48D7-BA2A-CFA56B01A447}"/>
              </a:ext>
            </a:extLst>
          </p:cNvPr>
          <p:cNvSpPr/>
          <p:nvPr/>
        </p:nvSpPr>
        <p:spPr>
          <a:xfrm>
            <a:off x="7566280" y="6195500"/>
            <a:ext cx="223666" cy="223666"/>
          </a:xfrm>
          <a:prstGeom prst="rect">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cxnSp>
        <p:nvCxnSpPr>
          <p:cNvPr id="26" name="直接连接符 25">
            <a:extLst>
              <a:ext uri="{FF2B5EF4-FFF2-40B4-BE49-F238E27FC236}">
                <a16:creationId xmlns:a16="http://schemas.microsoft.com/office/drawing/2014/main" id="{18FA5C14-7E2F-4290-A64D-B2E2A3ECC7C4}"/>
              </a:ext>
            </a:extLst>
          </p:cNvPr>
          <p:cNvCxnSpPr>
            <a:cxnSpLocks/>
            <a:stCxn id="24" idx="2"/>
            <a:endCxn id="25" idx="0"/>
          </p:cNvCxnSpPr>
          <p:nvPr/>
        </p:nvCxnSpPr>
        <p:spPr>
          <a:xfrm>
            <a:off x="7678113" y="4024614"/>
            <a:ext cx="0" cy="2170886"/>
          </a:xfrm>
          <a:prstGeom prst="line">
            <a:avLst/>
          </a:prstGeom>
          <a:ln w="38100">
            <a:solidFill>
              <a:schemeClr val="tx1"/>
            </a:solidFill>
            <a:tailEnd type="none"/>
          </a:ln>
        </p:spPr>
        <p:style>
          <a:lnRef idx="1">
            <a:schemeClr val="accent1"/>
          </a:lnRef>
          <a:fillRef idx="0">
            <a:schemeClr val="accent1"/>
          </a:fillRef>
          <a:effectRef idx="0">
            <a:schemeClr val="accent1"/>
          </a:effectRef>
          <a:fontRef idx="minor">
            <a:schemeClr val="tx1"/>
          </a:fontRef>
        </p:style>
      </p:cxnSp>
      <p:sp>
        <p:nvSpPr>
          <p:cNvPr id="27" name="íşlïḍè">
            <a:extLst>
              <a:ext uri="{FF2B5EF4-FFF2-40B4-BE49-F238E27FC236}">
                <a16:creationId xmlns:a16="http://schemas.microsoft.com/office/drawing/2014/main" id="{E63F542A-80A9-4BE8-BAF1-5C82828097D0}"/>
              </a:ext>
            </a:extLst>
          </p:cNvPr>
          <p:cNvSpPr txBox="1"/>
          <p:nvPr/>
        </p:nvSpPr>
        <p:spPr>
          <a:xfrm>
            <a:off x="7452337" y="3399760"/>
            <a:ext cx="451552" cy="400111"/>
          </a:xfrm>
          <a:prstGeom prst="rect">
            <a:avLst/>
          </a:prstGeom>
          <a:noFill/>
        </p:spPr>
        <p:txBody>
          <a:bodyPr wrap="square" lIns="91440" tIns="45720" rIns="91440" bIns="45720" anchor="ctr">
            <a:noAutofit/>
          </a:bodyPr>
          <a:lstStyle/>
          <a:p>
            <a:pPr algn="ctr"/>
            <a:r>
              <a:rPr lang="en-US" altLang="zh-CN" sz="2000" b="1" dirty="0">
                <a:latin typeface="Arial Narrow" panose="020B0606020202030204" pitchFamily="34" charset="0"/>
              </a:rPr>
              <a:t>E2</a:t>
            </a:r>
            <a:endParaRPr lang="zh-CN" altLang="en-US" sz="2000" b="1" dirty="0">
              <a:latin typeface="Arial Narrow" panose="020B0606020202030204" pitchFamily="34" charset="0"/>
            </a:endParaRPr>
          </a:p>
        </p:txBody>
      </p:sp>
      <p:cxnSp>
        <p:nvCxnSpPr>
          <p:cNvPr id="28" name="直接连接符 27">
            <a:extLst>
              <a:ext uri="{FF2B5EF4-FFF2-40B4-BE49-F238E27FC236}">
                <a16:creationId xmlns:a16="http://schemas.microsoft.com/office/drawing/2014/main" id="{86537F35-4B32-456B-BA1A-2CAB43EC1148}"/>
              </a:ext>
            </a:extLst>
          </p:cNvPr>
          <p:cNvCxnSpPr>
            <a:cxnSpLocks/>
          </p:cNvCxnSpPr>
          <p:nvPr/>
        </p:nvCxnSpPr>
        <p:spPr>
          <a:xfrm>
            <a:off x="4527047" y="4298050"/>
            <a:ext cx="1462889" cy="0"/>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grpSp>
        <p:nvGrpSpPr>
          <p:cNvPr id="33" name="组合 32">
            <a:extLst>
              <a:ext uri="{FF2B5EF4-FFF2-40B4-BE49-F238E27FC236}">
                <a16:creationId xmlns:a16="http://schemas.microsoft.com/office/drawing/2014/main" id="{05DC431F-5057-4F01-A722-BA8BFB6D321C}"/>
              </a:ext>
            </a:extLst>
          </p:cNvPr>
          <p:cNvGrpSpPr/>
          <p:nvPr/>
        </p:nvGrpSpPr>
        <p:grpSpPr>
          <a:xfrm>
            <a:off x="5807094" y="5598802"/>
            <a:ext cx="581100" cy="824011"/>
            <a:chOff x="5805451" y="2770089"/>
            <a:chExt cx="581100" cy="824011"/>
          </a:xfrm>
        </p:grpSpPr>
        <p:pic>
          <p:nvPicPr>
            <p:cNvPr id="34" name="图片 33" descr="图片包含 图标&#10;&#10;描述已自动生成">
              <a:extLst>
                <a:ext uri="{FF2B5EF4-FFF2-40B4-BE49-F238E27FC236}">
                  <a16:creationId xmlns:a16="http://schemas.microsoft.com/office/drawing/2014/main" id="{C6C143ED-A95F-4D92-8AFB-B1CFF8EE6402}"/>
                </a:ext>
              </a:extLst>
            </p:cNvPr>
            <p:cNvPicPr>
              <a:picLocks noChangeAspect="1"/>
            </p:cNvPicPr>
            <p:nvPr/>
          </p:nvPicPr>
          <p:blipFill>
            <a:blip r:embed="rId3">
              <a:extLst>
                <a:ext uri="{28A0092B-C50C-407E-A947-70E740481C1C}">
                  <a14:useLocalDpi xmlns:a14="http://schemas.microsoft.com/office/drawing/2010/main" val="0"/>
                </a:ext>
              </a:extLst>
            </a:blip>
            <a:stretch>
              <a:fillRect/>
            </a:stretch>
          </p:blipFill>
          <p:spPr>
            <a:xfrm>
              <a:off x="5805451" y="2770089"/>
              <a:ext cx="581100" cy="474367"/>
            </a:xfrm>
            <a:prstGeom prst="rect">
              <a:avLst/>
            </a:prstGeom>
          </p:spPr>
        </p:pic>
        <p:sp>
          <p:nvSpPr>
            <p:cNvPr id="36" name="íşlïḍè">
              <a:extLst>
                <a:ext uri="{FF2B5EF4-FFF2-40B4-BE49-F238E27FC236}">
                  <a16:creationId xmlns:a16="http://schemas.microsoft.com/office/drawing/2014/main" id="{5143CDD7-7469-491A-8D82-59A9FC516B74}"/>
                </a:ext>
              </a:extLst>
            </p:cNvPr>
            <p:cNvSpPr txBox="1"/>
            <p:nvPr/>
          </p:nvSpPr>
          <p:spPr>
            <a:xfrm>
              <a:off x="5860355" y="3193989"/>
              <a:ext cx="451552" cy="400111"/>
            </a:xfrm>
            <a:prstGeom prst="rect">
              <a:avLst/>
            </a:prstGeom>
            <a:noFill/>
          </p:spPr>
          <p:txBody>
            <a:bodyPr wrap="square" lIns="91440" tIns="45720" rIns="91440" bIns="45720" anchor="ctr">
              <a:noAutofit/>
            </a:bodyPr>
            <a:lstStyle/>
            <a:p>
              <a:pPr algn="ctr"/>
              <a:r>
                <a:rPr lang="en-US" altLang="zh-CN" sz="2000" b="1" dirty="0">
                  <a:latin typeface="Arial Narrow" panose="020B0606020202030204" pitchFamily="34" charset="0"/>
                </a:rPr>
                <a:t>B2</a:t>
              </a:r>
              <a:endParaRPr lang="zh-CN" altLang="en-US" sz="2000" b="1" dirty="0">
                <a:latin typeface="Arial Narrow" panose="020B0606020202030204" pitchFamily="34" charset="0"/>
              </a:endParaRPr>
            </a:p>
          </p:txBody>
        </p:sp>
      </p:grpSp>
      <p:grpSp>
        <p:nvGrpSpPr>
          <p:cNvPr id="39" name="组合 38">
            <a:extLst>
              <a:ext uri="{FF2B5EF4-FFF2-40B4-BE49-F238E27FC236}">
                <a16:creationId xmlns:a16="http://schemas.microsoft.com/office/drawing/2014/main" id="{2B35A84E-DA92-4977-B1A5-1A95F2FC5D4D}"/>
              </a:ext>
            </a:extLst>
          </p:cNvPr>
          <p:cNvGrpSpPr/>
          <p:nvPr/>
        </p:nvGrpSpPr>
        <p:grpSpPr>
          <a:xfrm>
            <a:off x="5609773" y="4467126"/>
            <a:ext cx="995482" cy="1248344"/>
            <a:chOff x="5609773" y="4467126"/>
            <a:chExt cx="995482" cy="1248344"/>
          </a:xfrm>
        </p:grpSpPr>
        <p:sp>
          <p:nvSpPr>
            <p:cNvPr id="8" name="箭头: 上下 7">
              <a:extLst>
                <a:ext uri="{FF2B5EF4-FFF2-40B4-BE49-F238E27FC236}">
                  <a16:creationId xmlns:a16="http://schemas.microsoft.com/office/drawing/2014/main" id="{FDEEC32C-B027-4C69-9EE1-7EA56F05BDE6}"/>
                </a:ext>
              </a:extLst>
            </p:cNvPr>
            <p:cNvSpPr/>
            <p:nvPr/>
          </p:nvSpPr>
          <p:spPr>
            <a:xfrm>
              <a:off x="5609773" y="4467126"/>
              <a:ext cx="995482" cy="1248344"/>
            </a:xfrm>
            <a:prstGeom prst="upDownArrow">
              <a:avLst>
                <a:gd name="adj1" fmla="val 65153"/>
                <a:gd name="adj2" fmla="val 34089"/>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p>
          </p:txBody>
        </p:sp>
        <p:sp>
          <p:nvSpPr>
            <p:cNvPr id="38" name="íşlïḍè">
              <a:extLst>
                <a:ext uri="{FF2B5EF4-FFF2-40B4-BE49-F238E27FC236}">
                  <a16:creationId xmlns:a16="http://schemas.microsoft.com/office/drawing/2014/main" id="{8BA0C1C0-21D0-4E27-B0C7-B059D946684B}"/>
                </a:ext>
              </a:extLst>
            </p:cNvPr>
            <p:cNvSpPr txBox="1"/>
            <p:nvPr/>
          </p:nvSpPr>
          <p:spPr>
            <a:xfrm>
              <a:off x="5741262" y="4644675"/>
              <a:ext cx="732503" cy="895464"/>
            </a:xfrm>
            <a:prstGeom prst="rect">
              <a:avLst/>
            </a:prstGeom>
            <a:noFill/>
          </p:spPr>
          <p:txBody>
            <a:bodyPr wrap="square" lIns="91440" tIns="45720" rIns="91440" bIns="45720" anchor="ctr">
              <a:noAutofit/>
            </a:bodyPr>
            <a:lstStyle/>
            <a:p>
              <a:pPr algn="ctr"/>
              <a:r>
                <a:rPr lang="zh-CN" altLang="en-US" b="1" dirty="0">
                  <a:solidFill>
                    <a:schemeClr val="bg1"/>
                  </a:solidFill>
                  <a:latin typeface="Arial Narrow" panose="020B0606020202030204" pitchFamily="34" charset="0"/>
                </a:rPr>
                <a:t>交</a:t>
              </a:r>
              <a:endParaRPr lang="en-US" altLang="zh-CN" b="1" dirty="0">
                <a:solidFill>
                  <a:schemeClr val="bg1"/>
                </a:solidFill>
                <a:latin typeface="Arial Narrow" panose="020B0606020202030204" pitchFamily="34" charset="0"/>
              </a:endParaRPr>
            </a:p>
            <a:p>
              <a:pPr algn="ctr"/>
              <a:r>
                <a:rPr lang="zh-CN" altLang="en-US" b="1" dirty="0">
                  <a:solidFill>
                    <a:schemeClr val="bg1"/>
                  </a:solidFill>
                  <a:latin typeface="Arial Narrow" panose="020B0606020202030204" pitchFamily="34" charset="0"/>
                </a:rPr>
                <a:t>互</a:t>
              </a:r>
              <a:endParaRPr lang="en-US" altLang="zh-CN" b="1" dirty="0">
                <a:solidFill>
                  <a:schemeClr val="bg1"/>
                </a:solidFill>
                <a:latin typeface="Arial Narrow" panose="020B0606020202030204" pitchFamily="34" charset="0"/>
              </a:endParaRPr>
            </a:p>
            <a:p>
              <a:pPr algn="ctr"/>
              <a:r>
                <a:rPr lang="en-US" altLang="zh-CN" b="1" dirty="0">
                  <a:solidFill>
                    <a:schemeClr val="bg1"/>
                  </a:solidFill>
                  <a:latin typeface="Arial Narrow" panose="020B0606020202030204" pitchFamily="34" charset="0"/>
                </a:rPr>
                <a:t>BPDU</a:t>
              </a:r>
              <a:endParaRPr lang="zh-CN" altLang="en-US" b="1" dirty="0">
                <a:solidFill>
                  <a:schemeClr val="bg1"/>
                </a:solidFill>
                <a:latin typeface="Arial Narrow" panose="020B0606020202030204" pitchFamily="34" charset="0"/>
              </a:endParaRPr>
            </a:p>
          </p:txBody>
        </p:sp>
      </p:grpSp>
      <p:grpSp>
        <p:nvGrpSpPr>
          <p:cNvPr id="29" name="组合 28">
            <a:extLst>
              <a:ext uri="{FF2B5EF4-FFF2-40B4-BE49-F238E27FC236}">
                <a16:creationId xmlns:a16="http://schemas.microsoft.com/office/drawing/2014/main" id="{034E4E72-A69A-4C9D-B365-45140D3BFC91}"/>
              </a:ext>
            </a:extLst>
          </p:cNvPr>
          <p:cNvGrpSpPr/>
          <p:nvPr/>
        </p:nvGrpSpPr>
        <p:grpSpPr>
          <a:xfrm>
            <a:off x="5816964" y="3714661"/>
            <a:ext cx="581100" cy="760939"/>
            <a:chOff x="5805451" y="2483517"/>
            <a:chExt cx="581100" cy="760939"/>
          </a:xfrm>
        </p:grpSpPr>
        <p:pic>
          <p:nvPicPr>
            <p:cNvPr id="30" name="图片 29" descr="图片包含 图标&#10;&#10;描述已自动生成">
              <a:extLst>
                <a:ext uri="{FF2B5EF4-FFF2-40B4-BE49-F238E27FC236}">
                  <a16:creationId xmlns:a16="http://schemas.microsoft.com/office/drawing/2014/main" id="{2A67B048-B788-4EEC-AD2F-7C3AE03047A1}"/>
                </a:ext>
              </a:extLst>
            </p:cNvPr>
            <p:cNvPicPr>
              <a:picLocks noChangeAspect="1"/>
            </p:cNvPicPr>
            <p:nvPr/>
          </p:nvPicPr>
          <p:blipFill>
            <a:blip r:embed="rId3">
              <a:extLst>
                <a:ext uri="{28A0092B-C50C-407E-A947-70E740481C1C}">
                  <a14:useLocalDpi xmlns:a14="http://schemas.microsoft.com/office/drawing/2010/main" val="0"/>
                </a:ext>
              </a:extLst>
            </a:blip>
            <a:stretch>
              <a:fillRect/>
            </a:stretch>
          </p:blipFill>
          <p:spPr>
            <a:xfrm>
              <a:off x="5805451" y="2770089"/>
              <a:ext cx="581100" cy="474367"/>
            </a:xfrm>
            <a:prstGeom prst="rect">
              <a:avLst/>
            </a:prstGeom>
          </p:spPr>
        </p:pic>
        <p:sp>
          <p:nvSpPr>
            <p:cNvPr id="31" name="íşlïḍè">
              <a:extLst>
                <a:ext uri="{FF2B5EF4-FFF2-40B4-BE49-F238E27FC236}">
                  <a16:creationId xmlns:a16="http://schemas.microsoft.com/office/drawing/2014/main" id="{346E3E72-45C7-42B9-9171-5C025693A27E}"/>
                </a:ext>
              </a:extLst>
            </p:cNvPr>
            <p:cNvSpPr txBox="1"/>
            <p:nvPr/>
          </p:nvSpPr>
          <p:spPr>
            <a:xfrm>
              <a:off x="5860355" y="2483517"/>
              <a:ext cx="451552" cy="400111"/>
            </a:xfrm>
            <a:prstGeom prst="rect">
              <a:avLst/>
            </a:prstGeom>
            <a:noFill/>
          </p:spPr>
          <p:txBody>
            <a:bodyPr wrap="square" lIns="91440" tIns="45720" rIns="91440" bIns="45720" anchor="ctr">
              <a:noAutofit/>
            </a:bodyPr>
            <a:lstStyle/>
            <a:p>
              <a:pPr algn="ctr"/>
              <a:r>
                <a:rPr lang="en-US" altLang="zh-CN" sz="2000" b="1" dirty="0">
                  <a:latin typeface="Arial Narrow" panose="020B0606020202030204" pitchFamily="34" charset="0"/>
                </a:rPr>
                <a:t>B1</a:t>
              </a:r>
              <a:endParaRPr lang="zh-CN" altLang="en-US" sz="2000" b="1" dirty="0">
                <a:latin typeface="Arial Narrow" panose="020B0606020202030204" pitchFamily="34" charset="0"/>
              </a:endParaRPr>
            </a:p>
          </p:txBody>
        </p:sp>
      </p:grpSp>
      <p:sp>
        <p:nvSpPr>
          <p:cNvPr id="42" name="矩形 41">
            <a:extLst>
              <a:ext uri="{FF2B5EF4-FFF2-40B4-BE49-F238E27FC236}">
                <a16:creationId xmlns:a16="http://schemas.microsoft.com/office/drawing/2014/main" id="{C837518B-1403-4A59-87B7-8A2326FBE2B4}"/>
              </a:ext>
            </a:extLst>
          </p:cNvPr>
          <p:cNvSpPr/>
          <p:nvPr/>
        </p:nvSpPr>
        <p:spPr>
          <a:xfrm>
            <a:off x="1478749" y="2816520"/>
            <a:ext cx="256976" cy="256976"/>
          </a:xfrm>
          <a:prstGeom prst="rect">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44" name="íşlïḍè">
            <a:extLst>
              <a:ext uri="{FF2B5EF4-FFF2-40B4-BE49-F238E27FC236}">
                <a16:creationId xmlns:a16="http://schemas.microsoft.com/office/drawing/2014/main" id="{45655683-82C3-465F-90E9-D00D7CE9BE8A}"/>
              </a:ext>
            </a:extLst>
          </p:cNvPr>
          <p:cNvSpPr txBox="1"/>
          <p:nvPr/>
        </p:nvSpPr>
        <p:spPr>
          <a:xfrm>
            <a:off x="1795977" y="2762198"/>
            <a:ext cx="10091223" cy="618882"/>
          </a:xfrm>
          <a:prstGeom prst="rect">
            <a:avLst/>
          </a:prstGeom>
          <a:noFill/>
        </p:spPr>
        <p:txBody>
          <a:bodyPr wrap="square" lIns="91440" tIns="45720" rIns="91440" bIns="45720" anchor="ctr">
            <a:noAutofit/>
          </a:bodyPr>
          <a:lstStyle/>
          <a:p>
            <a:r>
              <a:rPr lang="zh-CN" altLang="en-US" b="1" dirty="0">
                <a:latin typeface="Arial Narrow" panose="020B0606020202030204" pitchFamily="34" charset="0"/>
              </a:rPr>
              <a:t>当首次连接网桥或网络拓扑发生变化时（人为改变或出现故障），网桥都会重新构造生成树，以确保网络的连通。</a:t>
            </a:r>
          </a:p>
        </p:txBody>
      </p:sp>
      <p:sp>
        <p:nvSpPr>
          <p:cNvPr id="45" name="cancel-mark_17124">
            <a:extLst>
              <a:ext uri="{FF2B5EF4-FFF2-40B4-BE49-F238E27FC236}">
                <a16:creationId xmlns:a16="http://schemas.microsoft.com/office/drawing/2014/main" id="{77D1ED53-491B-431C-8E3B-D47389F94CAF}"/>
              </a:ext>
            </a:extLst>
          </p:cNvPr>
          <p:cNvSpPr/>
          <p:nvPr/>
        </p:nvSpPr>
        <p:spPr>
          <a:xfrm>
            <a:off x="4950992" y="4177603"/>
            <a:ext cx="241252" cy="240893"/>
          </a:xfrm>
          <a:custGeom>
            <a:avLst/>
            <a:gdLst>
              <a:gd name="T0" fmla="*/ 127 w 3392"/>
              <a:gd name="T1" fmla="*/ 2898 h 3392"/>
              <a:gd name="T2" fmla="*/ 473 w 3392"/>
              <a:gd name="T3" fmla="*/ 3248 h 3392"/>
              <a:gd name="T4" fmla="*/ 936 w 3392"/>
              <a:gd name="T5" fmla="*/ 3251 h 3392"/>
              <a:gd name="T6" fmla="*/ 1691 w 3392"/>
              <a:gd name="T7" fmla="*/ 2508 h 3392"/>
              <a:gd name="T8" fmla="*/ 2434 w 3392"/>
              <a:gd name="T9" fmla="*/ 3262 h 3392"/>
              <a:gd name="T10" fmla="*/ 2898 w 3392"/>
              <a:gd name="T11" fmla="*/ 3265 h 3392"/>
              <a:gd name="T12" fmla="*/ 3248 w 3392"/>
              <a:gd name="T13" fmla="*/ 2920 h 3392"/>
              <a:gd name="T14" fmla="*/ 3251 w 3392"/>
              <a:gd name="T15" fmla="*/ 2456 h 3392"/>
              <a:gd name="T16" fmla="*/ 2508 w 3392"/>
              <a:gd name="T17" fmla="*/ 1702 h 3392"/>
              <a:gd name="T18" fmla="*/ 3262 w 3392"/>
              <a:gd name="T19" fmla="*/ 959 h 3392"/>
              <a:gd name="T20" fmla="*/ 3265 w 3392"/>
              <a:gd name="T21" fmla="*/ 495 h 3392"/>
              <a:gd name="T22" fmla="*/ 2920 w 3392"/>
              <a:gd name="T23" fmla="*/ 145 h 3392"/>
              <a:gd name="T24" fmla="*/ 2456 w 3392"/>
              <a:gd name="T25" fmla="*/ 141 h 3392"/>
              <a:gd name="T26" fmla="*/ 1702 w 3392"/>
              <a:gd name="T27" fmla="*/ 885 h 3392"/>
              <a:gd name="T28" fmla="*/ 959 w 3392"/>
              <a:gd name="T29" fmla="*/ 131 h 3392"/>
              <a:gd name="T30" fmla="*/ 495 w 3392"/>
              <a:gd name="T31" fmla="*/ 127 h 3392"/>
              <a:gd name="T32" fmla="*/ 145 w 3392"/>
              <a:gd name="T33" fmla="*/ 473 h 3392"/>
              <a:gd name="T34" fmla="*/ 141 w 3392"/>
              <a:gd name="T35" fmla="*/ 936 h 3392"/>
              <a:gd name="T36" fmla="*/ 885 w 3392"/>
              <a:gd name="T37" fmla="*/ 1690 h 3392"/>
              <a:gd name="T38" fmla="*/ 131 w 3392"/>
              <a:gd name="T39" fmla="*/ 2434 h 3392"/>
              <a:gd name="T40" fmla="*/ 127 w 3392"/>
              <a:gd name="T41" fmla="*/ 2898 h 339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3392" h="3392">
                <a:moveTo>
                  <a:pt x="127" y="2898"/>
                </a:moveTo>
                <a:lnTo>
                  <a:pt x="473" y="3248"/>
                </a:lnTo>
                <a:cubicBezTo>
                  <a:pt x="600" y="3377"/>
                  <a:pt x="808" y="3378"/>
                  <a:pt x="936" y="3251"/>
                </a:cubicBezTo>
                <a:lnTo>
                  <a:pt x="1691" y="2508"/>
                </a:lnTo>
                <a:lnTo>
                  <a:pt x="2434" y="3262"/>
                </a:lnTo>
                <a:cubicBezTo>
                  <a:pt x="2561" y="3391"/>
                  <a:pt x="2769" y="3392"/>
                  <a:pt x="2898" y="3265"/>
                </a:cubicBezTo>
                <a:lnTo>
                  <a:pt x="3248" y="2920"/>
                </a:lnTo>
                <a:cubicBezTo>
                  <a:pt x="3377" y="2793"/>
                  <a:pt x="3378" y="2585"/>
                  <a:pt x="3251" y="2456"/>
                </a:cubicBezTo>
                <a:lnTo>
                  <a:pt x="2508" y="1702"/>
                </a:lnTo>
                <a:lnTo>
                  <a:pt x="3262" y="959"/>
                </a:lnTo>
                <a:cubicBezTo>
                  <a:pt x="3391" y="832"/>
                  <a:pt x="3392" y="624"/>
                  <a:pt x="3265" y="495"/>
                </a:cubicBezTo>
                <a:lnTo>
                  <a:pt x="2920" y="145"/>
                </a:lnTo>
                <a:cubicBezTo>
                  <a:pt x="2793" y="16"/>
                  <a:pt x="2585" y="14"/>
                  <a:pt x="2456" y="141"/>
                </a:cubicBezTo>
                <a:lnTo>
                  <a:pt x="1702" y="885"/>
                </a:lnTo>
                <a:lnTo>
                  <a:pt x="959" y="131"/>
                </a:lnTo>
                <a:cubicBezTo>
                  <a:pt x="832" y="2"/>
                  <a:pt x="624" y="0"/>
                  <a:pt x="495" y="127"/>
                </a:cubicBezTo>
                <a:lnTo>
                  <a:pt x="145" y="473"/>
                </a:lnTo>
                <a:cubicBezTo>
                  <a:pt x="16" y="600"/>
                  <a:pt x="14" y="807"/>
                  <a:pt x="141" y="936"/>
                </a:cubicBezTo>
                <a:lnTo>
                  <a:pt x="885" y="1690"/>
                </a:lnTo>
                <a:lnTo>
                  <a:pt x="131" y="2434"/>
                </a:lnTo>
                <a:cubicBezTo>
                  <a:pt x="2" y="2561"/>
                  <a:pt x="0" y="2769"/>
                  <a:pt x="127" y="2898"/>
                </a:cubicBezTo>
                <a:close/>
              </a:path>
            </a:pathLst>
          </a:cu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6" name="íşlïḍè">
            <a:extLst>
              <a:ext uri="{FF2B5EF4-FFF2-40B4-BE49-F238E27FC236}">
                <a16:creationId xmlns:a16="http://schemas.microsoft.com/office/drawing/2014/main" id="{9A4050EA-316E-49CA-AF89-3AA25E808C56}"/>
              </a:ext>
            </a:extLst>
          </p:cNvPr>
          <p:cNvSpPr txBox="1"/>
          <p:nvPr/>
        </p:nvSpPr>
        <p:spPr>
          <a:xfrm>
            <a:off x="4728609" y="4353561"/>
            <a:ext cx="695119" cy="474367"/>
          </a:xfrm>
          <a:prstGeom prst="rect">
            <a:avLst/>
          </a:prstGeom>
          <a:noFill/>
        </p:spPr>
        <p:txBody>
          <a:bodyPr wrap="square" lIns="91440" tIns="45720" rIns="91440" bIns="45720" anchor="ctr">
            <a:noAutofit/>
          </a:bodyPr>
          <a:lstStyle/>
          <a:p>
            <a:pPr algn="ctr"/>
            <a:r>
              <a:rPr lang="zh-CN" altLang="en-US" b="1" dirty="0">
                <a:solidFill>
                  <a:schemeClr val="accent1">
                    <a:lumMod val="75000"/>
                  </a:schemeClr>
                </a:solidFill>
                <a:latin typeface="Arial Narrow" panose="020B0606020202030204" pitchFamily="34" charset="0"/>
              </a:rPr>
              <a:t>故障</a:t>
            </a:r>
          </a:p>
        </p:txBody>
      </p:sp>
      <p:sp>
        <p:nvSpPr>
          <p:cNvPr id="48" name="椭圆 47">
            <a:extLst>
              <a:ext uri="{FF2B5EF4-FFF2-40B4-BE49-F238E27FC236}">
                <a16:creationId xmlns:a16="http://schemas.microsoft.com/office/drawing/2014/main" id="{689D70C8-0C2C-46FA-8D01-8CF0AFF33B72}"/>
              </a:ext>
            </a:extLst>
          </p:cNvPr>
          <p:cNvSpPr/>
          <p:nvPr/>
        </p:nvSpPr>
        <p:spPr>
          <a:xfrm>
            <a:off x="6336576" y="5855929"/>
            <a:ext cx="92096" cy="92096"/>
          </a:xfrm>
          <a:prstGeom prst="ellipse">
            <a:avLst/>
          </a:prstGeom>
          <a:solidFill>
            <a:schemeClr val="accent1">
              <a:lumMod val="75000"/>
            </a:schemeClr>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grpSp>
        <p:nvGrpSpPr>
          <p:cNvPr id="50" name="组合 49">
            <a:extLst>
              <a:ext uri="{FF2B5EF4-FFF2-40B4-BE49-F238E27FC236}">
                <a16:creationId xmlns:a16="http://schemas.microsoft.com/office/drawing/2014/main" id="{12FF190A-6B17-4326-8A9F-F264BEA4CD39}"/>
              </a:ext>
            </a:extLst>
          </p:cNvPr>
          <p:cNvGrpSpPr/>
          <p:nvPr/>
        </p:nvGrpSpPr>
        <p:grpSpPr>
          <a:xfrm>
            <a:off x="6415185" y="5023131"/>
            <a:ext cx="1222450" cy="846285"/>
            <a:chOff x="6415185" y="5023131"/>
            <a:chExt cx="1222450" cy="846285"/>
          </a:xfrm>
        </p:grpSpPr>
        <p:sp>
          <p:nvSpPr>
            <p:cNvPr id="51" name="íşlïḍè">
              <a:extLst>
                <a:ext uri="{FF2B5EF4-FFF2-40B4-BE49-F238E27FC236}">
                  <a16:creationId xmlns:a16="http://schemas.microsoft.com/office/drawing/2014/main" id="{AAD6C217-BAE9-4FE9-8D51-B25A6651B41B}"/>
                </a:ext>
              </a:extLst>
            </p:cNvPr>
            <p:cNvSpPr txBox="1"/>
            <p:nvPr/>
          </p:nvSpPr>
          <p:spPr>
            <a:xfrm>
              <a:off x="6642154" y="5023131"/>
              <a:ext cx="995481" cy="641537"/>
            </a:xfrm>
            <a:prstGeom prst="rect">
              <a:avLst/>
            </a:prstGeom>
            <a:noFill/>
          </p:spPr>
          <p:txBody>
            <a:bodyPr wrap="square" lIns="91440" tIns="45720" rIns="91440" bIns="45720" anchor="ctr">
              <a:noAutofit/>
            </a:bodyPr>
            <a:lstStyle/>
            <a:p>
              <a:pPr algn="ctr"/>
              <a:r>
                <a:rPr lang="zh-CN" altLang="en-US" b="1" dirty="0">
                  <a:solidFill>
                    <a:schemeClr val="accent1">
                      <a:lumMod val="75000"/>
                    </a:schemeClr>
                  </a:solidFill>
                  <a:latin typeface="Arial Narrow" panose="020B0606020202030204" pitchFamily="34" charset="0"/>
                </a:rPr>
                <a:t>关闭</a:t>
              </a:r>
              <a:endParaRPr lang="en-US" altLang="zh-CN" b="1" dirty="0">
                <a:solidFill>
                  <a:schemeClr val="accent1">
                    <a:lumMod val="75000"/>
                  </a:schemeClr>
                </a:solidFill>
                <a:latin typeface="Arial Narrow" panose="020B0606020202030204" pitchFamily="34" charset="0"/>
              </a:endParaRPr>
            </a:p>
            <a:p>
              <a:pPr algn="ctr"/>
              <a:r>
                <a:rPr lang="zh-CN" altLang="en-US" b="1" dirty="0">
                  <a:solidFill>
                    <a:schemeClr val="accent1">
                      <a:lumMod val="75000"/>
                    </a:schemeClr>
                  </a:solidFill>
                  <a:latin typeface="Arial Narrow" panose="020B0606020202030204" pitchFamily="34" charset="0"/>
                </a:rPr>
                <a:t>该接口</a:t>
              </a:r>
            </a:p>
          </p:txBody>
        </p:sp>
        <p:cxnSp>
          <p:nvCxnSpPr>
            <p:cNvPr id="52" name="直接箭头连接符 51">
              <a:extLst>
                <a:ext uri="{FF2B5EF4-FFF2-40B4-BE49-F238E27FC236}">
                  <a16:creationId xmlns:a16="http://schemas.microsoft.com/office/drawing/2014/main" id="{2BC7AD07-5501-40D5-839E-D945F2703A0B}"/>
                </a:ext>
              </a:extLst>
            </p:cNvPr>
            <p:cNvCxnSpPr>
              <a:cxnSpLocks/>
              <a:stCxn id="51" idx="2"/>
              <a:endCxn id="48" idx="7"/>
            </p:cNvCxnSpPr>
            <p:nvPr/>
          </p:nvCxnSpPr>
          <p:spPr>
            <a:xfrm flipH="1">
              <a:off x="6415185" y="5664668"/>
              <a:ext cx="724710" cy="204748"/>
            </a:xfrm>
            <a:prstGeom prst="straightConnector1">
              <a:avLst/>
            </a:prstGeom>
            <a:ln w="25400">
              <a:solidFill>
                <a:schemeClr val="accent1">
                  <a:lumMod val="75000"/>
                </a:schemeClr>
              </a:solidFill>
              <a:tailEnd type="triangle"/>
            </a:ln>
          </p:spPr>
          <p:style>
            <a:lnRef idx="1">
              <a:schemeClr val="accent1"/>
            </a:lnRef>
            <a:fillRef idx="0">
              <a:schemeClr val="accent1"/>
            </a:fillRef>
            <a:effectRef idx="0">
              <a:schemeClr val="accent1"/>
            </a:effectRef>
            <a:fontRef idx="minor">
              <a:schemeClr val="tx1"/>
            </a:fontRef>
          </p:style>
        </p:cxnSp>
      </p:grpSp>
    </p:spTree>
    <p:custDataLst>
      <p:tags r:id="rId1"/>
    </p:custDataLst>
    <p:extLst>
      <p:ext uri="{BB962C8B-B14F-4D97-AF65-F5344CB8AC3E}">
        <p14:creationId xmlns:p14="http://schemas.microsoft.com/office/powerpoint/2010/main" val="117809954"/>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49" presetClass="entr" presetSubtype="0" decel="100000" fill="hold" grpId="0" nodeType="withEffect">
                                  <p:stCondLst>
                                    <p:cond delay="0"/>
                                  </p:stCondLst>
                                  <p:childTnLst>
                                    <p:set>
                                      <p:cBhvr>
                                        <p:cTn id="6" dur="1" fill="hold">
                                          <p:stCondLst>
                                            <p:cond delay="0"/>
                                          </p:stCondLst>
                                        </p:cTn>
                                        <p:tgtEl>
                                          <p:spTgt spid="42"/>
                                        </p:tgtEl>
                                        <p:attrNameLst>
                                          <p:attrName>style.visibility</p:attrName>
                                        </p:attrNameLst>
                                      </p:cBhvr>
                                      <p:to>
                                        <p:strVal val="visible"/>
                                      </p:to>
                                    </p:set>
                                    <p:anim calcmode="lin" valueType="num">
                                      <p:cBhvr>
                                        <p:cTn id="7" dur="500" fill="hold"/>
                                        <p:tgtEl>
                                          <p:spTgt spid="42"/>
                                        </p:tgtEl>
                                        <p:attrNameLst>
                                          <p:attrName>ppt_w</p:attrName>
                                        </p:attrNameLst>
                                      </p:cBhvr>
                                      <p:tavLst>
                                        <p:tav tm="0">
                                          <p:val>
                                            <p:fltVal val="0"/>
                                          </p:val>
                                        </p:tav>
                                        <p:tav tm="100000">
                                          <p:val>
                                            <p:strVal val="#ppt_w"/>
                                          </p:val>
                                        </p:tav>
                                      </p:tavLst>
                                    </p:anim>
                                    <p:anim calcmode="lin" valueType="num">
                                      <p:cBhvr>
                                        <p:cTn id="8" dur="500" fill="hold"/>
                                        <p:tgtEl>
                                          <p:spTgt spid="42"/>
                                        </p:tgtEl>
                                        <p:attrNameLst>
                                          <p:attrName>ppt_h</p:attrName>
                                        </p:attrNameLst>
                                      </p:cBhvr>
                                      <p:tavLst>
                                        <p:tav tm="0">
                                          <p:val>
                                            <p:fltVal val="0"/>
                                          </p:val>
                                        </p:tav>
                                        <p:tav tm="100000">
                                          <p:val>
                                            <p:strVal val="#ppt_h"/>
                                          </p:val>
                                        </p:tav>
                                      </p:tavLst>
                                    </p:anim>
                                    <p:anim calcmode="lin" valueType="num">
                                      <p:cBhvr>
                                        <p:cTn id="9" dur="500" fill="hold"/>
                                        <p:tgtEl>
                                          <p:spTgt spid="42"/>
                                        </p:tgtEl>
                                        <p:attrNameLst>
                                          <p:attrName>style.rotation</p:attrName>
                                        </p:attrNameLst>
                                      </p:cBhvr>
                                      <p:tavLst>
                                        <p:tav tm="0">
                                          <p:val>
                                            <p:fltVal val="360"/>
                                          </p:val>
                                        </p:tav>
                                        <p:tav tm="100000">
                                          <p:val>
                                            <p:fltVal val="0"/>
                                          </p:val>
                                        </p:tav>
                                      </p:tavLst>
                                    </p:anim>
                                    <p:animEffect transition="in" filter="fade">
                                      <p:cBhvr>
                                        <p:cTn id="10" dur="500"/>
                                        <p:tgtEl>
                                          <p:spTgt spid="42"/>
                                        </p:tgtEl>
                                      </p:cBhvr>
                                    </p:animEffect>
                                  </p:childTnLst>
                                </p:cTn>
                              </p:par>
                            </p:childTnLst>
                          </p:cTn>
                        </p:par>
                        <p:par>
                          <p:cTn id="11" fill="hold">
                            <p:stCondLst>
                              <p:cond delay="500"/>
                            </p:stCondLst>
                            <p:childTnLst>
                              <p:par>
                                <p:cTn id="12" presetID="1" presetClass="entr" presetSubtype="0" fill="hold" grpId="0" nodeType="afterEffect">
                                  <p:stCondLst>
                                    <p:cond delay="0"/>
                                  </p:stCondLst>
                                  <p:iterate type="lt">
                                    <p:tmAbs val="100"/>
                                  </p:iterate>
                                  <p:childTnLst>
                                    <p:set>
                                      <p:cBhvr>
                                        <p:cTn id="13" dur="1" fill="hold">
                                          <p:stCondLst>
                                            <p:cond delay="0"/>
                                          </p:stCondLst>
                                        </p:cTn>
                                        <p:tgtEl>
                                          <p:spTgt spid="44"/>
                                        </p:tgtEl>
                                        <p:attrNameLst>
                                          <p:attrName>style.visibility</p:attrName>
                                        </p:attrNameLst>
                                      </p:cBhvr>
                                      <p:to>
                                        <p:strVal val="visible"/>
                                      </p:to>
                                    </p:set>
                                  </p:childTnLst>
                                </p:cTn>
                              </p:par>
                            </p:childTnLst>
                          </p:cTn>
                        </p:par>
                      </p:childTnLst>
                    </p:cTn>
                  </p:par>
                  <p:par>
                    <p:cTn id="14" fill="hold">
                      <p:stCondLst>
                        <p:cond delay="indefinite"/>
                      </p:stCondLst>
                      <p:childTnLst>
                        <p:par>
                          <p:cTn id="15" fill="hold">
                            <p:stCondLst>
                              <p:cond delay="0"/>
                            </p:stCondLst>
                            <p:childTnLst>
                              <p:par>
                                <p:cTn id="16" presetID="49" presetClass="entr" presetSubtype="0" decel="100000" fill="hold" grpId="0" nodeType="clickEffect">
                                  <p:stCondLst>
                                    <p:cond delay="0"/>
                                  </p:stCondLst>
                                  <p:childTnLst>
                                    <p:set>
                                      <p:cBhvr>
                                        <p:cTn id="17" dur="1" fill="hold">
                                          <p:stCondLst>
                                            <p:cond delay="0"/>
                                          </p:stCondLst>
                                        </p:cTn>
                                        <p:tgtEl>
                                          <p:spTgt spid="45"/>
                                        </p:tgtEl>
                                        <p:attrNameLst>
                                          <p:attrName>style.visibility</p:attrName>
                                        </p:attrNameLst>
                                      </p:cBhvr>
                                      <p:to>
                                        <p:strVal val="visible"/>
                                      </p:to>
                                    </p:set>
                                    <p:anim calcmode="lin" valueType="num">
                                      <p:cBhvr>
                                        <p:cTn id="18" dur="500" fill="hold"/>
                                        <p:tgtEl>
                                          <p:spTgt spid="45"/>
                                        </p:tgtEl>
                                        <p:attrNameLst>
                                          <p:attrName>ppt_w</p:attrName>
                                        </p:attrNameLst>
                                      </p:cBhvr>
                                      <p:tavLst>
                                        <p:tav tm="0">
                                          <p:val>
                                            <p:fltVal val="0"/>
                                          </p:val>
                                        </p:tav>
                                        <p:tav tm="100000">
                                          <p:val>
                                            <p:strVal val="#ppt_w"/>
                                          </p:val>
                                        </p:tav>
                                      </p:tavLst>
                                    </p:anim>
                                    <p:anim calcmode="lin" valueType="num">
                                      <p:cBhvr>
                                        <p:cTn id="19" dur="500" fill="hold"/>
                                        <p:tgtEl>
                                          <p:spTgt spid="45"/>
                                        </p:tgtEl>
                                        <p:attrNameLst>
                                          <p:attrName>ppt_h</p:attrName>
                                        </p:attrNameLst>
                                      </p:cBhvr>
                                      <p:tavLst>
                                        <p:tav tm="0">
                                          <p:val>
                                            <p:fltVal val="0"/>
                                          </p:val>
                                        </p:tav>
                                        <p:tav tm="100000">
                                          <p:val>
                                            <p:strVal val="#ppt_h"/>
                                          </p:val>
                                        </p:tav>
                                      </p:tavLst>
                                    </p:anim>
                                    <p:anim calcmode="lin" valueType="num">
                                      <p:cBhvr>
                                        <p:cTn id="20" dur="500" fill="hold"/>
                                        <p:tgtEl>
                                          <p:spTgt spid="45"/>
                                        </p:tgtEl>
                                        <p:attrNameLst>
                                          <p:attrName>style.rotation</p:attrName>
                                        </p:attrNameLst>
                                      </p:cBhvr>
                                      <p:tavLst>
                                        <p:tav tm="0">
                                          <p:val>
                                            <p:fltVal val="360"/>
                                          </p:val>
                                        </p:tav>
                                        <p:tav tm="100000">
                                          <p:val>
                                            <p:fltVal val="0"/>
                                          </p:val>
                                        </p:tav>
                                      </p:tavLst>
                                    </p:anim>
                                    <p:animEffect transition="in" filter="fade">
                                      <p:cBhvr>
                                        <p:cTn id="21" dur="500"/>
                                        <p:tgtEl>
                                          <p:spTgt spid="45"/>
                                        </p:tgtEl>
                                      </p:cBhvr>
                                    </p:animEffect>
                                  </p:childTnLst>
                                </p:cTn>
                              </p:par>
                              <p:par>
                                <p:cTn id="22" presetID="53" presetClass="entr" presetSubtype="16" fill="hold" grpId="0" nodeType="withEffect">
                                  <p:stCondLst>
                                    <p:cond delay="0"/>
                                  </p:stCondLst>
                                  <p:childTnLst>
                                    <p:set>
                                      <p:cBhvr>
                                        <p:cTn id="23" dur="1" fill="hold">
                                          <p:stCondLst>
                                            <p:cond delay="0"/>
                                          </p:stCondLst>
                                        </p:cTn>
                                        <p:tgtEl>
                                          <p:spTgt spid="46"/>
                                        </p:tgtEl>
                                        <p:attrNameLst>
                                          <p:attrName>style.visibility</p:attrName>
                                        </p:attrNameLst>
                                      </p:cBhvr>
                                      <p:to>
                                        <p:strVal val="visible"/>
                                      </p:to>
                                    </p:set>
                                    <p:anim calcmode="lin" valueType="num">
                                      <p:cBhvr>
                                        <p:cTn id="24" dur="500" fill="hold"/>
                                        <p:tgtEl>
                                          <p:spTgt spid="46"/>
                                        </p:tgtEl>
                                        <p:attrNameLst>
                                          <p:attrName>ppt_w</p:attrName>
                                        </p:attrNameLst>
                                      </p:cBhvr>
                                      <p:tavLst>
                                        <p:tav tm="0">
                                          <p:val>
                                            <p:fltVal val="0"/>
                                          </p:val>
                                        </p:tav>
                                        <p:tav tm="100000">
                                          <p:val>
                                            <p:strVal val="#ppt_w"/>
                                          </p:val>
                                        </p:tav>
                                      </p:tavLst>
                                    </p:anim>
                                    <p:anim calcmode="lin" valueType="num">
                                      <p:cBhvr>
                                        <p:cTn id="25" dur="500" fill="hold"/>
                                        <p:tgtEl>
                                          <p:spTgt spid="46"/>
                                        </p:tgtEl>
                                        <p:attrNameLst>
                                          <p:attrName>ppt_h</p:attrName>
                                        </p:attrNameLst>
                                      </p:cBhvr>
                                      <p:tavLst>
                                        <p:tav tm="0">
                                          <p:val>
                                            <p:fltVal val="0"/>
                                          </p:val>
                                        </p:tav>
                                        <p:tav tm="100000">
                                          <p:val>
                                            <p:strVal val="#ppt_h"/>
                                          </p:val>
                                        </p:tav>
                                      </p:tavLst>
                                    </p:anim>
                                    <p:animEffect transition="in" filter="fade">
                                      <p:cBhvr>
                                        <p:cTn id="26" dur="500"/>
                                        <p:tgtEl>
                                          <p:spTgt spid="46"/>
                                        </p:tgtEl>
                                      </p:cBhvr>
                                    </p:animEffect>
                                  </p:childTnLst>
                                </p:cTn>
                              </p:par>
                            </p:childTnLst>
                          </p:cTn>
                        </p:par>
                      </p:childTnLst>
                    </p:cTn>
                  </p:par>
                  <p:par>
                    <p:cTn id="27" fill="hold">
                      <p:stCondLst>
                        <p:cond delay="indefinite"/>
                      </p:stCondLst>
                      <p:childTnLst>
                        <p:par>
                          <p:cTn id="28" fill="hold">
                            <p:stCondLst>
                              <p:cond delay="0"/>
                            </p:stCondLst>
                            <p:childTnLst>
                              <p:par>
                                <p:cTn id="29" presetID="35" presetClass="emph" presetSubtype="0" repeatCount="3000" fill="hold" nodeType="clickEffect">
                                  <p:stCondLst>
                                    <p:cond delay="0"/>
                                  </p:stCondLst>
                                  <p:childTnLst>
                                    <p:anim calcmode="discrete" valueType="str">
                                      <p:cBhvr>
                                        <p:cTn id="30" dur="400" fill="hold"/>
                                        <p:tgtEl>
                                          <p:spTgt spid="39"/>
                                        </p:tgtEl>
                                        <p:attrNameLst>
                                          <p:attrName>style.visibility</p:attrName>
                                        </p:attrNameLst>
                                      </p:cBhvr>
                                      <p:tavLst>
                                        <p:tav tm="0">
                                          <p:val>
                                            <p:strVal val="hidden"/>
                                          </p:val>
                                        </p:tav>
                                        <p:tav tm="50000">
                                          <p:val>
                                            <p:strVal val="visible"/>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2" grpId="0" animBg="1"/>
      <p:bldP spid="44" grpId="0"/>
      <p:bldP spid="45" grpId="0" animBg="1"/>
      <p:bldP spid="46" grpId="0"/>
    </p:bldLst>
  </p:timing>
</p:sld>
</file>

<file path=ppt/slides/slide40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4" name="组合 3">
            <a:extLst>
              <a:ext uri="{FF2B5EF4-FFF2-40B4-BE49-F238E27FC236}">
                <a16:creationId xmlns:a16="http://schemas.microsoft.com/office/drawing/2014/main" id="{9A1EA9F2-FCB6-48C3-935F-7AE7E3AD14AC}"/>
              </a:ext>
            </a:extLst>
          </p:cNvPr>
          <p:cNvGrpSpPr/>
          <p:nvPr/>
        </p:nvGrpSpPr>
        <p:grpSpPr>
          <a:xfrm>
            <a:off x="304799" y="749300"/>
            <a:ext cx="6192345" cy="400110"/>
            <a:chOff x="424116" y="898245"/>
            <a:chExt cx="6192345" cy="400110"/>
          </a:xfrm>
        </p:grpSpPr>
        <p:sp>
          <p:nvSpPr>
            <p:cNvPr id="2" name="平行四边形 1">
              <a:extLst>
                <a:ext uri="{FF2B5EF4-FFF2-40B4-BE49-F238E27FC236}">
                  <a16:creationId xmlns:a16="http://schemas.microsoft.com/office/drawing/2014/main" id="{1F5BAA3F-9845-4F89-A2DD-8222D3E4EDAC}"/>
                </a:ext>
              </a:extLst>
            </p:cNvPr>
            <p:cNvSpPr/>
            <p:nvPr/>
          </p:nvSpPr>
          <p:spPr>
            <a:xfrm>
              <a:off x="424116" y="898245"/>
              <a:ext cx="695119" cy="387090"/>
            </a:xfrm>
            <a:prstGeom prst="parallelogram">
              <a:avLst/>
            </a:prstGeom>
            <a:solidFill>
              <a:schemeClr val="accent3">
                <a:lumMod val="75000"/>
              </a:schemeClr>
            </a:solidFill>
            <a:ln>
              <a:solidFill>
                <a:schemeClr val="accent3">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CN" sz="2200" dirty="0">
                  <a:latin typeface="Impact" panose="020B0806030902050204" pitchFamily="34" charset="0"/>
                </a:rPr>
                <a:t>04</a:t>
              </a:r>
              <a:endParaRPr lang="zh-CN" altLang="en-US" sz="2200" dirty="0">
                <a:latin typeface="Impact" panose="020B0806030902050204" pitchFamily="34" charset="0"/>
              </a:endParaRPr>
            </a:p>
          </p:txBody>
        </p:sp>
        <p:sp>
          <p:nvSpPr>
            <p:cNvPr id="3" name="文本框 2">
              <a:extLst>
                <a:ext uri="{FF2B5EF4-FFF2-40B4-BE49-F238E27FC236}">
                  <a16:creationId xmlns:a16="http://schemas.microsoft.com/office/drawing/2014/main" id="{4D6BD736-A4D3-4F26-AFED-36E11F50F70B}"/>
                </a:ext>
              </a:extLst>
            </p:cNvPr>
            <p:cNvSpPr txBox="1"/>
            <p:nvPr/>
          </p:nvSpPr>
          <p:spPr>
            <a:xfrm>
              <a:off x="1119235" y="898245"/>
              <a:ext cx="5497226" cy="400110"/>
            </a:xfrm>
            <a:prstGeom prst="rect">
              <a:avLst/>
            </a:prstGeom>
            <a:noFill/>
          </p:spPr>
          <p:txBody>
            <a:bodyPr wrap="square" rtlCol="0">
              <a:spAutoFit/>
            </a:bodyPr>
            <a:lstStyle/>
            <a:p>
              <a:r>
                <a:rPr lang="zh-CN" altLang="en-US" sz="2000" b="1" dirty="0">
                  <a:solidFill>
                    <a:schemeClr val="tx1"/>
                  </a:solidFill>
                  <a:latin typeface="Arial Narrow" panose="020B0606020202030204" pitchFamily="34" charset="0"/>
                </a:rPr>
                <a:t>透明网桥的生成树协议</a:t>
              </a:r>
              <a:r>
                <a:rPr lang="en-US" altLang="zh-CN" sz="2000" b="1" dirty="0">
                  <a:solidFill>
                    <a:schemeClr val="tx1"/>
                  </a:solidFill>
                  <a:latin typeface="Arial Narrow" panose="020B0606020202030204" pitchFamily="34" charset="0"/>
                </a:rPr>
                <a:t>STP</a:t>
              </a:r>
            </a:p>
          </p:txBody>
        </p:sp>
      </p:grpSp>
      <p:sp>
        <p:nvSpPr>
          <p:cNvPr id="11" name="矩形 10">
            <a:extLst>
              <a:ext uri="{FF2B5EF4-FFF2-40B4-BE49-F238E27FC236}">
                <a16:creationId xmlns:a16="http://schemas.microsoft.com/office/drawing/2014/main" id="{7AB06020-7DD7-4DAD-91E5-11BEAF52AD79}"/>
              </a:ext>
            </a:extLst>
          </p:cNvPr>
          <p:cNvSpPr/>
          <p:nvPr/>
        </p:nvSpPr>
        <p:spPr>
          <a:xfrm>
            <a:off x="1056633" y="1259946"/>
            <a:ext cx="256976" cy="256976"/>
          </a:xfrm>
          <a:prstGeom prst="rect">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12" name="íşlïḍè">
            <a:extLst>
              <a:ext uri="{FF2B5EF4-FFF2-40B4-BE49-F238E27FC236}">
                <a16:creationId xmlns:a16="http://schemas.microsoft.com/office/drawing/2014/main" id="{327FEA51-700C-4E9A-95F8-4F35646C8ACB}"/>
              </a:ext>
            </a:extLst>
          </p:cNvPr>
          <p:cNvSpPr txBox="1"/>
          <p:nvPr/>
        </p:nvSpPr>
        <p:spPr>
          <a:xfrm>
            <a:off x="1373861" y="1205624"/>
            <a:ext cx="10513340" cy="640349"/>
          </a:xfrm>
          <a:prstGeom prst="rect">
            <a:avLst/>
          </a:prstGeom>
          <a:noFill/>
        </p:spPr>
        <p:txBody>
          <a:bodyPr wrap="square" lIns="91440" tIns="45720" rIns="91440" bIns="45720" anchor="ctr">
            <a:noAutofit/>
          </a:bodyPr>
          <a:lstStyle/>
          <a:p>
            <a:r>
              <a:rPr lang="zh-CN" altLang="en-US" b="1" dirty="0">
                <a:latin typeface="Arial Narrow" panose="020B0606020202030204" pitchFamily="34" charset="0"/>
              </a:rPr>
              <a:t>为了避免广播帧在环路中永久兜圈，透明网桥使用</a:t>
            </a:r>
            <a:r>
              <a:rPr lang="zh-CN" altLang="en-US" b="1" dirty="0">
                <a:solidFill>
                  <a:schemeClr val="accent1">
                    <a:lumMod val="75000"/>
                  </a:schemeClr>
                </a:solidFill>
                <a:latin typeface="Arial Narrow" panose="020B0606020202030204" pitchFamily="34" charset="0"/>
              </a:rPr>
              <a:t>生成树协议</a:t>
            </a:r>
            <a:r>
              <a:rPr lang="zh-CN" altLang="en-US" b="1" dirty="0">
                <a:latin typeface="Arial Narrow" panose="020B0606020202030204" pitchFamily="34" charset="0"/>
              </a:rPr>
              <a:t>（</a:t>
            </a:r>
            <a:r>
              <a:rPr lang="en-US" altLang="zh-CN" b="1" dirty="0">
                <a:solidFill>
                  <a:schemeClr val="accent1">
                    <a:lumMod val="75000"/>
                  </a:schemeClr>
                </a:solidFill>
                <a:latin typeface="Arial Narrow" panose="020B0606020202030204" pitchFamily="34" charset="0"/>
              </a:rPr>
              <a:t>S</a:t>
            </a:r>
            <a:r>
              <a:rPr lang="en-US" altLang="zh-CN" b="1" dirty="0">
                <a:latin typeface="Arial Narrow" panose="020B0606020202030204" pitchFamily="34" charset="0"/>
              </a:rPr>
              <a:t>panning </a:t>
            </a:r>
            <a:r>
              <a:rPr lang="en-US" altLang="zh-CN" b="1" dirty="0">
                <a:solidFill>
                  <a:schemeClr val="accent1">
                    <a:lumMod val="75000"/>
                  </a:schemeClr>
                </a:solidFill>
                <a:latin typeface="Arial Narrow" panose="020B0606020202030204" pitchFamily="34" charset="0"/>
              </a:rPr>
              <a:t>T</a:t>
            </a:r>
            <a:r>
              <a:rPr lang="en-US" altLang="zh-CN" b="1" dirty="0">
                <a:latin typeface="Arial Narrow" panose="020B0606020202030204" pitchFamily="34" charset="0"/>
              </a:rPr>
              <a:t>ree </a:t>
            </a:r>
            <a:r>
              <a:rPr lang="en-US" altLang="zh-CN" b="1" dirty="0">
                <a:solidFill>
                  <a:schemeClr val="accent1">
                    <a:lumMod val="75000"/>
                  </a:schemeClr>
                </a:solidFill>
                <a:latin typeface="Arial Narrow" panose="020B0606020202030204" pitchFamily="34" charset="0"/>
              </a:rPr>
              <a:t>P</a:t>
            </a:r>
            <a:r>
              <a:rPr lang="en-US" altLang="zh-CN" b="1" dirty="0">
                <a:latin typeface="Arial Narrow" panose="020B0606020202030204" pitchFamily="34" charset="0"/>
              </a:rPr>
              <a:t>rotocol</a:t>
            </a:r>
            <a:r>
              <a:rPr lang="zh-CN" altLang="en-US" b="1" dirty="0">
                <a:latin typeface="Arial Narrow" panose="020B0606020202030204" pitchFamily="34" charset="0"/>
              </a:rPr>
              <a:t>，</a:t>
            </a:r>
            <a:r>
              <a:rPr lang="en-US" altLang="zh-CN" b="1" dirty="0">
                <a:solidFill>
                  <a:schemeClr val="accent1">
                    <a:lumMod val="75000"/>
                  </a:schemeClr>
                </a:solidFill>
                <a:latin typeface="Arial Narrow" panose="020B0606020202030204" pitchFamily="34" charset="0"/>
              </a:rPr>
              <a:t>STP</a:t>
            </a:r>
            <a:r>
              <a:rPr lang="zh-CN" altLang="en-US" b="1" dirty="0">
                <a:latin typeface="Arial Narrow" panose="020B0606020202030204" pitchFamily="34" charset="0"/>
              </a:rPr>
              <a:t>），可以在增加冗余链路提高网络可靠性的同时，又避免环路带来的问题。</a:t>
            </a:r>
          </a:p>
        </p:txBody>
      </p:sp>
      <p:sp>
        <p:nvSpPr>
          <p:cNvPr id="13" name="矩形 12">
            <a:extLst>
              <a:ext uri="{FF2B5EF4-FFF2-40B4-BE49-F238E27FC236}">
                <a16:creationId xmlns:a16="http://schemas.microsoft.com/office/drawing/2014/main" id="{801F9D38-4C63-4DCD-A7AA-A5D82CE6C40D}"/>
              </a:ext>
            </a:extLst>
          </p:cNvPr>
          <p:cNvSpPr/>
          <p:nvPr/>
        </p:nvSpPr>
        <p:spPr>
          <a:xfrm>
            <a:off x="1478749" y="1921801"/>
            <a:ext cx="256976" cy="256976"/>
          </a:xfrm>
          <a:prstGeom prst="rect">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14" name="íşlïḍè">
            <a:extLst>
              <a:ext uri="{FF2B5EF4-FFF2-40B4-BE49-F238E27FC236}">
                <a16:creationId xmlns:a16="http://schemas.microsoft.com/office/drawing/2014/main" id="{C62898E0-612E-4F19-9544-8694F8947329}"/>
              </a:ext>
            </a:extLst>
          </p:cNvPr>
          <p:cNvSpPr txBox="1"/>
          <p:nvPr/>
        </p:nvSpPr>
        <p:spPr>
          <a:xfrm>
            <a:off x="1795977" y="1867479"/>
            <a:ext cx="10091223" cy="895464"/>
          </a:xfrm>
          <a:prstGeom prst="rect">
            <a:avLst/>
          </a:prstGeom>
          <a:noFill/>
        </p:spPr>
        <p:txBody>
          <a:bodyPr wrap="square" lIns="91440" tIns="45720" rIns="91440" bIns="45720" anchor="ctr">
            <a:noAutofit/>
          </a:bodyPr>
          <a:lstStyle/>
          <a:p>
            <a:r>
              <a:rPr lang="zh-CN" altLang="en-US" b="1" dirty="0">
                <a:latin typeface="Arial Narrow" panose="020B0606020202030204" pitchFamily="34" charset="0"/>
              </a:rPr>
              <a:t>不管网桥之间连接成了怎样复杂的带环拓扑，网桥之间通过</a:t>
            </a:r>
            <a:r>
              <a:rPr lang="zh-CN" altLang="en-US" b="1" dirty="0">
                <a:solidFill>
                  <a:schemeClr val="accent1">
                    <a:lumMod val="75000"/>
                  </a:schemeClr>
                </a:solidFill>
                <a:latin typeface="Arial Narrow" panose="020B0606020202030204" pitchFamily="34" charset="0"/>
              </a:rPr>
              <a:t>交互网桥协议单元</a:t>
            </a:r>
            <a:r>
              <a:rPr lang="zh-CN" altLang="en-US" b="1" dirty="0">
                <a:latin typeface="Arial Narrow" panose="020B0606020202030204" pitchFamily="34" charset="0"/>
              </a:rPr>
              <a:t>（</a:t>
            </a:r>
            <a:r>
              <a:rPr lang="en-US" altLang="zh-CN" b="1" dirty="0">
                <a:solidFill>
                  <a:schemeClr val="accent1">
                    <a:lumMod val="75000"/>
                  </a:schemeClr>
                </a:solidFill>
                <a:latin typeface="Arial Narrow" panose="020B0606020202030204" pitchFamily="34" charset="0"/>
              </a:rPr>
              <a:t>B</a:t>
            </a:r>
            <a:r>
              <a:rPr lang="en-US" altLang="zh-CN" b="1" dirty="0">
                <a:latin typeface="Arial Narrow" panose="020B0606020202030204" pitchFamily="34" charset="0"/>
              </a:rPr>
              <a:t>ridge </a:t>
            </a:r>
            <a:r>
              <a:rPr lang="en-US" altLang="zh-CN" b="1" dirty="0">
                <a:solidFill>
                  <a:schemeClr val="accent1">
                    <a:lumMod val="75000"/>
                  </a:schemeClr>
                </a:solidFill>
                <a:latin typeface="Arial Narrow" panose="020B0606020202030204" pitchFamily="34" charset="0"/>
              </a:rPr>
              <a:t>P</a:t>
            </a:r>
            <a:r>
              <a:rPr lang="en-US" altLang="zh-CN" b="1" dirty="0">
                <a:latin typeface="Arial Narrow" panose="020B0606020202030204" pitchFamily="34" charset="0"/>
              </a:rPr>
              <a:t>rotocol </a:t>
            </a:r>
            <a:r>
              <a:rPr lang="en-US" altLang="zh-CN" b="1" dirty="0">
                <a:solidFill>
                  <a:schemeClr val="accent1">
                    <a:lumMod val="75000"/>
                  </a:schemeClr>
                </a:solidFill>
                <a:latin typeface="Arial Narrow" panose="020B0606020202030204" pitchFamily="34" charset="0"/>
              </a:rPr>
              <a:t>D</a:t>
            </a:r>
            <a:r>
              <a:rPr lang="en-US" altLang="zh-CN" b="1" dirty="0">
                <a:latin typeface="Arial Narrow" panose="020B0606020202030204" pitchFamily="34" charset="0"/>
              </a:rPr>
              <a:t>ata </a:t>
            </a:r>
            <a:r>
              <a:rPr lang="en-US" altLang="zh-CN" b="1" dirty="0">
                <a:solidFill>
                  <a:schemeClr val="accent1">
                    <a:lumMod val="75000"/>
                  </a:schemeClr>
                </a:solidFill>
                <a:latin typeface="Arial Narrow" panose="020B0606020202030204" pitchFamily="34" charset="0"/>
              </a:rPr>
              <a:t>U</a:t>
            </a:r>
            <a:r>
              <a:rPr lang="en-US" altLang="zh-CN" b="1" dirty="0">
                <a:latin typeface="Arial Narrow" panose="020B0606020202030204" pitchFamily="34" charset="0"/>
              </a:rPr>
              <a:t>nit</a:t>
            </a:r>
            <a:r>
              <a:rPr lang="zh-CN" altLang="en-US" b="1" dirty="0">
                <a:latin typeface="Arial Narrow" panose="020B0606020202030204" pitchFamily="34" charset="0"/>
              </a:rPr>
              <a:t>，</a:t>
            </a:r>
            <a:r>
              <a:rPr lang="en-US" altLang="zh-CN" b="1" dirty="0">
                <a:solidFill>
                  <a:schemeClr val="accent1">
                    <a:lumMod val="75000"/>
                  </a:schemeClr>
                </a:solidFill>
                <a:latin typeface="Arial Narrow" panose="020B0606020202030204" pitchFamily="34" charset="0"/>
              </a:rPr>
              <a:t>BPDU</a:t>
            </a:r>
            <a:r>
              <a:rPr lang="zh-CN" altLang="en-US" b="1" dirty="0">
                <a:latin typeface="Arial Narrow" panose="020B0606020202030204" pitchFamily="34" charset="0"/>
              </a:rPr>
              <a:t>），</a:t>
            </a:r>
            <a:r>
              <a:rPr lang="zh-CN" altLang="en-US" b="1" dirty="0">
                <a:solidFill>
                  <a:schemeClr val="accent1">
                    <a:lumMod val="75000"/>
                  </a:schemeClr>
                </a:solidFill>
                <a:latin typeface="Arial Narrow" panose="020B0606020202030204" pitchFamily="34" charset="0"/>
              </a:rPr>
              <a:t>找出原网络拓扑的一个连通子集（即生成树）</a:t>
            </a:r>
            <a:r>
              <a:rPr lang="zh-CN" altLang="en-US" b="1" dirty="0">
                <a:latin typeface="Arial Narrow" panose="020B0606020202030204" pitchFamily="34" charset="0"/>
              </a:rPr>
              <a:t>，在这个子集里整个连通的网络中</a:t>
            </a:r>
            <a:r>
              <a:rPr lang="zh-CN" altLang="en-US" b="1" dirty="0">
                <a:solidFill>
                  <a:schemeClr val="accent1">
                    <a:lumMod val="75000"/>
                  </a:schemeClr>
                </a:solidFill>
                <a:latin typeface="Arial Narrow" panose="020B0606020202030204" pitchFamily="34" charset="0"/>
              </a:rPr>
              <a:t>不存在环路</a:t>
            </a:r>
            <a:r>
              <a:rPr lang="zh-CN" altLang="en-US" b="1" dirty="0">
                <a:latin typeface="Arial Narrow" panose="020B0606020202030204" pitchFamily="34" charset="0"/>
              </a:rPr>
              <a:t>。</a:t>
            </a:r>
          </a:p>
        </p:txBody>
      </p:sp>
      <p:cxnSp>
        <p:nvCxnSpPr>
          <p:cNvPr id="15" name="直接连接符 14">
            <a:extLst>
              <a:ext uri="{FF2B5EF4-FFF2-40B4-BE49-F238E27FC236}">
                <a16:creationId xmlns:a16="http://schemas.microsoft.com/office/drawing/2014/main" id="{4DCC8116-8FFA-464B-8AEA-EFE5DE1418F8}"/>
              </a:ext>
            </a:extLst>
          </p:cNvPr>
          <p:cNvCxnSpPr>
            <a:cxnSpLocks/>
          </p:cNvCxnSpPr>
          <p:nvPr/>
        </p:nvCxnSpPr>
        <p:spPr>
          <a:xfrm>
            <a:off x="6215224" y="5897702"/>
            <a:ext cx="1457955" cy="0"/>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cxnSp>
        <p:nvCxnSpPr>
          <p:cNvPr id="16" name="直接连接符 15">
            <a:extLst>
              <a:ext uri="{FF2B5EF4-FFF2-40B4-BE49-F238E27FC236}">
                <a16:creationId xmlns:a16="http://schemas.microsoft.com/office/drawing/2014/main" id="{E81EB1A4-159D-4EFE-A701-BC0F3C449E16}"/>
              </a:ext>
            </a:extLst>
          </p:cNvPr>
          <p:cNvCxnSpPr>
            <a:cxnSpLocks/>
          </p:cNvCxnSpPr>
          <p:nvPr/>
        </p:nvCxnSpPr>
        <p:spPr>
          <a:xfrm>
            <a:off x="6215224" y="4298050"/>
            <a:ext cx="1462889" cy="0"/>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cxnSp>
        <p:nvCxnSpPr>
          <p:cNvPr id="17" name="直接连接符 16">
            <a:extLst>
              <a:ext uri="{FF2B5EF4-FFF2-40B4-BE49-F238E27FC236}">
                <a16:creationId xmlns:a16="http://schemas.microsoft.com/office/drawing/2014/main" id="{3AE64C35-426A-4893-B2AB-033D0902DFE3}"/>
              </a:ext>
            </a:extLst>
          </p:cNvPr>
          <p:cNvCxnSpPr>
            <a:cxnSpLocks/>
          </p:cNvCxnSpPr>
          <p:nvPr/>
        </p:nvCxnSpPr>
        <p:spPr>
          <a:xfrm>
            <a:off x="4531981" y="5897702"/>
            <a:ext cx="1457955" cy="0"/>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sp>
        <p:nvSpPr>
          <p:cNvPr id="19" name="矩形 18">
            <a:extLst>
              <a:ext uri="{FF2B5EF4-FFF2-40B4-BE49-F238E27FC236}">
                <a16:creationId xmlns:a16="http://schemas.microsoft.com/office/drawing/2014/main" id="{71848B71-9AED-433E-8166-952550FDF38C}"/>
              </a:ext>
            </a:extLst>
          </p:cNvPr>
          <p:cNvSpPr/>
          <p:nvPr/>
        </p:nvSpPr>
        <p:spPr>
          <a:xfrm>
            <a:off x="4415214" y="3811593"/>
            <a:ext cx="223666" cy="223666"/>
          </a:xfrm>
          <a:prstGeom prst="rect">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20" name="矩形 19">
            <a:extLst>
              <a:ext uri="{FF2B5EF4-FFF2-40B4-BE49-F238E27FC236}">
                <a16:creationId xmlns:a16="http://schemas.microsoft.com/office/drawing/2014/main" id="{87AF9B28-C940-41CF-9221-1678E8C15FBB}"/>
              </a:ext>
            </a:extLst>
          </p:cNvPr>
          <p:cNvSpPr/>
          <p:nvPr/>
        </p:nvSpPr>
        <p:spPr>
          <a:xfrm>
            <a:off x="4415214" y="6195500"/>
            <a:ext cx="223666" cy="223666"/>
          </a:xfrm>
          <a:prstGeom prst="rect">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cxnSp>
        <p:nvCxnSpPr>
          <p:cNvPr id="21" name="直接连接符 20">
            <a:extLst>
              <a:ext uri="{FF2B5EF4-FFF2-40B4-BE49-F238E27FC236}">
                <a16:creationId xmlns:a16="http://schemas.microsoft.com/office/drawing/2014/main" id="{42EF8A8B-6EEC-436C-9397-1E12CBF5A12F}"/>
              </a:ext>
            </a:extLst>
          </p:cNvPr>
          <p:cNvCxnSpPr>
            <a:cxnSpLocks/>
            <a:stCxn id="19" idx="2"/>
            <a:endCxn id="20" idx="0"/>
          </p:cNvCxnSpPr>
          <p:nvPr/>
        </p:nvCxnSpPr>
        <p:spPr>
          <a:xfrm>
            <a:off x="4527047" y="4035259"/>
            <a:ext cx="0" cy="2160241"/>
          </a:xfrm>
          <a:prstGeom prst="line">
            <a:avLst/>
          </a:prstGeom>
          <a:ln w="38100">
            <a:solidFill>
              <a:schemeClr val="tx1"/>
            </a:solidFill>
            <a:tailEnd type="none"/>
          </a:ln>
        </p:spPr>
        <p:style>
          <a:lnRef idx="1">
            <a:schemeClr val="accent1"/>
          </a:lnRef>
          <a:fillRef idx="0">
            <a:schemeClr val="accent1"/>
          </a:fillRef>
          <a:effectRef idx="0">
            <a:schemeClr val="accent1"/>
          </a:effectRef>
          <a:fontRef idx="minor">
            <a:schemeClr val="tx1"/>
          </a:fontRef>
        </p:style>
      </p:cxnSp>
      <p:sp>
        <p:nvSpPr>
          <p:cNvPr id="22" name="íşlïḍè">
            <a:extLst>
              <a:ext uri="{FF2B5EF4-FFF2-40B4-BE49-F238E27FC236}">
                <a16:creationId xmlns:a16="http://schemas.microsoft.com/office/drawing/2014/main" id="{45A31CDF-B7FF-472C-9F90-B58A748377AF}"/>
              </a:ext>
            </a:extLst>
          </p:cNvPr>
          <p:cNvSpPr txBox="1"/>
          <p:nvPr/>
        </p:nvSpPr>
        <p:spPr>
          <a:xfrm>
            <a:off x="4301271" y="3400837"/>
            <a:ext cx="451552" cy="400111"/>
          </a:xfrm>
          <a:prstGeom prst="rect">
            <a:avLst/>
          </a:prstGeom>
          <a:noFill/>
        </p:spPr>
        <p:txBody>
          <a:bodyPr wrap="square" lIns="91440" tIns="45720" rIns="91440" bIns="45720" anchor="ctr">
            <a:noAutofit/>
          </a:bodyPr>
          <a:lstStyle/>
          <a:p>
            <a:pPr algn="ctr"/>
            <a:r>
              <a:rPr lang="en-US" altLang="zh-CN" sz="2000" b="1" dirty="0">
                <a:latin typeface="Arial Narrow" panose="020B0606020202030204" pitchFamily="34" charset="0"/>
              </a:rPr>
              <a:t>E1</a:t>
            </a:r>
            <a:endParaRPr lang="zh-CN" altLang="en-US" sz="2000" b="1" dirty="0">
              <a:latin typeface="Arial Narrow" panose="020B0606020202030204" pitchFamily="34" charset="0"/>
            </a:endParaRPr>
          </a:p>
        </p:txBody>
      </p:sp>
      <p:sp>
        <p:nvSpPr>
          <p:cNvPr id="24" name="矩形 23">
            <a:extLst>
              <a:ext uri="{FF2B5EF4-FFF2-40B4-BE49-F238E27FC236}">
                <a16:creationId xmlns:a16="http://schemas.microsoft.com/office/drawing/2014/main" id="{77D4E771-9053-42B0-94BF-7CB4487592DF}"/>
              </a:ext>
            </a:extLst>
          </p:cNvPr>
          <p:cNvSpPr/>
          <p:nvPr/>
        </p:nvSpPr>
        <p:spPr>
          <a:xfrm>
            <a:off x="7566280" y="3800948"/>
            <a:ext cx="223666" cy="223666"/>
          </a:xfrm>
          <a:prstGeom prst="rect">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25" name="矩形 24">
            <a:extLst>
              <a:ext uri="{FF2B5EF4-FFF2-40B4-BE49-F238E27FC236}">
                <a16:creationId xmlns:a16="http://schemas.microsoft.com/office/drawing/2014/main" id="{35069FCD-F7FC-48D7-BA2A-CFA56B01A447}"/>
              </a:ext>
            </a:extLst>
          </p:cNvPr>
          <p:cNvSpPr/>
          <p:nvPr/>
        </p:nvSpPr>
        <p:spPr>
          <a:xfrm>
            <a:off x="7566280" y="6195500"/>
            <a:ext cx="223666" cy="223666"/>
          </a:xfrm>
          <a:prstGeom prst="rect">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cxnSp>
        <p:nvCxnSpPr>
          <p:cNvPr id="26" name="直接连接符 25">
            <a:extLst>
              <a:ext uri="{FF2B5EF4-FFF2-40B4-BE49-F238E27FC236}">
                <a16:creationId xmlns:a16="http://schemas.microsoft.com/office/drawing/2014/main" id="{18FA5C14-7E2F-4290-A64D-B2E2A3ECC7C4}"/>
              </a:ext>
            </a:extLst>
          </p:cNvPr>
          <p:cNvCxnSpPr>
            <a:cxnSpLocks/>
            <a:stCxn id="24" idx="2"/>
            <a:endCxn id="25" idx="0"/>
          </p:cNvCxnSpPr>
          <p:nvPr/>
        </p:nvCxnSpPr>
        <p:spPr>
          <a:xfrm>
            <a:off x="7678113" y="4024614"/>
            <a:ext cx="0" cy="2170886"/>
          </a:xfrm>
          <a:prstGeom prst="line">
            <a:avLst/>
          </a:prstGeom>
          <a:ln w="38100">
            <a:solidFill>
              <a:schemeClr val="tx1"/>
            </a:solidFill>
            <a:tailEnd type="none"/>
          </a:ln>
        </p:spPr>
        <p:style>
          <a:lnRef idx="1">
            <a:schemeClr val="accent1"/>
          </a:lnRef>
          <a:fillRef idx="0">
            <a:schemeClr val="accent1"/>
          </a:fillRef>
          <a:effectRef idx="0">
            <a:schemeClr val="accent1"/>
          </a:effectRef>
          <a:fontRef idx="minor">
            <a:schemeClr val="tx1"/>
          </a:fontRef>
        </p:style>
      </p:cxnSp>
      <p:sp>
        <p:nvSpPr>
          <p:cNvPr id="27" name="íşlïḍè">
            <a:extLst>
              <a:ext uri="{FF2B5EF4-FFF2-40B4-BE49-F238E27FC236}">
                <a16:creationId xmlns:a16="http://schemas.microsoft.com/office/drawing/2014/main" id="{E63F542A-80A9-4BE8-BAF1-5C82828097D0}"/>
              </a:ext>
            </a:extLst>
          </p:cNvPr>
          <p:cNvSpPr txBox="1"/>
          <p:nvPr/>
        </p:nvSpPr>
        <p:spPr>
          <a:xfrm>
            <a:off x="7452337" y="3399760"/>
            <a:ext cx="451552" cy="400111"/>
          </a:xfrm>
          <a:prstGeom prst="rect">
            <a:avLst/>
          </a:prstGeom>
          <a:noFill/>
        </p:spPr>
        <p:txBody>
          <a:bodyPr wrap="square" lIns="91440" tIns="45720" rIns="91440" bIns="45720" anchor="ctr">
            <a:noAutofit/>
          </a:bodyPr>
          <a:lstStyle/>
          <a:p>
            <a:pPr algn="ctr"/>
            <a:r>
              <a:rPr lang="en-US" altLang="zh-CN" sz="2000" b="1" dirty="0">
                <a:latin typeface="Arial Narrow" panose="020B0606020202030204" pitchFamily="34" charset="0"/>
              </a:rPr>
              <a:t>E2</a:t>
            </a:r>
            <a:endParaRPr lang="zh-CN" altLang="en-US" sz="2000" b="1" dirty="0">
              <a:latin typeface="Arial Narrow" panose="020B0606020202030204" pitchFamily="34" charset="0"/>
            </a:endParaRPr>
          </a:p>
        </p:txBody>
      </p:sp>
      <p:cxnSp>
        <p:nvCxnSpPr>
          <p:cNvPr id="28" name="直接连接符 27">
            <a:extLst>
              <a:ext uri="{FF2B5EF4-FFF2-40B4-BE49-F238E27FC236}">
                <a16:creationId xmlns:a16="http://schemas.microsoft.com/office/drawing/2014/main" id="{86537F35-4B32-456B-BA1A-2CAB43EC1148}"/>
              </a:ext>
            </a:extLst>
          </p:cNvPr>
          <p:cNvCxnSpPr>
            <a:cxnSpLocks/>
          </p:cNvCxnSpPr>
          <p:nvPr/>
        </p:nvCxnSpPr>
        <p:spPr>
          <a:xfrm>
            <a:off x="4527047" y="4298050"/>
            <a:ext cx="1462889" cy="0"/>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grpSp>
        <p:nvGrpSpPr>
          <p:cNvPr id="33" name="组合 32">
            <a:extLst>
              <a:ext uri="{FF2B5EF4-FFF2-40B4-BE49-F238E27FC236}">
                <a16:creationId xmlns:a16="http://schemas.microsoft.com/office/drawing/2014/main" id="{05DC431F-5057-4F01-A722-BA8BFB6D321C}"/>
              </a:ext>
            </a:extLst>
          </p:cNvPr>
          <p:cNvGrpSpPr/>
          <p:nvPr/>
        </p:nvGrpSpPr>
        <p:grpSpPr>
          <a:xfrm>
            <a:off x="5807094" y="5598802"/>
            <a:ext cx="581100" cy="824011"/>
            <a:chOff x="5805451" y="2770089"/>
            <a:chExt cx="581100" cy="824011"/>
          </a:xfrm>
        </p:grpSpPr>
        <p:pic>
          <p:nvPicPr>
            <p:cNvPr id="34" name="图片 33" descr="图片包含 图标&#10;&#10;描述已自动生成">
              <a:extLst>
                <a:ext uri="{FF2B5EF4-FFF2-40B4-BE49-F238E27FC236}">
                  <a16:creationId xmlns:a16="http://schemas.microsoft.com/office/drawing/2014/main" id="{C6C143ED-A95F-4D92-8AFB-B1CFF8EE6402}"/>
                </a:ext>
              </a:extLst>
            </p:cNvPr>
            <p:cNvPicPr>
              <a:picLocks noChangeAspect="1"/>
            </p:cNvPicPr>
            <p:nvPr/>
          </p:nvPicPr>
          <p:blipFill>
            <a:blip r:embed="rId3">
              <a:extLst>
                <a:ext uri="{28A0092B-C50C-407E-A947-70E740481C1C}">
                  <a14:useLocalDpi xmlns:a14="http://schemas.microsoft.com/office/drawing/2010/main" val="0"/>
                </a:ext>
              </a:extLst>
            </a:blip>
            <a:stretch>
              <a:fillRect/>
            </a:stretch>
          </p:blipFill>
          <p:spPr>
            <a:xfrm>
              <a:off x="5805451" y="2770089"/>
              <a:ext cx="581100" cy="474367"/>
            </a:xfrm>
            <a:prstGeom prst="rect">
              <a:avLst/>
            </a:prstGeom>
          </p:spPr>
        </p:pic>
        <p:sp>
          <p:nvSpPr>
            <p:cNvPr id="36" name="íşlïḍè">
              <a:extLst>
                <a:ext uri="{FF2B5EF4-FFF2-40B4-BE49-F238E27FC236}">
                  <a16:creationId xmlns:a16="http://schemas.microsoft.com/office/drawing/2014/main" id="{5143CDD7-7469-491A-8D82-59A9FC516B74}"/>
                </a:ext>
              </a:extLst>
            </p:cNvPr>
            <p:cNvSpPr txBox="1"/>
            <p:nvPr/>
          </p:nvSpPr>
          <p:spPr>
            <a:xfrm>
              <a:off x="5860355" y="3193989"/>
              <a:ext cx="451552" cy="400111"/>
            </a:xfrm>
            <a:prstGeom prst="rect">
              <a:avLst/>
            </a:prstGeom>
            <a:noFill/>
          </p:spPr>
          <p:txBody>
            <a:bodyPr wrap="square" lIns="91440" tIns="45720" rIns="91440" bIns="45720" anchor="ctr">
              <a:noAutofit/>
            </a:bodyPr>
            <a:lstStyle/>
            <a:p>
              <a:pPr algn="ctr"/>
              <a:r>
                <a:rPr lang="en-US" altLang="zh-CN" sz="2000" b="1" dirty="0">
                  <a:latin typeface="Arial Narrow" panose="020B0606020202030204" pitchFamily="34" charset="0"/>
                </a:rPr>
                <a:t>B2</a:t>
              </a:r>
              <a:endParaRPr lang="zh-CN" altLang="en-US" sz="2000" b="1" dirty="0">
                <a:latin typeface="Arial Narrow" panose="020B0606020202030204" pitchFamily="34" charset="0"/>
              </a:endParaRPr>
            </a:p>
          </p:txBody>
        </p:sp>
      </p:grpSp>
      <p:grpSp>
        <p:nvGrpSpPr>
          <p:cNvPr id="39" name="组合 38">
            <a:extLst>
              <a:ext uri="{FF2B5EF4-FFF2-40B4-BE49-F238E27FC236}">
                <a16:creationId xmlns:a16="http://schemas.microsoft.com/office/drawing/2014/main" id="{2B35A84E-DA92-4977-B1A5-1A95F2FC5D4D}"/>
              </a:ext>
            </a:extLst>
          </p:cNvPr>
          <p:cNvGrpSpPr/>
          <p:nvPr/>
        </p:nvGrpSpPr>
        <p:grpSpPr>
          <a:xfrm>
            <a:off x="5609773" y="4467126"/>
            <a:ext cx="995482" cy="1248344"/>
            <a:chOff x="5609773" y="4467126"/>
            <a:chExt cx="995482" cy="1248344"/>
          </a:xfrm>
        </p:grpSpPr>
        <p:sp>
          <p:nvSpPr>
            <p:cNvPr id="8" name="箭头: 上下 7">
              <a:extLst>
                <a:ext uri="{FF2B5EF4-FFF2-40B4-BE49-F238E27FC236}">
                  <a16:creationId xmlns:a16="http://schemas.microsoft.com/office/drawing/2014/main" id="{FDEEC32C-B027-4C69-9EE1-7EA56F05BDE6}"/>
                </a:ext>
              </a:extLst>
            </p:cNvPr>
            <p:cNvSpPr/>
            <p:nvPr/>
          </p:nvSpPr>
          <p:spPr>
            <a:xfrm>
              <a:off x="5609773" y="4467126"/>
              <a:ext cx="995482" cy="1248344"/>
            </a:xfrm>
            <a:prstGeom prst="upDownArrow">
              <a:avLst>
                <a:gd name="adj1" fmla="val 65153"/>
                <a:gd name="adj2" fmla="val 34089"/>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p>
          </p:txBody>
        </p:sp>
        <p:sp>
          <p:nvSpPr>
            <p:cNvPr id="38" name="íşlïḍè">
              <a:extLst>
                <a:ext uri="{FF2B5EF4-FFF2-40B4-BE49-F238E27FC236}">
                  <a16:creationId xmlns:a16="http://schemas.microsoft.com/office/drawing/2014/main" id="{8BA0C1C0-21D0-4E27-B0C7-B059D946684B}"/>
                </a:ext>
              </a:extLst>
            </p:cNvPr>
            <p:cNvSpPr txBox="1"/>
            <p:nvPr/>
          </p:nvSpPr>
          <p:spPr>
            <a:xfrm>
              <a:off x="5741262" y="4644675"/>
              <a:ext cx="732503" cy="895464"/>
            </a:xfrm>
            <a:prstGeom prst="rect">
              <a:avLst/>
            </a:prstGeom>
            <a:noFill/>
          </p:spPr>
          <p:txBody>
            <a:bodyPr wrap="square" lIns="91440" tIns="45720" rIns="91440" bIns="45720" anchor="ctr">
              <a:noAutofit/>
            </a:bodyPr>
            <a:lstStyle/>
            <a:p>
              <a:pPr algn="ctr"/>
              <a:r>
                <a:rPr lang="zh-CN" altLang="en-US" b="1" dirty="0">
                  <a:solidFill>
                    <a:schemeClr val="bg1"/>
                  </a:solidFill>
                  <a:latin typeface="Arial Narrow" panose="020B0606020202030204" pitchFamily="34" charset="0"/>
                </a:rPr>
                <a:t>交</a:t>
              </a:r>
              <a:endParaRPr lang="en-US" altLang="zh-CN" b="1" dirty="0">
                <a:solidFill>
                  <a:schemeClr val="bg1"/>
                </a:solidFill>
                <a:latin typeface="Arial Narrow" panose="020B0606020202030204" pitchFamily="34" charset="0"/>
              </a:endParaRPr>
            </a:p>
            <a:p>
              <a:pPr algn="ctr"/>
              <a:r>
                <a:rPr lang="zh-CN" altLang="en-US" b="1" dirty="0">
                  <a:solidFill>
                    <a:schemeClr val="bg1"/>
                  </a:solidFill>
                  <a:latin typeface="Arial Narrow" panose="020B0606020202030204" pitchFamily="34" charset="0"/>
                </a:rPr>
                <a:t>互</a:t>
              </a:r>
              <a:endParaRPr lang="en-US" altLang="zh-CN" b="1" dirty="0">
                <a:solidFill>
                  <a:schemeClr val="bg1"/>
                </a:solidFill>
                <a:latin typeface="Arial Narrow" panose="020B0606020202030204" pitchFamily="34" charset="0"/>
              </a:endParaRPr>
            </a:p>
            <a:p>
              <a:pPr algn="ctr"/>
              <a:r>
                <a:rPr lang="en-US" altLang="zh-CN" b="1" dirty="0">
                  <a:solidFill>
                    <a:schemeClr val="bg1"/>
                  </a:solidFill>
                  <a:latin typeface="Arial Narrow" panose="020B0606020202030204" pitchFamily="34" charset="0"/>
                </a:rPr>
                <a:t>BPDU</a:t>
              </a:r>
              <a:endParaRPr lang="zh-CN" altLang="en-US" b="1" dirty="0">
                <a:solidFill>
                  <a:schemeClr val="bg1"/>
                </a:solidFill>
                <a:latin typeface="Arial Narrow" panose="020B0606020202030204" pitchFamily="34" charset="0"/>
              </a:endParaRPr>
            </a:p>
          </p:txBody>
        </p:sp>
      </p:grpSp>
      <p:grpSp>
        <p:nvGrpSpPr>
          <p:cNvPr id="5" name="组合 4">
            <a:extLst>
              <a:ext uri="{FF2B5EF4-FFF2-40B4-BE49-F238E27FC236}">
                <a16:creationId xmlns:a16="http://schemas.microsoft.com/office/drawing/2014/main" id="{C62D1600-825B-4271-9008-06ACB569CA71}"/>
              </a:ext>
            </a:extLst>
          </p:cNvPr>
          <p:cNvGrpSpPr/>
          <p:nvPr/>
        </p:nvGrpSpPr>
        <p:grpSpPr>
          <a:xfrm>
            <a:off x="6345302" y="5028886"/>
            <a:ext cx="1301059" cy="924894"/>
            <a:chOff x="6336576" y="5023131"/>
            <a:chExt cx="1301059" cy="924894"/>
          </a:xfrm>
        </p:grpSpPr>
        <p:sp>
          <p:nvSpPr>
            <p:cNvPr id="40" name="椭圆 39">
              <a:extLst>
                <a:ext uri="{FF2B5EF4-FFF2-40B4-BE49-F238E27FC236}">
                  <a16:creationId xmlns:a16="http://schemas.microsoft.com/office/drawing/2014/main" id="{A28BA91B-0B31-450E-BBA9-E19F7FCA8D1D}"/>
                </a:ext>
              </a:extLst>
            </p:cNvPr>
            <p:cNvSpPr/>
            <p:nvPr/>
          </p:nvSpPr>
          <p:spPr>
            <a:xfrm>
              <a:off x="6336576" y="5855929"/>
              <a:ext cx="92096" cy="92096"/>
            </a:xfrm>
            <a:prstGeom prst="ellipse">
              <a:avLst/>
            </a:prstGeom>
            <a:solidFill>
              <a:schemeClr val="accent4"/>
            </a:solidFill>
            <a:ln>
              <a:solidFill>
                <a:schemeClr val="accent4">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grpSp>
          <p:nvGrpSpPr>
            <p:cNvPr id="49" name="组合 48">
              <a:extLst>
                <a:ext uri="{FF2B5EF4-FFF2-40B4-BE49-F238E27FC236}">
                  <a16:creationId xmlns:a16="http://schemas.microsoft.com/office/drawing/2014/main" id="{6DB56734-67D1-41FB-AACC-61CF6FB5A45D}"/>
                </a:ext>
              </a:extLst>
            </p:cNvPr>
            <p:cNvGrpSpPr/>
            <p:nvPr/>
          </p:nvGrpSpPr>
          <p:grpSpPr>
            <a:xfrm>
              <a:off x="6415185" y="5023131"/>
              <a:ext cx="1222450" cy="846285"/>
              <a:chOff x="6415185" y="5023131"/>
              <a:chExt cx="1222450" cy="846285"/>
            </a:xfrm>
          </p:grpSpPr>
          <p:sp>
            <p:nvSpPr>
              <p:cNvPr id="41" name="íşlïḍè">
                <a:extLst>
                  <a:ext uri="{FF2B5EF4-FFF2-40B4-BE49-F238E27FC236}">
                    <a16:creationId xmlns:a16="http://schemas.microsoft.com/office/drawing/2014/main" id="{70B5A441-F0AF-4024-AE6F-CB6203ED5544}"/>
                  </a:ext>
                </a:extLst>
              </p:cNvPr>
              <p:cNvSpPr txBox="1"/>
              <p:nvPr/>
            </p:nvSpPr>
            <p:spPr>
              <a:xfrm>
                <a:off x="6642154" y="5023131"/>
                <a:ext cx="995481" cy="641537"/>
              </a:xfrm>
              <a:prstGeom prst="rect">
                <a:avLst/>
              </a:prstGeom>
              <a:noFill/>
            </p:spPr>
            <p:txBody>
              <a:bodyPr wrap="square" lIns="91440" tIns="45720" rIns="91440" bIns="45720" anchor="ctr">
                <a:noAutofit/>
              </a:bodyPr>
              <a:lstStyle/>
              <a:p>
                <a:pPr algn="ctr"/>
                <a:r>
                  <a:rPr lang="zh-CN" altLang="en-US" b="1" dirty="0">
                    <a:solidFill>
                      <a:schemeClr val="accent4"/>
                    </a:solidFill>
                    <a:latin typeface="Arial Narrow" panose="020B0606020202030204" pitchFamily="34" charset="0"/>
                  </a:rPr>
                  <a:t>开启</a:t>
                </a:r>
                <a:endParaRPr lang="en-US" altLang="zh-CN" b="1" dirty="0">
                  <a:solidFill>
                    <a:schemeClr val="accent4"/>
                  </a:solidFill>
                  <a:latin typeface="Arial Narrow" panose="020B0606020202030204" pitchFamily="34" charset="0"/>
                </a:endParaRPr>
              </a:p>
              <a:p>
                <a:pPr algn="ctr"/>
                <a:r>
                  <a:rPr lang="zh-CN" altLang="en-US" b="1" dirty="0">
                    <a:solidFill>
                      <a:schemeClr val="accent4"/>
                    </a:solidFill>
                    <a:latin typeface="Arial Narrow" panose="020B0606020202030204" pitchFamily="34" charset="0"/>
                  </a:rPr>
                  <a:t>该接口</a:t>
                </a:r>
              </a:p>
            </p:txBody>
          </p:sp>
          <p:cxnSp>
            <p:nvCxnSpPr>
              <p:cNvPr id="43" name="直接箭头连接符 42">
                <a:extLst>
                  <a:ext uri="{FF2B5EF4-FFF2-40B4-BE49-F238E27FC236}">
                    <a16:creationId xmlns:a16="http://schemas.microsoft.com/office/drawing/2014/main" id="{96F6DA9F-B7E0-4E25-84A3-C6BEBA6FA606}"/>
                  </a:ext>
                </a:extLst>
              </p:cNvPr>
              <p:cNvCxnSpPr>
                <a:cxnSpLocks/>
                <a:stCxn id="41" idx="2"/>
                <a:endCxn id="40" idx="7"/>
              </p:cNvCxnSpPr>
              <p:nvPr/>
            </p:nvCxnSpPr>
            <p:spPr>
              <a:xfrm flipH="1">
                <a:off x="6415185" y="5664668"/>
                <a:ext cx="724710" cy="204748"/>
              </a:xfrm>
              <a:prstGeom prst="straightConnector1">
                <a:avLst/>
              </a:prstGeom>
              <a:ln w="25400">
                <a:solidFill>
                  <a:schemeClr val="accent4"/>
                </a:solidFill>
                <a:tailEnd type="triangle"/>
              </a:ln>
            </p:spPr>
            <p:style>
              <a:lnRef idx="1">
                <a:schemeClr val="accent1"/>
              </a:lnRef>
              <a:fillRef idx="0">
                <a:schemeClr val="accent1"/>
              </a:fillRef>
              <a:effectRef idx="0">
                <a:schemeClr val="accent1"/>
              </a:effectRef>
              <a:fontRef idx="minor">
                <a:schemeClr val="tx1"/>
              </a:fontRef>
            </p:style>
          </p:cxnSp>
        </p:grpSp>
      </p:grpSp>
      <p:cxnSp>
        <p:nvCxnSpPr>
          <p:cNvPr id="35" name="直接连接符 34">
            <a:extLst>
              <a:ext uri="{FF2B5EF4-FFF2-40B4-BE49-F238E27FC236}">
                <a16:creationId xmlns:a16="http://schemas.microsoft.com/office/drawing/2014/main" id="{C267A99D-BE1B-4977-80ED-A8BA48870D8B}"/>
              </a:ext>
            </a:extLst>
          </p:cNvPr>
          <p:cNvCxnSpPr>
            <a:cxnSpLocks/>
          </p:cNvCxnSpPr>
          <p:nvPr/>
        </p:nvCxnSpPr>
        <p:spPr>
          <a:xfrm>
            <a:off x="6368767" y="5897702"/>
            <a:ext cx="1304412" cy="0"/>
          </a:xfrm>
          <a:prstGeom prst="line">
            <a:avLst/>
          </a:prstGeom>
          <a:ln w="38100">
            <a:solidFill>
              <a:schemeClr val="accent4"/>
            </a:solidFill>
            <a:tailEnd type="none"/>
          </a:ln>
        </p:spPr>
        <p:style>
          <a:lnRef idx="1">
            <a:schemeClr val="accent1"/>
          </a:lnRef>
          <a:fillRef idx="0">
            <a:schemeClr val="accent1"/>
          </a:fillRef>
          <a:effectRef idx="0">
            <a:schemeClr val="accent1"/>
          </a:effectRef>
          <a:fontRef idx="minor">
            <a:schemeClr val="tx1"/>
          </a:fontRef>
        </p:style>
      </p:cxnSp>
      <p:cxnSp>
        <p:nvCxnSpPr>
          <p:cNvPr id="37" name="直接连接符 36">
            <a:extLst>
              <a:ext uri="{FF2B5EF4-FFF2-40B4-BE49-F238E27FC236}">
                <a16:creationId xmlns:a16="http://schemas.microsoft.com/office/drawing/2014/main" id="{6F4CBC01-6A4F-4D16-BC6C-26B4F195EFCE}"/>
              </a:ext>
            </a:extLst>
          </p:cNvPr>
          <p:cNvCxnSpPr>
            <a:cxnSpLocks/>
          </p:cNvCxnSpPr>
          <p:nvPr/>
        </p:nvCxnSpPr>
        <p:spPr>
          <a:xfrm>
            <a:off x="4527047" y="5897702"/>
            <a:ext cx="1309797" cy="0"/>
          </a:xfrm>
          <a:prstGeom prst="line">
            <a:avLst/>
          </a:prstGeom>
          <a:ln w="38100">
            <a:solidFill>
              <a:schemeClr val="accent4"/>
            </a:solidFill>
            <a:tailEnd type="none"/>
          </a:ln>
        </p:spPr>
        <p:style>
          <a:lnRef idx="1">
            <a:schemeClr val="accent1"/>
          </a:lnRef>
          <a:fillRef idx="0">
            <a:schemeClr val="accent1"/>
          </a:fillRef>
          <a:effectRef idx="0">
            <a:schemeClr val="accent1"/>
          </a:effectRef>
          <a:fontRef idx="minor">
            <a:schemeClr val="tx1"/>
          </a:fontRef>
        </p:style>
      </p:cxnSp>
      <p:grpSp>
        <p:nvGrpSpPr>
          <p:cNvPr id="29" name="组合 28">
            <a:extLst>
              <a:ext uri="{FF2B5EF4-FFF2-40B4-BE49-F238E27FC236}">
                <a16:creationId xmlns:a16="http://schemas.microsoft.com/office/drawing/2014/main" id="{034E4E72-A69A-4C9D-B365-45140D3BFC91}"/>
              </a:ext>
            </a:extLst>
          </p:cNvPr>
          <p:cNvGrpSpPr/>
          <p:nvPr/>
        </p:nvGrpSpPr>
        <p:grpSpPr>
          <a:xfrm>
            <a:off x="5816964" y="3714661"/>
            <a:ext cx="581100" cy="760939"/>
            <a:chOff x="5805451" y="2483517"/>
            <a:chExt cx="581100" cy="760939"/>
          </a:xfrm>
        </p:grpSpPr>
        <p:pic>
          <p:nvPicPr>
            <p:cNvPr id="30" name="图片 29" descr="图片包含 图标&#10;&#10;描述已自动生成">
              <a:extLst>
                <a:ext uri="{FF2B5EF4-FFF2-40B4-BE49-F238E27FC236}">
                  <a16:creationId xmlns:a16="http://schemas.microsoft.com/office/drawing/2014/main" id="{2A67B048-B788-4EEC-AD2F-7C3AE03047A1}"/>
                </a:ext>
              </a:extLst>
            </p:cNvPr>
            <p:cNvPicPr>
              <a:picLocks noChangeAspect="1"/>
            </p:cNvPicPr>
            <p:nvPr/>
          </p:nvPicPr>
          <p:blipFill>
            <a:blip r:embed="rId3">
              <a:extLst>
                <a:ext uri="{28A0092B-C50C-407E-A947-70E740481C1C}">
                  <a14:useLocalDpi xmlns:a14="http://schemas.microsoft.com/office/drawing/2010/main" val="0"/>
                </a:ext>
              </a:extLst>
            </a:blip>
            <a:stretch>
              <a:fillRect/>
            </a:stretch>
          </p:blipFill>
          <p:spPr>
            <a:xfrm>
              <a:off x="5805451" y="2770089"/>
              <a:ext cx="581100" cy="474367"/>
            </a:xfrm>
            <a:prstGeom prst="rect">
              <a:avLst/>
            </a:prstGeom>
          </p:spPr>
        </p:pic>
        <p:sp>
          <p:nvSpPr>
            <p:cNvPr id="31" name="íşlïḍè">
              <a:extLst>
                <a:ext uri="{FF2B5EF4-FFF2-40B4-BE49-F238E27FC236}">
                  <a16:creationId xmlns:a16="http://schemas.microsoft.com/office/drawing/2014/main" id="{346E3E72-45C7-42B9-9171-5C025693A27E}"/>
                </a:ext>
              </a:extLst>
            </p:cNvPr>
            <p:cNvSpPr txBox="1"/>
            <p:nvPr/>
          </p:nvSpPr>
          <p:spPr>
            <a:xfrm>
              <a:off x="5860355" y="2483517"/>
              <a:ext cx="451552" cy="400111"/>
            </a:xfrm>
            <a:prstGeom prst="rect">
              <a:avLst/>
            </a:prstGeom>
            <a:noFill/>
          </p:spPr>
          <p:txBody>
            <a:bodyPr wrap="square" lIns="91440" tIns="45720" rIns="91440" bIns="45720" anchor="ctr">
              <a:noAutofit/>
            </a:bodyPr>
            <a:lstStyle/>
            <a:p>
              <a:pPr algn="ctr"/>
              <a:r>
                <a:rPr lang="en-US" altLang="zh-CN" sz="2000" b="1" dirty="0">
                  <a:latin typeface="Arial Narrow" panose="020B0606020202030204" pitchFamily="34" charset="0"/>
                </a:rPr>
                <a:t>B1</a:t>
              </a:r>
              <a:endParaRPr lang="zh-CN" altLang="en-US" sz="2000" b="1" dirty="0">
                <a:latin typeface="Arial Narrow" panose="020B0606020202030204" pitchFamily="34" charset="0"/>
              </a:endParaRPr>
            </a:p>
          </p:txBody>
        </p:sp>
      </p:grpSp>
      <p:sp>
        <p:nvSpPr>
          <p:cNvPr id="42" name="矩形 41">
            <a:extLst>
              <a:ext uri="{FF2B5EF4-FFF2-40B4-BE49-F238E27FC236}">
                <a16:creationId xmlns:a16="http://schemas.microsoft.com/office/drawing/2014/main" id="{C837518B-1403-4A59-87B7-8A2326FBE2B4}"/>
              </a:ext>
            </a:extLst>
          </p:cNvPr>
          <p:cNvSpPr/>
          <p:nvPr/>
        </p:nvSpPr>
        <p:spPr>
          <a:xfrm>
            <a:off x="1478749" y="2816520"/>
            <a:ext cx="256976" cy="256976"/>
          </a:xfrm>
          <a:prstGeom prst="rect">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44" name="íşlïḍè">
            <a:extLst>
              <a:ext uri="{FF2B5EF4-FFF2-40B4-BE49-F238E27FC236}">
                <a16:creationId xmlns:a16="http://schemas.microsoft.com/office/drawing/2014/main" id="{45655683-82C3-465F-90E9-D00D7CE9BE8A}"/>
              </a:ext>
            </a:extLst>
          </p:cNvPr>
          <p:cNvSpPr txBox="1"/>
          <p:nvPr/>
        </p:nvSpPr>
        <p:spPr>
          <a:xfrm>
            <a:off x="1795977" y="2762198"/>
            <a:ext cx="10091223" cy="618882"/>
          </a:xfrm>
          <a:prstGeom prst="rect">
            <a:avLst/>
          </a:prstGeom>
          <a:noFill/>
        </p:spPr>
        <p:txBody>
          <a:bodyPr wrap="square" lIns="91440" tIns="45720" rIns="91440" bIns="45720" anchor="ctr">
            <a:noAutofit/>
          </a:bodyPr>
          <a:lstStyle/>
          <a:p>
            <a:r>
              <a:rPr lang="zh-CN" altLang="en-US" b="1" dirty="0">
                <a:latin typeface="Arial Narrow" panose="020B0606020202030204" pitchFamily="34" charset="0"/>
              </a:rPr>
              <a:t>当首次连接网桥或网络拓扑发生变化时（人为改变或出现故障），网桥都会重新构造生成树，以确保网络的连通。</a:t>
            </a:r>
          </a:p>
        </p:txBody>
      </p:sp>
      <p:sp>
        <p:nvSpPr>
          <p:cNvPr id="45" name="cancel-mark_17124">
            <a:extLst>
              <a:ext uri="{FF2B5EF4-FFF2-40B4-BE49-F238E27FC236}">
                <a16:creationId xmlns:a16="http://schemas.microsoft.com/office/drawing/2014/main" id="{77D1ED53-491B-431C-8E3B-D47389F94CAF}"/>
              </a:ext>
            </a:extLst>
          </p:cNvPr>
          <p:cNvSpPr/>
          <p:nvPr/>
        </p:nvSpPr>
        <p:spPr>
          <a:xfrm>
            <a:off x="4950992" y="4177603"/>
            <a:ext cx="241252" cy="240893"/>
          </a:xfrm>
          <a:custGeom>
            <a:avLst/>
            <a:gdLst>
              <a:gd name="T0" fmla="*/ 127 w 3392"/>
              <a:gd name="T1" fmla="*/ 2898 h 3392"/>
              <a:gd name="T2" fmla="*/ 473 w 3392"/>
              <a:gd name="T3" fmla="*/ 3248 h 3392"/>
              <a:gd name="T4" fmla="*/ 936 w 3392"/>
              <a:gd name="T5" fmla="*/ 3251 h 3392"/>
              <a:gd name="T6" fmla="*/ 1691 w 3392"/>
              <a:gd name="T7" fmla="*/ 2508 h 3392"/>
              <a:gd name="T8" fmla="*/ 2434 w 3392"/>
              <a:gd name="T9" fmla="*/ 3262 h 3392"/>
              <a:gd name="T10" fmla="*/ 2898 w 3392"/>
              <a:gd name="T11" fmla="*/ 3265 h 3392"/>
              <a:gd name="T12" fmla="*/ 3248 w 3392"/>
              <a:gd name="T13" fmla="*/ 2920 h 3392"/>
              <a:gd name="T14" fmla="*/ 3251 w 3392"/>
              <a:gd name="T15" fmla="*/ 2456 h 3392"/>
              <a:gd name="T16" fmla="*/ 2508 w 3392"/>
              <a:gd name="T17" fmla="*/ 1702 h 3392"/>
              <a:gd name="T18" fmla="*/ 3262 w 3392"/>
              <a:gd name="T19" fmla="*/ 959 h 3392"/>
              <a:gd name="T20" fmla="*/ 3265 w 3392"/>
              <a:gd name="T21" fmla="*/ 495 h 3392"/>
              <a:gd name="T22" fmla="*/ 2920 w 3392"/>
              <a:gd name="T23" fmla="*/ 145 h 3392"/>
              <a:gd name="T24" fmla="*/ 2456 w 3392"/>
              <a:gd name="T25" fmla="*/ 141 h 3392"/>
              <a:gd name="T26" fmla="*/ 1702 w 3392"/>
              <a:gd name="T27" fmla="*/ 885 h 3392"/>
              <a:gd name="T28" fmla="*/ 959 w 3392"/>
              <a:gd name="T29" fmla="*/ 131 h 3392"/>
              <a:gd name="T30" fmla="*/ 495 w 3392"/>
              <a:gd name="T31" fmla="*/ 127 h 3392"/>
              <a:gd name="T32" fmla="*/ 145 w 3392"/>
              <a:gd name="T33" fmla="*/ 473 h 3392"/>
              <a:gd name="T34" fmla="*/ 141 w 3392"/>
              <a:gd name="T35" fmla="*/ 936 h 3392"/>
              <a:gd name="T36" fmla="*/ 885 w 3392"/>
              <a:gd name="T37" fmla="*/ 1690 h 3392"/>
              <a:gd name="T38" fmla="*/ 131 w 3392"/>
              <a:gd name="T39" fmla="*/ 2434 h 3392"/>
              <a:gd name="T40" fmla="*/ 127 w 3392"/>
              <a:gd name="T41" fmla="*/ 2898 h 339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3392" h="3392">
                <a:moveTo>
                  <a:pt x="127" y="2898"/>
                </a:moveTo>
                <a:lnTo>
                  <a:pt x="473" y="3248"/>
                </a:lnTo>
                <a:cubicBezTo>
                  <a:pt x="600" y="3377"/>
                  <a:pt x="808" y="3378"/>
                  <a:pt x="936" y="3251"/>
                </a:cubicBezTo>
                <a:lnTo>
                  <a:pt x="1691" y="2508"/>
                </a:lnTo>
                <a:lnTo>
                  <a:pt x="2434" y="3262"/>
                </a:lnTo>
                <a:cubicBezTo>
                  <a:pt x="2561" y="3391"/>
                  <a:pt x="2769" y="3392"/>
                  <a:pt x="2898" y="3265"/>
                </a:cubicBezTo>
                <a:lnTo>
                  <a:pt x="3248" y="2920"/>
                </a:lnTo>
                <a:cubicBezTo>
                  <a:pt x="3377" y="2793"/>
                  <a:pt x="3378" y="2585"/>
                  <a:pt x="3251" y="2456"/>
                </a:cubicBezTo>
                <a:lnTo>
                  <a:pt x="2508" y="1702"/>
                </a:lnTo>
                <a:lnTo>
                  <a:pt x="3262" y="959"/>
                </a:lnTo>
                <a:cubicBezTo>
                  <a:pt x="3391" y="832"/>
                  <a:pt x="3392" y="624"/>
                  <a:pt x="3265" y="495"/>
                </a:cubicBezTo>
                <a:lnTo>
                  <a:pt x="2920" y="145"/>
                </a:lnTo>
                <a:cubicBezTo>
                  <a:pt x="2793" y="16"/>
                  <a:pt x="2585" y="14"/>
                  <a:pt x="2456" y="141"/>
                </a:cubicBezTo>
                <a:lnTo>
                  <a:pt x="1702" y="885"/>
                </a:lnTo>
                <a:lnTo>
                  <a:pt x="959" y="131"/>
                </a:lnTo>
                <a:cubicBezTo>
                  <a:pt x="832" y="2"/>
                  <a:pt x="624" y="0"/>
                  <a:pt x="495" y="127"/>
                </a:cubicBezTo>
                <a:lnTo>
                  <a:pt x="145" y="473"/>
                </a:lnTo>
                <a:cubicBezTo>
                  <a:pt x="16" y="600"/>
                  <a:pt x="14" y="807"/>
                  <a:pt x="141" y="936"/>
                </a:cubicBezTo>
                <a:lnTo>
                  <a:pt x="885" y="1690"/>
                </a:lnTo>
                <a:lnTo>
                  <a:pt x="131" y="2434"/>
                </a:lnTo>
                <a:cubicBezTo>
                  <a:pt x="2" y="2561"/>
                  <a:pt x="0" y="2769"/>
                  <a:pt x="127" y="2898"/>
                </a:cubicBezTo>
                <a:close/>
              </a:path>
            </a:pathLst>
          </a:cu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6" name="íşlïḍè">
            <a:extLst>
              <a:ext uri="{FF2B5EF4-FFF2-40B4-BE49-F238E27FC236}">
                <a16:creationId xmlns:a16="http://schemas.microsoft.com/office/drawing/2014/main" id="{9A4050EA-316E-49CA-AF89-3AA25E808C56}"/>
              </a:ext>
            </a:extLst>
          </p:cNvPr>
          <p:cNvSpPr txBox="1"/>
          <p:nvPr/>
        </p:nvSpPr>
        <p:spPr>
          <a:xfrm>
            <a:off x="4728609" y="4353561"/>
            <a:ext cx="695119" cy="474367"/>
          </a:xfrm>
          <a:prstGeom prst="rect">
            <a:avLst/>
          </a:prstGeom>
          <a:noFill/>
        </p:spPr>
        <p:txBody>
          <a:bodyPr wrap="square" lIns="91440" tIns="45720" rIns="91440" bIns="45720" anchor="ctr">
            <a:noAutofit/>
          </a:bodyPr>
          <a:lstStyle/>
          <a:p>
            <a:pPr algn="ctr"/>
            <a:r>
              <a:rPr lang="zh-CN" altLang="en-US" b="1" dirty="0">
                <a:solidFill>
                  <a:schemeClr val="accent1">
                    <a:lumMod val="75000"/>
                  </a:schemeClr>
                </a:solidFill>
                <a:latin typeface="Arial Narrow" panose="020B0606020202030204" pitchFamily="34" charset="0"/>
              </a:rPr>
              <a:t>故障</a:t>
            </a:r>
          </a:p>
        </p:txBody>
      </p:sp>
    </p:spTree>
    <p:custDataLst>
      <p:tags r:id="rId1"/>
    </p:custDataLst>
    <p:extLst>
      <p:ext uri="{BB962C8B-B14F-4D97-AF65-F5344CB8AC3E}">
        <p14:creationId xmlns:p14="http://schemas.microsoft.com/office/powerpoint/2010/main" val="3141027181"/>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2" presetClass="entr" presetSubtype="1" fill="hold" nodeType="withEffect">
                                  <p:stCondLst>
                                    <p:cond delay="0"/>
                                  </p:stCondLst>
                                  <p:childTnLst>
                                    <p:set>
                                      <p:cBhvr>
                                        <p:cTn id="6" dur="1" fill="hold">
                                          <p:stCondLst>
                                            <p:cond delay="0"/>
                                          </p:stCondLst>
                                        </p:cTn>
                                        <p:tgtEl>
                                          <p:spTgt spid="5"/>
                                        </p:tgtEl>
                                        <p:attrNameLst>
                                          <p:attrName>style.visibility</p:attrName>
                                        </p:attrNameLst>
                                      </p:cBhvr>
                                      <p:to>
                                        <p:strVal val="visible"/>
                                      </p:to>
                                    </p:set>
                                    <p:animEffect transition="in" filter="wipe(up)">
                                      <p:cBhvr>
                                        <p:cTn id="7" dur="500"/>
                                        <p:tgtEl>
                                          <p:spTgt spid="5"/>
                                        </p:tgtEl>
                                      </p:cBhvr>
                                    </p:animEffect>
                                  </p:childTnLst>
                                </p:cTn>
                              </p:par>
                            </p:childTnLst>
                          </p:cTn>
                        </p:par>
                      </p:childTnLst>
                    </p:cTn>
                  </p:par>
                  <p:par>
                    <p:cTn id="8" fill="hold">
                      <p:stCondLst>
                        <p:cond delay="indefinite"/>
                      </p:stCondLst>
                      <p:childTnLst>
                        <p:par>
                          <p:cTn id="9" fill="hold">
                            <p:stCondLst>
                              <p:cond delay="0"/>
                            </p:stCondLst>
                            <p:childTnLst>
                              <p:par>
                                <p:cTn id="10" presetID="22" presetClass="entr" presetSubtype="2" fill="hold" nodeType="clickEffect">
                                  <p:stCondLst>
                                    <p:cond delay="0"/>
                                  </p:stCondLst>
                                  <p:childTnLst>
                                    <p:set>
                                      <p:cBhvr>
                                        <p:cTn id="11" dur="1" fill="hold">
                                          <p:stCondLst>
                                            <p:cond delay="0"/>
                                          </p:stCondLst>
                                        </p:cTn>
                                        <p:tgtEl>
                                          <p:spTgt spid="37"/>
                                        </p:tgtEl>
                                        <p:attrNameLst>
                                          <p:attrName>style.visibility</p:attrName>
                                        </p:attrNameLst>
                                      </p:cBhvr>
                                      <p:to>
                                        <p:strVal val="visible"/>
                                      </p:to>
                                    </p:set>
                                    <p:animEffect transition="in" filter="wipe(right)">
                                      <p:cBhvr>
                                        <p:cTn id="12" dur="500"/>
                                        <p:tgtEl>
                                          <p:spTgt spid="37"/>
                                        </p:tgtEl>
                                      </p:cBhvr>
                                    </p:animEffect>
                                  </p:childTnLst>
                                </p:cTn>
                              </p:par>
                              <p:par>
                                <p:cTn id="13" presetID="22" presetClass="entr" presetSubtype="8" fill="hold" nodeType="withEffect">
                                  <p:stCondLst>
                                    <p:cond delay="0"/>
                                  </p:stCondLst>
                                  <p:childTnLst>
                                    <p:set>
                                      <p:cBhvr>
                                        <p:cTn id="14" dur="1" fill="hold">
                                          <p:stCondLst>
                                            <p:cond delay="0"/>
                                          </p:stCondLst>
                                        </p:cTn>
                                        <p:tgtEl>
                                          <p:spTgt spid="35"/>
                                        </p:tgtEl>
                                        <p:attrNameLst>
                                          <p:attrName>style.visibility</p:attrName>
                                        </p:attrNameLst>
                                      </p:cBhvr>
                                      <p:to>
                                        <p:strVal val="visible"/>
                                      </p:to>
                                    </p:set>
                                    <p:animEffect transition="in" filter="wipe(left)">
                                      <p:cBhvr>
                                        <p:cTn id="15" dur="500"/>
                                        <p:tgtEl>
                                          <p:spTgt spid="35"/>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40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4" name="组合 3">
            <a:extLst>
              <a:ext uri="{FF2B5EF4-FFF2-40B4-BE49-F238E27FC236}">
                <a16:creationId xmlns:a16="http://schemas.microsoft.com/office/drawing/2014/main" id="{869DCC19-099D-EE4E-2EAB-6CE30CEBA398}"/>
              </a:ext>
            </a:extLst>
          </p:cNvPr>
          <p:cNvGrpSpPr/>
          <p:nvPr/>
        </p:nvGrpSpPr>
        <p:grpSpPr>
          <a:xfrm>
            <a:off x="2868281" y="1188116"/>
            <a:ext cx="6475102" cy="2976420"/>
            <a:chOff x="2868281" y="1188116"/>
            <a:chExt cx="6475102" cy="2976420"/>
          </a:xfrm>
        </p:grpSpPr>
        <p:sp>
          <p:nvSpPr>
            <p:cNvPr id="12" name="íşlïḍè"/>
            <p:cNvSpPr txBox="1"/>
            <p:nvPr/>
          </p:nvSpPr>
          <p:spPr>
            <a:xfrm>
              <a:off x="3965621" y="1188116"/>
              <a:ext cx="4287076" cy="419100"/>
            </a:xfrm>
            <a:prstGeom prst="rect">
              <a:avLst/>
            </a:prstGeom>
            <a:noFill/>
          </p:spPr>
          <p:txBody>
            <a:bodyPr wrap="square" lIns="91440" tIns="45720" rIns="91440" bIns="45720" anchor="ctr">
              <a:noAutofit/>
            </a:bodyPr>
            <a:lstStyle/>
            <a:p>
              <a:pPr algn="ctr"/>
              <a:r>
                <a:rPr lang="en-US" altLang="zh-CN" sz="2400" b="1" dirty="0"/>
                <a:t>3.5 </a:t>
              </a:r>
              <a:r>
                <a:rPr lang="zh-CN" altLang="en-US" sz="2400" b="1" dirty="0"/>
                <a:t>交换式以太网</a:t>
              </a:r>
              <a:endParaRPr lang="en-US" altLang="zh-CN" sz="2400" b="1" dirty="0"/>
            </a:p>
          </p:txBody>
        </p:sp>
        <p:grpSp>
          <p:nvGrpSpPr>
            <p:cNvPr id="2" name="组合 1">
              <a:extLst>
                <a:ext uri="{FF2B5EF4-FFF2-40B4-BE49-F238E27FC236}">
                  <a16:creationId xmlns:a16="http://schemas.microsoft.com/office/drawing/2014/main" id="{E8DC0AB8-05EE-7787-9FBB-4E11065FD44D}"/>
                </a:ext>
              </a:extLst>
            </p:cNvPr>
            <p:cNvGrpSpPr/>
            <p:nvPr/>
          </p:nvGrpSpPr>
          <p:grpSpPr>
            <a:xfrm>
              <a:off x="2868281" y="1864102"/>
              <a:ext cx="6475102" cy="2300434"/>
              <a:chOff x="3493921" y="1864102"/>
              <a:chExt cx="6475102" cy="2300434"/>
            </a:xfrm>
          </p:grpSpPr>
          <p:sp>
            <p:nvSpPr>
              <p:cNvPr id="5" name="平行四边形 4"/>
              <p:cNvSpPr/>
              <p:nvPr/>
            </p:nvSpPr>
            <p:spPr>
              <a:xfrm>
                <a:off x="3493921" y="1864102"/>
                <a:ext cx="869401" cy="595554"/>
              </a:xfrm>
              <a:prstGeom prst="parallelogram">
                <a:avLst/>
              </a:prstGeom>
              <a:solidFill>
                <a:schemeClr val="accent3">
                  <a:lumMod val="75000"/>
                </a:schemeClr>
              </a:solidFill>
              <a:ln>
                <a:solidFill>
                  <a:schemeClr val="accent3">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CN" sz="2800" dirty="0">
                    <a:latin typeface="Impact" panose="020B0806030902050204" pitchFamily="34" charset="0"/>
                  </a:rPr>
                  <a:t>01</a:t>
                </a:r>
                <a:endParaRPr lang="zh-CN" altLang="en-US" sz="2800" dirty="0">
                  <a:latin typeface="Impact" panose="020B0806030902050204" pitchFamily="34" charset="0"/>
                </a:endParaRPr>
              </a:p>
            </p:txBody>
          </p:sp>
          <p:sp>
            <p:nvSpPr>
              <p:cNvPr id="25" name="平行四边形 24"/>
              <p:cNvSpPr/>
              <p:nvPr/>
            </p:nvSpPr>
            <p:spPr>
              <a:xfrm>
                <a:off x="4203052" y="1864102"/>
                <a:ext cx="5756571" cy="595554"/>
              </a:xfrm>
              <a:prstGeom prst="parallelogram">
                <a:avLst/>
              </a:prstGeom>
              <a:noFill/>
              <a:ln>
                <a:solidFill>
                  <a:schemeClr val="accent3">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r>
                  <a:rPr lang="zh-CN" altLang="en-US" sz="2200" b="1" dirty="0">
                    <a:solidFill>
                      <a:schemeClr val="tx1"/>
                    </a:solidFill>
                    <a:latin typeface="+mn-ea"/>
                  </a:rPr>
                  <a:t>交换式以太网</a:t>
                </a:r>
                <a:endParaRPr lang="zh-CN" altLang="en-US" sz="2200" b="1" dirty="0">
                  <a:solidFill>
                    <a:schemeClr val="tx1"/>
                  </a:solidFill>
                  <a:latin typeface="Impact" panose="020B0806030902050204" pitchFamily="34" charset="0"/>
                </a:endParaRPr>
              </a:p>
            </p:txBody>
          </p:sp>
          <p:sp>
            <p:nvSpPr>
              <p:cNvPr id="27" name="平行四边形 26"/>
              <p:cNvSpPr/>
              <p:nvPr/>
            </p:nvSpPr>
            <p:spPr>
              <a:xfrm>
                <a:off x="3493921" y="2716542"/>
                <a:ext cx="869402" cy="595554"/>
              </a:xfrm>
              <a:prstGeom prst="parallelogram">
                <a:avLst/>
              </a:prstGeom>
              <a:solidFill>
                <a:schemeClr val="accent3">
                  <a:lumMod val="75000"/>
                </a:schemeClr>
              </a:solidFill>
              <a:ln>
                <a:solidFill>
                  <a:schemeClr val="accent3">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CN" sz="2800" dirty="0">
                    <a:latin typeface="Impact" panose="020B0806030902050204" pitchFamily="34" charset="0"/>
                  </a:rPr>
                  <a:t>02</a:t>
                </a:r>
                <a:endParaRPr lang="zh-CN" altLang="en-US" sz="2800" dirty="0">
                  <a:latin typeface="Impact" panose="020B0806030902050204" pitchFamily="34" charset="0"/>
                </a:endParaRPr>
              </a:p>
            </p:txBody>
          </p:sp>
          <p:sp>
            <p:nvSpPr>
              <p:cNvPr id="28" name="平行四边形 27"/>
              <p:cNvSpPr/>
              <p:nvPr/>
            </p:nvSpPr>
            <p:spPr>
              <a:xfrm>
                <a:off x="4203051" y="2716542"/>
                <a:ext cx="5756572" cy="595554"/>
              </a:xfrm>
              <a:prstGeom prst="parallelogram">
                <a:avLst/>
              </a:prstGeom>
              <a:noFill/>
              <a:ln>
                <a:solidFill>
                  <a:schemeClr val="accent3">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r>
                  <a:rPr lang="zh-CN" altLang="en-US" sz="2200" b="1" dirty="0">
                    <a:solidFill>
                      <a:schemeClr val="tx1"/>
                    </a:solidFill>
                    <a:latin typeface="Impact" panose="020B0806030902050204" pitchFamily="34" charset="0"/>
                  </a:rPr>
                  <a:t>以太网交换机</a:t>
                </a:r>
              </a:p>
            </p:txBody>
          </p:sp>
          <p:sp>
            <p:nvSpPr>
              <p:cNvPr id="11" name="平行四边形 10">
                <a:extLst>
                  <a:ext uri="{FF2B5EF4-FFF2-40B4-BE49-F238E27FC236}">
                    <a16:creationId xmlns:a16="http://schemas.microsoft.com/office/drawing/2014/main" id="{FB42DCD5-5514-3E1D-F8ED-2DE88E081FE8}"/>
                  </a:ext>
                </a:extLst>
              </p:cNvPr>
              <p:cNvSpPr/>
              <p:nvPr/>
            </p:nvSpPr>
            <p:spPr>
              <a:xfrm>
                <a:off x="3493921" y="3568982"/>
                <a:ext cx="828092" cy="595554"/>
              </a:xfrm>
              <a:prstGeom prst="parallelogram">
                <a:avLst/>
              </a:prstGeom>
              <a:solidFill>
                <a:schemeClr val="accent3">
                  <a:lumMod val="75000"/>
                </a:schemeClr>
              </a:solidFill>
              <a:ln>
                <a:solidFill>
                  <a:schemeClr val="accent3">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CN" sz="2800" dirty="0">
                    <a:latin typeface="Impact" panose="020B0806030902050204" pitchFamily="34" charset="0"/>
                  </a:rPr>
                  <a:t>03</a:t>
                </a:r>
                <a:endParaRPr lang="zh-CN" altLang="en-US" sz="2800" dirty="0">
                  <a:latin typeface="Impact" panose="020B0806030902050204" pitchFamily="34" charset="0"/>
                </a:endParaRPr>
              </a:p>
            </p:txBody>
          </p:sp>
          <p:sp>
            <p:nvSpPr>
              <p:cNvPr id="13" name="平行四边形 12">
                <a:extLst>
                  <a:ext uri="{FF2B5EF4-FFF2-40B4-BE49-F238E27FC236}">
                    <a16:creationId xmlns:a16="http://schemas.microsoft.com/office/drawing/2014/main" id="{F60D6E6E-1CB1-6E39-5E05-C6F857FA1BC0}"/>
                  </a:ext>
                </a:extLst>
              </p:cNvPr>
              <p:cNvSpPr/>
              <p:nvPr/>
            </p:nvSpPr>
            <p:spPr>
              <a:xfrm>
                <a:off x="4169357" y="3568982"/>
                <a:ext cx="5799666" cy="595554"/>
              </a:xfrm>
              <a:prstGeom prst="parallelogram">
                <a:avLst/>
              </a:prstGeom>
              <a:noFill/>
              <a:ln>
                <a:solidFill>
                  <a:schemeClr val="accent3">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r>
                  <a:rPr lang="zh-CN" altLang="en-US" sz="2200" b="1" dirty="0">
                    <a:solidFill>
                      <a:schemeClr val="tx1"/>
                    </a:solidFill>
                    <a:latin typeface="Impact" panose="020B0806030902050204" pitchFamily="34" charset="0"/>
                  </a:rPr>
                  <a:t>共享式以太网与交换式以太网的对比</a:t>
                </a:r>
              </a:p>
            </p:txBody>
          </p:sp>
        </p:grpSp>
      </p:grpSp>
    </p:spTree>
    <p:extLst>
      <p:ext uri="{BB962C8B-B14F-4D97-AF65-F5344CB8AC3E}">
        <p14:creationId xmlns:p14="http://schemas.microsoft.com/office/powerpoint/2010/main" val="171281235"/>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42" presetClass="entr" presetSubtype="0" fill="hold" nodeType="withEffect">
                                  <p:stCondLst>
                                    <p:cond delay="0"/>
                                  </p:stCondLst>
                                  <p:childTnLst>
                                    <p:set>
                                      <p:cBhvr>
                                        <p:cTn id="6" dur="1" fill="hold">
                                          <p:stCondLst>
                                            <p:cond delay="0"/>
                                          </p:stCondLst>
                                        </p:cTn>
                                        <p:tgtEl>
                                          <p:spTgt spid="4"/>
                                        </p:tgtEl>
                                        <p:attrNameLst>
                                          <p:attrName>style.visibility</p:attrName>
                                        </p:attrNameLst>
                                      </p:cBhvr>
                                      <p:to>
                                        <p:strVal val="visible"/>
                                      </p:to>
                                    </p:set>
                                    <p:animEffect transition="in" filter="fade">
                                      <p:cBhvr>
                                        <p:cTn id="7" dur="1000"/>
                                        <p:tgtEl>
                                          <p:spTgt spid="4"/>
                                        </p:tgtEl>
                                      </p:cBhvr>
                                    </p:animEffect>
                                    <p:anim calcmode="lin" valueType="num">
                                      <p:cBhvr>
                                        <p:cTn id="8" dur="1000" fill="hold"/>
                                        <p:tgtEl>
                                          <p:spTgt spid="4"/>
                                        </p:tgtEl>
                                        <p:attrNameLst>
                                          <p:attrName>ppt_x</p:attrName>
                                        </p:attrNameLst>
                                      </p:cBhvr>
                                      <p:tavLst>
                                        <p:tav tm="0">
                                          <p:val>
                                            <p:strVal val="#ppt_x"/>
                                          </p:val>
                                        </p:tav>
                                        <p:tav tm="100000">
                                          <p:val>
                                            <p:strVal val="#ppt_x"/>
                                          </p:val>
                                        </p:tav>
                                      </p:tavLst>
                                    </p:anim>
                                    <p:anim calcmode="lin" valueType="num">
                                      <p:cBhvr>
                                        <p:cTn id="9" dur="1000" fill="hold"/>
                                        <p:tgtEl>
                                          <p:spTgt spid="4"/>
                                        </p:tgtEl>
                                        <p:attrNameLst>
                                          <p:attrName>ppt_y</p:attrName>
                                        </p:attrNameLst>
                                      </p:cBhvr>
                                      <p:tavLst>
                                        <p:tav tm="0">
                                          <p:val>
                                            <p:strVal val="#ppt_y+.1"/>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41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4" name="组合 3">
            <a:extLst>
              <a:ext uri="{FF2B5EF4-FFF2-40B4-BE49-F238E27FC236}">
                <a16:creationId xmlns:a16="http://schemas.microsoft.com/office/drawing/2014/main" id="{9A1EA9F2-FCB6-48C3-935F-7AE7E3AD14AC}"/>
              </a:ext>
            </a:extLst>
          </p:cNvPr>
          <p:cNvGrpSpPr/>
          <p:nvPr/>
        </p:nvGrpSpPr>
        <p:grpSpPr>
          <a:xfrm>
            <a:off x="304800" y="749300"/>
            <a:ext cx="6192344" cy="400110"/>
            <a:chOff x="424117" y="898245"/>
            <a:chExt cx="6192344" cy="400110"/>
          </a:xfrm>
        </p:grpSpPr>
        <p:sp>
          <p:nvSpPr>
            <p:cNvPr id="2" name="平行四边形 1">
              <a:extLst>
                <a:ext uri="{FF2B5EF4-FFF2-40B4-BE49-F238E27FC236}">
                  <a16:creationId xmlns:a16="http://schemas.microsoft.com/office/drawing/2014/main" id="{1F5BAA3F-9845-4F89-A2DD-8222D3E4EDAC}"/>
                </a:ext>
              </a:extLst>
            </p:cNvPr>
            <p:cNvSpPr/>
            <p:nvPr/>
          </p:nvSpPr>
          <p:spPr>
            <a:xfrm>
              <a:off x="424117" y="898245"/>
              <a:ext cx="628306" cy="387090"/>
            </a:xfrm>
            <a:prstGeom prst="parallelogram">
              <a:avLst/>
            </a:prstGeom>
            <a:solidFill>
              <a:schemeClr val="accent3">
                <a:lumMod val="75000"/>
              </a:schemeClr>
            </a:solidFill>
            <a:ln>
              <a:solidFill>
                <a:schemeClr val="accent3">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CN" sz="2200" dirty="0">
                  <a:latin typeface="Impact" panose="020B0806030902050204" pitchFamily="34" charset="0"/>
                </a:rPr>
                <a:t>01</a:t>
              </a:r>
              <a:endParaRPr lang="zh-CN" altLang="en-US" sz="2200" dirty="0">
                <a:latin typeface="Impact" panose="020B0806030902050204" pitchFamily="34" charset="0"/>
              </a:endParaRPr>
            </a:p>
          </p:txBody>
        </p:sp>
        <p:sp>
          <p:nvSpPr>
            <p:cNvPr id="3" name="文本框 2">
              <a:extLst>
                <a:ext uri="{FF2B5EF4-FFF2-40B4-BE49-F238E27FC236}">
                  <a16:creationId xmlns:a16="http://schemas.microsoft.com/office/drawing/2014/main" id="{4D6BD736-A4D3-4F26-AFED-36E11F50F70B}"/>
                </a:ext>
              </a:extLst>
            </p:cNvPr>
            <p:cNvSpPr txBox="1"/>
            <p:nvPr/>
          </p:nvSpPr>
          <p:spPr>
            <a:xfrm>
              <a:off x="1052423" y="898245"/>
              <a:ext cx="5564038" cy="400110"/>
            </a:xfrm>
            <a:prstGeom prst="rect">
              <a:avLst/>
            </a:prstGeom>
            <a:noFill/>
          </p:spPr>
          <p:txBody>
            <a:bodyPr wrap="square" rtlCol="0">
              <a:spAutoFit/>
            </a:bodyPr>
            <a:lstStyle/>
            <a:p>
              <a:r>
                <a:rPr lang="zh-CN" altLang="en-US" sz="2000" b="1" dirty="0">
                  <a:solidFill>
                    <a:schemeClr val="tx1"/>
                  </a:solidFill>
                  <a:latin typeface="Arial Narrow" panose="020B0606020202030204" pitchFamily="34" charset="0"/>
                </a:rPr>
                <a:t>交换式以太网</a:t>
              </a:r>
              <a:endParaRPr lang="en-US" altLang="zh-CN" sz="2000" b="1" dirty="0">
                <a:solidFill>
                  <a:schemeClr val="tx1"/>
                </a:solidFill>
                <a:latin typeface="Arial Narrow" panose="020B0606020202030204" pitchFamily="34" charset="0"/>
              </a:endParaRPr>
            </a:p>
          </p:txBody>
        </p:sp>
      </p:grpSp>
      <p:sp>
        <p:nvSpPr>
          <p:cNvPr id="177" name="矩形 176">
            <a:extLst>
              <a:ext uri="{FF2B5EF4-FFF2-40B4-BE49-F238E27FC236}">
                <a16:creationId xmlns:a16="http://schemas.microsoft.com/office/drawing/2014/main" id="{4BC9E81E-83F3-4072-A94C-A24A3569F55C}"/>
              </a:ext>
            </a:extLst>
          </p:cNvPr>
          <p:cNvSpPr/>
          <p:nvPr/>
        </p:nvSpPr>
        <p:spPr>
          <a:xfrm>
            <a:off x="1056633" y="1335374"/>
            <a:ext cx="256976" cy="256976"/>
          </a:xfrm>
          <a:prstGeom prst="rect">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178" name="íşlïḍè">
            <a:extLst>
              <a:ext uri="{FF2B5EF4-FFF2-40B4-BE49-F238E27FC236}">
                <a16:creationId xmlns:a16="http://schemas.microsoft.com/office/drawing/2014/main" id="{0E588580-C72A-44E5-882F-88772CF8D42E}"/>
              </a:ext>
            </a:extLst>
          </p:cNvPr>
          <p:cNvSpPr txBox="1"/>
          <p:nvPr/>
        </p:nvSpPr>
        <p:spPr>
          <a:xfrm>
            <a:off x="1373861" y="1281052"/>
            <a:ext cx="10513340" cy="400111"/>
          </a:xfrm>
          <a:prstGeom prst="rect">
            <a:avLst/>
          </a:prstGeom>
          <a:noFill/>
        </p:spPr>
        <p:txBody>
          <a:bodyPr wrap="square" lIns="91440" tIns="45720" rIns="91440" bIns="45720" anchor="ctr">
            <a:noAutofit/>
          </a:bodyPr>
          <a:lstStyle/>
          <a:p>
            <a:r>
              <a:rPr lang="zh-CN" altLang="en-US" b="1" dirty="0">
                <a:latin typeface="Arial Narrow" panose="020B0606020202030204" pitchFamily="34" charset="0"/>
              </a:rPr>
              <a:t>网桥的</a:t>
            </a:r>
            <a:r>
              <a:rPr lang="zh-CN" altLang="en-US" b="1" dirty="0">
                <a:solidFill>
                  <a:schemeClr val="accent1">
                    <a:lumMod val="75000"/>
                  </a:schemeClr>
                </a:solidFill>
                <a:latin typeface="Arial Narrow" panose="020B0606020202030204" pitchFamily="34" charset="0"/>
              </a:rPr>
              <a:t>接口数量很少</a:t>
            </a:r>
            <a:r>
              <a:rPr lang="zh-CN" altLang="en-US" b="1" dirty="0">
                <a:latin typeface="Arial Narrow" panose="020B0606020202030204" pitchFamily="34" charset="0"/>
              </a:rPr>
              <a:t>，通常只有</a:t>
            </a:r>
            <a:r>
              <a:rPr lang="en-US" altLang="zh-CN" b="1" dirty="0">
                <a:latin typeface="Arial Narrow" panose="020B0606020202030204" pitchFamily="34" charset="0"/>
              </a:rPr>
              <a:t>2~4</a:t>
            </a:r>
            <a:r>
              <a:rPr lang="zh-CN" altLang="en-US" b="1" dirty="0">
                <a:latin typeface="Arial Narrow" panose="020B0606020202030204" pitchFamily="34" charset="0"/>
              </a:rPr>
              <a:t>个，一般只用来</a:t>
            </a:r>
            <a:r>
              <a:rPr lang="zh-CN" altLang="en-US" b="1" dirty="0">
                <a:solidFill>
                  <a:schemeClr val="accent1">
                    <a:lumMod val="75000"/>
                  </a:schemeClr>
                </a:solidFill>
                <a:latin typeface="Arial Narrow" panose="020B0606020202030204" pitchFamily="34" charset="0"/>
              </a:rPr>
              <a:t>连接不同的网段</a:t>
            </a:r>
            <a:r>
              <a:rPr lang="zh-CN" altLang="en-US" b="1" dirty="0">
                <a:latin typeface="Arial Narrow" panose="020B0606020202030204" pitchFamily="34" charset="0"/>
              </a:rPr>
              <a:t>。</a:t>
            </a:r>
          </a:p>
        </p:txBody>
      </p:sp>
      <p:grpSp>
        <p:nvGrpSpPr>
          <p:cNvPr id="248" name="组合 247">
            <a:extLst>
              <a:ext uri="{FF2B5EF4-FFF2-40B4-BE49-F238E27FC236}">
                <a16:creationId xmlns:a16="http://schemas.microsoft.com/office/drawing/2014/main" id="{CC7A530D-ADC9-4D6E-9899-1C281F2B36EF}"/>
              </a:ext>
            </a:extLst>
          </p:cNvPr>
          <p:cNvGrpSpPr/>
          <p:nvPr/>
        </p:nvGrpSpPr>
        <p:grpSpPr>
          <a:xfrm>
            <a:off x="1492125" y="1993260"/>
            <a:ext cx="9217850" cy="4418618"/>
            <a:chOff x="1531595" y="1763016"/>
            <a:chExt cx="9217850" cy="4418618"/>
          </a:xfrm>
        </p:grpSpPr>
        <p:sp>
          <p:nvSpPr>
            <p:cNvPr id="249" name="矩形: 圆角 248">
              <a:extLst>
                <a:ext uri="{FF2B5EF4-FFF2-40B4-BE49-F238E27FC236}">
                  <a16:creationId xmlns:a16="http://schemas.microsoft.com/office/drawing/2014/main" id="{28FC8296-1A2A-4A37-9993-94ACB19F7EE9}"/>
                </a:ext>
              </a:extLst>
            </p:cNvPr>
            <p:cNvSpPr/>
            <p:nvPr/>
          </p:nvSpPr>
          <p:spPr>
            <a:xfrm>
              <a:off x="1531595" y="1763016"/>
              <a:ext cx="9217850" cy="4418618"/>
            </a:xfrm>
            <a:prstGeom prst="roundRect">
              <a:avLst>
                <a:gd name="adj" fmla="val 11213"/>
              </a:avLst>
            </a:prstGeom>
            <a:solidFill>
              <a:schemeClr val="bg1">
                <a:lumMod val="95000"/>
              </a:schemeClr>
            </a:solidFill>
            <a:ln>
              <a:solidFill>
                <a:schemeClr val="tx1"/>
              </a:solidFill>
            </a:ln>
          </p:spPr>
          <p:style>
            <a:lnRef idx="2">
              <a:schemeClr val="accent3">
                <a:shade val="50000"/>
              </a:schemeClr>
            </a:lnRef>
            <a:fillRef idx="1">
              <a:schemeClr val="accent3"/>
            </a:fillRef>
            <a:effectRef idx="0">
              <a:schemeClr val="accent3"/>
            </a:effectRef>
            <a:fontRef idx="minor">
              <a:schemeClr val="lt1"/>
            </a:fontRef>
          </p:style>
          <p:txBody>
            <a:bodyPr rtlCol="0" anchor="ctr"/>
            <a:lstStyle/>
            <a:p>
              <a:pPr algn="ctr"/>
              <a:endParaRPr lang="zh-CN" altLang="en-US"/>
            </a:p>
          </p:txBody>
        </p:sp>
        <p:sp>
          <p:nvSpPr>
            <p:cNvPr id="250" name="文本框 249">
              <a:extLst>
                <a:ext uri="{FF2B5EF4-FFF2-40B4-BE49-F238E27FC236}">
                  <a16:creationId xmlns:a16="http://schemas.microsoft.com/office/drawing/2014/main" id="{35B57032-B7BB-468C-8B45-77FDD81ED88A}"/>
                </a:ext>
              </a:extLst>
            </p:cNvPr>
            <p:cNvSpPr txBox="1"/>
            <p:nvPr/>
          </p:nvSpPr>
          <p:spPr>
            <a:xfrm>
              <a:off x="5378767" y="1806721"/>
              <a:ext cx="1690912" cy="923330"/>
            </a:xfrm>
            <a:prstGeom prst="rect">
              <a:avLst/>
            </a:prstGeom>
            <a:noFill/>
          </p:spPr>
          <p:txBody>
            <a:bodyPr wrap="square" rtlCol="0">
              <a:spAutoFit/>
            </a:bodyPr>
            <a:lstStyle/>
            <a:p>
              <a:pPr algn="ctr"/>
              <a:r>
                <a:rPr lang="zh-CN" altLang="en-US" b="1" dirty="0">
                  <a:latin typeface="Arial Narrow" panose="020B0606020202030204" pitchFamily="34" charset="0"/>
                </a:rPr>
                <a:t>覆盖范围更大</a:t>
              </a:r>
              <a:endParaRPr lang="en-US" altLang="zh-CN" b="1" dirty="0">
                <a:latin typeface="Arial Narrow" panose="020B0606020202030204" pitchFamily="34" charset="0"/>
              </a:endParaRPr>
            </a:p>
            <a:p>
              <a:pPr algn="ctr"/>
              <a:r>
                <a:rPr lang="zh-CN" altLang="en-US" b="1" dirty="0">
                  <a:latin typeface="Arial Narrow" panose="020B0606020202030204" pitchFamily="34" charset="0"/>
                </a:rPr>
                <a:t>站点数量更多</a:t>
              </a:r>
              <a:endParaRPr lang="en-US" altLang="zh-CN" b="1" dirty="0">
                <a:latin typeface="Arial Narrow" panose="020B0606020202030204" pitchFamily="34" charset="0"/>
              </a:endParaRPr>
            </a:p>
            <a:p>
              <a:pPr algn="ctr"/>
              <a:r>
                <a:rPr lang="zh-CN" altLang="en-US" b="1" dirty="0">
                  <a:latin typeface="Arial Narrow" panose="020B0606020202030204" pitchFamily="34" charset="0"/>
                </a:rPr>
                <a:t>以太网</a:t>
              </a:r>
            </a:p>
          </p:txBody>
        </p:sp>
      </p:grpSp>
      <p:grpSp>
        <p:nvGrpSpPr>
          <p:cNvPr id="251" name="组合 250">
            <a:extLst>
              <a:ext uri="{FF2B5EF4-FFF2-40B4-BE49-F238E27FC236}">
                <a16:creationId xmlns:a16="http://schemas.microsoft.com/office/drawing/2014/main" id="{A3327528-0CF3-4BAD-A6BF-77777FA0CE67}"/>
              </a:ext>
            </a:extLst>
          </p:cNvPr>
          <p:cNvGrpSpPr/>
          <p:nvPr/>
        </p:nvGrpSpPr>
        <p:grpSpPr>
          <a:xfrm>
            <a:off x="1485829" y="1993260"/>
            <a:ext cx="3328628" cy="4418618"/>
            <a:chOff x="1525299" y="1763016"/>
            <a:chExt cx="3328628" cy="4418618"/>
          </a:xfrm>
        </p:grpSpPr>
        <p:sp>
          <p:nvSpPr>
            <p:cNvPr id="252" name="矩形: 圆角 251">
              <a:extLst>
                <a:ext uri="{FF2B5EF4-FFF2-40B4-BE49-F238E27FC236}">
                  <a16:creationId xmlns:a16="http://schemas.microsoft.com/office/drawing/2014/main" id="{36ABA0EA-63C2-4B5C-AC7F-A9FFB6449288}"/>
                </a:ext>
              </a:extLst>
            </p:cNvPr>
            <p:cNvSpPr/>
            <p:nvPr/>
          </p:nvSpPr>
          <p:spPr>
            <a:xfrm>
              <a:off x="1525299" y="1763016"/>
              <a:ext cx="3328628" cy="4418618"/>
            </a:xfrm>
            <a:prstGeom prst="roundRect">
              <a:avLst>
                <a:gd name="adj" fmla="val 15679"/>
              </a:avLst>
            </a:prstGeom>
            <a:solidFill>
              <a:schemeClr val="bg1">
                <a:lumMod val="95000"/>
              </a:schemeClr>
            </a:solidFill>
            <a:ln>
              <a:solidFill>
                <a:schemeClr val="tx1"/>
              </a:solidFill>
            </a:ln>
          </p:spPr>
          <p:style>
            <a:lnRef idx="2">
              <a:schemeClr val="accent3">
                <a:shade val="50000"/>
              </a:schemeClr>
            </a:lnRef>
            <a:fillRef idx="1">
              <a:schemeClr val="accent3"/>
            </a:fillRef>
            <a:effectRef idx="0">
              <a:schemeClr val="accent3"/>
            </a:effectRef>
            <a:fontRef idx="minor">
              <a:schemeClr val="lt1"/>
            </a:fontRef>
          </p:style>
          <p:txBody>
            <a:bodyPr rtlCol="0" anchor="ctr"/>
            <a:lstStyle/>
            <a:p>
              <a:pPr algn="ctr"/>
              <a:endParaRPr lang="zh-CN" altLang="en-US"/>
            </a:p>
          </p:txBody>
        </p:sp>
        <p:sp>
          <p:nvSpPr>
            <p:cNvPr id="253" name="文本框 252">
              <a:extLst>
                <a:ext uri="{FF2B5EF4-FFF2-40B4-BE49-F238E27FC236}">
                  <a16:creationId xmlns:a16="http://schemas.microsoft.com/office/drawing/2014/main" id="{AFE9F63C-F669-4970-8332-50B2A1674FDB}"/>
                </a:ext>
              </a:extLst>
            </p:cNvPr>
            <p:cNvSpPr txBox="1"/>
            <p:nvPr/>
          </p:nvSpPr>
          <p:spPr>
            <a:xfrm>
              <a:off x="2466648" y="1768119"/>
              <a:ext cx="1690912" cy="646331"/>
            </a:xfrm>
            <a:prstGeom prst="rect">
              <a:avLst/>
            </a:prstGeom>
            <a:noFill/>
          </p:spPr>
          <p:txBody>
            <a:bodyPr wrap="square" rtlCol="0">
              <a:spAutoFit/>
            </a:bodyPr>
            <a:lstStyle/>
            <a:p>
              <a:pPr algn="ctr"/>
              <a:r>
                <a:rPr lang="zh-CN" altLang="en-US" b="1" dirty="0">
                  <a:latin typeface="Arial Narrow" panose="020B0606020202030204" pitchFamily="34" charset="0"/>
                </a:rPr>
                <a:t>碰撞域</a:t>
              </a:r>
              <a:endParaRPr lang="en-US" altLang="zh-CN" b="1" dirty="0">
                <a:latin typeface="Arial Narrow" panose="020B0606020202030204" pitchFamily="34" charset="0"/>
              </a:endParaRPr>
            </a:p>
            <a:p>
              <a:pPr algn="ctr"/>
              <a:r>
                <a:rPr lang="zh-CN" altLang="en-US" b="1" dirty="0">
                  <a:latin typeface="Arial Narrow" panose="020B0606020202030204" pitchFamily="34" charset="0"/>
                </a:rPr>
                <a:t>网段（</a:t>
              </a:r>
              <a:r>
                <a:rPr lang="en-US" altLang="zh-CN" b="1" dirty="0">
                  <a:latin typeface="Arial Narrow" panose="020B0606020202030204" pitchFamily="34" charset="0"/>
                </a:rPr>
                <a:t>Segment</a:t>
              </a:r>
              <a:r>
                <a:rPr lang="zh-CN" altLang="en-US" b="1" dirty="0">
                  <a:latin typeface="Arial Narrow" panose="020B0606020202030204" pitchFamily="34" charset="0"/>
                </a:rPr>
                <a:t>）</a:t>
              </a:r>
            </a:p>
          </p:txBody>
        </p:sp>
      </p:grpSp>
      <p:grpSp>
        <p:nvGrpSpPr>
          <p:cNvPr id="254" name="组合 253">
            <a:extLst>
              <a:ext uri="{FF2B5EF4-FFF2-40B4-BE49-F238E27FC236}">
                <a16:creationId xmlns:a16="http://schemas.microsoft.com/office/drawing/2014/main" id="{5E22C923-038D-4315-AEDD-BADEE9BC3DEB}"/>
              </a:ext>
            </a:extLst>
          </p:cNvPr>
          <p:cNvGrpSpPr/>
          <p:nvPr/>
        </p:nvGrpSpPr>
        <p:grpSpPr>
          <a:xfrm>
            <a:off x="7387925" y="1993260"/>
            <a:ext cx="3328628" cy="4418618"/>
            <a:chOff x="1525299" y="1763016"/>
            <a:chExt cx="3328628" cy="4418618"/>
          </a:xfrm>
        </p:grpSpPr>
        <p:sp>
          <p:nvSpPr>
            <p:cNvPr id="255" name="矩形: 圆角 254">
              <a:extLst>
                <a:ext uri="{FF2B5EF4-FFF2-40B4-BE49-F238E27FC236}">
                  <a16:creationId xmlns:a16="http://schemas.microsoft.com/office/drawing/2014/main" id="{F3CC9C63-E3F6-4449-BD96-058AEF44A005}"/>
                </a:ext>
              </a:extLst>
            </p:cNvPr>
            <p:cNvSpPr/>
            <p:nvPr/>
          </p:nvSpPr>
          <p:spPr>
            <a:xfrm>
              <a:off x="1525299" y="1763016"/>
              <a:ext cx="3328628" cy="4418618"/>
            </a:xfrm>
            <a:prstGeom prst="roundRect">
              <a:avLst>
                <a:gd name="adj" fmla="val 15679"/>
              </a:avLst>
            </a:prstGeom>
            <a:solidFill>
              <a:schemeClr val="bg1">
                <a:lumMod val="95000"/>
              </a:schemeClr>
            </a:solidFill>
            <a:ln>
              <a:solidFill>
                <a:schemeClr val="tx1"/>
              </a:solidFill>
            </a:ln>
          </p:spPr>
          <p:style>
            <a:lnRef idx="2">
              <a:schemeClr val="accent3">
                <a:shade val="50000"/>
              </a:schemeClr>
            </a:lnRef>
            <a:fillRef idx="1">
              <a:schemeClr val="accent3"/>
            </a:fillRef>
            <a:effectRef idx="0">
              <a:schemeClr val="accent3"/>
            </a:effectRef>
            <a:fontRef idx="minor">
              <a:schemeClr val="lt1"/>
            </a:fontRef>
          </p:style>
          <p:txBody>
            <a:bodyPr rtlCol="0" anchor="ctr"/>
            <a:lstStyle/>
            <a:p>
              <a:pPr algn="ctr"/>
              <a:endParaRPr lang="zh-CN" altLang="en-US"/>
            </a:p>
          </p:txBody>
        </p:sp>
        <p:sp>
          <p:nvSpPr>
            <p:cNvPr id="256" name="文本框 255">
              <a:extLst>
                <a:ext uri="{FF2B5EF4-FFF2-40B4-BE49-F238E27FC236}">
                  <a16:creationId xmlns:a16="http://schemas.microsoft.com/office/drawing/2014/main" id="{D35BA1F7-3DAB-462C-B799-E7F8530286C9}"/>
                </a:ext>
              </a:extLst>
            </p:cNvPr>
            <p:cNvSpPr txBox="1"/>
            <p:nvPr/>
          </p:nvSpPr>
          <p:spPr>
            <a:xfrm>
              <a:off x="2466648" y="1768119"/>
              <a:ext cx="1690912" cy="646331"/>
            </a:xfrm>
            <a:prstGeom prst="rect">
              <a:avLst/>
            </a:prstGeom>
            <a:noFill/>
          </p:spPr>
          <p:txBody>
            <a:bodyPr wrap="square" rtlCol="0">
              <a:spAutoFit/>
            </a:bodyPr>
            <a:lstStyle/>
            <a:p>
              <a:pPr algn="ctr"/>
              <a:r>
                <a:rPr lang="zh-CN" altLang="en-US" b="1" dirty="0">
                  <a:latin typeface="Arial Narrow" panose="020B0606020202030204" pitchFamily="34" charset="0"/>
                </a:rPr>
                <a:t>碰撞域</a:t>
              </a:r>
              <a:endParaRPr lang="en-US" altLang="zh-CN" b="1" dirty="0">
                <a:latin typeface="Arial Narrow" panose="020B0606020202030204" pitchFamily="34" charset="0"/>
              </a:endParaRPr>
            </a:p>
            <a:p>
              <a:pPr algn="ctr"/>
              <a:r>
                <a:rPr lang="zh-CN" altLang="en-US" b="1" dirty="0">
                  <a:latin typeface="Arial Narrow" panose="020B0606020202030204" pitchFamily="34" charset="0"/>
                </a:rPr>
                <a:t>网段（</a:t>
              </a:r>
              <a:r>
                <a:rPr lang="en-US" altLang="zh-CN" b="1" dirty="0">
                  <a:latin typeface="Arial Narrow" panose="020B0606020202030204" pitchFamily="34" charset="0"/>
                </a:rPr>
                <a:t>Segment</a:t>
              </a:r>
              <a:r>
                <a:rPr lang="zh-CN" altLang="en-US" b="1" dirty="0">
                  <a:latin typeface="Arial Narrow" panose="020B0606020202030204" pitchFamily="34" charset="0"/>
                </a:rPr>
                <a:t>）</a:t>
              </a:r>
            </a:p>
          </p:txBody>
        </p:sp>
      </p:grpSp>
      <p:cxnSp>
        <p:nvCxnSpPr>
          <p:cNvPr id="257" name="直接连接符 256">
            <a:extLst>
              <a:ext uri="{FF2B5EF4-FFF2-40B4-BE49-F238E27FC236}">
                <a16:creationId xmlns:a16="http://schemas.microsoft.com/office/drawing/2014/main" id="{A8B00055-77AE-4365-A7F6-E0A89F0BE17E}"/>
              </a:ext>
            </a:extLst>
          </p:cNvPr>
          <p:cNvCxnSpPr>
            <a:cxnSpLocks/>
          </p:cNvCxnSpPr>
          <p:nvPr/>
        </p:nvCxnSpPr>
        <p:spPr>
          <a:xfrm>
            <a:off x="3416320" y="4481687"/>
            <a:ext cx="2583197"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58" name="直接连接符 257">
            <a:extLst>
              <a:ext uri="{FF2B5EF4-FFF2-40B4-BE49-F238E27FC236}">
                <a16:creationId xmlns:a16="http://schemas.microsoft.com/office/drawing/2014/main" id="{9AEED525-FD38-4153-9A82-09C3F0382A8C}"/>
              </a:ext>
            </a:extLst>
          </p:cNvPr>
          <p:cNvCxnSpPr>
            <a:cxnSpLocks/>
          </p:cNvCxnSpPr>
          <p:nvPr/>
        </p:nvCxnSpPr>
        <p:spPr>
          <a:xfrm>
            <a:off x="6160247" y="4481687"/>
            <a:ext cx="2583197"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grpSp>
        <p:nvGrpSpPr>
          <p:cNvPr id="259" name="组合 258">
            <a:extLst>
              <a:ext uri="{FF2B5EF4-FFF2-40B4-BE49-F238E27FC236}">
                <a16:creationId xmlns:a16="http://schemas.microsoft.com/office/drawing/2014/main" id="{97045286-E9FC-497C-BBD8-743ECE85FE89}"/>
              </a:ext>
            </a:extLst>
          </p:cNvPr>
          <p:cNvGrpSpPr/>
          <p:nvPr/>
        </p:nvGrpSpPr>
        <p:grpSpPr>
          <a:xfrm>
            <a:off x="1543291" y="2738364"/>
            <a:ext cx="2176953" cy="3466250"/>
            <a:chOff x="1582761" y="2975188"/>
            <a:chExt cx="2176953" cy="3466250"/>
          </a:xfrm>
        </p:grpSpPr>
        <p:cxnSp>
          <p:nvCxnSpPr>
            <p:cNvPr id="260" name="直接连接符 259">
              <a:extLst>
                <a:ext uri="{FF2B5EF4-FFF2-40B4-BE49-F238E27FC236}">
                  <a16:creationId xmlns:a16="http://schemas.microsoft.com/office/drawing/2014/main" id="{83D7E7F9-D8C6-47D7-8ECA-A0E28BA47EFB}"/>
                </a:ext>
              </a:extLst>
            </p:cNvPr>
            <p:cNvCxnSpPr/>
            <p:nvPr/>
          </p:nvCxnSpPr>
          <p:spPr>
            <a:xfrm flipV="1">
              <a:off x="3429788" y="3570779"/>
              <a:ext cx="0" cy="2519534"/>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61" name="直接连接符 260">
              <a:extLst>
                <a:ext uri="{FF2B5EF4-FFF2-40B4-BE49-F238E27FC236}">
                  <a16:creationId xmlns:a16="http://schemas.microsoft.com/office/drawing/2014/main" id="{B0D97814-8FCF-4B77-9075-80BE35DF8926}"/>
                </a:ext>
              </a:extLst>
            </p:cNvPr>
            <p:cNvCxnSpPr/>
            <p:nvPr/>
          </p:nvCxnSpPr>
          <p:spPr>
            <a:xfrm flipH="1">
              <a:off x="2197042" y="4718838"/>
              <a:ext cx="1232746"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pic>
          <p:nvPicPr>
            <p:cNvPr id="262" name="图片 261" descr="文本&#10;&#10;描述已自动生成">
              <a:extLst>
                <a:ext uri="{FF2B5EF4-FFF2-40B4-BE49-F238E27FC236}">
                  <a16:creationId xmlns:a16="http://schemas.microsoft.com/office/drawing/2014/main" id="{CAA72F0B-B827-4B47-854A-E1D5867DF690}"/>
                </a:ext>
              </a:extLst>
            </p:cNvPr>
            <p:cNvPicPr>
              <a:picLocks noChangeAspect="1"/>
            </p:cNvPicPr>
            <p:nvPr/>
          </p:nvPicPr>
          <p:blipFill>
            <a:blip r:embed="rId3">
              <a:extLst>
                <a:ext uri="{28A0092B-C50C-407E-A947-70E740481C1C}">
                  <a14:useLocalDpi xmlns:a14="http://schemas.microsoft.com/office/drawing/2010/main" val="0"/>
                </a:ext>
              </a:extLst>
            </a:blip>
            <a:stretch>
              <a:fillRect/>
            </a:stretch>
          </p:blipFill>
          <p:spPr>
            <a:xfrm>
              <a:off x="3152753" y="4459926"/>
              <a:ext cx="589727" cy="552869"/>
            </a:xfrm>
            <a:prstGeom prst="rect">
              <a:avLst/>
            </a:prstGeom>
          </p:spPr>
        </p:pic>
        <p:sp>
          <p:nvSpPr>
            <p:cNvPr id="263" name="文本框 262">
              <a:extLst>
                <a:ext uri="{FF2B5EF4-FFF2-40B4-BE49-F238E27FC236}">
                  <a16:creationId xmlns:a16="http://schemas.microsoft.com/office/drawing/2014/main" id="{3BD21E28-478C-4874-BCF6-EF9481D3FD4B}"/>
                </a:ext>
              </a:extLst>
            </p:cNvPr>
            <p:cNvSpPr txBox="1"/>
            <p:nvPr/>
          </p:nvSpPr>
          <p:spPr>
            <a:xfrm>
              <a:off x="2410114" y="4881955"/>
              <a:ext cx="918385" cy="369332"/>
            </a:xfrm>
            <a:prstGeom prst="rect">
              <a:avLst/>
            </a:prstGeom>
            <a:noFill/>
          </p:spPr>
          <p:txBody>
            <a:bodyPr wrap="square" rtlCol="0">
              <a:spAutoFit/>
            </a:bodyPr>
            <a:lstStyle/>
            <a:p>
              <a:pPr algn="ctr"/>
              <a:r>
                <a:rPr lang="zh-CN" altLang="en-US" b="1" dirty="0">
                  <a:latin typeface="+mn-ea"/>
                </a:rPr>
                <a:t>集线器</a:t>
              </a:r>
            </a:p>
          </p:txBody>
        </p:sp>
        <p:grpSp>
          <p:nvGrpSpPr>
            <p:cNvPr id="264" name="组合 263">
              <a:extLst>
                <a:ext uri="{FF2B5EF4-FFF2-40B4-BE49-F238E27FC236}">
                  <a16:creationId xmlns:a16="http://schemas.microsoft.com/office/drawing/2014/main" id="{7C3FEF4C-5C74-45E9-ADAD-42FFC828EA3F}"/>
                </a:ext>
              </a:extLst>
            </p:cNvPr>
            <p:cNvGrpSpPr/>
            <p:nvPr/>
          </p:nvGrpSpPr>
          <p:grpSpPr>
            <a:xfrm>
              <a:off x="3070879" y="2975188"/>
              <a:ext cx="688835" cy="666249"/>
              <a:chOff x="3393222" y="2975188"/>
              <a:chExt cx="688835" cy="666249"/>
            </a:xfrm>
          </p:grpSpPr>
          <p:pic>
            <p:nvPicPr>
              <p:cNvPr id="271" name="图形 10">
                <a:extLst>
                  <a:ext uri="{FF2B5EF4-FFF2-40B4-BE49-F238E27FC236}">
                    <a16:creationId xmlns:a16="http://schemas.microsoft.com/office/drawing/2014/main" id="{926159E9-BBDB-479A-8B6E-70E45054A6A4}"/>
                  </a:ext>
                </a:extLst>
              </p:cNvPr>
              <p:cNvPicPr>
                <a:picLocks noChangeAspect="1"/>
              </p:cNvPicPr>
              <p:nvPr/>
            </p:nvPicPr>
            <p:blipFill>
              <a:blip r:embed="rId4">
                <a:extLst>
                  <a:ext uri="{28A0092B-C50C-407E-A947-70E740481C1C}">
                    <a14:useLocalDpi xmlns:a14="http://schemas.microsoft.com/office/drawing/2010/main" val="0"/>
                  </a:ext>
                  <a:ext uri="{96DAC541-7B7A-43D3-8B79-37D633B846F1}">
                    <asvg:svgBlip xmlns:asvg="http://schemas.microsoft.com/office/drawing/2016/SVG/main" r:embed="rId5"/>
                  </a:ext>
                </a:extLst>
              </a:blip>
              <a:stretch>
                <a:fillRect/>
              </a:stretch>
            </p:blipFill>
            <p:spPr>
              <a:xfrm>
                <a:off x="3393222" y="2975188"/>
                <a:ext cx="688835" cy="666249"/>
              </a:xfrm>
              <a:prstGeom prst="rect">
                <a:avLst/>
              </a:prstGeom>
            </p:spPr>
          </p:pic>
          <p:sp>
            <p:nvSpPr>
              <p:cNvPr id="272" name="文本框 271">
                <a:extLst>
                  <a:ext uri="{FF2B5EF4-FFF2-40B4-BE49-F238E27FC236}">
                    <a16:creationId xmlns:a16="http://schemas.microsoft.com/office/drawing/2014/main" id="{E55C3ADD-93C2-4AA5-83B4-720CCD7306B7}"/>
                  </a:ext>
                </a:extLst>
              </p:cNvPr>
              <p:cNvSpPr txBox="1"/>
              <p:nvPr/>
            </p:nvSpPr>
            <p:spPr>
              <a:xfrm>
                <a:off x="3680202" y="3014092"/>
                <a:ext cx="388699" cy="400110"/>
              </a:xfrm>
              <a:prstGeom prst="rect">
                <a:avLst/>
              </a:prstGeom>
              <a:noFill/>
            </p:spPr>
            <p:txBody>
              <a:bodyPr wrap="square">
                <a:spAutoFit/>
              </a:bodyPr>
              <a:lstStyle/>
              <a:p>
                <a:pPr algn="ctr"/>
                <a:r>
                  <a:rPr lang="en-US" altLang="zh-CN" sz="2000" b="1" dirty="0">
                    <a:solidFill>
                      <a:schemeClr val="bg1"/>
                    </a:solidFill>
                  </a:rPr>
                  <a:t>B</a:t>
                </a:r>
                <a:endParaRPr lang="zh-CN" altLang="en-US" sz="2000" dirty="0">
                  <a:solidFill>
                    <a:schemeClr val="bg1"/>
                  </a:solidFill>
                </a:endParaRPr>
              </a:p>
            </p:txBody>
          </p:sp>
        </p:grpSp>
        <p:grpSp>
          <p:nvGrpSpPr>
            <p:cNvPr id="265" name="组合 264">
              <a:extLst>
                <a:ext uri="{FF2B5EF4-FFF2-40B4-BE49-F238E27FC236}">
                  <a16:creationId xmlns:a16="http://schemas.microsoft.com/office/drawing/2014/main" id="{F86EB163-80DB-493C-A740-088A5491DA47}"/>
                </a:ext>
              </a:extLst>
            </p:cNvPr>
            <p:cNvGrpSpPr/>
            <p:nvPr/>
          </p:nvGrpSpPr>
          <p:grpSpPr>
            <a:xfrm>
              <a:off x="1582761" y="4226630"/>
              <a:ext cx="688835" cy="666249"/>
              <a:chOff x="3393222" y="2975188"/>
              <a:chExt cx="688835" cy="666249"/>
            </a:xfrm>
          </p:grpSpPr>
          <p:pic>
            <p:nvPicPr>
              <p:cNvPr id="269" name="图形 10">
                <a:extLst>
                  <a:ext uri="{FF2B5EF4-FFF2-40B4-BE49-F238E27FC236}">
                    <a16:creationId xmlns:a16="http://schemas.microsoft.com/office/drawing/2014/main" id="{8B756753-7F18-44D7-8BF0-7C2E5C64A287}"/>
                  </a:ext>
                </a:extLst>
              </p:cNvPr>
              <p:cNvPicPr>
                <a:picLocks noChangeAspect="1"/>
              </p:cNvPicPr>
              <p:nvPr/>
            </p:nvPicPr>
            <p:blipFill>
              <a:blip r:embed="rId4">
                <a:extLst>
                  <a:ext uri="{28A0092B-C50C-407E-A947-70E740481C1C}">
                    <a14:useLocalDpi xmlns:a14="http://schemas.microsoft.com/office/drawing/2010/main" val="0"/>
                  </a:ext>
                  <a:ext uri="{96DAC541-7B7A-43D3-8B79-37D633B846F1}">
                    <asvg:svgBlip xmlns:asvg="http://schemas.microsoft.com/office/drawing/2016/SVG/main" r:embed="rId5"/>
                  </a:ext>
                </a:extLst>
              </a:blip>
              <a:stretch>
                <a:fillRect/>
              </a:stretch>
            </p:blipFill>
            <p:spPr>
              <a:xfrm>
                <a:off x="3393222" y="2975188"/>
                <a:ext cx="688835" cy="666249"/>
              </a:xfrm>
              <a:prstGeom prst="rect">
                <a:avLst/>
              </a:prstGeom>
            </p:spPr>
          </p:pic>
          <p:sp>
            <p:nvSpPr>
              <p:cNvPr id="270" name="文本框 269">
                <a:extLst>
                  <a:ext uri="{FF2B5EF4-FFF2-40B4-BE49-F238E27FC236}">
                    <a16:creationId xmlns:a16="http://schemas.microsoft.com/office/drawing/2014/main" id="{DF203EC9-460E-4437-821E-4E6E040DDE31}"/>
                  </a:ext>
                </a:extLst>
              </p:cNvPr>
              <p:cNvSpPr txBox="1"/>
              <p:nvPr/>
            </p:nvSpPr>
            <p:spPr>
              <a:xfrm>
                <a:off x="3680202" y="3014092"/>
                <a:ext cx="388699" cy="400110"/>
              </a:xfrm>
              <a:prstGeom prst="rect">
                <a:avLst/>
              </a:prstGeom>
              <a:noFill/>
            </p:spPr>
            <p:txBody>
              <a:bodyPr wrap="square">
                <a:spAutoFit/>
              </a:bodyPr>
              <a:lstStyle/>
              <a:p>
                <a:pPr algn="ctr"/>
                <a:r>
                  <a:rPr lang="en-US" altLang="zh-CN" sz="2000" b="1" dirty="0">
                    <a:solidFill>
                      <a:schemeClr val="bg1"/>
                    </a:solidFill>
                  </a:rPr>
                  <a:t>A</a:t>
                </a:r>
                <a:endParaRPr lang="zh-CN" altLang="en-US" sz="2000" dirty="0">
                  <a:solidFill>
                    <a:schemeClr val="bg1"/>
                  </a:solidFill>
                </a:endParaRPr>
              </a:p>
            </p:txBody>
          </p:sp>
        </p:grpSp>
        <p:grpSp>
          <p:nvGrpSpPr>
            <p:cNvPr id="266" name="组合 265">
              <a:extLst>
                <a:ext uri="{FF2B5EF4-FFF2-40B4-BE49-F238E27FC236}">
                  <a16:creationId xmlns:a16="http://schemas.microsoft.com/office/drawing/2014/main" id="{539B2582-D4CE-4399-98F2-682B63DF1460}"/>
                </a:ext>
              </a:extLst>
            </p:cNvPr>
            <p:cNvGrpSpPr/>
            <p:nvPr/>
          </p:nvGrpSpPr>
          <p:grpSpPr>
            <a:xfrm>
              <a:off x="2999378" y="5775189"/>
              <a:ext cx="688835" cy="666249"/>
              <a:chOff x="3393222" y="2975188"/>
              <a:chExt cx="688835" cy="666249"/>
            </a:xfrm>
          </p:grpSpPr>
          <p:pic>
            <p:nvPicPr>
              <p:cNvPr id="267" name="图形 10">
                <a:extLst>
                  <a:ext uri="{FF2B5EF4-FFF2-40B4-BE49-F238E27FC236}">
                    <a16:creationId xmlns:a16="http://schemas.microsoft.com/office/drawing/2014/main" id="{7658125E-8D03-4FA8-9024-58249BE8292D}"/>
                  </a:ext>
                </a:extLst>
              </p:cNvPr>
              <p:cNvPicPr>
                <a:picLocks noChangeAspect="1"/>
              </p:cNvPicPr>
              <p:nvPr/>
            </p:nvPicPr>
            <p:blipFill>
              <a:blip r:embed="rId4">
                <a:extLst>
                  <a:ext uri="{28A0092B-C50C-407E-A947-70E740481C1C}">
                    <a14:useLocalDpi xmlns:a14="http://schemas.microsoft.com/office/drawing/2010/main" val="0"/>
                  </a:ext>
                  <a:ext uri="{96DAC541-7B7A-43D3-8B79-37D633B846F1}">
                    <asvg:svgBlip xmlns:asvg="http://schemas.microsoft.com/office/drawing/2016/SVG/main" r:embed="rId5"/>
                  </a:ext>
                </a:extLst>
              </a:blip>
              <a:stretch>
                <a:fillRect/>
              </a:stretch>
            </p:blipFill>
            <p:spPr>
              <a:xfrm>
                <a:off x="3393222" y="2975188"/>
                <a:ext cx="688835" cy="666249"/>
              </a:xfrm>
              <a:prstGeom prst="rect">
                <a:avLst/>
              </a:prstGeom>
            </p:spPr>
          </p:pic>
          <p:sp>
            <p:nvSpPr>
              <p:cNvPr id="268" name="文本框 267">
                <a:extLst>
                  <a:ext uri="{FF2B5EF4-FFF2-40B4-BE49-F238E27FC236}">
                    <a16:creationId xmlns:a16="http://schemas.microsoft.com/office/drawing/2014/main" id="{FDE448CA-28F4-4D9B-8139-9EF22090C41F}"/>
                  </a:ext>
                </a:extLst>
              </p:cNvPr>
              <p:cNvSpPr txBox="1"/>
              <p:nvPr/>
            </p:nvSpPr>
            <p:spPr>
              <a:xfrm>
                <a:off x="3680202" y="3014092"/>
                <a:ext cx="388699" cy="400110"/>
              </a:xfrm>
              <a:prstGeom prst="rect">
                <a:avLst/>
              </a:prstGeom>
              <a:noFill/>
            </p:spPr>
            <p:txBody>
              <a:bodyPr wrap="square">
                <a:spAutoFit/>
              </a:bodyPr>
              <a:lstStyle/>
              <a:p>
                <a:pPr algn="ctr"/>
                <a:r>
                  <a:rPr lang="en-US" altLang="zh-CN" sz="2000" b="1" dirty="0">
                    <a:solidFill>
                      <a:schemeClr val="bg1"/>
                    </a:solidFill>
                  </a:rPr>
                  <a:t>C</a:t>
                </a:r>
                <a:endParaRPr lang="zh-CN" altLang="en-US" sz="2000" dirty="0">
                  <a:solidFill>
                    <a:schemeClr val="bg1"/>
                  </a:solidFill>
                </a:endParaRPr>
              </a:p>
            </p:txBody>
          </p:sp>
        </p:grpSp>
      </p:grpSp>
      <p:grpSp>
        <p:nvGrpSpPr>
          <p:cNvPr id="273" name="组合 272">
            <a:extLst>
              <a:ext uri="{FF2B5EF4-FFF2-40B4-BE49-F238E27FC236}">
                <a16:creationId xmlns:a16="http://schemas.microsoft.com/office/drawing/2014/main" id="{74785C2D-BFEE-4DBC-AA24-FDE97028C3AB}"/>
              </a:ext>
            </a:extLst>
          </p:cNvPr>
          <p:cNvGrpSpPr/>
          <p:nvPr/>
        </p:nvGrpSpPr>
        <p:grpSpPr>
          <a:xfrm>
            <a:off x="7688148" y="2738364"/>
            <a:ext cx="2926209" cy="3466250"/>
            <a:chOff x="7727618" y="2975188"/>
            <a:chExt cx="2926209" cy="3466250"/>
          </a:xfrm>
        </p:grpSpPr>
        <p:cxnSp>
          <p:nvCxnSpPr>
            <p:cNvPr id="274" name="直接连接符 273">
              <a:extLst>
                <a:ext uri="{FF2B5EF4-FFF2-40B4-BE49-F238E27FC236}">
                  <a16:creationId xmlns:a16="http://schemas.microsoft.com/office/drawing/2014/main" id="{937778D0-8BB0-47BA-8F81-3BCE1AB40826}"/>
                </a:ext>
              </a:extLst>
            </p:cNvPr>
            <p:cNvCxnSpPr/>
            <p:nvPr/>
          </p:nvCxnSpPr>
          <p:spPr>
            <a:xfrm flipV="1">
              <a:off x="8747292" y="3570779"/>
              <a:ext cx="0" cy="2519534"/>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75" name="直接连接符 274">
              <a:extLst>
                <a:ext uri="{FF2B5EF4-FFF2-40B4-BE49-F238E27FC236}">
                  <a16:creationId xmlns:a16="http://schemas.microsoft.com/office/drawing/2014/main" id="{4C80FA3D-F32E-4C4A-ABA8-A458DF3B11F5}"/>
                </a:ext>
              </a:extLst>
            </p:cNvPr>
            <p:cNvCxnSpPr>
              <a:cxnSpLocks/>
            </p:cNvCxnSpPr>
            <p:nvPr/>
          </p:nvCxnSpPr>
          <p:spPr>
            <a:xfrm flipH="1">
              <a:off x="9001267" y="4718511"/>
              <a:ext cx="1232746"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pic>
          <p:nvPicPr>
            <p:cNvPr id="276" name="图片 275" descr="文本&#10;&#10;描述已自动生成">
              <a:extLst>
                <a:ext uri="{FF2B5EF4-FFF2-40B4-BE49-F238E27FC236}">
                  <a16:creationId xmlns:a16="http://schemas.microsoft.com/office/drawing/2014/main" id="{7F4854E7-F45F-43C8-AAB0-942CA2976099}"/>
                </a:ext>
              </a:extLst>
            </p:cNvPr>
            <p:cNvPicPr>
              <a:picLocks noChangeAspect="1"/>
            </p:cNvPicPr>
            <p:nvPr/>
          </p:nvPicPr>
          <p:blipFill>
            <a:blip r:embed="rId3">
              <a:extLst>
                <a:ext uri="{28A0092B-C50C-407E-A947-70E740481C1C}">
                  <a14:useLocalDpi xmlns:a14="http://schemas.microsoft.com/office/drawing/2010/main" val="0"/>
                </a:ext>
              </a:extLst>
            </a:blip>
            <a:stretch>
              <a:fillRect/>
            </a:stretch>
          </p:blipFill>
          <p:spPr>
            <a:xfrm>
              <a:off x="8470257" y="4459926"/>
              <a:ext cx="589727" cy="552869"/>
            </a:xfrm>
            <a:prstGeom prst="rect">
              <a:avLst/>
            </a:prstGeom>
          </p:spPr>
        </p:pic>
        <p:sp>
          <p:nvSpPr>
            <p:cNvPr id="277" name="文本框 276">
              <a:extLst>
                <a:ext uri="{FF2B5EF4-FFF2-40B4-BE49-F238E27FC236}">
                  <a16:creationId xmlns:a16="http://schemas.microsoft.com/office/drawing/2014/main" id="{B44B08EB-C588-4205-82F9-D41EDE4D0BC2}"/>
                </a:ext>
              </a:extLst>
            </p:cNvPr>
            <p:cNvSpPr txBox="1"/>
            <p:nvPr/>
          </p:nvSpPr>
          <p:spPr>
            <a:xfrm>
              <a:off x="7727618" y="4881955"/>
              <a:ext cx="918385" cy="369332"/>
            </a:xfrm>
            <a:prstGeom prst="rect">
              <a:avLst/>
            </a:prstGeom>
            <a:noFill/>
          </p:spPr>
          <p:txBody>
            <a:bodyPr wrap="square" rtlCol="0">
              <a:spAutoFit/>
            </a:bodyPr>
            <a:lstStyle/>
            <a:p>
              <a:pPr algn="ctr"/>
              <a:r>
                <a:rPr lang="zh-CN" altLang="en-US" b="1" dirty="0">
                  <a:latin typeface="+mn-ea"/>
                </a:rPr>
                <a:t>集线器</a:t>
              </a:r>
            </a:p>
          </p:txBody>
        </p:sp>
        <p:grpSp>
          <p:nvGrpSpPr>
            <p:cNvPr id="278" name="组合 277">
              <a:extLst>
                <a:ext uri="{FF2B5EF4-FFF2-40B4-BE49-F238E27FC236}">
                  <a16:creationId xmlns:a16="http://schemas.microsoft.com/office/drawing/2014/main" id="{A0F65238-011E-4B5A-BD69-E521323528C7}"/>
                </a:ext>
              </a:extLst>
            </p:cNvPr>
            <p:cNvGrpSpPr/>
            <p:nvPr/>
          </p:nvGrpSpPr>
          <p:grpSpPr>
            <a:xfrm>
              <a:off x="8402874" y="2975188"/>
              <a:ext cx="688835" cy="666249"/>
              <a:chOff x="3393222" y="2975188"/>
              <a:chExt cx="688835" cy="666249"/>
            </a:xfrm>
          </p:grpSpPr>
          <p:pic>
            <p:nvPicPr>
              <p:cNvPr id="285" name="图形 10">
                <a:extLst>
                  <a:ext uri="{FF2B5EF4-FFF2-40B4-BE49-F238E27FC236}">
                    <a16:creationId xmlns:a16="http://schemas.microsoft.com/office/drawing/2014/main" id="{0D9843EC-FA58-46B4-9AF8-EE338DA1F7CD}"/>
                  </a:ext>
                </a:extLst>
              </p:cNvPr>
              <p:cNvPicPr>
                <a:picLocks noChangeAspect="1"/>
              </p:cNvPicPr>
              <p:nvPr/>
            </p:nvPicPr>
            <p:blipFill>
              <a:blip r:embed="rId4">
                <a:extLst>
                  <a:ext uri="{28A0092B-C50C-407E-A947-70E740481C1C}">
                    <a14:useLocalDpi xmlns:a14="http://schemas.microsoft.com/office/drawing/2010/main" val="0"/>
                  </a:ext>
                  <a:ext uri="{96DAC541-7B7A-43D3-8B79-37D633B846F1}">
                    <asvg:svgBlip xmlns:asvg="http://schemas.microsoft.com/office/drawing/2016/SVG/main" r:embed="rId5"/>
                  </a:ext>
                </a:extLst>
              </a:blip>
              <a:stretch>
                <a:fillRect/>
              </a:stretch>
            </p:blipFill>
            <p:spPr>
              <a:xfrm>
                <a:off x="3393222" y="2975188"/>
                <a:ext cx="688835" cy="666249"/>
              </a:xfrm>
              <a:prstGeom prst="rect">
                <a:avLst/>
              </a:prstGeom>
            </p:spPr>
          </p:pic>
          <p:sp>
            <p:nvSpPr>
              <p:cNvPr id="286" name="文本框 285">
                <a:extLst>
                  <a:ext uri="{FF2B5EF4-FFF2-40B4-BE49-F238E27FC236}">
                    <a16:creationId xmlns:a16="http://schemas.microsoft.com/office/drawing/2014/main" id="{FC416F48-9204-4D1E-9040-0C2C54BD3217}"/>
                  </a:ext>
                </a:extLst>
              </p:cNvPr>
              <p:cNvSpPr txBox="1"/>
              <p:nvPr/>
            </p:nvSpPr>
            <p:spPr>
              <a:xfrm>
                <a:off x="3680202" y="3014092"/>
                <a:ext cx="388699" cy="400110"/>
              </a:xfrm>
              <a:prstGeom prst="rect">
                <a:avLst/>
              </a:prstGeom>
              <a:noFill/>
            </p:spPr>
            <p:txBody>
              <a:bodyPr wrap="square">
                <a:spAutoFit/>
              </a:bodyPr>
              <a:lstStyle/>
              <a:p>
                <a:pPr algn="ctr"/>
                <a:r>
                  <a:rPr lang="en-US" altLang="zh-CN" sz="2000" b="1" dirty="0">
                    <a:solidFill>
                      <a:schemeClr val="bg1"/>
                    </a:solidFill>
                  </a:rPr>
                  <a:t>D</a:t>
                </a:r>
                <a:endParaRPr lang="zh-CN" altLang="en-US" sz="2000" dirty="0">
                  <a:solidFill>
                    <a:schemeClr val="bg1"/>
                  </a:solidFill>
                </a:endParaRPr>
              </a:p>
            </p:txBody>
          </p:sp>
        </p:grpSp>
        <p:grpSp>
          <p:nvGrpSpPr>
            <p:cNvPr id="279" name="组合 278">
              <a:extLst>
                <a:ext uri="{FF2B5EF4-FFF2-40B4-BE49-F238E27FC236}">
                  <a16:creationId xmlns:a16="http://schemas.microsoft.com/office/drawing/2014/main" id="{DE9AD603-7652-417D-AC7C-96664B36695F}"/>
                </a:ext>
              </a:extLst>
            </p:cNvPr>
            <p:cNvGrpSpPr/>
            <p:nvPr/>
          </p:nvGrpSpPr>
          <p:grpSpPr>
            <a:xfrm>
              <a:off x="8301585" y="5775189"/>
              <a:ext cx="688835" cy="666249"/>
              <a:chOff x="3393222" y="2975188"/>
              <a:chExt cx="688835" cy="666249"/>
            </a:xfrm>
          </p:grpSpPr>
          <p:pic>
            <p:nvPicPr>
              <p:cNvPr id="283" name="图形 10">
                <a:extLst>
                  <a:ext uri="{FF2B5EF4-FFF2-40B4-BE49-F238E27FC236}">
                    <a16:creationId xmlns:a16="http://schemas.microsoft.com/office/drawing/2014/main" id="{9635FAD2-FA44-49DB-9F4C-DED63DFDC0E7}"/>
                  </a:ext>
                </a:extLst>
              </p:cNvPr>
              <p:cNvPicPr>
                <a:picLocks noChangeAspect="1"/>
              </p:cNvPicPr>
              <p:nvPr/>
            </p:nvPicPr>
            <p:blipFill>
              <a:blip r:embed="rId4">
                <a:extLst>
                  <a:ext uri="{28A0092B-C50C-407E-A947-70E740481C1C}">
                    <a14:useLocalDpi xmlns:a14="http://schemas.microsoft.com/office/drawing/2010/main" val="0"/>
                  </a:ext>
                  <a:ext uri="{96DAC541-7B7A-43D3-8B79-37D633B846F1}">
                    <asvg:svgBlip xmlns:asvg="http://schemas.microsoft.com/office/drawing/2016/SVG/main" r:embed="rId5"/>
                  </a:ext>
                </a:extLst>
              </a:blip>
              <a:stretch>
                <a:fillRect/>
              </a:stretch>
            </p:blipFill>
            <p:spPr>
              <a:xfrm>
                <a:off x="3393222" y="2975188"/>
                <a:ext cx="688835" cy="666249"/>
              </a:xfrm>
              <a:prstGeom prst="rect">
                <a:avLst/>
              </a:prstGeom>
            </p:spPr>
          </p:pic>
          <p:sp>
            <p:nvSpPr>
              <p:cNvPr id="284" name="文本框 283">
                <a:extLst>
                  <a:ext uri="{FF2B5EF4-FFF2-40B4-BE49-F238E27FC236}">
                    <a16:creationId xmlns:a16="http://schemas.microsoft.com/office/drawing/2014/main" id="{5D216B6C-2D3A-40CA-AA94-6CF43ED43353}"/>
                  </a:ext>
                </a:extLst>
              </p:cNvPr>
              <p:cNvSpPr txBox="1"/>
              <p:nvPr/>
            </p:nvSpPr>
            <p:spPr>
              <a:xfrm>
                <a:off x="3680202" y="3014092"/>
                <a:ext cx="388699" cy="400110"/>
              </a:xfrm>
              <a:prstGeom prst="rect">
                <a:avLst/>
              </a:prstGeom>
              <a:noFill/>
            </p:spPr>
            <p:txBody>
              <a:bodyPr wrap="square">
                <a:spAutoFit/>
              </a:bodyPr>
              <a:lstStyle/>
              <a:p>
                <a:pPr algn="ctr"/>
                <a:r>
                  <a:rPr lang="en-US" altLang="zh-CN" sz="2000" b="1" dirty="0">
                    <a:solidFill>
                      <a:schemeClr val="bg1"/>
                    </a:solidFill>
                  </a:rPr>
                  <a:t>F</a:t>
                </a:r>
                <a:endParaRPr lang="zh-CN" altLang="en-US" sz="2000" dirty="0">
                  <a:solidFill>
                    <a:schemeClr val="bg1"/>
                  </a:solidFill>
                </a:endParaRPr>
              </a:p>
            </p:txBody>
          </p:sp>
        </p:grpSp>
        <p:grpSp>
          <p:nvGrpSpPr>
            <p:cNvPr id="280" name="组合 279">
              <a:extLst>
                <a:ext uri="{FF2B5EF4-FFF2-40B4-BE49-F238E27FC236}">
                  <a16:creationId xmlns:a16="http://schemas.microsoft.com/office/drawing/2014/main" id="{656903B1-F821-4F0F-AC45-A1DABC45FB48}"/>
                </a:ext>
              </a:extLst>
            </p:cNvPr>
            <p:cNvGrpSpPr/>
            <p:nvPr/>
          </p:nvGrpSpPr>
          <p:grpSpPr>
            <a:xfrm>
              <a:off x="9964992" y="4265534"/>
              <a:ext cx="688835" cy="666249"/>
              <a:chOff x="3393222" y="2975188"/>
              <a:chExt cx="688835" cy="666249"/>
            </a:xfrm>
          </p:grpSpPr>
          <p:pic>
            <p:nvPicPr>
              <p:cNvPr id="281" name="图形 10">
                <a:extLst>
                  <a:ext uri="{FF2B5EF4-FFF2-40B4-BE49-F238E27FC236}">
                    <a16:creationId xmlns:a16="http://schemas.microsoft.com/office/drawing/2014/main" id="{A35511B4-6B93-40B4-961D-184316C6CAA9}"/>
                  </a:ext>
                </a:extLst>
              </p:cNvPr>
              <p:cNvPicPr>
                <a:picLocks noChangeAspect="1"/>
              </p:cNvPicPr>
              <p:nvPr/>
            </p:nvPicPr>
            <p:blipFill>
              <a:blip r:embed="rId4">
                <a:extLst>
                  <a:ext uri="{28A0092B-C50C-407E-A947-70E740481C1C}">
                    <a14:useLocalDpi xmlns:a14="http://schemas.microsoft.com/office/drawing/2010/main" val="0"/>
                  </a:ext>
                  <a:ext uri="{96DAC541-7B7A-43D3-8B79-37D633B846F1}">
                    <asvg:svgBlip xmlns:asvg="http://schemas.microsoft.com/office/drawing/2016/SVG/main" r:embed="rId5"/>
                  </a:ext>
                </a:extLst>
              </a:blip>
              <a:stretch>
                <a:fillRect/>
              </a:stretch>
            </p:blipFill>
            <p:spPr>
              <a:xfrm>
                <a:off x="3393222" y="2975188"/>
                <a:ext cx="688835" cy="666249"/>
              </a:xfrm>
              <a:prstGeom prst="rect">
                <a:avLst/>
              </a:prstGeom>
            </p:spPr>
          </p:pic>
          <p:sp>
            <p:nvSpPr>
              <p:cNvPr id="282" name="文本框 281">
                <a:extLst>
                  <a:ext uri="{FF2B5EF4-FFF2-40B4-BE49-F238E27FC236}">
                    <a16:creationId xmlns:a16="http://schemas.microsoft.com/office/drawing/2014/main" id="{1B455300-DA39-4350-8CE7-6366DFB7A34C}"/>
                  </a:ext>
                </a:extLst>
              </p:cNvPr>
              <p:cNvSpPr txBox="1"/>
              <p:nvPr/>
            </p:nvSpPr>
            <p:spPr>
              <a:xfrm>
                <a:off x="3680202" y="3014092"/>
                <a:ext cx="388699" cy="400110"/>
              </a:xfrm>
              <a:prstGeom prst="rect">
                <a:avLst/>
              </a:prstGeom>
              <a:noFill/>
            </p:spPr>
            <p:txBody>
              <a:bodyPr wrap="square">
                <a:spAutoFit/>
              </a:bodyPr>
              <a:lstStyle/>
              <a:p>
                <a:pPr algn="ctr"/>
                <a:r>
                  <a:rPr lang="en-US" altLang="zh-CN" sz="2000" b="1" dirty="0">
                    <a:solidFill>
                      <a:schemeClr val="bg1"/>
                    </a:solidFill>
                  </a:rPr>
                  <a:t>E</a:t>
                </a:r>
                <a:endParaRPr lang="zh-CN" altLang="en-US" sz="2000" dirty="0">
                  <a:solidFill>
                    <a:schemeClr val="bg1"/>
                  </a:solidFill>
                </a:endParaRPr>
              </a:p>
            </p:txBody>
          </p:sp>
        </p:grpSp>
      </p:grpSp>
      <p:grpSp>
        <p:nvGrpSpPr>
          <p:cNvPr id="287" name="组合 286">
            <a:extLst>
              <a:ext uri="{FF2B5EF4-FFF2-40B4-BE49-F238E27FC236}">
                <a16:creationId xmlns:a16="http://schemas.microsoft.com/office/drawing/2014/main" id="{50870B75-258E-4B84-9ED6-D721231A36EF}"/>
              </a:ext>
            </a:extLst>
          </p:cNvPr>
          <p:cNvGrpSpPr/>
          <p:nvPr/>
        </p:nvGrpSpPr>
        <p:grpSpPr>
          <a:xfrm>
            <a:off x="5453533" y="4181688"/>
            <a:ext cx="1214772" cy="843699"/>
            <a:chOff x="5493003" y="4418512"/>
            <a:chExt cx="1214772" cy="843699"/>
          </a:xfrm>
        </p:grpSpPr>
        <p:grpSp>
          <p:nvGrpSpPr>
            <p:cNvPr id="288" name="组合 287">
              <a:extLst>
                <a:ext uri="{FF2B5EF4-FFF2-40B4-BE49-F238E27FC236}">
                  <a16:creationId xmlns:a16="http://schemas.microsoft.com/office/drawing/2014/main" id="{0B262D48-B30A-43F2-AD7D-F68ADC7E1498}"/>
                </a:ext>
              </a:extLst>
            </p:cNvPr>
            <p:cNvGrpSpPr/>
            <p:nvPr/>
          </p:nvGrpSpPr>
          <p:grpSpPr>
            <a:xfrm>
              <a:off x="5758936" y="4418512"/>
              <a:ext cx="694865" cy="843699"/>
              <a:chOff x="5748567" y="4622444"/>
              <a:chExt cx="694865" cy="843699"/>
            </a:xfrm>
          </p:grpSpPr>
          <p:pic>
            <p:nvPicPr>
              <p:cNvPr id="291" name="图片 290" descr="图片包含 图标&#10;&#10;描述已自动生成">
                <a:extLst>
                  <a:ext uri="{FF2B5EF4-FFF2-40B4-BE49-F238E27FC236}">
                    <a16:creationId xmlns:a16="http://schemas.microsoft.com/office/drawing/2014/main" id="{FA73E6C7-ADA2-4F98-9B3D-648F4609F0AF}"/>
                  </a:ext>
                </a:extLst>
              </p:cNvPr>
              <p:cNvPicPr>
                <a:picLocks noChangeAspect="1"/>
              </p:cNvPicPr>
              <p:nvPr/>
            </p:nvPicPr>
            <p:blipFill>
              <a:blip r:embed="rId6">
                <a:extLst>
                  <a:ext uri="{28A0092B-C50C-407E-A947-70E740481C1C}">
                    <a14:useLocalDpi xmlns:a14="http://schemas.microsoft.com/office/drawing/2010/main" val="0"/>
                  </a:ext>
                </a:extLst>
              </a:blip>
              <a:stretch>
                <a:fillRect/>
              </a:stretch>
            </p:blipFill>
            <p:spPr>
              <a:xfrm>
                <a:off x="5812708" y="4622444"/>
                <a:ext cx="581100" cy="474367"/>
              </a:xfrm>
              <a:prstGeom prst="rect">
                <a:avLst/>
              </a:prstGeom>
            </p:spPr>
          </p:pic>
          <p:sp>
            <p:nvSpPr>
              <p:cNvPr id="292" name="文本框 291">
                <a:extLst>
                  <a:ext uri="{FF2B5EF4-FFF2-40B4-BE49-F238E27FC236}">
                    <a16:creationId xmlns:a16="http://schemas.microsoft.com/office/drawing/2014/main" id="{4CD328AF-9418-420D-93F8-84B0C8E90C74}"/>
                  </a:ext>
                </a:extLst>
              </p:cNvPr>
              <p:cNvSpPr txBox="1"/>
              <p:nvPr/>
            </p:nvSpPr>
            <p:spPr>
              <a:xfrm>
                <a:off x="5748567" y="5096811"/>
                <a:ext cx="694865" cy="369332"/>
              </a:xfrm>
              <a:prstGeom prst="rect">
                <a:avLst/>
              </a:prstGeom>
              <a:noFill/>
            </p:spPr>
            <p:txBody>
              <a:bodyPr wrap="square" rtlCol="0">
                <a:spAutoFit/>
              </a:bodyPr>
              <a:lstStyle/>
              <a:p>
                <a:pPr algn="ctr"/>
                <a:r>
                  <a:rPr lang="zh-CN" altLang="en-US" b="1" dirty="0">
                    <a:latin typeface="+mn-ea"/>
                  </a:rPr>
                  <a:t>网桥</a:t>
                </a:r>
              </a:p>
            </p:txBody>
          </p:sp>
        </p:grpSp>
        <p:sp>
          <p:nvSpPr>
            <p:cNvPr id="289" name="文本框 288">
              <a:extLst>
                <a:ext uri="{FF2B5EF4-FFF2-40B4-BE49-F238E27FC236}">
                  <a16:creationId xmlns:a16="http://schemas.microsoft.com/office/drawing/2014/main" id="{AB1F51DA-B792-40C4-A7C1-BDCAC6CA8610}"/>
                </a:ext>
              </a:extLst>
            </p:cNvPr>
            <p:cNvSpPr txBox="1"/>
            <p:nvPr/>
          </p:nvSpPr>
          <p:spPr>
            <a:xfrm>
              <a:off x="5493003" y="4665644"/>
              <a:ext cx="388699" cy="400110"/>
            </a:xfrm>
            <a:prstGeom prst="rect">
              <a:avLst/>
            </a:prstGeom>
            <a:noFill/>
          </p:spPr>
          <p:txBody>
            <a:bodyPr wrap="square">
              <a:spAutoFit/>
            </a:bodyPr>
            <a:lstStyle/>
            <a:p>
              <a:pPr algn="ctr"/>
              <a:r>
                <a:rPr lang="en-US" altLang="zh-CN" sz="2000" b="1" dirty="0"/>
                <a:t>1</a:t>
              </a:r>
              <a:endParaRPr lang="zh-CN" altLang="en-US" sz="2000" dirty="0"/>
            </a:p>
          </p:txBody>
        </p:sp>
        <p:sp>
          <p:nvSpPr>
            <p:cNvPr id="290" name="文本框 289">
              <a:extLst>
                <a:ext uri="{FF2B5EF4-FFF2-40B4-BE49-F238E27FC236}">
                  <a16:creationId xmlns:a16="http://schemas.microsoft.com/office/drawing/2014/main" id="{913B5F08-BCF2-4C26-8796-8365AC92630C}"/>
                </a:ext>
              </a:extLst>
            </p:cNvPr>
            <p:cNvSpPr txBox="1"/>
            <p:nvPr/>
          </p:nvSpPr>
          <p:spPr>
            <a:xfrm>
              <a:off x="6319076" y="4665644"/>
              <a:ext cx="388699" cy="400110"/>
            </a:xfrm>
            <a:prstGeom prst="rect">
              <a:avLst/>
            </a:prstGeom>
            <a:noFill/>
          </p:spPr>
          <p:txBody>
            <a:bodyPr wrap="square">
              <a:spAutoFit/>
            </a:bodyPr>
            <a:lstStyle/>
            <a:p>
              <a:pPr algn="ctr"/>
              <a:r>
                <a:rPr lang="en-US" altLang="zh-CN" sz="2000" b="1" dirty="0"/>
                <a:t>2</a:t>
              </a:r>
              <a:endParaRPr lang="zh-CN" altLang="en-US" sz="2000" dirty="0"/>
            </a:p>
          </p:txBody>
        </p:sp>
      </p:grpSp>
    </p:spTree>
    <p:custDataLst>
      <p:tags r:id="rId1"/>
    </p:custDataLst>
    <p:extLst>
      <p:ext uri="{BB962C8B-B14F-4D97-AF65-F5344CB8AC3E}">
        <p14:creationId xmlns:p14="http://schemas.microsoft.com/office/powerpoint/2010/main" val="456435621"/>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2" presetClass="entr" presetSubtype="1" fill="hold" nodeType="withEffect">
                                  <p:stCondLst>
                                    <p:cond delay="0"/>
                                  </p:stCondLst>
                                  <p:childTnLst>
                                    <p:set>
                                      <p:cBhvr>
                                        <p:cTn id="6" dur="1" fill="hold">
                                          <p:stCondLst>
                                            <p:cond delay="0"/>
                                          </p:stCondLst>
                                        </p:cTn>
                                        <p:tgtEl>
                                          <p:spTgt spid="4"/>
                                        </p:tgtEl>
                                        <p:attrNameLst>
                                          <p:attrName>style.visibility</p:attrName>
                                        </p:attrNameLst>
                                      </p:cBhvr>
                                      <p:to>
                                        <p:strVal val="visible"/>
                                      </p:to>
                                    </p:set>
                                    <p:anim calcmode="lin" valueType="num">
                                      <p:cBhvr additive="base">
                                        <p:cTn id="7" dur="1000"/>
                                        <p:tgtEl>
                                          <p:spTgt spid="4"/>
                                        </p:tgtEl>
                                        <p:attrNameLst>
                                          <p:attrName>ppt_y</p:attrName>
                                        </p:attrNameLst>
                                      </p:cBhvr>
                                      <p:tavLst>
                                        <p:tav tm="0">
                                          <p:val>
                                            <p:strVal val="#ppt_y-#ppt_h*1.125000"/>
                                          </p:val>
                                        </p:tav>
                                        <p:tav tm="100000">
                                          <p:val>
                                            <p:strVal val="#ppt_y"/>
                                          </p:val>
                                        </p:tav>
                                      </p:tavLst>
                                    </p:anim>
                                    <p:animEffect transition="in" filter="wipe(down)">
                                      <p:cBhvr>
                                        <p:cTn id="8" dur="1000"/>
                                        <p:tgtEl>
                                          <p:spTgt spid="4"/>
                                        </p:tgtEl>
                                      </p:cBhvr>
                                    </p:animEffect>
                                  </p:childTnLst>
                                </p:cTn>
                              </p:par>
                            </p:childTnLst>
                          </p:cTn>
                        </p:par>
                      </p:childTnLst>
                    </p:cTn>
                  </p:par>
                  <p:par>
                    <p:cTn id="9" fill="hold">
                      <p:stCondLst>
                        <p:cond delay="indefinite"/>
                      </p:stCondLst>
                      <p:childTnLst>
                        <p:par>
                          <p:cTn id="10" fill="hold">
                            <p:stCondLst>
                              <p:cond delay="0"/>
                            </p:stCondLst>
                            <p:childTnLst>
                              <p:par>
                                <p:cTn id="11" presetID="49" presetClass="entr" presetSubtype="0" decel="100000" fill="hold" grpId="0" nodeType="clickEffect">
                                  <p:stCondLst>
                                    <p:cond delay="0"/>
                                  </p:stCondLst>
                                  <p:childTnLst>
                                    <p:set>
                                      <p:cBhvr>
                                        <p:cTn id="12" dur="1" fill="hold">
                                          <p:stCondLst>
                                            <p:cond delay="0"/>
                                          </p:stCondLst>
                                        </p:cTn>
                                        <p:tgtEl>
                                          <p:spTgt spid="177"/>
                                        </p:tgtEl>
                                        <p:attrNameLst>
                                          <p:attrName>style.visibility</p:attrName>
                                        </p:attrNameLst>
                                      </p:cBhvr>
                                      <p:to>
                                        <p:strVal val="visible"/>
                                      </p:to>
                                    </p:set>
                                    <p:anim calcmode="lin" valueType="num">
                                      <p:cBhvr>
                                        <p:cTn id="13" dur="500" fill="hold"/>
                                        <p:tgtEl>
                                          <p:spTgt spid="177"/>
                                        </p:tgtEl>
                                        <p:attrNameLst>
                                          <p:attrName>ppt_w</p:attrName>
                                        </p:attrNameLst>
                                      </p:cBhvr>
                                      <p:tavLst>
                                        <p:tav tm="0">
                                          <p:val>
                                            <p:fltVal val="0"/>
                                          </p:val>
                                        </p:tav>
                                        <p:tav tm="100000">
                                          <p:val>
                                            <p:strVal val="#ppt_w"/>
                                          </p:val>
                                        </p:tav>
                                      </p:tavLst>
                                    </p:anim>
                                    <p:anim calcmode="lin" valueType="num">
                                      <p:cBhvr>
                                        <p:cTn id="14" dur="500" fill="hold"/>
                                        <p:tgtEl>
                                          <p:spTgt spid="177"/>
                                        </p:tgtEl>
                                        <p:attrNameLst>
                                          <p:attrName>ppt_h</p:attrName>
                                        </p:attrNameLst>
                                      </p:cBhvr>
                                      <p:tavLst>
                                        <p:tav tm="0">
                                          <p:val>
                                            <p:fltVal val="0"/>
                                          </p:val>
                                        </p:tav>
                                        <p:tav tm="100000">
                                          <p:val>
                                            <p:strVal val="#ppt_h"/>
                                          </p:val>
                                        </p:tav>
                                      </p:tavLst>
                                    </p:anim>
                                    <p:anim calcmode="lin" valueType="num">
                                      <p:cBhvr>
                                        <p:cTn id="15" dur="500" fill="hold"/>
                                        <p:tgtEl>
                                          <p:spTgt spid="177"/>
                                        </p:tgtEl>
                                        <p:attrNameLst>
                                          <p:attrName>style.rotation</p:attrName>
                                        </p:attrNameLst>
                                      </p:cBhvr>
                                      <p:tavLst>
                                        <p:tav tm="0">
                                          <p:val>
                                            <p:fltVal val="360"/>
                                          </p:val>
                                        </p:tav>
                                        <p:tav tm="100000">
                                          <p:val>
                                            <p:fltVal val="0"/>
                                          </p:val>
                                        </p:tav>
                                      </p:tavLst>
                                    </p:anim>
                                    <p:animEffect transition="in" filter="fade">
                                      <p:cBhvr>
                                        <p:cTn id="16" dur="500"/>
                                        <p:tgtEl>
                                          <p:spTgt spid="177"/>
                                        </p:tgtEl>
                                      </p:cBhvr>
                                    </p:animEffect>
                                  </p:childTnLst>
                                </p:cTn>
                              </p:par>
                            </p:childTnLst>
                          </p:cTn>
                        </p:par>
                        <p:par>
                          <p:cTn id="17" fill="hold">
                            <p:stCondLst>
                              <p:cond delay="500"/>
                            </p:stCondLst>
                            <p:childTnLst>
                              <p:par>
                                <p:cTn id="18" presetID="1" presetClass="entr" presetSubtype="0" fill="hold" grpId="0" nodeType="afterEffect">
                                  <p:stCondLst>
                                    <p:cond delay="0"/>
                                  </p:stCondLst>
                                  <p:iterate type="lt">
                                    <p:tmAbs val="100"/>
                                  </p:iterate>
                                  <p:childTnLst>
                                    <p:set>
                                      <p:cBhvr>
                                        <p:cTn id="19" dur="1" fill="hold">
                                          <p:stCondLst>
                                            <p:cond delay="0"/>
                                          </p:stCondLst>
                                        </p:cTn>
                                        <p:tgtEl>
                                          <p:spTgt spid="178"/>
                                        </p:tgtEl>
                                        <p:attrNameLst>
                                          <p:attrName>style.visibility</p:attrName>
                                        </p:attrNameLst>
                                      </p:cBhvr>
                                      <p:to>
                                        <p:strVal val="visible"/>
                                      </p:to>
                                    </p:set>
                                  </p:childTnLst>
                                </p:cTn>
                              </p:par>
                            </p:childTnLst>
                          </p:cTn>
                        </p:par>
                      </p:childTnLst>
                    </p:cTn>
                  </p:par>
                  <p:par>
                    <p:cTn id="20" fill="hold">
                      <p:stCondLst>
                        <p:cond delay="indefinite"/>
                      </p:stCondLst>
                      <p:childTnLst>
                        <p:par>
                          <p:cTn id="21" fill="hold">
                            <p:stCondLst>
                              <p:cond delay="0"/>
                            </p:stCondLst>
                            <p:childTnLst>
                              <p:par>
                                <p:cTn id="22" presetID="49" presetClass="entr" presetSubtype="0" decel="100000" fill="hold" nodeType="clickEffect">
                                  <p:stCondLst>
                                    <p:cond delay="0"/>
                                  </p:stCondLst>
                                  <p:childTnLst>
                                    <p:set>
                                      <p:cBhvr>
                                        <p:cTn id="23" dur="1" fill="hold">
                                          <p:stCondLst>
                                            <p:cond delay="0"/>
                                          </p:stCondLst>
                                        </p:cTn>
                                        <p:tgtEl>
                                          <p:spTgt spid="287"/>
                                        </p:tgtEl>
                                        <p:attrNameLst>
                                          <p:attrName>style.visibility</p:attrName>
                                        </p:attrNameLst>
                                      </p:cBhvr>
                                      <p:to>
                                        <p:strVal val="visible"/>
                                      </p:to>
                                    </p:set>
                                    <p:anim calcmode="lin" valueType="num">
                                      <p:cBhvr>
                                        <p:cTn id="24" dur="500" fill="hold"/>
                                        <p:tgtEl>
                                          <p:spTgt spid="287"/>
                                        </p:tgtEl>
                                        <p:attrNameLst>
                                          <p:attrName>ppt_w</p:attrName>
                                        </p:attrNameLst>
                                      </p:cBhvr>
                                      <p:tavLst>
                                        <p:tav tm="0">
                                          <p:val>
                                            <p:fltVal val="0"/>
                                          </p:val>
                                        </p:tav>
                                        <p:tav tm="100000">
                                          <p:val>
                                            <p:strVal val="#ppt_w"/>
                                          </p:val>
                                        </p:tav>
                                      </p:tavLst>
                                    </p:anim>
                                    <p:anim calcmode="lin" valueType="num">
                                      <p:cBhvr>
                                        <p:cTn id="25" dur="500" fill="hold"/>
                                        <p:tgtEl>
                                          <p:spTgt spid="287"/>
                                        </p:tgtEl>
                                        <p:attrNameLst>
                                          <p:attrName>ppt_h</p:attrName>
                                        </p:attrNameLst>
                                      </p:cBhvr>
                                      <p:tavLst>
                                        <p:tav tm="0">
                                          <p:val>
                                            <p:fltVal val="0"/>
                                          </p:val>
                                        </p:tav>
                                        <p:tav tm="100000">
                                          <p:val>
                                            <p:strVal val="#ppt_h"/>
                                          </p:val>
                                        </p:tav>
                                      </p:tavLst>
                                    </p:anim>
                                    <p:anim calcmode="lin" valueType="num">
                                      <p:cBhvr>
                                        <p:cTn id="26" dur="500" fill="hold"/>
                                        <p:tgtEl>
                                          <p:spTgt spid="287"/>
                                        </p:tgtEl>
                                        <p:attrNameLst>
                                          <p:attrName>style.rotation</p:attrName>
                                        </p:attrNameLst>
                                      </p:cBhvr>
                                      <p:tavLst>
                                        <p:tav tm="0">
                                          <p:val>
                                            <p:fltVal val="360"/>
                                          </p:val>
                                        </p:tav>
                                        <p:tav tm="100000">
                                          <p:val>
                                            <p:fltVal val="0"/>
                                          </p:val>
                                        </p:tav>
                                      </p:tavLst>
                                    </p:anim>
                                    <p:animEffect transition="in" filter="fade">
                                      <p:cBhvr>
                                        <p:cTn id="27" dur="500"/>
                                        <p:tgtEl>
                                          <p:spTgt spid="287"/>
                                        </p:tgtEl>
                                      </p:cBhvr>
                                    </p:animEffect>
                                  </p:childTnLst>
                                </p:cTn>
                              </p:par>
                            </p:childTnLst>
                          </p:cTn>
                        </p:par>
                      </p:childTnLst>
                    </p:cTn>
                  </p:par>
                  <p:par>
                    <p:cTn id="28" fill="hold">
                      <p:stCondLst>
                        <p:cond delay="indefinite"/>
                      </p:stCondLst>
                      <p:childTnLst>
                        <p:par>
                          <p:cTn id="29" fill="hold">
                            <p:stCondLst>
                              <p:cond delay="0"/>
                            </p:stCondLst>
                            <p:childTnLst>
                              <p:par>
                                <p:cTn id="30" presetID="2" presetClass="entr" presetSubtype="8" fill="hold" nodeType="clickEffect">
                                  <p:stCondLst>
                                    <p:cond delay="0"/>
                                  </p:stCondLst>
                                  <p:childTnLst>
                                    <p:set>
                                      <p:cBhvr>
                                        <p:cTn id="31" dur="1" fill="hold">
                                          <p:stCondLst>
                                            <p:cond delay="0"/>
                                          </p:stCondLst>
                                        </p:cTn>
                                        <p:tgtEl>
                                          <p:spTgt spid="259"/>
                                        </p:tgtEl>
                                        <p:attrNameLst>
                                          <p:attrName>style.visibility</p:attrName>
                                        </p:attrNameLst>
                                      </p:cBhvr>
                                      <p:to>
                                        <p:strVal val="visible"/>
                                      </p:to>
                                    </p:set>
                                    <p:anim calcmode="lin" valueType="num">
                                      <p:cBhvr additive="base">
                                        <p:cTn id="32" dur="500" fill="hold"/>
                                        <p:tgtEl>
                                          <p:spTgt spid="259"/>
                                        </p:tgtEl>
                                        <p:attrNameLst>
                                          <p:attrName>ppt_x</p:attrName>
                                        </p:attrNameLst>
                                      </p:cBhvr>
                                      <p:tavLst>
                                        <p:tav tm="0">
                                          <p:val>
                                            <p:strVal val="0-#ppt_w/2"/>
                                          </p:val>
                                        </p:tav>
                                        <p:tav tm="100000">
                                          <p:val>
                                            <p:strVal val="#ppt_x"/>
                                          </p:val>
                                        </p:tav>
                                      </p:tavLst>
                                    </p:anim>
                                    <p:anim calcmode="lin" valueType="num">
                                      <p:cBhvr additive="base">
                                        <p:cTn id="33" dur="500" fill="hold"/>
                                        <p:tgtEl>
                                          <p:spTgt spid="259"/>
                                        </p:tgtEl>
                                        <p:attrNameLst>
                                          <p:attrName>ppt_y</p:attrName>
                                        </p:attrNameLst>
                                      </p:cBhvr>
                                      <p:tavLst>
                                        <p:tav tm="0">
                                          <p:val>
                                            <p:strVal val="#ppt_y"/>
                                          </p:val>
                                        </p:tav>
                                        <p:tav tm="100000">
                                          <p:val>
                                            <p:strVal val="#ppt_y"/>
                                          </p:val>
                                        </p:tav>
                                      </p:tavLst>
                                    </p:anim>
                                  </p:childTnLst>
                                </p:cTn>
                              </p:par>
                              <p:par>
                                <p:cTn id="34" presetID="2" presetClass="entr" presetSubtype="2" fill="hold" nodeType="withEffect">
                                  <p:stCondLst>
                                    <p:cond delay="0"/>
                                  </p:stCondLst>
                                  <p:childTnLst>
                                    <p:set>
                                      <p:cBhvr>
                                        <p:cTn id="35" dur="1" fill="hold">
                                          <p:stCondLst>
                                            <p:cond delay="0"/>
                                          </p:stCondLst>
                                        </p:cTn>
                                        <p:tgtEl>
                                          <p:spTgt spid="273"/>
                                        </p:tgtEl>
                                        <p:attrNameLst>
                                          <p:attrName>style.visibility</p:attrName>
                                        </p:attrNameLst>
                                      </p:cBhvr>
                                      <p:to>
                                        <p:strVal val="visible"/>
                                      </p:to>
                                    </p:set>
                                    <p:anim calcmode="lin" valueType="num">
                                      <p:cBhvr additive="base">
                                        <p:cTn id="36" dur="500" fill="hold"/>
                                        <p:tgtEl>
                                          <p:spTgt spid="273"/>
                                        </p:tgtEl>
                                        <p:attrNameLst>
                                          <p:attrName>ppt_x</p:attrName>
                                        </p:attrNameLst>
                                      </p:cBhvr>
                                      <p:tavLst>
                                        <p:tav tm="0">
                                          <p:val>
                                            <p:strVal val="1+#ppt_w/2"/>
                                          </p:val>
                                        </p:tav>
                                        <p:tav tm="100000">
                                          <p:val>
                                            <p:strVal val="#ppt_x"/>
                                          </p:val>
                                        </p:tav>
                                      </p:tavLst>
                                    </p:anim>
                                    <p:anim calcmode="lin" valueType="num">
                                      <p:cBhvr additive="base">
                                        <p:cTn id="37" dur="500" fill="hold"/>
                                        <p:tgtEl>
                                          <p:spTgt spid="273"/>
                                        </p:tgtEl>
                                        <p:attrNameLst>
                                          <p:attrName>ppt_y</p:attrName>
                                        </p:attrNameLst>
                                      </p:cBhvr>
                                      <p:tavLst>
                                        <p:tav tm="0">
                                          <p:val>
                                            <p:strVal val="#ppt_y"/>
                                          </p:val>
                                        </p:tav>
                                        <p:tav tm="100000">
                                          <p:val>
                                            <p:strVal val="#ppt_y"/>
                                          </p:val>
                                        </p:tav>
                                      </p:tavLst>
                                    </p:anim>
                                  </p:childTnLst>
                                </p:cTn>
                              </p:par>
                            </p:childTnLst>
                          </p:cTn>
                        </p:par>
                      </p:childTnLst>
                    </p:cTn>
                  </p:par>
                  <p:par>
                    <p:cTn id="38" fill="hold">
                      <p:stCondLst>
                        <p:cond delay="indefinite"/>
                      </p:stCondLst>
                      <p:childTnLst>
                        <p:par>
                          <p:cTn id="39" fill="hold">
                            <p:stCondLst>
                              <p:cond delay="0"/>
                            </p:stCondLst>
                            <p:childTnLst>
                              <p:par>
                                <p:cTn id="40" presetID="22" presetClass="entr" presetSubtype="2" fill="hold" nodeType="clickEffect">
                                  <p:stCondLst>
                                    <p:cond delay="0"/>
                                  </p:stCondLst>
                                  <p:childTnLst>
                                    <p:set>
                                      <p:cBhvr>
                                        <p:cTn id="41" dur="1" fill="hold">
                                          <p:stCondLst>
                                            <p:cond delay="0"/>
                                          </p:stCondLst>
                                        </p:cTn>
                                        <p:tgtEl>
                                          <p:spTgt spid="257"/>
                                        </p:tgtEl>
                                        <p:attrNameLst>
                                          <p:attrName>style.visibility</p:attrName>
                                        </p:attrNameLst>
                                      </p:cBhvr>
                                      <p:to>
                                        <p:strVal val="visible"/>
                                      </p:to>
                                    </p:set>
                                    <p:animEffect transition="in" filter="wipe(right)">
                                      <p:cBhvr>
                                        <p:cTn id="42" dur="1000"/>
                                        <p:tgtEl>
                                          <p:spTgt spid="257"/>
                                        </p:tgtEl>
                                      </p:cBhvr>
                                    </p:animEffect>
                                  </p:childTnLst>
                                </p:cTn>
                              </p:par>
                              <p:par>
                                <p:cTn id="43" presetID="22" presetClass="entr" presetSubtype="8" fill="hold" nodeType="withEffect">
                                  <p:stCondLst>
                                    <p:cond delay="0"/>
                                  </p:stCondLst>
                                  <p:childTnLst>
                                    <p:set>
                                      <p:cBhvr>
                                        <p:cTn id="44" dur="1" fill="hold">
                                          <p:stCondLst>
                                            <p:cond delay="0"/>
                                          </p:stCondLst>
                                        </p:cTn>
                                        <p:tgtEl>
                                          <p:spTgt spid="258"/>
                                        </p:tgtEl>
                                        <p:attrNameLst>
                                          <p:attrName>style.visibility</p:attrName>
                                        </p:attrNameLst>
                                      </p:cBhvr>
                                      <p:to>
                                        <p:strVal val="visible"/>
                                      </p:to>
                                    </p:set>
                                    <p:animEffect transition="in" filter="wipe(left)">
                                      <p:cBhvr>
                                        <p:cTn id="45" dur="1000"/>
                                        <p:tgtEl>
                                          <p:spTgt spid="258"/>
                                        </p:tgtEl>
                                      </p:cBhvr>
                                    </p:animEffect>
                                  </p:childTnLst>
                                </p:cTn>
                              </p:par>
                            </p:childTnLst>
                          </p:cTn>
                        </p:par>
                      </p:childTnLst>
                    </p:cTn>
                  </p:par>
                  <p:par>
                    <p:cTn id="46" fill="hold">
                      <p:stCondLst>
                        <p:cond delay="indefinite"/>
                      </p:stCondLst>
                      <p:childTnLst>
                        <p:par>
                          <p:cTn id="47" fill="hold">
                            <p:stCondLst>
                              <p:cond delay="0"/>
                            </p:stCondLst>
                            <p:childTnLst>
                              <p:par>
                                <p:cTn id="48" presetID="53" presetClass="entr" presetSubtype="16" fill="hold" nodeType="clickEffect">
                                  <p:stCondLst>
                                    <p:cond delay="0"/>
                                  </p:stCondLst>
                                  <p:childTnLst>
                                    <p:set>
                                      <p:cBhvr>
                                        <p:cTn id="49" dur="1" fill="hold">
                                          <p:stCondLst>
                                            <p:cond delay="0"/>
                                          </p:stCondLst>
                                        </p:cTn>
                                        <p:tgtEl>
                                          <p:spTgt spid="248"/>
                                        </p:tgtEl>
                                        <p:attrNameLst>
                                          <p:attrName>style.visibility</p:attrName>
                                        </p:attrNameLst>
                                      </p:cBhvr>
                                      <p:to>
                                        <p:strVal val="visible"/>
                                      </p:to>
                                    </p:set>
                                    <p:anim calcmode="lin" valueType="num">
                                      <p:cBhvr>
                                        <p:cTn id="50" dur="500" fill="hold"/>
                                        <p:tgtEl>
                                          <p:spTgt spid="248"/>
                                        </p:tgtEl>
                                        <p:attrNameLst>
                                          <p:attrName>ppt_w</p:attrName>
                                        </p:attrNameLst>
                                      </p:cBhvr>
                                      <p:tavLst>
                                        <p:tav tm="0">
                                          <p:val>
                                            <p:fltVal val="0"/>
                                          </p:val>
                                        </p:tav>
                                        <p:tav tm="100000">
                                          <p:val>
                                            <p:strVal val="#ppt_w"/>
                                          </p:val>
                                        </p:tav>
                                      </p:tavLst>
                                    </p:anim>
                                    <p:anim calcmode="lin" valueType="num">
                                      <p:cBhvr>
                                        <p:cTn id="51" dur="500" fill="hold"/>
                                        <p:tgtEl>
                                          <p:spTgt spid="248"/>
                                        </p:tgtEl>
                                        <p:attrNameLst>
                                          <p:attrName>ppt_h</p:attrName>
                                        </p:attrNameLst>
                                      </p:cBhvr>
                                      <p:tavLst>
                                        <p:tav tm="0">
                                          <p:val>
                                            <p:fltVal val="0"/>
                                          </p:val>
                                        </p:tav>
                                        <p:tav tm="100000">
                                          <p:val>
                                            <p:strVal val="#ppt_h"/>
                                          </p:val>
                                        </p:tav>
                                      </p:tavLst>
                                    </p:anim>
                                    <p:animEffect transition="in" filter="fade">
                                      <p:cBhvr>
                                        <p:cTn id="52" dur="500"/>
                                        <p:tgtEl>
                                          <p:spTgt spid="248"/>
                                        </p:tgtEl>
                                      </p:cBhvr>
                                    </p:animEffect>
                                  </p:childTnLst>
                                </p:cTn>
                              </p:par>
                            </p:childTnLst>
                          </p:cTn>
                        </p:par>
                      </p:childTnLst>
                    </p:cTn>
                  </p:par>
                  <p:par>
                    <p:cTn id="53" fill="hold">
                      <p:stCondLst>
                        <p:cond delay="indefinite"/>
                      </p:stCondLst>
                      <p:childTnLst>
                        <p:par>
                          <p:cTn id="54" fill="hold">
                            <p:stCondLst>
                              <p:cond delay="0"/>
                            </p:stCondLst>
                            <p:childTnLst>
                              <p:par>
                                <p:cTn id="55" presetID="53" presetClass="entr" presetSubtype="16" fill="hold" nodeType="clickEffect">
                                  <p:stCondLst>
                                    <p:cond delay="0"/>
                                  </p:stCondLst>
                                  <p:childTnLst>
                                    <p:set>
                                      <p:cBhvr>
                                        <p:cTn id="56" dur="1" fill="hold">
                                          <p:stCondLst>
                                            <p:cond delay="0"/>
                                          </p:stCondLst>
                                        </p:cTn>
                                        <p:tgtEl>
                                          <p:spTgt spid="251"/>
                                        </p:tgtEl>
                                        <p:attrNameLst>
                                          <p:attrName>style.visibility</p:attrName>
                                        </p:attrNameLst>
                                      </p:cBhvr>
                                      <p:to>
                                        <p:strVal val="visible"/>
                                      </p:to>
                                    </p:set>
                                    <p:anim calcmode="lin" valueType="num">
                                      <p:cBhvr>
                                        <p:cTn id="57" dur="500" fill="hold"/>
                                        <p:tgtEl>
                                          <p:spTgt spid="251"/>
                                        </p:tgtEl>
                                        <p:attrNameLst>
                                          <p:attrName>ppt_w</p:attrName>
                                        </p:attrNameLst>
                                      </p:cBhvr>
                                      <p:tavLst>
                                        <p:tav tm="0">
                                          <p:val>
                                            <p:fltVal val="0"/>
                                          </p:val>
                                        </p:tav>
                                        <p:tav tm="100000">
                                          <p:val>
                                            <p:strVal val="#ppt_w"/>
                                          </p:val>
                                        </p:tav>
                                      </p:tavLst>
                                    </p:anim>
                                    <p:anim calcmode="lin" valueType="num">
                                      <p:cBhvr>
                                        <p:cTn id="58" dur="500" fill="hold"/>
                                        <p:tgtEl>
                                          <p:spTgt spid="251"/>
                                        </p:tgtEl>
                                        <p:attrNameLst>
                                          <p:attrName>ppt_h</p:attrName>
                                        </p:attrNameLst>
                                      </p:cBhvr>
                                      <p:tavLst>
                                        <p:tav tm="0">
                                          <p:val>
                                            <p:fltVal val="0"/>
                                          </p:val>
                                        </p:tav>
                                        <p:tav tm="100000">
                                          <p:val>
                                            <p:strVal val="#ppt_h"/>
                                          </p:val>
                                        </p:tav>
                                      </p:tavLst>
                                    </p:anim>
                                    <p:animEffect transition="in" filter="fade">
                                      <p:cBhvr>
                                        <p:cTn id="59" dur="500"/>
                                        <p:tgtEl>
                                          <p:spTgt spid="251"/>
                                        </p:tgtEl>
                                      </p:cBhvr>
                                    </p:animEffect>
                                  </p:childTnLst>
                                </p:cTn>
                              </p:par>
                              <p:par>
                                <p:cTn id="60" presetID="53" presetClass="entr" presetSubtype="16" fill="hold" nodeType="withEffect">
                                  <p:stCondLst>
                                    <p:cond delay="0"/>
                                  </p:stCondLst>
                                  <p:childTnLst>
                                    <p:set>
                                      <p:cBhvr>
                                        <p:cTn id="61" dur="1" fill="hold">
                                          <p:stCondLst>
                                            <p:cond delay="0"/>
                                          </p:stCondLst>
                                        </p:cTn>
                                        <p:tgtEl>
                                          <p:spTgt spid="254"/>
                                        </p:tgtEl>
                                        <p:attrNameLst>
                                          <p:attrName>style.visibility</p:attrName>
                                        </p:attrNameLst>
                                      </p:cBhvr>
                                      <p:to>
                                        <p:strVal val="visible"/>
                                      </p:to>
                                    </p:set>
                                    <p:anim calcmode="lin" valueType="num">
                                      <p:cBhvr>
                                        <p:cTn id="62" dur="500" fill="hold"/>
                                        <p:tgtEl>
                                          <p:spTgt spid="254"/>
                                        </p:tgtEl>
                                        <p:attrNameLst>
                                          <p:attrName>ppt_w</p:attrName>
                                        </p:attrNameLst>
                                      </p:cBhvr>
                                      <p:tavLst>
                                        <p:tav tm="0">
                                          <p:val>
                                            <p:fltVal val="0"/>
                                          </p:val>
                                        </p:tav>
                                        <p:tav tm="100000">
                                          <p:val>
                                            <p:strVal val="#ppt_w"/>
                                          </p:val>
                                        </p:tav>
                                      </p:tavLst>
                                    </p:anim>
                                    <p:anim calcmode="lin" valueType="num">
                                      <p:cBhvr>
                                        <p:cTn id="63" dur="500" fill="hold"/>
                                        <p:tgtEl>
                                          <p:spTgt spid="254"/>
                                        </p:tgtEl>
                                        <p:attrNameLst>
                                          <p:attrName>ppt_h</p:attrName>
                                        </p:attrNameLst>
                                      </p:cBhvr>
                                      <p:tavLst>
                                        <p:tav tm="0">
                                          <p:val>
                                            <p:fltVal val="0"/>
                                          </p:val>
                                        </p:tav>
                                        <p:tav tm="100000">
                                          <p:val>
                                            <p:strVal val="#ppt_h"/>
                                          </p:val>
                                        </p:tav>
                                      </p:tavLst>
                                    </p:anim>
                                    <p:animEffect transition="in" filter="fade">
                                      <p:cBhvr>
                                        <p:cTn id="64" dur="500"/>
                                        <p:tgtEl>
                                          <p:spTgt spid="254"/>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77" grpId="0" animBg="1"/>
      <p:bldP spid="178" grpId="0"/>
    </p:bldLst>
  </p:timing>
</p:sld>
</file>

<file path=ppt/slides/slide41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4" name="组合 3">
            <a:extLst>
              <a:ext uri="{FF2B5EF4-FFF2-40B4-BE49-F238E27FC236}">
                <a16:creationId xmlns:a16="http://schemas.microsoft.com/office/drawing/2014/main" id="{9A1EA9F2-FCB6-48C3-935F-7AE7E3AD14AC}"/>
              </a:ext>
            </a:extLst>
          </p:cNvPr>
          <p:cNvGrpSpPr/>
          <p:nvPr/>
        </p:nvGrpSpPr>
        <p:grpSpPr>
          <a:xfrm>
            <a:off x="304800" y="749300"/>
            <a:ext cx="6192344" cy="400110"/>
            <a:chOff x="424117" y="898245"/>
            <a:chExt cx="6192344" cy="400110"/>
          </a:xfrm>
        </p:grpSpPr>
        <p:sp>
          <p:nvSpPr>
            <p:cNvPr id="2" name="平行四边形 1">
              <a:extLst>
                <a:ext uri="{FF2B5EF4-FFF2-40B4-BE49-F238E27FC236}">
                  <a16:creationId xmlns:a16="http://schemas.microsoft.com/office/drawing/2014/main" id="{1F5BAA3F-9845-4F89-A2DD-8222D3E4EDAC}"/>
                </a:ext>
              </a:extLst>
            </p:cNvPr>
            <p:cNvSpPr/>
            <p:nvPr/>
          </p:nvSpPr>
          <p:spPr>
            <a:xfrm>
              <a:off x="424117" y="898245"/>
              <a:ext cx="628306" cy="387090"/>
            </a:xfrm>
            <a:prstGeom prst="parallelogram">
              <a:avLst/>
            </a:prstGeom>
            <a:solidFill>
              <a:schemeClr val="accent3">
                <a:lumMod val="75000"/>
              </a:schemeClr>
            </a:solidFill>
            <a:ln>
              <a:solidFill>
                <a:schemeClr val="accent3">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CN" sz="2200" dirty="0">
                  <a:latin typeface="Impact" panose="020B0806030902050204" pitchFamily="34" charset="0"/>
                </a:rPr>
                <a:t>01</a:t>
              </a:r>
              <a:endParaRPr lang="zh-CN" altLang="en-US" sz="2200" dirty="0">
                <a:latin typeface="Impact" panose="020B0806030902050204" pitchFamily="34" charset="0"/>
              </a:endParaRPr>
            </a:p>
          </p:txBody>
        </p:sp>
        <p:sp>
          <p:nvSpPr>
            <p:cNvPr id="3" name="文本框 2">
              <a:extLst>
                <a:ext uri="{FF2B5EF4-FFF2-40B4-BE49-F238E27FC236}">
                  <a16:creationId xmlns:a16="http://schemas.microsoft.com/office/drawing/2014/main" id="{4D6BD736-A4D3-4F26-AFED-36E11F50F70B}"/>
                </a:ext>
              </a:extLst>
            </p:cNvPr>
            <p:cNvSpPr txBox="1"/>
            <p:nvPr/>
          </p:nvSpPr>
          <p:spPr>
            <a:xfrm>
              <a:off x="1052423" y="898245"/>
              <a:ext cx="5564038" cy="400110"/>
            </a:xfrm>
            <a:prstGeom prst="rect">
              <a:avLst/>
            </a:prstGeom>
            <a:noFill/>
          </p:spPr>
          <p:txBody>
            <a:bodyPr wrap="square" rtlCol="0">
              <a:spAutoFit/>
            </a:bodyPr>
            <a:lstStyle/>
            <a:p>
              <a:r>
                <a:rPr lang="zh-CN" altLang="en-US" sz="2000" b="1" dirty="0">
                  <a:solidFill>
                    <a:schemeClr val="tx1"/>
                  </a:solidFill>
                  <a:latin typeface="Arial Narrow" panose="020B0606020202030204" pitchFamily="34" charset="0"/>
                </a:rPr>
                <a:t>交换式以太网</a:t>
              </a:r>
              <a:endParaRPr lang="en-US" altLang="zh-CN" sz="2000" b="1" dirty="0">
                <a:solidFill>
                  <a:schemeClr val="tx1"/>
                </a:solidFill>
                <a:latin typeface="Arial Narrow" panose="020B0606020202030204" pitchFamily="34" charset="0"/>
              </a:endParaRPr>
            </a:p>
          </p:txBody>
        </p:sp>
      </p:grpSp>
      <p:sp>
        <p:nvSpPr>
          <p:cNvPr id="177" name="矩形 176">
            <a:extLst>
              <a:ext uri="{FF2B5EF4-FFF2-40B4-BE49-F238E27FC236}">
                <a16:creationId xmlns:a16="http://schemas.microsoft.com/office/drawing/2014/main" id="{4BC9E81E-83F3-4072-A94C-A24A3569F55C}"/>
              </a:ext>
            </a:extLst>
          </p:cNvPr>
          <p:cNvSpPr/>
          <p:nvPr/>
        </p:nvSpPr>
        <p:spPr>
          <a:xfrm>
            <a:off x="1056633" y="1335374"/>
            <a:ext cx="256976" cy="256976"/>
          </a:xfrm>
          <a:prstGeom prst="rect">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178" name="íşlïḍè">
            <a:extLst>
              <a:ext uri="{FF2B5EF4-FFF2-40B4-BE49-F238E27FC236}">
                <a16:creationId xmlns:a16="http://schemas.microsoft.com/office/drawing/2014/main" id="{0E588580-C72A-44E5-882F-88772CF8D42E}"/>
              </a:ext>
            </a:extLst>
          </p:cNvPr>
          <p:cNvSpPr txBox="1"/>
          <p:nvPr/>
        </p:nvSpPr>
        <p:spPr>
          <a:xfrm>
            <a:off x="1373861" y="1281052"/>
            <a:ext cx="10513340" cy="400111"/>
          </a:xfrm>
          <a:prstGeom prst="rect">
            <a:avLst/>
          </a:prstGeom>
          <a:noFill/>
        </p:spPr>
        <p:txBody>
          <a:bodyPr wrap="square" lIns="91440" tIns="45720" rIns="91440" bIns="45720" anchor="ctr">
            <a:noAutofit/>
          </a:bodyPr>
          <a:lstStyle/>
          <a:p>
            <a:r>
              <a:rPr lang="zh-CN" altLang="en-US" b="1" dirty="0">
                <a:latin typeface="Arial Narrow" panose="020B0606020202030204" pitchFamily="34" charset="0"/>
              </a:rPr>
              <a:t>网桥的</a:t>
            </a:r>
            <a:r>
              <a:rPr lang="zh-CN" altLang="en-US" b="1" dirty="0">
                <a:solidFill>
                  <a:schemeClr val="accent1">
                    <a:lumMod val="75000"/>
                  </a:schemeClr>
                </a:solidFill>
                <a:latin typeface="Arial Narrow" panose="020B0606020202030204" pitchFamily="34" charset="0"/>
              </a:rPr>
              <a:t>接口数量很少</a:t>
            </a:r>
            <a:r>
              <a:rPr lang="zh-CN" altLang="en-US" b="1" dirty="0">
                <a:latin typeface="Arial Narrow" panose="020B0606020202030204" pitchFamily="34" charset="0"/>
              </a:rPr>
              <a:t>，通常只有</a:t>
            </a:r>
            <a:r>
              <a:rPr lang="en-US" altLang="zh-CN" b="1" dirty="0">
                <a:latin typeface="Arial Narrow" panose="020B0606020202030204" pitchFamily="34" charset="0"/>
              </a:rPr>
              <a:t>2~4</a:t>
            </a:r>
            <a:r>
              <a:rPr lang="zh-CN" altLang="en-US" b="1" dirty="0">
                <a:latin typeface="Arial Narrow" panose="020B0606020202030204" pitchFamily="34" charset="0"/>
              </a:rPr>
              <a:t>个，一般只用来</a:t>
            </a:r>
            <a:r>
              <a:rPr lang="zh-CN" altLang="en-US" b="1" dirty="0">
                <a:solidFill>
                  <a:schemeClr val="accent1">
                    <a:lumMod val="75000"/>
                  </a:schemeClr>
                </a:solidFill>
                <a:latin typeface="Arial Narrow" panose="020B0606020202030204" pitchFamily="34" charset="0"/>
              </a:rPr>
              <a:t>连接不同的网段</a:t>
            </a:r>
            <a:r>
              <a:rPr lang="zh-CN" altLang="en-US" b="1" dirty="0">
                <a:latin typeface="Arial Narrow" panose="020B0606020202030204" pitchFamily="34" charset="0"/>
              </a:rPr>
              <a:t>。</a:t>
            </a:r>
          </a:p>
        </p:txBody>
      </p:sp>
      <p:sp>
        <p:nvSpPr>
          <p:cNvPr id="52" name="矩形 51">
            <a:extLst>
              <a:ext uri="{FF2B5EF4-FFF2-40B4-BE49-F238E27FC236}">
                <a16:creationId xmlns:a16="http://schemas.microsoft.com/office/drawing/2014/main" id="{C85A8389-8A03-477C-B377-615B6F1C327B}"/>
              </a:ext>
            </a:extLst>
          </p:cNvPr>
          <p:cNvSpPr/>
          <p:nvPr/>
        </p:nvSpPr>
        <p:spPr>
          <a:xfrm>
            <a:off x="1056633" y="1921449"/>
            <a:ext cx="256976" cy="256976"/>
          </a:xfrm>
          <a:prstGeom prst="rect">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53" name="íşlïḍè">
            <a:extLst>
              <a:ext uri="{FF2B5EF4-FFF2-40B4-BE49-F238E27FC236}">
                <a16:creationId xmlns:a16="http://schemas.microsoft.com/office/drawing/2014/main" id="{E096E3AE-F8EC-408D-9C61-4B721832814E}"/>
              </a:ext>
            </a:extLst>
          </p:cNvPr>
          <p:cNvSpPr txBox="1"/>
          <p:nvPr/>
        </p:nvSpPr>
        <p:spPr>
          <a:xfrm>
            <a:off x="1373861" y="1867127"/>
            <a:ext cx="10513340" cy="645828"/>
          </a:xfrm>
          <a:prstGeom prst="rect">
            <a:avLst/>
          </a:prstGeom>
          <a:noFill/>
        </p:spPr>
        <p:txBody>
          <a:bodyPr wrap="square" lIns="91440" tIns="45720" rIns="91440" bIns="45720" anchor="ctr">
            <a:noAutofit/>
          </a:bodyPr>
          <a:lstStyle/>
          <a:p>
            <a:r>
              <a:rPr lang="en-US" altLang="zh-CN" b="1" dirty="0">
                <a:latin typeface="Arial Narrow" panose="020B0606020202030204" pitchFamily="34" charset="0"/>
              </a:rPr>
              <a:t>1990</a:t>
            </a:r>
            <a:r>
              <a:rPr lang="zh-CN" altLang="en-US" b="1" dirty="0">
                <a:latin typeface="Arial Narrow" panose="020B0606020202030204" pitchFamily="34" charset="0"/>
              </a:rPr>
              <a:t>年面世的</a:t>
            </a:r>
            <a:r>
              <a:rPr lang="zh-CN" altLang="en-US" b="1" dirty="0">
                <a:solidFill>
                  <a:schemeClr val="accent1">
                    <a:lumMod val="75000"/>
                  </a:schemeClr>
                </a:solidFill>
                <a:latin typeface="Arial Narrow" panose="020B0606020202030204" pitchFamily="34" charset="0"/>
              </a:rPr>
              <a:t>交换式集线器</a:t>
            </a:r>
            <a:r>
              <a:rPr lang="zh-CN" altLang="en-US" b="1" dirty="0">
                <a:latin typeface="Arial Narrow" panose="020B0606020202030204" pitchFamily="34" charset="0"/>
              </a:rPr>
              <a:t>（</a:t>
            </a:r>
            <a:r>
              <a:rPr lang="en-US" altLang="zh-CN" b="1" dirty="0">
                <a:latin typeface="Arial Narrow" panose="020B0606020202030204" pitchFamily="34" charset="0"/>
              </a:rPr>
              <a:t>Switching Hub</a:t>
            </a:r>
            <a:r>
              <a:rPr lang="zh-CN" altLang="en-US" b="1" dirty="0">
                <a:latin typeface="Arial Narrow" panose="020B0606020202030204" pitchFamily="34" charset="0"/>
              </a:rPr>
              <a:t>），实质上是</a:t>
            </a:r>
            <a:r>
              <a:rPr lang="zh-CN" altLang="en-US" b="1" dirty="0">
                <a:solidFill>
                  <a:schemeClr val="accent1">
                    <a:lumMod val="75000"/>
                  </a:schemeClr>
                </a:solidFill>
                <a:latin typeface="Arial Narrow" panose="020B0606020202030204" pitchFamily="34" charset="0"/>
              </a:rPr>
              <a:t>具有多个接口的网桥</a:t>
            </a:r>
            <a:r>
              <a:rPr lang="zh-CN" altLang="en-US" b="1" dirty="0">
                <a:latin typeface="Arial Narrow" panose="020B0606020202030204" pitchFamily="34" charset="0"/>
              </a:rPr>
              <a:t>，常称为</a:t>
            </a:r>
            <a:r>
              <a:rPr lang="zh-CN" altLang="en-US" b="1" dirty="0">
                <a:solidFill>
                  <a:schemeClr val="accent1">
                    <a:lumMod val="75000"/>
                  </a:schemeClr>
                </a:solidFill>
                <a:latin typeface="Arial Narrow" panose="020B0606020202030204" pitchFamily="34" charset="0"/>
              </a:rPr>
              <a:t>以太网交换机</a:t>
            </a:r>
            <a:r>
              <a:rPr lang="zh-CN" altLang="en-US" b="1" dirty="0">
                <a:latin typeface="Arial Narrow" panose="020B0606020202030204" pitchFamily="34" charset="0"/>
              </a:rPr>
              <a:t>（</a:t>
            </a:r>
            <a:r>
              <a:rPr lang="en-US" altLang="zh-CN" b="1" dirty="0">
                <a:latin typeface="Arial Narrow" panose="020B0606020202030204" pitchFamily="34" charset="0"/>
              </a:rPr>
              <a:t>Switch</a:t>
            </a:r>
            <a:r>
              <a:rPr lang="zh-CN" altLang="en-US" b="1" dirty="0">
                <a:latin typeface="Arial Narrow" panose="020B0606020202030204" pitchFamily="34" charset="0"/>
              </a:rPr>
              <a:t>）或二层交换机。</a:t>
            </a:r>
          </a:p>
        </p:txBody>
      </p:sp>
      <p:sp>
        <p:nvSpPr>
          <p:cNvPr id="54" name="矩形 53">
            <a:extLst>
              <a:ext uri="{FF2B5EF4-FFF2-40B4-BE49-F238E27FC236}">
                <a16:creationId xmlns:a16="http://schemas.microsoft.com/office/drawing/2014/main" id="{768F55C7-EBF4-4059-AE82-6351AB5244AC}"/>
              </a:ext>
            </a:extLst>
          </p:cNvPr>
          <p:cNvSpPr/>
          <p:nvPr/>
        </p:nvSpPr>
        <p:spPr>
          <a:xfrm>
            <a:off x="1518219" y="2753241"/>
            <a:ext cx="256976" cy="256976"/>
          </a:xfrm>
          <a:prstGeom prst="rect">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55" name="íşlïḍè">
            <a:extLst>
              <a:ext uri="{FF2B5EF4-FFF2-40B4-BE49-F238E27FC236}">
                <a16:creationId xmlns:a16="http://schemas.microsoft.com/office/drawing/2014/main" id="{0242FAB6-9280-41BE-80E4-51B7A5F569A6}"/>
              </a:ext>
            </a:extLst>
          </p:cNvPr>
          <p:cNvSpPr txBox="1"/>
          <p:nvPr/>
        </p:nvSpPr>
        <p:spPr>
          <a:xfrm>
            <a:off x="1835448" y="2698919"/>
            <a:ext cx="7005946" cy="366623"/>
          </a:xfrm>
          <a:prstGeom prst="rect">
            <a:avLst/>
          </a:prstGeom>
          <a:noFill/>
        </p:spPr>
        <p:txBody>
          <a:bodyPr wrap="square" lIns="91440" tIns="45720" rIns="91440" bIns="45720" anchor="ctr">
            <a:noAutofit/>
          </a:bodyPr>
          <a:lstStyle/>
          <a:p>
            <a:r>
              <a:rPr lang="zh-CN" altLang="en-US" b="1" dirty="0">
                <a:latin typeface="Arial Narrow" panose="020B0606020202030204" pitchFamily="34" charset="0"/>
              </a:rPr>
              <a:t>“二层”是指以太网交换机工作在数据链路层（包括物理层）。</a:t>
            </a:r>
          </a:p>
        </p:txBody>
      </p:sp>
      <p:sp>
        <p:nvSpPr>
          <p:cNvPr id="56" name="矩形 55">
            <a:extLst>
              <a:ext uri="{FF2B5EF4-FFF2-40B4-BE49-F238E27FC236}">
                <a16:creationId xmlns:a16="http://schemas.microsoft.com/office/drawing/2014/main" id="{ECDD2A09-A8EB-4CAB-9E86-8AEEF8EF1480}"/>
              </a:ext>
            </a:extLst>
          </p:cNvPr>
          <p:cNvSpPr/>
          <p:nvPr/>
        </p:nvSpPr>
        <p:spPr>
          <a:xfrm>
            <a:off x="1518219" y="3304825"/>
            <a:ext cx="256976" cy="256976"/>
          </a:xfrm>
          <a:prstGeom prst="rect">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57" name="íşlïḍè">
            <a:extLst>
              <a:ext uri="{FF2B5EF4-FFF2-40B4-BE49-F238E27FC236}">
                <a16:creationId xmlns:a16="http://schemas.microsoft.com/office/drawing/2014/main" id="{E218D63D-B84C-4193-B4CB-A8EDE9004D29}"/>
              </a:ext>
            </a:extLst>
          </p:cNvPr>
          <p:cNvSpPr txBox="1"/>
          <p:nvPr/>
        </p:nvSpPr>
        <p:spPr>
          <a:xfrm>
            <a:off x="1835447" y="3250503"/>
            <a:ext cx="10051753" cy="645828"/>
          </a:xfrm>
          <a:prstGeom prst="rect">
            <a:avLst/>
          </a:prstGeom>
          <a:noFill/>
        </p:spPr>
        <p:txBody>
          <a:bodyPr wrap="square" lIns="91440" tIns="45720" rIns="91440" bIns="45720" anchor="ctr">
            <a:noAutofit/>
          </a:bodyPr>
          <a:lstStyle/>
          <a:p>
            <a:r>
              <a:rPr lang="zh-CN" altLang="en-US" b="1" dirty="0">
                <a:latin typeface="Arial Narrow" panose="020B0606020202030204" pitchFamily="34" charset="0"/>
              </a:rPr>
              <a:t>与网桥相同，交换机内部的转发表也是通过自学习算法，基于网络中各主机间的通信，自动地逐步建立起来的。</a:t>
            </a:r>
          </a:p>
        </p:txBody>
      </p:sp>
      <p:sp>
        <p:nvSpPr>
          <p:cNvPr id="58" name="矩形 57">
            <a:extLst>
              <a:ext uri="{FF2B5EF4-FFF2-40B4-BE49-F238E27FC236}">
                <a16:creationId xmlns:a16="http://schemas.microsoft.com/office/drawing/2014/main" id="{14FE731E-96C6-4506-B086-E454C1A39A18}"/>
              </a:ext>
            </a:extLst>
          </p:cNvPr>
          <p:cNvSpPr/>
          <p:nvPr/>
        </p:nvSpPr>
        <p:spPr>
          <a:xfrm>
            <a:off x="1518219" y="4135614"/>
            <a:ext cx="256976" cy="256976"/>
          </a:xfrm>
          <a:prstGeom prst="rect">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59" name="íşlïḍè">
            <a:extLst>
              <a:ext uri="{FF2B5EF4-FFF2-40B4-BE49-F238E27FC236}">
                <a16:creationId xmlns:a16="http://schemas.microsoft.com/office/drawing/2014/main" id="{D0D35A85-9FDA-4CD2-8D02-6156D70081A8}"/>
              </a:ext>
            </a:extLst>
          </p:cNvPr>
          <p:cNvSpPr txBox="1"/>
          <p:nvPr/>
        </p:nvSpPr>
        <p:spPr>
          <a:xfrm>
            <a:off x="1835447" y="4081292"/>
            <a:ext cx="10051753" cy="372296"/>
          </a:xfrm>
          <a:prstGeom prst="rect">
            <a:avLst/>
          </a:prstGeom>
          <a:noFill/>
        </p:spPr>
        <p:txBody>
          <a:bodyPr wrap="square" lIns="91440" tIns="45720" rIns="91440" bIns="45720" anchor="ctr">
            <a:noAutofit/>
          </a:bodyPr>
          <a:lstStyle/>
          <a:p>
            <a:r>
              <a:rPr lang="zh-CN" altLang="en-US" b="1" dirty="0">
                <a:latin typeface="Arial Narrow" panose="020B0606020202030204" pitchFamily="34" charset="0"/>
              </a:rPr>
              <a:t>另外，交换机也使用生成树协议</a:t>
            </a:r>
            <a:r>
              <a:rPr lang="en-US" altLang="zh-CN" b="1" dirty="0">
                <a:latin typeface="Arial Narrow" panose="020B0606020202030204" pitchFamily="34" charset="0"/>
              </a:rPr>
              <a:t>STP</a:t>
            </a:r>
            <a:r>
              <a:rPr lang="zh-CN" altLang="en-US" b="1" dirty="0">
                <a:latin typeface="Arial Narrow" panose="020B0606020202030204" pitchFamily="34" charset="0"/>
              </a:rPr>
              <a:t>，来产生能够连通全网但不产生环路的通信路径。</a:t>
            </a:r>
          </a:p>
        </p:txBody>
      </p:sp>
    </p:spTree>
    <p:custDataLst>
      <p:tags r:id="rId1"/>
    </p:custDataLst>
    <p:extLst>
      <p:ext uri="{BB962C8B-B14F-4D97-AF65-F5344CB8AC3E}">
        <p14:creationId xmlns:p14="http://schemas.microsoft.com/office/powerpoint/2010/main" val="2429534245"/>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49" presetClass="entr" presetSubtype="0" decel="100000" fill="hold" grpId="0" nodeType="withEffect">
                                  <p:stCondLst>
                                    <p:cond delay="0"/>
                                  </p:stCondLst>
                                  <p:childTnLst>
                                    <p:set>
                                      <p:cBhvr>
                                        <p:cTn id="6" dur="1" fill="hold">
                                          <p:stCondLst>
                                            <p:cond delay="0"/>
                                          </p:stCondLst>
                                        </p:cTn>
                                        <p:tgtEl>
                                          <p:spTgt spid="52"/>
                                        </p:tgtEl>
                                        <p:attrNameLst>
                                          <p:attrName>style.visibility</p:attrName>
                                        </p:attrNameLst>
                                      </p:cBhvr>
                                      <p:to>
                                        <p:strVal val="visible"/>
                                      </p:to>
                                    </p:set>
                                    <p:anim calcmode="lin" valueType="num">
                                      <p:cBhvr>
                                        <p:cTn id="7" dur="500" fill="hold"/>
                                        <p:tgtEl>
                                          <p:spTgt spid="52"/>
                                        </p:tgtEl>
                                        <p:attrNameLst>
                                          <p:attrName>ppt_w</p:attrName>
                                        </p:attrNameLst>
                                      </p:cBhvr>
                                      <p:tavLst>
                                        <p:tav tm="0">
                                          <p:val>
                                            <p:fltVal val="0"/>
                                          </p:val>
                                        </p:tav>
                                        <p:tav tm="100000">
                                          <p:val>
                                            <p:strVal val="#ppt_w"/>
                                          </p:val>
                                        </p:tav>
                                      </p:tavLst>
                                    </p:anim>
                                    <p:anim calcmode="lin" valueType="num">
                                      <p:cBhvr>
                                        <p:cTn id="8" dur="500" fill="hold"/>
                                        <p:tgtEl>
                                          <p:spTgt spid="52"/>
                                        </p:tgtEl>
                                        <p:attrNameLst>
                                          <p:attrName>ppt_h</p:attrName>
                                        </p:attrNameLst>
                                      </p:cBhvr>
                                      <p:tavLst>
                                        <p:tav tm="0">
                                          <p:val>
                                            <p:fltVal val="0"/>
                                          </p:val>
                                        </p:tav>
                                        <p:tav tm="100000">
                                          <p:val>
                                            <p:strVal val="#ppt_h"/>
                                          </p:val>
                                        </p:tav>
                                      </p:tavLst>
                                    </p:anim>
                                    <p:anim calcmode="lin" valueType="num">
                                      <p:cBhvr>
                                        <p:cTn id="9" dur="500" fill="hold"/>
                                        <p:tgtEl>
                                          <p:spTgt spid="52"/>
                                        </p:tgtEl>
                                        <p:attrNameLst>
                                          <p:attrName>style.rotation</p:attrName>
                                        </p:attrNameLst>
                                      </p:cBhvr>
                                      <p:tavLst>
                                        <p:tav tm="0">
                                          <p:val>
                                            <p:fltVal val="360"/>
                                          </p:val>
                                        </p:tav>
                                        <p:tav tm="100000">
                                          <p:val>
                                            <p:fltVal val="0"/>
                                          </p:val>
                                        </p:tav>
                                      </p:tavLst>
                                    </p:anim>
                                    <p:animEffect transition="in" filter="fade">
                                      <p:cBhvr>
                                        <p:cTn id="10" dur="500"/>
                                        <p:tgtEl>
                                          <p:spTgt spid="52"/>
                                        </p:tgtEl>
                                      </p:cBhvr>
                                    </p:animEffect>
                                  </p:childTnLst>
                                </p:cTn>
                              </p:par>
                            </p:childTnLst>
                          </p:cTn>
                        </p:par>
                        <p:par>
                          <p:cTn id="11" fill="hold">
                            <p:stCondLst>
                              <p:cond delay="500"/>
                            </p:stCondLst>
                            <p:childTnLst>
                              <p:par>
                                <p:cTn id="12" presetID="1" presetClass="entr" presetSubtype="0" fill="hold" grpId="0" nodeType="afterEffect">
                                  <p:stCondLst>
                                    <p:cond delay="0"/>
                                  </p:stCondLst>
                                  <p:iterate type="lt">
                                    <p:tmAbs val="100"/>
                                  </p:iterate>
                                  <p:childTnLst>
                                    <p:set>
                                      <p:cBhvr>
                                        <p:cTn id="13" dur="1" fill="hold">
                                          <p:stCondLst>
                                            <p:cond delay="0"/>
                                          </p:stCondLst>
                                        </p:cTn>
                                        <p:tgtEl>
                                          <p:spTgt spid="53"/>
                                        </p:tgtEl>
                                        <p:attrNameLst>
                                          <p:attrName>style.visibility</p:attrName>
                                        </p:attrNameLst>
                                      </p:cBhvr>
                                      <p:to>
                                        <p:strVal val="visible"/>
                                      </p:to>
                                    </p:set>
                                  </p:childTnLst>
                                </p:cTn>
                              </p:par>
                            </p:childTnLst>
                          </p:cTn>
                        </p:par>
                      </p:childTnLst>
                    </p:cTn>
                  </p:par>
                  <p:par>
                    <p:cTn id="14" fill="hold">
                      <p:stCondLst>
                        <p:cond delay="indefinite"/>
                      </p:stCondLst>
                      <p:childTnLst>
                        <p:par>
                          <p:cTn id="15" fill="hold">
                            <p:stCondLst>
                              <p:cond delay="0"/>
                            </p:stCondLst>
                            <p:childTnLst>
                              <p:par>
                                <p:cTn id="16" presetID="49" presetClass="entr" presetSubtype="0" decel="100000" fill="hold" grpId="0" nodeType="clickEffect">
                                  <p:stCondLst>
                                    <p:cond delay="0"/>
                                  </p:stCondLst>
                                  <p:childTnLst>
                                    <p:set>
                                      <p:cBhvr>
                                        <p:cTn id="17" dur="1" fill="hold">
                                          <p:stCondLst>
                                            <p:cond delay="0"/>
                                          </p:stCondLst>
                                        </p:cTn>
                                        <p:tgtEl>
                                          <p:spTgt spid="54"/>
                                        </p:tgtEl>
                                        <p:attrNameLst>
                                          <p:attrName>style.visibility</p:attrName>
                                        </p:attrNameLst>
                                      </p:cBhvr>
                                      <p:to>
                                        <p:strVal val="visible"/>
                                      </p:to>
                                    </p:set>
                                    <p:anim calcmode="lin" valueType="num">
                                      <p:cBhvr>
                                        <p:cTn id="18" dur="500" fill="hold"/>
                                        <p:tgtEl>
                                          <p:spTgt spid="54"/>
                                        </p:tgtEl>
                                        <p:attrNameLst>
                                          <p:attrName>ppt_w</p:attrName>
                                        </p:attrNameLst>
                                      </p:cBhvr>
                                      <p:tavLst>
                                        <p:tav tm="0">
                                          <p:val>
                                            <p:fltVal val="0"/>
                                          </p:val>
                                        </p:tav>
                                        <p:tav tm="100000">
                                          <p:val>
                                            <p:strVal val="#ppt_w"/>
                                          </p:val>
                                        </p:tav>
                                      </p:tavLst>
                                    </p:anim>
                                    <p:anim calcmode="lin" valueType="num">
                                      <p:cBhvr>
                                        <p:cTn id="19" dur="500" fill="hold"/>
                                        <p:tgtEl>
                                          <p:spTgt spid="54"/>
                                        </p:tgtEl>
                                        <p:attrNameLst>
                                          <p:attrName>ppt_h</p:attrName>
                                        </p:attrNameLst>
                                      </p:cBhvr>
                                      <p:tavLst>
                                        <p:tav tm="0">
                                          <p:val>
                                            <p:fltVal val="0"/>
                                          </p:val>
                                        </p:tav>
                                        <p:tav tm="100000">
                                          <p:val>
                                            <p:strVal val="#ppt_h"/>
                                          </p:val>
                                        </p:tav>
                                      </p:tavLst>
                                    </p:anim>
                                    <p:anim calcmode="lin" valueType="num">
                                      <p:cBhvr>
                                        <p:cTn id="20" dur="500" fill="hold"/>
                                        <p:tgtEl>
                                          <p:spTgt spid="54"/>
                                        </p:tgtEl>
                                        <p:attrNameLst>
                                          <p:attrName>style.rotation</p:attrName>
                                        </p:attrNameLst>
                                      </p:cBhvr>
                                      <p:tavLst>
                                        <p:tav tm="0">
                                          <p:val>
                                            <p:fltVal val="360"/>
                                          </p:val>
                                        </p:tav>
                                        <p:tav tm="100000">
                                          <p:val>
                                            <p:fltVal val="0"/>
                                          </p:val>
                                        </p:tav>
                                      </p:tavLst>
                                    </p:anim>
                                    <p:animEffect transition="in" filter="fade">
                                      <p:cBhvr>
                                        <p:cTn id="21" dur="500"/>
                                        <p:tgtEl>
                                          <p:spTgt spid="54"/>
                                        </p:tgtEl>
                                      </p:cBhvr>
                                    </p:animEffect>
                                  </p:childTnLst>
                                </p:cTn>
                              </p:par>
                            </p:childTnLst>
                          </p:cTn>
                        </p:par>
                        <p:par>
                          <p:cTn id="22" fill="hold">
                            <p:stCondLst>
                              <p:cond delay="500"/>
                            </p:stCondLst>
                            <p:childTnLst>
                              <p:par>
                                <p:cTn id="23" presetID="1" presetClass="entr" presetSubtype="0" fill="hold" grpId="0" nodeType="afterEffect">
                                  <p:stCondLst>
                                    <p:cond delay="0"/>
                                  </p:stCondLst>
                                  <p:iterate type="lt">
                                    <p:tmAbs val="100"/>
                                  </p:iterate>
                                  <p:childTnLst>
                                    <p:set>
                                      <p:cBhvr>
                                        <p:cTn id="24" dur="1" fill="hold">
                                          <p:stCondLst>
                                            <p:cond delay="0"/>
                                          </p:stCondLst>
                                        </p:cTn>
                                        <p:tgtEl>
                                          <p:spTgt spid="55"/>
                                        </p:tgtEl>
                                        <p:attrNameLst>
                                          <p:attrName>style.visibility</p:attrName>
                                        </p:attrNameLst>
                                      </p:cBhvr>
                                      <p:to>
                                        <p:strVal val="visible"/>
                                      </p:to>
                                    </p:set>
                                  </p:childTnLst>
                                </p:cTn>
                              </p:par>
                            </p:childTnLst>
                          </p:cTn>
                        </p:par>
                      </p:childTnLst>
                    </p:cTn>
                  </p:par>
                  <p:par>
                    <p:cTn id="25" fill="hold">
                      <p:stCondLst>
                        <p:cond delay="indefinite"/>
                      </p:stCondLst>
                      <p:childTnLst>
                        <p:par>
                          <p:cTn id="26" fill="hold">
                            <p:stCondLst>
                              <p:cond delay="0"/>
                            </p:stCondLst>
                            <p:childTnLst>
                              <p:par>
                                <p:cTn id="27" presetID="49" presetClass="entr" presetSubtype="0" decel="100000" fill="hold" grpId="0" nodeType="clickEffect">
                                  <p:stCondLst>
                                    <p:cond delay="0"/>
                                  </p:stCondLst>
                                  <p:childTnLst>
                                    <p:set>
                                      <p:cBhvr>
                                        <p:cTn id="28" dur="1" fill="hold">
                                          <p:stCondLst>
                                            <p:cond delay="0"/>
                                          </p:stCondLst>
                                        </p:cTn>
                                        <p:tgtEl>
                                          <p:spTgt spid="56"/>
                                        </p:tgtEl>
                                        <p:attrNameLst>
                                          <p:attrName>style.visibility</p:attrName>
                                        </p:attrNameLst>
                                      </p:cBhvr>
                                      <p:to>
                                        <p:strVal val="visible"/>
                                      </p:to>
                                    </p:set>
                                    <p:anim calcmode="lin" valueType="num">
                                      <p:cBhvr>
                                        <p:cTn id="29" dur="500" fill="hold"/>
                                        <p:tgtEl>
                                          <p:spTgt spid="56"/>
                                        </p:tgtEl>
                                        <p:attrNameLst>
                                          <p:attrName>ppt_w</p:attrName>
                                        </p:attrNameLst>
                                      </p:cBhvr>
                                      <p:tavLst>
                                        <p:tav tm="0">
                                          <p:val>
                                            <p:fltVal val="0"/>
                                          </p:val>
                                        </p:tav>
                                        <p:tav tm="100000">
                                          <p:val>
                                            <p:strVal val="#ppt_w"/>
                                          </p:val>
                                        </p:tav>
                                      </p:tavLst>
                                    </p:anim>
                                    <p:anim calcmode="lin" valueType="num">
                                      <p:cBhvr>
                                        <p:cTn id="30" dur="500" fill="hold"/>
                                        <p:tgtEl>
                                          <p:spTgt spid="56"/>
                                        </p:tgtEl>
                                        <p:attrNameLst>
                                          <p:attrName>ppt_h</p:attrName>
                                        </p:attrNameLst>
                                      </p:cBhvr>
                                      <p:tavLst>
                                        <p:tav tm="0">
                                          <p:val>
                                            <p:fltVal val="0"/>
                                          </p:val>
                                        </p:tav>
                                        <p:tav tm="100000">
                                          <p:val>
                                            <p:strVal val="#ppt_h"/>
                                          </p:val>
                                        </p:tav>
                                      </p:tavLst>
                                    </p:anim>
                                    <p:anim calcmode="lin" valueType="num">
                                      <p:cBhvr>
                                        <p:cTn id="31" dur="500" fill="hold"/>
                                        <p:tgtEl>
                                          <p:spTgt spid="56"/>
                                        </p:tgtEl>
                                        <p:attrNameLst>
                                          <p:attrName>style.rotation</p:attrName>
                                        </p:attrNameLst>
                                      </p:cBhvr>
                                      <p:tavLst>
                                        <p:tav tm="0">
                                          <p:val>
                                            <p:fltVal val="360"/>
                                          </p:val>
                                        </p:tav>
                                        <p:tav tm="100000">
                                          <p:val>
                                            <p:fltVal val="0"/>
                                          </p:val>
                                        </p:tav>
                                      </p:tavLst>
                                    </p:anim>
                                    <p:animEffect transition="in" filter="fade">
                                      <p:cBhvr>
                                        <p:cTn id="32" dur="500"/>
                                        <p:tgtEl>
                                          <p:spTgt spid="56"/>
                                        </p:tgtEl>
                                      </p:cBhvr>
                                    </p:animEffect>
                                  </p:childTnLst>
                                </p:cTn>
                              </p:par>
                            </p:childTnLst>
                          </p:cTn>
                        </p:par>
                        <p:par>
                          <p:cTn id="33" fill="hold">
                            <p:stCondLst>
                              <p:cond delay="500"/>
                            </p:stCondLst>
                            <p:childTnLst>
                              <p:par>
                                <p:cTn id="34" presetID="1" presetClass="entr" presetSubtype="0" fill="hold" grpId="0" nodeType="afterEffect">
                                  <p:stCondLst>
                                    <p:cond delay="0"/>
                                  </p:stCondLst>
                                  <p:iterate type="lt">
                                    <p:tmAbs val="100"/>
                                  </p:iterate>
                                  <p:childTnLst>
                                    <p:set>
                                      <p:cBhvr>
                                        <p:cTn id="35" dur="1" fill="hold">
                                          <p:stCondLst>
                                            <p:cond delay="0"/>
                                          </p:stCondLst>
                                        </p:cTn>
                                        <p:tgtEl>
                                          <p:spTgt spid="57"/>
                                        </p:tgtEl>
                                        <p:attrNameLst>
                                          <p:attrName>style.visibility</p:attrName>
                                        </p:attrNameLst>
                                      </p:cBhvr>
                                      <p:to>
                                        <p:strVal val="visible"/>
                                      </p:to>
                                    </p:set>
                                  </p:childTnLst>
                                </p:cTn>
                              </p:par>
                            </p:childTnLst>
                          </p:cTn>
                        </p:par>
                      </p:childTnLst>
                    </p:cTn>
                  </p:par>
                  <p:par>
                    <p:cTn id="36" fill="hold">
                      <p:stCondLst>
                        <p:cond delay="indefinite"/>
                      </p:stCondLst>
                      <p:childTnLst>
                        <p:par>
                          <p:cTn id="37" fill="hold">
                            <p:stCondLst>
                              <p:cond delay="0"/>
                            </p:stCondLst>
                            <p:childTnLst>
                              <p:par>
                                <p:cTn id="38" presetID="49" presetClass="entr" presetSubtype="0" decel="100000" fill="hold" grpId="0" nodeType="clickEffect">
                                  <p:stCondLst>
                                    <p:cond delay="0"/>
                                  </p:stCondLst>
                                  <p:childTnLst>
                                    <p:set>
                                      <p:cBhvr>
                                        <p:cTn id="39" dur="1" fill="hold">
                                          <p:stCondLst>
                                            <p:cond delay="0"/>
                                          </p:stCondLst>
                                        </p:cTn>
                                        <p:tgtEl>
                                          <p:spTgt spid="58"/>
                                        </p:tgtEl>
                                        <p:attrNameLst>
                                          <p:attrName>style.visibility</p:attrName>
                                        </p:attrNameLst>
                                      </p:cBhvr>
                                      <p:to>
                                        <p:strVal val="visible"/>
                                      </p:to>
                                    </p:set>
                                    <p:anim calcmode="lin" valueType="num">
                                      <p:cBhvr>
                                        <p:cTn id="40" dur="500" fill="hold"/>
                                        <p:tgtEl>
                                          <p:spTgt spid="58"/>
                                        </p:tgtEl>
                                        <p:attrNameLst>
                                          <p:attrName>ppt_w</p:attrName>
                                        </p:attrNameLst>
                                      </p:cBhvr>
                                      <p:tavLst>
                                        <p:tav tm="0">
                                          <p:val>
                                            <p:fltVal val="0"/>
                                          </p:val>
                                        </p:tav>
                                        <p:tav tm="100000">
                                          <p:val>
                                            <p:strVal val="#ppt_w"/>
                                          </p:val>
                                        </p:tav>
                                      </p:tavLst>
                                    </p:anim>
                                    <p:anim calcmode="lin" valueType="num">
                                      <p:cBhvr>
                                        <p:cTn id="41" dur="500" fill="hold"/>
                                        <p:tgtEl>
                                          <p:spTgt spid="58"/>
                                        </p:tgtEl>
                                        <p:attrNameLst>
                                          <p:attrName>ppt_h</p:attrName>
                                        </p:attrNameLst>
                                      </p:cBhvr>
                                      <p:tavLst>
                                        <p:tav tm="0">
                                          <p:val>
                                            <p:fltVal val="0"/>
                                          </p:val>
                                        </p:tav>
                                        <p:tav tm="100000">
                                          <p:val>
                                            <p:strVal val="#ppt_h"/>
                                          </p:val>
                                        </p:tav>
                                      </p:tavLst>
                                    </p:anim>
                                    <p:anim calcmode="lin" valueType="num">
                                      <p:cBhvr>
                                        <p:cTn id="42" dur="500" fill="hold"/>
                                        <p:tgtEl>
                                          <p:spTgt spid="58"/>
                                        </p:tgtEl>
                                        <p:attrNameLst>
                                          <p:attrName>style.rotation</p:attrName>
                                        </p:attrNameLst>
                                      </p:cBhvr>
                                      <p:tavLst>
                                        <p:tav tm="0">
                                          <p:val>
                                            <p:fltVal val="360"/>
                                          </p:val>
                                        </p:tav>
                                        <p:tav tm="100000">
                                          <p:val>
                                            <p:fltVal val="0"/>
                                          </p:val>
                                        </p:tav>
                                      </p:tavLst>
                                    </p:anim>
                                    <p:animEffect transition="in" filter="fade">
                                      <p:cBhvr>
                                        <p:cTn id="43" dur="500"/>
                                        <p:tgtEl>
                                          <p:spTgt spid="58"/>
                                        </p:tgtEl>
                                      </p:cBhvr>
                                    </p:animEffect>
                                  </p:childTnLst>
                                </p:cTn>
                              </p:par>
                            </p:childTnLst>
                          </p:cTn>
                        </p:par>
                        <p:par>
                          <p:cTn id="44" fill="hold">
                            <p:stCondLst>
                              <p:cond delay="500"/>
                            </p:stCondLst>
                            <p:childTnLst>
                              <p:par>
                                <p:cTn id="45" presetID="1" presetClass="entr" presetSubtype="0" fill="hold" grpId="0" nodeType="afterEffect">
                                  <p:stCondLst>
                                    <p:cond delay="0"/>
                                  </p:stCondLst>
                                  <p:iterate type="lt">
                                    <p:tmAbs val="100"/>
                                  </p:iterate>
                                  <p:childTnLst>
                                    <p:set>
                                      <p:cBhvr>
                                        <p:cTn id="46" dur="1" fill="hold">
                                          <p:stCondLst>
                                            <p:cond delay="0"/>
                                          </p:stCondLst>
                                        </p:cTn>
                                        <p:tgtEl>
                                          <p:spTgt spid="59"/>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2" grpId="0" animBg="1"/>
      <p:bldP spid="53" grpId="0"/>
      <p:bldP spid="54" grpId="0" animBg="1"/>
      <p:bldP spid="55" grpId="0"/>
      <p:bldP spid="56" grpId="0" animBg="1"/>
      <p:bldP spid="57" grpId="0"/>
      <p:bldP spid="58" grpId="0" animBg="1"/>
      <p:bldP spid="59" grpId="0"/>
    </p:bldLst>
  </p:timing>
</p:sld>
</file>

<file path=ppt/slides/slide41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4" name="íşlïḍè">
            <a:extLst>
              <a:ext uri="{FF2B5EF4-FFF2-40B4-BE49-F238E27FC236}">
                <a16:creationId xmlns:a16="http://schemas.microsoft.com/office/drawing/2014/main" id="{9E1F89B6-FB6F-4726-A814-7E624EF95FF2}"/>
              </a:ext>
            </a:extLst>
          </p:cNvPr>
          <p:cNvSpPr txBox="1"/>
          <p:nvPr/>
        </p:nvSpPr>
        <p:spPr>
          <a:xfrm>
            <a:off x="1552325" y="3197031"/>
            <a:ext cx="3378381" cy="358248"/>
          </a:xfrm>
          <a:prstGeom prst="rect">
            <a:avLst/>
          </a:prstGeom>
          <a:noFill/>
        </p:spPr>
        <p:txBody>
          <a:bodyPr wrap="square" lIns="91440" tIns="45720" rIns="91440" bIns="45720" anchor="ctr">
            <a:noAutofit/>
          </a:bodyPr>
          <a:lstStyle/>
          <a:p>
            <a:pPr algn="ctr"/>
            <a:r>
              <a:rPr lang="zh-CN" altLang="en-US" b="1" dirty="0">
                <a:latin typeface="Arial Narrow" panose="020B0606020202030204" pitchFamily="34" charset="0"/>
              </a:rPr>
              <a:t>使用总线的共享式以太网</a:t>
            </a:r>
          </a:p>
        </p:txBody>
      </p:sp>
      <p:sp>
        <p:nvSpPr>
          <p:cNvPr id="81" name="íşlïḍè">
            <a:extLst>
              <a:ext uri="{FF2B5EF4-FFF2-40B4-BE49-F238E27FC236}">
                <a16:creationId xmlns:a16="http://schemas.microsoft.com/office/drawing/2014/main" id="{63B606B5-32F2-467E-924B-C03674F411AF}"/>
              </a:ext>
            </a:extLst>
          </p:cNvPr>
          <p:cNvSpPr txBox="1"/>
          <p:nvPr/>
        </p:nvSpPr>
        <p:spPr>
          <a:xfrm>
            <a:off x="7540588" y="3155168"/>
            <a:ext cx="3378381" cy="400111"/>
          </a:xfrm>
          <a:prstGeom prst="rect">
            <a:avLst/>
          </a:prstGeom>
          <a:noFill/>
        </p:spPr>
        <p:txBody>
          <a:bodyPr wrap="square" lIns="91440" tIns="45720" rIns="91440" bIns="45720" anchor="ctr">
            <a:noAutofit/>
          </a:bodyPr>
          <a:lstStyle/>
          <a:p>
            <a:pPr algn="ctr"/>
            <a:r>
              <a:rPr lang="zh-CN" altLang="en-US" b="1" dirty="0">
                <a:latin typeface="Arial Narrow" panose="020B0606020202030204" pitchFamily="34" charset="0"/>
              </a:rPr>
              <a:t>使用集线器的共享式以太网</a:t>
            </a:r>
          </a:p>
        </p:txBody>
      </p:sp>
      <p:sp>
        <p:nvSpPr>
          <p:cNvPr id="152" name="íşlïḍè">
            <a:extLst>
              <a:ext uri="{FF2B5EF4-FFF2-40B4-BE49-F238E27FC236}">
                <a16:creationId xmlns:a16="http://schemas.microsoft.com/office/drawing/2014/main" id="{7ADD3EF4-A488-4E44-9D70-4FFEBFA03FB5}"/>
              </a:ext>
            </a:extLst>
          </p:cNvPr>
          <p:cNvSpPr txBox="1"/>
          <p:nvPr/>
        </p:nvSpPr>
        <p:spPr>
          <a:xfrm>
            <a:off x="977260" y="5988962"/>
            <a:ext cx="4395338" cy="358248"/>
          </a:xfrm>
          <a:prstGeom prst="rect">
            <a:avLst/>
          </a:prstGeom>
          <a:noFill/>
        </p:spPr>
        <p:txBody>
          <a:bodyPr wrap="square" lIns="91440" tIns="45720" rIns="91440" bIns="45720" anchor="ctr">
            <a:noAutofit/>
          </a:bodyPr>
          <a:lstStyle/>
          <a:p>
            <a:pPr algn="ctr"/>
            <a:r>
              <a:rPr lang="zh-CN" altLang="en-US" b="1" dirty="0">
                <a:latin typeface="Arial Narrow" panose="020B0606020202030204" pitchFamily="34" charset="0"/>
              </a:rPr>
              <a:t>使用集线器在物理层扩展共享式以太网</a:t>
            </a:r>
          </a:p>
        </p:txBody>
      </p:sp>
      <p:sp>
        <p:nvSpPr>
          <p:cNvPr id="154" name="íşlïḍè">
            <a:extLst>
              <a:ext uri="{FF2B5EF4-FFF2-40B4-BE49-F238E27FC236}">
                <a16:creationId xmlns:a16="http://schemas.microsoft.com/office/drawing/2014/main" id="{AA1B5D81-C20B-4FE2-A6D9-682608A51625}"/>
              </a:ext>
            </a:extLst>
          </p:cNvPr>
          <p:cNvSpPr txBox="1"/>
          <p:nvPr/>
        </p:nvSpPr>
        <p:spPr>
          <a:xfrm>
            <a:off x="6919616" y="5988962"/>
            <a:ext cx="4395338" cy="358248"/>
          </a:xfrm>
          <a:prstGeom prst="rect">
            <a:avLst/>
          </a:prstGeom>
          <a:noFill/>
        </p:spPr>
        <p:txBody>
          <a:bodyPr wrap="square" lIns="91440" tIns="45720" rIns="91440" bIns="45720" anchor="ctr">
            <a:noAutofit/>
          </a:bodyPr>
          <a:lstStyle/>
          <a:p>
            <a:pPr algn="ctr"/>
            <a:r>
              <a:rPr lang="zh-CN" altLang="en-US" b="1" dirty="0">
                <a:latin typeface="Arial Narrow" panose="020B0606020202030204" pitchFamily="34" charset="0"/>
              </a:rPr>
              <a:t>使用网桥在数据链路层扩展以太网</a:t>
            </a:r>
          </a:p>
        </p:txBody>
      </p:sp>
      <p:grpSp>
        <p:nvGrpSpPr>
          <p:cNvPr id="4" name="组合 3">
            <a:extLst>
              <a:ext uri="{FF2B5EF4-FFF2-40B4-BE49-F238E27FC236}">
                <a16:creationId xmlns:a16="http://schemas.microsoft.com/office/drawing/2014/main" id="{9A1EA9F2-FCB6-48C3-935F-7AE7E3AD14AC}"/>
              </a:ext>
            </a:extLst>
          </p:cNvPr>
          <p:cNvGrpSpPr/>
          <p:nvPr/>
        </p:nvGrpSpPr>
        <p:grpSpPr>
          <a:xfrm>
            <a:off x="304800" y="749300"/>
            <a:ext cx="6192344" cy="400110"/>
            <a:chOff x="424117" y="898245"/>
            <a:chExt cx="6192344" cy="400110"/>
          </a:xfrm>
        </p:grpSpPr>
        <p:sp>
          <p:nvSpPr>
            <p:cNvPr id="2" name="平行四边形 1">
              <a:extLst>
                <a:ext uri="{FF2B5EF4-FFF2-40B4-BE49-F238E27FC236}">
                  <a16:creationId xmlns:a16="http://schemas.microsoft.com/office/drawing/2014/main" id="{1F5BAA3F-9845-4F89-A2DD-8222D3E4EDAC}"/>
                </a:ext>
              </a:extLst>
            </p:cNvPr>
            <p:cNvSpPr/>
            <p:nvPr/>
          </p:nvSpPr>
          <p:spPr>
            <a:xfrm>
              <a:off x="424117" y="898245"/>
              <a:ext cx="628306" cy="387090"/>
            </a:xfrm>
            <a:prstGeom prst="parallelogram">
              <a:avLst/>
            </a:prstGeom>
            <a:solidFill>
              <a:schemeClr val="accent3">
                <a:lumMod val="75000"/>
              </a:schemeClr>
            </a:solidFill>
            <a:ln>
              <a:solidFill>
                <a:schemeClr val="accent3">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CN" sz="2200" dirty="0">
                  <a:latin typeface="Impact" panose="020B0806030902050204" pitchFamily="34" charset="0"/>
                </a:rPr>
                <a:t>01</a:t>
              </a:r>
              <a:endParaRPr lang="zh-CN" altLang="en-US" sz="2200" dirty="0">
                <a:latin typeface="Impact" panose="020B0806030902050204" pitchFamily="34" charset="0"/>
              </a:endParaRPr>
            </a:p>
          </p:txBody>
        </p:sp>
        <p:sp>
          <p:nvSpPr>
            <p:cNvPr id="3" name="文本框 2">
              <a:extLst>
                <a:ext uri="{FF2B5EF4-FFF2-40B4-BE49-F238E27FC236}">
                  <a16:creationId xmlns:a16="http://schemas.microsoft.com/office/drawing/2014/main" id="{4D6BD736-A4D3-4F26-AFED-36E11F50F70B}"/>
                </a:ext>
              </a:extLst>
            </p:cNvPr>
            <p:cNvSpPr txBox="1"/>
            <p:nvPr/>
          </p:nvSpPr>
          <p:spPr>
            <a:xfrm>
              <a:off x="1052423" y="898245"/>
              <a:ext cx="5564038" cy="400110"/>
            </a:xfrm>
            <a:prstGeom prst="rect">
              <a:avLst/>
            </a:prstGeom>
            <a:noFill/>
          </p:spPr>
          <p:txBody>
            <a:bodyPr wrap="square" rtlCol="0">
              <a:spAutoFit/>
            </a:bodyPr>
            <a:lstStyle/>
            <a:p>
              <a:r>
                <a:rPr lang="zh-CN" altLang="en-US" sz="2000" b="1" dirty="0">
                  <a:solidFill>
                    <a:schemeClr val="tx1"/>
                  </a:solidFill>
                  <a:latin typeface="Arial Narrow" panose="020B0606020202030204" pitchFamily="34" charset="0"/>
                </a:rPr>
                <a:t>交换式以太网</a:t>
              </a:r>
              <a:endParaRPr lang="en-US" altLang="zh-CN" sz="2000" b="1" dirty="0">
                <a:solidFill>
                  <a:schemeClr val="tx1"/>
                </a:solidFill>
                <a:latin typeface="Arial Narrow" panose="020B0606020202030204" pitchFamily="34" charset="0"/>
              </a:endParaRPr>
            </a:p>
          </p:txBody>
        </p:sp>
      </p:grpSp>
      <p:sp>
        <p:nvSpPr>
          <p:cNvPr id="177" name="矩形 176">
            <a:extLst>
              <a:ext uri="{FF2B5EF4-FFF2-40B4-BE49-F238E27FC236}">
                <a16:creationId xmlns:a16="http://schemas.microsoft.com/office/drawing/2014/main" id="{4BC9E81E-83F3-4072-A94C-A24A3569F55C}"/>
              </a:ext>
            </a:extLst>
          </p:cNvPr>
          <p:cNvSpPr/>
          <p:nvPr/>
        </p:nvSpPr>
        <p:spPr>
          <a:xfrm>
            <a:off x="1056633" y="1335374"/>
            <a:ext cx="256976" cy="256976"/>
          </a:xfrm>
          <a:prstGeom prst="rect">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178" name="íşlïḍè">
            <a:extLst>
              <a:ext uri="{FF2B5EF4-FFF2-40B4-BE49-F238E27FC236}">
                <a16:creationId xmlns:a16="http://schemas.microsoft.com/office/drawing/2014/main" id="{0E588580-C72A-44E5-882F-88772CF8D42E}"/>
              </a:ext>
            </a:extLst>
          </p:cNvPr>
          <p:cNvSpPr txBox="1"/>
          <p:nvPr/>
        </p:nvSpPr>
        <p:spPr>
          <a:xfrm>
            <a:off x="1373861" y="1281052"/>
            <a:ext cx="6572867" cy="400111"/>
          </a:xfrm>
          <a:prstGeom prst="rect">
            <a:avLst/>
          </a:prstGeom>
          <a:noFill/>
        </p:spPr>
        <p:txBody>
          <a:bodyPr wrap="square" lIns="91440" tIns="45720" rIns="91440" bIns="45720" anchor="ctr">
            <a:noAutofit/>
          </a:bodyPr>
          <a:lstStyle/>
          <a:p>
            <a:r>
              <a:rPr lang="zh-CN" altLang="en-US" b="1" dirty="0">
                <a:latin typeface="Arial Narrow" panose="020B0606020202030204" pitchFamily="34" charset="0"/>
              </a:rPr>
              <a:t>仅使用交换机（而不使用集线器）的以太网就是交换式以太网。</a:t>
            </a:r>
          </a:p>
        </p:txBody>
      </p:sp>
      <p:grpSp>
        <p:nvGrpSpPr>
          <p:cNvPr id="6" name="组合 5">
            <a:extLst>
              <a:ext uri="{FF2B5EF4-FFF2-40B4-BE49-F238E27FC236}">
                <a16:creationId xmlns:a16="http://schemas.microsoft.com/office/drawing/2014/main" id="{0AE84E73-1CD2-4026-8397-539618A3C86B}"/>
              </a:ext>
            </a:extLst>
          </p:cNvPr>
          <p:cNvGrpSpPr/>
          <p:nvPr/>
        </p:nvGrpSpPr>
        <p:grpSpPr>
          <a:xfrm>
            <a:off x="484834" y="2128580"/>
            <a:ext cx="5513365" cy="905785"/>
            <a:chOff x="498381" y="2907513"/>
            <a:chExt cx="5513365" cy="905785"/>
          </a:xfrm>
        </p:grpSpPr>
        <p:cxnSp>
          <p:nvCxnSpPr>
            <p:cNvPr id="68" name="直接连接符 67">
              <a:extLst>
                <a:ext uri="{FF2B5EF4-FFF2-40B4-BE49-F238E27FC236}">
                  <a16:creationId xmlns:a16="http://schemas.microsoft.com/office/drawing/2014/main" id="{2C9851AE-A45F-43E9-87F0-DEDD784739C6}"/>
                </a:ext>
              </a:extLst>
            </p:cNvPr>
            <p:cNvCxnSpPr>
              <a:cxnSpLocks/>
            </p:cNvCxnSpPr>
            <p:nvPr/>
          </p:nvCxnSpPr>
          <p:spPr>
            <a:xfrm flipV="1">
              <a:off x="2537167" y="2978488"/>
              <a:ext cx="0" cy="561098"/>
            </a:xfrm>
            <a:prstGeom prst="line">
              <a:avLst/>
            </a:prstGeom>
            <a:ln w="1016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69" name="直接连接符 68">
              <a:extLst>
                <a:ext uri="{FF2B5EF4-FFF2-40B4-BE49-F238E27FC236}">
                  <a16:creationId xmlns:a16="http://schemas.microsoft.com/office/drawing/2014/main" id="{A3F46333-5728-47E7-BBE0-AD525E1B2D32}"/>
                </a:ext>
              </a:extLst>
            </p:cNvPr>
            <p:cNvCxnSpPr>
              <a:cxnSpLocks/>
            </p:cNvCxnSpPr>
            <p:nvPr/>
          </p:nvCxnSpPr>
          <p:spPr>
            <a:xfrm flipV="1">
              <a:off x="3891833" y="2978488"/>
              <a:ext cx="0" cy="561098"/>
            </a:xfrm>
            <a:prstGeom prst="line">
              <a:avLst/>
            </a:prstGeom>
            <a:ln w="1016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70" name="直接连接符 69">
              <a:extLst>
                <a:ext uri="{FF2B5EF4-FFF2-40B4-BE49-F238E27FC236}">
                  <a16:creationId xmlns:a16="http://schemas.microsoft.com/office/drawing/2014/main" id="{B422D04B-5407-4E9A-AE5E-448E679F9830}"/>
                </a:ext>
              </a:extLst>
            </p:cNvPr>
            <p:cNvCxnSpPr>
              <a:cxnSpLocks/>
            </p:cNvCxnSpPr>
            <p:nvPr/>
          </p:nvCxnSpPr>
          <p:spPr>
            <a:xfrm flipV="1">
              <a:off x="5226179" y="2978488"/>
              <a:ext cx="0" cy="561098"/>
            </a:xfrm>
            <a:prstGeom prst="line">
              <a:avLst/>
            </a:prstGeom>
            <a:ln w="1016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5" name="直接连接符 54">
              <a:extLst>
                <a:ext uri="{FF2B5EF4-FFF2-40B4-BE49-F238E27FC236}">
                  <a16:creationId xmlns:a16="http://schemas.microsoft.com/office/drawing/2014/main" id="{56845E85-650E-41B7-BD5B-683D7C5AA4E5}"/>
                </a:ext>
              </a:extLst>
            </p:cNvPr>
            <p:cNvCxnSpPr>
              <a:cxnSpLocks/>
            </p:cNvCxnSpPr>
            <p:nvPr/>
          </p:nvCxnSpPr>
          <p:spPr>
            <a:xfrm>
              <a:off x="624927" y="2986785"/>
              <a:ext cx="5260273" cy="0"/>
            </a:xfrm>
            <a:prstGeom prst="line">
              <a:avLst/>
            </a:prstGeom>
            <a:ln w="1016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6" name="直接连接符 55">
              <a:extLst>
                <a:ext uri="{FF2B5EF4-FFF2-40B4-BE49-F238E27FC236}">
                  <a16:creationId xmlns:a16="http://schemas.microsoft.com/office/drawing/2014/main" id="{6A2803D1-015B-4C11-80C4-710A6A8E1044}"/>
                </a:ext>
              </a:extLst>
            </p:cNvPr>
            <p:cNvCxnSpPr>
              <a:cxnSpLocks/>
            </p:cNvCxnSpPr>
            <p:nvPr/>
          </p:nvCxnSpPr>
          <p:spPr>
            <a:xfrm flipV="1">
              <a:off x="1179113" y="3014496"/>
              <a:ext cx="0" cy="561098"/>
            </a:xfrm>
            <a:prstGeom prst="line">
              <a:avLst/>
            </a:prstGeom>
            <a:ln w="101600">
              <a:solidFill>
                <a:schemeClr val="tx1"/>
              </a:solidFill>
            </a:ln>
          </p:spPr>
          <p:style>
            <a:lnRef idx="1">
              <a:schemeClr val="accent1"/>
            </a:lnRef>
            <a:fillRef idx="0">
              <a:schemeClr val="accent1"/>
            </a:fillRef>
            <a:effectRef idx="0">
              <a:schemeClr val="accent1"/>
            </a:effectRef>
            <a:fontRef idx="minor">
              <a:schemeClr val="tx1"/>
            </a:fontRef>
          </p:style>
        </p:cxnSp>
        <p:pic>
          <p:nvPicPr>
            <p:cNvPr id="57" name="图形 56">
              <a:extLst>
                <a:ext uri="{FF2B5EF4-FFF2-40B4-BE49-F238E27FC236}">
                  <a16:creationId xmlns:a16="http://schemas.microsoft.com/office/drawing/2014/main" id="{8DF4AD4D-7FFC-4FF7-99A8-BC7FD9D4431F}"/>
                </a:ext>
              </a:extLst>
            </p:cNvPr>
            <p:cNvPicPr>
              <a:picLocks noChangeAspect="1"/>
            </p:cNvPicPr>
            <p:nvPr/>
          </p:nvPicPr>
          <p:blipFill>
            <a:blip r:embed="rId3" cstate="print">
              <a:extLst>
                <a:ext uri="{28A0092B-C50C-407E-A947-70E740481C1C}">
                  <a14:useLocalDpi xmlns:a14="http://schemas.microsoft.com/office/drawing/2010/main" val="0"/>
                </a:ext>
                <a:ext uri="{96DAC541-7B7A-43D3-8B79-37D633B846F1}">
                  <asvg:svgBlip xmlns:asvg="http://schemas.microsoft.com/office/drawing/2016/SVG/main" r:embed="rId4"/>
                </a:ext>
              </a:extLst>
            </a:blip>
            <a:stretch>
              <a:fillRect/>
            </a:stretch>
          </p:blipFill>
          <p:spPr>
            <a:xfrm>
              <a:off x="829167" y="3337890"/>
              <a:ext cx="491524" cy="475408"/>
            </a:xfrm>
            <a:prstGeom prst="rect">
              <a:avLst/>
            </a:prstGeom>
          </p:spPr>
        </p:pic>
        <p:pic>
          <p:nvPicPr>
            <p:cNvPr id="59" name="图形 58">
              <a:extLst>
                <a:ext uri="{FF2B5EF4-FFF2-40B4-BE49-F238E27FC236}">
                  <a16:creationId xmlns:a16="http://schemas.microsoft.com/office/drawing/2014/main" id="{155C2A7E-A6FC-48BD-897E-FACB867ADB73}"/>
                </a:ext>
              </a:extLst>
            </p:cNvPr>
            <p:cNvPicPr>
              <a:picLocks noChangeAspect="1"/>
            </p:cNvPicPr>
            <p:nvPr/>
          </p:nvPicPr>
          <p:blipFill>
            <a:blip r:embed="rId3" cstate="print">
              <a:extLst>
                <a:ext uri="{28A0092B-C50C-407E-A947-70E740481C1C}">
                  <a14:useLocalDpi xmlns:a14="http://schemas.microsoft.com/office/drawing/2010/main" val="0"/>
                </a:ext>
                <a:ext uri="{96DAC541-7B7A-43D3-8B79-37D633B846F1}">
                  <asvg:svgBlip xmlns:asvg="http://schemas.microsoft.com/office/drawing/2016/SVG/main" r:embed="rId4"/>
                </a:ext>
              </a:extLst>
            </a:blip>
            <a:stretch>
              <a:fillRect/>
            </a:stretch>
          </p:blipFill>
          <p:spPr>
            <a:xfrm>
              <a:off x="2177802" y="3337890"/>
              <a:ext cx="491524" cy="475408"/>
            </a:xfrm>
            <a:prstGeom prst="rect">
              <a:avLst/>
            </a:prstGeom>
          </p:spPr>
        </p:pic>
        <p:pic>
          <p:nvPicPr>
            <p:cNvPr id="61" name="图形 60">
              <a:extLst>
                <a:ext uri="{FF2B5EF4-FFF2-40B4-BE49-F238E27FC236}">
                  <a16:creationId xmlns:a16="http://schemas.microsoft.com/office/drawing/2014/main" id="{A356786F-97C0-49E3-AF8B-D4D41B822201}"/>
                </a:ext>
              </a:extLst>
            </p:cNvPr>
            <p:cNvPicPr>
              <a:picLocks noChangeAspect="1"/>
            </p:cNvPicPr>
            <p:nvPr/>
          </p:nvPicPr>
          <p:blipFill>
            <a:blip r:embed="rId3" cstate="print">
              <a:extLst>
                <a:ext uri="{28A0092B-C50C-407E-A947-70E740481C1C}">
                  <a14:useLocalDpi xmlns:a14="http://schemas.microsoft.com/office/drawing/2010/main" val="0"/>
                </a:ext>
                <a:ext uri="{96DAC541-7B7A-43D3-8B79-37D633B846F1}">
                  <asvg:svgBlip xmlns:asvg="http://schemas.microsoft.com/office/drawing/2016/SVG/main" r:embed="rId4"/>
                </a:ext>
              </a:extLst>
            </a:blip>
            <a:stretch>
              <a:fillRect/>
            </a:stretch>
          </p:blipFill>
          <p:spPr>
            <a:xfrm>
              <a:off x="4875073" y="3337890"/>
              <a:ext cx="491524" cy="475408"/>
            </a:xfrm>
            <a:prstGeom prst="rect">
              <a:avLst/>
            </a:prstGeom>
          </p:spPr>
        </p:pic>
        <p:sp>
          <p:nvSpPr>
            <p:cNvPr id="62" name="矩形 61">
              <a:extLst>
                <a:ext uri="{FF2B5EF4-FFF2-40B4-BE49-F238E27FC236}">
                  <a16:creationId xmlns:a16="http://schemas.microsoft.com/office/drawing/2014/main" id="{0069A29D-EAB4-4995-B4F2-3777696159AB}"/>
                </a:ext>
              </a:extLst>
            </p:cNvPr>
            <p:cNvSpPr/>
            <p:nvPr/>
          </p:nvSpPr>
          <p:spPr>
            <a:xfrm>
              <a:off x="498381" y="2907513"/>
              <a:ext cx="144000" cy="144000"/>
            </a:xfrm>
            <a:prstGeom prst="rect">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64" name="文本框 63">
              <a:extLst>
                <a:ext uri="{FF2B5EF4-FFF2-40B4-BE49-F238E27FC236}">
                  <a16:creationId xmlns:a16="http://schemas.microsoft.com/office/drawing/2014/main" id="{03BDF697-9BE6-475D-85C8-7653CA71059D}"/>
                </a:ext>
              </a:extLst>
            </p:cNvPr>
            <p:cNvSpPr txBox="1"/>
            <p:nvPr/>
          </p:nvSpPr>
          <p:spPr>
            <a:xfrm>
              <a:off x="4204073" y="3354920"/>
              <a:ext cx="670999" cy="369332"/>
            </a:xfrm>
            <a:prstGeom prst="rect">
              <a:avLst/>
            </a:prstGeom>
            <a:noFill/>
          </p:spPr>
          <p:txBody>
            <a:bodyPr wrap="square" rtlCol="0">
              <a:spAutoFit/>
            </a:bodyPr>
            <a:lstStyle/>
            <a:p>
              <a:pPr algn="ctr"/>
              <a:r>
                <a:rPr lang="en-US" altLang="zh-CN" b="1" dirty="0">
                  <a:latin typeface="+mn-ea"/>
                </a:rPr>
                <a:t>…</a:t>
              </a:r>
              <a:endParaRPr lang="zh-CN" altLang="en-US" b="1" dirty="0">
                <a:latin typeface="+mn-ea"/>
              </a:endParaRPr>
            </a:p>
          </p:txBody>
        </p:sp>
        <p:sp>
          <p:nvSpPr>
            <p:cNvPr id="65" name="矩形 64">
              <a:extLst>
                <a:ext uri="{FF2B5EF4-FFF2-40B4-BE49-F238E27FC236}">
                  <a16:creationId xmlns:a16="http://schemas.microsoft.com/office/drawing/2014/main" id="{A7A37806-E17C-4603-B5D4-14A2FCC27753}"/>
                </a:ext>
              </a:extLst>
            </p:cNvPr>
            <p:cNvSpPr/>
            <p:nvPr/>
          </p:nvSpPr>
          <p:spPr>
            <a:xfrm>
              <a:off x="5867746" y="2921186"/>
              <a:ext cx="144000" cy="144000"/>
            </a:xfrm>
            <a:prstGeom prst="rect">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pic>
          <p:nvPicPr>
            <p:cNvPr id="66" name="图形 65">
              <a:extLst>
                <a:ext uri="{FF2B5EF4-FFF2-40B4-BE49-F238E27FC236}">
                  <a16:creationId xmlns:a16="http://schemas.microsoft.com/office/drawing/2014/main" id="{947B7A68-27E0-4A95-8125-10F770FCF733}"/>
                </a:ext>
              </a:extLst>
            </p:cNvPr>
            <p:cNvPicPr>
              <a:picLocks noChangeAspect="1"/>
            </p:cNvPicPr>
            <p:nvPr/>
          </p:nvPicPr>
          <p:blipFill>
            <a:blip r:embed="rId3" cstate="print">
              <a:extLst>
                <a:ext uri="{28A0092B-C50C-407E-A947-70E740481C1C}">
                  <a14:useLocalDpi xmlns:a14="http://schemas.microsoft.com/office/drawing/2010/main" val="0"/>
                </a:ext>
                <a:ext uri="{96DAC541-7B7A-43D3-8B79-37D633B846F1}">
                  <asvg:svgBlip xmlns:asvg="http://schemas.microsoft.com/office/drawing/2016/SVG/main" r:embed="rId4"/>
                </a:ext>
              </a:extLst>
            </a:blip>
            <a:stretch>
              <a:fillRect/>
            </a:stretch>
          </p:blipFill>
          <p:spPr>
            <a:xfrm>
              <a:off x="3526437" y="3337890"/>
              <a:ext cx="491524" cy="475408"/>
            </a:xfrm>
            <a:prstGeom prst="rect">
              <a:avLst/>
            </a:prstGeom>
          </p:spPr>
        </p:pic>
      </p:grpSp>
      <p:grpSp>
        <p:nvGrpSpPr>
          <p:cNvPr id="15" name="组合 14">
            <a:extLst>
              <a:ext uri="{FF2B5EF4-FFF2-40B4-BE49-F238E27FC236}">
                <a16:creationId xmlns:a16="http://schemas.microsoft.com/office/drawing/2014/main" id="{AA6CD0DA-33BA-44C1-BFA8-ABF1E023644C}"/>
              </a:ext>
            </a:extLst>
          </p:cNvPr>
          <p:cNvGrpSpPr/>
          <p:nvPr/>
        </p:nvGrpSpPr>
        <p:grpSpPr>
          <a:xfrm>
            <a:off x="6497144" y="3884626"/>
            <a:ext cx="5309334" cy="2001983"/>
            <a:chOff x="6237963" y="3967563"/>
            <a:chExt cx="5309334" cy="2001983"/>
          </a:xfrm>
        </p:grpSpPr>
        <p:cxnSp>
          <p:nvCxnSpPr>
            <p:cNvPr id="85" name="直接连接符 84">
              <a:extLst>
                <a:ext uri="{FF2B5EF4-FFF2-40B4-BE49-F238E27FC236}">
                  <a16:creationId xmlns:a16="http://schemas.microsoft.com/office/drawing/2014/main" id="{A21BB562-DD36-4188-960F-98A0B328785A}"/>
                </a:ext>
              </a:extLst>
            </p:cNvPr>
            <p:cNvCxnSpPr>
              <a:cxnSpLocks/>
            </p:cNvCxnSpPr>
            <p:nvPr/>
          </p:nvCxnSpPr>
          <p:spPr>
            <a:xfrm>
              <a:off x="6415202" y="5050680"/>
              <a:ext cx="4699838" cy="0"/>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cxnSp>
          <p:nvCxnSpPr>
            <p:cNvPr id="86" name="直接连接符 85">
              <a:extLst>
                <a:ext uri="{FF2B5EF4-FFF2-40B4-BE49-F238E27FC236}">
                  <a16:creationId xmlns:a16="http://schemas.microsoft.com/office/drawing/2014/main" id="{E1171DD8-EB50-4F71-BA65-1ABA08491866}"/>
                </a:ext>
              </a:extLst>
            </p:cNvPr>
            <p:cNvCxnSpPr/>
            <p:nvPr/>
          </p:nvCxnSpPr>
          <p:spPr>
            <a:xfrm>
              <a:off x="7723670" y="4292066"/>
              <a:ext cx="0" cy="1512147"/>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pic>
          <p:nvPicPr>
            <p:cNvPr id="87" name="图形 86">
              <a:extLst>
                <a:ext uri="{FF2B5EF4-FFF2-40B4-BE49-F238E27FC236}">
                  <a16:creationId xmlns:a16="http://schemas.microsoft.com/office/drawing/2014/main" id="{20C0B518-319F-4EEB-B891-C5D520BB28F0}"/>
                </a:ext>
              </a:extLst>
            </p:cNvPr>
            <p:cNvPicPr>
              <a:picLocks noChangeAspect="1"/>
            </p:cNvPicPr>
            <p:nvPr/>
          </p:nvPicPr>
          <p:blipFill>
            <a:blip r:embed="rId3" cstate="print">
              <a:extLst>
                <a:ext uri="{28A0092B-C50C-407E-A947-70E740481C1C}">
                  <a14:useLocalDpi xmlns:a14="http://schemas.microsoft.com/office/drawing/2010/main" val="0"/>
                </a:ext>
                <a:ext uri="{96DAC541-7B7A-43D3-8B79-37D633B846F1}">
                  <asvg:svgBlip xmlns:asvg="http://schemas.microsoft.com/office/drawing/2016/SVG/main" r:embed="rId4"/>
                </a:ext>
              </a:extLst>
            </a:blip>
            <a:stretch>
              <a:fillRect/>
            </a:stretch>
          </p:blipFill>
          <p:spPr>
            <a:xfrm>
              <a:off x="6237963" y="4713919"/>
              <a:ext cx="491524" cy="475408"/>
            </a:xfrm>
            <a:prstGeom prst="rect">
              <a:avLst/>
            </a:prstGeom>
          </p:spPr>
        </p:pic>
        <p:pic>
          <p:nvPicPr>
            <p:cNvPr id="88" name="图形 87">
              <a:extLst>
                <a:ext uri="{FF2B5EF4-FFF2-40B4-BE49-F238E27FC236}">
                  <a16:creationId xmlns:a16="http://schemas.microsoft.com/office/drawing/2014/main" id="{BF1CF8EF-643B-4B31-8D79-34983D280424}"/>
                </a:ext>
              </a:extLst>
            </p:cNvPr>
            <p:cNvPicPr>
              <a:picLocks noChangeAspect="1"/>
            </p:cNvPicPr>
            <p:nvPr/>
          </p:nvPicPr>
          <p:blipFill>
            <a:blip r:embed="rId3" cstate="print">
              <a:extLst>
                <a:ext uri="{28A0092B-C50C-407E-A947-70E740481C1C}">
                  <a14:useLocalDpi xmlns:a14="http://schemas.microsoft.com/office/drawing/2010/main" val="0"/>
                </a:ext>
                <a:ext uri="{96DAC541-7B7A-43D3-8B79-37D633B846F1}">
                  <asvg:svgBlip xmlns:asvg="http://schemas.microsoft.com/office/drawing/2016/SVG/main" r:embed="rId4"/>
                </a:ext>
              </a:extLst>
            </a:blip>
            <a:stretch>
              <a:fillRect/>
            </a:stretch>
          </p:blipFill>
          <p:spPr>
            <a:xfrm>
              <a:off x="7372462" y="5494138"/>
              <a:ext cx="491524" cy="475408"/>
            </a:xfrm>
            <a:prstGeom prst="rect">
              <a:avLst/>
            </a:prstGeom>
          </p:spPr>
        </p:pic>
        <p:pic>
          <p:nvPicPr>
            <p:cNvPr id="89" name="图形 88">
              <a:extLst>
                <a:ext uri="{FF2B5EF4-FFF2-40B4-BE49-F238E27FC236}">
                  <a16:creationId xmlns:a16="http://schemas.microsoft.com/office/drawing/2014/main" id="{D15FA73A-D700-4EB3-8702-C4AE7D1743AE}"/>
                </a:ext>
              </a:extLst>
            </p:cNvPr>
            <p:cNvPicPr>
              <a:picLocks noChangeAspect="1"/>
            </p:cNvPicPr>
            <p:nvPr/>
          </p:nvPicPr>
          <p:blipFill>
            <a:blip r:embed="rId3" cstate="print">
              <a:extLst>
                <a:ext uri="{28A0092B-C50C-407E-A947-70E740481C1C}">
                  <a14:useLocalDpi xmlns:a14="http://schemas.microsoft.com/office/drawing/2010/main" val="0"/>
                </a:ext>
                <a:ext uri="{96DAC541-7B7A-43D3-8B79-37D633B846F1}">
                  <asvg:svgBlip xmlns:asvg="http://schemas.microsoft.com/office/drawing/2016/SVG/main" r:embed="rId4"/>
                </a:ext>
              </a:extLst>
            </a:blip>
            <a:stretch>
              <a:fillRect/>
            </a:stretch>
          </p:blipFill>
          <p:spPr>
            <a:xfrm>
              <a:off x="7487035" y="3967563"/>
              <a:ext cx="491524" cy="475408"/>
            </a:xfrm>
            <a:prstGeom prst="rect">
              <a:avLst/>
            </a:prstGeom>
          </p:spPr>
        </p:pic>
        <p:pic>
          <p:nvPicPr>
            <p:cNvPr id="91" name="图片 90" descr="文本&#10;&#10;描述已自动生成">
              <a:extLst>
                <a:ext uri="{FF2B5EF4-FFF2-40B4-BE49-F238E27FC236}">
                  <a16:creationId xmlns:a16="http://schemas.microsoft.com/office/drawing/2014/main" id="{CEB1E4D5-B32B-429C-BB87-330BA41E9624}"/>
                </a:ext>
              </a:extLst>
            </p:cNvPr>
            <p:cNvPicPr>
              <a:picLocks noChangeAspect="1"/>
            </p:cNvPicPr>
            <p:nvPr/>
          </p:nvPicPr>
          <p:blipFill>
            <a:blip r:embed="rId5">
              <a:extLst>
                <a:ext uri="{28A0092B-C50C-407E-A947-70E740481C1C}">
                  <a14:useLocalDpi xmlns:a14="http://schemas.microsoft.com/office/drawing/2010/main" val="0"/>
                </a:ext>
              </a:extLst>
            </a:blip>
            <a:stretch>
              <a:fillRect/>
            </a:stretch>
          </p:blipFill>
          <p:spPr>
            <a:xfrm>
              <a:off x="7427342" y="4767474"/>
              <a:ext cx="490830" cy="460153"/>
            </a:xfrm>
            <a:prstGeom prst="rect">
              <a:avLst/>
            </a:prstGeom>
          </p:spPr>
        </p:pic>
        <p:sp>
          <p:nvSpPr>
            <p:cNvPr id="92" name="íşlïḍè">
              <a:extLst>
                <a:ext uri="{FF2B5EF4-FFF2-40B4-BE49-F238E27FC236}">
                  <a16:creationId xmlns:a16="http://schemas.microsoft.com/office/drawing/2014/main" id="{A4E1A491-B7B8-4187-95AF-E015A120F8ED}"/>
                </a:ext>
              </a:extLst>
            </p:cNvPr>
            <p:cNvSpPr txBox="1"/>
            <p:nvPr/>
          </p:nvSpPr>
          <p:spPr>
            <a:xfrm>
              <a:off x="6799594" y="5099264"/>
              <a:ext cx="922016" cy="400111"/>
            </a:xfrm>
            <a:prstGeom prst="rect">
              <a:avLst/>
            </a:prstGeom>
            <a:noFill/>
          </p:spPr>
          <p:txBody>
            <a:bodyPr wrap="square" lIns="91440" tIns="45720" rIns="91440" bIns="45720" anchor="ctr">
              <a:noAutofit/>
            </a:bodyPr>
            <a:lstStyle/>
            <a:p>
              <a:pPr algn="ctr"/>
              <a:r>
                <a:rPr lang="zh-CN" altLang="en-US" b="1" dirty="0">
                  <a:latin typeface="Arial Narrow" panose="020B0606020202030204" pitchFamily="34" charset="0"/>
                </a:rPr>
                <a:t>集线器</a:t>
              </a:r>
            </a:p>
          </p:txBody>
        </p:sp>
        <p:cxnSp>
          <p:nvCxnSpPr>
            <p:cNvPr id="94" name="直接连接符 93">
              <a:extLst>
                <a:ext uri="{FF2B5EF4-FFF2-40B4-BE49-F238E27FC236}">
                  <a16:creationId xmlns:a16="http://schemas.microsoft.com/office/drawing/2014/main" id="{D253420D-E0D0-4E40-AB04-8E452C0133C3}"/>
                </a:ext>
              </a:extLst>
            </p:cNvPr>
            <p:cNvCxnSpPr/>
            <p:nvPr/>
          </p:nvCxnSpPr>
          <p:spPr>
            <a:xfrm>
              <a:off x="10099642" y="4292066"/>
              <a:ext cx="0" cy="1512147"/>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pic>
          <p:nvPicPr>
            <p:cNvPr id="95" name="图形 94">
              <a:extLst>
                <a:ext uri="{FF2B5EF4-FFF2-40B4-BE49-F238E27FC236}">
                  <a16:creationId xmlns:a16="http://schemas.microsoft.com/office/drawing/2014/main" id="{B43153C7-889A-48FC-991C-D473519C93FD}"/>
                </a:ext>
              </a:extLst>
            </p:cNvPr>
            <p:cNvPicPr>
              <a:picLocks noChangeAspect="1"/>
            </p:cNvPicPr>
            <p:nvPr/>
          </p:nvPicPr>
          <p:blipFill>
            <a:blip r:embed="rId3" cstate="print">
              <a:extLst>
                <a:ext uri="{28A0092B-C50C-407E-A947-70E740481C1C}">
                  <a14:useLocalDpi xmlns:a14="http://schemas.microsoft.com/office/drawing/2010/main" val="0"/>
                </a:ext>
                <a:ext uri="{96DAC541-7B7A-43D3-8B79-37D633B846F1}">
                  <asvg:svgBlip xmlns:asvg="http://schemas.microsoft.com/office/drawing/2016/SVG/main" r:embed="rId4"/>
                </a:ext>
              </a:extLst>
            </a:blip>
            <a:stretch>
              <a:fillRect/>
            </a:stretch>
          </p:blipFill>
          <p:spPr>
            <a:xfrm>
              <a:off x="9748434" y="5494138"/>
              <a:ext cx="491524" cy="475408"/>
            </a:xfrm>
            <a:prstGeom prst="rect">
              <a:avLst/>
            </a:prstGeom>
          </p:spPr>
        </p:pic>
        <p:pic>
          <p:nvPicPr>
            <p:cNvPr id="96" name="图形 95">
              <a:extLst>
                <a:ext uri="{FF2B5EF4-FFF2-40B4-BE49-F238E27FC236}">
                  <a16:creationId xmlns:a16="http://schemas.microsoft.com/office/drawing/2014/main" id="{EF87805F-ACDA-4048-A133-FBA80CB5AF10}"/>
                </a:ext>
              </a:extLst>
            </p:cNvPr>
            <p:cNvPicPr>
              <a:picLocks noChangeAspect="1"/>
            </p:cNvPicPr>
            <p:nvPr/>
          </p:nvPicPr>
          <p:blipFill>
            <a:blip r:embed="rId3" cstate="print">
              <a:extLst>
                <a:ext uri="{28A0092B-C50C-407E-A947-70E740481C1C}">
                  <a14:useLocalDpi xmlns:a14="http://schemas.microsoft.com/office/drawing/2010/main" val="0"/>
                </a:ext>
                <a:ext uri="{96DAC541-7B7A-43D3-8B79-37D633B846F1}">
                  <asvg:svgBlip xmlns:asvg="http://schemas.microsoft.com/office/drawing/2016/SVG/main" r:embed="rId4"/>
                </a:ext>
              </a:extLst>
            </a:blip>
            <a:stretch>
              <a:fillRect/>
            </a:stretch>
          </p:blipFill>
          <p:spPr>
            <a:xfrm>
              <a:off x="9863007" y="3967563"/>
              <a:ext cx="491524" cy="475408"/>
            </a:xfrm>
            <a:prstGeom prst="rect">
              <a:avLst/>
            </a:prstGeom>
          </p:spPr>
        </p:pic>
        <p:pic>
          <p:nvPicPr>
            <p:cNvPr id="97" name="图片 96" descr="文本&#10;&#10;描述已自动生成">
              <a:extLst>
                <a:ext uri="{FF2B5EF4-FFF2-40B4-BE49-F238E27FC236}">
                  <a16:creationId xmlns:a16="http://schemas.microsoft.com/office/drawing/2014/main" id="{C7A28139-7FCD-4A45-99EF-BCEF9551E876}"/>
                </a:ext>
              </a:extLst>
            </p:cNvPr>
            <p:cNvPicPr>
              <a:picLocks noChangeAspect="1"/>
            </p:cNvPicPr>
            <p:nvPr/>
          </p:nvPicPr>
          <p:blipFill>
            <a:blip r:embed="rId5">
              <a:extLst>
                <a:ext uri="{28A0092B-C50C-407E-A947-70E740481C1C}">
                  <a14:useLocalDpi xmlns:a14="http://schemas.microsoft.com/office/drawing/2010/main" val="0"/>
                </a:ext>
              </a:extLst>
            </a:blip>
            <a:stretch>
              <a:fillRect/>
            </a:stretch>
          </p:blipFill>
          <p:spPr>
            <a:xfrm>
              <a:off x="9803314" y="4767474"/>
              <a:ext cx="490830" cy="460153"/>
            </a:xfrm>
            <a:prstGeom prst="rect">
              <a:avLst/>
            </a:prstGeom>
          </p:spPr>
        </p:pic>
        <p:sp>
          <p:nvSpPr>
            <p:cNvPr id="98" name="íşlïḍè">
              <a:extLst>
                <a:ext uri="{FF2B5EF4-FFF2-40B4-BE49-F238E27FC236}">
                  <a16:creationId xmlns:a16="http://schemas.microsoft.com/office/drawing/2014/main" id="{2A503759-2115-4203-97C7-9BBD09E231F7}"/>
                </a:ext>
              </a:extLst>
            </p:cNvPr>
            <p:cNvSpPr txBox="1"/>
            <p:nvPr/>
          </p:nvSpPr>
          <p:spPr>
            <a:xfrm>
              <a:off x="10083191" y="5065399"/>
              <a:ext cx="922016" cy="400111"/>
            </a:xfrm>
            <a:prstGeom prst="rect">
              <a:avLst/>
            </a:prstGeom>
            <a:noFill/>
          </p:spPr>
          <p:txBody>
            <a:bodyPr wrap="square" lIns="91440" tIns="45720" rIns="91440" bIns="45720" anchor="ctr">
              <a:noAutofit/>
            </a:bodyPr>
            <a:lstStyle/>
            <a:p>
              <a:pPr algn="ctr"/>
              <a:r>
                <a:rPr lang="zh-CN" altLang="en-US" b="1" dirty="0">
                  <a:latin typeface="Arial Narrow" panose="020B0606020202030204" pitchFamily="34" charset="0"/>
                </a:rPr>
                <a:t>集线器</a:t>
              </a:r>
            </a:p>
          </p:txBody>
        </p:sp>
        <p:pic>
          <p:nvPicPr>
            <p:cNvPr id="101" name="图形 100">
              <a:extLst>
                <a:ext uri="{FF2B5EF4-FFF2-40B4-BE49-F238E27FC236}">
                  <a16:creationId xmlns:a16="http://schemas.microsoft.com/office/drawing/2014/main" id="{444D6017-EDB3-486B-9397-2D7E544C49F9}"/>
                </a:ext>
              </a:extLst>
            </p:cNvPr>
            <p:cNvPicPr>
              <a:picLocks noChangeAspect="1"/>
            </p:cNvPicPr>
            <p:nvPr/>
          </p:nvPicPr>
          <p:blipFill>
            <a:blip r:embed="rId3" cstate="print">
              <a:extLst>
                <a:ext uri="{28A0092B-C50C-407E-A947-70E740481C1C}">
                  <a14:useLocalDpi xmlns:a14="http://schemas.microsoft.com/office/drawing/2010/main" val="0"/>
                </a:ext>
                <a:ext uri="{96DAC541-7B7A-43D3-8B79-37D633B846F1}">
                  <asvg:svgBlip xmlns:asvg="http://schemas.microsoft.com/office/drawing/2016/SVG/main" r:embed="rId4"/>
                </a:ext>
              </a:extLst>
            </a:blip>
            <a:stretch>
              <a:fillRect/>
            </a:stretch>
          </p:blipFill>
          <p:spPr>
            <a:xfrm>
              <a:off x="11055773" y="4713919"/>
              <a:ext cx="491524" cy="475408"/>
            </a:xfrm>
            <a:prstGeom prst="rect">
              <a:avLst/>
            </a:prstGeom>
          </p:spPr>
        </p:pic>
        <p:grpSp>
          <p:nvGrpSpPr>
            <p:cNvPr id="102" name="组合 101">
              <a:extLst>
                <a:ext uri="{FF2B5EF4-FFF2-40B4-BE49-F238E27FC236}">
                  <a16:creationId xmlns:a16="http://schemas.microsoft.com/office/drawing/2014/main" id="{36DAFD4E-18DB-4ABC-8DCF-64336CBD6AF7}"/>
                </a:ext>
              </a:extLst>
            </p:cNvPr>
            <p:cNvGrpSpPr/>
            <p:nvPr/>
          </p:nvGrpSpPr>
          <p:grpSpPr>
            <a:xfrm>
              <a:off x="8144180" y="4782525"/>
              <a:ext cx="1404246" cy="862072"/>
              <a:chOff x="5401135" y="3602790"/>
              <a:chExt cx="1404246" cy="862072"/>
            </a:xfrm>
          </p:grpSpPr>
          <p:pic>
            <p:nvPicPr>
              <p:cNvPr id="103" name="图片 102" descr="图片包含 图标&#10;&#10;描述已自动生成">
                <a:extLst>
                  <a:ext uri="{FF2B5EF4-FFF2-40B4-BE49-F238E27FC236}">
                    <a16:creationId xmlns:a16="http://schemas.microsoft.com/office/drawing/2014/main" id="{54137D28-5CCB-49F1-BA9F-6092D12531CE}"/>
                  </a:ext>
                </a:extLst>
              </p:cNvPr>
              <p:cNvPicPr>
                <a:picLocks noChangeAspect="1"/>
              </p:cNvPicPr>
              <p:nvPr/>
            </p:nvPicPr>
            <p:blipFill>
              <a:blip r:embed="rId6">
                <a:extLst>
                  <a:ext uri="{28A0092B-C50C-407E-A947-70E740481C1C}">
                    <a14:useLocalDpi xmlns:a14="http://schemas.microsoft.com/office/drawing/2010/main" val="0"/>
                  </a:ext>
                </a:extLst>
              </a:blip>
              <a:stretch>
                <a:fillRect/>
              </a:stretch>
            </p:blipFill>
            <p:spPr>
              <a:xfrm>
                <a:off x="5812708" y="3602790"/>
                <a:ext cx="581100" cy="474367"/>
              </a:xfrm>
              <a:prstGeom prst="rect">
                <a:avLst/>
              </a:prstGeom>
            </p:spPr>
          </p:pic>
          <p:sp>
            <p:nvSpPr>
              <p:cNvPr id="104" name="文本框 103">
                <a:extLst>
                  <a:ext uri="{FF2B5EF4-FFF2-40B4-BE49-F238E27FC236}">
                    <a16:creationId xmlns:a16="http://schemas.microsoft.com/office/drawing/2014/main" id="{62816055-5A6B-477A-9F30-E43D52CAA161}"/>
                  </a:ext>
                </a:extLst>
              </p:cNvPr>
              <p:cNvSpPr txBox="1"/>
              <p:nvPr/>
            </p:nvSpPr>
            <p:spPr>
              <a:xfrm>
                <a:off x="5401135" y="4095530"/>
                <a:ext cx="1404246" cy="369332"/>
              </a:xfrm>
              <a:prstGeom prst="rect">
                <a:avLst/>
              </a:prstGeom>
              <a:noFill/>
            </p:spPr>
            <p:txBody>
              <a:bodyPr wrap="square" rtlCol="0">
                <a:spAutoFit/>
              </a:bodyPr>
              <a:lstStyle/>
              <a:p>
                <a:pPr algn="ctr"/>
                <a:r>
                  <a:rPr lang="zh-CN" altLang="en-US" b="1" dirty="0">
                    <a:latin typeface="+mn-ea"/>
                  </a:rPr>
                  <a:t>网桥</a:t>
                </a:r>
              </a:p>
            </p:txBody>
          </p:sp>
        </p:grpSp>
      </p:grpSp>
      <p:grpSp>
        <p:nvGrpSpPr>
          <p:cNvPr id="25" name="组合 24">
            <a:extLst>
              <a:ext uri="{FF2B5EF4-FFF2-40B4-BE49-F238E27FC236}">
                <a16:creationId xmlns:a16="http://schemas.microsoft.com/office/drawing/2014/main" id="{6C3AAD1A-421E-458A-84E7-A50D4A58D4E3}"/>
              </a:ext>
            </a:extLst>
          </p:cNvPr>
          <p:cNvGrpSpPr/>
          <p:nvPr/>
        </p:nvGrpSpPr>
        <p:grpSpPr>
          <a:xfrm>
            <a:off x="7518544" y="1787162"/>
            <a:ext cx="3193718" cy="1367318"/>
            <a:chOff x="7518544" y="1787162"/>
            <a:chExt cx="3193718" cy="1367318"/>
          </a:xfrm>
        </p:grpSpPr>
        <p:cxnSp>
          <p:nvCxnSpPr>
            <p:cNvPr id="8" name="直接连接符 7">
              <a:extLst>
                <a:ext uri="{FF2B5EF4-FFF2-40B4-BE49-F238E27FC236}">
                  <a16:creationId xmlns:a16="http://schemas.microsoft.com/office/drawing/2014/main" id="{DC8EDAE7-4924-4FE1-A4E4-AE673D0FAF2D}"/>
                </a:ext>
              </a:extLst>
            </p:cNvPr>
            <p:cNvCxnSpPr>
              <a:cxnSpLocks/>
            </p:cNvCxnSpPr>
            <p:nvPr/>
          </p:nvCxnSpPr>
          <p:spPr>
            <a:xfrm>
              <a:off x="7788648" y="2063272"/>
              <a:ext cx="2677852" cy="904831"/>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cxnSp>
          <p:nvCxnSpPr>
            <p:cNvPr id="10" name="直接连接符 9">
              <a:extLst>
                <a:ext uri="{FF2B5EF4-FFF2-40B4-BE49-F238E27FC236}">
                  <a16:creationId xmlns:a16="http://schemas.microsoft.com/office/drawing/2014/main" id="{0C753416-58EB-4CBE-AFAC-85E662E9732F}"/>
                </a:ext>
              </a:extLst>
            </p:cNvPr>
            <p:cNvCxnSpPr>
              <a:cxnSpLocks/>
            </p:cNvCxnSpPr>
            <p:nvPr/>
          </p:nvCxnSpPr>
          <p:spPr>
            <a:xfrm flipH="1">
              <a:off x="7764306" y="2138457"/>
              <a:ext cx="2702194" cy="848019"/>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pic>
          <p:nvPicPr>
            <p:cNvPr id="73" name="图形 72">
              <a:extLst>
                <a:ext uri="{FF2B5EF4-FFF2-40B4-BE49-F238E27FC236}">
                  <a16:creationId xmlns:a16="http://schemas.microsoft.com/office/drawing/2014/main" id="{13C75780-FDBF-471B-9E92-02F36306DAB8}"/>
                </a:ext>
              </a:extLst>
            </p:cNvPr>
            <p:cNvPicPr>
              <a:picLocks noChangeAspect="1"/>
            </p:cNvPicPr>
            <p:nvPr/>
          </p:nvPicPr>
          <p:blipFill>
            <a:blip r:embed="rId3" cstate="print">
              <a:extLst>
                <a:ext uri="{28A0092B-C50C-407E-A947-70E740481C1C}">
                  <a14:useLocalDpi xmlns:a14="http://schemas.microsoft.com/office/drawing/2010/main" val="0"/>
                </a:ext>
                <a:ext uri="{96DAC541-7B7A-43D3-8B79-37D633B846F1}">
                  <asvg:svgBlip xmlns:asvg="http://schemas.microsoft.com/office/drawing/2016/SVG/main" r:embed="rId4"/>
                </a:ext>
              </a:extLst>
            </a:blip>
            <a:stretch>
              <a:fillRect/>
            </a:stretch>
          </p:blipFill>
          <p:spPr>
            <a:xfrm>
              <a:off x="7518544" y="1787162"/>
              <a:ext cx="491524" cy="475408"/>
            </a:xfrm>
            <a:prstGeom prst="rect">
              <a:avLst/>
            </a:prstGeom>
          </p:spPr>
        </p:pic>
        <p:pic>
          <p:nvPicPr>
            <p:cNvPr id="75" name="图形 74">
              <a:extLst>
                <a:ext uri="{FF2B5EF4-FFF2-40B4-BE49-F238E27FC236}">
                  <a16:creationId xmlns:a16="http://schemas.microsoft.com/office/drawing/2014/main" id="{93604CD2-9944-4FA4-B305-21927717BA30}"/>
                </a:ext>
              </a:extLst>
            </p:cNvPr>
            <p:cNvPicPr>
              <a:picLocks noChangeAspect="1"/>
            </p:cNvPicPr>
            <p:nvPr/>
          </p:nvPicPr>
          <p:blipFill>
            <a:blip r:embed="rId3" cstate="print">
              <a:extLst>
                <a:ext uri="{28A0092B-C50C-407E-A947-70E740481C1C}">
                  <a14:useLocalDpi xmlns:a14="http://schemas.microsoft.com/office/drawing/2010/main" val="0"/>
                </a:ext>
                <a:ext uri="{96DAC541-7B7A-43D3-8B79-37D633B846F1}">
                  <asvg:svgBlip xmlns:asvg="http://schemas.microsoft.com/office/drawing/2016/SVG/main" r:embed="rId4"/>
                </a:ext>
              </a:extLst>
            </a:blip>
            <a:stretch>
              <a:fillRect/>
            </a:stretch>
          </p:blipFill>
          <p:spPr>
            <a:xfrm>
              <a:off x="7518544" y="2679072"/>
              <a:ext cx="491524" cy="475408"/>
            </a:xfrm>
            <a:prstGeom prst="rect">
              <a:avLst/>
            </a:prstGeom>
          </p:spPr>
        </p:pic>
        <p:pic>
          <p:nvPicPr>
            <p:cNvPr id="76" name="图形 75">
              <a:extLst>
                <a:ext uri="{FF2B5EF4-FFF2-40B4-BE49-F238E27FC236}">
                  <a16:creationId xmlns:a16="http://schemas.microsoft.com/office/drawing/2014/main" id="{9C3508F5-0D8B-49CE-B6B6-2C202673051B}"/>
                </a:ext>
              </a:extLst>
            </p:cNvPr>
            <p:cNvPicPr>
              <a:picLocks noChangeAspect="1"/>
            </p:cNvPicPr>
            <p:nvPr/>
          </p:nvPicPr>
          <p:blipFill>
            <a:blip r:embed="rId3" cstate="print">
              <a:extLst>
                <a:ext uri="{28A0092B-C50C-407E-A947-70E740481C1C}">
                  <a14:useLocalDpi xmlns:a14="http://schemas.microsoft.com/office/drawing/2010/main" val="0"/>
                </a:ext>
                <a:ext uri="{96DAC541-7B7A-43D3-8B79-37D633B846F1}">
                  <asvg:svgBlip xmlns:asvg="http://schemas.microsoft.com/office/drawing/2016/SVG/main" r:embed="rId4"/>
                </a:ext>
              </a:extLst>
            </a:blip>
            <a:stretch>
              <a:fillRect/>
            </a:stretch>
          </p:blipFill>
          <p:spPr>
            <a:xfrm>
              <a:off x="10220738" y="1787162"/>
              <a:ext cx="491524" cy="475408"/>
            </a:xfrm>
            <a:prstGeom prst="rect">
              <a:avLst/>
            </a:prstGeom>
          </p:spPr>
        </p:pic>
        <p:pic>
          <p:nvPicPr>
            <p:cNvPr id="72" name="图片 71" descr="文本&#10;&#10;描述已自动生成">
              <a:extLst>
                <a:ext uri="{FF2B5EF4-FFF2-40B4-BE49-F238E27FC236}">
                  <a16:creationId xmlns:a16="http://schemas.microsoft.com/office/drawing/2014/main" id="{43665271-CB37-4C3A-9172-279671ED001F}"/>
                </a:ext>
              </a:extLst>
            </p:cNvPr>
            <p:cNvPicPr>
              <a:picLocks noChangeAspect="1"/>
            </p:cNvPicPr>
            <p:nvPr/>
          </p:nvPicPr>
          <p:blipFill>
            <a:blip r:embed="rId5">
              <a:extLst>
                <a:ext uri="{28A0092B-C50C-407E-A947-70E740481C1C}">
                  <a14:useLocalDpi xmlns:a14="http://schemas.microsoft.com/office/drawing/2010/main" val="0"/>
                </a:ext>
              </a:extLst>
            </a:blip>
            <a:stretch>
              <a:fillRect/>
            </a:stretch>
          </p:blipFill>
          <p:spPr>
            <a:xfrm>
              <a:off x="8984364" y="2306991"/>
              <a:ext cx="490830" cy="460153"/>
            </a:xfrm>
            <a:prstGeom prst="rect">
              <a:avLst/>
            </a:prstGeom>
          </p:spPr>
        </p:pic>
        <p:sp>
          <p:nvSpPr>
            <p:cNvPr id="82" name="íşlïḍè">
              <a:extLst>
                <a:ext uri="{FF2B5EF4-FFF2-40B4-BE49-F238E27FC236}">
                  <a16:creationId xmlns:a16="http://schemas.microsoft.com/office/drawing/2014/main" id="{BB10DCEF-81D1-42C1-89DC-2DF6903DC9FB}"/>
                </a:ext>
              </a:extLst>
            </p:cNvPr>
            <p:cNvSpPr txBox="1"/>
            <p:nvPr/>
          </p:nvSpPr>
          <p:spPr>
            <a:xfrm>
              <a:off x="8768771" y="1931288"/>
              <a:ext cx="922016" cy="400111"/>
            </a:xfrm>
            <a:prstGeom prst="rect">
              <a:avLst/>
            </a:prstGeom>
            <a:noFill/>
          </p:spPr>
          <p:txBody>
            <a:bodyPr wrap="square" lIns="91440" tIns="45720" rIns="91440" bIns="45720" anchor="ctr">
              <a:noAutofit/>
            </a:bodyPr>
            <a:lstStyle/>
            <a:p>
              <a:pPr algn="ctr"/>
              <a:r>
                <a:rPr lang="zh-CN" altLang="en-US" b="1" dirty="0">
                  <a:latin typeface="Arial Narrow" panose="020B0606020202030204" pitchFamily="34" charset="0"/>
                </a:rPr>
                <a:t>集线器</a:t>
              </a:r>
            </a:p>
          </p:txBody>
        </p:sp>
        <p:pic>
          <p:nvPicPr>
            <p:cNvPr id="110" name="图形 109">
              <a:extLst>
                <a:ext uri="{FF2B5EF4-FFF2-40B4-BE49-F238E27FC236}">
                  <a16:creationId xmlns:a16="http://schemas.microsoft.com/office/drawing/2014/main" id="{54033FA5-09C9-4F49-8730-57997772ED1D}"/>
                </a:ext>
              </a:extLst>
            </p:cNvPr>
            <p:cNvPicPr>
              <a:picLocks noChangeAspect="1"/>
            </p:cNvPicPr>
            <p:nvPr/>
          </p:nvPicPr>
          <p:blipFill>
            <a:blip r:embed="rId3" cstate="print">
              <a:extLst>
                <a:ext uri="{28A0092B-C50C-407E-A947-70E740481C1C}">
                  <a14:useLocalDpi xmlns:a14="http://schemas.microsoft.com/office/drawing/2010/main" val="0"/>
                </a:ext>
                <a:ext uri="{96DAC541-7B7A-43D3-8B79-37D633B846F1}">
                  <asvg:svgBlip xmlns:asvg="http://schemas.microsoft.com/office/drawing/2016/SVG/main" r:embed="rId4"/>
                </a:ext>
              </a:extLst>
            </a:blip>
            <a:stretch>
              <a:fillRect/>
            </a:stretch>
          </p:blipFill>
          <p:spPr>
            <a:xfrm>
              <a:off x="10220738" y="2679072"/>
              <a:ext cx="491524" cy="475408"/>
            </a:xfrm>
            <a:prstGeom prst="rect">
              <a:avLst/>
            </a:prstGeom>
          </p:spPr>
        </p:pic>
      </p:grpSp>
      <p:grpSp>
        <p:nvGrpSpPr>
          <p:cNvPr id="36" name="组合 35">
            <a:extLst>
              <a:ext uri="{FF2B5EF4-FFF2-40B4-BE49-F238E27FC236}">
                <a16:creationId xmlns:a16="http://schemas.microsoft.com/office/drawing/2014/main" id="{848E2B41-991F-4FBF-B55D-07DDA7641468}"/>
              </a:ext>
            </a:extLst>
          </p:cNvPr>
          <p:cNvGrpSpPr/>
          <p:nvPr/>
        </p:nvGrpSpPr>
        <p:grpSpPr>
          <a:xfrm>
            <a:off x="556834" y="3884626"/>
            <a:ext cx="5254717" cy="1827939"/>
            <a:chOff x="556834" y="3884626"/>
            <a:chExt cx="5254717" cy="1827939"/>
          </a:xfrm>
        </p:grpSpPr>
        <p:cxnSp>
          <p:nvCxnSpPr>
            <p:cNvPr id="145" name="直接连接符 144">
              <a:extLst>
                <a:ext uri="{FF2B5EF4-FFF2-40B4-BE49-F238E27FC236}">
                  <a16:creationId xmlns:a16="http://schemas.microsoft.com/office/drawing/2014/main" id="{36E9A088-8032-49B7-A896-310E369F0D27}"/>
                </a:ext>
              </a:extLst>
            </p:cNvPr>
            <p:cNvCxnSpPr>
              <a:cxnSpLocks/>
            </p:cNvCxnSpPr>
            <p:nvPr/>
          </p:nvCxnSpPr>
          <p:spPr>
            <a:xfrm flipV="1">
              <a:off x="1708800" y="4090645"/>
              <a:ext cx="1451444" cy="601179"/>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cxnSp>
          <p:nvCxnSpPr>
            <p:cNvPr id="148" name="直接连接符 147">
              <a:extLst>
                <a:ext uri="{FF2B5EF4-FFF2-40B4-BE49-F238E27FC236}">
                  <a16:creationId xmlns:a16="http://schemas.microsoft.com/office/drawing/2014/main" id="{B12D9DC2-99C3-4214-8546-356EF40F947F}"/>
                </a:ext>
              </a:extLst>
            </p:cNvPr>
            <p:cNvCxnSpPr>
              <a:cxnSpLocks/>
            </p:cNvCxnSpPr>
            <p:nvPr/>
          </p:nvCxnSpPr>
          <p:spPr>
            <a:xfrm>
              <a:off x="3183688" y="4090645"/>
              <a:ext cx="1488551" cy="619822"/>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cxnSp>
          <p:nvCxnSpPr>
            <p:cNvPr id="128" name="直接连接符 127">
              <a:extLst>
                <a:ext uri="{FF2B5EF4-FFF2-40B4-BE49-F238E27FC236}">
                  <a16:creationId xmlns:a16="http://schemas.microsoft.com/office/drawing/2014/main" id="{B58FC803-4B4F-4723-8DBA-BA3AC9B524B0}"/>
                </a:ext>
              </a:extLst>
            </p:cNvPr>
            <p:cNvCxnSpPr>
              <a:cxnSpLocks/>
            </p:cNvCxnSpPr>
            <p:nvPr/>
          </p:nvCxnSpPr>
          <p:spPr>
            <a:xfrm flipV="1">
              <a:off x="1777887" y="4691824"/>
              <a:ext cx="14391" cy="814154"/>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cxnSp>
          <p:nvCxnSpPr>
            <p:cNvPr id="131" name="直接连接符 130">
              <a:extLst>
                <a:ext uri="{FF2B5EF4-FFF2-40B4-BE49-F238E27FC236}">
                  <a16:creationId xmlns:a16="http://schemas.microsoft.com/office/drawing/2014/main" id="{D0A06485-B89F-448A-88AE-D70381D698EF}"/>
                </a:ext>
              </a:extLst>
            </p:cNvPr>
            <p:cNvCxnSpPr>
              <a:cxnSpLocks/>
            </p:cNvCxnSpPr>
            <p:nvPr/>
          </p:nvCxnSpPr>
          <p:spPr>
            <a:xfrm>
              <a:off x="1775827" y="4691824"/>
              <a:ext cx="804945" cy="783037"/>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cxnSp>
          <p:nvCxnSpPr>
            <p:cNvPr id="118" name="直接连接符 117">
              <a:extLst>
                <a:ext uri="{FF2B5EF4-FFF2-40B4-BE49-F238E27FC236}">
                  <a16:creationId xmlns:a16="http://schemas.microsoft.com/office/drawing/2014/main" id="{06A3719B-1A69-4FE2-AF10-BD07A2C34262}"/>
                </a:ext>
              </a:extLst>
            </p:cNvPr>
            <p:cNvCxnSpPr>
              <a:cxnSpLocks/>
            </p:cNvCxnSpPr>
            <p:nvPr/>
          </p:nvCxnSpPr>
          <p:spPr>
            <a:xfrm flipV="1">
              <a:off x="832557" y="4710467"/>
              <a:ext cx="943270" cy="795511"/>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pic>
          <p:nvPicPr>
            <p:cNvPr id="120" name="图形 119">
              <a:extLst>
                <a:ext uri="{FF2B5EF4-FFF2-40B4-BE49-F238E27FC236}">
                  <a16:creationId xmlns:a16="http://schemas.microsoft.com/office/drawing/2014/main" id="{251F856E-F6F2-4039-9E30-210F79246EE1}"/>
                </a:ext>
              </a:extLst>
            </p:cNvPr>
            <p:cNvPicPr>
              <a:picLocks noChangeAspect="1"/>
            </p:cNvPicPr>
            <p:nvPr/>
          </p:nvPicPr>
          <p:blipFill>
            <a:blip r:embed="rId3" cstate="print">
              <a:extLst>
                <a:ext uri="{28A0092B-C50C-407E-A947-70E740481C1C}">
                  <a14:useLocalDpi xmlns:a14="http://schemas.microsoft.com/office/drawing/2010/main" val="0"/>
                </a:ext>
                <a:ext uri="{96DAC541-7B7A-43D3-8B79-37D633B846F1}">
                  <asvg:svgBlip xmlns:asvg="http://schemas.microsoft.com/office/drawing/2016/SVG/main" r:embed="rId4"/>
                </a:ext>
              </a:extLst>
            </a:blip>
            <a:stretch>
              <a:fillRect/>
            </a:stretch>
          </p:blipFill>
          <p:spPr>
            <a:xfrm>
              <a:off x="1416213" y="5237157"/>
              <a:ext cx="491524" cy="475408"/>
            </a:xfrm>
            <a:prstGeom prst="rect">
              <a:avLst/>
            </a:prstGeom>
          </p:spPr>
        </p:pic>
        <p:pic>
          <p:nvPicPr>
            <p:cNvPr id="121" name="图形 120">
              <a:extLst>
                <a:ext uri="{FF2B5EF4-FFF2-40B4-BE49-F238E27FC236}">
                  <a16:creationId xmlns:a16="http://schemas.microsoft.com/office/drawing/2014/main" id="{A587B759-5E0C-409B-9515-6DBBDA2B789D}"/>
                </a:ext>
              </a:extLst>
            </p:cNvPr>
            <p:cNvPicPr>
              <a:picLocks noChangeAspect="1"/>
            </p:cNvPicPr>
            <p:nvPr/>
          </p:nvPicPr>
          <p:blipFill>
            <a:blip r:embed="rId3" cstate="print">
              <a:extLst>
                <a:ext uri="{28A0092B-C50C-407E-A947-70E740481C1C}">
                  <a14:useLocalDpi xmlns:a14="http://schemas.microsoft.com/office/drawing/2010/main" val="0"/>
                </a:ext>
                <a:ext uri="{96DAC541-7B7A-43D3-8B79-37D633B846F1}">
                  <asvg:svgBlip xmlns:asvg="http://schemas.microsoft.com/office/drawing/2016/SVG/main" r:embed="rId4"/>
                </a:ext>
              </a:extLst>
            </a:blip>
            <a:stretch>
              <a:fillRect/>
            </a:stretch>
          </p:blipFill>
          <p:spPr>
            <a:xfrm>
              <a:off x="556834" y="5237157"/>
              <a:ext cx="491524" cy="475408"/>
            </a:xfrm>
            <a:prstGeom prst="rect">
              <a:avLst/>
            </a:prstGeom>
          </p:spPr>
        </p:pic>
        <p:pic>
          <p:nvPicPr>
            <p:cNvPr id="123" name="图片 122" descr="文本&#10;&#10;描述已自动生成">
              <a:extLst>
                <a:ext uri="{FF2B5EF4-FFF2-40B4-BE49-F238E27FC236}">
                  <a16:creationId xmlns:a16="http://schemas.microsoft.com/office/drawing/2014/main" id="{A985F25D-F87A-4B2A-A382-6ACF141B31F1}"/>
                </a:ext>
              </a:extLst>
            </p:cNvPr>
            <p:cNvPicPr>
              <a:picLocks noChangeAspect="1"/>
            </p:cNvPicPr>
            <p:nvPr/>
          </p:nvPicPr>
          <p:blipFill>
            <a:blip r:embed="rId5">
              <a:extLst>
                <a:ext uri="{28A0092B-C50C-407E-A947-70E740481C1C}">
                  <a14:useLocalDpi xmlns:a14="http://schemas.microsoft.com/office/drawing/2010/main" val="0"/>
                </a:ext>
              </a:extLst>
            </a:blip>
            <a:stretch>
              <a:fillRect/>
            </a:stretch>
          </p:blipFill>
          <p:spPr>
            <a:xfrm>
              <a:off x="1530412" y="4527903"/>
              <a:ext cx="490830" cy="460153"/>
            </a:xfrm>
            <a:prstGeom prst="rect">
              <a:avLst/>
            </a:prstGeom>
          </p:spPr>
        </p:pic>
        <p:sp>
          <p:nvSpPr>
            <p:cNvPr id="124" name="íşlïḍè">
              <a:extLst>
                <a:ext uri="{FF2B5EF4-FFF2-40B4-BE49-F238E27FC236}">
                  <a16:creationId xmlns:a16="http://schemas.microsoft.com/office/drawing/2014/main" id="{81314028-E524-41B1-A449-CEDA1F075865}"/>
                </a:ext>
              </a:extLst>
            </p:cNvPr>
            <p:cNvSpPr txBox="1"/>
            <p:nvPr/>
          </p:nvSpPr>
          <p:spPr>
            <a:xfrm>
              <a:off x="624847" y="4472763"/>
              <a:ext cx="922016" cy="400111"/>
            </a:xfrm>
            <a:prstGeom prst="rect">
              <a:avLst/>
            </a:prstGeom>
            <a:noFill/>
          </p:spPr>
          <p:txBody>
            <a:bodyPr wrap="square" lIns="91440" tIns="45720" rIns="91440" bIns="45720" anchor="ctr">
              <a:noAutofit/>
            </a:bodyPr>
            <a:lstStyle/>
            <a:p>
              <a:pPr algn="ctr"/>
              <a:r>
                <a:rPr lang="zh-CN" altLang="en-US" b="1" dirty="0">
                  <a:latin typeface="Arial Narrow" panose="020B0606020202030204" pitchFamily="34" charset="0"/>
                </a:rPr>
                <a:t>集线器</a:t>
              </a:r>
            </a:p>
          </p:txBody>
        </p:sp>
        <p:pic>
          <p:nvPicPr>
            <p:cNvPr id="125" name="图形 124">
              <a:extLst>
                <a:ext uri="{FF2B5EF4-FFF2-40B4-BE49-F238E27FC236}">
                  <a16:creationId xmlns:a16="http://schemas.microsoft.com/office/drawing/2014/main" id="{275990D4-0797-47CA-9F96-E973C96B2B9D}"/>
                </a:ext>
              </a:extLst>
            </p:cNvPr>
            <p:cNvPicPr>
              <a:picLocks noChangeAspect="1"/>
            </p:cNvPicPr>
            <p:nvPr/>
          </p:nvPicPr>
          <p:blipFill>
            <a:blip r:embed="rId3" cstate="print">
              <a:extLst>
                <a:ext uri="{28A0092B-C50C-407E-A947-70E740481C1C}">
                  <a14:useLocalDpi xmlns:a14="http://schemas.microsoft.com/office/drawing/2010/main" val="0"/>
                </a:ext>
                <a:ext uri="{96DAC541-7B7A-43D3-8B79-37D633B846F1}">
                  <asvg:svgBlip xmlns:asvg="http://schemas.microsoft.com/office/drawing/2016/SVG/main" r:embed="rId4"/>
                </a:ext>
              </a:extLst>
            </a:blip>
            <a:stretch>
              <a:fillRect/>
            </a:stretch>
          </p:blipFill>
          <p:spPr>
            <a:xfrm>
              <a:off x="2275591" y="5237157"/>
              <a:ext cx="491524" cy="475408"/>
            </a:xfrm>
            <a:prstGeom prst="rect">
              <a:avLst/>
            </a:prstGeom>
          </p:spPr>
        </p:pic>
        <p:sp>
          <p:nvSpPr>
            <p:cNvPr id="134" name="文本框 133">
              <a:extLst>
                <a:ext uri="{FF2B5EF4-FFF2-40B4-BE49-F238E27FC236}">
                  <a16:creationId xmlns:a16="http://schemas.microsoft.com/office/drawing/2014/main" id="{3584BF0C-8E0B-45C3-804B-57F7DC279C32}"/>
                </a:ext>
              </a:extLst>
            </p:cNvPr>
            <p:cNvSpPr txBox="1"/>
            <p:nvPr/>
          </p:nvSpPr>
          <p:spPr>
            <a:xfrm>
              <a:off x="1782492" y="5269450"/>
              <a:ext cx="670999" cy="369332"/>
            </a:xfrm>
            <a:prstGeom prst="rect">
              <a:avLst/>
            </a:prstGeom>
            <a:noFill/>
          </p:spPr>
          <p:txBody>
            <a:bodyPr wrap="square" rtlCol="0">
              <a:spAutoFit/>
            </a:bodyPr>
            <a:lstStyle/>
            <a:p>
              <a:pPr algn="ctr"/>
              <a:r>
                <a:rPr lang="en-US" altLang="zh-CN" b="1" dirty="0">
                  <a:latin typeface="+mn-ea"/>
                </a:rPr>
                <a:t>…</a:t>
              </a:r>
              <a:endParaRPr lang="zh-CN" altLang="en-US" b="1" dirty="0">
                <a:latin typeface="+mn-ea"/>
              </a:endParaRPr>
            </a:p>
          </p:txBody>
        </p:sp>
        <p:cxnSp>
          <p:nvCxnSpPr>
            <p:cNvPr id="135" name="直接连接符 134">
              <a:extLst>
                <a:ext uri="{FF2B5EF4-FFF2-40B4-BE49-F238E27FC236}">
                  <a16:creationId xmlns:a16="http://schemas.microsoft.com/office/drawing/2014/main" id="{CDA52DB5-3C62-4122-8EA8-B07151985574}"/>
                </a:ext>
              </a:extLst>
            </p:cNvPr>
            <p:cNvCxnSpPr>
              <a:cxnSpLocks/>
            </p:cNvCxnSpPr>
            <p:nvPr/>
          </p:nvCxnSpPr>
          <p:spPr>
            <a:xfrm flipV="1">
              <a:off x="4641397" y="4691824"/>
              <a:ext cx="14391" cy="814154"/>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cxnSp>
          <p:nvCxnSpPr>
            <p:cNvPr id="136" name="直接连接符 135">
              <a:extLst>
                <a:ext uri="{FF2B5EF4-FFF2-40B4-BE49-F238E27FC236}">
                  <a16:creationId xmlns:a16="http://schemas.microsoft.com/office/drawing/2014/main" id="{55F4519A-5587-4A41-9510-2F5E55C96BE3}"/>
                </a:ext>
              </a:extLst>
            </p:cNvPr>
            <p:cNvCxnSpPr>
              <a:cxnSpLocks/>
            </p:cNvCxnSpPr>
            <p:nvPr/>
          </p:nvCxnSpPr>
          <p:spPr>
            <a:xfrm>
              <a:off x="4639337" y="4691824"/>
              <a:ext cx="804945" cy="783037"/>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cxnSp>
          <p:nvCxnSpPr>
            <p:cNvPr id="137" name="直接连接符 136">
              <a:extLst>
                <a:ext uri="{FF2B5EF4-FFF2-40B4-BE49-F238E27FC236}">
                  <a16:creationId xmlns:a16="http://schemas.microsoft.com/office/drawing/2014/main" id="{685A06E6-D2DA-431B-91A0-1D0E44EE80DD}"/>
                </a:ext>
              </a:extLst>
            </p:cNvPr>
            <p:cNvCxnSpPr>
              <a:cxnSpLocks/>
            </p:cNvCxnSpPr>
            <p:nvPr/>
          </p:nvCxnSpPr>
          <p:spPr>
            <a:xfrm flipV="1">
              <a:off x="3696067" y="4710467"/>
              <a:ext cx="943270" cy="795511"/>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pic>
          <p:nvPicPr>
            <p:cNvPr id="138" name="图形 137">
              <a:extLst>
                <a:ext uri="{FF2B5EF4-FFF2-40B4-BE49-F238E27FC236}">
                  <a16:creationId xmlns:a16="http://schemas.microsoft.com/office/drawing/2014/main" id="{042841E8-F836-4DC5-9B83-709BCCAC0489}"/>
                </a:ext>
              </a:extLst>
            </p:cNvPr>
            <p:cNvPicPr>
              <a:picLocks noChangeAspect="1"/>
            </p:cNvPicPr>
            <p:nvPr/>
          </p:nvPicPr>
          <p:blipFill>
            <a:blip r:embed="rId3" cstate="print">
              <a:extLst>
                <a:ext uri="{28A0092B-C50C-407E-A947-70E740481C1C}">
                  <a14:useLocalDpi xmlns:a14="http://schemas.microsoft.com/office/drawing/2010/main" val="0"/>
                </a:ext>
                <a:ext uri="{96DAC541-7B7A-43D3-8B79-37D633B846F1}">
                  <asvg:svgBlip xmlns:asvg="http://schemas.microsoft.com/office/drawing/2016/SVG/main" r:embed="rId4"/>
                </a:ext>
              </a:extLst>
            </a:blip>
            <a:stretch>
              <a:fillRect/>
            </a:stretch>
          </p:blipFill>
          <p:spPr>
            <a:xfrm>
              <a:off x="4279723" y="5237157"/>
              <a:ext cx="491524" cy="475408"/>
            </a:xfrm>
            <a:prstGeom prst="rect">
              <a:avLst/>
            </a:prstGeom>
          </p:spPr>
        </p:pic>
        <p:pic>
          <p:nvPicPr>
            <p:cNvPr id="139" name="图形 138">
              <a:extLst>
                <a:ext uri="{FF2B5EF4-FFF2-40B4-BE49-F238E27FC236}">
                  <a16:creationId xmlns:a16="http://schemas.microsoft.com/office/drawing/2014/main" id="{28F26671-5C91-4940-9EA0-4CFF1DBCFC13}"/>
                </a:ext>
              </a:extLst>
            </p:cNvPr>
            <p:cNvPicPr>
              <a:picLocks noChangeAspect="1"/>
            </p:cNvPicPr>
            <p:nvPr/>
          </p:nvPicPr>
          <p:blipFill>
            <a:blip r:embed="rId3" cstate="print">
              <a:extLst>
                <a:ext uri="{28A0092B-C50C-407E-A947-70E740481C1C}">
                  <a14:useLocalDpi xmlns:a14="http://schemas.microsoft.com/office/drawing/2010/main" val="0"/>
                </a:ext>
                <a:ext uri="{96DAC541-7B7A-43D3-8B79-37D633B846F1}">
                  <asvg:svgBlip xmlns:asvg="http://schemas.microsoft.com/office/drawing/2016/SVG/main" r:embed="rId4"/>
                </a:ext>
              </a:extLst>
            </a:blip>
            <a:stretch>
              <a:fillRect/>
            </a:stretch>
          </p:blipFill>
          <p:spPr>
            <a:xfrm>
              <a:off x="3420344" y="5237157"/>
              <a:ext cx="491524" cy="475408"/>
            </a:xfrm>
            <a:prstGeom prst="rect">
              <a:avLst/>
            </a:prstGeom>
          </p:spPr>
        </p:pic>
        <p:pic>
          <p:nvPicPr>
            <p:cNvPr id="140" name="图片 139" descr="文本&#10;&#10;描述已自动生成">
              <a:extLst>
                <a:ext uri="{FF2B5EF4-FFF2-40B4-BE49-F238E27FC236}">
                  <a16:creationId xmlns:a16="http://schemas.microsoft.com/office/drawing/2014/main" id="{8ADAEBE5-AA5D-47D1-8041-6F1D6BE6CFE9}"/>
                </a:ext>
              </a:extLst>
            </p:cNvPr>
            <p:cNvPicPr>
              <a:picLocks noChangeAspect="1"/>
            </p:cNvPicPr>
            <p:nvPr/>
          </p:nvPicPr>
          <p:blipFill>
            <a:blip r:embed="rId5">
              <a:extLst>
                <a:ext uri="{28A0092B-C50C-407E-A947-70E740481C1C}">
                  <a14:useLocalDpi xmlns:a14="http://schemas.microsoft.com/office/drawing/2010/main" val="0"/>
                </a:ext>
              </a:extLst>
            </a:blip>
            <a:stretch>
              <a:fillRect/>
            </a:stretch>
          </p:blipFill>
          <p:spPr>
            <a:xfrm>
              <a:off x="4393922" y="4527903"/>
              <a:ext cx="490830" cy="460153"/>
            </a:xfrm>
            <a:prstGeom prst="rect">
              <a:avLst/>
            </a:prstGeom>
          </p:spPr>
        </p:pic>
        <p:sp>
          <p:nvSpPr>
            <p:cNvPr id="141" name="íşlïḍè">
              <a:extLst>
                <a:ext uri="{FF2B5EF4-FFF2-40B4-BE49-F238E27FC236}">
                  <a16:creationId xmlns:a16="http://schemas.microsoft.com/office/drawing/2014/main" id="{2C1BD3F5-D457-4ACD-9F39-D4DD0571B61B}"/>
                </a:ext>
              </a:extLst>
            </p:cNvPr>
            <p:cNvSpPr txBox="1"/>
            <p:nvPr/>
          </p:nvSpPr>
          <p:spPr>
            <a:xfrm>
              <a:off x="4889535" y="4472763"/>
              <a:ext cx="922016" cy="400111"/>
            </a:xfrm>
            <a:prstGeom prst="rect">
              <a:avLst/>
            </a:prstGeom>
            <a:noFill/>
          </p:spPr>
          <p:txBody>
            <a:bodyPr wrap="square" lIns="91440" tIns="45720" rIns="91440" bIns="45720" anchor="ctr">
              <a:noAutofit/>
            </a:bodyPr>
            <a:lstStyle/>
            <a:p>
              <a:pPr algn="ctr"/>
              <a:r>
                <a:rPr lang="zh-CN" altLang="en-US" b="1" dirty="0">
                  <a:latin typeface="Arial Narrow" panose="020B0606020202030204" pitchFamily="34" charset="0"/>
                </a:rPr>
                <a:t>集线器</a:t>
              </a:r>
            </a:p>
          </p:txBody>
        </p:sp>
        <p:pic>
          <p:nvPicPr>
            <p:cNvPr id="142" name="图形 141">
              <a:extLst>
                <a:ext uri="{FF2B5EF4-FFF2-40B4-BE49-F238E27FC236}">
                  <a16:creationId xmlns:a16="http://schemas.microsoft.com/office/drawing/2014/main" id="{49FB536E-733C-4A17-8968-8E5EEEE46AE6}"/>
                </a:ext>
              </a:extLst>
            </p:cNvPr>
            <p:cNvPicPr>
              <a:picLocks noChangeAspect="1"/>
            </p:cNvPicPr>
            <p:nvPr/>
          </p:nvPicPr>
          <p:blipFill>
            <a:blip r:embed="rId3" cstate="print">
              <a:extLst>
                <a:ext uri="{28A0092B-C50C-407E-A947-70E740481C1C}">
                  <a14:useLocalDpi xmlns:a14="http://schemas.microsoft.com/office/drawing/2010/main" val="0"/>
                </a:ext>
                <a:ext uri="{96DAC541-7B7A-43D3-8B79-37D633B846F1}">
                  <asvg:svgBlip xmlns:asvg="http://schemas.microsoft.com/office/drawing/2016/SVG/main" r:embed="rId4"/>
                </a:ext>
              </a:extLst>
            </a:blip>
            <a:stretch>
              <a:fillRect/>
            </a:stretch>
          </p:blipFill>
          <p:spPr>
            <a:xfrm>
              <a:off x="5139101" y="5237157"/>
              <a:ext cx="491524" cy="475408"/>
            </a:xfrm>
            <a:prstGeom prst="rect">
              <a:avLst/>
            </a:prstGeom>
          </p:spPr>
        </p:pic>
        <p:sp>
          <p:nvSpPr>
            <p:cNvPr id="143" name="文本框 142">
              <a:extLst>
                <a:ext uri="{FF2B5EF4-FFF2-40B4-BE49-F238E27FC236}">
                  <a16:creationId xmlns:a16="http://schemas.microsoft.com/office/drawing/2014/main" id="{B92553C5-AD8E-4F29-AF58-6DAFCBF9A98A}"/>
                </a:ext>
              </a:extLst>
            </p:cNvPr>
            <p:cNvSpPr txBox="1"/>
            <p:nvPr/>
          </p:nvSpPr>
          <p:spPr>
            <a:xfrm>
              <a:off x="4646002" y="5269450"/>
              <a:ext cx="670999" cy="369332"/>
            </a:xfrm>
            <a:prstGeom prst="rect">
              <a:avLst/>
            </a:prstGeom>
            <a:noFill/>
          </p:spPr>
          <p:txBody>
            <a:bodyPr wrap="square" rtlCol="0">
              <a:spAutoFit/>
            </a:bodyPr>
            <a:lstStyle/>
            <a:p>
              <a:pPr algn="ctr"/>
              <a:r>
                <a:rPr lang="en-US" altLang="zh-CN" b="1" dirty="0">
                  <a:latin typeface="+mn-ea"/>
                </a:rPr>
                <a:t>…</a:t>
              </a:r>
              <a:endParaRPr lang="zh-CN" altLang="en-US" b="1" dirty="0">
                <a:latin typeface="+mn-ea"/>
              </a:endParaRPr>
            </a:p>
          </p:txBody>
        </p:sp>
        <p:pic>
          <p:nvPicPr>
            <p:cNvPr id="144" name="图片 143" descr="文本&#10;&#10;描述已自动生成">
              <a:extLst>
                <a:ext uri="{FF2B5EF4-FFF2-40B4-BE49-F238E27FC236}">
                  <a16:creationId xmlns:a16="http://schemas.microsoft.com/office/drawing/2014/main" id="{C5C867FE-5B29-4D83-8EC0-3A02E4EA2DAE}"/>
                </a:ext>
              </a:extLst>
            </p:cNvPr>
            <p:cNvPicPr>
              <a:picLocks noChangeAspect="1"/>
            </p:cNvPicPr>
            <p:nvPr/>
          </p:nvPicPr>
          <p:blipFill>
            <a:blip r:embed="rId5">
              <a:extLst>
                <a:ext uri="{28A0092B-C50C-407E-A947-70E740481C1C}">
                  <a14:useLocalDpi xmlns:a14="http://schemas.microsoft.com/office/drawing/2010/main" val="0"/>
                </a:ext>
              </a:extLst>
            </a:blip>
            <a:stretch>
              <a:fillRect/>
            </a:stretch>
          </p:blipFill>
          <p:spPr>
            <a:xfrm>
              <a:off x="2929514" y="3884626"/>
              <a:ext cx="490830" cy="460153"/>
            </a:xfrm>
            <a:prstGeom prst="rect">
              <a:avLst/>
            </a:prstGeom>
          </p:spPr>
        </p:pic>
        <p:sp>
          <p:nvSpPr>
            <p:cNvPr id="151" name="íşlïḍè">
              <a:extLst>
                <a:ext uri="{FF2B5EF4-FFF2-40B4-BE49-F238E27FC236}">
                  <a16:creationId xmlns:a16="http://schemas.microsoft.com/office/drawing/2014/main" id="{8E6861B7-9CCE-4241-A6F3-0EF6174642F3}"/>
                </a:ext>
              </a:extLst>
            </p:cNvPr>
            <p:cNvSpPr txBox="1"/>
            <p:nvPr/>
          </p:nvSpPr>
          <p:spPr>
            <a:xfrm>
              <a:off x="2475496" y="4373673"/>
              <a:ext cx="1414324" cy="400111"/>
            </a:xfrm>
            <a:prstGeom prst="rect">
              <a:avLst/>
            </a:prstGeom>
            <a:noFill/>
          </p:spPr>
          <p:txBody>
            <a:bodyPr wrap="square" lIns="91440" tIns="45720" rIns="91440" bIns="45720" anchor="ctr">
              <a:noAutofit/>
            </a:bodyPr>
            <a:lstStyle/>
            <a:p>
              <a:pPr algn="ctr"/>
              <a:r>
                <a:rPr lang="zh-CN" altLang="en-US" b="1" dirty="0">
                  <a:latin typeface="Arial Narrow" panose="020B0606020202030204" pitchFamily="34" charset="0"/>
                </a:rPr>
                <a:t>主干集线器</a:t>
              </a:r>
            </a:p>
          </p:txBody>
        </p:sp>
      </p:grpSp>
    </p:spTree>
    <p:custDataLst>
      <p:tags r:id="rId1"/>
    </p:custDataLst>
    <p:extLst>
      <p:ext uri="{BB962C8B-B14F-4D97-AF65-F5344CB8AC3E}">
        <p14:creationId xmlns:p14="http://schemas.microsoft.com/office/powerpoint/2010/main" val="3012601696"/>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49" presetClass="entr" presetSubtype="0" decel="100000" fill="hold" grpId="0" nodeType="withEffect">
                                  <p:stCondLst>
                                    <p:cond delay="0"/>
                                  </p:stCondLst>
                                  <p:childTnLst>
                                    <p:set>
                                      <p:cBhvr>
                                        <p:cTn id="6" dur="1" fill="hold">
                                          <p:stCondLst>
                                            <p:cond delay="0"/>
                                          </p:stCondLst>
                                        </p:cTn>
                                        <p:tgtEl>
                                          <p:spTgt spid="177"/>
                                        </p:tgtEl>
                                        <p:attrNameLst>
                                          <p:attrName>style.visibility</p:attrName>
                                        </p:attrNameLst>
                                      </p:cBhvr>
                                      <p:to>
                                        <p:strVal val="visible"/>
                                      </p:to>
                                    </p:set>
                                    <p:anim calcmode="lin" valueType="num">
                                      <p:cBhvr>
                                        <p:cTn id="7" dur="500" fill="hold"/>
                                        <p:tgtEl>
                                          <p:spTgt spid="177"/>
                                        </p:tgtEl>
                                        <p:attrNameLst>
                                          <p:attrName>ppt_w</p:attrName>
                                        </p:attrNameLst>
                                      </p:cBhvr>
                                      <p:tavLst>
                                        <p:tav tm="0">
                                          <p:val>
                                            <p:fltVal val="0"/>
                                          </p:val>
                                        </p:tav>
                                        <p:tav tm="100000">
                                          <p:val>
                                            <p:strVal val="#ppt_w"/>
                                          </p:val>
                                        </p:tav>
                                      </p:tavLst>
                                    </p:anim>
                                    <p:anim calcmode="lin" valueType="num">
                                      <p:cBhvr>
                                        <p:cTn id="8" dur="500" fill="hold"/>
                                        <p:tgtEl>
                                          <p:spTgt spid="177"/>
                                        </p:tgtEl>
                                        <p:attrNameLst>
                                          <p:attrName>ppt_h</p:attrName>
                                        </p:attrNameLst>
                                      </p:cBhvr>
                                      <p:tavLst>
                                        <p:tav tm="0">
                                          <p:val>
                                            <p:fltVal val="0"/>
                                          </p:val>
                                        </p:tav>
                                        <p:tav tm="100000">
                                          <p:val>
                                            <p:strVal val="#ppt_h"/>
                                          </p:val>
                                        </p:tav>
                                      </p:tavLst>
                                    </p:anim>
                                    <p:anim calcmode="lin" valueType="num">
                                      <p:cBhvr>
                                        <p:cTn id="9" dur="500" fill="hold"/>
                                        <p:tgtEl>
                                          <p:spTgt spid="177"/>
                                        </p:tgtEl>
                                        <p:attrNameLst>
                                          <p:attrName>style.rotation</p:attrName>
                                        </p:attrNameLst>
                                      </p:cBhvr>
                                      <p:tavLst>
                                        <p:tav tm="0">
                                          <p:val>
                                            <p:fltVal val="360"/>
                                          </p:val>
                                        </p:tav>
                                        <p:tav tm="100000">
                                          <p:val>
                                            <p:fltVal val="0"/>
                                          </p:val>
                                        </p:tav>
                                      </p:tavLst>
                                    </p:anim>
                                    <p:animEffect transition="in" filter="fade">
                                      <p:cBhvr>
                                        <p:cTn id="10" dur="500"/>
                                        <p:tgtEl>
                                          <p:spTgt spid="177"/>
                                        </p:tgtEl>
                                      </p:cBhvr>
                                    </p:animEffect>
                                  </p:childTnLst>
                                </p:cTn>
                              </p:par>
                            </p:childTnLst>
                          </p:cTn>
                        </p:par>
                        <p:par>
                          <p:cTn id="11" fill="hold">
                            <p:stCondLst>
                              <p:cond delay="500"/>
                            </p:stCondLst>
                            <p:childTnLst>
                              <p:par>
                                <p:cTn id="12" presetID="1" presetClass="entr" presetSubtype="0" fill="hold" grpId="0" nodeType="afterEffect">
                                  <p:stCondLst>
                                    <p:cond delay="0"/>
                                  </p:stCondLst>
                                  <p:iterate type="lt">
                                    <p:tmAbs val="100"/>
                                  </p:iterate>
                                  <p:childTnLst>
                                    <p:set>
                                      <p:cBhvr>
                                        <p:cTn id="13" dur="1" fill="hold">
                                          <p:stCondLst>
                                            <p:cond delay="0"/>
                                          </p:stCondLst>
                                        </p:cTn>
                                        <p:tgtEl>
                                          <p:spTgt spid="178"/>
                                        </p:tgtEl>
                                        <p:attrNameLst>
                                          <p:attrName>style.visibility</p:attrName>
                                        </p:attrNameLst>
                                      </p:cBhvr>
                                      <p:to>
                                        <p:strVal val="visible"/>
                                      </p:to>
                                    </p:set>
                                  </p:childTnLst>
                                </p:cTn>
                              </p:par>
                            </p:childTnLst>
                          </p:cTn>
                        </p:par>
                      </p:childTnLst>
                    </p:cTn>
                  </p:par>
                  <p:par>
                    <p:cTn id="14" fill="hold">
                      <p:stCondLst>
                        <p:cond delay="indefinite"/>
                      </p:stCondLst>
                      <p:childTnLst>
                        <p:par>
                          <p:cTn id="15" fill="hold">
                            <p:stCondLst>
                              <p:cond delay="0"/>
                            </p:stCondLst>
                            <p:childTnLst>
                              <p:par>
                                <p:cTn id="16" presetID="30" presetClass="entr" presetSubtype="0" fill="hold" nodeType="clickEffect">
                                  <p:stCondLst>
                                    <p:cond delay="0"/>
                                  </p:stCondLst>
                                  <p:childTnLst>
                                    <p:set>
                                      <p:cBhvr>
                                        <p:cTn id="17" dur="1" fill="hold">
                                          <p:stCondLst>
                                            <p:cond delay="0"/>
                                          </p:stCondLst>
                                        </p:cTn>
                                        <p:tgtEl>
                                          <p:spTgt spid="6"/>
                                        </p:tgtEl>
                                        <p:attrNameLst>
                                          <p:attrName>style.visibility</p:attrName>
                                        </p:attrNameLst>
                                      </p:cBhvr>
                                      <p:to>
                                        <p:strVal val="visible"/>
                                      </p:to>
                                    </p:set>
                                    <p:animEffect transition="in" filter="fade">
                                      <p:cBhvr>
                                        <p:cTn id="18" dur="800" decel="100000"/>
                                        <p:tgtEl>
                                          <p:spTgt spid="6"/>
                                        </p:tgtEl>
                                      </p:cBhvr>
                                    </p:animEffect>
                                    <p:anim calcmode="lin" valueType="num">
                                      <p:cBhvr>
                                        <p:cTn id="19" dur="800" decel="100000" fill="hold"/>
                                        <p:tgtEl>
                                          <p:spTgt spid="6"/>
                                        </p:tgtEl>
                                        <p:attrNameLst>
                                          <p:attrName>style.rotation</p:attrName>
                                        </p:attrNameLst>
                                      </p:cBhvr>
                                      <p:tavLst>
                                        <p:tav tm="0">
                                          <p:val>
                                            <p:fltVal val="-90"/>
                                          </p:val>
                                        </p:tav>
                                        <p:tav tm="100000">
                                          <p:val>
                                            <p:fltVal val="0"/>
                                          </p:val>
                                        </p:tav>
                                      </p:tavLst>
                                    </p:anim>
                                    <p:anim calcmode="lin" valueType="num">
                                      <p:cBhvr>
                                        <p:cTn id="20" dur="800" decel="100000" fill="hold"/>
                                        <p:tgtEl>
                                          <p:spTgt spid="6"/>
                                        </p:tgtEl>
                                        <p:attrNameLst>
                                          <p:attrName>ppt_x</p:attrName>
                                        </p:attrNameLst>
                                      </p:cBhvr>
                                      <p:tavLst>
                                        <p:tav tm="0">
                                          <p:val>
                                            <p:strVal val="#ppt_x+0.4"/>
                                          </p:val>
                                        </p:tav>
                                        <p:tav tm="100000">
                                          <p:val>
                                            <p:strVal val="#ppt_x-0.05"/>
                                          </p:val>
                                        </p:tav>
                                      </p:tavLst>
                                    </p:anim>
                                    <p:anim calcmode="lin" valueType="num">
                                      <p:cBhvr>
                                        <p:cTn id="21" dur="800" decel="100000" fill="hold"/>
                                        <p:tgtEl>
                                          <p:spTgt spid="6"/>
                                        </p:tgtEl>
                                        <p:attrNameLst>
                                          <p:attrName>ppt_y</p:attrName>
                                        </p:attrNameLst>
                                      </p:cBhvr>
                                      <p:tavLst>
                                        <p:tav tm="0">
                                          <p:val>
                                            <p:strVal val="#ppt_y-0.4"/>
                                          </p:val>
                                        </p:tav>
                                        <p:tav tm="100000">
                                          <p:val>
                                            <p:strVal val="#ppt_y+0.1"/>
                                          </p:val>
                                        </p:tav>
                                      </p:tavLst>
                                    </p:anim>
                                    <p:anim calcmode="lin" valueType="num">
                                      <p:cBhvr>
                                        <p:cTn id="22" dur="200" accel="100000" fill="hold">
                                          <p:stCondLst>
                                            <p:cond delay="800"/>
                                          </p:stCondLst>
                                        </p:cTn>
                                        <p:tgtEl>
                                          <p:spTgt spid="6"/>
                                        </p:tgtEl>
                                        <p:attrNameLst>
                                          <p:attrName>ppt_x</p:attrName>
                                        </p:attrNameLst>
                                      </p:cBhvr>
                                      <p:tavLst>
                                        <p:tav tm="0">
                                          <p:val>
                                            <p:strVal val="#ppt_x-0.05"/>
                                          </p:val>
                                        </p:tav>
                                        <p:tav tm="100000">
                                          <p:val>
                                            <p:strVal val="#ppt_x"/>
                                          </p:val>
                                        </p:tav>
                                      </p:tavLst>
                                    </p:anim>
                                    <p:anim calcmode="lin" valueType="num">
                                      <p:cBhvr>
                                        <p:cTn id="23" dur="200" accel="100000" fill="hold">
                                          <p:stCondLst>
                                            <p:cond delay="800"/>
                                          </p:stCondLst>
                                        </p:cTn>
                                        <p:tgtEl>
                                          <p:spTgt spid="6"/>
                                        </p:tgtEl>
                                        <p:attrNameLst>
                                          <p:attrName>ppt_y</p:attrName>
                                        </p:attrNameLst>
                                      </p:cBhvr>
                                      <p:tavLst>
                                        <p:tav tm="0">
                                          <p:val>
                                            <p:strVal val="#ppt_y+0.1"/>
                                          </p:val>
                                        </p:tav>
                                        <p:tav tm="100000">
                                          <p:val>
                                            <p:strVal val="#ppt_y"/>
                                          </p:val>
                                        </p:tav>
                                      </p:tavLst>
                                    </p:anim>
                                  </p:childTnLst>
                                </p:cTn>
                              </p:par>
                            </p:childTnLst>
                          </p:cTn>
                        </p:par>
                      </p:childTnLst>
                    </p:cTn>
                  </p:par>
                  <p:par>
                    <p:cTn id="24" fill="hold">
                      <p:stCondLst>
                        <p:cond delay="indefinite"/>
                      </p:stCondLst>
                      <p:childTnLst>
                        <p:par>
                          <p:cTn id="25" fill="hold">
                            <p:stCondLst>
                              <p:cond delay="0"/>
                            </p:stCondLst>
                            <p:childTnLst>
                              <p:par>
                                <p:cTn id="26" presetID="47" presetClass="entr" presetSubtype="0" fill="hold" grpId="0" nodeType="clickEffect">
                                  <p:stCondLst>
                                    <p:cond delay="0"/>
                                  </p:stCondLst>
                                  <p:childTnLst>
                                    <p:set>
                                      <p:cBhvr>
                                        <p:cTn id="27" dur="1" fill="hold">
                                          <p:stCondLst>
                                            <p:cond delay="0"/>
                                          </p:stCondLst>
                                        </p:cTn>
                                        <p:tgtEl>
                                          <p:spTgt spid="54"/>
                                        </p:tgtEl>
                                        <p:attrNameLst>
                                          <p:attrName>style.visibility</p:attrName>
                                        </p:attrNameLst>
                                      </p:cBhvr>
                                      <p:to>
                                        <p:strVal val="visible"/>
                                      </p:to>
                                    </p:set>
                                    <p:animEffect transition="in" filter="fade">
                                      <p:cBhvr>
                                        <p:cTn id="28" dur="1000"/>
                                        <p:tgtEl>
                                          <p:spTgt spid="54"/>
                                        </p:tgtEl>
                                      </p:cBhvr>
                                    </p:animEffect>
                                    <p:anim calcmode="lin" valueType="num">
                                      <p:cBhvr>
                                        <p:cTn id="29" dur="1000" fill="hold"/>
                                        <p:tgtEl>
                                          <p:spTgt spid="54"/>
                                        </p:tgtEl>
                                        <p:attrNameLst>
                                          <p:attrName>ppt_x</p:attrName>
                                        </p:attrNameLst>
                                      </p:cBhvr>
                                      <p:tavLst>
                                        <p:tav tm="0">
                                          <p:val>
                                            <p:strVal val="#ppt_x"/>
                                          </p:val>
                                        </p:tav>
                                        <p:tav tm="100000">
                                          <p:val>
                                            <p:strVal val="#ppt_x"/>
                                          </p:val>
                                        </p:tav>
                                      </p:tavLst>
                                    </p:anim>
                                    <p:anim calcmode="lin" valueType="num">
                                      <p:cBhvr>
                                        <p:cTn id="30" dur="1000" fill="hold"/>
                                        <p:tgtEl>
                                          <p:spTgt spid="54"/>
                                        </p:tgtEl>
                                        <p:attrNameLst>
                                          <p:attrName>ppt_y</p:attrName>
                                        </p:attrNameLst>
                                      </p:cBhvr>
                                      <p:tavLst>
                                        <p:tav tm="0">
                                          <p:val>
                                            <p:strVal val="#ppt_y-.1"/>
                                          </p:val>
                                        </p:tav>
                                        <p:tav tm="100000">
                                          <p:val>
                                            <p:strVal val="#ppt_y"/>
                                          </p:val>
                                        </p:tav>
                                      </p:tavLst>
                                    </p:anim>
                                  </p:childTnLst>
                                </p:cTn>
                              </p:par>
                            </p:childTnLst>
                          </p:cTn>
                        </p:par>
                      </p:childTnLst>
                    </p:cTn>
                  </p:par>
                  <p:par>
                    <p:cTn id="31" fill="hold">
                      <p:stCondLst>
                        <p:cond delay="indefinite"/>
                      </p:stCondLst>
                      <p:childTnLst>
                        <p:par>
                          <p:cTn id="32" fill="hold">
                            <p:stCondLst>
                              <p:cond delay="0"/>
                            </p:stCondLst>
                            <p:childTnLst>
                              <p:par>
                                <p:cTn id="33" presetID="30" presetClass="entr" presetSubtype="0" fill="hold" nodeType="clickEffect">
                                  <p:stCondLst>
                                    <p:cond delay="0"/>
                                  </p:stCondLst>
                                  <p:childTnLst>
                                    <p:set>
                                      <p:cBhvr>
                                        <p:cTn id="34" dur="1" fill="hold">
                                          <p:stCondLst>
                                            <p:cond delay="0"/>
                                          </p:stCondLst>
                                        </p:cTn>
                                        <p:tgtEl>
                                          <p:spTgt spid="25"/>
                                        </p:tgtEl>
                                        <p:attrNameLst>
                                          <p:attrName>style.visibility</p:attrName>
                                        </p:attrNameLst>
                                      </p:cBhvr>
                                      <p:to>
                                        <p:strVal val="visible"/>
                                      </p:to>
                                    </p:set>
                                    <p:animEffect transition="in" filter="fade">
                                      <p:cBhvr>
                                        <p:cTn id="35" dur="800" decel="100000"/>
                                        <p:tgtEl>
                                          <p:spTgt spid="25"/>
                                        </p:tgtEl>
                                      </p:cBhvr>
                                    </p:animEffect>
                                    <p:anim calcmode="lin" valueType="num">
                                      <p:cBhvr>
                                        <p:cTn id="36" dur="800" decel="100000" fill="hold"/>
                                        <p:tgtEl>
                                          <p:spTgt spid="25"/>
                                        </p:tgtEl>
                                        <p:attrNameLst>
                                          <p:attrName>style.rotation</p:attrName>
                                        </p:attrNameLst>
                                      </p:cBhvr>
                                      <p:tavLst>
                                        <p:tav tm="0">
                                          <p:val>
                                            <p:fltVal val="-90"/>
                                          </p:val>
                                        </p:tav>
                                        <p:tav tm="100000">
                                          <p:val>
                                            <p:fltVal val="0"/>
                                          </p:val>
                                        </p:tav>
                                      </p:tavLst>
                                    </p:anim>
                                    <p:anim calcmode="lin" valueType="num">
                                      <p:cBhvr>
                                        <p:cTn id="37" dur="800" decel="100000" fill="hold"/>
                                        <p:tgtEl>
                                          <p:spTgt spid="25"/>
                                        </p:tgtEl>
                                        <p:attrNameLst>
                                          <p:attrName>ppt_x</p:attrName>
                                        </p:attrNameLst>
                                      </p:cBhvr>
                                      <p:tavLst>
                                        <p:tav tm="0">
                                          <p:val>
                                            <p:strVal val="#ppt_x+0.4"/>
                                          </p:val>
                                        </p:tav>
                                        <p:tav tm="100000">
                                          <p:val>
                                            <p:strVal val="#ppt_x-0.05"/>
                                          </p:val>
                                        </p:tav>
                                      </p:tavLst>
                                    </p:anim>
                                    <p:anim calcmode="lin" valueType="num">
                                      <p:cBhvr>
                                        <p:cTn id="38" dur="800" decel="100000" fill="hold"/>
                                        <p:tgtEl>
                                          <p:spTgt spid="25"/>
                                        </p:tgtEl>
                                        <p:attrNameLst>
                                          <p:attrName>ppt_y</p:attrName>
                                        </p:attrNameLst>
                                      </p:cBhvr>
                                      <p:tavLst>
                                        <p:tav tm="0">
                                          <p:val>
                                            <p:strVal val="#ppt_y-0.4"/>
                                          </p:val>
                                        </p:tav>
                                        <p:tav tm="100000">
                                          <p:val>
                                            <p:strVal val="#ppt_y+0.1"/>
                                          </p:val>
                                        </p:tav>
                                      </p:tavLst>
                                    </p:anim>
                                    <p:anim calcmode="lin" valueType="num">
                                      <p:cBhvr>
                                        <p:cTn id="39" dur="200" accel="100000" fill="hold">
                                          <p:stCondLst>
                                            <p:cond delay="800"/>
                                          </p:stCondLst>
                                        </p:cTn>
                                        <p:tgtEl>
                                          <p:spTgt spid="25"/>
                                        </p:tgtEl>
                                        <p:attrNameLst>
                                          <p:attrName>ppt_x</p:attrName>
                                        </p:attrNameLst>
                                      </p:cBhvr>
                                      <p:tavLst>
                                        <p:tav tm="0">
                                          <p:val>
                                            <p:strVal val="#ppt_x-0.05"/>
                                          </p:val>
                                        </p:tav>
                                        <p:tav tm="100000">
                                          <p:val>
                                            <p:strVal val="#ppt_x"/>
                                          </p:val>
                                        </p:tav>
                                      </p:tavLst>
                                    </p:anim>
                                    <p:anim calcmode="lin" valueType="num">
                                      <p:cBhvr>
                                        <p:cTn id="40" dur="200" accel="100000" fill="hold">
                                          <p:stCondLst>
                                            <p:cond delay="800"/>
                                          </p:stCondLst>
                                        </p:cTn>
                                        <p:tgtEl>
                                          <p:spTgt spid="25"/>
                                        </p:tgtEl>
                                        <p:attrNameLst>
                                          <p:attrName>ppt_y</p:attrName>
                                        </p:attrNameLst>
                                      </p:cBhvr>
                                      <p:tavLst>
                                        <p:tav tm="0">
                                          <p:val>
                                            <p:strVal val="#ppt_y+0.1"/>
                                          </p:val>
                                        </p:tav>
                                        <p:tav tm="100000">
                                          <p:val>
                                            <p:strVal val="#ppt_y"/>
                                          </p:val>
                                        </p:tav>
                                      </p:tavLst>
                                    </p:anim>
                                  </p:childTnLst>
                                </p:cTn>
                              </p:par>
                            </p:childTnLst>
                          </p:cTn>
                        </p:par>
                      </p:childTnLst>
                    </p:cTn>
                  </p:par>
                  <p:par>
                    <p:cTn id="41" fill="hold">
                      <p:stCondLst>
                        <p:cond delay="indefinite"/>
                      </p:stCondLst>
                      <p:childTnLst>
                        <p:par>
                          <p:cTn id="42" fill="hold">
                            <p:stCondLst>
                              <p:cond delay="0"/>
                            </p:stCondLst>
                            <p:childTnLst>
                              <p:par>
                                <p:cTn id="43" presetID="47" presetClass="entr" presetSubtype="0" fill="hold" grpId="0" nodeType="clickEffect">
                                  <p:stCondLst>
                                    <p:cond delay="0"/>
                                  </p:stCondLst>
                                  <p:childTnLst>
                                    <p:set>
                                      <p:cBhvr>
                                        <p:cTn id="44" dur="1" fill="hold">
                                          <p:stCondLst>
                                            <p:cond delay="0"/>
                                          </p:stCondLst>
                                        </p:cTn>
                                        <p:tgtEl>
                                          <p:spTgt spid="81"/>
                                        </p:tgtEl>
                                        <p:attrNameLst>
                                          <p:attrName>style.visibility</p:attrName>
                                        </p:attrNameLst>
                                      </p:cBhvr>
                                      <p:to>
                                        <p:strVal val="visible"/>
                                      </p:to>
                                    </p:set>
                                    <p:animEffect transition="in" filter="fade">
                                      <p:cBhvr>
                                        <p:cTn id="45" dur="1000"/>
                                        <p:tgtEl>
                                          <p:spTgt spid="81"/>
                                        </p:tgtEl>
                                      </p:cBhvr>
                                    </p:animEffect>
                                    <p:anim calcmode="lin" valueType="num">
                                      <p:cBhvr>
                                        <p:cTn id="46" dur="1000" fill="hold"/>
                                        <p:tgtEl>
                                          <p:spTgt spid="81"/>
                                        </p:tgtEl>
                                        <p:attrNameLst>
                                          <p:attrName>ppt_x</p:attrName>
                                        </p:attrNameLst>
                                      </p:cBhvr>
                                      <p:tavLst>
                                        <p:tav tm="0">
                                          <p:val>
                                            <p:strVal val="#ppt_x"/>
                                          </p:val>
                                        </p:tav>
                                        <p:tav tm="100000">
                                          <p:val>
                                            <p:strVal val="#ppt_x"/>
                                          </p:val>
                                        </p:tav>
                                      </p:tavLst>
                                    </p:anim>
                                    <p:anim calcmode="lin" valueType="num">
                                      <p:cBhvr>
                                        <p:cTn id="47" dur="1000" fill="hold"/>
                                        <p:tgtEl>
                                          <p:spTgt spid="81"/>
                                        </p:tgtEl>
                                        <p:attrNameLst>
                                          <p:attrName>ppt_y</p:attrName>
                                        </p:attrNameLst>
                                      </p:cBhvr>
                                      <p:tavLst>
                                        <p:tav tm="0">
                                          <p:val>
                                            <p:strVal val="#ppt_y-.1"/>
                                          </p:val>
                                        </p:tav>
                                        <p:tav tm="100000">
                                          <p:val>
                                            <p:strVal val="#ppt_y"/>
                                          </p:val>
                                        </p:tav>
                                      </p:tavLst>
                                    </p:anim>
                                  </p:childTnLst>
                                </p:cTn>
                              </p:par>
                            </p:childTnLst>
                          </p:cTn>
                        </p:par>
                      </p:childTnLst>
                    </p:cTn>
                  </p:par>
                  <p:par>
                    <p:cTn id="48" fill="hold">
                      <p:stCondLst>
                        <p:cond delay="indefinite"/>
                      </p:stCondLst>
                      <p:childTnLst>
                        <p:par>
                          <p:cTn id="49" fill="hold">
                            <p:stCondLst>
                              <p:cond delay="0"/>
                            </p:stCondLst>
                            <p:childTnLst>
                              <p:par>
                                <p:cTn id="50" presetID="30" presetClass="entr" presetSubtype="0" fill="hold" nodeType="clickEffect">
                                  <p:stCondLst>
                                    <p:cond delay="0"/>
                                  </p:stCondLst>
                                  <p:childTnLst>
                                    <p:set>
                                      <p:cBhvr>
                                        <p:cTn id="51" dur="1" fill="hold">
                                          <p:stCondLst>
                                            <p:cond delay="0"/>
                                          </p:stCondLst>
                                        </p:cTn>
                                        <p:tgtEl>
                                          <p:spTgt spid="36"/>
                                        </p:tgtEl>
                                        <p:attrNameLst>
                                          <p:attrName>style.visibility</p:attrName>
                                        </p:attrNameLst>
                                      </p:cBhvr>
                                      <p:to>
                                        <p:strVal val="visible"/>
                                      </p:to>
                                    </p:set>
                                    <p:animEffect transition="in" filter="fade">
                                      <p:cBhvr>
                                        <p:cTn id="52" dur="800" decel="100000"/>
                                        <p:tgtEl>
                                          <p:spTgt spid="36"/>
                                        </p:tgtEl>
                                      </p:cBhvr>
                                    </p:animEffect>
                                    <p:anim calcmode="lin" valueType="num">
                                      <p:cBhvr>
                                        <p:cTn id="53" dur="800" decel="100000" fill="hold"/>
                                        <p:tgtEl>
                                          <p:spTgt spid="36"/>
                                        </p:tgtEl>
                                        <p:attrNameLst>
                                          <p:attrName>style.rotation</p:attrName>
                                        </p:attrNameLst>
                                      </p:cBhvr>
                                      <p:tavLst>
                                        <p:tav tm="0">
                                          <p:val>
                                            <p:fltVal val="-90"/>
                                          </p:val>
                                        </p:tav>
                                        <p:tav tm="100000">
                                          <p:val>
                                            <p:fltVal val="0"/>
                                          </p:val>
                                        </p:tav>
                                      </p:tavLst>
                                    </p:anim>
                                    <p:anim calcmode="lin" valueType="num">
                                      <p:cBhvr>
                                        <p:cTn id="54" dur="800" decel="100000" fill="hold"/>
                                        <p:tgtEl>
                                          <p:spTgt spid="36"/>
                                        </p:tgtEl>
                                        <p:attrNameLst>
                                          <p:attrName>ppt_x</p:attrName>
                                        </p:attrNameLst>
                                      </p:cBhvr>
                                      <p:tavLst>
                                        <p:tav tm="0">
                                          <p:val>
                                            <p:strVal val="#ppt_x+0.4"/>
                                          </p:val>
                                        </p:tav>
                                        <p:tav tm="100000">
                                          <p:val>
                                            <p:strVal val="#ppt_x-0.05"/>
                                          </p:val>
                                        </p:tav>
                                      </p:tavLst>
                                    </p:anim>
                                    <p:anim calcmode="lin" valueType="num">
                                      <p:cBhvr>
                                        <p:cTn id="55" dur="800" decel="100000" fill="hold"/>
                                        <p:tgtEl>
                                          <p:spTgt spid="36"/>
                                        </p:tgtEl>
                                        <p:attrNameLst>
                                          <p:attrName>ppt_y</p:attrName>
                                        </p:attrNameLst>
                                      </p:cBhvr>
                                      <p:tavLst>
                                        <p:tav tm="0">
                                          <p:val>
                                            <p:strVal val="#ppt_y-0.4"/>
                                          </p:val>
                                        </p:tav>
                                        <p:tav tm="100000">
                                          <p:val>
                                            <p:strVal val="#ppt_y+0.1"/>
                                          </p:val>
                                        </p:tav>
                                      </p:tavLst>
                                    </p:anim>
                                    <p:anim calcmode="lin" valueType="num">
                                      <p:cBhvr>
                                        <p:cTn id="56" dur="200" accel="100000" fill="hold">
                                          <p:stCondLst>
                                            <p:cond delay="800"/>
                                          </p:stCondLst>
                                        </p:cTn>
                                        <p:tgtEl>
                                          <p:spTgt spid="36"/>
                                        </p:tgtEl>
                                        <p:attrNameLst>
                                          <p:attrName>ppt_x</p:attrName>
                                        </p:attrNameLst>
                                      </p:cBhvr>
                                      <p:tavLst>
                                        <p:tav tm="0">
                                          <p:val>
                                            <p:strVal val="#ppt_x-0.05"/>
                                          </p:val>
                                        </p:tav>
                                        <p:tav tm="100000">
                                          <p:val>
                                            <p:strVal val="#ppt_x"/>
                                          </p:val>
                                        </p:tav>
                                      </p:tavLst>
                                    </p:anim>
                                    <p:anim calcmode="lin" valueType="num">
                                      <p:cBhvr>
                                        <p:cTn id="57" dur="200" accel="100000" fill="hold">
                                          <p:stCondLst>
                                            <p:cond delay="800"/>
                                          </p:stCondLst>
                                        </p:cTn>
                                        <p:tgtEl>
                                          <p:spTgt spid="36"/>
                                        </p:tgtEl>
                                        <p:attrNameLst>
                                          <p:attrName>ppt_y</p:attrName>
                                        </p:attrNameLst>
                                      </p:cBhvr>
                                      <p:tavLst>
                                        <p:tav tm="0">
                                          <p:val>
                                            <p:strVal val="#ppt_y+0.1"/>
                                          </p:val>
                                        </p:tav>
                                        <p:tav tm="100000">
                                          <p:val>
                                            <p:strVal val="#ppt_y"/>
                                          </p:val>
                                        </p:tav>
                                      </p:tavLst>
                                    </p:anim>
                                  </p:childTnLst>
                                </p:cTn>
                              </p:par>
                            </p:childTnLst>
                          </p:cTn>
                        </p:par>
                      </p:childTnLst>
                    </p:cTn>
                  </p:par>
                  <p:par>
                    <p:cTn id="58" fill="hold">
                      <p:stCondLst>
                        <p:cond delay="indefinite"/>
                      </p:stCondLst>
                      <p:childTnLst>
                        <p:par>
                          <p:cTn id="59" fill="hold">
                            <p:stCondLst>
                              <p:cond delay="0"/>
                            </p:stCondLst>
                            <p:childTnLst>
                              <p:par>
                                <p:cTn id="60" presetID="47" presetClass="entr" presetSubtype="0" fill="hold" grpId="0" nodeType="clickEffect">
                                  <p:stCondLst>
                                    <p:cond delay="0"/>
                                  </p:stCondLst>
                                  <p:childTnLst>
                                    <p:set>
                                      <p:cBhvr>
                                        <p:cTn id="61" dur="1" fill="hold">
                                          <p:stCondLst>
                                            <p:cond delay="0"/>
                                          </p:stCondLst>
                                        </p:cTn>
                                        <p:tgtEl>
                                          <p:spTgt spid="152"/>
                                        </p:tgtEl>
                                        <p:attrNameLst>
                                          <p:attrName>style.visibility</p:attrName>
                                        </p:attrNameLst>
                                      </p:cBhvr>
                                      <p:to>
                                        <p:strVal val="visible"/>
                                      </p:to>
                                    </p:set>
                                    <p:animEffect transition="in" filter="fade">
                                      <p:cBhvr>
                                        <p:cTn id="62" dur="1000"/>
                                        <p:tgtEl>
                                          <p:spTgt spid="152"/>
                                        </p:tgtEl>
                                      </p:cBhvr>
                                    </p:animEffect>
                                    <p:anim calcmode="lin" valueType="num">
                                      <p:cBhvr>
                                        <p:cTn id="63" dur="1000" fill="hold"/>
                                        <p:tgtEl>
                                          <p:spTgt spid="152"/>
                                        </p:tgtEl>
                                        <p:attrNameLst>
                                          <p:attrName>ppt_x</p:attrName>
                                        </p:attrNameLst>
                                      </p:cBhvr>
                                      <p:tavLst>
                                        <p:tav tm="0">
                                          <p:val>
                                            <p:strVal val="#ppt_x"/>
                                          </p:val>
                                        </p:tav>
                                        <p:tav tm="100000">
                                          <p:val>
                                            <p:strVal val="#ppt_x"/>
                                          </p:val>
                                        </p:tav>
                                      </p:tavLst>
                                    </p:anim>
                                    <p:anim calcmode="lin" valueType="num">
                                      <p:cBhvr>
                                        <p:cTn id="64" dur="1000" fill="hold"/>
                                        <p:tgtEl>
                                          <p:spTgt spid="152"/>
                                        </p:tgtEl>
                                        <p:attrNameLst>
                                          <p:attrName>ppt_y</p:attrName>
                                        </p:attrNameLst>
                                      </p:cBhvr>
                                      <p:tavLst>
                                        <p:tav tm="0">
                                          <p:val>
                                            <p:strVal val="#ppt_y-.1"/>
                                          </p:val>
                                        </p:tav>
                                        <p:tav tm="100000">
                                          <p:val>
                                            <p:strVal val="#ppt_y"/>
                                          </p:val>
                                        </p:tav>
                                      </p:tavLst>
                                    </p:anim>
                                  </p:childTnLst>
                                </p:cTn>
                              </p:par>
                            </p:childTnLst>
                          </p:cTn>
                        </p:par>
                      </p:childTnLst>
                    </p:cTn>
                  </p:par>
                  <p:par>
                    <p:cTn id="65" fill="hold">
                      <p:stCondLst>
                        <p:cond delay="indefinite"/>
                      </p:stCondLst>
                      <p:childTnLst>
                        <p:par>
                          <p:cTn id="66" fill="hold">
                            <p:stCondLst>
                              <p:cond delay="0"/>
                            </p:stCondLst>
                            <p:childTnLst>
                              <p:par>
                                <p:cTn id="67" presetID="30" presetClass="entr" presetSubtype="0" fill="hold" nodeType="clickEffect">
                                  <p:stCondLst>
                                    <p:cond delay="0"/>
                                  </p:stCondLst>
                                  <p:childTnLst>
                                    <p:set>
                                      <p:cBhvr>
                                        <p:cTn id="68" dur="1" fill="hold">
                                          <p:stCondLst>
                                            <p:cond delay="0"/>
                                          </p:stCondLst>
                                        </p:cTn>
                                        <p:tgtEl>
                                          <p:spTgt spid="15"/>
                                        </p:tgtEl>
                                        <p:attrNameLst>
                                          <p:attrName>style.visibility</p:attrName>
                                        </p:attrNameLst>
                                      </p:cBhvr>
                                      <p:to>
                                        <p:strVal val="visible"/>
                                      </p:to>
                                    </p:set>
                                    <p:animEffect transition="in" filter="fade">
                                      <p:cBhvr>
                                        <p:cTn id="69" dur="800" decel="100000"/>
                                        <p:tgtEl>
                                          <p:spTgt spid="15"/>
                                        </p:tgtEl>
                                      </p:cBhvr>
                                    </p:animEffect>
                                    <p:anim calcmode="lin" valueType="num">
                                      <p:cBhvr>
                                        <p:cTn id="70" dur="800" decel="100000" fill="hold"/>
                                        <p:tgtEl>
                                          <p:spTgt spid="15"/>
                                        </p:tgtEl>
                                        <p:attrNameLst>
                                          <p:attrName>style.rotation</p:attrName>
                                        </p:attrNameLst>
                                      </p:cBhvr>
                                      <p:tavLst>
                                        <p:tav tm="0">
                                          <p:val>
                                            <p:fltVal val="-90"/>
                                          </p:val>
                                        </p:tav>
                                        <p:tav tm="100000">
                                          <p:val>
                                            <p:fltVal val="0"/>
                                          </p:val>
                                        </p:tav>
                                      </p:tavLst>
                                    </p:anim>
                                    <p:anim calcmode="lin" valueType="num">
                                      <p:cBhvr>
                                        <p:cTn id="71" dur="800" decel="100000" fill="hold"/>
                                        <p:tgtEl>
                                          <p:spTgt spid="15"/>
                                        </p:tgtEl>
                                        <p:attrNameLst>
                                          <p:attrName>ppt_x</p:attrName>
                                        </p:attrNameLst>
                                      </p:cBhvr>
                                      <p:tavLst>
                                        <p:tav tm="0">
                                          <p:val>
                                            <p:strVal val="#ppt_x+0.4"/>
                                          </p:val>
                                        </p:tav>
                                        <p:tav tm="100000">
                                          <p:val>
                                            <p:strVal val="#ppt_x-0.05"/>
                                          </p:val>
                                        </p:tav>
                                      </p:tavLst>
                                    </p:anim>
                                    <p:anim calcmode="lin" valueType="num">
                                      <p:cBhvr>
                                        <p:cTn id="72" dur="800" decel="100000" fill="hold"/>
                                        <p:tgtEl>
                                          <p:spTgt spid="15"/>
                                        </p:tgtEl>
                                        <p:attrNameLst>
                                          <p:attrName>ppt_y</p:attrName>
                                        </p:attrNameLst>
                                      </p:cBhvr>
                                      <p:tavLst>
                                        <p:tav tm="0">
                                          <p:val>
                                            <p:strVal val="#ppt_y-0.4"/>
                                          </p:val>
                                        </p:tav>
                                        <p:tav tm="100000">
                                          <p:val>
                                            <p:strVal val="#ppt_y+0.1"/>
                                          </p:val>
                                        </p:tav>
                                      </p:tavLst>
                                    </p:anim>
                                    <p:anim calcmode="lin" valueType="num">
                                      <p:cBhvr>
                                        <p:cTn id="73" dur="200" accel="100000" fill="hold">
                                          <p:stCondLst>
                                            <p:cond delay="800"/>
                                          </p:stCondLst>
                                        </p:cTn>
                                        <p:tgtEl>
                                          <p:spTgt spid="15"/>
                                        </p:tgtEl>
                                        <p:attrNameLst>
                                          <p:attrName>ppt_x</p:attrName>
                                        </p:attrNameLst>
                                      </p:cBhvr>
                                      <p:tavLst>
                                        <p:tav tm="0">
                                          <p:val>
                                            <p:strVal val="#ppt_x-0.05"/>
                                          </p:val>
                                        </p:tav>
                                        <p:tav tm="100000">
                                          <p:val>
                                            <p:strVal val="#ppt_x"/>
                                          </p:val>
                                        </p:tav>
                                      </p:tavLst>
                                    </p:anim>
                                    <p:anim calcmode="lin" valueType="num">
                                      <p:cBhvr>
                                        <p:cTn id="74" dur="200" accel="100000" fill="hold">
                                          <p:stCondLst>
                                            <p:cond delay="800"/>
                                          </p:stCondLst>
                                        </p:cTn>
                                        <p:tgtEl>
                                          <p:spTgt spid="15"/>
                                        </p:tgtEl>
                                        <p:attrNameLst>
                                          <p:attrName>ppt_y</p:attrName>
                                        </p:attrNameLst>
                                      </p:cBhvr>
                                      <p:tavLst>
                                        <p:tav tm="0">
                                          <p:val>
                                            <p:strVal val="#ppt_y+0.1"/>
                                          </p:val>
                                        </p:tav>
                                        <p:tav tm="100000">
                                          <p:val>
                                            <p:strVal val="#ppt_y"/>
                                          </p:val>
                                        </p:tav>
                                      </p:tavLst>
                                    </p:anim>
                                  </p:childTnLst>
                                </p:cTn>
                              </p:par>
                            </p:childTnLst>
                          </p:cTn>
                        </p:par>
                      </p:childTnLst>
                    </p:cTn>
                  </p:par>
                  <p:par>
                    <p:cTn id="75" fill="hold">
                      <p:stCondLst>
                        <p:cond delay="indefinite"/>
                      </p:stCondLst>
                      <p:childTnLst>
                        <p:par>
                          <p:cTn id="76" fill="hold">
                            <p:stCondLst>
                              <p:cond delay="0"/>
                            </p:stCondLst>
                            <p:childTnLst>
                              <p:par>
                                <p:cTn id="77" presetID="47" presetClass="entr" presetSubtype="0" fill="hold" grpId="0" nodeType="clickEffect">
                                  <p:stCondLst>
                                    <p:cond delay="0"/>
                                  </p:stCondLst>
                                  <p:childTnLst>
                                    <p:set>
                                      <p:cBhvr>
                                        <p:cTn id="78" dur="1" fill="hold">
                                          <p:stCondLst>
                                            <p:cond delay="0"/>
                                          </p:stCondLst>
                                        </p:cTn>
                                        <p:tgtEl>
                                          <p:spTgt spid="154"/>
                                        </p:tgtEl>
                                        <p:attrNameLst>
                                          <p:attrName>style.visibility</p:attrName>
                                        </p:attrNameLst>
                                      </p:cBhvr>
                                      <p:to>
                                        <p:strVal val="visible"/>
                                      </p:to>
                                    </p:set>
                                    <p:animEffect transition="in" filter="fade">
                                      <p:cBhvr>
                                        <p:cTn id="79" dur="1000"/>
                                        <p:tgtEl>
                                          <p:spTgt spid="154"/>
                                        </p:tgtEl>
                                      </p:cBhvr>
                                    </p:animEffect>
                                    <p:anim calcmode="lin" valueType="num">
                                      <p:cBhvr>
                                        <p:cTn id="80" dur="1000" fill="hold"/>
                                        <p:tgtEl>
                                          <p:spTgt spid="154"/>
                                        </p:tgtEl>
                                        <p:attrNameLst>
                                          <p:attrName>ppt_x</p:attrName>
                                        </p:attrNameLst>
                                      </p:cBhvr>
                                      <p:tavLst>
                                        <p:tav tm="0">
                                          <p:val>
                                            <p:strVal val="#ppt_x"/>
                                          </p:val>
                                        </p:tav>
                                        <p:tav tm="100000">
                                          <p:val>
                                            <p:strVal val="#ppt_x"/>
                                          </p:val>
                                        </p:tav>
                                      </p:tavLst>
                                    </p:anim>
                                    <p:anim calcmode="lin" valueType="num">
                                      <p:cBhvr>
                                        <p:cTn id="81" dur="1000" fill="hold"/>
                                        <p:tgtEl>
                                          <p:spTgt spid="154"/>
                                        </p:tgtEl>
                                        <p:attrNameLst>
                                          <p:attrName>ppt_y</p:attrName>
                                        </p:attrNameLst>
                                      </p:cBhvr>
                                      <p:tavLst>
                                        <p:tav tm="0">
                                          <p:val>
                                            <p:strVal val="#ppt_y-.1"/>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4" grpId="0"/>
      <p:bldP spid="81" grpId="0"/>
      <p:bldP spid="152" grpId="0"/>
      <p:bldP spid="154" grpId="0"/>
      <p:bldP spid="177" grpId="0" animBg="1"/>
      <p:bldP spid="178" grpId="0"/>
    </p:bldLst>
  </p:timing>
</p:sld>
</file>

<file path=ppt/slides/slide41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52" name="íşlïḍè">
            <a:extLst>
              <a:ext uri="{FF2B5EF4-FFF2-40B4-BE49-F238E27FC236}">
                <a16:creationId xmlns:a16="http://schemas.microsoft.com/office/drawing/2014/main" id="{7ADD3EF4-A488-4E44-9D70-4FFEBFA03FB5}"/>
              </a:ext>
            </a:extLst>
          </p:cNvPr>
          <p:cNvSpPr txBox="1"/>
          <p:nvPr/>
        </p:nvSpPr>
        <p:spPr>
          <a:xfrm>
            <a:off x="6947901" y="4523084"/>
            <a:ext cx="4582267" cy="358248"/>
          </a:xfrm>
          <a:prstGeom prst="rect">
            <a:avLst/>
          </a:prstGeom>
          <a:noFill/>
        </p:spPr>
        <p:txBody>
          <a:bodyPr wrap="square" lIns="91440" tIns="45720" rIns="91440" bIns="45720" anchor="ctr">
            <a:noAutofit/>
          </a:bodyPr>
          <a:lstStyle/>
          <a:p>
            <a:pPr algn="ctr"/>
            <a:r>
              <a:rPr lang="zh-CN" altLang="en-US" b="1" dirty="0">
                <a:latin typeface="Arial Narrow" panose="020B0606020202030204" pitchFamily="34" charset="0"/>
              </a:rPr>
              <a:t>使用交换机在数据链路层扩展交换式以太网</a:t>
            </a:r>
          </a:p>
        </p:txBody>
      </p:sp>
      <p:sp>
        <p:nvSpPr>
          <p:cNvPr id="90" name="íşlïḍè">
            <a:extLst>
              <a:ext uri="{FF2B5EF4-FFF2-40B4-BE49-F238E27FC236}">
                <a16:creationId xmlns:a16="http://schemas.microsoft.com/office/drawing/2014/main" id="{78EDB899-3462-4D55-8F2B-07E2CC8641C1}"/>
              </a:ext>
            </a:extLst>
          </p:cNvPr>
          <p:cNvSpPr txBox="1"/>
          <p:nvPr/>
        </p:nvSpPr>
        <p:spPr>
          <a:xfrm>
            <a:off x="1036816" y="4777301"/>
            <a:ext cx="3498549" cy="358248"/>
          </a:xfrm>
          <a:prstGeom prst="rect">
            <a:avLst/>
          </a:prstGeom>
          <a:noFill/>
        </p:spPr>
        <p:txBody>
          <a:bodyPr wrap="square" lIns="91440" tIns="45720" rIns="91440" bIns="45720" anchor="ctr">
            <a:noAutofit/>
          </a:bodyPr>
          <a:lstStyle/>
          <a:p>
            <a:pPr algn="ctr"/>
            <a:r>
              <a:rPr lang="zh-CN" altLang="en-US" b="1" dirty="0">
                <a:latin typeface="Arial Narrow" panose="020B0606020202030204" pitchFamily="34" charset="0"/>
              </a:rPr>
              <a:t>使用交换机的小型交换式以太网</a:t>
            </a:r>
          </a:p>
        </p:txBody>
      </p:sp>
      <p:grpSp>
        <p:nvGrpSpPr>
          <p:cNvPr id="4" name="组合 3">
            <a:extLst>
              <a:ext uri="{FF2B5EF4-FFF2-40B4-BE49-F238E27FC236}">
                <a16:creationId xmlns:a16="http://schemas.microsoft.com/office/drawing/2014/main" id="{9A1EA9F2-FCB6-48C3-935F-7AE7E3AD14AC}"/>
              </a:ext>
            </a:extLst>
          </p:cNvPr>
          <p:cNvGrpSpPr/>
          <p:nvPr/>
        </p:nvGrpSpPr>
        <p:grpSpPr>
          <a:xfrm>
            <a:off x="304800" y="749300"/>
            <a:ext cx="6192344" cy="400110"/>
            <a:chOff x="424117" y="898245"/>
            <a:chExt cx="6192344" cy="400110"/>
          </a:xfrm>
        </p:grpSpPr>
        <p:sp>
          <p:nvSpPr>
            <p:cNvPr id="2" name="平行四边形 1">
              <a:extLst>
                <a:ext uri="{FF2B5EF4-FFF2-40B4-BE49-F238E27FC236}">
                  <a16:creationId xmlns:a16="http://schemas.microsoft.com/office/drawing/2014/main" id="{1F5BAA3F-9845-4F89-A2DD-8222D3E4EDAC}"/>
                </a:ext>
              </a:extLst>
            </p:cNvPr>
            <p:cNvSpPr/>
            <p:nvPr/>
          </p:nvSpPr>
          <p:spPr>
            <a:xfrm>
              <a:off x="424117" y="898245"/>
              <a:ext cx="628306" cy="387090"/>
            </a:xfrm>
            <a:prstGeom prst="parallelogram">
              <a:avLst/>
            </a:prstGeom>
            <a:solidFill>
              <a:schemeClr val="accent3">
                <a:lumMod val="75000"/>
              </a:schemeClr>
            </a:solidFill>
            <a:ln>
              <a:solidFill>
                <a:schemeClr val="accent3">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CN" sz="2200" dirty="0">
                  <a:latin typeface="Impact" panose="020B0806030902050204" pitchFamily="34" charset="0"/>
                </a:rPr>
                <a:t>01</a:t>
              </a:r>
              <a:endParaRPr lang="zh-CN" altLang="en-US" sz="2200" dirty="0">
                <a:latin typeface="Impact" panose="020B0806030902050204" pitchFamily="34" charset="0"/>
              </a:endParaRPr>
            </a:p>
          </p:txBody>
        </p:sp>
        <p:sp>
          <p:nvSpPr>
            <p:cNvPr id="3" name="文本框 2">
              <a:extLst>
                <a:ext uri="{FF2B5EF4-FFF2-40B4-BE49-F238E27FC236}">
                  <a16:creationId xmlns:a16="http://schemas.microsoft.com/office/drawing/2014/main" id="{4D6BD736-A4D3-4F26-AFED-36E11F50F70B}"/>
                </a:ext>
              </a:extLst>
            </p:cNvPr>
            <p:cNvSpPr txBox="1"/>
            <p:nvPr/>
          </p:nvSpPr>
          <p:spPr>
            <a:xfrm>
              <a:off x="1052423" y="898245"/>
              <a:ext cx="5564038" cy="400110"/>
            </a:xfrm>
            <a:prstGeom prst="rect">
              <a:avLst/>
            </a:prstGeom>
            <a:noFill/>
          </p:spPr>
          <p:txBody>
            <a:bodyPr wrap="square" rtlCol="0">
              <a:spAutoFit/>
            </a:bodyPr>
            <a:lstStyle/>
            <a:p>
              <a:r>
                <a:rPr lang="zh-CN" altLang="en-US" sz="2000" b="1" dirty="0">
                  <a:solidFill>
                    <a:schemeClr val="tx1"/>
                  </a:solidFill>
                  <a:latin typeface="Arial Narrow" panose="020B0606020202030204" pitchFamily="34" charset="0"/>
                </a:rPr>
                <a:t>交换式以太网</a:t>
              </a:r>
              <a:endParaRPr lang="en-US" altLang="zh-CN" sz="2000" b="1" dirty="0">
                <a:solidFill>
                  <a:schemeClr val="tx1"/>
                </a:solidFill>
                <a:latin typeface="Arial Narrow" panose="020B0606020202030204" pitchFamily="34" charset="0"/>
              </a:endParaRPr>
            </a:p>
          </p:txBody>
        </p:sp>
      </p:grpSp>
      <p:sp>
        <p:nvSpPr>
          <p:cNvPr id="177" name="矩形 176">
            <a:extLst>
              <a:ext uri="{FF2B5EF4-FFF2-40B4-BE49-F238E27FC236}">
                <a16:creationId xmlns:a16="http://schemas.microsoft.com/office/drawing/2014/main" id="{4BC9E81E-83F3-4072-A94C-A24A3569F55C}"/>
              </a:ext>
            </a:extLst>
          </p:cNvPr>
          <p:cNvSpPr/>
          <p:nvPr/>
        </p:nvSpPr>
        <p:spPr>
          <a:xfrm>
            <a:off x="1056633" y="1335374"/>
            <a:ext cx="256976" cy="256976"/>
          </a:xfrm>
          <a:prstGeom prst="rect">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178" name="íşlïḍè">
            <a:extLst>
              <a:ext uri="{FF2B5EF4-FFF2-40B4-BE49-F238E27FC236}">
                <a16:creationId xmlns:a16="http://schemas.microsoft.com/office/drawing/2014/main" id="{0E588580-C72A-44E5-882F-88772CF8D42E}"/>
              </a:ext>
            </a:extLst>
          </p:cNvPr>
          <p:cNvSpPr txBox="1"/>
          <p:nvPr/>
        </p:nvSpPr>
        <p:spPr>
          <a:xfrm>
            <a:off x="1373861" y="1281052"/>
            <a:ext cx="6572867" cy="400111"/>
          </a:xfrm>
          <a:prstGeom prst="rect">
            <a:avLst/>
          </a:prstGeom>
          <a:noFill/>
        </p:spPr>
        <p:txBody>
          <a:bodyPr wrap="square" lIns="91440" tIns="45720" rIns="91440" bIns="45720" anchor="ctr">
            <a:noAutofit/>
          </a:bodyPr>
          <a:lstStyle/>
          <a:p>
            <a:r>
              <a:rPr lang="zh-CN" altLang="en-US" b="1" dirty="0">
                <a:latin typeface="Arial Narrow" panose="020B0606020202030204" pitchFamily="34" charset="0"/>
              </a:rPr>
              <a:t>仅使用交换机（而不使用集线器）的以太网就是交换式以太网。</a:t>
            </a:r>
          </a:p>
        </p:txBody>
      </p:sp>
      <p:grpSp>
        <p:nvGrpSpPr>
          <p:cNvPr id="12" name="组合 11">
            <a:extLst>
              <a:ext uri="{FF2B5EF4-FFF2-40B4-BE49-F238E27FC236}">
                <a16:creationId xmlns:a16="http://schemas.microsoft.com/office/drawing/2014/main" id="{EFA18976-6502-4D8E-8AC8-6705DD4105A8}"/>
              </a:ext>
            </a:extLst>
          </p:cNvPr>
          <p:cNvGrpSpPr/>
          <p:nvPr/>
        </p:nvGrpSpPr>
        <p:grpSpPr>
          <a:xfrm>
            <a:off x="1128099" y="2182031"/>
            <a:ext cx="3421240" cy="2493939"/>
            <a:chOff x="1128099" y="2182031"/>
            <a:chExt cx="3421240" cy="2493939"/>
          </a:xfrm>
        </p:grpSpPr>
        <p:cxnSp>
          <p:nvCxnSpPr>
            <p:cNvPr id="11" name="直接连接符 10">
              <a:extLst>
                <a:ext uri="{FF2B5EF4-FFF2-40B4-BE49-F238E27FC236}">
                  <a16:creationId xmlns:a16="http://schemas.microsoft.com/office/drawing/2014/main" id="{B163FF4D-21BF-4D0A-A2F0-4AD09BCECB70}"/>
                </a:ext>
              </a:extLst>
            </p:cNvPr>
            <p:cNvCxnSpPr/>
            <p:nvPr/>
          </p:nvCxnSpPr>
          <p:spPr>
            <a:xfrm>
              <a:off x="1485233" y="3503278"/>
              <a:ext cx="2798964" cy="0"/>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cxnSp>
          <p:nvCxnSpPr>
            <p:cNvPr id="7" name="直接连接符 6">
              <a:extLst>
                <a:ext uri="{FF2B5EF4-FFF2-40B4-BE49-F238E27FC236}">
                  <a16:creationId xmlns:a16="http://schemas.microsoft.com/office/drawing/2014/main" id="{05504330-2640-4D5C-84AA-E10CB923EC3B}"/>
                </a:ext>
              </a:extLst>
            </p:cNvPr>
            <p:cNvCxnSpPr>
              <a:stCxn id="78" idx="2"/>
            </p:cNvCxnSpPr>
            <p:nvPr/>
          </p:nvCxnSpPr>
          <p:spPr>
            <a:xfrm>
              <a:off x="2788560" y="2657439"/>
              <a:ext cx="0" cy="1780827"/>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pic>
          <p:nvPicPr>
            <p:cNvPr id="74" name="图片 73" descr="图标&#10;&#10;描述已自动生成">
              <a:extLst>
                <a:ext uri="{FF2B5EF4-FFF2-40B4-BE49-F238E27FC236}">
                  <a16:creationId xmlns:a16="http://schemas.microsoft.com/office/drawing/2014/main" id="{E9AC3A7D-9515-49EF-9292-773C8BDA7F94}"/>
                </a:ext>
              </a:extLst>
            </p:cNvPr>
            <p:cNvPicPr>
              <a:picLocks noChangeAspect="1"/>
            </p:cNvPicPr>
            <p:nvPr/>
          </p:nvPicPr>
          <p:blipFill>
            <a:blip r:embed="rId3">
              <a:extLst>
                <a:ext uri="{28A0092B-C50C-407E-A947-70E740481C1C}">
                  <a14:useLocalDpi xmlns:a14="http://schemas.microsoft.com/office/drawing/2010/main" val="0"/>
                </a:ext>
              </a:extLst>
            </a:blip>
            <a:stretch>
              <a:fillRect/>
            </a:stretch>
          </p:blipFill>
          <p:spPr>
            <a:xfrm>
              <a:off x="2593972" y="3253738"/>
              <a:ext cx="384239" cy="495241"/>
            </a:xfrm>
            <a:prstGeom prst="rect">
              <a:avLst/>
            </a:prstGeom>
          </p:spPr>
        </p:pic>
        <p:pic>
          <p:nvPicPr>
            <p:cNvPr id="77" name="图形 76">
              <a:extLst>
                <a:ext uri="{FF2B5EF4-FFF2-40B4-BE49-F238E27FC236}">
                  <a16:creationId xmlns:a16="http://schemas.microsoft.com/office/drawing/2014/main" id="{62F70B8D-8B24-47CE-8A9C-E5C22925FE72}"/>
                </a:ext>
              </a:extLst>
            </p:cNvPr>
            <p:cNvPicPr>
              <a:picLocks noChangeAspect="1"/>
            </p:cNvPicPr>
            <p:nvPr/>
          </p:nvPicPr>
          <p:blipFill>
            <a:blip r:embed="rId4" cstate="print">
              <a:extLst>
                <a:ext uri="{28A0092B-C50C-407E-A947-70E740481C1C}">
                  <a14:useLocalDpi xmlns:a14="http://schemas.microsoft.com/office/drawing/2010/main" val="0"/>
                </a:ext>
                <a:ext uri="{96DAC541-7B7A-43D3-8B79-37D633B846F1}">
                  <asvg:svgBlip xmlns:asvg="http://schemas.microsoft.com/office/drawing/2016/SVG/main" r:embed="rId5"/>
                </a:ext>
              </a:extLst>
            </a:blip>
            <a:stretch>
              <a:fillRect/>
            </a:stretch>
          </p:blipFill>
          <p:spPr>
            <a:xfrm>
              <a:off x="1128099" y="3166484"/>
              <a:ext cx="491524" cy="475408"/>
            </a:xfrm>
            <a:prstGeom prst="rect">
              <a:avLst/>
            </a:prstGeom>
          </p:spPr>
        </p:pic>
        <p:pic>
          <p:nvPicPr>
            <p:cNvPr id="78" name="图形 77">
              <a:extLst>
                <a:ext uri="{FF2B5EF4-FFF2-40B4-BE49-F238E27FC236}">
                  <a16:creationId xmlns:a16="http://schemas.microsoft.com/office/drawing/2014/main" id="{B624B3E7-4D39-4B5E-BA77-42E717123DE5}"/>
                </a:ext>
              </a:extLst>
            </p:cNvPr>
            <p:cNvPicPr>
              <a:picLocks noChangeAspect="1"/>
            </p:cNvPicPr>
            <p:nvPr/>
          </p:nvPicPr>
          <p:blipFill>
            <a:blip r:embed="rId4" cstate="print">
              <a:extLst>
                <a:ext uri="{28A0092B-C50C-407E-A947-70E740481C1C}">
                  <a14:useLocalDpi xmlns:a14="http://schemas.microsoft.com/office/drawing/2010/main" val="0"/>
                </a:ext>
                <a:ext uri="{96DAC541-7B7A-43D3-8B79-37D633B846F1}">
                  <asvg:svgBlip xmlns:asvg="http://schemas.microsoft.com/office/drawing/2016/SVG/main" r:embed="rId5"/>
                </a:ext>
              </a:extLst>
            </a:blip>
            <a:stretch>
              <a:fillRect/>
            </a:stretch>
          </p:blipFill>
          <p:spPr>
            <a:xfrm>
              <a:off x="2542798" y="2182031"/>
              <a:ext cx="491524" cy="475408"/>
            </a:xfrm>
            <a:prstGeom prst="rect">
              <a:avLst/>
            </a:prstGeom>
          </p:spPr>
        </p:pic>
        <p:pic>
          <p:nvPicPr>
            <p:cNvPr id="79" name="图形 78">
              <a:extLst>
                <a:ext uri="{FF2B5EF4-FFF2-40B4-BE49-F238E27FC236}">
                  <a16:creationId xmlns:a16="http://schemas.microsoft.com/office/drawing/2014/main" id="{284A4178-B6C1-414B-9255-1DD2F84D87C9}"/>
                </a:ext>
              </a:extLst>
            </p:cNvPr>
            <p:cNvPicPr>
              <a:picLocks noChangeAspect="1"/>
            </p:cNvPicPr>
            <p:nvPr/>
          </p:nvPicPr>
          <p:blipFill>
            <a:blip r:embed="rId4" cstate="print">
              <a:extLst>
                <a:ext uri="{28A0092B-C50C-407E-A947-70E740481C1C}">
                  <a14:useLocalDpi xmlns:a14="http://schemas.microsoft.com/office/drawing/2010/main" val="0"/>
                </a:ext>
                <a:ext uri="{96DAC541-7B7A-43D3-8B79-37D633B846F1}">
                  <asvg:svgBlip xmlns:asvg="http://schemas.microsoft.com/office/drawing/2016/SVG/main" r:embed="rId5"/>
                </a:ext>
              </a:extLst>
            </a:blip>
            <a:stretch>
              <a:fillRect/>
            </a:stretch>
          </p:blipFill>
          <p:spPr>
            <a:xfrm>
              <a:off x="4057815" y="3166484"/>
              <a:ext cx="491524" cy="475408"/>
            </a:xfrm>
            <a:prstGeom prst="rect">
              <a:avLst/>
            </a:prstGeom>
          </p:spPr>
        </p:pic>
        <p:pic>
          <p:nvPicPr>
            <p:cNvPr id="80" name="图形 79">
              <a:extLst>
                <a:ext uri="{FF2B5EF4-FFF2-40B4-BE49-F238E27FC236}">
                  <a16:creationId xmlns:a16="http://schemas.microsoft.com/office/drawing/2014/main" id="{924347D1-F5F0-44FC-80B3-99791437707D}"/>
                </a:ext>
              </a:extLst>
            </p:cNvPr>
            <p:cNvPicPr>
              <a:picLocks noChangeAspect="1"/>
            </p:cNvPicPr>
            <p:nvPr/>
          </p:nvPicPr>
          <p:blipFill>
            <a:blip r:embed="rId4" cstate="print">
              <a:extLst>
                <a:ext uri="{28A0092B-C50C-407E-A947-70E740481C1C}">
                  <a14:useLocalDpi xmlns:a14="http://schemas.microsoft.com/office/drawing/2010/main" val="0"/>
                </a:ext>
                <a:ext uri="{96DAC541-7B7A-43D3-8B79-37D633B846F1}">
                  <asvg:svgBlip xmlns:asvg="http://schemas.microsoft.com/office/drawing/2016/SVG/main" r:embed="rId5"/>
                </a:ext>
              </a:extLst>
            </a:blip>
            <a:stretch>
              <a:fillRect/>
            </a:stretch>
          </p:blipFill>
          <p:spPr>
            <a:xfrm>
              <a:off x="2469782" y="4200562"/>
              <a:ext cx="491524" cy="475408"/>
            </a:xfrm>
            <a:prstGeom prst="rect">
              <a:avLst/>
            </a:prstGeom>
          </p:spPr>
        </p:pic>
        <p:sp>
          <p:nvSpPr>
            <p:cNvPr id="83" name="文本框 82">
              <a:extLst>
                <a:ext uri="{FF2B5EF4-FFF2-40B4-BE49-F238E27FC236}">
                  <a16:creationId xmlns:a16="http://schemas.microsoft.com/office/drawing/2014/main" id="{4BCDC42D-F865-40D3-8746-EC3920F05B8D}"/>
                </a:ext>
              </a:extLst>
            </p:cNvPr>
            <p:cNvSpPr txBox="1"/>
            <p:nvPr/>
          </p:nvSpPr>
          <p:spPr>
            <a:xfrm rot="2452348">
              <a:off x="3214548" y="2834800"/>
              <a:ext cx="670999" cy="369332"/>
            </a:xfrm>
            <a:prstGeom prst="rect">
              <a:avLst/>
            </a:prstGeom>
            <a:noFill/>
          </p:spPr>
          <p:txBody>
            <a:bodyPr wrap="square" rtlCol="0">
              <a:spAutoFit/>
            </a:bodyPr>
            <a:lstStyle/>
            <a:p>
              <a:pPr algn="ctr"/>
              <a:r>
                <a:rPr lang="en-US" altLang="zh-CN" b="1" dirty="0">
                  <a:latin typeface="+mn-ea"/>
                </a:rPr>
                <a:t>…</a:t>
              </a:r>
              <a:endParaRPr lang="zh-CN" altLang="en-US" b="1" dirty="0">
                <a:latin typeface="+mn-ea"/>
              </a:endParaRPr>
            </a:p>
          </p:txBody>
        </p:sp>
        <p:sp>
          <p:nvSpPr>
            <p:cNvPr id="84" name="íşlïḍè">
              <a:extLst>
                <a:ext uri="{FF2B5EF4-FFF2-40B4-BE49-F238E27FC236}">
                  <a16:creationId xmlns:a16="http://schemas.microsoft.com/office/drawing/2014/main" id="{D89B7646-AE62-43B5-AEC3-46AB764D88C7}"/>
                </a:ext>
              </a:extLst>
            </p:cNvPr>
            <p:cNvSpPr txBox="1"/>
            <p:nvPr/>
          </p:nvSpPr>
          <p:spPr>
            <a:xfrm>
              <a:off x="2911450" y="3667505"/>
              <a:ext cx="922016" cy="400111"/>
            </a:xfrm>
            <a:prstGeom prst="rect">
              <a:avLst/>
            </a:prstGeom>
            <a:noFill/>
          </p:spPr>
          <p:txBody>
            <a:bodyPr wrap="square" lIns="91440" tIns="45720" rIns="91440" bIns="45720" anchor="ctr">
              <a:noAutofit/>
            </a:bodyPr>
            <a:lstStyle/>
            <a:p>
              <a:pPr algn="ctr"/>
              <a:r>
                <a:rPr lang="zh-CN" altLang="en-US" b="1" dirty="0">
                  <a:latin typeface="Arial Narrow" panose="020B0606020202030204" pitchFamily="34" charset="0"/>
                </a:rPr>
                <a:t>交换机</a:t>
              </a:r>
            </a:p>
          </p:txBody>
        </p:sp>
      </p:grpSp>
      <p:grpSp>
        <p:nvGrpSpPr>
          <p:cNvPr id="14" name="组合 13">
            <a:extLst>
              <a:ext uri="{FF2B5EF4-FFF2-40B4-BE49-F238E27FC236}">
                <a16:creationId xmlns:a16="http://schemas.microsoft.com/office/drawing/2014/main" id="{56D1423A-54BB-4E71-BF86-271D82ED8F37}"/>
              </a:ext>
            </a:extLst>
          </p:cNvPr>
          <p:cNvGrpSpPr/>
          <p:nvPr/>
        </p:nvGrpSpPr>
        <p:grpSpPr>
          <a:xfrm>
            <a:off x="6456378" y="2473428"/>
            <a:ext cx="5254717" cy="1869541"/>
            <a:chOff x="6456378" y="2473428"/>
            <a:chExt cx="5254717" cy="1869541"/>
          </a:xfrm>
        </p:grpSpPr>
        <p:cxnSp>
          <p:nvCxnSpPr>
            <p:cNvPr id="145" name="直接连接符 144">
              <a:extLst>
                <a:ext uri="{FF2B5EF4-FFF2-40B4-BE49-F238E27FC236}">
                  <a16:creationId xmlns:a16="http://schemas.microsoft.com/office/drawing/2014/main" id="{36E9A088-8032-49B7-A896-310E369F0D27}"/>
                </a:ext>
              </a:extLst>
            </p:cNvPr>
            <p:cNvCxnSpPr>
              <a:cxnSpLocks/>
            </p:cNvCxnSpPr>
            <p:nvPr/>
          </p:nvCxnSpPr>
          <p:spPr>
            <a:xfrm flipV="1">
              <a:off x="7608344" y="2721049"/>
              <a:ext cx="1451444" cy="601179"/>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cxnSp>
          <p:nvCxnSpPr>
            <p:cNvPr id="148" name="直接连接符 147">
              <a:extLst>
                <a:ext uri="{FF2B5EF4-FFF2-40B4-BE49-F238E27FC236}">
                  <a16:creationId xmlns:a16="http://schemas.microsoft.com/office/drawing/2014/main" id="{B12D9DC2-99C3-4214-8546-356EF40F947F}"/>
                </a:ext>
              </a:extLst>
            </p:cNvPr>
            <p:cNvCxnSpPr>
              <a:cxnSpLocks/>
            </p:cNvCxnSpPr>
            <p:nvPr/>
          </p:nvCxnSpPr>
          <p:spPr>
            <a:xfrm>
              <a:off x="9083232" y="2721049"/>
              <a:ext cx="1488551" cy="619822"/>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cxnSp>
          <p:nvCxnSpPr>
            <p:cNvPr id="128" name="直接连接符 127">
              <a:extLst>
                <a:ext uri="{FF2B5EF4-FFF2-40B4-BE49-F238E27FC236}">
                  <a16:creationId xmlns:a16="http://schemas.microsoft.com/office/drawing/2014/main" id="{B58FC803-4B4F-4723-8DBA-BA3AC9B524B0}"/>
                </a:ext>
              </a:extLst>
            </p:cNvPr>
            <p:cNvCxnSpPr>
              <a:cxnSpLocks/>
            </p:cNvCxnSpPr>
            <p:nvPr/>
          </p:nvCxnSpPr>
          <p:spPr>
            <a:xfrm flipV="1">
              <a:off x="7677431" y="3322228"/>
              <a:ext cx="14391" cy="814154"/>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cxnSp>
          <p:nvCxnSpPr>
            <p:cNvPr id="131" name="直接连接符 130">
              <a:extLst>
                <a:ext uri="{FF2B5EF4-FFF2-40B4-BE49-F238E27FC236}">
                  <a16:creationId xmlns:a16="http://schemas.microsoft.com/office/drawing/2014/main" id="{D0A06485-B89F-448A-88AE-D70381D698EF}"/>
                </a:ext>
              </a:extLst>
            </p:cNvPr>
            <p:cNvCxnSpPr>
              <a:cxnSpLocks/>
            </p:cNvCxnSpPr>
            <p:nvPr/>
          </p:nvCxnSpPr>
          <p:spPr>
            <a:xfrm>
              <a:off x="7675371" y="3322228"/>
              <a:ext cx="804945" cy="783037"/>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cxnSp>
          <p:nvCxnSpPr>
            <p:cNvPr id="118" name="直接连接符 117">
              <a:extLst>
                <a:ext uri="{FF2B5EF4-FFF2-40B4-BE49-F238E27FC236}">
                  <a16:creationId xmlns:a16="http://schemas.microsoft.com/office/drawing/2014/main" id="{06A3719B-1A69-4FE2-AF10-BD07A2C34262}"/>
                </a:ext>
              </a:extLst>
            </p:cNvPr>
            <p:cNvCxnSpPr>
              <a:cxnSpLocks/>
            </p:cNvCxnSpPr>
            <p:nvPr/>
          </p:nvCxnSpPr>
          <p:spPr>
            <a:xfrm flipV="1">
              <a:off x="6732101" y="3340871"/>
              <a:ext cx="943270" cy="795511"/>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pic>
          <p:nvPicPr>
            <p:cNvPr id="120" name="图形 119">
              <a:extLst>
                <a:ext uri="{FF2B5EF4-FFF2-40B4-BE49-F238E27FC236}">
                  <a16:creationId xmlns:a16="http://schemas.microsoft.com/office/drawing/2014/main" id="{251F856E-F6F2-4039-9E30-210F79246EE1}"/>
                </a:ext>
              </a:extLst>
            </p:cNvPr>
            <p:cNvPicPr>
              <a:picLocks noChangeAspect="1"/>
            </p:cNvPicPr>
            <p:nvPr/>
          </p:nvPicPr>
          <p:blipFill>
            <a:blip r:embed="rId4" cstate="print">
              <a:extLst>
                <a:ext uri="{28A0092B-C50C-407E-A947-70E740481C1C}">
                  <a14:useLocalDpi xmlns:a14="http://schemas.microsoft.com/office/drawing/2010/main" val="0"/>
                </a:ext>
                <a:ext uri="{96DAC541-7B7A-43D3-8B79-37D633B846F1}">
                  <asvg:svgBlip xmlns:asvg="http://schemas.microsoft.com/office/drawing/2016/SVG/main" r:embed="rId5"/>
                </a:ext>
              </a:extLst>
            </a:blip>
            <a:stretch>
              <a:fillRect/>
            </a:stretch>
          </p:blipFill>
          <p:spPr>
            <a:xfrm>
              <a:off x="7315757" y="3867561"/>
              <a:ext cx="491524" cy="475408"/>
            </a:xfrm>
            <a:prstGeom prst="rect">
              <a:avLst/>
            </a:prstGeom>
          </p:spPr>
        </p:pic>
        <p:pic>
          <p:nvPicPr>
            <p:cNvPr id="121" name="图形 120">
              <a:extLst>
                <a:ext uri="{FF2B5EF4-FFF2-40B4-BE49-F238E27FC236}">
                  <a16:creationId xmlns:a16="http://schemas.microsoft.com/office/drawing/2014/main" id="{A587B759-5E0C-409B-9515-6DBBDA2B789D}"/>
                </a:ext>
              </a:extLst>
            </p:cNvPr>
            <p:cNvPicPr>
              <a:picLocks noChangeAspect="1"/>
            </p:cNvPicPr>
            <p:nvPr/>
          </p:nvPicPr>
          <p:blipFill>
            <a:blip r:embed="rId4" cstate="print">
              <a:extLst>
                <a:ext uri="{28A0092B-C50C-407E-A947-70E740481C1C}">
                  <a14:useLocalDpi xmlns:a14="http://schemas.microsoft.com/office/drawing/2010/main" val="0"/>
                </a:ext>
                <a:ext uri="{96DAC541-7B7A-43D3-8B79-37D633B846F1}">
                  <asvg:svgBlip xmlns:asvg="http://schemas.microsoft.com/office/drawing/2016/SVG/main" r:embed="rId5"/>
                </a:ext>
              </a:extLst>
            </a:blip>
            <a:stretch>
              <a:fillRect/>
            </a:stretch>
          </p:blipFill>
          <p:spPr>
            <a:xfrm>
              <a:off x="6456378" y="3867561"/>
              <a:ext cx="491524" cy="475408"/>
            </a:xfrm>
            <a:prstGeom prst="rect">
              <a:avLst/>
            </a:prstGeom>
          </p:spPr>
        </p:pic>
        <p:sp>
          <p:nvSpPr>
            <p:cNvPr id="124" name="íşlïḍè">
              <a:extLst>
                <a:ext uri="{FF2B5EF4-FFF2-40B4-BE49-F238E27FC236}">
                  <a16:creationId xmlns:a16="http://schemas.microsoft.com/office/drawing/2014/main" id="{81314028-E524-41B1-A449-CEDA1F075865}"/>
                </a:ext>
              </a:extLst>
            </p:cNvPr>
            <p:cNvSpPr txBox="1"/>
            <p:nvPr/>
          </p:nvSpPr>
          <p:spPr>
            <a:xfrm>
              <a:off x="6524391" y="3103167"/>
              <a:ext cx="922016" cy="400111"/>
            </a:xfrm>
            <a:prstGeom prst="rect">
              <a:avLst/>
            </a:prstGeom>
            <a:noFill/>
          </p:spPr>
          <p:txBody>
            <a:bodyPr wrap="square" lIns="91440" tIns="45720" rIns="91440" bIns="45720" anchor="ctr">
              <a:noAutofit/>
            </a:bodyPr>
            <a:lstStyle/>
            <a:p>
              <a:pPr algn="ctr"/>
              <a:r>
                <a:rPr lang="zh-CN" altLang="en-US" b="1" dirty="0">
                  <a:latin typeface="Arial Narrow" panose="020B0606020202030204" pitchFamily="34" charset="0"/>
                </a:rPr>
                <a:t>交换机</a:t>
              </a:r>
            </a:p>
          </p:txBody>
        </p:sp>
        <p:pic>
          <p:nvPicPr>
            <p:cNvPr id="125" name="图形 124">
              <a:extLst>
                <a:ext uri="{FF2B5EF4-FFF2-40B4-BE49-F238E27FC236}">
                  <a16:creationId xmlns:a16="http://schemas.microsoft.com/office/drawing/2014/main" id="{275990D4-0797-47CA-9F96-E973C96B2B9D}"/>
                </a:ext>
              </a:extLst>
            </p:cNvPr>
            <p:cNvPicPr>
              <a:picLocks noChangeAspect="1"/>
            </p:cNvPicPr>
            <p:nvPr/>
          </p:nvPicPr>
          <p:blipFill>
            <a:blip r:embed="rId4" cstate="print">
              <a:extLst>
                <a:ext uri="{28A0092B-C50C-407E-A947-70E740481C1C}">
                  <a14:useLocalDpi xmlns:a14="http://schemas.microsoft.com/office/drawing/2010/main" val="0"/>
                </a:ext>
                <a:ext uri="{96DAC541-7B7A-43D3-8B79-37D633B846F1}">
                  <asvg:svgBlip xmlns:asvg="http://schemas.microsoft.com/office/drawing/2016/SVG/main" r:embed="rId5"/>
                </a:ext>
              </a:extLst>
            </a:blip>
            <a:stretch>
              <a:fillRect/>
            </a:stretch>
          </p:blipFill>
          <p:spPr>
            <a:xfrm>
              <a:off x="8175135" y="3867561"/>
              <a:ext cx="491524" cy="475408"/>
            </a:xfrm>
            <a:prstGeom prst="rect">
              <a:avLst/>
            </a:prstGeom>
          </p:spPr>
        </p:pic>
        <p:sp>
          <p:nvSpPr>
            <p:cNvPr id="134" name="文本框 133">
              <a:extLst>
                <a:ext uri="{FF2B5EF4-FFF2-40B4-BE49-F238E27FC236}">
                  <a16:creationId xmlns:a16="http://schemas.microsoft.com/office/drawing/2014/main" id="{3584BF0C-8E0B-45C3-804B-57F7DC279C32}"/>
                </a:ext>
              </a:extLst>
            </p:cNvPr>
            <p:cNvSpPr txBox="1"/>
            <p:nvPr/>
          </p:nvSpPr>
          <p:spPr>
            <a:xfrm>
              <a:off x="7682036" y="3899854"/>
              <a:ext cx="670999" cy="369332"/>
            </a:xfrm>
            <a:prstGeom prst="rect">
              <a:avLst/>
            </a:prstGeom>
            <a:noFill/>
          </p:spPr>
          <p:txBody>
            <a:bodyPr wrap="square" rtlCol="0">
              <a:spAutoFit/>
            </a:bodyPr>
            <a:lstStyle/>
            <a:p>
              <a:pPr algn="ctr"/>
              <a:r>
                <a:rPr lang="en-US" altLang="zh-CN" b="1" dirty="0">
                  <a:latin typeface="+mn-ea"/>
                </a:rPr>
                <a:t>…</a:t>
              </a:r>
              <a:endParaRPr lang="zh-CN" altLang="en-US" b="1" dirty="0">
                <a:latin typeface="+mn-ea"/>
              </a:endParaRPr>
            </a:p>
          </p:txBody>
        </p:sp>
        <p:cxnSp>
          <p:nvCxnSpPr>
            <p:cNvPr id="135" name="直接连接符 134">
              <a:extLst>
                <a:ext uri="{FF2B5EF4-FFF2-40B4-BE49-F238E27FC236}">
                  <a16:creationId xmlns:a16="http://schemas.microsoft.com/office/drawing/2014/main" id="{CDA52DB5-3C62-4122-8EA8-B07151985574}"/>
                </a:ext>
              </a:extLst>
            </p:cNvPr>
            <p:cNvCxnSpPr>
              <a:cxnSpLocks/>
            </p:cNvCxnSpPr>
            <p:nvPr/>
          </p:nvCxnSpPr>
          <p:spPr>
            <a:xfrm flipV="1">
              <a:off x="10540941" y="3322228"/>
              <a:ext cx="14391" cy="814154"/>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cxnSp>
          <p:nvCxnSpPr>
            <p:cNvPr id="136" name="直接连接符 135">
              <a:extLst>
                <a:ext uri="{FF2B5EF4-FFF2-40B4-BE49-F238E27FC236}">
                  <a16:creationId xmlns:a16="http://schemas.microsoft.com/office/drawing/2014/main" id="{55F4519A-5587-4A41-9510-2F5E55C96BE3}"/>
                </a:ext>
              </a:extLst>
            </p:cNvPr>
            <p:cNvCxnSpPr>
              <a:cxnSpLocks/>
            </p:cNvCxnSpPr>
            <p:nvPr/>
          </p:nvCxnSpPr>
          <p:spPr>
            <a:xfrm>
              <a:off x="10538881" y="3322228"/>
              <a:ext cx="804945" cy="783037"/>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cxnSp>
          <p:nvCxnSpPr>
            <p:cNvPr id="137" name="直接连接符 136">
              <a:extLst>
                <a:ext uri="{FF2B5EF4-FFF2-40B4-BE49-F238E27FC236}">
                  <a16:creationId xmlns:a16="http://schemas.microsoft.com/office/drawing/2014/main" id="{685A06E6-D2DA-431B-91A0-1D0E44EE80DD}"/>
                </a:ext>
              </a:extLst>
            </p:cNvPr>
            <p:cNvCxnSpPr>
              <a:cxnSpLocks/>
            </p:cNvCxnSpPr>
            <p:nvPr/>
          </p:nvCxnSpPr>
          <p:spPr>
            <a:xfrm flipV="1">
              <a:off x="9595611" y="3340871"/>
              <a:ext cx="943270" cy="795511"/>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pic>
          <p:nvPicPr>
            <p:cNvPr id="138" name="图形 137">
              <a:extLst>
                <a:ext uri="{FF2B5EF4-FFF2-40B4-BE49-F238E27FC236}">
                  <a16:creationId xmlns:a16="http://schemas.microsoft.com/office/drawing/2014/main" id="{042841E8-F836-4DC5-9B83-709BCCAC0489}"/>
                </a:ext>
              </a:extLst>
            </p:cNvPr>
            <p:cNvPicPr>
              <a:picLocks noChangeAspect="1"/>
            </p:cNvPicPr>
            <p:nvPr/>
          </p:nvPicPr>
          <p:blipFill>
            <a:blip r:embed="rId4" cstate="print">
              <a:extLst>
                <a:ext uri="{28A0092B-C50C-407E-A947-70E740481C1C}">
                  <a14:useLocalDpi xmlns:a14="http://schemas.microsoft.com/office/drawing/2010/main" val="0"/>
                </a:ext>
                <a:ext uri="{96DAC541-7B7A-43D3-8B79-37D633B846F1}">
                  <asvg:svgBlip xmlns:asvg="http://schemas.microsoft.com/office/drawing/2016/SVG/main" r:embed="rId5"/>
                </a:ext>
              </a:extLst>
            </a:blip>
            <a:stretch>
              <a:fillRect/>
            </a:stretch>
          </p:blipFill>
          <p:spPr>
            <a:xfrm>
              <a:off x="10179267" y="3867561"/>
              <a:ext cx="491524" cy="475408"/>
            </a:xfrm>
            <a:prstGeom prst="rect">
              <a:avLst/>
            </a:prstGeom>
          </p:spPr>
        </p:pic>
        <p:pic>
          <p:nvPicPr>
            <p:cNvPr id="139" name="图形 138">
              <a:extLst>
                <a:ext uri="{FF2B5EF4-FFF2-40B4-BE49-F238E27FC236}">
                  <a16:creationId xmlns:a16="http://schemas.microsoft.com/office/drawing/2014/main" id="{28F26671-5C91-4940-9EA0-4CFF1DBCFC13}"/>
                </a:ext>
              </a:extLst>
            </p:cNvPr>
            <p:cNvPicPr>
              <a:picLocks noChangeAspect="1"/>
            </p:cNvPicPr>
            <p:nvPr/>
          </p:nvPicPr>
          <p:blipFill>
            <a:blip r:embed="rId4" cstate="print">
              <a:extLst>
                <a:ext uri="{28A0092B-C50C-407E-A947-70E740481C1C}">
                  <a14:useLocalDpi xmlns:a14="http://schemas.microsoft.com/office/drawing/2010/main" val="0"/>
                </a:ext>
                <a:ext uri="{96DAC541-7B7A-43D3-8B79-37D633B846F1}">
                  <asvg:svgBlip xmlns:asvg="http://schemas.microsoft.com/office/drawing/2016/SVG/main" r:embed="rId5"/>
                </a:ext>
              </a:extLst>
            </a:blip>
            <a:stretch>
              <a:fillRect/>
            </a:stretch>
          </p:blipFill>
          <p:spPr>
            <a:xfrm>
              <a:off x="9319888" y="3867561"/>
              <a:ext cx="491524" cy="475408"/>
            </a:xfrm>
            <a:prstGeom prst="rect">
              <a:avLst/>
            </a:prstGeom>
          </p:spPr>
        </p:pic>
        <p:sp>
          <p:nvSpPr>
            <p:cNvPr id="141" name="íşlïḍè">
              <a:extLst>
                <a:ext uri="{FF2B5EF4-FFF2-40B4-BE49-F238E27FC236}">
                  <a16:creationId xmlns:a16="http://schemas.microsoft.com/office/drawing/2014/main" id="{2C1BD3F5-D457-4ACD-9F39-D4DD0571B61B}"/>
                </a:ext>
              </a:extLst>
            </p:cNvPr>
            <p:cNvSpPr txBox="1"/>
            <p:nvPr/>
          </p:nvSpPr>
          <p:spPr>
            <a:xfrm>
              <a:off x="10789079" y="3103167"/>
              <a:ext cx="922016" cy="400111"/>
            </a:xfrm>
            <a:prstGeom prst="rect">
              <a:avLst/>
            </a:prstGeom>
            <a:noFill/>
          </p:spPr>
          <p:txBody>
            <a:bodyPr wrap="square" lIns="91440" tIns="45720" rIns="91440" bIns="45720" anchor="ctr">
              <a:noAutofit/>
            </a:bodyPr>
            <a:lstStyle/>
            <a:p>
              <a:pPr algn="ctr"/>
              <a:r>
                <a:rPr lang="zh-CN" altLang="en-US" b="1" dirty="0">
                  <a:latin typeface="Arial Narrow" panose="020B0606020202030204" pitchFamily="34" charset="0"/>
                </a:rPr>
                <a:t>交换机</a:t>
              </a:r>
            </a:p>
          </p:txBody>
        </p:sp>
        <p:pic>
          <p:nvPicPr>
            <p:cNvPr id="142" name="图形 141">
              <a:extLst>
                <a:ext uri="{FF2B5EF4-FFF2-40B4-BE49-F238E27FC236}">
                  <a16:creationId xmlns:a16="http://schemas.microsoft.com/office/drawing/2014/main" id="{49FB536E-733C-4A17-8968-8E5EEEE46AE6}"/>
                </a:ext>
              </a:extLst>
            </p:cNvPr>
            <p:cNvPicPr>
              <a:picLocks noChangeAspect="1"/>
            </p:cNvPicPr>
            <p:nvPr/>
          </p:nvPicPr>
          <p:blipFill>
            <a:blip r:embed="rId4" cstate="print">
              <a:extLst>
                <a:ext uri="{28A0092B-C50C-407E-A947-70E740481C1C}">
                  <a14:useLocalDpi xmlns:a14="http://schemas.microsoft.com/office/drawing/2010/main" val="0"/>
                </a:ext>
                <a:ext uri="{96DAC541-7B7A-43D3-8B79-37D633B846F1}">
                  <asvg:svgBlip xmlns:asvg="http://schemas.microsoft.com/office/drawing/2016/SVG/main" r:embed="rId5"/>
                </a:ext>
              </a:extLst>
            </a:blip>
            <a:stretch>
              <a:fillRect/>
            </a:stretch>
          </p:blipFill>
          <p:spPr>
            <a:xfrm>
              <a:off x="11038645" y="3867561"/>
              <a:ext cx="491524" cy="475408"/>
            </a:xfrm>
            <a:prstGeom prst="rect">
              <a:avLst/>
            </a:prstGeom>
          </p:spPr>
        </p:pic>
        <p:sp>
          <p:nvSpPr>
            <p:cNvPr id="143" name="文本框 142">
              <a:extLst>
                <a:ext uri="{FF2B5EF4-FFF2-40B4-BE49-F238E27FC236}">
                  <a16:creationId xmlns:a16="http://schemas.microsoft.com/office/drawing/2014/main" id="{B92553C5-AD8E-4F29-AF58-6DAFCBF9A98A}"/>
                </a:ext>
              </a:extLst>
            </p:cNvPr>
            <p:cNvSpPr txBox="1"/>
            <p:nvPr/>
          </p:nvSpPr>
          <p:spPr>
            <a:xfrm>
              <a:off x="10545546" y="3899854"/>
              <a:ext cx="670999" cy="369332"/>
            </a:xfrm>
            <a:prstGeom prst="rect">
              <a:avLst/>
            </a:prstGeom>
            <a:noFill/>
          </p:spPr>
          <p:txBody>
            <a:bodyPr wrap="square" rtlCol="0">
              <a:spAutoFit/>
            </a:bodyPr>
            <a:lstStyle/>
            <a:p>
              <a:pPr algn="ctr"/>
              <a:r>
                <a:rPr lang="en-US" altLang="zh-CN" b="1" dirty="0">
                  <a:latin typeface="+mn-ea"/>
                </a:rPr>
                <a:t>…</a:t>
              </a:r>
              <a:endParaRPr lang="zh-CN" altLang="en-US" b="1" dirty="0">
                <a:latin typeface="+mn-ea"/>
              </a:endParaRPr>
            </a:p>
          </p:txBody>
        </p:sp>
        <p:sp>
          <p:nvSpPr>
            <p:cNvPr id="151" name="íşlïḍè">
              <a:extLst>
                <a:ext uri="{FF2B5EF4-FFF2-40B4-BE49-F238E27FC236}">
                  <a16:creationId xmlns:a16="http://schemas.microsoft.com/office/drawing/2014/main" id="{8E6861B7-9CCE-4241-A6F3-0EF6174642F3}"/>
                </a:ext>
              </a:extLst>
            </p:cNvPr>
            <p:cNvSpPr txBox="1"/>
            <p:nvPr/>
          </p:nvSpPr>
          <p:spPr>
            <a:xfrm>
              <a:off x="8375040" y="3004077"/>
              <a:ext cx="1414324" cy="400111"/>
            </a:xfrm>
            <a:prstGeom prst="rect">
              <a:avLst/>
            </a:prstGeom>
            <a:noFill/>
          </p:spPr>
          <p:txBody>
            <a:bodyPr wrap="square" lIns="91440" tIns="45720" rIns="91440" bIns="45720" anchor="ctr">
              <a:noAutofit/>
            </a:bodyPr>
            <a:lstStyle/>
            <a:p>
              <a:pPr algn="ctr"/>
              <a:r>
                <a:rPr lang="zh-CN" altLang="en-US" b="1" dirty="0">
                  <a:latin typeface="Arial Narrow" panose="020B0606020202030204" pitchFamily="34" charset="0"/>
                </a:rPr>
                <a:t>交换机</a:t>
              </a:r>
            </a:p>
          </p:txBody>
        </p:sp>
        <p:pic>
          <p:nvPicPr>
            <p:cNvPr id="93" name="图片 92" descr="图标&#10;&#10;描述已自动生成">
              <a:extLst>
                <a:ext uri="{FF2B5EF4-FFF2-40B4-BE49-F238E27FC236}">
                  <a16:creationId xmlns:a16="http://schemas.microsoft.com/office/drawing/2014/main" id="{7F20BFFB-BC3E-48CE-8BF7-66DC3FA06EC9}"/>
                </a:ext>
              </a:extLst>
            </p:cNvPr>
            <p:cNvPicPr>
              <a:picLocks noChangeAspect="1"/>
            </p:cNvPicPr>
            <p:nvPr/>
          </p:nvPicPr>
          <p:blipFill>
            <a:blip r:embed="rId3">
              <a:extLst>
                <a:ext uri="{28A0092B-C50C-407E-A947-70E740481C1C}">
                  <a14:useLocalDpi xmlns:a14="http://schemas.microsoft.com/office/drawing/2010/main" val="0"/>
                </a:ext>
              </a:extLst>
            </a:blip>
            <a:stretch>
              <a:fillRect/>
            </a:stretch>
          </p:blipFill>
          <p:spPr>
            <a:xfrm>
              <a:off x="10341715" y="3038141"/>
              <a:ext cx="384239" cy="495241"/>
            </a:xfrm>
            <a:prstGeom prst="rect">
              <a:avLst/>
            </a:prstGeom>
          </p:spPr>
        </p:pic>
        <p:pic>
          <p:nvPicPr>
            <p:cNvPr id="99" name="图片 98" descr="图标&#10;&#10;描述已自动生成">
              <a:extLst>
                <a:ext uri="{FF2B5EF4-FFF2-40B4-BE49-F238E27FC236}">
                  <a16:creationId xmlns:a16="http://schemas.microsoft.com/office/drawing/2014/main" id="{B2085BF7-23B8-43F8-8E3B-FBF0FD56B315}"/>
                </a:ext>
              </a:extLst>
            </p:cNvPr>
            <p:cNvPicPr>
              <a:picLocks noChangeAspect="1"/>
            </p:cNvPicPr>
            <p:nvPr/>
          </p:nvPicPr>
          <p:blipFill>
            <a:blip r:embed="rId3">
              <a:extLst>
                <a:ext uri="{28A0092B-C50C-407E-A947-70E740481C1C}">
                  <a14:useLocalDpi xmlns:a14="http://schemas.microsoft.com/office/drawing/2010/main" val="0"/>
                </a:ext>
              </a:extLst>
            </a:blip>
            <a:stretch>
              <a:fillRect/>
            </a:stretch>
          </p:blipFill>
          <p:spPr>
            <a:xfrm>
              <a:off x="8879391" y="2473428"/>
              <a:ext cx="384239" cy="495241"/>
            </a:xfrm>
            <a:prstGeom prst="rect">
              <a:avLst/>
            </a:prstGeom>
          </p:spPr>
        </p:pic>
        <p:pic>
          <p:nvPicPr>
            <p:cNvPr id="100" name="图片 99" descr="图标&#10;&#10;描述已自动生成">
              <a:extLst>
                <a:ext uri="{FF2B5EF4-FFF2-40B4-BE49-F238E27FC236}">
                  <a16:creationId xmlns:a16="http://schemas.microsoft.com/office/drawing/2014/main" id="{2570C3BF-72C0-4C89-B78C-877A942EFD04}"/>
                </a:ext>
              </a:extLst>
            </p:cNvPr>
            <p:cNvPicPr>
              <a:picLocks noChangeAspect="1"/>
            </p:cNvPicPr>
            <p:nvPr/>
          </p:nvPicPr>
          <p:blipFill>
            <a:blip r:embed="rId3">
              <a:extLst>
                <a:ext uri="{28A0092B-C50C-407E-A947-70E740481C1C}">
                  <a14:useLocalDpi xmlns:a14="http://schemas.microsoft.com/office/drawing/2010/main" val="0"/>
                </a:ext>
              </a:extLst>
            </a:blip>
            <a:stretch>
              <a:fillRect/>
            </a:stretch>
          </p:blipFill>
          <p:spPr>
            <a:xfrm>
              <a:off x="7474766" y="3038141"/>
              <a:ext cx="384239" cy="495241"/>
            </a:xfrm>
            <a:prstGeom prst="rect">
              <a:avLst/>
            </a:prstGeom>
          </p:spPr>
        </p:pic>
      </p:grpSp>
    </p:spTree>
    <p:custDataLst>
      <p:tags r:id="rId1"/>
    </p:custDataLst>
    <p:extLst>
      <p:ext uri="{BB962C8B-B14F-4D97-AF65-F5344CB8AC3E}">
        <p14:creationId xmlns:p14="http://schemas.microsoft.com/office/powerpoint/2010/main" val="793221309"/>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30" presetClass="entr" presetSubtype="0" fill="hold" nodeType="withEffect">
                                  <p:stCondLst>
                                    <p:cond delay="0"/>
                                  </p:stCondLst>
                                  <p:childTnLst>
                                    <p:set>
                                      <p:cBhvr>
                                        <p:cTn id="6" dur="1" fill="hold">
                                          <p:stCondLst>
                                            <p:cond delay="0"/>
                                          </p:stCondLst>
                                        </p:cTn>
                                        <p:tgtEl>
                                          <p:spTgt spid="12"/>
                                        </p:tgtEl>
                                        <p:attrNameLst>
                                          <p:attrName>style.visibility</p:attrName>
                                        </p:attrNameLst>
                                      </p:cBhvr>
                                      <p:to>
                                        <p:strVal val="visible"/>
                                      </p:to>
                                    </p:set>
                                    <p:animEffect transition="in" filter="fade">
                                      <p:cBhvr>
                                        <p:cTn id="7" dur="800" decel="100000"/>
                                        <p:tgtEl>
                                          <p:spTgt spid="12"/>
                                        </p:tgtEl>
                                      </p:cBhvr>
                                    </p:animEffect>
                                    <p:anim calcmode="lin" valueType="num">
                                      <p:cBhvr>
                                        <p:cTn id="8" dur="800" decel="100000" fill="hold"/>
                                        <p:tgtEl>
                                          <p:spTgt spid="12"/>
                                        </p:tgtEl>
                                        <p:attrNameLst>
                                          <p:attrName>style.rotation</p:attrName>
                                        </p:attrNameLst>
                                      </p:cBhvr>
                                      <p:tavLst>
                                        <p:tav tm="0">
                                          <p:val>
                                            <p:fltVal val="-90"/>
                                          </p:val>
                                        </p:tav>
                                        <p:tav tm="100000">
                                          <p:val>
                                            <p:fltVal val="0"/>
                                          </p:val>
                                        </p:tav>
                                      </p:tavLst>
                                    </p:anim>
                                    <p:anim calcmode="lin" valueType="num">
                                      <p:cBhvr>
                                        <p:cTn id="9" dur="800" decel="100000" fill="hold"/>
                                        <p:tgtEl>
                                          <p:spTgt spid="12"/>
                                        </p:tgtEl>
                                        <p:attrNameLst>
                                          <p:attrName>ppt_x</p:attrName>
                                        </p:attrNameLst>
                                      </p:cBhvr>
                                      <p:tavLst>
                                        <p:tav tm="0">
                                          <p:val>
                                            <p:strVal val="#ppt_x+0.4"/>
                                          </p:val>
                                        </p:tav>
                                        <p:tav tm="100000">
                                          <p:val>
                                            <p:strVal val="#ppt_x-0.05"/>
                                          </p:val>
                                        </p:tav>
                                      </p:tavLst>
                                    </p:anim>
                                    <p:anim calcmode="lin" valueType="num">
                                      <p:cBhvr>
                                        <p:cTn id="10" dur="800" decel="100000" fill="hold"/>
                                        <p:tgtEl>
                                          <p:spTgt spid="12"/>
                                        </p:tgtEl>
                                        <p:attrNameLst>
                                          <p:attrName>ppt_y</p:attrName>
                                        </p:attrNameLst>
                                      </p:cBhvr>
                                      <p:tavLst>
                                        <p:tav tm="0">
                                          <p:val>
                                            <p:strVal val="#ppt_y-0.4"/>
                                          </p:val>
                                        </p:tav>
                                        <p:tav tm="100000">
                                          <p:val>
                                            <p:strVal val="#ppt_y+0.1"/>
                                          </p:val>
                                        </p:tav>
                                      </p:tavLst>
                                    </p:anim>
                                    <p:anim calcmode="lin" valueType="num">
                                      <p:cBhvr>
                                        <p:cTn id="11" dur="200" accel="100000" fill="hold">
                                          <p:stCondLst>
                                            <p:cond delay="800"/>
                                          </p:stCondLst>
                                        </p:cTn>
                                        <p:tgtEl>
                                          <p:spTgt spid="12"/>
                                        </p:tgtEl>
                                        <p:attrNameLst>
                                          <p:attrName>ppt_x</p:attrName>
                                        </p:attrNameLst>
                                      </p:cBhvr>
                                      <p:tavLst>
                                        <p:tav tm="0">
                                          <p:val>
                                            <p:strVal val="#ppt_x-0.05"/>
                                          </p:val>
                                        </p:tav>
                                        <p:tav tm="100000">
                                          <p:val>
                                            <p:strVal val="#ppt_x"/>
                                          </p:val>
                                        </p:tav>
                                      </p:tavLst>
                                    </p:anim>
                                    <p:anim calcmode="lin" valueType="num">
                                      <p:cBhvr>
                                        <p:cTn id="12" dur="200" accel="100000" fill="hold">
                                          <p:stCondLst>
                                            <p:cond delay="800"/>
                                          </p:stCondLst>
                                        </p:cTn>
                                        <p:tgtEl>
                                          <p:spTgt spid="12"/>
                                        </p:tgtEl>
                                        <p:attrNameLst>
                                          <p:attrName>ppt_y</p:attrName>
                                        </p:attrNameLst>
                                      </p:cBhvr>
                                      <p:tavLst>
                                        <p:tav tm="0">
                                          <p:val>
                                            <p:strVal val="#ppt_y+0.1"/>
                                          </p:val>
                                        </p:tav>
                                        <p:tav tm="100000">
                                          <p:val>
                                            <p:strVal val="#ppt_y"/>
                                          </p:val>
                                        </p:tav>
                                      </p:tavLst>
                                    </p:anim>
                                  </p:childTnLst>
                                </p:cTn>
                              </p:par>
                            </p:childTnLst>
                          </p:cTn>
                        </p:par>
                      </p:childTnLst>
                    </p:cTn>
                  </p:par>
                  <p:par>
                    <p:cTn id="13" fill="hold">
                      <p:stCondLst>
                        <p:cond delay="indefinite"/>
                      </p:stCondLst>
                      <p:childTnLst>
                        <p:par>
                          <p:cTn id="14" fill="hold">
                            <p:stCondLst>
                              <p:cond delay="0"/>
                            </p:stCondLst>
                            <p:childTnLst>
                              <p:par>
                                <p:cTn id="15" presetID="47" presetClass="entr" presetSubtype="0" fill="hold" grpId="0" nodeType="clickEffect">
                                  <p:stCondLst>
                                    <p:cond delay="0"/>
                                  </p:stCondLst>
                                  <p:childTnLst>
                                    <p:set>
                                      <p:cBhvr>
                                        <p:cTn id="16" dur="1" fill="hold">
                                          <p:stCondLst>
                                            <p:cond delay="0"/>
                                          </p:stCondLst>
                                        </p:cTn>
                                        <p:tgtEl>
                                          <p:spTgt spid="90"/>
                                        </p:tgtEl>
                                        <p:attrNameLst>
                                          <p:attrName>style.visibility</p:attrName>
                                        </p:attrNameLst>
                                      </p:cBhvr>
                                      <p:to>
                                        <p:strVal val="visible"/>
                                      </p:to>
                                    </p:set>
                                    <p:animEffect transition="in" filter="fade">
                                      <p:cBhvr>
                                        <p:cTn id="17" dur="1000"/>
                                        <p:tgtEl>
                                          <p:spTgt spid="90"/>
                                        </p:tgtEl>
                                      </p:cBhvr>
                                    </p:animEffect>
                                    <p:anim calcmode="lin" valueType="num">
                                      <p:cBhvr>
                                        <p:cTn id="18" dur="1000" fill="hold"/>
                                        <p:tgtEl>
                                          <p:spTgt spid="90"/>
                                        </p:tgtEl>
                                        <p:attrNameLst>
                                          <p:attrName>ppt_x</p:attrName>
                                        </p:attrNameLst>
                                      </p:cBhvr>
                                      <p:tavLst>
                                        <p:tav tm="0">
                                          <p:val>
                                            <p:strVal val="#ppt_x"/>
                                          </p:val>
                                        </p:tav>
                                        <p:tav tm="100000">
                                          <p:val>
                                            <p:strVal val="#ppt_x"/>
                                          </p:val>
                                        </p:tav>
                                      </p:tavLst>
                                    </p:anim>
                                    <p:anim calcmode="lin" valueType="num">
                                      <p:cBhvr>
                                        <p:cTn id="19" dur="1000" fill="hold"/>
                                        <p:tgtEl>
                                          <p:spTgt spid="90"/>
                                        </p:tgtEl>
                                        <p:attrNameLst>
                                          <p:attrName>ppt_y</p:attrName>
                                        </p:attrNameLst>
                                      </p:cBhvr>
                                      <p:tavLst>
                                        <p:tav tm="0">
                                          <p:val>
                                            <p:strVal val="#ppt_y-.1"/>
                                          </p:val>
                                        </p:tav>
                                        <p:tav tm="100000">
                                          <p:val>
                                            <p:strVal val="#ppt_y"/>
                                          </p:val>
                                        </p:tav>
                                      </p:tavLst>
                                    </p:anim>
                                  </p:childTnLst>
                                </p:cTn>
                              </p:par>
                            </p:childTnLst>
                          </p:cTn>
                        </p:par>
                      </p:childTnLst>
                    </p:cTn>
                  </p:par>
                  <p:par>
                    <p:cTn id="20" fill="hold">
                      <p:stCondLst>
                        <p:cond delay="indefinite"/>
                      </p:stCondLst>
                      <p:childTnLst>
                        <p:par>
                          <p:cTn id="21" fill="hold">
                            <p:stCondLst>
                              <p:cond delay="0"/>
                            </p:stCondLst>
                            <p:childTnLst>
                              <p:par>
                                <p:cTn id="22" presetID="30" presetClass="entr" presetSubtype="0" fill="hold" nodeType="clickEffect">
                                  <p:stCondLst>
                                    <p:cond delay="0"/>
                                  </p:stCondLst>
                                  <p:childTnLst>
                                    <p:set>
                                      <p:cBhvr>
                                        <p:cTn id="23" dur="1" fill="hold">
                                          <p:stCondLst>
                                            <p:cond delay="0"/>
                                          </p:stCondLst>
                                        </p:cTn>
                                        <p:tgtEl>
                                          <p:spTgt spid="14"/>
                                        </p:tgtEl>
                                        <p:attrNameLst>
                                          <p:attrName>style.visibility</p:attrName>
                                        </p:attrNameLst>
                                      </p:cBhvr>
                                      <p:to>
                                        <p:strVal val="visible"/>
                                      </p:to>
                                    </p:set>
                                    <p:animEffect transition="in" filter="fade">
                                      <p:cBhvr>
                                        <p:cTn id="24" dur="800" decel="100000"/>
                                        <p:tgtEl>
                                          <p:spTgt spid="14"/>
                                        </p:tgtEl>
                                      </p:cBhvr>
                                    </p:animEffect>
                                    <p:anim calcmode="lin" valueType="num">
                                      <p:cBhvr>
                                        <p:cTn id="25" dur="800" decel="100000" fill="hold"/>
                                        <p:tgtEl>
                                          <p:spTgt spid="14"/>
                                        </p:tgtEl>
                                        <p:attrNameLst>
                                          <p:attrName>style.rotation</p:attrName>
                                        </p:attrNameLst>
                                      </p:cBhvr>
                                      <p:tavLst>
                                        <p:tav tm="0">
                                          <p:val>
                                            <p:fltVal val="-90"/>
                                          </p:val>
                                        </p:tav>
                                        <p:tav tm="100000">
                                          <p:val>
                                            <p:fltVal val="0"/>
                                          </p:val>
                                        </p:tav>
                                      </p:tavLst>
                                    </p:anim>
                                    <p:anim calcmode="lin" valueType="num">
                                      <p:cBhvr>
                                        <p:cTn id="26" dur="800" decel="100000" fill="hold"/>
                                        <p:tgtEl>
                                          <p:spTgt spid="14"/>
                                        </p:tgtEl>
                                        <p:attrNameLst>
                                          <p:attrName>ppt_x</p:attrName>
                                        </p:attrNameLst>
                                      </p:cBhvr>
                                      <p:tavLst>
                                        <p:tav tm="0">
                                          <p:val>
                                            <p:strVal val="#ppt_x+0.4"/>
                                          </p:val>
                                        </p:tav>
                                        <p:tav tm="100000">
                                          <p:val>
                                            <p:strVal val="#ppt_x-0.05"/>
                                          </p:val>
                                        </p:tav>
                                      </p:tavLst>
                                    </p:anim>
                                    <p:anim calcmode="lin" valueType="num">
                                      <p:cBhvr>
                                        <p:cTn id="27" dur="800" decel="100000" fill="hold"/>
                                        <p:tgtEl>
                                          <p:spTgt spid="14"/>
                                        </p:tgtEl>
                                        <p:attrNameLst>
                                          <p:attrName>ppt_y</p:attrName>
                                        </p:attrNameLst>
                                      </p:cBhvr>
                                      <p:tavLst>
                                        <p:tav tm="0">
                                          <p:val>
                                            <p:strVal val="#ppt_y-0.4"/>
                                          </p:val>
                                        </p:tav>
                                        <p:tav tm="100000">
                                          <p:val>
                                            <p:strVal val="#ppt_y+0.1"/>
                                          </p:val>
                                        </p:tav>
                                      </p:tavLst>
                                    </p:anim>
                                    <p:anim calcmode="lin" valueType="num">
                                      <p:cBhvr>
                                        <p:cTn id="28" dur="200" accel="100000" fill="hold">
                                          <p:stCondLst>
                                            <p:cond delay="800"/>
                                          </p:stCondLst>
                                        </p:cTn>
                                        <p:tgtEl>
                                          <p:spTgt spid="14"/>
                                        </p:tgtEl>
                                        <p:attrNameLst>
                                          <p:attrName>ppt_x</p:attrName>
                                        </p:attrNameLst>
                                      </p:cBhvr>
                                      <p:tavLst>
                                        <p:tav tm="0">
                                          <p:val>
                                            <p:strVal val="#ppt_x-0.05"/>
                                          </p:val>
                                        </p:tav>
                                        <p:tav tm="100000">
                                          <p:val>
                                            <p:strVal val="#ppt_x"/>
                                          </p:val>
                                        </p:tav>
                                      </p:tavLst>
                                    </p:anim>
                                    <p:anim calcmode="lin" valueType="num">
                                      <p:cBhvr>
                                        <p:cTn id="29" dur="200" accel="100000" fill="hold">
                                          <p:stCondLst>
                                            <p:cond delay="800"/>
                                          </p:stCondLst>
                                        </p:cTn>
                                        <p:tgtEl>
                                          <p:spTgt spid="14"/>
                                        </p:tgtEl>
                                        <p:attrNameLst>
                                          <p:attrName>ppt_y</p:attrName>
                                        </p:attrNameLst>
                                      </p:cBhvr>
                                      <p:tavLst>
                                        <p:tav tm="0">
                                          <p:val>
                                            <p:strVal val="#ppt_y+0.1"/>
                                          </p:val>
                                        </p:tav>
                                        <p:tav tm="100000">
                                          <p:val>
                                            <p:strVal val="#ppt_y"/>
                                          </p:val>
                                        </p:tav>
                                      </p:tavLst>
                                    </p:anim>
                                  </p:childTnLst>
                                </p:cTn>
                              </p:par>
                            </p:childTnLst>
                          </p:cTn>
                        </p:par>
                      </p:childTnLst>
                    </p:cTn>
                  </p:par>
                  <p:par>
                    <p:cTn id="30" fill="hold">
                      <p:stCondLst>
                        <p:cond delay="indefinite"/>
                      </p:stCondLst>
                      <p:childTnLst>
                        <p:par>
                          <p:cTn id="31" fill="hold">
                            <p:stCondLst>
                              <p:cond delay="0"/>
                            </p:stCondLst>
                            <p:childTnLst>
                              <p:par>
                                <p:cTn id="32" presetID="47" presetClass="entr" presetSubtype="0" fill="hold" grpId="0" nodeType="clickEffect">
                                  <p:stCondLst>
                                    <p:cond delay="0"/>
                                  </p:stCondLst>
                                  <p:childTnLst>
                                    <p:set>
                                      <p:cBhvr>
                                        <p:cTn id="33" dur="1" fill="hold">
                                          <p:stCondLst>
                                            <p:cond delay="0"/>
                                          </p:stCondLst>
                                        </p:cTn>
                                        <p:tgtEl>
                                          <p:spTgt spid="152"/>
                                        </p:tgtEl>
                                        <p:attrNameLst>
                                          <p:attrName>style.visibility</p:attrName>
                                        </p:attrNameLst>
                                      </p:cBhvr>
                                      <p:to>
                                        <p:strVal val="visible"/>
                                      </p:to>
                                    </p:set>
                                    <p:animEffect transition="in" filter="fade">
                                      <p:cBhvr>
                                        <p:cTn id="34" dur="1000"/>
                                        <p:tgtEl>
                                          <p:spTgt spid="152"/>
                                        </p:tgtEl>
                                      </p:cBhvr>
                                    </p:animEffect>
                                    <p:anim calcmode="lin" valueType="num">
                                      <p:cBhvr>
                                        <p:cTn id="35" dur="1000" fill="hold"/>
                                        <p:tgtEl>
                                          <p:spTgt spid="152"/>
                                        </p:tgtEl>
                                        <p:attrNameLst>
                                          <p:attrName>ppt_x</p:attrName>
                                        </p:attrNameLst>
                                      </p:cBhvr>
                                      <p:tavLst>
                                        <p:tav tm="0">
                                          <p:val>
                                            <p:strVal val="#ppt_x"/>
                                          </p:val>
                                        </p:tav>
                                        <p:tav tm="100000">
                                          <p:val>
                                            <p:strVal val="#ppt_x"/>
                                          </p:val>
                                        </p:tav>
                                      </p:tavLst>
                                    </p:anim>
                                    <p:anim calcmode="lin" valueType="num">
                                      <p:cBhvr>
                                        <p:cTn id="36" dur="1000" fill="hold"/>
                                        <p:tgtEl>
                                          <p:spTgt spid="152"/>
                                        </p:tgtEl>
                                        <p:attrNameLst>
                                          <p:attrName>ppt_y</p:attrName>
                                        </p:attrNameLst>
                                      </p:cBhvr>
                                      <p:tavLst>
                                        <p:tav tm="0">
                                          <p:val>
                                            <p:strVal val="#ppt_y-.1"/>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52" grpId="0"/>
      <p:bldP spid="90" grpId="0"/>
    </p:bldLst>
  </p:timing>
</p:sld>
</file>

<file path=ppt/slides/slide41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4" name="组合 3">
            <a:extLst>
              <a:ext uri="{FF2B5EF4-FFF2-40B4-BE49-F238E27FC236}">
                <a16:creationId xmlns:a16="http://schemas.microsoft.com/office/drawing/2014/main" id="{9A1EA9F2-FCB6-48C3-935F-7AE7E3AD14AC}"/>
              </a:ext>
            </a:extLst>
          </p:cNvPr>
          <p:cNvGrpSpPr/>
          <p:nvPr/>
        </p:nvGrpSpPr>
        <p:grpSpPr>
          <a:xfrm>
            <a:off x="304800" y="749300"/>
            <a:ext cx="6192344" cy="400110"/>
            <a:chOff x="424117" y="898245"/>
            <a:chExt cx="6192344" cy="400110"/>
          </a:xfrm>
        </p:grpSpPr>
        <p:sp>
          <p:nvSpPr>
            <p:cNvPr id="2" name="平行四边形 1">
              <a:extLst>
                <a:ext uri="{FF2B5EF4-FFF2-40B4-BE49-F238E27FC236}">
                  <a16:creationId xmlns:a16="http://schemas.microsoft.com/office/drawing/2014/main" id="{1F5BAA3F-9845-4F89-A2DD-8222D3E4EDAC}"/>
                </a:ext>
              </a:extLst>
            </p:cNvPr>
            <p:cNvSpPr/>
            <p:nvPr/>
          </p:nvSpPr>
          <p:spPr>
            <a:xfrm>
              <a:off x="424117" y="898245"/>
              <a:ext cx="675384" cy="387090"/>
            </a:xfrm>
            <a:prstGeom prst="parallelogram">
              <a:avLst/>
            </a:prstGeom>
            <a:solidFill>
              <a:schemeClr val="accent3">
                <a:lumMod val="75000"/>
              </a:schemeClr>
            </a:solidFill>
            <a:ln>
              <a:solidFill>
                <a:schemeClr val="accent3">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CN" sz="2200" dirty="0">
                  <a:latin typeface="Impact" panose="020B0806030902050204" pitchFamily="34" charset="0"/>
                </a:rPr>
                <a:t>02</a:t>
              </a:r>
              <a:endParaRPr lang="zh-CN" altLang="en-US" sz="2200" dirty="0">
                <a:latin typeface="Impact" panose="020B0806030902050204" pitchFamily="34" charset="0"/>
              </a:endParaRPr>
            </a:p>
          </p:txBody>
        </p:sp>
        <p:sp>
          <p:nvSpPr>
            <p:cNvPr id="3" name="文本框 2">
              <a:extLst>
                <a:ext uri="{FF2B5EF4-FFF2-40B4-BE49-F238E27FC236}">
                  <a16:creationId xmlns:a16="http://schemas.microsoft.com/office/drawing/2014/main" id="{4D6BD736-A4D3-4F26-AFED-36E11F50F70B}"/>
                </a:ext>
              </a:extLst>
            </p:cNvPr>
            <p:cNvSpPr txBox="1"/>
            <p:nvPr/>
          </p:nvSpPr>
          <p:spPr>
            <a:xfrm>
              <a:off x="1052423" y="898245"/>
              <a:ext cx="5564038" cy="400110"/>
            </a:xfrm>
            <a:prstGeom prst="rect">
              <a:avLst/>
            </a:prstGeom>
            <a:noFill/>
          </p:spPr>
          <p:txBody>
            <a:bodyPr wrap="square" rtlCol="0">
              <a:spAutoFit/>
            </a:bodyPr>
            <a:lstStyle/>
            <a:p>
              <a:r>
                <a:rPr lang="zh-CN" altLang="en-US" sz="2000" b="1" dirty="0">
                  <a:solidFill>
                    <a:schemeClr val="tx1"/>
                  </a:solidFill>
                  <a:latin typeface="Arial Narrow" panose="020B0606020202030204" pitchFamily="34" charset="0"/>
                </a:rPr>
                <a:t>以太网交换机</a:t>
              </a:r>
              <a:endParaRPr lang="en-US" altLang="zh-CN" sz="2000" b="1" dirty="0">
                <a:solidFill>
                  <a:schemeClr val="tx1"/>
                </a:solidFill>
                <a:latin typeface="Arial Narrow" panose="020B0606020202030204" pitchFamily="34" charset="0"/>
              </a:endParaRPr>
            </a:p>
          </p:txBody>
        </p:sp>
      </p:grpSp>
      <p:sp>
        <p:nvSpPr>
          <p:cNvPr id="177" name="矩形 176">
            <a:extLst>
              <a:ext uri="{FF2B5EF4-FFF2-40B4-BE49-F238E27FC236}">
                <a16:creationId xmlns:a16="http://schemas.microsoft.com/office/drawing/2014/main" id="{4BC9E81E-83F3-4072-A94C-A24A3569F55C}"/>
              </a:ext>
            </a:extLst>
          </p:cNvPr>
          <p:cNvSpPr/>
          <p:nvPr/>
        </p:nvSpPr>
        <p:spPr>
          <a:xfrm>
            <a:off x="1056633" y="1335374"/>
            <a:ext cx="256976" cy="256976"/>
          </a:xfrm>
          <a:prstGeom prst="rect">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178" name="íşlïḍè">
            <a:extLst>
              <a:ext uri="{FF2B5EF4-FFF2-40B4-BE49-F238E27FC236}">
                <a16:creationId xmlns:a16="http://schemas.microsoft.com/office/drawing/2014/main" id="{0E588580-C72A-44E5-882F-88772CF8D42E}"/>
              </a:ext>
            </a:extLst>
          </p:cNvPr>
          <p:cNvSpPr txBox="1"/>
          <p:nvPr/>
        </p:nvSpPr>
        <p:spPr>
          <a:xfrm>
            <a:off x="1373861" y="1281052"/>
            <a:ext cx="6763641" cy="400111"/>
          </a:xfrm>
          <a:prstGeom prst="rect">
            <a:avLst/>
          </a:prstGeom>
          <a:noFill/>
        </p:spPr>
        <p:txBody>
          <a:bodyPr wrap="square" lIns="91440" tIns="45720" rIns="91440" bIns="45720" anchor="ctr">
            <a:noAutofit/>
          </a:bodyPr>
          <a:lstStyle/>
          <a:p>
            <a:r>
              <a:rPr lang="zh-CN" altLang="en-US" b="1" dirty="0">
                <a:latin typeface="Arial Narrow" panose="020B0606020202030204" pitchFamily="34" charset="0"/>
              </a:rPr>
              <a:t>以太网</a:t>
            </a:r>
            <a:r>
              <a:rPr lang="zh-CN" altLang="en-US" b="1" dirty="0">
                <a:solidFill>
                  <a:schemeClr val="accent1">
                    <a:lumMod val="75000"/>
                  </a:schemeClr>
                </a:solidFill>
                <a:latin typeface="Arial Narrow" panose="020B0606020202030204" pitchFamily="34" charset="0"/>
              </a:rPr>
              <a:t>交换机</a:t>
            </a:r>
            <a:r>
              <a:rPr lang="zh-CN" altLang="en-US" b="1" dirty="0">
                <a:latin typeface="Arial Narrow" panose="020B0606020202030204" pitchFamily="34" charset="0"/>
              </a:rPr>
              <a:t>（以下简称交换机）本质上就是一个</a:t>
            </a:r>
            <a:r>
              <a:rPr lang="zh-CN" altLang="en-US" b="1" dirty="0">
                <a:solidFill>
                  <a:schemeClr val="accent1">
                    <a:lumMod val="75000"/>
                  </a:schemeClr>
                </a:solidFill>
                <a:latin typeface="Arial Narrow" panose="020B0606020202030204" pitchFamily="34" charset="0"/>
              </a:rPr>
              <a:t>多接口的网桥</a:t>
            </a:r>
            <a:r>
              <a:rPr lang="zh-CN" altLang="en-US" b="1" dirty="0">
                <a:latin typeface="Arial Narrow" panose="020B0606020202030204" pitchFamily="34" charset="0"/>
              </a:rPr>
              <a:t>：</a:t>
            </a:r>
          </a:p>
        </p:txBody>
      </p:sp>
      <p:sp>
        <p:nvSpPr>
          <p:cNvPr id="52" name="矩形 51">
            <a:extLst>
              <a:ext uri="{FF2B5EF4-FFF2-40B4-BE49-F238E27FC236}">
                <a16:creationId xmlns:a16="http://schemas.microsoft.com/office/drawing/2014/main" id="{8D4A83A2-592B-407B-BAB8-F5CC013DDA16}"/>
              </a:ext>
            </a:extLst>
          </p:cNvPr>
          <p:cNvSpPr/>
          <p:nvPr/>
        </p:nvSpPr>
        <p:spPr>
          <a:xfrm>
            <a:off x="1472170" y="1788111"/>
            <a:ext cx="256976" cy="256976"/>
          </a:xfrm>
          <a:prstGeom prst="rect">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53" name="íşlïḍè">
            <a:extLst>
              <a:ext uri="{FF2B5EF4-FFF2-40B4-BE49-F238E27FC236}">
                <a16:creationId xmlns:a16="http://schemas.microsoft.com/office/drawing/2014/main" id="{7133946B-62F4-47DC-8D6D-14EED163EBBA}"/>
              </a:ext>
            </a:extLst>
          </p:cNvPr>
          <p:cNvSpPr txBox="1"/>
          <p:nvPr/>
        </p:nvSpPr>
        <p:spPr>
          <a:xfrm>
            <a:off x="1789398" y="1733789"/>
            <a:ext cx="10097802" cy="367297"/>
          </a:xfrm>
          <a:prstGeom prst="rect">
            <a:avLst/>
          </a:prstGeom>
          <a:noFill/>
        </p:spPr>
        <p:txBody>
          <a:bodyPr wrap="square" lIns="91440" tIns="45720" rIns="91440" bIns="45720" anchor="ctr">
            <a:noAutofit/>
          </a:bodyPr>
          <a:lstStyle/>
          <a:p>
            <a:r>
              <a:rPr lang="zh-CN" altLang="en-US" b="1" dirty="0">
                <a:latin typeface="Arial Narrow" panose="020B0606020202030204" pitchFamily="34" charset="0"/>
              </a:rPr>
              <a:t>交换机自学习和转发帧的流程与网桥是相同的。</a:t>
            </a:r>
          </a:p>
        </p:txBody>
      </p:sp>
      <p:sp>
        <p:nvSpPr>
          <p:cNvPr id="54" name="矩形 53">
            <a:extLst>
              <a:ext uri="{FF2B5EF4-FFF2-40B4-BE49-F238E27FC236}">
                <a16:creationId xmlns:a16="http://schemas.microsoft.com/office/drawing/2014/main" id="{218650C7-EB84-4DF3-8348-2513947852AA}"/>
              </a:ext>
            </a:extLst>
          </p:cNvPr>
          <p:cNvSpPr/>
          <p:nvPr/>
        </p:nvSpPr>
        <p:spPr>
          <a:xfrm>
            <a:off x="1472170" y="2285501"/>
            <a:ext cx="256976" cy="256976"/>
          </a:xfrm>
          <a:prstGeom prst="rect">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55" name="íşlïḍè">
            <a:extLst>
              <a:ext uri="{FF2B5EF4-FFF2-40B4-BE49-F238E27FC236}">
                <a16:creationId xmlns:a16="http://schemas.microsoft.com/office/drawing/2014/main" id="{A16A9BF9-B3EF-4B9B-B2B9-2C93C3789E5F}"/>
              </a:ext>
            </a:extLst>
          </p:cNvPr>
          <p:cNvSpPr txBox="1"/>
          <p:nvPr/>
        </p:nvSpPr>
        <p:spPr>
          <a:xfrm>
            <a:off x="1789398" y="2231179"/>
            <a:ext cx="10097802" cy="367297"/>
          </a:xfrm>
          <a:prstGeom prst="rect">
            <a:avLst/>
          </a:prstGeom>
          <a:noFill/>
        </p:spPr>
        <p:txBody>
          <a:bodyPr wrap="square" lIns="91440" tIns="45720" rIns="91440" bIns="45720" anchor="ctr">
            <a:noAutofit/>
          </a:bodyPr>
          <a:lstStyle/>
          <a:p>
            <a:r>
              <a:rPr lang="zh-CN" altLang="en-US" b="1" dirty="0">
                <a:latin typeface="Arial Narrow" panose="020B0606020202030204" pitchFamily="34" charset="0"/>
              </a:rPr>
              <a:t>另外，交换机也使用生成树协议</a:t>
            </a:r>
            <a:r>
              <a:rPr lang="en-US" altLang="zh-CN" b="1" dirty="0">
                <a:latin typeface="Arial Narrow" panose="020B0606020202030204" pitchFamily="34" charset="0"/>
              </a:rPr>
              <a:t>STP</a:t>
            </a:r>
            <a:r>
              <a:rPr lang="zh-CN" altLang="en-US" b="1" dirty="0">
                <a:latin typeface="Arial Narrow" panose="020B0606020202030204" pitchFamily="34" charset="0"/>
              </a:rPr>
              <a:t>，来产生能够连通全网但不产生环路的通信路径。</a:t>
            </a:r>
          </a:p>
        </p:txBody>
      </p:sp>
    </p:spTree>
    <p:custDataLst>
      <p:tags r:id="rId1"/>
    </p:custDataLst>
    <p:extLst>
      <p:ext uri="{BB962C8B-B14F-4D97-AF65-F5344CB8AC3E}">
        <p14:creationId xmlns:p14="http://schemas.microsoft.com/office/powerpoint/2010/main" val="1803256767"/>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2" presetClass="entr" presetSubtype="1" fill="hold" nodeType="withEffect">
                                  <p:stCondLst>
                                    <p:cond delay="0"/>
                                  </p:stCondLst>
                                  <p:childTnLst>
                                    <p:set>
                                      <p:cBhvr>
                                        <p:cTn id="6" dur="1" fill="hold">
                                          <p:stCondLst>
                                            <p:cond delay="0"/>
                                          </p:stCondLst>
                                        </p:cTn>
                                        <p:tgtEl>
                                          <p:spTgt spid="4"/>
                                        </p:tgtEl>
                                        <p:attrNameLst>
                                          <p:attrName>style.visibility</p:attrName>
                                        </p:attrNameLst>
                                      </p:cBhvr>
                                      <p:to>
                                        <p:strVal val="visible"/>
                                      </p:to>
                                    </p:set>
                                    <p:anim calcmode="lin" valueType="num">
                                      <p:cBhvr additive="base">
                                        <p:cTn id="7" dur="1000"/>
                                        <p:tgtEl>
                                          <p:spTgt spid="4"/>
                                        </p:tgtEl>
                                        <p:attrNameLst>
                                          <p:attrName>ppt_y</p:attrName>
                                        </p:attrNameLst>
                                      </p:cBhvr>
                                      <p:tavLst>
                                        <p:tav tm="0">
                                          <p:val>
                                            <p:strVal val="#ppt_y-#ppt_h*1.125000"/>
                                          </p:val>
                                        </p:tav>
                                        <p:tav tm="100000">
                                          <p:val>
                                            <p:strVal val="#ppt_y"/>
                                          </p:val>
                                        </p:tav>
                                      </p:tavLst>
                                    </p:anim>
                                    <p:animEffect transition="in" filter="wipe(down)">
                                      <p:cBhvr>
                                        <p:cTn id="8" dur="1000"/>
                                        <p:tgtEl>
                                          <p:spTgt spid="4"/>
                                        </p:tgtEl>
                                      </p:cBhvr>
                                    </p:animEffect>
                                  </p:childTnLst>
                                </p:cTn>
                              </p:par>
                            </p:childTnLst>
                          </p:cTn>
                        </p:par>
                      </p:childTnLst>
                    </p:cTn>
                  </p:par>
                  <p:par>
                    <p:cTn id="9" fill="hold">
                      <p:stCondLst>
                        <p:cond delay="indefinite"/>
                      </p:stCondLst>
                      <p:childTnLst>
                        <p:par>
                          <p:cTn id="10" fill="hold">
                            <p:stCondLst>
                              <p:cond delay="0"/>
                            </p:stCondLst>
                            <p:childTnLst>
                              <p:par>
                                <p:cTn id="11" presetID="49" presetClass="entr" presetSubtype="0" decel="100000" fill="hold" grpId="0" nodeType="clickEffect">
                                  <p:stCondLst>
                                    <p:cond delay="0"/>
                                  </p:stCondLst>
                                  <p:childTnLst>
                                    <p:set>
                                      <p:cBhvr>
                                        <p:cTn id="12" dur="1" fill="hold">
                                          <p:stCondLst>
                                            <p:cond delay="0"/>
                                          </p:stCondLst>
                                        </p:cTn>
                                        <p:tgtEl>
                                          <p:spTgt spid="177"/>
                                        </p:tgtEl>
                                        <p:attrNameLst>
                                          <p:attrName>style.visibility</p:attrName>
                                        </p:attrNameLst>
                                      </p:cBhvr>
                                      <p:to>
                                        <p:strVal val="visible"/>
                                      </p:to>
                                    </p:set>
                                    <p:anim calcmode="lin" valueType="num">
                                      <p:cBhvr>
                                        <p:cTn id="13" dur="500" fill="hold"/>
                                        <p:tgtEl>
                                          <p:spTgt spid="177"/>
                                        </p:tgtEl>
                                        <p:attrNameLst>
                                          <p:attrName>ppt_w</p:attrName>
                                        </p:attrNameLst>
                                      </p:cBhvr>
                                      <p:tavLst>
                                        <p:tav tm="0">
                                          <p:val>
                                            <p:fltVal val="0"/>
                                          </p:val>
                                        </p:tav>
                                        <p:tav tm="100000">
                                          <p:val>
                                            <p:strVal val="#ppt_w"/>
                                          </p:val>
                                        </p:tav>
                                      </p:tavLst>
                                    </p:anim>
                                    <p:anim calcmode="lin" valueType="num">
                                      <p:cBhvr>
                                        <p:cTn id="14" dur="500" fill="hold"/>
                                        <p:tgtEl>
                                          <p:spTgt spid="177"/>
                                        </p:tgtEl>
                                        <p:attrNameLst>
                                          <p:attrName>ppt_h</p:attrName>
                                        </p:attrNameLst>
                                      </p:cBhvr>
                                      <p:tavLst>
                                        <p:tav tm="0">
                                          <p:val>
                                            <p:fltVal val="0"/>
                                          </p:val>
                                        </p:tav>
                                        <p:tav tm="100000">
                                          <p:val>
                                            <p:strVal val="#ppt_h"/>
                                          </p:val>
                                        </p:tav>
                                      </p:tavLst>
                                    </p:anim>
                                    <p:anim calcmode="lin" valueType="num">
                                      <p:cBhvr>
                                        <p:cTn id="15" dur="500" fill="hold"/>
                                        <p:tgtEl>
                                          <p:spTgt spid="177"/>
                                        </p:tgtEl>
                                        <p:attrNameLst>
                                          <p:attrName>style.rotation</p:attrName>
                                        </p:attrNameLst>
                                      </p:cBhvr>
                                      <p:tavLst>
                                        <p:tav tm="0">
                                          <p:val>
                                            <p:fltVal val="360"/>
                                          </p:val>
                                        </p:tav>
                                        <p:tav tm="100000">
                                          <p:val>
                                            <p:fltVal val="0"/>
                                          </p:val>
                                        </p:tav>
                                      </p:tavLst>
                                    </p:anim>
                                    <p:animEffect transition="in" filter="fade">
                                      <p:cBhvr>
                                        <p:cTn id="16" dur="500"/>
                                        <p:tgtEl>
                                          <p:spTgt spid="177"/>
                                        </p:tgtEl>
                                      </p:cBhvr>
                                    </p:animEffect>
                                  </p:childTnLst>
                                </p:cTn>
                              </p:par>
                            </p:childTnLst>
                          </p:cTn>
                        </p:par>
                        <p:par>
                          <p:cTn id="17" fill="hold">
                            <p:stCondLst>
                              <p:cond delay="500"/>
                            </p:stCondLst>
                            <p:childTnLst>
                              <p:par>
                                <p:cTn id="18" presetID="1" presetClass="entr" presetSubtype="0" fill="hold" grpId="0" nodeType="afterEffect">
                                  <p:stCondLst>
                                    <p:cond delay="0"/>
                                  </p:stCondLst>
                                  <p:iterate type="lt">
                                    <p:tmAbs val="100"/>
                                  </p:iterate>
                                  <p:childTnLst>
                                    <p:set>
                                      <p:cBhvr>
                                        <p:cTn id="19" dur="1" fill="hold">
                                          <p:stCondLst>
                                            <p:cond delay="0"/>
                                          </p:stCondLst>
                                        </p:cTn>
                                        <p:tgtEl>
                                          <p:spTgt spid="178"/>
                                        </p:tgtEl>
                                        <p:attrNameLst>
                                          <p:attrName>style.visibility</p:attrName>
                                        </p:attrNameLst>
                                      </p:cBhvr>
                                      <p:to>
                                        <p:strVal val="visible"/>
                                      </p:to>
                                    </p:set>
                                  </p:childTnLst>
                                </p:cTn>
                              </p:par>
                            </p:childTnLst>
                          </p:cTn>
                        </p:par>
                      </p:childTnLst>
                    </p:cTn>
                  </p:par>
                  <p:par>
                    <p:cTn id="20" fill="hold">
                      <p:stCondLst>
                        <p:cond delay="indefinite"/>
                      </p:stCondLst>
                      <p:childTnLst>
                        <p:par>
                          <p:cTn id="21" fill="hold">
                            <p:stCondLst>
                              <p:cond delay="0"/>
                            </p:stCondLst>
                            <p:childTnLst>
                              <p:par>
                                <p:cTn id="22" presetID="49" presetClass="entr" presetSubtype="0" decel="100000" fill="hold" grpId="0" nodeType="clickEffect">
                                  <p:stCondLst>
                                    <p:cond delay="0"/>
                                  </p:stCondLst>
                                  <p:childTnLst>
                                    <p:set>
                                      <p:cBhvr>
                                        <p:cTn id="23" dur="1" fill="hold">
                                          <p:stCondLst>
                                            <p:cond delay="0"/>
                                          </p:stCondLst>
                                        </p:cTn>
                                        <p:tgtEl>
                                          <p:spTgt spid="52"/>
                                        </p:tgtEl>
                                        <p:attrNameLst>
                                          <p:attrName>style.visibility</p:attrName>
                                        </p:attrNameLst>
                                      </p:cBhvr>
                                      <p:to>
                                        <p:strVal val="visible"/>
                                      </p:to>
                                    </p:set>
                                    <p:anim calcmode="lin" valueType="num">
                                      <p:cBhvr>
                                        <p:cTn id="24" dur="500" fill="hold"/>
                                        <p:tgtEl>
                                          <p:spTgt spid="52"/>
                                        </p:tgtEl>
                                        <p:attrNameLst>
                                          <p:attrName>ppt_w</p:attrName>
                                        </p:attrNameLst>
                                      </p:cBhvr>
                                      <p:tavLst>
                                        <p:tav tm="0">
                                          <p:val>
                                            <p:fltVal val="0"/>
                                          </p:val>
                                        </p:tav>
                                        <p:tav tm="100000">
                                          <p:val>
                                            <p:strVal val="#ppt_w"/>
                                          </p:val>
                                        </p:tav>
                                      </p:tavLst>
                                    </p:anim>
                                    <p:anim calcmode="lin" valueType="num">
                                      <p:cBhvr>
                                        <p:cTn id="25" dur="500" fill="hold"/>
                                        <p:tgtEl>
                                          <p:spTgt spid="52"/>
                                        </p:tgtEl>
                                        <p:attrNameLst>
                                          <p:attrName>ppt_h</p:attrName>
                                        </p:attrNameLst>
                                      </p:cBhvr>
                                      <p:tavLst>
                                        <p:tav tm="0">
                                          <p:val>
                                            <p:fltVal val="0"/>
                                          </p:val>
                                        </p:tav>
                                        <p:tav tm="100000">
                                          <p:val>
                                            <p:strVal val="#ppt_h"/>
                                          </p:val>
                                        </p:tav>
                                      </p:tavLst>
                                    </p:anim>
                                    <p:anim calcmode="lin" valueType="num">
                                      <p:cBhvr>
                                        <p:cTn id="26" dur="500" fill="hold"/>
                                        <p:tgtEl>
                                          <p:spTgt spid="52"/>
                                        </p:tgtEl>
                                        <p:attrNameLst>
                                          <p:attrName>style.rotation</p:attrName>
                                        </p:attrNameLst>
                                      </p:cBhvr>
                                      <p:tavLst>
                                        <p:tav tm="0">
                                          <p:val>
                                            <p:fltVal val="360"/>
                                          </p:val>
                                        </p:tav>
                                        <p:tav tm="100000">
                                          <p:val>
                                            <p:fltVal val="0"/>
                                          </p:val>
                                        </p:tav>
                                      </p:tavLst>
                                    </p:anim>
                                    <p:animEffect transition="in" filter="fade">
                                      <p:cBhvr>
                                        <p:cTn id="27" dur="500"/>
                                        <p:tgtEl>
                                          <p:spTgt spid="52"/>
                                        </p:tgtEl>
                                      </p:cBhvr>
                                    </p:animEffect>
                                  </p:childTnLst>
                                </p:cTn>
                              </p:par>
                            </p:childTnLst>
                          </p:cTn>
                        </p:par>
                        <p:par>
                          <p:cTn id="28" fill="hold">
                            <p:stCondLst>
                              <p:cond delay="500"/>
                            </p:stCondLst>
                            <p:childTnLst>
                              <p:par>
                                <p:cTn id="29" presetID="1" presetClass="entr" presetSubtype="0" fill="hold" grpId="0" nodeType="afterEffect">
                                  <p:stCondLst>
                                    <p:cond delay="0"/>
                                  </p:stCondLst>
                                  <p:iterate type="lt">
                                    <p:tmAbs val="100"/>
                                  </p:iterate>
                                  <p:childTnLst>
                                    <p:set>
                                      <p:cBhvr>
                                        <p:cTn id="30" dur="1" fill="hold">
                                          <p:stCondLst>
                                            <p:cond delay="0"/>
                                          </p:stCondLst>
                                        </p:cTn>
                                        <p:tgtEl>
                                          <p:spTgt spid="53"/>
                                        </p:tgtEl>
                                        <p:attrNameLst>
                                          <p:attrName>style.visibility</p:attrName>
                                        </p:attrNameLst>
                                      </p:cBhvr>
                                      <p:to>
                                        <p:strVal val="visible"/>
                                      </p:to>
                                    </p:set>
                                  </p:childTnLst>
                                </p:cTn>
                              </p:par>
                            </p:childTnLst>
                          </p:cTn>
                        </p:par>
                      </p:childTnLst>
                    </p:cTn>
                  </p:par>
                  <p:par>
                    <p:cTn id="31" fill="hold">
                      <p:stCondLst>
                        <p:cond delay="indefinite"/>
                      </p:stCondLst>
                      <p:childTnLst>
                        <p:par>
                          <p:cTn id="32" fill="hold">
                            <p:stCondLst>
                              <p:cond delay="0"/>
                            </p:stCondLst>
                            <p:childTnLst>
                              <p:par>
                                <p:cTn id="33" presetID="49" presetClass="entr" presetSubtype="0" decel="100000" fill="hold" grpId="0" nodeType="clickEffect">
                                  <p:stCondLst>
                                    <p:cond delay="0"/>
                                  </p:stCondLst>
                                  <p:childTnLst>
                                    <p:set>
                                      <p:cBhvr>
                                        <p:cTn id="34" dur="1" fill="hold">
                                          <p:stCondLst>
                                            <p:cond delay="0"/>
                                          </p:stCondLst>
                                        </p:cTn>
                                        <p:tgtEl>
                                          <p:spTgt spid="54"/>
                                        </p:tgtEl>
                                        <p:attrNameLst>
                                          <p:attrName>style.visibility</p:attrName>
                                        </p:attrNameLst>
                                      </p:cBhvr>
                                      <p:to>
                                        <p:strVal val="visible"/>
                                      </p:to>
                                    </p:set>
                                    <p:anim calcmode="lin" valueType="num">
                                      <p:cBhvr>
                                        <p:cTn id="35" dur="500" fill="hold"/>
                                        <p:tgtEl>
                                          <p:spTgt spid="54"/>
                                        </p:tgtEl>
                                        <p:attrNameLst>
                                          <p:attrName>ppt_w</p:attrName>
                                        </p:attrNameLst>
                                      </p:cBhvr>
                                      <p:tavLst>
                                        <p:tav tm="0">
                                          <p:val>
                                            <p:fltVal val="0"/>
                                          </p:val>
                                        </p:tav>
                                        <p:tav tm="100000">
                                          <p:val>
                                            <p:strVal val="#ppt_w"/>
                                          </p:val>
                                        </p:tav>
                                      </p:tavLst>
                                    </p:anim>
                                    <p:anim calcmode="lin" valueType="num">
                                      <p:cBhvr>
                                        <p:cTn id="36" dur="500" fill="hold"/>
                                        <p:tgtEl>
                                          <p:spTgt spid="54"/>
                                        </p:tgtEl>
                                        <p:attrNameLst>
                                          <p:attrName>ppt_h</p:attrName>
                                        </p:attrNameLst>
                                      </p:cBhvr>
                                      <p:tavLst>
                                        <p:tav tm="0">
                                          <p:val>
                                            <p:fltVal val="0"/>
                                          </p:val>
                                        </p:tav>
                                        <p:tav tm="100000">
                                          <p:val>
                                            <p:strVal val="#ppt_h"/>
                                          </p:val>
                                        </p:tav>
                                      </p:tavLst>
                                    </p:anim>
                                    <p:anim calcmode="lin" valueType="num">
                                      <p:cBhvr>
                                        <p:cTn id="37" dur="500" fill="hold"/>
                                        <p:tgtEl>
                                          <p:spTgt spid="54"/>
                                        </p:tgtEl>
                                        <p:attrNameLst>
                                          <p:attrName>style.rotation</p:attrName>
                                        </p:attrNameLst>
                                      </p:cBhvr>
                                      <p:tavLst>
                                        <p:tav tm="0">
                                          <p:val>
                                            <p:fltVal val="360"/>
                                          </p:val>
                                        </p:tav>
                                        <p:tav tm="100000">
                                          <p:val>
                                            <p:fltVal val="0"/>
                                          </p:val>
                                        </p:tav>
                                      </p:tavLst>
                                    </p:anim>
                                    <p:animEffect transition="in" filter="fade">
                                      <p:cBhvr>
                                        <p:cTn id="38" dur="500"/>
                                        <p:tgtEl>
                                          <p:spTgt spid="54"/>
                                        </p:tgtEl>
                                      </p:cBhvr>
                                    </p:animEffect>
                                  </p:childTnLst>
                                </p:cTn>
                              </p:par>
                            </p:childTnLst>
                          </p:cTn>
                        </p:par>
                        <p:par>
                          <p:cTn id="39" fill="hold">
                            <p:stCondLst>
                              <p:cond delay="500"/>
                            </p:stCondLst>
                            <p:childTnLst>
                              <p:par>
                                <p:cTn id="40" presetID="1" presetClass="entr" presetSubtype="0" fill="hold" grpId="0" nodeType="afterEffect">
                                  <p:stCondLst>
                                    <p:cond delay="0"/>
                                  </p:stCondLst>
                                  <p:iterate type="lt">
                                    <p:tmAbs val="100"/>
                                  </p:iterate>
                                  <p:childTnLst>
                                    <p:set>
                                      <p:cBhvr>
                                        <p:cTn id="41" dur="1" fill="hold">
                                          <p:stCondLst>
                                            <p:cond delay="0"/>
                                          </p:stCondLst>
                                        </p:cTn>
                                        <p:tgtEl>
                                          <p:spTgt spid="55"/>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77" grpId="0" animBg="1"/>
      <p:bldP spid="178" grpId="0"/>
      <p:bldP spid="52" grpId="0" animBg="1"/>
      <p:bldP spid="53" grpId="0"/>
      <p:bldP spid="54" grpId="0" animBg="1"/>
      <p:bldP spid="55" grpId="0"/>
    </p:bldLst>
  </p:timing>
</p:sld>
</file>

<file path=ppt/slides/slide41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4" name="组合 3">
            <a:extLst>
              <a:ext uri="{FF2B5EF4-FFF2-40B4-BE49-F238E27FC236}">
                <a16:creationId xmlns:a16="http://schemas.microsoft.com/office/drawing/2014/main" id="{9A1EA9F2-FCB6-48C3-935F-7AE7E3AD14AC}"/>
              </a:ext>
            </a:extLst>
          </p:cNvPr>
          <p:cNvGrpSpPr/>
          <p:nvPr/>
        </p:nvGrpSpPr>
        <p:grpSpPr>
          <a:xfrm>
            <a:off x="304800" y="749300"/>
            <a:ext cx="6192344" cy="400110"/>
            <a:chOff x="424117" y="898245"/>
            <a:chExt cx="6192344" cy="400110"/>
          </a:xfrm>
        </p:grpSpPr>
        <p:sp>
          <p:nvSpPr>
            <p:cNvPr id="2" name="平行四边形 1">
              <a:extLst>
                <a:ext uri="{FF2B5EF4-FFF2-40B4-BE49-F238E27FC236}">
                  <a16:creationId xmlns:a16="http://schemas.microsoft.com/office/drawing/2014/main" id="{1F5BAA3F-9845-4F89-A2DD-8222D3E4EDAC}"/>
                </a:ext>
              </a:extLst>
            </p:cNvPr>
            <p:cNvSpPr/>
            <p:nvPr/>
          </p:nvSpPr>
          <p:spPr>
            <a:xfrm>
              <a:off x="424117" y="898245"/>
              <a:ext cx="628306" cy="387090"/>
            </a:xfrm>
            <a:prstGeom prst="parallelogram">
              <a:avLst/>
            </a:prstGeom>
            <a:solidFill>
              <a:schemeClr val="accent3">
                <a:lumMod val="75000"/>
              </a:schemeClr>
            </a:solidFill>
            <a:ln>
              <a:solidFill>
                <a:schemeClr val="accent3">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CN" sz="2200" dirty="0">
                  <a:latin typeface="Impact" panose="020B0806030902050204" pitchFamily="34" charset="0"/>
                </a:rPr>
                <a:t>01</a:t>
              </a:r>
              <a:endParaRPr lang="zh-CN" altLang="en-US" sz="2200" dirty="0">
                <a:latin typeface="Impact" panose="020B0806030902050204" pitchFamily="34" charset="0"/>
              </a:endParaRPr>
            </a:p>
          </p:txBody>
        </p:sp>
        <p:sp>
          <p:nvSpPr>
            <p:cNvPr id="3" name="文本框 2">
              <a:extLst>
                <a:ext uri="{FF2B5EF4-FFF2-40B4-BE49-F238E27FC236}">
                  <a16:creationId xmlns:a16="http://schemas.microsoft.com/office/drawing/2014/main" id="{4D6BD736-A4D3-4F26-AFED-36E11F50F70B}"/>
                </a:ext>
              </a:extLst>
            </p:cNvPr>
            <p:cNvSpPr txBox="1"/>
            <p:nvPr/>
          </p:nvSpPr>
          <p:spPr>
            <a:xfrm>
              <a:off x="1052423" y="898245"/>
              <a:ext cx="5564038" cy="400110"/>
            </a:xfrm>
            <a:prstGeom prst="rect">
              <a:avLst/>
            </a:prstGeom>
            <a:noFill/>
          </p:spPr>
          <p:txBody>
            <a:bodyPr wrap="square" rtlCol="0">
              <a:spAutoFit/>
            </a:bodyPr>
            <a:lstStyle/>
            <a:p>
              <a:r>
                <a:rPr lang="zh-CN" altLang="en-US" sz="2000" b="1" dirty="0">
                  <a:solidFill>
                    <a:schemeClr val="tx1"/>
                  </a:solidFill>
                  <a:latin typeface="Arial Narrow" panose="020B0606020202030204" pitchFamily="34" charset="0"/>
                </a:rPr>
                <a:t>以太网交换机</a:t>
              </a:r>
              <a:endParaRPr lang="en-US" altLang="zh-CN" sz="2000" b="1" dirty="0">
                <a:solidFill>
                  <a:schemeClr val="tx1"/>
                </a:solidFill>
                <a:latin typeface="Arial Narrow" panose="020B0606020202030204" pitchFamily="34" charset="0"/>
              </a:endParaRPr>
            </a:p>
          </p:txBody>
        </p:sp>
      </p:grpSp>
      <p:sp>
        <p:nvSpPr>
          <p:cNvPr id="177" name="矩形 176">
            <a:extLst>
              <a:ext uri="{FF2B5EF4-FFF2-40B4-BE49-F238E27FC236}">
                <a16:creationId xmlns:a16="http://schemas.microsoft.com/office/drawing/2014/main" id="{4BC9E81E-83F3-4072-A94C-A24A3569F55C}"/>
              </a:ext>
            </a:extLst>
          </p:cNvPr>
          <p:cNvSpPr/>
          <p:nvPr/>
        </p:nvSpPr>
        <p:spPr>
          <a:xfrm>
            <a:off x="1056633" y="1335374"/>
            <a:ext cx="256976" cy="256976"/>
          </a:xfrm>
          <a:prstGeom prst="rect">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112" name="矩形 111">
            <a:extLst>
              <a:ext uri="{FF2B5EF4-FFF2-40B4-BE49-F238E27FC236}">
                <a16:creationId xmlns:a16="http://schemas.microsoft.com/office/drawing/2014/main" id="{5B00FCB7-2DB9-4ED4-B73B-6E7C30934974}"/>
              </a:ext>
            </a:extLst>
          </p:cNvPr>
          <p:cNvSpPr/>
          <p:nvPr/>
        </p:nvSpPr>
        <p:spPr>
          <a:xfrm>
            <a:off x="1482446" y="1800226"/>
            <a:ext cx="256976" cy="256976"/>
          </a:xfrm>
          <a:prstGeom prst="rect">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113" name="íşlïḍè">
            <a:extLst>
              <a:ext uri="{FF2B5EF4-FFF2-40B4-BE49-F238E27FC236}">
                <a16:creationId xmlns:a16="http://schemas.microsoft.com/office/drawing/2014/main" id="{28FD5908-1B1E-4BA0-814D-86F245367027}"/>
              </a:ext>
            </a:extLst>
          </p:cNvPr>
          <p:cNvSpPr txBox="1"/>
          <p:nvPr/>
        </p:nvSpPr>
        <p:spPr>
          <a:xfrm>
            <a:off x="1799674" y="1745904"/>
            <a:ext cx="10087526" cy="919190"/>
          </a:xfrm>
          <a:prstGeom prst="rect">
            <a:avLst/>
          </a:prstGeom>
          <a:noFill/>
        </p:spPr>
        <p:txBody>
          <a:bodyPr wrap="square" lIns="91440" tIns="45720" rIns="91440" bIns="45720" anchor="ctr">
            <a:noAutofit/>
          </a:bodyPr>
          <a:lstStyle/>
          <a:p>
            <a:r>
              <a:rPr lang="zh-CN" altLang="en-US" b="1" dirty="0">
                <a:latin typeface="Arial Narrow" panose="020B0606020202030204" pitchFamily="34" charset="0"/>
              </a:rPr>
              <a:t>当交换机的</a:t>
            </a:r>
            <a:r>
              <a:rPr lang="zh-CN" altLang="en-US" b="1" dirty="0">
                <a:solidFill>
                  <a:schemeClr val="accent1">
                    <a:lumMod val="75000"/>
                  </a:schemeClr>
                </a:solidFill>
                <a:latin typeface="Arial Narrow" panose="020B0606020202030204" pitchFamily="34" charset="0"/>
              </a:rPr>
              <a:t>接口与计算机或交换机连接</a:t>
            </a:r>
            <a:r>
              <a:rPr lang="zh-CN" altLang="en-US" b="1" dirty="0">
                <a:latin typeface="Arial Narrow" panose="020B0606020202030204" pitchFamily="34" charset="0"/>
              </a:rPr>
              <a:t>时，可以工作在</a:t>
            </a:r>
            <a:r>
              <a:rPr lang="zh-CN" altLang="en-US" b="1" dirty="0">
                <a:solidFill>
                  <a:schemeClr val="accent1">
                    <a:lumMod val="75000"/>
                  </a:schemeClr>
                </a:solidFill>
                <a:latin typeface="Arial Narrow" panose="020B0606020202030204" pitchFamily="34" charset="0"/>
              </a:rPr>
              <a:t>全双工方式</a:t>
            </a:r>
            <a:r>
              <a:rPr lang="zh-CN" altLang="en-US" b="1" dirty="0">
                <a:latin typeface="Arial Narrow" panose="020B0606020202030204" pitchFamily="34" charset="0"/>
              </a:rPr>
              <a:t>，并能</a:t>
            </a:r>
            <a:r>
              <a:rPr lang="zh-CN" altLang="en-US" b="1" dirty="0">
                <a:solidFill>
                  <a:schemeClr val="accent1">
                    <a:lumMod val="75000"/>
                  </a:schemeClr>
                </a:solidFill>
                <a:latin typeface="Arial Narrow" panose="020B0606020202030204" pitchFamily="34" charset="0"/>
              </a:rPr>
              <a:t>在自身内部同时连通多对接口</a:t>
            </a:r>
            <a:r>
              <a:rPr lang="zh-CN" altLang="en-US" b="1" dirty="0">
                <a:latin typeface="Arial Narrow" panose="020B0606020202030204" pitchFamily="34" charset="0"/>
              </a:rPr>
              <a:t>，使每一对相互通信的计算机都能像独占传输媒体那样，无碰撞地传输数据，这样就</a:t>
            </a:r>
            <a:r>
              <a:rPr lang="zh-CN" altLang="en-US" b="1" dirty="0">
                <a:solidFill>
                  <a:schemeClr val="accent1">
                    <a:lumMod val="75000"/>
                  </a:schemeClr>
                </a:solidFill>
                <a:latin typeface="Arial Narrow" panose="020B0606020202030204" pitchFamily="34" charset="0"/>
              </a:rPr>
              <a:t>不需要使用</a:t>
            </a:r>
            <a:r>
              <a:rPr lang="en-US" altLang="zh-CN" b="1" dirty="0">
                <a:solidFill>
                  <a:schemeClr val="accent1">
                    <a:lumMod val="75000"/>
                  </a:schemeClr>
                </a:solidFill>
                <a:latin typeface="Arial Narrow" panose="020B0606020202030204" pitchFamily="34" charset="0"/>
              </a:rPr>
              <a:t>CSMA/CD</a:t>
            </a:r>
            <a:r>
              <a:rPr lang="zh-CN" altLang="en-US" b="1" dirty="0">
                <a:solidFill>
                  <a:schemeClr val="accent1">
                    <a:lumMod val="75000"/>
                  </a:schemeClr>
                </a:solidFill>
                <a:latin typeface="Arial Narrow" panose="020B0606020202030204" pitchFamily="34" charset="0"/>
              </a:rPr>
              <a:t>协议</a:t>
            </a:r>
            <a:r>
              <a:rPr lang="zh-CN" altLang="en-US" b="1" dirty="0">
                <a:latin typeface="Arial Narrow" panose="020B0606020202030204" pitchFamily="34" charset="0"/>
              </a:rPr>
              <a:t>了。</a:t>
            </a:r>
          </a:p>
        </p:txBody>
      </p:sp>
      <p:grpSp>
        <p:nvGrpSpPr>
          <p:cNvPr id="26" name="组合 25">
            <a:extLst>
              <a:ext uri="{FF2B5EF4-FFF2-40B4-BE49-F238E27FC236}">
                <a16:creationId xmlns:a16="http://schemas.microsoft.com/office/drawing/2014/main" id="{9A9103E9-F0D5-4D24-B258-8A4367E0BB32}"/>
              </a:ext>
            </a:extLst>
          </p:cNvPr>
          <p:cNvGrpSpPr/>
          <p:nvPr/>
        </p:nvGrpSpPr>
        <p:grpSpPr>
          <a:xfrm>
            <a:off x="2618206" y="4372011"/>
            <a:ext cx="1480145" cy="400111"/>
            <a:chOff x="2618206" y="4161515"/>
            <a:chExt cx="1480145" cy="400111"/>
          </a:xfrm>
        </p:grpSpPr>
        <p:sp>
          <p:nvSpPr>
            <p:cNvPr id="178" name="íşlïḍè">
              <a:extLst>
                <a:ext uri="{FF2B5EF4-FFF2-40B4-BE49-F238E27FC236}">
                  <a16:creationId xmlns:a16="http://schemas.microsoft.com/office/drawing/2014/main" id="{0E588580-C72A-44E5-882F-88772CF8D42E}"/>
                </a:ext>
              </a:extLst>
            </p:cNvPr>
            <p:cNvSpPr txBox="1"/>
            <p:nvPr/>
          </p:nvSpPr>
          <p:spPr>
            <a:xfrm>
              <a:off x="2746551" y="4161515"/>
              <a:ext cx="1222556" cy="400111"/>
            </a:xfrm>
            <a:prstGeom prst="rect">
              <a:avLst/>
            </a:prstGeom>
            <a:noFill/>
          </p:spPr>
          <p:txBody>
            <a:bodyPr wrap="square" lIns="91440" tIns="45720" rIns="91440" bIns="45720" anchor="ctr">
              <a:noAutofit/>
            </a:bodyPr>
            <a:lstStyle/>
            <a:p>
              <a:pPr algn="ctr"/>
              <a:r>
                <a:rPr lang="zh-CN" altLang="en-US" b="1" dirty="0">
                  <a:latin typeface="Arial Narrow" panose="020B0606020202030204" pitchFamily="34" charset="0"/>
                </a:rPr>
                <a:t>内部连通</a:t>
              </a:r>
            </a:p>
          </p:txBody>
        </p:sp>
        <p:cxnSp>
          <p:nvCxnSpPr>
            <p:cNvPr id="19" name="直接箭头连接符 18">
              <a:extLst>
                <a:ext uri="{FF2B5EF4-FFF2-40B4-BE49-F238E27FC236}">
                  <a16:creationId xmlns:a16="http://schemas.microsoft.com/office/drawing/2014/main" id="{F4054617-FBEA-4EB0-BF06-5CB7FA745466}"/>
                </a:ext>
              </a:extLst>
            </p:cNvPr>
            <p:cNvCxnSpPr>
              <a:stCxn id="6" idx="3"/>
              <a:endCxn id="62" idx="1"/>
            </p:cNvCxnSpPr>
            <p:nvPr/>
          </p:nvCxnSpPr>
          <p:spPr>
            <a:xfrm>
              <a:off x="2618206" y="4164626"/>
              <a:ext cx="1480145" cy="0"/>
            </a:xfrm>
            <a:prstGeom prst="straightConnector1">
              <a:avLst/>
            </a:prstGeom>
            <a:ln w="25400">
              <a:solidFill>
                <a:schemeClr val="tx1"/>
              </a:solidFill>
              <a:prstDash val="dash"/>
              <a:headEnd type="triangle"/>
              <a:tailEnd type="triangle"/>
            </a:ln>
          </p:spPr>
          <p:style>
            <a:lnRef idx="1">
              <a:schemeClr val="accent1"/>
            </a:lnRef>
            <a:fillRef idx="0">
              <a:schemeClr val="accent1"/>
            </a:fillRef>
            <a:effectRef idx="0">
              <a:schemeClr val="accent1"/>
            </a:effectRef>
            <a:fontRef idx="minor">
              <a:schemeClr val="tx1"/>
            </a:fontRef>
          </p:style>
        </p:cxnSp>
      </p:grpSp>
      <p:sp>
        <p:nvSpPr>
          <p:cNvPr id="116" name="íşlïḍè">
            <a:extLst>
              <a:ext uri="{FF2B5EF4-FFF2-40B4-BE49-F238E27FC236}">
                <a16:creationId xmlns:a16="http://schemas.microsoft.com/office/drawing/2014/main" id="{166F68C7-2B6A-42B1-846B-BE8A00DD60E3}"/>
              </a:ext>
            </a:extLst>
          </p:cNvPr>
          <p:cNvSpPr txBox="1"/>
          <p:nvPr/>
        </p:nvSpPr>
        <p:spPr>
          <a:xfrm>
            <a:off x="1379652" y="1258679"/>
            <a:ext cx="8020119" cy="400111"/>
          </a:xfrm>
          <a:prstGeom prst="rect">
            <a:avLst/>
          </a:prstGeom>
          <a:noFill/>
        </p:spPr>
        <p:txBody>
          <a:bodyPr wrap="square" lIns="91440" tIns="45720" rIns="91440" bIns="45720" anchor="ctr">
            <a:noAutofit/>
          </a:bodyPr>
          <a:lstStyle/>
          <a:p>
            <a:r>
              <a:rPr lang="zh-CN" altLang="en-US" b="1" dirty="0">
                <a:latin typeface="Arial Narrow" panose="020B0606020202030204" pitchFamily="34" charset="0"/>
              </a:rPr>
              <a:t>交换机的每个接口可以连接</a:t>
            </a:r>
            <a:r>
              <a:rPr lang="zh-CN" altLang="en-US" b="1" dirty="0">
                <a:solidFill>
                  <a:schemeClr val="accent1">
                    <a:lumMod val="75000"/>
                  </a:schemeClr>
                </a:solidFill>
                <a:latin typeface="Arial Narrow" panose="020B0606020202030204" pitchFamily="34" charset="0"/>
              </a:rPr>
              <a:t>计算机</a:t>
            </a:r>
            <a:r>
              <a:rPr lang="zh-CN" altLang="en-US" b="1" dirty="0">
                <a:latin typeface="Arial Narrow" panose="020B0606020202030204" pitchFamily="34" charset="0"/>
              </a:rPr>
              <a:t>，也可以连接</a:t>
            </a:r>
            <a:r>
              <a:rPr lang="zh-CN" altLang="en-US" b="1" dirty="0">
                <a:solidFill>
                  <a:schemeClr val="accent1">
                    <a:lumMod val="75000"/>
                  </a:schemeClr>
                </a:solidFill>
                <a:latin typeface="Arial Narrow" panose="020B0606020202030204" pitchFamily="34" charset="0"/>
              </a:rPr>
              <a:t>集线器</a:t>
            </a:r>
            <a:r>
              <a:rPr lang="zh-CN" altLang="en-US" b="1" dirty="0">
                <a:latin typeface="Arial Narrow" panose="020B0606020202030204" pitchFamily="34" charset="0"/>
              </a:rPr>
              <a:t>或另一个</a:t>
            </a:r>
            <a:r>
              <a:rPr lang="zh-CN" altLang="en-US" b="1" dirty="0">
                <a:solidFill>
                  <a:schemeClr val="accent1">
                    <a:lumMod val="75000"/>
                  </a:schemeClr>
                </a:solidFill>
                <a:latin typeface="Arial Narrow" panose="020B0606020202030204" pitchFamily="34" charset="0"/>
              </a:rPr>
              <a:t>交换机</a:t>
            </a:r>
            <a:r>
              <a:rPr lang="zh-CN" altLang="en-US" b="1" dirty="0">
                <a:latin typeface="Arial Narrow" panose="020B0606020202030204" pitchFamily="34" charset="0"/>
              </a:rPr>
              <a:t>。</a:t>
            </a:r>
          </a:p>
        </p:txBody>
      </p:sp>
      <p:grpSp>
        <p:nvGrpSpPr>
          <p:cNvPr id="27" name="组合 26">
            <a:extLst>
              <a:ext uri="{FF2B5EF4-FFF2-40B4-BE49-F238E27FC236}">
                <a16:creationId xmlns:a16="http://schemas.microsoft.com/office/drawing/2014/main" id="{62B3ACA0-9739-4CA3-93E9-FA0DC2FC625B}"/>
              </a:ext>
            </a:extLst>
          </p:cNvPr>
          <p:cNvGrpSpPr/>
          <p:nvPr/>
        </p:nvGrpSpPr>
        <p:grpSpPr>
          <a:xfrm>
            <a:off x="2618206" y="5152002"/>
            <a:ext cx="1480145" cy="776879"/>
            <a:chOff x="2618206" y="4941506"/>
            <a:chExt cx="1480145" cy="776879"/>
          </a:xfrm>
        </p:grpSpPr>
        <p:cxnSp>
          <p:nvCxnSpPr>
            <p:cNvPr id="114" name="直接箭头连接符 113">
              <a:extLst>
                <a:ext uri="{FF2B5EF4-FFF2-40B4-BE49-F238E27FC236}">
                  <a16:creationId xmlns:a16="http://schemas.microsoft.com/office/drawing/2014/main" id="{93CC9B2D-BAC8-4B73-910D-3DCA3328A376}"/>
                </a:ext>
              </a:extLst>
            </p:cNvPr>
            <p:cNvCxnSpPr>
              <a:cxnSpLocks/>
              <a:stCxn id="61" idx="3"/>
              <a:endCxn id="63" idx="1"/>
            </p:cNvCxnSpPr>
            <p:nvPr/>
          </p:nvCxnSpPr>
          <p:spPr>
            <a:xfrm flipV="1">
              <a:off x="2618206" y="4941506"/>
              <a:ext cx="1480145" cy="776879"/>
            </a:xfrm>
            <a:prstGeom prst="straightConnector1">
              <a:avLst/>
            </a:prstGeom>
            <a:ln w="25400">
              <a:solidFill>
                <a:schemeClr val="tx1"/>
              </a:solidFill>
              <a:prstDash val="dash"/>
              <a:headEnd type="triangle"/>
              <a:tailEnd type="triangle"/>
            </a:ln>
          </p:spPr>
          <p:style>
            <a:lnRef idx="1">
              <a:schemeClr val="accent1"/>
            </a:lnRef>
            <a:fillRef idx="0">
              <a:schemeClr val="accent1"/>
            </a:fillRef>
            <a:effectRef idx="0">
              <a:schemeClr val="accent1"/>
            </a:effectRef>
            <a:fontRef idx="minor">
              <a:schemeClr val="tx1"/>
            </a:fontRef>
          </p:style>
        </p:cxnSp>
        <p:sp>
          <p:nvSpPr>
            <p:cNvPr id="117" name="íşlïḍè">
              <a:extLst>
                <a:ext uri="{FF2B5EF4-FFF2-40B4-BE49-F238E27FC236}">
                  <a16:creationId xmlns:a16="http://schemas.microsoft.com/office/drawing/2014/main" id="{ABD125AE-4823-4219-BC76-07E3D966BE03}"/>
                </a:ext>
              </a:extLst>
            </p:cNvPr>
            <p:cNvSpPr txBox="1"/>
            <p:nvPr/>
          </p:nvSpPr>
          <p:spPr>
            <a:xfrm rot="19942228">
              <a:off x="2796874" y="5290615"/>
              <a:ext cx="1222556" cy="400111"/>
            </a:xfrm>
            <a:prstGeom prst="rect">
              <a:avLst/>
            </a:prstGeom>
            <a:noFill/>
          </p:spPr>
          <p:txBody>
            <a:bodyPr wrap="square" lIns="91440" tIns="45720" rIns="91440" bIns="45720" anchor="ctr">
              <a:noAutofit/>
            </a:bodyPr>
            <a:lstStyle/>
            <a:p>
              <a:pPr algn="ctr"/>
              <a:r>
                <a:rPr lang="zh-CN" altLang="en-US" b="1" dirty="0">
                  <a:latin typeface="Arial Narrow" panose="020B0606020202030204" pitchFamily="34" charset="0"/>
                </a:rPr>
                <a:t>内部连通</a:t>
              </a:r>
            </a:p>
          </p:txBody>
        </p:sp>
      </p:grpSp>
      <p:grpSp>
        <p:nvGrpSpPr>
          <p:cNvPr id="28" name="组合 27">
            <a:extLst>
              <a:ext uri="{FF2B5EF4-FFF2-40B4-BE49-F238E27FC236}">
                <a16:creationId xmlns:a16="http://schemas.microsoft.com/office/drawing/2014/main" id="{FECACDDD-9486-413B-9262-FCD1EBB51C77}"/>
              </a:ext>
            </a:extLst>
          </p:cNvPr>
          <p:cNvGrpSpPr/>
          <p:nvPr/>
        </p:nvGrpSpPr>
        <p:grpSpPr>
          <a:xfrm>
            <a:off x="8976648" y="4115350"/>
            <a:ext cx="568055" cy="1264860"/>
            <a:chOff x="8976648" y="3904854"/>
            <a:chExt cx="568055" cy="1264860"/>
          </a:xfrm>
        </p:grpSpPr>
        <p:cxnSp>
          <p:nvCxnSpPr>
            <p:cNvPr id="23" name="连接符: 曲线 22">
              <a:extLst>
                <a:ext uri="{FF2B5EF4-FFF2-40B4-BE49-F238E27FC236}">
                  <a16:creationId xmlns:a16="http://schemas.microsoft.com/office/drawing/2014/main" id="{75F7611B-4ECD-487A-820F-FE1E1918B51F}"/>
                </a:ext>
              </a:extLst>
            </p:cNvPr>
            <p:cNvCxnSpPr>
              <a:stCxn id="51" idx="3"/>
              <a:endCxn id="58" idx="3"/>
            </p:cNvCxnSpPr>
            <p:nvPr/>
          </p:nvCxnSpPr>
          <p:spPr>
            <a:xfrm>
              <a:off x="8976648" y="4164626"/>
              <a:ext cx="12700" cy="776880"/>
            </a:xfrm>
            <a:prstGeom prst="curvedConnector3">
              <a:avLst>
                <a:gd name="adj1" fmla="val 1800000"/>
              </a:avLst>
            </a:prstGeom>
            <a:ln w="25400">
              <a:solidFill>
                <a:schemeClr val="tx1"/>
              </a:solidFill>
              <a:prstDash val="dash"/>
              <a:headEnd type="triangle"/>
              <a:tailEnd type="triangle"/>
            </a:ln>
          </p:spPr>
          <p:style>
            <a:lnRef idx="1">
              <a:schemeClr val="accent1"/>
            </a:lnRef>
            <a:fillRef idx="0">
              <a:schemeClr val="accent1"/>
            </a:fillRef>
            <a:effectRef idx="0">
              <a:schemeClr val="accent1"/>
            </a:effectRef>
            <a:fontRef idx="minor">
              <a:schemeClr val="tx1"/>
            </a:fontRef>
          </p:style>
        </p:cxnSp>
        <p:sp>
          <p:nvSpPr>
            <p:cNvPr id="119" name="íşlïḍè">
              <a:extLst>
                <a:ext uri="{FF2B5EF4-FFF2-40B4-BE49-F238E27FC236}">
                  <a16:creationId xmlns:a16="http://schemas.microsoft.com/office/drawing/2014/main" id="{992B10DE-2110-40E8-A2E4-F791A5858700}"/>
                </a:ext>
              </a:extLst>
            </p:cNvPr>
            <p:cNvSpPr txBox="1"/>
            <p:nvPr/>
          </p:nvSpPr>
          <p:spPr>
            <a:xfrm>
              <a:off x="9180762" y="3904854"/>
              <a:ext cx="363941" cy="1264860"/>
            </a:xfrm>
            <a:prstGeom prst="rect">
              <a:avLst/>
            </a:prstGeom>
            <a:noFill/>
          </p:spPr>
          <p:txBody>
            <a:bodyPr wrap="square" lIns="91440" tIns="45720" rIns="91440" bIns="45720" anchor="ctr">
              <a:noAutofit/>
            </a:bodyPr>
            <a:lstStyle/>
            <a:p>
              <a:pPr algn="ctr"/>
              <a:r>
                <a:rPr lang="zh-CN" altLang="en-US" b="1" dirty="0">
                  <a:latin typeface="Arial Narrow" panose="020B0606020202030204" pitchFamily="34" charset="0"/>
                </a:rPr>
                <a:t>内</a:t>
              </a:r>
              <a:endParaRPr lang="en-US" altLang="zh-CN" b="1" dirty="0">
                <a:latin typeface="Arial Narrow" panose="020B0606020202030204" pitchFamily="34" charset="0"/>
              </a:endParaRPr>
            </a:p>
            <a:p>
              <a:pPr algn="ctr"/>
              <a:r>
                <a:rPr lang="zh-CN" altLang="en-US" b="1" dirty="0">
                  <a:latin typeface="Arial Narrow" panose="020B0606020202030204" pitchFamily="34" charset="0"/>
                </a:rPr>
                <a:t>部</a:t>
              </a:r>
              <a:endParaRPr lang="en-US" altLang="zh-CN" b="1" dirty="0">
                <a:latin typeface="Arial Narrow" panose="020B0606020202030204" pitchFamily="34" charset="0"/>
              </a:endParaRPr>
            </a:p>
            <a:p>
              <a:pPr algn="ctr"/>
              <a:r>
                <a:rPr lang="zh-CN" altLang="en-US" b="1" dirty="0">
                  <a:latin typeface="Arial Narrow" panose="020B0606020202030204" pitchFamily="34" charset="0"/>
                </a:rPr>
                <a:t>连</a:t>
              </a:r>
              <a:endParaRPr lang="en-US" altLang="zh-CN" b="1" dirty="0">
                <a:latin typeface="Arial Narrow" panose="020B0606020202030204" pitchFamily="34" charset="0"/>
              </a:endParaRPr>
            </a:p>
            <a:p>
              <a:pPr algn="ctr"/>
              <a:r>
                <a:rPr lang="zh-CN" altLang="en-US" b="1" dirty="0">
                  <a:latin typeface="Arial Narrow" panose="020B0606020202030204" pitchFamily="34" charset="0"/>
                </a:rPr>
                <a:t>通</a:t>
              </a:r>
            </a:p>
          </p:txBody>
        </p:sp>
      </p:grpSp>
      <p:grpSp>
        <p:nvGrpSpPr>
          <p:cNvPr id="29" name="组合 28">
            <a:extLst>
              <a:ext uri="{FF2B5EF4-FFF2-40B4-BE49-F238E27FC236}">
                <a16:creationId xmlns:a16="http://schemas.microsoft.com/office/drawing/2014/main" id="{31590184-6B9F-492E-88B2-48850BBBDCC8}"/>
              </a:ext>
            </a:extLst>
          </p:cNvPr>
          <p:cNvGrpSpPr/>
          <p:nvPr/>
        </p:nvGrpSpPr>
        <p:grpSpPr>
          <a:xfrm>
            <a:off x="9872634" y="4375121"/>
            <a:ext cx="596859" cy="1553759"/>
            <a:chOff x="9872634" y="4164625"/>
            <a:chExt cx="596859" cy="1553759"/>
          </a:xfrm>
        </p:grpSpPr>
        <p:cxnSp>
          <p:nvCxnSpPr>
            <p:cNvPr id="115" name="连接符: 曲线 114">
              <a:extLst>
                <a:ext uri="{FF2B5EF4-FFF2-40B4-BE49-F238E27FC236}">
                  <a16:creationId xmlns:a16="http://schemas.microsoft.com/office/drawing/2014/main" id="{FC0EF825-7FD9-4C4D-93A9-95B424090E87}"/>
                </a:ext>
              </a:extLst>
            </p:cNvPr>
            <p:cNvCxnSpPr>
              <a:cxnSpLocks/>
              <a:stCxn id="65" idx="1"/>
              <a:endCxn id="68" idx="1"/>
            </p:cNvCxnSpPr>
            <p:nvPr/>
          </p:nvCxnSpPr>
          <p:spPr>
            <a:xfrm rot="10800000" flipV="1">
              <a:off x="10456793" y="4164625"/>
              <a:ext cx="12700" cy="1553759"/>
            </a:xfrm>
            <a:prstGeom prst="curvedConnector3">
              <a:avLst>
                <a:gd name="adj1" fmla="val 1800000"/>
              </a:avLst>
            </a:prstGeom>
            <a:ln w="25400">
              <a:solidFill>
                <a:schemeClr val="tx1"/>
              </a:solidFill>
              <a:prstDash val="dash"/>
              <a:headEnd type="triangle"/>
              <a:tailEnd type="triangle"/>
            </a:ln>
          </p:spPr>
          <p:style>
            <a:lnRef idx="1">
              <a:schemeClr val="accent1"/>
            </a:lnRef>
            <a:fillRef idx="0">
              <a:schemeClr val="accent1"/>
            </a:fillRef>
            <a:effectRef idx="0">
              <a:schemeClr val="accent1"/>
            </a:effectRef>
            <a:fontRef idx="minor">
              <a:schemeClr val="tx1"/>
            </a:fontRef>
          </p:style>
        </p:cxnSp>
        <p:sp>
          <p:nvSpPr>
            <p:cNvPr id="121" name="íşlïḍè">
              <a:extLst>
                <a:ext uri="{FF2B5EF4-FFF2-40B4-BE49-F238E27FC236}">
                  <a16:creationId xmlns:a16="http://schemas.microsoft.com/office/drawing/2014/main" id="{F7C29991-DCAB-4F4C-8EA3-1E1731E396AE}"/>
                </a:ext>
              </a:extLst>
            </p:cNvPr>
            <p:cNvSpPr txBox="1"/>
            <p:nvPr/>
          </p:nvSpPr>
          <p:spPr>
            <a:xfrm>
              <a:off x="9872634" y="4297308"/>
              <a:ext cx="363941" cy="1264860"/>
            </a:xfrm>
            <a:prstGeom prst="rect">
              <a:avLst/>
            </a:prstGeom>
            <a:noFill/>
          </p:spPr>
          <p:txBody>
            <a:bodyPr wrap="square" lIns="91440" tIns="45720" rIns="91440" bIns="45720" anchor="ctr">
              <a:noAutofit/>
            </a:bodyPr>
            <a:lstStyle/>
            <a:p>
              <a:pPr algn="ctr"/>
              <a:r>
                <a:rPr lang="zh-CN" altLang="en-US" b="1" dirty="0">
                  <a:latin typeface="Arial Narrow" panose="020B0606020202030204" pitchFamily="34" charset="0"/>
                </a:rPr>
                <a:t>内</a:t>
              </a:r>
              <a:endParaRPr lang="en-US" altLang="zh-CN" b="1" dirty="0">
                <a:latin typeface="Arial Narrow" panose="020B0606020202030204" pitchFamily="34" charset="0"/>
              </a:endParaRPr>
            </a:p>
            <a:p>
              <a:pPr algn="ctr"/>
              <a:r>
                <a:rPr lang="zh-CN" altLang="en-US" b="1" dirty="0">
                  <a:latin typeface="Arial Narrow" panose="020B0606020202030204" pitchFamily="34" charset="0"/>
                </a:rPr>
                <a:t>部</a:t>
              </a:r>
              <a:endParaRPr lang="en-US" altLang="zh-CN" b="1" dirty="0">
                <a:latin typeface="Arial Narrow" panose="020B0606020202030204" pitchFamily="34" charset="0"/>
              </a:endParaRPr>
            </a:p>
            <a:p>
              <a:pPr algn="ctr"/>
              <a:r>
                <a:rPr lang="zh-CN" altLang="en-US" b="1" dirty="0">
                  <a:latin typeface="Arial Narrow" panose="020B0606020202030204" pitchFamily="34" charset="0"/>
                </a:rPr>
                <a:t>连</a:t>
              </a:r>
              <a:endParaRPr lang="en-US" altLang="zh-CN" b="1" dirty="0">
                <a:latin typeface="Arial Narrow" panose="020B0606020202030204" pitchFamily="34" charset="0"/>
              </a:endParaRPr>
            </a:p>
            <a:p>
              <a:pPr algn="ctr"/>
              <a:r>
                <a:rPr lang="zh-CN" altLang="en-US" b="1" dirty="0">
                  <a:latin typeface="Arial Narrow" panose="020B0606020202030204" pitchFamily="34" charset="0"/>
                </a:rPr>
                <a:t>通</a:t>
              </a:r>
            </a:p>
          </p:txBody>
        </p:sp>
      </p:grpSp>
      <p:grpSp>
        <p:nvGrpSpPr>
          <p:cNvPr id="32" name="组合 31">
            <a:extLst>
              <a:ext uri="{FF2B5EF4-FFF2-40B4-BE49-F238E27FC236}">
                <a16:creationId xmlns:a16="http://schemas.microsoft.com/office/drawing/2014/main" id="{CE040556-850D-465B-8932-23674AE7A4B5}"/>
              </a:ext>
            </a:extLst>
          </p:cNvPr>
          <p:cNvGrpSpPr/>
          <p:nvPr/>
        </p:nvGrpSpPr>
        <p:grpSpPr>
          <a:xfrm>
            <a:off x="425451" y="3592794"/>
            <a:ext cx="11357339" cy="2792504"/>
            <a:chOff x="425451" y="3382298"/>
            <a:chExt cx="11357339" cy="2792504"/>
          </a:xfrm>
        </p:grpSpPr>
        <p:cxnSp>
          <p:nvCxnSpPr>
            <p:cNvPr id="44" name="直接连接符 43">
              <a:extLst>
                <a:ext uri="{FF2B5EF4-FFF2-40B4-BE49-F238E27FC236}">
                  <a16:creationId xmlns:a16="http://schemas.microsoft.com/office/drawing/2014/main" id="{5BD0293B-B0ED-4825-A00E-57DEC98FE623}"/>
                </a:ext>
              </a:extLst>
            </p:cNvPr>
            <p:cNvCxnSpPr>
              <a:cxnSpLocks/>
              <a:endCxn id="40" idx="3"/>
            </p:cNvCxnSpPr>
            <p:nvPr/>
          </p:nvCxnSpPr>
          <p:spPr>
            <a:xfrm flipH="1">
              <a:off x="904857" y="4893722"/>
              <a:ext cx="711951" cy="395007"/>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cxnSp>
          <p:nvCxnSpPr>
            <p:cNvPr id="41" name="直接连接符 40">
              <a:extLst>
                <a:ext uri="{FF2B5EF4-FFF2-40B4-BE49-F238E27FC236}">
                  <a16:creationId xmlns:a16="http://schemas.microsoft.com/office/drawing/2014/main" id="{530B2CAB-273D-4868-B56C-45C84BF6A5B1}"/>
                </a:ext>
              </a:extLst>
            </p:cNvPr>
            <p:cNvCxnSpPr>
              <a:cxnSpLocks/>
              <a:endCxn id="40" idx="1"/>
            </p:cNvCxnSpPr>
            <p:nvPr/>
          </p:nvCxnSpPr>
          <p:spPr>
            <a:xfrm flipH="1" flipV="1">
              <a:off x="904857" y="4617730"/>
              <a:ext cx="709883" cy="245104"/>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sp>
          <p:nvSpPr>
            <p:cNvPr id="5" name="矩形 4">
              <a:extLst>
                <a:ext uri="{FF2B5EF4-FFF2-40B4-BE49-F238E27FC236}">
                  <a16:creationId xmlns:a16="http://schemas.microsoft.com/office/drawing/2014/main" id="{7B8978FE-1594-481A-895C-14BD84DE8A91}"/>
                </a:ext>
              </a:extLst>
            </p:cNvPr>
            <p:cNvSpPr/>
            <p:nvPr/>
          </p:nvSpPr>
          <p:spPr>
            <a:xfrm>
              <a:off x="2335333" y="3708208"/>
              <a:ext cx="2045888" cy="2466594"/>
            </a:xfrm>
            <a:prstGeom prst="rect">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6" name="矩形 5">
              <a:extLst>
                <a:ext uri="{FF2B5EF4-FFF2-40B4-BE49-F238E27FC236}">
                  <a16:creationId xmlns:a16="http://schemas.microsoft.com/office/drawing/2014/main" id="{823793EE-D768-407B-B399-27618C4822AD}"/>
                </a:ext>
              </a:extLst>
            </p:cNvPr>
            <p:cNvSpPr/>
            <p:nvPr/>
          </p:nvSpPr>
          <p:spPr>
            <a:xfrm>
              <a:off x="2335333" y="4023189"/>
              <a:ext cx="282873" cy="282873"/>
            </a:xfrm>
            <a:prstGeom prst="rect">
              <a:avLst/>
            </a:prstGeom>
            <a:solidFill>
              <a:schemeClr val="bg2">
                <a:lumMod val="90000"/>
              </a:schemeClr>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CN" sz="2000" b="1" dirty="0">
                  <a:solidFill>
                    <a:schemeClr val="tx1"/>
                  </a:solidFill>
                  <a:latin typeface="Arial Black" panose="020B0A04020102020204" pitchFamily="34" charset="0"/>
                </a:rPr>
                <a:t>1</a:t>
              </a:r>
              <a:endParaRPr lang="zh-CN" altLang="en-US" sz="2000" b="1" dirty="0">
                <a:solidFill>
                  <a:schemeClr val="tx1"/>
                </a:solidFill>
                <a:latin typeface="Arial Black" panose="020B0A04020102020204" pitchFamily="34" charset="0"/>
              </a:endParaRPr>
            </a:p>
          </p:txBody>
        </p:sp>
        <p:sp>
          <p:nvSpPr>
            <p:cNvPr id="60" name="矩形 59">
              <a:extLst>
                <a:ext uri="{FF2B5EF4-FFF2-40B4-BE49-F238E27FC236}">
                  <a16:creationId xmlns:a16="http://schemas.microsoft.com/office/drawing/2014/main" id="{5C40A978-9743-4316-BAEF-8011F93BE09A}"/>
                </a:ext>
              </a:extLst>
            </p:cNvPr>
            <p:cNvSpPr/>
            <p:nvPr/>
          </p:nvSpPr>
          <p:spPr>
            <a:xfrm>
              <a:off x="2335333" y="4800069"/>
              <a:ext cx="282873" cy="282873"/>
            </a:xfrm>
            <a:prstGeom prst="rect">
              <a:avLst/>
            </a:prstGeom>
            <a:solidFill>
              <a:schemeClr val="bg2">
                <a:lumMod val="90000"/>
              </a:schemeClr>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CN" sz="2000" b="1" dirty="0">
                  <a:solidFill>
                    <a:schemeClr val="tx1"/>
                  </a:solidFill>
                  <a:latin typeface="Arial Black" panose="020B0A04020102020204" pitchFamily="34" charset="0"/>
                </a:rPr>
                <a:t>2</a:t>
              </a:r>
              <a:endParaRPr lang="zh-CN" altLang="en-US" sz="2000" b="1" dirty="0">
                <a:solidFill>
                  <a:schemeClr val="tx1"/>
                </a:solidFill>
                <a:latin typeface="Arial Black" panose="020B0A04020102020204" pitchFamily="34" charset="0"/>
              </a:endParaRPr>
            </a:p>
          </p:txBody>
        </p:sp>
        <p:sp>
          <p:nvSpPr>
            <p:cNvPr id="61" name="矩形 60">
              <a:extLst>
                <a:ext uri="{FF2B5EF4-FFF2-40B4-BE49-F238E27FC236}">
                  <a16:creationId xmlns:a16="http://schemas.microsoft.com/office/drawing/2014/main" id="{3D7DCE5C-0F8D-4F5F-886C-5445F2889D89}"/>
                </a:ext>
              </a:extLst>
            </p:cNvPr>
            <p:cNvSpPr/>
            <p:nvPr/>
          </p:nvSpPr>
          <p:spPr>
            <a:xfrm>
              <a:off x="2335333" y="5576948"/>
              <a:ext cx="282873" cy="282873"/>
            </a:xfrm>
            <a:prstGeom prst="rect">
              <a:avLst/>
            </a:prstGeom>
            <a:solidFill>
              <a:schemeClr val="bg2">
                <a:lumMod val="90000"/>
              </a:schemeClr>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CN" sz="2000" b="1" dirty="0">
                  <a:solidFill>
                    <a:schemeClr val="tx1"/>
                  </a:solidFill>
                  <a:latin typeface="Arial Black" panose="020B0A04020102020204" pitchFamily="34" charset="0"/>
                </a:rPr>
                <a:t>3</a:t>
              </a:r>
              <a:endParaRPr lang="zh-CN" altLang="en-US" sz="2000" b="1" dirty="0">
                <a:solidFill>
                  <a:schemeClr val="tx1"/>
                </a:solidFill>
                <a:latin typeface="Arial Black" panose="020B0A04020102020204" pitchFamily="34" charset="0"/>
              </a:endParaRPr>
            </a:p>
          </p:txBody>
        </p:sp>
        <p:sp>
          <p:nvSpPr>
            <p:cNvPr id="62" name="矩形 61">
              <a:extLst>
                <a:ext uri="{FF2B5EF4-FFF2-40B4-BE49-F238E27FC236}">
                  <a16:creationId xmlns:a16="http://schemas.microsoft.com/office/drawing/2014/main" id="{4D68483B-3692-4A74-BFA0-D4CA56C6A3DF}"/>
                </a:ext>
              </a:extLst>
            </p:cNvPr>
            <p:cNvSpPr/>
            <p:nvPr/>
          </p:nvSpPr>
          <p:spPr>
            <a:xfrm>
              <a:off x="4098351" y="4023189"/>
              <a:ext cx="282873" cy="282873"/>
            </a:xfrm>
            <a:prstGeom prst="rect">
              <a:avLst/>
            </a:prstGeom>
            <a:solidFill>
              <a:schemeClr val="bg2">
                <a:lumMod val="90000"/>
              </a:schemeClr>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CN" sz="2000" b="1" dirty="0">
                  <a:solidFill>
                    <a:schemeClr val="tx1"/>
                  </a:solidFill>
                  <a:latin typeface="Arial Black" panose="020B0A04020102020204" pitchFamily="34" charset="0"/>
                </a:rPr>
                <a:t>4</a:t>
              </a:r>
              <a:endParaRPr lang="zh-CN" altLang="en-US" sz="2000" b="1" dirty="0">
                <a:solidFill>
                  <a:schemeClr val="tx1"/>
                </a:solidFill>
                <a:latin typeface="Arial Black" panose="020B0A04020102020204" pitchFamily="34" charset="0"/>
              </a:endParaRPr>
            </a:p>
          </p:txBody>
        </p:sp>
        <p:sp>
          <p:nvSpPr>
            <p:cNvPr id="63" name="矩形 62">
              <a:extLst>
                <a:ext uri="{FF2B5EF4-FFF2-40B4-BE49-F238E27FC236}">
                  <a16:creationId xmlns:a16="http://schemas.microsoft.com/office/drawing/2014/main" id="{E4D5BCA6-FB4B-47AB-974D-9B122F626AFE}"/>
                </a:ext>
              </a:extLst>
            </p:cNvPr>
            <p:cNvSpPr/>
            <p:nvPr/>
          </p:nvSpPr>
          <p:spPr>
            <a:xfrm>
              <a:off x="4098351" y="4800069"/>
              <a:ext cx="282873" cy="282873"/>
            </a:xfrm>
            <a:prstGeom prst="rect">
              <a:avLst/>
            </a:prstGeom>
            <a:solidFill>
              <a:schemeClr val="bg2">
                <a:lumMod val="90000"/>
              </a:schemeClr>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CN" sz="2000" b="1" dirty="0">
                  <a:solidFill>
                    <a:schemeClr val="tx1"/>
                  </a:solidFill>
                  <a:latin typeface="Arial Black" panose="020B0A04020102020204" pitchFamily="34" charset="0"/>
                </a:rPr>
                <a:t>5</a:t>
              </a:r>
              <a:endParaRPr lang="zh-CN" altLang="en-US" sz="2000" b="1" dirty="0">
                <a:solidFill>
                  <a:schemeClr val="tx1"/>
                </a:solidFill>
                <a:latin typeface="Arial Black" panose="020B0A04020102020204" pitchFamily="34" charset="0"/>
              </a:endParaRPr>
            </a:p>
          </p:txBody>
        </p:sp>
        <p:sp>
          <p:nvSpPr>
            <p:cNvPr id="64" name="矩形 63">
              <a:extLst>
                <a:ext uri="{FF2B5EF4-FFF2-40B4-BE49-F238E27FC236}">
                  <a16:creationId xmlns:a16="http://schemas.microsoft.com/office/drawing/2014/main" id="{1A53BF14-2ABE-435A-B602-786EE722F28D}"/>
                </a:ext>
              </a:extLst>
            </p:cNvPr>
            <p:cNvSpPr/>
            <p:nvPr/>
          </p:nvSpPr>
          <p:spPr>
            <a:xfrm>
              <a:off x="4098351" y="5576948"/>
              <a:ext cx="282873" cy="282873"/>
            </a:xfrm>
            <a:prstGeom prst="rect">
              <a:avLst/>
            </a:prstGeom>
            <a:solidFill>
              <a:schemeClr val="bg2">
                <a:lumMod val="90000"/>
              </a:schemeClr>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CN" sz="2000" b="1" dirty="0">
                  <a:solidFill>
                    <a:schemeClr val="tx1"/>
                  </a:solidFill>
                  <a:latin typeface="Arial Black" panose="020B0A04020102020204" pitchFamily="34" charset="0"/>
                </a:rPr>
                <a:t>6</a:t>
              </a:r>
              <a:endParaRPr lang="zh-CN" altLang="en-US" sz="2000" b="1" dirty="0">
                <a:solidFill>
                  <a:schemeClr val="tx1"/>
                </a:solidFill>
                <a:latin typeface="Arial Black" panose="020B0A04020102020204" pitchFamily="34" charset="0"/>
              </a:endParaRPr>
            </a:p>
          </p:txBody>
        </p:sp>
        <p:cxnSp>
          <p:nvCxnSpPr>
            <p:cNvPr id="12" name="直接连接符 11">
              <a:extLst>
                <a:ext uri="{FF2B5EF4-FFF2-40B4-BE49-F238E27FC236}">
                  <a16:creationId xmlns:a16="http://schemas.microsoft.com/office/drawing/2014/main" id="{DBFA0F3A-71F2-4CFF-9848-003D93744202}"/>
                </a:ext>
              </a:extLst>
            </p:cNvPr>
            <p:cNvCxnSpPr>
              <a:cxnSpLocks/>
              <a:stCxn id="6" idx="1"/>
            </p:cNvCxnSpPr>
            <p:nvPr/>
          </p:nvCxnSpPr>
          <p:spPr>
            <a:xfrm flipH="1">
              <a:off x="1806511" y="4164626"/>
              <a:ext cx="528822" cy="0"/>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grpSp>
          <p:nvGrpSpPr>
            <p:cNvPr id="10" name="组合 9">
              <a:extLst>
                <a:ext uri="{FF2B5EF4-FFF2-40B4-BE49-F238E27FC236}">
                  <a16:creationId xmlns:a16="http://schemas.microsoft.com/office/drawing/2014/main" id="{63BC7B38-2CBC-4DF3-9610-16BEDF36A04D}"/>
                </a:ext>
              </a:extLst>
            </p:cNvPr>
            <p:cNvGrpSpPr/>
            <p:nvPr/>
          </p:nvGrpSpPr>
          <p:grpSpPr>
            <a:xfrm>
              <a:off x="1346499" y="3778069"/>
              <a:ext cx="536483" cy="537456"/>
              <a:chOff x="1294129" y="3886615"/>
              <a:chExt cx="536483" cy="537456"/>
            </a:xfrm>
          </p:grpSpPr>
          <p:pic>
            <p:nvPicPr>
              <p:cNvPr id="67" name="图形 10">
                <a:extLst>
                  <a:ext uri="{FF2B5EF4-FFF2-40B4-BE49-F238E27FC236}">
                    <a16:creationId xmlns:a16="http://schemas.microsoft.com/office/drawing/2014/main" id="{45F06463-8405-4563-A327-32BA2E1AEDAA}"/>
                  </a:ext>
                </a:extLst>
              </p:cNvPr>
              <p:cNvPicPr>
                <a:picLocks noChangeAspect="1"/>
              </p:cNvPicPr>
              <p:nvPr/>
            </p:nvPicPr>
            <p:blipFill>
              <a:blip r:embed="rId3">
                <a:extLst>
                  <a:ext uri="{28A0092B-C50C-407E-A947-70E740481C1C}">
                    <a14:useLocalDpi xmlns:a14="http://schemas.microsoft.com/office/drawing/2010/main" val="0"/>
                  </a:ext>
                  <a:ext uri="{96DAC541-7B7A-43D3-8B79-37D633B846F1}">
                    <asvg:svgBlip xmlns:asvg="http://schemas.microsoft.com/office/drawing/2016/SVG/main" r:embed="rId4"/>
                  </a:ext>
                </a:extLst>
              </a:blip>
              <a:stretch>
                <a:fillRect/>
              </a:stretch>
            </p:blipFill>
            <p:spPr>
              <a:xfrm>
                <a:off x="1294129" y="3905179"/>
                <a:ext cx="536483" cy="518892"/>
              </a:xfrm>
              <a:prstGeom prst="rect">
                <a:avLst/>
              </a:prstGeom>
            </p:spPr>
          </p:pic>
          <p:sp>
            <p:nvSpPr>
              <p:cNvPr id="9" name="文本框 8">
                <a:extLst>
                  <a:ext uri="{FF2B5EF4-FFF2-40B4-BE49-F238E27FC236}">
                    <a16:creationId xmlns:a16="http://schemas.microsoft.com/office/drawing/2014/main" id="{31B65486-C583-4300-B19F-A75330BD5614}"/>
                  </a:ext>
                </a:extLst>
              </p:cNvPr>
              <p:cNvSpPr txBox="1"/>
              <p:nvPr/>
            </p:nvSpPr>
            <p:spPr>
              <a:xfrm>
                <a:off x="1513103" y="3886615"/>
                <a:ext cx="282873" cy="369332"/>
              </a:xfrm>
              <a:prstGeom prst="rect">
                <a:avLst/>
              </a:prstGeom>
              <a:noFill/>
            </p:spPr>
            <p:txBody>
              <a:bodyPr wrap="square" rtlCol="0">
                <a:spAutoFit/>
              </a:bodyPr>
              <a:lstStyle/>
              <a:p>
                <a:pPr algn="ctr"/>
                <a:r>
                  <a:rPr lang="en-US" altLang="zh-CN" b="1" dirty="0">
                    <a:solidFill>
                      <a:schemeClr val="bg1"/>
                    </a:solidFill>
                  </a:rPr>
                  <a:t>A</a:t>
                </a:r>
                <a:endParaRPr lang="zh-CN" altLang="en-US" b="1" dirty="0">
                  <a:solidFill>
                    <a:schemeClr val="bg1"/>
                  </a:solidFill>
                </a:endParaRPr>
              </a:p>
            </p:txBody>
          </p:sp>
        </p:grpSp>
        <p:cxnSp>
          <p:nvCxnSpPr>
            <p:cNvPr id="73" name="直接连接符 72">
              <a:extLst>
                <a:ext uri="{FF2B5EF4-FFF2-40B4-BE49-F238E27FC236}">
                  <a16:creationId xmlns:a16="http://schemas.microsoft.com/office/drawing/2014/main" id="{115D7DEF-E6F9-46D1-BC58-EF5571FC17A3}"/>
                </a:ext>
              </a:extLst>
            </p:cNvPr>
            <p:cNvCxnSpPr>
              <a:cxnSpLocks/>
            </p:cNvCxnSpPr>
            <p:nvPr/>
          </p:nvCxnSpPr>
          <p:spPr>
            <a:xfrm flipH="1">
              <a:off x="4381221" y="4146474"/>
              <a:ext cx="528822" cy="0"/>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grpSp>
          <p:nvGrpSpPr>
            <p:cNvPr id="74" name="组合 73">
              <a:extLst>
                <a:ext uri="{FF2B5EF4-FFF2-40B4-BE49-F238E27FC236}">
                  <a16:creationId xmlns:a16="http://schemas.microsoft.com/office/drawing/2014/main" id="{FBE67127-FC0A-4B0D-82F5-7439870241B8}"/>
                </a:ext>
              </a:extLst>
            </p:cNvPr>
            <p:cNvGrpSpPr/>
            <p:nvPr/>
          </p:nvGrpSpPr>
          <p:grpSpPr>
            <a:xfrm>
              <a:off x="4887865" y="3784647"/>
              <a:ext cx="536483" cy="530878"/>
              <a:chOff x="1294129" y="3893193"/>
              <a:chExt cx="536483" cy="530878"/>
            </a:xfrm>
          </p:grpSpPr>
          <p:pic>
            <p:nvPicPr>
              <p:cNvPr id="75" name="图形 10">
                <a:extLst>
                  <a:ext uri="{FF2B5EF4-FFF2-40B4-BE49-F238E27FC236}">
                    <a16:creationId xmlns:a16="http://schemas.microsoft.com/office/drawing/2014/main" id="{C2B92D81-47FB-493F-811F-D1C9EAB26E6E}"/>
                  </a:ext>
                </a:extLst>
              </p:cNvPr>
              <p:cNvPicPr>
                <a:picLocks noChangeAspect="1"/>
              </p:cNvPicPr>
              <p:nvPr/>
            </p:nvPicPr>
            <p:blipFill>
              <a:blip r:embed="rId3">
                <a:extLst>
                  <a:ext uri="{28A0092B-C50C-407E-A947-70E740481C1C}">
                    <a14:useLocalDpi xmlns:a14="http://schemas.microsoft.com/office/drawing/2010/main" val="0"/>
                  </a:ext>
                  <a:ext uri="{96DAC541-7B7A-43D3-8B79-37D633B846F1}">
                    <asvg:svgBlip xmlns:asvg="http://schemas.microsoft.com/office/drawing/2016/SVG/main" r:embed="rId4"/>
                  </a:ext>
                </a:extLst>
              </a:blip>
              <a:stretch>
                <a:fillRect/>
              </a:stretch>
            </p:blipFill>
            <p:spPr>
              <a:xfrm>
                <a:off x="1294129" y="3905179"/>
                <a:ext cx="536483" cy="518892"/>
              </a:xfrm>
              <a:prstGeom prst="rect">
                <a:avLst/>
              </a:prstGeom>
            </p:spPr>
          </p:pic>
          <p:sp>
            <p:nvSpPr>
              <p:cNvPr id="76" name="文本框 75">
                <a:extLst>
                  <a:ext uri="{FF2B5EF4-FFF2-40B4-BE49-F238E27FC236}">
                    <a16:creationId xmlns:a16="http://schemas.microsoft.com/office/drawing/2014/main" id="{4442822F-FFA9-4D5F-A5B9-E192CDA19D6A}"/>
                  </a:ext>
                </a:extLst>
              </p:cNvPr>
              <p:cNvSpPr txBox="1"/>
              <p:nvPr/>
            </p:nvSpPr>
            <p:spPr>
              <a:xfrm>
                <a:off x="1513103" y="3893193"/>
                <a:ext cx="282873" cy="369332"/>
              </a:xfrm>
              <a:prstGeom prst="rect">
                <a:avLst/>
              </a:prstGeom>
              <a:noFill/>
            </p:spPr>
            <p:txBody>
              <a:bodyPr wrap="square" rtlCol="0">
                <a:spAutoFit/>
              </a:bodyPr>
              <a:lstStyle/>
              <a:p>
                <a:pPr algn="ctr"/>
                <a:r>
                  <a:rPr lang="en-US" altLang="zh-CN" b="1" dirty="0">
                    <a:solidFill>
                      <a:schemeClr val="bg1"/>
                    </a:solidFill>
                  </a:rPr>
                  <a:t>B</a:t>
                </a:r>
                <a:endParaRPr lang="zh-CN" altLang="en-US" b="1" dirty="0">
                  <a:solidFill>
                    <a:schemeClr val="bg1"/>
                  </a:solidFill>
                </a:endParaRPr>
              </a:p>
            </p:txBody>
          </p:sp>
        </p:grpSp>
        <p:cxnSp>
          <p:nvCxnSpPr>
            <p:cNvPr id="77" name="直接连接符 76">
              <a:extLst>
                <a:ext uri="{FF2B5EF4-FFF2-40B4-BE49-F238E27FC236}">
                  <a16:creationId xmlns:a16="http://schemas.microsoft.com/office/drawing/2014/main" id="{D5BE263A-D3ED-4FD3-8A96-0F9DD5E1AA52}"/>
                </a:ext>
              </a:extLst>
            </p:cNvPr>
            <p:cNvCxnSpPr>
              <a:cxnSpLocks/>
            </p:cNvCxnSpPr>
            <p:nvPr/>
          </p:nvCxnSpPr>
          <p:spPr>
            <a:xfrm flipH="1">
              <a:off x="4374128" y="4953229"/>
              <a:ext cx="528822" cy="0"/>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grpSp>
          <p:nvGrpSpPr>
            <p:cNvPr id="78" name="组合 77">
              <a:extLst>
                <a:ext uri="{FF2B5EF4-FFF2-40B4-BE49-F238E27FC236}">
                  <a16:creationId xmlns:a16="http://schemas.microsoft.com/office/drawing/2014/main" id="{1EA99009-D328-411E-A10D-5FA9ECDB9CA0}"/>
                </a:ext>
              </a:extLst>
            </p:cNvPr>
            <p:cNvGrpSpPr/>
            <p:nvPr/>
          </p:nvGrpSpPr>
          <p:grpSpPr>
            <a:xfrm>
              <a:off x="4880772" y="4603388"/>
              <a:ext cx="536483" cy="518892"/>
              <a:chOff x="1294129" y="3905179"/>
              <a:chExt cx="536483" cy="518892"/>
            </a:xfrm>
          </p:grpSpPr>
          <p:pic>
            <p:nvPicPr>
              <p:cNvPr id="79" name="图形 10">
                <a:extLst>
                  <a:ext uri="{FF2B5EF4-FFF2-40B4-BE49-F238E27FC236}">
                    <a16:creationId xmlns:a16="http://schemas.microsoft.com/office/drawing/2014/main" id="{1C0E463B-3EB1-486A-9E01-44D1FF6D89D3}"/>
                  </a:ext>
                </a:extLst>
              </p:cNvPr>
              <p:cNvPicPr>
                <a:picLocks noChangeAspect="1"/>
              </p:cNvPicPr>
              <p:nvPr/>
            </p:nvPicPr>
            <p:blipFill>
              <a:blip r:embed="rId3">
                <a:extLst>
                  <a:ext uri="{28A0092B-C50C-407E-A947-70E740481C1C}">
                    <a14:useLocalDpi xmlns:a14="http://schemas.microsoft.com/office/drawing/2010/main" val="0"/>
                  </a:ext>
                  <a:ext uri="{96DAC541-7B7A-43D3-8B79-37D633B846F1}">
                    <asvg:svgBlip xmlns:asvg="http://schemas.microsoft.com/office/drawing/2016/SVG/main" r:embed="rId4"/>
                  </a:ext>
                </a:extLst>
              </a:blip>
              <a:stretch>
                <a:fillRect/>
              </a:stretch>
            </p:blipFill>
            <p:spPr>
              <a:xfrm>
                <a:off x="1294129" y="3905179"/>
                <a:ext cx="536483" cy="518892"/>
              </a:xfrm>
              <a:prstGeom prst="rect">
                <a:avLst/>
              </a:prstGeom>
            </p:spPr>
          </p:pic>
          <p:sp>
            <p:nvSpPr>
              <p:cNvPr id="80" name="文本框 79">
                <a:extLst>
                  <a:ext uri="{FF2B5EF4-FFF2-40B4-BE49-F238E27FC236}">
                    <a16:creationId xmlns:a16="http://schemas.microsoft.com/office/drawing/2014/main" id="{9A5553E3-E24C-43E5-AD1D-F04A9945A7DA}"/>
                  </a:ext>
                </a:extLst>
              </p:cNvPr>
              <p:cNvSpPr txBox="1"/>
              <p:nvPr/>
            </p:nvSpPr>
            <p:spPr>
              <a:xfrm>
                <a:off x="1513103" y="3906349"/>
                <a:ext cx="282873" cy="369332"/>
              </a:xfrm>
              <a:prstGeom prst="rect">
                <a:avLst/>
              </a:prstGeom>
              <a:noFill/>
            </p:spPr>
            <p:txBody>
              <a:bodyPr wrap="square" rtlCol="0">
                <a:spAutoFit/>
              </a:bodyPr>
              <a:lstStyle/>
              <a:p>
                <a:pPr algn="ctr"/>
                <a:r>
                  <a:rPr lang="en-US" altLang="zh-CN" b="1" dirty="0">
                    <a:solidFill>
                      <a:schemeClr val="bg1"/>
                    </a:solidFill>
                  </a:rPr>
                  <a:t>C</a:t>
                </a:r>
                <a:endParaRPr lang="zh-CN" altLang="en-US" b="1" dirty="0">
                  <a:solidFill>
                    <a:schemeClr val="bg1"/>
                  </a:solidFill>
                </a:endParaRPr>
              </a:p>
            </p:txBody>
          </p:sp>
        </p:grpSp>
        <p:cxnSp>
          <p:nvCxnSpPr>
            <p:cNvPr id="81" name="直接连接符 80">
              <a:extLst>
                <a:ext uri="{FF2B5EF4-FFF2-40B4-BE49-F238E27FC236}">
                  <a16:creationId xmlns:a16="http://schemas.microsoft.com/office/drawing/2014/main" id="{1DE18D0D-FA84-468C-88EC-0894FBE0A472}"/>
                </a:ext>
              </a:extLst>
            </p:cNvPr>
            <p:cNvCxnSpPr>
              <a:cxnSpLocks/>
            </p:cNvCxnSpPr>
            <p:nvPr/>
          </p:nvCxnSpPr>
          <p:spPr>
            <a:xfrm flipH="1">
              <a:off x="1799674" y="5725455"/>
              <a:ext cx="528822" cy="0"/>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grpSp>
          <p:nvGrpSpPr>
            <p:cNvPr id="82" name="组合 81">
              <a:extLst>
                <a:ext uri="{FF2B5EF4-FFF2-40B4-BE49-F238E27FC236}">
                  <a16:creationId xmlns:a16="http://schemas.microsoft.com/office/drawing/2014/main" id="{39E8F369-ACAF-4BD0-9787-2A00718106C4}"/>
                </a:ext>
              </a:extLst>
            </p:cNvPr>
            <p:cNvGrpSpPr/>
            <p:nvPr/>
          </p:nvGrpSpPr>
          <p:grpSpPr>
            <a:xfrm>
              <a:off x="1339662" y="5338898"/>
              <a:ext cx="536483" cy="537456"/>
              <a:chOff x="1294129" y="3886615"/>
              <a:chExt cx="536483" cy="537456"/>
            </a:xfrm>
          </p:grpSpPr>
          <p:pic>
            <p:nvPicPr>
              <p:cNvPr id="83" name="图形 10">
                <a:extLst>
                  <a:ext uri="{FF2B5EF4-FFF2-40B4-BE49-F238E27FC236}">
                    <a16:creationId xmlns:a16="http://schemas.microsoft.com/office/drawing/2014/main" id="{2AED5D4D-D322-49AC-8726-DDFA26108309}"/>
                  </a:ext>
                </a:extLst>
              </p:cNvPr>
              <p:cNvPicPr>
                <a:picLocks noChangeAspect="1"/>
              </p:cNvPicPr>
              <p:nvPr/>
            </p:nvPicPr>
            <p:blipFill>
              <a:blip r:embed="rId3">
                <a:extLst>
                  <a:ext uri="{28A0092B-C50C-407E-A947-70E740481C1C}">
                    <a14:useLocalDpi xmlns:a14="http://schemas.microsoft.com/office/drawing/2010/main" val="0"/>
                  </a:ext>
                  <a:ext uri="{96DAC541-7B7A-43D3-8B79-37D633B846F1}">
                    <asvg:svgBlip xmlns:asvg="http://schemas.microsoft.com/office/drawing/2016/SVG/main" r:embed="rId4"/>
                  </a:ext>
                </a:extLst>
              </a:blip>
              <a:stretch>
                <a:fillRect/>
              </a:stretch>
            </p:blipFill>
            <p:spPr>
              <a:xfrm>
                <a:off x="1294129" y="3905179"/>
                <a:ext cx="536483" cy="518892"/>
              </a:xfrm>
              <a:prstGeom prst="rect">
                <a:avLst/>
              </a:prstGeom>
            </p:spPr>
          </p:pic>
          <p:sp>
            <p:nvSpPr>
              <p:cNvPr id="84" name="文本框 83">
                <a:extLst>
                  <a:ext uri="{FF2B5EF4-FFF2-40B4-BE49-F238E27FC236}">
                    <a16:creationId xmlns:a16="http://schemas.microsoft.com/office/drawing/2014/main" id="{D6E8AB40-1534-4F9B-A4B5-1E0C383C7042}"/>
                  </a:ext>
                </a:extLst>
              </p:cNvPr>
              <p:cNvSpPr txBox="1"/>
              <p:nvPr/>
            </p:nvSpPr>
            <p:spPr>
              <a:xfrm>
                <a:off x="1513103" y="3886615"/>
                <a:ext cx="282873" cy="369332"/>
              </a:xfrm>
              <a:prstGeom prst="rect">
                <a:avLst/>
              </a:prstGeom>
              <a:noFill/>
            </p:spPr>
            <p:txBody>
              <a:bodyPr wrap="square" rtlCol="0">
                <a:spAutoFit/>
              </a:bodyPr>
              <a:lstStyle/>
              <a:p>
                <a:pPr algn="ctr"/>
                <a:r>
                  <a:rPr lang="en-US" altLang="zh-CN" b="1" dirty="0">
                    <a:solidFill>
                      <a:schemeClr val="bg1"/>
                    </a:solidFill>
                  </a:rPr>
                  <a:t>D</a:t>
                </a:r>
                <a:endParaRPr lang="zh-CN" altLang="en-US" b="1" dirty="0">
                  <a:solidFill>
                    <a:schemeClr val="bg1"/>
                  </a:solidFill>
                </a:endParaRPr>
              </a:p>
            </p:txBody>
          </p:sp>
        </p:grpSp>
        <p:cxnSp>
          <p:nvCxnSpPr>
            <p:cNvPr id="86" name="直接连接符 85">
              <a:extLst>
                <a:ext uri="{FF2B5EF4-FFF2-40B4-BE49-F238E27FC236}">
                  <a16:creationId xmlns:a16="http://schemas.microsoft.com/office/drawing/2014/main" id="{A2853C4D-6C9A-499F-9DD6-045299199F56}"/>
                </a:ext>
              </a:extLst>
            </p:cNvPr>
            <p:cNvCxnSpPr>
              <a:cxnSpLocks/>
            </p:cNvCxnSpPr>
            <p:nvPr/>
          </p:nvCxnSpPr>
          <p:spPr>
            <a:xfrm flipH="1">
              <a:off x="1799674" y="4939637"/>
              <a:ext cx="528822" cy="0"/>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pic>
          <p:nvPicPr>
            <p:cNvPr id="85" name="图片 84" descr="文本&#10;&#10;描述已自动生成">
              <a:extLst>
                <a:ext uri="{FF2B5EF4-FFF2-40B4-BE49-F238E27FC236}">
                  <a16:creationId xmlns:a16="http://schemas.microsoft.com/office/drawing/2014/main" id="{70E70716-9E8A-43F0-943D-21B08245D05A}"/>
                </a:ext>
              </a:extLst>
            </p:cNvPr>
            <p:cNvPicPr>
              <a:picLocks noChangeAspect="1"/>
            </p:cNvPicPr>
            <p:nvPr/>
          </p:nvPicPr>
          <p:blipFill>
            <a:blip r:embed="rId5">
              <a:extLst>
                <a:ext uri="{28A0092B-C50C-407E-A947-70E740481C1C}">
                  <a14:useLocalDpi xmlns:a14="http://schemas.microsoft.com/office/drawing/2010/main" val="0"/>
                </a:ext>
              </a:extLst>
            </a:blip>
            <a:stretch>
              <a:fillRect/>
            </a:stretch>
          </p:blipFill>
          <p:spPr>
            <a:xfrm>
              <a:off x="1369325" y="4709561"/>
              <a:ext cx="490830" cy="460153"/>
            </a:xfrm>
            <a:prstGeom prst="rect">
              <a:avLst/>
            </a:prstGeom>
          </p:spPr>
        </p:pic>
        <p:pic>
          <p:nvPicPr>
            <p:cNvPr id="88" name="图形 10">
              <a:extLst>
                <a:ext uri="{FF2B5EF4-FFF2-40B4-BE49-F238E27FC236}">
                  <a16:creationId xmlns:a16="http://schemas.microsoft.com/office/drawing/2014/main" id="{9A735D0C-D582-4648-9C59-3465ACE371CC}"/>
                </a:ext>
              </a:extLst>
            </p:cNvPr>
            <p:cNvPicPr>
              <a:picLocks noChangeAspect="1"/>
            </p:cNvPicPr>
            <p:nvPr/>
          </p:nvPicPr>
          <p:blipFill>
            <a:blip r:embed="rId3">
              <a:extLst>
                <a:ext uri="{28A0092B-C50C-407E-A947-70E740481C1C}">
                  <a14:useLocalDpi xmlns:a14="http://schemas.microsoft.com/office/drawing/2010/main" val="0"/>
                </a:ext>
                <a:ext uri="{96DAC541-7B7A-43D3-8B79-37D633B846F1}">
                  <asvg:svgBlip xmlns:asvg="http://schemas.microsoft.com/office/drawing/2016/SVG/main" r:embed="rId4"/>
                </a:ext>
              </a:extLst>
            </a:blip>
            <a:stretch>
              <a:fillRect/>
            </a:stretch>
          </p:blipFill>
          <p:spPr>
            <a:xfrm>
              <a:off x="474990" y="4281177"/>
              <a:ext cx="536483" cy="518892"/>
            </a:xfrm>
            <a:prstGeom prst="rect">
              <a:avLst/>
            </a:prstGeom>
          </p:spPr>
        </p:pic>
        <p:sp>
          <p:nvSpPr>
            <p:cNvPr id="40" name="文本框 39">
              <a:extLst>
                <a:ext uri="{FF2B5EF4-FFF2-40B4-BE49-F238E27FC236}">
                  <a16:creationId xmlns:a16="http://schemas.microsoft.com/office/drawing/2014/main" id="{5BE75A74-4982-4F68-BD03-7BBCFFABCFF4}"/>
                </a:ext>
              </a:extLst>
            </p:cNvPr>
            <p:cNvSpPr txBox="1"/>
            <p:nvPr/>
          </p:nvSpPr>
          <p:spPr>
            <a:xfrm rot="5400000">
              <a:off x="569357" y="4768563"/>
              <a:ext cx="670999" cy="369332"/>
            </a:xfrm>
            <a:prstGeom prst="rect">
              <a:avLst/>
            </a:prstGeom>
            <a:noFill/>
          </p:spPr>
          <p:txBody>
            <a:bodyPr wrap="square" rtlCol="0">
              <a:spAutoFit/>
            </a:bodyPr>
            <a:lstStyle/>
            <a:p>
              <a:pPr algn="ctr"/>
              <a:r>
                <a:rPr lang="en-US" altLang="zh-CN" b="1" dirty="0">
                  <a:latin typeface="+mn-ea"/>
                </a:rPr>
                <a:t>…</a:t>
              </a:r>
              <a:endParaRPr lang="zh-CN" altLang="en-US" b="1" dirty="0">
                <a:latin typeface="+mn-ea"/>
              </a:endParaRPr>
            </a:p>
          </p:txBody>
        </p:sp>
        <p:sp>
          <p:nvSpPr>
            <p:cNvPr id="47" name="íşlïḍè">
              <a:extLst>
                <a:ext uri="{FF2B5EF4-FFF2-40B4-BE49-F238E27FC236}">
                  <a16:creationId xmlns:a16="http://schemas.microsoft.com/office/drawing/2014/main" id="{CE9ECE2D-481B-403C-8226-78E1015AAC29}"/>
                </a:ext>
              </a:extLst>
            </p:cNvPr>
            <p:cNvSpPr txBox="1"/>
            <p:nvPr/>
          </p:nvSpPr>
          <p:spPr>
            <a:xfrm>
              <a:off x="2335330" y="3382298"/>
              <a:ext cx="2052727" cy="319332"/>
            </a:xfrm>
            <a:prstGeom prst="rect">
              <a:avLst/>
            </a:prstGeom>
            <a:noFill/>
          </p:spPr>
          <p:txBody>
            <a:bodyPr wrap="square" lIns="91440" tIns="45720" rIns="91440" bIns="45720" anchor="ctr">
              <a:noAutofit/>
            </a:bodyPr>
            <a:lstStyle/>
            <a:p>
              <a:pPr algn="ctr"/>
              <a:r>
                <a:rPr lang="zh-CN" altLang="en-US" b="1" dirty="0">
                  <a:latin typeface="Arial Narrow" panose="020B0606020202030204" pitchFamily="34" charset="0"/>
                </a:rPr>
                <a:t>交换机</a:t>
              </a:r>
              <a:r>
                <a:rPr lang="en-US" altLang="zh-CN" b="1" dirty="0">
                  <a:latin typeface="Arial Narrow" panose="020B0606020202030204" pitchFamily="34" charset="0"/>
                </a:rPr>
                <a:t>1</a:t>
              </a:r>
              <a:endParaRPr lang="zh-CN" altLang="en-US" b="1" dirty="0">
                <a:latin typeface="Arial Narrow" panose="020B0606020202030204" pitchFamily="34" charset="0"/>
              </a:endParaRPr>
            </a:p>
          </p:txBody>
        </p:sp>
        <p:sp>
          <p:nvSpPr>
            <p:cNvPr id="50" name="矩形 49">
              <a:extLst>
                <a:ext uri="{FF2B5EF4-FFF2-40B4-BE49-F238E27FC236}">
                  <a16:creationId xmlns:a16="http://schemas.microsoft.com/office/drawing/2014/main" id="{39F943B1-A8B6-4240-9B16-2EF652DE17AB}"/>
                </a:ext>
              </a:extLst>
            </p:cNvPr>
            <p:cNvSpPr/>
            <p:nvPr/>
          </p:nvSpPr>
          <p:spPr>
            <a:xfrm>
              <a:off x="8693775" y="3708208"/>
              <a:ext cx="2045888" cy="2466594"/>
            </a:xfrm>
            <a:prstGeom prst="rect">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51" name="矩形 50">
              <a:extLst>
                <a:ext uri="{FF2B5EF4-FFF2-40B4-BE49-F238E27FC236}">
                  <a16:creationId xmlns:a16="http://schemas.microsoft.com/office/drawing/2014/main" id="{E91D1F6E-10CC-4E03-BFA6-4753D7E645C6}"/>
                </a:ext>
              </a:extLst>
            </p:cNvPr>
            <p:cNvSpPr/>
            <p:nvPr/>
          </p:nvSpPr>
          <p:spPr>
            <a:xfrm>
              <a:off x="8693775" y="4023189"/>
              <a:ext cx="282873" cy="282873"/>
            </a:xfrm>
            <a:prstGeom prst="rect">
              <a:avLst/>
            </a:prstGeom>
            <a:solidFill>
              <a:schemeClr val="bg2">
                <a:lumMod val="90000"/>
              </a:schemeClr>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CN" sz="2000" b="1" dirty="0">
                  <a:solidFill>
                    <a:schemeClr val="tx1"/>
                  </a:solidFill>
                  <a:latin typeface="Arial Black" panose="020B0A04020102020204" pitchFamily="34" charset="0"/>
                </a:rPr>
                <a:t>1</a:t>
              </a:r>
              <a:endParaRPr lang="zh-CN" altLang="en-US" sz="2000" b="1" dirty="0">
                <a:solidFill>
                  <a:schemeClr val="tx1"/>
                </a:solidFill>
                <a:latin typeface="Arial Black" panose="020B0A04020102020204" pitchFamily="34" charset="0"/>
              </a:endParaRPr>
            </a:p>
          </p:txBody>
        </p:sp>
        <p:sp>
          <p:nvSpPr>
            <p:cNvPr id="58" name="矩形 57">
              <a:extLst>
                <a:ext uri="{FF2B5EF4-FFF2-40B4-BE49-F238E27FC236}">
                  <a16:creationId xmlns:a16="http://schemas.microsoft.com/office/drawing/2014/main" id="{8659FEA0-5940-431E-9AE4-6ED0A939036F}"/>
                </a:ext>
              </a:extLst>
            </p:cNvPr>
            <p:cNvSpPr/>
            <p:nvPr/>
          </p:nvSpPr>
          <p:spPr>
            <a:xfrm>
              <a:off x="8693775" y="4800069"/>
              <a:ext cx="282873" cy="282873"/>
            </a:xfrm>
            <a:prstGeom prst="rect">
              <a:avLst/>
            </a:prstGeom>
            <a:solidFill>
              <a:schemeClr val="bg2">
                <a:lumMod val="90000"/>
              </a:schemeClr>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CN" sz="2000" b="1" dirty="0">
                  <a:solidFill>
                    <a:schemeClr val="tx1"/>
                  </a:solidFill>
                  <a:latin typeface="Arial Black" panose="020B0A04020102020204" pitchFamily="34" charset="0"/>
                </a:rPr>
                <a:t>2</a:t>
              </a:r>
              <a:endParaRPr lang="zh-CN" altLang="en-US" sz="2000" b="1" dirty="0">
                <a:solidFill>
                  <a:schemeClr val="tx1"/>
                </a:solidFill>
                <a:latin typeface="Arial Black" panose="020B0A04020102020204" pitchFamily="34" charset="0"/>
              </a:endParaRPr>
            </a:p>
          </p:txBody>
        </p:sp>
        <p:sp>
          <p:nvSpPr>
            <p:cNvPr id="59" name="矩形 58">
              <a:extLst>
                <a:ext uri="{FF2B5EF4-FFF2-40B4-BE49-F238E27FC236}">
                  <a16:creationId xmlns:a16="http://schemas.microsoft.com/office/drawing/2014/main" id="{D2CE76F7-91C6-4E7C-812D-8745F2663158}"/>
                </a:ext>
              </a:extLst>
            </p:cNvPr>
            <p:cNvSpPr/>
            <p:nvPr/>
          </p:nvSpPr>
          <p:spPr>
            <a:xfrm>
              <a:off x="8693775" y="5576948"/>
              <a:ext cx="282873" cy="282873"/>
            </a:xfrm>
            <a:prstGeom prst="rect">
              <a:avLst/>
            </a:prstGeom>
            <a:solidFill>
              <a:schemeClr val="bg2">
                <a:lumMod val="90000"/>
              </a:schemeClr>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CN" sz="2000" b="1" dirty="0">
                  <a:solidFill>
                    <a:schemeClr val="tx1"/>
                  </a:solidFill>
                  <a:latin typeface="Arial Black" panose="020B0A04020102020204" pitchFamily="34" charset="0"/>
                </a:rPr>
                <a:t>3</a:t>
              </a:r>
              <a:endParaRPr lang="zh-CN" altLang="en-US" sz="2000" b="1" dirty="0">
                <a:solidFill>
                  <a:schemeClr val="tx1"/>
                </a:solidFill>
                <a:latin typeface="Arial Black" panose="020B0A04020102020204" pitchFamily="34" charset="0"/>
              </a:endParaRPr>
            </a:p>
          </p:txBody>
        </p:sp>
        <p:sp>
          <p:nvSpPr>
            <p:cNvPr id="65" name="矩形 64">
              <a:extLst>
                <a:ext uri="{FF2B5EF4-FFF2-40B4-BE49-F238E27FC236}">
                  <a16:creationId xmlns:a16="http://schemas.microsoft.com/office/drawing/2014/main" id="{D1FC2637-75B0-41BB-B3A7-B04146DC8E1E}"/>
                </a:ext>
              </a:extLst>
            </p:cNvPr>
            <p:cNvSpPr/>
            <p:nvPr/>
          </p:nvSpPr>
          <p:spPr>
            <a:xfrm>
              <a:off x="10456793" y="4023189"/>
              <a:ext cx="282873" cy="282873"/>
            </a:xfrm>
            <a:prstGeom prst="rect">
              <a:avLst/>
            </a:prstGeom>
            <a:solidFill>
              <a:schemeClr val="bg2">
                <a:lumMod val="90000"/>
              </a:schemeClr>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CN" sz="2000" b="1" dirty="0">
                  <a:solidFill>
                    <a:schemeClr val="tx1"/>
                  </a:solidFill>
                  <a:latin typeface="Arial Black" panose="020B0A04020102020204" pitchFamily="34" charset="0"/>
                </a:rPr>
                <a:t>4</a:t>
              </a:r>
              <a:endParaRPr lang="zh-CN" altLang="en-US" sz="2000" b="1" dirty="0">
                <a:solidFill>
                  <a:schemeClr val="tx1"/>
                </a:solidFill>
                <a:latin typeface="Arial Black" panose="020B0A04020102020204" pitchFamily="34" charset="0"/>
              </a:endParaRPr>
            </a:p>
          </p:txBody>
        </p:sp>
        <p:sp>
          <p:nvSpPr>
            <p:cNvPr id="66" name="矩形 65">
              <a:extLst>
                <a:ext uri="{FF2B5EF4-FFF2-40B4-BE49-F238E27FC236}">
                  <a16:creationId xmlns:a16="http://schemas.microsoft.com/office/drawing/2014/main" id="{A64F2398-89C2-45BA-A493-D3052E2C8BF2}"/>
                </a:ext>
              </a:extLst>
            </p:cNvPr>
            <p:cNvSpPr/>
            <p:nvPr/>
          </p:nvSpPr>
          <p:spPr>
            <a:xfrm>
              <a:off x="10456793" y="4800069"/>
              <a:ext cx="282873" cy="282873"/>
            </a:xfrm>
            <a:prstGeom prst="rect">
              <a:avLst/>
            </a:prstGeom>
            <a:solidFill>
              <a:schemeClr val="bg2">
                <a:lumMod val="90000"/>
              </a:schemeClr>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CN" sz="2000" b="1" dirty="0">
                  <a:solidFill>
                    <a:schemeClr val="tx1"/>
                  </a:solidFill>
                  <a:latin typeface="Arial Black" panose="020B0A04020102020204" pitchFamily="34" charset="0"/>
                </a:rPr>
                <a:t>5</a:t>
              </a:r>
              <a:endParaRPr lang="zh-CN" altLang="en-US" sz="2000" b="1" dirty="0">
                <a:solidFill>
                  <a:schemeClr val="tx1"/>
                </a:solidFill>
                <a:latin typeface="Arial Black" panose="020B0A04020102020204" pitchFamily="34" charset="0"/>
              </a:endParaRPr>
            </a:p>
          </p:txBody>
        </p:sp>
        <p:sp>
          <p:nvSpPr>
            <p:cNvPr id="68" name="矩形 67">
              <a:extLst>
                <a:ext uri="{FF2B5EF4-FFF2-40B4-BE49-F238E27FC236}">
                  <a16:creationId xmlns:a16="http://schemas.microsoft.com/office/drawing/2014/main" id="{01171603-B5D8-418F-8CA4-AC646CD1CBFF}"/>
                </a:ext>
              </a:extLst>
            </p:cNvPr>
            <p:cNvSpPr/>
            <p:nvPr/>
          </p:nvSpPr>
          <p:spPr>
            <a:xfrm>
              <a:off x="10456793" y="5576948"/>
              <a:ext cx="282873" cy="282873"/>
            </a:xfrm>
            <a:prstGeom prst="rect">
              <a:avLst/>
            </a:prstGeom>
            <a:solidFill>
              <a:schemeClr val="bg2">
                <a:lumMod val="90000"/>
              </a:schemeClr>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CN" sz="2000" b="1" dirty="0">
                  <a:solidFill>
                    <a:schemeClr val="tx1"/>
                  </a:solidFill>
                  <a:latin typeface="Arial Black" panose="020B0A04020102020204" pitchFamily="34" charset="0"/>
                </a:rPr>
                <a:t>6</a:t>
              </a:r>
              <a:endParaRPr lang="zh-CN" altLang="en-US" sz="2000" b="1" dirty="0">
                <a:solidFill>
                  <a:schemeClr val="tx1"/>
                </a:solidFill>
                <a:latin typeface="Arial Black" panose="020B0A04020102020204" pitchFamily="34" charset="0"/>
              </a:endParaRPr>
            </a:p>
          </p:txBody>
        </p:sp>
        <p:cxnSp>
          <p:nvCxnSpPr>
            <p:cNvPr id="69" name="直接连接符 68">
              <a:extLst>
                <a:ext uri="{FF2B5EF4-FFF2-40B4-BE49-F238E27FC236}">
                  <a16:creationId xmlns:a16="http://schemas.microsoft.com/office/drawing/2014/main" id="{09C61A9B-67B1-414B-8956-F5364361FE6D}"/>
                </a:ext>
              </a:extLst>
            </p:cNvPr>
            <p:cNvCxnSpPr>
              <a:cxnSpLocks/>
              <a:stCxn id="51" idx="1"/>
            </p:cNvCxnSpPr>
            <p:nvPr/>
          </p:nvCxnSpPr>
          <p:spPr>
            <a:xfrm flipH="1">
              <a:off x="8164953" y="4164626"/>
              <a:ext cx="528822" cy="0"/>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grpSp>
          <p:nvGrpSpPr>
            <p:cNvPr id="70" name="组合 69">
              <a:extLst>
                <a:ext uri="{FF2B5EF4-FFF2-40B4-BE49-F238E27FC236}">
                  <a16:creationId xmlns:a16="http://schemas.microsoft.com/office/drawing/2014/main" id="{149125E7-9CB8-4907-8446-D0623405D475}"/>
                </a:ext>
              </a:extLst>
            </p:cNvPr>
            <p:cNvGrpSpPr/>
            <p:nvPr/>
          </p:nvGrpSpPr>
          <p:grpSpPr>
            <a:xfrm>
              <a:off x="7704941" y="3791225"/>
              <a:ext cx="536483" cy="524300"/>
              <a:chOff x="1294129" y="3899771"/>
              <a:chExt cx="536483" cy="524300"/>
            </a:xfrm>
          </p:grpSpPr>
          <p:pic>
            <p:nvPicPr>
              <p:cNvPr id="71" name="图形 10">
                <a:extLst>
                  <a:ext uri="{FF2B5EF4-FFF2-40B4-BE49-F238E27FC236}">
                    <a16:creationId xmlns:a16="http://schemas.microsoft.com/office/drawing/2014/main" id="{6F9B41C5-B2BE-4DFE-B782-38D1C38CF96B}"/>
                  </a:ext>
                </a:extLst>
              </p:cNvPr>
              <p:cNvPicPr>
                <a:picLocks noChangeAspect="1"/>
              </p:cNvPicPr>
              <p:nvPr/>
            </p:nvPicPr>
            <p:blipFill>
              <a:blip r:embed="rId3">
                <a:extLst>
                  <a:ext uri="{28A0092B-C50C-407E-A947-70E740481C1C}">
                    <a14:useLocalDpi xmlns:a14="http://schemas.microsoft.com/office/drawing/2010/main" val="0"/>
                  </a:ext>
                  <a:ext uri="{96DAC541-7B7A-43D3-8B79-37D633B846F1}">
                    <asvg:svgBlip xmlns:asvg="http://schemas.microsoft.com/office/drawing/2016/SVG/main" r:embed="rId4"/>
                  </a:ext>
                </a:extLst>
              </a:blip>
              <a:stretch>
                <a:fillRect/>
              </a:stretch>
            </p:blipFill>
            <p:spPr>
              <a:xfrm>
                <a:off x="1294129" y="3905179"/>
                <a:ext cx="536483" cy="518892"/>
              </a:xfrm>
              <a:prstGeom prst="rect">
                <a:avLst/>
              </a:prstGeom>
            </p:spPr>
          </p:pic>
          <p:sp>
            <p:nvSpPr>
              <p:cNvPr id="72" name="文本框 71">
                <a:extLst>
                  <a:ext uri="{FF2B5EF4-FFF2-40B4-BE49-F238E27FC236}">
                    <a16:creationId xmlns:a16="http://schemas.microsoft.com/office/drawing/2014/main" id="{E174E632-514B-40EC-BBC6-74BA6422CCDC}"/>
                  </a:ext>
                </a:extLst>
              </p:cNvPr>
              <p:cNvSpPr txBox="1"/>
              <p:nvPr/>
            </p:nvSpPr>
            <p:spPr>
              <a:xfrm>
                <a:off x="1513103" y="3899771"/>
                <a:ext cx="282873" cy="369332"/>
              </a:xfrm>
              <a:prstGeom prst="rect">
                <a:avLst/>
              </a:prstGeom>
              <a:noFill/>
            </p:spPr>
            <p:txBody>
              <a:bodyPr wrap="square" rtlCol="0">
                <a:spAutoFit/>
              </a:bodyPr>
              <a:lstStyle/>
              <a:p>
                <a:pPr algn="ctr"/>
                <a:r>
                  <a:rPr lang="en-US" altLang="zh-CN" b="1" dirty="0">
                    <a:solidFill>
                      <a:schemeClr val="bg1"/>
                    </a:solidFill>
                  </a:rPr>
                  <a:t>F</a:t>
                </a:r>
                <a:endParaRPr lang="zh-CN" altLang="en-US" b="1" dirty="0">
                  <a:solidFill>
                    <a:schemeClr val="bg1"/>
                  </a:solidFill>
                </a:endParaRPr>
              </a:p>
            </p:txBody>
          </p:sp>
        </p:grpSp>
        <p:cxnSp>
          <p:nvCxnSpPr>
            <p:cNvPr id="87" name="直接连接符 86">
              <a:extLst>
                <a:ext uri="{FF2B5EF4-FFF2-40B4-BE49-F238E27FC236}">
                  <a16:creationId xmlns:a16="http://schemas.microsoft.com/office/drawing/2014/main" id="{5DD2A7E9-FB59-4AA8-9E81-D236C207148B}"/>
                </a:ext>
              </a:extLst>
            </p:cNvPr>
            <p:cNvCxnSpPr>
              <a:cxnSpLocks/>
            </p:cNvCxnSpPr>
            <p:nvPr/>
          </p:nvCxnSpPr>
          <p:spPr>
            <a:xfrm flipH="1">
              <a:off x="10739663" y="4146474"/>
              <a:ext cx="528822" cy="0"/>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grpSp>
          <p:nvGrpSpPr>
            <p:cNvPr id="89" name="组合 88">
              <a:extLst>
                <a:ext uri="{FF2B5EF4-FFF2-40B4-BE49-F238E27FC236}">
                  <a16:creationId xmlns:a16="http://schemas.microsoft.com/office/drawing/2014/main" id="{B97EF925-C4D4-4606-B9AB-7351355175BC}"/>
                </a:ext>
              </a:extLst>
            </p:cNvPr>
            <p:cNvGrpSpPr/>
            <p:nvPr/>
          </p:nvGrpSpPr>
          <p:grpSpPr>
            <a:xfrm>
              <a:off x="11246307" y="3784647"/>
              <a:ext cx="536483" cy="530878"/>
              <a:chOff x="1294129" y="3893193"/>
              <a:chExt cx="536483" cy="530878"/>
            </a:xfrm>
          </p:grpSpPr>
          <p:pic>
            <p:nvPicPr>
              <p:cNvPr id="91" name="图形 10">
                <a:extLst>
                  <a:ext uri="{FF2B5EF4-FFF2-40B4-BE49-F238E27FC236}">
                    <a16:creationId xmlns:a16="http://schemas.microsoft.com/office/drawing/2014/main" id="{94A93396-3D04-4F43-8F90-0A8B1D8D56F8}"/>
                  </a:ext>
                </a:extLst>
              </p:cNvPr>
              <p:cNvPicPr>
                <a:picLocks noChangeAspect="1"/>
              </p:cNvPicPr>
              <p:nvPr/>
            </p:nvPicPr>
            <p:blipFill>
              <a:blip r:embed="rId3">
                <a:extLst>
                  <a:ext uri="{28A0092B-C50C-407E-A947-70E740481C1C}">
                    <a14:useLocalDpi xmlns:a14="http://schemas.microsoft.com/office/drawing/2010/main" val="0"/>
                  </a:ext>
                  <a:ext uri="{96DAC541-7B7A-43D3-8B79-37D633B846F1}">
                    <asvg:svgBlip xmlns:asvg="http://schemas.microsoft.com/office/drawing/2016/SVG/main" r:embed="rId4"/>
                  </a:ext>
                </a:extLst>
              </a:blip>
              <a:stretch>
                <a:fillRect/>
              </a:stretch>
            </p:blipFill>
            <p:spPr>
              <a:xfrm>
                <a:off x="1294129" y="3905179"/>
                <a:ext cx="536483" cy="518892"/>
              </a:xfrm>
              <a:prstGeom prst="rect">
                <a:avLst/>
              </a:prstGeom>
            </p:spPr>
          </p:pic>
          <p:sp>
            <p:nvSpPr>
              <p:cNvPr id="92" name="文本框 91">
                <a:extLst>
                  <a:ext uri="{FF2B5EF4-FFF2-40B4-BE49-F238E27FC236}">
                    <a16:creationId xmlns:a16="http://schemas.microsoft.com/office/drawing/2014/main" id="{8844F2EE-F11D-4E1D-870F-D623613041CC}"/>
                  </a:ext>
                </a:extLst>
              </p:cNvPr>
              <p:cNvSpPr txBox="1"/>
              <p:nvPr/>
            </p:nvSpPr>
            <p:spPr>
              <a:xfrm>
                <a:off x="1513103" y="3893193"/>
                <a:ext cx="282873" cy="369332"/>
              </a:xfrm>
              <a:prstGeom prst="rect">
                <a:avLst/>
              </a:prstGeom>
              <a:noFill/>
            </p:spPr>
            <p:txBody>
              <a:bodyPr wrap="square" rtlCol="0">
                <a:spAutoFit/>
              </a:bodyPr>
              <a:lstStyle/>
              <a:p>
                <a:pPr algn="ctr"/>
                <a:r>
                  <a:rPr lang="en-US" altLang="zh-CN" b="1" dirty="0">
                    <a:solidFill>
                      <a:schemeClr val="bg1"/>
                    </a:solidFill>
                  </a:rPr>
                  <a:t>H</a:t>
                </a:r>
                <a:endParaRPr lang="zh-CN" altLang="en-US" b="1" dirty="0">
                  <a:solidFill>
                    <a:schemeClr val="bg1"/>
                  </a:solidFill>
                </a:endParaRPr>
              </a:p>
            </p:txBody>
          </p:sp>
        </p:grpSp>
        <p:cxnSp>
          <p:nvCxnSpPr>
            <p:cNvPr id="93" name="直接连接符 92">
              <a:extLst>
                <a:ext uri="{FF2B5EF4-FFF2-40B4-BE49-F238E27FC236}">
                  <a16:creationId xmlns:a16="http://schemas.microsoft.com/office/drawing/2014/main" id="{EE2C3CC0-EB90-4FB7-B696-463942A4E6E5}"/>
                </a:ext>
              </a:extLst>
            </p:cNvPr>
            <p:cNvCxnSpPr>
              <a:cxnSpLocks/>
            </p:cNvCxnSpPr>
            <p:nvPr/>
          </p:nvCxnSpPr>
          <p:spPr>
            <a:xfrm flipH="1">
              <a:off x="10732570" y="4953229"/>
              <a:ext cx="528822" cy="0"/>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grpSp>
          <p:nvGrpSpPr>
            <p:cNvPr id="94" name="组合 93">
              <a:extLst>
                <a:ext uri="{FF2B5EF4-FFF2-40B4-BE49-F238E27FC236}">
                  <a16:creationId xmlns:a16="http://schemas.microsoft.com/office/drawing/2014/main" id="{DD0FBA59-EF3A-40B9-9177-579D9605168D}"/>
                </a:ext>
              </a:extLst>
            </p:cNvPr>
            <p:cNvGrpSpPr/>
            <p:nvPr/>
          </p:nvGrpSpPr>
          <p:grpSpPr>
            <a:xfrm>
              <a:off x="11239214" y="4603388"/>
              <a:ext cx="536483" cy="518892"/>
              <a:chOff x="1294129" y="3905179"/>
              <a:chExt cx="536483" cy="518892"/>
            </a:xfrm>
          </p:grpSpPr>
          <p:pic>
            <p:nvPicPr>
              <p:cNvPr id="95" name="图形 10">
                <a:extLst>
                  <a:ext uri="{FF2B5EF4-FFF2-40B4-BE49-F238E27FC236}">
                    <a16:creationId xmlns:a16="http://schemas.microsoft.com/office/drawing/2014/main" id="{427E0358-C44B-4B22-83E2-9B24B668ED75}"/>
                  </a:ext>
                </a:extLst>
              </p:cNvPr>
              <p:cNvPicPr>
                <a:picLocks noChangeAspect="1"/>
              </p:cNvPicPr>
              <p:nvPr/>
            </p:nvPicPr>
            <p:blipFill>
              <a:blip r:embed="rId3">
                <a:extLst>
                  <a:ext uri="{28A0092B-C50C-407E-A947-70E740481C1C}">
                    <a14:useLocalDpi xmlns:a14="http://schemas.microsoft.com/office/drawing/2010/main" val="0"/>
                  </a:ext>
                  <a:ext uri="{96DAC541-7B7A-43D3-8B79-37D633B846F1}">
                    <asvg:svgBlip xmlns:asvg="http://schemas.microsoft.com/office/drawing/2016/SVG/main" r:embed="rId4"/>
                  </a:ext>
                </a:extLst>
              </a:blip>
              <a:stretch>
                <a:fillRect/>
              </a:stretch>
            </p:blipFill>
            <p:spPr>
              <a:xfrm>
                <a:off x="1294129" y="3905179"/>
                <a:ext cx="536483" cy="518892"/>
              </a:xfrm>
              <a:prstGeom prst="rect">
                <a:avLst/>
              </a:prstGeom>
            </p:spPr>
          </p:pic>
          <p:sp>
            <p:nvSpPr>
              <p:cNvPr id="96" name="文本框 95">
                <a:extLst>
                  <a:ext uri="{FF2B5EF4-FFF2-40B4-BE49-F238E27FC236}">
                    <a16:creationId xmlns:a16="http://schemas.microsoft.com/office/drawing/2014/main" id="{AA9F18FE-BB50-45F0-94CB-1AD9E6508A19}"/>
                  </a:ext>
                </a:extLst>
              </p:cNvPr>
              <p:cNvSpPr txBox="1"/>
              <p:nvPr/>
            </p:nvSpPr>
            <p:spPr>
              <a:xfrm>
                <a:off x="1513103" y="3906349"/>
                <a:ext cx="282873" cy="369332"/>
              </a:xfrm>
              <a:prstGeom prst="rect">
                <a:avLst/>
              </a:prstGeom>
              <a:noFill/>
            </p:spPr>
            <p:txBody>
              <a:bodyPr wrap="square" rtlCol="0">
                <a:spAutoFit/>
              </a:bodyPr>
              <a:lstStyle/>
              <a:p>
                <a:pPr algn="ctr"/>
                <a:r>
                  <a:rPr lang="en-US" altLang="zh-CN" b="1" dirty="0">
                    <a:solidFill>
                      <a:schemeClr val="bg1"/>
                    </a:solidFill>
                  </a:rPr>
                  <a:t>I</a:t>
                </a:r>
                <a:endParaRPr lang="zh-CN" altLang="en-US" b="1" dirty="0">
                  <a:solidFill>
                    <a:schemeClr val="bg1"/>
                  </a:solidFill>
                </a:endParaRPr>
              </a:p>
            </p:txBody>
          </p:sp>
        </p:grpSp>
        <p:cxnSp>
          <p:nvCxnSpPr>
            <p:cNvPr id="97" name="直接连接符 96">
              <a:extLst>
                <a:ext uri="{FF2B5EF4-FFF2-40B4-BE49-F238E27FC236}">
                  <a16:creationId xmlns:a16="http://schemas.microsoft.com/office/drawing/2014/main" id="{7C8153E2-CD24-4B3B-BDAA-AD8E8724FF23}"/>
                </a:ext>
              </a:extLst>
            </p:cNvPr>
            <p:cNvCxnSpPr>
              <a:cxnSpLocks/>
              <a:endCxn id="64" idx="3"/>
            </p:cNvCxnSpPr>
            <p:nvPr/>
          </p:nvCxnSpPr>
          <p:spPr>
            <a:xfrm flipH="1" flipV="1">
              <a:off x="4381224" y="5718385"/>
              <a:ext cx="4305714" cy="7070"/>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grpSp>
          <p:nvGrpSpPr>
            <p:cNvPr id="98" name="组合 97">
              <a:extLst>
                <a:ext uri="{FF2B5EF4-FFF2-40B4-BE49-F238E27FC236}">
                  <a16:creationId xmlns:a16="http://schemas.microsoft.com/office/drawing/2014/main" id="{76602AB4-CBF5-4AA7-AD9D-A03071D39F75}"/>
                </a:ext>
              </a:extLst>
            </p:cNvPr>
            <p:cNvGrpSpPr/>
            <p:nvPr/>
          </p:nvGrpSpPr>
          <p:grpSpPr>
            <a:xfrm>
              <a:off x="11243869" y="5372273"/>
              <a:ext cx="536483" cy="518892"/>
              <a:chOff x="1294129" y="3753877"/>
              <a:chExt cx="536483" cy="518892"/>
            </a:xfrm>
          </p:grpSpPr>
          <p:pic>
            <p:nvPicPr>
              <p:cNvPr id="99" name="图形 10">
                <a:extLst>
                  <a:ext uri="{FF2B5EF4-FFF2-40B4-BE49-F238E27FC236}">
                    <a16:creationId xmlns:a16="http://schemas.microsoft.com/office/drawing/2014/main" id="{F638B41B-567A-43CA-BFFC-9EF26752722E}"/>
                  </a:ext>
                </a:extLst>
              </p:cNvPr>
              <p:cNvPicPr>
                <a:picLocks noChangeAspect="1"/>
              </p:cNvPicPr>
              <p:nvPr/>
            </p:nvPicPr>
            <p:blipFill>
              <a:blip r:embed="rId3">
                <a:extLst>
                  <a:ext uri="{28A0092B-C50C-407E-A947-70E740481C1C}">
                    <a14:useLocalDpi xmlns:a14="http://schemas.microsoft.com/office/drawing/2010/main" val="0"/>
                  </a:ext>
                  <a:ext uri="{96DAC541-7B7A-43D3-8B79-37D633B846F1}">
                    <asvg:svgBlip xmlns:asvg="http://schemas.microsoft.com/office/drawing/2016/SVG/main" r:embed="rId4"/>
                  </a:ext>
                </a:extLst>
              </a:blip>
              <a:stretch>
                <a:fillRect/>
              </a:stretch>
            </p:blipFill>
            <p:spPr>
              <a:xfrm>
                <a:off x="1294129" y="3753877"/>
                <a:ext cx="536483" cy="518892"/>
              </a:xfrm>
              <a:prstGeom prst="rect">
                <a:avLst/>
              </a:prstGeom>
            </p:spPr>
          </p:pic>
          <p:sp>
            <p:nvSpPr>
              <p:cNvPr id="100" name="文本框 99">
                <a:extLst>
                  <a:ext uri="{FF2B5EF4-FFF2-40B4-BE49-F238E27FC236}">
                    <a16:creationId xmlns:a16="http://schemas.microsoft.com/office/drawing/2014/main" id="{22E0AD4B-E407-4164-9872-B82EB9CA9F1E}"/>
                  </a:ext>
                </a:extLst>
              </p:cNvPr>
              <p:cNvSpPr txBox="1"/>
              <p:nvPr/>
            </p:nvSpPr>
            <p:spPr>
              <a:xfrm>
                <a:off x="1513103" y="3755050"/>
                <a:ext cx="282873" cy="369332"/>
              </a:xfrm>
              <a:prstGeom prst="rect">
                <a:avLst/>
              </a:prstGeom>
              <a:noFill/>
            </p:spPr>
            <p:txBody>
              <a:bodyPr wrap="square" rtlCol="0">
                <a:spAutoFit/>
              </a:bodyPr>
              <a:lstStyle/>
              <a:p>
                <a:pPr algn="ctr"/>
                <a:r>
                  <a:rPr lang="en-US" altLang="zh-CN" b="1" dirty="0">
                    <a:solidFill>
                      <a:schemeClr val="bg1"/>
                    </a:solidFill>
                  </a:rPr>
                  <a:t>J</a:t>
                </a:r>
                <a:endParaRPr lang="zh-CN" altLang="en-US" b="1" dirty="0">
                  <a:solidFill>
                    <a:schemeClr val="bg1"/>
                  </a:solidFill>
                </a:endParaRPr>
              </a:p>
            </p:txBody>
          </p:sp>
        </p:grpSp>
        <p:cxnSp>
          <p:nvCxnSpPr>
            <p:cNvPr id="101" name="直接连接符 100">
              <a:extLst>
                <a:ext uri="{FF2B5EF4-FFF2-40B4-BE49-F238E27FC236}">
                  <a16:creationId xmlns:a16="http://schemas.microsoft.com/office/drawing/2014/main" id="{4DECAC7D-103F-42BD-AFE3-8DB32557DD6D}"/>
                </a:ext>
              </a:extLst>
            </p:cNvPr>
            <p:cNvCxnSpPr>
              <a:cxnSpLocks/>
            </p:cNvCxnSpPr>
            <p:nvPr/>
          </p:nvCxnSpPr>
          <p:spPr>
            <a:xfrm flipH="1">
              <a:off x="8158116" y="4939637"/>
              <a:ext cx="528822" cy="0"/>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sp>
          <p:nvSpPr>
            <p:cNvPr id="106" name="íşlïḍè">
              <a:extLst>
                <a:ext uri="{FF2B5EF4-FFF2-40B4-BE49-F238E27FC236}">
                  <a16:creationId xmlns:a16="http://schemas.microsoft.com/office/drawing/2014/main" id="{680DB2F0-D92A-473C-A9A3-CF976EDDCCC4}"/>
                </a:ext>
              </a:extLst>
            </p:cNvPr>
            <p:cNvSpPr txBox="1"/>
            <p:nvPr/>
          </p:nvSpPr>
          <p:spPr>
            <a:xfrm>
              <a:off x="1109485" y="4405559"/>
              <a:ext cx="996235" cy="319332"/>
            </a:xfrm>
            <a:prstGeom prst="rect">
              <a:avLst/>
            </a:prstGeom>
            <a:noFill/>
          </p:spPr>
          <p:txBody>
            <a:bodyPr wrap="square" lIns="91440" tIns="45720" rIns="91440" bIns="45720" anchor="ctr">
              <a:noAutofit/>
            </a:bodyPr>
            <a:lstStyle/>
            <a:p>
              <a:pPr algn="ctr"/>
              <a:r>
                <a:rPr lang="zh-CN" altLang="en-US" b="1" dirty="0">
                  <a:latin typeface="Arial Narrow" panose="020B0606020202030204" pitchFamily="34" charset="0"/>
                </a:rPr>
                <a:t>集线器</a:t>
              </a:r>
            </a:p>
          </p:txBody>
        </p:sp>
        <p:grpSp>
          <p:nvGrpSpPr>
            <p:cNvPr id="107" name="组合 106">
              <a:extLst>
                <a:ext uri="{FF2B5EF4-FFF2-40B4-BE49-F238E27FC236}">
                  <a16:creationId xmlns:a16="http://schemas.microsoft.com/office/drawing/2014/main" id="{E6151C3C-E19A-4BA9-B3E0-CFCB7EF4E54E}"/>
                </a:ext>
              </a:extLst>
            </p:cNvPr>
            <p:cNvGrpSpPr/>
            <p:nvPr/>
          </p:nvGrpSpPr>
          <p:grpSpPr>
            <a:xfrm>
              <a:off x="7679434" y="4594172"/>
              <a:ext cx="536483" cy="518892"/>
              <a:chOff x="1294129" y="3905179"/>
              <a:chExt cx="536483" cy="518892"/>
            </a:xfrm>
          </p:grpSpPr>
          <p:pic>
            <p:nvPicPr>
              <p:cNvPr id="108" name="图形 10">
                <a:extLst>
                  <a:ext uri="{FF2B5EF4-FFF2-40B4-BE49-F238E27FC236}">
                    <a16:creationId xmlns:a16="http://schemas.microsoft.com/office/drawing/2014/main" id="{BF5E1129-8859-4B5E-8D37-AA8BCAA81C93}"/>
                  </a:ext>
                </a:extLst>
              </p:cNvPr>
              <p:cNvPicPr>
                <a:picLocks noChangeAspect="1"/>
              </p:cNvPicPr>
              <p:nvPr/>
            </p:nvPicPr>
            <p:blipFill>
              <a:blip r:embed="rId3">
                <a:extLst>
                  <a:ext uri="{28A0092B-C50C-407E-A947-70E740481C1C}">
                    <a14:useLocalDpi xmlns:a14="http://schemas.microsoft.com/office/drawing/2010/main" val="0"/>
                  </a:ext>
                  <a:ext uri="{96DAC541-7B7A-43D3-8B79-37D633B846F1}">
                    <asvg:svgBlip xmlns:asvg="http://schemas.microsoft.com/office/drawing/2016/SVG/main" r:embed="rId4"/>
                  </a:ext>
                </a:extLst>
              </a:blip>
              <a:stretch>
                <a:fillRect/>
              </a:stretch>
            </p:blipFill>
            <p:spPr>
              <a:xfrm>
                <a:off x="1294129" y="3905179"/>
                <a:ext cx="536483" cy="518892"/>
              </a:xfrm>
              <a:prstGeom prst="rect">
                <a:avLst/>
              </a:prstGeom>
            </p:spPr>
          </p:pic>
          <p:sp>
            <p:nvSpPr>
              <p:cNvPr id="109" name="文本框 108">
                <a:extLst>
                  <a:ext uri="{FF2B5EF4-FFF2-40B4-BE49-F238E27FC236}">
                    <a16:creationId xmlns:a16="http://schemas.microsoft.com/office/drawing/2014/main" id="{B36FCE05-728E-4875-BC7D-57FFCA8BCF99}"/>
                  </a:ext>
                </a:extLst>
              </p:cNvPr>
              <p:cNvSpPr txBox="1"/>
              <p:nvPr/>
            </p:nvSpPr>
            <p:spPr>
              <a:xfrm>
                <a:off x="1513103" y="3906349"/>
                <a:ext cx="282873" cy="369332"/>
              </a:xfrm>
              <a:prstGeom prst="rect">
                <a:avLst/>
              </a:prstGeom>
              <a:noFill/>
            </p:spPr>
            <p:txBody>
              <a:bodyPr wrap="square" rtlCol="0">
                <a:spAutoFit/>
              </a:bodyPr>
              <a:lstStyle/>
              <a:p>
                <a:pPr algn="ctr"/>
                <a:r>
                  <a:rPr lang="en-US" altLang="zh-CN" b="1" dirty="0">
                    <a:solidFill>
                      <a:schemeClr val="bg1"/>
                    </a:solidFill>
                  </a:rPr>
                  <a:t>G</a:t>
                </a:r>
                <a:endParaRPr lang="zh-CN" altLang="en-US" b="1" dirty="0">
                  <a:solidFill>
                    <a:schemeClr val="bg1"/>
                  </a:solidFill>
                </a:endParaRPr>
              </a:p>
            </p:txBody>
          </p:sp>
        </p:grpSp>
        <p:sp>
          <p:nvSpPr>
            <p:cNvPr id="110" name="íşlïḍè">
              <a:extLst>
                <a:ext uri="{FF2B5EF4-FFF2-40B4-BE49-F238E27FC236}">
                  <a16:creationId xmlns:a16="http://schemas.microsoft.com/office/drawing/2014/main" id="{776D7753-B3AD-4128-8E65-2F49A5E716E2}"/>
                </a:ext>
              </a:extLst>
            </p:cNvPr>
            <p:cNvSpPr txBox="1"/>
            <p:nvPr/>
          </p:nvSpPr>
          <p:spPr>
            <a:xfrm>
              <a:off x="8686938" y="3382298"/>
              <a:ext cx="2052725" cy="319332"/>
            </a:xfrm>
            <a:prstGeom prst="rect">
              <a:avLst/>
            </a:prstGeom>
            <a:noFill/>
          </p:spPr>
          <p:txBody>
            <a:bodyPr wrap="square" lIns="91440" tIns="45720" rIns="91440" bIns="45720" anchor="ctr">
              <a:noAutofit/>
            </a:bodyPr>
            <a:lstStyle/>
            <a:p>
              <a:pPr algn="ctr"/>
              <a:r>
                <a:rPr lang="zh-CN" altLang="en-US" b="1" dirty="0">
                  <a:latin typeface="Arial Narrow" panose="020B0606020202030204" pitchFamily="34" charset="0"/>
                </a:rPr>
                <a:t>交换机</a:t>
              </a:r>
              <a:r>
                <a:rPr lang="en-US" altLang="zh-CN" b="1" dirty="0">
                  <a:latin typeface="Arial Narrow" panose="020B0606020202030204" pitchFamily="34" charset="0"/>
                </a:rPr>
                <a:t>2</a:t>
              </a:r>
              <a:endParaRPr lang="zh-CN" altLang="en-US" b="1" dirty="0">
                <a:latin typeface="Arial Narrow" panose="020B0606020202030204" pitchFamily="34" charset="0"/>
              </a:endParaRPr>
            </a:p>
          </p:txBody>
        </p:sp>
        <p:grpSp>
          <p:nvGrpSpPr>
            <p:cNvPr id="16" name="组合 15">
              <a:extLst>
                <a:ext uri="{FF2B5EF4-FFF2-40B4-BE49-F238E27FC236}">
                  <a16:creationId xmlns:a16="http://schemas.microsoft.com/office/drawing/2014/main" id="{A24B23C3-6C91-43C0-B6B6-BD690C4000CB}"/>
                </a:ext>
              </a:extLst>
            </p:cNvPr>
            <p:cNvGrpSpPr/>
            <p:nvPr/>
          </p:nvGrpSpPr>
          <p:grpSpPr>
            <a:xfrm>
              <a:off x="425451" y="5068427"/>
              <a:ext cx="536483" cy="529917"/>
              <a:chOff x="392561" y="5068427"/>
              <a:chExt cx="536483" cy="529917"/>
            </a:xfrm>
          </p:grpSpPr>
          <p:pic>
            <p:nvPicPr>
              <p:cNvPr id="90" name="图形 10">
                <a:extLst>
                  <a:ext uri="{FF2B5EF4-FFF2-40B4-BE49-F238E27FC236}">
                    <a16:creationId xmlns:a16="http://schemas.microsoft.com/office/drawing/2014/main" id="{3DC93E46-6D3E-4D27-B799-D4F11E0E5CCD}"/>
                  </a:ext>
                </a:extLst>
              </p:cNvPr>
              <p:cNvPicPr>
                <a:picLocks noChangeAspect="1"/>
              </p:cNvPicPr>
              <p:nvPr/>
            </p:nvPicPr>
            <p:blipFill>
              <a:blip r:embed="rId3">
                <a:extLst>
                  <a:ext uri="{28A0092B-C50C-407E-A947-70E740481C1C}">
                    <a14:useLocalDpi xmlns:a14="http://schemas.microsoft.com/office/drawing/2010/main" val="0"/>
                  </a:ext>
                  <a:ext uri="{96DAC541-7B7A-43D3-8B79-37D633B846F1}">
                    <asvg:svgBlip xmlns:asvg="http://schemas.microsoft.com/office/drawing/2016/SVG/main" r:embed="rId4"/>
                  </a:ext>
                </a:extLst>
              </a:blip>
              <a:stretch>
                <a:fillRect/>
              </a:stretch>
            </p:blipFill>
            <p:spPr>
              <a:xfrm>
                <a:off x="392561" y="5079452"/>
                <a:ext cx="536483" cy="518892"/>
              </a:xfrm>
              <a:prstGeom prst="rect">
                <a:avLst/>
              </a:prstGeom>
            </p:spPr>
          </p:pic>
          <p:sp>
            <p:nvSpPr>
              <p:cNvPr id="111" name="文本框 110">
                <a:extLst>
                  <a:ext uri="{FF2B5EF4-FFF2-40B4-BE49-F238E27FC236}">
                    <a16:creationId xmlns:a16="http://schemas.microsoft.com/office/drawing/2014/main" id="{FEB65124-7631-4500-999C-F767E2F7254C}"/>
                  </a:ext>
                </a:extLst>
              </p:cNvPr>
              <p:cNvSpPr txBox="1"/>
              <p:nvPr/>
            </p:nvSpPr>
            <p:spPr>
              <a:xfrm>
                <a:off x="613775" y="5068427"/>
                <a:ext cx="282873" cy="369332"/>
              </a:xfrm>
              <a:prstGeom prst="rect">
                <a:avLst/>
              </a:prstGeom>
              <a:noFill/>
            </p:spPr>
            <p:txBody>
              <a:bodyPr wrap="square" rtlCol="0">
                <a:spAutoFit/>
              </a:bodyPr>
              <a:lstStyle/>
              <a:p>
                <a:pPr algn="ctr"/>
                <a:r>
                  <a:rPr lang="en-US" altLang="zh-CN" b="1" dirty="0">
                    <a:solidFill>
                      <a:schemeClr val="bg1"/>
                    </a:solidFill>
                  </a:rPr>
                  <a:t>E</a:t>
                </a:r>
                <a:endParaRPr lang="zh-CN" altLang="en-US" b="1" dirty="0">
                  <a:solidFill>
                    <a:schemeClr val="bg1"/>
                  </a:solidFill>
                </a:endParaRPr>
              </a:p>
            </p:txBody>
          </p:sp>
        </p:grpSp>
        <p:cxnSp>
          <p:nvCxnSpPr>
            <p:cNvPr id="122" name="直接连接符 121">
              <a:extLst>
                <a:ext uri="{FF2B5EF4-FFF2-40B4-BE49-F238E27FC236}">
                  <a16:creationId xmlns:a16="http://schemas.microsoft.com/office/drawing/2014/main" id="{EEB06C55-C4A9-4727-B5A9-21DC9B56B665}"/>
                </a:ext>
              </a:extLst>
            </p:cNvPr>
            <p:cNvCxnSpPr>
              <a:cxnSpLocks/>
            </p:cNvCxnSpPr>
            <p:nvPr/>
          </p:nvCxnSpPr>
          <p:spPr>
            <a:xfrm flipH="1">
              <a:off x="10739663" y="5718385"/>
              <a:ext cx="528822" cy="0"/>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grpSp>
      <p:sp>
        <p:nvSpPr>
          <p:cNvPr id="102" name="平行四边形 101">
            <a:extLst>
              <a:ext uri="{FF2B5EF4-FFF2-40B4-BE49-F238E27FC236}">
                <a16:creationId xmlns:a16="http://schemas.microsoft.com/office/drawing/2014/main" id="{7B278362-C947-9D00-3690-2F2B691CC354}"/>
              </a:ext>
            </a:extLst>
          </p:cNvPr>
          <p:cNvSpPr/>
          <p:nvPr/>
        </p:nvSpPr>
        <p:spPr>
          <a:xfrm>
            <a:off x="304800" y="749300"/>
            <a:ext cx="675384" cy="387090"/>
          </a:xfrm>
          <a:prstGeom prst="parallelogram">
            <a:avLst/>
          </a:prstGeom>
          <a:solidFill>
            <a:schemeClr val="accent3">
              <a:lumMod val="75000"/>
            </a:schemeClr>
          </a:solidFill>
          <a:ln>
            <a:solidFill>
              <a:schemeClr val="accent3">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CN" sz="2200" dirty="0">
                <a:latin typeface="Impact" panose="020B0806030902050204" pitchFamily="34" charset="0"/>
              </a:rPr>
              <a:t>02</a:t>
            </a:r>
            <a:endParaRPr lang="zh-CN" altLang="en-US" sz="2200" dirty="0">
              <a:latin typeface="Impact" panose="020B0806030902050204" pitchFamily="34" charset="0"/>
            </a:endParaRPr>
          </a:p>
        </p:txBody>
      </p:sp>
    </p:spTree>
    <p:custDataLst>
      <p:tags r:id="rId1"/>
    </p:custDataLst>
    <p:extLst>
      <p:ext uri="{BB962C8B-B14F-4D97-AF65-F5344CB8AC3E}">
        <p14:creationId xmlns:p14="http://schemas.microsoft.com/office/powerpoint/2010/main" val="2305998331"/>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49" presetClass="entr" presetSubtype="0" decel="100000" fill="hold" grpId="0" nodeType="withEffect">
                                  <p:stCondLst>
                                    <p:cond delay="0"/>
                                  </p:stCondLst>
                                  <p:childTnLst>
                                    <p:set>
                                      <p:cBhvr>
                                        <p:cTn id="6" dur="1" fill="hold">
                                          <p:stCondLst>
                                            <p:cond delay="0"/>
                                          </p:stCondLst>
                                        </p:cTn>
                                        <p:tgtEl>
                                          <p:spTgt spid="177"/>
                                        </p:tgtEl>
                                        <p:attrNameLst>
                                          <p:attrName>style.visibility</p:attrName>
                                        </p:attrNameLst>
                                      </p:cBhvr>
                                      <p:to>
                                        <p:strVal val="visible"/>
                                      </p:to>
                                    </p:set>
                                    <p:anim calcmode="lin" valueType="num">
                                      <p:cBhvr>
                                        <p:cTn id="7" dur="500" fill="hold"/>
                                        <p:tgtEl>
                                          <p:spTgt spid="177"/>
                                        </p:tgtEl>
                                        <p:attrNameLst>
                                          <p:attrName>ppt_w</p:attrName>
                                        </p:attrNameLst>
                                      </p:cBhvr>
                                      <p:tavLst>
                                        <p:tav tm="0">
                                          <p:val>
                                            <p:fltVal val="0"/>
                                          </p:val>
                                        </p:tav>
                                        <p:tav tm="100000">
                                          <p:val>
                                            <p:strVal val="#ppt_w"/>
                                          </p:val>
                                        </p:tav>
                                      </p:tavLst>
                                    </p:anim>
                                    <p:anim calcmode="lin" valueType="num">
                                      <p:cBhvr>
                                        <p:cTn id="8" dur="500" fill="hold"/>
                                        <p:tgtEl>
                                          <p:spTgt spid="177"/>
                                        </p:tgtEl>
                                        <p:attrNameLst>
                                          <p:attrName>ppt_h</p:attrName>
                                        </p:attrNameLst>
                                      </p:cBhvr>
                                      <p:tavLst>
                                        <p:tav tm="0">
                                          <p:val>
                                            <p:fltVal val="0"/>
                                          </p:val>
                                        </p:tav>
                                        <p:tav tm="100000">
                                          <p:val>
                                            <p:strVal val="#ppt_h"/>
                                          </p:val>
                                        </p:tav>
                                      </p:tavLst>
                                    </p:anim>
                                    <p:anim calcmode="lin" valueType="num">
                                      <p:cBhvr>
                                        <p:cTn id="9" dur="500" fill="hold"/>
                                        <p:tgtEl>
                                          <p:spTgt spid="177"/>
                                        </p:tgtEl>
                                        <p:attrNameLst>
                                          <p:attrName>style.rotation</p:attrName>
                                        </p:attrNameLst>
                                      </p:cBhvr>
                                      <p:tavLst>
                                        <p:tav tm="0">
                                          <p:val>
                                            <p:fltVal val="360"/>
                                          </p:val>
                                        </p:tav>
                                        <p:tav tm="100000">
                                          <p:val>
                                            <p:fltVal val="0"/>
                                          </p:val>
                                        </p:tav>
                                      </p:tavLst>
                                    </p:anim>
                                    <p:animEffect transition="in" filter="fade">
                                      <p:cBhvr>
                                        <p:cTn id="10" dur="500"/>
                                        <p:tgtEl>
                                          <p:spTgt spid="177"/>
                                        </p:tgtEl>
                                      </p:cBhvr>
                                    </p:animEffect>
                                  </p:childTnLst>
                                </p:cTn>
                              </p:par>
                            </p:childTnLst>
                          </p:cTn>
                        </p:par>
                        <p:par>
                          <p:cTn id="11" fill="hold">
                            <p:stCondLst>
                              <p:cond delay="500"/>
                            </p:stCondLst>
                            <p:childTnLst>
                              <p:par>
                                <p:cTn id="12" presetID="1" presetClass="entr" presetSubtype="0" fill="hold" grpId="0" nodeType="afterEffect">
                                  <p:stCondLst>
                                    <p:cond delay="0"/>
                                  </p:stCondLst>
                                  <p:iterate type="lt">
                                    <p:tmAbs val="100"/>
                                  </p:iterate>
                                  <p:childTnLst>
                                    <p:set>
                                      <p:cBhvr>
                                        <p:cTn id="13" dur="1" fill="hold">
                                          <p:stCondLst>
                                            <p:cond delay="0"/>
                                          </p:stCondLst>
                                        </p:cTn>
                                        <p:tgtEl>
                                          <p:spTgt spid="116"/>
                                        </p:tgtEl>
                                        <p:attrNameLst>
                                          <p:attrName>style.visibility</p:attrName>
                                        </p:attrNameLst>
                                      </p:cBhvr>
                                      <p:to>
                                        <p:strVal val="visible"/>
                                      </p:to>
                                    </p:set>
                                  </p:childTnLst>
                                </p:cTn>
                              </p:par>
                            </p:childTnLst>
                          </p:cTn>
                        </p:par>
                      </p:childTnLst>
                    </p:cTn>
                  </p:par>
                  <p:par>
                    <p:cTn id="14" fill="hold">
                      <p:stCondLst>
                        <p:cond delay="indefinite"/>
                      </p:stCondLst>
                      <p:childTnLst>
                        <p:par>
                          <p:cTn id="15" fill="hold">
                            <p:stCondLst>
                              <p:cond delay="0"/>
                            </p:stCondLst>
                            <p:childTnLst>
                              <p:par>
                                <p:cTn id="16" presetID="30" presetClass="entr" presetSubtype="0" fill="hold" nodeType="clickEffect">
                                  <p:stCondLst>
                                    <p:cond delay="0"/>
                                  </p:stCondLst>
                                  <p:childTnLst>
                                    <p:set>
                                      <p:cBhvr>
                                        <p:cTn id="17" dur="1" fill="hold">
                                          <p:stCondLst>
                                            <p:cond delay="0"/>
                                          </p:stCondLst>
                                        </p:cTn>
                                        <p:tgtEl>
                                          <p:spTgt spid="32"/>
                                        </p:tgtEl>
                                        <p:attrNameLst>
                                          <p:attrName>style.visibility</p:attrName>
                                        </p:attrNameLst>
                                      </p:cBhvr>
                                      <p:to>
                                        <p:strVal val="visible"/>
                                      </p:to>
                                    </p:set>
                                    <p:animEffect transition="in" filter="fade">
                                      <p:cBhvr>
                                        <p:cTn id="18" dur="800" decel="100000"/>
                                        <p:tgtEl>
                                          <p:spTgt spid="32"/>
                                        </p:tgtEl>
                                      </p:cBhvr>
                                    </p:animEffect>
                                    <p:anim calcmode="lin" valueType="num">
                                      <p:cBhvr>
                                        <p:cTn id="19" dur="800" decel="100000" fill="hold"/>
                                        <p:tgtEl>
                                          <p:spTgt spid="32"/>
                                        </p:tgtEl>
                                        <p:attrNameLst>
                                          <p:attrName>style.rotation</p:attrName>
                                        </p:attrNameLst>
                                      </p:cBhvr>
                                      <p:tavLst>
                                        <p:tav tm="0">
                                          <p:val>
                                            <p:fltVal val="-90"/>
                                          </p:val>
                                        </p:tav>
                                        <p:tav tm="100000">
                                          <p:val>
                                            <p:fltVal val="0"/>
                                          </p:val>
                                        </p:tav>
                                      </p:tavLst>
                                    </p:anim>
                                    <p:anim calcmode="lin" valueType="num">
                                      <p:cBhvr>
                                        <p:cTn id="20" dur="800" decel="100000" fill="hold"/>
                                        <p:tgtEl>
                                          <p:spTgt spid="32"/>
                                        </p:tgtEl>
                                        <p:attrNameLst>
                                          <p:attrName>ppt_x</p:attrName>
                                        </p:attrNameLst>
                                      </p:cBhvr>
                                      <p:tavLst>
                                        <p:tav tm="0">
                                          <p:val>
                                            <p:strVal val="#ppt_x+0.4"/>
                                          </p:val>
                                        </p:tav>
                                        <p:tav tm="100000">
                                          <p:val>
                                            <p:strVal val="#ppt_x-0.05"/>
                                          </p:val>
                                        </p:tav>
                                      </p:tavLst>
                                    </p:anim>
                                    <p:anim calcmode="lin" valueType="num">
                                      <p:cBhvr>
                                        <p:cTn id="21" dur="800" decel="100000" fill="hold"/>
                                        <p:tgtEl>
                                          <p:spTgt spid="32"/>
                                        </p:tgtEl>
                                        <p:attrNameLst>
                                          <p:attrName>ppt_y</p:attrName>
                                        </p:attrNameLst>
                                      </p:cBhvr>
                                      <p:tavLst>
                                        <p:tav tm="0">
                                          <p:val>
                                            <p:strVal val="#ppt_y-0.4"/>
                                          </p:val>
                                        </p:tav>
                                        <p:tav tm="100000">
                                          <p:val>
                                            <p:strVal val="#ppt_y+0.1"/>
                                          </p:val>
                                        </p:tav>
                                      </p:tavLst>
                                    </p:anim>
                                    <p:anim calcmode="lin" valueType="num">
                                      <p:cBhvr>
                                        <p:cTn id="22" dur="200" accel="100000" fill="hold">
                                          <p:stCondLst>
                                            <p:cond delay="800"/>
                                          </p:stCondLst>
                                        </p:cTn>
                                        <p:tgtEl>
                                          <p:spTgt spid="32"/>
                                        </p:tgtEl>
                                        <p:attrNameLst>
                                          <p:attrName>ppt_x</p:attrName>
                                        </p:attrNameLst>
                                      </p:cBhvr>
                                      <p:tavLst>
                                        <p:tav tm="0">
                                          <p:val>
                                            <p:strVal val="#ppt_x-0.05"/>
                                          </p:val>
                                        </p:tav>
                                        <p:tav tm="100000">
                                          <p:val>
                                            <p:strVal val="#ppt_x"/>
                                          </p:val>
                                        </p:tav>
                                      </p:tavLst>
                                    </p:anim>
                                    <p:anim calcmode="lin" valueType="num">
                                      <p:cBhvr>
                                        <p:cTn id="23" dur="200" accel="100000" fill="hold">
                                          <p:stCondLst>
                                            <p:cond delay="800"/>
                                          </p:stCondLst>
                                        </p:cTn>
                                        <p:tgtEl>
                                          <p:spTgt spid="32"/>
                                        </p:tgtEl>
                                        <p:attrNameLst>
                                          <p:attrName>ppt_y</p:attrName>
                                        </p:attrNameLst>
                                      </p:cBhvr>
                                      <p:tavLst>
                                        <p:tav tm="0">
                                          <p:val>
                                            <p:strVal val="#ppt_y+0.1"/>
                                          </p:val>
                                        </p:tav>
                                        <p:tav tm="100000">
                                          <p:val>
                                            <p:strVal val="#ppt_y"/>
                                          </p:val>
                                        </p:tav>
                                      </p:tavLst>
                                    </p:anim>
                                  </p:childTnLst>
                                </p:cTn>
                              </p:par>
                            </p:childTnLst>
                          </p:cTn>
                        </p:par>
                      </p:childTnLst>
                    </p:cTn>
                  </p:par>
                  <p:par>
                    <p:cTn id="24" fill="hold">
                      <p:stCondLst>
                        <p:cond delay="indefinite"/>
                      </p:stCondLst>
                      <p:childTnLst>
                        <p:par>
                          <p:cTn id="25" fill="hold">
                            <p:stCondLst>
                              <p:cond delay="0"/>
                            </p:stCondLst>
                            <p:childTnLst>
                              <p:par>
                                <p:cTn id="26" presetID="49" presetClass="entr" presetSubtype="0" decel="100000" fill="hold" grpId="0" nodeType="clickEffect">
                                  <p:stCondLst>
                                    <p:cond delay="0"/>
                                  </p:stCondLst>
                                  <p:childTnLst>
                                    <p:set>
                                      <p:cBhvr>
                                        <p:cTn id="27" dur="1" fill="hold">
                                          <p:stCondLst>
                                            <p:cond delay="0"/>
                                          </p:stCondLst>
                                        </p:cTn>
                                        <p:tgtEl>
                                          <p:spTgt spid="112"/>
                                        </p:tgtEl>
                                        <p:attrNameLst>
                                          <p:attrName>style.visibility</p:attrName>
                                        </p:attrNameLst>
                                      </p:cBhvr>
                                      <p:to>
                                        <p:strVal val="visible"/>
                                      </p:to>
                                    </p:set>
                                    <p:anim calcmode="lin" valueType="num">
                                      <p:cBhvr>
                                        <p:cTn id="28" dur="500" fill="hold"/>
                                        <p:tgtEl>
                                          <p:spTgt spid="112"/>
                                        </p:tgtEl>
                                        <p:attrNameLst>
                                          <p:attrName>ppt_w</p:attrName>
                                        </p:attrNameLst>
                                      </p:cBhvr>
                                      <p:tavLst>
                                        <p:tav tm="0">
                                          <p:val>
                                            <p:fltVal val="0"/>
                                          </p:val>
                                        </p:tav>
                                        <p:tav tm="100000">
                                          <p:val>
                                            <p:strVal val="#ppt_w"/>
                                          </p:val>
                                        </p:tav>
                                      </p:tavLst>
                                    </p:anim>
                                    <p:anim calcmode="lin" valueType="num">
                                      <p:cBhvr>
                                        <p:cTn id="29" dur="500" fill="hold"/>
                                        <p:tgtEl>
                                          <p:spTgt spid="112"/>
                                        </p:tgtEl>
                                        <p:attrNameLst>
                                          <p:attrName>ppt_h</p:attrName>
                                        </p:attrNameLst>
                                      </p:cBhvr>
                                      <p:tavLst>
                                        <p:tav tm="0">
                                          <p:val>
                                            <p:fltVal val="0"/>
                                          </p:val>
                                        </p:tav>
                                        <p:tav tm="100000">
                                          <p:val>
                                            <p:strVal val="#ppt_h"/>
                                          </p:val>
                                        </p:tav>
                                      </p:tavLst>
                                    </p:anim>
                                    <p:anim calcmode="lin" valueType="num">
                                      <p:cBhvr>
                                        <p:cTn id="30" dur="500" fill="hold"/>
                                        <p:tgtEl>
                                          <p:spTgt spid="112"/>
                                        </p:tgtEl>
                                        <p:attrNameLst>
                                          <p:attrName>style.rotation</p:attrName>
                                        </p:attrNameLst>
                                      </p:cBhvr>
                                      <p:tavLst>
                                        <p:tav tm="0">
                                          <p:val>
                                            <p:fltVal val="360"/>
                                          </p:val>
                                        </p:tav>
                                        <p:tav tm="100000">
                                          <p:val>
                                            <p:fltVal val="0"/>
                                          </p:val>
                                        </p:tav>
                                      </p:tavLst>
                                    </p:anim>
                                    <p:animEffect transition="in" filter="fade">
                                      <p:cBhvr>
                                        <p:cTn id="31" dur="500"/>
                                        <p:tgtEl>
                                          <p:spTgt spid="112"/>
                                        </p:tgtEl>
                                      </p:cBhvr>
                                    </p:animEffect>
                                  </p:childTnLst>
                                </p:cTn>
                              </p:par>
                            </p:childTnLst>
                          </p:cTn>
                        </p:par>
                        <p:par>
                          <p:cTn id="32" fill="hold">
                            <p:stCondLst>
                              <p:cond delay="500"/>
                            </p:stCondLst>
                            <p:childTnLst>
                              <p:par>
                                <p:cTn id="33" presetID="1" presetClass="entr" presetSubtype="0" fill="hold" grpId="0" nodeType="afterEffect">
                                  <p:stCondLst>
                                    <p:cond delay="0"/>
                                  </p:stCondLst>
                                  <p:iterate type="lt">
                                    <p:tmAbs val="100"/>
                                  </p:iterate>
                                  <p:childTnLst>
                                    <p:set>
                                      <p:cBhvr>
                                        <p:cTn id="34" dur="1" fill="hold">
                                          <p:stCondLst>
                                            <p:cond delay="0"/>
                                          </p:stCondLst>
                                        </p:cTn>
                                        <p:tgtEl>
                                          <p:spTgt spid="113"/>
                                        </p:tgtEl>
                                        <p:attrNameLst>
                                          <p:attrName>style.visibility</p:attrName>
                                        </p:attrNameLst>
                                      </p:cBhvr>
                                      <p:to>
                                        <p:strVal val="visible"/>
                                      </p:to>
                                    </p:set>
                                  </p:childTnLst>
                                </p:cTn>
                              </p:par>
                            </p:childTnLst>
                          </p:cTn>
                        </p:par>
                      </p:childTnLst>
                    </p:cTn>
                  </p:par>
                  <p:par>
                    <p:cTn id="35" fill="hold">
                      <p:stCondLst>
                        <p:cond delay="indefinite"/>
                      </p:stCondLst>
                      <p:childTnLst>
                        <p:par>
                          <p:cTn id="36" fill="hold">
                            <p:stCondLst>
                              <p:cond delay="0"/>
                            </p:stCondLst>
                            <p:childTnLst>
                              <p:par>
                                <p:cTn id="37" presetID="53" presetClass="entr" presetSubtype="16" fill="hold" nodeType="clickEffect">
                                  <p:stCondLst>
                                    <p:cond delay="0"/>
                                  </p:stCondLst>
                                  <p:childTnLst>
                                    <p:set>
                                      <p:cBhvr>
                                        <p:cTn id="38" dur="1" fill="hold">
                                          <p:stCondLst>
                                            <p:cond delay="0"/>
                                          </p:stCondLst>
                                        </p:cTn>
                                        <p:tgtEl>
                                          <p:spTgt spid="26"/>
                                        </p:tgtEl>
                                        <p:attrNameLst>
                                          <p:attrName>style.visibility</p:attrName>
                                        </p:attrNameLst>
                                      </p:cBhvr>
                                      <p:to>
                                        <p:strVal val="visible"/>
                                      </p:to>
                                    </p:set>
                                    <p:anim calcmode="lin" valueType="num">
                                      <p:cBhvr>
                                        <p:cTn id="39" dur="500" fill="hold"/>
                                        <p:tgtEl>
                                          <p:spTgt spid="26"/>
                                        </p:tgtEl>
                                        <p:attrNameLst>
                                          <p:attrName>ppt_w</p:attrName>
                                        </p:attrNameLst>
                                      </p:cBhvr>
                                      <p:tavLst>
                                        <p:tav tm="0">
                                          <p:val>
                                            <p:fltVal val="0"/>
                                          </p:val>
                                        </p:tav>
                                        <p:tav tm="100000">
                                          <p:val>
                                            <p:strVal val="#ppt_w"/>
                                          </p:val>
                                        </p:tav>
                                      </p:tavLst>
                                    </p:anim>
                                    <p:anim calcmode="lin" valueType="num">
                                      <p:cBhvr>
                                        <p:cTn id="40" dur="500" fill="hold"/>
                                        <p:tgtEl>
                                          <p:spTgt spid="26"/>
                                        </p:tgtEl>
                                        <p:attrNameLst>
                                          <p:attrName>ppt_h</p:attrName>
                                        </p:attrNameLst>
                                      </p:cBhvr>
                                      <p:tavLst>
                                        <p:tav tm="0">
                                          <p:val>
                                            <p:fltVal val="0"/>
                                          </p:val>
                                        </p:tav>
                                        <p:tav tm="100000">
                                          <p:val>
                                            <p:strVal val="#ppt_h"/>
                                          </p:val>
                                        </p:tav>
                                      </p:tavLst>
                                    </p:anim>
                                    <p:animEffect transition="in" filter="fade">
                                      <p:cBhvr>
                                        <p:cTn id="41" dur="500"/>
                                        <p:tgtEl>
                                          <p:spTgt spid="26"/>
                                        </p:tgtEl>
                                      </p:cBhvr>
                                    </p:animEffect>
                                  </p:childTnLst>
                                </p:cTn>
                              </p:par>
                            </p:childTnLst>
                          </p:cTn>
                        </p:par>
                      </p:childTnLst>
                    </p:cTn>
                  </p:par>
                  <p:par>
                    <p:cTn id="42" fill="hold">
                      <p:stCondLst>
                        <p:cond delay="indefinite"/>
                      </p:stCondLst>
                      <p:childTnLst>
                        <p:par>
                          <p:cTn id="43" fill="hold">
                            <p:stCondLst>
                              <p:cond delay="0"/>
                            </p:stCondLst>
                            <p:childTnLst>
                              <p:par>
                                <p:cTn id="44" presetID="53" presetClass="entr" presetSubtype="16" fill="hold" nodeType="clickEffect">
                                  <p:stCondLst>
                                    <p:cond delay="0"/>
                                  </p:stCondLst>
                                  <p:childTnLst>
                                    <p:set>
                                      <p:cBhvr>
                                        <p:cTn id="45" dur="1" fill="hold">
                                          <p:stCondLst>
                                            <p:cond delay="0"/>
                                          </p:stCondLst>
                                        </p:cTn>
                                        <p:tgtEl>
                                          <p:spTgt spid="27"/>
                                        </p:tgtEl>
                                        <p:attrNameLst>
                                          <p:attrName>style.visibility</p:attrName>
                                        </p:attrNameLst>
                                      </p:cBhvr>
                                      <p:to>
                                        <p:strVal val="visible"/>
                                      </p:to>
                                    </p:set>
                                    <p:anim calcmode="lin" valueType="num">
                                      <p:cBhvr>
                                        <p:cTn id="46" dur="500" fill="hold"/>
                                        <p:tgtEl>
                                          <p:spTgt spid="27"/>
                                        </p:tgtEl>
                                        <p:attrNameLst>
                                          <p:attrName>ppt_w</p:attrName>
                                        </p:attrNameLst>
                                      </p:cBhvr>
                                      <p:tavLst>
                                        <p:tav tm="0">
                                          <p:val>
                                            <p:fltVal val="0"/>
                                          </p:val>
                                        </p:tav>
                                        <p:tav tm="100000">
                                          <p:val>
                                            <p:strVal val="#ppt_w"/>
                                          </p:val>
                                        </p:tav>
                                      </p:tavLst>
                                    </p:anim>
                                    <p:anim calcmode="lin" valueType="num">
                                      <p:cBhvr>
                                        <p:cTn id="47" dur="500" fill="hold"/>
                                        <p:tgtEl>
                                          <p:spTgt spid="27"/>
                                        </p:tgtEl>
                                        <p:attrNameLst>
                                          <p:attrName>ppt_h</p:attrName>
                                        </p:attrNameLst>
                                      </p:cBhvr>
                                      <p:tavLst>
                                        <p:tav tm="0">
                                          <p:val>
                                            <p:fltVal val="0"/>
                                          </p:val>
                                        </p:tav>
                                        <p:tav tm="100000">
                                          <p:val>
                                            <p:strVal val="#ppt_h"/>
                                          </p:val>
                                        </p:tav>
                                      </p:tavLst>
                                    </p:anim>
                                    <p:animEffect transition="in" filter="fade">
                                      <p:cBhvr>
                                        <p:cTn id="48" dur="500"/>
                                        <p:tgtEl>
                                          <p:spTgt spid="27"/>
                                        </p:tgtEl>
                                      </p:cBhvr>
                                    </p:animEffect>
                                  </p:childTnLst>
                                </p:cTn>
                              </p:par>
                            </p:childTnLst>
                          </p:cTn>
                        </p:par>
                      </p:childTnLst>
                    </p:cTn>
                  </p:par>
                  <p:par>
                    <p:cTn id="49" fill="hold">
                      <p:stCondLst>
                        <p:cond delay="indefinite"/>
                      </p:stCondLst>
                      <p:childTnLst>
                        <p:par>
                          <p:cTn id="50" fill="hold">
                            <p:stCondLst>
                              <p:cond delay="0"/>
                            </p:stCondLst>
                            <p:childTnLst>
                              <p:par>
                                <p:cTn id="51" presetID="53" presetClass="entr" presetSubtype="16" fill="hold" nodeType="clickEffect">
                                  <p:stCondLst>
                                    <p:cond delay="0"/>
                                  </p:stCondLst>
                                  <p:childTnLst>
                                    <p:set>
                                      <p:cBhvr>
                                        <p:cTn id="52" dur="1" fill="hold">
                                          <p:stCondLst>
                                            <p:cond delay="0"/>
                                          </p:stCondLst>
                                        </p:cTn>
                                        <p:tgtEl>
                                          <p:spTgt spid="28"/>
                                        </p:tgtEl>
                                        <p:attrNameLst>
                                          <p:attrName>style.visibility</p:attrName>
                                        </p:attrNameLst>
                                      </p:cBhvr>
                                      <p:to>
                                        <p:strVal val="visible"/>
                                      </p:to>
                                    </p:set>
                                    <p:anim calcmode="lin" valueType="num">
                                      <p:cBhvr>
                                        <p:cTn id="53" dur="500" fill="hold"/>
                                        <p:tgtEl>
                                          <p:spTgt spid="28"/>
                                        </p:tgtEl>
                                        <p:attrNameLst>
                                          <p:attrName>ppt_w</p:attrName>
                                        </p:attrNameLst>
                                      </p:cBhvr>
                                      <p:tavLst>
                                        <p:tav tm="0">
                                          <p:val>
                                            <p:fltVal val="0"/>
                                          </p:val>
                                        </p:tav>
                                        <p:tav tm="100000">
                                          <p:val>
                                            <p:strVal val="#ppt_w"/>
                                          </p:val>
                                        </p:tav>
                                      </p:tavLst>
                                    </p:anim>
                                    <p:anim calcmode="lin" valueType="num">
                                      <p:cBhvr>
                                        <p:cTn id="54" dur="500" fill="hold"/>
                                        <p:tgtEl>
                                          <p:spTgt spid="28"/>
                                        </p:tgtEl>
                                        <p:attrNameLst>
                                          <p:attrName>ppt_h</p:attrName>
                                        </p:attrNameLst>
                                      </p:cBhvr>
                                      <p:tavLst>
                                        <p:tav tm="0">
                                          <p:val>
                                            <p:fltVal val="0"/>
                                          </p:val>
                                        </p:tav>
                                        <p:tav tm="100000">
                                          <p:val>
                                            <p:strVal val="#ppt_h"/>
                                          </p:val>
                                        </p:tav>
                                      </p:tavLst>
                                    </p:anim>
                                    <p:animEffect transition="in" filter="fade">
                                      <p:cBhvr>
                                        <p:cTn id="55" dur="500"/>
                                        <p:tgtEl>
                                          <p:spTgt spid="28"/>
                                        </p:tgtEl>
                                      </p:cBhvr>
                                    </p:animEffect>
                                  </p:childTnLst>
                                </p:cTn>
                              </p:par>
                            </p:childTnLst>
                          </p:cTn>
                        </p:par>
                      </p:childTnLst>
                    </p:cTn>
                  </p:par>
                  <p:par>
                    <p:cTn id="56" fill="hold">
                      <p:stCondLst>
                        <p:cond delay="indefinite"/>
                      </p:stCondLst>
                      <p:childTnLst>
                        <p:par>
                          <p:cTn id="57" fill="hold">
                            <p:stCondLst>
                              <p:cond delay="0"/>
                            </p:stCondLst>
                            <p:childTnLst>
                              <p:par>
                                <p:cTn id="58" presetID="53" presetClass="entr" presetSubtype="16" fill="hold" nodeType="clickEffect">
                                  <p:stCondLst>
                                    <p:cond delay="0"/>
                                  </p:stCondLst>
                                  <p:childTnLst>
                                    <p:set>
                                      <p:cBhvr>
                                        <p:cTn id="59" dur="1" fill="hold">
                                          <p:stCondLst>
                                            <p:cond delay="0"/>
                                          </p:stCondLst>
                                        </p:cTn>
                                        <p:tgtEl>
                                          <p:spTgt spid="29"/>
                                        </p:tgtEl>
                                        <p:attrNameLst>
                                          <p:attrName>style.visibility</p:attrName>
                                        </p:attrNameLst>
                                      </p:cBhvr>
                                      <p:to>
                                        <p:strVal val="visible"/>
                                      </p:to>
                                    </p:set>
                                    <p:anim calcmode="lin" valueType="num">
                                      <p:cBhvr>
                                        <p:cTn id="60" dur="500" fill="hold"/>
                                        <p:tgtEl>
                                          <p:spTgt spid="29"/>
                                        </p:tgtEl>
                                        <p:attrNameLst>
                                          <p:attrName>ppt_w</p:attrName>
                                        </p:attrNameLst>
                                      </p:cBhvr>
                                      <p:tavLst>
                                        <p:tav tm="0">
                                          <p:val>
                                            <p:fltVal val="0"/>
                                          </p:val>
                                        </p:tav>
                                        <p:tav tm="100000">
                                          <p:val>
                                            <p:strVal val="#ppt_w"/>
                                          </p:val>
                                        </p:tav>
                                      </p:tavLst>
                                    </p:anim>
                                    <p:anim calcmode="lin" valueType="num">
                                      <p:cBhvr>
                                        <p:cTn id="61" dur="500" fill="hold"/>
                                        <p:tgtEl>
                                          <p:spTgt spid="29"/>
                                        </p:tgtEl>
                                        <p:attrNameLst>
                                          <p:attrName>ppt_h</p:attrName>
                                        </p:attrNameLst>
                                      </p:cBhvr>
                                      <p:tavLst>
                                        <p:tav tm="0">
                                          <p:val>
                                            <p:fltVal val="0"/>
                                          </p:val>
                                        </p:tav>
                                        <p:tav tm="100000">
                                          <p:val>
                                            <p:strVal val="#ppt_h"/>
                                          </p:val>
                                        </p:tav>
                                      </p:tavLst>
                                    </p:anim>
                                    <p:animEffect transition="in" filter="fade">
                                      <p:cBhvr>
                                        <p:cTn id="62" dur="500"/>
                                        <p:tgtEl>
                                          <p:spTgt spid="29"/>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77" grpId="0" animBg="1"/>
      <p:bldP spid="112" grpId="0" animBg="1"/>
      <p:bldP spid="113" grpId="0"/>
      <p:bldP spid="116" grpId="0"/>
    </p:bldLst>
  </p:timing>
</p:sld>
</file>

<file path=ppt/slides/slide41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4" name="组合 3">
            <a:extLst>
              <a:ext uri="{FF2B5EF4-FFF2-40B4-BE49-F238E27FC236}">
                <a16:creationId xmlns:a16="http://schemas.microsoft.com/office/drawing/2014/main" id="{9A1EA9F2-FCB6-48C3-935F-7AE7E3AD14AC}"/>
              </a:ext>
            </a:extLst>
          </p:cNvPr>
          <p:cNvGrpSpPr/>
          <p:nvPr/>
        </p:nvGrpSpPr>
        <p:grpSpPr>
          <a:xfrm>
            <a:off x="304800" y="749300"/>
            <a:ext cx="6192344" cy="400110"/>
            <a:chOff x="424117" y="898245"/>
            <a:chExt cx="6192344" cy="400110"/>
          </a:xfrm>
        </p:grpSpPr>
        <p:sp>
          <p:nvSpPr>
            <p:cNvPr id="2" name="平行四边形 1">
              <a:extLst>
                <a:ext uri="{FF2B5EF4-FFF2-40B4-BE49-F238E27FC236}">
                  <a16:creationId xmlns:a16="http://schemas.microsoft.com/office/drawing/2014/main" id="{1F5BAA3F-9845-4F89-A2DD-8222D3E4EDAC}"/>
                </a:ext>
              </a:extLst>
            </p:cNvPr>
            <p:cNvSpPr/>
            <p:nvPr/>
          </p:nvSpPr>
          <p:spPr>
            <a:xfrm>
              <a:off x="424117" y="898245"/>
              <a:ext cx="628306" cy="387090"/>
            </a:xfrm>
            <a:prstGeom prst="parallelogram">
              <a:avLst/>
            </a:prstGeom>
            <a:solidFill>
              <a:schemeClr val="accent3">
                <a:lumMod val="75000"/>
              </a:schemeClr>
            </a:solidFill>
            <a:ln>
              <a:solidFill>
                <a:schemeClr val="accent3">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CN" sz="2200" dirty="0">
                  <a:latin typeface="Impact" panose="020B0806030902050204" pitchFamily="34" charset="0"/>
                </a:rPr>
                <a:t>01</a:t>
              </a:r>
              <a:endParaRPr lang="zh-CN" altLang="en-US" sz="2200" dirty="0">
                <a:latin typeface="Impact" panose="020B0806030902050204" pitchFamily="34" charset="0"/>
              </a:endParaRPr>
            </a:p>
          </p:txBody>
        </p:sp>
        <p:sp>
          <p:nvSpPr>
            <p:cNvPr id="3" name="文本框 2">
              <a:extLst>
                <a:ext uri="{FF2B5EF4-FFF2-40B4-BE49-F238E27FC236}">
                  <a16:creationId xmlns:a16="http://schemas.microsoft.com/office/drawing/2014/main" id="{4D6BD736-A4D3-4F26-AFED-36E11F50F70B}"/>
                </a:ext>
              </a:extLst>
            </p:cNvPr>
            <p:cNvSpPr txBox="1"/>
            <p:nvPr/>
          </p:nvSpPr>
          <p:spPr>
            <a:xfrm>
              <a:off x="1052423" y="898245"/>
              <a:ext cx="5564038" cy="400110"/>
            </a:xfrm>
            <a:prstGeom prst="rect">
              <a:avLst/>
            </a:prstGeom>
            <a:noFill/>
          </p:spPr>
          <p:txBody>
            <a:bodyPr wrap="square" rtlCol="0">
              <a:spAutoFit/>
            </a:bodyPr>
            <a:lstStyle/>
            <a:p>
              <a:r>
                <a:rPr lang="zh-CN" altLang="en-US" sz="2000" b="1" dirty="0">
                  <a:solidFill>
                    <a:schemeClr val="tx1"/>
                  </a:solidFill>
                  <a:latin typeface="Arial Narrow" panose="020B0606020202030204" pitchFamily="34" charset="0"/>
                </a:rPr>
                <a:t>以太网交换机</a:t>
              </a:r>
              <a:endParaRPr lang="en-US" altLang="zh-CN" sz="2000" b="1" dirty="0">
                <a:solidFill>
                  <a:schemeClr val="tx1"/>
                </a:solidFill>
                <a:latin typeface="Arial Narrow" panose="020B0606020202030204" pitchFamily="34" charset="0"/>
              </a:endParaRPr>
            </a:p>
          </p:txBody>
        </p:sp>
      </p:grpSp>
      <p:sp>
        <p:nvSpPr>
          <p:cNvPr id="177" name="矩形 176">
            <a:extLst>
              <a:ext uri="{FF2B5EF4-FFF2-40B4-BE49-F238E27FC236}">
                <a16:creationId xmlns:a16="http://schemas.microsoft.com/office/drawing/2014/main" id="{4BC9E81E-83F3-4072-A94C-A24A3569F55C}"/>
              </a:ext>
            </a:extLst>
          </p:cNvPr>
          <p:cNvSpPr/>
          <p:nvPr/>
        </p:nvSpPr>
        <p:spPr>
          <a:xfrm>
            <a:off x="1056633" y="1335374"/>
            <a:ext cx="256976" cy="256976"/>
          </a:xfrm>
          <a:prstGeom prst="rect">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112" name="矩形 111">
            <a:extLst>
              <a:ext uri="{FF2B5EF4-FFF2-40B4-BE49-F238E27FC236}">
                <a16:creationId xmlns:a16="http://schemas.microsoft.com/office/drawing/2014/main" id="{5B00FCB7-2DB9-4ED4-B73B-6E7C30934974}"/>
              </a:ext>
            </a:extLst>
          </p:cNvPr>
          <p:cNvSpPr/>
          <p:nvPr/>
        </p:nvSpPr>
        <p:spPr>
          <a:xfrm>
            <a:off x="1482446" y="1800226"/>
            <a:ext cx="256976" cy="256976"/>
          </a:xfrm>
          <a:prstGeom prst="rect">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113" name="íşlïḍè">
            <a:extLst>
              <a:ext uri="{FF2B5EF4-FFF2-40B4-BE49-F238E27FC236}">
                <a16:creationId xmlns:a16="http://schemas.microsoft.com/office/drawing/2014/main" id="{28FD5908-1B1E-4BA0-814D-86F245367027}"/>
              </a:ext>
            </a:extLst>
          </p:cNvPr>
          <p:cNvSpPr txBox="1"/>
          <p:nvPr/>
        </p:nvSpPr>
        <p:spPr>
          <a:xfrm>
            <a:off x="1799674" y="1745904"/>
            <a:ext cx="10087526" cy="919190"/>
          </a:xfrm>
          <a:prstGeom prst="rect">
            <a:avLst/>
          </a:prstGeom>
          <a:noFill/>
        </p:spPr>
        <p:txBody>
          <a:bodyPr wrap="square" lIns="91440" tIns="45720" rIns="91440" bIns="45720" anchor="ctr">
            <a:noAutofit/>
          </a:bodyPr>
          <a:lstStyle/>
          <a:p>
            <a:r>
              <a:rPr lang="zh-CN" altLang="en-US" b="1" dirty="0">
                <a:latin typeface="Arial Narrow" panose="020B0606020202030204" pitchFamily="34" charset="0"/>
              </a:rPr>
              <a:t>当交换机的</a:t>
            </a:r>
            <a:r>
              <a:rPr lang="zh-CN" altLang="en-US" b="1" dirty="0">
                <a:solidFill>
                  <a:schemeClr val="accent1">
                    <a:lumMod val="75000"/>
                  </a:schemeClr>
                </a:solidFill>
                <a:latin typeface="Arial Narrow" panose="020B0606020202030204" pitchFamily="34" charset="0"/>
              </a:rPr>
              <a:t>接口与计算机或交换机连接</a:t>
            </a:r>
            <a:r>
              <a:rPr lang="zh-CN" altLang="en-US" b="1" dirty="0">
                <a:latin typeface="Arial Narrow" panose="020B0606020202030204" pitchFamily="34" charset="0"/>
              </a:rPr>
              <a:t>时，可以工作在</a:t>
            </a:r>
            <a:r>
              <a:rPr lang="zh-CN" altLang="en-US" b="1" dirty="0">
                <a:solidFill>
                  <a:schemeClr val="accent1">
                    <a:lumMod val="75000"/>
                  </a:schemeClr>
                </a:solidFill>
                <a:latin typeface="Arial Narrow" panose="020B0606020202030204" pitchFamily="34" charset="0"/>
              </a:rPr>
              <a:t>全双工方式</a:t>
            </a:r>
            <a:r>
              <a:rPr lang="zh-CN" altLang="en-US" b="1" dirty="0">
                <a:latin typeface="Arial Narrow" panose="020B0606020202030204" pitchFamily="34" charset="0"/>
              </a:rPr>
              <a:t>，并能</a:t>
            </a:r>
            <a:r>
              <a:rPr lang="zh-CN" altLang="en-US" b="1" dirty="0">
                <a:solidFill>
                  <a:schemeClr val="accent1">
                    <a:lumMod val="75000"/>
                  </a:schemeClr>
                </a:solidFill>
                <a:latin typeface="Arial Narrow" panose="020B0606020202030204" pitchFamily="34" charset="0"/>
              </a:rPr>
              <a:t>在自身内部同时连通多对接口</a:t>
            </a:r>
            <a:r>
              <a:rPr lang="zh-CN" altLang="en-US" b="1" dirty="0">
                <a:latin typeface="Arial Narrow" panose="020B0606020202030204" pitchFamily="34" charset="0"/>
              </a:rPr>
              <a:t>，使每一对相互通信的计算机都能像独占传输媒体那样，无碰撞地传输数据，这样就</a:t>
            </a:r>
            <a:r>
              <a:rPr lang="zh-CN" altLang="en-US" b="1" dirty="0">
                <a:solidFill>
                  <a:schemeClr val="accent1">
                    <a:lumMod val="75000"/>
                  </a:schemeClr>
                </a:solidFill>
                <a:latin typeface="Arial Narrow" panose="020B0606020202030204" pitchFamily="34" charset="0"/>
              </a:rPr>
              <a:t>不需要使用</a:t>
            </a:r>
            <a:r>
              <a:rPr lang="en-US" altLang="zh-CN" b="1" dirty="0">
                <a:solidFill>
                  <a:schemeClr val="accent1">
                    <a:lumMod val="75000"/>
                  </a:schemeClr>
                </a:solidFill>
                <a:latin typeface="Arial Narrow" panose="020B0606020202030204" pitchFamily="34" charset="0"/>
              </a:rPr>
              <a:t>CSMA/CD</a:t>
            </a:r>
            <a:r>
              <a:rPr lang="zh-CN" altLang="en-US" b="1" dirty="0">
                <a:solidFill>
                  <a:schemeClr val="accent1">
                    <a:lumMod val="75000"/>
                  </a:schemeClr>
                </a:solidFill>
                <a:latin typeface="Arial Narrow" panose="020B0606020202030204" pitchFamily="34" charset="0"/>
              </a:rPr>
              <a:t>协议</a:t>
            </a:r>
            <a:r>
              <a:rPr lang="zh-CN" altLang="en-US" b="1" dirty="0">
                <a:latin typeface="Arial Narrow" panose="020B0606020202030204" pitchFamily="34" charset="0"/>
              </a:rPr>
              <a:t>了。</a:t>
            </a:r>
          </a:p>
        </p:txBody>
      </p:sp>
      <p:grpSp>
        <p:nvGrpSpPr>
          <p:cNvPr id="26" name="组合 25">
            <a:extLst>
              <a:ext uri="{FF2B5EF4-FFF2-40B4-BE49-F238E27FC236}">
                <a16:creationId xmlns:a16="http://schemas.microsoft.com/office/drawing/2014/main" id="{9A9103E9-F0D5-4D24-B258-8A4367E0BB32}"/>
              </a:ext>
            </a:extLst>
          </p:cNvPr>
          <p:cNvGrpSpPr/>
          <p:nvPr/>
        </p:nvGrpSpPr>
        <p:grpSpPr>
          <a:xfrm>
            <a:off x="2618206" y="4372011"/>
            <a:ext cx="1480145" cy="400111"/>
            <a:chOff x="2618206" y="4161515"/>
            <a:chExt cx="1480145" cy="400111"/>
          </a:xfrm>
        </p:grpSpPr>
        <p:sp>
          <p:nvSpPr>
            <p:cNvPr id="178" name="íşlïḍè">
              <a:extLst>
                <a:ext uri="{FF2B5EF4-FFF2-40B4-BE49-F238E27FC236}">
                  <a16:creationId xmlns:a16="http://schemas.microsoft.com/office/drawing/2014/main" id="{0E588580-C72A-44E5-882F-88772CF8D42E}"/>
                </a:ext>
              </a:extLst>
            </p:cNvPr>
            <p:cNvSpPr txBox="1"/>
            <p:nvPr/>
          </p:nvSpPr>
          <p:spPr>
            <a:xfrm>
              <a:off x="2746551" y="4161515"/>
              <a:ext cx="1222556" cy="400111"/>
            </a:xfrm>
            <a:prstGeom prst="rect">
              <a:avLst/>
            </a:prstGeom>
            <a:noFill/>
          </p:spPr>
          <p:txBody>
            <a:bodyPr wrap="square" lIns="91440" tIns="45720" rIns="91440" bIns="45720" anchor="ctr">
              <a:noAutofit/>
            </a:bodyPr>
            <a:lstStyle/>
            <a:p>
              <a:pPr algn="ctr"/>
              <a:r>
                <a:rPr lang="zh-CN" altLang="en-US" b="1" dirty="0">
                  <a:latin typeface="Arial Narrow" panose="020B0606020202030204" pitchFamily="34" charset="0"/>
                </a:rPr>
                <a:t>内部连通</a:t>
              </a:r>
            </a:p>
          </p:txBody>
        </p:sp>
        <p:cxnSp>
          <p:nvCxnSpPr>
            <p:cNvPr id="19" name="直接箭头连接符 18">
              <a:extLst>
                <a:ext uri="{FF2B5EF4-FFF2-40B4-BE49-F238E27FC236}">
                  <a16:creationId xmlns:a16="http://schemas.microsoft.com/office/drawing/2014/main" id="{F4054617-FBEA-4EB0-BF06-5CB7FA745466}"/>
                </a:ext>
              </a:extLst>
            </p:cNvPr>
            <p:cNvCxnSpPr>
              <a:stCxn id="6" idx="3"/>
              <a:endCxn id="62" idx="1"/>
            </p:cNvCxnSpPr>
            <p:nvPr/>
          </p:nvCxnSpPr>
          <p:spPr>
            <a:xfrm>
              <a:off x="2618206" y="4164626"/>
              <a:ext cx="1480145" cy="0"/>
            </a:xfrm>
            <a:prstGeom prst="straightConnector1">
              <a:avLst/>
            </a:prstGeom>
            <a:ln w="25400">
              <a:solidFill>
                <a:schemeClr val="tx1"/>
              </a:solidFill>
              <a:prstDash val="dash"/>
              <a:headEnd type="triangle"/>
              <a:tailEnd type="triangle"/>
            </a:ln>
          </p:spPr>
          <p:style>
            <a:lnRef idx="1">
              <a:schemeClr val="accent1"/>
            </a:lnRef>
            <a:fillRef idx="0">
              <a:schemeClr val="accent1"/>
            </a:fillRef>
            <a:effectRef idx="0">
              <a:schemeClr val="accent1"/>
            </a:effectRef>
            <a:fontRef idx="minor">
              <a:schemeClr val="tx1"/>
            </a:fontRef>
          </p:style>
        </p:cxnSp>
      </p:grpSp>
      <p:sp>
        <p:nvSpPr>
          <p:cNvPr id="116" name="íşlïḍè">
            <a:extLst>
              <a:ext uri="{FF2B5EF4-FFF2-40B4-BE49-F238E27FC236}">
                <a16:creationId xmlns:a16="http://schemas.microsoft.com/office/drawing/2014/main" id="{166F68C7-2B6A-42B1-846B-BE8A00DD60E3}"/>
              </a:ext>
            </a:extLst>
          </p:cNvPr>
          <p:cNvSpPr txBox="1"/>
          <p:nvPr/>
        </p:nvSpPr>
        <p:spPr>
          <a:xfrm>
            <a:off x="1379652" y="1258679"/>
            <a:ext cx="8020119" cy="400111"/>
          </a:xfrm>
          <a:prstGeom prst="rect">
            <a:avLst/>
          </a:prstGeom>
          <a:noFill/>
        </p:spPr>
        <p:txBody>
          <a:bodyPr wrap="square" lIns="91440" tIns="45720" rIns="91440" bIns="45720" anchor="ctr">
            <a:noAutofit/>
          </a:bodyPr>
          <a:lstStyle/>
          <a:p>
            <a:r>
              <a:rPr lang="zh-CN" altLang="en-US" b="1" dirty="0">
                <a:latin typeface="Arial Narrow" panose="020B0606020202030204" pitchFamily="34" charset="0"/>
              </a:rPr>
              <a:t>交换机的每个接口可以连接</a:t>
            </a:r>
            <a:r>
              <a:rPr lang="zh-CN" altLang="en-US" b="1" dirty="0">
                <a:solidFill>
                  <a:schemeClr val="accent1">
                    <a:lumMod val="75000"/>
                  </a:schemeClr>
                </a:solidFill>
                <a:latin typeface="Arial Narrow" panose="020B0606020202030204" pitchFamily="34" charset="0"/>
              </a:rPr>
              <a:t>计算机</a:t>
            </a:r>
            <a:r>
              <a:rPr lang="zh-CN" altLang="en-US" b="1" dirty="0">
                <a:latin typeface="Arial Narrow" panose="020B0606020202030204" pitchFamily="34" charset="0"/>
              </a:rPr>
              <a:t>，也可以连接</a:t>
            </a:r>
            <a:r>
              <a:rPr lang="zh-CN" altLang="en-US" b="1" dirty="0">
                <a:solidFill>
                  <a:schemeClr val="accent1">
                    <a:lumMod val="75000"/>
                  </a:schemeClr>
                </a:solidFill>
                <a:latin typeface="Arial Narrow" panose="020B0606020202030204" pitchFamily="34" charset="0"/>
              </a:rPr>
              <a:t>集线器</a:t>
            </a:r>
            <a:r>
              <a:rPr lang="zh-CN" altLang="en-US" b="1" dirty="0">
                <a:latin typeface="Arial Narrow" panose="020B0606020202030204" pitchFamily="34" charset="0"/>
              </a:rPr>
              <a:t>或另一个</a:t>
            </a:r>
            <a:r>
              <a:rPr lang="zh-CN" altLang="en-US" b="1" dirty="0">
                <a:solidFill>
                  <a:schemeClr val="accent1">
                    <a:lumMod val="75000"/>
                  </a:schemeClr>
                </a:solidFill>
                <a:latin typeface="Arial Narrow" panose="020B0606020202030204" pitchFamily="34" charset="0"/>
              </a:rPr>
              <a:t>交换机</a:t>
            </a:r>
            <a:r>
              <a:rPr lang="zh-CN" altLang="en-US" b="1" dirty="0">
                <a:latin typeface="Arial Narrow" panose="020B0606020202030204" pitchFamily="34" charset="0"/>
              </a:rPr>
              <a:t>。</a:t>
            </a:r>
          </a:p>
        </p:txBody>
      </p:sp>
      <p:grpSp>
        <p:nvGrpSpPr>
          <p:cNvPr id="27" name="组合 26">
            <a:extLst>
              <a:ext uri="{FF2B5EF4-FFF2-40B4-BE49-F238E27FC236}">
                <a16:creationId xmlns:a16="http://schemas.microsoft.com/office/drawing/2014/main" id="{62B3ACA0-9739-4CA3-93E9-FA0DC2FC625B}"/>
              </a:ext>
            </a:extLst>
          </p:cNvPr>
          <p:cNvGrpSpPr/>
          <p:nvPr/>
        </p:nvGrpSpPr>
        <p:grpSpPr>
          <a:xfrm>
            <a:off x="2618206" y="5152002"/>
            <a:ext cx="1480145" cy="776879"/>
            <a:chOff x="2618206" y="4941506"/>
            <a:chExt cx="1480145" cy="776879"/>
          </a:xfrm>
        </p:grpSpPr>
        <p:cxnSp>
          <p:nvCxnSpPr>
            <p:cNvPr id="114" name="直接箭头连接符 113">
              <a:extLst>
                <a:ext uri="{FF2B5EF4-FFF2-40B4-BE49-F238E27FC236}">
                  <a16:creationId xmlns:a16="http://schemas.microsoft.com/office/drawing/2014/main" id="{93CC9B2D-BAC8-4B73-910D-3DCA3328A376}"/>
                </a:ext>
              </a:extLst>
            </p:cNvPr>
            <p:cNvCxnSpPr>
              <a:cxnSpLocks/>
              <a:stCxn id="61" idx="3"/>
              <a:endCxn id="63" idx="1"/>
            </p:cNvCxnSpPr>
            <p:nvPr/>
          </p:nvCxnSpPr>
          <p:spPr>
            <a:xfrm flipV="1">
              <a:off x="2618206" y="4941506"/>
              <a:ext cx="1480145" cy="776879"/>
            </a:xfrm>
            <a:prstGeom prst="straightConnector1">
              <a:avLst/>
            </a:prstGeom>
            <a:ln w="25400">
              <a:solidFill>
                <a:schemeClr val="tx1"/>
              </a:solidFill>
              <a:prstDash val="dash"/>
              <a:headEnd type="triangle"/>
              <a:tailEnd type="triangle"/>
            </a:ln>
          </p:spPr>
          <p:style>
            <a:lnRef idx="1">
              <a:schemeClr val="accent1"/>
            </a:lnRef>
            <a:fillRef idx="0">
              <a:schemeClr val="accent1"/>
            </a:fillRef>
            <a:effectRef idx="0">
              <a:schemeClr val="accent1"/>
            </a:effectRef>
            <a:fontRef idx="minor">
              <a:schemeClr val="tx1"/>
            </a:fontRef>
          </p:style>
        </p:cxnSp>
        <p:sp>
          <p:nvSpPr>
            <p:cNvPr id="117" name="íşlïḍè">
              <a:extLst>
                <a:ext uri="{FF2B5EF4-FFF2-40B4-BE49-F238E27FC236}">
                  <a16:creationId xmlns:a16="http://schemas.microsoft.com/office/drawing/2014/main" id="{ABD125AE-4823-4219-BC76-07E3D966BE03}"/>
                </a:ext>
              </a:extLst>
            </p:cNvPr>
            <p:cNvSpPr txBox="1"/>
            <p:nvPr/>
          </p:nvSpPr>
          <p:spPr>
            <a:xfrm rot="19942228">
              <a:off x="2796874" y="5290615"/>
              <a:ext cx="1222556" cy="400111"/>
            </a:xfrm>
            <a:prstGeom prst="rect">
              <a:avLst/>
            </a:prstGeom>
            <a:noFill/>
          </p:spPr>
          <p:txBody>
            <a:bodyPr wrap="square" lIns="91440" tIns="45720" rIns="91440" bIns="45720" anchor="ctr">
              <a:noAutofit/>
            </a:bodyPr>
            <a:lstStyle/>
            <a:p>
              <a:pPr algn="ctr"/>
              <a:r>
                <a:rPr lang="zh-CN" altLang="en-US" b="1" dirty="0">
                  <a:latin typeface="Arial Narrow" panose="020B0606020202030204" pitchFamily="34" charset="0"/>
                </a:rPr>
                <a:t>内部连通</a:t>
              </a:r>
            </a:p>
          </p:txBody>
        </p:sp>
      </p:grpSp>
      <p:grpSp>
        <p:nvGrpSpPr>
          <p:cNvPr id="28" name="组合 27">
            <a:extLst>
              <a:ext uri="{FF2B5EF4-FFF2-40B4-BE49-F238E27FC236}">
                <a16:creationId xmlns:a16="http://schemas.microsoft.com/office/drawing/2014/main" id="{FECACDDD-9486-413B-9262-FCD1EBB51C77}"/>
              </a:ext>
            </a:extLst>
          </p:cNvPr>
          <p:cNvGrpSpPr/>
          <p:nvPr/>
        </p:nvGrpSpPr>
        <p:grpSpPr>
          <a:xfrm>
            <a:off x="8976648" y="4115350"/>
            <a:ext cx="568055" cy="1264860"/>
            <a:chOff x="8976648" y="3904854"/>
            <a:chExt cx="568055" cy="1264860"/>
          </a:xfrm>
        </p:grpSpPr>
        <p:cxnSp>
          <p:nvCxnSpPr>
            <p:cNvPr id="23" name="连接符: 曲线 22">
              <a:extLst>
                <a:ext uri="{FF2B5EF4-FFF2-40B4-BE49-F238E27FC236}">
                  <a16:creationId xmlns:a16="http://schemas.microsoft.com/office/drawing/2014/main" id="{75F7611B-4ECD-487A-820F-FE1E1918B51F}"/>
                </a:ext>
              </a:extLst>
            </p:cNvPr>
            <p:cNvCxnSpPr>
              <a:stCxn id="51" idx="3"/>
              <a:endCxn id="58" idx="3"/>
            </p:cNvCxnSpPr>
            <p:nvPr/>
          </p:nvCxnSpPr>
          <p:spPr>
            <a:xfrm>
              <a:off x="8976648" y="4164626"/>
              <a:ext cx="12700" cy="776880"/>
            </a:xfrm>
            <a:prstGeom prst="curvedConnector3">
              <a:avLst>
                <a:gd name="adj1" fmla="val 1800000"/>
              </a:avLst>
            </a:prstGeom>
            <a:ln w="25400">
              <a:solidFill>
                <a:schemeClr val="tx1"/>
              </a:solidFill>
              <a:prstDash val="dash"/>
              <a:headEnd type="triangle"/>
              <a:tailEnd type="triangle"/>
            </a:ln>
          </p:spPr>
          <p:style>
            <a:lnRef idx="1">
              <a:schemeClr val="accent1"/>
            </a:lnRef>
            <a:fillRef idx="0">
              <a:schemeClr val="accent1"/>
            </a:fillRef>
            <a:effectRef idx="0">
              <a:schemeClr val="accent1"/>
            </a:effectRef>
            <a:fontRef idx="minor">
              <a:schemeClr val="tx1"/>
            </a:fontRef>
          </p:style>
        </p:cxnSp>
        <p:sp>
          <p:nvSpPr>
            <p:cNvPr id="119" name="íşlïḍè">
              <a:extLst>
                <a:ext uri="{FF2B5EF4-FFF2-40B4-BE49-F238E27FC236}">
                  <a16:creationId xmlns:a16="http://schemas.microsoft.com/office/drawing/2014/main" id="{992B10DE-2110-40E8-A2E4-F791A5858700}"/>
                </a:ext>
              </a:extLst>
            </p:cNvPr>
            <p:cNvSpPr txBox="1"/>
            <p:nvPr/>
          </p:nvSpPr>
          <p:spPr>
            <a:xfrm>
              <a:off x="9180762" y="3904854"/>
              <a:ext cx="363941" cy="1264860"/>
            </a:xfrm>
            <a:prstGeom prst="rect">
              <a:avLst/>
            </a:prstGeom>
            <a:noFill/>
          </p:spPr>
          <p:txBody>
            <a:bodyPr wrap="square" lIns="91440" tIns="45720" rIns="91440" bIns="45720" anchor="ctr">
              <a:noAutofit/>
            </a:bodyPr>
            <a:lstStyle/>
            <a:p>
              <a:pPr algn="ctr"/>
              <a:r>
                <a:rPr lang="zh-CN" altLang="en-US" b="1" dirty="0">
                  <a:latin typeface="Arial Narrow" panose="020B0606020202030204" pitchFamily="34" charset="0"/>
                </a:rPr>
                <a:t>内</a:t>
              </a:r>
              <a:endParaRPr lang="en-US" altLang="zh-CN" b="1" dirty="0">
                <a:latin typeface="Arial Narrow" panose="020B0606020202030204" pitchFamily="34" charset="0"/>
              </a:endParaRPr>
            </a:p>
            <a:p>
              <a:pPr algn="ctr"/>
              <a:r>
                <a:rPr lang="zh-CN" altLang="en-US" b="1" dirty="0">
                  <a:latin typeface="Arial Narrow" panose="020B0606020202030204" pitchFamily="34" charset="0"/>
                </a:rPr>
                <a:t>部</a:t>
              </a:r>
              <a:endParaRPr lang="en-US" altLang="zh-CN" b="1" dirty="0">
                <a:latin typeface="Arial Narrow" panose="020B0606020202030204" pitchFamily="34" charset="0"/>
              </a:endParaRPr>
            </a:p>
            <a:p>
              <a:pPr algn="ctr"/>
              <a:r>
                <a:rPr lang="zh-CN" altLang="en-US" b="1" dirty="0">
                  <a:latin typeface="Arial Narrow" panose="020B0606020202030204" pitchFamily="34" charset="0"/>
                </a:rPr>
                <a:t>连</a:t>
              </a:r>
              <a:endParaRPr lang="en-US" altLang="zh-CN" b="1" dirty="0">
                <a:latin typeface="Arial Narrow" panose="020B0606020202030204" pitchFamily="34" charset="0"/>
              </a:endParaRPr>
            </a:p>
            <a:p>
              <a:pPr algn="ctr"/>
              <a:r>
                <a:rPr lang="zh-CN" altLang="en-US" b="1" dirty="0">
                  <a:latin typeface="Arial Narrow" panose="020B0606020202030204" pitchFamily="34" charset="0"/>
                </a:rPr>
                <a:t>通</a:t>
              </a:r>
            </a:p>
          </p:txBody>
        </p:sp>
      </p:grpSp>
      <p:grpSp>
        <p:nvGrpSpPr>
          <p:cNvPr id="29" name="组合 28">
            <a:extLst>
              <a:ext uri="{FF2B5EF4-FFF2-40B4-BE49-F238E27FC236}">
                <a16:creationId xmlns:a16="http://schemas.microsoft.com/office/drawing/2014/main" id="{31590184-6B9F-492E-88B2-48850BBBDCC8}"/>
              </a:ext>
            </a:extLst>
          </p:cNvPr>
          <p:cNvGrpSpPr/>
          <p:nvPr/>
        </p:nvGrpSpPr>
        <p:grpSpPr>
          <a:xfrm>
            <a:off x="9872634" y="4375121"/>
            <a:ext cx="596859" cy="1553759"/>
            <a:chOff x="9872634" y="4164625"/>
            <a:chExt cx="596859" cy="1553759"/>
          </a:xfrm>
        </p:grpSpPr>
        <p:cxnSp>
          <p:nvCxnSpPr>
            <p:cNvPr id="115" name="连接符: 曲线 114">
              <a:extLst>
                <a:ext uri="{FF2B5EF4-FFF2-40B4-BE49-F238E27FC236}">
                  <a16:creationId xmlns:a16="http://schemas.microsoft.com/office/drawing/2014/main" id="{FC0EF825-7FD9-4C4D-93A9-95B424090E87}"/>
                </a:ext>
              </a:extLst>
            </p:cNvPr>
            <p:cNvCxnSpPr>
              <a:cxnSpLocks/>
              <a:stCxn id="65" idx="1"/>
              <a:endCxn id="68" idx="1"/>
            </p:cNvCxnSpPr>
            <p:nvPr/>
          </p:nvCxnSpPr>
          <p:spPr>
            <a:xfrm rot="10800000" flipV="1">
              <a:off x="10456793" y="4164625"/>
              <a:ext cx="12700" cy="1553759"/>
            </a:xfrm>
            <a:prstGeom prst="curvedConnector3">
              <a:avLst>
                <a:gd name="adj1" fmla="val 1800000"/>
              </a:avLst>
            </a:prstGeom>
            <a:ln w="25400">
              <a:solidFill>
                <a:schemeClr val="tx1"/>
              </a:solidFill>
              <a:prstDash val="dash"/>
              <a:headEnd type="triangle"/>
              <a:tailEnd type="triangle"/>
            </a:ln>
          </p:spPr>
          <p:style>
            <a:lnRef idx="1">
              <a:schemeClr val="accent1"/>
            </a:lnRef>
            <a:fillRef idx="0">
              <a:schemeClr val="accent1"/>
            </a:fillRef>
            <a:effectRef idx="0">
              <a:schemeClr val="accent1"/>
            </a:effectRef>
            <a:fontRef idx="minor">
              <a:schemeClr val="tx1"/>
            </a:fontRef>
          </p:style>
        </p:cxnSp>
        <p:sp>
          <p:nvSpPr>
            <p:cNvPr id="121" name="íşlïḍè">
              <a:extLst>
                <a:ext uri="{FF2B5EF4-FFF2-40B4-BE49-F238E27FC236}">
                  <a16:creationId xmlns:a16="http://schemas.microsoft.com/office/drawing/2014/main" id="{F7C29991-DCAB-4F4C-8EA3-1E1731E396AE}"/>
                </a:ext>
              </a:extLst>
            </p:cNvPr>
            <p:cNvSpPr txBox="1"/>
            <p:nvPr/>
          </p:nvSpPr>
          <p:spPr>
            <a:xfrm>
              <a:off x="9872634" y="4297308"/>
              <a:ext cx="363941" cy="1264860"/>
            </a:xfrm>
            <a:prstGeom prst="rect">
              <a:avLst/>
            </a:prstGeom>
            <a:noFill/>
          </p:spPr>
          <p:txBody>
            <a:bodyPr wrap="square" lIns="91440" tIns="45720" rIns="91440" bIns="45720" anchor="ctr">
              <a:noAutofit/>
            </a:bodyPr>
            <a:lstStyle/>
            <a:p>
              <a:pPr algn="ctr"/>
              <a:r>
                <a:rPr lang="zh-CN" altLang="en-US" b="1" dirty="0">
                  <a:latin typeface="Arial Narrow" panose="020B0606020202030204" pitchFamily="34" charset="0"/>
                </a:rPr>
                <a:t>内</a:t>
              </a:r>
              <a:endParaRPr lang="en-US" altLang="zh-CN" b="1" dirty="0">
                <a:latin typeface="Arial Narrow" panose="020B0606020202030204" pitchFamily="34" charset="0"/>
              </a:endParaRPr>
            </a:p>
            <a:p>
              <a:pPr algn="ctr"/>
              <a:r>
                <a:rPr lang="zh-CN" altLang="en-US" b="1" dirty="0">
                  <a:latin typeface="Arial Narrow" panose="020B0606020202030204" pitchFamily="34" charset="0"/>
                </a:rPr>
                <a:t>部</a:t>
              </a:r>
              <a:endParaRPr lang="en-US" altLang="zh-CN" b="1" dirty="0">
                <a:latin typeface="Arial Narrow" panose="020B0606020202030204" pitchFamily="34" charset="0"/>
              </a:endParaRPr>
            </a:p>
            <a:p>
              <a:pPr algn="ctr"/>
              <a:r>
                <a:rPr lang="zh-CN" altLang="en-US" b="1" dirty="0">
                  <a:latin typeface="Arial Narrow" panose="020B0606020202030204" pitchFamily="34" charset="0"/>
                </a:rPr>
                <a:t>连</a:t>
              </a:r>
              <a:endParaRPr lang="en-US" altLang="zh-CN" b="1" dirty="0">
                <a:latin typeface="Arial Narrow" panose="020B0606020202030204" pitchFamily="34" charset="0"/>
              </a:endParaRPr>
            </a:p>
            <a:p>
              <a:pPr algn="ctr"/>
              <a:r>
                <a:rPr lang="zh-CN" altLang="en-US" b="1" dirty="0">
                  <a:latin typeface="Arial Narrow" panose="020B0606020202030204" pitchFamily="34" charset="0"/>
                </a:rPr>
                <a:t>通</a:t>
              </a:r>
            </a:p>
          </p:txBody>
        </p:sp>
      </p:grpSp>
      <p:sp>
        <p:nvSpPr>
          <p:cNvPr id="5" name="矩形 4">
            <a:extLst>
              <a:ext uri="{FF2B5EF4-FFF2-40B4-BE49-F238E27FC236}">
                <a16:creationId xmlns:a16="http://schemas.microsoft.com/office/drawing/2014/main" id="{7B8978FE-1594-481A-895C-14BD84DE8A91}"/>
              </a:ext>
            </a:extLst>
          </p:cNvPr>
          <p:cNvSpPr/>
          <p:nvPr/>
        </p:nvSpPr>
        <p:spPr>
          <a:xfrm>
            <a:off x="2335333" y="3918704"/>
            <a:ext cx="2045888" cy="2466594"/>
          </a:xfrm>
          <a:prstGeom prst="rect">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6" name="矩形 5">
            <a:extLst>
              <a:ext uri="{FF2B5EF4-FFF2-40B4-BE49-F238E27FC236}">
                <a16:creationId xmlns:a16="http://schemas.microsoft.com/office/drawing/2014/main" id="{823793EE-D768-407B-B399-27618C4822AD}"/>
              </a:ext>
            </a:extLst>
          </p:cNvPr>
          <p:cNvSpPr/>
          <p:nvPr/>
        </p:nvSpPr>
        <p:spPr>
          <a:xfrm>
            <a:off x="2335333" y="4233685"/>
            <a:ext cx="282873" cy="282873"/>
          </a:xfrm>
          <a:prstGeom prst="rect">
            <a:avLst/>
          </a:prstGeom>
          <a:solidFill>
            <a:schemeClr val="bg2">
              <a:lumMod val="90000"/>
            </a:schemeClr>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CN" sz="2000" b="1" dirty="0">
                <a:solidFill>
                  <a:schemeClr val="tx1"/>
                </a:solidFill>
                <a:latin typeface="Arial Black" panose="020B0A04020102020204" pitchFamily="34" charset="0"/>
              </a:rPr>
              <a:t>1</a:t>
            </a:r>
            <a:endParaRPr lang="zh-CN" altLang="en-US" sz="2000" b="1" dirty="0">
              <a:solidFill>
                <a:schemeClr val="tx1"/>
              </a:solidFill>
              <a:latin typeface="Arial Black" panose="020B0A04020102020204" pitchFamily="34" charset="0"/>
            </a:endParaRPr>
          </a:p>
        </p:txBody>
      </p:sp>
      <p:sp>
        <p:nvSpPr>
          <p:cNvPr id="60" name="矩形 59">
            <a:extLst>
              <a:ext uri="{FF2B5EF4-FFF2-40B4-BE49-F238E27FC236}">
                <a16:creationId xmlns:a16="http://schemas.microsoft.com/office/drawing/2014/main" id="{5C40A978-9743-4316-BAEF-8011F93BE09A}"/>
              </a:ext>
            </a:extLst>
          </p:cNvPr>
          <p:cNvSpPr/>
          <p:nvPr/>
        </p:nvSpPr>
        <p:spPr>
          <a:xfrm>
            <a:off x="2335333" y="5010565"/>
            <a:ext cx="282873" cy="282873"/>
          </a:xfrm>
          <a:prstGeom prst="rect">
            <a:avLst/>
          </a:prstGeom>
          <a:solidFill>
            <a:schemeClr val="bg2">
              <a:lumMod val="90000"/>
            </a:schemeClr>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CN" sz="2000" b="1" dirty="0">
                <a:solidFill>
                  <a:schemeClr val="tx1"/>
                </a:solidFill>
                <a:latin typeface="Arial Black" panose="020B0A04020102020204" pitchFamily="34" charset="0"/>
              </a:rPr>
              <a:t>2</a:t>
            </a:r>
            <a:endParaRPr lang="zh-CN" altLang="en-US" sz="2000" b="1" dirty="0">
              <a:solidFill>
                <a:schemeClr val="tx1"/>
              </a:solidFill>
              <a:latin typeface="Arial Black" panose="020B0A04020102020204" pitchFamily="34" charset="0"/>
            </a:endParaRPr>
          </a:p>
        </p:txBody>
      </p:sp>
      <p:sp>
        <p:nvSpPr>
          <p:cNvPr id="61" name="矩形 60">
            <a:extLst>
              <a:ext uri="{FF2B5EF4-FFF2-40B4-BE49-F238E27FC236}">
                <a16:creationId xmlns:a16="http://schemas.microsoft.com/office/drawing/2014/main" id="{3D7DCE5C-0F8D-4F5F-886C-5445F2889D89}"/>
              </a:ext>
            </a:extLst>
          </p:cNvPr>
          <p:cNvSpPr/>
          <p:nvPr/>
        </p:nvSpPr>
        <p:spPr>
          <a:xfrm>
            <a:off x="2335333" y="5787444"/>
            <a:ext cx="282873" cy="282873"/>
          </a:xfrm>
          <a:prstGeom prst="rect">
            <a:avLst/>
          </a:prstGeom>
          <a:solidFill>
            <a:schemeClr val="bg2">
              <a:lumMod val="90000"/>
            </a:schemeClr>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CN" sz="2000" b="1" dirty="0">
                <a:solidFill>
                  <a:schemeClr val="tx1"/>
                </a:solidFill>
                <a:latin typeface="Arial Black" panose="020B0A04020102020204" pitchFamily="34" charset="0"/>
              </a:rPr>
              <a:t>3</a:t>
            </a:r>
            <a:endParaRPr lang="zh-CN" altLang="en-US" sz="2000" b="1" dirty="0">
              <a:solidFill>
                <a:schemeClr val="tx1"/>
              </a:solidFill>
              <a:latin typeface="Arial Black" panose="020B0A04020102020204" pitchFamily="34" charset="0"/>
            </a:endParaRPr>
          </a:p>
        </p:txBody>
      </p:sp>
      <p:sp>
        <p:nvSpPr>
          <p:cNvPr id="62" name="矩形 61">
            <a:extLst>
              <a:ext uri="{FF2B5EF4-FFF2-40B4-BE49-F238E27FC236}">
                <a16:creationId xmlns:a16="http://schemas.microsoft.com/office/drawing/2014/main" id="{4D68483B-3692-4A74-BFA0-D4CA56C6A3DF}"/>
              </a:ext>
            </a:extLst>
          </p:cNvPr>
          <p:cNvSpPr/>
          <p:nvPr/>
        </p:nvSpPr>
        <p:spPr>
          <a:xfrm>
            <a:off x="4098351" y="4233685"/>
            <a:ext cx="282873" cy="282873"/>
          </a:xfrm>
          <a:prstGeom prst="rect">
            <a:avLst/>
          </a:prstGeom>
          <a:solidFill>
            <a:schemeClr val="bg2">
              <a:lumMod val="90000"/>
            </a:schemeClr>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CN" sz="2000" b="1" dirty="0">
                <a:solidFill>
                  <a:schemeClr val="tx1"/>
                </a:solidFill>
                <a:latin typeface="Arial Black" panose="020B0A04020102020204" pitchFamily="34" charset="0"/>
              </a:rPr>
              <a:t>4</a:t>
            </a:r>
            <a:endParaRPr lang="zh-CN" altLang="en-US" sz="2000" b="1" dirty="0">
              <a:solidFill>
                <a:schemeClr val="tx1"/>
              </a:solidFill>
              <a:latin typeface="Arial Black" panose="020B0A04020102020204" pitchFamily="34" charset="0"/>
            </a:endParaRPr>
          </a:p>
        </p:txBody>
      </p:sp>
      <p:sp>
        <p:nvSpPr>
          <p:cNvPr id="63" name="矩形 62">
            <a:extLst>
              <a:ext uri="{FF2B5EF4-FFF2-40B4-BE49-F238E27FC236}">
                <a16:creationId xmlns:a16="http://schemas.microsoft.com/office/drawing/2014/main" id="{E4D5BCA6-FB4B-47AB-974D-9B122F626AFE}"/>
              </a:ext>
            </a:extLst>
          </p:cNvPr>
          <p:cNvSpPr/>
          <p:nvPr/>
        </p:nvSpPr>
        <p:spPr>
          <a:xfrm>
            <a:off x="4098351" y="5010565"/>
            <a:ext cx="282873" cy="282873"/>
          </a:xfrm>
          <a:prstGeom prst="rect">
            <a:avLst/>
          </a:prstGeom>
          <a:solidFill>
            <a:schemeClr val="bg2">
              <a:lumMod val="90000"/>
            </a:schemeClr>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CN" sz="2000" b="1" dirty="0">
                <a:solidFill>
                  <a:schemeClr val="tx1"/>
                </a:solidFill>
                <a:latin typeface="Arial Black" panose="020B0A04020102020204" pitchFamily="34" charset="0"/>
              </a:rPr>
              <a:t>5</a:t>
            </a:r>
            <a:endParaRPr lang="zh-CN" altLang="en-US" sz="2000" b="1" dirty="0">
              <a:solidFill>
                <a:schemeClr val="tx1"/>
              </a:solidFill>
              <a:latin typeface="Arial Black" panose="020B0A04020102020204" pitchFamily="34" charset="0"/>
            </a:endParaRPr>
          </a:p>
        </p:txBody>
      </p:sp>
      <p:sp>
        <p:nvSpPr>
          <p:cNvPr id="64" name="矩形 63">
            <a:extLst>
              <a:ext uri="{FF2B5EF4-FFF2-40B4-BE49-F238E27FC236}">
                <a16:creationId xmlns:a16="http://schemas.microsoft.com/office/drawing/2014/main" id="{1A53BF14-2ABE-435A-B602-786EE722F28D}"/>
              </a:ext>
            </a:extLst>
          </p:cNvPr>
          <p:cNvSpPr/>
          <p:nvPr/>
        </p:nvSpPr>
        <p:spPr>
          <a:xfrm>
            <a:off x="4098351" y="5787444"/>
            <a:ext cx="282873" cy="282873"/>
          </a:xfrm>
          <a:prstGeom prst="rect">
            <a:avLst/>
          </a:prstGeom>
          <a:solidFill>
            <a:schemeClr val="bg2">
              <a:lumMod val="90000"/>
            </a:schemeClr>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CN" sz="2000" b="1" dirty="0">
                <a:solidFill>
                  <a:schemeClr val="tx1"/>
                </a:solidFill>
                <a:latin typeface="Arial Black" panose="020B0A04020102020204" pitchFamily="34" charset="0"/>
              </a:rPr>
              <a:t>6</a:t>
            </a:r>
            <a:endParaRPr lang="zh-CN" altLang="en-US" sz="2000" b="1" dirty="0">
              <a:solidFill>
                <a:schemeClr val="tx1"/>
              </a:solidFill>
              <a:latin typeface="Arial Black" panose="020B0A04020102020204" pitchFamily="34" charset="0"/>
            </a:endParaRPr>
          </a:p>
        </p:txBody>
      </p:sp>
      <p:cxnSp>
        <p:nvCxnSpPr>
          <p:cNvPr id="12" name="直接连接符 11">
            <a:extLst>
              <a:ext uri="{FF2B5EF4-FFF2-40B4-BE49-F238E27FC236}">
                <a16:creationId xmlns:a16="http://schemas.microsoft.com/office/drawing/2014/main" id="{DBFA0F3A-71F2-4CFF-9848-003D93744202}"/>
              </a:ext>
            </a:extLst>
          </p:cNvPr>
          <p:cNvCxnSpPr>
            <a:cxnSpLocks/>
            <a:stCxn id="6" idx="1"/>
          </p:cNvCxnSpPr>
          <p:nvPr/>
        </p:nvCxnSpPr>
        <p:spPr>
          <a:xfrm flipH="1">
            <a:off x="1806511" y="4375122"/>
            <a:ext cx="528822" cy="0"/>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grpSp>
        <p:nvGrpSpPr>
          <p:cNvPr id="10" name="组合 9">
            <a:extLst>
              <a:ext uri="{FF2B5EF4-FFF2-40B4-BE49-F238E27FC236}">
                <a16:creationId xmlns:a16="http://schemas.microsoft.com/office/drawing/2014/main" id="{63BC7B38-2CBC-4DF3-9610-16BEDF36A04D}"/>
              </a:ext>
            </a:extLst>
          </p:cNvPr>
          <p:cNvGrpSpPr/>
          <p:nvPr/>
        </p:nvGrpSpPr>
        <p:grpSpPr>
          <a:xfrm>
            <a:off x="1346499" y="3988565"/>
            <a:ext cx="536483" cy="537456"/>
            <a:chOff x="1294129" y="3886615"/>
            <a:chExt cx="536483" cy="537456"/>
          </a:xfrm>
        </p:grpSpPr>
        <p:pic>
          <p:nvPicPr>
            <p:cNvPr id="67" name="图形 10">
              <a:extLst>
                <a:ext uri="{FF2B5EF4-FFF2-40B4-BE49-F238E27FC236}">
                  <a16:creationId xmlns:a16="http://schemas.microsoft.com/office/drawing/2014/main" id="{45F06463-8405-4563-A327-32BA2E1AEDAA}"/>
                </a:ext>
              </a:extLst>
            </p:cNvPr>
            <p:cNvPicPr>
              <a:picLocks noChangeAspect="1"/>
            </p:cNvPicPr>
            <p:nvPr/>
          </p:nvPicPr>
          <p:blipFill>
            <a:blip r:embed="rId3">
              <a:extLst>
                <a:ext uri="{28A0092B-C50C-407E-A947-70E740481C1C}">
                  <a14:useLocalDpi xmlns:a14="http://schemas.microsoft.com/office/drawing/2010/main" val="0"/>
                </a:ext>
                <a:ext uri="{96DAC541-7B7A-43D3-8B79-37D633B846F1}">
                  <asvg:svgBlip xmlns:asvg="http://schemas.microsoft.com/office/drawing/2016/SVG/main" r:embed="rId4"/>
                </a:ext>
              </a:extLst>
            </a:blip>
            <a:stretch>
              <a:fillRect/>
            </a:stretch>
          </p:blipFill>
          <p:spPr>
            <a:xfrm>
              <a:off x="1294129" y="3905179"/>
              <a:ext cx="536483" cy="518892"/>
            </a:xfrm>
            <a:prstGeom prst="rect">
              <a:avLst/>
            </a:prstGeom>
          </p:spPr>
        </p:pic>
        <p:sp>
          <p:nvSpPr>
            <p:cNvPr id="9" name="文本框 8">
              <a:extLst>
                <a:ext uri="{FF2B5EF4-FFF2-40B4-BE49-F238E27FC236}">
                  <a16:creationId xmlns:a16="http://schemas.microsoft.com/office/drawing/2014/main" id="{31B65486-C583-4300-B19F-A75330BD5614}"/>
                </a:ext>
              </a:extLst>
            </p:cNvPr>
            <p:cNvSpPr txBox="1"/>
            <p:nvPr/>
          </p:nvSpPr>
          <p:spPr>
            <a:xfrm>
              <a:off x="1513103" y="3886615"/>
              <a:ext cx="282873" cy="369332"/>
            </a:xfrm>
            <a:prstGeom prst="rect">
              <a:avLst/>
            </a:prstGeom>
            <a:noFill/>
          </p:spPr>
          <p:txBody>
            <a:bodyPr wrap="square" rtlCol="0">
              <a:spAutoFit/>
            </a:bodyPr>
            <a:lstStyle/>
            <a:p>
              <a:pPr algn="ctr"/>
              <a:r>
                <a:rPr lang="en-US" altLang="zh-CN" b="1" dirty="0">
                  <a:solidFill>
                    <a:schemeClr val="bg1"/>
                  </a:solidFill>
                </a:rPr>
                <a:t>A</a:t>
              </a:r>
              <a:endParaRPr lang="zh-CN" altLang="en-US" b="1" dirty="0">
                <a:solidFill>
                  <a:schemeClr val="bg1"/>
                </a:solidFill>
              </a:endParaRPr>
            </a:p>
          </p:txBody>
        </p:sp>
      </p:grpSp>
      <p:cxnSp>
        <p:nvCxnSpPr>
          <p:cNvPr id="73" name="直接连接符 72">
            <a:extLst>
              <a:ext uri="{FF2B5EF4-FFF2-40B4-BE49-F238E27FC236}">
                <a16:creationId xmlns:a16="http://schemas.microsoft.com/office/drawing/2014/main" id="{115D7DEF-E6F9-46D1-BC58-EF5571FC17A3}"/>
              </a:ext>
            </a:extLst>
          </p:cNvPr>
          <p:cNvCxnSpPr>
            <a:cxnSpLocks/>
          </p:cNvCxnSpPr>
          <p:nvPr/>
        </p:nvCxnSpPr>
        <p:spPr>
          <a:xfrm flipH="1">
            <a:off x="4381221" y="4356970"/>
            <a:ext cx="528822" cy="0"/>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grpSp>
        <p:nvGrpSpPr>
          <p:cNvPr id="74" name="组合 73">
            <a:extLst>
              <a:ext uri="{FF2B5EF4-FFF2-40B4-BE49-F238E27FC236}">
                <a16:creationId xmlns:a16="http://schemas.microsoft.com/office/drawing/2014/main" id="{FBE67127-FC0A-4B0D-82F5-7439870241B8}"/>
              </a:ext>
            </a:extLst>
          </p:cNvPr>
          <p:cNvGrpSpPr/>
          <p:nvPr/>
        </p:nvGrpSpPr>
        <p:grpSpPr>
          <a:xfrm>
            <a:off x="4887865" y="3995143"/>
            <a:ext cx="536483" cy="530878"/>
            <a:chOff x="1294129" y="3893193"/>
            <a:chExt cx="536483" cy="530878"/>
          </a:xfrm>
        </p:grpSpPr>
        <p:pic>
          <p:nvPicPr>
            <p:cNvPr id="75" name="图形 10">
              <a:extLst>
                <a:ext uri="{FF2B5EF4-FFF2-40B4-BE49-F238E27FC236}">
                  <a16:creationId xmlns:a16="http://schemas.microsoft.com/office/drawing/2014/main" id="{C2B92D81-47FB-493F-811F-D1C9EAB26E6E}"/>
                </a:ext>
              </a:extLst>
            </p:cNvPr>
            <p:cNvPicPr>
              <a:picLocks noChangeAspect="1"/>
            </p:cNvPicPr>
            <p:nvPr/>
          </p:nvPicPr>
          <p:blipFill>
            <a:blip r:embed="rId3">
              <a:extLst>
                <a:ext uri="{28A0092B-C50C-407E-A947-70E740481C1C}">
                  <a14:useLocalDpi xmlns:a14="http://schemas.microsoft.com/office/drawing/2010/main" val="0"/>
                </a:ext>
                <a:ext uri="{96DAC541-7B7A-43D3-8B79-37D633B846F1}">
                  <asvg:svgBlip xmlns:asvg="http://schemas.microsoft.com/office/drawing/2016/SVG/main" r:embed="rId4"/>
                </a:ext>
              </a:extLst>
            </a:blip>
            <a:stretch>
              <a:fillRect/>
            </a:stretch>
          </p:blipFill>
          <p:spPr>
            <a:xfrm>
              <a:off x="1294129" y="3905179"/>
              <a:ext cx="536483" cy="518892"/>
            </a:xfrm>
            <a:prstGeom prst="rect">
              <a:avLst/>
            </a:prstGeom>
          </p:spPr>
        </p:pic>
        <p:sp>
          <p:nvSpPr>
            <p:cNvPr id="76" name="文本框 75">
              <a:extLst>
                <a:ext uri="{FF2B5EF4-FFF2-40B4-BE49-F238E27FC236}">
                  <a16:creationId xmlns:a16="http://schemas.microsoft.com/office/drawing/2014/main" id="{4442822F-FFA9-4D5F-A5B9-E192CDA19D6A}"/>
                </a:ext>
              </a:extLst>
            </p:cNvPr>
            <p:cNvSpPr txBox="1"/>
            <p:nvPr/>
          </p:nvSpPr>
          <p:spPr>
            <a:xfrm>
              <a:off x="1513103" y="3893193"/>
              <a:ext cx="282873" cy="369332"/>
            </a:xfrm>
            <a:prstGeom prst="rect">
              <a:avLst/>
            </a:prstGeom>
            <a:noFill/>
          </p:spPr>
          <p:txBody>
            <a:bodyPr wrap="square" rtlCol="0">
              <a:spAutoFit/>
            </a:bodyPr>
            <a:lstStyle/>
            <a:p>
              <a:pPr algn="ctr"/>
              <a:r>
                <a:rPr lang="en-US" altLang="zh-CN" b="1" dirty="0">
                  <a:solidFill>
                    <a:schemeClr val="bg1"/>
                  </a:solidFill>
                </a:rPr>
                <a:t>B</a:t>
              </a:r>
              <a:endParaRPr lang="zh-CN" altLang="en-US" b="1" dirty="0">
                <a:solidFill>
                  <a:schemeClr val="bg1"/>
                </a:solidFill>
              </a:endParaRPr>
            </a:p>
          </p:txBody>
        </p:sp>
      </p:grpSp>
      <p:cxnSp>
        <p:nvCxnSpPr>
          <p:cNvPr id="77" name="直接连接符 76">
            <a:extLst>
              <a:ext uri="{FF2B5EF4-FFF2-40B4-BE49-F238E27FC236}">
                <a16:creationId xmlns:a16="http://schemas.microsoft.com/office/drawing/2014/main" id="{D5BE263A-D3ED-4FD3-8A96-0F9DD5E1AA52}"/>
              </a:ext>
            </a:extLst>
          </p:cNvPr>
          <p:cNvCxnSpPr>
            <a:cxnSpLocks/>
          </p:cNvCxnSpPr>
          <p:nvPr/>
        </p:nvCxnSpPr>
        <p:spPr>
          <a:xfrm flipH="1">
            <a:off x="4374128" y="5163725"/>
            <a:ext cx="528822" cy="0"/>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grpSp>
        <p:nvGrpSpPr>
          <p:cNvPr id="78" name="组合 77">
            <a:extLst>
              <a:ext uri="{FF2B5EF4-FFF2-40B4-BE49-F238E27FC236}">
                <a16:creationId xmlns:a16="http://schemas.microsoft.com/office/drawing/2014/main" id="{1EA99009-D328-411E-A10D-5FA9ECDB9CA0}"/>
              </a:ext>
            </a:extLst>
          </p:cNvPr>
          <p:cNvGrpSpPr/>
          <p:nvPr/>
        </p:nvGrpSpPr>
        <p:grpSpPr>
          <a:xfrm>
            <a:off x="4880772" y="4813884"/>
            <a:ext cx="536483" cy="518892"/>
            <a:chOff x="1294129" y="3905179"/>
            <a:chExt cx="536483" cy="518892"/>
          </a:xfrm>
        </p:grpSpPr>
        <p:pic>
          <p:nvPicPr>
            <p:cNvPr id="79" name="图形 10">
              <a:extLst>
                <a:ext uri="{FF2B5EF4-FFF2-40B4-BE49-F238E27FC236}">
                  <a16:creationId xmlns:a16="http://schemas.microsoft.com/office/drawing/2014/main" id="{1C0E463B-3EB1-486A-9E01-44D1FF6D89D3}"/>
                </a:ext>
              </a:extLst>
            </p:cNvPr>
            <p:cNvPicPr>
              <a:picLocks noChangeAspect="1"/>
            </p:cNvPicPr>
            <p:nvPr/>
          </p:nvPicPr>
          <p:blipFill>
            <a:blip r:embed="rId3">
              <a:extLst>
                <a:ext uri="{28A0092B-C50C-407E-A947-70E740481C1C}">
                  <a14:useLocalDpi xmlns:a14="http://schemas.microsoft.com/office/drawing/2010/main" val="0"/>
                </a:ext>
                <a:ext uri="{96DAC541-7B7A-43D3-8B79-37D633B846F1}">
                  <asvg:svgBlip xmlns:asvg="http://schemas.microsoft.com/office/drawing/2016/SVG/main" r:embed="rId4"/>
                </a:ext>
              </a:extLst>
            </a:blip>
            <a:stretch>
              <a:fillRect/>
            </a:stretch>
          </p:blipFill>
          <p:spPr>
            <a:xfrm>
              <a:off x="1294129" y="3905179"/>
              <a:ext cx="536483" cy="518892"/>
            </a:xfrm>
            <a:prstGeom prst="rect">
              <a:avLst/>
            </a:prstGeom>
          </p:spPr>
        </p:pic>
        <p:sp>
          <p:nvSpPr>
            <p:cNvPr id="80" name="文本框 79">
              <a:extLst>
                <a:ext uri="{FF2B5EF4-FFF2-40B4-BE49-F238E27FC236}">
                  <a16:creationId xmlns:a16="http://schemas.microsoft.com/office/drawing/2014/main" id="{9A5553E3-E24C-43E5-AD1D-F04A9945A7DA}"/>
                </a:ext>
              </a:extLst>
            </p:cNvPr>
            <p:cNvSpPr txBox="1"/>
            <p:nvPr/>
          </p:nvSpPr>
          <p:spPr>
            <a:xfrm>
              <a:off x="1513103" y="3906349"/>
              <a:ext cx="282873" cy="369332"/>
            </a:xfrm>
            <a:prstGeom prst="rect">
              <a:avLst/>
            </a:prstGeom>
            <a:noFill/>
          </p:spPr>
          <p:txBody>
            <a:bodyPr wrap="square" rtlCol="0">
              <a:spAutoFit/>
            </a:bodyPr>
            <a:lstStyle/>
            <a:p>
              <a:pPr algn="ctr"/>
              <a:r>
                <a:rPr lang="en-US" altLang="zh-CN" b="1" dirty="0">
                  <a:solidFill>
                    <a:schemeClr val="bg1"/>
                  </a:solidFill>
                </a:rPr>
                <a:t>C</a:t>
              </a:r>
              <a:endParaRPr lang="zh-CN" altLang="en-US" b="1" dirty="0">
                <a:solidFill>
                  <a:schemeClr val="bg1"/>
                </a:solidFill>
              </a:endParaRPr>
            </a:p>
          </p:txBody>
        </p:sp>
      </p:grpSp>
      <p:cxnSp>
        <p:nvCxnSpPr>
          <p:cNvPr id="81" name="直接连接符 80">
            <a:extLst>
              <a:ext uri="{FF2B5EF4-FFF2-40B4-BE49-F238E27FC236}">
                <a16:creationId xmlns:a16="http://schemas.microsoft.com/office/drawing/2014/main" id="{1DE18D0D-FA84-468C-88EC-0894FBE0A472}"/>
              </a:ext>
            </a:extLst>
          </p:cNvPr>
          <p:cNvCxnSpPr>
            <a:cxnSpLocks/>
          </p:cNvCxnSpPr>
          <p:nvPr/>
        </p:nvCxnSpPr>
        <p:spPr>
          <a:xfrm flipH="1">
            <a:off x="1799674" y="5935951"/>
            <a:ext cx="528822" cy="0"/>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grpSp>
        <p:nvGrpSpPr>
          <p:cNvPr id="82" name="组合 81">
            <a:extLst>
              <a:ext uri="{FF2B5EF4-FFF2-40B4-BE49-F238E27FC236}">
                <a16:creationId xmlns:a16="http://schemas.microsoft.com/office/drawing/2014/main" id="{39E8F369-ACAF-4BD0-9787-2A00718106C4}"/>
              </a:ext>
            </a:extLst>
          </p:cNvPr>
          <p:cNvGrpSpPr/>
          <p:nvPr/>
        </p:nvGrpSpPr>
        <p:grpSpPr>
          <a:xfrm>
            <a:off x="1339662" y="5549394"/>
            <a:ext cx="536483" cy="537456"/>
            <a:chOff x="1294129" y="3886615"/>
            <a:chExt cx="536483" cy="537456"/>
          </a:xfrm>
        </p:grpSpPr>
        <p:pic>
          <p:nvPicPr>
            <p:cNvPr id="83" name="图形 10">
              <a:extLst>
                <a:ext uri="{FF2B5EF4-FFF2-40B4-BE49-F238E27FC236}">
                  <a16:creationId xmlns:a16="http://schemas.microsoft.com/office/drawing/2014/main" id="{2AED5D4D-D322-49AC-8726-DDFA26108309}"/>
                </a:ext>
              </a:extLst>
            </p:cNvPr>
            <p:cNvPicPr>
              <a:picLocks noChangeAspect="1"/>
            </p:cNvPicPr>
            <p:nvPr/>
          </p:nvPicPr>
          <p:blipFill>
            <a:blip r:embed="rId3">
              <a:extLst>
                <a:ext uri="{28A0092B-C50C-407E-A947-70E740481C1C}">
                  <a14:useLocalDpi xmlns:a14="http://schemas.microsoft.com/office/drawing/2010/main" val="0"/>
                </a:ext>
                <a:ext uri="{96DAC541-7B7A-43D3-8B79-37D633B846F1}">
                  <asvg:svgBlip xmlns:asvg="http://schemas.microsoft.com/office/drawing/2016/SVG/main" r:embed="rId4"/>
                </a:ext>
              </a:extLst>
            </a:blip>
            <a:stretch>
              <a:fillRect/>
            </a:stretch>
          </p:blipFill>
          <p:spPr>
            <a:xfrm>
              <a:off x="1294129" y="3905179"/>
              <a:ext cx="536483" cy="518892"/>
            </a:xfrm>
            <a:prstGeom prst="rect">
              <a:avLst/>
            </a:prstGeom>
          </p:spPr>
        </p:pic>
        <p:sp>
          <p:nvSpPr>
            <p:cNvPr id="84" name="文本框 83">
              <a:extLst>
                <a:ext uri="{FF2B5EF4-FFF2-40B4-BE49-F238E27FC236}">
                  <a16:creationId xmlns:a16="http://schemas.microsoft.com/office/drawing/2014/main" id="{D6E8AB40-1534-4F9B-A4B5-1E0C383C7042}"/>
                </a:ext>
              </a:extLst>
            </p:cNvPr>
            <p:cNvSpPr txBox="1"/>
            <p:nvPr/>
          </p:nvSpPr>
          <p:spPr>
            <a:xfrm>
              <a:off x="1513103" y="3886615"/>
              <a:ext cx="282873" cy="369332"/>
            </a:xfrm>
            <a:prstGeom prst="rect">
              <a:avLst/>
            </a:prstGeom>
            <a:noFill/>
          </p:spPr>
          <p:txBody>
            <a:bodyPr wrap="square" rtlCol="0">
              <a:spAutoFit/>
            </a:bodyPr>
            <a:lstStyle/>
            <a:p>
              <a:pPr algn="ctr"/>
              <a:r>
                <a:rPr lang="en-US" altLang="zh-CN" b="1" dirty="0">
                  <a:solidFill>
                    <a:schemeClr val="bg1"/>
                  </a:solidFill>
                </a:rPr>
                <a:t>D</a:t>
              </a:r>
              <a:endParaRPr lang="zh-CN" altLang="en-US" b="1" dirty="0">
                <a:solidFill>
                  <a:schemeClr val="bg1"/>
                </a:solidFill>
              </a:endParaRPr>
            </a:p>
          </p:txBody>
        </p:sp>
      </p:grpSp>
      <p:cxnSp>
        <p:nvCxnSpPr>
          <p:cNvPr id="86" name="直接连接符 85">
            <a:extLst>
              <a:ext uri="{FF2B5EF4-FFF2-40B4-BE49-F238E27FC236}">
                <a16:creationId xmlns:a16="http://schemas.microsoft.com/office/drawing/2014/main" id="{A2853C4D-6C9A-499F-9DD6-045299199F56}"/>
              </a:ext>
            </a:extLst>
          </p:cNvPr>
          <p:cNvCxnSpPr>
            <a:cxnSpLocks/>
          </p:cNvCxnSpPr>
          <p:nvPr/>
        </p:nvCxnSpPr>
        <p:spPr>
          <a:xfrm flipH="1">
            <a:off x="1799674" y="5150133"/>
            <a:ext cx="528822" cy="0"/>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sp>
        <p:nvSpPr>
          <p:cNvPr id="47" name="íşlïḍè">
            <a:extLst>
              <a:ext uri="{FF2B5EF4-FFF2-40B4-BE49-F238E27FC236}">
                <a16:creationId xmlns:a16="http://schemas.microsoft.com/office/drawing/2014/main" id="{CE9ECE2D-481B-403C-8226-78E1015AAC29}"/>
              </a:ext>
            </a:extLst>
          </p:cNvPr>
          <p:cNvSpPr txBox="1"/>
          <p:nvPr/>
        </p:nvSpPr>
        <p:spPr>
          <a:xfrm>
            <a:off x="2335330" y="3592794"/>
            <a:ext cx="2052727" cy="319332"/>
          </a:xfrm>
          <a:prstGeom prst="rect">
            <a:avLst/>
          </a:prstGeom>
          <a:noFill/>
        </p:spPr>
        <p:txBody>
          <a:bodyPr wrap="square" lIns="91440" tIns="45720" rIns="91440" bIns="45720" anchor="ctr">
            <a:noAutofit/>
          </a:bodyPr>
          <a:lstStyle/>
          <a:p>
            <a:pPr algn="ctr"/>
            <a:r>
              <a:rPr lang="zh-CN" altLang="en-US" b="1" dirty="0">
                <a:latin typeface="Arial Narrow" panose="020B0606020202030204" pitchFamily="34" charset="0"/>
              </a:rPr>
              <a:t>交换机</a:t>
            </a:r>
            <a:r>
              <a:rPr lang="en-US" altLang="zh-CN" b="1" dirty="0">
                <a:latin typeface="Arial Narrow" panose="020B0606020202030204" pitchFamily="34" charset="0"/>
              </a:rPr>
              <a:t>1</a:t>
            </a:r>
            <a:endParaRPr lang="zh-CN" altLang="en-US" b="1" dirty="0">
              <a:latin typeface="Arial Narrow" panose="020B0606020202030204" pitchFamily="34" charset="0"/>
            </a:endParaRPr>
          </a:p>
        </p:txBody>
      </p:sp>
      <p:sp>
        <p:nvSpPr>
          <p:cNvPr id="50" name="矩形 49">
            <a:extLst>
              <a:ext uri="{FF2B5EF4-FFF2-40B4-BE49-F238E27FC236}">
                <a16:creationId xmlns:a16="http://schemas.microsoft.com/office/drawing/2014/main" id="{39F943B1-A8B6-4240-9B16-2EF652DE17AB}"/>
              </a:ext>
            </a:extLst>
          </p:cNvPr>
          <p:cNvSpPr/>
          <p:nvPr/>
        </p:nvSpPr>
        <p:spPr>
          <a:xfrm>
            <a:off x="8693775" y="3918704"/>
            <a:ext cx="2045888" cy="2466594"/>
          </a:xfrm>
          <a:prstGeom prst="rect">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51" name="矩形 50">
            <a:extLst>
              <a:ext uri="{FF2B5EF4-FFF2-40B4-BE49-F238E27FC236}">
                <a16:creationId xmlns:a16="http://schemas.microsoft.com/office/drawing/2014/main" id="{E91D1F6E-10CC-4E03-BFA6-4753D7E645C6}"/>
              </a:ext>
            </a:extLst>
          </p:cNvPr>
          <p:cNvSpPr/>
          <p:nvPr/>
        </p:nvSpPr>
        <p:spPr>
          <a:xfrm>
            <a:off x="8693775" y="4233685"/>
            <a:ext cx="282873" cy="282873"/>
          </a:xfrm>
          <a:prstGeom prst="rect">
            <a:avLst/>
          </a:prstGeom>
          <a:solidFill>
            <a:schemeClr val="bg2">
              <a:lumMod val="90000"/>
            </a:schemeClr>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CN" sz="2000" b="1" dirty="0">
                <a:solidFill>
                  <a:schemeClr val="tx1"/>
                </a:solidFill>
                <a:latin typeface="Arial Black" panose="020B0A04020102020204" pitchFamily="34" charset="0"/>
              </a:rPr>
              <a:t>1</a:t>
            </a:r>
            <a:endParaRPr lang="zh-CN" altLang="en-US" sz="2000" b="1" dirty="0">
              <a:solidFill>
                <a:schemeClr val="tx1"/>
              </a:solidFill>
              <a:latin typeface="Arial Black" panose="020B0A04020102020204" pitchFamily="34" charset="0"/>
            </a:endParaRPr>
          </a:p>
        </p:txBody>
      </p:sp>
      <p:sp>
        <p:nvSpPr>
          <p:cNvPr id="58" name="矩形 57">
            <a:extLst>
              <a:ext uri="{FF2B5EF4-FFF2-40B4-BE49-F238E27FC236}">
                <a16:creationId xmlns:a16="http://schemas.microsoft.com/office/drawing/2014/main" id="{8659FEA0-5940-431E-9AE4-6ED0A939036F}"/>
              </a:ext>
            </a:extLst>
          </p:cNvPr>
          <p:cNvSpPr/>
          <p:nvPr/>
        </p:nvSpPr>
        <p:spPr>
          <a:xfrm>
            <a:off x="8693775" y="5010565"/>
            <a:ext cx="282873" cy="282873"/>
          </a:xfrm>
          <a:prstGeom prst="rect">
            <a:avLst/>
          </a:prstGeom>
          <a:solidFill>
            <a:schemeClr val="bg2">
              <a:lumMod val="90000"/>
            </a:schemeClr>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CN" sz="2000" b="1" dirty="0">
                <a:solidFill>
                  <a:schemeClr val="tx1"/>
                </a:solidFill>
                <a:latin typeface="Arial Black" panose="020B0A04020102020204" pitchFamily="34" charset="0"/>
              </a:rPr>
              <a:t>2</a:t>
            </a:r>
            <a:endParaRPr lang="zh-CN" altLang="en-US" sz="2000" b="1" dirty="0">
              <a:solidFill>
                <a:schemeClr val="tx1"/>
              </a:solidFill>
              <a:latin typeface="Arial Black" panose="020B0A04020102020204" pitchFamily="34" charset="0"/>
            </a:endParaRPr>
          </a:p>
        </p:txBody>
      </p:sp>
      <p:sp>
        <p:nvSpPr>
          <p:cNvPr id="59" name="矩形 58">
            <a:extLst>
              <a:ext uri="{FF2B5EF4-FFF2-40B4-BE49-F238E27FC236}">
                <a16:creationId xmlns:a16="http://schemas.microsoft.com/office/drawing/2014/main" id="{D2CE76F7-91C6-4E7C-812D-8745F2663158}"/>
              </a:ext>
            </a:extLst>
          </p:cNvPr>
          <p:cNvSpPr/>
          <p:nvPr/>
        </p:nvSpPr>
        <p:spPr>
          <a:xfrm>
            <a:off x="8693775" y="5787444"/>
            <a:ext cx="282873" cy="282873"/>
          </a:xfrm>
          <a:prstGeom prst="rect">
            <a:avLst/>
          </a:prstGeom>
          <a:solidFill>
            <a:schemeClr val="bg2">
              <a:lumMod val="90000"/>
            </a:schemeClr>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CN" sz="2000" b="1" dirty="0">
                <a:solidFill>
                  <a:schemeClr val="tx1"/>
                </a:solidFill>
                <a:latin typeface="Arial Black" panose="020B0A04020102020204" pitchFamily="34" charset="0"/>
              </a:rPr>
              <a:t>3</a:t>
            </a:r>
            <a:endParaRPr lang="zh-CN" altLang="en-US" sz="2000" b="1" dirty="0">
              <a:solidFill>
                <a:schemeClr val="tx1"/>
              </a:solidFill>
              <a:latin typeface="Arial Black" panose="020B0A04020102020204" pitchFamily="34" charset="0"/>
            </a:endParaRPr>
          </a:p>
        </p:txBody>
      </p:sp>
      <p:sp>
        <p:nvSpPr>
          <p:cNvPr id="65" name="矩形 64">
            <a:extLst>
              <a:ext uri="{FF2B5EF4-FFF2-40B4-BE49-F238E27FC236}">
                <a16:creationId xmlns:a16="http://schemas.microsoft.com/office/drawing/2014/main" id="{D1FC2637-75B0-41BB-B3A7-B04146DC8E1E}"/>
              </a:ext>
            </a:extLst>
          </p:cNvPr>
          <p:cNvSpPr/>
          <p:nvPr/>
        </p:nvSpPr>
        <p:spPr>
          <a:xfrm>
            <a:off x="10456793" y="4233685"/>
            <a:ext cx="282873" cy="282873"/>
          </a:xfrm>
          <a:prstGeom prst="rect">
            <a:avLst/>
          </a:prstGeom>
          <a:solidFill>
            <a:schemeClr val="bg2">
              <a:lumMod val="90000"/>
            </a:schemeClr>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CN" sz="2000" b="1" dirty="0">
                <a:solidFill>
                  <a:schemeClr val="tx1"/>
                </a:solidFill>
                <a:latin typeface="Arial Black" panose="020B0A04020102020204" pitchFamily="34" charset="0"/>
              </a:rPr>
              <a:t>4</a:t>
            </a:r>
            <a:endParaRPr lang="zh-CN" altLang="en-US" sz="2000" b="1" dirty="0">
              <a:solidFill>
                <a:schemeClr val="tx1"/>
              </a:solidFill>
              <a:latin typeface="Arial Black" panose="020B0A04020102020204" pitchFamily="34" charset="0"/>
            </a:endParaRPr>
          </a:p>
        </p:txBody>
      </p:sp>
      <p:sp>
        <p:nvSpPr>
          <p:cNvPr id="66" name="矩形 65">
            <a:extLst>
              <a:ext uri="{FF2B5EF4-FFF2-40B4-BE49-F238E27FC236}">
                <a16:creationId xmlns:a16="http://schemas.microsoft.com/office/drawing/2014/main" id="{A64F2398-89C2-45BA-A493-D3052E2C8BF2}"/>
              </a:ext>
            </a:extLst>
          </p:cNvPr>
          <p:cNvSpPr/>
          <p:nvPr/>
        </p:nvSpPr>
        <p:spPr>
          <a:xfrm>
            <a:off x="10456793" y="5010565"/>
            <a:ext cx="282873" cy="282873"/>
          </a:xfrm>
          <a:prstGeom prst="rect">
            <a:avLst/>
          </a:prstGeom>
          <a:solidFill>
            <a:schemeClr val="bg2">
              <a:lumMod val="90000"/>
            </a:schemeClr>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CN" sz="2000" b="1" dirty="0">
                <a:solidFill>
                  <a:schemeClr val="tx1"/>
                </a:solidFill>
                <a:latin typeface="Arial Black" panose="020B0A04020102020204" pitchFamily="34" charset="0"/>
              </a:rPr>
              <a:t>5</a:t>
            </a:r>
            <a:endParaRPr lang="zh-CN" altLang="en-US" sz="2000" b="1" dirty="0">
              <a:solidFill>
                <a:schemeClr val="tx1"/>
              </a:solidFill>
              <a:latin typeface="Arial Black" panose="020B0A04020102020204" pitchFamily="34" charset="0"/>
            </a:endParaRPr>
          </a:p>
        </p:txBody>
      </p:sp>
      <p:sp>
        <p:nvSpPr>
          <p:cNvPr id="68" name="矩形 67">
            <a:extLst>
              <a:ext uri="{FF2B5EF4-FFF2-40B4-BE49-F238E27FC236}">
                <a16:creationId xmlns:a16="http://schemas.microsoft.com/office/drawing/2014/main" id="{01171603-B5D8-418F-8CA4-AC646CD1CBFF}"/>
              </a:ext>
            </a:extLst>
          </p:cNvPr>
          <p:cNvSpPr/>
          <p:nvPr/>
        </p:nvSpPr>
        <p:spPr>
          <a:xfrm>
            <a:off x="10456793" y="5787444"/>
            <a:ext cx="282873" cy="282873"/>
          </a:xfrm>
          <a:prstGeom prst="rect">
            <a:avLst/>
          </a:prstGeom>
          <a:solidFill>
            <a:schemeClr val="bg2">
              <a:lumMod val="90000"/>
            </a:schemeClr>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CN" sz="2000" b="1" dirty="0">
                <a:solidFill>
                  <a:schemeClr val="tx1"/>
                </a:solidFill>
                <a:latin typeface="Arial Black" panose="020B0A04020102020204" pitchFamily="34" charset="0"/>
              </a:rPr>
              <a:t>6</a:t>
            </a:r>
            <a:endParaRPr lang="zh-CN" altLang="en-US" sz="2000" b="1" dirty="0">
              <a:solidFill>
                <a:schemeClr val="tx1"/>
              </a:solidFill>
              <a:latin typeface="Arial Black" panose="020B0A04020102020204" pitchFamily="34" charset="0"/>
            </a:endParaRPr>
          </a:p>
        </p:txBody>
      </p:sp>
      <p:cxnSp>
        <p:nvCxnSpPr>
          <p:cNvPr id="69" name="直接连接符 68">
            <a:extLst>
              <a:ext uri="{FF2B5EF4-FFF2-40B4-BE49-F238E27FC236}">
                <a16:creationId xmlns:a16="http://schemas.microsoft.com/office/drawing/2014/main" id="{09C61A9B-67B1-414B-8956-F5364361FE6D}"/>
              </a:ext>
            </a:extLst>
          </p:cNvPr>
          <p:cNvCxnSpPr>
            <a:cxnSpLocks/>
            <a:stCxn id="51" idx="1"/>
          </p:cNvCxnSpPr>
          <p:nvPr/>
        </p:nvCxnSpPr>
        <p:spPr>
          <a:xfrm flipH="1">
            <a:off x="8164953" y="4375122"/>
            <a:ext cx="528822" cy="0"/>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grpSp>
        <p:nvGrpSpPr>
          <p:cNvPr id="70" name="组合 69">
            <a:extLst>
              <a:ext uri="{FF2B5EF4-FFF2-40B4-BE49-F238E27FC236}">
                <a16:creationId xmlns:a16="http://schemas.microsoft.com/office/drawing/2014/main" id="{149125E7-9CB8-4907-8446-D0623405D475}"/>
              </a:ext>
            </a:extLst>
          </p:cNvPr>
          <p:cNvGrpSpPr/>
          <p:nvPr/>
        </p:nvGrpSpPr>
        <p:grpSpPr>
          <a:xfrm>
            <a:off x="7704941" y="4001721"/>
            <a:ext cx="536483" cy="524300"/>
            <a:chOff x="1294129" y="3899771"/>
            <a:chExt cx="536483" cy="524300"/>
          </a:xfrm>
        </p:grpSpPr>
        <p:pic>
          <p:nvPicPr>
            <p:cNvPr id="71" name="图形 10">
              <a:extLst>
                <a:ext uri="{FF2B5EF4-FFF2-40B4-BE49-F238E27FC236}">
                  <a16:creationId xmlns:a16="http://schemas.microsoft.com/office/drawing/2014/main" id="{6F9B41C5-B2BE-4DFE-B782-38D1C38CF96B}"/>
                </a:ext>
              </a:extLst>
            </p:cNvPr>
            <p:cNvPicPr>
              <a:picLocks noChangeAspect="1"/>
            </p:cNvPicPr>
            <p:nvPr/>
          </p:nvPicPr>
          <p:blipFill>
            <a:blip r:embed="rId3">
              <a:extLst>
                <a:ext uri="{28A0092B-C50C-407E-A947-70E740481C1C}">
                  <a14:useLocalDpi xmlns:a14="http://schemas.microsoft.com/office/drawing/2010/main" val="0"/>
                </a:ext>
                <a:ext uri="{96DAC541-7B7A-43D3-8B79-37D633B846F1}">
                  <asvg:svgBlip xmlns:asvg="http://schemas.microsoft.com/office/drawing/2016/SVG/main" r:embed="rId4"/>
                </a:ext>
              </a:extLst>
            </a:blip>
            <a:stretch>
              <a:fillRect/>
            </a:stretch>
          </p:blipFill>
          <p:spPr>
            <a:xfrm>
              <a:off x="1294129" y="3905179"/>
              <a:ext cx="536483" cy="518892"/>
            </a:xfrm>
            <a:prstGeom prst="rect">
              <a:avLst/>
            </a:prstGeom>
          </p:spPr>
        </p:pic>
        <p:sp>
          <p:nvSpPr>
            <p:cNvPr id="72" name="文本框 71">
              <a:extLst>
                <a:ext uri="{FF2B5EF4-FFF2-40B4-BE49-F238E27FC236}">
                  <a16:creationId xmlns:a16="http://schemas.microsoft.com/office/drawing/2014/main" id="{E174E632-514B-40EC-BBC6-74BA6422CCDC}"/>
                </a:ext>
              </a:extLst>
            </p:cNvPr>
            <p:cNvSpPr txBox="1"/>
            <p:nvPr/>
          </p:nvSpPr>
          <p:spPr>
            <a:xfrm>
              <a:off x="1513103" y="3899771"/>
              <a:ext cx="282873" cy="369332"/>
            </a:xfrm>
            <a:prstGeom prst="rect">
              <a:avLst/>
            </a:prstGeom>
            <a:noFill/>
          </p:spPr>
          <p:txBody>
            <a:bodyPr wrap="square" rtlCol="0">
              <a:spAutoFit/>
            </a:bodyPr>
            <a:lstStyle/>
            <a:p>
              <a:pPr algn="ctr"/>
              <a:r>
                <a:rPr lang="en-US" altLang="zh-CN" b="1" dirty="0">
                  <a:solidFill>
                    <a:schemeClr val="bg1"/>
                  </a:solidFill>
                </a:rPr>
                <a:t>F</a:t>
              </a:r>
              <a:endParaRPr lang="zh-CN" altLang="en-US" b="1" dirty="0">
                <a:solidFill>
                  <a:schemeClr val="bg1"/>
                </a:solidFill>
              </a:endParaRPr>
            </a:p>
          </p:txBody>
        </p:sp>
      </p:grpSp>
      <p:cxnSp>
        <p:nvCxnSpPr>
          <p:cNvPr id="87" name="直接连接符 86">
            <a:extLst>
              <a:ext uri="{FF2B5EF4-FFF2-40B4-BE49-F238E27FC236}">
                <a16:creationId xmlns:a16="http://schemas.microsoft.com/office/drawing/2014/main" id="{5DD2A7E9-FB59-4AA8-9E81-D236C207148B}"/>
              </a:ext>
            </a:extLst>
          </p:cNvPr>
          <p:cNvCxnSpPr>
            <a:cxnSpLocks/>
          </p:cNvCxnSpPr>
          <p:nvPr/>
        </p:nvCxnSpPr>
        <p:spPr>
          <a:xfrm flipH="1">
            <a:off x="10739663" y="4356970"/>
            <a:ext cx="528822" cy="0"/>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grpSp>
        <p:nvGrpSpPr>
          <p:cNvPr id="89" name="组合 88">
            <a:extLst>
              <a:ext uri="{FF2B5EF4-FFF2-40B4-BE49-F238E27FC236}">
                <a16:creationId xmlns:a16="http://schemas.microsoft.com/office/drawing/2014/main" id="{B97EF925-C4D4-4606-B9AB-7351355175BC}"/>
              </a:ext>
            </a:extLst>
          </p:cNvPr>
          <p:cNvGrpSpPr/>
          <p:nvPr/>
        </p:nvGrpSpPr>
        <p:grpSpPr>
          <a:xfrm>
            <a:off x="11246307" y="3995143"/>
            <a:ext cx="536483" cy="530878"/>
            <a:chOff x="1294129" y="3893193"/>
            <a:chExt cx="536483" cy="530878"/>
          </a:xfrm>
        </p:grpSpPr>
        <p:pic>
          <p:nvPicPr>
            <p:cNvPr id="91" name="图形 10">
              <a:extLst>
                <a:ext uri="{FF2B5EF4-FFF2-40B4-BE49-F238E27FC236}">
                  <a16:creationId xmlns:a16="http://schemas.microsoft.com/office/drawing/2014/main" id="{94A93396-3D04-4F43-8F90-0A8B1D8D56F8}"/>
                </a:ext>
              </a:extLst>
            </p:cNvPr>
            <p:cNvPicPr>
              <a:picLocks noChangeAspect="1"/>
            </p:cNvPicPr>
            <p:nvPr/>
          </p:nvPicPr>
          <p:blipFill>
            <a:blip r:embed="rId3">
              <a:extLst>
                <a:ext uri="{28A0092B-C50C-407E-A947-70E740481C1C}">
                  <a14:useLocalDpi xmlns:a14="http://schemas.microsoft.com/office/drawing/2010/main" val="0"/>
                </a:ext>
                <a:ext uri="{96DAC541-7B7A-43D3-8B79-37D633B846F1}">
                  <asvg:svgBlip xmlns:asvg="http://schemas.microsoft.com/office/drawing/2016/SVG/main" r:embed="rId4"/>
                </a:ext>
              </a:extLst>
            </a:blip>
            <a:stretch>
              <a:fillRect/>
            </a:stretch>
          </p:blipFill>
          <p:spPr>
            <a:xfrm>
              <a:off x="1294129" y="3905179"/>
              <a:ext cx="536483" cy="518892"/>
            </a:xfrm>
            <a:prstGeom prst="rect">
              <a:avLst/>
            </a:prstGeom>
          </p:spPr>
        </p:pic>
        <p:sp>
          <p:nvSpPr>
            <p:cNvPr id="92" name="文本框 91">
              <a:extLst>
                <a:ext uri="{FF2B5EF4-FFF2-40B4-BE49-F238E27FC236}">
                  <a16:creationId xmlns:a16="http://schemas.microsoft.com/office/drawing/2014/main" id="{8844F2EE-F11D-4E1D-870F-D623613041CC}"/>
                </a:ext>
              </a:extLst>
            </p:cNvPr>
            <p:cNvSpPr txBox="1"/>
            <p:nvPr/>
          </p:nvSpPr>
          <p:spPr>
            <a:xfrm>
              <a:off x="1513103" y="3893193"/>
              <a:ext cx="282873" cy="369332"/>
            </a:xfrm>
            <a:prstGeom prst="rect">
              <a:avLst/>
            </a:prstGeom>
            <a:noFill/>
          </p:spPr>
          <p:txBody>
            <a:bodyPr wrap="square" rtlCol="0">
              <a:spAutoFit/>
            </a:bodyPr>
            <a:lstStyle/>
            <a:p>
              <a:pPr algn="ctr"/>
              <a:r>
                <a:rPr lang="en-US" altLang="zh-CN" b="1" dirty="0">
                  <a:solidFill>
                    <a:schemeClr val="bg1"/>
                  </a:solidFill>
                </a:rPr>
                <a:t>H</a:t>
              </a:r>
              <a:endParaRPr lang="zh-CN" altLang="en-US" b="1" dirty="0">
                <a:solidFill>
                  <a:schemeClr val="bg1"/>
                </a:solidFill>
              </a:endParaRPr>
            </a:p>
          </p:txBody>
        </p:sp>
      </p:grpSp>
      <p:cxnSp>
        <p:nvCxnSpPr>
          <p:cNvPr id="93" name="直接连接符 92">
            <a:extLst>
              <a:ext uri="{FF2B5EF4-FFF2-40B4-BE49-F238E27FC236}">
                <a16:creationId xmlns:a16="http://schemas.microsoft.com/office/drawing/2014/main" id="{EE2C3CC0-EB90-4FB7-B696-463942A4E6E5}"/>
              </a:ext>
            </a:extLst>
          </p:cNvPr>
          <p:cNvCxnSpPr>
            <a:cxnSpLocks/>
          </p:cNvCxnSpPr>
          <p:nvPr/>
        </p:nvCxnSpPr>
        <p:spPr>
          <a:xfrm flipH="1">
            <a:off x="10732570" y="5163725"/>
            <a:ext cx="528822" cy="0"/>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grpSp>
        <p:nvGrpSpPr>
          <p:cNvPr id="94" name="组合 93">
            <a:extLst>
              <a:ext uri="{FF2B5EF4-FFF2-40B4-BE49-F238E27FC236}">
                <a16:creationId xmlns:a16="http://schemas.microsoft.com/office/drawing/2014/main" id="{DD0FBA59-EF3A-40B9-9177-579D9605168D}"/>
              </a:ext>
            </a:extLst>
          </p:cNvPr>
          <p:cNvGrpSpPr/>
          <p:nvPr/>
        </p:nvGrpSpPr>
        <p:grpSpPr>
          <a:xfrm>
            <a:off x="11239214" y="4813884"/>
            <a:ext cx="536483" cy="518892"/>
            <a:chOff x="1294129" y="3905179"/>
            <a:chExt cx="536483" cy="518892"/>
          </a:xfrm>
        </p:grpSpPr>
        <p:pic>
          <p:nvPicPr>
            <p:cNvPr id="95" name="图形 10">
              <a:extLst>
                <a:ext uri="{FF2B5EF4-FFF2-40B4-BE49-F238E27FC236}">
                  <a16:creationId xmlns:a16="http://schemas.microsoft.com/office/drawing/2014/main" id="{427E0358-C44B-4B22-83E2-9B24B668ED75}"/>
                </a:ext>
              </a:extLst>
            </p:cNvPr>
            <p:cNvPicPr>
              <a:picLocks noChangeAspect="1"/>
            </p:cNvPicPr>
            <p:nvPr/>
          </p:nvPicPr>
          <p:blipFill>
            <a:blip r:embed="rId3">
              <a:extLst>
                <a:ext uri="{28A0092B-C50C-407E-A947-70E740481C1C}">
                  <a14:useLocalDpi xmlns:a14="http://schemas.microsoft.com/office/drawing/2010/main" val="0"/>
                </a:ext>
                <a:ext uri="{96DAC541-7B7A-43D3-8B79-37D633B846F1}">
                  <asvg:svgBlip xmlns:asvg="http://schemas.microsoft.com/office/drawing/2016/SVG/main" r:embed="rId4"/>
                </a:ext>
              </a:extLst>
            </a:blip>
            <a:stretch>
              <a:fillRect/>
            </a:stretch>
          </p:blipFill>
          <p:spPr>
            <a:xfrm>
              <a:off x="1294129" y="3905179"/>
              <a:ext cx="536483" cy="518892"/>
            </a:xfrm>
            <a:prstGeom prst="rect">
              <a:avLst/>
            </a:prstGeom>
          </p:spPr>
        </p:pic>
        <p:sp>
          <p:nvSpPr>
            <p:cNvPr id="96" name="文本框 95">
              <a:extLst>
                <a:ext uri="{FF2B5EF4-FFF2-40B4-BE49-F238E27FC236}">
                  <a16:creationId xmlns:a16="http://schemas.microsoft.com/office/drawing/2014/main" id="{AA9F18FE-BB50-45F0-94CB-1AD9E6508A19}"/>
                </a:ext>
              </a:extLst>
            </p:cNvPr>
            <p:cNvSpPr txBox="1"/>
            <p:nvPr/>
          </p:nvSpPr>
          <p:spPr>
            <a:xfrm>
              <a:off x="1513103" y="3906349"/>
              <a:ext cx="282873" cy="369332"/>
            </a:xfrm>
            <a:prstGeom prst="rect">
              <a:avLst/>
            </a:prstGeom>
            <a:noFill/>
          </p:spPr>
          <p:txBody>
            <a:bodyPr wrap="square" rtlCol="0">
              <a:spAutoFit/>
            </a:bodyPr>
            <a:lstStyle/>
            <a:p>
              <a:pPr algn="ctr"/>
              <a:r>
                <a:rPr lang="en-US" altLang="zh-CN" b="1" dirty="0">
                  <a:solidFill>
                    <a:schemeClr val="bg1"/>
                  </a:solidFill>
                </a:rPr>
                <a:t>I</a:t>
              </a:r>
              <a:endParaRPr lang="zh-CN" altLang="en-US" b="1" dirty="0">
                <a:solidFill>
                  <a:schemeClr val="bg1"/>
                </a:solidFill>
              </a:endParaRPr>
            </a:p>
          </p:txBody>
        </p:sp>
      </p:grpSp>
      <p:cxnSp>
        <p:nvCxnSpPr>
          <p:cNvPr id="97" name="直接连接符 96">
            <a:extLst>
              <a:ext uri="{FF2B5EF4-FFF2-40B4-BE49-F238E27FC236}">
                <a16:creationId xmlns:a16="http://schemas.microsoft.com/office/drawing/2014/main" id="{7C8153E2-CD24-4B3B-BDAA-AD8E8724FF23}"/>
              </a:ext>
            </a:extLst>
          </p:cNvPr>
          <p:cNvCxnSpPr>
            <a:cxnSpLocks/>
            <a:endCxn id="64" idx="3"/>
          </p:cNvCxnSpPr>
          <p:nvPr/>
        </p:nvCxnSpPr>
        <p:spPr>
          <a:xfrm flipH="1" flipV="1">
            <a:off x="4381224" y="5928881"/>
            <a:ext cx="4305714" cy="7070"/>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grpSp>
        <p:nvGrpSpPr>
          <p:cNvPr id="98" name="组合 97">
            <a:extLst>
              <a:ext uri="{FF2B5EF4-FFF2-40B4-BE49-F238E27FC236}">
                <a16:creationId xmlns:a16="http://schemas.microsoft.com/office/drawing/2014/main" id="{76602AB4-CBF5-4AA7-AD9D-A03071D39F75}"/>
              </a:ext>
            </a:extLst>
          </p:cNvPr>
          <p:cNvGrpSpPr/>
          <p:nvPr/>
        </p:nvGrpSpPr>
        <p:grpSpPr>
          <a:xfrm>
            <a:off x="11243869" y="5582769"/>
            <a:ext cx="536483" cy="518892"/>
            <a:chOff x="1294129" y="3753877"/>
            <a:chExt cx="536483" cy="518892"/>
          </a:xfrm>
        </p:grpSpPr>
        <p:pic>
          <p:nvPicPr>
            <p:cNvPr id="99" name="图形 10">
              <a:extLst>
                <a:ext uri="{FF2B5EF4-FFF2-40B4-BE49-F238E27FC236}">
                  <a16:creationId xmlns:a16="http://schemas.microsoft.com/office/drawing/2014/main" id="{F638B41B-567A-43CA-BFFC-9EF26752722E}"/>
                </a:ext>
              </a:extLst>
            </p:cNvPr>
            <p:cNvPicPr>
              <a:picLocks noChangeAspect="1"/>
            </p:cNvPicPr>
            <p:nvPr/>
          </p:nvPicPr>
          <p:blipFill>
            <a:blip r:embed="rId3">
              <a:extLst>
                <a:ext uri="{28A0092B-C50C-407E-A947-70E740481C1C}">
                  <a14:useLocalDpi xmlns:a14="http://schemas.microsoft.com/office/drawing/2010/main" val="0"/>
                </a:ext>
                <a:ext uri="{96DAC541-7B7A-43D3-8B79-37D633B846F1}">
                  <asvg:svgBlip xmlns:asvg="http://schemas.microsoft.com/office/drawing/2016/SVG/main" r:embed="rId4"/>
                </a:ext>
              </a:extLst>
            </a:blip>
            <a:stretch>
              <a:fillRect/>
            </a:stretch>
          </p:blipFill>
          <p:spPr>
            <a:xfrm>
              <a:off x="1294129" y="3753877"/>
              <a:ext cx="536483" cy="518892"/>
            </a:xfrm>
            <a:prstGeom prst="rect">
              <a:avLst/>
            </a:prstGeom>
          </p:spPr>
        </p:pic>
        <p:sp>
          <p:nvSpPr>
            <p:cNvPr id="100" name="文本框 99">
              <a:extLst>
                <a:ext uri="{FF2B5EF4-FFF2-40B4-BE49-F238E27FC236}">
                  <a16:creationId xmlns:a16="http://schemas.microsoft.com/office/drawing/2014/main" id="{22E0AD4B-E407-4164-9872-B82EB9CA9F1E}"/>
                </a:ext>
              </a:extLst>
            </p:cNvPr>
            <p:cNvSpPr txBox="1"/>
            <p:nvPr/>
          </p:nvSpPr>
          <p:spPr>
            <a:xfrm>
              <a:off x="1513103" y="3755050"/>
              <a:ext cx="282873" cy="369332"/>
            </a:xfrm>
            <a:prstGeom prst="rect">
              <a:avLst/>
            </a:prstGeom>
            <a:noFill/>
          </p:spPr>
          <p:txBody>
            <a:bodyPr wrap="square" rtlCol="0">
              <a:spAutoFit/>
            </a:bodyPr>
            <a:lstStyle/>
            <a:p>
              <a:pPr algn="ctr"/>
              <a:r>
                <a:rPr lang="en-US" altLang="zh-CN" b="1" dirty="0">
                  <a:solidFill>
                    <a:schemeClr val="bg1"/>
                  </a:solidFill>
                </a:rPr>
                <a:t>J</a:t>
              </a:r>
              <a:endParaRPr lang="zh-CN" altLang="en-US" b="1" dirty="0">
                <a:solidFill>
                  <a:schemeClr val="bg1"/>
                </a:solidFill>
              </a:endParaRPr>
            </a:p>
          </p:txBody>
        </p:sp>
      </p:grpSp>
      <p:cxnSp>
        <p:nvCxnSpPr>
          <p:cNvPr id="101" name="直接连接符 100">
            <a:extLst>
              <a:ext uri="{FF2B5EF4-FFF2-40B4-BE49-F238E27FC236}">
                <a16:creationId xmlns:a16="http://schemas.microsoft.com/office/drawing/2014/main" id="{4DECAC7D-103F-42BD-AFE3-8DB32557DD6D}"/>
              </a:ext>
            </a:extLst>
          </p:cNvPr>
          <p:cNvCxnSpPr>
            <a:cxnSpLocks/>
          </p:cNvCxnSpPr>
          <p:nvPr/>
        </p:nvCxnSpPr>
        <p:spPr>
          <a:xfrm flipH="1">
            <a:off x="8158116" y="5150133"/>
            <a:ext cx="528822" cy="0"/>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grpSp>
        <p:nvGrpSpPr>
          <p:cNvPr id="107" name="组合 106">
            <a:extLst>
              <a:ext uri="{FF2B5EF4-FFF2-40B4-BE49-F238E27FC236}">
                <a16:creationId xmlns:a16="http://schemas.microsoft.com/office/drawing/2014/main" id="{E6151C3C-E19A-4BA9-B3E0-CFCB7EF4E54E}"/>
              </a:ext>
            </a:extLst>
          </p:cNvPr>
          <p:cNvGrpSpPr/>
          <p:nvPr/>
        </p:nvGrpSpPr>
        <p:grpSpPr>
          <a:xfrm>
            <a:off x="7679434" y="4804668"/>
            <a:ext cx="536483" cy="518892"/>
            <a:chOff x="1294129" y="3905179"/>
            <a:chExt cx="536483" cy="518892"/>
          </a:xfrm>
        </p:grpSpPr>
        <p:pic>
          <p:nvPicPr>
            <p:cNvPr id="108" name="图形 10">
              <a:extLst>
                <a:ext uri="{FF2B5EF4-FFF2-40B4-BE49-F238E27FC236}">
                  <a16:creationId xmlns:a16="http://schemas.microsoft.com/office/drawing/2014/main" id="{BF5E1129-8859-4B5E-8D37-AA8BCAA81C93}"/>
                </a:ext>
              </a:extLst>
            </p:cNvPr>
            <p:cNvPicPr>
              <a:picLocks noChangeAspect="1"/>
            </p:cNvPicPr>
            <p:nvPr/>
          </p:nvPicPr>
          <p:blipFill>
            <a:blip r:embed="rId3">
              <a:extLst>
                <a:ext uri="{28A0092B-C50C-407E-A947-70E740481C1C}">
                  <a14:useLocalDpi xmlns:a14="http://schemas.microsoft.com/office/drawing/2010/main" val="0"/>
                </a:ext>
                <a:ext uri="{96DAC541-7B7A-43D3-8B79-37D633B846F1}">
                  <asvg:svgBlip xmlns:asvg="http://schemas.microsoft.com/office/drawing/2016/SVG/main" r:embed="rId4"/>
                </a:ext>
              </a:extLst>
            </a:blip>
            <a:stretch>
              <a:fillRect/>
            </a:stretch>
          </p:blipFill>
          <p:spPr>
            <a:xfrm>
              <a:off x="1294129" y="3905179"/>
              <a:ext cx="536483" cy="518892"/>
            </a:xfrm>
            <a:prstGeom prst="rect">
              <a:avLst/>
            </a:prstGeom>
          </p:spPr>
        </p:pic>
        <p:sp>
          <p:nvSpPr>
            <p:cNvPr id="109" name="文本框 108">
              <a:extLst>
                <a:ext uri="{FF2B5EF4-FFF2-40B4-BE49-F238E27FC236}">
                  <a16:creationId xmlns:a16="http://schemas.microsoft.com/office/drawing/2014/main" id="{B36FCE05-728E-4875-BC7D-57FFCA8BCF99}"/>
                </a:ext>
              </a:extLst>
            </p:cNvPr>
            <p:cNvSpPr txBox="1"/>
            <p:nvPr/>
          </p:nvSpPr>
          <p:spPr>
            <a:xfrm>
              <a:off x="1513103" y="3906349"/>
              <a:ext cx="282873" cy="369332"/>
            </a:xfrm>
            <a:prstGeom prst="rect">
              <a:avLst/>
            </a:prstGeom>
            <a:noFill/>
          </p:spPr>
          <p:txBody>
            <a:bodyPr wrap="square" rtlCol="0">
              <a:spAutoFit/>
            </a:bodyPr>
            <a:lstStyle/>
            <a:p>
              <a:pPr algn="ctr"/>
              <a:r>
                <a:rPr lang="en-US" altLang="zh-CN" b="1" dirty="0">
                  <a:solidFill>
                    <a:schemeClr val="bg1"/>
                  </a:solidFill>
                </a:rPr>
                <a:t>G</a:t>
              </a:r>
              <a:endParaRPr lang="zh-CN" altLang="en-US" b="1" dirty="0">
                <a:solidFill>
                  <a:schemeClr val="bg1"/>
                </a:solidFill>
              </a:endParaRPr>
            </a:p>
          </p:txBody>
        </p:sp>
      </p:grpSp>
      <p:sp>
        <p:nvSpPr>
          <p:cNvPr id="110" name="íşlïḍè">
            <a:extLst>
              <a:ext uri="{FF2B5EF4-FFF2-40B4-BE49-F238E27FC236}">
                <a16:creationId xmlns:a16="http://schemas.microsoft.com/office/drawing/2014/main" id="{776D7753-B3AD-4128-8E65-2F49A5E716E2}"/>
              </a:ext>
            </a:extLst>
          </p:cNvPr>
          <p:cNvSpPr txBox="1"/>
          <p:nvPr/>
        </p:nvSpPr>
        <p:spPr>
          <a:xfrm>
            <a:off x="8686938" y="3592794"/>
            <a:ext cx="2052725" cy="319332"/>
          </a:xfrm>
          <a:prstGeom prst="rect">
            <a:avLst/>
          </a:prstGeom>
          <a:noFill/>
        </p:spPr>
        <p:txBody>
          <a:bodyPr wrap="square" lIns="91440" tIns="45720" rIns="91440" bIns="45720" anchor="ctr">
            <a:noAutofit/>
          </a:bodyPr>
          <a:lstStyle/>
          <a:p>
            <a:pPr algn="ctr"/>
            <a:r>
              <a:rPr lang="zh-CN" altLang="en-US" b="1" dirty="0">
                <a:latin typeface="Arial Narrow" panose="020B0606020202030204" pitchFamily="34" charset="0"/>
              </a:rPr>
              <a:t>交换机</a:t>
            </a:r>
            <a:r>
              <a:rPr lang="en-US" altLang="zh-CN" b="1" dirty="0">
                <a:latin typeface="Arial Narrow" panose="020B0606020202030204" pitchFamily="34" charset="0"/>
              </a:rPr>
              <a:t>2</a:t>
            </a:r>
            <a:endParaRPr lang="zh-CN" altLang="en-US" b="1" dirty="0">
              <a:latin typeface="Arial Narrow" panose="020B0606020202030204" pitchFamily="34" charset="0"/>
            </a:endParaRPr>
          </a:p>
        </p:txBody>
      </p:sp>
      <p:grpSp>
        <p:nvGrpSpPr>
          <p:cNvPr id="7" name="组合 6">
            <a:extLst>
              <a:ext uri="{FF2B5EF4-FFF2-40B4-BE49-F238E27FC236}">
                <a16:creationId xmlns:a16="http://schemas.microsoft.com/office/drawing/2014/main" id="{A9098891-D819-44DC-8956-4F745A32313A}"/>
              </a:ext>
            </a:extLst>
          </p:cNvPr>
          <p:cNvGrpSpPr/>
          <p:nvPr/>
        </p:nvGrpSpPr>
        <p:grpSpPr>
          <a:xfrm>
            <a:off x="425451" y="4491673"/>
            <a:ext cx="1680269" cy="1317167"/>
            <a:chOff x="425451" y="4281177"/>
            <a:chExt cx="1680269" cy="1317167"/>
          </a:xfrm>
        </p:grpSpPr>
        <p:cxnSp>
          <p:nvCxnSpPr>
            <p:cNvPr id="44" name="直接连接符 43">
              <a:extLst>
                <a:ext uri="{FF2B5EF4-FFF2-40B4-BE49-F238E27FC236}">
                  <a16:creationId xmlns:a16="http://schemas.microsoft.com/office/drawing/2014/main" id="{5BD0293B-B0ED-4825-A00E-57DEC98FE623}"/>
                </a:ext>
              </a:extLst>
            </p:cNvPr>
            <p:cNvCxnSpPr>
              <a:cxnSpLocks/>
              <a:endCxn id="40" idx="3"/>
            </p:cNvCxnSpPr>
            <p:nvPr/>
          </p:nvCxnSpPr>
          <p:spPr>
            <a:xfrm flipH="1">
              <a:off x="904857" y="4893722"/>
              <a:ext cx="711951" cy="395007"/>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cxnSp>
          <p:nvCxnSpPr>
            <p:cNvPr id="41" name="直接连接符 40">
              <a:extLst>
                <a:ext uri="{FF2B5EF4-FFF2-40B4-BE49-F238E27FC236}">
                  <a16:creationId xmlns:a16="http://schemas.microsoft.com/office/drawing/2014/main" id="{530B2CAB-273D-4868-B56C-45C84BF6A5B1}"/>
                </a:ext>
              </a:extLst>
            </p:cNvPr>
            <p:cNvCxnSpPr>
              <a:cxnSpLocks/>
              <a:endCxn id="40" idx="1"/>
            </p:cNvCxnSpPr>
            <p:nvPr/>
          </p:nvCxnSpPr>
          <p:spPr>
            <a:xfrm flipH="1" flipV="1">
              <a:off x="904857" y="4617730"/>
              <a:ext cx="709883" cy="245104"/>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pic>
          <p:nvPicPr>
            <p:cNvPr id="85" name="图片 84" descr="文本&#10;&#10;描述已自动生成">
              <a:extLst>
                <a:ext uri="{FF2B5EF4-FFF2-40B4-BE49-F238E27FC236}">
                  <a16:creationId xmlns:a16="http://schemas.microsoft.com/office/drawing/2014/main" id="{70E70716-9E8A-43F0-943D-21B08245D05A}"/>
                </a:ext>
              </a:extLst>
            </p:cNvPr>
            <p:cNvPicPr>
              <a:picLocks noChangeAspect="1"/>
            </p:cNvPicPr>
            <p:nvPr/>
          </p:nvPicPr>
          <p:blipFill>
            <a:blip r:embed="rId5">
              <a:extLst>
                <a:ext uri="{28A0092B-C50C-407E-A947-70E740481C1C}">
                  <a14:useLocalDpi xmlns:a14="http://schemas.microsoft.com/office/drawing/2010/main" val="0"/>
                </a:ext>
              </a:extLst>
            </a:blip>
            <a:stretch>
              <a:fillRect/>
            </a:stretch>
          </p:blipFill>
          <p:spPr>
            <a:xfrm>
              <a:off x="1369325" y="4709561"/>
              <a:ext cx="490830" cy="460153"/>
            </a:xfrm>
            <a:prstGeom prst="rect">
              <a:avLst/>
            </a:prstGeom>
          </p:spPr>
        </p:pic>
        <p:pic>
          <p:nvPicPr>
            <p:cNvPr id="88" name="图形 10">
              <a:extLst>
                <a:ext uri="{FF2B5EF4-FFF2-40B4-BE49-F238E27FC236}">
                  <a16:creationId xmlns:a16="http://schemas.microsoft.com/office/drawing/2014/main" id="{9A735D0C-D582-4648-9C59-3465ACE371CC}"/>
                </a:ext>
              </a:extLst>
            </p:cNvPr>
            <p:cNvPicPr>
              <a:picLocks noChangeAspect="1"/>
            </p:cNvPicPr>
            <p:nvPr/>
          </p:nvPicPr>
          <p:blipFill>
            <a:blip r:embed="rId3">
              <a:extLst>
                <a:ext uri="{28A0092B-C50C-407E-A947-70E740481C1C}">
                  <a14:useLocalDpi xmlns:a14="http://schemas.microsoft.com/office/drawing/2010/main" val="0"/>
                </a:ext>
                <a:ext uri="{96DAC541-7B7A-43D3-8B79-37D633B846F1}">
                  <asvg:svgBlip xmlns:asvg="http://schemas.microsoft.com/office/drawing/2016/SVG/main" r:embed="rId4"/>
                </a:ext>
              </a:extLst>
            </a:blip>
            <a:stretch>
              <a:fillRect/>
            </a:stretch>
          </p:blipFill>
          <p:spPr>
            <a:xfrm>
              <a:off x="474990" y="4281177"/>
              <a:ext cx="536483" cy="518892"/>
            </a:xfrm>
            <a:prstGeom prst="rect">
              <a:avLst/>
            </a:prstGeom>
          </p:spPr>
        </p:pic>
        <p:sp>
          <p:nvSpPr>
            <p:cNvPr id="40" name="文本框 39">
              <a:extLst>
                <a:ext uri="{FF2B5EF4-FFF2-40B4-BE49-F238E27FC236}">
                  <a16:creationId xmlns:a16="http://schemas.microsoft.com/office/drawing/2014/main" id="{5BE75A74-4982-4F68-BD03-7BBCFFABCFF4}"/>
                </a:ext>
              </a:extLst>
            </p:cNvPr>
            <p:cNvSpPr txBox="1"/>
            <p:nvPr/>
          </p:nvSpPr>
          <p:spPr>
            <a:xfrm rot="5400000">
              <a:off x="569357" y="4768563"/>
              <a:ext cx="670999" cy="369332"/>
            </a:xfrm>
            <a:prstGeom prst="rect">
              <a:avLst/>
            </a:prstGeom>
            <a:noFill/>
          </p:spPr>
          <p:txBody>
            <a:bodyPr wrap="square" rtlCol="0">
              <a:spAutoFit/>
            </a:bodyPr>
            <a:lstStyle/>
            <a:p>
              <a:pPr algn="ctr"/>
              <a:r>
                <a:rPr lang="en-US" altLang="zh-CN" b="1" dirty="0">
                  <a:latin typeface="+mn-ea"/>
                </a:rPr>
                <a:t>…</a:t>
              </a:r>
              <a:endParaRPr lang="zh-CN" altLang="en-US" b="1" dirty="0">
                <a:latin typeface="+mn-ea"/>
              </a:endParaRPr>
            </a:p>
          </p:txBody>
        </p:sp>
        <p:sp>
          <p:nvSpPr>
            <p:cNvPr id="106" name="íşlïḍè">
              <a:extLst>
                <a:ext uri="{FF2B5EF4-FFF2-40B4-BE49-F238E27FC236}">
                  <a16:creationId xmlns:a16="http://schemas.microsoft.com/office/drawing/2014/main" id="{680DB2F0-D92A-473C-A9A3-CF976EDDCCC4}"/>
                </a:ext>
              </a:extLst>
            </p:cNvPr>
            <p:cNvSpPr txBox="1"/>
            <p:nvPr/>
          </p:nvSpPr>
          <p:spPr>
            <a:xfrm>
              <a:off x="1109485" y="4405559"/>
              <a:ext cx="996235" cy="319332"/>
            </a:xfrm>
            <a:prstGeom prst="rect">
              <a:avLst/>
            </a:prstGeom>
            <a:noFill/>
          </p:spPr>
          <p:txBody>
            <a:bodyPr wrap="square" lIns="91440" tIns="45720" rIns="91440" bIns="45720" anchor="ctr">
              <a:noAutofit/>
            </a:bodyPr>
            <a:lstStyle/>
            <a:p>
              <a:pPr algn="ctr"/>
              <a:r>
                <a:rPr lang="zh-CN" altLang="en-US" b="1" dirty="0">
                  <a:latin typeface="Arial Narrow" panose="020B0606020202030204" pitchFamily="34" charset="0"/>
                </a:rPr>
                <a:t>集线器</a:t>
              </a:r>
            </a:p>
          </p:txBody>
        </p:sp>
        <p:grpSp>
          <p:nvGrpSpPr>
            <p:cNvPr id="16" name="组合 15">
              <a:extLst>
                <a:ext uri="{FF2B5EF4-FFF2-40B4-BE49-F238E27FC236}">
                  <a16:creationId xmlns:a16="http://schemas.microsoft.com/office/drawing/2014/main" id="{A24B23C3-6C91-43C0-B6B6-BD690C4000CB}"/>
                </a:ext>
              </a:extLst>
            </p:cNvPr>
            <p:cNvGrpSpPr/>
            <p:nvPr/>
          </p:nvGrpSpPr>
          <p:grpSpPr>
            <a:xfrm>
              <a:off x="425451" y="5068427"/>
              <a:ext cx="536483" cy="529917"/>
              <a:chOff x="392561" y="5068427"/>
              <a:chExt cx="536483" cy="529917"/>
            </a:xfrm>
          </p:grpSpPr>
          <p:pic>
            <p:nvPicPr>
              <p:cNvPr id="90" name="图形 10">
                <a:extLst>
                  <a:ext uri="{FF2B5EF4-FFF2-40B4-BE49-F238E27FC236}">
                    <a16:creationId xmlns:a16="http://schemas.microsoft.com/office/drawing/2014/main" id="{3DC93E46-6D3E-4D27-B799-D4F11E0E5CCD}"/>
                  </a:ext>
                </a:extLst>
              </p:cNvPr>
              <p:cNvPicPr>
                <a:picLocks noChangeAspect="1"/>
              </p:cNvPicPr>
              <p:nvPr/>
            </p:nvPicPr>
            <p:blipFill>
              <a:blip r:embed="rId3">
                <a:extLst>
                  <a:ext uri="{28A0092B-C50C-407E-A947-70E740481C1C}">
                    <a14:useLocalDpi xmlns:a14="http://schemas.microsoft.com/office/drawing/2010/main" val="0"/>
                  </a:ext>
                  <a:ext uri="{96DAC541-7B7A-43D3-8B79-37D633B846F1}">
                    <asvg:svgBlip xmlns:asvg="http://schemas.microsoft.com/office/drawing/2016/SVG/main" r:embed="rId4"/>
                  </a:ext>
                </a:extLst>
              </a:blip>
              <a:stretch>
                <a:fillRect/>
              </a:stretch>
            </p:blipFill>
            <p:spPr>
              <a:xfrm>
                <a:off x="392561" y="5079452"/>
                <a:ext cx="536483" cy="518892"/>
              </a:xfrm>
              <a:prstGeom prst="rect">
                <a:avLst/>
              </a:prstGeom>
            </p:spPr>
          </p:pic>
          <p:sp>
            <p:nvSpPr>
              <p:cNvPr id="111" name="文本框 110">
                <a:extLst>
                  <a:ext uri="{FF2B5EF4-FFF2-40B4-BE49-F238E27FC236}">
                    <a16:creationId xmlns:a16="http://schemas.microsoft.com/office/drawing/2014/main" id="{FEB65124-7631-4500-999C-F767E2F7254C}"/>
                  </a:ext>
                </a:extLst>
              </p:cNvPr>
              <p:cNvSpPr txBox="1"/>
              <p:nvPr/>
            </p:nvSpPr>
            <p:spPr>
              <a:xfrm>
                <a:off x="613775" y="5068427"/>
                <a:ext cx="282873" cy="369332"/>
              </a:xfrm>
              <a:prstGeom prst="rect">
                <a:avLst/>
              </a:prstGeom>
              <a:noFill/>
            </p:spPr>
            <p:txBody>
              <a:bodyPr wrap="square" rtlCol="0">
                <a:spAutoFit/>
              </a:bodyPr>
              <a:lstStyle/>
              <a:p>
                <a:pPr algn="ctr"/>
                <a:r>
                  <a:rPr lang="en-US" altLang="zh-CN" b="1" dirty="0">
                    <a:solidFill>
                      <a:schemeClr val="bg1"/>
                    </a:solidFill>
                  </a:rPr>
                  <a:t>E</a:t>
                </a:r>
                <a:endParaRPr lang="zh-CN" altLang="en-US" b="1" dirty="0">
                  <a:solidFill>
                    <a:schemeClr val="bg1"/>
                  </a:solidFill>
                </a:endParaRPr>
              </a:p>
            </p:txBody>
          </p:sp>
        </p:grpSp>
      </p:grpSp>
      <p:cxnSp>
        <p:nvCxnSpPr>
          <p:cNvPr id="122" name="直接连接符 121">
            <a:extLst>
              <a:ext uri="{FF2B5EF4-FFF2-40B4-BE49-F238E27FC236}">
                <a16:creationId xmlns:a16="http://schemas.microsoft.com/office/drawing/2014/main" id="{EEB06C55-C4A9-4727-B5A9-21DC9B56B665}"/>
              </a:ext>
            </a:extLst>
          </p:cNvPr>
          <p:cNvCxnSpPr>
            <a:cxnSpLocks/>
          </p:cNvCxnSpPr>
          <p:nvPr/>
        </p:nvCxnSpPr>
        <p:spPr>
          <a:xfrm flipH="1">
            <a:off x="10739663" y="5928881"/>
            <a:ext cx="528822" cy="0"/>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sp>
        <p:nvSpPr>
          <p:cNvPr id="102" name="矩形 101">
            <a:extLst>
              <a:ext uri="{FF2B5EF4-FFF2-40B4-BE49-F238E27FC236}">
                <a16:creationId xmlns:a16="http://schemas.microsoft.com/office/drawing/2014/main" id="{5442CDAF-AE99-4C0A-B712-A7961567A3E7}"/>
              </a:ext>
            </a:extLst>
          </p:cNvPr>
          <p:cNvSpPr/>
          <p:nvPr/>
        </p:nvSpPr>
        <p:spPr>
          <a:xfrm>
            <a:off x="1482446" y="2688161"/>
            <a:ext cx="256976" cy="256976"/>
          </a:xfrm>
          <a:prstGeom prst="rect">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103" name="íşlïḍè">
            <a:extLst>
              <a:ext uri="{FF2B5EF4-FFF2-40B4-BE49-F238E27FC236}">
                <a16:creationId xmlns:a16="http://schemas.microsoft.com/office/drawing/2014/main" id="{27240574-51DD-4A49-8BE1-A8537A1BCC35}"/>
              </a:ext>
            </a:extLst>
          </p:cNvPr>
          <p:cNvSpPr txBox="1"/>
          <p:nvPr/>
        </p:nvSpPr>
        <p:spPr>
          <a:xfrm>
            <a:off x="1799674" y="2633839"/>
            <a:ext cx="10087526" cy="371569"/>
          </a:xfrm>
          <a:prstGeom prst="rect">
            <a:avLst/>
          </a:prstGeom>
          <a:noFill/>
        </p:spPr>
        <p:txBody>
          <a:bodyPr wrap="square" lIns="91440" tIns="45720" rIns="91440" bIns="45720" anchor="ctr">
            <a:noAutofit/>
          </a:bodyPr>
          <a:lstStyle/>
          <a:p>
            <a:r>
              <a:rPr lang="zh-CN" altLang="en-US" b="1" dirty="0">
                <a:latin typeface="Arial Narrow" panose="020B0606020202030204" pitchFamily="34" charset="0"/>
              </a:rPr>
              <a:t>当交换机的</a:t>
            </a:r>
            <a:r>
              <a:rPr lang="zh-CN" altLang="en-US" b="1" dirty="0">
                <a:solidFill>
                  <a:schemeClr val="accent1">
                    <a:lumMod val="75000"/>
                  </a:schemeClr>
                </a:solidFill>
                <a:latin typeface="Arial Narrow" panose="020B0606020202030204" pitchFamily="34" charset="0"/>
              </a:rPr>
              <a:t>接口连接的是集线器</a:t>
            </a:r>
            <a:r>
              <a:rPr lang="zh-CN" altLang="en-US" b="1" dirty="0">
                <a:latin typeface="Arial Narrow" panose="020B0606020202030204" pitchFamily="34" charset="0"/>
              </a:rPr>
              <a:t>时，该接口就</a:t>
            </a:r>
            <a:r>
              <a:rPr lang="zh-CN" altLang="en-US" b="1" dirty="0">
                <a:solidFill>
                  <a:schemeClr val="accent1">
                    <a:lumMod val="75000"/>
                  </a:schemeClr>
                </a:solidFill>
                <a:latin typeface="Arial Narrow" panose="020B0606020202030204" pitchFamily="34" charset="0"/>
              </a:rPr>
              <a:t>只能使用</a:t>
            </a:r>
            <a:r>
              <a:rPr lang="en-US" altLang="zh-CN" b="1" dirty="0">
                <a:solidFill>
                  <a:schemeClr val="accent1">
                    <a:lumMod val="75000"/>
                  </a:schemeClr>
                </a:solidFill>
                <a:latin typeface="Arial Narrow" panose="020B0606020202030204" pitchFamily="34" charset="0"/>
              </a:rPr>
              <a:t>CSMA/CD</a:t>
            </a:r>
            <a:r>
              <a:rPr lang="zh-CN" altLang="en-US" b="1" dirty="0">
                <a:solidFill>
                  <a:schemeClr val="accent1">
                    <a:lumMod val="75000"/>
                  </a:schemeClr>
                </a:solidFill>
                <a:latin typeface="Arial Narrow" panose="020B0606020202030204" pitchFamily="34" charset="0"/>
              </a:rPr>
              <a:t>协议</a:t>
            </a:r>
            <a:r>
              <a:rPr lang="zh-CN" altLang="en-US" b="1" dirty="0">
                <a:latin typeface="Arial Narrow" panose="020B0606020202030204" pitchFamily="34" charset="0"/>
              </a:rPr>
              <a:t>并只能工作在</a:t>
            </a:r>
            <a:r>
              <a:rPr lang="zh-CN" altLang="en-US" b="1" dirty="0">
                <a:solidFill>
                  <a:schemeClr val="accent1">
                    <a:lumMod val="75000"/>
                  </a:schemeClr>
                </a:solidFill>
                <a:latin typeface="Arial Narrow" panose="020B0606020202030204" pitchFamily="34" charset="0"/>
              </a:rPr>
              <a:t>半双工方式</a:t>
            </a:r>
            <a:r>
              <a:rPr lang="zh-CN" altLang="en-US" b="1" dirty="0">
                <a:latin typeface="Arial Narrow" panose="020B0606020202030204" pitchFamily="34" charset="0"/>
              </a:rPr>
              <a:t>。</a:t>
            </a:r>
          </a:p>
        </p:txBody>
      </p:sp>
      <p:sp>
        <p:nvSpPr>
          <p:cNvPr id="104" name="矩形 103">
            <a:extLst>
              <a:ext uri="{FF2B5EF4-FFF2-40B4-BE49-F238E27FC236}">
                <a16:creationId xmlns:a16="http://schemas.microsoft.com/office/drawing/2014/main" id="{74D41F98-1068-443B-A0AA-AE6C1A30FB1D}"/>
              </a:ext>
            </a:extLst>
          </p:cNvPr>
          <p:cNvSpPr/>
          <p:nvPr/>
        </p:nvSpPr>
        <p:spPr>
          <a:xfrm>
            <a:off x="1482446" y="3190704"/>
            <a:ext cx="256976" cy="256976"/>
          </a:xfrm>
          <a:prstGeom prst="rect">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105" name="íşlïḍè">
            <a:extLst>
              <a:ext uri="{FF2B5EF4-FFF2-40B4-BE49-F238E27FC236}">
                <a16:creationId xmlns:a16="http://schemas.microsoft.com/office/drawing/2014/main" id="{50859894-F77F-415B-B85F-FB9B15483820}"/>
              </a:ext>
            </a:extLst>
          </p:cNvPr>
          <p:cNvSpPr txBox="1"/>
          <p:nvPr/>
        </p:nvSpPr>
        <p:spPr>
          <a:xfrm>
            <a:off x="1799674" y="3136382"/>
            <a:ext cx="10087526" cy="371569"/>
          </a:xfrm>
          <a:prstGeom prst="rect">
            <a:avLst/>
          </a:prstGeom>
          <a:noFill/>
        </p:spPr>
        <p:txBody>
          <a:bodyPr wrap="square" lIns="91440" tIns="45720" rIns="91440" bIns="45720" anchor="ctr">
            <a:noAutofit/>
          </a:bodyPr>
          <a:lstStyle/>
          <a:p>
            <a:r>
              <a:rPr lang="zh-CN" altLang="en-US" b="1" dirty="0">
                <a:latin typeface="Arial Narrow" panose="020B0606020202030204" pitchFamily="34" charset="0"/>
              </a:rPr>
              <a:t>现在的交换机和计算机中的网卡都能自动识别上述两种情况，并自动切换到相应的工作方式。</a:t>
            </a:r>
          </a:p>
        </p:txBody>
      </p:sp>
      <p:sp>
        <p:nvSpPr>
          <p:cNvPr id="118" name="平行四边形 117">
            <a:extLst>
              <a:ext uri="{FF2B5EF4-FFF2-40B4-BE49-F238E27FC236}">
                <a16:creationId xmlns:a16="http://schemas.microsoft.com/office/drawing/2014/main" id="{1132E626-DB07-1672-036F-5A2CC50B417B}"/>
              </a:ext>
            </a:extLst>
          </p:cNvPr>
          <p:cNvSpPr/>
          <p:nvPr/>
        </p:nvSpPr>
        <p:spPr>
          <a:xfrm>
            <a:off x="304800" y="749300"/>
            <a:ext cx="675384" cy="387090"/>
          </a:xfrm>
          <a:prstGeom prst="parallelogram">
            <a:avLst/>
          </a:prstGeom>
          <a:solidFill>
            <a:schemeClr val="accent3">
              <a:lumMod val="75000"/>
            </a:schemeClr>
          </a:solidFill>
          <a:ln>
            <a:solidFill>
              <a:schemeClr val="accent3">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CN" sz="2200" dirty="0">
                <a:latin typeface="Impact" panose="020B0806030902050204" pitchFamily="34" charset="0"/>
              </a:rPr>
              <a:t>02</a:t>
            </a:r>
            <a:endParaRPr lang="zh-CN" altLang="en-US" sz="2200" dirty="0">
              <a:latin typeface="Impact" panose="020B0806030902050204" pitchFamily="34" charset="0"/>
            </a:endParaRPr>
          </a:p>
        </p:txBody>
      </p:sp>
    </p:spTree>
    <p:custDataLst>
      <p:tags r:id="rId1"/>
    </p:custDataLst>
    <p:extLst>
      <p:ext uri="{BB962C8B-B14F-4D97-AF65-F5344CB8AC3E}">
        <p14:creationId xmlns:p14="http://schemas.microsoft.com/office/powerpoint/2010/main" val="2052773981"/>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49" presetClass="entr" presetSubtype="0" decel="100000" fill="hold" grpId="0" nodeType="withEffect">
                                  <p:stCondLst>
                                    <p:cond delay="0"/>
                                  </p:stCondLst>
                                  <p:childTnLst>
                                    <p:set>
                                      <p:cBhvr>
                                        <p:cTn id="6" dur="1" fill="hold">
                                          <p:stCondLst>
                                            <p:cond delay="0"/>
                                          </p:stCondLst>
                                        </p:cTn>
                                        <p:tgtEl>
                                          <p:spTgt spid="102"/>
                                        </p:tgtEl>
                                        <p:attrNameLst>
                                          <p:attrName>style.visibility</p:attrName>
                                        </p:attrNameLst>
                                      </p:cBhvr>
                                      <p:to>
                                        <p:strVal val="visible"/>
                                      </p:to>
                                    </p:set>
                                    <p:anim calcmode="lin" valueType="num">
                                      <p:cBhvr>
                                        <p:cTn id="7" dur="500" fill="hold"/>
                                        <p:tgtEl>
                                          <p:spTgt spid="102"/>
                                        </p:tgtEl>
                                        <p:attrNameLst>
                                          <p:attrName>ppt_w</p:attrName>
                                        </p:attrNameLst>
                                      </p:cBhvr>
                                      <p:tavLst>
                                        <p:tav tm="0">
                                          <p:val>
                                            <p:fltVal val="0"/>
                                          </p:val>
                                        </p:tav>
                                        <p:tav tm="100000">
                                          <p:val>
                                            <p:strVal val="#ppt_w"/>
                                          </p:val>
                                        </p:tav>
                                      </p:tavLst>
                                    </p:anim>
                                    <p:anim calcmode="lin" valueType="num">
                                      <p:cBhvr>
                                        <p:cTn id="8" dur="500" fill="hold"/>
                                        <p:tgtEl>
                                          <p:spTgt spid="102"/>
                                        </p:tgtEl>
                                        <p:attrNameLst>
                                          <p:attrName>ppt_h</p:attrName>
                                        </p:attrNameLst>
                                      </p:cBhvr>
                                      <p:tavLst>
                                        <p:tav tm="0">
                                          <p:val>
                                            <p:fltVal val="0"/>
                                          </p:val>
                                        </p:tav>
                                        <p:tav tm="100000">
                                          <p:val>
                                            <p:strVal val="#ppt_h"/>
                                          </p:val>
                                        </p:tav>
                                      </p:tavLst>
                                    </p:anim>
                                    <p:anim calcmode="lin" valueType="num">
                                      <p:cBhvr>
                                        <p:cTn id="9" dur="500" fill="hold"/>
                                        <p:tgtEl>
                                          <p:spTgt spid="102"/>
                                        </p:tgtEl>
                                        <p:attrNameLst>
                                          <p:attrName>style.rotation</p:attrName>
                                        </p:attrNameLst>
                                      </p:cBhvr>
                                      <p:tavLst>
                                        <p:tav tm="0">
                                          <p:val>
                                            <p:fltVal val="360"/>
                                          </p:val>
                                        </p:tav>
                                        <p:tav tm="100000">
                                          <p:val>
                                            <p:fltVal val="0"/>
                                          </p:val>
                                        </p:tav>
                                      </p:tavLst>
                                    </p:anim>
                                    <p:animEffect transition="in" filter="fade">
                                      <p:cBhvr>
                                        <p:cTn id="10" dur="500"/>
                                        <p:tgtEl>
                                          <p:spTgt spid="102"/>
                                        </p:tgtEl>
                                      </p:cBhvr>
                                    </p:animEffect>
                                  </p:childTnLst>
                                </p:cTn>
                              </p:par>
                            </p:childTnLst>
                          </p:cTn>
                        </p:par>
                        <p:par>
                          <p:cTn id="11" fill="hold">
                            <p:stCondLst>
                              <p:cond delay="500"/>
                            </p:stCondLst>
                            <p:childTnLst>
                              <p:par>
                                <p:cTn id="12" presetID="1" presetClass="entr" presetSubtype="0" fill="hold" grpId="0" nodeType="afterEffect">
                                  <p:stCondLst>
                                    <p:cond delay="0"/>
                                  </p:stCondLst>
                                  <p:iterate type="lt">
                                    <p:tmAbs val="100"/>
                                  </p:iterate>
                                  <p:childTnLst>
                                    <p:set>
                                      <p:cBhvr>
                                        <p:cTn id="13" dur="1" fill="hold">
                                          <p:stCondLst>
                                            <p:cond delay="0"/>
                                          </p:stCondLst>
                                        </p:cTn>
                                        <p:tgtEl>
                                          <p:spTgt spid="103"/>
                                        </p:tgtEl>
                                        <p:attrNameLst>
                                          <p:attrName>style.visibility</p:attrName>
                                        </p:attrNameLst>
                                      </p:cBhvr>
                                      <p:to>
                                        <p:strVal val="visible"/>
                                      </p:to>
                                    </p:set>
                                  </p:childTnLst>
                                </p:cTn>
                              </p:par>
                              <p:par>
                                <p:cTn id="14" presetID="32" presetClass="emph" presetSubtype="0" repeatCount="2000" fill="hold" nodeType="withEffect">
                                  <p:stCondLst>
                                    <p:cond delay="0"/>
                                  </p:stCondLst>
                                  <p:childTnLst>
                                    <p:animRot by="120000">
                                      <p:cBhvr>
                                        <p:cTn id="15" dur="100" fill="hold">
                                          <p:stCondLst>
                                            <p:cond delay="0"/>
                                          </p:stCondLst>
                                        </p:cTn>
                                        <p:tgtEl>
                                          <p:spTgt spid="7"/>
                                        </p:tgtEl>
                                        <p:attrNameLst>
                                          <p:attrName>r</p:attrName>
                                        </p:attrNameLst>
                                      </p:cBhvr>
                                    </p:animRot>
                                    <p:animRot by="-240000">
                                      <p:cBhvr>
                                        <p:cTn id="16" dur="200" fill="hold">
                                          <p:stCondLst>
                                            <p:cond delay="200"/>
                                          </p:stCondLst>
                                        </p:cTn>
                                        <p:tgtEl>
                                          <p:spTgt spid="7"/>
                                        </p:tgtEl>
                                        <p:attrNameLst>
                                          <p:attrName>r</p:attrName>
                                        </p:attrNameLst>
                                      </p:cBhvr>
                                    </p:animRot>
                                    <p:animRot by="240000">
                                      <p:cBhvr>
                                        <p:cTn id="17" dur="200" fill="hold">
                                          <p:stCondLst>
                                            <p:cond delay="400"/>
                                          </p:stCondLst>
                                        </p:cTn>
                                        <p:tgtEl>
                                          <p:spTgt spid="7"/>
                                        </p:tgtEl>
                                        <p:attrNameLst>
                                          <p:attrName>r</p:attrName>
                                        </p:attrNameLst>
                                      </p:cBhvr>
                                    </p:animRot>
                                    <p:animRot by="-240000">
                                      <p:cBhvr>
                                        <p:cTn id="18" dur="200" fill="hold">
                                          <p:stCondLst>
                                            <p:cond delay="600"/>
                                          </p:stCondLst>
                                        </p:cTn>
                                        <p:tgtEl>
                                          <p:spTgt spid="7"/>
                                        </p:tgtEl>
                                        <p:attrNameLst>
                                          <p:attrName>r</p:attrName>
                                        </p:attrNameLst>
                                      </p:cBhvr>
                                    </p:animRot>
                                    <p:animRot by="120000">
                                      <p:cBhvr>
                                        <p:cTn id="19" dur="200" fill="hold">
                                          <p:stCondLst>
                                            <p:cond delay="800"/>
                                          </p:stCondLst>
                                        </p:cTn>
                                        <p:tgtEl>
                                          <p:spTgt spid="7"/>
                                        </p:tgtEl>
                                        <p:attrNameLst>
                                          <p:attrName>r</p:attrName>
                                        </p:attrNameLst>
                                      </p:cBhvr>
                                    </p:animRot>
                                  </p:childTnLst>
                                </p:cTn>
                              </p:par>
                            </p:childTnLst>
                          </p:cTn>
                        </p:par>
                      </p:childTnLst>
                    </p:cTn>
                  </p:par>
                  <p:par>
                    <p:cTn id="20" fill="hold">
                      <p:stCondLst>
                        <p:cond delay="indefinite"/>
                      </p:stCondLst>
                      <p:childTnLst>
                        <p:par>
                          <p:cTn id="21" fill="hold">
                            <p:stCondLst>
                              <p:cond delay="0"/>
                            </p:stCondLst>
                            <p:childTnLst>
                              <p:par>
                                <p:cTn id="22" presetID="49" presetClass="entr" presetSubtype="0" decel="100000" fill="hold" grpId="0" nodeType="clickEffect">
                                  <p:stCondLst>
                                    <p:cond delay="0"/>
                                  </p:stCondLst>
                                  <p:childTnLst>
                                    <p:set>
                                      <p:cBhvr>
                                        <p:cTn id="23" dur="1" fill="hold">
                                          <p:stCondLst>
                                            <p:cond delay="0"/>
                                          </p:stCondLst>
                                        </p:cTn>
                                        <p:tgtEl>
                                          <p:spTgt spid="104"/>
                                        </p:tgtEl>
                                        <p:attrNameLst>
                                          <p:attrName>style.visibility</p:attrName>
                                        </p:attrNameLst>
                                      </p:cBhvr>
                                      <p:to>
                                        <p:strVal val="visible"/>
                                      </p:to>
                                    </p:set>
                                    <p:anim calcmode="lin" valueType="num">
                                      <p:cBhvr>
                                        <p:cTn id="24" dur="500" fill="hold"/>
                                        <p:tgtEl>
                                          <p:spTgt spid="104"/>
                                        </p:tgtEl>
                                        <p:attrNameLst>
                                          <p:attrName>ppt_w</p:attrName>
                                        </p:attrNameLst>
                                      </p:cBhvr>
                                      <p:tavLst>
                                        <p:tav tm="0">
                                          <p:val>
                                            <p:fltVal val="0"/>
                                          </p:val>
                                        </p:tav>
                                        <p:tav tm="100000">
                                          <p:val>
                                            <p:strVal val="#ppt_w"/>
                                          </p:val>
                                        </p:tav>
                                      </p:tavLst>
                                    </p:anim>
                                    <p:anim calcmode="lin" valueType="num">
                                      <p:cBhvr>
                                        <p:cTn id="25" dur="500" fill="hold"/>
                                        <p:tgtEl>
                                          <p:spTgt spid="104"/>
                                        </p:tgtEl>
                                        <p:attrNameLst>
                                          <p:attrName>ppt_h</p:attrName>
                                        </p:attrNameLst>
                                      </p:cBhvr>
                                      <p:tavLst>
                                        <p:tav tm="0">
                                          <p:val>
                                            <p:fltVal val="0"/>
                                          </p:val>
                                        </p:tav>
                                        <p:tav tm="100000">
                                          <p:val>
                                            <p:strVal val="#ppt_h"/>
                                          </p:val>
                                        </p:tav>
                                      </p:tavLst>
                                    </p:anim>
                                    <p:anim calcmode="lin" valueType="num">
                                      <p:cBhvr>
                                        <p:cTn id="26" dur="500" fill="hold"/>
                                        <p:tgtEl>
                                          <p:spTgt spid="104"/>
                                        </p:tgtEl>
                                        <p:attrNameLst>
                                          <p:attrName>style.rotation</p:attrName>
                                        </p:attrNameLst>
                                      </p:cBhvr>
                                      <p:tavLst>
                                        <p:tav tm="0">
                                          <p:val>
                                            <p:fltVal val="360"/>
                                          </p:val>
                                        </p:tav>
                                        <p:tav tm="100000">
                                          <p:val>
                                            <p:fltVal val="0"/>
                                          </p:val>
                                        </p:tav>
                                      </p:tavLst>
                                    </p:anim>
                                    <p:animEffect transition="in" filter="fade">
                                      <p:cBhvr>
                                        <p:cTn id="27" dur="500"/>
                                        <p:tgtEl>
                                          <p:spTgt spid="104"/>
                                        </p:tgtEl>
                                      </p:cBhvr>
                                    </p:animEffect>
                                  </p:childTnLst>
                                </p:cTn>
                              </p:par>
                            </p:childTnLst>
                          </p:cTn>
                        </p:par>
                        <p:par>
                          <p:cTn id="28" fill="hold">
                            <p:stCondLst>
                              <p:cond delay="500"/>
                            </p:stCondLst>
                            <p:childTnLst>
                              <p:par>
                                <p:cTn id="29" presetID="1" presetClass="entr" presetSubtype="0" fill="hold" grpId="0" nodeType="afterEffect">
                                  <p:stCondLst>
                                    <p:cond delay="0"/>
                                  </p:stCondLst>
                                  <p:iterate type="lt">
                                    <p:tmAbs val="100"/>
                                  </p:iterate>
                                  <p:childTnLst>
                                    <p:set>
                                      <p:cBhvr>
                                        <p:cTn id="30" dur="1" fill="hold">
                                          <p:stCondLst>
                                            <p:cond delay="0"/>
                                          </p:stCondLst>
                                        </p:cTn>
                                        <p:tgtEl>
                                          <p:spTgt spid="105"/>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02" grpId="0" animBg="1"/>
      <p:bldP spid="103" grpId="0"/>
      <p:bldP spid="104" grpId="0" animBg="1"/>
      <p:bldP spid="105" grpId="0"/>
    </p:bldLst>
  </p:timing>
</p:sld>
</file>

<file path=ppt/slides/slide41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4" name="组合 3">
            <a:extLst>
              <a:ext uri="{FF2B5EF4-FFF2-40B4-BE49-F238E27FC236}">
                <a16:creationId xmlns:a16="http://schemas.microsoft.com/office/drawing/2014/main" id="{9A1EA9F2-FCB6-48C3-935F-7AE7E3AD14AC}"/>
              </a:ext>
            </a:extLst>
          </p:cNvPr>
          <p:cNvGrpSpPr/>
          <p:nvPr/>
        </p:nvGrpSpPr>
        <p:grpSpPr>
          <a:xfrm>
            <a:off x="304800" y="749300"/>
            <a:ext cx="6192344" cy="400110"/>
            <a:chOff x="424117" y="898245"/>
            <a:chExt cx="6192344" cy="400110"/>
          </a:xfrm>
        </p:grpSpPr>
        <p:sp>
          <p:nvSpPr>
            <p:cNvPr id="2" name="平行四边形 1">
              <a:extLst>
                <a:ext uri="{FF2B5EF4-FFF2-40B4-BE49-F238E27FC236}">
                  <a16:creationId xmlns:a16="http://schemas.microsoft.com/office/drawing/2014/main" id="{1F5BAA3F-9845-4F89-A2DD-8222D3E4EDAC}"/>
                </a:ext>
              </a:extLst>
            </p:cNvPr>
            <p:cNvSpPr/>
            <p:nvPr/>
          </p:nvSpPr>
          <p:spPr>
            <a:xfrm>
              <a:off x="424117" y="898245"/>
              <a:ext cx="628306" cy="387090"/>
            </a:xfrm>
            <a:prstGeom prst="parallelogram">
              <a:avLst/>
            </a:prstGeom>
            <a:solidFill>
              <a:schemeClr val="accent3">
                <a:lumMod val="75000"/>
              </a:schemeClr>
            </a:solidFill>
            <a:ln>
              <a:solidFill>
                <a:schemeClr val="accent3">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CN" sz="2200" dirty="0">
                  <a:latin typeface="Impact" panose="020B0806030902050204" pitchFamily="34" charset="0"/>
                </a:rPr>
                <a:t>01</a:t>
              </a:r>
              <a:endParaRPr lang="zh-CN" altLang="en-US" sz="2200" dirty="0">
                <a:latin typeface="Impact" panose="020B0806030902050204" pitchFamily="34" charset="0"/>
              </a:endParaRPr>
            </a:p>
          </p:txBody>
        </p:sp>
        <p:sp>
          <p:nvSpPr>
            <p:cNvPr id="3" name="文本框 2">
              <a:extLst>
                <a:ext uri="{FF2B5EF4-FFF2-40B4-BE49-F238E27FC236}">
                  <a16:creationId xmlns:a16="http://schemas.microsoft.com/office/drawing/2014/main" id="{4D6BD736-A4D3-4F26-AFED-36E11F50F70B}"/>
                </a:ext>
              </a:extLst>
            </p:cNvPr>
            <p:cNvSpPr txBox="1"/>
            <p:nvPr/>
          </p:nvSpPr>
          <p:spPr>
            <a:xfrm>
              <a:off x="1052423" y="898245"/>
              <a:ext cx="5564038" cy="400110"/>
            </a:xfrm>
            <a:prstGeom prst="rect">
              <a:avLst/>
            </a:prstGeom>
            <a:noFill/>
          </p:spPr>
          <p:txBody>
            <a:bodyPr wrap="square" rtlCol="0">
              <a:spAutoFit/>
            </a:bodyPr>
            <a:lstStyle/>
            <a:p>
              <a:r>
                <a:rPr lang="zh-CN" altLang="en-US" sz="2000" b="1" dirty="0">
                  <a:solidFill>
                    <a:schemeClr val="tx1"/>
                  </a:solidFill>
                  <a:latin typeface="Arial Narrow" panose="020B0606020202030204" pitchFamily="34" charset="0"/>
                </a:rPr>
                <a:t>以太网交换机</a:t>
              </a:r>
              <a:endParaRPr lang="en-US" altLang="zh-CN" sz="2000" b="1" dirty="0">
                <a:solidFill>
                  <a:schemeClr val="tx1"/>
                </a:solidFill>
                <a:latin typeface="Arial Narrow" panose="020B0606020202030204" pitchFamily="34" charset="0"/>
              </a:endParaRPr>
            </a:p>
          </p:txBody>
        </p:sp>
      </p:grpSp>
      <p:grpSp>
        <p:nvGrpSpPr>
          <p:cNvPr id="8" name="组合 7">
            <a:extLst>
              <a:ext uri="{FF2B5EF4-FFF2-40B4-BE49-F238E27FC236}">
                <a16:creationId xmlns:a16="http://schemas.microsoft.com/office/drawing/2014/main" id="{163B56A1-14E5-4E39-BAFD-2AC23C3B4517}"/>
              </a:ext>
            </a:extLst>
          </p:cNvPr>
          <p:cNvGrpSpPr/>
          <p:nvPr/>
        </p:nvGrpSpPr>
        <p:grpSpPr>
          <a:xfrm>
            <a:off x="425451" y="3592794"/>
            <a:ext cx="11357339" cy="2792504"/>
            <a:chOff x="425451" y="3592794"/>
            <a:chExt cx="11357339" cy="2792504"/>
          </a:xfrm>
        </p:grpSpPr>
        <p:sp>
          <p:nvSpPr>
            <p:cNvPr id="5" name="矩形 4">
              <a:extLst>
                <a:ext uri="{FF2B5EF4-FFF2-40B4-BE49-F238E27FC236}">
                  <a16:creationId xmlns:a16="http://schemas.microsoft.com/office/drawing/2014/main" id="{7B8978FE-1594-481A-895C-14BD84DE8A91}"/>
                </a:ext>
              </a:extLst>
            </p:cNvPr>
            <p:cNvSpPr/>
            <p:nvPr/>
          </p:nvSpPr>
          <p:spPr>
            <a:xfrm>
              <a:off x="2335333" y="3918704"/>
              <a:ext cx="2045888" cy="2466594"/>
            </a:xfrm>
            <a:prstGeom prst="rect">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6" name="矩形 5">
              <a:extLst>
                <a:ext uri="{FF2B5EF4-FFF2-40B4-BE49-F238E27FC236}">
                  <a16:creationId xmlns:a16="http://schemas.microsoft.com/office/drawing/2014/main" id="{823793EE-D768-407B-B399-27618C4822AD}"/>
                </a:ext>
              </a:extLst>
            </p:cNvPr>
            <p:cNvSpPr/>
            <p:nvPr/>
          </p:nvSpPr>
          <p:spPr>
            <a:xfrm>
              <a:off x="2335333" y="4233685"/>
              <a:ext cx="282873" cy="282873"/>
            </a:xfrm>
            <a:prstGeom prst="rect">
              <a:avLst/>
            </a:prstGeom>
            <a:solidFill>
              <a:schemeClr val="bg2">
                <a:lumMod val="90000"/>
              </a:schemeClr>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CN" sz="2000" b="1" dirty="0">
                  <a:solidFill>
                    <a:schemeClr val="tx1"/>
                  </a:solidFill>
                  <a:latin typeface="Arial Black" panose="020B0A04020102020204" pitchFamily="34" charset="0"/>
                </a:rPr>
                <a:t>1</a:t>
              </a:r>
              <a:endParaRPr lang="zh-CN" altLang="en-US" sz="2000" b="1" dirty="0">
                <a:solidFill>
                  <a:schemeClr val="tx1"/>
                </a:solidFill>
                <a:latin typeface="Arial Black" panose="020B0A04020102020204" pitchFamily="34" charset="0"/>
              </a:endParaRPr>
            </a:p>
          </p:txBody>
        </p:sp>
        <p:sp>
          <p:nvSpPr>
            <p:cNvPr id="60" name="矩形 59">
              <a:extLst>
                <a:ext uri="{FF2B5EF4-FFF2-40B4-BE49-F238E27FC236}">
                  <a16:creationId xmlns:a16="http://schemas.microsoft.com/office/drawing/2014/main" id="{5C40A978-9743-4316-BAEF-8011F93BE09A}"/>
                </a:ext>
              </a:extLst>
            </p:cNvPr>
            <p:cNvSpPr/>
            <p:nvPr/>
          </p:nvSpPr>
          <p:spPr>
            <a:xfrm>
              <a:off x="2335333" y="5010565"/>
              <a:ext cx="282873" cy="282873"/>
            </a:xfrm>
            <a:prstGeom prst="rect">
              <a:avLst/>
            </a:prstGeom>
            <a:solidFill>
              <a:schemeClr val="bg2">
                <a:lumMod val="90000"/>
              </a:schemeClr>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CN" sz="2000" b="1" dirty="0">
                  <a:solidFill>
                    <a:schemeClr val="tx1"/>
                  </a:solidFill>
                  <a:latin typeface="Arial Black" panose="020B0A04020102020204" pitchFamily="34" charset="0"/>
                </a:rPr>
                <a:t>2</a:t>
              </a:r>
              <a:endParaRPr lang="zh-CN" altLang="en-US" sz="2000" b="1" dirty="0">
                <a:solidFill>
                  <a:schemeClr val="tx1"/>
                </a:solidFill>
                <a:latin typeface="Arial Black" panose="020B0A04020102020204" pitchFamily="34" charset="0"/>
              </a:endParaRPr>
            </a:p>
          </p:txBody>
        </p:sp>
        <p:sp>
          <p:nvSpPr>
            <p:cNvPr id="61" name="矩形 60">
              <a:extLst>
                <a:ext uri="{FF2B5EF4-FFF2-40B4-BE49-F238E27FC236}">
                  <a16:creationId xmlns:a16="http://schemas.microsoft.com/office/drawing/2014/main" id="{3D7DCE5C-0F8D-4F5F-886C-5445F2889D89}"/>
                </a:ext>
              </a:extLst>
            </p:cNvPr>
            <p:cNvSpPr/>
            <p:nvPr/>
          </p:nvSpPr>
          <p:spPr>
            <a:xfrm>
              <a:off x="2335333" y="5787444"/>
              <a:ext cx="282873" cy="282873"/>
            </a:xfrm>
            <a:prstGeom prst="rect">
              <a:avLst/>
            </a:prstGeom>
            <a:solidFill>
              <a:schemeClr val="bg2">
                <a:lumMod val="90000"/>
              </a:schemeClr>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CN" sz="2000" b="1" dirty="0">
                  <a:solidFill>
                    <a:schemeClr val="tx1"/>
                  </a:solidFill>
                  <a:latin typeface="Arial Black" panose="020B0A04020102020204" pitchFamily="34" charset="0"/>
                </a:rPr>
                <a:t>3</a:t>
              </a:r>
              <a:endParaRPr lang="zh-CN" altLang="en-US" sz="2000" b="1" dirty="0">
                <a:solidFill>
                  <a:schemeClr val="tx1"/>
                </a:solidFill>
                <a:latin typeface="Arial Black" panose="020B0A04020102020204" pitchFamily="34" charset="0"/>
              </a:endParaRPr>
            </a:p>
          </p:txBody>
        </p:sp>
        <p:sp>
          <p:nvSpPr>
            <p:cNvPr id="62" name="矩形 61">
              <a:extLst>
                <a:ext uri="{FF2B5EF4-FFF2-40B4-BE49-F238E27FC236}">
                  <a16:creationId xmlns:a16="http://schemas.microsoft.com/office/drawing/2014/main" id="{4D68483B-3692-4A74-BFA0-D4CA56C6A3DF}"/>
                </a:ext>
              </a:extLst>
            </p:cNvPr>
            <p:cNvSpPr/>
            <p:nvPr/>
          </p:nvSpPr>
          <p:spPr>
            <a:xfrm>
              <a:off x="4098351" y="4233685"/>
              <a:ext cx="282873" cy="282873"/>
            </a:xfrm>
            <a:prstGeom prst="rect">
              <a:avLst/>
            </a:prstGeom>
            <a:solidFill>
              <a:schemeClr val="bg2">
                <a:lumMod val="90000"/>
              </a:schemeClr>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CN" sz="2000" b="1" dirty="0">
                  <a:solidFill>
                    <a:schemeClr val="tx1"/>
                  </a:solidFill>
                  <a:latin typeface="Arial Black" panose="020B0A04020102020204" pitchFamily="34" charset="0"/>
                </a:rPr>
                <a:t>4</a:t>
              </a:r>
              <a:endParaRPr lang="zh-CN" altLang="en-US" sz="2000" b="1" dirty="0">
                <a:solidFill>
                  <a:schemeClr val="tx1"/>
                </a:solidFill>
                <a:latin typeface="Arial Black" panose="020B0A04020102020204" pitchFamily="34" charset="0"/>
              </a:endParaRPr>
            </a:p>
          </p:txBody>
        </p:sp>
        <p:sp>
          <p:nvSpPr>
            <p:cNvPr id="63" name="矩形 62">
              <a:extLst>
                <a:ext uri="{FF2B5EF4-FFF2-40B4-BE49-F238E27FC236}">
                  <a16:creationId xmlns:a16="http://schemas.microsoft.com/office/drawing/2014/main" id="{E4D5BCA6-FB4B-47AB-974D-9B122F626AFE}"/>
                </a:ext>
              </a:extLst>
            </p:cNvPr>
            <p:cNvSpPr/>
            <p:nvPr/>
          </p:nvSpPr>
          <p:spPr>
            <a:xfrm>
              <a:off x="4098351" y="5010565"/>
              <a:ext cx="282873" cy="282873"/>
            </a:xfrm>
            <a:prstGeom prst="rect">
              <a:avLst/>
            </a:prstGeom>
            <a:solidFill>
              <a:schemeClr val="bg2">
                <a:lumMod val="90000"/>
              </a:schemeClr>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CN" sz="2000" b="1" dirty="0">
                  <a:solidFill>
                    <a:schemeClr val="tx1"/>
                  </a:solidFill>
                  <a:latin typeface="Arial Black" panose="020B0A04020102020204" pitchFamily="34" charset="0"/>
                </a:rPr>
                <a:t>5</a:t>
              </a:r>
              <a:endParaRPr lang="zh-CN" altLang="en-US" sz="2000" b="1" dirty="0">
                <a:solidFill>
                  <a:schemeClr val="tx1"/>
                </a:solidFill>
                <a:latin typeface="Arial Black" panose="020B0A04020102020204" pitchFamily="34" charset="0"/>
              </a:endParaRPr>
            </a:p>
          </p:txBody>
        </p:sp>
        <p:sp>
          <p:nvSpPr>
            <p:cNvPr id="64" name="矩形 63">
              <a:extLst>
                <a:ext uri="{FF2B5EF4-FFF2-40B4-BE49-F238E27FC236}">
                  <a16:creationId xmlns:a16="http://schemas.microsoft.com/office/drawing/2014/main" id="{1A53BF14-2ABE-435A-B602-786EE722F28D}"/>
                </a:ext>
              </a:extLst>
            </p:cNvPr>
            <p:cNvSpPr/>
            <p:nvPr/>
          </p:nvSpPr>
          <p:spPr>
            <a:xfrm>
              <a:off x="4098351" y="5787444"/>
              <a:ext cx="282873" cy="282873"/>
            </a:xfrm>
            <a:prstGeom prst="rect">
              <a:avLst/>
            </a:prstGeom>
            <a:solidFill>
              <a:schemeClr val="bg2">
                <a:lumMod val="90000"/>
              </a:schemeClr>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CN" sz="2000" b="1" dirty="0">
                  <a:solidFill>
                    <a:schemeClr val="tx1"/>
                  </a:solidFill>
                  <a:latin typeface="Arial Black" panose="020B0A04020102020204" pitchFamily="34" charset="0"/>
                </a:rPr>
                <a:t>6</a:t>
              </a:r>
              <a:endParaRPr lang="zh-CN" altLang="en-US" sz="2000" b="1" dirty="0">
                <a:solidFill>
                  <a:schemeClr val="tx1"/>
                </a:solidFill>
                <a:latin typeface="Arial Black" panose="020B0A04020102020204" pitchFamily="34" charset="0"/>
              </a:endParaRPr>
            </a:p>
          </p:txBody>
        </p:sp>
        <p:cxnSp>
          <p:nvCxnSpPr>
            <p:cNvPr id="12" name="直接连接符 11">
              <a:extLst>
                <a:ext uri="{FF2B5EF4-FFF2-40B4-BE49-F238E27FC236}">
                  <a16:creationId xmlns:a16="http://schemas.microsoft.com/office/drawing/2014/main" id="{DBFA0F3A-71F2-4CFF-9848-003D93744202}"/>
                </a:ext>
              </a:extLst>
            </p:cNvPr>
            <p:cNvCxnSpPr>
              <a:cxnSpLocks/>
              <a:stCxn id="6" idx="1"/>
            </p:cNvCxnSpPr>
            <p:nvPr/>
          </p:nvCxnSpPr>
          <p:spPr>
            <a:xfrm flipH="1">
              <a:off x="1806511" y="4375122"/>
              <a:ext cx="528822" cy="0"/>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grpSp>
          <p:nvGrpSpPr>
            <p:cNvPr id="10" name="组合 9">
              <a:extLst>
                <a:ext uri="{FF2B5EF4-FFF2-40B4-BE49-F238E27FC236}">
                  <a16:creationId xmlns:a16="http://schemas.microsoft.com/office/drawing/2014/main" id="{63BC7B38-2CBC-4DF3-9610-16BEDF36A04D}"/>
                </a:ext>
              </a:extLst>
            </p:cNvPr>
            <p:cNvGrpSpPr/>
            <p:nvPr/>
          </p:nvGrpSpPr>
          <p:grpSpPr>
            <a:xfrm>
              <a:off x="1346499" y="3988565"/>
              <a:ext cx="536483" cy="537456"/>
              <a:chOff x="1294129" y="3886615"/>
              <a:chExt cx="536483" cy="537456"/>
            </a:xfrm>
          </p:grpSpPr>
          <p:pic>
            <p:nvPicPr>
              <p:cNvPr id="67" name="图形 10">
                <a:extLst>
                  <a:ext uri="{FF2B5EF4-FFF2-40B4-BE49-F238E27FC236}">
                    <a16:creationId xmlns:a16="http://schemas.microsoft.com/office/drawing/2014/main" id="{45F06463-8405-4563-A327-32BA2E1AEDAA}"/>
                  </a:ext>
                </a:extLst>
              </p:cNvPr>
              <p:cNvPicPr>
                <a:picLocks noChangeAspect="1"/>
              </p:cNvPicPr>
              <p:nvPr/>
            </p:nvPicPr>
            <p:blipFill>
              <a:blip r:embed="rId3">
                <a:extLst>
                  <a:ext uri="{28A0092B-C50C-407E-A947-70E740481C1C}">
                    <a14:useLocalDpi xmlns:a14="http://schemas.microsoft.com/office/drawing/2010/main" val="0"/>
                  </a:ext>
                  <a:ext uri="{96DAC541-7B7A-43D3-8B79-37D633B846F1}">
                    <asvg:svgBlip xmlns:asvg="http://schemas.microsoft.com/office/drawing/2016/SVG/main" r:embed="rId4"/>
                  </a:ext>
                </a:extLst>
              </a:blip>
              <a:stretch>
                <a:fillRect/>
              </a:stretch>
            </p:blipFill>
            <p:spPr>
              <a:xfrm>
                <a:off x="1294129" y="3905179"/>
                <a:ext cx="536483" cy="518892"/>
              </a:xfrm>
              <a:prstGeom prst="rect">
                <a:avLst/>
              </a:prstGeom>
            </p:spPr>
          </p:pic>
          <p:sp>
            <p:nvSpPr>
              <p:cNvPr id="9" name="文本框 8">
                <a:extLst>
                  <a:ext uri="{FF2B5EF4-FFF2-40B4-BE49-F238E27FC236}">
                    <a16:creationId xmlns:a16="http://schemas.microsoft.com/office/drawing/2014/main" id="{31B65486-C583-4300-B19F-A75330BD5614}"/>
                  </a:ext>
                </a:extLst>
              </p:cNvPr>
              <p:cNvSpPr txBox="1"/>
              <p:nvPr/>
            </p:nvSpPr>
            <p:spPr>
              <a:xfrm>
                <a:off x="1513103" y="3886615"/>
                <a:ext cx="282873" cy="369332"/>
              </a:xfrm>
              <a:prstGeom prst="rect">
                <a:avLst/>
              </a:prstGeom>
              <a:noFill/>
            </p:spPr>
            <p:txBody>
              <a:bodyPr wrap="square" rtlCol="0">
                <a:spAutoFit/>
              </a:bodyPr>
              <a:lstStyle/>
              <a:p>
                <a:pPr algn="ctr"/>
                <a:r>
                  <a:rPr lang="en-US" altLang="zh-CN" b="1" dirty="0">
                    <a:solidFill>
                      <a:schemeClr val="bg1"/>
                    </a:solidFill>
                  </a:rPr>
                  <a:t>A</a:t>
                </a:r>
                <a:endParaRPr lang="zh-CN" altLang="en-US" b="1" dirty="0">
                  <a:solidFill>
                    <a:schemeClr val="bg1"/>
                  </a:solidFill>
                </a:endParaRPr>
              </a:p>
            </p:txBody>
          </p:sp>
        </p:grpSp>
        <p:cxnSp>
          <p:nvCxnSpPr>
            <p:cNvPr id="73" name="直接连接符 72">
              <a:extLst>
                <a:ext uri="{FF2B5EF4-FFF2-40B4-BE49-F238E27FC236}">
                  <a16:creationId xmlns:a16="http://schemas.microsoft.com/office/drawing/2014/main" id="{115D7DEF-E6F9-46D1-BC58-EF5571FC17A3}"/>
                </a:ext>
              </a:extLst>
            </p:cNvPr>
            <p:cNvCxnSpPr>
              <a:cxnSpLocks/>
            </p:cNvCxnSpPr>
            <p:nvPr/>
          </p:nvCxnSpPr>
          <p:spPr>
            <a:xfrm flipH="1">
              <a:off x="4381221" y="4356970"/>
              <a:ext cx="528822" cy="0"/>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grpSp>
          <p:nvGrpSpPr>
            <p:cNvPr id="74" name="组合 73">
              <a:extLst>
                <a:ext uri="{FF2B5EF4-FFF2-40B4-BE49-F238E27FC236}">
                  <a16:creationId xmlns:a16="http://schemas.microsoft.com/office/drawing/2014/main" id="{FBE67127-FC0A-4B0D-82F5-7439870241B8}"/>
                </a:ext>
              </a:extLst>
            </p:cNvPr>
            <p:cNvGrpSpPr/>
            <p:nvPr/>
          </p:nvGrpSpPr>
          <p:grpSpPr>
            <a:xfrm>
              <a:off x="4887865" y="3995143"/>
              <a:ext cx="536483" cy="530878"/>
              <a:chOff x="1294129" y="3893193"/>
              <a:chExt cx="536483" cy="530878"/>
            </a:xfrm>
          </p:grpSpPr>
          <p:pic>
            <p:nvPicPr>
              <p:cNvPr id="75" name="图形 10">
                <a:extLst>
                  <a:ext uri="{FF2B5EF4-FFF2-40B4-BE49-F238E27FC236}">
                    <a16:creationId xmlns:a16="http://schemas.microsoft.com/office/drawing/2014/main" id="{C2B92D81-47FB-493F-811F-D1C9EAB26E6E}"/>
                  </a:ext>
                </a:extLst>
              </p:cNvPr>
              <p:cNvPicPr>
                <a:picLocks noChangeAspect="1"/>
              </p:cNvPicPr>
              <p:nvPr/>
            </p:nvPicPr>
            <p:blipFill>
              <a:blip r:embed="rId3">
                <a:extLst>
                  <a:ext uri="{28A0092B-C50C-407E-A947-70E740481C1C}">
                    <a14:useLocalDpi xmlns:a14="http://schemas.microsoft.com/office/drawing/2010/main" val="0"/>
                  </a:ext>
                  <a:ext uri="{96DAC541-7B7A-43D3-8B79-37D633B846F1}">
                    <asvg:svgBlip xmlns:asvg="http://schemas.microsoft.com/office/drawing/2016/SVG/main" r:embed="rId4"/>
                  </a:ext>
                </a:extLst>
              </a:blip>
              <a:stretch>
                <a:fillRect/>
              </a:stretch>
            </p:blipFill>
            <p:spPr>
              <a:xfrm>
                <a:off x="1294129" y="3905179"/>
                <a:ext cx="536483" cy="518892"/>
              </a:xfrm>
              <a:prstGeom prst="rect">
                <a:avLst/>
              </a:prstGeom>
            </p:spPr>
          </p:pic>
          <p:sp>
            <p:nvSpPr>
              <p:cNvPr id="76" name="文本框 75">
                <a:extLst>
                  <a:ext uri="{FF2B5EF4-FFF2-40B4-BE49-F238E27FC236}">
                    <a16:creationId xmlns:a16="http://schemas.microsoft.com/office/drawing/2014/main" id="{4442822F-FFA9-4D5F-A5B9-E192CDA19D6A}"/>
                  </a:ext>
                </a:extLst>
              </p:cNvPr>
              <p:cNvSpPr txBox="1"/>
              <p:nvPr/>
            </p:nvSpPr>
            <p:spPr>
              <a:xfrm>
                <a:off x="1513103" y="3893193"/>
                <a:ext cx="282873" cy="369332"/>
              </a:xfrm>
              <a:prstGeom prst="rect">
                <a:avLst/>
              </a:prstGeom>
              <a:noFill/>
            </p:spPr>
            <p:txBody>
              <a:bodyPr wrap="square" rtlCol="0">
                <a:spAutoFit/>
              </a:bodyPr>
              <a:lstStyle/>
              <a:p>
                <a:pPr algn="ctr"/>
                <a:r>
                  <a:rPr lang="en-US" altLang="zh-CN" b="1" dirty="0">
                    <a:solidFill>
                      <a:schemeClr val="bg1"/>
                    </a:solidFill>
                  </a:rPr>
                  <a:t>B</a:t>
                </a:r>
                <a:endParaRPr lang="zh-CN" altLang="en-US" b="1" dirty="0">
                  <a:solidFill>
                    <a:schemeClr val="bg1"/>
                  </a:solidFill>
                </a:endParaRPr>
              </a:p>
            </p:txBody>
          </p:sp>
        </p:grpSp>
        <p:cxnSp>
          <p:nvCxnSpPr>
            <p:cNvPr id="77" name="直接连接符 76">
              <a:extLst>
                <a:ext uri="{FF2B5EF4-FFF2-40B4-BE49-F238E27FC236}">
                  <a16:creationId xmlns:a16="http://schemas.microsoft.com/office/drawing/2014/main" id="{D5BE263A-D3ED-4FD3-8A96-0F9DD5E1AA52}"/>
                </a:ext>
              </a:extLst>
            </p:cNvPr>
            <p:cNvCxnSpPr>
              <a:cxnSpLocks/>
            </p:cNvCxnSpPr>
            <p:nvPr/>
          </p:nvCxnSpPr>
          <p:spPr>
            <a:xfrm flipH="1">
              <a:off x="4374128" y="5163725"/>
              <a:ext cx="528822" cy="0"/>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grpSp>
          <p:nvGrpSpPr>
            <p:cNvPr id="78" name="组合 77">
              <a:extLst>
                <a:ext uri="{FF2B5EF4-FFF2-40B4-BE49-F238E27FC236}">
                  <a16:creationId xmlns:a16="http://schemas.microsoft.com/office/drawing/2014/main" id="{1EA99009-D328-411E-A10D-5FA9ECDB9CA0}"/>
                </a:ext>
              </a:extLst>
            </p:cNvPr>
            <p:cNvGrpSpPr/>
            <p:nvPr/>
          </p:nvGrpSpPr>
          <p:grpSpPr>
            <a:xfrm>
              <a:off x="4880772" y="4813884"/>
              <a:ext cx="536483" cy="518892"/>
              <a:chOff x="1294129" y="3905179"/>
              <a:chExt cx="536483" cy="518892"/>
            </a:xfrm>
          </p:grpSpPr>
          <p:pic>
            <p:nvPicPr>
              <p:cNvPr id="79" name="图形 10">
                <a:extLst>
                  <a:ext uri="{FF2B5EF4-FFF2-40B4-BE49-F238E27FC236}">
                    <a16:creationId xmlns:a16="http://schemas.microsoft.com/office/drawing/2014/main" id="{1C0E463B-3EB1-486A-9E01-44D1FF6D89D3}"/>
                  </a:ext>
                </a:extLst>
              </p:cNvPr>
              <p:cNvPicPr>
                <a:picLocks noChangeAspect="1"/>
              </p:cNvPicPr>
              <p:nvPr/>
            </p:nvPicPr>
            <p:blipFill>
              <a:blip r:embed="rId3">
                <a:extLst>
                  <a:ext uri="{28A0092B-C50C-407E-A947-70E740481C1C}">
                    <a14:useLocalDpi xmlns:a14="http://schemas.microsoft.com/office/drawing/2010/main" val="0"/>
                  </a:ext>
                  <a:ext uri="{96DAC541-7B7A-43D3-8B79-37D633B846F1}">
                    <asvg:svgBlip xmlns:asvg="http://schemas.microsoft.com/office/drawing/2016/SVG/main" r:embed="rId4"/>
                  </a:ext>
                </a:extLst>
              </a:blip>
              <a:stretch>
                <a:fillRect/>
              </a:stretch>
            </p:blipFill>
            <p:spPr>
              <a:xfrm>
                <a:off x="1294129" y="3905179"/>
                <a:ext cx="536483" cy="518892"/>
              </a:xfrm>
              <a:prstGeom prst="rect">
                <a:avLst/>
              </a:prstGeom>
            </p:spPr>
          </p:pic>
          <p:sp>
            <p:nvSpPr>
              <p:cNvPr id="80" name="文本框 79">
                <a:extLst>
                  <a:ext uri="{FF2B5EF4-FFF2-40B4-BE49-F238E27FC236}">
                    <a16:creationId xmlns:a16="http://schemas.microsoft.com/office/drawing/2014/main" id="{9A5553E3-E24C-43E5-AD1D-F04A9945A7DA}"/>
                  </a:ext>
                </a:extLst>
              </p:cNvPr>
              <p:cNvSpPr txBox="1"/>
              <p:nvPr/>
            </p:nvSpPr>
            <p:spPr>
              <a:xfrm>
                <a:off x="1513103" y="3906349"/>
                <a:ext cx="282873" cy="369332"/>
              </a:xfrm>
              <a:prstGeom prst="rect">
                <a:avLst/>
              </a:prstGeom>
              <a:noFill/>
            </p:spPr>
            <p:txBody>
              <a:bodyPr wrap="square" rtlCol="0">
                <a:spAutoFit/>
              </a:bodyPr>
              <a:lstStyle/>
              <a:p>
                <a:pPr algn="ctr"/>
                <a:r>
                  <a:rPr lang="en-US" altLang="zh-CN" b="1" dirty="0">
                    <a:solidFill>
                      <a:schemeClr val="bg1"/>
                    </a:solidFill>
                  </a:rPr>
                  <a:t>C</a:t>
                </a:r>
                <a:endParaRPr lang="zh-CN" altLang="en-US" b="1" dirty="0">
                  <a:solidFill>
                    <a:schemeClr val="bg1"/>
                  </a:solidFill>
                </a:endParaRPr>
              </a:p>
            </p:txBody>
          </p:sp>
        </p:grpSp>
        <p:cxnSp>
          <p:nvCxnSpPr>
            <p:cNvPr id="81" name="直接连接符 80">
              <a:extLst>
                <a:ext uri="{FF2B5EF4-FFF2-40B4-BE49-F238E27FC236}">
                  <a16:creationId xmlns:a16="http://schemas.microsoft.com/office/drawing/2014/main" id="{1DE18D0D-FA84-468C-88EC-0894FBE0A472}"/>
                </a:ext>
              </a:extLst>
            </p:cNvPr>
            <p:cNvCxnSpPr>
              <a:cxnSpLocks/>
            </p:cNvCxnSpPr>
            <p:nvPr/>
          </p:nvCxnSpPr>
          <p:spPr>
            <a:xfrm flipH="1">
              <a:off x="1799674" y="5935951"/>
              <a:ext cx="528822" cy="0"/>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grpSp>
          <p:nvGrpSpPr>
            <p:cNvPr id="82" name="组合 81">
              <a:extLst>
                <a:ext uri="{FF2B5EF4-FFF2-40B4-BE49-F238E27FC236}">
                  <a16:creationId xmlns:a16="http://schemas.microsoft.com/office/drawing/2014/main" id="{39E8F369-ACAF-4BD0-9787-2A00718106C4}"/>
                </a:ext>
              </a:extLst>
            </p:cNvPr>
            <p:cNvGrpSpPr/>
            <p:nvPr/>
          </p:nvGrpSpPr>
          <p:grpSpPr>
            <a:xfrm>
              <a:off x="1339662" y="5549394"/>
              <a:ext cx="536483" cy="537456"/>
              <a:chOff x="1294129" y="3886615"/>
              <a:chExt cx="536483" cy="537456"/>
            </a:xfrm>
          </p:grpSpPr>
          <p:pic>
            <p:nvPicPr>
              <p:cNvPr id="83" name="图形 10">
                <a:extLst>
                  <a:ext uri="{FF2B5EF4-FFF2-40B4-BE49-F238E27FC236}">
                    <a16:creationId xmlns:a16="http://schemas.microsoft.com/office/drawing/2014/main" id="{2AED5D4D-D322-49AC-8726-DDFA26108309}"/>
                  </a:ext>
                </a:extLst>
              </p:cNvPr>
              <p:cNvPicPr>
                <a:picLocks noChangeAspect="1"/>
              </p:cNvPicPr>
              <p:nvPr/>
            </p:nvPicPr>
            <p:blipFill>
              <a:blip r:embed="rId3">
                <a:extLst>
                  <a:ext uri="{28A0092B-C50C-407E-A947-70E740481C1C}">
                    <a14:useLocalDpi xmlns:a14="http://schemas.microsoft.com/office/drawing/2010/main" val="0"/>
                  </a:ext>
                  <a:ext uri="{96DAC541-7B7A-43D3-8B79-37D633B846F1}">
                    <asvg:svgBlip xmlns:asvg="http://schemas.microsoft.com/office/drawing/2016/SVG/main" r:embed="rId4"/>
                  </a:ext>
                </a:extLst>
              </a:blip>
              <a:stretch>
                <a:fillRect/>
              </a:stretch>
            </p:blipFill>
            <p:spPr>
              <a:xfrm>
                <a:off x="1294129" y="3905179"/>
                <a:ext cx="536483" cy="518892"/>
              </a:xfrm>
              <a:prstGeom prst="rect">
                <a:avLst/>
              </a:prstGeom>
            </p:spPr>
          </p:pic>
          <p:sp>
            <p:nvSpPr>
              <p:cNvPr id="84" name="文本框 83">
                <a:extLst>
                  <a:ext uri="{FF2B5EF4-FFF2-40B4-BE49-F238E27FC236}">
                    <a16:creationId xmlns:a16="http://schemas.microsoft.com/office/drawing/2014/main" id="{D6E8AB40-1534-4F9B-A4B5-1E0C383C7042}"/>
                  </a:ext>
                </a:extLst>
              </p:cNvPr>
              <p:cNvSpPr txBox="1"/>
              <p:nvPr/>
            </p:nvSpPr>
            <p:spPr>
              <a:xfrm>
                <a:off x="1513103" y="3886615"/>
                <a:ext cx="282873" cy="369332"/>
              </a:xfrm>
              <a:prstGeom prst="rect">
                <a:avLst/>
              </a:prstGeom>
              <a:noFill/>
            </p:spPr>
            <p:txBody>
              <a:bodyPr wrap="square" rtlCol="0">
                <a:spAutoFit/>
              </a:bodyPr>
              <a:lstStyle/>
              <a:p>
                <a:pPr algn="ctr"/>
                <a:r>
                  <a:rPr lang="en-US" altLang="zh-CN" b="1" dirty="0">
                    <a:solidFill>
                      <a:schemeClr val="bg1"/>
                    </a:solidFill>
                  </a:rPr>
                  <a:t>D</a:t>
                </a:r>
                <a:endParaRPr lang="zh-CN" altLang="en-US" b="1" dirty="0">
                  <a:solidFill>
                    <a:schemeClr val="bg1"/>
                  </a:solidFill>
                </a:endParaRPr>
              </a:p>
            </p:txBody>
          </p:sp>
        </p:grpSp>
        <p:cxnSp>
          <p:nvCxnSpPr>
            <p:cNvPr id="86" name="直接连接符 85">
              <a:extLst>
                <a:ext uri="{FF2B5EF4-FFF2-40B4-BE49-F238E27FC236}">
                  <a16:creationId xmlns:a16="http://schemas.microsoft.com/office/drawing/2014/main" id="{A2853C4D-6C9A-499F-9DD6-045299199F56}"/>
                </a:ext>
              </a:extLst>
            </p:cNvPr>
            <p:cNvCxnSpPr>
              <a:cxnSpLocks/>
            </p:cNvCxnSpPr>
            <p:nvPr/>
          </p:nvCxnSpPr>
          <p:spPr>
            <a:xfrm flipH="1">
              <a:off x="1799674" y="5150133"/>
              <a:ext cx="528822" cy="0"/>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sp>
          <p:nvSpPr>
            <p:cNvPr id="47" name="íşlïḍè">
              <a:extLst>
                <a:ext uri="{FF2B5EF4-FFF2-40B4-BE49-F238E27FC236}">
                  <a16:creationId xmlns:a16="http://schemas.microsoft.com/office/drawing/2014/main" id="{CE9ECE2D-481B-403C-8226-78E1015AAC29}"/>
                </a:ext>
              </a:extLst>
            </p:cNvPr>
            <p:cNvSpPr txBox="1"/>
            <p:nvPr/>
          </p:nvSpPr>
          <p:spPr>
            <a:xfrm>
              <a:off x="2335330" y="3592794"/>
              <a:ext cx="2052727" cy="319332"/>
            </a:xfrm>
            <a:prstGeom prst="rect">
              <a:avLst/>
            </a:prstGeom>
            <a:noFill/>
          </p:spPr>
          <p:txBody>
            <a:bodyPr wrap="square" lIns="91440" tIns="45720" rIns="91440" bIns="45720" anchor="ctr">
              <a:noAutofit/>
            </a:bodyPr>
            <a:lstStyle/>
            <a:p>
              <a:pPr algn="ctr"/>
              <a:r>
                <a:rPr lang="zh-CN" altLang="en-US" b="1" dirty="0">
                  <a:latin typeface="Arial Narrow" panose="020B0606020202030204" pitchFamily="34" charset="0"/>
                </a:rPr>
                <a:t>交换机</a:t>
              </a:r>
              <a:r>
                <a:rPr lang="en-US" altLang="zh-CN" b="1" dirty="0">
                  <a:latin typeface="Arial Narrow" panose="020B0606020202030204" pitchFamily="34" charset="0"/>
                </a:rPr>
                <a:t>1</a:t>
              </a:r>
              <a:endParaRPr lang="zh-CN" altLang="en-US" b="1" dirty="0">
                <a:latin typeface="Arial Narrow" panose="020B0606020202030204" pitchFamily="34" charset="0"/>
              </a:endParaRPr>
            </a:p>
          </p:txBody>
        </p:sp>
        <p:sp>
          <p:nvSpPr>
            <p:cNvPr id="50" name="矩形 49">
              <a:extLst>
                <a:ext uri="{FF2B5EF4-FFF2-40B4-BE49-F238E27FC236}">
                  <a16:creationId xmlns:a16="http://schemas.microsoft.com/office/drawing/2014/main" id="{39F943B1-A8B6-4240-9B16-2EF652DE17AB}"/>
                </a:ext>
              </a:extLst>
            </p:cNvPr>
            <p:cNvSpPr/>
            <p:nvPr/>
          </p:nvSpPr>
          <p:spPr>
            <a:xfrm>
              <a:off x="8693775" y="3918704"/>
              <a:ext cx="2045888" cy="2466594"/>
            </a:xfrm>
            <a:prstGeom prst="rect">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51" name="矩形 50">
              <a:extLst>
                <a:ext uri="{FF2B5EF4-FFF2-40B4-BE49-F238E27FC236}">
                  <a16:creationId xmlns:a16="http://schemas.microsoft.com/office/drawing/2014/main" id="{E91D1F6E-10CC-4E03-BFA6-4753D7E645C6}"/>
                </a:ext>
              </a:extLst>
            </p:cNvPr>
            <p:cNvSpPr/>
            <p:nvPr/>
          </p:nvSpPr>
          <p:spPr>
            <a:xfrm>
              <a:off x="8693775" y="4233685"/>
              <a:ext cx="282873" cy="282873"/>
            </a:xfrm>
            <a:prstGeom prst="rect">
              <a:avLst/>
            </a:prstGeom>
            <a:solidFill>
              <a:schemeClr val="bg2">
                <a:lumMod val="90000"/>
              </a:schemeClr>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CN" sz="2000" b="1" dirty="0">
                  <a:solidFill>
                    <a:schemeClr val="tx1"/>
                  </a:solidFill>
                  <a:latin typeface="Arial Black" panose="020B0A04020102020204" pitchFamily="34" charset="0"/>
                </a:rPr>
                <a:t>1</a:t>
              </a:r>
              <a:endParaRPr lang="zh-CN" altLang="en-US" sz="2000" b="1" dirty="0">
                <a:solidFill>
                  <a:schemeClr val="tx1"/>
                </a:solidFill>
                <a:latin typeface="Arial Black" panose="020B0A04020102020204" pitchFamily="34" charset="0"/>
              </a:endParaRPr>
            </a:p>
          </p:txBody>
        </p:sp>
        <p:sp>
          <p:nvSpPr>
            <p:cNvPr id="58" name="矩形 57">
              <a:extLst>
                <a:ext uri="{FF2B5EF4-FFF2-40B4-BE49-F238E27FC236}">
                  <a16:creationId xmlns:a16="http://schemas.microsoft.com/office/drawing/2014/main" id="{8659FEA0-5940-431E-9AE4-6ED0A939036F}"/>
                </a:ext>
              </a:extLst>
            </p:cNvPr>
            <p:cNvSpPr/>
            <p:nvPr/>
          </p:nvSpPr>
          <p:spPr>
            <a:xfrm>
              <a:off x="8693775" y="5010565"/>
              <a:ext cx="282873" cy="282873"/>
            </a:xfrm>
            <a:prstGeom prst="rect">
              <a:avLst/>
            </a:prstGeom>
            <a:solidFill>
              <a:schemeClr val="bg2">
                <a:lumMod val="90000"/>
              </a:schemeClr>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CN" sz="2000" b="1" dirty="0">
                  <a:solidFill>
                    <a:schemeClr val="tx1"/>
                  </a:solidFill>
                  <a:latin typeface="Arial Black" panose="020B0A04020102020204" pitchFamily="34" charset="0"/>
                </a:rPr>
                <a:t>2</a:t>
              </a:r>
              <a:endParaRPr lang="zh-CN" altLang="en-US" sz="2000" b="1" dirty="0">
                <a:solidFill>
                  <a:schemeClr val="tx1"/>
                </a:solidFill>
                <a:latin typeface="Arial Black" panose="020B0A04020102020204" pitchFamily="34" charset="0"/>
              </a:endParaRPr>
            </a:p>
          </p:txBody>
        </p:sp>
        <p:sp>
          <p:nvSpPr>
            <p:cNvPr id="59" name="矩形 58">
              <a:extLst>
                <a:ext uri="{FF2B5EF4-FFF2-40B4-BE49-F238E27FC236}">
                  <a16:creationId xmlns:a16="http://schemas.microsoft.com/office/drawing/2014/main" id="{D2CE76F7-91C6-4E7C-812D-8745F2663158}"/>
                </a:ext>
              </a:extLst>
            </p:cNvPr>
            <p:cNvSpPr/>
            <p:nvPr/>
          </p:nvSpPr>
          <p:spPr>
            <a:xfrm>
              <a:off x="8693775" y="5787444"/>
              <a:ext cx="282873" cy="282873"/>
            </a:xfrm>
            <a:prstGeom prst="rect">
              <a:avLst/>
            </a:prstGeom>
            <a:solidFill>
              <a:schemeClr val="bg2">
                <a:lumMod val="90000"/>
              </a:schemeClr>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CN" sz="2000" b="1" dirty="0">
                  <a:solidFill>
                    <a:schemeClr val="tx1"/>
                  </a:solidFill>
                  <a:latin typeface="Arial Black" panose="020B0A04020102020204" pitchFamily="34" charset="0"/>
                </a:rPr>
                <a:t>3</a:t>
              </a:r>
              <a:endParaRPr lang="zh-CN" altLang="en-US" sz="2000" b="1" dirty="0">
                <a:solidFill>
                  <a:schemeClr val="tx1"/>
                </a:solidFill>
                <a:latin typeface="Arial Black" panose="020B0A04020102020204" pitchFamily="34" charset="0"/>
              </a:endParaRPr>
            </a:p>
          </p:txBody>
        </p:sp>
        <p:sp>
          <p:nvSpPr>
            <p:cNvPr id="65" name="矩形 64">
              <a:extLst>
                <a:ext uri="{FF2B5EF4-FFF2-40B4-BE49-F238E27FC236}">
                  <a16:creationId xmlns:a16="http://schemas.microsoft.com/office/drawing/2014/main" id="{D1FC2637-75B0-41BB-B3A7-B04146DC8E1E}"/>
                </a:ext>
              </a:extLst>
            </p:cNvPr>
            <p:cNvSpPr/>
            <p:nvPr/>
          </p:nvSpPr>
          <p:spPr>
            <a:xfrm>
              <a:off x="10456793" y="4233685"/>
              <a:ext cx="282873" cy="282873"/>
            </a:xfrm>
            <a:prstGeom prst="rect">
              <a:avLst/>
            </a:prstGeom>
            <a:solidFill>
              <a:schemeClr val="bg2">
                <a:lumMod val="90000"/>
              </a:schemeClr>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CN" sz="2000" b="1" dirty="0">
                  <a:solidFill>
                    <a:schemeClr val="tx1"/>
                  </a:solidFill>
                  <a:latin typeface="Arial Black" panose="020B0A04020102020204" pitchFamily="34" charset="0"/>
                </a:rPr>
                <a:t>4</a:t>
              </a:r>
              <a:endParaRPr lang="zh-CN" altLang="en-US" sz="2000" b="1" dirty="0">
                <a:solidFill>
                  <a:schemeClr val="tx1"/>
                </a:solidFill>
                <a:latin typeface="Arial Black" panose="020B0A04020102020204" pitchFamily="34" charset="0"/>
              </a:endParaRPr>
            </a:p>
          </p:txBody>
        </p:sp>
        <p:sp>
          <p:nvSpPr>
            <p:cNvPr id="66" name="矩形 65">
              <a:extLst>
                <a:ext uri="{FF2B5EF4-FFF2-40B4-BE49-F238E27FC236}">
                  <a16:creationId xmlns:a16="http://schemas.microsoft.com/office/drawing/2014/main" id="{A64F2398-89C2-45BA-A493-D3052E2C8BF2}"/>
                </a:ext>
              </a:extLst>
            </p:cNvPr>
            <p:cNvSpPr/>
            <p:nvPr/>
          </p:nvSpPr>
          <p:spPr>
            <a:xfrm>
              <a:off x="10456793" y="5010565"/>
              <a:ext cx="282873" cy="282873"/>
            </a:xfrm>
            <a:prstGeom prst="rect">
              <a:avLst/>
            </a:prstGeom>
            <a:solidFill>
              <a:schemeClr val="bg2">
                <a:lumMod val="90000"/>
              </a:schemeClr>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CN" sz="2000" b="1" dirty="0">
                  <a:solidFill>
                    <a:schemeClr val="tx1"/>
                  </a:solidFill>
                  <a:latin typeface="Arial Black" panose="020B0A04020102020204" pitchFamily="34" charset="0"/>
                </a:rPr>
                <a:t>5</a:t>
              </a:r>
              <a:endParaRPr lang="zh-CN" altLang="en-US" sz="2000" b="1" dirty="0">
                <a:solidFill>
                  <a:schemeClr val="tx1"/>
                </a:solidFill>
                <a:latin typeface="Arial Black" panose="020B0A04020102020204" pitchFamily="34" charset="0"/>
              </a:endParaRPr>
            </a:p>
          </p:txBody>
        </p:sp>
        <p:sp>
          <p:nvSpPr>
            <p:cNvPr id="68" name="矩形 67">
              <a:extLst>
                <a:ext uri="{FF2B5EF4-FFF2-40B4-BE49-F238E27FC236}">
                  <a16:creationId xmlns:a16="http://schemas.microsoft.com/office/drawing/2014/main" id="{01171603-B5D8-418F-8CA4-AC646CD1CBFF}"/>
                </a:ext>
              </a:extLst>
            </p:cNvPr>
            <p:cNvSpPr/>
            <p:nvPr/>
          </p:nvSpPr>
          <p:spPr>
            <a:xfrm>
              <a:off x="10456793" y="5787444"/>
              <a:ext cx="282873" cy="282873"/>
            </a:xfrm>
            <a:prstGeom prst="rect">
              <a:avLst/>
            </a:prstGeom>
            <a:solidFill>
              <a:schemeClr val="bg2">
                <a:lumMod val="90000"/>
              </a:schemeClr>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CN" sz="2000" b="1" dirty="0">
                  <a:solidFill>
                    <a:schemeClr val="tx1"/>
                  </a:solidFill>
                  <a:latin typeface="Arial Black" panose="020B0A04020102020204" pitchFamily="34" charset="0"/>
                </a:rPr>
                <a:t>6</a:t>
              </a:r>
              <a:endParaRPr lang="zh-CN" altLang="en-US" sz="2000" b="1" dirty="0">
                <a:solidFill>
                  <a:schemeClr val="tx1"/>
                </a:solidFill>
                <a:latin typeface="Arial Black" panose="020B0A04020102020204" pitchFamily="34" charset="0"/>
              </a:endParaRPr>
            </a:p>
          </p:txBody>
        </p:sp>
        <p:cxnSp>
          <p:nvCxnSpPr>
            <p:cNvPr id="69" name="直接连接符 68">
              <a:extLst>
                <a:ext uri="{FF2B5EF4-FFF2-40B4-BE49-F238E27FC236}">
                  <a16:creationId xmlns:a16="http://schemas.microsoft.com/office/drawing/2014/main" id="{09C61A9B-67B1-414B-8956-F5364361FE6D}"/>
                </a:ext>
              </a:extLst>
            </p:cNvPr>
            <p:cNvCxnSpPr>
              <a:cxnSpLocks/>
              <a:stCxn id="51" idx="1"/>
            </p:cNvCxnSpPr>
            <p:nvPr/>
          </p:nvCxnSpPr>
          <p:spPr>
            <a:xfrm flipH="1">
              <a:off x="8164953" y="4375122"/>
              <a:ext cx="528822" cy="0"/>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grpSp>
          <p:nvGrpSpPr>
            <p:cNvPr id="70" name="组合 69">
              <a:extLst>
                <a:ext uri="{FF2B5EF4-FFF2-40B4-BE49-F238E27FC236}">
                  <a16:creationId xmlns:a16="http://schemas.microsoft.com/office/drawing/2014/main" id="{149125E7-9CB8-4907-8446-D0623405D475}"/>
                </a:ext>
              </a:extLst>
            </p:cNvPr>
            <p:cNvGrpSpPr/>
            <p:nvPr/>
          </p:nvGrpSpPr>
          <p:grpSpPr>
            <a:xfrm>
              <a:off x="7704941" y="4001721"/>
              <a:ext cx="536483" cy="524300"/>
              <a:chOff x="1294129" y="3899771"/>
              <a:chExt cx="536483" cy="524300"/>
            </a:xfrm>
          </p:grpSpPr>
          <p:pic>
            <p:nvPicPr>
              <p:cNvPr id="71" name="图形 10">
                <a:extLst>
                  <a:ext uri="{FF2B5EF4-FFF2-40B4-BE49-F238E27FC236}">
                    <a16:creationId xmlns:a16="http://schemas.microsoft.com/office/drawing/2014/main" id="{6F9B41C5-B2BE-4DFE-B782-38D1C38CF96B}"/>
                  </a:ext>
                </a:extLst>
              </p:cNvPr>
              <p:cNvPicPr>
                <a:picLocks noChangeAspect="1"/>
              </p:cNvPicPr>
              <p:nvPr/>
            </p:nvPicPr>
            <p:blipFill>
              <a:blip r:embed="rId3">
                <a:extLst>
                  <a:ext uri="{28A0092B-C50C-407E-A947-70E740481C1C}">
                    <a14:useLocalDpi xmlns:a14="http://schemas.microsoft.com/office/drawing/2010/main" val="0"/>
                  </a:ext>
                  <a:ext uri="{96DAC541-7B7A-43D3-8B79-37D633B846F1}">
                    <asvg:svgBlip xmlns:asvg="http://schemas.microsoft.com/office/drawing/2016/SVG/main" r:embed="rId4"/>
                  </a:ext>
                </a:extLst>
              </a:blip>
              <a:stretch>
                <a:fillRect/>
              </a:stretch>
            </p:blipFill>
            <p:spPr>
              <a:xfrm>
                <a:off x="1294129" y="3905179"/>
                <a:ext cx="536483" cy="518892"/>
              </a:xfrm>
              <a:prstGeom prst="rect">
                <a:avLst/>
              </a:prstGeom>
            </p:spPr>
          </p:pic>
          <p:sp>
            <p:nvSpPr>
              <p:cNvPr id="72" name="文本框 71">
                <a:extLst>
                  <a:ext uri="{FF2B5EF4-FFF2-40B4-BE49-F238E27FC236}">
                    <a16:creationId xmlns:a16="http://schemas.microsoft.com/office/drawing/2014/main" id="{E174E632-514B-40EC-BBC6-74BA6422CCDC}"/>
                  </a:ext>
                </a:extLst>
              </p:cNvPr>
              <p:cNvSpPr txBox="1"/>
              <p:nvPr/>
            </p:nvSpPr>
            <p:spPr>
              <a:xfrm>
                <a:off x="1513103" y="3899771"/>
                <a:ext cx="282873" cy="369332"/>
              </a:xfrm>
              <a:prstGeom prst="rect">
                <a:avLst/>
              </a:prstGeom>
              <a:noFill/>
            </p:spPr>
            <p:txBody>
              <a:bodyPr wrap="square" rtlCol="0">
                <a:spAutoFit/>
              </a:bodyPr>
              <a:lstStyle/>
              <a:p>
                <a:pPr algn="ctr"/>
                <a:r>
                  <a:rPr lang="en-US" altLang="zh-CN" b="1" dirty="0">
                    <a:solidFill>
                      <a:schemeClr val="bg1"/>
                    </a:solidFill>
                  </a:rPr>
                  <a:t>F</a:t>
                </a:r>
                <a:endParaRPr lang="zh-CN" altLang="en-US" b="1" dirty="0">
                  <a:solidFill>
                    <a:schemeClr val="bg1"/>
                  </a:solidFill>
                </a:endParaRPr>
              </a:p>
            </p:txBody>
          </p:sp>
        </p:grpSp>
        <p:cxnSp>
          <p:nvCxnSpPr>
            <p:cNvPr id="87" name="直接连接符 86">
              <a:extLst>
                <a:ext uri="{FF2B5EF4-FFF2-40B4-BE49-F238E27FC236}">
                  <a16:creationId xmlns:a16="http://schemas.microsoft.com/office/drawing/2014/main" id="{5DD2A7E9-FB59-4AA8-9E81-D236C207148B}"/>
                </a:ext>
              </a:extLst>
            </p:cNvPr>
            <p:cNvCxnSpPr>
              <a:cxnSpLocks/>
            </p:cNvCxnSpPr>
            <p:nvPr/>
          </p:nvCxnSpPr>
          <p:spPr>
            <a:xfrm flipH="1">
              <a:off x="10739663" y="4356970"/>
              <a:ext cx="528822" cy="0"/>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grpSp>
          <p:nvGrpSpPr>
            <p:cNvPr id="89" name="组合 88">
              <a:extLst>
                <a:ext uri="{FF2B5EF4-FFF2-40B4-BE49-F238E27FC236}">
                  <a16:creationId xmlns:a16="http://schemas.microsoft.com/office/drawing/2014/main" id="{B97EF925-C4D4-4606-B9AB-7351355175BC}"/>
                </a:ext>
              </a:extLst>
            </p:cNvPr>
            <p:cNvGrpSpPr/>
            <p:nvPr/>
          </p:nvGrpSpPr>
          <p:grpSpPr>
            <a:xfrm>
              <a:off x="11246307" y="3995143"/>
              <a:ext cx="536483" cy="530878"/>
              <a:chOff x="1294129" y="3893193"/>
              <a:chExt cx="536483" cy="530878"/>
            </a:xfrm>
          </p:grpSpPr>
          <p:pic>
            <p:nvPicPr>
              <p:cNvPr id="91" name="图形 10">
                <a:extLst>
                  <a:ext uri="{FF2B5EF4-FFF2-40B4-BE49-F238E27FC236}">
                    <a16:creationId xmlns:a16="http://schemas.microsoft.com/office/drawing/2014/main" id="{94A93396-3D04-4F43-8F90-0A8B1D8D56F8}"/>
                  </a:ext>
                </a:extLst>
              </p:cNvPr>
              <p:cNvPicPr>
                <a:picLocks noChangeAspect="1"/>
              </p:cNvPicPr>
              <p:nvPr/>
            </p:nvPicPr>
            <p:blipFill>
              <a:blip r:embed="rId3">
                <a:extLst>
                  <a:ext uri="{28A0092B-C50C-407E-A947-70E740481C1C}">
                    <a14:useLocalDpi xmlns:a14="http://schemas.microsoft.com/office/drawing/2010/main" val="0"/>
                  </a:ext>
                  <a:ext uri="{96DAC541-7B7A-43D3-8B79-37D633B846F1}">
                    <asvg:svgBlip xmlns:asvg="http://schemas.microsoft.com/office/drawing/2016/SVG/main" r:embed="rId4"/>
                  </a:ext>
                </a:extLst>
              </a:blip>
              <a:stretch>
                <a:fillRect/>
              </a:stretch>
            </p:blipFill>
            <p:spPr>
              <a:xfrm>
                <a:off x="1294129" y="3905179"/>
                <a:ext cx="536483" cy="518892"/>
              </a:xfrm>
              <a:prstGeom prst="rect">
                <a:avLst/>
              </a:prstGeom>
            </p:spPr>
          </p:pic>
          <p:sp>
            <p:nvSpPr>
              <p:cNvPr id="92" name="文本框 91">
                <a:extLst>
                  <a:ext uri="{FF2B5EF4-FFF2-40B4-BE49-F238E27FC236}">
                    <a16:creationId xmlns:a16="http://schemas.microsoft.com/office/drawing/2014/main" id="{8844F2EE-F11D-4E1D-870F-D623613041CC}"/>
                  </a:ext>
                </a:extLst>
              </p:cNvPr>
              <p:cNvSpPr txBox="1"/>
              <p:nvPr/>
            </p:nvSpPr>
            <p:spPr>
              <a:xfrm>
                <a:off x="1513103" y="3893193"/>
                <a:ext cx="282873" cy="369332"/>
              </a:xfrm>
              <a:prstGeom prst="rect">
                <a:avLst/>
              </a:prstGeom>
              <a:noFill/>
            </p:spPr>
            <p:txBody>
              <a:bodyPr wrap="square" rtlCol="0">
                <a:spAutoFit/>
              </a:bodyPr>
              <a:lstStyle/>
              <a:p>
                <a:pPr algn="ctr"/>
                <a:r>
                  <a:rPr lang="en-US" altLang="zh-CN" b="1" dirty="0">
                    <a:solidFill>
                      <a:schemeClr val="bg1"/>
                    </a:solidFill>
                  </a:rPr>
                  <a:t>H</a:t>
                </a:r>
                <a:endParaRPr lang="zh-CN" altLang="en-US" b="1" dirty="0">
                  <a:solidFill>
                    <a:schemeClr val="bg1"/>
                  </a:solidFill>
                </a:endParaRPr>
              </a:p>
            </p:txBody>
          </p:sp>
        </p:grpSp>
        <p:cxnSp>
          <p:nvCxnSpPr>
            <p:cNvPr id="93" name="直接连接符 92">
              <a:extLst>
                <a:ext uri="{FF2B5EF4-FFF2-40B4-BE49-F238E27FC236}">
                  <a16:creationId xmlns:a16="http://schemas.microsoft.com/office/drawing/2014/main" id="{EE2C3CC0-EB90-4FB7-B696-463942A4E6E5}"/>
                </a:ext>
              </a:extLst>
            </p:cNvPr>
            <p:cNvCxnSpPr>
              <a:cxnSpLocks/>
            </p:cNvCxnSpPr>
            <p:nvPr/>
          </p:nvCxnSpPr>
          <p:spPr>
            <a:xfrm flipH="1">
              <a:off x="10732570" y="5163725"/>
              <a:ext cx="528822" cy="0"/>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grpSp>
          <p:nvGrpSpPr>
            <p:cNvPr id="94" name="组合 93">
              <a:extLst>
                <a:ext uri="{FF2B5EF4-FFF2-40B4-BE49-F238E27FC236}">
                  <a16:creationId xmlns:a16="http://schemas.microsoft.com/office/drawing/2014/main" id="{DD0FBA59-EF3A-40B9-9177-579D9605168D}"/>
                </a:ext>
              </a:extLst>
            </p:cNvPr>
            <p:cNvGrpSpPr/>
            <p:nvPr/>
          </p:nvGrpSpPr>
          <p:grpSpPr>
            <a:xfrm>
              <a:off x="11239214" y="4813884"/>
              <a:ext cx="536483" cy="518892"/>
              <a:chOff x="1294129" y="3905179"/>
              <a:chExt cx="536483" cy="518892"/>
            </a:xfrm>
          </p:grpSpPr>
          <p:pic>
            <p:nvPicPr>
              <p:cNvPr id="95" name="图形 10">
                <a:extLst>
                  <a:ext uri="{FF2B5EF4-FFF2-40B4-BE49-F238E27FC236}">
                    <a16:creationId xmlns:a16="http://schemas.microsoft.com/office/drawing/2014/main" id="{427E0358-C44B-4B22-83E2-9B24B668ED75}"/>
                  </a:ext>
                </a:extLst>
              </p:cNvPr>
              <p:cNvPicPr>
                <a:picLocks noChangeAspect="1"/>
              </p:cNvPicPr>
              <p:nvPr/>
            </p:nvPicPr>
            <p:blipFill>
              <a:blip r:embed="rId3">
                <a:extLst>
                  <a:ext uri="{28A0092B-C50C-407E-A947-70E740481C1C}">
                    <a14:useLocalDpi xmlns:a14="http://schemas.microsoft.com/office/drawing/2010/main" val="0"/>
                  </a:ext>
                  <a:ext uri="{96DAC541-7B7A-43D3-8B79-37D633B846F1}">
                    <asvg:svgBlip xmlns:asvg="http://schemas.microsoft.com/office/drawing/2016/SVG/main" r:embed="rId4"/>
                  </a:ext>
                </a:extLst>
              </a:blip>
              <a:stretch>
                <a:fillRect/>
              </a:stretch>
            </p:blipFill>
            <p:spPr>
              <a:xfrm>
                <a:off x="1294129" y="3905179"/>
                <a:ext cx="536483" cy="518892"/>
              </a:xfrm>
              <a:prstGeom prst="rect">
                <a:avLst/>
              </a:prstGeom>
            </p:spPr>
          </p:pic>
          <p:sp>
            <p:nvSpPr>
              <p:cNvPr id="96" name="文本框 95">
                <a:extLst>
                  <a:ext uri="{FF2B5EF4-FFF2-40B4-BE49-F238E27FC236}">
                    <a16:creationId xmlns:a16="http://schemas.microsoft.com/office/drawing/2014/main" id="{AA9F18FE-BB50-45F0-94CB-1AD9E6508A19}"/>
                  </a:ext>
                </a:extLst>
              </p:cNvPr>
              <p:cNvSpPr txBox="1"/>
              <p:nvPr/>
            </p:nvSpPr>
            <p:spPr>
              <a:xfrm>
                <a:off x="1513103" y="3906349"/>
                <a:ext cx="282873" cy="369332"/>
              </a:xfrm>
              <a:prstGeom prst="rect">
                <a:avLst/>
              </a:prstGeom>
              <a:noFill/>
            </p:spPr>
            <p:txBody>
              <a:bodyPr wrap="square" rtlCol="0">
                <a:spAutoFit/>
              </a:bodyPr>
              <a:lstStyle/>
              <a:p>
                <a:pPr algn="ctr"/>
                <a:r>
                  <a:rPr lang="en-US" altLang="zh-CN" b="1" dirty="0">
                    <a:solidFill>
                      <a:schemeClr val="bg1"/>
                    </a:solidFill>
                  </a:rPr>
                  <a:t>I</a:t>
                </a:r>
                <a:endParaRPr lang="zh-CN" altLang="en-US" b="1" dirty="0">
                  <a:solidFill>
                    <a:schemeClr val="bg1"/>
                  </a:solidFill>
                </a:endParaRPr>
              </a:p>
            </p:txBody>
          </p:sp>
        </p:grpSp>
        <p:cxnSp>
          <p:nvCxnSpPr>
            <p:cNvPr id="97" name="直接连接符 96">
              <a:extLst>
                <a:ext uri="{FF2B5EF4-FFF2-40B4-BE49-F238E27FC236}">
                  <a16:creationId xmlns:a16="http://schemas.microsoft.com/office/drawing/2014/main" id="{7C8153E2-CD24-4B3B-BDAA-AD8E8724FF23}"/>
                </a:ext>
              </a:extLst>
            </p:cNvPr>
            <p:cNvCxnSpPr>
              <a:cxnSpLocks/>
              <a:endCxn id="64" idx="3"/>
            </p:cNvCxnSpPr>
            <p:nvPr/>
          </p:nvCxnSpPr>
          <p:spPr>
            <a:xfrm flipH="1" flipV="1">
              <a:off x="4381224" y="5928881"/>
              <a:ext cx="4305714" cy="7070"/>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grpSp>
          <p:nvGrpSpPr>
            <p:cNvPr id="98" name="组合 97">
              <a:extLst>
                <a:ext uri="{FF2B5EF4-FFF2-40B4-BE49-F238E27FC236}">
                  <a16:creationId xmlns:a16="http://schemas.microsoft.com/office/drawing/2014/main" id="{76602AB4-CBF5-4AA7-AD9D-A03071D39F75}"/>
                </a:ext>
              </a:extLst>
            </p:cNvPr>
            <p:cNvGrpSpPr/>
            <p:nvPr/>
          </p:nvGrpSpPr>
          <p:grpSpPr>
            <a:xfrm>
              <a:off x="11243869" y="5582769"/>
              <a:ext cx="536483" cy="518892"/>
              <a:chOff x="1294129" y="3753877"/>
              <a:chExt cx="536483" cy="518892"/>
            </a:xfrm>
          </p:grpSpPr>
          <p:pic>
            <p:nvPicPr>
              <p:cNvPr id="99" name="图形 10">
                <a:extLst>
                  <a:ext uri="{FF2B5EF4-FFF2-40B4-BE49-F238E27FC236}">
                    <a16:creationId xmlns:a16="http://schemas.microsoft.com/office/drawing/2014/main" id="{F638B41B-567A-43CA-BFFC-9EF26752722E}"/>
                  </a:ext>
                </a:extLst>
              </p:cNvPr>
              <p:cNvPicPr>
                <a:picLocks noChangeAspect="1"/>
              </p:cNvPicPr>
              <p:nvPr/>
            </p:nvPicPr>
            <p:blipFill>
              <a:blip r:embed="rId3">
                <a:extLst>
                  <a:ext uri="{28A0092B-C50C-407E-A947-70E740481C1C}">
                    <a14:useLocalDpi xmlns:a14="http://schemas.microsoft.com/office/drawing/2010/main" val="0"/>
                  </a:ext>
                  <a:ext uri="{96DAC541-7B7A-43D3-8B79-37D633B846F1}">
                    <asvg:svgBlip xmlns:asvg="http://schemas.microsoft.com/office/drawing/2016/SVG/main" r:embed="rId4"/>
                  </a:ext>
                </a:extLst>
              </a:blip>
              <a:stretch>
                <a:fillRect/>
              </a:stretch>
            </p:blipFill>
            <p:spPr>
              <a:xfrm>
                <a:off x="1294129" y="3753877"/>
                <a:ext cx="536483" cy="518892"/>
              </a:xfrm>
              <a:prstGeom prst="rect">
                <a:avLst/>
              </a:prstGeom>
            </p:spPr>
          </p:pic>
          <p:sp>
            <p:nvSpPr>
              <p:cNvPr id="100" name="文本框 99">
                <a:extLst>
                  <a:ext uri="{FF2B5EF4-FFF2-40B4-BE49-F238E27FC236}">
                    <a16:creationId xmlns:a16="http://schemas.microsoft.com/office/drawing/2014/main" id="{22E0AD4B-E407-4164-9872-B82EB9CA9F1E}"/>
                  </a:ext>
                </a:extLst>
              </p:cNvPr>
              <p:cNvSpPr txBox="1"/>
              <p:nvPr/>
            </p:nvSpPr>
            <p:spPr>
              <a:xfrm>
                <a:off x="1513103" y="3755050"/>
                <a:ext cx="282873" cy="369332"/>
              </a:xfrm>
              <a:prstGeom prst="rect">
                <a:avLst/>
              </a:prstGeom>
              <a:noFill/>
            </p:spPr>
            <p:txBody>
              <a:bodyPr wrap="square" rtlCol="0">
                <a:spAutoFit/>
              </a:bodyPr>
              <a:lstStyle/>
              <a:p>
                <a:pPr algn="ctr"/>
                <a:r>
                  <a:rPr lang="en-US" altLang="zh-CN" b="1" dirty="0">
                    <a:solidFill>
                      <a:schemeClr val="bg1"/>
                    </a:solidFill>
                  </a:rPr>
                  <a:t>J</a:t>
                </a:r>
                <a:endParaRPr lang="zh-CN" altLang="en-US" b="1" dirty="0">
                  <a:solidFill>
                    <a:schemeClr val="bg1"/>
                  </a:solidFill>
                </a:endParaRPr>
              </a:p>
            </p:txBody>
          </p:sp>
        </p:grpSp>
        <p:cxnSp>
          <p:nvCxnSpPr>
            <p:cNvPr id="101" name="直接连接符 100">
              <a:extLst>
                <a:ext uri="{FF2B5EF4-FFF2-40B4-BE49-F238E27FC236}">
                  <a16:creationId xmlns:a16="http://schemas.microsoft.com/office/drawing/2014/main" id="{4DECAC7D-103F-42BD-AFE3-8DB32557DD6D}"/>
                </a:ext>
              </a:extLst>
            </p:cNvPr>
            <p:cNvCxnSpPr>
              <a:cxnSpLocks/>
            </p:cNvCxnSpPr>
            <p:nvPr/>
          </p:nvCxnSpPr>
          <p:spPr>
            <a:xfrm flipH="1">
              <a:off x="8158116" y="5150133"/>
              <a:ext cx="528822" cy="0"/>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grpSp>
          <p:nvGrpSpPr>
            <p:cNvPr id="107" name="组合 106">
              <a:extLst>
                <a:ext uri="{FF2B5EF4-FFF2-40B4-BE49-F238E27FC236}">
                  <a16:creationId xmlns:a16="http://schemas.microsoft.com/office/drawing/2014/main" id="{E6151C3C-E19A-4BA9-B3E0-CFCB7EF4E54E}"/>
                </a:ext>
              </a:extLst>
            </p:cNvPr>
            <p:cNvGrpSpPr/>
            <p:nvPr/>
          </p:nvGrpSpPr>
          <p:grpSpPr>
            <a:xfrm>
              <a:off x="7679434" y="4804668"/>
              <a:ext cx="536483" cy="518892"/>
              <a:chOff x="1294129" y="3905179"/>
              <a:chExt cx="536483" cy="518892"/>
            </a:xfrm>
          </p:grpSpPr>
          <p:pic>
            <p:nvPicPr>
              <p:cNvPr id="108" name="图形 10">
                <a:extLst>
                  <a:ext uri="{FF2B5EF4-FFF2-40B4-BE49-F238E27FC236}">
                    <a16:creationId xmlns:a16="http://schemas.microsoft.com/office/drawing/2014/main" id="{BF5E1129-8859-4B5E-8D37-AA8BCAA81C93}"/>
                  </a:ext>
                </a:extLst>
              </p:cNvPr>
              <p:cNvPicPr>
                <a:picLocks noChangeAspect="1"/>
              </p:cNvPicPr>
              <p:nvPr/>
            </p:nvPicPr>
            <p:blipFill>
              <a:blip r:embed="rId3">
                <a:extLst>
                  <a:ext uri="{28A0092B-C50C-407E-A947-70E740481C1C}">
                    <a14:useLocalDpi xmlns:a14="http://schemas.microsoft.com/office/drawing/2010/main" val="0"/>
                  </a:ext>
                  <a:ext uri="{96DAC541-7B7A-43D3-8B79-37D633B846F1}">
                    <asvg:svgBlip xmlns:asvg="http://schemas.microsoft.com/office/drawing/2016/SVG/main" r:embed="rId4"/>
                  </a:ext>
                </a:extLst>
              </a:blip>
              <a:stretch>
                <a:fillRect/>
              </a:stretch>
            </p:blipFill>
            <p:spPr>
              <a:xfrm>
                <a:off x="1294129" y="3905179"/>
                <a:ext cx="536483" cy="518892"/>
              </a:xfrm>
              <a:prstGeom prst="rect">
                <a:avLst/>
              </a:prstGeom>
            </p:spPr>
          </p:pic>
          <p:sp>
            <p:nvSpPr>
              <p:cNvPr id="109" name="文本框 108">
                <a:extLst>
                  <a:ext uri="{FF2B5EF4-FFF2-40B4-BE49-F238E27FC236}">
                    <a16:creationId xmlns:a16="http://schemas.microsoft.com/office/drawing/2014/main" id="{B36FCE05-728E-4875-BC7D-57FFCA8BCF99}"/>
                  </a:ext>
                </a:extLst>
              </p:cNvPr>
              <p:cNvSpPr txBox="1"/>
              <p:nvPr/>
            </p:nvSpPr>
            <p:spPr>
              <a:xfrm>
                <a:off x="1513103" y="3906349"/>
                <a:ext cx="282873" cy="369332"/>
              </a:xfrm>
              <a:prstGeom prst="rect">
                <a:avLst/>
              </a:prstGeom>
              <a:noFill/>
            </p:spPr>
            <p:txBody>
              <a:bodyPr wrap="square" rtlCol="0">
                <a:spAutoFit/>
              </a:bodyPr>
              <a:lstStyle/>
              <a:p>
                <a:pPr algn="ctr"/>
                <a:r>
                  <a:rPr lang="en-US" altLang="zh-CN" b="1" dirty="0">
                    <a:solidFill>
                      <a:schemeClr val="bg1"/>
                    </a:solidFill>
                  </a:rPr>
                  <a:t>G</a:t>
                </a:r>
                <a:endParaRPr lang="zh-CN" altLang="en-US" b="1" dirty="0">
                  <a:solidFill>
                    <a:schemeClr val="bg1"/>
                  </a:solidFill>
                </a:endParaRPr>
              </a:p>
            </p:txBody>
          </p:sp>
        </p:grpSp>
        <p:sp>
          <p:nvSpPr>
            <p:cNvPr id="110" name="íşlïḍè">
              <a:extLst>
                <a:ext uri="{FF2B5EF4-FFF2-40B4-BE49-F238E27FC236}">
                  <a16:creationId xmlns:a16="http://schemas.microsoft.com/office/drawing/2014/main" id="{776D7753-B3AD-4128-8E65-2F49A5E716E2}"/>
                </a:ext>
              </a:extLst>
            </p:cNvPr>
            <p:cNvSpPr txBox="1"/>
            <p:nvPr/>
          </p:nvSpPr>
          <p:spPr>
            <a:xfrm>
              <a:off x="8686938" y="3592794"/>
              <a:ext cx="2052725" cy="319332"/>
            </a:xfrm>
            <a:prstGeom prst="rect">
              <a:avLst/>
            </a:prstGeom>
            <a:noFill/>
          </p:spPr>
          <p:txBody>
            <a:bodyPr wrap="square" lIns="91440" tIns="45720" rIns="91440" bIns="45720" anchor="ctr">
              <a:noAutofit/>
            </a:bodyPr>
            <a:lstStyle/>
            <a:p>
              <a:pPr algn="ctr"/>
              <a:r>
                <a:rPr lang="zh-CN" altLang="en-US" b="1" dirty="0">
                  <a:latin typeface="Arial Narrow" panose="020B0606020202030204" pitchFamily="34" charset="0"/>
                </a:rPr>
                <a:t>交换机</a:t>
              </a:r>
              <a:r>
                <a:rPr lang="en-US" altLang="zh-CN" b="1" dirty="0">
                  <a:latin typeface="Arial Narrow" panose="020B0606020202030204" pitchFamily="34" charset="0"/>
                </a:rPr>
                <a:t>2</a:t>
              </a:r>
              <a:endParaRPr lang="zh-CN" altLang="en-US" b="1" dirty="0">
                <a:latin typeface="Arial Narrow" panose="020B0606020202030204" pitchFamily="34" charset="0"/>
              </a:endParaRPr>
            </a:p>
          </p:txBody>
        </p:sp>
        <p:grpSp>
          <p:nvGrpSpPr>
            <p:cNvPr id="7" name="组合 6">
              <a:extLst>
                <a:ext uri="{FF2B5EF4-FFF2-40B4-BE49-F238E27FC236}">
                  <a16:creationId xmlns:a16="http://schemas.microsoft.com/office/drawing/2014/main" id="{A9098891-D819-44DC-8956-4F745A32313A}"/>
                </a:ext>
              </a:extLst>
            </p:cNvPr>
            <p:cNvGrpSpPr/>
            <p:nvPr/>
          </p:nvGrpSpPr>
          <p:grpSpPr>
            <a:xfrm>
              <a:off x="425451" y="4491673"/>
              <a:ext cx="1680269" cy="1317167"/>
              <a:chOff x="425451" y="4281177"/>
              <a:chExt cx="1680269" cy="1317167"/>
            </a:xfrm>
          </p:grpSpPr>
          <p:cxnSp>
            <p:nvCxnSpPr>
              <p:cNvPr id="44" name="直接连接符 43">
                <a:extLst>
                  <a:ext uri="{FF2B5EF4-FFF2-40B4-BE49-F238E27FC236}">
                    <a16:creationId xmlns:a16="http://schemas.microsoft.com/office/drawing/2014/main" id="{5BD0293B-B0ED-4825-A00E-57DEC98FE623}"/>
                  </a:ext>
                </a:extLst>
              </p:cNvPr>
              <p:cNvCxnSpPr>
                <a:cxnSpLocks/>
                <a:endCxn id="40" idx="3"/>
              </p:cNvCxnSpPr>
              <p:nvPr/>
            </p:nvCxnSpPr>
            <p:spPr>
              <a:xfrm flipH="1">
                <a:off x="904857" y="4893722"/>
                <a:ext cx="711951" cy="395007"/>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cxnSp>
            <p:nvCxnSpPr>
              <p:cNvPr id="41" name="直接连接符 40">
                <a:extLst>
                  <a:ext uri="{FF2B5EF4-FFF2-40B4-BE49-F238E27FC236}">
                    <a16:creationId xmlns:a16="http://schemas.microsoft.com/office/drawing/2014/main" id="{530B2CAB-273D-4868-B56C-45C84BF6A5B1}"/>
                  </a:ext>
                </a:extLst>
              </p:cNvPr>
              <p:cNvCxnSpPr>
                <a:cxnSpLocks/>
                <a:endCxn id="40" idx="1"/>
              </p:cNvCxnSpPr>
              <p:nvPr/>
            </p:nvCxnSpPr>
            <p:spPr>
              <a:xfrm flipH="1" flipV="1">
                <a:off x="904857" y="4617730"/>
                <a:ext cx="709883" cy="245104"/>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pic>
            <p:nvPicPr>
              <p:cNvPr id="85" name="图片 84" descr="文本&#10;&#10;描述已自动生成">
                <a:extLst>
                  <a:ext uri="{FF2B5EF4-FFF2-40B4-BE49-F238E27FC236}">
                    <a16:creationId xmlns:a16="http://schemas.microsoft.com/office/drawing/2014/main" id="{70E70716-9E8A-43F0-943D-21B08245D05A}"/>
                  </a:ext>
                </a:extLst>
              </p:cNvPr>
              <p:cNvPicPr>
                <a:picLocks noChangeAspect="1"/>
              </p:cNvPicPr>
              <p:nvPr/>
            </p:nvPicPr>
            <p:blipFill>
              <a:blip r:embed="rId5">
                <a:extLst>
                  <a:ext uri="{28A0092B-C50C-407E-A947-70E740481C1C}">
                    <a14:useLocalDpi xmlns:a14="http://schemas.microsoft.com/office/drawing/2010/main" val="0"/>
                  </a:ext>
                </a:extLst>
              </a:blip>
              <a:stretch>
                <a:fillRect/>
              </a:stretch>
            </p:blipFill>
            <p:spPr>
              <a:xfrm>
                <a:off x="1369325" y="4709561"/>
                <a:ext cx="490830" cy="460153"/>
              </a:xfrm>
              <a:prstGeom prst="rect">
                <a:avLst/>
              </a:prstGeom>
            </p:spPr>
          </p:pic>
          <p:pic>
            <p:nvPicPr>
              <p:cNvPr id="88" name="图形 10">
                <a:extLst>
                  <a:ext uri="{FF2B5EF4-FFF2-40B4-BE49-F238E27FC236}">
                    <a16:creationId xmlns:a16="http://schemas.microsoft.com/office/drawing/2014/main" id="{9A735D0C-D582-4648-9C59-3465ACE371CC}"/>
                  </a:ext>
                </a:extLst>
              </p:cNvPr>
              <p:cNvPicPr>
                <a:picLocks noChangeAspect="1"/>
              </p:cNvPicPr>
              <p:nvPr/>
            </p:nvPicPr>
            <p:blipFill>
              <a:blip r:embed="rId3">
                <a:extLst>
                  <a:ext uri="{28A0092B-C50C-407E-A947-70E740481C1C}">
                    <a14:useLocalDpi xmlns:a14="http://schemas.microsoft.com/office/drawing/2010/main" val="0"/>
                  </a:ext>
                  <a:ext uri="{96DAC541-7B7A-43D3-8B79-37D633B846F1}">
                    <asvg:svgBlip xmlns:asvg="http://schemas.microsoft.com/office/drawing/2016/SVG/main" r:embed="rId4"/>
                  </a:ext>
                </a:extLst>
              </a:blip>
              <a:stretch>
                <a:fillRect/>
              </a:stretch>
            </p:blipFill>
            <p:spPr>
              <a:xfrm>
                <a:off x="474990" y="4281177"/>
                <a:ext cx="536483" cy="518892"/>
              </a:xfrm>
              <a:prstGeom prst="rect">
                <a:avLst/>
              </a:prstGeom>
            </p:spPr>
          </p:pic>
          <p:sp>
            <p:nvSpPr>
              <p:cNvPr id="40" name="文本框 39">
                <a:extLst>
                  <a:ext uri="{FF2B5EF4-FFF2-40B4-BE49-F238E27FC236}">
                    <a16:creationId xmlns:a16="http://schemas.microsoft.com/office/drawing/2014/main" id="{5BE75A74-4982-4F68-BD03-7BBCFFABCFF4}"/>
                  </a:ext>
                </a:extLst>
              </p:cNvPr>
              <p:cNvSpPr txBox="1"/>
              <p:nvPr/>
            </p:nvSpPr>
            <p:spPr>
              <a:xfrm rot="5400000">
                <a:off x="569357" y="4768563"/>
                <a:ext cx="670999" cy="369332"/>
              </a:xfrm>
              <a:prstGeom prst="rect">
                <a:avLst/>
              </a:prstGeom>
              <a:noFill/>
            </p:spPr>
            <p:txBody>
              <a:bodyPr wrap="square" rtlCol="0">
                <a:spAutoFit/>
              </a:bodyPr>
              <a:lstStyle/>
              <a:p>
                <a:pPr algn="ctr"/>
                <a:r>
                  <a:rPr lang="en-US" altLang="zh-CN" b="1" dirty="0">
                    <a:latin typeface="+mn-ea"/>
                  </a:rPr>
                  <a:t>…</a:t>
                </a:r>
                <a:endParaRPr lang="zh-CN" altLang="en-US" b="1" dirty="0">
                  <a:latin typeface="+mn-ea"/>
                </a:endParaRPr>
              </a:p>
            </p:txBody>
          </p:sp>
          <p:sp>
            <p:nvSpPr>
              <p:cNvPr id="106" name="íşlïḍè">
                <a:extLst>
                  <a:ext uri="{FF2B5EF4-FFF2-40B4-BE49-F238E27FC236}">
                    <a16:creationId xmlns:a16="http://schemas.microsoft.com/office/drawing/2014/main" id="{680DB2F0-D92A-473C-A9A3-CF976EDDCCC4}"/>
                  </a:ext>
                </a:extLst>
              </p:cNvPr>
              <p:cNvSpPr txBox="1"/>
              <p:nvPr/>
            </p:nvSpPr>
            <p:spPr>
              <a:xfrm>
                <a:off x="1109485" y="4405559"/>
                <a:ext cx="996235" cy="319332"/>
              </a:xfrm>
              <a:prstGeom prst="rect">
                <a:avLst/>
              </a:prstGeom>
              <a:noFill/>
            </p:spPr>
            <p:txBody>
              <a:bodyPr wrap="square" lIns="91440" tIns="45720" rIns="91440" bIns="45720" anchor="ctr">
                <a:noAutofit/>
              </a:bodyPr>
              <a:lstStyle/>
              <a:p>
                <a:pPr algn="ctr"/>
                <a:r>
                  <a:rPr lang="zh-CN" altLang="en-US" b="1" dirty="0">
                    <a:latin typeface="Arial Narrow" panose="020B0606020202030204" pitchFamily="34" charset="0"/>
                  </a:rPr>
                  <a:t>集线器</a:t>
                </a:r>
              </a:p>
            </p:txBody>
          </p:sp>
          <p:grpSp>
            <p:nvGrpSpPr>
              <p:cNvPr id="16" name="组合 15">
                <a:extLst>
                  <a:ext uri="{FF2B5EF4-FFF2-40B4-BE49-F238E27FC236}">
                    <a16:creationId xmlns:a16="http://schemas.microsoft.com/office/drawing/2014/main" id="{A24B23C3-6C91-43C0-B6B6-BD690C4000CB}"/>
                  </a:ext>
                </a:extLst>
              </p:cNvPr>
              <p:cNvGrpSpPr/>
              <p:nvPr/>
            </p:nvGrpSpPr>
            <p:grpSpPr>
              <a:xfrm>
                <a:off x="425451" y="5068427"/>
                <a:ext cx="536483" cy="529917"/>
                <a:chOff x="392561" y="5068427"/>
                <a:chExt cx="536483" cy="529917"/>
              </a:xfrm>
            </p:grpSpPr>
            <p:pic>
              <p:nvPicPr>
                <p:cNvPr id="90" name="图形 10">
                  <a:extLst>
                    <a:ext uri="{FF2B5EF4-FFF2-40B4-BE49-F238E27FC236}">
                      <a16:creationId xmlns:a16="http://schemas.microsoft.com/office/drawing/2014/main" id="{3DC93E46-6D3E-4D27-B799-D4F11E0E5CCD}"/>
                    </a:ext>
                  </a:extLst>
                </p:cNvPr>
                <p:cNvPicPr>
                  <a:picLocks noChangeAspect="1"/>
                </p:cNvPicPr>
                <p:nvPr/>
              </p:nvPicPr>
              <p:blipFill>
                <a:blip r:embed="rId3">
                  <a:extLst>
                    <a:ext uri="{28A0092B-C50C-407E-A947-70E740481C1C}">
                      <a14:useLocalDpi xmlns:a14="http://schemas.microsoft.com/office/drawing/2010/main" val="0"/>
                    </a:ext>
                    <a:ext uri="{96DAC541-7B7A-43D3-8B79-37D633B846F1}">
                      <asvg:svgBlip xmlns:asvg="http://schemas.microsoft.com/office/drawing/2016/SVG/main" r:embed="rId4"/>
                    </a:ext>
                  </a:extLst>
                </a:blip>
                <a:stretch>
                  <a:fillRect/>
                </a:stretch>
              </p:blipFill>
              <p:spPr>
                <a:xfrm>
                  <a:off x="392561" y="5079452"/>
                  <a:ext cx="536483" cy="518892"/>
                </a:xfrm>
                <a:prstGeom prst="rect">
                  <a:avLst/>
                </a:prstGeom>
              </p:spPr>
            </p:pic>
            <p:sp>
              <p:nvSpPr>
                <p:cNvPr id="111" name="文本框 110">
                  <a:extLst>
                    <a:ext uri="{FF2B5EF4-FFF2-40B4-BE49-F238E27FC236}">
                      <a16:creationId xmlns:a16="http://schemas.microsoft.com/office/drawing/2014/main" id="{FEB65124-7631-4500-999C-F767E2F7254C}"/>
                    </a:ext>
                  </a:extLst>
                </p:cNvPr>
                <p:cNvSpPr txBox="1"/>
                <p:nvPr/>
              </p:nvSpPr>
              <p:spPr>
                <a:xfrm>
                  <a:off x="613775" y="5068427"/>
                  <a:ext cx="282873" cy="369332"/>
                </a:xfrm>
                <a:prstGeom prst="rect">
                  <a:avLst/>
                </a:prstGeom>
                <a:noFill/>
              </p:spPr>
              <p:txBody>
                <a:bodyPr wrap="square" rtlCol="0">
                  <a:spAutoFit/>
                </a:bodyPr>
                <a:lstStyle/>
                <a:p>
                  <a:pPr algn="ctr"/>
                  <a:r>
                    <a:rPr lang="en-US" altLang="zh-CN" b="1" dirty="0">
                      <a:solidFill>
                        <a:schemeClr val="bg1"/>
                      </a:solidFill>
                    </a:rPr>
                    <a:t>E</a:t>
                  </a:r>
                  <a:endParaRPr lang="zh-CN" altLang="en-US" b="1" dirty="0">
                    <a:solidFill>
                      <a:schemeClr val="bg1"/>
                    </a:solidFill>
                  </a:endParaRPr>
                </a:p>
              </p:txBody>
            </p:sp>
          </p:grpSp>
        </p:grpSp>
        <p:cxnSp>
          <p:nvCxnSpPr>
            <p:cNvPr id="122" name="直接连接符 121">
              <a:extLst>
                <a:ext uri="{FF2B5EF4-FFF2-40B4-BE49-F238E27FC236}">
                  <a16:creationId xmlns:a16="http://schemas.microsoft.com/office/drawing/2014/main" id="{EEB06C55-C4A9-4727-B5A9-21DC9B56B665}"/>
                </a:ext>
              </a:extLst>
            </p:cNvPr>
            <p:cNvCxnSpPr>
              <a:cxnSpLocks/>
            </p:cNvCxnSpPr>
            <p:nvPr/>
          </p:nvCxnSpPr>
          <p:spPr>
            <a:xfrm flipH="1">
              <a:off x="10739663" y="5928881"/>
              <a:ext cx="528822" cy="0"/>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grpSp>
      <p:sp>
        <p:nvSpPr>
          <p:cNvPr id="118" name="矩形 117">
            <a:extLst>
              <a:ext uri="{FF2B5EF4-FFF2-40B4-BE49-F238E27FC236}">
                <a16:creationId xmlns:a16="http://schemas.microsoft.com/office/drawing/2014/main" id="{04F0EA41-E89A-4B1F-A0D1-52B8E55FC1B5}"/>
              </a:ext>
            </a:extLst>
          </p:cNvPr>
          <p:cNvSpPr/>
          <p:nvPr/>
        </p:nvSpPr>
        <p:spPr>
          <a:xfrm>
            <a:off x="1056633" y="1335374"/>
            <a:ext cx="256976" cy="256976"/>
          </a:xfrm>
          <a:prstGeom prst="rect">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120" name="íşlïḍè">
            <a:extLst>
              <a:ext uri="{FF2B5EF4-FFF2-40B4-BE49-F238E27FC236}">
                <a16:creationId xmlns:a16="http://schemas.microsoft.com/office/drawing/2014/main" id="{2BCC9595-ADAB-4839-A898-4024B258DC96}"/>
              </a:ext>
            </a:extLst>
          </p:cNvPr>
          <p:cNvSpPr txBox="1"/>
          <p:nvPr/>
        </p:nvSpPr>
        <p:spPr>
          <a:xfrm>
            <a:off x="1373861" y="1281052"/>
            <a:ext cx="10513339" cy="636298"/>
          </a:xfrm>
          <a:prstGeom prst="rect">
            <a:avLst/>
          </a:prstGeom>
          <a:noFill/>
        </p:spPr>
        <p:txBody>
          <a:bodyPr wrap="square" lIns="91440" tIns="45720" rIns="91440" bIns="45720" anchor="ctr">
            <a:noAutofit/>
          </a:bodyPr>
          <a:lstStyle/>
          <a:p>
            <a:r>
              <a:rPr lang="zh-CN" altLang="en-US" b="1" dirty="0">
                <a:latin typeface="Arial Narrow" panose="020B0606020202030204" pitchFamily="34" charset="0"/>
              </a:rPr>
              <a:t>交换机一般都具有多种速率的接口，例如</a:t>
            </a:r>
            <a:r>
              <a:rPr lang="en-US" altLang="zh-CN" b="1" dirty="0">
                <a:latin typeface="Arial Narrow" panose="020B0606020202030204" pitchFamily="34" charset="0"/>
              </a:rPr>
              <a:t>10Mb/s</a:t>
            </a:r>
            <a:r>
              <a:rPr lang="zh-CN" altLang="en-US" b="1" dirty="0">
                <a:latin typeface="Arial Narrow" panose="020B0606020202030204" pitchFamily="34" charset="0"/>
              </a:rPr>
              <a:t>、</a:t>
            </a:r>
            <a:r>
              <a:rPr lang="en-US" altLang="zh-CN" b="1" dirty="0">
                <a:latin typeface="Arial Narrow" panose="020B0606020202030204" pitchFamily="34" charset="0"/>
              </a:rPr>
              <a:t>100Mb/s</a:t>
            </a:r>
            <a:r>
              <a:rPr lang="zh-CN" altLang="en-US" b="1" dirty="0">
                <a:latin typeface="Arial Narrow" panose="020B0606020202030204" pitchFamily="34" charset="0"/>
              </a:rPr>
              <a:t>、</a:t>
            </a:r>
            <a:r>
              <a:rPr lang="en-US" altLang="zh-CN" b="1" dirty="0">
                <a:latin typeface="Arial Narrow" panose="020B0606020202030204" pitchFamily="34" charset="0"/>
              </a:rPr>
              <a:t>1Gb/s</a:t>
            </a:r>
            <a:r>
              <a:rPr lang="zh-CN" altLang="en-US" b="1" dirty="0">
                <a:latin typeface="Arial Narrow" panose="020B0606020202030204" pitchFamily="34" charset="0"/>
              </a:rPr>
              <a:t>甚至</a:t>
            </a:r>
            <a:r>
              <a:rPr lang="en-US" altLang="zh-CN" b="1" dirty="0">
                <a:latin typeface="Arial Narrow" panose="020B0606020202030204" pitchFamily="34" charset="0"/>
              </a:rPr>
              <a:t>10Gb/s</a:t>
            </a:r>
            <a:r>
              <a:rPr lang="zh-CN" altLang="en-US" b="1" dirty="0">
                <a:latin typeface="Arial Narrow" panose="020B0606020202030204" pitchFamily="34" charset="0"/>
              </a:rPr>
              <a:t>的接口，大部分接口支持多速率自适应。</a:t>
            </a:r>
          </a:p>
        </p:txBody>
      </p:sp>
      <p:sp>
        <p:nvSpPr>
          <p:cNvPr id="102" name="平行四边形 101">
            <a:extLst>
              <a:ext uri="{FF2B5EF4-FFF2-40B4-BE49-F238E27FC236}">
                <a16:creationId xmlns:a16="http://schemas.microsoft.com/office/drawing/2014/main" id="{3DE42262-C146-45A6-E828-FD01BF9B71CE}"/>
              </a:ext>
            </a:extLst>
          </p:cNvPr>
          <p:cNvSpPr/>
          <p:nvPr/>
        </p:nvSpPr>
        <p:spPr>
          <a:xfrm>
            <a:off x="304800" y="749300"/>
            <a:ext cx="675384" cy="387090"/>
          </a:xfrm>
          <a:prstGeom prst="parallelogram">
            <a:avLst/>
          </a:prstGeom>
          <a:solidFill>
            <a:schemeClr val="accent3">
              <a:lumMod val="75000"/>
            </a:schemeClr>
          </a:solidFill>
          <a:ln>
            <a:solidFill>
              <a:schemeClr val="accent3">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CN" sz="2200" dirty="0">
                <a:latin typeface="Impact" panose="020B0806030902050204" pitchFamily="34" charset="0"/>
              </a:rPr>
              <a:t>02</a:t>
            </a:r>
            <a:endParaRPr lang="zh-CN" altLang="en-US" sz="2200" dirty="0">
              <a:latin typeface="Impact" panose="020B0806030902050204" pitchFamily="34" charset="0"/>
            </a:endParaRPr>
          </a:p>
        </p:txBody>
      </p:sp>
    </p:spTree>
    <p:custDataLst>
      <p:tags r:id="rId1"/>
    </p:custDataLst>
    <p:extLst>
      <p:ext uri="{BB962C8B-B14F-4D97-AF65-F5344CB8AC3E}">
        <p14:creationId xmlns:p14="http://schemas.microsoft.com/office/powerpoint/2010/main" val="2511236928"/>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49" presetClass="entr" presetSubtype="0" decel="100000" fill="hold" grpId="0" nodeType="withEffect">
                                  <p:stCondLst>
                                    <p:cond delay="0"/>
                                  </p:stCondLst>
                                  <p:childTnLst>
                                    <p:set>
                                      <p:cBhvr>
                                        <p:cTn id="6" dur="1" fill="hold">
                                          <p:stCondLst>
                                            <p:cond delay="0"/>
                                          </p:stCondLst>
                                        </p:cTn>
                                        <p:tgtEl>
                                          <p:spTgt spid="118"/>
                                        </p:tgtEl>
                                        <p:attrNameLst>
                                          <p:attrName>style.visibility</p:attrName>
                                        </p:attrNameLst>
                                      </p:cBhvr>
                                      <p:to>
                                        <p:strVal val="visible"/>
                                      </p:to>
                                    </p:set>
                                    <p:anim calcmode="lin" valueType="num">
                                      <p:cBhvr>
                                        <p:cTn id="7" dur="500" fill="hold"/>
                                        <p:tgtEl>
                                          <p:spTgt spid="118"/>
                                        </p:tgtEl>
                                        <p:attrNameLst>
                                          <p:attrName>ppt_w</p:attrName>
                                        </p:attrNameLst>
                                      </p:cBhvr>
                                      <p:tavLst>
                                        <p:tav tm="0">
                                          <p:val>
                                            <p:fltVal val="0"/>
                                          </p:val>
                                        </p:tav>
                                        <p:tav tm="100000">
                                          <p:val>
                                            <p:strVal val="#ppt_w"/>
                                          </p:val>
                                        </p:tav>
                                      </p:tavLst>
                                    </p:anim>
                                    <p:anim calcmode="lin" valueType="num">
                                      <p:cBhvr>
                                        <p:cTn id="8" dur="500" fill="hold"/>
                                        <p:tgtEl>
                                          <p:spTgt spid="118"/>
                                        </p:tgtEl>
                                        <p:attrNameLst>
                                          <p:attrName>ppt_h</p:attrName>
                                        </p:attrNameLst>
                                      </p:cBhvr>
                                      <p:tavLst>
                                        <p:tav tm="0">
                                          <p:val>
                                            <p:fltVal val="0"/>
                                          </p:val>
                                        </p:tav>
                                        <p:tav tm="100000">
                                          <p:val>
                                            <p:strVal val="#ppt_h"/>
                                          </p:val>
                                        </p:tav>
                                      </p:tavLst>
                                    </p:anim>
                                    <p:anim calcmode="lin" valueType="num">
                                      <p:cBhvr>
                                        <p:cTn id="9" dur="500" fill="hold"/>
                                        <p:tgtEl>
                                          <p:spTgt spid="118"/>
                                        </p:tgtEl>
                                        <p:attrNameLst>
                                          <p:attrName>style.rotation</p:attrName>
                                        </p:attrNameLst>
                                      </p:cBhvr>
                                      <p:tavLst>
                                        <p:tav tm="0">
                                          <p:val>
                                            <p:fltVal val="360"/>
                                          </p:val>
                                        </p:tav>
                                        <p:tav tm="100000">
                                          <p:val>
                                            <p:fltVal val="0"/>
                                          </p:val>
                                        </p:tav>
                                      </p:tavLst>
                                    </p:anim>
                                    <p:animEffect transition="in" filter="fade">
                                      <p:cBhvr>
                                        <p:cTn id="10" dur="500"/>
                                        <p:tgtEl>
                                          <p:spTgt spid="118"/>
                                        </p:tgtEl>
                                      </p:cBhvr>
                                    </p:animEffect>
                                  </p:childTnLst>
                                </p:cTn>
                              </p:par>
                            </p:childTnLst>
                          </p:cTn>
                        </p:par>
                        <p:par>
                          <p:cTn id="11" fill="hold">
                            <p:stCondLst>
                              <p:cond delay="500"/>
                            </p:stCondLst>
                            <p:childTnLst>
                              <p:par>
                                <p:cTn id="12" presetID="1" presetClass="entr" presetSubtype="0" fill="hold" grpId="0" nodeType="afterEffect">
                                  <p:stCondLst>
                                    <p:cond delay="0"/>
                                  </p:stCondLst>
                                  <p:iterate type="lt">
                                    <p:tmAbs val="100"/>
                                  </p:iterate>
                                  <p:childTnLst>
                                    <p:set>
                                      <p:cBhvr>
                                        <p:cTn id="13" dur="1" fill="hold">
                                          <p:stCondLst>
                                            <p:cond delay="0"/>
                                          </p:stCondLst>
                                        </p:cTn>
                                        <p:tgtEl>
                                          <p:spTgt spid="120"/>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18" grpId="0" animBg="1"/>
      <p:bldP spid="120" grpId="0"/>
    </p:bldLst>
  </p:timing>
</p:sld>
</file>

<file path=ppt/slides/slide41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05" name="íşlïḍè">
            <a:extLst>
              <a:ext uri="{FF2B5EF4-FFF2-40B4-BE49-F238E27FC236}">
                <a16:creationId xmlns:a16="http://schemas.microsoft.com/office/drawing/2014/main" id="{1427AB8B-CBC2-4FCC-80E6-8A3342F0C54C}"/>
              </a:ext>
            </a:extLst>
          </p:cNvPr>
          <p:cNvSpPr txBox="1"/>
          <p:nvPr/>
        </p:nvSpPr>
        <p:spPr>
          <a:xfrm>
            <a:off x="2328496" y="4700079"/>
            <a:ext cx="2059561" cy="319332"/>
          </a:xfrm>
          <a:prstGeom prst="rect">
            <a:avLst/>
          </a:prstGeom>
          <a:noFill/>
        </p:spPr>
        <p:txBody>
          <a:bodyPr wrap="square" lIns="91440" tIns="45720" rIns="91440" bIns="45720" anchor="ctr">
            <a:noAutofit/>
          </a:bodyPr>
          <a:lstStyle/>
          <a:p>
            <a:pPr algn="ctr"/>
            <a:r>
              <a:rPr lang="zh-CN" altLang="en-US" b="1" dirty="0">
                <a:latin typeface="Arial Narrow" panose="020B0606020202030204" pitchFamily="34" charset="0"/>
              </a:rPr>
              <a:t>交换机</a:t>
            </a:r>
            <a:r>
              <a:rPr lang="en-US" altLang="zh-CN" b="1" dirty="0">
                <a:latin typeface="Arial Narrow" panose="020B0606020202030204" pitchFamily="34" charset="0"/>
              </a:rPr>
              <a:t>1</a:t>
            </a:r>
            <a:r>
              <a:rPr lang="zh-CN" altLang="en-US" b="1" dirty="0">
                <a:latin typeface="Arial Narrow" panose="020B0606020202030204" pitchFamily="34" charset="0"/>
              </a:rPr>
              <a:t>的操作</a:t>
            </a:r>
          </a:p>
        </p:txBody>
      </p:sp>
      <p:sp>
        <p:nvSpPr>
          <p:cNvPr id="112" name="íşlïḍè">
            <a:extLst>
              <a:ext uri="{FF2B5EF4-FFF2-40B4-BE49-F238E27FC236}">
                <a16:creationId xmlns:a16="http://schemas.microsoft.com/office/drawing/2014/main" id="{5AC25805-EC9B-4286-AA3D-3B30E5C81668}"/>
              </a:ext>
            </a:extLst>
          </p:cNvPr>
          <p:cNvSpPr txBox="1"/>
          <p:nvPr/>
        </p:nvSpPr>
        <p:spPr>
          <a:xfrm>
            <a:off x="8693775" y="4713631"/>
            <a:ext cx="2038795" cy="319332"/>
          </a:xfrm>
          <a:prstGeom prst="rect">
            <a:avLst/>
          </a:prstGeom>
          <a:noFill/>
        </p:spPr>
        <p:txBody>
          <a:bodyPr wrap="square" lIns="91440" tIns="45720" rIns="91440" bIns="45720" anchor="ctr">
            <a:noAutofit/>
          </a:bodyPr>
          <a:lstStyle/>
          <a:p>
            <a:pPr algn="ctr"/>
            <a:r>
              <a:rPr lang="zh-CN" altLang="en-US" b="1" dirty="0">
                <a:latin typeface="Arial Narrow" panose="020B0606020202030204" pitchFamily="34" charset="0"/>
              </a:rPr>
              <a:t>交换机</a:t>
            </a:r>
            <a:r>
              <a:rPr lang="en-US" altLang="zh-CN" b="1" dirty="0">
                <a:latin typeface="Arial Narrow" panose="020B0606020202030204" pitchFamily="34" charset="0"/>
              </a:rPr>
              <a:t>2</a:t>
            </a:r>
            <a:r>
              <a:rPr lang="zh-CN" altLang="en-US" b="1" dirty="0">
                <a:latin typeface="Arial Narrow" panose="020B0606020202030204" pitchFamily="34" charset="0"/>
              </a:rPr>
              <a:t>的操作</a:t>
            </a:r>
          </a:p>
        </p:txBody>
      </p:sp>
      <p:grpSp>
        <p:nvGrpSpPr>
          <p:cNvPr id="4" name="组合 3">
            <a:extLst>
              <a:ext uri="{FF2B5EF4-FFF2-40B4-BE49-F238E27FC236}">
                <a16:creationId xmlns:a16="http://schemas.microsoft.com/office/drawing/2014/main" id="{9A1EA9F2-FCB6-48C3-935F-7AE7E3AD14AC}"/>
              </a:ext>
            </a:extLst>
          </p:cNvPr>
          <p:cNvGrpSpPr/>
          <p:nvPr/>
        </p:nvGrpSpPr>
        <p:grpSpPr>
          <a:xfrm>
            <a:off x="304800" y="749300"/>
            <a:ext cx="6192344" cy="400110"/>
            <a:chOff x="424117" y="898245"/>
            <a:chExt cx="6192344" cy="400110"/>
          </a:xfrm>
        </p:grpSpPr>
        <p:sp>
          <p:nvSpPr>
            <p:cNvPr id="2" name="平行四边形 1">
              <a:extLst>
                <a:ext uri="{FF2B5EF4-FFF2-40B4-BE49-F238E27FC236}">
                  <a16:creationId xmlns:a16="http://schemas.microsoft.com/office/drawing/2014/main" id="{1F5BAA3F-9845-4F89-A2DD-8222D3E4EDAC}"/>
                </a:ext>
              </a:extLst>
            </p:cNvPr>
            <p:cNvSpPr/>
            <p:nvPr/>
          </p:nvSpPr>
          <p:spPr>
            <a:xfrm>
              <a:off x="424117" y="898245"/>
              <a:ext cx="628306" cy="387090"/>
            </a:xfrm>
            <a:prstGeom prst="parallelogram">
              <a:avLst/>
            </a:prstGeom>
            <a:solidFill>
              <a:schemeClr val="accent3">
                <a:lumMod val="75000"/>
              </a:schemeClr>
            </a:solidFill>
            <a:ln>
              <a:solidFill>
                <a:schemeClr val="accent3">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CN" sz="2200" dirty="0">
                  <a:latin typeface="Impact" panose="020B0806030902050204" pitchFamily="34" charset="0"/>
                </a:rPr>
                <a:t>01</a:t>
              </a:r>
              <a:endParaRPr lang="zh-CN" altLang="en-US" sz="2200" dirty="0">
                <a:latin typeface="Impact" panose="020B0806030902050204" pitchFamily="34" charset="0"/>
              </a:endParaRPr>
            </a:p>
          </p:txBody>
        </p:sp>
        <p:sp>
          <p:nvSpPr>
            <p:cNvPr id="3" name="文本框 2">
              <a:extLst>
                <a:ext uri="{FF2B5EF4-FFF2-40B4-BE49-F238E27FC236}">
                  <a16:creationId xmlns:a16="http://schemas.microsoft.com/office/drawing/2014/main" id="{4D6BD736-A4D3-4F26-AFED-36E11F50F70B}"/>
                </a:ext>
              </a:extLst>
            </p:cNvPr>
            <p:cNvSpPr txBox="1"/>
            <p:nvPr/>
          </p:nvSpPr>
          <p:spPr>
            <a:xfrm>
              <a:off x="1052423" y="898245"/>
              <a:ext cx="5564038" cy="400110"/>
            </a:xfrm>
            <a:prstGeom prst="rect">
              <a:avLst/>
            </a:prstGeom>
            <a:noFill/>
          </p:spPr>
          <p:txBody>
            <a:bodyPr wrap="square" rtlCol="0">
              <a:spAutoFit/>
            </a:bodyPr>
            <a:lstStyle/>
            <a:p>
              <a:r>
                <a:rPr lang="zh-CN" altLang="en-US" sz="2000" b="1" dirty="0">
                  <a:solidFill>
                    <a:schemeClr val="tx1"/>
                  </a:solidFill>
                  <a:latin typeface="Arial Narrow" panose="020B0606020202030204" pitchFamily="34" charset="0"/>
                </a:rPr>
                <a:t>以太网交换机</a:t>
              </a:r>
              <a:endParaRPr lang="en-US" altLang="zh-CN" sz="2000" b="1" dirty="0">
                <a:solidFill>
                  <a:schemeClr val="tx1"/>
                </a:solidFill>
                <a:latin typeface="Arial Narrow" panose="020B0606020202030204" pitchFamily="34" charset="0"/>
              </a:endParaRPr>
            </a:p>
          </p:txBody>
        </p:sp>
      </p:grpSp>
      <p:grpSp>
        <p:nvGrpSpPr>
          <p:cNvPr id="8" name="组合 7">
            <a:extLst>
              <a:ext uri="{FF2B5EF4-FFF2-40B4-BE49-F238E27FC236}">
                <a16:creationId xmlns:a16="http://schemas.microsoft.com/office/drawing/2014/main" id="{163B56A1-14E5-4E39-BAFD-2AC23C3B4517}"/>
              </a:ext>
            </a:extLst>
          </p:cNvPr>
          <p:cNvGrpSpPr/>
          <p:nvPr/>
        </p:nvGrpSpPr>
        <p:grpSpPr>
          <a:xfrm>
            <a:off x="425451" y="1698216"/>
            <a:ext cx="11357339" cy="2792504"/>
            <a:chOff x="425451" y="3592794"/>
            <a:chExt cx="11357339" cy="2792504"/>
          </a:xfrm>
        </p:grpSpPr>
        <p:sp>
          <p:nvSpPr>
            <p:cNvPr id="5" name="矩形 4">
              <a:extLst>
                <a:ext uri="{FF2B5EF4-FFF2-40B4-BE49-F238E27FC236}">
                  <a16:creationId xmlns:a16="http://schemas.microsoft.com/office/drawing/2014/main" id="{7B8978FE-1594-481A-895C-14BD84DE8A91}"/>
                </a:ext>
              </a:extLst>
            </p:cNvPr>
            <p:cNvSpPr/>
            <p:nvPr/>
          </p:nvSpPr>
          <p:spPr>
            <a:xfrm>
              <a:off x="2335333" y="3918704"/>
              <a:ext cx="2045888" cy="2466594"/>
            </a:xfrm>
            <a:prstGeom prst="rect">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6" name="矩形 5">
              <a:extLst>
                <a:ext uri="{FF2B5EF4-FFF2-40B4-BE49-F238E27FC236}">
                  <a16:creationId xmlns:a16="http://schemas.microsoft.com/office/drawing/2014/main" id="{823793EE-D768-407B-B399-27618C4822AD}"/>
                </a:ext>
              </a:extLst>
            </p:cNvPr>
            <p:cNvSpPr/>
            <p:nvPr/>
          </p:nvSpPr>
          <p:spPr>
            <a:xfrm>
              <a:off x="2335333" y="4233685"/>
              <a:ext cx="282873" cy="282873"/>
            </a:xfrm>
            <a:prstGeom prst="rect">
              <a:avLst/>
            </a:prstGeom>
            <a:solidFill>
              <a:schemeClr val="bg2">
                <a:lumMod val="90000"/>
              </a:schemeClr>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CN" sz="2000" b="1" dirty="0">
                  <a:solidFill>
                    <a:schemeClr val="tx1"/>
                  </a:solidFill>
                  <a:latin typeface="Arial Black" panose="020B0A04020102020204" pitchFamily="34" charset="0"/>
                </a:rPr>
                <a:t>1</a:t>
              </a:r>
              <a:endParaRPr lang="zh-CN" altLang="en-US" sz="2000" b="1" dirty="0">
                <a:solidFill>
                  <a:schemeClr val="tx1"/>
                </a:solidFill>
                <a:latin typeface="Arial Black" panose="020B0A04020102020204" pitchFamily="34" charset="0"/>
              </a:endParaRPr>
            </a:p>
          </p:txBody>
        </p:sp>
        <p:sp>
          <p:nvSpPr>
            <p:cNvPr id="60" name="矩形 59">
              <a:extLst>
                <a:ext uri="{FF2B5EF4-FFF2-40B4-BE49-F238E27FC236}">
                  <a16:creationId xmlns:a16="http://schemas.microsoft.com/office/drawing/2014/main" id="{5C40A978-9743-4316-BAEF-8011F93BE09A}"/>
                </a:ext>
              </a:extLst>
            </p:cNvPr>
            <p:cNvSpPr/>
            <p:nvPr/>
          </p:nvSpPr>
          <p:spPr>
            <a:xfrm>
              <a:off x="2335333" y="5010565"/>
              <a:ext cx="282873" cy="282873"/>
            </a:xfrm>
            <a:prstGeom prst="rect">
              <a:avLst/>
            </a:prstGeom>
            <a:solidFill>
              <a:schemeClr val="bg2">
                <a:lumMod val="90000"/>
              </a:schemeClr>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CN" sz="2000" b="1" dirty="0">
                  <a:solidFill>
                    <a:schemeClr val="tx1"/>
                  </a:solidFill>
                  <a:latin typeface="Arial Black" panose="020B0A04020102020204" pitchFamily="34" charset="0"/>
                </a:rPr>
                <a:t>2</a:t>
              </a:r>
              <a:endParaRPr lang="zh-CN" altLang="en-US" sz="2000" b="1" dirty="0">
                <a:solidFill>
                  <a:schemeClr val="tx1"/>
                </a:solidFill>
                <a:latin typeface="Arial Black" panose="020B0A04020102020204" pitchFamily="34" charset="0"/>
              </a:endParaRPr>
            </a:p>
          </p:txBody>
        </p:sp>
        <p:sp>
          <p:nvSpPr>
            <p:cNvPr id="61" name="矩形 60">
              <a:extLst>
                <a:ext uri="{FF2B5EF4-FFF2-40B4-BE49-F238E27FC236}">
                  <a16:creationId xmlns:a16="http://schemas.microsoft.com/office/drawing/2014/main" id="{3D7DCE5C-0F8D-4F5F-886C-5445F2889D89}"/>
                </a:ext>
              </a:extLst>
            </p:cNvPr>
            <p:cNvSpPr/>
            <p:nvPr/>
          </p:nvSpPr>
          <p:spPr>
            <a:xfrm>
              <a:off x="2335333" y="5787444"/>
              <a:ext cx="282873" cy="282873"/>
            </a:xfrm>
            <a:prstGeom prst="rect">
              <a:avLst/>
            </a:prstGeom>
            <a:solidFill>
              <a:schemeClr val="bg2">
                <a:lumMod val="90000"/>
              </a:schemeClr>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CN" sz="2000" b="1" dirty="0">
                  <a:solidFill>
                    <a:schemeClr val="tx1"/>
                  </a:solidFill>
                  <a:latin typeface="Arial Black" panose="020B0A04020102020204" pitchFamily="34" charset="0"/>
                </a:rPr>
                <a:t>3</a:t>
              </a:r>
              <a:endParaRPr lang="zh-CN" altLang="en-US" sz="2000" b="1" dirty="0">
                <a:solidFill>
                  <a:schemeClr val="tx1"/>
                </a:solidFill>
                <a:latin typeface="Arial Black" panose="020B0A04020102020204" pitchFamily="34" charset="0"/>
              </a:endParaRPr>
            </a:p>
          </p:txBody>
        </p:sp>
        <p:sp>
          <p:nvSpPr>
            <p:cNvPr id="62" name="矩形 61">
              <a:extLst>
                <a:ext uri="{FF2B5EF4-FFF2-40B4-BE49-F238E27FC236}">
                  <a16:creationId xmlns:a16="http://schemas.microsoft.com/office/drawing/2014/main" id="{4D68483B-3692-4A74-BFA0-D4CA56C6A3DF}"/>
                </a:ext>
              </a:extLst>
            </p:cNvPr>
            <p:cNvSpPr/>
            <p:nvPr/>
          </p:nvSpPr>
          <p:spPr>
            <a:xfrm>
              <a:off x="4098351" y="4233685"/>
              <a:ext cx="282873" cy="282873"/>
            </a:xfrm>
            <a:prstGeom prst="rect">
              <a:avLst/>
            </a:prstGeom>
            <a:solidFill>
              <a:schemeClr val="bg2">
                <a:lumMod val="90000"/>
              </a:schemeClr>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CN" sz="2000" b="1" dirty="0">
                  <a:solidFill>
                    <a:schemeClr val="tx1"/>
                  </a:solidFill>
                  <a:latin typeface="Arial Black" panose="020B0A04020102020204" pitchFamily="34" charset="0"/>
                </a:rPr>
                <a:t>4</a:t>
              </a:r>
              <a:endParaRPr lang="zh-CN" altLang="en-US" sz="2000" b="1" dirty="0">
                <a:solidFill>
                  <a:schemeClr val="tx1"/>
                </a:solidFill>
                <a:latin typeface="Arial Black" panose="020B0A04020102020204" pitchFamily="34" charset="0"/>
              </a:endParaRPr>
            </a:p>
          </p:txBody>
        </p:sp>
        <p:sp>
          <p:nvSpPr>
            <p:cNvPr id="63" name="矩形 62">
              <a:extLst>
                <a:ext uri="{FF2B5EF4-FFF2-40B4-BE49-F238E27FC236}">
                  <a16:creationId xmlns:a16="http://schemas.microsoft.com/office/drawing/2014/main" id="{E4D5BCA6-FB4B-47AB-974D-9B122F626AFE}"/>
                </a:ext>
              </a:extLst>
            </p:cNvPr>
            <p:cNvSpPr/>
            <p:nvPr/>
          </p:nvSpPr>
          <p:spPr>
            <a:xfrm>
              <a:off x="4098351" y="5010565"/>
              <a:ext cx="282873" cy="282873"/>
            </a:xfrm>
            <a:prstGeom prst="rect">
              <a:avLst/>
            </a:prstGeom>
            <a:solidFill>
              <a:schemeClr val="bg2">
                <a:lumMod val="90000"/>
              </a:schemeClr>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CN" sz="2000" b="1" dirty="0">
                  <a:solidFill>
                    <a:schemeClr val="tx1"/>
                  </a:solidFill>
                  <a:latin typeface="Arial Black" panose="020B0A04020102020204" pitchFamily="34" charset="0"/>
                </a:rPr>
                <a:t>5</a:t>
              </a:r>
              <a:endParaRPr lang="zh-CN" altLang="en-US" sz="2000" b="1" dirty="0">
                <a:solidFill>
                  <a:schemeClr val="tx1"/>
                </a:solidFill>
                <a:latin typeface="Arial Black" panose="020B0A04020102020204" pitchFamily="34" charset="0"/>
              </a:endParaRPr>
            </a:p>
          </p:txBody>
        </p:sp>
        <p:sp>
          <p:nvSpPr>
            <p:cNvPr id="64" name="矩形 63">
              <a:extLst>
                <a:ext uri="{FF2B5EF4-FFF2-40B4-BE49-F238E27FC236}">
                  <a16:creationId xmlns:a16="http://schemas.microsoft.com/office/drawing/2014/main" id="{1A53BF14-2ABE-435A-B602-786EE722F28D}"/>
                </a:ext>
              </a:extLst>
            </p:cNvPr>
            <p:cNvSpPr/>
            <p:nvPr/>
          </p:nvSpPr>
          <p:spPr>
            <a:xfrm>
              <a:off x="4098351" y="5787444"/>
              <a:ext cx="282873" cy="282873"/>
            </a:xfrm>
            <a:prstGeom prst="rect">
              <a:avLst/>
            </a:prstGeom>
            <a:solidFill>
              <a:schemeClr val="bg2">
                <a:lumMod val="90000"/>
              </a:schemeClr>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CN" sz="2000" b="1" dirty="0">
                  <a:solidFill>
                    <a:schemeClr val="tx1"/>
                  </a:solidFill>
                  <a:latin typeface="Arial Black" panose="020B0A04020102020204" pitchFamily="34" charset="0"/>
                </a:rPr>
                <a:t>6</a:t>
              </a:r>
              <a:endParaRPr lang="zh-CN" altLang="en-US" sz="2000" b="1" dirty="0">
                <a:solidFill>
                  <a:schemeClr val="tx1"/>
                </a:solidFill>
                <a:latin typeface="Arial Black" panose="020B0A04020102020204" pitchFamily="34" charset="0"/>
              </a:endParaRPr>
            </a:p>
          </p:txBody>
        </p:sp>
        <p:cxnSp>
          <p:nvCxnSpPr>
            <p:cNvPr id="12" name="直接连接符 11">
              <a:extLst>
                <a:ext uri="{FF2B5EF4-FFF2-40B4-BE49-F238E27FC236}">
                  <a16:creationId xmlns:a16="http://schemas.microsoft.com/office/drawing/2014/main" id="{DBFA0F3A-71F2-4CFF-9848-003D93744202}"/>
                </a:ext>
              </a:extLst>
            </p:cNvPr>
            <p:cNvCxnSpPr>
              <a:cxnSpLocks/>
              <a:stCxn id="6" idx="1"/>
            </p:cNvCxnSpPr>
            <p:nvPr/>
          </p:nvCxnSpPr>
          <p:spPr>
            <a:xfrm flipH="1">
              <a:off x="1806511" y="4375122"/>
              <a:ext cx="528822" cy="0"/>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grpSp>
          <p:nvGrpSpPr>
            <p:cNvPr id="10" name="组合 9">
              <a:extLst>
                <a:ext uri="{FF2B5EF4-FFF2-40B4-BE49-F238E27FC236}">
                  <a16:creationId xmlns:a16="http://schemas.microsoft.com/office/drawing/2014/main" id="{63BC7B38-2CBC-4DF3-9610-16BEDF36A04D}"/>
                </a:ext>
              </a:extLst>
            </p:cNvPr>
            <p:cNvGrpSpPr/>
            <p:nvPr/>
          </p:nvGrpSpPr>
          <p:grpSpPr>
            <a:xfrm>
              <a:off x="1346499" y="3988565"/>
              <a:ext cx="536483" cy="537456"/>
              <a:chOff x="1294129" y="3886615"/>
              <a:chExt cx="536483" cy="537456"/>
            </a:xfrm>
          </p:grpSpPr>
          <p:pic>
            <p:nvPicPr>
              <p:cNvPr id="67" name="图形 10">
                <a:extLst>
                  <a:ext uri="{FF2B5EF4-FFF2-40B4-BE49-F238E27FC236}">
                    <a16:creationId xmlns:a16="http://schemas.microsoft.com/office/drawing/2014/main" id="{45F06463-8405-4563-A327-32BA2E1AEDAA}"/>
                  </a:ext>
                </a:extLst>
              </p:cNvPr>
              <p:cNvPicPr>
                <a:picLocks noChangeAspect="1"/>
              </p:cNvPicPr>
              <p:nvPr/>
            </p:nvPicPr>
            <p:blipFill>
              <a:blip r:embed="rId3">
                <a:extLst>
                  <a:ext uri="{28A0092B-C50C-407E-A947-70E740481C1C}">
                    <a14:useLocalDpi xmlns:a14="http://schemas.microsoft.com/office/drawing/2010/main" val="0"/>
                  </a:ext>
                  <a:ext uri="{96DAC541-7B7A-43D3-8B79-37D633B846F1}">
                    <asvg:svgBlip xmlns:asvg="http://schemas.microsoft.com/office/drawing/2016/SVG/main" r:embed="rId4"/>
                  </a:ext>
                </a:extLst>
              </a:blip>
              <a:stretch>
                <a:fillRect/>
              </a:stretch>
            </p:blipFill>
            <p:spPr>
              <a:xfrm>
                <a:off x="1294129" y="3905179"/>
                <a:ext cx="536483" cy="518892"/>
              </a:xfrm>
              <a:prstGeom prst="rect">
                <a:avLst/>
              </a:prstGeom>
            </p:spPr>
          </p:pic>
          <p:sp>
            <p:nvSpPr>
              <p:cNvPr id="9" name="文本框 8">
                <a:extLst>
                  <a:ext uri="{FF2B5EF4-FFF2-40B4-BE49-F238E27FC236}">
                    <a16:creationId xmlns:a16="http://schemas.microsoft.com/office/drawing/2014/main" id="{31B65486-C583-4300-B19F-A75330BD5614}"/>
                  </a:ext>
                </a:extLst>
              </p:cNvPr>
              <p:cNvSpPr txBox="1"/>
              <p:nvPr/>
            </p:nvSpPr>
            <p:spPr>
              <a:xfrm>
                <a:off x="1513103" y="3886615"/>
                <a:ext cx="282873" cy="369332"/>
              </a:xfrm>
              <a:prstGeom prst="rect">
                <a:avLst/>
              </a:prstGeom>
              <a:noFill/>
            </p:spPr>
            <p:txBody>
              <a:bodyPr wrap="square" rtlCol="0">
                <a:spAutoFit/>
              </a:bodyPr>
              <a:lstStyle/>
              <a:p>
                <a:pPr algn="ctr"/>
                <a:r>
                  <a:rPr lang="en-US" altLang="zh-CN" b="1" dirty="0">
                    <a:solidFill>
                      <a:schemeClr val="bg1"/>
                    </a:solidFill>
                  </a:rPr>
                  <a:t>A</a:t>
                </a:r>
                <a:endParaRPr lang="zh-CN" altLang="en-US" b="1" dirty="0">
                  <a:solidFill>
                    <a:schemeClr val="bg1"/>
                  </a:solidFill>
                </a:endParaRPr>
              </a:p>
            </p:txBody>
          </p:sp>
        </p:grpSp>
        <p:cxnSp>
          <p:nvCxnSpPr>
            <p:cNvPr id="73" name="直接连接符 72">
              <a:extLst>
                <a:ext uri="{FF2B5EF4-FFF2-40B4-BE49-F238E27FC236}">
                  <a16:creationId xmlns:a16="http://schemas.microsoft.com/office/drawing/2014/main" id="{115D7DEF-E6F9-46D1-BC58-EF5571FC17A3}"/>
                </a:ext>
              </a:extLst>
            </p:cNvPr>
            <p:cNvCxnSpPr>
              <a:cxnSpLocks/>
            </p:cNvCxnSpPr>
            <p:nvPr/>
          </p:nvCxnSpPr>
          <p:spPr>
            <a:xfrm flipH="1">
              <a:off x="4381221" y="4356970"/>
              <a:ext cx="528822" cy="0"/>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grpSp>
          <p:nvGrpSpPr>
            <p:cNvPr id="74" name="组合 73">
              <a:extLst>
                <a:ext uri="{FF2B5EF4-FFF2-40B4-BE49-F238E27FC236}">
                  <a16:creationId xmlns:a16="http://schemas.microsoft.com/office/drawing/2014/main" id="{FBE67127-FC0A-4B0D-82F5-7439870241B8}"/>
                </a:ext>
              </a:extLst>
            </p:cNvPr>
            <p:cNvGrpSpPr/>
            <p:nvPr/>
          </p:nvGrpSpPr>
          <p:grpSpPr>
            <a:xfrm>
              <a:off x="4887865" y="3995143"/>
              <a:ext cx="536483" cy="530878"/>
              <a:chOff x="1294129" y="3893193"/>
              <a:chExt cx="536483" cy="530878"/>
            </a:xfrm>
          </p:grpSpPr>
          <p:pic>
            <p:nvPicPr>
              <p:cNvPr id="75" name="图形 10">
                <a:extLst>
                  <a:ext uri="{FF2B5EF4-FFF2-40B4-BE49-F238E27FC236}">
                    <a16:creationId xmlns:a16="http://schemas.microsoft.com/office/drawing/2014/main" id="{C2B92D81-47FB-493F-811F-D1C9EAB26E6E}"/>
                  </a:ext>
                </a:extLst>
              </p:cNvPr>
              <p:cNvPicPr>
                <a:picLocks noChangeAspect="1"/>
              </p:cNvPicPr>
              <p:nvPr/>
            </p:nvPicPr>
            <p:blipFill>
              <a:blip r:embed="rId3">
                <a:extLst>
                  <a:ext uri="{28A0092B-C50C-407E-A947-70E740481C1C}">
                    <a14:useLocalDpi xmlns:a14="http://schemas.microsoft.com/office/drawing/2010/main" val="0"/>
                  </a:ext>
                  <a:ext uri="{96DAC541-7B7A-43D3-8B79-37D633B846F1}">
                    <asvg:svgBlip xmlns:asvg="http://schemas.microsoft.com/office/drawing/2016/SVG/main" r:embed="rId4"/>
                  </a:ext>
                </a:extLst>
              </a:blip>
              <a:stretch>
                <a:fillRect/>
              </a:stretch>
            </p:blipFill>
            <p:spPr>
              <a:xfrm>
                <a:off x="1294129" y="3905179"/>
                <a:ext cx="536483" cy="518892"/>
              </a:xfrm>
              <a:prstGeom prst="rect">
                <a:avLst/>
              </a:prstGeom>
            </p:spPr>
          </p:pic>
          <p:sp>
            <p:nvSpPr>
              <p:cNvPr id="76" name="文本框 75">
                <a:extLst>
                  <a:ext uri="{FF2B5EF4-FFF2-40B4-BE49-F238E27FC236}">
                    <a16:creationId xmlns:a16="http://schemas.microsoft.com/office/drawing/2014/main" id="{4442822F-FFA9-4D5F-A5B9-E192CDA19D6A}"/>
                  </a:ext>
                </a:extLst>
              </p:cNvPr>
              <p:cNvSpPr txBox="1"/>
              <p:nvPr/>
            </p:nvSpPr>
            <p:spPr>
              <a:xfrm>
                <a:off x="1513103" y="3893193"/>
                <a:ext cx="282873" cy="369332"/>
              </a:xfrm>
              <a:prstGeom prst="rect">
                <a:avLst/>
              </a:prstGeom>
              <a:noFill/>
            </p:spPr>
            <p:txBody>
              <a:bodyPr wrap="square" rtlCol="0">
                <a:spAutoFit/>
              </a:bodyPr>
              <a:lstStyle/>
              <a:p>
                <a:pPr algn="ctr"/>
                <a:r>
                  <a:rPr lang="en-US" altLang="zh-CN" b="1" dirty="0">
                    <a:solidFill>
                      <a:schemeClr val="bg1"/>
                    </a:solidFill>
                  </a:rPr>
                  <a:t>B</a:t>
                </a:r>
                <a:endParaRPr lang="zh-CN" altLang="en-US" b="1" dirty="0">
                  <a:solidFill>
                    <a:schemeClr val="bg1"/>
                  </a:solidFill>
                </a:endParaRPr>
              </a:p>
            </p:txBody>
          </p:sp>
        </p:grpSp>
        <p:cxnSp>
          <p:nvCxnSpPr>
            <p:cNvPr id="77" name="直接连接符 76">
              <a:extLst>
                <a:ext uri="{FF2B5EF4-FFF2-40B4-BE49-F238E27FC236}">
                  <a16:creationId xmlns:a16="http://schemas.microsoft.com/office/drawing/2014/main" id="{D5BE263A-D3ED-4FD3-8A96-0F9DD5E1AA52}"/>
                </a:ext>
              </a:extLst>
            </p:cNvPr>
            <p:cNvCxnSpPr>
              <a:cxnSpLocks/>
            </p:cNvCxnSpPr>
            <p:nvPr/>
          </p:nvCxnSpPr>
          <p:spPr>
            <a:xfrm flipH="1">
              <a:off x="4374128" y="5163725"/>
              <a:ext cx="528822" cy="0"/>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grpSp>
          <p:nvGrpSpPr>
            <p:cNvPr id="78" name="组合 77">
              <a:extLst>
                <a:ext uri="{FF2B5EF4-FFF2-40B4-BE49-F238E27FC236}">
                  <a16:creationId xmlns:a16="http://schemas.microsoft.com/office/drawing/2014/main" id="{1EA99009-D328-411E-A10D-5FA9ECDB9CA0}"/>
                </a:ext>
              </a:extLst>
            </p:cNvPr>
            <p:cNvGrpSpPr/>
            <p:nvPr/>
          </p:nvGrpSpPr>
          <p:grpSpPr>
            <a:xfrm>
              <a:off x="4880772" y="4813884"/>
              <a:ext cx="536483" cy="518892"/>
              <a:chOff x="1294129" y="3905179"/>
              <a:chExt cx="536483" cy="518892"/>
            </a:xfrm>
          </p:grpSpPr>
          <p:pic>
            <p:nvPicPr>
              <p:cNvPr id="79" name="图形 10">
                <a:extLst>
                  <a:ext uri="{FF2B5EF4-FFF2-40B4-BE49-F238E27FC236}">
                    <a16:creationId xmlns:a16="http://schemas.microsoft.com/office/drawing/2014/main" id="{1C0E463B-3EB1-486A-9E01-44D1FF6D89D3}"/>
                  </a:ext>
                </a:extLst>
              </p:cNvPr>
              <p:cNvPicPr>
                <a:picLocks noChangeAspect="1"/>
              </p:cNvPicPr>
              <p:nvPr/>
            </p:nvPicPr>
            <p:blipFill>
              <a:blip r:embed="rId3">
                <a:extLst>
                  <a:ext uri="{28A0092B-C50C-407E-A947-70E740481C1C}">
                    <a14:useLocalDpi xmlns:a14="http://schemas.microsoft.com/office/drawing/2010/main" val="0"/>
                  </a:ext>
                  <a:ext uri="{96DAC541-7B7A-43D3-8B79-37D633B846F1}">
                    <asvg:svgBlip xmlns:asvg="http://schemas.microsoft.com/office/drawing/2016/SVG/main" r:embed="rId4"/>
                  </a:ext>
                </a:extLst>
              </a:blip>
              <a:stretch>
                <a:fillRect/>
              </a:stretch>
            </p:blipFill>
            <p:spPr>
              <a:xfrm>
                <a:off x="1294129" y="3905179"/>
                <a:ext cx="536483" cy="518892"/>
              </a:xfrm>
              <a:prstGeom prst="rect">
                <a:avLst/>
              </a:prstGeom>
            </p:spPr>
          </p:pic>
          <p:sp>
            <p:nvSpPr>
              <p:cNvPr id="80" name="文本框 79">
                <a:extLst>
                  <a:ext uri="{FF2B5EF4-FFF2-40B4-BE49-F238E27FC236}">
                    <a16:creationId xmlns:a16="http://schemas.microsoft.com/office/drawing/2014/main" id="{9A5553E3-E24C-43E5-AD1D-F04A9945A7DA}"/>
                  </a:ext>
                </a:extLst>
              </p:cNvPr>
              <p:cNvSpPr txBox="1"/>
              <p:nvPr/>
            </p:nvSpPr>
            <p:spPr>
              <a:xfrm>
                <a:off x="1513103" y="3906349"/>
                <a:ext cx="282873" cy="369332"/>
              </a:xfrm>
              <a:prstGeom prst="rect">
                <a:avLst/>
              </a:prstGeom>
              <a:noFill/>
            </p:spPr>
            <p:txBody>
              <a:bodyPr wrap="square" rtlCol="0">
                <a:spAutoFit/>
              </a:bodyPr>
              <a:lstStyle/>
              <a:p>
                <a:pPr algn="ctr"/>
                <a:r>
                  <a:rPr lang="en-US" altLang="zh-CN" b="1" dirty="0">
                    <a:solidFill>
                      <a:schemeClr val="bg1"/>
                    </a:solidFill>
                  </a:rPr>
                  <a:t>C</a:t>
                </a:r>
                <a:endParaRPr lang="zh-CN" altLang="en-US" b="1" dirty="0">
                  <a:solidFill>
                    <a:schemeClr val="bg1"/>
                  </a:solidFill>
                </a:endParaRPr>
              </a:p>
            </p:txBody>
          </p:sp>
        </p:grpSp>
        <p:cxnSp>
          <p:nvCxnSpPr>
            <p:cNvPr id="81" name="直接连接符 80">
              <a:extLst>
                <a:ext uri="{FF2B5EF4-FFF2-40B4-BE49-F238E27FC236}">
                  <a16:creationId xmlns:a16="http://schemas.microsoft.com/office/drawing/2014/main" id="{1DE18D0D-FA84-468C-88EC-0894FBE0A472}"/>
                </a:ext>
              </a:extLst>
            </p:cNvPr>
            <p:cNvCxnSpPr>
              <a:cxnSpLocks/>
            </p:cNvCxnSpPr>
            <p:nvPr/>
          </p:nvCxnSpPr>
          <p:spPr>
            <a:xfrm flipH="1">
              <a:off x="1799674" y="5935951"/>
              <a:ext cx="528822" cy="0"/>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grpSp>
          <p:nvGrpSpPr>
            <p:cNvPr id="82" name="组合 81">
              <a:extLst>
                <a:ext uri="{FF2B5EF4-FFF2-40B4-BE49-F238E27FC236}">
                  <a16:creationId xmlns:a16="http://schemas.microsoft.com/office/drawing/2014/main" id="{39E8F369-ACAF-4BD0-9787-2A00718106C4}"/>
                </a:ext>
              </a:extLst>
            </p:cNvPr>
            <p:cNvGrpSpPr/>
            <p:nvPr/>
          </p:nvGrpSpPr>
          <p:grpSpPr>
            <a:xfrm>
              <a:off x="1339662" y="5549394"/>
              <a:ext cx="536483" cy="537456"/>
              <a:chOff x="1294129" y="3886615"/>
              <a:chExt cx="536483" cy="537456"/>
            </a:xfrm>
          </p:grpSpPr>
          <p:pic>
            <p:nvPicPr>
              <p:cNvPr id="83" name="图形 10">
                <a:extLst>
                  <a:ext uri="{FF2B5EF4-FFF2-40B4-BE49-F238E27FC236}">
                    <a16:creationId xmlns:a16="http://schemas.microsoft.com/office/drawing/2014/main" id="{2AED5D4D-D322-49AC-8726-DDFA26108309}"/>
                  </a:ext>
                </a:extLst>
              </p:cNvPr>
              <p:cNvPicPr>
                <a:picLocks noChangeAspect="1"/>
              </p:cNvPicPr>
              <p:nvPr/>
            </p:nvPicPr>
            <p:blipFill>
              <a:blip r:embed="rId3">
                <a:extLst>
                  <a:ext uri="{28A0092B-C50C-407E-A947-70E740481C1C}">
                    <a14:useLocalDpi xmlns:a14="http://schemas.microsoft.com/office/drawing/2010/main" val="0"/>
                  </a:ext>
                  <a:ext uri="{96DAC541-7B7A-43D3-8B79-37D633B846F1}">
                    <asvg:svgBlip xmlns:asvg="http://schemas.microsoft.com/office/drawing/2016/SVG/main" r:embed="rId4"/>
                  </a:ext>
                </a:extLst>
              </a:blip>
              <a:stretch>
                <a:fillRect/>
              </a:stretch>
            </p:blipFill>
            <p:spPr>
              <a:xfrm>
                <a:off x="1294129" y="3905179"/>
                <a:ext cx="536483" cy="518892"/>
              </a:xfrm>
              <a:prstGeom prst="rect">
                <a:avLst/>
              </a:prstGeom>
            </p:spPr>
          </p:pic>
          <p:sp>
            <p:nvSpPr>
              <p:cNvPr id="84" name="文本框 83">
                <a:extLst>
                  <a:ext uri="{FF2B5EF4-FFF2-40B4-BE49-F238E27FC236}">
                    <a16:creationId xmlns:a16="http://schemas.microsoft.com/office/drawing/2014/main" id="{D6E8AB40-1534-4F9B-A4B5-1E0C383C7042}"/>
                  </a:ext>
                </a:extLst>
              </p:cNvPr>
              <p:cNvSpPr txBox="1"/>
              <p:nvPr/>
            </p:nvSpPr>
            <p:spPr>
              <a:xfrm>
                <a:off x="1513103" y="3886615"/>
                <a:ext cx="282873" cy="369332"/>
              </a:xfrm>
              <a:prstGeom prst="rect">
                <a:avLst/>
              </a:prstGeom>
              <a:noFill/>
            </p:spPr>
            <p:txBody>
              <a:bodyPr wrap="square" rtlCol="0">
                <a:spAutoFit/>
              </a:bodyPr>
              <a:lstStyle/>
              <a:p>
                <a:pPr algn="ctr"/>
                <a:r>
                  <a:rPr lang="en-US" altLang="zh-CN" b="1" dirty="0">
                    <a:solidFill>
                      <a:schemeClr val="bg1"/>
                    </a:solidFill>
                  </a:rPr>
                  <a:t>D</a:t>
                </a:r>
                <a:endParaRPr lang="zh-CN" altLang="en-US" b="1" dirty="0">
                  <a:solidFill>
                    <a:schemeClr val="bg1"/>
                  </a:solidFill>
                </a:endParaRPr>
              </a:p>
            </p:txBody>
          </p:sp>
        </p:grpSp>
        <p:cxnSp>
          <p:nvCxnSpPr>
            <p:cNvPr id="86" name="直接连接符 85">
              <a:extLst>
                <a:ext uri="{FF2B5EF4-FFF2-40B4-BE49-F238E27FC236}">
                  <a16:creationId xmlns:a16="http://schemas.microsoft.com/office/drawing/2014/main" id="{A2853C4D-6C9A-499F-9DD6-045299199F56}"/>
                </a:ext>
              </a:extLst>
            </p:cNvPr>
            <p:cNvCxnSpPr>
              <a:cxnSpLocks/>
            </p:cNvCxnSpPr>
            <p:nvPr/>
          </p:nvCxnSpPr>
          <p:spPr>
            <a:xfrm flipH="1">
              <a:off x="1799674" y="5150133"/>
              <a:ext cx="528822" cy="0"/>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sp>
          <p:nvSpPr>
            <p:cNvPr id="47" name="íşlïḍè">
              <a:extLst>
                <a:ext uri="{FF2B5EF4-FFF2-40B4-BE49-F238E27FC236}">
                  <a16:creationId xmlns:a16="http://schemas.microsoft.com/office/drawing/2014/main" id="{CE9ECE2D-481B-403C-8226-78E1015AAC29}"/>
                </a:ext>
              </a:extLst>
            </p:cNvPr>
            <p:cNvSpPr txBox="1"/>
            <p:nvPr/>
          </p:nvSpPr>
          <p:spPr>
            <a:xfrm>
              <a:off x="2335330" y="3592794"/>
              <a:ext cx="2052727" cy="319332"/>
            </a:xfrm>
            <a:prstGeom prst="rect">
              <a:avLst/>
            </a:prstGeom>
            <a:noFill/>
          </p:spPr>
          <p:txBody>
            <a:bodyPr wrap="square" lIns="91440" tIns="45720" rIns="91440" bIns="45720" anchor="ctr">
              <a:noAutofit/>
            </a:bodyPr>
            <a:lstStyle/>
            <a:p>
              <a:pPr algn="ctr"/>
              <a:r>
                <a:rPr lang="zh-CN" altLang="en-US" b="1" dirty="0">
                  <a:latin typeface="Arial Narrow" panose="020B0606020202030204" pitchFamily="34" charset="0"/>
                </a:rPr>
                <a:t>交换机</a:t>
              </a:r>
              <a:r>
                <a:rPr lang="en-US" altLang="zh-CN" b="1" dirty="0">
                  <a:latin typeface="Arial Narrow" panose="020B0606020202030204" pitchFamily="34" charset="0"/>
                </a:rPr>
                <a:t>1</a:t>
              </a:r>
              <a:endParaRPr lang="zh-CN" altLang="en-US" b="1" dirty="0">
                <a:latin typeface="Arial Narrow" panose="020B0606020202030204" pitchFamily="34" charset="0"/>
              </a:endParaRPr>
            </a:p>
          </p:txBody>
        </p:sp>
        <p:sp>
          <p:nvSpPr>
            <p:cNvPr id="50" name="矩形 49">
              <a:extLst>
                <a:ext uri="{FF2B5EF4-FFF2-40B4-BE49-F238E27FC236}">
                  <a16:creationId xmlns:a16="http://schemas.microsoft.com/office/drawing/2014/main" id="{39F943B1-A8B6-4240-9B16-2EF652DE17AB}"/>
                </a:ext>
              </a:extLst>
            </p:cNvPr>
            <p:cNvSpPr/>
            <p:nvPr/>
          </p:nvSpPr>
          <p:spPr>
            <a:xfrm>
              <a:off x="8693775" y="3918704"/>
              <a:ext cx="2045888" cy="2466594"/>
            </a:xfrm>
            <a:prstGeom prst="rect">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51" name="矩形 50">
              <a:extLst>
                <a:ext uri="{FF2B5EF4-FFF2-40B4-BE49-F238E27FC236}">
                  <a16:creationId xmlns:a16="http://schemas.microsoft.com/office/drawing/2014/main" id="{E91D1F6E-10CC-4E03-BFA6-4753D7E645C6}"/>
                </a:ext>
              </a:extLst>
            </p:cNvPr>
            <p:cNvSpPr/>
            <p:nvPr/>
          </p:nvSpPr>
          <p:spPr>
            <a:xfrm>
              <a:off x="8693775" y="4233685"/>
              <a:ext cx="282873" cy="282873"/>
            </a:xfrm>
            <a:prstGeom prst="rect">
              <a:avLst/>
            </a:prstGeom>
            <a:solidFill>
              <a:schemeClr val="bg2">
                <a:lumMod val="90000"/>
              </a:schemeClr>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CN" sz="2000" b="1" dirty="0">
                  <a:solidFill>
                    <a:schemeClr val="tx1"/>
                  </a:solidFill>
                  <a:latin typeface="Arial Black" panose="020B0A04020102020204" pitchFamily="34" charset="0"/>
                </a:rPr>
                <a:t>1</a:t>
              </a:r>
              <a:endParaRPr lang="zh-CN" altLang="en-US" sz="2000" b="1" dirty="0">
                <a:solidFill>
                  <a:schemeClr val="tx1"/>
                </a:solidFill>
                <a:latin typeface="Arial Black" panose="020B0A04020102020204" pitchFamily="34" charset="0"/>
              </a:endParaRPr>
            </a:p>
          </p:txBody>
        </p:sp>
        <p:sp>
          <p:nvSpPr>
            <p:cNvPr id="58" name="矩形 57">
              <a:extLst>
                <a:ext uri="{FF2B5EF4-FFF2-40B4-BE49-F238E27FC236}">
                  <a16:creationId xmlns:a16="http://schemas.microsoft.com/office/drawing/2014/main" id="{8659FEA0-5940-431E-9AE4-6ED0A939036F}"/>
                </a:ext>
              </a:extLst>
            </p:cNvPr>
            <p:cNvSpPr/>
            <p:nvPr/>
          </p:nvSpPr>
          <p:spPr>
            <a:xfrm>
              <a:off x="8693775" y="5010565"/>
              <a:ext cx="282873" cy="282873"/>
            </a:xfrm>
            <a:prstGeom prst="rect">
              <a:avLst/>
            </a:prstGeom>
            <a:solidFill>
              <a:schemeClr val="bg2">
                <a:lumMod val="90000"/>
              </a:schemeClr>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CN" sz="2000" b="1" dirty="0">
                  <a:solidFill>
                    <a:schemeClr val="tx1"/>
                  </a:solidFill>
                  <a:latin typeface="Arial Black" panose="020B0A04020102020204" pitchFamily="34" charset="0"/>
                </a:rPr>
                <a:t>2</a:t>
              </a:r>
              <a:endParaRPr lang="zh-CN" altLang="en-US" sz="2000" b="1" dirty="0">
                <a:solidFill>
                  <a:schemeClr val="tx1"/>
                </a:solidFill>
                <a:latin typeface="Arial Black" panose="020B0A04020102020204" pitchFamily="34" charset="0"/>
              </a:endParaRPr>
            </a:p>
          </p:txBody>
        </p:sp>
        <p:sp>
          <p:nvSpPr>
            <p:cNvPr id="59" name="矩形 58">
              <a:extLst>
                <a:ext uri="{FF2B5EF4-FFF2-40B4-BE49-F238E27FC236}">
                  <a16:creationId xmlns:a16="http://schemas.microsoft.com/office/drawing/2014/main" id="{D2CE76F7-91C6-4E7C-812D-8745F2663158}"/>
                </a:ext>
              </a:extLst>
            </p:cNvPr>
            <p:cNvSpPr/>
            <p:nvPr/>
          </p:nvSpPr>
          <p:spPr>
            <a:xfrm>
              <a:off x="8693775" y="5787444"/>
              <a:ext cx="282873" cy="282873"/>
            </a:xfrm>
            <a:prstGeom prst="rect">
              <a:avLst/>
            </a:prstGeom>
            <a:solidFill>
              <a:schemeClr val="bg2">
                <a:lumMod val="90000"/>
              </a:schemeClr>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CN" sz="2000" b="1" dirty="0">
                  <a:solidFill>
                    <a:schemeClr val="tx1"/>
                  </a:solidFill>
                  <a:latin typeface="Arial Black" panose="020B0A04020102020204" pitchFamily="34" charset="0"/>
                </a:rPr>
                <a:t>3</a:t>
              </a:r>
              <a:endParaRPr lang="zh-CN" altLang="en-US" sz="2000" b="1" dirty="0">
                <a:solidFill>
                  <a:schemeClr val="tx1"/>
                </a:solidFill>
                <a:latin typeface="Arial Black" panose="020B0A04020102020204" pitchFamily="34" charset="0"/>
              </a:endParaRPr>
            </a:p>
          </p:txBody>
        </p:sp>
        <p:sp>
          <p:nvSpPr>
            <p:cNvPr id="65" name="矩形 64">
              <a:extLst>
                <a:ext uri="{FF2B5EF4-FFF2-40B4-BE49-F238E27FC236}">
                  <a16:creationId xmlns:a16="http://schemas.microsoft.com/office/drawing/2014/main" id="{D1FC2637-75B0-41BB-B3A7-B04146DC8E1E}"/>
                </a:ext>
              </a:extLst>
            </p:cNvPr>
            <p:cNvSpPr/>
            <p:nvPr/>
          </p:nvSpPr>
          <p:spPr>
            <a:xfrm>
              <a:off x="10456793" y="4233685"/>
              <a:ext cx="282873" cy="282873"/>
            </a:xfrm>
            <a:prstGeom prst="rect">
              <a:avLst/>
            </a:prstGeom>
            <a:solidFill>
              <a:schemeClr val="bg2">
                <a:lumMod val="90000"/>
              </a:schemeClr>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CN" sz="2000" b="1" dirty="0">
                  <a:solidFill>
                    <a:schemeClr val="tx1"/>
                  </a:solidFill>
                  <a:latin typeface="Arial Black" panose="020B0A04020102020204" pitchFamily="34" charset="0"/>
                </a:rPr>
                <a:t>4</a:t>
              </a:r>
              <a:endParaRPr lang="zh-CN" altLang="en-US" sz="2000" b="1" dirty="0">
                <a:solidFill>
                  <a:schemeClr val="tx1"/>
                </a:solidFill>
                <a:latin typeface="Arial Black" panose="020B0A04020102020204" pitchFamily="34" charset="0"/>
              </a:endParaRPr>
            </a:p>
          </p:txBody>
        </p:sp>
        <p:sp>
          <p:nvSpPr>
            <p:cNvPr id="66" name="矩形 65">
              <a:extLst>
                <a:ext uri="{FF2B5EF4-FFF2-40B4-BE49-F238E27FC236}">
                  <a16:creationId xmlns:a16="http://schemas.microsoft.com/office/drawing/2014/main" id="{A64F2398-89C2-45BA-A493-D3052E2C8BF2}"/>
                </a:ext>
              </a:extLst>
            </p:cNvPr>
            <p:cNvSpPr/>
            <p:nvPr/>
          </p:nvSpPr>
          <p:spPr>
            <a:xfrm>
              <a:off x="10456793" y="5010565"/>
              <a:ext cx="282873" cy="282873"/>
            </a:xfrm>
            <a:prstGeom prst="rect">
              <a:avLst/>
            </a:prstGeom>
            <a:solidFill>
              <a:schemeClr val="bg2">
                <a:lumMod val="90000"/>
              </a:schemeClr>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CN" sz="2000" b="1" dirty="0">
                  <a:solidFill>
                    <a:schemeClr val="tx1"/>
                  </a:solidFill>
                  <a:latin typeface="Arial Black" panose="020B0A04020102020204" pitchFamily="34" charset="0"/>
                </a:rPr>
                <a:t>5</a:t>
              </a:r>
              <a:endParaRPr lang="zh-CN" altLang="en-US" sz="2000" b="1" dirty="0">
                <a:solidFill>
                  <a:schemeClr val="tx1"/>
                </a:solidFill>
                <a:latin typeface="Arial Black" panose="020B0A04020102020204" pitchFamily="34" charset="0"/>
              </a:endParaRPr>
            </a:p>
          </p:txBody>
        </p:sp>
        <p:sp>
          <p:nvSpPr>
            <p:cNvPr id="68" name="矩形 67">
              <a:extLst>
                <a:ext uri="{FF2B5EF4-FFF2-40B4-BE49-F238E27FC236}">
                  <a16:creationId xmlns:a16="http://schemas.microsoft.com/office/drawing/2014/main" id="{01171603-B5D8-418F-8CA4-AC646CD1CBFF}"/>
                </a:ext>
              </a:extLst>
            </p:cNvPr>
            <p:cNvSpPr/>
            <p:nvPr/>
          </p:nvSpPr>
          <p:spPr>
            <a:xfrm>
              <a:off x="10456793" y="5787444"/>
              <a:ext cx="282873" cy="282873"/>
            </a:xfrm>
            <a:prstGeom prst="rect">
              <a:avLst/>
            </a:prstGeom>
            <a:solidFill>
              <a:schemeClr val="bg2">
                <a:lumMod val="90000"/>
              </a:schemeClr>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CN" sz="2000" b="1" dirty="0">
                  <a:solidFill>
                    <a:schemeClr val="tx1"/>
                  </a:solidFill>
                  <a:latin typeface="Arial Black" panose="020B0A04020102020204" pitchFamily="34" charset="0"/>
                </a:rPr>
                <a:t>6</a:t>
              </a:r>
              <a:endParaRPr lang="zh-CN" altLang="en-US" sz="2000" b="1" dirty="0">
                <a:solidFill>
                  <a:schemeClr val="tx1"/>
                </a:solidFill>
                <a:latin typeface="Arial Black" panose="020B0A04020102020204" pitchFamily="34" charset="0"/>
              </a:endParaRPr>
            </a:p>
          </p:txBody>
        </p:sp>
        <p:cxnSp>
          <p:nvCxnSpPr>
            <p:cNvPr id="69" name="直接连接符 68">
              <a:extLst>
                <a:ext uri="{FF2B5EF4-FFF2-40B4-BE49-F238E27FC236}">
                  <a16:creationId xmlns:a16="http://schemas.microsoft.com/office/drawing/2014/main" id="{09C61A9B-67B1-414B-8956-F5364361FE6D}"/>
                </a:ext>
              </a:extLst>
            </p:cNvPr>
            <p:cNvCxnSpPr>
              <a:cxnSpLocks/>
              <a:stCxn id="51" idx="1"/>
            </p:cNvCxnSpPr>
            <p:nvPr/>
          </p:nvCxnSpPr>
          <p:spPr>
            <a:xfrm flipH="1">
              <a:off x="8164953" y="4375122"/>
              <a:ext cx="528822" cy="0"/>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grpSp>
          <p:nvGrpSpPr>
            <p:cNvPr id="70" name="组合 69">
              <a:extLst>
                <a:ext uri="{FF2B5EF4-FFF2-40B4-BE49-F238E27FC236}">
                  <a16:creationId xmlns:a16="http://schemas.microsoft.com/office/drawing/2014/main" id="{149125E7-9CB8-4907-8446-D0623405D475}"/>
                </a:ext>
              </a:extLst>
            </p:cNvPr>
            <p:cNvGrpSpPr/>
            <p:nvPr/>
          </p:nvGrpSpPr>
          <p:grpSpPr>
            <a:xfrm>
              <a:off x="7704941" y="4001721"/>
              <a:ext cx="536483" cy="524300"/>
              <a:chOff x="1294129" y="3899771"/>
              <a:chExt cx="536483" cy="524300"/>
            </a:xfrm>
          </p:grpSpPr>
          <p:pic>
            <p:nvPicPr>
              <p:cNvPr id="71" name="图形 10">
                <a:extLst>
                  <a:ext uri="{FF2B5EF4-FFF2-40B4-BE49-F238E27FC236}">
                    <a16:creationId xmlns:a16="http://schemas.microsoft.com/office/drawing/2014/main" id="{6F9B41C5-B2BE-4DFE-B782-38D1C38CF96B}"/>
                  </a:ext>
                </a:extLst>
              </p:cNvPr>
              <p:cNvPicPr>
                <a:picLocks noChangeAspect="1"/>
              </p:cNvPicPr>
              <p:nvPr/>
            </p:nvPicPr>
            <p:blipFill>
              <a:blip r:embed="rId3">
                <a:extLst>
                  <a:ext uri="{28A0092B-C50C-407E-A947-70E740481C1C}">
                    <a14:useLocalDpi xmlns:a14="http://schemas.microsoft.com/office/drawing/2010/main" val="0"/>
                  </a:ext>
                  <a:ext uri="{96DAC541-7B7A-43D3-8B79-37D633B846F1}">
                    <asvg:svgBlip xmlns:asvg="http://schemas.microsoft.com/office/drawing/2016/SVG/main" r:embed="rId4"/>
                  </a:ext>
                </a:extLst>
              </a:blip>
              <a:stretch>
                <a:fillRect/>
              </a:stretch>
            </p:blipFill>
            <p:spPr>
              <a:xfrm>
                <a:off x="1294129" y="3905179"/>
                <a:ext cx="536483" cy="518892"/>
              </a:xfrm>
              <a:prstGeom prst="rect">
                <a:avLst/>
              </a:prstGeom>
            </p:spPr>
          </p:pic>
          <p:sp>
            <p:nvSpPr>
              <p:cNvPr id="72" name="文本框 71">
                <a:extLst>
                  <a:ext uri="{FF2B5EF4-FFF2-40B4-BE49-F238E27FC236}">
                    <a16:creationId xmlns:a16="http://schemas.microsoft.com/office/drawing/2014/main" id="{E174E632-514B-40EC-BBC6-74BA6422CCDC}"/>
                  </a:ext>
                </a:extLst>
              </p:cNvPr>
              <p:cNvSpPr txBox="1"/>
              <p:nvPr/>
            </p:nvSpPr>
            <p:spPr>
              <a:xfrm>
                <a:off x="1513103" y="3899771"/>
                <a:ext cx="282873" cy="369332"/>
              </a:xfrm>
              <a:prstGeom prst="rect">
                <a:avLst/>
              </a:prstGeom>
              <a:noFill/>
            </p:spPr>
            <p:txBody>
              <a:bodyPr wrap="square" rtlCol="0">
                <a:spAutoFit/>
              </a:bodyPr>
              <a:lstStyle/>
              <a:p>
                <a:pPr algn="ctr"/>
                <a:r>
                  <a:rPr lang="en-US" altLang="zh-CN" b="1" dirty="0">
                    <a:solidFill>
                      <a:schemeClr val="bg1"/>
                    </a:solidFill>
                  </a:rPr>
                  <a:t>F</a:t>
                </a:r>
                <a:endParaRPr lang="zh-CN" altLang="en-US" b="1" dirty="0">
                  <a:solidFill>
                    <a:schemeClr val="bg1"/>
                  </a:solidFill>
                </a:endParaRPr>
              </a:p>
            </p:txBody>
          </p:sp>
        </p:grpSp>
        <p:cxnSp>
          <p:nvCxnSpPr>
            <p:cNvPr id="87" name="直接连接符 86">
              <a:extLst>
                <a:ext uri="{FF2B5EF4-FFF2-40B4-BE49-F238E27FC236}">
                  <a16:creationId xmlns:a16="http://schemas.microsoft.com/office/drawing/2014/main" id="{5DD2A7E9-FB59-4AA8-9E81-D236C207148B}"/>
                </a:ext>
              </a:extLst>
            </p:cNvPr>
            <p:cNvCxnSpPr>
              <a:cxnSpLocks/>
            </p:cNvCxnSpPr>
            <p:nvPr/>
          </p:nvCxnSpPr>
          <p:spPr>
            <a:xfrm flipH="1">
              <a:off x="10739663" y="4356970"/>
              <a:ext cx="528822" cy="0"/>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grpSp>
          <p:nvGrpSpPr>
            <p:cNvPr id="89" name="组合 88">
              <a:extLst>
                <a:ext uri="{FF2B5EF4-FFF2-40B4-BE49-F238E27FC236}">
                  <a16:creationId xmlns:a16="http://schemas.microsoft.com/office/drawing/2014/main" id="{B97EF925-C4D4-4606-B9AB-7351355175BC}"/>
                </a:ext>
              </a:extLst>
            </p:cNvPr>
            <p:cNvGrpSpPr/>
            <p:nvPr/>
          </p:nvGrpSpPr>
          <p:grpSpPr>
            <a:xfrm>
              <a:off x="11246307" y="3995143"/>
              <a:ext cx="536483" cy="530878"/>
              <a:chOff x="1294129" y="3893193"/>
              <a:chExt cx="536483" cy="530878"/>
            </a:xfrm>
          </p:grpSpPr>
          <p:pic>
            <p:nvPicPr>
              <p:cNvPr id="91" name="图形 10">
                <a:extLst>
                  <a:ext uri="{FF2B5EF4-FFF2-40B4-BE49-F238E27FC236}">
                    <a16:creationId xmlns:a16="http://schemas.microsoft.com/office/drawing/2014/main" id="{94A93396-3D04-4F43-8F90-0A8B1D8D56F8}"/>
                  </a:ext>
                </a:extLst>
              </p:cNvPr>
              <p:cNvPicPr>
                <a:picLocks noChangeAspect="1"/>
              </p:cNvPicPr>
              <p:nvPr/>
            </p:nvPicPr>
            <p:blipFill>
              <a:blip r:embed="rId3">
                <a:extLst>
                  <a:ext uri="{28A0092B-C50C-407E-A947-70E740481C1C}">
                    <a14:useLocalDpi xmlns:a14="http://schemas.microsoft.com/office/drawing/2010/main" val="0"/>
                  </a:ext>
                  <a:ext uri="{96DAC541-7B7A-43D3-8B79-37D633B846F1}">
                    <asvg:svgBlip xmlns:asvg="http://schemas.microsoft.com/office/drawing/2016/SVG/main" r:embed="rId4"/>
                  </a:ext>
                </a:extLst>
              </a:blip>
              <a:stretch>
                <a:fillRect/>
              </a:stretch>
            </p:blipFill>
            <p:spPr>
              <a:xfrm>
                <a:off x="1294129" y="3905179"/>
                <a:ext cx="536483" cy="518892"/>
              </a:xfrm>
              <a:prstGeom prst="rect">
                <a:avLst/>
              </a:prstGeom>
            </p:spPr>
          </p:pic>
          <p:sp>
            <p:nvSpPr>
              <p:cNvPr id="92" name="文本框 91">
                <a:extLst>
                  <a:ext uri="{FF2B5EF4-FFF2-40B4-BE49-F238E27FC236}">
                    <a16:creationId xmlns:a16="http://schemas.microsoft.com/office/drawing/2014/main" id="{8844F2EE-F11D-4E1D-870F-D623613041CC}"/>
                  </a:ext>
                </a:extLst>
              </p:cNvPr>
              <p:cNvSpPr txBox="1"/>
              <p:nvPr/>
            </p:nvSpPr>
            <p:spPr>
              <a:xfrm>
                <a:off x="1513103" y="3893193"/>
                <a:ext cx="282873" cy="369332"/>
              </a:xfrm>
              <a:prstGeom prst="rect">
                <a:avLst/>
              </a:prstGeom>
              <a:noFill/>
            </p:spPr>
            <p:txBody>
              <a:bodyPr wrap="square" rtlCol="0">
                <a:spAutoFit/>
              </a:bodyPr>
              <a:lstStyle/>
              <a:p>
                <a:pPr algn="ctr"/>
                <a:r>
                  <a:rPr lang="en-US" altLang="zh-CN" b="1" dirty="0">
                    <a:solidFill>
                      <a:schemeClr val="bg1"/>
                    </a:solidFill>
                  </a:rPr>
                  <a:t>H</a:t>
                </a:r>
                <a:endParaRPr lang="zh-CN" altLang="en-US" b="1" dirty="0">
                  <a:solidFill>
                    <a:schemeClr val="bg1"/>
                  </a:solidFill>
                </a:endParaRPr>
              </a:p>
            </p:txBody>
          </p:sp>
        </p:grpSp>
        <p:cxnSp>
          <p:nvCxnSpPr>
            <p:cNvPr id="93" name="直接连接符 92">
              <a:extLst>
                <a:ext uri="{FF2B5EF4-FFF2-40B4-BE49-F238E27FC236}">
                  <a16:creationId xmlns:a16="http://schemas.microsoft.com/office/drawing/2014/main" id="{EE2C3CC0-EB90-4FB7-B696-463942A4E6E5}"/>
                </a:ext>
              </a:extLst>
            </p:cNvPr>
            <p:cNvCxnSpPr>
              <a:cxnSpLocks/>
            </p:cNvCxnSpPr>
            <p:nvPr/>
          </p:nvCxnSpPr>
          <p:spPr>
            <a:xfrm flipH="1">
              <a:off x="10732570" y="5163725"/>
              <a:ext cx="528822" cy="0"/>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grpSp>
          <p:nvGrpSpPr>
            <p:cNvPr id="94" name="组合 93">
              <a:extLst>
                <a:ext uri="{FF2B5EF4-FFF2-40B4-BE49-F238E27FC236}">
                  <a16:creationId xmlns:a16="http://schemas.microsoft.com/office/drawing/2014/main" id="{DD0FBA59-EF3A-40B9-9177-579D9605168D}"/>
                </a:ext>
              </a:extLst>
            </p:cNvPr>
            <p:cNvGrpSpPr/>
            <p:nvPr/>
          </p:nvGrpSpPr>
          <p:grpSpPr>
            <a:xfrm>
              <a:off x="11239214" y="4813884"/>
              <a:ext cx="536483" cy="518892"/>
              <a:chOff x="1294129" y="3905179"/>
              <a:chExt cx="536483" cy="518892"/>
            </a:xfrm>
          </p:grpSpPr>
          <p:pic>
            <p:nvPicPr>
              <p:cNvPr id="95" name="图形 10">
                <a:extLst>
                  <a:ext uri="{FF2B5EF4-FFF2-40B4-BE49-F238E27FC236}">
                    <a16:creationId xmlns:a16="http://schemas.microsoft.com/office/drawing/2014/main" id="{427E0358-C44B-4B22-83E2-9B24B668ED75}"/>
                  </a:ext>
                </a:extLst>
              </p:cNvPr>
              <p:cNvPicPr>
                <a:picLocks noChangeAspect="1"/>
              </p:cNvPicPr>
              <p:nvPr/>
            </p:nvPicPr>
            <p:blipFill>
              <a:blip r:embed="rId3">
                <a:extLst>
                  <a:ext uri="{28A0092B-C50C-407E-A947-70E740481C1C}">
                    <a14:useLocalDpi xmlns:a14="http://schemas.microsoft.com/office/drawing/2010/main" val="0"/>
                  </a:ext>
                  <a:ext uri="{96DAC541-7B7A-43D3-8B79-37D633B846F1}">
                    <asvg:svgBlip xmlns:asvg="http://schemas.microsoft.com/office/drawing/2016/SVG/main" r:embed="rId4"/>
                  </a:ext>
                </a:extLst>
              </a:blip>
              <a:stretch>
                <a:fillRect/>
              </a:stretch>
            </p:blipFill>
            <p:spPr>
              <a:xfrm>
                <a:off x="1294129" y="3905179"/>
                <a:ext cx="536483" cy="518892"/>
              </a:xfrm>
              <a:prstGeom prst="rect">
                <a:avLst/>
              </a:prstGeom>
            </p:spPr>
          </p:pic>
          <p:sp>
            <p:nvSpPr>
              <p:cNvPr id="96" name="文本框 95">
                <a:extLst>
                  <a:ext uri="{FF2B5EF4-FFF2-40B4-BE49-F238E27FC236}">
                    <a16:creationId xmlns:a16="http://schemas.microsoft.com/office/drawing/2014/main" id="{AA9F18FE-BB50-45F0-94CB-1AD9E6508A19}"/>
                  </a:ext>
                </a:extLst>
              </p:cNvPr>
              <p:cNvSpPr txBox="1"/>
              <p:nvPr/>
            </p:nvSpPr>
            <p:spPr>
              <a:xfrm>
                <a:off x="1513103" y="3906349"/>
                <a:ext cx="282873" cy="369332"/>
              </a:xfrm>
              <a:prstGeom prst="rect">
                <a:avLst/>
              </a:prstGeom>
              <a:noFill/>
            </p:spPr>
            <p:txBody>
              <a:bodyPr wrap="square" rtlCol="0">
                <a:spAutoFit/>
              </a:bodyPr>
              <a:lstStyle/>
              <a:p>
                <a:pPr algn="ctr"/>
                <a:r>
                  <a:rPr lang="en-US" altLang="zh-CN" b="1" dirty="0">
                    <a:solidFill>
                      <a:schemeClr val="bg1"/>
                    </a:solidFill>
                  </a:rPr>
                  <a:t>I</a:t>
                </a:r>
                <a:endParaRPr lang="zh-CN" altLang="en-US" b="1" dirty="0">
                  <a:solidFill>
                    <a:schemeClr val="bg1"/>
                  </a:solidFill>
                </a:endParaRPr>
              </a:p>
            </p:txBody>
          </p:sp>
        </p:grpSp>
        <p:cxnSp>
          <p:nvCxnSpPr>
            <p:cNvPr id="97" name="直接连接符 96">
              <a:extLst>
                <a:ext uri="{FF2B5EF4-FFF2-40B4-BE49-F238E27FC236}">
                  <a16:creationId xmlns:a16="http://schemas.microsoft.com/office/drawing/2014/main" id="{7C8153E2-CD24-4B3B-BDAA-AD8E8724FF23}"/>
                </a:ext>
              </a:extLst>
            </p:cNvPr>
            <p:cNvCxnSpPr>
              <a:cxnSpLocks/>
              <a:endCxn id="64" idx="3"/>
            </p:cNvCxnSpPr>
            <p:nvPr/>
          </p:nvCxnSpPr>
          <p:spPr>
            <a:xfrm flipH="1" flipV="1">
              <a:off x="4381224" y="5928881"/>
              <a:ext cx="4305714" cy="7070"/>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grpSp>
          <p:nvGrpSpPr>
            <p:cNvPr id="98" name="组合 97">
              <a:extLst>
                <a:ext uri="{FF2B5EF4-FFF2-40B4-BE49-F238E27FC236}">
                  <a16:creationId xmlns:a16="http://schemas.microsoft.com/office/drawing/2014/main" id="{76602AB4-CBF5-4AA7-AD9D-A03071D39F75}"/>
                </a:ext>
              </a:extLst>
            </p:cNvPr>
            <p:cNvGrpSpPr/>
            <p:nvPr/>
          </p:nvGrpSpPr>
          <p:grpSpPr>
            <a:xfrm>
              <a:off x="11243869" y="5582769"/>
              <a:ext cx="536483" cy="518892"/>
              <a:chOff x="1294129" y="3753877"/>
              <a:chExt cx="536483" cy="518892"/>
            </a:xfrm>
          </p:grpSpPr>
          <p:pic>
            <p:nvPicPr>
              <p:cNvPr id="99" name="图形 10">
                <a:extLst>
                  <a:ext uri="{FF2B5EF4-FFF2-40B4-BE49-F238E27FC236}">
                    <a16:creationId xmlns:a16="http://schemas.microsoft.com/office/drawing/2014/main" id="{F638B41B-567A-43CA-BFFC-9EF26752722E}"/>
                  </a:ext>
                </a:extLst>
              </p:cNvPr>
              <p:cNvPicPr>
                <a:picLocks noChangeAspect="1"/>
              </p:cNvPicPr>
              <p:nvPr/>
            </p:nvPicPr>
            <p:blipFill>
              <a:blip r:embed="rId3">
                <a:extLst>
                  <a:ext uri="{28A0092B-C50C-407E-A947-70E740481C1C}">
                    <a14:useLocalDpi xmlns:a14="http://schemas.microsoft.com/office/drawing/2010/main" val="0"/>
                  </a:ext>
                  <a:ext uri="{96DAC541-7B7A-43D3-8B79-37D633B846F1}">
                    <asvg:svgBlip xmlns:asvg="http://schemas.microsoft.com/office/drawing/2016/SVG/main" r:embed="rId4"/>
                  </a:ext>
                </a:extLst>
              </a:blip>
              <a:stretch>
                <a:fillRect/>
              </a:stretch>
            </p:blipFill>
            <p:spPr>
              <a:xfrm>
                <a:off x="1294129" y="3753877"/>
                <a:ext cx="536483" cy="518892"/>
              </a:xfrm>
              <a:prstGeom prst="rect">
                <a:avLst/>
              </a:prstGeom>
            </p:spPr>
          </p:pic>
          <p:sp>
            <p:nvSpPr>
              <p:cNvPr id="100" name="文本框 99">
                <a:extLst>
                  <a:ext uri="{FF2B5EF4-FFF2-40B4-BE49-F238E27FC236}">
                    <a16:creationId xmlns:a16="http://schemas.microsoft.com/office/drawing/2014/main" id="{22E0AD4B-E407-4164-9872-B82EB9CA9F1E}"/>
                  </a:ext>
                </a:extLst>
              </p:cNvPr>
              <p:cNvSpPr txBox="1"/>
              <p:nvPr/>
            </p:nvSpPr>
            <p:spPr>
              <a:xfrm>
                <a:off x="1513103" y="3755050"/>
                <a:ext cx="282873" cy="369332"/>
              </a:xfrm>
              <a:prstGeom prst="rect">
                <a:avLst/>
              </a:prstGeom>
              <a:noFill/>
            </p:spPr>
            <p:txBody>
              <a:bodyPr wrap="square" rtlCol="0">
                <a:spAutoFit/>
              </a:bodyPr>
              <a:lstStyle/>
              <a:p>
                <a:pPr algn="ctr"/>
                <a:r>
                  <a:rPr lang="en-US" altLang="zh-CN" b="1" dirty="0">
                    <a:solidFill>
                      <a:schemeClr val="bg1"/>
                    </a:solidFill>
                  </a:rPr>
                  <a:t>J</a:t>
                </a:r>
                <a:endParaRPr lang="zh-CN" altLang="en-US" b="1" dirty="0">
                  <a:solidFill>
                    <a:schemeClr val="bg1"/>
                  </a:solidFill>
                </a:endParaRPr>
              </a:p>
            </p:txBody>
          </p:sp>
        </p:grpSp>
        <p:cxnSp>
          <p:nvCxnSpPr>
            <p:cNvPr id="101" name="直接连接符 100">
              <a:extLst>
                <a:ext uri="{FF2B5EF4-FFF2-40B4-BE49-F238E27FC236}">
                  <a16:creationId xmlns:a16="http://schemas.microsoft.com/office/drawing/2014/main" id="{4DECAC7D-103F-42BD-AFE3-8DB32557DD6D}"/>
                </a:ext>
              </a:extLst>
            </p:cNvPr>
            <p:cNvCxnSpPr>
              <a:cxnSpLocks/>
            </p:cNvCxnSpPr>
            <p:nvPr/>
          </p:nvCxnSpPr>
          <p:spPr>
            <a:xfrm flipH="1">
              <a:off x="8158116" y="5150133"/>
              <a:ext cx="528822" cy="0"/>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grpSp>
          <p:nvGrpSpPr>
            <p:cNvPr id="107" name="组合 106">
              <a:extLst>
                <a:ext uri="{FF2B5EF4-FFF2-40B4-BE49-F238E27FC236}">
                  <a16:creationId xmlns:a16="http://schemas.microsoft.com/office/drawing/2014/main" id="{E6151C3C-E19A-4BA9-B3E0-CFCB7EF4E54E}"/>
                </a:ext>
              </a:extLst>
            </p:cNvPr>
            <p:cNvGrpSpPr/>
            <p:nvPr/>
          </p:nvGrpSpPr>
          <p:grpSpPr>
            <a:xfrm>
              <a:off x="7679434" y="4804668"/>
              <a:ext cx="536483" cy="518892"/>
              <a:chOff x="1294129" y="3905179"/>
              <a:chExt cx="536483" cy="518892"/>
            </a:xfrm>
          </p:grpSpPr>
          <p:pic>
            <p:nvPicPr>
              <p:cNvPr id="108" name="图形 10">
                <a:extLst>
                  <a:ext uri="{FF2B5EF4-FFF2-40B4-BE49-F238E27FC236}">
                    <a16:creationId xmlns:a16="http://schemas.microsoft.com/office/drawing/2014/main" id="{BF5E1129-8859-4B5E-8D37-AA8BCAA81C93}"/>
                  </a:ext>
                </a:extLst>
              </p:cNvPr>
              <p:cNvPicPr>
                <a:picLocks noChangeAspect="1"/>
              </p:cNvPicPr>
              <p:nvPr/>
            </p:nvPicPr>
            <p:blipFill>
              <a:blip r:embed="rId3">
                <a:extLst>
                  <a:ext uri="{28A0092B-C50C-407E-A947-70E740481C1C}">
                    <a14:useLocalDpi xmlns:a14="http://schemas.microsoft.com/office/drawing/2010/main" val="0"/>
                  </a:ext>
                  <a:ext uri="{96DAC541-7B7A-43D3-8B79-37D633B846F1}">
                    <asvg:svgBlip xmlns:asvg="http://schemas.microsoft.com/office/drawing/2016/SVG/main" r:embed="rId4"/>
                  </a:ext>
                </a:extLst>
              </a:blip>
              <a:stretch>
                <a:fillRect/>
              </a:stretch>
            </p:blipFill>
            <p:spPr>
              <a:xfrm>
                <a:off x="1294129" y="3905179"/>
                <a:ext cx="536483" cy="518892"/>
              </a:xfrm>
              <a:prstGeom prst="rect">
                <a:avLst/>
              </a:prstGeom>
            </p:spPr>
          </p:pic>
          <p:sp>
            <p:nvSpPr>
              <p:cNvPr id="109" name="文本框 108">
                <a:extLst>
                  <a:ext uri="{FF2B5EF4-FFF2-40B4-BE49-F238E27FC236}">
                    <a16:creationId xmlns:a16="http://schemas.microsoft.com/office/drawing/2014/main" id="{B36FCE05-728E-4875-BC7D-57FFCA8BCF99}"/>
                  </a:ext>
                </a:extLst>
              </p:cNvPr>
              <p:cNvSpPr txBox="1"/>
              <p:nvPr/>
            </p:nvSpPr>
            <p:spPr>
              <a:xfrm>
                <a:off x="1513103" y="3906349"/>
                <a:ext cx="282873" cy="369332"/>
              </a:xfrm>
              <a:prstGeom prst="rect">
                <a:avLst/>
              </a:prstGeom>
              <a:noFill/>
            </p:spPr>
            <p:txBody>
              <a:bodyPr wrap="square" rtlCol="0">
                <a:spAutoFit/>
              </a:bodyPr>
              <a:lstStyle/>
              <a:p>
                <a:pPr algn="ctr"/>
                <a:r>
                  <a:rPr lang="en-US" altLang="zh-CN" b="1" dirty="0">
                    <a:solidFill>
                      <a:schemeClr val="bg1"/>
                    </a:solidFill>
                  </a:rPr>
                  <a:t>G</a:t>
                </a:r>
                <a:endParaRPr lang="zh-CN" altLang="en-US" b="1" dirty="0">
                  <a:solidFill>
                    <a:schemeClr val="bg1"/>
                  </a:solidFill>
                </a:endParaRPr>
              </a:p>
            </p:txBody>
          </p:sp>
        </p:grpSp>
        <p:sp>
          <p:nvSpPr>
            <p:cNvPr id="110" name="íşlïḍè">
              <a:extLst>
                <a:ext uri="{FF2B5EF4-FFF2-40B4-BE49-F238E27FC236}">
                  <a16:creationId xmlns:a16="http://schemas.microsoft.com/office/drawing/2014/main" id="{776D7753-B3AD-4128-8E65-2F49A5E716E2}"/>
                </a:ext>
              </a:extLst>
            </p:cNvPr>
            <p:cNvSpPr txBox="1"/>
            <p:nvPr/>
          </p:nvSpPr>
          <p:spPr>
            <a:xfrm>
              <a:off x="8686938" y="3592794"/>
              <a:ext cx="2052725" cy="319332"/>
            </a:xfrm>
            <a:prstGeom prst="rect">
              <a:avLst/>
            </a:prstGeom>
            <a:noFill/>
          </p:spPr>
          <p:txBody>
            <a:bodyPr wrap="square" lIns="91440" tIns="45720" rIns="91440" bIns="45720" anchor="ctr">
              <a:noAutofit/>
            </a:bodyPr>
            <a:lstStyle/>
            <a:p>
              <a:pPr algn="ctr"/>
              <a:r>
                <a:rPr lang="zh-CN" altLang="en-US" b="1" dirty="0">
                  <a:latin typeface="Arial Narrow" panose="020B0606020202030204" pitchFamily="34" charset="0"/>
                </a:rPr>
                <a:t>交换机</a:t>
              </a:r>
              <a:r>
                <a:rPr lang="en-US" altLang="zh-CN" b="1" dirty="0">
                  <a:latin typeface="Arial Narrow" panose="020B0606020202030204" pitchFamily="34" charset="0"/>
                </a:rPr>
                <a:t>2</a:t>
              </a:r>
              <a:endParaRPr lang="zh-CN" altLang="en-US" b="1" dirty="0">
                <a:latin typeface="Arial Narrow" panose="020B0606020202030204" pitchFamily="34" charset="0"/>
              </a:endParaRPr>
            </a:p>
          </p:txBody>
        </p:sp>
        <p:grpSp>
          <p:nvGrpSpPr>
            <p:cNvPr id="7" name="组合 6">
              <a:extLst>
                <a:ext uri="{FF2B5EF4-FFF2-40B4-BE49-F238E27FC236}">
                  <a16:creationId xmlns:a16="http://schemas.microsoft.com/office/drawing/2014/main" id="{A9098891-D819-44DC-8956-4F745A32313A}"/>
                </a:ext>
              </a:extLst>
            </p:cNvPr>
            <p:cNvGrpSpPr/>
            <p:nvPr/>
          </p:nvGrpSpPr>
          <p:grpSpPr>
            <a:xfrm>
              <a:off x="425451" y="4491673"/>
              <a:ext cx="1680269" cy="1317167"/>
              <a:chOff x="425451" y="4281177"/>
              <a:chExt cx="1680269" cy="1317167"/>
            </a:xfrm>
          </p:grpSpPr>
          <p:cxnSp>
            <p:nvCxnSpPr>
              <p:cNvPr id="44" name="直接连接符 43">
                <a:extLst>
                  <a:ext uri="{FF2B5EF4-FFF2-40B4-BE49-F238E27FC236}">
                    <a16:creationId xmlns:a16="http://schemas.microsoft.com/office/drawing/2014/main" id="{5BD0293B-B0ED-4825-A00E-57DEC98FE623}"/>
                  </a:ext>
                </a:extLst>
              </p:cNvPr>
              <p:cNvCxnSpPr>
                <a:cxnSpLocks/>
                <a:endCxn id="40" idx="3"/>
              </p:cNvCxnSpPr>
              <p:nvPr/>
            </p:nvCxnSpPr>
            <p:spPr>
              <a:xfrm flipH="1">
                <a:off x="904857" y="4893722"/>
                <a:ext cx="711951" cy="395007"/>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cxnSp>
            <p:nvCxnSpPr>
              <p:cNvPr id="41" name="直接连接符 40">
                <a:extLst>
                  <a:ext uri="{FF2B5EF4-FFF2-40B4-BE49-F238E27FC236}">
                    <a16:creationId xmlns:a16="http://schemas.microsoft.com/office/drawing/2014/main" id="{530B2CAB-273D-4868-B56C-45C84BF6A5B1}"/>
                  </a:ext>
                </a:extLst>
              </p:cNvPr>
              <p:cNvCxnSpPr>
                <a:cxnSpLocks/>
                <a:endCxn id="40" idx="1"/>
              </p:cNvCxnSpPr>
              <p:nvPr/>
            </p:nvCxnSpPr>
            <p:spPr>
              <a:xfrm flipH="1" flipV="1">
                <a:off x="904857" y="4617730"/>
                <a:ext cx="709883" cy="245104"/>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pic>
            <p:nvPicPr>
              <p:cNvPr id="85" name="图片 84" descr="文本&#10;&#10;描述已自动生成">
                <a:extLst>
                  <a:ext uri="{FF2B5EF4-FFF2-40B4-BE49-F238E27FC236}">
                    <a16:creationId xmlns:a16="http://schemas.microsoft.com/office/drawing/2014/main" id="{70E70716-9E8A-43F0-943D-21B08245D05A}"/>
                  </a:ext>
                </a:extLst>
              </p:cNvPr>
              <p:cNvPicPr>
                <a:picLocks noChangeAspect="1"/>
              </p:cNvPicPr>
              <p:nvPr/>
            </p:nvPicPr>
            <p:blipFill>
              <a:blip r:embed="rId5">
                <a:extLst>
                  <a:ext uri="{28A0092B-C50C-407E-A947-70E740481C1C}">
                    <a14:useLocalDpi xmlns:a14="http://schemas.microsoft.com/office/drawing/2010/main" val="0"/>
                  </a:ext>
                </a:extLst>
              </a:blip>
              <a:stretch>
                <a:fillRect/>
              </a:stretch>
            </p:blipFill>
            <p:spPr>
              <a:xfrm>
                <a:off x="1369325" y="4709561"/>
                <a:ext cx="490830" cy="460153"/>
              </a:xfrm>
              <a:prstGeom prst="rect">
                <a:avLst/>
              </a:prstGeom>
            </p:spPr>
          </p:pic>
          <p:pic>
            <p:nvPicPr>
              <p:cNvPr id="88" name="图形 10">
                <a:extLst>
                  <a:ext uri="{FF2B5EF4-FFF2-40B4-BE49-F238E27FC236}">
                    <a16:creationId xmlns:a16="http://schemas.microsoft.com/office/drawing/2014/main" id="{9A735D0C-D582-4648-9C59-3465ACE371CC}"/>
                  </a:ext>
                </a:extLst>
              </p:cNvPr>
              <p:cNvPicPr>
                <a:picLocks noChangeAspect="1"/>
              </p:cNvPicPr>
              <p:nvPr/>
            </p:nvPicPr>
            <p:blipFill>
              <a:blip r:embed="rId3">
                <a:extLst>
                  <a:ext uri="{28A0092B-C50C-407E-A947-70E740481C1C}">
                    <a14:useLocalDpi xmlns:a14="http://schemas.microsoft.com/office/drawing/2010/main" val="0"/>
                  </a:ext>
                  <a:ext uri="{96DAC541-7B7A-43D3-8B79-37D633B846F1}">
                    <asvg:svgBlip xmlns:asvg="http://schemas.microsoft.com/office/drawing/2016/SVG/main" r:embed="rId4"/>
                  </a:ext>
                </a:extLst>
              </a:blip>
              <a:stretch>
                <a:fillRect/>
              </a:stretch>
            </p:blipFill>
            <p:spPr>
              <a:xfrm>
                <a:off x="474990" y="4281177"/>
                <a:ext cx="536483" cy="518892"/>
              </a:xfrm>
              <a:prstGeom prst="rect">
                <a:avLst/>
              </a:prstGeom>
            </p:spPr>
          </p:pic>
          <p:sp>
            <p:nvSpPr>
              <p:cNvPr id="40" name="文本框 39">
                <a:extLst>
                  <a:ext uri="{FF2B5EF4-FFF2-40B4-BE49-F238E27FC236}">
                    <a16:creationId xmlns:a16="http://schemas.microsoft.com/office/drawing/2014/main" id="{5BE75A74-4982-4F68-BD03-7BBCFFABCFF4}"/>
                  </a:ext>
                </a:extLst>
              </p:cNvPr>
              <p:cNvSpPr txBox="1"/>
              <p:nvPr/>
            </p:nvSpPr>
            <p:spPr>
              <a:xfrm rot="5400000">
                <a:off x="569357" y="4768563"/>
                <a:ext cx="670999" cy="369332"/>
              </a:xfrm>
              <a:prstGeom prst="rect">
                <a:avLst/>
              </a:prstGeom>
              <a:noFill/>
            </p:spPr>
            <p:txBody>
              <a:bodyPr wrap="square" rtlCol="0">
                <a:spAutoFit/>
              </a:bodyPr>
              <a:lstStyle/>
              <a:p>
                <a:pPr algn="ctr"/>
                <a:r>
                  <a:rPr lang="en-US" altLang="zh-CN" b="1" dirty="0">
                    <a:latin typeface="+mn-ea"/>
                  </a:rPr>
                  <a:t>…</a:t>
                </a:r>
                <a:endParaRPr lang="zh-CN" altLang="en-US" b="1" dirty="0">
                  <a:latin typeface="+mn-ea"/>
                </a:endParaRPr>
              </a:p>
            </p:txBody>
          </p:sp>
          <p:sp>
            <p:nvSpPr>
              <p:cNvPr id="106" name="íşlïḍè">
                <a:extLst>
                  <a:ext uri="{FF2B5EF4-FFF2-40B4-BE49-F238E27FC236}">
                    <a16:creationId xmlns:a16="http://schemas.microsoft.com/office/drawing/2014/main" id="{680DB2F0-D92A-473C-A9A3-CF976EDDCCC4}"/>
                  </a:ext>
                </a:extLst>
              </p:cNvPr>
              <p:cNvSpPr txBox="1"/>
              <p:nvPr/>
            </p:nvSpPr>
            <p:spPr>
              <a:xfrm>
                <a:off x="1109485" y="4405559"/>
                <a:ext cx="996235" cy="319332"/>
              </a:xfrm>
              <a:prstGeom prst="rect">
                <a:avLst/>
              </a:prstGeom>
              <a:noFill/>
            </p:spPr>
            <p:txBody>
              <a:bodyPr wrap="square" lIns="91440" tIns="45720" rIns="91440" bIns="45720" anchor="ctr">
                <a:noAutofit/>
              </a:bodyPr>
              <a:lstStyle/>
              <a:p>
                <a:pPr algn="ctr"/>
                <a:r>
                  <a:rPr lang="zh-CN" altLang="en-US" b="1" dirty="0">
                    <a:latin typeface="Arial Narrow" panose="020B0606020202030204" pitchFamily="34" charset="0"/>
                  </a:rPr>
                  <a:t>集线器</a:t>
                </a:r>
              </a:p>
            </p:txBody>
          </p:sp>
          <p:grpSp>
            <p:nvGrpSpPr>
              <p:cNvPr id="16" name="组合 15">
                <a:extLst>
                  <a:ext uri="{FF2B5EF4-FFF2-40B4-BE49-F238E27FC236}">
                    <a16:creationId xmlns:a16="http://schemas.microsoft.com/office/drawing/2014/main" id="{A24B23C3-6C91-43C0-B6B6-BD690C4000CB}"/>
                  </a:ext>
                </a:extLst>
              </p:cNvPr>
              <p:cNvGrpSpPr/>
              <p:nvPr/>
            </p:nvGrpSpPr>
            <p:grpSpPr>
              <a:xfrm>
                <a:off x="425451" y="5068427"/>
                <a:ext cx="536483" cy="529917"/>
                <a:chOff x="392561" y="5068427"/>
                <a:chExt cx="536483" cy="529917"/>
              </a:xfrm>
            </p:grpSpPr>
            <p:pic>
              <p:nvPicPr>
                <p:cNvPr id="90" name="图形 10">
                  <a:extLst>
                    <a:ext uri="{FF2B5EF4-FFF2-40B4-BE49-F238E27FC236}">
                      <a16:creationId xmlns:a16="http://schemas.microsoft.com/office/drawing/2014/main" id="{3DC93E46-6D3E-4D27-B799-D4F11E0E5CCD}"/>
                    </a:ext>
                  </a:extLst>
                </p:cNvPr>
                <p:cNvPicPr>
                  <a:picLocks noChangeAspect="1"/>
                </p:cNvPicPr>
                <p:nvPr/>
              </p:nvPicPr>
              <p:blipFill>
                <a:blip r:embed="rId3">
                  <a:extLst>
                    <a:ext uri="{28A0092B-C50C-407E-A947-70E740481C1C}">
                      <a14:useLocalDpi xmlns:a14="http://schemas.microsoft.com/office/drawing/2010/main" val="0"/>
                    </a:ext>
                    <a:ext uri="{96DAC541-7B7A-43D3-8B79-37D633B846F1}">
                      <asvg:svgBlip xmlns:asvg="http://schemas.microsoft.com/office/drawing/2016/SVG/main" r:embed="rId4"/>
                    </a:ext>
                  </a:extLst>
                </a:blip>
                <a:stretch>
                  <a:fillRect/>
                </a:stretch>
              </p:blipFill>
              <p:spPr>
                <a:xfrm>
                  <a:off x="392561" y="5079452"/>
                  <a:ext cx="536483" cy="518892"/>
                </a:xfrm>
                <a:prstGeom prst="rect">
                  <a:avLst/>
                </a:prstGeom>
              </p:spPr>
            </p:pic>
            <p:sp>
              <p:nvSpPr>
                <p:cNvPr id="111" name="文本框 110">
                  <a:extLst>
                    <a:ext uri="{FF2B5EF4-FFF2-40B4-BE49-F238E27FC236}">
                      <a16:creationId xmlns:a16="http://schemas.microsoft.com/office/drawing/2014/main" id="{FEB65124-7631-4500-999C-F767E2F7254C}"/>
                    </a:ext>
                  </a:extLst>
                </p:cNvPr>
                <p:cNvSpPr txBox="1"/>
                <p:nvPr/>
              </p:nvSpPr>
              <p:spPr>
                <a:xfrm>
                  <a:off x="613775" y="5068427"/>
                  <a:ext cx="282873" cy="369332"/>
                </a:xfrm>
                <a:prstGeom prst="rect">
                  <a:avLst/>
                </a:prstGeom>
                <a:noFill/>
              </p:spPr>
              <p:txBody>
                <a:bodyPr wrap="square" rtlCol="0">
                  <a:spAutoFit/>
                </a:bodyPr>
                <a:lstStyle/>
                <a:p>
                  <a:pPr algn="ctr"/>
                  <a:r>
                    <a:rPr lang="en-US" altLang="zh-CN" b="1" dirty="0">
                      <a:solidFill>
                        <a:schemeClr val="bg1"/>
                      </a:solidFill>
                    </a:rPr>
                    <a:t>E</a:t>
                  </a:r>
                  <a:endParaRPr lang="zh-CN" altLang="en-US" b="1" dirty="0">
                    <a:solidFill>
                      <a:schemeClr val="bg1"/>
                    </a:solidFill>
                  </a:endParaRPr>
                </a:p>
              </p:txBody>
            </p:sp>
          </p:grpSp>
        </p:grpSp>
        <p:cxnSp>
          <p:nvCxnSpPr>
            <p:cNvPr id="122" name="直接连接符 121">
              <a:extLst>
                <a:ext uri="{FF2B5EF4-FFF2-40B4-BE49-F238E27FC236}">
                  <a16:creationId xmlns:a16="http://schemas.microsoft.com/office/drawing/2014/main" id="{EEB06C55-C4A9-4727-B5A9-21DC9B56B665}"/>
                </a:ext>
              </a:extLst>
            </p:cNvPr>
            <p:cNvCxnSpPr>
              <a:cxnSpLocks/>
            </p:cNvCxnSpPr>
            <p:nvPr/>
          </p:nvCxnSpPr>
          <p:spPr>
            <a:xfrm flipH="1">
              <a:off x="10739663" y="5928881"/>
              <a:ext cx="528822" cy="0"/>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grpSp>
      <p:sp>
        <p:nvSpPr>
          <p:cNvPr id="102" name="íşlïḍè">
            <a:extLst>
              <a:ext uri="{FF2B5EF4-FFF2-40B4-BE49-F238E27FC236}">
                <a16:creationId xmlns:a16="http://schemas.microsoft.com/office/drawing/2014/main" id="{0D95E7E5-F506-4649-9080-9456A3744336}"/>
              </a:ext>
            </a:extLst>
          </p:cNvPr>
          <p:cNvSpPr txBox="1"/>
          <p:nvPr/>
        </p:nvSpPr>
        <p:spPr>
          <a:xfrm>
            <a:off x="788101" y="1250252"/>
            <a:ext cx="7898837" cy="319332"/>
          </a:xfrm>
          <a:prstGeom prst="rect">
            <a:avLst/>
          </a:prstGeom>
          <a:noFill/>
        </p:spPr>
        <p:txBody>
          <a:bodyPr wrap="square" lIns="91440" tIns="45720" rIns="91440" bIns="45720" anchor="ctr">
            <a:noAutofit/>
          </a:bodyPr>
          <a:lstStyle/>
          <a:p>
            <a:r>
              <a:rPr lang="en-US" altLang="zh-CN" b="1" dirty="0">
                <a:latin typeface="Arial Narrow" panose="020B0606020202030204" pitchFamily="34" charset="0"/>
              </a:rPr>
              <a:t>【</a:t>
            </a:r>
            <a:r>
              <a:rPr lang="zh-CN" altLang="en-US" b="1" dirty="0">
                <a:latin typeface="Arial Narrow" panose="020B0606020202030204" pitchFamily="34" charset="0"/>
              </a:rPr>
              <a:t>练习题</a:t>
            </a:r>
            <a:r>
              <a:rPr lang="en-US" altLang="zh-CN" b="1" dirty="0">
                <a:latin typeface="Arial Narrow" panose="020B0606020202030204" pitchFamily="34" charset="0"/>
              </a:rPr>
              <a:t>】</a:t>
            </a:r>
            <a:r>
              <a:rPr lang="zh-CN" altLang="en-US" b="1" dirty="0">
                <a:latin typeface="Arial Narrow" panose="020B0606020202030204" pitchFamily="34" charset="0"/>
              </a:rPr>
              <a:t>交换机自学习和转发帧的流程（参考网桥自学习和转发帧的流程）</a:t>
            </a:r>
          </a:p>
        </p:txBody>
      </p:sp>
      <p:sp>
        <p:nvSpPr>
          <p:cNvPr id="103" name="文本框 102">
            <a:extLst>
              <a:ext uri="{FF2B5EF4-FFF2-40B4-BE49-F238E27FC236}">
                <a16:creationId xmlns:a16="http://schemas.microsoft.com/office/drawing/2014/main" id="{0BA019EA-536F-4D66-8E8D-DBA4FFD14B49}"/>
              </a:ext>
            </a:extLst>
          </p:cNvPr>
          <p:cNvSpPr txBox="1"/>
          <p:nvPr/>
        </p:nvSpPr>
        <p:spPr>
          <a:xfrm>
            <a:off x="683743" y="2588397"/>
            <a:ext cx="282873" cy="369332"/>
          </a:xfrm>
          <a:prstGeom prst="rect">
            <a:avLst/>
          </a:prstGeom>
          <a:noFill/>
        </p:spPr>
        <p:txBody>
          <a:bodyPr wrap="square" rtlCol="0">
            <a:spAutoFit/>
          </a:bodyPr>
          <a:lstStyle/>
          <a:p>
            <a:pPr algn="ctr"/>
            <a:r>
              <a:rPr lang="en-US" altLang="zh-CN" b="1" dirty="0">
                <a:solidFill>
                  <a:schemeClr val="bg1"/>
                </a:solidFill>
              </a:rPr>
              <a:t>X</a:t>
            </a:r>
            <a:endParaRPr lang="zh-CN" altLang="en-US" b="1" dirty="0">
              <a:solidFill>
                <a:schemeClr val="bg1"/>
              </a:solidFill>
            </a:endParaRPr>
          </a:p>
        </p:txBody>
      </p:sp>
      <p:graphicFrame>
        <p:nvGraphicFramePr>
          <p:cNvPr id="11" name="表格 12">
            <a:extLst>
              <a:ext uri="{FF2B5EF4-FFF2-40B4-BE49-F238E27FC236}">
                <a16:creationId xmlns:a16="http://schemas.microsoft.com/office/drawing/2014/main" id="{7D3315CD-FED6-4AE5-A23A-A4749AC40FAC}"/>
              </a:ext>
            </a:extLst>
          </p:cNvPr>
          <p:cNvGraphicFramePr>
            <a:graphicFrameLocks noGrp="1"/>
          </p:cNvGraphicFramePr>
          <p:nvPr/>
        </p:nvGraphicFramePr>
        <p:xfrm>
          <a:off x="2671900" y="2091771"/>
          <a:ext cx="1372416" cy="2326640"/>
        </p:xfrm>
        <a:graphic>
          <a:graphicData uri="http://schemas.openxmlformats.org/drawingml/2006/table">
            <a:tbl>
              <a:tblPr firstRow="1" bandRow="1">
                <a:tableStyleId>{5C22544A-7EE6-4342-B048-85BDC9FD1C3A}</a:tableStyleId>
              </a:tblPr>
              <a:tblGrid>
                <a:gridCol w="686208">
                  <a:extLst>
                    <a:ext uri="{9D8B030D-6E8A-4147-A177-3AD203B41FA5}">
                      <a16:colId xmlns:a16="http://schemas.microsoft.com/office/drawing/2014/main" val="3018206009"/>
                    </a:ext>
                  </a:extLst>
                </a:gridCol>
                <a:gridCol w="686208">
                  <a:extLst>
                    <a:ext uri="{9D8B030D-6E8A-4147-A177-3AD203B41FA5}">
                      <a16:colId xmlns:a16="http://schemas.microsoft.com/office/drawing/2014/main" val="1127511435"/>
                    </a:ext>
                  </a:extLst>
                </a:gridCol>
              </a:tblGrid>
              <a:tr h="370840">
                <a:tc gridSpan="2">
                  <a:txBody>
                    <a:bodyPr/>
                    <a:lstStyle/>
                    <a:p>
                      <a:pPr algn="ctr"/>
                      <a:r>
                        <a:rPr lang="zh-CN" altLang="en-US" b="1" dirty="0">
                          <a:solidFill>
                            <a:schemeClr val="tx1"/>
                          </a:solidFill>
                        </a:rPr>
                        <a:t>转发表</a:t>
                      </a: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hMerge="1">
                  <a:txBody>
                    <a:bodyPr/>
                    <a:lstStyle/>
                    <a:p>
                      <a:endParaRPr lang="zh-CN" altLang="en-US" dirty="0"/>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extLst>
                  <a:ext uri="{0D108BD9-81ED-4DB2-BD59-A6C34878D82A}">
                    <a16:rowId xmlns:a16="http://schemas.microsoft.com/office/drawing/2014/main" val="534278226"/>
                  </a:ext>
                </a:extLst>
              </a:tr>
              <a:tr h="370840">
                <a:tc>
                  <a:txBody>
                    <a:bodyPr/>
                    <a:lstStyle/>
                    <a:p>
                      <a:pPr algn="ctr"/>
                      <a:r>
                        <a:rPr lang="zh-CN" altLang="en-US" b="1" dirty="0"/>
                        <a:t>地址</a:t>
                      </a: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algn="ctr"/>
                      <a:r>
                        <a:rPr lang="zh-CN" altLang="en-US" b="1" dirty="0"/>
                        <a:t>接口</a:t>
                      </a: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extLst>
                  <a:ext uri="{0D108BD9-81ED-4DB2-BD59-A6C34878D82A}">
                    <a16:rowId xmlns:a16="http://schemas.microsoft.com/office/drawing/2014/main" val="3491117171"/>
                  </a:ext>
                </a:extLst>
              </a:tr>
              <a:tr h="370840">
                <a:tc>
                  <a:txBody>
                    <a:bodyPr/>
                    <a:lstStyle/>
                    <a:p>
                      <a:pPr algn="ctr"/>
                      <a:endParaRPr lang="zh-CN" altLang="en-US" sz="2000" b="1" dirty="0">
                        <a:latin typeface="Arial Black" panose="020B0A04020102020204" pitchFamily="34"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algn="ctr"/>
                      <a:endParaRPr lang="zh-CN" altLang="en-US" sz="2000" b="1" dirty="0">
                        <a:latin typeface="Arial Black" panose="020B0A04020102020204" pitchFamily="34"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extLst>
                  <a:ext uri="{0D108BD9-81ED-4DB2-BD59-A6C34878D82A}">
                    <a16:rowId xmlns:a16="http://schemas.microsoft.com/office/drawing/2014/main" val="2116314688"/>
                  </a:ext>
                </a:extLst>
              </a:tr>
              <a:tr h="370840">
                <a:tc>
                  <a:txBody>
                    <a:bodyPr/>
                    <a:lstStyle/>
                    <a:p>
                      <a:pPr algn="ctr"/>
                      <a:endParaRPr lang="zh-CN" altLang="en-US" sz="2000" b="1">
                        <a:latin typeface="Arial Black" panose="020B0A04020102020204" pitchFamily="34"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algn="ctr"/>
                      <a:endParaRPr lang="zh-CN" altLang="en-US" sz="2000" b="1" dirty="0">
                        <a:latin typeface="Arial Black" panose="020B0A04020102020204" pitchFamily="34"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extLst>
                  <a:ext uri="{0D108BD9-81ED-4DB2-BD59-A6C34878D82A}">
                    <a16:rowId xmlns:a16="http://schemas.microsoft.com/office/drawing/2014/main" val="3632466454"/>
                  </a:ext>
                </a:extLst>
              </a:tr>
              <a:tr h="370840">
                <a:tc>
                  <a:txBody>
                    <a:bodyPr/>
                    <a:lstStyle/>
                    <a:p>
                      <a:pPr algn="ctr"/>
                      <a:endParaRPr lang="zh-CN" altLang="en-US" sz="2000" b="1">
                        <a:latin typeface="Arial Black" panose="020B0A04020102020204" pitchFamily="34"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algn="ctr"/>
                      <a:endParaRPr lang="zh-CN" altLang="en-US" sz="2000" b="1" dirty="0">
                        <a:latin typeface="Arial Black" panose="020B0A04020102020204" pitchFamily="34"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extLst>
                  <a:ext uri="{0D108BD9-81ED-4DB2-BD59-A6C34878D82A}">
                    <a16:rowId xmlns:a16="http://schemas.microsoft.com/office/drawing/2014/main" val="3012207346"/>
                  </a:ext>
                </a:extLst>
              </a:tr>
              <a:tr h="370840">
                <a:tc>
                  <a:txBody>
                    <a:bodyPr/>
                    <a:lstStyle/>
                    <a:p>
                      <a:pPr algn="ctr"/>
                      <a:endParaRPr lang="zh-CN" altLang="en-US" sz="2000" b="1">
                        <a:latin typeface="Arial Black" panose="020B0A04020102020204" pitchFamily="34"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algn="ctr"/>
                      <a:endParaRPr lang="zh-CN" altLang="en-US" sz="2000" b="1" dirty="0">
                        <a:latin typeface="Arial Black" panose="020B0A04020102020204" pitchFamily="34"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extLst>
                  <a:ext uri="{0D108BD9-81ED-4DB2-BD59-A6C34878D82A}">
                    <a16:rowId xmlns:a16="http://schemas.microsoft.com/office/drawing/2014/main" val="626507044"/>
                  </a:ext>
                </a:extLst>
              </a:tr>
            </a:tbl>
          </a:graphicData>
        </a:graphic>
      </p:graphicFrame>
      <p:graphicFrame>
        <p:nvGraphicFramePr>
          <p:cNvPr id="114" name="表格 12">
            <a:extLst>
              <a:ext uri="{FF2B5EF4-FFF2-40B4-BE49-F238E27FC236}">
                <a16:creationId xmlns:a16="http://schemas.microsoft.com/office/drawing/2014/main" id="{B126F1A6-8563-45C9-BAD1-A14FF3984C1D}"/>
              </a:ext>
            </a:extLst>
          </p:cNvPr>
          <p:cNvGraphicFramePr>
            <a:graphicFrameLocks noGrp="1"/>
          </p:cNvGraphicFramePr>
          <p:nvPr/>
        </p:nvGraphicFramePr>
        <p:xfrm>
          <a:off x="9050691" y="2091771"/>
          <a:ext cx="1372416" cy="2326640"/>
        </p:xfrm>
        <a:graphic>
          <a:graphicData uri="http://schemas.openxmlformats.org/drawingml/2006/table">
            <a:tbl>
              <a:tblPr firstRow="1" bandRow="1">
                <a:tableStyleId>{5C22544A-7EE6-4342-B048-85BDC9FD1C3A}</a:tableStyleId>
              </a:tblPr>
              <a:tblGrid>
                <a:gridCol w="686208">
                  <a:extLst>
                    <a:ext uri="{9D8B030D-6E8A-4147-A177-3AD203B41FA5}">
                      <a16:colId xmlns:a16="http://schemas.microsoft.com/office/drawing/2014/main" val="3018206009"/>
                    </a:ext>
                  </a:extLst>
                </a:gridCol>
                <a:gridCol w="686208">
                  <a:extLst>
                    <a:ext uri="{9D8B030D-6E8A-4147-A177-3AD203B41FA5}">
                      <a16:colId xmlns:a16="http://schemas.microsoft.com/office/drawing/2014/main" val="1127511435"/>
                    </a:ext>
                  </a:extLst>
                </a:gridCol>
              </a:tblGrid>
              <a:tr h="370840">
                <a:tc gridSpan="2">
                  <a:txBody>
                    <a:bodyPr/>
                    <a:lstStyle/>
                    <a:p>
                      <a:pPr algn="ctr"/>
                      <a:r>
                        <a:rPr lang="zh-CN" altLang="en-US" b="1" dirty="0">
                          <a:solidFill>
                            <a:schemeClr val="tx1"/>
                          </a:solidFill>
                        </a:rPr>
                        <a:t>转发表</a:t>
                      </a: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hMerge="1">
                  <a:txBody>
                    <a:bodyPr/>
                    <a:lstStyle/>
                    <a:p>
                      <a:endParaRPr lang="zh-CN" altLang="en-US" dirty="0"/>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extLst>
                  <a:ext uri="{0D108BD9-81ED-4DB2-BD59-A6C34878D82A}">
                    <a16:rowId xmlns:a16="http://schemas.microsoft.com/office/drawing/2014/main" val="534278226"/>
                  </a:ext>
                </a:extLst>
              </a:tr>
              <a:tr h="370840">
                <a:tc>
                  <a:txBody>
                    <a:bodyPr/>
                    <a:lstStyle/>
                    <a:p>
                      <a:pPr algn="ctr"/>
                      <a:r>
                        <a:rPr lang="zh-CN" altLang="en-US" b="1" dirty="0"/>
                        <a:t>地址</a:t>
                      </a: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algn="ctr"/>
                      <a:r>
                        <a:rPr lang="zh-CN" altLang="en-US" b="1" dirty="0"/>
                        <a:t>接口</a:t>
                      </a: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extLst>
                  <a:ext uri="{0D108BD9-81ED-4DB2-BD59-A6C34878D82A}">
                    <a16:rowId xmlns:a16="http://schemas.microsoft.com/office/drawing/2014/main" val="3491117171"/>
                  </a:ext>
                </a:extLst>
              </a:tr>
              <a:tr h="370840">
                <a:tc>
                  <a:txBody>
                    <a:bodyPr/>
                    <a:lstStyle/>
                    <a:p>
                      <a:pPr algn="ctr"/>
                      <a:endParaRPr lang="zh-CN" altLang="en-US" sz="2000" b="1" dirty="0">
                        <a:latin typeface="Arial Black" panose="020B0A04020102020204" pitchFamily="34"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algn="ctr"/>
                      <a:endParaRPr lang="zh-CN" altLang="en-US" sz="2000" b="1" dirty="0">
                        <a:latin typeface="Arial Black" panose="020B0A04020102020204" pitchFamily="34"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extLst>
                  <a:ext uri="{0D108BD9-81ED-4DB2-BD59-A6C34878D82A}">
                    <a16:rowId xmlns:a16="http://schemas.microsoft.com/office/drawing/2014/main" val="2116314688"/>
                  </a:ext>
                </a:extLst>
              </a:tr>
              <a:tr h="370840">
                <a:tc>
                  <a:txBody>
                    <a:bodyPr/>
                    <a:lstStyle/>
                    <a:p>
                      <a:pPr algn="ctr"/>
                      <a:endParaRPr lang="zh-CN" altLang="en-US" sz="2000" b="1">
                        <a:latin typeface="Arial Black" panose="020B0A04020102020204" pitchFamily="34"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algn="ctr"/>
                      <a:endParaRPr lang="zh-CN" altLang="en-US" sz="2000" b="1" dirty="0">
                        <a:latin typeface="Arial Black" panose="020B0A04020102020204" pitchFamily="34"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extLst>
                  <a:ext uri="{0D108BD9-81ED-4DB2-BD59-A6C34878D82A}">
                    <a16:rowId xmlns:a16="http://schemas.microsoft.com/office/drawing/2014/main" val="3632466454"/>
                  </a:ext>
                </a:extLst>
              </a:tr>
              <a:tr h="370840">
                <a:tc>
                  <a:txBody>
                    <a:bodyPr/>
                    <a:lstStyle/>
                    <a:p>
                      <a:pPr algn="ctr"/>
                      <a:endParaRPr lang="zh-CN" altLang="en-US" sz="2000" b="1">
                        <a:latin typeface="Arial Black" panose="020B0A04020102020204" pitchFamily="34"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algn="ctr"/>
                      <a:endParaRPr lang="zh-CN" altLang="en-US" sz="2000" b="1" dirty="0">
                        <a:latin typeface="Arial Black" panose="020B0A04020102020204" pitchFamily="34"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extLst>
                  <a:ext uri="{0D108BD9-81ED-4DB2-BD59-A6C34878D82A}">
                    <a16:rowId xmlns:a16="http://schemas.microsoft.com/office/drawing/2014/main" val="3012207346"/>
                  </a:ext>
                </a:extLst>
              </a:tr>
              <a:tr h="370840">
                <a:tc>
                  <a:txBody>
                    <a:bodyPr/>
                    <a:lstStyle/>
                    <a:p>
                      <a:pPr algn="ctr"/>
                      <a:endParaRPr lang="zh-CN" altLang="en-US" sz="2000" b="1">
                        <a:latin typeface="Arial Black" panose="020B0A04020102020204" pitchFamily="34"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algn="ctr"/>
                      <a:endParaRPr lang="zh-CN" altLang="en-US" sz="2000" b="1" dirty="0">
                        <a:latin typeface="Arial Black" panose="020B0A04020102020204" pitchFamily="34"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extLst>
                  <a:ext uri="{0D108BD9-81ED-4DB2-BD59-A6C34878D82A}">
                    <a16:rowId xmlns:a16="http://schemas.microsoft.com/office/drawing/2014/main" val="626507044"/>
                  </a:ext>
                </a:extLst>
              </a:tr>
            </a:tbl>
          </a:graphicData>
        </a:graphic>
      </p:graphicFrame>
      <p:grpSp>
        <p:nvGrpSpPr>
          <p:cNvPr id="13" name="组合 12">
            <a:extLst>
              <a:ext uri="{FF2B5EF4-FFF2-40B4-BE49-F238E27FC236}">
                <a16:creationId xmlns:a16="http://schemas.microsoft.com/office/drawing/2014/main" id="{C269F56E-6C89-4185-98D8-4C9EA880568D}"/>
              </a:ext>
            </a:extLst>
          </p:cNvPr>
          <p:cNvGrpSpPr/>
          <p:nvPr/>
        </p:nvGrpSpPr>
        <p:grpSpPr>
          <a:xfrm>
            <a:off x="304800" y="4700079"/>
            <a:ext cx="1646875" cy="1680148"/>
            <a:chOff x="304800" y="4700079"/>
            <a:chExt cx="1646875" cy="1680148"/>
          </a:xfrm>
        </p:grpSpPr>
        <p:sp>
          <p:nvSpPr>
            <p:cNvPr id="104" name="íşlïḍè">
              <a:extLst>
                <a:ext uri="{FF2B5EF4-FFF2-40B4-BE49-F238E27FC236}">
                  <a16:creationId xmlns:a16="http://schemas.microsoft.com/office/drawing/2014/main" id="{FF0CD46B-72EC-4170-8C74-9045BF1F2141}"/>
                </a:ext>
              </a:extLst>
            </p:cNvPr>
            <p:cNvSpPr txBox="1"/>
            <p:nvPr/>
          </p:nvSpPr>
          <p:spPr>
            <a:xfrm>
              <a:off x="304800" y="4700079"/>
              <a:ext cx="1646875" cy="319332"/>
            </a:xfrm>
            <a:prstGeom prst="rect">
              <a:avLst/>
            </a:prstGeom>
            <a:noFill/>
          </p:spPr>
          <p:txBody>
            <a:bodyPr wrap="square" lIns="91440" tIns="45720" rIns="91440" bIns="45720" anchor="ctr">
              <a:noAutofit/>
            </a:bodyPr>
            <a:lstStyle/>
            <a:p>
              <a:r>
                <a:rPr lang="zh-CN" altLang="en-US" b="1" dirty="0">
                  <a:latin typeface="Arial Narrow" panose="020B0606020202030204" pitchFamily="34" charset="0"/>
                </a:rPr>
                <a:t>主机间的通信</a:t>
              </a:r>
            </a:p>
          </p:txBody>
        </p:sp>
        <p:sp>
          <p:nvSpPr>
            <p:cNvPr id="115" name="íşlïḍè">
              <a:extLst>
                <a:ext uri="{FF2B5EF4-FFF2-40B4-BE49-F238E27FC236}">
                  <a16:creationId xmlns:a16="http://schemas.microsoft.com/office/drawing/2014/main" id="{A28E0589-B577-4AEA-960F-7A3D32F3579B}"/>
                </a:ext>
              </a:extLst>
            </p:cNvPr>
            <p:cNvSpPr txBox="1"/>
            <p:nvPr/>
          </p:nvSpPr>
          <p:spPr>
            <a:xfrm>
              <a:off x="449520" y="5055116"/>
              <a:ext cx="850737" cy="319332"/>
            </a:xfrm>
            <a:prstGeom prst="rect">
              <a:avLst/>
            </a:prstGeom>
            <a:noFill/>
          </p:spPr>
          <p:txBody>
            <a:bodyPr wrap="square" lIns="91440" tIns="45720" rIns="91440" bIns="45720" anchor="ctr">
              <a:noAutofit/>
            </a:bodyPr>
            <a:lstStyle/>
            <a:p>
              <a:r>
                <a:rPr lang="en-US" altLang="zh-CN" sz="2000" b="1" dirty="0"/>
                <a:t>A→B</a:t>
              </a:r>
              <a:endParaRPr lang="zh-CN" altLang="en-US" sz="2000" b="1" dirty="0"/>
            </a:p>
          </p:txBody>
        </p:sp>
        <p:sp>
          <p:nvSpPr>
            <p:cNvPr id="116" name="íşlïḍè">
              <a:extLst>
                <a:ext uri="{FF2B5EF4-FFF2-40B4-BE49-F238E27FC236}">
                  <a16:creationId xmlns:a16="http://schemas.microsoft.com/office/drawing/2014/main" id="{399821EB-5B8B-48B0-BEA6-36292297EB21}"/>
                </a:ext>
              </a:extLst>
            </p:cNvPr>
            <p:cNvSpPr txBox="1"/>
            <p:nvPr/>
          </p:nvSpPr>
          <p:spPr>
            <a:xfrm>
              <a:off x="449520" y="5390376"/>
              <a:ext cx="850737" cy="319332"/>
            </a:xfrm>
            <a:prstGeom prst="rect">
              <a:avLst/>
            </a:prstGeom>
            <a:noFill/>
          </p:spPr>
          <p:txBody>
            <a:bodyPr wrap="square" lIns="91440" tIns="45720" rIns="91440" bIns="45720" anchor="ctr">
              <a:noAutofit/>
            </a:bodyPr>
            <a:lstStyle/>
            <a:p>
              <a:r>
                <a:rPr lang="en-US" altLang="zh-CN" sz="2000" b="1" dirty="0"/>
                <a:t>H→A</a:t>
              </a:r>
              <a:endParaRPr lang="zh-CN" altLang="en-US" sz="2000" b="1" dirty="0"/>
            </a:p>
          </p:txBody>
        </p:sp>
        <p:sp>
          <p:nvSpPr>
            <p:cNvPr id="117" name="íşlïḍè">
              <a:extLst>
                <a:ext uri="{FF2B5EF4-FFF2-40B4-BE49-F238E27FC236}">
                  <a16:creationId xmlns:a16="http://schemas.microsoft.com/office/drawing/2014/main" id="{D2107E91-3884-4977-83C6-CC8814353D7E}"/>
                </a:ext>
              </a:extLst>
            </p:cNvPr>
            <p:cNvSpPr txBox="1"/>
            <p:nvPr/>
          </p:nvSpPr>
          <p:spPr>
            <a:xfrm>
              <a:off x="449520" y="5725636"/>
              <a:ext cx="850737" cy="319332"/>
            </a:xfrm>
            <a:prstGeom prst="rect">
              <a:avLst/>
            </a:prstGeom>
            <a:noFill/>
          </p:spPr>
          <p:txBody>
            <a:bodyPr wrap="square" lIns="91440" tIns="45720" rIns="91440" bIns="45720" anchor="ctr">
              <a:noAutofit/>
            </a:bodyPr>
            <a:lstStyle/>
            <a:p>
              <a:r>
                <a:rPr lang="en-US" altLang="zh-CN" sz="2000" b="1" dirty="0"/>
                <a:t>E→X</a:t>
              </a:r>
              <a:endParaRPr lang="zh-CN" altLang="en-US" sz="2000" b="1" dirty="0"/>
            </a:p>
          </p:txBody>
        </p:sp>
        <p:sp>
          <p:nvSpPr>
            <p:cNvPr id="119" name="íşlïḍè">
              <a:extLst>
                <a:ext uri="{FF2B5EF4-FFF2-40B4-BE49-F238E27FC236}">
                  <a16:creationId xmlns:a16="http://schemas.microsoft.com/office/drawing/2014/main" id="{4C29F98D-0C91-40E6-9B7A-0D2E9DFBCCAB}"/>
                </a:ext>
              </a:extLst>
            </p:cNvPr>
            <p:cNvSpPr txBox="1"/>
            <p:nvPr/>
          </p:nvSpPr>
          <p:spPr>
            <a:xfrm>
              <a:off x="449520" y="6060895"/>
              <a:ext cx="850737" cy="319332"/>
            </a:xfrm>
            <a:prstGeom prst="rect">
              <a:avLst/>
            </a:prstGeom>
            <a:noFill/>
          </p:spPr>
          <p:txBody>
            <a:bodyPr wrap="square" lIns="91440" tIns="45720" rIns="91440" bIns="45720" anchor="ctr">
              <a:noAutofit/>
            </a:bodyPr>
            <a:lstStyle/>
            <a:p>
              <a:r>
                <a:rPr lang="en-US" altLang="zh-CN" sz="2000" b="1" dirty="0"/>
                <a:t>X→E</a:t>
              </a:r>
              <a:endParaRPr lang="zh-CN" altLang="en-US" sz="2000" b="1" dirty="0"/>
            </a:p>
          </p:txBody>
        </p:sp>
      </p:grpSp>
      <p:sp>
        <p:nvSpPr>
          <p:cNvPr id="113" name="平行四边形 112">
            <a:extLst>
              <a:ext uri="{FF2B5EF4-FFF2-40B4-BE49-F238E27FC236}">
                <a16:creationId xmlns:a16="http://schemas.microsoft.com/office/drawing/2014/main" id="{AEFAC247-12F3-BE92-D3DF-38E4C7489545}"/>
              </a:ext>
            </a:extLst>
          </p:cNvPr>
          <p:cNvSpPr/>
          <p:nvPr/>
        </p:nvSpPr>
        <p:spPr>
          <a:xfrm>
            <a:off x="304800" y="749300"/>
            <a:ext cx="675384" cy="387090"/>
          </a:xfrm>
          <a:prstGeom prst="parallelogram">
            <a:avLst/>
          </a:prstGeom>
          <a:solidFill>
            <a:schemeClr val="accent3">
              <a:lumMod val="75000"/>
            </a:schemeClr>
          </a:solidFill>
          <a:ln>
            <a:solidFill>
              <a:schemeClr val="accent3">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CN" sz="2200" dirty="0">
                <a:latin typeface="Impact" panose="020B0806030902050204" pitchFamily="34" charset="0"/>
              </a:rPr>
              <a:t>02</a:t>
            </a:r>
            <a:endParaRPr lang="zh-CN" altLang="en-US" sz="2200" dirty="0">
              <a:latin typeface="Impact" panose="020B0806030902050204" pitchFamily="34" charset="0"/>
            </a:endParaRPr>
          </a:p>
        </p:txBody>
      </p:sp>
    </p:spTree>
    <p:custDataLst>
      <p:tags r:id="rId1"/>
    </p:custDataLst>
    <p:extLst>
      <p:ext uri="{BB962C8B-B14F-4D97-AF65-F5344CB8AC3E}">
        <p14:creationId xmlns:p14="http://schemas.microsoft.com/office/powerpoint/2010/main" val="1606457123"/>
      </p:ext>
    </p:extLst>
  </p:cSld>
  <p:clrMapOvr>
    <a:masterClrMapping/>
  </p:clrMapOvr>
  <mc:AlternateContent xmlns:mc="http://schemas.openxmlformats.org/markup-compatibility/2006" xmlns:p159="http://schemas.microsoft.com/office/powerpoint/2015/09/main">
    <mc:Choice Requires="p159">
      <p:transition spd="slow">
        <p159:morph option="byObject"/>
      </p:transition>
    </mc:Choice>
    <mc:Fallback xmlns="">
      <p:transition spd="slow">
        <p:fade/>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2" fill="hold" grpId="0" nodeType="withEffect">
                                  <p:stCondLst>
                                    <p:cond delay="0"/>
                                  </p:stCondLst>
                                  <p:childTnLst>
                                    <p:set>
                                      <p:cBhvr>
                                        <p:cTn id="6" dur="1" fill="hold">
                                          <p:stCondLst>
                                            <p:cond delay="0"/>
                                          </p:stCondLst>
                                        </p:cTn>
                                        <p:tgtEl>
                                          <p:spTgt spid="102"/>
                                        </p:tgtEl>
                                        <p:attrNameLst>
                                          <p:attrName>style.visibility</p:attrName>
                                        </p:attrNameLst>
                                      </p:cBhvr>
                                      <p:to>
                                        <p:strVal val="visible"/>
                                      </p:to>
                                    </p:set>
                                    <p:anim calcmode="lin" valueType="num">
                                      <p:cBhvr additive="base">
                                        <p:cTn id="7" dur="500" fill="hold"/>
                                        <p:tgtEl>
                                          <p:spTgt spid="102"/>
                                        </p:tgtEl>
                                        <p:attrNameLst>
                                          <p:attrName>ppt_x</p:attrName>
                                        </p:attrNameLst>
                                      </p:cBhvr>
                                      <p:tavLst>
                                        <p:tav tm="0">
                                          <p:val>
                                            <p:strVal val="1+#ppt_w/2"/>
                                          </p:val>
                                        </p:tav>
                                        <p:tav tm="100000">
                                          <p:val>
                                            <p:strVal val="#ppt_x"/>
                                          </p:val>
                                        </p:tav>
                                      </p:tavLst>
                                    </p:anim>
                                    <p:anim calcmode="lin" valueType="num">
                                      <p:cBhvr additive="base">
                                        <p:cTn id="8" dur="500" fill="hold"/>
                                        <p:tgtEl>
                                          <p:spTgt spid="102"/>
                                        </p:tgtEl>
                                        <p:attrNameLst>
                                          <p:attrName>ppt_y</p:attrName>
                                        </p:attrNameLst>
                                      </p:cBhvr>
                                      <p:tavLst>
                                        <p:tav tm="0">
                                          <p:val>
                                            <p:strVal val="#ppt_y"/>
                                          </p:val>
                                        </p:tav>
                                        <p:tav tm="100000">
                                          <p:val>
                                            <p:strVal val="#ppt_y"/>
                                          </p:val>
                                        </p:tav>
                                      </p:tavLst>
                                    </p:anim>
                                  </p:childTnLst>
                                </p:cTn>
                              </p:par>
                            </p:childTnLst>
                          </p:cTn>
                        </p:par>
                      </p:childTnLst>
                    </p:cTn>
                  </p:par>
                  <p:par>
                    <p:cTn id="9" fill="hold">
                      <p:stCondLst>
                        <p:cond delay="indefinite"/>
                      </p:stCondLst>
                      <p:childTnLst>
                        <p:par>
                          <p:cTn id="10" fill="hold">
                            <p:stCondLst>
                              <p:cond delay="0"/>
                            </p:stCondLst>
                            <p:childTnLst>
                              <p:par>
                                <p:cTn id="11" presetID="22" presetClass="entr" presetSubtype="1" fill="hold" nodeType="clickEffect">
                                  <p:stCondLst>
                                    <p:cond delay="0"/>
                                  </p:stCondLst>
                                  <p:childTnLst>
                                    <p:set>
                                      <p:cBhvr>
                                        <p:cTn id="12" dur="1" fill="hold">
                                          <p:stCondLst>
                                            <p:cond delay="0"/>
                                          </p:stCondLst>
                                        </p:cTn>
                                        <p:tgtEl>
                                          <p:spTgt spid="13"/>
                                        </p:tgtEl>
                                        <p:attrNameLst>
                                          <p:attrName>style.visibility</p:attrName>
                                        </p:attrNameLst>
                                      </p:cBhvr>
                                      <p:to>
                                        <p:strVal val="visible"/>
                                      </p:to>
                                    </p:set>
                                    <p:animEffect transition="in" filter="wipe(up)">
                                      <p:cBhvr>
                                        <p:cTn id="13" dur="1000"/>
                                        <p:tgtEl>
                                          <p:spTgt spid="13"/>
                                        </p:tgtEl>
                                      </p:cBhvr>
                                    </p:animEffect>
                                  </p:childTnLst>
                                </p:cTn>
                              </p:par>
                            </p:childTnLst>
                          </p:cTn>
                        </p:par>
                      </p:childTnLst>
                    </p:cTn>
                  </p:par>
                  <p:par>
                    <p:cTn id="14" fill="hold">
                      <p:stCondLst>
                        <p:cond delay="indefinite"/>
                      </p:stCondLst>
                      <p:childTnLst>
                        <p:par>
                          <p:cTn id="15" fill="hold">
                            <p:stCondLst>
                              <p:cond delay="0"/>
                            </p:stCondLst>
                            <p:childTnLst>
                              <p:par>
                                <p:cTn id="16" presetID="22" presetClass="entr" presetSubtype="1" fill="hold" nodeType="clickEffect">
                                  <p:stCondLst>
                                    <p:cond delay="0"/>
                                  </p:stCondLst>
                                  <p:childTnLst>
                                    <p:set>
                                      <p:cBhvr>
                                        <p:cTn id="17" dur="1" fill="hold">
                                          <p:stCondLst>
                                            <p:cond delay="0"/>
                                          </p:stCondLst>
                                        </p:cTn>
                                        <p:tgtEl>
                                          <p:spTgt spid="11"/>
                                        </p:tgtEl>
                                        <p:attrNameLst>
                                          <p:attrName>style.visibility</p:attrName>
                                        </p:attrNameLst>
                                      </p:cBhvr>
                                      <p:to>
                                        <p:strVal val="visible"/>
                                      </p:to>
                                    </p:set>
                                    <p:animEffect transition="in" filter="wipe(up)">
                                      <p:cBhvr>
                                        <p:cTn id="18" dur="1000"/>
                                        <p:tgtEl>
                                          <p:spTgt spid="11"/>
                                        </p:tgtEl>
                                      </p:cBhvr>
                                    </p:animEffect>
                                  </p:childTnLst>
                                </p:cTn>
                              </p:par>
                              <p:par>
                                <p:cTn id="19" presetID="22" presetClass="entr" presetSubtype="1" fill="hold" nodeType="withEffect">
                                  <p:stCondLst>
                                    <p:cond delay="0"/>
                                  </p:stCondLst>
                                  <p:childTnLst>
                                    <p:set>
                                      <p:cBhvr>
                                        <p:cTn id="20" dur="1" fill="hold">
                                          <p:stCondLst>
                                            <p:cond delay="0"/>
                                          </p:stCondLst>
                                        </p:cTn>
                                        <p:tgtEl>
                                          <p:spTgt spid="114"/>
                                        </p:tgtEl>
                                        <p:attrNameLst>
                                          <p:attrName>style.visibility</p:attrName>
                                        </p:attrNameLst>
                                      </p:cBhvr>
                                      <p:to>
                                        <p:strVal val="visible"/>
                                      </p:to>
                                    </p:set>
                                    <p:animEffect transition="in" filter="wipe(up)">
                                      <p:cBhvr>
                                        <p:cTn id="21" dur="1000"/>
                                        <p:tgtEl>
                                          <p:spTgt spid="114"/>
                                        </p:tgtEl>
                                      </p:cBhvr>
                                    </p:animEffect>
                                  </p:childTnLst>
                                </p:cTn>
                              </p:par>
                            </p:childTnLst>
                          </p:cTn>
                        </p:par>
                      </p:childTnLst>
                    </p:cTn>
                  </p:par>
                  <p:par>
                    <p:cTn id="22" fill="hold">
                      <p:stCondLst>
                        <p:cond delay="indefinite"/>
                      </p:stCondLst>
                      <p:childTnLst>
                        <p:par>
                          <p:cTn id="23" fill="hold">
                            <p:stCondLst>
                              <p:cond delay="0"/>
                            </p:stCondLst>
                            <p:childTnLst>
                              <p:par>
                                <p:cTn id="24" presetID="47" presetClass="entr" presetSubtype="0" fill="hold" grpId="0" nodeType="clickEffect">
                                  <p:stCondLst>
                                    <p:cond delay="0"/>
                                  </p:stCondLst>
                                  <p:childTnLst>
                                    <p:set>
                                      <p:cBhvr>
                                        <p:cTn id="25" dur="1" fill="hold">
                                          <p:stCondLst>
                                            <p:cond delay="0"/>
                                          </p:stCondLst>
                                        </p:cTn>
                                        <p:tgtEl>
                                          <p:spTgt spid="105"/>
                                        </p:tgtEl>
                                        <p:attrNameLst>
                                          <p:attrName>style.visibility</p:attrName>
                                        </p:attrNameLst>
                                      </p:cBhvr>
                                      <p:to>
                                        <p:strVal val="visible"/>
                                      </p:to>
                                    </p:set>
                                    <p:animEffect transition="in" filter="fade">
                                      <p:cBhvr>
                                        <p:cTn id="26" dur="1000"/>
                                        <p:tgtEl>
                                          <p:spTgt spid="105"/>
                                        </p:tgtEl>
                                      </p:cBhvr>
                                    </p:animEffect>
                                    <p:anim calcmode="lin" valueType="num">
                                      <p:cBhvr>
                                        <p:cTn id="27" dur="1000" fill="hold"/>
                                        <p:tgtEl>
                                          <p:spTgt spid="105"/>
                                        </p:tgtEl>
                                        <p:attrNameLst>
                                          <p:attrName>ppt_x</p:attrName>
                                        </p:attrNameLst>
                                      </p:cBhvr>
                                      <p:tavLst>
                                        <p:tav tm="0">
                                          <p:val>
                                            <p:strVal val="#ppt_x"/>
                                          </p:val>
                                        </p:tav>
                                        <p:tav tm="100000">
                                          <p:val>
                                            <p:strVal val="#ppt_x"/>
                                          </p:val>
                                        </p:tav>
                                      </p:tavLst>
                                    </p:anim>
                                    <p:anim calcmode="lin" valueType="num">
                                      <p:cBhvr>
                                        <p:cTn id="28" dur="1000" fill="hold"/>
                                        <p:tgtEl>
                                          <p:spTgt spid="105"/>
                                        </p:tgtEl>
                                        <p:attrNameLst>
                                          <p:attrName>ppt_y</p:attrName>
                                        </p:attrNameLst>
                                      </p:cBhvr>
                                      <p:tavLst>
                                        <p:tav tm="0">
                                          <p:val>
                                            <p:strVal val="#ppt_y-.1"/>
                                          </p:val>
                                        </p:tav>
                                        <p:tav tm="100000">
                                          <p:val>
                                            <p:strVal val="#ppt_y"/>
                                          </p:val>
                                        </p:tav>
                                      </p:tavLst>
                                    </p:anim>
                                  </p:childTnLst>
                                </p:cTn>
                              </p:par>
                              <p:par>
                                <p:cTn id="29" presetID="47" presetClass="entr" presetSubtype="0" fill="hold" grpId="0" nodeType="withEffect">
                                  <p:stCondLst>
                                    <p:cond delay="0"/>
                                  </p:stCondLst>
                                  <p:childTnLst>
                                    <p:set>
                                      <p:cBhvr>
                                        <p:cTn id="30" dur="1" fill="hold">
                                          <p:stCondLst>
                                            <p:cond delay="0"/>
                                          </p:stCondLst>
                                        </p:cTn>
                                        <p:tgtEl>
                                          <p:spTgt spid="112"/>
                                        </p:tgtEl>
                                        <p:attrNameLst>
                                          <p:attrName>style.visibility</p:attrName>
                                        </p:attrNameLst>
                                      </p:cBhvr>
                                      <p:to>
                                        <p:strVal val="visible"/>
                                      </p:to>
                                    </p:set>
                                    <p:animEffect transition="in" filter="fade">
                                      <p:cBhvr>
                                        <p:cTn id="31" dur="1000"/>
                                        <p:tgtEl>
                                          <p:spTgt spid="112"/>
                                        </p:tgtEl>
                                      </p:cBhvr>
                                    </p:animEffect>
                                    <p:anim calcmode="lin" valueType="num">
                                      <p:cBhvr>
                                        <p:cTn id="32" dur="1000" fill="hold"/>
                                        <p:tgtEl>
                                          <p:spTgt spid="112"/>
                                        </p:tgtEl>
                                        <p:attrNameLst>
                                          <p:attrName>ppt_x</p:attrName>
                                        </p:attrNameLst>
                                      </p:cBhvr>
                                      <p:tavLst>
                                        <p:tav tm="0">
                                          <p:val>
                                            <p:strVal val="#ppt_x"/>
                                          </p:val>
                                        </p:tav>
                                        <p:tav tm="100000">
                                          <p:val>
                                            <p:strVal val="#ppt_x"/>
                                          </p:val>
                                        </p:tav>
                                      </p:tavLst>
                                    </p:anim>
                                    <p:anim calcmode="lin" valueType="num">
                                      <p:cBhvr>
                                        <p:cTn id="33" dur="1000" fill="hold"/>
                                        <p:tgtEl>
                                          <p:spTgt spid="112"/>
                                        </p:tgtEl>
                                        <p:attrNameLst>
                                          <p:attrName>ppt_y</p:attrName>
                                        </p:attrNameLst>
                                      </p:cBhvr>
                                      <p:tavLst>
                                        <p:tav tm="0">
                                          <p:val>
                                            <p:strVal val="#ppt_y-.1"/>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05" grpId="0"/>
      <p:bldP spid="112" grpId="0"/>
      <p:bldP spid="102" grpId="0"/>
    </p:bldLst>
  </p:timing>
</p:sld>
</file>

<file path=ppt/slides/slide41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05" name="íşlïḍè">
            <a:extLst>
              <a:ext uri="{FF2B5EF4-FFF2-40B4-BE49-F238E27FC236}">
                <a16:creationId xmlns:a16="http://schemas.microsoft.com/office/drawing/2014/main" id="{1427AB8B-CBC2-4FCC-80E6-8A3342F0C54C}"/>
              </a:ext>
            </a:extLst>
          </p:cNvPr>
          <p:cNvSpPr txBox="1"/>
          <p:nvPr/>
        </p:nvSpPr>
        <p:spPr>
          <a:xfrm>
            <a:off x="2328496" y="4700079"/>
            <a:ext cx="2059561" cy="319332"/>
          </a:xfrm>
          <a:prstGeom prst="rect">
            <a:avLst/>
          </a:prstGeom>
          <a:noFill/>
        </p:spPr>
        <p:txBody>
          <a:bodyPr wrap="square" lIns="91440" tIns="45720" rIns="91440" bIns="45720" anchor="ctr">
            <a:noAutofit/>
          </a:bodyPr>
          <a:lstStyle/>
          <a:p>
            <a:pPr algn="ctr"/>
            <a:r>
              <a:rPr lang="zh-CN" altLang="en-US" b="1" dirty="0">
                <a:latin typeface="Arial Narrow" panose="020B0606020202030204" pitchFamily="34" charset="0"/>
              </a:rPr>
              <a:t>交换机</a:t>
            </a:r>
            <a:r>
              <a:rPr lang="en-US" altLang="zh-CN" b="1" dirty="0">
                <a:latin typeface="Arial Narrow" panose="020B0606020202030204" pitchFamily="34" charset="0"/>
              </a:rPr>
              <a:t>1</a:t>
            </a:r>
            <a:r>
              <a:rPr lang="zh-CN" altLang="en-US" b="1" dirty="0">
                <a:latin typeface="Arial Narrow" panose="020B0606020202030204" pitchFamily="34" charset="0"/>
              </a:rPr>
              <a:t>的操作</a:t>
            </a:r>
          </a:p>
        </p:txBody>
      </p:sp>
      <p:sp>
        <p:nvSpPr>
          <p:cNvPr id="112" name="íşlïḍè">
            <a:extLst>
              <a:ext uri="{FF2B5EF4-FFF2-40B4-BE49-F238E27FC236}">
                <a16:creationId xmlns:a16="http://schemas.microsoft.com/office/drawing/2014/main" id="{5AC25805-EC9B-4286-AA3D-3B30E5C81668}"/>
              </a:ext>
            </a:extLst>
          </p:cNvPr>
          <p:cNvSpPr txBox="1"/>
          <p:nvPr/>
        </p:nvSpPr>
        <p:spPr>
          <a:xfrm>
            <a:off x="8693775" y="4713631"/>
            <a:ext cx="2038795" cy="319332"/>
          </a:xfrm>
          <a:prstGeom prst="rect">
            <a:avLst/>
          </a:prstGeom>
          <a:noFill/>
        </p:spPr>
        <p:txBody>
          <a:bodyPr wrap="square" lIns="91440" tIns="45720" rIns="91440" bIns="45720" anchor="ctr">
            <a:noAutofit/>
          </a:bodyPr>
          <a:lstStyle/>
          <a:p>
            <a:pPr algn="ctr"/>
            <a:r>
              <a:rPr lang="zh-CN" altLang="en-US" b="1" dirty="0">
                <a:latin typeface="Arial Narrow" panose="020B0606020202030204" pitchFamily="34" charset="0"/>
              </a:rPr>
              <a:t>交换机</a:t>
            </a:r>
            <a:r>
              <a:rPr lang="en-US" altLang="zh-CN" b="1" dirty="0">
                <a:latin typeface="Arial Narrow" panose="020B0606020202030204" pitchFamily="34" charset="0"/>
              </a:rPr>
              <a:t>2</a:t>
            </a:r>
            <a:r>
              <a:rPr lang="zh-CN" altLang="en-US" b="1" dirty="0">
                <a:latin typeface="Arial Narrow" panose="020B0606020202030204" pitchFamily="34" charset="0"/>
              </a:rPr>
              <a:t>的操作</a:t>
            </a:r>
          </a:p>
        </p:txBody>
      </p:sp>
      <p:grpSp>
        <p:nvGrpSpPr>
          <p:cNvPr id="4" name="组合 3">
            <a:extLst>
              <a:ext uri="{FF2B5EF4-FFF2-40B4-BE49-F238E27FC236}">
                <a16:creationId xmlns:a16="http://schemas.microsoft.com/office/drawing/2014/main" id="{9A1EA9F2-FCB6-48C3-935F-7AE7E3AD14AC}"/>
              </a:ext>
            </a:extLst>
          </p:cNvPr>
          <p:cNvGrpSpPr/>
          <p:nvPr/>
        </p:nvGrpSpPr>
        <p:grpSpPr>
          <a:xfrm>
            <a:off x="304800" y="749300"/>
            <a:ext cx="6192344" cy="400110"/>
            <a:chOff x="424117" y="898245"/>
            <a:chExt cx="6192344" cy="400110"/>
          </a:xfrm>
        </p:grpSpPr>
        <p:sp>
          <p:nvSpPr>
            <p:cNvPr id="2" name="平行四边形 1">
              <a:extLst>
                <a:ext uri="{FF2B5EF4-FFF2-40B4-BE49-F238E27FC236}">
                  <a16:creationId xmlns:a16="http://schemas.microsoft.com/office/drawing/2014/main" id="{1F5BAA3F-9845-4F89-A2DD-8222D3E4EDAC}"/>
                </a:ext>
              </a:extLst>
            </p:cNvPr>
            <p:cNvSpPr/>
            <p:nvPr/>
          </p:nvSpPr>
          <p:spPr>
            <a:xfrm>
              <a:off x="424117" y="898245"/>
              <a:ext cx="628306" cy="387090"/>
            </a:xfrm>
            <a:prstGeom prst="parallelogram">
              <a:avLst/>
            </a:prstGeom>
            <a:solidFill>
              <a:schemeClr val="accent3">
                <a:lumMod val="75000"/>
              </a:schemeClr>
            </a:solidFill>
            <a:ln>
              <a:solidFill>
                <a:schemeClr val="accent3">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CN" sz="2200" dirty="0">
                  <a:latin typeface="Impact" panose="020B0806030902050204" pitchFamily="34" charset="0"/>
                </a:rPr>
                <a:t>01</a:t>
              </a:r>
              <a:endParaRPr lang="zh-CN" altLang="en-US" sz="2200" dirty="0">
                <a:latin typeface="Impact" panose="020B0806030902050204" pitchFamily="34" charset="0"/>
              </a:endParaRPr>
            </a:p>
          </p:txBody>
        </p:sp>
        <p:sp>
          <p:nvSpPr>
            <p:cNvPr id="3" name="文本框 2">
              <a:extLst>
                <a:ext uri="{FF2B5EF4-FFF2-40B4-BE49-F238E27FC236}">
                  <a16:creationId xmlns:a16="http://schemas.microsoft.com/office/drawing/2014/main" id="{4D6BD736-A4D3-4F26-AFED-36E11F50F70B}"/>
                </a:ext>
              </a:extLst>
            </p:cNvPr>
            <p:cNvSpPr txBox="1"/>
            <p:nvPr/>
          </p:nvSpPr>
          <p:spPr>
            <a:xfrm>
              <a:off x="1052423" y="898245"/>
              <a:ext cx="5564038" cy="400110"/>
            </a:xfrm>
            <a:prstGeom prst="rect">
              <a:avLst/>
            </a:prstGeom>
            <a:noFill/>
          </p:spPr>
          <p:txBody>
            <a:bodyPr wrap="square" rtlCol="0">
              <a:spAutoFit/>
            </a:bodyPr>
            <a:lstStyle/>
            <a:p>
              <a:r>
                <a:rPr lang="zh-CN" altLang="en-US" sz="2000" b="1" dirty="0">
                  <a:solidFill>
                    <a:schemeClr val="tx1"/>
                  </a:solidFill>
                  <a:latin typeface="Arial Narrow" panose="020B0606020202030204" pitchFamily="34" charset="0"/>
                </a:rPr>
                <a:t>以太网交换机</a:t>
              </a:r>
              <a:endParaRPr lang="en-US" altLang="zh-CN" sz="2000" b="1" dirty="0">
                <a:solidFill>
                  <a:schemeClr val="tx1"/>
                </a:solidFill>
                <a:latin typeface="Arial Narrow" panose="020B0606020202030204" pitchFamily="34" charset="0"/>
              </a:endParaRPr>
            </a:p>
          </p:txBody>
        </p:sp>
      </p:grpSp>
      <p:sp>
        <p:nvSpPr>
          <p:cNvPr id="5" name="矩形 4">
            <a:extLst>
              <a:ext uri="{FF2B5EF4-FFF2-40B4-BE49-F238E27FC236}">
                <a16:creationId xmlns:a16="http://schemas.microsoft.com/office/drawing/2014/main" id="{7B8978FE-1594-481A-895C-14BD84DE8A91}"/>
              </a:ext>
            </a:extLst>
          </p:cNvPr>
          <p:cNvSpPr/>
          <p:nvPr/>
        </p:nvSpPr>
        <p:spPr>
          <a:xfrm>
            <a:off x="2335333" y="2024126"/>
            <a:ext cx="2045888" cy="2466594"/>
          </a:xfrm>
          <a:prstGeom prst="rect">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6" name="矩形 5">
            <a:extLst>
              <a:ext uri="{FF2B5EF4-FFF2-40B4-BE49-F238E27FC236}">
                <a16:creationId xmlns:a16="http://schemas.microsoft.com/office/drawing/2014/main" id="{823793EE-D768-407B-B399-27618C4822AD}"/>
              </a:ext>
            </a:extLst>
          </p:cNvPr>
          <p:cNvSpPr/>
          <p:nvPr/>
        </p:nvSpPr>
        <p:spPr>
          <a:xfrm>
            <a:off x="2335333" y="2339107"/>
            <a:ext cx="282873" cy="282873"/>
          </a:xfrm>
          <a:prstGeom prst="rect">
            <a:avLst/>
          </a:prstGeom>
          <a:solidFill>
            <a:schemeClr val="bg2">
              <a:lumMod val="90000"/>
            </a:schemeClr>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CN" sz="2000" b="1" dirty="0">
                <a:solidFill>
                  <a:schemeClr val="tx1"/>
                </a:solidFill>
                <a:latin typeface="Arial Black" panose="020B0A04020102020204" pitchFamily="34" charset="0"/>
              </a:rPr>
              <a:t>1</a:t>
            </a:r>
            <a:endParaRPr lang="zh-CN" altLang="en-US" sz="2000" b="1" dirty="0">
              <a:solidFill>
                <a:schemeClr val="tx1"/>
              </a:solidFill>
              <a:latin typeface="Arial Black" panose="020B0A04020102020204" pitchFamily="34" charset="0"/>
            </a:endParaRPr>
          </a:p>
        </p:txBody>
      </p:sp>
      <p:sp>
        <p:nvSpPr>
          <p:cNvPr id="60" name="矩形 59">
            <a:extLst>
              <a:ext uri="{FF2B5EF4-FFF2-40B4-BE49-F238E27FC236}">
                <a16:creationId xmlns:a16="http://schemas.microsoft.com/office/drawing/2014/main" id="{5C40A978-9743-4316-BAEF-8011F93BE09A}"/>
              </a:ext>
            </a:extLst>
          </p:cNvPr>
          <p:cNvSpPr/>
          <p:nvPr/>
        </p:nvSpPr>
        <p:spPr>
          <a:xfrm>
            <a:off x="2335333" y="3115987"/>
            <a:ext cx="282873" cy="282873"/>
          </a:xfrm>
          <a:prstGeom prst="rect">
            <a:avLst/>
          </a:prstGeom>
          <a:solidFill>
            <a:schemeClr val="bg2">
              <a:lumMod val="90000"/>
            </a:schemeClr>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CN" sz="2000" b="1" dirty="0">
                <a:solidFill>
                  <a:schemeClr val="tx1"/>
                </a:solidFill>
                <a:latin typeface="Arial Black" panose="020B0A04020102020204" pitchFamily="34" charset="0"/>
              </a:rPr>
              <a:t>2</a:t>
            </a:r>
            <a:endParaRPr lang="zh-CN" altLang="en-US" sz="2000" b="1" dirty="0">
              <a:solidFill>
                <a:schemeClr val="tx1"/>
              </a:solidFill>
              <a:latin typeface="Arial Black" panose="020B0A04020102020204" pitchFamily="34" charset="0"/>
            </a:endParaRPr>
          </a:p>
        </p:txBody>
      </p:sp>
      <p:sp>
        <p:nvSpPr>
          <p:cNvPr id="61" name="矩形 60">
            <a:extLst>
              <a:ext uri="{FF2B5EF4-FFF2-40B4-BE49-F238E27FC236}">
                <a16:creationId xmlns:a16="http://schemas.microsoft.com/office/drawing/2014/main" id="{3D7DCE5C-0F8D-4F5F-886C-5445F2889D89}"/>
              </a:ext>
            </a:extLst>
          </p:cNvPr>
          <p:cNvSpPr/>
          <p:nvPr/>
        </p:nvSpPr>
        <p:spPr>
          <a:xfrm>
            <a:off x="2335333" y="3892866"/>
            <a:ext cx="282873" cy="282873"/>
          </a:xfrm>
          <a:prstGeom prst="rect">
            <a:avLst/>
          </a:prstGeom>
          <a:solidFill>
            <a:schemeClr val="bg2">
              <a:lumMod val="90000"/>
            </a:schemeClr>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CN" sz="2000" b="1" dirty="0">
                <a:solidFill>
                  <a:schemeClr val="tx1"/>
                </a:solidFill>
                <a:latin typeface="Arial Black" panose="020B0A04020102020204" pitchFamily="34" charset="0"/>
              </a:rPr>
              <a:t>3</a:t>
            </a:r>
            <a:endParaRPr lang="zh-CN" altLang="en-US" sz="2000" b="1" dirty="0">
              <a:solidFill>
                <a:schemeClr val="tx1"/>
              </a:solidFill>
              <a:latin typeface="Arial Black" panose="020B0A04020102020204" pitchFamily="34" charset="0"/>
            </a:endParaRPr>
          </a:p>
        </p:txBody>
      </p:sp>
      <p:sp>
        <p:nvSpPr>
          <p:cNvPr id="62" name="矩形 61">
            <a:extLst>
              <a:ext uri="{FF2B5EF4-FFF2-40B4-BE49-F238E27FC236}">
                <a16:creationId xmlns:a16="http://schemas.microsoft.com/office/drawing/2014/main" id="{4D68483B-3692-4A74-BFA0-D4CA56C6A3DF}"/>
              </a:ext>
            </a:extLst>
          </p:cNvPr>
          <p:cNvSpPr/>
          <p:nvPr/>
        </p:nvSpPr>
        <p:spPr>
          <a:xfrm>
            <a:off x="4098351" y="2339107"/>
            <a:ext cx="282873" cy="282873"/>
          </a:xfrm>
          <a:prstGeom prst="rect">
            <a:avLst/>
          </a:prstGeom>
          <a:solidFill>
            <a:schemeClr val="bg2">
              <a:lumMod val="90000"/>
            </a:schemeClr>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CN" sz="2000" b="1" dirty="0">
                <a:solidFill>
                  <a:schemeClr val="tx1"/>
                </a:solidFill>
                <a:latin typeface="Arial Black" panose="020B0A04020102020204" pitchFamily="34" charset="0"/>
              </a:rPr>
              <a:t>4</a:t>
            </a:r>
            <a:endParaRPr lang="zh-CN" altLang="en-US" sz="2000" b="1" dirty="0">
              <a:solidFill>
                <a:schemeClr val="tx1"/>
              </a:solidFill>
              <a:latin typeface="Arial Black" panose="020B0A04020102020204" pitchFamily="34" charset="0"/>
            </a:endParaRPr>
          </a:p>
        </p:txBody>
      </p:sp>
      <p:sp>
        <p:nvSpPr>
          <p:cNvPr id="63" name="矩形 62">
            <a:extLst>
              <a:ext uri="{FF2B5EF4-FFF2-40B4-BE49-F238E27FC236}">
                <a16:creationId xmlns:a16="http://schemas.microsoft.com/office/drawing/2014/main" id="{E4D5BCA6-FB4B-47AB-974D-9B122F626AFE}"/>
              </a:ext>
            </a:extLst>
          </p:cNvPr>
          <p:cNvSpPr/>
          <p:nvPr/>
        </p:nvSpPr>
        <p:spPr>
          <a:xfrm>
            <a:off x="4098351" y="3115987"/>
            <a:ext cx="282873" cy="282873"/>
          </a:xfrm>
          <a:prstGeom prst="rect">
            <a:avLst/>
          </a:prstGeom>
          <a:solidFill>
            <a:schemeClr val="bg2">
              <a:lumMod val="90000"/>
            </a:schemeClr>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CN" sz="2000" b="1" dirty="0">
                <a:solidFill>
                  <a:schemeClr val="tx1"/>
                </a:solidFill>
                <a:latin typeface="Arial Black" panose="020B0A04020102020204" pitchFamily="34" charset="0"/>
              </a:rPr>
              <a:t>5</a:t>
            </a:r>
            <a:endParaRPr lang="zh-CN" altLang="en-US" sz="2000" b="1" dirty="0">
              <a:solidFill>
                <a:schemeClr val="tx1"/>
              </a:solidFill>
              <a:latin typeface="Arial Black" panose="020B0A04020102020204" pitchFamily="34" charset="0"/>
            </a:endParaRPr>
          </a:p>
        </p:txBody>
      </p:sp>
      <p:sp>
        <p:nvSpPr>
          <p:cNvPr id="64" name="矩形 63">
            <a:extLst>
              <a:ext uri="{FF2B5EF4-FFF2-40B4-BE49-F238E27FC236}">
                <a16:creationId xmlns:a16="http://schemas.microsoft.com/office/drawing/2014/main" id="{1A53BF14-2ABE-435A-B602-786EE722F28D}"/>
              </a:ext>
            </a:extLst>
          </p:cNvPr>
          <p:cNvSpPr/>
          <p:nvPr/>
        </p:nvSpPr>
        <p:spPr>
          <a:xfrm>
            <a:off x="4098351" y="3892866"/>
            <a:ext cx="282873" cy="282873"/>
          </a:xfrm>
          <a:prstGeom prst="rect">
            <a:avLst/>
          </a:prstGeom>
          <a:solidFill>
            <a:schemeClr val="bg2">
              <a:lumMod val="90000"/>
            </a:schemeClr>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CN" sz="2000" b="1" dirty="0">
                <a:solidFill>
                  <a:schemeClr val="tx1"/>
                </a:solidFill>
                <a:latin typeface="Arial Black" panose="020B0A04020102020204" pitchFamily="34" charset="0"/>
              </a:rPr>
              <a:t>6</a:t>
            </a:r>
            <a:endParaRPr lang="zh-CN" altLang="en-US" sz="2000" b="1" dirty="0">
              <a:solidFill>
                <a:schemeClr val="tx1"/>
              </a:solidFill>
              <a:latin typeface="Arial Black" panose="020B0A04020102020204" pitchFamily="34" charset="0"/>
            </a:endParaRPr>
          </a:p>
        </p:txBody>
      </p:sp>
      <p:cxnSp>
        <p:nvCxnSpPr>
          <p:cNvPr id="12" name="直接连接符 11">
            <a:extLst>
              <a:ext uri="{FF2B5EF4-FFF2-40B4-BE49-F238E27FC236}">
                <a16:creationId xmlns:a16="http://schemas.microsoft.com/office/drawing/2014/main" id="{DBFA0F3A-71F2-4CFF-9848-003D93744202}"/>
              </a:ext>
            </a:extLst>
          </p:cNvPr>
          <p:cNvCxnSpPr>
            <a:cxnSpLocks/>
            <a:stCxn id="6" idx="1"/>
          </p:cNvCxnSpPr>
          <p:nvPr/>
        </p:nvCxnSpPr>
        <p:spPr>
          <a:xfrm flipH="1">
            <a:off x="1806511" y="2480544"/>
            <a:ext cx="528822" cy="0"/>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grpSp>
        <p:nvGrpSpPr>
          <p:cNvPr id="10" name="组合 9">
            <a:extLst>
              <a:ext uri="{FF2B5EF4-FFF2-40B4-BE49-F238E27FC236}">
                <a16:creationId xmlns:a16="http://schemas.microsoft.com/office/drawing/2014/main" id="{63BC7B38-2CBC-4DF3-9610-16BEDF36A04D}"/>
              </a:ext>
            </a:extLst>
          </p:cNvPr>
          <p:cNvGrpSpPr/>
          <p:nvPr/>
        </p:nvGrpSpPr>
        <p:grpSpPr>
          <a:xfrm>
            <a:off x="1346499" y="2093987"/>
            <a:ext cx="536483" cy="537456"/>
            <a:chOff x="1294129" y="3886615"/>
            <a:chExt cx="536483" cy="537456"/>
          </a:xfrm>
        </p:grpSpPr>
        <p:pic>
          <p:nvPicPr>
            <p:cNvPr id="67" name="图形 10">
              <a:extLst>
                <a:ext uri="{FF2B5EF4-FFF2-40B4-BE49-F238E27FC236}">
                  <a16:creationId xmlns:a16="http://schemas.microsoft.com/office/drawing/2014/main" id="{45F06463-8405-4563-A327-32BA2E1AEDAA}"/>
                </a:ext>
              </a:extLst>
            </p:cNvPr>
            <p:cNvPicPr>
              <a:picLocks noChangeAspect="1"/>
            </p:cNvPicPr>
            <p:nvPr/>
          </p:nvPicPr>
          <p:blipFill>
            <a:blip r:embed="rId3">
              <a:extLst>
                <a:ext uri="{28A0092B-C50C-407E-A947-70E740481C1C}">
                  <a14:useLocalDpi xmlns:a14="http://schemas.microsoft.com/office/drawing/2010/main" val="0"/>
                </a:ext>
                <a:ext uri="{96DAC541-7B7A-43D3-8B79-37D633B846F1}">
                  <asvg:svgBlip xmlns:asvg="http://schemas.microsoft.com/office/drawing/2016/SVG/main" r:embed="rId4"/>
                </a:ext>
              </a:extLst>
            </a:blip>
            <a:stretch>
              <a:fillRect/>
            </a:stretch>
          </p:blipFill>
          <p:spPr>
            <a:xfrm>
              <a:off x="1294129" y="3905179"/>
              <a:ext cx="536483" cy="518892"/>
            </a:xfrm>
            <a:prstGeom prst="rect">
              <a:avLst/>
            </a:prstGeom>
          </p:spPr>
        </p:pic>
        <p:sp>
          <p:nvSpPr>
            <p:cNvPr id="9" name="文本框 8">
              <a:extLst>
                <a:ext uri="{FF2B5EF4-FFF2-40B4-BE49-F238E27FC236}">
                  <a16:creationId xmlns:a16="http://schemas.microsoft.com/office/drawing/2014/main" id="{31B65486-C583-4300-B19F-A75330BD5614}"/>
                </a:ext>
              </a:extLst>
            </p:cNvPr>
            <p:cNvSpPr txBox="1"/>
            <p:nvPr/>
          </p:nvSpPr>
          <p:spPr>
            <a:xfrm>
              <a:off x="1513103" y="3886615"/>
              <a:ext cx="282873" cy="369332"/>
            </a:xfrm>
            <a:prstGeom prst="rect">
              <a:avLst/>
            </a:prstGeom>
            <a:noFill/>
          </p:spPr>
          <p:txBody>
            <a:bodyPr wrap="square" rtlCol="0">
              <a:spAutoFit/>
            </a:bodyPr>
            <a:lstStyle/>
            <a:p>
              <a:pPr algn="ctr"/>
              <a:r>
                <a:rPr lang="en-US" altLang="zh-CN" b="1" dirty="0">
                  <a:solidFill>
                    <a:schemeClr val="bg1"/>
                  </a:solidFill>
                </a:rPr>
                <a:t>A</a:t>
              </a:r>
              <a:endParaRPr lang="zh-CN" altLang="en-US" b="1" dirty="0">
                <a:solidFill>
                  <a:schemeClr val="bg1"/>
                </a:solidFill>
              </a:endParaRPr>
            </a:p>
          </p:txBody>
        </p:sp>
      </p:grpSp>
      <p:cxnSp>
        <p:nvCxnSpPr>
          <p:cNvPr id="73" name="直接连接符 72">
            <a:extLst>
              <a:ext uri="{FF2B5EF4-FFF2-40B4-BE49-F238E27FC236}">
                <a16:creationId xmlns:a16="http://schemas.microsoft.com/office/drawing/2014/main" id="{115D7DEF-E6F9-46D1-BC58-EF5571FC17A3}"/>
              </a:ext>
            </a:extLst>
          </p:cNvPr>
          <p:cNvCxnSpPr>
            <a:cxnSpLocks/>
          </p:cNvCxnSpPr>
          <p:nvPr/>
        </p:nvCxnSpPr>
        <p:spPr>
          <a:xfrm flipH="1">
            <a:off x="4381221" y="2462392"/>
            <a:ext cx="528822" cy="0"/>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grpSp>
        <p:nvGrpSpPr>
          <p:cNvPr id="74" name="组合 73">
            <a:extLst>
              <a:ext uri="{FF2B5EF4-FFF2-40B4-BE49-F238E27FC236}">
                <a16:creationId xmlns:a16="http://schemas.microsoft.com/office/drawing/2014/main" id="{FBE67127-FC0A-4B0D-82F5-7439870241B8}"/>
              </a:ext>
            </a:extLst>
          </p:cNvPr>
          <p:cNvGrpSpPr/>
          <p:nvPr/>
        </p:nvGrpSpPr>
        <p:grpSpPr>
          <a:xfrm>
            <a:off x="4887865" y="2100565"/>
            <a:ext cx="536483" cy="530878"/>
            <a:chOff x="1294129" y="3893193"/>
            <a:chExt cx="536483" cy="530878"/>
          </a:xfrm>
        </p:grpSpPr>
        <p:pic>
          <p:nvPicPr>
            <p:cNvPr id="75" name="图形 10">
              <a:extLst>
                <a:ext uri="{FF2B5EF4-FFF2-40B4-BE49-F238E27FC236}">
                  <a16:creationId xmlns:a16="http://schemas.microsoft.com/office/drawing/2014/main" id="{C2B92D81-47FB-493F-811F-D1C9EAB26E6E}"/>
                </a:ext>
              </a:extLst>
            </p:cNvPr>
            <p:cNvPicPr>
              <a:picLocks noChangeAspect="1"/>
            </p:cNvPicPr>
            <p:nvPr/>
          </p:nvPicPr>
          <p:blipFill>
            <a:blip r:embed="rId3">
              <a:extLst>
                <a:ext uri="{28A0092B-C50C-407E-A947-70E740481C1C}">
                  <a14:useLocalDpi xmlns:a14="http://schemas.microsoft.com/office/drawing/2010/main" val="0"/>
                </a:ext>
                <a:ext uri="{96DAC541-7B7A-43D3-8B79-37D633B846F1}">
                  <asvg:svgBlip xmlns:asvg="http://schemas.microsoft.com/office/drawing/2016/SVG/main" r:embed="rId4"/>
                </a:ext>
              </a:extLst>
            </a:blip>
            <a:stretch>
              <a:fillRect/>
            </a:stretch>
          </p:blipFill>
          <p:spPr>
            <a:xfrm>
              <a:off x="1294129" y="3905179"/>
              <a:ext cx="536483" cy="518892"/>
            </a:xfrm>
            <a:prstGeom prst="rect">
              <a:avLst/>
            </a:prstGeom>
          </p:spPr>
        </p:pic>
        <p:sp>
          <p:nvSpPr>
            <p:cNvPr id="76" name="文本框 75">
              <a:extLst>
                <a:ext uri="{FF2B5EF4-FFF2-40B4-BE49-F238E27FC236}">
                  <a16:creationId xmlns:a16="http://schemas.microsoft.com/office/drawing/2014/main" id="{4442822F-FFA9-4D5F-A5B9-E192CDA19D6A}"/>
                </a:ext>
              </a:extLst>
            </p:cNvPr>
            <p:cNvSpPr txBox="1"/>
            <p:nvPr/>
          </p:nvSpPr>
          <p:spPr>
            <a:xfrm>
              <a:off x="1513103" y="3893193"/>
              <a:ext cx="282873" cy="369332"/>
            </a:xfrm>
            <a:prstGeom prst="rect">
              <a:avLst/>
            </a:prstGeom>
            <a:noFill/>
          </p:spPr>
          <p:txBody>
            <a:bodyPr wrap="square" rtlCol="0">
              <a:spAutoFit/>
            </a:bodyPr>
            <a:lstStyle/>
            <a:p>
              <a:pPr algn="ctr"/>
              <a:r>
                <a:rPr lang="en-US" altLang="zh-CN" b="1" dirty="0">
                  <a:solidFill>
                    <a:schemeClr val="bg1"/>
                  </a:solidFill>
                </a:rPr>
                <a:t>B</a:t>
              </a:r>
              <a:endParaRPr lang="zh-CN" altLang="en-US" b="1" dirty="0">
                <a:solidFill>
                  <a:schemeClr val="bg1"/>
                </a:solidFill>
              </a:endParaRPr>
            </a:p>
          </p:txBody>
        </p:sp>
      </p:grpSp>
      <p:cxnSp>
        <p:nvCxnSpPr>
          <p:cNvPr id="77" name="直接连接符 76">
            <a:extLst>
              <a:ext uri="{FF2B5EF4-FFF2-40B4-BE49-F238E27FC236}">
                <a16:creationId xmlns:a16="http://schemas.microsoft.com/office/drawing/2014/main" id="{D5BE263A-D3ED-4FD3-8A96-0F9DD5E1AA52}"/>
              </a:ext>
            </a:extLst>
          </p:cNvPr>
          <p:cNvCxnSpPr>
            <a:cxnSpLocks/>
          </p:cNvCxnSpPr>
          <p:nvPr/>
        </p:nvCxnSpPr>
        <p:spPr>
          <a:xfrm flipH="1">
            <a:off x="4374128" y="3269147"/>
            <a:ext cx="528822" cy="0"/>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grpSp>
        <p:nvGrpSpPr>
          <p:cNvPr id="78" name="组合 77">
            <a:extLst>
              <a:ext uri="{FF2B5EF4-FFF2-40B4-BE49-F238E27FC236}">
                <a16:creationId xmlns:a16="http://schemas.microsoft.com/office/drawing/2014/main" id="{1EA99009-D328-411E-A10D-5FA9ECDB9CA0}"/>
              </a:ext>
            </a:extLst>
          </p:cNvPr>
          <p:cNvGrpSpPr/>
          <p:nvPr/>
        </p:nvGrpSpPr>
        <p:grpSpPr>
          <a:xfrm>
            <a:off x="4880772" y="2919306"/>
            <a:ext cx="536483" cy="518892"/>
            <a:chOff x="1294129" y="3905179"/>
            <a:chExt cx="536483" cy="518892"/>
          </a:xfrm>
        </p:grpSpPr>
        <p:pic>
          <p:nvPicPr>
            <p:cNvPr id="79" name="图形 10">
              <a:extLst>
                <a:ext uri="{FF2B5EF4-FFF2-40B4-BE49-F238E27FC236}">
                  <a16:creationId xmlns:a16="http://schemas.microsoft.com/office/drawing/2014/main" id="{1C0E463B-3EB1-486A-9E01-44D1FF6D89D3}"/>
                </a:ext>
              </a:extLst>
            </p:cNvPr>
            <p:cNvPicPr>
              <a:picLocks noChangeAspect="1"/>
            </p:cNvPicPr>
            <p:nvPr/>
          </p:nvPicPr>
          <p:blipFill>
            <a:blip r:embed="rId3">
              <a:extLst>
                <a:ext uri="{28A0092B-C50C-407E-A947-70E740481C1C}">
                  <a14:useLocalDpi xmlns:a14="http://schemas.microsoft.com/office/drawing/2010/main" val="0"/>
                </a:ext>
                <a:ext uri="{96DAC541-7B7A-43D3-8B79-37D633B846F1}">
                  <asvg:svgBlip xmlns:asvg="http://schemas.microsoft.com/office/drawing/2016/SVG/main" r:embed="rId4"/>
                </a:ext>
              </a:extLst>
            </a:blip>
            <a:stretch>
              <a:fillRect/>
            </a:stretch>
          </p:blipFill>
          <p:spPr>
            <a:xfrm>
              <a:off x="1294129" y="3905179"/>
              <a:ext cx="536483" cy="518892"/>
            </a:xfrm>
            <a:prstGeom prst="rect">
              <a:avLst/>
            </a:prstGeom>
          </p:spPr>
        </p:pic>
        <p:sp>
          <p:nvSpPr>
            <p:cNvPr id="80" name="文本框 79">
              <a:extLst>
                <a:ext uri="{FF2B5EF4-FFF2-40B4-BE49-F238E27FC236}">
                  <a16:creationId xmlns:a16="http://schemas.microsoft.com/office/drawing/2014/main" id="{9A5553E3-E24C-43E5-AD1D-F04A9945A7DA}"/>
                </a:ext>
              </a:extLst>
            </p:cNvPr>
            <p:cNvSpPr txBox="1"/>
            <p:nvPr/>
          </p:nvSpPr>
          <p:spPr>
            <a:xfrm>
              <a:off x="1513103" y="3906349"/>
              <a:ext cx="282873" cy="369332"/>
            </a:xfrm>
            <a:prstGeom prst="rect">
              <a:avLst/>
            </a:prstGeom>
            <a:noFill/>
          </p:spPr>
          <p:txBody>
            <a:bodyPr wrap="square" rtlCol="0">
              <a:spAutoFit/>
            </a:bodyPr>
            <a:lstStyle/>
            <a:p>
              <a:pPr algn="ctr"/>
              <a:r>
                <a:rPr lang="en-US" altLang="zh-CN" b="1" dirty="0">
                  <a:solidFill>
                    <a:schemeClr val="bg1"/>
                  </a:solidFill>
                </a:rPr>
                <a:t>C</a:t>
              </a:r>
              <a:endParaRPr lang="zh-CN" altLang="en-US" b="1" dirty="0">
                <a:solidFill>
                  <a:schemeClr val="bg1"/>
                </a:solidFill>
              </a:endParaRPr>
            </a:p>
          </p:txBody>
        </p:sp>
      </p:grpSp>
      <p:cxnSp>
        <p:nvCxnSpPr>
          <p:cNvPr id="81" name="直接连接符 80">
            <a:extLst>
              <a:ext uri="{FF2B5EF4-FFF2-40B4-BE49-F238E27FC236}">
                <a16:creationId xmlns:a16="http://schemas.microsoft.com/office/drawing/2014/main" id="{1DE18D0D-FA84-468C-88EC-0894FBE0A472}"/>
              </a:ext>
            </a:extLst>
          </p:cNvPr>
          <p:cNvCxnSpPr>
            <a:cxnSpLocks/>
          </p:cNvCxnSpPr>
          <p:nvPr/>
        </p:nvCxnSpPr>
        <p:spPr>
          <a:xfrm flipH="1">
            <a:off x="1799674" y="4041373"/>
            <a:ext cx="528822" cy="0"/>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grpSp>
        <p:nvGrpSpPr>
          <p:cNvPr id="82" name="组合 81">
            <a:extLst>
              <a:ext uri="{FF2B5EF4-FFF2-40B4-BE49-F238E27FC236}">
                <a16:creationId xmlns:a16="http://schemas.microsoft.com/office/drawing/2014/main" id="{39E8F369-ACAF-4BD0-9787-2A00718106C4}"/>
              </a:ext>
            </a:extLst>
          </p:cNvPr>
          <p:cNvGrpSpPr/>
          <p:nvPr/>
        </p:nvGrpSpPr>
        <p:grpSpPr>
          <a:xfrm>
            <a:off x="1339662" y="3654816"/>
            <a:ext cx="536483" cy="537456"/>
            <a:chOff x="1294129" y="3886615"/>
            <a:chExt cx="536483" cy="537456"/>
          </a:xfrm>
        </p:grpSpPr>
        <p:pic>
          <p:nvPicPr>
            <p:cNvPr id="83" name="图形 10">
              <a:extLst>
                <a:ext uri="{FF2B5EF4-FFF2-40B4-BE49-F238E27FC236}">
                  <a16:creationId xmlns:a16="http://schemas.microsoft.com/office/drawing/2014/main" id="{2AED5D4D-D322-49AC-8726-DDFA26108309}"/>
                </a:ext>
              </a:extLst>
            </p:cNvPr>
            <p:cNvPicPr>
              <a:picLocks noChangeAspect="1"/>
            </p:cNvPicPr>
            <p:nvPr/>
          </p:nvPicPr>
          <p:blipFill>
            <a:blip r:embed="rId3">
              <a:extLst>
                <a:ext uri="{28A0092B-C50C-407E-A947-70E740481C1C}">
                  <a14:useLocalDpi xmlns:a14="http://schemas.microsoft.com/office/drawing/2010/main" val="0"/>
                </a:ext>
                <a:ext uri="{96DAC541-7B7A-43D3-8B79-37D633B846F1}">
                  <asvg:svgBlip xmlns:asvg="http://schemas.microsoft.com/office/drawing/2016/SVG/main" r:embed="rId4"/>
                </a:ext>
              </a:extLst>
            </a:blip>
            <a:stretch>
              <a:fillRect/>
            </a:stretch>
          </p:blipFill>
          <p:spPr>
            <a:xfrm>
              <a:off x="1294129" y="3905179"/>
              <a:ext cx="536483" cy="518892"/>
            </a:xfrm>
            <a:prstGeom prst="rect">
              <a:avLst/>
            </a:prstGeom>
          </p:spPr>
        </p:pic>
        <p:sp>
          <p:nvSpPr>
            <p:cNvPr id="84" name="文本框 83">
              <a:extLst>
                <a:ext uri="{FF2B5EF4-FFF2-40B4-BE49-F238E27FC236}">
                  <a16:creationId xmlns:a16="http://schemas.microsoft.com/office/drawing/2014/main" id="{D6E8AB40-1534-4F9B-A4B5-1E0C383C7042}"/>
                </a:ext>
              </a:extLst>
            </p:cNvPr>
            <p:cNvSpPr txBox="1"/>
            <p:nvPr/>
          </p:nvSpPr>
          <p:spPr>
            <a:xfrm>
              <a:off x="1513103" y="3886615"/>
              <a:ext cx="282873" cy="369332"/>
            </a:xfrm>
            <a:prstGeom prst="rect">
              <a:avLst/>
            </a:prstGeom>
            <a:noFill/>
          </p:spPr>
          <p:txBody>
            <a:bodyPr wrap="square" rtlCol="0">
              <a:spAutoFit/>
            </a:bodyPr>
            <a:lstStyle/>
            <a:p>
              <a:pPr algn="ctr"/>
              <a:r>
                <a:rPr lang="en-US" altLang="zh-CN" b="1" dirty="0">
                  <a:solidFill>
                    <a:schemeClr val="bg1"/>
                  </a:solidFill>
                </a:rPr>
                <a:t>D</a:t>
              </a:r>
              <a:endParaRPr lang="zh-CN" altLang="en-US" b="1" dirty="0">
                <a:solidFill>
                  <a:schemeClr val="bg1"/>
                </a:solidFill>
              </a:endParaRPr>
            </a:p>
          </p:txBody>
        </p:sp>
      </p:grpSp>
      <p:cxnSp>
        <p:nvCxnSpPr>
          <p:cNvPr id="86" name="直接连接符 85">
            <a:extLst>
              <a:ext uri="{FF2B5EF4-FFF2-40B4-BE49-F238E27FC236}">
                <a16:creationId xmlns:a16="http://schemas.microsoft.com/office/drawing/2014/main" id="{A2853C4D-6C9A-499F-9DD6-045299199F56}"/>
              </a:ext>
            </a:extLst>
          </p:cNvPr>
          <p:cNvCxnSpPr>
            <a:cxnSpLocks/>
          </p:cNvCxnSpPr>
          <p:nvPr/>
        </p:nvCxnSpPr>
        <p:spPr>
          <a:xfrm flipH="1">
            <a:off x="1799674" y="3255555"/>
            <a:ext cx="528822" cy="0"/>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sp>
        <p:nvSpPr>
          <p:cNvPr id="47" name="íşlïḍè">
            <a:extLst>
              <a:ext uri="{FF2B5EF4-FFF2-40B4-BE49-F238E27FC236}">
                <a16:creationId xmlns:a16="http://schemas.microsoft.com/office/drawing/2014/main" id="{CE9ECE2D-481B-403C-8226-78E1015AAC29}"/>
              </a:ext>
            </a:extLst>
          </p:cNvPr>
          <p:cNvSpPr txBox="1"/>
          <p:nvPr/>
        </p:nvSpPr>
        <p:spPr>
          <a:xfrm>
            <a:off x="2335330" y="1698216"/>
            <a:ext cx="2052727" cy="319332"/>
          </a:xfrm>
          <a:prstGeom prst="rect">
            <a:avLst/>
          </a:prstGeom>
          <a:noFill/>
        </p:spPr>
        <p:txBody>
          <a:bodyPr wrap="square" lIns="91440" tIns="45720" rIns="91440" bIns="45720" anchor="ctr">
            <a:noAutofit/>
          </a:bodyPr>
          <a:lstStyle/>
          <a:p>
            <a:pPr algn="ctr"/>
            <a:r>
              <a:rPr lang="zh-CN" altLang="en-US" b="1" dirty="0">
                <a:latin typeface="Arial Narrow" panose="020B0606020202030204" pitchFamily="34" charset="0"/>
              </a:rPr>
              <a:t>交换机</a:t>
            </a:r>
            <a:r>
              <a:rPr lang="en-US" altLang="zh-CN" b="1" dirty="0">
                <a:latin typeface="Arial Narrow" panose="020B0606020202030204" pitchFamily="34" charset="0"/>
              </a:rPr>
              <a:t>1</a:t>
            </a:r>
            <a:endParaRPr lang="zh-CN" altLang="en-US" b="1" dirty="0">
              <a:latin typeface="Arial Narrow" panose="020B0606020202030204" pitchFamily="34" charset="0"/>
            </a:endParaRPr>
          </a:p>
        </p:txBody>
      </p:sp>
      <p:sp>
        <p:nvSpPr>
          <p:cNvPr id="50" name="矩形 49">
            <a:extLst>
              <a:ext uri="{FF2B5EF4-FFF2-40B4-BE49-F238E27FC236}">
                <a16:creationId xmlns:a16="http://schemas.microsoft.com/office/drawing/2014/main" id="{39F943B1-A8B6-4240-9B16-2EF652DE17AB}"/>
              </a:ext>
            </a:extLst>
          </p:cNvPr>
          <p:cNvSpPr/>
          <p:nvPr/>
        </p:nvSpPr>
        <p:spPr>
          <a:xfrm>
            <a:off x="8693775" y="2024126"/>
            <a:ext cx="2045888" cy="2466594"/>
          </a:xfrm>
          <a:prstGeom prst="rect">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51" name="矩形 50">
            <a:extLst>
              <a:ext uri="{FF2B5EF4-FFF2-40B4-BE49-F238E27FC236}">
                <a16:creationId xmlns:a16="http://schemas.microsoft.com/office/drawing/2014/main" id="{E91D1F6E-10CC-4E03-BFA6-4753D7E645C6}"/>
              </a:ext>
            </a:extLst>
          </p:cNvPr>
          <p:cNvSpPr/>
          <p:nvPr/>
        </p:nvSpPr>
        <p:spPr>
          <a:xfrm>
            <a:off x="8693775" y="2339107"/>
            <a:ext cx="282873" cy="282873"/>
          </a:xfrm>
          <a:prstGeom prst="rect">
            <a:avLst/>
          </a:prstGeom>
          <a:solidFill>
            <a:schemeClr val="bg2">
              <a:lumMod val="90000"/>
            </a:schemeClr>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CN" sz="2000" b="1" dirty="0">
                <a:solidFill>
                  <a:schemeClr val="tx1"/>
                </a:solidFill>
                <a:latin typeface="Arial Black" panose="020B0A04020102020204" pitchFamily="34" charset="0"/>
              </a:rPr>
              <a:t>1</a:t>
            </a:r>
            <a:endParaRPr lang="zh-CN" altLang="en-US" sz="2000" b="1" dirty="0">
              <a:solidFill>
                <a:schemeClr val="tx1"/>
              </a:solidFill>
              <a:latin typeface="Arial Black" panose="020B0A04020102020204" pitchFamily="34" charset="0"/>
            </a:endParaRPr>
          </a:p>
        </p:txBody>
      </p:sp>
      <p:sp>
        <p:nvSpPr>
          <p:cNvPr id="58" name="矩形 57">
            <a:extLst>
              <a:ext uri="{FF2B5EF4-FFF2-40B4-BE49-F238E27FC236}">
                <a16:creationId xmlns:a16="http://schemas.microsoft.com/office/drawing/2014/main" id="{8659FEA0-5940-431E-9AE4-6ED0A939036F}"/>
              </a:ext>
            </a:extLst>
          </p:cNvPr>
          <p:cNvSpPr/>
          <p:nvPr/>
        </p:nvSpPr>
        <p:spPr>
          <a:xfrm>
            <a:off x="8693775" y="3115987"/>
            <a:ext cx="282873" cy="282873"/>
          </a:xfrm>
          <a:prstGeom prst="rect">
            <a:avLst/>
          </a:prstGeom>
          <a:solidFill>
            <a:schemeClr val="bg2">
              <a:lumMod val="90000"/>
            </a:schemeClr>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CN" sz="2000" b="1" dirty="0">
                <a:solidFill>
                  <a:schemeClr val="tx1"/>
                </a:solidFill>
                <a:latin typeface="Arial Black" panose="020B0A04020102020204" pitchFamily="34" charset="0"/>
              </a:rPr>
              <a:t>2</a:t>
            </a:r>
            <a:endParaRPr lang="zh-CN" altLang="en-US" sz="2000" b="1" dirty="0">
              <a:solidFill>
                <a:schemeClr val="tx1"/>
              </a:solidFill>
              <a:latin typeface="Arial Black" panose="020B0A04020102020204" pitchFamily="34" charset="0"/>
            </a:endParaRPr>
          </a:p>
        </p:txBody>
      </p:sp>
      <p:sp>
        <p:nvSpPr>
          <p:cNvPr id="59" name="矩形 58">
            <a:extLst>
              <a:ext uri="{FF2B5EF4-FFF2-40B4-BE49-F238E27FC236}">
                <a16:creationId xmlns:a16="http://schemas.microsoft.com/office/drawing/2014/main" id="{D2CE76F7-91C6-4E7C-812D-8745F2663158}"/>
              </a:ext>
            </a:extLst>
          </p:cNvPr>
          <p:cNvSpPr/>
          <p:nvPr/>
        </p:nvSpPr>
        <p:spPr>
          <a:xfrm>
            <a:off x="8693775" y="3892866"/>
            <a:ext cx="282873" cy="282873"/>
          </a:xfrm>
          <a:prstGeom prst="rect">
            <a:avLst/>
          </a:prstGeom>
          <a:solidFill>
            <a:schemeClr val="bg2">
              <a:lumMod val="90000"/>
            </a:schemeClr>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CN" sz="2000" b="1" dirty="0">
                <a:solidFill>
                  <a:schemeClr val="tx1"/>
                </a:solidFill>
                <a:latin typeface="Arial Black" panose="020B0A04020102020204" pitchFamily="34" charset="0"/>
              </a:rPr>
              <a:t>3</a:t>
            </a:r>
            <a:endParaRPr lang="zh-CN" altLang="en-US" sz="2000" b="1" dirty="0">
              <a:solidFill>
                <a:schemeClr val="tx1"/>
              </a:solidFill>
              <a:latin typeface="Arial Black" panose="020B0A04020102020204" pitchFamily="34" charset="0"/>
            </a:endParaRPr>
          </a:p>
        </p:txBody>
      </p:sp>
      <p:sp>
        <p:nvSpPr>
          <p:cNvPr id="65" name="矩形 64">
            <a:extLst>
              <a:ext uri="{FF2B5EF4-FFF2-40B4-BE49-F238E27FC236}">
                <a16:creationId xmlns:a16="http://schemas.microsoft.com/office/drawing/2014/main" id="{D1FC2637-75B0-41BB-B3A7-B04146DC8E1E}"/>
              </a:ext>
            </a:extLst>
          </p:cNvPr>
          <p:cNvSpPr/>
          <p:nvPr/>
        </p:nvSpPr>
        <p:spPr>
          <a:xfrm>
            <a:off x="10456793" y="2339107"/>
            <a:ext cx="282873" cy="282873"/>
          </a:xfrm>
          <a:prstGeom prst="rect">
            <a:avLst/>
          </a:prstGeom>
          <a:solidFill>
            <a:schemeClr val="bg2">
              <a:lumMod val="90000"/>
            </a:schemeClr>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CN" sz="2000" b="1" dirty="0">
                <a:solidFill>
                  <a:schemeClr val="tx1"/>
                </a:solidFill>
                <a:latin typeface="Arial Black" panose="020B0A04020102020204" pitchFamily="34" charset="0"/>
              </a:rPr>
              <a:t>4</a:t>
            </a:r>
            <a:endParaRPr lang="zh-CN" altLang="en-US" sz="2000" b="1" dirty="0">
              <a:solidFill>
                <a:schemeClr val="tx1"/>
              </a:solidFill>
              <a:latin typeface="Arial Black" panose="020B0A04020102020204" pitchFamily="34" charset="0"/>
            </a:endParaRPr>
          </a:p>
        </p:txBody>
      </p:sp>
      <p:sp>
        <p:nvSpPr>
          <p:cNvPr id="66" name="矩形 65">
            <a:extLst>
              <a:ext uri="{FF2B5EF4-FFF2-40B4-BE49-F238E27FC236}">
                <a16:creationId xmlns:a16="http://schemas.microsoft.com/office/drawing/2014/main" id="{A64F2398-89C2-45BA-A493-D3052E2C8BF2}"/>
              </a:ext>
            </a:extLst>
          </p:cNvPr>
          <p:cNvSpPr/>
          <p:nvPr/>
        </p:nvSpPr>
        <p:spPr>
          <a:xfrm>
            <a:off x="10456793" y="3115987"/>
            <a:ext cx="282873" cy="282873"/>
          </a:xfrm>
          <a:prstGeom prst="rect">
            <a:avLst/>
          </a:prstGeom>
          <a:solidFill>
            <a:schemeClr val="bg2">
              <a:lumMod val="90000"/>
            </a:schemeClr>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CN" sz="2000" b="1" dirty="0">
                <a:solidFill>
                  <a:schemeClr val="tx1"/>
                </a:solidFill>
                <a:latin typeface="Arial Black" panose="020B0A04020102020204" pitchFamily="34" charset="0"/>
              </a:rPr>
              <a:t>5</a:t>
            </a:r>
            <a:endParaRPr lang="zh-CN" altLang="en-US" sz="2000" b="1" dirty="0">
              <a:solidFill>
                <a:schemeClr val="tx1"/>
              </a:solidFill>
              <a:latin typeface="Arial Black" panose="020B0A04020102020204" pitchFamily="34" charset="0"/>
            </a:endParaRPr>
          </a:p>
        </p:txBody>
      </p:sp>
      <p:sp>
        <p:nvSpPr>
          <p:cNvPr id="68" name="矩形 67">
            <a:extLst>
              <a:ext uri="{FF2B5EF4-FFF2-40B4-BE49-F238E27FC236}">
                <a16:creationId xmlns:a16="http://schemas.microsoft.com/office/drawing/2014/main" id="{01171603-B5D8-418F-8CA4-AC646CD1CBFF}"/>
              </a:ext>
            </a:extLst>
          </p:cNvPr>
          <p:cNvSpPr/>
          <p:nvPr/>
        </p:nvSpPr>
        <p:spPr>
          <a:xfrm>
            <a:off x="10456793" y="3892866"/>
            <a:ext cx="282873" cy="282873"/>
          </a:xfrm>
          <a:prstGeom prst="rect">
            <a:avLst/>
          </a:prstGeom>
          <a:solidFill>
            <a:schemeClr val="bg2">
              <a:lumMod val="90000"/>
            </a:schemeClr>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CN" sz="2000" b="1" dirty="0">
                <a:solidFill>
                  <a:schemeClr val="tx1"/>
                </a:solidFill>
                <a:latin typeface="Arial Black" panose="020B0A04020102020204" pitchFamily="34" charset="0"/>
              </a:rPr>
              <a:t>6</a:t>
            </a:r>
            <a:endParaRPr lang="zh-CN" altLang="en-US" sz="2000" b="1" dirty="0">
              <a:solidFill>
                <a:schemeClr val="tx1"/>
              </a:solidFill>
              <a:latin typeface="Arial Black" panose="020B0A04020102020204" pitchFamily="34" charset="0"/>
            </a:endParaRPr>
          </a:p>
        </p:txBody>
      </p:sp>
      <p:cxnSp>
        <p:nvCxnSpPr>
          <p:cNvPr id="69" name="直接连接符 68">
            <a:extLst>
              <a:ext uri="{FF2B5EF4-FFF2-40B4-BE49-F238E27FC236}">
                <a16:creationId xmlns:a16="http://schemas.microsoft.com/office/drawing/2014/main" id="{09C61A9B-67B1-414B-8956-F5364361FE6D}"/>
              </a:ext>
            </a:extLst>
          </p:cNvPr>
          <p:cNvCxnSpPr>
            <a:cxnSpLocks/>
            <a:stCxn id="51" idx="1"/>
          </p:cNvCxnSpPr>
          <p:nvPr/>
        </p:nvCxnSpPr>
        <p:spPr>
          <a:xfrm flipH="1">
            <a:off x="8164953" y="2480544"/>
            <a:ext cx="528822" cy="0"/>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grpSp>
        <p:nvGrpSpPr>
          <p:cNvPr id="70" name="组合 69">
            <a:extLst>
              <a:ext uri="{FF2B5EF4-FFF2-40B4-BE49-F238E27FC236}">
                <a16:creationId xmlns:a16="http://schemas.microsoft.com/office/drawing/2014/main" id="{149125E7-9CB8-4907-8446-D0623405D475}"/>
              </a:ext>
            </a:extLst>
          </p:cNvPr>
          <p:cNvGrpSpPr/>
          <p:nvPr/>
        </p:nvGrpSpPr>
        <p:grpSpPr>
          <a:xfrm>
            <a:off x="7704941" y="2107143"/>
            <a:ext cx="536483" cy="524300"/>
            <a:chOff x="1294129" y="3899771"/>
            <a:chExt cx="536483" cy="524300"/>
          </a:xfrm>
        </p:grpSpPr>
        <p:pic>
          <p:nvPicPr>
            <p:cNvPr id="71" name="图形 10">
              <a:extLst>
                <a:ext uri="{FF2B5EF4-FFF2-40B4-BE49-F238E27FC236}">
                  <a16:creationId xmlns:a16="http://schemas.microsoft.com/office/drawing/2014/main" id="{6F9B41C5-B2BE-4DFE-B782-38D1C38CF96B}"/>
                </a:ext>
              </a:extLst>
            </p:cNvPr>
            <p:cNvPicPr>
              <a:picLocks noChangeAspect="1"/>
            </p:cNvPicPr>
            <p:nvPr/>
          </p:nvPicPr>
          <p:blipFill>
            <a:blip r:embed="rId3">
              <a:extLst>
                <a:ext uri="{28A0092B-C50C-407E-A947-70E740481C1C}">
                  <a14:useLocalDpi xmlns:a14="http://schemas.microsoft.com/office/drawing/2010/main" val="0"/>
                </a:ext>
                <a:ext uri="{96DAC541-7B7A-43D3-8B79-37D633B846F1}">
                  <asvg:svgBlip xmlns:asvg="http://schemas.microsoft.com/office/drawing/2016/SVG/main" r:embed="rId4"/>
                </a:ext>
              </a:extLst>
            </a:blip>
            <a:stretch>
              <a:fillRect/>
            </a:stretch>
          </p:blipFill>
          <p:spPr>
            <a:xfrm>
              <a:off x="1294129" y="3905179"/>
              <a:ext cx="536483" cy="518892"/>
            </a:xfrm>
            <a:prstGeom prst="rect">
              <a:avLst/>
            </a:prstGeom>
          </p:spPr>
        </p:pic>
        <p:sp>
          <p:nvSpPr>
            <p:cNvPr id="72" name="文本框 71">
              <a:extLst>
                <a:ext uri="{FF2B5EF4-FFF2-40B4-BE49-F238E27FC236}">
                  <a16:creationId xmlns:a16="http://schemas.microsoft.com/office/drawing/2014/main" id="{E174E632-514B-40EC-BBC6-74BA6422CCDC}"/>
                </a:ext>
              </a:extLst>
            </p:cNvPr>
            <p:cNvSpPr txBox="1"/>
            <p:nvPr/>
          </p:nvSpPr>
          <p:spPr>
            <a:xfrm>
              <a:off x="1513103" y="3899771"/>
              <a:ext cx="282873" cy="369332"/>
            </a:xfrm>
            <a:prstGeom prst="rect">
              <a:avLst/>
            </a:prstGeom>
            <a:noFill/>
          </p:spPr>
          <p:txBody>
            <a:bodyPr wrap="square" rtlCol="0">
              <a:spAutoFit/>
            </a:bodyPr>
            <a:lstStyle/>
            <a:p>
              <a:pPr algn="ctr"/>
              <a:r>
                <a:rPr lang="en-US" altLang="zh-CN" b="1" dirty="0">
                  <a:solidFill>
                    <a:schemeClr val="bg1"/>
                  </a:solidFill>
                </a:rPr>
                <a:t>F</a:t>
              </a:r>
              <a:endParaRPr lang="zh-CN" altLang="en-US" b="1" dirty="0">
                <a:solidFill>
                  <a:schemeClr val="bg1"/>
                </a:solidFill>
              </a:endParaRPr>
            </a:p>
          </p:txBody>
        </p:sp>
      </p:grpSp>
      <p:cxnSp>
        <p:nvCxnSpPr>
          <p:cNvPr id="87" name="直接连接符 86">
            <a:extLst>
              <a:ext uri="{FF2B5EF4-FFF2-40B4-BE49-F238E27FC236}">
                <a16:creationId xmlns:a16="http://schemas.microsoft.com/office/drawing/2014/main" id="{5DD2A7E9-FB59-4AA8-9E81-D236C207148B}"/>
              </a:ext>
            </a:extLst>
          </p:cNvPr>
          <p:cNvCxnSpPr>
            <a:cxnSpLocks/>
          </p:cNvCxnSpPr>
          <p:nvPr/>
        </p:nvCxnSpPr>
        <p:spPr>
          <a:xfrm flipH="1">
            <a:off x="10739663" y="2462392"/>
            <a:ext cx="528822" cy="0"/>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grpSp>
        <p:nvGrpSpPr>
          <p:cNvPr id="89" name="组合 88">
            <a:extLst>
              <a:ext uri="{FF2B5EF4-FFF2-40B4-BE49-F238E27FC236}">
                <a16:creationId xmlns:a16="http://schemas.microsoft.com/office/drawing/2014/main" id="{B97EF925-C4D4-4606-B9AB-7351355175BC}"/>
              </a:ext>
            </a:extLst>
          </p:cNvPr>
          <p:cNvGrpSpPr/>
          <p:nvPr/>
        </p:nvGrpSpPr>
        <p:grpSpPr>
          <a:xfrm>
            <a:off x="11246307" y="2100565"/>
            <a:ext cx="536483" cy="530878"/>
            <a:chOff x="1294129" y="3893193"/>
            <a:chExt cx="536483" cy="530878"/>
          </a:xfrm>
        </p:grpSpPr>
        <p:pic>
          <p:nvPicPr>
            <p:cNvPr id="91" name="图形 10">
              <a:extLst>
                <a:ext uri="{FF2B5EF4-FFF2-40B4-BE49-F238E27FC236}">
                  <a16:creationId xmlns:a16="http://schemas.microsoft.com/office/drawing/2014/main" id="{94A93396-3D04-4F43-8F90-0A8B1D8D56F8}"/>
                </a:ext>
              </a:extLst>
            </p:cNvPr>
            <p:cNvPicPr>
              <a:picLocks noChangeAspect="1"/>
            </p:cNvPicPr>
            <p:nvPr/>
          </p:nvPicPr>
          <p:blipFill>
            <a:blip r:embed="rId3">
              <a:extLst>
                <a:ext uri="{28A0092B-C50C-407E-A947-70E740481C1C}">
                  <a14:useLocalDpi xmlns:a14="http://schemas.microsoft.com/office/drawing/2010/main" val="0"/>
                </a:ext>
                <a:ext uri="{96DAC541-7B7A-43D3-8B79-37D633B846F1}">
                  <asvg:svgBlip xmlns:asvg="http://schemas.microsoft.com/office/drawing/2016/SVG/main" r:embed="rId4"/>
                </a:ext>
              </a:extLst>
            </a:blip>
            <a:stretch>
              <a:fillRect/>
            </a:stretch>
          </p:blipFill>
          <p:spPr>
            <a:xfrm>
              <a:off x="1294129" y="3905179"/>
              <a:ext cx="536483" cy="518892"/>
            </a:xfrm>
            <a:prstGeom prst="rect">
              <a:avLst/>
            </a:prstGeom>
          </p:spPr>
        </p:pic>
        <p:sp>
          <p:nvSpPr>
            <p:cNvPr id="92" name="文本框 91">
              <a:extLst>
                <a:ext uri="{FF2B5EF4-FFF2-40B4-BE49-F238E27FC236}">
                  <a16:creationId xmlns:a16="http://schemas.microsoft.com/office/drawing/2014/main" id="{8844F2EE-F11D-4E1D-870F-D623613041CC}"/>
                </a:ext>
              </a:extLst>
            </p:cNvPr>
            <p:cNvSpPr txBox="1"/>
            <p:nvPr/>
          </p:nvSpPr>
          <p:spPr>
            <a:xfrm>
              <a:off x="1513103" y="3893193"/>
              <a:ext cx="282873" cy="369332"/>
            </a:xfrm>
            <a:prstGeom prst="rect">
              <a:avLst/>
            </a:prstGeom>
            <a:noFill/>
          </p:spPr>
          <p:txBody>
            <a:bodyPr wrap="square" rtlCol="0">
              <a:spAutoFit/>
            </a:bodyPr>
            <a:lstStyle/>
            <a:p>
              <a:pPr algn="ctr"/>
              <a:r>
                <a:rPr lang="en-US" altLang="zh-CN" b="1" dirty="0">
                  <a:solidFill>
                    <a:schemeClr val="bg1"/>
                  </a:solidFill>
                </a:rPr>
                <a:t>H</a:t>
              </a:r>
              <a:endParaRPr lang="zh-CN" altLang="en-US" b="1" dirty="0">
                <a:solidFill>
                  <a:schemeClr val="bg1"/>
                </a:solidFill>
              </a:endParaRPr>
            </a:p>
          </p:txBody>
        </p:sp>
      </p:grpSp>
      <p:cxnSp>
        <p:nvCxnSpPr>
          <p:cNvPr id="93" name="直接连接符 92">
            <a:extLst>
              <a:ext uri="{FF2B5EF4-FFF2-40B4-BE49-F238E27FC236}">
                <a16:creationId xmlns:a16="http://schemas.microsoft.com/office/drawing/2014/main" id="{EE2C3CC0-EB90-4FB7-B696-463942A4E6E5}"/>
              </a:ext>
            </a:extLst>
          </p:cNvPr>
          <p:cNvCxnSpPr>
            <a:cxnSpLocks/>
          </p:cNvCxnSpPr>
          <p:nvPr/>
        </p:nvCxnSpPr>
        <p:spPr>
          <a:xfrm flipH="1">
            <a:off x="10732570" y="3269147"/>
            <a:ext cx="528822" cy="0"/>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grpSp>
        <p:nvGrpSpPr>
          <p:cNvPr id="94" name="组合 93">
            <a:extLst>
              <a:ext uri="{FF2B5EF4-FFF2-40B4-BE49-F238E27FC236}">
                <a16:creationId xmlns:a16="http://schemas.microsoft.com/office/drawing/2014/main" id="{DD0FBA59-EF3A-40B9-9177-579D9605168D}"/>
              </a:ext>
            </a:extLst>
          </p:cNvPr>
          <p:cNvGrpSpPr/>
          <p:nvPr/>
        </p:nvGrpSpPr>
        <p:grpSpPr>
          <a:xfrm>
            <a:off x="11239214" y="2919306"/>
            <a:ext cx="536483" cy="518892"/>
            <a:chOff x="1294129" y="3905179"/>
            <a:chExt cx="536483" cy="518892"/>
          </a:xfrm>
        </p:grpSpPr>
        <p:pic>
          <p:nvPicPr>
            <p:cNvPr id="95" name="图形 10">
              <a:extLst>
                <a:ext uri="{FF2B5EF4-FFF2-40B4-BE49-F238E27FC236}">
                  <a16:creationId xmlns:a16="http://schemas.microsoft.com/office/drawing/2014/main" id="{427E0358-C44B-4B22-83E2-9B24B668ED75}"/>
                </a:ext>
              </a:extLst>
            </p:cNvPr>
            <p:cNvPicPr>
              <a:picLocks noChangeAspect="1"/>
            </p:cNvPicPr>
            <p:nvPr/>
          </p:nvPicPr>
          <p:blipFill>
            <a:blip r:embed="rId3">
              <a:extLst>
                <a:ext uri="{28A0092B-C50C-407E-A947-70E740481C1C}">
                  <a14:useLocalDpi xmlns:a14="http://schemas.microsoft.com/office/drawing/2010/main" val="0"/>
                </a:ext>
                <a:ext uri="{96DAC541-7B7A-43D3-8B79-37D633B846F1}">
                  <asvg:svgBlip xmlns:asvg="http://schemas.microsoft.com/office/drawing/2016/SVG/main" r:embed="rId4"/>
                </a:ext>
              </a:extLst>
            </a:blip>
            <a:stretch>
              <a:fillRect/>
            </a:stretch>
          </p:blipFill>
          <p:spPr>
            <a:xfrm>
              <a:off x="1294129" y="3905179"/>
              <a:ext cx="536483" cy="518892"/>
            </a:xfrm>
            <a:prstGeom prst="rect">
              <a:avLst/>
            </a:prstGeom>
          </p:spPr>
        </p:pic>
        <p:sp>
          <p:nvSpPr>
            <p:cNvPr id="96" name="文本框 95">
              <a:extLst>
                <a:ext uri="{FF2B5EF4-FFF2-40B4-BE49-F238E27FC236}">
                  <a16:creationId xmlns:a16="http://schemas.microsoft.com/office/drawing/2014/main" id="{AA9F18FE-BB50-45F0-94CB-1AD9E6508A19}"/>
                </a:ext>
              </a:extLst>
            </p:cNvPr>
            <p:cNvSpPr txBox="1"/>
            <p:nvPr/>
          </p:nvSpPr>
          <p:spPr>
            <a:xfrm>
              <a:off x="1513103" y="3906349"/>
              <a:ext cx="282873" cy="369332"/>
            </a:xfrm>
            <a:prstGeom prst="rect">
              <a:avLst/>
            </a:prstGeom>
            <a:noFill/>
          </p:spPr>
          <p:txBody>
            <a:bodyPr wrap="square" rtlCol="0">
              <a:spAutoFit/>
            </a:bodyPr>
            <a:lstStyle/>
            <a:p>
              <a:pPr algn="ctr"/>
              <a:r>
                <a:rPr lang="en-US" altLang="zh-CN" b="1" dirty="0">
                  <a:solidFill>
                    <a:schemeClr val="bg1"/>
                  </a:solidFill>
                </a:rPr>
                <a:t>I</a:t>
              </a:r>
              <a:endParaRPr lang="zh-CN" altLang="en-US" b="1" dirty="0">
                <a:solidFill>
                  <a:schemeClr val="bg1"/>
                </a:solidFill>
              </a:endParaRPr>
            </a:p>
          </p:txBody>
        </p:sp>
      </p:grpSp>
      <p:cxnSp>
        <p:nvCxnSpPr>
          <p:cNvPr id="97" name="直接连接符 96">
            <a:extLst>
              <a:ext uri="{FF2B5EF4-FFF2-40B4-BE49-F238E27FC236}">
                <a16:creationId xmlns:a16="http://schemas.microsoft.com/office/drawing/2014/main" id="{7C8153E2-CD24-4B3B-BDAA-AD8E8724FF23}"/>
              </a:ext>
            </a:extLst>
          </p:cNvPr>
          <p:cNvCxnSpPr>
            <a:cxnSpLocks/>
            <a:endCxn id="64" idx="3"/>
          </p:cNvCxnSpPr>
          <p:nvPr/>
        </p:nvCxnSpPr>
        <p:spPr>
          <a:xfrm flipH="1" flipV="1">
            <a:off x="4381224" y="4034303"/>
            <a:ext cx="4305714" cy="7070"/>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grpSp>
        <p:nvGrpSpPr>
          <p:cNvPr id="98" name="组合 97">
            <a:extLst>
              <a:ext uri="{FF2B5EF4-FFF2-40B4-BE49-F238E27FC236}">
                <a16:creationId xmlns:a16="http://schemas.microsoft.com/office/drawing/2014/main" id="{76602AB4-CBF5-4AA7-AD9D-A03071D39F75}"/>
              </a:ext>
            </a:extLst>
          </p:cNvPr>
          <p:cNvGrpSpPr/>
          <p:nvPr/>
        </p:nvGrpSpPr>
        <p:grpSpPr>
          <a:xfrm>
            <a:off x="11243869" y="3688191"/>
            <a:ext cx="536483" cy="518892"/>
            <a:chOff x="1294129" y="3753877"/>
            <a:chExt cx="536483" cy="518892"/>
          </a:xfrm>
        </p:grpSpPr>
        <p:pic>
          <p:nvPicPr>
            <p:cNvPr id="99" name="图形 10">
              <a:extLst>
                <a:ext uri="{FF2B5EF4-FFF2-40B4-BE49-F238E27FC236}">
                  <a16:creationId xmlns:a16="http://schemas.microsoft.com/office/drawing/2014/main" id="{F638B41B-567A-43CA-BFFC-9EF26752722E}"/>
                </a:ext>
              </a:extLst>
            </p:cNvPr>
            <p:cNvPicPr>
              <a:picLocks noChangeAspect="1"/>
            </p:cNvPicPr>
            <p:nvPr/>
          </p:nvPicPr>
          <p:blipFill>
            <a:blip r:embed="rId3">
              <a:extLst>
                <a:ext uri="{28A0092B-C50C-407E-A947-70E740481C1C}">
                  <a14:useLocalDpi xmlns:a14="http://schemas.microsoft.com/office/drawing/2010/main" val="0"/>
                </a:ext>
                <a:ext uri="{96DAC541-7B7A-43D3-8B79-37D633B846F1}">
                  <asvg:svgBlip xmlns:asvg="http://schemas.microsoft.com/office/drawing/2016/SVG/main" r:embed="rId4"/>
                </a:ext>
              </a:extLst>
            </a:blip>
            <a:stretch>
              <a:fillRect/>
            </a:stretch>
          </p:blipFill>
          <p:spPr>
            <a:xfrm>
              <a:off x="1294129" y="3753877"/>
              <a:ext cx="536483" cy="518892"/>
            </a:xfrm>
            <a:prstGeom prst="rect">
              <a:avLst/>
            </a:prstGeom>
          </p:spPr>
        </p:pic>
        <p:sp>
          <p:nvSpPr>
            <p:cNvPr id="100" name="文本框 99">
              <a:extLst>
                <a:ext uri="{FF2B5EF4-FFF2-40B4-BE49-F238E27FC236}">
                  <a16:creationId xmlns:a16="http://schemas.microsoft.com/office/drawing/2014/main" id="{22E0AD4B-E407-4164-9872-B82EB9CA9F1E}"/>
                </a:ext>
              </a:extLst>
            </p:cNvPr>
            <p:cNvSpPr txBox="1"/>
            <p:nvPr/>
          </p:nvSpPr>
          <p:spPr>
            <a:xfrm>
              <a:off x="1513103" y="3755050"/>
              <a:ext cx="282873" cy="369332"/>
            </a:xfrm>
            <a:prstGeom prst="rect">
              <a:avLst/>
            </a:prstGeom>
            <a:noFill/>
          </p:spPr>
          <p:txBody>
            <a:bodyPr wrap="square" rtlCol="0">
              <a:spAutoFit/>
            </a:bodyPr>
            <a:lstStyle/>
            <a:p>
              <a:pPr algn="ctr"/>
              <a:r>
                <a:rPr lang="en-US" altLang="zh-CN" b="1" dirty="0">
                  <a:solidFill>
                    <a:schemeClr val="bg1"/>
                  </a:solidFill>
                </a:rPr>
                <a:t>J</a:t>
              </a:r>
              <a:endParaRPr lang="zh-CN" altLang="en-US" b="1" dirty="0">
                <a:solidFill>
                  <a:schemeClr val="bg1"/>
                </a:solidFill>
              </a:endParaRPr>
            </a:p>
          </p:txBody>
        </p:sp>
      </p:grpSp>
      <p:cxnSp>
        <p:nvCxnSpPr>
          <p:cNvPr id="101" name="直接连接符 100">
            <a:extLst>
              <a:ext uri="{FF2B5EF4-FFF2-40B4-BE49-F238E27FC236}">
                <a16:creationId xmlns:a16="http://schemas.microsoft.com/office/drawing/2014/main" id="{4DECAC7D-103F-42BD-AFE3-8DB32557DD6D}"/>
              </a:ext>
            </a:extLst>
          </p:cNvPr>
          <p:cNvCxnSpPr>
            <a:cxnSpLocks/>
          </p:cNvCxnSpPr>
          <p:nvPr/>
        </p:nvCxnSpPr>
        <p:spPr>
          <a:xfrm flipH="1">
            <a:off x="8158116" y="3255555"/>
            <a:ext cx="528822" cy="0"/>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grpSp>
        <p:nvGrpSpPr>
          <p:cNvPr id="107" name="组合 106">
            <a:extLst>
              <a:ext uri="{FF2B5EF4-FFF2-40B4-BE49-F238E27FC236}">
                <a16:creationId xmlns:a16="http://schemas.microsoft.com/office/drawing/2014/main" id="{E6151C3C-E19A-4BA9-B3E0-CFCB7EF4E54E}"/>
              </a:ext>
            </a:extLst>
          </p:cNvPr>
          <p:cNvGrpSpPr/>
          <p:nvPr/>
        </p:nvGrpSpPr>
        <p:grpSpPr>
          <a:xfrm>
            <a:off x="7679434" y="2910090"/>
            <a:ext cx="536483" cy="518892"/>
            <a:chOff x="1294129" y="3905179"/>
            <a:chExt cx="536483" cy="518892"/>
          </a:xfrm>
        </p:grpSpPr>
        <p:pic>
          <p:nvPicPr>
            <p:cNvPr id="108" name="图形 10">
              <a:extLst>
                <a:ext uri="{FF2B5EF4-FFF2-40B4-BE49-F238E27FC236}">
                  <a16:creationId xmlns:a16="http://schemas.microsoft.com/office/drawing/2014/main" id="{BF5E1129-8859-4B5E-8D37-AA8BCAA81C93}"/>
                </a:ext>
              </a:extLst>
            </p:cNvPr>
            <p:cNvPicPr>
              <a:picLocks noChangeAspect="1"/>
            </p:cNvPicPr>
            <p:nvPr/>
          </p:nvPicPr>
          <p:blipFill>
            <a:blip r:embed="rId3">
              <a:extLst>
                <a:ext uri="{28A0092B-C50C-407E-A947-70E740481C1C}">
                  <a14:useLocalDpi xmlns:a14="http://schemas.microsoft.com/office/drawing/2010/main" val="0"/>
                </a:ext>
                <a:ext uri="{96DAC541-7B7A-43D3-8B79-37D633B846F1}">
                  <asvg:svgBlip xmlns:asvg="http://schemas.microsoft.com/office/drawing/2016/SVG/main" r:embed="rId4"/>
                </a:ext>
              </a:extLst>
            </a:blip>
            <a:stretch>
              <a:fillRect/>
            </a:stretch>
          </p:blipFill>
          <p:spPr>
            <a:xfrm>
              <a:off x="1294129" y="3905179"/>
              <a:ext cx="536483" cy="518892"/>
            </a:xfrm>
            <a:prstGeom prst="rect">
              <a:avLst/>
            </a:prstGeom>
          </p:spPr>
        </p:pic>
        <p:sp>
          <p:nvSpPr>
            <p:cNvPr id="109" name="文本框 108">
              <a:extLst>
                <a:ext uri="{FF2B5EF4-FFF2-40B4-BE49-F238E27FC236}">
                  <a16:creationId xmlns:a16="http://schemas.microsoft.com/office/drawing/2014/main" id="{B36FCE05-728E-4875-BC7D-57FFCA8BCF99}"/>
                </a:ext>
              </a:extLst>
            </p:cNvPr>
            <p:cNvSpPr txBox="1"/>
            <p:nvPr/>
          </p:nvSpPr>
          <p:spPr>
            <a:xfrm>
              <a:off x="1513103" y="3906349"/>
              <a:ext cx="282873" cy="369332"/>
            </a:xfrm>
            <a:prstGeom prst="rect">
              <a:avLst/>
            </a:prstGeom>
            <a:noFill/>
          </p:spPr>
          <p:txBody>
            <a:bodyPr wrap="square" rtlCol="0">
              <a:spAutoFit/>
            </a:bodyPr>
            <a:lstStyle/>
            <a:p>
              <a:pPr algn="ctr"/>
              <a:r>
                <a:rPr lang="en-US" altLang="zh-CN" b="1" dirty="0">
                  <a:solidFill>
                    <a:schemeClr val="bg1"/>
                  </a:solidFill>
                </a:rPr>
                <a:t>G</a:t>
              </a:r>
              <a:endParaRPr lang="zh-CN" altLang="en-US" b="1" dirty="0">
                <a:solidFill>
                  <a:schemeClr val="bg1"/>
                </a:solidFill>
              </a:endParaRPr>
            </a:p>
          </p:txBody>
        </p:sp>
      </p:grpSp>
      <p:sp>
        <p:nvSpPr>
          <p:cNvPr id="110" name="íşlïḍè">
            <a:extLst>
              <a:ext uri="{FF2B5EF4-FFF2-40B4-BE49-F238E27FC236}">
                <a16:creationId xmlns:a16="http://schemas.microsoft.com/office/drawing/2014/main" id="{776D7753-B3AD-4128-8E65-2F49A5E716E2}"/>
              </a:ext>
            </a:extLst>
          </p:cNvPr>
          <p:cNvSpPr txBox="1"/>
          <p:nvPr/>
        </p:nvSpPr>
        <p:spPr>
          <a:xfrm>
            <a:off x="8686938" y="1698216"/>
            <a:ext cx="2052725" cy="319332"/>
          </a:xfrm>
          <a:prstGeom prst="rect">
            <a:avLst/>
          </a:prstGeom>
          <a:noFill/>
        </p:spPr>
        <p:txBody>
          <a:bodyPr wrap="square" lIns="91440" tIns="45720" rIns="91440" bIns="45720" anchor="ctr">
            <a:noAutofit/>
          </a:bodyPr>
          <a:lstStyle/>
          <a:p>
            <a:pPr algn="ctr"/>
            <a:r>
              <a:rPr lang="zh-CN" altLang="en-US" b="1" dirty="0">
                <a:latin typeface="Arial Narrow" panose="020B0606020202030204" pitchFamily="34" charset="0"/>
              </a:rPr>
              <a:t>交换机</a:t>
            </a:r>
            <a:r>
              <a:rPr lang="en-US" altLang="zh-CN" b="1" dirty="0">
                <a:latin typeface="Arial Narrow" panose="020B0606020202030204" pitchFamily="34" charset="0"/>
              </a:rPr>
              <a:t>2</a:t>
            </a:r>
            <a:endParaRPr lang="zh-CN" altLang="en-US" b="1" dirty="0">
              <a:latin typeface="Arial Narrow" panose="020B0606020202030204" pitchFamily="34" charset="0"/>
            </a:endParaRPr>
          </a:p>
        </p:txBody>
      </p:sp>
      <p:grpSp>
        <p:nvGrpSpPr>
          <p:cNvPr id="7" name="组合 6">
            <a:extLst>
              <a:ext uri="{FF2B5EF4-FFF2-40B4-BE49-F238E27FC236}">
                <a16:creationId xmlns:a16="http://schemas.microsoft.com/office/drawing/2014/main" id="{A9098891-D819-44DC-8956-4F745A32313A}"/>
              </a:ext>
            </a:extLst>
          </p:cNvPr>
          <p:cNvGrpSpPr/>
          <p:nvPr/>
        </p:nvGrpSpPr>
        <p:grpSpPr>
          <a:xfrm>
            <a:off x="425451" y="2597095"/>
            <a:ext cx="1680269" cy="1317167"/>
            <a:chOff x="425451" y="4281177"/>
            <a:chExt cx="1680269" cy="1317167"/>
          </a:xfrm>
        </p:grpSpPr>
        <p:cxnSp>
          <p:nvCxnSpPr>
            <p:cNvPr id="44" name="直接连接符 43">
              <a:extLst>
                <a:ext uri="{FF2B5EF4-FFF2-40B4-BE49-F238E27FC236}">
                  <a16:creationId xmlns:a16="http://schemas.microsoft.com/office/drawing/2014/main" id="{5BD0293B-B0ED-4825-A00E-57DEC98FE623}"/>
                </a:ext>
              </a:extLst>
            </p:cNvPr>
            <p:cNvCxnSpPr>
              <a:cxnSpLocks/>
              <a:endCxn id="40" idx="3"/>
            </p:cNvCxnSpPr>
            <p:nvPr/>
          </p:nvCxnSpPr>
          <p:spPr>
            <a:xfrm flipH="1">
              <a:off x="904857" y="4893722"/>
              <a:ext cx="711951" cy="395007"/>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cxnSp>
          <p:nvCxnSpPr>
            <p:cNvPr id="41" name="直接连接符 40">
              <a:extLst>
                <a:ext uri="{FF2B5EF4-FFF2-40B4-BE49-F238E27FC236}">
                  <a16:creationId xmlns:a16="http://schemas.microsoft.com/office/drawing/2014/main" id="{530B2CAB-273D-4868-B56C-45C84BF6A5B1}"/>
                </a:ext>
              </a:extLst>
            </p:cNvPr>
            <p:cNvCxnSpPr>
              <a:cxnSpLocks/>
              <a:endCxn id="40" idx="1"/>
            </p:cNvCxnSpPr>
            <p:nvPr/>
          </p:nvCxnSpPr>
          <p:spPr>
            <a:xfrm flipH="1" flipV="1">
              <a:off x="904857" y="4617730"/>
              <a:ext cx="709883" cy="245104"/>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pic>
          <p:nvPicPr>
            <p:cNvPr id="85" name="图片 84" descr="文本&#10;&#10;描述已自动生成">
              <a:extLst>
                <a:ext uri="{FF2B5EF4-FFF2-40B4-BE49-F238E27FC236}">
                  <a16:creationId xmlns:a16="http://schemas.microsoft.com/office/drawing/2014/main" id="{70E70716-9E8A-43F0-943D-21B08245D05A}"/>
                </a:ext>
              </a:extLst>
            </p:cNvPr>
            <p:cNvPicPr>
              <a:picLocks noChangeAspect="1"/>
            </p:cNvPicPr>
            <p:nvPr/>
          </p:nvPicPr>
          <p:blipFill>
            <a:blip r:embed="rId5">
              <a:extLst>
                <a:ext uri="{28A0092B-C50C-407E-A947-70E740481C1C}">
                  <a14:useLocalDpi xmlns:a14="http://schemas.microsoft.com/office/drawing/2010/main" val="0"/>
                </a:ext>
              </a:extLst>
            </a:blip>
            <a:stretch>
              <a:fillRect/>
            </a:stretch>
          </p:blipFill>
          <p:spPr>
            <a:xfrm>
              <a:off x="1369325" y="4709561"/>
              <a:ext cx="490830" cy="460153"/>
            </a:xfrm>
            <a:prstGeom prst="rect">
              <a:avLst/>
            </a:prstGeom>
          </p:spPr>
        </p:pic>
        <p:pic>
          <p:nvPicPr>
            <p:cNvPr id="88" name="图形 10">
              <a:extLst>
                <a:ext uri="{FF2B5EF4-FFF2-40B4-BE49-F238E27FC236}">
                  <a16:creationId xmlns:a16="http://schemas.microsoft.com/office/drawing/2014/main" id="{9A735D0C-D582-4648-9C59-3465ACE371CC}"/>
                </a:ext>
              </a:extLst>
            </p:cNvPr>
            <p:cNvPicPr>
              <a:picLocks noChangeAspect="1"/>
            </p:cNvPicPr>
            <p:nvPr/>
          </p:nvPicPr>
          <p:blipFill>
            <a:blip r:embed="rId3">
              <a:extLst>
                <a:ext uri="{28A0092B-C50C-407E-A947-70E740481C1C}">
                  <a14:useLocalDpi xmlns:a14="http://schemas.microsoft.com/office/drawing/2010/main" val="0"/>
                </a:ext>
                <a:ext uri="{96DAC541-7B7A-43D3-8B79-37D633B846F1}">
                  <asvg:svgBlip xmlns:asvg="http://schemas.microsoft.com/office/drawing/2016/SVG/main" r:embed="rId4"/>
                </a:ext>
              </a:extLst>
            </a:blip>
            <a:stretch>
              <a:fillRect/>
            </a:stretch>
          </p:blipFill>
          <p:spPr>
            <a:xfrm>
              <a:off x="474990" y="4281177"/>
              <a:ext cx="536483" cy="518892"/>
            </a:xfrm>
            <a:prstGeom prst="rect">
              <a:avLst/>
            </a:prstGeom>
          </p:spPr>
        </p:pic>
        <p:sp>
          <p:nvSpPr>
            <p:cNvPr id="40" name="文本框 39">
              <a:extLst>
                <a:ext uri="{FF2B5EF4-FFF2-40B4-BE49-F238E27FC236}">
                  <a16:creationId xmlns:a16="http://schemas.microsoft.com/office/drawing/2014/main" id="{5BE75A74-4982-4F68-BD03-7BBCFFABCFF4}"/>
                </a:ext>
              </a:extLst>
            </p:cNvPr>
            <p:cNvSpPr txBox="1"/>
            <p:nvPr/>
          </p:nvSpPr>
          <p:spPr>
            <a:xfrm rot="5400000">
              <a:off x="569357" y="4768563"/>
              <a:ext cx="670999" cy="369332"/>
            </a:xfrm>
            <a:prstGeom prst="rect">
              <a:avLst/>
            </a:prstGeom>
            <a:noFill/>
          </p:spPr>
          <p:txBody>
            <a:bodyPr wrap="square" rtlCol="0">
              <a:spAutoFit/>
            </a:bodyPr>
            <a:lstStyle/>
            <a:p>
              <a:pPr algn="ctr"/>
              <a:r>
                <a:rPr lang="en-US" altLang="zh-CN" b="1" dirty="0">
                  <a:latin typeface="+mn-ea"/>
                </a:rPr>
                <a:t>…</a:t>
              </a:r>
              <a:endParaRPr lang="zh-CN" altLang="en-US" b="1" dirty="0">
                <a:latin typeface="+mn-ea"/>
              </a:endParaRPr>
            </a:p>
          </p:txBody>
        </p:sp>
        <p:sp>
          <p:nvSpPr>
            <p:cNvPr id="106" name="íşlïḍè">
              <a:extLst>
                <a:ext uri="{FF2B5EF4-FFF2-40B4-BE49-F238E27FC236}">
                  <a16:creationId xmlns:a16="http://schemas.microsoft.com/office/drawing/2014/main" id="{680DB2F0-D92A-473C-A9A3-CF976EDDCCC4}"/>
                </a:ext>
              </a:extLst>
            </p:cNvPr>
            <p:cNvSpPr txBox="1"/>
            <p:nvPr/>
          </p:nvSpPr>
          <p:spPr>
            <a:xfrm>
              <a:off x="1109485" y="4405559"/>
              <a:ext cx="996235" cy="319332"/>
            </a:xfrm>
            <a:prstGeom prst="rect">
              <a:avLst/>
            </a:prstGeom>
            <a:noFill/>
          </p:spPr>
          <p:txBody>
            <a:bodyPr wrap="square" lIns="91440" tIns="45720" rIns="91440" bIns="45720" anchor="ctr">
              <a:noAutofit/>
            </a:bodyPr>
            <a:lstStyle/>
            <a:p>
              <a:pPr algn="ctr"/>
              <a:r>
                <a:rPr lang="zh-CN" altLang="en-US" b="1" dirty="0">
                  <a:latin typeface="Arial Narrow" panose="020B0606020202030204" pitchFamily="34" charset="0"/>
                </a:rPr>
                <a:t>集线器</a:t>
              </a:r>
            </a:p>
          </p:txBody>
        </p:sp>
        <p:grpSp>
          <p:nvGrpSpPr>
            <p:cNvPr id="16" name="组合 15">
              <a:extLst>
                <a:ext uri="{FF2B5EF4-FFF2-40B4-BE49-F238E27FC236}">
                  <a16:creationId xmlns:a16="http://schemas.microsoft.com/office/drawing/2014/main" id="{A24B23C3-6C91-43C0-B6B6-BD690C4000CB}"/>
                </a:ext>
              </a:extLst>
            </p:cNvPr>
            <p:cNvGrpSpPr/>
            <p:nvPr/>
          </p:nvGrpSpPr>
          <p:grpSpPr>
            <a:xfrm>
              <a:off x="425451" y="5068427"/>
              <a:ext cx="536483" cy="529917"/>
              <a:chOff x="392561" y="5068427"/>
              <a:chExt cx="536483" cy="529917"/>
            </a:xfrm>
          </p:grpSpPr>
          <p:pic>
            <p:nvPicPr>
              <p:cNvPr id="90" name="图形 10">
                <a:extLst>
                  <a:ext uri="{FF2B5EF4-FFF2-40B4-BE49-F238E27FC236}">
                    <a16:creationId xmlns:a16="http://schemas.microsoft.com/office/drawing/2014/main" id="{3DC93E46-6D3E-4D27-B799-D4F11E0E5CCD}"/>
                  </a:ext>
                </a:extLst>
              </p:cNvPr>
              <p:cNvPicPr>
                <a:picLocks noChangeAspect="1"/>
              </p:cNvPicPr>
              <p:nvPr/>
            </p:nvPicPr>
            <p:blipFill>
              <a:blip r:embed="rId3">
                <a:extLst>
                  <a:ext uri="{28A0092B-C50C-407E-A947-70E740481C1C}">
                    <a14:useLocalDpi xmlns:a14="http://schemas.microsoft.com/office/drawing/2010/main" val="0"/>
                  </a:ext>
                  <a:ext uri="{96DAC541-7B7A-43D3-8B79-37D633B846F1}">
                    <asvg:svgBlip xmlns:asvg="http://schemas.microsoft.com/office/drawing/2016/SVG/main" r:embed="rId4"/>
                  </a:ext>
                </a:extLst>
              </a:blip>
              <a:stretch>
                <a:fillRect/>
              </a:stretch>
            </p:blipFill>
            <p:spPr>
              <a:xfrm>
                <a:off x="392561" y="5079452"/>
                <a:ext cx="536483" cy="518892"/>
              </a:xfrm>
              <a:prstGeom prst="rect">
                <a:avLst/>
              </a:prstGeom>
            </p:spPr>
          </p:pic>
          <p:sp>
            <p:nvSpPr>
              <p:cNvPr id="111" name="文本框 110">
                <a:extLst>
                  <a:ext uri="{FF2B5EF4-FFF2-40B4-BE49-F238E27FC236}">
                    <a16:creationId xmlns:a16="http://schemas.microsoft.com/office/drawing/2014/main" id="{FEB65124-7631-4500-999C-F767E2F7254C}"/>
                  </a:ext>
                </a:extLst>
              </p:cNvPr>
              <p:cNvSpPr txBox="1"/>
              <p:nvPr/>
            </p:nvSpPr>
            <p:spPr>
              <a:xfrm>
                <a:off x="613775" y="5068427"/>
                <a:ext cx="282873" cy="369332"/>
              </a:xfrm>
              <a:prstGeom prst="rect">
                <a:avLst/>
              </a:prstGeom>
              <a:noFill/>
            </p:spPr>
            <p:txBody>
              <a:bodyPr wrap="square" rtlCol="0">
                <a:spAutoFit/>
              </a:bodyPr>
              <a:lstStyle/>
              <a:p>
                <a:pPr algn="ctr"/>
                <a:r>
                  <a:rPr lang="en-US" altLang="zh-CN" b="1" dirty="0">
                    <a:solidFill>
                      <a:schemeClr val="bg1"/>
                    </a:solidFill>
                  </a:rPr>
                  <a:t>E</a:t>
                </a:r>
                <a:endParaRPr lang="zh-CN" altLang="en-US" b="1" dirty="0">
                  <a:solidFill>
                    <a:schemeClr val="bg1"/>
                  </a:solidFill>
                </a:endParaRPr>
              </a:p>
            </p:txBody>
          </p:sp>
        </p:grpSp>
      </p:grpSp>
      <p:cxnSp>
        <p:nvCxnSpPr>
          <p:cNvPr id="122" name="直接连接符 121">
            <a:extLst>
              <a:ext uri="{FF2B5EF4-FFF2-40B4-BE49-F238E27FC236}">
                <a16:creationId xmlns:a16="http://schemas.microsoft.com/office/drawing/2014/main" id="{EEB06C55-C4A9-4727-B5A9-21DC9B56B665}"/>
              </a:ext>
            </a:extLst>
          </p:cNvPr>
          <p:cNvCxnSpPr>
            <a:cxnSpLocks/>
          </p:cNvCxnSpPr>
          <p:nvPr/>
        </p:nvCxnSpPr>
        <p:spPr>
          <a:xfrm flipH="1">
            <a:off x="10739663" y="4034303"/>
            <a:ext cx="528822" cy="0"/>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sp>
        <p:nvSpPr>
          <p:cNvPr id="102" name="íşlïḍè">
            <a:extLst>
              <a:ext uri="{FF2B5EF4-FFF2-40B4-BE49-F238E27FC236}">
                <a16:creationId xmlns:a16="http://schemas.microsoft.com/office/drawing/2014/main" id="{0D95E7E5-F506-4649-9080-9456A3744336}"/>
              </a:ext>
            </a:extLst>
          </p:cNvPr>
          <p:cNvSpPr txBox="1"/>
          <p:nvPr/>
        </p:nvSpPr>
        <p:spPr>
          <a:xfrm>
            <a:off x="788101" y="1250252"/>
            <a:ext cx="7898837" cy="319332"/>
          </a:xfrm>
          <a:prstGeom prst="rect">
            <a:avLst/>
          </a:prstGeom>
          <a:noFill/>
        </p:spPr>
        <p:txBody>
          <a:bodyPr wrap="square" lIns="91440" tIns="45720" rIns="91440" bIns="45720" anchor="ctr">
            <a:noAutofit/>
          </a:bodyPr>
          <a:lstStyle/>
          <a:p>
            <a:r>
              <a:rPr lang="en-US" altLang="zh-CN" b="1" dirty="0">
                <a:latin typeface="Arial Narrow" panose="020B0606020202030204" pitchFamily="34" charset="0"/>
              </a:rPr>
              <a:t>【</a:t>
            </a:r>
            <a:r>
              <a:rPr lang="zh-CN" altLang="en-US" b="1" dirty="0">
                <a:latin typeface="Arial Narrow" panose="020B0606020202030204" pitchFamily="34" charset="0"/>
              </a:rPr>
              <a:t>练习题</a:t>
            </a:r>
            <a:r>
              <a:rPr lang="en-US" altLang="zh-CN" b="1" dirty="0">
                <a:latin typeface="Arial Narrow" panose="020B0606020202030204" pitchFamily="34" charset="0"/>
              </a:rPr>
              <a:t>】</a:t>
            </a:r>
            <a:r>
              <a:rPr lang="zh-CN" altLang="en-US" b="1" dirty="0">
                <a:latin typeface="Arial Narrow" panose="020B0606020202030204" pitchFamily="34" charset="0"/>
              </a:rPr>
              <a:t>交换机自学习和转发帧的流程（参考网桥自学习和转发帧的流程）</a:t>
            </a:r>
          </a:p>
        </p:txBody>
      </p:sp>
      <p:sp>
        <p:nvSpPr>
          <p:cNvPr id="103" name="文本框 102">
            <a:extLst>
              <a:ext uri="{FF2B5EF4-FFF2-40B4-BE49-F238E27FC236}">
                <a16:creationId xmlns:a16="http://schemas.microsoft.com/office/drawing/2014/main" id="{0BA019EA-536F-4D66-8E8D-DBA4FFD14B49}"/>
              </a:ext>
            </a:extLst>
          </p:cNvPr>
          <p:cNvSpPr txBox="1"/>
          <p:nvPr/>
        </p:nvSpPr>
        <p:spPr>
          <a:xfrm>
            <a:off x="683743" y="2588397"/>
            <a:ext cx="282873" cy="369332"/>
          </a:xfrm>
          <a:prstGeom prst="rect">
            <a:avLst/>
          </a:prstGeom>
          <a:noFill/>
        </p:spPr>
        <p:txBody>
          <a:bodyPr wrap="square" rtlCol="0">
            <a:spAutoFit/>
          </a:bodyPr>
          <a:lstStyle/>
          <a:p>
            <a:pPr algn="ctr"/>
            <a:r>
              <a:rPr lang="en-US" altLang="zh-CN" b="1" dirty="0">
                <a:solidFill>
                  <a:schemeClr val="bg1"/>
                </a:solidFill>
              </a:rPr>
              <a:t>X</a:t>
            </a:r>
            <a:endParaRPr lang="zh-CN" altLang="en-US" b="1" dirty="0">
              <a:solidFill>
                <a:schemeClr val="bg1"/>
              </a:solidFill>
            </a:endParaRPr>
          </a:p>
        </p:txBody>
      </p:sp>
      <p:graphicFrame>
        <p:nvGraphicFramePr>
          <p:cNvPr id="11" name="表格 12">
            <a:extLst>
              <a:ext uri="{FF2B5EF4-FFF2-40B4-BE49-F238E27FC236}">
                <a16:creationId xmlns:a16="http://schemas.microsoft.com/office/drawing/2014/main" id="{7D3315CD-FED6-4AE5-A23A-A4749AC40FAC}"/>
              </a:ext>
            </a:extLst>
          </p:cNvPr>
          <p:cNvGraphicFramePr>
            <a:graphicFrameLocks noGrp="1"/>
          </p:cNvGraphicFramePr>
          <p:nvPr/>
        </p:nvGraphicFramePr>
        <p:xfrm>
          <a:off x="2671900" y="2091771"/>
          <a:ext cx="1372416" cy="2326640"/>
        </p:xfrm>
        <a:graphic>
          <a:graphicData uri="http://schemas.openxmlformats.org/drawingml/2006/table">
            <a:tbl>
              <a:tblPr firstRow="1" bandRow="1">
                <a:tableStyleId>{5C22544A-7EE6-4342-B048-85BDC9FD1C3A}</a:tableStyleId>
              </a:tblPr>
              <a:tblGrid>
                <a:gridCol w="686208">
                  <a:extLst>
                    <a:ext uri="{9D8B030D-6E8A-4147-A177-3AD203B41FA5}">
                      <a16:colId xmlns:a16="http://schemas.microsoft.com/office/drawing/2014/main" val="3018206009"/>
                    </a:ext>
                  </a:extLst>
                </a:gridCol>
                <a:gridCol w="686208">
                  <a:extLst>
                    <a:ext uri="{9D8B030D-6E8A-4147-A177-3AD203B41FA5}">
                      <a16:colId xmlns:a16="http://schemas.microsoft.com/office/drawing/2014/main" val="1127511435"/>
                    </a:ext>
                  </a:extLst>
                </a:gridCol>
              </a:tblGrid>
              <a:tr h="370840">
                <a:tc gridSpan="2">
                  <a:txBody>
                    <a:bodyPr/>
                    <a:lstStyle/>
                    <a:p>
                      <a:pPr algn="ctr"/>
                      <a:r>
                        <a:rPr lang="zh-CN" altLang="en-US" b="1" dirty="0">
                          <a:solidFill>
                            <a:schemeClr val="tx1"/>
                          </a:solidFill>
                        </a:rPr>
                        <a:t>转发表</a:t>
                      </a: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hMerge="1">
                  <a:txBody>
                    <a:bodyPr/>
                    <a:lstStyle/>
                    <a:p>
                      <a:endParaRPr lang="zh-CN" altLang="en-US" dirty="0"/>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extLst>
                  <a:ext uri="{0D108BD9-81ED-4DB2-BD59-A6C34878D82A}">
                    <a16:rowId xmlns:a16="http://schemas.microsoft.com/office/drawing/2014/main" val="534278226"/>
                  </a:ext>
                </a:extLst>
              </a:tr>
              <a:tr h="370840">
                <a:tc>
                  <a:txBody>
                    <a:bodyPr/>
                    <a:lstStyle/>
                    <a:p>
                      <a:pPr algn="ctr"/>
                      <a:r>
                        <a:rPr lang="zh-CN" altLang="en-US" b="1" dirty="0"/>
                        <a:t>地址</a:t>
                      </a: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algn="ctr"/>
                      <a:r>
                        <a:rPr lang="zh-CN" altLang="en-US" b="1" dirty="0"/>
                        <a:t>接口</a:t>
                      </a: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extLst>
                  <a:ext uri="{0D108BD9-81ED-4DB2-BD59-A6C34878D82A}">
                    <a16:rowId xmlns:a16="http://schemas.microsoft.com/office/drawing/2014/main" val="3491117171"/>
                  </a:ext>
                </a:extLst>
              </a:tr>
              <a:tr h="370840">
                <a:tc>
                  <a:txBody>
                    <a:bodyPr/>
                    <a:lstStyle/>
                    <a:p>
                      <a:pPr algn="ctr"/>
                      <a:endParaRPr lang="zh-CN" altLang="en-US" sz="2000" b="1" dirty="0">
                        <a:latin typeface="Arial Black" panose="020B0A04020102020204" pitchFamily="34"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algn="ctr"/>
                      <a:endParaRPr lang="zh-CN" altLang="en-US" sz="2000" b="1" dirty="0">
                        <a:latin typeface="Arial Black" panose="020B0A04020102020204" pitchFamily="34"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extLst>
                  <a:ext uri="{0D108BD9-81ED-4DB2-BD59-A6C34878D82A}">
                    <a16:rowId xmlns:a16="http://schemas.microsoft.com/office/drawing/2014/main" val="2116314688"/>
                  </a:ext>
                </a:extLst>
              </a:tr>
              <a:tr h="370840">
                <a:tc>
                  <a:txBody>
                    <a:bodyPr/>
                    <a:lstStyle/>
                    <a:p>
                      <a:pPr algn="ctr"/>
                      <a:endParaRPr lang="zh-CN" altLang="en-US" sz="2000" b="1">
                        <a:latin typeface="Arial Black" panose="020B0A04020102020204" pitchFamily="34"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algn="ctr"/>
                      <a:endParaRPr lang="zh-CN" altLang="en-US" sz="2000" b="1" dirty="0">
                        <a:latin typeface="Arial Black" panose="020B0A04020102020204" pitchFamily="34"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extLst>
                  <a:ext uri="{0D108BD9-81ED-4DB2-BD59-A6C34878D82A}">
                    <a16:rowId xmlns:a16="http://schemas.microsoft.com/office/drawing/2014/main" val="3632466454"/>
                  </a:ext>
                </a:extLst>
              </a:tr>
              <a:tr h="370840">
                <a:tc>
                  <a:txBody>
                    <a:bodyPr/>
                    <a:lstStyle/>
                    <a:p>
                      <a:pPr algn="ctr"/>
                      <a:endParaRPr lang="zh-CN" altLang="en-US" sz="2000" b="1">
                        <a:latin typeface="Arial Black" panose="020B0A04020102020204" pitchFamily="34"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algn="ctr"/>
                      <a:endParaRPr lang="zh-CN" altLang="en-US" sz="2000" b="1" dirty="0">
                        <a:latin typeface="Arial Black" panose="020B0A04020102020204" pitchFamily="34"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extLst>
                  <a:ext uri="{0D108BD9-81ED-4DB2-BD59-A6C34878D82A}">
                    <a16:rowId xmlns:a16="http://schemas.microsoft.com/office/drawing/2014/main" val="3012207346"/>
                  </a:ext>
                </a:extLst>
              </a:tr>
              <a:tr h="370840">
                <a:tc>
                  <a:txBody>
                    <a:bodyPr/>
                    <a:lstStyle/>
                    <a:p>
                      <a:pPr algn="ctr"/>
                      <a:endParaRPr lang="zh-CN" altLang="en-US" sz="2000" b="1">
                        <a:latin typeface="Arial Black" panose="020B0A04020102020204" pitchFamily="34"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algn="ctr"/>
                      <a:endParaRPr lang="zh-CN" altLang="en-US" sz="2000" b="1" dirty="0">
                        <a:latin typeface="Arial Black" panose="020B0A04020102020204" pitchFamily="34"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extLst>
                  <a:ext uri="{0D108BD9-81ED-4DB2-BD59-A6C34878D82A}">
                    <a16:rowId xmlns:a16="http://schemas.microsoft.com/office/drawing/2014/main" val="626507044"/>
                  </a:ext>
                </a:extLst>
              </a:tr>
            </a:tbl>
          </a:graphicData>
        </a:graphic>
      </p:graphicFrame>
      <p:graphicFrame>
        <p:nvGraphicFramePr>
          <p:cNvPr id="114" name="表格 12">
            <a:extLst>
              <a:ext uri="{FF2B5EF4-FFF2-40B4-BE49-F238E27FC236}">
                <a16:creationId xmlns:a16="http://schemas.microsoft.com/office/drawing/2014/main" id="{B126F1A6-8563-45C9-BAD1-A14FF3984C1D}"/>
              </a:ext>
            </a:extLst>
          </p:cNvPr>
          <p:cNvGraphicFramePr>
            <a:graphicFrameLocks noGrp="1"/>
          </p:cNvGraphicFramePr>
          <p:nvPr/>
        </p:nvGraphicFramePr>
        <p:xfrm>
          <a:off x="9050691" y="2091771"/>
          <a:ext cx="1372416" cy="2326640"/>
        </p:xfrm>
        <a:graphic>
          <a:graphicData uri="http://schemas.openxmlformats.org/drawingml/2006/table">
            <a:tbl>
              <a:tblPr firstRow="1" bandRow="1">
                <a:tableStyleId>{5C22544A-7EE6-4342-B048-85BDC9FD1C3A}</a:tableStyleId>
              </a:tblPr>
              <a:tblGrid>
                <a:gridCol w="686208">
                  <a:extLst>
                    <a:ext uri="{9D8B030D-6E8A-4147-A177-3AD203B41FA5}">
                      <a16:colId xmlns:a16="http://schemas.microsoft.com/office/drawing/2014/main" val="3018206009"/>
                    </a:ext>
                  </a:extLst>
                </a:gridCol>
                <a:gridCol w="686208">
                  <a:extLst>
                    <a:ext uri="{9D8B030D-6E8A-4147-A177-3AD203B41FA5}">
                      <a16:colId xmlns:a16="http://schemas.microsoft.com/office/drawing/2014/main" val="1127511435"/>
                    </a:ext>
                  </a:extLst>
                </a:gridCol>
              </a:tblGrid>
              <a:tr h="370840">
                <a:tc gridSpan="2">
                  <a:txBody>
                    <a:bodyPr/>
                    <a:lstStyle/>
                    <a:p>
                      <a:pPr algn="ctr"/>
                      <a:r>
                        <a:rPr lang="zh-CN" altLang="en-US" b="1" dirty="0">
                          <a:solidFill>
                            <a:schemeClr val="tx1"/>
                          </a:solidFill>
                        </a:rPr>
                        <a:t>转发表</a:t>
                      </a: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hMerge="1">
                  <a:txBody>
                    <a:bodyPr/>
                    <a:lstStyle/>
                    <a:p>
                      <a:endParaRPr lang="zh-CN" altLang="en-US" dirty="0"/>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extLst>
                  <a:ext uri="{0D108BD9-81ED-4DB2-BD59-A6C34878D82A}">
                    <a16:rowId xmlns:a16="http://schemas.microsoft.com/office/drawing/2014/main" val="534278226"/>
                  </a:ext>
                </a:extLst>
              </a:tr>
              <a:tr h="370840">
                <a:tc>
                  <a:txBody>
                    <a:bodyPr/>
                    <a:lstStyle/>
                    <a:p>
                      <a:pPr algn="ctr"/>
                      <a:r>
                        <a:rPr lang="zh-CN" altLang="en-US" b="1" dirty="0"/>
                        <a:t>地址</a:t>
                      </a: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algn="ctr"/>
                      <a:r>
                        <a:rPr lang="zh-CN" altLang="en-US" b="1" dirty="0"/>
                        <a:t>接口</a:t>
                      </a: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extLst>
                  <a:ext uri="{0D108BD9-81ED-4DB2-BD59-A6C34878D82A}">
                    <a16:rowId xmlns:a16="http://schemas.microsoft.com/office/drawing/2014/main" val="3491117171"/>
                  </a:ext>
                </a:extLst>
              </a:tr>
              <a:tr h="370840">
                <a:tc>
                  <a:txBody>
                    <a:bodyPr/>
                    <a:lstStyle/>
                    <a:p>
                      <a:pPr algn="ctr"/>
                      <a:endParaRPr lang="zh-CN" altLang="en-US" sz="2000" b="1" dirty="0">
                        <a:latin typeface="Arial Black" panose="020B0A04020102020204" pitchFamily="34"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algn="ctr"/>
                      <a:endParaRPr lang="zh-CN" altLang="en-US" sz="2000" b="1" dirty="0">
                        <a:latin typeface="Arial Black" panose="020B0A04020102020204" pitchFamily="34"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extLst>
                  <a:ext uri="{0D108BD9-81ED-4DB2-BD59-A6C34878D82A}">
                    <a16:rowId xmlns:a16="http://schemas.microsoft.com/office/drawing/2014/main" val="2116314688"/>
                  </a:ext>
                </a:extLst>
              </a:tr>
              <a:tr h="370840">
                <a:tc>
                  <a:txBody>
                    <a:bodyPr/>
                    <a:lstStyle/>
                    <a:p>
                      <a:pPr algn="ctr"/>
                      <a:endParaRPr lang="zh-CN" altLang="en-US" sz="2000" b="1">
                        <a:latin typeface="Arial Black" panose="020B0A04020102020204" pitchFamily="34"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algn="ctr"/>
                      <a:endParaRPr lang="zh-CN" altLang="en-US" sz="2000" b="1" dirty="0">
                        <a:latin typeface="Arial Black" panose="020B0A04020102020204" pitchFamily="34"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extLst>
                  <a:ext uri="{0D108BD9-81ED-4DB2-BD59-A6C34878D82A}">
                    <a16:rowId xmlns:a16="http://schemas.microsoft.com/office/drawing/2014/main" val="3632466454"/>
                  </a:ext>
                </a:extLst>
              </a:tr>
              <a:tr h="370840">
                <a:tc>
                  <a:txBody>
                    <a:bodyPr/>
                    <a:lstStyle/>
                    <a:p>
                      <a:pPr algn="ctr"/>
                      <a:endParaRPr lang="zh-CN" altLang="en-US" sz="2000" b="1">
                        <a:latin typeface="Arial Black" panose="020B0A04020102020204" pitchFamily="34"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algn="ctr"/>
                      <a:endParaRPr lang="zh-CN" altLang="en-US" sz="2000" b="1" dirty="0">
                        <a:latin typeface="Arial Black" panose="020B0A04020102020204" pitchFamily="34"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extLst>
                  <a:ext uri="{0D108BD9-81ED-4DB2-BD59-A6C34878D82A}">
                    <a16:rowId xmlns:a16="http://schemas.microsoft.com/office/drawing/2014/main" val="3012207346"/>
                  </a:ext>
                </a:extLst>
              </a:tr>
              <a:tr h="370840">
                <a:tc>
                  <a:txBody>
                    <a:bodyPr/>
                    <a:lstStyle/>
                    <a:p>
                      <a:pPr algn="ctr"/>
                      <a:endParaRPr lang="zh-CN" altLang="en-US" sz="2000" b="1">
                        <a:latin typeface="Arial Black" panose="020B0A04020102020204" pitchFamily="34"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algn="ctr"/>
                      <a:endParaRPr lang="zh-CN" altLang="en-US" sz="2000" b="1" dirty="0">
                        <a:latin typeface="Arial Black" panose="020B0A04020102020204" pitchFamily="34"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extLst>
                  <a:ext uri="{0D108BD9-81ED-4DB2-BD59-A6C34878D82A}">
                    <a16:rowId xmlns:a16="http://schemas.microsoft.com/office/drawing/2014/main" val="626507044"/>
                  </a:ext>
                </a:extLst>
              </a:tr>
            </a:tbl>
          </a:graphicData>
        </a:graphic>
      </p:graphicFrame>
      <p:sp>
        <p:nvSpPr>
          <p:cNvPr id="104" name="íşlïḍè">
            <a:extLst>
              <a:ext uri="{FF2B5EF4-FFF2-40B4-BE49-F238E27FC236}">
                <a16:creationId xmlns:a16="http://schemas.microsoft.com/office/drawing/2014/main" id="{FF0CD46B-72EC-4170-8C74-9045BF1F2141}"/>
              </a:ext>
            </a:extLst>
          </p:cNvPr>
          <p:cNvSpPr txBox="1"/>
          <p:nvPr/>
        </p:nvSpPr>
        <p:spPr>
          <a:xfrm>
            <a:off x="304800" y="4700079"/>
            <a:ext cx="1646875" cy="319332"/>
          </a:xfrm>
          <a:prstGeom prst="rect">
            <a:avLst/>
          </a:prstGeom>
          <a:noFill/>
        </p:spPr>
        <p:txBody>
          <a:bodyPr wrap="square" lIns="91440" tIns="45720" rIns="91440" bIns="45720" anchor="ctr">
            <a:noAutofit/>
          </a:bodyPr>
          <a:lstStyle/>
          <a:p>
            <a:r>
              <a:rPr lang="zh-CN" altLang="en-US" b="1" dirty="0">
                <a:latin typeface="Arial Narrow" panose="020B0606020202030204" pitchFamily="34" charset="0"/>
              </a:rPr>
              <a:t>主机间的通信</a:t>
            </a:r>
          </a:p>
        </p:txBody>
      </p:sp>
      <p:sp>
        <p:nvSpPr>
          <p:cNvPr id="115" name="íşlïḍè">
            <a:extLst>
              <a:ext uri="{FF2B5EF4-FFF2-40B4-BE49-F238E27FC236}">
                <a16:creationId xmlns:a16="http://schemas.microsoft.com/office/drawing/2014/main" id="{A28E0589-B577-4AEA-960F-7A3D32F3579B}"/>
              </a:ext>
            </a:extLst>
          </p:cNvPr>
          <p:cNvSpPr txBox="1"/>
          <p:nvPr/>
        </p:nvSpPr>
        <p:spPr>
          <a:xfrm>
            <a:off x="449520" y="5055116"/>
            <a:ext cx="850737" cy="319332"/>
          </a:xfrm>
          <a:prstGeom prst="rect">
            <a:avLst/>
          </a:prstGeom>
          <a:noFill/>
        </p:spPr>
        <p:txBody>
          <a:bodyPr wrap="square" lIns="91440" tIns="45720" rIns="91440" bIns="45720" anchor="ctr">
            <a:noAutofit/>
          </a:bodyPr>
          <a:lstStyle/>
          <a:p>
            <a:r>
              <a:rPr lang="en-US" altLang="zh-CN" sz="2000" b="1" dirty="0"/>
              <a:t>A→B</a:t>
            </a:r>
            <a:endParaRPr lang="zh-CN" altLang="en-US" sz="2000" b="1" dirty="0"/>
          </a:p>
        </p:txBody>
      </p:sp>
      <p:sp>
        <p:nvSpPr>
          <p:cNvPr id="116" name="íşlïḍè">
            <a:extLst>
              <a:ext uri="{FF2B5EF4-FFF2-40B4-BE49-F238E27FC236}">
                <a16:creationId xmlns:a16="http://schemas.microsoft.com/office/drawing/2014/main" id="{399821EB-5B8B-48B0-BEA6-36292297EB21}"/>
              </a:ext>
            </a:extLst>
          </p:cNvPr>
          <p:cNvSpPr txBox="1"/>
          <p:nvPr/>
        </p:nvSpPr>
        <p:spPr>
          <a:xfrm>
            <a:off x="449520" y="5390376"/>
            <a:ext cx="850737" cy="319332"/>
          </a:xfrm>
          <a:prstGeom prst="rect">
            <a:avLst/>
          </a:prstGeom>
          <a:noFill/>
        </p:spPr>
        <p:txBody>
          <a:bodyPr wrap="square" lIns="91440" tIns="45720" rIns="91440" bIns="45720" anchor="ctr">
            <a:noAutofit/>
          </a:bodyPr>
          <a:lstStyle/>
          <a:p>
            <a:r>
              <a:rPr lang="en-US" altLang="zh-CN" sz="2000" b="1" dirty="0"/>
              <a:t>H→A</a:t>
            </a:r>
            <a:endParaRPr lang="zh-CN" altLang="en-US" sz="2000" b="1" dirty="0"/>
          </a:p>
        </p:txBody>
      </p:sp>
      <p:sp>
        <p:nvSpPr>
          <p:cNvPr id="117" name="íşlïḍè">
            <a:extLst>
              <a:ext uri="{FF2B5EF4-FFF2-40B4-BE49-F238E27FC236}">
                <a16:creationId xmlns:a16="http://schemas.microsoft.com/office/drawing/2014/main" id="{D2107E91-3884-4977-83C6-CC8814353D7E}"/>
              </a:ext>
            </a:extLst>
          </p:cNvPr>
          <p:cNvSpPr txBox="1"/>
          <p:nvPr/>
        </p:nvSpPr>
        <p:spPr>
          <a:xfrm>
            <a:off x="449520" y="5725636"/>
            <a:ext cx="850737" cy="319332"/>
          </a:xfrm>
          <a:prstGeom prst="rect">
            <a:avLst/>
          </a:prstGeom>
          <a:noFill/>
        </p:spPr>
        <p:txBody>
          <a:bodyPr wrap="square" lIns="91440" tIns="45720" rIns="91440" bIns="45720" anchor="ctr">
            <a:noAutofit/>
          </a:bodyPr>
          <a:lstStyle/>
          <a:p>
            <a:r>
              <a:rPr lang="en-US" altLang="zh-CN" sz="2000" b="1" dirty="0"/>
              <a:t>E→X</a:t>
            </a:r>
            <a:endParaRPr lang="zh-CN" altLang="en-US" sz="2000" b="1" dirty="0"/>
          </a:p>
        </p:txBody>
      </p:sp>
      <p:sp>
        <p:nvSpPr>
          <p:cNvPr id="119" name="íşlïḍè">
            <a:extLst>
              <a:ext uri="{FF2B5EF4-FFF2-40B4-BE49-F238E27FC236}">
                <a16:creationId xmlns:a16="http://schemas.microsoft.com/office/drawing/2014/main" id="{4C29F98D-0C91-40E6-9B7A-0D2E9DFBCCAB}"/>
              </a:ext>
            </a:extLst>
          </p:cNvPr>
          <p:cNvSpPr txBox="1"/>
          <p:nvPr/>
        </p:nvSpPr>
        <p:spPr>
          <a:xfrm>
            <a:off x="449520" y="6060895"/>
            <a:ext cx="850737" cy="319332"/>
          </a:xfrm>
          <a:prstGeom prst="rect">
            <a:avLst/>
          </a:prstGeom>
          <a:noFill/>
        </p:spPr>
        <p:txBody>
          <a:bodyPr wrap="square" lIns="91440" tIns="45720" rIns="91440" bIns="45720" anchor="ctr">
            <a:noAutofit/>
          </a:bodyPr>
          <a:lstStyle/>
          <a:p>
            <a:r>
              <a:rPr lang="en-US" altLang="zh-CN" sz="2000" b="1" dirty="0"/>
              <a:t>X→E</a:t>
            </a:r>
            <a:endParaRPr lang="zh-CN" altLang="en-US" sz="2000" b="1" dirty="0"/>
          </a:p>
        </p:txBody>
      </p:sp>
      <p:grpSp>
        <p:nvGrpSpPr>
          <p:cNvPr id="18" name="组合 17">
            <a:extLst>
              <a:ext uri="{FF2B5EF4-FFF2-40B4-BE49-F238E27FC236}">
                <a16:creationId xmlns:a16="http://schemas.microsoft.com/office/drawing/2014/main" id="{D35D7BFE-B7EE-42C2-8B11-AB4BA3AB85C5}"/>
              </a:ext>
            </a:extLst>
          </p:cNvPr>
          <p:cNvGrpSpPr/>
          <p:nvPr/>
        </p:nvGrpSpPr>
        <p:grpSpPr>
          <a:xfrm>
            <a:off x="2483350" y="5045201"/>
            <a:ext cx="2220221" cy="329247"/>
            <a:chOff x="2483350" y="5045201"/>
            <a:chExt cx="2220221" cy="329247"/>
          </a:xfrm>
        </p:grpSpPr>
        <p:sp>
          <p:nvSpPr>
            <p:cNvPr id="113" name="íşlïḍè">
              <a:extLst>
                <a:ext uri="{FF2B5EF4-FFF2-40B4-BE49-F238E27FC236}">
                  <a16:creationId xmlns:a16="http://schemas.microsoft.com/office/drawing/2014/main" id="{08D1FB54-DD10-413A-95FF-31C1359BFDFF}"/>
                </a:ext>
              </a:extLst>
            </p:cNvPr>
            <p:cNvSpPr txBox="1"/>
            <p:nvPr/>
          </p:nvSpPr>
          <p:spPr>
            <a:xfrm>
              <a:off x="2483350" y="5055116"/>
              <a:ext cx="707185" cy="319332"/>
            </a:xfrm>
            <a:prstGeom prst="rect">
              <a:avLst/>
            </a:prstGeom>
            <a:noFill/>
          </p:spPr>
          <p:txBody>
            <a:bodyPr wrap="square" lIns="91440" tIns="45720" rIns="91440" bIns="45720" anchor="ctr">
              <a:noAutofit/>
            </a:bodyPr>
            <a:lstStyle/>
            <a:p>
              <a:pPr algn="ctr"/>
              <a:r>
                <a:rPr lang="zh-CN" altLang="en-US" b="1" dirty="0">
                  <a:latin typeface="Arial Narrow" panose="020B0606020202030204" pitchFamily="34" charset="0"/>
                </a:rPr>
                <a:t>登记</a:t>
              </a:r>
            </a:p>
          </p:txBody>
        </p:sp>
        <p:sp>
          <p:nvSpPr>
            <p:cNvPr id="118" name="íşlïḍè">
              <a:extLst>
                <a:ext uri="{FF2B5EF4-FFF2-40B4-BE49-F238E27FC236}">
                  <a16:creationId xmlns:a16="http://schemas.microsoft.com/office/drawing/2014/main" id="{77D2852F-0A64-41DA-8CF8-4772906C81BB}"/>
                </a:ext>
              </a:extLst>
            </p:cNvPr>
            <p:cNvSpPr txBox="1"/>
            <p:nvPr/>
          </p:nvSpPr>
          <p:spPr>
            <a:xfrm>
              <a:off x="3190535" y="5045201"/>
              <a:ext cx="1513036" cy="319332"/>
            </a:xfrm>
            <a:prstGeom prst="rect">
              <a:avLst/>
            </a:prstGeom>
            <a:noFill/>
          </p:spPr>
          <p:txBody>
            <a:bodyPr wrap="square" lIns="91440" tIns="45720" rIns="91440" bIns="45720" anchor="ctr">
              <a:noAutofit/>
            </a:bodyPr>
            <a:lstStyle/>
            <a:p>
              <a:pPr algn="ctr"/>
              <a:r>
                <a:rPr lang="zh-CN" altLang="en-US" b="1" dirty="0">
                  <a:latin typeface="Arial Narrow" panose="020B0606020202030204" pitchFamily="34" charset="0"/>
                </a:rPr>
                <a:t>转发（盲目）</a:t>
              </a:r>
            </a:p>
          </p:txBody>
        </p:sp>
      </p:grpSp>
      <p:grpSp>
        <p:nvGrpSpPr>
          <p:cNvPr id="19" name="组合 18">
            <a:extLst>
              <a:ext uri="{FF2B5EF4-FFF2-40B4-BE49-F238E27FC236}">
                <a16:creationId xmlns:a16="http://schemas.microsoft.com/office/drawing/2014/main" id="{4FEB195D-A95F-44B3-9D42-915860BFF275}"/>
              </a:ext>
            </a:extLst>
          </p:cNvPr>
          <p:cNvGrpSpPr/>
          <p:nvPr/>
        </p:nvGrpSpPr>
        <p:grpSpPr>
          <a:xfrm>
            <a:off x="8852351" y="5045201"/>
            <a:ext cx="2220221" cy="329247"/>
            <a:chOff x="8852351" y="5045201"/>
            <a:chExt cx="2220221" cy="329247"/>
          </a:xfrm>
        </p:grpSpPr>
        <p:sp>
          <p:nvSpPr>
            <p:cNvPr id="120" name="íşlïḍè">
              <a:extLst>
                <a:ext uri="{FF2B5EF4-FFF2-40B4-BE49-F238E27FC236}">
                  <a16:creationId xmlns:a16="http://schemas.microsoft.com/office/drawing/2014/main" id="{4A5D52E7-E73F-405D-B02D-48C5A643D170}"/>
                </a:ext>
              </a:extLst>
            </p:cNvPr>
            <p:cNvSpPr txBox="1"/>
            <p:nvPr/>
          </p:nvSpPr>
          <p:spPr>
            <a:xfrm>
              <a:off x="8852351" y="5055116"/>
              <a:ext cx="707185" cy="319332"/>
            </a:xfrm>
            <a:prstGeom prst="rect">
              <a:avLst/>
            </a:prstGeom>
            <a:noFill/>
          </p:spPr>
          <p:txBody>
            <a:bodyPr wrap="square" lIns="91440" tIns="45720" rIns="91440" bIns="45720" anchor="ctr">
              <a:noAutofit/>
            </a:bodyPr>
            <a:lstStyle/>
            <a:p>
              <a:pPr algn="ctr"/>
              <a:r>
                <a:rPr lang="zh-CN" altLang="en-US" b="1" dirty="0">
                  <a:latin typeface="Arial Narrow" panose="020B0606020202030204" pitchFamily="34" charset="0"/>
                </a:rPr>
                <a:t>登记</a:t>
              </a:r>
            </a:p>
          </p:txBody>
        </p:sp>
        <p:sp>
          <p:nvSpPr>
            <p:cNvPr id="121" name="íşlïḍè">
              <a:extLst>
                <a:ext uri="{FF2B5EF4-FFF2-40B4-BE49-F238E27FC236}">
                  <a16:creationId xmlns:a16="http://schemas.microsoft.com/office/drawing/2014/main" id="{7A2E62EF-D2F4-4C58-8D83-07DD90ED9E7A}"/>
                </a:ext>
              </a:extLst>
            </p:cNvPr>
            <p:cNvSpPr txBox="1"/>
            <p:nvPr/>
          </p:nvSpPr>
          <p:spPr>
            <a:xfrm>
              <a:off x="9559536" y="5045201"/>
              <a:ext cx="1513036" cy="319332"/>
            </a:xfrm>
            <a:prstGeom prst="rect">
              <a:avLst/>
            </a:prstGeom>
            <a:noFill/>
          </p:spPr>
          <p:txBody>
            <a:bodyPr wrap="square" lIns="91440" tIns="45720" rIns="91440" bIns="45720" anchor="ctr">
              <a:noAutofit/>
            </a:bodyPr>
            <a:lstStyle/>
            <a:p>
              <a:pPr algn="ctr"/>
              <a:r>
                <a:rPr lang="zh-CN" altLang="en-US" b="1" dirty="0">
                  <a:latin typeface="Arial Narrow" panose="020B0606020202030204" pitchFamily="34" charset="0"/>
                </a:rPr>
                <a:t>转发（盲目）</a:t>
              </a:r>
            </a:p>
          </p:txBody>
        </p:sp>
      </p:grpSp>
      <p:grpSp>
        <p:nvGrpSpPr>
          <p:cNvPr id="14" name="组合 13">
            <a:extLst>
              <a:ext uri="{FF2B5EF4-FFF2-40B4-BE49-F238E27FC236}">
                <a16:creationId xmlns:a16="http://schemas.microsoft.com/office/drawing/2014/main" id="{4CE9D300-B569-4E48-98E7-99D1A0F0FE91}"/>
              </a:ext>
            </a:extLst>
          </p:cNvPr>
          <p:cNvGrpSpPr/>
          <p:nvPr/>
        </p:nvGrpSpPr>
        <p:grpSpPr>
          <a:xfrm>
            <a:off x="2688519" y="2862526"/>
            <a:ext cx="1340910" cy="331371"/>
            <a:chOff x="2688519" y="2862526"/>
            <a:chExt cx="1340910" cy="331371"/>
          </a:xfrm>
        </p:grpSpPr>
        <p:sp>
          <p:nvSpPr>
            <p:cNvPr id="123" name="íşlïḍè">
              <a:extLst>
                <a:ext uri="{FF2B5EF4-FFF2-40B4-BE49-F238E27FC236}">
                  <a16:creationId xmlns:a16="http://schemas.microsoft.com/office/drawing/2014/main" id="{5B799952-F69B-4DC8-ABA8-7793E9AA28DC}"/>
                </a:ext>
              </a:extLst>
            </p:cNvPr>
            <p:cNvSpPr txBox="1"/>
            <p:nvPr/>
          </p:nvSpPr>
          <p:spPr>
            <a:xfrm>
              <a:off x="2688519" y="2874565"/>
              <a:ext cx="663012" cy="319332"/>
            </a:xfrm>
            <a:prstGeom prst="rect">
              <a:avLst/>
            </a:prstGeom>
            <a:noFill/>
          </p:spPr>
          <p:txBody>
            <a:bodyPr wrap="square" lIns="91440" tIns="45720" rIns="91440" bIns="45720" anchor="ctr">
              <a:noAutofit/>
            </a:bodyPr>
            <a:lstStyle/>
            <a:p>
              <a:pPr algn="ctr"/>
              <a:r>
                <a:rPr lang="en-US" altLang="zh-CN" sz="2400" b="1" dirty="0">
                  <a:latin typeface="Arial Narrow" panose="020B0606020202030204" pitchFamily="34" charset="0"/>
                </a:rPr>
                <a:t>A</a:t>
              </a:r>
              <a:endParaRPr lang="zh-CN" altLang="en-US" sz="2400" b="1" dirty="0">
                <a:latin typeface="Arial Narrow" panose="020B0606020202030204" pitchFamily="34" charset="0"/>
              </a:endParaRPr>
            </a:p>
          </p:txBody>
        </p:sp>
        <p:sp>
          <p:nvSpPr>
            <p:cNvPr id="124" name="íşlïḍè">
              <a:extLst>
                <a:ext uri="{FF2B5EF4-FFF2-40B4-BE49-F238E27FC236}">
                  <a16:creationId xmlns:a16="http://schemas.microsoft.com/office/drawing/2014/main" id="{D0E82DF8-39E0-4ED5-B577-C3EF5E95F8B6}"/>
                </a:ext>
              </a:extLst>
            </p:cNvPr>
            <p:cNvSpPr txBox="1"/>
            <p:nvPr/>
          </p:nvSpPr>
          <p:spPr>
            <a:xfrm>
              <a:off x="3366417" y="2862526"/>
              <a:ext cx="663012" cy="319332"/>
            </a:xfrm>
            <a:prstGeom prst="rect">
              <a:avLst/>
            </a:prstGeom>
            <a:noFill/>
          </p:spPr>
          <p:txBody>
            <a:bodyPr wrap="square" lIns="91440" tIns="45720" rIns="91440" bIns="45720" anchor="ctr">
              <a:noAutofit/>
            </a:bodyPr>
            <a:lstStyle/>
            <a:p>
              <a:pPr algn="ctr"/>
              <a:r>
                <a:rPr lang="en-US" altLang="zh-CN" sz="2400" b="1" dirty="0">
                  <a:latin typeface="Arial Narrow" panose="020B0606020202030204" pitchFamily="34" charset="0"/>
                </a:rPr>
                <a:t>1</a:t>
              </a:r>
              <a:endParaRPr lang="zh-CN" altLang="en-US" sz="2400" b="1" dirty="0">
                <a:latin typeface="Arial Narrow" panose="020B0606020202030204" pitchFamily="34" charset="0"/>
              </a:endParaRPr>
            </a:p>
          </p:txBody>
        </p:sp>
      </p:grpSp>
      <p:grpSp>
        <p:nvGrpSpPr>
          <p:cNvPr id="15" name="组合 14">
            <a:extLst>
              <a:ext uri="{FF2B5EF4-FFF2-40B4-BE49-F238E27FC236}">
                <a16:creationId xmlns:a16="http://schemas.microsoft.com/office/drawing/2014/main" id="{3180757A-9B73-458B-8A7D-C22AC66BD7AA}"/>
              </a:ext>
            </a:extLst>
          </p:cNvPr>
          <p:cNvGrpSpPr/>
          <p:nvPr/>
        </p:nvGrpSpPr>
        <p:grpSpPr>
          <a:xfrm>
            <a:off x="9051908" y="2876851"/>
            <a:ext cx="1340910" cy="331371"/>
            <a:chOff x="9051908" y="2876851"/>
            <a:chExt cx="1340910" cy="331371"/>
          </a:xfrm>
        </p:grpSpPr>
        <p:sp>
          <p:nvSpPr>
            <p:cNvPr id="125" name="íşlïḍè">
              <a:extLst>
                <a:ext uri="{FF2B5EF4-FFF2-40B4-BE49-F238E27FC236}">
                  <a16:creationId xmlns:a16="http://schemas.microsoft.com/office/drawing/2014/main" id="{1869C82F-876E-4F57-ACEC-AA6D6D7EC8C3}"/>
                </a:ext>
              </a:extLst>
            </p:cNvPr>
            <p:cNvSpPr txBox="1"/>
            <p:nvPr/>
          </p:nvSpPr>
          <p:spPr>
            <a:xfrm>
              <a:off x="9051908" y="2888890"/>
              <a:ext cx="663012" cy="319332"/>
            </a:xfrm>
            <a:prstGeom prst="rect">
              <a:avLst/>
            </a:prstGeom>
            <a:noFill/>
          </p:spPr>
          <p:txBody>
            <a:bodyPr wrap="square" lIns="91440" tIns="45720" rIns="91440" bIns="45720" anchor="ctr">
              <a:noAutofit/>
            </a:bodyPr>
            <a:lstStyle/>
            <a:p>
              <a:pPr algn="ctr"/>
              <a:r>
                <a:rPr lang="en-US" altLang="zh-CN" sz="2400" b="1" dirty="0">
                  <a:latin typeface="Arial Narrow" panose="020B0606020202030204" pitchFamily="34" charset="0"/>
                </a:rPr>
                <a:t>A</a:t>
              </a:r>
              <a:endParaRPr lang="zh-CN" altLang="en-US" sz="2400" b="1" dirty="0">
                <a:latin typeface="Arial Narrow" panose="020B0606020202030204" pitchFamily="34" charset="0"/>
              </a:endParaRPr>
            </a:p>
          </p:txBody>
        </p:sp>
        <p:sp>
          <p:nvSpPr>
            <p:cNvPr id="126" name="íşlïḍè">
              <a:extLst>
                <a:ext uri="{FF2B5EF4-FFF2-40B4-BE49-F238E27FC236}">
                  <a16:creationId xmlns:a16="http://schemas.microsoft.com/office/drawing/2014/main" id="{76D976B0-99AF-494D-9A87-22B5A37C40C6}"/>
                </a:ext>
              </a:extLst>
            </p:cNvPr>
            <p:cNvSpPr txBox="1"/>
            <p:nvPr/>
          </p:nvSpPr>
          <p:spPr>
            <a:xfrm>
              <a:off x="9729806" y="2876851"/>
              <a:ext cx="663012" cy="319332"/>
            </a:xfrm>
            <a:prstGeom prst="rect">
              <a:avLst/>
            </a:prstGeom>
            <a:noFill/>
          </p:spPr>
          <p:txBody>
            <a:bodyPr wrap="square" lIns="91440" tIns="45720" rIns="91440" bIns="45720" anchor="ctr">
              <a:noAutofit/>
            </a:bodyPr>
            <a:lstStyle/>
            <a:p>
              <a:pPr algn="ctr"/>
              <a:r>
                <a:rPr lang="en-US" altLang="zh-CN" sz="2400" b="1" dirty="0">
                  <a:latin typeface="Arial Narrow" panose="020B0606020202030204" pitchFamily="34" charset="0"/>
                </a:rPr>
                <a:t>3</a:t>
              </a:r>
              <a:endParaRPr lang="zh-CN" altLang="en-US" sz="2400" b="1" dirty="0">
                <a:latin typeface="Arial Narrow" panose="020B0606020202030204" pitchFamily="34" charset="0"/>
              </a:endParaRPr>
            </a:p>
          </p:txBody>
        </p:sp>
      </p:grpSp>
      <p:sp>
        <p:nvSpPr>
          <p:cNvPr id="127" name="平行四边形 126">
            <a:extLst>
              <a:ext uri="{FF2B5EF4-FFF2-40B4-BE49-F238E27FC236}">
                <a16:creationId xmlns:a16="http://schemas.microsoft.com/office/drawing/2014/main" id="{89B2F0CA-76DA-7799-FCE4-61A85C98C2C8}"/>
              </a:ext>
            </a:extLst>
          </p:cNvPr>
          <p:cNvSpPr/>
          <p:nvPr/>
        </p:nvSpPr>
        <p:spPr>
          <a:xfrm>
            <a:off x="304800" y="749300"/>
            <a:ext cx="675384" cy="387090"/>
          </a:xfrm>
          <a:prstGeom prst="parallelogram">
            <a:avLst/>
          </a:prstGeom>
          <a:solidFill>
            <a:schemeClr val="accent3">
              <a:lumMod val="75000"/>
            </a:schemeClr>
          </a:solidFill>
          <a:ln>
            <a:solidFill>
              <a:schemeClr val="accent3">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CN" sz="2200" dirty="0">
                <a:latin typeface="Impact" panose="020B0806030902050204" pitchFamily="34" charset="0"/>
              </a:rPr>
              <a:t>02</a:t>
            </a:r>
            <a:endParaRPr lang="zh-CN" altLang="en-US" sz="2200" dirty="0">
              <a:latin typeface="Impact" panose="020B0806030902050204" pitchFamily="34" charset="0"/>
            </a:endParaRPr>
          </a:p>
        </p:txBody>
      </p:sp>
    </p:spTree>
    <p:custDataLst>
      <p:tags r:id="rId1"/>
    </p:custDataLst>
    <p:extLst>
      <p:ext uri="{BB962C8B-B14F-4D97-AF65-F5344CB8AC3E}">
        <p14:creationId xmlns:p14="http://schemas.microsoft.com/office/powerpoint/2010/main" val="2986547122"/>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30" presetClass="entr" presetSubtype="0" fill="hold" nodeType="withEffect">
                                  <p:stCondLst>
                                    <p:cond delay="0"/>
                                  </p:stCondLst>
                                  <p:childTnLst>
                                    <p:set>
                                      <p:cBhvr>
                                        <p:cTn id="6" dur="1" fill="hold">
                                          <p:stCondLst>
                                            <p:cond delay="0"/>
                                          </p:stCondLst>
                                        </p:cTn>
                                        <p:tgtEl>
                                          <p:spTgt spid="14"/>
                                        </p:tgtEl>
                                        <p:attrNameLst>
                                          <p:attrName>style.visibility</p:attrName>
                                        </p:attrNameLst>
                                      </p:cBhvr>
                                      <p:to>
                                        <p:strVal val="visible"/>
                                      </p:to>
                                    </p:set>
                                    <p:animEffect transition="in" filter="fade">
                                      <p:cBhvr>
                                        <p:cTn id="7" dur="800" decel="100000"/>
                                        <p:tgtEl>
                                          <p:spTgt spid="14"/>
                                        </p:tgtEl>
                                      </p:cBhvr>
                                    </p:animEffect>
                                    <p:anim calcmode="lin" valueType="num">
                                      <p:cBhvr>
                                        <p:cTn id="8" dur="800" decel="100000" fill="hold"/>
                                        <p:tgtEl>
                                          <p:spTgt spid="14"/>
                                        </p:tgtEl>
                                        <p:attrNameLst>
                                          <p:attrName>style.rotation</p:attrName>
                                        </p:attrNameLst>
                                      </p:cBhvr>
                                      <p:tavLst>
                                        <p:tav tm="0">
                                          <p:val>
                                            <p:fltVal val="-90"/>
                                          </p:val>
                                        </p:tav>
                                        <p:tav tm="100000">
                                          <p:val>
                                            <p:fltVal val="0"/>
                                          </p:val>
                                        </p:tav>
                                      </p:tavLst>
                                    </p:anim>
                                    <p:anim calcmode="lin" valueType="num">
                                      <p:cBhvr>
                                        <p:cTn id="9" dur="800" decel="100000" fill="hold"/>
                                        <p:tgtEl>
                                          <p:spTgt spid="14"/>
                                        </p:tgtEl>
                                        <p:attrNameLst>
                                          <p:attrName>ppt_x</p:attrName>
                                        </p:attrNameLst>
                                      </p:cBhvr>
                                      <p:tavLst>
                                        <p:tav tm="0">
                                          <p:val>
                                            <p:strVal val="#ppt_x+0.4"/>
                                          </p:val>
                                        </p:tav>
                                        <p:tav tm="100000">
                                          <p:val>
                                            <p:strVal val="#ppt_x-0.05"/>
                                          </p:val>
                                        </p:tav>
                                      </p:tavLst>
                                    </p:anim>
                                    <p:anim calcmode="lin" valueType="num">
                                      <p:cBhvr>
                                        <p:cTn id="10" dur="800" decel="100000" fill="hold"/>
                                        <p:tgtEl>
                                          <p:spTgt spid="14"/>
                                        </p:tgtEl>
                                        <p:attrNameLst>
                                          <p:attrName>ppt_y</p:attrName>
                                        </p:attrNameLst>
                                      </p:cBhvr>
                                      <p:tavLst>
                                        <p:tav tm="0">
                                          <p:val>
                                            <p:strVal val="#ppt_y-0.4"/>
                                          </p:val>
                                        </p:tav>
                                        <p:tav tm="100000">
                                          <p:val>
                                            <p:strVal val="#ppt_y+0.1"/>
                                          </p:val>
                                        </p:tav>
                                      </p:tavLst>
                                    </p:anim>
                                    <p:anim calcmode="lin" valueType="num">
                                      <p:cBhvr>
                                        <p:cTn id="11" dur="200" accel="100000" fill="hold">
                                          <p:stCondLst>
                                            <p:cond delay="800"/>
                                          </p:stCondLst>
                                        </p:cTn>
                                        <p:tgtEl>
                                          <p:spTgt spid="14"/>
                                        </p:tgtEl>
                                        <p:attrNameLst>
                                          <p:attrName>ppt_x</p:attrName>
                                        </p:attrNameLst>
                                      </p:cBhvr>
                                      <p:tavLst>
                                        <p:tav tm="0">
                                          <p:val>
                                            <p:strVal val="#ppt_x-0.05"/>
                                          </p:val>
                                        </p:tav>
                                        <p:tav tm="100000">
                                          <p:val>
                                            <p:strVal val="#ppt_x"/>
                                          </p:val>
                                        </p:tav>
                                      </p:tavLst>
                                    </p:anim>
                                    <p:anim calcmode="lin" valueType="num">
                                      <p:cBhvr>
                                        <p:cTn id="12" dur="200" accel="100000" fill="hold">
                                          <p:stCondLst>
                                            <p:cond delay="800"/>
                                          </p:stCondLst>
                                        </p:cTn>
                                        <p:tgtEl>
                                          <p:spTgt spid="14"/>
                                        </p:tgtEl>
                                        <p:attrNameLst>
                                          <p:attrName>ppt_y</p:attrName>
                                        </p:attrNameLst>
                                      </p:cBhvr>
                                      <p:tavLst>
                                        <p:tav tm="0">
                                          <p:val>
                                            <p:strVal val="#ppt_y+0.1"/>
                                          </p:val>
                                        </p:tav>
                                        <p:tav tm="100000">
                                          <p:val>
                                            <p:strVal val="#ppt_y"/>
                                          </p:val>
                                        </p:tav>
                                      </p:tavLst>
                                    </p:anim>
                                  </p:childTnLst>
                                </p:cTn>
                              </p:par>
                              <p:par>
                                <p:cTn id="13" presetID="30" presetClass="entr" presetSubtype="0" fill="hold" nodeType="withEffect">
                                  <p:stCondLst>
                                    <p:cond delay="0"/>
                                  </p:stCondLst>
                                  <p:childTnLst>
                                    <p:set>
                                      <p:cBhvr>
                                        <p:cTn id="14" dur="1" fill="hold">
                                          <p:stCondLst>
                                            <p:cond delay="0"/>
                                          </p:stCondLst>
                                        </p:cTn>
                                        <p:tgtEl>
                                          <p:spTgt spid="15"/>
                                        </p:tgtEl>
                                        <p:attrNameLst>
                                          <p:attrName>style.visibility</p:attrName>
                                        </p:attrNameLst>
                                      </p:cBhvr>
                                      <p:to>
                                        <p:strVal val="visible"/>
                                      </p:to>
                                    </p:set>
                                    <p:animEffect transition="in" filter="fade">
                                      <p:cBhvr>
                                        <p:cTn id="15" dur="800" decel="100000"/>
                                        <p:tgtEl>
                                          <p:spTgt spid="15"/>
                                        </p:tgtEl>
                                      </p:cBhvr>
                                    </p:animEffect>
                                    <p:anim calcmode="lin" valueType="num">
                                      <p:cBhvr>
                                        <p:cTn id="16" dur="800" decel="100000" fill="hold"/>
                                        <p:tgtEl>
                                          <p:spTgt spid="15"/>
                                        </p:tgtEl>
                                        <p:attrNameLst>
                                          <p:attrName>style.rotation</p:attrName>
                                        </p:attrNameLst>
                                      </p:cBhvr>
                                      <p:tavLst>
                                        <p:tav tm="0">
                                          <p:val>
                                            <p:fltVal val="-90"/>
                                          </p:val>
                                        </p:tav>
                                        <p:tav tm="100000">
                                          <p:val>
                                            <p:fltVal val="0"/>
                                          </p:val>
                                        </p:tav>
                                      </p:tavLst>
                                    </p:anim>
                                    <p:anim calcmode="lin" valueType="num">
                                      <p:cBhvr>
                                        <p:cTn id="17" dur="800" decel="100000" fill="hold"/>
                                        <p:tgtEl>
                                          <p:spTgt spid="15"/>
                                        </p:tgtEl>
                                        <p:attrNameLst>
                                          <p:attrName>ppt_x</p:attrName>
                                        </p:attrNameLst>
                                      </p:cBhvr>
                                      <p:tavLst>
                                        <p:tav tm="0">
                                          <p:val>
                                            <p:strVal val="#ppt_x+0.4"/>
                                          </p:val>
                                        </p:tav>
                                        <p:tav tm="100000">
                                          <p:val>
                                            <p:strVal val="#ppt_x-0.05"/>
                                          </p:val>
                                        </p:tav>
                                      </p:tavLst>
                                    </p:anim>
                                    <p:anim calcmode="lin" valueType="num">
                                      <p:cBhvr>
                                        <p:cTn id="18" dur="800" decel="100000" fill="hold"/>
                                        <p:tgtEl>
                                          <p:spTgt spid="15"/>
                                        </p:tgtEl>
                                        <p:attrNameLst>
                                          <p:attrName>ppt_y</p:attrName>
                                        </p:attrNameLst>
                                      </p:cBhvr>
                                      <p:tavLst>
                                        <p:tav tm="0">
                                          <p:val>
                                            <p:strVal val="#ppt_y-0.4"/>
                                          </p:val>
                                        </p:tav>
                                        <p:tav tm="100000">
                                          <p:val>
                                            <p:strVal val="#ppt_y+0.1"/>
                                          </p:val>
                                        </p:tav>
                                      </p:tavLst>
                                    </p:anim>
                                    <p:anim calcmode="lin" valueType="num">
                                      <p:cBhvr>
                                        <p:cTn id="19" dur="200" accel="100000" fill="hold">
                                          <p:stCondLst>
                                            <p:cond delay="800"/>
                                          </p:stCondLst>
                                        </p:cTn>
                                        <p:tgtEl>
                                          <p:spTgt spid="15"/>
                                        </p:tgtEl>
                                        <p:attrNameLst>
                                          <p:attrName>ppt_x</p:attrName>
                                        </p:attrNameLst>
                                      </p:cBhvr>
                                      <p:tavLst>
                                        <p:tav tm="0">
                                          <p:val>
                                            <p:strVal val="#ppt_x-0.05"/>
                                          </p:val>
                                        </p:tav>
                                        <p:tav tm="100000">
                                          <p:val>
                                            <p:strVal val="#ppt_x"/>
                                          </p:val>
                                        </p:tav>
                                      </p:tavLst>
                                    </p:anim>
                                    <p:anim calcmode="lin" valueType="num">
                                      <p:cBhvr>
                                        <p:cTn id="20" dur="200" accel="100000" fill="hold">
                                          <p:stCondLst>
                                            <p:cond delay="800"/>
                                          </p:stCondLst>
                                        </p:cTn>
                                        <p:tgtEl>
                                          <p:spTgt spid="15"/>
                                        </p:tgtEl>
                                        <p:attrNameLst>
                                          <p:attrName>ppt_y</p:attrName>
                                        </p:attrNameLst>
                                      </p:cBhvr>
                                      <p:tavLst>
                                        <p:tav tm="0">
                                          <p:val>
                                            <p:strVal val="#ppt_y+0.1"/>
                                          </p:val>
                                        </p:tav>
                                        <p:tav tm="100000">
                                          <p:val>
                                            <p:strVal val="#ppt_y"/>
                                          </p:val>
                                        </p:tav>
                                      </p:tavLst>
                                    </p:anim>
                                  </p:childTnLst>
                                </p:cTn>
                              </p:par>
                              <p:par>
                                <p:cTn id="21" presetID="30" presetClass="entr" presetSubtype="0" fill="hold" nodeType="withEffect">
                                  <p:stCondLst>
                                    <p:cond delay="0"/>
                                  </p:stCondLst>
                                  <p:childTnLst>
                                    <p:set>
                                      <p:cBhvr>
                                        <p:cTn id="22" dur="1" fill="hold">
                                          <p:stCondLst>
                                            <p:cond delay="0"/>
                                          </p:stCondLst>
                                        </p:cTn>
                                        <p:tgtEl>
                                          <p:spTgt spid="18"/>
                                        </p:tgtEl>
                                        <p:attrNameLst>
                                          <p:attrName>style.visibility</p:attrName>
                                        </p:attrNameLst>
                                      </p:cBhvr>
                                      <p:to>
                                        <p:strVal val="visible"/>
                                      </p:to>
                                    </p:set>
                                    <p:animEffect transition="in" filter="fade">
                                      <p:cBhvr>
                                        <p:cTn id="23" dur="800" decel="100000"/>
                                        <p:tgtEl>
                                          <p:spTgt spid="18"/>
                                        </p:tgtEl>
                                      </p:cBhvr>
                                    </p:animEffect>
                                    <p:anim calcmode="lin" valueType="num">
                                      <p:cBhvr>
                                        <p:cTn id="24" dur="800" decel="100000" fill="hold"/>
                                        <p:tgtEl>
                                          <p:spTgt spid="18"/>
                                        </p:tgtEl>
                                        <p:attrNameLst>
                                          <p:attrName>style.rotation</p:attrName>
                                        </p:attrNameLst>
                                      </p:cBhvr>
                                      <p:tavLst>
                                        <p:tav tm="0">
                                          <p:val>
                                            <p:fltVal val="-90"/>
                                          </p:val>
                                        </p:tav>
                                        <p:tav tm="100000">
                                          <p:val>
                                            <p:fltVal val="0"/>
                                          </p:val>
                                        </p:tav>
                                      </p:tavLst>
                                    </p:anim>
                                    <p:anim calcmode="lin" valueType="num">
                                      <p:cBhvr>
                                        <p:cTn id="25" dur="800" decel="100000" fill="hold"/>
                                        <p:tgtEl>
                                          <p:spTgt spid="18"/>
                                        </p:tgtEl>
                                        <p:attrNameLst>
                                          <p:attrName>ppt_x</p:attrName>
                                        </p:attrNameLst>
                                      </p:cBhvr>
                                      <p:tavLst>
                                        <p:tav tm="0">
                                          <p:val>
                                            <p:strVal val="#ppt_x+0.4"/>
                                          </p:val>
                                        </p:tav>
                                        <p:tav tm="100000">
                                          <p:val>
                                            <p:strVal val="#ppt_x-0.05"/>
                                          </p:val>
                                        </p:tav>
                                      </p:tavLst>
                                    </p:anim>
                                    <p:anim calcmode="lin" valueType="num">
                                      <p:cBhvr>
                                        <p:cTn id="26" dur="800" decel="100000" fill="hold"/>
                                        <p:tgtEl>
                                          <p:spTgt spid="18"/>
                                        </p:tgtEl>
                                        <p:attrNameLst>
                                          <p:attrName>ppt_y</p:attrName>
                                        </p:attrNameLst>
                                      </p:cBhvr>
                                      <p:tavLst>
                                        <p:tav tm="0">
                                          <p:val>
                                            <p:strVal val="#ppt_y-0.4"/>
                                          </p:val>
                                        </p:tav>
                                        <p:tav tm="100000">
                                          <p:val>
                                            <p:strVal val="#ppt_y+0.1"/>
                                          </p:val>
                                        </p:tav>
                                      </p:tavLst>
                                    </p:anim>
                                    <p:anim calcmode="lin" valueType="num">
                                      <p:cBhvr>
                                        <p:cTn id="27" dur="200" accel="100000" fill="hold">
                                          <p:stCondLst>
                                            <p:cond delay="800"/>
                                          </p:stCondLst>
                                        </p:cTn>
                                        <p:tgtEl>
                                          <p:spTgt spid="18"/>
                                        </p:tgtEl>
                                        <p:attrNameLst>
                                          <p:attrName>ppt_x</p:attrName>
                                        </p:attrNameLst>
                                      </p:cBhvr>
                                      <p:tavLst>
                                        <p:tav tm="0">
                                          <p:val>
                                            <p:strVal val="#ppt_x-0.05"/>
                                          </p:val>
                                        </p:tav>
                                        <p:tav tm="100000">
                                          <p:val>
                                            <p:strVal val="#ppt_x"/>
                                          </p:val>
                                        </p:tav>
                                      </p:tavLst>
                                    </p:anim>
                                    <p:anim calcmode="lin" valueType="num">
                                      <p:cBhvr>
                                        <p:cTn id="28" dur="200" accel="100000" fill="hold">
                                          <p:stCondLst>
                                            <p:cond delay="800"/>
                                          </p:stCondLst>
                                        </p:cTn>
                                        <p:tgtEl>
                                          <p:spTgt spid="18"/>
                                        </p:tgtEl>
                                        <p:attrNameLst>
                                          <p:attrName>ppt_y</p:attrName>
                                        </p:attrNameLst>
                                      </p:cBhvr>
                                      <p:tavLst>
                                        <p:tav tm="0">
                                          <p:val>
                                            <p:strVal val="#ppt_y+0.1"/>
                                          </p:val>
                                        </p:tav>
                                        <p:tav tm="100000">
                                          <p:val>
                                            <p:strVal val="#ppt_y"/>
                                          </p:val>
                                        </p:tav>
                                      </p:tavLst>
                                    </p:anim>
                                  </p:childTnLst>
                                </p:cTn>
                              </p:par>
                              <p:par>
                                <p:cTn id="29" presetID="30" presetClass="entr" presetSubtype="0" fill="hold" nodeType="withEffect">
                                  <p:stCondLst>
                                    <p:cond delay="0"/>
                                  </p:stCondLst>
                                  <p:childTnLst>
                                    <p:set>
                                      <p:cBhvr>
                                        <p:cTn id="30" dur="1" fill="hold">
                                          <p:stCondLst>
                                            <p:cond delay="0"/>
                                          </p:stCondLst>
                                        </p:cTn>
                                        <p:tgtEl>
                                          <p:spTgt spid="19"/>
                                        </p:tgtEl>
                                        <p:attrNameLst>
                                          <p:attrName>style.visibility</p:attrName>
                                        </p:attrNameLst>
                                      </p:cBhvr>
                                      <p:to>
                                        <p:strVal val="visible"/>
                                      </p:to>
                                    </p:set>
                                    <p:animEffect transition="in" filter="fade">
                                      <p:cBhvr>
                                        <p:cTn id="31" dur="800" decel="100000"/>
                                        <p:tgtEl>
                                          <p:spTgt spid="19"/>
                                        </p:tgtEl>
                                      </p:cBhvr>
                                    </p:animEffect>
                                    <p:anim calcmode="lin" valueType="num">
                                      <p:cBhvr>
                                        <p:cTn id="32" dur="800" decel="100000" fill="hold"/>
                                        <p:tgtEl>
                                          <p:spTgt spid="19"/>
                                        </p:tgtEl>
                                        <p:attrNameLst>
                                          <p:attrName>style.rotation</p:attrName>
                                        </p:attrNameLst>
                                      </p:cBhvr>
                                      <p:tavLst>
                                        <p:tav tm="0">
                                          <p:val>
                                            <p:fltVal val="-90"/>
                                          </p:val>
                                        </p:tav>
                                        <p:tav tm="100000">
                                          <p:val>
                                            <p:fltVal val="0"/>
                                          </p:val>
                                        </p:tav>
                                      </p:tavLst>
                                    </p:anim>
                                    <p:anim calcmode="lin" valueType="num">
                                      <p:cBhvr>
                                        <p:cTn id="33" dur="800" decel="100000" fill="hold"/>
                                        <p:tgtEl>
                                          <p:spTgt spid="19"/>
                                        </p:tgtEl>
                                        <p:attrNameLst>
                                          <p:attrName>ppt_x</p:attrName>
                                        </p:attrNameLst>
                                      </p:cBhvr>
                                      <p:tavLst>
                                        <p:tav tm="0">
                                          <p:val>
                                            <p:strVal val="#ppt_x+0.4"/>
                                          </p:val>
                                        </p:tav>
                                        <p:tav tm="100000">
                                          <p:val>
                                            <p:strVal val="#ppt_x-0.05"/>
                                          </p:val>
                                        </p:tav>
                                      </p:tavLst>
                                    </p:anim>
                                    <p:anim calcmode="lin" valueType="num">
                                      <p:cBhvr>
                                        <p:cTn id="34" dur="800" decel="100000" fill="hold"/>
                                        <p:tgtEl>
                                          <p:spTgt spid="19"/>
                                        </p:tgtEl>
                                        <p:attrNameLst>
                                          <p:attrName>ppt_y</p:attrName>
                                        </p:attrNameLst>
                                      </p:cBhvr>
                                      <p:tavLst>
                                        <p:tav tm="0">
                                          <p:val>
                                            <p:strVal val="#ppt_y-0.4"/>
                                          </p:val>
                                        </p:tav>
                                        <p:tav tm="100000">
                                          <p:val>
                                            <p:strVal val="#ppt_y+0.1"/>
                                          </p:val>
                                        </p:tav>
                                      </p:tavLst>
                                    </p:anim>
                                    <p:anim calcmode="lin" valueType="num">
                                      <p:cBhvr>
                                        <p:cTn id="35" dur="200" accel="100000" fill="hold">
                                          <p:stCondLst>
                                            <p:cond delay="800"/>
                                          </p:stCondLst>
                                        </p:cTn>
                                        <p:tgtEl>
                                          <p:spTgt spid="19"/>
                                        </p:tgtEl>
                                        <p:attrNameLst>
                                          <p:attrName>ppt_x</p:attrName>
                                        </p:attrNameLst>
                                      </p:cBhvr>
                                      <p:tavLst>
                                        <p:tav tm="0">
                                          <p:val>
                                            <p:strVal val="#ppt_x-0.05"/>
                                          </p:val>
                                        </p:tav>
                                        <p:tav tm="100000">
                                          <p:val>
                                            <p:strVal val="#ppt_x"/>
                                          </p:val>
                                        </p:tav>
                                      </p:tavLst>
                                    </p:anim>
                                    <p:anim calcmode="lin" valueType="num">
                                      <p:cBhvr>
                                        <p:cTn id="36" dur="200" accel="100000" fill="hold">
                                          <p:stCondLst>
                                            <p:cond delay="800"/>
                                          </p:stCondLst>
                                        </p:cTn>
                                        <p:tgtEl>
                                          <p:spTgt spid="19"/>
                                        </p:tgtEl>
                                        <p:attrNameLst>
                                          <p:attrName>ppt_y</p:attrName>
                                        </p:attrNameLst>
                                      </p:cBhvr>
                                      <p:tavLst>
                                        <p:tav tm="0">
                                          <p:val>
                                            <p:strVal val="#ppt_y+0.1"/>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42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05" name="íşlïḍè">
            <a:extLst>
              <a:ext uri="{FF2B5EF4-FFF2-40B4-BE49-F238E27FC236}">
                <a16:creationId xmlns:a16="http://schemas.microsoft.com/office/drawing/2014/main" id="{1427AB8B-CBC2-4FCC-80E6-8A3342F0C54C}"/>
              </a:ext>
            </a:extLst>
          </p:cNvPr>
          <p:cNvSpPr txBox="1"/>
          <p:nvPr/>
        </p:nvSpPr>
        <p:spPr>
          <a:xfrm>
            <a:off x="2328496" y="4700079"/>
            <a:ext cx="2059561" cy="319332"/>
          </a:xfrm>
          <a:prstGeom prst="rect">
            <a:avLst/>
          </a:prstGeom>
          <a:noFill/>
        </p:spPr>
        <p:txBody>
          <a:bodyPr wrap="square" lIns="91440" tIns="45720" rIns="91440" bIns="45720" anchor="ctr">
            <a:noAutofit/>
          </a:bodyPr>
          <a:lstStyle/>
          <a:p>
            <a:pPr algn="ctr"/>
            <a:r>
              <a:rPr lang="zh-CN" altLang="en-US" b="1" dirty="0">
                <a:latin typeface="Arial Narrow" panose="020B0606020202030204" pitchFamily="34" charset="0"/>
              </a:rPr>
              <a:t>交换机</a:t>
            </a:r>
            <a:r>
              <a:rPr lang="en-US" altLang="zh-CN" b="1" dirty="0">
                <a:latin typeface="Arial Narrow" panose="020B0606020202030204" pitchFamily="34" charset="0"/>
              </a:rPr>
              <a:t>1</a:t>
            </a:r>
            <a:r>
              <a:rPr lang="zh-CN" altLang="en-US" b="1" dirty="0">
                <a:latin typeface="Arial Narrow" panose="020B0606020202030204" pitchFamily="34" charset="0"/>
              </a:rPr>
              <a:t>的操作</a:t>
            </a:r>
          </a:p>
        </p:txBody>
      </p:sp>
      <p:sp>
        <p:nvSpPr>
          <p:cNvPr id="112" name="íşlïḍè">
            <a:extLst>
              <a:ext uri="{FF2B5EF4-FFF2-40B4-BE49-F238E27FC236}">
                <a16:creationId xmlns:a16="http://schemas.microsoft.com/office/drawing/2014/main" id="{5AC25805-EC9B-4286-AA3D-3B30E5C81668}"/>
              </a:ext>
            </a:extLst>
          </p:cNvPr>
          <p:cNvSpPr txBox="1"/>
          <p:nvPr/>
        </p:nvSpPr>
        <p:spPr>
          <a:xfrm>
            <a:off x="8693775" y="4713631"/>
            <a:ext cx="2038795" cy="319332"/>
          </a:xfrm>
          <a:prstGeom prst="rect">
            <a:avLst/>
          </a:prstGeom>
          <a:noFill/>
        </p:spPr>
        <p:txBody>
          <a:bodyPr wrap="square" lIns="91440" tIns="45720" rIns="91440" bIns="45720" anchor="ctr">
            <a:noAutofit/>
          </a:bodyPr>
          <a:lstStyle/>
          <a:p>
            <a:pPr algn="ctr"/>
            <a:r>
              <a:rPr lang="zh-CN" altLang="en-US" b="1" dirty="0">
                <a:latin typeface="Arial Narrow" panose="020B0606020202030204" pitchFamily="34" charset="0"/>
              </a:rPr>
              <a:t>交换机</a:t>
            </a:r>
            <a:r>
              <a:rPr lang="en-US" altLang="zh-CN" b="1" dirty="0">
                <a:latin typeface="Arial Narrow" panose="020B0606020202030204" pitchFamily="34" charset="0"/>
              </a:rPr>
              <a:t>2</a:t>
            </a:r>
            <a:r>
              <a:rPr lang="zh-CN" altLang="en-US" b="1" dirty="0">
                <a:latin typeface="Arial Narrow" panose="020B0606020202030204" pitchFamily="34" charset="0"/>
              </a:rPr>
              <a:t>的操作</a:t>
            </a:r>
          </a:p>
        </p:txBody>
      </p:sp>
      <p:grpSp>
        <p:nvGrpSpPr>
          <p:cNvPr id="4" name="组合 3">
            <a:extLst>
              <a:ext uri="{FF2B5EF4-FFF2-40B4-BE49-F238E27FC236}">
                <a16:creationId xmlns:a16="http://schemas.microsoft.com/office/drawing/2014/main" id="{9A1EA9F2-FCB6-48C3-935F-7AE7E3AD14AC}"/>
              </a:ext>
            </a:extLst>
          </p:cNvPr>
          <p:cNvGrpSpPr/>
          <p:nvPr/>
        </p:nvGrpSpPr>
        <p:grpSpPr>
          <a:xfrm>
            <a:off x="304800" y="749300"/>
            <a:ext cx="6192344" cy="400110"/>
            <a:chOff x="424117" y="898245"/>
            <a:chExt cx="6192344" cy="400110"/>
          </a:xfrm>
        </p:grpSpPr>
        <p:sp>
          <p:nvSpPr>
            <p:cNvPr id="2" name="平行四边形 1">
              <a:extLst>
                <a:ext uri="{FF2B5EF4-FFF2-40B4-BE49-F238E27FC236}">
                  <a16:creationId xmlns:a16="http://schemas.microsoft.com/office/drawing/2014/main" id="{1F5BAA3F-9845-4F89-A2DD-8222D3E4EDAC}"/>
                </a:ext>
              </a:extLst>
            </p:cNvPr>
            <p:cNvSpPr/>
            <p:nvPr/>
          </p:nvSpPr>
          <p:spPr>
            <a:xfrm>
              <a:off x="424117" y="898245"/>
              <a:ext cx="628306" cy="387090"/>
            </a:xfrm>
            <a:prstGeom prst="parallelogram">
              <a:avLst/>
            </a:prstGeom>
            <a:solidFill>
              <a:schemeClr val="accent3">
                <a:lumMod val="75000"/>
              </a:schemeClr>
            </a:solidFill>
            <a:ln>
              <a:solidFill>
                <a:schemeClr val="accent3">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CN" sz="2200" dirty="0">
                  <a:latin typeface="Impact" panose="020B0806030902050204" pitchFamily="34" charset="0"/>
                </a:rPr>
                <a:t>01</a:t>
              </a:r>
              <a:endParaRPr lang="zh-CN" altLang="en-US" sz="2200" dirty="0">
                <a:latin typeface="Impact" panose="020B0806030902050204" pitchFamily="34" charset="0"/>
              </a:endParaRPr>
            </a:p>
          </p:txBody>
        </p:sp>
        <p:sp>
          <p:nvSpPr>
            <p:cNvPr id="3" name="文本框 2">
              <a:extLst>
                <a:ext uri="{FF2B5EF4-FFF2-40B4-BE49-F238E27FC236}">
                  <a16:creationId xmlns:a16="http://schemas.microsoft.com/office/drawing/2014/main" id="{4D6BD736-A4D3-4F26-AFED-36E11F50F70B}"/>
                </a:ext>
              </a:extLst>
            </p:cNvPr>
            <p:cNvSpPr txBox="1"/>
            <p:nvPr/>
          </p:nvSpPr>
          <p:spPr>
            <a:xfrm>
              <a:off x="1052423" y="898245"/>
              <a:ext cx="5564038" cy="400110"/>
            </a:xfrm>
            <a:prstGeom prst="rect">
              <a:avLst/>
            </a:prstGeom>
            <a:noFill/>
          </p:spPr>
          <p:txBody>
            <a:bodyPr wrap="square" rtlCol="0">
              <a:spAutoFit/>
            </a:bodyPr>
            <a:lstStyle/>
            <a:p>
              <a:r>
                <a:rPr lang="zh-CN" altLang="en-US" sz="2000" b="1" dirty="0">
                  <a:solidFill>
                    <a:schemeClr val="tx1"/>
                  </a:solidFill>
                  <a:latin typeface="Arial Narrow" panose="020B0606020202030204" pitchFamily="34" charset="0"/>
                </a:rPr>
                <a:t>以太网交换机</a:t>
              </a:r>
              <a:endParaRPr lang="en-US" altLang="zh-CN" sz="2000" b="1" dirty="0">
                <a:solidFill>
                  <a:schemeClr val="tx1"/>
                </a:solidFill>
                <a:latin typeface="Arial Narrow" panose="020B0606020202030204" pitchFamily="34" charset="0"/>
              </a:endParaRPr>
            </a:p>
          </p:txBody>
        </p:sp>
      </p:grpSp>
      <p:sp>
        <p:nvSpPr>
          <p:cNvPr id="5" name="矩形 4">
            <a:extLst>
              <a:ext uri="{FF2B5EF4-FFF2-40B4-BE49-F238E27FC236}">
                <a16:creationId xmlns:a16="http://schemas.microsoft.com/office/drawing/2014/main" id="{7B8978FE-1594-481A-895C-14BD84DE8A91}"/>
              </a:ext>
            </a:extLst>
          </p:cNvPr>
          <p:cNvSpPr/>
          <p:nvPr/>
        </p:nvSpPr>
        <p:spPr>
          <a:xfrm>
            <a:off x="2335333" y="2024126"/>
            <a:ext cx="2045888" cy="2466594"/>
          </a:xfrm>
          <a:prstGeom prst="rect">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6" name="矩形 5">
            <a:extLst>
              <a:ext uri="{FF2B5EF4-FFF2-40B4-BE49-F238E27FC236}">
                <a16:creationId xmlns:a16="http://schemas.microsoft.com/office/drawing/2014/main" id="{823793EE-D768-407B-B399-27618C4822AD}"/>
              </a:ext>
            </a:extLst>
          </p:cNvPr>
          <p:cNvSpPr/>
          <p:nvPr/>
        </p:nvSpPr>
        <p:spPr>
          <a:xfrm>
            <a:off x="2335333" y="2339107"/>
            <a:ext cx="282873" cy="282873"/>
          </a:xfrm>
          <a:prstGeom prst="rect">
            <a:avLst/>
          </a:prstGeom>
          <a:solidFill>
            <a:schemeClr val="bg2">
              <a:lumMod val="90000"/>
            </a:schemeClr>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CN" sz="2000" b="1" dirty="0">
                <a:solidFill>
                  <a:schemeClr val="tx1"/>
                </a:solidFill>
                <a:latin typeface="Arial Black" panose="020B0A04020102020204" pitchFamily="34" charset="0"/>
              </a:rPr>
              <a:t>1</a:t>
            </a:r>
            <a:endParaRPr lang="zh-CN" altLang="en-US" sz="2000" b="1" dirty="0">
              <a:solidFill>
                <a:schemeClr val="tx1"/>
              </a:solidFill>
              <a:latin typeface="Arial Black" panose="020B0A04020102020204" pitchFamily="34" charset="0"/>
            </a:endParaRPr>
          </a:p>
        </p:txBody>
      </p:sp>
      <p:sp>
        <p:nvSpPr>
          <p:cNvPr id="60" name="矩形 59">
            <a:extLst>
              <a:ext uri="{FF2B5EF4-FFF2-40B4-BE49-F238E27FC236}">
                <a16:creationId xmlns:a16="http://schemas.microsoft.com/office/drawing/2014/main" id="{5C40A978-9743-4316-BAEF-8011F93BE09A}"/>
              </a:ext>
            </a:extLst>
          </p:cNvPr>
          <p:cNvSpPr/>
          <p:nvPr/>
        </p:nvSpPr>
        <p:spPr>
          <a:xfrm>
            <a:off x="2335333" y="3115987"/>
            <a:ext cx="282873" cy="282873"/>
          </a:xfrm>
          <a:prstGeom prst="rect">
            <a:avLst/>
          </a:prstGeom>
          <a:solidFill>
            <a:schemeClr val="bg2">
              <a:lumMod val="90000"/>
            </a:schemeClr>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CN" sz="2000" b="1" dirty="0">
                <a:solidFill>
                  <a:schemeClr val="tx1"/>
                </a:solidFill>
                <a:latin typeface="Arial Black" panose="020B0A04020102020204" pitchFamily="34" charset="0"/>
              </a:rPr>
              <a:t>2</a:t>
            </a:r>
            <a:endParaRPr lang="zh-CN" altLang="en-US" sz="2000" b="1" dirty="0">
              <a:solidFill>
                <a:schemeClr val="tx1"/>
              </a:solidFill>
              <a:latin typeface="Arial Black" panose="020B0A04020102020204" pitchFamily="34" charset="0"/>
            </a:endParaRPr>
          </a:p>
        </p:txBody>
      </p:sp>
      <p:sp>
        <p:nvSpPr>
          <p:cNvPr id="61" name="矩形 60">
            <a:extLst>
              <a:ext uri="{FF2B5EF4-FFF2-40B4-BE49-F238E27FC236}">
                <a16:creationId xmlns:a16="http://schemas.microsoft.com/office/drawing/2014/main" id="{3D7DCE5C-0F8D-4F5F-886C-5445F2889D89}"/>
              </a:ext>
            </a:extLst>
          </p:cNvPr>
          <p:cNvSpPr/>
          <p:nvPr/>
        </p:nvSpPr>
        <p:spPr>
          <a:xfrm>
            <a:off x="2335333" y="3892866"/>
            <a:ext cx="282873" cy="282873"/>
          </a:xfrm>
          <a:prstGeom prst="rect">
            <a:avLst/>
          </a:prstGeom>
          <a:solidFill>
            <a:schemeClr val="bg2">
              <a:lumMod val="90000"/>
            </a:schemeClr>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CN" sz="2000" b="1" dirty="0">
                <a:solidFill>
                  <a:schemeClr val="tx1"/>
                </a:solidFill>
                <a:latin typeface="Arial Black" panose="020B0A04020102020204" pitchFamily="34" charset="0"/>
              </a:rPr>
              <a:t>3</a:t>
            </a:r>
            <a:endParaRPr lang="zh-CN" altLang="en-US" sz="2000" b="1" dirty="0">
              <a:solidFill>
                <a:schemeClr val="tx1"/>
              </a:solidFill>
              <a:latin typeface="Arial Black" panose="020B0A04020102020204" pitchFamily="34" charset="0"/>
            </a:endParaRPr>
          </a:p>
        </p:txBody>
      </p:sp>
      <p:sp>
        <p:nvSpPr>
          <p:cNvPr id="62" name="矩形 61">
            <a:extLst>
              <a:ext uri="{FF2B5EF4-FFF2-40B4-BE49-F238E27FC236}">
                <a16:creationId xmlns:a16="http://schemas.microsoft.com/office/drawing/2014/main" id="{4D68483B-3692-4A74-BFA0-D4CA56C6A3DF}"/>
              </a:ext>
            </a:extLst>
          </p:cNvPr>
          <p:cNvSpPr/>
          <p:nvPr/>
        </p:nvSpPr>
        <p:spPr>
          <a:xfrm>
            <a:off x="4098351" y="2339107"/>
            <a:ext cx="282873" cy="282873"/>
          </a:xfrm>
          <a:prstGeom prst="rect">
            <a:avLst/>
          </a:prstGeom>
          <a:solidFill>
            <a:schemeClr val="bg2">
              <a:lumMod val="90000"/>
            </a:schemeClr>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CN" sz="2000" b="1" dirty="0">
                <a:solidFill>
                  <a:schemeClr val="tx1"/>
                </a:solidFill>
                <a:latin typeface="Arial Black" panose="020B0A04020102020204" pitchFamily="34" charset="0"/>
              </a:rPr>
              <a:t>4</a:t>
            </a:r>
            <a:endParaRPr lang="zh-CN" altLang="en-US" sz="2000" b="1" dirty="0">
              <a:solidFill>
                <a:schemeClr val="tx1"/>
              </a:solidFill>
              <a:latin typeface="Arial Black" panose="020B0A04020102020204" pitchFamily="34" charset="0"/>
            </a:endParaRPr>
          </a:p>
        </p:txBody>
      </p:sp>
      <p:sp>
        <p:nvSpPr>
          <p:cNvPr id="63" name="矩形 62">
            <a:extLst>
              <a:ext uri="{FF2B5EF4-FFF2-40B4-BE49-F238E27FC236}">
                <a16:creationId xmlns:a16="http://schemas.microsoft.com/office/drawing/2014/main" id="{E4D5BCA6-FB4B-47AB-974D-9B122F626AFE}"/>
              </a:ext>
            </a:extLst>
          </p:cNvPr>
          <p:cNvSpPr/>
          <p:nvPr/>
        </p:nvSpPr>
        <p:spPr>
          <a:xfrm>
            <a:off x="4098351" y="3115987"/>
            <a:ext cx="282873" cy="282873"/>
          </a:xfrm>
          <a:prstGeom prst="rect">
            <a:avLst/>
          </a:prstGeom>
          <a:solidFill>
            <a:schemeClr val="bg2">
              <a:lumMod val="90000"/>
            </a:schemeClr>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CN" sz="2000" b="1" dirty="0">
                <a:solidFill>
                  <a:schemeClr val="tx1"/>
                </a:solidFill>
                <a:latin typeface="Arial Black" panose="020B0A04020102020204" pitchFamily="34" charset="0"/>
              </a:rPr>
              <a:t>5</a:t>
            </a:r>
            <a:endParaRPr lang="zh-CN" altLang="en-US" sz="2000" b="1" dirty="0">
              <a:solidFill>
                <a:schemeClr val="tx1"/>
              </a:solidFill>
              <a:latin typeface="Arial Black" panose="020B0A04020102020204" pitchFamily="34" charset="0"/>
            </a:endParaRPr>
          </a:p>
        </p:txBody>
      </p:sp>
      <p:sp>
        <p:nvSpPr>
          <p:cNvPr id="64" name="矩形 63">
            <a:extLst>
              <a:ext uri="{FF2B5EF4-FFF2-40B4-BE49-F238E27FC236}">
                <a16:creationId xmlns:a16="http://schemas.microsoft.com/office/drawing/2014/main" id="{1A53BF14-2ABE-435A-B602-786EE722F28D}"/>
              </a:ext>
            </a:extLst>
          </p:cNvPr>
          <p:cNvSpPr/>
          <p:nvPr/>
        </p:nvSpPr>
        <p:spPr>
          <a:xfrm>
            <a:off x="4098351" y="3892866"/>
            <a:ext cx="282873" cy="282873"/>
          </a:xfrm>
          <a:prstGeom prst="rect">
            <a:avLst/>
          </a:prstGeom>
          <a:solidFill>
            <a:schemeClr val="bg2">
              <a:lumMod val="90000"/>
            </a:schemeClr>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CN" sz="2000" b="1" dirty="0">
                <a:solidFill>
                  <a:schemeClr val="tx1"/>
                </a:solidFill>
                <a:latin typeface="Arial Black" panose="020B0A04020102020204" pitchFamily="34" charset="0"/>
              </a:rPr>
              <a:t>6</a:t>
            </a:r>
            <a:endParaRPr lang="zh-CN" altLang="en-US" sz="2000" b="1" dirty="0">
              <a:solidFill>
                <a:schemeClr val="tx1"/>
              </a:solidFill>
              <a:latin typeface="Arial Black" panose="020B0A04020102020204" pitchFamily="34" charset="0"/>
            </a:endParaRPr>
          </a:p>
        </p:txBody>
      </p:sp>
      <p:cxnSp>
        <p:nvCxnSpPr>
          <p:cNvPr id="12" name="直接连接符 11">
            <a:extLst>
              <a:ext uri="{FF2B5EF4-FFF2-40B4-BE49-F238E27FC236}">
                <a16:creationId xmlns:a16="http://schemas.microsoft.com/office/drawing/2014/main" id="{DBFA0F3A-71F2-4CFF-9848-003D93744202}"/>
              </a:ext>
            </a:extLst>
          </p:cNvPr>
          <p:cNvCxnSpPr>
            <a:cxnSpLocks/>
            <a:stCxn id="6" idx="1"/>
          </p:cNvCxnSpPr>
          <p:nvPr/>
        </p:nvCxnSpPr>
        <p:spPr>
          <a:xfrm flipH="1">
            <a:off x="1806511" y="2480544"/>
            <a:ext cx="528822" cy="0"/>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grpSp>
        <p:nvGrpSpPr>
          <p:cNvPr id="10" name="组合 9">
            <a:extLst>
              <a:ext uri="{FF2B5EF4-FFF2-40B4-BE49-F238E27FC236}">
                <a16:creationId xmlns:a16="http://schemas.microsoft.com/office/drawing/2014/main" id="{63BC7B38-2CBC-4DF3-9610-16BEDF36A04D}"/>
              </a:ext>
            </a:extLst>
          </p:cNvPr>
          <p:cNvGrpSpPr/>
          <p:nvPr/>
        </p:nvGrpSpPr>
        <p:grpSpPr>
          <a:xfrm>
            <a:off x="1346499" y="2093987"/>
            <a:ext cx="536483" cy="537456"/>
            <a:chOff x="1294129" y="3886615"/>
            <a:chExt cx="536483" cy="537456"/>
          </a:xfrm>
        </p:grpSpPr>
        <p:pic>
          <p:nvPicPr>
            <p:cNvPr id="67" name="图形 10">
              <a:extLst>
                <a:ext uri="{FF2B5EF4-FFF2-40B4-BE49-F238E27FC236}">
                  <a16:creationId xmlns:a16="http://schemas.microsoft.com/office/drawing/2014/main" id="{45F06463-8405-4563-A327-32BA2E1AEDAA}"/>
                </a:ext>
              </a:extLst>
            </p:cNvPr>
            <p:cNvPicPr>
              <a:picLocks noChangeAspect="1"/>
            </p:cNvPicPr>
            <p:nvPr/>
          </p:nvPicPr>
          <p:blipFill>
            <a:blip r:embed="rId3">
              <a:extLst>
                <a:ext uri="{28A0092B-C50C-407E-A947-70E740481C1C}">
                  <a14:useLocalDpi xmlns:a14="http://schemas.microsoft.com/office/drawing/2010/main" val="0"/>
                </a:ext>
                <a:ext uri="{96DAC541-7B7A-43D3-8B79-37D633B846F1}">
                  <asvg:svgBlip xmlns:asvg="http://schemas.microsoft.com/office/drawing/2016/SVG/main" r:embed="rId4"/>
                </a:ext>
              </a:extLst>
            </a:blip>
            <a:stretch>
              <a:fillRect/>
            </a:stretch>
          </p:blipFill>
          <p:spPr>
            <a:xfrm>
              <a:off x="1294129" y="3905179"/>
              <a:ext cx="536483" cy="518892"/>
            </a:xfrm>
            <a:prstGeom prst="rect">
              <a:avLst/>
            </a:prstGeom>
          </p:spPr>
        </p:pic>
        <p:sp>
          <p:nvSpPr>
            <p:cNvPr id="9" name="文本框 8">
              <a:extLst>
                <a:ext uri="{FF2B5EF4-FFF2-40B4-BE49-F238E27FC236}">
                  <a16:creationId xmlns:a16="http://schemas.microsoft.com/office/drawing/2014/main" id="{31B65486-C583-4300-B19F-A75330BD5614}"/>
                </a:ext>
              </a:extLst>
            </p:cNvPr>
            <p:cNvSpPr txBox="1"/>
            <p:nvPr/>
          </p:nvSpPr>
          <p:spPr>
            <a:xfrm>
              <a:off x="1513103" y="3886615"/>
              <a:ext cx="282873" cy="369332"/>
            </a:xfrm>
            <a:prstGeom prst="rect">
              <a:avLst/>
            </a:prstGeom>
            <a:noFill/>
          </p:spPr>
          <p:txBody>
            <a:bodyPr wrap="square" rtlCol="0">
              <a:spAutoFit/>
            </a:bodyPr>
            <a:lstStyle/>
            <a:p>
              <a:pPr algn="ctr"/>
              <a:r>
                <a:rPr lang="en-US" altLang="zh-CN" b="1" dirty="0">
                  <a:solidFill>
                    <a:schemeClr val="bg1"/>
                  </a:solidFill>
                </a:rPr>
                <a:t>A</a:t>
              </a:r>
              <a:endParaRPr lang="zh-CN" altLang="en-US" b="1" dirty="0">
                <a:solidFill>
                  <a:schemeClr val="bg1"/>
                </a:solidFill>
              </a:endParaRPr>
            </a:p>
          </p:txBody>
        </p:sp>
      </p:grpSp>
      <p:cxnSp>
        <p:nvCxnSpPr>
          <p:cNvPr id="73" name="直接连接符 72">
            <a:extLst>
              <a:ext uri="{FF2B5EF4-FFF2-40B4-BE49-F238E27FC236}">
                <a16:creationId xmlns:a16="http://schemas.microsoft.com/office/drawing/2014/main" id="{115D7DEF-E6F9-46D1-BC58-EF5571FC17A3}"/>
              </a:ext>
            </a:extLst>
          </p:cNvPr>
          <p:cNvCxnSpPr>
            <a:cxnSpLocks/>
          </p:cNvCxnSpPr>
          <p:nvPr/>
        </p:nvCxnSpPr>
        <p:spPr>
          <a:xfrm flipH="1">
            <a:off x="4381221" y="2462392"/>
            <a:ext cx="528822" cy="0"/>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grpSp>
        <p:nvGrpSpPr>
          <p:cNvPr id="74" name="组合 73">
            <a:extLst>
              <a:ext uri="{FF2B5EF4-FFF2-40B4-BE49-F238E27FC236}">
                <a16:creationId xmlns:a16="http://schemas.microsoft.com/office/drawing/2014/main" id="{FBE67127-FC0A-4B0D-82F5-7439870241B8}"/>
              </a:ext>
            </a:extLst>
          </p:cNvPr>
          <p:cNvGrpSpPr/>
          <p:nvPr/>
        </p:nvGrpSpPr>
        <p:grpSpPr>
          <a:xfrm>
            <a:off x="4887865" y="2100565"/>
            <a:ext cx="536483" cy="530878"/>
            <a:chOff x="1294129" y="3893193"/>
            <a:chExt cx="536483" cy="530878"/>
          </a:xfrm>
        </p:grpSpPr>
        <p:pic>
          <p:nvPicPr>
            <p:cNvPr id="75" name="图形 10">
              <a:extLst>
                <a:ext uri="{FF2B5EF4-FFF2-40B4-BE49-F238E27FC236}">
                  <a16:creationId xmlns:a16="http://schemas.microsoft.com/office/drawing/2014/main" id="{C2B92D81-47FB-493F-811F-D1C9EAB26E6E}"/>
                </a:ext>
              </a:extLst>
            </p:cNvPr>
            <p:cNvPicPr>
              <a:picLocks noChangeAspect="1"/>
            </p:cNvPicPr>
            <p:nvPr/>
          </p:nvPicPr>
          <p:blipFill>
            <a:blip r:embed="rId3">
              <a:extLst>
                <a:ext uri="{28A0092B-C50C-407E-A947-70E740481C1C}">
                  <a14:useLocalDpi xmlns:a14="http://schemas.microsoft.com/office/drawing/2010/main" val="0"/>
                </a:ext>
                <a:ext uri="{96DAC541-7B7A-43D3-8B79-37D633B846F1}">
                  <asvg:svgBlip xmlns:asvg="http://schemas.microsoft.com/office/drawing/2016/SVG/main" r:embed="rId4"/>
                </a:ext>
              </a:extLst>
            </a:blip>
            <a:stretch>
              <a:fillRect/>
            </a:stretch>
          </p:blipFill>
          <p:spPr>
            <a:xfrm>
              <a:off x="1294129" y="3905179"/>
              <a:ext cx="536483" cy="518892"/>
            </a:xfrm>
            <a:prstGeom prst="rect">
              <a:avLst/>
            </a:prstGeom>
          </p:spPr>
        </p:pic>
        <p:sp>
          <p:nvSpPr>
            <p:cNvPr id="76" name="文本框 75">
              <a:extLst>
                <a:ext uri="{FF2B5EF4-FFF2-40B4-BE49-F238E27FC236}">
                  <a16:creationId xmlns:a16="http://schemas.microsoft.com/office/drawing/2014/main" id="{4442822F-FFA9-4D5F-A5B9-E192CDA19D6A}"/>
                </a:ext>
              </a:extLst>
            </p:cNvPr>
            <p:cNvSpPr txBox="1"/>
            <p:nvPr/>
          </p:nvSpPr>
          <p:spPr>
            <a:xfrm>
              <a:off x="1513103" y="3893193"/>
              <a:ext cx="282873" cy="369332"/>
            </a:xfrm>
            <a:prstGeom prst="rect">
              <a:avLst/>
            </a:prstGeom>
            <a:noFill/>
          </p:spPr>
          <p:txBody>
            <a:bodyPr wrap="square" rtlCol="0">
              <a:spAutoFit/>
            </a:bodyPr>
            <a:lstStyle/>
            <a:p>
              <a:pPr algn="ctr"/>
              <a:r>
                <a:rPr lang="en-US" altLang="zh-CN" b="1" dirty="0">
                  <a:solidFill>
                    <a:schemeClr val="bg1"/>
                  </a:solidFill>
                </a:rPr>
                <a:t>B</a:t>
              </a:r>
              <a:endParaRPr lang="zh-CN" altLang="en-US" b="1" dirty="0">
                <a:solidFill>
                  <a:schemeClr val="bg1"/>
                </a:solidFill>
              </a:endParaRPr>
            </a:p>
          </p:txBody>
        </p:sp>
      </p:grpSp>
      <p:cxnSp>
        <p:nvCxnSpPr>
          <p:cNvPr id="77" name="直接连接符 76">
            <a:extLst>
              <a:ext uri="{FF2B5EF4-FFF2-40B4-BE49-F238E27FC236}">
                <a16:creationId xmlns:a16="http://schemas.microsoft.com/office/drawing/2014/main" id="{D5BE263A-D3ED-4FD3-8A96-0F9DD5E1AA52}"/>
              </a:ext>
            </a:extLst>
          </p:cNvPr>
          <p:cNvCxnSpPr>
            <a:cxnSpLocks/>
          </p:cNvCxnSpPr>
          <p:nvPr/>
        </p:nvCxnSpPr>
        <p:spPr>
          <a:xfrm flipH="1">
            <a:off x="4374128" y="3269147"/>
            <a:ext cx="528822" cy="0"/>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grpSp>
        <p:nvGrpSpPr>
          <p:cNvPr id="78" name="组合 77">
            <a:extLst>
              <a:ext uri="{FF2B5EF4-FFF2-40B4-BE49-F238E27FC236}">
                <a16:creationId xmlns:a16="http://schemas.microsoft.com/office/drawing/2014/main" id="{1EA99009-D328-411E-A10D-5FA9ECDB9CA0}"/>
              </a:ext>
            </a:extLst>
          </p:cNvPr>
          <p:cNvGrpSpPr/>
          <p:nvPr/>
        </p:nvGrpSpPr>
        <p:grpSpPr>
          <a:xfrm>
            <a:off x="4880772" y="2919306"/>
            <a:ext cx="536483" cy="518892"/>
            <a:chOff x="1294129" y="3905179"/>
            <a:chExt cx="536483" cy="518892"/>
          </a:xfrm>
        </p:grpSpPr>
        <p:pic>
          <p:nvPicPr>
            <p:cNvPr id="79" name="图形 10">
              <a:extLst>
                <a:ext uri="{FF2B5EF4-FFF2-40B4-BE49-F238E27FC236}">
                  <a16:creationId xmlns:a16="http://schemas.microsoft.com/office/drawing/2014/main" id="{1C0E463B-3EB1-486A-9E01-44D1FF6D89D3}"/>
                </a:ext>
              </a:extLst>
            </p:cNvPr>
            <p:cNvPicPr>
              <a:picLocks noChangeAspect="1"/>
            </p:cNvPicPr>
            <p:nvPr/>
          </p:nvPicPr>
          <p:blipFill>
            <a:blip r:embed="rId3">
              <a:extLst>
                <a:ext uri="{28A0092B-C50C-407E-A947-70E740481C1C}">
                  <a14:useLocalDpi xmlns:a14="http://schemas.microsoft.com/office/drawing/2010/main" val="0"/>
                </a:ext>
                <a:ext uri="{96DAC541-7B7A-43D3-8B79-37D633B846F1}">
                  <asvg:svgBlip xmlns:asvg="http://schemas.microsoft.com/office/drawing/2016/SVG/main" r:embed="rId4"/>
                </a:ext>
              </a:extLst>
            </a:blip>
            <a:stretch>
              <a:fillRect/>
            </a:stretch>
          </p:blipFill>
          <p:spPr>
            <a:xfrm>
              <a:off x="1294129" y="3905179"/>
              <a:ext cx="536483" cy="518892"/>
            </a:xfrm>
            <a:prstGeom prst="rect">
              <a:avLst/>
            </a:prstGeom>
          </p:spPr>
        </p:pic>
        <p:sp>
          <p:nvSpPr>
            <p:cNvPr id="80" name="文本框 79">
              <a:extLst>
                <a:ext uri="{FF2B5EF4-FFF2-40B4-BE49-F238E27FC236}">
                  <a16:creationId xmlns:a16="http://schemas.microsoft.com/office/drawing/2014/main" id="{9A5553E3-E24C-43E5-AD1D-F04A9945A7DA}"/>
                </a:ext>
              </a:extLst>
            </p:cNvPr>
            <p:cNvSpPr txBox="1"/>
            <p:nvPr/>
          </p:nvSpPr>
          <p:spPr>
            <a:xfrm>
              <a:off x="1513103" y="3906349"/>
              <a:ext cx="282873" cy="369332"/>
            </a:xfrm>
            <a:prstGeom prst="rect">
              <a:avLst/>
            </a:prstGeom>
            <a:noFill/>
          </p:spPr>
          <p:txBody>
            <a:bodyPr wrap="square" rtlCol="0">
              <a:spAutoFit/>
            </a:bodyPr>
            <a:lstStyle/>
            <a:p>
              <a:pPr algn="ctr"/>
              <a:r>
                <a:rPr lang="en-US" altLang="zh-CN" b="1" dirty="0">
                  <a:solidFill>
                    <a:schemeClr val="bg1"/>
                  </a:solidFill>
                </a:rPr>
                <a:t>C</a:t>
              </a:r>
              <a:endParaRPr lang="zh-CN" altLang="en-US" b="1" dirty="0">
                <a:solidFill>
                  <a:schemeClr val="bg1"/>
                </a:solidFill>
              </a:endParaRPr>
            </a:p>
          </p:txBody>
        </p:sp>
      </p:grpSp>
      <p:cxnSp>
        <p:nvCxnSpPr>
          <p:cNvPr id="81" name="直接连接符 80">
            <a:extLst>
              <a:ext uri="{FF2B5EF4-FFF2-40B4-BE49-F238E27FC236}">
                <a16:creationId xmlns:a16="http://schemas.microsoft.com/office/drawing/2014/main" id="{1DE18D0D-FA84-468C-88EC-0894FBE0A472}"/>
              </a:ext>
            </a:extLst>
          </p:cNvPr>
          <p:cNvCxnSpPr>
            <a:cxnSpLocks/>
          </p:cNvCxnSpPr>
          <p:nvPr/>
        </p:nvCxnSpPr>
        <p:spPr>
          <a:xfrm flipH="1">
            <a:off x="1799674" y="4041373"/>
            <a:ext cx="528822" cy="0"/>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grpSp>
        <p:nvGrpSpPr>
          <p:cNvPr id="82" name="组合 81">
            <a:extLst>
              <a:ext uri="{FF2B5EF4-FFF2-40B4-BE49-F238E27FC236}">
                <a16:creationId xmlns:a16="http://schemas.microsoft.com/office/drawing/2014/main" id="{39E8F369-ACAF-4BD0-9787-2A00718106C4}"/>
              </a:ext>
            </a:extLst>
          </p:cNvPr>
          <p:cNvGrpSpPr/>
          <p:nvPr/>
        </p:nvGrpSpPr>
        <p:grpSpPr>
          <a:xfrm>
            <a:off x="1339662" y="3654816"/>
            <a:ext cx="536483" cy="537456"/>
            <a:chOff x="1294129" y="3886615"/>
            <a:chExt cx="536483" cy="537456"/>
          </a:xfrm>
        </p:grpSpPr>
        <p:pic>
          <p:nvPicPr>
            <p:cNvPr id="83" name="图形 10">
              <a:extLst>
                <a:ext uri="{FF2B5EF4-FFF2-40B4-BE49-F238E27FC236}">
                  <a16:creationId xmlns:a16="http://schemas.microsoft.com/office/drawing/2014/main" id="{2AED5D4D-D322-49AC-8726-DDFA26108309}"/>
                </a:ext>
              </a:extLst>
            </p:cNvPr>
            <p:cNvPicPr>
              <a:picLocks noChangeAspect="1"/>
            </p:cNvPicPr>
            <p:nvPr/>
          </p:nvPicPr>
          <p:blipFill>
            <a:blip r:embed="rId3">
              <a:extLst>
                <a:ext uri="{28A0092B-C50C-407E-A947-70E740481C1C}">
                  <a14:useLocalDpi xmlns:a14="http://schemas.microsoft.com/office/drawing/2010/main" val="0"/>
                </a:ext>
                <a:ext uri="{96DAC541-7B7A-43D3-8B79-37D633B846F1}">
                  <asvg:svgBlip xmlns:asvg="http://schemas.microsoft.com/office/drawing/2016/SVG/main" r:embed="rId4"/>
                </a:ext>
              </a:extLst>
            </a:blip>
            <a:stretch>
              <a:fillRect/>
            </a:stretch>
          </p:blipFill>
          <p:spPr>
            <a:xfrm>
              <a:off x="1294129" y="3905179"/>
              <a:ext cx="536483" cy="518892"/>
            </a:xfrm>
            <a:prstGeom prst="rect">
              <a:avLst/>
            </a:prstGeom>
          </p:spPr>
        </p:pic>
        <p:sp>
          <p:nvSpPr>
            <p:cNvPr id="84" name="文本框 83">
              <a:extLst>
                <a:ext uri="{FF2B5EF4-FFF2-40B4-BE49-F238E27FC236}">
                  <a16:creationId xmlns:a16="http://schemas.microsoft.com/office/drawing/2014/main" id="{D6E8AB40-1534-4F9B-A4B5-1E0C383C7042}"/>
                </a:ext>
              </a:extLst>
            </p:cNvPr>
            <p:cNvSpPr txBox="1"/>
            <p:nvPr/>
          </p:nvSpPr>
          <p:spPr>
            <a:xfrm>
              <a:off x="1513103" y="3886615"/>
              <a:ext cx="282873" cy="369332"/>
            </a:xfrm>
            <a:prstGeom prst="rect">
              <a:avLst/>
            </a:prstGeom>
            <a:noFill/>
          </p:spPr>
          <p:txBody>
            <a:bodyPr wrap="square" rtlCol="0">
              <a:spAutoFit/>
            </a:bodyPr>
            <a:lstStyle/>
            <a:p>
              <a:pPr algn="ctr"/>
              <a:r>
                <a:rPr lang="en-US" altLang="zh-CN" b="1" dirty="0">
                  <a:solidFill>
                    <a:schemeClr val="bg1"/>
                  </a:solidFill>
                </a:rPr>
                <a:t>D</a:t>
              </a:r>
              <a:endParaRPr lang="zh-CN" altLang="en-US" b="1" dirty="0">
                <a:solidFill>
                  <a:schemeClr val="bg1"/>
                </a:solidFill>
              </a:endParaRPr>
            </a:p>
          </p:txBody>
        </p:sp>
      </p:grpSp>
      <p:cxnSp>
        <p:nvCxnSpPr>
          <p:cNvPr id="86" name="直接连接符 85">
            <a:extLst>
              <a:ext uri="{FF2B5EF4-FFF2-40B4-BE49-F238E27FC236}">
                <a16:creationId xmlns:a16="http://schemas.microsoft.com/office/drawing/2014/main" id="{A2853C4D-6C9A-499F-9DD6-045299199F56}"/>
              </a:ext>
            </a:extLst>
          </p:cNvPr>
          <p:cNvCxnSpPr>
            <a:cxnSpLocks/>
          </p:cNvCxnSpPr>
          <p:nvPr/>
        </p:nvCxnSpPr>
        <p:spPr>
          <a:xfrm flipH="1">
            <a:off x="1799674" y="3255555"/>
            <a:ext cx="528822" cy="0"/>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sp>
        <p:nvSpPr>
          <p:cNvPr id="47" name="íşlïḍè">
            <a:extLst>
              <a:ext uri="{FF2B5EF4-FFF2-40B4-BE49-F238E27FC236}">
                <a16:creationId xmlns:a16="http://schemas.microsoft.com/office/drawing/2014/main" id="{CE9ECE2D-481B-403C-8226-78E1015AAC29}"/>
              </a:ext>
            </a:extLst>
          </p:cNvPr>
          <p:cNvSpPr txBox="1"/>
          <p:nvPr/>
        </p:nvSpPr>
        <p:spPr>
          <a:xfrm>
            <a:off x="2335330" y="1698216"/>
            <a:ext cx="2052727" cy="319332"/>
          </a:xfrm>
          <a:prstGeom prst="rect">
            <a:avLst/>
          </a:prstGeom>
          <a:noFill/>
        </p:spPr>
        <p:txBody>
          <a:bodyPr wrap="square" lIns="91440" tIns="45720" rIns="91440" bIns="45720" anchor="ctr">
            <a:noAutofit/>
          </a:bodyPr>
          <a:lstStyle/>
          <a:p>
            <a:pPr algn="ctr"/>
            <a:r>
              <a:rPr lang="zh-CN" altLang="en-US" b="1" dirty="0">
                <a:latin typeface="Arial Narrow" panose="020B0606020202030204" pitchFamily="34" charset="0"/>
              </a:rPr>
              <a:t>交换机</a:t>
            </a:r>
            <a:r>
              <a:rPr lang="en-US" altLang="zh-CN" b="1" dirty="0">
                <a:latin typeface="Arial Narrow" panose="020B0606020202030204" pitchFamily="34" charset="0"/>
              </a:rPr>
              <a:t>1</a:t>
            </a:r>
            <a:endParaRPr lang="zh-CN" altLang="en-US" b="1" dirty="0">
              <a:latin typeface="Arial Narrow" panose="020B0606020202030204" pitchFamily="34" charset="0"/>
            </a:endParaRPr>
          </a:p>
        </p:txBody>
      </p:sp>
      <p:sp>
        <p:nvSpPr>
          <p:cNvPr id="50" name="矩形 49">
            <a:extLst>
              <a:ext uri="{FF2B5EF4-FFF2-40B4-BE49-F238E27FC236}">
                <a16:creationId xmlns:a16="http://schemas.microsoft.com/office/drawing/2014/main" id="{39F943B1-A8B6-4240-9B16-2EF652DE17AB}"/>
              </a:ext>
            </a:extLst>
          </p:cNvPr>
          <p:cNvSpPr/>
          <p:nvPr/>
        </p:nvSpPr>
        <p:spPr>
          <a:xfrm>
            <a:off x="8693775" y="2024126"/>
            <a:ext cx="2045888" cy="2466594"/>
          </a:xfrm>
          <a:prstGeom prst="rect">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51" name="矩形 50">
            <a:extLst>
              <a:ext uri="{FF2B5EF4-FFF2-40B4-BE49-F238E27FC236}">
                <a16:creationId xmlns:a16="http://schemas.microsoft.com/office/drawing/2014/main" id="{E91D1F6E-10CC-4E03-BFA6-4753D7E645C6}"/>
              </a:ext>
            </a:extLst>
          </p:cNvPr>
          <p:cNvSpPr/>
          <p:nvPr/>
        </p:nvSpPr>
        <p:spPr>
          <a:xfrm>
            <a:off x="8693775" y="2339107"/>
            <a:ext cx="282873" cy="282873"/>
          </a:xfrm>
          <a:prstGeom prst="rect">
            <a:avLst/>
          </a:prstGeom>
          <a:solidFill>
            <a:schemeClr val="bg2">
              <a:lumMod val="90000"/>
            </a:schemeClr>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CN" sz="2000" b="1" dirty="0">
                <a:solidFill>
                  <a:schemeClr val="tx1"/>
                </a:solidFill>
                <a:latin typeface="Arial Black" panose="020B0A04020102020204" pitchFamily="34" charset="0"/>
              </a:rPr>
              <a:t>1</a:t>
            </a:r>
            <a:endParaRPr lang="zh-CN" altLang="en-US" sz="2000" b="1" dirty="0">
              <a:solidFill>
                <a:schemeClr val="tx1"/>
              </a:solidFill>
              <a:latin typeface="Arial Black" panose="020B0A04020102020204" pitchFamily="34" charset="0"/>
            </a:endParaRPr>
          </a:p>
        </p:txBody>
      </p:sp>
      <p:sp>
        <p:nvSpPr>
          <p:cNvPr id="58" name="矩形 57">
            <a:extLst>
              <a:ext uri="{FF2B5EF4-FFF2-40B4-BE49-F238E27FC236}">
                <a16:creationId xmlns:a16="http://schemas.microsoft.com/office/drawing/2014/main" id="{8659FEA0-5940-431E-9AE4-6ED0A939036F}"/>
              </a:ext>
            </a:extLst>
          </p:cNvPr>
          <p:cNvSpPr/>
          <p:nvPr/>
        </p:nvSpPr>
        <p:spPr>
          <a:xfrm>
            <a:off x="8693775" y="3115987"/>
            <a:ext cx="282873" cy="282873"/>
          </a:xfrm>
          <a:prstGeom prst="rect">
            <a:avLst/>
          </a:prstGeom>
          <a:solidFill>
            <a:schemeClr val="bg2">
              <a:lumMod val="90000"/>
            </a:schemeClr>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CN" sz="2000" b="1" dirty="0">
                <a:solidFill>
                  <a:schemeClr val="tx1"/>
                </a:solidFill>
                <a:latin typeface="Arial Black" panose="020B0A04020102020204" pitchFamily="34" charset="0"/>
              </a:rPr>
              <a:t>2</a:t>
            </a:r>
            <a:endParaRPr lang="zh-CN" altLang="en-US" sz="2000" b="1" dirty="0">
              <a:solidFill>
                <a:schemeClr val="tx1"/>
              </a:solidFill>
              <a:latin typeface="Arial Black" panose="020B0A04020102020204" pitchFamily="34" charset="0"/>
            </a:endParaRPr>
          </a:p>
        </p:txBody>
      </p:sp>
      <p:sp>
        <p:nvSpPr>
          <p:cNvPr id="59" name="矩形 58">
            <a:extLst>
              <a:ext uri="{FF2B5EF4-FFF2-40B4-BE49-F238E27FC236}">
                <a16:creationId xmlns:a16="http://schemas.microsoft.com/office/drawing/2014/main" id="{D2CE76F7-91C6-4E7C-812D-8745F2663158}"/>
              </a:ext>
            </a:extLst>
          </p:cNvPr>
          <p:cNvSpPr/>
          <p:nvPr/>
        </p:nvSpPr>
        <p:spPr>
          <a:xfrm>
            <a:off x="8693775" y="3892866"/>
            <a:ext cx="282873" cy="282873"/>
          </a:xfrm>
          <a:prstGeom prst="rect">
            <a:avLst/>
          </a:prstGeom>
          <a:solidFill>
            <a:schemeClr val="bg2">
              <a:lumMod val="90000"/>
            </a:schemeClr>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CN" sz="2000" b="1" dirty="0">
                <a:solidFill>
                  <a:schemeClr val="tx1"/>
                </a:solidFill>
                <a:latin typeface="Arial Black" panose="020B0A04020102020204" pitchFamily="34" charset="0"/>
              </a:rPr>
              <a:t>3</a:t>
            </a:r>
            <a:endParaRPr lang="zh-CN" altLang="en-US" sz="2000" b="1" dirty="0">
              <a:solidFill>
                <a:schemeClr val="tx1"/>
              </a:solidFill>
              <a:latin typeface="Arial Black" panose="020B0A04020102020204" pitchFamily="34" charset="0"/>
            </a:endParaRPr>
          </a:p>
        </p:txBody>
      </p:sp>
      <p:sp>
        <p:nvSpPr>
          <p:cNvPr id="65" name="矩形 64">
            <a:extLst>
              <a:ext uri="{FF2B5EF4-FFF2-40B4-BE49-F238E27FC236}">
                <a16:creationId xmlns:a16="http://schemas.microsoft.com/office/drawing/2014/main" id="{D1FC2637-75B0-41BB-B3A7-B04146DC8E1E}"/>
              </a:ext>
            </a:extLst>
          </p:cNvPr>
          <p:cNvSpPr/>
          <p:nvPr/>
        </p:nvSpPr>
        <p:spPr>
          <a:xfrm>
            <a:off x="10456793" y="2339107"/>
            <a:ext cx="282873" cy="282873"/>
          </a:xfrm>
          <a:prstGeom prst="rect">
            <a:avLst/>
          </a:prstGeom>
          <a:solidFill>
            <a:schemeClr val="bg2">
              <a:lumMod val="90000"/>
            </a:schemeClr>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CN" sz="2000" b="1" dirty="0">
                <a:solidFill>
                  <a:schemeClr val="tx1"/>
                </a:solidFill>
                <a:latin typeface="Arial Black" panose="020B0A04020102020204" pitchFamily="34" charset="0"/>
              </a:rPr>
              <a:t>4</a:t>
            </a:r>
            <a:endParaRPr lang="zh-CN" altLang="en-US" sz="2000" b="1" dirty="0">
              <a:solidFill>
                <a:schemeClr val="tx1"/>
              </a:solidFill>
              <a:latin typeface="Arial Black" panose="020B0A04020102020204" pitchFamily="34" charset="0"/>
            </a:endParaRPr>
          </a:p>
        </p:txBody>
      </p:sp>
      <p:sp>
        <p:nvSpPr>
          <p:cNvPr id="66" name="矩形 65">
            <a:extLst>
              <a:ext uri="{FF2B5EF4-FFF2-40B4-BE49-F238E27FC236}">
                <a16:creationId xmlns:a16="http://schemas.microsoft.com/office/drawing/2014/main" id="{A64F2398-89C2-45BA-A493-D3052E2C8BF2}"/>
              </a:ext>
            </a:extLst>
          </p:cNvPr>
          <p:cNvSpPr/>
          <p:nvPr/>
        </p:nvSpPr>
        <p:spPr>
          <a:xfrm>
            <a:off x="10456793" y="3115987"/>
            <a:ext cx="282873" cy="282873"/>
          </a:xfrm>
          <a:prstGeom prst="rect">
            <a:avLst/>
          </a:prstGeom>
          <a:solidFill>
            <a:schemeClr val="bg2">
              <a:lumMod val="90000"/>
            </a:schemeClr>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CN" sz="2000" b="1" dirty="0">
                <a:solidFill>
                  <a:schemeClr val="tx1"/>
                </a:solidFill>
                <a:latin typeface="Arial Black" panose="020B0A04020102020204" pitchFamily="34" charset="0"/>
              </a:rPr>
              <a:t>5</a:t>
            </a:r>
            <a:endParaRPr lang="zh-CN" altLang="en-US" sz="2000" b="1" dirty="0">
              <a:solidFill>
                <a:schemeClr val="tx1"/>
              </a:solidFill>
              <a:latin typeface="Arial Black" panose="020B0A04020102020204" pitchFamily="34" charset="0"/>
            </a:endParaRPr>
          </a:p>
        </p:txBody>
      </p:sp>
      <p:sp>
        <p:nvSpPr>
          <p:cNvPr id="68" name="矩形 67">
            <a:extLst>
              <a:ext uri="{FF2B5EF4-FFF2-40B4-BE49-F238E27FC236}">
                <a16:creationId xmlns:a16="http://schemas.microsoft.com/office/drawing/2014/main" id="{01171603-B5D8-418F-8CA4-AC646CD1CBFF}"/>
              </a:ext>
            </a:extLst>
          </p:cNvPr>
          <p:cNvSpPr/>
          <p:nvPr/>
        </p:nvSpPr>
        <p:spPr>
          <a:xfrm>
            <a:off x="10456793" y="3892866"/>
            <a:ext cx="282873" cy="282873"/>
          </a:xfrm>
          <a:prstGeom prst="rect">
            <a:avLst/>
          </a:prstGeom>
          <a:solidFill>
            <a:schemeClr val="bg2">
              <a:lumMod val="90000"/>
            </a:schemeClr>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CN" sz="2000" b="1" dirty="0">
                <a:solidFill>
                  <a:schemeClr val="tx1"/>
                </a:solidFill>
                <a:latin typeface="Arial Black" panose="020B0A04020102020204" pitchFamily="34" charset="0"/>
              </a:rPr>
              <a:t>6</a:t>
            </a:r>
            <a:endParaRPr lang="zh-CN" altLang="en-US" sz="2000" b="1" dirty="0">
              <a:solidFill>
                <a:schemeClr val="tx1"/>
              </a:solidFill>
              <a:latin typeface="Arial Black" panose="020B0A04020102020204" pitchFamily="34" charset="0"/>
            </a:endParaRPr>
          </a:p>
        </p:txBody>
      </p:sp>
      <p:cxnSp>
        <p:nvCxnSpPr>
          <p:cNvPr id="69" name="直接连接符 68">
            <a:extLst>
              <a:ext uri="{FF2B5EF4-FFF2-40B4-BE49-F238E27FC236}">
                <a16:creationId xmlns:a16="http://schemas.microsoft.com/office/drawing/2014/main" id="{09C61A9B-67B1-414B-8956-F5364361FE6D}"/>
              </a:ext>
            </a:extLst>
          </p:cNvPr>
          <p:cNvCxnSpPr>
            <a:cxnSpLocks/>
            <a:stCxn id="51" idx="1"/>
          </p:cNvCxnSpPr>
          <p:nvPr/>
        </p:nvCxnSpPr>
        <p:spPr>
          <a:xfrm flipH="1">
            <a:off x="8164953" y="2480544"/>
            <a:ext cx="528822" cy="0"/>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grpSp>
        <p:nvGrpSpPr>
          <p:cNvPr id="70" name="组合 69">
            <a:extLst>
              <a:ext uri="{FF2B5EF4-FFF2-40B4-BE49-F238E27FC236}">
                <a16:creationId xmlns:a16="http://schemas.microsoft.com/office/drawing/2014/main" id="{149125E7-9CB8-4907-8446-D0623405D475}"/>
              </a:ext>
            </a:extLst>
          </p:cNvPr>
          <p:cNvGrpSpPr/>
          <p:nvPr/>
        </p:nvGrpSpPr>
        <p:grpSpPr>
          <a:xfrm>
            <a:off x="7704941" y="2107143"/>
            <a:ext cx="536483" cy="524300"/>
            <a:chOff x="1294129" y="3899771"/>
            <a:chExt cx="536483" cy="524300"/>
          </a:xfrm>
        </p:grpSpPr>
        <p:pic>
          <p:nvPicPr>
            <p:cNvPr id="71" name="图形 10">
              <a:extLst>
                <a:ext uri="{FF2B5EF4-FFF2-40B4-BE49-F238E27FC236}">
                  <a16:creationId xmlns:a16="http://schemas.microsoft.com/office/drawing/2014/main" id="{6F9B41C5-B2BE-4DFE-B782-38D1C38CF96B}"/>
                </a:ext>
              </a:extLst>
            </p:cNvPr>
            <p:cNvPicPr>
              <a:picLocks noChangeAspect="1"/>
            </p:cNvPicPr>
            <p:nvPr/>
          </p:nvPicPr>
          <p:blipFill>
            <a:blip r:embed="rId3">
              <a:extLst>
                <a:ext uri="{28A0092B-C50C-407E-A947-70E740481C1C}">
                  <a14:useLocalDpi xmlns:a14="http://schemas.microsoft.com/office/drawing/2010/main" val="0"/>
                </a:ext>
                <a:ext uri="{96DAC541-7B7A-43D3-8B79-37D633B846F1}">
                  <asvg:svgBlip xmlns:asvg="http://schemas.microsoft.com/office/drawing/2016/SVG/main" r:embed="rId4"/>
                </a:ext>
              </a:extLst>
            </a:blip>
            <a:stretch>
              <a:fillRect/>
            </a:stretch>
          </p:blipFill>
          <p:spPr>
            <a:xfrm>
              <a:off x="1294129" y="3905179"/>
              <a:ext cx="536483" cy="518892"/>
            </a:xfrm>
            <a:prstGeom prst="rect">
              <a:avLst/>
            </a:prstGeom>
          </p:spPr>
        </p:pic>
        <p:sp>
          <p:nvSpPr>
            <p:cNvPr id="72" name="文本框 71">
              <a:extLst>
                <a:ext uri="{FF2B5EF4-FFF2-40B4-BE49-F238E27FC236}">
                  <a16:creationId xmlns:a16="http://schemas.microsoft.com/office/drawing/2014/main" id="{E174E632-514B-40EC-BBC6-74BA6422CCDC}"/>
                </a:ext>
              </a:extLst>
            </p:cNvPr>
            <p:cNvSpPr txBox="1"/>
            <p:nvPr/>
          </p:nvSpPr>
          <p:spPr>
            <a:xfrm>
              <a:off x="1513103" y="3899771"/>
              <a:ext cx="282873" cy="369332"/>
            </a:xfrm>
            <a:prstGeom prst="rect">
              <a:avLst/>
            </a:prstGeom>
            <a:noFill/>
          </p:spPr>
          <p:txBody>
            <a:bodyPr wrap="square" rtlCol="0">
              <a:spAutoFit/>
            </a:bodyPr>
            <a:lstStyle/>
            <a:p>
              <a:pPr algn="ctr"/>
              <a:r>
                <a:rPr lang="en-US" altLang="zh-CN" b="1" dirty="0">
                  <a:solidFill>
                    <a:schemeClr val="bg1"/>
                  </a:solidFill>
                </a:rPr>
                <a:t>F</a:t>
              </a:r>
              <a:endParaRPr lang="zh-CN" altLang="en-US" b="1" dirty="0">
                <a:solidFill>
                  <a:schemeClr val="bg1"/>
                </a:solidFill>
              </a:endParaRPr>
            </a:p>
          </p:txBody>
        </p:sp>
      </p:grpSp>
      <p:cxnSp>
        <p:nvCxnSpPr>
          <p:cNvPr id="87" name="直接连接符 86">
            <a:extLst>
              <a:ext uri="{FF2B5EF4-FFF2-40B4-BE49-F238E27FC236}">
                <a16:creationId xmlns:a16="http://schemas.microsoft.com/office/drawing/2014/main" id="{5DD2A7E9-FB59-4AA8-9E81-D236C207148B}"/>
              </a:ext>
            </a:extLst>
          </p:cNvPr>
          <p:cNvCxnSpPr>
            <a:cxnSpLocks/>
          </p:cNvCxnSpPr>
          <p:nvPr/>
        </p:nvCxnSpPr>
        <p:spPr>
          <a:xfrm flipH="1">
            <a:off x="10739663" y="2462392"/>
            <a:ext cx="528822" cy="0"/>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grpSp>
        <p:nvGrpSpPr>
          <p:cNvPr id="89" name="组合 88">
            <a:extLst>
              <a:ext uri="{FF2B5EF4-FFF2-40B4-BE49-F238E27FC236}">
                <a16:creationId xmlns:a16="http://schemas.microsoft.com/office/drawing/2014/main" id="{B97EF925-C4D4-4606-B9AB-7351355175BC}"/>
              </a:ext>
            </a:extLst>
          </p:cNvPr>
          <p:cNvGrpSpPr/>
          <p:nvPr/>
        </p:nvGrpSpPr>
        <p:grpSpPr>
          <a:xfrm>
            <a:off x="11246307" y="2100565"/>
            <a:ext cx="536483" cy="530878"/>
            <a:chOff x="1294129" y="3893193"/>
            <a:chExt cx="536483" cy="530878"/>
          </a:xfrm>
        </p:grpSpPr>
        <p:pic>
          <p:nvPicPr>
            <p:cNvPr id="91" name="图形 10">
              <a:extLst>
                <a:ext uri="{FF2B5EF4-FFF2-40B4-BE49-F238E27FC236}">
                  <a16:creationId xmlns:a16="http://schemas.microsoft.com/office/drawing/2014/main" id="{94A93396-3D04-4F43-8F90-0A8B1D8D56F8}"/>
                </a:ext>
              </a:extLst>
            </p:cNvPr>
            <p:cNvPicPr>
              <a:picLocks noChangeAspect="1"/>
            </p:cNvPicPr>
            <p:nvPr/>
          </p:nvPicPr>
          <p:blipFill>
            <a:blip r:embed="rId3">
              <a:extLst>
                <a:ext uri="{28A0092B-C50C-407E-A947-70E740481C1C}">
                  <a14:useLocalDpi xmlns:a14="http://schemas.microsoft.com/office/drawing/2010/main" val="0"/>
                </a:ext>
                <a:ext uri="{96DAC541-7B7A-43D3-8B79-37D633B846F1}">
                  <asvg:svgBlip xmlns:asvg="http://schemas.microsoft.com/office/drawing/2016/SVG/main" r:embed="rId4"/>
                </a:ext>
              </a:extLst>
            </a:blip>
            <a:stretch>
              <a:fillRect/>
            </a:stretch>
          </p:blipFill>
          <p:spPr>
            <a:xfrm>
              <a:off x="1294129" y="3905179"/>
              <a:ext cx="536483" cy="518892"/>
            </a:xfrm>
            <a:prstGeom prst="rect">
              <a:avLst/>
            </a:prstGeom>
          </p:spPr>
        </p:pic>
        <p:sp>
          <p:nvSpPr>
            <p:cNvPr id="92" name="文本框 91">
              <a:extLst>
                <a:ext uri="{FF2B5EF4-FFF2-40B4-BE49-F238E27FC236}">
                  <a16:creationId xmlns:a16="http://schemas.microsoft.com/office/drawing/2014/main" id="{8844F2EE-F11D-4E1D-870F-D623613041CC}"/>
                </a:ext>
              </a:extLst>
            </p:cNvPr>
            <p:cNvSpPr txBox="1"/>
            <p:nvPr/>
          </p:nvSpPr>
          <p:spPr>
            <a:xfrm>
              <a:off x="1513103" y="3893193"/>
              <a:ext cx="282873" cy="369332"/>
            </a:xfrm>
            <a:prstGeom prst="rect">
              <a:avLst/>
            </a:prstGeom>
            <a:noFill/>
          </p:spPr>
          <p:txBody>
            <a:bodyPr wrap="square" rtlCol="0">
              <a:spAutoFit/>
            </a:bodyPr>
            <a:lstStyle/>
            <a:p>
              <a:pPr algn="ctr"/>
              <a:r>
                <a:rPr lang="en-US" altLang="zh-CN" b="1" dirty="0">
                  <a:solidFill>
                    <a:schemeClr val="bg1"/>
                  </a:solidFill>
                </a:rPr>
                <a:t>H</a:t>
              </a:r>
              <a:endParaRPr lang="zh-CN" altLang="en-US" b="1" dirty="0">
                <a:solidFill>
                  <a:schemeClr val="bg1"/>
                </a:solidFill>
              </a:endParaRPr>
            </a:p>
          </p:txBody>
        </p:sp>
      </p:grpSp>
      <p:cxnSp>
        <p:nvCxnSpPr>
          <p:cNvPr id="93" name="直接连接符 92">
            <a:extLst>
              <a:ext uri="{FF2B5EF4-FFF2-40B4-BE49-F238E27FC236}">
                <a16:creationId xmlns:a16="http://schemas.microsoft.com/office/drawing/2014/main" id="{EE2C3CC0-EB90-4FB7-B696-463942A4E6E5}"/>
              </a:ext>
            </a:extLst>
          </p:cNvPr>
          <p:cNvCxnSpPr>
            <a:cxnSpLocks/>
          </p:cNvCxnSpPr>
          <p:nvPr/>
        </p:nvCxnSpPr>
        <p:spPr>
          <a:xfrm flipH="1">
            <a:off x="10732570" y="3269147"/>
            <a:ext cx="528822" cy="0"/>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grpSp>
        <p:nvGrpSpPr>
          <p:cNvPr id="94" name="组合 93">
            <a:extLst>
              <a:ext uri="{FF2B5EF4-FFF2-40B4-BE49-F238E27FC236}">
                <a16:creationId xmlns:a16="http://schemas.microsoft.com/office/drawing/2014/main" id="{DD0FBA59-EF3A-40B9-9177-579D9605168D}"/>
              </a:ext>
            </a:extLst>
          </p:cNvPr>
          <p:cNvGrpSpPr/>
          <p:nvPr/>
        </p:nvGrpSpPr>
        <p:grpSpPr>
          <a:xfrm>
            <a:off x="11239214" y="2919306"/>
            <a:ext cx="536483" cy="518892"/>
            <a:chOff x="1294129" y="3905179"/>
            <a:chExt cx="536483" cy="518892"/>
          </a:xfrm>
        </p:grpSpPr>
        <p:pic>
          <p:nvPicPr>
            <p:cNvPr id="95" name="图形 10">
              <a:extLst>
                <a:ext uri="{FF2B5EF4-FFF2-40B4-BE49-F238E27FC236}">
                  <a16:creationId xmlns:a16="http://schemas.microsoft.com/office/drawing/2014/main" id="{427E0358-C44B-4B22-83E2-9B24B668ED75}"/>
                </a:ext>
              </a:extLst>
            </p:cNvPr>
            <p:cNvPicPr>
              <a:picLocks noChangeAspect="1"/>
            </p:cNvPicPr>
            <p:nvPr/>
          </p:nvPicPr>
          <p:blipFill>
            <a:blip r:embed="rId3">
              <a:extLst>
                <a:ext uri="{28A0092B-C50C-407E-A947-70E740481C1C}">
                  <a14:useLocalDpi xmlns:a14="http://schemas.microsoft.com/office/drawing/2010/main" val="0"/>
                </a:ext>
                <a:ext uri="{96DAC541-7B7A-43D3-8B79-37D633B846F1}">
                  <asvg:svgBlip xmlns:asvg="http://schemas.microsoft.com/office/drawing/2016/SVG/main" r:embed="rId4"/>
                </a:ext>
              </a:extLst>
            </a:blip>
            <a:stretch>
              <a:fillRect/>
            </a:stretch>
          </p:blipFill>
          <p:spPr>
            <a:xfrm>
              <a:off x="1294129" y="3905179"/>
              <a:ext cx="536483" cy="518892"/>
            </a:xfrm>
            <a:prstGeom prst="rect">
              <a:avLst/>
            </a:prstGeom>
          </p:spPr>
        </p:pic>
        <p:sp>
          <p:nvSpPr>
            <p:cNvPr id="96" name="文本框 95">
              <a:extLst>
                <a:ext uri="{FF2B5EF4-FFF2-40B4-BE49-F238E27FC236}">
                  <a16:creationId xmlns:a16="http://schemas.microsoft.com/office/drawing/2014/main" id="{AA9F18FE-BB50-45F0-94CB-1AD9E6508A19}"/>
                </a:ext>
              </a:extLst>
            </p:cNvPr>
            <p:cNvSpPr txBox="1"/>
            <p:nvPr/>
          </p:nvSpPr>
          <p:spPr>
            <a:xfrm>
              <a:off x="1513103" y="3906349"/>
              <a:ext cx="282873" cy="369332"/>
            </a:xfrm>
            <a:prstGeom prst="rect">
              <a:avLst/>
            </a:prstGeom>
            <a:noFill/>
          </p:spPr>
          <p:txBody>
            <a:bodyPr wrap="square" rtlCol="0">
              <a:spAutoFit/>
            </a:bodyPr>
            <a:lstStyle/>
            <a:p>
              <a:pPr algn="ctr"/>
              <a:r>
                <a:rPr lang="en-US" altLang="zh-CN" b="1" dirty="0">
                  <a:solidFill>
                    <a:schemeClr val="bg1"/>
                  </a:solidFill>
                </a:rPr>
                <a:t>I</a:t>
              </a:r>
              <a:endParaRPr lang="zh-CN" altLang="en-US" b="1" dirty="0">
                <a:solidFill>
                  <a:schemeClr val="bg1"/>
                </a:solidFill>
              </a:endParaRPr>
            </a:p>
          </p:txBody>
        </p:sp>
      </p:grpSp>
      <p:cxnSp>
        <p:nvCxnSpPr>
          <p:cNvPr id="97" name="直接连接符 96">
            <a:extLst>
              <a:ext uri="{FF2B5EF4-FFF2-40B4-BE49-F238E27FC236}">
                <a16:creationId xmlns:a16="http://schemas.microsoft.com/office/drawing/2014/main" id="{7C8153E2-CD24-4B3B-BDAA-AD8E8724FF23}"/>
              </a:ext>
            </a:extLst>
          </p:cNvPr>
          <p:cNvCxnSpPr>
            <a:cxnSpLocks/>
            <a:endCxn id="64" idx="3"/>
          </p:cNvCxnSpPr>
          <p:nvPr/>
        </p:nvCxnSpPr>
        <p:spPr>
          <a:xfrm flipH="1" flipV="1">
            <a:off x="4381224" y="4034303"/>
            <a:ext cx="4305714" cy="7070"/>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grpSp>
        <p:nvGrpSpPr>
          <p:cNvPr id="98" name="组合 97">
            <a:extLst>
              <a:ext uri="{FF2B5EF4-FFF2-40B4-BE49-F238E27FC236}">
                <a16:creationId xmlns:a16="http://schemas.microsoft.com/office/drawing/2014/main" id="{76602AB4-CBF5-4AA7-AD9D-A03071D39F75}"/>
              </a:ext>
            </a:extLst>
          </p:cNvPr>
          <p:cNvGrpSpPr/>
          <p:nvPr/>
        </p:nvGrpSpPr>
        <p:grpSpPr>
          <a:xfrm>
            <a:off x="11243869" y="3688191"/>
            <a:ext cx="536483" cy="518892"/>
            <a:chOff x="1294129" y="3753877"/>
            <a:chExt cx="536483" cy="518892"/>
          </a:xfrm>
        </p:grpSpPr>
        <p:pic>
          <p:nvPicPr>
            <p:cNvPr id="99" name="图形 10">
              <a:extLst>
                <a:ext uri="{FF2B5EF4-FFF2-40B4-BE49-F238E27FC236}">
                  <a16:creationId xmlns:a16="http://schemas.microsoft.com/office/drawing/2014/main" id="{F638B41B-567A-43CA-BFFC-9EF26752722E}"/>
                </a:ext>
              </a:extLst>
            </p:cNvPr>
            <p:cNvPicPr>
              <a:picLocks noChangeAspect="1"/>
            </p:cNvPicPr>
            <p:nvPr/>
          </p:nvPicPr>
          <p:blipFill>
            <a:blip r:embed="rId3">
              <a:extLst>
                <a:ext uri="{28A0092B-C50C-407E-A947-70E740481C1C}">
                  <a14:useLocalDpi xmlns:a14="http://schemas.microsoft.com/office/drawing/2010/main" val="0"/>
                </a:ext>
                <a:ext uri="{96DAC541-7B7A-43D3-8B79-37D633B846F1}">
                  <asvg:svgBlip xmlns:asvg="http://schemas.microsoft.com/office/drawing/2016/SVG/main" r:embed="rId4"/>
                </a:ext>
              </a:extLst>
            </a:blip>
            <a:stretch>
              <a:fillRect/>
            </a:stretch>
          </p:blipFill>
          <p:spPr>
            <a:xfrm>
              <a:off x="1294129" y="3753877"/>
              <a:ext cx="536483" cy="518892"/>
            </a:xfrm>
            <a:prstGeom prst="rect">
              <a:avLst/>
            </a:prstGeom>
          </p:spPr>
        </p:pic>
        <p:sp>
          <p:nvSpPr>
            <p:cNvPr id="100" name="文本框 99">
              <a:extLst>
                <a:ext uri="{FF2B5EF4-FFF2-40B4-BE49-F238E27FC236}">
                  <a16:creationId xmlns:a16="http://schemas.microsoft.com/office/drawing/2014/main" id="{22E0AD4B-E407-4164-9872-B82EB9CA9F1E}"/>
                </a:ext>
              </a:extLst>
            </p:cNvPr>
            <p:cNvSpPr txBox="1"/>
            <p:nvPr/>
          </p:nvSpPr>
          <p:spPr>
            <a:xfrm>
              <a:off x="1513103" y="3755050"/>
              <a:ext cx="282873" cy="369332"/>
            </a:xfrm>
            <a:prstGeom prst="rect">
              <a:avLst/>
            </a:prstGeom>
            <a:noFill/>
          </p:spPr>
          <p:txBody>
            <a:bodyPr wrap="square" rtlCol="0">
              <a:spAutoFit/>
            </a:bodyPr>
            <a:lstStyle/>
            <a:p>
              <a:pPr algn="ctr"/>
              <a:r>
                <a:rPr lang="en-US" altLang="zh-CN" b="1" dirty="0">
                  <a:solidFill>
                    <a:schemeClr val="bg1"/>
                  </a:solidFill>
                </a:rPr>
                <a:t>J</a:t>
              </a:r>
              <a:endParaRPr lang="zh-CN" altLang="en-US" b="1" dirty="0">
                <a:solidFill>
                  <a:schemeClr val="bg1"/>
                </a:solidFill>
              </a:endParaRPr>
            </a:p>
          </p:txBody>
        </p:sp>
      </p:grpSp>
      <p:cxnSp>
        <p:nvCxnSpPr>
          <p:cNvPr id="101" name="直接连接符 100">
            <a:extLst>
              <a:ext uri="{FF2B5EF4-FFF2-40B4-BE49-F238E27FC236}">
                <a16:creationId xmlns:a16="http://schemas.microsoft.com/office/drawing/2014/main" id="{4DECAC7D-103F-42BD-AFE3-8DB32557DD6D}"/>
              </a:ext>
            </a:extLst>
          </p:cNvPr>
          <p:cNvCxnSpPr>
            <a:cxnSpLocks/>
          </p:cNvCxnSpPr>
          <p:nvPr/>
        </p:nvCxnSpPr>
        <p:spPr>
          <a:xfrm flipH="1">
            <a:off x="8158116" y="3255555"/>
            <a:ext cx="528822" cy="0"/>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grpSp>
        <p:nvGrpSpPr>
          <p:cNvPr id="107" name="组合 106">
            <a:extLst>
              <a:ext uri="{FF2B5EF4-FFF2-40B4-BE49-F238E27FC236}">
                <a16:creationId xmlns:a16="http://schemas.microsoft.com/office/drawing/2014/main" id="{E6151C3C-E19A-4BA9-B3E0-CFCB7EF4E54E}"/>
              </a:ext>
            </a:extLst>
          </p:cNvPr>
          <p:cNvGrpSpPr/>
          <p:nvPr/>
        </p:nvGrpSpPr>
        <p:grpSpPr>
          <a:xfrm>
            <a:off x="7679434" y="2910090"/>
            <a:ext cx="536483" cy="518892"/>
            <a:chOff x="1294129" y="3905179"/>
            <a:chExt cx="536483" cy="518892"/>
          </a:xfrm>
        </p:grpSpPr>
        <p:pic>
          <p:nvPicPr>
            <p:cNvPr id="108" name="图形 10">
              <a:extLst>
                <a:ext uri="{FF2B5EF4-FFF2-40B4-BE49-F238E27FC236}">
                  <a16:creationId xmlns:a16="http://schemas.microsoft.com/office/drawing/2014/main" id="{BF5E1129-8859-4B5E-8D37-AA8BCAA81C93}"/>
                </a:ext>
              </a:extLst>
            </p:cNvPr>
            <p:cNvPicPr>
              <a:picLocks noChangeAspect="1"/>
            </p:cNvPicPr>
            <p:nvPr/>
          </p:nvPicPr>
          <p:blipFill>
            <a:blip r:embed="rId3">
              <a:extLst>
                <a:ext uri="{28A0092B-C50C-407E-A947-70E740481C1C}">
                  <a14:useLocalDpi xmlns:a14="http://schemas.microsoft.com/office/drawing/2010/main" val="0"/>
                </a:ext>
                <a:ext uri="{96DAC541-7B7A-43D3-8B79-37D633B846F1}">
                  <asvg:svgBlip xmlns:asvg="http://schemas.microsoft.com/office/drawing/2016/SVG/main" r:embed="rId4"/>
                </a:ext>
              </a:extLst>
            </a:blip>
            <a:stretch>
              <a:fillRect/>
            </a:stretch>
          </p:blipFill>
          <p:spPr>
            <a:xfrm>
              <a:off x="1294129" y="3905179"/>
              <a:ext cx="536483" cy="518892"/>
            </a:xfrm>
            <a:prstGeom prst="rect">
              <a:avLst/>
            </a:prstGeom>
          </p:spPr>
        </p:pic>
        <p:sp>
          <p:nvSpPr>
            <p:cNvPr id="109" name="文本框 108">
              <a:extLst>
                <a:ext uri="{FF2B5EF4-FFF2-40B4-BE49-F238E27FC236}">
                  <a16:creationId xmlns:a16="http://schemas.microsoft.com/office/drawing/2014/main" id="{B36FCE05-728E-4875-BC7D-57FFCA8BCF99}"/>
                </a:ext>
              </a:extLst>
            </p:cNvPr>
            <p:cNvSpPr txBox="1"/>
            <p:nvPr/>
          </p:nvSpPr>
          <p:spPr>
            <a:xfrm>
              <a:off x="1513103" y="3906349"/>
              <a:ext cx="282873" cy="369332"/>
            </a:xfrm>
            <a:prstGeom prst="rect">
              <a:avLst/>
            </a:prstGeom>
            <a:noFill/>
          </p:spPr>
          <p:txBody>
            <a:bodyPr wrap="square" rtlCol="0">
              <a:spAutoFit/>
            </a:bodyPr>
            <a:lstStyle/>
            <a:p>
              <a:pPr algn="ctr"/>
              <a:r>
                <a:rPr lang="en-US" altLang="zh-CN" b="1" dirty="0">
                  <a:solidFill>
                    <a:schemeClr val="bg1"/>
                  </a:solidFill>
                </a:rPr>
                <a:t>G</a:t>
              </a:r>
              <a:endParaRPr lang="zh-CN" altLang="en-US" b="1" dirty="0">
                <a:solidFill>
                  <a:schemeClr val="bg1"/>
                </a:solidFill>
              </a:endParaRPr>
            </a:p>
          </p:txBody>
        </p:sp>
      </p:grpSp>
      <p:sp>
        <p:nvSpPr>
          <p:cNvPr id="110" name="íşlïḍè">
            <a:extLst>
              <a:ext uri="{FF2B5EF4-FFF2-40B4-BE49-F238E27FC236}">
                <a16:creationId xmlns:a16="http://schemas.microsoft.com/office/drawing/2014/main" id="{776D7753-B3AD-4128-8E65-2F49A5E716E2}"/>
              </a:ext>
            </a:extLst>
          </p:cNvPr>
          <p:cNvSpPr txBox="1"/>
          <p:nvPr/>
        </p:nvSpPr>
        <p:spPr>
          <a:xfrm>
            <a:off x="8686938" y="1698216"/>
            <a:ext cx="2052725" cy="319332"/>
          </a:xfrm>
          <a:prstGeom prst="rect">
            <a:avLst/>
          </a:prstGeom>
          <a:noFill/>
        </p:spPr>
        <p:txBody>
          <a:bodyPr wrap="square" lIns="91440" tIns="45720" rIns="91440" bIns="45720" anchor="ctr">
            <a:noAutofit/>
          </a:bodyPr>
          <a:lstStyle/>
          <a:p>
            <a:pPr algn="ctr"/>
            <a:r>
              <a:rPr lang="zh-CN" altLang="en-US" b="1" dirty="0">
                <a:latin typeface="Arial Narrow" panose="020B0606020202030204" pitchFamily="34" charset="0"/>
              </a:rPr>
              <a:t>交换机</a:t>
            </a:r>
            <a:r>
              <a:rPr lang="en-US" altLang="zh-CN" b="1" dirty="0">
                <a:latin typeface="Arial Narrow" panose="020B0606020202030204" pitchFamily="34" charset="0"/>
              </a:rPr>
              <a:t>2</a:t>
            </a:r>
            <a:endParaRPr lang="zh-CN" altLang="en-US" b="1" dirty="0">
              <a:latin typeface="Arial Narrow" panose="020B0606020202030204" pitchFamily="34" charset="0"/>
            </a:endParaRPr>
          </a:p>
        </p:txBody>
      </p:sp>
      <p:grpSp>
        <p:nvGrpSpPr>
          <p:cNvPr id="7" name="组合 6">
            <a:extLst>
              <a:ext uri="{FF2B5EF4-FFF2-40B4-BE49-F238E27FC236}">
                <a16:creationId xmlns:a16="http://schemas.microsoft.com/office/drawing/2014/main" id="{A9098891-D819-44DC-8956-4F745A32313A}"/>
              </a:ext>
            </a:extLst>
          </p:cNvPr>
          <p:cNvGrpSpPr/>
          <p:nvPr/>
        </p:nvGrpSpPr>
        <p:grpSpPr>
          <a:xfrm>
            <a:off x="425451" y="2597095"/>
            <a:ext cx="1680269" cy="1317167"/>
            <a:chOff x="425451" y="4281177"/>
            <a:chExt cx="1680269" cy="1317167"/>
          </a:xfrm>
        </p:grpSpPr>
        <p:cxnSp>
          <p:nvCxnSpPr>
            <p:cNvPr id="44" name="直接连接符 43">
              <a:extLst>
                <a:ext uri="{FF2B5EF4-FFF2-40B4-BE49-F238E27FC236}">
                  <a16:creationId xmlns:a16="http://schemas.microsoft.com/office/drawing/2014/main" id="{5BD0293B-B0ED-4825-A00E-57DEC98FE623}"/>
                </a:ext>
              </a:extLst>
            </p:cNvPr>
            <p:cNvCxnSpPr>
              <a:cxnSpLocks/>
              <a:endCxn id="40" idx="3"/>
            </p:cNvCxnSpPr>
            <p:nvPr/>
          </p:nvCxnSpPr>
          <p:spPr>
            <a:xfrm flipH="1">
              <a:off x="904857" y="4893722"/>
              <a:ext cx="711951" cy="395007"/>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cxnSp>
          <p:nvCxnSpPr>
            <p:cNvPr id="41" name="直接连接符 40">
              <a:extLst>
                <a:ext uri="{FF2B5EF4-FFF2-40B4-BE49-F238E27FC236}">
                  <a16:creationId xmlns:a16="http://schemas.microsoft.com/office/drawing/2014/main" id="{530B2CAB-273D-4868-B56C-45C84BF6A5B1}"/>
                </a:ext>
              </a:extLst>
            </p:cNvPr>
            <p:cNvCxnSpPr>
              <a:cxnSpLocks/>
              <a:endCxn id="40" idx="1"/>
            </p:cNvCxnSpPr>
            <p:nvPr/>
          </p:nvCxnSpPr>
          <p:spPr>
            <a:xfrm flipH="1" flipV="1">
              <a:off x="904857" y="4617730"/>
              <a:ext cx="709883" cy="245104"/>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pic>
          <p:nvPicPr>
            <p:cNvPr id="85" name="图片 84" descr="文本&#10;&#10;描述已自动生成">
              <a:extLst>
                <a:ext uri="{FF2B5EF4-FFF2-40B4-BE49-F238E27FC236}">
                  <a16:creationId xmlns:a16="http://schemas.microsoft.com/office/drawing/2014/main" id="{70E70716-9E8A-43F0-943D-21B08245D05A}"/>
                </a:ext>
              </a:extLst>
            </p:cNvPr>
            <p:cNvPicPr>
              <a:picLocks noChangeAspect="1"/>
            </p:cNvPicPr>
            <p:nvPr/>
          </p:nvPicPr>
          <p:blipFill>
            <a:blip r:embed="rId5">
              <a:extLst>
                <a:ext uri="{28A0092B-C50C-407E-A947-70E740481C1C}">
                  <a14:useLocalDpi xmlns:a14="http://schemas.microsoft.com/office/drawing/2010/main" val="0"/>
                </a:ext>
              </a:extLst>
            </a:blip>
            <a:stretch>
              <a:fillRect/>
            </a:stretch>
          </p:blipFill>
          <p:spPr>
            <a:xfrm>
              <a:off x="1369325" y="4709561"/>
              <a:ext cx="490830" cy="460153"/>
            </a:xfrm>
            <a:prstGeom prst="rect">
              <a:avLst/>
            </a:prstGeom>
          </p:spPr>
        </p:pic>
        <p:pic>
          <p:nvPicPr>
            <p:cNvPr id="88" name="图形 10">
              <a:extLst>
                <a:ext uri="{FF2B5EF4-FFF2-40B4-BE49-F238E27FC236}">
                  <a16:creationId xmlns:a16="http://schemas.microsoft.com/office/drawing/2014/main" id="{9A735D0C-D582-4648-9C59-3465ACE371CC}"/>
                </a:ext>
              </a:extLst>
            </p:cNvPr>
            <p:cNvPicPr>
              <a:picLocks noChangeAspect="1"/>
            </p:cNvPicPr>
            <p:nvPr/>
          </p:nvPicPr>
          <p:blipFill>
            <a:blip r:embed="rId3">
              <a:extLst>
                <a:ext uri="{28A0092B-C50C-407E-A947-70E740481C1C}">
                  <a14:useLocalDpi xmlns:a14="http://schemas.microsoft.com/office/drawing/2010/main" val="0"/>
                </a:ext>
                <a:ext uri="{96DAC541-7B7A-43D3-8B79-37D633B846F1}">
                  <asvg:svgBlip xmlns:asvg="http://schemas.microsoft.com/office/drawing/2016/SVG/main" r:embed="rId4"/>
                </a:ext>
              </a:extLst>
            </a:blip>
            <a:stretch>
              <a:fillRect/>
            </a:stretch>
          </p:blipFill>
          <p:spPr>
            <a:xfrm>
              <a:off x="474990" y="4281177"/>
              <a:ext cx="536483" cy="518892"/>
            </a:xfrm>
            <a:prstGeom prst="rect">
              <a:avLst/>
            </a:prstGeom>
          </p:spPr>
        </p:pic>
        <p:sp>
          <p:nvSpPr>
            <p:cNvPr id="40" name="文本框 39">
              <a:extLst>
                <a:ext uri="{FF2B5EF4-FFF2-40B4-BE49-F238E27FC236}">
                  <a16:creationId xmlns:a16="http://schemas.microsoft.com/office/drawing/2014/main" id="{5BE75A74-4982-4F68-BD03-7BBCFFABCFF4}"/>
                </a:ext>
              </a:extLst>
            </p:cNvPr>
            <p:cNvSpPr txBox="1"/>
            <p:nvPr/>
          </p:nvSpPr>
          <p:spPr>
            <a:xfrm rot="5400000">
              <a:off x="569357" y="4768563"/>
              <a:ext cx="670999" cy="369332"/>
            </a:xfrm>
            <a:prstGeom prst="rect">
              <a:avLst/>
            </a:prstGeom>
            <a:noFill/>
          </p:spPr>
          <p:txBody>
            <a:bodyPr wrap="square" rtlCol="0">
              <a:spAutoFit/>
            </a:bodyPr>
            <a:lstStyle/>
            <a:p>
              <a:pPr algn="ctr"/>
              <a:r>
                <a:rPr lang="en-US" altLang="zh-CN" b="1" dirty="0">
                  <a:latin typeface="+mn-ea"/>
                </a:rPr>
                <a:t>…</a:t>
              </a:r>
              <a:endParaRPr lang="zh-CN" altLang="en-US" b="1" dirty="0">
                <a:latin typeface="+mn-ea"/>
              </a:endParaRPr>
            </a:p>
          </p:txBody>
        </p:sp>
        <p:sp>
          <p:nvSpPr>
            <p:cNvPr id="106" name="íşlïḍè">
              <a:extLst>
                <a:ext uri="{FF2B5EF4-FFF2-40B4-BE49-F238E27FC236}">
                  <a16:creationId xmlns:a16="http://schemas.microsoft.com/office/drawing/2014/main" id="{680DB2F0-D92A-473C-A9A3-CF976EDDCCC4}"/>
                </a:ext>
              </a:extLst>
            </p:cNvPr>
            <p:cNvSpPr txBox="1"/>
            <p:nvPr/>
          </p:nvSpPr>
          <p:spPr>
            <a:xfrm>
              <a:off x="1109485" y="4405559"/>
              <a:ext cx="996235" cy="319332"/>
            </a:xfrm>
            <a:prstGeom prst="rect">
              <a:avLst/>
            </a:prstGeom>
            <a:noFill/>
          </p:spPr>
          <p:txBody>
            <a:bodyPr wrap="square" lIns="91440" tIns="45720" rIns="91440" bIns="45720" anchor="ctr">
              <a:noAutofit/>
            </a:bodyPr>
            <a:lstStyle/>
            <a:p>
              <a:pPr algn="ctr"/>
              <a:r>
                <a:rPr lang="zh-CN" altLang="en-US" b="1" dirty="0">
                  <a:latin typeface="Arial Narrow" panose="020B0606020202030204" pitchFamily="34" charset="0"/>
                </a:rPr>
                <a:t>集线器</a:t>
              </a:r>
            </a:p>
          </p:txBody>
        </p:sp>
        <p:grpSp>
          <p:nvGrpSpPr>
            <p:cNvPr id="16" name="组合 15">
              <a:extLst>
                <a:ext uri="{FF2B5EF4-FFF2-40B4-BE49-F238E27FC236}">
                  <a16:creationId xmlns:a16="http://schemas.microsoft.com/office/drawing/2014/main" id="{A24B23C3-6C91-43C0-B6B6-BD690C4000CB}"/>
                </a:ext>
              </a:extLst>
            </p:cNvPr>
            <p:cNvGrpSpPr/>
            <p:nvPr/>
          </p:nvGrpSpPr>
          <p:grpSpPr>
            <a:xfrm>
              <a:off x="425451" y="5068427"/>
              <a:ext cx="536483" cy="529917"/>
              <a:chOff x="392561" y="5068427"/>
              <a:chExt cx="536483" cy="529917"/>
            </a:xfrm>
          </p:grpSpPr>
          <p:pic>
            <p:nvPicPr>
              <p:cNvPr id="90" name="图形 10">
                <a:extLst>
                  <a:ext uri="{FF2B5EF4-FFF2-40B4-BE49-F238E27FC236}">
                    <a16:creationId xmlns:a16="http://schemas.microsoft.com/office/drawing/2014/main" id="{3DC93E46-6D3E-4D27-B799-D4F11E0E5CCD}"/>
                  </a:ext>
                </a:extLst>
              </p:cNvPr>
              <p:cNvPicPr>
                <a:picLocks noChangeAspect="1"/>
              </p:cNvPicPr>
              <p:nvPr/>
            </p:nvPicPr>
            <p:blipFill>
              <a:blip r:embed="rId3">
                <a:extLst>
                  <a:ext uri="{28A0092B-C50C-407E-A947-70E740481C1C}">
                    <a14:useLocalDpi xmlns:a14="http://schemas.microsoft.com/office/drawing/2010/main" val="0"/>
                  </a:ext>
                  <a:ext uri="{96DAC541-7B7A-43D3-8B79-37D633B846F1}">
                    <asvg:svgBlip xmlns:asvg="http://schemas.microsoft.com/office/drawing/2016/SVG/main" r:embed="rId4"/>
                  </a:ext>
                </a:extLst>
              </a:blip>
              <a:stretch>
                <a:fillRect/>
              </a:stretch>
            </p:blipFill>
            <p:spPr>
              <a:xfrm>
                <a:off x="392561" y="5079452"/>
                <a:ext cx="536483" cy="518892"/>
              </a:xfrm>
              <a:prstGeom prst="rect">
                <a:avLst/>
              </a:prstGeom>
            </p:spPr>
          </p:pic>
          <p:sp>
            <p:nvSpPr>
              <p:cNvPr id="111" name="文本框 110">
                <a:extLst>
                  <a:ext uri="{FF2B5EF4-FFF2-40B4-BE49-F238E27FC236}">
                    <a16:creationId xmlns:a16="http://schemas.microsoft.com/office/drawing/2014/main" id="{FEB65124-7631-4500-999C-F767E2F7254C}"/>
                  </a:ext>
                </a:extLst>
              </p:cNvPr>
              <p:cNvSpPr txBox="1"/>
              <p:nvPr/>
            </p:nvSpPr>
            <p:spPr>
              <a:xfrm>
                <a:off x="613775" y="5068427"/>
                <a:ext cx="282873" cy="369332"/>
              </a:xfrm>
              <a:prstGeom prst="rect">
                <a:avLst/>
              </a:prstGeom>
              <a:noFill/>
            </p:spPr>
            <p:txBody>
              <a:bodyPr wrap="square" rtlCol="0">
                <a:spAutoFit/>
              </a:bodyPr>
              <a:lstStyle/>
              <a:p>
                <a:pPr algn="ctr"/>
                <a:r>
                  <a:rPr lang="en-US" altLang="zh-CN" b="1" dirty="0">
                    <a:solidFill>
                      <a:schemeClr val="bg1"/>
                    </a:solidFill>
                  </a:rPr>
                  <a:t>E</a:t>
                </a:r>
                <a:endParaRPr lang="zh-CN" altLang="en-US" b="1" dirty="0">
                  <a:solidFill>
                    <a:schemeClr val="bg1"/>
                  </a:solidFill>
                </a:endParaRPr>
              </a:p>
            </p:txBody>
          </p:sp>
        </p:grpSp>
      </p:grpSp>
      <p:cxnSp>
        <p:nvCxnSpPr>
          <p:cNvPr id="122" name="直接连接符 121">
            <a:extLst>
              <a:ext uri="{FF2B5EF4-FFF2-40B4-BE49-F238E27FC236}">
                <a16:creationId xmlns:a16="http://schemas.microsoft.com/office/drawing/2014/main" id="{EEB06C55-C4A9-4727-B5A9-21DC9B56B665}"/>
              </a:ext>
            </a:extLst>
          </p:cNvPr>
          <p:cNvCxnSpPr>
            <a:cxnSpLocks/>
          </p:cNvCxnSpPr>
          <p:nvPr/>
        </p:nvCxnSpPr>
        <p:spPr>
          <a:xfrm flipH="1">
            <a:off x="10739663" y="4034303"/>
            <a:ext cx="528822" cy="0"/>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sp>
        <p:nvSpPr>
          <p:cNvPr id="102" name="íşlïḍè">
            <a:extLst>
              <a:ext uri="{FF2B5EF4-FFF2-40B4-BE49-F238E27FC236}">
                <a16:creationId xmlns:a16="http://schemas.microsoft.com/office/drawing/2014/main" id="{0D95E7E5-F506-4649-9080-9456A3744336}"/>
              </a:ext>
            </a:extLst>
          </p:cNvPr>
          <p:cNvSpPr txBox="1"/>
          <p:nvPr/>
        </p:nvSpPr>
        <p:spPr>
          <a:xfrm>
            <a:off x="788101" y="1250252"/>
            <a:ext cx="7898837" cy="319332"/>
          </a:xfrm>
          <a:prstGeom prst="rect">
            <a:avLst/>
          </a:prstGeom>
          <a:noFill/>
        </p:spPr>
        <p:txBody>
          <a:bodyPr wrap="square" lIns="91440" tIns="45720" rIns="91440" bIns="45720" anchor="ctr">
            <a:noAutofit/>
          </a:bodyPr>
          <a:lstStyle/>
          <a:p>
            <a:r>
              <a:rPr lang="en-US" altLang="zh-CN" b="1" dirty="0">
                <a:latin typeface="Arial Narrow" panose="020B0606020202030204" pitchFamily="34" charset="0"/>
              </a:rPr>
              <a:t>【</a:t>
            </a:r>
            <a:r>
              <a:rPr lang="zh-CN" altLang="en-US" b="1" dirty="0">
                <a:latin typeface="Arial Narrow" panose="020B0606020202030204" pitchFamily="34" charset="0"/>
              </a:rPr>
              <a:t>练习题</a:t>
            </a:r>
            <a:r>
              <a:rPr lang="en-US" altLang="zh-CN" b="1" dirty="0">
                <a:latin typeface="Arial Narrow" panose="020B0606020202030204" pitchFamily="34" charset="0"/>
              </a:rPr>
              <a:t>】</a:t>
            </a:r>
            <a:r>
              <a:rPr lang="zh-CN" altLang="en-US" b="1" dirty="0">
                <a:latin typeface="Arial Narrow" panose="020B0606020202030204" pitchFamily="34" charset="0"/>
              </a:rPr>
              <a:t>交换机自学习和转发帧的流程（参考网桥自学习和转发帧的流程）</a:t>
            </a:r>
          </a:p>
        </p:txBody>
      </p:sp>
      <p:sp>
        <p:nvSpPr>
          <p:cNvPr id="103" name="文本框 102">
            <a:extLst>
              <a:ext uri="{FF2B5EF4-FFF2-40B4-BE49-F238E27FC236}">
                <a16:creationId xmlns:a16="http://schemas.microsoft.com/office/drawing/2014/main" id="{0BA019EA-536F-4D66-8E8D-DBA4FFD14B49}"/>
              </a:ext>
            </a:extLst>
          </p:cNvPr>
          <p:cNvSpPr txBox="1"/>
          <p:nvPr/>
        </p:nvSpPr>
        <p:spPr>
          <a:xfrm>
            <a:off x="683743" y="2588397"/>
            <a:ext cx="282873" cy="369332"/>
          </a:xfrm>
          <a:prstGeom prst="rect">
            <a:avLst/>
          </a:prstGeom>
          <a:noFill/>
        </p:spPr>
        <p:txBody>
          <a:bodyPr wrap="square" rtlCol="0">
            <a:spAutoFit/>
          </a:bodyPr>
          <a:lstStyle/>
          <a:p>
            <a:pPr algn="ctr"/>
            <a:r>
              <a:rPr lang="en-US" altLang="zh-CN" b="1" dirty="0">
                <a:solidFill>
                  <a:schemeClr val="bg1"/>
                </a:solidFill>
              </a:rPr>
              <a:t>X</a:t>
            </a:r>
            <a:endParaRPr lang="zh-CN" altLang="en-US" b="1" dirty="0">
              <a:solidFill>
                <a:schemeClr val="bg1"/>
              </a:solidFill>
            </a:endParaRPr>
          </a:p>
        </p:txBody>
      </p:sp>
      <p:graphicFrame>
        <p:nvGraphicFramePr>
          <p:cNvPr id="11" name="表格 12">
            <a:extLst>
              <a:ext uri="{FF2B5EF4-FFF2-40B4-BE49-F238E27FC236}">
                <a16:creationId xmlns:a16="http://schemas.microsoft.com/office/drawing/2014/main" id="{7D3315CD-FED6-4AE5-A23A-A4749AC40FAC}"/>
              </a:ext>
            </a:extLst>
          </p:cNvPr>
          <p:cNvGraphicFramePr>
            <a:graphicFrameLocks noGrp="1"/>
          </p:cNvGraphicFramePr>
          <p:nvPr/>
        </p:nvGraphicFramePr>
        <p:xfrm>
          <a:off x="2671900" y="2091771"/>
          <a:ext cx="1372416" cy="2326640"/>
        </p:xfrm>
        <a:graphic>
          <a:graphicData uri="http://schemas.openxmlformats.org/drawingml/2006/table">
            <a:tbl>
              <a:tblPr firstRow="1" bandRow="1">
                <a:tableStyleId>{5C22544A-7EE6-4342-B048-85BDC9FD1C3A}</a:tableStyleId>
              </a:tblPr>
              <a:tblGrid>
                <a:gridCol w="686208">
                  <a:extLst>
                    <a:ext uri="{9D8B030D-6E8A-4147-A177-3AD203B41FA5}">
                      <a16:colId xmlns:a16="http://schemas.microsoft.com/office/drawing/2014/main" val="3018206009"/>
                    </a:ext>
                  </a:extLst>
                </a:gridCol>
                <a:gridCol w="686208">
                  <a:extLst>
                    <a:ext uri="{9D8B030D-6E8A-4147-A177-3AD203B41FA5}">
                      <a16:colId xmlns:a16="http://schemas.microsoft.com/office/drawing/2014/main" val="1127511435"/>
                    </a:ext>
                  </a:extLst>
                </a:gridCol>
              </a:tblGrid>
              <a:tr h="370840">
                <a:tc gridSpan="2">
                  <a:txBody>
                    <a:bodyPr/>
                    <a:lstStyle/>
                    <a:p>
                      <a:pPr algn="ctr"/>
                      <a:r>
                        <a:rPr lang="zh-CN" altLang="en-US" b="1" dirty="0">
                          <a:solidFill>
                            <a:schemeClr val="tx1"/>
                          </a:solidFill>
                        </a:rPr>
                        <a:t>转发表</a:t>
                      </a: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hMerge="1">
                  <a:txBody>
                    <a:bodyPr/>
                    <a:lstStyle/>
                    <a:p>
                      <a:endParaRPr lang="zh-CN" altLang="en-US" dirty="0"/>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extLst>
                  <a:ext uri="{0D108BD9-81ED-4DB2-BD59-A6C34878D82A}">
                    <a16:rowId xmlns:a16="http://schemas.microsoft.com/office/drawing/2014/main" val="534278226"/>
                  </a:ext>
                </a:extLst>
              </a:tr>
              <a:tr h="370840">
                <a:tc>
                  <a:txBody>
                    <a:bodyPr/>
                    <a:lstStyle/>
                    <a:p>
                      <a:pPr algn="ctr"/>
                      <a:r>
                        <a:rPr lang="zh-CN" altLang="en-US" b="1" dirty="0"/>
                        <a:t>地址</a:t>
                      </a: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algn="ctr"/>
                      <a:r>
                        <a:rPr lang="zh-CN" altLang="en-US" b="1" dirty="0"/>
                        <a:t>接口</a:t>
                      </a: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extLst>
                  <a:ext uri="{0D108BD9-81ED-4DB2-BD59-A6C34878D82A}">
                    <a16:rowId xmlns:a16="http://schemas.microsoft.com/office/drawing/2014/main" val="3491117171"/>
                  </a:ext>
                </a:extLst>
              </a:tr>
              <a:tr h="370840">
                <a:tc>
                  <a:txBody>
                    <a:bodyPr/>
                    <a:lstStyle/>
                    <a:p>
                      <a:pPr algn="ctr"/>
                      <a:endParaRPr lang="zh-CN" altLang="en-US" sz="2000" b="1" dirty="0">
                        <a:latin typeface="Arial Black" panose="020B0A04020102020204" pitchFamily="34"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algn="ctr"/>
                      <a:endParaRPr lang="zh-CN" altLang="en-US" sz="2000" b="1" dirty="0">
                        <a:latin typeface="Arial Black" panose="020B0A04020102020204" pitchFamily="34"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extLst>
                  <a:ext uri="{0D108BD9-81ED-4DB2-BD59-A6C34878D82A}">
                    <a16:rowId xmlns:a16="http://schemas.microsoft.com/office/drawing/2014/main" val="2116314688"/>
                  </a:ext>
                </a:extLst>
              </a:tr>
              <a:tr h="370840">
                <a:tc>
                  <a:txBody>
                    <a:bodyPr/>
                    <a:lstStyle/>
                    <a:p>
                      <a:pPr algn="ctr"/>
                      <a:endParaRPr lang="zh-CN" altLang="en-US" sz="2000" b="1">
                        <a:latin typeface="Arial Black" panose="020B0A04020102020204" pitchFamily="34"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algn="ctr"/>
                      <a:endParaRPr lang="zh-CN" altLang="en-US" sz="2000" b="1" dirty="0">
                        <a:latin typeface="Arial Black" panose="020B0A04020102020204" pitchFamily="34"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extLst>
                  <a:ext uri="{0D108BD9-81ED-4DB2-BD59-A6C34878D82A}">
                    <a16:rowId xmlns:a16="http://schemas.microsoft.com/office/drawing/2014/main" val="3632466454"/>
                  </a:ext>
                </a:extLst>
              </a:tr>
              <a:tr h="370840">
                <a:tc>
                  <a:txBody>
                    <a:bodyPr/>
                    <a:lstStyle/>
                    <a:p>
                      <a:pPr algn="ctr"/>
                      <a:endParaRPr lang="zh-CN" altLang="en-US" sz="2000" b="1">
                        <a:latin typeface="Arial Black" panose="020B0A04020102020204" pitchFamily="34"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algn="ctr"/>
                      <a:endParaRPr lang="zh-CN" altLang="en-US" sz="2000" b="1" dirty="0">
                        <a:latin typeface="Arial Black" panose="020B0A04020102020204" pitchFamily="34"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extLst>
                  <a:ext uri="{0D108BD9-81ED-4DB2-BD59-A6C34878D82A}">
                    <a16:rowId xmlns:a16="http://schemas.microsoft.com/office/drawing/2014/main" val="3012207346"/>
                  </a:ext>
                </a:extLst>
              </a:tr>
              <a:tr h="370840">
                <a:tc>
                  <a:txBody>
                    <a:bodyPr/>
                    <a:lstStyle/>
                    <a:p>
                      <a:pPr algn="ctr"/>
                      <a:endParaRPr lang="zh-CN" altLang="en-US" sz="2000" b="1">
                        <a:latin typeface="Arial Black" panose="020B0A04020102020204" pitchFamily="34"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algn="ctr"/>
                      <a:endParaRPr lang="zh-CN" altLang="en-US" sz="2000" b="1" dirty="0">
                        <a:latin typeface="Arial Black" panose="020B0A04020102020204" pitchFamily="34"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extLst>
                  <a:ext uri="{0D108BD9-81ED-4DB2-BD59-A6C34878D82A}">
                    <a16:rowId xmlns:a16="http://schemas.microsoft.com/office/drawing/2014/main" val="626507044"/>
                  </a:ext>
                </a:extLst>
              </a:tr>
            </a:tbl>
          </a:graphicData>
        </a:graphic>
      </p:graphicFrame>
      <p:graphicFrame>
        <p:nvGraphicFramePr>
          <p:cNvPr id="114" name="表格 12">
            <a:extLst>
              <a:ext uri="{FF2B5EF4-FFF2-40B4-BE49-F238E27FC236}">
                <a16:creationId xmlns:a16="http://schemas.microsoft.com/office/drawing/2014/main" id="{B126F1A6-8563-45C9-BAD1-A14FF3984C1D}"/>
              </a:ext>
            </a:extLst>
          </p:cNvPr>
          <p:cNvGraphicFramePr>
            <a:graphicFrameLocks noGrp="1"/>
          </p:cNvGraphicFramePr>
          <p:nvPr/>
        </p:nvGraphicFramePr>
        <p:xfrm>
          <a:off x="9050691" y="2091771"/>
          <a:ext cx="1372416" cy="2326640"/>
        </p:xfrm>
        <a:graphic>
          <a:graphicData uri="http://schemas.openxmlformats.org/drawingml/2006/table">
            <a:tbl>
              <a:tblPr firstRow="1" bandRow="1">
                <a:tableStyleId>{5C22544A-7EE6-4342-B048-85BDC9FD1C3A}</a:tableStyleId>
              </a:tblPr>
              <a:tblGrid>
                <a:gridCol w="686208">
                  <a:extLst>
                    <a:ext uri="{9D8B030D-6E8A-4147-A177-3AD203B41FA5}">
                      <a16:colId xmlns:a16="http://schemas.microsoft.com/office/drawing/2014/main" val="3018206009"/>
                    </a:ext>
                  </a:extLst>
                </a:gridCol>
                <a:gridCol w="686208">
                  <a:extLst>
                    <a:ext uri="{9D8B030D-6E8A-4147-A177-3AD203B41FA5}">
                      <a16:colId xmlns:a16="http://schemas.microsoft.com/office/drawing/2014/main" val="1127511435"/>
                    </a:ext>
                  </a:extLst>
                </a:gridCol>
              </a:tblGrid>
              <a:tr h="370840">
                <a:tc gridSpan="2">
                  <a:txBody>
                    <a:bodyPr/>
                    <a:lstStyle/>
                    <a:p>
                      <a:pPr algn="ctr"/>
                      <a:r>
                        <a:rPr lang="zh-CN" altLang="en-US" b="1" dirty="0">
                          <a:solidFill>
                            <a:schemeClr val="tx1"/>
                          </a:solidFill>
                        </a:rPr>
                        <a:t>转发表</a:t>
                      </a: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hMerge="1">
                  <a:txBody>
                    <a:bodyPr/>
                    <a:lstStyle/>
                    <a:p>
                      <a:endParaRPr lang="zh-CN" altLang="en-US" dirty="0"/>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extLst>
                  <a:ext uri="{0D108BD9-81ED-4DB2-BD59-A6C34878D82A}">
                    <a16:rowId xmlns:a16="http://schemas.microsoft.com/office/drawing/2014/main" val="534278226"/>
                  </a:ext>
                </a:extLst>
              </a:tr>
              <a:tr h="370840">
                <a:tc>
                  <a:txBody>
                    <a:bodyPr/>
                    <a:lstStyle/>
                    <a:p>
                      <a:pPr algn="ctr"/>
                      <a:r>
                        <a:rPr lang="zh-CN" altLang="en-US" b="1" dirty="0"/>
                        <a:t>地址</a:t>
                      </a: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algn="ctr"/>
                      <a:r>
                        <a:rPr lang="zh-CN" altLang="en-US" b="1" dirty="0"/>
                        <a:t>接口</a:t>
                      </a: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extLst>
                  <a:ext uri="{0D108BD9-81ED-4DB2-BD59-A6C34878D82A}">
                    <a16:rowId xmlns:a16="http://schemas.microsoft.com/office/drawing/2014/main" val="3491117171"/>
                  </a:ext>
                </a:extLst>
              </a:tr>
              <a:tr h="370840">
                <a:tc>
                  <a:txBody>
                    <a:bodyPr/>
                    <a:lstStyle/>
                    <a:p>
                      <a:pPr algn="ctr"/>
                      <a:endParaRPr lang="zh-CN" altLang="en-US" sz="2000" b="1" dirty="0">
                        <a:latin typeface="Arial Black" panose="020B0A04020102020204" pitchFamily="34"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algn="ctr"/>
                      <a:endParaRPr lang="zh-CN" altLang="en-US" sz="2000" b="1" dirty="0">
                        <a:latin typeface="Arial Black" panose="020B0A04020102020204" pitchFamily="34"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extLst>
                  <a:ext uri="{0D108BD9-81ED-4DB2-BD59-A6C34878D82A}">
                    <a16:rowId xmlns:a16="http://schemas.microsoft.com/office/drawing/2014/main" val="2116314688"/>
                  </a:ext>
                </a:extLst>
              </a:tr>
              <a:tr h="370840">
                <a:tc>
                  <a:txBody>
                    <a:bodyPr/>
                    <a:lstStyle/>
                    <a:p>
                      <a:pPr algn="ctr"/>
                      <a:endParaRPr lang="zh-CN" altLang="en-US" sz="2000" b="1">
                        <a:latin typeface="Arial Black" panose="020B0A04020102020204" pitchFamily="34"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algn="ctr"/>
                      <a:endParaRPr lang="zh-CN" altLang="en-US" sz="2000" b="1" dirty="0">
                        <a:latin typeface="Arial Black" panose="020B0A04020102020204" pitchFamily="34"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extLst>
                  <a:ext uri="{0D108BD9-81ED-4DB2-BD59-A6C34878D82A}">
                    <a16:rowId xmlns:a16="http://schemas.microsoft.com/office/drawing/2014/main" val="3632466454"/>
                  </a:ext>
                </a:extLst>
              </a:tr>
              <a:tr h="370840">
                <a:tc>
                  <a:txBody>
                    <a:bodyPr/>
                    <a:lstStyle/>
                    <a:p>
                      <a:pPr algn="ctr"/>
                      <a:endParaRPr lang="zh-CN" altLang="en-US" sz="2000" b="1">
                        <a:latin typeface="Arial Black" panose="020B0A04020102020204" pitchFamily="34"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algn="ctr"/>
                      <a:endParaRPr lang="zh-CN" altLang="en-US" sz="2000" b="1" dirty="0">
                        <a:latin typeface="Arial Black" panose="020B0A04020102020204" pitchFamily="34"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extLst>
                  <a:ext uri="{0D108BD9-81ED-4DB2-BD59-A6C34878D82A}">
                    <a16:rowId xmlns:a16="http://schemas.microsoft.com/office/drawing/2014/main" val="3012207346"/>
                  </a:ext>
                </a:extLst>
              </a:tr>
              <a:tr h="370840">
                <a:tc>
                  <a:txBody>
                    <a:bodyPr/>
                    <a:lstStyle/>
                    <a:p>
                      <a:pPr algn="ctr"/>
                      <a:endParaRPr lang="zh-CN" altLang="en-US" sz="2000" b="1">
                        <a:latin typeface="Arial Black" panose="020B0A04020102020204" pitchFamily="34"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algn="ctr"/>
                      <a:endParaRPr lang="zh-CN" altLang="en-US" sz="2000" b="1" dirty="0">
                        <a:latin typeface="Arial Black" panose="020B0A04020102020204" pitchFamily="34"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extLst>
                  <a:ext uri="{0D108BD9-81ED-4DB2-BD59-A6C34878D82A}">
                    <a16:rowId xmlns:a16="http://schemas.microsoft.com/office/drawing/2014/main" val="626507044"/>
                  </a:ext>
                </a:extLst>
              </a:tr>
            </a:tbl>
          </a:graphicData>
        </a:graphic>
      </p:graphicFrame>
      <p:sp>
        <p:nvSpPr>
          <p:cNvPr id="104" name="íşlïḍè">
            <a:extLst>
              <a:ext uri="{FF2B5EF4-FFF2-40B4-BE49-F238E27FC236}">
                <a16:creationId xmlns:a16="http://schemas.microsoft.com/office/drawing/2014/main" id="{FF0CD46B-72EC-4170-8C74-9045BF1F2141}"/>
              </a:ext>
            </a:extLst>
          </p:cNvPr>
          <p:cNvSpPr txBox="1"/>
          <p:nvPr/>
        </p:nvSpPr>
        <p:spPr>
          <a:xfrm>
            <a:off x="304800" y="4700079"/>
            <a:ext cx="1646875" cy="319332"/>
          </a:xfrm>
          <a:prstGeom prst="rect">
            <a:avLst/>
          </a:prstGeom>
          <a:noFill/>
        </p:spPr>
        <p:txBody>
          <a:bodyPr wrap="square" lIns="91440" tIns="45720" rIns="91440" bIns="45720" anchor="ctr">
            <a:noAutofit/>
          </a:bodyPr>
          <a:lstStyle/>
          <a:p>
            <a:r>
              <a:rPr lang="zh-CN" altLang="en-US" b="1" dirty="0">
                <a:latin typeface="Arial Narrow" panose="020B0606020202030204" pitchFamily="34" charset="0"/>
              </a:rPr>
              <a:t>主机间的通信</a:t>
            </a:r>
          </a:p>
        </p:txBody>
      </p:sp>
      <p:sp>
        <p:nvSpPr>
          <p:cNvPr id="115" name="íşlïḍè">
            <a:extLst>
              <a:ext uri="{FF2B5EF4-FFF2-40B4-BE49-F238E27FC236}">
                <a16:creationId xmlns:a16="http://schemas.microsoft.com/office/drawing/2014/main" id="{A28E0589-B577-4AEA-960F-7A3D32F3579B}"/>
              </a:ext>
            </a:extLst>
          </p:cNvPr>
          <p:cNvSpPr txBox="1"/>
          <p:nvPr/>
        </p:nvSpPr>
        <p:spPr>
          <a:xfrm>
            <a:off x="449520" y="5055116"/>
            <a:ext cx="850737" cy="319332"/>
          </a:xfrm>
          <a:prstGeom prst="rect">
            <a:avLst/>
          </a:prstGeom>
          <a:noFill/>
        </p:spPr>
        <p:txBody>
          <a:bodyPr wrap="square" lIns="91440" tIns="45720" rIns="91440" bIns="45720" anchor="ctr">
            <a:noAutofit/>
          </a:bodyPr>
          <a:lstStyle/>
          <a:p>
            <a:r>
              <a:rPr lang="en-US" altLang="zh-CN" sz="2000" b="1" dirty="0"/>
              <a:t>A→B</a:t>
            </a:r>
            <a:endParaRPr lang="zh-CN" altLang="en-US" sz="2000" b="1" dirty="0"/>
          </a:p>
        </p:txBody>
      </p:sp>
      <p:sp>
        <p:nvSpPr>
          <p:cNvPr id="116" name="íşlïḍè">
            <a:extLst>
              <a:ext uri="{FF2B5EF4-FFF2-40B4-BE49-F238E27FC236}">
                <a16:creationId xmlns:a16="http://schemas.microsoft.com/office/drawing/2014/main" id="{399821EB-5B8B-48B0-BEA6-36292297EB21}"/>
              </a:ext>
            </a:extLst>
          </p:cNvPr>
          <p:cNvSpPr txBox="1"/>
          <p:nvPr/>
        </p:nvSpPr>
        <p:spPr>
          <a:xfrm>
            <a:off x="449520" y="5390376"/>
            <a:ext cx="850737" cy="319332"/>
          </a:xfrm>
          <a:prstGeom prst="rect">
            <a:avLst/>
          </a:prstGeom>
          <a:noFill/>
        </p:spPr>
        <p:txBody>
          <a:bodyPr wrap="square" lIns="91440" tIns="45720" rIns="91440" bIns="45720" anchor="ctr">
            <a:noAutofit/>
          </a:bodyPr>
          <a:lstStyle/>
          <a:p>
            <a:r>
              <a:rPr lang="en-US" altLang="zh-CN" sz="2000" b="1" dirty="0"/>
              <a:t>H→A</a:t>
            </a:r>
            <a:endParaRPr lang="zh-CN" altLang="en-US" sz="2000" b="1" dirty="0"/>
          </a:p>
        </p:txBody>
      </p:sp>
      <p:sp>
        <p:nvSpPr>
          <p:cNvPr id="117" name="íşlïḍè">
            <a:extLst>
              <a:ext uri="{FF2B5EF4-FFF2-40B4-BE49-F238E27FC236}">
                <a16:creationId xmlns:a16="http://schemas.microsoft.com/office/drawing/2014/main" id="{D2107E91-3884-4977-83C6-CC8814353D7E}"/>
              </a:ext>
            </a:extLst>
          </p:cNvPr>
          <p:cNvSpPr txBox="1"/>
          <p:nvPr/>
        </p:nvSpPr>
        <p:spPr>
          <a:xfrm>
            <a:off x="449520" y="5725636"/>
            <a:ext cx="850737" cy="319332"/>
          </a:xfrm>
          <a:prstGeom prst="rect">
            <a:avLst/>
          </a:prstGeom>
          <a:noFill/>
        </p:spPr>
        <p:txBody>
          <a:bodyPr wrap="square" lIns="91440" tIns="45720" rIns="91440" bIns="45720" anchor="ctr">
            <a:noAutofit/>
          </a:bodyPr>
          <a:lstStyle/>
          <a:p>
            <a:r>
              <a:rPr lang="en-US" altLang="zh-CN" sz="2000" b="1" dirty="0"/>
              <a:t>E→X</a:t>
            </a:r>
            <a:endParaRPr lang="zh-CN" altLang="en-US" sz="2000" b="1" dirty="0"/>
          </a:p>
        </p:txBody>
      </p:sp>
      <p:sp>
        <p:nvSpPr>
          <p:cNvPr id="119" name="íşlïḍè">
            <a:extLst>
              <a:ext uri="{FF2B5EF4-FFF2-40B4-BE49-F238E27FC236}">
                <a16:creationId xmlns:a16="http://schemas.microsoft.com/office/drawing/2014/main" id="{4C29F98D-0C91-40E6-9B7A-0D2E9DFBCCAB}"/>
              </a:ext>
            </a:extLst>
          </p:cNvPr>
          <p:cNvSpPr txBox="1"/>
          <p:nvPr/>
        </p:nvSpPr>
        <p:spPr>
          <a:xfrm>
            <a:off x="449520" y="6060895"/>
            <a:ext cx="850737" cy="319332"/>
          </a:xfrm>
          <a:prstGeom prst="rect">
            <a:avLst/>
          </a:prstGeom>
          <a:noFill/>
        </p:spPr>
        <p:txBody>
          <a:bodyPr wrap="square" lIns="91440" tIns="45720" rIns="91440" bIns="45720" anchor="ctr">
            <a:noAutofit/>
          </a:bodyPr>
          <a:lstStyle/>
          <a:p>
            <a:r>
              <a:rPr lang="en-US" altLang="zh-CN" sz="2000" b="1" dirty="0"/>
              <a:t>X→E</a:t>
            </a:r>
            <a:endParaRPr lang="zh-CN" altLang="en-US" sz="2000" b="1" dirty="0"/>
          </a:p>
        </p:txBody>
      </p:sp>
      <p:grpSp>
        <p:nvGrpSpPr>
          <p:cNvPr id="18" name="组合 17">
            <a:extLst>
              <a:ext uri="{FF2B5EF4-FFF2-40B4-BE49-F238E27FC236}">
                <a16:creationId xmlns:a16="http://schemas.microsoft.com/office/drawing/2014/main" id="{D35D7BFE-B7EE-42C2-8B11-AB4BA3AB85C5}"/>
              </a:ext>
            </a:extLst>
          </p:cNvPr>
          <p:cNvGrpSpPr/>
          <p:nvPr/>
        </p:nvGrpSpPr>
        <p:grpSpPr>
          <a:xfrm>
            <a:off x="2483350" y="5045201"/>
            <a:ext cx="2220221" cy="329247"/>
            <a:chOff x="2483350" y="5045201"/>
            <a:chExt cx="2220221" cy="329247"/>
          </a:xfrm>
        </p:grpSpPr>
        <p:sp>
          <p:nvSpPr>
            <p:cNvPr id="113" name="íşlïḍè">
              <a:extLst>
                <a:ext uri="{FF2B5EF4-FFF2-40B4-BE49-F238E27FC236}">
                  <a16:creationId xmlns:a16="http://schemas.microsoft.com/office/drawing/2014/main" id="{08D1FB54-DD10-413A-95FF-31C1359BFDFF}"/>
                </a:ext>
              </a:extLst>
            </p:cNvPr>
            <p:cNvSpPr txBox="1"/>
            <p:nvPr/>
          </p:nvSpPr>
          <p:spPr>
            <a:xfrm>
              <a:off x="2483350" y="5055116"/>
              <a:ext cx="707185" cy="319332"/>
            </a:xfrm>
            <a:prstGeom prst="rect">
              <a:avLst/>
            </a:prstGeom>
            <a:noFill/>
          </p:spPr>
          <p:txBody>
            <a:bodyPr wrap="square" lIns="91440" tIns="45720" rIns="91440" bIns="45720" anchor="ctr">
              <a:noAutofit/>
            </a:bodyPr>
            <a:lstStyle/>
            <a:p>
              <a:pPr algn="ctr"/>
              <a:r>
                <a:rPr lang="zh-CN" altLang="en-US" b="1" dirty="0">
                  <a:latin typeface="Arial Narrow" panose="020B0606020202030204" pitchFamily="34" charset="0"/>
                </a:rPr>
                <a:t>登记</a:t>
              </a:r>
            </a:p>
          </p:txBody>
        </p:sp>
        <p:sp>
          <p:nvSpPr>
            <p:cNvPr id="118" name="íşlïḍè">
              <a:extLst>
                <a:ext uri="{FF2B5EF4-FFF2-40B4-BE49-F238E27FC236}">
                  <a16:creationId xmlns:a16="http://schemas.microsoft.com/office/drawing/2014/main" id="{77D2852F-0A64-41DA-8CF8-4772906C81BB}"/>
                </a:ext>
              </a:extLst>
            </p:cNvPr>
            <p:cNvSpPr txBox="1"/>
            <p:nvPr/>
          </p:nvSpPr>
          <p:spPr>
            <a:xfrm>
              <a:off x="3190535" y="5045201"/>
              <a:ext cx="1513036" cy="319332"/>
            </a:xfrm>
            <a:prstGeom prst="rect">
              <a:avLst/>
            </a:prstGeom>
            <a:noFill/>
          </p:spPr>
          <p:txBody>
            <a:bodyPr wrap="square" lIns="91440" tIns="45720" rIns="91440" bIns="45720" anchor="ctr">
              <a:noAutofit/>
            </a:bodyPr>
            <a:lstStyle/>
            <a:p>
              <a:pPr algn="ctr"/>
              <a:r>
                <a:rPr lang="zh-CN" altLang="en-US" b="1" dirty="0">
                  <a:latin typeface="Arial Narrow" panose="020B0606020202030204" pitchFamily="34" charset="0"/>
                </a:rPr>
                <a:t>转发（盲目）</a:t>
              </a:r>
            </a:p>
          </p:txBody>
        </p:sp>
      </p:grpSp>
      <p:grpSp>
        <p:nvGrpSpPr>
          <p:cNvPr id="19" name="组合 18">
            <a:extLst>
              <a:ext uri="{FF2B5EF4-FFF2-40B4-BE49-F238E27FC236}">
                <a16:creationId xmlns:a16="http://schemas.microsoft.com/office/drawing/2014/main" id="{4FEB195D-A95F-44B3-9D42-915860BFF275}"/>
              </a:ext>
            </a:extLst>
          </p:cNvPr>
          <p:cNvGrpSpPr/>
          <p:nvPr/>
        </p:nvGrpSpPr>
        <p:grpSpPr>
          <a:xfrm>
            <a:off x="8852351" y="5045201"/>
            <a:ext cx="2220221" cy="329247"/>
            <a:chOff x="8852351" y="5045201"/>
            <a:chExt cx="2220221" cy="329247"/>
          </a:xfrm>
        </p:grpSpPr>
        <p:sp>
          <p:nvSpPr>
            <p:cNvPr id="120" name="íşlïḍè">
              <a:extLst>
                <a:ext uri="{FF2B5EF4-FFF2-40B4-BE49-F238E27FC236}">
                  <a16:creationId xmlns:a16="http://schemas.microsoft.com/office/drawing/2014/main" id="{4A5D52E7-E73F-405D-B02D-48C5A643D170}"/>
                </a:ext>
              </a:extLst>
            </p:cNvPr>
            <p:cNvSpPr txBox="1"/>
            <p:nvPr/>
          </p:nvSpPr>
          <p:spPr>
            <a:xfrm>
              <a:off x="8852351" y="5055116"/>
              <a:ext cx="707185" cy="319332"/>
            </a:xfrm>
            <a:prstGeom prst="rect">
              <a:avLst/>
            </a:prstGeom>
            <a:noFill/>
          </p:spPr>
          <p:txBody>
            <a:bodyPr wrap="square" lIns="91440" tIns="45720" rIns="91440" bIns="45720" anchor="ctr">
              <a:noAutofit/>
            </a:bodyPr>
            <a:lstStyle/>
            <a:p>
              <a:pPr algn="ctr"/>
              <a:r>
                <a:rPr lang="zh-CN" altLang="en-US" b="1" dirty="0">
                  <a:latin typeface="Arial Narrow" panose="020B0606020202030204" pitchFamily="34" charset="0"/>
                </a:rPr>
                <a:t>登记</a:t>
              </a:r>
            </a:p>
          </p:txBody>
        </p:sp>
        <p:sp>
          <p:nvSpPr>
            <p:cNvPr id="121" name="íşlïḍè">
              <a:extLst>
                <a:ext uri="{FF2B5EF4-FFF2-40B4-BE49-F238E27FC236}">
                  <a16:creationId xmlns:a16="http://schemas.microsoft.com/office/drawing/2014/main" id="{7A2E62EF-D2F4-4C58-8D83-07DD90ED9E7A}"/>
                </a:ext>
              </a:extLst>
            </p:cNvPr>
            <p:cNvSpPr txBox="1"/>
            <p:nvPr/>
          </p:nvSpPr>
          <p:spPr>
            <a:xfrm>
              <a:off x="9559536" y="5045201"/>
              <a:ext cx="1513036" cy="319332"/>
            </a:xfrm>
            <a:prstGeom prst="rect">
              <a:avLst/>
            </a:prstGeom>
            <a:noFill/>
          </p:spPr>
          <p:txBody>
            <a:bodyPr wrap="square" lIns="91440" tIns="45720" rIns="91440" bIns="45720" anchor="ctr">
              <a:noAutofit/>
            </a:bodyPr>
            <a:lstStyle/>
            <a:p>
              <a:pPr algn="ctr"/>
              <a:r>
                <a:rPr lang="zh-CN" altLang="en-US" b="1" dirty="0">
                  <a:latin typeface="Arial Narrow" panose="020B0606020202030204" pitchFamily="34" charset="0"/>
                </a:rPr>
                <a:t>转发（盲目）</a:t>
              </a:r>
            </a:p>
          </p:txBody>
        </p:sp>
      </p:grpSp>
      <p:grpSp>
        <p:nvGrpSpPr>
          <p:cNvPr id="14" name="组合 13">
            <a:extLst>
              <a:ext uri="{FF2B5EF4-FFF2-40B4-BE49-F238E27FC236}">
                <a16:creationId xmlns:a16="http://schemas.microsoft.com/office/drawing/2014/main" id="{4CE9D300-B569-4E48-98E7-99D1A0F0FE91}"/>
              </a:ext>
            </a:extLst>
          </p:cNvPr>
          <p:cNvGrpSpPr/>
          <p:nvPr/>
        </p:nvGrpSpPr>
        <p:grpSpPr>
          <a:xfrm>
            <a:off x="2688519" y="2862526"/>
            <a:ext cx="1340910" cy="331371"/>
            <a:chOff x="2688519" y="2862526"/>
            <a:chExt cx="1340910" cy="331371"/>
          </a:xfrm>
        </p:grpSpPr>
        <p:sp>
          <p:nvSpPr>
            <p:cNvPr id="123" name="íşlïḍè">
              <a:extLst>
                <a:ext uri="{FF2B5EF4-FFF2-40B4-BE49-F238E27FC236}">
                  <a16:creationId xmlns:a16="http://schemas.microsoft.com/office/drawing/2014/main" id="{5B799952-F69B-4DC8-ABA8-7793E9AA28DC}"/>
                </a:ext>
              </a:extLst>
            </p:cNvPr>
            <p:cNvSpPr txBox="1"/>
            <p:nvPr/>
          </p:nvSpPr>
          <p:spPr>
            <a:xfrm>
              <a:off x="2688519" y="2874565"/>
              <a:ext cx="663012" cy="319332"/>
            </a:xfrm>
            <a:prstGeom prst="rect">
              <a:avLst/>
            </a:prstGeom>
            <a:noFill/>
          </p:spPr>
          <p:txBody>
            <a:bodyPr wrap="square" lIns="91440" tIns="45720" rIns="91440" bIns="45720" anchor="ctr">
              <a:noAutofit/>
            </a:bodyPr>
            <a:lstStyle/>
            <a:p>
              <a:pPr algn="ctr"/>
              <a:r>
                <a:rPr lang="en-US" altLang="zh-CN" sz="2400" b="1" dirty="0">
                  <a:latin typeface="Arial Narrow" panose="020B0606020202030204" pitchFamily="34" charset="0"/>
                </a:rPr>
                <a:t>A</a:t>
              </a:r>
              <a:endParaRPr lang="zh-CN" altLang="en-US" sz="2400" b="1" dirty="0">
                <a:latin typeface="Arial Narrow" panose="020B0606020202030204" pitchFamily="34" charset="0"/>
              </a:endParaRPr>
            </a:p>
          </p:txBody>
        </p:sp>
        <p:sp>
          <p:nvSpPr>
            <p:cNvPr id="124" name="íşlïḍè">
              <a:extLst>
                <a:ext uri="{FF2B5EF4-FFF2-40B4-BE49-F238E27FC236}">
                  <a16:creationId xmlns:a16="http://schemas.microsoft.com/office/drawing/2014/main" id="{D0E82DF8-39E0-4ED5-B577-C3EF5E95F8B6}"/>
                </a:ext>
              </a:extLst>
            </p:cNvPr>
            <p:cNvSpPr txBox="1"/>
            <p:nvPr/>
          </p:nvSpPr>
          <p:spPr>
            <a:xfrm>
              <a:off x="3366417" y="2862526"/>
              <a:ext cx="663012" cy="319332"/>
            </a:xfrm>
            <a:prstGeom prst="rect">
              <a:avLst/>
            </a:prstGeom>
            <a:noFill/>
          </p:spPr>
          <p:txBody>
            <a:bodyPr wrap="square" lIns="91440" tIns="45720" rIns="91440" bIns="45720" anchor="ctr">
              <a:noAutofit/>
            </a:bodyPr>
            <a:lstStyle/>
            <a:p>
              <a:pPr algn="ctr"/>
              <a:r>
                <a:rPr lang="en-US" altLang="zh-CN" sz="2400" b="1" dirty="0">
                  <a:latin typeface="Arial Narrow" panose="020B0606020202030204" pitchFamily="34" charset="0"/>
                </a:rPr>
                <a:t>1</a:t>
              </a:r>
              <a:endParaRPr lang="zh-CN" altLang="en-US" sz="2400" b="1" dirty="0">
                <a:latin typeface="Arial Narrow" panose="020B0606020202030204" pitchFamily="34" charset="0"/>
              </a:endParaRPr>
            </a:p>
          </p:txBody>
        </p:sp>
      </p:grpSp>
      <p:grpSp>
        <p:nvGrpSpPr>
          <p:cNvPr id="15" name="组合 14">
            <a:extLst>
              <a:ext uri="{FF2B5EF4-FFF2-40B4-BE49-F238E27FC236}">
                <a16:creationId xmlns:a16="http://schemas.microsoft.com/office/drawing/2014/main" id="{3180757A-9B73-458B-8A7D-C22AC66BD7AA}"/>
              </a:ext>
            </a:extLst>
          </p:cNvPr>
          <p:cNvGrpSpPr/>
          <p:nvPr/>
        </p:nvGrpSpPr>
        <p:grpSpPr>
          <a:xfrm>
            <a:off x="9051908" y="2876851"/>
            <a:ext cx="1340910" cy="331371"/>
            <a:chOff x="9051908" y="2876851"/>
            <a:chExt cx="1340910" cy="331371"/>
          </a:xfrm>
        </p:grpSpPr>
        <p:sp>
          <p:nvSpPr>
            <p:cNvPr id="125" name="íşlïḍè">
              <a:extLst>
                <a:ext uri="{FF2B5EF4-FFF2-40B4-BE49-F238E27FC236}">
                  <a16:creationId xmlns:a16="http://schemas.microsoft.com/office/drawing/2014/main" id="{1869C82F-876E-4F57-ACEC-AA6D6D7EC8C3}"/>
                </a:ext>
              </a:extLst>
            </p:cNvPr>
            <p:cNvSpPr txBox="1"/>
            <p:nvPr/>
          </p:nvSpPr>
          <p:spPr>
            <a:xfrm>
              <a:off x="9051908" y="2888890"/>
              <a:ext cx="663012" cy="319332"/>
            </a:xfrm>
            <a:prstGeom prst="rect">
              <a:avLst/>
            </a:prstGeom>
            <a:noFill/>
          </p:spPr>
          <p:txBody>
            <a:bodyPr wrap="square" lIns="91440" tIns="45720" rIns="91440" bIns="45720" anchor="ctr">
              <a:noAutofit/>
            </a:bodyPr>
            <a:lstStyle/>
            <a:p>
              <a:pPr algn="ctr"/>
              <a:r>
                <a:rPr lang="en-US" altLang="zh-CN" sz="2400" b="1" dirty="0">
                  <a:latin typeface="Arial Narrow" panose="020B0606020202030204" pitchFamily="34" charset="0"/>
                </a:rPr>
                <a:t>A</a:t>
              </a:r>
              <a:endParaRPr lang="zh-CN" altLang="en-US" sz="2400" b="1" dirty="0">
                <a:latin typeface="Arial Narrow" panose="020B0606020202030204" pitchFamily="34" charset="0"/>
              </a:endParaRPr>
            </a:p>
          </p:txBody>
        </p:sp>
        <p:sp>
          <p:nvSpPr>
            <p:cNvPr id="126" name="íşlïḍè">
              <a:extLst>
                <a:ext uri="{FF2B5EF4-FFF2-40B4-BE49-F238E27FC236}">
                  <a16:creationId xmlns:a16="http://schemas.microsoft.com/office/drawing/2014/main" id="{76D976B0-99AF-494D-9A87-22B5A37C40C6}"/>
                </a:ext>
              </a:extLst>
            </p:cNvPr>
            <p:cNvSpPr txBox="1"/>
            <p:nvPr/>
          </p:nvSpPr>
          <p:spPr>
            <a:xfrm>
              <a:off x="9729806" y="2876851"/>
              <a:ext cx="663012" cy="319332"/>
            </a:xfrm>
            <a:prstGeom prst="rect">
              <a:avLst/>
            </a:prstGeom>
            <a:noFill/>
          </p:spPr>
          <p:txBody>
            <a:bodyPr wrap="square" lIns="91440" tIns="45720" rIns="91440" bIns="45720" anchor="ctr">
              <a:noAutofit/>
            </a:bodyPr>
            <a:lstStyle/>
            <a:p>
              <a:pPr algn="ctr"/>
              <a:r>
                <a:rPr lang="en-US" altLang="zh-CN" sz="2400" b="1" dirty="0">
                  <a:latin typeface="Arial Narrow" panose="020B0606020202030204" pitchFamily="34" charset="0"/>
                </a:rPr>
                <a:t>3</a:t>
              </a:r>
              <a:endParaRPr lang="zh-CN" altLang="en-US" sz="2400" b="1" dirty="0">
                <a:latin typeface="Arial Narrow" panose="020B0606020202030204" pitchFamily="34" charset="0"/>
              </a:endParaRPr>
            </a:p>
          </p:txBody>
        </p:sp>
      </p:grpSp>
      <p:grpSp>
        <p:nvGrpSpPr>
          <p:cNvPr id="8" name="组合 7">
            <a:extLst>
              <a:ext uri="{FF2B5EF4-FFF2-40B4-BE49-F238E27FC236}">
                <a16:creationId xmlns:a16="http://schemas.microsoft.com/office/drawing/2014/main" id="{CE5FCB94-BF1A-46C9-9A3F-E312D5FDDC4E}"/>
              </a:ext>
            </a:extLst>
          </p:cNvPr>
          <p:cNvGrpSpPr/>
          <p:nvPr/>
        </p:nvGrpSpPr>
        <p:grpSpPr>
          <a:xfrm>
            <a:off x="2675955" y="3260350"/>
            <a:ext cx="7724306" cy="1128193"/>
            <a:chOff x="2675955" y="3260350"/>
            <a:chExt cx="7724306" cy="1128193"/>
          </a:xfrm>
        </p:grpSpPr>
        <p:grpSp>
          <p:nvGrpSpPr>
            <p:cNvPr id="127" name="组合 126">
              <a:extLst>
                <a:ext uri="{FF2B5EF4-FFF2-40B4-BE49-F238E27FC236}">
                  <a16:creationId xmlns:a16="http://schemas.microsoft.com/office/drawing/2014/main" id="{1FF78C32-AC2C-40B3-8EBD-3C56B90846EE}"/>
                </a:ext>
              </a:extLst>
            </p:cNvPr>
            <p:cNvGrpSpPr/>
            <p:nvPr/>
          </p:nvGrpSpPr>
          <p:grpSpPr>
            <a:xfrm>
              <a:off x="2683398" y="3266370"/>
              <a:ext cx="1340910" cy="331371"/>
              <a:chOff x="2688519" y="2862526"/>
              <a:chExt cx="1340910" cy="331371"/>
            </a:xfrm>
          </p:grpSpPr>
          <p:sp>
            <p:nvSpPr>
              <p:cNvPr id="128" name="íşlïḍè">
                <a:extLst>
                  <a:ext uri="{FF2B5EF4-FFF2-40B4-BE49-F238E27FC236}">
                    <a16:creationId xmlns:a16="http://schemas.microsoft.com/office/drawing/2014/main" id="{A7B49565-6A33-429B-89BF-472F1AD2B41B}"/>
                  </a:ext>
                </a:extLst>
              </p:cNvPr>
              <p:cNvSpPr txBox="1"/>
              <p:nvPr/>
            </p:nvSpPr>
            <p:spPr>
              <a:xfrm>
                <a:off x="2688519" y="2874565"/>
                <a:ext cx="663012" cy="319332"/>
              </a:xfrm>
              <a:prstGeom prst="rect">
                <a:avLst/>
              </a:prstGeom>
              <a:noFill/>
            </p:spPr>
            <p:txBody>
              <a:bodyPr wrap="square" lIns="91440" tIns="45720" rIns="91440" bIns="45720" anchor="ctr">
                <a:noAutofit/>
              </a:bodyPr>
              <a:lstStyle/>
              <a:p>
                <a:pPr algn="ctr"/>
                <a:r>
                  <a:rPr lang="en-US" altLang="zh-CN" sz="2400" b="1" dirty="0">
                    <a:latin typeface="Arial Narrow" panose="020B0606020202030204" pitchFamily="34" charset="0"/>
                  </a:rPr>
                  <a:t>H</a:t>
                </a:r>
                <a:endParaRPr lang="zh-CN" altLang="en-US" sz="2400" b="1" dirty="0">
                  <a:latin typeface="Arial Narrow" panose="020B0606020202030204" pitchFamily="34" charset="0"/>
                </a:endParaRPr>
              </a:p>
            </p:txBody>
          </p:sp>
          <p:sp>
            <p:nvSpPr>
              <p:cNvPr id="129" name="íşlïḍè">
                <a:extLst>
                  <a:ext uri="{FF2B5EF4-FFF2-40B4-BE49-F238E27FC236}">
                    <a16:creationId xmlns:a16="http://schemas.microsoft.com/office/drawing/2014/main" id="{53D9C1C6-E932-4632-9981-8BA6F9550873}"/>
                  </a:ext>
                </a:extLst>
              </p:cNvPr>
              <p:cNvSpPr txBox="1"/>
              <p:nvPr/>
            </p:nvSpPr>
            <p:spPr>
              <a:xfrm>
                <a:off x="3366417" y="2862526"/>
                <a:ext cx="663012" cy="319332"/>
              </a:xfrm>
              <a:prstGeom prst="rect">
                <a:avLst/>
              </a:prstGeom>
              <a:noFill/>
            </p:spPr>
            <p:txBody>
              <a:bodyPr wrap="square" lIns="91440" tIns="45720" rIns="91440" bIns="45720" anchor="ctr">
                <a:noAutofit/>
              </a:bodyPr>
              <a:lstStyle/>
              <a:p>
                <a:pPr algn="ctr"/>
                <a:r>
                  <a:rPr lang="en-US" altLang="zh-CN" sz="2400" b="1" dirty="0">
                    <a:latin typeface="Arial Narrow" panose="020B0606020202030204" pitchFamily="34" charset="0"/>
                  </a:rPr>
                  <a:t>6</a:t>
                </a:r>
                <a:endParaRPr lang="zh-CN" altLang="en-US" sz="2400" b="1" dirty="0">
                  <a:latin typeface="Arial Narrow" panose="020B0606020202030204" pitchFamily="34" charset="0"/>
                </a:endParaRPr>
              </a:p>
            </p:txBody>
          </p:sp>
        </p:grpSp>
        <p:grpSp>
          <p:nvGrpSpPr>
            <p:cNvPr id="139" name="组合 138">
              <a:extLst>
                <a:ext uri="{FF2B5EF4-FFF2-40B4-BE49-F238E27FC236}">
                  <a16:creationId xmlns:a16="http://schemas.microsoft.com/office/drawing/2014/main" id="{5A05BB6F-1544-4B0D-A813-3F29CD4DDDBC}"/>
                </a:ext>
              </a:extLst>
            </p:cNvPr>
            <p:cNvGrpSpPr/>
            <p:nvPr/>
          </p:nvGrpSpPr>
          <p:grpSpPr>
            <a:xfrm>
              <a:off x="9059351" y="3260350"/>
              <a:ext cx="1340910" cy="331371"/>
              <a:chOff x="9051908" y="2876851"/>
              <a:chExt cx="1340910" cy="331371"/>
            </a:xfrm>
          </p:grpSpPr>
          <p:sp>
            <p:nvSpPr>
              <p:cNvPr id="140" name="íşlïḍè">
                <a:extLst>
                  <a:ext uri="{FF2B5EF4-FFF2-40B4-BE49-F238E27FC236}">
                    <a16:creationId xmlns:a16="http://schemas.microsoft.com/office/drawing/2014/main" id="{823EC602-9987-4ED1-B202-21745DD6B3E6}"/>
                  </a:ext>
                </a:extLst>
              </p:cNvPr>
              <p:cNvSpPr txBox="1"/>
              <p:nvPr/>
            </p:nvSpPr>
            <p:spPr>
              <a:xfrm>
                <a:off x="9051908" y="2888890"/>
                <a:ext cx="663012" cy="319332"/>
              </a:xfrm>
              <a:prstGeom prst="rect">
                <a:avLst/>
              </a:prstGeom>
              <a:noFill/>
            </p:spPr>
            <p:txBody>
              <a:bodyPr wrap="square" lIns="91440" tIns="45720" rIns="91440" bIns="45720" anchor="ctr">
                <a:noAutofit/>
              </a:bodyPr>
              <a:lstStyle/>
              <a:p>
                <a:pPr algn="ctr"/>
                <a:r>
                  <a:rPr lang="en-US" altLang="zh-CN" sz="2400" b="1" dirty="0">
                    <a:latin typeface="Arial Narrow" panose="020B0606020202030204" pitchFamily="34" charset="0"/>
                  </a:rPr>
                  <a:t>H</a:t>
                </a:r>
                <a:endParaRPr lang="zh-CN" altLang="en-US" sz="2400" b="1" dirty="0">
                  <a:latin typeface="Arial Narrow" panose="020B0606020202030204" pitchFamily="34" charset="0"/>
                </a:endParaRPr>
              </a:p>
            </p:txBody>
          </p:sp>
          <p:sp>
            <p:nvSpPr>
              <p:cNvPr id="141" name="íşlïḍè">
                <a:extLst>
                  <a:ext uri="{FF2B5EF4-FFF2-40B4-BE49-F238E27FC236}">
                    <a16:creationId xmlns:a16="http://schemas.microsoft.com/office/drawing/2014/main" id="{C8D2B78B-8011-4533-BE5F-13C4F9C8303C}"/>
                  </a:ext>
                </a:extLst>
              </p:cNvPr>
              <p:cNvSpPr txBox="1"/>
              <p:nvPr/>
            </p:nvSpPr>
            <p:spPr>
              <a:xfrm>
                <a:off x="9729806" y="2876851"/>
                <a:ext cx="663012" cy="319332"/>
              </a:xfrm>
              <a:prstGeom prst="rect">
                <a:avLst/>
              </a:prstGeom>
              <a:noFill/>
            </p:spPr>
            <p:txBody>
              <a:bodyPr wrap="square" lIns="91440" tIns="45720" rIns="91440" bIns="45720" anchor="ctr">
                <a:noAutofit/>
              </a:bodyPr>
              <a:lstStyle/>
              <a:p>
                <a:pPr algn="ctr"/>
                <a:r>
                  <a:rPr lang="en-US" altLang="zh-CN" sz="2400" b="1" dirty="0">
                    <a:latin typeface="Arial Narrow" panose="020B0606020202030204" pitchFamily="34" charset="0"/>
                  </a:rPr>
                  <a:t>4</a:t>
                </a:r>
                <a:endParaRPr lang="zh-CN" altLang="en-US" sz="2400" b="1" dirty="0">
                  <a:latin typeface="Arial Narrow" panose="020B0606020202030204" pitchFamily="34" charset="0"/>
                </a:endParaRPr>
              </a:p>
            </p:txBody>
          </p:sp>
        </p:grpSp>
        <p:grpSp>
          <p:nvGrpSpPr>
            <p:cNvPr id="142" name="组合 141">
              <a:extLst>
                <a:ext uri="{FF2B5EF4-FFF2-40B4-BE49-F238E27FC236}">
                  <a16:creationId xmlns:a16="http://schemas.microsoft.com/office/drawing/2014/main" id="{28D9C608-43D2-44FE-90D3-7D6ED7750A7D}"/>
                </a:ext>
              </a:extLst>
            </p:cNvPr>
            <p:cNvGrpSpPr/>
            <p:nvPr/>
          </p:nvGrpSpPr>
          <p:grpSpPr>
            <a:xfrm>
              <a:off x="2683398" y="3661771"/>
              <a:ext cx="1340910" cy="331371"/>
              <a:chOff x="2688519" y="2862526"/>
              <a:chExt cx="1340910" cy="331371"/>
            </a:xfrm>
          </p:grpSpPr>
          <p:sp>
            <p:nvSpPr>
              <p:cNvPr id="143" name="íşlïḍè">
                <a:extLst>
                  <a:ext uri="{FF2B5EF4-FFF2-40B4-BE49-F238E27FC236}">
                    <a16:creationId xmlns:a16="http://schemas.microsoft.com/office/drawing/2014/main" id="{09F16A72-AE26-4DF2-8104-EF1C2B5DE65F}"/>
                  </a:ext>
                </a:extLst>
              </p:cNvPr>
              <p:cNvSpPr txBox="1"/>
              <p:nvPr/>
            </p:nvSpPr>
            <p:spPr>
              <a:xfrm>
                <a:off x="2688519" y="2874565"/>
                <a:ext cx="663012" cy="319332"/>
              </a:xfrm>
              <a:prstGeom prst="rect">
                <a:avLst/>
              </a:prstGeom>
              <a:noFill/>
            </p:spPr>
            <p:txBody>
              <a:bodyPr wrap="square" lIns="91440" tIns="45720" rIns="91440" bIns="45720" anchor="ctr">
                <a:noAutofit/>
              </a:bodyPr>
              <a:lstStyle/>
              <a:p>
                <a:pPr algn="ctr"/>
                <a:r>
                  <a:rPr lang="en-US" altLang="zh-CN" sz="2400" b="1" dirty="0">
                    <a:latin typeface="Arial Narrow" panose="020B0606020202030204" pitchFamily="34" charset="0"/>
                  </a:rPr>
                  <a:t>E</a:t>
                </a:r>
                <a:endParaRPr lang="zh-CN" altLang="en-US" sz="2400" b="1" dirty="0">
                  <a:latin typeface="Arial Narrow" panose="020B0606020202030204" pitchFamily="34" charset="0"/>
                </a:endParaRPr>
              </a:p>
            </p:txBody>
          </p:sp>
          <p:sp>
            <p:nvSpPr>
              <p:cNvPr id="144" name="íşlïḍè">
                <a:extLst>
                  <a:ext uri="{FF2B5EF4-FFF2-40B4-BE49-F238E27FC236}">
                    <a16:creationId xmlns:a16="http://schemas.microsoft.com/office/drawing/2014/main" id="{4F3B8229-406E-4390-A4AD-0F0B772C180C}"/>
                  </a:ext>
                </a:extLst>
              </p:cNvPr>
              <p:cNvSpPr txBox="1"/>
              <p:nvPr/>
            </p:nvSpPr>
            <p:spPr>
              <a:xfrm>
                <a:off x="3366417" y="2862526"/>
                <a:ext cx="663012" cy="319332"/>
              </a:xfrm>
              <a:prstGeom prst="rect">
                <a:avLst/>
              </a:prstGeom>
              <a:noFill/>
            </p:spPr>
            <p:txBody>
              <a:bodyPr wrap="square" lIns="91440" tIns="45720" rIns="91440" bIns="45720" anchor="ctr">
                <a:noAutofit/>
              </a:bodyPr>
              <a:lstStyle/>
              <a:p>
                <a:pPr algn="ctr"/>
                <a:r>
                  <a:rPr lang="en-US" altLang="zh-CN" sz="2400" b="1" dirty="0">
                    <a:latin typeface="Arial Narrow" panose="020B0606020202030204" pitchFamily="34" charset="0"/>
                  </a:rPr>
                  <a:t>2</a:t>
                </a:r>
                <a:endParaRPr lang="zh-CN" altLang="en-US" sz="2400" b="1" dirty="0">
                  <a:latin typeface="Arial Narrow" panose="020B0606020202030204" pitchFamily="34" charset="0"/>
                </a:endParaRPr>
              </a:p>
            </p:txBody>
          </p:sp>
        </p:grpSp>
        <p:grpSp>
          <p:nvGrpSpPr>
            <p:cNvPr id="151" name="组合 150">
              <a:extLst>
                <a:ext uri="{FF2B5EF4-FFF2-40B4-BE49-F238E27FC236}">
                  <a16:creationId xmlns:a16="http://schemas.microsoft.com/office/drawing/2014/main" id="{FCAF8F92-994A-486D-9B73-B5FE5DA3C148}"/>
                </a:ext>
              </a:extLst>
            </p:cNvPr>
            <p:cNvGrpSpPr/>
            <p:nvPr/>
          </p:nvGrpSpPr>
          <p:grpSpPr>
            <a:xfrm>
              <a:off x="9059351" y="3661771"/>
              <a:ext cx="1340910" cy="331371"/>
              <a:chOff x="2688519" y="2862526"/>
              <a:chExt cx="1340910" cy="331371"/>
            </a:xfrm>
          </p:grpSpPr>
          <p:sp>
            <p:nvSpPr>
              <p:cNvPr id="152" name="íşlïḍè">
                <a:extLst>
                  <a:ext uri="{FF2B5EF4-FFF2-40B4-BE49-F238E27FC236}">
                    <a16:creationId xmlns:a16="http://schemas.microsoft.com/office/drawing/2014/main" id="{3E042C55-2384-488B-9753-600535636D33}"/>
                  </a:ext>
                </a:extLst>
              </p:cNvPr>
              <p:cNvSpPr txBox="1"/>
              <p:nvPr/>
            </p:nvSpPr>
            <p:spPr>
              <a:xfrm>
                <a:off x="2688519" y="2874565"/>
                <a:ext cx="663012" cy="319332"/>
              </a:xfrm>
              <a:prstGeom prst="rect">
                <a:avLst/>
              </a:prstGeom>
              <a:noFill/>
            </p:spPr>
            <p:txBody>
              <a:bodyPr wrap="square" lIns="91440" tIns="45720" rIns="91440" bIns="45720" anchor="ctr">
                <a:noAutofit/>
              </a:bodyPr>
              <a:lstStyle/>
              <a:p>
                <a:pPr algn="ctr"/>
                <a:r>
                  <a:rPr lang="en-US" altLang="zh-CN" sz="2400" b="1" dirty="0">
                    <a:latin typeface="Arial Narrow" panose="020B0606020202030204" pitchFamily="34" charset="0"/>
                  </a:rPr>
                  <a:t>E</a:t>
                </a:r>
                <a:endParaRPr lang="zh-CN" altLang="en-US" sz="2400" b="1" dirty="0">
                  <a:latin typeface="Arial Narrow" panose="020B0606020202030204" pitchFamily="34" charset="0"/>
                </a:endParaRPr>
              </a:p>
            </p:txBody>
          </p:sp>
          <p:sp>
            <p:nvSpPr>
              <p:cNvPr id="153" name="íşlïḍè">
                <a:extLst>
                  <a:ext uri="{FF2B5EF4-FFF2-40B4-BE49-F238E27FC236}">
                    <a16:creationId xmlns:a16="http://schemas.microsoft.com/office/drawing/2014/main" id="{DE9D833D-DB6C-416D-88BC-51D5779F3E69}"/>
                  </a:ext>
                </a:extLst>
              </p:cNvPr>
              <p:cNvSpPr txBox="1"/>
              <p:nvPr/>
            </p:nvSpPr>
            <p:spPr>
              <a:xfrm>
                <a:off x="3366417" y="2862526"/>
                <a:ext cx="663012" cy="319332"/>
              </a:xfrm>
              <a:prstGeom prst="rect">
                <a:avLst/>
              </a:prstGeom>
              <a:noFill/>
            </p:spPr>
            <p:txBody>
              <a:bodyPr wrap="square" lIns="91440" tIns="45720" rIns="91440" bIns="45720" anchor="ctr">
                <a:noAutofit/>
              </a:bodyPr>
              <a:lstStyle/>
              <a:p>
                <a:pPr algn="ctr"/>
                <a:r>
                  <a:rPr lang="en-US" altLang="zh-CN" sz="2400" b="1" dirty="0">
                    <a:latin typeface="Arial Narrow" panose="020B0606020202030204" pitchFamily="34" charset="0"/>
                  </a:rPr>
                  <a:t>3</a:t>
                </a:r>
                <a:endParaRPr lang="zh-CN" altLang="en-US" sz="2400" b="1" dirty="0">
                  <a:latin typeface="Arial Narrow" panose="020B0606020202030204" pitchFamily="34" charset="0"/>
                </a:endParaRPr>
              </a:p>
            </p:txBody>
          </p:sp>
        </p:grpSp>
        <p:grpSp>
          <p:nvGrpSpPr>
            <p:cNvPr id="154" name="组合 153">
              <a:extLst>
                <a:ext uri="{FF2B5EF4-FFF2-40B4-BE49-F238E27FC236}">
                  <a16:creationId xmlns:a16="http://schemas.microsoft.com/office/drawing/2014/main" id="{73EF359C-6638-4635-B3FD-B9516D4B287A}"/>
                </a:ext>
              </a:extLst>
            </p:cNvPr>
            <p:cNvGrpSpPr/>
            <p:nvPr/>
          </p:nvGrpSpPr>
          <p:grpSpPr>
            <a:xfrm>
              <a:off x="2675955" y="4057172"/>
              <a:ext cx="1340910" cy="331371"/>
              <a:chOff x="2688519" y="2862526"/>
              <a:chExt cx="1340910" cy="331371"/>
            </a:xfrm>
          </p:grpSpPr>
          <p:sp>
            <p:nvSpPr>
              <p:cNvPr id="155" name="íşlïḍè">
                <a:extLst>
                  <a:ext uri="{FF2B5EF4-FFF2-40B4-BE49-F238E27FC236}">
                    <a16:creationId xmlns:a16="http://schemas.microsoft.com/office/drawing/2014/main" id="{A5F8BE7D-9F54-4E0A-B65A-E964DE148BB3}"/>
                  </a:ext>
                </a:extLst>
              </p:cNvPr>
              <p:cNvSpPr txBox="1"/>
              <p:nvPr/>
            </p:nvSpPr>
            <p:spPr>
              <a:xfrm>
                <a:off x="2688519" y="2874565"/>
                <a:ext cx="663012" cy="319332"/>
              </a:xfrm>
              <a:prstGeom prst="rect">
                <a:avLst/>
              </a:prstGeom>
              <a:noFill/>
            </p:spPr>
            <p:txBody>
              <a:bodyPr wrap="square" lIns="91440" tIns="45720" rIns="91440" bIns="45720" anchor="ctr">
                <a:noAutofit/>
              </a:bodyPr>
              <a:lstStyle/>
              <a:p>
                <a:pPr algn="ctr"/>
                <a:r>
                  <a:rPr lang="en-US" altLang="zh-CN" sz="2400" b="1" dirty="0">
                    <a:latin typeface="Arial Narrow" panose="020B0606020202030204" pitchFamily="34" charset="0"/>
                  </a:rPr>
                  <a:t>X</a:t>
                </a:r>
                <a:endParaRPr lang="zh-CN" altLang="en-US" sz="2400" b="1" dirty="0">
                  <a:latin typeface="Arial Narrow" panose="020B0606020202030204" pitchFamily="34" charset="0"/>
                </a:endParaRPr>
              </a:p>
            </p:txBody>
          </p:sp>
          <p:sp>
            <p:nvSpPr>
              <p:cNvPr id="156" name="íşlïḍè">
                <a:extLst>
                  <a:ext uri="{FF2B5EF4-FFF2-40B4-BE49-F238E27FC236}">
                    <a16:creationId xmlns:a16="http://schemas.microsoft.com/office/drawing/2014/main" id="{CAA7D0BB-AB3B-4C97-A8AD-1F869263254A}"/>
                  </a:ext>
                </a:extLst>
              </p:cNvPr>
              <p:cNvSpPr txBox="1"/>
              <p:nvPr/>
            </p:nvSpPr>
            <p:spPr>
              <a:xfrm>
                <a:off x="3366417" y="2862526"/>
                <a:ext cx="663012" cy="319332"/>
              </a:xfrm>
              <a:prstGeom prst="rect">
                <a:avLst/>
              </a:prstGeom>
              <a:noFill/>
            </p:spPr>
            <p:txBody>
              <a:bodyPr wrap="square" lIns="91440" tIns="45720" rIns="91440" bIns="45720" anchor="ctr">
                <a:noAutofit/>
              </a:bodyPr>
              <a:lstStyle/>
              <a:p>
                <a:pPr algn="ctr"/>
                <a:r>
                  <a:rPr lang="en-US" altLang="zh-CN" sz="2400" b="1" dirty="0">
                    <a:latin typeface="Arial Narrow" panose="020B0606020202030204" pitchFamily="34" charset="0"/>
                  </a:rPr>
                  <a:t>2</a:t>
                </a:r>
                <a:endParaRPr lang="zh-CN" altLang="en-US" sz="2400" b="1" dirty="0">
                  <a:latin typeface="Arial Narrow" panose="020B0606020202030204" pitchFamily="34" charset="0"/>
                </a:endParaRPr>
              </a:p>
            </p:txBody>
          </p:sp>
        </p:grpSp>
      </p:grpSp>
      <p:grpSp>
        <p:nvGrpSpPr>
          <p:cNvPr id="13" name="组合 12">
            <a:extLst>
              <a:ext uri="{FF2B5EF4-FFF2-40B4-BE49-F238E27FC236}">
                <a16:creationId xmlns:a16="http://schemas.microsoft.com/office/drawing/2014/main" id="{A5867DC7-8B9C-4ABF-986F-F82E3E5803A2}"/>
              </a:ext>
            </a:extLst>
          </p:cNvPr>
          <p:cNvGrpSpPr/>
          <p:nvPr/>
        </p:nvGrpSpPr>
        <p:grpSpPr>
          <a:xfrm>
            <a:off x="2476769" y="5380605"/>
            <a:ext cx="8603575" cy="1019883"/>
            <a:chOff x="2476769" y="5380605"/>
            <a:chExt cx="8603575" cy="1019883"/>
          </a:xfrm>
        </p:grpSpPr>
        <p:grpSp>
          <p:nvGrpSpPr>
            <p:cNvPr id="130" name="组合 129">
              <a:extLst>
                <a:ext uri="{FF2B5EF4-FFF2-40B4-BE49-F238E27FC236}">
                  <a16:creationId xmlns:a16="http://schemas.microsoft.com/office/drawing/2014/main" id="{3D0B9681-9E2C-4C18-9203-4C61A10F01C9}"/>
                </a:ext>
              </a:extLst>
            </p:cNvPr>
            <p:cNvGrpSpPr/>
            <p:nvPr/>
          </p:nvGrpSpPr>
          <p:grpSpPr>
            <a:xfrm>
              <a:off x="2476769" y="5400339"/>
              <a:ext cx="2220221" cy="329247"/>
              <a:chOff x="2483350" y="5045201"/>
              <a:chExt cx="2220221" cy="329247"/>
            </a:xfrm>
          </p:grpSpPr>
          <p:sp>
            <p:nvSpPr>
              <p:cNvPr id="131" name="íşlïḍè">
                <a:extLst>
                  <a:ext uri="{FF2B5EF4-FFF2-40B4-BE49-F238E27FC236}">
                    <a16:creationId xmlns:a16="http://schemas.microsoft.com/office/drawing/2014/main" id="{E8A02393-70CC-448F-92AA-F023E6661DDB}"/>
                  </a:ext>
                </a:extLst>
              </p:cNvPr>
              <p:cNvSpPr txBox="1"/>
              <p:nvPr/>
            </p:nvSpPr>
            <p:spPr>
              <a:xfrm>
                <a:off x="2483350" y="5055116"/>
                <a:ext cx="707185" cy="319332"/>
              </a:xfrm>
              <a:prstGeom prst="rect">
                <a:avLst/>
              </a:prstGeom>
              <a:noFill/>
            </p:spPr>
            <p:txBody>
              <a:bodyPr wrap="square" lIns="91440" tIns="45720" rIns="91440" bIns="45720" anchor="ctr">
                <a:noAutofit/>
              </a:bodyPr>
              <a:lstStyle/>
              <a:p>
                <a:pPr algn="ctr"/>
                <a:r>
                  <a:rPr lang="zh-CN" altLang="en-US" b="1" dirty="0">
                    <a:latin typeface="Arial Narrow" panose="020B0606020202030204" pitchFamily="34" charset="0"/>
                  </a:rPr>
                  <a:t>登记</a:t>
                </a:r>
              </a:p>
            </p:txBody>
          </p:sp>
          <p:sp>
            <p:nvSpPr>
              <p:cNvPr id="132" name="íşlïḍè">
                <a:extLst>
                  <a:ext uri="{FF2B5EF4-FFF2-40B4-BE49-F238E27FC236}">
                    <a16:creationId xmlns:a16="http://schemas.microsoft.com/office/drawing/2014/main" id="{38515C53-E0D4-4D34-AAD7-C26A03E221C3}"/>
                  </a:ext>
                </a:extLst>
              </p:cNvPr>
              <p:cNvSpPr txBox="1"/>
              <p:nvPr/>
            </p:nvSpPr>
            <p:spPr>
              <a:xfrm>
                <a:off x="3190535" y="5045201"/>
                <a:ext cx="1513036" cy="319332"/>
              </a:xfrm>
              <a:prstGeom prst="rect">
                <a:avLst/>
              </a:prstGeom>
              <a:noFill/>
            </p:spPr>
            <p:txBody>
              <a:bodyPr wrap="square" lIns="91440" tIns="45720" rIns="91440" bIns="45720" anchor="ctr">
                <a:noAutofit/>
              </a:bodyPr>
              <a:lstStyle/>
              <a:p>
                <a:pPr algn="ctr"/>
                <a:r>
                  <a:rPr lang="zh-CN" altLang="en-US" b="1" dirty="0">
                    <a:latin typeface="Arial Narrow" panose="020B0606020202030204" pitchFamily="34" charset="0"/>
                  </a:rPr>
                  <a:t>转发（明确）</a:t>
                </a:r>
              </a:p>
            </p:txBody>
          </p:sp>
        </p:grpSp>
        <p:grpSp>
          <p:nvGrpSpPr>
            <p:cNvPr id="136" name="组合 135">
              <a:extLst>
                <a:ext uri="{FF2B5EF4-FFF2-40B4-BE49-F238E27FC236}">
                  <a16:creationId xmlns:a16="http://schemas.microsoft.com/office/drawing/2014/main" id="{7015D92C-4662-4643-94A1-AE5D29DFDE58}"/>
                </a:ext>
              </a:extLst>
            </p:cNvPr>
            <p:cNvGrpSpPr/>
            <p:nvPr/>
          </p:nvGrpSpPr>
          <p:grpSpPr>
            <a:xfrm>
              <a:off x="8852351" y="5694868"/>
              <a:ext cx="2220221" cy="329247"/>
              <a:chOff x="8852351" y="5045201"/>
              <a:chExt cx="2220221" cy="329247"/>
            </a:xfrm>
          </p:grpSpPr>
          <p:sp>
            <p:nvSpPr>
              <p:cNvPr id="137" name="íşlïḍè">
                <a:extLst>
                  <a:ext uri="{FF2B5EF4-FFF2-40B4-BE49-F238E27FC236}">
                    <a16:creationId xmlns:a16="http://schemas.microsoft.com/office/drawing/2014/main" id="{E2B2555C-232F-45A1-A9D5-B1924184B80B}"/>
                  </a:ext>
                </a:extLst>
              </p:cNvPr>
              <p:cNvSpPr txBox="1"/>
              <p:nvPr/>
            </p:nvSpPr>
            <p:spPr>
              <a:xfrm>
                <a:off x="8852351" y="5055116"/>
                <a:ext cx="707185" cy="319332"/>
              </a:xfrm>
              <a:prstGeom prst="rect">
                <a:avLst/>
              </a:prstGeom>
              <a:noFill/>
            </p:spPr>
            <p:txBody>
              <a:bodyPr wrap="square" lIns="91440" tIns="45720" rIns="91440" bIns="45720" anchor="ctr">
                <a:noAutofit/>
              </a:bodyPr>
              <a:lstStyle/>
              <a:p>
                <a:pPr algn="ctr"/>
                <a:r>
                  <a:rPr lang="zh-CN" altLang="en-US" b="1" dirty="0">
                    <a:latin typeface="Arial Narrow" panose="020B0606020202030204" pitchFamily="34" charset="0"/>
                  </a:rPr>
                  <a:t>登记</a:t>
                </a:r>
              </a:p>
            </p:txBody>
          </p:sp>
          <p:sp>
            <p:nvSpPr>
              <p:cNvPr id="138" name="íşlïḍè">
                <a:extLst>
                  <a:ext uri="{FF2B5EF4-FFF2-40B4-BE49-F238E27FC236}">
                    <a16:creationId xmlns:a16="http://schemas.microsoft.com/office/drawing/2014/main" id="{EC527528-2550-4EED-A5CD-0FA8728F2B20}"/>
                  </a:ext>
                </a:extLst>
              </p:cNvPr>
              <p:cNvSpPr txBox="1"/>
              <p:nvPr/>
            </p:nvSpPr>
            <p:spPr>
              <a:xfrm>
                <a:off x="9559536" y="5045201"/>
                <a:ext cx="1513036" cy="319332"/>
              </a:xfrm>
              <a:prstGeom prst="rect">
                <a:avLst/>
              </a:prstGeom>
              <a:noFill/>
            </p:spPr>
            <p:txBody>
              <a:bodyPr wrap="square" lIns="91440" tIns="45720" rIns="91440" bIns="45720" anchor="ctr">
                <a:noAutofit/>
              </a:bodyPr>
              <a:lstStyle/>
              <a:p>
                <a:pPr algn="ctr"/>
                <a:r>
                  <a:rPr lang="zh-CN" altLang="en-US" b="1" dirty="0">
                    <a:latin typeface="Arial Narrow" panose="020B0606020202030204" pitchFamily="34" charset="0"/>
                  </a:rPr>
                  <a:t>转发（盲目）</a:t>
                </a:r>
              </a:p>
            </p:txBody>
          </p:sp>
        </p:grpSp>
        <p:grpSp>
          <p:nvGrpSpPr>
            <p:cNvPr id="145" name="组合 144">
              <a:extLst>
                <a:ext uri="{FF2B5EF4-FFF2-40B4-BE49-F238E27FC236}">
                  <a16:creationId xmlns:a16="http://schemas.microsoft.com/office/drawing/2014/main" id="{A72BC527-2589-4470-AF58-9E7903B36F35}"/>
                </a:ext>
              </a:extLst>
            </p:cNvPr>
            <p:cNvGrpSpPr/>
            <p:nvPr/>
          </p:nvGrpSpPr>
          <p:grpSpPr>
            <a:xfrm>
              <a:off x="2476769" y="5755376"/>
              <a:ext cx="2220221" cy="329247"/>
              <a:chOff x="2483350" y="5045201"/>
              <a:chExt cx="2220221" cy="329247"/>
            </a:xfrm>
          </p:grpSpPr>
          <p:sp>
            <p:nvSpPr>
              <p:cNvPr id="146" name="íşlïḍè">
                <a:extLst>
                  <a:ext uri="{FF2B5EF4-FFF2-40B4-BE49-F238E27FC236}">
                    <a16:creationId xmlns:a16="http://schemas.microsoft.com/office/drawing/2014/main" id="{C6BE8690-3D56-420C-8FDF-9644A24ADA45}"/>
                  </a:ext>
                </a:extLst>
              </p:cNvPr>
              <p:cNvSpPr txBox="1"/>
              <p:nvPr/>
            </p:nvSpPr>
            <p:spPr>
              <a:xfrm>
                <a:off x="2483350" y="5055116"/>
                <a:ext cx="707185" cy="319332"/>
              </a:xfrm>
              <a:prstGeom prst="rect">
                <a:avLst/>
              </a:prstGeom>
              <a:noFill/>
            </p:spPr>
            <p:txBody>
              <a:bodyPr wrap="square" lIns="91440" tIns="45720" rIns="91440" bIns="45720" anchor="ctr">
                <a:noAutofit/>
              </a:bodyPr>
              <a:lstStyle/>
              <a:p>
                <a:pPr algn="ctr"/>
                <a:r>
                  <a:rPr lang="zh-CN" altLang="en-US" b="1" dirty="0">
                    <a:latin typeface="Arial Narrow" panose="020B0606020202030204" pitchFamily="34" charset="0"/>
                  </a:rPr>
                  <a:t>登记</a:t>
                </a:r>
              </a:p>
            </p:txBody>
          </p:sp>
          <p:sp>
            <p:nvSpPr>
              <p:cNvPr id="147" name="íşlïḍè">
                <a:extLst>
                  <a:ext uri="{FF2B5EF4-FFF2-40B4-BE49-F238E27FC236}">
                    <a16:creationId xmlns:a16="http://schemas.microsoft.com/office/drawing/2014/main" id="{F2DE8126-8924-4DF2-8878-571B047D50BB}"/>
                  </a:ext>
                </a:extLst>
              </p:cNvPr>
              <p:cNvSpPr txBox="1"/>
              <p:nvPr/>
            </p:nvSpPr>
            <p:spPr>
              <a:xfrm>
                <a:off x="3190535" y="5045201"/>
                <a:ext cx="1513036" cy="319332"/>
              </a:xfrm>
              <a:prstGeom prst="rect">
                <a:avLst/>
              </a:prstGeom>
              <a:noFill/>
            </p:spPr>
            <p:txBody>
              <a:bodyPr wrap="square" lIns="91440" tIns="45720" rIns="91440" bIns="45720" anchor="ctr">
                <a:noAutofit/>
              </a:bodyPr>
              <a:lstStyle/>
              <a:p>
                <a:pPr algn="ctr"/>
                <a:r>
                  <a:rPr lang="zh-CN" altLang="en-US" b="1" dirty="0">
                    <a:latin typeface="Arial Narrow" panose="020B0606020202030204" pitchFamily="34" charset="0"/>
                  </a:rPr>
                  <a:t>转发（盲目）</a:t>
                </a:r>
              </a:p>
            </p:txBody>
          </p:sp>
        </p:grpSp>
        <p:grpSp>
          <p:nvGrpSpPr>
            <p:cNvPr id="148" name="组合 147">
              <a:extLst>
                <a:ext uri="{FF2B5EF4-FFF2-40B4-BE49-F238E27FC236}">
                  <a16:creationId xmlns:a16="http://schemas.microsoft.com/office/drawing/2014/main" id="{7F9A124B-09D7-48A9-BA35-374489B3472C}"/>
                </a:ext>
              </a:extLst>
            </p:cNvPr>
            <p:cNvGrpSpPr/>
            <p:nvPr/>
          </p:nvGrpSpPr>
          <p:grpSpPr>
            <a:xfrm>
              <a:off x="8860123" y="5380605"/>
              <a:ext cx="2220221" cy="329247"/>
              <a:chOff x="8852351" y="5045201"/>
              <a:chExt cx="2220221" cy="329247"/>
            </a:xfrm>
          </p:grpSpPr>
          <p:sp>
            <p:nvSpPr>
              <p:cNvPr id="149" name="íşlïḍè">
                <a:extLst>
                  <a:ext uri="{FF2B5EF4-FFF2-40B4-BE49-F238E27FC236}">
                    <a16:creationId xmlns:a16="http://schemas.microsoft.com/office/drawing/2014/main" id="{FE8C5029-60A6-49BC-B335-97776271D2DC}"/>
                  </a:ext>
                </a:extLst>
              </p:cNvPr>
              <p:cNvSpPr txBox="1"/>
              <p:nvPr/>
            </p:nvSpPr>
            <p:spPr>
              <a:xfrm>
                <a:off x="8852351" y="5055116"/>
                <a:ext cx="707185" cy="319332"/>
              </a:xfrm>
              <a:prstGeom prst="rect">
                <a:avLst/>
              </a:prstGeom>
              <a:noFill/>
            </p:spPr>
            <p:txBody>
              <a:bodyPr wrap="square" lIns="91440" tIns="45720" rIns="91440" bIns="45720" anchor="ctr">
                <a:noAutofit/>
              </a:bodyPr>
              <a:lstStyle/>
              <a:p>
                <a:pPr algn="ctr"/>
                <a:r>
                  <a:rPr lang="zh-CN" altLang="en-US" b="1" dirty="0">
                    <a:latin typeface="Arial Narrow" panose="020B0606020202030204" pitchFamily="34" charset="0"/>
                  </a:rPr>
                  <a:t>登记</a:t>
                </a:r>
              </a:p>
            </p:txBody>
          </p:sp>
          <p:sp>
            <p:nvSpPr>
              <p:cNvPr id="150" name="íşlïḍè">
                <a:extLst>
                  <a:ext uri="{FF2B5EF4-FFF2-40B4-BE49-F238E27FC236}">
                    <a16:creationId xmlns:a16="http://schemas.microsoft.com/office/drawing/2014/main" id="{4935C9AA-D691-48DF-BDFA-263B1B67D41D}"/>
                  </a:ext>
                </a:extLst>
              </p:cNvPr>
              <p:cNvSpPr txBox="1"/>
              <p:nvPr/>
            </p:nvSpPr>
            <p:spPr>
              <a:xfrm>
                <a:off x="9559536" y="5045201"/>
                <a:ext cx="1513036" cy="319332"/>
              </a:xfrm>
              <a:prstGeom prst="rect">
                <a:avLst/>
              </a:prstGeom>
              <a:noFill/>
            </p:spPr>
            <p:txBody>
              <a:bodyPr wrap="square" lIns="91440" tIns="45720" rIns="91440" bIns="45720" anchor="ctr">
                <a:noAutofit/>
              </a:bodyPr>
              <a:lstStyle/>
              <a:p>
                <a:pPr algn="ctr"/>
                <a:r>
                  <a:rPr lang="zh-CN" altLang="en-US" b="1" dirty="0">
                    <a:latin typeface="Arial Narrow" panose="020B0606020202030204" pitchFamily="34" charset="0"/>
                  </a:rPr>
                  <a:t>转发（明确）</a:t>
                </a:r>
              </a:p>
            </p:txBody>
          </p:sp>
        </p:grpSp>
        <p:grpSp>
          <p:nvGrpSpPr>
            <p:cNvPr id="157" name="组合 156">
              <a:extLst>
                <a:ext uri="{FF2B5EF4-FFF2-40B4-BE49-F238E27FC236}">
                  <a16:creationId xmlns:a16="http://schemas.microsoft.com/office/drawing/2014/main" id="{0D7480E7-FE7A-4529-9AC1-3A97E8304778}"/>
                </a:ext>
              </a:extLst>
            </p:cNvPr>
            <p:cNvGrpSpPr/>
            <p:nvPr/>
          </p:nvGrpSpPr>
          <p:grpSpPr>
            <a:xfrm>
              <a:off x="2476769" y="6071241"/>
              <a:ext cx="2220221" cy="329247"/>
              <a:chOff x="2483350" y="5045201"/>
              <a:chExt cx="2220221" cy="329247"/>
            </a:xfrm>
          </p:grpSpPr>
          <p:sp>
            <p:nvSpPr>
              <p:cNvPr id="158" name="íşlïḍè">
                <a:extLst>
                  <a:ext uri="{FF2B5EF4-FFF2-40B4-BE49-F238E27FC236}">
                    <a16:creationId xmlns:a16="http://schemas.microsoft.com/office/drawing/2014/main" id="{17F03C12-A396-4F18-BF54-14F97D23C3F6}"/>
                  </a:ext>
                </a:extLst>
              </p:cNvPr>
              <p:cNvSpPr txBox="1"/>
              <p:nvPr/>
            </p:nvSpPr>
            <p:spPr>
              <a:xfrm>
                <a:off x="2483350" y="5055116"/>
                <a:ext cx="707185" cy="319332"/>
              </a:xfrm>
              <a:prstGeom prst="rect">
                <a:avLst/>
              </a:prstGeom>
              <a:noFill/>
            </p:spPr>
            <p:txBody>
              <a:bodyPr wrap="square" lIns="91440" tIns="45720" rIns="91440" bIns="45720" anchor="ctr">
                <a:noAutofit/>
              </a:bodyPr>
              <a:lstStyle/>
              <a:p>
                <a:pPr algn="ctr"/>
                <a:r>
                  <a:rPr lang="zh-CN" altLang="en-US" b="1" dirty="0">
                    <a:latin typeface="Arial Narrow" panose="020B0606020202030204" pitchFamily="34" charset="0"/>
                  </a:rPr>
                  <a:t>登记</a:t>
                </a:r>
              </a:p>
            </p:txBody>
          </p:sp>
          <p:sp>
            <p:nvSpPr>
              <p:cNvPr id="159" name="íşlïḍè">
                <a:extLst>
                  <a:ext uri="{FF2B5EF4-FFF2-40B4-BE49-F238E27FC236}">
                    <a16:creationId xmlns:a16="http://schemas.microsoft.com/office/drawing/2014/main" id="{7372089E-ACC2-46AE-8A8A-DD02252DED8C}"/>
                  </a:ext>
                </a:extLst>
              </p:cNvPr>
              <p:cNvSpPr txBox="1"/>
              <p:nvPr/>
            </p:nvSpPr>
            <p:spPr>
              <a:xfrm>
                <a:off x="3190535" y="5045201"/>
                <a:ext cx="1513036" cy="319332"/>
              </a:xfrm>
              <a:prstGeom prst="rect">
                <a:avLst/>
              </a:prstGeom>
              <a:noFill/>
            </p:spPr>
            <p:txBody>
              <a:bodyPr wrap="square" lIns="91440" tIns="45720" rIns="91440" bIns="45720" anchor="ctr">
                <a:noAutofit/>
              </a:bodyPr>
              <a:lstStyle/>
              <a:p>
                <a:r>
                  <a:rPr lang="zh-CN" altLang="en-US" b="1" dirty="0">
                    <a:latin typeface="Arial Narrow" panose="020B0606020202030204" pitchFamily="34" charset="0"/>
                  </a:rPr>
                  <a:t>丢弃</a:t>
                </a:r>
              </a:p>
            </p:txBody>
          </p:sp>
        </p:grpSp>
        <p:sp>
          <p:nvSpPr>
            <p:cNvPr id="161" name="íşlïḍè">
              <a:extLst>
                <a:ext uri="{FF2B5EF4-FFF2-40B4-BE49-F238E27FC236}">
                  <a16:creationId xmlns:a16="http://schemas.microsoft.com/office/drawing/2014/main" id="{A7B3A0A9-6BB8-4E21-8814-490CF518239D}"/>
                </a:ext>
              </a:extLst>
            </p:cNvPr>
            <p:cNvSpPr txBox="1"/>
            <p:nvPr/>
          </p:nvSpPr>
          <p:spPr>
            <a:xfrm>
              <a:off x="8852351" y="6031015"/>
              <a:ext cx="936334" cy="319332"/>
            </a:xfrm>
            <a:prstGeom prst="rect">
              <a:avLst/>
            </a:prstGeom>
            <a:noFill/>
          </p:spPr>
          <p:txBody>
            <a:bodyPr wrap="square" lIns="91440" tIns="45720" rIns="91440" bIns="45720" anchor="ctr">
              <a:noAutofit/>
            </a:bodyPr>
            <a:lstStyle/>
            <a:p>
              <a:pPr algn="ctr"/>
              <a:r>
                <a:rPr lang="zh-CN" altLang="en-US" b="1" dirty="0">
                  <a:latin typeface="Arial Narrow" panose="020B0606020202030204" pitchFamily="34" charset="0"/>
                </a:rPr>
                <a:t>收不到</a:t>
              </a:r>
            </a:p>
          </p:txBody>
        </p:sp>
      </p:grpSp>
      <p:sp>
        <p:nvSpPr>
          <p:cNvPr id="133" name="平行四边形 132">
            <a:extLst>
              <a:ext uri="{FF2B5EF4-FFF2-40B4-BE49-F238E27FC236}">
                <a16:creationId xmlns:a16="http://schemas.microsoft.com/office/drawing/2014/main" id="{94DD5867-3FA0-224D-4727-AECE31AC5CF6}"/>
              </a:ext>
            </a:extLst>
          </p:cNvPr>
          <p:cNvSpPr/>
          <p:nvPr/>
        </p:nvSpPr>
        <p:spPr>
          <a:xfrm>
            <a:off x="304800" y="749300"/>
            <a:ext cx="675384" cy="387090"/>
          </a:xfrm>
          <a:prstGeom prst="parallelogram">
            <a:avLst/>
          </a:prstGeom>
          <a:solidFill>
            <a:schemeClr val="accent3">
              <a:lumMod val="75000"/>
            </a:schemeClr>
          </a:solidFill>
          <a:ln>
            <a:solidFill>
              <a:schemeClr val="accent3">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CN" sz="2200" dirty="0">
                <a:latin typeface="Impact" panose="020B0806030902050204" pitchFamily="34" charset="0"/>
              </a:rPr>
              <a:t>02</a:t>
            </a:r>
            <a:endParaRPr lang="zh-CN" altLang="en-US" sz="2200" dirty="0">
              <a:latin typeface="Impact" panose="020B0806030902050204" pitchFamily="34" charset="0"/>
            </a:endParaRPr>
          </a:p>
        </p:txBody>
      </p:sp>
    </p:spTree>
    <p:custDataLst>
      <p:tags r:id="rId1"/>
    </p:custDataLst>
    <p:extLst>
      <p:ext uri="{BB962C8B-B14F-4D97-AF65-F5344CB8AC3E}">
        <p14:creationId xmlns:p14="http://schemas.microsoft.com/office/powerpoint/2010/main" val="3129625713"/>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30" presetClass="entr" presetSubtype="0" fill="hold" nodeType="withEffect">
                                  <p:stCondLst>
                                    <p:cond delay="0"/>
                                  </p:stCondLst>
                                  <p:childTnLst>
                                    <p:set>
                                      <p:cBhvr>
                                        <p:cTn id="6" dur="1" fill="hold">
                                          <p:stCondLst>
                                            <p:cond delay="0"/>
                                          </p:stCondLst>
                                        </p:cTn>
                                        <p:tgtEl>
                                          <p:spTgt spid="8"/>
                                        </p:tgtEl>
                                        <p:attrNameLst>
                                          <p:attrName>style.visibility</p:attrName>
                                        </p:attrNameLst>
                                      </p:cBhvr>
                                      <p:to>
                                        <p:strVal val="visible"/>
                                      </p:to>
                                    </p:set>
                                    <p:animEffect transition="in" filter="fade">
                                      <p:cBhvr>
                                        <p:cTn id="7" dur="800" decel="100000"/>
                                        <p:tgtEl>
                                          <p:spTgt spid="8"/>
                                        </p:tgtEl>
                                      </p:cBhvr>
                                    </p:animEffect>
                                    <p:anim calcmode="lin" valueType="num">
                                      <p:cBhvr>
                                        <p:cTn id="8" dur="800" decel="100000" fill="hold"/>
                                        <p:tgtEl>
                                          <p:spTgt spid="8"/>
                                        </p:tgtEl>
                                        <p:attrNameLst>
                                          <p:attrName>style.rotation</p:attrName>
                                        </p:attrNameLst>
                                      </p:cBhvr>
                                      <p:tavLst>
                                        <p:tav tm="0">
                                          <p:val>
                                            <p:fltVal val="-90"/>
                                          </p:val>
                                        </p:tav>
                                        <p:tav tm="100000">
                                          <p:val>
                                            <p:fltVal val="0"/>
                                          </p:val>
                                        </p:tav>
                                      </p:tavLst>
                                    </p:anim>
                                    <p:anim calcmode="lin" valueType="num">
                                      <p:cBhvr>
                                        <p:cTn id="9" dur="800" decel="100000" fill="hold"/>
                                        <p:tgtEl>
                                          <p:spTgt spid="8"/>
                                        </p:tgtEl>
                                        <p:attrNameLst>
                                          <p:attrName>ppt_x</p:attrName>
                                        </p:attrNameLst>
                                      </p:cBhvr>
                                      <p:tavLst>
                                        <p:tav tm="0">
                                          <p:val>
                                            <p:strVal val="#ppt_x+0.4"/>
                                          </p:val>
                                        </p:tav>
                                        <p:tav tm="100000">
                                          <p:val>
                                            <p:strVal val="#ppt_x-0.05"/>
                                          </p:val>
                                        </p:tav>
                                      </p:tavLst>
                                    </p:anim>
                                    <p:anim calcmode="lin" valueType="num">
                                      <p:cBhvr>
                                        <p:cTn id="10" dur="800" decel="100000" fill="hold"/>
                                        <p:tgtEl>
                                          <p:spTgt spid="8"/>
                                        </p:tgtEl>
                                        <p:attrNameLst>
                                          <p:attrName>ppt_y</p:attrName>
                                        </p:attrNameLst>
                                      </p:cBhvr>
                                      <p:tavLst>
                                        <p:tav tm="0">
                                          <p:val>
                                            <p:strVal val="#ppt_y-0.4"/>
                                          </p:val>
                                        </p:tav>
                                        <p:tav tm="100000">
                                          <p:val>
                                            <p:strVal val="#ppt_y+0.1"/>
                                          </p:val>
                                        </p:tav>
                                      </p:tavLst>
                                    </p:anim>
                                    <p:anim calcmode="lin" valueType="num">
                                      <p:cBhvr>
                                        <p:cTn id="11" dur="200" accel="100000" fill="hold">
                                          <p:stCondLst>
                                            <p:cond delay="800"/>
                                          </p:stCondLst>
                                        </p:cTn>
                                        <p:tgtEl>
                                          <p:spTgt spid="8"/>
                                        </p:tgtEl>
                                        <p:attrNameLst>
                                          <p:attrName>ppt_x</p:attrName>
                                        </p:attrNameLst>
                                      </p:cBhvr>
                                      <p:tavLst>
                                        <p:tav tm="0">
                                          <p:val>
                                            <p:strVal val="#ppt_x-0.05"/>
                                          </p:val>
                                        </p:tav>
                                        <p:tav tm="100000">
                                          <p:val>
                                            <p:strVal val="#ppt_x"/>
                                          </p:val>
                                        </p:tav>
                                      </p:tavLst>
                                    </p:anim>
                                    <p:anim calcmode="lin" valueType="num">
                                      <p:cBhvr>
                                        <p:cTn id="12" dur="200" accel="100000" fill="hold">
                                          <p:stCondLst>
                                            <p:cond delay="800"/>
                                          </p:stCondLst>
                                        </p:cTn>
                                        <p:tgtEl>
                                          <p:spTgt spid="8"/>
                                        </p:tgtEl>
                                        <p:attrNameLst>
                                          <p:attrName>ppt_y</p:attrName>
                                        </p:attrNameLst>
                                      </p:cBhvr>
                                      <p:tavLst>
                                        <p:tav tm="0">
                                          <p:val>
                                            <p:strVal val="#ppt_y+0.1"/>
                                          </p:val>
                                        </p:tav>
                                        <p:tav tm="100000">
                                          <p:val>
                                            <p:strVal val="#ppt_y"/>
                                          </p:val>
                                        </p:tav>
                                      </p:tavLst>
                                    </p:anim>
                                  </p:childTnLst>
                                </p:cTn>
                              </p:par>
                              <p:par>
                                <p:cTn id="13" presetID="30" presetClass="entr" presetSubtype="0" fill="hold" nodeType="withEffect">
                                  <p:stCondLst>
                                    <p:cond delay="0"/>
                                  </p:stCondLst>
                                  <p:childTnLst>
                                    <p:set>
                                      <p:cBhvr>
                                        <p:cTn id="14" dur="1" fill="hold">
                                          <p:stCondLst>
                                            <p:cond delay="0"/>
                                          </p:stCondLst>
                                        </p:cTn>
                                        <p:tgtEl>
                                          <p:spTgt spid="13"/>
                                        </p:tgtEl>
                                        <p:attrNameLst>
                                          <p:attrName>style.visibility</p:attrName>
                                        </p:attrNameLst>
                                      </p:cBhvr>
                                      <p:to>
                                        <p:strVal val="visible"/>
                                      </p:to>
                                    </p:set>
                                    <p:animEffect transition="in" filter="fade">
                                      <p:cBhvr>
                                        <p:cTn id="15" dur="800" decel="100000"/>
                                        <p:tgtEl>
                                          <p:spTgt spid="13"/>
                                        </p:tgtEl>
                                      </p:cBhvr>
                                    </p:animEffect>
                                    <p:anim calcmode="lin" valueType="num">
                                      <p:cBhvr>
                                        <p:cTn id="16" dur="800" decel="100000" fill="hold"/>
                                        <p:tgtEl>
                                          <p:spTgt spid="13"/>
                                        </p:tgtEl>
                                        <p:attrNameLst>
                                          <p:attrName>style.rotation</p:attrName>
                                        </p:attrNameLst>
                                      </p:cBhvr>
                                      <p:tavLst>
                                        <p:tav tm="0">
                                          <p:val>
                                            <p:fltVal val="-90"/>
                                          </p:val>
                                        </p:tav>
                                        <p:tav tm="100000">
                                          <p:val>
                                            <p:fltVal val="0"/>
                                          </p:val>
                                        </p:tav>
                                      </p:tavLst>
                                    </p:anim>
                                    <p:anim calcmode="lin" valueType="num">
                                      <p:cBhvr>
                                        <p:cTn id="17" dur="800" decel="100000" fill="hold"/>
                                        <p:tgtEl>
                                          <p:spTgt spid="13"/>
                                        </p:tgtEl>
                                        <p:attrNameLst>
                                          <p:attrName>ppt_x</p:attrName>
                                        </p:attrNameLst>
                                      </p:cBhvr>
                                      <p:tavLst>
                                        <p:tav tm="0">
                                          <p:val>
                                            <p:strVal val="#ppt_x+0.4"/>
                                          </p:val>
                                        </p:tav>
                                        <p:tav tm="100000">
                                          <p:val>
                                            <p:strVal val="#ppt_x-0.05"/>
                                          </p:val>
                                        </p:tav>
                                      </p:tavLst>
                                    </p:anim>
                                    <p:anim calcmode="lin" valueType="num">
                                      <p:cBhvr>
                                        <p:cTn id="18" dur="800" decel="100000" fill="hold"/>
                                        <p:tgtEl>
                                          <p:spTgt spid="13"/>
                                        </p:tgtEl>
                                        <p:attrNameLst>
                                          <p:attrName>ppt_y</p:attrName>
                                        </p:attrNameLst>
                                      </p:cBhvr>
                                      <p:tavLst>
                                        <p:tav tm="0">
                                          <p:val>
                                            <p:strVal val="#ppt_y-0.4"/>
                                          </p:val>
                                        </p:tav>
                                        <p:tav tm="100000">
                                          <p:val>
                                            <p:strVal val="#ppt_y+0.1"/>
                                          </p:val>
                                        </p:tav>
                                      </p:tavLst>
                                    </p:anim>
                                    <p:anim calcmode="lin" valueType="num">
                                      <p:cBhvr>
                                        <p:cTn id="19" dur="200" accel="100000" fill="hold">
                                          <p:stCondLst>
                                            <p:cond delay="800"/>
                                          </p:stCondLst>
                                        </p:cTn>
                                        <p:tgtEl>
                                          <p:spTgt spid="13"/>
                                        </p:tgtEl>
                                        <p:attrNameLst>
                                          <p:attrName>ppt_x</p:attrName>
                                        </p:attrNameLst>
                                      </p:cBhvr>
                                      <p:tavLst>
                                        <p:tav tm="0">
                                          <p:val>
                                            <p:strVal val="#ppt_x-0.05"/>
                                          </p:val>
                                        </p:tav>
                                        <p:tav tm="100000">
                                          <p:val>
                                            <p:strVal val="#ppt_x"/>
                                          </p:val>
                                        </p:tav>
                                      </p:tavLst>
                                    </p:anim>
                                    <p:anim calcmode="lin" valueType="num">
                                      <p:cBhvr>
                                        <p:cTn id="20" dur="200" accel="100000" fill="hold">
                                          <p:stCondLst>
                                            <p:cond delay="800"/>
                                          </p:stCondLst>
                                        </p:cTn>
                                        <p:tgtEl>
                                          <p:spTgt spid="13"/>
                                        </p:tgtEl>
                                        <p:attrNameLst>
                                          <p:attrName>ppt_y</p:attrName>
                                        </p:attrNameLst>
                                      </p:cBhvr>
                                      <p:tavLst>
                                        <p:tav tm="0">
                                          <p:val>
                                            <p:strVal val="#ppt_y+0.1"/>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42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4" name="组合 3">
            <a:extLst>
              <a:ext uri="{FF2B5EF4-FFF2-40B4-BE49-F238E27FC236}">
                <a16:creationId xmlns:a16="http://schemas.microsoft.com/office/drawing/2014/main" id="{9A1EA9F2-FCB6-48C3-935F-7AE7E3AD14AC}"/>
              </a:ext>
            </a:extLst>
          </p:cNvPr>
          <p:cNvGrpSpPr/>
          <p:nvPr/>
        </p:nvGrpSpPr>
        <p:grpSpPr>
          <a:xfrm>
            <a:off x="304800" y="749300"/>
            <a:ext cx="6192344" cy="400110"/>
            <a:chOff x="424117" y="898245"/>
            <a:chExt cx="6192344" cy="400110"/>
          </a:xfrm>
        </p:grpSpPr>
        <p:sp>
          <p:nvSpPr>
            <p:cNvPr id="2" name="平行四边形 1">
              <a:extLst>
                <a:ext uri="{FF2B5EF4-FFF2-40B4-BE49-F238E27FC236}">
                  <a16:creationId xmlns:a16="http://schemas.microsoft.com/office/drawing/2014/main" id="{1F5BAA3F-9845-4F89-A2DD-8222D3E4EDAC}"/>
                </a:ext>
              </a:extLst>
            </p:cNvPr>
            <p:cNvSpPr/>
            <p:nvPr/>
          </p:nvSpPr>
          <p:spPr>
            <a:xfrm>
              <a:off x="424117" y="898245"/>
              <a:ext cx="628306" cy="387090"/>
            </a:xfrm>
            <a:prstGeom prst="parallelogram">
              <a:avLst/>
            </a:prstGeom>
            <a:solidFill>
              <a:schemeClr val="accent3">
                <a:lumMod val="75000"/>
              </a:schemeClr>
            </a:solidFill>
            <a:ln>
              <a:solidFill>
                <a:schemeClr val="accent3">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CN" sz="2200" dirty="0">
                  <a:latin typeface="Impact" panose="020B0806030902050204" pitchFamily="34" charset="0"/>
                </a:rPr>
                <a:t>01</a:t>
              </a:r>
              <a:endParaRPr lang="zh-CN" altLang="en-US" sz="2200" dirty="0">
                <a:latin typeface="Impact" panose="020B0806030902050204" pitchFamily="34" charset="0"/>
              </a:endParaRPr>
            </a:p>
          </p:txBody>
        </p:sp>
        <p:sp>
          <p:nvSpPr>
            <p:cNvPr id="3" name="文本框 2">
              <a:extLst>
                <a:ext uri="{FF2B5EF4-FFF2-40B4-BE49-F238E27FC236}">
                  <a16:creationId xmlns:a16="http://schemas.microsoft.com/office/drawing/2014/main" id="{4D6BD736-A4D3-4F26-AFED-36E11F50F70B}"/>
                </a:ext>
              </a:extLst>
            </p:cNvPr>
            <p:cNvSpPr txBox="1"/>
            <p:nvPr/>
          </p:nvSpPr>
          <p:spPr>
            <a:xfrm>
              <a:off x="1052423" y="898245"/>
              <a:ext cx="5564038" cy="400110"/>
            </a:xfrm>
            <a:prstGeom prst="rect">
              <a:avLst/>
            </a:prstGeom>
            <a:noFill/>
          </p:spPr>
          <p:txBody>
            <a:bodyPr wrap="square" rtlCol="0">
              <a:spAutoFit/>
            </a:bodyPr>
            <a:lstStyle/>
            <a:p>
              <a:r>
                <a:rPr lang="zh-CN" altLang="en-US" sz="2000" b="1" dirty="0">
                  <a:solidFill>
                    <a:schemeClr val="tx1"/>
                  </a:solidFill>
                  <a:latin typeface="Arial Narrow" panose="020B0606020202030204" pitchFamily="34" charset="0"/>
                </a:rPr>
                <a:t>以太网交换机</a:t>
              </a:r>
              <a:endParaRPr lang="en-US" altLang="zh-CN" sz="2000" b="1" dirty="0">
                <a:solidFill>
                  <a:schemeClr val="tx1"/>
                </a:solidFill>
                <a:latin typeface="Arial Narrow" panose="020B0606020202030204" pitchFamily="34" charset="0"/>
              </a:endParaRPr>
            </a:p>
          </p:txBody>
        </p:sp>
      </p:grpSp>
      <p:grpSp>
        <p:nvGrpSpPr>
          <p:cNvPr id="25" name="组合 24">
            <a:extLst>
              <a:ext uri="{FF2B5EF4-FFF2-40B4-BE49-F238E27FC236}">
                <a16:creationId xmlns:a16="http://schemas.microsoft.com/office/drawing/2014/main" id="{959130FE-8BEC-495F-940F-53F7650029E3}"/>
              </a:ext>
            </a:extLst>
          </p:cNvPr>
          <p:cNvGrpSpPr/>
          <p:nvPr/>
        </p:nvGrpSpPr>
        <p:grpSpPr>
          <a:xfrm>
            <a:off x="185301" y="1250252"/>
            <a:ext cx="11701899" cy="4140408"/>
            <a:chOff x="185301" y="1250252"/>
            <a:chExt cx="11701899" cy="4140408"/>
          </a:xfrm>
        </p:grpSpPr>
        <p:cxnSp>
          <p:nvCxnSpPr>
            <p:cNvPr id="20" name="直接连接符 19">
              <a:extLst>
                <a:ext uri="{FF2B5EF4-FFF2-40B4-BE49-F238E27FC236}">
                  <a16:creationId xmlns:a16="http://schemas.microsoft.com/office/drawing/2014/main" id="{1D08DEA6-8B8C-4A9C-808B-4D83CA7588E6}"/>
                </a:ext>
              </a:extLst>
            </p:cNvPr>
            <p:cNvCxnSpPr/>
            <p:nvPr/>
          </p:nvCxnSpPr>
          <p:spPr>
            <a:xfrm>
              <a:off x="1224323" y="3659267"/>
              <a:ext cx="4249657" cy="0"/>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cxnSp>
          <p:nvCxnSpPr>
            <p:cNvPr id="22" name="直接连接符 21">
              <a:extLst>
                <a:ext uri="{FF2B5EF4-FFF2-40B4-BE49-F238E27FC236}">
                  <a16:creationId xmlns:a16="http://schemas.microsoft.com/office/drawing/2014/main" id="{42812BCB-597E-4460-B8C5-3A61B95297F0}"/>
                </a:ext>
              </a:extLst>
            </p:cNvPr>
            <p:cNvCxnSpPr/>
            <p:nvPr/>
          </p:nvCxnSpPr>
          <p:spPr>
            <a:xfrm>
              <a:off x="3098435" y="3659267"/>
              <a:ext cx="0" cy="1383809"/>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sp>
          <p:nvSpPr>
            <p:cNvPr id="102" name="íşlïḍè">
              <a:extLst>
                <a:ext uri="{FF2B5EF4-FFF2-40B4-BE49-F238E27FC236}">
                  <a16:creationId xmlns:a16="http://schemas.microsoft.com/office/drawing/2014/main" id="{0D95E7E5-F506-4649-9080-9456A3744336}"/>
                </a:ext>
              </a:extLst>
            </p:cNvPr>
            <p:cNvSpPr txBox="1"/>
            <p:nvPr/>
          </p:nvSpPr>
          <p:spPr>
            <a:xfrm>
              <a:off x="788101" y="1250252"/>
              <a:ext cx="11099099" cy="867998"/>
            </a:xfrm>
            <a:prstGeom prst="rect">
              <a:avLst/>
            </a:prstGeom>
            <a:noFill/>
          </p:spPr>
          <p:txBody>
            <a:bodyPr wrap="square" lIns="91440" tIns="45720" rIns="91440" bIns="45720" anchor="ctr">
              <a:noAutofit/>
            </a:bodyPr>
            <a:lstStyle/>
            <a:p>
              <a:r>
                <a:rPr lang="en-US" altLang="zh-CN" b="1" dirty="0">
                  <a:latin typeface="Arial Narrow" panose="020B0606020202030204" pitchFamily="34" charset="0"/>
                </a:rPr>
                <a:t>【2014</a:t>
              </a:r>
              <a:r>
                <a:rPr lang="zh-CN" altLang="en-US" b="1" dirty="0">
                  <a:latin typeface="Arial Narrow" panose="020B0606020202030204" pitchFamily="34" charset="0"/>
                </a:rPr>
                <a:t>年 题</a:t>
              </a:r>
              <a:r>
                <a:rPr lang="en-US" altLang="zh-CN" b="1" dirty="0">
                  <a:latin typeface="Arial Narrow" panose="020B0606020202030204" pitchFamily="34" charset="0"/>
                </a:rPr>
                <a:t>34】</a:t>
              </a:r>
              <a:r>
                <a:rPr lang="zh-CN" altLang="en-US" b="1" dirty="0">
                  <a:latin typeface="Arial Narrow" panose="020B0606020202030204" pitchFamily="34" charset="0"/>
                </a:rPr>
                <a:t>某以太网拓扑及交换机当前转发表如下图所示，主机</a:t>
              </a:r>
              <a:r>
                <a:rPr lang="en-US" altLang="zh-CN" b="1" dirty="0">
                  <a:latin typeface="Arial Narrow" panose="020B0606020202030204" pitchFamily="34" charset="0"/>
                </a:rPr>
                <a:t>00-e1-d5-00-23-a1</a:t>
              </a:r>
              <a:r>
                <a:rPr lang="zh-CN" altLang="en-US" b="1" dirty="0">
                  <a:latin typeface="Arial Narrow" panose="020B0606020202030204" pitchFamily="34" charset="0"/>
                </a:rPr>
                <a:t>向主机</a:t>
              </a:r>
              <a:r>
                <a:rPr lang="en-US" altLang="zh-CN" b="1" dirty="0">
                  <a:latin typeface="Arial Narrow" panose="020B0606020202030204" pitchFamily="34" charset="0"/>
                </a:rPr>
                <a:t>00-e1-d5-00-23-c1</a:t>
              </a:r>
            </a:p>
            <a:p>
              <a:r>
                <a:rPr lang="en-US" altLang="zh-CN" b="1" dirty="0">
                  <a:latin typeface="Arial Narrow" panose="020B0606020202030204" pitchFamily="34" charset="0"/>
                </a:rPr>
                <a:t>                              </a:t>
              </a:r>
              <a:r>
                <a:rPr lang="zh-CN" altLang="en-US" b="1" dirty="0">
                  <a:latin typeface="Arial Narrow" panose="020B0606020202030204" pitchFamily="34" charset="0"/>
                </a:rPr>
                <a:t>发送</a:t>
              </a:r>
              <a:r>
                <a:rPr lang="en-US" altLang="zh-CN" b="1" dirty="0">
                  <a:latin typeface="Arial Narrow" panose="020B0606020202030204" pitchFamily="34" charset="0"/>
                </a:rPr>
                <a:t>1</a:t>
              </a:r>
              <a:r>
                <a:rPr lang="zh-CN" altLang="en-US" b="1" dirty="0">
                  <a:latin typeface="Arial Narrow" panose="020B0606020202030204" pitchFamily="34" charset="0"/>
                </a:rPr>
                <a:t>个数据帧，主机</a:t>
              </a:r>
              <a:r>
                <a:rPr lang="en-US" altLang="zh-CN" b="1" dirty="0">
                  <a:latin typeface="Arial Narrow" panose="020B0606020202030204" pitchFamily="34" charset="0"/>
                </a:rPr>
                <a:t>00-e1-d5-00-23-c1</a:t>
              </a:r>
              <a:r>
                <a:rPr lang="zh-CN" altLang="en-US" b="1" dirty="0">
                  <a:latin typeface="Arial Narrow" panose="020B0606020202030204" pitchFamily="34" charset="0"/>
                </a:rPr>
                <a:t>收到该帧后，向主机</a:t>
              </a:r>
              <a:r>
                <a:rPr lang="en-US" altLang="zh-CN" b="1" dirty="0">
                  <a:latin typeface="Arial Narrow" panose="020B0606020202030204" pitchFamily="34" charset="0"/>
                </a:rPr>
                <a:t>00-e1-d5-00-23-a1</a:t>
              </a:r>
              <a:r>
                <a:rPr lang="zh-CN" altLang="en-US" b="1" dirty="0">
                  <a:latin typeface="Arial Narrow" panose="020B0606020202030204" pitchFamily="34" charset="0"/>
                </a:rPr>
                <a:t>发送</a:t>
              </a:r>
              <a:r>
                <a:rPr lang="en-US" altLang="zh-CN" b="1" dirty="0">
                  <a:latin typeface="Arial Narrow" panose="020B0606020202030204" pitchFamily="34" charset="0"/>
                </a:rPr>
                <a:t>1</a:t>
              </a:r>
              <a:r>
                <a:rPr lang="zh-CN" altLang="en-US" b="1" dirty="0">
                  <a:latin typeface="Arial Narrow" panose="020B0606020202030204" pitchFamily="34" charset="0"/>
                </a:rPr>
                <a:t>个确认帧，交</a:t>
              </a:r>
              <a:endParaRPr lang="en-US" altLang="zh-CN" b="1" dirty="0">
                <a:latin typeface="Arial Narrow" panose="020B0606020202030204" pitchFamily="34" charset="0"/>
              </a:endParaRPr>
            </a:p>
            <a:p>
              <a:r>
                <a:rPr lang="en-US" altLang="zh-CN" b="1" dirty="0">
                  <a:latin typeface="Arial Narrow" panose="020B0606020202030204" pitchFamily="34" charset="0"/>
                </a:rPr>
                <a:t>                              </a:t>
              </a:r>
              <a:r>
                <a:rPr lang="zh-CN" altLang="en-US" b="1" dirty="0">
                  <a:latin typeface="Arial Narrow" panose="020B0606020202030204" pitchFamily="34" charset="0"/>
                </a:rPr>
                <a:t>换机对这两个帧的转发端口分别是（      ）。</a:t>
              </a:r>
            </a:p>
          </p:txBody>
        </p:sp>
        <p:sp>
          <p:nvSpPr>
            <p:cNvPr id="133" name="íşlïḍè">
              <a:extLst>
                <a:ext uri="{FF2B5EF4-FFF2-40B4-BE49-F238E27FC236}">
                  <a16:creationId xmlns:a16="http://schemas.microsoft.com/office/drawing/2014/main" id="{77FBDFF3-30D6-4ECB-81F5-2CCD9CC310AE}"/>
                </a:ext>
              </a:extLst>
            </p:cNvPr>
            <p:cNvSpPr txBox="1"/>
            <p:nvPr/>
          </p:nvSpPr>
          <p:spPr>
            <a:xfrm>
              <a:off x="2394332" y="2219092"/>
              <a:ext cx="1190906" cy="419569"/>
            </a:xfrm>
            <a:prstGeom prst="rect">
              <a:avLst/>
            </a:prstGeom>
            <a:noFill/>
          </p:spPr>
          <p:txBody>
            <a:bodyPr wrap="square" lIns="91440" tIns="45720" rIns="91440" bIns="45720" anchor="ctr">
              <a:noAutofit/>
            </a:bodyPr>
            <a:lstStyle/>
            <a:p>
              <a:r>
                <a:rPr lang="en-US" altLang="zh-CN" b="1" dirty="0">
                  <a:latin typeface="Arial Narrow" panose="020B0606020202030204" pitchFamily="34" charset="0"/>
                </a:rPr>
                <a:t>A. {3}</a:t>
              </a:r>
              <a:r>
                <a:rPr lang="zh-CN" altLang="en-US" b="1" dirty="0">
                  <a:latin typeface="Arial Narrow" panose="020B0606020202030204" pitchFamily="34" charset="0"/>
                </a:rPr>
                <a:t>和</a:t>
              </a:r>
              <a:r>
                <a:rPr lang="en-US" altLang="zh-CN" b="1" dirty="0">
                  <a:latin typeface="Arial Narrow" panose="020B0606020202030204" pitchFamily="34" charset="0"/>
                </a:rPr>
                <a:t>{1}</a:t>
              </a:r>
              <a:endParaRPr lang="zh-CN" altLang="en-US" b="1" dirty="0">
                <a:latin typeface="Arial Narrow" panose="020B0606020202030204" pitchFamily="34" charset="0"/>
              </a:endParaRPr>
            </a:p>
          </p:txBody>
        </p:sp>
        <p:sp>
          <p:nvSpPr>
            <p:cNvPr id="134" name="íşlïḍè">
              <a:extLst>
                <a:ext uri="{FF2B5EF4-FFF2-40B4-BE49-F238E27FC236}">
                  <a16:creationId xmlns:a16="http://schemas.microsoft.com/office/drawing/2014/main" id="{A4085E74-358D-47C9-A08A-4CA847FD5A5A}"/>
                </a:ext>
              </a:extLst>
            </p:cNvPr>
            <p:cNvSpPr txBox="1"/>
            <p:nvPr/>
          </p:nvSpPr>
          <p:spPr>
            <a:xfrm>
              <a:off x="4434078" y="2219092"/>
              <a:ext cx="1531887" cy="419569"/>
            </a:xfrm>
            <a:prstGeom prst="rect">
              <a:avLst/>
            </a:prstGeom>
            <a:noFill/>
          </p:spPr>
          <p:txBody>
            <a:bodyPr wrap="square" lIns="91440" tIns="45720" rIns="91440" bIns="45720" anchor="ctr">
              <a:noAutofit/>
            </a:bodyPr>
            <a:lstStyle/>
            <a:p>
              <a:r>
                <a:rPr lang="en-US" altLang="zh-CN" b="1" dirty="0">
                  <a:latin typeface="Arial Narrow" panose="020B0606020202030204" pitchFamily="34" charset="0"/>
                </a:rPr>
                <a:t>B. {2</a:t>
              </a:r>
              <a:r>
                <a:rPr lang="zh-CN" altLang="en-US" b="1" dirty="0">
                  <a:latin typeface="Arial Narrow" panose="020B0606020202030204" pitchFamily="34" charset="0"/>
                </a:rPr>
                <a:t>，</a:t>
              </a:r>
              <a:r>
                <a:rPr lang="en-US" altLang="zh-CN" b="1" dirty="0">
                  <a:latin typeface="Arial Narrow" panose="020B0606020202030204" pitchFamily="34" charset="0"/>
                </a:rPr>
                <a:t>3}</a:t>
              </a:r>
              <a:r>
                <a:rPr lang="zh-CN" altLang="en-US" b="1" dirty="0">
                  <a:latin typeface="Arial Narrow" panose="020B0606020202030204" pitchFamily="34" charset="0"/>
                </a:rPr>
                <a:t>和</a:t>
              </a:r>
              <a:r>
                <a:rPr lang="en-US" altLang="zh-CN" b="1" dirty="0">
                  <a:latin typeface="Arial Narrow" panose="020B0606020202030204" pitchFamily="34" charset="0"/>
                </a:rPr>
                <a:t>{1}</a:t>
              </a:r>
              <a:endParaRPr lang="zh-CN" altLang="en-US" b="1" dirty="0">
                <a:latin typeface="Arial Narrow" panose="020B0606020202030204" pitchFamily="34" charset="0"/>
              </a:endParaRPr>
            </a:p>
          </p:txBody>
        </p:sp>
        <p:sp>
          <p:nvSpPr>
            <p:cNvPr id="135" name="íşlïḍè">
              <a:extLst>
                <a:ext uri="{FF2B5EF4-FFF2-40B4-BE49-F238E27FC236}">
                  <a16:creationId xmlns:a16="http://schemas.microsoft.com/office/drawing/2014/main" id="{060B6289-C751-4650-BC65-2FB8CB2D0044}"/>
                </a:ext>
              </a:extLst>
            </p:cNvPr>
            <p:cNvSpPr txBox="1"/>
            <p:nvPr/>
          </p:nvSpPr>
          <p:spPr>
            <a:xfrm>
              <a:off x="6814805" y="2219092"/>
              <a:ext cx="1813008" cy="419569"/>
            </a:xfrm>
            <a:prstGeom prst="rect">
              <a:avLst/>
            </a:prstGeom>
            <a:noFill/>
          </p:spPr>
          <p:txBody>
            <a:bodyPr wrap="square" lIns="91440" tIns="45720" rIns="91440" bIns="45720" anchor="ctr">
              <a:noAutofit/>
            </a:bodyPr>
            <a:lstStyle/>
            <a:p>
              <a:r>
                <a:rPr lang="en-US" altLang="zh-CN" b="1" dirty="0">
                  <a:latin typeface="Arial Narrow" panose="020B0606020202030204" pitchFamily="34" charset="0"/>
                </a:rPr>
                <a:t>C. {2</a:t>
              </a:r>
              <a:r>
                <a:rPr lang="zh-CN" altLang="en-US" b="1" dirty="0">
                  <a:latin typeface="Arial Narrow" panose="020B0606020202030204" pitchFamily="34" charset="0"/>
                </a:rPr>
                <a:t>，</a:t>
              </a:r>
              <a:r>
                <a:rPr lang="en-US" altLang="zh-CN" b="1" dirty="0">
                  <a:latin typeface="Arial Narrow" panose="020B0606020202030204" pitchFamily="34" charset="0"/>
                </a:rPr>
                <a:t>3}</a:t>
              </a:r>
              <a:r>
                <a:rPr lang="zh-CN" altLang="en-US" b="1" dirty="0">
                  <a:latin typeface="Arial Narrow" panose="020B0606020202030204" pitchFamily="34" charset="0"/>
                </a:rPr>
                <a:t>和</a:t>
              </a:r>
              <a:r>
                <a:rPr lang="en-US" altLang="zh-CN" b="1" dirty="0">
                  <a:latin typeface="Arial Narrow" panose="020B0606020202030204" pitchFamily="34" charset="0"/>
                </a:rPr>
                <a:t>{1</a:t>
              </a:r>
              <a:r>
                <a:rPr lang="zh-CN" altLang="en-US" b="1" dirty="0">
                  <a:latin typeface="Arial Narrow" panose="020B0606020202030204" pitchFamily="34" charset="0"/>
                </a:rPr>
                <a:t>，</a:t>
              </a:r>
              <a:r>
                <a:rPr lang="en-US" altLang="zh-CN" b="1" dirty="0">
                  <a:latin typeface="Arial Narrow" panose="020B0606020202030204" pitchFamily="34" charset="0"/>
                </a:rPr>
                <a:t>2}</a:t>
              </a:r>
              <a:endParaRPr lang="zh-CN" altLang="en-US" b="1" dirty="0">
                <a:latin typeface="Arial Narrow" panose="020B0606020202030204" pitchFamily="34" charset="0"/>
              </a:endParaRPr>
            </a:p>
          </p:txBody>
        </p:sp>
        <p:sp>
          <p:nvSpPr>
            <p:cNvPr id="160" name="íşlïḍè">
              <a:extLst>
                <a:ext uri="{FF2B5EF4-FFF2-40B4-BE49-F238E27FC236}">
                  <a16:creationId xmlns:a16="http://schemas.microsoft.com/office/drawing/2014/main" id="{9E89E12A-9087-4A36-9F9E-B1092750D62D}"/>
                </a:ext>
              </a:extLst>
            </p:cNvPr>
            <p:cNvSpPr txBox="1"/>
            <p:nvPr/>
          </p:nvSpPr>
          <p:spPr>
            <a:xfrm>
              <a:off x="9476652" y="2219092"/>
              <a:ext cx="1813008" cy="419569"/>
            </a:xfrm>
            <a:prstGeom prst="rect">
              <a:avLst/>
            </a:prstGeom>
            <a:noFill/>
          </p:spPr>
          <p:txBody>
            <a:bodyPr wrap="square" lIns="91440" tIns="45720" rIns="91440" bIns="45720" anchor="ctr">
              <a:noAutofit/>
            </a:bodyPr>
            <a:lstStyle/>
            <a:p>
              <a:r>
                <a:rPr lang="en-US" altLang="zh-CN" b="1" dirty="0">
                  <a:latin typeface="Arial Narrow" panose="020B0606020202030204" pitchFamily="34" charset="0"/>
                </a:rPr>
                <a:t>D. {1</a:t>
              </a:r>
              <a:r>
                <a:rPr lang="zh-CN" altLang="en-US" b="1" dirty="0">
                  <a:latin typeface="Arial Narrow" panose="020B0606020202030204" pitchFamily="34" charset="0"/>
                </a:rPr>
                <a:t>，</a:t>
              </a:r>
              <a:r>
                <a:rPr lang="en-US" altLang="zh-CN" b="1" dirty="0">
                  <a:latin typeface="Arial Narrow" panose="020B0606020202030204" pitchFamily="34" charset="0"/>
                </a:rPr>
                <a:t>2</a:t>
              </a:r>
              <a:r>
                <a:rPr lang="zh-CN" altLang="en-US" b="1" dirty="0">
                  <a:latin typeface="Arial Narrow" panose="020B0606020202030204" pitchFamily="34" charset="0"/>
                </a:rPr>
                <a:t>，</a:t>
              </a:r>
              <a:r>
                <a:rPr lang="en-US" altLang="zh-CN" b="1" dirty="0">
                  <a:latin typeface="Arial Narrow" panose="020B0606020202030204" pitchFamily="34" charset="0"/>
                </a:rPr>
                <a:t>3}</a:t>
              </a:r>
              <a:r>
                <a:rPr lang="zh-CN" altLang="en-US" b="1" dirty="0">
                  <a:latin typeface="Arial Narrow" panose="020B0606020202030204" pitchFamily="34" charset="0"/>
                </a:rPr>
                <a:t>和</a:t>
              </a:r>
              <a:r>
                <a:rPr lang="en-US" altLang="zh-CN" b="1" dirty="0">
                  <a:latin typeface="Arial Narrow" panose="020B0606020202030204" pitchFamily="34" charset="0"/>
                </a:rPr>
                <a:t>{1}</a:t>
              </a:r>
              <a:endParaRPr lang="zh-CN" altLang="en-US" b="1" dirty="0">
                <a:latin typeface="Arial Narrow" panose="020B0606020202030204" pitchFamily="34" charset="0"/>
              </a:endParaRPr>
            </a:p>
          </p:txBody>
        </p:sp>
        <p:pic>
          <p:nvPicPr>
            <p:cNvPr id="162" name="图形 161">
              <a:extLst>
                <a:ext uri="{FF2B5EF4-FFF2-40B4-BE49-F238E27FC236}">
                  <a16:creationId xmlns:a16="http://schemas.microsoft.com/office/drawing/2014/main" id="{A2F9D49C-5E2E-4D9F-AAB6-33B471B7144E}"/>
                </a:ext>
              </a:extLst>
            </p:cNvPr>
            <p:cNvPicPr>
              <a:picLocks noChangeAspect="1"/>
            </p:cNvPicPr>
            <p:nvPr/>
          </p:nvPicPr>
          <p:blipFill>
            <a:blip r:embed="rId3">
              <a:extLst>
                <a:ext uri="{28A0092B-C50C-407E-A947-70E740481C1C}">
                  <a14:useLocalDpi xmlns:a14="http://schemas.microsoft.com/office/drawing/2010/main" val="0"/>
                </a:ext>
                <a:ext uri="{96DAC541-7B7A-43D3-8B79-37D633B846F1}">
                  <asvg:svgBlip xmlns:asvg="http://schemas.microsoft.com/office/drawing/2016/SVG/main" r:embed="rId4"/>
                </a:ext>
              </a:extLst>
            </a:blip>
            <a:stretch>
              <a:fillRect/>
            </a:stretch>
          </p:blipFill>
          <p:spPr>
            <a:xfrm>
              <a:off x="618953" y="3180115"/>
              <a:ext cx="718734" cy="695168"/>
            </a:xfrm>
            <a:prstGeom prst="rect">
              <a:avLst/>
            </a:prstGeom>
          </p:spPr>
        </p:pic>
        <p:pic>
          <p:nvPicPr>
            <p:cNvPr id="163" name="图片 162" descr="图标&#10;&#10;描述已自动生成">
              <a:extLst>
                <a:ext uri="{FF2B5EF4-FFF2-40B4-BE49-F238E27FC236}">
                  <a16:creationId xmlns:a16="http://schemas.microsoft.com/office/drawing/2014/main" id="{098FC307-200B-4135-8757-0932E39F0595}"/>
                </a:ext>
              </a:extLst>
            </p:cNvPr>
            <p:cNvPicPr>
              <a:picLocks noChangeAspect="1"/>
            </p:cNvPicPr>
            <p:nvPr/>
          </p:nvPicPr>
          <p:blipFill>
            <a:blip r:embed="rId5">
              <a:extLst>
                <a:ext uri="{28A0092B-C50C-407E-A947-70E740481C1C}">
                  <a14:useLocalDpi xmlns:a14="http://schemas.microsoft.com/office/drawing/2010/main" val="0"/>
                </a:ext>
              </a:extLst>
            </a:blip>
            <a:stretch>
              <a:fillRect/>
            </a:stretch>
          </p:blipFill>
          <p:spPr>
            <a:xfrm>
              <a:off x="2835561" y="3297947"/>
              <a:ext cx="561856" cy="724169"/>
            </a:xfrm>
            <a:prstGeom prst="rect">
              <a:avLst/>
            </a:prstGeom>
          </p:spPr>
        </p:pic>
        <p:pic>
          <p:nvPicPr>
            <p:cNvPr id="164" name="图形 163">
              <a:extLst>
                <a:ext uri="{FF2B5EF4-FFF2-40B4-BE49-F238E27FC236}">
                  <a16:creationId xmlns:a16="http://schemas.microsoft.com/office/drawing/2014/main" id="{D551D37C-66CB-463B-96B4-A000CA7D6E30}"/>
                </a:ext>
              </a:extLst>
            </p:cNvPr>
            <p:cNvPicPr>
              <a:picLocks noChangeAspect="1"/>
            </p:cNvPicPr>
            <p:nvPr/>
          </p:nvPicPr>
          <p:blipFill>
            <a:blip r:embed="rId3">
              <a:extLst>
                <a:ext uri="{28A0092B-C50C-407E-A947-70E740481C1C}">
                  <a14:useLocalDpi xmlns:a14="http://schemas.microsoft.com/office/drawing/2010/main" val="0"/>
                </a:ext>
                <a:ext uri="{96DAC541-7B7A-43D3-8B79-37D633B846F1}">
                  <asvg:svgBlip xmlns:asvg="http://schemas.microsoft.com/office/drawing/2016/SVG/main" r:embed="rId4"/>
                </a:ext>
              </a:extLst>
            </a:blip>
            <a:stretch>
              <a:fillRect/>
            </a:stretch>
          </p:blipFill>
          <p:spPr>
            <a:xfrm>
              <a:off x="4895291" y="3180115"/>
              <a:ext cx="718734" cy="695168"/>
            </a:xfrm>
            <a:prstGeom prst="rect">
              <a:avLst/>
            </a:prstGeom>
          </p:spPr>
        </p:pic>
        <p:pic>
          <p:nvPicPr>
            <p:cNvPr id="166" name="图形 165">
              <a:extLst>
                <a:ext uri="{FF2B5EF4-FFF2-40B4-BE49-F238E27FC236}">
                  <a16:creationId xmlns:a16="http://schemas.microsoft.com/office/drawing/2014/main" id="{A0839210-7556-47F3-9CC5-A2BB21ECEA5F}"/>
                </a:ext>
              </a:extLst>
            </p:cNvPr>
            <p:cNvPicPr>
              <a:picLocks noChangeAspect="1"/>
            </p:cNvPicPr>
            <p:nvPr/>
          </p:nvPicPr>
          <p:blipFill>
            <a:blip r:embed="rId3">
              <a:extLst>
                <a:ext uri="{28A0092B-C50C-407E-A947-70E740481C1C}">
                  <a14:useLocalDpi xmlns:a14="http://schemas.microsoft.com/office/drawing/2010/main" val="0"/>
                </a:ext>
                <a:ext uri="{96DAC541-7B7A-43D3-8B79-37D633B846F1}">
                  <asvg:svgBlip xmlns:asvg="http://schemas.microsoft.com/office/drawing/2016/SVG/main" r:embed="rId4"/>
                </a:ext>
              </a:extLst>
            </a:blip>
            <a:stretch>
              <a:fillRect/>
            </a:stretch>
          </p:blipFill>
          <p:spPr>
            <a:xfrm>
              <a:off x="2630418" y="4695492"/>
              <a:ext cx="718734" cy="695168"/>
            </a:xfrm>
            <a:prstGeom prst="rect">
              <a:avLst/>
            </a:prstGeom>
          </p:spPr>
        </p:pic>
        <p:sp>
          <p:nvSpPr>
            <p:cNvPr id="167" name="íşlïḍè">
              <a:extLst>
                <a:ext uri="{FF2B5EF4-FFF2-40B4-BE49-F238E27FC236}">
                  <a16:creationId xmlns:a16="http://schemas.microsoft.com/office/drawing/2014/main" id="{D64F3C05-A1F9-481F-8A33-375E1733727B}"/>
                </a:ext>
              </a:extLst>
            </p:cNvPr>
            <p:cNvSpPr txBox="1"/>
            <p:nvPr/>
          </p:nvSpPr>
          <p:spPr>
            <a:xfrm>
              <a:off x="2606555" y="2970148"/>
              <a:ext cx="1019868" cy="326271"/>
            </a:xfrm>
            <a:prstGeom prst="rect">
              <a:avLst/>
            </a:prstGeom>
            <a:noFill/>
          </p:spPr>
          <p:txBody>
            <a:bodyPr wrap="square" lIns="91440" tIns="45720" rIns="91440" bIns="45720" anchor="ctr">
              <a:noAutofit/>
            </a:bodyPr>
            <a:lstStyle/>
            <a:p>
              <a:pPr algn="ctr"/>
              <a:r>
                <a:rPr lang="zh-CN" altLang="en-US" b="1" dirty="0">
                  <a:latin typeface="Arial Narrow" panose="020B0606020202030204" pitchFamily="34" charset="0"/>
                </a:rPr>
                <a:t>交换机</a:t>
              </a:r>
            </a:p>
          </p:txBody>
        </p:sp>
        <p:sp>
          <p:nvSpPr>
            <p:cNvPr id="168" name="íşlïḍè">
              <a:extLst>
                <a:ext uri="{FF2B5EF4-FFF2-40B4-BE49-F238E27FC236}">
                  <a16:creationId xmlns:a16="http://schemas.microsoft.com/office/drawing/2014/main" id="{7B00BB0C-D68E-40DF-8ED6-C4F99E0089C1}"/>
                </a:ext>
              </a:extLst>
            </p:cNvPr>
            <p:cNvSpPr txBox="1"/>
            <p:nvPr/>
          </p:nvSpPr>
          <p:spPr>
            <a:xfrm>
              <a:off x="2594086" y="3364563"/>
              <a:ext cx="275343" cy="326271"/>
            </a:xfrm>
            <a:prstGeom prst="rect">
              <a:avLst/>
            </a:prstGeom>
            <a:noFill/>
          </p:spPr>
          <p:txBody>
            <a:bodyPr wrap="square" lIns="91440" tIns="45720" rIns="91440" bIns="45720" anchor="ctr">
              <a:noAutofit/>
            </a:bodyPr>
            <a:lstStyle/>
            <a:p>
              <a:pPr algn="ctr"/>
              <a:r>
                <a:rPr lang="en-US" altLang="zh-CN" b="1" dirty="0">
                  <a:latin typeface="Arial Narrow" panose="020B0606020202030204" pitchFamily="34" charset="0"/>
                </a:rPr>
                <a:t>1</a:t>
              </a:r>
              <a:endParaRPr lang="zh-CN" altLang="en-US" b="1" dirty="0">
                <a:latin typeface="Arial Narrow" panose="020B0606020202030204" pitchFamily="34" charset="0"/>
              </a:endParaRPr>
            </a:p>
          </p:txBody>
        </p:sp>
        <p:sp>
          <p:nvSpPr>
            <p:cNvPr id="169" name="íşlïḍè">
              <a:extLst>
                <a:ext uri="{FF2B5EF4-FFF2-40B4-BE49-F238E27FC236}">
                  <a16:creationId xmlns:a16="http://schemas.microsoft.com/office/drawing/2014/main" id="{B5BFDF59-D022-45FA-887A-F62789F331A0}"/>
                </a:ext>
              </a:extLst>
            </p:cNvPr>
            <p:cNvSpPr txBox="1"/>
            <p:nvPr/>
          </p:nvSpPr>
          <p:spPr>
            <a:xfrm>
              <a:off x="2829327" y="3843715"/>
              <a:ext cx="275343" cy="326271"/>
            </a:xfrm>
            <a:prstGeom prst="rect">
              <a:avLst/>
            </a:prstGeom>
            <a:noFill/>
          </p:spPr>
          <p:txBody>
            <a:bodyPr wrap="square" lIns="91440" tIns="45720" rIns="91440" bIns="45720" anchor="ctr">
              <a:noAutofit/>
            </a:bodyPr>
            <a:lstStyle/>
            <a:p>
              <a:pPr algn="ctr"/>
              <a:r>
                <a:rPr lang="en-US" altLang="zh-CN" b="1" dirty="0">
                  <a:latin typeface="Arial Narrow" panose="020B0606020202030204" pitchFamily="34" charset="0"/>
                </a:rPr>
                <a:t>2</a:t>
              </a:r>
              <a:endParaRPr lang="zh-CN" altLang="en-US" b="1" dirty="0">
                <a:latin typeface="Arial Narrow" panose="020B0606020202030204" pitchFamily="34" charset="0"/>
              </a:endParaRPr>
            </a:p>
          </p:txBody>
        </p:sp>
        <p:sp>
          <p:nvSpPr>
            <p:cNvPr id="170" name="íşlïḍè">
              <a:extLst>
                <a:ext uri="{FF2B5EF4-FFF2-40B4-BE49-F238E27FC236}">
                  <a16:creationId xmlns:a16="http://schemas.microsoft.com/office/drawing/2014/main" id="{E15BF6C4-1437-44B5-97CF-8A81562862CC}"/>
                </a:ext>
              </a:extLst>
            </p:cNvPr>
            <p:cNvSpPr txBox="1"/>
            <p:nvPr/>
          </p:nvSpPr>
          <p:spPr>
            <a:xfrm>
              <a:off x="3351080" y="3364562"/>
              <a:ext cx="275343" cy="326271"/>
            </a:xfrm>
            <a:prstGeom prst="rect">
              <a:avLst/>
            </a:prstGeom>
            <a:noFill/>
          </p:spPr>
          <p:txBody>
            <a:bodyPr wrap="square" lIns="91440" tIns="45720" rIns="91440" bIns="45720" anchor="ctr">
              <a:noAutofit/>
            </a:bodyPr>
            <a:lstStyle/>
            <a:p>
              <a:pPr algn="ctr"/>
              <a:r>
                <a:rPr lang="en-US" altLang="zh-CN" b="1" dirty="0">
                  <a:latin typeface="Arial Narrow" panose="020B0606020202030204" pitchFamily="34" charset="0"/>
                </a:rPr>
                <a:t>3</a:t>
              </a:r>
              <a:endParaRPr lang="zh-CN" altLang="en-US" b="1" dirty="0">
                <a:latin typeface="Arial Narrow" panose="020B0606020202030204" pitchFamily="34" charset="0"/>
              </a:endParaRPr>
            </a:p>
          </p:txBody>
        </p:sp>
        <p:sp>
          <p:nvSpPr>
            <p:cNvPr id="171" name="文本框 170">
              <a:extLst>
                <a:ext uri="{FF2B5EF4-FFF2-40B4-BE49-F238E27FC236}">
                  <a16:creationId xmlns:a16="http://schemas.microsoft.com/office/drawing/2014/main" id="{5198A80A-F9E0-4C7D-AEED-79A95B2CD177}"/>
                </a:ext>
              </a:extLst>
            </p:cNvPr>
            <p:cNvSpPr txBox="1"/>
            <p:nvPr/>
          </p:nvSpPr>
          <p:spPr>
            <a:xfrm>
              <a:off x="185301" y="3872041"/>
              <a:ext cx="2078043" cy="369332"/>
            </a:xfrm>
            <a:prstGeom prst="rect">
              <a:avLst/>
            </a:prstGeom>
            <a:noFill/>
          </p:spPr>
          <p:txBody>
            <a:bodyPr wrap="square">
              <a:spAutoFit/>
            </a:bodyPr>
            <a:lstStyle/>
            <a:p>
              <a:pPr algn="ctr"/>
              <a:r>
                <a:rPr lang="en-US" altLang="zh-CN" b="1" dirty="0">
                  <a:latin typeface="Arial Narrow" panose="020B0606020202030204" pitchFamily="34" charset="0"/>
                </a:rPr>
                <a:t>00-e1-d5-00-23-a1</a:t>
              </a:r>
              <a:endParaRPr lang="zh-CN" altLang="en-US" dirty="0"/>
            </a:p>
          </p:txBody>
        </p:sp>
        <p:sp>
          <p:nvSpPr>
            <p:cNvPr id="172" name="文本框 171">
              <a:extLst>
                <a:ext uri="{FF2B5EF4-FFF2-40B4-BE49-F238E27FC236}">
                  <a16:creationId xmlns:a16="http://schemas.microsoft.com/office/drawing/2014/main" id="{452AE955-1525-43A2-BFEF-FD490FEBCCE1}"/>
                </a:ext>
              </a:extLst>
            </p:cNvPr>
            <p:cNvSpPr txBox="1"/>
            <p:nvPr/>
          </p:nvSpPr>
          <p:spPr>
            <a:xfrm>
              <a:off x="4215636" y="3872041"/>
              <a:ext cx="2078043" cy="369332"/>
            </a:xfrm>
            <a:prstGeom prst="rect">
              <a:avLst/>
            </a:prstGeom>
            <a:noFill/>
          </p:spPr>
          <p:txBody>
            <a:bodyPr wrap="square">
              <a:spAutoFit/>
            </a:bodyPr>
            <a:lstStyle/>
            <a:p>
              <a:pPr algn="ctr"/>
              <a:r>
                <a:rPr lang="en-US" altLang="zh-CN" b="1" dirty="0">
                  <a:latin typeface="Arial Narrow" panose="020B0606020202030204" pitchFamily="34" charset="0"/>
                </a:rPr>
                <a:t>00-e1-d5-00-23-c1</a:t>
              </a:r>
              <a:endParaRPr lang="zh-CN" altLang="en-US" dirty="0"/>
            </a:p>
          </p:txBody>
        </p:sp>
        <p:sp>
          <p:nvSpPr>
            <p:cNvPr id="173" name="文本框 172">
              <a:extLst>
                <a:ext uri="{FF2B5EF4-FFF2-40B4-BE49-F238E27FC236}">
                  <a16:creationId xmlns:a16="http://schemas.microsoft.com/office/drawing/2014/main" id="{C09FD4FE-21F0-4628-9773-AB55AA6F3509}"/>
                </a:ext>
              </a:extLst>
            </p:cNvPr>
            <p:cNvSpPr txBox="1"/>
            <p:nvPr/>
          </p:nvSpPr>
          <p:spPr>
            <a:xfrm>
              <a:off x="3143481" y="4928527"/>
              <a:ext cx="2078043" cy="369332"/>
            </a:xfrm>
            <a:prstGeom prst="rect">
              <a:avLst/>
            </a:prstGeom>
            <a:noFill/>
          </p:spPr>
          <p:txBody>
            <a:bodyPr wrap="square">
              <a:spAutoFit/>
            </a:bodyPr>
            <a:lstStyle/>
            <a:p>
              <a:pPr algn="ctr"/>
              <a:r>
                <a:rPr lang="en-US" altLang="zh-CN" b="1" dirty="0">
                  <a:latin typeface="Arial Narrow" panose="020B0606020202030204" pitchFamily="34" charset="0"/>
                </a:rPr>
                <a:t>00-e1-d5-00-23-b1</a:t>
              </a:r>
              <a:endParaRPr lang="zh-CN" altLang="en-US" dirty="0"/>
            </a:p>
          </p:txBody>
        </p:sp>
      </p:grpSp>
      <p:graphicFrame>
        <p:nvGraphicFramePr>
          <p:cNvPr id="24" name="表格 24">
            <a:extLst>
              <a:ext uri="{FF2B5EF4-FFF2-40B4-BE49-F238E27FC236}">
                <a16:creationId xmlns:a16="http://schemas.microsoft.com/office/drawing/2014/main" id="{CDC24889-FBDA-4406-A523-97BE775BF34F}"/>
              </a:ext>
            </a:extLst>
          </p:cNvPr>
          <p:cNvGraphicFramePr>
            <a:graphicFrameLocks noGrp="1"/>
          </p:cNvGraphicFramePr>
          <p:nvPr/>
        </p:nvGraphicFramePr>
        <p:xfrm>
          <a:off x="6577977" y="3364562"/>
          <a:ext cx="4477782" cy="1483360"/>
        </p:xfrm>
        <a:graphic>
          <a:graphicData uri="http://schemas.openxmlformats.org/drawingml/2006/table">
            <a:tbl>
              <a:tblPr firstRow="1" bandRow="1">
                <a:tableStyleId>{5C22544A-7EE6-4342-B048-85BDC9FD1C3A}</a:tableStyleId>
              </a:tblPr>
              <a:tblGrid>
                <a:gridCol w="3013355">
                  <a:extLst>
                    <a:ext uri="{9D8B030D-6E8A-4147-A177-3AD203B41FA5}">
                      <a16:colId xmlns:a16="http://schemas.microsoft.com/office/drawing/2014/main" val="2713634541"/>
                    </a:ext>
                  </a:extLst>
                </a:gridCol>
                <a:gridCol w="1464427">
                  <a:extLst>
                    <a:ext uri="{9D8B030D-6E8A-4147-A177-3AD203B41FA5}">
                      <a16:colId xmlns:a16="http://schemas.microsoft.com/office/drawing/2014/main" val="2892807485"/>
                    </a:ext>
                  </a:extLst>
                </a:gridCol>
              </a:tblGrid>
              <a:tr h="370840">
                <a:tc>
                  <a:txBody>
                    <a:bodyPr/>
                    <a:lstStyle/>
                    <a:p>
                      <a:pPr algn="ctr"/>
                      <a:r>
                        <a:rPr lang="zh-CN" altLang="en-US" b="1" dirty="0">
                          <a:solidFill>
                            <a:schemeClr val="tx1"/>
                          </a:solidFill>
                        </a:rPr>
                        <a:t>目的地址</a:t>
                      </a: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algn="ctr"/>
                      <a:r>
                        <a:rPr lang="zh-CN" altLang="en-US" b="1" dirty="0">
                          <a:solidFill>
                            <a:schemeClr val="tx1"/>
                          </a:solidFill>
                        </a:rPr>
                        <a:t>端口</a:t>
                      </a: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extLst>
                  <a:ext uri="{0D108BD9-81ED-4DB2-BD59-A6C34878D82A}">
                    <a16:rowId xmlns:a16="http://schemas.microsoft.com/office/drawing/2014/main" val="793136129"/>
                  </a:ext>
                </a:extLst>
              </a:tr>
              <a:tr h="370840">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altLang="zh-CN" b="1" dirty="0">
                          <a:latin typeface="Arial Narrow" panose="020B0606020202030204" pitchFamily="34" charset="0"/>
                        </a:rPr>
                        <a:t>00-e1-d5-00-23-b1</a:t>
                      </a:r>
                      <a:endParaRPr lang="zh-CN" altLang="en-US" dirty="0"/>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algn="ctr"/>
                      <a:r>
                        <a:rPr lang="en-US" altLang="zh-CN" b="1" dirty="0">
                          <a:solidFill>
                            <a:schemeClr val="tx1"/>
                          </a:solidFill>
                        </a:rPr>
                        <a:t>2</a:t>
                      </a:r>
                      <a:endParaRPr lang="zh-CN" altLang="en-US" b="1" dirty="0">
                        <a:solidFill>
                          <a:schemeClr val="tx1"/>
                        </a:solidFill>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extLst>
                  <a:ext uri="{0D108BD9-81ED-4DB2-BD59-A6C34878D82A}">
                    <a16:rowId xmlns:a16="http://schemas.microsoft.com/office/drawing/2014/main" val="529624903"/>
                  </a:ext>
                </a:extLst>
              </a:tr>
              <a:tr h="370840">
                <a:tc>
                  <a:txBody>
                    <a:bodyPr/>
                    <a:lstStyle/>
                    <a:p>
                      <a:pPr algn="ctr"/>
                      <a:endParaRPr lang="zh-CN" altLang="en-US" b="1">
                        <a:solidFill>
                          <a:schemeClr val="tx1"/>
                        </a:solidFill>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algn="ctr"/>
                      <a:endParaRPr lang="zh-CN" altLang="en-US" b="1" dirty="0">
                        <a:solidFill>
                          <a:schemeClr val="tx1"/>
                        </a:solidFill>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extLst>
                  <a:ext uri="{0D108BD9-81ED-4DB2-BD59-A6C34878D82A}">
                    <a16:rowId xmlns:a16="http://schemas.microsoft.com/office/drawing/2014/main" val="631672874"/>
                  </a:ext>
                </a:extLst>
              </a:tr>
              <a:tr h="370840">
                <a:tc>
                  <a:txBody>
                    <a:bodyPr/>
                    <a:lstStyle/>
                    <a:p>
                      <a:pPr algn="ctr"/>
                      <a:endParaRPr lang="zh-CN" altLang="en-US" b="1">
                        <a:solidFill>
                          <a:schemeClr val="tx1"/>
                        </a:solidFill>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algn="ctr"/>
                      <a:endParaRPr lang="zh-CN" altLang="en-US" b="1" dirty="0">
                        <a:solidFill>
                          <a:schemeClr val="tx1"/>
                        </a:solidFill>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extLst>
                  <a:ext uri="{0D108BD9-81ED-4DB2-BD59-A6C34878D82A}">
                    <a16:rowId xmlns:a16="http://schemas.microsoft.com/office/drawing/2014/main" val="2784333398"/>
                  </a:ext>
                </a:extLst>
              </a:tr>
            </a:tbl>
          </a:graphicData>
        </a:graphic>
      </p:graphicFrame>
      <p:sp>
        <p:nvSpPr>
          <p:cNvPr id="174" name="íşlïḍè">
            <a:extLst>
              <a:ext uri="{FF2B5EF4-FFF2-40B4-BE49-F238E27FC236}">
                <a16:creationId xmlns:a16="http://schemas.microsoft.com/office/drawing/2014/main" id="{68C318E3-61EF-4CBD-A3D1-A845D378FEC4}"/>
              </a:ext>
            </a:extLst>
          </p:cNvPr>
          <p:cNvSpPr txBox="1"/>
          <p:nvPr/>
        </p:nvSpPr>
        <p:spPr>
          <a:xfrm>
            <a:off x="6024159" y="1749102"/>
            <a:ext cx="472985" cy="419569"/>
          </a:xfrm>
          <a:prstGeom prst="rect">
            <a:avLst/>
          </a:prstGeom>
          <a:noFill/>
        </p:spPr>
        <p:txBody>
          <a:bodyPr wrap="square" lIns="91440" tIns="45720" rIns="91440" bIns="45720" anchor="ctr">
            <a:noAutofit/>
          </a:bodyPr>
          <a:lstStyle/>
          <a:p>
            <a:pPr algn="ctr"/>
            <a:r>
              <a:rPr lang="en-US" altLang="zh-CN" sz="2800" b="1" dirty="0">
                <a:solidFill>
                  <a:schemeClr val="accent1">
                    <a:lumMod val="75000"/>
                  </a:schemeClr>
                </a:solidFill>
                <a:latin typeface="Arial Black" panose="020B0A04020102020204" pitchFamily="34" charset="0"/>
              </a:rPr>
              <a:t>B</a:t>
            </a:r>
            <a:endParaRPr lang="zh-CN" altLang="en-US" sz="2800" b="1" dirty="0">
              <a:solidFill>
                <a:schemeClr val="accent1">
                  <a:lumMod val="75000"/>
                </a:schemeClr>
              </a:solidFill>
              <a:latin typeface="Arial Black" panose="020B0A04020102020204" pitchFamily="34" charset="0"/>
            </a:endParaRPr>
          </a:p>
        </p:txBody>
      </p:sp>
      <p:sp>
        <p:nvSpPr>
          <p:cNvPr id="175" name="íşlïḍè">
            <a:extLst>
              <a:ext uri="{FF2B5EF4-FFF2-40B4-BE49-F238E27FC236}">
                <a16:creationId xmlns:a16="http://schemas.microsoft.com/office/drawing/2014/main" id="{C1614AF6-A49D-4F33-BE8B-57CE28597426}"/>
              </a:ext>
            </a:extLst>
          </p:cNvPr>
          <p:cNvSpPr txBox="1"/>
          <p:nvPr/>
        </p:nvSpPr>
        <p:spPr>
          <a:xfrm>
            <a:off x="742234" y="5390660"/>
            <a:ext cx="718734" cy="419569"/>
          </a:xfrm>
          <a:prstGeom prst="rect">
            <a:avLst/>
          </a:prstGeom>
          <a:noFill/>
        </p:spPr>
        <p:txBody>
          <a:bodyPr wrap="square" lIns="91440" tIns="45720" rIns="91440" bIns="45720" anchor="ctr">
            <a:noAutofit/>
          </a:bodyPr>
          <a:lstStyle/>
          <a:p>
            <a:r>
              <a:rPr lang="zh-CN" altLang="en-US" b="1" dirty="0">
                <a:latin typeface="Arial Narrow" panose="020B0606020202030204" pitchFamily="34" charset="0"/>
              </a:rPr>
              <a:t>解析</a:t>
            </a:r>
          </a:p>
        </p:txBody>
      </p:sp>
      <p:sp>
        <p:nvSpPr>
          <p:cNvPr id="27" name="平行四边形 26">
            <a:extLst>
              <a:ext uri="{FF2B5EF4-FFF2-40B4-BE49-F238E27FC236}">
                <a16:creationId xmlns:a16="http://schemas.microsoft.com/office/drawing/2014/main" id="{5019EEFB-E7CC-0F76-5ECA-113557F7E16C}"/>
              </a:ext>
            </a:extLst>
          </p:cNvPr>
          <p:cNvSpPr/>
          <p:nvPr/>
        </p:nvSpPr>
        <p:spPr>
          <a:xfrm>
            <a:off x="304800" y="749300"/>
            <a:ext cx="675384" cy="387090"/>
          </a:xfrm>
          <a:prstGeom prst="parallelogram">
            <a:avLst/>
          </a:prstGeom>
          <a:solidFill>
            <a:schemeClr val="accent3">
              <a:lumMod val="75000"/>
            </a:schemeClr>
          </a:solidFill>
          <a:ln>
            <a:solidFill>
              <a:schemeClr val="accent3">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CN" sz="2200" dirty="0">
                <a:latin typeface="Impact" panose="020B0806030902050204" pitchFamily="34" charset="0"/>
              </a:rPr>
              <a:t>02</a:t>
            </a:r>
            <a:endParaRPr lang="zh-CN" altLang="en-US" sz="2200" dirty="0">
              <a:latin typeface="Impact" panose="020B0806030902050204" pitchFamily="34" charset="0"/>
            </a:endParaRPr>
          </a:p>
        </p:txBody>
      </p:sp>
    </p:spTree>
    <p:custDataLst>
      <p:tags r:id="rId1"/>
    </p:custDataLst>
    <p:extLst>
      <p:ext uri="{BB962C8B-B14F-4D97-AF65-F5344CB8AC3E}">
        <p14:creationId xmlns:p14="http://schemas.microsoft.com/office/powerpoint/2010/main" val="3257886945"/>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30" presetClass="entr" presetSubtype="0" fill="hold" nodeType="withEffect">
                                  <p:stCondLst>
                                    <p:cond delay="0"/>
                                  </p:stCondLst>
                                  <p:childTnLst>
                                    <p:set>
                                      <p:cBhvr>
                                        <p:cTn id="6" dur="1" fill="hold">
                                          <p:stCondLst>
                                            <p:cond delay="0"/>
                                          </p:stCondLst>
                                        </p:cTn>
                                        <p:tgtEl>
                                          <p:spTgt spid="25"/>
                                        </p:tgtEl>
                                        <p:attrNameLst>
                                          <p:attrName>style.visibility</p:attrName>
                                        </p:attrNameLst>
                                      </p:cBhvr>
                                      <p:to>
                                        <p:strVal val="visible"/>
                                      </p:to>
                                    </p:set>
                                    <p:animEffect transition="in" filter="fade">
                                      <p:cBhvr>
                                        <p:cTn id="7" dur="800" decel="100000"/>
                                        <p:tgtEl>
                                          <p:spTgt spid="25"/>
                                        </p:tgtEl>
                                      </p:cBhvr>
                                    </p:animEffect>
                                    <p:anim calcmode="lin" valueType="num">
                                      <p:cBhvr>
                                        <p:cTn id="8" dur="800" decel="100000" fill="hold"/>
                                        <p:tgtEl>
                                          <p:spTgt spid="25"/>
                                        </p:tgtEl>
                                        <p:attrNameLst>
                                          <p:attrName>style.rotation</p:attrName>
                                        </p:attrNameLst>
                                      </p:cBhvr>
                                      <p:tavLst>
                                        <p:tav tm="0">
                                          <p:val>
                                            <p:fltVal val="-90"/>
                                          </p:val>
                                        </p:tav>
                                        <p:tav tm="100000">
                                          <p:val>
                                            <p:fltVal val="0"/>
                                          </p:val>
                                        </p:tav>
                                      </p:tavLst>
                                    </p:anim>
                                    <p:anim calcmode="lin" valueType="num">
                                      <p:cBhvr>
                                        <p:cTn id="9" dur="800" decel="100000" fill="hold"/>
                                        <p:tgtEl>
                                          <p:spTgt spid="25"/>
                                        </p:tgtEl>
                                        <p:attrNameLst>
                                          <p:attrName>ppt_x</p:attrName>
                                        </p:attrNameLst>
                                      </p:cBhvr>
                                      <p:tavLst>
                                        <p:tav tm="0">
                                          <p:val>
                                            <p:strVal val="#ppt_x+0.4"/>
                                          </p:val>
                                        </p:tav>
                                        <p:tav tm="100000">
                                          <p:val>
                                            <p:strVal val="#ppt_x-0.05"/>
                                          </p:val>
                                        </p:tav>
                                      </p:tavLst>
                                    </p:anim>
                                    <p:anim calcmode="lin" valueType="num">
                                      <p:cBhvr>
                                        <p:cTn id="10" dur="800" decel="100000" fill="hold"/>
                                        <p:tgtEl>
                                          <p:spTgt spid="25"/>
                                        </p:tgtEl>
                                        <p:attrNameLst>
                                          <p:attrName>ppt_y</p:attrName>
                                        </p:attrNameLst>
                                      </p:cBhvr>
                                      <p:tavLst>
                                        <p:tav tm="0">
                                          <p:val>
                                            <p:strVal val="#ppt_y-0.4"/>
                                          </p:val>
                                        </p:tav>
                                        <p:tav tm="100000">
                                          <p:val>
                                            <p:strVal val="#ppt_y+0.1"/>
                                          </p:val>
                                        </p:tav>
                                      </p:tavLst>
                                    </p:anim>
                                    <p:anim calcmode="lin" valueType="num">
                                      <p:cBhvr>
                                        <p:cTn id="11" dur="200" accel="100000" fill="hold">
                                          <p:stCondLst>
                                            <p:cond delay="800"/>
                                          </p:stCondLst>
                                        </p:cTn>
                                        <p:tgtEl>
                                          <p:spTgt spid="25"/>
                                        </p:tgtEl>
                                        <p:attrNameLst>
                                          <p:attrName>ppt_x</p:attrName>
                                        </p:attrNameLst>
                                      </p:cBhvr>
                                      <p:tavLst>
                                        <p:tav tm="0">
                                          <p:val>
                                            <p:strVal val="#ppt_x-0.05"/>
                                          </p:val>
                                        </p:tav>
                                        <p:tav tm="100000">
                                          <p:val>
                                            <p:strVal val="#ppt_x"/>
                                          </p:val>
                                        </p:tav>
                                      </p:tavLst>
                                    </p:anim>
                                    <p:anim calcmode="lin" valueType="num">
                                      <p:cBhvr>
                                        <p:cTn id="12" dur="200" accel="100000" fill="hold">
                                          <p:stCondLst>
                                            <p:cond delay="800"/>
                                          </p:stCondLst>
                                        </p:cTn>
                                        <p:tgtEl>
                                          <p:spTgt spid="25"/>
                                        </p:tgtEl>
                                        <p:attrNameLst>
                                          <p:attrName>ppt_y</p:attrName>
                                        </p:attrNameLst>
                                      </p:cBhvr>
                                      <p:tavLst>
                                        <p:tav tm="0">
                                          <p:val>
                                            <p:strVal val="#ppt_y+0.1"/>
                                          </p:val>
                                        </p:tav>
                                        <p:tav tm="100000">
                                          <p:val>
                                            <p:strVal val="#ppt_y"/>
                                          </p:val>
                                        </p:tav>
                                      </p:tavLst>
                                    </p:anim>
                                  </p:childTnLst>
                                </p:cTn>
                              </p:par>
                              <p:par>
                                <p:cTn id="13" presetID="30" presetClass="entr" presetSubtype="0" fill="hold" nodeType="withEffect">
                                  <p:stCondLst>
                                    <p:cond delay="0"/>
                                  </p:stCondLst>
                                  <p:childTnLst>
                                    <p:set>
                                      <p:cBhvr>
                                        <p:cTn id="14" dur="1" fill="hold">
                                          <p:stCondLst>
                                            <p:cond delay="0"/>
                                          </p:stCondLst>
                                        </p:cTn>
                                        <p:tgtEl>
                                          <p:spTgt spid="24"/>
                                        </p:tgtEl>
                                        <p:attrNameLst>
                                          <p:attrName>style.visibility</p:attrName>
                                        </p:attrNameLst>
                                      </p:cBhvr>
                                      <p:to>
                                        <p:strVal val="visible"/>
                                      </p:to>
                                    </p:set>
                                    <p:animEffect transition="in" filter="fade">
                                      <p:cBhvr>
                                        <p:cTn id="15" dur="800" decel="100000"/>
                                        <p:tgtEl>
                                          <p:spTgt spid="24"/>
                                        </p:tgtEl>
                                      </p:cBhvr>
                                    </p:animEffect>
                                    <p:anim calcmode="lin" valueType="num">
                                      <p:cBhvr>
                                        <p:cTn id="16" dur="800" decel="100000" fill="hold"/>
                                        <p:tgtEl>
                                          <p:spTgt spid="24"/>
                                        </p:tgtEl>
                                        <p:attrNameLst>
                                          <p:attrName>style.rotation</p:attrName>
                                        </p:attrNameLst>
                                      </p:cBhvr>
                                      <p:tavLst>
                                        <p:tav tm="0">
                                          <p:val>
                                            <p:fltVal val="-90"/>
                                          </p:val>
                                        </p:tav>
                                        <p:tav tm="100000">
                                          <p:val>
                                            <p:fltVal val="0"/>
                                          </p:val>
                                        </p:tav>
                                      </p:tavLst>
                                    </p:anim>
                                    <p:anim calcmode="lin" valueType="num">
                                      <p:cBhvr>
                                        <p:cTn id="17" dur="800" decel="100000" fill="hold"/>
                                        <p:tgtEl>
                                          <p:spTgt spid="24"/>
                                        </p:tgtEl>
                                        <p:attrNameLst>
                                          <p:attrName>ppt_x</p:attrName>
                                        </p:attrNameLst>
                                      </p:cBhvr>
                                      <p:tavLst>
                                        <p:tav tm="0">
                                          <p:val>
                                            <p:strVal val="#ppt_x+0.4"/>
                                          </p:val>
                                        </p:tav>
                                        <p:tav tm="100000">
                                          <p:val>
                                            <p:strVal val="#ppt_x-0.05"/>
                                          </p:val>
                                        </p:tav>
                                      </p:tavLst>
                                    </p:anim>
                                    <p:anim calcmode="lin" valueType="num">
                                      <p:cBhvr>
                                        <p:cTn id="18" dur="800" decel="100000" fill="hold"/>
                                        <p:tgtEl>
                                          <p:spTgt spid="24"/>
                                        </p:tgtEl>
                                        <p:attrNameLst>
                                          <p:attrName>ppt_y</p:attrName>
                                        </p:attrNameLst>
                                      </p:cBhvr>
                                      <p:tavLst>
                                        <p:tav tm="0">
                                          <p:val>
                                            <p:strVal val="#ppt_y-0.4"/>
                                          </p:val>
                                        </p:tav>
                                        <p:tav tm="100000">
                                          <p:val>
                                            <p:strVal val="#ppt_y+0.1"/>
                                          </p:val>
                                        </p:tav>
                                      </p:tavLst>
                                    </p:anim>
                                    <p:anim calcmode="lin" valueType="num">
                                      <p:cBhvr>
                                        <p:cTn id="19" dur="200" accel="100000" fill="hold">
                                          <p:stCondLst>
                                            <p:cond delay="800"/>
                                          </p:stCondLst>
                                        </p:cTn>
                                        <p:tgtEl>
                                          <p:spTgt spid="24"/>
                                        </p:tgtEl>
                                        <p:attrNameLst>
                                          <p:attrName>ppt_x</p:attrName>
                                        </p:attrNameLst>
                                      </p:cBhvr>
                                      <p:tavLst>
                                        <p:tav tm="0">
                                          <p:val>
                                            <p:strVal val="#ppt_x-0.05"/>
                                          </p:val>
                                        </p:tav>
                                        <p:tav tm="100000">
                                          <p:val>
                                            <p:strVal val="#ppt_x"/>
                                          </p:val>
                                        </p:tav>
                                      </p:tavLst>
                                    </p:anim>
                                    <p:anim calcmode="lin" valueType="num">
                                      <p:cBhvr>
                                        <p:cTn id="20" dur="200" accel="100000" fill="hold">
                                          <p:stCondLst>
                                            <p:cond delay="800"/>
                                          </p:stCondLst>
                                        </p:cTn>
                                        <p:tgtEl>
                                          <p:spTgt spid="24"/>
                                        </p:tgtEl>
                                        <p:attrNameLst>
                                          <p:attrName>ppt_y</p:attrName>
                                        </p:attrNameLst>
                                      </p:cBhvr>
                                      <p:tavLst>
                                        <p:tav tm="0">
                                          <p:val>
                                            <p:strVal val="#ppt_y+0.1"/>
                                          </p:val>
                                        </p:tav>
                                        <p:tav tm="100000">
                                          <p:val>
                                            <p:strVal val="#ppt_y"/>
                                          </p:val>
                                        </p:tav>
                                      </p:tavLst>
                                    </p:anim>
                                  </p:childTnLst>
                                </p:cTn>
                              </p:par>
                            </p:childTnLst>
                          </p:cTn>
                        </p:par>
                      </p:childTnLst>
                    </p:cTn>
                  </p:par>
                  <p:par>
                    <p:cTn id="21" fill="hold">
                      <p:stCondLst>
                        <p:cond delay="indefinite"/>
                      </p:stCondLst>
                      <p:childTnLst>
                        <p:par>
                          <p:cTn id="22" fill="hold">
                            <p:stCondLst>
                              <p:cond delay="0"/>
                            </p:stCondLst>
                            <p:childTnLst>
                              <p:par>
                                <p:cTn id="23" presetID="30" presetClass="entr" presetSubtype="0" fill="hold" grpId="0" nodeType="clickEffect">
                                  <p:stCondLst>
                                    <p:cond delay="0"/>
                                  </p:stCondLst>
                                  <p:childTnLst>
                                    <p:set>
                                      <p:cBhvr>
                                        <p:cTn id="24" dur="1" fill="hold">
                                          <p:stCondLst>
                                            <p:cond delay="0"/>
                                          </p:stCondLst>
                                        </p:cTn>
                                        <p:tgtEl>
                                          <p:spTgt spid="174"/>
                                        </p:tgtEl>
                                        <p:attrNameLst>
                                          <p:attrName>style.visibility</p:attrName>
                                        </p:attrNameLst>
                                      </p:cBhvr>
                                      <p:to>
                                        <p:strVal val="visible"/>
                                      </p:to>
                                    </p:set>
                                    <p:animEffect transition="in" filter="fade">
                                      <p:cBhvr>
                                        <p:cTn id="25" dur="800" decel="100000"/>
                                        <p:tgtEl>
                                          <p:spTgt spid="174"/>
                                        </p:tgtEl>
                                      </p:cBhvr>
                                    </p:animEffect>
                                    <p:anim calcmode="lin" valueType="num">
                                      <p:cBhvr>
                                        <p:cTn id="26" dur="800" decel="100000" fill="hold"/>
                                        <p:tgtEl>
                                          <p:spTgt spid="174"/>
                                        </p:tgtEl>
                                        <p:attrNameLst>
                                          <p:attrName>style.rotation</p:attrName>
                                        </p:attrNameLst>
                                      </p:cBhvr>
                                      <p:tavLst>
                                        <p:tav tm="0">
                                          <p:val>
                                            <p:fltVal val="-90"/>
                                          </p:val>
                                        </p:tav>
                                        <p:tav tm="100000">
                                          <p:val>
                                            <p:fltVal val="0"/>
                                          </p:val>
                                        </p:tav>
                                      </p:tavLst>
                                    </p:anim>
                                    <p:anim calcmode="lin" valueType="num">
                                      <p:cBhvr>
                                        <p:cTn id="27" dur="800" decel="100000" fill="hold"/>
                                        <p:tgtEl>
                                          <p:spTgt spid="174"/>
                                        </p:tgtEl>
                                        <p:attrNameLst>
                                          <p:attrName>ppt_x</p:attrName>
                                        </p:attrNameLst>
                                      </p:cBhvr>
                                      <p:tavLst>
                                        <p:tav tm="0">
                                          <p:val>
                                            <p:strVal val="#ppt_x+0.4"/>
                                          </p:val>
                                        </p:tav>
                                        <p:tav tm="100000">
                                          <p:val>
                                            <p:strVal val="#ppt_x-0.05"/>
                                          </p:val>
                                        </p:tav>
                                      </p:tavLst>
                                    </p:anim>
                                    <p:anim calcmode="lin" valueType="num">
                                      <p:cBhvr>
                                        <p:cTn id="28" dur="800" decel="100000" fill="hold"/>
                                        <p:tgtEl>
                                          <p:spTgt spid="174"/>
                                        </p:tgtEl>
                                        <p:attrNameLst>
                                          <p:attrName>ppt_y</p:attrName>
                                        </p:attrNameLst>
                                      </p:cBhvr>
                                      <p:tavLst>
                                        <p:tav tm="0">
                                          <p:val>
                                            <p:strVal val="#ppt_y-0.4"/>
                                          </p:val>
                                        </p:tav>
                                        <p:tav tm="100000">
                                          <p:val>
                                            <p:strVal val="#ppt_y+0.1"/>
                                          </p:val>
                                        </p:tav>
                                      </p:tavLst>
                                    </p:anim>
                                    <p:anim calcmode="lin" valueType="num">
                                      <p:cBhvr>
                                        <p:cTn id="29" dur="200" accel="100000" fill="hold">
                                          <p:stCondLst>
                                            <p:cond delay="800"/>
                                          </p:stCondLst>
                                        </p:cTn>
                                        <p:tgtEl>
                                          <p:spTgt spid="174"/>
                                        </p:tgtEl>
                                        <p:attrNameLst>
                                          <p:attrName>ppt_x</p:attrName>
                                        </p:attrNameLst>
                                      </p:cBhvr>
                                      <p:tavLst>
                                        <p:tav tm="0">
                                          <p:val>
                                            <p:strVal val="#ppt_x-0.05"/>
                                          </p:val>
                                        </p:tav>
                                        <p:tav tm="100000">
                                          <p:val>
                                            <p:strVal val="#ppt_x"/>
                                          </p:val>
                                        </p:tav>
                                      </p:tavLst>
                                    </p:anim>
                                    <p:anim calcmode="lin" valueType="num">
                                      <p:cBhvr>
                                        <p:cTn id="30" dur="200" accel="100000" fill="hold">
                                          <p:stCondLst>
                                            <p:cond delay="800"/>
                                          </p:stCondLst>
                                        </p:cTn>
                                        <p:tgtEl>
                                          <p:spTgt spid="174"/>
                                        </p:tgtEl>
                                        <p:attrNameLst>
                                          <p:attrName>ppt_y</p:attrName>
                                        </p:attrNameLst>
                                      </p:cBhvr>
                                      <p:tavLst>
                                        <p:tav tm="0">
                                          <p:val>
                                            <p:strVal val="#ppt_y+0.1"/>
                                          </p:val>
                                        </p:tav>
                                        <p:tav tm="100000">
                                          <p:val>
                                            <p:strVal val="#ppt_y"/>
                                          </p:val>
                                        </p:tav>
                                      </p:tavLst>
                                    </p:anim>
                                  </p:childTnLst>
                                </p:cTn>
                              </p:par>
                            </p:childTnLst>
                          </p:cTn>
                        </p:par>
                      </p:childTnLst>
                    </p:cTn>
                  </p:par>
                  <p:par>
                    <p:cTn id="31" fill="hold">
                      <p:stCondLst>
                        <p:cond delay="indefinite"/>
                      </p:stCondLst>
                      <p:childTnLst>
                        <p:par>
                          <p:cTn id="32" fill="hold">
                            <p:stCondLst>
                              <p:cond delay="0"/>
                            </p:stCondLst>
                            <p:childTnLst>
                              <p:par>
                                <p:cTn id="33" presetID="53" presetClass="entr" presetSubtype="16" fill="hold" grpId="0" nodeType="clickEffect">
                                  <p:stCondLst>
                                    <p:cond delay="0"/>
                                  </p:stCondLst>
                                  <p:childTnLst>
                                    <p:set>
                                      <p:cBhvr>
                                        <p:cTn id="34" dur="1" fill="hold">
                                          <p:stCondLst>
                                            <p:cond delay="0"/>
                                          </p:stCondLst>
                                        </p:cTn>
                                        <p:tgtEl>
                                          <p:spTgt spid="175"/>
                                        </p:tgtEl>
                                        <p:attrNameLst>
                                          <p:attrName>style.visibility</p:attrName>
                                        </p:attrNameLst>
                                      </p:cBhvr>
                                      <p:to>
                                        <p:strVal val="visible"/>
                                      </p:to>
                                    </p:set>
                                    <p:anim calcmode="lin" valueType="num">
                                      <p:cBhvr>
                                        <p:cTn id="35" dur="500" fill="hold"/>
                                        <p:tgtEl>
                                          <p:spTgt spid="175"/>
                                        </p:tgtEl>
                                        <p:attrNameLst>
                                          <p:attrName>ppt_w</p:attrName>
                                        </p:attrNameLst>
                                      </p:cBhvr>
                                      <p:tavLst>
                                        <p:tav tm="0">
                                          <p:val>
                                            <p:fltVal val="0"/>
                                          </p:val>
                                        </p:tav>
                                        <p:tav tm="100000">
                                          <p:val>
                                            <p:strVal val="#ppt_w"/>
                                          </p:val>
                                        </p:tav>
                                      </p:tavLst>
                                    </p:anim>
                                    <p:anim calcmode="lin" valueType="num">
                                      <p:cBhvr>
                                        <p:cTn id="36" dur="500" fill="hold"/>
                                        <p:tgtEl>
                                          <p:spTgt spid="175"/>
                                        </p:tgtEl>
                                        <p:attrNameLst>
                                          <p:attrName>ppt_h</p:attrName>
                                        </p:attrNameLst>
                                      </p:cBhvr>
                                      <p:tavLst>
                                        <p:tav tm="0">
                                          <p:val>
                                            <p:fltVal val="0"/>
                                          </p:val>
                                        </p:tav>
                                        <p:tav tm="100000">
                                          <p:val>
                                            <p:strVal val="#ppt_h"/>
                                          </p:val>
                                        </p:tav>
                                      </p:tavLst>
                                    </p:anim>
                                    <p:animEffect transition="in" filter="fade">
                                      <p:cBhvr>
                                        <p:cTn id="37" dur="500"/>
                                        <p:tgtEl>
                                          <p:spTgt spid="175"/>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74" grpId="0"/>
      <p:bldP spid="175" grpId="0"/>
    </p:bldLst>
  </p:timing>
</p:sld>
</file>

<file path=ppt/slides/slide42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4" name="组合 3">
            <a:extLst>
              <a:ext uri="{FF2B5EF4-FFF2-40B4-BE49-F238E27FC236}">
                <a16:creationId xmlns:a16="http://schemas.microsoft.com/office/drawing/2014/main" id="{9A1EA9F2-FCB6-48C3-935F-7AE7E3AD14AC}"/>
              </a:ext>
            </a:extLst>
          </p:cNvPr>
          <p:cNvGrpSpPr/>
          <p:nvPr/>
        </p:nvGrpSpPr>
        <p:grpSpPr>
          <a:xfrm>
            <a:off x="304800" y="749300"/>
            <a:ext cx="6192344" cy="400110"/>
            <a:chOff x="424117" y="898245"/>
            <a:chExt cx="6192344" cy="400110"/>
          </a:xfrm>
        </p:grpSpPr>
        <p:sp>
          <p:nvSpPr>
            <p:cNvPr id="2" name="平行四边形 1">
              <a:extLst>
                <a:ext uri="{FF2B5EF4-FFF2-40B4-BE49-F238E27FC236}">
                  <a16:creationId xmlns:a16="http://schemas.microsoft.com/office/drawing/2014/main" id="{1F5BAA3F-9845-4F89-A2DD-8222D3E4EDAC}"/>
                </a:ext>
              </a:extLst>
            </p:cNvPr>
            <p:cNvSpPr/>
            <p:nvPr/>
          </p:nvSpPr>
          <p:spPr>
            <a:xfrm>
              <a:off x="424117" y="898245"/>
              <a:ext cx="628306" cy="387090"/>
            </a:xfrm>
            <a:prstGeom prst="parallelogram">
              <a:avLst/>
            </a:prstGeom>
            <a:solidFill>
              <a:schemeClr val="accent3">
                <a:lumMod val="75000"/>
              </a:schemeClr>
            </a:solidFill>
            <a:ln>
              <a:solidFill>
                <a:schemeClr val="accent3">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CN" sz="2200" dirty="0">
                  <a:latin typeface="Impact" panose="020B0806030902050204" pitchFamily="34" charset="0"/>
                </a:rPr>
                <a:t>01</a:t>
              </a:r>
              <a:endParaRPr lang="zh-CN" altLang="en-US" sz="2200" dirty="0">
                <a:latin typeface="Impact" panose="020B0806030902050204" pitchFamily="34" charset="0"/>
              </a:endParaRPr>
            </a:p>
          </p:txBody>
        </p:sp>
        <p:sp>
          <p:nvSpPr>
            <p:cNvPr id="3" name="文本框 2">
              <a:extLst>
                <a:ext uri="{FF2B5EF4-FFF2-40B4-BE49-F238E27FC236}">
                  <a16:creationId xmlns:a16="http://schemas.microsoft.com/office/drawing/2014/main" id="{4D6BD736-A4D3-4F26-AFED-36E11F50F70B}"/>
                </a:ext>
              </a:extLst>
            </p:cNvPr>
            <p:cNvSpPr txBox="1"/>
            <p:nvPr/>
          </p:nvSpPr>
          <p:spPr>
            <a:xfrm>
              <a:off x="1052423" y="898245"/>
              <a:ext cx="5564038" cy="400110"/>
            </a:xfrm>
            <a:prstGeom prst="rect">
              <a:avLst/>
            </a:prstGeom>
            <a:noFill/>
          </p:spPr>
          <p:txBody>
            <a:bodyPr wrap="square" rtlCol="0">
              <a:spAutoFit/>
            </a:bodyPr>
            <a:lstStyle/>
            <a:p>
              <a:r>
                <a:rPr lang="zh-CN" altLang="en-US" sz="2000" b="1" dirty="0">
                  <a:solidFill>
                    <a:schemeClr val="tx1"/>
                  </a:solidFill>
                  <a:latin typeface="Arial Narrow" panose="020B0606020202030204" pitchFamily="34" charset="0"/>
                </a:rPr>
                <a:t>以太网交换机</a:t>
              </a:r>
              <a:endParaRPr lang="en-US" altLang="zh-CN" sz="2000" b="1" dirty="0">
                <a:solidFill>
                  <a:schemeClr val="tx1"/>
                </a:solidFill>
                <a:latin typeface="Arial Narrow" panose="020B0606020202030204" pitchFamily="34" charset="0"/>
              </a:endParaRPr>
            </a:p>
          </p:txBody>
        </p:sp>
      </p:grpSp>
      <p:cxnSp>
        <p:nvCxnSpPr>
          <p:cNvPr id="20" name="直接连接符 19">
            <a:extLst>
              <a:ext uri="{FF2B5EF4-FFF2-40B4-BE49-F238E27FC236}">
                <a16:creationId xmlns:a16="http://schemas.microsoft.com/office/drawing/2014/main" id="{1D08DEA6-8B8C-4A9C-808B-4D83CA7588E6}"/>
              </a:ext>
            </a:extLst>
          </p:cNvPr>
          <p:cNvCxnSpPr/>
          <p:nvPr/>
        </p:nvCxnSpPr>
        <p:spPr>
          <a:xfrm>
            <a:off x="1224323" y="3659267"/>
            <a:ext cx="4249657" cy="0"/>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cxnSp>
        <p:nvCxnSpPr>
          <p:cNvPr id="22" name="直接连接符 21">
            <a:extLst>
              <a:ext uri="{FF2B5EF4-FFF2-40B4-BE49-F238E27FC236}">
                <a16:creationId xmlns:a16="http://schemas.microsoft.com/office/drawing/2014/main" id="{42812BCB-597E-4460-B8C5-3A61B95297F0}"/>
              </a:ext>
            </a:extLst>
          </p:cNvPr>
          <p:cNvCxnSpPr/>
          <p:nvPr/>
        </p:nvCxnSpPr>
        <p:spPr>
          <a:xfrm>
            <a:off x="3098435" y="3659267"/>
            <a:ext cx="0" cy="1383809"/>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sp>
        <p:nvSpPr>
          <p:cNvPr id="102" name="íşlïḍè">
            <a:extLst>
              <a:ext uri="{FF2B5EF4-FFF2-40B4-BE49-F238E27FC236}">
                <a16:creationId xmlns:a16="http://schemas.microsoft.com/office/drawing/2014/main" id="{0D95E7E5-F506-4649-9080-9456A3744336}"/>
              </a:ext>
            </a:extLst>
          </p:cNvPr>
          <p:cNvSpPr txBox="1"/>
          <p:nvPr/>
        </p:nvSpPr>
        <p:spPr>
          <a:xfrm>
            <a:off x="788101" y="1250252"/>
            <a:ext cx="11099099" cy="867998"/>
          </a:xfrm>
          <a:prstGeom prst="rect">
            <a:avLst/>
          </a:prstGeom>
          <a:noFill/>
        </p:spPr>
        <p:txBody>
          <a:bodyPr wrap="square" lIns="91440" tIns="45720" rIns="91440" bIns="45720" anchor="ctr">
            <a:noAutofit/>
          </a:bodyPr>
          <a:lstStyle/>
          <a:p>
            <a:r>
              <a:rPr lang="en-US" altLang="zh-CN" b="1" dirty="0">
                <a:latin typeface="Arial Narrow" panose="020B0606020202030204" pitchFamily="34" charset="0"/>
              </a:rPr>
              <a:t>【2014</a:t>
            </a:r>
            <a:r>
              <a:rPr lang="zh-CN" altLang="en-US" b="1" dirty="0">
                <a:latin typeface="Arial Narrow" panose="020B0606020202030204" pitchFamily="34" charset="0"/>
              </a:rPr>
              <a:t>年 题</a:t>
            </a:r>
            <a:r>
              <a:rPr lang="en-US" altLang="zh-CN" b="1" dirty="0">
                <a:latin typeface="Arial Narrow" panose="020B0606020202030204" pitchFamily="34" charset="0"/>
              </a:rPr>
              <a:t>34】</a:t>
            </a:r>
            <a:r>
              <a:rPr lang="zh-CN" altLang="en-US" b="1" dirty="0">
                <a:latin typeface="Arial Narrow" panose="020B0606020202030204" pitchFamily="34" charset="0"/>
              </a:rPr>
              <a:t>某以太网拓扑及交换机当前转发表如下图所示，主机</a:t>
            </a:r>
            <a:r>
              <a:rPr lang="en-US" altLang="zh-CN" b="1" dirty="0">
                <a:latin typeface="Arial Narrow" panose="020B0606020202030204" pitchFamily="34" charset="0"/>
              </a:rPr>
              <a:t>00-e1-d5-00-23-a1</a:t>
            </a:r>
            <a:r>
              <a:rPr lang="zh-CN" altLang="en-US" b="1" dirty="0">
                <a:latin typeface="Arial Narrow" panose="020B0606020202030204" pitchFamily="34" charset="0"/>
              </a:rPr>
              <a:t>向主机</a:t>
            </a:r>
            <a:r>
              <a:rPr lang="en-US" altLang="zh-CN" b="1" dirty="0">
                <a:latin typeface="Arial Narrow" panose="020B0606020202030204" pitchFamily="34" charset="0"/>
              </a:rPr>
              <a:t>00-e1-d5-00-23-c1</a:t>
            </a:r>
          </a:p>
          <a:p>
            <a:r>
              <a:rPr lang="en-US" altLang="zh-CN" b="1" dirty="0">
                <a:latin typeface="Arial Narrow" panose="020B0606020202030204" pitchFamily="34" charset="0"/>
              </a:rPr>
              <a:t>                              </a:t>
            </a:r>
            <a:r>
              <a:rPr lang="zh-CN" altLang="en-US" b="1" dirty="0">
                <a:latin typeface="Arial Narrow" panose="020B0606020202030204" pitchFamily="34" charset="0"/>
              </a:rPr>
              <a:t>发送</a:t>
            </a:r>
            <a:r>
              <a:rPr lang="en-US" altLang="zh-CN" b="1" dirty="0">
                <a:latin typeface="Arial Narrow" panose="020B0606020202030204" pitchFamily="34" charset="0"/>
              </a:rPr>
              <a:t>1</a:t>
            </a:r>
            <a:r>
              <a:rPr lang="zh-CN" altLang="en-US" b="1" dirty="0">
                <a:latin typeface="Arial Narrow" panose="020B0606020202030204" pitchFamily="34" charset="0"/>
              </a:rPr>
              <a:t>个数据帧，主机</a:t>
            </a:r>
            <a:r>
              <a:rPr lang="en-US" altLang="zh-CN" b="1" dirty="0">
                <a:latin typeface="Arial Narrow" panose="020B0606020202030204" pitchFamily="34" charset="0"/>
              </a:rPr>
              <a:t>00-e1-d5-00-23-c1</a:t>
            </a:r>
            <a:r>
              <a:rPr lang="zh-CN" altLang="en-US" b="1" dirty="0">
                <a:latin typeface="Arial Narrow" panose="020B0606020202030204" pitchFamily="34" charset="0"/>
              </a:rPr>
              <a:t>收到该帧后，向主机</a:t>
            </a:r>
            <a:r>
              <a:rPr lang="en-US" altLang="zh-CN" b="1" dirty="0">
                <a:latin typeface="Arial Narrow" panose="020B0606020202030204" pitchFamily="34" charset="0"/>
              </a:rPr>
              <a:t>00-e1-d5-00-23-a1</a:t>
            </a:r>
            <a:r>
              <a:rPr lang="zh-CN" altLang="en-US" b="1" dirty="0">
                <a:latin typeface="Arial Narrow" panose="020B0606020202030204" pitchFamily="34" charset="0"/>
              </a:rPr>
              <a:t>发送</a:t>
            </a:r>
            <a:r>
              <a:rPr lang="en-US" altLang="zh-CN" b="1" dirty="0">
                <a:latin typeface="Arial Narrow" panose="020B0606020202030204" pitchFamily="34" charset="0"/>
              </a:rPr>
              <a:t>1</a:t>
            </a:r>
            <a:r>
              <a:rPr lang="zh-CN" altLang="en-US" b="1" dirty="0">
                <a:latin typeface="Arial Narrow" panose="020B0606020202030204" pitchFamily="34" charset="0"/>
              </a:rPr>
              <a:t>个确认帧，交</a:t>
            </a:r>
            <a:endParaRPr lang="en-US" altLang="zh-CN" b="1" dirty="0">
              <a:latin typeface="Arial Narrow" panose="020B0606020202030204" pitchFamily="34" charset="0"/>
            </a:endParaRPr>
          </a:p>
          <a:p>
            <a:r>
              <a:rPr lang="en-US" altLang="zh-CN" b="1" dirty="0">
                <a:latin typeface="Arial Narrow" panose="020B0606020202030204" pitchFamily="34" charset="0"/>
              </a:rPr>
              <a:t>                              </a:t>
            </a:r>
            <a:r>
              <a:rPr lang="zh-CN" altLang="en-US" b="1" dirty="0">
                <a:latin typeface="Arial Narrow" panose="020B0606020202030204" pitchFamily="34" charset="0"/>
              </a:rPr>
              <a:t>换机对这两个帧的转发端口分别是（      ）。</a:t>
            </a:r>
          </a:p>
        </p:txBody>
      </p:sp>
      <p:sp>
        <p:nvSpPr>
          <p:cNvPr id="133" name="íşlïḍè">
            <a:extLst>
              <a:ext uri="{FF2B5EF4-FFF2-40B4-BE49-F238E27FC236}">
                <a16:creationId xmlns:a16="http://schemas.microsoft.com/office/drawing/2014/main" id="{77FBDFF3-30D6-4ECB-81F5-2CCD9CC310AE}"/>
              </a:ext>
            </a:extLst>
          </p:cNvPr>
          <p:cNvSpPr txBox="1"/>
          <p:nvPr/>
        </p:nvSpPr>
        <p:spPr>
          <a:xfrm>
            <a:off x="2394332" y="2219092"/>
            <a:ext cx="1190906" cy="419569"/>
          </a:xfrm>
          <a:prstGeom prst="rect">
            <a:avLst/>
          </a:prstGeom>
          <a:noFill/>
        </p:spPr>
        <p:txBody>
          <a:bodyPr wrap="square" lIns="91440" tIns="45720" rIns="91440" bIns="45720" anchor="ctr">
            <a:noAutofit/>
          </a:bodyPr>
          <a:lstStyle/>
          <a:p>
            <a:r>
              <a:rPr lang="en-US" altLang="zh-CN" b="1" dirty="0">
                <a:latin typeface="Arial Narrow" panose="020B0606020202030204" pitchFamily="34" charset="0"/>
              </a:rPr>
              <a:t>A. {3}</a:t>
            </a:r>
            <a:r>
              <a:rPr lang="zh-CN" altLang="en-US" b="1" dirty="0">
                <a:latin typeface="Arial Narrow" panose="020B0606020202030204" pitchFamily="34" charset="0"/>
              </a:rPr>
              <a:t>和</a:t>
            </a:r>
            <a:r>
              <a:rPr lang="en-US" altLang="zh-CN" b="1" dirty="0">
                <a:latin typeface="Arial Narrow" panose="020B0606020202030204" pitchFamily="34" charset="0"/>
              </a:rPr>
              <a:t>{1}</a:t>
            </a:r>
            <a:endParaRPr lang="zh-CN" altLang="en-US" b="1" dirty="0">
              <a:latin typeface="Arial Narrow" panose="020B0606020202030204" pitchFamily="34" charset="0"/>
            </a:endParaRPr>
          </a:p>
        </p:txBody>
      </p:sp>
      <p:sp>
        <p:nvSpPr>
          <p:cNvPr id="134" name="íşlïḍè">
            <a:extLst>
              <a:ext uri="{FF2B5EF4-FFF2-40B4-BE49-F238E27FC236}">
                <a16:creationId xmlns:a16="http://schemas.microsoft.com/office/drawing/2014/main" id="{A4085E74-358D-47C9-A08A-4CA847FD5A5A}"/>
              </a:ext>
            </a:extLst>
          </p:cNvPr>
          <p:cNvSpPr txBox="1"/>
          <p:nvPr/>
        </p:nvSpPr>
        <p:spPr>
          <a:xfrm>
            <a:off x="4434078" y="2219092"/>
            <a:ext cx="1531887" cy="419569"/>
          </a:xfrm>
          <a:prstGeom prst="rect">
            <a:avLst/>
          </a:prstGeom>
          <a:noFill/>
        </p:spPr>
        <p:txBody>
          <a:bodyPr wrap="square" lIns="91440" tIns="45720" rIns="91440" bIns="45720" anchor="ctr">
            <a:noAutofit/>
          </a:bodyPr>
          <a:lstStyle/>
          <a:p>
            <a:r>
              <a:rPr lang="en-US" altLang="zh-CN" b="1" dirty="0">
                <a:latin typeface="Arial Narrow" panose="020B0606020202030204" pitchFamily="34" charset="0"/>
              </a:rPr>
              <a:t>B. {2</a:t>
            </a:r>
            <a:r>
              <a:rPr lang="zh-CN" altLang="en-US" b="1" dirty="0">
                <a:latin typeface="Arial Narrow" panose="020B0606020202030204" pitchFamily="34" charset="0"/>
              </a:rPr>
              <a:t>，</a:t>
            </a:r>
            <a:r>
              <a:rPr lang="en-US" altLang="zh-CN" b="1" dirty="0">
                <a:latin typeface="Arial Narrow" panose="020B0606020202030204" pitchFamily="34" charset="0"/>
              </a:rPr>
              <a:t>3}</a:t>
            </a:r>
            <a:r>
              <a:rPr lang="zh-CN" altLang="en-US" b="1" dirty="0">
                <a:latin typeface="Arial Narrow" panose="020B0606020202030204" pitchFamily="34" charset="0"/>
              </a:rPr>
              <a:t>和</a:t>
            </a:r>
            <a:r>
              <a:rPr lang="en-US" altLang="zh-CN" b="1" dirty="0">
                <a:latin typeface="Arial Narrow" panose="020B0606020202030204" pitchFamily="34" charset="0"/>
              </a:rPr>
              <a:t>{1}</a:t>
            </a:r>
            <a:endParaRPr lang="zh-CN" altLang="en-US" b="1" dirty="0">
              <a:latin typeface="Arial Narrow" panose="020B0606020202030204" pitchFamily="34" charset="0"/>
            </a:endParaRPr>
          </a:p>
        </p:txBody>
      </p:sp>
      <p:sp>
        <p:nvSpPr>
          <p:cNvPr id="135" name="íşlïḍè">
            <a:extLst>
              <a:ext uri="{FF2B5EF4-FFF2-40B4-BE49-F238E27FC236}">
                <a16:creationId xmlns:a16="http://schemas.microsoft.com/office/drawing/2014/main" id="{060B6289-C751-4650-BC65-2FB8CB2D0044}"/>
              </a:ext>
            </a:extLst>
          </p:cNvPr>
          <p:cNvSpPr txBox="1"/>
          <p:nvPr/>
        </p:nvSpPr>
        <p:spPr>
          <a:xfrm>
            <a:off x="6814805" y="2219092"/>
            <a:ext cx="1813008" cy="419569"/>
          </a:xfrm>
          <a:prstGeom prst="rect">
            <a:avLst/>
          </a:prstGeom>
          <a:noFill/>
        </p:spPr>
        <p:txBody>
          <a:bodyPr wrap="square" lIns="91440" tIns="45720" rIns="91440" bIns="45720" anchor="ctr">
            <a:noAutofit/>
          </a:bodyPr>
          <a:lstStyle/>
          <a:p>
            <a:r>
              <a:rPr lang="en-US" altLang="zh-CN" b="1" dirty="0">
                <a:latin typeface="Arial Narrow" panose="020B0606020202030204" pitchFamily="34" charset="0"/>
              </a:rPr>
              <a:t>C. {2</a:t>
            </a:r>
            <a:r>
              <a:rPr lang="zh-CN" altLang="en-US" b="1" dirty="0">
                <a:latin typeface="Arial Narrow" panose="020B0606020202030204" pitchFamily="34" charset="0"/>
              </a:rPr>
              <a:t>，</a:t>
            </a:r>
            <a:r>
              <a:rPr lang="en-US" altLang="zh-CN" b="1" dirty="0">
                <a:latin typeface="Arial Narrow" panose="020B0606020202030204" pitchFamily="34" charset="0"/>
              </a:rPr>
              <a:t>3}</a:t>
            </a:r>
            <a:r>
              <a:rPr lang="zh-CN" altLang="en-US" b="1" dirty="0">
                <a:latin typeface="Arial Narrow" panose="020B0606020202030204" pitchFamily="34" charset="0"/>
              </a:rPr>
              <a:t>和</a:t>
            </a:r>
            <a:r>
              <a:rPr lang="en-US" altLang="zh-CN" b="1" dirty="0">
                <a:latin typeface="Arial Narrow" panose="020B0606020202030204" pitchFamily="34" charset="0"/>
              </a:rPr>
              <a:t>{1</a:t>
            </a:r>
            <a:r>
              <a:rPr lang="zh-CN" altLang="en-US" b="1" dirty="0">
                <a:latin typeface="Arial Narrow" panose="020B0606020202030204" pitchFamily="34" charset="0"/>
              </a:rPr>
              <a:t>，</a:t>
            </a:r>
            <a:r>
              <a:rPr lang="en-US" altLang="zh-CN" b="1" dirty="0">
                <a:latin typeface="Arial Narrow" panose="020B0606020202030204" pitchFamily="34" charset="0"/>
              </a:rPr>
              <a:t>2}</a:t>
            </a:r>
            <a:endParaRPr lang="zh-CN" altLang="en-US" b="1" dirty="0">
              <a:latin typeface="Arial Narrow" panose="020B0606020202030204" pitchFamily="34" charset="0"/>
            </a:endParaRPr>
          </a:p>
        </p:txBody>
      </p:sp>
      <p:sp>
        <p:nvSpPr>
          <p:cNvPr id="160" name="íşlïḍè">
            <a:extLst>
              <a:ext uri="{FF2B5EF4-FFF2-40B4-BE49-F238E27FC236}">
                <a16:creationId xmlns:a16="http://schemas.microsoft.com/office/drawing/2014/main" id="{9E89E12A-9087-4A36-9F9E-B1092750D62D}"/>
              </a:ext>
            </a:extLst>
          </p:cNvPr>
          <p:cNvSpPr txBox="1"/>
          <p:nvPr/>
        </p:nvSpPr>
        <p:spPr>
          <a:xfrm>
            <a:off x="9476652" y="2219092"/>
            <a:ext cx="1813008" cy="419569"/>
          </a:xfrm>
          <a:prstGeom prst="rect">
            <a:avLst/>
          </a:prstGeom>
          <a:noFill/>
        </p:spPr>
        <p:txBody>
          <a:bodyPr wrap="square" lIns="91440" tIns="45720" rIns="91440" bIns="45720" anchor="ctr">
            <a:noAutofit/>
          </a:bodyPr>
          <a:lstStyle/>
          <a:p>
            <a:r>
              <a:rPr lang="en-US" altLang="zh-CN" b="1" dirty="0">
                <a:latin typeface="Arial Narrow" panose="020B0606020202030204" pitchFamily="34" charset="0"/>
              </a:rPr>
              <a:t>D. {1</a:t>
            </a:r>
            <a:r>
              <a:rPr lang="zh-CN" altLang="en-US" b="1" dirty="0">
                <a:latin typeface="Arial Narrow" panose="020B0606020202030204" pitchFamily="34" charset="0"/>
              </a:rPr>
              <a:t>，</a:t>
            </a:r>
            <a:r>
              <a:rPr lang="en-US" altLang="zh-CN" b="1" dirty="0">
                <a:latin typeface="Arial Narrow" panose="020B0606020202030204" pitchFamily="34" charset="0"/>
              </a:rPr>
              <a:t>2</a:t>
            </a:r>
            <a:r>
              <a:rPr lang="zh-CN" altLang="en-US" b="1" dirty="0">
                <a:latin typeface="Arial Narrow" panose="020B0606020202030204" pitchFamily="34" charset="0"/>
              </a:rPr>
              <a:t>，</a:t>
            </a:r>
            <a:r>
              <a:rPr lang="en-US" altLang="zh-CN" b="1" dirty="0">
                <a:latin typeface="Arial Narrow" panose="020B0606020202030204" pitchFamily="34" charset="0"/>
              </a:rPr>
              <a:t>3}</a:t>
            </a:r>
            <a:r>
              <a:rPr lang="zh-CN" altLang="en-US" b="1" dirty="0">
                <a:latin typeface="Arial Narrow" panose="020B0606020202030204" pitchFamily="34" charset="0"/>
              </a:rPr>
              <a:t>和</a:t>
            </a:r>
            <a:r>
              <a:rPr lang="en-US" altLang="zh-CN" b="1" dirty="0">
                <a:latin typeface="Arial Narrow" panose="020B0606020202030204" pitchFamily="34" charset="0"/>
              </a:rPr>
              <a:t>{1}</a:t>
            </a:r>
            <a:endParaRPr lang="zh-CN" altLang="en-US" b="1" dirty="0">
              <a:latin typeface="Arial Narrow" panose="020B0606020202030204" pitchFamily="34" charset="0"/>
            </a:endParaRPr>
          </a:p>
        </p:txBody>
      </p:sp>
      <p:pic>
        <p:nvPicPr>
          <p:cNvPr id="162" name="图形 161">
            <a:extLst>
              <a:ext uri="{FF2B5EF4-FFF2-40B4-BE49-F238E27FC236}">
                <a16:creationId xmlns:a16="http://schemas.microsoft.com/office/drawing/2014/main" id="{A2F9D49C-5E2E-4D9F-AAB6-33B471B7144E}"/>
              </a:ext>
            </a:extLst>
          </p:cNvPr>
          <p:cNvPicPr>
            <a:picLocks noChangeAspect="1"/>
          </p:cNvPicPr>
          <p:nvPr/>
        </p:nvPicPr>
        <p:blipFill>
          <a:blip r:embed="rId3">
            <a:extLst>
              <a:ext uri="{28A0092B-C50C-407E-A947-70E740481C1C}">
                <a14:useLocalDpi xmlns:a14="http://schemas.microsoft.com/office/drawing/2010/main" val="0"/>
              </a:ext>
              <a:ext uri="{96DAC541-7B7A-43D3-8B79-37D633B846F1}">
                <asvg:svgBlip xmlns:asvg="http://schemas.microsoft.com/office/drawing/2016/SVG/main" r:embed="rId4"/>
              </a:ext>
            </a:extLst>
          </a:blip>
          <a:stretch>
            <a:fillRect/>
          </a:stretch>
        </p:blipFill>
        <p:spPr>
          <a:xfrm>
            <a:off x="618953" y="3180115"/>
            <a:ext cx="718734" cy="695168"/>
          </a:xfrm>
          <a:prstGeom prst="rect">
            <a:avLst/>
          </a:prstGeom>
        </p:spPr>
      </p:pic>
      <p:pic>
        <p:nvPicPr>
          <p:cNvPr id="163" name="图片 162" descr="图标&#10;&#10;描述已自动生成">
            <a:extLst>
              <a:ext uri="{FF2B5EF4-FFF2-40B4-BE49-F238E27FC236}">
                <a16:creationId xmlns:a16="http://schemas.microsoft.com/office/drawing/2014/main" id="{098FC307-200B-4135-8757-0932E39F0595}"/>
              </a:ext>
            </a:extLst>
          </p:cNvPr>
          <p:cNvPicPr>
            <a:picLocks noChangeAspect="1"/>
          </p:cNvPicPr>
          <p:nvPr/>
        </p:nvPicPr>
        <p:blipFill>
          <a:blip r:embed="rId5">
            <a:extLst>
              <a:ext uri="{28A0092B-C50C-407E-A947-70E740481C1C}">
                <a14:useLocalDpi xmlns:a14="http://schemas.microsoft.com/office/drawing/2010/main" val="0"/>
              </a:ext>
            </a:extLst>
          </a:blip>
          <a:stretch>
            <a:fillRect/>
          </a:stretch>
        </p:blipFill>
        <p:spPr>
          <a:xfrm>
            <a:off x="2835561" y="3297947"/>
            <a:ext cx="561856" cy="724169"/>
          </a:xfrm>
          <a:prstGeom prst="rect">
            <a:avLst/>
          </a:prstGeom>
        </p:spPr>
      </p:pic>
      <p:pic>
        <p:nvPicPr>
          <p:cNvPr id="164" name="图形 163">
            <a:extLst>
              <a:ext uri="{FF2B5EF4-FFF2-40B4-BE49-F238E27FC236}">
                <a16:creationId xmlns:a16="http://schemas.microsoft.com/office/drawing/2014/main" id="{D551D37C-66CB-463B-96B4-A000CA7D6E30}"/>
              </a:ext>
            </a:extLst>
          </p:cNvPr>
          <p:cNvPicPr>
            <a:picLocks noChangeAspect="1"/>
          </p:cNvPicPr>
          <p:nvPr/>
        </p:nvPicPr>
        <p:blipFill>
          <a:blip r:embed="rId3">
            <a:extLst>
              <a:ext uri="{28A0092B-C50C-407E-A947-70E740481C1C}">
                <a14:useLocalDpi xmlns:a14="http://schemas.microsoft.com/office/drawing/2010/main" val="0"/>
              </a:ext>
              <a:ext uri="{96DAC541-7B7A-43D3-8B79-37D633B846F1}">
                <asvg:svgBlip xmlns:asvg="http://schemas.microsoft.com/office/drawing/2016/SVG/main" r:embed="rId4"/>
              </a:ext>
            </a:extLst>
          </a:blip>
          <a:stretch>
            <a:fillRect/>
          </a:stretch>
        </p:blipFill>
        <p:spPr>
          <a:xfrm>
            <a:off x="4895291" y="3180115"/>
            <a:ext cx="718734" cy="695168"/>
          </a:xfrm>
          <a:prstGeom prst="rect">
            <a:avLst/>
          </a:prstGeom>
        </p:spPr>
      </p:pic>
      <p:pic>
        <p:nvPicPr>
          <p:cNvPr id="166" name="图形 165">
            <a:extLst>
              <a:ext uri="{FF2B5EF4-FFF2-40B4-BE49-F238E27FC236}">
                <a16:creationId xmlns:a16="http://schemas.microsoft.com/office/drawing/2014/main" id="{A0839210-7556-47F3-9CC5-A2BB21ECEA5F}"/>
              </a:ext>
            </a:extLst>
          </p:cNvPr>
          <p:cNvPicPr>
            <a:picLocks noChangeAspect="1"/>
          </p:cNvPicPr>
          <p:nvPr/>
        </p:nvPicPr>
        <p:blipFill>
          <a:blip r:embed="rId3">
            <a:extLst>
              <a:ext uri="{28A0092B-C50C-407E-A947-70E740481C1C}">
                <a14:useLocalDpi xmlns:a14="http://schemas.microsoft.com/office/drawing/2010/main" val="0"/>
              </a:ext>
              <a:ext uri="{96DAC541-7B7A-43D3-8B79-37D633B846F1}">
                <asvg:svgBlip xmlns:asvg="http://schemas.microsoft.com/office/drawing/2016/SVG/main" r:embed="rId4"/>
              </a:ext>
            </a:extLst>
          </a:blip>
          <a:stretch>
            <a:fillRect/>
          </a:stretch>
        </p:blipFill>
        <p:spPr>
          <a:xfrm>
            <a:off x="2630418" y="4695492"/>
            <a:ext cx="718734" cy="695168"/>
          </a:xfrm>
          <a:prstGeom prst="rect">
            <a:avLst/>
          </a:prstGeom>
        </p:spPr>
      </p:pic>
      <p:sp>
        <p:nvSpPr>
          <p:cNvPr id="167" name="íşlïḍè">
            <a:extLst>
              <a:ext uri="{FF2B5EF4-FFF2-40B4-BE49-F238E27FC236}">
                <a16:creationId xmlns:a16="http://schemas.microsoft.com/office/drawing/2014/main" id="{D64F3C05-A1F9-481F-8A33-375E1733727B}"/>
              </a:ext>
            </a:extLst>
          </p:cNvPr>
          <p:cNvSpPr txBox="1"/>
          <p:nvPr/>
        </p:nvSpPr>
        <p:spPr>
          <a:xfrm>
            <a:off x="2606555" y="2970148"/>
            <a:ext cx="1019868" cy="326271"/>
          </a:xfrm>
          <a:prstGeom prst="rect">
            <a:avLst/>
          </a:prstGeom>
          <a:noFill/>
        </p:spPr>
        <p:txBody>
          <a:bodyPr wrap="square" lIns="91440" tIns="45720" rIns="91440" bIns="45720" anchor="ctr">
            <a:noAutofit/>
          </a:bodyPr>
          <a:lstStyle/>
          <a:p>
            <a:pPr algn="ctr"/>
            <a:r>
              <a:rPr lang="zh-CN" altLang="en-US" b="1" dirty="0">
                <a:latin typeface="Arial Narrow" panose="020B0606020202030204" pitchFamily="34" charset="0"/>
              </a:rPr>
              <a:t>交换机</a:t>
            </a:r>
          </a:p>
        </p:txBody>
      </p:sp>
      <p:sp>
        <p:nvSpPr>
          <p:cNvPr id="168" name="íşlïḍè">
            <a:extLst>
              <a:ext uri="{FF2B5EF4-FFF2-40B4-BE49-F238E27FC236}">
                <a16:creationId xmlns:a16="http://schemas.microsoft.com/office/drawing/2014/main" id="{7B00BB0C-D68E-40DF-8ED6-C4F99E0089C1}"/>
              </a:ext>
            </a:extLst>
          </p:cNvPr>
          <p:cNvSpPr txBox="1"/>
          <p:nvPr/>
        </p:nvSpPr>
        <p:spPr>
          <a:xfrm>
            <a:off x="2594086" y="3364563"/>
            <a:ext cx="275343" cy="326271"/>
          </a:xfrm>
          <a:prstGeom prst="rect">
            <a:avLst/>
          </a:prstGeom>
          <a:noFill/>
        </p:spPr>
        <p:txBody>
          <a:bodyPr wrap="square" lIns="91440" tIns="45720" rIns="91440" bIns="45720" anchor="ctr">
            <a:noAutofit/>
          </a:bodyPr>
          <a:lstStyle/>
          <a:p>
            <a:pPr algn="ctr"/>
            <a:r>
              <a:rPr lang="en-US" altLang="zh-CN" b="1" dirty="0">
                <a:latin typeface="Arial Narrow" panose="020B0606020202030204" pitchFamily="34" charset="0"/>
              </a:rPr>
              <a:t>1</a:t>
            </a:r>
            <a:endParaRPr lang="zh-CN" altLang="en-US" b="1" dirty="0">
              <a:latin typeface="Arial Narrow" panose="020B0606020202030204" pitchFamily="34" charset="0"/>
            </a:endParaRPr>
          </a:p>
        </p:txBody>
      </p:sp>
      <p:sp>
        <p:nvSpPr>
          <p:cNvPr id="169" name="íşlïḍè">
            <a:extLst>
              <a:ext uri="{FF2B5EF4-FFF2-40B4-BE49-F238E27FC236}">
                <a16:creationId xmlns:a16="http://schemas.microsoft.com/office/drawing/2014/main" id="{B5BFDF59-D022-45FA-887A-F62789F331A0}"/>
              </a:ext>
            </a:extLst>
          </p:cNvPr>
          <p:cNvSpPr txBox="1"/>
          <p:nvPr/>
        </p:nvSpPr>
        <p:spPr>
          <a:xfrm>
            <a:off x="2829327" y="3843715"/>
            <a:ext cx="275343" cy="326271"/>
          </a:xfrm>
          <a:prstGeom prst="rect">
            <a:avLst/>
          </a:prstGeom>
          <a:noFill/>
        </p:spPr>
        <p:txBody>
          <a:bodyPr wrap="square" lIns="91440" tIns="45720" rIns="91440" bIns="45720" anchor="ctr">
            <a:noAutofit/>
          </a:bodyPr>
          <a:lstStyle/>
          <a:p>
            <a:pPr algn="ctr"/>
            <a:r>
              <a:rPr lang="en-US" altLang="zh-CN" b="1" dirty="0">
                <a:latin typeface="Arial Narrow" panose="020B0606020202030204" pitchFamily="34" charset="0"/>
              </a:rPr>
              <a:t>2</a:t>
            </a:r>
            <a:endParaRPr lang="zh-CN" altLang="en-US" b="1" dirty="0">
              <a:latin typeface="Arial Narrow" panose="020B0606020202030204" pitchFamily="34" charset="0"/>
            </a:endParaRPr>
          </a:p>
        </p:txBody>
      </p:sp>
      <p:sp>
        <p:nvSpPr>
          <p:cNvPr id="170" name="íşlïḍè">
            <a:extLst>
              <a:ext uri="{FF2B5EF4-FFF2-40B4-BE49-F238E27FC236}">
                <a16:creationId xmlns:a16="http://schemas.microsoft.com/office/drawing/2014/main" id="{E15BF6C4-1437-44B5-97CF-8A81562862CC}"/>
              </a:ext>
            </a:extLst>
          </p:cNvPr>
          <p:cNvSpPr txBox="1"/>
          <p:nvPr/>
        </p:nvSpPr>
        <p:spPr>
          <a:xfrm>
            <a:off x="3351080" y="3364562"/>
            <a:ext cx="275343" cy="326271"/>
          </a:xfrm>
          <a:prstGeom prst="rect">
            <a:avLst/>
          </a:prstGeom>
          <a:noFill/>
        </p:spPr>
        <p:txBody>
          <a:bodyPr wrap="square" lIns="91440" tIns="45720" rIns="91440" bIns="45720" anchor="ctr">
            <a:noAutofit/>
          </a:bodyPr>
          <a:lstStyle/>
          <a:p>
            <a:pPr algn="ctr"/>
            <a:r>
              <a:rPr lang="en-US" altLang="zh-CN" b="1" dirty="0">
                <a:latin typeface="Arial Narrow" panose="020B0606020202030204" pitchFamily="34" charset="0"/>
              </a:rPr>
              <a:t>3</a:t>
            </a:r>
            <a:endParaRPr lang="zh-CN" altLang="en-US" b="1" dirty="0">
              <a:latin typeface="Arial Narrow" panose="020B0606020202030204" pitchFamily="34" charset="0"/>
            </a:endParaRPr>
          </a:p>
        </p:txBody>
      </p:sp>
      <p:sp>
        <p:nvSpPr>
          <p:cNvPr id="171" name="文本框 170">
            <a:extLst>
              <a:ext uri="{FF2B5EF4-FFF2-40B4-BE49-F238E27FC236}">
                <a16:creationId xmlns:a16="http://schemas.microsoft.com/office/drawing/2014/main" id="{5198A80A-F9E0-4C7D-AEED-79A95B2CD177}"/>
              </a:ext>
            </a:extLst>
          </p:cNvPr>
          <p:cNvSpPr txBox="1"/>
          <p:nvPr/>
        </p:nvSpPr>
        <p:spPr>
          <a:xfrm>
            <a:off x="185301" y="3872041"/>
            <a:ext cx="2078043" cy="369332"/>
          </a:xfrm>
          <a:prstGeom prst="rect">
            <a:avLst/>
          </a:prstGeom>
          <a:noFill/>
        </p:spPr>
        <p:txBody>
          <a:bodyPr wrap="square">
            <a:spAutoFit/>
          </a:bodyPr>
          <a:lstStyle/>
          <a:p>
            <a:pPr algn="ctr"/>
            <a:r>
              <a:rPr lang="en-US" altLang="zh-CN" b="1" dirty="0">
                <a:latin typeface="Arial Narrow" panose="020B0606020202030204" pitchFamily="34" charset="0"/>
              </a:rPr>
              <a:t>00-e1-d5-00-23-a1</a:t>
            </a:r>
            <a:endParaRPr lang="zh-CN" altLang="en-US" dirty="0"/>
          </a:p>
        </p:txBody>
      </p:sp>
      <p:sp>
        <p:nvSpPr>
          <p:cNvPr id="172" name="文本框 171">
            <a:extLst>
              <a:ext uri="{FF2B5EF4-FFF2-40B4-BE49-F238E27FC236}">
                <a16:creationId xmlns:a16="http://schemas.microsoft.com/office/drawing/2014/main" id="{452AE955-1525-43A2-BFEF-FD490FEBCCE1}"/>
              </a:ext>
            </a:extLst>
          </p:cNvPr>
          <p:cNvSpPr txBox="1"/>
          <p:nvPr/>
        </p:nvSpPr>
        <p:spPr>
          <a:xfrm>
            <a:off x="4215636" y="3872041"/>
            <a:ext cx="2078043" cy="369332"/>
          </a:xfrm>
          <a:prstGeom prst="rect">
            <a:avLst/>
          </a:prstGeom>
          <a:noFill/>
        </p:spPr>
        <p:txBody>
          <a:bodyPr wrap="square">
            <a:spAutoFit/>
          </a:bodyPr>
          <a:lstStyle/>
          <a:p>
            <a:pPr algn="ctr"/>
            <a:r>
              <a:rPr lang="en-US" altLang="zh-CN" b="1" dirty="0">
                <a:latin typeface="Arial Narrow" panose="020B0606020202030204" pitchFamily="34" charset="0"/>
              </a:rPr>
              <a:t>00-e1-d5-00-23-c1</a:t>
            </a:r>
            <a:endParaRPr lang="zh-CN" altLang="en-US" dirty="0"/>
          </a:p>
        </p:txBody>
      </p:sp>
      <p:sp>
        <p:nvSpPr>
          <p:cNvPr id="173" name="文本框 172">
            <a:extLst>
              <a:ext uri="{FF2B5EF4-FFF2-40B4-BE49-F238E27FC236}">
                <a16:creationId xmlns:a16="http://schemas.microsoft.com/office/drawing/2014/main" id="{C09FD4FE-21F0-4628-9773-AB55AA6F3509}"/>
              </a:ext>
            </a:extLst>
          </p:cNvPr>
          <p:cNvSpPr txBox="1"/>
          <p:nvPr/>
        </p:nvSpPr>
        <p:spPr>
          <a:xfrm>
            <a:off x="3143481" y="4928527"/>
            <a:ext cx="2078043" cy="369332"/>
          </a:xfrm>
          <a:prstGeom prst="rect">
            <a:avLst/>
          </a:prstGeom>
          <a:noFill/>
        </p:spPr>
        <p:txBody>
          <a:bodyPr wrap="square">
            <a:spAutoFit/>
          </a:bodyPr>
          <a:lstStyle/>
          <a:p>
            <a:pPr algn="ctr"/>
            <a:r>
              <a:rPr lang="en-US" altLang="zh-CN" b="1" dirty="0">
                <a:latin typeface="Arial Narrow" panose="020B0606020202030204" pitchFamily="34" charset="0"/>
              </a:rPr>
              <a:t>00-e1-d5-00-23-b1</a:t>
            </a:r>
            <a:endParaRPr lang="zh-CN" altLang="en-US" dirty="0"/>
          </a:p>
        </p:txBody>
      </p:sp>
      <p:graphicFrame>
        <p:nvGraphicFramePr>
          <p:cNvPr id="24" name="表格 24">
            <a:extLst>
              <a:ext uri="{FF2B5EF4-FFF2-40B4-BE49-F238E27FC236}">
                <a16:creationId xmlns:a16="http://schemas.microsoft.com/office/drawing/2014/main" id="{CDC24889-FBDA-4406-A523-97BE775BF34F}"/>
              </a:ext>
            </a:extLst>
          </p:cNvPr>
          <p:cNvGraphicFramePr>
            <a:graphicFrameLocks noGrp="1"/>
          </p:cNvGraphicFramePr>
          <p:nvPr/>
        </p:nvGraphicFramePr>
        <p:xfrm>
          <a:off x="6577977" y="3364562"/>
          <a:ext cx="4477782" cy="1483360"/>
        </p:xfrm>
        <a:graphic>
          <a:graphicData uri="http://schemas.openxmlformats.org/drawingml/2006/table">
            <a:tbl>
              <a:tblPr firstRow="1" bandRow="1">
                <a:tableStyleId>{5C22544A-7EE6-4342-B048-85BDC9FD1C3A}</a:tableStyleId>
              </a:tblPr>
              <a:tblGrid>
                <a:gridCol w="3013355">
                  <a:extLst>
                    <a:ext uri="{9D8B030D-6E8A-4147-A177-3AD203B41FA5}">
                      <a16:colId xmlns:a16="http://schemas.microsoft.com/office/drawing/2014/main" val="2713634541"/>
                    </a:ext>
                  </a:extLst>
                </a:gridCol>
                <a:gridCol w="1464427">
                  <a:extLst>
                    <a:ext uri="{9D8B030D-6E8A-4147-A177-3AD203B41FA5}">
                      <a16:colId xmlns:a16="http://schemas.microsoft.com/office/drawing/2014/main" val="2892807485"/>
                    </a:ext>
                  </a:extLst>
                </a:gridCol>
              </a:tblGrid>
              <a:tr h="370840">
                <a:tc>
                  <a:txBody>
                    <a:bodyPr/>
                    <a:lstStyle/>
                    <a:p>
                      <a:pPr algn="ctr"/>
                      <a:r>
                        <a:rPr lang="zh-CN" altLang="en-US" b="1" dirty="0">
                          <a:solidFill>
                            <a:schemeClr val="tx1"/>
                          </a:solidFill>
                        </a:rPr>
                        <a:t>目的地址</a:t>
                      </a: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algn="ctr"/>
                      <a:r>
                        <a:rPr lang="zh-CN" altLang="en-US" b="1" dirty="0">
                          <a:solidFill>
                            <a:schemeClr val="tx1"/>
                          </a:solidFill>
                        </a:rPr>
                        <a:t>端口</a:t>
                      </a: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extLst>
                  <a:ext uri="{0D108BD9-81ED-4DB2-BD59-A6C34878D82A}">
                    <a16:rowId xmlns:a16="http://schemas.microsoft.com/office/drawing/2014/main" val="793136129"/>
                  </a:ext>
                </a:extLst>
              </a:tr>
              <a:tr h="370840">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altLang="zh-CN" b="1" dirty="0">
                          <a:latin typeface="Arial Narrow" panose="020B0606020202030204" pitchFamily="34" charset="0"/>
                        </a:rPr>
                        <a:t>00-e1-d5-00-23-b1</a:t>
                      </a:r>
                      <a:endParaRPr lang="zh-CN" altLang="en-US" dirty="0"/>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algn="ctr"/>
                      <a:r>
                        <a:rPr lang="en-US" altLang="zh-CN" b="1" dirty="0">
                          <a:solidFill>
                            <a:schemeClr val="tx1"/>
                          </a:solidFill>
                        </a:rPr>
                        <a:t>2</a:t>
                      </a:r>
                      <a:endParaRPr lang="zh-CN" altLang="en-US" b="1" dirty="0">
                        <a:solidFill>
                          <a:schemeClr val="tx1"/>
                        </a:solidFill>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extLst>
                  <a:ext uri="{0D108BD9-81ED-4DB2-BD59-A6C34878D82A}">
                    <a16:rowId xmlns:a16="http://schemas.microsoft.com/office/drawing/2014/main" val="529624903"/>
                  </a:ext>
                </a:extLst>
              </a:tr>
              <a:tr h="370840">
                <a:tc>
                  <a:txBody>
                    <a:bodyPr/>
                    <a:lstStyle/>
                    <a:p>
                      <a:pPr algn="ctr"/>
                      <a:endParaRPr lang="zh-CN" altLang="en-US" b="1">
                        <a:solidFill>
                          <a:schemeClr val="tx1"/>
                        </a:solidFill>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algn="ctr"/>
                      <a:endParaRPr lang="zh-CN" altLang="en-US" b="1" dirty="0">
                        <a:solidFill>
                          <a:schemeClr val="tx1"/>
                        </a:solidFill>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extLst>
                  <a:ext uri="{0D108BD9-81ED-4DB2-BD59-A6C34878D82A}">
                    <a16:rowId xmlns:a16="http://schemas.microsoft.com/office/drawing/2014/main" val="631672874"/>
                  </a:ext>
                </a:extLst>
              </a:tr>
              <a:tr h="370840">
                <a:tc>
                  <a:txBody>
                    <a:bodyPr/>
                    <a:lstStyle/>
                    <a:p>
                      <a:pPr algn="ctr"/>
                      <a:endParaRPr lang="zh-CN" altLang="en-US" b="1">
                        <a:solidFill>
                          <a:schemeClr val="tx1"/>
                        </a:solidFill>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algn="ctr"/>
                      <a:endParaRPr lang="zh-CN" altLang="en-US" b="1" dirty="0">
                        <a:solidFill>
                          <a:schemeClr val="tx1"/>
                        </a:solidFill>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extLst>
                  <a:ext uri="{0D108BD9-81ED-4DB2-BD59-A6C34878D82A}">
                    <a16:rowId xmlns:a16="http://schemas.microsoft.com/office/drawing/2014/main" val="2784333398"/>
                  </a:ext>
                </a:extLst>
              </a:tr>
            </a:tbl>
          </a:graphicData>
        </a:graphic>
      </p:graphicFrame>
      <p:sp>
        <p:nvSpPr>
          <p:cNvPr id="174" name="íşlïḍè">
            <a:extLst>
              <a:ext uri="{FF2B5EF4-FFF2-40B4-BE49-F238E27FC236}">
                <a16:creationId xmlns:a16="http://schemas.microsoft.com/office/drawing/2014/main" id="{68C318E3-61EF-4CBD-A3D1-A845D378FEC4}"/>
              </a:ext>
            </a:extLst>
          </p:cNvPr>
          <p:cNvSpPr txBox="1"/>
          <p:nvPr/>
        </p:nvSpPr>
        <p:spPr>
          <a:xfrm>
            <a:off x="6024159" y="1749102"/>
            <a:ext cx="472985" cy="419569"/>
          </a:xfrm>
          <a:prstGeom prst="rect">
            <a:avLst/>
          </a:prstGeom>
          <a:noFill/>
        </p:spPr>
        <p:txBody>
          <a:bodyPr wrap="square" lIns="91440" tIns="45720" rIns="91440" bIns="45720" anchor="ctr">
            <a:noAutofit/>
          </a:bodyPr>
          <a:lstStyle/>
          <a:p>
            <a:pPr algn="ctr"/>
            <a:r>
              <a:rPr lang="en-US" altLang="zh-CN" sz="2800" b="1" dirty="0">
                <a:solidFill>
                  <a:schemeClr val="accent1">
                    <a:lumMod val="75000"/>
                  </a:schemeClr>
                </a:solidFill>
                <a:latin typeface="Arial Black" panose="020B0A04020102020204" pitchFamily="34" charset="0"/>
              </a:rPr>
              <a:t>B</a:t>
            </a:r>
            <a:endParaRPr lang="zh-CN" altLang="en-US" sz="2800" b="1" dirty="0">
              <a:solidFill>
                <a:schemeClr val="accent1">
                  <a:lumMod val="75000"/>
                </a:schemeClr>
              </a:solidFill>
              <a:latin typeface="Arial Black" panose="020B0A04020102020204" pitchFamily="34" charset="0"/>
            </a:endParaRPr>
          </a:p>
        </p:txBody>
      </p:sp>
      <p:sp>
        <p:nvSpPr>
          <p:cNvPr id="175" name="íşlïḍè">
            <a:extLst>
              <a:ext uri="{FF2B5EF4-FFF2-40B4-BE49-F238E27FC236}">
                <a16:creationId xmlns:a16="http://schemas.microsoft.com/office/drawing/2014/main" id="{C1614AF6-A49D-4F33-BE8B-57CE28597426}"/>
              </a:ext>
            </a:extLst>
          </p:cNvPr>
          <p:cNvSpPr txBox="1"/>
          <p:nvPr/>
        </p:nvSpPr>
        <p:spPr>
          <a:xfrm>
            <a:off x="742234" y="5390660"/>
            <a:ext cx="718734" cy="419569"/>
          </a:xfrm>
          <a:prstGeom prst="rect">
            <a:avLst/>
          </a:prstGeom>
          <a:noFill/>
        </p:spPr>
        <p:txBody>
          <a:bodyPr wrap="square" lIns="91440" tIns="45720" rIns="91440" bIns="45720" anchor="ctr">
            <a:noAutofit/>
          </a:bodyPr>
          <a:lstStyle/>
          <a:p>
            <a:r>
              <a:rPr lang="zh-CN" altLang="en-US" b="1" dirty="0">
                <a:latin typeface="Arial Narrow" panose="020B0606020202030204" pitchFamily="34" charset="0"/>
              </a:rPr>
              <a:t>解析</a:t>
            </a:r>
          </a:p>
        </p:txBody>
      </p:sp>
      <p:cxnSp>
        <p:nvCxnSpPr>
          <p:cNvPr id="6" name="连接符: 曲线 5">
            <a:extLst>
              <a:ext uri="{FF2B5EF4-FFF2-40B4-BE49-F238E27FC236}">
                <a16:creationId xmlns:a16="http://schemas.microsoft.com/office/drawing/2014/main" id="{CC6D807D-D5EB-41D3-864F-42DC453F096D}"/>
              </a:ext>
            </a:extLst>
          </p:cNvPr>
          <p:cNvCxnSpPr>
            <a:cxnSpLocks/>
            <a:stCxn id="162" idx="0"/>
            <a:endCxn id="164" idx="0"/>
          </p:cNvCxnSpPr>
          <p:nvPr/>
        </p:nvCxnSpPr>
        <p:spPr>
          <a:xfrm rot="5400000" flipH="1" flipV="1">
            <a:off x="3116489" y="1041946"/>
            <a:ext cx="12700" cy="4276338"/>
          </a:xfrm>
          <a:prstGeom prst="curvedConnector3">
            <a:avLst>
              <a:gd name="adj1" fmla="val 3026661"/>
            </a:avLst>
          </a:prstGeom>
          <a:ln w="25400">
            <a:solidFill>
              <a:schemeClr val="accent3"/>
            </a:solidFill>
            <a:prstDash val="dash"/>
            <a:tailEnd type="triangle" w="med" len="lg"/>
          </a:ln>
        </p:spPr>
        <p:style>
          <a:lnRef idx="1">
            <a:schemeClr val="accent1"/>
          </a:lnRef>
          <a:fillRef idx="0">
            <a:schemeClr val="accent1"/>
          </a:fillRef>
          <a:effectRef idx="0">
            <a:schemeClr val="accent1"/>
          </a:effectRef>
          <a:fontRef idx="minor">
            <a:schemeClr val="tx1"/>
          </a:fontRef>
        </p:style>
      </p:cxnSp>
      <p:cxnSp>
        <p:nvCxnSpPr>
          <p:cNvPr id="11" name="直接箭头连接符 10">
            <a:extLst>
              <a:ext uri="{FF2B5EF4-FFF2-40B4-BE49-F238E27FC236}">
                <a16:creationId xmlns:a16="http://schemas.microsoft.com/office/drawing/2014/main" id="{E58E3F52-A3D3-46D6-9A81-ED64B34B764B}"/>
              </a:ext>
            </a:extLst>
          </p:cNvPr>
          <p:cNvCxnSpPr>
            <a:cxnSpLocks/>
          </p:cNvCxnSpPr>
          <p:nvPr/>
        </p:nvCxnSpPr>
        <p:spPr>
          <a:xfrm>
            <a:off x="1438109" y="3525795"/>
            <a:ext cx="1168446" cy="0"/>
          </a:xfrm>
          <a:prstGeom prst="straightConnector1">
            <a:avLst/>
          </a:prstGeom>
          <a:ln w="38100">
            <a:solidFill>
              <a:schemeClr val="accent3"/>
            </a:solidFill>
            <a:tailEnd type="triangle"/>
          </a:ln>
        </p:spPr>
        <p:style>
          <a:lnRef idx="1">
            <a:schemeClr val="accent1"/>
          </a:lnRef>
          <a:fillRef idx="0">
            <a:schemeClr val="accent1"/>
          </a:fillRef>
          <a:effectRef idx="0">
            <a:schemeClr val="accent1"/>
          </a:effectRef>
          <a:fontRef idx="minor">
            <a:schemeClr val="tx1"/>
          </a:fontRef>
        </p:style>
      </p:cxnSp>
      <p:sp>
        <p:nvSpPr>
          <p:cNvPr id="35" name="文本框 34">
            <a:extLst>
              <a:ext uri="{FF2B5EF4-FFF2-40B4-BE49-F238E27FC236}">
                <a16:creationId xmlns:a16="http://schemas.microsoft.com/office/drawing/2014/main" id="{A1508F2F-CFBF-440C-9D12-655D1347DC25}"/>
              </a:ext>
            </a:extLst>
          </p:cNvPr>
          <p:cNvSpPr txBox="1"/>
          <p:nvPr/>
        </p:nvSpPr>
        <p:spPr>
          <a:xfrm>
            <a:off x="7043301" y="4106242"/>
            <a:ext cx="2078043" cy="369332"/>
          </a:xfrm>
          <a:prstGeom prst="rect">
            <a:avLst/>
          </a:prstGeom>
          <a:noFill/>
        </p:spPr>
        <p:txBody>
          <a:bodyPr wrap="square">
            <a:spAutoFit/>
          </a:bodyPr>
          <a:lstStyle/>
          <a:p>
            <a:pPr algn="ctr"/>
            <a:r>
              <a:rPr lang="en-US" altLang="zh-CN" b="1" dirty="0">
                <a:latin typeface="Arial Narrow" panose="020B0606020202030204" pitchFamily="34" charset="0"/>
              </a:rPr>
              <a:t>00-e1-d5-00-23-a1</a:t>
            </a:r>
            <a:endParaRPr lang="zh-CN" altLang="en-US" dirty="0"/>
          </a:p>
        </p:txBody>
      </p:sp>
      <p:cxnSp>
        <p:nvCxnSpPr>
          <p:cNvPr id="19" name="连接符: 曲线 18">
            <a:extLst>
              <a:ext uri="{FF2B5EF4-FFF2-40B4-BE49-F238E27FC236}">
                <a16:creationId xmlns:a16="http://schemas.microsoft.com/office/drawing/2014/main" id="{4E1D05BC-1D5B-4BE1-9BD2-AAD1578D8150}"/>
              </a:ext>
            </a:extLst>
          </p:cNvPr>
          <p:cNvCxnSpPr>
            <a:cxnSpLocks/>
          </p:cNvCxnSpPr>
          <p:nvPr/>
        </p:nvCxnSpPr>
        <p:spPr>
          <a:xfrm rot="16200000" flipH="1">
            <a:off x="4536222" y="868547"/>
            <a:ext cx="234201" cy="6858000"/>
          </a:xfrm>
          <a:prstGeom prst="curvedConnector3">
            <a:avLst>
              <a:gd name="adj1" fmla="val 671913"/>
            </a:avLst>
          </a:prstGeom>
          <a:ln w="25400">
            <a:solidFill>
              <a:schemeClr val="accent1">
                <a:lumMod val="75000"/>
              </a:schemeClr>
            </a:solidFill>
            <a:prstDash val="dash"/>
            <a:tailEnd type="triangle" w="med" len="lg"/>
          </a:ln>
        </p:spPr>
        <p:style>
          <a:lnRef idx="1">
            <a:schemeClr val="accent1"/>
          </a:lnRef>
          <a:fillRef idx="0">
            <a:schemeClr val="accent1"/>
          </a:fillRef>
          <a:effectRef idx="0">
            <a:schemeClr val="accent1"/>
          </a:effectRef>
          <a:fontRef idx="minor">
            <a:schemeClr val="tx1"/>
          </a:fontRef>
        </p:style>
      </p:cxnSp>
      <p:sp>
        <p:nvSpPr>
          <p:cNvPr id="30" name="平行四边形 29">
            <a:extLst>
              <a:ext uri="{FF2B5EF4-FFF2-40B4-BE49-F238E27FC236}">
                <a16:creationId xmlns:a16="http://schemas.microsoft.com/office/drawing/2014/main" id="{095A2257-1329-4C84-C4D3-C6ED70436B97}"/>
              </a:ext>
            </a:extLst>
          </p:cNvPr>
          <p:cNvSpPr/>
          <p:nvPr/>
        </p:nvSpPr>
        <p:spPr>
          <a:xfrm>
            <a:off x="304800" y="749300"/>
            <a:ext cx="675384" cy="387090"/>
          </a:xfrm>
          <a:prstGeom prst="parallelogram">
            <a:avLst/>
          </a:prstGeom>
          <a:solidFill>
            <a:schemeClr val="accent3">
              <a:lumMod val="75000"/>
            </a:schemeClr>
          </a:solidFill>
          <a:ln>
            <a:solidFill>
              <a:schemeClr val="accent3">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CN" sz="2200" dirty="0">
                <a:latin typeface="Impact" panose="020B0806030902050204" pitchFamily="34" charset="0"/>
              </a:rPr>
              <a:t>02</a:t>
            </a:r>
            <a:endParaRPr lang="zh-CN" altLang="en-US" sz="2200" dirty="0">
              <a:latin typeface="Impact" panose="020B0806030902050204" pitchFamily="34" charset="0"/>
            </a:endParaRPr>
          </a:p>
        </p:txBody>
      </p:sp>
    </p:spTree>
    <p:custDataLst>
      <p:tags r:id="rId1"/>
    </p:custDataLst>
    <p:extLst>
      <p:ext uri="{BB962C8B-B14F-4D97-AF65-F5344CB8AC3E}">
        <p14:creationId xmlns:p14="http://schemas.microsoft.com/office/powerpoint/2010/main" val="3254454769"/>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2" presetClass="entr" presetSubtype="8" fill="hold" nodeType="withEffect">
                                  <p:stCondLst>
                                    <p:cond delay="0"/>
                                  </p:stCondLst>
                                  <p:childTnLst>
                                    <p:set>
                                      <p:cBhvr>
                                        <p:cTn id="6" dur="1" fill="hold">
                                          <p:stCondLst>
                                            <p:cond delay="0"/>
                                          </p:stCondLst>
                                        </p:cTn>
                                        <p:tgtEl>
                                          <p:spTgt spid="6"/>
                                        </p:tgtEl>
                                        <p:attrNameLst>
                                          <p:attrName>style.visibility</p:attrName>
                                        </p:attrNameLst>
                                      </p:cBhvr>
                                      <p:to>
                                        <p:strVal val="visible"/>
                                      </p:to>
                                    </p:set>
                                    <p:animEffect transition="in" filter="wipe(left)">
                                      <p:cBhvr>
                                        <p:cTn id="7" dur="1000"/>
                                        <p:tgtEl>
                                          <p:spTgt spid="6"/>
                                        </p:tgtEl>
                                      </p:cBhvr>
                                    </p:animEffect>
                                  </p:childTnLst>
                                </p:cTn>
                              </p:par>
                            </p:childTnLst>
                          </p:cTn>
                        </p:par>
                      </p:childTnLst>
                    </p:cTn>
                  </p:par>
                  <p:par>
                    <p:cTn id="8" fill="hold">
                      <p:stCondLst>
                        <p:cond delay="indefinite"/>
                      </p:stCondLst>
                      <p:childTnLst>
                        <p:par>
                          <p:cTn id="9" fill="hold">
                            <p:stCondLst>
                              <p:cond delay="0"/>
                            </p:stCondLst>
                            <p:childTnLst>
                              <p:par>
                                <p:cTn id="10" presetID="12" presetClass="entr" presetSubtype="8" fill="hold" nodeType="clickEffect">
                                  <p:stCondLst>
                                    <p:cond delay="0"/>
                                  </p:stCondLst>
                                  <p:childTnLst>
                                    <p:set>
                                      <p:cBhvr>
                                        <p:cTn id="11" dur="1" fill="hold">
                                          <p:stCondLst>
                                            <p:cond delay="0"/>
                                          </p:stCondLst>
                                        </p:cTn>
                                        <p:tgtEl>
                                          <p:spTgt spid="11"/>
                                        </p:tgtEl>
                                        <p:attrNameLst>
                                          <p:attrName>style.visibility</p:attrName>
                                        </p:attrNameLst>
                                      </p:cBhvr>
                                      <p:to>
                                        <p:strVal val="visible"/>
                                      </p:to>
                                    </p:set>
                                    <p:anim calcmode="lin" valueType="num">
                                      <p:cBhvr additive="base">
                                        <p:cTn id="12" dur="500"/>
                                        <p:tgtEl>
                                          <p:spTgt spid="11"/>
                                        </p:tgtEl>
                                        <p:attrNameLst>
                                          <p:attrName>ppt_x</p:attrName>
                                        </p:attrNameLst>
                                      </p:cBhvr>
                                      <p:tavLst>
                                        <p:tav tm="0">
                                          <p:val>
                                            <p:strVal val="#ppt_x-#ppt_w*1.125000"/>
                                          </p:val>
                                        </p:tav>
                                        <p:tav tm="100000">
                                          <p:val>
                                            <p:strVal val="#ppt_x"/>
                                          </p:val>
                                        </p:tav>
                                      </p:tavLst>
                                    </p:anim>
                                    <p:animEffect transition="in" filter="wipe(right)">
                                      <p:cBhvr>
                                        <p:cTn id="13" dur="500"/>
                                        <p:tgtEl>
                                          <p:spTgt spid="11"/>
                                        </p:tgtEl>
                                      </p:cBhvr>
                                    </p:animEffect>
                                  </p:childTnLst>
                                </p:cTn>
                              </p:par>
                            </p:childTnLst>
                          </p:cTn>
                        </p:par>
                      </p:childTnLst>
                    </p:cTn>
                  </p:par>
                  <p:par>
                    <p:cTn id="14" fill="hold">
                      <p:stCondLst>
                        <p:cond delay="indefinite"/>
                      </p:stCondLst>
                      <p:childTnLst>
                        <p:par>
                          <p:cTn id="15" fill="hold">
                            <p:stCondLst>
                              <p:cond delay="0"/>
                            </p:stCondLst>
                            <p:childTnLst>
                              <p:par>
                                <p:cTn id="16" presetID="22" presetClass="entr" presetSubtype="8" fill="hold" nodeType="clickEffect">
                                  <p:stCondLst>
                                    <p:cond delay="0"/>
                                  </p:stCondLst>
                                  <p:childTnLst>
                                    <p:set>
                                      <p:cBhvr>
                                        <p:cTn id="17" dur="1" fill="hold">
                                          <p:stCondLst>
                                            <p:cond delay="0"/>
                                          </p:stCondLst>
                                        </p:cTn>
                                        <p:tgtEl>
                                          <p:spTgt spid="19"/>
                                        </p:tgtEl>
                                        <p:attrNameLst>
                                          <p:attrName>style.visibility</p:attrName>
                                        </p:attrNameLst>
                                      </p:cBhvr>
                                      <p:to>
                                        <p:strVal val="visible"/>
                                      </p:to>
                                    </p:set>
                                    <p:animEffect transition="in" filter="wipe(left)">
                                      <p:cBhvr>
                                        <p:cTn id="18" dur="1000"/>
                                        <p:tgtEl>
                                          <p:spTgt spid="19"/>
                                        </p:tgtEl>
                                      </p:cBhvr>
                                    </p:animEffect>
                                  </p:childTnLst>
                                </p:cTn>
                              </p:par>
                            </p:childTnLst>
                          </p:cTn>
                        </p:par>
                        <p:par>
                          <p:cTn id="19" fill="hold">
                            <p:stCondLst>
                              <p:cond delay="1000"/>
                            </p:stCondLst>
                            <p:childTnLst>
                              <p:par>
                                <p:cTn id="20" presetID="1" presetClass="entr" presetSubtype="0" fill="hold" grpId="0" nodeType="afterEffect">
                                  <p:stCondLst>
                                    <p:cond delay="0"/>
                                  </p:stCondLst>
                                  <p:iterate type="lt">
                                    <p:tmAbs val="50"/>
                                  </p:iterate>
                                  <p:childTnLst>
                                    <p:set>
                                      <p:cBhvr>
                                        <p:cTn id="21" dur="1" fill="hold">
                                          <p:stCondLst>
                                            <p:cond delay="0"/>
                                          </p:stCondLst>
                                        </p:cTn>
                                        <p:tgtEl>
                                          <p:spTgt spid="35"/>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5" grpId="0"/>
    </p:bldLst>
  </p:timing>
</p:sld>
</file>

<file path=ppt/slides/slide42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4" name="组合 3">
            <a:extLst>
              <a:ext uri="{FF2B5EF4-FFF2-40B4-BE49-F238E27FC236}">
                <a16:creationId xmlns:a16="http://schemas.microsoft.com/office/drawing/2014/main" id="{9A1EA9F2-FCB6-48C3-935F-7AE7E3AD14AC}"/>
              </a:ext>
            </a:extLst>
          </p:cNvPr>
          <p:cNvGrpSpPr/>
          <p:nvPr/>
        </p:nvGrpSpPr>
        <p:grpSpPr>
          <a:xfrm>
            <a:off x="304800" y="749300"/>
            <a:ext cx="6192344" cy="400110"/>
            <a:chOff x="424117" y="898245"/>
            <a:chExt cx="6192344" cy="400110"/>
          </a:xfrm>
        </p:grpSpPr>
        <p:sp>
          <p:nvSpPr>
            <p:cNvPr id="2" name="平行四边形 1">
              <a:extLst>
                <a:ext uri="{FF2B5EF4-FFF2-40B4-BE49-F238E27FC236}">
                  <a16:creationId xmlns:a16="http://schemas.microsoft.com/office/drawing/2014/main" id="{1F5BAA3F-9845-4F89-A2DD-8222D3E4EDAC}"/>
                </a:ext>
              </a:extLst>
            </p:cNvPr>
            <p:cNvSpPr/>
            <p:nvPr/>
          </p:nvSpPr>
          <p:spPr>
            <a:xfrm>
              <a:off x="424117" y="898245"/>
              <a:ext cx="628306" cy="387090"/>
            </a:xfrm>
            <a:prstGeom prst="parallelogram">
              <a:avLst/>
            </a:prstGeom>
            <a:solidFill>
              <a:schemeClr val="accent3">
                <a:lumMod val="75000"/>
              </a:schemeClr>
            </a:solidFill>
            <a:ln>
              <a:solidFill>
                <a:schemeClr val="accent3">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CN" sz="2200" dirty="0">
                  <a:latin typeface="Impact" panose="020B0806030902050204" pitchFamily="34" charset="0"/>
                </a:rPr>
                <a:t>01</a:t>
              </a:r>
              <a:endParaRPr lang="zh-CN" altLang="en-US" sz="2200" dirty="0">
                <a:latin typeface="Impact" panose="020B0806030902050204" pitchFamily="34" charset="0"/>
              </a:endParaRPr>
            </a:p>
          </p:txBody>
        </p:sp>
        <p:sp>
          <p:nvSpPr>
            <p:cNvPr id="3" name="文本框 2">
              <a:extLst>
                <a:ext uri="{FF2B5EF4-FFF2-40B4-BE49-F238E27FC236}">
                  <a16:creationId xmlns:a16="http://schemas.microsoft.com/office/drawing/2014/main" id="{4D6BD736-A4D3-4F26-AFED-36E11F50F70B}"/>
                </a:ext>
              </a:extLst>
            </p:cNvPr>
            <p:cNvSpPr txBox="1"/>
            <p:nvPr/>
          </p:nvSpPr>
          <p:spPr>
            <a:xfrm>
              <a:off x="1052423" y="898245"/>
              <a:ext cx="5564038" cy="400110"/>
            </a:xfrm>
            <a:prstGeom prst="rect">
              <a:avLst/>
            </a:prstGeom>
            <a:noFill/>
          </p:spPr>
          <p:txBody>
            <a:bodyPr wrap="square" rtlCol="0">
              <a:spAutoFit/>
            </a:bodyPr>
            <a:lstStyle/>
            <a:p>
              <a:r>
                <a:rPr lang="zh-CN" altLang="en-US" sz="2000" b="1" dirty="0">
                  <a:solidFill>
                    <a:schemeClr val="tx1"/>
                  </a:solidFill>
                  <a:latin typeface="Arial Narrow" panose="020B0606020202030204" pitchFamily="34" charset="0"/>
                </a:rPr>
                <a:t>以太网交换机</a:t>
              </a:r>
              <a:endParaRPr lang="en-US" altLang="zh-CN" sz="2000" b="1" dirty="0">
                <a:solidFill>
                  <a:schemeClr val="tx1"/>
                </a:solidFill>
                <a:latin typeface="Arial Narrow" panose="020B0606020202030204" pitchFamily="34" charset="0"/>
              </a:endParaRPr>
            </a:p>
          </p:txBody>
        </p:sp>
      </p:grpSp>
      <p:cxnSp>
        <p:nvCxnSpPr>
          <p:cNvPr id="20" name="直接连接符 19">
            <a:extLst>
              <a:ext uri="{FF2B5EF4-FFF2-40B4-BE49-F238E27FC236}">
                <a16:creationId xmlns:a16="http://schemas.microsoft.com/office/drawing/2014/main" id="{1D08DEA6-8B8C-4A9C-808B-4D83CA7588E6}"/>
              </a:ext>
            </a:extLst>
          </p:cNvPr>
          <p:cNvCxnSpPr/>
          <p:nvPr/>
        </p:nvCxnSpPr>
        <p:spPr>
          <a:xfrm>
            <a:off x="1224323" y="3659267"/>
            <a:ext cx="4249657" cy="0"/>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cxnSp>
        <p:nvCxnSpPr>
          <p:cNvPr id="22" name="直接连接符 21">
            <a:extLst>
              <a:ext uri="{FF2B5EF4-FFF2-40B4-BE49-F238E27FC236}">
                <a16:creationId xmlns:a16="http://schemas.microsoft.com/office/drawing/2014/main" id="{42812BCB-597E-4460-B8C5-3A61B95297F0}"/>
              </a:ext>
            </a:extLst>
          </p:cNvPr>
          <p:cNvCxnSpPr/>
          <p:nvPr/>
        </p:nvCxnSpPr>
        <p:spPr>
          <a:xfrm>
            <a:off x="3098435" y="3659267"/>
            <a:ext cx="0" cy="1383809"/>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sp>
        <p:nvSpPr>
          <p:cNvPr id="102" name="íşlïḍè">
            <a:extLst>
              <a:ext uri="{FF2B5EF4-FFF2-40B4-BE49-F238E27FC236}">
                <a16:creationId xmlns:a16="http://schemas.microsoft.com/office/drawing/2014/main" id="{0D95E7E5-F506-4649-9080-9456A3744336}"/>
              </a:ext>
            </a:extLst>
          </p:cNvPr>
          <p:cNvSpPr txBox="1"/>
          <p:nvPr/>
        </p:nvSpPr>
        <p:spPr>
          <a:xfrm>
            <a:off x="788101" y="1250252"/>
            <a:ext cx="11099099" cy="867998"/>
          </a:xfrm>
          <a:prstGeom prst="rect">
            <a:avLst/>
          </a:prstGeom>
          <a:noFill/>
        </p:spPr>
        <p:txBody>
          <a:bodyPr wrap="square" lIns="91440" tIns="45720" rIns="91440" bIns="45720" anchor="ctr">
            <a:noAutofit/>
          </a:bodyPr>
          <a:lstStyle/>
          <a:p>
            <a:r>
              <a:rPr lang="en-US" altLang="zh-CN" b="1" dirty="0">
                <a:latin typeface="Arial Narrow" panose="020B0606020202030204" pitchFamily="34" charset="0"/>
              </a:rPr>
              <a:t>【2014</a:t>
            </a:r>
            <a:r>
              <a:rPr lang="zh-CN" altLang="en-US" b="1" dirty="0">
                <a:latin typeface="Arial Narrow" panose="020B0606020202030204" pitchFamily="34" charset="0"/>
              </a:rPr>
              <a:t>年 题</a:t>
            </a:r>
            <a:r>
              <a:rPr lang="en-US" altLang="zh-CN" b="1" dirty="0">
                <a:latin typeface="Arial Narrow" panose="020B0606020202030204" pitchFamily="34" charset="0"/>
              </a:rPr>
              <a:t>34】</a:t>
            </a:r>
            <a:r>
              <a:rPr lang="zh-CN" altLang="en-US" b="1" dirty="0">
                <a:latin typeface="Arial Narrow" panose="020B0606020202030204" pitchFamily="34" charset="0"/>
              </a:rPr>
              <a:t>某以太网拓扑及交换机当前转发表如下图所示，主机</a:t>
            </a:r>
            <a:r>
              <a:rPr lang="en-US" altLang="zh-CN" b="1" dirty="0">
                <a:latin typeface="Arial Narrow" panose="020B0606020202030204" pitchFamily="34" charset="0"/>
              </a:rPr>
              <a:t>00-e1-d5-00-23-a1</a:t>
            </a:r>
            <a:r>
              <a:rPr lang="zh-CN" altLang="en-US" b="1" dirty="0">
                <a:latin typeface="Arial Narrow" panose="020B0606020202030204" pitchFamily="34" charset="0"/>
              </a:rPr>
              <a:t>向主机</a:t>
            </a:r>
            <a:r>
              <a:rPr lang="en-US" altLang="zh-CN" b="1" dirty="0">
                <a:latin typeface="Arial Narrow" panose="020B0606020202030204" pitchFamily="34" charset="0"/>
              </a:rPr>
              <a:t>00-e1-d5-00-23-c1</a:t>
            </a:r>
          </a:p>
          <a:p>
            <a:r>
              <a:rPr lang="en-US" altLang="zh-CN" b="1" dirty="0">
                <a:latin typeface="Arial Narrow" panose="020B0606020202030204" pitchFamily="34" charset="0"/>
              </a:rPr>
              <a:t>                              </a:t>
            </a:r>
            <a:r>
              <a:rPr lang="zh-CN" altLang="en-US" b="1" dirty="0">
                <a:latin typeface="Arial Narrow" panose="020B0606020202030204" pitchFamily="34" charset="0"/>
              </a:rPr>
              <a:t>发送</a:t>
            </a:r>
            <a:r>
              <a:rPr lang="en-US" altLang="zh-CN" b="1" dirty="0">
                <a:latin typeface="Arial Narrow" panose="020B0606020202030204" pitchFamily="34" charset="0"/>
              </a:rPr>
              <a:t>1</a:t>
            </a:r>
            <a:r>
              <a:rPr lang="zh-CN" altLang="en-US" b="1" dirty="0">
                <a:latin typeface="Arial Narrow" panose="020B0606020202030204" pitchFamily="34" charset="0"/>
              </a:rPr>
              <a:t>个数据帧，主机</a:t>
            </a:r>
            <a:r>
              <a:rPr lang="en-US" altLang="zh-CN" b="1" dirty="0">
                <a:latin typeface="Arial Narrow" panose="020B0606020202030204" pitchFamily="34" charset="0"/>
              </a:rPr>
              <a:t>00-e1-d5-00-23-c1</a:t>
            </a:r>
            <a:r>
              <a:rPr lang="zh-CN" altLang="en-US" b="1" dirty="0">
                <a:latin typeface="Arial Narrow" panose="020B0606020202030204" pitchFamily="34" charset="0"/>
              </a:rPr>
              <a:t>收到该帧后，向主机</a:t>
            </a:r>
            <a:r>
              <a:rPr lang="en-US" altLang="zh-CN" b="1" dirty="0">
                <a:latin typeface="Arial Narrow" panose="020B0606020202030204" pitchFamily="34" charset="0"/>
              </a:rPr>
              <a:t>00-e1-d5-00-23-a1</a:t>
            </a:r>
            <a:r>
              <a:rPr lang="zh-CN" altLang="en-US" b="1" dirty="0">
                <a:latin typeface="Arial Narrow" panose="020B0606020202030204" pitchFamily="34" charset="0"/>
              </a:rPr>
              <a:t>发送</a:t>
            </a:r>
            <a:r>
              <a:rPr lang="en-US" altLang="zh-CN" b="1" dirty="0">
                <a:latin typeface="Arial Narrow" panose="020B0606020202030204" pitchFamily="34" charset="0"/>
              </a:rPr>
              <a:t>1</a:t>
            </a:r>
            <a:r>
              <a:rPr lang="zh-CN" altLang="en-US" b="1" dirty="0">
                <a:latin typeface="Arial Narrow" panose="020B0606020202030204" pitchFamily="34" charset="0"/>
              </a:rPr>
              <a:t>个确认帧，交</a:t>
            </a:r>
            <a:endParaRPr lang="en-US" altLang="zh-CN" b="1" dirty="0">
              <a:latin typeface="Arial Narrow" panose="020B0606020202030204" pitchFamily="34" charset="0"/>
            </a:endParaRPr>
          </a:p>
          <a:p>
            <a:r>
              <a:rPr lang="en-US" altLang="zh-CN" b="1" dirty="0">
                <a:latin typeface="Arial Narrow" panose="020B0606020202030204" pitchFamily="34" charset="0"/>
              </a:rPr>
              <a:t>                              </a:t>
            </a:r>
            <a:r>
              <a:rPr lang="zh-CN" altLang="en-US" b="1" dirty="0">
                <a:latin typeface="Arial Narrow" panose="020B0606020202030204" pitchFamily="34" charset="0"/>
              </a:rPr>
              <a:t>换机对这两个帧的转发端口分别是（      ）。</a:t>
            </a:r>
          </a:p>
        </p:txBody>
      </p:sp>
      <p:sp>
        <p:nvSpPr>
          <p:cNvPr id="133" name="íşlïḍè">
            <a:extLst>
              <a:ext uri="{FF2B5EF4-FFF2-40B4-BE49-F238E27FC236}">
                <a16:creationId xmlns:a16="http://schemas.microsoft.com/office/drawing/2014/main" id="{77FBDFF3-30D6-4ECB-81F5-2CCD9CC310AE}"/>
              </a:ext>
            </a:extLst>
          </p:cNvPr>
          <p:cNvSpPr txBox="1"/>
          <p:nvPr/>
        </p:nvSpPr>
        <p:spPr>
          <a:xfrm>
            <a:off x="2394332" y="2219092"/>
            <a:ext cx="1190906" cy="419569"/>
          </a:xfrm>
          <a:prstGeom prst="rect">
            <a:avLst/>
          </a:prstGeom>
          <a:noFill/>
        </p:spPr>
        <p:txBody>
          <a:bodyPr wrap="square" lIns="91440" tIns="45720" rIns="91440" bIns="45720" anchor="ctr">
            <a:noAutofit/>
          </a:bodyPr>
          <a:lstStyle/>
          <a:p>
            <a:r>
              <a:rPr lang="en-US" altLang="zh-CN" b="1" dirty="0">
                <a:latin typeface="Arial Narrow" panose="020B0606020202030204" pitchFamily="34" charset="0"/>
              </a:rPr>
              <a:t>A. {3}</a:t>
            </a:r>
            <a:r>
              <a:rPr lang="zh-CN" altLang="en-US" b="1" dirty="0">
                <a:latin typeface="Arial Narrow" panose="020B0606020202030204" pitchFamily="34" charset="0"/>
              </a:rPr>
              <a:t>和</a:t>
            </a:r>
            <a:r>
              <a:rPr lang="en-US" altLang="zh-CN" b="1" dirty="0">
                <a:latin typeface="Arial Narrow" panose="020B0606020202030204" pitchFamily="34" charset="0"/>
              </a:rPr>
              <a:t>{1}</a:t>
            </a:r>
            <a:endParaRPr lang="zh-CN" altLang="en-US" b="1" dirty="0">
              <a:latin typeface="Arial Narrow" panose="020B0606020202030204" pitchFamily="34" charset="0"/>
            </a:endParaRPr>
          </a:p>
        </p:txBody>
      </p:sp>
      <p:sp>
        <p:nvSpPr>
          <p:cNvPr id="134" name="íşlïḍè">
            <a:extLst>
              <a:ext uri="{FF2B5EF4-FFF2-40B4-BE49-F238E27FC236}">
                <a16:creationId xmlns:a16="http://schemas.microsoft.com/office/drawing/2014/main" id="{A4085E74-358D-47C9-A08A-4CA847FD5A5A}"/>
              </a:ext>
            </a:extLst>
          </p:cNvPr>
          <p:cNvSpPr txBox="1"/>
          <p:nvPr/>
        </p:nvSpPr>
        <p:spPr>
          <a:xfrm>
            <a:off x="4434078" y="2219092"/>
            <a:ext cx="1531887" cy="419569"/>
          </a:xfrm>
          <a:prstGeom prst="rect">
            <a:avLst/>
          </a:prstGeom>
          <a:noFill/>
        </p:spPr>
        <p:txBody>
          <a:bodyPr wrap="square" lIns="91440" tIns="45720" rIns="91440" bIns="45720" anchor="ctr">
            <a:noAutofit/>
          </a:bodyPr>
          <a:lstStyle/>
          <a:p>
            <a:r>
              <a:rPr lang="en-US" altLang="zh-CN" b="1" dirty="0">
                <a:latin typeface="Arial Narrow" panose="020B0606020202030204" pitchFamily="34" charset="0"/>
              </a:rPr>
              <a:t>B. {2</a:t>
            </a:r>
            <a:r>
              <a:rPr lang="zh-CN" altLang="en-US" b="1" dirty="0">
                <a:latin typeface="Arial Narrow" panose="020B0606020202030204" pitchFamily="34" charset="0"/>
              </a:rPr>
              <a:t>，</a:t>
            </a:r>
            <a:r>
              <a:rPr lang="en-US" altLang="zh-CN" b="1" dirty="0">
                <a:latin typeface="Arial Narrow" panose="020B0606020202030204" pitchFamily="34" charset="0"/>
              </a:rPr>
              <a:t>3}</a:t>
            </a:r>
            <a:r>
              <a:rPr lang="zh-CN" altLang="en-US" b="1" dirty="0">
                <a:latin typeface="Arial Narrow" panose="020B0606020202030204" pitchFamily="34" charset="0"/>
              </a:rPr>
              <a:t>和</a:t>
            </a:r>
            <a:r>
              <a:rPr lang="en-US" altLang="zh-CN" b="1" dirty="0">
                <a:latin typeface="Arial Narrow" panose="020B0606020202030204" pitchFamily="34" charset="0"/>
              </a:rPr>
              <a:t>{1}</a:t>
            </a:r>
            <a:endParaRPr lang="zh-CN" altLang="en-US" b="1" dirty="0">
              <a:latin typeface="Arial Narrow" panose="020B0606020202030204" pitchFamily="34" charset="0"/>
            </a:endParaRPr>
          </a:p>
        </p:txBody>
      </p:sp>
      <p:sp>
        <p:nvSpPr>
          <p:cNvPr id="135" name="íşlïḍè">
            <a:extLst>
              <a:ext uri="{FF2B5EF4-FFF2-40B4-BE49-F238E27FC236}">
                <a16:creationId xmlns:a16="http://schemas.microsoft.com/office/drawing/2014/main" id="{060B6289-C751-4650-BC65-2FB8CB2D0044}"/>
              </a:ext>
            </a:extLst>
          </p:cNvPr>
          <p:cNvSpPr txBox="1"/>
          <p:nvPr/>
        </p:nvSpPr>
        <p:spPr>
          <a:xfrm>
            <a:off x="6814805" y="2219092"/>
            <a:ext cx="1813008" cy="419569"/>
          </a:xfrm>
          <a:prstGeom prst="rect">
            <a:avLst/>
          </a:prstGeom>
          <a:noFill/>
        </p:spPr>
        <p:txBody>
          <a:bodyPr wrap="square" lIns="91440" tIns="45720" rIns="91440" bIns="45720" anchor="ctr">
            <a:noAutofit/>
          </a:bodyPr>
          <a:lstStyle/>
          <a:p>
            <a:r>
              <a:rPr lang="en-US" altLang="zh-CN" b="1" dirty="0">
                <a:latin typeface="Arial Narrow" panose="020B0606020202030204" pitchFamily="34" charset="0"/>
              </a:rPr>
              <a:t>C. {2</a:t>
            </a:r>
            <a:r>
              <a:rPr lang="zh-CN" altLang="en-US" b="1" dirty="0">
                <a:latin typeface="Arial Narrow" panose="020B0606020202030204" pitchFamily="34" charset="0"/>
              </a:rPr>
              <a:t>，</a:t>
            </a:r>
            <a:r>
              <a:rPr lang="en-US" altLang="zh-CN" b="1" dirty="0">
                <a:latin typeface="Arial Narrow" panose="020B0606020202030204" pitchFamily="34" charset="0"/>
              </a:rPr>
              <a:t>3}</a:t>
            </a:r>
            <a:r>
              <a:rPr lang="zh-CN" altLang="en-US" b="1" dirty="0">
                <a:latin typeface="Arial Narrow" panose="020B0606020202030204" pitchFamily="34" charset="0"/>
              </a:rPr>
              <a:t>和</a:t>
            </a:r>
            <a:r>
              <a:rPr lang="en-US" altLang="zh-CN" b="1" dirty="0">
                <a:latin typeface="Arial Narrow" panose="020B0606020202030204" pitchFamily="34" charset="0"/>
              </a:rPr>
              <a:t>{1</a:t>
            </a:r>
            <a:r>
              <a:rPr lang="zh-CN" altLang="en-US" b="1" dirty="0">
                <a:latin typeface="Arial Narrow" panose="020B0606020202030204" pitchFamily="34" charset="0"/>
              </a:rPr>
              <a:t>，</a:t>
            </a:r>
            <a:r>
              <a:rPr lang="en-US" altLang="zh-CN" b="1" dirty="0">
                <a:latin typeface="Arial Narrow" panose="020B0606020202030204" pitchFamily="34" charset="0"/>
              </a:rPr>
              <a:t>2}</a:t>
            </a:r>
            <a:endParaRPr lang="zh-CN" altLang="en-US" b="1" dirty="0">
              <a:latin typeface="Arial Narrow" panose="020B0606020202030204" pitchFamily="34" charset="0"/>
            </a:endParaRPr>
          </a:p>
        </p:txBody>
      </p:sp>
      <p:sp>
        <p:nvSpPr>
          <p:cNvPr id="160" name="íşlïḍè">
            <a:extLst>
              <a:ext uri="{FF2B5EF4-FFF2-40B4-BE49-F238E27FC236}">
                <a16:creationId xmlns:a16="http://schemas.microsoft.com/office/drawing/2014/main" id="{9E89E12A-9087-4A36-9F9E-B1092750D62D}"/>
              </a:ext>
            </a:extLst>
          </p:cNvPr>
          <p:cNvSpPr txBox="1"/>
          <p:nvPr/>
        </p:nvSpPr>
        <p:spPr>
          <a:xfrm>
            <a:off x="9476652" y="2219092"/>
            <a:ext cx="1813008" cy="419569"/>
          </a:xfrm>
          <a:prstGeom prst="rect">
            <a:avLst/>
          </a:prstGeom>
          <a:noFill/>
        </p:spPr>
        <p:txBody>
          <a:bodyPr wrap="square" lIns="91440" tIns="45720" rIns="91440" bIns="45720" anchor="ctr">
            <a:noAutofit/>
          </a:bodyPr>
          <a:lstStyle/>
          <a:p>
            <a:r>
              <a:rPr lang="en-US" altLang="zh-CN" b="1" dirty="0">
                <a:latin typeface="Arial Narrow" panose="020B0606020202030204" pitchFamily="34" charset="0"/>
              </a:rPr>
              <a:t>D. {1</a:t>
            </a:r>
            <a:r>
              <a:rPr lang="zh-CN" altLang="en-US" b="1" dirty="0">
                <a:latin typeface="Arial Narrow" panose="020B0606020202030204" pitchFamily="34" charset="0"/>
              </a:rPr>
              <a:t>，</a:t>
            </a:r>
            <a:r>
              <a:rPr lang="en-US" altLang="zh-CN" b="1" dirty="0">
                <a:latin typeface="Arial Narrow" panose="020B0606020202030204" pitchFamily="34" charset="0"/>
              </a:rPr>
              <a:t>2</a:t>
            </a:r>
            <a:r>
              <a:rPr lang="zh-CN" altLang="en-US" b="1" dirty="0">
                <a:latin typeface="Arial Narrow" panose="020B0606020202030204" pitchFamily="34" charset="0"/>
              </a:rPr>
              <a:t>，</a:t>
            </a:r>
            <a:r>
              <a:rPr lang="en-US" altLang="zh-CN" b="1" dirty="0">
                <a:latin typeface="Arial Narrow" panose="020B0606020202030204" pitchFamily="34" charset="0"/>
              </a:rPr>
              <a:t>3}</a:t>
            </a:r>
            <a:r>
              <a:rPr lang="zh-CN" altLang="en-US" b="1" dirty="0">
                <a:latin typeface="Arial Narrow" panose="020B0606020202030204" pitchFamily="34" charset="0"/>
              </a:rPr>
              <a:t>和</a:t>
            </a:r>
            <a:r>
              <a:rPr lang="en-US" altLang="zh-CN" b="1" dirty="0">
                <a:latin typeface="Arial Narrow" panose="020B0606020202030204" pitchFamily="34" charset="0"/>
              </a:rPr>
              <a:t>{1}</a:t>
            </a:r>
            <a:endParaRPr lang="zh-CN" altLang="en-US" b="1" dirty="0">
              <a:latin typeface="Arial Narrow" panose="020B0606020202030204" pitchFamily="34" charset="0"/>
            </a:endParaRPr>
          </a:p>
        </p:txBody>
      </p:sp>
      <p:pic>
        <p:nvPicPr>
          <p:cNvPr id="162" name="图形 161">
            <a:extLst>
              <a:ext uri="{FF2B5EF4-FFF2-40B4-BE49-F238E27FC236}">
                <a16:creationId xmlns:a16="http://schemas.microsoft.com/office/drawing/2014/main" id="{A2F9D49C-5E2E-4D9F-AAB6-33B471B7144E}"/>
              </a:ext>
            </a:extLst>
          </p:cNvPr>
          <p:cNvPicPr>
            <a:picLocks noChangeAspect="1"/>
          </p:cNvPicPr>
          <p:nvPr/>
        </p:nvPicPr>
        <p:blipFill>
          <a:blip r:embed="rId3">
            <a:extLst>
              <a:ext uri="{28A0092B-C50C-407E-A947-70E740481C1C}">
                <a14:useLocalDpi xmlns:a14="http://schemas.microsoft.com/office/drawing/2010/main" val="0"/>
              </a:ext>
              <a:ext uri="{96DAC541-7B7A-43D3-8B79-37D633B846F1}">
                <asvg:svgBlip xmlns:asvg="http://schemas.microsoft.com/office/drawing/2016/SVG/main" r:embed="rId4"/>
              </a:ext>
            </a:extLst>
          </a:blip>
          <a:stretch>
            <a:fillRect/>
          </a:stretch>
        </p:blipFill>
        <p:spPr>
          <a:xfrm>
            <a:off x="618953" y="3180115"/>
            <a:ext cx="718734" cy="695168"/>
          </a:xfrm>
          <a:prstGeom prst="rect">
            <a:avLst/>
          </a:prstGeom>
        </p:spPr>
      </p:pic>
      <p:pic>
        <p:nvPicPr>
          <p:cNvPr id="163" name="图片 162" descr="图标&#10;&#10;描述已自动生成">
            <a:extLst>
              <a:ext uri="{FF2B5EF4-FFF2-40B4-BE49-F238E27FC236}">
                <a16:creationId xmlns:a16="http://schemas.microsoft.com/office/drawing/2014/main" id="{098FC307-200B-4135-8757-0932E39F0595}"/>
              </a:ext>
            </a:extLst>
          </p:cNvPr>
          <p:cNvPicPr>
            <a:picLocks noChangeAspect="1"/>
          </p:cNvPicPr>
          <p:nvPr/>
        </p:nvPicPr>
        <p:blipFill>
          <a:blip r:embed="rId5">
            <a:extLst>
              <a:ext uri="{28A0092B-C50C-407E-A947-70E740481C1C}">
                <a14:useLocalDpi xmlns:a14="http://schemas.microsoft.com/office/drawing/2010/main" val="0"/>
              </a:ext>
            </a:extLst>
          </a:blip>
          <a:stretch>
            <a:fillRect/>
          </a:stretch>
        </p:blipFill>
        <p:spPr>
          <a:xfrm>
            <a:off x="2835561" y="3297947"/>
            <a:ext cx="561856" cy="724169"/>
          </a:xfrm>
          <a:prstGeom prst="rect">
            <a:avLst/>
          </a:prstGeom>
        </p:spPr>
      </p:pic>
      <p:pic>
        <p:nvPicPr>
          <p:cNvPr id="164" name="图形 163">
            <a:extLst>
              <a:ext uri="{FF2B5EF4-FFF2-40B4-BE49-F238E27FC236}">
                <a16:creationId xmlns:a16="http://schemas.microsoft.com/office/drawing/2014/main" id="{D551D37C-66CB-463B-96B4-A000CA7D6E30}"/>
              </a:ext>
            </a:extLst>
          </p:cNvPr>
          <p:cNvPicPr>
            <a:picLocks noChangeAspect="1"/>
          </p:cNvPicPr>
          <p:nvPr/>
        </p:nvPicPr>
        <p:blipFill>
          <a:blip r:embed="rId3">
            <a:extLst>
              <a:ext uri="{28A0092B-C50C-407E-A947-70E740481C1C}">
                <a14:useLocalDpi xmlns:a14="http://schemas.microsoft.com/office/drawing/2010/main" val="0"/>
              </a:ext>
              <a:ext uri="{96DAC541-7B7A-43D3-8B79-37D633B846F1}">
                <asvg:svgBlip xmlns:asvg="http://schemas.microsoft.com/office/drawing/2016/SVG/main" r:embed="rId4"/>
              </a:ext>
            </a:extLst>
          </a:blip>
          <a:stretch>
            <a:fillRect/>
          </a:stretch>
        </p:blipFill>
        <p:spPr>
          <a:xfrm>
            <a:off x="4895291" y="3180115"/>
            <a:ext cx="718734" cy="695168"/>
          </a:xfrm>
          <a:prstGeom prst="rect">
            <a:avLst/>
          </a:prstGeom>
        </p:spPr>
      </p:pic>
      <p:pic>
        <p:nvPicPr>
          <p:cNvPr id="166" name="图形 165">
            <a:extLst>
              <a:ext uri="{FF2B5EF4-FFF2-40B4-BE49-F238E27FC236}">
                <a16:creationId xmlns:a16="http://schemas.microsoft.com/office/drawing/2014/main" id="{A0839210-7556-47F3-9CC5-A2BB21ECEA5F}"/>
              </a:ext>
            </a:extLst>
          </p:cNvPr>
          <p:cNvPicPr>
            <a:picLocks noChangeAspect="1"/>
          </p:cNvPicPr>
          <p:nvPr/>
        </p:nvPicPr>
        <p:blipFill>
          <a:blip r:embed="rId3">
            <a:extLst>
              <a:ext uri="{28A0092B-C50C-407E-A947-70E740481C1C}">
                <a14:useLocalDpi xmlns:a14="http://schemas.microsoft.com/office/drawing/2010/main" val="0"/>
              </a:ext>
              <a:ext uri="{96DAC541-7B7A-43D3-8B79-37D633B846F1}">
                <asvg:svgBlip xmlns:asvg="http://schemas.microsoft.com/office/drawing/2016/SVG/main" r:embed="rId4"/>
              </a:ext>
            </a:extLst>
          </a:blip>
          <a:stretch>
            <a:fillRect/>
          </a:stretch>
        </p:blipFill>
        <p:spPr>
          <a:xfrm>
            <a:off x="2630418" y="4695492"/>
            <a:ext cx="718734" cy="695168"/>
          </a:xfrm>
          <a:prstGeom prst="rect">
            <a:avLst/>
          </a:prstGeom>
        </p:spPr>
      </p:pic>
      <p:sp>
        <p:nvSpPr>
          <p:cNvPr id="167" name="íşlïḍè">
            <a:extLst>
              <a:ext uri="{FF2B5EF4-FFF2-40B4-BE49-F238E27FC236}">
                <a16:creationId xmlns:a16="http://schemas.microsoft.com/office/drawing/2014/main" id="{D64F3C05-A1F9-481F-8A33-375E1733727B}"/>
              </a:ext>
            </a:extLst>
          </p:cNvPr>
          <p:cNvSpPr txBox="1"/>
          <p:nvPr/>
        </p:nvSpPr>
        <p:spPr>
          <a:xfrm>
            <a:off x="2606555" y="2970148"/>
            <a:ext cx="1019868" cy="326271"/>
          </a:xfrm>
          <a:prstGeom prst="rect">
            <a:avLst/>
          </a:prstGeom>
          <a:noFill/>
        </p:spPr>
        <p:txBody>
          <a:bodyPr wrap="square" lIns="91440" tIns="45720" rIns="91440" bIns="45720" anchor="ctr">
            <a:noAutofit/>
          </a:bodyPr>
          <a:lstStyle/>
          <a:p>
            <a:pPr algn="ctr"/>
            <a:r>
              <a:rPr lang="zh-CN" altLang="en-US" b="1" dirty="0">
                <a:latin typeface="Arial Narrow" panose="020B0606020202030204" pitchFamily="34" charset="0"/>
              </a:rPr>
              <a:t>交换机</a:t>
            </a:r>
          </a:p>
        </p:txBody>
      </p:sp>
      <p:sp>
        <p:nvSpPr>
          <p:cNvPr id="168" name="íşlïḍè">
            <a:extLst>
              <a:ext uri="{FF2B5EF4-FFF2-40B4-BE49-F238E27FC236}">
                <a16:creationId xmlns:a16="http://schemas.microsoft.com/office/drawing/2014/main" id="{7B00BB0C-D68E-40DF-8ED6-C4F99E0089C1}"/>
              </a:ext>
            </a:extLst>
          </p:cNvPr>
          <p:cNvSpPr txBox="1"/>
          <p:nvPr/>
        </p:nvSpPr>
        <p:spPr>
          <a:xfrm>
            <a:off x="2594086" y="3364563"/>
            <a:ext cx="275343" cy="326271"/>
          </a:xfrm>
          <a:prstGeom prst="rect">
            <a:avLst/>
          </a:prstGeom>
          <a:noFill/>
        </p:spPr>
        <p:txBody>
          <a:bodyPr wrap="square" lIns="91440" tIns="45720" rIns="91440" bIns="45720" anchor="ctr">
            <a:noAutofit/>
          </a:bodyPr>
          <a:lstStyle/>
          <a:p>
            <a:pPr algn="ctr"/>
            <a:r>
              <a:rPr lang="en-US" altLang="zh-CN" b="1" dirty="0">
                <a:latin typeface="Arial Narrow" panose="020B0606020202030204" pitchFamily="34" charset="0"/>
              </a:rPr>
              <a:t>1</a:t>
            </a:r>
            <a:endParaRPr lang="zh-CN" altLang="en-US" b="1" dirty="0">
              <a:latin typeface="Arial Narrow" panose="020B0606020202030204" pitchFamily="34" charset="0"/>
            </a:endParaRPr>
          </a:p>
        </p:txBody>
      </p:sp>
      <p:sp>
        <p:nvSpPr>
          <p:cNvPr id="169" name="íşlïḍè">
            <a:extLst>
              <a:ext uri="{FF2B5EF4-FFF2-40B4-BE49-F238E27FC236}">
                <a16:creationId xmlns:a16="http://schemas.microsoft.com/office/drawing/2014/main" id="{B5BFDF59-D022-45FA-887A-F62789F331A0}"/>
              </a:ext>
            </a:extLst>
          </p:cNvPr>
          <p:cNvSpPr txBox="1"/>
          <p:nvPr/>
        </p:nvSpPr>
        <p:spPr>
          <a:xfrm>
            <a:off x="2829327" y="3843715"/>
            <a:ext cx="275343" cy="326271"/>
          </a:xfrm>
          <a:prstGeom prst="rect">
            <a:avLst/>
          </a:prstGeom>
          <a:noFill/>
        </p:spPr>
        <p:txBody>
          <a:bodyPr wrap="square" lIns="91440" tIns="45720" rIns="91440" bIns="45720" anchor="ctr">
            <a:noAutofit/>
          </a:bodyPr>
          <a:lstStyle/>
          <a:p>
            <a:pPr algn="ctr"/>
            <a:r>
              <a:rPr lang="en-US" altLang="zh-CN" b="1" dirty="0">
                <a:latin typeface="Arial Narrow" panose="020B0606020202030204" pitchFamily="34" charset="0"/>
              </a:rPr>
              <a:t>2</a:t>
            </a:r>
            <a:endParaRPr lang="zh-CN" altLang="en-US" b="1" dirty="0">
              <a:latin typeface="Arial Narrow" panose="020B0606020202030204" pitchFamily="34" charset="0"/>
            </a:endParaRPr>
          </a:p>
        </p:txBody>
      </p:sp>
      <p:sp>
        <p:nvSpPr>
          <p:cNvPr id="170" name="íşlïḍè">
            <a:extLst>
              <a:ext uri="{FF2B5EF4-FFF2-40B4-BE49-F238E27FC236}">
                <a16:creationId xmlns:a16="http://schemas.microsoft.com/office/drawing/2014/main" id="{E15BF6C4-1437-44B5-97CF-8A81562862CC}"/>
              </a:ext>
            </a:extLst>
          </p:cNvPr>
          <p:cNvSpPr txBox="1"/>
          <p:nvPr/>
        </p:nvSpPr>
        <p:spPr>
          <a:xfrm>
            <a:off x="3351080" y="3364562"/>
            <a:ext cx="275343" cy="326271"/>
          </a:xfrm>
          <a:prstGeom prst="rect">
            <a:avLst/>
          </a:prstGeom>
          <a:noFill/>
        </p:spPr>
        <p:txBody>
          <a:bodyPr wrap="square" lIns="91440" tIns="45720" rIns="91440" bIns="45720" anchor="ctr">
            <a:noAutofit/>
          </a:bodyPr>
          <a:lstStyle/>
          <a:p>
            <a:pPr algn="ctr"/>
            <a:r>
              <a:rPr lang="en-US" altLang="zh-CN" b="1" dirty="0">
                <a:latin typeface="Arial Narrow" panose="020B0606020202030204" pitchFamily="34" charset="0"/>
              </a:rPr>
              <a:t>3</a:t>
            </a:r>
            <a:endParaRPr lang="zh-CN" altLang="en-US" b="1" dirty="0">
              <a:latin typeface="Arial Narrow" panose="020B0606020202030204" pitchFamily="34" charset="0"/>
            </a:endParaRPr>
          </a:p>
        </p:txBody>
      </p:sp>
      <p:sp>
        <p:nvSpPr>
          <p:cNvPr id="171" name="文本框 170">
            <a:extLst>
              <a:ext uri="{FF2B5EF4-FFF2-40B4-BE49-F238E27FC236}">
                <a16:creationId xmlns:a16="http://schemas.microsoft.com/office/drawing/2014/main" id="{5198A80A-F9E0-4C7D-AEED-79A95B2CD177}"/>
              </a:ext>
            </a:extLst>
          </p:cNvPr>
          <p:cNvSpPr txBox="1"/>
          <p:nvPr/>
        </p:nvSpPr>
        <p:spPr>
          <a:xfrm>
            <a:off x="185301" y="3872041"/>
            <a:ext cx="2078043" cy="369332"/>
          </a:xfrm>
          <a:prstGeom prst="rect">
            <a:avLst/>
          </a:prstGeom>
          <a:noFill/>
        </p:spPr>
        <p:txBody>
          <a:bodyPr wrap="square">
            <a:spAutoFit/>
          </a:bodyPr>
          <a:lstStyle/>
          <a:p>
            <a:pPr algn="ctr"/>
            <a:r>
              <a:rPr lang="en-US" altLang="zh-CN" b="1" dirty="0">
                <a:latin typeface="Arial Narrow" panose="020B0606020202030204" pitchFamily="34" charset="0"/>
              </a:rPr>
              <a:t>00-e1-d5-00-23-a1</a:t>
            </a:r>
            <a:endParaRPr lang="zh-CN" altLang="en-US" dirty="0"/>
          </a:p>
        </p:txBody>
      </p:sp>
      <p:sp>
        <p:nvSpPr>
          <p:cNvPr id="172" name="文本框 171">
            <a:extLst>
              <a:ext uri="{FF2B5EF4-FFF2-40B4-BE49-F238E27FC236}">
                <a16:creationId xmlns:a16="http://schemas.microsoft.com/office/drawing/2014/main" id="{452AE955-1525-43A2-BFEF-FD490FEBCCE1}"/>
              </a:ext>
            </a:extLst>
          </p:cNvPr>
          <p:cNvSpPr txBox="1"/>
          <p:nvPr/>
        </p:nvSpPr>
        <p:spPr>
          <a:xfrm>
            <a:off x="4215636" y="3872041"/>
            <a:ext cx="2078043" cy="369332"/>
          </a:xfrm>
          <a:prstGeom prst="rect">
            <a:avLst/>
          </a:prstGeom>
          <a:noFill/>
        </p:spPr>
        <p:txBody>
          <a:bodyPr wrap="square">
            <a:spAutoFit/>
          </a:bodyPr>
          <a:lstStyle/>
          <a:p>
            <a:pPr algn="ctr"/>
            <a:r>
              <a:rPr lang="en-US" altLang="zh-CN" b="1" dirty="0">
                <a:latin typeface="Arial Narrow" panose="020B0606020202030204" pitchFamily="34" charset="0"/>
              </a:rPr>
              <a:t>00-e1-d5-00-23-c1</a:t>
            </a:r>
            <a:endParaRPr lang="zh-CN" altLang="en-US" dirty="0"/>
          </a:p>
        </p:txBody>
      </p:sp>
      <p:sp>
        <p:nvSpPr>
          <p:cNvPr id="173" name="文本框 172">
            <a:extLst>
              <a:ext uri="{FF2B5EF4-FFF2-40B4-BE49-F238E27FC236}">
                <a16:creationId xmlns:a16="http://schemas.microsoft.com/office/drawing/2014/main" id="{C09FD4FE-21F0-4628-9773-AB55AA6F3509}"/>
              </a:ext>
            </a:extLst>
          </p:cNvPr>
          <p:cNvSpPr txBox="1"/>
          <p:nvPr/>
        </p:nvSpPr>
        <p:spPr>
          <a:xfrm>
            <a:off x="3143481" y="4928527"/>
            <a:ext cx="2078043" cy="369332"/>
          </a:xfrm>
          <a:prstGeom prst="rect">
            <a:avLst/>
          </a:prstGeom>
          <a:noFill/>
        </p:spPr>
        <p:txBody>
          <a:bodyPr wrap="square">
            <a:spAutoFit/>
          </a:bodyPr>
          <a:lstStyle/>
          <a:p>
            <a:pPr algn="ctr"/>
            <a:r>
              <a:rPr lang="en-US" altLang="zh-CN" b="1" dirty="0">
                <a:latin typeface="Arial Narrow" panose="020B0606020202030204" pitchFamily="34" charset="0"/>
              </a:rPr>
              <a:t>00-e1-d5-00-23-b1</a:t>
            </a:r>
            <a:endParaRPr lang="zh-CN" altLang="en-US" dirty="0"/>
          </a:p>
        </p:txBody>
      </p:sp>
      <p:graphicFrame>
        <p:nvGraphicFramePr>
          <p:cNvPr id="24" name="表格 24">
            <a:extLst>
              <a:ext uri="{FF2B5EF4-FFF2-40B4-BE49-F238E27FC236}">
                <a16:creationId xmlns:a16="http://schemas.microsoft.com/office/drawing/2014/main" id="{CDC24889-FBDA-4406-A523-97BE775BF34F}"/>
              </a:ext>
            </a:extLst>
          </p:cNvPr>
          <p:cNvGraphicFramePr>
            <a:graphicFrameLocks noGrp="1"/>
          </p:cNvGraphicFramePr>
          <p:nvPr/>
        </p:nvGraphicFramePr>
        <p:xfrm>
          <a:off x="6577977" y="3364562"/>
          <a:ext cx="4477782" cy="1483360"/>
        </p:xfrm>
        <a:graphic>
          <a:graphicData uri="http://schemas.openxmlformats.org/drawingml/2006/table">
            <a:tbl>
              <a:tblPr firstRow="1" bandRow="1">
                <a:tableStyleId>{5C22544A-7EE6-4342-B048-85BDC9FD1C3A}</a:tableStyleId>
              </a:tblPr>
              <a:tblGrid>
                <a:gridCol w="3013355">
                  <a:extLst>
                    <a:ext uri="{9D8B030D-6E8A-4147-A177-3AD203B41FA5}">
                      <a16:colId xmlns:a16="http://schemas.microsoft.com/office/drawing/2014/main" val="2713634541"/>
                    </a:ext>
                  </a:extLst>
                </a:gridCol>
                <a:gridCol w="1464427">
                  <a:extLst>
                    <a:ext uri="{9D8B030D-6E8A-4147-A177-3AD203B41FA5}">
                      <a16:colId xmlns:a16="http://schemas.microsoft.com/office/drawing/2014/main" val="2892807485"/>
                    </a:ext>
                  </a:extLst>
                </a:gridCol>
              </a:tblGrid>
              <a:tr h="370840">
                <a:tc>
                  <a:txBody>
                    <a:bodyPr/>
                    <a:lstStyle/>
                    <a:p>
                      <a:pPr algn="ctr"/>
                      <a:r>
                        <a:rPr lang="zh-CN" altLang="en-US" b="1" dirty="0">
                          <a:solidFill>
                            <a:schemeClr val="tx1"/>
                          </a:solidFill>
                        </a:rPr>
                        <a:t>目的地址</a:t>
                      </a: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algn="ctr"/>
                      <a:r>
                        <a:rPr lang="zh-CN" altLang="en-US" b="1" dirty="0">
                          <a:solidFill>
                            <a:schemeClr val="tx1"/>
                          </a:solidFill>
                        </a:rPr>
                        <a:t>端口</a:t>
                      </a: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extLst>
                  <a:ext uri="{0D108BD9-81ED-4DB2-BD59-A6C34878D82A}">
                    <a16:rowId xmlns:a16="http://schemas.microsoft.com/office/drawing/2014/main" val="793136129"/>
                  </a:ext>
                </a:extLst>
              </a:tr>
              <a:tr h="370840">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altLang="zh-CN" b="1" dirty="0">
                          <a:latin typeface="Arial Narrow" panose="020B0606020202030204" pitchFamily="34" charset="0"/>
                        </a:rPr>
                        <a:t>00-e1-d5-00-23-b1</a:t>
                      </a:r>
                      <a:endParaRPr lang="zh-CN" altLang="en-US" dirty="0"/>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algn="ctr"/>
                      <a:r>
                        <a:rPr lang="en-US" altLang="zh-CN" b="1" dirty="0">
                          <a:solidFill>
                            <a:schemeClr val="tx1"/>
                          </a:solidFill>
                        </a:rPr>
                        <a:t>2</a:t>
                      </a:r>
                      <a:endParaRPr lang="zh-CN" altLang="en-US" b="1" dirty="0">
                        <a:solidFill>
                          <a:schemeClr val="tx1"/>
                        </a:solidFill>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extLst>
                  <a:ext uri="{0D108BD9-81ED-4DB2-BD59-A6C34878D82A}">
                    <a16:rowId xmlns:a16="http://schemas.microsoft.com/office/drawing/2014/main" val="529624903"/>
                  </a:ext>
                </a:extLst>
              </a:tr>
              <a:tr h="370840">
                <a:tc>
                  <a:txBody>
                    <a:bodyPr/>
                    <a:lstStyle/>
                    <a:p>
                      <a:pPr algn="ctr"/>
                      <a:endParaRPr lang="zh-CN" altLang="en-US" b="1">
                        <a:solidFill>
                          <a:schemeClr val="tx1"/>
                        </a:solidFill>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algn="ctr"/>
                      <a:endParaRPr lang="zh-CN" altLang="en-US" b="1" dirty="0">
                        <a:solidFill>
                          <a:schemeClr val="tx1"/>
                        </a:solidFill>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extLst>
                  <a:ext uri="{0D108BD9-81ED-4DB2-BD59-A6C34878D82A}">
                    <a16:rowId xmlns:a16="http://schemas.microsoft.com/office/drawing/2014/main" val="631672874"/>
                  </a:ext>
                </a:extLst>
              </a:tr>
              <a:tr h="370840">
                <a:tc>
                  <a:txBody>
                    <a:bodyPr/>
                    <a:lstStyle/>
                    <a:p>
                      <a:pPr algn="ctr"/>
                      <a:endParaRPr lang="zh-CN" altLang="en-US" b="1">
                        <a:solidFill>
                          <a:schemeClr val="tx1"/>
                        </a:solidFill>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algn="ctr"/>
                      <a:endParaRPr lang="zh-CN" altLang="en-US" b="1" dirty="0">
                        <a:solidFill>
                          <a:schemeClr val="tx1"/>
                        </a:solidFill>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extLst>
                  <a:ext uri="{0D108BD9-81ED-4DB2-BD59-A6C34878D82A}">
                    <a16:rowId xmlns:a16="http://schemas.microsoft.com/office/drawing/2014/main" val="2784333398"/>
                  </a:ext>
                </a:extLst>
              </a:tr>
            </a:tbl>
          </a:graphicData>
        </a:graphic>
      </p:graphicFrame>
      <p:sp>
        <p:nvSpPr>
          <p:cNvPr id="174" name="íşlïḍè">
            <a:extLst>
              <a:ext uri="{FF2B5EF4-FFF2-40B4-BE49-F238E27FC236}">
                <a16:creationId xmlns:a16="http://schemas.microsoft.com/office/drawing/2014/main" id="{68C318E3-61EF-4CBD-A3D1-A845D378FEC4}"/>
              </a:ext>
            </a:extLst>
          </p:cNvPr>
          <p:cNvSpPr txBox="1"/>
          <p:nvPr/>
        </p:nvSpPr>
        <p:spPr>
          <a:xfrm>
            <a:off x="6024159" y="1749102"/>
            <a:ext cx="472985" cy="419569"/>
          </a:xfrm>
          <a:prstGeom prst="rect">
            <a:avLst/>
          </a:prstGeom>
          <a:noFill/>
        </p:spPr>
        <p:txBody>
          <a:bodyPr wrap="square" lIns="91440" tIns="45720" rIns="91440" bIns="45720" anchor="ctr">
            <a:noAutofit/>
          </a:bodyPr>
          <a:lstStyle/>
          <a:p>
            <a:pPr algn="ctr"/>
            <a:r>
              <a:rPr lang="en-US" altLang="zh-CN" sz="2800" b="1" dirty="0">
                <a:solidFill>
                  <a:schemeClr val="accent1">
                    <a:lumMod val="75000"/>
                  </a:schemeClr>
                </a:solidFill>
                <a:latin typeface="Arial Black" panose="020B0A04020102020204" pitchFamily="34" charset="0"/>
              </a:rPr>
              <a:t>B</a:t>
            </a:r>
            <a:endParaRPr lang="zh-CN" altLang="en-US" sz="2800" b="1" dirty="0">
              <a:solidFill>
                <a:schemeClr val="accent1">
                  <a:lumMod val="75000"/>
                </a:schemeClr>
              </a:solidFill>
              <a:latin typeface="Arial Black" panose="020B0A04020102020204" pitchFamily="34" charset="0"/>
            </a:endParaRPr>
          </a:p>
        </p:txBody>
      </p:sp>
      <p:sp>
        <p:nvSpPr>
          <p:cNvPr id="175" name="íşlïḍè">
            <a:extLst>
              <a:ext uri="{FF2B5EF4-FFF2-40B4-BE49-F238E27FC236}">
                <a16:creationId xmlns:a16="http://schemas.microsoft.com/office/drawing/2014/main" id="{C1614AF6-A49D-4F33-BE8B-57CE28597426}"/>
              </a:ext>
            </a:extLst>
          </p:cNvPr>
          <p:cNvSpPr txBox="1"/>
          <p:nvPr/>
        </p:nvSpPr>
        <p:spPr>
          <a:xfrm>
            <a:off x="742234" y="5390660"/>
            <a:ext cx="718734" cy="419569"/>
          </a:xfrm>
          <a:prstGeom prst="rect">
            <a:avLst/>
          </a:prstGeom>
          <a:noFill/>
        </p:spPr>
        <p:txBody>
          <a:bodyPr wrap="square" lIns="91440" tIns="45720" rIns="91440" bIns="45720" anchor="ctr">
            <a:noAutofit/>
          </a:bodyPr>
          <a:lstStyle/>
          <a:p>
            <a:r>
              <a:rPr lang="zh-CN" altLang="en-US" b="1" dirty="0">
                <a:latin typeface="Arial Narrow" panose="020B0606020202030204" pitchFamily="34" charset="0"/>
              </a:rPr>
              <a:t>解析</a:t>
            </a:r>
          </a:p>
        </p:txBody>
      </p:sp>
      <p:cxnSp>
        <p:nvCxnSpPr>
          <p:cNvPr id="6" name="连接符: 曲线 5">
            <a:extLst>
              <a:ext uri="{FF2B5EF4-FFF2-40B4-BE49-F238E27FC236}">
                <a16:creationId xmlns:a16="http://schemas.microsoft.com/office/drawing/2014/main" id="{CC6D807D-D5EB-41D3-864F-42DC453F096D}"/>
              </a:ext>
            </a:extLst>
          </p:cNvPr>
          <p:cNvCxnSpPr>
            <a:cxnSpLocks/>
            <a:stCxn id="162" idx="0"/>
            <a:endCxn id="164" idx="0"/>
          </p:cNvCxnSpPr>
          <p:nvPr/>
        </p:nvCxnSpPr>
        <p:spPr>
          <a:xfrm rot="5400000" flipH="1" flipV="1">
            <a:off x="3116489" y="1041946"/>
            <a:ext cx="12700" cy="4276338"/>
          </a:xfrm>
          <a:prstGeom prst="curvedConnector3">
            <a:avLst>
              <a:gd name="adj1" fmla="val 3026661"/>
            </a:avLst>
          </a:prstGeom>
          <a:ln w="25400">
            <a:solidFill>
              <a:schemeClr val="accent3"/>
            </a:solidFill>
            <a:prstDash val="dash"/>
            <a:tailEnd type="triangle" w="med" len="lg"/>
          </a:ln>
        </p:spPr>
        <p:style>
          <a:lnRef idx="1">
            <a:schemeClr val="accent1"/>
          </a:lnRef>
          <a:fillRef idx="0">
            <a:schemeClr val="accent1"/>
          </a:fillRef>
          <a:effectRef idx="0">
            <a:schemeClr val="accent1"/>
          </a:effectRef>
          <a:fontRef idx="minor">
            <a:schemeClr val="tx1"/>
          </a:fontRef>
        </p:style>
      </p:cxnSp>
      <p:cxnSp>
        <p:nvCxnSpPr>
          <p:cNvPr id="11" name="直接箭头连接符 10">
            <a:extLst>
              <a:ext uri="{FF2B5EF4-FFF2-40B4-BE49-F238E27FC236}">
                <a16:creationId xmlns:a16="http://schemas.microsoft.com/office/drawing/2014/main" id="{E58E3F52-A3D3-46D6-9A81-ED64B34B764B}"/>
              </a:ext>
            </a:extLst>
          </p:cNvPr>
          <p:cNvCxnSpPr>
            <a:cxnSpLocks/>
          </p:cNvCxnSpPr>
          <p:nvPr/>
        </p:nvCxnSpPr>
        <p:spPr>
          <a:xfrm>
            <a:off x="1438109" y="3525795"/>
            <a:ext cx="1168446" cy="0"/>
          </a:xfrm>
          <a:prstGeom prst="straightConnector1">
            <a:avLst/>
          </a:prstGeom>
          <a:ln w="38100">
            <a:solidFill>
              <a:schemeClr val="accent3"/>
            </a:solidFill>
            <a:tailEnd type="triangle"/>
          </a:ln>
        </p:spPr>
        <p:style>
          <a:lnRef idx="1">
            <a:schemeClr val="accent1"/>
          </a:lnRef>
          <a:fillRef idx="0">
            <a:schemeClr val="accent1"/>
          </a:fillRef>
          <a:effectRef idx="0">
            <a:schemeClr val="accent1"/>
          </a:effectRef>
          <a:fontRef idx="minor">
            <a:schemeClr val="tx1"/>
          </a:fontRef>
        </p:style>
      </p:cxnSp>
      <p:sp>
        <p:nvSpPr>
          <p:cNvPr id="35" name="文本框 34">
            <a:extLst>
              <a:ext uri="{FF2B5EF4-FFF2-40B4-BE49-F238E27FC236}">
                <a16:creationId xmlns:a16="http://schemas.microsoft.com/office/drawing/2014/main" id="{A1508F2F-CFBF-440C-9D12-655D1347DC25}"/>
              </a:ext>
            </a:extLst>
          </p:cNvPr>
          <p:cNvSpPr txBox="1"/>
          <p:nvPr/>
        </p:nvSpPr>
        <p:spPr>
          <a:xfrm>
            <a:off x="7043301" y="4106242"/>
            <a:ext cx="2078043" cy="369332"/>
          </a:xfrm>
          <a:prstGeom prst="rect">
            <a:avLst/>
          </a:prstGeom>
          <a:noFill/>
        </p:spPr>
        <p:txBody>
          <a:bodyPr wrap="square">
            <a:spAutoFit/>
          </a:bodyPr>
          <a:lstStyle/>
          <a:p>
            <a:pPr algn="ctr"/>
            <a:r>
              <a:rPr lang="en-US" altLang="zh-CN" b="1" dirty="0">
                <a:latin typeface="Arial Narrow" panose="020B0606020202030204" pitchFamily="34" charset="0"/>
              </a:rPr>
              <a:t>00-e1-d5-00-23-a1</a:t>
            </a:r>
            <a:endParaRPr lang="zh-CN" altLang="en-US" dirty="0"/>
          </a:p>
        </p:txBody>
      </p:sp>
      <p:cxnSp>
        <p:nvCxnSpPr>
          <p:cNvPr id="19" name="连接符: 曲线 18">
            <a:extLst>
              <a:ext uri="{FF2B5EF4-FFF2-40B4-BE49-F238E27FC236}">
                <a16:creationId xmlns:a16="http://schemas.microsoft.com/office/drawing/2014/main" id="{4E1D05BC-1D5B-4BE1-9BD2-AAD1578D8150}"/>
              </a:ext>
            </a:extLst>
          </p:cNvPr>
          <p:cNvCxnSpPr>
            <a:cxnSpLocks/>
          </p:cNvCxnSpPr>
          <p:nvPr/>
        </p:nvCxnSpPr>
        <p:spPr>
          <a:xfrm rot="16200000" flipH="1">
            <a:off x="6151128" y="213844"/>
            <a:ext cx="763209" cy="7586011"/>
          </a:xfrm>
          <a:prstGeom prst="curvedConnector3">
            <a:avLst>
              <a:gd name="adj1" fmla="val 154086"/>
            </a:avLst>
          </a:prstGeom>
          <a:ln w="25400">
            <a:solidFill>
              <a:schemeClr val="accent1">
                <a:lumMod val="75000"/>
              </a:schemeClr>
            </a:solidFill>
            <a:prstDash val="dash"/>
            <a:tailEnd type="triangle" w="med" len="lg"/>
          </a:ln>
        </p:spPr>
        <p:style>
          <a:lnRef idx="1">
            <a:schemeClr val="accent1"/>
          </a:lnRef>
          <a:fillRef idx="0">
            <a:schemeClr val="accent1"/>
          </a:fillRef>
          <a:effectRef idx="0">
            <a:schemeClr val="accent1"/>
          </a:effectRef>
          <a:fontRef idx="minor">
            <a:schemeClr val="tx1"/>
          </a:fontRef>
        </p:style>
      </p:cxnSp>
      <p:sp>
        <p:nvSpPr>
          <p:cNvPr id="32" name="íşlïḍè">
            <a:extLst>
              <a:ext uri="{FF2B5EF4-FFF2-40B4-BE49-F238E27FC236}">
                <a16:creationId xmlns:a16="http://schemas.microsoft.com/office/drawing/2014/main" id="{B22437D3-EC39-4E31-8B3D-4AFEFFCC3A49}"/>
              </a:ext>
            </a:extLst>
          </p:cNvPr>
          <p:cNvSpPr txBox="1"/>
          <p:nvPr/>
        </p:nvSpPr>
        <p:spPr>
          <a:xfrm>
            <a:off x="10180097" y="4127772"/>
            <a:ext cx="275343" cy="326271"/>
          </a:xfrm>
          <a:prstGeom prst="rect">
            <a:avLst/>
          </a:prstGeom>
          <a:noFill/>
        </p:spPr>
        <p:txBody>
          <a:bodyPr wrap="square" lIns="91440" tIns="45720" rIns="91440" bIns="45720" anchor="ctr">
            <a:noAutofit/>
          </a:bodyPr>
          <a:lstStyle/>
          <a:p>
            <a:pPr algn="ctr"/>
            <a:r>
              <a:rPr lang="en-US" altLang="zh-CN" b="1" dirty="0">
                <a:latin typeface="Arial Narrow" panose="020B0606020202030204" pitchFamily="34" charset="0"/>
              </a:rPr>
              <a:t>1</a:t>
            </a:r>
            <a:endParaRPr lang="zh-CN" altLang="en-US" b="1" dirty="0">
              <a:latin typeface="Arial Narrow" panose="020B0606020202030204" pitchFamily="34" charset="0"/>
            </a:endParaRPr>
          </a:p>
        </p:txBody>
      </p:sp>
      <p:sp>
        <p:nvSpPr>
          <p:cNvPr id="31" name="平行四边形 30">
            <a:extLst>
              <a:ext uri="{FF2B5EF4-FFF2-40B4-BE49-F238E27FC236}">
                <a16:creationId xmlns:a16="http://schemas.microsoft.com/office/drawing/2014/main" id="{4477CBC2-A3B4-07F9-9370-A0D603735B68}"/>
              </a:ext>
            </a:extLst>
          </p:cNvPr>
          <p:cNvSpPr/>
          <p:nvPr/>
        </p:nvSpPr>
        <p:spPr>
          <a:xfrm>
            <a:off x="304800" y="749300"/>
            <a:ext cx="675384" cy="387090"/>
          </a:xfrm>
          <a:prstGeom prst="parallelogram">
            <a:avLst/>
          </a:prstGeom>
          <a:solidFill>
            <a:schemeClr val="accent3">
              <a:lumMod val="75000"/>
            </a:schemeClr>
          </a:solidFill>
          <a:ln>
            <a:solidFill>
              <a:schemeClr val="accent3">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CN" sz="2200" dirty="0">
                <a:latin typeface="Impact" panose="020B0806030902050204" pitchFamily="34" charset="0"/>
              </a:rPr>
              <a:t>02</a:t>
            </a:r>
            <a:endParaRPr lang="zh-CN" altLang="en-US" sz="2200" dirty="0">
              <a:latin typeface="Impact" panose="020B0806030902050204" pitchFamily="34" charset="0"/>
            </a:endParaRPr>
          </a:p>
        </p:txBody>
      </p:sp>
    </p:spTree>
    <p:custDataLst>
      <p:tags r:id="rId1"/>
    </p:custDataLst>
    <p:extLst>
      <p:ext uri="{BB962C8B-B14F-4D97-AF65-F5344CB8AC3E}">
        <p14:creationId xmlns:p14="http://schemas.microsoft.com/office/powerpoint/2010/main" val="2157675714"/>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2" presetClass="entr" presetSubtype="8" fill="hold" nodeType="withEffect">
                                  <p:stCondLst>
                                    <p:cond delay="0"/>
                                  </p:stCondLst>
                                  <p:childTnLst>
                                    <p:set>
                                      <p:cBhvr>
                                        <p:cTn id="6" dur="1" fill="hold">
                                          <p:stCondLst>
                                            <p:cond delay="0"/>
                                          </p:stCondLst>
                                        </p:cTn>
                                        <p:tgtEl>
                                          <p:spTgt spid="19"/>
                                        </p:tgtEl>
                                        <p:attrNameLst>
                                          <p:attrName>style.visibility</p:attrName>
                                        </p:attrNameLst>
                                      </p:cBhvr>
                                      <p:to>
                                        <p:strVal val="visible"/>
                                      </p:to>
                                    </p:set>
                                    <p:animEffect transition="in" filter="wipe(left)">
                                      <p:cBhvr>
                                        <p:cTn id="7" dur="1000"/>
                                        <p:tgtEl>
                                          <p:spTgt spid="19"/>
                                        </p:tgtEl>
                                      </p:cBhvr>
                                    </p:animEffect>
                                  </p:childTnLst>
                                </p:cTn>
                              </p:par>
                            </p:childTnLst>
                          </p:cTn>
                        </p:par>
                        <p:par>
                          <p:cTn id="8" fill="hold">
                            <p:stCondLst>
                              <p:cond delay="1000"/>
                            </p:stCondLst>
                            <p:childTnLst>
                              <p:par>
                                <p:cTn id="9" presetID="53" presetClass="entr" presetSubtype="16" fill="hold" grpId="0" nodeType="afterEffect">
                                  <p:stCondLst>
                                    <p:cond delay="0"/>
                                  </p:stCondLst>
                                  <p:childTnLst>
                                    <p:set>
                                      <p:cBhvr>
                                        <p:cTn id="10" dur="1" fill="hold">
                                          <p:stCondLst>
                                            <p:cond delay="0"/>
                                          </p:stCondLst>
                                        </p:cTn>
                                        <p:tgtEl>
                                          <p:spTgt spid="32"/>
                                        </p:tgtEl>
                                        <p:attrNameLst>
                                          <p:attrName>style.visibility</p:attrName>
                                        </p:attrNameLst>
                                      </p:cBhvr>
                                      <p:to>
                                        <p:strVal val="visible"/>
                                      </p:to>
                                    </p:set>
                                    <p:anim calcmode="lin" valueType="num">
                                      <p:cBhvr>
                                        <p:cTn id="11" dur="500" fill="hold"/>
                                        <p:tgtEl>
                                          <p:spTgt spid="32"/>
                                        </p:tgtEl>
                                        <p:attrNameLst>
                                          <p:attrName>ppt_w</p:attrName>
                                        </p:attrNameLst>
                                      </p:cBhvr>
                                      <p:tavLst>
                                        <p:tav tm="0">
                                          <p:val>
                                            <p:fltVal val="0"/>
                                          </p:val>
                                        </p:tav>
                                        <p:tav tm="100000">
                                          <p:val>
                                            <p:strVal val="#ppt_w"/>
                                          </p:val>
                                        </p:tav>
                                      </p:tavLst>
                                    </p:anim>
                                    <p:anim calcmode="lin" valueType="num">
                                      <p:cBhvr>
                                        <p:cTn id="12" dur="500" fill="hold"/>
                                        <p:tgtEl>
                                          <p:spTgt spid="32"/>
                                        </p:tgtEl>
                                        <p:attrNameLst>
                                          <p:attrName>ppt_h</p:attrName>
                                        </p:attrNameLst>
                                      </p:cBhvr>
                                      <p:tavLst>
                                        <p:tav tm="0">
                                          <p:val>
                                            <p:fltVal val="0"/>
                                          </p:val>
                                        </p:tav>
                                        <p:tav tm="100000">
                                          <p:val>
                                            <p:strVal val="#ppt_h"/>
                                          </p:val>
                                        </p:tav>
                                      </p:tavLst>
                                    </p:anim>
                                    <p:animEffect transition="in" filter="fade">
                                      <p:cBhvr>
                                        <p:cTn id="13" dur="500"/>
                                        <p:tgtEl>
                                          <p:spTgt spid="32"/>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2" grpId="0"/>
    </p:bldLst>
  </p:timing>
</p:sld>
</file>

<file path=ppt/slides/slide42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4" name="组合 3">
            <a:extLst>
              <a:ext uri="{FF2B5EF4-FFF2-40B4-BE49-F238E27FC236}">
                <a16:creationId xmlns:a16="http://schemas.microsoft.com/office/drawing/2014/main" id="{9A1EA9F2-FCB6-48C3-935F-7AE7E3AD14AC}"/>
              </a:ext>
            </a:extLst>
          </p:cNvPr>
          <p:cNvGrpSpPr/>
          <p:nvPr/>
        </p:nvGrpSpPr>
        <p:grpSpPr>
          <a:xfrm>
            <a:off x="304800" y="749300"/>
            <a:ext cx="6192344" cy="400110"/>
            <a:chOff x="424117" y="898245"/>
            <a:chExt cx="6192344" cy="400110"/>
          </a:xfrm>
        </p:grpSpPr>
        <p:sp>
          <p:nvSpPr>
            <p:cNvPr id="2" name="平行四边形 1">
              <a:extLst>
                <a:ext uri="{FF2B5EF4-FFF2-40B4-BE49-F238E27FC236}">
                  <a16:creationId xmlns:a16="http://schemas.microsoft.com/office/drawing/2014/main" id="{1F5BAA3F-9845-4F89-A2DD-8222D3E4EDAC}"/>
                </a:ext>
              </a:extLst>
            </p:cNvPr>
            <p:cNvSpPr/>
            <p:nvPr/>
          </p:nvSpPr>
          <p:spPr>
            <a:xfrm>
              <a:off x="424117" y="898245"/>
              <a:ext cx="628306" cy="387090"/>
            </a:xfrm>
            <a:prstGeom prst="parallelogram">
              <a:avLst/>
            </a:prstGeom>
            <a:solidFill>
              <a:schemeClr val="accent3">
                <a:lumMod val="75000"/>
              </a:schemeClr>
            </a:solidFill>
            <a:ln>
              <a:solidFill>
                <a:schemeClr val="accent3">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CN" sz="2200" dirty="0">
                  <a:latin typeface="Impact" panose="020B0806030902050204" pitchFamily="34" charset="0"/>
                </a:rPr>
                <a:t>01</a:t>
              </a:r>
              <a:endParaRPr lang="zh-CN" altLang="en-US" sz="2200" dirty="0">
                <a:latin typeface="Impact" panose="020B0806030902050204" pitchFamily="34" charset="0"/>
              </a:endParaRPr>
            </a:p>
          </p:txBody>
        </p:sp>
        <p:sp>
          <p:nvSpPr>
            <p:cNvPr id="3" name="文本框 2">
              <a:extLst>
                <a:ext uri="{FF2B5EF4-FFF2-40B4-BE49-F238E27FC236}">
                  <a16:creationId xmlns:a16="http://schemas.microsoft.com/office/drawing/2014/main" id="{4D6BD736-A4D3-4F26-AFED-36E11F50F70B}"/>
                </a:ext>
              </a:extLst>
            </p:cNvPr>
            <p:cNvSpPr txBox="1"/>
            <p:nvPr/>
          </p:nvSpPr>
          <p:spPr>
            <a:xfrm>
              <a:off x="1052423" y="898245"/>
              <a:ext cx="5564038" cy="400110"/>
            </a:xfrm>
            <a:prstGeom prst="rect">
              <a:avLst/>
            </a:prstGeom>
            <a:noFill/>
          </p:spPr>
          <p:txBody>
            <a:bodyPr wrap="square" rtlCol="0">
              <a:spAutoFit/>
            </a:bodyPr>
            <a:lstStyle/>
            <a:p>
              <a:r>
                <a:rPr lang="zh-CN" altLang="en-US" sz="2000" b="1" dirty="0">
                  <a:solidFill>
                    <a:schemeClr val="tx1"/>
                  </a:solidFill>
                  <a:latin typeface="Arial Narrow" panose="020B0606020202030204" pitchFamily="34" charset="0"/>
                </a:rPr>
                <a:t>以太网交换机</a:t>
              </a:r>
              <a:endParaRPr lang="en-US" altLang="zh-CN" sz="2000" b="1" dirty="0">
                <a:solidFill>
                  <a:schemeClr val="tx1"/>
                </a:solidFill>
                <a:latin typeface="Arial Narrow" panose="020B0606020202030204" pitchFamily="34" charset="0"/>
              </a:endParaRPr>
            </a:p>
          </p:txBody>
        </p:sp>
      </p:grpSp>
      <p:cxnSp>
        <p:nvCxnSpPr>
          <p:cNvPr id="20" name="直接连接符 19">
            <a:extLst>
              <a:ext uri="{FF2B5EF4-FFF2-40B4-BE49-F238E27FC236}">
                <a16:creationId xmlns:a16="http://schemas.microsoft.com/office/drawing/2014/main" id="{1D08DEA6-8B8C-4A9C-808B-4D83CA7588E6}"/>
              </a:ext>
            </a:extLst>
          </p:cNvPr>
          <p:cNvCxnSpPr/>
          <p:nvPr/>
        </p:nvCxnSpPr>
        <p:spPr>
          <a:xfrm>
            <a:off x="1224323" y="3659267"/>
            <a:ext cx="4249657" cy="0"/>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cxnSp>
        <p:nvCxnSpPr>
          <p:cNvPr id="22" name="直接连接符 21">
            <a:extLst>
              <a:ext uri="{FF2B5EF4-FFF2-40B4-BE49-F238E27FC236}">
                <a16:creationId xmlns:a16="http://schemas.microsoft.com/office/drawing/2014/main" id="{42812BCB-597E-4460-B8C5-3A61B95297F0}"/>
              </a:ext>
            </a:extLst>
          </p:cNvPr>
          <p:cNvCxnSpPr/>
          <p:nvPr/>
        </p:nvCxnSpPr>
        <p:spPr>
          <a:xfrm>
            <a:off x="3098435" y="3659267"/>
            <a:ext cx="0" cy="1383809"/>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sp>
        <p:nvSpPr>
          <p:cNvPr id="102" name="íşlïḍè">
            <a:extLst>
              <a:ext uri="{FF2B5EF4-FFF2-40B4-BE49-F238E27FC236}">
                <a16:creationId xmlns:a16="http://schemas.microsoft.com/office/drawing/2014/main" id="{0D95E7E5-F506-4649-9080-9456A3744336}"/>
              </a:ext>
            </a:extLst>
          </p:cNvPr>
          <p:cNvSpPr txBox="1"/>
          <p:nvPr/>
        </p:nvSpPr>
        <p:spPr>
          <a:xfrm>
            <a:off x="788101" y="1250252"/>
            <a:ext cx="11099099" cy="867998"/>
          </a:xfrm>
          <a:prstGeom prst="rect">
            <a:avLst/>
          </a:prstGeom>
          <a:noFill/>
        </p:spPr>
        <p:txBody>
          <a:bodyPr wrap="square" lIns="91440" tIns="45720" rIns="91440" bIns="45720" anchor="ctr">
            <a:noAutofit/>
          </a:bodyPr>
          <a:lstStyle/>
          <a:p>
            <a:r>
              <a:rPr lang="en-US" altLang="zh-CN" b="1" dirty="0">
                <a:latin typeface="Arial Narrow" panose="020B0606020202030204" pitchFamily="34" charset="0"/>
              </a:rPr>
              <a:t>【2014</a:t>
            </a:r>
            <a:r>
              <a:rPr lang="zh-CN" altLang="en-US" b="1" dirty="0">
                <a:latin typeface="Arial Narrow" panose="020B0606020202030204" pitchFamily="34" charset="0"/>
              </a:rPr>
              <a:t>年 题</a:t>
            </a:r>
            <a:r>
              <a:rPr lang="en-US" altLang="zh-CN" b="1" dirty="0">
                <a:latin typeface="Arial Narrow" panose="020B0606020202030204" pitchFamily="34" charset="0"/>
              </a:rPr>
              <a:t>34】</a:t>
            </a:r>
            <a:r>
              <a:rPr lang="zh-CN" altLang="en-US" b="1" dirty="0">
                <a:latin typeface="Arial Narrow" panose="020B0606020202030204" pitchFamily="34" charset="0"/>
              </a:rPr>
              <a:t>某以太网拓扑及交换机当前转发表如下图所示，主机</a:t>
            </a:r>
            <a:r>
              <a:rPr lang="en-US" altLang="zh-CN" b="1" dirty="0">
                <a:latin typeface="Arial Narrow" panose="020B0606020202030204" pitchFamily="34" charset="0"/>
              </a:rPr>
              <a:t>00-e1-d5-00-23-a1</a:t>
            </a:r>
            <a:r>
              <a:rPr lang="zh-CN" altLang="en-US" b="1" dirty="0">
                <a:latin typeface="Arial Narrow" panose="020B0606020202030204" pitchFamily="34" charset="0"/>
              </a:rPr>
              <a:t>向主机</a:t>
            </a:r>
            <a:r>
              <a:rPr lang="en-US" altLang="zh-CN" b="1" dirty="0">
                <a:latin typeface="Arial Narrow" panose="020B0606020202030204" pitchFamily="34" charset="0"/>
              </a:rPr>
              <a:t>00-e1-d5-00-23-c1</a:t>
            </a:r>
          </a:p>
          <a:p>
            <a:r>
              <a:rPr lang="en-US" altLang="zh-CN" b="1" dirty="0">
                <a:latin typeface="Arial Narrow" panose="020B0606020202030204" pitchFamily="34" charset="0"/>
              </a:rPr>
              <a:t>                              </a:t>
            </a:r>
            <a:r>
              <a:rPr lang="zh-CN" altLang="en-US" b="1" dirty="0">
                <a:latin typeface="Arial Narrow" panose="020B0606020202030204" pitchFamily="34" charset="0"/>
              </a:rPr>
              <a:t>发送</a:t>
            </a:r>
            <a:r>
              <a:rPr lang="en-US" altLang="zh-CN" b="1" dirty="0">
                <a:latin typeface="Arial Narrow" panose="020B0606020202030204" pitchFamily="34" charset="0"/>
              </a:rPr>
              <a:t>1</a:t>
            </a:r>
            <a:r>
              <a:rPr lang="zh-CN" altLang="en-US" b="1" dirty="0">
                <a:latin typeface="Arial Narrow" panose="020B0606020202030204" pitchFamily="34" charset="0"/>
              </a:rPr>
              <a:t>个数据帧，主机</a:t>
            </a:r>
            <a:r>
              <a:rPr lang="en-US" altLang="zh-CN" b="1" dirty="0">
                <a:latin typeface="Arial Narrow" panose="020B0606020202030204" pitchFamily="34" charset="0"/>
              </a:rPr>
              <a:t>00-e1-d5-00-23-c1</a:t>
            </a:r>
            <a:r>
              <a:rPr lang="zh-CN" altLang="en-US" b="1" dirty="0">
                <a:latin typeface="Arial Narrow" panose="020B0606020202030204" pitchFamily="34" charset="0"/>
              </a:rPr>
              <a:t>收到该帧后，向主机</a:t>
            </a:r>
            <a:r>
              <a:rPr lang="en-US" altLang="zh-CN" b="1" dirty="0">
                <a:latin typeface="Arial Narrow" panose="020B0606020202030204" pitchFamily="34" charset="0"/>
              </a:rPr>
              <a:t>00-e1-d5-00-23-a1</a:t>
            </a:r>
            <a:r>
              <a:rPr lang="zh-CN" altLang="en-US" b="1" dirty="0">
                <a:latin typeface="Arial Narrow" panose="020B0606020202030204" pitchFamily="34" charset="0"/>
              </a:rPr>
              <a:t>发送</a:t>
            </a:r>
            <a:r>
              <a:rPr lang="en-US" altLang="zh-CN" b="1" dirty="0">
                <a:latin typeface="Arial Narrow" panose="020B0606020202030204" pitchFamily="34" charset="0"/>
              </a:rPr>
              <a:t>1</a:t>
            </a:r>
            <a:r>
              <a:rPr lang="zh-CN" altLang="en-US" b="1" dirty="0">
                <a:latin typeface="Arial Narrow" panose="020B0606020202030204" pitchFamily="34" charset="0"/>
              </a:rPr>
              <a:t>个确认帧，交</a:t>
            </a:r>
            <a:endParaRPr lang="en-US" altLang="zh-CN" b="1" dirty="0">
              <a:latin typeface="Arial Narrow" panose="020B0606020202030204" pitchFamily="34" charset="0"/>
            </a:endParaRPr>
          </a:p>
          <a:p>
            <a:r>
              <a:rPr lang="en-US" altLang="zh-CN" b="1" dirty="0">
                <a:latin typeface="Arial Narrow" panose="020B0606020202030204" pitchFamily="34" charset="0"/>
              </a:rPr>
              <a:t>                              </a:t>
            </a:r>
            <a:r>
              <a:rPr lang="zh-CN" altLang="en-US" b="1" dirty="0">
                <a:latin typeface="Arial Narrow" panose="020B0606020202030204" pitchFamily="34" charset="0"/>
              </a:rPr>
              <a:t>换机对这两个帧的转发端口分别是（      ）。</a:t>
            </a:r>
          </a:p>
        </p:txBody>
      </p:sp>
      <p:sp>
        <p:nvSpPr>
          <p:cNvPr id="133" name="íşlïḍè">
            <a:extLst>
              <a:ext uri="{FF2B5EF4-FFF2-40B4-BE49-F238E27FC236}">
                <a16:creationId xmlns:a16="http://schemas.microsoft.com/office/drawing/2014/main" id="{77FBDFF3-30D6-4ECB-81F5-2CCD9CC310AE}"/>
              </a:ext>
            </a:extLst>
          </p:cNvPr>
          <p:cNvSpPr txBox="1"/>
          <p:nvPr/>
        </p:nvSpPr>
        <p:spPr>
          <a:xfrm>
            <a:off x="2394332" y="2219092"/>
            <a:ext cx="1190906" cy="419569"/>
          </a:xfrm>
          <a:prstGeom prst="rect">
            <a:avLst/>
          </a:prstGeom>
          <a:noFill/>
        </p:spPr>
        <p:txBody>
          <a:bodyPr wrap="square" lIns="91440" tIns="45720" rIns="91440" bIns="45720" anchor="ctr">
            <a:noAutofit/>
          </a:bodyPr>
          <a:lstStyle/>
          <a:p>
            <a:r>
              <a:rPr lang="en-US" altLang="zh-CN" b="1" dirty="0">
                <a:latin typeface="Arial Narrow" panose="020B0606020202030204" pitchFamily="34" charset="0"/>
              </a:rPr>
              <a:t>A. {3}</a:t>
            </a:r>
            <a:r>
              <a:rPr lang="zh-CN" altLang="en-US" b="1" dirty="0">
                <a:latin typeface="Arial Narrow" panose="020B0606020202030204" pitchFamily="34" charset="0"/>
              </a:rPr>
              <a:t>和</a:t>
            </a:r>
            <a:r>
              <a:rPr lang="en-US" altLang="zh-CN" b="1" dirty="0">
                <a:latin typeface="Arial Narrow" panose="020B0606020202030204" pitchFamily="34" charset="0"/>
              </a:rPr>
              <a:t>{1}</a:t>
            </a:r>
            <a:endParaRPr lang="zh-CN" altLang="en-US" b="1" dirty="0">
              <a:latin typeface="Arial Narrow" panose="020B0606020202030204" pitchFamily="34" charset="0"/>
            </a:endParaRPr>
          </a:p>
        </p:txBody>
      </p:sp>
      <p:sp>
        <p:nvSpPr>
          <p:cNvPr id="134" name="íşlïḍè">
            <a:extLst>
              <a:ext uri="{FF2B5EF4-FFF2-40B4-BE49-F238E27FC236}">
                <a16:creationId xmlns:a16="http://schemas.microsoft.com/office/drawing/2014/main" id="{A4085E74-358D-47C9-A08A-4CA847FD5A5A}"/>
              </a:ext>
            </a:extLst>
          </p:cNvPr>
          <p:cNvSpPr txBox="1"/>
          <p:nvPr/>
        </p:nvSpPr>
        <p:spPr>
          <a:xfrm>
            <a:off x="4434078" y="2219092"/>
            <a:ext cx="1531887" cy="419569"/>
          </a:xfrm>
          <a:prstGeom prst="rect">
            <a:avLst/>
          </a:prstGeom>
          <a:noFill/>
        </p:spPr>
        <p:txBody>
          <a:bodyPr wrap="square" lIns="91440" tIns="45720" rIns="91440" bIns="45720" anchor="ctr">
            <a:noAutofit/>
          </a:bodyPr>
          <a:lstStyle/>
          <a:p>
            <a:r>
              <a:rPr lang="en-US" altLang="zh-CN" b="1" dirty="0">
                <a:latin typeface="Arial Narrow" panose="020B0606020202030204" pitchFamily="34" charset="0"/>
              </a:rPr>
              <a:t>B. {2</a:t>
            </a:r>
            <a:r>
              <a:rPr lang="zh-CN" altLang="en-US" b="1" dirty="0">
                <a:latin typeface="Arial Narrow" panose="020B0606020202030204" pitchFamily="34" charset="0"/>
              </a:rPr>
              <a:t>，</a:t>
            </a:r>
            <a:r>
              <a:rPr lang="en-US" altLang="zh-CN" b="1" dirty="0">
                <a:latin typeface="Arial Narrow" panose="020B0606020202030204" pitchFamily="34" charset="0"/>
              </a:rPr>
              <a:t>3}</a:t>
            </a:r>
            <a:r>
              <a:rPr lang="zh-CN" altLang="en-US" b="1" dirty="0">
                <a:latin typeface="Arial Narrow" panose="020B0606020202030204" pitchFamily="34" charset="0"/>
              </a:rPr>
              <a:t>和</a:t>
            </a:r>
            <a:r>
              <a:rPr lang="en-US" altLang="zh-CN" b="1" dirty="0">
                <a:latin typeface="Arial Narrow" panose="020B0606020202030204" pitchFamily="34" charset="0"/>
              </a:rPr>
              <a:t>{1}</a:t>
            </a:r>
            <a:endParaRPr lang="zh-CN" altLang="en-US" b="1" dirty="0">
              <a:latin typeface="Arial Narrow" panose="020B0606020202030204" pitchFamily="34" charset="0"/>
            </a:endParaRPr>
          </a:p>
        </p:txBody>
      </p:sp>
      <p:sp>
        <p:nvSpPr>
          <p:cNvPr id="135" name="íşlïḍè">
            <a:extLst>
              <a:ext uri="{FF2B5EF4-FFF2-40B4-BE49-F238E27FC236}">
                <a16:creationId xmlns:a16="http://schemas.microsoft.com/office/drawing/2014/main" id="{060B6289-C751-4650-BC65-2FB8CB2D0044}"/>
              </a:ext>
            </a:extLst>
          </p:cNvPr>
          <p:cNvSpPr txBox="1"/>
          <p:nvPr/>
        </p:nvSpPr>
        <p:spPr>
          <a:xfrm>
            <a:off x="6814805" y="2219092"/>
            <a:ext cx="1813008" cy="419569"/>
          </a:xfrm>
          <a:prstGeom prst="rect">
            <a:avLst/>
          </a:prstGeom>
          <a:noFill/>
        </p:spPr>
        <p:txBody>
          <a:bodyPr wrap="square" lIns="91440" tIns="45720" rIns="91440" bIns="45720" anchor="ctr">
            <a:noAutofit/>
          </a:bodyPr>
          <a:lstStyle/>
          <a:p>
            <a:r>
              <a:rPr lang="en-US" altLang="zh-CN" b="1" dirty="0">
                <a:latin typeface="Arial Narrow" panose="020B0606020202030204" pitchFamily="34" charset="0"/>
              </a:rPr>
              <a:t>C. {2</a:t>
            </a:r>
            <a:r>
              <a:rPr lang="zh-CN" altLang="en-US" b="1" dirty="0">
                <a:latin typeface="Arial Narrow" panose="020B0606020202030204" pitchFamily="34" charset="0"/>
              </a:rPr>
              <a:t>，</a:t>
            </a:r>
            <a:r>
              <a:rPr lang="en-US" altLang="zh-CN" b="1" dirty="0">
                <a:latin typeface="Arial Narrow" panose="020B0606020202030204" pitchFamily="34" charset="0"/>
              </a:rPr>
              <a:t>3}</a:t>
            </a:r>
            <a:r>
              <a:rPr lang="zh-CN" altLang="en-US" b="1" dirty="0">
                <a:latin typeface="Arial Narrow" panose="020B0606020202030204" pitchFamily="34" charset="0"/>
              </a:rPr>
              <a:t>和</a:t>
            </a:r>
            <a:r>
              <a:rPr lang="en-US" altLang="zh-CN" b="1" dirty="0">
                <a:latin typeface="Arial Narrow" panose="020B0606020202030204" pitchFamily="34" charset="0"/>
              </a:rPr>
              <a:t>{1</a:t>
            </a:r>
            <a:r>
              <a:rPr lang="zh-CN" altLang="en-US" b="1" dirty="0">
                <a:latin typeface="Arial Narrow" panose="020B0606020202030204" pitchFamily="34" charset="0"/>
              </a:rPr>
              <a:t>，</a:t>
            </a:r>
            <a:r>
              <a:rPr lang="en-US" altLang="zh-CN" b="1" dirty="0">
                <a:latin typeface="Arial Narrow" panose="020B0606020202030204" pitchFamily="34" charset="0"/>
              </a:rPr>
              <a:t>2}</a:t>
            </a:r>
            <a:endParaRPr lang="zh-CN" altLang="en-US" b="1" dirty="0">
              <a:latin typeface="Arial Narrow" panose="020B0606020202030204" pitchFamily="34" charset="0"/>
            </a:endParaRPr>
          </a:p>
        </p:txBody>
      </p:sp>
      <p:sp>
        <p:nvSpPr>
          <p:cNvPr id="160" name="íşlïḍè">
            <a:extLst>
              <a:ext uri="{FF2B5EF4-FFF2-40B4-BE49-F238E27FC236}">
                <a16:creationId xmlns:a16="http://schemas.microsoft.com/office/drawing/2014/main" id="{9E89E12A-9087-4A36-9F9E-B1092750D62D}"/>
              </a:ext>
            </a:extLst>
          </p:cNvPr>
          <p:cNvSpPr txBox="1"/>
          <p:nvPr/>
        </p:nvSpPr>
        <p:spPr>
          <a:xfrm>
            <a:off x="9476652" y="2219092"/>
            <a:ext cx="1813008" cy="419569"/>
          </a:xfrm>
          <a:prstGeom prst="rect">
            <a:avLst/>
          </a:prstGeom>
          <a:noFill/>
        </p:spPr>
        <p:txBody>
          <a:bodyPr wrap="square" lIns="91440" tIns="45720" rIns="91440" bIns="45720" anchor="ctr">
            <a:noAutofit/>
          </a:bodyPr>
          <a:lstStyle/>
          <a:p>
            <a:r>
              <a:rPr lang="en-US" altLang="zh-CN" b="1" dirty="0">
                <a:latin typeface="Arial Narrow" panose="020B0606020202030204" pitchFamily="34" charset="0"/>
              </a:rPr>
              <a:t>D. {1</a:t>
            </a:r>
            <a:r>
              <a:rPr lang="zh-CN" altLang="en-US" b="1" dirty="0">
                <a:latin typeface="Arial Narrow" panose="020B0606020202030204" pitchFamily="34" charset="0"/>
              </a:rPr>
              <a:t>，</a:t>
            </a:r>
            <a:r>
              <a:rPr lang="en-US" altLang="zh-CN" b="1" dirty="0">
                <a:latin typeface="Arial Narrow" panose="020B0606020202030204" pitchFamily="34" charset="0"/>
              </a:rPr>
              <a:t>2</a:t>
            </a:r>
            <a:r>
              <a:rPr lang="zh-CN" altLang="en-US" b="1" dirty="0">
                <a:latin typeface="Arial Narrow" panose="020B0606020202030204" pitchFamily="34" charset="0"/>
              </a:rPr>
              <a:t>，</a:t>
            </a:r>
            <a:r>
              <a:rPr lang="en-US" altLang="zh-CN" b="1" dirty="0">
                <a:latin typeface="Arial Narrow" panose="020B0606020202030204" pitchFamily="34" charset="0"/>
              </a:rPr>
              <a:t>3}</a:t>
            </a:r>
            <a:r>
              <a:rPr lang="zh-CN" altLang="en-US" b="1" dirty="0">
                <a:latin typeface="Arial Narrow" panose="020B0606020202030204" pitchFamily="34" charset="0"/>
              </a:rPr>
              <a:t>和</a:t>
            </a:r>
            <a:r>
              <a:rPr lang="en-US" altLang="zh-CN" b="1" dirty="0">
                <a:latin typeface="Arial Narrow" panose="020B0606020202030204" pitchFamily="34" charset="0"/>
              </a:rPr>
              <a:t>{1}</a:t>
            </a:r>
            <a:endParaRPr lang="zh-CN" altLang="en-US" b="1" dirty="0">
              <a:latin typeface="Arial Narrow" panose="020B0606020202030204" pitchFamily="34" charset="0"/>
            </a:endParaRPr>
          </a:p>
        </p:txBody>
      </p:sp>
      <p:pic>
        <p:nvPicPr>
          <p:cNvPr id="162" name="图形 161">
            <a:extLst>
              <a:ext uri="{FF2B5EF4-FFF2-40B4-BE49-F238E27FC236}">
                <a16:creationId xmlns:a16="http://schemas.microsoft.com/office/drawing/2014/main" id="{A2F9D49C-5E2E-4D9F-AAB6-33B471B7144E}"/>
              </a:ext>
            </a:extLst>
          </p:cNvPr>
          <p:cNvPicPr>
            <a:picLocks noChangeAspect="1"/>
          </p:cNvPicPr>
          <p:nvPr/>
        </p:nvPicPr>
        <p:blipFill>
          <a:blip r:embed="rId3">
            <a:extLst>
              <a:ext uri="{28A0092B-C50C-407E-A947-70E740481C1C}">
                <a14:useLocalDpi xmlns:a14="http://schemas.microsoft.com/office/drawing/2010/main" val="0"/>
              </a:ext>
              <a:ext uri="{96DAC541-7B7A-43D3-8B79-37D633B846F1}">
                <asvg:svgBlip xmlns:asvg="http://schemas.microsoft.com/office/drawing/2016/SVG/main" r:embed="rId4"/>
              </a:ext>
            </a:extLst>
          </a:blip>
          <a:stretch>
            <a:fillRect/>
          </a:stretch>
        </p:blipFill>
        <p:spPr>
          <a:xfrm>
            <a:off x="618953" y="3180115"/>
            <a:ext cx="718734" cy="695168"/>
          </a:xfrm>
          <a:prstGeom prst="rect">
            <a:avLst/>
          </a:prstGeom>
        </p:spPr>
      </p:pic>
      <p:pic>
        <p:nvPicPr>
          <p:cNvPr id="163" name="图片 162" descr="图标&#10;&#10;描述已自动生成">
            <a:extLst>
              <a:ext uri="{FF2B5EF4-FFF2-40B4-BE49-F238E27FC236}">
                <a16:creationId xmlns:a16="http://schemas.microsoft.com/office/drawing/2014/main" id="{098FC307-200B-4135-8757-0932E39F0595}"/>
              </a:ext>
            </a:extLst>
          </p:cNvPr>
          <p:cNvPicPr>
            <a:picLocks noChangeAspect="1"/>
          </p:cNvPicPr>
          <p:nvPr/>
        </p:nvPicPr>
        <p:blipFill>
          <a:blip r:embed="rId5">
            <a:extLst>
              <a:ext uri="{28A0092B-C50C-407E-A947-70E740481C1C}">
                <a14:useLocalDpi xmlns:a14="http://schemas.microsoft.com/office/drawing/2010/main" val="0"/>
              </a:ext>
            </a:extLst>
          </a:blip>
          <a:stretch>
            <a:fillRect/>
          </a:stretch>
        </p:blipFill>
        <p:spPr>
          <a:xfrm>
            <a:off x="2835561" y="3297947"/>
            <a:ext cx="561856" cy="724169"/>
          </a:xfrm>
          <a:prstGeom prst="rect">
            <a:avLst/>
          </a:prstGeom>
        </p:spPr>
      </p:pic>
      <p:pic>
        <p:nvPicPr>
          <p:cNvPr id="164" name="图形 163">
            <a:extLst>
              <a:ext uri="{FF2B5EF4-FFF2-40B4-BE49-F238E27FC236}">
                <a16:creationId xmlns:a16="http://schemas.microsoft.com/office/drawing/2014/main" id="{D551D37C-66CB-463B-96B4-A000CA7D6E30}"/>
              </a:ext>
            </a:extLst>
          </p:cNvPr>
          <p:cNvPicPr>
            <a:picLocks noChangeAspect="1"/>
          </p:cNvPicPr>
          <p:nvPr/>
        </p:nvPicPr>
        <p:blipFill>
          <a:blip r:embed="rId3">
            <a:extLst>
              <a:ext uri="{28A0092B-C50C-407E-A947-70E740481C1C}">
                <a14:useLocalDpi xmlns:a14="http://schemas.microsoft.com/office/drawing/2010/main" val="0"/>
              </a:ext>
              <a:ext uri="{96DAC541-7B7A-43D3-8B79-37D633B846F1}">
                <asvg:svgBlip xmlns:asvg="http://schemas.microsoft.com/office/drawing/2016/SVG/main" r:embed="rId4"/>
              </a:ext>
            </a:extLst>
          </a:blip>
          <a:stretch>
            <a:fillRect/>
          </a:stretch>
        </p:blipFill>
        <p:spPr>
          <a:xfrm>
            <a:off x="4895291" y="3180115"/>
            <a:ext cx="718734" cy="695168"/>
          </a:xfrm>
          <a:prstGeom prst="rect">
            <a:avLst/>
          </a:prstGeom>
        </p:spPr>
      </p:pic>
      <p:pic>
        <p:nvPicPr>
          <p:cNvPr id="166" name="图形 165">
            <a:extLst>
              <a:ext uri="{FF2B5EF4-FFF2-40B4-BE49-F238E27FC236}">
                <a16:creationId xmlns:a16="http://schemas.microsoft.com/office/drawing/2014/main" id="{A0839210-7556-47F3-9CC5-A2BB21ECEA5F}"/>
              </a:ext>
            </a:extLst>
          </p:cNvPr>
          <p:cNvPicPr>
            <a:picLocks noChangeAspect="1"/>
          </p:cNvPicPr>
          <p:nvPr/>
        </p:nvPicPr>
        <p:blipFill>
          <a:blip r:embed="rId3">
            <a:extLst>
              <a:ext uri="{28A0092B-C50C-407E-A947-70E740481C1C}">
                <a14:useLocalDpi xmlns:a14="http://schemas.microsoft.com/office/drawing/2010/main" val="0"/>
              </a:ext>
              <a:ext uri="{96DAC541-7B7A-43D3-8B79-37D633B846F1}">
                <asvg:svgBlip xmlns:asvg="http://schemas.microsoft.com/office/drawing/2016/SVG/main" r:embed="rId4"/>
              </a:ext>
            </a:extLst>
          </a:blip>
          <a:stretch>
            <a:fillRect/>
          </a:stretch>
        </p:blipFill>
        <p:spPr>
          <a:xfrm>
            <a:off x="2630418" y="4695492"/>
            <a:ext cx="718734" cy="695168"/>
          </a:xfrm>
          <a:prstGeom prst="rect">
            <a:avLst/>
          </a:prstGeom>
        </p:spPr>
      </p:pic>
      <p:sp>
        <p:nvSpPr>
          <p:cNvPr id="167" name="íşlïḍè">
            <a:extLst>
              <a:ext uri="{FF2B5EF4-FFF2-40B4-BE49-F238E27FC236}">
                <a16:creationId xmlns:a16="http://schemas.microsoft.com/office/drawing/2014/main" id="{D64F3C05-A1F9-481F-8A33-375E1733727B}"/>
              </a:ext>
            </a:extLst>
          </p:cNvPr>
          <p:cNvSpPr txBox="1"/>
          <p:nvPr/>
        </p:nvSpPr>
        <p:spPr>
          <a:xfrm>
            <a:off x="2606555" y="2970148"/>
            <a:ext cx="1019868" cy="326271"/>
          </a:xfrm>
          <a:prstGeom prst="rect">
            <a:avLst/>
          </a:prstGeom>
          <a:noFill/>
        </p:spPr>
        <p:txBody>
          <a:bodyPr wrap="square" lIns="91440" tIns="45720" rIns="91440" bIns="45720" anchor="ctr">
            <a:noAutofit/>
          </a:bodyPr>
          <a:lstStyle/>
          <a:p>
            <a:pPr algn="ctr"/>
            <a:r>
              <a:rPr lang="zh-CN" altLang="en-US" b="1" dirty="0">
                <a:latin typeface="Arial Narrow" panose="020B0606020202030204" pitchFamily="34" charset="0"/>
              </a:rPr>
              <a:t>交换机</a:t>
            </a:r>
          </a:p>
        </p:txBody>
      </p:sp>
      <p:sp>
        <p:nvSpPr>
          <p:cNvPr id="168" name="íşlïḍè">
            <a:extLst>
              <a:ext uri="{FF2B5EF4-FFF2-40B4-BE49-F238E27FC236}">
                <a16:creationId xmlns:a16="http://schemas.microsoft.com/office/drawing/2014/main" id="{7B00BB0C-D68E-40DF-8ED6-C4F99E0089C1}"/>
              </a:ext>
            </a:extLst>
          </p:cNvPr>
          <p:cNvSpPr txBox="1"/>
          <p:nvPr/>
        </p:nvSpPr>
        <p:spPr>
          <a:xfrm>
            <a:off x="2594086" y="3364563"/>
            <a:ext cx="275343" cy="326271"/>
          </a:xfrm>
          <a:prstGeom prst="rect">
            <a:avLst/>
          </a:prstGeom>
          <a:noFill/>
        </p:spPr>
        <p:txBody>
          <a:bodyPr wrap="square" lIns="91440" tIns="45720" rIns="91440" bIns="45720" anchor="ctr">
            <a:noAutofit/>
          </a:bodyPr>
          <a:lstStyle/>
          <a:p>
            <a:pPr algn="ctr"/>
            <a:r>
              <a:rPr lang="en-US" altLang="zh-CN" b="1" dirty="0">
                <a:latin typeface="Arial Narrow" panose="020B0606020202030204" pitchFamily="34" charset="0"/>
              </a:rPr>
              <a:t>1</a:t>
            </a:r>
            <a:endParaRPr lang="zh-CN" altLang="en-US" b="1" dirty="0">
              <a:latin typeface="Arial Narrow" panose="020B0606020202030204" pitchFamily="34" charset="0"/>
            </a:endParaRPr>
          </a:p>
        </p:txBody>
      </p:sp>
      <p:sp>
        <p:nvSpPr>
          <p:cNvPr id="169" name="íşlïḍè">
            <a:extLst>
              <a:ext uri="{FF2B5EF4-FFF2-40B4-BE49-F238E27FC236}">
                <a16:creationId xmlns:a16="http://schemas.microsoft.com/office/drawing/2014/main" id="{B5BFDF59-D022-45FA-887A-F62789F331A0}"/>
              </a:ext>
            </a:extLst>
          </p:cNvPr>
          <p:cNvSpPr txBox="1"/>
          <p:nvPr/>
        </p:nvSpPr>
        <p:spPr>
          <a:xfrm>
            <a:off x="2829327" y="3843715"/>
            <a:ext cx="275343" cy="326271"/>
          </a:xfrm>
          <a:prstGeom prst="rect">
            <a:avLst/>
          </a:prstGeom>
          <a:noFill/>
        </p:spPr>
        <p:txBody>
          <a:bodyPr wrap="square" lIns="91440" tIns="45720" rIns="91440" bIns="45720" anchor="ctr">
            <a:noAutofit/>
          </a:bodyPr>
          <a:lstStyle/>
          <a:p>
            <a:pPr algn="ctr"/>
            <a:r>
              <a:rPr lang="en-US" altLang="zh-CN" b="1" dirty="0">
                <a:latin typeface="Arial Narrow" panose="020B0606020202030204" pitchFamily="34" charset="0"/>
              </a:rPr>
              <a:t>2</a:t>
            </a:r>
            <a:endParaRPr lang="zh-CN" altLang="en-US" b="1" dirty="0">
              <a:latin typeface="Arial Narrow" panose="020B0606020202030204" pitchFamily="34" charset="0"/>
            </a:endParaRPr>
          </a:p>
        </p:txBody>
      </p:sp>
      <p:sp>
        <p:nvSpPr>
          <p:cNvPr id="170" name="íşlïḍè">
            <a:extLst>
              <a:ext uri="{FF2B5EF4-FFF2-40B4-BE49-F238E27FC236}">
                <a16:creationId xmlns:a16="http://schemas.microsoft.com/office/drawing/2014/main" id="{E15BF6C4-1437-44B5-97CF-8A81562862CC}"/>
              </a:ext>
            </a:extLst>
          </p:cNvPr>
          <p:cNvSpPr txBox="1"/>
          <p:nvPr/>
        </p:nvSpPr>
        <p:spPr>
          <a:xfrm>
            <a:off x="3351080" y="3364562"/>
            <a:ext cx="275343" cy="326271"/>
          </a:xfrm>
          <a:prstGeom prst="rect">
            <a:avLst/>
          </a:prstGeom>
          <a:noFill/>
        </p:spPr>
        <p:txBody>
          <a:bodyPr wrap="square" lIns="91440" tIns="45720" rIns="91440" bIns="45720" anchor="ctr">
            <a:noAutofit/>
          </a:bodyPr>
          <a:lstStyle/>
          <a:p>
            <a:pPr algn="ctr"/>
            <a:r>
              <a:rPr lang="en-US" altLang="zh-CN" b="1" dirty="0">
                <a:latin typeface="Arial Narrow" panose="020B0606020202030204" pitchFamily="34" charset="0"/>
              </a:rPr>
              <a:t>3</a:t>
            </a:r>
            <a:endParaRPr lang="zh-CN" altLang="en-US" b="1" dirty="0">
              <a:latin typeface="Arial Narrow" panose="020B0606020202030204" pitchFamily="34" charset="0"/>
            </a:endParaRPr>
          </a:p>
        </p:txBody>
      </p:sp>
      <p:sp>
        <p:nvSpPr>
          <p:cNvPr id="171" name="文本框 170">
            <a:extLst>
              <a:ext uri="{FF2B5EF4-FFF2-40B4-BE49-F238E27FC236}">
                <a16:creationId xmlns:a16="http://schemas.microsoft.com/office/drawing/2014/main" id="{5198A80A-F9E0-4C7D-AEED-79A95B2CD177}"/>
              </a:ext>
            </a:extLst>
          </p:cNvPr>
          <p:cNvSpPr txBox="1"/>
          <p:nvPr/>
        </p:nvSpPr>
        <p:spPr>
          <a:xfrm>
            <a:off x="185301" y="3872041"/>
            <a:ext cx="2078043" cy="369332"/>
          </a:xfrm>
          <a:prstGeom prst="rect">
            <a:avLst/>
          </a:prstGeom>
          <a:noFill/>
        </p:spPr>
        <p:txBody>
          <a:bodyPr wrap="square">
            <a:spAutoFit/>
          </a:bodyPr>
          <a:lstStyle/>
          <a:p>
            <a:pPr algn="ctr"/>
            <a:r>
              <a:rPr lang="en-US" altLang="zh-CN" b="1" dirty="0">
                <a:latin typeface="Arial Narrow" panose="020B0606020202030204" pitchFamily="34" charset="0"/>
              </a:rPr>
              <a:t>00-e1-d5-00-23-a1</a:t>
            </a:r>
            <a:endParaRPr lang="zh-CN" altLang="en-US" dirty="0"/>
          </a:p>
        </p:txBody>
      </p:sp>
      <p:sp>
        <p:nvSpPr>
          <p:cNvPr id="172" name="文本框 171">
            <a:extLst>
              <a:ext uri="{FF2B5EF4-FFF2-40B4-BE49-F238E27FC236}">
                <a16:creationId xmlns:a16="http://schemas.microsoft.com/office/drawing/2014/main" id="{452AE955-1525-43A2-BFEF-FD490FEBCCE1}"/>
              </a:ext>
            </a:extLst>
          </p:cNvPr>
          <p:cNvSpPr txBox="1"/>
          <p:nvPr/>
        </p:nvSpPr>
        <p:spPr>
          <a:xfrm>
            <a:off x="4215636" y="3872041"/>
            <a:ext cx="2078043" cy="369332"/>
          </a:xfrm>
          <a:prstGeom prst="rect">
            <a:avLst/>
          </a:prstGeom>
          <a:noFill/>
        </p:spPr>
        <p:txBody>
          <a:bodyPr wrap="square">
            <a:spAutoFit/>
          </a:bodyPr>
          <a:lstStyle/>
          <a:p>
            <a:pPr algn="ctr"/>
            <a:r>
              <a:rPr lang="en-US" altLang="zh-CN" b="1" dirty="0">
                <a:latin typeface="Arial Narrow" panose="020B0606020202030204" pitchFamily="34" charset="0"/>
              </a:rPr>
              <a:t>00-e1-d5-00-23-c1</a:t>
            </a:r>
            <a:endParaRPr lang="zh-CN" altLang="en-US" dirty="0"/>
          </a:p>
        </p:txBody>
      </p:sp>
      <p:sp>
        <p:nvSpPr>
          <p:cNvPr id="173" name="文本框 172">
            <a:extLst>
              <a:ext uri="{FF2B5EF4-FFF2-40B4-BE49-F238E27FC236}">
                <a16:creationId xmlns:a16="http://schemas.microsoft.com/office/drawing/2014/main" id="{C09FD4FE-21F0-4628-9773-AB55AA6F3509}"/>
              </a:ext>
            </a:extLst>
          </p:cNvPr>
          <p:cNvSpPr txBox="1"/>
          <p:nvPr/>
        </p:nvSpPr>
        <p:spPr>
          <a:xfrm>
            <a:off x="3143481" y="4928527"/>
            <a:ext cx="2078043" cy="369332"/>
          </a:xfrm>
          <a:prstGeom prst="rect">
            <a:avLst/>
          </a:prstGeom>
          <a:noFill/>
        </p:spPr>
        <p:txBody>
          <a:bodyPr wrap="square">
            <a:spAutoFit/>
          </a:bodyPr>
          <a:lstStyle/>
          <a:p>
            <a:pPr algn="ctr"/>
            <a:r>
              <a:rPr lang="en-US" altLang="zh-CN" b="1" dirty="0">
                <a:latin typeface="Arial Narrow" panose="020B0606020202030204" pitchFamily="34" charset="0"/>
              </a:rPr>
              <a:t>00-e1-d5-00-23-b1</a:t>
            </a:r>
            <a:endParaRPr lang="zh-CN" altLang="en-US" dirty="0"/>
          </a:p>
        </p:txBody>
      </p:sp>
      <p:graphicFrame>
        <p:nvGraphicFramePr>
          <p:cNvPr id="24" name="表格 24">
            <a:extLst>
              <a:ext uri="{FF2B5EF4-FFF2-40B4-BE49-F238E27FC236}">
                <a16:creationId xmlns:a16="http://schemas.microsoft.com/office/drawing/2014/main" id="{CDC24889-FBDA-4406-A523-97BE775BF34F}"/>
              </a:ext>
            </a:extLst>
          </p:cNvPr>
          <p:cNvGraphicFramePr>
            <a:graphicFrameLocks noGrp="1"/>
          </p:cNvGraphicFramePr>
          <p:nvPr/>
        </p:nvGraphicFramePr>
        <p:xfrm>
          <a:off x="6577977" y="3364562"/>
          <a:ext cx="4477782" cy="1483360"/>
        </p:xfrm>
        <a:graphic>
          <a:graphicData uri="http://schemas.openxmlformats.org/drawingml/2006/table">
            <a:tbl>
              <a:tblPr firstRow="1" bandRow="1">
                <a:tableStyleId>{5C22544A-7EE6-4342-B048-85BDC9FD1C3A}</a:tableStyleId>
              </a:tblPr>
              <a:tblGrid>
                <a:gridCol w="3013355">
                  <a:extLst>
                    <a:ext uri="{9D8B030D-6E8A-4147-A177-3AD203B41FA5}">
                      <a16:colId xmlns:a16="http://schemas.microsoft.com/office/drawing/2014/main" val="2713634541"/>
                    </a:ext>
                  </a:extLst>
                </a:gridCol>
                <a:gridCol w="1464427">
                  <a:extLst>
                    <a:ext uri="{9D8B030D-6E8A-4147-A177-3AD203B41FA5}">
                      <a16:colId xmlns:a16="http://schemas.microsoft.com/office/drawing/2014/main" val="2892807485"/>
                    </a:ext>
                  </a:extLst>
                </a:gridCol>
              </a:tblGrid>
              <a:tr h="370840">
                <a:tc>
                  <a:txBody>
                    <a:bodyPr/>
                    <a:lstStyle/>
                    <a:p>
                      <a:pPr algn="ctr"/>
                      <a:r>
                        <a:rPr lang="zh-CN" altLang="en-US" b="1" dirty="0">
                          <a:solidFill>
                            <a:schemeClr val="tx1"/>
                          </a:solidFill>
                        </a:rPr>
                        <a:t>目的地址</a:t>
                      </a: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algn="ctr"/>
                      <a:r>
                        <a:rPr lang="zh-CN" altLang="en-US" b="1" dirty="0">
                          <a:solidFill>
                            <a:schemeClr val="tx1"/>
                          </a:solidFill>
                        </a:rPr>
                        <a:t>端口</a:t>
                      </a: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extLst>
                  <a:ext uri="{0D108BD9-81ED-4DB2-BD59-A6C34878D82A}">
                    <a16:rowId xmlns:a16="http://schemas.microsoft.com/office/drawing/2014/main" val="793136129"/>
                  </a:ext>
                </a:extLst>
              </a:tr>
              <a:tr h="370840">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altLang="zh-CN" b="1" dirty="0">
                          <a:latin typeface="Arial Narrow" panose="020B0606020202030204" pitchFamily="34" charset="0"/>
                        </a:rPr>
                        <a:t>00-e1-d5-00-23-b1</a:t>
                      </a:r>
                      <a:endParaRPr lang="zh-CN" altLang="en-US" dirty="0"/>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algn="ctr"/>
                      <a:r>
                        <a:rPr lang="en-US" altLang="zh-CN" b="1" dirty="0">
                          <a:solidFill>
                            <a:schemeClr val="tx1"/>
                          </a:solidFill>
                        </a:rPr>
                        <a:t>2</a:t>
                      </a:r>
                      <a:endParaRPr lang="zh-CN" altLang="en-US" b="1" dirty="0">
                        <a:solidFill>
                          <a:schemeClr val="tx1"/>
                        </a:solidFill>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extLst>
                  <a:ext uri="{0D108BD9-81ED-4DB2-BD59-A6C34878D82A}">
                    <a16:rowId xmlns:a16="http://schemas.microsoft.com/office/drawing/2014/main" val="529624903"/>
                  </a:ext>
                </a:extLst>
              </a:tr>
              <a:tr h="370840">
                <a:tc>
                  <a:txBody>
                    <a:bodyPr/>
                    <a:lstStyle/>
                    <a:p>
                      <a:pPr algn="ctr"/>
                      <a:endParaRPr lang="zh-CN" altLang="en-US" b="1">
                        <a:solidFill>
                          <a:schemeClr val="tx1"/>
                        </a:solidFill>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algn="ctr"/>
                      <a:endParaRPr lang="zh-CN" altLang="en-US" b="1" dirty="0">
                        <a:solidFill>
                          <a:schemeClr val="tx1"/>
                        </a:solidFill>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extLst>
                  <a:ext uri="{0D108BD9-81ED-4DB2-BD59-A6C34878D82A}">
                    <a16:rowId xmlns:a16="http://schemas.microsoft.com/office/drawing/2014/main" val="631672874"/>
                  </a:ext>
                </a:extLst>
              </a:tr>
              <a:tr h="370840">
                <a:tc>
                  <a:txBody>
                    <a:bodyPr/>
                    <a:lstStyle/>
                    <a:p>
                      <a:pPr algn="ctr"/>
                      <a:endParaRPr lang="zh-CN" altLang="en-US" b="1">
                        <a:solidFill>
                          <a:schemeClr val="tx1"/>
                        </a:solidFill>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algn="ctr"/>
                      <a:endParaRPr lang="zh-CN" altLang="en-US" b="1" dirty="0">
                        <a:solidFill>
                          <a:schemeClr val="tx1"/>
                        </a:solidFill>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extLst>
                  <a:ext uri="{0D108BD9-81ED-4DB2-BD59-A6C34878D82A}">
                    <a16:rowId xmlns:a16="http://schemas.microsoft.com/office/drawing/2014/main" val="2784333398"/>
                  </a:ext>
                </a:extLst>
              </a:tr>
            </a:tbl>
          </a:graphicData>
        </a:graphic>
      </p:graphicFrame>
      <p:sp>
        <p:nvSpPr>
          <p:cNvPr id="174" name="íşlïḍè">
            <a:extLst>
              <a:ext uri="{FF2B5EF4-FFF2-40B4-BE49-F238E27FC236}">
                <a16:creationId xmlns:a16="http://schemas.microsoft.com/office/drawing/2014/main" id="{68C318E3-61EF-4CBD-A3D1-A845D378FEC4}"/>
              </a:ext>
            </a:extLst>
          </p:cNvPr>
          <p:cNvSpPr txBox="1"/>
          <p:nvPr/>
        </p:nvSpPr>
        <p:spPr>
          <a:xfrm>
            <a:off x="6024159" y="1749102"/>
            <a:ext cx="472985" cy="419569"/>
          </a:xfrm>
          <a:prstGeom prst="rect">
            <a:avLst/>
          </a:prstGeom>
          <a:noFill/>
        </p:spPr>
        <p:txBody>
          <a:bodyPr wrap="square" lIns="91440" tIns="45720" rIns="91440" bIns="45720" anchor="ctr">
            <a:noAutofit/>
          </a:bodyPr>
          <a:lstStyle/>
          <a:p>
            <a:pPr algn="ctr"/>
            <a:r>
              <a:rPr lang="en-US" altLang="zh-CN" sz="2800" b="1" dirty="0">
                <a:solidFill>
                  <a:schemeClr val="accent1">
                    <a:lumMod val="75000"/>
                  </a:schemeClr>
                </a:solidFill>
                <a:latin typeface="Arial Black" panose="020B0A04020102020204" pitchFamily="34" charset="0"/>
              </a:rPr>
              <a:t>B</a:t>
            </a:r>
            <a:endParaRPr lang="zh-CN" altLang="en-US" sz="2800" b="1" dirty="0">
              <a:solidFill>
                <a:schemeClr val="accent1">
                  <a:lumMod val="75000"/>
                </a:schemeClr>
              </a:solidFill>
              <a:latin typeface="Arial Black" panose="020B0A04020102020204" pitchFamily="34" charset="0"/>
            </a:endParaRPr>
          </a:p>
        </p:txBody>
      </p:sp>
      <p:sp>
        <p:nvSpPr>
          <p:cNvPr id="175" name="íşlïḍè">
            <a:extLst>
              <a:ext uri="{FF2B5EF4-FFF2-40B4-BE49-F238E27FC236}">
                <a16:creationId xmlns:a16="http://schemas.microsoft.com/office/drawing/2014/main" id="{C1614AF6-A49D-4F33-BE8B-57CE28597426}"/>
              </a:ext>
            </a:extLst>
          </p:cNvPr>
          <p:cNvSpPr txBox="1"/>
          <p:nvPr/>
        </p:nvSpPr>
        <p:spPr>
          <a:xfrm>
            <a:off x="742234" y="5390660"/>
            <a:ext cx="718734" cy="419569"/>
          </a:xfrm>
          <a:prstGeom prst="rect">
            <a:avLst/>
          </a:prstGeom>
          <a:noFill/>
        </p:spPr>
        <p:txBody>
          <a:bodyPr wrap="square" lIns="91440" tIns="45720" rIns="91440" bIns="45720" anchor="ctr">
            <a:noAutofit/>
          </a:bodyPr>
          <a:lstStyle/>
          <a:p>
            <a:r>
              <a:rPr lang="zh-CN" altLang="en-US" b="1" dirty="0">
                <a:latin typeface="Arial Narrow" panose="020B0606020202030204" pitchFamily="34" charset="0"/>
              </a:rPr>
              <a:t>解析</a:t>
            </a:r>
          </a:p>
        </p:txBody>
      </p:sp>
      <p:cxnSp>
        <p:nvCxnSpPr>
          <p:cNvPr id="6" name="连接符: 曲线 5">
            <a:extLst>
              <a:ext uri="{FF2B5EF4-FFF2-40B4-BE49-F238E27FC236}">
                <a16:creationId xmlns:a16="http://schemas.microsoft.com/office/drawing/2014/main" id="{CC6D807D-D5EB-41D3-864F-42DC453F096D}"/>
              </a:ext>
            </a:extLst>
          </p:cNvPr>
          <p:cNvCxnSpPr>
            <a:cxnSpLocks/>
            <a:stCxn id="162" idx="0"/>
            <a:endCxn id="164" idx="0"/>
          </p:cNvCxnSpPr>
          <p:nvPr/>
        </p:nvCxnSpPr>
        <p:spPr>
          <a:xfrm rot="5400000" flipH="1" flipV="1">
            <a:off x="3116489" y="1041946"/>
            <a:ext cx="12700" cy="4276338"/>
          </a:xfrm>
          <a:prstGeom prst="curvedConnector3">
            <a:avLst>
              <a:gd name="adj1" fmla="val 3026661"/>
            </a:avLst>
          </a:prstGeom>
          <a:ln w="25400">
            <a:solidFill>
              <a:schemeClr val="accent3"/>
            </a:solidFill>
            <a:prstDash val="dash"/>
            <a:tailEnd type="triangle" w="med" len="lg"/>
          </a:ln>
        </p:spPr>
        <p:style>
          <a:lnRef idx="1">
            <a:schemeClr val="accent1"/>
          </a:lnRef>
          <a:fillRef idx="0">
            <a:schemeClr val="accent1"/>
          </a:fillRef>
          <a:effectRef idx="0">
            <a:schemeClr val="accent1"/>
          </a:effectRef>
          <a:fontRef idx="minor">
            <a:schemeClr val="tx1"/>
          </a:fontRef>
        </p:style>
      </p:cxnSp>
      <p:cxnSp>
        <p:nvCxnSpPr>
          <p:cNvPr id="11" name="直接箭头连接符 10">
            <a:extLst>
              <a:ext uri="{FF2B5EF4-FFF2-40B4-BE49-F238E27FC236}">
                <a16:creationId xmlns:a16="http://schemas.microsoft.com/office/drawing/2014/main" id="{E58E3F52-A3D3-46D6-9A81-ED64B34B764B}"/>
              </a:ext>
            </a:extLst>
          </p:cNvPr>
          <p:cNvCxnSpPr>
            <a:cxnSpLocks/>
          </p:cNvCxnSpPr>
          <p:nvPr/>
        </p:nvCxnSpPr>
        <p:spPr>
          <a:xfrm>
            <a:off x="1438109" y="3525795"/>
            <a:ext cx="1168446" cy="0"/>
          </a:xfrm>
          <a:prstGeom prst="straightConnector1">
            <a:avLst/>
          </a:prstGeom>
          <a:ln w="38100">
            <a:solidFill>
              <a:schemeClr val="accent3"/>
            </a:solidFill>
            <a:tailEnd type="triangle"/>
          </a:ln>
        </p:spPr>
        <p:style>
          <a:lnRef idx="1">
            <a:schemeClr val="accent1"/>
          </a:lnRef>
          <a:fillRef idx="0">
            <a:schemeClr val="accent1"/>
          </a:fillRef>
          <a:effectRef idx="0">
            <a:schemeClr val="accent1"/>
          </a:effectRef>
          <a:fontRef idx="minor">
            <a:schemeClr val="tx1"/>
          </a:fontRef>
        </p:style>
      </p:cxnSp>
      <p:sp>
        <p:nvSpPr>
          <p:cNvPr id="35" name="文本框 34">
            <a:extLst>
              <a:ext uri="{FF2B5EF4-FFF2-40B4-BE49-F238E27FC236}">
                <a16:creationId xmlns:a16="http://schemas.microsoft.com/office/drawing/2014/main" id="{A1508F2F-CFBF-440C-9D12-655D1347DC25}"/>
              </a:ext>
            </a:extLst>
          </p:cNvPr>
          <p:cNvSpPr txBox="1"/>
          <p:nvPr/>
        </p:nvSpPr>
        <p:spPr>
          <a:xfrm>
            <a:off x="7043301" y="4106242"/>
            <a:ext cx="2078043" cy="369332"/>
          </a:xfrm>
          <a:prstGeom prst="rect">
            <a:avLst/>
          </a:prstGeom>
          <a:noFill/>
        </p:spPr>
        <p:txBody>
          <a:bodyPr wrap="square">
            <a:spAutoFit/>
          </a:bodyPr>
          <a:lstStyle/>
          <a:p>
            <a:pPr algn="ctr"/>
            <a:r>
              <a:rPr lang="en-US" altLang="zh-CN" b="1" dirty="0">
                <a:latin typeface="Arial Narrow" panose="020B0606020202030204" pitchFamily="34" charset="0"/>
              </a:rPr>
              <a:t>00-e1-d5-00-23-a1</a:t>
            </a:r>
            <a:endParaRPr lang="zh-CN" altLang="en-US" dirty="0"/>
          </a:p>
        </p:txBody>
      </p:sp>
      <p:sp>
        <p:nvSpPr>
          <p:cNvPr id="32" name="íşlïḍè">
            <a:extLst>
              <a:ext uri="{FF2B5EF4-FFF2-40B4-BE49-F238E27FC236}">
                <a16:creationId xmlns:a16="http://schemas.microsoft.com/office/drawing/2014/main" id="{B22437D3-EC39-4E31-8B3D-4AFEFFCC3A49}"/>
              </a:ext>
            </a:extLst>
          </p:cNvPr>
          <p:cNvSpPr txBox="1"/>
          <p:nvPr/>
        </p:nvSpPr>
        <p:spPr>
          <a:xfrm>
            <a:off x="10180097" y="4127772"/>
            <a:ext cx="275343" cy="326271"/>
          </a:xfrm>
          <a:prstGeom prst="rect">
            <a:avLst/>
          </a:prstGeom>
          <a:noFill/>
        </p:spPr>
        <p:txBody>
          <a:bodyPr wrap="square" lIns="91440" tIns="45720" rIns="91440" bIns="45720" anchor="ctr">
            <a:noAutofit/>
          </a:bodyPr>
          <a:lstStyle/>
          <a:p>
            <a:pPr algn="ctr"/>
            <a:r>
              <a:rPr lang="en-US" altLang="zh-CN" b="1" dirty="0">
                <a:latin typeface="Arial Narrow" panose="020B0606020202030204" pitchFamily="34" charset="0"/>
              </a:rPr>
              <a:t>1</a:t>
            </a:r>
            <a:endParaRPr lang="zh-CN" altLang="en-US" b="1" dirty="0">
              <a:latin typeface="Arial Narrow" panose="020B0606020202030204" pitchFamily="34" charset="0"/>
            </a:endParaRPr>
          </a:p>
        </p:txBody>
      </p:sp>
      <p:grpSp>
        <p:nvGrpSpPr>
          <p:cNvPr id="10" name="组合 9">
            <a:extLst>
              <a:ext uri="{FF2B5EF4-FFF2-40B4-BE49-F238E27FC236}">
                <a16:creationId xmlns:a16="http://schemas.microsoft.com/office/drawing/2014/main" id="{F491DB53-6340-41C1-A8CB-26DBEAE67C11}"/>
              </a:ext>
            </a:extLst>
          </p:cNvPr>
          <p:cNvGrpSpPr/>
          <p:nvPr/>
        </p:nvGrpSpPr>
        <p:grpSpPr>
          <a:xfrm>
            <a:off x="6078646" y="3769433"/>
            <a:ext cx="3144295" cy="970318"/>
            <a:chOff x="6078646" y="3769433"/>
            <a:chExt cx="3144295" cy="970318"/>
          </a:xfrm>
        </p:grpSpPr>
        <p:sp>
          <p:nvSpPr>
            <p:cNvPr id="5" name="矩形 4">
              <a:extLst>
                <a:ext uri="{FF2B5EF4-FFF2-40B4-BE49-F238E27FC236}">
                  <a16:creationId xmlns:a16="http://schemas.microsoft.com/office/drawing/2014/main" id="{3BB5D2F8-3085-43F6-B495-025F2632B99C}"/>
                </a:ext>
              </a:extLst>
            </p:cNvPr>
            <p:cNvSpPr/>
            <p:nvPr/>
          </p:nvSpPr>
          <p:spPr>
            <a:xfrm>
              <a:off x="6433692" y="3769433"/>
              <a:ext cx="2789249" cy="970318"/>
            </a:xfrm>
            <a:prstGeom prst="rect">
              <a:avLst/>
            </a:prstGeom>
            <a:noFill/>
            <a:ln w="25400">
              <a:solidFill>
                <a:schemeClr val="accent1">
                  <a:lumMod val="75000"/>
                </a:schemeClr>
              </a:solid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cxnSp>
          <p:nvCxnSpPr>
            <p:cNvPr id="36" name="Straight Arrow Connector 7">
              <a:extLst>
                <a:ext uri="{FF2B5EF4-FFF2-40B4-BE49-F238E27FC236}">
                  <a16:creationId xmlns:a16="http://schemas.microsoft.com/office/drawing/2014/main" id="{98D1681B-B20B-42FA-B4A7-C01D23CCB467}"/>
                </a:ext>
              </a:extLst>
            </p:cNvPr>
            <p:cNvCxnSpPr>
              <a:cxnSpLocks/>
            </p:cNvCxnSpPr>
            <p:nvPr/>
          </p:nvCxnSpPr>
          <p:spPr>
            <a:xfrm>
              <a:off x="6078646" y="4081238"/>
              <a:ext cx="320289" cy="0"/>
            </a:xfrm>
            <a:prstGeom prst="straightConnector1">
              <a:avLst/>
            </a:prstGeom>
            <a:ln w="25400">
              <a:solidFill>
                <a:schemeClr val="accent1">
                  <a:lumMod val="75000"/>
                </a:schemeClr>
              </a:solidFill>
              <a:tailEnd type="triangle"/>
            </a:ln>
          </p:spPr>
          <p:style>
            <a:lnRef idx="1">
              <a:schemeClr val="accent1"/>
            </a:lnRef>
            <a:fillRef idx="0">
              <a:schemeClr val="accent1"/>
            </a:fillRef>
            <a:effectRef idx="0">
              <a:schemeClr val="accent1"/>
            </a:effectRef>
            <a:fontRef idx="minor">
              <a:schemeClr val="tx1"/>
            </a:fontRef>
          </p:style>
        </p:cxnSp>
        <p:sp>
          <p:nvSpPr>
            <p:cNvPr id="37" name="iconfont-11673-5560710">
              <a:extLst>
                <a:ext uri="{FF2B5EF4-FFF2-40B4-BE49-F238E27FC236}">
                  <a16:creationId xmlns:a16="http://schemas.microsoft.com/office/drawing/2014/main" id="{07F85321-5624-47A4-AD50-60BBD2BE35A5}"/>
                </a:ext>
              </a:extLst>
            </p:cNvPr>
            <p:cNvSpPr/>
            <p:nvPr/>
          </p:nvSpPr>
          <p:spPr>
            <a:xfrm>
              <a:off x="6096000" y="4148943"/>
              <a:ext cx="304843" cy="304843"/>
            </a:xfrm>
            <a:custGeom>
              <a:avLst/>
              <a:gdLst>
                <a:gd name="connsiteX0" fmla="*/ 409852 w 609586"/>
                <a:gd name="connsiteY0" fmla="*/ 390766 h 609586"/>
                <a:gd name="connsiteX1" fmla="*/ 396374 w 609586"/>
                <a:gd name="connsiteY1" fmla="*/ 396374 h 609586"/>
                <a:gd name="connsiteX2" fmla="*/ 396374 w 609586"/>
                <a:gd name="connsiteY2" fmla="*/ 423329 h 609586"/>
                <a:gd name="connsiteX3" fmla="*/ 558009 w 609586"/>
                <a:gd name="connsiteY3" fmla="*/ 584964 h 609586"/>
                <a:gd name="connsiteX4" fmla="*/ 584964 w 609586"/>
                <a:gd name="connsiteY4" fmla="*/ 584964 h 609586"/>
                <a:gd name="connsiteX5" fmla="*/ 590536 w 609586"/>
                <a:gd name="connsiteY5" fmla="*/ 571487 h 609586"/>
                <a:gd name="connsiteX6" fmla="*/ 584964 w 609586"/>
                <a:gd name="connsiteY6" fmla="*/ 558009 h 609586"/>
                <a:gd name="connsiteX7" fmla="*/ 423329 w 609586"/>
                <a:gd name="connsiteY7" fmla="*/ 396374 h 609586"/>
                <a:gd name="connsiteX8" fmla="*/ 409852 w 609586"/>
                <a:gd name="connsiteY8" fmla="*/ 390766 h 609586"/>
                <a:gd name="connsiteX9" fmla="*/ 199987 w 609586"/>
                <a:gd name="connsiteY9" fmla="*/ 76185 h 609586"/>
                <a:gd name="connsiteX10" fmla="*/ 76185 w 609586"/>
                <a:gd name="connsiteY10" fmla="*/ 199988 h 609586"/>
                <a:gd name="connsiteX11" fmla="*/ 199987 w 609586"/>
                <a:gd name="connsiteY11" fmla="*/ 323790 h 609586"/>
                <a:gd name="connsiteX12" fmla="*/ 323790 w 609586"/>
                <a:gd name="connsiteY12" fmla="*/ 199988 h 609586"/>
                <a:gd name="connsiteX13" fmla="*/ 199987 w 609586"/>
                <a:gd name="connsiteY13" fmla="*/ 76185 h 609586"/>
                <a:gd name="connsiteX14" fmla="*/ 199987 w 609586"/>
                <a:gd name="connsiteY14" fmla="*/ 57139 h 609586"/>
                <a:gd name="connsiteX15" fmla="*/ 342836 w 609586"/>
                <a:gd name="connsiteY15" fmla="*/ 199988 h 609586"/>
                <a:gd name="connsiteX16" fmla="*/ 199987 w 609586"/>
                <a:gd name="connsiteY16" fmla="*/ 342836 h 609586"/>
                <a:gd name="connsiteX17" fmla="*/ 57139 w 609586"/>
                <a:gd name="connsiteY17" fmla="*/ 199988 h 609586"/>
                <a:gd name="connsiteX18" fmla="*/ 199987 w 609586"/>
                <a:gd name="connsiteY18" fmla="*/ 57139 h 609586"/>
                <a:gd name="connsiteX19" fmla="*/ 200020 w 609586"/>
                <a:gd name="connsiteY19" fmla="*/ 19050 h 609586"/>
                <a:gd name="connsiteX20" fmla="*/ 19050 w 609586"/>
                <a:gd name="connsiteY20" fmla="*/ 200020 h 609586"/>
                <a:gd name="connsiteX21" fmla="*/ 200020 w 609586"/>
                <a:gd name="connsiteY21" fmla="*/ 380991 h 609586"/>
                <a:gd name="connsiteX22" fmla="*/ 380991 w 609586"/>
                <a:gd name="connsiteY22" fmla="*/ 200020 h 609586"/>
                <a:gd name="connsiteX23" fmla="*/ 200020 w 609586"/>
                <a:gd name="connsiteY23" fmla="*/ 19050 h 609586"/>
                <a:gd name="connsiteX24" fmla="*/ 200020 w 609586"/>
                <a:gd name="connsiteY24" fmla="*/ 0 h 609586"/>
                <a:gd name="connsiteX25" fmla="*/ 400041 w 609586"/>
                <a:gd name="connsiteY25" fmla="*/ 200020 h 609586"/>
                <a:gd name="connsiteX26" fmla="*/ 347464 w 609586"/>
                <a:gd name="connsiteY26" fmla="*/ 334701 h 609586"/>
                <a:gd name="connsiteX27" fmla="*/ 349655 w 609586"/>
                <a:gd name="connsiteY27" fmla="*/ 336177 h 609586"/>
                <a:gd name="connsiteX28" fmla="*/ 390707 w 609586"/>
                <a:gd name="connsiteY28" fmla="*/ 377229 h 609586"/>
                <a:gd name="connsiteX29" fmla="*/ 436806 w 609586"/>
                <a:gd name="connsiteY29" fmla="*/ 382896 h 609586"/>
                <a:gd name="connsiteX30" fmla="*/ 598442 w 609586"/>
                <a:gd name="connsiteY30" fmla="*/ 544532 h 609586"/>
                <a:gd name="connsiteX31" fmla="*/ 609586 w 609586"/>
                <a:gd name="connsiteY31" fmla="*/ 571487 h 609586"/>
                <a:gd name="connsiteX32" fmla="*/ 598442 w 609586"/>
                <a:gd name="connsiteY32" fmla="*/ 598442 h 609586"/>
                <a:gd name="connsiteX33" fmla="*/ 571487 w 609586"/>
                <a:gd name="connsiteY33" fmla="*/ 609586 h 609586"/>
                <a:gd name="connsiteX34" fmla="*/ 544579 w 609586"/>
                <a:gd name="connsiteY34" fmla="*/ 598442 h 609586"/>
                <a:gd name="connsiteX35" fmla="*/ 382944 w 609586"/>
                <a:gd name="connsiteY35" fmla="*/ 436806 h 609586"/>
                <a:gd name="connsiteX36" fmla="*/ 377134 w 609586"/>
                <a:gd name="connsiteY36" fmla="*/ 390611 h 609586"/>
                <a:gd name="connsiteX37" fmla="*/ 336177 w 609586"/>
                <a:gd name="connsiteY37" fmla="*/ 349655 h 609586"/>
                <a:gd name="connsiteX38" fmla="*/ 334701 w 609586"/>
                <a:gd name="connsiteY38" fmla="*/ 347464 h 609586"/>
                <a:gd name="connsiteX39" fmla="*/ 200020 w 609586"/>
                <a:gd name="connsiteY39" fmla="*/ 400041 h 609586"/>
                <a:gd name="connsiteX40" fmla="*/ 0 w 609586"/>
                <a:gd name="connsiteY40" fmla="*/ 200020 h 609586"/>
                <a:gd name="connsiteX41" fmla="*/ 200020 w 609586"/>
                <a:gd name="connsiteY41" fmla="*/ 0 h 60958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Lst>
              <a:rect l="l" t="t" r="r" b="b"/>
              <a:pathLst>
                <a:path w="609586" h="609586">
                  <a:moveTo>
                    <a:pt x="409852" y="390766"/>
                  </a:moveTo>
                  <a:cubicBezTo>
                    <a:pt x="404970" y="390766"/>
                    <a:pt x="400089" y="392635"/>
                    <a:pt x="396374" y="396374"/>
                  </a:cubicBezTo>
                  <a:cubicBezTo>
                    <a:pt x="388897" y="403803"/>
                    <a:pt x="388897" y="415900"/>
                    <a:pt x="396374" y="423329"/>
                  </a:cubicBezTo>
                  <a:lnTo>
                    <a:pt x="558009" y="584964"/>
                  </a:lnTo>
                  <a:cubicBezTo>
                    <a:pt x="565581" y="592156"/>
                    <a:pt x="577392" y="592156"/>
                    <a:pt x="584964" y="584964"/>
                  </a:cubicBezTo>
                  <a:cubicBezTo>
                    <a:pt x="588536" y="581345"/>
                    <a:pt x="590536" y="576583"/>
                    <a:pt x="590536" y="571487"/>
                  </a:cubicBezTo>
                  <a:cubicBezTo>
                    <a:pt x="590536" y="566391"/>
                    <a:pt x="588536" y="561629"/>
                    <a:pt x="584964" y="558009"/>
                  </a:cubicBezTo>
                  <a:lnTo>
                    <a:pt x="423329" y="396374"/>
                  </a:lnTo>
                  <a:cubicBezTo>
                    <a:pt x="419614" y="392635"/>
                    <a:pt x="414733" y="390766"/>
                    <a:pt x="409852" y="390766"/>
                  </a:cubicBezTo>
                  <a:close/>
                  <a:moveTo>
                    <a:pt x="199987" y="76185"/>
                  </a:moveTo>
                  <a:cubicBezTo>
                    <a:pt x="131706" y="76185"/>
                    <a:pt x="76185" y="131706"/>
                    <a:pt x="76185" y="199988"/>
                  </a:cubicBezTo>
                  <a:cubicBezTo>
                    <a:pt x="76185" y="268269"/>
                    <a:pt x="131706" y="323790"/>
                    <a:pt x="199987" y="323790"/>
                  </a:cubicBezTo>
                  <a:cubicBezTo>
                    <a:pt x="268269" y="323790"/>
                    <a:pt x="323790" y="268269"/>
                    <a:pt x="323790" y="199988"/>
                  </a:cubicBezTo>
                  <a:cubicBezTo>
                    <a:pt x="323790" y="131706"/>
                    <a:pt x="268269" y="76185"/>
                    <a:pt x="199987" y="76185"/>
                  </a:cubicBezTo>
                  <a:close/>
                  <a:moveTo>
                    <a:pt x="199987" y="57139"/>
                  </a:moveTo>
                  <a:cubicBezTo>
                    <a:pt x="278745" y="57139"/>
                    <a:pt x="342836" y="121230"/>
                    <a:pt x="342836" y="199988"/>
                  </a:cubicBezTo>
                  <a:cubicBezTo>
                    <a:pt x="342836" y="278745"/>
                    <a:pt x="278745" y="342836"/>
                    <a:pt x="199987" y="342836"/>
                  </a:cubicBezTo>
                  <a:cubicBezTo>
                    <a:pt x="121230" y="342836"/>
                    <a:pt x="57139" y="278745"/>
                    <a:pt x="57139" y="199988"/>
                  </a:cubicBezTo>
                  <a:cubicBezTo>
                    <a:pt x="57139" y="121230"/>
                    <a:pt x="121230" y="57139"/>
                    <a:pt x="199987" y="57139"/>
                  </a:cubicBezTo>
                  <a:close/>
                  <a:moveTo>
                    <a:pt x="200020" y="19050"/>
                  </a:moveTo>
                  <a:cubicBezTo>
                    <a:pt x="100248" y="19050"/>
                    <a:pt x="19050" y="100248"/>
                    <a:pt x="19050" y="200020"/>
                  </a:cubicBezTo>
                  <a:cubicBezTo>
                    <a:pt x="19050" y="299793"/>
                    <a:pt x="100248" y="380991"/>
                    <a:pt x="200020" y="380991"/>
                  </a:cubicBezTo>
                  <a:cubicBezTo>
                    <a:pt x="299793" y="380991"/>
                    <a:pt x="380991" y="299793"/>
                    <a:pt x="380991" y="200020"/>
                  </a:cubicBezTo>
                  <a:cubicBezTo>
                    <a:pt x="380991" y="100248"/>
                    <a:pt x="299793" y="19050"/>
                    <a:pt x="200020" y="19050"/>
                  </a:cubicBezTo>
                  <a:close/>
                  <a:moveTo>
                    <a:pt x="200020" y="0"/>
                  </a:moveTo>
                  <a:cubicBezTo>
                    <a:pt x="310317" y="0"/>
                    <a:pt x="400041" y="89723"/>
                    <a:pt x="400041" y="200020"/>
                  </a:cubicBezTo>
                  <a:cubicBezTo>
                    <a:pt x="400041" y="249930"/>
                    <a:pt x="381277" y="297983"/>
                    <a:pt x="347464" y="334701"/>
                  </a:cubicBezTo>
                  <a:cubicBezTo>
                    <a:pt x="348226" y="335129"/>
                    <a:pt x="348988" y="335510"/>
                    <a:pt x="349655" y="336177"/>
                  </a:cubicBezTo>
                  <a:lnTo>
                    <a:pt x="390707" y="377229"/>
                  </a:lnTo>
                  <a:cubicBezTo>
                    <a:pt x="405184" y="369038"/>
                    <a:pt x="424710" y="370847"/>
                    <a:pt x="436806" y="382896"/>
                  </a:cubicBezTo>
                  <a:lnTo>
                    <a:pt x="598442" y="544532"/>
                  </a:lnTo>
                  <a:cubicBezTo>
                    <a:pt x="605633" y="551771"/>
                    <a:pt x="609586" y="561295"/>
                    <a:pt x="609586" y="571487"/>
                  </a:cubicBezTo>
                  <a:cubicBezTo>
                    <a:pt x="609586" y="581678"/>
                    <a:pt x="605633" y="591203"/>
                    <a:pt x="598442" y="598442"/>
                  </a:cubicBezTo>
                  <a:cubicBezTo>
                    <a:pt x="591203" y="605633"/>
                    <a:pt x="581678" y="609586"/>
                    <a:pt x="571487" y="609586"/>
                  </a:cubicBezTo>
                  <a:cubicBezTo>
                    <a:pt x="561295" y="609586"/>
                    <a:pt x="551771" y="605633"/>
                    <a:pt x="544579" y="598442"/>
                  </a:cubicBezTo>
                  <a:lnTo>
                    <a:pt x="382944" y="436806"/>
                  </a:lnTo>
                  <a:cubicBezTo>
                    <a:pt x="370562" y="424615"/>
                    <a:pt x="368180" y="405518"/>
                    <a:pt x="377134" y="390611"/>
                  </a:cubicBezTo>
                  <a:lnTo>
                    <a:pt x="336177" y="349655"/>
                  </a:lnTo>
                  <a:cubicBezTo>
                    <a:pt x="335510" y="348988"/>
                    <a:pt x="335129" y="348226"/>
                    <a:pt x="334701" y="347464"/>
                  </a:cubicBezTo>
                  <a:cubicBezTo>
                    <a:pt x="299126" y="379991"/>
                    <a:pt x="251930" y="400041"/>
                    <a:pt x="200020" y="400041"/>
                  </a:cubicBezTo>
                  <a:cubicBezTo>
                    <a:pt x="89723" y="400041"/>
                    <a:pt x="0" y="310317"/>
                    <a:pt x="0" y="200020"/>
                  </a:cubicBezTo>
                  <a:cubicBezTo>
                    <a:pt x="0" y="89723"/>
                    <a:pt x="89723" y="0"/>
                    <a:pt x="200020" y="0"/>
                  </a:cubicBezTo>
                  <a:close/>
                </a:path>
              </a:pathLst>
            </a:custGeom>
            <a:solidFill>
              <a:schemeClr val="accent1">
                <a:lumMod val="75000"/>
              </a:schemeClr>
            </a:solidFill>
            <a:ln>
              <a:solidFill>
                <a:schemeClr val="accent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sp>
        <p:nvSpPr>
          <p:cNvPr id="38" name="íşlïḍè">
            <a:extLst>
              <a:ext uri="{FF2B5EF4-FFF2-40B4-BE49-F238E27FC236}">
                <a16:creationId xmlns:a16="http://schemas.microsoft.com/office/drawing/2014/main" id="{F10AC757-92CE-4BE5-A4C0-4270C2FF3FD4}"/>
              </a:ext>
            </a:extLst>
          </p:cNvPr>
          <p:cNvSpPr txBox="1"/>
          <p:nvPr/>
        </p:nvSpPr>
        <p:spPr>
          <a:xfrm>
            <a:off x="4824256" y="4285136"/>
            <a:ext cx="1618726" cy="519674"/>
          </a:xfrm>
          <a:prstGeom prst="rect">
            <a:avLst/>
          </a:prstGeom>
          <a:noFill/>
        </p:spPr>
        <p:txBody>
          <a:bodyPr wrap="square" lIns="91440" tIns="45720" rIns="91440" bIns="45720" anchor="ctr">
            <a:noAutofit/>
          </a:bodyPr>
          <a:lstStyle/>
          <a:p>
            <a:pPr algn="ctr"/>
            <a:r>
              <a:rPr lang="zh-CN" altLang="en-US" b="1" dirty="0">
                <a:solidFill>
                  <a:schemeClr val="accent1">
                    <a:lumMod val="75000"/>
                  </a:schemeClr>
                </a:solidFill>
                <a:latin typeface="Arial Narrow" panose="020B0606020202030204" pitchFamily="34" charset="0"/>
              </a:rPr>
              <a:t>未找到</a:t>
            </a:r>
            <a:endParaRPr lang="en-US" altLang="zh-CN" b="1" dirty="0">
              <a:solidFill>
                <a:schemeClr val="accent1">
                  <a:lumMod val="75000"/>
                </a:schemeClr>
              </a:solidFill>
              <a:latin typeface="Arial Narrow" panose="020B0606020202030204" pitchFamily="34" charset="0"/>
            </a:endParaRPr>
          </a:p>
          <a:p>
            <a:pPr algn="ctr"/>
            <a:r>
              <a:rPr lang="zh-CN" altLang="en-US" b="1" dirty="0">
                <a:solidFill>
                  <a:schemeClr val="accent1">
                    <a:lumMod val="75000"/>
                  </a:schemeClr>
                </a:solidFill>
                <a:latin typeface="Arial Narrow" panose="020B0606020202030204" pitchFamily="34" charset="0"/>
              </a:rPr>
              <a:t>目的</a:t>
            </a:r>
            <a:r>
              <a:rPr lang="en-US" altLang="zh-CN" b="1" dirty="0">
                <a:solidFill>
                  <a:schemeClr val="accent1">
                    <a:lumMod val="75000"/>
                  </a:schemeClr>
                </a:solidFill>
                <a:latin typeface="Arial Narrow" panose="020B0606020202030204" pitchFamily="34" charset="0"/>
              </a:rPr>
              <a:t>MAC</a:t>
            </a:r>
            <a:r>
              <a:rPr lang="zh-CN" altLang="en-US" b="1" dirty="0">
                <a:solidFill>
                  <a:schemeClr val="accent1">
                    <a:lumMod val="75000"/>
                  </a:schemeClr>
                </a:solidFill>
                <a:latin typeface="Arial Narrow" panose="020B0606020202030204" pitchFamily="34" charset="0"/>
              </a:rPr>
              <a:t>地址</a:t>
            </a:r>
          </a:p>
        </p:txBody>
      </p:sp>
      <p:sp>
        <p:nvSpPr>
          <p:cNvPr id="39" name="íşlïḍè">
            <a:extLst>
              <a:ext uri="{FF2B5EF4-FFF2-40B4-BE49-F238E27FC236}">
                <a16:creationId xmlns:a16="http://schemas.microsoft.com/office/drawing/2014/main" id="{46C28975-517D-4D6D-997D-25AE97A8531F}"/>
              </a:ext>
            </a:extLst>
          </p:cNvPr>
          <p:cNvSpPr txBox="1"/>
          <p:nvPr/>
        </p:nvSpPr>
        <p:spPr>
          <a:xfrm>
            <a:off x="3307158" y="3770734"/>
            <a:ext cx="718734" cy="645034"/>
          </a:xfrm>
          <a:prstGeom prst="rect">
            <a:avLst/>
          </a:prstGeom>
          <a:noFill/>
        </p:spPr>
        <p:txBody>
          <a:bodyPr wrap="square" lIns="91440" tIns="45720" rIns="91440" bIns="45720" anchor="ctr">
            <a:noAutofit/>
          </a:bodyPr>
          <a:lstStyle/>
          <a:p>
            <a:pPr algn="ctr"/>
            <a:r>
              <a:rPr lang="zh-CN" altLang="en-US" b="1" dirty="0">
                <a:solidFill>
                  <a:schemeClr val="accent3"/>
                </a:solidFill>
                <a:latin typeface="Arial Narrow" panose="020B0606020202030204" pitchFamily="34" charset="0"/>
              </a:rPr>
              <a:t>盲目</a:t>
            </a:r>
            <a:endParaRPr lang="en-US" altLang="zh-CN" b="1" dirty="0">
              <a:solidFill>
                <a:schemeClr val="accent3"/>
              </a:solidFill>
              <a:latin typeface="Arial Narrow" panose="020B0606020202030204" pitchFamily="34" charset="0"/>
            </a:endParaRPr>
          </a:p>
          <a:p>
            <a:pPr algn="ctr"/>
            <a:r>
              <a:rPr lang="zh-CN" altLang="en-US" b="1" dirty="0">
                <a:solidFill>
                  <a:schemeClr val="accent3"/>
                </a:solidFill>
                <a:latin typeface="Arial Narrow" panose="020B0606020202030204" pitchFamily="34" charset="0"/>
              </a:rPr>
              <a:t>转发</a:t>
            </a:r>
          </a:p>
        </p:txBody>
      </p:sp>
      <p:cxnSp>
        <p:nvCxnSpPr>
          <p:cNvPr id="40" name="直接箭头连接符 39">
            <a:extLst>
              <a:ext uri="{FF2B5EF4-FFF2-40B4-BE49-F238E27FC236}">
                <a16:creationId xmlns:a16="http://schemas.microsoft.com/office/drawing/2014/main" id="{CC0D6C56-010E-4F4E-9833-3A2A5D1E13E4}"/>
              </a:ext>
            </a:extLst>
          </p:cNvPr>
          <p:cNvCxnSpPr>
            <a:cxnSpLocks/>
          </p:cNvCxnSpPr>
          <p:nvPr/>
        </p:nvCxnSpPr>
        <p:spPr>
          <a:xfrm>
            <a:off x="3666525" y="3525795"/>
            <a:ext cx="1168446" cy="0"/>
          </a:xfrm>
          <a:prstGeom prst="straightConnector1">
            <a:avLst/>
          </a:prstGeom>
          <a:ln w="38100">
            <a:solidFill>
              <a:schemeClr val="accent3"/>
            </a:solidFill>
            <a:tailEnd type="triangle"/>
          </a:ln>
        </p:spPr>
        <p:style>
          <a:lnRef idx="1">
            <a:schemeClr val="accent1"/>
          </a:lnRef>
          <a:fillRef idx="0">
            <a:schemeClr val="accent1"/>
          </a:fillRef>
          <a:effectRef idx="0">
            <a:schemeClr val="accent1"/>
          </a:effectRef>
          <a:fontRef idx="minor">
            <a:schemeClr val="tx1"/>
          </a:fontRef>
        </p:style>
      </p:cxnSp>
      <p:cxnSp>
        <p:nvCxnSpPr>
          <p:cNvPr id="41" name="直接箭头连接符 40">
            <a:extLst>
              <a:ext uri="{FF2B5EF4-FFF2-40B4-BE49-F238E27FC236}">
                <a16:creationId xmlns:a16="http://schemas.microsoft.com/office/drawing/2014/main" id="{81EB3621-E222-4ABF-BA81-AC12E172FF2E}"/>
              </a:ext>
            </a:extLst>
          </p:cNvPr>
          <p:cNvCxnSpPr>
            <a:cxnSpLocks/>
          </p:cNvCxnSpPr>
          <p:nvPr/>
        </p:nvCxnSpPr>
        <p:spPr>
          <a:xfrm>
            <a:off x="3228138" y="4043551"/>
            <a:ext cx="0" cy="741613"/>
          </a:xfrm>
          <a:prstGeom prst="straightConnector1">
            <a:avLst/>
          </a:prstGeom>
          <a:ln w="38100">
            <a:solidFill>
              <a:schemeClr val="accent3"/>
            </a:solidFill>
            <a:tailEnd type="triangle"/>
          </a:ln>
        </p:spPr>
        <p:style>
          <a:lnRef idx="1">
            <a:schemeClr val="accent1"/>
          </a:lnRef>
          <a:fillRef idx="0">
            <a:schemeClr val="accent1"/>
          </a:fillRef>
          <a:effectRef idx="0">
            <a:schemeClr val="accent1"/>
          </a:effectRef>
          <a:fontRef idx="minor">
            <a:schemeClr val="tx1"/>
          </a:fontRef>
        </p:style>
      </p:cxnSp>
      <p:sp>
        <p:nvSpPr>
          <p:cNvPr id="46" name="íşlïḍè">
            <a:extLst>
              <a:ext uri="{FF2B5EF4-FFF2-40B4-BE49-F238E27FC236}">
                <a16:creationId xmlns:a16="http://schemas.microsoft.com/office/drawing/2014/main" id="{B59EB9ED-B413-4FA5-A617-B67BDB9ED8D7}"/>
              </a:ext>
            </a:extLst>
          </p:cNvPr>
          <p:cNvSpPr txBox="1"/>
          <p:nvPr/>
        </p:nvSpPr>
        <p:spPr>
          <a:xfrm>
            <a:off x="1880700" y="5631212"/>
            <a:ext cx="3491445" cy="419569"/>
          </a:xfrm>
          <a:prstGeom prst="rect">
            <a:avLst/>
          </a:prstGeom>
          <a:noFill/>
        </p:spPr>
        <p:txBody>
          <a:bodyPr wrap="square" lIns="91440" tIns="45720" rIns="91440" bIns="45720" anchor="ctr">
            <a:noAutofit/>
          </a:bodyPr>
          <a:lstStyle/>
          <a:p>
            <a:r>
              <a:rPr lang="zh-CN" altLang="en-US" b="1" dirty="0">
                <a:latin typeface="Arial Narrow" panose="020B0606020202030204" pitchFamily="34" charset="0"/>
              </a:rPr>
              <a:t>交换机转发数据帧的端口为</a:t>
            </a:r>
            <a:r>
              <a:rPr lang="en-US" altLang="zh-CN" b="1" dirty="0">
                <a:latin typeface="Arial Narrow" panose="020B0606020202030204" pitchFamily="34" charset="0"/>
              </a:rPr>
              <a:t>{2</a:t>
            </a:r>
            <a:r>
              <a:rPr lang="zh-CN" altLang="en-US" b="1" dirty="0">
                <a:latin typeface="Arial Narrow" panose="020B0606020202030204" pitchFamily="34" charset="0"/>
              </a:rPr>
              <a:t>，</a:t>
            </a:r>
            <a:r>
              <a:rPr lang="en-US" altLang="zh-CN" b="1" dirty="0">
                <a:latin typeface="Arial Narrow" panose="020B0606020202030204" pitchFamily="34" charset="0"/>
              </a:rPr>
              <a:t>3}</a:t>
            </a:r>
            <a:endParaRPr lang="zh-CN" altLang="en-US" b="1" dirty="0">
              <a:latin typeface="Arial Narrow" panose="020B0606020202030204" pitchFamily="34" charset="0"/>
            </a:endParaRPr>
          </a:p>
        </p:txBody>
      </p:sp>
      <p:sp>
        <p:nvSpPr>
          <p:cNvPr id="42" name="平行四边形 41">
            <a:extLst>
              <a:ext uri="{FF2B5EF4-FFF2-40B4-BE49-F238E27FC236}">
                <a16:creationId xmlns:a16="http://schemas.microsoft.com/office/drawing/2014/main" id="{2CB45285-F984-65C2-E8C3-AF04C84E1B4E}"/>
              </a:ext>
            </a:extLst>
          </p:cNvPr>
          <p:cNvSpPr/>
          <p:nvPr/>
        </p:nvSpPr>
        <p:spPr>
          <a:xfrm>
            <a:off x="304800" y="749300"/>
            <a:ext cx="675384" cy="387090"/>
          </a:xfrm>
          <a:prstGeom prst="parallelogram">
            <a:avLst/>
          </a:prstGeom>
          <a:solidFill>
            <a:schemeClr val="accent3">
              <a:lumMod val="75000"/>
            </a:schemeClr>
          </a:solidFill>
          <a:ln>
            <a:solidFill>
              <a:schemeClr val="accent3">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CN" sz="2200" dirty="0">
                <a:latin typeface="Impact" panose="020B0806030902050204" pitchFamily="34" charset="0"/>
              </a:rPr>
              <a:t>02</a:t>
            </a:r>
            <a:endParaRPr lang="zh-CN" altLang="en-US" sz="2200" dirty="0">
              <a:latin typeface="Impact" panose="020B0806030902050204" pitchFamily="34" charset="0"/>
            </a:endParaRPr>
          </a:p>
        </p:txBody>
      </p:sp>
    </p:spTree>
    <p:custDataLst>
      <p:tags r:id="rId1"/>
    </p:custDataLst>
    <p:extLst>
      <p:ext uri="{BB962C8B-B14F-4D97-AF65-F5344CB8AC3E}">
        <p14:creationId xmlns:p14="http://schemas.microsoft.com/office/powerpoint/2010/main" val="4197259342"/>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2" presetClass="entr" presetSubtype="8" fill="hold" nodeType="withEffect">
                                  <p:stCondLst>
                                    <p:cond delay="0"/>
                                  </p:stCondLst>
                                  <p:childTnLst>
                                    <p:set>
                                      <p:cBhvr>
                                        <p:cTn id="6" dur="1" fill="hold">
                                          <p:stCondLst>
                                            <p:cond delay="0"/>
                                          </p:stCondLst>
                                        </p:cTn>
                                        <p:tgtEl>
                                          <p:spTgt spid="10"/>
                                        </p:tgtEl>
                                        <p:attrNameLst>
                                          <p:attrName>style.visibility</p:attrName>
                                        </p:attrNameLst>
                                      </p:cBhvr>
                                      <p:to>
                                        <p:strVal val="visible"/>
                                      </p:to>
                                    </p:set>
                                    <p:animEffect transition="in" filter="wipe(left)">
                                      <p:cBhvr>
                                        <p:cTn id="7" dur="1000"/>
                                        <p:tgtEl>
                                          <p:spTgt spid="10"/>
                                        </p:tgtEl>
                                      </p:cBhvr>
                                    </p:animEffect>
                                  </p:childTnLst>
                                </p:cTn>
                              </p:par>
                            </p:childTnLst>
                          </p:cTn>
                        </p:par>
                      </p:childTnLst>
                    </p:cTn>
                  </p:par>
                  <p:par>
                    <p:cTn id="8" fill="hold">
                      <p:stCondLst>
                        <p:cond delay="indefinite"/>
                      </p:stCondLst>
                      <p:childTnLst>
                        <p:par>
                          <p:cTn id="9" fill="hold">
                            <p:stCondLst>
                              <p:cond delay="0"/>
                            </p:stCondLst>
                            <p:childTnLst>
                              <p:par>
                                <p:cTn id="10" presetID="12" presetClass="entr" presetSubtype="1" fill="hold" grpId="0" nodeType="clickEffect">
                                  <p:stCondLst>
                                    <p:cond delay="0"/>
                                  </p:stCondLst>
                                  <p:childTnLst>
                                    <p:set>
                                      <p:cBhvr>
                                        <p:cTn id="11" dur="1" fill="hold">
                                          <p:stCondLst>
                                            <p:cond delay="0"/>
                                          </p:stCondLst>
                                        </p:cTn>
                                        <p:tgtEl>
                                          <p:spTgt spid="38"/>
                                        </p:tgtEl>
                                        <p:attrNameLst>
                                          <p:attrName>style.visibility</p:attrName>
                                        </p:attrNameLst>
                                      </p:cBhvr>
                                      <p:to>
                                        <p:strVal val="visible"/>
                                      </p:to>
                                    </p:set>
                                    <p:anim calcmode="lin" valueType="num">
                                      <p:cBhvr additive="base">
                                        <p:cTn id="12" dur="500"/>
                                        <p:tgtEl>
                                          <p:spTgt spid="38"/>
                                        </p:tgtEl>
                                        <p:attrNameLst>
                                          <p:attrName>ppt_y</p:attrName>
                                        </p:attrNameLst>
                                      </p:cBhvr>
                                      <p:tavLst>
                                        <p:tav tm="0">
                                          <p:val>
                                            <p:strVal val="#ppt_y-#ppt_h*1.125000"/>
                                          </p:val>
                                        </p:tav>
                                        <p:tav tm="100000">
                                          <p:val>
                                            <p:strVal val="#ppt_y"/>
                                          </p:val>
                                        </p:tav>
                                      </p:tavLst>
                                    </p:anim>
                                    <p:animEffect transition="in" filter="wipe(down)">
                                      <p:cBhvr>
                                        <p:cTn id="13" dur="500"/>
                                        <p:tgtEl>
                                          <p:spTgt spid="38"/>
                                        </p:tgtEl>
                                      </p:cBhvr>
                                    </p:animEffect>
                                  </p:childTnLst>
                                </p:cTn>
                              </p:par>
                            </p:childTnLst>
                          </p:cTn>
                        </p:par>
                      </p:childTnLst>
                    </p:cTn>
                  </p:par>
                  <p:par>
                    <p:cTn id="14" fill="hold">
                      <p:stCondLst>
                        <p:cond delay="indefinite"/>
                      </p:stCondLst>
                      <p:childTnLst>
                        <p:par>
                          <p:cTn id="15" fill="hold">
                            <p:stCondLst>
                              <p:cond delay="0"/>
                            </p:stCondLst>
                            <p:childTnLst>
                              <p:par>
                                <p:cTn id="16" presetID="53" presetClass="entr" presetSubtype="16" fill="hold" grpId="0" nodeType="clickEffect">
                                  <p:stCondLst>
                                    <p:cond delay="0"/>
                                  </p:stCondLst>
                                  <p:childTnLst>
                                    <p:set>
                                      <p:cBhvr>
                                        <p:cTn id="17" dur="1" fill="hold">
                                          <p:stCondLst>
                                            <p:cond delay="0"/>
                                          </p:stCondLst>
                                        </p:cTn>
                                        <p:tgtEl>
                                          <p:spTgt spid="39"/>
                                        </p:tgtEl>
                                        <p:attrNameLst>
                                          <p:attrName>style.visibility</p:attrName>
                                        </p:attrNameLst>
                                      </p:cBhvr>
                                      <p:to>
                                        <p:strVal val="visible"/>
                                      </p:to>
                                    </p:set>
                                    <p:anim calcmode="lin" valueType="num">
                                      <p:cBhvr>
                                        <p:cTn id="18" dur="500" fill="hold"/>
                                        <p:tgtEl>
                                          <p:spTgt spid="39"/>
                                        </p:tgtEl>
                                        <p:attrNameLst>
                                          <p:attrName>ppt_w</p:attrName>
                                        </p:attrNameLst>
                                      </p:cBhvr>
                                      <p:tavLst>
                                        <p:tav tm="0">
                                          <p:val>
                                            <p:fltVal val="0"/>
                                          </p:val>
                                        </p:tav>
                                        <p:tav tm="100000">
                                          <p:val>
                                            <p:strVal val="#ppt_w"/>
                                          </p:val>
                                        </p:tav>
                                      </p:tavLst>
                                    </p:anim>
                                    <p:anim calcmode="lin" valueType="num">
                                      <p:cBhvr>
                                        <p:cTn id="19" dur="500" fill="hold"/>
                                        <p:tgtEl>
                                          <p:spTgt spid="39"/>
                                        </p:tgtEl>
                                        <p:attrNameLst>
                                          <p:attrName>ppt_h</p:attrName>
                                        </p:attrNameLst>
                                      </p:cBhvr>
                                      <p:tavLst>
                                        <p:tav tm="0">
                                          <p:val>
                                            <p:fltVal val="0"/>
                                          </p:val>
                                        </p:tav>
                                        <p:tav tm="100000">
                                          <p:val>
                                            <p:strVal val="#ppt_h"/>
                                          </p:val>
                                        </p:tav>
                                      </p:tavLst>
                                    </p:anim>
                                    <p:animEffect transition="in" filter="fade">
                                      <p:cBhvr>
                                        <p:cTn id="20" dur="500"/>
                                        <p:tgtEl>
                                          <p:spTgt spid="39"/>
                                        </p:tgtEl>
                                      </p:cBhvr>
                                    </p:animEffect>
                                  </p:childTnLst>
                                </p:cTn>
                              </p:par>
                            </p:childTnLst>
                          </p:cTn>
                        </p:par>
                      </p:childTnLst>
                    </p:cTn>
                  </p:par>
                  <p:par>
                    <p:cTn id="21" fill="hold">
                      <p:stCondLst>
                        <p:cond delay="indefinite"/>
                      </p:stCondLst>
                      <p:childTnLst>
                        <p:par>
                          <p:cTn id="22" fill="hold">
                            <p:stCondLst>
                              <p:cond delay="0"/>
                            </p:stCondLst>
                            <p:childTnLst>
                              <p:par>
                                <p:cTn id="23" presetID="22" presetClass="entr" presetSubtype="8" fill="hold" nodeType="clickEffect">
                                  <p:stCondLst>
                                    <p:cond delay="0"/>
                                  </p:stCondLst>
                                  <p:childTnLst>
                                    <p:set>
                                      <p:cBhvr>
                                        <p:cTn id="24" dur="1" fill="hold">
                                          <p:stCondLst>
                                            <p:cond delay="0"/>
                                          </p:stCondLst>
                                        </p:cTn>
                                        <p:tgtEl>
                                          <p:spTgt spid="40"/>
                                        </p:tgtEl>
                                        <p:attrNameLst>
                                          <p:attrName>style.visibility</p:attrName>
                                        </p:attrNameLst>
                                      </p:cBhvr>
                                      <p:to>
                                        <p:strVal val="visible"/>
                                      </p:to>
                                    </p:set>
                                    <p:animEffect transition="in" filter="wipe(left)">
                                      <p:cBhvr>
                                        <p:cTn id="25" dur="500"/>
                                        <p:tgtEl>
                                          <p:spTgt spid="40"/>
                                        </p:tgtEl>
                                      </p:cBhvr>
                                    </p:animEffect>
                                  </p:childTnLst>
                                </p:cTn>
                              </p:par>
                              <p:par>
                                <p:cTn id="26" presetID="22" presetClass="entr" presetSubtype="1" fill="hold" nodeType="withEffect">
                                  <p:stCondLst>
                                    <p:cond delay="0"/>
                                  </p:stCondLst>
                                  <p:childTnLst>
                                    <p:set>
                                      <p:cBhvr>
                                        <p:cTn id="27" dur="1" fill="hold">
                                          <p:stCondLst>
                                            <p:cond delay="0"/>
                                          </p:stCondLst>
                                        </p:cTn>
                                        <p:tgtEl>
                                          <p:spTgt spid="41"/>
                                        </p:tgtEl>
                                        <p:attrNameLst>
                                          <p:attrName>style.visibility</p:attrName>
                                        </p:attrNameLst>
                                      </p:cBhvr>
                                      <p:to>
                                        <p:strVal val="visible"/>
                                      </p:to>
                                    </p:set>
                                    <p:animEffect transition="in" filter="wipe(up)">
                                      <p:cBhvr>
                                        <p:cTn id="28" dur="500"/>
                                        <p:tgtEl>
                                          <p:spTgt spid="41"/>
                                        </p:tgtEl>
                                      </p:cBhvr>
                                    </p:animEffect>
                                  </p:childTnLst>
                                </p:cTn>
                              </p:par>
                            </p:childTnLst>
                          </p:cTn>
                        </p:par>
                      </p:childTnLst>
                    </p:cTn>
                  </p:par>
                  <p:par>
                    <p:cTn id="29" fill="hold">
                      <p:stCondLst>
                        <p:cond delay="indefinite"/>
                      </p:stCondLst>
                      <p:childTnLst>
                        <p:par>
                          <p:cTn id="30" fill="hold">
                            <p:stCondLst>
                              <p:cond delay="0"/>
                            </p:stCondLst>
                            <p:childTnLst>
                              <p:par>
                                <p:cTn id="31" presetID="1" presetClass="entr" presetSubtype="0" fill="hold" grpId="0" nodeType="clickEffect">
                                  <p:stCondLst>
                                    <p:cond delay="0"/>
                                  </p:stCondLst>
                                  <p:iterate type="lt">
                                    <p:tmAbs val="100"/>
                                  </p:iterate>
                                  <p:childTnLst>
                                    <p:set>
                                      <p:cBhvr>
                                        <p:cTn id="32" dur="1" fill="hold">
                                          <p:stCondLst>
                                            <p:cond delay="0"/>
                                          </p:stCondLst>
                                        </p:cTn>
                                        <p:tgtEl>
                                          <p:spTgt spid="46"/>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8" grpId="0"/>
      <p:bldP spid="39" grpId="0"/>
      <p:bldP spid="46" grpId="0"/>
    </p:bldLst>
  </p:timing>
</p:sld>
</file>

<file path=ppt/slides/slide42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4" name="组合 3">
            <a:extLst>
              <a:ext uri="{FF2B5EF4-FFF2-40B4-BE49-F238E27FC236}">
                <a16:creationId xmlns:a16="http://schemas.microsoft.com/office/drawing/2014/main" id="{9A1EA9F2-FCB6-48C3-935F-7AE7E3AD14AC}"/>
              </a:ext>
            </a:extLst>
          </p:cNvPr>
          <p:cNvGrpSpPr/>
          <p:nvPr/>
        </p:nvGrpSpPr>
        <p:grpSpPr>
          <a:xfrm>
            <a:off x="304800" y="749300"/>
            <a:ext cx="6192344" cy="400110"/>
            <a:chOff x="424117" y="898245"/>
            <a:chExt cx="6192344" cy="400110"/>
          </a:xfrm>
        </p:grpSpPr>
        <p:sp>
          <p:nvSpPr>
            <p:cNvPr id="2" name="平行四边形 1">
              <a:extLst>
                <a:ext uri="{FF2B5EF4-FFF2-40B4-BE49-F238E27FC236}">
                  <a16:creationId xmlns:a16="http://schemas.microsoft.com/office/drawing/2014/main" id="{1F5BAA3F-9845-4F89-A2DD-8222D3E4EDAC}"/>
                </a:ext>
              </a:extLst>
            </p:cNvPr>
            <p:cNvSpPr/>
            <p:nvPr/>
          </p:nvSpPr>
          <p:spPr>
            <a:xfrm>
              <a:off x="424117" y="898245"/>
              <a:ext cx="628306" cy="387090"/>
            </a:xfrm>
            <a:prstGeom prst="parallelogram">
              <a:avLst/>
            </a:prstGeom>
            <a:solidFill>
              <a:schemeClr val="accent3">
                <a:lumMod val="75000"/>
              </a:schemeClr>
            </a:solidFill>
            <a:ln>
              <a:solidFill>
                <a:schemeClr val="accent3">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CN" sz="2200" dirty="0">
                  <a:latin typeface="Impact" panose="020B0806030902050204" pitchFamily="34" charset="0"/>
                </a:rPr>
                <a:t>01</a:t>
              </a:r>
              <a:endParaRPr lang="zh-CN" altLang="en-US" sz="2200" dirty="0">
                <a:latin typeface="Impact" panose="020B0806030902050204" pitchFamily="34" charset="0"/>
              </a:endParaRPr>
            </a:p>
          </p:txBody>
        </p:sp>
        <p:sp>
          <p:nvSpPr>
            <p:cNvPr id="3" name="文本框 2">
              <a:extLst>
                <a:ext uri="{FF2B5EF4-FFF2-40B4-BE49-F238E27FC236}">
                  <a16:creationId xmlns:a16="http://schemas.microsoft.com/office/drawing/2014/main" id="{4D6BD736-A4D3-4F26-AFED-36E11F50F70B}"/>
                </a:ext>
              </a:extLst>
            </p:cNvPr>
            <p:cNvSpPr txBox="1"/>
            <p:nvPr/>
          </p:nvSpPr>
          <p:spPr>
            <a:xfrm>
              <a:off x="1052423" y="898245"/>
              <a:ext cx="5564038" cy="400110"/>
            </a:xfrm>
            <a:prstGeom prst="rect">
              <a:avLst/>
            </a:prstGeom>
            <a:noFill/>
          </p:spPr>
          <p:txBody>
            <a:bodyPr wrap="square" rtlCol="0">
              <a:spAutoFit/>
            </a:bodyPr>
            <a:lstStyle/>
            <a:p>
              <a:r>
                <a:rPr lang="zh-CN" altLang="en-US" sz="2000" b="1" dirty="0">
                  <a:solidFill>
                    <a:schemeClr val="tx1"/>
                  </a:solidFill>
                  <a:latin typeface="Arial Narrow" panose="020B0606020202030204" pitchFamily="34" charset="0"/>
                </a:rPr>
                <a:t>以太网交换机</a:t>
              </a:r>
              <a:endParaRPr lang="en-US" altLang="zh-CN" sz="2000" b="1" dirty="0">
                <a:solidFill>
                  <a:schemeClr val="tx1"/>
                </a:solidFill>
                <a:latin typeface="Arial Narrow" panose="020B0606020202030204" pitchFamily="34" charset="0"/>
              </a:endParaRPr>
            </a:p>
          </p:txBody>
        </p:sp>
      </p:grpSp>
      <p:cxnSp>
        <p:nvCxnSpPr>
          <p:cNvPr id="20" name="直接连接符 19">
            <a:extLst>
              <a:ext uri="{FF2B5EF4-FFF2-40B4-BE49-F238E27FC236}">
                <a16:creationId xmlns:a16="http://schemas.microsoft.com/office/drawing/2014/main" id="{1D08DEA6-8B8C-4A9C-808B-4D83CA7588E6}"/>
              </a:ext>
            </a:extLst>
          </p:cNvPr>
          <p:cNvCxnSpPr/>
          <p:nvPr/>
        </p:nvCxnSpPr>
        <p:spPr>
          <a:xfrm>
            <a:off x="1224323" y="3659267"/>
            <a:ext cx="4249657" cy="0"/>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cxnSp>
        <p:nvCxnSpPr>
          <p:cNvPr id="22" name="直接连接符 21">
            <a:extLst>
              <a:ext uri="{FF2B5EF4-FFF2-40B4-BE49-F238E27FC236}">
                <a16:creationId xmlns:a16="http://schemas.microsoft.com/office/drawing/2014/main" id="{42812BCB-597E-4460-B8C5-3A61B95297F0}"/>
              </a:ext>
            </a:extLst>
          </p:cNvPr>
          <p:cNvCxnSpPr/>
          <p:nvPr/>
        </p:nvCxnSpPr>
        <p:spPr>
          <a:xfrm>
            <a:off x="3098435" y="3659267"/>
            <a:ext cx="0" cy="1383809"/>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sp>
        <p:nvSpPr>
          <p:cNvPr id="102" name="íşlïḍè">
            <a:extLst>
              <a:ext uri="{FF2B5EF4-FFF2-40B4-BE49-F238E27FC236}">
                <a16:creationId xmlns:a16="http://schemas.microsoft.com/office/drawing/2014/main" id="{0D95E7E5-F506-4649-9080-9456A3744336}"/>
              </a:ext>
            </a:extLst>
          </p:cNvPr>
          <p:cNvSpPr txBox="1"/>
          <p:nvPr/>
        </p:nvSpPr>
        <p:spPr>
          <a:xfrm>
            <a:off x="788101" y="1250252"/>
            <a:ext cx="11099099" cy="867998"/>
          </a:xfrm>
          <a:prstGeom prst="rect">
            <a:avLst/>
          </a:prstGeom>
          <a:noFill/>
        </p:spPr>
        <p:txBody>
          <a:bodyPr wrap="square" lIns="91440" tIns="45720" rIns="91440" bIns="45720" anchor="ctr">
            <a:noAutofit/>
          </a:bodyPr>
          <a:lstStyle/>
          <a:p>
            <a:r>
              <a:rPr lang="en-US" altLang="zh-CN" b="1" dirty="0">
                <a:latin typeface="Arial Narrow" panose="020B0606020202030204" pitchFamily="34" charset="0"/>
              </a:rPr>
              <a:t>【2014</a:t>
            </a:r>
            <a:r>
              <a:rPr lang="zh-CN" altLang="en-US" b="1" dirty="0">
                <a:latin typeface="Arial Narrow" panose="020B0606020202030204" pitchFamily="34" charset="0"/>
              </a:rPr>
              <a:t>年 题</a:t>
            </a:r>
            <a:r>
              <a:rPr lang="en-US" altLang="zh-CN" b="1" dirty="0">
                <a:latin typeface="Arial Narrow" panose="020B0606020202030204" pitchFamily="34" charset="0"/>
              </a:rPr>
              <a:t>34】</a:t>
            </a:r>
            <a:r>
              <a:rPr lang="zh-CN" altLang="en-US" b="1" dirty="0">
                <a:latin typeface="Arial Narrow" panose="020B0606020202030204" pitchFamily="34" charset="0"/>
              </a:rPr>
              <a:t>某以太网拓扑及交换机当前转发表如下图所示，主机</a:t>
            </a:r>
            <a:r>
              <a:rPr lang="en-US" altLang="zh-CN" b="1" dirty="0">
                <a:latin typeface="Arial Narrow" panose="020B0606020202030204" pitchFamily="34" charset="0"/>
              </a:rPr>
              <a:t>00-e1-d5-00-23-a1</a:t>
            </a:r>
            <a:r>
              <a:rPr lang="zh-CN" altLang="en-US" b="1" dirty="0">
                <a:latin typeface="Arial Narrow" panose="020B0606020202030204" pitchFamily="34" charset="0"/>
              </a:rPr>
              <a:t>向主机</a:t>
            </a:r>
            <a:r>
              <a:rPr lang="en-US" altLang="zh-CN" b="1" dirty="0">
                <a:latin typeface="Arial Narrow" panose="020B0606020202030204" pitchFamily="34" charset="0"/>
              </a:rPr>
              <a:t>00-e1-d5-00-23-c1</a:t>
            </a:r>
          </a:p>
          <a:p>
            <a:r>
              <a:rPr lang="en-US" altLang="zh-CN" b="1" dirty="0">
                <a:latin typeface="Arial Narrow" panose="020B0606020202030204" pitchFamily="34" charset="0"/>
              </a:rPr>
              <a:t>                              </a:t>
            </a:r>
            <a:r>
              <a:rPr lang="zh-CN" altLang="en-US" b="1" dirty="0">
                <a:latin typeface="Arial Narrow" panose="020B0606020202030204" pitchFamily="34" charset="0"/>
              </a:rPr>
              <a:t>发送</a:t>
            </a:r>
            <a:r>
              <a:rPr lang="en-US" altLang="zh-CN" b="1" dirty="0">
                <a:latin typeface="Arial Narrow" panose="020B0606020202030204" pitchFamily="34" charset="0"/>
              </a:rPr>
              <a:t>1</a:t>
            </a:r>
            <a:r>
              <a:rPr lang="zh-CN" altLang="en-US" b="1" dirty="0">
                <a:latin typeface="Arial Narrow" panose="020B0606020202030204" pitchFamily="34" charset="0"/>
              </a:rPr>
              <a:t>个数据帧，主机</a:t>
            </a:r>
            <a:r>
              <a:rPr lang="en-US" altLang="zh-CN" b="1" dirty="0">
                <a:latin typeface="Arial Narrow" panose="020B0606020202030204" pitchFamily="34" charset="0"/>
              </a:rPr>
              <a:t>00-e1-d5-00-23-c1</a:t>
            </a:r>
            <a:r>
              <a:rPr lang="zh-CN" altLang="en-US" b="1" dirty="0">
                <a:latin typeface="Arial Narrow" panose="020B0606020202030204" pitchFamily="34" charset="0"/>
              </a:rPr>
              <a:t>收到该帧后，向主机</a:t>
            </a:r>
            <a:r>
              <a:rPr lang="en-US" altLang="zh-CN" b="1" dirty="0">
                <a:latin typeface="Arial Narrow" panose="020B0606020202030204" pitchFamily="34" charset="0"/>
              </a:rPr>
              <a:t>00-e1-d5-00-23-a1</a:t>
            </a:r>
            <a:r>
              <a:rPr lang="zh-CN" altLang="en-US" b="1" dirty="0">
                <a:latin typeface="Arial Narrow" panose="020B0606020202030204" pitchFamily="34" charset="0"/>
              </a:rPr>
              <a:t>发送</a:t>
            </a:r>
            <a:r>
              <a:rPr lang="en-US" altLang="zh-CN" b="1" dirty="0">
                <a:latin typeface="Arial Narrow" panose="020B0606020202030204" pitchFamily="34" charset="0"/>
              </a:rPr>
              <a:t>1</a:t>
            </a:r>
            <a:r>
              <a:rPr lang="zh-CN" altLang="en-US" b="1" dirty="0">
                <a:latin typeface="Arial Narrow" panose="020B0606020202030204" pitchFamily="34" charset="0"/>
              </a:rPr>
              <a:t>个确认帧，交</a:t>
            </a:r>
            <a:endParaRPr lang="en-US" altLang="zh-CN" b="1" dirty="0">
              <a:latin typeface="Arial Narrow" panose="020B0606020202030204" pitchFamily="34" charset="0"/>
            </a:endParaRPr>
          </a:p>
          <a:p>
            <a:r>
              <a:rPr lang="en-US" altLang="zh-CN" b="1" dirty="0">
                <a:latin typeface="Arial Narrow" panose="020B0606020202030204" pitchFamily="34" charset="0"/>
              </a:rPr>
              <a:t>                              </a:t>
            </a:r>
            <a:r>
              <a:rPr lang="zh-CN" altLang="en-US" b="1" dirty="0">
                <a:latin typeface="Arial Narrow" panose="020B0606020202030204" pitchFamily="34" charset="0"/>
              </a:rPr>
              <a:t>换机对这两个帧的转发端口分别是（      ）。</a:t>
            </a:r>
          </a:p>
        </p:txBody>
      </p:sp>
      <p:sp>
        <p:nvSpPr>
          <p:cNvPr id="133" name="íşlïḍè">
            <a:extLst>
              <a:ext uri="{FF2B5EF4-FFF2-40B4-BE49-F238E27FC236}">
                <a16:creationId xmlns:a16="http://schemas.microsoft.com/office/drawing/2014/main" id="{77FBDFF3-30D6-4ECB-81F5-2CCD9CC310AE}"/>
              </a:ext>
            </a:extLst>
          </p:cNvPr>
          <p:cNvSpPr txBox="1"/>
          <p:nvPr/>
        </p:nvSpPr>
        <p:spPr>
          <a:xfrm>
            <a:off x="2394332" y="2219092"/>
            <a:ext cx="1190906" cy="419569"/>
          </a:xfrm>
          <a:prstGeom prst="rect">
            <a:avLst/>
          </a:prstGeom>
          <a:noFill/>
        </p:spPr>
        <p:txBody>
          <a:bodyPr wrap="square" lIns="91440" tIns="45720" rIns="91440" bIns="45720" anchor="ctr">
            <a:noAutofit/>
          </a:bodyPr>
          <a:lstStyle/>
          <a:p>
            <a:r>
              <a:rPr lang="en-US" altLang="zh-CN" b="1" dirty="0">
                <a:latin typeface="Arial Narrow" panose="020B0606020202030204" pitchFamily="34" charset="0"/>
              </a:rPr>
              <a:t>A. {3}</a:t>
            </a:r>
            <a:r>
              <a:rPr lang="zh-CN" altLang="en-US" b="1" dirty="0">
                <a:latin typeface="Arial Narrow" panose="020B0606020202030204" pitchFamily="34" charset="0"/>
              </a:rPr>
              <a:t>和</a:t>
            </a:r>
            <a:r>
              <a:rPr lang="en-US" altLang="zh-CN" b="1" dirty="0">
                <a:latin typeface="Arial Narrow" panose="020B0606020202030204" pitchFamily="34" charset="0"/>
              </a:rPr>
              <a:t>{1}</a:t>
            </a:r>
            <a:endParaRPr lang="zh-CN" altLang="en-US" b="1" dirty="0">
              <a:latin typeface="Arial Narrow" panose="020B0606020202030204" pitchFamily="34" charset="0"/>
            </a:endParaRPr>
          </a:p>
        </p:txBody>
      </p:sp>
      <p:sp>
        <p:nvSpPr>
          <p:cNvPr id="134" name="íşlïḍè">
            <a:extLst>
              <a:ext uri="{FF2B5EF4-FFF2-40B4-BE49-F238E27FC236}">
                <a16:creationId xmlns:a16="http://schemas.microsoft.com/office/drawing/2014/main" id="{A4085E74-358D-47C9-A08A-4CA847FD5A5A}"/>
              </a:ext>
            </a:extLst>
          </p:cNvPr>
          <p:cNvSpPr txBox="1"/>
          <p:nvPr/>
        </p:nvSpPr>
        <p:spPr>
          <a:xfrm>
            <a:off x="4434078" y="2219092"/>
            <a:ext cx="1531887" cy="419569"/>
          </a:xfrm>
          <a:prstGeom prst="rect">
            <a:avLst/>
          </a:prstGeom>
          <a:noFill/>
        </p:spPr>
        <p:txBody>
          <a:bodyPr wrap="square" lIns="91440" tIns="45720" rIns="91440" bIns="45720" anchor="ctr">
            <a:noAutofit/>
          </a:bodyPr>
          <a:lstStyle/>
          <a:p>
            <a:r>
              <a:rPr lang="en-US" altLang="zh-CN" b="1" dirty="0">
                <a:latin typeface="Arial Narrow" panose="020B0606020202030204" pitchFamily="34" charset="0"/>
              </a:rPr>
              <a:t>B. {2</a:t>
            </a:r>
            <a:r>
              <a:rPr lang="zh-CN" altLang="en-US" b="1" dirty="0">
                <a:latin typeface="Arial Narrow" panose="020B0606020202030204" pitchFamily="34" charset="0"/>
              </a:rPr>
              <a:t>，</a:t>
            </a:r>
            <a:r>
              <a:rPr lang="en-US" altLang="zh-CN" b="1" dirty="0">
                <a:latin typeface="Arial Narrow" panose="020B0606020202030204" pitchFamily="34" charset="0"/>
              </a:rPr>
              <a:t>3}</a:t>
            </a:r>
            <a:r>
              <a:rPr lang="zh-CN" altLang="en-US" b="1" dirty="0">
                <a:latin typeface="Arial Narrow" panose="020B0606020202030204" pitchFamily="34" charset="0"/>
              </a:rPr>
              <a:t>和</a:t>
            </a:r>
            <a:r>
              <a:rPr lang="en-US" altLang="zh-CN" b="1" dirty="0">
                <a:latin typeface="Arial Narrow" panose="020B0606020202030204" pitchFamily="34" charset="0"/>
              </a:rPr>
              <a:t>{1}</a:t>
            </a:r>
            <a:endParaRPr lang="zh-CN" altLang="en-US" b="1" dirty="0">
              <a:latin typeface="Arial Narrow" panose="020B0606020202030204" pitchFamily="34" charset="0"/>
            </a:endParaRPr>
          </a:p>
        </p:txBody>
      </p:sp>
      <p:sp>
        <p:nvSpPr>
          <p:cNvPr id="135" name="íşlïḍè">
            <a:extLst>
              <a:ext uri="{FF2B5EF4-FFF2-40B4-BE49-F238E27FC236}">
                <a16:creationId xmlns:a16="http://schemas.microsoft.com/office/drawing/2014/main" id="{060B6289-C751-4650-BC65-2FB8CB2D0044}"/>
              </a:ext>
            </a:extLst>
          </p:cNvPr>
          <p:cNvSpPr txBox="1"/>
          <p:nvPr/>
        </p:nvSpPr>
        <p:spPr>
          <a:xfrm>
            <a:off x="6814805" y="2219092"/>
            <a:ext cx="1813008" cy="419569"/>
          </a:xfrm>
          <a:prstGeom prst="rect">
            <a:avLst/>
          </a:prstGeom>
          <a:noFill/>
        </p:spPr>
        <p:txBody>
          <a:bodyPr wrap="square" lIns="91440" tIns="45720" rIns="91440" bIns="45720" anchor="ctr">
            <a:noAutofit/>
          </a:bodyPr>
          <a:lstStyle/>
          <a:p>
            <a:r>
              <a:rPr lang="en-US" altLang="zh-CN" b="1" dirty="0">
                <a:latin typeface="Arial Narrow" panose="020B0606020202030204" pitchFamily="34" charset="0"/>
              </a:rPr>
              <a:t>C. {2</a:t>
            </a:r>
            <a:r>
              <a:rPr lang="zh-CN" altLang="en-US" b="1" dirty="0">
                <a:latin typeface="Arial Narrow" panose="020B0606020202030204" pitchFamily="34" charset="0"/>
              </a:rPr>
              <a:t>，</a:t>
            </a:r>
            <a:r>
              <a:rPr lang="en-US" altLang="zh-CN" b="1" dirty="0">
                <a:latin typeface="Arial Narrow" panose="020B0606020202030204" pitchFamily="34" charset="0"/>
              </a:rPr>
              <a:t>3}</a:t>
            </a:r>
            <a:r>
              <a:rPr lang="zh-CN" altLang="en-US" b="1" dirty="0">
                <a:latin typeface="Arial Narrow" panose="020B0606020202030204" pitchFamily="34" charset="0"/>
              </a:rPr>
              <a:t>和</a:t>
            </a:r>
            <a:r>
              <a:rPr lang="en-US" altLang="zh-CN" b="1" dirty="0">
                <a:latin typeface="Arial Narrow" panose="020B0606020202030204" pitchFamily="34" charset="0"/>
              </a:rPr>
              <a:t>{1</a:t>
            </a:r>
            <a:r>
              <a:rPr lang="zh-CN" altLang="en-US" b="1" dirty="0">
                <a:latin typeface="Arial Narrow" panose="020B0606020202030204" pitchFamily="34" charset="0"/>
              </a:rPr>
              <a:t>，</a:t>
            </a:r>
            <a:r>
              <a:rPr lang="en-US" altLang="zh-CN" b="1" dirty="0">
                <a:latin typeface="Arial Narrow" panose="020B0606020202030204" pitchFamily="34" charset="0"/>
              </a:rPr>
              <a:t>2}</a:t>
            </a:r>
            <a:endParaRPr lang="zh-CN" altLang="en-US" b="1" dirty="0">
              <a:latin typeface="Arial Narrow" panose="020B0606020202030204" pitchFamily="34" charset="0"/>
            </a:endParaRPr>
          </a:p>
        </p:txBody>
      </p:sp>
      <p:sp>
        <p:nvSpPr>
          <p:cNvPr id="160" name="íşlïḍè">
            <a:extLst>
              <a:ext uri="{FF2B5EF4-FFF2-40B4-BE49-F238E27FC236}">
                <a16:creationId xmlns:a16="http://schemas.microsoft.com/office/drawing/2014/main" id="{9E89E12A-9087-4A36-9F9E-B1092750D62D}"/>
              </a:ext>
            </a:extLst>
          </p:cNvPr>
          <p:cNvSpPr txBox="1"/>
          <p:nvPr/>
        </p:nvSpPr>
        <p:spPr>
          <a:xfrm>
            <a:off x="9476652" y="2219092"/>
            <a:ext cx="1813008" cy="419569"/>
          </a:xfrm>
          <a:prstGeom prst="rect">
            <a:avLst/>
          </a:prstGeom>
          <a:noFill/>
        </p:spPr>
        <p:txBody>
          <a:bodyPr wrap="square" lIns="91440" tIns="45720" rIns="91440" bIns="45720" anchor="ctr">
            <a:noAutofit/>
          </a:bodyPr>
          <a:lstStyle/>
          <a:p>
            <a:r>
              <a:rPr lang="en-US" altLang="zh-CN" b="1" dirty="0">
                <a:latin typeface="Arial Narrow" panose="020B0606020202030204" pitchFamily="34" charset="0"/>
              </a:rPr>
              <a:t>D. {1</a:t>
            </a:r>
            <a:r>
              <a:rPr lang="zh-CN" altLang="en-US" b="1" dirty="0">
                <a:latin typeface="Arial Narrow" panose="020B0606020202030204" pitchFamily="34" charset="0"/>
              </a:rPr>
              <a:t>，</a:t>
            </a:r>
            <a:r>
              <a:rPr lang="en-US" altLang="zh-CN" b="1" dirty="0">
                <a:latin typeface="Arial Narrow" panose="020B0606020202030204" pitchFamily="34" charset="0"/>
              </a:rPr>
              <a:t>2</a:t>
            </a:r>
            <a:r>
              <a:rPr lang="zh-CN" altLang="en-US" b="1" dirty="0">
                <a:latin typeface="Arial Narrow" panose="020B0606020202030204" pitchFamily="34" charset="0"/>
              </a:rPr>
              <a:t>，</a:t>
            </a:r>
            <a:r>
              <a:rPr lang="en-US" altLang="zh-CN" b="1" dirty="0">
                <a:latin typeface="Arial Narrow" panose="020B0606020202030204" pitchFamily="34" charset="0"/>
              </a:rPr>
              <a:t>3}</a:t>
            </a:r>
            <a:r>
              <a:rPr lang="zh-CN" altLang="en-US" b="1" dirty="0">
                <a:latin typeface="Arial Narrow" panose="020B0606020202030204" pitchFamily="34" charset="0"/>
              </a:rPr>
              <a:t>和</a:t>
            </a:r>
            <a:r>
              <a:rPr lang="en-US" altLang="zh-CN" b="1" dirty="0">
                <a:latin typeface="Arial Narrow" panose="020B0606020202030204" pitchFamily="34" charset="0"/>
              </a:rPr>
              <a:t>{1}</a:t>
            </a:r>
            <a:endParaRPr lang="zh-CN" altLang="en-US" b="1" dirty="0">
              <a:latin typeface="Arial Narrow" panose="020B0606020202030204" pitchFamily="34" charset="0"/>
            </a:endParaRPr>
          </a:p>
        </p:txBody>
      </p:sp>
      <p:pic>
        <p:nvPicPr>
          <p:cNvPr id="162" name="图形 161">
            <a:extLst>
              <a:ext uri="{FF2B5EF4-FFF2-40B4-BE49-F238E27FC236}">
                <a16:creationId xmlns:a16="http://schemas.microsoft.com/office/drawing/2014/main" id="{A2F9D49C-5E2E-4D9F-AAB6-33B471B7144E}"/>
              </a:ext>
            </a:extLst>
          </p:cNvPr>
          <p:cNvPicPr>
            <a:picLocks noChangeAspect="1"/>
          </p:cNvPicPr>
          <p:nvPr/>
        </p:nvPicPr>
        <p:blipFill>
          <a:blip r:embed="rId3">
            <a:extLst>
              <a:ext uri="{28A0092B-C50C-407E-A947-70E740481C1C}">
                <a14:useLocalDpi xmlns:a14="http://schemas.microsoft.com/office/drawing/2010/main" val="0"/>
              </a:ext>
              <a:ext uri="{96DAC541-7B7A-43D3-8B79-37D633B846F1}">
                <asvg:svgBlip xmlns:asvg="http://schemas.microsoft.com/office/drawing/2016/SVG/main" r:embed="rId4"/>
              </a:ext>
            </a:extLst>
          </a:blip>
          <a:stretch>
            <a:fillRect/>
          </a:stretch>
        </p:blipFill>
        <p:spPr>
          <a:xfrm>
            <a:off x="618953" y="3180115"/>
            <a:ext cx="718734" cy="695168"/>
          </a:xfrm>
          <a:prstGeom prst="rect">
            <a:avLst/>
          </a:prstGeom>
        </p:spPr>
      </p:pic>
      <p:pic>
        <p:nvPicPr>
          <p:cNvPr id="163" name="图片 162" descr="图标&#10;&#10;描述已自动生成">
            <a:extLst>
              <a:ext uri="{FF2B5EF4-FFF2-40B4-BE49-F238E27FC236}">
                <a16:creationId xmlns:a16="http://schemas.microsoft.com/office/drawing/2014/main" id="{098FC307-200B-4135-8757-0932E39F0595}"/>
              </a:ext>
            </a:extLst>
          </p:cNvPr>
          <p:cNvPicPr>
            <a:picLocks noChangeAspect="1"/>
          </p:cNvPicPr>
          <p:nvPr/>
        </p:nvPicPr>
        <p:blipFill>
          <a:blip r:embed="rId5">
            <a:extLst>
              <a:ext uri="{28A0092B-C50C-407E-A947-70E740481C1C}">
                <a14:useLocalDpi xmlns:a14="http://schemas.microsoft.com/office/drawing/2010/main" val="0"/>
              </a:ext>
            </a:extLst>
          </a:blip>
          <a:stretch>
            <a:fillRect/>
          </a:stretch>
        </p:blipFill>
        <p:spPr>
          <a:xfrm>
            <a:off x="2835561" y="3297947"/>
            <a:ext cx="561856" cy="724169"/>
          </a:xfrm>
          <a:prstGeom prst="rect">
            <a:avLst/>
          </a:prstGeom>
        </p:spPr>
      </p:pic>
      <p:pic>
        <p:nvPicPr>
          <p:cNvPr id="164" name="图形 163">
            <a:extLst>
              <a:ext uri="{FF2B5EF4-FFF2-40B4-BE49-F238E27FC236}">
                <a16:creationId xmlns:a16="http://schemas.microsoft.com/office/drawing/2014/main" id="{D551D37C-66CB-463B-96B4-A000CA7D6E30}"/>
              </a:ext>
            </a:extLst>
          </p:cNvPr>
          <p:cNvPicPr>
            <a:picLocks noChangeAspect="1"/>
          </p:cNvPicPr>
          <p:nvPr/>
        </p:nvPicPr>
        <p:blipFill>
          <a:blip r:embed="rId3">
            <a:extLst>
              <a:ext uri="{28A0092B-C50C-407E-A947-70E740481C1C}">
                <a14:useLocalDpi xmlns:a14="http://schemas.microsoft.com/office/drawing/2010/main" val="0"/>
              </a:ext>
              <a:ext uri="{96DAC541-7B7A-43D3-8B79-37D633B846F1}">
                <asvg:svgBlip xmlns:asvg="http://schemas.microsoft.com/office/drawing/2016/SVG/main" r:embed="rId4"/>
              </a:ext>
            </a:extLst>
          </a:blip>
          <a:stretch>
            <a:fillRect/>
          </a:stretch>
        </p:blipFill>
        <p:spPr>
          <a:xfrm>
            <a:off x="4895291" y="3180115"/>
            <a:ext cx="718734" cy="695168"/>
          </a:xfrm>
          <a:prstGeom prst="rect">
            <a:avLst/>
          </a:prstGeom>
        </p:spPr>
      </p:pic>
      <p:pic>
        <p:nvPicPr>
          <p:cNvPr id="166" name="图形 165">
            <a:extLst>
              <a:ext uri="{FF2B5EF4-FFF2-40B4-BE49-F238E27FC236}">
                <a16:creationId xmlns:a16="http://schemas.microsoft.com/office/drawing/2014/main" id="{A0839210-7556-47F3-9CC5-A2BB21ECEA5F}"/>
              </a:ext>
            </a:extLst>
          </p:cNvPr>
          <p:cNvPicPr>
            <a:picLocks noChangeAspect="1"/>
          </p:cNvPicPr>
          <p:nvPr/>
        </p:nvPicPr>
        <p:blipFill>
          <a:blip r:embed="rId3">
            <a:extLst>
              <a:ext uri="{28A0092B-C50C-407E-A947-70E740481C1C}">
                <a14:useLocalDpi xmlns:a14="http://schemas.microsoft.com/office/drawing/2010/main" val="0"/>
              </a:ext>
              <a:ext uri="{96DAC541-7B7A-43D3-8B79-37D633B846F1}">
                <asvg:svgBlip xmlns:asvg="http://schemas.microsoft.com/office/drawing/2016/SVG/main" r:embed="rId4"/>
              </a:ext>
            </a:extLst>
          </a:blip>
          <a:stretch>
            <a:fillRect/>
          </a:stretch>
        </p:blipFill>
        <p:spPr>
          <a:xfrm>
            <a:off x="2630418" y="4695492"/>
            <a:ext cx="718734" cy="695168"/>
          </a:xfrm>
          <a:prstGeom prst="rect">
            <a:avLst/>
          </a:prstGeom>
        </p:spPr>
      </p:pic>
      <p:sp>
        <p:nvSpPr>
          <p:cNvPr id="167" name="íşlïḍè">
            <a:extLst>
              <a:ext uri="{FF2B5EF4-FFF2-40B4-BE49-F238E27FC236}">
                <a16:creationId xmlns:a16="http://schemas.microsoft.com/office/drawing/2014/main" id="{D64F3C05-A1F9-481F-8A33-375E1733727B}"/>
              </a:ext>
            </a:extLst>
          </p:cNvPr>
          <p:cNvSpPr txBox="1"/>
          <p:nvPr/>
        </p:nvSpPr>
        <p:spPr>
          <a:xfrm>
            <a:off x="2606555" y="2970148"/>
            <a:ext cx="1019868" cy="326271"/>
          </a:xfrm>
          <a:prstGeom prst="rect">
            <a:avLst/>
          </a:prstGeom>
          <a:noFill/>
        </p:spPr>
        <p:txBody>
          <a:bodyPr wrap="square" lIns="91440" tIns="45720" rIns="91440" bIns="45720" anchor="ctr">
            <a:noAutofit/>
          </a:bodyPr>
          <a:lstStyle/>
          <a:p>
            <a:pPr algn="ctr"/>
            <a:r>
              <a:rPr lang="zh-CN" altLang="en-US" b="1" dirty="0">
                <a:latin typeface="Arial Narrow" panose="020B0606020202030204" pitchFamily="34" charset="0"/>
              </a:rPr>
              <a:t>交换机</a:t>
            </a:r>
          </a:p>
        </p:txBody>
      </p:sp>
      <p:sp>
        <p:nvSpPr>
          <p:cNvPr id="168" name="íşlïḍè">
            <a:extLst>
              <a:ext uri="{FF2B5EF4-FFF2-40B4-BE49-F238E27FC236}">
                <a16:creationId xmlns:a16="http://schemas.microsoft.com/office/drawing/2014/main" id="{7B00BB0C-D68E-40DF-8ED6-C4F99E0089C1}"/>
              </a:ext>
            </a:extLst>
          </p:cNvPr>
          <p:cNvSpPr txBox="1"/>
          <p:nvPr/>
        </p:nvSpPr>
        <p:spPr>
          <a:xfrm>
            <a:off x="2594086" y="3364563"/>
            <a:ext cx="275343" cy="326271"/>
          </a:xfrm>
          <a:prstGeom prst="rect">
            <a:avLst/>
          </a:prstGeom>
          <a:noFill/>
        </p:spPr>
        <p:txBody>
          <a:bodyPr wrap="square" lIns="91440" tIns="45720" rIns="91440" bIns="45720" anchor="ctr">
            <a:noAutofit/>
          </a:bodyPr>
          <a:lstStyle/>
          <a:p>
            <a:pPr algn="ctr"/>
            <a:r>
              <a:rPr lang="en-US" altLang="zh-CN" b="1" dirty="0">
                <a:latin typeface="Arial Narrow" panose="020B0606020202030204" pitchFamily="34" charset="0"/>
              </a:rPr>
              <a:t>1</a:t>
            </a:r>
            <a:endParaRPr lang="zh-CN" altLang="en-US" b="1" dirty="0">
              <a:latin typeface="Arial Narrow" panose="020B0606020202030204" pitchFamily="34" charset="0"/>
            </a:endParaRPr>
          </a:p>
        </p:txBody>
      </p:sp>
      <p:sp>
        <p:nvSpPr>
          <p:cNvPr id="169" name="íşlïḍè">
            <a:extLst>
              <a:ext uri="{FF2B5EF4-FFF2-40B4-BE49-F238E27FC236}">
                <a16:creationId xmlns:a16="http://schemas.microsoft.com/office/drawing/2014/main" id="{B5BFDF59-D022-45FA-887A-F62789F331A0}"/>
              </a:ext>
            </a:extLst>
          </p:cNvPr>
          <p:cNvSpPr txBox="1"/>
          <p:nvPr/>
        </p:nvSpPr>
        <p:spPr>
          <a:xfrm>
            <a:off x="2829327" y="3843715"/>
            <a:ext cx="275343" cy="326271"/>
          </a:xfrm>
          <a:prstGeom prst="rect">
            <a:avLst/>
          </a:prstGeom>
          <a:noFill/>
        </p:spPr>
        <p:txBody>
          <a:bodyPr wrap="square" lIns="91440" tIns="45720" rIns="91440" bIns="45720" anchor="ctr">
            <a:noAutofit/>
          </a:bodyPr>
          <a:lstStyle/>
          <a:p>
            <a:pPr algn="ctr"/>
            <a:r>
              <a:rPr lang="en-US" altLang="zh-CN" b="1" dirty="0">
                <a:latin typeface="Arial Narrow" panose="020B0606020202030204" pitchFamily="34" charset="0"/>
              </a:rPr>
              <a:t>2</a:t>
            </a:r>
            <a:endParaRPr lang="zh-CN" altLang="en-US" b="1" dirty="0">
              <a:latin typeface="Arial Narrow" panose="020B0606020202030204" pitchFamily="34" charset="0"/>
            </a:endParaRPr>
          </a:p>
        </p:txBody>
      </p:sp>
      <p:sp>
        <p:nvSpPr>
          <p:cNvPr id="170" name="íşlïḍè">
            <a:extLst>
              <a:ext uri="{FF2B5EF4-FFF2-40B4-BE49-F238E27FC236}">
                <a16:creationId xmlns:a16="http://schemas.microsoft.com/office/drawing/2014/main" id="{E15BF6C4-1437-44B5-97CF-8A81562862CC}"/>
              </a:ext>
            </a:extLst>
          </p:cNvPr>
          <p:cNvSpPr txBox="1"/>
          <p:nvPr/>
        </p:nvSpPr>
        <p:spPr>
          <a:xfrm>
            <a:off x="3351080" y="3364562"/>
            <a:ext cx="275343" cy="326271"/>
          </a:xfrm>
          <a:prstGeom prst="rect">
            <a:avLst/>
          </a:prstGeom>
          <a:noFill/>
        </p:spPr>
        <p:txBody>
          <a:bodyPr wrap="square" lIns="91440" tIns="45720" rIns="91440" bIns="45720" anchor="ctr">
            <a:noAutofit/>
          </a:bodyPr>
          <a:lstStyle/>
          <a:p>
            <a:pPr algn="ctr"/>
            <a:r>
              <a:rPr lang="en-US" altLang="zh-CN" b="1" dirty="0">
                <a:latin typeface="Arial Narrow" panose="020B0606020202030204" pitchFamily="34" charset="0"/>
              </a:rPr>
              <a:t>3</a:t>
            </a:r>
            <a:endParaRPr lang="zh-CN" altLang="en-US" b="1" dirty="0">
              <a:latin typeface="Arial Narrow" panose="020B0606020202030204" pitchFamily="34" charset="0"/>
            </a:endParaRPr>
          </a:p>
        </p:txBody>
      </p:sp>
      <p:sp>
        <p:nvSpPr>
          <p:cNvPr id="171" name="文本框 170">
            <a:extLst>
              <a:ext uri="{FF2B5EF4-FFF2-40B4-BE49-F238E27FC236}">
                <a16:creationId xmlns:a16="http://schemas.microsoft.com/office/drawing/2014/main" id="{5198A80A-F9E0-4C7D-AEED-79A95B2CD177}"/>
              </a:ext>
            </a:extLst>
          </p:cNvPr>
          <p:cNvSpPr txBox="1"/>
          <p:nvPr/>
        </p:nvSpPr>
        <p:spPr>
          <a:xfrm>
            <a:off x="185301" y="3872041"/>
            <a:ext cx="2078043" cy="369332"/>
          </a:xfrm>
          <a:prstGeom prst="rect">
            <a:avLst/>
          </a:prstGeom>
          <a:noFill/>
        </p:spPr>
        <p:txBody>
          <a:bodyPr wrap="square">
            <a:spAutoFit/>
          </a:bodyPr>
          <a:lstStyle/>
          <a:p>
            <a:pPr algn="ctr"/>
            <a:r>
              <a:rPr lang="en-US" altLang="zh-CN" b="1" dirty="0">
                <a:latin typeface="Arial Narrow" panose="020B0606020202030204" pitchFamily="34" charset="0"/>
              </a:rPr>
              <a:t>00-e1-d5-00-23-a1</a:t>
            </a:r>
            <a:endParaRPr lang="zh-CN" altLang="en-US" dirty="0"/>
          </a:p>
        </p:txBody>
      </p:sp>
      <p:sp>
        <p:nvSpPr>
          <p:cNvPr id="172" name="文本框 171">
            <a:extLst>
              <a:ext uri="{FF2B5EF4-FFF2-40B4-BE49-F238E27FC236}">
                <a16:creationId xmlns:a16="http://schemas.microsoft.com/office/drawing/2014/main" id="{452AE955-1525-43A2-BFEF-FD490FEBCCE1}"/>
              </a:ext>
            </a:extLst>
          </p:cNvPr>
          <p:cNvSpPr txBox="1"/>
          <p:nvPr/>
        </p:nvSpPr>
        <p:spPr>
          <a:xfrm>
            <a:off x="4215636" y="3872041"/>
            <a:ext cx="2078043" cy="369332"/>
          </a:xfrm>
          <a:prstGeom prst="rect">
            <a:avLst/>
          </a:prstGeom>
          <a:noFill/>
        </p:spPr>
        <p:txBody>
          <a:bodyPr wrap="square">
            <a:spAutoFit/>
          </a:bodyPr>
          <a:lstStyle/>
          <a:p>
            <a:pPr algn="ctr"/>
            <a:r>
              <a:rPr lang="en-US" altLang="zh-CN" b="1" dirty="0">
                <a:latin typeface="Arial Narrow" panose="020B0606020202030204" pitchFamily="34" charset="0"/>
              </a:rPr>
              <a:t>00-e1-d5-00-23-c1</a:t>
            </a:r>
            <a:endParaRPr lang="zh-CN" altLang="en-US" dirty="0"/>
          </a:p>
        </p:txBody>
      </p:sp>
      <p:sp>
        <p:nvSpPr>
          <p:cNvPr id="173" name="文本框 172">
            <a:extLst>
              <a:ext uri="{FF2B5EF4-FFF2-40B4-BE49-F238E27FC236}">
                <a16:creationId xmlns:a16="http://schemas.microsoft.com/office/drawing/2014/main" id="{C09FD4FE-21F0-4628-9773-AB55AA6F3509}"/>
              </a:ext>
            </a:extLst>
          </p:cNvPr>
          <p:cNvSpPr txBox="1"/>
          <p:nvPr/>
        </p:nvSpPr>
        <p:spPr>
          <a:xfrm>
            <a:off x="3143481" y="4928527"/>
            <a:ext cx="2078043" cy="369332"/>
          </a:xfrm>
          <a:prstGeom prst="rect">
            <a:avLst/>
          </a:prstGeom>
          <a:noFill/>
        </p:spPr>
        <p:txBody>
          <a:bodyPr wrap="square">
            <a:spAutoFit/>
          </a:bodyPr>
          <a:lstStyle/>
          <a:p>
            <a:pPr algn="ctr"/>
            <a:r>
              <a:rPr lang="en-US" altLang="zh-CN" b="1" dirty="0">
                <a:latin typeface="Arial Narrow" panose="020B0606020202030204" pitchFamily="34" charset="0"/>
              </a:rPr>
              <a:t>00-e1-d5-00-23-b1</a:t>
            </a:r>
            <a:endParaRPr lang="zh-CN" altLang="en-US" dirty="0"/>
          </a:p>
        </p:txBody>
      </p:sp>
      <p:graphicFrame>
        <p:nvGraphicFramePr>
          <p:cNvPr id="24" name="表格 24">
            <a:extLst>
              <a:ext uri="{FF2B5EF4-FFF2-40B4-BE49-F238E27FC236}">
                <a16:creationId xmlns:a16="http://schemas.microsoft.com/office/drawing/2014/main" id="{CDC24889-FBDA-4406-A523-97BE775BF34F}"/>
              </a:ext>
            </a:extLst>
          </p:cNvPr>
          <p:cNvGraphicFramePr>
            <a:graphicFrameLocks noGrp="1"/>
          </p:cNvGraphicFramePr>
          <p:nvPr/>
        </p:nvGraphicFramePr>
        <p:xfrm>
          <a:off x="6577977" y="3364562"/>
          <a:ext cx="4477782" cy="1483360"/>
        </p:xfrm>
        <a:graphic>
          <a:graphicData uri="http://schemas.openxmlformats.org/drawingml/2006/table">
            <a:tbl>
              <a:tblPr firstRow="1" bandRow="1">
                <a:tableStyleId>{5C22544A-7EE6-4342-B048-85BDC9FD1C3A}</a:tableStyleId>
              </a:tblPr>
              <a:tblGrid>
                <a:gridCol w="3013355">
                  <a:extLst>
                    <a:ext uri="{9D8B030D-6E8A-4147-A177-3AD203B41FA5}">
                      <a16:colId xmlns:a16="http://schemas.microsoft.com/office/drawing/2014/main" val="2713634541"/>
                    </a:ext>
                  </a:extLst>
                </a:gridCol>
                <a:gridCol w="1464427">
                  <a:extLst>
                    <a:ext uri="{9D8B030D-6E8A-4147-A177-3AD203B41FA5}">
                      <a16:colId xmlns:a16="http://schemas.microsoft.com/office/drawing/2014/main" val="2892807485"/>
                    </a:ext>
                  </a:extLst>
                </a:gridCol>
              </a:tblGrid>
              <a:tr h="370840">
                <a:tc>
                  <a:txBody>
                    <a:bodyPr/>
                    <a:lstStyle/>
                    <a:p>
                      <a:pPr algn="ctr"/>
                      <a:r>
                        <a:rPr lang="zh-CN" altLang="en-US" b="1" dirty="0">
                          <a:solidFill>
                            <a:schemeClr val="tx1"/>
                          </a:solidFill>
                        </a:rPr>
                        <a:t>目的地址</a:t>
                      </a: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algn="ctr"/>
                      <a:r>
                        <a:rPr lang="zh-CN" altLang="en-US" b="1" dirty="0">
                          <a:solidFill>
                            <a:schemeClr val="tx1"/>
                          </a:solidFill>
                        </a:rPr>
                        <a:t>端口</a:t>
                      </a: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extLst>
                  <a:ext uri="{0D108BD9-81ED-4DB2-BD59-A6C34878D82A}">
                    <a16:rowId xmlns:a16="http://schemas.microsoft.com/office/drawing/2014/main" val="793136129"/>
                  </a:ext>
                </a:extLst>
              </a:tr>
              <a:tr h="370840">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altLang="zh-CN" b="1" dirty="0">
                          <a:latin typeface="Arial Narrow" panose="020B0606020202030204" pitchFamily="34" charset="0"/>
                        </a:rPr>
                        <a:t>00-e1-d5-00-23-b1</a:t>
                      </a:r>
                      <a:endParaRPr lang="zh-CN" altLang="en-US" dirty="0"/>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algn="ctr"/>
                      <a:r>
                        <a:rPr lang="en-US" altLang="zh-CN" b="1" dirty="0">
                          <a:solidFill>
                            <a:schemeClr val="tx1"/>
                          </a:solidFill>
                        </a:rPr>
                        <a:t>2</a:t>
                      </a:r>
                      <a:endParaRPr lang="zh-CN" altLang="en-US" b="1" dirty="0">
                        <a:solidFill>
                          <a:schemeClr val="tx1"/>
                        </a:solidFill>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extLst>
                  <a:ext uri="{0D108BD9-81ED-4DB2-BD59-A6C34878D82A}">
                    <a16:rowId xmlns:a16="http://schemas.microsoft.com/office/drawing/2014/main" val="529624903"/>
                  </a:ext>
                </a:extLst>
              </a:tr>
              <a:tr h="370840">
                <a:tc>
                  <a:txBody>
                    <a:bodyPr/>
                    <a:lstStyle/>
                    <a:p>
                      <a:pPr algn="ctr"/>
                      <a:endParaRPr lang="zh-CN" altLang="en-US" b="1">
                        <a:solidFill>
                          <a:schemeClr val="tx1"/>
                        </a:solidFill>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algn="ctr"/>
                      <a:endParaRPr lang="zh-CN" altLang="en-US" b="1" dirty="0">
                        <a:solidFill>
                          <a:schemeClr val="tx1"/>
                        </a:solidFill>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extLst>
                  <a:ext uri="{0D108BD9-81ED-4DB2-BD59-A6C34878D82A}">
                    <a16:rowId xmlns:a16="http://schemas.microsoft.com/office/drawing/2014/main" val="631672874"/>
                  </a:ext>
                </a:extLst>
              </a:tr>
              <a:tr h="370840">
                <a:tc>
                  <a:txBody>
                    <a:bodyPr/>
                    <a:lstStyle/>
                    <a:p>
                      <a:pPr algn="ctr"/>
                      <a:endParaRPr lang="zh-CN" altLang="en-US" b="1">
                        <a:solidFill>
                          <a:schemeClr val="tx1"/>
                        </a:solidFill>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algn="ctr"/>
                      <a:endParaRPr lang="zh-CN" altLang="en-US" b="1" dirty="0">
                        <a:solidFill>
                          <a:schemeClr val="tx1"/>
                        </a:solidFill>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extLst>
                  <a:ext uri="{0D108BD9-81ED-4DB2-BD59-A6C34878D82A}">
                    <a16:rowId xmlns:a16="http://schemas.microsoft.com/office/drawing/2014/main" val="2784333398"/>
                  </a:ext>
                </a:extLst>
              </a:tr>
            </a:tbl>
          </a:graphicData>
        </a:graphic>
      </p:graphicFrame>
      <p:sp>
        <p:nvSpPr>
          <p:cNvPr id="174" name="íşlïḍè">
            <a:extLst>
              <a:ext uri="{FF2B5EF4-FFF2-40B4-BE49-F238E27FC236}">
                <a16:creationId xmlns:a16="http://schemas.microsoft.com/office/drawing/2014/main" id="{68C318E3-61EF-4CBD-A3D1-A845D378FEC4}"/>
              </a:ext>
            </a:extLst>
          </p:cNvPr>
          <p:cNvSpPr txBox="1"/>
          <p:nvPr/>
        </p:nvSpPr>
        <p:spPr>
          <a:xfrm>
            <a:off x="6024159" y="1749102"/>
            <a:ext cx="472985" cy="419569"/>
          </a:xfrm>
          <a:prstGeom prst="rect">
            <a:avLst/>
          </a:prstGeom>
          <a:noFill/>
        </p:spPr>
        <p:txBody>
          <a:bodyPr wrap="square" lIns="91440" tIns="45720" rIns="91440" bIns="45720" anchor="ctr">
            <a:noAutofit/>
          </a:bodyPr>
          <a:lstStyle/>
          <a:p>
            <a:pPr algn="ctr"/>
            <a:r>
              <a:rPr lang="en-US" altLang="zh-CN" sz="2800" b="1" dirty="0">
                <a:solidFill>
                  <a:schemeClr val="accent1">
                    <a:lumMod val="75000"/>
                  </a:schemeClr>
                </a:solidFill>
                <a:latin typeface="Arial Black" panose="020B0A04020102020204" pitchFamily="34" charset="0"/>
              </a:rPr>
              <a:t>B</a:t>
            </a:r>
            <a:endParaRPr lang="zh-CN" altLang="en-US" sz="2800" b="1" dirty="0">
              <a:solidFill>
                <a:schemeClr val="accent1">
                  <a:lumMod val="75000"/>
                </a:schemeClr>
              </a:solidFill>
              <a:latin typeface="Arial Black" panose="020B0A04020102020204" pitchFamily="34" charset="0"/>
            </a:endParaRPr>
          </a:p>
        </p:txBody>
      </p:sp>
      <p:sp>
        <p:nvSpPr>
          <p:cNvPr id="175" name="íşlïḍè">
            <a:extLst>
              <a:ext uri="{FF2B5EF4-FFF2-40B4-BE49-F238E27FC236}">
                <a16:creationId xmlns:a16="http://schemas.microsoft.com/office/drawing/2014/main" id="{C1614AF6-A49D-4F33-BE8B-57CE28597426}"/>
              </a:ext>
            </a:extLst>
          </p:cNvPr>
          <p:cNvSpPr txBox="1"/>
          <p:nvPr/>
        </p:nvSpPr>
        <p:spPr>
          <a:xfrm>
            <a:off x="742234" y="5390660"/>
            <a:ext cx="718734" cy="419569"/>
          </a:xfrm>
          <a:prstGeom prst="rect">
            <a:avLst/>
          </a:prstGeom>
          <a:noFill/>
        </p:spPr>
        <p:txBody>
          <a:bodyPr wrap="square" lIns="91440" tIns="45720" rIns="91440" bIns="45720" anchor="ctr">
            <a:noAutofit/>
          </a:bodyPr>
          <a:lstStyle/>
          <a:p>
            <a:r>
              <a:rPr lang="zh-CN" altLang="en-US" b="1" dirty="0">
                <a:latin typeface="Arial Narrow" panose="020B0606020202030204" pitchFamily="34" charset="0"/>
              </a:rPr>
              <a:t>解析</a:t>
            </a:r>
          </a:p>
        </p:txBody>
      </p:sp>
      <p:cxnSp>
        <p:nvCxnSpPr>
          <p:cNvPr id="6" name="连接符: 曲线 5">
            <a:extLst>
              <a:ext uri="{FF2B5EF4-FFF2-40B4-BE49-F238E27FC236}">
                <a16:creationId xmlns:a16="http://schemas.microsoft.com/office/drawing/2014/main" id="{CC6D807D-D5EB-41D3-864F-42DC453F096D}"/>
              </a:ext>
            </a:extLst>
          </p:cNvPr>
          <p:cNvCxnSpPr>
            <a:cxnSpLocks/>
            <a:stCxn id="164" idx="0"/>
            <a:endCxn id="162" idx="0"/>
          </p:cNvCxnSpPr>
          <p:nvPr/>
        </p:nvCxnSpPr>
        <p:spPr>
          <a:xfrm rot="16200000" flipV="1">
            <a:off x="3116489" y="1041946"/>
            <a:ext cx="12700" cy="4276338"/>
          </a:xfrm>
          <a:prstGeom prst="curvedConnector3">
            <a:avLst>
              <a:gd name="adj1" fmla="val 3094961"/>
            </a:avLst>
          </a:prstGeom>
          <a:ln w="25400">
            <a:solidFill>
              <a:schemeClr val="accent3"/>
            </a:solidFill>
            <a:prstDash val="dash"/>
            <a:tailEnd type="triangle" w="med" len="lg"/>
          </a:ln>
        </p:spPr>
        <p:style>
          <a:lnRef idx="1">
            <a:schemeClr val="accent1"/>
          </a:lnRef>
          <a:fillRef idx="0">
            <a:schemeClr val="accent1"/>
          </a:fillRef>
          <a:effectRef idx="0">
            <a:schemeClr val="accent1"/>
          </a:effectRef>
          <a:fontRef idx="minor">
            <a:schemeClr val="tx1"/>
          </a:fontRef>
        </p:style>
      </p:cxnSp>
      <p:sp>
        <p:nvSpPr>
          <p:cNvPr id="35" name="文本框 34">
            <a:extLst>
              <a:ext uri="{FF2B5EF4-FFF2-40B4-BE49-F238E27FC236}">
                <a16:creationId xmlns:a16="http://schemas.microsoft.com/office/drawing/2014/main" id="{A1508F2F-CFBF-440C-9D12-655D1347DC25}"/>
              </a:ext>
            </a:extLst>
          </p:cNvPr>
          <p:cNvSpPr txBox="1"/>
          <p:nvPr/>
        </p:nvSpPr>
        <p:spPr>
          <a:xfrm>
            <a:off x="7043301" y="4106242"/>
            <a:ext cx="2078043" cy="369332"/>
          </a:xfrm>
          <a:prstGeom prst="rect">
            <a:avLst/>
          </a:prstGeom>
          <a:noFill/>
        </p:spPr>
        <p:txBody>
          <a:bodyPr wrap="square">
            <a:spAutoFit/>
          </a:bodyPr>
          <a:lstStyle/>
          <a:p>
            <a:pPr algn="ctr"/>
            <a:r>
              <a:rPr lang="en-US" altLang="zh-CN" b="1" dirty="0">
                <a:latin typeface="Arial Narrow" panose="020B0606020202030204" pitchFamily="34" charset="0"/>
              </a:rPr>
              <a:t>00-e1-d5-00-23-a1</a:t>
            </a:r>
            <a:endParaRPr lang="zh-CN" altLang="en-US" dirty="0"/>
          </a:p>
        </p:txBody>
      </p:sp>
      <p:sp>
        <p:nvSpPr>
          <p:cNvPr id="32" name="íşlïḍè">
            <a:extLst>
              <a:ext uri="{FF2B5EF4-FFF2-40B4-BE49-F238E27FC236}">
                <a16:creationId xmlns:a16="http://schemas.microsoft.com/office/drawing/2014/main" id="{B22437D3-EC39-4E31-8B3D-4AFEFFCC3A49}"/>
              </a:ext>
            </a:extLst>
          </p:cNvPr>
          <p:cNvSpPr txBox="1"/>
          <p:nvPr/>
        </p:nvSpPr>
        <p:spPr>
          <a:xfrm>
            <a:off x="10180097" y="4127772"/>
            <a:ext cx="275343" cy="326271"/>
          </a:xfrm>
          <a:prstGeom prst="rect">
            <a:avLst/>
          </a:prstGeom>
          <a:noFill/>
        </p:spPr>
        <p:txBody>
          <a:bodyPr wrap="square" lIns="91440" tIns="45720" rIns="91440" bIns="45720" anchor="ctr">
            <a:noAutofit/>
          </a:bodyPr>
          <a:lstStyle/>
          <a:p>
            <a:pPr algn="ctr"/>
            <a:r>
              <a:rPr lang="en-US" altLang="zh-CN" b="1" dirty="0">
                <a:latin typeface="Arial Narrow" panose="020B0606020202030204" pitchFamily="34" charset="0"/>
              </a:rPr>
              <a:t>1</a:t>
            </a:r>
            <a:endParaRPr lang="zh-CN" altLang="en-US" b="1" dirty="0">
              <a:latin typeface="Arial Narrow" panose="020B0606020202030204" pitchFamily="34" charset="0"/>
            </a:endParaRPr>
          </a:p>
        </p:txBody>
      </p:sp>
      <p:sp>
        <p:nvSpPr>
          <p:cNvPr id="46" name="íşlïḍè">
            <a:extLst>
              <a:ext uri="{FF2B5EF4-FFF2-40B4-BE49-F238E27FC236}">
                <a16:creationId xmlns:a16="http://schemas.microsoft.com/office/drawing/2014/main" id="{B59EB9ED-B413-4FA5-A617-B67BDB9ED8D7}"/>
              </a:ext>
            </a:extLst>
          </p:cNvPr>
          <p:cNvSpPr txBox="1"/>
          <p:nvPr/>
        </p:nvSpPr>
        <p:spPr>
          <a:xfrm>
            <a:off x="1880700" y="5631212"/>
            <a:ext cx="3491445" cy="419569"/>
          </a:xfrm>
          <a:prstGeom prst="rect">
            <a:avLst/>
          </a:prstGeom>
          <a:noFill/>
        </p:spPr>
        <p:txBody>
          <a:bodyPr wrap="square" lIns="91440" tIns="45720" rIns="91440" bIns="45720" anchor="ctr">
            <a:noAutofit/>
          </a:bodyPr>
          <a:lstStyle/>
          <a:p>
            <a:r>
              <a:rPr lang="zh-CN" altLang="en-US" b="1" dirty="0">
                <a:latin typeface="Arial Narrow" panose="020B0606020202030204" pitchFamily="34" charset="0"/>
              </a:rPr>
              <a:t>交换机转发数据帧的端口为</a:t>
            </a:r>
            <a:r>
              <a:rPr lang="en-US" altLang="zh-CN" b="1" dirty="0">
                <a:latin typeface="Arial Narrow" panose="020B0606020202030204" pitchFamily="34" charset="0"/>
              </a:rPr>
              <a:t>{2</a:t>
            </a:r>
            <a:r>
              <a:rPr lang="zh-CN" altLang="en-US" b="1" dirty="0">
                <a:latin typeface="Arial Narrow" panose="020B0606020202030204" pitchFamily="34" charset="0"/>
              </a:rPr>
              <a:t>，</a:t>
            </a:r>
            <a:r>
              <a:rPr lang="en-US" altLang="zh-CN" b="1" dirty="0">
                <a:latin typeface="Arial Narrow" panose="020B0606020202030204" pitchFamily="34" charset="0"/>
              </a:rPr>
              <a:t>3}</a:t>
            </a:r>
            <a:endParaRPr lang="zh-CN" altLang="en-US" b="1" dirty="0">
              <a:latin typeface="Arial Narrow" panose="020B0606020202030204" pitchFamily="34" charset="0"/>
            </a:endParaRPr>
          </a:p>
        </p:txBody>
      </p:sp>
      <p:cxnSp>
        <p:nvCxnSpPr>
          <p:cNvPr id="42" name="直接箭头连接符 41">
            <a:extLst>
              <a:ext uri="{FF2B5EF4-FFF2-40B4-BE49-F238E27FC236}">
                <a16:creationId xmlns:a16="http://schemas.microsoft.com/office/drawing/2014/main" id="{392B230C-AF7A-468E-847F-8405EE56D041}"/>
              </a:ext>
            </a:extLst>
          </p:cNvPr>
          <p:cNvCxnSpPr>
            <a:cxnSpLocks/>
          </p:cNvCxnSpPr>
          <p:nvPr/>
        </p:nvCxnSpPr>
        <p:spPr>
          <a:xfrm flipH="1">
            <a:off x="3634906" y="3514361"/>
            <a:ext cx="1161459" cy="0"/>
          </a:xfrm>
          <a:prstGeom prst="straightConnector1">
            <a:avLst/>
          </a:prstGeom>
          <a:ln w="38100">
            <a:solidFill>
              <a:schemeClr val="accent3"/>
            </a:solidFill>
            <a:tailEnd type="triangle"/>
          </a:ln>
        </p:spPr>
        <p:style>
          <a:lnRef idx="1">
            <a:schemeClr val="accent1"/>
          </a:lnRef>
          <a:fillRef idx="0">
            <a:schemeClr val="accent1"/>
          </a:fillRef>
          <a:effectRef idx="0">
            <a:schemeClr val="accent1"/>
          </a:effectRef>
          <a:fontRef idx="minor">
            <a:schemeClr val="tx1"/>
          </a:fontRef>
        </p:style>
      </p:cxnSp>
      <p:sp>
        <p:nvSpPr>
          <p:cNvPr id="44" name="文本框 43">
            <a:extLst>
              <a:ext uri="{FF2B5EF4-FFF2-40B4-BE49-F238E27FC236}">
                <a16:creationId xmlns:a16="http://schemas.microsoft.com/office/drawing/2014/main" id="{2948D3E2-CA72-49B3-B219-4BA058BEA045}"/>
              </a:ext>
            </a:extLst>
          </p:cNvPr>
          <p:cNvSpPr txBox="1"/>
          <p:nvPr/>
        </p:nvSpPr>
        <p:spPr>
          <a:xfrm>
            <a:off x="7043300" y="4478590"/>
            <a:ext cx="2078043" cy="369332"/>
          </a:xfrm>
          <a:prstGeom prst="rect">
            <a:avLst/>
          </a:prstGeom>
          <a:noFill/>
        </p:spPr>
        <p:txBody>
          <a:bodyPr wrap="square">
            <a:spAutoFit/>
          </a:bodyPr>
          <a:lstStyle/>
          <a:p>
            <a:pPr algn="ctr"/>
            <a:r>
              <a:rPr lang="en-US" altLang="zh-CN" b="1" dirty="0">
                <a:latin typeface="Arial Narrow" panose="020B0606020202030204" pitchFamily="34" charset="0"/>
              </a:rPr>
              <a:t>00-e1-d5-00-23-c1</a:t>
            </a:r>
            <a:endParaRPr lang="zh-CN" altLang="en-US" dirty="0"/>
          </a:p>
        </p:txBody>
      </p:sp>
      <p:cxnSp>
        <p:nvCxnSpPr>
          <p:cNvPr id="14" name="直接箭头连接符 13">
            <a:extLst>
              <a:ext uri="{FF2B5EF4-FFF2-40B4-BE49-F238E27FC236}">
                <a16:creationId xmlns:a16="http://schemas.microsoft.com/office/drawing/2014/main" id="{64A3CF6F-8191-4CB0-82A8-A13F3DA193BC}"/>
              </a:ext>
            </a:extLst>
          </p:cNvPr>
          <p:cNvCxnSpPr/>
          <p:nvPr/>
        </p:nvCxnSpPr>
        <p:spPr>
          <a:xfrm>
            <a:off x="6024159" y="4106242"/>
            <a:ext cx="1218678" cy="589250"/>
          </a:xfrm>
          <a:prstGeom prst="straightConnector1">
            <a:avLst/>
          </a:prstGeom>
          <a:ln w="25400">
            <a:solidFill>
              <a:schemeClr val="accent1">
                <a:lumMod val="75000"/>
              </a:schemeClr>
            </a:solidFill>
            <a:prstDash val="dash"/>
            <a:tailEnd type="triangle" w="med" len="lg"/>
          </a:ln>
        </p:spPr>
        <p:style>
          <a:lnRef idx="1">
            <a:schemeClr val="accent1"/>
          </a:lnRef>
          <a:fillRef idx="0">
            <a:schemeClr val="accent1"/>
          </a:fillRef>
          <a:effectRef idx="0">
            <a:schemeClr val="accent1"/>
          </a:effectRef>
          <a:fontRef idx="minor">
            <a:schemeClr val="tx1"/>
          </a:fontRef>
        </p:style>
      </p:cxnSp>
      <p:sp>
        <p:nvSpPr>
          <p:cNvPr id="47" name="íşlïḍè">
            <a:extLst>
              <a:ext uri="{FF2B5EF4-FFF2-40B4-BE49-F238E27FC236}">
                <a16:creationId xmlns:a16="http://schemas.microsoft.com/office/drawing/2014/main" id="{49F3EE09-3627-4215-964D-D71A823B0F23}"/>
              </a:ext>
            </a:extLst>
          </p:cNvPr>
          <p:cNvSpPr txBox="1"/>
          <p:nvPr/>
        </p:nvSpPr>
        <p:spPr>
          <a:xfrm>
            <a:off x="10180097" y="4500120"/>
            <a:ext cx="275343" cy="326271"/>
          </a:xfrm>
          <a:prstGeom prst="rect">
            <a:avLst/>
          </a:prstGeom>
          <a:noFill/>
        </p:spPr>
        <p:txBody>
          <a:bodyPr wrap="square" lIns="91440" tIns="45720" rIns="91440" bIns="45720" anchor="ctr">
            <a:noAutofit/>
          </a:bodyPr>
          <a:lstStyle/>
          <a:p>
            <a:pPr algn="ctr"/>
            <a:r>
              <a:rPr lang="en-US" altLang="zh-CN" b="1" dirty="0">
                <a:latin typeface="Arial Narrow" panose="020B0606020202030204" pitchFamily="34" charset="0"/>
              </a:rPr>
              <a:t>3</a:t>
            </a:r>
            <a:endParaRPr lang="zh-CN" altLang="en-US" b="1" dirty="0">
              <a:latin typeface="Arial Narrow" panose="020B0606020202030204" pitchFamily="34" charset="0"/>
            </a:endParaRPr>
          </a:p>
        </p:txBody>
      </p:sp>
      <p:cxnSp>
        <p:nvCxnSpPr>
          <p:cNvPr id="16" name="连接符: 曲线 15">
            <a:extLst>
              <a:ext uri="{FF2B5EF4-FFF2-40B4-BE49-F238E27FC236}">
                <a16:creationId xmlns:a16="http://schemas.microsoft.com/office/drawing/2014/main" id="{65564BD8-F23D-4300-977C-8C4C54343566}"/>
              </a:ext>
            </a:extLst>
          </p:cNvPr>
          <p:cNvCxnSpPr>
            <a:stCxn id="170" idx="2"/>
            <a:endCxn id="47" idx="2"/>
          </p:cNvCxnSpPr>
          <p:nvPr/>
        </p:nvCxnSpPr>
        <p:spPr>
          <a:xfrm rot="16200000" flipH="1">
            <a:off x="6335481" y="844103"/>
            <a:ext cx="1135558" cy="6829017"/>
          </a:xfrm>
          <a:prstGeom prst="curvedConnector3">
            <a:avLst>
              <a:gd name="adj1" fmla="val 137184"/>
            </a:avLst>
          </a:prstGeom>
          <a:ln w="25400">
            <a:solidFill>
              <a:schemeClr val="accent1">
                <a:lumMod val="75000"/>
              </a:schemeClr>
            </a:solidFill>
            <a:prstDash val="dash"/>
            <a:tailEnd type="triangle" w="med" len="lg"/>
          </a:ln>
        </p:spPr>
        <p:style>
          <a:lnRef idx="1">
            <a:schemeClr val="accent1"/>
          </a:lnRef>
          <a:fillRef idx="0">
            <a:schemeClr val="accent1"/>
          </a:fillRef>
          <a:effectRef idx="0">
            <a:schemeClr val="accent1"/>
          </a:effectRef>
          <a:fontRef idx="minor">
            <a:schemeClr val="tx1"/>
          </a:fontRef>
        </p:style>
      </p:cxnSp>
      <p:sp>
        <p:nvSpPr>
          <p:cNvPr id="36" name="平行四边形 35">
            <a:extLst>
              <a:ext uri="{FF2B5EF4-FFF2-40B4-BE49-F238E27FC236}">
                <a16:creationId xmlns:a16="http://schemas.microsoft.com/office/drawing/2014/main" id="{F770DD58-9992-6750-A328-B8E225C91A57}"/>
              </a:ext>
            </a:extLst>
          </p:cNvPr>
          <p:cNvSpPr/>
          <p:nvPr/>
        </p:nvSpPr>
        <p:spPr>
          <a:xfrm>
            <a:off x="304800" y="749300"/>
            <a:ext cx="675384" cy="387090"/>
          </a:xfrm>
          <a:prstGeom prst="parallelogram">
            <a:avLst/>
          </a:prstGeom>
          <a:solidFill>
            <a:schemeClr val="accent3">
              <a:lumMod val="75000"/>
            </a:schemeClr>
          </a:solidFill>
          <a:ln>
            <a:solidFill>
              <a:schemeClr val="accent3">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CN" sz="2200" dirty="0">
                <a:latin typeface="Impact" panose="020B0806030902050204" pitchFamily="34" charset="0"/>
              </a:rPr>
              <a:t>02</a:t>
            </a:r>
            <a:endParaRPr lang="zh-CN" altLang="en-US" sz="2200" dirty="0">
              <a:latin typeface="Impact" panose="020B0806030902050204" pitchFamily="34" charset="0"/>
            </a:endParaRPr>
          </a:p>
        </p:txBody>
      </p:sp>
    </p:spTree>
    <p:custDataLst>
      <p:tags r:id="rId1"/>
    </p:custDataLst>
    <p:extLst>
      <p:ext uri="{BB962C8B-B14F-4D97-AF65-F5344CB8AC3E}">
        <p14:creationId xmlns:p14="http://schemas.microsoft.com/office/powerpoint/2010/main" val="223454551"/>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2" presetClass="entr" presetSubtype="2" fill="hold" nodeType="withEffect">
                                  <p:stCondLst>
                                    <p:cond delay="0"/>
                                  </p:stCondLst>
                                  <p:childTnLst>
                                    <p:set>
                                      <p:cBhvr>
                                        <p:cTn id="6" dur="1" fill="hold">
                                          <p:stCondLst>
                                            <p:cond delay="0"/>
                                          </p:stCondLst>
                                        </p:cTn>
                                        <p:tgtEl>
                                          <p:spTgt spid="6"/>
                                        </p:tgtEl>
                                        <p:attrNameLst>
                                          <p:attrName>style.visibility</p:attrName>
                                        </p:attrNameLst>
                                      </p:cBhvr>
                                      <p:to>
                                        <p:strVal val="visible"/>
                                      </p:to>
                                    </p:set>
                                    <p:animEffect transition="in" filter="wipe(right)">
                                      <p:cBhvr>
                                        <p:cTn id="7" dur="1000"/>
                                        <p:tgtEl>
                                          <p:spTgt spid="6"/>
                                        </p:tgtEl>
                                      </p:cBhvr>
                                    </p:animEffect>
                                  </p:childTnLst>
                                </p:cTn>
                              </p:par>
                            </p:childTnLst>
                          </p:cTn>
                        </p:par>
                      </p:childTnLst>
                    </p:cTn>
                  </p:par>
                  <p:par>
                    <p:cTn id="8" fill="hold">
                      <p:stCondLst>
                        <p:cond delay="indefinite"/>
                      </p:stCondLst>
                      <p:childTnLst>
                        <p:par>
                          <p:cTn id="9" fill="hold">
                            <p:stCondLst>
                              <p:cond delay="0"/>
                            </p:stCondLst>
                            <p:childTnLst>
                              <p:par>
                                <p:cTn id="10" presetID="12" presetClass="entr" presetSubtype="2" fill="hold" nodeType="clickEffect">
                                  <p:stCondLst>
                                    <p:cond delay="0"/>
                                  </p:stCondLst>
                                  <p:childTnLst>
                                    <p:set>
                                      <p:cBhvr>
                                        <p:cTn id="11" dur="1" fill="hold">
                                          <p:stCondLst>
                                            <p:cond delay="0"/>
                                          </p:stCondLst>
                                        </p:cTn>
                                        <p:tgtEl>
                                          <p:spTgt spid="42"/>
                                        </p:tgtEl>
                                        <p:attrNameLst>
                                          <p:attrName>style.visibility</p:attrName>
                                        </p:attrNameLst>
                                      </p:cBhvr>
                                      <p:to>
                                        <p:strVal val="visible"/>
                                      </p:to>
                                    </p:set>
                                    <p:anim calcmode="lin" valueType="num">
                                      <p:cBhvr additive="base">
                                        <p:cTn id="12" dur="500"/>
                                        <p:tgtEl>
                                          <p:spTgt spid="42"/>
                                        </p:tgtEl>
                                        <p:attrNameLst>
                                          <p:attrName>ppt_x</p:attrName>
                                        </p:attrNameLst>
                                      </p:cBhvr>
                                      <p:tavLst>
                                        <p:tav tm="0">
                                          <p:val>
                                            <p:strVal val="#ppt_x+#ppt_w*1.125000"/>
                                          </p:val>
                                        </p:tav>
                                        <p:tav tm="100000">
                                          <p:val>
                                            <p:strVal val="#ppt_x"/>
                                          </p:val>
                                        </p:tav>
                                      </p:tavLst>
                                    </p:anim>
                                    <p:animEffect transition="in" filter="wipe(left)">
                                      <p:cBhvr>
                                        <p:cTn id="13" dur="500"/>
                                        <p:tgtEl>
                                          <p:spTgt spid="42"/>
                                        </p:tgtEl>
                                      </p:cBhvr>
                                    </p:animEffect>
                                  </p:childTnLst>
                                </p:cTn>
                              </p:par>
                            </p:childTnLst>
                          </p:cTn>
                        </p:par>
                      </p:childTnLst>
                    </p:cTn>
                  </p:par>
                  <p:par>
                    <p:cTn id="14" fill="hold">
                      <p:stCondLst>
                        <p:cond delay="indefinite"/>
                      </p:stCondLst>
                      <p:childTnLst>
                        <p:par>
                          <p:cTn id="15" fill="hold">
                            <p:stCondLst>
                              <p:cond delay="0"/>
                            </p:stCondLst>
                            <p:childTnLst>
                              <p:par>
                                <p:cTn id="16" presetID="22" presetClass="entr" presetSubtype="8" fill="hold" nodeType="clickEffect">
                                  <p:stCondLst>
                                    <p:cond delay="0"/>
                                  </p:stCondLst>
                                  <p:childTnLst>
                                    <p:set>
                                      <p:cBhvr>
                                        <p:cTn id="17" dur="1" fill="hold">
                                          <p:stCondLst>
                                            <p:cond delay="0"/>
                                          </p:stCondLst>
                                        </p:cTn>
                                        <p:tgtEl>
                                          <p:spTgt spid="14"/>
                                        </p:tgtEl>
                                        <p:attrNameLst>
                                          <p:attrName>style.visibility</p:attrName>
                                        </p:attrNameLst>
                                      </p:cBhvr>
                                      <p:to>
                                        <p:strVal val="visible"/>
                                      </p:to>
                                    </p:set>
                                    <p:animEffect transition="in" filter="wipe(left)">
                                      <p:cBhvr>
                                        <p:cTn id="18" dur="500"/>
                                        <p:tgtEl>
                                          <p:spTgt spid="14"/>
                                        </p:tgtEl>
                                      </p:cBhvr>
                                    </p:animEffect>
                                  </p:childTnLst>
                                </p:cTn>
                              </p:par>
                            </p:childTnLst>
                          </p:cTn>
                        </p:par>
                        <p:par>
                          <p:cTn id="19" fill="hold">
                            <p:stCondLst>
                              <p:cond delay="500"/>
                            </p:stCondLst>
                            <p:childTnLst>
                              <p:par>
                                <p:cTn id="20" presetID="1" presetClass="entr" presetSubtype="0" fill="hold" grpId="0" nodeType="afterEffect">
                                  <p:stCondLst>
                                    <p:cond delay="0"/>
                                  </p:stCondLst>
                                  <p:iterate type="lt">
                                    <p:tmAbs val="50"/>
                                  </p:iterate>
                                  <p:childTnLst>
                                    <p:set>
                                      <p:cBhvr>
                                        <p:cTn id="21" dur="1" fill="hold">
                                          <p:stCondLst>
                                            <p:cond delay="0"/>
                                          </p:stCondLst>
                                        </p:cTn>
                                        <p:tgtEl>
                                          <p:spTgt spid="44"/>
                                        </p:tgtEl>
                                        <p:attrNameLst>
                                          <p:attrName>style.visibility</p:attrName>
                                        </p:attrNameLst>
                                      </p:cBhvr>
                                      <p:to>
                                        <p:strVal val="visible"/>
                                      </p:to>
                                    </p:set>
                                  </p:childTnLst>
                                </p:cTn>
                              </p:par>
                            </p:childTnLst>
                          </p:cTn>
                        </p:par>
                      </p:childTnLst>
                    </p:cTn>
                  </p:par>
                  <p:par>
                    <p:cTn id="22" fill="hold">
                      <p:stCondLst>
                        <p:cond delay="indefinite"/>
                      </p:stCondLst>
                      <p:childTnLst>
                        <p:par>
                          <p:cTn id="23" fill="hold">
                            <p:stCondLst>
                              <p:cond delay="0"/>
                            </p:stCondLst>
                            <p:childTnLst>
                              <p:par>
                                <p:cTn id="24" presetID="22" presetClass="entr" presetSubtype="8" fill="hold" nodeType="clickEffect">
                                  <p:stCondLst>
                                    <p:cond delay="0"/>
                                  </p:stCondLst>
                                  <p:childTnLst>
                                    <p:set>
                                      <p:cBhvr>
                                        <p:cTn id="25" dur="1" fill="hold">
                                          <p:stCondLst>
                                            <p:cond delay="0"/>
                                          </p:stCondLst>
                                        </p:cTn>
                                        <p:tgtEl>
                                          <p:spTgt spid="16"/>
                                        </p:tgtEl>
                                        <p:attrNameLst>
                                          <p:attrName>style.visibility</p:attrName>
                                        </p:attrNameLst>
                                      </p:cBhvr>
                                      <p:to>
                                        <p:strVal val="visible"/>
                                      </p:to>
                                    </p:set>
                                    <p:animEffect transition="in" filter="wipe(left)">
                                      <p:cBhvr>
                                        <p:cTn id="26" dur="1000"/>
                                        <p:tgtEl>
                                          <p:spTgt spid="16"/>
                                        </p:tgtEl>
                                      </p:cBhvr>
                                    </p:animEffect>
                                  </p:childTnLst>
                                </p:cTn>
                              </p:par>
                            </p:childTnLst>
                          </p:cTn>
                        </p:par>
                        <p:par>
                          <p:cTn id="27" fill="hold">
                            <p:stCondLst>
                              <p:cond delay="1000"/>
                            </p:stCondLst>
                            <p:childTnLst>
                              <p:par>
                                <p:cTn id="28" presetID="53" presetClass="entr" presetSubtype="16" fill="hold" grpId="0" nodeType="afterEffect">
                                  <p:stCondLst>
                                    <p:cond delay="0"/>
                                  </p:stCondLst>
                                  <p:childTnLst>
                                    <p:set>
                                      <p:cBhvr>
                                        <p:cTn id="29" dur="1" fill="hold">
                                          <p:stCondLst>
                                            <p:cond delay="0"/>
                                          </p:stCondLst>
                                        </p:cTn>
                                        <p:tgtEl>
                                          <p:spTgt spid="47"/>
                                        </p:tgtEl>
                                        <p:attrNameLst>
                                          <p:attrName>style.visibility</p:attrName>
                                        </p:attrNameLst>
                                      </p:cBhvr>
                                      <p:to>
                                        <p:strVal val="visible"/>
                                      </p:to>
                                    </p:set>
                                    <p:anim calcmode="lin" valueType="num">
                                      <p:cBhvr>
                                        <p:cTn id="30" dur="500" fill="hold"/>
                                        <p:tgtEl>
                                          <p:spTgt spid="47"/>
                                        </p:tgtEl>
                                        <p:attrNameLst>
                                          <p:attrName>ppt_w</p:attrName>
                                        </p:attrNameLst>
                                      </p:cBhvr>
                                      <p:tavLst>
                                        <p:tav tm="0">
                                          <p:val>
                                            <p:fltVal val="0"/>
                                          </p:val>
                                        </p:tav>
                                        <p:tav tm="100000">
                                          <p:val>
                                            <p:strVal val="#ppt_w"/>
                                          </p:val>
                                        </p:tav>
                                      </p:tavLst>
                                    </p:anim>
                                    <p:anim calcmode="lin" valueType="num">
                                      <p:cBhvr>
                                        <p:cTn id="31" dur="500" fill="hold"/>
                                        <p:tgtEl>
                                          <p:spTgt spid="47"/>
                                        </p:tgtEl>
                                        <p:attrNameLst>
                                          <p:attrName>ppt_h</p:attrName>
                                        </p:attrNameLst>
                                      </p:cBhvr>
                                      <p:tavLst>
                                        <p:tav tm="0">
                                          <p:val>
                                            <p:fltVal val="0"/>
                                          </p:val>
                                        </p:tav>
                                        <p:tav tm="100000">
                                          <p:val>
                                            <p:strVal val="#ppt_h"/>
                                          </p:val>
                                        </p:tav>
                                      </p:tavLst>
                                    </p:anim>
                                    <p:animEffect transition="in" filter="fade">
                                      <p:cBhvr>
                                        <p:cTn id="32" dur="500"/>
                                        <p:tgtEl>
                                          <p:spTgt spid="47"/>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4" grpId="0"/>
      <p:bldP spid="47" grpId="0"/>
    </p:bldLst>
  </p:timing>
</p:sld>
</file>

<file path=ppt/slides/slide42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4" name="组合 3">
            <a:extLst>
              <a:ext uri="{FF2B5EF4-FFF2-40B4-BE49-F238E27FC236}">
                <a16:creationId xmlns:a16="http://schemas.microsoft.com/office/drawing/2014/main" id="{9A1EA9F2-FCB6-48C3-935F-7AE7E3AD14AC}"/>
              </a:ext>
            </a:extLst>
          </p:cNvPr>
          <p:cNvGrpSpPr/>
          <p:nvPr/>
        </p:nvGrpSpPr>
        <p:grpSpPr>
          <a:xfrm>
            <a:off x="304800" y="749300"/>
            <a:ext cx="6192344" cy="400110"/>
            <a:chOff x="424117" y="898245"/>
            <a:chExt cx="6192344" cy="400110"/>
          </a:xfrm>
        </p:grpSpPr>
        <p:sp>
          <p:nvSpPr>
            <p:cNvPr id="2" name="平行四边形 1">
              <a:extLst>
                <a:ext uri="{FF2B5EF4-FFF2-40B4-BE49-F238E27FC236}">
                  <a16:creationId xmlns:a16="http://schemas.microsoft.com/office/drawing/2014/main" id="{1F5BAA3F-9845-4F89-A2DD-8222D3E4EDAC}"/>
                </a:ext>
              </a:extLst>
            </p:cNvPr>
            <p:cNvSpPr/>
            <p:nvPr/>
          </p:nvSpPr>
          <p:spPr>
            <a:xfrm>
              <a:off x="424117" y="898245"/>
              <a:ext cx="628306" cy="387090"/>
            </a:xfrm>
            <a:prstGeom prst="parallelogram">
              <a:avLst/>
            </a:prstGeom>
            <a:solidFill>
              <a:schemeClr val="accent3">
                <a:lumMod val="75000"/>
              </a:schemeClr>
            </a:solidFill>
            <a:ln>
              <a:solidFill>
                <a:schemeClr val="accent3">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CN" sz="2200" dirty="0">
                  <a:latin typeface="Impact" panose="020B0806030902050204" pitchFamily="34" charset="0"/>
                </a:rPr>
                <a:t>01</a:t>
              </a:r>
              <a:endParaRPr lang="zh-CN" altLang="en-US" sz="2200" dirty="0">
                <a:latin typeface="Impact" panose="020B0806030902050204" pitchFamily="34" charset="0"/>
              </a:endParaRPr>
            </a:p>
          </p:txBody>
        </p:sp>
        <p:sp>
          <p:nvSpPr>
            <p:cNvPr id="3" name="文本框 2">
              <a:extLst>
                <a:ext uri="{FF2B5EF4-FFF2-40B4-BE49-F238E27FC236}">
                  <a16:creationId xmlns:a16="http://schemas.microsoft.com/office/drawing/2014/main" id="{4D6BD736-A4D3-4F26-AFED-36E11F50F70B}"/>
                </a:ext>
              </a:extLst>
            </p:cNvPr>
            <p:cNvSpPr txBox="1"/>
            <p:nvPr/>
          </p:nvSpPr>
          <p:spPr>
            <a:xfrm>
              <a:off x="1052423" y="898245"/>
              <a:ext cx="5564038" cy="400110"/>
            </a:xfrm>
            <a:prstGeom prst="rect">
              <a:avLst/>
            </a:prstGeom>
            <a:noFill/>
          </p:spPr>
          <p:txBody>
            <a:bodyPr wrap="square" rtlCol="0">
              <a:spAutoFit/>
            </a:bodyPr>
            <a:lstStyle/>
            <a:p>
              <a:r>
                <a:rPr lang="zh-CN" altLang="en-US" sz="2000" b="1" dirty="0">
                  <a:solidFill>
                    <a:schemeClr val="tx1"/>
                  </a:solidFill>
                  <a:latin typeface="Arial Narrow" panose="020B0606020202030204" pitchFamily="34" charset="0"/>
                </a:rPr>
                <a:t>以太网交换机</a:t>
              </a:r>
              <a:endParaRPr lang="en-US" altLang="zh-CN" sz="2000" b="1" dirty="0">
                <a:solidFill>
                  <a:schemeClr val="tx1"/>
                </a:solidFill>
                <a:latin typeface="Arial Narrow" panose="020B0606020202030204" pitchFamily="34" charset="0"/>
              </a:endParaRPr>
            </a:p>
          </p:txBody>
        </p:sp>
      </p:grpSp>
      <p:cxnSp>
        <p:nvCxnSpPr>
          <p:cNvPr id="20" name="直接连接符 19">
            <a:extLst>
              <a:ext uri="{FF2B5EF4-FFF2-40B4-BE49-F238E27FC236}">
                <a16:creationId xmlns:a16="http://schemas.microsoft.com/office/drawing/2014/main" id="{1D08DEA6-8B8C-4A9C-808B-4D83CA7588E6}"/>
              </a:ext>
            </a:extLst>
          </p:cNvPr>
          <p:cNvCxnSpPr/>
          <p:nvPr/>
        </p:nvCxnSpPr>
        <p:spPr>
          <a:xfrm>
            <a:off x="1224323" y="3659267"/>
            <a:ext cx="4249657" cy="0"/>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cxnSp>
        <p:nvCxnSpPr>
          <p:cNvPr id="22" name="直接连接符 21">
            <a:extLst>
              <a:ext uri="{FF2B5EF4-FFF2-40B4-BE49-F238E27FC236}">
                <a16:creationId xmlns:a16="http://schemas.microsoft.com/office/drawing/2014/main" id="{42812BCB-597E-4460-B8C5-3A61B95297F0}"/>
              </a:ext>
            </a:extLst>
          </p:cNvPr>
          <p:cNvCxnSpPr/>
          <p:nvPr/>
        </p:nvCxnSpPr>
        <p:spPr>
          <a:xfrm>
            <a:off x="3098435" y="3659267"/>
            <a:ext cx="0" cy="1383809"/>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sp>
        <p:nvSpPr>
          <p:cNvPr id="102" name="íşlïḍè">
            <a:extLst>
              <a:ext uri="{FF2B5EF4-FFF2-40B4-BE49-F238E27FC236}">
                <a16:creationId xmlns:a16="http://schemas.microsoft.com/office/drawing/2014/main" id="{0D95E7E5-F506-4649-9080-9456A3744336}"/>
              </a:ext>
            </a:extLst>
          </p:cNvPr>
          <p:cNvSpPr txBox="1"/>
          <p:nvPr/>
        </p:nvSpPr>
        <p:spPr>
          <a:xfrm>
            <a:off x="788101" y="1250252"/>
            <a:ext cx="11099099" cy="867998"/>
          </a:xfrm>
          <a:prstGeom prst="rect">
            <a:avLst/>
          </a:prstGeom>
          <a:noFill/>
        </p:spPr>
        <p:txBody>
          <a:bodyPr wrap="square" lIns="91440" tIns="45720" rIns="91440" bIns="45720" anchor="ctr">
            <a:noAutofit/>
          </a:bodyPr>
          <a:lstStyle/>
          <a:p>
            <a:r>
              <a:rPr lang="en-US" altLang="zh-CN" b="1" dirty="0">
                <a:latin typeface="Arial Narrow" panose="020B0606020202030204" pitchFamily="34" charset="0"/>
              </a:rPr>
              <a:t>【2014</a:t>
            </a:r>
            <a:r>
              <a:rPr lang="zh-CN" altLang="en-US" b="1" dirty="0">
                <a:latin typeface="Arial Narrow" panose="020B0606020202030204" pitchFamily="34" charset="0"/>
              </a:rPr>
              <a:t>年 题</a:t>
            </a:r>
            <a:r>
              <a:rPr lang="en-US" altLang="zh-CN" b="1" dirty="0">
                <a:latin typeface="Arial Narrow" panose="020B0606020202030204" pitchFamily="34" charset="0"/>
              </a:rPr>
              <a:t>34】</a:t>
            </a:r>
            <a:r>
              <a:rPr lang="zh-CN" altLang="en-US" b="1" dirty="0">
                <a:latin typeface="Arial Narrow" panose="020B0606020202030204" pitchFamily="34" charset="0"/>
              </a:rPr>
              <a:t>某以太网拓扑及交换机当前转发表如下图所示，主机</a:t>
            </a:r>
            <a:r>
              <a:rPr lang="en-US" altLang="zh-CN" b="1" dirty="0">
                <a:latin typeface="Arial Narrow" panose="020B0606020202030204" pitchFamily="34" charset="0"/>
              </a:rPr>
              <a:t>00-e1-d5-00-23-a1</a:t>
            </a:r>
            <a:r>
              <a:rPr lang="zh-CN" altLang="en-US" b="1" dirty="0">
                <a:latin typeface="Arial Narrow" panose="020B0606020202030204" pitchFamily="34" charset="0"/>
              </a:rPr>
              <a:t>向主机</a:t>
            </a:r>
            <a:r>
              <a:rPr lang="en-US" altLang="zh-CN" b="1" dirty="0">
                <a:latin typeface="Arial Narrow" panose="020B0606020202030204" pitchFamily="34" charset="0"/>
              </a:rPr>
              <a:t>00-e1-d5-00-23-c1</a:t>
            </a:r>
          </a:p>
          <a:p>
            <a:r>
              <a:rPr lang="en-US" altLang="zh-CN" b="1" dirty="0">
                <a:latin typeface="Arial Narrow" panose="020B0606020202030204" pitchFamily="34" charset="0"/>
              </a:rPr>
              <a:t>                              </a:t>
            </a:r>
            <a:r>
              <a:rPr lang="zh-CN" altLang="en-US" b="1" dirty="0">
                <a:latin typeface="Arial Narrow" panose="020B0606020202030204" pitchFamily="34" charset="0"/>
              </a:rPr>
              <a:t>发送</a:t>
            </a:r>
            <a:r>
              <a:rPr lang="en-US" altLang="zh-CN" b="1" dirty="0">
                <a:latin typeface="Arial Narrow" panose="020B0606020202030204" pitchFamily="34" charset="0"/>
              </a:rPr>
              <a:t>1</a:t>
            </a:r>
            <a:r>
              <a:rPr lang="zh-CN" altLang="en-US" b="1" dirty="0">
                <a:latin typeface="Arial Narrow" panose="020B0606020202030204" pitchFamily="34" charset="0"/>
              </a:rPr>
              <a:t>个数据帧，主机</a:t>
            </a:r>
            <a:r>
              <a:rPr lang="en-US" altLang="zh-CN" b="1" dirty="0">
                <a:latin typeface="Arial Narrow" panose="020B0606020202030204" pitchFamily="34" charset="0"/>
              </a:rPr>
              <a:t>00-e1-d5-00-23-c1</a:t>
            </a:r>
            <a:r>
              <a:rPr lang="zh-CN" altLang="en-US" b="1" dirty="0">
                <a:latin typeface="Arial Narrow" panose="020B0606020202030204" pitchFamily="34" charset="0"/>
              </a:rPr>
              <a:t>收到该帧后，向主机</a:t>
            </a:r>
            <a:r>
              <a:rPr lang="en-US" altLang="zh-CN" b="1" dirty="0">
                <a:latin typeface="Arial Narrow" panose="020B0606020202030204" pitchFamily="34" charset="0"/>
              </a:rPr>
              <a:t>00-e1-d5-00-23-a1</a:t>
            </a:r>
            <a:r>
              <a:rPr lang="zh-CN" altLang="en-US" b="1" dirty="0">
                <a:latin typeface="Arial Narrow" panose="020B0606020202030204" pitchFamily="34" charset="0"/>
              </a:rPr>
              <a:t>发送</a:t>
            </a:r>
            <a:r>
              <a:rPr lang="en-US" altLang="zh-CN" b="1" dirty="0">
                <a:latin typeface="Arial Narrow" panose="020B0606020202030204" pitchFamily="34" charset="0"/>
              </a:rPr>
              <a:t>1</a:t>
            </a:r>
            <a:r>
              <a:rPr lang="zh-CN" altLang="en-US" b="1" dirty="0">
                <a:latin typeface="Arial Narrow" panose="020B0606020202030204" pitchFamily="34" charset="0"/>
              </a:rPr>
              <a:t>个确认帧，交</a:t>
            </a:r>
            <a:endParaRPr lang="en-US" altLang="zh-CN" b="1" dirty="0">
              <a:latin typeface="Arial Narrow" panose="020B0606020202030204" pitchFamily="34" charset="0"/>
            </a:endParaRPr>
          </a:p>
          <a:p>
            <a:r>
              <a:rPr lang="en-US" altLang="zh-CN" b="1" dirty="0">
                <a:latin typeface="Arial Narrow" panose="020B0606020202030204" pitchFamily="34" charset="0"/>
              </a:rPr>
              <a:t>                              </a:t>
            </a:r>
            <a:r>
              <a:rPr lang="zh-CN" altLang="en-US" b="1" dirty="0">
                <a:latin typeface="Arial Narrow" panose="020B0606020202030204" pitchFamily="34" charset="0"/>
              </a:rPr>
              <a:t>换机对这两个帧的转发端口分别是（      ）。</a:t>
            </a:r>
          </a:p>
        </p:txBody>
      </p:sp>
      <p:sp>
        <p:nvSpPr>
          <p:cNvPr id="133" name="íşlïḍè">
            <a:extLst>
              <a:ext uri="{FF2B5EF4-FFF2-40B4-BE49-F238E27FC236}">
                <a16:creationId xmlns:a16="http://schemas.microsoft.com/office/drawing/2014/main" id="{77FBDFF3-30D6-4ECB-81F5-2CCD9CC310AE}"/>
              </a:ext>
            </a:extLst>
          </p:cNvPr>
          <p:cNvSpPr txBox="1"/>
          <p:nvPr/>
        </p:nvSpPr>
        <p:spPr>
          <a:xfrm>
            <a:off x="2394332" y="2219092"/>
            <a:ext cx="1190906" cy="419569"/>
          </a:xfrm>
          <a:prstGeom prst="rect">
            <a:avLst/>
          </a:prstGeom>
          <a:noFill/>
        </p:spPr>
        <p:txBody>
          <a:bodyPr wrap="square" lIns="91440" tIns="45720" rIns="91440" bIns="45720" anchor="ctr">
            <a:noAutofit/>
          </a:bodyPr>
          <a:lstStyle/>
          <a:p>
            <a:r>
              <a:rPr lang="en-US" altLang="zh-CN" b="1" dirty="0">
                <a:latin typeface="Arial Narrow" panose="020B0606020202030204" pitchFamily="34" charset="0"/>
              </a:rPr>
              <a:t>A. {3}</a:t>
            </a:r>
            <a:r>
              <a:rPr lang="zh-CN" altLang="en-US" b="1" dirty="0">
                <a:latin typeface="Arial Narrow" panose="020B0606020202030204" pitchFamily="34" charset="0"/>
              </a:rPr>
              <a:t>和</a:t>
            </a:r>
            <a:r>
              <a:rPr lang="en-US" altLang="zh-CN" b="1" dirty="0">
                <a:latin typeface="Arial Narrow" panose="020B0606020202030204" pitchFamily="34" charset="0"/>
              </a:rPr>
              <a:t>{1}</a:t>
            </a:r>
            <a:endParaRPr lang="zh-CN" altLang="en-US" b="1" dirty="0">
              <a:latin typeface="Arial Narrow" panose="020B0606020202030204" pitchFamily="34" charset="0"/>
            </a:endParaRPr>
          </a:p>
        </p:txBody>
      </p:sp>
      <p:sp>
        <p:nvSpPr>
          <p:cNvPr id="134" name="íşlïḍè">
            <a:extLst>
              <a:ext uri="{FF2B5EF4-FFF2-40B4-BE49-F238E27FC236}">
                <a16:creationId xmlns:a16="http://schemas.microsoft.com/office/drawing/2014/main" id="{A4085E74-358D-47C9-A08A-4CA847FD5A5A}"/>
              </a:ext>
            </a:extLst>
          </p:cNvPr>
          <p:cNvSpPr txBox="1"/>
          <p:nvPr/>
        </p:nvSpPr>
        <p:spPr>
          <a:xfrm>
            <a:off x="4434078" y="2219092"/>
            <a:ext cx="1531887" cy="419569"/>
          </a:xfrm>
          <a:prstGeom prst="rect">
            <a:avLst/>
          </a:prstGeom>
          <a:noFill/>
        </p:spPr>
        <p:txBody>
          <a:bodyPr wrap="square" lIns="91440" tIns="45720" rIns="91440" bIns="45720" anchor="ctr">
            <a:noAutofit/>
          </a:bodyPr>
          <a:lstStyle/>
          <a:p>
            <a:r>
              <a:rPr lang="en-US" altLang="zh-CN" b="1" dirty="0">
                <a:latin typeface="Arial Narrow" panose="020B0606020202030204" pitchFamily="34" charset="0"/>
              </a:rPr>
              <a:t>B. {2</a:t>
            </a:r>
            <a:r>
              <a:rPr lang="zh-CN" altLang="en-US" b="1" dirty="0">
                <a:latin typeface="Arial Narrow" panose="020B0606020202030204" pitchFamily="34" charset="0"/>
              </a:rPr>
              <a:t>，</a:t>
            </a:r>
            <a:r>
              <a:rPr lang="en-US" altLang="zh-CN" b="1" dirty="0">
                <a:latin typeface="Arial Narrow" panose="020B0606020202030204" pitchFamily="34" charset="0"/>
              </a:rPr>
              <a:t>3}</a:t>
            </a:r>
            <a:r>
              <a:rPr lang="zh-CN" altLang="en-US" b="1" dirty="0">
                <a:latin typeface="Arial Narrow" panose="020B0606020202030204" pitchFamily="34" charset="0"/>
              </a:rPr>
              <a:t>和</a:t>
            </a:r>
            <a:r>
              <a:rPr lang="en-US" altLang="zh-CN" b="1" dirty="0">
                <a:latin typeface="Arial Narrow" panose="020B0606020202030204" pitchFamily="34" charset="0"/>
              </a:rPr>
              <a:t>{1}</a:t>
            </a:r>
            <a:endParaRPr lang="zh-CN" altLang="en-US" b="1" dirty="0">
              <a:latin typeface="Arial Narrow" panose="020B0606020202030204" pitchFamily="34" charset="0"/>
            </a:endParaRPr>
          </a:p>
        </p:txBody>
      </p:sp>
      <p:sp>
        <p:nvSpPr>
          <p:cNvPr id="135" name="íşlïḍè">
            <a:extLst>
              <a:ext uri="{FF2B5EF4-FFF2-40B4-BE49-F238E27FC236}">
                <a16:creationId xmlns:a16="http://schemas.microsoft.com/office/drawing/2014/main" id="{060B6289-C751-4650-BC65-2FB8CB2D0044}"/>
              </a:ext>
            </a:extLst>
          </p:cNvPr>
          <p:cNvSpPr txBox="1"/>
          <p:nvPr/>
        </p:nvSpPr>
        <p:spPr>
          <a:xfrm>
            <a:off x="6814805" y="2219092"/>
            <a:ext cx="1813008" cy="419569"/>
          </a:xfrm>
          <a:prstGeom prst="rect">
            <a:avLst/>
          </a:prstGeom>
          <a:noFill/>
        </p:spPr>
        <p:txBody>
          <a:bodyPr wrap="square" lIns="91440" tIns="45720" rIns="91440" bIns="45720" anchor="ctr">
            <a:noAutofit/>
          </a:bodyPr>
          <a:lstStyle/>
          <a:p>
            <a:r>
              <a:rPr lang="en-US" altLang="zh-CN" b="1" dirty="0">
                <a:latin typeface="Arial Narrow" panose="020B0606020202030204" pitchFamily="34" charset="0"/>
              </a:rPr>
              <a:t>C. {2</a:t>
            </a:r>
            <a:r>
              <a:rPr lang="zh-CN" altLang="en-US" b="1" dirty="0">
                <a:latin typeface="Arial Narrow" panose="020B0606020202030204" pitchFamily="34" charset="0"/>
              </a:rPr>
              <a:t>，</a:t>
            </a:r>
            <a:r>
              <a:rPr lang="en-US" altLang="zh-CN" b="1" dirty="0">
                <a:latin typeface="Arial Narrow" panose="020B0606020202030204" pitchFamily="34" charset="0"/>
              </a:rPr>
              <a:t>3}</a:t>
            </a:r>
            <a:r>
              <a:rPr lang="zh-CN" altLang="en-US" b="1" dirty="0">
                <a:latin typeface="Arial Narrow" panose="020B0606020202030204" pitchFamily="34" charset="0"/>
              </a:rPr>
              <a:t>和</a:t>
            </a:r>
            <a:r>
              <a:rPr lang="en-US" altLang="zh-CN" b="1" dirty="0">
                <a:latin typeface="Arial Narrow" panose="020B0606020202030204" pitchFamily="34" charset="0"/>
              </a:rPr>
              <a:t>{1</a:t>
            </a:r>
            <a:r>
              <a:rPr lang="zh-CN" altLang="en-US" b="1" dirty="0">
                <a:latin typeface="Arial Narrow" panose="020B0606020202030204" pitchFamily="34" charset="0"/>
              </a:rPr>
              <a:t>，</a:t>
            </a:r>
            <a:r>
              <a:rPr lang="en-US" altLang="zh-CN" b="1" dirty="0">
                <a:latin typeface="Arial Narrow" panose="020B0606020202030204" pitchFamily="34" charset="0"/>
              </a:rPr>
              <a:t>2}</a:t>
            </a:r>
            <a:endParaRPr lang="zh-CN" altLang="en-US" b="1" dirty="0">
              <a:latin typeface="Arial Narrow" panose="020B0606020202030204" pitchFamily="34" charset="0"/>
            </a:endParaRPr>
          </a:p>
        </p:txBody>
      </p:sp>
      <p:sp>
        <p:nvSpPr>
          <p:cNvPr id="160" name="íşlïḍè">
            <a:extLst>
              <a:ext uri="{FF2B5EF4-FFF2-40B4-BE49-F238E27FC236}">
                <a16:creationId xmlns:a16="http://schemas.microsoft.com/office/drawing/2014/main" id="{9E89E12A-9087-4A36-9F9E-B1092750D62D}"/>
              </a:ext>
            </a:extLst>
          </p:cNvPr>
          <p:cNvSpPr txBox="1"/>
          <p:nvPr/>
        </p:nvSpPr>
        <p:spPr>
          <a:xfrm>
            <a:off x="9476652" y="2219092"/>
            <a:ext cx="1813008" cy="419569"/>
          </a:xfrm>
          <a:prstGeom prst="rect">
            <a:avLst/>
          </a:prstGeom>
          <a:noFill/>
        </p:spPr>
        <p:txBody>
          <a:bodyPr wrap="square" lIns="91440" tIns="45720" rIns="91440" bIns="45720" anchor="ctr">
            <a:noAutofit/>
          </a:bodyPr>
          <a:lstStyle/>
          <a:p>
            <a:r>
              <a:rPr lang="en-US" altLang="zh-CN" b="1" dirty="0">
                <a:latin typeface="Arial Narrow" panose="020B0606020202030204" pitchFamily="34" charset="0"/>
              </a:rPr>
              <a:t>D. {1</a:t>
            </a:r>
            <a:r>
              <a:rPr lang="zh-CN" altLang="en-US" b="1" dirty="0">
                <a:latin typeface="Arial Narrow" panose="020B0606020202030204" pitchFamily="34" charset="0"/>
              </a:rPr>
              <a:t>，</a:t>
            </a:r>
            <a:r>
              <a:rPr lang="en-US" altLang="zh-CN" b="1" dirty="0">
                <a:latin typeface="Arial Narrow" panose="020B0606020202030204" pitchFamily="34" charset="0"/>
              </a:rPr>
              <a:t>2</a:t>
            </a:r>
            <a:r>
              <a:rPr lang="zh-CN" altLang="en-US" b="1" dirty="0">
                <a:latin typeface="Arial Narrow" panose="020B0606020202030204" pitchFamily="34" charset="0"/>
              </a:rPr>
              <a:t>，</a:t>
            </a:r>
            <a:r>
              <a:rPr lang="en-US" altLang="zh-CN" b="1" dirty="0">
                <a:latin typeface="Arial Narrow" panose="020B0606020202030204" pitchFamily="34" charset="0"/>
              </a:rPr>
              <a:t>3}</a:t>
            </a:r>
            <a:r>
              <a:rPr lang="zh-CN" altLang="en-US" b="1" dirty="0">
                <a:latin typeface="Arial Narrow" panose="020B0606020202030204" pitchFamily="34" charset="0"/>
              </a:rPr>
              <a:t>和</a:t>
            </a:r>
            <a:r>
              <a:rPr lang="en-US" altLang="zh-CN" b="1" dirty="0">
                <a:latin typeface="Arial Narrow" panose="020B0606020202030204" pitchFamily="34" charset="0"/>
              </a:rPr>
              <a:t>{1}</a:t>
            </a:r>
            <a:endParaRPr lang="zh-CN" altLang="en-US" b="1" dirty="0">
              <a:latin typeface="Arial Narrow" panose="020B0606020202030204" pitchFamily="34" charset="0"/>
            </a:endParaRPr>
          </a:p>
        </p:txBody>
      </p:sp>
      <p:pic>
        <p:nvPicPr>
          <p:cNvPr id="162" name="图形 161">
            <a:extLst>
              <a:ext uri="{FF2B5EF4-FFF2-40B4-BE49-F238E27FC236}">
                <a16:creationId xmlns:a16="http://schemas.microsoft.com/office/drawing/2014/main" id="{A2F9D49C-5E2E-4D9F-AAB6-33B471B7144E}"/>
              </a:ext>
            </a:extLst>
          </p:cNvPr>
          <p:cNvPicPr>
            <a:picLocks noChangeAspect="1"/>
          </p:cNvPicPr>
          <p:nvPr/>
        </p:nvPicPr>
        <p:blipFill>
          <a:blip r:embed="rId3">
            <a:extLst>
              <a:ext uri="{28A0092B-C50C-407E-A947-70E740481C1C}">
                <a14:useLocalDpi xmlns:a14="http://schemas.microsoft.com/office/drawing/2010/main" val="0"/>
              </a:ext>
              <a:ext uri="{96DAC541-7B7A-43D3-8B79-37D633B846F1}">
                <asvg:svgBlip xmlns:asvg="http://schemas.microsoft.com/office/drawing/2016/SVG/main" r:embed="rId4"/>
              </a:ext>
            </a:extLst>
          </a:blip>
          <a:stretch>
            <a:fillRect/>
          </a:stretch>
        </p:blipFill>
        <p:spPr>
          <a:xfrm>
            <a:off x="618953" y="3180115"/>
            <a:ext cx="718734" cy="695168"/>
          </a:xfrm>
          <a:prstGeom prst="rect">
            <a:avLst/>
          </a:prstGeom>
        </p:spPr>
      </p:pic>
      <p:pic>
        <p:nvPicPr>
          <p:cNvPr id="163" name="图片 162" descr="图标&#10;&#10;描述已自动生成">
            <a:extLst>
              <a:ext uri="{FF2B5EF4-FFF2-40B4-BE49-F238E27FC236}">
                <a16:creationId xmlns:a16="http://schemas.microsoft.com/office/drawing/2014/main" id="{098FC307-200B-4135-8757-0932E39F0595}"/>
              </a:ext>
            </a:extLst>
          </p:cNvPr>
          <p:cNvPicPr>
            <a:picLocks noChangeAspect="1"/>
          </p:cNvPicPr>
          <p:nvPr/>
        </p:nvPicPr>
        <p:blipFill>
          <a:blip r:embed="rId5">
            <a:extLst>
              <a:ext uri="{28A0092B-C50C-407E-A947-70E740481C1C}">
                <a14:useLocalDpi xmlns:a14="http://schemas.microsoft.com/office/drawing/2010/main" val="0"/>
              </a:ext>
            </a:extLst>
          </a:blip>
          <a:stretch>
            <a:fillRect/>
          </a:stretch>
        </p:blipFill>
        <p:spPr>
          <a:xfrm>
            <a:off x="2835561" y="3297947"/>
            <a:ext cx="561856" cy="724169"/>
          </a:xfrm>
          <a:prstGeom prst="rect">
            <a:avLst/>
          </a:prstGeom>
        </p:spPr>
      </p:pic>
      <p:pic>
        <p:nvPicPr>
          <p:cNvPr id="164" name="图形 163">
            <a:extLst>
              <a:ext uri="{FF2B5EF4-FFF2-40B4-BE49-F238E27FC236}">
                <a16:creationId xmlns:a16="http://schemas.microsoft.com/office/drawing/2014/main" id="{D551D37C-66CB-463B-96B4-A000CA7D6E30}"/>
              </a:ext>
            </a:extLst>
          </p:cNvPr>
          <p:cNvPicPr>
            <a:picLocks noChangeAspect="1"/>
          </p:cNvPicPr>
          <p:nvPr/>
        </p:nvPicPr>
        <p:blipFill>
          <a:blip r:embed="rId3">
            <a:extLst>
              <a:ext uri="{28A0092B-C50C-407E-A947-70E740481C1C}">
                <a14:useLocalDpi xmlns:a14="http://schemas.microsoft.com/office/drawing/2010/main" val="0"/>
              </a:ext>
              <a:ext uri="{96DAC541-7B7A-43D3-8B79-37D633B846F1}">
                <asvg:svgBlip xmlns:asvg="http://schemas.microsoft.com/office/drawing/2016/SVG/main" r:embed="rId4"/>
              </a:ext>
            </a:extLst>
          </a:blip>
          <a:stretch>
            <a:fillRect/>
          </a:stretch>
        </p:blipFill>
        <p:spPr>
          <a:xfrm>
            <a:off x="4895291" y="3180115"/>
            <a:ext cx="718734" cy="695168"/>
          </a:xfrm>
          <a:prstGeom prst="rect">
            <a:avLst/>
          </a:prstGeom>
        </p:spPr>
      </p:pic>
      <p:pic>
        <p:nvPicPr>
          <p:cNvPr id="166" name="图形 165">
            <a:extLst>
              <a:ext uri="{FF2B5EF4-FFF2-40B4-BE49-F238E27FC236}">
                <a16:creationId xmlns:a16="http://schemas.microsoft.com/office/drawing/2014/main" id="{A0839210-7556-47F3-9CC5-A2BB21ECEA5F}"/>
              </a:ext>
            </a:extLst>
          </p:cNvPr>
          <p:cNvPicPr>
            <a:picLocks noChangeAspect="1"/>
          </p:cNvPicPr>
          <p:nvPr/>
        </p:nvPicPr>
        <p:blipFill>
          <a:blip r:embed="rId3">
            <a:extLst>
              <a:ext uri="{28A0092B-C50C-407E-A947-70E740481C1C}">
                <a14:useLocalDpi xmlns:a14="http://schemas.microsoft.com/office/drawing/2010/main" val="0"/>
              </a:ext>
              <a:ext uri="{96DAC541-7B7A-43D3-8B79-37D633B846F1}">
                <asvg:svgBlip xmlns:asvg="http://schemas.microsoft.com/office/drawing/2016/SVG/main" r:embed="rId4"/>
              </a:ext>
            </a:extLst>
          </a:blip>
          <a:stretch>
            <a:fillRect/>
          </a:stretch>
        </p:blipFill>
        <p:spPr>
          <a:xfrm>
            <a:off x="2630418" y="4695492"/>
            <a:ext cx="718734" cy="695168"/>
          </a:xfrm>
          <a:prstGeom prst="rect">
            <a:avLst/>
          </a:prstGeom>
        </p:spPr>
      </p:pic>
      <p:sp>
        <p:nvSpPr>
          <p:cNvPr id="167" name="íşlïḍè">
            <a:extLst>
              <a:ext uri="{FF2B5EF4-FFF2-40B4-BE49-F238E27FC236}">
                <a16:creationId xmlns:a16="http://schemas.microsoft.com/office/drawing/2014/main" id="{D64F3C05-A1F9-481F-8A33-375E1733727B}"/>
              </a:ext>
            </a:extLst>
          </p:cNvPr>
          <p:cNvSpPr txBox="1"/>
          <p:nvPr/>
        </p:nvSpPr>
        <p:spPr>
          <a:xfrm>
            <a:off x="2606555" y="2970148"/>
            <a:ext cx="1019868" cy="326271"/>
          </a:xfrm>
          <a:prstGeom prst="rect">
            <a:avLst/>
          </a:prstGeom>
          <a:noFill/>
        </p:spPr>
        <p:txBody>
          <a:bodyPr wrap="square" lIns="91440" tIns="45720" rIns="91440" bIns="45720" anchor="ctr">
            <a:noAutofit/>
          </a:bodyPr>
          <a:lstStyle/>
          <a:p>
            <a:pPr algn="ctr"/>
            <a:r>
              <a:rPr lang="zh-CN" altLang="en-US" b="1" dirty="0">
                <a:latin typeface="Arial Narrow" panose="020B0606020202030204" pitchFamily="34" charset="0"/>
              </a:rPr>
              <a:t>交换机</a:t>
            </a:r>
          </a:p>
        </p:txBody>
      </p:sp>
      <p:sp>
        <p:nvSpPr>
          <p:cNvPr id="168" name="íşlïḍè">
            <a:extLst>
              <a:ext uri="{FF2B5EF4-FFF2-40B4-BE49-F238E27FC236}">
                <a16:creationId xmlns:a16="http://schemas.microsoft.com/office/drawing/2014/main" id="{7B00BB0C-D68E-40DF-8ED6-C4F99E0089C1}"/>
              </a:ext>
            </a:extLst>
          </p:cNvPr>
          <p:cNvSpPr txBox="1"/>
          <p:nvPr/>
        </p:nvSpPr>
        <p:spPr>
          <a:xfrm>
            <a:off x="2594086" y="3364563"/>
            <a:ext cx="275343" cy="326271"/>
          </a:xfrm>
          <a:prstGeom prst="rect">
            <a:avLst/>
          </a:prstGeom>
          <a:noFill/>
        </p:spPr>
        <p:txBody>
          <a:bodyPr wrap="square" lIns="91440" tIns="45720" rIns="91440" bIns="45720" anchor="ctr">
            <a:noAutofit/>
          </a:bodyPr>
          <a:lstStyle/>
          <a:p>
            <a:pPr algn="ctr"/>
            <a:r>
              <a:rPr lang="en-US" altLang="zh-CN" b="1" dirty="0">
                <a:latin typeface="Arial Narrow" panose="020B0606020202030204" pitchFamily="34" charset="0"/>
              </a:rPr>
              <a:t>1</a:t>
            </a:r>
            <a:endParaRPr lang="zh-CN" altLang="en-US" b="1" dirty="0">
              <a:latin typeface="Arial Narrow" panose="020B0606020202030204" pitchFamily="34" charset="0"/>
            </a:endParaRPr>
          </a:p>
        </p:txBody>
      </p:sp>
      <p:sp>
        <p:nvSpPr>
          <p:cNvPr id="169" name="íşlïḍè">
            <a:extLst>
              <a:ext uri="{FF2B5EF4-FFF2-40B4-BE49-F238E27FC236}">
                <a16:creationId xmlns:a16="http://schemas.microsoft.com/office/drawing/2014/main" id="{B5BFDF59-D022-45FA-887A-F62789F331A0}"/>
              </a:ext>
            </a:extLst>
          </p:cNvPr>
          <p:cNvSpPr txBox="1"/>
          <p:nvPr/>
        </p:nvSpPr>
        <p:spPr>
          <a:xfrm>
            <a:off x="2829327" y="3843715"/>
            <a:ext cx="275343" cy="326271"/>
          </a:xfrm>
          <a:prstGeom prst="rect">
            <a:avLst/>
          </a:prstGeom>
          <a:noFill/>
        </p:spPr>
        <p:txBody>
          <a:bodyPr wrap="square" lIns="91440" tIns="45720" rIns="91440" bIns="45720" anchor="ctr">
            <a:noAutofit/>
          </a:bodyPr>
          <a:lstStyle/>
          <a:p>
            <a:pPr algn="ctr"/>
            <a:r>
              <a:rPr lang="en-US" altLang="zh-CN" b="1" dirty="0">
                <a:latin typeface="Arial Narrow" panose="020B0606020202030204" pitchFamily="34" charset="0"/>
              </a:rPr>
              <a:t>2</a:t>
            </a:r>
            <a:endParaRPr lang="zh-CN" altLang="en-US" b="1" dirty="0">
              <a:latin typeface="Arial Narrow" panose="020B0606020202030204" pitchFamily="34" charset="0"/>
            </a:endParaRPr>
          </a:p>
        </p:txBody>
      </p:sp>
      <p:sp>
        <p:nvSpPr>
          <p:cNvPr id="170" name="íşlïḍè">
            <a:extLst>
              <a:ext uri="{FF2B5EF4-FFF2-40B4-BE49-F238E27FC236}">
                <a16:creationId xmlns:a16="http://schemas.microsoft.com/office/drawing/2014/main" id="{E15BF6C4-1437-44B5-97CF-8A81562862CC}"/>
              </a:ext>
            </a:extLst>
          </p:cNvPr>
          <p:cNvSpPr txBox="1"/>
          <p:nvPr/>
        </p:nvSpPr>
        <p:spPr>
          <a:xfrm>
            <a:off x="3351080" y="3364562"/>
            <a:ext cx="275343" cy="326271"/>
          </a:xfrm>
          <a:prstGeom prst="rect">
            <a:avLst/>
          </a:prstGeom>
          <a:noFill/>
        </p:spPr>
        <p:txBody>
          <a:bodyPr wrap="square" lIns="91440" tIns="45720" rIns="91440" bIns="45720" anchor="ctr">
            <a:noAutofit/>
          </a:bodyPr>
          <a:lstStyle/>
          <a:p>
            <a:pPr algn="ctr"/>
            <a:r>
              <a:rPr lang="en-US" altLang="zh-CN" b="1" dirty="0">
                <a:latin typeface="Arial Narrow" panose="020B0606020202030204" pitchFamily="34" charset="0"/>
              </a:rPr>
              <a:t>3</a:t>
            </a:r>
            <a:endParaRPr lang="zh-CN" altLang="en-US" b="1" dirty="0">
              <a:latin typeface="Arial Narrow" panose="020B0606020202030204" pitchFamily="34" charset="0"/>
            </a:endParaRPr>
          </a:p>
        </p:txBody>
      </p:sp>
      <p:sp>
        <p:nvSpPr>
          <p:cNvPr id="171" name="文本框 170">
            <a:extLst>
              <a:ext uri="{FF2B5EF4-FFF2-40B4-BE49-F238E27FC236}">
                <a16:creationId xmlns:a16="http://schemas.microsoft.com/office/drawing/2014/main" id="{5198A80A-F9E0-4C7D-AEED-79A95B2CD177}"/>
              </a:ext>
            </a:extLst>
          </p:cNvPr>
          <p:cNvSpPr txBox="1"/>
          <p:nvPr/>
        </p:nvSpPr>
        <p:spPr>
          <a:xfrm>
            <a:off x="185301" y="3872041"/>
            <a:ext cx="2078043" cy="369332"/>
          </a:xfrm>
          <a:prstGeom prst="rect">
            <a:avLst/>
          </a:prstGeom>
          <a:noFill/>
        </p:spPr>
        <p:txBody>
          <a:bodyPr wrap="square">
            <a:spAutoFit/>
          </a:bodyPr>
          <a:lstStyle/>
          <a:p>
            <a:pPr algn="ctr"/>
            <a:r>
              <a:rPr lang="en-US" altLang="zh-CN" b="1" dirty="0">
                <a:latin typeface="Arial Narrow" panose="020B0606020202030204" pitchFamily="34" charset="0"/>
              </a:rPr>
              <a:t>00-e1-d5-00-23-a1</a:t>
            </a:r>
            <a:endParaRPr lang="zh-CN" altLang="en-US" dirty="0"/>
          </a:p>
        </p:txBody>
      </p:sp>
      <p:sp>
        <p:nvSpPr>
          <p:cNvPr id="172" name="文本框 171">
            <a:extLst>
              <a:ext uri="{FF2B5EF4-FFF2-40B4-BE49-F238E27FC236}">
                <a16:creationId xmlns:a16="http://schemas.microsoft.com/office/drawing/2014/main" id="{452AE955-1525-43A2-BFEF-FD490FEBCCE1}"/>
              </a:ext>
            </a:extLst>
          </p:cNvPr>
          <p:cNvSpPr txBox="1"/>
          <p:nvPr/>
        </p:nvSpPr>
        <p:spPr>
          <a:xfrm>
            <a:off x="4215636" y="3872041"/>
            <a:ext cx="2078043" cy="369332"/>
          </a:xfrm>
          <a:prstGeom prst="rect">
            <a:avLst/>
          </a:prstGeom>
          <a:noFill/>
        </p:spPr>
        <p:txBody>
          <a:bodyPr wrap="square">
            <a:spAutoFit/>
          </a:bodyPr>
          <a:lstStyle/>
          <a:p>
            <a:pPr algn="ctr"/>
            <a:r>
              <a:rPr lang="en-US" altLang="zh-CN" b="1" dirty="0">
                <a:latin typeface="Arial Narrow" panose="020B0606020202030204" pitchFamily="34" charset="0"/>
              </a:rPr>
              <a:t>00-e1-d5-00-23-c1</a:t>
            </a:r>
            <a:endParaRPr lang="zh-CN" altLang="en-US" dirty="0"/>
          </a:p>
        </p:txBody>
      </p:sp>
      <p:sp>
        <p:nvSpPr>
          <p:cNvPr id="173" name="文本框 172">
            <a:extLst>
              <a:ext uri="{FF2B5EF4-FFF2-40B4-BE49-F238E27FC236}">
                <a16:creationId xmlns:a16="http://schemas.microsoft.com/office/drawing/2014/main" id="{C09FD4FE-21F0-4628-9773-AB55AA6F3509}"/>
              </a:ext>
            </a:extLst>
          </p:cNvPr>
          <p:cNvSpPr txBox="1"/>
          <p:nvPr/>
        </p:nvSpPr>
        <p:spPr>
          <a:xfrm>
            <a:off x="3143481" y="4928527"/>
            <a:ext cx="2078043" cy="369332"/>
          </a:xfrm>
          <a:prstGeom prst="rect">
            <a:avLst/>
          </a:prstGeom>
          <a:noFill/>
        </p:spPr>
        <p:txBody>
          <a:bodyPr wrap="square">
            <a:spAutoFit/>
          </a:bodyPr>
          <a:lstStyle/>
          <a:p>
            <a:pPr algn="ctr"/>
            <a:r>
              <a:rPr lang="en-US" altLang="zh-CN" b="1" dirty="0">
                <a:latin typeface="Arial Narrow" panose="020B0606020202030204" pitchFamily="34" charset="0"/>
              </a:rPr>
              <a:t>00-e1-d5-00-23-b1</a:t>
            </a:r>
            <a:endParaRPr lang="zh-CN" altLang="en-US" dirty="0"/>
          </a:p>
        </p:txBody>
      </p:sp>
      <p:graphicFrame>
        <p:nvGraphicFramePr>
          <p:cNvPr id="24" name="表格 24">
            <a:extLst>
              <a:ext uri="{FF2B5EF4-FFF2-40B4-BE49-F238E27FC236}">
                <a16:creationId xmlns:a16="http://schemas.microsoft.com/office/drawing/2014/main" id="{CDC24889-FBDA-4406-A523-97BE775BF34F}"/>
              </a:ext>
            </a:extLst>
          </p:cNvPr>
          <p:cNvGraphicFramePr>
            <a:graphicFrameLocks noGrp="1"/>
          </p:cNvGraphicFramePr>
          <p:nvPr/>
        </p:nvGraphicFramePr>
        <p:xfrm>
          <a:off x="6577977" y="3364562"/>
          <a:ext cx="4477782" cy="1483360"/>
        </p:xfrm>
        <a:graphic>
          <a:graphicData uri="http://schemas.openxmlformats.org/drawingml/2006/table">
            <a:tbl>
              <a:tblPr firstRow="1" bandRow="1">
                <a:tableStyleId>{5C22544A-7EE6-4342-B048-85BDC9FD1C3A}</a:tableStyleId>
              </a:tblPr>
              <a:tblGrid>
                <a:gridCol w="3013355">
                  <a:extLst>
                    <a:ext uri="{9D8B030D-6E8A-4147-A177-3AD203B41FA5}">
                      <a16:colId xmlns:a16="http://schemas.microsoft.com/office/drawing/2014/main" val="2713634541"/>
                    </a:ext>
                  </a:extLst>
                </a:gridCol>
                <a:gridCol w="1464427">
                  <a:extLst>
                    <a:ext uri="{9D8B030D-6E8A-4147-A177-3AD203B41FA5}">
                      <a16:colId xmlns:a16="http://schemas.microsoft.com/office/drawing/2014/main" val="2892807485"/>
                    </a:ext>
                  </a:extLst>
                </a:gridCol>
              </a:tblGrid>
              <a:tr h="370840">
                <a:tc>
                  <a:txBody>
                    <a:bodyPr/>
                    <a:lstStyle/>
                    <a:p>
                      <a:pPr algn="ctr"/>
                      <a:r>
                        <a:rPr lang="zh-CN" altLang="en-US" b="1" dirty="0">
                          <a:solidFill>
                            <a:schemeClr val="tx1"/>
                          </a:solidFill>
                        </a:rPr>
                        <a:t>目的地址</a:t>
                      </a: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algn="ctr"/>
                      <a:r>
                        <a:rPr lang="zh-CN" altLang="en-US" b="1" dirty="0">
                          <a:solidFill>
                            <a:schemeClr val="tx1"/>
                          </a:solidFill>
                        </a:rPr>
                        <a:t>端口</a:t>
                      </a: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extLst>
                  <a:ext uri="{0D108BD9-81ED-4DB2-BD59-A6C34878D82A}">
                    <a16:rowId xmlns:a16="http://schemas.microsoft.com/office/drawing/2014/main" val="793136129"/>
                  </a:ext>
                </a:extLst>
              </a:tr>
              <a:tr h="370840">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altLang="zh-CN" b="1" dirty="0">
                          <a:latin typeface="Arial Narrow" panose="020B0606020202030204" pitchFamily="34" charset="0"/>
                        </a:rPr>
                        <a:t>00-e1-d5-00-23-b1</a:t>
                      </a:r>
                      <a:endParaRPr lang="zh-CN" altLang="en-US" dirty="0"/>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algn="ctr"/>
                      <a:r>
                        <a:rPr lang="en-US" altLang="zh-CN" b="1" dirty="0">
                          <a:solidFill>
                            <a:schemeClr val="tx1"/>
                          </a:solidFill>
                        </a:rPr>
                        <a:t>2</a:t>
                      </a:r>
                      <a:endParaRPr lang="zh-CN" altLang="en-US" b="1" dirty="0">
                        <a:solidFill>
                          <a:schemeClr val="tx1"/>
                        </a:solidFill>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extLst>
                  <a:ext uri="{0D108BD9-81ED-4DB2-BD59-A6C34878D82A}">
                    <a16:rowId xmlns:a16="http://schemas.microsoft.com/office/drawing/2014/main" val="529624903"/>
                  </a:ext>
                </a:extLst>
              </a:tr>
              <a:tr h="370840">
                <a:tc>
                  <a:txBody>
                    <a:bodyPr/>
                    <a:lstStyle/>
                    <a:p>
                      <a:pPr algn="ctr"/>
                      <a:endParaRPr lang="zh-CN" altLang="en-US" b="1">
                        <a:solidFill>
                          <a:schemeClr val="tx1"/>
                        </a:solidFill>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algn="ctr"/>
                      <a:endParaRPr lang="zh-CN" altLang="en-US" b="1" dirty="0">
                        <a:solidFill>
                          <a:schemeClr val="tx1"/>
                        </a:solidFill>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extLst>
                  <a:ext uri="{0D108BD9-81ED-4DB2-BD59-A6C34878D82A}">
                    <a16:rowId xmlns:a16="http://schemas.microsoft.com/office/drawing/2014/main" val="631672874"/>
                  </a:ext>
                </a:extLst>
              </a:tr>
              <a:tr h="370840">
                <a:tc>
                  <a:txBody>
                    <a:bodyPr/>
                    <a:lstStyle/>
                    <a:p>
                      <a:pPr algn="ctr"/>
                      <a:endParaRPr lang="zh-CN" altLang="en-US" b="1">
                        <a:solidFill>
                          <a:schemeClr val="tx1"/>
                        </a:solidFill>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algn="ctr"/>
                      <a:endParaRPr lang="zh-CN" altLang="en-US" b="1" dirty="0">
                        <a:solidFill>
                          <a:schemeClr val="tx1"/>
                        </a:solidFill>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extLst>
                  <a:ext uri="{0D108BD9-81ED-4DB2-BD59-A6C34878D82A}">
                    <a16:rowId xmlns:a16="http://schemas.microsoft.com/office/drawing/2014/main" val="2784333398"/>
                  </a:ext>
                </a:extLst>
              </a:tr>
            </a:tbl>
          </a:graphicData>
        </a:graphic>
      </p:graphicFrame>
      <p:sp>
        <p:nvSpPr>
          <p:cNvPr id="174" name="íşlïḍè">
            <a:extLst>
              <a:ext uri="{FF2B5EF4-FFF2-40B4-BE49-F238E27FC236}">
                <a16:creationId xmlns:a16="http://schemas.microsoft.com/office/drawing/2014/main" id="{68C318E3-61EF-4CBD-A3D1-A845D378FEC4}"/>
              </a:ext>
            </a:extLst>
          </p:cNvPr>
          <p:cNvSpPr txBox="1"/>
          <p:nvPr/>
        </p:nvSpPr>
        <p:spPr>
          <a:xfrm>
            <a:off x="6024159" y="1749102"/>
            <a:ext cx="472985" cy="419569"/>
          </a:xfrm>
          <a:prstGeom prst="rect">
            <a:avLst/>
          </a:prstGeom>
          <a:noFill/>
        </p:spPr>
        <p:txBody>
          <a:bodyPr wrap="square" lIns="91440" tIns="45720" rIns="91440" bIns="45720" anchor="ctr">
            <a:noAutofit/>
          </a:bodyPr>
          <a:lstStyle/>
          <a:p>
            <a:pPr algn="ctr"/>
            <a:r>
              <a:rPr lang="en-US" altLang="zh-CN" sz="2800" b="1" dirty="0">
                <a:solidFill>
                  <a:schemeClr val="accent1">
                    <a:lumMod val="75000"/>
                  </a:schemeClr>
                </a:solidFill>
                <a:latin typeface="Arial Black" panose="020B0A04020102020204" pitchFamily="34" charset="0"/>
              </a:rPr>
              <a:t>B</a:t>
            </a:r>
            <a:endParaRPr lang="zh-CN" altLang="en-US" sz="2800" b="1" dirty="0">
              <a:solidFill>
                <a:schemeClr val="accent1">
                  <a:lumMod val="75000"/>
                </a:schemeClr>
              </a:solidFill>
              <a:latin typeface="Arial Black" panose="020B0A04020102020204" pitchFamily="34" charset="0"/>
            </a:endParaRPr>
          </a:p>
        </p:txBody>
      </p:sp>
      <p:sp>
        <p:nvSpPr>
          <p:cNvPr id="175" name="íşlïḍè">
            <a:extLst>
              <a:ext uri="{FF2B5EF4-FFF2-40B4-BE49-F238E27FC236}">
                <a16:creationId xmlns:a16="http://schemas.microsoft.com/office/drawing/2014/main" id="{C1614AF6-A49D-4F33-BE8B-57CE28597426}"/>
              </a:ext>
            </a:extLst>
          </p:cNvPr>
          <p:cNvSpPr txBox="1"/>
          <p:nvPr/>
        </p:nvSpPr>
        <p:spPr>
          <a:xfrm>
            <a:off x="742234" y="5390660"/>
            <a:ext cx="718734" cy="419569"/>
          </a:xfrm>
          <a:prstGeom prst="rect">
            <a:avLst/>
          </a:prstGeom>
          <a:noFill/>
        </p:spPr>
        <p:txBody>
          <a:bodyPr wrap="square" lIns="91440" tIns="45720" rIns="91440" bIns="45720" anchor="ctr">
            <a:noAutofit/>
          </a:bodyPr>
          <a:lstStyle/>
          <a:p>
            <a:r>
              <a:rPr lang="zh-CN" altLang="en-US" b="1" dirty="0">
                <a:latin typeface="Arial Narrow" panose="020B0606020202030204" pitchFamily="34" charset="0"/>
              </a:rPr>
              <a:t>解析</a:t>
            </a:r>
          </a:p>
        </p:txBody>
      </p:sp>
      <p:cxnSp>
        <p:nvCxnSpPr>
          <p:cNvPr id="6" name="连接符: 曲线 5">
            <a:extLst>
              <a:ext uri="{FF2B5EF4-FFF2-40B4-BE49-F238E27FC236}">
                <a16:creationId xmlns:a16="http://schemas.microsoft.com/office/drawing/2014/main" id="{CC6D807D-D5EB-41D3-864F-42DC453F096D}"/>
              </a:ext>
            </a:extLst>
          </p:cNvPr>
          <p:cNvCxnSpPr>
            <a:cxnSpLocks/>
            <a:stCxn id="164" idx="0"/>
            <a:endCxn id="162" idx="0"/>
          </p:cNvCxnSpPr>
          <p:nvPr/>
        </p:nvCxnSpPr>
        <p:spPr>
          <a:xfrm rot="16200000" flipV="1">
            <a:off x="3116489" y="1041946"/>
            <a:ext cx="12700" cy="4276338"/>
          </a:xfrm>
          <a:prstGeom prst="curvedConnector3">
            <a:avLst>
              <a:gd name="adj1" fmla="val 3094961"/>
            </a:avLst>
          </a:prstGeom>
          <a:ln w="25400">
            <a:solidFill>
              <a:schemeClr val="accent3"/>
            </a:solidFill>
            <a:prstDash val="dash"/>
            <a:tailEnd type="triangle" w="med" len="lg"/>
          </a:ln>
        </p:spPr>
        <p:style>
          <a:lnRef idx="1">
            <a:schemeClr val="accent1"/>
          </a:lnRef>
          <a:fillRef idx="0">
            <a:schemeClr val="accent1"/>
          </a:fillRef>
          <a:effectRef idx="0">
            <a:schemeClr val="accent1"/>
          </a:effectRef>
          <a:fontRef idx="minor">
            <a:schemeClr val="tx1"/>
          </a:fontRef>
        </p:style>
      </p:cxnSp>
      <p:sp>
        <p:nvSpPr>
          <p:cNvPr id="35" name="文本框 34">
            <a:extLst>
              <a:ext uri="{FF2B5EF4-FFF2-40B4-BE49-F238E27FC236}">
                <a16:creationId xmlns:a16="http://schemas.microsoft.com/office/drawing/2014/main" id="{A1508F2F-CFBF-440C-9D12-655D1347DC25}"/>
              </a:ext>
            </a:extLst>
          </p:cNvPr>
          <p:cNvSpPr txBox="1"/>
          <p:nvPr/>
        </p:nvSpPr>
        <p:spPr>
          <a:xfrm>
            <a:off x="7043301" y="4106242"/>
            <a:ext cx="2078043" cy="369332"/>
          </a:xfrm>
          <a:prstGeom prst="rect">
            <a:avLst/>
          </a:prstGeom>
          <a:noFill/>
        </p:spPr>
        <p:txBody>
          <a:bodyPr wrap="square">
            <a:spAutoFit/>
          </a:bodyPr>
          <a:lstStyle/>
          <a:p>
            <a:pPr algn="ctr"/>
            <a:r>
              <a:rPr lang="en-US" altLang="zh-CN" b="1" dirty="0">
                <a:latin typeface="Arial Narrow" panose="020B0606020202030204" pitchFamily="34" charset="0"/>
              </a:rPr>
              <a:t>00-e1-d5-00-23-a1</a:t>
            </a:r>
            <a:endParaRPr lang="zh-CN" altLang="en-US" dirty="0"/>
          </a:p>
        </p:txBody>
      </p:sp>
      <p:sp>
        <p:nvSpPr>
          <p:cNvPr id="46" name="íşlïḍè">
            <a:extLst>
              <a:ext uri="{FF2B5EF4-FFF2-40B4-BE49-F238E27FC236}">
                <a16:creationId xmlns:a16="http://schemas.microsoft.com/office/drawing/2014/main" id="{B59EB9ED-B413-4FA5-A617-B67BDB9ED8D7}"/>
              </a:ext>
            </a:extLst>
          </p:cNvPr>
          <p:cNvSpPr txBox="1"/>
          <p:nvPr/>
        </p:nvSpPr>
        <p:spPr>
          <a:xfrm>
            <a:off x="1880700" y="5631212"/>
            <a:ext cx="3491445" cy="419569"/>
          </a:xfrm>
          <a:prstGeom prst="rect">
            <a:avLst/>
          </a:prstGeom>
          <a:noFill/>
        </p:spPr>
        <p:txBody>
          <a:bodyPr wrap="square" lIns="91440" tIns="45720" rIns="91440" bIns="45720" anchor="ctr">
            <a:noAutofit/>
          </a:bodyPr>
          <a:lstStyle/>
          <a:p>
            <a:r>
              <a:rPr lang="zh-CN" altLang="en-US" b="1" dirty="0">
                <a:latin typeface="Arial Narrow" panose="020B0606020202030204" pitchFamily="34" charset="0"/>
              </a:rPr>
              <a:t>交换机转发数据帧的端口为</a:t>
            </a:r>
            <a:r>
              <a:rPr lang="en-US" altLang="zh-CN" b="1" dirty="0">
                <a:latin typeface="Arial Narrow" panose="020B0606020202030204" pitchFamily="34" charset="0"/>
              </a:rPr>
              <a:t>{2</a:t>
            </a:r>
            <a:r>
              <a:rPr lang="zh-CN" altLang="en-US" b="1" dirty="0">
                <a:latin typeface="Arial Narrow" panose="020B0606020202030204" pitchFamily="34" charset="0"/>
              </a:rPr>
              <a:t>，</a:t>
            </a:r>
            <a:r>
              <a:rPr lang="en-US" altLang="zh-CN" b="1" dirty="0">
                <a:latin typeface="Arial Narrow" panose="020B0606020202030204" pitchFamily="34" charset="0"/>
              </a:rPr>
              <a:t>3}</a:t>
            </a:r>
            <a:endParaRPr lang="zh-CN" altLang="en-US" b="1" dirty="0">
              <a:latin typeface="Arial Narrow" panose="020B0606020202030204" pitchFamily="34" charset="0"/>
            </a:endParaRPr>
          </a:p>
        </p:txBody>
      </p:sp>
      <p:cxnSp>
        <p:nvCxnSpPr>
          <p:cNvPr id="42" name="直接箭头连接符 41">
            <a:extLst>
              <a:ext uri="{FF2B5EF4-FFF2-40B4-BE49-F238E27FC236}">
                <a16:creationId xmlns:a16="http://schemas.microsoft.com/office/drawing/2014/main" id="{392B230C-AF7A-468E-847F-8405EE56D041}"/>
              </a:ext>
            </a:extLst>
          </p:cNvPr>
          <p:cNvCxnSpPr>
            <a:cxnSpLocks/>
          </p:cNvCxnSpPr>
          <p:nvPr/>
        </p:nvCxnSpPr>
        <p:spPr>
          <a:xfrm flipH="1">
            <a:off x="3634906" y="3514361"/>
            <a:ext cx="1161459" cy="0"/>
          </a:xfrm>
          <a:prstGeom prst="straightConnector1">
            <a:avLst/>
          </a:prstGeom>
          <a:ln w="38100">
            <a:solidFill>
              <a:schemeClr val="accent3"/>
            </a:solidFill>
            <a:tailEnd type="triangle"/>
          </a:ln>
        </p:spPr>
        <p:style>
          <a:lnRef idx="1">
            <a:schemeClr val="accent1"/>
          </a:lnRef>
          <a:fillRef idx="0">
            <a:schemeClr val="accent1"/>
          </a:fillRef>
          <a:effectRef idx="0">
            <a:schemeClr val="accent1"/>
          </a:effectRef>
          <a:fontRef idx="minor">
            <a:schemeClr val="tx1"/>
          </a:fontRef>
        </p:style>
      </p:cxnSp>
      <p:sp>
        <p:nvSpPr>
          <p:cNvPr id="44" name="文本框 43">
            <a:extLst>
              <a:ext uri="{FF2B5EF4-FFF2-40B4-BE49-F238E27FC236}">
                <a16:creationId xmlns:a16="http://schemas.microsoft.com/office/drawing/2014/main" id="{2948D3E2-CA72-49B3-B219-4BA058BEA045}"/>
              </a:ext>
            </a:extLst>
          </p:cNvPr>
          <p:cNvSpPr txBox="1"/>
          <p:nvPr/>
        </p:nvSpPr>
        <p:spPr>
          <a:xfrm>
            <a:off x="7043300" y="4478590"/>
            <a:ext cx="2078043" cy="369332"/>
          </a:xfrm>
          <a:prstGeom prst="rect">
            <a:avLst/>
          </a:prstGeom>
          <a:noFill/>
        </p:spPr>
        <p:txBody>
          <a:bodyPr wrap="square">
            <a:spAutoFit/>
          </a:bodyPr>
          <a:lstStyle/>
          <a:p>
            <a:pPr algn="ctr"/>
            <a:r>
              <a:rPr lang="en-US" altLang="zh-CN" b="1" dirty="0">
                <a:latin typeface="Arial Narrow" panose="020B0606020202030204" pitchFamily="34" charset="0"/>
              </a:rPr>
              <a:t>00-e1-d5-00-23-c1</a:t>
            </a:r>
            <a:endParaRPr lang="zh-CN" altLang="en-US" dirty="0"/>
          </a:p>
        </p:txBody>
      </p:sp>
      <p:sp>
        <p:nvSpPr>
          <p:cNvPr id="47" name="íşlïḍè">
            <a:extLst>
              <a:ext uri="{FF2B5EF4-FFF2-40B4-BE49-F238E27FC236}">
                <a16:creationId xmlns:a16="http://schemas.microsoft.com/office/drawing/2014/main" id="{49F3EE09-3627-4215-964D-D71A823B0F23}"/>
              </a:ext>
            </a:extLst>
          </p:cNvPr>
          <p:cNvSpPr txBox="1"/>
          <p:nvPr/>
        </p:nvSpPr>
        <p:spPr>
          <a:xfrm>
            <a:off x="10180097" y="4500120"/>
            <a:ext cx="275343" cy="326271"/>
          </a:xfrm>
          <a:prstGeom prst="rect">
            <a:avLst/>
          </a:prstGeom>
          <a:noFill/>
        </p:spPr>
        <p:txBody>
          <a:bodyPr wrap="square" lIns="91440" tIns="45720" rIns="91440" bIns="45720" anchor="ctr">
            <a:noAutofit/>
          </a:bodyPr>
          <a:lstStyle/>
          <a:p>
            <a:pPr algn="ctr"/>
            <a:r>
              <a:rPr lang="en-US" altLang="zh-CN" b="1" dirty="0">
                <a:latin typeface="Arial Narrow" panose="020B0606020202030204" pitchFamily="34" charset="0"/>
              </a:rPr>
              <a:t>3</a:t>
            </a:r>
            <a:endParaRPr lang="zh-CN" altLang="en-US" b="1" dirty="0">
              <a:latin typeface="Arial Narrow" panose="020B0606020202030204" pitchFamily="34" charset="0"/>
            </a:endParaRPr>
          </a:p>
        </p:txBody>
      </p:sp>
      <p:grpSp>
        <p:nvGrpSpPr>
          <p:cNvPr id="13" name="组合 12">
            <a:extLst>
              <a:ext uri="{FF2B5EF4-FFF2-40B4-BE49-F238E27FC236}">
                <a16:creationId xmlns:a16="http://schemas.microsoft.com/office/drawing/2014/main" id="{5CFDA522-0523-4AF9-933F-4955B7948A2A}"/>
              </a:ext>
            </a:extLst>
          </p:cNvPr>
          <p:cNvGrpSpPr/>
          <p:nvPr/>
        </p:nvGrpSpPr>
        <p:grpSpPr>
          <a:xfrm>
            <a:off x="1880700" y="3772858"/>
            <a:ext cx="7366173" cy="1176279"/>
            <a:chOff x="1880700" y="3772858"/>
            <a:chExt cx="7366173" cy="1176279"/>
          </a:xfrm>
        </p:grpSpPr>
        <p:sp>
          <p:nvSpPr>
            <p:cNvPr id="37" name="矩形 36">
              <a:extLst>
                <a:ext uri="{FF2B5EF4-FFF2-40B4-BE49-F238E27FC236}">
                  <a16:creationId xmlns:a16="http://schemas.microsoft.com/office/drawing/2014/main" id="{65AC29B2-F355-4910-8706-EDC6D91FEB7E}"/>
                </a:ext>
              </a:extLst>
            </p:cNvPr>
            <p:cNvSpPr/>
            <p:nvPr/>
          </p:nvSpPr>
          <p:spPr>
            <a:xfrm>
              <a:off x="6457624" y="3772858"/>
              <a:ext cx="2789249" cy="1042174"/>
            </a:xfrm>
            <a:prstGeom prst="rect">
              <a:avLst/>
            </a:prstGeom>
            <a:noFill/>
            <a:ln w="25400">
              <a:solidFill>
                <a:schemeClr val="accent1">
                  <a:lumMod val="75000"/>
                </a:schemeClr>
              </a:solid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39" name="iconfont-11673-5560710">
              <a:extLst>
                <a:ext uri="{FF2B5EF4-FFF2-40B4-BE49-F238E27FC236}">
                  <a16:creationId xmlns:a16="http://schemas.microsoft.com/office/drawing/2014/main" id="{7B6EFF5B-7EB2-4C95-A929-08DB4BF7957D}"/>
                </a:ext>
              </a:extLst>
            </p:cNvPr>
            <p:cNvSpPr/>
            <p:nvPr/>
          </p:nvSpPr>
          <p:spPr>
            <a:xfrm>
              <a:off x="6086693" y="4621719"/>
              <a:ext cx="304843" cy="327418"/>
            </a:xfrm>
            <a:custGeom>
              <a:avLst/>
              <a:gdLst>
                <a:gd name="connsiteX0" fmla="*/ 409852 w 609586"/>
                <a:gd name="connsiteY0" fmla="*/ 390766 h 609586"/>
                <a:gd name="connsiteX1" fmla="*/ 396374 w 609586"/>
                <a:gd name="connsiteY1" fmla="*/ 396374 h 609586"/>
                <a:gd name="connsiteX2" fmla="*/ 396374 w 609586"/>
                <a:gd name="connsiteY2" fmla="*/ 423329 h 609586"/>
                <a:gd name="connsiteX3" fmla="*/ 558009 w 609586"/>
                <a:gd name="connsiteY3" fmla="*/ 584964 h 609586"/>
                <a:gd name="connsiteX4" fmla="*/ 584964 w 609586"/>
                <a:gd name="connsiteY4" fmla="*/ 584964 h 609586"/>
                <a:gd name="connsiteX5" fmla="*/ 590536 w 609586"/>
                <a:gd name="connsiteY5" fmla="*/ 571487 h 609586"/>
                <a:gd name="connsiteX6" fmla="*/ 584964 w 609586"/>
                <a:gd name="connsiteY6" fmla="*/ 558009 h 609586"/>
                <a:gd name="connsiteX7" fmla="*/ 423329 w 609586"/>
                <a:gd name="connsiteY7" fmla="*/ 396374 h 609586"/>
                <a:gd name="connsiteX8" fmla="*/ 409852 w 609586"/>
                <a:gd name="connsiteY8" fmla="*/ 390766 h 609586"/>
                <a:gd name="connsiteX9" fmla="*/ 199987 w 609586"/>
                <a:gd name="connsiteY9" fmla="*/ 76185 h 609586"/>
                <a:gd name="connsiteX10" fmla="*/ 76185 w 609586"/>
                <a:gd name="connsiteY10" fmla="*/ 199988 h 609586"/>
                <a:gd name="connsiteX11" fmla="*/ 199987 w 609586"/>
                <a:gd name="connsiteY11" fmla="*/ 323790 h 609586"/>
                <a:gd name="connsiteX12" fmla="*/ 323790 w 609586"/>
                <a:gd name="connsiteY12" fmla="*/ 199988 h 609586"/>
                <a:gd name="connsiteX13" fmla="*/ 199987 w 609586"/>
                <a:gd name="connsiteY13" fmla="*/ 76185 h 609586"/>
                <a:gd name="connsiteX14" fmla="*/ 199987 w 609586"/>
                <a:gd name="connsiteY14" fmla="*/ 57139 h 609586"/>
                <a:gd name="connsiteX15" fmla="*/ 342836 w 609586"/>
                <a:gd name="connsiteY15" fmla="*/ 199988 h 609586"/>
                <a:gd name="connsiteX16" fmla="*/ 199987 w 609586"/>
                <a:gd name="connsiteY16" fmla="*/ 342836 h 609586"/>
                <a:gd name="connsiteX17" fmla="*/ 57139 w 609586"/>
                <a:gd name="connsiteY17" fmla="*/ 199988 h 609586"/>
                <a:gd name="connsiteX18" fmla="*/ 199987 w 609586"/>
                <a:gd name="connsiteY18" fmla="*/ 57139 h 609586"/>
                <a:gd name="connsiteX19" fmla="*/ 200020 w 609586"/>
                <a:gd name="connsiteY19" fmla="*/ 19050 h 609586"/>
                <a:gd name="connsiteX20" fmla="*/ 19050 w 609586"/>
                <a:gd name="connsiteY20" fmla="*/ 200020 h 609586"/>
                <a:gd name="connsiteX21" fmla="*/ 200020 w 609586"/>
                <a:gd name="connsiteY21" fmla="*/ 380991 h 609586"/>
                <a:gd name="connsiteX22" fmla="*/ 380991 w 609586"/>
                <a:gd name="connsiteY22" fmla="*/ 200020 h 609586"/>
                <a:gd name="connsiteX23" fmla="*/ 200020 w 609586"/>
                <a:gd name="connsiteY23" fmla="*/ 19050 h 609586"/>
                <a:gd name="connsiteX24" fmla="*/ 200020 w 609586"/>
                <a:gd name="connsiteY24" fmla="*/ 0 h 609586"/>
                <a:gd name="connsiteX25" fmla="*/ 400041 w 609586"/>
                <a:gd name="connsiteY25" fmla="*/ 200020 h 609586"/>
                <a:gd name="connsiteX26" fmla="*/ 347464 w 609586"/>
                <a:gd name="connsiteY26" fmla="*/ 334701 h 609586"/>
                <a:gd name="connsiteX27" fmla="*/ 349655 w 609586"/>
                <a:gd name="connsiteY27" fmla="*/ 336177 h 609586"/>
                <a:gd name="connsiteX28" fmla="*/ 390707 w 609586"/>
                <a:gd name="connsiteY28" fmla="*/ 377229 h 609586"/>
                <a:gd name="connsiteX29" fmla="*/ 436806 w 609586"/>
                <a:gd name="connsiteY29" fmla="*/ 382896 h 609586"/>
                <a:gd name="connsiteX30" fmla="*/ 598442 w 609586"/>
                <a:gd name="connsiteY30" fmla="*/ 544532 h 609586"/>
                <a:gd name="connsiteX31" fmla="*/ 609586 w 609586"/>
                <a:gd name="connsiteY31" fmla="*/ 571487 h 609586"/>
                <a:gd name="connsiteX32" fmla="*/ 598442 w 609586"/>
                <a:gd name="connsiteY32" fmla="*/ 598442 h 609586"/>
                <a:gd name="connsiteX33" fmla="*/ 571487 w 609586"/>
                <a:gd name="connsiteY33" fmla="*/ 609586 h 609586"/>
                <a:gd name="connsiteX34" fmla="*/ 544579 w 609586"/>
                <a:gd name="connsiteY34" fmla="*/ 598442 h 609586"/>
                <a:gd name="connsiteX35" fmla="*/ 382944 w 609586"/>
                <a:gd name="connsiteY35" fmla="*/ 436806 h 609586"/>
                <a:gd name="connsiteX36" fmla="*/ 377134 w 609586"/>
                <a:gd name="connsiteY36" fmla="*/ 390611 h 609586"/>
                <a:gd name="connsiteX37" fmla="*/ 336177 w 609586"/>
                <a:gd name="connsiteY37" fmla="*/ 349655 h 609586"/>
                <a:gd name="connsiteX38" fmla="*/ 334701 w 609586"/>
                <a:gd name="connsiteY38" fmla="*/ 347464 h 609586"/>
                <a:gd name="connsiteX39" fmla="*/ 200020 w 609586"/>
                <a:gd name="connsiteY39" fmla="*/ 400041 h 609586"/>
                <a:gd name="connsiteX40" fmla="*/ 0 w 609586"/>
                <a:gd name="connsiteY40" fmla="*/ 200020 h 609586"/>
                <a:gd name="connsiteX41" fmla="*/ 200020 w 609586"/>
                <a:gd name="connsiteY41" fmla="*/ 0 h 60958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Lst>
              <a:rect l="l" t="t" r="r" b="b"/>
              <a:pathLst>
                <a:path w="609586" h="609586">
                  <a:moveTo>
                    <a:pt x="409852" y="390766"/>
                  </a:moveTo>
                  <a:cubicBezTo>
                    <a:pt x="404970" y="390766"/>
                    <a:pt x="400089" y="392635"/>
                    <a:pt x="396374" y="396374"/>
                  </a:cubicBezTo>
                  <a:cubicBezTo>
                    <a:pt x="388897" y="403803"/>
                    <a:pt x="388897" y="415900"/>
                    <a:pt x="396374" y="423329"/>
                  </a:cubicBezTo>
                  <a:lnTo>
                    <a:pt x="558009" y="584964"/>
                  </a:lnTo>
                  <a:cubicBezTo>
                    <a:pt x="565581" y="592156"/>
                    <a:pt x="577392" y="592156"/>
                    <a:pt x="584964" y="584964"/>
                  </a:cubicBezTo>
                  <a:cubicBezTo>
                    <a:pt x="588536" y="581345"/>
                    <a:pt x="590536" y="576583"/>
                    <a:pt x="590536" y="571487"/>
                  </a:cubicBezTo>
                  <a:cubicBezTo>
                    <a:pt x="590536" y="566391"/>
                    <a:pt x="588536" y="561629"/>
                    <a:pt x="584964" y="558009"/>
                  </a:cubicBezTo>
                  <a:lnTo>
                    <a:pt x="423329" y="396374"/>
                  </a:lnTo>
                  <a:cubicBezTo>
                    <a:pt x="419614" y="392635"/>
                    <a:pt x="414733" y="390766"/>
                    <a:pt x="409852" y="390766"/>
                  </a:cubicBezTo>
                  <a:close/>
                  <a:moveTo>
                    <a:pt x="199987" y="76185"/>
                  </a:moveTo>
                  <a:cubicBezTo>
                    <a:pt x="131706" y="76185"/>
                    <a:pt x="76185" y="131706"/>
                    <a:pt x="76185" y="199988"/>
                  </a:cubicBezTo>
                  <a:cubicBezTo>
                    <a:pt x="76185" y="268269"/>
                    <a:pt x="131706" y="323790"/>
                    <a:pt x="199987" y="323790"/>
                  </a:cubicBezTo>
                  <a:cubicBezTo>
                    <a:pt x="268269" y="323790"/>
                    <a:pt x="323790" y="268269"/>
                    <a:pt x="323790" y="199988"/>
                  </a:cubicBezTo>
                  <a:cubicBezTo>
                    <a:pt x="323790" y="131706"/>
                    <a:pt x="268269" y="76185"/>
                    <a:pt x="199987" y="76185"/>
                  </a:cubicBezTo>
                  <a:close/>
                  <a:moveTo>
                    <a:pt x="199987" y="57139"/>
                  </a:moveTo>
                  <a:cubicBezTo>
                    <a:pt x="278745" y="57139"/>
                    <a:pt x="342836" y="121230"/>
                    <a:pt x="342836" y="199988"/>
                  </a:cubicBezTo>
                  <a:cubicBezTo>
                    <a:pt x="342836" y="278745"/>
                    <a:pt x="278745" y="342836"/>
                    <a:pt x="199987" y="342836"/>
                  </a:cubicBezTo>
                  <a:cubicBezTo>
                    <a:pt x="121230" y="342836"/>
                    <a:pt x="57139" y="278745"/>
                    <a:pt x="57139" y="199988"/>
                  </a:cubicBezTo>
                  <a:cubicBezTo>
                    <a:pt x="57139" y="121230"/>
                    <a:pt x="121230" y="57139"/>
                    <a:pt x="199987" y="57139"/>
                  </a:cubicBezTo>
                  <a:close/>
                  <a:moveTo>
                    <a:pt x="200020" y="19050"/>
                  </a:moveTo>
                  <a:cubicBezTo>
                    <a:pt x="100248" y="19050"/>
                    <a:pt x="19050" y="100248"/>
                    <a:pt x="19050" y="200020"/>
                  </a:cubicBezTo>
                  <a:cubicBezTo>
                    <a:pt x="19050" y="299793"/>
                    <a:pt x="100248" y="380991"/>
                    <a:pt x="200020" y="380991"/>
                  </a:cubicBezTo>
                  <a:cubicBezTo>
                    <a:pt x="299793" y="380991"/>
                    <a:pt x="380991" y="299793"/>
                    <a:pt x="380991" y="200020"/>
                  </a:cubicBezTo>
                  <a:cubicBezTo>
                    <a:pt x="380991" y="100248"/>
                    <a:pt x="299793" y="19050"/>
                    <a:pt x="200020" y="19050"/>
                  </a:cubicBezTo>
                  <a:close/>
                  <a:moveTo>
                    <a:pt x="200020" y="0"/>
                  </a:moveTo>
                  <a:cubicBezTo>
                    <a:pt x="310317" y="0"/>
                    <a:pt x="400041" y="89723"/>
                    <a:pt x="400041" y="200020"/>
                  </a:cubicBezTo>
                  <a:cubicBezTo>
                    <a:pt x="400041" y="249930"/>
                    <a:pt x="381277" y="297983"/>
                    <a:pt x="347464" y="334701"/>
                  </a:cubicBezTo>
                  <a:cubicBezTo>
                    <a:pt x="348226" y="335129"/>
                    <a:pt x="348988" y="335510"/>
                    <a:pt x="349655" y="336177"/>
                  </a:cubicBezTo>
                  <a:lnTo>
                    <a:pt x="390707" y="377229"/>
                  </a:lnTo>
                  <a:cubicBezTo>
                    <a:pt x="405184" y="369038"/>
                    <a:pt x="424710" y="370847"/>
                    <a:pt x="436806" y="382896"/>
                  </a:cubicBezTo>
                  <a:lnTo>
                    <a:pt x="598442" y="544532"/>
                  </a:lnTo>
                  <a:cubicBezTo>
                    <a:pt x="605633" y="551771"/>
                    <a:pt x="609586" y="561295"/>
                    <a:pt x="609586" y="571487"/>
                  </a:cubicBezTo>
                  <a:cubicBezTo>
                    <a:pt x="609586" y="581678"/>
                    <a:pt x="605633" y="591203"/>
                    <a:pt x="598442" y="598442"/>
                  </a:cubicBezTo>
                  <a:cubicBezTo>
                    <a:pt x="591203" y="605633"/>
                    <a:pt x="581678" y="609586"/>
                    <a:pt x="571487" y="609586"/>
                  </a:cubicBezTo>
                  <a:cubicBezTo>
                    <a:pt x="561295" y="609586"/>
                    <a:pt x="551771" y="605633"/>
                    <a:pt x="544579" y="598442"/>
                  </a:cubicBezTo>
                  <a:lnTo>
                    <a:pt x="382944" y="436806"/>
                  </a:lnTo>
                  <a:cubicBezTo>
                    <a:pt x="370562" y="424615"/>
                    <a:pt x="368180" y="405518"/>
                    <a:pt x="377134" y="390611"/>
                  </a:cubicBezTo>
                  <a:lnTo>
                    <a:pt x="336177" y="349655"/>
                  </a:lnTo>
                  <a:cubicBezTo>
                    <a:pt x="335510" y="348988"/>
                    <a:pt x="335129" y="348226"/>
                    <a:pt x="334701" y="347464"/>
                  </a:cubicBezTo>
                  <a:cubicBezTo>
                    <a:pt x="299126" y="379991"/>
                    <a:pt x="251930" y="400041"/>
                    <a:pt x="200020" y="400041"/>
                  </a:cubicBezTo>
                  <a:cubicBezTo>
                    <a:pt x="89723" y="400041"/>
                    <a:pt x="0" y="310317"/>
                    <a:pt x="0" y="200020"/>
                  </a:cubicBezTo>
                  <a:cubicBezTo>
                    <a:pt x="0" y="89723"/>
                    <a:pt x="89723" y="0"/>
                    <a:pt x="200020" y="0"/>
                  </a:cubicBezTo>
                  <a:close/>
                </a:path>
              </a:pathLst>
            </a:custGeom>
            <a:solidFill>
              <a:schemeClr val="accent1">
                <a:lumMod val="75000"/>
              </a:schemeClr>
            </a:solidFill>
            <a:ln>
              <a:solidFill>
                <a:schemeClr val="accent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cxnSp>
          <p:nvCxnSpPr>
            <p:cNvPr id="11" name="直接箭头连接符 10">
              <a:extLst>
                <a:ext uri="{FF2B5EF4-FFF2-40B4-BE49-F238E27FC236}">
                  <a16:creationId xmlns:a16="http://schemas.microsoft.com/office/drawing/2014/main" id="{980B6C7C-018E-4B87-B6CF-C0F96BAB79D6}"/>
                </a:ext>
              </a:extLst>
            </p:cNvPr>
            <p:cNvCxnSpPr>
              <a:cxnSpLocks/>
            </p:cNvCxnSpPr>
            <p:nvPr/>
          </p:nvCxnSpPr>
          <p:spPr>
            <a:xfrm>
              <a:off x="1880700" y="4234889"/>
              <a:ext cx="4456950" cy="240685"/>
            </a:xfrm>
            <a:prstGeom prst="straightConnector1">
              <a:avLst/>
            </a:prstGeom>
            <a:ln w="25400">
              <a:solidFill>
                <a:schemeClr val="accent1">
                  <a:lumMod val="75000"/>
                </a:schemeClr>
              </a:solidFill>
              <a:prstDash val="dash"/>
              <a:tailEnd type="triangle"/>
            </a:ln>
          </p:spPr>
          <p:style>
            <a:lnRef idx="1">
              <a:schemeClr val="accent1"/>
            </a:lnRef>
            <a:fillRef idx="0">
              <a:schemeClr val="accent1"/>
            </a:fillRef>
            <a:effectRef idx="0">
              <a:schemeClr val="accent1"/>
            </a:effectRef>
            <a:fontRef idx="minor">
              <a:schemeClr val="tx1"/>
            </a:fontRef>
          </p:style>
        </p:cxnSp>
      </p:grpSp>
      <p:sp>
        <p:nvSpPr>
          <p:cNvPr id="48" name="iconfont-11899-5651560">
            <a:extLst>
              <a:ext uri="{FF2B5EF4-FFF2-40B4-BE49-F238E27FC236}">
                <a16:creationId xmlns:a16="http://schemas.microsoft.com/office/drawing/2014/main" id="{4B81E444-0C6B-40F4-B8AC-2CF53AF04AF3}"/>
              </a:ext>
            </a:extLst>
          </p:cNvPr>
          <p:cNvSpPr/>
          <p:nvPr/>
        </p:nvSpPr>
        <p:spPr>
          <a:xfrm>
            <a:off x="8908328" y="4166596"/>
            <a:ext cx="279104" cy="279104"/>
          </a:xfrm>
          <a:custGeom>
            <a:avLst/>
            <a:gdLst>
              <a:gd name="T0" fmla="*/ 4510 w 10378"/>
              <a:gd name="T1" fmla="*/ 5695 h 10377"/>
              <a:gd name="T2" fmla="*/ 3593 w 10378"/>
              <a:gd name="T3" fmla="*/ 4778 h 10377"/>
              <a:gd name="T4" fmla="*/ 2676 w 10378"/>
              <a:gd name="T5" fmla="*/ 4778 h 10377"/>
              <a:gd name="T6" fmla="*/ 2676 w 10378"/>
              <a:gd name="T7" fmla="*/ 5695 h 10377"/>
              <a:gd name="T8" fmla="*/ 3594 w 10378"/>
              <a:gd name="T9" fmla="*/ 6613 h 10377"/>
              <a:gd name="T10" fmla="*/ 4053 w 10378"/>
              <a:gd name="T11" fmla="*/ 7072 h 10377"/>
              <a:gd name="T12" fmla="*/ 4970 w 10378"/>
              <a:gd name="T13" fmla="*/ 7072 h 10377"/>
              <a:gd name="T14" fmla="*/ 7722 w 10378"/>
              <a:gd name="T15" fmla="*/ 4320 h 10377"/>
              <a:gd name="T16" fmla="*/ 7722 w 10378"/>
              <a:gd name="T17" fmla="*/ 3403 h 10377"/>
              <a:gd name="T18" fmla="*/ 6804 w 10378"/>
              <a:gd name="T19" fmla="*/ 3403 h 10377"/>
              <a:gd name="T20" fmla="*/ 4510 w 10378"/>
              <a:gd name="T21" fmla="*/ 5695 h 10377"/>
              <a:gd name="T22" fmla="*/ 5189 w 10378"/>
              <a:gd name="T23" fmla="*/ 10377 h 10377"/>
              <a:gd name="T24" fmla="*/ 0 w 10378"/>
              <a:gd name="T25" fmla="*/ 5188 h 10377"/>
              <a:gd name="T26" fmla="*/ 5189 w 10378"/>
              <a:gd name="T27" fmla="*/ 0 h 10377"/>
              <a:gd name="T28" fmla="*/ 10378 w 10378"/>
              <a:gd name="T29" fmla="*/ 5188 h 10377"/>
              <a:gd name="T30" fmla="*/ 5189 w 10378"/>
              <a:gd name="T31" fmla="*/ 10377 h 103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10378" h="10377">
                <a:moveTo>
                  <a:pt x="4510" y="5695"/>
                </a:moveTo>
                <a:lnTo>
                  <a:pt x="3593" y="4778"/>
                </a:lnTo>
                <a:cubicBezTo>
                  <a:pt x="3339" y="4526"/>
                  <a:pt x="2929" y="4526"/>
                  <a:pt x="2676" y="4778"/>
                </a:cubicBezTo>
                <a:cubicBezTo>
                  <a:pt x="2423" y="5032"/>
                  <a:pt x="2423" y="5442"/>
                  <a:pt x="2676" y="5695"/>
                </a:cubicBezTo>
                <a:lnTo>
                  <a:pt x="3594" y="6613"/>
                </a:lnTo>
                <a:lnTo>
                  <a:pt x="4053" y="7072"/>
                </a:lnTo>
                <a:cubicBezTo>
                  <a:pt x="4307" y="7326"/>
                  <a:pt x="4717" y="7326"/>
                  <a:pt x="4970" y="7072"/>
                </a:cubicBezTo>
                <a:lnTo>
                  <a:pt x="7722" y="4320"/>
                </a:lnTo>
                <a:cubicBezTo>
                  <a:pt x="7975" y="4067"/>
                  <a:pt x="7975" y="3657"/>
                  <a:pt x="7722" y="3403"/>
                </a:cubicBezTo>
                <a:cubicBezTo>
                  <a:pt x="7468" y="3149"/>
                  <a:pt x="7058" y="3149"/>
                  <a:pt x="6804" y="3403"/>
                </a:cubicBezTo>
                <a:lnTo>
                  <a:pt x="4510" y="5695"/>
                </a:lnTo>
                <a:close/>
                <a:moveTo>
                  <a:pt x="5189" y="10377"/>
                </a:moveTo>
                <a:cubicBezTo>
                  <a:pt x="2324" y="10377"/>
                  <a:pt x="0" y="8054"/>
                  <a:pt x="0" y="5188"/>
                </a:cubicBezTo>
                <a:cubicBezTo>
                  <a:pt x="0" y="2322"/>
                  <a:pt x="2324" y="0"/>
                  <a:pt x="5189" y="0"/>
                </a:cubicBezTo>
                <a:cubicBezTo>
                  <a:pt x="8054" y="0"/>
                  <a:pt x="10378" y="2323"/>
                  <a:pt x="10378" y="5188"/>
                </a:cubicBezTo>
                <a:cubicBezTo>
                  <a:pt x="10378" y="8053"/>
                  <a:pt x="8054" y="10377"/>
                  <a:pt x="5189" y="10377"/>
                </a:cubicBezTo>
                <a:close/>
              </a:path>
            </a:pathLst>
          </a:custGeom>
          <a:solidFill>
            <a:schemeClr val="accent4"/>
          </a:solidFill>
          <a:ln>
            <a:solidFill>
              <a:schemeClr val="accent4"/>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5" name="矩形 14">
            <a:extLst>
              <a:ext uri="{FF2B5EF4-FFF2-40B4-BE49-F238E27FC236}">
                <a16:creationId xmlns:a16="http://schemas.microsoft.com/office/drawing/2014/main" id="{920B1576-1FED-4F41-8C32-6B821E559D74}"/>
              </a:ext>
            </a:extLst>
          </p:cNvPr>
          <p:cNvSpPr/>
          <p:nvPr/>
        </p:nvSpPr>
        <p:spPr>
          <a:xfrm>
            <a:off x="10027151" y="4144430"/>
            <a:ext cx="581234" cy="309889"/>
          </a:xfrm>
          <a:prstGeom prst="rect">
            <a:avLst/>
          </a:prstGeom>
          <a:solidFill>
            <a:schemeClr val="accent4"/>
          </a:solidFill>
          <a:ln>
            <a:solidFill>
              <a:schemeClr val="accent4"/>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32" name="íşlïḍè">
            <a:extLst>
              <a:ext uri="{FF2B5EF4-FFF2-40B4-BE49-F238E27FC236}">
                <a16:creationId xmlns:a16="http://schemas.microsoft.com/office/drawing/2014/main" id="{B22437D3-EC39-4E31-8B3D-4AFEFFCC3A49}"/>
              </a:ext>
            </a:extLst>
          </p:cNvPr>
          <p:cNvSpPr txBox="1"/>
          <p:nvPr/>
        </p:nvSpPr>
        <p:spPr>
          <a:xfrm>
            <a:off x="10180097" y="4127772"/>
            <a:ext cx="275343" cy="326271"/>
          </a:xfrm>
          <a:prstGeom prst="rect">
            <a:avLst/>
          </a:prstGeom>
          <a:noFill/>
        </p:spPr>
        <p:txBody>
          <a:bodyPr wrap="square" lIns="91440" tIns="45720" rIns="91440" bIns="45720" anchor="ctr">
            <a:noAutofit/>
          </a:bodyPr>
          <a:lstStyle/>
          <a:p>
            <a:pPr algn="ctr"/>
            <a:r>
              <a:rPr lang="en-US" altLang="zh-CN" b="1" dirty="0">
                <a:latin typeface="Arial Narrow" panose="020B0606020202030204" pitchFamily="34" charset="0"/>
              </a:rPr>
              <a:t>1</a:t>
            </a:r>
            <a:endParaRPr lang="zh-CN" altLang="en-US" b="1" dirty="0">
              <a:latin typeface="Arial Narrow" panose="020B0606020202030204" pitchFamily="34" charset="0"/>
            </a:endParaRPr>
          </a:p>
        </p:txBody>
      </p:sp>
      <p:sp>
        <p:nvSpPr>
          <p:cNvPr id="50" name="íşlïḍè">
            <a:extLst>
              <a:ext uri="{FF2B5EF4-FFF2-40B4-BE49-F238E27FC236}">
                <a16:creationId xmlns:a16="http://schemas.microsoft.com/office/drawing/2014/main" id="{70F275E9-1964-432F-B588-6CC5B947F2AA}"/>
              </a:ext>
            </a:extLst>
          </p:cNvPr>
          <p:cNvSpPr txBox="1"/>
          <p:nvPr/>
        </p:nvSpPr>
        <p:spPr>
          <a:xfrm>
            <a:off x="2210547" y="3623619"/>
            <a:ext cx="718734" cy="645034"/>
          </a:xfrm>
          <a:prstGeom prst="rect">
            <a:avLst/>
          </a:prstGeom>
          <a:noFill/>
        </p:spPr>
        <p:txBody>
          <a:bodyPr wrap="square" lIns="91440" tIns="45720" rIns="91440" bIns="45720" anchor="ctr">
            <a:noAutofit/>
          </a:bodyPr>
          <a:lstStyle/>
          <a:p>
            <a:pPr algn="ctr"/>
            <a:r>
              <a:rPr lang="zh-CN" altLang="en-US" b="1" dirty="0">
                <a:solidFill>
                  <a:schemeClr val="accent3"/>
                </a:solidFill>
                <a:latin typeface="Arial Narrow" panose="020B0606020202030204" pitchFamily="34" charset="0"/>
              </a:rPr>
              <a:t>明确</a:t>
            </a:r>
            <a:endParaRPr lang="en-US" altLang="zh-CN" b="1" dirty="0">
              <a:solidFill>
                <a:schemeClr val="accent3"/>
              </a:solidFill>
              <a:latin typeface="Arial Narrow" panose="020B0606020202030204" pitchFamily="34" charset="0"/>
            </a:endParaRPr>
          </a:p>
          <a:p>
            <a:pPr algn="ctr"/>
            <a:r>
              <a:rPr lang="zh-CN" altLang="en-US" b="1" dirty="0">
                <a:solidFill>
                  <a:schemeClr val="accent3"/>
                </a:solidFill>
                <a:latin typeface="Arial Narrow" panose="020B0606020202030204" pitchFamily="34" charset="0"/>
              </a:rPr>
              <a:t>转发</a:t>
            </a:r>
          </a:p>
        </p:txBody>
      </p:sp>
      <p:cxnSp>
        <p:nvCxnSpPr>
          <p:cNvPr id="51" name="直接箭头连接符 50">
            <a:extLst>
              <a:ext uri="{FF2B5EF4-FFF2-40B4-BE49-F238E27FC236}">
                <a16:creationId xmlns:a16="http://schemas.microsoft.com/office/drawing/2014/main" id="{3769CACA-9891-42F0-A3AE-57D382612541}"/>
              </a:ext>
            </a:extLst>
          </p:cNvPr>
          <p:cNvCxnSpPr>
            <a:cxnSpLocks/>
          </p:cNvCxnSpPr>
          <p:nvPr/>
        </p:nvCxnSpPr>
        <p:spPr>
          <a:xfrm flipH="1">
            <a:off x="1408455" y="3514361"/>
            <a:ext cx="1161459" cy="0"/>
          </a:xfrm>
          <a:prstGeom prst="straightConnector1">
            <a:avLst/>
          </a:prstGeom>
          <a:ln w="38100">
            <a:solidFill>
              <a:schemeClr val="accent3"/>
            </a:solidFill>
            <a:tailEnd type="triangle"/>
          </a:ln>
        </p:spPr>
        <p:style>
          <a:lnRef idx="1">
            <a:schemeClr val="accent1"/>
          </a:lnRef>
          <a:fillRef idx="0">
            <a:schemeClr val="accent1"/>
          </a:fillRef>
          <a:effectRef idx="0">
            <a:schemeClr val="accent1"/>
          </a:effectRef>
          <a:fontRef idx="minor">
            <a:schemeClr val="tx1"/>
          </a:fontRef>
        </p:style>
      </p:cxnSp>
      <p:sp>
        <p:nvSpPr>
          <p:cNvPr id="52" name="íşlïḍè">
            <a:extLst>
              <a:ext uri="{FF2B5EF4-FFF2-40B4-BE49-F238E27FC236}">
                <a16:creationId xmlns:a16="http://schemas.microsoft.com/office/drawing/2014/main" id="{6FC56E2F-A706-4F21-A1CD-51BFF9E22DE9}"/>
              </a:ext>
            </a:extLst>
          </p:cNvPr>
          <p:cNvSpPr txBox="1"/>
          <p:nvPr/>
        </p:nvSpPr>
        <p:spPr>
          <a:xfrm>
            <a:off x="1880699" y="5964565"/>
            <a:ext cx="3491445" cy="419569"/>
          </a:xfrm>
          <a:prstGeom prst="rect">
            <a:avLst/>
          </a:prstGeom>
          <a:noFill/>
        </p:spPr>
        <p:txBody>
          <a:bodyPr wrap="square" lIns="91440" tIns="45720" rIns="91440" bIns="45720" anchor="ctr">
            <a:noAutofit/>
          </a:bodyPr>
          <a:lstStyle/>
          <a:p>
            <a:r>
              <a:rPr lang="zh-CN" altLang="en-US" b="1" dirty="0">
                <a:latin typeface="Arial Narrow" panose="020B0606020202030204" pitchFamily="34" charset="0"/>
              </a:rPr>
              <a:t>交换机转发确认帧的端口为</a:t>
            </a:r>
            <a:r>
              <a:rPr lang="en-US" altLang="zh-CN" b="1" dirty="0">
                <a:latin typeface="Arial Narrow" panose="020B0606020202030204" pitchFamily="34" charset="0"/>
              </a:rPr>
              <a:t>{1}</a:t>
            </a:r>
            <a:endParaRPr lang="zh-CN" altLang="en-US" b="1" dirty="0">
              <a:latin typeface="Arial Narrow" panose="020B0606020202030204" pitchFamily="34" charset="0"/>
            </a:endParaRPr>
          </a:p>
        </p:txBody>
      </p:sp>
      <p:sp>
        <p:nvSpPr>
          <p:cNvPr id="43" name="平行四边形 42">
            <a:extLst>
              <a:ext uri="{FF2B5EF4-FFF2-40B4-BE49-F238E27FC236}">
                <a16:creationId xmlns:a16="http://schemas.microsoft.com/office/drawing/2014/main" id="{1B77D4BA-7798-ACCD-A56C-3E1DC0DF5C81}"/>
              </a:ext>
            </a:extLst>
          </p:cNvPr>
          <p:cNvSpPr/>
          <p:nvPr/>
        </p:nvSpPr>
        <p:spPr>
          <a:xfrm>
            <a:off x="304800" y="749300"/>
            <a:ext cx="675384" cy="387090"/>
          </a:xfrm>
          <a:prstGeom prst="parallelogram">
            <a:avLst/>
          </a:prstGeom>
          <a:solidFill>
            <a:schemeClr val="accent3">
              <a:lumMod val="75000"/>
            </a:schemeClr>
          </a:solidFill>
          <a:ln>
            <a:solidFill>
              <a:schemeClr val="accent3">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CN" sz="2200" dirty="0">
                <a:latin typeface="Impact" panose="020B0806030902050204" pitchFamily="34" charset="0"/>
              </a:rPr>
              <a:t>02</a:t>
            </a:r>
            <a:endParaRPr lang="zh-CN" altLang="en-US" sz="2200" dirty="0">
              <a:latin typeface="Impact" panose="020B0806030902050204" pitchFamily="34" charset="0"/>
            </a:endParaRPr>
          </a:p>
        </p:txBody>
      </p:sp>
    </p:spTree>
    <p:custDataLst>
      <p:tags r:id="rId1"/>
    </p:custDataLst>
    <p:extLst>
      <p:ext uri="{BB962C8B-B14F-4D97-AF65-F5344CB8AC3E}">
        <p14:creationId xmlns:p14="http://schemas.microsoft.com/office/powerpoint/2010/main" val="3993927856"/>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2" presetClass="entr" presetSubtype="8" fill="hold" nodeType="withEffect">
                                  <p:stCondLst>
                                    <p:cond delay="0"/>
                                  </p:stCondLst>
                                  <p:childTnLst>
                                    <p:set>
                                      <p:cBhvr>
                                        <p:cTn id="6" dur="1" fill="hold">
                                          <p:stCondLst>
                                            <p:cond delay="0"/>
                                          </p:stCondLst>
                                        </p:cTn>
                                        <p:tgtEl>
                                          <p:spTgt spid="13"/>
                                        </p:tgtEl>
                                        <p:attrNameLst>
                                          <p:attrName>style.visibility</p:attrName>
                                        </p:attrNameLst>
                                      </p:cBhvr>
                                      <p:to>
                                        <p:strVal val="visible"/>
                                      </p:to>
                                    </p:set>
                                    <p:animEffect transition="in" filter="wipe(left)">
                                      <p:cBhvr>
                                        <p:cTn id="7" dur="1000"/>
                                        <p:tgtEl>
                                          <p:spTgt spid="13"/>
                                        </p:tgtEl>
                                      </p:cBhvr>
                                    </p:animEffect>
                                  </p:childTnLst>
                                </p:cTn>
                              </p:par>
                            </p:childTnLst>
                          </p:cTn>
                        </p:par>
                      </p:childTnLst>
                    </p:cTn>
                  </p:par>
                  <p:par>
                    <p:cTn id="8" fill="hold">
                      <p:stCondLst>
                        <p:cond delay="indefinite"/>
                      </p:stCondLst>
                      <p:childTnLst>
                        <p:par>
                          <p:cTn id="9" fill="hold">
                            <p:stCondLst>
                              <p:cond delay="0"/>
                            </p:stCondLst>
                            <p:childTnLst>
                              <p:par>
                                <p:cTn id="10" presetID="53" presetClass="entr" presetSubtype="16" fill="hold" grpId="0" nodeType="clickEffect">
                                  <p:stCondLst>
                                    <p:cond delay="0"/>
                                  </p:stCondLst>
                                  <p:childTnLst>
                                    <p:set>
                                      <p:cBhvr>
                                        <p:cTn id="11" dur="1" fill="hold">
                                          <p:stCondLst>
                                            <p:cond delay="0"/>
                                          </p:stCondLst>
                                        </p:cTn>
                                        <p:tgtEl>
                                          <p:spTgt spid="48"/>
                                        </p:tgtEl>
                                        <p:attrNameLst>
                                          <p:attrName>style.visibility</p:attrName>
                                        </p:attrNameLst>
                                      </p:cBhvr>
                                      <p:to>
                                        <p:strVal val="visible"/>
                                      </p:to>
                                    </p:set>
                                    <p:anim calcmode="lin" valueType="num">
                                      <p:cBhvr>
                                        <p:cTn id="12" dur="500" fill="hold"/>
                                        <p:tgtEl>
                                          <p:spTgt spid="48"/>
                                        </p:tgtEl>
                                        <p:attrNameLst>
                                          <p:attrName>ppt_w</p:attrName>
                                        </p:attrNameLst>
                                      </p:cBhvr>
                                      <p:tavLst>
                                        <p:tav tm="0">
                                          <p:val>
                                            <p:fltVal val="0"/>
                                          </p:val>
                                        </p:tav>
                                        <p:tav tm="100000">
                                          <p:val>
                                            <p:strVal val="#ppt_w"/>
                                          </p:val>
                                        </p:tav>
                                      </p:tavLst>
                                    </p:anim>
                                    <p:anim calcmode="lin" valueType="num">
                                      <p:cBhvr>
                                        <p:cTn id="13" dur="500" fill="hold"/>
                                        <p:tgtEl>
                                          <p:spTgt spid="48"/>
                                        </p:tgtEl>
                                        <p:attrNameLst>
                                          <p:attrName>ppt_h</p:attrName>
                                        </p:attrNameLst>
                                      </p:cBhvr>
                                      <p:tavLst>
                                        <p:tav tm="0">
                                          <p:val>
                                            <p:fltVal val="0"/>
                                          </p:val>
                                        </p:tav>
                                        <p:tav tm="100000">
                                          <p:val>
                                            <p:strVal val="#ppt_h"/>
                                          </p:val>
                                        </p:tav>
                                      </p:tavLst>
                                    </p:anim>
                                    <p:animEffect transition="in" filter="fade">
                                      <p:cBhvr>
                                        <p:cTn id="14" dur="500"/>
                                        <p:tgtEl>
                                          <p:spTgt spid="48"/>
                                        </p:tgtEl>
                                      </p:cBhvr>
                                    </p:animEffect>
                                  </p:childTnLst>
                                </p:cTn>
                              </p:par>
                            </p:childTnLst>
                          </p:cTn>
                        </p:par>
                      </p:childTnLst>
                    </p:cTn>
                  </p:par>
                  <p:par>
                    <p:cTn id="15" fill="hold">
                      <p:stCondLst>
                        <p:cond delay="indefinite"/>
                      </p:stCondLst>
                      <p:childTnLst>
                        <p:par>
                          <p:cTn id="16" fill="hold">
                            <p:stCondLst>
                              <p:cond delay="0"/>
                            </p:stCondLst>
                            <p:childTnLst>
                              <p:par>
                                <p:cTn id="17" presetID="53" presetClass="entr" presetSubtype="16" fill="hold" grpId="0" nodeType="clickEffect">
                                  <p:stCondLst>
                                    <p:cond delay="0"/>
                                  </p:stCondLst>
                                  <p:childTnLst>
                                    <p:set>
                                      <p:cBhvr>
                                        <p:cTn id="18" dur="1" fill="hold">
                                          <p:stCondLst>
                                            <p:cond delay="0"/>
                                          </p:stCondLst>
                                        </p:cTn>
                                        <p:tgtEl>
                                          <p:spTgt spid="15"/>
                                        </p:tgtEl>
                                        <p:attrNameLst>
                                          <p:attrName>style.visibility</p:attrName>
                                        </p:attrNameLst>
                                      </p:cBhvr>
                                      <p:to>
                                        <p:strVal val="visible"/>
                                      </p:to>
                                    </p:set>
                                    <p:anim calcmode="lin" valueType="num">
                                      <p:cBhvr>
                                        <p:cTn id="19" dur="500" fill="hold"/>
                                        <p:tgtEl>
                                          <p:spTgt spid="15"/>
                                        </p:tgtEl>
                                        <p:attrNameLst>
                                          <p:attrName>ppt_w</p:attrName>
                                        </p:attrNameLst>
                                      </p:cBhvr>
                                      <p:tavLst>
                                        <p:tav tm="0">
                                          <p:val>
                                            <p:fltVal val="0"/>
                                          </p:val>
                                        </p:tav>
                                        <p:tav tm="100000">
                                          <p:val>
                                            <p:strVal val="#ppt_w"/>
                                          </p:val>
                                        </p:tav>
                                      </p:tavLst>
                                    </p:anim>
                                    <p:anim calcmode="lin" valueType="num">
                                      <p:cBhvr>
                                        <p:cTn id="20" dur="500" fill="hold"/>
                                        <p:tgtEl>
                                          <p:spTgt spid="15"/>
                                        </p:tgtEl>
                                        <p:attrNameLst>
                                          <p:attrName>ppt_h</p:attrName>
                                        </p:attrNameLst>
                                      </p:cBhvr>
                                      <p:tavLst>
                                        <p:tav tm="0">
                                          <p:val>
                                            <p:fltVal val="0"/>
                                          </p:val>
                                        </p:tav>
                                        <p:tav tm="100000">
                                          <p:val>
                                            <p:strVal val="#ppt_h"/>
                                          </p:val>
                                        </p:tav>
                                      </p:tavLst>
                                    </p:anim>
                                    <p:animEffect transition="in" filter="fade">
                                      <p:cBhvr>
                                        <p:cTn id="21" dur="500"/>
                                        <p:tgtEl>
                                          <p:spTgt spid="15"/>
                                        </p:tgtEl>
                                      </p:cBhvr>
                                    </p:animEffect>
                                  </p:childTnLst>
                                </p:cTn>
                              </p:par>
                            </p:childTnLst>
                          </p:cTn>
                        </p:par>
                      </p:childTnLst>
                    </p:cTn>
                  </p:par>
                  <p:par>
                    <p:cTn id="22" fill="hold">
                      <p:stCondLst>
                        <p:cond delay="indefinite"/>
                      </p:stCondLst>
                      <p:childTnLst>
                        <p:par>
                          <p:cTn id="23" fill="hold">
                            <p:stCondLst>
                              <p:cond delay="0"/>
                            </p:stCondLst>
                            <p:childTnLst>
                              <p:par>
                                <p:cTn id="24" presetID="53" presetClass="entr" presetSubtype="16" fill="hold" grpId="0" nodeType="clickEffect">
                                  <p:stCondLst>
                                    <p:cond delay="0"/>
                                  </p:stCondLst>
                                  <p:childTnLst>
                                    <p:set>
                                      <p:cBhvr>
                                        <p:cTn id="25" dur="1" fill="hold">
                                          <p:stCondLst>
                                            <p:cond delay="0"/>
                                          </p:stCondLst>
                                        </p:cTn>
                                        <p:tgtEl>
                                          <p:spTgt spid="50"/>
                                        </p:tgtEl>
                                        <p:attrNameLst>
                                          <p:attrName>style.visibility</p:attrName>
                                        </p:attrNameLst>
                                      </p:cBhvr>
                                      <p:to>
                                        <p:strVal val="visible"/>
                                      </p:to>
                                    </p:set>
                                    <p:anim calcmode="lin" valueType="num">
                                      <p:cBhvr>
                                        <p:cTn id="26" dur="500" fill="hold"/>
                                        <p:tgtEl>
                                          <p:spTgt spid="50"/>
                                        </p:tgtEl>
                                        <p:attrNameLst>
                                          <p:attrName>ppt_w</p:attrName>
                                        </p:attrNameLst>
                                      </p:cBhvr>
                                      <p:tavLst>
                                        <p:tav tm="0">
                                          <p:val>
                                            <p:fltVal val="0"/>
                                          </p:val>
                                        </p:tav>
                                        <p:tav tm="100000">
                                          <p:val>
                                            <p:strVal val="#ppt_w"/>
                                          </p:val>
                                        </p:tav>
                                      </p:tavLst>
                                    </p:anim>
                                    <p:anim calcmode="lin" valueType="num">
                                      <p:cBhvr>
                                        <p:cTn id="27" dur="500" fill="hold"/>
                                        <p:tgtEl>
                                          <p:spTgt spid="50"/>
                                        </p:tgtEl>
                                        <p:attrNameLst>
                                          <p:attrName>ppt_h</p:attrName>
                                        </p:attrNameLst>
                                      </p:cBhvr>
                                      <p:tavLst>
                                        <p:tav tm="0">
                                          <p:val>
                                            <p:fltVal val="0"/>
                                          </p:val>
                                        </p:tav>
                                        <p:tav tm="100000">
                                          <p:val>
                                            <p:strVal val="#ppt_h"/>
                                          </p:val>
                                        </p:tav>
                                      </p:tavLst>
                                    </p:anim>
                                    <p:animEffect transition="in" filter="fade">
                                      <p:cBhvr>
                                        <p:cTn id="28" dur="500"/>
                                        <p:tgtEl>
                                          <p:spTgt spid="50"/>
                                        </p:tgtEl>
                                      </p:cBhvr>
                                    </p:animEffect>
                                  </p:childTnLst>
                                </p:cTn>
                              </p:par>
                              <p:par>
                                <p:cTn id="29" presetID="12" presetClass="entr" presetSubtype="2" fill="hold" nodeType="withEffect">
                                  <p:stCondLst>
                                    <p:cond delay="0"/>
                                  </p:stCondLst>
                                  <p:childTnLst>
                                    <p:set>
                                      <p:cBhvr>
                                        <p:cTn id="30" dur="1" fill="hold">
                                          <p:stCondLst>
                                            <p:cond delay="0"/>
                                          </p:stCondLst>
                                        </p:cTn>
                                        <p:tgtEl>
                                          <p:spTgt spid="51"/>
                                        </p:tgtEl>
                                        <p:attrNameLst>
                                          <p:attrName>style.visibility</p:attrName>
                                        </p:attrNameLst>
                                      </p:cBhvr>
                                      <p:to>
                                        <p:strVal val="visible"/>
                                      </p:to>
                                    </p:set>
                                    <p:anim calcmode="lin" valueType="num">
                                      <p:cBhvr additive="base">
                                        <p:cTn id="31" dur="500"/>
                                        <p:tgtEl>
                                          <p:spTgt spid="51"/>
                                        </p:tgtEl>
                                        <p:attrNameLst>
                                          <p:attrName>ppt_x</p:attrName>
                                        </p:attrNameLst>
                                      </p:cBhvr>
                                      <p:tavLst>
                                        <p:tav tm="0">
                                          <p:val>
                                            <p:strVal val="#ppt_x+#ppt_w*1.125000"/>
                                          </p:val>
                                        </p:tav>
                                        <p:tav tm="100000">
                                          <p:val>
                                            <p:strVal val="#ppt_x"/>
                                          </p:val>
                                        </p:tav>
                                      </p:tavLst>
                                    </p:anim>
                                    <p:animEffect transition="in" filter="wipe(left)">
                                      <p:cBhvr>
                                        <p:cTn id="32" dur="500"/>
                                        <p:tgtEl>
                                          <p:spTgt spid="51"/>
                                        </p:tgtEl>
                                      </p:cBhvr>
                                    </p:animEffect>
                                  </p:childTnLst>
                                </p:cTn>
                              </p:par>
                            </p:childTnLst>
                          </p:cTn>
                        </p:par>
                      </p:childTnLst>
                    </p:cTn>
                  </p:par>
                  <p:par>
                    <p:cTn id="33" fill="hold">
                      <p:stCondLst>
                        <p:cond delay="indefinite"/>
                      </p:stCondLst>
                      <p:childTnLst>
                        <p:par>
                          <p:cTn id="34" fill="hold">
                            <p:stCondLst>
                              <p:cond delay="0"/>
                            </p:stCondLst>
                            <p:childTnLst>
                              <p:par>
                                <p:cTn id="35" presetID="1" presetClass="entr" presetSubtype="0" fill="hold" grpId="0" nodeType="clickEffect">
                                  <p:stCondLst>
                                    <p:cond delay="0"/>
                                  </p:stCondLst>
                                  <p:iterate type="lt">
                                    <p:tmAbs val="100"/>
                                  </p:iterate>
                                  <p:childTnLst>
                                    <p:set>
                                      <p:cBhvr>
                                        <p:cTn id="36" dur="1" fill="hold">
                                          <p:stCondLst>
                                            <p:cond delay="0"/>
                                          </p:stCondLst>
                                        </p:cTn>
                                        <p:tgtEl>
                                          <p:spTgt spid="52"/>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8" grpId="0" animBg="1"/>
      <p:bldP spid="15" grpId="0" animBg="1"/>
      <p:bldP spid="50" grpId="0"/>
      <p:bldP spid="52" grpId="0"/>
    </p:bldLst>
  </p:timing>
</p:sld>
</file>

<file path=ppt/slides/slide42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4" name="组合 3">
            <a:extLst>
              <a:ext uri="{FF2B5EF4-FFF2-40B4-BE49-F238E27FC236}">
                <a16:creationId xmlns:a16="http://schemas.microsoft.com/office/drawing/2014/main" id="{9A1EA9F2-FCB6-48C3-935F-7AE7E3AD14AC}"/>
              </a:ext>
            </a:extLst>
          </p:cNvPr>
          <p:cNvGrpSpPr/>
          <p:nvPr/>
        </p:nvGrpSpPr>
        <p:grpSpPr>
          <a:xfrm>
            <a:off x="304800" y="749300"/>
            <a:ext cx="6192344" cy="400110"/>
            <a:chOff x="424117" y="898245"/>
            <a:chExt cx="6192344" cy="400110"/>
          </a:xfrm>
        </p:grpSpPr>
        <p:sp>
          <p:nvSpPr>
            <p:cNvPr id="2" name="平行四边形 1">
              <a:extLst>
                <a:ext uri="{FF2B5EF4-FFF2-40B4-BE49-F238E27FC236}">
                  <a16:creationId xmlns:a16="http://schemas.microsoft.com/office/drawing/2014/main" id="{1F5BAA3F-9845-4F89-A2DD-8222D3E4EDAC}"/>
                </a:ext>
              </a:extLst>
            </p:cNvPr>
            <p:cNvSpPr/>
            <p:nvPr/>
          </p:nvSpPr>
          <p:spPr>
            <a:xfrm>
              <a:off x="424117" y="898245"/>
              <a:ext cx="628306" cy="387090"/>
            </a:xfrm>
            <a:prstGeom prst="parallelogram">
              <a:avLst/>
            </a:prstGeom>
            <a:solidFill>
              <a:schemeClr val="accent3">
                <a:lumMod val="75000"/>
              </a:schemeClr>
            </a:solidFill>
            <a:ln>
              <a:solidFill>
                <a:schemeClr val="accent3">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CN" sz="2200" dirty="0">
                  <a:latin typeface="Impact" panose="020B0806030902050204" pitchFamily="34" charset="0"/>
                </a:rPr>
                <a:t>01</a:t>
              </a:r>
              <a:endParaRPr lang="zh-CN" altLang="en-US" sz="2200" dirty="0">
                <a:latin typeface="Impact" panose="020B0806030902050204" pitchFamily="34" charset="0"/>
              </a:endParaRPr>
            </a:p>
          </p:txBody>
        </p:sp>
        <p:sp>
          <p:nvSpPr>
            <p:cNvPr id="3" name="文本框 2">
              <a:extLst>
                <a:ext uri="{FF2B5EF4-FFF2-40B4-BE49-F238E27FC236}">
                  <a16:creationId xmlns:a16="http://schemas.microsoft.com/office/drawing/2014/main" id="{4D6BD736-A4D3-4F26-AFED-36E11F50F70B}"/>
                </a:ext>
              </a:extLst>
            </p:cNvPr>
            <p:cNvSpPr txBox="1"/>
            <p:nvPr/>
          </p:nvSpPr>
          <p:spPr>
            <a:xfrm>
              <a:off x="1052423" y="898245"/>
              <a:ext cx="5564038" cy="400110"/>
            </a:xfrm>
            <a:prstGeom prst="rect">
              <a:avLst/>
            </a:prstGeom>
            <a:noFill/>
          </p:spPr>
          <p:txBody>
            <a:bodyPr wrap="square" rtlCol="0">
              <a:spAutoFit/>
            </a:bodyPr>
            <a:lstStyle/>
            <a:p>
              <a:r>
                <a:rPr lang="zh-CN" altLang="en-US" sz="2000" b="1" dirty="0">
                  <a:solidFill>
                    <a:schemeClr val="tx1"/>
                  </a:solidFill>
                  <a:latin typeface="Arial Narrow" panose="020B0606020202030204" pitchFamily="34" charset="0"/>
                </a:rPr>
                <a:t>以太网交换机</a:t>
              </a:r>
              <a:endParaRPr lang="en-US" altLang="zh-CN" sz="2000" b="1" dirty="0">
                <a:solidFill>
                  <a:schemeClr val="tx1"/>
                </a:solidFill>
                <a:latin typeface="Arial Narrow" panose="020B0606020202030204" pitchFamily="34" charset="0"/>
              </a:endParaRPr>
            </a:p>
          </p:txBody>
        </p:sp>
      </p:grpSp>
      <p:grpSp>
        <p:nvGrpSpPr>
          <p:cNvPr id="5" name="组合 4">
            <a:extLst>
              <a:ext uri="{FF2B5EF4-FFF2-40B4-BE49-F238E27FC236}">
                <a16:creationId xmlns:a16="http://schemas.microsoft.com/office/drawing/2014/main" id="{B935FB1F-AD9C-4F95-B631-3327FF2FC843}"/>
              </a:ext>
            </a:extLst>
          </p:cNvPr>
          <p:cNvGrpSpPr/>
          <p:nvPr/>
        </p:nvGrpSpPr>
        <p:grpSpPr>
          <a:xfrm>
            <a:off x="788101" y="1250252"/>
            <a:ext cx="11099099" cy="937397"/>
            <a:chOff x="788101" y="1250252"/>
            <a:chExt cx="11099099" cy="937397"/>
          </a:xfrm>
        </p:grpSpPr>
        <p:sp>
          <p:nvSpPr>
            <p:cNvPr id="102" name="íşlïḍè">
              <a:extLst>
                <a:ext uri="{FF2B5EF4-FFF2-40B4-BE49-F238E27FC236}">
                  <a16:creationId xmlns:a16="http://schemas.microsoft.com/office/drawing/2014/main" id="{0D95E7E5-F506-4649-9080-9456A3744336}"/>
                </a:ext>
              </a:extLst>
            </p:cNvPr>
            <p:cNvSpPr txBox="1"/>
            <p:nvPr/>
          </p:nvSpPr>
          <p:spPr>
            <a:xfrm>
              <a:off x="788101" y="1250252"/>
              <a:ext cx="11099099" cy="498850"/>
            </a:xfrm>
            <a:prstGeom prst="rect">
              <a:avLst/>
            </a:prstGeom>
            <a:noFill/>
          </p:spPr>
          <p:txBody>
            <a:bodyPr wrap="square" lIns="91440" tIns="45720" rIns="91440" bIns="45720" anchor="ctr">
              <a:noAutofit/>
            </a:bodyPr>
            <a:lstStyle/>
            <a:p>
              <a:r>
                <a:rPr lang="en-US" altLang="zh-CN" b="1" dirty="0">
                  <a:latin typeface="Arial Narrow" panose="020B0606020202030204" pitchFamily="34" charset="0"/>
                </a:rPr>
                <a:t>【2009</a:t>
              </a:r>
              <a:r>
                <a:rPr lang="zh-CN" altLang="en-US" b="1" dirty="0">
                  <a:latin typeface="Arial Narrow" panose="020B0606020202030204" pitchFamily="34" charset="0"/>
                </a:rPr>
                <a:t>年 题</a:t>
              </a:r>
              <a:r>
                <a:rPr lang="en-US" altLang="zh-CN" b="1" dirty="0">
                  <a:latin typeface="Arial Narrow" panose="020B0606020202030204" pitchFamily="34" charset="0"/>
                </a:rPr>
                <a:t>36】</a:t>
              </a:r>
              <a:r>
                <a:rPr lang="zh-CN" altLang="en-US" b="1" dirty="0">
                  <a:latin typeface="Arial Narrow" panose="020B0606020202030204" pitchFamily="34" charset="0"/>
                </a:rPr>
                <a:t>以太网交换机进行转发决策时使用的</a:t>
              </a:r>
              <a:r>
                <a:rPr lang="en-US" altLang="zh-CN" b="1" dirty="0">
                  <a:latin typeface="Arial Narrow" panose="020B0606020202030204" pitchFamily="34" charset="0"/>
                </a:rPr>
                <a:t>PDU</a:t>
              </a:r>
              <a:r>
                <a:rPr lang="zh-CN" altLang="en-US" b="1" dirty="0">
                  <a:latin typeface="Arial Narrow" panose="020B0606020202030204" pitchFamily="34" charset="0"/>
                </a:rPr>
                <a:t>地址是（      ）。</a:t>
              </a:r>
            </a:p>
          </p:txBody>
        </p:sp>
        <p:sp>
          <p:nvSpPr>
            <p:cNvPr id="133" name="íşlïḍè">
              <a:extLst>
                <a:ext uri="{FF2B5EF4-FFF2-40B4-BE49-F238E27FC236}">
                  <a16:creationId xmlns:a16="http://schemas.microsoft.com/office/drawing/2014/main" id="{77FBDFF3-30D6-4ECB-81F5-2CCD9CC310AE}"/>
                </a:ext>
              </a:extLst>
            </p:cNvPr>
            <p:cNvSpPr txBox="1"/>
            <p:nvPr/>
          </p:nvSpPr>
          <p:spPr>
            <a:xfrm>
              <a:off x="2400910" y="1768080"/>
              <a:ext cx="1861904" cy="419569"/>
            </a:xfrm>
            <a:prstGeom prst="rect">
              <a:avLst/>
            </a:prstGeom>
            <a:noFill/>
          </p:spPr>
          <p:txBody>
            <a:bodyPr wrap="square" lIns="91440" tIns="45720" rIns="91440" bIns="45720" anchor="ctr">
              <a:noAutofit/>
            </a:bodyPr>
            <a:lstStyle/>
            <a:p>
              <a:r>
                <a:rPr lang="en-US" altLang="zh-CN" b="1" dirty="0">
                  <a:latin typeface="Arial Narrow" panose="020B0606020202030204" pitchFamily="34" charset="0"/>
                </a:rPr>
                <a:t>A. </a:t>
              </a:r>
              <a:r>
                <a:rPr lang="zh-CN" altLang="en-US" b="1" dirty="0">
                  <a:latin typeface="Arial Narrow" panose="020B0606020202030204" pitchFamily="34" charset="0"/>
                </a:rPr>
                <a:t>目的物理地址</a:t>
              </a:r>
            </a:p>
          </p:txBody>
        </p:sp>
        <p:sp>
          <p:nvSpPr>
            <p:cNvPr id="134" name="íşlïḍè">
              <a:extLst>
                <a:ext uri="{FF2B5EF4-FFF2-40B4-BE49-F238E27FC236}">
                  <a16:creationId xmlns:a16="http://schemas.microsoft.com/office/drawing/2014/main" id="{A4085E74-358D-47C9-A08A-4CA847FD5A5A}"/>
                </a:ext>
              </a:extLst>
            </p:cNvPr>
            <p:cNvSpPr txBox="1"/>
            <p:nvPr/>
          </p:nvSpPr>
          <p:spPr>
            <a:xfrm>
              <a:off x="4887988" y="1768080"/>
              <a:ext cx="1531887" cy="419569"/>
            </a:xfrm>
            <a:prstGeom prst="rect">
              <a:avLst/>
            </a:prstGeom>
            <a:noFill/>
          </p:spPr>
          <p:txBody>
            <a:bodyPr wrap="square" lIns="91440" tIns="45720" rIns="91440" bIns="45720" anchor="ctr">
              <a:noAutofit/>
            </a:bodyPr>
            <a:lstStyle/>
            <a:p>
              <a:r>
                <a:rPr lang="en-US" altLang="zh-CN" b="1" dirty="0">
                  <a:latin typeface="Arial Narrow" panose="020B0606020202030204" pitchFamily="34" charset="0"/>
                </a:rPr>
                <a:t>B. </a:t>
              </a:r>
              <a:r>
                <a:rPr lang="zh-CN" altLang="en-US" b="1" dirty="0">
                  <a:latin typeface="Arial Narrow" panose="020B0606020202030204" pitchFamily="34" charset="0"/>
                </a:rPr>
                <a:t>目的</a:t>
              </a:r>
              <a:r>
                <a:rPr lang="en-US" altLang="zh-CN" b="1" dirty="0">
                  <a:latin typeface="Arial Narrow" panose="020B0606020202030204" pitchFamily="34" charset="0"/>
                </a:rPr>
                <a:t>IP</a:t>
              </a:r>
              <a:r>
                <a:rPr lang="zh-CN" altLang="en-US" b="1" dirty="0">
                  <a:latin typeface="Arial Narrow" panose="020B0606020202030204" pitchFamily="34" charset="0"/>
                </a:rPr>
                <a:t>地址</a:t>
              </a:r>
            </a:p>
          </p:txBody>
        </p:sp>
        <p:sp>
          <p:nvSpPr>
            <p:cNvPr id="135" name="íşlïḍè">
              <a:extLst>
                <a:ext uri="{FF2B5EF4-FFF2-40B4-BE49-F238E27FC236}">
                  <a16:creationId xmlns:a16="http://schemas.microsoft.com/office/drawing/2014/main" id="{060B6289-C751-4650-BC65-2FB8CB2D0044}"/>
                </a:ext>
              </a:extLst>
            </p:cNvPr>
            <p:cNvSpPr txBox="1"/>
            <p:nvPr/>
          </p:nvSpPr>
          <p:spPr>
            <a:xfrm>
              <a:off x="7045049" y="1768080"/>
              <a:ext cx="1813008" cy="419569"/>
            </a:xfrm>
            <a:prstGeom prst="rect">
              <a:avLst/>
            </a:prstGeom>
            <a:noFill/>
          </p:spPr>
          <p:txBody>
            <a:bodyPr wrap="square" lIns="91440" tIns="45720" rIns="91440" bIns="45720" anchor="ctr">
              <a:noAutofit/>
            </a:bodyPr>
            <a:lstStyle/>
            <a:p>
              <a:r>
                <a:rPr lang="en-US" altLang="zh-CN" b="1" dirty="0">
                  <a:latin typeface="Arial Narrow" panose="020B0606020202030204" pitchFamily="34" charset="0"/>
                </a:rPr>
                <a:t>C. </a:t>
              </a:r>
              <a:r>
                <a:rPr lang="zh-CN" altLang="en-US" b="1" dirty="0">
                  <a:latin typeface="Arial Narrow" panose="020B0606020202030204" pitchFamily="34" charset="0"/>
                </a:rPr>
                <a:t>源物理地址</a:t>
              </a:r>
            </a:p>
          </p:txBody>
        </p:sp>
        <p:sp>
          <p:nvSpPr>
            <p:cNvPr id="160" name="íşlïḍè">
              <a:extLst>
                <a:ext uri="{FF2B5EF4-FFF2-40B4-BE49-F238E27FC236}">
                  <a16:creationId xmlns:a16="http://schemas.microsoft.com/office/drawing/2014/main" id="{9E89E12A-9087-4A36-9F9E-B1092750D62D}"/>
                </a:ext>
              </a:extLst>
            </p:cNvPr>
            <p:cNvSpPr txBox="1"/>
            <p:nvPr/>
          </p:nvSpPr>
          <p:spPr>
            <a:xfrm>
              <a:off x="9483231" y="1768080"/>
              <a:ext cx="1813008" cy="419569"/>
            </a:xfrm>
            <a:prstGeom prst="rect">
              <a:avLst/>
            </a:prstGeom>
            <a:noFill/>
          </p:spPr>
          <p:txBody>
            <a:bodyPr wrap="square" lIns="91440" tIns="45720" rIns="91440" bIns="45720" anchor="ctr">
              <a:noAutofit/>
            </a:bodyPr>
            <a:lstStyle/>
            <a:p>
              <a:r>
                <a:rPr lang="en-US" altLang="zh-CN" b="1" dirty="0">
                  <a:latin typeface="Arial Narrow" panose="020B0606020202030204" pitchFamily="34" charset="0"/>
                </a:rPr>
                <a:t>D. </a:t>
              </a:r>
              <a:r>
                <a:rPr lang="zh-CN" altLang="en-US" b="1" dirty="0">
                  <a:latin typeface="Arial Narrow" panose="020B0606020202030204" pitchFamily="34" charset="0"/>
                </a:rPr>
                <a:t>源</a:t>
              </a:r>
              <a:r>
                <a:rPr lang="en-US" altLang="zh-CN" b="1" dirty="0">
                  <a:latin typeface="Arial Narrow" panose="020B0606020202030204" pitchFamily="34" charset="0"/>
                </a:rPr>
                <a:t>IP</a:t>
              </a:r>
              <a:r>
                <a:rPr lang="zh-CN" altLang="en-US" b="1" dirty="0">
                  <a:latin typeface="Arial Narrow" panose="020B0606020202030204" pitchFamily="34" charset="0"/>
                </a:rPr>
                <a:t>地址</a:t>
              </a:r>
            </a:p>
          </p:txBody>
        </p:sp>
      </p:grpSp>
      <p:sp>
        <p:nvSpPr>
          <p:cNvPr id="174" name="íşlïḍè">
            <a:extLst>
              <a:ext uri="{FF2B5EF4-FFF2-40B4-BE49-F238E27FC236}">
                <a16:creationId xmlns:a16="http://schemas.microsoft.com/office/drawing/2014/main" id="{68C318E3-61EF-4CBD-A3D1-A845D378FEC4}"/>
              </a:ext>
            </a:extLst>
          </p:cNvPr>
          <p:cNvSpPr txBox="1"/>
          <p:nvPr/>
        </p:nvSpPr>
        <p:spPr>
          <a:xfrm>
            <a:off x="7372735" y="1295542"/>
            <a:ext cx="472985" cy="419569"/>
          </a:xfrm>
          <a:prstGeom prst="rect">
            <a:avLst/>
          </a:prstGeom>
          <a:noFill/>
        </p:spPr>
        <p:txBody>
          <a:bodyPr wrap="square" lIns="91440" tIns="45720" rIns="91440" bIns="45720" anchor="ctr">
            <a:noAutofit/>
          </a:bodyPr>
          <a:lstStyle/>
          <a:p>
            <a:pPr algn="ctr"/>
            <a:r>
              <a:rPr lang="en-US" altLang="zh-CN" sz="2800" b="1" dirty="0">
                <a:solidFill>
                  <a:schemeClr val="accent1">
                    <a:lumMod val="75000"/>
                  </a:schemeClr>
                </a:solidFill>
                <a:latin typeface="Arial Black" panose="020B0A04020102020204" pitchFamily="34" charset="0"/>
              </a:rPr>
              <a:t>A</a:t>
            </a:r>
            <a:endParaRPr lang="zh-CN" altLang="en-US" sz="2800" b="1" dirty="0">
              <a:solidFill>
                <a:schemeClr val="accent1">
                  <a:lumMod val="75000"/>
                </a:schemeClr>
              </a:solidFill>
              <a:latin typeface="Arial Black" panose="020B0A04020102020204" pitchFamily="34" charset="0"/>
            </a:endParaRPr>
          </a:p>
        </p:txBody>
      </p:sp>
      <p:sp>
        <p:nvSpPr>
          <p:cNvPr id="43" name="íşlïḍè">
            <a:extLst>
              <a:ext uri="{FF2B5EF4-FFF2-40B4-BE49-F238E27FC236}">
                <a16:creationId xmlns:a16="http://schemas.microsoft.com/office/drawing/2014/main" id="{F80C36A8-AE75-4774-9D93-35A9CED34AAF}"/>
              </a:ext>
            </a:extLst>
          </p:cNvPr>
          <p:cNvSpPr txBox="1"/>
          <p:nvPr/>
        </p:nvSpPr>
        <p:spPr>
          <a:xfrm>
            <a:off x="933106" y="2384323"/>
            <a:ext cx="718734" cy="419569"/>
          </a:xfrm>
          <a:prstGeom prst="rect">
            <a:avLst/>
          </a:prstGeom>
          <a:noFill/>
        </p:spPr>
        <p:txBody>
          <a:bodyPr wrap="square" lIns="91440" tIns="45720" rIns="91440" bIns="45720" anchor="ctr">
            <a:noAutofit/>
          </a:bodyPr>
          <a:lstStyle/>
          <a:p>
            <a:r>
              <a:rPr lang="zh-CN" altLang="en-US" b="1" dirty="0">
                <a:latin typeface="Arial Narrow" panose="020B0606020202030204" pitchFamily="34" charset="0"/>
              </a:rPr>
              <a:t>解析</a:t>
            </a:r>
          </a:p>
        </p:txBody>
      </p:sp>
      <p:sp>
        <p:nvSpPr>
          <p:cNvPr id="45" name="íşlïḍè">
            <a:extLst>
              <a:ext uri="{FF2B5EF4-FFF2-40B4-BE49-F238E27FC236}">
                <a16:creationId xmlns:a16="http://schemas.microsoft.com/office/drawing/2014/main" id="{40575C27-01D2-46D9-9C9B-6E811E3442A5}"/>
              </a:ext>
            </a:extLst>
          </p:cNvPr>
          <p:cNvSpPr txBox="1"/>
          <p:nvPr/>
        </p:nvSpPr>
        <p:spPr>
          <a:xfrm>
            <a:off x="1651840" y="2734075"/>
            <a:ext cx="10235360" cy="620918"/>
          </a:xfrm>
          <a:prstGeom prst="rect">
            <a:avLst/>
          </a:prstGeom>
          <a:noFill/>
        </p:spPr>
        <p:txBody>
          <a:bodyPr wrap="square" lIns="91440" tIns="45720" rIns="91440" bIns="45720" anchor="ctr">
            <a:noAutofit/>
          </a:bodyPr>
          <a:lstStyle/>
          <a:p>
            <a:r>
              <a:rPr lang="en-US" altLang="zh-CN" b="1" dirty="0">
                <a:solidFill>
                  <a:schemeClr val="accent1">
                    <a:lumMod val="75000"/>
                  </a:schemeClr>
                </a:solidFill>
                <a:latin typeface="Arial Narrow" panose="020B0606020202030204" pitchFamily="34" charset="0"/>
              </a:rPr>
              <a:t>        PDU</a:t>
            </a:r>
            <a:r>
              <a:rPr lang="zh-CN" altLang="en-US" b="1" dirty="0">
                <a:latin typeface="Arial Narrow" panose="020B0606020202030204" pitchFamily="34" charset="0"/>
              </a:rPr>
              <a:t>（</a:t>
            </a:r>
            <a:r>
              <a:rPr lang="en-US" altLang="zh-CN" b="1" dirty="0">
                <a:solidFill>
                  <a:schemeClr val="accent1">
                    <a:lumMod val="75000"/>
                  </a:schemeClr>
                </a:solidFill>
                <a:latin typeface="Arial Narrow" panose="020B0606020202030204" pitchFamily="34" charset="0"/>
              </a:rPr>
              <a:t>P</a:t>
            </a:r>
            <a:r>
              <a:rPr lang="en-US" altLang="zh-CN" b="1" dirty="0">
                <a:latin typeface="Arial Narrow" panose="020B0606020202030204" pitchFamily="34" charset="0"/>
              </a:rPr>
              <a:t>rotocol </a:t>
            </a:r>
            <a:r>
              <a:rPr lang="en-US" altLang="zh-CN" b="1" dirty="0">
                <a:solidFill>
                  <a:schemeClr val="accent1">
                    <a:lumMod val="75000"/>
                  </a:schemeClr>
                </a:solidFill>
                <a:latin typeface="Arial Narrow" panose="020B0606020202030204" pitchFamily="34" charset="0"/>
              </a:rPr>
              <a:t>D</a:t>
            </a:r>
            <a:r>
              <a:rPr lang="en-US" altLang="zh-CN" b="1" dirty="0">
                <a:latin typeface="Arial Narrow" panose="020B0606020202030204" pitchFamily="34" charset="0"/>
              </a:rPr>
              <a:t>ata </a:t>
            </a:r>
            <a:r>
              <a:rPr lang="en-US" altLang="zh-CN" b="1" dirty="0">
                <a:solidFill>
                  <a:schemeClr val="accent1">
                    <a:lumMod val="75000"/>
                  </a:schemeClr>
                </a:solidFill>
                <a:latin typeface="Arial Narrow" panose="020B0606020202030204" pitchFamily="34" charset="0"/>
              </a:rPr>
              <a:t>U</a:t>
            </a:r>
            <a:r>
              <a:rPr lang="en-US" altLang="zh-CN" b="1" dirty="0">
                <a:latin typeface="Arial Narrow" panose="020B0606020202030204" pitchFamily="34" charset="0"/>
              </a:rPr>
              <a:t>nit</a:t>
            </a:r>
            <a:r>
              <a:rPr lang="zh-CN" altLang="en-US" b="1" dirty="0">
                <a:latin typeface="Arial Narrow" panose="020B0606020202030204" pitchFamily="34" charset="0"/>
              </a:rPr>
              <a:t>）的意思是</a:t>
            </a:r>
            <a:r>
              <a:rPr lang="zh-CN" altLang="en-US" b="1" dirty="0">
                <a:solidFill>
                  <a:schemeClr val="accent1">
                    <a:lumMod val="75000"/>
                  </a:schemeClr>
                </a:solidFill>
                <a:latin typeface="Arial Narrow" panose="020B0606020202030204" pitchFamily="34" charset="0"/>
              </a:rPr>
              <a:t>协议数据单元</a:t>
            </a:r>
            <a:r>
              <a:rPr lang="zh-CN" altLang="en-US" b="1" dirty="0">
                <a:latin typeface="Arial Narrow" panose="020B0606020202030204" pitchFamily="34" charset="0"/>
              </a:rPr>
              <a:t>，它是计算机网络体系结构中对等实体间逻辑通信的对象。</a:t>
            </a:r>
          </a:p>
        </p:txBody>
      </p:sp>
      <p:sp>
        <p:nvSpPr>
          <p:cNvPr id="49" name="íşlïḍè">
            <a:extLst>
              <a:ext uri="{FF2B5EF4-FFF2-40B4-BE49-F238E27FC236}">
                <a16:creationId xmlns:a16="http://schemas.microsoft.com/office/drawing/2014/main" id="{F1648585-F86C-494B-8259-DF84EF6D96AC}"/>
              </a:ext>
            </a:extLst>
          </p:cNvPr>
          <p:cNvSpPr txBox="1"/>
          <p:nvPr/>
        </p:nvSpPr>
        <p:spPr>
          <a:xfrm>
            <a:off x="1651840" y="3474566"/>
            <a:ext cx="10235360" cy="620918"/>
          </a:xfrm>
          <a:prstGeom prst="rect">
            <a:avLst/>
          </a:prstGeom>
          <a:noFill/>
        </p:spPr>
        <p:txBody>
          <a:bodyPr wrap="square" lIns="91440" tIns="45720" rIns="91440" bIns="45720" anchor="ctr">
            <a:noAutofit/>
          </a:bodyPr>
          <a:lstStyle/>
          <a:p>
            <a:r>
              <a:rPr lang="zh-CN" altLang="en-US" b="1" dirty="0">
                <a:latin typeface="Arial Narrow" panose="020B0606020202030204" pitchFamily="34" charset="0"/>
              </a:rPr>
              <a:t>        以太网交换机工作在数据链路层（包括物理层），它接收并转发的</a:t>
            </a:r>
            <a:r>
              <a:rPr lang="en-US" altLang="zh-CN" b="1" dirty="0">
                <a:latin typeface="Arial Narrow" panose="020B0606020202030204" pitchFamily="34" charset="0"/>
              </a:rPr>
              <a:t>PDU</a:t>
            </a:r>
            <a:r>
              <a:rPr lang="zh-CN" altLang="en-US" b="1" dirty="0">
                <a:latin typeface="Arial Narrow" panose="020B0606020202030204" pitchFamily="34" charset="0"/>
              </a:rPr>
              <a:t>通常称为</a:t>
            </a:r>
            <a:r>
              <a:rPr lang="zh-CN" altLang="en-US" b="1" dirty="0">
                <a:solidFill>
                  <a:schemeClr val="accent1">
                    <a:lumMod val="75000"/>
                  </a:schemeClr>
                </a:solidFill>
                <a:latin typeface="Arial Narrow" panose="020B0606020202030204" pitchFamily="34" charset="0"/>
              </a:rPr>
              <a:t>帧</a:t>
            </a:r>
            <a:r>
              <a:rPr lang="zh-CN" altLang="en-US" b="1" dirty="0">
                <a:latin typeface="Arial Narrow" panose="020B0606020202030204" pitchFamily="34" charset="0"/>
              </a:rPr>
              <a:t>。以太网交换机收到帧后，在转发表中查找帧的</a:t>
            </a:r>
            <a:r>
              <a:rPr lang="zh-CN" altLang="en-US" b="1" dirty="0">
                <a:solidFill>
                  <a:schemeClr val="accent1">
                    <a:lumMod val="75000"/>
                  </a:schemeClr>
                </a:solidFill>
                <a:latin typeface="Arial Narrow" panose="020B0606020202030204" pitchFamily="34" charset="0"/>
              </a:rPr>
              <a:t>目的</a:t>
            </a:r>
            <a:r>
              <a:rPr lang="en-US" altLang="zh-CN" b="1" dirty="0">
                <a:solidFill>
                  <a:schemeClr val="accent1">
                    <a:lumMod val="75000"/>
                  </a:schemeClr>
                </a:solidFill>
                <a:latin typeface="Arial Narrow" panose="020B0606020202030204" pitchFamily="34" charset="0"/>
              </a:rPr>
              <a:t>MAC</a:t>
            </a:r>
            <a:r>
              <a:rPr lang="zh-CN" altLang="en-US" b="1" dirty="0">
                <a:solidFill>
                  <a:schemeClr val="accent1">
                    <a:lumMod val="75000"/>
                  </a:schemeClr>
                </a:solidFill>
                <a:latin typeface="Arial Narrow" panose="020B0606020202030204" pitchFamily="34" charset="0"/>
              </a:rPr>
              <a:t>地址</a:t>
            </a:r>
            <a:r>
              <a:rPr lang="zh-CN" altLang="en-US" b="1" dirty="0">
                <a:latin typeface="Arial Narrow" panose="020B0606020202030204" pitchFamily="34" charset="0"/>
              </a:rPr>
              <a:t>所对应的接口号，然后通过该接口转发帧。</a:t>
            </a:r>
          </a:p>
        </p:txBody>
      </p:sp>
      <p:sp>
        <p:nvSpPr>
          <p:cNvPr id="53" name="íşlïḍè">
            <a:extLst>
              <a:ext uri="{FF2B5EF4-FFF2-40B4-BE49-F238E27FC236}">
                <a16:creationId xmlns:a16="http://schemas.microsoft.com/office/drawing/2014/main" id="{9BA1B6B8-BE2A-4962-A76F-3480E7885E86}"/>
              </a:ext>
            </a:extLst>
          </p:cNvPr>
          <p:cNvSpPr txBox="1"/>
          <p:nvPr/>
        </p:nvSpPr>
        <p:spPr>
          <a:xfrm>
            <a:off x="1651840" y="4298787"/>
            <a:ext cx="10235360" cy="620918"/>
          </a:xfrm>
          <a:prstGeom prst="rect">
            <a:avLst/>
          </a:prstGeom>
          <a:noFill/>
        </p:spPr>
        <p:txBody>
          <a:bodyPr wrap="square" lIns="91440" tIns="45720" rIns="91440" bIns="45720" anchor="ctr">
            <a:noAutofit/>
          </a:bodyPr>
          <a:lstStyle/>
          <a:p>
            <a:r>
              <a:rPr lang="zh-CN" altLang="en-US" b="1" dirty="0">
                <a:latin typeface="Arial Narrow" panose="020B0606020202030204" pitchFamily="34" charset="0"/>
              </a:rPr>
              <a:t>        </a:t>
            </a:r>
            <a:r>
              <a:rPr lang="en-US" altLang="zh-CN" b="1" dirty="0">
                <a:solidFill>
                  <a:schemeClr val="accent1">
                    <a:lumMod val="75000"/>
                  </a:schemeClr>
                </a:solidFill>
                <a:latin typeface="Arial Narrow" panose="020B0606020202030204" pitchFamily="34" charset="0"/>
              </a:rPr>
              <a:t>MAC</a:t>
            </a:r>
            <a:r>
              <a:rPr lang="zh-CN" altLang="en-US" b="1" dirty="0">
                <a:solidFill>
                  <a:schemeClr val="accent1">
                    <a:lumMod val="75000"/>
                  </a:schemeClr>
                </a:solidFill>
                <a:latin typeface="Arial Narrow" panose="020B0606020202030204" pitchFamily="34" charset="0"/>
              </a:rPr>
              <a:t>地址又称为硬件地址或物理地址</a:t>
            </a:r>
            <a:r>
              <a:rPr lang="zh-CN" altLang="en-US" b="1" dirty="0">
                <a:latin typeface="Arial Narrow" panose="020B0606020202030204" pitchFamily="34" charset="0"/>
              </a:rPr>
              <a:t>。请注意：不要被“物理”二字误导认为物理地址属于物理层范畴，物理地址属于数据链路层范畴。</a:t>
            </a:r>
          </a:p>
        </p:txBody>
      </p:sp>
      <p:sp>
        <p:nvSpPr>
          <p:cNvPr id="16" name="平行四边形 15">
            <a:extLst>
              <a:ext uri="{FF2B5EF4-FFF2-40B4-BE49-F238E27FC236}">
                <a16:creationId xmlns:a16="http://schemas.microsoft.com/office/drawing/2014/main" id="{792A6779-EC2B-86CD-3AF1-83E69B469DA5}"/>
              </a:ext>
            </a:extLst>
          </p:cNvPr>
          <p:cNvSpPr/>
          <p:nvPr/>
        </p:nvSpPr>
        <p:spPr>
          <a:xfrm>
            <a:off x="304800" y="749300"/>
            <a:ext cx="675384" cy="387090"/>
          </a:xfrm>
          <a:prstGeom prst="parallelogram">
            <a:avLst/>
          </a:prstGeom>
          <a:solidFill>
            <a:schemeClr val="accent3">
              <a:lumMod val="75000"/>
            </a:schemeClr>
          </a:solidFill>
          <a:ln>
            <a:solidFill>
              <a:schemeClr val="accent3">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CN" sz="2200" dirty="0">
                <a:latin typeface="Impact" panose="020B0806030902050204" pitchFamily="34" charset="0"/>
              </a:rPr>
              <a:t>02</a:t>
            </a:r>
            <a:endParaRPr lang="zh-CN" altLang="en-US" sz="2200" dirty="0">
              <a:latin typeface="Impact" panose="020B0806030902050204" pitchFamily="34" charset="0"/>
            </a:endParaRPr>
          </a:p>
        </p:txBody>
      </p:sp>
    </p:spTree>
    <p:custDataLst>
      <p:tags r:id="rId1"/>
    </p:custDataLst>
    <p:extLst>
      <p:ext uri="{BB962C8B-B14F-4D97-AF65-F5344CB8AC3E}">
        <p14:creationId xmlns:p14="http://schemas.microsoft.com/office/powerpoint/2010/main" val="2451108428"/>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30" presetClass="entr" presetSubtype="0" fill="hold" nodeType="withEffect">
                                  <p:stCondLst>
                                    <p:cond delay="0"/>
                                  </p:stCondLst>
                                  <p:childTnLst>
                                    <p:set>
                                      <p:cBhvr>
                                        <p:cTn id="6" dur="1" fill="hold">
                                          <p:stCondLst>
                                            <p:cond delay="0"/>
                                          </p:stCondLst>
                                        </p:cTn>
                                        <p:tgtEl>
                                          <p:spTgt spid="5"/>
                                        </p:tgtEl>
                                        <p:attrNameLst>
                                          <p:attrName>style.visibility</p:attrName>
                                        </p:attrNameLst>
                                      </p:cBhvr>
                                      <p:to>
                                        <p:strVal val="visible"/>
                                      </p:to>
                                    </p:set>
                                    <p:animEffect transition="in" filter="fade">
                                      <p:cBhvr>
                                        <p:cTn id="7" dur="800" decel="100000"/>
                                        <p:tgtEl>
                                          <p:spTgt spid="5"/>
                                        </p:tgtEl>
                                      </p:cBhvr>
                                    </p:animEffect>
                                    <p:anim calcmode="lin" valueType="num">
                                      <p:cBhvr>
                                        <p:cTn id="8" dur="800" decel="100000" fill="hold"/>
                                        <p:tgtEl>
                                          <p:spTgt spid="5"/>
                                        </p:tgtEl>
                                        <p:attrNameLst>
                                          <p:attrName>style.rotation</p:attrName>
                                        </p:attrNameLst>
                                      </p:cBhvr>
                                      <p:tavLst>
                                        <p:tav tm="0">
                                          <p:val>
                                            <p:fltVal val="-90"/>
                                          </p:val>
                                        </p:tav>
                                        <p:tav tm="100000">
                                          <p:val>
                                            <p:fltVal val="0"/>
                                          </p:val>
                                        </p:tav>
                                      </p:tavLst>
                                    </p:anim>
                                    <p:anim calcmode="lin" valueType="num">
                                      <p:cBhvr>
                                        <p:cTn id="9" dur="800" decel="100000" fill="hold"/>
                                        <p:tgtEl>
                                          <p:spTgt spid="5"/>
                                        </p:tgtEl>
                                        <p:attrNameLst>
                                          <p:attrName>ppt_x</p:attrName>
                                        </p:attrNameLst>
                                      </p:cBhvr>
                                      <p:tavLst>
                                        <p:tav tm="0">
                                          <p:val>
                                            <p:strVal val="#ppt_x+0.4"/>
                                          </p:val>
                                        </p:tav>
                                        <p:tav tm="100000">
                                          <p:val>
                                            <p:strVal val="#ppt_x-0.05"/>
                                          </p:val>
                                        </p:tav>
                                      </p:tavLst>
                                    </p:anim>
                                    <p:anim calcmode="lin" valueType="num">
                                      <p:cBhvr>
                                        <p:cTn id="10" dur="800" decel="100000" fill="hold"/>
                                        <p:tgtEl>
                                          <p:spTgt spid="5"/>
                                        </p:tgtEl>
                                        <p:attrNameLst>
                                          <p:attrName>ppt_y</p:attrName>
                                        </p:attrNameLst>
                                      </p:cBhvr>
                                      <p:tavLst>
                                        <p:tav tm="0">
                                          <p:val>
                                            <p:strVal val="#ppt_y-0.4"/>
                                          </p:val>
                                        </p:tav>
                                        <p:tav tm="100000">
                                          <p:val>
                                            <p:strVal val="#ppt_y+0.1"/>
                                          </p:val>
                                        </p:tav>
                                      </p:tavLst>
                                    </p:anim>
                                    <p:anim calcmode="lin" valueType="num">
                                      <p:cBhvr>
                                        <p:cTn id="11" dur="200" accel="100000" fill="hold">
                                          <p:stCondLst>
                                            <p:cond delay="800"/>
                                          </p:stCondLst>
                                        </p:cTn>
                                        <p:tgtEl>
                                          <p:spTgt spid="5"/>
                                        </p:tgtEl>
                                        <p:attrNameLst>
                                          <p:attrName>ppt_x</p:attrName>
                                        </p:attrNameLst>
                                      </p:cBhvr>
                                      <p:tavLst>
                                        <p:tav tm="0">
                                          <p:val>
                                            <p:strVal val="#ppt_x-0.05"/>
                                          </p:val>
                                        </p:tav>
                                        <p:tav tm="100000">
                                          <p:val>
                                            <p:strVal val="#ppt_x"/>
                                          </p:val>
                                        </p:tav>
                                      </p:tavLst>
                                    </p:anim>
                                    <p:anim calcmode="lin" valueType="num">
                                      <p:cBhvr>
                                        <p:cTn id="12" dur="200" accel="100000" fill="hold">
                                          <p:stCondLst>
                                            <p:cond delay="800"/>
                                          </p:stCondLst>
                                        </p:cTn>
                                        <p:tgtEl>
                                          <p:spTgt spid="5"/>
                                        </p:tgtEl>
                                        <p:attrNameLst>
                                          <p:attrName>ppt_y</p:attrName>
                                        </p:attrNameLst>
                                      </p:cBhvr>
                                      <p:tavLst>
                                        <p:tav tm="0">
                                          <p:val>
                                            <p:strVal val="#ppt_y+0.1"/>
                                          </p:val>
                                        </p:tav>
                                        <p:tav tm="100000">
                                          <p:val>
                                            <p:strVal val="#ppt_y"/>
                                          </p:val>
                                        </p:tav>
                                      </p:tavLst>
                                    </p:anim>
                                  </p:childTnLst>
                                </p:cTn>
                              </p:par>
                            </p:childTnLst>
                          </p:cTn>
                        </p:par>
                      </p:childTnLst>
                    </p:cTn>
                  </p:par>
                  <p:par>
                    <p:cTn id="13" fill="hold">
                      <p:stCondLst>
                        <p:cond delay="indefinite"/>
                      </p:stCondLst>
                      <p:childTnLst>
                        <p:par>
                          <p:cTn id="14" fill="hold">
                            <p:stCondLst>
                              <p:cond delay="0"/>
                            </p:stCondLst>
                            <p:childTnLst>
                              <p:par>
                                <p:cTn id="15" presetID="30" presetClass="entr" presetSubtype="0" fill="hold" grpId="0" nodeType="clickEffect">
                                  <p:stCondLst>
                                    <p:cond delay="0"/>
                                  </p:stCondLst>
                                  <p:childTnLst>
                                    <p:set>
                                      <p:cBhvr>
                                        <p:cTn id="16" dur="1" fill="hold">
                                          <p:stCondLst>
                                            <p:cond delay="0"/>
                                          </p:stCondLst>
                                        </p:cTn>
                                        <p:tgtEl>
                                          <p:spTgt spid="174"/>
                                        </p:tgtEl>
                                        <p:attrNameLst>
                                          <p:attrName>style.visibility</p:attrName>
                                        </p:attrNameLst>
                                      </p:cBhvr>
                                      <p:to>
                                        <p:strVal val="visible"/>
                                      </p:to>
                                    </p:set>
                                    <p:animEffect transition="in" filter="fade">
                                      <p:cBhvr>
                                        <p:cTn id="17" dur="800" decel="100000"/>
                                        <p:tgtEl>
                                          <p:spTgt spid="174"/>
                                        </p:tgtEl>
                                      </p:cBhvr>
                                    </p:animEffect>
                                    <p:anim calcmode="lin" valueType="num">
                                      <p:cBhvr>
                                        <p:cTn id="18" dur="800" decel="100000" fill="hold"/>
                                        <p:tgtEl>
                                          <p:spTgt spid="174"/>
                                        </p:tgtEl>
                                        <p:attrNameLst>
                                          <p:attrName>style.rotation</p:attrName>
                                        </p:attrNameLst>
                                      </p:cBhvr>
                                      <p:tavLst>
                                        <p:tav tm="0">
                                          <p:val>
                                            <p:fltVal val="-90"/>
                                          </p:val>
                                        </p:tav>
                                        <p:tav tm="100000">
                                          <p:val>
                                            <p:fltVal val="0"/>
                                          </p:val>
                                        </p:tav>
                                      </p:tavLst>
                                    </p:anim>
                                    <p:anim calcmode="lin" valueType="num">
                                      <p:cBhvr>
                                        <p:cTn id="19" dur="800" decel="100000" fill="hold"/>
                                        <p:tgtEl>
                                          <p:spTgt spid="174"/>
                                        </p:tgtEl>
                                        <p:attrNameLst>
                                          <p:attrName>ppt_x</p:attrName>
                                        </p:attrNameLst>
                                      </p:cBhvr>
                                      <p:tavLst>
                                        <p:tav tm="0">
                                          <p:val>
                                            <p:strVal val="#ppt_x+0.4"/>
                                          </p:val>
                                        </p:tav>
                                        <p:tav tm="100000">
                                          <p:val>
                                            <p:strVal val="#ppt_x-0.05"/>
                                          </p:val>
                                        </p:tav>
                                      </p:tavLst>
                                    </p:anim>
                                    <p:anim calcmode="lin" valueType="num">
                                      <p:cBhvr>
                                        <p:cTn id="20" dur="800" decel="100000" fill="hold"/>
                                        <p:tgtEl>
                                          <p:spTgt spid="174"/>
                                        </p:tgtEl>
                                        <p:attrNameLst>
                                          <p:attrName>ppt_y</p:attrName>
                                        </p:attrNameLst>
                                      </p:cBhvr>
                                      <p:tavLst>
                                        <p:tav tm="0">
                                          <p:val>
                                            <p:strVal val="#ppt_y-0.4"/>
                                          </p:val>
                                        </p:tav>
                                        <p:tav tm="100000">
                                          <p:val>
                                            <p:strVal val="#ppt_y+0.1"/>
                                          </p:val>
                                        </p:tav>
                                      </p:tavLst>
                                    </p:anim>
                                    <p:anim calcmode="lin" valueType="num">
                                      <p:cBhvr>
                                        <p:cTn id="21" dur="200" accel="100000" fill="hold">
                                          <p:stCondLst>
                                            <p:cond delay="800"/>
                                          </p:stCondLst>
                                        </p:cTn>
                                        <p:tgtEl>
                                          <p:spTgt spid="174"/>
                                        </p:tgtEl>
                                        <p:attrNameLst>
                                          <p:attrName>ppt_x</p:attrName>
                                        </p:attrNameLst>
                                      </p:cBhvr>
                                      <p:tavLst>
                                        <p:tav tm="0">
                                          <p:val>
                                            <p:strVal val="#ppt_x-0.05"/>
                                          </p:val>
                                        </p:tav>
                                        <p:tav tm="100000">
                                          <p:val>
                                            <p:strVal val="#ppt_x"/>
                                          </p:val>
                                        </p:tav>
                                      </p:tavLst>
                                    </p:anim>
                                    <p:anim calcmode="lin" valueType="num">
                                      <p:cBhvr>
                                        <p:cTn id="22" dur="200" accel="100000" fill="hold">
                                          <p:stCondLst>
                                            <p:cond delay="800"/>
                                          </p:stCondLst>
                                        </p:cTn>
                                        <p:tgtEl>
                                          <p:spTgt spid="174"/>
                                        </p:tgtEl>
                                        <p:attrNameLst>
                                          <p:attrName>ppt_y</p:attrName>
                                        </p:attrNameLst>
                                      </p:cBhvr>
                                      <p:tavLst>
                                        <p:tav tm="0">
                                          <p:val>
                                            <p:strVal val="#ppt_y+0.1"/>
                                          </p:val>
                                        </p:tav>
                                        <p:tav tm="100000">
                                          <p:val>
                                            <p:strVal val="#ppt_y"/>
                                          </p:val>
                                        </p:tav>
                                      </p:tavLst>
                                    </p:anim>
                                  </p:childTnLst>
                                </p:cTn>
                              </p:par>
                            </p:childTnLst>
                          </p:cTn>
                        </p:par>
                      </p:childTnLst>
                    </p:cTn>
                  </p:par>
                  <p:par>
                    <p:cTn id="23" fill="hold">
                      <p:stCondLst>
                        <p:cond delay="indefinite"/>
                      </p:stCondLst>
                      <p:childTnLst>
                        <p:par>
                          <p:cTn id="24" fill="hold">
                            <p:stCondLst>
                              <p:cond delay="0"/>
                            </p:stCondLst>
                            <p:childTnLst>
                              <p:par>
                                <p:cTn id="25" presetID="53" presetClass="entr" presetSubtype="16" fill="hold" grpId="0" nodeType="clickEffect">
                                  <p:stCondLst>
                                    <p:cond delay="0"/>
                                  </p:stCondLst>
                                  <p:childTnLst>
                                    <p:set>
                                      <p:cBhvr>
                                        <p:cTn id="26" dur="1" fill="hold">
                                          <p:stCondLst>
                                            <p:cond delay="0"/>
                                          </p:stCondLst>
                                        </p:cTn>
                                        <p:tgtEl>
                                          <p:spTgt spid="43"/>
                                        </p:tgtEl>
                                        <p:attrNameLst>
                                          <p:attrName>style.visibility</p:attrName>
                                        </p:attrNameLst>
                                      </p:cBhvr>
                                      <p:to>
                                        <p:strVal val="visible"/>
                                      </p:to>
                                    </p:set>
                                    <p:anim calcmode="lin" valueType="num">
                                      <p:cBhvr>
                                        <p:cTn id="27" dur="500" fill="hold"/>
                                        <p:tgtEl>
                                          <p:spTgt spid="43"/>
                                        </p:tgtEl>
                                        <p:attrNameLst>
                                          <p:attrName>ppt_w</p:attrName>
                                        </p:attrNameLst>
                                      </p:cBhvr>
                                      <p:tavLst>
                                        <p:tav tm="0">
                                          <p:val>
                                            <p:fltVal val="0"/>
                                          </p:val>
                                        </p:tav>
                                        <p:tav tm="100000">
                                          <p:val>
                                            <p:strVal val="#ppt_w"/>
                                          </p:val>
                                        </p:tav>
                                      </p:tavLst>
                                    </p:anim>
                                    <p:anim calcmode="lin" valueType="num">
                                      <p:cBhvr>
                                        <p:cTn id="28" dur="500" fill="hold"/>
                                        <p:tgtEl>
                                          <p:spTgt spid="43"/>
                                        </p:tgtEl>
                                        <p:attrNameLst>
                                          <p:attrName>ppt_h</p:attrName>
                                        </p:attrNameLst>
                                      </p:cBhvr>
                                      <p:tavLst>
                                        <p:tav tm="0">
                                          <p:val>
                                            <p:fltVal val="0"/>
                                          </p:val>
                                        </p:tav>
                                        <p:tav tm="100000">
                                          <p:val>
                                            <p:strVal val="#ppt_h"/>
                                          </p:val>
                                        </p:tav>
                                      </p:tavLst>
                                    </p:anim>
                                    <p:animEffect transition="in" filter="fade">
                                      <p:cBhvr>
                                        <p:cTn id="29" dur="500"/>
                                        <p:tgtEl>
                                          <p:spTgt spid="43"/>
                                        </p:tgtEl>
                                      </p:cBhvr>
                                    </p:animEffect>
                                  </p:childTnLst>
                                </p:cTn>
                              </p:par>
                            </p:childTnLst>
                          </p:cTn>
                        </p:par>
                      </p:childTnLst>
                    </p:cTn>
                  </p:par>
                  <p:par>
                    <p:cTn id="30" fill="hold">
                      <p:stCondLst>
                        <p:cond delay="indefinite"/>
                      </p:stCondLst>
                      <p:childTnLst>
                        <p:par>
                          <p:cTn id="31" fill="hold">
                            <p:stCondLst>
                              <p:cond delay="0"/>
                            </p:stCondLst>
                            <p:childTnLst>
                              <p:par>
                                <p:cTn id="32" presetID="1" presetClass="entr" presetSubtype="0" fill="hold" grpId="0" nodeType="clickEffect">
                                  <p:stCondLst>
                                    <p:cond delay="0"/>
                                  </p:stCondLst>
                                  <p:iterate type="lt">
                                    <p:tmAbs val="100"/>
                                  </p:iterate>
                                  <p:childTnLst>
                                    <p:set>
                                      <p:cBhvr>
                                        <p:cTn id="33" dur="1" fill="hold">
                                          <p:stCondLst>
                                            <p:cond delay="0"/>
                                          </p:stCondLst>
                                        </p:cTn>
                                        <p:tgtEl>
                                          <p:spTgt spid="45"/>
                                        </p:tgtEl>
                                        <p:attrNameLst>
                                          <p:attrName>style.visibility</p:attrName>
                                        </p:attrNameLst>
                                      </p:cBhvr>
                                      <p:to>
                                        <p:strVal val="visible"/>
                                      </p:to>
                                    </p:set>
                                  </p:childTnLst>
                                </p:cTn>
                              </p:par>
                            </p:childTnLst>
                          </p:cTn>
                        </p:par>
                      </p:childTnLst>
                    </p:cTn>
                  </p:par>
                  <p:par>
                    <p:cTn id="34" fill="hold">
                      <p:stCondLst>
                        <p:cond delay="indefinite"/>
                      </p:stCondLst>
                      <p:childTnLst>
                        <p:par>
                          <p:cTn id="35" fill="hold">
                            <p:stCondLst>
                              <p:cond delay="0"/>
                            </p:stCondLst>
                            <p:childTnLst>
                              <p:par>
                                <p:cTn id="36" presetID="1" presetClass="entr" presetSubtype="0" fill="hold" grpId="0" nodeType="clickEffect">
                                  <p:stCondLst>
                                    <p:cond delay="0"/>
                                  </p:stCondLst>
                                  <p:iterate type="lt">
                                    <p:tmAbs val="100"/>
                                  </p:iterate>
                                  <p:childTnLst>
                                    <p:set>
                                      <p:cBhvr>
                                        <p:cTn id="37" dur="1" fill="hold">
                                          <p:stCondLst>
                                            <p:cond delay="0"/>
                                          </p:stCondLst>
                                        </p:cTn>
                                        <p:tgtEl>
                                          <p:spTgt spid="49"/>
                                        </p:tgtEl>
                                        <p:attrNameLst>
                                          <p:attrName>style.visibility</p:attrName>
                                        </p:attrNameLst>
                                      </p:cBhvr>
                                      <p:to>
                                        <p:strVal val="visible"/>
                                      </p:to>
                                    </p:set>
                                  </p:childTnLst>
                                </p:cTn>
                              </p:par>
                            </p:childTnLst>
                          </p:cTn>
                        </p:par>
                      </p:childTnLst>
                    </p:cTn>
                  </p:par>
                  <p:par>
                    <p:cTn id="38" fill="hold">
                      <p:stCondLst>
                        <p:cond delay="indefinite"/>
                      </p:stCondLst>
                      <p:childTnLst>
                        <p:par>
                          <p:cTn id="39" fill="hold">
                            <p:stCondLst>
                              <p:cond delay="0"/>
                            </p:stCondLst>
                            <p:childTnLst>
                              <p:par>
                                <p:cTn id="40" presetID="1" presetClass="entr" presetSubtype="0" fill="hold" grpId="0" nodeType="clickEffect">
                                  <p:stCondLst>
                                    <p:cond delay="0"/>
                                  </p:stCondLst>
                                  <p:iterate type="lt">
                                    <p:tmAbs val="100"/>
                                  </p:iterate>
                                  <p:childTnLst>
                                    <p:set>
                                      <p:cBhvr>
                                        <p:cTn id="41" dur="1" fill="hold">
                                          <p:stCondLst>
                                            <p:cond delay="0"/>
                                          </p:stCondLst>
                                        </p:cTn>
                                        <p:tgtEl>
                                          <p:spTgt spid="53"/>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74" grpId="0"/>
      <p:bldP spid="43" grpId="0"/>
      <p:bldP spid="45" grpId="0"/>
      <p:bldP spid="49" grpId="0"/>
      <p:bldP spid="53" grpId="0"/>
    </p:bldLst>
  </p:timing>
</p:sld>
</file>

<file path=ppt/slides/slide42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4" name="组合 3">
            <a:extLst>
              <a:ext uri="{FF2B5EF4-FFF2-40B4-BE49-F238E27FC236}">
                <a16:creationId xmlns:a16="http://schemas.microsoft.com/office/drawing/2014/main" id="{9A1EA9F2-FCB6-48C3-935F-7AE7E3AD14AC}"/>
              </a:ext>
            </a:extLst>
          </p:cNvPr>
          <p:cNvGrpSpPr/>
          <p:nvPr/>
        </p:nvGrpSpPr>
        <p:grpSpPr>
          <a:xfrm>
            <a:off x="304800" y="749300"/>
            <a:ext cx="6192344" cy="400110"/>
            <a:chOff x="424117" y="898245"/>
            <a:chExt cx="6192344" cy="400110"/>
          </a:xfrm>
        </p:grpSpPr>
        <p:sp>
          <p:nvSpPr>
            <p:cNvPr id="2" name="平行四边形 1">
              <a:extLst>
                <a:ext uri="{FF2B5EF4-FFF2-40B4-BE49-F238E27FC236}">
                  <a16:creationId xmlns:a16="http://schemas.microsoft.com/office/drawing/2014/main" id="{1F5BAA3F-9845-4F89-A2DD-8222D3E4EDAC}"/>
                </a:ext>
              </a:extLst>
            </p:cNvPr>
            <p:cNvSpPr/>
            <p:nvPr/>
          </p:nvSpPr>
          <p:spPr>
            <a:xfrm>
              <a:off x="424117" y="898245"/>
              <a:ext cx="628306" cy="387090"/>
            </a:xfrm>
            <a:prstGeom prst="parallelogram">
              <a:avLst/>
            </a:prstGeom>
            <a:solidFill>
              <a:schemeClr val="accent3">
                <a:lumMod val="75000"/>
              </a:schemeClr>
            </a:solidFill>
            <a:ln>
              <a:solidFill>
                <a:schemeClr val="accent3">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CN" sz="2200" dirty="0">
                  <a:latin typeface="Impact" panose="020B0806030902050204" pitchFamily="34" charset="0"/>
                </a:rPr>
                <a:t>01</a:t>
              </a:r>
              <a:endParaRPr lang="zh-CN" altLang="en-US" sz="2200" dirty="0">
                <a:latin typeface="Impact" panose="020B0806030902050204" pitchFamily="34" charset="0"/>
              </a:endParaRPr>
            </a:p>
          </p:txBody>
        </p:sp>
        <p:sp>
          <p:nvSpPr>
            <p:cNvPr id="3" name="文本框 2">
              <a:extLst>
                <a:ext uri="{FF2B5EF4-FFF2-40B4-BE49-F238E27FC236}">
                  <a16:creationId xmlns:a16="http://schemas.microsoft.com/office/drawing/2014/main" id="{4D6BD736-A4D3-4F26-AFED-36E11F50F70B}"/>
                </a:ext>
              </a:extLst>
            </p:cNvPr>
            <p:cNvSpPr txBox="1"/>
            <p:nvPr/>
          </p:nvSpPr>
          <p:spPr>
            <a:xfrm>
              <a:off x="1052423" y="898245"/>
              <a:ext cx="5564038" cy="400110"/>
            </a:xfrm>
            <a:prstGeom prst="rect">
              <a:avLst/>
            </a:prstGeom>
            <a:noFill/>
          </p:spPr>
          <p:txBody>
            <a:bodyPr wrap="square" rtlCol="0">
              <a:spAutoFit/>
            </a:bodyPr>
            <a:lstStyle/>
            <a:p>
              <a:r>
                <a:rPr lang="zh-CN" altLang="en-US" sz="2000" b="1" dirty="0">
                  <a:solidFill>
                    <a:schemeClr val="tx1"/>
                  </a:solidFill>
                  <a:latin typeface="Arial Narrow" panose="020B0606020202030204" pitchFamily="34" charset="0"/>
                </a:rPr>
                <a:t>以太网交换机</a:t>
              </a:r>
              <a:endParaRPr lang="en-US" altLang="zh-CN" sz="2000" b="1" dirty="0">
                <a:solidFill>
                  <a:schemeClr val="tx1"/>
                </a:solidFill>
                <a:latin typeface="Arial Narrow" panose="020B0606020202030204" pitchFamily="34" charset="0"/>
              </a:endParaRPr>
            </a:p>
          </p:txBody>
        </p:sp>
      </p:grpSp>
      <p:sp>
        <p:nvSpPr>
          <p:cNvPr id="177" name="矩形 176">
            <a:extLst>
              <a:ext uri="{FF2B5EF4-FFF2-40B4-BE49-F238E27FC236}">
                <a16:creationId xmlns:a16="http://schemas.microsoft.com/office/drawing/2014/main" id="{4BC9E81E-83F3-4072-A94C-A24A3569F55C}"/>
              </a:ext>
            </a:extLst>
          </p:cNvPr>
          <p:cNvSpPr/>
          <p:nvPr/>
        </p:nvSpPr>
        <p:spPr>
          <a:xfrm>
            <a:off x="1056633" y="1335374"/>
            <a:ext cx="256976" cy="256976"/>
          </a:xfrm>
          <a:prstGeom prst="rect">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178" name="íşlïḍè">
            <a:extLst>
              <a:ext uri="{FF2B5EF4-FFF2-40B4-BE49-F238E27FC236}">
                <a16:creationId xmlns:a16="http://schemas.microsoft.com/office/drawing/2014/main" id="{0E588580-C72A-44E5-882F-88772CF8D42E}"/>
              </a:ext>
            </a:extLst>
          </p:cNvPr>
          <p:cNvSpPr txBox="1"/>
          <p:nvPr/>
        </p:nvSpPr>
        <p:spPr>
          <a:xfrm>
            <a:off x="1373861" y="1281052"/>
            <a:ext cx="10513339" cy="628430"/>
          </a:xfrm>
          <a:prstGeom prst="rect">
            <a:avLst/>
          </a:prstGeom>
          <a:noFill/>
        </p:spPr>
        <p:txBody>
          <a:bodyPr wrap="square" lIns="91440" tIns="45720" rIns="91440" bIns="45720" anchor="ctr">
            <a:noAutofit/>
          </a:bodyPr>
          <a:lstStyle/>
          <a:p>
            <a:r>
              <a:rPr lang="zh-CN" altLang="en-US" b="1" dirty="0">
                <a:latin typeface="Arial Narrow" panose="020B0606020202030204" pitchFamily="34" charset="0"/>
              </a:rPr>
              <a:t>一般的交换机都采用“</a:t>
            </a:r>
            <a:r>
              <a:rPr lang="zh-CN" altLang="en-US" b="1" dirty="0">
                <a:solidFill>
                  <a:schemeClr val="accent1">
                    <a:lumMod val="75000"/>
                  </a:schemeClr>
                </a:solidFill>
                <a:latin typeface="Arial Narrow" panose="020B0606020202030204" pitchFamily="34" charset="0"/>
              </a:rPr>
              <a:t>存储转发</a:t>
            </a:r>
            <a:r>
              <a:rPr lang="zh-CN" altLang="en-US" b="1" dirty="0">
                <a:latin typeface="Arial Narrow" panose="020B0606020202030204" pitchFamily="34" charset="0"/>
              </a:rPr>
              <a:t>”方式，为了减小交换机的转发时延，某些交换机采用了</a:t>
            </a:r>
            <a:r>
              <a:rPr lang="zh-CN" altLang="en-US" b="1" dirty="0">
                <a:solidFill>
                  <a:schemeClr val="accent1">
                    <a:lumMod val="75000"/>
                  </a:schemeClr>
                </a:solidFill>
                <a:latin typeface="Arial Narrow" panose="020B0606020202030204" pitchFamily="34" charset="0"/>
              </a:rPr>
              <a:t>直通</a:t>
            </a:r>
            <a:r>
              <a:rPr lang="zh-CN" altLang="en-US" b="1" dirty="0">
                <a:latin typeface="Arial Narrow" panose="020B0606020202030204" pitchFamily="34" charset="0"/>
              </a:rPr>
              <a:t>（</a:t>
            </a:r>
            <a:r>
              <a:rPr lang="en-US" altLang="zh-CN" b="1" dirty="0">
                <a:latin typeface="Arial Narrow" panose="020B0606020202030204" pitchFamily="34" charset="0"/>
              </a:rPr>
              <a:t>Cut-Through</a:t>
            </a:r>
            <a:r>
              <a:rPr lang="zh-CN" altLang="en-US" b="1" dirty="0">
                <a:latin typeface="Arial Narrow" panose="020B0606020202030204" pitchFamily="34" charset="0"/>
              </a:rPr>
              <a:t>）交换方式。</a:t>
            </a:r>
          </a:p>
        </p:txBody>
      </p:sp>
      <p:sp>
        <p:nvSpPr>
          <p:cNvPr id="11" name="矩形 10">
            <a:extLst>
              <a:ext uri="{FF2B5EF4-FFF2-40B4-BE49-F238E27FC236}">
                <a16:creationId xmlns:a16="http://schemas.microsoft.com/office/drawing/2014/main" id="{B8A3BAEC-010F-4C22-9C53-8626A3FE1F1E}"/>
              </a:ext>
            </a:extLst>
          </p:cNvPr>
          <p:cNvSpPr/>
          <p:nvPr/>
        </p:nvSpPr>
        <p:spPr>
          <a:xfrm>
            <a:off x="1056633" y="2032379"/>
            <a:ext cx="256976" cy="256976"/>
          </a:xfrm>
          <a:prstGeom prst="rect">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12" name="íşlïḍè">
            <a:extLst>
              <a:ext uri="{FF2B5EF4-FFF2-40B4-BE49-F238E27FC236}">
                <a16:creationId xmlns:a16="http://schemas.microsoft.com/office/drawing/2014/main" id="{3CF722B6-5A80-4705-80E3-727B5DD023A6}"/>
              </a:ext>
            </a:extLst>
          </p:cNvPr>
          <p:cNvSpPr txBox="1"/>
          <p:nvPr/>
        </p:nvSpPr>
        <p:spPr>
          <a:xfrm>
            <a:off x="1373861" y="1978056"/>
            <a:ext cx="10513339" cy="628429"/>
          </a:xfrm>
          <a:prstGeom prst="rect">
            <a:avLst/>
          </a:prstGeom>
          <a:noFill/>
        </p:spPr>
        <p:txBody>
          <a:bodyPr wrap="square" lIns="91440" tIns="45720" rIns="91440" bIns="45720" anchor="ctr">
            <a:noAutofit/>
          </a:bodyPr>
          <a:lstStyle/>
          <a:p>
            <a:r>
              <a:rPr lang="zh-CN" altLang="en-US" b="1" dirty="0">
                <a:latin typeface="Arial Narrow" panose="020B0606020202030204" pitchFamily="34" charset="0"/>
              </a:rPr>
              <a:t>采用</a:t>
            </a:r>
            <a:r>
              <a:rPr lang="zh-CN" altLang="en-US" b="1" dirty="0">
                <a:solidFill>
                  <a:schemeClr val="accent1">
                    <a:lumMod val="75000"/>
                  </a:schemeClr>
                </a:solidFill>
                <a:latin typeface="Arial Narrow" panose="020B0606020202030204" pitchFamily="34" charset="0"/>
              </a:rPr>
              <a:t>直通交换方式</a:t>
            </a:r>
            <a:r>
              <a:rPr lang="zh-CN" altLang="en-US" b="1" dirty="0">
                <a:latin typeface="Arial Narrow" panose="020B0606020202030204" pitchFamily="34" charset="0"/>
              </a:rPr>
              <a:t>的交换机，在</a:t>
            </a:r>
            <a:r>
              <a:rPr lang="zh-CN" altLang="en-US" b="1" dirty="0">
                <a:solidFill>
                  <a:schemeClr val="accent1">
                    <a:lumMod val="75000"/>
                  </a:schemeClr>
                </a:solidFill>
                <a:latin typeface="Arial Narrow" panose="020B0606020202030204" pitchFamily="34" charset="0"/>
              </a:rPr>
              <a:t>接收帧的同时就立即按帧的目的</a:t>
            </a:r>
            <a:r>
              <a:rPr lang="en-US" altLang="zh-CN" b="1" dirty="0">
                <a:solidFill>
                  <a:schemeClr val="accent1">
                    <a:lumMod val="75000"/>
                  </a:schemeClr>
                </a:solidFill>
                <a:latin typeface="Arial Narrow" panose="020B0606020202030204" pitchFamily="34" charset="0"/>
              </a:rPr>
              <a:t>MAC</a:t>
            </a:r>
            <a:r>
              <a:rPr lang="zh-CN" altLang="en-US" b="1" dirty="0">
                <a:solidFill>
                  <a:schemeClr val="accent1">
                    <a:lumMod val="75000"/>
                  </a:schemeClr>
                </a:solidFill>
                <a:latin typeface="Arial Narrow" panose="020B0606020202030204" pitchFamily="34" charset="0"/>
              </a:rPr>
              <a:t>地址决定该帧的转发接口</a:t>
            </a:r>
            <a:r>
              <a:rPr lang="zh-CN" altLang="en-US" b="1" dirty="0">
                <a:latin typeface="Arial Narrow" panose="020B0606020202030204" pitchFamily="34" charset="0"/>
              </a:rPr>
              <a:t>，然后通过其内部</a:t>
            </a:r>
            <a:r>
              <a:rPr lang="zh-CN" altLang="en-US" b="1" dirty="0">
                <a:solidFill>
                  <a:schemeClr val="accent1">
                    <a:lumMod val="75000"/>
                  </a:schemeClr>
                </a:solidFill>
                <a:latin typeface="Arial Narrow" panose="020B0606020202030204" pitchFamily="34" charset="0"/>
              </a:rPr>
              <a:t>基于硬件的交叉矩阵</a:t>
            </a:r>
            <a:r>
              <a:rPr lang="zh-CN" altLang="en-US" b="1" dirty="0">
                <a:latin typeface="Arial Narrow" panose="020B0606020202030204" pitchFamily="34" charset="0"/>
              </a:rPr>
              <a:t>进行转发，而不必把整个帧先缓存后再进行处理。</a:t>
            </a:r>
          </a:p>
        </p:txBody>
      </p:sp>
      <p:sp>
        <p:nvSpPr>
          <p:cNvPr id="9" name="矩形 8">
            <a:extLst>
              <a:ext uri="{FF2B5EF4-FFF2-40B4-BE49-F238E27FC236}">
                <a16:creationId xmlns:a16="http://schemas.microsoft.com/office/drawing/2014/main" id="{4211DED3-3AB1-4726-839A-ED1A6EB2FB74}"/>
              </a:ext>
            </a:extLst>
          </p:cNvPr>
          <p:cNvSpPr/>
          <p:nvPr/>
        </p:nvSpPr>
        <p:spPr>
          <a:xfrm>
            <a:off x="1465591" y="2729382"/>
            <a:ext cx="256976" cy="256976"/>
          </a:xfrm>
          <a:prstGeom prst="rect">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10" name="íşlïḍè">
            <a:extLst>
              <a:ext uri="{FF2B5EF4-FFF2-40B4-BE49-F238E27FC236}">
                <a16:creationId xmlns:a16="http://schemas.microsoft.com/office/drawing/2014/main" id="{1CB505E0-9507-4A66-891D-FCFB03C68705}"/>
              </a:ext>
            </a:extLst>
          </p:cNvPr>
          <p:cNvSpPr txBox="1"/>
          <p:nvPr/>
        </p:nvSpPr>
        <p:spPr>
          <a:xfrm>
            <a:off x="1782819" y="2675059"/>
            <a:ext cx="10104381" cy="390483"/>
          </a:xfrm>
          <a:prstGeom prst="rect">
            <a:avLst/>
          </a:prstGeom>
          <a:noFill/>
        </p:spPr>
        <p:txBody>
          <a:bodyPr wrap="square" lIns="91440" tIns="45720" rIns="91440" bIns="45720" anchor="ctr">
            <a:noAutofit/>
          </a:bodyPr>
          <a:lstStyle/>
          <a:p>
            <a:r>
              <a:rPr lang="zh-CN" altLang="en-US" b="1" dirty="0">
                <a:latin typeface="Arial Narrow" panose="020B0606020202030204" pitchFamily="34" charset="0"/>
              </a:rPr>
              <a:t>直通交换的</a:t>
            </a:r>
            <a:r>
              <a:rPr lang="zh-CN" altLang="en-US" b="1" dirty="0">
                <a:solidFill>
                  <a:schemeClr val="accent1">
                    <a:lumMod val="75000"/>
                  </a:schemeClr>
                </a:solidFill>
                <a:latin typeface="Arial Narrow" panose="020B0606020202030204" pitchFamily="34" charset="0"/>
              </a:rPr>
              <a:t>时延非常小</a:t>
            </a:r>
            <a:r>
              <a:rPr lang="zh-CN" altLang="en-US" b="1" dirty="0">
                <a:latin typeface="Arial Narrow" panose="020B0606020202030204" pitchFamily="34" charset="0"/>
              </a:rPr>
              <a:t>。</a:t>
            </a:r>
          </a:p>
        </p:txBody>
      </p:sp>
      <p:sp>
        <p:nvSpPr>
          <p:cNvPr id="13" name="矩形 12">
            <a:extLst>
              <a:ext uri="{FF2B5EF4-FFF2-40B4-BE49-F238E27FC236}">
                <a16:creationId xmlns:a16="http://schemas.microsoft.com/office/drawing/2014/main" id="{BC6F1464-7938-4DFB-8EB7-A2DF543F104E}"/>
              </a:ext>
            </a:extLst>
          </p:cNvPr>
          <p:cNvSpPr/>
          <p:nvPr/>
        </p:nvSpPr>
        <p:spPr>
          <a:xfrm>
            <a:off x="1465591" y="3242762"/>
            <a:ext cx="256976" cy="256976"/>
          </a:xfrm>
          <a:prstGeom prst="rect">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14" name="íşlïḍè">
            <a:extLst>
              <a:ext uri="{FF2B5EF4-FFF2-40B4-BE49-F238E27FC236}">
                <a16:creationId xmlns:a16="http://schemas.microsoft.com/office/drawing/2014/main" id="{6FE4605D-46E1-49FB-A546-CA64A440DE51}"/>
              </a:ext>
            </a:extLst>
          </p:cNvPr>
          <p:cNvSpPr txBox="1"/>
          <p:nvPr/>
        </p:nvSpPr>
        <p:spPr>
          <a:xfrm>
            <a:off x="1782819" y="3188439"/>
            <a:ext cx="10104381" cy="390483"/>
          </a:xfrm>
          <a:prstGeom prst="rect">
            <a:avLst/>
          </a:prstGeom>
          <a:noFill/>
        </p:spPr>
        <p:txBody>
          <a:bodyPr wrap="square" lIns="91440" tIns="45720" rIns="91440" bIns="45720" anchor="ctr">
            <a:noAutofit/>
          </a:bodyPr>
          <a:lstStyle/>
          <a:p>
            <a:r>
              <a:rPr lang="zh-CN" altLang="en-US" b="1" dirty="0">
                <a:latin typeface="Arial Narrow" panose="020B0606020202030204" pitchFamily="34" charset="0"/>
              </a:rPr>
              <a:t>直通交换</a:t>
            </a:r>
            <a:r>
              <a:rPr lang="zh-CN" altLang="en-US" b="1" dirty="0">
                <a:solidFill>
                  <a:schemeClr val="accent1">
                    <a:lumMod val="75000"/>
                  </a:schemeClr>
                </a:solidFill>
                <a:latin typeface="Arial Narrow" panose="020B0606020202030204" pitchFamily="34" charset="0"/>
              </a:rPr>
              <a:t>不检查差错就直接将帧转发出去</a:t>
            </a:r>
            <a:r>
              <a:rPr lang="zh-CN" altLang="en-US" b="1" dirty="0">
                <a:latin typeface="Arial Narrow" panose="020B0606020202030204" pitchFamily="34" charset="0"/>
              </a:rPr>
              <a:t>，有可能会将一些无效帧转发给其他主机。</a:t>
            </a:r>
          </a:p>
        </p:txBody>
      </p:sp>
      <p:sp>
        <p:nvSpPr>
          <p:cNvPr id="15" name="平行四边形 14">
            <a:extLst>
              <a:ext uri="{FF2B5EF4-FFF2-40B4-BE49-F238E27FC236}">
                <a16:creationId xmlns:a16="http://schemas.microsoft.com/office/drawing/2014/main" id="{C372D2A0-80A7-FD13-C8B7-92E477A70D93}"/>
              </a:ext>
            </a:extLst>
          </p:cNvPr>
          <p:cNvSpPr/>
          <p:nvPr/>
        </p:nvSpPr>
        <p:spPr>
          <a:xfrm>
            <a:off x="304800" y="749300"/>
            <a:ext cx="675384" cy="387090"/>
          </a:xfrm>
          <a:prstGeom prst="parallelogram">
            <a:avLst/>
          </a:prstGeom>
          <a:solidFill>
            <a:schemeClr val="accent3">
              <a:lumMod val="75000"/>
            </a:schemeClr>
          </a:solidFill>
          <a:ln>
            <a:solidFill>
              <a:schemeClr val="accent3">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CN" sz="2200" dirty="0">
                <a:latin typeface="Impact" panose="020B0806030902050204" pitchFamily="34" charset="0"/>
              </a:rPr>
              <a:t>02</a:t>
            </a:r>
            <a:endParaRPr lang="zh-CN" altLang="en-US" sz="2200" dirty="0">
              <a:latin typeface="Impact" panose="020B0806030902050204" pitchFamily="34" charset="0"/>
            </a:endParaRPr>
          </a:p>
        </p:txBody>
      </p:sp>
    </p:spTree>
    <p:custDataLst>
      <p:tags r:id="rId1"/>
    </p:custDataLst>
    <p:extLst>
      <p:ext uri="{BB962C8B-B14F-4D97-AF65-F5344CB8AC3E}">
        <p14:creationId xmlns:p14="http://schemas.microsoft.com/office/powerpoint/2010/main" val="1053041599"/>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49" presetClass="entr" presetSubtype="0" decel="100000" fill="hold" grpId="0" nodeType="withEffect">
                                  <p:stCondLst>
                                    <p:cond delay="0"/>
                                  </p:stCondLst>
                                  <p:childTnLst>
                                    <p:set>
                                      <p:cBhvr>
                                        <p:cTn id="6" dur="1" fill="hold">
                                          <p:stCondLst>
                                            <p:cond delay="0"/>
                                          </p:stCondLst>
                                        </p:cTn>
                                        <p:tgtEl>
                                          <p:spTgt spid="177"/>
                                        </p:tgtEl>
                                        <p:attrNameLst>
                                          <p:attrName>style.visibility</p:attrName>
                                        </p:attrNameLst>
                                      </p:cBhvr>
                                      <p:to>
                                        <p:strVal val="visible"/>
                                      </p:to>
                                    </p:set>
                                    <p:anim calcmode="lin" valueType="num">
                                      <p:cBhvr>
                                        <p:cTn id="7" dur="500" fill="hold"/>
                                        <p:tgtEl>
                                          <p:spTgt spid="177"/>
                                        </p:tgtEl>
                                        <p:attrNameLst>
                                          <p:attrName>ppt_w</p:attrName>
                                        </p:attrNameLst>
                                      </p:cBhvr>
                                      <p:tavLst>
                                        <p:tav tm="0">
                                          <p:val>
                                            <p:fltVal val="0"/>
                                          </p:val>
                                        </p:tav>
                                        <p:tav tm="100000">
                                          <p:val>
                                            <p:strVal val="#ppt_w"/>
                                          </p:val>
                                        </p:tav>
                                      </p:tavLst>
                                    </p:anim>
                                    <p:anim calcmode="lin" valueType="num">
                                      <p:cBhvr>
                                        <p:cTn id="8" dur="500" fill="hold"/>
                                        <p:tgtEl>
                                          <p:spTgt spid="177"/>
                                        </p:tgtEl>
                                        <p:attrNameLst>
                                          <p:attrName>ppt_h</p:attrName>
                                        </p:attrNameLst>
                                      </p:cBhvr>
                                      <p:tavLst>
                                        <p:tav tm="0">
                                          <p:val>
                                            <p:fltVal val="0"/>
                                          </p:val>
                                        </p:tav>
                                        <p:tav tm="100000">
                                          <p:val>
                                            <p:strVal val="#ppt_h"/>
                                          </p:val>
                                        </p:tav>
                                      </p:tavLst>
                                    </p:anim>
                                    <p:anim calcmode="lin" valueType="num">
                                      <p:cBhvr>
                                        <p:cTn id="9" dur="500" fill="hold"/>
                                        <p:tgtEl>
                                          <p:spTgt spid="177"/>
                                        </p:tgtEl>
                                        <p:attrNameLst>
                                          <p:attrName>style.rotation</p:attrName>
                                        </p:attrNameLst>
                                      </p:cBhvr>
                                      <p:tavLst>
                                        <p:tav tm="0">
                                          <p:val>
                                            <p:fltVal val="360"/>
                                          </p:val>
                                        </p:tav>
                                        <p:tav tm="100000">
                                          <p:val>
                                            <p:fltVal val="0"/>
                                          </p:val>
                                        </p:tav>
                                      </p:tavLst>
                                    </p:anim>
                                    <p:animEffect transition="in" filter="fade">
                                      <p:cBhvr>
                                        <p:cTn id="10" dur="500"/>
                                        <p:tgtEl>
                                          <p:spTgt spid="177"/>
                                        </p:tgtEl>
                                      </p:cBhvr>
                                    </p:animEffect>
                                  </p:childTnLst>
                                </p:cTn>
                              </p:par>
                            </p:childTnLst>
                          </p:cTn>
                        </p:par>
                        <p:par>
                          <p:cTn id="11" fill="hold">
                            <p:stCondLst>
                              <p:cond delay="500"/>
                            </p:stCondLst>
                            <p:childTnLst>
                              <p:par>
                                <p:cTn id="12" presetID="1" presetClass="entr" presetSubtype="0" fill="hold" grpId="0" nodeType="afterEffect">
                                  <p:stCondLst>
                                    <p:cond delay="0"/>
                                  </p:stCondLst>
                                  <p:iterate type="lt">
                                    <p:tmAbs val="100"/>
                                  </p:iterate>
                                  <p:childTnLst>
                                    <p:set>
                                      <p:cBhvr>
                                        <p:cTn id="13" dur="1" fill="hold">
                                          <p:stCondLst>
                                            <p:cond delay="0"/>
                                          </p:stCondLst>
                                        </p:cTn>
                                        <p:tgtEl>
                                          <p:spTgt spid="178"/>
                                        </p:tgtEl>
                                        <p:attrNameLst>
                                          <p:attrName>style.visibility</p:attrName>
                                        </p:attrNameLst>
                                      </p:cBhvr>
                                      <p:to>
                                        <p:strVal val="visible"/>
                                      </p:to>
                                    </p:set>
                                  </p:childTnLst>
                                </p:cTn>
                              </p:par>
                            </p:childTnLst>
                          </p:cTn>
                        </p:par>
                      </p:childTnLst>
                    </p:cTn>
                  </p:par>
                  <p:par>
                    <p:cTn id="14" fill="hold">
                      <p:stCondLst>
                        <p:cond delay="indefinite"/>
                      </p:stCondLst>
                      <p:childTnLst>
                        <p:par>
                          <p:cTn id="15" fill="hold">
                            <p:stCondLst>
                              <p:cond delay="0"/>
                            </p:stCondLst>
                            <p:childTnLst>
                              <p:par>
                                <p:cTn id="16" presetID="49" presetClass="entr" presetSubtype="0" decel="100000" fill="hold" grpId="0" nodeType="clickEffect">
                                  <p:stCondLst>
                                    <p:cond delay="0"/>
                                  </p:stCondLst>
                                  <p:childTnLst>
                                    <p:set>
                                      <p:cBhvr>
                                        <p:cTn id="17" dur="1" fill="hold">
                                          <p:stCondLst>
                                            <p:cond delay="0"/>
                                          </p:stCondLst>
                                        </p:cTn>
                                        <p:tgtEl>
                                          <p:spTgt spid="11"/>
                                        </p:tgtEl>
                                        <p:attrNameLst>
                                          <p:attrName>style.visibility</p:attrName>
                                        </p:attrNameLst>
                                      </p:cBhvr>
                                      <p:to>
                                        <p:strVal val="visible"/>
                                      </p:to>
                                    </p:set>
                                    <p:anim calcmode="lin" valueType="num">
                                      <p:cBhvr>
                                        <p:cTn id="18" dur="500" fill="hold"/>
                                        <p:tgtEl>
                                          <p:spTgt spid="11"/>
                                        </p:tgtEl>
                                        <p:attrNameLst>
                                          <p:attrName>ppt_w</p:attrName>
                                        </p:attrNameLst>
                                      </p:cBhvr>
                                      <p:tavLst>
                                        <p:tav tm="0">
                                          <p:val>
                                            <p:fltVal val="0"/>
                                          </p:val>
                                        </p:tav>
                                        <p:tav tm="100000">
                                          <p:val>
                                            <p:strVal val="#ppt_w"/>
                                          </p:val>
                                        </p:tav>
                                      </p:tavLst>
                                    </p:anim>
                                    <p:anim calcmode="lin" valueType="num">
                                      <p:cBhvr>
                                        <p:cTn id="19" dur="500" fill="hold"/>
                                        <p:tgtEl>
                                          <p:spTgt spid="11"/>
                                        </p:tgtEl>
                                        <p:attrNameLst>
                                          <p:attrName>ppt_h</p:attrName>
                                        </p:attrNameLst>
                                      </p:cBhvr>
                                      <p:tavLst>
                                        <p:tav tm="0">
                                          <p:val>
                                            <p:fltVal val="0"/>
                                          </p:val>
                                        </p:tav>
                                        <p:tav tm="100000">
                                          <p:val>
                                            <p:strVal val="#ppt_h"/>
                                          </p:val>
                                        </p:tav>
                                      </p:tavLst>
                                    </p:anim>
                                    <p:anim calcmode="lin" valueType="num">
                                      <p:cBhvr>
                                        <p:cTn id="20" dur="500" fill="hold"/>
                                        <p:tgtEl>
                                          <p:spTgt spid="11"/>
                                        </p:tgtEl>
                                        <p:attrNameLst>
                                          <p:attrName>style.rotation</p:attrName>
                                        </p:attrNameLst>
                                      </p:cBhvr>
                                      <p:tavLst>
                                        <p:tav tm="0">
                                          <p:val>
                                            <p:fltVal val="360"/>
                                          </p:val>
                                        </p:tav>
                                        <p:tav tm="100000">
                                          <p:val>
                                            <p:fltVal val="0"/>
                                          </p:val>
                                        </p:tav>
                                      </p:tavLst>
                                    </p:anim>
                                    <p:animEffect transition="in" filter="fade">
                                      <p:cBhvr>
                                        <p:cTn id="21" dur="500"/>
                                        <p:tgtEl>
                                          <p:spTgt spid="11"/>
                                        </p:tgtEl>
                                      </p:cBhvr>
                                    </p:animEffect>
                                  </p:childTnLst>
                                </p:cTn>
                              </p:par>
                            </p:childTnLst>
                          </p:cTn>
                        </p:par>
                        <p:par>
                          <p:cTn id="22" fill="hold">
                            <p:stCondLst>
                              <p:cond delay="500"/>
                            </p:stCondLst>
                            <p:childTnLst>
                              <p:par>
                                <p:cTn id="23" presetID="1" presetClass="entr" presetSubtype="0" fill="hold" grpId="0" nodeType="afterEffect">
                                  <p:stCondLst>
                                    <p:cond delay="0"/>
                                  </p:stCondLst>
                                  <p:iterate type="lt">
                                    <p:tmAbs val="100"/>
                                  </p:iterate>
                                  <p:childTnLst>
                                    <p:set>
                                      <p:cBhvr>
                                        <p:cTn id="24" dur="1" fill="hold">
                                          <p:stCondLst>
                                            <p:cond delay="0"/>
                                          </p:stCondLst>
                                        </p:cTn>
                                        <p:tgtEl>
                                          <p:spTgt spid="12"/>
                                        </p:tgtEl>
                                        <p:attrNameLst>
                                          <p:attrName>style.visibility</p:attrName>
                                        </p:attrNameLst>
                                      </p:cBhvr>
                                      <p:to>
                                        <p:strVal val="visible"/>
                                      </p:to>
                                    </p:set>
                                  </p:childTnLst>
                                </p:cTn>
                              </p:par>
                            </p:childTnLst>
                          </p:cTn>
                        </p:par>
                      </p:childTnLst>
                    </p:cTn>
                  </p:par>
                  <p:par>
                    <p:cTn id="25" fill="hold">
                      <p:stCondLst>
                        <p:cond delay="indefinite"/>
                      </p:stCondLst>
                      <p:childTnLst>
                        <p:par>
                          <p:cTn id="26" fill="hold">
                            <p:stCondLst>
                              <p:cond delay="0"/>
                            </p:stCondLst>
                            <p:childTnLst>
                              <p:par>
                                <p:cTn id="27" presetID="49" presetClass="entr" presetSubtype="0" decel="100000" fill="hold" grpId="0" nodeType="clickEffect">
                                  <p:stCondLst>
                                    <p:cond delay="0"/>
                                  </p:stCondLst>
                                  <p:childTnLst>
                                    <p:set>
                                      <p:cBhvr>
                                        <p:cTn id="28" dur="1" fill="hold">
                                          <p:stCondLst>
                                            <p:cond delay="0"/>
                                          </p:stCondLst>
                                        </p:cTn>
                                        <p:tgtEl>
                                          <p:spTgt spid="9"/>
                                        </p:tgtEl>
                                        <p:attrNameLst>
                                          <p:attrName>style.visibility</p:attrName>
                                        </p:attrNameLst>
                                      </p:cBhvr>
                                      <p:to>
                                        <p:strVal val="visible"/>
                                      </p:to>
                                    </p:set>
                                    <p:anim calcmode="lin" valueType="num">
                                      <p:cBhvr>
                                        <p:cTn id="29" dur="500" fill="hold"/>
                                        <p:tgtEl>
                                          <p:spTgt spid="9"/>
                                        </p:tgtEl>
                                        <p:attrNameLst>
                                          <p:attrName>ppt_w</p:attrName>
                                        </p:attrNameLst>
                                      </p:cBhvr>
                                      <p:tavLst>
                                        <p:tav tm="0">
                                          <p:val>
                                            <p:fltVal val="0"/>
                                          </p:val>
                                        </p:tav>
                                        <p:tav tm="100000">
                                          <p:val>
                                            <p:strVal val="#ppt_w"/>
                                          </p:val>
                                        </p:tav>
                                      </p:tavLst>
                                    </p:anim>
                                    <p:anim calcmode="lin" valueType="num">
                                      <p:cBhvr>
                                        <p:cTn id="30" dur="500" fill="hold"/>
                                        <p:tgtEl>
                                          <p:spTgt spid="9"/>
                                        </p:tgtEl>
                                        <p:attrNameLst>
                                          <p:attrName>ppt_h</p:attrName>
                                        </p:attrNameLst>
                                      </p:cBhvr>
                                      <p:tavLst>
                                        <p:tav tm="0">
                                          <p:val>
                                            <p:fltVal val="0"/>
                                          </p:val>
                                        </p:tav>
                                        <p:tav tm="100000">
                                          <p:val>
                                            <p:strVal val="#ppt_h"/>
                                          </p:val>
                                        </p:tav>
                                      </p:tavLst>
                                    </p:anim>
                                    <p:anim calcmode="lin" valueType="num">
                                      <p:cBhvr>
                                        <p:cTn id="31" dur="500" fill="hold"/>
                                        <p:tgtEl>
                                          <p:spTgt spid="9"/>
                                        </p:tgtEl>
                                        <p:attrNameLst>
                                          <p:attrName>style.rotation</p:attrName>
                                        </p:attrNameLst>
                                      </p:cBhvr>
                                      <p:tavLst>
                                        <p:tav tm="0">
                                          <p:val>
                                            <p:fltVal val="360"/>
                                          </p:val>
                                        </p:tav>
                                        <p:tav tm="100000">
                                          <p:val>
                                            <p:fltVal val="0"/>
                                          </p:val>
                                        </p:tav>
                                      </p:tavLst>
                                    </p:anim>
                                    <p:animEffect transition="in" filter="fade">
                                      <p:cBhvr>
                                        <p:cTn id="32" dur="500"/>
                                        <p:tgtEl>
                                          <p:spTgt spid="9"/>
                                        </p:tgtEl>
                                      </p:cBhvr>
                                    </p:animEffect>
                                  </p:childTnLst>
                                </p:cTn>
                              </p:par>
                            </p:childTnLst>
                          </p:cTn>
                        </p:par>
                        <p:par>
                          <p:cTn id="33" fill="hold">
                            <p:stCondLst>
                              <p:cond delay="500"/>
                            </p:stCondLst>
                            <p:childTnLst>
                              <p:par>
                                <p:cTn id="34" presetID="1" presetClass="entr" presetSubtype="0" fill="hold" grpId="0" nodeType="afterEffect">
                                  <p:stCondLst>
                                    <p:cond delay="0"/>
                                  </p:stCondLst>
                                  <p:iterate type="lt">
                                    <p:tmAbs val="100"/>
                                  </p:iterate>
                                  <p:childTnLst>
                                    <p:set>
                                      <p:cBhvr>
                                        <p:cTn id="35" dur="1" fill="hold">
                                          <p:stCondLst>
                                            <p:cond delay="0"/>
                                          </p:stCondLst>
                                        </p:cTn>
                                        <p:tgtEl>
                                          <p:spTgt spid="10"/>
                                        </p:tgtEl>
                                        <p:attrNameLst>
                                          <p:attrName>style.visibility</p:attrName>
                                        </p:attrNameLst>
                                      </p:cBhvr>
                                      <p:to>
                                        <p:strVal val="visible"/>
                                      </p:to>
                                    </p:set>
                                  </p:childTnLst>
                                </p:cTn>
                              </p:par>
                            </p:childTnLst>
                          </p:cTn>
                        </p:par>
                      </p:childTnLst>
                    </p:cTn>
                  </p:par>
                  <p:par>
                    <p:cTn id="36" fill="hold">
                      <p:stCondLst>
                        <p:cond delay="indefinite"/>
                      </p:stCondLst>
                      <p:childTnLst>
                        <p:par>
                          <p:cTn id="37" fill="hold">
                            <p:stCondLst>
                              <p:cond delay="0"/>
                            </p:stCondLst>
                            <p:childTnLst>
                              <p:par>
                                <p:cTn id="38" presetID="49" presetClass="entr" presetSubtype="0" decel="100000" fill="hold" grpId="0" nodeType="clickEffect">
                                  <p:stCondLst>
                                    <p:cond delay="0"/>
                                  </p:stCondLst>
                                  <p:childTnLst>
                                    <p:set>
                                      <p:cBhvr>
                                        <p:cTn id="39" dur="1" fill="hold">
                                          <p:stCondLst>
                                            <p:cond delay="0"/>
                                          </p:stCondLst>
                                        </p:cTn>
                                        <p:tgtEl>
                                          <p:spTgt spid="13"/>
                                        </p:tgtEl>
                                        <p:attrNameLst>
                                          <p:attrName>style.visibility</p:attrName>
                                        </p:attrNameLst>
                                      </p:cBhvr>
                                      <p:to>
                                        <p:strVal val="visible"/>
                                      </p:to>
                                    </p:set>
                                    <p:anim calcmode="lin" valueType="num">
                                      <p:cBhvr>
                                        <p:cTn id="40" dur="500" fill="hold"/>
                                        <p:tgtEl>
                                          <p:spTgt spid="13"/>
                                        </p:tgtEl>
                                        <p:attrNameLst>
                                          <p:attrName>ppt_w</p:attrName>
                                        </p:attrNameLst>
                                      </p:cBhvr>
                                      <p:tavLst>
                                        <p:tav tm="0">
                                          <p:val>
                                            <p:fltVal val="0"/>
                                          </p:val>
                                        </p:tav>
                                        <p:tav tm="100000">
                                          <p:val>
                                            <p:strVal val="#ppt_w"/>
                                          </p:val>
                                        </p:tav>
                                      </p:tavLst>
                                    </p:anim>
                                    <p:anim calcmode="lin" valueType="num">
                                      <p:cBhvr>
                                        <p:cTn id="41" dur="500" fill="hold"/>
                                        <p:tgtEl>
                                          <p:spTgt spid="13"/>
                                        </p:tgtEl>
                                        <p:attrNameLst>
                                          <p:attrName>ppt_h</p:attrName>
                                        </p:attrNameLst>
                                      </p:cBhvr>
                                      <p:tavLst>
                                        <p:tav tm="0">
                                          <p:val>
                                            <p:fltVal val="0"/>
                                          </p:val>
                                        </p:tav>
                                        <p:tav tm="100000">
                                          <p:val>
                                            <p:strVal val="#ppt_h"/>
                                          </p:val>
                                        </p:tav>
                                      </p:tavLst>
                                    </p:anim>
                                    <p:anim calcmode="lin" valueType="num">
                                      <p:cBhvr>
                                        <p:cTn id="42" dur="500" fill="hold"/>
                                        <p:tgtEl>
                                          <p:spTgt spid="13"/>
                                        </p:tgtEl>
                                        <p:attrNameLst>
                                          <p:attrName>style.rotation</p:attrName>
                                        </p:attrNameLst>
                                      </p:cBhvr>
                                      <p:tavLst>
                                        <p:tav tm="0">
                                          <p:val>
                                            <p:fltVal val="360"/>
                                          </p:val>
                                        </p:tav>
                                        <p:tav tm="100000">
                                          <p:val>
                                            <p:fltVal val="0"/>
                                          </p:val>
                                        </p:tav>
                                      </p:tavLst>
                                    </p:anim>
                                    <p:animEffect transition="in" filter="fade">
                                      <p:cBhvr>
                                        <p:cTn id="43" dur="500"/>
                                        <p:tgtEl>
                                          <p:spTgt spid="13"/>
                                        </p:tgtEl>
                                      </p:cBhvr>
                                    </p:animEffect>
                                  </p:childTnLst>
                                </p:cTn>
                              </p:par>
                            </p:childTnLst>
                          </p:cTn>
                        </p:par>
                        <p:par>
                          <p:cTn id="44" fill="hold">
                            <p:stCondLst>
                              <p:cond delay="500"/>
                            </p:stCondLst>
                            <p:childTnLst>
                              <p:par>
                                <p:cTn id="45" presetID="1" presetClass="entr" presetSubtype="0" fill="hold" grpId="0" nodeType="afterEffect">
                                  <p:stCondLst>
                                    <p:cond delay="0"/>
                                  </p:stCondLst>
                                  <p:iterate type="lt">
                                    <p:tmAbs val="100"/>
                                  </p:iterate>
                                  <p:childTnLst>
                                    <p:set>
                                      <p:cBhvr>
                                        <p:cTn id="46" dur="1" fill="hold">
                                          <p:stCondLst>
                                            <p:cond delay="0"/>
                                          </p:stCondLst>
                                        </p:cTn>
                                        <p:tgtEl>
                                          <p:spTgt spid="14"/>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77" grpId="0" animBg="1"/>
      <p:bldP spid="178" grpId="0"/>
      <p:bldP spid="11" grpId="0" animBg="1"/>
      <p:bldP spid="12" grpId="0"/>
      <p:bldP spid="9" grpId="0" animBg="1"/>
      <p:bldP spid="10" grpId="0"/>
      <p:bldP spid="13" grpId="0" animBg="1"/>
      <p:bldP spid="14" grpId="0"/>
    </p:bldLst>
  </p:timing>
</p:sld>
</file>

<file path=ppt/slides/slide42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4" name="组合 3">
            <a:extLst>
              <a:ext uri="{FF2B5EF4-FFF2-40B4-BE49-F238E27FC236}">
                <a16:creationId xmlns:a16="http://schemas.microsoft.com/office/drawing/2014/main" id="{9A1EA9F2-FCB6-48C3-935F-7AE7E3AD14AC}"/>
              </a:ext>
            </a:extLst>
          </p:cNvPr>
          <p:cNvGrpSpPr/>
          <p:nvPr/>
        </p:nvGrpSpPr>
        <p:grpSpPr>
          <a:xfrm>
            <a:off x="304800" y="749300"/>
            <a:ext cx="6192344" cy="400110"/>
            <a:chOff x="424117" y="898245"/>
            <a:chExt cx="6192344" cy="400110"/>
          </a:xfrm>
        </p:grpSpPr>
        <p:sp>
          <p:nvSpPr>
            <p:cNvPr id="2" name="平行四边形 1">
              <a:extLst>
                <a:ext uri="{FF2B5EF4-FFF2-40B4-BE49-F238E27FC236}">
                  <a16:creationId xmlns:a16="http://schemas.microsoft.com/office/drawing/2014/main" id="{1F5BAA3F-9845-4F89-A2DD-8222D3E4EDAC}"/>
                </a:ext>
              </a:extLst>
            </p:cNvPr>
            <p:cNvSpPr/>
            <p:nvPr/>
          </p:nvSpPr>
          <p:spPr>
            <a:xfrm>
              <a:off x="424117" y="898245"/>
              <a:ext cx="628306" cy="387090"/>
            </a:xfrm>
            <a:prstGeom prst="parallelogram">
              <a:avLst/>
            </a:prstGeom>
            <a:solidFill>
              <a:schemeClr val="accent3">
                <a:lumMod val="75000"/>
              </a:schemeClr>
            </a:solidFill>
            <a:ln>
              <a:solidFill>
                <a:schemeClr val="accent3">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CN" sz="2200" dirty="0">
                  <a:latin typeface="Impact" panose="020B0806030902050204" pitchFamily="34" charset="0"/>
                </a:rPr>
                <a:t>01</a:t>
              </a:r>
              <a:endParaRPr lang="zh-CN" altLang="en-US" sz="2200" dirty="0">
                <a:latin typeface="Impact" panose="020B0806030902050204" pitchFamily="34" charset="0"/>
              </a:endParaRPr>
            </a:p>
          </p:txBody>
        </p:sp>
        <p:sp>
          <p:nvSpPr>
            <p:cNvPr id="3" name="文本框 2">
              <a:extLst>
                <a:ext uri="{FF2B5EF4-FFF2-40B4-BE49-F238E27FC236}">
                  <a16:creationId xmlns:a16="http://schemas.microsoft.com/office/drawing/2014/main" id="{4D6BD736-A4D3-4F26-AFED-36E11F50F70B}"/>
                </a:ext>
              </a:extLst>
            </p:cNvPr>
            <p:cNvSpPr txBox="1"/>
            <p:nvPr/>
          </p:nvSpPr>
          <p:spPr>
            <a:xfrm>
              <a:off x="1052423" y="898245"/>
              <a:ext cx="5564038" cy="400110"/>
            </a:xfrm>
            <a:prstGeom prst="rect">
              <a:avLst/>
            </a:prstGeom>
            <a:noFill/>
          </p:spPr>
          <p:txBody>
            <a:bodyPr wrap="square" rtlCol="0">
              <a:spAutoFit/>
            </a:bodyPr>
            <a:lstStyle/>
            <a:p>
              <a:r>
                <a:rPr lang="zh-CN" altLang="en-US" sz="2000" b="1" dirty="0">
                  <a:solidFill>
                    <a:schemeClr val="tx1"/>
                  </a:solidFill>
                  <a:latin typeface="Arial Narrow" panose="020B0606020202030204" pitchFamily="34" charset="0"/>
                </a:rPr>
                <a:t>以太网交换机</a:t>
              </a:r>
              <a:endParaRPr lang="en-US" altLang="zh-CN" sz="2000" b="1" dirty="0">
                <a:solidFill>
                  <a:schemeClr val="tx1"/>
                </a:solidFill>
                <a:latin typeface="Arial Narrow" panose="020B0606020202030204" pitchFamily="34" charset="0"/>
              </a:endParaRPr>
            </a:p>
          </p:txBody>
        </p:sp>
      </p:grpSp>
      <p:grpSp>
        <p:nvGrpSpPr>
          <p:cNvPr id="5" name="组合 4">
            <a:extLst>
              <a:ext uri="{FF2B5EF4-FFF2-40B4-BE49-F238E27FC236}">
                <a16:creationId xmlns:a16="http://schemas.microsoft.com/office/drawing/2014/main" id="{9D5F718C-1B2E-4BFA-A406-C3B26F6777B8}"/>
              </a:ext>
            </a:extLst>
          </p:cNvPr>
          <p:cNvGrpSpPr/>
          <p:nvPr/>
        </p:nvGrpSpPr>
        <p:grpSpPr>
          <a:xfrm>
            <a:off x="788101" y="1250252"/>
            <a:ext cx="11099099" cy="1309467"/>
            <a:chOff x="788101" y="1250252"/>
            <a:chExt cx="11099099" cy="1309467"/>
          </a:xfrm>
        </p:grpSpPr>
        <p:sp>
          <p:nvSpPr>
            <p:cNvPr id="18" name="íşlïḍè">
              <a:extLst>
                <a:ext uri="{FF2B5EF4-FFF2-40B4-BE49-F238E27FC236}">
                  <a16:creationId xmlns:a16="http://schemas.microsoft.com/office/drawing/2014/main" id="{97501658-3AD0-4F5C-8195-F42E6C95132A}"/>
                </a:ext>
              </a:extLst>
            </p:cNvPr>
            <p:cNvSpPr txBox="1"/>
            <p:nvPr/>
          </p:nvSpPr>
          <p:spPr>
            <a:xfrm>
              <a:off x="788101" y="1250252"/>
              <a:ext cx="11099099" cy="867998"/>
            </a:xfrm>
            <a:prstGeom prst="rect">
              <a:avLst/>
            </a:prstGeom>
            <a:noFill/>
          </p:spPr>
          <p:txBody>
            <a:bodyPr wrap="square" lIns="91440" tIns="45720" rIns="91440" bIns="45720" anchor="ctr">
              <a:noAutofit/>
            </a:bodyPr>
            <a:lstStyle/>
            <a:p>
              <a:r>
                <a:rPr lang="en-US" altLang="zh-CN" b="1" dirty="0">
                  <a:latin typeface="Arial Narrow" panose="020B0606020202030204" pitchFamily="34" charset="0"/>
                </a:rPr>
                <a:t>【2013</a:t>
              </a:r>
              <a:r>
                <a:rPr lang="zh-CN" altLang="en-US" b="1" dirty="0">
                  <a:latin typeface="Arial Narrow" panose="020B0606020202030204" pitchFamily="34" charset="0"/>
                </a:rPr>
                <a:t>年 题</a:t>
              </a:r>
              <a:r>
                <a:rPr lang="en-US" altLang="zh-CN" b="1" dirty="0">
                  <a:latin typeface="Arial Narrow" panose="020B0606020202030204" pitchFamily="34" charset="0"/>
                </a:rPr>
                <a:t>38】</a:t>
              </a:r>
              <a:r>
                <a:rPr lang="zh-CN" altLang="en-US" b="1" dirty="0">
                  <a:latin typeface="Arial Narrow" panose="020B0606020202030204" pitchFamily="34" charset="0"/>
                </a:rPr>
                <a:t>对于</a:t>
              </a:r>
              <a:r>
                <a:rPr lang="en-US" altLang="zh-CN" b="1" dirty="0">
                  <a:latin typeface="Arial Narrow" panose="020B0606020202030204" pitchFamily="34" charset="0"/>
                </a:rPr>
                <a:t>100Mbps</a:t>
              </a:r>
              <a:r>
                <a:rPr lang="zh-CN" altLang="en-US" b="1" dirty="0">
                  <a:latin typeface="Arial Narrow" panose="020B0606020202030204" pitchFamily="34" charset="0"/>
                </a:rPr>
                <a:t>的以太网交换机，当输出端口无排队，以直通交换（</a:t>
              </a:r>
              <a:r>
                <a:rPr lang="en-US" altLang="zh-CN" b="1" dirty="0">
                  <a:latin typeface="Arial Narrow" panose="020B0606020202030204" pitchFamily="34" charset="0"/>
                </a:rPr>
                <a:t>cut-through switching</a:t>
              </a:r>
              <a:r>
                <a:rPr lang="zh-CN" altLang="en-US" b="1" dirty="0">
                  <a:latin typeface="Arial Narrow" panose="020B0606020202030204" pitchFamily="34" charset="0"/>
                </a:rPr>
                <a:t>）方式</a:t>
              </a:r>
              <a:endParaRPr lang="en-US" altLang="zh-CN" b="1" dirty="0">
                <a:latin typeface="Arial Narrow" panose="020B0606020202030204" pitchFamily="34" charset="0"/>
              </a:endParaRPr>
            </a:p>
            <a:p>
              <a:r>
                <a:rPr lang="en-US" altLang="zh-CN" b="1" dirty="0">
                  <a:latin typeface="Arial Narrow" panose="020B0606020202030204" pitchFamily="34" charset="0"/>
                </a:rPr>
                <a:t>                              </a:t>
              </a:r>
              <a:r>
                <a:rPr lang="zh-CN" altLang="en-US" b="1" dirty="0">
                  <a:latin typeface="Arial Narrow" panose="020B0606020202030204" pitchFamily="34" charset="0"/>
                </a:rPr>
                <a:t>转发一个以太网帧（不包括前导码）时，引入的转发延迟至少是（      ）。</a:t>
              </a:r>
            </a:p>
          </p:txBody>
        </p:sp>
        <p:sp>
          <p:nvSpPr>
            <p:cNvPr id="19" name="íşlïḍè">
              <a:extLst>
                <a:ext uri="{FF2B5EF4-FFF2-40B4-BE49-F238E27FC236}">
                  <a16:creationId xmlns:a16="http://schemas.microsoft.com/office/drawing/2014/main" id="{36148EBA-8085-4C03-B27D-99FA4412683C}"/>
                </a:ext>
              </a:extLst>
            </p:cNvPr>
            <p:cNvSpPr txBox="1"/>
            <p:nvPr/>
          </p:nvSpPr>
          <p:spPr>
            <a:xfrm>
              <a:off x="2394332" y="2140150"/>
              <a:ext cx="835671" cy="419569"/>
            </a:xfrm>
            <a:prstGeom prst="rect">
              <a:avLst/>
            </a:prstGeom>
            <a:noFill/>
          </p:spPr>
          <p:txBody>
            <a:bodyPr wrap="square" lIns="91440" tIns="45720" rIns="91440" bIns="45720" anchor="ctr">
              <a:noAutofit/>
            </a:bodyPr>
            <a:lstStyle/>
            <a:p>
              <a:r>
                <a:rPr lang="en-US" altLang="zh-CN" b="1" dirty="0">
                  <a:latin typeface="Arial Narrow" panose="020B0606020202030204" pitchFamily="34" charset="0"/>
                </a:rPr>
                <a:t>A. 0</a:t>
              </a:r>
              <a:r>
                <a:rPr lang="el-GR" altLang="zh-CN" b="1" dirty="0">
                  <a:latin typeface="Arial Narrow" panose="020B0606020202030204" pitchFamily="34" charset="0"/>
                </a:rPr>
                <a:t>μ</a:t>
              </a:r>
              <a:r>
                <a:rPr lang="en-US" altLang="zh-CN" b="1" dirty="0">
                  <a:latin typeface="Arial Narrow" panose="020B0606020202030204" pitchFamily="34" charset="0"/>
                </a:rPr>
                <a:t>s</a:t>
              </a:r>
              <a:endParaRPr lang="zh-CN" altLang="en-US" b="1" dirty="0">
                <a:latin typeface="Arial Narrow" panose="020B0606020202030204" pitchFamily="34" charset="0"/>
              </a:endParaRPr>
            </a:p>
          </p:txBody>
        </p:sp>
        <p:sp>
          <p:nvSpPr>
            <p:cNvPr id="20" name="íşlïḍè">
              <a:extLst>
                <a:ext uri="{FF2B5EF4-FFF2-40B4-BE49-F238E27FC236}">
                  <a16:creationId xmlns:a16="http://schemas.microsoft.com/office/drawing/2014/main" id="{ED8D99B5-AB01-4CE4-9481-1501B532153D}"/>
                </a:ext>
              </a:extLst>
            </p:cNvPr>
            <p:cNvSpPr txBox="1"/>
            <p:nvPr/>
          </p:nvSpPr>
          <p:spPr>
            <a:xfrm>
              <a:off x="4561989" y="2140150"/>
              <a:ext cx="1125346" cy="419569"/>
            </a:xfrm>
            <a:prstGeom prst="rect">
              <a:avLst/>
            </a:prstGeom>
            <a:noFill/>
          </p:spPr>
          <p:txBody>
            <a:bodyPr wrap="square" lIns="91440" tIns="45720" rIns="91440" bIns="45720" anchor="ctr">
              <a:noAutofit/>
            </a:bodyPr>
            <a:lstStyle/>
            <a:p>
              <a:r>
                <a:rPr lang="en-US" altLang="zh-CN" b="1" dirty="0">
                  <a:latin typeface="Arial Narrow" panose="020B0606020202030204" pitchFamily="34" charset="0"/>
                </a:rPr>
                <a:t>B. 0.48</a:t>
              </a:r>
              <a:r>
                <a:rPr lang="el-GR" altLang="zh-CN" b="1" dirty="0">
                  <a:latin typeface="Arial Narrow" panose="020B0606020202030204" pitchFamily="34" charset="0"/>
                </a:rPr>
                <a:t>μ</a:t>
              </a:r>
              <a:r>
                <a:rPr lang="en-US" altLang="zh-CN" b="1" dirty="0">
                  <a:latin typeface="Arial Narrow" panose="020B0606020202030204" pitchFamily="34" charset="0"/>
                </a:rPr>
                <a:t>s</a:t>
              </a:r>
              <a:endParaRPr lang="zh-CN" altLang="en-US" b="1" dirty="0">
                <a:latin typeface="Arial Narrow" panose="020B0606020202030204" pitchFamily="34" charset="0"/>
              </a:endParaRPr>
            </a:p>
          </p:txBody>
        </p:sp>
        <p:sp>
          <p:nvSpPr>
            <p:cNvPr id="21" name="íşlïḍè">
              <a:extLst>
                <a:ext uri="{FF2B5EF4-FFF2-40B4-BE49-F238E27FC236}">
                  <a16:creationId xmlns:a16="http://schemas.microsoft.com/office/drawing/2014/main" id="{B00094E5-B4A1-44B6-8739-132E3292DE11}"/>
                </a:ext>
              </a:extLst>
            </p:cNvPr>
            <p:cNvSpPr txBox="1"/>
            <p:nvPr/>
          </p:nvSpPr>
          <p:spPr>
            <a:xfrm>
              <a:off x="7019321" y="2140150"/>
              <a:ext cx="1125345" cy="419569"/>
            </a:xfrm>
            <a:prstGeom prst="rect">
              <a:avLst/>
            </a:prstGeom>
            <a:noFill/>
          </p:spPr>
          <p:txBody>
            <a:bodyPr wrap="square" lIns="91440" tIns="45720" rIns="91440" bIns="45720" anchor="ctr">
              <a:noAutofit/>
            </a:bodyPr>
            <a:lstStyle/>
            <a:p>
              <a:r>
                <a:rPr lang="en-US" altLang="zh-CN" b="1" dirty="0">
                  <a:latin typeface="Arial Narrow" panose="020B0606020202030204" pitchFamily="34" charset="0"/>
                </a:rPr>
                <a:t>C. 5.12</a:t>
              </a:r>
              <a:r>
                <a:rPr lang="el-GR" altLang="zh-CN" b="1" dirty="0">
                  <a:latin typeface="Arial Narrow" panose="020B0606020202030204" pitchFamily="34" charset="0"/>
                </a:rPr>
                <a:t>μ</a:t>
              </a:r>
              <a:r>
                <a:rPr lang="en-US" altLang="zh-CN" b="1" dirty="0">
                  <a:latin typeface="Arial Narrow" panose="020B0606020202030204" pitchFamily="34" charset="0"/>
                </a:rPr>
                <a:t>s</a:t>
              </a:r>
              <a:endParaRPr lang="zh-CN" altLang="en-US" b="1" dirty="0">
                <a:latin typeface="Arial Narrow" panose="020B0606020202030204" pitchFamily="34" charset="0"/>
              </a:endParaRPr>
            </a:p>
          </p:txBody>
        </p:sp>
        <p:sp>
          <p:nvSpPr>
            <p:cNvPr id="22" name="íşlïḍè">
              <a:extLst>
                <a:ext uri="{FF2B5EF4-FFF2-40B4-BE49-F238E27FC236}">
                  <a16:creationId xmlns:a16="http://schemas.microsoft.com/office/drawing/2014/main" id="{69C92E01-AE15-4400-97EB-C2AC1BA1F446}"/>
                </a:ext>
              </a:extLst>
            </p:cNvPr>
            <p:cNvSpPr txBox="1"/>
            <p:nvPr/>
          </p:nvSpPr>
          <p:spPr>
            <a:xfrm>
              <a:off x="9476652" y="2140150"/>
              <a:ext cx="1272482" cy="419569"/>
            </a:xfrm>
            <a:prstGeom prst="rect">
              <a:avLst/>
            </a:prstGeom>
            <a:noFill/>
          </p:spPr>
          <p:txBody>
            <a:bodyPr wrap="square" lIns="91440" tIns="45720" rIns="91440" bIns="45720" anchor="ctr">
              <a:noAutofit/>
            </a:bodyPr>
            <a:lstStyle/>
            <a:p>
              <a:r>
                <a:rPr lang="en-US" altLang="zh-CN" b="1" dirty="0">
                  <a:latin typeface="Arial Narrow" panose="020B0606020202030204" pitchFamily="34" charset="0"/>
                </a:rPr>
                <a:t>D. 121.44</a:t>
              </a:r>
              <a:r>
                <a:rPr lang="el-GR" altLang="zh-CN" b="1" dirty="0">
                  <a:latin typeface="Arial Narrow" panose="020B0606020202030204" pitchFamily="34" charset="0"/>
                </a:rPr>
                <a:t>μ</a:t>
              </a:r>
              <a:r>
                <a:rPr lang="en-US" altLang="zh-CN" b="1" dirty="0">
                  <a:latin typeface="Arial Narrow" panose="020B0606020202030204" pitchFamily="34" charset="0"/>
                </a:rPr>
                <a:t>s</a:t>
              </a:r>
              <a:endParaRPr lang="zh-CN" altLang="en-US" b="1" dirty="0">
                <a:latin typeface="Arial Narrow" panose="020B0606020202030204" pitchFamily="34" charset="0"/>
              </a:endParaRPr>
            </a:p>
          </p:txBody>
        </p:sp>
      </p:grpSp>
      <p:sp>
        <p:nvSpPr>
          <p:cNvPr id="34" name="íşlïḍè">
            <a:extLst>
              <a:ext uri="{FF2B5EF4-FFF2-40B4-BE49-F238E27FC236}">
                <a16:creationId xmlns:a16="http://schemas.microsoft.com/office/drawing/2014/main" id="{B8A3BBE5-CFB1-4B45-86A9-9D93D880F71E}"/>
              </a:ext>
            </a:extLst>
          </p:cNvPr>
          <p:cNvSpPr txBox="1"/>
          <p:nvPr/>
        </p:nvSpPr>
        <p:spPr>
          <a:xfrm>
            <a:off x="9003667" y="1630691"/>
            <a:ext cx="472985" cy="419569"/>
          </a:xfrm>
          <a:prstGeom prst="rect">
            <a:avLst/>
          </a:prstGeom>
          <a:noFill/>
        </p:spPr>
        <p:txBody>
          <a:bodyPr wrap="square" lIns="91440" tIns="45720" rIns="91440" bIns="45720" anchor="ctr">
            <a:noAutofit/>
          </a:bodyPr>
          <a:lstStyle/>
          <a:p>
            <a:pPr algn="ctr"/>
            <a:r>
              <a:rPr lang="en-US" altLang="zh-CN" sz="2800" b="1" dirty="0">
                <a:solidFill>
                  <a:schemeClr val="accent1">
                    <a:lumMod val="75000"/>
                  </a:schemeClr>
                </a:solidFill>
                <a:latin typeface="Arial Black" panose="020B0A04020102020204" pitchFamily="34" charset="0"/>
              </a:rPr>
              <a:t>B</a:t>
            </a:r>
            <a:endParaRPr lang="zh-CN" altLang="en-US" sz="2800" b="1" dirty="0">
              <a:solidFill>
                <a:schemeClr val="accent1">
                  <a:lumMod val="75000"/>
                </a:schemeClr>
              </a:solidFill>
              <a:latin typeface="Arial Black" panose="020B0A04020102020204" pitchFamily="34" charset="0"/>
            </a:endParaRPr>
          </a:p>
        </p:txBody>
      </p:sp>
      <p:sp>
        <p:nvSpPr>
          <p:cNvPr id="35" name="íşlïḍè">
            <a:extLst>
              <a:ext uri="{FF2B5EF4-FFF2-40B4-BE49-F238E27FC236}">
                <a16:creationId xmlns:a16="http://schemas.microsoft.com/office/drawing/2014/main" id="{168AA4EA-EBEA-4337-B648-01222593028B}"/>
              </a:ext>
            </a:extLst>
          </p:cNvPr>
          <p:cNvSpPr txBox="1"/>
          <p:nvPr/>
        </p:nvSpPr>
        <p:spPr>
          <a:xfrm>
            <a:off x="933106" y="2539987"/>
            <a:ext cx="718734" cy="419569"/>
          </a:xfrm>
          <a:prstGeom prst="rect">
            <a:avLst/>
          </a:prstGeom>
          <a:noFill/>
        </p:spPr>
        <p:txBody>
          <a:bodyPr wrap="square" lIns="91440" tIns="45720" rIns="91440" bIns="45720" anchor="ctr">
            <a:noAutofit/>
          </a:bodyPr>
          <a:lstStyle/>
          <a:p>
            <a:r>
              <a:rPr lang="zh-CN" altLang="en-US" b="1" dirty="0">
                <a:latin typeface="Arial Narrow" panose="020B0606020202030204" pitchFamily="34" charset="0"/>
              </a:rPr>
              <a:t>解析</a:t>
            </a:r>
          </a:p>
        </p:txBody>
      </p:sp>
      <p:grpSp>
        <p:nvGrpSpPr>
          <p:cNvPr id="7" name="组合 6">
            <a:extLst>
              <a:ext uri="{FF2B5EF4-FFF2-40B4-BE49-F238E27FC236}">
                <a16:creationId xmlns:a16="http://schemas.microsoft.com/office/drawing/2014/main" id="{D0E769CE-1983-410C-AEEC-0DF71BB62474}"/>
              </a:ext>
            </a:extLst>
          </p:cNvPr>
          <p:cNvGrpSpPr/>
          <p:nvPr/>
        </p:nvGrpSpPr>
        <p:grpSpPr>
          <a:xfrm>
            <a:off x="1139680" y="2959556"/>
            <a:ext cx="10747520" cy="582384"/>
            <a:chOff x="1139680" y="2959556"/>
            <a:chExt cx="10747520" cy="582384"/>
          </a:xfrm>
        </p:grpSpPr>
        <p:sp>
          <p:nvSpPr>
            <p:cNvPr id="6" name="矩形 5">
              <a:extLst>
                <a:ext uri="{FF2B5EF4-FFF2-40B4-BE49-F238E27FC236}">
                  <a16:creationId xmlns:a16="http://schemas.microsoft.com/office/drawing/2014/main" id="{3897CE79-DEFC-4B69-BB5D-6E0C49966901}"/>
                </a:ext>
              </a:extLst>
            </p:cNvPr>
            <p:cNvSpPr/>
            <p:nvPr/>
          </p:nvSpPr>
          <p:spPr>
            <a:xfrm>
              <a:off x="2731664" y="2959556"/>
              <a:ext cx="1618290" cy="582384"/>
            </a:xfrm>
            <a:prstGeom prst="rect">
              <a:avLst/>
            </a:prstGeom>
          </p:spPr>
          <p:style>
            <a:lnRef idx="2">
              <a:schemeClr val="accent4">
                <a:shade val="50000"/>
              </a:schemeClr>
            </a:lnRef>
            <a:fillRef idx="1">
              <a:schemeClr val="accent4"/>
            </a:fillRef>
            <a:effectRef idx="0">
              <a:schemeClr val="accent4"/>
            </a:effectRef>
            <a:fontRef idx="minor">
              <a:schemeClr val="lt1"/>
            </a:fontRef>
          </p:style>
          <p:txBody>
            <a:bodyPr rtlCol="0" anchor="ctr"/>
            <a:lstStyle/>
            <a:p>
              <a:pPr algn="ctr"/>
              <a:r>
                <a:rPr lang="zh-CN" altLang="en-US" b="1" dirty="0"/>
                <a:t>目的</a:t>
              </a:r>
              <a:r>
                <a:rPr lang="en-US" altLang="zh-CN" b="1" dirty="0"/>
                <a:t>MAC</a:t>
              </a:r>
              <a:r>
                <a:rPr lang="zh-CN" altLang="en-US" b="1" dirty="0"/>
                <a:t>地址</a:t>
              </a:r>
              <a:endParaRPr lang="en-US" altLang="zh-CN" b="1" dirty="0"/>
            </a:p>
            <a:p>
              <a:pPr algn="ctr"/>
              <a:r>
                <a:rPr lang="en-US" altLang="zh-CN" b="1" dirty="0"/>
                <a:t>6B</a:t>
              </a:r>
              <a:endParaRPr lang="zh-CN" altLang="en-US" b="1" dirty="0"/>
            </a:p>
          </p:txBody>
        </p:sp>
        <p:sp>
          <p:nvSpPr>
            <p:cNvPr id="36" name="矩形 35">
              <a:extLst>
                <a:ext uri="{FF2B5EF4-FFF2-40B4-BE49-F238E27FC236}">
                  <a16:creationId xmlns:a16="http://schemas.microsoft.com/office/drawing/2014/main" id="{3DE8E3FF-C789-4D87-913B-6AC9B59749AE}"/>
                </a:ext>
              </a:extLst>
            </p:cNvPr>
            <p:cNvSpPr/>
            <p:nvPr/>
          </p:nvSpPr>
          <p:spPr>
            <a:xfrm>
              <a:off x="4349954" y="2959556"/>
              <a:ext cx="1618290" cy="582384"/>
            </a:xfrm>
            <a:prstGeom prst="rect">
              <a:avLst/>
            </a:prstGeom>
          </p:spPr>
          <p:style>
            <a:lnRef idx="2">
              <a:schemeClr val="accent4">
                <a:shade val="50000"/>
              </a:schemeClr>
            </a:lnRef>
            <a:fillRef idx="1">
              <a:schemeClr val="accent4"/>
            </a:fillRef>
            <a:effectRef idx="0">
              <a:schemeClr val="accent4"/>
            </a:effectRef>
            <a:fontRef idx="minor">
              <a:schemeClr val="lt1"/>
            </a:fontRef>
          </p:style>
          <p:txBody>
            <a:bodyPr rtlCol="0" anchor="ctr"/>
            <a:lstStyle/>
            <a:p>
              <a:pPr algn="ctr"/>
              <a:r>
                <a:rPr lang="zh-CN" altLang="en-US" b="1" dirty="0"/>
                <a:t>源</a:t>
              </a:r>
              <a:r>
                <a:rPr lang="en-US" altLang="zh-CN" b="1" dirty="0"/>
                <a:t>MAC</a:t>
              </a:r>
              <a:r>
                <a:rPr lang="zh-CN" altLang="en-US" b="1" dirty="0"/>
                <a:t>地址</a:t>
              </a:r>
              <a:endParaRPr lang="en-US" altLang="zh-CN" b="1" dirty="0"/>
            </a:p>
            <a:p>
              <a:pPr algn="ctr"/>
              <a:r>
                <a:rPr lang="en-US" altLang="zh-CN" b="1" dirty="0"/>
                <a:t>6B</a:t>
              </a:r>
              <a:endParaRPr lang="zh-CN" altLang="en-US" b="1" dirty="0"/>
            </a:p>
          </p:txBody>
        </p:sp>
        <p:sp>
          <p:nvSpPr>
            <p:cNvPr id="37" name="矩形 36">
              <a:extLst>
                <a:ext uri="{FF2B5EF4-FFF2-40B4-BE49-F238E27FC236}">
                  <a16:creationId xmlns:a16="http://schemas.microsoft.com/office/drawing/2014/main" id="{6432DE23-5AD4-44C0-871C-03606606D031}"/>
                </a:ext>
              </a:extLst>
            </p:cNvPr>
            <p:cNvSpPr/>
            <p:nvPr/>
          </p:nvSpPr>
          <p:spPr>
            <a:xfrm>
              <a:off x="5968244" y="2959556"/>
              <a:ext cx="648628" cy="582384"/>
            </a:xfrm>
            <a:prstGeom prst="rect">
              <a:avLst/>
            </a:prstGeom>
          </p:spPr>
          <p:style>
            <a:lnRef idx="2">
              <a:schemeClr val="accent4">
                <a:shade val="50000"/>
              </a:schemeClr>
            </a:lnRef>
            <a:fillRef idx="1">
              <a:schemeClr val="accent4"/>
            </a:fillRef>
            <a:effectRef idx="0">
              <a:schemeClr val="accent4"/>
            </a:effectRef>
            <a:fontRef idx="minor">
              <a:schemeClr val="lt1"/>
            </a:fontRef>
          </p:style>
          <p:txBody>
            <a:bodyPr rtlCol="0" anchor="ctr"/>
            <a:lstStyle/>
            <a:p>
              <a:pPr algn="ctr"/>
              <a:r>
                <a:rPr lang="zh-CN" altLang="en-US" b="1" dirty="0"/>
                <a:t>类型</a:t>
              </a:r>
              <a:endParaRPr lang="en-US" altLang="zh-CN" b="1" dirty="0"/>
            </a:p>
            <a:p>
              <a:pPr algn="ctr"/>
              <a:r>
                <a:rPr lang="en-US" altLang="zh-CN" b="1" dirty="0"/>
                <a:t>2B</a:t>
              </a:r>
              <a:endParaRPr lang="zh-CN" altLang="en-US" b="1" dirty="0"/>
            </a:p>
          </p:txBody>
        </p:sp>
        <p:sp>
          <p:nvSpPr>
            <p:cNvPr id="38" name="矩形 37">
              <a:extLst>
                <a:ext uri="{FF2B5EF4-FFF2-40B4-BE49-F238E27FC236}">
                  <a16:creationId xmlns:a16="http://schemas.microsoft.com/office/drawing/2014/main" id="{2F76F714-FEE3-42E3-BC05-F805AEFAA267}"/>
                </a:ext>
              </a:extLst>
            </p:cNvPr>
            <p:cNvSpPr/>
            <p:nvPr/>
          </p:nvSpPr>
          <p:spPr>
            <a:xfrm>
              <a:off x="10835389" y="2959556"/>
              <a:ext cx="1051811" cy="582384"/>
            </a:xfrm>
            <a:prstGeom prst="rect">
              <a:avLst/>
            </a:prstGeom>
          </p:spPr>
          <p:style>
            <a:lnRef idx="2">
              <a:schemeClr val="accent4">
                <a:shade val="50000"/>
              </a:schemeClr>
            </a:lnRef>
            <a:fillRef idx="1">
              <a:schemeClr val="accent4"/>
            </a:fillRef>
            <a:effectRef idx="0">
              <a:schemeClr val="accent4"/>
            </a:effectRef>
            <a:fontRef idx="minor">
              <a:schemeClr val="lt1"/>
            </a:fontRef>
          </p:style>
          <p:txBody>
            <a:bodyPr rtlCol="0" anchor="ctr"/>
            <a:lstStyle/>
            <a:p>
              <a:pPr algn="ctr"/>
              <a:r>
                <a:rPr lang="en-US" altLang="zh-CN" b="1" dirty="0"/>
                <a:t>FCS</a:t>
              </a:r>
            </a:p>
            <a:p>
              <a:pPr algn="ctr"/>
              <a:r>
                <a:rPr lang="en-US" altLang="zh-CN" b="1" dirty="0"/>
                <a:t>4B</a:t>
              </a:r>
              <a:endParaRPr lang="zh-CN" altLang="en-US" b="1" dirty="0"/>
            </a:p>
          </p:txBody>
        </p:sp>
        <p:sp>
          <p:nvSpPr>
            <p:cNvPr id="39" name="矩形 38">
              <a:extLst>
                <a:ext uri="{FF2B5EF4-FFF2-40B4-BE49-F238E27FC236}">
                  <a16:creationId xmlns:a16="http://schemas.microsoft.com/office/drawing/2014/main" id="{AC0AD19F-02F0-43F0-8838-52E61BCBB466}"/>
                </a:ext>
              </a:extLst>
            </p:cNvPr>
            <p:cNvSpPr/>
            <p:nvPr/>
          </p:nvSpPr>
          <p:spPr>
            <a:xfrm>
              <a:off x="6616872" y="2959556"/>
              <a:ext cx="4218517" cy="582384"/>
            </a:xfrm>
            <a:prstGeom prst="rect">
              <a:avLst/>
            </a:prstGeom>
            <a:noFill/>
          </p:spPr>
          <p:style>
            <a:lnRef idx="2">
              <a:schemeClr val="accent4">
                <a:shade val="50000"/>
              </a:schemeClr>
            </a:lnRef>
            <a:fillRef idx="1">
              <a:schemeClr val="accent4"/>
            </a:fillRef>
            <a:effectRef idx="0">
              <a:schemeClr val="accent4"/>
            </a:effectRef>
            <a:fontRef idx="minor">
              <a:schemeClr val="lt1"/>
            </a:fontRef>
          </p:style>
          <p:txBody>
            <a:bodyPr rtlCol="0" anchor="ctr"/>
            <a:lstStyle/>
            <a:p>
              <a:pPr algn="ctr"/>
              <a:r>
                <a:rPr lang="zh-CN" altLang="en-US" b="1" dirty="0">
                  <a:solidFill>
                    <a:schemeClr val="accent4"/>
                  </a:solidFill>
                </a:rPr>
                <a:t>数据载荷</a:t>
              </a:r>
              <a:endParaRPr lang="en-US" altLang="zh-CN" b="1" dirty="0">
                <a:solidFill>
                  <a:schemeClr val="accent4"/>
                </a:solidFill>
              </a:endParaRPr>
            </a:p>
            <a:p>
              <a:pPr algn="ctr"/>
              <a:r>
                <a:rPr lang="en-US" altLang="zh-CN" b="1" dirty="0">
                  <a:solidFill>
                    <a:schemeClr val="accent4"/>
                  </a:solidFill>
                </a:rPr>
                <a:t>46B~1500B</a:t>
              </a:r>
              <a:endParaRPr lang="zh-CN" altLang="en-US" b="1" dirty="0">
                <a:solidFill>
                  <a:schemeClr val="accent4"/>
                </a:solidFill>
              </a:endParaRPr>
            </a:p>
          </p:txBody>
        </p:sp>
        <p:sp>
          <p:nvSpPr>
            <p:cNvPr id="40" name="íşlïḍè">
              <a:extLst>
                <a:ext uri="{FF2B5EF4-FFF2-40B4-BE49-F238E27FC236}">
                  <a16:creationId xmlns:a16="http://schemas.microsoft.com/office/drawing/2014/main" id="{D034F5A5-31A1-44B3-903A-06E4E9F59666}"/>
                </a:ext>
              </a:extLst>
            </p:cNvPr>
            <p:cNvSpPr txBox="1"/>
            <p:nvPr/>
          </p:nvSpPr>
          <p:spPr>
            <a:xfrm>
              <a:off x="1139680" y="3040963"/>
              <a:ext cx="1672487" cy="419569"/>
            </a:xfrm>
            <a:prstGeom prst="rect">
              <a:avLst/>
            </a:prstGeom>
            <a:noFill/>
          </p:spPr>
          <p:txBody>
            <a:bodyPr wrap="square" lIns="91440" tIns="45720" rIns="91440" bIns="45720" anchor="ctr">
              <a:noAutofit/>
            </a:bodyPr>
            <a:lstStyle/>
            <a:p>
              <a:r>
                <a:rPr lang="zh-CN" altLang="en-US" b="1" dirty="0">
                  <a:latin typeface="Arial Narrow" panose="020B0606020202030204" pitchFamily="34" charset="0"/>
                </a:rPr>
                <a:t>以太网帧格式</a:t>
              </a:r>
            </a:p>
          </p:txBody>
        </p:sp>
      </p:grpSp>
      <p:sp>
        <p:nvSpPr>
          <p:cNvPr id="42" name="íşlïḍè">
            <a:extLst>
              <a:ext uri="{FF2B5EF4-FFF2-40B4-BE49-F238E27FC236}">
                <a16:creationId xmlns:a16="http://schemas.microsoft.com/office/drawing/2014/main" id="{3E2FAF97-B223-4151-8876-9A5536B54805}"/>
              </a:ext>
            </a:extLst>
          </p:cNvPr>
          <p:cNvSpPr txBox="1"/>
          <p:nvPr/>
        </p:nvSpPr>
        <p:spPr>
          <a:xfrm>
            <a:off x="1139680" y="3731991"/>
            <a:ext cx="10747520" cy="419569"/>
          </a:xfrm>
          <a:prstGeom prst="rect">
            <a:avLst/>
          </a:prstGeom>
          <a:noFill/>
        </p:spPr>
        <p:txBody>
          <a:bodyPr wrap="square" lIns="91440" tIns="45720" rIns="91440" bIns="45720" anchor="ctr">
            <a:noAutofit/>
          </a:bodyPr>
          <a:lstStyle/>
          <a:p>
            <a:r>
              <a:rPr lang="zh-CN" altLang="en-US" b="1" dirty="0">
                <a:latin typeface="Arial Narrow" panose="020B0606020202030204" pitchFamily="34" charset="0"/>
              </a:rPr>
              <a:t>物理层在发送以太网帧之前还要在其前面添加</a:t>
            </a:r>
            <a:r>
              <a:rPr lang="en-US" altLang="zh-CN" b="1" dirty="0">
                <a:latin typeface="Arial Narrow" panose="020B0606020202030204" pitchFamily="34" charset="0"/>
              </a:rPr>
              <a:t>8B</a:t>
            </a:r>
            <a:r>
              <a:rPr lang="zh-CN" altLang="en-US" b="1" dirty="0">
                <a:latin typeface="Arial Narrow" panose="020B0606020202030204" pitchFamily="34" charset="0"/>
              </a:rPr>
              <a:t>的前导码。</a:t>
            </a:r>
          </a:p>
        </p:txBody>
      </p:sp>
      <p:sp>
        <p:nvSpPr>
          <p:cNvPr id="23" name="平行四边形 22">
            <a:extLst>
              <a:ext uri="{FF2B5EF4-FFF2-40B4-BE49-F238E27FC236}">
                <a16:creationId xmlns:a16="http://schemas.microsoft.com/office/drawing/2014/main" id="{4F1C9FA8-B9E1-E853-0296-5EB010D1C98D}"/>
              </a:ext>
            </a:extLst>
          </p:cNvPr>
          <p:cNvSpPr/>
          <p:nvPr/>
        </p:nvSpPr>
        <p:spPr>
          <a:xfrm>
            <a:off x="304800" y="749300"/>
            <a:ext cx="675384" cy="387090"/>
          </a:xfrm>
          <a:prstGeom prst="parallelogram">
            <a:avLst/>
          </a:prstGeom>
          <a:solidFill>
            <a:schemeClr val="accent3">
              <a:lumMod val="75000"/>
            </a:schemeClr>
          </a:solidFill>
          <a:ln>
            <a:solidFill>
              <a:schemeClr val="accent3">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CN" sz="2200" dirty="0">
                <a:latin typeface="Impact" panose="020B0806030902050204" pitchFamily="34" charset="0"/>
              </a:rPr>
              <a:t>02</a:t>
            </a:r>
            <a:endParaRPr lang="zh-CN" altLang="en-US" sz="2200" dirty="0">
              <a:latin typeface="Impact" panose="020B0806030902050204" pitchFamily="34" charset="0"/>
            </a:endParaRPr>
          </a:p>
        </p:txBody>
      </p:sp>
    </p:spTree>
    <p:custDataLst>
      <p:tags r:id="rId1"/>
    </p:custDataLst>
    <p:extLst>
      <p:ext uri="{BB962C8B-B14F-4D97-AF65-F5344CB8AC3E}">
        <p14:creationId xmlns:p14="http://schemas.microsoft.com/office/powerpoint/2010/main" val="119039608"/>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30" presetClass="entr" presetSubtype="0" fill="hold" nodeType="withEffect">
                                  <p:stCondLst>
                                    <p:cond delay="0"/>
                                  </p:stCondLst>
                                  <p:childTnLst>
                                    <p:set>
                                      <p:cBhvr>
                                        <p:cTn id="6" dur="1" fill="hold">
                                          <p:stCondLst>
                                            <p:cond delay="0"/>
                                          </p:stCondLst>
                                        </p:cTn>
                                        <p:tgtEl>
                                          <p:spTgt spid="5"/>
                                        </p:tgtEl>
                                        <p:attrNameLst>
                                          <p:attrName>style.visibility</p:attrName>
                                        </p:attrNameLst>
                                      </p:cBhvr>
                                      <p:to>
                                        <p:strVal val="visible"/>
                                      </p:to>
                                    </p:set>
                                    <p:animEffect transition="in" filter="fade">
                                      <p:cBhvr>
                                        <p:cTn id="7" dur="800" decel="100000"/>
                                        <p:tgtEl>
                                          <p:spTgt spid="5"/>
                                        </p:tgtEl>
                                      </p:cBhvr>
                                    </p:animEffect>
                                    <p:anim calcmode="lin" valueType="num">
                                      <p:cBhvr>
                                        <p:cTn id="8" dur="800" decel="100000" fill="hold"/>
                                        <p:tgtEl>
                                          <p:spTgt spid="5"/>
                                        </p:tgtEl>
                                        <p:attrNameLst>
                                          <p:attrName>style.rotation</p:attrName>
                                        </p:attrNameLst>
                                      </p:cBhvr>
                                      <p:tavLst>
                                        <p:tav tm="0">
                                          <p:val>
                                            <p:fltVal val="-90"/>
                                          </p:val>
                                        </p:tav>
                                        <p:tav tm="100000">
                                          <p:val>
                                            <p:fltVal val="0"/>
                                          </p:val>
                                        </p:tav>
                                      </p:tavLst>
                                    </p:anim>
                                    <p:anim calcmode="lin" valueType="num">
                                      <p:cBhvr>
                                        <p:cTn id="9" dur="800" decel="100000" fill="hold"/>
                                        <p:tgtEl>
                                          <p:spTgt spid="5"/>
                                        </p:tgtEl>
                                        <p:attrNameLst>
                                          <p:attrName>ppt_x</p:attrName>
                                        </p:attrNameLst>
                                      </p:cBhvr>
                                      <p:tavLst>
                                        <p:tav tm="0">
                                          <p:val>
                                            <p:strVal val="#ppt_x+0.4"/>
                                          </p:val>
                                        </p:tav>
                                        <p:tav tm="100000">
                                          <p:val>
                                            <p:strVal val="#ppt_x-0.05"/>
                                          </p:val>
                                        </p:tav>
                                      </p:tavLst>
                                    </p:anim>
                                    <p:anim calcmode="lin" valueType="num">
                                      <p:cBhvr>
                                        <p:cTn id="10" dur="800" decel="100000" fill="hold"/>
                                        <p:tgtEl>
                                          <p:spTgt spid="5"/>
                                        </p:tgtEl>
                                        <p:attrNameLst>
                                          <p:attrName>ppt_y</p:attrName>
                                        </p:attrNameLst>
                                      </p:cBhvr>
                                      <p:tavLst>
                                        <p:tav tm="0">
                                          <p:val>
                                            <p:strVal val="#ppt_y-0.4"/>
                                          </p:val>
                                        </p:tav>
                                        <p:tav tm="100000">
                                          <p:val>
                                            <p:strVal val="#ppt_y+0.1"/>
                                          </p:val>
                                        </p:tav>
                                      </p:tavLst>
                                    </p:anim>
                                    <p:anim calcmode="lin" valueType="num">
                                      <p:cBhvr>
                                        <p:cTn id="11" dur="200" accel="100000" fill="hold">
                                          <p:stCondLst>
                                            <p:cond delay="800"/>
                                          </p:stCondLst>
                                        </p:cTn>
                                        <p:tgtEl>
                                          <p:spTgt spid="5"/>
                                        </p:tgtEl>
                                        <p:attrNameLst>
                                          <p:attrName>ppt_x</p:attrName>
                                        </p:attrNameLst>
                                      </p:cBhvr>
                                      <p:tavLst>
                                        <p:tav tm="0">
                                          <p:val>
                                            <p:strVal val="#ppt_x-0.05"/>
                                          </p:val>
                                        </p:tav>
                                        <p:tav tm="100000">
                                          <p:val>
                                            <p:strVal val="#ppt_x"/>
                                          </p:val>
                                        </p:tav>
                                      </p:tavLst>
                                    </p:anim>
                                    <p:anim calcmode="lin" valueType="num">
                                      <p:cBhvr>
                                        <p:cTn id="12" dur="200" accel="100000" fill="hold">
                                          <p:stCondLst>
                                            <p:cond delay="800"/>
                                          </p:stCondLst>
                                        </p:cTn>
                                        <p:tgtEl>
                                          <p:spTgt spid="5"/>
                                        </p:tgtEl>
                                        <p:attrNameLst>
                                          <p:attrName>ppt_y</p:attrName>
                                        </p:attrNameLst>
                                      </p:cBhvr>
                                      <p:tavLst>
                                        <p:tav tm="0">
                                          <p:val>
                                            <p:strVal val="#ppt_y+0.1"/>
                                          </p:val>
                                        </p:tav>
                                        <p:tav tm="100000">
                                          <p:val>
                                            <p:strVal val="#ppt_y"/>
                                          </p:val>
                                        </p:tav>
                                      </p:tavLst>
                                    </p:anim>
                                  </p:childTnLst>
                                </p:cTn>
                              </p:par>
                            </p:childTnLst>
                          </p:cTn>
                        </p:par>
                      </p:childTnLst>
                    </p:cTn>
                  </p:par>
                  <p:par>
                    <p:cTn id="13" fill="hold">
                      <p:stCondLst>
                        <p:cond delay="indefinite"/>
                      </p:stCondLst>
                      <p:childTnLst>
                        <p:par>
                          <p:cTn id="14" fill="hold">
                            <p:stCondLst>
                              <p:cond delay="0"/>
                            </p:stCondLst>
                            <p:childTnLst>
                              <p:par>
                                <p:cTn id="15" presetID="47" presetClass="entr" presetSubtype="0" fill="hold" nodeType="clickEffect">
                                  <p:stCondLst>
                                    <p:cond delay="0"/>
                                  </p:stCondLst>
                                  <p:childTnLst>
                                    <p:set>
                                      <p:cBhvr>
                                        <p:cTn id="16" dur="1" fill="hold">
                                          <p:stCondLst>
                                            <p:cond delay="0"/>
                                          </p:stCondLst>
                                        </p:cTn>
                                        <p:tgtEl>
                                          <p:spTgt spid="7"/>
                                        </p:tgtEl>
                                        <p:attrNameLst>
                                          <p:attrName>style.visibility</p:attrName>
                                        </p:attrNameLst>
                                      </p:cBhvr>
                                      <p:to>
                                        <p:strVal val="visible"/>
                                      </p:to>
                                    </p:set>
                                    <p:animEffect transition="in" filter="fade">
                                      <p:cBhvr>
                                        <p:cTn id="17" dur="1000"/>
                                        <p:tgtEl>
                                          <p:spTgt spid="7"/>
                                        </p:tgtEl>
                                      </p:cBhvr>
                                    </p:animEffect>
                                    <p:anim calcmode="lin" valueType="num">
                                      <p:cBhvr>
                                        <p:cTn id="18" dur="1000" fill="hold"/>
                                        <p:tgtEl>
                                          <p:spTgt spid="7"/>
                                        </p:tgtEl>
                                        <p:attrNameLst>
                                          <p:attrName>ppt_x</p:attrName>
                                        </p:attrNameLst>
                                      </p:cBhvr>
                                      <p:tavLst>
                                        <p:tav tm="0">
                                          <p:val>
                                            <p:strVal val="#ppt_x"/>
                                          </p:val>
                                        </p:tav>
                                        <p:tav tm="100000">
                                          <p:val>
                                            <p:strVal val="#ppt_x"/>
                                          </p:val>
                                        </p:tav>
                                      </p:tavLst>
                                    </p:anim>
                                    <p:anim calcmode="lin" valueType="num">
                                      <p:cBhvr>
                                        <p:cTn id="19" dur="1000" fill="hold"/>
                                        <p:tgtEl>
                                          <p:spTgt spid="7"/>
                                        </p:tgtEl>
                                        <p:attrNameLst>
                                          <p:attrName>ppt_y</p:attrName>
                                        </p:attrNameLst>
                                      </p:cBhvr>
                                      <p:tavLst>
                                        <p:tav tm="0">
                                          <p:val>
                                            <p:strVal val="#ppt_y-.1"/>
                                          </p:val>
                                        </p:tav>
                                        <p:tav tm="100000">
                                          <p:val>
                                            <p:strVal val="#ppt_y"/>
                                          </p:val>
                                        </p:tav>
                                      </p:tavLst>
                                    </p:anim>
                                  </p:childTnLst>
                                </p:cTn>
                              </p:par>
                            </p:childTnLst>
                          </p:cTn>
                        </p:par>
                      </p:childTnLst>
                    </p:cTn>
                  </p:par>
                  <p:par>
                    <p:cTn id="20" fill="hold">
                      <p:stCondLst>
                        <p:cond delay="indefinite"/>
                      </p:stCondLst>
                      <p:childTnLst>
                        <p:par>
                          <p:cTn id="21" fill="hold">
                            <p:stCondLst>
                              <p:cond delay="0"/>
                            </p:stCondLst>
                            <p:childTnLst>
                              <p:par>
                                <p:cTn id="22" presetID="1" presetClass="entr" presetSubtype="0" fill="hold" grpId="0" nodeType="clickEffect">
                                  <p:stCondLst>
                                    <p:cond delay="0"/>
                                  </p:stCondLst>
                                  <p:iterate type="lt">
                                    <p:tmAbs val="100"/>
                                  </p:iterate>
                                  <p:childTnLst>
                                    <p:set>
                                      <p:cBhvr>
                                        <p:cTn id="23" dur="1" fill="hold">
                                          <p:stCondLst>
                                            <p:cond delay="0"/>
                                          </p:stCondLst>
                                        </p:cTn>
                                        <p:tgtEl>
                                          <p:spTgt spid="42"/>
                                        </p:tgtEl>
                                        <p:attrNameLst>
                                          <p:attrName>style.visibility</p:attrName>
                                        </p:attrNameLst>
                                      </p:cBhvr>
                                      <p:to>
                                        <p:strVal val="visible"/>
                                      </p:to>
                                    </p:set>
                                  </p:childTnLst>
                                </p:cTn>
                              </p:par>
                            </p:childTnLst>
                          </p:cTn>
                        </p:par>
                      </p:childTnLst>
                    </p:cTn>
                  </p:par>
                  <p:par>
                    <p:cTn id="24" fill="hold">
                      <p:stCondLst>
                        <p:cond delay="indefinite"/>
                      </p:stCondLst>
                      <p:childTnLst>
                        <p:par>
                          <p:cTn id="25" fill="hold">
                            <p:stCondLst>
                              <p:cond delay="0"/>
                            </p:stCondLst>
                            <p:childTnLst>
                              <p:par>
                                <p:cTn id="26" presetID="30" presetClass="entr" presetSubtype="0" fill="hold" grpId="0" nodeType="clickEffect">
                                  <p:stCondLst>
                                    <p:cond delay="0"/>
                                  </p:stCondLst>
                                  <p:childTnLst>
                                    <p:set>
                                      <p:cBhvr>
                                        <p:cTn id="27" dur="1" fill="hold">
                                          <p:stCondLst>
                                            <p:cond delay="0"/>
                                          </p:stCondLst>
                                        </p:cTn>
                                        <p:tgtEl>
                                          <p:spTgt spid="34"/>
                                        </p:tgtEl>
                                        <p:attrNameLst>
                                          <p:attrName>style.visibility</p:attrName>
                                        </p:attrNameLst>
                                      </p:cBhvr>
                                      <p:to>
                                        <p:strVal val="visible"/>
                                      </p:to>
                                    </p:set>
                                    <p:animEffect transition="in" filter="fade">
                                      <p:cBhvr>
                                        <p:cTn id="28" dur="800" decel="100000"/>
                                        <p:tgtEl>
                                          <p:spTgt spid="34"/>
                                        </p:tgtEl>
                                      </p:cBhvr>
                                    </p:animEffect>
                                    <p:anim calcmode="lin" valueType="num">
                                      <p:cBhvr>
                                        <p:cTn id="29" dur="800" decel="100000" fill="hold"/>
                                        <p:tgtEl>
                                          <p:spTgt spid="34"/>
                                        </p:tgtEl>
                                        <p:attrNameLst>
                                          <p:attrName>style.rotation</p:attrName>
                                        </p:attrNameLst>
                                      </p:cBhvr>
                                      <p:tavLst>
                                        <p:tav tm="0">
                                          <p:val>
                                            <p:fltVal val="-90"/>
                                          </p:val>
                                        </p:tav>
                                        <p:tav tm="100000">
                                          <p:val>
                                            <p:fltVal val="0"/>
                                          </p:val>
                                        </p:tav>
                                      </p:tavLst>
                                    </p:anim>
                                    <p:anim calcmode="lin" valueType="num">
                                      <p:cBhvr>
                                        <p:cTn id="30" dur="800" decel="100000" fill="hold"/>
                                        <p:tgtEl>
                                          <p:spTgt spid="34"/>
                                        </p:tgtEl>
                                        <p:attrNameLst>
                                          <p:attrName>ppt_x</p:attrName>
                                        </p:attrNameLst>
                                      </p:cBhvr>
                                      <p:tavLst>
                                        <p:tav tm="0">
                                          <p:val>
                                            <p:strVal val="#ppt_x+0.4"/>
                                          </p:val>
                                        </p:tav>
                                        <p:tav tm="100000">
                                          <p:val>
                                            <p:strVal val="#ppt_x-0.05"/>
                                          </p:val>
                                        </p:tav>
                                      </p:tavLst>
                                    </p:anim>
                                    <p:anim calcmode="lin" valueType="num">
                                      <p:cBhvr>
                                        <p:cTn id="31" dur="800" decel="100000" fill="hold"/>
                                        <p:tgtEl>
                                          <p:spTgt spid="34"/>
                                        </p:tgtEl>
                                        <p:attrNameLst>
                                          <p:attrName>ppt_y</p:attrName>
                                        </p:attrNameLst>
                                      </p:cBhvr>
                                      <p:tavLst>
                                        <p:tav tm="0">
                                          <p:val>
                                            <p:strVal val="#ppt_y-0.4"/>
                                          </p:val>
                                        </p:tav>
                                        <p:tav tm="100000">
                                          <p:val>
                                            <p:strVal val="#ppt_y+0.1"/>
                                          </p:val>
                                        </p:tav>
                                      </p:tavLst>
                                    </p:anim>
                                    <p:anim calcmode="lin" valueType="num">
                                      <p:cBhvr>
                                        <p:cTn id="32" dur="200" accel="100000" fill="hold">
                                          <p:stCondLst>
                                            <p:cond delay="800"/>
                                          </p:stCondLst>
                                        </p:cTn>
                                        <p:tgtEl>
                                          <p:spTgt spid="34"/>
                                        </p:tgtEl>
                                        <p:attrNameLst>
                                          <p:attrName>ppt_x</p:attrName>
                                        </p:attrNameLst>
                                      </p:cBhvr>
                                      <p:tavLst>
                                        <p:tav tm="0">
                                          <p:val>
                                            <p:strVal val="#ppt_x-0.05"/>
                                          </p:val>
                                        </p:tav>
                                        <p:tav tm="100000">
                                          <p:val>
                                            <p:strVal val="#ppt_x"/>
                                          </p:val>
                                        </p:tav>
                                      </p:tavLst>
                                    </p:anim>
                                    <p:anim calcmode="lin" valueType="num">
                                      <p:cBhvr>
                                        <p:cTn id="33" dur="200" accel="100000" fill="hold">
                                          <p:stCondLst>
                                            <p:cond delay="800"/>
                                          </p:stCondLst>
                                        </p:cTn>
                                        <p:tgtEl>
                                          <p:spTgt spid="34"/>
                                        </p:tgtEl>
                                        <p:attrNameLst>
                                          <p:attrName>ppt_y</p:attrName>
                                        </p:attrNameLst>
                                      </p:cBhvr>
                                      <p:tavLst>
                                        <p:tav tm="0">
                                          <p:val>
                                            <p:strVal val="#ppt_y+0.1"/>
                                          </p:val>
                                        </p:tav>
                                        <p:tav tm="100000">
                                          <p:val>
                                            <p:strVal val="#ppt_y"/>
                                          </p:val>
                                        </p:tav>
                                      </p:tavLst>
                                    </p:anim>
                                  </p:childTnLst>
                                </p:cTn>
                              </p:par>
                            </p:childTnLst>
                          </p:cTn>
                        </p:par>
                      </p:childTnLst>
                    </p:cTn>
                  </p:par>
                  <p:par>
                    <p:cTn id="34" fill="hold">
                      <p:stCondLst>
                        <p:cond delay="indefinite"/>
                      </p:stCondLst>
                      <p:childTnLst>
                        <p:par>
                          <p:cTn id="35" fill="hold">
                            <p:stCondLst>
                              <p:cond delay="0"/>
                            </p:stCondLst>
                            <p:childTnLst>
                              <p:par>
                                <p:cTn id="36" presetID="53" presetClass="entr" presetSubtype="16" fill="hold" grpId="0" nodeType="clickEffect">
                                  <p:stCondLst>
                                    <p:cond delay="0"/>
                                  </p:stCondLst>
                                  <p:childTnLst>
                                    <p:set>
                                      <p:cBhvr>
                                        <p:cTn id="37" dur="1" fill="hold">
                                          <p:stCondLst>
                                            <p:cond delay="0"/>
                                          </p:stCondLst>
                                        </p:cTn>
                                        <p:tgtEl>
                                          <p:spTgt spid="35"/>
                                        </p:tgtEl>
                                        <p:attrNameLst>
                                          <p:attrName>style.visibility</p:attrName>
                                        </p:attrNameLst>
                                      </p:cBhvr>
                                      <p:to>
                                        <p:strVal val="visible"/>
                                      </p:to>
                                    </p:set>
                                    <p:anim calcmode="lin" valueType="num">
                                      <p:cBhvr>
                                        <p:cTn id="38" dur="500" fill="hold"/>
                                        <p:tgtEl>
                                          <p:spTgt spid="35"/>
                                        </p:tgtEl>
                                        <p:attrNameLst>
                                          <p:attrName>ppt_w</p:attrName>
                                        </p:attrNameLst>
                                      </p:cBhvr>
                                      <p:tavLst>
                                        <p:tav tm="0">
                                          <p:val>
                                            <p:fltVal val="0"/>
                                          </p:val>
                                        </p:tav>
                                        <p:tav tm="100000">
                                          <p:val>
                                            <p:strVal val="#ppt_w"/>
                                          </p:val>
                                        </p:tav>
                                      </p:tavLst>
                                    </p:anim>
                                    <p:anim calcmode="lin" valueType="num">
                                      <p:cBhvr>
                                        <p:cTn id="39" dur="500" fill="hold"/>
                                        <p:tgtEl>
                                          <p:spTgt spid="35"/>
                                        </p:tgtEl>
                                        <p:attrNameLst>
                                          <p:attrName>ppt_h</p:attrName>
                                        </p:attrNameLst>
                                      </p:cBhvr>
                                      <p:tavLst>
                                        <p:tav tm="0">
                                          <p:val>
                                            <p:fltVal val="0"/>
                                          </p:val>
                                        </p:tav>
                                        <p:tav tm="100000">
                                          <p:val>
                                            <p:strVal val="#ppt_h"/>
                                          </p:val>
                                        </p:tav>
                                      </p:tavLst>
                                    </p:anim>
                                    <p:animEffect transition="in" filter="fade">
                                      <p:cBhvr>
                                        <p:cTn id="40" dur="500"/>
                                        <p:tgtEl>
                                          <p:spTgt spid="35"/>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4" grpId="0"/>
      <p:bldP spid="35" grpId="0"/>
      <p:bldP spid="42" grpId="0"/>
    </p:bldLst>
  </p:timing>
</p:sld>
</file>

<file path=ppt/slides/slide43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4" name="矩形 23">
            <a:extLst>
              <a:ext uri="{FF2B5EF4-FFF2-40B4-BE49-F238E27FC236}">
                <a16:creationId xmlns:a16="http://schemas.microsoft.com/office/drawing/2014/main" id="{4D373FAE-2C36-46E6-8090-408B33B7DBCE}"/>
              </a:ext>
            </a:extLst>
          </p:cNvPr>
          <p:cNvSpPr/>
          <p:nvPr/>
        </p:nvSpPr>
        <p:spPr>
          <a:xfrm>
            <a:off x="4504020" y="1690684"/>
            <a:ext cx="1409977" cy="296127"/>
          </a:xfrm>
          <a:prstGeom prst="rect">
            <a:avLst/>
          </a:prstGeom>
          <a:solidFill>
            <a:schemeClr val="accent6"/>
          </a:solidFill>
          <a:ln>
            <a:solidFill>
              <a:schemeClr val="accent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23" name="矩形 22">
            <a:extLst>
              <a:ext uri="{FF2B5EF4-FFF2-40B4-BE49-F238E27FC236}">
                <a16:creationId xmlns:a16="http://schemas.microsoft.com/office/drawing/2014/main" id="{FFD22A99-703F-4D16-A7C5-E113732C8ACA}"/>
              </a:ext>
            </a:extLst>
          </p:cNvPr>
          <p:cNvSpPr/>
          <p:nvPr/>
        </p:nvSpPr>
        <p:spPr>
          <a:xfrm>
            <a:off x="7854417" y="1388124"/>
            <a:ext cx="980397" cy="296127"/>
          </a:xfrm>
          <a:prstGeom prst="rect">
            <a:avLst/>
          </a:prstGeom>
          <a:solidFill>
            <a:schemeClr val="accent6"/>
          </a:solidFill>
          <a:ln>
            <a:solidFill>
              <a:schemeClr val="accent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8" name="矩形 7">
            <a:extLst>
              <a:ext uri="{FF2B5EF4-FFF2-40B4-BE49-F238E27FC236}">
                <a16:creationId xmlns:a16="http://schemas.microsoft.com/office/drawing/2014/main" id="{DA11CEF9-9C42-4817-B471-4CD3B2E8067A}"/>
              </a:ext>
            </a:extLst>
          </p:cNvPr>
          <p:cNvSpPr/>
          <p:nvPr/>
        </p:nvSpPr>
        <p:spPr>
          <a:xfrm>
            <a:off x="5798217" y="1407713"/>
            <a:ext cx="1609079" cy="296127"/>
          </a:xfrm>
          <a:prstGeom prst="rect">
            <a:avLst/>
          </a:prstGeom>
          <a:solidFill>
            <a:schemeClr val="accent6"/>
          </a:solidFill>
          <a:ln>
            <a:solidFill>
              <a:schemeClr val="accent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grpSp>
        <p:nvGrpSpPr>
          <p:cNvPr id="4" name="组合 3">
            <a:extLst>
              <a:ext uri="{FF2B5EF4-FFF2-40B4-BE49-F238E27FC236}">
                <a16:creationId xmlns:a16="http://schemas.microsoft.com/office/drawing/2014/main" id="{9A1EA9F2-FCB6-48C3-935F-7AE7E3AD14AC}"/>
              </a:ext>
            </a:extLst>
          </p:cNvPr>
          <p:cNvGrpSpPr/>
          <p:nvPr/>
        </p:nvGrpSpPr>
        <p:grpSpPr>
          <a:xfrm>
            <a:off x="304800" y="749300"/>
            <a:ext cx="6192344" cy="400110"/>
            <a:chOff x="424117" y="898245"/>
            <a:chExt cx="6192344" cy="400110"/>
          </a:xfrm>
        </p:grpSpPr>
        <p:sp>
          <p:nvSpPr>
            <p:cNvPr id="2" name="平行四边形 1">
              <a:extLst>
                <a:ext uri="{FF2B5EF4-FFF2-40B4-BE49-F238E27FC236}">
                  <a16:creationId xmlns:a16="http://schemas.microsoft.com/office/drawing/2014/main" id="{1F5BAA3F-9845-4F89-A2DD-8222D3E4EDAC}"/>
                </a:ext>
              </a:extLst>
            </p:cNvPr>
            <p:cNvSpPr/>
            <p:nvPr/>
          </p:nvSpPr>
          <p:spPr>
            <a:xfrm>
              <a:off x="424117" y="898245"/>
              <a:ext cx="628306" cy="387090"/>
            </a:xfrm>
            <a:prstGeom prst="parallelogram">
              <a:avLst/>
            </a:prstGeom>
            <a:solidFill>
              <a:schemeClr val="accent3">
                <a:lumMod val="75000"/>
              </a:schemeClr>
            </a:solidFill>
            <a:ln>
              <a:solidFill>
                <a:schemeClr val="accent3">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CN" sz="2200" dirty="0">
                  <a:latin typeface="Impact" panose="020B0806030902050204" pitchFamily="34" charset="0"/>
                </a:rPr>
                <a:t>01</a:t>
              </a:r>
              <a:endParaRPr lang="zh-CN" altLang="en-US" sz="2200" dirty="0">
                <a:latin typeface="Impact" panose="020B0806030902050204" pitchFamily="34" charset="0"/>
              </a:endParaRPr>
            </a:p>
          </p:txBody>
        </p:sp>
        <p:sp>
          <p:nvSpPr>
            <p:cNvPr id="3" name="文本框 2">
              <a:extLst>
                <a:ext uri="{FF2B5EF4-FFF2-40B4-BE49-F238E27FC236}">
                  <a16:creationId xmlns:a16="http://schemas.microsoft.com/office/drawing/2014/main" id="{4D6BD736-A4D3-4F26-AFED-36E11F50F70B}"/>
                </a:ext>
              </a:extLst>
            </p:cNvPr>
            <p:cNvSpPr txBox="1"/>
            <p:nvPr/>
          </p:nvSpPr>
          <p:spPr>
            <a:xfrm>
              <a:off x="1052423" y="898245"/>
              <a:ext cx="5564038" cy="400110"/>
            </a:xfrm>
            <a:prstGeom prst="rect">
              <a:avLst/>
            </a:prstGeom>
            <a:noFill/>
          </p:spPr>
          <p:txBody>
            <a:bodyPr wrap="square" rtlCol="0">
              <a:spAutoFit/>
            </a:bodyPr>
            <a:lstStyle/>
            <a:p>
              <a:r>
                <a:rPr lang="zh-CN" altLang="en-US" sz="2000" b="1" dirty="0">
                  <a:solidFill>
                    <a:schemeClr val="tx1"/>
                  </a:solidFill>
                  <a:latin typeface="Arial Narrow" panose="020B0606020202030204" pitchFamily="34" charset="0"/>
                </a:rPr>
                <a:t>以太网交换机</a:t>
              </a:r>
              <a:endParaRPr lang="en-US" altLang="zh-CN" sz="2000" b="1" dirty="0">
                <a:solidFill>
                  <a:schemeClr val="tx1"/>
                </a:solidFill>
                <a:latin typeface="Arial Narrow" panose="020B0606020202030204" pitchFamily="34" charset="0"/>
              </a:endParaRPr>
            </a:p>
          </p:txBody>
        </p:sp>
      </p:grpSp>
      <p:grpSp>
        <p:nvGrpSpPr>
          <p:cNvPr id="5" name="组合 4">
            <a:extLst>
              <a:ext uri="{FF2B5EF4-FFF2-40B4-BE49-F238E27FC236}">
                <a16:creationId xmlns:a16="http://schemas.microsoft.com/office/drawing/2014/main" id="{9D5F718C-1B2E-4BFA-A406-C3B26F6777B8}"/>
              </a:ext>
            </a:extLst>
          </p:cNvPr>
          <p:cNvGrpSpPr/>
          <p:nvPr/>
        </p:nvGrpSpPr>
        <p:grpSpPr>
          <a:xfrm>
            <a:off x="788101" y="1250252"/>
            <a:ext cx="11099099" cy="1309467"/>
            <a:chOff x="788101" y="1250252"/>
            <a:chExt cx="11099099" cy="1309467"/>
          </a:xfrm>
        </p:grpSpPr>
        <p:sp>
          <p:nvSpPr>
            <p:cNvPr id="18" name="íşlïḍè">
              <a:extLst>
                <a:ext uri="{FF2B5EF4-FFF2-40B4-BE49-F238E27FC236}">
                  <a16:creationId xmlns:a16="http://schemas.microsoft.com/office/drawing/2014/main" id="{97501658-3AD0-4F5C-8195-F42E6C95132A}"/>
                </a:ext>
              </a:extLst>
            </p:cNvPr>
            <p:cNvSpPr txBox="1"/>
            <p:nvPr/>
          </p:nvSpPr>
          <p:spPr>
            <a:xfrm>
              <a:off x="788101" y="1250252"/>
              <a:ext cx="11099099" cy="867998"/>
            </a:xfrm>
            <a:prstGeom prst="rect">
              <a:avLst/>
            </a:prstGeom>
            <a:noFill/>
          </p:spPr>
          <p:txBody>
            <a:bodyPr wrap="square" lIns="91440" tIns="45720" rIns="91440" bIns="45720" anchor="ctr">
              <a:noAutofit/>
            </a:bodyPr>
            <a:lstStyle/>
            <a:p>
              <a:r>
                <a:rPr lang="en-US" altLang="zh-CN" b="1" dirty="0">
                  <a:latin typeface="Arial Narrow" panose="020B0606020202030204" pitchFamily="34" charset="0"/>
                </a:rPr>
                <a:t>【2013</a:t>
              </a:r>
              <a:r>
                <a:rPr lang="zh-CN" altLang="en-US" b="1" dirty="0">
                  <a:latin typeface="Arial Narrow" panose="020B0606020202030204" pitchFamily="34" charset="0"/>
                </a:rPr>
                <a:t>年 题</a:t>
              </a:r>
              <a:r>
                <a:rPr lang="en-US" altLang="zh-CN" b="1" dirty="0">
                  <a:latin typeface="Arial Narrow" panose="020B0606020202030204" pitchFamily="34" charset="0"/>
                </a:rPr>
                <a:t>38】</a:t>
              </a:r>
              <a:r>
                <a:rPr lang="zh-CN" altLang="en-US" b="1" dirty="0">
                  <a:latin typeface="Arial Narrow" panose="020B0606020202030204" pitchFamily="34" charset="0"/>
                </a:rPr>
                <a:t>对于</a:t>
              </a:r>
              <a:r>
                <a:rPr lang="en-US" altLang="zh-CN" b="1" dirty="0">
                  <a:latin typeface="Arial Narrow" panose="020B0606020202030204" pitchFamily="34" charset="0"/>
                </a:rPr>
                <a:t>100Mbps</a:t>
              </a:r>
              <a:r>
                <a:rPr lang="zh-CN" altLang="en-US" b="1" dirty="0">
                  <a:latin typeface="Arial Narrow" panose="020B0606020202030204" pitchFamily="34" charset="0"/>
                </a:rPr>
                <a:t>的以太网交换机，当输出端口无排队，以直通交换（</a:t>
              </a:r>
              <a:r>
                <a:rPr lang="en-US" altLang="zh-CN" b="1" dirty="0">
                  <a:latin typeface="Arial Narrow" panose="020B0606020202030204" pitchFamily="34" charset="0"/>
                </a:rPr>
                <a:t>cut-through switching</a:t>
              </a:r>
              <a:r>
                <a:rPr lang="zh-CN" altLang="en-US" b="1" dirty="0">
                  <a:latin typeface="Arial Narrow" panose="020B0606020202030204" pitchFamily="34" charset="0"/>
                </a:rPr>
                <a:t>）方式</a:t>
              </a:r>
              <a:endParaRPr lang="en-US" altLang="zh-CN" b="1" dirty="0">
                <a:latin typeface="Arial Narrow" panose="020B0606020202030204" pitchFamily="34" charset="0"/>
              </a:endParaRPr>
            </a:p>
            <a:p>
              <a:r>
                <a:rPr lang="en-US" altLang="zh-CN" b="1" dirty="0">
                  <a:latin typeface="Arial Narrow" panose="020B0606020202030204" pitchFamily="34" charset="0"/>
                </a:rPr>
                <a:t>                              </a:t>
              </a:r>
              <a:r>
                <a:rPr lang="zh-CN" altLang="en-US" b="1" dirty="0">
                  <a:latin typeface="Arial Narrow" panose="020B0606020202030204" pitchFamily="34" charset="0"/>
                </a:rPr>
                <a:t>转发一个以太网帧（不包括前导码）时，引入的转发延迟至少是（      ）。</a:t>
              </a:r>
            </a:p>
          </p:txBody>
        </p:sp>
        <p:sp>
          <p:nvSpPr>
            <p:cNvPr id="19" name="íşlïḍè">
              <a:extLst>
                <a:ext uri="{FF2B5EF4-FFF2-40B4-BE49-F238E27FC236}">
                  <a16:creationId xmlns:a16="http://schemas.microsoft.com/office/drawing/2014/main" id="{36148EBA-8085-4C03-B27D-99FA4412683C}"/>
                </a:ext>
              </a:extLst>
            </p:cNvPr>
            <p:cNvSpPr txBox="1"/>
            <p:nvPr/>
          </p:nvSpPr>
          <p:spPr>
            <a:xfrm>
              <a:off x="2394332" y="2140150"/>
              <a:ext cx="835671" cy="419569"/>
            </a:xfrm>
            <a:prstGeom prst="rect">
              <a:avLst/>
            </a:prstGeom>
            <a:noFill/>
          </p:spPr>
          <p:txBody>
            <a:bodyPr wrap="square" lIns="91440" tIns="45720" rIns="91440" bIns="45720" anchor="ctr">
              <a:noAutofit/>
            </a:bodyPr>
            <a:lstStyle/>
            <a:p>
              <a:r>
                <a:rPr lang="en-US" altLang="zh-CN" b="1" dirty="0">
                  <a:latin typeface="Arial Narrow" panose="020B0606020202030204" pitchFamily="34" charset="0"/>
                </a:rPr>
                <a:t>A. 0</a:t>
              </a:r>
              <a:r>
                <a:rPr lang="el-GR" altLang="zh-CN" b="1" dirty="0">
                  <a:latin typeface="Arial Narrow" panose="020B0606020202030204" pitchFamily="34" charset="0"/>
                </a:rPr>
                <a:t>μ</a:t>
              </a:r>
              <a:r>
                <a:rPr lang="en-US" altLang="zh-CN" b="1" dirty="0">
                  <a:latin typeface="Arial Narrow" panose="020B0606020202030204" pitchFamily="34" charset="0"/>
                </a:rPr>
                <a:t>s</a:t>
              </a:r>
              <a:endParaRPr lang="zh-CN" altLang="en-US" b="1" dirty="0">
                <a:latin typeface="Arial Narrow" panose="020B0606020202030204" pitchFamily="34" charset="0"/>
              </a:endParaRPr>
            </a:p>
          </p:txBody>
        </p:sp>
        <p:sp>
          <p:nvSpPr>
            <p:cNvPr id="20" name="íşlïḍè">
              <a:extLst>
                <a:ext uri="{FF2B5EF4-FFF2-40B4-BE49-F238E27FC236}">
                  <a16:creationId xmlns:a16="http://schemas.microsoft.com/office/drawing/2014/main" id="{ED8D99B5-AB01-4CE4-9481-1501B532153D}"/>
                </a:ext>
              </a:extLst>
            </p:cNvPr>
            <p:cNvSpPr txBox="1"/>
            <p:nvPr/>
          </p:nvSpPr>
          <p:spPr>
            <a:xfrm>
              <a:off x="4561989" y="2140150"/>
              <a:ext cx="1125346" cy="419569"/>
            </a:xfrm>
            <a:prstGeom prst="rect">
              <a:avLst/>
            </a:prstGeom>
            <a:noFill/>
          </p:spPr>
          <p:txBody>
            <a:bodyPr wrap="square" lIns="91440" tIns="45720" rIns="91440" bIns="45720" anchor="ctr">
              <a:noAutofit/>
            </a:bodyPr>
            <a:lstStyle/>
            <a:p>
              <a:r>
                <a:rPr lang="en-US" altLang="zh-CN" b="1" dirty="0">
                  <a:latin typeface="Arial Narrow" panose="020B0606020202030204" pitchFamily="34" charset="0"/>
                </a:rPr>
                <a:t>B. 0.48</a:t>
              </a:r>
              <a:r>
                <a:rPr lang="el-GR" altLang="zh-CN" b="1" dirty="0">
                  <a:latin typeface="Arial Narrow" panose="020B0606020202030204" pitchFamily="34" charset="0"/>
                </a:rPr>
                <a:t>μ</a:t>
              </a:r>
              <a:r>
                <a:rPr lang="en-US" altLang="zh-CN" b="1" dirty="0">
                  <a:latin typeface="Arial Narrow" panose="020B0606020202030204" pitchFamily="34" charset="0"/>
                </a:rPr>
                <a:t>s</a:t>
              </a:r>
              <a:endParaRPr lang="zh-CN" altLang="en-US" b="1" dirty="0">
                <a:latin typeface="Arial Narrow" panose="020B0606020202030204" pitchFamily="34" charset="0"/>
              </a:endParaRPr>
            </a:p>
          </p:txBody>
        </p:sp>
        <p:sp>
          <p:nvSpPr>
            <p:cNvPr id="21" name="íşlïḍè">
              <a:extLst>
                <a:ext uri="{FF2B5EF4-FFF2-40B4-BE49-F238E27FC236}">
                  <a16:creationId xmlns:a16="http://schemas.microsoft.com/office/drawing/2014/main" id="{B00094E5-B4A1-44B6-8739-132E3292DE11}"/>
                </a:ext>
              </a:extLst>
            </p:cNvPr>
            <p:cNvSpPr txBox="1"/>
            <p:nvPr/>
          </p:nvSpPr>
          <p:spPr>
            <a:xfrm>
              <a:off x="7019321" y="2140150"/>
              <a:ext cx="1125345" cy="419569"/>
            </a:xfrm>
            <a:prstGeom prst="rect">
              <a:avLst/>
            </a:prstGeom>
            <a:noFill/>
          </p:spPr>
          <p:txBody>
            <a:bodyPr wrap="square" lIns="91440" tIns="45720" rIns="91440" bIns="45720" anchor="ctr">
              <a:noAutofit/>
            </a:bodyPr>
            <a:lstStyle/>
            <a:p>
              <a:r>
                <a:rPr lang="en-US" altLang="zh-CN" b="1" dirty="0">
                  <a:latin typeface="Arial Narrow" panose="020B0606020202030204" pitchFamily="34" charset="0"/>
                </a:rPr>
                <a:t>C. 5.12</a:t>
              </a:r>
              <a:r>
                <a:rPr lang="el-GR" altLang="zh-CN" b="1" dirty="0">
                  <a:latin typeface="Arial Narrow" panose="020B0606020202030204" pitchFamily="34" charset="0"/>
                </a:rPr>
                <a:t>μ</a:t>
              </a:r>
              <a:r>
                <a:rPr lang="en-US" altLang="zh-CN" b="1" dirty="0">
                  <a:latin typeface="Arial Narrow" panose="020B0606020202030204" pitchFamily="34" charset="0"/>
                </a:rPr>
                <a:t>s</a:t>
              </a:r>
              <a:endParaRPr lang="zh-CN" altLang="en-US" b="1" dirty="0">
                <a:latin typeface="Arial Narrow" panose="020B0606020202030204" pitchFamily="34" charset="0"/>
              </a:endParaRPr>
            </a:p>
          </p:txBody>
        </p:sp>
        <p:sp>
          <p:nvSpPr>
            <p:cNvPr id="22" name="íşlïḍè">
              <a:extLst>
                <a:ext uri="{FF2B5EF4-FFF2-40B4-BE49-F238E27FC236}">
                  <a16:creationId xmlns:a16="http://schemas.microsoft.com/office/drawing/2014/main" id="{69C92E01-AE15-4400-97EB-C2AC1BA1F446}"/>
                </a:ext>
              </a:extLst>
            </p:cNvPr>
            <p:cNvSpPr txBox="1"/>
            <p:nvPr/>
          </p:nvSpPr>
          <p:spPr>
            <a:xfrm>
              <a:off x="9476652" y="2140150"/>
              <a:ext cx="1272482" cy="419569"/>
            </a:xfrm>
            <a:prstGeom prst="rect">
              <a:avLst/>
            </a:prstGeom>
            <a:noFill/>
          </p:spPr>
          <p:txBody>
            <a:bodyPr wrap="square" lIns="91440" tIns="45720" rIns="91440" bIns="45720" anchor="ctr">
              <a:noAutofit/>
            </a:bodyPr>
            <a:lstStyle/>
            <a:p>
              <a:r>
                <a:rPr lang="en-US" altLang="zh-CN" b="1" dirty="0">
                  <a:latin typeface="Arial Narrow" panose="020B0606020202030204" pitchFamily="34" charset="0"/>
                </a:rPr>
                <a:t>D. 121.44</a:t>
              </a:r>
              <a:r>
                <a:rPr lang="el-GR" altLang="zh-CN" b="1" dirty="0">
                  <a:latin typeface="Arial Narrow" panose="020B0606020202030204" pitchFamily="34" charset="0"/>
                </a:rPr>
                <a:t>μ</a:t>
              </a:r>
              <a:r>
                <a:rPr lang="en-US" altLang="zh-CN" b="1" dirty="0">
                  <a:latin typeface="Arial Narrow" panose="020B0606020202030204" pitchFamily="34" charset="0"/>
                </a:rPr>
                <a:t>s</a:t>
              </a:r>
              <a:endParaRPr lang="zh-CN" altLang="en-US" b="1" dirty="0">
                <a:latin typeface="Arial Narrow" panose="020B0606020202030204" pitchFamily="34" charset="0"/>
              </a:endParaRPr>
            </a:p>
          </p:txBody>
        </p:sp>
      </p:grpSp>
      <p:sp>
        <p:nvSpPr>
          <p:cNvPr id="34" name="íşlïḍè">
            <a:extLst>
              <a:ext uri="{FF2B5EF4-FFF2-40B4-BE49-F238E27FC236}">
                <a16:creationId xmlns:a16="http://schemas.microsoft.com/office/drawing/2014/main" id="{B8A3BBE5-CFB1-4B45-86A9-9D93D880F71E}"/>
              </a:ext>
            </a:extLst>
          </p:cNvPr>
          <p:cNvSpPr txBox="1"/>
          <p:nvPr/>
        </p:nvSpPr>
        <p:spPr>
          <a:xfrm>
            <a:off x="9003667" y="1630691"/>
            <a:ext cx="472985" cy="419569"/>
          </a:xfrm>
          <a:prstGeom prst="rect">
            <a:avLst/>
          </a:prstGeom>
          <a:noFill/>
        </p:spPr>
        <p:txBody>
          <a:bodyPr wrap="square" lIns="91440" tIns="45720" rIns="91440" bIns="45720" anchor="ctr">
            <a:noAutofit/>
          </a:bodyPr>
          <a:lstStyle/>
          <a:p>
            <a:pPr algn="ctr"/>
            <a:r>
              <a:rPr lang="en-US" altLang="zh-CN" sz="2800" b="1" dirty="0">
                <a:solidFill>
                  <a:schemeClr val="accent1">
                    <a:lumMod val="75000"/>
                  </a:schemeClr>
                </a:solidFill>
                <a:latin typeface="Arial Black" panose="020B0A04020102020204" pitchFamily="34" charset="0"/>
              </a:rPr>
              <a:t>B</a:t>
            </a:r>
            <a:endParaRPr lang="zh-CN" altLang="en-US" sz="2800" b="1" dirty="0">
              <a:solidFill>
                <a:schemeClr val="accent1">
                  <a:lumMod val="75000"/>
                </a:schemeClr>
              </a:solidFill>
              <a:latin typeface="Arial Black" panose="020B0A04020102020204" pitchFamily="34" charset="0"/>
            </a:endParaRPr>
          </a:p>
        </p:txBody>
      </p:sp>
      <p:sp>
        <p:nvSpPr>
          <p:cNvPr id="35" name="íşlïḍè">
            <a:extLst>
              <a:ext uri="{FF2B5EF4-FFF2-40B4-BE49-F238E27FC236}">
                <a16:creationId xmlns:a16="http://schemas.microsoft.com/office/drawing/2014/main" id="{168AA4EA-EBEA-4337-B648-01222593028B}"/>
              </a:ext>
            </a:extLst>
          </p:cNvPr>
          <p:cNvSpPr txBox="1"/>
          <p:nvPr/>
        </p:nvSpPr>
        <p:spPr>
          <a:xfrm>
            <a:off x="933106" y="2539987"/>
            <a:ext cx="718734" cy="419569"/>
          </a:xfrm>
          <a:prstGeom prst="rect">
            <a:avLst/>
          </a:prstGeom>
          <a:noFill/>
        </p:spPr>
        <p:txBody>
          <a:bodyPr wrap="square" lIns="91440" tIns="45720" rIns="91440" bIns="45720" anchor="ctr">
            <a:noAutofit/>
          </a:bodyPr>
          <a:lstStyle/>
          <a:p>
            <a:r>
              <a:rPr lang="zh-CN" altLang="en-US" b="1" dirty="0">
                <a:latin typeface="Arial Narrow" panose="020B0606020202030204" pitchFamily="34" charset="0"/>
              </a:rPr>
              <a:t>解析</a:t>
            </a:r>
          </a:p>
        </p:txBody>
      </p:sp>
      <p:grpSp>
        <p:nvGrpSpPr>
          <p:cNvPr id="7" name="组合 6">
            <a:extLst>
              <a:ext uri="{FF2B5EF4-FFF2-40B4-BE49-F238E27FC236}">
                <a16:creationId xmlns:a16="http://schemas.microsoft.com/office/drawing/2014/main" id="{D0E769CE-1983-410C-AEEC-0DF71BB62474}"/>
              </a:ext>
            </a:extLst>
          </p:cNvPr>
          <p:cNvGrpSpPr/>
          <p:nvPr/>
        </p:nvGrpSpPr>
        <p:grpSpPr>
          <a:xfrm>
            <a:off x="1139680" y="2959556"/>
            <a:ext cx="10747520" cy="582384"/>
            <a:chOff x="1139680" y="2959556"/>
            <a:chExt cx="10747520" cy="582384"/>
          </a:xfrm>
        </p:grpSpPr>
        <p:sp>
          <p:nvSpPr>
            <p:cNvPr id="6" name="矩形 5">
              <a:extLst>
                <a:ext uri="{FF2B5EF4-FFF2-40B4-BE49-F238E27FC236}">
                  <a16:creationId xmlns:a16="http://schemas.microsoft.com/office/drawing/2014/main" id="{3897CE79-DEFC-4B69-BB5D-6E0C49966901}"/>
                </a:ext>
              </a:extLst>
            </p:cNvPr>
            <p:cNvSpPr/>
            <p:nvPr/>
          </p:nvSpPr>
          <p:spPr>
            <a:xfrm>
              <a:off x="2731664" y="2959556"/>
              <a:ext cx="1618290" cy="582384"/>
            </a:xfrm>
            <a:prstGeom prst="rect">
              <a:avLst/>
            </a:prstGeom>
          </p:spPr>
          <p:style>
            <a:lnRef idx="2">
              <a:schemeClr val="accent4">
                <a:shade val="50000"/>
              </a:schemeClr>
            </a:lnRef>
            <a:fillRef idx="1">
              <a:schemeClr val="accent4"/>
            </a:fillRef>
            <a:effectRef idx="0">
              <a:schemeClr val="accent4"/>
            </a:effectRef>
            <a:fontRef idx="minor">
              <a:schemeClr val="lt1"/>
            </a:fontRef>
          </p:style>
          <p:txBody>
            <a:bodyPr rtlCol="0" anchor="ctr"/>
            <a:lstStyle/>
            <a:p>
              <a:pPr algn="ctr"/>
              <a:r>
                <a:rPr lang="zh-CN" altLang="en-US" b="1" dirty="0"/>
                <a:t>目的</a:t>
              </a:r>
              <a:r>
                <a:rPr lang="en-US" altLang="zh-CN" b="1" dirty="0"/>
                <a:t>MAC</a:t>
              </a:r>
              <a:r>
                <a:rPr lang="zh-CN" altLang="en-US" b="1" dirty="0"/>
                <a:t>地址</a:t>
              </a:r>
              <a:endParaRPr lang="en-US" altLang="zh-CN" b="1" dirty="0"/>
            </a:p>
            <a:p>
              <a:pPr algn="ctr"/>
              <a:r>
                <a:rPr lang="en-US" altLang="zh-CN" b="1" dirty="0"/>
                <a:t>6B</a:t>
              </a:r>
              <a:endParaRPr lang="zh-CN" altLang="en-US" b="1" dirty="0"/>
            </a:p>
          </p:txBody>
        </p:sp>
        <p:sp>
          <p:nvSpPr>
            <p:cNvPr id="36" name="矩形 35">
              <a:extLst>
                <a:ext uri="{FF2B5EF4-FFF2-40B4-BE49-F238E27FC236}">
                  <a16:creationId xmlns:a16="http://schemas.microsoft.com/office/drawing/2014/main" id="{3DE8E3FF-C789-4D87-913B-6AC9B59749AE}"/>
                </a:ext>
              </a:extLst>
            </p:cNvPr>
            <p:cNvSpPr/>
            <p:nvPr/>
          </p:nvSpPr>
          <p:spPr>
            <a:xfrm>
              <a:off x="4349954" y="2959556"/>
              <a:ext cx="1618290" cy="582384"/>
            </a:xfrm>
            <a:prstGeom prst="rect">
              <a:avLst/>
            </a:prstGeom>
          </p:spPr>
          <p:style>
            <a:lnRef idx="2">
              <a:schemeClr val="accent4">
                <a:shade val="50000"/>
              </a:schemeClr>
            </a:lnRef>
            <a:fillRef idx="1">
              <a:schemeClr val="accent4"/>
            </a:fillRef>
            <a:effectRef idx="0">
              <a:schemeClr val="accent4"/>
            </a:effectRef>
            <a:fontRef idx="minor">
              <a:schemeClr val="lt1"/>
            </a:fontRef>
          </p:style>
          <p:txBody>
            <a:bodyPr rtlCol="0" anchor="ctr"/>
            <a:lstStyle/>
            <a:p>
              <a:pPr algn="ctr"/>
              <a:r>
                <a:rPr lang="zh-CN" altLang="en-US" b="1" dirty="0"/>
                <a:t>源</a:t>
              </a:r>
              <a:r>
                <a:rPr lang="en-US" altLang="zh-CN" b="1" dirty="0"/>
                <a:t>MAC</a:t>
              </a:r>
              <a:r>
                <a:rPr lang="zh-CN" altLang="en-US" b="1" dirty="0"/>
                <a:t>地址</a:t>
              </a:r>
              <a:endParaRPr lang="en-US" altLang="zh-CN" b="1" dirty="0"/>
            </a:p>
            <a:p>
              <a:pPr algn="ctr"/>
              <a:r>
                <a:rPr lang="en-US" altLang="zh-CN" b="1" dirty="0"/>
                <a:t>6B</a:t>
              </a:r>
              <a:endParaRPr lang="zh-CN" altLang="en-US" b="1" dirty="0"/>
            </a:p>
          </p:txBody>
        </p:sp>
        <p:sp>
          <p:nvSpPr>
            <p:cNvPr id="37" name="矩形 36">
              <a:extLst>
                <a:ext uri="{FF2B5EF4-FFF2-40B4-BE49-F238E27FC236}">
                  <a16:creationId xmlns:a16="http://schemas.microsoft.com/office/drawing/2014/main" id="{6432DE23-5AD4-44C0-871C-03606606D031}"/>
                </a:ext>
              </a:extLst>
            </p:cNvPr>
            <p:cNvSpPr/>
            <p:nvPr/>
          </p:nvSpPr>
          <p:spPr>
            <a:xfrm>
              <a:off x="5968244" y="2959556"/>
              <a:ext cx="648628" cy="582384"/>
            </a:xfrm>
            <a:prstGeom prst="rect">
              <a:avLst/>
            </a:prstGeom>
          </p:spPr>
          <p:style>
            <a:lnRef idx="2">
              <a:schemeClr val="accent4">
                <a:shade val="50000"/>
              </a:schemeClr>
            </a:lnRef>
            <a:fillRef idx="1">
              <a:schemeClr val="accent4"/>
            </a:fillRef>
            <a:effectRef idx="0">
              <a:schemeClr val="accent4"/>
            </a:effectRef>
            <a:fontRef idx="minor">
              <a:schemeClr val="lt1"/>
            </a:fontRef>
          </p:style>
          <p:txBody>
            <a:bodyPr rtlCol="0" anchor="ctr"/>
            <a:lstStyle/>
            <a:p>
              <a:pPr algn="ctr"/>
              <a:r>
                <a:rPr lang="zh-CN" altLang="en-US" b="1" dirty="0"/>
                <a:t>类型</a:t>
              </a:r>
              <a:endParaRPr lang="en-US" altLang="zh-CN" b="1" dirty="0"/>
            </a:p>
            <a:p>
              <a:pPr algn="ctr"/>
              <a:r>
                <a:rPr lang="en-US" altLang="zh-CN" b="1" dirty="0"/>
                <a:t>2B</a:t>
              </a:r>
              <a:endParaRPr lang="zh-CN" altLang="en-US" b="1" dirty="0"/>
            </a:p>
          </p:txBody>
        </p:sp>
        <p:sp>
          <p:nvSpPr>
            <p:cNvPr id="38" name="矩形 37">
              <a:extLst>
                <a:ext uri="{FF2B5EF4-FFF2-40B4-BE49-F238E27FC236}">
                  <a16:creationId xmlns:a16="http://schemas.microsoft.com/office/drawing/2014/main" id="{2F76F714-FEE3-42E3-BC05-F805AEFAA267}"/>
                </a:ext>
              </a:extLst>
            </p:cNvPr>
            <p:cNvSpPr/>
            <p:nvPr/>
          </p:nvSpPr>
          <p:spPr>
            <a:xfrm>
              <a:off x="10835389" y="2959556"/>
              <a:ext cx="1051811" cy="582384"/>
            </a:xfrm>
            <a:prstGeom prst="rect">
              <a:avLst/>
            </a:prstGeom>
          </p:spPr>
          <p:style>
            <a:lnRef idx="2">
              <a:schemeClr val="accent4">
                <a:shade val="50000"/>
              </a:schemeClr>
            </a:lnRef>
            <a:fillRef idx="1">
              <a:schemeClr val="accent4"/>
            </a:fillRef>
            <a:effectRef idx="0">
              <a:schemeClr val="accent4"/>
            </a:effectRef>
            <a:fontRef idx="minor">
              <a:schemeClr val="lt1"/>
            </a:fontRef>
          </p:style>
          <p:txBody>
            <a:bodyPr rtlCol="0" anchor="ctr"/>
            <a:lstStyle/>
            <a:p>
              <a:pPr algn="ctr"/>
              <a:r>
                <a:rPr lang="en-US" altLang="zh-CN" b="1" dirty="0"/>
                <a:t>FCS</a:t>
              </a:r>
            </a:p>
            <a:p>
              <a:pPr algn="ctr"/>
              <a:r>
                <a:rPr lang="en-US" altLang="zh-CN" b="1" dirty="0"/>
                <a:t>4B</a:t>
              </a:r>
              <a:endParaRPr lang="zh-CN" altLang="en-US" b="1" dirty="0"/>
            </a:p>
          </p:txBody>
        </p:sp>
        <p:sp>
          <p:nvSpPr>
            <p:cNvPr id="39" name="矩形 38">
              <a:extLst>
                <a:ext uri="{FF2B5EF4-FFF2-40B4-BE49-F238E27FC236}">
                  <a16:creationId xmlns:a16="http://schemas.microsoft.com/office/drawing/2014/main" id="{AC0AD19F-02F0-43F0-8838-52E61BCBB466}"/>
                </a:ext>
              </a:extLst>
            </p:cNvPr>
            <p:cNvSpPr/>
            <p:nvPr/>
          </p:nvSpPr>
          <p:spPr>
            <a:xfrm>
              <a:off x="6616872" y="2959556"/>
              <a:ext cx="4218517" cy="582384"/>
            </a:xfrm>
            <a:prstGeom prst="rect">
              <a:avLst/>
            </a:prstGeom>
            <a:noFill/>
          </p:spPr>
          <p:style>
            <a:lnRef idx="2">
              <a:schemeClr val="accent4">
                <a:shade val="50000"/>
              </a:schemeClr>
            </a:lnRef>
            <a:fillRef idx="1">
              <a:schemeClr val="accent4"/>
            </a:fillRef>
            <a:effectRef idx="0">
              <a:schemeClr val="accent4"/>
            </a:effectRef>
            <a:fontRef idx="minor">
              <a:schemeClr val="lt1"/>
            </a:fontRef>
          </p:style>
          <p:txBody>
            <a:bodyPr rtlCol="0" anchor="ctr"/>
            <a:lstStyle/>
            <a:p>
              <a:pPr algn="ctr"/>
              <a:r>
                <a:rPr lang="zh-CN" altLang="en-US" b="1" dirty="0">
                  <a:solidFill>
                    <a:schemeClr val="accent4"/>
                  </a:solidFill>
                </a:rPr>
                <a:t>数据载荷</a:t>
              </a:r>
              <a:endParaRPr lang="en-US" altLang="zh-CN" b="1" dirty="0">
                <a:solidFill>
                  <a:schemeClr val="accent4"/>
                </a:solidFill>
              </a:endParaRPr>
            </a:p>
            <a:p>
              <a:pPr algn="ctr"/>
              <a:r>
                <a:rPr lang="en-US" altLang="zh-CN" b="1" dirty="0">
                  <a:solidFill>
                    <a:schemeClr val="accent4"/>
                  </a:solidFill>
                </a:rPr>
                <a:t>46B~1500B</a:t>
              </a:r>
              <a:endParaRPr lang="zh-CN" altLang="en-US" b="1" dirty="0">
                <a:solidFill>
                  <a:schemeClr val="accent4"/>
                </a:solidFill>
              </a:endParaRPr>
            </a:p>
          </p:txBody>
        </p:sp>
        <p:sp>
          <p:nvSpPr>
            <p:cNvPr id="40" name="íşlïḍè">
              <a:extLst>
                <a:ext uri="{FF2B5EF4-FFF2-40B4-BE49-F238E27FC236}">
                  <a16:creationId xmlns:a16="http://schemas.microsoft.com/office/drawing/2014/main" id="{D034F5A5-31A1-44B3-903A-06E4E9F59666}"/>
                </a:ext>
              </a:extLst>
            </p:cNvPr>
            <p:cNvSpPr txBox="1"/>
            <p:nvPr/>
          </p:nvSpPr>
          <p:spPr>
            <a:xfrm>
              <a:off x="1139680" y="3040963"/>
              <a:ext cx="1672487" cy="419569"/>
            </a:xfrm>
            <a:prstGeom prst="rect">
              <a:avLst/>
            </a:prstGeom>
            <a:noFill/>
          </p:spPr>
          <p:txBody>
            <a:bodyPr wrap="square" lIns="91440" tIns="45720" rIns="91440" bIns="45720" anchor="ctr">
              <a:noAutofit/>
            </a:bodyPr>
            <a:lstStyle/>
            <a:p>
              <a:r>
                <a:rPr lang="zh-CN" altLang="en-US" b="1" dirty="0">
                  <a:latin typeface="Arial Narrow" panose="020B0606020202030204" pitchFamily="34" charset="0"/>
                </a:rPr>
                <a:t>以太网帧格式</a:t>
              </a:r>
            </a:p>
          </p:txBody>
        </p:sp>
      </p:grpSp>
      <p:sp>
        <p:nvSpPr>
          <p:cNvPr id="42" name="íşlïḍè">
            <a:extLst>
              <a:ext uri="{FF2B5EF4-FFF2-40B4-BE49-F238E27FC236}">
                <a16:creationId xmlns:a16="http://schemas.microsoft.com/office/drawing/2014/main" id="{3E2FAF97-B223-4151-8876-9A5536B54805}"/>
              </a:ext>
            </a:extLst>
          </p:cNvPr>
          <p:cNvSpPr txBox="1"/>
          <p:nvPr/>
        </p:nvSpPr>
        <p:spPr>
          <a:xfrm>
            <a:off x="1139680" y="3731991"/>
            <a:ext cx="10747520" cy="419569"/>
          </a:xfrm>
          <a:prstGeom prst="rect">
            <a:avLst/>
          </a:prstGeom>
          <a:noFill/>
        </p:spPr>
        <p:txBody>
          <a:bodyPr wrap="square" lIns="91440" tIns="45720" rIns="91440" bIns="45720" anchor="ctr">
            <a:noAutofit/>
          </a:bodyPr>
          <a:lstStyle/>
          <a:p>
            <a:r>
              <a:rPr lang="zh-CN" altLang="en-US" b="1" dirty="0">
                <a:latin typeface="Arial Narrow" panose="020B0606020202030204" pitchFamily="34" charset="0"/>
              </a:rPr>
              <a:t>物理层在发送以太网帧之前还要在其前面添加</a:t>
            </a:r>
            <a:r>
              <a:rPr lang="en-US" altLang="zh-CN" b="1" dirty="0">
                <a:latin typeface="Arial Narrow" panose="020B0606020202030204" pitchFamily="34" charset="0"/>
              </a:rPr>
              <a:t>8B</a:t>
            </a:r>
            <a:r>
              <a:rPr lang="zh-CN" altLang="en-US" b="1" dirty="0">
                <a:latin typeface="Arial Narrow" panose="020B0606020202030204" pitchFamily="34" charset="0"/>
              </a:rPr>
              <a:t>的前导码。</a:t>
            </a:r>
          </a:p>
        </p:txBody>
      </p:sp>
      <p:sp>
        <p:nvSpPr>
          <p:cNvPr id="25" name="íşlïḍè">
            <a:extLst>
              <a:ext uri="{FF2B5EF4-FFF2-40B4-BE49-F238E27FC236}">
                <a16:creationId xmlns:a16="http://schemas.microsoft.com/office/drawing/2014/main" id="{83BF2265-606E-4E2C-BCA0-989D63EE5B73}"/>
              </a:ext>
            </a:extLst>
          </p:cNvPr>
          <p:cNvSpPr txBox="1"/>
          <p:nvPr/>
        </p:nvSpPr>
        <p:spPr>
          <a:xfrm>
            <a:off x="1123384" y="4320182"/>
            <a:ext cx="1317209" cy="419569"/>
          </a:xfrm>
          <a:prstGeom prst="rect">
            <a:avLst/>
          </a:prstGeom>
          <a:noFill/>
        </p:spPr>
        <p:txBody>
          <a:bodyPr wrap="square" lIns="91440" tIns="45720" rIns="91440" bIns="45720" anchor="ctr">
            <a:noAutofit/>
          </a:bodyPr>
          <a:lstStyle/>
          <a:p>
            <a:r>
              <a:rPr lang="zh-CN" altLang="en-US" b="1" dirty="0">
                <a:latin typeface="Arial Narrow" panose="020B0606020202030204" pitchFamily="34" charset="0"/>
              </a:rPr>
              <a:t>题目给定：</a:t>
            </a:r>
          </a:p>
        </p:txBody>
      </p:sp>
      <p:sp>
        <p:nvSpPr>
          <p:cNvPr id="26" name="íşlïḍè">
            <a:extLst>
              <a:ext uri="{FF2B5EF4-FFF2-40B4-BE49-F238E27FC236}">
                <a16:creationId xmlns:a16="http://schemas.microsoft.com/office/drawing/2014/main" id="{DF3AFA29-2FA6-43E2-AE40-B88E80FCE5CE}"/>
              </a:ext>
            </a:extLst>
          </p:cNvPr>
          <p:cNvSpPr txBox="1"/>
          <p:nvPr/>
        </p:nvSpPr>
        <p:spPr>
          <a:xfrm>
            <a:off x="2440593" y="4320182"/>
            <a:ext cx="1837427" cy="419569"/>
          </a:xfrm>
          <a:prstGeom prst="rect">
            <a:avLst/>
          </a:prstGeom>
          <a:noFill/>
        </p:spPr>
        <p:txBody>
          <a:bodyPr wrap="square" lIns="91440" tIns="45720" rIns="91440" bIns="45720" anchor="ctr">
            <a:noAutofit/>
          </a:bodyPr>
          <a:lstStyle/>
          <a:p>
            <a:r>
              <a:rPr lang="zh-CN" altLang="en-US" b="1" dirty="0">
                <a:latin typeface="Arial Narrow" panose="020B0606020202030204" pitchFamily="34" charset="0"/>
              </a:rPr>
              <a:t>输出端口无排队</a:t>
            </a:r>
          </a:p>
        </p:txBody>
      </p:sp>
      <p:sp>
        <p:nvSpPr>
          <p:cNvPr id="27" name="íşlïḍè">
            <a:extLst>
              <a:ext uri="{FF2B5EF4-FFF2-40B4-BE49-F238E27FC236}">
                <a16:creationId xmlns:a16="http://schemas.microsoft.com/office/drawing/2014/main" id="{9A8A94E6-E1F7-410F-9622-34AFAC1FAA79}"/>
              </a:ext>
            </a:extLst>
          </p:cNvPr>
          <p:cNvSpPr txBox="1"/>
          <p:nvPr/>
        </p:nvSpPr>
        <p:spPr>
          <a:xfrm>
            <a:off x="4355947" y="4320182"/>
            <a:ext cx="1283221" cy="419569"/>
          </a:xfrm>
          <a:prstGeom prst="rect">
            <a:avLst/>
          </a:prstGeom>
          <a:noFill/>
        </p:spPr>
        <p:txBody>
          <a:bodyPr wrap="square" lIns="91440" tIns="45720" rIns="91440" bIns="45720" anchor="ctr">
            <a:noAutofit/>
          </a:bodyPr>
          <a:lstStyle/>
          <a:p>
            <a:r>
              <a:rPr lang="zh-CN" altLang="en-US" b="1" dirty="0">
                <a:latin typeface="Arial Narrow" panose="020B0606020202030204" pitchFamily="34" charset="0"/>
              </a:rPr>
              <a:t>直通交换</a:t>
            </a:r>
          </a:p>
        </p:txBody>
      </p:sp>
      <p:sp>
        <p:nvSpPr>
          <p:cNvPr id="28" name="íşlïḍè">
            <a:extLst>
              <a:ext uri="{FF2B5EF4-FFF2-40B4-BE49-F238E27FC236}">
                <a16:creationId xmlns:a16="http://schemas.microsoft.com/office/drawing/2014/main" id="{E327FFB4-9A38-4CCA-B89E-D81B009A7134}"/>
              </a:ext>
            </a:extLst>
          </p:cNvPr>
          <p:cNvSpPr txBox="1"/>
          <p:nvPr/>
        </p:nvSpPr>
        <p:spPr>
          <a:xfrm>
            <a:off x="5717094" y="4320182"/>
            <a:ext cx="1759357" cy="419569"/>
          </a:xfrm>
          <a:prstGeom prst="rect">
            <a:avLst/>
          </a:prstGeom>
          <a:noFill/>
        </p:spPr>
        <p:txBody>
          <a:bodyPr wrap="square" lIns="91440" tIns="45720" rIns="91440" bIns="45720" anchor="ctr">
            <a:noAutofit/>
          </a:bodyPr>
          <a:lstStyle/>
          <a:p>
            <a:r>
              <a:rPr lang="zh-CN" altLang="en-US" b="1" dirty="0">
                <a:latin typeface="Arial Narrow" panose="020B0606020202030204" pitchFamily="34" charset="0"/>
              </a:rPr>
              <a:t>不包括前导码</a:t>
            </a:r>
          </a:p>
        </p:txBody>
      </p:sp>
      <p:sp>
        <p:nvSpPr>
          <p:cNvPr id="29" name="íşlïḍè">
            <a:extLst>
              <a:ext uri="{FF2B5EF4-FFF2-40B4-BE49-F238E27FC236}">
                <a16:creationId xmlns:a16="http://schemas.microsoft.com/office/drawing/2014/main" id="{73B55E42-AADC-434C-9930-C1AC2F8AECE7}"/>
              </a:ext>
            </a:extLst>
          </p:cNvPr>
          <p:cNvSpPr txBox="1"/>
          <p:nvPr/>
        </p:nvSpPr>
        <p:spPr>
          <a:xfrm>
            <a:off x="1123383" y="4739751"/>
            <a:ext cx="1317209" cy="419569"/>
          </a:xfrm>
          <a:prstGeom prst="rect">
            <a:avLst/>
          </a:prstGeom>
          <a:noFill/>
        </p:spPr>
        <p:txBody>
          <a:bodyPr wrap="square" lIns="91440" tIns="45720" rIns="91440" bIns="45720" anchor="ctr">
            <a:noAutofit/>
          </a:bodyPr>
          <a:lstStyle/>
          <a:p>
            <a:r>
              <a:rPr lang="zh-CN" altLang="en-US" b="1" dirty="0">
                <a:latin typeface="Arial Narrow" panose="020B0606020202030204" pitchFamily="34" charset="0"/>
              </a:rPr>
              <a:t>可以推出：</a:t>
            </a:r>
          </a:p>
        </p:txBody>
      </p:sp>
      <p:sp>
        <p:nvSpPr>
          <p:cNvPr id="30" name="íşlïḍè">
            <a:extLst>
              <a:ext uri="{FF2B5EF4-FFF2-40B4-BE49-F238E27FC236}">
                <a16:creationId xmlns:a16="http://schemas.microsoft.com/office/drawing/2014/main" id="{C9B5304B-636E-4242-8D90-C7050E2FCACE}"/>
              </a:ext>
            </a:extLst>
          </p:cNvPr>
          <p:cNvSpPr txBox="1"/>
          <p:nvPr/>
        </p:nvSpPr>
        <p:spPr>
          <a:xfrm>
            <a:off x="2440591" y="4739750"/>
            <a:ext cx="9624225" cy="419569"/>
          </a:xfrm>
          <a:prstGeom prst="rect">
            <a:avLst/>
          </a:prstGeom>
          <a:noFill/>
        </p:spPr>
        <p:txBody>
          <a:bodyPr wrap="square" lIns="91440" tIns="45720" rIns="91440" bIns="45720" anchor="ctr">
            <a:noAutofit/>
          </a:bodyPr>
          <a:lstStyle/>
          <a:p>
            <a:r>
              <a:rPr lang="zh-CN" altLang="en-US" b="1" dirty="0">
                <a:solidFill>
                  <a:schemeClr val="accent1">
                    <a:lumMod val="75000"/>
                  </a:schemeClr>
                </a:solidFill>
                <a:latin typeface="Arial Narrow" panose="020B0606020202030204" pitchFamily="34" charset="0"/>
              </a:rPr>
              <a:t>只要接收完以太网帧的目的</a:t>
            </a:r>
            <a:r>
              <a:rPr lang="en-US" altLang="zh-CN" b="1" dirty="0">
                <a:solidFill>
                  <a:schemeClr val="accent1">
                    <a:lumMod val="75000"/>
                  </a:schemeClr>
                </a:solidFill>
                <a:latin typeface="Arial Narrow" panose="020B0606020202030204" pitchFamily="34" charset="0"/>
              </a:rPr>
              <a:t>MAC</a:t>
            </a:r>
            <a:r>
              <a:rPr lang="zh-CN" altLang="en-US" b="1" dirty="0">
                <a:solidFill>
                  <a:schemeClr val="accent1">
                    <a:lumMod val="75000"/>
                  </a:schemeClr>
                </a:solidFill>
                <a:latin typeface="Arial Narrow" panose="020B0606020202030204" pitchFamily="34" charset="0"/>
              </a:rPr>
              <a:t>地址就可以将帧直接转发到目的端口，而不缓存帧也不检验帧</a:t>
            </a:r>
            <a:r>
              <a:rPr lang="zh-CN" altLang="en-US" b="1" dirty="0">
                <a:latin typeface="Arial Narrow" panose="020B0606020202030204" pitchFamily="34" charset="0"/>
              </a:rPr>
              <a:t>。</a:t>
            </a:r>
          </a:p>
        </p:txBody>
      </p:sp>
      <p:sp>
        <p:nvSpPr>
          <p:cNvPr id="31" name="íşlïḍè">
            <a:extLst>
              <a:ext uri="{FF2B5EF4-FFF2-40B4-BE49-F238E27FC236}">
                <a16:creationId xmlns:a16="http://schemas.microsoft.com/office/drawing/2014/main" id="{EECDF026-5E99-4D7F-96D0-FEFE8D46F6DD}"/>
              </a:ext>
            </a:extLst>
          </p:cNvPr>
          <p:cNvSpPr txBox="1"/>
          <p:nvPr/>
        </p:nvSpPr>
        <p:spPr>
          <a:xfrm>
            <a:off x="1128389" y="5159319"/>
            <a:ext cx="8984504" cy="419569"/>
          </a:xfrm>
          <a:prstGeom prst="rect">
            <a:avLst/>
          </a:prstGeom>
          <a:noFill/>
        </p:spPr>
        <p:txBody>
          <a:bodyPr wrap="square" lIns="91440" tIns="45720" rIns="91440" bIns="45720" anchor="ctr">
            <a:noAutofit/>
          </a:bodyPr>
          <a:lstStyle/>
          <a:p>
            <a:r>
              <a:rPr lang="zh-CN" altLang="en-US" b="1" dirty="0">
                <a:latin typeface="Arial Narrow" panose="020B0606020202030204" pitchFamily="34" charset="0"/>
              </a:rPr>
              <a:t>引入的</a:t>
            </a:r>
            <a:r>
              <a:rPr lang="zh-CN" altLang="en-US" b="1" dirty="0">
                <a:solidFill>
                  <a:schemeClr val="accent1">
                    <a:lumMod val="75000"/>
                  </a:schemeClr>
                </a:solidFill>
                <a:latin typeface="Arial Narrow" panose="020B0606020202030204" pitchFamily="34" charset="0"/>
              </a:rPr>
              <a:t>最小转发延迟</a:t>
            </a:r>
            <a:r>
              <a:rPr lang="zh-CN" altLang="en-US" b="1" dirty="0">
                <a:latin typeface="Arial Narrow" panose="020B0606020202030204" pitchFamily="34" charset="0"/>
              </a:rPr>
              <a:t>就是</a:t>
            </a:r>
            <a:r>
              <a:rPr lang="zh-CN" altLang="en-US" b="1" dirty="0">
                <a:solidFill>
                  <a:schemeClr val="accent1">
                    <a:lumMod val="75000"/>
                  </a:schemeClr>
                </a:solidFill>
                <a:latin typeface="Arial Narrow" panose="020B0606020202030204" pitchFamily="34" charset="0"/>
              </a:rPr>
              <a:t>接收完目的</a:t>
            </a:r>
            <a:r>
              <a:rPr lang="en-US" altLang="zh-CN" b="1" dirty="0">
                <a:solidFill>
                  <a:schemeClr val="accent1">
                    <a:lumMod val="75000"/>
                  </a:schemeClr>
                </a:solidFill>
                <a:latin typeface="Arial Narrow" panose="020B0606020202030204" pitchFamily="34" charset="0"/>
              </a:rPr>
              <a:t>MAC</a:t>
            </a:r>
            <a:r>
              <a:rPr lang="zh-CN" altLang="en-US" b="1" dirty="0">
                <a:solidFill>
                  <a:schemeClr val="accent1">
                    <a:lumMod val="75000"/>
                  </a:schemeClr>
                </a:solidFill>
                <a:latin typeface="Arial Narrow" panose="020B0606020202030204" pitchFamily="34" charset="0"/>
              </a:rPr>
              <a:t>地址所耗费的时间</a:t>
            </a:r>
            <a:r>
              <a:rPr lang="zh-CN" altLang="en-US" b="1" dirty="0">
                <a:latin typeface="Arial Narrow" panose="020B0606020202030204" pitchFamily="34" charset="0"/>
              </a:rPr>
              <a:t>。</a:t>
            </a:r>
          </a:p>
        </p:txBody>
      </p:sp>
      <mc:AlternateContent xmlns:mc="http://schemas.openxmlformats.org/markup-compatibility/2006" xmlns:a14="http://schemas.microsoft.com/office/drawing/2010/main">
        <mc:Choice Requires="a14">
          <p:sp>
            <p:nvSpPr>
              <p:cNvPr id="10" name="文本框 9">
                <a:extLst>
                  <a:ext uri="{FF2B5EF4-FFF2-40B4-BE49-F238E27FC236}">
                    <a16:creationId xmlns:a16="http://schemas.microsoft.com/office/drawing/2014/main" id="{B1275E8D-E606-4005-95C9-2A7CB37CA942}"/>
                  </a:ext>
                </a:extLst>
              </p:cNvPr>
              <p:cNvSpPr txBox="1"/>
              <p:nvPr/>
            </p:nvSpPr>
            <p:spPr>
              <a:xfrm>
                <a:off x="4515943" y="5666952"/>
                <a:ext cx="3169073" cy="693844"/>
              </a:xfrm>
              <a:prstGeom prst="rect">
                <a:avLst/>
              </a:prstGeom>
              <a:noFill/>
            </p:spPr>
            <p:txBody>
              <a:bodyPr wrap="none" lIns="0" tIns="0" rIns="0" bIns="0" rtlCol="0">
                <a:spAutoFit/>
              </a:bodyPr>
              <a:lstStyle/>
              <a:p>
                <a:pPr/>
                <a14:m>
                  <m:oMathPara xmlns:m="http://schemas.openxmlformats.org/officeDocument/2006/math">
                    <m:oMathParaPr>
                      <m:jc m:val="centerGroup"/>
                    </m:oMathParaPr>
                    <m:oMath xmlns:m="http://schemas.openxmlformats.org/officeDocument/2006/math">
                      <m:f>
                        <m:fPr>
                          <m:ctrlPr>
                            <a:rPr lang="en-US" altLang="zh-CN" sz="2400" b="1" i="1" smtClean="0">
                              <a:latin typeface="Cambria Math" panose="02040503050406030204" pitchFamily="18" charset="0"/>
                            </a:rPr>
                          </m:ctrlPr>
                        </m:fPr>
                        <m:num>
                          <m:r>
                            <a:rPr lang="en-US" altLang="zh-CN" sz="2400" b="1" i="1" smtClean="0">
                              <a:latin typeface="Cambria Math" panose="02040503050406030204" pitchFamily="18" charset="0"/>
                            </a:rPr>
                            <m:t>𝟔</m:t>
                          </m:r>
                          <m:r>
                            <a:rPr lang="en-US" altLang="zh-CN" sz="2400" b="1" i="1" smtClean="0">
                              <a:latin typeface="Cambria Math" panose="02040503050406030204" pitchFamily="18" charset="0"/>
                              <a:ea typeface="Cambria Math" panose="02040503050406030204" pitchFamily="18" charset="0"/>
                            </a:rPr>
                            <m:t>×</m:t>
                          </m:r>
                          <m:r>
                            <a:rPr lang="en-US" altLang="zh-CN" sz="2400" b="1" i="1" smtClean="0">
                              <a:latin typeface="Cambria Math" panose="02040503050406030204" pitchFamily="18" charset="0"/>
                              <a:ea typeface="Cambria Math" panose="02040503050406030204" pitchFamily="18" charset="0"/>
                            </a:rPr>
                            <m:t>𝟖</m:t>
                          </m:r>
                        </m:num>
                        <m:den>
                          <m:r>
                            <a:rPr lang="en-US" altLang="zh-CN" sz="2400" b="1" i="1" smtClean="0">
                              <a:latin typeface="Cambria Math" panose="02040503050406030204" pitchFamily="18" charset="0"/>
                            </a:rPr>
                            <m:t>𝟏𝟎𝟎</m:t>
                          </m:r>
                          <m:r>
                            <a:rPr lang="en-US" altLang="zh-CN" sz="2400" b="1" i="1" smtClean="0">
                              <a:latin typeface="Cambria Math" panose="02040503050406030204" pitchFamily="18" charset="0"/>
                              <a:ea typeface="Cambria Math" panose="02040503050406030204" pitchFamily="18" charset="0"/>
                            </a:rPr>
                            <m:t>×</m:t>
                          </m:r>
                          <m:sSup>
                            <m:sSupPr>
                              <m:ctrlPr>
                                <a:rPr lang="en-US" altLang="zh-CN" sz="2400" b="1" i="1" smtClean="0">
                                  <a:latin typeface="Cambria Math" panose="02040503050406030204" pitchFamily="18" charset="0"/>
                                  <a:ea typeface="Cambria Math" panose="02040503050406030204" pitchFamily="18" charset="0"/>
                                </a:rPr>
                              </m:ctrlPr>
                            </m:sSupPr>
                            <m:e>
                              <m:r>
                                <a:rPr lang="en-US" altLang="zh-CN" sz="2400" b="1" i="1" smtClean="0">
                                  <a:latin typeface="Cambria Math" panose="02040503050406030204" pitchFamily="18" charset="0"/>
                                  <a:ea typeface="Cambria Math" panose="02040503050406030204" pitchFamily="18" charset="0"/>
                                </a:rPr>
                                <m:t>𝟏𝟎</m:t>
                              </m:r>
                            </m:e>
                            <m:sup>
                              <m:r>
                                <a:rPr lang="en-US" altLang="zh-CN" sz="2400" b="1" i="1" smtClean="0">
                                  <a:latin typeface="Cambria Math" panose="02040503050406030204" pitchFamily="18" charset="0"/>
                                  <a:ea typeface="Cambria Math" panose="02040503050406030204" pitchFamily="18" charset="0"/>
                                </a:rPr>
                                <m:t>𝟔</m:t>
                              </m:r>
                            </m:sup>
                          </m:sSup>
                        </m:den>
                      </m:f>
                      <m:r>
                        <a:rPr lang="en-US" altLang="zh-CN" sz="2400" b="1" i="1">
                          <a:latin typeface="Cambria Math" panose="02040503050406030204" pitchFamily="18" charset="0"/>
                        </a:rPr>
                        <m:t>=</m:t>
                      </m:r>
                      <m:r>
                        <a:rPr lang="en-US" altLang="zh-CN" sz="2400" b="1" i="1" smtClean="0">
                          <a:latin typeface="Cambria Math" panose="02040503050406030204" pitchFamily="18" charset="0"/>
                        </a:rPr>
                        <m:t>𝟎</m:t>
                      </m:r>
                      <m:r>
                        <a:rPr lang="en-US" altLang="zh-CN" sz="2400" b="1" i="1" smtClean="0">
                          <a:latin typeface="Cambria Math" panose="02040503050406030204" pitchFamily="18" charset="0"/>
                        </a:rPr>
                        <m:t>.</m:t>
                      </m:r>
                      <m:r>
                        <a:rPr lang="en-US" altLang="zh-CN" sz="2400" b="1" i="1" smtClean="0">
                          <a:latin typeface="Cambria Math" panose="02040503050406030204" pitchFamily="18" charset="0"/>
                        </a:rPr>
                        <m:t>𝟒𝟖</m:t>
                      </m:r>
                      <m:r>
                        <a:rPr lang="en-US" altLang="zh-CN" sz="2400" b="1" i="1" smtClean="0">
                          <a:latin typeface="Cambria Math" panose="02040503050406030204" pitchFamily="18" charset="0"/>
                        </a:rPr>
                        <m:t>(</m:t>
                      </m:r>
                      <m:r>
                        <a:rPr lang="zh-CN" altLang="en-US" sz="2400" b="1" i="1" smtClean="0">
                          <a:latin typeface="Cambria Math" panose="02040503050406030204" pitchFamily="18" charset="0"/>
                        </a:rPr>
                        <m:t>𝝁</m:t>
                      </m:r>
                      <m:r>
                        <a:rPr lang="en-US" altLang="zh-CN" sz="2400" b="1" i="1" smtClean="0">
                          <a:latin typeface="Cambria Math" panose="02040503050406030204" pitchFamily="18" charset="0"/>
                        </a:rPr>
                        <m:t>𝒔</m:t>
                      </m:r>
                      <m:r>
                        <a:rPr lang="en-US" altLang="zh-CN" sz="2400" b="1" i="1" smtClean="0">
                          <a:latin typeface="Cambria Math" panose="02040503050406030204" pitchFamily="18" charset="0"/>
                        </a:rPr>
                        <m:t>)</m:t>
                      </m:r>
                    </m:oMath>
                  </m:oMathPara>
                </a14:m>
                <a:endParaRPr lang="zh-CN" altLang="en-US" sz="2400" b="1" dirty="0"/>
              </a:p>
            </p:txBody>
          </p:sp>
        </mc:Choice>
        <mc:Fallback xmlns="">
          <p:sp>
            <p:nvSpPr>
              <p:cNvPr id="10" name="文本框 9">
                <a:extLst>
                  <a:ext uri="{FF2B5EF4-FFF2-40B4-BE49-F238E27FC236}">
                    <a16:creationId xmlns:a16="http://schemas.microsoft.com/office/drawing/2014/main" id="{B1275E8D-E606-4005-95C9-2A7CB37CA942}"/>
                  </a:ext>
                </a:extLst>
              </p:cNvPr>
              <p:cNvSpPr txBox="1">
                <a:spLocks noRot="1" noChangeAspect="1" noMove="1" noResize="1" noEditPoints="1" noAdjustHandles="1" noChangeArrowheads="1" noChangeShapeType="1" noTextEdit="1"/>
              </p:cNvSpPr>
              <p:nvPr/>
            </p:nvSpPr>
            <p:spPr>
              <a:xfrm>
                <a:off x="4515943" y="5666952"/>
                <a:ext cx="3169073" cy="693844"/>
              </a:xfrm>
              <a:prstGeom prst="rect">
                <a:avLst/>
              </a:prstGeom>
              <a:blipFill>
                <a:blip r:embed="rId3"/>
                <a:stretch>
                  <a:fillRect/>
                </a:stretch>
              </a:blipFill>
            </p:spPr>
            <p:txBody>
              <a:bodyPr/>
              <a:lstStyle/>
              <a:p>
                <a:r>
                  <a:rPr lang="zh-CN" altLang="en-US">
                    <a:noFill/>
                  </a:rPr>
                  <a:t> </a:t>
                </a:r>
              </a:p>
            </p:txBody>
          </p:sp>
        </mc:Fallback>
      </mc:AlternateContent>
      <p:sp>
        <p:nvSpPr>
          <p:cNvPr id="32" name="平行四边形 31">
            <a:extLst>
              <a:ext uri="{FF2B5EF4-FFF2-40B4-BE49-F238E27FC236}">
                <a16:creationId xmlns:a16="http://schemas.microsoft.com/office/drawing/2014/main" id="{BB4724C1-48EC-766D-DF03-75A9A442E4A1}"/>
              </a:ext>
            </a:extLst>
          </p:cNvPr>
          <p:cNvSpPr/>
          <p:nvPr/>
        </p:nvSpPr>
        <p:spPr>
          <a:xfrm>
            <a:off x="304800" y="749300"/>
            <a:ext cx="675384" cy="387090"/>
          </a:xfrm>
          <a:prstGeom prst="parallelogram">
            <a:avLst/>
          </a:prstGeom>
          <a:solidFill>
            <a:schemeClr val="accent3">
              <a:lumMod val="75000"/>
            </a:schemeClr>
          </a:solidFill>
          <a:ln>
            <a:solidFill>
              <a:schemeClr val="accent3">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CN" sz="2200" dirty="0">
                <a:latin typeface="Impact" panose="020B0806030902050204" pitchFamily="34" charset="0"/>
              </a:rPr>
              <a:t>02</a:t>
            </a:r>
            <a:endParaRPr lang="zh-CN" altLang="en-US" sz="2200" dirty="0">
              <a:latin typeface="Impact" panose="020B0806030902050204" pitchFamily="34" charset="0"/>
            </a:endParaRPr>
          </a:p>
        </p:txBody>
      </p:sp>
    </p:spTree>
    <p:custDataLst>
      <p:tags r:id="rId1"/>
    </p:custDataLst>
    <p:extLst>
      <p:ext uri="{BB962C8B-B14F-4D97-AF65-F5344CB8AC3E}">
        <p14:creationId xmlns:p14="http://schemas.microsoft.com/office/powerpoint/2010/main" val="3283857553"/>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 presetClass="entr" presetSubtype="0" fill="hold" grpId="0" nodeType="withEffect">
                                  <p:stCondLst>
                                    <p:cond delay="0"/>
                                  </p:stCondLst>
                                  <p:iterate type="lt">
                                    <p:tmAbs val="100"/>
                                  </p:iterate>
                                  <p:childTnLst>
                                    <p:set>
                                      <p:cBhvr>
                                        <p:cTn id="6" dur="1" fill="hold">
                                          <p:stCondLst>
                                            <p:cond delay="0"/>
                                          </p:stCondLst>
                                        </p:cTn>
                                        <p:tgtEl>
                                          <p:spTgt spid="25"/>
                                        </p:tgtEl>
                                        <p:attrNameLst>
                                          <p:attrName>style.visibility</p:attrName>
                                        </p:attrNameLst>
                                      </p:cBhvr>
                                      <p:to>
                                        <p:strVal val="visible"/>
                                      </p:to>
                                    </p:set>
                                  </p:childTnLst>
                                </p:cTn>
                              </p:par>
                            </p:childTnLst>
                          </p:cTn>
                        </p:par>
                      </p:childTnLst>
                    </p:cTn>
                  </p:par>
                  <p:par>
                    <p:cTn id="7" fill="hold">
                      <p:stCondLst>
                        <p:cond delay="indefinite"/>
                      </p:stCondLst>
                      <p:childTnLst>
                        <p:par>
                          <p:cTn id="8" fill="hold">
                            <p:stCondLst>
                              <p:cond delay="0"/>
                            </p:stCondLst>
                            <p:childTnLst>
                              <p:par>
                                <p:cTn id="9" presetID="1" presetClass="entr" presetSubtype="0" fill="hold" grpId="0" nodeType="clickEffect">
                                  <p:stCondLst>
                                    <p:cond delay="0"/>
                                  </p:stCondLst>
                                  <p:iterate type="lt">
                                    <p:tmAbs val="100"/>
                                  </p:iterate>
                                  <p:childTnLst>
                                    <p:set>
                                      <p:cBhvr>
                                        <p:cTn id="10" dur="1" fill="hold">
                                          <p:stCondLst>
                                            <p:cond delay="0"/>
                                          </p:stCondLst>
                                        </p:cTn>
                                        <p:tgtEl>
                                          <p:spTgt spid="26"/>
                                        </p:tgtEl>
                                        <p:attrNameLst>
                                          <p:attrName>style.visibility</p:attrName>
                                        </p:attrNameLst>
                                      </p:cBhvr>
                                      <p:to>
                                        <p:strVal val="visible"/>
                                      </p:to>
                                    </p:set>
                                  </p:childTnLst>
                                </p:cTn>
                              </p:par>
                              <p:par>
                                <p:cTn id="11" presetID="22" presetClass="entr" presetSubtype="8" fill="hold" grpId="0" nodeType="withEffect">
                                  <p:stCondLst>
                                    <p:cond delay="0"/>
                                  </p:stCondLst>
                                  <p:childTnLst>
                                    <p:set>
                                      <p:cBhvr>
                                        <p:cTn id="12" dur="1" fill="hold">
                                          <p:stCondLst>
                                            <p:cond delay="0"/>
                                          </p:stCondLst>
                                        </p:cTn>
                                        <p:tgtEl>
                                          <p:spTgt spid="8"/>
                                        </p:tgtEl>
                                        <p:attrNameLst>
                                          <p:attrName>style.visibility</p:attrName>
                                        </p:attrNameLst>
                                      </p:cBhvr>
                                      <p:to>
                                        <p:strVal val="visible"/>
                                      </p:to>
                                    </p:set>
                                    <p:animEffect transition="in" filter="wipe(left)">
                                      <p:cBhvr>
                                        <p:cTn id="13" dur="500"/>
                                        <p:tgtEl>
                                          <p:spTgt spid="8"/>
                                        </p:tgtEl>
                                      </p:cBhvr>
                                    </p:animEffect>
                                  </p:childTnLst>
                                </p:cTn>
                              </p:par>
                            </p:childTnLst>
                          </p:cTn>
                        </p:par>
                      </p:childTnLst>
                    </p:cTn>
                  </p:par>
                  <p:par>
                    <p:cTn id="14" fill="hold">
                      <p:stCondLst>
                        <p:cond delay="indefinite"/>
                      </p:stCondLst>
                      <p:childTnLst>
                        <p:par>
                          <p:cTn id="15" fill="hold">
                            <p:stCondLst>
                              <p:cond delay="0"/>
                            </p:stCondLst>
                            <p:childTnLst>
                              <p:par>
                                <p:cTn id="16" presetID="1" presetClass="entr" presetSubtype="0" fill="hold" grpId="0" nodeType="clickEffect">
                                  <p:stCondLst>
                                    <p:cond delay="0"/>
                                  </p:stCondLst>
                                  <p:iterate type="lt">
                                    <p:tmAbs val="100"/>
                                  </p:iterate>
                                  <p:childTnLst>
                                    <p:set>
                                      <p:cBhvr>
                                        <p:cTn id="17" dur="1" fill="hold">
                                          <p:stCondLst>
                                            <p:cond delay="0"/>
                                          </p:stCondLst>
                                        </p:cTn>
                                        <p:tgtEl>
                                          <p:spTgt spid="27"/>
                                        </p:tgtEl>
                                        <p:attrNameLst>
                                          <p:attrName>style.visibility</p:attrName>
                                        </p:attrNameLst>
                                      </p:cBhvr>
                                      <p:to>
                                        <p:strVal val="visible"/>
                                      </p:to>
                                    </p:set>
                                  </p:childTnLst>
                                </p:cTn>
                              </p:par>
                              <p:par>
                                <p:cTn id="18" presetID="22" presetClass="entr" presetSubtype="8" fill="hold" grpId="0" nodeType="withEffect">
                                  <p:stCondLst>
                                    <p:cond delay="0"/>
                                  </p:stCondLst>
                                  <p:childTnLst>
                                    <p:set>
                                      <p:cBhvr>
                                        <p:cTn id="19" dur="1" fill="hold">
                                          <p:stCondLst>
                                            <p:cond delay="0"/>
                                          </p:stCondLst>
                                        </p:cTn>
                                        <p:tgtEl>
                                          <p:spTgt spid="23"/>
                                        </p:tgtEl>
                                        <p:attrNameLst>
                                          <p:attrName>style.visibility</p:attrName>
                                        </p:attrNameLst>
                                      </p:cBhvr>
                                      <p:to>
                                        <p:strVal val="visible"/>
                                      </p:to>
                                    </p:set>
                                    <p:animEffect transition="in" filter="wipe(left)">
                                      <p:cBhvr>
                                        <p:cTn id="20" dur="500"/>
                                        <p:tgtEl>
                                          <p:spTgt spid="23"/>
                                        </p:tgtEl>
                                      </p:cBhvr>
                                    </p:animEffect>
                                  </p:childTnLst>
                                </p:cTn>
                              </p:par>
                            </p:childTnLst>
                          </p:cTn>
                        </p:par>
                      </p:childTnLst>
                    </p:cTn>
                  </p:par>
                  <p:par>
                    <p:cTn id="21" fill="hold">
                      <p:stCondLst>
                        <p:cond delay="indefinite"/>
                      </p:stCondLst>
                      <p:childTnLst>
                        <p:par>
                          <p:cTn id="22" fill="hold">
                            <p:stCondLst>
                              <p:cond delay="0"/>
                            </p:stCondLst>
                            <p:childTnLst>
                              <p:par>
                                <p:cTn id="23" presetID="1" presetClass="entr" presetSubtype="0" fill="hold" grpId="0" nodeType="clickEffect">
                                  <p:stCondLst>
                                    <p:cond delay="0"/>
                                  </p:stCondLst>
                                  <p:iterate type="lt">
                                    <p:tmAbs val="100"/>
                                  </p:iterate>
                                  <p:childTnLst>
                                    <p:set>
                                      <p:cBhvr>
                                        <p:cTn id="24" dur="1" fill="hold">
                                          <p:stCondLst>
                                            <p:cond delay="0"/>
                                          </p:stCondLst>
                                        </p:cTn>
                                        <p:tgtEl>
                                          <p:spTgt spid="28"/>
                                        </p:tgtEl>
                                        <p:attrNameLst>
                                          <p:attrName>style.visibility</p:attrName>
                                        </p:attrNameLst>
                                      </p:cBhvr>
                                      <p:to>
                                        <p:strVal val="visible"/>
                                      </p:to>
                                    </p:set>
                                  </p:childTnLst>
                                </p:cTn>
                              </p:par>
                              <p:par>
                                <p:cTn id="25" presetID="22" presetClass="entr" presetSubtype="8" fill="hold" grpId="0" nodeType="withEffect">
                                  <p:stCondLst>
                                    <p:cond delay="0"/>
                                  </p:stCondLst>
                                  <p:childTnLst>
                                    <p:set>
                                      <p:cBhvr>
                                        <p:cTn id="26" dur="1" fill="hold">
                                          <p:stCondLst>
                                            <p:cond delay="0"/>
                                          </p:stCondLst>
                                        </p:cTn>
                                        <p:tgtEl>
                                          <p:spTgt spid="24"/>
                                        </p:tgtEl>
                                        <p:attrNameLst>
                                          <p:attrName>style.visibility</p:attrName>
                                        </p:attrNameLst>
                                      </p:cBhvr>
                                      <p:to>
                                        <p:strVal val="visible"/>
                                      </p:to>
                                    </p:set>
                                    <p:animEffect transition="in" filter="wipe(left)">
                                      <p:cBhvr>
                                        <p:cTn id="27" dur="500"/>
                                        <p:tgtEl>
                                          <p:spTgt spid="24"/>
                                        </p:tgtEl>
                                      </p:cBhvr>
                                    </p:animEffect>
                                  </p:childTnLst>
                                </p:cTn>
                              </p:par>
                            </p:childTnLst>
                          </p:cTn>
                        </p:par>
                      </p:childTnLst>
                    </p:cTn>
                  </p:par>
                  <p:par>
                    <p:cTn id="28" fill="hold">
                      <p:stCondLst>
                        <p:cond delay="indefinite"/>
                      </p:stCondLst>
                      <p:childTnLst>
                        <p:par>
                          <p:cTn id="29" fill="hold">
                            <p:stCondLst>
                              <p:cond delay="0"/>
                            </p:stCondLst>
                            <p:childTnLst>
                              <p:par>
                                <p:cTn id="30" presetID="1" presetClass="entr" presetSubtype="0" fill="hold" grpId="0" nodeType="clickEffect">
                                  <p:stCondLst>
                                    <p:cond delay="0"/>
                                  </p:stCondLst>
                                  <p:iterate type="lt">
                                    <p:tmAbs val="100"/>
                                  </p:iterate>
                                  <p:childTnLst>
                                    <p:set>
                                      <p:cBhvr>
                                        <p:cTn id="31" dur="1" fill="hold">
                                          <p:stCondLst>
                                            <p:cond delay="0"/>
                                          </p:stCondLst>
                                        </p:cTn>
                                        <p:tgtEl>
                                          <p:spTgt spid="29"/>
                                        </p:tgtEl>
                                        <p:attrNameLst>
                                          <p:attrName>style.visibility</p:attrName>
                                        </p:attrNameLst>
                                      </p:cBhvr>
                                      <p:to>
                                        <p:strVal val="visible"/>
                                      </p:to>
                                    </p:set>
                                  </p:childTnLst>
                                </p:cTn>
                              </p:par>
                            </p:childTnLst>
                          </p:cTn>
                        </p:par>
                      </p:childTnLst>
                    </p:cTn>
                  </p:par>
                  <p:par>
                    <p:cTn id="32" fill="hold">
                      <p:stCondLst>
                        <p:cond delay="indefinite"/>
                      </p:stCondLst>
                      <p:childTnLst>
                        <p:par>
                          <p:cTn id="33" fill="hold">
                            <p:stCondLst>
                              <p:cond delay="0"/>
                            </p:stCondLst>
                            <p:childTnLst>
                              <p:par>
                                <p:cTn id="34" presetID="1" presetClass="entr" presetSubtype="0" fill="hold" grpId="0" nodeType="clickEffect">
                                  <p:stCondLst>
                                    <p:cond delay="0"/>
                                  </p:stCondLst>
                                  <p:iterate type="lt">
                                    <p:tmAbs val="100"/>
                                  </p:iterate>
                                  <p:childTnLst>
                                    <p:set>
                                      <p:cBhvr>
                                        <p:cTn id="35" dur="1" fill="hold">
                                          <p:stCondLst>
                                            <p:cond delay="0"/>
                                          </p:stCondLst>
                                        </p:cTn>
                                        <p:tgtEl>
                                          <p:spTgt spid="30"/>
                                        </p:tgtEl>
                                        <p:attrNameLst>
                                          <p:attrName>style.visibility</p:attrName>
                                        </p:attrNameLst>
                                      </p:cBhvr>
                                      <p:to>
                                        <p:strVal val="visible"/>
                                      </p:to>
                                    </p:set>
                                  </p:childTnLst>
                                </p:cTn>
                              </p:par>
                            </p:childTnLst>
                          </p:cTn>
                        </p:par>
                      </p:childTnLst>
                    </p:cTn>
                  </p:par>
                  <p:par>
                    <p:cTn id="36" fill="hold">
                      <p:stCondLst>
                        <p:cond delay="indefinite"/>
                      </p:stCondLst>
                      <p:childTnLst>
                        <p:par>
                          <p:cTn id="37" fill="hold">
                            <p:stCondLst>
                              <p:cond delay="0"/>
                            </p:stCondLst>
                            <p:childTnLst>
                              <p:par>
                                <p:cTn id="38" presetID="1" presetClass="entr" presetSubtype="0" fill="hold" grpId="0" nodeType="clickEffect">
                                  <p:stCondLst>
                                    <p:cond delay="0"/>
                                  </p:stCondLst>
                                  <p:iterate type="lt">
                                    <p:tmAbs val="100"/>
                                  </p:iterate>
                                  <p:childTnLst>
                                    <p:set>
                                      <p:cBhvr>
                                        <p:cTn id="39" dur="1" fill="hold">
                                          <p:stCondLst>
                                            <p:cond delay="0"/>
                                          </p:stCondLst>
                                        </p:cTn>
                                        <p:tgtEl>
                                          <p:spTgt spid="31"/>
                                        </p:tgtEl>
                                        <p:attrNameLst>
                                          <p:attrName>style.visibility</p:attrName>
                                        </p:attrNameLst>
                                      </p:cBhvr>
                                      <p:to>
                                        <p:strVal val="visible"/>
                                      </p:to>
                                    </p:set>
                                  </p:childTnLst>
                                </p:cTn>
                              </p:par>
                            </p:childTnLst>
                          </p:cTn>
                        </p:par>
                      </p:childTnLst>
                    </p:cTn>
                  </p:par>
                  <p:par>
                    <p:cTn id="40" fill="hold">
                      <p:stCondLst>
                        <p:cond delay="indefinite"/>
                      </p:stCondLst>
                      <p:childTnLst>
                        <p:par>
                          <p:cTn id="41" fill="hold">
                            <p:stCondLst>
                              <p:cond delay="0"/>
                            </p:stCondLst>
                            <p:childTnLst>
                              <p:par>
                                <p:cTn id="42" presetID="1" presetClass="entr" presetSubtype="0" fill="hold" grpId="0" nodeType="clickEffect">
                                  <p:stCondLst>
                                    <p:cond delay="0"/>
                                  </p:stCondLst>
                                  <p:iterate type="lt">
                                    <p:tmAbs val="100"/>
                                  </p:iterate>
                                  <p:childTnLst>
                                    <p:set>
                                      <p:cBhvr>
                                        <p:cTn id="43" dur="1" fill="hold">
                                          <p:stCondLst>
                                            <p:cond delay="0"/>
                                          </p:stCondLst>
                                        </p:cTn>
                                        <p:tgtEl>
                                          <p:spTgt spid="10"/>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4" grpId="0" animBg="1"/>
      <p:bldP spid="23" grpId="0" animBg="1"/>
      <p:bldP spid="8" grpId="0" animBg="1"/>
      <p:bldP spid="25" grpId="0"/>
      <p:bldP spid="26" grpId="0"/>
      <p:bldP spid="27" grpId="0"/>
      <p:bldP spid="28" grpId="0"/>
      <p:bldP spid="29" grpId="0"/>
      <p:bldP spid="30" grpId="0"/>
      <p:bldP spid="31" grpId="0"/>
      <p:bldP spid="10" grpId="0"/>
    </p:bldLst>
  </p:timing>
</p:sld>
</file>

<file path=ppt/slides/slide43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4" name="组合 3">
            <a:extLst>
              <a:ext uri="{FF2B5EF4-FFF2-40B4-BE49-F238E27FC236}">
                <a16:creationId xmlns:a16="http://schemas.microsoft.com/office/drawing/2014/main" id="{9A1EA9F2-FCB6-48C3-935F-7AE7E3AD14AC}"/>
              </a:ext>
            </a:extLst>
          </p:cNvPr>
          <p:cNvGrpSpPr/>
          <p:nvPr/>
        </p:nvGrpSpPr>
        <p:grpSpPr>
          <a:xfrm>
            <a:off x="304799" y="749300"/>
            <a:ext cx="4938200" cy="400110"/>
            <a:chOff x="424116" y="898245"/>
            <a:chExt cx="4938200" cy="400110"/>
          </a:xfrm>
        </p:grpSpPr>
        <p:sp>
          <p:nvSpPr>
            <p:cNvPr id="2" name="平行四边形 1">
              <a:extLst>
                <a:ext uri="{FF2B5EF4-FFF2-40B4-BE49-F238E27FC236}">
                  <a16:creationId xmlns:a16="http://schemas.microsoft.com/office/drawing/2014/main" id="{1F5BAA3F-9845-4F89-A2DD-8222D3E4EDAC}"/>
                </a:ext>
              </a:extLst>
            </p:cNvPr>
            <p:cNvSpPr/>
            <p:nvPr/>
          </p:nvSpPr>
          <p:spPr>
            <a:xfrm>
              <a:off x="424116" y="898245"/>
              <a:ext cx="688541" cy="387090"/>
            </a:xfrm>
            <a:prstGeom prst="parallelogram">
              <a:avLst/>
            </a:prstGeom>
            <a:solidFill>
              <a:schemeClr val="accent3">
                <a:lumMod val="75000"/>
              </a:schemeClr>
            </a:solidFill>
            <a:ln>
              <a:solidFill>
                <a:schemeClr val="accent3">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CN" sz="2200" dirty="0">
                  <a:latin typeface="Impact" panose="020B0806030902050204" pitchFamily="34" charset="0"/>
                </a:rPr>
                <a:t>03</a:t>
              </a:r>
              <a:endParaRPr lang="zh-CN" altLang="en-US" sz="2200" dirty="0">
                <a:latin typeface="Impact" panose="020B0806030902050204" pitchFamily="34" charset="0"/>
              </a:endParaRPr>
            </a:p>
          </p:txBody>
        </p:sp>
        <p:sp>
          <p:nvSpPr>
            <p:cNvPr id="3" name="文本框 2">
              <a:extLst>
                <a:ext uri="{FF2B5EF4-FFF2-40B4-BE49-F238E27FC236}">
                  <a16:creationId xmlns:a16="http://schemas.microsoft.com/office/drawing/2014/main" id="{4D6BD736-A4D3-4F26-AFED-36E11F50F70B}"/>
                </a:ext>
              </a:extLst>
            </p:cNvPr>
            <p:cNvSpPr txBox="1"/>
            <p:nvPr/>
          </p:nvSpPr>
          <p:spPr>
            <a:xfrm>
              <a:off x="1052423" y="898245"/>
              <a:ext cx="4309893" cy="400110"/>
            </a:xfrm>
            <a:prstGeom prst="rect">
              <a:avLst/>
            </a:prstGeom>
            <a:noFill/>
          </p:spPr>
          <p:txBody>
            <a:bodyPr wrap="square" rtlCol="0">
              <a:spAutoFit/>
            </a:bodyPr>
            <a:lstStyle/>
            <a:p>
              <a:r>
                <a:rPr lang="zh-CN" altLang="en-US" sz="2000" b="1" dirty="0">
                  <a:solidFill>
                    <a:schemeClr val="tx1"/>
                  </a:solidFill>
                  <a:latin typeface="Arial Narrow" panose="020B0606020202030204" pitchFamily="34" charset="0"/>
                </a:rPr>
                <a:t>共享式以太网与交换式以太网的对比</a:t>
              </a:r>
              <a:endParaRPr lang="en-US" altLang="zh-CN" sz="2000" b="1" dirty="0">
                <a:solidFill>
                  <a:schemeClr val="tx1"/>
                </a:solidFill>
                <a:latin typeface="Arial Narrow" panose="020B0606020202030204" pitchFamily="34" charset="0"/>
              </a:endParaRPr>
            </a:p>
          </p:txBody>
        </p:sp>
      </p:grpSp>
      <p:grpSp>
        <p:nvGrpSpPr>
          <p:cNvPr id="6" name="组合 5">
            <a:extLst>
              <a:ext uri="{FF2B5EF4-FFF2-40B4-BE49-F238E27FC236}">
                <a16:creationId xmlns:a16="http://schemas.microsoft.com/office/drawing/2014/main" id="{A1AC0F66-E7EA-4DE3-AB60-23ED0887B6E0}"/>
              </a:ext>
            </a:extLst>
          </p:cNvPr>
          <p:cNvGrpSpPr/>
          <p:nvPr/>
        </p:nvGrpSpPr>
        <p:grpSpPr>
          <a:xfrm>
            <a:off x="1111972" y="1817184"/>
            <a:ext cx="4232071" cy="4551750"/>
            <a:chOff x="1111972" y="1817184"/>
            <a:chExt cx="4232071" cy="4551750"/>
          </a:xfrm>
        </p:grpSpPr>
        <p:sp>
          <p:nvSpPr>
            <p:cNvPr id="12" name="文本框 11">
              <a:extLst>
                <a:ext uri="{FF2B5EF4-FFF2-40B4-BE49-F238E27FC236}">
                  <a16:creationId xmlns:a16="http://schemas.microsoft.com/office/drawing/2014/main" id="{21965EDE-01A5-4F50-973F-ED47B5BE313F}"/>
                </a:ext>
              </a:extLst>
            </p:cNvPr>
            <p:cNvSpPr txBox="1"/>
            <p:nvPr/>
          </p:nvSpPr>
          <p:spPr>
            <a:xfrm>
              <a:off x="3241943" y="3925288"/>
              <a:ext cx="1076381" cy="369332"/>
            </a:xfrm>
            <a:prstGeom prst="rect">
              <a:avLst/>
            </a:prstGeom>
            <a:noFill/>
          </p:spPr>
          <p:txBody>
            <a:bodyPr wrap="square" rtlCol="0">
              <a:spAutoFit/>
            </a:bodyPr>
            <a:lstStyle/>
            <a:p>
              <a:pPr algn="ctr"/>
              <a:r>
                <a:rPr lang="zh-CN" altLang="en-US" b="1" dirty="0">
                  <a:latin typeface="+mn-ea"/>
                </a:rPr>
                <a:t>集线器</a:t>
              </a:r>
            </a:p>
          </p:txBody>
        </p:sp>
        <p:cxnSp>
          <p:nvCxnSpPr>
            <p:cNvPr id="13" name="直接连接符 12">
              <a:extLst>
                <a:ext uri="{FF2B5EF4-FFF2-40B4-BE49-F238E27FC236}">
                  <a16:creationId xmlns:a16="http://schemas.microsoft.com/office/drawing/2014/main" id="{7FE99D20-EEA5-47A3-81BE-65C5936FFFF9}"/>
                </a:ext>
              </a:extLst>
            </p:cNvPr>
            <p:cNvCxnSpPr>
              <a:cxnSpLocks/>
            </p:cNvCxnSpPr>
            <p:nvPr/>
          </p:nvCxnSpPr>
          <p:spPr>
            <a:xfrm flipH="1">
              <a:off x="1413982" y="3710053"/>
              <a:ext cx="3558504"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grpSp>
          <p:nvGrpSpPr>
            <p:cNvPr id="14" name="组合 13">
              <a:extLst>
                <a:ext uri="{FF2B5EF4-FFF2-40B4-BE49-F238E27FC236}">
                  <a16:creationId xmlns:a16="http://schemas.microsoft.com/office/drawing/2014/main" id="{F0FE3964-0D46-4C3B-830E-AA3E5BD1EE4E}"/>
                </a:ext>
              </a:extLst>
            </p:cNvPr>
            <p:cNvGrpSpPr/>
            <p:nvPr/>
          </p:nvGrpSpPr>
          <p:grpSpPr>
            <a:xfrm>
              <a:off x="1111972" y="3207395"/>
              <a:ext cx="662814" cy="641082"/>
              <a:chOff x="1235749" y="1557688"/>
              <a:chExt cx="662814" cy="641082"/>
            </a:xfrm>
          </p:grpSpPr>
          <p:pic>
            <p:nvPicPr>
              <p:cNvPr id="41" name="图形 10">
                <a:extLst>
                  <a:ext uri="{FF2B5EF4-FFF2-40B4-BE49-F238E27FC236}">
                    <a16:creationId xmlns:a16="http://schemas.microsoft.com/office/drawing/2014/main" id="{B0D68D12-20B3-43FA-BBB9-429BCD068FB5}"/>
                  </a:ext>
                </a:extLst>
              </p:cNvPr>
              <p:cNvPicPr>
                <a:picLocks noChangeAspect="1"/>
              </p:cNvPicPr>
              <p:nvPr/>
            </p:nvPicPr>
            <p:blipFill>
              <a:blip r:embed="rId3">
                <a:extLst>
                  <a:ext uri="{28A0092B-C50C-407E-A947-70E740481C1C}">
                    <a14:useLocalDpi xmlns:a14="http://schemas.microsoft.com/office/drawing/2010/main" val="0"/>
                  </a:ext>
                  <a:ext uri="{96DAC541-7B7A-43D3-8B79-37D633B846F1}">
                    <asvg:svgBlip xmlns:asvg="http://schemas.microsoft.com/office/drawing/2016/SVG/main" r:embed="rId4"/>
                  </a:ext>
                </a:extLst>
              </a:blip>
              <a:stretch>
                <a:fillRect/>
              </a:stretch>
            </p:blipFill>
            <p:spPr>
              <a:xfrm>
                <a:off x="1235749" y="1557688"/>
                <a:ext cx="662814" cy="641082"/>
              </a:xfrm>
              <a:prstGeom prst="rect">
                <a:avLst/>
              </a:prstGeom>
            </p:spPr>
          </p:pic>
          <p:sp>
            <p:nvSpPr>
              <p:cNvPr id="42" name="文本框 41">
                <a:extLst>
                  <a:ext uri="{FF2B5EF4-FFF2-40B4-BE49-F238E27FC236}">
                    <a16:creationId xmlns:a16="http://schemas.microsoft.com/office/drawing/2014/main" id="{E1462835-DE58-4800-BBC1-3B9D0DB7A083}"/>
                  </a:ext>
                </a:extLst>
              </p:cNvPr>
              <p:cNvSpPr txBox="1"/>
              <p:nvPr/>
            </p:nvSpPr>
            <p:spPr>
              <a:xfrm>
                <a:off x="1527006" y="1606485"/>
                <a:ext cx="316784" cy="369332"/>
              </a:xfrm>
              <a:prstGeom prst="rect">
                <a:avLst/>
              </a:prstGeom>
              <a:noFill/>
            </p:spPr>
            <p:txBody>
              <a:bodyPr wrap="square" rtlCol="0">
                <a:spAutoFit/>
              </a:bodyPr>
              <a:lstStyle/>
              <a:p>
                <a:pPr algn="ctr"/>
                <a:r>
                  <a:rPr lang="en-US" altLang="zh-CN" b="1" dirty="0">
                    <a:solidFill>
                      <a:schemeClr val="bg1"/>
                    </a:solidFill>
                    <a:latin typeface="+mn-ea"/>
                  </a:rPr>
                  <a:t>A</a:t>
                </a:r>
                <a:endParaRPr lang="zh-CN" altLang="en-US" b="1" dirty="0">
                  <a:solidFill>
                    <a:schemeClr val="bg1"/>
                  </a:solidFill>
                  <a:latin typeface="+mn-ea"/>
                </a:endParaRPr>
              </a:p>
            </p:txBody>
          </p:sp>
        </p:grpSp>
        <p:cxnSp>
          <p:nvCxnSpPr>
            <p:cNvPr id="15" name="直接连接符 14">
              <a:extLst>
                <a:ext uri="{FF2B5EF4-FFF2-40B4-BE49-F238E27FC236}">
                  <a16:creationId xmlns:a16="http://schemas.microsoft.com/office/drawing/2014/main" id="{4E4D70B5-6600-49DB-897B-40AFE24EABEA}"/>
                </a:ext>
              </a:extLst>
            </p:cNvPr>
            <p:cNvCxnSpPr>
              <a:cxnSpLocks/>
              <a:stCxn id="40" idx="2"/>
            </p:cNvCxnSpPr>
            <p:nvPr/>
          </p:nvCxnSpPr>
          <p:spPr>
            <a:xfrm flipV="1">
              <a:off x="3230139" y="2379205"/>
              <a:ext cx="23609" cy="3025302"/>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grpSp>
          <p:nvGrpSpPr>
            <p:cNvPr id="16" name="组合 15">
              <a:extLst>
                <a:ext uri="{FF2B5EF4-FFF2-40B4-BE49-F238E27FC236}">
                  <a16:creationId xmlns:a16="http://schemas.microsoft.com/office/drawing/2014/main" id="{35A5DCC0-76A5-44EB-B46F-5A622A6252DC}"/>
                </a:ext>
              </a:extLst>
            </p:cNvPr>
            <p:cNvGrpSpPr/>
            <p:nvPr/>
          </p:nvGrpSpPr>
          <p:grpSpPr>
            <a:xfrm>
              <a:off x="2780490" y="4986378"/>
              <a:ext cx="662814" cy="641082"/>
              <a:chOff x="1235749" y="1557688"/>
              <a:chExt cx="662814" cy="641082"/>
            </a:xfrm>
          </p:grpSpPr>
          <p:pic>
            <p:nvPicPr>
              <p:cNvPr id="39" name="图形 10">
                <a:extLst>
                  <a:ext uri="{FF2B5EF4-FFF2-40B4-BE49-F238E27FC236}">
                    <a16:creationId xmlns:a16="http://schemas.microsoft.com/office/drawing/2014/main" id="{D15DDBF7-C513-4A24-BB75-29E856E702AB}"/>
                  </a:ext>
                </a:extLst>
              </p:cNvPr>
              <p:cNvPicPr>
                <a:picLocks noChangeAspect="1"/>
              </p:cNvPicPr>
              <p:nvPr/>
            </p:nvPicPr>
            <p:blipFill>
              <a:blip r:embed="rId3">
                <a:extLst>
                  <a:ext uri="{28A0092B-C50C-407E-A947-70E740481C1C}">
                    <a14:useLocalDpi xmlns:a14="http://schemas.microsoft.com/office/drawing/2010/main" val="0"/>
                  </a:ext>
                  <a:ext uri="{96DAC541-7B7A-43D3-8B79-37D633B846F1}">
                    <asvg:svgBlip xmlns:asvg="http://schemas.microsoft.com/office/drawing/2016/SVG/main" r:embed="rId4"/>
                  </a:ext>
                </a:extLst>
              </a:blip>
              <a:stretch>
                <a:fillRect/>
              </a:stretch>
            </p:blipFill>
            <p:spPr>
              <a:xfrm>
                <a:off x="1235749" y="1557688"/>
                <a:ext cx="662814" cy="641082"/>
              </a:xfrm>
              <a:prstGeom prst="rect">
                <a:avLst/>
              </a:prstGeom>
            </p:spPr>
          </p:pic>
          <p:sp>
            <p:nvSpPr>
              <p:cNvPr id="40" name="文本框 39">
                <a:extLst>
                  <a:ext uri="{FF2B5EF4-FFF2-40B4-BE49-F238E27FC236}">
                    <a16:creationId xmlns:a16="http://schemas.microsoft.com/office/drawing/2014/main" id="{36AD15F4-F414-48EC-B1D3-D1A5297F5F24}"/>
                  </a:ext>
                </a:extLst>
              </p:cNvPr>
              <p:cNvSpPr txBox="1"/>
              <p:nvPr/>
            </p:nvSpPr>
            <p:spPr>
              <a:xfrm>
                <a:off x="1527006" y="1606485"/>
                <a:ext cx="316784" cy="369332"/>
              </a:xfrm>
              <a:prstGeom prst="rect">
                <a:avLst/>
              </a:prstGeom>
              <a:noFill/>
            </p:spPr>
            <p:txBody>
              <a:bodyPr wrap="square" rtlCol="0">
                <a:spAutoFit/>
              </a:bodyPr>
              <a:lstStyle/>
              <a:p>
                <a:pPr algn="ctr"/>
                <a:r>
                  <a:rPr lang="en-US" altLang="zh-CN" b="1" dirty="0">
                    <a:solidFill>
                      <a:schemeClr val="bg1"/>
                    </a:solidFill>
                    <a:latin typeface="+mn-ea"/>
                  </a:rPr>
                  <a:t>D</a:t>
                </a:r>
                <a:endParaRPr lang="zh-CN" altLang="en-US" b="1" dirty="0">
                  <a:solidFill>
                    <a:schemeClr val="bg1"/>
                  </a:solidFill>
                  <a:latin typeface="+mn-ea"/>
                </a:endParaRPr>
              </a:p>
            </p:txBody>
          </p:sp>
        </p:grpSp>
        <p:grpSp>
          <p:nvGrpSpPr>
            <p:cNvPr id="17" name="组合 16">
              <a:extLst>
                <a:ext uri="{FF2B5EF4-FFF2-40B4-BE49-F238E27FC236}">
                  <a16:creationId xmlns:a16="http://schemas.microsoft.com/office/drawing/2014/main" id="{2DB258B5-749E-449E-9991-3F44FD0E523E}"/>
                </a:ext>
              </a:extLst>
            </p:cNvPr>
            <p:cNvGrpSpPr/>
            <p:nvPr/>
          </p:nvGrpSpPr>
          <p:grpSpPr>
            <a:xfrm>
              <a:off x="2918914" y="1817184"/>
              <a:ext cx="662814" cy="641082"/>
              <a:chOff x="1235749" y="1557688"/>
              <a:chExt cx="662814" cy="641082"/>
            </a:xfrm>
          </p:grpSpPr>
          <p:pic>
            <p:nvPicPr>
              <p:cNvPr id="37" name="图形 10">
                <a:extLst>
                  <a:ext uri="{FF2B5EF4-FFF2-40B4-BE49-F238E27FC236}">
                    <a16:creationId xmlns:a16="http://schemas.microsoft.com/office/drawing/2014/main" id="{0FFB7C25-4F8B-44F3-9D44-21B68E53F58A}"/>
                  </a:ext>
                </a:extLst>
              </p:cNvPr>
              <p:cNvPicPr>
                <a:picLocks noChangeAspect="1"/>
              </p:cNvPicPr>
              <p:nvPr/>
            </p:nvPicPr>
            <p:blipFill>
              <a:blip r:embed="rId3">
                <a:extLst>
                  <a:ext uri="{28A0092B-C50C-407E-A947-70E740481C1C}">
                    <a14:useLocalDpi xmlns:a14="http://schemas.microsoft.com/office/drawing/2010/main" val="0"/>
                  </a:ext>
                  <a:ext uri="{96DAC541-7B7A-43D3-8B79-37D633B846F1}">
                    <asvg:svgBlip xmlns:asvg="http://schemas.microsoft.com/office/drawing/2016/SVG/main" r:embed="rId4"/>
                  </a:ext>
                </a:extLst>
              </a:blip>
              <a:stretch>
                <a:fillRect/>
              </a:stretch>
            </p:blipFill>
            <p:spPr>
              <a:xfrm>
                <a:off x="1235749" y="1557688"/>
                <a:ext cx="662814" cy="641082"/>
              </a:xfrm>
              <a:prstGeom prst="rect">
                <a:avLst/>
              </a:prstGeom>
            </p:spPr>
          </p:pic>
          <p:sp>
            <p:nvSpPr>
              <p:cNvPr id="38" name="文本框 37">
                <a:extLst>
                  <a:ext uri="{FF2B5EF4-FFF2-40B4-BE49-F238E27FC236}">
                    <a16:creationId xmlns:a16="http://schemas.microsoft.com/office/drawing/2014/main" id="{2EFA039D-882A-474E-93FB-9082DFE299A8}"/>
                  </a:ext>
                </a:extLst>
              </p:cNvPr>
              <p:cNvSpPr txBox="1"/>
              <p:nvPr/>
            </p:nvSpPr>
            <p:spPr>
              <a:xfrm>
                <a:off x="1527006" y="1606485"/>
                <a:ext cx="316784" cy="369332"/>
              </a:xfrm>
              <a:prstGeom prst="rect">
                <a:avLst/>
              </a:prstGeom>
              <a:noFill/>
            </p:spPr>
            <p:txBody>
              <a:bodyPr wrap="square" rtlCol="0">
                <a:spAutoFit/>
              </a:bodyPr>
              <a:lstStyle/>
              <a:p>
                <a:pPr algn="ctr"/>
                <a:r>
                  <a:rPr lang="en-US" altLang="zh-CN" b="1" dirty="0">
                    <a:solidFill>
                      <a:schemeClr val="bg1"/>
                    </a:solidFill>
                    <a:latin typeface="+mn-ea"/>
                  </a:rPr>
                  <a:t>B</a:t>
                </a:r>
                <a:endParaRPr lang="zh-CN" altLang="en-US" b="1" dirty="0">
                  <a:solidFill>
                    <a:schemeClr val="bg1"/>
                  </a:solidFill>
                  <a:latin typeface="+mn-ea"/>
                </a:endParaRPr>
              </a:p>
            </p:txBody>
          </p:sp>
        </p:grpSp>
        <p:pic>
          <p:nvPicPr>
            <p:cNvPr id="18" name="图片 17" descr="文本&#10;&#10;描述已自动生成">
              <a:extLst>
                <a:ext uri="{FF2B5EF4-FFF2-40B4-BE49-F238E27FC236}">
                  <a16:creationId xmlns:a16="http://schemas.microsoft.com/office/drawing/2014/main" id="{1591BE4B-9373-47E5-B54B-5645B5DE98CA}"/>
                </a:ext>
              </a:extLst>
            </p:cNvPr>
            <p:cNvPicPr>
              <a:picLocks noChangeAspect="1"/>
            </p:cNvPicPr>
            <p:nvPr/>
          </p:nvPicPr>
          <p:blipFill>
            <a:blip r:embed="rId5">
              <a:extLst>
                <a:ext uri="{28A0092B-C50C-407E-A947-70E740481C1C}">
                  <a14:useLocalDpi xmlns:a14="http://schemas.microsoft.com/office/drawing/2010/main" val="0"/>
                </a:ext>
              </a:extLst>
            </a:blip>
            <a:stretch>
              <a:fillRect/>
            </a:stretch>
          </p:blipFill>
          <p:spPr>
            <a:xfrm>
              <a:off x="2908531" y="3379364"/>
              <a:ext cx="705470" cy="661378"/>
            </a:xfrm>
            <a:prstGeom prst="rect">
              <a:avLst/>
            </a:prstGeom>
          </p:spPr>
        </p:pic>
        <p:grpSp>
          <p:nvGrpSpPr>
            <p:cNvPr id="19" name="组合 18">
              <a:extLst>
                <a:ext uri="{FF2B5EF4-FFF2-40B4-BE49-F238E27FC236}">
                  <a16:creationId xmlns:a16="http://schemas.microsoft.com/office/drawing/2014/main" id="{501B2417-864C-417B-8DC1-14F9957F9771}"/>
                </a:ext>
              </a:extLst>
            </p:cNvPr>
            <p:cNvGrpSpPr/>
            <p:nvPr/>
          </p:nvGrpSpPr>
          <p:grpSpPr>
            <a:xfrm>
              <a:off x="4681229" y="3207395"/>
              <a:ext cx="662814" cy="641082"/>
              <a:chOff x="1235749" y="1557688"/>
              <a:chExt cx="662814" cy="641082"/>
            </a:xfrm>
          </p:grpSpPr>
          <p:pic>
            <p:nvPicPr>
              <p:cNvPr id="35" name="图形 10">
                <a:extLst>
                  <a:ext uri="{FF2B5EF4-FFF2-40B4-BE49-F238E27FC236}">
                    <a16:creationId xmlns:a16="http://schemas.microsoft.com/office/drawing/2014/main" id="{43737DA3-F6AE-45F1-B0A6-88048F254855}"/>
                  </a:ext>
                </a:extLst>
              </p:cNvPr>
              <p:cNvPicPr>
                <a:picLocks noChangeAspect="1"/>
              </p:cNvPicPr>
              <p:nvPr/>
            </p:nvPicPr>
            <p:blipFill>
              <a:blip r:embed="rId3">
                <a:extLst>
                  <a:ext uri="{28A0092B-C50C-407E-A947-70E740481C1C}">
                    <a14:useLocalDpi xmlns:a14="http://schemas.microsoft.com/office/drawing/2010/main" val="0"/>
                  </a:ext>
                  <a:ext uri="{96DAC541-7B7A-43D3-8B79-37D633B846F1}">
                    <asvg:svgBlip xmlns:asvg="http://schemas.microsoft.com/office/drawing/2016/SVG/main" r:embed="rId4"/>
                  </a:ext>
                </a:extLst>
              </a:blip>
              <a:stretch>
                <a:fillRect/>
              </a:stretch>
            </p:blipFill>
            <p:spPr>
              <a:xfrm>
                <a:off x="1235749" y="1557688"/>
                <a:ext cx="662814" cy="641082"/>
              </a:xfrm>
              <a:prstGeom prst="rect">
                <a:avLst/>
              </a:prstGeom>
            </p:spPr>
          </p:pic>
          <p:sp>
            <p:nvSpPr>
              <p:cNvPr id="36" name="文本框 35">
                <a:extLst>
                  <a:ext uri="{FF2B5EF4-FFF2-40B4-BE49-F238E27FC236}">
                    <a16:creationId xmlns:a16="http://schemas.microsoft.com/office/drawing/2014/main" id="{D6CFEE13-7CA0-48D4-B824-68F86392D955}"/>
                  </a:ext>
                </a:extLst>
              </p:cNvPr>
              <p:cNvSpPr txBox="1"/>
              <p:nvPr/>
            </p:nvSpPr>
            <p:spPr>
              <a:xfrm>
                <a:off x="1527006" y="1606485"/>
                <a:ext cx="316784" cy="369332"/>
              </a:xfrm>
              <a:prstGeom prst="rect">
                <a:avLst/>
              </a:prstGeom>
              <a:noFill/>
            </p:spPr>
            <p:txBody>
              <a:bodyPr wrap="square" rtlCol="0">
                <a:spAutoFit/>
              </a:bodyPr>
              <a:lstStyle/>
              <a:p>
                <a:pPr algn="ctr"/>
                <a:r>
                  <a:rPr lang="en-US" altLang="zh-CN" b="1" dirty="0">
                    <a:solidFill>
                      <a:schemeClr val="bg1"/>
                    </a:solidFill>
                    <a:latin typeface="+mn-ea"/>
                  </a:rPr>
                  <a:t>C</a:t>
                </a:r>
                <a:endParaRPr lang="zh-CN" altLang="en-US" b="1" dirty="0">
                  <a:solidFill>
                    <a:schemeClr val="bg1"/>
                  </a:solidFill>
                  <a:latin typeface="+mn-ea"/>
                </a:endParaRPr>
              </a:p>
            </p:txBody>
          </p:sp>
        </p:grpSp>
        <p:sp>
          <p:nvSpPr>
            <p:cNvPr id="70" name="文本框 69">
              <a:extLst>
                <a:ext uri="{FF2B5EF4-FFF2-40B4-BE49-F238E27FC236}">
                  <a16:creationId xmlns:a16="http://schemas.microsoft.com/office/drawing/2014/main" id="{3AC1B828-CF53-4D3A-B8D4-D2EF67453A56}"/>
                </a:ext>
              </a:extLst>
            </p:cNvPr>
            <p:cNvSpPr txBox="1"/>
            <p:nvPr/>
          </p:nvSpPr>
          <p:spPr>
            <a:xfrm>
              <a:off x="2252603" y="5999602"/>
              <a:ext cx="1986839" cy="369332"/>
            </a:xfrm>
            <a:prstGeom prst="rect">
              <a:avLst/>
            </a:prstGeom>
            <a:noFill/>
          </p:spPr>
          <p:txBody>
            <a:bodyPr wrap="square" rtlCol="0">
              <a:spAutoFit/>
            </a:bodyPr>
            <a:lstStyle/>
            <a:p>
              <a:pPr algn="ctr"/>
              <a:r>
                <a:rPr lang="zh-CN" altLang="en-US" b="1" dirty="0">
                  <a:latin typeface="+mn-ea"/>
                </a:rPr>
                <a:t>共享式以太网</a:t>
              </a:r>
            </a:p>
          </p:txBody>
        </p:sp>
      </p:grpSp>
      <p:grpSp>
        <p:nvGrpSpPr>
          <p:cNvPr id="7" name="组合 6">
            <a:extLst>
              <a:ext uri="{FF2B5EF4-FFF2-40B4-BE49-F238E27FC236}">
                <a16:creationId xmlns:a16="http://schemas.microsoft.com/office/drawing/2014/main" id="{71902E0A-C687-4076-AEE8-FA6FB6B0EBE3}"/>
              </a:ext>
            </a:extLst>
          </p:cNvPr>
          <p:cNvGrpSpPr/>
          <p:nvPr/>
        </p:nvGrpSpPr>
        <p:grpSpPr>
          <a:xfrm>
            <a:off x="6861608" y="1817184"/>
            <a:ext cx="4232071" cy="4551750"/>
            <a:chOff x="6861608" y="1817184"/>
            <a:chExt cx="4232071" cy="4551750"/>
          </a:xfrm>
        </p:grpSpPr>
        <p:sp>
          <p:nvSpPr>
            <p:cNvPr id="43" name="文本框 42">
              <a:extLst>
                <a:ext uri="{FF2B5EF4-FFF2-40B4-BE49-F238E27FC236}">
                  <a16:creationId xmlns:a16="http://schemas.microsoft.com/office/drawing/2014/main" id="{B50B0264-DC40-447D-900A-6EE65028DCB0}"/>
                </a:ext>
              </a:extLst>
            </p:cNvPr>
            <p:cNvSpPr txBox="1"/>
            <p:nvPr/>
          </p:nvSpPr>
          <p:spPr>
            <a:xfrm>
              <a:off x="8991579" y="3925288"/>
              <a:ext cx="1076381" cy="369332"/>
            </a:xfrm>
            <a:prstGeom prst="rect">
              <a:avLst/>
            </a:prstGeom>
            <a:noFill/>
          </p:spPr>
          <p:txBody>
            <a:bodyPr wrap="square" rtlCol="0">
              <a:spAutoFit/>
            </a:bodyPr>
            <a:lstStyle/>
            <a:p>
              <a:pPr algn="ctr"/>
              <a:r>
                <a:rPr lang="zh-CN" altLang="en-US" b="1" dirty="0">
                  <a:latin typeface="+mn-ea"/>
                </a:rPr>
                <a:t>交换机</a:t>
              </a:r>
            </a:p>
          </p:txBody>
        </p:sp>
        <p:cxnSp>
          <p:nvCxnSpPr>
            <p:cNvPr id="44" name="直接连接符 43">
              <a:extLst>
                <a:ext uri="{FF2B5EF4-FFF2-40B4-BE49-F238E27FC236}">
                  <a16:creationId xmlns:a16="http://schemas.microsoft.com/office/drawing/2014/main" id="{CC036EF6-3C61-49A7-B8A5-B8666E867CD1}"/>
                </a:ext>
              </a:extLst>
            </p:cNvPr>
            <p:cNvCxnSpPr>
              <a:cxnSpLocks/>
            </p:cNvCxnSpPr>
            <p:nvPr/>
          </p:nvCxnSpPr>
          <p:spPr>
            <a:xfrm flipH="1">
              <a:off x="7163618" y="3710053"/>
              <a:ext cx="3558504"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grpSp>
          <p:nvGrpSpPr>
            <p:cNvPr id="45" name="组合 44">
              <a:extLst>
                <a:ext uri="{FF2B5EF4-FFF2-40B4-BE49-F238E27FC236}">
                  <a16:creationId xmlns:a16="http://schemas.microsoft.com/office/drawing/2014/main" id="{309AED31-DB5D-49DC-A765-0A9CD1523C91}"/>
                </a:ext>
              </a:extLst>
            </p:cNvPr>
            <p:cNvGrpSpPr/>
            <p:nvPr/>
          </p:nvGrpSpPr>
          <p:grpSpPr>
            <a:xfrm>
              <a:off x="6861608" y="3207395"/>
              <a:ext cx="662814" cy="641082"/>
              <a:chOff x="1235749" y="1557688"/>
              <a:chExt cx="662814" cy="641082"/>
            </a:xfrm>
          </p:grpSpPr>
          <p:pic>
            <p:nvPicPr>
              <p:cNvPr id="46" name="图形 10">
                <a:extLst>
                  <a:ext uri="{FF2B5EF4-FFF2-40B4-BE49-F238E27FC236}">
                    <a16:creationId xmlns:a16="http://schemas.microsoft.com/office/drawing/2014/main" id="{8FA61B9C-16B8-4ED1-B105-294C3B7BB3F8}"/>
                  </a:ext>
                </a:extLst>
              </p:cNvPr>
              <p:cNvPicPr>
                <a:picLocks noChangeAspect="1"/>
              </p:cNvPicPr>
              <p:nvPr/>
            </p:nvPicPr>
            <p:blipFill>
              <a:blip r:embed="rId3">
                <a:extLst>
                  <a:ext uri="{28A0092B-C50C-407E-A947-70E740481C1C}">
                    <a14:useLocalDpi xmlns:a14="http://schemas.microsoft.com/office/drawing/2010/main" val="0"/>
                  </a:ext>
                  <a:ext uri="{96DAC541-7B7A-43D3-8B79-37D633B846F1}">
                    <asvg:svgBlip xmlns:asvg="http://schemas.microsoft.com/office/drawing/2016/SVG/main" r:embed="rId4"/>
                  </a:ext>
                </a:extLst>
              </a:blip>
              <a:stretch>
                <a:fillRect/>
              </a:stretch>
            </p:blipFill>
            <p:spPr>
              <a:xfrm>
                <a:off x="1235749" y="1557688"/>
                <a:ext cx="662814" cy="641082"/>
              </a:xfrm>
              <a:prstGeom prst="rect">
                <a:avLst/>
              </a:prstGeom>
            </p:spPr>
          </p:pic>
          <p:sp>
            <p:nvSpPr>
              <p:cNvPr id="47" name="文本框 46">
                <a:extLst>
                  <a:ext uri="{FF2B5EF4-FFF2-40B4-BE49-F238E27FC236}">
                    <a16:creationId xmlns:a16="http://schemas.microsoft.com/office/drawing/2014/main" id="{9F4A8B92-BC68-4823-B3FF-1EECF75B772F}"/>
                  </a:ext>
                </a:extLst>
              </p:cNvPr>
              <p:cNvSpPr txBox="1"/>
              <p:nvPr/>
            </p:nvSpPr>
            <p:spPr>
              <a:xfrm>
                <a:off x="1527006" y="1599907"/>
                <a:ext cx="316784" cy="369332"/>
              </a:xfrm>
              <a:prstGeom prst="rect">
                <a:avLst/>
              </a:prstGeom>
              <a:noFill/>
            </p:spPr>
            <p:txBody>
              <a:bodyPr wrap="square" rtlCol="0">
                <a:spAutoFit/>
              </a:bodyPr>
              <a:lstStyle/>
              <a:p>
                <a:pPr algn="ctr"/>
                <a:r>
                  <a:rPr lang="en-US" altLang="zh-CN" b="1" dirty="0">
                    <a:solidFill>
                      <a:schemeClr val="bg1"/>
                    </a:solidFill>
                    <a:latin typeface="+mn-ea"/>
                  </a:rPr>
                  <a:t>A</a:t>
                </a:r>
                <a:endParaRPr lang="zh-CN" altLang="en-US" b="1" dirty="0">
                  <a:solidFill>
                    <a:schemeClr val="bg1"/>
                  </a:solidFill>
                  <a:latin typeface="+mn-ea"/>
                </a:endParaRPr>
              </a:p>
            </p:txBody>
          </p:sp>
        </p:grpSp>
        <p:cxnSp>
          <p:nvCxnSpPr>
            <p:cNvPr id="48" name="直接连接符 47">
              <a:extLst>
                <a:ext uri="{FF2B5EF4-FFF2-40B4-BE49-F238E27FC236}">
                  <a16:creationId xmlns:a16="http://schemas.microsoft.com/office/drawing/2014/main" id="{11302207-57CF-4224-92E8-D1F84BEE71C5}"/>
                </a:ext>
              </a:extLst>
            </p:cNvPr>
            <p:cNvCxnSpPr>
              <a:cxnSpLocks/>
              <a:stCxn id="51" idx="2"/>
            </p:cNvCxnSpPr>
            <p:nvPr/>
          </p:nvCxnSpPr>
          <p:spPr>
            <a:xfrm flipV="1">
              <a:off x="8979775" y="2372627"/>
              <a:ext cx="23609" cy="3025302"/>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grpSp>
          <p:nvGrpSpPr>
            <p:cNvPr id="49" name="组合 48">
              <a:extLst>
                <a:ext uri="{FF2B5EF4-FFF2-40B4-BE49-F238E27FC236}">
                  <a16:creationId xmlns:a16="http://schemas.microsoft.com/office/drawing/2014/main" id="{BF2BE45A-31C7-4BEB-90CC-281327B31C56}"/>
                </a:ext>
              </a:extLst>
            </p:cNvPr>
            <p:cNvGrpSpPr/>
            <p:nvPr/>
          </p:nvGrpSpPr>
          <p:grpSpPr>
            <a:xfrm>
              <a:off x="8530126" y="4986378"/>
              <a:ext cx="662814" cy="641082"/>
              <a:chOff x="1235749" y="1557688"/>
              <a:chExt cx="662814" cy="641082"/>
            </a:xfrm>
          </p:grpSpPr>
          <p:pic>
            <p:nvPicPr>
              <p:cNvPr id="50" name="图形 10">
                <a:extLst>
                  <a:ext uri="{FF2B5EF4-FFF2-40B4-BE49-F238E27FC236}">
                    <a16:creationId xmlns:a16="http://schemas.microsoft.com/office/drawing/2014/main" id="{D8BB52B7-42CD-425A-8012-9894A8203C86}"/>
                  </a:ext>
                </a:extLst>
              </p:cNvPr>
              <p:cNvPicPr>
                <a:picLocks noChangeAspect="1"/>
              </p:cNvPicPr>
              <p:nvPr/>
            </p:nvPicPr>
            <p:blipFill>
              <a:blip r:embed="rId3">
                <a:extLst>
                  <a:ext uri="{28A0092B-C50C-407E-A947-70E740481C1C}">
                    <a14:useLocalDpi xmlns:a14="http://schemas.microsoft.com/office/drawing/2010/main" val="0"/>
                  </a:ext>
                  <a:ext uri="{96DAC541-7B7A-43D3-8B79-37D633B846F1}">
                    <asvg:svgBlip xmlns:asvg="http://schemas.microsoft.com/office/drawing/2016/SVG/main" r:embed="rId4"/>
                  </a:ext>
                </a:extLst>
              </a:blip>
              <a:stretch>
                <a:fillRect/>
              </a:stretch>
            </p:blipFill>
            <p:spPr>
              <a:xfrm>
                <a:off x="1235749" y="1557688"/>
                <a:ext cx="662814" cy="641082"/>
              </a:xfrm>
              <a:prstGeom prst="rect">
                <a:avLst/>
              </a:prstGeom>
            </p:spPr>
          </p:pic>
          <p:sp>
            <p:nvSpPr>
              <p:cNvPr id="51" name="文本框 50">
                <a:extLst>
                  <a:ext uri="{FF2B5EF4-FFF2-40B4-BE49-F238E27FC236}">
                    <a16:creationId xmlns:a16="http://schemas.microsoft.com/office/drawing/2014/main" id="{77CC7DCC-EC9A-4F4E-B7F7-2E9BA02EDA7C}"/>
                  </a:ext>
                </a:extLst>
              </p:cNvPr>
              <p:cNvSpPr txBox="1"/>
              <p:nvPr/>
            </p:nvSpPr>
            <p:spPr>
              <a:xfrm>
                <a:off x="1527006" y="1599907"/>
                <a:ext cx="316784" cy="369332"/>
              </a:xfrm>
              <a:prstGeom prst="rect">
                <a:avLst/>
              </a:prstGeom>
              <a:noFill/>
            </p:spPr>
            <p:txBody>
              <a:bodyPr wrap="square" rtlCol="0">
                <a:spAutoFit/>
              </a:bodyPr>
              <a:lstStyle/>
              <a:p>
                <a:pPr algn="ctr"/>
                <a:r>
                  <a:rPr lang="en-US" altLang="zh-CN" b="1" dirty="0">
                    <a:solidFill>
                      <a:schemeClr val="bg1"/>
                    </a:solidFill>
                    <a:latin typeface="+mn-ea"/>
                  </a:rPr>
                  <a:t>D</a:t>
                </a:r>
                <a:endParaRPr lang="zh-CN" altLang="en-US" b="1" dirty="0">
                  <a:solidFill>
                    <a:schemeClr val="bg1"/>
                  </a:solidFill>
                  <a:latin typeface="+mn-ea"/>
                </a:endParaRPr>
              </a:p>
            </p:txBody>
          </p:sp>
        </p:grpSp>
        <p:grpSp>
          <p:nvGrpSpPr>
            <p:cNvPr id="56" name="组合 55">
              <a:extLst>
                <a:ext uri="{FF2B5EF4-FFF2-40B4-BE49-F238E27FC236}">
                  <a16:creationId xmlns:a16="http://schemas.microsoft.com/office/drawing/2014/main" id="{0942FD9D-2108-4B0E-8619-649E4188B714}"/>
                </a:ext>
              </a:extLst>
            </p:cNvPr>
            <p:cNvGrpSpPr/>
            <p:nvPr/>
          </p:nvGrpSpPr>
          <p:grpSpPr>
            <a:xfrm>
              <a:off x="8668550" y="1817184"/>
              <a:ext cx="662814" cy="641082"/>
              <a:chOff x="1235749" y="1557688"/>
              <a:chExt cx="662814" cy="641082"/>
            </a:xfrm>
          </p:grpSpPr>
          <p:pic>
            <p:nvPicPr>
              <p:cNvPr id="57" name="图形 10">
                <a:extLst>
                  <a:ext uri="{FF2B5EF4-FFF2-40B4-BE49-F238E27FC236}">
                    <a16:creationId xmlns:a16="http://schemas.microsoft.com/office/drawing/2014/main" id="{239FE925-5B69-44FE-A994-EFD2ED2716A3}"/>
                  </a:ext>
                </a:extLst>
              </p:cNvPr>
              <p:cNvPicPr>
                <a:picLocks noChangeAspect="1"/>
              </p:cNvPicPr>
              <p:nvPr/>
            </p:nvPicPr>
            <p:blipFill>
              <a:blip r:embed="rId3">
                <a:extLst>
                  <a:ext uri="{28A0092B-C50C-407E-A947-70E740481C1C}">
                    <a14:useLocalDpi xmlns:a14="http://schemas.microsoft.com/office/drawing/2010/main" val="0"/>
                  </a:ext>
                  <a:ext uri="{96DAC541-7B7A-43D3-8B79-37D633B846F1}">
                    <asvg:svgBlip xmlns:asvg="http://schemas.microsoft.com/office/drawing/2016/SVG/main" r:embed="rId4"/>
                  </a:ext>
                </a:extLst>
              </a:blip>
              <a:stretch>
                <a:fillRect/>
              </a:stretch>
            </p:blipFill>
            <p:spPr>
              <a:xfrm>
                <a:off x="1235749" y="1557688"/>
                <a:ext cx="662814" cy="641082"/>
              </a:xfrm>
              <a:prstGeom prst="rect">
                <a:avLst/>
              </a:prstGeom>
            </p:spPr>
          </p:pic>
          <p:sp>
            <p:nvSpPr>
              <p:cNvPr id="58" name="文本框 57">
                <a:extLst>
                  <a:ext uri="{FF2B5EF4-FFF2-40B4-BE49-F238E27FC236}">
                    <a16:creationId xmlns:a16="http://schemas.microsoft.com/office/drawing/2014/main" id="{913E0766-C1BB-4CA8-9256-03A79C8A3DE8}"/>
                  </a:ext>
                </a:extLst>
              </p:cNvPr>
              <p:cNvSpPr txBox="1"/>
              <p:nvPr/>
            </p:nvSpPr>
            <p:spPr>
              <a:xfrm>
                <a:off x="1527006" y="1599907"/>
                <a:ext cx="316784" cy="369332"/>
              </a:xfrm>
              <a:prstGeom prst="rect">
                <a:avLst/>
              </a:prstGeom>
              <a:noFill/>
            </p:spPr>
            <p:txBody>
              <a:bodyPr wrap="square" rtlCol="0">
                <a:spAutoFit/>
              </a:bodyPr>
              <a:lstStyle/>
              <a:p>
                <a:pPr algn="ctr"/>
                <a:r>
                  <a:rPr lang="en-US" altLang="zh-CN" b="1" dirty="0">
                    <a:solidFill>
                      <a:schemeClr val="bg1"/>
                    </a:solidFill>
                    <a:latin typeface="+mn-ea"/>
                  </a:rPr>
                  <a:t>B</a:t>
                </a:r>
                <a:endParaRPr lang="zh-CN" altLang="en-US" b="1" dirty="0">
                  <a:solidFill>
                    <a:schemeClr val="bg1"/>
                  </a:solidFill>
                  <a:latin typeface="+mn-ea"/>
                </a:endParaRPr>
              </a:p>
            </p:txBody>
          </p:sp>
        </p:grpSp>
        <p:grpSp>
          <p:nvGrpSpPr>
            <p:cNvPr id="59" name="组合 58">
              <a:extLst>
                <a:ext uri="{FF2B5EF4-FFF2-40B4-BE49-F238E27FC236}">
                  <a16:creationId xmlns:a16="http://schemas.microsoft.com/office/drawing/2014/main" id="{2852E6D1-309D-4FEC-918D-983E4E2EEA56}"/>
                </a:ext>
              </a:extLst>
            </p:cNvPr>
            <p:cNvGrpSpPr/>
            <p:nvPr/>
          </p:nvGrpSpPr>
          <p:grpSpPr>
            <a:xfrm>
              <a:off x="10430865" y="3207395"/>
              <a:ext cx="662814" cy="641082"/>
              <a:chOff x="1235749" y="1557688"/>
              <a:chExt cx="662814" cy="641082"/>
            </a:xfrm>
          </p:grpSpPr>
          <p:pic>
            <p:nvPicPr>
              <p:cNvPr id="60" name="图形 10">
                <a:extLst>
                  <a:ext uri="{FF2B5EF4-FFF2-40B4-BE49-F238E27FC236}">
                    <a16:creationId xmlns:a16="http://schemas.microsoft.com/office/drawing/2014/main" id="{A1A931C8-49BA-421A-94DE-8033FE334B9B}"/>
                  </a:ext>
                </a:extLst>
              </p:cNvPr>
              <p:cNvPicPr>
                <a:picLocks noChangeAspect="1"/>
              </p:cNvPicPr>
              <p:nvPr/>
            </p:nvPicPr>
            <p:blipFill>
              <a:blip r:embed="rId3">
                <a:extLst>
                  <a:ext uri="{28A0092B-C50C-407E-A947-70E740481C1C}">
                    <a14:useLocalDpi xmlns:a14="http://schemas.microsoft.com/office/drawing/2010/main" val="0"/>
                  </a:ext>
                  <a:ext uri="{96DAC541-7B7A-43D3-8B79-37D633B846F1}">
                    <asvg:svgBlip xmlns:asvg="http://schemas.microsoft.com/office/drawing/2016/SVG/main" r:embed="rId4"/>
                  </a:ext>
                </a:extLst>
              </a:blip>
              <a:stretch>
                <a:fillRect/>
              </a:stretch>
            </p:blipFill>
            <p:spPr>
              <a:xfrm>
                <a:off x="1235749" y="1557688"/>
                <a:ext cx="662814" cy="641082"/>
              </a:xfrm>
              <a:prstGeom prst="rect">
                <a:avLst/>
              </a:prstGeom>
            </p:spPr>
          </p:pic>
          <p:sp>
            <p:nvSpPr>
              <p:cNvPr id="61" name="文本框 60">
                <a:extLst>
                  <a:ext uri="{FF2B5EF4-FFF2-40B4-BE49-F238E27FC236}">
                    <a16:creationId xmlns:a16="http://schemas.microsoft.com/office/drawing/2014/main" id="{4E9A45A7-8A2B-42B9-AF8A-48DBFC7D49C5}"/>
                  </a:ext>
                </a:extLst>
              </p:cNvPr>
              <p:cNvSpPr txBox="1"/>
              <p:nvPr/>
            </p:nvSpPr>
            <p:spPr>
              <a:xfrm>
                <a:off x="1527006" y="1606485"/>
                <a:ext cx="316784" cy="369332"/>
              </a:xfrm>
              <a:prstGeom prst="rect">
                <a:avLst/>
              </a:prstGeom>
              <a:noFill/>
            </p:spPr>
            <p:txBody>
              <a:bodyPr wrap="square" rtlCol="0">
                <a:spAutoFit/>
              </a:bodyPr>
              <a:lstStyle/>
              <a:p>
                <a:pPr algn="ctr"/>
                <a:r>
                  <a:rPr lang="en-US" altLang="zh-CN" b="1" dirty="0">
                    <a:solidFill>
                      <a:schemeClr val="bg1"/>
                    </a:solidFill>
                    <a:latin typeface="+mn-ea"/>
                  </a:rPr>
                  <a:t>C</a:t>
                </a:r>
                <a:endParaRPr lang="zh-CN" altLang="en-US" b="1" dirty="0">
                  <a:solidFill>
                    <a:schemeClr val="bg1"/>
                  </a:solidFill>
                  <a:latin typeface="+mn-ea"/>
                </a:endParaRPr>
              </a:p>
            </p:txBody>
          </p:sp>
        </p:grpSp>
        <p:pic>
          <p:nvPicPr>
            <p:cNvPr id="69" name="图片 68" descr="图标&#10;&#10;描述已自动生成">
              <a:extLst>
                <a:ext uri="{FF2B5EF4-FFF2-40B4-BE49-F238E27FC236}">
                  <a16:creationId xmlns:a16="http://schemas.microsoft.com/office/drawing/2014/main" id="{56B846AC-1958-4647-804E-6E3006D74520}"/>
                </a:ext>
              </a:extLst>
            </p:cNvPr>
            <p:cNvPicPr>
              <a:picLocks noChangeAspect="1"/>
            </p:cNvPicPr>
            <p:nvPr/>
          </p:nvPicPr>
          <p:blipFill>
            <a:blip r:embed="rId6">
              <a:extLst>
                <a:ext uri="{28A0092B-C50C-407E-A947-70E740481C1C}">
                  <a14:useLocalDpi xmlns:a14="http://schemas.microsoft.com/office/drawing/2010/main" val="0"/>
                </a:ext>
              </a:extLst>
            </a:blip>
            <a:stretch>
              <a:fillRect/>
            </a:stretch>
          </p:blipFill>
          <p:spPr>
            <a:xfrm>
              <a:off x="8763638" y="3386593"/>
              <a:ext cx="497392" cy="641082"/>
            </a:xfrm>
            <a:prstGeom prst="rect">
              <a:avLst/>
            </a:prstGeom>
          </p:spPr>
        </p:pic>
        <p:sp>
          <p:nvSpPr>
            <p:cNvPr id="71" name="文本框 70">
              <a:extLst>
                <a:ext uri="{FF2B5EF4-FFF2-40B4-BE49-F238E27FC236}">
                  <a16:creationId xmlns:a16="http://schemas.microsoft.com/office/drawing/2014/main" id="{EBA9184B-FAF2-4733-A498-9B71F3E74CC7}"/>
                </a:ext>
              </a:extLst>
            </p:cNvPr>
            <p:cNvSpPr txBox="1"/>
            <p:nvPr/>
          </p:nvSpPr>
          <p:spPr>
            <a:xfrm>
              <a:off x="7966387" y="5999602"/>
              <a:ext cx="1986839" cy="369332"/>
            </a:xfrm>
            <a:prstGeom prst="rect">
              <a:avLst/>
            </a:prstGeom>
            <a:noFill/>
          </p:spPr>
          <p:txBody>
            <a:bodyPr wrap="square" rtlCol="0">
              <a:spAutoFit/>
            </a:bodyPr>
            <a:lstStyle/>
            <a:p>
              <a:pPr algn="ctr"/>
              <a:r>
                <a:rPr lang="zh-CN" altLang="en-US" b="1" dirty="0">
                  <a:latin typeface="+mn-ea"/>
                </a:rPr>
                <a:t>交换式以太网</a:t>
              </a:r>
            </a:p>
          </p:txBody>
        </p:sp>
      </p:grpSp>
      <p:sp>
        <p:nvSpPr>
          <p:cNvPr id="72" name="文本框 71">
            <a:extLst>
              <a:ext uri="{FF2B5EF4-FFF2-40B4-BE49-F238E27FC236}">
                <a16:creationId xmlns:a16="http://schemas.microsoft.com/office/drawing/2014/main" id="{694982CA-BBE3-4971-A06F-36B59AA7466A}"/>
              </a:ext>
            </a:extLst>
          </p:cNvPr>
          <p:cNvSpPr txBox="1"/>
          <p:nvPr/>
        </p:nvSpPr>
        <p:spPr>
          <a:xfrm>
            <a:off x="5130878" y="736280"/>
            <a:ext cx="2922270" cy="400110"/>
          </a:xfrm>
          <a:prstGeom prst="rect">
            <a:avLst/>
          </a:prstGeom>
          <a:noFill/>
        </p:spPr>
        <p:txBody>
          <a:bodyPr wrap="square" rtlCol="0">
            <a:spAutoFit/>
          </a:bodyPr>
          <a:lstStyle/>
          <a:p>
            <a:r>
              <a:rPr lang="en-US" altLang="zh-CN" sz="2000" b="1" dirty="0">
                <a:solidFill>
                  <a:schemeClr val="tx1"/>
                </a:solidFill>
                <a:latin typeface="Arial Narrow" panose="020B0606020202030204" pitchFamily="34" charset="0"/>
              </a:rPr>
              <a:t>(</a:t>
            </a:r>
            <a:r>
              <a:rPr lang="zh-CN" altLang="en-US" sz="2000" b="1" dirty="0">
                <a:solidFill>
                  <a:schemeClr val="tx1"/>
                </a:solidFill>
                <a:latin typeface="Arial Narrow" panose="020B0606020202030204" pitchFamily="34" charset="0"/>
              </a:rPr>
              <a:t>集线器与交换机的对比</a:t>
            </a:r>
            <a:r>
              <a:rPr lang="en-US" altLang="zh-CN" sz="2000" b="1" dirty="0">
                <a:solidFill>
                  <a:schemeClr val="tx1"/>
                </a:solidFill>
                <a:latin typeface="Arial Narrow" panose="020B0606020202030204" pitchFamily="34" charset="0"/>
              </a:rPr>
              <a:t>)</a:t>
            </a:r>
          </a:p>
        </p:txBody>
      </p:sp>
      <p:sp>
        <p:nvSpPr>
          <p:cNvPr id="8" name="矩形 7">
            <a:extLst>
              <a:ext uri="{FF2B5EF4-FFF2-40B4-BE49-F238E27FC236}">
                <a16:creationId xmlns:a16="http://schemas.microsoft.com/office/drawing/2014/main" id="{27E624FC-743D-4AEE-8686-185520767380}"/>
              </a:ext>
            </a:extLst>
          </p:cNvPr>
          <p:cNvSpPr/>
          <p:nvPr/>
        </p:nvSpPr>
        <p:spPr>
          <a:xfrm>
            <a:off x="8256188" y="1013854"/>
            <a:ext cx="3623543" cy="671205"/>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r>
              <a:rPr lang="zh-CN" altLang="en-US" b="1" dirty="0"/>
              <a:t>假设交换机的转发表已经学习到了所有主机与自己各接口的对应关系</a:t>
            </a:r>
          </a:p>
        </p:txBody>
      </p:sp>
    </p:spTree>
    <p:custDataLst>
      <p:tags r:id="rId1"/>
    </p:custDataLst>
    <p:extLst>
      <p:ext uri="{BB962C8B-B14F-4D97-AF65-F5344CB8AC3E}">
        <p14:creationId xmlns:p14="http://schemas.microsoft.com/office/powerpoint/2010/main" val="3091166886"/>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2" presetClass="entr" presetSubtype="1" fill="hold" nodeType="withEffect">
                                  <p:stCondLst>
                                    <p:cond delay="0"/>
                                  </p:stCondLst>
                                  <p:childTnLst>
                                    <p:set>
                                      <p:cBhvr>
                                        <p:cTn id="6" dur="1" fill="hold">
                                          <p:stCondLst>
                                            <p:cond delay="0"/>
                                          </p:stCondLst>
                                        </p:cTn>
                                        <p:tgtEl>
                                          <p:spTgt spid="4"/>
                                        </p:tgtEl>
                                        <p:attrNameLst>
                                          <p:attrName>style.visibility</p:attrName>
                                        </p:attrNameLst>
                                      </p:cBhvr>
                                      <p:to>
                                        <p:strVal val="visible"/>
                                      </p:to>
                                    </p:set>
                                    <p:anim calcmode="lin" valueType="num">
                                      <p:cBhvr additive="base">
                                        <p:cTn id="7" dur="1000"/>
                                        <p:tgtEl>
                                          <p:spTgt spid="4"/>
                                        </p:tgtEl>
                                        <p:attrNameLst>
                                          <p:attrName>ppt_y</p:attrName>
                                        </p:attrNameLst>
                                      </p:cBhvr>
                                      <p:tavLst>
                                        <p:tav tm="0">
                                          <p:val>
                                            <p:strVal val="#ppt_y-#ppt_h*1.125000"/>
                                          </p:val>
                                        </p:tav>
                                        <p:tav tm="100000">
                                          <p:val>
                                            <p:strVal val="#ppt_y"/>
                                          </p:val>
                                        </p:tav>
                                      </p:tavLst>
                                    </p:anim>
                                    <p:animEffect transition="in" filter="wipe(down)">
                                      <p:cBhvr>
                                        <p:cTn id="8" dur="1000"/>
                                        <p:tgtEl>
                                          <p:spTgt spid="4"/>
                                        </p:tgtEl>
                                      </p:cBhvr>
                                    </p:animEffect>
                                  </p:childTnLst>
                                </p:cTn>
                              </p:par>
                            </p:childTnLst>
                          </p:cTn>
                        </p:par>
                      </p:childTnLst>
                    </p:cTn>
                  </p:par>
                  <p:par>
                    <p:cTn id="9" fill="hold">
                      <p:stCondLst>
                        <p:cond delay="indefinite"/>
                      </p:stCondLst>
                      <p:childTnLst>
                        <p:par>
                          <p:cTn id="10" fill="hold">
                            <p:stCondLst>
                              <p:cond delay="0"/>
                            </p:stCondLst>
                            <p:childTnLst>
                              <p:par>
                                <p:cTn id="11" presetID="12" presetClass="entr" presetSubtype="8" fill="hold" grpId="0" nodeType="clickEffect">
                                  <p:stCondLst>
                                    <p:cond delay="0"/>
                                  </p:stCondLst>
                                  <p:childTnLst>
                                    <p:set>
                                      <p:cBhvr>
                                        <p:cTn id="12" dur="1" fill="hold">
                                          <p:stCondLst>
                                            <p:cond delay="0"/>
                                          </p:stCondLst>
                                        </p:cTn>
                                        <p:tgtEl>
                                          <p:spTgt spid="72"/>
                                        </p:tgtEl>
                                        <p:attrNameLst>
                                          <p:attrName>style.visibility</p:attrName>
                                        </p:attrNameLst>
                                      </p:cBhvr>
                                      <p:to>
                                        <p:strVal val="visible"/>
                                      </p:to>
                                    </p:set>
                                    <p:anim calcmode="lin" valueType="num">
                                      <p:cBhvr additive="base">
                                        <p:cTn id="13" dur="500"/>
                                        <p:tgtEl>
                                          <p:spTgt spid="72"/>
                                        </p:tgtEl>
                                        <p:attrNameLst>
                                          <p:attrName>ppt_x</p:attrName>
                                        </p:attrNameLst>
                                      </p:cBhvr>
                                      <p:tavLst>
                                        <p:tav tm="0">
                                          <p:val>
                                            <p:strVal val="#ppt_x-#ppt_w*1.125000"/>
                                          </p:val>
                                        </p:tav>
                                        <p:tav tm="100000">
                                          <p:val>
                                            <p:strVal val="#ppt_x"/>
                                          </p:val>
                                        </p:tav>
                                      </p:tavLst>
                                    </p:anim>
                                    <p:animEffect transition="in" filter="wipe(right)">
                                      <p:cBhvr>
                                        <p:cTn id="14" dur="500"/>
                                        <p:tgtEl>
                                          <p:spTgt spid="72"/>
                                        </p:tgtEl>
                                      </p:cBhvr>
                                    </p:animEffect>
                                  </p:childTnLst>
                                </p:cTn>
                              </p:par>
                            </p:childTnLst>
                          </p:cTn>
                        </p:par>
                      </p:childTnLst>
                    </p:cTn>
                  </p:par>
                  <p:par>
                    <p:cTn id="15" fill="hold">
                      <p:stCondLst>
                        <p:cond delay="indefinite"/>
                      </p:stCondLst>
                      <p:childTnLst>
                        <p:par>
                          <p:cTn id="16" fill="hold">
                            <p:stCondLst>
                              <p:cond delay="0"/>
                            </p:stCondLst>
                            <p:childTnLst>
                              <p:par>
                                <p:cTn id="17" presetID="30" presetClass="entr" presetSubtype="0" fill="hold" nodeType="clickEffect">
                                  <p:stCondLst>
                                    <p:cond delay="0"/>
                                  </p:stCondLst>
                                  <p:childTnLst>
                                    <p:set>
                                      <p:cBhvr>
                                        <p:cTn id="18" dur="1" fill="hold">
                                          <p:stCondLst>
                                            <p:cond delay="0"/>
                                          </p:stCondLst>
                                        </p:cTn>
                                        <p:tgtEl>
                                          <p:spTgt spid="6"/>
                                        </p:tgtEl>
                                        <p:attrNameLst>
                                          <p:attrName>style.visibility</p:attrName>
                                        </p:attrNameLst>
                                      </p:cBhvr>
                                      <p:to>
                                        <p:strVal val="visible"/>
                                      </p:to>
                                    </p:set>
                                    <p:animEffect transition="in" filter="fade">
                                      <p:cBhvr>
                                        <p:cTn id="19" dur="800" decel="100000"/>
                                        <p:tgtEl>
                                          <p:spTgt spid="6"/>
                                        </p:tgtEl>
                                      </p:cBhvr>
                                    </p:animEffect>
                                    <p:anim calcmode="lin" valueType="num">
                                      <p:cBhvr>
                                        <p:cTn id="20" dur="800" decel="100000" fill="hold"/>
                                        <p:tgtEl>
                                          <p:spTgt spid="6"/>
                                        </p:tgtEl>
                                        <p:attrNameLst>
                                          <p:attrName>style.rotation</p:attrName>
                                        </p:attrNameLst>
                                      </p:cBhvr>
                                      <p:tavLst>
                                        <p:tav tm="0">
                                          <p:val>
                                            <p:fltVal val="-90"/>
                                          </p:val>
                                        </p:tav>
                                        <p:tav tm="100000">
                                          <p:val>
                                            <p:fltVal val="0"/>
                                          </p:val>
                                        </p:tav>
                                      </p:tavLst>
                                    </p:anim>
                                    <p:anim calcmode="lin" valueType="num">
                                      <p:cBhvr>
                                        <p:cTn id="21" dur="800" decel="100000" fill="hold"/>
                                        <p:tgtEl>
                                          <p:spTgt spid="6"/>
                                        </p:tgtEl>
                                        <p:attrNameLst>
                                          <p:attrName>ppt_x</p:attrName>
                                        </p:attrNameLst>
                                      </p:cBhvr>
                                      <p:tavLst>
                                        <p:tav tm="0">
                                          <p:val>
                                            <p:strVal val="#ppt_x+0.4"/>
                                          </p:val>
                                        </p:tav>
                                        <p:tav tm="100000">
                                          <p:val>
                                            <p:strVal val="#ppt_x-0.05"/>
                                          </p:val>
                                        </p:tav>
                                      </p:tavLst>
                                    </p:anim>
                                    <p:anim calcmode="lin" valueType="num">
                                      <p:cBhvr>
                                        <p:cTn id="22" dur="800" decel="100000" fill="hold"/>
                                        <p:tgtEl>
                                          <p:spTgt spid="6"/>
                                        </p:tgtEl>
                                        <p:attrNameLst>
                                          <p:attrName>ppt_y</p:attrName>
                                        </p:attrNameLst>
                                      </p:cBhvr>
                                      <p:tavLst>
                                        <p:tav tm="0">
                                          <p:val>
                                            <p:strVal val="#ppt_y-0.4"/>
                                          </p:val>
                                        </p:tav>
                                        <p:tav tm="100000">
                                          <p:val>
                                            <p:strVal val="#ppt_y+0.1"/>
                                          </p:val>
                                        </p:tav>
                                      </p:tavLst>
                                    </p:anim>
                                    <p:anim calcmode="lin" valueType="num">
                                      <p:cBhvr>
                                        <p:cTn id="23" dur="200" accel="100000" fill="hold">
                                          <p:stCondLst>
                                            <p:cond delay="800"/>
                                          </p:stCondLst>
                                        </p:cTn>
                                        <p:tgtEl>
                                          <p:spTgt spid="6"/>
                                        </p:tgtEl>
                                        <p:attrNameLst>
                                          <p:attrName>ppt_x</p:attrName>
                                        </p:attrNameLst>
                                      </p:cBhvr>
                                      <p:tavLst>
                                        <p:tav tm="0">
                                          <p:val>
                                            <p:strVal val="#ppt_x-0.05"/>
                                          </p:val>
                                        </p:tav>
                                        <p:tav tm="100000">
                                          <p:val>
                                            <p:strVal val="#ppt_x"/>
                                          </p:val>
                                        </p:tav>
                                      </p:tavLst>
                                    </p:anim>
                                    <p:anim calcmode="lin" valueType="num">
                                      <p:cBhvr>
                                        <p:cTn id="24" dur="200" accel="100000" fill="hold">
                                          <p:stCondLst>
                                            <p:cond delay="800"/>
                                          </p:stCondLst>
                                        </p:cTn>
                                        <p:tgtEl>
                                          <p:spTgt spid="6"/>
                                        </p:tgtEl>
                                        <p:attrNameLst>
                                          <p:attrName>ppt_y</p:attrName>
                                        </p:attrNameLst>
                                      </p:cBhvr>
                                      <p:tavLst>
                                        <p:tav tm="0">
                                          <p:val>
                                            <p:strVal val="#ppt_y+0.1"/>
                                          </p:val>
                                        </p:tav>
                                        <p:tav tm="100000">
                                          <p:val>
                                            <p:strVal val="#ppt_y"/>
                                          </p:val>
                                        </p:tav>
                                      </p:tavLst>
                                    </p:anim>
                                  </p:childTnLst>
                                </p:cTn>
                              </p:par>
                            </p:childTnLst>
                          </p:cTn>
                        </p:par>
                      </p:childTnLst>
                    </p:cTn>
                  </p:par>
                  <p:par>
                    <p:cTn id="25" fill="hold">
                      <p:stCondLst>
                        <p:cond delay="indefinite"/>
                      </p:stCondLst>
                      <p:childTnLst>
                        <p:par>
                          <p:cTn id="26" fill="hold">
                            <p:stCondLst>
                              <p:cond delay="0"/>
                            </p:stCondLst>
                            <p:childTnLst>
                              <p:par>
                                <p:cTn id="27" presetID="30" presetClass="entr" presetSubtype="0" fill="hold" nodeType="clickEffect">
                                  <p:stCondLst>
                                    <p:cond delay="0"/>
                                  </p:stCondLst>
                                  <p:childTnLst>
                                    <p:set>
                                      <p:cBhvr>
                                        <p:cTn id="28" dur="1" fill="hold">
                                          <p:stCondLst>
                                            <p:cond delay="0"/>
                                          </p:stCondLst>
                                        </p:cTn>
                                        <p:tgtEl>
                                          <p:spTgt spid="7"/>
                                        </p:tgtEl>
                                        <p:attrNameLst>
                                          <p:attrName>style.visibility</p:attrName>
                                        </p:attrNameLst>
                                      </p:cBhvr>
                                      <p:to>
                                        <p:strVal val="visible"/>
                                      </p:to>
                                    </p:set>
                                    <p:animEffect transition="in" filter="fade">
                                      <p:cBhvr>
                                        <p:cTn id="29" dur="800" decel="100000"/>
                                        <p:tgtEl>
                                          <p:spTgt spid="7"/>
                                        </p:tgtEl>
                                      </p:cBhvr>
                                    </p:animEffect>
                                    <p:anim calcmode="lin" valueType="num">
                                      <p:cBhvr>
                                        <p:cTn id="30" dur="800" decel="100000" fill="hold"/>
                                        <p:tgtEl>
                                          <p:spTgt spid="7"/>
                                        </p:tgtEl>
                                        <p:attrNameLst>
                                          <p:attrName>style.rotation</p:attrName>
                                        </p:attrNameLst>
                                      </p:cBhvr>
                                      <p:tavLst>
                                        <p:tav tm="0">
                                          <p:val>
                                            <p:fltVal val="-90"/>
                                          </p:val>
                                        </p:tav>
                                        <p:tav tm="100000">
                                          <p:val>
                                            <p:fltVal val="0"/>
                                          </p:val>
                                        </p:tav>
                                      </p:tavLst>
                                    </p:anim>
                                    <p:anim calcmode="lin" valueType="num">
                                      <p:cBhvr>
                                        <p:cTn id="31" dur="800" decel="100000" fill="hold"/>
                                        <p:tgtEl>
                                          <p:spTgt spid="7"/>
                                        </p:tgtEl>
                                        <p:attrNameLst>
                                          <p:attrName>ppt_x</p:attrName>
                                        </p:attrNameLst>
                                      </p:cBhvr>
                                      <p:tavLst>
                                        <p:tav tm="0">
                                          <p:val>
                                            <p:strVal val="#ppt_x+0.4"/>
                                          </p:val>
                                        </p:tav>
                                        <p:tav tm="100000">
                                          <p:val>
                                            <p:strVal val="#ppt_x-0.05"/>
                                          </p:val>
                                        </p:tav>
                                      </p:tavLst>
                                    </p:anim>
                                    <p:anim calcmode="lin" valueType="num">
                                      <p:cBhvr>
                                        <p:cTn id="32" dur="800" decel="100000" fill="hold"/>
                                        <p:tgtEl>
                                          <p:spTgt spid="7"/>
                                        </p:tgtEl>
                                        <p:attrNameLst>
                                          <p:attrName>ppt_y</p:attrName>
                                        </p:attrNameLst>
                                      </p:cBhvr>
                                      <p:tavLst>
                                        <p:tav tm="0">
                                          <p:val>
                                            <p:strVal val="#ppt_y-0.4"/>
                                          </p:val>
                                        </p:tav>
                                        <p:tav tm="100000">
                                          <p:val>
                                            <p:strVal val="#ppt_y+0.1"/>
                                          </p:val>
                                        </p:tav>
                                      </p:tavLst>
                                    </p:anim>
                                    <p:anim calcmode="lin" valueType="num">
                                      <p:cBhvr>
                                        <p:cTn id="33" dur="200" accel="100000" fill="hold">
                                          <p:stCondLst>
                                            <p:cond delay="800"/>
                                          </p:stCondLst>
                                        </p:cTn>
                                        <p:tgtEl>
                                          <p:spTgt spid="7"/>
                                        </p:tgtEl>
                                        <p:attrNameLst>
                                          <p:attrName>ppt_x</p:attrName>
                                        </p:attrNameLst>
                                      </p:cBhvr>
                                      <p:tavLst>
                                        <p:tav tm="0">
                                          <p:val>
                                            <p:strVal val="#ppt_x-0.05"/>
                                          </p:val>
                                        </p:tav>
                                        <p:tav tm="100000">
                                          <p:val>
                                            <p:strVal val="#ppt_x"/>
                                          </p:val>
                                        </p:tav>
                                      </p:tavLst>
                                    </p:anim>
                                    <p:anim calcmode="lin" valueType="num">
                                      <p:cBhvr>
                                        <p:cTn id="34" dur="200" accel="100000" fill="hold">
                                          <p:stCondLst>
                                            <p:cond delay="800"/>
                                          </p:stCondLst>
                                        </p:cTn>
                                        <p:tgtEl>
                                          <p:spTgt spid="7"/>
                                        </p:tgtEl>
                                        <p:attrNameLst>
                                          <p:attrName>ppt_y</p:attrName>
                                        </p:attrNameLst>
                                      </p:cBhvr>
                                      <p:tavLst>
                                        <p:tav tm="0">
                                          <p:val>
                                            <p:strVal val="#ppt_y+0.1"/>
                                          </p:val>
                                        </p:tav>
                                        <p:tav tm="100000">
                                          <p:val>
                                            <p:strVal val="#ppt_y"/>
                                          </p:val>
                                        </p:tav>
                                      </p:tavLst>
                                    </p:anim>
                                  </p:childTnLst>
                                </p:cTn>
                              </p:par>
                            </p:childTnLst>
                          </p:cTn>
                        </p:par>
                      </p:childTnLst>
                    </p:cTn>
                  </p:par>
                  <p:par>
                    <p:cTn id="35" fill="hold">
                      <p:stCondLst>
                        <p:cond delay="indefinite"/>
                      </p:stCondLst>
                      <p:childTnLst>
                        <p:par>
                          <p:cTn id="36" fill="hold">
                            <p:stCondLst>
                              <p:cond delay="0"/>
                            </p:stCondLst>
                            <p:childTnLst>
                              <p:par>
                                <p:cTn id="37" presetID="42" presetClass="entr" presetSubtype="0" fill="hold" grpId="0" nodeType="clickEffect">
                                  <p:stCondLst>
                                    <p:cond delay="0"/>
                                  </p:stCondLst>
                                  <p:childTnLst>
                                    <p:set>
                                      <p:cBhvr>
                                        <p:cTn id="38" dur="1" fill="hold">
                                          <p:stCondLst>
                                            <p:cond delay="0"/>
                                          </p:stCondLst>
                                        </p:cTn>
                                        <p:tgtEl>
                                          <p:spTgt spid="8"/>
                                        </p:tgtEl>
                                        <p:attrNameLst>
                                          <p:attrName>style.visibility</p:attrName>
                                        </p:attrNameLst>
                                      </p:cBhvr>
                                      <p:to>
                                        <p:strVal val="visible"/>
                                      </p:to>
                                    </p:set>
                                    <p:animEffect transition="in" filter="fade">
                                      <p:cBhvr>
                                        <p:cTn id="39" dur="1000"/>
                                        <p:tgtEl>
                                          <p:spTgt spid="8"/>
                                        </p:tgtEl>
                                      </p:cBhvr>
                                    </p:animEffect>
                                    <p:anim calcmode="lin" valueType="num">
                                      <p:cBhvr>
                                        <p:cTn id="40" dur="1000" fill="hold"/>
                                        <p:tgtEl>
                                          <p:spTgt spid="8"/>
                                        </p:tgtEl>
                                        <p:attrNameLst>
                                          <p:attrName>ppt_x</p:attrName>
                                        </p:attrNameLst>
                                      </p:cBhvr>
                                      <p:tavLst>
                                        <p:tav tm="0">
                                          <p:val>
                                            <p:strVal val="#ppt_x"/>
                                          </p:val>
                                        </p:tav>
                                        <p:tav tm="100000">
                                          <p:val>
                                            <p:strVal val="#ppt_x"/>
                                          </p:val>
                                        </p:tav>
                                      </p:tavLst>
                                    </p:anim>
                                    <p:anim calcmode="lin" valueType="num">
                                      <p:cBhvr>
                                        <p:cTn id="41" dur="1000" fill="hold"/>
                                        <p:tgtEl>
                                          <p:spTgt spid="8"/>
                                        </p:tgtEl>
                                        <p:attrNameLst>
                                          <p:attrName>ppt_y</p:attrName>
                                        </p:attrNameLst>
                                      </p:cBhvr>
                                      <p:tavLst>
                                        <p:tav tm="0">
                                          <p:val>
                                            <p:strVal val="#ppt_y+.1"/>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72" grpId="0"/>
      <p:bldP spid="8" grpId="0" animBg="1"/>
    </p:bldLst>
  </p:timing>
</p:sld>
</file>

<file path=ppt/slides/slide43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52" name="组合 51">
            <a:extLst>
              <a:ext uri="{FF2B5EF4-FFF2-40B4-BE49-F238E27FC236}">
                <a16:creationId xmlns:a16="http://schemas.microsoft.com/office/drawing/2014/main" id="{BB22ECC0-A236-4F98-A792-ADEF52D3A965}"/>
              </a:ext>
            </a:extLst>
          </p:cNvPr>
          <p:cNvGrpSpPr/>
          <p:nvPr/>
        </p:nvGrpSpPr>
        <p:grpSpPr>
          <a:xfrm>
            <a:off x="1933178" y="3326971"/>
            <a:ext cx="907999" cy="369332"/>
            <a:chOff x="7342643" y="3935811"/>
            <a:chExt cx="907999" cy="369332"/>
          </a:xfrm>
        </p:grpSpPr>
        <p:sp>
          <p:nvSpPr>
            <p:cNvPr id="53" name="标注: 右箭头 52">
              <a:extLst>
                <a:ext uri="{FF2B5EF4-FFF2-40B4-BE49-F238E27FC236}">
                  <a16:creationId xmlns:a16="http://schemas.microsoft.com/office/drawing/2014/main" id="{CD753C87-9C4D-45A2-9958-58137EDD97BD}"/>
                </a:ext>
              </a:extLst>
            </p:cNvPr>
            <p:cNvSpPr/>
            <p:nvPr/>
          </p:nvSpPr>
          <p:spPr>
            <a:xfrm>
              <a:off x="7396201" y="3974323"/>
              <a:ext cx="854441" cy="292308"/>
            </a:xfrm>
            <a:prstGeom prst="rightArrowCallout">
              <a:avLst>
                <a:gd name="adj1" fmla="val 25000"/>
                <a:gd name="adj2" fmla="val 20833"/>
                <a:gd name="adj3" fmla="val 36378"/>
                <a:gd name="adj4" fmla="val 77646"/>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b="1" dirty="0">
                <a:solidFill>
                  <a:schemeClr val="tx1"/>
                </a:solidFill>
                <a:latin typeface="Arial Narrow" panose="020B0606020202030204" pitchFamily="34" charset="0"/>
                <a:ea typeface="宋体" panose="02010600030101010101" pitchFamily="2" charset="-122"/>
              </a:endParaRPr>
            </a:p>
          </p:txBody>
        </p:sp>
        <p:sp>
          <p:nvSpPr>
            <p:cNvPr id="54" name="文本框 53">
              <a:extLst>
                <a:ext uri="{FF2B5EF4-FFF2-40B4-BE49-F238E27FC236}">
                  <a16:creationId xmlns:a16="http://schemas.microsoft.com/office/drawing/2014/main" id="{6CD3390C-A66A-4CB4-BE7F-444A0C2E5A75}"/>
                </a:ext>
              </a:extLst>
            </p:cNvPr>
            <p:cNvSpPr txBox="1"/>
            <p:nvPr/>
          </p:nvSpPr>
          <p:spPr>
            <a:xfrm>
              <a:off x="7342643" y="3935811"/>
              <a:ext cx="765668" cy="369332"/>
            </a:xfrm>
            <a:prstGeom prst="rect">
              <a:avLst/>
            </a:prstGeom>
            <a:noFill/>
          </p:spPr>
          <p:txBody>
            <a:bodyPr wrap="square">
              <a:spAutoFit/>
            </a:bodyPr>
            <a:lstStyle/>
            <a:p>
              <a:pPr algn="ctr"/>
              <a:r>
                <a:rPr lang="en-US" altLang="zh-CN" b="1" dirty="0">
                  <a:latin typeface="Arial Narrow" panose="020B0606020202030204" pitchFamily="34" charset="0"/>
                  <a:ea typeface="宋体" panose="02010600030101010101" pitchFamily="2" charset="-122"/>
                </a:rPr>
                <a:t>A→B</a:t>
              </a:r>
              <a:endParaRPr lang="zh-CN" altLang="en-US" b="1" dirty="0">
                <a:latin typeface="Arial Narrow" panose="020B0606020202030204" pitchFamily="34" charset="0"/>
                <a:ea typeface="宋体" panose="02010600030101010101" pitchFamily="2" charset="-122"/>
              </a:endParaRPr>
            </a:p>
          </p:txBody>
        </p:sp>
      </p:grpSp>
      <p:grpSp>
        <p:nvGrpSpPr>
          <p:cNvPr id="55" name="组合 54">
            <a:extLst>
              <a:ext uri="{FF2B5EF4-FFF2-40B4-BE49-F238E27FC236}">
                <a16:creationId xmlns:a16="http://schemas.microsoft.com/office/drawing/2014/main" id="{992EEAB4-AC41-4F7B-B23A-230FB7088ABD}"/>
              </a:ext>
            </a:extLst>
          </p:cNvPr>
          <p:cNvGrpSpPr/>
          <p:nvPr/>
        </p:nvGrpSpPr>
        <p:grpSpPr>
          <a:xfrm rot="16200000">
            <a:off x="2571845" y="2738260"/>
            <a:ext cx="907999" cy="369332"/>
            <a:chOff x="7342643" y="3935811"/>
            <a:chExt cx="907999" cy="369332"/>
          </a:xfrm>
        </p:grpSpPr>
        <p:sp>
          <p:nvSpPr>
            <p:cNvPr id="62" name="标注: 右箭头 61">
              <a:extLst>
                <a:ext uri="{FF2B5EF4-FFF2-40B4-BE49-F238E27FC236}">
                  <a16:creationId xmlns:a16="http://schemas.microsoft.com/office/drawing/2014/main" id="{06DF487D-A08E-44FB-86F6-A20FC46BA2AA}"/>
                </a:ext>
              </a:extLst>
            </p:cNvPr>
            <p:cNvSpPr/>
            <p:nvPr/>
          </p:nvSpPr>
          <p:spPr>
            <a:xfrm>
              <a:off x="7396201" y="3974323"/>
              <a:ext cx="854441" cy="292308"/>
            </a:xfrm>
            <a:prstGeom prst="rightArrowCallout">
              <a:avLst>
                <a:gd name="adj1" fmla="val 25000"/>
                <a:gd name="adj2" fmla="val 20833"/>
                <a:gd name="adj3" fmla="val 36378"/>
                <a:gd name="adj4" fmla="val 77646"/>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b="1" dirty="0">
                <a:solidFill>
                  <a:schemeClr val="tx1"/>
                </a:solidFill>
                <a:latin typeface="Arial Narrow" panose="020B0606020202030204" pitchFamily="34" charset="0"/>
                <a:ea typeface="宋体" panose="02010600030101010101" pitchFamily="2" charset="-122"/>
              </a:endParaRPr>
            </a:p>
          </p:txBody>
        </p:sp>
        <p:sp>
          <p:nvSpPr>
            <p:cNvPr id="63" name="文本框 62">
              <a:extLst>
                <a:ext uri="{FF2B5EF4-FFF2-40B4-BE49-F238E27FC236}">
                  <a16:creationId xmlns:a16="http://schemas.microsoft.com/office/drawing/2014/main" id="{E94B9DE0-BBC3-4D82-8CCE-6D712B5A1CBE}"/>
                </a:ext>
              </a:extLst>
            </p:cNvPr>
            <p:cNvSpPr txBox="1"/>
            <p:nvPr/>
          </p:nvSpPr>
          <p:spPr>
            <a:xfrm>
              <a:off x="7342643" y="3935811"/>
              <a:ext cx="765668" cy="369332"/>
            </a:xfrm>
            <a:prstGeom prst="rect">
              <a:avLst/>
            </a:prstGeom>
            <a:noFill/>
          </p:spPr>
          <p:txBody>
            <a:bodyPr wrap="square">
              <a:spAutoFit/>
            </a:bodyPr>
            <a:lstStyle/>
            <a:p>
              <a:pPr algn="ctr"/>
              <a:r>
                <a:rPr lang="en-US" altLang="zh-CN" b="1" dirty="0">
                  <a:latin typeface="Arial Narrow" panose="020B0606020202030204" pitchFamily="34" charset="0"/>
                  <a:ea typeface="宋体" panose="02010600030101010101" pitchFamily="2" charset="-122"/>
                </a:rPr>
                <a:t>A→B</a:t>
              </a:r>
              <a:endParaRPr lang="zh-CN" altLang="en-US" b="1" dirty="0">
                <a:latin typeface="Arial Narrow" panose="020B0606020202030204" pitchFamily="34" charset="0"/>
                <a:ea typeface="宋体" panose="02010600030101010101" pitchFamily="2" charset="-122"/>
              </a:endParaRPr>
            </a:p>
          </p:txBody>
        </p:sp>
      </p:grpSp>
      <p:grpSp>
        <p:nvGrpSpPr>
          <p:cNvPr id="64" name="组合 63">
            <a:extLst>
              <a:ext uri="{FF2B5EF4-FFF2-40B4-BE49-F238E27FC236}">
                <a16:creationId xmlns:a16="http://schemas.microsoft.com/office/drawing/2014/main" id="{AF93D501-24D0-47AB-8060-D2E4B61C4FE4}"/>
              </a:ext>
            </a:extLst>
          </p:cNvPr>
          <p:cNvGrpSpPr/>
          <p:nvPr/>
        </p:nvGrpSpPr>
        <p:grpSpPr>
          <a:xfrm rot="5400000">
            <a:off x="2577497" y="4292663"/>
            <a:ext cx="907999" cy="369332"/>
            <a:chOff x="7342643" y="3935811"/>
            <a:chExt cx="907999" cy="369332"/>
          </a:xfrm>
        </p:grpSpPr>
        <p:sp>
          <p:nvSpPr>
            <p:cNvPr id="65" name="标注: 右箭头 64">
              <a:extLst>
                <a:ext uri="{FF2B5EF4-FFF2-40B4-BE49-F238E27FC236}">
                  <a16:creationId xmlns:a16="http://schemas.microsoft.com/office/drawing/2014/main" id="{EAFD70C7-E38D-4DA4-A5CF-5E3A62D4EB5E}"/>
                </a:ext>
              </a:extLst>
            </p:cNvPr>
            <p:cNvSpPr/>
            <p:nvPr/>
          </p:nvSpPr>
          <p:spPr>
            <a:xfrm>
              <a:off x="7396201" y="3974323"/>
              <a:ext cx="854441" cy="292308"/>
            </a:xfrm>
            <a:prstGeom prst="rightArrowCallout">
              <a:avLst>
                <a:gd name="adj1" fmla="val 25000"/>
                <a:gd name="adj2" fmla="val 20833"/>
                <a:gd name="adj3" fmla="val 36378"/>
                <a:gd name="adj4" fmla="val 77646"/>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b="1" dirty="0">
                <a:solidFill>
                  <a:schemeClr val="tx1"/>
                </a:solidFill>
                <a:latin typeface="Arial Narrow" panose="020B0606020202030204" pitchFamily="34" charset="0"/>
                <a:ea typeface="宋体" panose="02010600030101010101" pitchFamily="2" charset="-122"/>
              </a:endParaRPr>
            </a:p>
          </p:txBody>
        </p:sp>
        <p:sp>
          <p:nvSpPr>
            <p:cNvPr id="66" name="文本框 65">
              <a:extLst>
                <a:ext uri="{FF2B5EF4-FFF2-40B4-BE49-F238E27FC236}">
                  <a16:creationId xmlns:a16="http://schemas.microsoft.com/office/drawing/2014/main" id="{024A45C9-E5F5-494B-BF8A-BAAE9320140B}"/>
                </a:ext>
              </a:extLst>
            </p:cNvPr>
            <p:cNvSpPr txBox="1"/>
            <p:nvPr/>
          </p:nvSpPr>
          <p:spPr>
            <a:xfrm>
              <a:off x="7342643" y="3935811"/>
              <a:ext cx="765668" cy="369332"/>
            </a:xfrm>
            <a:prstGeom prst="rect">
              <a:avLst/>
            </a:prstGeom>
            <a:noFill/>
          </p:spPr>
          <p:txBody>
            <a:bodyPr wrap="square">
              <a:spAutoFit/>
            </a:bodyPr>
            <a:lstStyle/>
            <a:p>
              <a:pPr algn="ctr"/>
              <a:r>
                <a:rPr lang="en-US" altLang="zh-CN" b="1" dirty="0">
                  <a:latin typeface="Arial Narrow" panose="020B0606020202030204" pitchFamily="34" charset="0"/>
                  <a:ea typeface="宋体" panose="02010600030101010101" pitchFamily="2" charset="-122"/>
                </a:rPr>
                <a:t>A→B</a:t>
              </a:r>
              <a:endParaRPr lang="zh-CN" altLang="en-US" b="1" dirty="0">
                <a:latin typeface="Arial Narrow" panose="020B0606020202030204" pitchFamily="34" charset="0"/>
                <a:ea typeface="宋体" panose="02010600030101010101" pitchFamily="2" charset="-122"/>
              </a:endParaRPr>
            </a:p>
          </p:txBody>
        </p:sp>
      </p:grpSp>
      <p:grpSp>
        <p:nvGrpSpPr>
          <p:cNvPr id="67" name="组合 66">
            <a:extLst>
              <a:ext uri="{FF2B5EF4-FFF2-40B4-BE49-F238E27FC236}">
                <a16:creationId xmlns:a16="http://schemas.microsoft.com/office/drawing/2014/main" id="{40010D7E-43D7-4EAD-A99C-100E8B534A21}"/>
              </a:ext>
            </a:extLst>
          </p:cNvPr>
          <p:cNvGrpSpPr/>
          <p:nvPr/>
        </p:nvGrpSpPr>
        <p:grpSpPr>
          <a:xfrm>
            <a:off x="3764244" y="3322879"/>
            <a:ext cx="907999" cy="369332"/>
            <a:chOff x="7342643" y="3935811"/>
            <a:chExt cx="907999" cy="369332"/>
          </a:xfrm>
        </p:grpSpPr>
        <p:sp>
          <p:nvSpPr>
            <p:cNvPr id="68" name="标注: 右箭头 67">
              <a:extLst>
                <a:ext uri="{FF2B5EF4-FFF2-40B4-BE49-F238E27FC236}">
                  <a16:creationId xmlns:a16="http://schemas.microsoft.com/office/drawing/2014/main" id="{DE305079-37CF-41DC-B023-3A0ABF42BC15}"/>
                </a:ext>
              </a:extLst>
            </p:cNvPr>
            <p:cNvSpPr/>
            <p:nvPr/>
          </p:nvSpPr>
          <p:spPr>
            <a:xfrm>
              <a:off x="7396201" y="3974323"/>
              <a:ext cx="854441" cy="292308"/>
            </a:xfrm>
            <a:prstGeom prst="rightArrowCallout">
              <a:avLst>
                <a:gd name="adj1" fmla="val 25000"/>
                <a:gd name="adj2" fmla="val 20833"/>
                <a:gd name="adj3" fmla="val 36378"/>
                <a:gd name="adj4" fmla="val 77646"/>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b="1" dirty="0">
                <a:solidFill>
                  <a:schemeClr val="tx1"/>
                </a:solidFill>
                <a:latin typeface="Arial Narrow" panose="020B0606020202030204" pitchFamily="34" charset="0"/>
                <a:ea typeface="宋体" panose="02010600030101010101" pitchFamily="2" charset="-122"/>
              </a:endParaRPr>
            </a:p>
          </p:txBody>
        </p:sp>
        <p:sp>
          <p:nvSpPr>
            <p:cNvPr id="73" name="文本框 72">
              <a:extLst>
                <a:ext uri="{FF2B5EF4-FFF2-40B4-BE49-F238E27FC236}">
                  <a16:creationId xmlns:a16="http://schemas.microsoft.com/office/drawing/2014/main" id="{8B177B70-7871-4822-B187-49658035DEE9}"/>
                </a:ext>
              </a:extLst>
            </p:cNvPr>
            <p:cNvSpPr txBox="1"/>
            <p:nvPr/>
          </p:nvSpPr>
          <p:spPr>
            <a:xfrm>
              <a:off x="7342643" y="3935811"/>
              <a:ext cx="765668" cy="369332"/>
            </a:xfrm>
            <a:prstGeom prst="rect">
              <a:avLst/>
            </a:prstGeom>
            <a:noFill/>
          </p:spPr>
          <p:txBody>
            <a:bodyPr wrap="square">
              <a:spAutoFit/>
            </a:bodyPr>
            <a:lstStyle/>
            <a:p>
              <a:pPr algn="ctr"/>
              <a:r>
                <a:rPr lang="en-US" altLang="zh-CN" b="1" dirty="0">
                  <a:latin typeface="Arial Narrow" panose="020B0606020202030204" pitchFamily="34" charset="0"/>
                  <a:ea typeface="宋体" panose="02010600030101010101" pitchFamily="2" charset="-122"/>
                </a:rPr>
                <a:t>A→B</a:t>
              </a:r>
              <a:endParaRPr lang="zh-CN" altLang="en-US" b="1" dirty="0">
                <a:latin typeface="Arial Narrow" panose="020B0606020202030204" pitchFamily="34" charset="0"/>
                <a:ea typeface="宋体" panose="02010600030101010101" pitchFamily="2" charset="-122"/>
              </a:endParaRPr>
            </a:p>
          </p:txBody>
        </p:sp>
      </p:grpSp>
      <p:grpSp>
        <p:nvGrpSpPr>
          <p:cNvPr id="74" name="组合 73">
            <a:extLst>
              <a:ext uri="{FF2B5EF4-FFF2-40B4-BE49-F238E27FC236}">
                <a16:creationId xmlns:a16="http://schemas.microsoft.com/office/drawing/2014/main" id="{4210CE2C-06C6-4E9C-8456-E7AD7EA981BA}"/>
              </a:ext>
            </a:extLst>
          </p:cNvPr>
          <p:cNvGrpSpPr/>
          <p:nvPr/>
        </p:nvGrpSpPr>
        <p:grpSpPr>
          <a:xfrm>
            <a:off x="7711644" y="3335533"/>
            <a:ext cx="907999" cy="369332"/>
            <a:chOff x="7342643" y="3935811"/>
            <a:chExt cx="907999" cy="369332"/>
          </a:xfrm>
        </p:grpSpPr>
        <p:sp>
          <p:nvSpPr>
            <p:cNvPr id="75" name="标注: 右箭头 74">
              <a:extLst>
                <a:ext uri="{FF2B5EF4-FFF2-40B4-BE49-F238E27FC236}">
                  <a16:creationId xmlns:a16="http://schemas.microsoft.com/office/drawing/2014/main" id="{E176543E-DB3E-4B4C-A47A-2CB573DBFE57}"/>
                </a:ext>
              </a:extLst>
            </p:cNvPr>
            <p:cNvSpPr/>
            <p:nvPr/>
          </p:nvSpPr>
          <p:spPr>
            <a:xfrm>
              <a:off x="7396201" y="3974323"/>
              <a:ext cx="854441" cy="292308"/>
            </a:xfrm>
            <a:prstGeom prst="rightArrowCallout">
              <a:avLst>
                <a:gd name="adj1" fmla="val 25000"/>
                <a:gd name="adj2" fmla="val 20833"/>
                <a:gd name="adj3" fmla="val 36378"/>
                <a:gd name="adj4" fmla="val 77646"/>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b="1" dirty="0">
                <a:solidFill>
                  <a:schemeClr val="tx1"/>
                </a:solidFill>
                <a:latin typeface="Arial Narrow" panose="020B0606020202030204" pitchFamily="34" charset="0"/>
                <a:ea typeface="宋体" panose="02010600030101010101" pitchFamily="2" charset="-122"/>
              </a:endParaRPr>
            </a:p>
          </p:txBody>
        </p:sp>
        <p:sp>
          <p:nvSpPr>
            <p:cNvPr id="76" name="文本框 75">
              <a:extLst>
                <a:ext uri="{FF2B5EF4-FFF2-40B4-BE49-F238E27FC236}">
                  <a16:creationId xmlns:a16="http://schemas.microsoft.com/office/drawing/2014/main" id="{83B68D64-3F10-4147-A8C8-D03DA2B16F96}"/>
                </a:ext>
              </a:extLst>
            </p:cNvPr>
            <p:cNvSpPr txBox="1"/>
            <p:nvPr/>
          </p:nvSpPr>
          <p:spPr>
            <a:xfrm>
              <a:off x="7342643" y="3935811"/>
              <a:ext cx="765668" cy="369332"/>
            </a:xfrm>
            <a:prstGeom prst="rect">
              <a:avLst/>
            </a:prstGeom>
            <a:noFill/>
          </p:spPr>
          <p:txBody>
            <a:bodyPr wrap="square">
              <a:spAutoFit/>
            </a:bodyPr>
            <a:lstStyle/>
            <a:p>
              <a:pPr algn="ctr"/>
              <a:r>
                <a:rPr lang="en-US" altLang="zh-CN" b="1" dirty="0">
                  <a:latin typeface="Arial Narrow" panose="020B0606020202030204" pitchFamily="34" charset="0"/>
                  <a:ea typeface="宋体" panose="02010600030101010101" pitchFamily="2" charset="-122"/>
                </a:rPr>
                <a:t>A→B</a:t>
              </a:r>
              <a:endParaRPr lang="zh-CN" altLang="en-US" b="1" dirty="0">
                <a:latin typeface="Arial Narrow" panose="020B0606020202030204" pitchFamily="34" charset="0"/>
                <a:ea typeface="宋体" panose="02010600030101010101" pitchFamily="2" charset="-122"/>
              </a:endParaRPr>
            </a:p>
          </p:txBody>
        </p:sp>
      </p:grpSp>
      <p:grpSp>
        <p:nvGrpSpPr>
          <p:cNvPr id="77" name="组合 76">
            <a:extLst>
              <a:ext uri="{FF2B5EF4-FFF2-40B4-BE49-F238E27FC236}">
                <a16:creationId xmlns:a16="http://schemas.microsoft.com/office/drawing/2014/main" id="{151A9CF4-151C-42B0-A182-797C6168350E}"/>
              </a:ext>
            </a:extLst>
          </p:cNvPr>
          <p:cNvGrpSpPr/>
          <p:nvPr/>
        </p:nvGrpSpPr>
        <p:grpSpPr>
          <a:xfrm rot="16200000">
            <a:off x="8350311" y="2746822"/>
            <a:ext cx="907999" cy="369332"/>
            <a:chOff x="7342643" y="3935811"/>
            <a:chExt cx="907999" cy="369332"/>
          </a:xfrm>
        </p:grpSpPr>
        <p:sp>
          <p:nvSpPr>
            <p:cNvPr id="78" name="标注: 右箭头 77">
              <a:extLst>
                <a:ext uri="{FF2B5EF4-FFF2-40B4-BE49-F238E27FC236}">
                  <a16:creationId xmlns:a16="http://schemas.microsoft.com/office/drawing/2014/main" id="{1B69BB57-06C8-4046-8A69-04990B32EA25}"/>
                </a:ext>
              </a:extLst>
            </p:cNvPr>
            <p:cNvSpPr/>
            <p:nvPr/>
          </p:nvSpPr>
          <p:spPr>
            <a:xfrm>
              <a:off x="7396201" y="3974323"/>
              <a:ext cx="854441" cy="292308"/>
            </a:xfrm>
            <a:prstGeom prst="rightArrowCallout">
              <a:avLst>
                <a:gd name="adj1" fmla="val 25000"/>
                <a:gd name="adj2" fmla="val 20833"/>
                <a:gd name="adj3" fmla="val 36378"/>
                <a:gd name="adj4" fmla="val 77646"/>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b="1" dirty="0">
                <a:solidFill>
                  <a:schemeClr val="tx1"/>
                </a:solidFill>
                <a:latin typeface="Arial Narrow" panose="020B0606020202030204" pitchFamily="34" charset="0"/>
                <a:ea typeface="宋体" panose="02010600030101010101" pitchFamily="2" charset="-122"/>
              </a:endParaRPr>
            </a:p>
          </p:txBody>
        </p:sp>
        <p:sp>
          <p:nvSpPr>
            <p:cNvPr id="79" name="文本框 78">
              <a:extLst>
                <a:ext uri="{FF2B5EF4-FFF2-40B4-BE49-F238E27FC236}">
                  <a16:creationId xmlns:a16="http://schemas.microsoft.com/office/drawing/2014/main" id="{6270CEAF-27C1-4773-98B7-C05452A59ED8}"/>
                </a:ext>
              </a:extLst>
            </p:cNvPr>
            <p:cNvSpPr txBox="1"/>
            <p:nvPr/>
          </p:nvSpPr>
          <p:spPr>
            <a:xfrm>
              <a:off x="7342643" y="3935811"/>
              <a:ext cx="765668" cy="369332"/>
            </a:xfrm>
            <a:prstGeom prst="rect">
              <a:avLst/>
            </a:prstGeom>
            <a:noFill/>
          </p:spPr>
          <p:txBody>
            <a:bodyPr wrap="square">
              <a:spAutoFit/>
            </a:bodyPr>
            <a:lstStyle/>
            <a:p>
              <a:pPr algn="ctr"/>
              <a:r>
                <a:rPr lang="en-US" altLang="zh-CN" b="1" dirty="0">
                  <a:latin typeface="Arial Narrow" panose="020B0606020202030204" pitchFamily="34" charset="0"/>
                  <a:ea typeface="宋体" panose="02010600030101010101" pitchFamily="2" charset="-122"/>
                </a:rPr>
                <a:t>A→B</a:t>
              </a:r>
              <a:endParaRPr lang="zh-CN" altLang="en-US" b="1" dirty="0">
                <a:latin typeface="Arial Narrow" panose="020B0606020202030204" pitchFamily="34" charset="0"/>
                <a:ea typeface="宋体" panose="02010600030101010101" pitchFamily="2" charset="-122"/>
              </a:endParaRPr>
            </a:p>
          </p:txBody>
        </p:sp>
      </p:grpSp>
      <p:grpSp>
        <p:nvGrpSpPr>
          <p:cNvPr id="4" name="组合 3">
            <a:extLst>
              <a:ext uri="{FF2B5EF4-FFF2-40B4-BE49-F238E27FC236}">
                <a16:creationId xmlns:a16="http://schemas.microsoft.com/office/drawing/2014/main" id="{9A1EA9F2-FCB6-48C3-935F-7AE7E3AD14AC}"/>
              </a:ext>
            </a:extLst>
          </p:cNvPr>
          <p:cNvGrpSpPr/>
          <p:nvPr/>
        </p:nvGrpSpPr>
        <p:grpSpPr>
          <a:xfrm>
            <a:off x="304800" y="749300"/>
            <a:ext cx="4938199" cy="400110"/>
            <a:chOff x="424117" y="898245"/>
            <a:chExt cx="4938199" cy="400110"/>
          </a:xfrm>
        </p:grpSpPr>
        <p:sp>
          <p:nvSpPr>
            <p:cNvPr id="2" name="平行四边形 1">
              <a:extLst>
                <a:ext uri="{FF2B5EF4-FFF2-40B4-BE49-F238E27FC236}">
                  <a16:creationId xmlns:a16="http://schemas.microsoft.com/office/drawing/2014/main" id="{1F5BAA3F-9845-4F89-A2DD-8222D3E4EDAC}"/>
                </a:ext>
              </a:extLst>
            </p:cNvPr>
            <p:cNvSpPr/>
            <p:nvPr/>
          </p:nvSpPr>
          <p:spPr>
            <a:xfrm>
              <a:off x="424117" y="898245"/>
              <a:ext cx="628306" cy="387090"/>
            </a:xfrm>
            <a:prstGeom prst="parallelogram">
              <a:avLst/>
            </a:prstGeom>
            <a:solidFill>
              <a:schemeClr val="accent3">
                <a:lumMod val="75000"/>
              </a:schemeClr>
            </a:solidFill>
            <a:ln>
              <a:solidFill>
                <a:schemeClr val="accent3">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CN" sz="2200" dirty="0">
                  <a:latin typeface="Impact" panose="020B0806030902050204" pitchFamily="34" charset="0"/>
                </a:rPr>
                <a:t>01</a:t>
              </a:r>
              <a:endParaRPr lang="zh-CN" altLang="en-US" sz="2200" dirty="0">
                <a:latin typeface="Impact" panose="020B0806030902050204" pitchFamily="34" charset="0"/>
              </a:endParaRPr>
            </a:p>
          </p:txBody>
        </p:sp>
        <p:sp>
          <p:nvSpPr>
            <p:cNvPr id="3" name="文本框 2">
              <a:extLst>
                <a:ext uri="{FF2B5EF4-FFF2-40B4-BE49-F238E27FC236}">
                  <a16:creationId xmlns:a16="http://schemas.microsoft.com/office/drawing/2014/main" id="{4D6BD736-A4D3-4F26-AFED-36E11F50F70B}"/>
                </a:ext>
              </a:extLst>
            </p:cNvPr>
            <p:cNvSpPr txBox="1"/>
            <p:nvPr/>
          </p:nvSpPr>
          <p:spPr>
            <a:xfrm>
              <a:off x="1052423" y="898245"/>
              <a:ext cx="4309893" cy="400110"/>
            </a:xfrm>
            <a:prstGeom prst="rect">
              <a:avLst/>
            </a:prstGeom>
            <a:noFill/>
          </p:spPr>
          <p:txBody>
            <a:bodyPr wrap="square" rtlCol="0">
              <a:spAutoFit/>
            </a:bodyPr>
            <a:lstStyle/>
            <a:p>
              <a:r>
                <a:rPr lang="zh-CN" altLang="en-US" sz="2000" b="1" dirty="0">
                  <a:solidFill>
                    <a:schemeClr val="tx1"/>
                  </a:solidFill>
                  <a:latin typeface="Arial Narrow" panose="020B0606020202030204" pitchFamily="34" charset="0"/>
                </a:rPr>
                <a:t>共享式以太网与交换式以太网的对比</a:t>
              </a:r>
              <a:endParaRPr lang="en-US" altLang="zh-CN" sz="2000" b="1" dirty="0">
                <a:solidFill>
                  <a:schemeClr val="tx1"/>
                </a:solidFill>
                <a:latin typeface="Arial Narrow" panose="020B0606020202030204" pitchFamily="34" charset="0"/>
              </a:endParaRPr>
            </a:p>
          </p:txBody>
        </p:sp>
      </p:grpSp>
      <p:grpSp>
        <p:nvGrpSpPr>
          <p:cNvPr id="6" name="组合 5">
            <a:extLst>
              <a:ext uri="{FF2B5EF4-FFF2-40B4-BE49-F238E27FC236}">
                <a16:creationId xmlns:a16="http://schemas.microsoft.com/office/drawing/2014/main" id="{A1AC0F66-E7EA-4DE3-AB60-23ED0887B6E0}"/>
              </a:ext>
            </a:extLst>
          </p:cNvPr>
          <p:cNvGrpSpPr/>
          <p:nvPr/>
        </p:nvGrpSpPr>
        <p:grpSpPr>
          <a:xfrm>
            <a:off x="1111972" y="1817184"/>
            <a:ext cx="4232071" cy="4551750"/>
            <a:chOff x="1111972" y="1817184"/>
            <a:chExt cx="4232071" cy="4551750"/>
          </a:xfrm>
        </p:grpSpPr>
        <p:sp>
          <p:nvSpPr>
            <p:cNvPr id="12" name="文本框 11">
              <a:extLst>
                <a:ext uri="{FF2B5EF4-FFF2-40B4-BE49-F238E27FC236}">
                  <a16:creationId xmlns:a16="http://schemas.microsoft.com/office/drawing/2014/main" id="{21965EDE-01A5-4F50-973F-ED47B5BE313F}"/>
                </a:ext>
              </a:extLst>
            </p:cNvPr>
            <p:cNvSpPr txBox="1"/>
            <p:nvPr/>
          </p:nvSpPr>
          <p:spPr>
            <a:xfrm>
              <a:off x="3241943" y="3925288"/>
              <a:ext cx="1076381" cy="369332"/>
            </a:xfrm>
            <a:prstGeom prst="rect">
              <a:avLst/>
            </a:prstGeom>
            <a:noFill/>
          </p:spPr>
          <p:txBody>
            <a:bodyPr wrap="square" rtlCol="0">
              <a:spAutoFit/>
            </a:bodyPr>
            <a:lstStyle/>
            <a:p>
              <a:pPr algn="ctr"/>
              <a:r>
                <a:rPr lang="zh-CN" altLang="en-US" b="1" dirty="0">
                  <a:latin typeface="+mn-ea"/>
                </a:rPr>
                <a:t>集线器</a:t>
              </a:r>
            </a:p>
          </p:txBody>
        </p:sp>
        <p:cxnSp>
          <p:nvCxnSpPr>
            <p:cNvPr id="13" name="直接连接符 12">
              <a:extLst>
                <a:ext uri="{FF2B5EF4-FFF2-40B4-BE49-F238E27FC236}">
                  <a16:creationId xmlns:a16="http://schemas.microsoft.com/office/drawing/2014/main" id="{7FE99D20-EEA5-47A3-81BE-65C5936FFFF9}"/>
                </a:ext>
              </a:extLst>
            </p:cNvPr>
            <p:cNvCxnSpPr>
              <a:cxnSpLocks/>
            </p:cNvCxnSpPr>
            <p:nvPr/>
          </p:nvCxnSpPr>
          <p:spPr>
            <a:xfrm flipH="1">
              <a:off x="1413982" y="3710053"/>
              <a:ext cx="3558504"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grpSp>
          <p:nvGrpSpPr>
            <p:cNvPr id="14" name="组合 13">
              <a:extLst>
                <a:ext uri="{FF2B5EF4-FFF2-40B4-BE49-F238E27FC236}">
                  <a16:creationId xmlns:a16="http://schemas.microsoft.com/office/drawing/2014/main" id="{F0FE3964-0D46-4C3B-830E-AA3E5BD1EE4E}"/>
                </a:ext>
              </a:extLst>
            </p:cNvPr>
            <p:cNvGrpSpPr/>
            <p:nvPr/>
          </p:nvGrpSpPr>
          <p:grpSpPr>
            <a:xfrm>
              <a:off x="1111972" y="3207395"/>
              <a:ext cx="662814" cy="641082"/>
              <a:chOff x="1235749" y="1557688"/>
              <a:chExt cx="662814" cy="641082"/>
            </a:xfrm>
          </p:grpSpPr>
          <p:pic>
            <p:nvPicPr>
              <p:cNvPr id="41" name="图形 10">
                <a:extLst>
                  <a:ext uri="{FF2B5EF4-FFF2-40B4-BE49-F238E27FC236}">
                    <a16:creationId xmlns:a16="http://schemas.microsoft.com/office/drawing/2014/main" id="{B0D68D12-20B3-43FA-BBB9-429BCD068FB5}"/>
                  </a:ext>
                </a:extLst>
              </p:cNvPr>
              <p:cNvPicPr>
                <a:picLocks noChangeAspect="1"/>
              </p:cNvPicPr>
              <p:nvPr/>
            </p:nvPicPr>
            <p:blipFill>
              <a:blip r:embed="rId3">
                <a:extLst>
                  <a:ext uri="{28A0092B-C50C-407E-A947-70E740481C1C}">
                    <a14:useLocalDpi xmlns:a14="http://schemas.microsoft.com/office/drawing/2010/main" val="0"/>
                  </a:ext>
                  <a:ext uri="{96DAC541-7B7A-43D3-8B79-37D633B846F1}">
                    <asvg:svgBlip xmlns:asvg="http://schemas.microsoft.com/office/drawing/2016/SVG/main" r:embed="rId4"/>
                  </a:ext>
                </a:extLst>
              </a:blip>
              <a:stretch>
                <a:fillRect/>
              </a:stretch>
            </p:blipFill>
            <p:spPr>
              <a:xfrm>
                <a:off x="1235749" y="1557688"/>
                <a:ext cx="662814" cy="641082"/>
              </a:xfrm>
              <a:prstGeom prst="rect">
                <a:avLst/>
              </a:prstGeom>
            </p:spPr>
          </p:pic>
          <p:sp>
            <p:nvSpPr>
              <p:cNvPr id="42" name="文本框 41">
                <a:extLst>
                  <a:ext uri="{FF2B5EF4-FFF2-40B4-BE49-F238E27FC236}">
                    <a16:creationId xmlns:a16="http://schemas.microsoft.com/office/drawing/2014/main" id="{E1462835-DE58-4800-BBC1-3B9D0DB7A083}"/>
                  </a:ext>
                </a:extLst>
              </p:cNvPr>
              <p:cNvSpPr txBox="1"/>
              <p:nvPr/>
            </p:nvSpPr>
            <p:spPr>
              <a:xfrm>
                <a:off x="1527006" y="1606485"/>
                <a:ext cx="316784" cy="369332"/>
              </a:xfrm>
              <a:prstGeom prst="rect">
                <a:avLst/>
              </a:prstGeom>
              <a:noFill/>
            </p:spPr>
            <p:txBody>
              <a:bodyPr wrap="square" rtlCol="0">
                <a:spAutoFit/>
              </a:bodyPr>
              <a:lstStyle/>
              <a:p>
                <a:pPr algn="ctr"/>
                <a:r>
                  <a:rPr lang="en-US" altLang="zh-CN" b="1" dirty="0">
                    <a:solidFill>
                      <a:schemeClr val="bg1"/>
                    </a:solidFill>
                    <a:latin typeface="+mn-ea"/>
                  </a:rPr>
                  <a:t>A</a:t>
                </a:r>
                <a:endParaRPr lang="zh-CN" altLang="en-US" b="1" dirty="0">
                  <a:solidFill>
                    <a:schemeClr val="bg1"/>
                  </a:solidFill>
                  <a:latin typeface="+mn-ea"/>
                </a:endParaRPr>
              </a:p>
            </p:txBody>
          </p:sp>
        </p:grpSp>
        <p:cxnSp>
          <p:nvCxnSpPr>
            <p:cNvPr id="15" name="直接连接符 14">
              <a:extLst>
                <a:ext uri="{FF2B5EF4-FFF2-40B4-BE49-F238E27FC236}">
                  <a16:creationId xmlns:a16="http://schemas.microsoft.com/office/drawing/2014/main" id="{4E4D70B5-6600-49DB-897B-40AFE24EABEA}"/>
                </a:ext>
              </a:extLst>
            </p:cNvPr>
            <p:cNvCxnSpPr>
              <a:cxnSpLocks/>
              <a:stCxn id="40" idx="2"/>
            </p:cNvCxnSpPr>
            <p:nvPr/>
          </p:nvCxnSpPr>
          <p:spPr>
            <a:xfrm flipV="1">
              <a:off x="3230139" y="2379205"/>
              <a:ext cx="23609" cy="3025302"/>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grpSp>
          <p:nvGrpSpPr>
            <p:cNvPr id="16" name="组合 15">
              <a:extLst>
                <a:ext uri="{FF2B5EF4-FFF2-40B4-BE49-F238E27FC236}">
                  <a16:creationId xmlns:a16="http://schemas.microsoft.com/office/drawing/2014/main" id="{35A5DCC0-76A5-44EB-B46F-5A622A6252DC}"/>
                </a:ext>
              </a:extLst>
            </p:cNvPr>
            <p:cNvGrpSpPr/>
            <p:nvPr/>
          </p:nvGrpSpPr>
          <p:grpSpPr>
            <a:xfrm>
              <a:off x="2780490" y="4986378"/>
              <a:ext cx="662814" cy="641082"/>
              <a:chOff x="1235749" y="1557688"/>
              <a:chExt cx="662814" cy="641082"/>
            </a:xfrm>
          </p:grpSpPr>
          <p:pic>
            <p:nvPicPr>
              <p:cNvPr id="39" name="图形 10">
                <a:extLst>
                  <a:ext uri="{FF2B5EF4-FFF2-40B4-BE49-F238E27FC236}">
                    <a16:creationId xmlns:a16="http://schemas.microsoft.com/office/drawing/2014/main" id="{D15DDBF7-C513-4A24-BB75-29E856E702AB}"/>
                  </a:ext>
                </a:extLst>
              </p:cNvPr>
              <p:cNvPicPr>
                <a:picLocks noChangeAspect="1"/>
              </p:cNvPicPr>
              <p:nvPr/>
            </p:nvPicPr>
            <p:blipFill>
              <a:blip r:embed="rId3">
                <a:extLst>
                  <a:ext uri="{28A0092B-C50C-407E-A947-70E740481C1C}">
                    <a14:useLocalDpi xmlns:a14="http://schemas.microsoft.com/office/drawing/2010/main" val="0"/>
                  </a:ext>
                  <a:ext uri="{96DAC541-7B7A-43D3-8B79-37D633B846F1}">
                    <asvg:svgBlip xmlns:asvg="http://schemas.microsoft.com/office/drawing/2016/SVG/main" r:embed="rId4"/>
                  </a:ext>
                </a:extLst>
              </a:blip>
              <a:stretch>
                <a:fillRect/>
              </a:stretch>
            </p:blipFill>
            <p:spPr>
              <a:xfrm>
                <a:off x="1235749" y="1557688"/>
                <a:ext cx="662814" cy="641082"/>
              </a:xfrm>
              <a:prstGeom prst="rect">
                <a:avLst/>
              </a:prstGeom>
            </p:spPr>
          </p:pic>
          <p:sp>
            <p:nvSpPr>
              <p:cNvPr id="40" name="文本框 39">
                <a:extLst>
                  <a:ext uri="{FF2B5EF4-FFF2-40B4-BE49-F238E27FC236}">
                    <a16:creationId xmlns:a16="http://schemas.microsoft.com/office/drawing/2014/main" id="{36AD15F4-F414-48EC-B1D3-D1A5297F5F24}"/>
                  </a:ext>
                </a:extLst>
              </p:cNvPr>
              <p:cNvSpPr txBox="1"/>
              <p:nvPr/>
            </p:nvSpPr>
            <p:spPr>
              <a:xfrm>
                <a:off x="1527006" y="1606485"/>
                <a:ext cx="316784" cy="369332"/>
              </a:xfrm>
              <a:prstGeom prst="rect">
                <a:avLst/>
              </a:prstGeom>
              <a:noFill/>
            </p:spPr>
            <p:txBody>
              <a:bodyPr wrap="square" rtlCol="0">
                <a:spAutoFit/>
              </a:bodyPr>
              <a:lstStyle/>
              <a:p>
                <a:pPr algn="ctr"/>
                <a:r>
                  <a:rPr lang="en-US" altLang="zh-CN" b="1" dirty="0">
                    <a:solidFill>
                      <a:schemeClr val="bg1"/>
                    </a:solidFill>
                    <a:latin typeface="+mn-ea"/>
                  </a:rPr>
                  <a:t>D</a:t>
                </a:r>
                <a:endParaRPr lang="zh-CN" altLang="en-US" b="1" dirty="0">
                  <a:solidFill>
                    <a:schemeClr val="bg1"/>
                  </a:solidFill>
                  <a:latin typeface="+mn-ea"/>
                </a:endParaRPr>
              </a:p>
            </p:txBody>
          </p:sp>
        </p:grpSp>
        <p:grpSp>
          <p:nvGrpSpPr>
            <p:cNvPr id="17" name="组合 16">
              <a:extLst>
                <a:ext uri="{FF2B5EF4-FFF2-40B4-BE49-F238E27FC236}">
                  <a16:creationId xmlns:a16="http://schemas.microsoft.com/office/drawing/2014/main" id="{2DB258B5-749E-449E-9991-3F44FD0E523E}"/>
                </a:ext>
              </a:extLst>
            </p:cNvPr>
            <p:cNvGrpSpPr/>
            <p:nvPr/>
          </p:nvGrpSpPr>
          <p:grpSpPr>
            <a:xfrm>
              <a:off x="2918914" y="1817184"/>
              <a:ext cx="662814" cy="641082"/>
              <a:chOff x="1235749" y="1557688"/>
              <a:chExt cx="662814" cy="641082"/>
            </a:xfrm>
          </p:grpSpPr>
          <p:pic>
            <p:nvPicPr>
              <p:cNvPr id="37" name="图形 10">
                <a:extLst>
                  <a:ext uri="{FF2B5EF4-FFF2-40B4-BE49-F238E27FC236}">
                    <a16:creationId xmlns:a16="http://schemas.microsoft.com/office/drawing/2014/main" id="{0FFB7C25-4F8B-44F3-9D44-21B68E53F58A}"/>
                  </a:ext>
                </a:extLst>
              </p:cNvPr>
              <p:cNvPicPr>
                <a:picLocks noChangeAspect="1"/>
              </p:cNvPicPr>
              <p:nvPr/>
            </p:nvPicPr>
            <p:blipFill>
              <a:blip r:embed="rId3">
                <a:extLst>
                  <a:ext uri="{28A0092B-C50C-407E-A947-70E740481C1C}">
                    <a14:useLocalDpi xmlns:a14="http://schemas.microsoft.com/office/drawing/2010/main" val="0"/>
                  </a:ext>
                  <a:ext uri="{96DAC541-7B7A-43D3-8B79-37D633B846F1}">
                    <asvg:svgBlip xmlns:asvg="http://schemas.microsoft.com/office/drawing/2016/SVG/main" r:embed="rId4"/>
                  </a:ext>
                </a:extLst>
              </a:blip>
              <a:stretch>
                <a:fillRect/>
              </a:stretch>
            </p:blipFill>
            <p:spPr>
              <a:xfrm>
                <a:off x="1235749" y="1557688"/>
                <a:ext cx="662814" cy="641082"/>
              </a:xfrm>
              <a:prstGeom prst="rect">
                <a:avLst/>
              </a:prstGeom>
            </p:spPr>
          </p:pic>
          <p:sp>
            <p:nvSpPr>
              <p:cNvPr id="38" name="文本框 37">
                <a:extLst>
                  <a:ext uri="{FF2B5EF4-FFF2-40B4-BE49-F238E27FC236}">
                    <a16:creationId xmlns:a16="http://schemas.microsoft.com/office/drawing/2014/main" id="{2EFA039D-882A-474E-93FB-9082DFE299A8}"/>
                  </a:ext>
                </a:extLst>
              </p:cNvPr>
              <p:cNvSpPr txBox="1"/>
              <p:nvPr/>
            </p:nvSpPr>
            <p:spPr>
              <a:xfrm>
                <a:off x="1527006" y="1606485"/>
                <a:ext cx="316784" cy="369332"/>
              </a:xfrm>
              <a:prstGeom prst="rect">
                <a:avLst/>
              </a:prstGeom>
              <a:noFill/>
            </p:spPr>
            <p:txBody>
              <a:bodyPr wrap="square" rtlCol="0">
                <a:spAutoFit/>
              </a:bodyPr>
              <a:lstStyle/>
              <a:p>
                <a:pPr algn="ctr"/>
                <a:r>
                  <a:rPr lang="en-US" altLang="zh-CN" b="1" dirty="0">
                    <a:solidFill>
                      <a:schemeClr val="bg1"/>
                    </a:solidFill>
                    <a:latin typeface="+mn-ea"/>
                  </a:rPr>
                  <a:t>B</a:t>
                </a:r>
                <a:endParaRPr lang="zh-CN" altLang="en-US" b="1" dirty="0">
                  <a:solidFill>
                    <a:schemeClr val="bg1"/>
                  </a:solidFill>
                  <a:latin typeface="+mn-ea"/>
                </a:endParaRPr>
              </a:p>
            </p:txBody>
          </p:sp>
        </p:grpSp>
        <p:pic>
          <p:nvPicPr>
            <p:cNvPr id="18" name="图片 17" descr="文本&#10;&#10;描述已自动生成">
              <a:extLst>
                <a:ext uri="{FF2B5EF4-FFF2-40B4-BE49-F238E27FC236}">
                  <a16:creationId xmlns:a16="http://schemas.microsoft.com/office/drawing/2014/main" id="{1591BE4B-9373-47E5-B54B-5645B5DE98CA}"/>
                </a:ext>
              </a:extLst>
            </p:cNvPr>
            <p:cNvPicPr>
              <a:picLocks noChangeAspect="1"/>
            </p:cNvPicPr>
            <p:nvPr/>
          </p:nvPicPr>
          <p:blipFill>
            <a:blip r:embed="rId5">
              <a:extLst>
                <a:ext uri="{28A0092B-C50C-407E-A947-70E740481C1C}">
                  <a14:useLocalDpi xmlns:a14="http://schemas.microsoft.com/office/drawing/2010/main" val="0"/>
                </a:ext>
              </a:extLst>
            </a:blip>
            <a:stretch>
              <a:fillRect/>
            </a:stretch>
          </p:blipFill>
          <p:spPr>
            <a:xfrm>
              <a:off x="2908531" y="3379364"/>
              <a:ext cx="705470" cy="661378"/>
            </a:xfrm>
            <a:prstGeom prst="rect">
              <a:avLst/>
            </a:prstGeom>
          </p:spPr>
        </p:pic>
        <p:grpSp>
          <p:nvGrpSpPr>
            <p:cNvPr id="19" name="组合 18">
              <a:extLst>
                <a:ext uri="{FF2B5EF4-FFF2-40B4-BE49-F238E27FC236}">
                  <a16:creationId xmlns:a16="http://schemas.microsoft.com/office/drawing/2014/main" id="{501B2417-864C-417B-8DC1-14F9957F9771}"/>
                </a:ext>
              </a:extLst>
            </p:cNvPr>
            <p:cNvGrpSpPr/>
            <p:nvPr/>
          </p:nvGrpSpPr>
          <p:grpSpPr>
            <a:xfrm>
              <a:off x="4681229" y="3207395"/>
              <a:ext cx="662814" cy="641082"/>
              <a:chOff x="1235749" y="1557688"/>
              <a:chExt cx="662814" cy="641082"/>
            </a:xfrm>
          </p:grpSpPr>
          <p:pic>
            <p:nvPicPr>
              <p:cNvPr id="35" name="图形 10">
                <a:extLst>
                  <a:ext uri="{FF2B5EF4-FFF2-40B4-BE49-F238E27FC236}">
                    <a16:creationId xmlns:a16="http://schemas.microsoft.com/office/drawing/2014/main" id="{43737DA3-F6AE-45F1-B0A6-88048F254855}"/>
                  </a:ext>
                </a:extLst>
              </p:cNvPr>
              <p:cNvPicPr>
                <a:picLocks noChangeAspect="1"/>
              </p:cNvPicPr>
              <p:nvPr/>
            </p:nvPicPr>
            <p:blipFill>
              <a:blip r:embed="rId3">
                <a:extLst>
                  <a:ext uri="{28A0092B-C50C-407E-A947-70E740481C1C}">
                    <a14:useLocalDpi xmlns:a14="http://schemas.microsoft.com/office/drawing/2010/main" val="0"/>
                  </a:ext>
                  <a:ext uri="{96DAC541-7B7A-43D3-8B79-37D633B846F1}">
                    <asvg:svgBlip xmlns:asvg="http://schemas.microsoft.com/office/drawing/2016/SVG/main" r:embed="rId4"/>
                  </a:ext>
                </a:extLst>
              </a:blip>
              <a:stretch>
                <a:fillRect/>
              </a:stretch>
            </p:blipFill>
            <p:spPr>
              <a:xfrm>
                <a:off x="1235749" y="1557688"/>
                <a:ext cx="662814" cy="641082"/>
              </a:xfrm>
              <a:prstGeom prst="rect">
                <a:avLst/>
              </a:prstGeom>
            </p:spPr>
          </p:pic>
          <p:sp>
            <p:nvSpPr>
              <p:cNvPr id="36" name="文本框 35">
                <a:extLst>
                  <a:ext uri="{FF2B5EF4-FFF2-40B4-BE49-F238E27FC236}">
                    <a16:creationId xmlns:a16="http://schemas.microsoft.com/office/drawing/2014/main" id="{D6CFEE13-7CA0-48D4-B824-68F86392D955}"/>
                  </a:ext>
                </a:extLst>
              </p:cNvPr>
              <p:cNvSpPr txBox="1"/>
              <p:nvPr/>
            </p:nvSpPr>
            <p:spPr>
              <a:xfrm>
                <a:off x="1527006" y="1606485"/>
                <a:ext cx="316784" cy="369332"/>
              </a:xfrm>
              <a:prstGeom prst="rect">
                <a:avLst/>
              </a:prstGeom>
              <a:noFill/>
            </p:spPr>
            <p:txBody>
              <a:bodyPr wrap="square" rtlCol="0">
                <a:spAutoFit/>
              </a:bodyPr>
              <a:lstStyle/>
              <a:p>
                <a:pPr algn="ctr"/>
                <a:r>
                  <a:rPr lang="en-US" altLang="zh-CN" b="1" dirty="0">
                    <a:solidFill>
                      <a:schemeClr val="bg1"/>
                    </a:solidFill>
                    <a:latin typeface="+mn-ea"/>
                  </a:rPr>
                  <a:t>C</a:t>
                </a:r>
                <a:endParaRPr lang="zh-CN" altLang="en-US" b="1" dirty="0">
                  <a:solidFill>
                    <a:schemeClr val="bg1"/>
                  </a:solidFill>
                  <a:latin typeface="+mn-ea"/>
                </a:endParaRPr>
              </a:p>
            </p:txBody>
          </p:sp>
        </p:grpSp>
        <p:sp>
          <p:nvSpPr>
            <p:cNvPr id="70" name="文本框 69">
              <a:extLst>
                <a:ext uri="{FF2B5EF4-FFF2-40B4-BE49-F238E27FC236}">
                  <a16:creationId xmlns:a16="http://schemas.microsoft.com/office/drawing/2014/main" id="{3AC1B828-CF53-4D3A-B8D4-D2EF67453A56}"/>
                </a:ext>
              </a:extLst>
            </p:cNvPr>
            <p:cNvSpPr txBox="1"/>
            <p:nvPr/>
          </p:nvSpPr>
          <p:spPr>
            <a:xfrm>
              <a:off x="2252603" y="5999602"/>
              <a:ext cx="1986839" cy="369332"/>
            </a:xfrm>
            <a:prstGeom prst="rect">
              <a:avLst/>
            </a:prstGeom>
            <a:noFill/>
          </p:spPr>
          <p:txBody>
            <a:bodyPr wrap="square" rtlCol="0">
              <a:spAutoFit/>
            </a:bodyPr>
            <a:lstStyle/>
            <a:p>
              <a:pPr algn="ctr"/>
              <a:r>
                <a:rPr lang="zh-CN" altLang="en-US" b="1" dirty="0">
                  <a:latin typeface="+mn-ea"/>
                </a:rPr>
                <a:t>共享式以太网</a:t>
              </a:r>
            </a:p>
          </p:txBody>
        </p:sp>
      </p:grpSp>
      <p:grpSp>
        <p:nvGrpSpPr>
          <p:cNvPr id="7" name="组合 6">
            <a:extLst>
              <a:ext uri="{FF2B5EF4-FFF2-40B4-BE49-F238E27FC236}">
                <a16:creationId xmlns:a16="http://schemas.microsoft.com/office/drawing/2014/main" id="{71902E0A-C687-4076-AEE8-FA6FB6B0EBE3}"/>
              </a:ext>
            </a:extLst>
          </p:cNvPr>
          <p:cNvGrpSpPr/>
          <p:nvPr/>
        </p:nvGrpSpPr>
        <p:grpSpPr>
          <a:xfrm>
            <a:off x="6861608" y="1817184"/>
            <a:ext cx="4232071" cy="4551750"/>
            <a:chOff x="6861608" y="1817184"/>
            <a:chExt cx="4232071" cy="4551750"/>
          </a:xfrm>
        </p:grpSpPr>
        <p:sp>
          <p:nvSpPr>
            <p:cNvPr id="43" name="文本框 42">
              <a:extLst>
                <a:ext uri="{FF2B5EF4-FFF2-40B4-BE49-F238E27FC236}">
                  <a16:creationId xmlns:a16="http://schemas.microsoft.com/office/drawing/2014/main" id="{B50B0264-DC40-447D-900A-6EE65028DCB0}"/>
                </a:ext>
              </a:extLst>
            </p:cNvPr>
            <p:cNvSpPr txBox="1"/>
            <p:nvPr/>
          </p:nvSpPr>
          <p:spPr>
            <a:xfrm>
              <a:off x="8991579" y="3925288"/>
              <a:ext cx="1076381" cy="369332"/>
            </a:xfrm>
            <a:prstGeom prst="rect">
              <a:avLst/>
            </a:prstGeom>
            <a:noFill/>
          </p:spPr>
          <p:txBody>
            <a:bodyPr wrap="square" rtlCol="0">
              <a:spAutoFit/>
            </a:bodyPr>
            <a:lstStyle/>
            <a:p>
              <a:pPr algn="ctr"/>
              <a:r>
                <a:rPr lang="zh-CN" altLang="en-US" b="1" dirty="0">
                  <a:latin typeface="+mn-ea"/>
                </a:rPr>
                <a:t>交换机</a:t>
              </a:r>
            </a:p>
          </p:txBody>
        </p:sp>
        <p:cxnSp>
          <p:nvCxnSpPr>
            <p:cNvPr id="44" name="直接连接符 43">
              <a:extLst>
                <a:ext uri="{FF2B5EF4-FFF2-40B4-BE49-F238E27FC236}">
                  <a16:creationId xmlns:a16="http://schemas.microsoft.com/office/drawing/2014/main" id="{CC036EF6-3C61-49A7-B8A5-B8666E867CD1}"/>
                </a:ext>
              </a:extLst>
            </p:cNvPr>
            <p:cNvCxnSpPr>
              <a:cxnSpLocks/>
            </p:cNvCxnSpPr>
            <p:nvPr/>
          </p:nvCxnSpPr>
          <p:spPr>
            <a:xfrm flipH="1">
              <a:off x="7163618" y="3710053"/>
              <a:ext cx="3558504"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grpSp>
          <p:nvGrpSpPr>
            <p:cNvPr id="45" name="组合 44">
              <a:extLst>
                <a:ext uri="{FF2B5EF4-FFF2-40B4-BE49-F238E27FC236}">
                  <a16:creationId xmlns:a16="http://schemas.microsoft.com/office/drawing/2014/main" id="{309AED31-DB5D-49DC-A765-0A9CD1523C91}"/>
                </a:ext>
              </a:extLst>
            </p:cNvPr>
            <p:cNvGrpSpPr/>
            <p:nvPr/>
          </p:nvGrpSpPr>
          <p:grpSpPr>
            <a:xfrm>
              <a:off x="6861608" y="3207395"/>
              <a:ext cx="662814" cy="641082"/>
              <a:chOff x="1235749" y="1557688"/>
              <a:chExt cx="662814" cy="641082"/>
            </a:xfrm>
          </p:grpSpPr>
          <p:pic>
            <p:nvPicPr>
              <p:cNvPr id="46" name="图形 10">
                <a:extLst>
                  <a:ext uri="{FF2B5EF4-FFF2-40B4-BE49-F238E27FC236}">
                    <a16:creationId xmlns:a16="http://schemas.microsoft.com/office/drawing/2014/main" id="{8FA61B9C-16B8-4ED1-B105-294C3B7BB3F8}"/>
                  </a:ext>
                </a:extLst>
              </p:cNvPr>
              <p:cNvPicPr>
                <a:picLocks noChangeAspect="1"/>
              </p:cNvPicPr>
              <p:nvPr/>
            </p:nvPicPr>
            <p:blipFill>
              <a:blip r:embed="rId3">
                <a:extLst>
                  <a:ext uri="{28A0092B-C50C-407E-A947-70E740481C1C}">
                    <a14:useLocalDpi xmlns:a14="http://schemas.microsoft.com/office/drawing/2010/main" val="0"/>
                  </a:ext>
                  <a:ext uri="{96DAC541-7B7A-43D3-8B79-37D633B846F1}">
                    <asvg:svgBlip xmlns:asvg="http://schemas.microsoft.com/office/drawing/2016/SVG/main" r:embed="rId4"/>
                  </a:ext>
                </a:extLst>
              </a:blip>
              <a:stretch>
                <a:fillRect/>
              </a:stretch>
            </p:blipFill>
            <p:spPr>
              <a:xfrm>
                <a:off x="1235749" y="1557688"/>
                <a:ext cx="662814" cy="641082"/>
              </a:xfrm>
              <a:prstGeom prst="rect">
                <a:avLst/>
              </a:prstGeom>
            </p:spPr>
          </p:pic>
          <p:sp>
            <p:nvSpPr>
              <p:cNvPr id="47" name="文本框 46">
                <a:extLst>
                  <a:ext uri="{FF2B5EF4-FFF2-40B4-BE49-F238E27FC236}">
                    <a16:creationId xmlns:a16="http://schemas.microsoft.com/office/drawing/2014/main" id="{9F4A8B92-BC68-4823-B3FF-1EECF75B772F}"/>
                  </a:ext>
                </a:extLst>
              </p:cNvPr>
              <p:cNvSpPr txBox="1"/>
              <p:nvPr/>
            </p:nvSpPr>
            <p:spPr>
              <a:xfrm>
                <a:off x="1527006" y="1599907"/>
                <a:ext cx="316784" cy="369332"/>
              </a:xfrm>
              <a:prstGeom prst="rect">
                <a:avLst/>
              </a:prstGeom>
              <a:noFill/>
            </p:spPr>
            <p:txBody>
              <a:bodyPr wrap="square" rtlCol="0">
                <a:spAutoFit/>
              </a:bodyPr>
              <a:lstStyle/>
              <a:p>
                <a:pPr algn="ctr"/>
                <a:r>
                  <a:rPr lang="en-US" altLang="zh-CN" b="1" dirty="0">
                    <a:solidFill>
                      <a:schemeClr val="bg1"/>
                    </a:solidFill>
                    <a:latin typeface="+mn-ea"/>
                  </a:rPr>
                  <a:t>A</a:t>
                </a:r>
                <a:endParaRPr lang="zh-CN" altLang="en-US" b="1" dirty="0">
                  <a:solidFill>
                    <a:schemeClr val="bg1"/>
                  </a:solidFill>
                  <a:latin typeface="+mn-ea"/>
                </a:endParaRPr>
              </a:p>
            </p:txBody>
          </p:sp>
        </p:grpSp>
        <p:cxnSp>
          <p:nvCxnSpPr>
            <p:cNvPr id="48" name="直接连接符 47">
              <a:extLst>
                <a:ext uri="{FF2B5EF4-FFF2-40B4-BE49-F238E27FC236}">
                  <a16:creationId xmlns:a16="http://schemas.microsoft.com/office/drawing/2014/main" id="{11302207-57CF-4224-92E8-D1F84BEE71C5}"/>
                </a:ext>
              </a:extLst>
            </p:cNvPr>
            <p:cNvCxnSpPr>
              <a:cxnSpLocks/>
              <a:stCxn id="51" idx="2"/>
            </p:cNvCxnSpPr>
            <p:nvPr/>
          </p:nvCxnSpPr>
          <p:spPr>
            <a:xfrm flipV="1">
              <a:off x="8979775" y="2372627"/>
              <a:ext cx="23609" cy="3025302"/>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grpSp>
          <p:nvGrpSpPr>
            <p:cNvPr id="49" name="组合 48">
              <a:extLst>
                <a:ext uri="{FF2B5EF4-FFF2-40B4-BE49-F238E27FC236}">
                  <a16:creationId xmlns:a16="http://schemas.microsoft.com/office/drawing/2014/main" id="{BF2BE45A-31C7-4BEB-90CC-281327B31C56}"/>
                </a:ext>
              </a:extLst>
            </p:cNvPr>
            <p:cNvGrpSpPr/>
            <p:nvPr/>
          </p:nvGrpSpPr>
          <p:grpSpPr>
            <a:xfrm>
              <a:off x="8530126" y="4986378"/>
              <a:ext cx="662814" cy="641082"/>
              <a:chOff x="1235749" y="1557688"/>
              <a:chExt cx="662814" cy="641082"/>
            </a:xfrm>
          </p:grpSpPr>
          <p:pic>
            <p:nvPicPr>
              <p:cNvPr id="50" name="图形 10">
                <a:extLst>
                  <a:ext uri="{FF2B5EF4-FFF2-40B4-BE49-F238E27FC236}">
                    <a16:creationId xmlns:a16="http://schemas.microsoft.com/office/drawing/2014/main" id="{D8BB52B7-42CD-425A-8012-9894A8203C86}"/>
                  </a:ext>
                </a:extLst>
              </p:cNvPr>
              <p:cNvPicPr>
                <a:picLocks noChangeAspect="1"/>
              </p:cNvPicPr>
              <p:nvPr/>
            </p:nvPicPr>
            <p:blipFill>
              <a:blip r:embed="rId3">
                <a:extLst>
                  <a:ext uri="{28A0092B-C50C-407E-A947-70E740481C1C}">
                    <a14:useLocalDpi xmlns:a14="http://schemas.microsoft.com/office/drawing/2010/main" val="0"/>
                  </a:ext>
                  <a:ext uri="{96DAC541-7B7A-43D3-8B79-37D633B846F1}">
                    <asvg:svgBlip xmlns:asvg="http://schemas.microsoft.com/office/drawing/2016/SVG/main" r:embed="rId4"/>
                  </a:ext>
                </a:extLst>
              </a:blip>
              <a:stretch>
                <a:fillRect/>
              </a:stretch>
            </p:blipFill>
            <p:spPr>
              <a:xfrm>
                <a:off x="1235749" y="1557688"/>
                <a:ext cx="662814" cy="641082"/>
              </a:xfrm>
              <a:prstGeom prst="rect">
                <a:avLst/>
              </a:prstGeom>
            </p:spPr>
          </p:pic>
          <p:sp>
            <p:nvSpPr>
              <p:cNvPr id="51" name="文本框 50">
                <a:extLst>
                  <a:ext uri="{FF2B5EF4-FFF2-40B4-BE49-F238E27FC236}">
                    <a16:creationId xmlns:a16="http://schemas.microsoft.com/office/drawing/2014/main" id="{77CC7DCC-EC9A-4F4E-B7F7-2E9BA02EDA7C}"/>
                  </a:ext>
                </a:extLst>
              </p:cNvPr>
              <p:cNvSpPr txBox="1"/>
              <p:nvPr/>
            </p:nvSpPr>
            <p:spPr>
              <a:xfrm>
                <a:off x="1527006" y="1599907"/>
                <a:ext cx="316784" cy="369332"/>
              </a:xfrm>
              <a:prstGeom prst="rect">
                <a:avLst/>
              </a:prstGeom>
              <a:noFill/>
            </p:spPr>
            <p:txBody>
              <a:bodyPr wrap="square" rtlCol="0">
                <a:spAutoFit/>
              </a:bodyPr>
              <a:lstStyle/>
              <a:p>
                <a:pPr algn="ctr"/>
                <a:r>
                  <a:rPr lang="en-US" altLang="zh-CN" b="1" dirty="0">
                    <a:solidFill>
                      <a:schemeClr val="bg1"/>
                    </a:solidFill>
                    <a:latin typeface="+mn-ea"/>
                  </a:rPr>
                  <a:t>D</a:t>
                </a:r>
                <a:endParaRPr lang="zh-CN" altLang="en-US" b="1" dirty="0">
                  <a:solidFill>
                    <a:schemeClr val="bg1"/>
                  </a:solidFill>
                  <a:latin typeface="+mn-ea"/>
                </a:endParaRPr>
              </a:p>
            </p:txBody>
          </p:sp>
        </p:grpSp>
        <p:grpSp>
          <p:nvGrpSpPr>
            <p:cNvPr id="56" name="组合 55">
              <a:extLst>
                <a:ext uri="{FF2B5EF4-FFF2-40B4-BE49-F238E27FC236}">
                  <a16:creationId xmlns:a16="http://schemas.microsoft.com/office/drawing/2014/main" id="{0942FD9D-2108-4B0E-8619-649E4188B714}"/>
                </a:ext>
              </a:extLst>
            </p:cNvPr>
            <p:cNvGrpSpPr/>
            <p:nvPr/>
          </p:nvGrpSpPr>
          <p:grpSpPr>
            <a:xfrm>
              <a:off x="8668550" y="1817184"/>
              <a:ext cx="662814" cy="641082"/>
              <a:chOff x="1235749" y="1557688"/>
              <a:chExt cx="662814" cy="641082"/>
            </a:xfrm>
          </p:grpSpPr>
          <p:pic>
            <p:nvPicPr>
              <p:cNvPr id="57" name="图形 10">
                <a:extLst>
                  <a:ext uri="{FF2B5EF4-FFF2-40B4-BE49-F238E27FC236}">
                    <a16:creationId xmlns:a16="http://schemas.microsoft.com/office/drawing/2014/main" id="{239FE925-5B69-44FE-A994-EFD2ED2716A3}"/>
                  </a:ext>
                </a:extLst>
              </p:cNvPr>
              <p:cNvPicPr>
                <a:picLocks noChangeAspect="1"/>
              </p:cNvPicPr>
              <p:nvPr/>
            </p:nvPicPr>
            <p:blipFill>
              <a:blip r:embed="rId3">
                <a:extLst>
                  <a:ext uri="{28A0092B-C50C-407E-A947-70E740481C1C}">
                    <a14:useLocalDpi xmlns:a14="http://schemas.microsoft.com/office/drawing/2010/main" val="0"/>
                  </a:ext>
                  <a:ext uri="{96DAC541-7B7A-43D3-8B79-37D633B846F1}">
                    <asvg:svgBlip xmlns:asvg="http://schemas.microsoft.com/office/drawing/2016/SVG/main" r:embed="rId4"/>
                  </a:ext>
                </a:extLst>
              </a:blip>
              <a:stretch>
                <a:fillRect/>
              </a:stretch>
            </p:blipFill>
            <p:spPr>
              <a:xfrm>
                <a:off x="1235749" y="1557688"/>
                <a:ext cx="662814" cy="641082"/>
              </a:xfrm>
              <a:prstGeom prst="rect">
                <a:avLst/>
              </a:prstGeom>
            </p:spPr>
          </p:pic>
          <p:sp>
            <p:nvSpPr>
              <p:cNvPr id="58" name="文本框 57">
                <a:extLst>
                  <a:ext uri="{FF2B5EF4-FFF2-40B4-BE49-F238E27FC236}">
                    <a16:creationId xmlns:a16="http://schemas.microsoft.com/office/drawing/2014/main" id="{913E0766-C1BB-4CA8-9256-03A79C8A3DE8}"/>
                  </a:ext>
                </a:extLst>
              </p:cNvPr>
              <p:cNvSpPr txBox="1"/>
              <p:nvPr/>
            </p:nvSpPr>
            <p:spPr>
              <a:xfrm>
                <a:off x="1527006" y="1599907"/>
                <a:ext cx="316784" cy="369332"/>
              </a:xfrm>
              <a:prstGeom prst="rect">
                <a:avLst/>
              </a:prstGeom>
              <a:noFill/>
            </p:spPr>
            <p:txBody>
              <a:bodyPr wrap="square" rtlCol="0">
                <a:spAutoFit/>
              </a:bodyPr>
              <a:lstStyle/>
              <a:p>
                <a:pPr algn="ctr"/>
                <a:r>
                  <a:rPr lang="en-US" altLang="zh-CN" b="1" dirty="0">
                    <a:solidFill>
                      <a:schemeClr val="bg1"/>
                    </a:solidFill>
                    <a:latin typeface="+mn-ea"/>
                  </a:rPr>
                  <a:t>B</a:t>
                </a:r>
                <a:endParaRPr lang="zh-CN" altLang="en-US" b="1" dirty="0">
                  <a:solidFill>
                    <a:schemeClr val="bg1"/>
                  </a:solidFill>
                  <a:latin typeface="+mn-ea"/>
                </a:endParaRPr>
              </a:p>
            </p:txBody>
          </p:sp>
        </p:grpSp>
        <p:grpSp>
          <p:nvGrpSpPr>
            <p:cNvPr id="59" name="组合 58">
              <a:extLst>
                <a:ext uri="{FF2B5EF4-FFF2-40B4-BE49-F238E27FC236}">
                  <a16:creationId xmlns:a16="http://schemas.microsoft.com/office/drawing/2014/main" id="{2852E6D1-309D-4FEC-918D-983E4E2EEA56}"/>
                </a:ext>
              </a:extLst>
            </p:cNvPr>
            <p:cNvGrpSpPr/>
            <p:nvPr/>
          </p:nvGrpSpPr>
          <p:grpSpPr>
            <a:xfrm>
              <a:off x="10430865" y="3207395"/>
              <a:ext cx="662814" cy="641082"/>
              <a:chOff x="1235749" y="1557688"/>
              <a:chExt cx="662814" cy="641082"/>
            </a:xfrm>
          </p:grpSpPr>
          <p:pic>
            <p:nvPicPr>
              <p:cNvPr id="60" name="图形 10">
                <a:extLst>
                  <a:ext uri="{FF2B5EF4-FFF2-40B4-BE49-F238E27FC236}">
                    <a16:creationId xmlns:a16="http://schemas.microsoft.com/office/drawing/2014/main" id="{A1A931C8-49BA-421A-94DE-8033FE334B9B}"/>
                  </a:ext>
                </a:extLst>
              </p:cNvPr>
              <p:cNvPicPr>
                <a:picLocks noChangeAspect="1"/>
              </p:cNvPicPr>
              <p:nvPr/>
            </p:nvPicPr>
            <p:blipFill>
              <a:blip r:embed="rId3">
                <a:extLst>
                  <a:ext uri="{28A0092B-C50C-407E-A947-70E740481C1C}">
                    <a14:useLocalDpi xmlns:a14="http://schemas.microsoft.com/office/drawing/2010/main" val="0"/>
                  </a:ext>
                  <a:ext uri="{96DAC541-7B7A-43D3-8B79-37D633B846F1}">
                    <asvg:svgBlip xmlns:asvg="http://schemas.microsoft.com/office/drawing/2016/SVG/main" r:embed="rId4"/>
                  </a:ext>
                </a:extLst>
              </a:blip>
              <a:stretch>
                <a:fillRect/>
              </a:stretch>
            </p:blipFill>
            <p:spPr>
              <a:xfrm>
                <a:off x="1235749" y="1557688"/>
                <a:ext cx="662814" cy="641082"/>
              </a:xfrm>
              <a:prstGeom prst="rect">
                <a:avLst/>
              </a:prstGeom>
            </p:spPr>
          </p:pic>
          <p:sp>
            <p:nvSpPr>
              <p:cNvPr id="61" name="文本框 60">
                <a:extLst>
                  <a:ext uri="{FF2B5EF4-FFF2-40B4-BE49-F238E27FC236}">
                    <a16:creationId xmlns:a16="http://schemas.microsoft.com/office/drawing/2014/main" id="{4E9A45A7-8A2B-42B9-AF8A-48DBFC7D49C5}"/>
                  </a:ext>
                </a:extLst>
              </p:cNvPr>
              <p:cNvSpPr txBox="1"/>
              <p:nvPr/>
            </p:nvSpPr>
            <p:spPr>
              <a:xfrm>
                <a:off x="1527006" y="1606485"/>
                <a:ext cx="316784" cy="369332"/>
              </a:xfrm>
              <a:prstGeom prst="rect">
                <a:avLst/>
              </a:prstGeom>
              <a:noFill/>
            </p:spPr>
            <p:txBody>
              <a:bodyPr wrap="square" rtlCol="0">
                <a:spAutoFit/>
              </a:bodyPr>
              <a:lstStyle/>
              <a:p>
                <a:pPr algn="ctr"/>
                <a:r>
                  <a:rPr lang="en-US" altLang="zh-CN" b="1" dirty="0">
                    <a:solidFill>
                      <a:schemeClr val="bg1"/>
                    </a:solidFill>
                    <a:latin typeface="+mn-ea"/>
                  </a:rPr>
                  <a:t>C</a:t>
                </a:r>
                <a:endParaRPr lang="zh-CN" altLang="en-US" b="1" dirty="0">
                  <a:solidFill>
                    <a:schemeClr val="bg1"/>
                  </a:solidFill>
                  <a:latin typeface="+mn-ea"/>
                </a:endParaRPr>
              </a:p>
            </p:txBody>
          </p:sp>
        </p:grpSp>
        <p:pic>
          <p:nvPicPr>
            <p:cNvPr id="69" name="图片 68" descr="图标&#10;&#10;描述已自动生成">
              <a:extLst>
                <a:ext uri="{FF2B5EF4-FFF2-40B4-BE49-F238E27FC236}">
                  <a16:creationId xmlns:a16="http://schemas.microsoft.com/office/drawing/2014/main" id="{56B846AC-1958-4647-804E-6E3006D74520}"/>
                </a:ext>
              </a:extLst>
            </p:cNvPr>
            <p:cNvPicPr>
              <a:picLocks noChangeAspect="1"/>
            </p:cNvPicPr>
            <p:nvPr/>
          </p:nvPicPr>
          <p:blipFill>
            <a:blip r:embed="rId6">
              <a:extLst>
                <a:ext uri="{28A0092B-C50C-407E-A947-70E740481C1C}">
                  <a14:useLocalDpi xmlns:a14="http://schemas.microsoft.com/office/drawing/2010/main" val="0"/>
                </a:ext>
              </a:extLst>
            </a:blip>
            <a:stretch>
              <a:fillRect/>
            </a:stretch>
          </p:blipFill>
          <p:spPr>
            <a:xfrm>
              <a:off x="8763638" y="3386593"/>
              <a:ext cx="497392" cy="641082"/>
            </a:xfrm>
            <a:prstGeom prst="rect">
              <a:avLst/>
            </a:prstGeom>
          </p:spPr>
        </p:pic>
        <p:sp>
          <p:nvSpPr>
            <p:cNvPr id="71" name="文本框 70">
              <a:extLst>
                <a:ext uri="{FF2B5EF4-FFF2-40B4-BE49-F238E27FC236}">
                  <a16:creationId xmlns:a16="http://schemas.microsoft.com/office/drawing/2014/main" id="{EBA9184B-FAF2-4733-A498-9B71F3E74CC7}"/>
                </a:ext>
              </a:extLst>
            </p:cNvPr>
            <p:cNvSpPr txBox="1"/>
            <p:nvPr/>
          </p:nvSpPr>
          <p:spPr>
            <a:xfrm>
              <a:off x="7966387" y="5999602"/>
              <a:ext cx="1986839" cy="369332"/>
            </a:xfrm>
            <a:prstGeom prst="rect">
              <a:avLst/>
            </a:prstGeom>
            <a:noFill/>
          </p:spPr>
          <p:txBody>
            <a:bodyPr wrap="square" rtlCol="0">
              <a:spAutoFit/>
            </a:bodyPr>
            <a:lstStyle/>
            <a:p>
              <a:pPr algn="ctr"/>
              <a:r>
                <a:rPr lang="zh-CN" altLang="en-US" b="1" dirty="0">
                  <a:latin typeface="+mn-ea"/>
                </a:rPr>
                <a:t>交换式以太网</a:t>
              </a:r>
            </a:p>
          </p:txBody>
        </p:sp>
      </p:grpSp>
      <p:sp>
        <p:nvSpPr>
          <p:cNvPr id="72" name="文本框 71">
            <a:extLst>
              <a:ext uri="{FF2B5EF4-FFF2-40B4-BE49-F238E27FC236}">
                <a16:creationId xmlns:a16="http://schemas.microsoft.com/office/drawing/2014/main" id="{694982CA-BBE3-4971-A06F-36B59AA7466A}"/>
              </a:ext>
            </a:extLst>
          </p:cNvPr>
          <p:cNvSpPr txBox="1"/>
          <p:nvPr/>
        </p:nvSpPr>
        <p:spPr>
          <a:xfrm>
            <a:off x="5130878" y="736280"/>
            <a:ext cx="2922270" cy="400110"/>
          </a:xfrm>
          <a:prstGeom prst="rect">
            <a:avLst/>
          </a:prstGeom>
          <a:noFill/>
        </p:spPr>
        <p:txBody>
          <a:bodyPr wrap="square" rtlCol="0">
            <a:spAutoFit/>
          </a:bodyPr>
          <a:lstStyle/>
          <a:p>
            <a:r>
              <a:rPr lang="en-US" altLang="zh-CN" sz="2000" b="1" dirty="0">
                <a:solidFill>
                  <a:schemeClr val="tx1"/>
                </a:solidFill>
                <a:latin typeface="Arial Narrow" panose="020B0606020202030204" pitchFamily="34" charset="0"/>
              </a:rPr>
              <a:t>(</a:t>
            </a:r>
            <a:r>
              <a:rPr lang="zh-CN" altLang="en-US" sz="2000" b="1" dirty="0">
                <a:solidFill>
                  <a:schemeClr val="tx1"/>
                </a:solidFill>
                <a:latin typeface="Arial Narrow" panose="020B0606020202030204" pitchFamily="34" charset="0"/>
              </a:rPr>
              <a:t>集线器与交换机的对比</a:t>
            </a:r>
            <a:r>
              <a:rPr lang="en-US" altLang="zh-CN" sz="2000" b="1" dirty="0">
                <a:solidFill>
                  <a:schemeClr val="tx1"/>
                </a:solidFill>
                <a:latin typeface="Arial Narrow" panose="020B0606020202030204" pitchFamily="34" charset="0"/>
              </a:rPr>
              <a:t>)</a:t>
            </a:r>
          </a:p>
        </p:txBody>
      </p:sp>
      <p:sp>
        <p:nvSpPr>
          <p:cNvPr id="8" name="矩形 7">
            <a:extLst>
              <a:ext uri="{FF2B5EF4-FFF2-40B4-BE49-F238E27FC236}">
                <a16:creationId xmlns:a16="http://schemas.microsoft.com/office/drawing/2014/main" id="{27E624FC-743D-4AEE-8686-185520767380}"/>
              </a:ext>
            </a:extLst>
          </p:cNvPr>
          <p:cNvSpPr/>
          <p:nvPr/>
        </p:nvSpPr>
        <p:spPr>
          <a:xfrm>
            <a:off x="8256188" y="1013854"/>
            <a:ext cx="3623543" cy="671205"/>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r>
              <a:rPr lang="zh-CN" altLang="en-US" b="1" dirty="0"/>
              <a:t>假设交换机的转发表已经学习到了所有主机与自己各接口的对应关系</a:t>
            </a:r>
          </a:p>
        </p:txBody>
      </p:sp>
      <p:sp>
        <p:nvSpPr>
          <p:cNvPr id="80" name="文本框 79">
            <a:extLst>
              <a:ext uri="{FF2B5EF4-FFF2-40B4-BE49-F238E27FC236}">
                <a16:creationId xmlns:a16="http://schemas.microsoft.com/office/drawing/2014/main" id="{DDE090F3-DDD1-43BE-84F9-49CD194CB48C}"/>
              </a:ext>
            </a:extLst>
          </p:cNvPr>
          <p:cNvSpPr txBox="1"/>
          <p:nvPr/>
        </p:nvSpPr>
        <p:spPr>
          <a:xfrm>
            <a:off x="2309679" y="2075280"/>
            <a:ext cx="662814" cy="369332"/>
          </a:xfrm>
          <a:prstGeom prst="rect">
            <a:avLst/>
          </a:prstGeom>
          <a:noFill/>
        </p:spPr>
        <p:txBody>
          <a:bodyPr wrap="square" rtlCol="0">
            <a:spAutoFit/>
          </a:bodyPr>
          <a:lstStyle/>
          <a:p>
            <a:pPr algn="ctr"/>
            <a:r>
              <a:rPr lang="zh-CN" altLang="en-US" b="1" dirty="0">
                <a:solidFill>
                  <a:schemeClr val="accent4"/>
                </a:solidFill>
                <a:latin typeface="+mn-ea"/>
              </a:rPr>
              <a:t>接受</a:t>
            </a:r>
            <a:endParaRPr lang="en-US" altLang="zh-CN" b="1" dirty="0">
              <a:solidFill>
                <a:schemeClr val="accent4"/>
              </a:solidFill>
              <a:latin typeface="+mn-ea"/>
            </a:endParaRPr>
          </a:p>
        </p:txBody>
      </p:sp>
      <p:sp>
        <p:nvSpPr>
          <p:cNvPr id="81" name="文本框 80">
            <a:extLst>
              <a:ext uri="{FF2B5EF4-FFF2-40B4-BE49-F238E27FC236}">
                <a16:creationId xmlns:a16="http://schemas.microsoft.com/office/drawing/2014/main" id="{DBE6B3B3-3090-4199-A1F9-676DBF7BA393}"/>
              </a:ext>
            </a:extLst>
          </p:cNvPr>
          <p:cNvSpPr txBox="1"/>
          <p:nvPr/>
        </p:nvSpPr>
        <p:spPr>
          <a:xfrm>
            <a:off x="4403618" y="3024308"/>
            <a:ext cx="662814" cy="369332"/>
          </a:xfrm>
          <a:prstGeom prst="rect">
            <a:avLst/>
          </a:prstGeom>
          <a:noFill/>
        </p:spPr>
        <p:txBody>
          <a:bodyPr wrap="square" rtlCol="0">
            <a:spAutoFit/>
          </a:bodyPr>
          <a:lstStyle/>
          <a:p>
            <a:pPr algn="ctr"/>
            <a:r>
              <a:rPr lang="zh-CN" altLang="en-US" b="1" dirty="0">
                <a:solidFill>
                  <a:schemeClr val="accent1">
                    <a:lumMod val="75000"/>
                  </a:schemeClr>
                </a:solidFill>
                <a:latin typeface="+mn-ea"/>
              </a:rPr>
              <a:t>丢弃</a:t>
            </a:r>
            <a:endParaRPr lang="en-US" altLang="zh-CN" b="1" dirty="0">
              <a:solidFill>
                <a:schemeClr val="accent1">
                  <a:lumMod val="75000"/>
                </a:schemeClr>
              </a:solidFill>
              <a:latin typeface="+mn-ea"/>
            </a:endParaRPr>
          </a:p>
        </p:txBody>
      </p:sp>
      <p:sp>
        <p:nvSpPr>
          <p:cNvPr id="82" name="文本框 81">
            <a:extLst>
              <a:ext uri="{FF2B5EF4-FFF2-40B4-BE49-F238E27FC236}">
                <a16:creationId xmlns:a16="http://schemas.microsoft.com/office/drawing/2014/main" id="{3AE29D37-30DA-4E6E-A1F4-49AFB48742DF}"/>
              </a:ext>
            </a:extLst>
          </p:cNvPr>
          <p:cNvSpPr txBox="1"/>
          <p:nvPr/>
        </p:nvSpPr>
        <p:spPr>
          <a:xfrm>
            <a:off x="2309679" y="4933003"/>
            <a:ext cx="662814" cy="369332"/>
          </a:xfrm>
          <a:prstGeom prst="rect">
            <a:avLst/>
          </a:prstGeom>
          <a:noFill/>
        </p:spPr>
        <p:txBody>
          <a:bodyPr wrap="square" rtlCol="0">
            <a:spAutoFit/>
          </a:bodyPr>
          <a:lstStyle/>
          <a:p>
            <a:pPr algn="ctr"/>
            <a:r>
              <a:rPr lang="zh-CN" altLang="en-US" b="1" dirty="0">
                <a:solidFill>
                  <a:schemeClr val="accent1">
                    <a:lumMod val="75000"/>
                  </a:schemeClr>
                </a:solidFill>
                <a:latin typeface="+mn-ea"/>
              </a:rPr>
              <a:t>丢弃</a:t>
            </a:r>
            <a:endParaRPr lang="en-US" altLang="zh-CN" b="1" dirty="0">
              <a:solidFill>
                <a:schemeClr val="accent1">
                  <a:lumMod val="75000"/>
                </a:schemeClr>
              </a:solidFill>
              <a:latin typeface="+mn-ea"/>
            </a:endParaRPr>
          </a:p>
        </p:txBody>
      </p:sp>
      <p:sp>
        <p:nvSpPr>
          <p:cNvPr id="83" name="文本框 82">
            <a:extLst>
              <a:ext uri="{FF2B5EF4-FFF2-40B4-BE49-F238E27FC236}">
                <a16:creationId xmlns:a16="http://schemas.microsoft.com/office/drawing/2014/main" id="{91D7CFA9-4A93-4687-95A5-3EB27433FA9F}"/>
              </a:ext>
            </a:extLst>
          </p:cNvPr>
          <p:cNvSpPr txBox="1"/>
          <p:nvPr/>
        </p:nvSpPr>
        <p:spPr>
          <a:xfrm>
            <a:off x="8077773" y="2075280"/>
            <a:ext cx="662814" cy="369332"/>
          </a:xfrm>
          <a:prstGeom prst="rect">
            <a:avLst/>
          </a:prstGeom>
          <a:noFill/>
        </p:spPr>
        <p:txBody>
          <a:bodyPr wrap="square" rtlCol="0">
            <a:spAutoFit/>
          </a:bodyPr>
          <a:lstStyle/>
          <a:p>
            <a:pPr algn="ctr"/>
            <a:r>
              <a:rPr lang="zh-CN" altLang="en-US" b="1" dirty="0">
                <a:solidFill>
                  <a:schemeClr val="accent4"/>
                </a:solidFill>
                <a:latin typeface="+mn-ea"/>
              </a:rPr>
              <a:t>接受</a:t>
            </a:r>
            <a:endParaRPr lang="en-US" altLang="zh-CN" b="1" dirty="0">
              <a:solidFill>
                <a:schemeClr val="accent4"/>
              </a:solidFill>
              <a:latin typeface="+mn-ea"/>
            </a:endParaRPr>
          </a:p>
        </p:txBody>
      </p:sp>
      <p:sp>
        <p:nvSpPr>
          <p:cNvPr id="84" name="平行四边形 83">
            <a:extLst>
              <a:ext uri="{FF2B5EF4-FFF2-40B4-BE49-F238E27FC236}">
                <a16:creationId xmlns:a16="http://schemas.microsoft.com/office/drawing/2014/main" id="{DAC46B01-2D0F-C288-75D2-049EB14B8597}"/>
              </a:ext>
            </a:extLst>
          </p:cNvPr>
          <p:cNvSpPr/>
          <p:nvPr/>
        </p:nvSpPr>
        <p:spPr>
          <a:xfrm>
            <a:off x="304799" y="749300"/>
            <a:ext cx="688541" cy="387090"/>
          </a:xfrm>
          <a:prstGeom prst="parallelogram">
            <a:avLst/>
          </a:prstGeom>
          <a:solidFill>
            <a:schemeClr val="accent3">
              <a:lumMod val="75000"/>
            </a:schemeClr>
          </a:solidFill>
          <a:ln>
            <a:solidFill>
              <a:schemeClr val="accent3">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CN" sz="2200" dirty="0">
                <a:latin typeface="Impact" panose="020B0806030902050204" pitchFamily="34" charset="0"/>
              </a:rPr>
              <a:t>03</a:t>
            </a:r>
            <a:endParaRPr lang="zh-CN" altLang="en-US" sz="2200" dirty="0">
              <a:latin typeface="Impact" panose="020B0806030902050204" pitchFamily="34" charset="0"/>
            </a:endParaRPr>
          </a:p>
        </p:txBody>
      </p:sp>
    </p:spTree>
    <p:custDataLst>
      <p:tags r:id="rId1"/>
    </p:custDataLst>
    <p:extLst>
      <p:ext uri="{BB962C8B-B14F-4D97-AF65-F5344CB8AC3E}">
        <p14:creationId xmlns:p14="http://schemas.microsoft.com/office/powerpoint/2010/main" val="3507675222"/>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2" presetClass="entr" presetSubtype="8" fill="hold" nodeType="withEffect">
                                  <p:stCondLst>
                                    <p:cond delay="0"/>
                                  </p:stCondLst>
                                  <p:childTnLst>
                                    <p:set>
                                      <p:cBhvr>
                                        <p:cTn id="6" dur="1" fill="hold">
                                          <p:stCondLst>
                                            <p:cond delay="0"/>
                                          </p:stCondLst>
                                        </p:cTn>
                                        <p:tgtEl>
                                          <p:spTgt spid="52"/>
                                        </p:tgtEl>
                                        <p:attrNameLst>
                                          <p:attrName>style.visibility</p:attrName>
                                        </p:attrNameLst>
                                      </p:cBhvr>
                                      <p:to>
                                        <p:strVal val="visible"/>
                                      </p:to>
                                    </p:set>
                                    <p:anim calcmode="lin" valueType="num">
                                      <p:cBhvr additive="base">
                                        <p:cTn id="7" dur="500"/>
                                        <p:tgtEl>
                                          <p:spTgt spid="52"/>
                                        </p:tgtEl>
                                        <p:attrNameLst>
                                          <p:attrName>ppt_x</p:attrName>
                                        </p:attrNameLst>
                                      </p:cBhvr>
                                      <p:tavLst>
                                        <p:tav tm="0">
                                          <p:val>
                                            <p:strVal val="#ppt_x-#ppt_w*1.125000"/>
                                          </p:val>
                                        </p:tav>
                                        <p:tav tm="100000">
                                          <p:val>
                                            <p:strVal val="#ppt_x"/>
                                          </p:val>
                                        </p:tav>
                                      </p:tavLst>
                                    </p:anim>
                                    <p:animEffect transition="in" filter="wipe(right)">
                                      <p:cBhvr>
                                        <p:cTn id="8" dur="500"/>
                                        <p:tgtEl>
                                          <p:spTgt spid="52"/>
                                        </p:tgtEl>
                                      </p:cBhvr>
                                    </p:animEffect>
                                  </p:childTnLst>
                                </p:cTn>
                              </p:par>
                              <p:par>
                                <p:cTn id="9" presetID="12" presetClass="entr" presetSubtype="8" fill="hold" nodeType="withEffect">
                                  <p:stCondLst>
                                    <p:cond delay="0"/>
                                  </p:stCondLst>
                                  <p:childTnLst>
                                    <p:set>
                                      <p:cBhvr>
                                        <p:cTn id="10" dur="1" fill="hold">
                                          <p:stCondLst>
                                            <p:cond delay="0"/>
                                          </p:stCondLst>
                                        </p:cTn>
                                        <p:tgtEl>
                                          <p:spTgt spid="74"/>
                                        </p:tgtEl>
                                        <p:attrNameLst>
                                          <p:attrName>style.visibility</p:attrName>
                                        </p:attrNameLst>
                                      </p:cBhvr>
                                      <p:to>
                                        <p:strVal val="visible"/>
                                      </p:to>
                                    </p:set>
                                    <p:anim calcmode="lin" valueType="num">
                                      <p:cBhvr additive="base">
                                        <p:cTn id="11" dur="500"/>
                                        <p:tgtEl>
                                          <p:spTgt spid="74"/>
                                        </p:tgtEl>
                                        <p:attrNameLst>
                                          <p:attrName>ppt_x</p:attrName>
                                        </p:attrNameLst>
                                      </p:cBhvr>
                                      <p:tavLst>
                                        <p:tav tm="0">
                                          <p:val>
                                            <p:strVal val="#ppt_x-#ppt_w*1.125000"/>
                                          </p:val>
                                        </p:tav>
                                        <p:tav tm="100000">
                                          <p:val>
                                            <p:strVal val="#ppt_x"/>
                                          </p:val>
                                        </p:tav>
                                      </p:tavLst>
                                    </p:anim>
                                    <p:animEffect transition="in" filter="wipe(right)">
                                      <p:cBhvr>
                                        <p:cTn id="12" dur="500"/>
                                        <p:tgtEl>
                                          <p:spTgt spid="74"/>
                                        </p:tgtEl>
                                      </p:cBhvr>
                                    </p:animEffect>
                                  </p:childTnLst>
                                </p:cTn>
                              </p:par>
                            </p:childTnLst>
                          </p:cTn>
                        </p:par>
                      </p:childTnLst>
                    </p:cTn>
                  </p:par>
                  <p:par>
                    <p:cTn id="13" fill="hold">
                      <p:stCondLst>
                        <p:cond delay="indefinite"/>
                      </p:stCondLst>
                      <p:childTnLst>
                        <p:par>
                          <p:cTn id="14" fill="hold">
                            <p:stCondLst>
                              <p:cond delay="0"/>
                            </p:stCondLst>
                            <p:childTnLst>
                              <p:par>
                                <p:cTn id="15" presetID="12" presetClass="entr" presetSubtype="4" fill="hold" nodeType="clickEffect">
                                  <p:stCondLst>
                                    <p:cond delay="0"/>
                                  </p:stCondLst>
                                  <p:childTnLst>
                                    <p:set>
                                      <p:cBhvr>
                                        <p:cTn id="16" dur="1" fill="hold">
                                          <p:stCondLst>
                                            <p:cond delay="0"/>
                                          </p:stCondLst>
                                        </p:cTn>
                                        <p:tgtEl>
                                          <p:spTgt spid="55"/>
                                        </p:tgtEl>
                                        <p:attrNameLst>
                                          <p:attrName>style.visibility</p:attrName>
                                        </p:attrNameLst>
                                      </p:cBhvr>
                                      <p:to>
                                        <p:strVal val="visible"/>
                                      </p:to>
                                    </p:set>
                                    <p:anim calcmode="lin" valueType="num">
                                      <p:cBhvr additive="base">
                                        <p:cTn id="17" dur="500"/>
                                        <p:tgtEl>
                                          <p:spTgt spid="55"/>
                                        </p:tgtEl>
                                        <p:attrNameLst>
                                          <p:attrName>ppt_y</p:attrName>
                                        </p:attrNameLst>
                                      </p:cBhvr>
                                      <p:tavLst>
                                        <p:tav tm="0">
                                          <p:val>
                                            <p:strVal val="#ppt_y+#ppt_h*1.125000"/>
                                          </p:val>
                                        </p:tav>
                                        <p:tav tm="100000">
                                          <p:val>
                                            <p:strVal val="#ppt_y"/>
                                          </p:val>
                                        </p:tav>
                                      </p:tavLst>
                                    </p:anim>
                                    <p:animEffect transition="in" filter="wipe(up)">
                                      <p:cBhvr>
                                        <p:cTn id="18" dur="500"/>
                                        <p:tgtEl>
                                          <p:spTgt spid="55"/>
                                        </p:tgtEl>
                                      </p:cBhvr>
                                    </p:animEffect>
                                  </p:childTnLst>
                                </p:cTn>
                              </p:par>
                              <p:par>
                                <p:cTn id="19" presetID="12" presetClass="entr" presetSubtype="8" fill="hold" nodeType="withEffect">
                                  <p:stCondLst>
                                    <p:cond delay="0"/>
                                  </p:stCondLst>
                                  <p:childTnLst>
                                    <p:set>
                                      <p:cBhvr>
                                        <p:cTn id="20" dur="1" fill="hold">
                                          <p:stCondLst>
                                            <p:cond delay="0"/>
                                          </p:stCondLst>
                                        </p:cTn>
                                        <p:tgtEl>
                                          <p:spTgt spid="67"/>
                                        </p:tgtEl>
                                        <p:attrNameLst>
                                          <p:attrName>style.visibility</p:attrName>
                                        </p:attrNameLst>
                                      </p:cBhvr>
                                      <p:to>
                                        <p:strVal val="visible"/>
                                      </p:to>
                                    </p:set>
                                    <p:anim calcmode="lin" valueType="num">
                                      <p:cBhvr additive="base">
                                        <p:cTn id="21" dur="500"/>
                                        <p:tgtEl>
                                          <p:spTgt spid="67"/>
                                        </p:tgtEl>
                                        <p:attrNameLst>
                                          <p:attrName>ppt_x</p:attrName>
                                        </p:attrNameLst>
                                      </p:cBhvr>
                                      <p:tavLst>
                                        <p:tav tm="0">
                                          <p:val>
                                            <p:strVal val="#ppt_x-#ppt_w*1.125000"/>
                                          </p:val>
                                        </p:tav>
                                        <p:tav tm="100000">
                                          <p:val>
                                            <p:strVal val="#ppt_x"/>
                                          </p:val>
                                        </p:tav>
                                      </p:tavLst>
                                    </p:anim>
                                    <p:animEffect transition="in" filter="wipe(right)">
                                      <p:cBhvr>
                                        <p:cTn id="22" dur="500"/>
                                        <p:tgtEl>
                                          <p:spTgt spid="67"/>
                                        </p:tgtEl>
                                      </p:cBhvr>
                                    </p:animEffect>
                                  </p:childTnLst>
                                </p:cTn>
                              </p:par>
                              <p:par>
                                <p:cTn id="23" presetID="12" presetClass="entr" presetSubtype="1" fill="hold" nodeType="withEffect">
                                  <p:stCondLst>
                                    <p:cond delay="0"/>
                                  </p:stCondLst>
                                  <p:childTnLst>
                                    <p:set>
                                      <p:cBhvr>
                                        <p:cTn id="24" dur="1" fill="hold">
                                          <p:stCondLst>
                                            <p:cond delay="0"/>
                                          </p:stCondLst>
                                        </p:cTn>
                                        <p:tgtEl>
                                          <p:spTgt spid="64"/>
                                        </p:tgtEl>
                                        <p:attrNameLst>
                                          <p:attrName>style.visibility</p:attrName>
                                        </p:attrNameLst>
                                      </p:cBhvr>
                                      <p:to>
                                        <p:strVal val="visible"/>
                                      </p:to>
                                    </p:set>
                                    <p:anim calcmode="lin" valueType="num">
                                      <p:cBhvr additive="base">
                                        <p:cTn id="25" dur="500"/>
                                        <p:tgtEl>
                                          <p:spTgt spid="64"/>
                                        </p:tgtEl>
                                        <p:attrNameLst>
                                          <p:attrName>ppt_y</p:attrName>
                                        </p:attrNameLst>
                                      </p:cBhvr>
                                      <p:tavLst>
                                        <p:tav tm="0">
                                          <p:val>
                                            <p:strVal val="#ppt_y-#ppt_h*1.125000"/>
                                          </p:val>
                                        </p:tav>
                                        <p:tav tm="100000">
                                          <p:val>
                                            <p:strVal val="#ppt_y"/>
                                          </p:val>
                                        </p:tav>
                                      </p:tavLst>
                                    </p:anim>
                                    <p:animEffect transition="in" filter="wipe(down)">
                                      <p:cBhvr>
                                        <p:cTn id="26" dur="500"/>
                                        <p:tgtEl>
                                          <p:spTgt spid="64"/>
                                        </p:tgtEl>
                                      </p:cBhvr>
                                    </p:animEffect>
                                  </p:childTnLst>
                                </p:cTn>
                              </p:par>
                            </p:childTnLst>
                          </p:cTn>
                        </p:par>
                      </p:childTnLst>
                    </p:cTn>
                  </p:par>
                  <p:par>
                    <p:cTn id="27" fill="hold">
                      <p:stCondLst>
                        <p:cond delay="indefinite"/>
                      </p:stCondLst>
                      <p:childTnLst>
                        <p:par>
                          <p:cTn id="28" fill="hold">
                            <p:stCondLst>
                              <p:cond delay="0"/>
                            </p:stCondLst>
                            <p:childTnLst>
                              <p:par>
                                <p:cTn id="29" presetID="53" presetClass="entr" presetSubtype="16" fill="hold" grpId="0" nodeType="clickEffect">
                                  <p:stCondLst>
                                    <p:cond delay="0"/>
                                  </p:stCondLst>
                                  <p:childTnLst>
                                    <p:set>
                                      <p:cBhvr>
                                        <p:cTn id="30" dur="1" fill="hold">
                                          <p:stCondLst>
                                            <p:cond delay="0"/>
                                          </p:stCondLst>
                                        </p:cTn>
                                        <p:tgtEl>
                                          <p:spTgt spid="80"/>
                                        </p:tgtEl>
                                        <p:attrNameLst>
                                          <p:attrName>style.visibility</p:attrName>
                                        </p:attrNameLst>
                                      </p:cBhvr>
                                      <p:to>
                                        <p:strVal val="visible"/>
                                      </p:to>
                                    </p:set>
                                    <p:anim calcmode="lin" valueType="num">
                                      <p:cBhvr>
                                        <p:cTn id="31" dur="500" fill="hold"/>
                                        <p:tgtEl>
                                          <p:spTgt spid="80"/>
                                        </p:tgtEl>
                                        <p:attrNameLst>
                                          <p:attrName>ppt_w</p:attrName>
                                        </p:attrNameLst>
                                      </p:cBhvr>
                                      <p:tavLst>
                                        <p:tav tm="0">
                                          <p:val>
                                            <p:fltVal val="0"/>
                                          </p:val>
                                        </p:tav>
                                        <p:tav tm="100000">
                                          <p:val>
                                            <p:strVal val="#ppt_w"/>
                                          </p:val>
                                        </p:tav>
                                      </p:tavLst>
                                    </p:anim>
                                    <p:anim calcmode="lin" valueType="num">
                                      <p:cBhvr>
                                        <p:cTn id="32" dur="500" fill="hold"/>
                                        <p:tgtEl>
                                          <p:spTgt spid="80"/>
                                        </p:tgtEl>
                                        <p:attrNameLst>
                                          <p:attrName>ppt_h</p:attrName>
                                        </p:attrNameLst>
                                      </p:cBhvr>
                                      <p:tavLst>
                                        <p:tav tm="0">
                                          <p:val>
                                            <p:fltVal val="0"/>
                                          </p:val>
                                        </p:tav>
                                        <p:tav tm="100000">
                                          <p:val>
                                            <p:strVal val="#ppt_h"/>
                                          </p:val>
                                        </p:tav>
                                      </p:tavLst>
                                    </p:anim>
                                    <p:animEffect transition="in" filter="fade">
                                      <p:cBhvr>
                                        <p:cTn id="33" dur="500"/>
                                        <p:tgtEl>
                                          <p:spTgt spid="80"/>
                                        </p:tgtEl>
                                      </p:cBhvr>
                                    </p:animEffect>
                                  </p:childTnLst>
                                </p:cTn>
                              </p:par>
                            </p:childTnLst>
                          </p:cTn>
                        </p:par>
                      </p:childTnLst>
                    </p:cTn>
                  </p:par>
                  <p:par>
                    <p:cTn id="34" fill="hold">
                      <p:stCondLst>
                        <p:cond delay="indefinite"/>
                      </p:stCondLst>
                      <p:childTnLst>
                        <p:par>
                          <p:cTn id="35" fill="hold">
                            <p:stCondLst>
                              <p:cond delay="0"/>
                            </p:stCondLst>
                            <p:childTnLst>
                              <p:par>
                                <p:cTn id="36" presetID="53" presetClass="entr" presetSubtype="16" fill="hold" grpId="0" nodeType="clickEffect">
                                  <p:stCondLst>
                                    <p:cond delay="0"/>
                                  </p:stCondLst>
                                  <p:childTnLst>
                                    <p:set>
                                      <p:cBhvr>
                                        <p:cTn id="37" dur="1" fill="hold">
                                          <p:stCondLst>
                                            <p:cond delay="0"/>
                                          </p:stCondLst>
                                        </p:cTn>
                                        <p:tgtEl>
                                          <p:spTgt spid="81"/>
                                        </p:tgtEl>
                                        <p:attrNameLst>
                                          <p:attrName>style.visibility</p:attrName>
                                        </p:attrNameLst>
                                      </p:cBhvr>
                                      <p:to>
                                        <p:strVal val="visible"/>
                                      </p:to>
                                    </p:set>
                                    <p:anim calcmode="lin" valueType="num">
                                      <p:cBhvr>
                                        <p:cTn id="38" dur="500" fill="hold"/>
                                        <p:tgtEl>
                                          <p:spTgt spid="81"/>
                                        </p:tgtEl>
                                        <p:attrNameLst>
                                          <p:attrName>ppt_w</p:attrName>
                                        </p:attrNameLst>
                                      </p:cBhvr>
                                      <p:tavLst>
                                        <p:tav tm="0">
                                          <p:val>
                                            <p:fltVal val="0"/>
                                          </p:val>
                                        </p:tav>
                                        <p:tav tm="100000">
                                          <p:val>
                                            <p:strVal val="#ppt_w"/>
                                          </p:val>
                                        </p:tav>
                                      </p:tavLst>
                                    </p:anim>
                                    <p:anim calcmode="lin" valueType="num">
                                      <p:cBhvr>
                                        <p:cTn id="39" dur="500" fill="hold"/>
                                        <p:tgtEl>
                                          <p:spTgt spid="81"/>
                                        </p:tgtEl>
                                        <p:attrNameLst>
                                          <p:attrName>ppt_h</p:attrName>
                                        </p:attrNameLst>
                                      </p:cBhvr>
                                      <p:tavLst>
                                        <p:tav tm="0">
                                          <p:val>
                                            <p:fltVal val="0"/>
                                          </p:val>
                                        </p:tav>
                                        <p:tav tm="100000">
                                          <p:val>
                                            <p:strVal val="#ppt_h"/>
                                          </p:val>
                                        </p:tav>
                                      </p:tavLst>
                                    </p:anim>
                                    <p:animEffect transition="in" filter="fade">
                                      <p:cBhvr>
                                        <p:cTn id="40" dur="500"/>
                                        <p:tgtEl>
                                          <p:spTgt spid="81"/>
                                        </p:tgtEl>
                                      </p:cBhvr>
                                    </p:animEffect>
                                  </p:childTnLst>
                                </p:cTn>
                              </p:par>
                              <p:par>
                                <p:cTn id="41" presetID="53" presetClass="entr" presetSubtype="16" fill="hold" grpId="0" nodeType="withEffect">
                                  <p:stCondLst>
                                    <p:cond delay="0"/>
                                  </p:stCondLst>
                                  <p:childTnLst>
                                    <p:set>
                                      <p:cBhvr>
                                        <p:cTn id="42" dur="1" fill="hold">
                                          <p:stCondLst>
                                            <p:cond delay="0"/>
                                          </p:stCondLst>
                                        </p:cTn>
                                        <p:tgtEl>
                                          <p:spTgt spid="82"/>
                                        </p:tgtEl>
                                        <p:attrNameLst>
                                          <p:attrName>style.visibility</p:attrName>
                                        </p:attrNameLst>
                                      </p:cBhvr>
                                      <p:to>
                                        <p:strVal val="visible"/>
                                      </p:to>
                                    </p:set>
                                    <p:anim calcmode="lin" valueType="num">
                                      <p:cBhvr>
                                        <p:cTn id="43" dur="500" fill="hold"/>
                                        <p:tgtEl>
                                          <p:spTgt spid="82"/>
                                        </p:tgtEl>
                                        <p:attrNameLst>
                                          <p:attrName>ppt_w</p:attrName>
                                        </p:attrNameLst>
                                      </p:cBhvr>
                                      <p:tavLst>
                                        <p:tav tm="0">
                                          <p:val>
                                            <p:fltVal val="0"/>
                                          </p:val>
                                        </p:tav>
                                        <p:tav tm="100000">
                                          <p:val>
                                            <p:strVal val="#ppt_w"/>
                                          </p:val>
                                        </p:tav>
                                      </p:tavLst>
                                    </p:anim>
                                    <p:anim calcmode="lin" valueType="num">
                                      <p:cBhvr>
                                        <p:cTn id="44" dur="500" fill="hold"/>
                                        <p:tgtEl>
                                          <p:spTgt spid="82"/>
                                        </p:tgtEl>
                                        <p:attrNameLst>
                                          <p:attrName>ppt_h</p:attrName>
                                        </p:attrNameLst>
                                      </p:cBhvr>
                                      <p:tavLst>
                                        <p:tav tm="0">
                                          <p:val>
                                            <p:fltVal val="0"/>
                                          </p:val>
                                        </p:tav>
                                        <p:tav tm="100000">
                                          <p:val>
                                            <p:strVal val="#ppt_h"/>
                                          </p:val>
                                        </p:tav>
                                      </p:tavLst>
                                    </p:anim>
                                    <p:animEffect transition="in" filter="fade">
                                      <p:cBhvr>
                                        <p:cTn id="45" dur="500"/>
                                        <p:tgtEl>
                                          <p:spTgt spid="82"/>
                                        </p:tgtEl>
                                      </p:cBhvr>
                                    </p:animEffect>
                                  </p:childTnLst>
                                </p:cTn>
                              </p:par>
                            </p:childTnLst>
                          </p:cTn>
                        </p:par>
                      </p:childTnLst>
                    </p:cTn>
                  </p:par>
                  <p:par>
                    <p:cTn id="46" fill="hold">
                      <p:stCondLst>
                        <p:cond delay="indefinite"/>
                      </p:stCondLst>
                      <p:childTnLst>
                        <p:par>
                          <p:cTn id="47" fill="hold">
                            <p:stCondLst>
                              <p:cond delay="0"/>
                            </p:stCondLst>
                            <p:childTnLst>
                              <p:par>
                                <p:cTn id="48" presetID="12" presetClass="entr" presetSubtype="4" fill="hold" nodeType="clickEffect">
                                  <p:stCondLst>
                                    <p:cond delay="0"/>
                                  </p:stCondLst>
                                  <p:childTnLst>
                                    <p:set>
                                      <p:cBhvr>
                                        <p:cTn id="49" dur="1" fill="hold">
                                          <p:stCondLst>
                                            <p:cond delay="0"/>
                                          </p:stCondLst>
                                        </p:cTn>
                                        <p:tgtEl>
                                          <p:spTgt spid="77"/>
                                        </p:tgtEl>
                                        <p:attrNameLst>
                                          <p:attrName>style.visibility</p:attrName>
                                        </p:attrNameLst>
                                      </p:cBhvr>
                                      <p:to>
                                        <p:strVal val="visible"/>
                                      </p:to>
                                    </p:set>
                                    <p:anim calcmode="lin" valueType="num">
                                      <p:cBhvr additive="base">
                                        <p:cTn id="50" dur="500"/>
                                        <p:tgtEl>
                                          <p:spTgt spid="77"/>
                                        </p:tgtEl>
                                        <p:attrNameLst>
                                          <p:attrName>ppt_y</p:attrName>
                                        </p:attrNameLst>
                                      </p:cBhvr>
                                      <p:tavLst>
                                        <p:tav tm="0">
                                          <p:val>
                                            <p:strVal val="#ppt_y+#ppt_h*1.125000"/>
                                          </p:val>
                                        </p:tav>
                                        <p:tav tm="100000">
                                          <p:val>
                                            <p:strVal val="#ppt_y"/>
                                          </p:val>
                                        </p:tav>
                                      </p:tavLst>
                                    </p:anim>
                                    <p:animEffect transition="in" filter="wipe(up)">
                                      <p:cBhvr>
                                        <p:cTn id="51" dur="500"/>
                                        <p:tgtEl>
                                          <p:spTgt spid="77"/>
                                        </p:tgtEl>
                                      </p:cBhvr>
                                    </p:animEffect>
                                  </p:childTnLst>
                                </p:cTn>
                              </p:par>
                            </p:childTnLst>
                          </p:cTn>
                        </p:par>
                      </p:childTnLst>
                    </p:cTn>
                  </p:par>
                  <p:par>
                    <p:cTn id="52" fill="hold">
                      <p:stCondLst>
                        <p:cond delay="indefinite"/>
                      </p:stCondLst>
                      <p:childTnLst>
                        <p:par>
                          <p:cTn id="53" fill="hold">
                            <p:stCondLst>
                              <p:cond delay="0"/>
                            </p:stCondLst>
                            <p:childTnLst>
                              <p:par>
                                <p:cTn id="54" presetID="53" presetClass="entr" presetSubtype="16" fill="hold" grpId="0" nodeType="clickEffect">
                                  <p:stCondLst>
                                    <p:cond delay="0"/>
                                  </p:stCondLst>
                                  <p:childTnLst>
                                    <p:set>
                                      <p:cBhvr>
                                        <p:cTn id="55" dur="1" fill="hold">
                                          <p:stCondLst>
                                            <p:cond delay="0"/>
                                          </p:stCondLst>
                                        </p:cTn>
                                        <p:tgtEl>
                                          <p:spTgt spid="83"/>
                                        </p:tgtEl>
                                        <p:attrNameLst>
                                          <p:attrName>style.visibility</p:attrName>
                                        </p:attrNameLst>
                                      </p:cBhvr>
                                      <p:to>
                                        <p:strVal val="visible"/>
                                      </p:to>
                                    </p:set>
                                    <p:anim calcmode="lin" valueType="num">
                                      <p:cBhvr>
                                        <p:cTn id="56" dur="500" fill="hold"/>
                                        <p:tgtEl>
                                          <p:spTgt spid="83"/>
                                        </p:tgtEl>
                                        <p:attrNameLst>
                                          <p:attrName>ppt_w</p:attrName>
                                        </p:attrNameLst>
                                      </p:cBhvr>
                                      <p:tavLst>
                                        <p:tav tm="0">
                                          <p:val>
                                            <p:fltVal val="0"/>
                                          </p:val>
                                        </p:tav>
                                        <p:tav tm="100000">
                                          <p:val>
                                            <p:strVal val="#ppt_w"/>
                                          </p:val>
                                        </p:tav>
                                      </p:tavLst>
                                    </p:anim>
                                    <p:anim calcmode="lin" valueType="num">
                                      <p:cBhvr>
                                        <p:cTn id="57" dur="500" fill="hold"/>
                                        <p:tgtEl>
                                          <p:spTgt spid="83"/>
                                        </p:tgtEl>
                                        <p:attrNameLst>
                                          <p:attrName>ppt_h</p:attrName>
                                        </p:attrNameLst>
                                      </p:cBhvr>
                                      <p:tavLst>
                                        <p:tav tm="0">
                                          <p:val>
                                            <p:fltVal val="0"/>
                                          </p:val>
                                        </p:tav>
                                        <p:tav tm="100000">
                                          <p:val>
                                            <p:strVal val="#ppt_h"/>
                                          </p:val>
                                        </p:tav>
                                      </p:tavLst>
                                    </p:anim>
                                    <p:animEffect transition="in" filter="fade">
                                      <p:cBhvr>
                                        <p:cTn id="58" dur="500"/>
                                        <p:tgtEl>
                                          <p:spTgt spid="83"/>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80" grpId="0"/>
      <p:bldP spid="81" grpId="0"/>
      <p:bldP spid="82" grpId="0"/>
      <p:bldP spid="83" grpId="0"/>
    </p:bldLst>
  </p:timing>
</p:sld>
</file>

<file path=ppt/slides/slide43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52" name="组合 51">
            <a:extLst>
              <a:ext uri="{FF2B5EF4-FFF2-40B4-BE49-F238E27FC236}">
                <a16:creationId xmlns:a16="http://schemas.microsoft.com/office/drawing/2014/main" id="{BB22ECC0-A236-4F98-A792-ADEF52D3A965}"/>
              </a:ext>
            </a:extLst>
          </p:cNvPr>
          <p:cNvGrpSpPr/>
          <p:nvPr/>
        </p:nvGrpSpPr>
        <p:grpSpPr>
          <a:xfrm>
            <a:off x="1933178" y="3359861"/>
            <a:ext cx="907999" cy="307777"/>
            <a:chOff x="7342643" y="3968701"/>
            <a:chExt cx="907999" cy="307777"/>
          </a:xfrm>
        </p:grpSpPr>
        <p:sp>
          <p:nvSpPr>
            <p:cNvPr id="53" name="标注: 右箭头 52">
              <a:extLst>
                <a:ext uri="{FF2B5EF4-FFF2-40B4-BE49-F238E27FC236}">
                  <a16:creationId xmlns:a16="http://schemas.microsoft.com/office/drawing/2014/main" id="{CD753C87-9C4D-45A2-9958-58137EDD97BD}"/>
                </a:ext>
              </a:extLst>
            </p:cNvPr>
            <p:cNvSpPr/>
            <p:nvPr/>
          </p:nvSpPr>
          <p:spPr>
            <a:xfrm>
              <a:off x="7396201" y="3974323"/>
              <a:ext cx="854441" cy="292308"/>
            </a:xfrm>
            <a:prstGeom prst="rightArrowCallout">
              <a:avLst>
                <a:gd name="adj1" fmla="val 25000"/>
                <a:gd name="adj2" fmla="val 20833"/>
                <a:gd name="adj3" fmla="val 36378"/>
                <a:gd name="adj4" fmla="val 77646"/>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b="1" dirty="0">
                <a:solidFill>
                  <a:schemeClr val="tx1"/>
                </a:solidFill>
                <a:latin typeface="Arial Narrow" panose="020B0606020202030204" pitchFamily="34" charset="0"/>
                <a:ea typeface="宋体" panose="02010600030101010101" pitchFamily="2" charset="-122"/>
              </a:endParaRPr>
            </a:p>
          </p:txBody>
        </p:sp>
        <p:sp>
          <p:nvSpPr>
            <p:cNvPr id="54" name="文本框 53">
              <a:extLst>
                <a:ext uri="{FF2B5EF4-FFF2-40B4-BE49-F238E27FC236}">
                  <a16:creationId xmlns:a16="http://schemas.microsoft.com/office/drawing/2014/main" id="{6CD3390C-A66A-4CB4-BE7F-444A0C2E5A75}"/>
                </a:ext>
              </a:extLst>
            </p:cNvPr>
            <p:cNvSpPr txBox="1"/>
            <p:nvPr/>
          </p:nvSpPr>
          <p:spPr>
            <a:xfrm>
              <a:off x="7342643" y="3968701"/>
              <a:ext cx="765668" cy="307777"/>
            </a:xfrm>
            <a:prstGeom prst="rect">
              <a:avLst/>
            </a:prstGeom>
            <a:noFill/>
          </p:spPr>
          <p:txBody>
            <a:bodyPr wrap="square">
              <a:spAutoFit/>
            </a:bodyPr>
            <a:lstStyle/>
            <a:p>
              <a:pPr algn="ctr"/>
              <a:r>
                <a:rPr lang="zh-CN" altLang="en-US" sz="1400" b="1" dirty="0">
                  <a:latin typeface="+mn-ea"/>
                </a:rPr>
                <a:t>广播帧</a:t>
              </a:r>
            </a:p>
          </p:txBody>
        </p:sp>
      </p:grpSp>
      <p:grpSp>
        <p:nvGrpSpPr>
          <p:cNvPr id="84" name="组合 83">
            <a:extLst>
              <a:ext uri="{FF2B5EF4-FFF2-40B4-BE49-F238E27FC236}">
                <a16:creationId xmlns:a16="http://schemas.microsoft.com/office/drawing/2014/main" id="{E98F4546-01DA-479C-BC85-013DDAFFCEA1}"/>
              </a:ext>
            </a:extLst>
          </p:cNvPr>
          <p:cNvGrpSpPr/>
          <p:nvPr/>
        </p:nvGrpSpPr>
        <p:grpSpPr>
          <a:xfrm rot="16200000">
            <a:off x="2586583" y="2748836"/>
            <a:ext cx="907999" cy="307777"/>
            <a:chOff x="7342643" y="3968701"/>
            <a:chExt cx="907999" cy="307777"/>
          </a:xfrm>
        </p:grpSpPr>
        <p:sp>
          <p:nvSpPr>
            <p:cNvPr id="85" name="标注: 右箭头 84">
              <a:extLst>
                <a:ext uri="{FF2B5EF4-FFF2-40B4-BE49-F238E27FC236}">
                  <a16:creationId xmlns:a16="http://schemas.microsoft.com/office/drawing/2014/main" id="{6BB1E185-172E-4EAE-80DB-D3DCBAB1AC33}"/>
                </a:ext>
              </a:extLst>
            </p:cNvPr>
            <p:cNvSpPr/>
            <p:nvPr/>
          </p:nvSpPr>
          <p:spPr>
            <a:xfrm>
              <a:off x="7396201" y="3974323"/>
              <a:ext cx="854441" cy="292308"/>
            </a:xfrm>
            <a:prstGeom prst="rightArrowCallout">
              <a:avLst>
                <a:gd name="adj1" fmla="val 25000"/>
                <a:gd name="adj2" fmla="val 20833"/>
                <a:gd name="adj3" fmla="val 36378"/>
                <a:gd name="adj4" fmla="val 77646"/>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b="1" dirty="0">
                <a:solidFill>
                  <a:schemeClr val="tx1"/>
                </a:solidFill>
                <a:latin typeface="Arial Narrow" panose="020B0606020202030204" pitchFamily="34" charset="0"/>
                <a:ea typeface="宋体" panose="02010600030101010101" pitchFamily="2" charset="-122"/>
              </a:endParaRPr>
            </a:p>
          </p:txBody>
        </p:sp>
        <p:sp>
          <p:nvSpPr>
            <p:cNvPr id="86" name="文本框 85">
              <a:extLst>
                <a:ext uri="{FF2B5EF4-FFF2-40B4-BE49-F238E27FC236}">
                  <a16:creationId xmlns:a16="http://schemas.microsoft.com/office/drawing/2014/main" id="{C71D3F56-BD93-46CE-A9B8-07C92B337D24}"/>
                </a:ext>
              </a:extLst>
            </p:cNvPr>
            <p:cNvSpPr txBox="1"/>
            <p:nvPr/>
          </p:nvSpPr>
          <p:spPr>
            <a:xfrm>
              <a:off x="7342643" y="3968701"/>
              <a:ext cx="765668" cy="307777"/>
            </a:xfrm>
            <a:prstGeom prst="rect">
              <a:avLst/>
            </a:prstGeom>
            <a:noFill/>
          </p:spPr>
          <p:txBody>
            <a:bodyPr wrap="square">
              <a:spAutoFit/>
            </a:bodyPr>
            <a:lstStyle/>
            <a:p>
              <a:pPr algn="ctr"/>
              <a:r>
                <a:rPr lang="zh-CN" altLang="en-US" sz="1400" b="1" dirty="0">
                  <a:latin typeface="+mn-ea"/>
                </a:rPr>
                <a:t>广播帧</a:t>
              </a:r>
            </a:p>
          </p:txBody>
        </p:sp>
      </p:grpSp>
      <p:grpSp>
        <p:nvGrpSpPr>
          <p:cNvPr id="87" name="组合 86">
            <a:extLst>
              <a:ext uri="{FF2B5EF4-FFF2-40B4-BE49-F238E27FC236}">
                <a16:creationId xmlns:a16="http://schemas.microsoft.com/office/drawing/2014/main" id="{ECA7E5BB-48AF-4A43-B828-1E073752E4E8}"/>
              </a:ext>
            </a:extLst>
          </p:cNvPr>
          <p:cNvGrpSpPr/>
          <p:nvPr/>
        </p:nvGrpSpPr>
        <p:grpSpPr>
          <a:xfrm rot="5400000">
            <a:off x="2570368" y="4378490"/>
            <a:ext cx="907999" cy="307777"/>
            <a:chOff x="7342643" y="3968701"/>
            <a:chExt cx="907999" cy="307777"/>
          </a:xfrm>
        </p:grpSpPr>
        <p:sp>
          <p:nvSpPr>
            <p:cNvPr id="88" name="标注: 右箭头 87">
              <a:extLst>
                <a:ext uri="{FF2B5EF4-FFF2-40B4-BE49-F238E27FC236}">
                  <a16:creationId xmlns:a16="http://schemas.microsoft.com/office/drawing/2014/main" id="{CE8E074C-DB5B-4EF4-84A0-45367B712E03}"/>
                </a:ext>
              </a:extLst>
            </p:cNvPr>
            <p:cNvSpPr/>
            <p:nvPr/>
          </p:nvSpPr>
          <p:spPr>
            <a:xfrm>
              <a:off x="7396201" y="3974323"/>
              <a:ext cx="854441" cy="292308"/>
            </a:xfrm>
            <a:prstGeom prst="rightArrowCallout">
              <a:avLst>
                <a:gd name="adj1" fmla="val 25000"/>
                <a:gd name="adj2" fmla="val 20833"/>
                <a:gd name="adj3" fmla="val 36378"/>
                <a:gd name="adj4" fmla="val 77646"/>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b="1" dirty="0">
                <a:solidFill>
                  <a:schemeClr val="tx1"/>
                </a:solidFill>
                <a:latin typeface="Arial Narrow" panose="020B0606020202030204" pitchFamily="34" charset="0"/>
                <a:ea typeface="宋体" panose="02010600030101010101" pitchFamily="2" charset="-122"/>
              </a:endParaRPr>
            </a:p>
          </p:txBody>
        </p:sp>
        <p:sp>
          <p:nvSpPr>
            <p:cNvPr id="89" name="文本框 88">
              <a:extLst>
                <a:ext uri="{FF2B5EF4-FFF2-40B4-BE49-F238E27FC236}">
                  <a16:creationId xmlns:a16="http://schemas.microsoft.com/office/drawing/2014/main" id="{56947277-1B16-41E4-BF34-95877819FC74}"/>
                </a:ext>
              </a:extLst>
            </p:cNvPr>
            <p:cNvSpPr txBox="1"/>
            <p:nvPr/>
          </p:nvSpPr>
          <p:spPr>
            <a:xfrm>
              <a:off x="7342643" y="3968701"/>
              <a:ext cx="765668" cy="307777"/>
            </a:xfrm>
            <a:prstGeom prst="rect">
              <a:avLst/>
            </a:prstGeom>
            <a:noFill/>
          </p:spPr>
          <p:txBody>
            <a:bodyPr wrap="square">
              <a:spAutoFit/>
            </a:bodyPr>
            <a:lstStyle/>
            <a:p>
              <a:pPr algn="ctr"/>
              <a:r>
                <a:rPr lang="zh-CN" altLang="en-US" sz="1400" b="1" dirty="0">
                  <a:latin typeface="+mn-ea"/>
                </a:rPr>
                <a:t>广播帧</a:t>
              </a:r>
            </a:p>
          </p:txBody>
        </p:sp>
      </p:grpSp>
      <p:grpSp>
        <p:nvGrpSpPr>
          <p:cNvPr id="90" name="组合 89">
            <a:extLst>
              <a:ext uri="{FF2B5EF4-FFF2-40B4-BE49-F238E27FC236}">
                <a16:creationId xmlns:a16="http://schemas.microsoft.com/office/drawing/2014/main" id="{CEA274AA-4D9E-44FA-9034-2AE5FE6121D4}"/>
              </a:ext>
            </a:extLst>
          </p:cNvPr>
          <p:cNvGrpSpPr/>
          <p:nvPr/>
        </p:nvGrpSpPr>
        <p:grpSpPr>
          <a:xfrm>
            <a:off x="3814658" y="3370094"/>
            <a:ext cx="907999" cy="307777"/>
            <a:chOff x="7342643" y="3968701"/>
            <a:chExt cx="907999" cy="307777"/>
          </a:xfrm>
        </p:grpSpPr>
        <p:sp>
          <p:nvSpPr>
            <p:cNvPr id="91" name="标注: 右箭头 90">
              <a:extLst>
                <a:ext uri="{FF2B5EF4-FFF2-40B4-BE49-F238E27FC236}">
                  <a16:creationId xmlns:a16="http://schemas.microsoft.com/office/drawing/2014/main" id="{CA99AE24-7CD7-43D7-B8AE-32F53B1451EC}"/>
                </a:ext>
              </a:extLst>
            </p:cNvPr>
            <p:cNvSpPr/>
            <p:nvPr/>
          </p:nvSpPr>
          <p:spPr>
            <a:xfrm>
              <a:off x="7396201" y="3974323"/>
              <a:ext cx="854441" cy="292308"/>
            </a:xfrm>
            <a:prstGeom prst="rightArrowCallout">
              <a:avLst>
                <a:gd name="adj1" fmla="val 25000"/>
                <a:gd name="adj2" fmla="val 20833"/>
                <a:gd name="adj3" fmla="val 36378"/>
                <a:gd name="adj4" fmla="val 77646"/>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b="1" dirty="0">
                <a:solidFill>
                  <a:schemeClr val="tx1"/>
                </a:solidFill>
                <a:latin typeface="Arial Narrow" panose="020B0606020202030204" pitchFamily="34" charset="0"/>
                <a:ea typeface="宋体" panose="02010600030101010101" pitchFamily="2" charset="-122"/>
              </a:endParaRPr>
            </a:p>
          </p:txBody>
        </p:sp>
        <p:sp>
          <p:nvSpPr>
            <p:cNvPr id="92" name="文本框 91">
              <a:extLst>
                <a:ext uri="{FF2B5EF4-FFF2-40B4-BE49-F238E27FC236}">
                  <a16:creationId xmlns:a16="http://schemas.microsoft.com/office/drawing/2014/main" id="{96E06CB2-C40E-410A-9E41-681653BAFABF}"/>
                </a:ext>
              </a:extLst>
            </p:cNvPr>
            <p:cNvSpPr txBox="1"/>
            <p:nvPr/>
          </p:nvSpPr>
          <p:spPr>
            <a:xfrm>
              <a:off x="7342643" y="3968701"/>
              <a:ext cx="765668" cy="307777"/>
            </a:xfrm>
            <a:prstGeom prst="rect">
              <a:avLst/>
            </a:prstGeom>
            <a:noFill/>
          </p:spPr>
          <p:txBody>
            <a:bodyPr wrap="square">
              <a:spAutoFit/>
            </a:bodyPr>
            <a:lstStyle/>
            <a:p>
              <a:pPr algn="ctr"/>
              <a:r>
                <a:rPr lang="zh-CN" altLang="en-US" sz="1400" b="1" dirty="0">
                  <a:latin typeface="+mn-ea"/>
                </a:rPr>
                <a:t>广播帧</a:t>
              </a:r>
            </a:p>
          </p:txBody>
        </p:sp>
      </p:grpSp>
      <p:grpSp>
        <p:nvGrpSpPr>
          <p:cNvPr id="95" name="组合 94">
            <a:extLst>
              <a:ext uri="{FF2B5EF4-FFF2-40B4-BE49-F238E27FC236}">
                <a16:creationId xmlns:a16="http://schemas.microsoft.com/office/drawing/2014/main" id="{F998DAE8-6D97-4297-BBA8-95E7CAF40665}"/>
              </a:ext>
            </a:extLst>
          </p:cNvPr>
          <p:cNvGrpSpPr/>
          <p:nvPr/>
        </p:nvGrpSpPr>
        <p:grpSpPr>
          <a:xfrm>
            <a:off x="7689806" y="3363204"/>
            <a:ext cx="907999" cy="307777"/>
            <a:chOff x="7342643" y="3968701"/>
            <a:chExt cx="907999" cy="307777"/>
          </a:xfrm>
        </p:grpSpPr>
        <p:sp>
          <p:nvSpPr>
            <p:cNvPr id="96" name="标注: 右箭头 95">
              <a:extLst>
                <a:ext uri="{FF2B5EF4-FFF2-40B4-BE49-F238E27FC236}">
                  <a16:creationId xmlns:a16="http://schemas.microsoft.com/office/drawing/2014/main" id="{EF201494-8AA2-4945-893D-CAB0115B675A}"/>
                </a:ext>
              </a:extLst>
            </p:cNvPr>
            <p:cNvSpPr/>
            <p:nvPr/>
          </p:nvSpPr>
          <p:spPr>
            <a:xfrm>
              <a:off x="7396201" y="3974323"/>
              <a:ext cx="854441" cy="292308"/>
            </a:xfrm>
            <a:prstGeom prst="rightArrowCallout">
              <a:avLst>
                <a:gd name="adj1" fmla="val 25000"/>
                <a:gd name="adj2" fmla="val 20833"/>
                <a:gd name="adj3" fmla="val 36378"/>
                <a:gd name="adj4" fmla="val 77646"/>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b="1" dirty="0">
                <a:solidFill>
                  <a:schemeClr val="tx1"/>
                </a:solidFill>
                <a:latin typeface="Arial Narrow" panose="020B0606020202030204" pitchFamily="34" charset="0"/>
                <a:ea typeface="宋体" panose="02010600030101010101" pitchFamily="2" charset="-122"/>
              </a:endParaRPr>
            </a:p>
          </p:txBody>
        </p:sp>
        <p:sp>
          <p:nvSpPr>
            <p:cNvPr id="97" name="文本框 96">
              <a:extLst>
                <a:ext uri="{FF2B5EF4-FFF2-40B4-BE49-F238E27FC236}">
                  <a16:creationId xmlns:a16="http://schemas.microsoft.com/office/drawing/2014/main" id="{16EECBF5-E20B-4C89-9127-54722BC0DC03}"/>
                </a:ext>
              </a:extLst>
            </p:cNvPr>
            <p:cNvSpPr txBox="1"/>
            <p:nvPr/>
          </p:nvSpPr>
          <p:spPr>
            <a:xfrm>
              <a:off x="7342643" y="3968701"/>
              <a:ext cx="765668" cy="307777"/>
            </a:xfrm>
            <a:prstGeom prst="rect">
              <a:avLst/>
            </a:prstGeom>
            <a:noFill/>
          </p:spPr>
          <p:txBody>
            <a:bodyPr wrap="square">
              <a:spAutoFit/>
            </a:bodyPr>
            <a:lstStyle/>
            <a:p>
              <a:pPr algn="ctr"/>
              <a:r>
                <a:rPr lang="zh-CN" altLang="en-US" sz="1400" b="1" dirty="0">
                  <a:latin typeface="+mn-ea"/>
                </a:rPr>
                <a:t>广播帧</a:t>
              </a:r>
            </a:p>
          </p:txBody>
        </p:sp>
      </p:grpSp>
      <p:grpSp>
        <p:nvGrpSpPr>
          <p:cNvPr id="98" name="组合 97">
            <a:extLst>
              <a:ext uri="{FF2B5EF4-FFF2-40B4-BE49-F238E27FC236}">
                <a16:creationId xmlns:a16="http://schemas.microsoft.com/office/drawing/2014/main" id="{A16E4D73-1DFC-498F-85F0-88DCF33C7E63}"/>
              </a:ext>
            </a:extLst>
          </p:cNvPr>
          <p:cNvGrpSpPr/>
          <p:nvPr/>
        </p:nvGrpSpPr>
        <p:grpSpPr>
          <a:xfrm rot="16200000">
            <a:off x="8343211" y="2752179"/>
            <a:ext cx="907999" cy="307777"/>
            <a:chOff x="7342643" y="3968701"/>
            <a:chExt cx="907999" cy="307777"/>
          </a:xfrm>
        </p:grpSpPr>
        <p:sp>
          <p:nvSpPr>
            <p:cNvPr id="99" name="标注: 右箭头 98">
              <a:extLst>
                <a:ext uri="{FF2B5EF4-FFF2-40B4-BE49-F238E27FC236}">
                  <a16:creationId xmlns:a16="http://schemas.microsoft.com/office/drawing/2014/main" id="{EDFA45FA-AEB6-4374-8F48-3C2EDE4B3D4E}"/>
                </a:ext>
              </a:extLst>
            </p:cNvPr>
            <p:cNvSpPr/>
            <p:nvPr/>
          </p:nvSpPr>
          <p:spPr>
            <a:xfrm>
              <a:off x="7396201" y="3974323"/>
              <a:ext cx="854441" cy="292308"/>
            </a:xfrm>
            <a:prstGeom prst="rightArrowCallout">
              <a:avLst>
                <a:gd name="adj1" fmla="val 25000"/>
                <a:gd name="adj2" fmla="val 20833"/>
                <a:gd name="adj3" fmla="val 36378"/>
                <a:gd name="adj4" fmla="val 77646"/>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b="1" dirty="0">
                <a:solidFill>
                  <a:schemeClr val="tx1"/>
                </a:solidFill>
                <a:latin typeface="Arial Narrow" panose="020B0606020202030204" pitchFamily="34" charset="0"/>
                <a:ea typeface="宋体" panose="02010600030101010101" pitchFamily="2" charset="-122"/>
              </a:endParaRPr>
            </a:p>
          </p:txBody>
        </p:sp>
        <p:sp>
          <p:nvSpPr>
            <p:cNvPr id="100" name="文本框 99">
              <a:extLst>
                <a:ext uri="{FF2B5EF4-FFF2-40B4-BE49-F238E27FC236}">
                  <a16:creationId xmlns:a16="http://schemas.microsoft.com/office/drawing/2014/main" id="{5BD880FF-5362-40A1-A816-1483E88568F9}"/>
                </a:ext>
              </a:extLst>
            </p:cNvPr>
            <p:cNvSpPr txBox="1"/>
            <p:nvPr/>
          </p:nvSpPr>
          <p:spPr>
            <a:xfrm>
              <a:off x="7342643" y="3968701"/>
              <a:ext cx="765668" cy="307777"/>
            </a:xfrm>
            <a:prstGeom prst="rect">
              <a:avLst/>
            </a:prstGeom>
            <a:noFill/>
          </p:spPr>
          <p:txBody>
            <a:bodyPr wrap="square">
              <a:spAutoFit/>
            </a:bodyPr>
            <a:lstStyle/>
            <a:p>
              <a:pPr algn="ctr"/>
              <a:r>
                <a:rPr lang="zh-CN" altLang="en-US" sz="1400" b="1" dirty="0">
                  <a:latin typeface="+mn-ea"/>
                </a:rPr>
                <a:t>广播帧</a:t>
              </a:r>
            </a:p>
          </p:txBody>
        </p:sp>
      </p:grpSp>
      <p:grpSp>
        <p:nvGrpSpPr>
          <p:cNvPr id="101" name="组合 100">
            <a:extLst>
              <a:ext uri="{FF2B5EF4-FFF2-40B4-BE49-F238E27FC236}">
                <a16:creationId xmlns:a16="http://schemas.microsoft.com/office/drawing/2014/main" id="{52D46650-D03F-421A-ADA0-9AF70243AA39}"/>
              </a:ext>
            </a:extLst>
          </p:cNvPr>
          <p:cNvGrpSpPr/>
          <p:nvPr/>
        </p:nvGrpSpPr>
        <p:grpSpPr>
          <a:xfrm rot="5400000">
            <a:off x="8326996" y="4381833"/>
            <a:ext cx="907999" cy="307777"/>
            <a:chOff x="7342643" y="3968701"/>
            <a:chExt cx="907999" cy="307777"/>
          </a:xfrm>
        </p:grpSpPr>
        <p:sp>
          <p:nvSpPr>
            <p:cNvPr id="102" name="标注: 右箭头 101">
              <a:extLst>
                <a:ext uri="{FF2B5EF4-FFF2-40B4-BE49-F238E27FC236}">
                  <a16:creationId xmlns:a16="http://schemas.microsoft.com/office/drawing/2014/main" id="{B9DE1D9A-D96B-433D-AFD0-8E270995B3EF}"/>
                </a:ext>
              </a:extLst>
            </p:cNvPr>
            <p:cNvSpPr/>
            <p:nvPr/>
          </p:nvSpPr>
          <p:spPr>
            <a:xfrm>
              <a:off x="7396201" y="3974323"/>
              <a:ext cx="854441" cy="292308"/>
            </a:xfrm>
            <a:prstGeom prst="rightArrowCallout">
              <a:avLst>
                <a:gd name="adj1" fmla="val 25000"/>
                <a:gd name="adj2" fmla="val 20833"/>
                <a:gd name="adj3" fmla="val 36378"/>
                <a:gd name="adj4" fmla="val 77646"/>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b="1" dirty="0">
                <a:solidFill>
                  <a:schemeClr val="tx1"/>
                </a:solidFill>
                <a:latin typeface="Arial Narrow" panose="020B0606020202030204" pitchFamily="34" charset="0"/>
                <a:ea typeface="宋体" panose="02010600030101010101" pitchFamily="2" charset="-122"/>
              </a:endParaRPr>
            </a:p>
          </p:txBody>
        </p:sp>
        <p:sp>
          <p:nvSpPr>
            <p:cNvPr id="103" name="文本框 102">
              <a:extLst>
                <a:ext uri="{FF2B5EF4-FFF2-40B4-BE49-F238E27FC236}">
                  <a16:creationId xmlns:a16="http://schemas.microsoft.com/office/drawing/2014/main" id="{04F1C50E-E2AC-4308-8F2E-C09163D2F3A9}"/>
                </a:ext>
              </a:extLst>
            </p:cNvPr>
            <p:cNvSpPr txBox="1"/>
            <p:nvPr/>
          </p:nvSpPr>
          <p:spPr>
            <a:xfrm>
              <a:off x="7342643" y="3968701"/>
              <a:ext cx="765668" cy="307777"/>
            </a:xfrm>
            <a:prstGeom prst="rect">
              <a:avLst/>
            </a:prstGeom>
            <a:noFill/>
          </p:spPr>
          <p:txBody>
            <a:bodyPr wrap="square">
              <a:spAutoFit/>
            </a:bodyPr>
            <a:lstStyle/>
            <a:p>
              <a:pPr algn="ctr"/>
              <a:r>
                <a:rPr lang="zh-CN" altLang="en-US" sz="1400" b="1" dirty="0">
                  <a:latin typeface="+mn-ea"/>
                </a:rPr>
                <a:t>广播帧</a:t>
              </a:r>
            </a:p>
          </p:txBody>
        </p:sp>
      </p:grpSp>
      <p:grpSp>
        <p:nvGrpSpPr>
          <p:cNvPr id="104" name="组合 103">
            <a:extLst>
              <a:ext uri="{FF2B5EF4-FFF2-40B4-BE49-F238E27FC236}">
                <a16:creationId xmlns:a16="http://schemas.microsoft.com/office/drawing/2014/main" id="{C8283C07-CF21-4600-AEF8-AF6499621052}"/>
              </a:ext>
            </a:extLst>
          </p:cNvPr>
          <p:cNvGrpSpPr/>
          <p:nvPr/>
        </p:nvGrpSpPr>
        <p:grpSpPr>
          <a:xfrm>
            <a:off x="9571286" y="3373437"/>
            <a:ext cx="907999" cy="307777"/>
            <a:chOff x="7342643" y="3968701"/>
            <a:chExt cx="907999" cy="307777"/>
          </a:xfrm>
        </p:grpSpPr>
        <p:sp>
          <p:nvSpPr>
            <p:cNvPr id="105" name="标注: 右箭头 104">
              <a:extLst>
                <a:ext uri="{FF2B5EF4-FFF2-40B4-BE49-F238E27FC236}">
                  <a16:creationId xmlns:a16="http://schemas.microsoft.com/office/drawing/2014/main" id="{734EEB01-D25F-4241-8B44-FC190152F92B}"/>
                </a:ext>
              </a:extLst>
            </p:cNvPr>
            <p:cNvSpPr/>
            <p:nvPr/>
          </p:nvSpPr>
          <p:spPr>
            <a:xfrm>
              <a:off x="7396201" y="3974323"/>
              <a:ext cx="854441" cy="292308"/>
            </a:xfrm>
            <a:prstGeom prst="rightArrowCallout">
              <a:avLst>
                <a:gd name="adj1" fmla="val 25000"/>
                <a:gd name="adj2" fmla="val 20833"/>
                <a:gd name="adj3" fmla="val 36378"/>
                <a:gd name="adj4" fmla="val 77646"/>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b="1" dirty="0">
                <a:solidFill>
                  <a:schemeClr val="tx1"/>
                </a:solidFill>
                <a:latin typeface="Arial Narrow" panose="020B0606020202030204" pitchFamily="34" charset="0"/>
                <a:ea typeface="宋体" panose="02010600030101010101" pitchFamily="2" charset="-122"/>
              </a:endParaRPr>
            </a:p>
          </p:txBody>
        </p:sp>
        <p:sp>
          <p:nvSpPr>
            <p:cNvPr id="106" name="文本框 105">
              <a:extLst>
                <a:ext uri="{FF2B5EF4-FFF2-40B4-BE49-F238E27FC236}">
                  <a16:creationId xmlns:a16="http://schemas.microsoft.com/office/drawing/2014/main" id="{077769EC-84BA-4D5A-9DBF-ED7A6FF96C8C}"/>
                </a:ext>
              </a:extLst>
            </p:cNvPr>
            <p:cNvSpPr txBox="1"/>
            <p:nvPr/>
          </p:nvSpPr>
          <p:spPr>
            <a:xfrm>
              <a:off x="7342643" y="3968701"/>
              <a:ext cx="765668" cy="307777"/>
            </a:xfrm>
            <a:prstGeom prst="rect">
              <a:avLst/>
            </a:prstGeom>
            <a:noFill/>
          </p:spPr>
          <p:txBody>
            <a:bodyPr wrap="square">
              <a:spAutoFit/>
            </a:bodyPr>
            <a:lstStyle/>
            <a:p>
              <a:pPr algn="ctr"/>
              <a:r>
                <a:rPr lang="zh-CN" altLang="en-US" sz="1400" b="1" dirty="0">
                  <a:latin typeface="+mn-ea"/>
                </a:rPr>
                <a:t>广播帧</a:t>
              </a:r>
            </a:p>
          </p:txBody>
        </p:sp>
      </p:grpSp>
      <p:grpSp>
        <p:nvGrpSpPr>
          <p:cNvPr id="4" name="组合 3">
            <a:extLst>
              <a:ext uri="{FF2B5EF4-FFF2-40B4-BE49-F238E27FC236}">
                <a16:creationId xmlns:a16="http://schemas.microsoft.com/office/drawing/2014/main" id="{9A1EA9F2-FCB6-48C3-935F-7AE7E3AD14AC}"/>
              </a:ext>
            </a:extLst>
          </p:cNvPr>
          <p:cNvGrpSpPr/>
          <p:nvPr/>
        </p:nvGrpSpPr>
        <p:grpSpPr>
          <a:xfrm>
            <a:off x="304800" y="749300"/>
            <a:ext cx="4938199" cy="400110"/>
            <a:chOff x="424117" y="898245"/>
            <a:chExt cx="4938199" cy="400110"/>
          </a:xfrm>
        </p:grpSpPr>
        <p:sp>
          <p:nvSpPr>
            <p:cNvPr id="2" name="平行四边形 1">
              <a:extLst>
                <a:ext uri="{FF2B5EF4-FFF2-40B4-BE49-F238E27FC236}">
                  <a16:creationId xmlns:a16="http://schemas.microsoft.com/office/drawing/2014/main" id="{1F5BAA3F-9845-4F89-A2DD-8222D3E4EDAC}"/>
                </a:ext>
              </a:extLst>
            </p:cNvPr>
            <p:cNvSpPr/>
            <p:nvPr/>
          </p:nvSpPr>
          <p:spPr>
            <a:xfrm>
              <a:off x="424117" y="898245"/>
              <a:ext cx="628306" cy="387090"/>
            </a:xfrm>
            <a:prstGeom prst="parallelogram">
              <a:avLst/>
            </a:prstGeom>
            <a:solidFill>
              <a:schemeClr val="accent3">
                <a:lumMod val="75000"/>
              </a:schemeClr>
            </a:solidFill>
            <a:ln>
              <a:solidFill>
                <a:schemeClr val="accent3">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CN" sz="2200" dirty="0">
                  <a:latin typeface="Impact" panose="020B0806030902050204" pitchFamily="34" charset="0"/>
                </a:rPr>
                <a:t>01</a:t>
              </a:r>
              <a:endParaRPr lang="zh-CN" altLang="en-US" sz="2200" dirty="0">
                <a:latin typeface="Impact" panose="020B0806030902050204" pitchFamily="34" charset="0"/>
              </a:endParaRPr>
            </a:p>
          </p:txBody>
        </p:sp>
        <p:sp>
          <p:nvSpPr>
            <p:cNvPr id="3" name="文本框 2">
              <a:extLst>
                <a:ext uri="{FF2B5EF4-FFF2-40B4-BE49-F238E27FC236}">
                  <a16:creationId xmlns:a16="http://schemas.microsoft.com/office/drawing/2014/main" id="{4D6BD736-A4D3-4F26-AFED-36E11F50F70B}"/>
                </a:ext>
              </a:extLst>
            </p:cNvPr>
            <p:cNvSpPr txBox="1"/>
            <p:nvPr/>
          </p:nvSpPr>
          <p:spPr>
            <a:xfrm>
              <a:off x="1052423" y="898245"/>
              <a:ext cx="4309893" cy="400110"/>
            </a:xfrm>
            <a:prstGeom prst="rect">
              <a:avLst/>
            </a:prstGeom>
            <a:noFill/>
          </p:spPr>
          <p:txBody>
            <a:bodyPr wrap="square" rtlCol="0">
              <a:spAutoFit/>
            </a:bodyPr>
            <a:lstStyle/>
            <a:p>
              <a:r>
                <a:rPr lang="zh-CN" altLang="en-US" sz="2000" b="1" dirty="0">
                  <a:solidFill>
                    <a:schemeClr val="tx1"/>
                  </a:solidFill>
                  <a:latin typeface="Arial Narrow" panose="020B0606020202030204" pitchFamily="34" charset="0"/>
                </a:rPr>
                <a:t>共享式以太网与交换式以太网的对比</a:t>
              </a:r>
              <a:endParaRPr lang="en-US" altLang="zh-CN" sz="2000" b="1" dirty="0">
                <a:solidFill>
                  <a:schemeClr val="tx1"/>
                </a:solidFill>
                <a:latin typeface="Arial Narrow" panose="020B0606020202030204" pitchFamily="34" charset="0"/>
              </a:endParaRPr>
            </a:p>
          </p:txBody>
        </p:sp>
      </p:grpSp>
      <p:grpSp>
        <p:nvGrpSpPr>
          <p:cNvPr id="6" name="组合 5">
            <a:extLst>
              <a:ext uri="{FF2B5EF4-FFF2-40B4-BE49-F238E27FC236}">
                <a16:creationId xmlns:a16="http://schemas.microsoft.com/office/drawing/2014/main" id="{A1AC0F66-E7EA-4DE3-AB60-23ED0887B6E0}"/>
              </a:ext>
            </a:extLst>
          </p:cNvPr>
          <p:cNvGrpSpPr/>
          <p:nvPr/>
        </p:nvGrpSpPr>
        <p:grpSpPr>
          <a:xfrm>
            <a:off x="1111972" y="1817184"/>
            <a:ext cx="4232071" cy="4551750"/>
            <a:chOff x="1111972" y="1817184"/>
            <a:chExt cx="4232071" cy="4551750"/>
          </a:xfrm>
        </p:grpSpPr>
        <p:sp>
          <p:nvSpPr>
            <p:cNvPr id="12" name="文本框 11">
              <a:extLst>
                <a:ext uri="{FF2B5EF4-FFF2-40B4-BE49-F238E27FC236}">
                  <a16:creationId xmlns:a16="http://schemas.microsoft.com/office/drawing/2014/main" id="{21965EDE-01A5-4F50-973F-ED47B5BE313F}"/>
                </a:ext>
              </a:extLst>
            </p:cNvPr>
            <p:cNvSpPr txBox="1"/>
            <p:nvPr/>
          </p:nvSpPr>
          <p:spPr>
            <a:xfrm>
              <a:off x="3241943" y="3925288"/>
              <a:ext cx="1076381" cy="369332"/>
            </a:xfrm>
            <a:prstGeom prst="rect">
              <a:avLst/>
            </a:prstGeom>
            <a:noFill/>
          </p:spPr>
          <p:txBody>
            <a:bodyPr wrap="square" rtlCol="0">
              <a:spAutoFit/>
            </a:bodyPr>
            <a:lstStyle/>
            <a:p>
              <a:pPr algn="ctr"/>
              <a:r>
                <a:rPr lang="zh-CN" altLang="en-US" b="1" dirty="0">
                  <a:latin typeface="+mn-ea"/>
                </a:rPr>
                <a:t>集线器</a:t>
              </a:r>
            </a:p>
          </p:txBody>
        </p:sp>
        <p:cxnSp>
          <p:nvCxnSpPr>
            <p:cNvPr id="13" name="直接连接符 12">
              <a:extLst>
                <a:ext uri="{FF2B5EF4-FFF2-40B4-BE49-F238E27FC236}">
                  <a16:creationId xmlns:a16="http://schemas.microsoft.com/office/drawing/2014/main" id="{7FE99D20-EEA5-47A3-81BE-65C5936FFFF9}"/>
                </a:ext>
              </a:extLst>
            </p:cNvPr>
            <p:cNvCxnSpPr>
              <a:cxnSpLocks/>
            </p:cNvCxnSpPr>
            <p:nvPr/>
          </p:nvCxnSpPr>
          <p:spPr>
            <a:xfrm flipH="1">
              <a:off x="1413982" y="3710053"/>
              <a:ext cx="3558504"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grpSp>
          <p:nvGrpSpPr>
            <p:cNvPr id="14" name="组合 13">
              <a:extLst>
                <a:ext uri="{FF2B5EF4-FFF2-40B4-BE49-F238E27FC236}">
                  <a16:creationId xmlns:a16="http://schemas.microsoft.com/office/drawing/2014/main" id="{F0FE3964-0D46-4C3B-830E-AA3E5BD1EE4E}"/>
                </a:ext>
              </a:extLst>
            </p:cNvPr>
            <p:cNvGrpSpPr/>
            <p:nvPr/>
          </p:nvGrpSpPr>
          <p:grpSpPr>
            <a:xfrm>
              <a:off x="1111972" y="3207395"/>
              <a:ext cx="662814" cy="641082"/>
              <a:chOff x="1235749" y="1557688"/>
              <a:chExt cx="662814" cy="641082"/>
            </a:xfrm>
          </p:grpSpPr>
          <p:pic>
            <p:nvPicPr>
              <p:cNvPr id="41" name="图形 10">
                <a:extLst>
                  <a:ext uri="{FF2B5EF4-FFF2-40B4-BE49-F238E27FC236}">
                    <a16:creationId xmlns:a16="http://schemas.microsoft.com/office/drawing/2014/main" id="{B0D68D12-20B3-43FA-BBB9-429BCD068FB5}"/>
                  </a:ext>
                </a:extLst>
              </p:cNvPr>
              <p:cNvPicPr>
                <a:picLocks noChangeAspect="1"/>
              </p:cNvPicPr>
              <p:nvPr/>
            </p:nvPicPr>
            <p:blipFill>
              <a:blip r:embed="rId3">
                <a:extLst>
                  <a:ext uri="{28A0092B-C50C-407E-A947-70E740481C1C}">
                    <a14:useLocalDpi xmlns:a14="http://schemas.microsoft.com/office/drawing/2010/main" val="0"/>
                  </a:ext>
                  <a:ext uri="{96DAC541-7B7A-43D3-8B79-37D633B846F1}">
                    <asvg:svgBlip xmlns:asvg="http://schemas.microsoft.com/office/drawing/2016/SVG/main" r:embed="rId4"/>
                  </a:ext>
                </a:extLst>
              </a:blip>
              <a:stretch>
                <a:fillRect/>
              </a:stretch>
            </p:blipFill>
            <p:spPr>
              <a:xfrm>
                <a:off x="1235749" y="1557688"/>
                <a:ext cx="662814" cy="641082"/>
              </a:xfrm>
              <a:prstGeom prst="rect">
                <a:avLst/>
              </a:prstGeom>
            </p:spPr>
          </p:pic>
          <p:sp>
            <p:nvSpPr>
              <p:cNvPr id="42" name="文本框 41">
                <a:extLst>
                  <a:ext uri="{FF2B5EF4-FFF2-40B4-BE49-F238E27FC236}">
                    <a16:creationId xmlns:a16="http://schemas.microsoft.com/office/drawing/2014/main" id="{E1462835-DE58-4800-BBC1-3B9D0DB7A083}"/>
                  </a:ext>
                </a:extLst>
              </p:cNvPr>
              <p:cNvSpPr txBox="1"/>
              <p:nvPr/>
            </p:nvSpPr>
            <p:spPr>
              <a:xfrm>
                <a:off x="1527006" y="1606485"/>
                <a:ext cx="316784" cy="369332"/>
              </a:xfrm>
              <a:prstGeom prst="rect">
                <a:avLst/>
              </a:prstGeom>
              <a:noFill/>
            </p:spPr>
            <p:txBody>
              <a:bodyPr wrap="square" rtlCol="0">
                <a:spAutoFit/>
              </a:bodyPr>
              <a:lstStyle/>
              <a:p>
                <a:pPr algn="ctr"/>
                <a:r>
                  <a:rPr lang="en-US" altLang="zh-CN" b="1" dirty="0">
                    <a:solidFill>
                      <a:schemeClr val="bg1"/>
                    </a:solidFill>
                    <a:latin typeface="+mn-ea"/>
                  </a:rPr>
                  <a:t>A</a:t>
                </a:r>
                <a:endParaRPr lang="zh-CN" altLang="en-US" b="1" dirty="0">
                  <a:solidFill>
                    <a:schemeClr val="bg1"/>
                  </a:solidFill>
                  <a:latin typeface="+mn-ea"/>
                </a:endParaRPr>
              </a:p>
            </p:txBody>
          </p:sp>
        </p:grpSp>
        <p:cxnSp>
          <p:nvCxnSpPr>
            <p:cNvPr id="15" name="直接连接符 14">
              <a:extLst>
                <a:ext uri="{FF2B5EF4-FFF2-40B4-BE49-F238E27FC236}">
                  <a16:creationId xmlns:a16="http://schemas.microsoft.com/office/drawing/2014/main" id="{4E4D70B5-6600-49DB-897B-40AFE24EABEA}"/>
                </a:ext>
              </a:extLst>
            </p:cNvPr>
            <p:cNvCxnSpPr>
              <a:cxnSpLocks/>
              <a:stCxn id="40" idx="2"/>
            </p:cNvCxnSpPr>
            <p:nvPr/>
          </p:nvCxnSpPr>
          <p:spPr>
            <a:xfrm flipV="1">
              <a:off x="3230139" y="2379205"/>
              <a:ext cx="23609" cy="3025302"/>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grpSp>
          <p:nvGrpSpPr>
            <p:cNvPr id="16" name="组合 15">
              <a:extLst>
                <a:ext uri="{FF2B5EF4-FFF2-40B4-BE49-F238E27FC236}">
                  <a16:creationId xmlns:a16="http://schemas.microsoft.com/office/drawing/2014/main" id="{35A5DCC0-76A5-44EB-B46F-5A622A6252DC}"/>
                </a:ext>
              </a:extLst>
            </p:cNvPr>
            <p:cNvGrpSpPr/>
            <p:nvPr/>
          </p:nvGrpSpPr>
          <p:grpSpPr>
            <a:xfrm>
              <a:off x="2780490" y="4986378"/>
              <a:ext cx="662814" cy="641082"/>
              <a:chOff x="1235749" y="1557688"/>
              <a:chExt cx="662814" cy="641082"/>
            </a:xfrm>
          </p:grpSpPr>
          <p:pic>
            <p:nvPicPr>
              <p:cNvPr id="39" name="图形 10">
                <a:extLst>
                  <a:ext uri="{FF2B5EF4-FFF2-40B4-BE49-F238E27FC236}">
                    <a16:creationId xmlns:a16="http://schemas.microsoft.com/office/drawing/2014/main" id="{D15DDBF7-C513-4A24-BB75-29E856E702AB}"/>
                  </a:ext>
                </a:extLst>
              </p:cNvPr>
              <p:cNvPicPr>
                <a:picLocks noChangeAspect="1"/>
              </p:cNvPicPr>
              <p:nvPr/>
            </p:nvPicPr>
            <p:blipFill>
              <a:blip r:embed="rId3">
                <a:extLst>
                  <a:ext uri="{28A0092B-C50C-407E-A947-70E740481C1C}">
                    <a14:useLocalDpi xmlns:a14="http://schemas.microsoft.com/office/drawing/2010/main" val="0"/>
                  </a:ext>
                  <a:ext uri="{96DAC541-7B7A-43D3-8B79-37D633B846F1}">
                    <asvg:svgBlip xmlns:asvg="http://schemas.microsoft.com/office/drawing/2016/SVG/main" r:embed="rId4"/>
                  </a:ext>
                </a:extLst>
              </a:blip>
              <a:stretch>
                <a:fillRect/>
              </a:stretch>
            </p:blipFill>
            <p:spPr>
              <a:xfrm>
                <a:off x="1235749" y="1557688"/>
                <a:ext cx="662814" cy="641082"/>
              </a:xfrm>
              <a:prstGeom prst="rect">
                <a:avLst/>
              </a:prstGeom>
            </p:spPr>
          </p:pic>
          <p:sp>
            <p:nvSpPr>
              <p:cNvPr id="40" name="文本框 39">
                <a:extLst>
                  <a:ext uri="{FF2B5EF4-FFF2-40B4-BE49-F238E27FC236}">
                    <a16:creationId xmlns:a16="http://schemas.microsoft.com/office/drawing/2014/main" id="{36AD15F4-F414-48EC-B1D3-D1A5297F5F24}"/>
                  </a:ext>
                </a:extLst>
              </p:cNvPr>
              <p:cNvSpPr txBox="1"/>
              <p:nvPr/>
            </p:nvSpPr>
            <p:spPr>
              <a:xfrm>
                <a:off x="1527006" y="1606485"/>
                <a:ext cx="316784" cy="369332"/>
              </a:xfrm>
              <a:prstGeom prst="rect">
                <a:avLst/>
              </a:prstGeom>
              <a:noFill/>
            </p:spPr>
            <p:txBody>
              <a:bodyPr wrap="square" rtlCol="0">
                <a:spAutoFit/>
              </a:bodyPr>
              <a:lstStyle/>
              <a:p>
                <a:pPr algn="ctr"/>
                <a:r>
                  <a:rPr lang="en-US" altLang="zh-CN" b="1" dirty="0">
                    <a:solidFill>
                      <a:schemeClr val="bg1"/>
                    </a:solidFill>
                    <a:latin typeface="+mn-ea"/>
                  </a:rPr>
                  <a:t>D</a:t>
                </a:r>
                <a:endParaRPr lang="zh-CN" altLang="en-US" b="1" dirty="0">
                  <a:solidFill>
                    <a:schemeClr val="bg1"/>
                  </a:solidFill>
                  <a:latin typeface="+mn-ea"/>
                </a:endParaRPr>
              </a:p>
            </p:txBody>
          </p:sp>
        </p:grpSp>
        <p:grpSp>
          <p:nvGrpSpPr>
            <p:cNvPr id="17" name="组合 16">
              <a:extLst>
                <a:ext uri="{FF2B5EF4-FFF2-40B4-BE49-F238E27FC236}">
                  <a16:creationId xmlns:a16="http://schemas.microsoft.com/office/drawing/2014/main" id="{2DB258B5-749E-449E-9991-3F44FD0E523E}"/>
                </a:ext>
              </a:extLst>
            </p:cNvPr>
            <p:cNvGrpSpPr/>
            <p:nvPr/>
          </p:nvGrpSpPr>
          <p:grpSpPr>
            <a:xfrm>
              <a:off x="2918914" y="1817184"/>
              <a:ext cx="662814" cy="641082"/>
              <a:chOff x="1235749" y="1557688"/>
              <a:chExt cx="662814" cy="641082"/>
            </a:xfrm>
          </p:grpSpPr>
          <p:pic>
            <p:nvPicPr>
              <p:cNvPr id="37" name="图形 10">
                <a:extLst>
                  <a:ext uri="{FF2B5EF4-FFF2-40B4-BE49-F238E27FC236}">
                    <a16:creationId xmlns:a16="http://schemas.microsoft.com/office/drawing/2014/main" id="{0FFB7C25-4F8B-44F3-9D44-21B68E53F58A}"/>
                  </a:ext>
                </a:extLst>
              </p:cNvPr>
              <p:cNvPicPr>
                <a:picLocks noChangeAspect="1"/>
              </p:cNvPicPr>
              <p:nvPr/>
            </p:nvPicPr>
            <p:blipFill>
              <a:blip r:embed="rId3">
                <a:extLst>
                  <a:ext uri="{28A0092B-C50C-407E-A947-70E740481C1C}">
                    <a14:useLocalDpi xmlns:a14="http://schemas.microsoft.com/office/drawing/2010/main" val="0"/>
                  </a:ext>
                  <a:ext uri="{96DAC541-7B7A-43D3-8B79-37D633B846F1}">
                    <asvg:svgBlip xmlns:asvg="http://schemas.microsoft.com/office/drawing/2016/SVG/main" r:embed="rId4"/>
                  </a:ext>
                </a:extLst>
              </a:blip>
              <a:stretch>
                <a:fillRect/>
              </a:stretch>
            </p:blipFill>
            <p:spPr>
              <a:xfrm>
                <a:off x="1235749" y="1557688"/>
                <a:ext cx="662814" cy="641082"/>
              </a:xfrm>
              <a:prstGeom prst="rect">
                <a:avLst/>
              </a:prstGeom>
            </p:spPr>
          </p:pic>
          <p:sp>
            <p:nvSpPr>
              <p:cNvPr id="38" name="文本框 37">
                <a:extLst>
                  <a:ext uri="{FF2B5EF4-FFF2-40B4-BE49-F238E27FC236}">
                    <a16:creationId xmlns:a16="http://schemas.microsoft.com/office/drawing/2014/main" id="{2EFA039D-882A-474E-93FB-9082DFE299A8}"/>
                  </a:ext>
                </a:extLst>
              </p:cNvPr>
              <p:cNvSpPr txBox="1"/>
              <p:nvPr/>
            </p:nvSpPr>
            <p:spPr>
              <a:xfrm>
                <a:off x="1527006" y="1606485"/>
                <a:ext cx="316784" cy="369332"/>
              </a:xfrm>
              <a:prstGeom prst="rect">
                <a:avLst/>
              </a:prstGeom>
              <a:noFill/>
            </p:spPr>
            <p:txBody>
              <a:bodyPr wrap="square" rtlCol="0">
                <a:spAutoFit/>
              </a:bodyPr>
              <a:lstStyle/>
              <a:p>
                <a:pPr algn="ctr"/>
                <a:r>
                  <a:rPr lang="en-US" altLang="zh-CN" b="1" dirty="0">
                    <a:solidFill>
                      <a:schemeClr val="bg1"/>
                    </a:solidFill>
                    <a:latin typeface="+mn-ea"/>
                  </a:rPr>
                  <a:t>B</a:t>
                </a:r>
                <a:endParaRPr lang="zh-CN" altLang="en-US" b="1" dirty="0">
                  <a:solidFill>
                    <a:schemeClr val="bg1"/>
                  </a:solidFill>
                  <a:latin typeface="+mn-ea"/>
                </a:endParaRPr>
              </a:p>
            </p:txBody>
          </p:sp>
        </p:grpSp>
        <p:pic>
          <p:nvPicPr>
            <p:cNvPr id="18" name="图片 17" descr="文本&#10;&#10;描述已自动生成">
              <a:extLst>
                <a:ext uri="{FF2B5EF4-FFF2-40B4-BE49-F238E27FC236}">
                  <a16:creationId xmlns:a16="http://schemas.microsoft.com/office/drawing/2014/main" id="{1591BE4B-9373-47E5-B54B-5645B5DE98CA}"/>
                </a:ext>
              </a:extLst>
            </p:cNvPr>
            <p:cNvPicPr>
              <a:picLocks noChangeAspect="1"/>
            </p:cNvPicPr>
            <p:nvPr/>
          </p:nvPicPr>
          <p:blipFill>
            <a:blip r:embed="rId5">
              <a:extLst>
                <a:ext uri="{28A0092B-C50C-407E-A947-70E740481C1C}">
                  <a14:useLocalDpi xmlns:a14="http://schemas.microsoft.com/office/drawing/2010/main" val="0"/>
                </a:ext>
              </a:extLst>
            </a:blip>
            <a:stretch>
              <a:fillRect/>
            </a:stretch>
          </p:blipFill>
          <p:spPr>
            <a:xfrm>
              <a:off x="2908531" y="3379364"/>
              <a:ext cx="705470" cy="661378"/>
            </a:xfrm>
            <a:prstGeom prst="rect">
              <a:avLst/>
            </a:prstGeom>
          </p:spPr>
        </p:pic>
        <p:grpSp>
          <p:nvGrpSpPr>
            <p:cNvPr id="19" name="组合 18">
              <a:extLst>
                <a:ext uri="{FF2B5EF4-FFF2-40B4-BE49-F238E27FC236}">
                  <a16:creationId xmlns:a16="http://schemas.microsoft.com/office/drawing/2014/main" id="{501B2417-864C-417B-8DC1-14F9957F9771}"/>
                </a:ext>
              </a:extLst>
            </p:cNvPr>
            <p:cNvGrpSpPr/>
            <p:nvPr/>
          </p:nvGrpSpPr>
          <p:grpSpPr>
            <a:xfrm>
              <a:off x="4681229" y="3207395"/>
              <a:ext cx="662814" cy="641082"/>
              <a:chOff x="1235749" y="1557688"/>
              <a:chExt cx="662814" cy="641082"/>
            </a:xfrm>
          </p:grpSpPr>
          <p:pic>
            <p:nvPicPr>
              <p:cNvPr id="35" name="图形 10">
                <a:extLst>
                  <a:ext uri="{FF2B5EF4-FFF2-40B4-BE49-F238E27FC236}">
                    <a16:creationId xmlns:a16="http://schemas.microsoft.com/office/drawing/2014/main" id="{43737DA3-F6AE-45F1-B0A6-88048F254855}"/>
                  </a:ext>
                </a:extLst>
              </p:cNvPr>
              <p:cNvPicPr>
                <a:picLocks noChangeAspect="1"/>
              </p:cNvPicPr>
              <p:nvPr/>
            </p:nvPicPr>
            <p:blipFill>
              <a:blip r:embed="rId3">
                <a:extLst>
                  <a:ext uri="{28A0092B-C50C-407E-A947-70E740481C1C}">
                    <a14:useLocalDpi xmlns:a14="http://schemas.microsoft.com/office/drawing/2010/main" val="0"/>
                  </a:ext>
                  <a:ext uri="{96DAC541-7B7A-43D3-8B79-37D633B846F1}">
                    <asvg:svgBlip xmlns:asvg="http://schemas.microsoft.com/office/drawing/2016/SVG/main" r:embed="rId4"/>
                  </a:ext>
                </a:extLst>
              </a:blip>
              <a:stretch>
                <a:fillRect/>
              </a:stretch>
            </p:blipFill>
            <p:spPr>
              <a:xfrm>
                <a:off x="1235749" y="1557688"/>
                <a:ext cx="662814" cy="641082"/>
              </a:xfrm>
              <a:prstGeom prst="rect">
                <a:avLst/>
              </a:prstGeom>
            </p:spPr>
          </p:pic>
          <p:sp>
            <p:nvSpPr>
              <p:cNvPr id="36" name="文本框 35">
                <a:extLst>
                  <a:ext uri="{FF2B5EF4-FFF2-40B4-BE49-F238E27FC236}">
                    <a16:creationId xmlns:a16="http://schemas.microsoft.com/office/drawing/2014/main" id="{D6CFEE13-7CA0-48D4-B824-68F86392D955}"/>
                  </a:ext>
                </a:extLst>
              </p:cNvPr>
              <p:cNvSpPr txBox="1"/>
              <p:nvPr/>
            </p:nvSpPr>
            <p:spPr>
              <a:xfrm>
                <a:off x="1527006" y="1606485"/>
                <a:ext cx="316784" cy="369332"/>
              </a:xfrm>
              <a:prstGeom prst="rect">
                <a:avLst/>
              </a:prstGeom>
              <a:noFill/>
            </p:spPr>
            <p:txBody>
              <a:bodyPr wrap="square" rtlCol="0">
                <a:spAutoFit/>
              </a:bodyPr>
              <a:lstStyle/>
              <a:p>
                <a:pPr algn="ctr"/>
                <a:r>
                  <a:rPr lang="en-US" altLang="zh-CN" b="1" dirty="0">
                    <a:solidFill>
                      <a:schemeClr val="bg1"/>
                    </a:solidFill>
                    <a:latin typeface="+mn-ea"/>
                  </a:rPr>
                  <a:t>C</a:t>
                </a:r>
                <a:endParaRPr lang="zh-CN" altLang="en-US" b="1" dirty="0">
                  <a:solidFill>
                    <a:schemeClr val="bg1"/>
                  </a:solidFill>
                  <a:latin typeface="+mn-ea"/>
                </a:endParaRPr>
              </a:p>
            </p:txBody>
          </p:sp>
        </p:grpSp>
        <p:sp>
          <p:nvSpPr>
            <p:cNvPr id="70" name="文本框 69">
              <a:extLst>
                <a:ext uri="{FF2B5EF4-FFF2-40B4-BE49-F238E27FC236}">
                  <a16:creationId xmlns:a16="http://schemas.microsoft.com/office/drawing/2014/main" id="{3AC1B828-CF53-4D3A-B8D4-D2EF67453A56}"/>
                </a:ext>
              </a:extLst>
            </p:cNvPr>
            <p:cNvSpPr txBox="1"/>
            <p:nvPr/>
          </p:nvSpPr>
          <p:spPr>
            <a:xfrm>
              <a:off x="2252603" y="5999602"/>
              <a:ext cx="1986839" cy="369332"/>
            </a:xfrm>
            <a:prstGeom prst="rect">
              <a:avLst/>
            </a:prstGeom>
            <a:noFill/>
          </p:spPr>
          <p:txBody>
            <a:bodyPr wrap="square" rtlCol="0">
              <a:spAutoFit/>
            </a:bodyPr>
            <a:lstStyle/>
            <a:p>
              <a:pPr algn="ctr"/>
              <a:r>
                <a:rPr lang="zh-CN" altLang="en-US" b="1" dirty="0">
                  <a:latin typeface="+mn-ea"/>
                </a:rPr>
                <a:t>共享式以太网</a:t>
              </a:r>
            </a:p>
          </p:txBody>
        </p:sp>
      </p:grpSp>
      <p:grpSp>
        <p:nvGrpSpPr>
          <p:cNvPr id="7" name="组合 6">
            <a:extLst>
              <a:ext uri="{FF2B5EF4-FFF2-40B4-BE49-F238E27FC236}">
                <a16:creationId xmlns:a16="http://schemas.microsoft.com/office/drawing/2014/main" id="{71902E0A-C687-4076-AEE8-FA6FB6B0EBE3}"/>
              </a:ext>
            </a:extLst>
          </p:cNvPr>
          <p:cNvGrpSpPr/>
          <p:nvPr/>
        </p:nvGrpSpPr>
        <p:grpSpPr>
          <a:xfrm>
            <a:off x="6861608" y="1817184"/>
            <a:ext cx="4232071" cy="4551750"/>
            <a:chOff x="6861608" y="1817184"/>
            <a:chExt cx="4232071" cy="4551750"/>
          </a:xfrm>
        </p:grpSpPr>
        <p:sp>
          <p:nvSpPr>
            <p:cNvPr id="43" name="文本框 42">
              <a:extLst>
                <a:ext uri="{FF2B5EF4-FFF2-40B4-BE49-F238E27FC236}">
                  <a16:creationId xmlns:a16="http://schemas.microsoft.com/office/drawing/2014/main" id="{B50B0264-DC40-447D-900A-6EE65028DCB0}"/>
                </a:ext>
              </a:extLst>
            </p:cNvPr>
            <p:cNvSpPr txBox="1"/>
            <p:nvPr/>
          </p:nvSpPr>
          <p:spPr>
            <a:xfrm>
              <a:off x="8991579" y="3925288"/>
              <a:ext cx="1076381" cy="369332"/>
            </a:xfrm>
            <a:prstGeom prst="rect">
              <a:avLst/>
            </a:prstGeom>
            <a:noFill/>
          </p:spPr>
          <p:txBody>
            <a:bodyPr wrap="square" rtlCol="0">
              <a:spAutoFit/>
            </a:bodyPr>
            <a:lstStyle/>
            <a:p>
              <a:pPr algn="ctr"/>
              <a:r>
                <a:rPr lang="zh-CN" altLang="en-US" b="1" dirty="0">
                  <a:latin typeface="+mn-ea"/>
                </a:rPr>
                <a:t>交换机</a:t>
              </a:r>
            </a:p>
          </p:txBody>
        </p:sp>
        <p:cxnSp>
          <p:nvCxnSpPr>
            <p:cNvPr id="44" name="直接连接符 43">
              <a:extLst>
                <a:ext uri="{FF2B5EF4-FFF2-40B4-BE49-F238E27FC236}">
                  <a16:creationId xmlns:a16="http://schemas.microsoft.com/office/drawing/2014/main" id="{CC036EF6-3C61-49A7-B8A5-B8666E867CD1}"/>
                </a:ext>
              </a:extLst>
            </p:cNvPr>
            <p:cNvCxnSpPr>
              <a:cxnSpLocks/>
            </p:cNvCxnSpPr>
            <p:nvPr/>
          </p:nvCxnSpPr>
          <p:spPr>
            <a:xfrm flipH="1">
              <a:off x="7163618" y="3710053"/>
              <a:ext cx="3558504"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grpSp>
          <p:nvGrpSpPr>
            <p:cNvPr id="45" name="组合 44">
              <a:extLst>
                <a:ext uri="{FF2B5EF4-FFF2-40B4-BE49-F238E27FC236}">
                  <a16:creationId xmlns:a16="http://schemas.microsoft.com/office/drawing/2014/main" id="{309AED31-DB5D-49DC-A765-0A9CD1523C91}"/>
                </a:ext>
              </a:extLst>
            </p:cNvPr>
            <p:cNvGrpSpPr/>
            <p:nvPr/>
          </p:nvGrpSpPr>
          <p:grpSpPr>
            <a:xfrm>
              <a:off x="6861608" y="3207395"/>
              <a:ext cx="662814" cy="641082"/>
              <a:chOff x="1235749" y="1557688"/>
              <a:chExt cx="662814" cy="641082"/>
            </a:xfrm>
          </p:grpSpPr>
          <p:pic>
            <p:nvPicPr>
              <p:cNvPr id="46" name="图形 10">
                <a:extLst>
                  <a:ext uri="{FF2B5EF4-FFF2-40B4-BE49-F238E27FC236}">
                    <a16:creationId xmlns:a16="http://schemas.microsoft.com/office/drawing/2014/main" id="{8FA61B9C-16B8-4ED1-B105-294C3B7BB3F8}"/>
                  </a:ext>
                </a:extLst>
              </p:cNvPr>
              <p:cNvPicPr>
                <a:picLocks noChangeAspect="1"/>
              </p:cNvPicPr>
              <p:nvPr/>
            </p:nvPicPr>
            <p:blipFill>
              <a:blip r:embed="rId3">
                <a:extLst>
                  <a:ext uri="{28A0092B-C50C-407E-A947-70E740481C1C}">
                    <a14:useLocalDpi xmlns:a14="http://schemas.microsoft.com/office/drawing/2010/main" val="0"/>
                  </a:ext>
                  <a:ext uri="{96DAC541-7B7A-43D3-8B79-37D633B846F1}">
                    <asvg:svgBlip xmlns:asvg="http://schemas.microsoft.com/office/drawing/2016/SVG/main" r:embed="rId4"/>
                  </a:ext>
                </a:extLst>
              </a:blip>
              <a:stretch>
                <a:fillRect/>
              </a:stretch>
            </p:blipFill>
            <p:spPr>
              <a:xfrm>
                <a:off x="1235749" y="1557688"/>
                <a:ext cx="662814" cy="641082"/>
              </a:xfrm>
              <a:prstGeom prst="rect">
                <a:avLst/>
              </a:prstGeom>
            </p:spPr>
          </p:pic>
          <p:sp>
            <p:nvSpPr>
              <p:cNvPr id="47" name="文本框 46">
                <a:extLst>
                  <a:ext uri="{FF2B5EF4-FFF2-40B4-BE49-F238E27FC236}">
                    <a16:creationId xmlns:a16="http://schemas.microsoft.com/office/drawing/2014/main" id="{9F4A8B92-BC68-4823-B3FF-1EECF75B772F}"/>
                  </a:ext>
                </a:extLst>
              </p:cNvPr>
              <p:cNvSpPr txBox="1"/>
              <p:nvPr/>
            </p:nvSpPr>
            <p:spPr>
              <a:xfrm>
                <a:off x="1527006" y="1599907"/>
                <a:ext cx="316784" cy="369332"/>
              </a:xfrm>
              <a:prstGeom prst="rect">
                <a:avLst/>
              </a:prstGeom>
              <a:noFill/>
            </p:spPr>
            <p:txBody>
              <a:bodyPr wrap="square" rtlCol="0">
                <a:spAutoFit/>
              </a:bodyPr>
              <a:lstStyle/>
              <a:p>
                <a:pPr algn="ctr"/>
                <a:r>
                  <a:rPr lang="en-US" altLang="zh-CN" b="1" dirty="0">
                    <a:solidFill>
                      <a:schemeClr val="bg1"/>
                    </a:solidFill>
                    <a:latin typeface="+mn-ea"/>
                  </a:rPr>
                  <a:t>A</a:t>
                </a:r>
                <a:endParaRPr lang="zh-CN" altLang="en-US" b="1" dirty="0">
                  <a:solidFill>
                    <a:schemeClr val="bg1"/>
                  </a:solidFill>
                  <a:latin typeface="+mn-ea"/>
                </a:endParaRPr>
              </a:p>
            </p:txBody>
          </p:sp>
        </p:grpSp>
        <p:cxnSp>
          <p:nvCxnSpPr>
            <p:cNvPr id="48" name="直接连接符 47">
              <a:extLst>
                <a:ext uri="{FF2B5EF4-FFF2-40B4-BE49-F238E27FC236}">
                  <a16:creationId xmlns:a16="http://schemas.microsoft.com/office/drawing/2014/main" id="{11302207-57CF-4224-92E8-D1F84BEE71C5}"/>
                </a:ext>
              </a:extLst>
            </p:cNvPr>
            <p:cNvCxnSpPr>
              <a:cxnSpLocks/>
              <a:stCxn id="51" idx="2"/>
            </p:cNvCxnSpPr>
            <p:nvPr/>
          </p:nvCxnSpPr>
          <p:spPr>
            <a:xfrm flipV="1">
              <a:off x="8979775" y="2372627"/>
              <a:ext cx="23609" cy="3025302"/>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grpSp>
          <p:nvGrpSpPr>
            <p:cNvPr id="49" name="组合 48">
              <a:extLst>
                <a:ext uri="{FF2B5EF4-FFF2-40B4-BE49-F238E27FC236}">
                  <a16:creationId xmlns:a16="http://schemas.microsoft.com/office/drawing/2014/main" id="{BF2BE45A-31C7-4BEB-90CC-281327B31C56}"/>
                </a:ext>
              </a:extLst>
            </p:cNvPr>
            <p:cNvGrpSpPr/>
            <p:nvPr/>
          </p:nvGrpSpPr>
          <p:grpSpPr>
            <a:xfrm>
              <a:off x="8530126" y="4986378"/>
              <a:ext cx="662814" cy="641082"/>
              <a:chOff x="1235749" y="1557688"/>
              <a:chExt cx="662814" cy="641082"/>
            </a:xfrm>
          </p:grpSpPr>
          <p:pic>
            <p:nvPicPr>
              <p:cNvPr id="50" name="图形 10">
                <a:extLst>
                  <a:ext uri="{FF2B5EF4-FFF2-40B4-BE49-F238E27FC236}">
                    <a16:creationId xmlns:a16="http://schemas.microsoft.com/office/drawing/2014/main" id="{D8BB52B7-42CD-425A-8012-9894A8203C86}"/>
                  </a:ext>
                </a:extLst>
              </p:cNvPr>
              <p:cNvPicPr>
                <a:picLocks noChangeAspect="1"/>
              </p:cNvPicPr>
              <p:nvPr/>
            </p:nvPicPr>
            <p:blipFill>
              <a:blip r:embed="rId3">
                <a:extLst>
                  <a:ext uri="{28A0092B-C50C-407E-A947-70E740481C1C}">
                    <a14:useLocalDpi xmlns:a14="http://schemas.microsoft.com/office/drawing/2010/main" val="0"/>
                  </a:ext>
                  <a:ext uri="{96DAC541-7B7A-43D3-8B79-37D633B846F1}">
                    <asvg:svgBlip xmlns:asvg="http://schemas.microsoft.com/office/drawing/2016/SVG/main" r:embed="rId4"/>
                  </a:ext>
                </a:extLst>
              </a:blip>
              <a:stretch>
                <a:fillRect/>
              </a:stretch>
            </p:blipFill>
            <p:spPr>
              <a:xfrm>
                <a:off x="1235749" y="1557688"/>
                <a:ext cx="662814" cy="641082"/>
              </a:xfrm>
              <a:prstGeom prst="rect">
                <a:avLst/>
              </a:prstGeom>
            </p:spPr>
          </p:pic>
          <p:sp>
            <p:nvSpPr>
              <p:cNvPr id="51" name="文本框 50">
                <a:extLst>
                  <a:ext uri="{FF2B5EF4-FFF2-40B4-BE49-F238E27FC236}">
                    <a16:creationId xmlns:a16="http://schemas.microsoft.com/office/drawing/2014/main" id="{77CC7DCC-EC9A-4F4E-B7F7-2E9BA02EDA7C}"/>
                  </a:ext>
                </a:extLst>
              </p:cNvPr>
              <p:cNvSpPr txBox="1"/>
              <p:nvPr/>
            </p:nvSpPr>
            <p:spPr>
              <a:xfrm>
                <a:off x="1527006" y="1599907"/>
                <a:ext cx="316784" cy="369332"/>
              </a:xfrm>
              <a:prstGeom prst="rect">
                <a:avLst/>
              </a:prstGeom>
              <a:noFill/>
            </p:spPr>
            <p:txBody>
              <a:bodyPr wrap="square" rtlCol="0">
                <a:spAutoFit/>
              </a:bodyPr>
              <a:lstStyle/>
              <a:p>
                <a:pPr algn="ctr"/>
                <a:r>
                  <a:rPr lang="en-US" altLang="zh-CN" b="1" dirty="0">
                    <a:solidFill>
                      <a:schemeClr val="bg1"/>
                    </a:solidFill>
                    <a:latin typeface="+mn-ea"/>
                  </a:rPr>
                  <a:t>D</a:t>
                </a:r>
                <a:endParaRPr lang="zh-CN" altLang="en-US" b="1" dirty="0">
                  <a:solidFill>
                    <a:schemeClr val="bg1"/>
                  </a:solidFill>
                  <a:latin typeface="+mn-ea"/>
                </a:endParaRPr>
              </a:p>
            </p:txBody>
          </p:sp>
        </p:grpSp>
        <p:grpSp>
          <p:nvGrpSpPr>
            <p:cNvPr id="56" name="组合 55">
              <a:extLst>
                <a:ext uri="{FF2B5EF4-FFF2-40B4-BE49-F238E27FC236}">
                  <a16:creationId xmlns:a16="http://schemas.microsoft.com/office/drawing/2014/main" id="{0942FD9D-2108-4B0E-8619-649E4188B714}"/>
                </a:ext>
              </a:extLst>
            </p:cNvPr>
            <p:cNvGrpSpPr/>
            <p:nvPr/>
          </p:nvGrpSpPr>
          <p:grpSpPr>
            <a:xfrm>
              <a:off x="8668550" y="1817184"/>
              <a:ext cx="662814" cy="641082"/>
              <a:chOff x="1235749" y="1557688"/>
              <a:chExt cx="662814" cy="641082"/>
            </a:xfrm>
          </p:grpSpPr>
          <p:pic>
            <p:nvPicPr>
              <p:cNvPr id="57" name="图形 10">
                <a:extLst>
                  <a:ext uri="{FF2B5EF4-FFF2-40B4-BE49-F238E27FC236}">
                    <a16:creationId xmlns:a16="http://schemas.microsoft.com/office/drawing/2014/main" id="{239FE925-5B69-44FE-A994-EFD2ED2716A3}"/>
                  </a:ext>
                </a:extLst>
              </p:cNvPr>
              <p:cNvPicPr>
                <a:picLocks noChangeAspect="1"/>
              </p:cNvPicPr>
              <p:nvPr/>
            </p:nvPicPr>
            <p:blipFill>
              <a:blip r:embed="rId3">
                <a:extLst>
                  <a:ext uri="{28A0092B-C50C-407E-A947-70E740481C1C}">
                    <a14:useLocalDpi xmlns:a14="http://schemas.microsoft.com/office/drawing/2010/main" val="0"/>
                  </a:ext>
                  <a:ext uri="{96DAC541-7B7A-43D3-8B79-37D633B846F1}">
                    <asvg:svgBlip xmlns:asvg="http://schemas.microsoft.com/office/drawing/2016/SVG/main" r:embed="rId4"/>
                  </a:ext>
                </a:extLst>
              </a:blip>
              <a:stretch>
                <a:fillRect/>
              </a:stretch>
            </p:blipFill>
            <p:spPr>
              <a:xfrm>
                <a:off x="1235749" y="1557688"/>
                <a:ext cx="662814" cy="641082"/>
              </a:xfrm>
              <a:prstGeom prst="rect">
                <a:avLst/>
              </a:prstGeom>
            </p:spPr>
          </p:pic>
          <p:sp>
            <p:nvSpPr>
              <p:cNvPr id="58" name="文本框 57">
                <a:extLst>
                  <a:ext uri="{FF2B5EF4-FFF2-40B4-BE49-F238E27FC236}">
                    <a16:creationId xmlns:a16="http://schemas.microsoft.com/office/drawing/2014/main" id="{913E0766-C1BB-4CA8-9256-03A79C8A3DE8}"/>
                  </a:ext>
                </a:extLst>
              </p:cNvPr>
              <p:cNvSpPr txBox="1"/>
              <p:nvPr/>
            </p:nvSpPr>
            <p:spPr>
              <a:xfrm>
                <a:off x="1527006" y="1599907"/>
                <a:ext cx="316784" cy="369332"/>
              </a:xfrm>
              <a:prstGeom prst="rect">
                <a:avLst/>
              </a:prstGeom>
              <a:noFill/>
            </p:spPr>
            <p:txBody>
              <a:bodyPr wrap="square" rtlCol="0">
                <a:spAutoFit/>
              </a:bodyPr>
              <a:lstStyle/>
              <a:p>
                <a:pPr algn="ctr"/>
                <a:r>
                  <a:rPr lang="en-US" altLang="zh-CN" b="1" dirty="0">
                    <a:solidFill>
                      <a:schemeClr val="bg1"/>
                    </a:solidFill>
                    <a:latin typeface="+mn-ea"/>
                  </a:rPr>
                  <a:t>B</a:t>
                </a:r>
                <a:endParaRPr lang="zh-CN" altLang="en-US" b="1" dirty="0">
                  <a:solidFill>
                    <a:schemeClr val="bg1"/>
                  </a:solidFill>
                  <a:latin typeface="+mn-ea"/>
                </a:endParaRPr>
              </a:p>
            </p:txBody>
          </p:sp>
        </p:grpSp>
        <p:grpSp>
          <p:nvGrpSpPr>
            <p:cNvPr id="59" name="组合 58">
              <a:extLst>
                <a:ext uri="{FF2B5EF4-FFF2-40B4-BE49-F238E27FC236}">
                  <a16:creationId xmlns:a16="http://schemas.microsoft.com/office/drawing/2014/main" id="{2852E6D1-309D-4FEC-918D-983E4E2EEA56}"/>
                </a:ext>
              </a:extLst>
            </p:cNvPr>
            <p:cNvGrpSpPr/>
            <p:nvPr/>
          </p:nvGrpSpPr>
          <p:grpSpPr>
            <a:xfrm>
              <a:off x="10430865" y="3207395"/>
              <a:ext cx="662814" cy="641082"/>
              <a:chOff x="1235749" y="1557688"/>
              <a:chExt cx="662814" cy="641082"/>
            </a:xfrm>
          </p:grpSpPr>
          <p:pic>
            <p:nvPicPr>
              <p:cNvPr id="60" name="图形 10">
                <a:extLst>
                  <a:ext uri="{FF2B5EF4-FFF2-40B4-BE49-F238E27FC236}">
                    <a16:creationId xmlns:a16="http://schemas.microsoft.com/office/drawing/2014/main" id="{A1A931C8-49BA-421A-94DE-8033FE334B9B}"/>
                  </a:ext>
                </a:extLst>
              </p:cNvPr>
              <p:cNvPicPr>
                <a:picLocks noChangeAspect="1"/>
              </p:cNvPicPr>
              <p:nvPr/>
            </p:nvPicPr>
            <p:blipFill>
              <a:blip r:embed="rId3">
                <a:extLst>
                  <a:ext uri="{28A0092B-C50C-407E-A947-70E740481C1C}">
                    <a14:useLocalDpi xmlns:a14="http://schemas.microsoft.com/office/drawing/2010/main" val="0"/>
                  </a:ext>
                  <a:ext uri="{96DAC541-7B7A-43D3-8B79-37D633B846F1}">
                    <asvg:svgBlip xmlns:asvg="http://schemas.microsoft.com/office/drawing/2016/SVG/main" r:embed="rId4"/>
                  </a:ext>
                </a:extLst>
              </a:blip>
              <a:stretch>
                <a:fillRect/>
              </a:stretch>
            </p:blipFill>
            <p:spPr>
              <a:xfrm>
                <a:off x="1235749" y="1557688"/>
                <a:ext cx="662814" cy="641082"/>
              </a:xfrm>
              <a:prstGeom prst="rect">
                <a:avLst/>
              </a:prstGeom>
            </p:spPr>
          </p:pic>
          <p:sp>
            <p:nvSpPr>
              <p:cNvPr id="61" name="文本框 60">
                <a:extLst>
                  <a:ext uri="{FF2B5EF4-FFF2-40B4-BE49-F238E27FC236}">
                    <a16:creationId xmlns:a16="http://schemas.microsoft.com/office/drawing/2014/main" id="{4E9A45A7-8A2B-42B9-AF8A-48DBFC7D49C5}"/>
                  </a:ext>
                </a:extLst>
              </p:cNvPr>
              <p:cNvSpPr txBox="1"/>
              <p:nvPr/>
            </p:nvSpPr>
            <p:spPr>
              <a:xfrm>
                <a:off x="1527006" y="1606485"/>
                <a:ext cx="316784" cy="369332"/>
              </a:xfrm>
              <a:prstGeom prst="rect">
                <a:avLst/>
              </a:prstGeom>
              <a:noFill/>
            </p:spPr>
            <p:txBody>
              <a:bodyPr wrap="square" rtlCol="0">
                <a:spAutoFit/>
              </a:bodyPr>
              <a:lstStyle/>
              <a:p>
                <a:pPr algn="ctr"/>
                <a:r>
                  <a:rPr lang="en-US" altLang="zh-CN" b="1" dirty="0">
                    <a:solidFill>
                      <a:schemeClr val="bg1"/>
                    </a:solidFill>
                    <a:latin typeface="+mn-ea"/>
                  </a:rPr>
                  <a:t>C</a:t>
                </a:r>
                <a:endParaRPr lang="zh-CN" altLang="en-US" b="1" dirty="0">
                  <a:solidFill>
                    <a:schemeClr val="bg1"/>
                  </a:solidFill>
                  <a:latin typeface="+mn-ea"/>
                </a:endParaRPr>
              </a:p>
            </p:txBody>
          </p:sp>
        </p:grpSp>
        <p:pic>
          <p:nvPicPr>
            <p:cNvPr id="69" name="图片 68" descr="图标&#10;&#10;描述已自动生成">
              <a:extLst>
                <a:ext uri="{FF2B5EF4-FFF2-40B4-BE49-F238E27FC236}">
                  <a16:creationId xmlns:a16="http://schemas.microsoft.com/office/drawing/2014/main" id="{56B846AC-1958-4647-804E-6E3006D74520}"/>
                </a:ext>
              </a:extLst>
            </p:cNvPr>
            <p:cNvPicPr>
              <a:picLocks noChangeAspect="1"/>
            </p:cNvPicPr>
            <p:nvPr/>
          </p:nvPicPr>
          <p:blipFill>
            <a:blip r:embed="rId6">
              <a:extLst>
                <a:ext uri="{28A0092B-C50C-407E-A947-70E740481C1C}">
                  <a14:useLocalDpi xmlns:a14="http://schemas.microsoft.com/office/drawing/2010/main" val="0"/>
                </a:ext>
              </a:extLst>
            </a:blip>
            <a:stretch>
              <a:fillRect/>
            </a:stretch>
          </p:blipFill>
          <p:spPr>
            <a:xfrm>
              <a:off x="8763638" y="3386593"/>
              <a:ext cx="497392" cy="641082"/>
            </a:xfrm>
            <a:prstGeom prst="rect">
              <a:avLst/>
            </a:prstGeom>
          </p:spPr>
        </p:pic>
        <p:sp>
          <p:nvSpPr>
            <p:cNvPr id="71" name="文本框 70">
              <a:extLst>
                <a:ext uri="{FF2B5EF4-FFF2-40B4-BE49-F238E27FC236}">
                  <a16:creationId xmlns:a16="http://schemas.microsoft.com/office/drawing/2014/main" id="{EBA9184B-FAF2-4733-A498-9B71F3E74CC7}"/>
                </a:ext>
              </a:extLst>
            </p:cNvPr>
            <p:cNvSpPr txBox="1"/>
            <p:nvPr/>
          </p:nvSpPr>
          <p:spPr>
            <a:xfrm>
              <a:off x="7966387" y="5999602"/>
              <a:ext cx="1986839" cy="369332"/>
            </a:xfrm>
            <a:prstGeom prst="rect">
              <a:avLst/>
            </a:prstGeom>
            <a:noFill/>
          </p:spPr>
          <p:txBody>
            <a:bodyPr wrap="square" rtlCol="0">
              <a:spAutoFit/>
            </a:bodyPr>
            <a:lstStyle/>
            <a:p>
              <a:pPr algn="ctr"/>
              <a:r>
                <a:rPr lang="zh-CN" altLang="en-US" b="1" dirty="0">
                  <a:latin typeface="+mn-ea"/>
                </a:rPr>
                <a:t>交换式以太网</a:t>
              </a:r>
            </a:p>
          </p:txBody>
        </p:sp>
      </p:grpSp>
      <p:sp>
        <p:nvSpPr>
          <p:cNvPr id="72" name="文本框 71">
            <a:extLst>
              <a:ext uri="{FF2B5EF4-FFF2-40B4-BE49-F238E27FC236}">
                <a16:creationId xmlns:a16="http://schemas.microsoft.com/office/drawing/2014/main" id="{694982CA-BBE3-4971-A06F-36B59AA7466A}"/>
              </a:ext>
            </a:extLst>
          </p:cNvPr>
          <p:cNvSpPr txBox="1"/>
          <p:nvPr/>
        </p:nvSpPr>
        <p:spPr>
          <a:xfrm>
            <a:off x="5130878" y="736280"/>
            <a:ext cx="2922270" cy="400110"/>
          </a:xfrm>
          <a:prstGeom prst="rect">
            <a:avLst/>
          </a:prstGeom>
          <a:noFill/>
        </p:spPr>
        <p:txBody>
          <a:bodyPr wrap="square" rtlCol="0">
            <a:spAutoFit/>
          </a:bodyPr>
          <a:lstStyle/>
          <a:p>
            <a:r>
              <a:rPr lang="en-US" altLang="zh-CN" sz="2000" b="1" dirty="0">
                <a:solidFill>
                  <a:schemeClr val="tx1"/>
                </a:solidFill>
                <a:latin typeface="Arial Narrow" panose="020B0606020202030204" pitchFamily="34" charset="0"/>
              </a:rPr>
              <a:t>(</a:t>
            </a:r>
            <a:r>
              <a:rPr lang="zh-CN" altLang="en-US" sz="2000" b="1" dirty="0">
                <a:solidFill>
                  <a:schemeClr val="tx1"/>
                </a:solidFill>
                <a:latin typeface="Arial Narrow" panose="020B0606020202030204" pitchFamily="34" charset="0"/>
              </a:rPr>
              <a:t>集线器与交换机的对比</a:t>
            </a:r>
            <a:r>
              <a:rPr lang="en-US" altLang="zh-CN" sz="2000" b="1" dirty="0">
                <a:solidFill>
                  <a:schemeClr val="tx1"/>
                </a:solidFill>
                <a:latin typeface="Arial Narrow" panose="020B0606020202030204" pitchFamily="34" charset="0"/>
              </a:rPr>
              <a:t>)</a:t>
            </a:r>
          </a:p>
        </p:txBody>
      </p:sp>
      <p:sp>
        <p:nvSpPr>
          <p:cNvPr id="8" name="矩形 7">
            <a:extLst>
              <a:ext uri="{FF2B5EF4-FFF2-40B4-BE49-F238E27FC236}">
                <a16:creationId xmlns:a16="http://schemas.microsoft.com/office/drawing/2014/main" id="{27E624FC-743D-4AEE-8686-185520767380}"/>
              </a:ext>
            </a:extLst>
          </p:cNvPr>
          <p:cNvSpPr/>
          <p:nvPr/>
        </p:nvSpPr>
        <p:spPr>
          <a:xfrm>
            <a:off x="8256188" y="1013854"/>
            <a:ext cx="3623543" cy="671205"/>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r>
              <a:rPr lang="zh-CN" altLang="en-US" b="1" dirty="0"/>
              <a:t>假设交换机的转发表已经学习到了所有主机与自己各接口的对应关系</a:t>
            </a:r>
          </a:p>
        </p:txBody>
      </p:sp>
      <p:sp>
        <p:nvSpPr>
          <p:cNvPr id="80" name="文本框 79">
            <a:extLst>
              <a:ext uri="{FF2B5EF4-FFF2-40B4-BE49-F238E27FC236}">
                <a16:creationId xmlns:a16="http://schemas.microsoft.com/office/drawing/2014/main" id="{DDE090F3-DDD1-43BE-84F9-49CD194CB48C}"/>
              </a:ext>
            </a:extLst>
          </p:cNvPr>
          <p:cNvSpPr txBox="1"/>
          <p:nvPr/>
        </p:nvSpPr>
        <p:spPr>
          <a:xfrm>
            <a:off x="2309679" y="2075280"/>
            <a:ext cx="662814" cy="369332"/>
          </a:xfrm>
          <a:prstGeom prst="rect">
            <a:avLst/>
          </a:prstGeom>
          <a:noFill/>
        </p:spPr>
        <p:txBody>
          <a:bodyPr wrap="square" rtlCol="0">
            <a:spAutoFit/>
          </a:bodyPr>
          <a:lstStyle/>
          <a:p>
            <a:pPr algn="ctr"/>
            <a:r>
              <a:rPr lang="zh-CN" altLang="en-US" b="1" dirty="0">
                <a:solidFill>
                  <a:schemeClr val="accent4"/>
                </a:solidFill>
                <a:latin typeface="+mn-ea"/>
              </a:rPr>
              <a:t>接受</a:t>
            </a:r>
            <a:endParaRPr lang="en-US" altLang="zh-CN" b="1" dirty="0">
              <a:solidFill>
                <a:schemeClr val="accent4"/>
              </a:solidFill>
              <a:latin typeface="+mn-ea"/>
            </a:endParaRPr>
          </a:p>
        </p:txBody>
      </p:sp>
      <p:sp>
        <p:nvSpPr>
          <p:cNvPr id="83" name="文本框 82">
            <a:extLst>
              <a:ext uri="{FF2B5EF4-FFF2-40B4-BE49-F238E27FC236}">
                <a16:creationId xmlns:a16="http://schemas.microsoft.com/office/drawing/2014/main" id="{91D7CFA9-4A93-4687-95A5-3EB27433FA9F}"/>
              </a:ext>
            </a:extLst>
          </p:cNvPr>
          <p:cNvSpPr txBox="1"/>
          <p:nvPr/>
        </p:nvSpPr>
        <p:spPr>
          <a:xfrm>
            <a:off x="8143946" y="2075280"/>
            <a:ext cx="662814" cy="369332"/>
          </a:xfrm>
          <a:prstGeom prst="rect">
            <a:avLst/>
          </a:prstGeom>
          <a:noFill/>
        </p:spPr>
        <p:txBody>
          <a:bodyPr wrap="square" rtlCol="0">
            <a:spAutoFit/>
          </a:bodyPr>
          <a:lstStyle/>
          <a:p>
            <a:pPr algn="ctr"/>
            <a:r>
              <a:rPr lang="zh-CN" altLang="en-US" b="1" dirty="0">
                <a:solidFill>
                  <a:schemeClr val="accent4"/>
                </a:solidFill>
                <a:latin typeface="+mn-ea"/>
              </a:rPr>
              <a:t>接受</a:t>
            </a:r>
            <a:endParaRPr lang="en-US" altLang="zh-CN" b="1" dirty="0">
              <a:solidFill>
                <a:schemeClr val="accent4"/>
              </a:solidFill>
              <a:latin typeface="+mn-ea"/>
            </a:endParaRPr>
          </a:p>
        </p:txBody>
      </p:sp>
      <p:sp>
        <p:nvSpPr>
          <p:cNvPr id="93" name="文本框 92">
            <a:extLst>
              <a:ext uri="{FF2B5EF4-FFF2-40B4-BE49-F238E27FC236}">
                <a16:creationId xmlns:a16="http://schemas.microsoft.com/office/drawing/2014/main" id="{BB4F090E-C730-48A8-8BAB-91C25DD7724C}"/>
              </a:ext>
            </a:extLst>
          </p:cNvPr>
          <p:cNvSpPr txBox="1"/>
          <p:nvPr/>
        </p:nvSpPr>
        <p:spPr>
          <a:xfrm>
            <a:off x="4395499" y="3029497"/>
            <a:ext cx="662814" cy="369332"/>
          </a:xfrm>
          <a:prstGeom prst="rect">
            <a:avLst/>
          </a:prstGeom>
          <a:noFill/>
        </p:spPr>
        <p:txBody>
          <a:bodyPr wrap="square" rtlCol="0">
            <a:spAutoFit/>
          </a:bodyPr>
          <a:lstStyle/>
          <a:p>
            <a:pPr algn="ctr"/>
            <a:r>
              <a:rPr lang="zh-CN" altLang="en-US" b="1" dirty="0">
                <a:solidFill>
                  <a:schemeClr val="accent4"/>
                </a:solidFill>
                <a:latin typeface="+mn-ea"/>
              </a:rPr>
              <a:t>接受</a:t>
            </a:r>
            <a:endParaRPr lang="en-US" altLang="zh-CN" b="1" dirty="0">
              <a:solidFill>
                <a:schemeClr val="accent4"/>
              </a:solidFill>
              <a:latin typeface="+mn-ea"/>
            </a:endParaRPr>
          </a:p>
        </p:txBody>
      </p:sp>
      <p:sp>
        <p:nvSpPr>
          <p:cNvPr id="94" name="文本框 93">
            <a:extLst>
              <a:ext uri="{FF2B5EF4-FFF2-40B4-BE49-F238E27FC236}">
                <a16:creationId xmlns:a16="http://schemas.microsoft.com/office/drawing/2014/main" id="{16C9BD79-158E-4934-85BA-DDD9028F5B81}"/>
              </a:ext>
            </a:extLst>
          </p:cNvPr>
          <p:cNvSpPr txBox="1"/>
          <p:nvPr/>
        </p:nvSpPr>
        <p:spPr>
          <a:xfrm>
            <a:off x="2309679" y="4986377"/>
            <a:ext cx="662814" cy="369332"/>
          </a:xfrm>
          <a:prstGeom prst="rect">
            <a:avLst/>
          </a:prstGeom>
          <a:noFill/>
        </p:spPr>
        <p:txBody>
          <a:bodyPr wrap="square" rtlCol="0">
            <a:spAutoFit/>
          </a:bodyPr>
          <a:lstStyle/>
          <a:p>
            <a:pPr algn="ctr"/>
            <a:r>
              <a:rPr lang="zh-CN" altLang="en-US" b="1" dirty="0">
                <a:solidFill>
                  <a:schemeClr val="accent4"/>
                </a:solidFill>
                <a:latin typeface="+mn-ea"/>
              </a:rPr>
              <a:t>接受</a:t>
            </a:r>
            <a:endParaRPr lang="en-US" altLang="zh-CN" b="1" dirty="0">
              <a:solidFill>
                <a:schemeClr val="accent4"/>
              </a:solidFill>
              <a:latin typeface="+mn-ea"/>
            </a:endParaRPr>
          </a:p>
        </p:txBody>
      </p:sp>
      <p:sp>
        <p:nvSpPr>
          <p:cNvPr id="107" name="文本框 106">
            <a:extLst>
              <a:ext uri="{FF2B5EF4-FFF2-40B4-BE49-F238E27FC236}">
                <a16:creationId xmlns:a16="http://schemas.microsoft.com/office/drawing/2014/main" id="{A4914396-754F-4062-B749-24193CA80DB8}"/>
              </a:ext>
            </a:extLst>
          </p:cNvPr>
          <p:cNvSpPr txBox="1"/>
          <p:nvPr/>
        </p:nvSpPr>
        <p:spPr>
          <a:xfrm>
            <a:off x="10147878" y="3029497"/>
            <a:ext cx="662814" cy="369332"/>
          </a:xfrm>
          <a:prstGeom prst="rect">
            <a:avLst/>
          </a:prstGeom>
          <a:noFill/>
        </p:spPr>
        <p:txBody>
          <a:bodyPr wrap="square" rtlCol="0">
            <a:spAutoFit/>
          </a:bodyPr>
          <a:lstStyle/>
          <a:p>
            <a:pPr algn="ctr"/>
            <a:r>
              <a:rPr lang="zh-CN" altLang="en-US" b="1" dirty="0">
                <a:solidFill>
                  <a:schemeClr val="accent4"/>
                </a:solidFill>
                <a:latin typeface="+mn-ea"/>
              </a:rPr>
              <a:t>接受</a:t>
            </a:r>
            <a:endParaRPr lang="en-US" altLang="zh-CN" b="1" dirty="0">
              <a:solidFill>
                <a:schemeClr val="accent4"/>
              </a:solidFill>
              <a:latin typeface="+mn-ea"/>
            </a:endParaRPr>
          </a:p>
        </p:txBody>
      </p:sp>
      <p:sp>
        <p:nvSpPr>
          <p:cNvPr id="108" name="文本框 107">
            <a:extLst>
              <a:ext uri="{FF2B5EF4-FFF2-40B4-BE49-F238E27FC236}">
                <a16:creationId xmlns:a16="http://schemas.microsoft.com/office/drawing/2014/main" id="{167BA2F8-5DFA-4B02-B8A5-56EAC521A212}"/>
              </a:ext>
            </a:extLst>
          </p:cNvPr>
          <p:cNvSpPr txBox="1"/>
          <p:nvPr/>
        </p:nvSpPr>
        <p:spPr>
          <a:xfrm>
            <a:off x="8143946" y="4990083"/>
            <a:ext cx="662814" cy="369332"/>
          </a:xfrm>
          <a:prstGeom prst="rect">
            <a:avLst/>
          </a:prstGeom>
          <a:noFill/>
        </p:spPr>
        <p:txBody>
          <a:bodyPr wrap="square" rtlCol="0">
            <a:spAutoFit/>
          </a:bodyPr>
          <a:lstStyle/>
          <a:p>
            <a:pPr algn="ctr"/>
            <a:r>
              <a:rPr lang="zh-CN" altLang="en-US" b="1" dirty="0">
                <a:solidFill>
                  <a:schemeClr val="accent4"/>
                </a:solidFill>
                <a:latin typeface="+mn-ea"/>
              </a:rPr>
              <a:t>接受</a:t>
            </a:r>
            <a:endParaRPr lang="en-US" altLang="zh-CN" b="1" dirty="0">
              <a:solidFill>
                <a:schemeClr val="accent4"/>
              </a:solidFill>
              <a:latin typeface="+mn-ea"/>
            </a:endParaRPr>
          </a:p>
        </p:txBody>
      </p:sp>
      <p:sp>
        <p:nvSpPr>
          <p:cNvPr id="5" name="对话气泡: 圆角矩形 4">
            <a:extLst>
              <a:ext uri="{FF2B5EF4-FFF2-40B4-BE49-F238E27FC236}">
                <a16:creationId xmlns:a16="http://schemas.microsoft.com/office/drawing/2014/main" id="{E5C2F7D8-25ED-4C03-8E63-3FAB2224E630}"/>
              </a:ext>
            </a:extLst>
          </p:cNvPr>
          <p:cNvSpPr/>
          <p:nvPr/>
        </p:nvSpPr>
        <p:spPr>
          <a:xfrm>
            <a:off x="5225314" y="1836971"/>
            <a:ext cx="2800883" cy="680165"/>
          </a:xfrm>
          <a:prstGeom prst="wedgeRoundRectCallout">
            <a:avLst>
              <a:gd name="adj1" fmla="val 57275"/>
              <a:gd name="adj2" fmla="val 178561"/>
              <a:gd name="adj3" fmla="val 16667"/>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zh-CN" altLang="en-US" b="1" dirty="0">
                <a:latin typeface="Arial Narrow" panose="020B0606020202030204" pitchFamily="34" charset="0"/>
              </a:rPr>
              <a:t>目的</a:t>
            </a:r>
            <a:r>
              <a:rPr lang="en-US" altLang="zh-CN" b="1" dirty="0">
                <a:latin typeface="Arial Narrow" panose="020B0606020202030204" pitchFamily="34" charset="0"/>
              </a:rPr>
              <a:t>MAC</a:t>
            </a:r>
            <a:r>
              <a:rPr lang="zh-CN" altLang="en-US" b="1" dirty="0">
                <a:latin typeface="Arial Narrow" panose="020B0606020202030204" pitchFamily="34" charset="0"/>
              </a:rPr>
              <a:t>地址为广播地址</a:t>
            </a:r>
            <a:endParaRPr lang="en-US" altLang="zh-CN" b="1" dirty="0">
              <a:latin typeface="Arial Narrow" panose="020B0606020202030204" pitchFamily="34" charset="0"/>
            </a:endParaRPr>
          </a:p>
          <a:p>
            <a:pPr algn="ctr"/>
            <a:r>
              <a:rPr lang="en-US" altLang="zh-CN" b="1" dirty="0">
                <a:latin typeface="Arial Narrow" panose="020B0606020202030204" pitchFamily="34" charset="0"/>
              </a:rPr>
              <a:t>FF-FF-FF-FF-FF-FF</a:t>
            </a:r>
            <a:endParaRPr lang="zh-CN" altLang="en-US" b="1" dirty="0">
              <a:latin typeface="Arial Narrow" panose="020B0606020202030204" pitchFamily="34" charset="0"/>
            </a:endParaRPr>
          </a:p>
        </p:txBody>
      </p:sp>
      <p:sp>
        <p:nvSpPr>
          <p:cNvPr id="74" name="平行四边形 73">
            <a:extLst>
              <a:ext uri="{FF2B5EF4-FFF2-40B4-BE49-F238E27FC236}">
                <a16:creationId xmlns:a16="http://schemas.microsoft.com/office/drawing/2014/main" id="{83F31629-5BA0-2B91-2E58-8202F816E08C}"/>
              </a:ext>
            </a:extLst>
          </p:cNvPr>
          <p:cNvSpPr/>
          <p:nvPr/>
        </p:nvSpPr>
        <p:spPr>
          <a:xfrm>
            <a:off x="304799" y="749300"/>
            <a:ext cx="688541" cy="387090"/>
          </a:xfrm>
          <a:prstGeom prst="parallelogram">
            <a:avLst/>
          </a:prstGeom>
          <a:solidFill>
            <a:schemeClr val="accent3">
              <a:lumMod val="75000"/>
            </a:schemeClr>
          </a:solidFill>
          <a:ln>
            <a:solidFill>
              <a:schemeClr val="accent3">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CN" sz="2200" dirty="0">
                <a:latin typeface="Impact" panose="020B0806030902050204" pitchFamily="34" charset="0"/>
              </a:rPr>
              <a:t>03</a:t>
            </a:r>
            <a:endParaRPr lang="zh-CN" altLang="en-US" sz="2200" dirty="0">
              <a:latin typeface="Impact" panose="020B0806030902050204" pitchFamily="34" charset="0"/>
            </a:endParaRPr>
          </a:p>
        </p:txBody>
      </p:sp>
    </p:spTree>
    <p:custDataLst>
      <p:tags r:id="rId1"/>
    </p:custDataLst>
    <p:extLst>
      <p:ext uri="{BB962C8B-B14F-4D97-AF65-F5344CB8AC3E}">
        <p14:creationId xmlns:p14="http://schemas.microsoft.com/office/powerpoint/2010/main" val="952079073"/>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2" presetClass="entr" presetSubtype="8" fill="hold" nodeType="withEffect">
                                  <p:stCondLst>
                                    <p:cond delay="0"/>
                                  </p:stCondLst>
                                  <p:childTnLst>
                                    <p:set>
                                      <p:cBhvr>
                                        <p:cTn id="6" dur="1" fill="hold">
                                          <p:stCondLst>
                                            <p:cond delay="0"/>
                                          </p:stCondLst>
                                        </p:cTn>
                                        <p:tgtEl>
                                          <p:spTgt spid="52"/>
                                        </p:tgtEl>
                                        <p:attrNameLst>
                                          <p:attrName>style.visibility</p:attrName>
                                        </p:attrNameLst>
                                      </p:cBhvr>
                                      <p:to>
                                        <p:strVal val="visible"/>
                                      </p:to>
                                    </p:set>
                                    <p:anim calcmode="lin" valueType="num">
                                      <p:cBhvr additive="base">
                                        <p:cTn id="7" dur="500"/>
                                        <p:tgtEl>
                                          <p:spTgt spid="52"/>
                                        </p:tgtEl>
                                        <p:attrNameLst>
                                          <p:attrName>ppt_x</p:attrName>
                                        </p:attrNameLst>
                                      </p:cBhvr>
                                      <p:tavLst>
                                        <p:tav tm="0">
                                          <p:val>
                                            <p:strVal val="#ppt_x-#ppt_w*1.125000"/>
                                          </p:val>
                                        </p:tav>
                                        <p:tav tm="100000">
                                          <p:val>
                                            <p:strVal val="#ppt_x"/>
                                          </p:val>
                                        </p:tav>
                                      </p:tavLst>
                                    </p:anim>
                                    <p:animEffect transition="in" filter="wipe(right)">
                                      <p:cBhvr>
                                        <p:cTn id="8" dur="500"/>
                                        <p:tgtEl>
                                          <p:spTgt spid="52"/>
                                        </p:tgtEl>
                                      </p:cBhvr>
                                    </p:animEffect>
                                  </p:childTnLst>
                                </p:cTn>
                              </p:par>
                              <p:par>
                                <p:cTn id="9" presetID="12" presetClass="entr" presetSubtype="8" fill="hold" nodeType="withEffect">
                                  <p:stCondLst>
                                    <p:cond delay="0"/>
                                  </p:stCondLst>
                                  <p:childTnLst>
                                    <p:set>
                                      <p:cBhvr>
                                        <p:cTn id="10" dur="1" fill="hold">
                                          <p:stCondLst>
                                            <p:cond delay="0"/>
                                          </p:stCondLst>
                                        </p:cTn>
                                        <p:tgtEl>
                                          <p:spTgt spid="95"/>
                                        </p:tgtEl>
                                        <p:attrNameLst>
                                          <p:attrName>style.visibility</p:attrName>
                                        </p:attrNameLst>
                                      </p:cBhvr>
                                      <p:to>
                                        <p:strVal val="visible"/>
                                      </p:to>
                                    </p:set>
                                    <p:anim calcmode="lin" valueType="num">
                                      <p:cBhvr additive="base">
                                        <p:cTn id="11" dur="500"/>
                                        <p:tgtEl>
                                          <p:spTgt spid="95"/>
                                        </p:tgtEl>
                                        <p:attrNameLst>
                                          <p:attrName>ppt_x</p:attrName>
                                        </p:attrNameLst>
                                      </p:cBhvr>
                                      <p:tavLst>
                                        <p:tav tm="0">
                                          <p:val>
                                            <p:strVal val="#ppt_x-#ppt_w*1.125000"/>
                                          </p:val>
                                        </p:tav>
                                        <p:tav tm="100000">
                                          <p:val>
                                            <p:strVal val="#ppt_x"/>
                                          </p:val>
                                        </p:tav>
                                      </p:tavLst>
                                    </p:anim>
                                    <p:animEffect transition="in" filter="wipe(right)">
                                      <p:cBhvr>
                                        <p:cTn id="12" dur="500"/>
                                        <p:tgtEl>
                                          <p:spTgt spid="95"/>
                                        </p:tgtEl>
                                      </p:cBhvr>
                                    </p:animEffect>
                                  </p:childTnLst>
                                </p:cTn>
                              </p:par>
                            </p:childTnLst>
                          </p:cTn>
                        </p:par>
                      </p:childTnLst>
                    </p:cTn>
                  </p:par>
                  <p:par>
                    <p:cTn id="13" fill="hold">
                      <p:stCondLst>
                        <p:cond delay="indefinite"/>
                      </p:stCondLst>
                      <p:childTnLst>
                        <p:par>
                          <p:cTn id="14" fill="hold">
                            <p:stCondLst>
                              <p:cond delay="0"/>
                            </p:stCondLst>
                            <p:childTnLst>
                              <p:par>
                                <p:cTn id="15" presetID="12" presetClass="entr" presetSubtype="4" fill="hold" grpId="0" nodeType="clickEffect">
                                  <p:stCondLst>
                                    <p:cond delay="0"/>
                                  </p:stCondLst>
                                  <p:childTnLst>
                                    <p:set>
                                      <p:cBhvr>
                                        <p:cTn id="16" dur="1" fill="hold">
                                          <p:stCondLst>
                                            <p:cond delay="0"/>
                                          </p:stCondLst>
                                        </p:cTn>
                                        <p:tgtEl>
                                          <p:spTgt spid="5"/>
                                        </p:tgtEl>
                                        <p:attrNameLst>
                                          <p:attrName>style.visibility</p:attrName>
                                        </p:attrNameLst>
                                      </p:cBhvr>
                                      <p:to>
                                        <p:strVal val="visible"/>
                                      </p:to>
                                    </p:set>
                                    <p:anim calcmode="lin" valueType="num">
                                      <p:cBhvr additive="base">
                                        <p:cTn id="17" dur="500"/>
                                        <p:tgtEl>
                                          <p:spTgt spid="5"/>
                                        </p:tgtEl>
                                        <p:attrNameLst>
                                          <p:attrName>ppt_y</p:attrName>
                                        </p:attrNameLst>
                                      </p:cBhvr>
                                      <p:tavLst>
                                        <p:tav tm="0">
                                          <p:val>
                                            <p:strVal val="#ppt_y+#ppt_h*1.125000"/>
                                          </p:val>
                                        </p:tav>
                                        <p:tav tm="100000">
                                          <p:val>
                                            <p:strVal val="#ppt_y"/>
                                          </p:val>
                                        </p:tav>
                                      </p:tavLst>
                                    </p:anim>
                                    <p:animEffect transition="in" filter="wipe(up)">
                                      <p:cBhvr>
                                        <p:cTn id="18" dur="500"/>
                                        <p:tgtEl>
                                          <p:spTgt spid="5"/>
                                        </p:tgtEl>
                                      </p:cBhvr>
                                    </p:animEffect>
                                  </p:childTnLst>
                                </p:cTn>
                              </p:par>
                            </p:childTnLst>
                          </p:cTn>
                        </p:par>
                      </p:childTnLst>
                    </p:cTn>
                  </p:par>
                  <p:par>
                    <p:cTn id="19" fill="hold">
                      <p:stCondLst>
                        <p:cond delay="indefinite"/>
                      </p:stCondLst>
                      <p:childTnLst>
                        <p:par>
                          <p:cTn id="20" fill="hold">
                            <p:stCondLst>
                              <p:cond delay="0"/>
                            </p:stCondLst>
                            <p:childTnLst>
                              <p:par>
                                <p:cTn id="21" presetID="12" presetClass="entr" presetSubtype="4" fill="hold" nodeType="clickEffect">
                                  <p:stCondLst>
                                    <p:cond delay="0"/>
                                  </p:stCondLst>
                                  <p:childTnLst>
                                    <p:set>
                                      <p:cBhvr>
                                        <p:cTn id="22" dur="1" fill="hold">
                                          <p:stCondLst>
                                            <p:cond delay="0"/>
                                          </p:stCondLst>
                                        </p:cTn>
                                        <p:tgtEl>
                                          <p:spTgt spid="84"/>
                                        </p:tgtEl>
                                        <p:attrNameLst>
                                          <p:attrName>style.visibility</p:attrName>
                                        </p:attrNameLst>
                                      </p:cBhvr>
                                      <p:to>
                                        <p:strVal val="visible"/>
                                      </p:to>
                                    </p:set>
                                    <p:anim calcmode="lin" valueType="num">
                                      <p:cBhvr additive="base">
                                        <p:cTn id="23" dur="500"/>
                                        <p:tgtEl>
                                          <p:spTgt spid="84"/>
                                        </p:tgtEl>
                                        <p:attrNameLst>
                                          <p:attrName>ppt_y</p:attrName>
                                        </p:attrNameLst>
                                      </p:cBhvr>
                                      <p:tavLst>
                                        <p:tav tm="0">
                                          <p:val>
                                            <p:strVal val="#ppt_y+#ppt_h*1.125000"/>
                                          </p:val>
                                        </p:tav>
                                        <p:tav tm="100000">
                                          <p:val>
                                            <p:strVal val="#ppt_y"/>
                                          </p:val>
                                        </p:tav>
                                      </p:tavLst>
                                    </p:anim>
                                    <p:animEffect transition="in" filter="wipe(up)">
                                      <p:cBhvr>
                                        <p:cTn id="24" dur="500"/>
                                        <p:tgtEl>
                                          <p:spTgt spid="84"/>
                                        </p:tgtEl>
                                      </p:cBhvr>
                                    </p:animEffect>
                                  </p:childTnLst>
                                </p:cTn>
                              </p:par>
                              <p:par>
                                <p:cTn id="25" presetID="12" presetClass="entr" presetSubtype="1" fill="hold" nodeType="withEffect">
                                  <p:stCondLst>
                                    <p:cond delay="0"/>
                                  </p:stCondLst>
                                  <p:childTnLst>
                                    <p:set>
                                      <p:cBhvr>
                                        <p:cTn id="26" dur="1" fill="hold">
                                          <p:stCondLst>
                                            <p:cond delay="0"/>
                                          </p:stCondLst>
                                        </p:cTn>
                                        <p:tgtEl>
                                          <p:spTgt spid="87"/>
                                        </p:tgtEl>
                                        <p:attrNameLst>
                                          <p:attrName>style.visibility</p:attrName>
                                        </p:attrNameLst>
                                      </p:cBhvr>
                                      <p:to>
                                        <p:strVal val="visible"/>
                                      </p:to>
                                    </p:set>
                                    <p:anim calcmode="lin" valueType="num">
                                      <p:cBhvr additive="base">
                                        <p:cTn id="27" dur="500"/>
                                        <p:tgtEl>
                                          <p:spTgt spid="87"/>
                                        </p:tgtEl>
                                        <p:attrNameLst>
                                          <p:attrName>ppt_y</p:attrName>
                                        </p:attrNameLst>
                                      </p:cBhvr>
                                      <p:tavLst>
                                        <p:tav tm="0">
                                          <p:val>
                                            <p:strVal val="#ppt_y-#ppt_h*1.125000"/>
                                          </p:val>
                                        </p:tav>
                                        <p:tav tm="100000">
                                          <p:val>
                                            <p:strVal val="#ppt_y"/>
                                          </p:val>
                                        </p:tav>
                                      </p:tavLst>
                                    </p:anim>
                                    <p:animEffect transition="in" filter="wipe(down)">
                                      <p:cBhvr>
                                        <p:cTn id="28" dur="500"/>
                                        <p:tgtEl>
                                          <p:spTgt spid="87"/>
                                        </p:tgtEl>
                                      </p:cBhvr>
                                    </p:animEffect>
                                  </p:childTnLst>
                                </p:cTn>
                              </p:par>
                              <p:par>
                                <p:cTn id="29" presetID="12" presetClass="entr" presetSubtype="8" fill="hold" nodeType="withEffect">
                                  <p:stCondLst>
                                    <p:cond delay="0"/>
                                  </p:stCondLst>
                                  <p:childTnLst>
                                    <p:set>
                                      <p:cBhvr>
                                        <p:cTn id="30" dur="1" fill="hold">
                                          <p:stCondLst>
                                            <p:cond delay="0"/>
                                          </p:stCondLst>
                                        </p:cTn>
                                        <p:tgtEl>
                                          <p:spTgt spid="90"/>
                                        </p:tgtEl>
                                        <p:attrNameLst>
                                          <p:attrName>style.visibility</p:attrName>
                                        </p:attrNameLst>
                                      </p:cBhvr>
                                      <p:to>
                                        <p:strVal val="visible"/>
                                      </p:to>
                                    </p:set>
                                    <p:anim calcmode="lin" valueType="num">
                                      <p:cBhvr additive="base">
                                        <p:cTn id="31" dur="500"/>
                                        <p:tgtEl>
                                          <p:spTgt spid="90"/>
                                        </p:tgtEl>
                                        <p:attrNameLst>
                                          <p:attrName>ppt_x</p:attrName>
                                        </p:attrNameLst>
                                      </p:cBhvr>
                                      <p:tavLst>
                                        <p:tav tm="0">
                                          <p:val>
                                            <p:strVal val="#ppt_x-#ppt_w*1.125000"/>
                                          </p:val>
                                        </p:tav>
                                        <p:tav tm="100000">
                                          <p:val>
                                            <p:strVal val="#ppt_x"/>
                                          </p:val>
                                        </p:tav>
                                      </p:tavLst>
                                    </p:anim>
                                    <p:animEffect transition="in" filter="wipe(right)">
                                      <p:cBhvr>
                                        <p:cTn id="32" dur="500"/>
                                        <p:tgtEl>
                                          <p:spTgt spid="90"/>
                                        </p:tgtEl>
                                      </p:cBhvr>
                                    </p:animEffect>
                                  </p:childTnLst>
                                </p:cTn>
                              </p:par>
                            </p:childTnLst>
                          </p:cTn>
                        </p:par>
                      </p:childTnLst>
                    </p:cTn>
                  </p:par>
                  <p:par>
                    <p:cTn id="33" fill="hold">
                      <p:stCondLst>
                        <p:cond delay="indefinite"/>
                      </p:stCondLst>
                      <p:childTnLst>
                        <p:par>
                          <p:cTn id="34" fill="hold">
                            <p:stCondLst>
                              <p:cond delay="0"/>
                            </p:stCondLst>
                            <p:childTnLst>
                              <p:par>
                                <p:cTn id="35" presetID="53" presetClass="entr" presetSubtype="16" fill="hold" grpId="0" nodeType="clickEffect">
                                  <p:stCondLst>
                                    <p:cond delay="0"/>
                                  </p:stCondLst>
                                  <p:childTnLst>
                                    <p:set>
                                      <p:cBhvr>
                                        <p:cTn id="36" dur="1" fill="hold">
                                          <p:stCondLst>
                                            <p:cond delay="0"/>
                                          </p:stCondLst>
                                        </p:cTn>
                                        <p:tgtEl>
                                          <p:spTgt spid="80"/>
                                        </p:tgtEl>
                                        <p:attrNameLst>
                                          <p:attrName>style.visibility</p:attrName>
                                        </p:attrNameLst>
                                      </p:cBhvr>
                                      <p:to>
                                        <p:strVal val="visible"/>
                                      </p:to>
                                    </p:set>
                                    <p:anim calcmode="lin" valueType="num">
                                      <p:cBhvr>
                                        <p:cTn id="37" dur="500" fill="hold"/>
                                        <p:tgtEl>
                                          <p:spTgt spid="80"/>
                                        </p:tgtEl>
                                        <p:attrNameLst>
                                          <p:attrName>ppt_w</p:attrName>
                                        </p:attrNameLst>
                                      </p:cBhvr>
                                      <p:tavLst>
                                        <p:tav tm="0">
                                          <p:val>
                                            <p:fltVal val="0"/>
                                          </p:val>
                                        </p:tav>
                                        <p:tav tm="100000">
                                          <p:val>
                                            <p:strVal val="#ppt_w"/>
                                          </p:val>
                                        </p:tav>
                                      </p:tavLst>
                                    </p:anim>
                                    <p:anim calcmode="lin" valueType="num">
                                      <p:cBhvr>
                                        <p:cTn id="38" dur="500" fill="hold"/>
                                        <p:tgtEl>
                                          <p:spTgt spid="80"/>
                                        </p:tgtEl>
                                        <p:attrNameLst>
                                          <p:attrName>ppt_h</p:attrName>
                                        </p:attrNameLst>
                                      </p:cBhvr>
                                      <p:tavLst>
                                        <p:tav tm="0">
                                          <p:val>
                                            <p:fltVal val="0"/>
                                          </p:val>
                                        </p:tav>
                                        <p:tav tm="100000">
                                          <p:val>
                                            <p:strVal val="#ppt_h"/>
                                          </p:val>
                                        </p:tav>
                                      </p:tavLst>
                                    </p:anim>
                                    <p:animEffect transition="in" filter="fade">
                                      <p:cBhvr>
                                        <p:cTn id="39" dur="500"/>
                                        <p:tgtEl>
                                          <p:spTgt spid="80"/>
                                        </p:tgtEl>
                                      </p:cBhvr>
                                    </p:animEffect>
                                  </p:childTnLst>
                                </p:cTn>
                              </p:par>
                              <p:par>
                                <p:cTn id="40" presetID="53" presetClass="entr" presetSubtype="16" fill="hold" grpId="0" nodeType="withEffect">
                                  <p:stCondLst>
                                    <p:cond delay="0"/>
                                  </p:stCondLst>
                                  <p:childTnLst>
                                    <p:set>
                                      <p:cBhvr>
                                        <p:cTn id="41" dur="1" fill="hold">
                                          <p:stCondLst>
                                            <p:cond delay="0"/>
                                          </p:stCondLst>
                                        </p:cTn>
                                        <p:tgtEl>
                                          <p:spTgt spid="93"/>
                                        </p:tgtEl>
                                        <p:attrNameLst>
                                          <p:attrName>style.visibility</p:attrName>
                                        </p:attrNameLst>
                                      </p:cBhvr>
                                      <p:to>
                                        <p:strVal val="visible"/>
                                      </p:to>
                                    </p:set>
                                    <p:anim calcmode="lin" valueType="num">
                                      <p:cBhvr>
                                        <p:cTn id="42" dur="500" fill="hold"/>
                                        <p:tgtEl>
                                          <p:spTgt spid="93"/>
                                        </p:tgtEl>
                                        <p:attrNameLst>
                                          <p:attrName>ppt_w</p:attrName>
                                        </p:attrNameLst>
                                      </p:cBhvr>
                                      <p:tavLst>
                                        <p:tav tm="0">
                                          <p:val>
                                            <p:fltVal val="0"/>
                                          </p:val>
                                        </p:tav>
                                        <p:tav tm="100000">
                                          <p:val>
                                            <p:strVal val="#ppt_w"/>
                                          </p:val>
                                        </p:tav>
                                      </p:tavLst>
                                    </p:anim>
                                    <p:anim calcmode="lin" valueType="num">
                                      <p:cBhvr>
                                        <p:cTn id="43" dur="500" fill="hold"/>
                                        <p:tgtEl>
                                          <p:spTgt spid="93"/>
                                        </p:tgtEl>
                                        <p:attrNameLst>
                                          <p:attrName>ppt_h</p:attrName>
                                        </p:attrNameLst>
                                      </p:cBhvr>
                                      <p:tavLst>
                                        <p:tav tm="0">
                                          <p:val>
                                            <p:fltVal val="0"/>
                                          </p:val>
                                        </p:tav>
                                        <p:tav tm="100000">
                                          <p:val>
                                            <p:strVal val="#ppt_h"/>
                                          </p:val>
                                        </p:tav>
                                      </p:tavLst>
                                    </p:anim>
                                    <p:animEffect transition="in" filter="fade">
                                      <p:cBhvr>
                                        <p:cTn id="44" dur="500"/>
                                        <p:tgtEl>
                                          <p:spTgt spid="93"/>
                                        </p:tgtEl>
                                      </p:cBhvr>
                                    </p:animEffect>
                                  </p:childTnLst>
                                </p:cTn>
                              </p:par>
                              <p:par>
                                <p:cTn id="45" presetID="53" presetClass="entr" presetSubtype="16" fill="hold" grpId="0" nodeType="withEffect">
                                  <p:stCondLst>
                                    <p:cond delay="0"/>
                                  </p:stCondLst>
                                  <p:childTnLst>
                                    <p:set>
                                      <p:cBhvr>
                                        <p:cTn id="46" dur="1" fill="hold">
                                          <p:stCondLst>
                                            <p:cond delay="0"/>
                                          </p:stCondLst>
                                        </p:cTn>
                                        <p:tgtEl>
                                          <p:spTgt spid="94"/>
                                        </p:tgtEl>
                                        <p:attrNameLst>
                                          <p:attrName>style.visibility</p:attrName>
                                        </p:attrNameLst>
                                      </p:cBhvr>
                                      <p:to>
                                        <p:strVal val="visible"/>
                                      </p:to>
                                    </p:set>
                                    <p:anim calcmode="lin" valueType="num">
                                      <p:cBhvr>
                                        <p:cTn id="47" dur="500" fill="hold"/>
                                        <p:tgtEl>
                                          <p:spTgt spid="94"/>
                                        </p:tgtEl>
                                        <p:attrNameLst>
                                          <p:attrName>ppt_w</p:attrName>
                                        </p:attrNameLst>
                                      </p:cBhvr>
                                      <p:tavLst>
                                        <p:tav tm="0">
                                          <p:val>
                                            <p:fltVal val="0"/>
                                          </p:val>
                                        </p:tav>
                                        <p:tav tm="100000">
                                          <p:val>
                                            <p:strVal val="#ppt_w"/>
                                          </p:val>
                                        </p:tav>
                                      </p:tavLst>
                                    </p:anim>
                                    <p:anim calcmode="lin" valueType="num">
                                      <p:cBhvr>
                                        <p:cTn id="48" dur="500" fill="hold"/>
                                        <p:tgtEl>
                                          <p:spTgt spid="94"/>
                                        </p:tgtEl>
                                        <p:attrNameLst>
                                          <p:attrName>ppt_h</p:attrName>
                                        </p:attrNameLst>
                                      </p:cBhvr>
                                      <p:tavLst>
                                        <p:tav tm="0">
                                          <p:val>
                                            <p:fltVal val="0"/>
                                          </p:val>
                                        </p:tav>
                                        <p:tav tm="100000">
                                          <p:val>
                                            <p:strVal val="#ppt_h"/>
                                          </p:val>
                                        </p:tav>
                                      </p:tavLst>
                                    </p:anim>
                                    <p:animEffect transition="in" filter="fade">
                                      <p:cBhvr>
                                        <p:cTn id="49" dur="500"/>
                                        <p:tgtEl>
                                          <p:spTgt spid="94"/>
                                        </p:tgtEl>
                                      </p:cBhvr>
                                    </p:animEffect>
                                  </p:childTnLst>
                                </p:cTn>
                              </p:par>
                            </p:childTnLst>
                          </p:cTn>
                        </p:par>
                      </p:childTnLst>
                    </p:cTn>
                  </p:par>
                  <p:par>
                    <p:cTn id="50" fill="hold">
                      <p:stCondLst>
                        <p:cond delay="indefinite"/>
                      </p:stCondLst>
                      <p:childTnLst>
                        <p:par>
                          <p:cTn id="51" fill="hold">
                            <p:stCondLst>
                              <p:cond delay="0"/>
                            </p:stCondLst>
                            <p:childTnLst>
                              <p:par>
                                <p:cTn id="52" presetID="12" presetClass="entr" presetSubtype="4" fill="hold" nodeType="clickEffect">
                                  <p:stCondLst>
                                    <p:cond delay="0"/>
                                  </p:stCondLst>
                                  <p:childTnLst>
                                    <p:set>
                                      <p:cBhvr>
                                        <p:cTn id="53" dur="1" fill="hold">
                                          <p:stCondLst>
                                            <p:cond delay="0"/>
                                          </p:stCondLst>
                                        </p:cTn>
                                        <p:tgtEl>
                                          <p:spTgt spid="98"/>
                                        </p:tgtEl>
                                        <p:attrNameLst>
                                          <p:attrName>style.visibility</p:attrName>
                                        </p:attrNameLst>
                                      </p:cBhvr>
                                      <p:to>
                                        <p:strVal val="visible"/>
                                      </p:to>
                                    </p:set>
                                    <p:anim calcmode="lin" valueType="num">
                                      <p:cBhvr additive="base">
                                        <p:cTn id="54" dur="500"/>
                                        <p:tgtEl>
                                          <p:spTgt spid="98"/>
                                        </p:tgtEl>
                                        <p:attrNameLst>
                                          <p:attrName>ppt_y</p:attrName>
                                        </p:attrNameLst>
                                      </p:cBhvr>
                                      <p:tavLst>
                                        <p:tav tm="0">
                                          <p:val>
                                            <p:strVal val="#ppt_y+#ppt_h*1.125000"/>
                                          </p:val>
                                        </p:tav>
                                        <p:tav tm="100000">
                                          <p:val>
                                            <p:strVal val="#ppt_y"/>
                                          </p:val>
                                        </p:tav>
                                      </p:tavLst>
                                    </p:anim>
                                    <p:animEffect transition="in" filter="wipe(up)">
                                      <p:cBhvr>
                                        <p:cTn id="55" dur="500"/>
                                        <p:tgtEl>
                                          <p:spTgt spid="98"/>
                                        </p:tgtEl>
                                      </p:cBhvr>
                                    </p:animEffect>
                                  </p:childTnLst>
                                </p:cTn>
                              </p:par>
                              <p:par>
                                <p:cTn id="56" presetID="12" presetClass="entr" presetSubtype="8" fill="hold" nodeType="withEffect">
                                  <p:stCondLst>
                                    <p:cond delay="0"/>
                                  </p:stCondLst>
                                  <p:childTnLst>
                                    <p:set>
                                      <p:cBhvr>
                                        <p:cTn id="57" dur="1" fill="hold">
                                          <p:stCondLst>
                                            <p:cond delay="0"/>
                                          </p:stCondLst>
                                        </p:cTn>
                                        <p:tgtEl>
                                          <p:spTgt spid="104"/>
                                        </p:tgtEl>
                                        <p:attrNameLst>
                                          <p:attrName>style.visibility</p:attrName>
                                        </p:attrNameLst>
                                      </p:cBhvr>
                                      <p:to>
                                        <p:strVal val="visible"/>
                                      </p:to>
                                    </p:set>
                                    <p:anim calcmode="lin" valueType="num">
                                      <p:cBhvr additive="base">
                                        <p:cTn id="58" dur="500"/>
                                        <p:tgtEl>
                                          <p:spTgt spid="104"/>
                                        </p:tgtEl>
                                        <p:attrNameLst>
                                          <p:attrName>ppt_x</p:attrName>
                                        </p:attrNameLst>
                                      </p:cBhvr>
                                      <p:tavLst>
                                        <p:tav tm="0">
                                          <p:val>
                                            <p:strVal val="#ppt_x-#ppt_w*1.125000"/>
                                          </p:val>
                                        </p:tav>
                                        <p:tav tm="100000">
                                          <p:val>
                                            <p:strVal val="#ppt_x"/>
                                          </p:val>
                                        </p:tav>
                                      </p:tavLst>
                                    </p:anim>
                                    <p:animEffect transition="in" filter="wipe(right)">
                                      <p:cBhvr>
                                        <p:cTn id="59" dur="500"/>
                                        <p:tgtEl>
                                          <p:spTgt spid="104"/>
                                        </p:tgtEl>
                                      </p:cBhvr>
                                    </p:animEffect>
                                  </p:childTnLst>
                                </p:cTn>
                              </p:par>
                              <p:par>
                                <p:cTn id="60" presetID="12" presetClass="entr" presetSubtype="1" fill="hold" nodeType="withEffect">
                                  <p:stCondLst>
                                    <p:cond delay="0"/>
                                  </p:stCondLst>
                                  <p:childTnLst>
                                    <p:set>
                                      <p:cBhvr>
                                        <p:cTn id="61" dur="1" fill="hold">
                                          <p:stCondLst>
                                            <p:cond delay="0"/>
                                          </p:stCondLst>
                                        </p:cTn>
                                        <p:tgtEl>
                                          <p:spTgt spid="101"/>
                                        </p:tgtEl>
                                        <p:attrNameLst>
                                          <p:attrName>style.visibility</p:attrName>
                                        </p:attrNameLst>
                                      </p:cBhvr>
                                      <p:to>
                                        <p:strVal val="visible"/>
                                      </p:to>
                                    </p:set>
                                    <p:anim calcmode="lin" valueType="num">
                                      <p:cBhvr additive="base">
                                        <p:cTn id="62" dur="500"/>
                                        <p:tgtEl>
                                          <p:spTgt spid="101"/>
                                        </p:tgtEl>
                                        <p:attrNameLst>
                                          <p:attrName>ppt_y</p:attrName>
                                        </p:attrNameLst>
                                      </p:cBhvr>
                                      <p:tavLst>
                                        <p:tav tm="0">
                                          <p:val>
                                            <p:strVal val="#ppt_y-#ppt_h*1.125000"/>
                                          </p:val>
                                        </p:tav>
                                        <p:tav tm="100000">
                                          <p:val>
                                            <p:strVal val="#ppt_y"/>
                                          </p:val>
                                        </p:tav>
                                      </p:tavLst>
                                    </p:anim>
                                    <p:animEffect transition="in" filter="wipe(down)">
                                      <p:cBhvr>
                                        <p:cTn id="63" dur="500"/>
                                        <p:tgtEl>
                                          <p:spTgt spid="101"/>
                                        </p:tgtEl>
                                      </p:cBhvr>
                                    </p:animEffect>
                                  </p:childTnLst>
                                </p:cTn>
                              </p:par>
                            </p:childTnLst>
                          </p:cTn>
                        </p:par>
                      </p:childTnLst>
                    </p:cTn>
                  </p:par>
                  <p:par>
                    <p:cTn id="64" fill="hold">
                      <p:stCondLst>
                        <p:cond delay="indefinite"/>
                      </p:stCondLst>
                      <p:childTnLst>
                        <p:par>
                          <p:cTn id="65" fill="hold">
                            <p:stCondLst>
                              <p:cond delay="0"/>
                            </p:stCondLst>
                            <p:childTnLst>
                              <p:par>
                                <p:cTn id="66" presetID="53" presetClass="entr" presetSubtype="16" fill="hold" grpId="0" nodeType="clickEffect">
                                  <p:stCondLst>
                                    <p:cond delay="0"/>
                                  </p:stCondLst>
                                  <p:childTnLst>
                                    <p:set>
                                      <p:cBhvr>
                                        <p:cTn id="67" dur="1" fill="hold">
                                          <p:stCondLst>
                                            <p:cond delay="0"/>
                                          </p:stCondLst>
                                        </p:cTn>
                                        <p:tgtEl>
                                          <p:spTgt spid="83"/>
                                        </p:tgtEl>
                                        <p:attrNameLst>
                                          <p:attrName>style.visibility</p:attrName>
                                        </p:attrNameLst>
                                      </p:cBhvr>
                                      <p:to>
                                        <p:strVal val="visible"/>
                                      </p:to>
                                    </p:set>
                                    <p:anim calcmode="lin" valueType="num">
                                      <p:cBhvr>
                                        <p:cTn id="68" dur="500" fill="hold"/>
                                        <p:tgtEl>
                                          <p:spTgt spid="83"/>
                                        </p:tgtEl>
                                        <p:attrNameLst>
                                          <p:attrName>ppt_w</p:attrName>
                                        </p:attrNameLst>
                                      </p:cBhvr>
                                      <p:tavLst>
                                        <p:tav tm="0">
                                          <p:val>
                                            <p:fltVal val="0"/>
                                          </p:val>
                                        </p:tav>
                                        <p:tav tm="100000">
                                          <p:val>
                                            <p:strVal val="#ppt_w"/>
                                          </p:val>
                                        </p:tav>
                                      </p:tavLst>
                                    </p:anim>
                                    <p:anim calcmode="lin" valueType="num">
                                      <p:cBhvr>
                                        <p:cTn id="69" dur="500" fill="hold"/>
                                        <p:tgtEl>
                                          <p:spTgt spid="83"/>
                                        </p:tgtEl>
                                        <p:attrNameLst>
                                          <p:attrName>ppt_h</p:attrName>
                                        </p:attrNameLst>
                                      </p:cBhvr>
                                      <p:tavLst>
                                        <p:tav tm="0">
                                          <p:val>
                                            <p:fltVal val="0"/>
                                          </p:val>
                                        </p:tav>
                                        <p:tav tm="100000">
                                          <p:val>
                                            <p:strVal val="#ppt_h"/>
                                          </p:val>
                                        </p:tav>
                                      </p:tavLst>
                                    </p:anim>
                                    <p:animEffect transition="in" filter="fade">
                                      <p:cBhvr>
                                        <p:cTn id="70" dur="500"/>
                                        <p:tgtEl>
                                          <p:spTgt spid="83"/>
                                        </p:tgtEl>
                                      </p:cBhvr>
                                    </p:animEffect>
                                  </p:childTnLst>
                                </p:cTn>
                              </p:par>
                              <p:par>
                                <p:cTn id="71" presetID="53" presetClass="entr" presetSubtype="16" fill="hold" grpId="0" nodeType="withEffect">
                                  <p:stCondLst>
                                    <p:cond delay="0"/>
                                  </p:stCondLst>
                                  <p:childTnLst>
                                    <p:set>
                                      <p:cBhvr>
                                        <p:cTn id="72" dur="1" fill="hold">
                                          <p:stCondLst>
                                            <p:cond delay="0"/>
                                          </p:stCondLst>
                                        </p:cTn>
                                        <p:tgtEl>
                                          <p:spTgt spid="107"/>
                                        </p:tgtEl>
                                        <p:attrNameLst>
                                          <p:attrName>style.visibility</p:attrName>
                                        </p:attrNameLst>
                                      </p:cBhvr>
                                      <p:to>
                                        <p:strVal val="visible"/>
                                      </p:to>
                                    </p:set>
                                    <p:anim calcmode="lin" valueType="num">
                                      <p:cBhvr>
                                        <p:cTn id="73" dur="500" fill="hold"/>
                                        <p:tgtEl>
                                          <p:spTgt spid="107"/>
                                        </p:tgtEl>
                                        <p:attrNameLst>
                                          <p:attrName>ppt_w</p:attrName>
                                        </p:attrNameLst>
                                      </p:cBhvr>
                                      <p:tavLst>
                                        <p:tav tm="0">
                                          <p:val>
                                            <p:fltVal val="0"/>
                                          </p:val>
                                        </p:tav>
                                        <p:tav tm="100000">
                                          <p:val>
                                            <p:strVal val="#ppt_w"/>
                                          </p:val>
                                        </p:tav>
                                      </p:tavLst>
                                    </p:anim>
                                    <p:anim calcmode="lin" valueType="num">
                                      <p:cBhvr>
                                        <p:cTn id="74" dur="500" fill="hold"/>
                                        <p:tgtEl>
                                          <p:spTgt spid="107"/>
                                        </p:tgtEl>
                                        <p:attrNameLst>
                                          <p:attrName>ppt_h</p:attrName>
                                        </p:attrNameLst>
                                      </p:cBhvr>
                                      <p:tavLst>
                                        <p:tav tm="0">
                                          <p:val>
                                            <p:fltVal val="0"/>
                                          </p:val>
                                        </p:tav>
                                        <p:tav tm="100000">
                                          <p:val>
                                            <p:strVal val="#ppt_h"/>
                                          </p:val>
                                        </p:tav>
                                      </p:tavLst>
                                    </p:anim>
                                    <p:animEffect transition="in" filter="fade">
                                      <p:cBhvr>
                                        <p:cTn id="75" dur="500"/>
                                        <p:tgtEl>
                                          <p:spTgt spid="107"/>
                                        </p:tgtEl>
                                      </p:cBhvr>
                                    </p:animEffect>
                                  </p:childTnLst>
                                </p:cTn>
                              </p:par>
                              <p:par>
                                <p:cTn id="76" presetID="53" presetClass="entr" presetSubtype="16" fill="hold" grpId="0" nodeType="withEffect">
                                  <p:stCondLst>
                                    <p:cond delay="0"/>
                                  </p:stCondLst>
                                  <p:childTnLst>
                                    <p:set>
                                      <p:cBhvr>
                                        <p:cTn id="77" dur="1" fill="hold">
                                          <p:stCondLst>
                                            <p:cond delay="0"/>
                                          </p:stCondLst>
                                        </p:cTn>
                                        <p:tgtEl>
                                          <p:spTgt spid="108"/>
                                        </p:tgtEl>
                                        <p:attrNameLst>
                                          <p:attrName>style.visibility</p:attrName>
                                        </p:attrNameLst>
                                      </p:cBhvr>
                                      <p:to>
                                        <p:strVal val="visible"/>
                                      </p:to>
                                    </p:set>
                                    <p:anim calcmode="lin" valueType="num">
                                      <p:cBhvr>
                                        <p:cTn id="78" dur="500" fill="hold"/>
                                        <p:tgtEl>
                                          <p:spTgt spid="108"/>
                                        </p:tgtEl>
                                        <p:attrNameLst>
                                          <p:attrName>ppt_w</p:attrName>
                                        </p:attrNameLst>
                                      </p:cBhvr>
                                      <p:tavLst>
                                        <p:tav tm="0">
                                          <p:val>
                                            <p:fltVal val="0"/>
                                          </p:val>
                                        </p:tav>
                                        <p:tav tm="100000">
                                          <p:val>
                                            <p:strVal val="#ppt_w"/>
                                          </p:val>
                                        </p:tav>
                                      </p:tavLst>
                                    </p:anim>
                                    <p:anim calcmode="lin" valueType="num">
                                      <p:cBhvr>
                                        <p:cTn id="79" dur="500" fill="hold"/>
                                        <p:tgtEl>
                                          <p:spTgt spid="108"/>
                                        </p:tgtEl>
                                        <p:attrNameLst>
                                          <p:attrName>ppt_h</p:attrName>
                                        </p:attrNameLst>
                                      </p:cBhvr>
                                      <p:tavLst>
                                        <p:tav tm="0">
                                          <p:val>
                                            <p:fltVal val="0"/>
                                          </p:val>
                                        </p:tav>
                                        <p:tav tm="100000">
                                          <p:val>
                                            <p:strVal val="#ppt_h"/>
                                          </p:val>
                                        </p:tav>
                                      </p:tavLst>
                                    </p:anim>
                                    <p:animEffect transition="in" filter="fade">
                                      <p:cBhvr>
                                        <p:cTn id="80" dur="500"/>
                                        <p:tgtEl>
                                          <p:spTgt spid="108"/>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80" grpId="0"/>
      <p:bldP spid="83" grpId="0"/>
      <p:bldP spid="93" grpId="0"/>
      <p:bldP spid="94" grpId="0"/>
      <p:bldP spid="107" grpId="0"/>
      <p:bldP spid="108" grpId="0"/>
      <p:bldP spid="5" grpId="0" animBg="1"/>
    </p:bldLst>
  </p:timing>
</p:sld>
</file>

<file path=ppt/slides/slide43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74" name="组合 73">
            <a:extLst>
              <a:ext uri="{FF2B5EF4-FFF2-40B4-BE49-F238E27FC236}">
                <a16:creationId xmlns:a16="http://schemas.microsoft.com/office/drawing/2014/main" id="{EB00E40A-F3AF-48B4-8BFE-9B46D0345616}"/>
              </a:ext>
            </a:extLst>
          </p:cNvPr>
          <p:cNvGrpSpPr/>
          <p:nvPr/>
        </p:nvGrpSpPr>
        <p:grpSpPr>
          <a:xfrm>
            <a:off x="1880744" y="3333003"/>
            <a:ext cx="907999" cy="369332"/>
            <a:chOff x="7342643" y="3935811"/>
            <a:chExt cx="907999" cy="369332"/>
          </a:xfrm>
        </p:grpSpPr>
        <p:sp>
          <p:nvSpPr>
            <p:cNvPr id="75" name="标注: 右箭头 74">
              <a:extLst>
                <a:ext uri="{FF2B5EF4-FFF2-40B4-BE49-F238E27FC236}">
                  <a16:creationId xmlns:a16="http://schemas.microsoft.com/office/drawing/2014/main" id="{BE1E6C82-6E56-4B38-BF87-DD743FB7F202}"/>
                </a:ext>
              </a:extLst>
            </p:cNvPr>
            <p:cNvSpPr/>
            <p:nvPr/>
          </p:nvSpPr>
          <p:spPr>
            <a:xfrm>
              <a:off x="7396201" y="3974323"/>
              <a:ext cx="854441" cy="292308"/>
            </a:xfrm>
            <a:prstGeom prst="rightArrowCallout">
              <a:avLst>
                <a:gd name="adj1" fmla="val 25000"/>
                <a:gd name="adj2" fmla="val 20833"/>
                <a:gd name="adj3" fmla="val 36378"/>
                <a:gd name="adj4" fmla="val 77646"/>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b="1" dirty="0">
                <a:solidFill>
                  <a:schemeClr val="tx1"/>
                </a:solidFill>
                <a:latin typeface="Arial Narrow" panose="020B0606020202030204" pitchFamily="34" charset="0"/>
                <a:ea typeface="宋体" panose="02010600030101010101" pitchFamily="2" charset="-122"/>
              </a:endParaRPr>
            </a:p>
          </p:txBody>
        </p:sp>
        <p:sp>
          <p:nvSpPr>
            <p:cNvPr id="76" name="文本框 75">
              <a:extLst>
                <a:ext uri="{FF2B5EF4-FFF2-40B4-BE49-F238E27FC236}">
                  <a16:creationId xmlns:a16="http://schemas.microsoft.com/office/drawing/2014/main" id="{F330DBE3-2442-4A34-8153-2AD512D624D3}"/>
                </a:ext>
              </a:extLst>
            </p:cNvPr>
            <p:cNvSpPr txBox="1"/>
            <p:nvPr/>
          </p:nvSpPr>
          <p:spPr>
            <a:xfrm>
              <a:off x="7342643" y="3935811"/>
              <a:ext cx="765668" cy="369332"/>
            </a:xfrm>
            <a:prstGeom prst="rect">
              <a:avLst/>
            </a:prstGeom>
            <a:noFill/>
          </p:spPr>
          <p:txBody>
            <a:bodyPr wrap="square">
              <a:spAutoFit/>
            </a:bodyPr>
            <a:lstStyle/>
            <a:p>
              <a:pPr algn="ctr"/>
              <a:r>
                <a:rPr lang="en-US" altLang="zh-CN" b="1" dirty="0">
                  <a:solidFill>
                    <a:schemeClr val="tx1"/>
                  </a:solidFill>
                  <a:latin typeface="Arial Narrow" panose="020B0606020202030204" pitchFamily="34" charset="0"/>
                  <a:ea typeface="宋体" panose="02010600030101010101" pitchFamily="2" charset="-122"/>
                </a:rPr>
                <a:t>A→B</a:t>
              </a:r>
              <a:endParaRPr lang="zh-CN" altLang="en-US" b="1" dirty="0">
                <a:solidFill>
                  <a:schemeClr val="tx1"/>
                </a:solidFill>
                <a:latin typeface="Arial Narrow" panose="020B0606020202030204" pitchFamily="34" charset="0"/>
                <a:ea typeface="宋体" panose="02010600030101010101" pitchFamily="2" charset="-122"/>
              </a:endParaRPr>
            </a:p>
          </p:txBody>
        </p:sp>
      </p:grpSp>
      <p:grpSp>
        <p:nvGrpSpPr>
          <p:cNvPr id="77" name="组合 76">
            <a:extLst>
              <a:ext uri="{FF2B5EF4-FFF2-40B4-BE49-F238E27FC236}">
                <a16:creationId xmlns:a16="http://schemas.microsoft.com/office/drawing/2014/main" id="{9D40EE7E-DD81-4AA7-AD3C-0F48E6639150}"/>
              </a:ext>
            </a:extLst>
          </p:cNvPr>
          <p:cNvGrpSpPr/>
          <p:nvPr/>
        </p:nvGrpSpPr>
        <p:grpSpPr>
          <a:xfrm>
            <a:off x="3663104" y="3333003"/>
            <a:ext cx="899400" cy="369332"/>
            <a:chOff x="5890175" y="5558878"/>
            <a:chExt cx="899400" cy="369332"/>
          </a:xfrm>
        </p:grpSpPr>
        <p:sp>
          <p:nvSpPr>
            <p:cNvPr id="78" name="标注: 右箭头 77">
              <a:extLst>
                <a:ext uri="{FF2B5EF4-FFF2-40B4-BE49-F238E27FC236}">
                  <a16:creationId xmlns:a16="http://schemas.microsoft.com/office/drawing/2014/main" id="{7204F0B3-AF58-4178-8237-2312D0286DFE}"/>
                </a:ext>
              </a:extLst>
            </p:cNvPr>
            <p:cNvSpPr/>
            <p:nvPr/>
          </p:nvSpPr>
          <p:spPr>
            <a:xfrm rot="10800000">
              <a:off x="5890175" y="5597390"/>
              <a:ext cx="854441" cy="292308"/>
            </a:xfrm>
            <a:prstGeom prst="rightArrowCallout">
              <a:avLst>
                <a:gd name="adj1" fmla="val 25000"/>
                <a:gd name="adj2" fmla="val 20833"/>
                <a:gd name="adj3" fmla="val 36378"/>
                <a:gd name="adj4" fmla="val 77646"/>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b="1" dirty="0">
                <a:solidFill>
                  <a:schemeClr val="tx1"/>
                </a:solidFill>
                <a:latin typeface="Arial Narrow" panose="020B0606020202030204" pitchFamily="34" charset="0"/>
                <a:ea typeface="宋体" panose="02010600030101010101" pitchFamily="2" charset="-122"/>
              </a:endParaRPr>
            </a:p>
          </p:txBody>
        </p:sp>
        <p:sp>
          <p:nvSpPr>
            <p:cNvPr id="79" name="文本框 78">
              <a:extLst>
                <a:ext uri="{FF2B5EF4-FFF2-40B4-BE49-F238E27FC236}">
                  <a16:creationId xmlns:a16="http://schemas.microsoft.com/office/drawing/2014/main" id="{EFFF432A-003F-4602-BB7D-D9C1873D7344}"/>
                </a:ext>
              </a:extLst>
            </p:cNvPr>
            <p:cNvSpPr txBox="1"/>
            <p:nvPr/>
          </p:nvSpPr>
          <p:spPr>
            <a:xfrm>
              <a:off x="6041205" y="5558878"/>
              <a:ext cx="748370" cy="369332"/>
            </a:xfrm>
            <a:prstGeom prst="rect">
              <a:avLst/>
            </a:prstGeom>
            <a:noFill/>
          </p:spPr>
          <p:txBody>
            <a:bodyPr wrap="square">
              <a:spAutoFit/>
            </a:bodyPr>
            <a:lstStyle/>
            <a:p>
              <a:pPr algn="ctr"/>
              <a:r>
                <a:rPr lang="en-US" altLang="zh-CN" b="1" dirty="0">
                  <a:solidFill>
                    <a:schemeClr val="tx1"/>
                  </a:solidFill>
                  <a:latin typeface="Arial Narrow" panose="020B0606020202030204" pitchFamily="34" charset="0"/>
                  <a:ea typeface="宋体" panose="02010600030101010101" pitchFamily="2" charset="-122"/>
                </a:rPr>
                <a:t>D←C</a:t>
              </a:r>
              <a:endParaRPr lang="zh-CN" altLang="en-US" b="1" dirty="0">
                <a:solidFill>
                  <a:schemeClr val="tx1"/>
                </a:solidFill>
                <a:latin typeface="Arial Narrow" panose="020B0606020202030204" pitchFamily="34" charset="0"/>
                <a:ea typeface="宋体" panose="02010600030101010101" pitchFamily="2" charset="-122"/>
              </a:endParaRPr>
            </a:p>
          </p:txBody>
        </p:sp>
      </p:grpSp>
      <p:grpSp>
        <p:nvGrpSpPr>
          <p:cNvPr id="81" name="组合 80">
            <a:extLst>
              <a:ext uri="{FF2B5EF4-FFF2-40B4-BE49-F238E27FC236}">
                <a16:creationId xmlns:a16="http://schemas.microsoft.com/office/drawing/2014/main" id="{DAC697C6-EAB9-47C6-B182-AF80C8E8829A}"/>
              </a:ext>
            </a:extLst>
          </p:cNvPr>
          <p:cNvGrpSpPr/>
          <p:nvPr/>
        </p:nvGrpSpPr>
        <p:grpSpPr>
          <a:xfrm>
            <a:off x="7632072" y="3319612"/>
            <a:ext cx="907999" cy="369332"/>
            <a:chOff x="7342643" y="3935811"/>
            <a:chExt cx="907999" cy="369332"/>
          </a:xfrm>
        </p:grpSpPr>
        <p:sp>
          <p:nvSpPr>
            <p:cNvPr id="82" name="标注: 右箭头 81">
              <a:extLst>
                <a:ext uri="{FF2B5EF4-FFF2-40B4-BE49-F238E27FC236}">
                  <a16:creationId xmlns:a16="http://schemas.microsoft.com/office/drawing/2014/main" id="{8018F5F3-B58C-4F7C-8F01-DEF86F4BE4D3}"/>
                </a:ext>
              </a:extLst>
            </p:cNvPr>
            <p:cNvSpPr/>
            <p:nvPr/>
          </p:nvSpPr>
          <p:spPr>
            <a:xfrm>
              <a:off x="7396201" y="3974323"/>
              <a:ext cx="854441" cy="292308"/>
            </a:xfrm>
            <a:prstGeom prst="rightArrowCallout">
              <a:avLst>
                <a:gd name="adj1" fmla="val 25000"/>
                <a:gd name="adj2" fmla="val 20833"/>
                <a:gd name="adj3" fmla="val 36378"/>
                <a:gd name="adj4" fmla="val 77646"/>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b="1" dirty="0">
                <a:solidFill>
                  <a:schemeClr val="tx1"/>
                </a:solidFill>
                <a:latin typeface="Arial Narrow" panose="020B0606020202030204" pitchFamily="34" charset="0"/>
                <a:ea typeface="宋体" panose="02010600030101010101" pitchFamily="2" charset="-122"/>
              </a:endParaRPr>
            </a:p>
          </p:txBody>
        </p:sp>
        <p:sp>
          <p:nvSpPr>
            <p:cNvPr id="109" name="文本框 108">
              <a:extLst>
                <a:ext uri="{FF2B5EF4-FFF2-40B4-BE49-F238E27FC236}">
                  <a16:creationId xmlns:a16="http://schemas.microsoft.com/office/drawing/2014/main" id="{B78D2CEC-3147-4ABA-B2C5-4C33FF6CC1E3}"/>
                </a:ext>
              </a:extLst>
            </p:cNvPr>
            <p:cNvSpPr txBox="1"/>
            <p:nvPr/>
          </p:nvSpPr>
          <p:spPr>
            <a:xfrm>
              <a:off x="7342643" y="3935811"/>
              <a:ext cx="765668" cy="369332"/>
            </a:xfrm>
            <a:prstGeom prst="rect">
              <a:avLst/>
            </a:prstGeom>
            <a:noFill/>
          </p:spPr>
          <p:txBody>
            <a:bodyPr wrap="square">
              <a:spAutoFit/>
            </a:bodyPr>
            <a:lstStyle/>
            <a:p>
              <a:pPr algn="ctr"/>
              <a:r>
                <a:rPr lang="en-US" altLang="zh-CN" b="1" dirty="0">
                  <a:solidFill>
                    <a:schemeClr val="tx1"/>
                  </a:solidFill>
                  <a:latin typeface="Arial Narrow" panose="020B0606020202030204" pitchFamily="34" charset="0"/>
                  <a:ea typeface="宋体" panose="02010600030101010101" pitchFamily="2" charset="-122"/>
                </a:rPr>
                <a:t>A→B</a:t>
              </a:r>
              <a:endParaRPr lang="zh-CN" altLang="en-US" b="1" dirty="0">
                <a:solidFill>
                  <a:schemeClr val="tx1"/>
                </a:solidFill>
                <a:latin typeface="Arial Narrow" panose="020B0606020202030204" pitchFamily="34" charset="0"/>
                <a:ea typeface="宋体" panose="02010600030101010101" pitchFamily="2" charset="-122"/>
              </a:endParaRPr>
            </a:p>
          </p:txBody>
        </p:sp>
      </p:grpSp>
      <p:grpSp>
        <p:nvGrpSpPr>
          <p:cNvPr id="110" name="组合 109">
            <a:extLst>
              <a:ext uri="{FF2B5EF4-FFF2-40B4-BE49-F238E27FC236}">
                <a16:creationId xmlns:a16="http://schemas.microsoft.com/office/drawing/2014/main" id="{A1A590C1-703F-4274-97F1-AF0A8C3AF6A3}"/>
              </a:ext>
            </a:extLst>
          </p:cNvPr>
          <p:cNvGrpSpPr/>
          <p:nvPr/>
        </p:nvGrpSpPr>
        <p:grpSpPr>
          <a:xfrm>
            <a:off x="9414432" y="3319612"/>
            <a:ext cx="899400" cy="369332"/>
            <a:chOff x="5890175" y="5558878"/>
            <a:chExt cx="899400" cy="369332"/>
          </a:xfrm>
        </p:grpSpPr>
        <p:sp>
          <p:nvSpPr>
            <p:cNvPr id="111" name="标注: 右箭头 110">
              <a:extLst>
                <a:ext uri="{FF2B5EF4-FFF2-40B4-BE49-F238E27FC236}">
                  <a16:creationId xmlns:a16="http://schemas.microsoft.com/office/drawing/2014/main" id="{B8D36C13-D228-4E84-909E-310CE867D8E1}"/>
                </a:ext>
              </a:extLst>
            </p:cNvPr>
            <p:cNvSpPr/>
            <p:nvPr/>
          </p:nvSpPr>
          <p:spPr>
            <a:xfrm rot="10800000">
              <a:off x="5890175" y="5597390"/>
              <a:ext cx="854441" cy="292308"/>
            </a:xfrm>
            <a:prstGeom prst="rightArrowCallout">
              <a:avLst>
                <a:gd name="adj1" fmla="val 25000"/>
                <a:gd name="adj2" fmla="val 20833"/>
                <a:gd name="adj3" fmla="val 36378"/>
                <a:gd name="adj4" fmla="val 77646"/>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b="1" dirty="0">
                <a:solidFill>
                  <a:schemeClr val="tx1"/>
                </a:solidFill>
                <a:latin typeface="Arial Narrow" panose="020B0606020202030204" pitchFamily="34" charset="0"/>
                <a:ea typeface="宋体" panose="02010600030101010101" pitchFamily="2" charset="-122"/>
              </a:endParaRPr>
            </a:p>
          </p:txBody>
        </p:sp>
        <p:sp>
          <p:nvSpPr>
            <p:cNvPr id="112" name="文本框 111">
              <a:extLst>
                <a:ext uri="{FF2B5EF4-FFF2-40B4-BE49-F238E27FC236}">
                  <a16:creationId xmlns:a16="http://schemas.microsoft.com/office/drawing/2014/main" id="{4C681F4B-CB1F-45A8-9788-0BA56B7819BD}"/>
                </a:ext>
              </a:extLst>
            </p:cNvPr>
            <p:cNvSpPr txBox="1"/>
            <p:nvPr/>
          </p:nvSpPr>
          <p:spPr>
            <a:xfrm>
              <a:off x="6041205" y="5558878"/>
              <a:ext cx="748370" cy="369332"/>
            </a:xfrm>
            <a:prstGeom prst="rect">
              <a:avLst/>
            </a:prstGeom>
            <a:noFill/>
          </p:spPr>
          <p:txBody>
            <a:bodyPr wrap="square">
              <a:spAutoFit/>
            </a:bodyPr>
            <a:lstStyle/>
            <a:p>
              <a:pPr algn="ctr"/>
              <a:r>
                <a:rPr lang="en-US" altLang="zh-CN" b="1" dirty="0">
                  <a:solidFill>
                    <a:schemeClr val="tx1"/>
                  </a:solidFill>
                  <a:latin typeface="Arial Narrow" panose="020B0606020202030204" pitchFamily="34" charset="0"/>
                  <a:ea typeface="宋体" panose="02010600030101010101" pitchFamily="2" charset="-122"/>
                </a:rPr>
                <a:t>D←C</a:t>
              </a:r>
              <a:endParaRPr lang="zh-CN" altLang="en-US" b="1" dirty="0">
                <a:solidFill>
                  <a:schemeClr val="tx1"/>
                </a:solidFill>
                <a:latin typeface="Arial Narrow" panose="020B0606020202030204" pitchFamily="34" charset="0"/>
                <a:ea typeface="宋体" panose="02010600030101010101" pitchFamily="2" charset="-122"/>
              </a:endParaRPr>
            </a:p>
          </p:txBody>
        </p:sp>
      </p:grpSp>
      <p:grpSp>
        <p:nvGrpSpPr>
          <p:cNvPr id="4" name="组合 3">
            <a:extLst>
              <a:ext uri="{FF2B5EF4-FFF2-40B4-BE49-F238E27FC236}">
                <a16:creationId xmlns:a16="http://schemas.microsoft.com/office/drawing/2014/main" id="{9A1EA9F2-FCB6-48C3-935F-7AE7E3AD14AC}"/>
              </a:ext>
            </a:extLst>
          </p:cNvPr>
          <p:cNvGrpSpPr/>
          <p:nvPr/>
        </p:nvGrpSpPr>
        <p:grpSpPr>
          <a:xfrm>
            <a:off x="304800" y="749300"/>
            <a:ext cx="4938199" cy="400110"/>
            <a:chOff x="424117" y="898245"/>
            <a:chExt cx="4938199" cy="400110"/>
          </a:xfrm>
        </p:grpSpPr>
        <p:sp>
          <p:nvSpPr>
            <p:cNvPr id="2" name="平行四边形 1">
              <a:extLst>
                <a:ext uri="{FF2B5EF4-FFF2-40B4-BE49-F238E27FC236}">
                  <a16:creationId xmlns:a16="http://schemas.microsoft.com/office/drawing/2014/main" id="{1F5BAA3F-9845-4F89-A2DD-8222D3E4EDAC}"/>
                </a:ext>
              </a:extLst>
            </p:cNvPr>
            <p:cNvSpPr/>
            <p:nvPr/>
          </p:nvSpPr>
          <p:spPr>
            <a:xfrm>
              <a:off x="424117" y="898245"/>
              <a:ext cx="628306" cy="387090"/>
            </a:xfrm>
            <a:prstGeom prst="parallelogram">
              <a:avLst/>
            </a:prstGeom>
            <a:solidFill>
              <a:schemeClr val="accent3">
                <a:lumMod val="75000"/>
              </a:schemeClr>
            </a:solidFill>
            <a:ln>
              <a:solidFill>
                <a:schemeClr val="accent3">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CN" sz="2200" dirty="0">
                  <a:latin typeface="Impact" panose="020B0806030902050204" pitchFamily="34" charset="0"/>
                </a:rPr>
                <a:t>01</a:t>
              </a:r>
              <a:endParaRPr lang="zh-CN" altLang="en-US" sz="2200" dirty="0">
                <a:latin typeface="Impact" panose="020B0806030902050204" pitchFamily="34" charset="0"/>
              </a:endParaRPr>
            </a:p>
          </p:txBody>
        </p:sp>
        <p:sp>
          <p:nvSpPr>
            <p:cNvPr id="3" name="文本框 2">
              <a:extLst>
                <a:ext uri="{FF2B5EF4-FFF2-40B4-BE49-F238E27FC236}">
                  <a16:creationId xmlns:a16="http://schemas.microsoft.com/office/drawing/2014/main" id="{4D6BD736-A4D3-4F26-AFED-36E11F50F70B}"/>
                </a:ext>
              </a:extLst>
            </p:cNvPr>
            <p:cNvSpPr txBox="1"/>
            <p:nvPr/>
          </p:nvSpPr>
          <p:spPr>
            <a:xfrm>
              <a:off x="1052423" y="898245"/>
              <a:ext cx="4309893" cy="400110"/>
            </a:xfrm>
            <a:prstGeom prst="rect">
              <a:avLst/>
            </a:prstGeom>
            <a:noFill/>
          </p:spPr>
          <p:txBody>
            <a:bodyPr wrap="square" rtlCol="0">
              <a:spAutoFit/>
            </a:bodyPr>
            <a:lstStyle/>
            <a:p>
              <a:r>
                <a:rPr lang="zh-CN" altLang="en-US" sz="2000" b="1" dirty="0">
                  <a:solidFill>
                    <a:schemeClr val="tx1"/>
                  </a:solidFill>
                  <a:latin typeface="Arial Narrow" panose="020B0606020202030204" pitchFamily="34" charset="0"/>
                </a:rPr>
                <a:t>共享式以太网与交换式以太网的对比</a:t>
              </a:r>
              <a:endParaRPr lang="en-US" altLang="zh-CN" sz="2000" b="1" dirty="0">
                <a:solidFill>
                  <a:schemeClr val="tx1"/>
                </a:solidFill>
                <a:latin typeface="Arial Narrow" panose="020B0606020202030204" pitchFamily="34" charset="0"/>
              </a:endParaRPr>
            </a:p>
          </p:txBody>
        </p:sp>
      </p:grpSp>
      <p:grpSp>
        <p:nvGrpSpPr>
          <p:cNvPr id="6" name="组合 5">
            <a:extLst>
              <a:ext uri="{FF2B5EF4-FFF2-40B4-BE49-F238E27FC236}">
                <a16:creationId xmlns:a16="http://schemas.microsoft.com/office/drawing/2014/main" id="{A1AC0F66-E7EA-4DE3-AB60-23ED0887B6E0}"/>
              </a:ext>
            </a:extLst>
          </p:cNvPr>
          <p:cNvGrpSpPr/>
          <p:nvPr/>
        </p:nvGrpSpPr>
        <p:grpSpPr>
          <a:xfrm>
            <a:off x="1111972" y="1817184"/>
            <a:ext cx="4232071" cy="4551750"/>
            <a:chOff x="1111972" y="1817184"/>
            <a:chExt cx="4232071" cy="4551750"/>
          </a:xfrm>
        </p:grpSpPr>
        <p:sp>
          <p:nvSpPr>
            <p:cNvPr id="12" name="文本框 11">
              <a:extLst>
                <a:ext uri="{FF2B5EF4-FFF2-40B4-BE49-F238E27FC236}">
                  <a16:creationId xmlns:a16="http://schemas.microsoft.com/office/drawing/2014/main" id="{21965EDE-01A5-4F50-973F-ED47B5BE313F}"/>
                </a:ext>
              </a:extLst>
            </p:cNvPr>
            <p:cNvSpPr txBox="1"/>
            <p:nvPr/>
          </p:nvSpPr>
          <p:spPr>
            <a:xfrm>
              <a:off x="3241943" y="3925288"/>
              <a:ext cx="1076381" cy="369332"/>
            </a:xfrm>
            <a:prstGeom prst="rect">
              <a:avLst/>
            </a:prstGeom>
            <a:noFill/>
          </p:spPr>
          <p:txBody>
            <a:bodyPr wrap="square" rtlCol="0">
              <a:spAutoFit/>
            </a:bodyPr>
            <a:lstStyle/>
            <a:p>
              <a:pPr algn="ctr"/>
              <a:r>
                <a:rPr lang="zh-CN" altLang="en-US" b="1" dirty="0">
                  <a:latin typeface="+mn-ea"/>
                </a:rPr>
                <a:t>集线器</a:t>
              </a:r>
            </a:p>
          </p:txBody>
        </p:sp>
        <p:cxnSp>
          <p:nvCxnSpPr>
            <p:cNvPr id="13" name="直接连接符 12">
              <a:extLst>
                <a:ext uri="{FF2B5EF4-FFF2-40B4-BE49-F238E27FC236}">
                  <a16:creationId xmlns:a16="http://schemas.microsoft.com/office/drawing/2014/main" id="{7FE99D20-EEA5-47A3-81BE-65C5936FFFF9}"/>
                </a:ext>
              </a:extLst>
            </p:cNvPr>
            <p:cNvCxnSpPr>
              <a:cxnSpLocks/>
            </p:cNvCxnSpPr>
            <p:nvPr/>
          </p:nvCxnSpPr>
          <p:spPr>
            <a:xfrm flipH="1">
              <a:off x="1413982" y="3710053"/>
              <a:ext cx="3558504"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grpSp>
          <p:nvGrpSpPr>
            <p:cNvPr id="14" name="组合 13">
              <a:extLst>
                <a:ext uri="{FF2B5EF4-FFF2-40B4-BE49-F238E27FC236}">
                  <a16:creationId xmlns:a16="http://schemas.microsoft.com/office/drawing/2014/main" id="{F0FE3964-0D46-4C3B-830E-AA3E5BD1EE4E}"/>
                </a:ext>
              </a:extLst>
            </p:cNvPr>
            <p:cNvGrpSpPr/>
            <p:nvPr/>
          </p:nvGrpSpPr>
          <p:grpSpPr>
            <a:xfrm>
              <a:off x="1111972" y="3207395"/>
              <a:ext cx="662814" cy="641082"/>
              <a:chOff x="1235749" y="1557688"/>
              <a:chExt cx="662814" cy="641082"/>
            </a:xfrm>
          </p:grpSpPr>
          <p:pic>
            <p:nvPicPr>
              <p:cNvPr id="41" name="图形 10">
                <a:extLst>
                  <a:ext uri="{FF2B5EF4-FFF2-40B4-BE49-F238E27FC236}">
                    <a16:creationId xmlns:a16="http://schemas.microsoft.com/office/drawing/2014/main" id="{B0D68D12-20B3-43FA-BBB9-429BCD068FB5}"/>
                  </a:ext>
                </a:extLst>
              </p:cNvPr>
              <p:cNvPicPr>
                <a:picLocks noChangeAspect="1"/>
              </p:cNvPicPr>
              <p:nvPr/>
            </p:nvPicPr>
            <p:blipFill>
              <a:blip r:embed="rId3">
                <a:extLst>
                  <a:ext uri="{28A0092B-C50C-407E-A947-70E740481C1C}">
                    <a14:useLocalDpi xmlns:a14="http://schemas.microsoft.com/office/drawing/2010/main" val="0"/>
                  </a:ext>
                  <a:ext uri="{96DAC541-7B7A-43D3-8B79-37D633B846F1}">
                    <asvg:svgBlip xmlns:asvg="http://schemas.microsoft.com/office/drawing/2016/SVG/main" r:embed="rId4"/>
                  </a:ext>
                </a:extLst>
              </a:blip>
              <a:stretch>
                <a:fillRect/>
              </a:stretch>
            </p:blipFill>
            <p:spPr>
              <a:xfrm>
                <a:off x="1235749" y="1557688"/>
                <a:ext cx="662814" cy="641082"/>
              </a:xfrm>
              <a:prstGeom prst="rect">
                <a:avLst/>
              </a:prstGeom>
            </p:spPr>
          </p:pic>
          <p:sp>
            <p:nvSpPr>
              <p:cNvPr id="42" name="文本框 41">
                <a:extLst>
                  <a:ext uri="{FF2B5EF4-FFF2-40B4-BE49-F238E27FC236}">
                    <a16:creationId xmlns:a16="http://schemas.microsoft.com/office/drawing/2014/main" id="{E1462835-DE58-4800-BBC1-3B9D0DB7A083}"/>
                  </a:ext>
                </a:extLst>
              </p:cNvPr>
              <p:cNvSpPr txBox="1"/>
              <p:nvPr/>
            </p:nvSpPr>
            <p:spPr>
              <a:xfrm>
                <a:off x="1527006" y="1606485"/>
                <a:ext cx="316784" cy="369332"/>
              </a:xfrm>
              <a:prstGeom prst="rect">
                <a:avLst/>
              </a:prstGeom>
              <a:noFill/>
            </p:spPr>
            <p:txBody>
              <a:bodyPr wrap="square" rtlCol="0">
                <a:spAutoFit/>
              </a:bodyPr>
              <a:lstStyle/>
              <a:p>
                <a:pPr algn="ctr"/>
                <a:r>
                  <a:rPr lang="en-US" altLang="zh-CN" b="1" dirty="0">
                    <a:solidFill>
                      <a:schemeClr val="bg1"/>
                    </a:solidFill>
                    <a:latin typeface="+mn-ea"/>
                  </a:rPr>
                  <a:t>A</a:t>
                </a:r>
                <a:endParaRPr lang="zh-CN" altLang="en-US" b="1" dirty="0">
                  <a:solidFill>
                    <a:schemeClr val="bg1"/>
                  </a:solidFill>
                  <a:latin typeface="+mn-ea"/>
                </a:endParaRPr>
              </a:p>
            </p:txBody>
          </p:sp>
        </p:grpSp>
        <p:cxnSp>
          <p:nvCxnSpPr>
            <p:cNvPr id="15" name="直接连接符 14">
              <a:extLst>
                <a:ext uri="{FF2B5EF4-FFF2-40B4-BE49-F238E27FC236}">
                  <a16:creationId xmlns:a16="http://schemas.microsoft.com/office/drawing/2014/main" id="{4E4D70B5-6600-49DB-897B-40AFE24EABEA}"/>
                </a:ext>
              </a:extLst>
            </p:cNvPr>
            <p:cNvCxnSpPr>
              <a:cxnSpLocks/>
              <a:stCxn id="40" idx="2"/>
            </p:cNvCxnSpPr>
            <p:nvPr/>
          </p:nvCxnSpPr>
          <p:spPr>
            <a:xfrm flipV="1">
              <a:off x="3230139" y="2379205"/>
              <a:ext cx="23609" cy="3025302"/>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grpSp>
          <p:nvGrpSpPr>
            <p:cNvPr id="16" name="组合 15">
              <a:extLst>
                <a:ext uri="{FF2B5EF4-FFF2-40B4-BE49-F238E27FC236}">
                  <a16:creationId xmlns:a16="http://schemas.microsoft.com/office/drawing/2014/main" id="{35A5DCC0-76A5-44EB-B46F-5A622A6252DC}"/>
                </a:ext>
              </a:extLst>
            </p:cNvPr>
            <p:cNvGrpSpPr/>
            <p:nvPr/>
          </p:nvGrpSpPr>
          <p:grpSpPr>
            <a:xfrm>
              <a:off x="2780490" y="4986378"/>
              <a:ext cx="662814" cy="641082"/>
              <a:chOff x="1235749" y="1557688"/>
              <a:chExt cx="662814" cy="641082"/>
            </a:xfrm>
          </p:grpSpPr>
          <p:pic>
            <p:nvPicPr>
              <p:cNvPr id="39" name="图形 10">
                <a:extLst>
                  <a:ext uri="{FF2B5EF4-FFF2-40B4-BE49-F238E27FC236}">
                    <a16:creationId xmlns:a16="http://schemas.microsoft.com/office/drawing/2014/main" id="{D15DDBF7-C513-4A24-BB75-29E856E702AB}"/>
                  </a:ext>
                </a:extLst>
              </p:cNvPr>
              <p:cNvPicPr>
                <a:picLocks noChangeAspect="1"/>
              </p:cNvPicPr>
              <p:nvPr/>
            </p:nvPicPr>
            <p:blipFill>
              <a:blip r:embed="rId3">
                <a:extLst>
                  <a:ext uri="{28A0092B-C50C-407E-A947-70E740481C1C}">
                    <a14:useLocalDpi xmlns:a14="http://schemas.microsoft.com/office/drawing/2010/main" val="0"/>
                  </a:ext>
                  <a:ext uri="{96DAC541-7B7A-43D3-8B79-37D633B846F1}">
                    <asvg:svgBlip xmlns:asvg="http://schemas.microsoft.com/office/drawing/2016/SVG/main" r:embed="rId4"/>
                  </a:ext>
                </a:extLst>
              </a:blip>
              <a:stretch>
                <a:fillRect/>
              </a:stretch>
            </p:blipFill>
            <p:spPr>
              <a:xfrm>
                <a:off x="1235749" y="1557688"/>
                <a:ext cx="662814" cy="641082"/>
              </a:xfrm>
              <a:prstGeom prst="rect">
                <a:avLst/>
              </a:prstGeom>
            </p:spPr>
          </p:pic>
          <p:sp>
            <p:nvSpPr>
              <p:cNvPr id="40" name="文本框 39">
                <a:extLst>
                  <a:ext uri="{FF2B5EF4-FFF2-40B4-BE49-F238E27FC236}">
                    <a16:creationId xmlns:a16="http://schemas.microsoft.com/office/drawing/2014/main" id="{36AD15F4-F414-48EC-B1D3-D1A5297F5F24}"/>
                  </a:ext>
                </a:extLst>
              </p:cNvPr>
              <p:cNvSpPr txBox="1"/>
              <p:nvPr/>
            </p:nvSpPr>
            <p:spPr>
              <a:xfrm>
                <a:off x="1527006" y="1606485"/>
                <a:ext cx="316784" cy="369332"/>
              </a:xfrm>
              <a:prstGeom prst="rect">
                <a:avLst/>
              </a:prstGeom>
              <a:noFill/>
            </p:spPr>
            <p:txBody>
              <a:bodyPr wrap="square" rtlCol="0">
                <a:spAutoFit/>
              </a:bodyPr>
              <a:lstStyle/>
              <a:p>
                <a:pPr algn="ctr"/>
                <a:r>
                  <a:rPr lang="en-US" altLang="zh-CN" b="1" dirty="0">
                    <a:solidFill>
                      <a:schemeClr val="bg1"/>
                    </a:solidFill>
                    <a:latin typeface="+mn-ea"/>
                  </a:rPr>
                  <a:t>D</a:t>
                </a:r>
                <a:endParaRPr lang="zh-CN" altLang="en-US" b="1" dirty="0">
                  <a:solidFill>
                    <a:schemeClr val="bg1"/>
                  </a:solidFill>
                  <a:latin typeface="+mn-ea"/>
                </a:endParaRPr>
              </a:p>
            </p:txBody>
          </p:sp>
        </p:grpSp>
        <p:grpSp>
          <p:nvGrpSpPr>
            <p:cNvPr id="17" name="组合 16">
              <a:extLst>
                <a:ext uri="{FF2B5EF4-FFF2-40B4-BE49-F238E27FC236}">
                  <a16:creationId xmlns:a16="http://schemas.microsoft.com/office/drawing/2014/main" id="{2DB258B5-749E-449E-9991-3F44FD0E523E}"/>
                </a:ext>
              </a:extLst>
            </p:cNvPr>
            <p:cNvGrpSpPr/>
            <p:nvPr/>
          </p:nvGrpSpPr>
          <p:grpSpPr>
            <a:xfrm>
              <a:off x="2918914" y="1817184"/>
              <a:ext cx="662814" cy="641082"/>
              <a:chOff x="1235749" y="1557688"/>
              <a:chExt cx="662814" cy="641082"/>
            </a:xfrm>
          </p:grpSpPr>
          <p:pic>
            <p:nvPicPr>
              <p:cNvPr id="37" name="图形 10">
                <a:extLst>
                  <a:ext uri="{FF2B5EF4-FFF2-40B4-BE49-F238E27FC236}">
                    <a16:creationId xmlns:a16="http://schemas.microsoft.com/office/drawing/2014/main" id="{0FFB7C25-4F8B-44F3-9D44-21B68E53F58A}"/>
                  </a:ext>
                </a:extLst>
              </p:cNvPr>
              <p:cNvPicPr>
                <a:picLocks noChangeAspect="1"/>
              </p:cNvPicPr>
              <p:nvPr/>
            </p:nvPicPr>
            <p:blipFill>
              <a:blip r:embed="rId3">
                <a:extLst>
                  <a:ext uri="{28A0092B-C50C-407E-A947-70E740481C1C}">
                    <a14:useLocalDpi xmlns:a14="http://schemas.microsoft.com/office/drawing/2010/main" val="0"/>
                  </a:ext>
                  <a:ext uri="{96DAC541-7B7A-43D3-8B79-37D633B846F1}">
                    <asvg:svgBlip xmlns:asvg="http://schemas.microsoft.com/office/drawing/2016/SVG/main" r:embed="rId4"/>
                  </a:ext>
                </a:extLst>
              </a:blip>
              <a:stretch>
                <a:fillRect/>
              </a:stretch>
            </p:blipFill>
            <p:spPr>
              <a:xfrm>
                <a:off x="1235749" y="1557688"/>
                <a:ext cx="662814" cy="641082"/>
              </a:xfrm>
              <a:prstGeom prst="rect">
                <a:avLst/>
              </a:prstGeom>
            </p:spPr>
          </p:pic>
          <p:sp>
            <p:nvSpPr>
              <p:cNvPr id="38" name="文本框 37">
                <a:extLst>
                  <a:ext uri="{FF2B5EF4-FFF2-40B4-BE49-F238E27FC236}">
                    <a16:creationId xmlns:a16="http://schemas.microsoft.com/office/drawing/2014/main" id="{2EFA039D-882A-474E-93FB-9082DFE299A8}"/>
                  </a:ext>
                </a:extLst>
              </p:cNvPr>
              <p:cNvSpPr txBox="1"/>
              <p:nvPr/>
            </p:nvSpPr>
            <p:spPr>
              <a:xfrm>
                <a:off x="1527006" y="1606485"/>
                <a:ext cx="316784" cy="369332"/>
              </a:xfrm>
              <a:prstGeom prst="rect">
                <a:avLst/>
              </a:prstGeom>
              <a:noFill/>
            </p:spPr>
            <p:txBody>
              <a:bodyPr wrap="square" rtlCol="0">
                <a:spAutoFit/>
              </a:bodyPr>
              <a:lstStyle/>
              <a:p>
                <a:pPr algn="ctr"/>
                <a:r>
                  <a:rPr lang="en-US" altLang="zh-CN" b="1" dirty="0">
                    <a:solidFill>
                      <a:schemeClr val="bg1"/>
                    </a:solidFill>
                    <a:latin typeface="+mn-ea"/>
                  </a:rPr>
                  <a:t>B</a:t>
                </a:r>
                <a:endParaRPr lang="zh-CN" altLang="en-US" b="1" dirty="0">
                  <a:solidFill>
                    <a:schemeClr val="bg1"/>
                  </a:solidFill>
                  <a:latin typeface="+mn-ea"/>
                </a:endParaRPr>
              </a:p>
            </p:txBody>
          </p:sp>
        </p:grpSp>
        <p:pic>
          <p:nvPicPr>
            <p:cNvPr id="18" name="图片 17" descr="文本&#10;&#10;描述已自动生成">
              <a:extLst>
                <a:ext uri="{FF2B5EF4-FFF2-40B4-BE49-F238E27FC236}">
                  <a16:creationId xmlns:a16="http://schemas.microsoft.com/office/drawing/2014/main" id="{1591BE4B-9373-47E5-B54B-5645B5DE98CA}"/>
                </a:ext>
              </a:extLst>
            </p:cNvPr>
            <p:cNvPicPr>
              <a:picLocks noChangeAspect="1"/>
            </p:cNvPicPr>
            <p:nvPr/>
          </p:nvPicPr>
          <p:blipFill>
            <a:blip r:embed="rId5">
              <a:extLst>
                <a:ext uri="{28A0092B-C50C-407E-A947-70E740481C1C}">
                  <a14:useLocalDpi xmlns:a14="http://schemas.microsoft.com/office/drawing/2010/main" val="0"/>
                </a:ext>
              </a:extLst>
            </a:blip>
            <a:stretch>
              <a:fillRect/>
            </a:stretch>
          </p:blipFill>
          <p:spPr>
            <a:xfrm>
              <a:off x="2908531" y="3379364"/>
              <a:ext cx="705470" cy="661378"/>
            </a:xfrm>
            <a:prstGeom prst="rect">
              <a:avLst/>
            </a:prstGeom>
          </p:spPr>
        </p:pic>
        <p:grpSp>
          <p:nvGrpSpPr>
            <p:cNvPr id="19" name="组合 18">
              <a:extLst>
                <a:ext uri="{FF2B5EF4-FFF2-40B4-BE49-F238E27FC236}">
                  <a16:creationId xmlns:a16="http://schemas.microsoft.com/office/drawing/2014/main" id="{501B2417-864C-417B-8DC1-14F9957F9771}"/>
                </a:ext>
              </a:extLst>
            </p:cNvPr>
            <p:cNvGrpSpPr/>
            <p:nvPr/>
          </p:nvGrpSpPr>
          <p:grpSpPr>
            <a:xfrm>
              <a:off x="4681229" y="3207395"/>
              <a:ext cx="662814" cy="641082"/>
              <a:chOff x="1235749" y="1557688"/>
              <a:chExt cx="662814" cy="641082"/>
            </a:xfrm>
          </p:grpSpPr>
          <p:pic>
            <p:nvPicPr>
              <p:cNvPr id="35" name="图形 10">
                <a:extLst>
                  <a:ext uri="{FF2B5EF4-FFF2-40B4-BE49-F238E27FC236}">
                    <a16:creationId xmlns:a16="http://schemas.microsoft.com/office/drawing/2014/main" id="{43737DA3-F6AE-45F1-B0A6-88048F254855}"/>
                  </a:ext>
                </a:extLst>
              </p:cNvPr>
              <p:cNvPicPr>
                <a:picLocks noChangeAspect="1"/>
              </p:cNvPicPr>
              <p:nvPr/>
            </p:nvPicPr>
            <p:blipFill>
              <a:blip r:embed="rId3">
                <a:extLst>
                  <a:ext uri="{28A0092B-C50C-407E-A947-70E740481C1C}">
                    <a14:useLocalDpi xmlns:a14="http://schemas.microsoft.com/office/drawing/2010/main" val="0"/>
                  </a:ext>
                  <a:ext uri="{96DAC541-7B7A-43D3-8B79-37D633B846F1}">
                    <asvg:svgBlip xmlns:asvg="http://schemas.microsoft.com/office/drawing/2016/SVG/main" r:embed="rId4"/>
                  </a:ext>
                </a:extLst>
              </a:blip>
              <a:stretch>
                <a:fillRect/>
              </a:stretch>
            </p:blipFill>
            <p:spPr>
              <a:xfrm>
                <a:off x="1235749" y="1557688"/>
                <a:ext cx="662814" cy="641082"/>
              </a:xfrm>
              <a:prstGeom prst="rect">
                <a:avLst/>
              </a:prstGeom>
            </p:spPr>
          </p:pic>
          <p:sp>
            <p:nvSpPr>
              <p:cNvPr id="36" name="文本框 35">
                <a:extLst>
                  <a:ext uri="{FF2B5EF4-FFF2-40B4-BE49-F238E27FC236}">
                    <a16:creationId xmlns:a16="http://schemas.microsoft.com/office/drawing/2014/main" id="{D6CFEE13-7CA0-48D4-B824-68F86392D955}"/>
                  </a:ext>
                </a:extLst>
              </p:cNvPr>
              <p:cNvSpPr txBox="1"/>
              <p:nvPr/>
            </p:nvSpPr>
            <p:spPr>
              <a:xfrm>
                <a:off x="1527006" y="1606485"/>
                <a:ext cx="316784" cy="369332"/>
              </a:xfrm>
              <a:prstGeom prst="rect">
                <a:avLst/>
              </a:prstGeom>
              <a:noFill/>
            </p:spPr>
            <p:txBody>
              <a:bodyPr wrap="square" rtlCol="0">
                <a:spAutoFit/>
              </a:bodyPr>
              <a:lstStyle/>
              <a:p>
                <a:pPr algn="ctr"/>
                <a:r>
                  <a:rPr lang="en-US" altLang="zh-CN" b="1" dirty="0">
                    <a:solidFill>
                      <a:schemeClr val="bg1"/>
                    </a:solidFill>
                    <a:latin typeface="+mn-ea"/>
                  </a:rPr>
                  <a:t>C</a:t>
                </a:r>
                <a:endParaRPr lang="zh-CN" altLang="en-US" b="1" dirty="0">
                  <a:solidFill>
                    <a:schemeClr val="bg1"/>
                  </a:solidFill>
                  <a:latin typeface="+mn-ea"/>
                </a:endParaRPr>
              </a:p>
            </p:txBody>
          </p:sp>
        </p:grpSp>
        <p:sp>
          <p:nvSpPr>
            <p:cNvPr id="70" name="文本框 69">
              <a:extLst>
                <a:ext uri="{FF2B5EF4-FFF2-40B4-BE49-F238E27FC236}">
                  <a16:creationId xmlns:a16="http://schemas.microsoft.com/office/drawing/2014/main" id="{3AC1B828-CF53-4D3A-B8D4-D2EF67453A56}"/>
                </a:ext>
              </a:extLst>
            </p:cNvPr>
            <p:cNvSpPr txBox="1"/>
            <p:nvPr/>
          </p:nvSpPr>
          <p:spPr>
            <a:xfrm>
              <a:off x="2252603" y="5999602"/>
              <a:ext cx="1986839" cy="369332"/>
            </a:xfrm>
            <a:prstGeom prst="rect">
              <a:avLst/>
            </a:prstGeom>
            <a:noFill/>
          </p:spPr>
          <p:txBody>
            <a:bodyPr wrap="square" rtlCol="0">
              <a:spAutoFit/>
            </a:bodyPr>
            <a:lstStyle/>
            <a:p>
              <a:pPr algn="ctr"/>
              <a:r>
                <a:rPr lang="zh-CN" altLang="en-US" b="1" dirty="0">
                  <a:latin typeface="+mn-ea"/>
                </a:rPr>
                <a:t>共享式以太网</a:t>
              </a:r>
            </a:p>
          </p:txBody>
        </p:sp>
      </p:grpSp>
      <p:grpSp>
        <p:nvGrpSpPr>
          <p:cNvPr id="7" name="组合 6">
            <a:extLst>
              <a:ext uri="{FF2B5EF4-FFF2-40B4-BE49-F238E27FC236}">
                <a16:creationId xmlns:a16="http://schemas.microsoft.com/office/drawing/2014/main" id="{71902E0A-C687-4076-AEE8-FA6FB6B0EBE3}"/>
              </a:ext>
            </a:extLst>
          </p:cNvPr>
          <p:cNvGrpSpPr/>
          <p:nvPr/>
        </p:nvGrpSpPr>
        <p:grpSpPr>
          <a:xfrm>
            <a:off x="6861608" y="1817184"/>
            <a:ext cx="4232071" cy="4551750"/>
            <a:chOff x="6861608" y="1817184"/>
            <a:chExt cx="4232071" cy="4551750"/>
          </a:xfrm>
        </p:grpSpPr>
        <p:sp>
          <p:nvSpPr>
            <p:cNvPr id="43" name="文本框 42">
              <a:extLst>
                <a:ext uri="{FF2B5EF4-FFF2-40B4-BE49-F238E27FC236}">
                  <a16:creationId xmlns:a16="http://schemas.microsoft.com/office/drawing/2014/main" id="{B50B0264-DC40-447D-900A-6EE65028DCB0}"/>
                </a:ext>
              </a:extLst>
            </p:cNvPr>
            <p:cNvSpPr txBox="1"/>
            <p:nvPr/>
          </p:nvSpPr>
          <p:spPr>
            <a:xfrm>
              <a:off x="8991579" y="3925288"/>
              <a:ext cx="1076381" cy="369332"/>
            </a:xfrm>
            <a:prstGeom prst="rect">
              <a:avLst/>
            </a:prstGeom>
            <a:noFill/>
          </p:spPr>
          <p:txBody>
            <a:bodyPr wrap="square" rtlCol="0">
              <a:spAutoFit/>
            </a:bodyPr>
            <a:lstStyle/>
            <a:p>
              <a:pPr algn="ctr"/>
              <a:r>
                <a:rPr lang="zh-CN" altLang="en-US" b="1" dirty="0">
                  <a:latin typeface="+mn-ea"/>
                </a:rPr>
                <a:t>交换机</a:t>
              </a:r>
            </a:p>
          </p:txBody>
        </p:sp>
        <p:cxnSp>
          <p:nvCxnSpPr>
            <p:cNvPr id="44" name="直接连接符 43">
              <a:extLst>
                <a:ext uri="{FF2B5EF4-FFF2-40B4-BE49-F238E27FC236}">
                  <a16:creationId xmlns:a16="http://schemas.microsoft.com/office/drawing/2014/main" id="{CC036EF6-3C61-49A7-B8A5-B8666E867CD1}"/>
                </a:ext>
              </a:extLst>
            </p:cNvPr>
            <p:cNvCxnSpPr>
              <a:cxnSpLocks/>
            </p:cNvCxnSpPr>
            <p:nvPr/>
          </p:nvCxnSpPr>
          <p:spPr>
            <a:xfrm flipH="1">
              <a:off x="7163618" y="3710053"/>
              <a:ext cx="3558504"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grpSp>
          <p:nvGrpSpPr>
            <p:cNvPr id="45" name="组合 44">
              <a:extLst>
                <a:ext uri="{FF2B5EF4-FFF2-40B4-BE49-F238E27FC236}">
                  <a16:creationId xmlns:a16="http://schemas.microsoft.com/office/drawing/2014/main" id="{309AED31-DB5D-49DC-A765-0A9CD1523C91}"/>
                </a:ext>
              </a:extLst>
            </p:cNvPr>
            <p:cNvGrpSpPr/>
            <p:nvPr/>
          </p:nvGrpSpPr>
          <p:grpSpPr>
            <a:xfrm>
              <a:off x="6861608" y="3207395"/>
              <a:ext cx="662814" cy="641082"/>
              <a:chOff x="1235749" y="1557688"/>
              <a:chExt cx="662814" cy="641082"/>
            </a:xfrm>
          </p:grpSpPr>
          <p:pic>
            <p:nvPicPr>
              <p:cNvPr id="46" name="图形 10">
                <a:extLst>
                  <a:ext uri="{FF2B5EF4-FFF2-40B4-BE49-F238E27FC236}">
                    <a16:creationId xmlns:a16="http://schemas.microsoft.com/office/drawing/2014/main" id="{8FA61B9C-16B8-4ED1-B105-294C3B7BB3F8}"/>
                  </a:ext>
                </a:extLst>
              </p:cNvPr>
              <p:cNvPicPr>
                <a:picLocks noChangeAspect="1"/>
              </p:cNvPicPr>
              <p:nvPr/>
            </p:nvPicPr>
            <p:blipFill>
              <a:blip r:embed="rId3">
                <a:extLst>
                  <a:ext uri="{28A0092B-C50C-407E-A947-70E740481C1C}">
                    <a14:useLocalDpi xmlns:a14="http://schemas.microsoft.com/office/drawing/2010/main" val="0"/>
                  </a:ext>
                  <a:ext uri="{96DAC541-7B7A-43D3-8B79-37D633B846F1}">
                    <asvg:svgBlip xmlns:asvg="http://schemas.microsoft.com/office/drawing/2016/SVG/main" r:embed="rId4"/>
                  </a:ext>
                </a:extLst>
              </a:blip>
              <a:stretch>
                <a:fillRect/>
              </a:stretch>
            </p:blipFill>
            <p:spPr>
              <a:xfrm>
                <a:off x="1235749" y="1557688"/>
                <a:ext cx="662814" cy="641082"/>
              </a:xfrm>
              <a:prstGeom prst="rect">
                <a:avLst/>
              </a:prstGeom>
            </p:spPr>
          </p:pic>
          <p:sp>
            <p:nvSpPr>
              <p:cNvPr id="47" name="文本框 46">
                <a:extLst>
                  <a:ext uri="{FF2B5EF4-FFF2-40B4-BE49-F238E27FC236}">
                    <a16:creationId xmlns:a16="http://schemas.microsoft.com/office/drawing/2014/main" id="{9F4A8B92-BC68-4823-B3FF-1EECF75B772F}"/>
                  </a:ext>
                </a:extLst>
              </p:cNvPr>
              <p:cNvSpPr txBox="1"/>
              <p:nvPr/>
            </p:nvSpPr>
            <p:spPr>
              <a:xfrm>
                <a:off x="1527006" y="1599907"/>
                <a:ext cx="316784" cy="369332"/>
              </a:xfrm>
              <a:prstGeom prst="rect">
                <a:avLst/>
              </a:prstGeom>
              <a:noFill/>
            </p:spPr>
            <p:txBody>
              <a:bodyPr wrap="square" rtlCol="0">
                <a:spAutoFit/>
              </a:bodyPr>
              <a:lstStyle/>
              <a:p>
                <a:pPr algn="ctr"/>
                <a:r>
                  <a:rPr lang="en-US" altLang="zh-CN" b="1" dirty="0">
                    <a:solidFill>
                      <a:schemeClr val="bg1"/>
                    </a:solidFill>
                    <a:latin typeface="+mn-ea"/>
                  </a:rPr>
                  <a:t>A</a:t>
                </a:r>
                <a:endParaRPr lang="zh-CN" altLang="en-US" b="1" dirty="0">
                  <a:solidFill>
                    <a:schemeClr val="bg1"/>
                  </a:solidFill>
                  <a:latin typeface="+mn-ea"/>
                </a:endParaRPr>
              </a:p>
            </p:txBody>
          </p:sp>
        </p:grpSp>
        <p:cxnSp>
          <p:nvCxnSpPr>
            <p:cNvPr id="48" name="直接连接符 47">
              <a:extLst>
                <a:ext uri="{FF2B5EF4-FFF2-40B4-BE49-F238E27FC236}">
                  <a16:creationId xmlns:a16="http://schemas.microsoft.com/office/drawing/2014/main" id="{11302207-57CF-4224-92E8-D1F84BEE71C5}"/>
                </a:ext>
              </a:extLst>
            </p:cNvPr>
            <p:cNvCxnSpPr>
              <a:cxnSpLocks/>
              <a:stCxn id="51" idx="2"/>
            </p:cNvCxnSpPr>
            <p:nvPr/>
          </p:nvCxnSpPr>
          <p:spPr>
            <a:xfrm flipV="1">
              <a:off x="8979775" y="2372627"/>
              <a:ext cx="23609" cy="3025302"/>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grpSp>
          <p:nvGrpSpPr>
            <p:cNvPr id="49" name="组合 48">
              <a:extLst>
                <a:ext uri="{FF2B5EF4-FFF2-40B4-BE49-F238E27FC236}">
                  <a16:creationId xmlns:a16="http://schemas.microsoft.com/office/drawing/2014/main" id="{BF2BE45A-31C7-4BEB-90CC-281327B31C56}"/>
                </a:ext>
              </a:extLst>
            </p:cNvPr>
            <p:cNvGrpSpPr/>
            <p:nvPr/>
          </p:nvGrpSpPr>
          <p:grpSpPr>
            <a:xfrm>
              <a:off x="8530126" y="4986378"/>
              <a:ext cx="662814" cy="641082"/>
              <a:chOff x="1235749" y="1557688"/>
              <a:chExt cx="662814" cy="641082"/>
            </a:xfrm>
          </p:grpSpPr>
          <p:pic>
            <p:nvPicPr>
              <p:cNvPr id="50" name="图形 10">
                <a:extLst>
                  <a:ext uri="{FF2B5EF4-FFF2-40B4-BE49-F238E27FC236}">
                    <a16:creationId xmlns:a16="http://schemas.microsoft.com/office/drawing/2014/main" id="{D8BB52B7-42CD-425A-8012-9894A8203C86}"/>
                  </a:ext>
                </a:extLst>
              </p:cNvPr>
              <p:cNvPicPr>
                <a:picLocks noChangeAspect="1"/>
              </p:cNvPicPr>
              <p:nvPr/>
            </p:nvPicPr>
            <p:blipFill>
              <a:blip r:embed="rId3">
                <a:extLst>
                  <a:ext uri="{28A0092B-C50C-407E-A947-70E740481C1C}">
                    <a14:useLocalDpi xmlns:a14="http://schemas.microsoft.com/office/drawing/2010/main" val="0"/>
                  </a:ext>
                  <a:ext uri="{96DAC541-7B7A-43D3-8B79-37D633B846F1}">
                    <asvg:svgBlip xmlns:asvg="http://schemas.microsoft.com/office/drawing/2016/SVG/main" r:embed="rId4"/>
                  </a:ext>
                </a:extLst>
              </a:blip>
              <a:stretch>
                <a:fillRect/>
              </a:stretch>
            </p:blipFill>
            <p:spPr>
              <a:xfrm>
                <a:off x="1235749" y="1557688"/>
                <a:ext cx="662814" cy="641082"/>
              </a:xfrm>
              <a:prstGeom prst="rect">
                <a:avLst/>
              </a:prstGeom>
            </p:spPr>
          </p:pic>
          <p:sp>
            <p:nvSpPr>
              <p:cNvPr id="51" name="文本框 50">
                <a:extLst>
                  <a:ext uri="{FF2B5EF4-FFF2-40B4-BE49-F238E27FC236}">
                    <a16:creationId xmlns:a16="http://schemas.microsoft.com/office/drawing/2014/main" id="{77CC7DCC-EC9A-4F4E-B7F7-2E9BA02EDA7C}"/>
                  </a:ext>
                </a:extLst>
              </p:cNvPr>
              <p:cNvSpPr txBox="1"/>
              <p:nvPr/>
            </p:nvSpPr>
            <p:spPr>
              <a:xfrm>
                <a:off x="1527006" y="1599907"/>
                <a:ext cx="316784" cy="369332"/>
              </a:xfrm>
              <a:prstGeom prst="rect">
                <a:avLst/>
              </a:prstGeom>
              <a:noFill/>
            </p:spPr>
            <p:txBody>
              <a:bodyPr wrap="square" rtlCol="0">
                <a:spAutoFit/>
              </a:bodyPr>
              <a:lstStyle/>
              <a:p>
                <a:pPr algn="ctr"/>
                <a:r>
                  <a:rPr lang="en-US" altLang="zh-CN" b="1" dirty="0">
                    <a:solidFill>
                      <a:schemeClr val="bg1"/>
                    </a:solidFill>
                    <a:latin typeface="+mn-ea"/>
                  </a:rPr>
                  <a:t>D</a:t>
                </a:r>
                <a:endParaRPr lang="zh-CN" altLang="en-US" b="1" dirty="0">
                  <a:solidFill>
                    <a:schemeClr val="bg1"/>
                  </a:solidFill>
                  <a:latin typeface="+mn-ea"/>
                </a:endParaRPr>
              </a:p>
            </p:txBody>
          </p:sp>
        </p:grpSp>
        <p:grpSp>
          <p:nvGrpSpPr>
            <p:cNvPr id="56" name="组合 55">
              <a:extLst>
                <a:ext uri="{FF2B5EF4-FFF2-40B4-BE49-F238E27FC236}">
                  <a16:creationId xmlns:a16="http://schemas.microsoft.com/office/drawing/2014/main" id="{0942FD9D-2108-4B0E-8619-649E4188B714}"/>
                </a:ext>
              </a:extLst>
            </p:cNvPr>
            <p:cNvGrpSpPr/>
            <p:nvPr/>
          </p:nvGrpSpPr>
          <p:grpSpPr>
            <a:xfrm>
              <a:off x="8668550" y="1817184"/>
              <a:ext cx="662814" cy="641082"/>
              <a:chOff x="1235749" y="1557688"/>
              <a:chExt cx="662814" cy="641082"/>
            </a:xfrm>
          </p:grpSpPr>
          <p:pic>
            <p:nvPicPr>
              <p:cNvPr id="57" name="图形 10">
                <a:extLst>
                  <a:ext uri="{FF2B5EF4-FFF2-40B4-BE49-F238E27FC236}">
                    <a16:creationId xmlns:a16="http://schemas.microsoft.com/office/drawing/2014/main" id="{239FE925-5B69-44FE-A994-EFD2ED2716A3}"/>
                  </a:ext>
                </a:extLst>
              </p:cNvPr>
              <p:cNvPicPr>
                <a:picLocks noChangeAspect="1"/>
              </p:cNvPicPr>
              <p:nvPr/>
            </p:nvPicPr>
            <p:blipFill>
              <a:blip r:embed="rId3">
                <a:extLst>
                  <a:ext uri="{28A0092B-C50C-407E-A947-70E740481C1C}">
                    <a14:useLocalDpi xmlns:a14="http://schemas.microsoft.com/office/drawing/2010/main" val="0"/>
                  </a:ext>
                  <a:ext uri="{96DAC541-7B7A-43D3-8B79-37D633B846F1}">
                    <asvg:svgBlip xmlns:asvg="http://schemas.microsoft.com/office/drawing/2016/SVG/main" r:embed="rId4"/>
                  </a:ext>
                </a:extLst>
              </a:blip>
              <a:stretch>
                <a:fillRect/>
              </a:stretch>
            </p:blipFill>
            <p:spPr>
              <a:xfrm>
                <a:off x="1235749" y="1557688"/>
                <a:ext cx="662814" cy="641082"/>
              </a:xfrm>
              <a:prstGeom prst="rect">
                <a:avLst/>
              </a:prstGeom>
            </p:spPr>
          </p:pic>
          <p:sp>
            <p:nvSpPr>
              <p:cNvPr id="58" name="文本框 57">
                <a:extLst>
                  <a:ext uri="{FF2B5EF4-FFF2-40B4-BE49-F238E27FC236}">
                    <a16:creationId xmlns:a16="http://schemas.microsoft.com/office/drawing/2014/main" id="{913E0766-C1BB-4CA8-9256-03A79C8A3DE8}"/>
                  </a:ext>
                </a:extLst>
              </p:cNvPr>
              <p:cNvSpPr txBox="1"/>
              <p:nvPr/>
            </p:nvSpPr>
            <p:spPr>
              <a:xfrm>
                <a:off x="1527006" y="1599907"/>
                <a:ext cx="316784" cy="369332"/>
              </a:xfrm>
              <a:prstGeom prst="rect">
                <a:avLst/>
              </a:prstGeom>
              <a:noFill/>
            </p:spPr>
            <p:txBody>
              <a:bodyPr wrap="square" rtlCol="0">
                <a:spAutoFit/>
              </a:bodyPr>
              <a:lstStyle/>
              <a:p>
                <a:pPr algn="ctr"/>
                <a:r>
                  <a:rPr lang="en-US" altLang="zh-CN" b="1" dirty="0">
                    <a:solidFill>
                      <a:schemeClr val="bg1"/>
                    </a:solidFill>
                    <a:latin typeface="+mn-ea"/>
                  </a:rPr>
                  <a:t>B</a:t>
                </a:r>
                <a:endParaRPr lang="zh-CN" altLang="en-US" b="1" dirty="0">
                  <a:solidFill>
                    <a:schemeClr val="bg1"/>
                  </a:solidFill>
                  <a:latin typeface="+mn-ea"/>
                </a:endParaRPr>
              </a:p>
            </p:txBody>
          </p:sp>
        </p:grpSp>
        <p:grpSp>
          <p:nvGrpSpPr>
            <p:cNvPr id="59" name="组合 58">
              <a:extLst>
                <a:ext uri="{FF2B5EF4-FFF2-40B4-BE49-F238E27FC236}">
                  <a16:creationId xmlns:a16="http://schemas.microsoft.com/office/drawing/2014/main" id="{2852E6D1-309D-4FEC-918D-983E4E2EEA56}"/>
                </a:ext>
              </a:extLst>
            </p:cNvPr>
            <p:cNvGrpSpPr/>
            <p:nvPr/>
          </p:nvGrpSpPr>
          <p:grpSpPr>
            <a:xfrm>
              <a:off x="10430865" y="3207395"/>
              <a:ext cx="662814" cy="641082"/>
              <a:chOff x="1235749" y="1557688"/>
              <a:chExt cx="662814" cy="641082"/>
            </a:xfrm>
          </p:grpSpPr>
          <p:pic>
            <p:nvPicPr>
              <p:cNvPr id="60" name="图形 10">
                <a:extLst>
                  <a:ext uri="{FF2B5EF4-FFF2-40B4-BE49-F238E27FC236}">
                    <a16:creationId xmlns:a16="http://schemas.microsoft.com/office/drawing/2014/main" id="{A1A931C8-49BA-421A-94DE-8033FE334B9B}"/>
                  </a:ext>
                </a:extLst>
              </p:cNvPr>
              <p:cNvPicPr>
                <a:picLocks noChangeAspect="1"/>
              </p:cNvPicPr>
              <p:nvPr/>
            </p:nvPicPr>
            <p:blipFill>
              <a:blip r:embed="rId3">
                <a:extLst>
                  <a:ext uri="{28A0092B-C50C-407E-A947-70E740481C1C}">
                    <a14:useLocalDpi xmlns:a14="http://schemas.microsoft.com/office/drawing/2010/main" val="0"/>
                  </a:ext>
                  <a:ext uri="{96DAC541-7B7A-43D3-8B79-37D633B846F1}">
                    <asvg:svgBlip xmlns:asvg="http://schemas.microsoft.com/office/drawing/2016/SVG/main" r:embed="rId4"/>
                  </a:ext>
                </a:extLst>
              </a:blip>
              <a:stretch>
                <a:fillRect/>
              </a:stretch>
            </p:blipFill>
            <p:spPr>
              <a:xfrm>
                <a:off x="1235749" y="1557688"/>
                <a:ext cx="662814" cy="641082"/>
              </a:xfrm>
              <a:prstGeom prst="rect">
                <a:avLst/>
              </a:prstGeom>
            </p:spPr>
          </p:pic>
          <p:sp>
            <p:nvSpPr>
              <p:cNvPr id="61" name="文本框 60">
                <a:extLst>
                  <a:ext uri="{FF2B5EF4-FFF2-40B4-BE49-F238E27FC236}">
                    <a16:creationId xmlns:a16="http://schemas.microsoft.com/office/drawing/2014/main" id="{4E9A45A7-8A2B-42B9-AF8A-48DBFC7D49C5}"/>
                  </a:ext>
                </a:extLst>
              </p:cNvPr>
              <p:cNvSpPr txBox="1"/>
              <p:nvPr/>
            </p:nvSpPr>
            <p:spPr>
              <a:xfrm>
                <a:off x="1527006" y="1606485"/>
                <a:ext cx="316784" cy="369332"/>
              </a:xfrm>
              <a:prstGeom prst="rect">
                <a:avLst/>
              </a:prstGeom>
              <a:noFill/>
            </p:spPr>
            <p:txBody>
              <a:bodyPr wrap="square" rtlCol="0">
                <a:spAutoFit/>
              </a:bodyPr>
              <a:lstStyle/>
              <a:p>
                <a:pPr algn="ctr"/>
                <a:r>
                  <a:rPr lang="en-US" altLang="zh-CN" b="1" dirty="0">
                    <a:solidFill>
                      <a:schemeClr val="bg1"/>
                    </a:solidFill>
                    <a:latin typeface="+mn-ea"/>
                  </a:rPr>
                  <a:t>C</a:t>
                </a:r>
                <a:endParaRPr lang="zh-CN" altLang="en-US" b="1" dirty="0">
                  <a:solidFill>
                    <a:schemeClr val="bg1"/>
                  </a:solidFill>
                  <a:latin typeface="+mn-ea"/>
                </a:endParaRPr>
              </a:p>
            </p:txBody>
          </p:sp>
        </p:grpSp>
        <p:pic>
          <p:nvPicPr>
            <p:cNvPr id="69" name="图片 68" descr="图标&#10;&#10;描述已自动生成">
              <a:extLst>
                <a:ext uri="{FF2B5EF4-FFF2-40B4-BE49-F238E27FC236}">
                  <a16:creationId xmlns:a16="http://schemas.microsoft.com/office/drawing/2014/main" id="{56B846AC-1958-4647-804E-6E3006D74520}"/>
                </a:ext>
              </a:extLst>
            </p:cNvPr>
            <p:cNvPicPr>
              <a:picLocks noChangeAspect="1"/>
            </p:cNvPicPr>
            <p:nvPr/>
          </p:nvPicPr>
          <p:blipFill>
            <a:blip r:embed="rId6">
              <a:extLst>
                <a:ext uri="{28A0092B-C50C-407E-A947-70E740481C1C}">
                  <a14:useLocalDpi xmlns:a14="http://schemas.microsoft.com/office/drawing/2010/main" val="0"/>
                </a:ext>
              </a:extLst>
            </a:blip>
            <a:stretch>
              <a:fillRect/>
            </a:stretch>
          </p:blipFill>
          <p:spPr>
            <a:xfrm>
              <a:off x="8763638" y="3386593"/>
              <a:ext cx="497392" cy="641082"/>
            </a:xfrm>
            <a:prstGeom prst="rect">
              <a:avLst/>
            </a:prstGeom>
          </p:spPr>
        </p:pic>
        <p:sp>
          <p:nvSpPr>
            <p:cNvPr id="71" name="文本框 70">
              <a:extLst>
                <a:ext uri="{FF2B5EF4-FFF2-40B4-BE49-F238E27FC236}">
                  <a16:creationId xmlns:a16="http://schemas.microsoft.com/office/drawing/2014/main" id="{EBA9184B-FAF2-4733-A498-9B71F3E74CC7}"/>
                </a:ext>
              </a:extLst>
            </p:cNvPr>
            <p:cNvSpPr txBox="1"/>
            <p:nvPr/>
          </p:nvSpPr>
          <p:spPr>
            <a:xfrm>
              <a:off x="7966387" y="5999602"/>
              <a:ext cx="1986839" cy="369332"/>
            </a:xfrm>
            <a:prstGeom prst="rect">
              <a:avLst/>
            </a:prstGeom>
            <a:noFill/>
          </p:spPr>
          <p:txBody>
            <a:bodyPr wrap="square" rtlCol="0">
              <a:spAutoFit/>
            </a:bodyPr>
            <a:lstStyle/>
            <a:p>
              <a:pPr algn="ctr"/>
              <a:r>
                <a:rPr lang="zh-CN" altLang="en-US" b="1" dirty="0">
                  <a:latin typeface="+mn-ea"/>
                </a:rPr>
                <a:t>交换式以太网</a:t>
              </a:r>
            </a:p>
          </p:txBody>
        </p:sp>
      </p:grpSp>
      <p:sp>
        <p:nvSpPr>
          <p:cNvPr id="72" name="文本框 71">
            <a:extLst>
              <a:ext uri="{FF2B5EF4-FFF2-40B4-BE49-F238E27FC236}">
                <a16:creationId xmlns:a16="http://schemas.microsoft.com/office/drawing/2014/main" id="{694982CA-BBE3-4971-A06F-36B59AA7466A}"/>
              </a:ext>
            </a:extLst>
          </p:cNvPr>
          <p:cNvSpPr txBox="1"/>
          <p:nvPr/>
        </p:nvSpPr>
        <p:spPr>
          <a:xfrm>
            <a:off x="5130878" y="736280"/>
            <a:ext cx="2922270" cy="400110"/>
          </a:xfrm>
          <a:prstGeom prst="rect">
            <a:avLst/>
          </a:prstGeom>
          <a:noFill/>
        </p:spPr>
        <p:txBody>
          <a:bodyPr wrap="square" rtlCol="0">
            <a:spAutoFit/>
          </a:bodyPr>
          <a:lstStyle/>
          <a:p>
            <a:r>
              <a:rPr lang="en-US" altLang="zh-CN" sz="2000" b="1" dirty="0">
                <a:solidFill>
                  <a:schemeClr val="tx1"/>
                </a:solidFill>
                <a:latin typeface="Arial Narrow" panose="020B0606020202030204" pitchFamily="34" charset="0"/>
              </a:rPr>
              <a:t>(</a:t>
            </a:r>
            <a:r>
              <a:rPr lang="zh-CN" altLang="en-US" sz="2000" b="1" dirty="0">
                <a:solidFill>
                  <a:schemeClr val="tx1"/>
                </a:solidFill>
                <a:latin typeface="Arial Narrow" panose="020B0606020202030204" pitchFamily="34" charset="0"/>
              </a:rPr>
              <a:t>集线器与交换机的对比</a:t>
            </a:r>
            <a:r>
              <a:rPr lang="en-US" altLang="zh-CN" sz="2000" b="1" dirty="0">
                <a:solidFill>
                  <a:schemeClr val="tx1"/>
                </a:solidFill>
                <a:latin typeface="Arial Narrow" panose="020B0606020202030204" pitchFamily="34" charset="0"/>
              </a:rPr>
              <a:t>)</a:t>
            </a:r>
          </a:p>
        </p:txBody>
      </p:sp>
      <p:sp>
        <p:nvSpPr>
          <p:cNvPr id="8" name="矩形 7">
            <a:extLst>
              <a:ext uri="{FF2B5EF4-FFF2-40B4-BE49-F238E27FC236}">
                <a16:creationId xmlns:a16="http://schemas.microsoft.com/office/drawing/2014/main" id="{27E624FC-743D-4AEE-8686-185520767380}"/>
              </a:ext>
            </a:extLst>
          </p:cNvPr>
          <p:cNvSpPr/>
          <p:nvPr/>
        </p:nvSpPr>
        <p:spPr>
          <a:xfrm>
            <a:off x="8256188" y="1013854"/>
            <a:ext cx="3623543" cy="671205"/>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r>
              <a:rPr lang="zh-CN" altLang="en-US" b="1" dirty="0"/>
              <a:t>假设交换机的转发表已经学习到了所有主机与自己各接口的对应关系</a:t>
            </a:r>
          </a:p>
        </p:txBody>
      </p:sp>
      <p:sp>
        <p:nvSpPr>
          <p:cNvPr id="55" name="平行四边形 54">
            <a:extLst>
              <a:ext uri="{FF2B5EF4-FFF2-40B4-BE49-F238E27FC236}">
                <a16:creationId xmlns:a16="http://schemas.microsoft.com/office/drawing/2014/main" id="{8615188E-7E1E-AD09-E2F0-C6AF3D544AE3}"/>
              </a:ext>
            </a:extLst>
          </p:cNvPr>
          <p:cNvSpPr/>
          <p:nvPr/>
        </p:nvSpPr>
        <p:spPr>
          <a:xfrm>
            <a:off x="304799" y="749300"/>
            <a:ext cx="688541" cy="387090"/>
          </a:xfrm>
          <a:prstGeom prst="parallelogram">
            <a:avLst/>
          </a:prstGeom>
          <a:solidFill>
            <a:schemeClr val="accent3">
              <a:lumMod val="75000"/>
            </a:schemeClr>
          </a:solidFill>
          <a:ln>
            <a:solidFill>
              <a:schemeClr val="accent3">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CN" sz="2200" dirty="0">
                <a:latin typeface="Impact" panose="020B0806030902050204" pitchFamily="34" charset="0"/>
              </a:rPr>
              <a:t>03</a:t>
            </a:r>
            <a:endParaRPr lang="zh-CN" altLang="en-US" sz="2200" dirty="0">
              <a:latin typeface="Impact" panose="020B0806030902050204" pitchFamily="34" charset="0"/>
            </a:endParaRPr>
          </a:p>
        </p:txBody>
      </p:sp>
    </p:spTree>
    <p:custDataLst>
      <p:tags r:id="rId1"/>
    </p:custDataLst>
    <p:extLst>
      <p:ext uri="{BB962C8B-B14F-4D97-AF65-F5344CB8AC3E}">
        <p14:creationId xmlns:p14="http://schemas.microsoft.com/office/powerpoint/2010/main" val="2768757661"/>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2" presetClass="entr" presetSubtype="8" fill="hold" nodeType="withEffect">
                                  <p:stCondLst>
                                    <p:cond delay="0"/>
                                  </p:stCondLst>
                                  <p:childTnLst>
                                    <p:set>
                                      <p:cBhvr>
                                        <p:cTn id="6" dur="1" fill="hold">
                                          <p:stCondLst>
                                            <p:cond delay="0"/>
                                          </p:stCondLst>
                                        </p:cTn>
                                        <p:tgtEl>
                                          <p:spTgt spid="74"/>
                                        </p:tgtEl>
                                        <p:attrNameLst>
                                          <p:attrName>style.visibility</p:attrName>
                                        </p:attrNameLst>
                                      </p:cBhvr>
                                      <p:to>
                                        <p:strVal val="visible"/>
                                      </p:to>
                                    </p:set>
                                    <p:anim calcmode="lin" valueType="num">
                                      <p:cBhvr additive="base">
                                        <p:cTn id="7" dur="500"/>
                                        <p:tgtEl>
                                          <p:spTgt spid="74"/>
                                        </p:tgtEl>
                                        <p:attrNameLst>
                                          <p:attrName>ppt_x</p:attrName>
                                        </p:attrNameLst>
                                      </p:cBhvr>
                                      <p:tavLst>
                                        <p:tav tm="0">
                                          <p:val>
                                            <p:strVal val="#ppt_x-#ppt_w*1.125000"/>
                                          </p:val>
                                        </p:tav>
                                        <p:tav tm="100000">
                                          <p:val>
                                            <p:strVal val="#ppt_x"/>
                                          </p:val>
                                        </p:tav>
                                      </p:tavLst>
                                    </p:anim>
                                    <p:animEffect transition="in" filter="wipe(right)">
                                      <p:cBhvr>
                                        <p:cTn id="8" dur="500"/>
                                        <p:tgtEl>
                                          <p:spTgt spid="74"/>
                                        </p:tgtEl>
                                      </p:cBhvr>
                                    </p:animEffect>
                                  </p:childTnLst>
                                </p:cTn>
                              </p:par>
                              <p:par>
                                <p:cTn id="9" presetID="12" presetClass="entr" presetSubtype="2" fill="hold" nodeType="withEffect">
                                  <p:stCondLst>
                                    <p:cond delay="0"/>
                                  </p:stCondLst>
                                  <p:childTnLst>
                                    <p:set>
                                      <p:cBhvr>
                                        <p:cTn id="10" dur="1" fill="hold">
                                          <p:stCondLst>
                                            <p:cond delay="0"/>
                                          </p:stCondLst>
                                        </p:cTn>
                                        <p:tgtEl>
                                          <p:spTgt spid="77"/>
                                        </p:tgtEl>
                                        <p:attrNameLst>
                                          <p:attrName>style.visibility</p:attrName>
                                        </p:attrNameLst>
                                      </p:cBhvr>
                                      <p:to>
                                        <p:strVal val="visible"/>
                                      </p:to>
                                    </p:set>
                                    <p:anim calcmode="lin" valueType="num">
                                      <p:cBhvr additive="base">
                                        <p:cTn id="11" dur="500"/>
                                        <p:tgtEl>
                                          <p:spTgt spid="77"/>
                                        </p:tgtEl>
                                        <p:attrNameLst>
                                          <p:attrName>ppt_x</p:attrName>
                                        </p:attrNameLst>
                                      </p:cBhvr>
                                      <p:tavLst>
                                        <p:tav tm="0">
                                          <p:val>
                                            <p:strVal val="#ppt_x+#ppt_w*1.125000"/>
                                          </p:val>
                                        </p:tav>
                                        <p:tav tm="100000">
                                          <p:val>
                                            <p:strVal val="#ppt_x"/>
                                          </p:val>
                                        </p:tav>
                                      </p:tavLst>
                                    </p:anim>
                                    <p:animEffect transition="in" filter="wipe(left)">
                                      <p:cBhvr>
                                        <p:cTn id="12" dur="500"/>
                                        <p:tgtEl>
                                          <p:spTgt spid="77"/>
                                        </p:tgtEl>
                                      </p:cBhvr>
                                    </p:animEffect>
                                  </p:childTnLst>
                                </p:cTn>
                              </p:par>
                              <p:par>
                                <p:cTn id="13" presetID="12" presetClass="entr" presetSubtype="8" fill="hold" nodeType="withEffect">
                                  <p:stCondLst>
                                    <p:cond delay="0"/>
                                  </p:stCondLst>
                                  <p:childTnLst>
                                    <p:set>
                                      <p:cBhvr>
                                        <p:cTn id="14" dur="1" fill="hold">
                                          <p:stCondLst>
                                            <p:cond delay="0"/>
                                          </p:stCondLst>
                                        </p:cTn>
                                        <p:tgtEl>
                                          <p:spTgt spid="81"/>
                                        </p:tgtEl>
                                        <p:attrNameLst>
                                          <p:attrName>style.visibility</p:attrName>
                                        </p:attrNameLst>
                                      </p:cBhvr>
                                      <p:to>
                                        <p:strVal val="visible"/>
                                      </p:to>
                                    </p:set>
                                    <p:anim calcmode="lin" valueType="num">
                                      <p:cBhvr additive="base">
                                        <p:cTn id="15" dur="500"/>
                                        <p:tgtEl>
                                          <p:spTgt spid="81"/>
                                        </p:tgtEl>
                                        <p:attrNameLst>
                                          <p:attrName>ppt_x</p:attrName>
                                        </p:attrNameLst>
                                      </p:cBhvr>
                                      <p:tavLst>
                                        <p:tav tm="0">
                                          <p:val>
                                            <p:strVal val="#ppt_x-#ppt_w*1.125000"/>
                                          </p:val>
                                        </p:tav>
                                        <p:tav tm="100000">
                                          <p:val>
                                            <p:strVal val="#ppt_x"/>
                                          </p:val>
                                        </p:tav>
                                      </p:tavLst>
                                    </p:anim>
                                    <p:animEffect transition="in" filter="wipe(right)">
                                      <p:cBhvr>
                                        <p:cTn id="16" dur="500"/>
                                        <p:tgtEl>
                                          <p:spTgt spid="81"/>
                                        </p:tgtEl>
                                      </p:cBhvr>
                                    </p:animEffect>
                                  </p:childTnLst>
                                </p:cTn>
                              </p:par>
                              <p:par>
                                <p:cTn id="17" presetID="12" presetClass="entr" presetSubtype="2" fill="hold" nodeType="withEffect">
                                  <p:stCondLst>
                                    <p:cond delay="0"/>
                                  </p:stCondLst>
                                  <p:childTnLst>
                                    <p:set>
                                      <p:cBhvr>
                                        <p:cTn id="18" dur="1" fill="hold">
                                          <p:stCondLst>
                                            <p:cond delay="0"/>
                                          </p:stCondLst>
                                        </p:cTn>
                                        <p:tgtEl>
                                          <p:spTgt spid="110"/>
                                        </p:tgtEl>
                                        <p:attrNameLst>
                                          <p:attrName>style.visibility</p:attrName>
                                        </p:attrNameLst>
                                      </p:cBhvr>
                                      <p:to>
                                        <p:strVal val="visible"/>
                                      </p:to>
                                    </p:set>
                                    <p:anim calcmode="lin" valueType="num">
                                      <p:cBhvr additive="base">
                                        <p:cTn id="19" dur="500"/>
                                        <p:tgtEl>
                                          <p:spTgt spid="110"/>
                                        </p:tgtEl>
                                        <p:attrNameLst>
                                          <p:attrName>ppt_x</p:attrName>
                                        </p:attrNameLst>
                                      </p:cBhvr>
                                      <p:tavLst>
                                        <p:tav tm="0">
                                          <p:val>
                                            <p:strVal val="#ppt_x+#ppt_w*1.125000"/>
                                          </p:val>
                                        </p:tav>
                                        <p:tav tm="100000">
                                          <p:val>
                                            <p:strVal val="#ppt_x"/>
                                          </p:val>
                                        </p:tav>
                                      </p:tavLst>
                                    </p:anim>
                                    <p:animEffect transition="in" filter="wipe(left)">
                                      <p:cBhvr>
                                        <p:cTn id="20" dur="500"/>
                                        <p:tgtEl>
                                          <p:spTgt spid="110"/>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43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98" name="组合 97">
            <a:extLst>
              <a:ext uri="{FF2B5EF4-FFF2-40B4-BE49-F238E27FC236}">
                <a16:creationId xmlns:a16="http://schemas.microsoft.com/office/drawing/2014/main" id="{8E832205-24DC-4CE0-9E01-E24A0AF51721}"/>
              </a:ext>
            </a:extLst>
          </p:cNvPr>
          <p:cNvGrpSpPr/>
          <p:nvPr/>
        </p:nvGrpSpPr>
        <p:grpSpPr>
          <a:xfrm rot="10800000">
            <a:off x="3809701" y="3733100"/>
            <a:ext cx="899400" cy="307777"/>
            <a:chOff x="5890175" y="5591768"/>
            <a:chExt cx="899400" cy="307777"/>
          </a:xfrm>
        </p:grpSpPr>
        <p:sp>
          <p:nvSpPr>
            <p:cNvPr id="99" name="标注: 右箭头 98">
              <a:extLst>
                <a:ext uri="{FF2B5EF4-FFF2-40B4-BE49-F238E27FC236}">
                  <a16:creationId xmlns:a16="http://schemas.microsoft.com/office/drawing/2014/main" id="{D165FAA9-AF08-4D73-B0B2-48FA37F1BADA}"/>
                </a:ext>
              </a:extLst>
            </p:cNvPr>
            <p:cNvSpPr/>
            <p:nvPr/>
          </p:nvSpPr>
          <p:spPr>
            <a:xfrm rot="10800000">
              <a:off x="5890175" y="5597390"/>
              <a:ext cx="854441" cy="292308"/>
            </a:xfrm>
            <a:prstGeom prst="rightArrowCallout">
              <a:avLst>
                <a:gd name="adj1" fmla="val 25000"/>
                <a:gd name="adj2" fmla="val 20833"/>
                <a:gd name="adj3" fmla="val 36378"/>
                <a:gd name="adj4" fmla="val 77646"/>
              </a:avLst>
            </a:prstGeom>
            <a:solidFill>
              <a:schemeClr val="accent1">
                <a:lumMod val="75000"/>
              </a:schemeClr>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sz="1400" b="1" dirty="0">
                <a:solidFill>
                  <a:schemeClr val="tx1"/>
                </a:solidFill>
                <a:latin typeface="+mn-ea"/>
              </a:endParaRPr>
            </a:p>
          </p:txBody>
        </p:sp>
        <p:sp>
          <p:nvSpPr>
            <p:cNvPr id="100" name="文本框 99">
              <a:extLst>
                <a:ext uri="{FF2B5EF4-FFF2-40B4-BE49-F238E27FC236}">
                  <a16:creationId xmlns:a16="http://schemas.microsoft.com/office/drawing/2014/main" id="{81973D32-97E7-47B8-8FBD-91651E44ED40}"/>
                </a:ext>
              </a:extLst>
            </p:cNvPr>
            <p:cNvSpPr txBox="1"/>
            <p:nvPr/>
          </p:nvSpPr>
          <p:spPr>
            <a:xfrm rot="10800000">
              <a:off x="6041205" y="5591768"/>
              <a:ext cx="748370" cy="307777"/>
            </a:xfrm>
            <a:prstGeom prst="rect">
              <a:avLst/>
            </a:prstGeom>
            <a:noFill/>
          </p:spPr>
          <p:txBody>
            <a:bodyPr wrap="square">
              <a:spAutoFit/>
            </a:bodyPr>
            <a:lstStyle/>
            <a:p>
              <a:pPr algn="ctr"/>
              <a:r>
                <a:rPr lang="zh-CN" altLang="en-US" sz="1400" b="1" dirty="0">
                  <a:solidFill>
                    <a:schemeClr val="bg1"/>
                  </a:solidFill>
                  <a:latin typeface="+mn-ea"/>
                </a:rPr>
                <a:t>碰撞帧</a:t>
              </a:r>
            </a:p>
          </p:txBody>
        </p:sp>
      </p:grpSp>
      <p:grpSp>
        <p:nvGrpSpPr>
          <p:cNvPr id="86" name="组合 85">
            <a:extLst>
              <a:ext uri="{FF2B5EF4-FFF2-40B4-BE49-F238E27FC236}">
                <a16:creationId xmlns:a16="http://schemas.microsoft.com/office/drawing/2014/main" id="{857AC8A9-E951-4460-9BBD-7A0CE2C3CCAE}"/>
              </a:ext>
            </a:extLst>
          </p:cNvPr>
          <p:cNvGrpSpPr/>
          <p:nvPr/>
        </p:nvGrpSpPr>
        <p:grpSpPr>
          <a:xfrm>
            <a:off x="1944694" y="3795944"/>
            <a:ext cx="899400" cy="307777"/>
            <a:chOff x="5890175" y="5591768"/>
            <a:chExt cx="899400" cy="307777"/>
          </a:xfrm>
        </p:grpSpPr>
        <p:sp>
          <p:nvSpPr>
            <p:cNvPr id="87" name="标注: 右箭头 86">
              <a:extLst>
                <a:ext uri="{FF2B5EF4-FFF2-40B4-BE49-F238E27FC236}">
                  <a16:creationId xmlns:a16="http://schemas.microsoft.com/office/drawing/2014/main" id="{03AB0EB8-3CD1-4808-8607-A77F6833D75E}"/>
                </a:ext>
              </a:extLst>
            </p:cNvPr>
            <p:cNvSpPr/>
            <p:nvPr/>
          </p:nvSpPr>
          <p:spPr>
            <a:xfrm rot="10800000">
              <a:off x="5890175" y="5597390"/>
              <a:ext cx="854441" cy="292308"/>
            </a:xfrm>
            <a:prstGeom prst="rightArrowCallout">
              <a:avLst>
                <a:gd name="adj1" fmla="val 25000"/>
                <a:gd name="adj2" fmla="val 20833"/>
                <a:gd name="adj3" fmla="val 36378"/>
                <a:gd name="adj4" fmla="val 77646"/>
              </a:avLst>
            </a:prstGeom>
            <a:solidFill>
              <a:schemeClr val="accent1">
                <a:lumMod val="75000"/>
              </a:schemeClr>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sz="1400" b="1" dirty="0">
                <a:solidFill>
                  <a:schemeClr val="tx1"/>
                </a:solidFill>
                <a:latin typeface="+mn-ea"/>
              </a:endParaRPr>
            </a:p>
          </p:txBody>
        </p:sp>
        <p:sp>
          <p:nvSpPr>
            <p:cNvPr id="88" name="文本框 87">
              <a:extLst>
                <a:ext uri="{FF2B5EF4-FFF2-40B4-BE49-F238E27FC236}">
                  <a16:creationId xmlns:a16="http://schemas.microsoft.com/office/drawing/2014/main" id="{FB045444-6F08-48C7-8B92-BC6AF4996EB0}"/>
                </a:ext>
              </a:extLst>
            </p:cNvPr>
            <p:cNvSpPr txBox="1"/>
            <p:nvPr/>
          </p:nvSpPr>
          <p:spPr>
            <a:xfrm>
              <a:off x="6041205" y="5591768"/>
              <a:ext cx="748370" cy="307777"/>
            </a:xfrm>
            <a:prstGeom prst="rect">
              <a:avLst/>
            </a:prstGeom>
            <a:noFill/>
          </p:spPr>
          <p:txBody>
            <a:bodyPr wrap="square">
              <a:spAutoFit/>
            </a:bodyPr>
            <a:lstStyle/>
            <a:p>
              <a:pPr algn="ctr"/>
              <a:r>
                <a:rPr lang="zh-CN" altLang="en-US" sz="1400" b="1" dirty="0">
                  <a:solidFill>
                    <a:schemeClr val="bg1"/>
                  </a:solidFill>
                  <a:latin typeface="+mn-ea"/>
                </a:rPr>
                <a:t>碰撞帧</a:t>
              </a:r>
            </a:p>
          </p:txBody>
        </p:sp>
      </p:grpSp>
      <p:grpSp>
        <p:nvGrpSpPr>
          <p:cNvPr id="89" name="组合 88">
            <a:extLst>
              <a:ext uri="{FF2B5EF4-FFF2-40B4-BE49-F238E27FC236}">
                <a16:creationId xmlns:a16="http://schemas.microsoft.com/office/drawing/2014/main" id="{0447672C-D948-4F27-8050-DDDD9C07A3D4}"/>
              </a:ext>
            </a:extLst>
          </p:cNvPr>
          <p:cNvGrpSpPr/>
          <p:nvPr/>
        </p:nvGrpSpPr>
        <p:grpSpPr>
          <a:xfrm rot="16200000">
            <a:off x="2580460" y="4385350"/>
            <a:ext cx="899400" cy="307777"/>
            <a:chOff x="5890175" y="5591768"/>
            <a:chExt cx="899400" cy="307777"/>
          </a:xfrm>
        </p:grpSpPr>
        <p:sp>
          <p:nvSpPr>
            <p:cNvPr id="90" name="标注: 右箭头 89">
              <a:extLst>
                <a:ext uri="{FF2B5EF4-FFF2-40B4-BE49-F238E27FC236}">
                  <a16:creationId xmlns:a16="http://schemas.microsoft.com/office/drawing/2014/main" id="{5FF089DF-9194-430C-923F-957118267E71}"/>
                </a:ext>
              </a:extLst>
            </p:cNvPr>
            <p:cNvSpPr/>
            <p:nvPr/>
          </p:nvSpPr>
          <p:spPr>
            <a:xfrm rot="10800000">
              <a:off x="5890175" y="5597390"/>
              <a:ext cx="854441" cy="292308"/>
            </a:xfrm>
            <a:prstGeom prst="rightArrowCallout">
              <a:avLst>
                <a:gd name="adj1" fmla="val 25000"/>
                <a:gd name="adj2" fmla="val 20833"/>
                <a:gd name="adj3" fmla="val 36378"/>
                <a:gd name="adj4" fmla="val 77646"/>
              </a:avLst>
            </a:prstGeom>
            <a:solidFill>
              <a:schemeClr val="accent1">
                <a:lumMod val="75000"/>
              </a:schemeClr>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sz="1400" b="1" dirty="0">
                <a:solidFill>
                  <a:schemeClr val="tx1"/>
                </a:solidFill>
                <a:latin typeface="+mn-ea"/>
              </a:endParaRPr>
            </a:p>
          </p:txBody>
        </p:sp>
        <p:sp>
          <p:nvSpPr>
            <p:cNvPr id="91" name="文本框 90">
              <a:extLst>
                <a:ext uri="{FF2B5EF4-FFF2-40B4-BE49-F238E27FC236}">
                  <a16:creationId xmlns:a16="http://schemas.microsoft.com/office/drawing/2014/main" id="{F2DB5E60-8847-47CC-B51D-CBD7E5326FE9}"/>
                </a:ext>
              </a:extLst>
            </p:cNvPr>
            <p:cNvSpPr txBox="1"/>
            <p:nvPr/>
          </p:nvSpPr>
          <p:spPr>
            <a:xfrm>
              <a:off x="6041205" y="5591768"/>
              <a:ext cx="748370" cy="307777"/>
            </a:xfrm>
            <a:prstGeom prst="rect">
              <a:avLst/>
            </a:prstGeom>
            <a:noFill/>
          </p:spPr>
          <p:txBody>
            <a:bodyPr wrap="square">
              <a:spAutoFit/>
            </a:bodyPr>
            <a:lstStyle/>
            <a:p>
              <a:pPr algn="ctr"/>
              <a:r>
                <a:rPr lang="zh-CN" altLang="en-US" sz="1400" b="1" dirty="0">
                  <a:solidFill>
                    <a:schemeClr val="bg1"/>
                  </a:solidFill>
                  <a:latin typeface="+mn-ea"/>
                </a:rPr>
                <a:t>碰撞帧</a:t>
              </a:r>
            </a:p>
          </p:txBody>
        </p:sp>
      </p:grpSp>
      <p:grpSp>
        <p:nvGrpSpPr>
          <p:cNvPr id="92" name="组合 91">
            <a:extLst>
              <a:ext uri="{FF2B5EF4-FFF2-40B4-BE49-F238E27FC236}">
                <a16:creationId xmlns:a16="http://schemas.microsoft.com/office/drawing/2014/main" id="{F6FA22DE-A103-49F0-95B8-E75630DF460A}"/>
              </a:ext>
            </a:extLst>
          </p:cNvPr>
          <p:cNvGrpSpPr/>
          <p:nvPr/>
        </p:nvGrpSpPr>
        <p:grpSpPr>
          <a:xfrm rot="5400000">
            <a:off x="2583482" y="2731970"/>
            <a:ext cx="899400" cy="307777"/>
            <a:chOff x="5890175" y="5591768"/>
            <a:chExt cx="899400" cy="307777"/>
          </a:xfrm>
        </p:grpSpPr>
        <p:sp>
          <p:nvSpPr>
            <p:cNvPr id="93" name="标注: 右箭头 92">
              <a:extLst>
                <a:ext uri="{FF2B5EF4-FFF2-40B4-BE49-F238E27FC236}">
                  <a16:creationId xmlns:a16="http://schemas.microsoft.com/office/drawing/2014/main" id="{314FF6C0-3D48-46FC-BDBE-729C784888EC}"/>
                </a:ext>
              </a:extLst>
            </p:cNvPr>
            <p:cNvSpPr/>
            <p:nvPr/>
          </p:nvSpPr>
          <p:spPr>
            <a:xfrm rot="10800000">
              <a:off x="5890175" y="5597390"/>
              <a:ext cx="854441" cy="292308"/>
            </a:xfrm>
            <a:prstGeom prst="rightArrowCallout">
              <a:avLst>
                <a:gd name="adj1" fmla="val 25000"/>
                <a:gd name="adj2" fmla="val 20833"/>
                <a:gd name="adj3" fmla="val 36378"/>
                <a:gd name="adj4" fmla="val 77646"/>
              </a:avLst>
            </a:prstGeom>
            <a:solidFill>
              <a:schemeClr val="accent1">
                <a:lumMod val="75000"/>
              </a:schemeClr>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sz="1400" b="1" dirty="0">
                <a:solidFill>
                  <a:schemeClr val="tx1"/>
                </a:solidFill>
                <a:latin typeface="+mn-ea"/>
              </a:endParaRPr>
            </a:p>
          </p:txBody>
        </p:sp>
        <p:sp>
          <p:nvSpPr>
            <p:cNvPr id="94" name="文本框 93">
              <a:extLst>
                <a:ext uri="{FF2B5EF4-FFF2-40B4-BE49-F238E27FC236}">
                  <a16:creationId xmlns:a16="http://schemas.microsoft.com/office/drawing/2014/main" id="{BC6D6403-B193-4078-82A4-10819CC72BD6}"/>
                </a:ext>
              </a:extLst>
            </p:cNvPr>
            <p:cNvSpPr txBox="1"/>
            <p:nvPr/>
          </p:nvSpPr>
          <p:spPr>
            <a:xfrm>
              <a:off x="6041205" y="5591768"/>
              <a:ext cx="748370" cy="307777"/>
            </a:xfrm>
            <a:prstGeom prst="rect">
              <a:avLst/>
            </a:prstGeom>
            <a:noFill/>
          </p:spPr>
          <p:txBody>
            <a:bodyPr wrap="square">
              <a:spAutoFit/>
            </a:bodyPr>
            <a:lstStyle/>
            <a:p>
              <a:pPr algn="ctr"/>
              <a:r>
                <a:rPr lang="zh-CN" altLang="en-US" sz="1400" b="1" dirty="0">
                  <a:solidFill>
                    <a:schemeClr val="bg1"/>
                  </a:solidFill>
                  <a:latin typeface="+mn-ea"/>
                </a:rPr>
                <a:t>碰撞帧</a:t>
              </a:r>
            </a:p>
          </p:txBody>
        </p:sp>
      </p:grpSp>
      <p:grpSp>
        <p:nvGrpSpPr>
          <p:cNvPr id="74" name="组合 73">
            <a:extLst>
              <a:ext uri="{FF2B5EF4-FFF2-40B4-BE49-F238E27FC236}">
                <a16:creationId xmlns:a16="http://schemas.microsoft.com/office/drawing/2014/main" id="{EB00E40A-F3AF-48B4-8BFE-9B46D0345616}"/>
              </a:ext>
            </a:extLst>
          </p:cNvPr>
          <p:cNvGrpSpPr/>
          <p:nvPr/>
        </p:nvGrpSpPr>
        <p:grpSpPr>
          <a:xfrm>
            <a:off x="1880744" y="3333003"/>
            <a:ext cx="907999" cy="369332"/>
            <a:chOff x="7342643" y="3935811"/>
            <a:chExt cx="907999" cy="369332"/>
          </a:xfrm>
        </p:grpSpPr>
        <p:sp>
          <p:nvSpPr>
            <p:cNvPr id="75" name="标注: 右箭头 74">
              <a:extLst>
                <a:ext uri="{FF2B5EF4-FFF2-40B4-BE49-F238E27FC236}">
                  <a16:creationId xmlns:a16="http://schemas.microsoft.com/office/drawing/2014/main" id="{BE1E6C82-6E56-4B38-BF87-DD743FB7F202}"/>
                </a:ext>
              </a:extLst>
            </p:cNvPr>
            <p:cNvSpPr/>
            <p:nvPr/>
          </p:nvSpPr>
          <p:spPr>
            <a:xfrm>
              <a:off x="7396201" y="3974323"/>
              <a:ext cx="854441" cy="292308"/>
            </a:xfrm>
            <a:prstGeom prst="rightArrowCallout">
              <a:avLst>
                <a:gd name="adj1" fmla="val 25000"/>
                <a:gd name="adj2" fmla="val 20833"/>
                <a:gd name="adj3" fmla="val 36378"/>
                <a:gd name="adj4" fmla="val 77646"/>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b="1" dirty="0">
                <a:solidFill>
                  <a:schemeClr val="tx1"/>
                </a:solidFill>
                <a:latin typeface="Arial Narrow" panose="020B0606020202030204" pitchFamily="34" charset="0"/>
                <a:ea typeface="宋体" panose="02010600030101010101" pitchFamily="2" charset="-122"/>
              </a:endParaRPr>
            </a:p>
          </p:txBody>
        </p:sp>
        <p:sp>
          <p:nvSpPr>
            <p:cNvPr id="76" name="文本框 75">
              <a:extLst>
                <a:ext uri="{FF2B5EF4-FFF2-40B4-BE49-F238E27FC236}">
                  <a16:creationId xmlns:a16="http://schemas.microsoft.com/office/drawing/2014/main" id="{F330DBE3-2442-4A34-8153-2AD512D624D3}"/>
                </a:ext>
              </a:extLst>
            </p:cNvPr>
            <p:cNvSpPr txBox="1"/>
            <p:nvPr/>
          </p:nvSpPr>
          <p:spPr>
            <a:xfrm>
              <a:off x="7342643" y="3935811"/>
              <a:ext cx="765668" cy="369332"/>
            </a:xfrm>
            <a:prstGeom prst="rect">
              <a:avLst/>
            </a:prstGeom>
            <a:noFill/>
          </p:spPr>
          <p:txBody>
            <a:bodyPr wrap="square">
              <a:spAutoFit/>
            </a:bodyPr>
            <a:lstStyle/>
            <a:p>
              <a:pPr algn="ctr"/>
              <a:r>
                <a:rPr lang="en-US" altLang="zh-CN" b="1" dirty="0">
                  <a:solidFill>
                    <a:schemeClr val="tx1"/>
                  </a:solidFill>
                  <a:latin typeface="Arial Narrow" panose="020B0606020202030204" pitchFamily="34" charset="0"/>
                  <a:ea typeface="宋体" panose="02010600030101010101" pitchFamily="2" charset="-122"/>
                </a:rPr>
                <a:t>A→B</a:t>
              </a:r>
              <a:endParaRPr lang="zh-CN" altLang="en-US" b="1" dirty="0">
                <a:solidFill>
                  <a:schemeClr val="tx1"/>
                </a:solidFill>
                <a:latin typeface="Arial Narrow" panose="020B0606020202030204" pitchFamily="34" charset="0"/>
                <a:ea typeface="宋体" panose="02010600030101010101" pitchFamily="2" charset="-122"/>
              </a:endParaRPr>
            </a:p>
          </p:txBody>
        </p:sp>
      </p:grpSp>
      <p:grpSp>
        <p:nvGrpSpPr>
          <p:cNvPr id="77" name="组合 76">
            <a:extLst>
              <a:ext uri="{FF2B5EF4-FFF2-40B4-BE49-F238E27FC236}">
                <a16:creationId xmlns:a16="http://schemas.microsoft.com/office/drawing/2014/main" id="{9D40EE7E-DD81-4AA7-AD3C-0F48E6639150}"/>
              </a:ext>
            </a:extLst>
          </p:cNvPr>
          <p:cNvGrpSpPr/>
          <p:nvPr/>
        </p:nvGrpSpPr>
        <p:grpSpPr>
          <a:xfrm>
            <a:off x="3663104" y="3333003"/>
            <a:ext cx="899400" cy="369332"/>
            <a:chOff x="5890175" y="5558878"/>
            <a:chExt cx="899400" cy="369332"/>
          </a:xfrm>
        </p:grpSpPr>
        <p:sp>
          <p:nvSpPr>
            <p:cNvPr id="78" name="标注: 右箭头 77">
              <a:extLst>
                <a:ext uri="{FF2B5EF4-FFF2-40B4-BE49-F238E27FC236}">
                  <a16:creationId xmlns:a16="http://schemas.microsoft.com/office/drawing/2014/main" id="{7204F0B3-AF58-4178-8237-2312D0286DFE}"/>
                </a:ext>
              </a:extLst>
            </p:cNvPr>
            <p:cNvSpPr/>
            <p:nvPr/>
          </p:nvSpPr>
          <p:spPr>
            <a:xfrm rot="10800000">
              <a:off x="5890175" y="5597390"/>
              <a:ext cx="854441" cy="292308"/>
            </a:xfrm>
            <a:prstGeom prst="rightArrowCallout">
              <a:avLst>
                <a:gd name="adj1" fmla="val 25000"/>
                <a:gd name="adj2" fmla="val 20833"/>
                <a:gd name="adj3" fmla="val 36378"/>
                <a:gd name="adj4" fmla="val 77646"/>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b="1" dirty="0">
                <a:solidFill>
                  <a:schemeClr val="tx1"/>
                </a:solidFill>
                <a:latin typeface="Arial Narrow" panose="020B0606020202030204" pitchFamily="34" charset="0"/>
                <a:ea typeface="宋体" panose="02010600030101010101" pitchFamily="2" charset="-122"/>
              </a:endParaRPr>
            </a:p>
          </p:txBody>
        </p:sp>
        <p:sp>
          <p:nvSpPr>
            <p:cNvPr id="79" name="文本框 78">
              <a:extLst>
                <a:ext uri="{FF2B5EF4-FFF2-40B4-BE49-F238E27FC236}">
                  <a16:creationId xmlns:a16="http://schemas.microsoft.com/office/drawing/2014/main" id="{EFFF432A-003F-4602-BB7D-D9C1873D7344}"/>
                </a:ext>
              </a:extLst>
            </p:cNvPr>
            <p:cNvSpPr txBox="1"/>
            <p:nvPr/>
          </p:nvSpPr>
          <p:spPr>
            <a:xfrm>
              <a:off x="6041205" y="5558878"/>
              <a:ext cx="748370" cy="369332"/>
            </a:xfrm>
            <a:prstGeom prst="rect">
              <a:avLst/>
            </a:prstGeom>
            <a:noFill/>
          </p:spPr>
          <p:txBody>
            <a:bodyPr wrap="square">
              <a:spAutoFit/>
            </a:bodyPr>
            <a:lstStyle/>
            <a:p>
              <a:pPr algn="ctr"/>
              <a:r>
                <a:rPr lang="en-US" altLang="zh-CN" b="1" dirty="0">
                  <a:solidFill>
                    <a:schemeClr val="tx1"/>
                  </a:solidFill>
                  <a:latin typeface="Arial Narrow" panose="020B0606020202030204" pitchFamily="34" charset="0"/>
                  <a:ea typeface="宋体" panose="02010600030101010101" pitchFamily="2" charset="-122"/>
                </a:rPr>
                <a:t>D←C</a:t>
              </a:r>
              <a:endParaRPr lang="zh-CN" altLang="en-US" b="1" dirty="0">
                <a:solidFill>
                  <a:schemeClr val="tx1"/>
                </a:solidFill>
                <a:latin typeface="Arial Narrow" panose="020B0606020202030204" pitchFamily="34" charset="0"/>
                <a:ea typeface="宋体" panose="02010600030101010101" pitchFamily="2" charset="-122"/>
              </a:endParaRPr>
            </a:p>
          </p:txBody>
        </p:sp>
      </p:grpSp>
      <p:grpSp>
        <p:nvGrpSpPr>
          <p:cNvPr id="81" name="组合 80">
            <a:extLst>
              <a:ext uri="{FF2B5EF4-FFF2-40B4-BE49-F238E27FC236}">
                <a16:creationId xmlns:a16="http://schemas.microsoft.com/office/drawing/2014/main" id="{DAC697C6-EAB9-47C6-B182-AF80C8E8829A}"/>
              </a:ext>
            </a:extLst>
          </p:cNvPr>
          <p:cNvGrpSpPr/>
          <p:nvPr/>
        </p:nvGrpSpPr>
        <p:grpSpPr>
          <a:xfrm>
            <a:off x="7632072" y="3319612"/>
            <a:ext cx="907999" cy="369332"/>
            <a:chOff x="7342643" y="3935811"/>
            <a:chExt cx="907999" cy="369332"/>
          </a:xfrm>
        </p:grpSpPr>
        <p:sp>
          <p:nvSpPr>
            <p:cNvPr id="82" name="标注: 右箭头 81">
              <a:extLst>
                <a:ext uri="{FF2B5EF4-FFF2-40B4-BE49-F238E27FC236}">
                  <a16:creationId xmlns:a16="http://schemas.microsoft.com/office/drawing/2014/main" id="{8018F5F3-B58C-4F7C-8F01-DEF86F4BE4D3}"/>
                </a:ext>
              </a:extLst>
            </p:cNvPr>
            <p:cNvSpPr/>
            <p:nvPr/>
          </p:nvSpPr>
          <p:spPr>
            <a:xfrm>
              <a:off x="7396201" y="3974323"/>
              <a:ext cx="854441" cy="292308"/>
            </a:xfrm>
            <a:prstGeom prst="rightArrowCallout">
              <a:avLst>
                <a:gd name="adj1" fmla="val 25000"/>
                <a:gd name="adj2" fmla="val 20833"/>
                <a:gd name="adj3" fmla="val 36378"/>
                <a:gd name="adj4" fmla="val 77646"/>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b="1" dirty="0">
                <a:solidFill>
                  <a:schemeClr val="tx1"/>
                </a:solidFill>
                <a:latin typeface="Arial Narrow" panose="020B0606020202030204" pitchFamily="34" charset="0"/>
                <a:ea typeface="宋体" panose="02010600030101010101" pitchFamily="2" charset="-122"/>
              </a:endParaRPr>
            </a:p>
          </p:txBody>
        </p:sp>
        <p:sp>
          <p:nvSpPr>
            <p:cNvPr id="109" name="文本框 108">
              <a:extLst>
                <a:ext uri="{FF2B5EF4-FFF2-40B4-BE49-F238E27FC236}">
                  <a16:creationId xmlns:a16="http://schemas.microsoft.com/office/drawing/2014/main" id="{B78D2CEC-3147-4ABA-B2C5-4C33FF6CC1E3}"/>
                </a:ext>
              </a:extLst>
            </p:cNvPr>
            <p:cNvSpPr txBox="1"/>
            <p:nvPr/>
          </p:nvSpPr>
          <p:spPr>
            <a:xfrm>
              <a:off x="7342643" y="3935811"/>
              <a:ext cx="765668" cy="369332"/>
            </a:xfrm>
            <a:prstGeom prst="rect">
              <a:avLst/>
            </a:prstGeom>
            <a:noFill/>
          </p:spPr>
          <p:txBody>
            <a:bodyPr wrap="square">
              <a:spAutoFit/>
            </a:bodyPr>
            <a:lstStyle/>
            <a:p>
              <a:pPr algn="ctr"/>
              <a:r>
                <a:rPr lang="en-US" altLang="zh-CN" b="1" dirty="0">
                  <a:solidFill>
                    <a:schemeClr val="tx1"/>
                  </a:solidFill>
                  <a:latin typeface="Arial Narrow" panose="020B0606020202030204" pitchFamily="34" charset="0"/>
                  <a:ea typeface="宋体" panose="02010600030101010101" pitchFamily="2" charset="-122"/>
                </a:rPr>
                <a:t>A→B</a:t>
              </a:r>
              <a:endParaRPr lang="zh-CN" altLang="en-US" b="1" dirty="0">
                <a:solidFill>
                  <a:schemeClr val="tx1"/>
                </a:solidFill>
                <a:latin typeface="Arial Narrow" panose="020B0606020202030204" pitchFamily="34" charset="0"/>
                <a:ea typeface="宋体" panose="02010600030101010101" pitchFamily="2" charset="-122"/>
              </a:endParaRPr>
            </a:p>
          </p:txBody>
        </p:sp>
      </p:grpSp>
      <p:grpSp>
        <p:nvGrpSpPr>
          <p:cNvPr id="110" name="组合 109">
            <a:extLst>
              <a:ext uri="{FF2B5EF4-FFF2-40B4-BE49-F238E27FC236}">
                <a16:creationId xmlns:a16="http://schemas.microsoft.com/office/drawing/2014/main" id="{A1A590C1-703F-4274-97F1-AF0A8C3AF6A3}"/>
              </a:ext>
            </a:extLst>
          </p:cNvPr>
          <p:cNvGrpSpPr/>
          <p:nvPr/>
        </p:nvGrpSpPr>
        <p:grpSpPr>
          <a:xfrm>
            <a:off x="9414432" y="3319612"/>
            <a:ext cx="899400" cy="369332"/>
            <a:chOff x="5890175" y="5558878"/>
            <a:chExt cx="899400" cy="369332"/>
          </a:xfrm>
        </p:grpSpPr>
        <p:sp>
          <p:nvSpPr>
            <p:cNvPr id="111" name="标注: 右箭头 110">
              <a:extLst>
                <a:ext uri="{FF2B5EF4-FFF2-40B4-BE49-F238E27FC236}">
                  <a16:creationId xmlns:a16="http://schemas.microsoft.com/office/drawing/2014/main" id="{B8D36C13-D228-4E84-909E-310CE867D8E1}"/>
                </a:ext>
              </a:extLst>
            </p:cNvPr>
            <p:cNvSpPr/>
            <p:nvPr/>
          </p:nvSpPr>
          <p:spPr>
            <a:xfrm rot="10800000">
              <a:off x="5890175" y="5597390"/>
              <a:ext cx="854441" cy="292308"/>
            </a:xfrm>
            <a:prstGeom prst="rightArrowCallout">
              <a:avLst>
                <a:gd name="adj1" fmla="val 25000"/>
                <a:gd name="adj2" fmla="val 20833"/>
                <a:gd name="adj3" fmla="val 36378"/>
                <a:gd name="adj4" fmla="val 77646"/>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b="1" dirty="0">
                <a:solidFill>
                  <a:schemeClr val="tx1"/>
                </a:solidFill>
                <a:latin typeface="Arial Narrow" panose="020B0606020202030204" pitchFamily="34" charset="0"/>
                <a:ea typeface="宋体" panose="02010600030101010101" pitchFamily="2" charset="-122"/>
              </a:endParaRPr>
            </a:p>
          </p:txBody>
        </p:sp>
        <p:sp>
          <p:nvSpPr>
            <p:cNvPr id="112" name="文本框 111">
              <a:extLst>
                <a:ext uri="{FF2B5EF4-FFF2-40B4-BE49-F238E27FC236}">
                  <a16:creationId xmlns:a16="http://schemas.microsoft.com/office/drawing/2014/main" id="{4C681F4B-CB1F-45A8-9788-0BA56B7819BD}"/>
                </a:ext>
              </a:extLst>
            </p:cNvPr>
            <p:cNvSpPr txBox="1"/>
            <p:nvPr/>
          </p:nvSpPr>
          <p:spPr>
            <a:xfrm>
              <a:off x="6041205" y="5558878"/>
              <a:ext cx="748370" cy="369332"/>
            </a:xfrm>
            <a:prstGeom prst="rect">
              <a:avLst/>
            </a:prstGeom>
            <a:noFill/>
          </p:spPr>
          <p:txBody>
            <a:bodyPr wrap="square">
              <a:spAutoFit/>
            </a:bodyPr>
            <a:lstStyle/>
            <a:p>
              <a:pPr algn="ctr"/>
              <a:r>
                <a:rPr lang="en-US" altLang="zh-CN" b="1" dirty="0">
                  <a:solidFill>
                    <a:schemeClr val="tx1"/>
                  </a:solidFill>
                  <a:latin typeface="Arial Narrow" panose="020B0606020202030204" pitchFamily="34" charset="0"/>
                  <a:ea typeface="宋体" panose="02010600030101010101" pitchFamily="2" charset="-122"/>
                </a:rPr>
                <a:t>D←C</a:t>
              </a:r>
              <a:endParaRPr lang="zh-CN" altLang="en-US" b="1" dirty="0">
                <a:solidFill>
                  <a:schemeClr val="tx1"/>
                </a:solidFill>
                <a:latin typeface="Arial Narrow" panose="020B0606020202030204" pitchFamily="34" charset="0"/>
                <a:ea typeface="宋体" panose="02010600030101010101" pitchFamily="2" charset="-122"/>
              </a:endParaRPr>
            </a:p>
          </p:txBody>
        </p:sp>
      </p:grpSp>
      <p:grpSp>
        <p:nvGrpSpPr>
          <p:cNvPr id="4" name="组合 3">
            <a:extLst>
              <a:ext uri="{FF2B5EF4-FFF2-40B4-BE49-F238E27FC236}">
                <a16:creationId xmlns:a16="http://schemas.microsoft.com/office/drawing/2014/main" id="{9A1EA9F2-FCB6-48C3-935F-7AE7E3AD14AC}"/>
              </a:ext>
            </a:extLst>
          </p:cNvPr>
          <p:cNvGrpSpPr/>
          <p:nvPr/>
        </p:nvGrpSpPr>
        <p:grpSpPr>
          <a:xfrm>
            <a:off x="304800" y="749300"/>
            <a:ext cx="4938199" cy="400110"/>
            <a:chOff x="424117" y="898245"/>
            <a:chExt cx="4938199" cy="400110"/>
          </a:xfrm>
        </p:grpSpPr>
        <p:sp>
          <p:nvSpPr>
            <p:cNvPr id="2" name="平行四边形 1">
              <a:extLst>
                <a:ext uri="{FF2B5EF4-FFF2-40B4-BE49-F238E27FC236}">
                  <a16:creationId xmlns:a16="http://schemas.microsoft.com/office/drawing/2014/main" id="{1F5BAA3F-9845-4F89-A2DD-8222D3E4EDAC}"/>
                </a:ext>
              </a:extLst>
            </p:cNvPr>
            <p:cNvSpPr/>
            <p:nvPr/>
          </p:nvSpPr>
          <p:spPr>
            <a:xfrm>
              <a:off x="424117" y="898245"/>
              <a:ext cx="628306" cy="387090"/>
            </a:xfrm>
            <a:prstGeom prst="parallelogram">
              <a:avLst/>
            </a:prstGeom>
            <a:solidFill>
              <a:schemeClr val="accent3">
                <a:lumMod val="75000"/>
              </a:schemeClr>
            </a:solidFill>
            <a:ln>
              <a:solidFill>
                <a:schemeClr val="accent3">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CN" sz="2200" dirty="0">
                  <a:latin typeface="Impact" panose="020B0806030902050204" pitchFamily="34" charset="0"/>
                </a:rPr>
                <a:t>01</a:t>
              </a:r>
              <a:endParaRPr lang="zh-CN" altLang="en-US" sz="2200" dirty="0">
                <a:latin typeface="Impact" panose="020B0806030902050204" pitchFamily="34" charset="0"/>
              </a:endParaRPr>
            </a:p>
          </p:txBody>
        </p:sp>
        <p:sp>
          <p:nvSpPr>
            <p:cNvPr id="3" name="文本框 2">
              <a:extLst>
                <a:ext uri="{FF2B5EF4-FFF2-40B4-BE49-F238E27FC236}">
                  <a16:creationId xmlns:a16="http://schemas.microsoft.com/office/drawing/2014/main" id="{4D6BD736-A4D3-4F26-AFED-36E11F50F70B}"/>
                </a:ext>
              </a:extLst>
            </p:cNvPr>
            <p:cNvSpPr txBox="1"/>
            <p:nvPr/>
          </p:nvSpPr>
          <p:spPr>
            <a:xfrm>
              <a:off x="1052423" y="898245"/>
              <a:ext cx="4309893" cy="400110"/>
            </a:xfrm>
            <a:prstGeom prst="rect">
              <a:avLst/>
            </a:prstGeom>
            <a:noFill/>
          </p:spPr>
          <p:txBody>
            <a:bodyPr wrap="square" rtlCol="0">
              <a:spAutoFit/>
            </a:bodyPr>
            <a:lstStyle/>
            <a:p>
              <a:r>
                <a:rPr lang="zh-CN" altLang="en-US" sz="2000" b="1" dirty="0">
                  <a:solidFill>
                    <a:schemeClr val="tx1"/>
                  </a:solidFill>
                  <a:latin typeface="Arial Narrow" panose="020B0606020202030204" pitchFamily="34" charset="0"/>
                </a:rPr>
                <a:t>共享式以太网与交换式以太网的对比</a:t>
              </a:r>
              <a:endParaRPr lang="en-US" altLang="zh-CN" sz="2000" b="1" dirty="0">
                <a:solidFill>
                  <a:schemeClr val="tx1"/>
                </a:solidFill>
                <a:latin typeface="Arial Narrow" panose="020B0606020202030204" pitchFamily="34" charset="0"/>
              </a:endParaRPr>
            </a:p>
          </p:txBody>
        </p:sp>
      </p:grpSp>
      <p:grpSp>
        <p:nvGrpSpPr>
          <p:cNvPr id="6" name="组合 5">
            <a:extLst>
              <a:ext uri="{FF2B5EF4-FFF2-40B4-BE49-F238E27FC236}">
                <a16:creationId xmlns:a16="http://schemas.microsoft.com/office/drawing/2014/main" id="{A1AC0F66-E7EA-4DE3-AB60-23ED0887B6E0}"/>
              </a:ext>
            </a:extLst>
          </p:cNvPr>
          <p:cNvGrpSpPr/>
          <p:nvPr/>
        </p:nvGrpSpPr>
        <p:grpSpPr>
          <a:xfrm>
            <a:off x="1111972" y="1817184"/>
            <a:ext cx="4232071" cy="4551750"/>
            <a:chOff x="1111972" y="1817184"/>
            <a:chExt cx="4232071" cy="4551750"/>
          </a:xfrm>
        </p:grpSpPr>
        <p:sp>
          <p:nvSpPr>
            <p:cNvPr id="12" name="文本框 11">
              <a:extLst>
                <a:ext uri="{FF2B5EF4-FFF2-40B4-BE49-F238E27FC236}">
                  <a16:creationId xmlns:a16="http://schemas.microsoft.com/office/drawing/2014/main" id="{21965EDE-01A5-4F50-973F-ED47B5BE313F}"/>
                </a:ext>
              </a:extLst>
            </p:cNvPr>
            <p:cNvSpPr txBox="1"/>
            <p:nvPr/>
          </p:nvSpPr>
          <p:spPr>
            <a:xfrm>
              <a:off x="3241943" y="3925288"/>
              <a:ext cx="1076381" cy="369332"/>
            </a:xfrm>
            <a:prstGeom prst="rect">
              <a:avLst/>
            </a:prstGeom>
            <a:noFill/>
          </p:spPr>
          <p:txBody>
            <a:bodyPr wrap="square" rtlCol="0">
              <a:spAutoFit/>
            </a:bodyPr>
            <a:lstStyle/>
            <a:p>
              <a:pPr algn="ctr"/>
              <a:r>
                <a:rPr lang="zh-CN" altLang="en-US" b="1" dirty="0">
                  <a:latin typeface="+mn-ea"/>
                </a:rPr>
                <a:t>集线器</a:t>
              </a:r>
            </a:p>
          </p:txBody>
        </p:sp>
        <p:cxnSp>
          <p:nvCxnSpPr>
            <p:cNvPr id="13" name="直接连接符 12">
              <a:extLst>
                <a:ext uri="{FF2B5EF4-FFF2-40B4-BE49-F238E27FC236}">
                  <a16:creationId xmlns:a16="http://schemas.microsoft.com/office/drawing/2014/main" id="{7FE99D20-EEA5-47A3-81BE-65C5936FFFF9}"/>
                </a:ext>
              </a:extLst>
            </p:cNvPr>
            <p:cNvCxnSpPr>
              <a:cxnSpLocks/>
            </p:cNvCxnSpPr>
            <p:nvPr/>
          </p:nvCxnSpPr>
          <p:spPr>
            <a:xfrm flipH="1">
              <a:off x="1413982" y="3710053"/>
              <a:ext cx="3558504"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grpSp>
          <p:nvGrpSpPr>
            <p:cNvPr id="14" name="组合 13">
              <a:extLst>
                <a:ext uri="{FF2B5EF4-FFF2-40B4-BE49-F238E27FC236}">
                  <a16:creationId xmlns:a16="http://schemas.microsoft.com/office/drawing/2014/main" id="{F0FE3964-0D46-4C3B-830E-AA3E5BD1EE4E}"/>
                </a:ext>
              </a:extLst>
            </p:cNvPr>
            <p:cNvGrpSpPr/>
            <p:nvPr/>
          </p:nvGrpSpPr>
          <p:grpSpPr>
            <a:xfrm>
              <a:off x="1111972" y="3207395"/>
              <a:ext cx="662814" cy="641082"/>
              <a:chOff x="1235749" y="1557688"/>
              <a:chExt cx="662814" cy="641082"/>
            </a:xfrm>
          </p:grpSpPr>
          <p:pic>
            <p:nvPicPr>
              <p:cNvPr id="41" name="图形 10">
                <a:extLst>
                  <a:ext uri="{FF2B5EF4-FFF2-40B4-BE49-F238E27FC236}">
                    <a16:creationId xmlns:a16="http://schemas.microsoft.com/office/drawing/2014/main" id="{B0D68D12-20B3-43FA-BBB9-429BCD068FB5}"/>
                  </a:ext>
                </a:extLst>
              </p:cNvPr>
              <p:cNvPicPr>
                <a:picLocks noChangeAspect="1"/>
              </p:cNvPicPr>
              <p:nvPr/>
            </p:nvPicPr>
            <p:blipFill>
              <a:blip r:embed="rId3">
                <a:extLst>
                  <a:ext uri="{28A0092B-C50C-407E-A947-70E740481C1C}">
                    <a14:useLocalDpi xmlns:a14="http://schemas.microsoft.com/office/drawing/2010/main" val="0"/>
                  </a:ext>
                  <a:ext uri="{96DAC541-7B7A-43D3-8B79-37D633B846F1}">
                    <asvg:svgBlip xmlns:asvg="http://schemas.microsoft.com/office/drawing/2016/SVG/main" r:embed="rId4"/>
                  </a:ext>
                </a:extLst>
              </a:blip>
              <a:stretch>
                <a:fillRect/>
              </a:stretch>
            </p:blipFill>
            <p:spPr>
              <a:xfrm>
                <a:off x="1235749" y="1557688"/>
                <a:ext cx="662814" cy="641082"/>
              </a:xfrm>
              <a:prstGeom prst="rect">
                <a:avLst/>
              </a:prstGeom>
            </p:spPr>
          </p:pic>
          <p:sp>
            <p:nvSpPr>
              <p:cNvPr id="42" name="文本框 41">
                <a:extLst>
                  <a:ext uri="{FF2B5EF4-FFF2-40B4-BE49-F238E27FC236}">
                    <a16:creationId xmlns:a16="http://schemas.microsoft.com/office/drawing/2014/main" id="{E1462835-DE58-4800-BBC1-3B9D0DB7A083}"/>
                  </a:ext>
                </a:extLst>
              </p:cNvPr>
              <p:cNvSpPr txBox="1"/>
              <p:nvPr/>
            </p:nvSpPr>
            <p:spPr>
              <a:xfrm>
                <a:off x="1527006" y="1606485"/>
                <a:ext cx="316784" cy="369332"/>
              </a:xfrm>
              <a:prstGeom prst="rect">
                <a:avLst/>
              </a:prstGeom>
              <a:noFill/>
            </p:spPr>
            <p:txBody>
              <a:bodyPr wrap="square" rtlCol="0">
                <a:spAutoFit/>
              </a:bodyPr>
              <a:lstStyle/>
              <a:p>
                <a:pPr algn="ctr"/>
                <a:r>
                  <a:rPr lang="en-US" altLang="zh-CN" b="1" dirty="0">
                    <a:solidFill>
                      <a:schemeClr val="bg1"/>
                    </a:solidFill>
                    <a:latin typeface="+mn-ea"/>
                  </a:rPr>
                  <a:t>A</a:t>
                </a:r>
                <a:endParaRPr lang="zh-CN" altLang="en-US" b="1" dirty="0">
                  <a:solidFill>
                    <a:schemeClr val="bg1"/>
                  </a:solidFill>
                  <a:latin typeface="+mn-ea"/>
                </a:endParaRPr>
              </a:p>
            </p:txBody>
          </p:sp>
        </p:grpSp>
        <p:cxnSp>
          <p:nvCxnSpPr>
            <p:cNvPr id="15" name="直接连接符 14">
              <a:extLst>
                <a:ext uri="{FF2B5EF4-FFF2-40B4-BE49-F238E27FC236}">
                  <a16:creationId xmlns:a16="http://schemas.microsoft.com/office/drawing/2014/main" id="{4E4D70B5-6600-49DB-897B-40AFE24EABEA}"/>
                </a:ext>
              </a:extLst>
            </p:cNvPr>
            <p:cNvCxnSpPr>
              <a:cxnSpLocks/>
              <a:stCxn id="40" idx="2"/>
            </p:cNvCxnSpPr>
            <p:nvPr/>
          </p:nvCxnSpPr>
          <p:spPr>
            <a:xfrm flipV="1">
              <a:off x="3230139" y="2379205"/>
              <a:ext cx="23609" cy="3025302"/>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grpSp>
          <p:nvGrpSpPr>
            <p:cNvPr id="16" name="组合 15">
              <a:extLst>
                <a:ext uri="{FF2B5EF4-FFF2-40B4-BE49-F238E27FC236}">
                  <a16:creationId xmlns:a16="http://schemas.microsoft.com/office/drawing/2014/main" id="{35A5DCC0-76A5-44EB-B46F-5A622A6252DC}"/>
                </a:ext>
              </a:extLst>
            </p:cNvPr>
            <p:cNvGrpSpPr/>
            <p:nvPr/>
          </p:nvGrpSpPr>
          <p:grpSpPr>
            <a:xfrm>
              <a:off x="2780490" y="4986378"/>
              <a:ext cx="662814" cy="641082"/>
              <a:chOff x="1235749" y="1557688"/>
              <a:chExt cx="662814" cy="641082"/>
            </a:xfrm>
          </p:grpSpPr>
          <p:pic>
            <p:nvPicPr>
              <p:cNvPr id="39" name="图形 10">
                <a:extLst>
                  <a:ext uri="{FF2B5EF4-FFF2-40B4-BE49-F238E27FC236}">
                    <a16:creationId xmlns:a16="http://schemas.microsoft.com/office/drawing/2014/main" id="{D15DDBF7-C513-4A24-BB75-29E856E702AB}"/>
                  </a:ext>
                </a:extLst>
              </p:cNvPr>
              <p:cNvPicPr>
                <a:picLocks noChangeAspect="1"/>
              </p:cNvPicPr>
              <p:nvPr/>
            </p:nvPicPr>
            <p:blipFill>
              <a:blip r:embed="rId3">
                <a:extLst>
                  <a:ext uri="{28A0092B-C50C-407E-A947-70E740481C1C}">
                    <a14:useLocalDpi xmlns:a14="http://schemas.microsoft.com/office/drawing/2010/main" val="0"/>
                  </a:ext>
                  <a:ext uri="{96DAC541-7B7A-43D3-8B79-37D633B846F1}">
                    <asvg:svgBlip xmlns:asvg="http://schemas.microsoft.com/office/drawing/2016/SVG/main" r:embed="rId4"/>
                  </a:ext>
                </a:extLst>
              </a:blip>
              <a:stretch>
                <a:fillRect/>
              </a:stretch>
            </p:blipFill>
            <p:spPr>
              <a:xfrm>
                <a:off x="1235749" y="1557688"/>
                <a:ext cx="662814" cy="641082"/>
              </a:xfrm>
              <a:prstGeom prst="rect">
                <a:avLst/>
              </a:prstGeom>
            </p:spPr>
          </p:pic>
          <p:sp>
            <p:nvSpPr>
              <p:cNvPr id="40" name="文本框 39">
                <a:extLst>
                  <a:ext uri="{FF2B5EF4-FFF2-40B4-BE49-F238E27FC236}">
                    <a16:creationId xmlns:a16="http://schemas.microsoft.com/office/drawing/2014/main" id="{36AD15F4-F414-48EC-B1D3-D1A5297F5F24}"/>
                  </a:ext>
                </a:extLst>
              </p:cNvPr>
              <p:cNvSpPr txBox="1"/>
              <p:nvPr/>
            </p:nvSpPr>
            <p:spPr>
              <a:xfrm>
                <a:off x="1527006" y="1606485"/>
                <a:ext cx="316784" cy="369332"/>
              </a:xfrm>
              <a:prstGeom prst="rect">
                <a:avLst/>
              </a:prstGeom>
              <a:noFill/>
            </p:spPr>
            <p:txBody>
              <a:bodyPr wrap="square" rtlCol="0">
                <a:spAutoFit/>
              </a:bodyPr>
              <a:lstStyle/>
              <a:p>
                <a:pPr algn="ctr"/>
                <a:r>
                  <a:rPr lang="en-US" altLang="zh-CN" b="1" dirty="0">
                    <a:solidFill>
                      <a:schemeClr val="bg1"/>
                    </a:solidFill>
                    <a:latin typeface="+mn-ea"/>
                  </a:rPr>
                  <a:t>D</a:t>
                </a:r>
                <a:endParaRPr lang="zh-CN" altLang="en-US" b="1" dirty="0">
                  <a:solidFill>
                    <a:schemeClr val="bg1"/>
                  </a:solidFill>
                  <a:latin typeface="+mn-ea"/>
                </a:endParaRPr>
              </a:p>
            </p:txBody>
          </p:sp>
        </p:grpSp>
        <p:grpSp>
          <p:nvGrpSpPr>
            <p:cNvPr id="17" name="组合 16">
              <a:extLst>
                <a:ext uri="{FF2B5EF4-FFF2-40B4-BE49-F238E27FC236}">
                  <a16:creationId xmlns:a16="http://schemas.microsoft.com/office/drawing/2014/main" id="{2DB258B5-749E-449E-9991-3F44FD0E523E}"/>
                </a:ext>
              </a:extLst>
            </p:cNvPr>
            <p:cNvGrpSpPr/>
            <p:nvPr/>
          </p:nvGrpSpPr>
          <p:grpSpPr>
            <a:xfrm>
              <a:off x="2918914" y="1817184"/>
              <a:ext cx="662814" cy="641082"/>
              <a:chOff x="1235749" y="1557688"/>
              <a:chExt cx="662814" cy="641082"/>
            </a:xfrm>
          </p:grpSpPr>
          <p:pic>
            <p:nvPicPr>
              <p:cNvPr id="37" name="图形 10">
                <a:extLst>
                  <a:ext uri="{FF2B5EF4-FFF2-40B4-BE49-F238E27FC236}">
                    <a16:creationId xmlns:a16="http://schemas.microsoft.com/office/drawing/2014/main" id="{0FFB7C25-4F8B-44F3-9D44-21B68E53F58A}"/>
                  </a:ext>
                </a:extLst>
              </p:cNvPr>
              <p:cNvPicPr>
                <a:picLocks noChangeAspect="1"/>
              </p:cNvPicPr>
              <p:nvPr/>
            </p:nvPicPr>
            <p:blipFill>
              <a:blip r:embed="rId3">
                <a:extLst>
                  <a:ext uri="{28A0092B-C50C-407E-A947-70E740481C1C}">
                    <a14:useLocalDpi xmlns:a14="http://schemas.microsoft.com/office/drawing/2010/main" val="0"/>
                  </a:ext>
                  <a:ext uri="{96DAC541-7B7A-43D3-8B79-37D633B846F1}">
                    <asvg:svgBlip xmlns:asvg="http://schemas.microsoft.com/office/drawing/2016/SVG/main" r:embed="rId4"/>
                  </a:ext>
                </a:extLst>
              </a:blip>
              <a:stretch>
                <a:fillRect/>
              </a:stretch>
            </p:blipFill>
            <p:spPr>
              <a:xfrm>
                <a:off x="1235749" y="1557688"/>
                <a:ext cx="662814" cy="641082"/>
              </a:xfrm>
              <a:prstGeom prst="rect">
                <a:avLst/>
              </a:prstGeom>
            </p:spPr>
          </p:pic>
          <p:sp>
            <p:nvSpPr>
              <p:cNvPr id="38" name="文本框 37">
                <a:extLst>
                  <a:ext uri="{FF2B5EF4-FFF2-40B4-BE49-F238E27FC236}">
                    <a16:creationId xmlns:a16="http://schemas.microsoft.com/office/drawing/2014/main" id="{2EFA039D-882A-474E-93FB-9082DFE299A8}"/>
                  </a:ext>
                </a:extLst>
              </p:cNvPr>
              <p:cNvSpPr txBox="1"/>
              <p:nvPr/>
            </p:nvSpPr>
            <p:spPr>
              <a:xfrm>
                <a:off x="1527006" y="1606485"/>
                <a:ext cx="316784" cy="369332"/>
              </a:xfrm>
              <a:prstGeom prst="rect">
                <a:avLst/>
              </a:prstGeom>
              <a:noFill/>
            </p:spPr>
            <p:txBody>
              <a:bodyPr wrap="square" rtlCol="0">
                <a:spAutoFit/>
              </a:bodyPr>
              <a:lstStyle/>
              <a:p>
                <a:pPr algn="ctr"/>
                <a:r>
                  <a:rPr lang="en-US" altLang="zh-CN" b="1" dirty="0">
                    <a:solidFill>
                      <a:schemeClr val="bg1"/>
                    </a:solidFill>
                    <a:latin typeface="+mn-ea"/>
                  </a:rPr>
                  <a:t>B</a:t>
                </a:r>
                <a:endParaRPr lang="zh-CN" altLang="en-US" b="1" dirty="0">
                  <a:solidFill>
                    <a:schemeClr val="bg1"/>
                  </a:solidFill>
                  <a:latin typeface="+mn-ea"/>
                </a:endParaRPr>
              </a:p>
            </p:txBody>
          </p:sp>
        </p:grpSp>
        <p:pic>
          <p:nvPicPr>
            <p:cNvPr id="18" name="图片 17" descr="文本&#10;&#10;描述已自动生成">
              <a:extLst>
                <a:ext uri="{FF2B5EF4-FFF2-40B4-BE49-F238E27FC236}">
                  <a16:creationId xmlns:a16="http://schemas.microsoft.com/office/drawing/2014/main" id="{1591BE4B-9373-47E5-B54B-5645B5DE98CA}"/>
                </a:ext>
              </a:extLst>
            </p:cNvPr>
            <p:cNvPicPr>
              <a:picLocks noChangeAspect="1"/>
            </p:cNvPicPr>
            <p:nvPr/>
          </p:nvPicPr>
          <p:blipFill>
            <a:blip r:embed="rId5">
              <a:extLst>
                <a:ext uri="{28A0092B-C50C-407E-A947-70E740481C1C}">
                  <a14:useLocalDpi xmlns:a14="http://schemas.microsoft.com/office/drawing/2010/main" val="0"/>
                </a:ext>
              </a:extLst>
            </a:blip>
            <a:stretch>
              <a:fillRect/>
            </a:stretch>
          </p:blipFill>
          <p:spPr>
            <a:xfrm>
              <a:off x="2908531" y="3379364"/>
              <a:ext cx="705470" cy="661378"/>
            </a:xfrm>
            <a:prstGeom prst="rect">
              <a:avLst/>
            </a:prstGeom>
          </p:spPr>
        </p:pic>
        <p:grpSp>
          <p:nvGrpSpPr>
            <p:cNvPr id="19" name="组合 18">
              <a:extLst>
                <a:ext uri="{FF2B5EF4-FFF2-40B4-BE49-F238E27FC236}">
                  <a16:creationId xmlns:a16="http://schemas.microsoft.com/office/drawing/2014/main" id="{501B2417-864C-417B-8DC1-14F9957F9771}"/>
                </a:ext>
              </a:extLst>
            </p:cNvPr>
            <p:cNvGrpSpPr/>
            <p:nvPr/>
          </p:nvGrpSpPr>
          <p:grpSpPr>
            <a:xfrm>
              <a:off x="4681229" y="3207395"/>
              <a:ext cx="662814" cy="641082"/>
              <a:chOff x="1235749" y="1557688"/>
              <a:chExt cx="662814" cy="641082"/>
            </a:xfrm>
          </p:grpSpPr>
          <p:pic>
            <p:nvPicPr>
              <p:cNvPr id="35" name="图形 10">
                <a:extLst>
                  <a:ext uri="{FF2B5EF4-FFF2-40B4-BE49-F238E27FC236}">
                    <a16:creationId xmlns:a16="http://schemas.microsoft.com/office/drawing/2014/main" id="{43737DA3-F6AE-45F1-B0A6-88048F254855}"/>
                  </a:ext>
                </a:extLst>
              </p:cNvPr>
              <p:cNvPicPr>
                <a:picLocks noChangeAspect="1"/>
              </p:cNvPicPr>
              <p:nvPr/>
            </p:nvPicPr>
            <p:blipFill>
              <a:blip r:embed="rId3">
                <a:extLst>
                  <a:ext uri="{28A0092B-C50C-407E-A947-70E740481C1C}">
                    <a14:useLocalDpi xmlns:a14="http://schemas.microsoft.com/office/drawing/2010/main" val="0"/>
                  </a:ext>
                  <a:ext uri="{96DAC541-7B7A-43D3-8B79-37D633B846F1}">
                    <asvg:svgBlip xmlns:asvg="http://schemas.microsoft.com/office/drawing/2016/SVG/main" r:embed="rId4"/>
                  </a:ext>
                </a:extLst>
              </a:blip>
              <a:stretch>
                <a:fillRect/>
              </a:stretch>
            </p:blipFill>
            <p:spPr>
              <a:xfrm>
                <a:off x="1235749" y="1557688"/>
                <a:ext cx="662814" cy="641082"/>
              </a:xfrm>
              <a:prstGeom prst="rect">
                <a:avLst/>
              </a:prstGeom>
            </p:spPr>
          </p:pic>
          <p:sp>
            <p:nvSpPr>
              <p:cNvPr id="36" name="文本框 35">
                <a:extLst>
                  <a:ext uri="{FF2B5EF4-FFF2-40B4-BE49-F238E27FC236}">
                    <a16:creationId xmlns:a16="http://schemas.microsoft.com/office/drawing/2014/main" id="{D6CFEE13-7CA0-48D4-B824-68F86392D955}"/>
                  </a:ext>
                </a:extLst>
              </p:cNvPr>
              <p:cNvSpPr txBox="1"/>
              <p:nvPr/>
            </p:nvSpPr>
            <p:spPr>
              <a:xfrm>
                <a:off x="1527006" y="1606485"/>
                <a:ext cx="316784" cy="369332"/>
              </a:xfrm>
              <a:prstGeom prst="rect">
                <a:avLst/>
              </a:prstGeom>
              <a:noFill/>
            </p:spPr>
            <p:txBody>
              <a:bodyPr wrap="square" rtlCol="0">
                <a:spAutoFit/>
              </a:bodyPr>
              <a:lstStyle/>
              <a:p>
                <a:pPr algn="ctr"/>
                <a:r>
                  <a:rPr lang="en-US" altLang="zh-CN" b="1" dirty="0">
                    <a:solidFill>
                      <a:schemeClr val="bg1"/>
                    </a:solidFill>
                    <a:latin typeface="+mn-ea"/>
                  </a:rPr>
                  <a:t>C</a:t>
                </a:r>
                <a:endParaRPr lang="zh-CN" altLang="en-US" b="1" dirty="0">
                  <a:solidFill>
                    <a:schemeClr val="bg1"/>
                  </a:solidFill>
                  <a:latin typeface="+mn-ea"/>
                </a:endParaRPr>
              </a:p>
            </p:txBody>
          </p:sp>
        </p:grpSp>
        <p:sp>
          <p:nvSpPr>
            <p:cNvPr id="70" name="文本框 69">
              <a:extLst>
                <a:ext uri="{FF2B5EF4-FFF2-40B4-BE49-F238E27FC236}">
                  <a16:creationId xmlns:a16="http://schemas.microsoft.com/office/drawing/2014/main" id="{3AC1B828-CF53-4D3A-B8D4-D2EF67453A56}"/>
                </a:ext>
              </a:extLst>
            </p:cNvPr>
            <p:cNvSpPr txBox="1"/>
            <p:nvPr/>
          </p:nvSpPr>
          <p:spPr>
            <a:xfrm>
              <a:off x="2252603" y="5999602"/>
              <a:ext cx="1986839" cy="369332"/>
            </a:xfrm>
            <a:prstGeom prst="rect">
              <a:avLst/>
            </a:prstGeom>
            <a:noFill/>
          </p:spPr>
          <p:txBody>
            <a:bodyPr wrap="square" rtlCol="0">
              <a:spAutoFit/>
            </a:bodyPr>
            <a:lstStyle/>
            <a:p>
              <a:pPr algn="ctr"/>
              <a:r>
                <a:rPr lang="zh-CN" altLang="en-US" b="1" dirty="0">
                  <a:latin typeface="+mn-ea"/>
                </a:rPr>
                <a:t>共享式以太网</a:t>
              </a:r>
            </a:p>
          </p:txBody>
        </p:sp>
      </p:grpSp>
      <p:grpSp>
        <p:nvGrpSpPr>
          <p:cNvPr id="7" name="组合 6">
            <a:extLst>
              <a:ext uri="{FF2B5EF4-FFF2-40B4-BE49-F238E27FC236}">
                <a16:creationId xmlns:a16="http://schemas.microsoft.com/office/drawing/2014/main" id="{71902E0A-C687-4076-AEE8-FA6FB6B0EBE3}"/>
              </a:ext>
            </a:extLst>
          </p:cNvPr>
          <p:cNvGrpSpPr/>
          <p:nvPr/>
        </p:nvGrpSpPr>
        <p:grpSpPr>
          <a:xfrm>
            <a:off x="6861608" y="1817184"/>
            <a:ext cx="4232071" cy="4551750"/>
            <a:chOff x="6861608" y="1817184"/>
            <a:chExt cx="4232071" cy="4551750"/>
          </a:xfrm>
        </p:grpSpPr>
        <p:sp>
          <p:nvSpPr>
            <p:cNvPr id="43" name="文本框 42">
              <a:extLst>
                <a:ext uri="{FF2B5EF4-FFF2-40B4-BE49-F238E27FC236}">
                  <a16:creationId xmlns:a16="http://schemas.microsoft.com/office/drawing/2014/main" id="{B50B0264-DC40-447D-900A-6EE65028DCB0}"/>
                </a:ext>
              </a:extLst>
            </p:cNvPr>
            <p:cNvSpPr txBox="1"/>
            <p:nvPr/>
          </p:nvSpPr>
          <p:spPr>
            <a:xfrm>
              <a:off x="8991579" y="3925288"/>
              <a:ext cx="1076381" cy="369332"/>
            </a:xfrm>
            <a:prstGeom prst="rect">
              <a:avLst/>
            </a:prstGeom>
            <a:noFill/>
          </p:spPr>
          <p:txBody>
            <a:bodyPr wrap="square" rtlCol="0">
              <a:spAutoFit/>
            </a:bodyPr>
            <a:lstStyle/>
            <a:p>
              <a:pPr algn="ctr"/>
              <a:r>
                <a:rPr lang="zh-CN" altLang="en-US" b="1" dirty="0">
                  <a:latin typeface="+mn-ea"/>
                </a:rPr>
                <a:t>交换机</a:t>
              </a:r>
            </a:p>
          </p:txBody>
        </p:sp>
        <p:cxnSp>
          <p:nvCxnSpPr>
            <p:cNvPr id="44" name="直接连接符 43">
              <a:extLst>
                <a:ext uri="{FF2B5EF4-FFF2-40B4-BE49-F238E27FC236}">
                  <a16:creationId xmlns:a16="http://schemas.microsoft.com/office/drawing/2014/main" id="{CC036EF6-3C61-49A7-B8A5-B8666E867CD1}"/>
                </a:ext>
              </a:extLst>
            </p:cNvPr>
            <p:cNvCxnSpPr>
              <a:cxnSpLocks/>
            </p:cNvCxnSpPr>
            <p:nvPr/>
          </p:nvCxnSpPr>
          <p:spPr>
            <a:xfrm flipH="1">
              <a:off x="7163618" y="3710053"/>
              <a:ext cx="3558504"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grpSp>
          <p:nvGrpSpPr>
            <p:cNvPr id="45" name="组合 44">
              <a:extLst>
                <a:ext uri="{FF2B5EF4-FFF2-40B4-BE49-F238E27FC236}">
                  <a16:creationId xmlns:a16="http://schemas.microsoft.com/office/drawing/2014/main" id="{309AED31-DB5D-49DC-A765-0A9CD1523C91}"/>
                </a:ext>
              </a:extLst>
            </p:cNvPr>
            <p:cNvGrpSpPr/>
            <p:nvPr/>
          </p:nvGrpSpPr>
          <p:grpSpPr>
            <a:xfrm>
              <a:off x="6861608" y="3207395"/>
              <a:ext cx="662814" cy="641082"/>
              <a:chOff x="1235749" y="1557688"/>
              <a:chExt cx="662814" cy="641082"/>
            </a:xfrm>
          </p:grpSpPr>
          <p:pic>
            <p:nvPicPr>
              <p:cNvPr id="46" name="图形 10">
                <a:extLst>
                  <a:ext uri="{FF2B5EF4-FFF2-40B4-BE49-F238E27FC236}">
                    <a16:creationId xmlns:a16="http://schemas.microsoft.com/office/drawing/2014/main" id="{8FA61B9C-16B8-4ED1-B105-294C3B7BB3F8}"/>
                  </a:ext>
                </a:extLst>
              </p:cNvPr>
              <p:cNvPicPr>
                <a:picLocks noChangeAspect="1"/>
              </p:cNvPicPr>
              <p:nvPr/>
            </p:nvPicPr>
            <p:blipFill>
              <a:blip r:embed="rId3">
                <a:extLst>
                  <a:ext uri="{28A0092B-C50C-407E-A947-70E740481C1C}">
                    <a14:useLocalDpi xmlns:a14="http://schemas.microsoft.com/office/drawing/2010/main" val="0"/>
                  </a:ext>
                  <a:ext uri="{96DAC541-7B7A-43D3-8B79-37D633B846F1}">
                    <asvg:svgBlip xmlns:asvg="http://schemas.microsoft.com/office/drawing/2016/SVG/main" r:embed="rId4"/>
                  </a:ext>
                </a:extLst>
              </a:blip>
              <a:stretch>
                <a:fillRect/>
              </a:stretch>
            </p:blipFill>
            <p:spPr>
              <a:xfrm>
                <a:off x="1235749" y="1557688"/>
                <a:ext cx="662814" cy="641082"/>
              </a:xfrm>
              <a:prstGeom prst="rect">
                <a:avLst/>
              </a:prstGeom>
            </p:spPr>
          </p:pic>
          <p:sp>
            <p:nvSpPr>
              <p:cNvPr id="47" name="文本框 46">
                <a:extLst>
                  <a:ext uri="{FF2B5EF4-FFF2-40B4-BE49-F238E27FC236}">
                    <a16:creationId xmlns:a16="http://schemas.microsoft.com/office/drawing/2014/main" id="{9F4A8B92-BC68-4823-B3FF-1EECF75B772F}"/>
                  </a:ext>
                </a:extLst>
              </p:cNvPr>
              <p:cNvSpPr txBox="1"/>
              <p:nvPr/>
            </p:nvSpPr>
            <p:spPr>
              <a:xfrm>
                <a:off x="1527006" y="1599907"/>
                <a:ext cx="316784" cy="369332"/>
              </a:xfrm>
              <a:prstGeom prst="rect">
                <a:avLst/>
              </a:prstGeom>
              <a:noFill/>
            </p:spPr>
            <p:txBody>
              <a:bodyPr wrap="square" rtlCol="0">
                <a:spAutoFit/>
              </a:bodyPr>
              <a:lstStyle/>
              <a:p>
                <a:pPr algn="ctr"/>
                <a:r>
                  <a:rPr lang="en-US" altLang="zh-CN" b="1" dirty="0">
                    <a:solidFill>
                      <a:schemeClr val="bg1"/>
                    </a:solidFill>
                    <a:latin typeface="+mn-ea"/>
                  </a:rPr>
                  <a:t>A</a:t>
                </a:r>
                <a:endParaRPr lang="zh-CN" altLang="en-US" b="1" dirty="0">
                  <a:solidFill>
                    <a:schemeClr val="bg1"/>
                  </a:solidFill>
                  <a:latin typeface="+mn-ea"/>
                </a:endParaRPr>
              </a:p>
            </p:txBody>
          </p:sp>
        </p:grpSp>
        <p:cxnSp>
          <p:nvCxnSpPr>
            <p:cNvPr id="48" name="直接连接符 47">
              <a:extLst>
                <a:ext uri="{FF2B5EF4-FFF2-40B4-BE49-F238E27FC236}">
                  <a16:creationId xmlns:a16="http://schemas.microsoft.com/office/drawing/2014/main" id="{11302207-57CF-4224-92E8-D1F84BEE71C5}"/>
                </a:ext>
              </a:extLst>
            </p:cNvPr>
            <p:cNvCxnSpPr>
              <a:cxnSpLocks/>
              <a:stCxn id="51" idx="2"/>
            </p:cNvCxnSpPr>
            <p:nvPr/>
          </p:nvCxnSpPr>
          <p:spPr>
            <a:xfrm flipV="1">
              <a:off x="8979775" y="2372627"/>
              <a:ext cx="23609" cy="3025302"/>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grpSp>
          <p:nvGrpSpPr>
            <p:cNvPr id="49" name="组合 48">
              <a:extLst>
                <a:ext uri="{FF2B5EF4-FFF2-40B4-BE49-F238E27FC236}">
                  <a16:creationId xmlns:a16="http://schemas.microsoft.com/office/drawing/2014/main" id="{BF2BE45A-31C7-4BEB-90CC-281327B31C56}"/>
                </a:ext>
              </a:extLst>
            </p:cNvPr>
            <p:cNvGrpSpPr/>
            <p:nvPr/>
          </p:nvGrpSpPr>
          <p:grpSpPr>
            <a:xfrm>
              <a:off x="8530126" y="4986378"/>
              <a:ext cx="662814" cy="641082"/>
              <a:chOff x="1235749" y="1557688"/>
              <a:chExt cx="662814" cy="641082"/>
            </a:xfrm>
          </p:grpSpPr>
          <p:pic>
            <p:nvPicPr>
              <p:cNvPr id="50" name="图形 10">
                <a:extLst>
                  <a:ext uri="{FF2B5EF4-FFF2-40B4-BE49-F238E27FC236}">
                    <a16:creationId xmlns:a16="http://schemas.microsoft.com/office/drawing/2014/main" id="{D8BB52B7-42CD-425A-8012-9894A8203C86}"/>
                  </a:ext>
                </a:extLst>
              </p:cNvPr>
              <p:cNvPicPr>
                <a:picLocks noChangeAspect="1"/>
              </p:cNvPicPr>
              <p:nvPr/>
            </p:nvPicPr>
            <p:blipFill>
              <a:blip r:embed="rId3">
                <a:extLst>
                  <a:ext uri="{28A0092B-C50C-407E-A947-70E740481C1C}">
                    <a14:useLocalDpi xmlns:a14="http://schemas.microsoft.com/office/drawing/2010/main" val="0"/>
                  </a:ext>
                  <a:ext uri="{96DAC541-7B7A-43D3-8B79-37D633B846F1}">
                    <asvg:svgBlip xmlns:asvg="http://schemas.microsoft.com/office/drawing/2016/SVG/main" r:embed="rId4"/>
                  </a:ext>
                </a:extLst>
              </a:blip>
              <a:stretch>
                <a:fillRect/>
              </a:stretch>
            </p:blipFill>
            <p:spPr>
              <a:xfrm>
                <a:off x="1235749" y="1557688"/>
                <a:ext cx="662814" cy="641082"/>
              </a:xfrm>
              <a:prstGeom prst="rect">
                <a:avLst/>
              </a:prstGeom>
            </p:spPr>
          </p:pic>
          <p:sp>
            <p:nvSpPr>
              <p:cNvPr id="51" name="文本框 50">
                <a:extLst>
                  <a:ext uri="{FF2B5EF4-FFF2-40B4-BE49-F238E27FC236}">
                    <a16:creationId xmlns:a16="http://schemas.microsoft.com/office/drawing/2014/main" id="{77CC7DCC-EC9A-4F4E-B7F7-2E9BA02EDA7C}"/>
                  </a:ext>
                </a:extLst>
              </p:cNvPr>
              <p:cNvSpPr txBox="1"/>
              <p:nvPr/>
            </p:nvSpPr>
            <p:spPr>
              <a:xfrm>
                <a:off x="1527006" y="1599907"/>
                <a:ext cx="316784" cy="369332"/>
              </a:xfrm>
              <a:prstGeom prst="rect">
                <a:avLst/>
              </a:prstGeom>
              <a:noFill/>
            </p:spPr>
            <p:txBody>
              <a:bodyPr wrap="square" rtlCol="0">
                <a:spAutoFit/>
              </a:bodyPr>
              <a:lstStyle/>
              <a:p>
                <a:pPr algn="ctr"/>
                <a:r>
                  <a:rPr lang="en-US" altLang="zh-CN" b="1" dirty="0">
                    <a:solidFill>
                      <a:schemeClr val="bg1"/>
                    </a:solidFill>
                    <a:latin typeface="+mn-ea"/>
                  </a:rPr>
                  <a:t>D</a:t>
                </a:r>
                <a:endParaRPr lang="zh-CN" altLang="en-US" b="1" dirty="0">
                  <a:solidFill>
                    <a:schemeClr val="bg1"/>
                  </a:solidFill>
                  <a:latin typeface="+mn-ea"/>
                </a:endParaRPr>
              </a:p>
            </p:txBody>
          </p:sp>
        </p:grpSp>
        <p:grpSp>
          <p:nvGrpSpPr>
            <p:cNvPr id="56" name="组合 55">
              <a:extLst>
                <a:ext uri="{FF2B5EF4-FFF2-40B4-BE49-F238E27FC236}">
                  <a16:creationId xmlns:a16="http://schemas.microsoft.com/office/drawing/2014/main" id="{0942FD9D-2108-4B0E-8619-649E4188B714}"/>
                </a:ext>
              </a:extLst>
            </p:cNvPr>
            <p:cNvGrpSpPr/>
            <p:nvPr/>
          </p:nvGrpSpPr>
          <p:grpSpPr>
            <a:xfrm>
              <a:off x="8668550" y="1817184"/>
              <a:ext cx="662814" cy="641082"/>
              <a:chOff x="1235749" y="1557688"/>
              <a:chExt cx="662814" cy="641082"/>
            </a:xfrm>
          </p:grpSpPr>
          <p:pic>
            <p:nvPicPr>
              <p:cNvPr id="57" name="图形 10">
                <a:extLst>
                  <a:ext uri="{FF2B5EF4-FFF2-40B4-BE49-F238E27FC236}">
                    <a16:creationId xmlns:a16="http://schemas.microsoft.com/office/drawing/2014/main" id="{239FE925-5B69-44FE-A994-EFD2ED2716A3}"/>
                  </a:ext>
                </a:extLst>
              </p:cNvPr>
              <p:cNvPicPr>
                <a:picLocks noChangeAspect="1"/>
              </p:cNvPicPr>
              <p:nvPr/>
            </p:nvPicPr>
            <p:blipFill>
              <a:blip r:embed="rId3">
                <a:extLst>
                  <a:ext uri="{28A0092B-C50C-407E-A947-70E740481C1C}">
                    <a14:useLocalDpi xmlns:a14="http://schemas.microsoft.com/office/drawing/2010/main" val="0"/>
                  </a:ext>
                  <a:ext uri="{96DAC541-7B7A-43D3-8B79-37D633B846F1}">
                    <asvg:svgBlip xmlns:asvg="http://schemas.microsoft.com/office/drawing/2016/SVG/main" r:embed="rId4"/>
                  </a:ext>
                </a:extLst>
              </a:blip>
              <a:stretch>
                <a:fillRect/>
              </a:stretch>
            </p:blipFill>
            <p:spPr>
              <a:xfrm>
                <a:off x="1235749" y="1557688"/>
                <a:ext cx="662814" cy="641082"/>
              </a:xfrm>
              <a:prstGeom prst="rect">
                <a:avLst/>
              </a:prstGeom>
            </p:spPr>
          </p:pic>
          <p:sp>
            <p:nvSpPr>
              <p:cNvPr id="58" name="文本框 57">
                <a:extLst>
                  <a:ext uri="{FF2B5EF4-FFF2-40B4-BE49-F238E27FC236}">
                    <a16:creationId xmlns:a16="http://schemas.microsoft.com/office/drawing/2014/main" id="{913E0766-C1BB-4CA8-9256-03A79C8A3DE8}"/>
                  </a:ext>
                </a:extLst>
              </p:cNvPr>
              <p:cNvSpPr txBox="1"/>
              <p:nvPr/>
            </p:nvSpPr>
            <p:spPr>
              <a:xfrm>
                <a:off x="1527006" y="1599907"/>
                <a:ext cx="316784" cy="369332"/>
              </a:xfrm>
              <a:prstGeom prst="rect">
                <a:avLst/>
              </a:prstGeom>
              <a:noFill/>
            </p:spPr>
            <p:txBody>
              <a:bodyPr wrap="square" rtlCol="0">
                <a:spAutoFit/>
              </a:bodyPr>
              <a:lstStyle/>
              <a:p>
                <a:pPr algn="ctr"/>
                <a:r>
                  <a:rPr lang="en-US" altLang="zh-CN" b="1" dirty="0">
                    <a:solidFill>
                      <a:schemeClr val="bg1"/>
                    </a:solidFill>
                    <a:latin typeface="+mn-ea"/>
                  </a:rPr>
                  <a:t>B</a:t>
                </a:r>
                <a:endParaRPr lang="zh-CN" altLang="en-US" b="1" dirty="0">
                  <a:solidFill>
                    <a:schemeClr val="bg1"/>
                  </a:solidFill>
                  <a:latin typeface="+mn-ea"/>
                </a:endParaRPr>
              </a:p>
            </p:txBody>
          </p:sp>
        </p:grpSp>
        <p:grpSp>
          <p:nvGrpSpPr>
            <p:cNvPr id="59" name="组合 58">
              <a:extLst>
                <a:ext uri="{FF2B5EF4-FFF2-40B4-BE49-F238E27FC236}">
                  <a16:creationId xmlns:a16="http://schemas.microsoft.com/office/drawing/2014/main" id="{2852E6D1-309D-4FEC-918D-983E4E2EEA56}"/>
                </a:ext>
              </a:extLst>
            </p:cNvPr>
            <p:cNvGrpSpPr/>
            <p:nvPr/>
          </p:nvGrpSpPr>
          <p:grpSpPr>
            <a:xfrm>
              <a:off x="10430865" y="3207395"/>
              <a:ext cx="662814" cy="641082"/>
              <a:chOff x="1235749" y="1557688"/>
              <a:chExt cx="662814" cy="641082"/>
            </a:xfrm>
          </p:grpSpPr>
          <p:pic>
            <p:nvPicPr>
              <p:cNvPr id="60" name="图形 10">
                <a:extLst>
                  <a:ext uri="{FF2B5EF4-FFF2-40B4-BE49-F238E27FC236}">
                    <a16:creationId xmlns:a16="http://schemas.microsoft.com/office/drawing/2014/main" id="{A1A931C8-49BA-421A-94DE-8033FE334B9B}"/>
                  </a:ext>
                </a:extLst>
              </p:cNvPr>
              <p:cNvPicPr>
                <a:picLocks noChangeAspect="1"/>
              </p:cNvPicPr>
              <p:nvPr/>
            </p:nvPicPr>
            <p:blipFill>
              <a:blip r:embed="rId3">
                <a:extLst>
                  <a:ext uri="{28A0092B-C50C-407E-A947-70E740481C1C}">
                    <a14:useLocalDpi xmlns:a14="http://schemas.microsoft.com/office/drawing/2010/main" val="0"/>
                  </a:ext>
                  <a:ext uri="{96DAC541-7B7A-43D3-8B79-37D633B846F1}">
                    <asvg:svgBlip xmlns:asvg="http://schemas.microsoft.com/office/drawing/2016/SVG/main" r:embed="rId4"/>
                  </a:ext>
                </a:extLst>
              </a:blip>
              <a:stretch>
                <a:fillRect/>
              </a:stretch>
            </p:blipFill>
            <p:spPr>
              <a:xfrm>
                <a:off x="1235749" y="1557688"/>
                <a:ext cx="662814" cy="641082"/>
              </a:xfrm>
              <a:prstGeom prst="rect">
                <a:avLst/>
              </a:prstGeom>
            </p:spPr>
          </p:pic>
          <p:sp>
            <p:nvSpPr>
              <p:cNvPr id="61" name="文本框 60">
                <a:extLst>
                  <a:ext uri="{FF2B5EF4-FFF2-40B4-BE49-F238E27FC236}">
                    <a16:creationId xmlns:a16="http://schemas.microsoft.com/office/drawing/2014/main" id="{4E9A45A7-8A2B-42B9-AF8A-48DBFC7D49C5}"/>
                  </a:ext>
                </a:extLst>
              </p:cNvPr>
              <p:cNvSpPr txBox="1"/>
              <p:nvPr/>
            </p:nvSpPr>
            <p:spPr>
              <a:xfrm>
                <a:off x="1527006" y="1606485"/>
                <a:ext cx="316784" cy="369332"/>
              </a:xfrm>
              <a:prstGeom prst="rect">
                <a:avLst/>
              </a:prstGeom>
              <a:noFill/>
            </p:spPr>
            <p:txBody>
              <a:bodyPr wrap="square" rtlCol="0">
                <a:spAutoFit/>
              </a:bodyPr>
              <a:lstStyle/>
              <a:p>
                <a:pPr algn="ctr"/>
                <a:r>
                  <a:rPr lang="en-US" altLang="zh-CN" b="1" dirty="0">
                    <a:solidFill>
                      <a:schemeClr val="bg1"/>
                    </a:solidFill>
                    <a:latin typeface="+mn-ea"/>
                  </a:rPr>
                  <a:t>C</a:t>
                </a:r>
                <a:endParaRPr lang="zh-CN" altLang="en-US" b="1" dirty="0">
                  <a:solidFill>
                    <a:schemeClr val="bg1"/>
                  </a:solidFill>
                  <a:latin typeface="+mn-ea"/>
                </a:endParaRPr>
              </a:p>
            </p:txBody>
          </p:sp>
        </p:grpSp>
        <p:pic>
          <p:nvPicPr>
            <p:cNvPr id="69" name="图片 68" descr="图标&#10;&#10;描述已自动生成">
              <a:extLst>
                <a:ext uri="{FF2B5EF4-FFF2-40B4-BE49-F238E27FC236}">
                  <a16:creationId xmlns:a16="http://schemas.microsoft.com/office/drawing/2014/main" id="{56B846AC-1958-4647-804E-6E3006D74520}"/>
                </a:ext>
              </a:extLst>
            </p:cNvPr>
            <p:cNvPicPr>
              <a:picLocks noChangeAspect="1"/>
            </p:cNvPicPr>
            <p:nvPr/>
          </p:nvPicPr>
          <p:blipFill>
            <a:blip r:embed="rId6">
              <a:extLst>
                <a:ext uri="{28A0092B-C50C-407E-A947-70E740481C1C}">
                  <a14:useLocalDpi xmlns:a14="http://schemas.microsoft.com/office/drawing/2010/main" val="0"/>
                </a:ext>
              </a:extLst>
            </a:blip>
            <a:stretch>
              <a:fillRect/>
            </a:stretch>
          </p:blipFill>
          <p:spPr>
            <a:xfrm>
              <a:off x="8763638" y="3386593"/>
              <a:ext cx="497392" cy="641082"/>
            </a:xfrm>
            <a:prstGeom prst="rect">
              <a:avLst/>
            </a:prstGeom>
          </p:spPr>
        </p:pic>
        <p:sp>
          <p:nvSpPr>
            <p:cNvPr id="71" name="文本框 70">
              <a:extLst>
                <a:ext uri="{FF2B5EF4-FFF2-40B4-BE49-F238E27FC236}">
                  <a16:creationId xmlns:a16="http://schemas.microsoft.com/office/drawing/2014/main" id="{EBA9184B-FAF2-4733-A498-9B71F3E74CC7}"/>
                </a:ext>
              </a:extLst>
            </p:cNvPr>
            <p:cNvSpPr txBox="1"/>
            <p:nvPr/>
          </p:nvSpPr>
          <p:spPr>
            <a:xfrm>
              <a:off x="7966387" y="5999602"/>
              <a:ext cx="1986839" cy="369332"/>
            </a:xfrm>
            <a:prstGeom prst="rect">
              <a:avLst/>
            </a:prstGeom>
            <a:noFill/>
          </p:spPr>
          <p:txBody>
            <a:bodyPr wrap="square" rtlCol="0">
              <a:spAutoFit/>
            </a:bodyPr>
            <a:lstStyle/>
            <a:p>
              <a:pPr algn="ctr"/>
              <a:r>
                <a:rPr lang="zh-CN" altLang="en-US" b="1" dirty="0">
                  <a:latin typeface="+mn-ea"/>
                </a:rPr>
                <a:t>交换式以太网</a:t>
              </a:r>
            </a:p>
          </p:txBody>
        </p:sp>
      </p:grpSp>
      <p:sp>
        <p:nvSpPr>
          <p:cNvPr id="72" name="文本框 71">
            <a:extLst>
              <a:ext uri="{FF2B5EF4-FFF2-40B4-BE49-F238E27FC236}">
                <a16:creationId xmlns:a16="http://schemas.microsoft.com/office/drawing/2014/main" id="{694982CA-BBE3-4971-A06F-36B59AA7466A}"/>
              </a:ext>
            </a:extLst>
          </p:cNvPr>
          <p:cNvSpPr txBox="1"/>
          <p:nvPr/>
        </p:nvSpPr>
        <p:spPr>
          <a:xfrm>
            <a:off x="5130878" y="736280"/>
            <a:ext cx="2922270" cy="400110"/>
          </a:xfrm>
          <a:prstGeom prst="rect">
            <a:avLst/>
          </a:prstGeom>
          <a:noFill/>
        </p:spPr>
        <p:txBody>
          <a:bodyPr wrap="square" rtlCol="0">
            <a:spAutoFit/>
          </a:bodyPr>
          <a:lstStyle/>
          <a:p>
            <a:r>
              <a:rPr lang="en-US" altLang="zh-CN" sz="2000" b="1" dirty="0">
                <a:solidFill>
                  <a:schemeClr val="tx1"/>
                </a:solidFill>
                <a:latin typeface="Arial Narrow" panose="020B0606020202030204" pitchFamily="34" charset="0"/>
              </a:rPr>
              <a:t>(</a:t>
            </a:r>
            <a:r>
              <a:rPr lang="zh-CN" altLang="en-US" sz="2000" b="1" dirty="0">
                <a:solidFill>
                  <a:schemeClr val="tx1"/>
                </a:solidFill>
                <a:latin typeface="Arial Narrow" panose="020B0606020202030204" pitchFamily="34" charset="0"/>
              </a:rPr>
              <a:t>集线器与交换机的对比</a:t>
            </a:r>
            <a:r>
              <a:rPr lang="en-US" altLang="zh-CN" sz="2000" b="1" dirty="0">
                <a:solidFill>
                  <a:schemeClr val="tx1"/>
                </a:solidFill>
                <a:latin typeface="Arial Narrow" panose="020B0606020202030204" pitchFamily="34" charset="0"/>
              </a:rPr>
              <a:t>)</a:t>
            </a:r>
          </a:p>
        </p:txBody>
      </p:sp>
      <p:sp>
        <p:nvSpPr>
          <p:cNvPr id="8" name="矩形 7">
            <a:extLst>
              <a:ext uri="{FF2B5EF4-FFF2-40B4-BE49-F238E27FC236}">
                <a16:creationId xmlns:a16="http://schemas.microsoft.com/office/drawing/2014/main" id="{27E624FC-743D-4AEE-8686-185520767380}"/>
              </a:ext>
            </a:extLst>
          </p:cNvPr>
          <p:cNvSpPr/>
          <p:nvPr/>
        </p:nvSpPr>
        <p:spPr>
          <a:xfrm>
            <a:off x="8256188" y="1013854"/>
            <a:ext cx="3623543" cy="671205"/>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r>
              <a:rPr lang="zh-CN" altLang="en-US" b="1" dirty="0"/>
              <a:t>假设交换机的转发表已经学习到了所有主机与自己各接口的对应关系</a:t>
            </a:r>
          </a:p>
        </p:txBody>
      </p:sp>
      <p:sp>
        <p:nvSpPr>
          <p:cNvPr id="55" name="爆炸形: 8 pt  54">
            <a:extLst>
              <a:ext uri="{FF2B5EF4-FFF2-40B4-BE49-F238E27FC236}">
                <a16:creationId xmlns:a16="http://schemas.microsoft.com/office/drawing/2014/main" id="{1EF0AEBC-9845-44EB-8FD6-AC6689EFC830}"/>
              </a:ext>
            </a:extLst>
          </p:cNvPr>
          <p:cNvSpPr/>
          <p:nvPr/>
        </p:nvSpPr>
        <p:spPr>
          <a:xfrm>
            <a:off x="2695661" y="3165917"/>
            <a:ext cx="1160614" cy="965277"/>
          </a:xfrm>
          <a:prstGeom prst="irregularSeal1">
            <a:avLst/>
          </a:prstGeom>
          <a:solidFill>
            <a:srgbClr val="FF0000"/>
          </a:solidFill>
          <a:ln>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zh-CN" altLang="en-US" b="1" dirty="0">
                <a:latin typeface="+mn-ea"/>
              </a:rPr>
              <a:t>碰撞</a:t>
            </a:r>
          </a:p>
        </p:txBody>
      </p:sp>
      <p:sp>
        <p:nvSpPr>
          <p:cNvPr id="95" name="文本框 94">
            <a:extLst>
              <a:ext uri="{FF2B5EF4-FFF2-40B4-BE49-F238E27FC236}">
                <a16:creationId xmlns:a16="http://schemas.microsoft.com/office/drawing/2014/main" id="{33CF5C16-3C4F-48CF-8226-037CEF7411C0}"/>
              </a:ext>
            </a:extLst>
          </p:cNvPr>
          <p:cNvSpPr txBox="1"/>
          <p:nvPr/>
        </p:nvSpPr>
        <p:spPr>
          <a:xfrm>
            <a:off x="2309679" y="2075280"/>
            <a:ext cx="662814" cy="369332"/>
          </a:xfrm>
          <a:prstGeom prst="rect">
            <a:avLst/>
          </a:prstGeom>
          <a:noFill/>
        </p:spPr>
        <p:txBody>
          <a:bodyPr wrap="square" rtlCol="0">
            <a:spAutoFit/>
          </a:bodyPr>
          <a:lstStyle/>
          <a:p>
            <a:pPr algn="ctr"/>
            <a:r>
              <a:rPr lang="zh-CN" altLang="en-US" b="1" dirty="0">
                <a:solidFill>
                  <a:schemeClr val="accent1">
                    <a:lumMod val="75000"/>
                  </a:schemeClr>
                </a:solidFill>
                <a:latin typeface="+mn-ea"/>
              </a:rPr>
              <a:t>丢弃</a:t>
            </a:r>
            <a:endParaRPr lang="en-US" altLang="zh-CN" b="1" dirty="0">
              <a:solidFill>
                <a:schemeClr val="accent1">
                  <a:lumMod val="75000"/>
                </a:schemeClr>
              </a:solidFill>
              <a:latin typeface="+mn-ea"/>
            </a:endParaRPr>
          </a:p>
        </p:txBody>
      </p:sp>
      <p:sp>
        <p:nvSpPr>
          <p:cNvPr id="96" name="文本框 95">
            <a:extLst>
              <a:ext uri="{FF2B5EF4-FFF2-40B4-BE49-F238E27FC236}">
                <a16:creationId xmlns:a16="http://schemas.microsoft.com/office/drawing/2014/main" id="{C51E0EE8-3267-4B0C-9078-57A9BE7BF3A0}"/>
              </a:ext>
            </a:extLst>
          </p:cNvPr>
          <p:cNvSpPr txBox="1"/>
          <p:nvPr/>
        </p:nvSpPr>
        <p:spPr>
          <a:xfrm>
            <a:off x="4395499" y="3029497"/>
            <a:ext cx="662814" cy="369332"/>
          </a:xfrm>
          <a:prstGeom prst="rect">
            <a:avLst/>
          </a:prstGeom>
          <a:noFill/>
        </p:spPr>
        <p:txBody>
          <a:bodyPr wrap="square" rtlCol="0">
            <a:spAutoFit/>
          </a:bodyPr>
          <a:lstStyle/>
          <a:p>
            <a:pPr algn="ctr"/>
            <a:r>
              <a:rPr lang="zh-CN" altLang="en-US" b="1" dirty="0">
                <a:solidFill>
                  <a:schemeClr val="accent1">
                    <a:lumMod val="75000"/>
                  </a:schemeClr>
                </a:solidFill>
                <a:latin typeface="+mn-ea"/>
              </a:rPr>
              <a:t>丢弃</a:t>
            </a:r>
            <a:endParaRPr lang="en-US" altLang="zh-CN" b="1" dirty="0">
              <a:solidFill>
                <a:schemeClr val="accent1">
                  <a:lumMod val="75000"/>
                </a:schemeClr>
              </a:solidFill>
              <a:latin typeface="+mn-ea"/>
            </a:endParaRPr>
          </a:p>
        </p:txBody>
      </p:sp>
      <p:sp>
        <p:nvSpPr>
          <p:cNvPr id="97" name="文本框 96">
            <a:extLst>
              <a:ext uri="{FF2B5EF4-FFF2-40B4-BE49-F238E27FC236}">
                <a16:creationId xmlns:a16="http://schemas.microsoft.com/office/drawing/2014/main" id="{19BE4B2A-98C7-4108-8858-D12F1DBB4812}"/>
              </a:ext>
            </a:extLst>
          </p:cNvPr>
          <p:cNvSpPr txBox="1"/>
          <p:nvPr/>
        </p:nvSpPr>
        <p:spPr>
          <a:xfrm>
            <a:off x="2309679" y="4986377"/>
            <a:ext cx="662814" cy="369332"/>
          </a:xfrm>
          <a:prstGeom prst="rect">
            <a:avLst/>
          </a:prstGeom>
          <a:noFill/>
        </p:spPr>
        <p:txBody>
          <a:bodyPr wrap="square" rtlCol="0">
            <a:spAutoFit/>
          </a:bodyPr>
          <a:lstStyle/>
          <a:p>
            <a:pPr algn="ctr"/>
            <a:r>
              <a:rPr lang="zh-CN" altLang="en-US" b="1" dirty="0">
                <a:solidFill>
                  <a:schemeClr val="accent1">
                    <a:lumMod val="75000"/>
                  </a:schemeClr>
                </a:solidFill>
                <a:latin typeface="+mn-ea"/>
              </a:rPr>
              <a:t>丢弃</a:t>
            </a:r>
            <a:endParaRPr lang="en-US" altLang="zh-CN" b="1" dirty="0">
              <a:solidFill>
                <a:schemeClr val="accent1">
                  <a:lumMod val="75000"/>
                </a:schemeClr>
              </a:solidFill>
              <a:latin typeface="+mn-ea"/>
            </a:endParaRPr>
          </a:p>
        </p:txBody>
      </p:sp>
      <p:sp>
        <p:nvSpPr>
          <p:cNvPr id="73" name="平行四边形 72">
            <a:extLst>
              <a:ext uri="{FF2B5EF4-FFF2-40B4-BE49-F238E27FC236}">
                <a16:creationId xmlns:a16="http://schemas.microsoft.com/office/drawing/2014/main" id="{EADB8627-B420-867C-3AA3-06BA366E6C16}"/>
              </a:ext>
            </a:extLst>
          </p:cNvPr>
          <p:cNvSpPr/>
          <p:nvPr/>
        </p:nvSpPr>
        <p:spPr>
          <a:xfrm>
            <a:off x="304799" y="749300"/>
            <a:ext cx="688541" cy="387090"/>
          </a:xfrm>
          <a:prstGeom prst="parallelogram">
            <a:avLst/>
          </a:prstGeom>
          <a:solidFill>
            <a:schemeClr val="accent3">
              <a:lumMod val="75000"/>
            </a:schemeClr>
          </a:solidFill>
          <a:ln>
            <a:solidFill>
              <a:schemeClr val="accent3">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CN" sz="2200" dirty="0">
                <a:latin typeface="Impact" panose="020B0806030902050204" pitchFamily="34" charset="0"/>
              </a:rPr>
              <a:t>03</a:t>
            </a:r>
            <a:endParaRPr lang="zh-CN" altLang="en-US" sz="2200" dirty="0">
              <a:latin typeface="Impact" panose="020B0806030902050204" pitchFamily="34" charset="0"/>
            </a:endParaRPr>
          </a:p>
        </p:txBody>
      </p:sp>
    </p:spTree>
    <p:custDataLst>
      <p:tags r:id="rId1"/>
    </p:custDataLst>
    <p:extLst>
      <p:ext uri="{BB962C8B-B14F-4D97-AF65-F5344CB8AC3E}">
        <p14:creationId xmlns:p14="http://schemas.microsoft.com/office/powerpoint/2010/main" val="982887739"/>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49" presetClass="entr" presetSubtype="0" decel="100000" fill="hold" grpId="0" nodeType="withEffect">
                                  <p:stCondLst>
                                    <p:cond delay="0"/>
                                  </p:stCondLst>
                                  <p:childTnLst>
                                    <p:set>
                                      <p:cBhvr>
                                        <p:cTn id="6" dur="1" fill="hold">
                                          <p:stCondLst>
                                            <p:cond delay="0"/>
                                          </p:stCondLst>
                                        </p:cTn>
                                        <p:tgtEl>
                                          <p:spTgt spid="55"/>
                                        </p:tgtEl>
                                        <p:attrNameLst>
                                          <p:attrName>style.visibility</p:attrName>
                                        </p:attrNameLst>
                                      </p:cBhvr>
                                      <p:to>
                                        <p:strVal val="visible"/>
                                      </p:to>
                                    </p:set>
                                    <p:anim calcmode="lin" valueType="num">
                                      <p:cBhvr>
                                        <p:cTn id="7" dur="500" fill="hold"/>
                                        <p:tgtEl>
                                          <p:spTgt spid="55"/>
                                        </p:tgtEl>
                                        <p:attrNameLst>
                                          <p:attrName>ppt_w</p:attrName>
                                        </p:attrNameLst>
                                      </p:cBhvr>
                                      <p:tavLst>
                                        <p:tav tm="0">
                                          <p:val>
                                            <p:fltVal val="0"/>
                                          </p:val>
                                        </p:tav>
                                        <p:tav tm="100000">
                                          <p:val>
                                            <p:strVal val="#ppt_w"/>
                                          </p:val>
                                        </p:tav>
                                      </p:tavLst>
                                    </p:anim>
                                    <p:anim calcmode="lin" valueType="num">
                                      <p:cBhvr>
                                        <p:cTn id="8" dur="500" fill="hold"/>
                                        <p:tgtEl>
                                          <p:spTgt spid="55"/>
                                        </p:tgtEl>
                                        <p:attrNameLst>
                                          <p:attrName>ppt_h</p:attrName>
                                        </p:attrNameLst>
                                      </p:cBhvr>
                                      <p:tavLst>
                                        <p:tav tm="0">
                                          <p:val>
                                            <p:fltVal val="0"/>
                                          </p:val>
                                        </p:tav>
                                        <p:tav tm="100000">
                                          <p:val>
                                            <p:strVal val="#ppt_h"/>
                                          </p:val>
                                        </p:tav>
                                      </p:tavLst>
                                    </p:anim>
                                    <p:anim calcmode="lin" valueType="num">
                                      <p:cBhvr>
                                        <p:cTn id="9" dur="500" fill="hold"/>
                                        <p:tgtEl>
                                          <p:spTgt spid="55"/>
                                        </p:tgtEl>
                                        <p:attrNameLst>
                                          <p:attrName>style.rotation</p:attrName>
                                        </p:attrNameLst>
                                      </p:cBhvr>
                                      <p:tavLst>
                                        <p:tav tm="0">
                                          <p:val>
                                            <p:fltVal val="360"/>
                                          </p:val>
                                        </p:tav>
                                        <p:tav tm="100000">
                                          <p:val>
                                            <p:fltVal val="0"/>
                                          </p:val>
                                        </p:tav>
                                      </p:tavLst>
                                    </p:anim>
                                    <p:animEffect transition="in" filter="fade">
                                      <p:cBhvr>
                                        <p:cTn id="10" dur="500"/>
                                        <p:tgtEl>
                                          <p:spTgt spid="55"/>
                                        </p:tgtEl>
                                      </p:cBhvr>
                                    </p:animEffect>
                                  </p:childTnLst>
                                </p:cTn>
                              </p:par>
                            </p:childTnLst>
                          </p:cTn>
                        </p:par>
                      </p:childTnLst>
                    </p:cTn>
                  </p:par>
                  <p:par>
                    <p:cTn id="11" fill="hold">
                      <p:stCondLst>
                        <p:cond delay="indefinite"/>
                      </p:stCondLst>
                      <p:childTnLst>
                        <p:par>
                          <p:cTn id="12" fill="hold">
                            <p:stCondLst>
                              <p:cond delay="0"/>
                            </p:stCondLst>
                            <p:childTnLst>
                              <p:par>
                                <p:cTn id="13" presetID="12" presetClass="entr" presetSubtype="2" fill="hold" nodeType="clickEffect">
                                  <p:stCondLst>
                                    <p:cond delay="0"/>
                                  </p:stCondLst>
                                  <p:childTnLst>
                                    <p:set>
                                      <p:cBhvr>
                                        <p:cTn id="14" dur="1" fill="hold">
                                          <p:stCondLst>
                                            <p:cond delay="0"/>
                                          </p:stCondLst>
                                        </p:cTn>
                                        <p:tgtEl>
                                          <p:spTgt spid="86"/>
                                        </p:tgtEl>
                                        <p:attrNameLst>
                                          <p:attrName>style.visibility</p:attrName>
                                        </p:attrNameLst>
                                      </p:cBhvr>
                                      <p:to>
                                        <p:strVal val="visible"/>
                                      </p:to>
                                    </p:set>
                                    <p:anim calcmode="lin" valueType="num">
                                      <p:cBhvr additive="base">
                                        <p:cTn id="15" dur="500"/>
                                        <p:tgtEl>
                                          <p:spTgt spid="86"/>
                                        </p:tgtEl>
                                        <p:attrNameLst>
                                          <p:attrName>ppt_x</p:attrName>
                                        </p:attrNameLst>
                                      </p:cBhvr>
                                      <p:tavLst>
                                        <p:tav tm="0">
                                          <p:val>
                                            <p:strVal val="#ppt_x+#ppt_w*1.125000"/>
                                          </p:val>
                                        </p:tav>
                                        <p:tav tm="100000">
                                          <p:val>
                                            <p:strVal val="#ppt_x"/>
                                          </p:val>
                                        </p:tav>
                                      </p:tavLst>
                                    </p:anim>
                                    <p:animEffect transition="in" filter="wipe(left)">
                                      <p:cBhvr>
                                        <p:cTn id="16" dur="500"/>
                                        <p:tgtEl>
                                          <p:spTgt spid="86"/>
                                        </p:tgtEl>
                                      </p:cBhvr>
                                    </p:animEffect>
                                  </p:childTnLst>
                                </p:cTn>
                              </p:par>
                              <p:par>
                                <p:cTn id="17" presetID="12" presetClass="entr" presetSubtype="4" fill="hold" nodeType="withEffect">
                                  <p:stCondLst>
                                    <p:cond delay="0"/>
                                  </p:stCondLst>
                                  <p:childTnLst>
                                    <p:set>
                                      <p:cBhvr>
                                        <p:cTn id="18" dur="1" fill="hold">
                                          <p:stCondLst>
                                            <p:cond delay="0"/>
                                          </p:stCondLst>
                                        </p:cTn>
                                        <p:tgtEl>
                                          <p:spTgt spid="92"/>
                                        </p:tgtEl>
                                        <p:attrNameLst>
                                          <p:attrName>style.visibility</p:attrName>
                                        </p:attrNameLst>
                                      </p:cBhvr>
                                      <p:to>
                                        <p:strVal val="visible"/>
                                      </p:to>
                                    </p:set>
                                    <p:anim calcmode="lin" valueType="num">
                                      <p:cBhvr additive="base">
                                        <p:cTn id="19" dur="500"/>
                                        <p:tgtEl>
                                          <p:spTgt spid="92"/>
                                        </p:tgtEl>
                                        <p:attrNameLst>
                                          <p:attrName>ppt_y</p:attrName>
                                        </p:attrNameLst>
                                      </p:cBhvr>
                                      <p:tavLst>
                                        <p:tav tm="0">
                                          <p:val>
                                            <p:strVal val="#ppt_y+#ppt_h*1.125000"/>
                                          </p:val>
                                        </p:tav>
                                        <p:tav tm="100000">
                                          <p:val>
                                            <p:strVal val="#ppt_y"/>
                                          </p:val>
                                        </p:tav>
                                      </p:tavLst>
                                    </p:anim>
                                    <p:animEffect transition="in" filter="wipe(up)">
                                      <p:cBhvr>
                                        <p:cTn id="20" dur="500"/>
                                        <p:tgtEl>
                                          <p:spTgt spid="92"/>
                                        </p:tgtEl>
                                      </p:cBhvr>
                                    </p:animEffect>
                                  </p:childTnLst>
                                </p:cTn>
                              </p:par>
                              <p:par>
                                <p:cTn id="21" presetID="12" presetClass="entr" presetSubtype="1" fill="hold" nodeType="withEffect">
                                  <p:stCondLst>
                                    <p:cond delay="0"/>
                                  </p:stCondLst>
                                  <p:childTnLst>
                                    <p:set>
                                      <p:cBhvr>
                                        <p:cTn id="22" dur="1" fill="hold">
                                          <p:stCondLst>
                                            <p:cond delay="0"/>
                                          </p:stCondLst>
                                        </p:cTn>
                                        <p:tgtEl>
                                          <p:spTgt spid="89"/>
                                        </p:tgtEl>
                                        <p:attrNameLst>
                                          <p:attrName>style.visibility</p:attrName>
                                        </p:attrNameLst>
                                      </p:cBhvr>
                                      <p:to>
                                        <p:strVal val="visible"/>
                                      </p:to>
                                    </p:set>
                                    <p:anim calcmode="lin" valueType="num">
                                      <p:cBhvr additive="base">
                                        <p:cTn id="23" dur="500"/>
                                        <p:tgtEl>
                                          <p:spTgt spid="89"/>
                                        </p:tgtEl>
                                        <p:attrNameLst>
                                          <p:attrName>ppt_y</p:attrName>
                                        </p:attrNameLst>
                                      </p:cBhvr>
                                      <p:tavLst>
                                        <p:tav tm="0">
                                          <p:val>
                                            <p:strVal val="#ppt_y-#ppt_h*1.125000"/>
                                          </p:val>
                                        </p:tav>
                                        <p:tav tm="100000">
                                          <p:val>
                                            <p:strVal val="#ppt_y"/>
                                          </p:val>
                                        </p:tav>
                                      </p:tavLst>
                                    </p:anim>
                                    <p:animEffect transition="in" filter="wipe(down)">
                                      <p:cBhvr>
                                        <p:cTn id="24" dur="500"/>
                                        <p:tgtEl>
                                          <p:spTgt spid="89"/>
                                        </p:tgtEl>
                                      </p:cBhvr>
                                    </p:animEffect>
                                  </p:childTnLst>
                                </p:cTn>
                              </p:par>
                              <p:par>
                                <p:cTn id="25" presetID="12" presetClass="entr" presetSubtype="8" fill="hold" nodeType="withEffect">
                                  <p:stCondLst>
                                    <p:cond delay="0"/>
                                  </p:stCondLst>
                                  <p:childTnLst>
                                    <p:set>
                                      <p:cBhvr>
                                        <p:cTn id="26" dur="1" fill="hold">
                                          <p:stCondLst>
                                            <p:cond delay="0"/>
                                          </p:stCondLst>
                                        </p:cTn>
                                        <p:tgtEl>
                                          <p:spTgt spid="98"/>
                                        </p:tgtEl>
                                        <p:attrNameLst>
                                          <p:attrName>style.visibility</p:attrName>
                                        </p:attrNameLst>
                                      </p:cBhvr>
                                      <p:to>
                                        <p:strVal val="visible"/>
                                      </p:to>
                                    </p:set>
                                    <p:anim calcmode="lin" valueType="num">
                                      <p:cBhvr additive="base">
                                        <p:cTn id="27" dur="500"/>
                                        <p:tgtEl>
                                          <p:spTgt spid="98"/>
                                        </p:tgtEl>
                                        <p:attrNameLst>
                                          <p:attrName>ppt_x</p:attrName>
                                        </p:attrNameLst>
                                      </p:cBhvr>
                                      <p:tavLst>
                                        <p:tav tm="0">
                                          <p:val>
                                            <p:strVal val="#ppt_x-#ppt_w*1.125000"/>
                                          </p:val>
                                        </p:tav>
                                        <p:tav tm="100000">
                                          <p:val>
                                            <p:strVal val="#ppt_x"/>
                                          </p:val>
                                        </p:tav>
                                      </p:tavLst>
                                    </p:anim>
                                    <p:animEffect transition="in" filter="wipe(right)">
                                      <p:cBhvr>
                                        <p:cTn id="28" dur="500"/>
                                        <p:tgtEl>
                                          <p:spTgt spid="98"/>
                                        </p:tgtEl>
                                      </p:cBhvr>
                                    </p:animEffect>
                                  </p:childTnLst>
                                </p:cTn>
                              </p:par>
                            </p:childTnLst>
                          </p:cTn>
                        </p:par>
                      </p:childTnLst>
                    </p:cTn>
                  </p:par>
                  <p:par>
                    <p:cTn id="29" fill="hold">
                      <p:stCondLst>
                        <p:cond delay="indefinite"/>
                      </p:stCondLst>
                      <p:childTnLst>
                        <p:par>
                          <p:cTn id="30" fill="hold">
                            <p:stCondLst>
                              <p:cond delay="0"/>
                            </p:stCondLst>
                            <p:childTnLst>
                              <p:par>
                                <p:cTn id="31" presetID="53" presetClass="entr" presetSubtype="16" fill="hold" grpId="0" nodeType="clickEffect">
                                  <p:stCondLst>
                                    <p:cond delay="0"/>
                                  </p:stCondLst>
                                  <p:childTnLst>
                                    <p:set>
                                      <p:cBhvr>
                                        <p:cTn id="32" dur="1" fill="hold">
                                          <p:stCondLst>
                                            <p:cond delay="0"/>
                                          </p:stCondLst>
                                        </p:cTn>
                                        <p:tgtEl>
                                          <p:spTgt spid="95"/>
                                        </p:tgtEl>
                                        <p:attrNameLst>
                                          <p:attrName>style.visibility</p:attrName>
                                        </p:attrNameLst>
                                      </p:cBhvr>
                                      <p:to>
                                        <p:strVal val="visible"/>
                                      </p:to>
                                    </p:set>
                                    <p:anim calcmode="lin" valueType="num">
                                      <p:cBhvr>
                                        <p:cTn id="33" dur="500" fill="hold"/>
                                        <p:tgtEl>
                                          <p:spTgt spid="95"/>
                                        </p:tgtEl>
                                        <p:attrNameLst>
                                          <p:attrName>ppt_w</p:attrName>
                                        </p:attrNameLst>
                                      </p:cBhvr>
                                      <p:tavLst>
                                        <p:tav tm="0">
                                          <p:val>
                                            <p:fltVal val="0"/>
                                          </p:val>
                                        </p:tav>
                                        <p:tav tm="100000">
                                          <p:val>
                                            <p:strVal val="#ppt_w"/>
                                          </p:val>
                                        </p:tav>
                                      </p:tavLst>
                                    </p:anim>
                                    <p:anim calcmode="lin" valueType="num">
                                      <p:cBhvr>
                                        <p:cTn id="34" dur="500" fill="hold"/>
                                        <p:tgtEl>
                                          <p:spTgt spid="95"/>
                                        </p:tgtEl>
                                        <p:attrNameLst>
                                          <p:attrName>ppt_h</p:attrName>
                                        </p:attrNameLst>
                                      </p:cBhvr>
                                      <p:tavLst>
                                        <p:tav tm="0">
                                          <p:val>
                                            <p:fltVal val="0"/>
                                          </p:val>
                                        </p:tav>
                                        <p:tav tm="100000">
                                          <p:val>
                                            <p:strVal val="#ppt_h"/>
                                          </p:val>
                                        </p:tav>
                                      </p:tavLst>
                                    </p:anim>
                                    <p:animEffect transition="in" filter="fade">
                                      <p:cBhvr>
                                        <p:cTn id="35" dur="500"/>
                                        <p:tgtEl>
                                          <p:spTgt spid="95"/>
                                        </p:tgtEl>
                                      </p:cBhvr>
                                    </p:animEffect>
                                  </p:childTnLst>
                                </p:cTn>
                              </p:par>
                              <p:par>
                                <p:cTn id="36" presetID="53" presetClass="entr" presetSubtype="16" fill="hold" grpId="0" nodeType="withEffect">
                                  <p:stCondLst>
                                    <p:cond delay="0"/>
                                  </p:stCondLst>
                                  <p:childTnLst>
                                    <p:set>
                                      <p:cBhvr>
                                        <p:cTn id="37" dur="1" fill="hold">
                                          <p:stCondLst>
                                            <p:cond delay="0"/>
                                          </p:stCondLst>
                                        </p:cTn>
                                        <p:tgtEl>
                                          <p:spTgt spid="96"/>
                                        </p:tgtEl>
                                        <p:attrNameLst>
                                          <p:attrName>style.visibility</p:attrName>
                                        </p:attrNameLst>
                                      </p:cBhvr>
                                      <p:to>
                                        <p:strVal val="visible"/>
                                      </p:to>
                                    </p:set>
                                    <p:anim calcmode="lin" valueType="num">
                                      <p:cBhvr>
                                        <p:cTn id="38" dur="500" fill="hold"/>
                                        <p:tgtEl>
                                          <p:spTgt spid="96"/>
                                        </p:tgtEl>
                                        <p:attrNameLst>
                                          <p:attrName>ppt_w</p:attrName>
                                        </p:attrNameLst>
                                      </p:cBhvr>
                                      <p:tavLst>
                                        <p:tav tm="0">
                                          <p:val>
                                            <p:fltVal val="0"/>
                                          </p:val>
                                        </p:tav>
                                        <p:tav tm="100000">
                                          <p:val>
                                            <p:strVal val="#ppt_w"/>
                                          </p:val>
                                        </p:tav>
                                      </p:tavLst>
                                    </p:anim>
                                    <p:anim calcmode="lin" valueType="num">
                                      <p:cBhvr>
                                        <p:cTn id="39" dur="500" fill="hold"/>
                                        <p:tgtEl>
                                          <p:spTgt spid="96"/>
                                        </p:tgtEl>
                                        <p:attrNameLst>
                                          <p:attrName>ppt_h</p:attrName>
                                        </p:attrNameLst>
                                      </p:cBhvr>
                                      <p:tavLst>
                                        <p:tav tm="0">
                                          <p:val>
                                            <p:fltVal val="0"/>
                                          </p:val>
                                        </p:tav>
                                        <p:tav tm="100000">
                                          <p:val>
                                            <p:strVal val="#ppt_h"/>
                                          </p:val>
                                        </p:tav>
                                      </p:tavLst>
                                    </p:anim>
                                    <p:animEffect transition="in" filter="fade">
                                      <p:cBhvr>
                                        <p:cTn id="40" dur="500"/>
                                        <p:tgtEl>
                                          <p:spTgt spid="96"/>
                                        </p:tgtEl>
                                      </p:cBhvr>
                                    </p:animEffect>
                                  </p:childTnLst>
                                </p:cTn>
                              </p:par>
                              <p:par>
                                <p:cTn id="41" presetID="53" presetClass="entr" presetSubtype="16" fill="hold" grpId="0" nodeType="withEffect">
                                  <p:stCondLst>
                                    <p:cond delay="0"/>
                                  </p:stCondLst>
                                  <p:childTnLst>
                                    <p:set>
                                      <p:cBhvr>
                                        <p:cTn id="42" dur="1" fill="hold">
                                          <p:stCondLst>
                                            <p:cond delay="0"/>
                                          </p:stCondLst>
                                        </p:cTn>
                                        <p:tgtEl>
                                          <p:spTgt spid="97"/>
                                        </p:tgtEl>
                                        <p:attrNameLst>
                                          <p:attrName>style.visibility</p:attrName>
                                        </p:attrNameLst>
                                      </p:cBhvr>
                                      <p:to>
                                        <p:strVal val="visible"/>
                                      </p:to>
                                    </p:set>
                                    <p:anim calcmode="lin" valueType="num">
                                      <p:cBhvr>
                                        <p:cTn id="43" dur="500" fill="hold"/>
                                        <p:tgtEl>
                                          <p:spTgt spid="97"/>
                                        </p:tgtEl>
                                        <p:attrNameLst>
                                          <p:attrName>ppt_w</p:attrName>
                                        </p:attrNameLst>
                                      </p:cBhvr>
                                      <p:tavLst>
                                        <p:tav tm="0">
                                          <p:val>
                                            <p:fltVal val="0"/>
                                          </p:val>
                                        </p:tav>
                                        <p:tav tm="100000">
                                          <p:val>
                                            <p:strVal val="#ppt_w"/>
                                          </p:val>
                                        </p:tav>
                                      </p:tavLst>
                                    </p:anim>
                                    <p:anim calcmode="lin" valueType="num">
                                      <p:cBhvr>
                                        <p:cTn id="44" dur="500" fill="hold"/>
                                        <p:tgtEl>
                                          <p:spTgt spid="97"/>
                                        </p:tgtEl>
                                        <p:attrNameLst>
                                          <p:attrName>ppt_h</p:attrName>
                                        </p:attrNameLst>
                                      </p:cBhvr>
                                      <p:tavLst>
                                        <p:tav tm="0">
                                          <p:val>
                                            <p:fltVal val="0"/>
                                          </p:val>
                                        </p:tav>
                                        <p:tav tm="100000">
                                          <p:val>
                                            <p:strVal val="#ppt_h"/>
                                          </p:val>
                                        </p:tav>
                                      </p:tavLst>
                                    </p:anim>
                                    <p:animEffect transition="in" filter="fade">
                                      <p:cBhvr>
                                        <p:cTn id="45" dur="500"/>
                                        <p:tgtEl>
                                          <p:spTgt spid="97"/>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5" grpId="0" animBg="1"/>
      <p:bldP spid="95" grpId="0"/>
      <p:bldP spid="96" grpId="0"/>
      <p:bldP spid="97" grpId="0"/>
    </p:bldLst>
  </p:timing>
</p:sld>
</file>

<file path=ppt/slides/slide43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86" name="组合 85">
            <a:extLst>
              <a:ext uri="{FF2B5EF4-FFF2-40B4-BE49-F238E27FC236}">
                <a16:creationId xmlns:a16="http://schemas.microsoft.com/office/drawing/2014/main" id="{857AC8A9-E951-4460-9BBD-7A0CE2C3CCAE}"/>
              </a:ext>
            </a:extLst>
          </p:cNvPr>
          <p:cNvGrpSpPr/>
          <p:nvPr/>
        </p:nvGrpSpPr>
        <p:grpSpPr>
          <a:xfrm>
            <a:off x="1944694" y="3795944"/>
            <a:ext cx="899400" cy="307777"/>
            <a:chOff x="5890175" y="5591768"/>
            <a:chExt cx="899400" cy="307777"/>
          </a:xfrm>
        </p:grpSpPr>
        <p:sp>
          <p:nvSpPr>
            <p:cNvPr id="87" name="标注: 右箭头 86">
              <a:extLst>
                <a:ext uri="{FF2B5EF4-FFF2-40B4-BE49-F238E27FC236}">
                  <a16:creationId xmlns:a16="http://schemas.microsoft.com/office/drawing/2014/main" id="{03AB0EB8-3CD1-4808-8607-A77F6833D75E}"/>
                </a:ext>
              </a:extLst>
            </p:cNvPr>
            <p:cNvSpPr/>
            <p:nvPr/>
          </p:nvSpPr>
          <p:spPr>
            <a:xfrm rot="10800000">
              <a:off x="5890175" y="5597390"/>
              <a:ext cx="854441" cy="292308"/>
            </a:xfrm>
            <a:prstGeom prst="rightArrowCallout">
              <a:avLst>
                <a:gd name="adj1" fmla="val 25000"/>
                <a:gd name="adj2" fmla="val 20833"/>
                <a:gd name="adj3" fmla="val 36378"/>
                <a:gd name="adj4" fmla="val 77646"/>
              </a:avLst>
            </a:prstGeom>
            <a:solidFill>
              <a:schemeClr val="accent1">
                <a:lumMod val="75000"/>
              </a:schemeClr>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sz="1400" b="1" dirty="0">
                <a:solidFill>
                  <a:schemeClr val="tx1"/>
                </a:solidFill>
                <a:latin typeface="+mn-ea"/>
              </a:endParaRPr>
            </a:p>
          </p:txBody>
        </p:sp>
        <p:sp>
          <p:nvSpPr>
            <p:cNvPr id="88" name="文本框 87">
              <a:extLst>
                <a:ext uri="{FF2B5EF4-FFF2-40B4-BE49-F238E27FC236}">
                  <a16:creationId xmlns:a16="http://schemas.microsoft.com/office/drawing/2014/main" id="{FB045444-6F08-48C7-8B92-BC6AF4996EB0}"/>
                </a:ext>
              </a:extLst>
            </p:cNvPr>
            <p:cNvSpPr txBox="1"/>
            <p:nvPr/>
          </p:nvSpPr>
          <p:spPr>
            <a:xfrm>
              <a:off x="6041205" y="5591768"/>
              <a:ext cx="748370" cy="307777"/>
            </a:xfrm>
            <a:prstGeom prst="rect">
              <a:avLst/>
            </a:prstGeom>
            <a:noFill/>
          </p:spPr>
          <p:txBody>
            <a:bodyPr wrap="square">
              <a:spAutoFit/>
            </a:bodyPr>
            <a:lstStyle/>
            <a:p>
              <a:pPr algn="ctr"/>
              <a:r>
                <a:rPr lang="zh-CN" altLang="en-US" sz="1400" b="1" dirty="0">
                  <a:solidFill>
                    <a:schemeClr val="bg1"/>
                  </a:solidFill>
                  <a:latin typeface="+mn-ea"/>
                </a:rPr>
                <a:t>碰撞帧</a:t>
              </a:r>
            </a:p>
          </p:txBody>
        </p:sp>
      </p:grpSp>
      <p:grpSp>
        <p:nvGrpSpPr>
          <p:cNvPr id="89" name="组合 88">
            <a:extLst>
              <a:ext uri="{FF2B5EF4-FFF2-40B4-BE49-F238E27FC236}">
                <a16:creationId xmlns:a16="http://schemas.microsoft.com/office/drawing/2014/main" id="{0447672C-D948-4F27-8050-DDDD9C07A3D4}"/>
              </a:ext>
            </a:extLst>
          </p:cNvPr>
          <p:cNvGrpSpPr/>
          <p:nvPr/>
        </p:nvGrpSpPr>
        <p:grpSpPr>
          <a:xfrm rot="16200000">
            <a:off x="2580460" y="4385350"/>
            <a:ext cx="899400" cy="307777"/>
            <a:chOff x="5890175" y="5591768"/>
            <a:chExt cx="899400" cy="307777"/>
          </a:xfrm>
        </p:grpSpPr>
        <p:sp>
          <p:nvSpPr>
            <p:cNvPr id="90" name="标注: 右箭头 89">
              <a:extLst>
                <a:ext uri="{FF2B5EF4-FFF2-40B4-BE49-F238E27FC236}">
                  <a16:creationId xmlns:a16="http://schemas.microsoft.com/office/drawing/2014/main" id="{5FF089DF-9194-430C-923F-957118267E71}"/>
                </a:ext>
              </a:extLst>
            </p:cNvPr>
            <p:cNvSpPr/>
            <p:nvPr/>
          </p:nvSpPr>
          <p:spPr>
            <a:xfrm rot="10800000">
              <a:off x="5890175" y="5597390"/>
              <a:ext cx="854441" cy="292308"/>
            </a:xfrm>
            <a:prstGeom prst="rightArrowCallout">
              <a:avLst>
                <a:gd name="adj1" fmla="val 25000"/>
                <a:gd name="adj2" fmla="val 20833"/>
                <a:gd name="adj3" fmla="val 36378"/>
                <a:gd name="adj4" fmla="val 77646"/>
              </a:avLst>
            </a:prstGeom>
            <a:solidFill>
              <a:schemeClr val="accent1">
                <a:lumMod val="75000"/>
              </a:schemeClr>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sz="1400" b="1" dirty="0">
                <a:solidFill>
                  <a:schemeClr val="tx1"/>
                </a:solidFill>
                <a:latin typeface="+mn-ea"/>
              </a:endParaRPr>
            </a:p>
          </p:txBody>
        </p:sp>
        <p:sp>
          <p:nvSpPr>
            <p:cNvPr id="91" name="文本框 90">
              <a:extLst>
                <a:ext uri="{FF2B5EF4-FFF2-40B4-BE49-F238E27FC236}">
                  <a16:creationId xmlns:a16="http://schemas.microsoft.com/office/drawing/2014/main" id="{F2DB5E60-8847-47CC-B51D-CBD7E5326FE9}"/>
                </a:ext>
              </a:extLst>
            </p:cNvPr>
            <p:cNvSpPr txBox="1"/>
            <p:nvPr/>
          </p:nvSpPr>
          <p:spPr>
            <a:xfrm>
              <a:off x="6041205" y="5591768"/>
              <a:ext cx="748370" cy="307777"/>
            </a:xfrm>
            <a:prstGeom prst="rect">
              <a:avLst/>
            </a:prstGeom>
            <a:noFill/>
          </p:spPr>
          <p:txBody>
            <a:bodyPr wrap="square">
              <a:spAutoFit/>
            </a:bodyPr>
            <a:lstStyle/>
            <a:p>
              <a:pPr algn="ctr"/>
              <a:r>
                <a:rPr lang="zh-CN" altLang="en-US" sz="1400" b="1" dirty="0">
                  <a:solidFill>
                    <a:schemeClr val="bg1"/>
                  </a:solidFill>
                  <a:latin typeface="+mn-ea"/>
                </a:rPr>
                <a:t>碰撞帧</a:t>
              </a:r>
            </a:p>
          </p:txBody>
        </p:sp>
      </p:grpSp>
      <p:grpSp>
        <p:nvGrpSpPr>
          <p:cNvPr id="92" name="组合 91">
            <a:extLst>
              <a:ext uri="{FF2B5EF4-FFF2-40B4-BE49-F238E27FC236}">
                <a16:creationId xmlns:a16="http://schemas.microsoft.com/office/drawing/2014/main" id="{F6FA22DE-A103-49F0-95B8-E75630DF460A}"/>
              </a:ext>
            </a:extLst>
          </p:cNvPr>
          <p:cNvGrpSpPr/>
          <p:nvPr/>
        </p:nvGrpSpPr>
        <p:grpSpPr>
          <a:xfrm rot="5400000">
            <a:off x="2583482" y="2731970"/>
            <a:ext cx="899400" cy="307777"/>
            <a:chOff x="5890175" y="5591768"/>
            <a:chExt cx="899400" cy="307777"/>
          </a:xfrm>
        </p:grpSpPr>
        <p:sp>
          <p:nvSpPr>
            <p:cNvPr id="93" name="标注: 右箭头 92">
              <a:extLst>
                <a:ext uri="{FF2B5EF4-FFF2-40B4-BE49-F238E27FC236}">
                  <a16:creationId xmlns:a16="http://schemas.microsoft.com/office/drawing/2014/main" id="{314FF6C0-3D48-46FC-BDBE-729C784888EC}"/>
                </a:ext>
              </a:extLst>
            </p:cNvPr>
            <p:cNvSpPr/>
            <p:nvPr/>
          </p:nvSpPr>
          <p:spPr>
            <a:xfrm rot="10800000">
              <a:off x="5890175" y="5597390"/>
              <a:ext cx="854441" cy="292308"/>
            </a:xfrm>
            <a:prstGeom prst="rightArrowCallout">
              <a:avLst>
                <a:gd name="adj1" fmla="val 25000"/>
                <a:gd name="adj2" fmla="val 20833"/>
                <a:gd name="adj3" fmla="val 36378"/>
                <a:gd name="adj4" fmla="val 77646"/>
              </a:avLst>
            </a:prstGeom>
            <a:solidFill>
              <a:schemeClr val="accent1">
                <a:lumMod val="75000"/>
              </a:schemeClr>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sz="1400" b="1" dirty="0">
                <a:solidFill>
                  <a:schemeClr val="tx1"/>
                </a:solidFill>
                <a:latin typeface="+mn-ea"/>
              </a:endParaRPr>
            </a:p>
          </p:txBody>
        </p:sp>
        <p:sp>
          <p:nvSpPr>
            <p:cNvPr id="94" name="文本框 93">
              <a:extLst>
                <a:ext uri="{FF2B5EF4-FFF2-40B4-BE49-F238E27FC236}">
                  <a16:creationId xmlns:a16="http://schemas.microsoft.com/office/drawing/2014/main" id="{BC6D6403-B193-4078-82A4-10819CC72BD6}"/>
                </a:ext>
              </a:extLst>
            </p:cNvPr>
            <p:cNvSpPr txBox="1"/>
            <p:nvPr/>
          </p:nvSpPr>
          <p:spPr>
            <a:xfrm>
              <a:off x="6041205" y="5591768"/>
              <a:ext cx="748370" cy="307777"/>
            </a:xfrm>
            <a:prstGeom prst="rect">
              <a:avLst/>
            </a:prstGeom>
            <a:noFill/>
          </p:spPr>
          <p:txBody>
            <a:bodyPr wrap="square">
              <a:spAutoFit/>
            </a:bodyPr>
            <a:lstStyle/>
            <a:p>
              <a:pPr algn="ctr"/>
              <a:r>
                <a:rPr lang="zh-CN" altLang="en-US" sz="1400" b="1" dirty="0">
                  <a:solidFill>
                    <a:schemeClr val="bg1"/>
                  </a:solidFill>
                  <a:latin typeface="+mn-ea"/>
                </a:rPr>
                <a:t>碰撞帧</a:t>
              </a:r>
            </a:p>
          </p:txBody>
        </p:sp>
      </p:grpSp>
      <p:grpSp>
        <p:nvGrpSpPr>
          <p:cNvPr id="74" name="组合 73">
            <a:extLst>
              <a:ext uri="{FF2B5EF4-FFF2-40B4-BE49-F238E27FC236}">
                <a16:creationId xmlns:a16="http://schemas.microsoft.com/office/drawing/2014/main" id="{EB00E40A-F3AF-48B4-8BFE-9B46D0345616}"/>
              </a:ext>
            </a:extLst>
          </p:cNvPr>
          <p:cNvGrpSpPr/>
          <p:nvPr/>
        </p:nvGrpSpPr>
        <p:grpSpPr>
          <a:xfrm>
            <a:off x="1880744" y="3333003"/>
            <a:ext cx="907999" cy="369332"/>
            <a:chOff x="7342643" y="3935811"/>
            <a:chExt cx="907999" cy="369332"/>
          </a:xfrm>
        </p:grpSpPr>
        <p:sp>
          <p:nvSpPr>
            <p:cNvPr id="75" name="标注: 右箭头 74">
              <a:extLst>
                <a:ext uri="{FF2B5EF4-FFF2-40B4-BE49-F238E27FC236}">
                  <a16:creationId xmlns:a16="http://schemas.microsoft.com/office/drawing/2014/main" id="{BE1E6C82-6E56-4B38-BF87-DD743FB7F202}"/>
                </a:ext>
              </a:extLst>
            </p:cNvPr>
            <p:cNvSpPr/>
            <p:nvPr/>
          </p:nvSpPr>
          <p:spPr>
            <a:xfrm>
              <a:off x="7396201" y="3974323"/>
              <a:ext cx="854441" cy="292308"/>
            </a:xfrm>
            <a:prstGeom prst="rightArrowCallout">
              <a:avLst>
                <a:gd name="adj1" fmla="val 25000"/>
                <a:gd name="adj2" fmla="val 20833"/>
                <a:gd name="adj3" fmla="val 36378"/>
                <a:gd name="adj4" fmla="val 77646"/>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b="1" dirty="0">
                <a:solidFill>
                  <a:schemeClr val="tx1"/>
                </a:solidFill>
                <a:latin typeface="Arial Narrow" panose="020B0606020202030204" pitchFamily="34" charset="0"/>
                <a:ea typeface="宋体" panose="02010600030101010101" pitchFamily="2" charset="-122"/>
              </a:endParaRPr>
            </a:p>
          </p:txBody>
        </p:sp>
        <p:sp>
          <p:nvSpPr>
            <p:cNvPr id="76" name="文本框 75">
              <a:extLst>
                <a:ext uri="{FF2B5EF4-FFF2-40B4-BE49-F238E27FC236}">
                  <a16:creationId xmlns:a16="http://schemas.microsoft.com/office/drawing/2014/main" id="{F330DBE3-2442-4A34-8153-2AD512D624D3}"/>
                </a:ext>
              </a:extLst>
            </p:cNvPr>
            <p:cNvSpPr txBox="1"/>
            <p:nvPr/>
          </p:nvSpPr>
          <p:spPr>
            <a:xfrm>
              <a:off x="7342643" y="3935811"/>
              <a:ext cx="765668" cy="369332"/>
            </a:xfrm>
            <a:prstGeom prst="rect">
              <a:avLst/>
            </a:prstGeom>
            <a:noFill/>
          </p:spPr>
          <p:txBody>
            <a:bodyPr wrap="square">
              <a:spAutoFit/>
            </a:bodyPr>
            <a:lstStyle/>
            <a:p>
              <a:pPr algn="ctr"/>
              <a:r>
                <a:rPr lang="en-US" altLang="zh-CN" b="1" dirty="0">
                  <a:solidFill>
                    <a:schemeClr val="tx1"/>
                  </a:solidFill>
                  <a:latin typeface="Arial Narrow" panose="020B0606020202030204" pitchFamily="34" charset="0"/>
                  <a:ea typeface="宋体" panose="02010600030101010101" pitchFamily="2" charset="-122"/>
                </a:rPr>
                <a:t>A→B</a:t>
              </a:r>
              <a:endParaRPr lang="zh-CN" altLang="en-US" b="1" dirty="0">
                <a:solidFill>
                  <a:schemeClr val="tx1"/>
                </a:solidFill>
                <a:latin typeface="Arial Narrow" panose="020B0606020202030204" pitchFamily="34" charset="0"/>
                <a:ea typeface="宋体" panose="02010600030101010101" pitchFamily="2" charset="-122"/>
              </a:endParaRPr>
            </a:p>
          </p:txBody>
        </p:sp>
      </p:grpSp>
      <p:grpSp>
        <p:nvGrpSpPr>
          <p:cNvPr id="77" name="组合 76">
            <a:extLst>
              <a:ext uri="{FF2B5EF4-FFF2-40B4-BE49-F238E27FC236}">
                <a16:creationId xmlns:a16="http://schemas.microsoft.com/office/drawing/2014/main" id="{9D40EE7E-DD81-4AA7-AD3C-0F48E6639150}"/>
              </a:ext>
            </a:extLst>
          </p:cNvPr>
          <p:cNvGrpSpPr/>
          <p:nvPr/>
        </p:nvGrpSpPr>
        <p:grpSpPr>
          <a:xfrm>
            <a:off x="3663104" y="3333003"/>
            <a:ext cx="899400" cy="369332"/>
            <a:chOff x="5890175" y="5558878"/>
            <a:chExt cx="899400" cy="369332"/>
          </a:xfrm>
        </p:grpSpPr>
        <p:sp>
          <p:nvSpPr>
            <p:cNvPr id="78" name="标注: 右箭头 77">
              <a:extLst>
                <a:ext uri="{FF2B5EF4-FFF2-40B4-BE49-F238E27FC236}">
                  <a16:creationId xmlns:a16="http://schemas.microsoft.com/office/drawing/2014/main" id="{7204F0B3-AF58-4178-8237-2312D0286DFE}"/>
                </a:ext>
              </a:extLst>
            </p:cNvPr>
            <p:cNvSpPr/>
            <p:nvPr/>
          </p:nvSpPr>
          <p:spPr>
            <a:xfrm rot="10800000">
              <a:off x="5890175" y="5597390"/>
              <a:ext cx="854441" cy="292308"/>
            </a:xfrm>
            <a:prstGeom prst="rightArrowCallout">
              <a:avLst>
                <a:gd name="adj1" fmla="val 25000"/>
                <a:gd name="adj2" fmla="val 20833"/>
                <a:gd name="adj3" fmla="val 36378"/>
                <a:gd name="adj4" fmla="val 77646"/>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b="1" dirty="0">
                <a:solidFill>
                  <a:schemeClr val="tx1"/>
                </a:solidFill>
                <a:latin typeface="Arial Narrow" panose="020B0606020202030204" pitchFamily="34" charset="0"/>
                <a:ea typeface="宋体" panose="02010600030101010101" pitchFamily="2" charset="-122"/>
              </a:endParaRPr>
            </a:p>
          </p:txBody>
        </p:sp>
        <p:sp>
          <p:nvSpPr>
            <p:cNvPr id="79" name="文本框 78">
              <a:extLst>
                <a:ext uri="{FF2B5EF4-FFF2-40B4-BE49-F238E27FC236}">
                  <a16:creationId xmlns:a16="http://schemas.microsoft.com/office/drawing/2014/main" id="{EFFF432A-003F-4602-BB7D-D9C1873D7344}"/>
                </a:ext>
              </a:extLst>
            </p:cNvPr>
            <p:cNvSpPr txBox="1"/>
            <p:nvPr/>
          </p:nvSpPr>
          <p:spPr>
            <a:xfrm>
              <a:off x="6041205" y="5558878"/>
              <a:ext cx="748370" cy="369332"/>
            </a:xfrm>
            <a:prstGeom prst="rect">
              <a:avLst/>
            </a:prstGeom>
            <a:noFill/>
          </p:spPr>
          <p:txBody>
            <a:bodyPr wrap="square">
              <a:spAutoFit/>
            </a:bodyPr>
            <a:lstStyle/>
            <a:p>
              <a:pPr algn="ctr"/>
              <a:r>
                <a:rPr lang="en-US" altLang="zh-CN" b="1" dirty="0">
                  <a:solidFill>
                    <a:schemeClr val="tx1"/>
                  </a:solidFill>
                  <a:latin typeface="Arial Narrow" panose="020B0606020202030204" pitchFamily="34" charset="0"/>
                  <a:ea typeface="宋体" panose="02010600030101010101" pitchFamily="2" charset="-122"/>
                </a:rPr>
                <a:t>D←C</a:t>
              </a:r>
              <a:endParaRPr lang="zh-CN" altLang="en-US" b="1" dirty="0">
                <a:solidFill>
                  <a:schemeClr val="tx1"/>
                </a:solidFill>
                <a:latin typeface="Arial Narrow" panose="020B0606020202030204" pitchFamily="34" charset="0"/>
                <a:ea typeface="宋体" panose="02010600030101010101" pitchFamily="2" charset="-122"/>
              </a:endParaRPr>
            </a:p>
          </p:txBody>
        </p:sp>
      </p:grpSp>
      <p:grpSp>
        <p:nvGrpSpPr>
          <p:cNvPr id="81" name="组合 80">
            <a:extLst>
              <a:ext uri="{FF2B5EF4-FFF2-40B4-BE49-F238E27FC236}">
                <a16:creationId xmlns:a16="http://schemas.microsoft.com/office/drawing/2014/main" id="{DAC697C6-EAB9-47C6-B182-AF80C8E8829A}"/>
              </a:ext>
            </a:extLst>
          </p:cNvPr>
          <p:cNvGrpSpPr/>
          <p:nvPr/>
        </p:nvGrpSpPr>
        <p:grpSpPr>
          <a:xfrm>
            <a:off x="7632072" y="3319612"/>
            <a:ext cx="907999" cy="369332"/>
            <a:chOff x="7342643" y="3935811"/>
            <a:chExt cx="907999" cy="369332"/>
          </a:xfrm>
        </p:grpSpPr>
        <p:sp>
          <p:nvSpPr>
            <p:cNvPr id="82" name="标注: 右箭头 81">
              <a:extLst>
                <a:ext uri="{FF2B5EF4-FFF2-40B4-BE49-F238E27FC236}">
                  <a16:creationId xmlns:a16="http://schemas.microsoft.com/office/drawing/2014/main" id="{8018F5F3-B58C-4F7C-8F01-DEF86F4BE4D3}"/>
                </a:ext>
              </a:extLst>
            </p:cNvPr>
            <p:cNvSpPr/>
            <p:nvPr/>
          </p:nvSpPr>
          <p:spPr>
            <a:xfrm>
              <a:off x="7396201" y="3974323"/>
              <a:ext cx="854441" cy="292308"/>
            </a:xfrm>
            <a:prstGeom prst="rightArrowCallout">
              <a:avLst>
                <a:gd name="adj1" fmla="val 25000"/>
                <a:gd name="adj2" fmla="val 20833"/>
                <a:gd name="adj3" fmla="val 36378"/>
                <a:gd name="adj4" fmla="val 77646"/>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b="1" dirty="0">
                <a:solidFill>
                  <a:schemeClr val="tx1"/>
                </a:solidFill>
                <a:latin typeface="Arial Narrow" panose="020B0606020202030204" pitchFamily="34" charset="0"/>
                <a:ea typeface="宋体" panose="02010600030101010101" pitchFamily="2" charset="-122"/>
              </a:endParaRPr>
            </a:p>
          </p:txBody>
        </p:sp>
        <p:sp>
          <p:nvSpPr>
            <p:cNvPr id="109" name="文本框 108">
              <a:extLst>
                <a:ext uri="{FF2B5EF4-FFF2-40B4-BE49-F238E27FC236}">
                  <a16:creationId xmlns:a16="http://schemas.microsoft.com/office/drawing/2014/main" id="{B78D2CEC-3147-4ABA-B2C5-4C33FF6CC1E3}"/>
                </a:ext>
              </a:extLst>
            </p:cNvPr>
            <p:cNvSpPr txBox="1"/>
            <p:nvPr/>
          </p:nvSpPr>
          <p:spPr>
            <a:xfrm>
              <a:off x="7342643" y="3935811"/>
              <a:ext cx="765668" cy="369332"/>
            </a:xfrm>
            <a:prstGeom prst="rect">
              <a:avLst/>
            </a:prstGeom>
            <a:noFill/>
          </p:spPr>
          <p:txBody>
            <a:bodyPr wrap="square">
              <a:spAutoFit/>
            </a:bodyPr>
            <a:lstStyle/>
            <a:p>
              <a:pPr algn="ctr"/>
              <a:r>
                <a:rPr lang="en-US" altLang="zh-CN" b="1" dirty="0">
                  <a:solidFill>
                    <a:schemeClr val="tx1"/>
                  </a:solidFill>
                  <a:latin typeface="Arial Narrow" panose="020B0606020202030204" pitchFamily="34" charset="0"/>
                  <a:ea typeface="宋体" panose="02010600030101010101" pitchFamily="2" charset="-122"/>
                </a:rPr>
                <a:t>A→B</a:t>
              </a:r>
              <a:endParaRPr lang="zh-CN" altLang="en-US" b="1" dirty="0">
                <a:solidFill>
                  <a:schemeClr val="tx1"/>
                </a:solidFill>
                <a:latin typeface="Arial Narrow" panose="020B0606020202030204" pitchFamily="34" charset="0"/>
                <a:ea typeface="宋体" panose="02010600030101010101" pitchFamily="2" charset="-122"/>
              </a:endParaRPr>
            </a:p>
          </p:txBody>
        </p:sp>
      </p:grpSp>
      <p:grpSp>
        <p:nvGrpSpPr>
          <p:cNvPr id="110" name="组合 109">
            <a:extLst>
              <a:ext uri="{FF2B5EF4-FFF2-40B4-BE49-F238E27FC236}">
                <a16:creationId xmlns:a16="http://schemas.microsoft.com/office/drawing/2014/main" id="{A1A590C1-703F-4274-97F1-AF0A8C3AF6A3}"/>
              </a:ext>
            </a:extLst>
          </p:cNvPr>
          <p:cNvGrpSpPr/>
          <p:nvPr/>
        </p:nvGrpSpPr>
        <p:grpSpPr>
          <a:xfrm>
            <a:off x="9414432" y="3319612"/>
            <a:ext cx="899400" cy="369332"/>
            <a:chOff x="5890175" y="5558878"/>
            <a:chExt cx="899400" cy="369332"/>
          </a:xfrm>
        </p:grpSpPr>
        <p:sp>
          <p:nvSpPr>
            <p:cNvPr id="111" name="标注: 右箭头 110">
              <a:extLst>
                <a:ext uri="{FF2B5EF4-FFF2-40B4-BE49-F238E27FC236}">
                  <a16:creationId xmlns:a16="http://schemas.microsoft.com/office/drawing/2014/main" id="{B8D36C13-D228-4E84-909E-310CE867D8E1}"/>
                </a:ext>
              </a:extLst>
            </p:cNvPr>
            <p:cNvSpPr/>
            <p:nvPr/>
          </p:nvSpPr>
          <p:spPr>
            <a:xfrm rot="10800000">
              <a:off x="5890175" y="5597390"/>
              <a:ext cx="854441" cy="292308"/>
            </a:xfrm>
            <a:prstGeom prst="rightArrowCallout">
              <a:avLst>
                <a:gd name="adj1" fmla="val 25000"/>
                <a:gd name="adj2" fmla="val 20833"/>
                <a:gd name="adj3" fmla="val 36378"/>
                <a:gd name="adj4" fmla="val 77646"/>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b="1" dirty="0">
                <a:solidFill>
                  <a:schemeClr val="tx1"/>
                </a:solidFill>
                <a:latin typeface="Arial Narrow" panose="020B0606020202030204" pitchFamily="34" charset="0"/>
                <a:ea typeface="宋体" panose="02010600030101010101" pitchFamily="2" charset="-122"/>
              </a:endParaRPr>
            </a:p>
          </p:txBody>
        </p:sp>
        <p:sp>
          <p:nvSpPr>
            <p:cNvPr id="112" name="文本框 111">
              <a:extLst>
                <a:ext uri="{FF2B5EF4-FFF2-40B4-BE49-F238E27FC236}">
                  <a16:creationId xmlns:a16="http://schemas.microsoft.com/office/drawing/2014/main" id="{4C681F4B-CB1F-45A8-9788-0BA56B7819BD}"/>
                </a:ext>
              </a:extLst>
            </p:cNvPr>
            <p:cNvSpPr txBox="1"/>
            <p:nvPr/>
          </p:nvSpPr>
          <p:spPr>
            <a:xfrm>
              <a:off x="6041205" y="5558878"/>
              <a:ext cx="748370" cy="369332"/>
            </a:xfrm>
            <a:prstGeom prst="rect">
              <a:avLst/>
            </a:prstGeom>
            <a:noFill/>
          </p:spPr>
          <p:txBody>
            <a:bodyPr wrap="square">
              <a:spAutoFit/>
            </a:bodyPr>
            <a:lstStyle/>
            <a:p>
              <a:pPr algn="ctr"/>
              <a:r>
                <a:rPr lang="en-US" altLang="zh-CN" b="1" dirty="0">
                  <a:solidFill>
                    <a:schemeClr val="tx1"/>
                  </a:solidFill>
                  <a:latin typeface="Arial Narrow" panose="020B0606020202030204" pitchFamily="34" charset="0"/>
                  <a:ea typeface="宋体" panose="02010600030101010101" pitchFamily="2" charset="-122"/>
                </a:rPr>
                <a:t>D←C</a:t>
              </a:r>
              <a:endParaRPr lang="zh-CN" altLang="en-US" b="1" dirty="0">
                <a:solidFill>
                  <a:schemeClr val="tx1"/>
                </a:solidFill>
                <a:latin typeface="Arial Narrow" panose="020B0606020202030204" pitchFamily="34" charset="0"/>
                <a:ea typeface="宋体" panose="02010600030101010101" pitchFamily="2" charset="-122"/>
              </a:endParaRPr>
            </a:p>
          </p:txBody>
        </p:sp>
      </p:grpSp>
      <p:grpSp>
        <p:nvGrpSpPr>
          <p:cNvPr id="4" name="组合 3">
            <a:extLst>
              <a:ext uri="{FF2B5EF4-FFF2-40B4-BE49-F238E27FC236}">
                <a16:creationId xmlns:a16="http://schemas.microsoft.com/office/drawing/2014/main" id="{9A1EA9F2-FCB6-48C3-935F-7AE7E3AD14AC}"/>
              </a:ext>
            </a:extLst>
          </p:cNvPr>
          <p:cNvGrpSpPr/>
          <p:nvPr/>
        </p:nvGrpSpPr>
        <p:grpSpPr>
          <a:xfrm>
            <a:off x="304800" y="749300"/>
            <a:ext cx="4938199" cy="400110"/>
            <a:chOff x="424117" y="898245"/>
            <a:chExt cx="4938199" cy="400110"/>
          </a:xfrm>
        </p:grpSpPr>
        <p:sp>
          <p:nvSpPr>
            <p:cNvPr id="2" name="平行四边形 1">
              <a:extLst>
                <a:ext uri="{FF2B5EF4-FFF2-40B4-BE49-F238E27FC236}">
                  <a16:creationId xmlns:a16="http://schemas.microsoft.com/office/drawing/2014/main" id="{1F5BAA3F-9845-4F89-A2DD-8222D3E4EDAC}"/>
                </a:ext>
              </a:extLst>
            </p:cNvPr>
            <p:cNvSpPr/>
            <p:nvPr/>
          </p:nvSpPr>
          <p:spPr>
            <a:xfrm>
              <a:off x="424117" y="898245"/>
              <a:ext cx="628306" cy="387090"/>
            </a:xfrm>
            <a:prstGeom prst="parallelogram">
              <a:avLst/>
            </a:prstGeom>
            <a:solidFill>
              <a:schemeClr val="accent3">
                <a:lumMod val="75000"/>
              </a:schemeClr>
            </a:solidFill>
            <a:ln>
              <a:solidFill>
                <a:schemeClr val="accent3">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CN" sz="2200" dirty="0">
                  <a:latin typeface="Impact" panose="020B0806030902050204" pitchFamily="34" charset="0"/>
                </a:rPr>
                <a:t>01</a:t>
              </a:r>
              <a:endParaRPr lang="zh-CN" altLang="en-US" sz="2200" dirty="0">
                <a:latin typeface="Impact" panose="020B0806030902050204" pitchFamily="34" charset="0"/>
              </a:endParaRPr>
            </a:p>
          </p:txBody>
        </p:sp>
        <p:sp>
          <p:nvSpPr>
            <p:cNvPr id="3" name="文本框 2">
              <a:extLst>
                <a:ext uri="{FF2B5EF4-FFF2-40B4-BE49-F238E27FC236}">
                  <a16:creationId xmlns:a16="http://schemas.microsoft.com/office/drawing/2014/main" id="{4D6BD736-A4D3-4F26-AFED-36E11F50F70B}"/>
                </a:ext>
              </a:extLst>
            </p:cNvPr>
            <p:cNvSpPr txBox="1"/>
            <p:nvPr/>
          </p:nvSpPr>
          <p:spPr>
            <a:xfrm>
              <a:off x="1052423" y="898245"/>
              <a:ext cx="4309893" cy="400110"/>
            </a:xfrm>
            <a:prstGeom prst="rect">
              <a:avLst/>
            </a:prstGeom>
            <a:noFill/>
          </p:spPr>
          <p:txBody>
            <a:bodyPr wrap="square" rtlCol="0">
              <a:spAutoFit/>
            </a:bodyPr>
            <a:lstStyle/>
            <a:p>
              <a:r>
                <a:rPr lang="zh-CN" altLang="en-US" sz="2000" b="1" dirty="0">
                  <a:solidFill>
                    <a:schemeClr val="tx1"/>
                  </a:solidFill>
                  <a:latin typeface="Arial Narrow" panose="020B0606020202030204" pitchFamily="34" charset="0"/>
                </a:rPr>
                <a:t>共享式以太网与交换式以太网的对比</a:t>
              </a:r>
              <a:endParaRPr lang="en-US" altLang="zh-CN" sz="2000" b="1" dirty="0">
                <a:solidFill>
                  <a:schemeClr val="tx1"/>
                </a:solidFill>
                <a:latin typeface="Arial Narrow" panose="020B0606020202030204" pitchFamily="34" charset="0"/>
              </a:endParaRPr>
            </a:p>
          </p:txBody>
        </p:sp>
      </p:grpSp>
      <p:grpSp>
        <p:nvGrpSpPr>
          <p:cNvPr id="6" name="组合 5">
            <a:extLst>
              <a:ext uri="{FF2B5EF4-FFF2-40B4-BE49-F238E27FC236}">
                <a16:creationId xmlns:a16="http://schemas.microsoft.com/office/drawing/2014/main" id="{A1AC0F66-E7EA-4DE3-AB60-23ED0887B6E0}"/>
              </a:ext>
            </a:extLst>
          </p:cNvPr>
          <p:cNvGrpSpPr/>
          <p:nvPr/>
        </p:nvGrpSpPr>
        <p:grpSpPr>
          <a:xfrm>
            <a:off x="1111972" y="1817184"/>
            <a:ext cx="4232071" cy="4551750"/>
            <a:chOff x="1111972" y="1817184"/>
            <a:chExt cx="4232071" cy="4551750"/>
          </a:xfrm>
        </p:grpSpPr>
        <p:sp>
          <p:nvSpPr>
            <p:cNvPr id="12" name="文本框 11">
              <a:extLst>
                <a:ext uri="{FF2B5EF4-FFF2-40B4-BE49-F238E27FC236}">
                  <a16:creationId xmlns:a16="http://schemas.microsoft.com/office/drawing/2014/main" id="{21965EDE-01A5-4F50-973F-ED47B5BE313F}"/>
                </a:ext>
              </a:extLst>
            </p:cNvPr>
            <p:cNvSpPr txBox="1"/>
            <p:nvPr/>
          </p:nvSpPr>
          <p:spPr>
            <a:xfrm>
              <a:off x="3241943" y="3925288"/>
              <a:ext cx="1076381" cy="369332"/>
            </a:xfrm>
            <a:prstGeom prst="rect">
              <a:avLst/>
            </a:prstGeom>
            <a:noFill/>
          </p:spPr>
          <p:txBody>
            <a:bodyPr wrap="square" rtlCol="0">
              <a:spAutoFit/>
            </a:bodyPr>
            <a:lstStyle/>
            <a:p>
              <a:pPr algn="ctr"/>
              <a:r>
                <a:rPr lang="zh-CN" altLang="en-US" b="1" dirty="0">
                  <a:latin typeface="+mn-ea"/>
                </a:rPr>
                <a:t>集线器</a:t>
              </a:r>
            </a:p>
          </p:txBody>
        </p:sp>
        <p:cxnSp>
          <p:nvCxnSpPr>
            <p:cNvPr id="13" name="直接连接符 12">
              <a:extLst>
                <a:ext uri="{FF2B5EF4-FFF2-40B4-BE49-F238E27FC236}">
                  <a16:creationId xmlns:a16="http://schemas.microsoft.com/office/drawing/2014/main" id="{7FE99D20-EEA5-47A3-81BE-65C5936FFFF9}"/>
                </a:ext>
              </a:extLst>
            </p:cNvPr>
            <p:cNvCxnSpPr>
              <a:cxnSpLocks/>
            </p:cNvCxnSpPr>
            <p:nvPr/>
          </p:nvCxnSpPr>
          <p:spPr>
            <a:xfrm flipH="1">
              <a:off x="1413982" y="3710053"/>
              <a:ext cx="3558504"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grpSp>
          <p:nvGrpSpPr>
            <p:cNvPr id="14" name="组合 13">
              <a:extLst>
                <a:ext uri="{FF2B5EF4-FFF2-40B4-BE49-F238E27FC236}">
                  <a16:creationId xmlns:a16="http://schemas.microsoft.com/office/drawing/2014/main" id="{F0FE3964-0D46-4C3B-830E-AA3E5BD1EE4E}"/>
                </a:ext>
              </a:extLst>
            </p:cNvPr>
            <p:cNvGrpSpPr/>
            <p:nvPr/>
          </p:nvGrpSpPr>
          <p:grpSpPr>
            <a:xfrm>
              <a:off x="1111972" y="3207395"/>
              <a:ext cx="662814" cy="641082"/>
              <a:chOff x="1235749" y="1557688"/>
              <a:chExt cx="662814" cy="641082"/>
            </a:xfrm>
          </p:grpSpPr>
          <p:pic>
            <p:nvPicPr>
              <p:cNvPr id="41" name="图形 10">
                <a:extLst>
                  <a:ext uri="{FF2B5EF4-FFF2-40B4-BE49-F238E27FC236}">
                    <a16:creationId xmlns:a16="http://schemas.microsoft.com/office/drawing/2014/main" id="{B0D68D12-20B3-43FA-BBB9-429BCD068FB5}"/>
                  </a:ext>
                </a:extLst>
              </p:cNvPr>
              <p:cNvPicPr>
                <a:picLocks noChangeAspect="1"/>
              </p:cNvPicPr>
              <p:nvPr/>
            </p:nvPicPr>
            <p:blipFill>
              <a:blip r:embed="rId3">
                <a:extLst>
                  <a:ext uri="{28A0092B-C50C-407E-A947-70E740481C1C}">
                    <a14:useLocalDpi xmlns:a14="http://schemas.microsoft.com/office/drawing/2010/main" val="0"/>
                  </a:ext>
                  <a:ext uri="{96DAC541-7B7A-43D3-8B79-37D633B846F1}">
                    <asvg:svgBlip xmlns:asvg="http://schemas.microsoft.com/office/drawing/2016/SVG/main" r:embed="rId4"/>
                  </a:ext>
                </a:extLst>
              </a:blip>
              <a:stretch>
                <a:fillRect/>
              </a:stretch>
            </p:blipFill>
            <p:spPr>
              <a:xfrm>
                <a:off x="1235749" y="1557688"/>
                <a:ext cx="662814" cy="641082"/>
              </a:xfrm>
              <a:prstGeom prst="rect">
                <a:avLst/>
              </a:prstGeom>
            </p:spPr>
          </p:pic>
          <p:sp>
            <p:nvSpPr>
              <p:cNvPr id="42" name="文本框 41">
                <a:extLst>
                  <a:ext uri="{FF2B5EF4-FFF2-40B4-BE49-F238E27FC236}">
                    <a16:creationId xmlns:a16="http://schemas.microsoft.com/office/drawing/2014/main" id="{E1462835-DE58-4800-BBC1-3B9D0DB7A083}"/>
                  </a:ext>
                </a:extLst>
              </p:cNvPr>
              <p:cNvSpPr txBox="1"/>
              <p:nvPr/>
            </p:nvSpPr>
            <p:spPr>
              <a:xfrm>
                <a:off x="1527006" y="1606485"/>
                <a:ext cx="316784" cy="369332"/>
              </a:xfrm>
              <a:prstGeom prst="rect">
                <a:avLst/>
              </a:prstGeom>
              <a:noFill/>
            </p:spPr>
            <p:txBody>
              <a:bodyPr wrap="square" rtlCol="0">
                <a:spAutoFit/>
              </a:bodyPr>
              <a:lstStyle/>
              <a:p>
                <a:pPr algn="ctr"/>
                <a:r>
                  <a:rPr lang="en-US" altLang="zh-CN" b="1" dirty="0">
                    <a:solidFill>
                      <a:schemeClr val="bg1"/>
                    </a:solidFill>
                    <a:latin typeface="+mn-ea"/>
                  </a:rPr>
                  <a:t>A</a:t>
                </a:r>
                <a:endParaRPr lang="zh-CN" altLang="en-US" b="1" dirty="0">
                  <a:solidFill>
                    <a:schemeClr val="bg1"/>
                  </a:solidFill>
                  <a:latin typeface="+mn-ea"/>
                </a:endParaRPr>
              </a:p>
            </p:txBody>
          </p:sp>
        </p:grpSp>
        <p:cxnSp>
          <p:nvCxnSpPr>
            <p:cNvPr id="15" name="直接连接符 14">
              <a:extLst>
                <a:ext uri="{FF2B5EF4-FFF2-40B4-BE49-F238E27FC236}">
                  <a16:creationId xmlns:a16="http://schemas.microsoft.com/office/drawing/2014/main" id="{4E4D70B5-6600-49DB-897B-40AFE24EABEA}"/>
                </a:ext>
              </a:extLst>
            </p:cNvPr>
            <p:cNvCxnSpPr>
              <a:cxnSpLocks/>
              <a:stCxn id="40" idx="2"/>
            </p:cNvCxnSpPr>
            <p:nvPr/>
          </p:nvCxnSpPr>
          <p:spPr>
            <a:xfrm flipV="1">
              <a:off x="3230139" y="2379205"/>
              <a:ext cx="23609" cy="3025302"/>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grpSp>
          <p:nvGrpSpPr>
            <p:cNvPr id="16" name="组合 15">
              <a:extLst>
                <a:ext uri="{FF2B5EF4-FFF2-40B4-BE49-F238E27FC236}">
                  <a16:creationId xmlns:a16="http://schemas.microsoft.com/office/drawing/2014/main" id="{35A5DCC0-76A5-44EB-B46F-5A622A6252DC}"/>
                </a:ext>
              </a:extLst>
            </p:cNvPr>
            <p:cNvGrpSpPr/>
            <p:nvPr/>
          </p:nvGrpSpPr>
          <p:grpSpPr>
            <a:xfrm>
              <a:off x="2780490" y="4986378"/>
              <a:ext cx="662814" cy="641082"/>
              <a:chOff x="1235749" y="1557688"/>
              <a:chExt cx="662814" cy="641082"/>
            </a:xfrm>
          </p:grpSpPr>
          <p:pic>
            <p:nvPicPr>
              <p:cNvPr id="39" name="图形 10">
                <a:extLst>
                  <a:ext uri="{FF2B5EF4-FFF2-40B4-BE49-F238E27FC236}">
                    <a16:creationId xmlns:a16="http://schemas.microsoft.com/office/drawing/2014/main" id="{D15DDBF7-C513-4A24-BB75-29E856E702AB}"/>
                  </a:ext>
                </a:extLst>
              </p:cNvPr>
              <p:cNvPicPr>
                <a:picLocks noChangeAspect="1"/>
              </p:cNvPicPr>
              <p:nvPr/>
            </p:nvPicPr>
            <p:blipFill>
              <a:blip r:embed="rId3">
                <a:extLst>
                  <a:ext uri="{28A0092B-C50C-407E-A947-70E740481C1C}">
                    <a14:useLocalDpi xmlns:a14="http://schemas.microsoft.com/office/drawing/2010/main" val="0"/>
                  </a:ext>
                  <a:ext uri="{96DAC541-7B7A-43D3-8B79-37D633B846F1}">
                    <asvg:svgBlip xmlns:asvg="http://schemas.microsoft.com/office/drawing/2016/SVG/main" r:embed="rId4"/>
                  </a:ext>
                </a:extLst>
              </a:blip>
              <a:stretch>
                <a:fillRect/>
              </a:stretch>
            </p:blipFill>
            <p:spPr>
              <a:xfrm>
                <a:off x="1235749" y="1557688"/>
                <a:ext cx="662814" cy="641082"/>
              </a:xfrm>
              <a:prstGeom prst="rect">
                <a:avLst/>
              </a:prstGeom>
            </p:spPr>
          </p:pic>
          <p:sp>
            <p:nvSpPr>
              <p:cNvPr id="40" name="文本框 39">
                <a:extLst>
                  <a:ext uri="{FF2B5EF4-FFF2-40B4-BE49-F238E27FC236}">
                    <a16:creationId xmlns:a16="http://schemas.microsoft.com/office/drawing/2014/main" id="{36AD15F4-F414-48EC-B1D3-D1A5297F5F24}"/>
                  </a:ext>
                </a:extLst>
              </p:cNvPr>
              <p:cNvSpPr txBox="1"/>
              <p:nvPr/>
            </p:nvSpPr>
            <p:spPr>
              <a:xfrm>
                <a:off x="1527006" y="1606485"/>
                <a:ext cx="316784" cy="369332"/>
              </a:xfrm>
              <a:prstGeom prst="rect">
                <a:avLst/>
              </a:prstGeom>
              <a:noFill/>
            </p:spPr>
            <p:txBody>
              <a:bodyPr wrap="square" rtlCol="0">
                <a:spAutoFit/>
              </a:bodyPr>
              <a:lstStyle/>
              <a:p>
                <a:pPr algn="ctr"/>
                <a:r>
                  <a:rPr lang="en-US" altLang="zh-CN" b="1" dirty="0">
                    <a:solidFill>
                      <a:schemeClr val="bg1"/>
                    </a:solidFill>
                    <a:latin typeface="+mn-ea"/>
                  </a:rPr>
                  <a:t>D</a:t>
                </a:r>
                <a:endParaRPr lang="zh-CN" altLang="en-US" b="1" dirty="0">
                  <a:solidFill>
                    <a:schemeClr val="bg1"/>
                  </a:solidFill>
                  <a:latin typeface="+mn-ea"/>
                </a:endParaRPr>
              </a:p>
            </p:txBody>
          </p:sp>
        </p:grpSp>
        <p:grpSp>
          <p:nvGrpSpPr>
            <p:cNvPr id="17" name="组合 16">
              <a:extLst>
                <a:ext uri="{FF2B5EF4-FFF2-40B4-BE49-F238E27FC236}">
                  <a16:creationId xmlns:a16="http://schemas.microsoft.com/office/drawing/2014/main" id="{2DB258B5-749E-449E-9991-3F44FD0E523E}"/>
                </a:ext>
              </a:extLst>
            </p:cNvPr>
            <p:cNvGrpSpPr/>
            <p:nvPr/>
          </p:nvGrpSpPr>
          <p:grpSpPr>
            <a:xfrm>
              <a:off x="2918914" y="1817184"/>
              <a:ext cx="662814" cy="641082"/>
              <a:chOff x="1235749" y="1557688"/>
              <a:chExt cx="662814" cy="641082"/>
            </a:xfrm>
          </p:grpSpPr>
          <p:pic>
            <p:nvPicPr>
              <p:cNvPr id="37" name="图形 10">
                <a:extLst>
                  <a:ext uri="{FF2B5EF4-FFF2-40B4-BE49-F238E27FC236}">
                    <a16:creationId xmlns:a16="http://schemas.microsoft.com/office/drawing/2014/main" id="{0FFB7C25-4F8B-44F3-9D44-21B68E53F58A}"/>
                  </a:ext>
                </a:extLst>
              </p:cNvPr>
              <p:cNvPicPr>
                <a:picLocks noChangeAspect="1"/>
              </p:cNvPicPr>
              <p:nvPr/>
            </p:nvPicPr>
            <p:blipFill>
              <a:blip r:embed="rId3">
                <a:extLst>
                  <a:ext uri="{28A0092B-C50C-407E-A947-70E740481C1C}">
                    <a14:useLocalDpi xmlns:a14="http://schemas.microsoft.com/office/drawing/2010/main" val="0"/>
                  </a:ext>
                  <a:ext uri="{96DAC541-7B7A-43D3-8B79-37D633B846F1}">
                    <asvg:svgBlip xmlns:asvg="http://schemas.microsoft.com/office/drawing/2016/SVG/main" r:embed="rId4"/>
                  </a:ext>
                </a:extLst>
              </a:blip>
              <a:stretch>
                <a:fillRect/>
              </a:stretch>
            </p:blipFill>
            <p:spPr>
              <a:xfrm>
                <a:off x="1235749" y="1557688"/>
                <a:ext cx="662814" cy="641082"/>
              </a:xfrm>
              <a:prstGeom prst="rect">
                <a:avLst/>
              </a:prstGeom>
            </p:spPr>
          </p:pic>
          <p:sp>
            <p:nvSpPr>
              <p:cNvPr id="38" name="文本框 37">
                <a:extLst>
                  <a:ext uri="{FF2B5EF4-FFF2-40B4-BE49-F238E27FC236}">
                    <a16:creationId xmlns:a16="http://schemas.microsoft.com/office/drawing/2014/main" id="{2EFA039D-882A-474E-93FB-9082DFE299A8}"/>
                  </a:ext>
                </a:extLst>
              </p:cNvPr>
              <p:cNvSpPr txBox="1"/>
              <p:nvPr/>
            </p:nvSpPr>
            <p:spPr>
              <a:xfrm>
                <a:off x="1527006" y="1606485"/>
                <a:ext cx="316784" cy="369332"/>
              </a:xfrm>
              <a:prstGeom prst="rect">
                <a:avLst/>
              </a:prstGeom>
              <a:noFill/>
            </p:spPr>
            <p:txBody>
              <a:bodyPr wrap="square" rtlCol="0">
                <a:spAutoFit/>
              </a:bodyPr>
              <a:lstStyle/>
              <a:p>
                <a:pPr algn="ctr"/>
                <a:r>
                  <a:rPr lang="en-US" altLang="zh-CN" b="1" dirty="0">
                    <a:solidFill>
                      <a:schemeClr val="bg1"/>
                    </a:solidFill>
                    <a:latin typeface="+mn-ea"/>
                  </a:rPr>
                  <a:t>B</a:t>
                </a:r>
                <a:endParaRPr lang="zh-CN" altLang="en-US" b="1" dirty="0">
                  <a:solidFill>
                    <a:schemeClr val="bg1"/>
                  </a:solidFill>
                  <a:latin typeface="+mn-ea"/>
                </a:endParaRPr>
              </a:p>
            </p:txBody>
          </p:sp>
        </p:grpSp>
        <p:pic>
          <p:nvPicPr>
            <p:cNvPr id="18" name="图片 17" descr="文本&#10;&#10;描述已自动生成">
              <a:extLst>
                <a:ext uri="{FF2B5EF4-FFF2-40B4-BE49-F238E27FC236}">
                  <a16:creationId xmlns:a16="http://schemas.microsoft.com/office/drawing/2014/main" id="{1591BE4B-9373-47E5-B54B-5645B5DE98CA}"/>
                </a:ext>
              </a:extLst>
            </p:cNvPr>
            <p:cNvPicPr>
              <a:picLocks noChangeAspect="1"/>
            </p:cNvPicPr>
            <p:nvPr/>
          </p:nvPicPr>
          <p:blipFill>
            <a:blip r:embed="rId5">
              <a:extLst>
                <a:ext uri="{28A0092B-C50C-407E-A947-70E740481C1C}">
                  <a14:useLocalDpi xmlns:a14="http://schemas.microsoft.com/office/drawing/2010/main" val="0"/>
                </a:ext>
              </a:extLst>
            </a:blip>
            <a:stretch>
              <a:fillRect/>
            </a:stretch>
          </p:blipFill>
          <p:spPr>
            <a:xfrm>
              <a:off x="2908531" y="3379364"/>
              <a:ext cx="705470" cy="661378"/>
            </a:xfrm>
            <a:prstGeom prst="rect">
              <a:avLst/>
            </a:prstGeom>
          </p:spPr>
        </p:pic>
        <p:grpSp>
          <p:nvGrpSpPr>
            <p:cNvPr id="19" name="组合 18">
              <a:extLst>
                <a:ext uri="{FF2B5EF4-FFF2-40B4-BE49-F238E27FC236}">
                  <a16:creationId xmlns:a16="http://schemas.microsoft.com/office/drawing/2014/main" id="{501B2417-864C-417B-8DC1-14F9957F9771}"/>
                </a:ext>
              </a:extLst>
            </p:cNvPr>
            <p:cNvGrpSpPr/>
            <p:nvPr/>
          </p:nvGrpSpPr>
          <p:grpSpPr>
            <a:xfrm>
              <a:off x="4681229" y="3207395"/>
              <a:ext cx="662814" cy="641082"/>
              <a:chOff x="1235749" y="1557688"/>
              <a:chExt cx="662814" cy="641082"/>
            </a:xfrm>
          </p:grpSpPr>
          <p:pic>
            <p:nvPicPr>
              <p:cNvPr id="35" name="图形 10">
                <a:extLst>
                  <a:ext uri="{FF2B5EF4-FFF2-40B4-BE49-F238E27FC236}">
                    <a16:creationId xmlns:a16="http://schemas.microsoft.com/office/drawing/2014/main" id="{43737DA3-F6AE-45F1-B0A6-88048F254855}"/>
                  </a:ext>
                </a:extLst>
              </p:cNvPr>
              <p:cNvPicPr>
                <a:picLocks noChangeAspect="1"/>
              </p:cNvPicPr>
              <p:nvPr/>
            </p:nvPicPr>
            <p:blipFill>
              <a:blip r:embed="rId3">
                <a:extLst>
                  <a:ext uri="{28A0092B-C50C-407E-A947-70E740481C1C}">
                    <a14:useLocalDpi xmlns:a14="http://schemas.microsoft.com/office/drawing/2010/main" val="0"/>
                  </a:ext>
                  <a:ext uri="{96DAC541-7B7A-43D3-8B79-37D633B846F1}">
                    <asvg:svgBlip xmlns:asvg="http://schemas.microsoft.com/office/drawing/2016/SVG/main" r:embed="rId4"/>
                  </a:ext>
                </a:extLst>
              </a:blip>
              <a:stretch>
                <a:fillRect/>
              </a:stretch>
            </p:blipFill>
            <p:spPr>
              <a:xfrm>
                <a:off x="1235749" y="1557688"/>
                <a:ext cx="662814" cy="641082"/>
              </a:xfrm>
              <a:prstGeom prst="rect">
                <a:avLst/>
              </a:prstGeom>
            </p:spPr>
          </p:pic>
          <p:sp>
            <p:nvSpPr>
              <p:cNvPr id="36" name="文本框 35">
                <a:extLst>
                  <a:ext uri="{FF2B5EF4-FFF2-40B4-BE49-F238E27FC236}">
                    <a16:creationId xmlns:a16="http://schemas.microsoft.com/office/drawing/2014/main" id="{D6CFEE13-7CA0-48D4-B824-68F86392D955}"/>
                  </a:ext>
                </a:extLst>
              </p:cNvPr>
              <p:cNvSpPr txBox="1"/>
              <p:nvPr/>
            </p:nvSpPr>
            <p:spPr>
              <a:xfrm>
                <a:off x="1527006" y="1606485"/>
                <a:ext cx="316784" cy="369332"/>
              </a:xfrm>
              <a:prstGeom prst="rect">
                <a:avLst/>
              </a:prstGeom>
              <a:noFill/>
            </p:spPr>
            <p:txBody>
              <a:bodyPr wrap="square" rtlCol="0">
                <a:spAutoFit/>
              </a:bodyPr>
              <a:lstStyle/>
              <a:p>
                <a:pPr algn="ctr"/>
                <a:r>
                  <a:rPr lang="en-US" altLang="zh-CN" b="1" dirty="0">
                    <a:solidFill>
                      <a:schemeClr val="bg1"/>
                    </a:solidFill>
                    <a:latin typeface="+mn-ea"/>
                  </a:rPr>
                  <a:t>C</a:t>
                </a:r>
                <a:endParaRPr lang="zh-CN" altLang="en-US" b="1" dirty="0">
                  <a:solidFill>
                    <a:schemeClr val="bg1"/>
                  </a:solidFill>
                  <a:latin typeface="+mn-ea"/>
                </a:endParaRPr>
              </a:p>
            </p:txBody>
          </p:sp>
        </p:grpSp>
        <p:sp>
          <p:nvSpPr>
            <p:cNvPr id="70" name="文本框 69">
              <a:extLst>
                <a:ext uri="{FF2B5EF4-FFF2-40B4-BE49-F238E27FC236}">
                  <a16:creationId xmlns:a16="http://schemas.microsoft.com/office/drawing/2014/main" id="{3AC1B828-CF53-4D3A-B8D4-D2EF67453A56}"/>
                </a:ext>
              </a:extLst>
            </p:cNvPr>
            <p:cNvSpPr txBox="1"/>
            <p:nvPr/>
          </p:nvSpPr>
          <p:spPr>
            <a:xfrm>
              <a:off x="2252603" y="5999602"/>
              <a:ext cx="1986839" cy="369332"/>
            </a:xfrm>
            <a:prstGeom prst="rect">
              <a:avLst/>
            </a:prstGeom>
            <a:noFill/>
          </p:spPr>
          <p:txBody>
            <a:bodyPr wrap="square" rtlCol="0">
              <a:spAutoFit/>
            </a:bodyPr>
            <a:lstStyle/>
            <a:p>
              <a:pPr algn="ctr"/>
              <a:r>
                <a:rPr lang="zh-CN" altLang="en-US" b="1" dirty="0">
                  <a:latin typeface="+mn-ea"/>
                </a:rPr>
                <a:t>共享式以太网</a:t>
              </a:r>
            </a:p>
          </p:txBody>
        </p:sp>
      </p:grpSp>
      <p:grpSp>
        <p:nvGrpSpPr>
          <p:cNvPr id="7" name="组合 6">
            <a:extLst>
              <a:ext uri="{FF2B5EF4-FFF2-40B4-BE49-F238E27FC236}">
                <a16:creationId xmlns:a16="http://schemas.microsoft.com/office/drawing/2014/main" id="{71902E0A-C687-4076-AEE8-FA6FB6B0EBE3}"/>
              </a:ext>
            </a:extLst>
          </p:cNvPr>
          <p:cNvGrpSpPr/>
          <p:nvPr/>
        </p:nvGrpSpPr>
        <p:grpSpPr>
          <a:xfrm>
            <a:off x="6861608" y="1817184"/>
            <a:ext cx="4232071" cy="4551750"/>
            <a:chOff x="6861608" y="1817184"/>
            <a:chExt cx="4232071" cy="4551750"/>
          </a:xfrm>
        </p:grpSpPr>
        <p:sp>
          <p:nvSpPr>
            <p:cNvPr id="43" name="文本框 42">
              <a:extLst>
                <a:ext uri="{FF2B5EF4-FFF2-40B4-BE49-F238E27FC236}">
                  <a16:creationId xmlns:a16="http://schemas.microsoft.com/office/drawing/2014/main" id="{B50B0264-DC40-447D-900A-6EE65028DCB0}"/>
                </a:ext>
              </a:extLst>
            </p:cNvPr>
            <p:cNvSpPr txBox="1"/>
            <p:nvPr/>
          </p:nvSpPr>
          <p:spPr>
            <a:xfrm>
              <a:off x="8991579" y="3925288"/>
              <a:ext cx="1076381" cy="369332"/>
            </a:xfrm>
            <a:prstGeom prst="rect">
              <a:avLst/>
            </a:prstGeom>
            <a:noFill/>
          </p:spPr>
          <p:txBody>
            <a:bodyPr wrap="square" rtlCol="0">
              <a:spAutoFit/>
            </a:bodyPr>
            <a:lstStyle/>
            <a:p>
              <a:pPr algn="ctr"/>
              <a:r>
                <a:rPr lang="zh-CN" altLang="en-US" b="1" dirty="0">
                  <a:latin typeface="+mn-ea"/>
                </a:rPr>
                <a:t>交换机</a:t>
              </a:r>
            </a:p>
          </p:txBody>
        </p:sp>
        <p:cxnSp>
          <p:nvCxnSpPr>
            <p:cNvPr id="44" name="直接连接符 43">
              <a:extLst>
                <a:ext uri="{FF2B5EF4-FFF2-40B4-BE49-F238E27FC236}">
                  <a16:creationId xmlns:a16="http://schemas.microsoft.com/office/drawing/2014/main" id="{CC036EF6-3C61-49A7-B8A5-B8666E867CD1}"/>
                </a:ext>
              </a:extLst>
            </p:cNvPr>
            <p:cNvCxnSpPr>
              <a:cxnSpLocks/>
            </p:cNvCxnSpPr>
            <p:nvPr/>
          </p:nvCxnSpPr>
          <p:spPr>
            <a:xfrm flipH="1">
              <a:off x="7163618" y="3710053"/>
              <a:ext cx="3558504"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grpSp>
          <p:nvGrpSpPr>
            <p:cNvPr id="45" name="组合 44">
              <a:extLst>
                <a:ext uri="{FF2B5EF4-FFF2-40B4-BE49-F238E27FC236}">
                  <a16:creationId xmlns:a16="http://schemas.microsoft.com/office/drawing/2014/main" id="{309AED31-DB5D-49DC-A765-0A9CD1523C91}"/>
                </a:ext>
              </a:extLst>
            </p:cNvPr>
            <p:cNvGrpSpPr/>
            <p:nvPr/>
          </p:nvGrpSpPr>
          <p:grpSpPr>
            <a:xfrm>
              <a:off x="6861608" y="3207395"/>
              <a:ext cx="662814" cy="641082"/>
              <a:chOff x="1235749" y="1557688"/>
              <a:chExt cx="662814" cy="641082"/>
            </a:xfrm>
          </p:grpSpPr>
          <p:pic>
            <p:nvPicPr>
              <p:cNvPr id="46" name="图形 10">
                <a:extLst>
                  <a:ext uri="{FF2B5EF4-FFF2-40B4-BE49-F238E27FC236}">
                    <a16:creationId xmlns:a16="http://schemas.microsoft.com/office/drawing/2014/main" id="{8FA61B9C-16B8-4ED1-B105-294C3B7BB3F8}"/>
                  </a:ext>
                </a:extLst>
              </p:cNvPr>
              <p:cNvPicPr>
                <a:picLocks noChangeAspect="1"/>
              </p:cNvPicPr>
              <p:nvPr/>
            </p:nvPicPr>
            <p:blipFill>
              <a:blip r:embed="rId3">
                <a:extLst>
                  <a:ext uri="{28A0092B-C50C-407E-A947-70E740481C1C}">
                    <a14:useLocalDpi xmlns:a14="http://schemas.microsoft.com/office/drawing/2010/main" val="0"/>
                  </a:ext>
                  <a:ext uri="{96DAC541-7B7A-43D3-8B79-37D633B846F1}">
                    <asvg:svgBlip xmlns:asvg="http://schemas.microsoft.com/office/drawing/2016/SVG/main" r:embed="rId4"/>
                  </a:ext>
                </a:extLst>
              </a:blip>
              <a:stretch>
                <a:fillRect/>
              </a:stretch>
            </p:blipFill>
            <p:spPr>
              <a:xfrm>
                <a:off x="1235749" y="1557688"/>
                <a:ext cx="662814" cy="641082"/>
              </a:xfrm>
              <a:prstGeom prst="rect">
                <a:avLst/>
              </a:prstGeom>
            </p:spPr>
          </p:pic>
          <p:sp>
            <p:nvSpPr>
              <p:cNvPr id="47" name="文本框 46">
                <a:extLst>
                  <a:ext uri="{FF2B5EF4-FFF2-40B4-BE49-F238E27FC236}">
                    <a16:creationId xmlns:a16="http://schemas.microsoft.com/office/drawing/2014/main" id="{9F4A8B92-BC68-4823-B3FF-1EECF75B772F}"/>
                  </a:ext>
                </a:extLst>
              </p:cNvPr>
              <p:cNvSpPr txBox="1"/>
              <p:nvPr/>
            </p:nvSpPr>
            <p:spPr>
              <a:xfrm>
                <a:off x="1527006" y="1599907"/>
                <a:ext cx="316784" cy="369332"/>
              </a:xfrm>
              <a:prstGeom prst="rect">
                <a:avLst/>
              </a:prstGeom>
              <a:noFill/>
            </p:spPr>
            <p:txBody>
              <a:bodyPr wrap="square" rtlCol="0">
                <a:spAutoFit/>
              </a:bodyPr>
              <a:lstStyle/>
              <a:p>
                <a:pPr algn="ctr"/>
                <a:r>
                  <a:rPr lang="en-US" altLang="zh-CN" b="1" dirty="0">
                    <a:solidFill>
                      <a:schemeClr val="bg1"/>
                    </a:solidFill>
                    <a:latin typeface="+mn-ea"/>
                  </a:rPr>
                  <a:t>A</a:t>
                </a:r>
                <a:endParaRPr lang="zh-CN" altLang="en-US" b="1" dirty="0">
                  <a:solidFill>
                    <a:schemeClr val="bg1"/>
                  </a:solidFill>
                  <a:latin typeface="+mn-ea"/>
                </a:endParaRPr>
              </a:p>
            </p:txBody>
          </p:sp>
        </p:grpSp>
        <p:cxnSp>
          <p:nvCxnSpPr>
            <p:cNvPr id="48" name="直接连接符 47">
              <a:extLst>
                <a:ext uri="{FF2B5EF4-FFF2-40B4-BE49-F238E27FC236}">
                  <a16:creationId xmlns:a16="http://schemas.microsoft.com/office/drawing/2014/main" id="{11302207-57CF-4224-92E8-D1F84BEE71C5}"/>
                </a:ext>
              </a:extLst>
            </p:cNvPr>
            <p:cNvCxnSpPr>
              <a:cxnSpLocks/>
              <a:stCxn id="51" idx="2"/>
            </p:cNvCxnSpPr>
            <p:nvPr/>
          </p:nvCxnSpPr>
          <p:spPr>
            <a:xfrm flipV="1">
              <a:off x="8979775" y="2372627"/>
              <a:ext cx="23609" cy="3025302"/>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grpSp>
          <p:nvGrpSpPr>
            <p:cNvPr id="49" name="组合 48">
              <a:extLst>
                <a:ext uri="{FF2B5EF4-FFF2-40B4-BE49-F238E27FC236}">
                  <a16:creationId xmlns:a16="http://schemas.microsoft.com/office/drawing/2014/main" id="{BF2BE45A-31C7-4BEB-90CC-281327B31C56}"/>
                </a:ext>
              </a:extLst>
            </p:cNvPr>
            <p:cNvGrpSpPr/>
            <p:nvPr/>
          </p:nvGrpSpPr>
          <p:grpSpPr>
            <a:xfrm>
              <a:off x="8530126" y="4986378"/>
              <a:ext cx="662814" cy="641082"/>
              <a:chOff x="1235749" y="1557688"/>
              <a:chExt cx="662814" cy="641082"/>
            </a:xfrm>
          </p:grpSpPr>
          <p:pic>
            <p:nvPicPr>
              <p:cNvPr id="50" name="图形 10">
                <a:extLst>
                  <a:ext uri="{FF2B5EF4-FFF2-40B4-BE49-F238E27FC236}">
                    <a16:creationId xmlns:a16="http://schemas.microsoft.com/office/drawing/2014/main" id="{D8BB52B7-42CD-425A-8012-9894A8203C86}"/>
                  </a:ext>
                </a:extLst>
              </p:cNvPr>
              <p:cNvPicPr>
                <a:picLocks noChangeAspect="1"/>
              </p:cNvPicPr>
              <p:nvPr/>
            </p:nvPicPr>
            <p:blipFill>
              <a:blip r:embed="rId3">
                <a:extLst>
                  <a:ext uri="{28A0092B-C50C-407E-A947-70E740481C1C}">
                    <a14:useLocalDpi xmlns:a14="http://schemas.microsoft.com/office/drawing/2010/main" val="0"/>
                  </a:ext>
                  <a:ext uri="{96DAC541-7B7A-43D3-8B79-37D633B846F1}">
                    <asvg:svgBlip xmlns:asvg="http://schemas.microsoft.com/office/drawing/2016/SVG/main" r:embed="rId4"/>
                  </a:ext>
                </a:extLst>
              </a:blip>
              <a:stretch>
                <a:fillRect/>
              </a:stretch>
            </p:blipFill>
            <p:spPr>
              <a:xfrm>
                <a:off x="1235749" y="1557688"/>
                <a:ext cx="662814" cy="641082"/>
              </a:xfrm>
              <a:prstGeom prst="rect">
                <a:avLst/>
              </a:prstGeom>
            </p:spPr>
          </p:pic>
          <p:sp>
            <p:nvSpPr>
              <p:cNvPr id="51" name="文本框 50">
                <a:extLst>
                  <a:ext uri="{FF2B5EF4-FFF2-40B4-BE49-F238E27FC236}">
                    <a16:creationId xmlns:a16="http://schemas.microsoft.com/office/drawing/2014/main" id="{77CC7DCC-EC9A-4F4E-B7F7-2E9BA02EDA7C}"/>
                  </a:ext>
                </a:extLst>
              </p:cNvPr>
              <p:cNvSpPr txBox="1"/>
              <p:nvPr/>
            </p:nvSpPr>
            <p:spPr>
              <a:xfrm>
                <a:off x="1527006" y="1599907"/>
                <a:ext cx="316784" cy="369332"/>
              </a:xfrm>
              <a:prstGeom prst="rect">
                <a:avLst/>
              </a:prstGeom>
              <a:noFill/>
            </p:spPr>
            <p:txBody>
              <a:bodyPr wrap="square" rtlCol="0">
                <a:spAutoFit/>
              </a:bodyPr>
              <a:lstStyle/>
              <a:p>
                <a:pPr algn="ctr"/>
                <a:r>
                  <a:rPr lang="en-US" altLang="zh-CN" b="1" dirty="0">
                    <a:solidFill>
                      <a:schemeClr val="bg1"/>
                    </a:solidFill>
                    <a:latin typeface="+mn-ea"/>
                  </a:rPr>
                  <a:t>D</a:t>
                </a:r>
                <a:endParaRPr lang="zh-CN" altLang="en-US" b="1" dirty="0">
                  <a:solidFill>
                    <a:schemeClr val="bg1"/>
                  </a:solidFill>
                  <a:latin typeface="+mn-ea"/>
                </a:endParaRPr>
              </a:p>
            </p:txBody>
          </p:sp>
        </p:grpSp>
        <p:grpSp>
          <p:nvGrpSpPr>
            <p:cNvPr id="56" name="组合 55">
              <a:extLst>
                <a:ext uri="{FF2B5EF4-FFF2-40B4-BE49-F238E27FC236}">
                  <a16:creationId xmlns:a16="http://schemas.microsoft.com/office/drawing/2014/main" id="{0942FD9D-2108-4B0E-8619-649E4188B714}"/>
                </a:ext>
              </a:extLst>
            </p:cNvPr>
            <p:cNvGrpSpPr/>
            <p:nvPr/>
          </p:nvGrpSpPr>
          <p:grpSpPr>
            <a:xfrm>
              <a:off x="8668550" y="1817184"/>
              <a:ext cx="662814" cy="641082"/>
              <a:chOff x="1235749" y="1557688"/>
              <a:chExt cx="662814" cy="641082"/>
            </a:xfrm>
          </p:grpSpPr>
          <p:pic>
            <p:nvPicPr>
              <p:cNvPr id="57" name="图形 10">
                <a:extLst>
                  <a:ext uri="{FF2B5EF4-FFF2-40B4-BE49-F238E27FC236}">
                    <a16:creationId xmlns:a16="http://schemas.microsoft.com/office/drawing/2014/main" id="{239FE925-5B69-44FE-A994-EFD2ED2716A3}"/>
                  </a:ext>
                </a:extLst>
              </p:cNvPr>
              <p:cNvPicPr>
                <a:picLocks noChangeAspect="1"/>
              </p:cNvPicPr>
              <p:nvPr/>
            </p:nvPicPr>
            <p:blipFill>
              <a:blip r:embed="rId3">
                <a:extLst>
                  <a:ext uri="{28A0092B-C50C-407E-A947-70E740481C1C}">
                    <a14:useLocalDpi xmlns:a14="http://schemas.microsoft.com/office/drawing/2010/main" val="0"/>
                  </a:ext>
                  <a:ext uri="{96DAC541-7B7A-43D3-8B79-37D633B846F1}">
                    <asvg:svgBlip xmlns:asvg="http://schemas.microsoft.com/office/drawing/2016/SVG/main" r:embed="rId4"/>
                  </a:ext>
                </a:extLst>
              </a:blip>
              <a:stretch>
                <a:fillRect/>
              </a:stretch>
            </p:blipFill>
            <p:spPr>
              <a:xfrm>
                <a:off x="1235749" y="1557688"/>
                <a:ext cx="662814" cy="641082"/>
              </a:xfrm>
              <a:prstGeom prst="rect">
                <a:avLst/>
              </a:prstGeom>
            </p:spPr>
          </p:pic>
          <p:sp>
            <p:nvSpPr>
              <p:cNvPr id="58" name="文本框 57">
                <a:extLst>
                  <a:ext uri="{FF2B5EF4-FFF2-40B4-BE49-F238E27FC236}">
                    <a16:creationId xmlns:a16="http://schemas.microsoft.com/office/drawing/2014/main" id="{913E0766-C1BB-4CA8-9256-03A79C8A3DE8}"/>
                  </a:ext>
                </a:extLst>
              </p:cNvPr>
              <p:cNvSpPr txBox="1"/>
              <p:nvPr/>
            </p:nvSpPr>
            <p:spPr>
              <a:xfrm>
                <a:off x="1527006" y="1599907"/>
                <a:ext cx="316784" cy="369332"/>
              </a:xfrm>
              <a:prstGeom prst="rect">
                <a:avLst/>
              </a:prstGeom>
              <a:noFill/>
            </p:spPr>
            <p:txBody>
              <a:bodyPr wrap="square" rtlCol="0">
                <a:spAutoFit/>
              </a:bodyPr>
              <a:lstStyle/>
              <a:p>
                <a:pPr algn="ctr"/>
                <a:r>
                  <a:rPr lang="en-US" altLang="zh-CN" b="1" dirty="0">
                    <a:solidFill>
                      <a:schemeClr val="bg1"/>
                    </a:solidFill>
                    <a:latin typeface="+mn-ea"/>
                  </a:rPr>
                  <a:t>B</a:t>
                </a:r>
                <a:endParaRPr lang="zh-CN" altLang="en-US" b="1" dirty="0">
                  <a:solidFill>
                    <a:schemeClr val="bg1"/>
                  </a:solidFill>
                  <a:latin typeface="+mn-ea"/>
                </a:endParaRPr>
              </a:p>
            </p:txBody>
          </p:sp>
        </p:grpSp>
        <p:grpSp>
          <p:nvGrpSpPr>
            <p:cNvPr id="59" name="组合 58">
              <a:extLst>
                <a:ext uri="{FF2B5EF4-FFF2-40B4-BE49-F238E27FC236}">
                  <a16:creationId xmlns:a16="http://schemas.microsoft.com/office/drawing/2014/main" id="{2852E6D1-309D-4FEC-918D-983E4E2EEA56}"/>
                </a:ext>
              </a:extLst>
            </p:cNvPr>
            <p:cNvGrpSpPr/>
            <p:nvPr/>
          </p:nvGrpSpPr>
          <p:grpSpPr>
            <a:xfrm>
              <a:off x="10430865" y="3207395"/>
              <a:ext cx="662814" cy="641082"/>
              <a:chOff x="1235749" y="1557688"/>
              <a:chExt cx="662814" cy="641082"/>
            </a:xfrm>
          </p:grpSpPr>
          <p:pic>
            <p:nvPicPr>
              <p:cNvPr id="60" name="图形 10">
                <a:extLst>
                  <a:ext uri="{FF2B5EF4-FFF2-40B4-BE49-F238E27FC236}">
                    <a16:creationId xmlns:a16="http://schemas.microsoft.com/office/drawing/2014/main" id="{A1A931C8-49BA-421A-94DE-8033FE334B9B}"/>
                  </a:ext>
                </a:extLst>
              </p:cNvPr>
              <p:cNvPicPr>
                <a:picLocks noChangeAspect="1"/>
              </p:cNvPicPr>
              <p:nvPr/>
            </p:nvPicPr>
            <p:blipFill>
              <a:blip r:embed="rId3">
                <a:extLst>
                  <a:ext uri="{28A0092B-C50C-407E-A947-70E740481C1C}">
                    <a14:useLocalDpi xmlns:a14="http://schemas.microsoft.com/office/drawing/2010/main" val="0"/>
                  </a:ext>
                  <a:ext uri="{96DAC541-7B7A-43D3-8B79-37D633B846F1}">
                    <asvg:svgBlip xmlns:asvg="http://schemas.microsoft.com/office/drawing/2016/SVG/main" r:embed="rId4"/>
                  </a:ext>
                </a:extLst>
              </a:blip>
              <a:stretch>
                <a:fillRect/>
              </a:stretch>
            </p:blipFill>
            <p:spPr>
              <a:xfrm>
                <a:off x="1235749" y="1557688"/>
                <a:ext cx="662814" cy="641082"/>
              </a:xfrm>
              <a:prstGeom prst="rect">
                <a:avLst/>
              </a:prstGeom>
            </p:spPr>
          </p:pic>
          <p:sp>
            <p:nvSpPr>
              <p:cNvPr id="61" name="文本框 60">
                <a:extLst>
                  <a:ext uri="{FF2B5EF4-FFF2-40B4-BE49-F238E27FC236}">
                    <a16:creationId xmlns:a16="http://schemas.microsoft.com/office/drawing/2014/main" id="{4E9A45A7-8A2B-42B9-AF8A-48DBFC7D49C5}"/>
                  </a:ext>
                </a:extLst>
              </p:cNvPr>
              <p:cNvSpPr txBox="1"/>
              <p:nvPr/>
            </p:nvSpPr>
            <p:spPr>
              <a:xfrm>
                <a:off x="1527006" y="1606485"/>
                <a:ext cx="316784" cy="369332"/>
              </a:xfrm>
              <a:prstGeom prst="rect">
                <a:avLst/>
              </a:prstGeom>
              <a:noFill/>
            </p:spPr>
            <p:txBody>
              <a:bodyPr wrap="square" rtlCol="0">
                <a:spAutoFit/>
              </a:bodyPr>
              <a:lstStyle/>
              <a:p>
                <a:pPr algn="ctr"/>
                <a:r>
                  <a:rPr lang="en-US" altLang="zh-CN" b="1" dirty="0">
                    <a:solidFill>
                      <a:schemeClr val="bg1"/>
                    </a:solidFill>
                    <a:latin typeface="+mn-ea"/>
                  </a:rPr>
                  <a:t>C</a:t>
                </a:r>
                <a:endParaRPr lang="zh-CN" altLang="en-US" b="1" dirty="0">
                  <a:solidFill>
                    <a:schemeClr val="bg1"/>
                  </a:solidFill>
                  <a:latin typeface="+mn-ea"/>
                </a:endParaRPr>
              </a:p>
            </p:txBody>
          </p:sp>
        </p:grpSp>
        <p:pic>
          <p:nvPicPr>
            <p:cNvPr id="69" name="图片 68" descr="图标&#10;&#10;描述已自动生成">
              <a:extLst>
                <a:ext uri="{FF2B5EF4-FFF2-40B4-BE49-F238E27FC236}">
                  <a16:creationId xmlns:a16="http://schemas.microsoft.com/office/drawing/2014/main" id="{56B846AC-1958-4647-804E-6E3006D74520}"/>
                </a:ext>
              </a:extLst>
            </p:cNvPr>
            <p:cNvPicPr>
              <a:picLocks noChangeAspect="1"/>
            </p:cNvPicPr>
            <p:nvPr/>
          </p:nvPicPr>
          <p:blipFill>
            <a:blip r:embed="rId6">
              <a:extLst>
                <a:ext uri="{28A0092B-C50C-407E-A947-70E740481C1C}">
                  <a14:useLocalDpi xmlns:a14="http://schemas.microsoft.com/office/drawing/2010/main" val="0"/>
                </a:ext>
              </a:extLst>
            </a:blip>
            <a:stretch>
              <a:fillRect/>
            </a:stretch>
          </p:blipFill>
          <p:spPr>
            <a:xfrm>
              <a:off x="8763638" y="3386593"/>
              <a:ext cx="497392" cy="641082"/>
            </a:xfrm>
            <a:prstGeom prst="rect">
              <a:avLst/>
            </a:prstGeom>
          </p:spPr>
        </p:pic>
        <p:sp>
          <p:nvSpPr>
            <p:cNvPr id="71" name="文本框 70">
              <a:extLst>
                <a:ext uri="{FF2B5EF4-FFF2-40B4-BE49-F238E27FC236}">
                  <a16:creationId xmlns:a16="http://schemas.microsoft.com/office/drawing/2014/main" id="{EBA9184B-FAF2-4733-A498-9B71F3E74CC7}"/>
                </a:ext>
              </a:extLst>
            </p:cNvPr>
            <p:cNvSpPr txBox="1"/>
            <p:nvPr/>
          </p:nvSpPr>
          <p:spPr>
            <a:xfrm>
              <a:off x="7966387" y="5999602"/>
              <a:ext cx="1986839" cy="369332"/>
            </a:xfrm>
            <a:prstGeom prst="rect">
              <a:avLst/>
            </a:prstGeom>
            <a:noFill/>
          </p:spPr>
          <p:txBody>
            <a:bodyPr wrap="square" rtlCol="0">
              <a:spAutoFit/>
            </a:bodyPr>
            <a:lstStyle/>
            <a:p>
              <a:pPr algn="ctr"/>
              <a:r>
                <a:rPr lang="zh-CN" altLang="en-US" b="1" dirty="0">
                  <a:latin typeface="+mn-ea"/>
                </a:rPr>
                <a:t>交换式以太网</a:t>
              </a:r>
            </a:p>
          </p:txBody>
        </p:sp>
      </p:grpSp>
      <p:sp>
        <p:nvSpPr>
          <p:cNvPr id="72" name="文本框 71">
            <a:extLst>
              <a:ext uri="{FF2B5EF4-FFF2-40B4-BE49-F238E27FC236}">
                <a16:creationId xmlns:a16="http://schemas.microsoft.com/office/drawing/2014/main" id="{694982CA-BBE3-4971-A06F-36B59AA7466A}"/>
              </a:ext>
            </a:extLst>
          </p:cNvPr>
          <p:cNvSpPr txBox="1"/>
          <p:nvPr/>
        </p:nvSpPr>
        <p:spPr>
          <a:xfrm>
            <a:off x="5130878" y="736280"/>
            <a:ext cx="2922270" cy="400110"/>
          </a:xfrm>
          <a:prstGeom prst="rect">
            <a:avLst/>
          </a:prstGeom>
          <a:noFill/>
        </p:spPr>
        <p:txBody>
          <a:bodyPr wrap="square" rtlCol="0">
            <a:spAutoFit/>
          </a:bodyPr>
          <a:lstStyle/>
          <a:p>
            <a:r>
              <a:rPr lang="en-US" altLang="zh-CN" sz="2000" b="1" dirty="0">
                <a:solidFill>
                  <a:schemeClr val="tx1"/>
                </a:solidFill>
                <a:latin typeface="Arial Narrow" panose="020B0606020202030204" pitchFamily="34" charset="0"/>
              </a:rPr>
              <a:t>(</a:t>
            </a:r>
            <a:r>
              <a:rPr lang="zh-CN" altLang="en-US" sz="2000" b="1" dirty="0">
                <a:solidFill>
                  <a:schemeClr val="tx1"/>
                </a:solidFill>
                <a:latin typeface="Arial Narrow" panose="020B0606020202030204" pitchFamily="34" charset="0"/>
              </a:rPr>
              <a:t>集线器与交换机的对比</a:t>
            </a:r>
            <a:r>
              <a:rPr lang="en-US" altLang="zh-CN" sz="2000" b="1" dirty="0">
                <a:solidFill>
                  <a:schemeClr val="tx1"/>
                </a:solidFill>
                <a:latin typeface="Arial Narrow" panose="020B0606020202030204" pitchFamily="34" charset="0"/>
              </a:rPr>
              <a:t>)</a:t>
            </a:r>
          </a:p>
        </p:txBody>
      </p:sp>
      <p:sp>
        <p:nvSpPr>
          <p:cNvPr id="8" name="矩形 7">
            <a:extLst>
              <a:ext uri="{FF2B5EF4-FFF2-40B4-BE49-F238E27FC236}">
                <a16:creationId xmlns:a16="http://schemas.microsoft.com/office/drawing/2014/main" id="{27E624FC-743D-4AEE-8686-185520767380}"/>
              </a:ext>
            </a:extLst>
          </p:cNvPr>
          <p:cNvSpPr/>
          <p:nvPr/>
        </p:nvSpPr>
        <p:spPr>
          <a:xfrm>
            <a:off x="8256188" y="1013854"/>
            <a:ext cx="3623543" cy="671205"/>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r>
              <a:rPr lang="zh-CN" altLang="en-US" b="1" dirty="0"/>
              <a:t>假设交换机的转发表已经学习到了所有主机与自己各接口的对应关系</a:t>
            </a:r>
          </a:p>
        </p:txBody>
      </p:sp>
      <p:sp>
        <p:nvSpPr>
          <p:cNvPr id="55" name="爆炸形: 8 pt  54">
            <a:extLst>
              <a:ext uri="{FF2B5EF4-FFF2-40B4-BE49-F238E27FC236}">
                <a16:creationId xmlns:a16="http://schemas.microsoft.com/office/drawing/2014/main" id="{1EF0AEBC-9845-44EB-8FD6-AC6689EFC830}"/>
              </a:ext>
            </a:extLst>
          </p:cNvPr>
          <p:cNvSpPr/>
          <p:nvPr/>
        </p:nvSpPr>
        <p:spPr>
          <a:xfrm>
            <a:off x="2695661" y="3165917"/>
            <a:ext cx="1160614" cy="965277"/>
          </a:xfrm>
          <a:prstGeom prst="irregularSeal1">
            <a:avLst/>
          </a:prstGeom>
          <a:solidFill>
            <a:srgbClr val="FF0000"/>
          </a:solidFill>
          <a:ln>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zh-CN" altLang="en-US" b="1" dirty="0">
                <a:latin typeface="+mn-ea"/>
              </a:rPr>
              <a:t>碰撞</a:t>
            </a:r>
          </a:p>
        </p:txBody>
      </p:sp>
      <p:sp>
        <p:nvSpPr>
          <p:cNvPr id="95" name="文本框 94">
            <a:extLst>
              <a:ext uri="{FF2B5EF4-FFF2-40B4-BE49-F238E27FC236}">
                <a16:creationId xmlns:a16="http://schemas.microsoft.com/office/drawing/2014/main" id="{33CF5C16-3C4F-48CF-8226-037CEF7411C0}"/>
              </a:ext>
            </a:extLst>
          </p:cNvPr>
          <p:cNvSpPr txBox="1"/>
          <p:nvPr/>
        </p:nvSpPr>
        <p:spPr>
          <a:xfrm>
            <a:off x="2309679" y="2075280"/>
            <a:ext cx="662814" cy="369332"/>
          </a:xfrm>
          <a:prstGeom prst="rect">
            <a:avLst/>
          </a:prstGeom>
          <a:noFill/>
        </p:spPr>
        <p:txBody>
          <a:bodyPr wrap="square" rtlCol="0">
            <a:spAutoFit/>
          </a:bodyPr>
          <a:lstStyle/>
          <a:p>
            <a:pPr algn="ctr"/>
            <a:r>
              <a:rPr lang="zh-CN" altLang="en-US" b="1" dirty="0">
                <a:solidFill>
                  <a:schemeClr val="accent1">
                    <a:lumMod val="75000"/>
                  </a:schemeClr>
                </a:solidFill>
                <a:latin typeface="+mn-ea"/>
              </a:rPr>
              <a:t>丢弃</a:t>
            </a:r>
            <a:endParaRPr lang="en-US" altLang="zh-CN" b="1" dirty="0">
              <a:solidFill>
                <a:schemeClr val="accent1">
                  <a:lumMod val="75000"/>
                </a:schemeClr>
              </a:solidFill>
              <a:latin typeface="+mn-ea"/>
            </a:endParaRPr>
          </a:p>
        </p:txBody>
      </p:sp>
      <p:sp>
        <p:nvSpPr>
          <p:cNvPr id="96" name="文本框 95">
            <a:extLst>
              <a:ext uri="{FF2B5EF4-FFF2-40B4-BE49-F238E27FC236}">
                <a16:creationId xmlns:a16="http://schemas.microsoft.com/office/drawing/2014/main" id="{C51E0EE8-3267-4B0C-9078-57A9BE7BF3A0}"/>
              </a:ext>
            </a:extLst>
          </p:cNvPr>
          <p:cNvSpPr txBox="1"/>
          <p:nvPr/>
        </p:nvSpPr>
        <p:spPr>
          <a:xfrm>
            <a:off x="4395499" y="3029497"/>
            <a:ext cx="662814" cy="369332"/>
          </a:xfrm>
          <a:prstGeom prst="rect">
            <a:avLst/>
          </a:prstGeom>
          <a:noFill/>
        </p:spPr>
        <p:txBody>
          <a:bodyPr wrap="square" rtlCol="0">
            <a:spAutoFit/>
          </a:bodyPr>
          <a:lstStyle/>
          <a:p>
            <a:pPr algn="ctr"/>
            <a:r>
              <a:rPr lang="zh-CN" altLang="en-US" b="1" dirty="0">
                <a:solidFill>
                  <a:schemeClr val="accent1">
                    <a:lumMod val="75000"/>
                  </a:schemeClr>
                </a:solidFill>
                <a:latin typeface="+mn-ea"/>
              </a:rPr>
              <a:t>丢弃</a:t>
            </a:r>
            <a:endParaRPr lang="en-US" altLang="zh-CN" b="1" dirty="0">
              <a:solidFill>
                <a:schemeClr val="accent1">
                  <a:lumMod val="75000"/>
                </a:schemeClr>
              </a:solidFill>
              <a:latin typeface="+mn-ea"/>
            </a:endParaRPr>
          </a:p>
        </p:txBody>
      </p:sp>
      <p:sp>
        <p:nvSpPr>
          <p:cNvPr id="97" name="文本框 96">
            <a:extLst>
              <a:ext uri="{FF2B5EF4-FFF2-40B4-BE49-F238E27FC236}">
                <a16:creationId xmlns:a16="http://schemas.microsoft.com/office/drawing/2014/main" id="{19BE4B2A-98C7-4108-8858-D12F1DBB4812}"/>
              </a:ext>
            </a:extLst>
          </p:cNvPr>
          <p:cNvSpPr txBox="1"/>
          <p:nvPr/>
        </p:nvSpPr>
        <p:spPr>
          <a:xfrm>
            <a:off x="2309679" y="4986377"/>
            <a:ext cx="662814" cy="369332"/>
          </a:xfrm>
          <a:prstGeom prst="rect">
            <a:avLst/>
          </a:prstGeom>
          <a:noFill/>
        </p:spPr>
        <p:txBody>
          <a:bodyPr wrap="square" rtlCol="0">
            <a:spAutoFit/>
          </a:bodyPr>
          <a:lstStyle/>
          <a:p>
            <a:pPr algn="ctr"/>
            <a:r>
              <a:rPr lang="zh-CN" altLang="en-US" b="1" dirty="0">
                <a:solidFill>
                  <a:schemeClr val="accent1">
                    <a:lumMod val="75000"/>
                  </a:schemeClr>
                </a:solidFill>
                <a:latin typeface="+mn-ea"/>
              </a:rPr>
              <a:t>丢弃</a:t>
            </a:r>
            <a:endParaRPr lang="en-US" altLang="zh-CN" b="1" dirty="0">
              <a:solidFill>
                <a:schemeClr val="accent1">
                  <a:lumMod val="75000"/>
                </a:schemeClr>
              </a:solidFill>
              <a:latin typeface="+mn-ea"/>
            </a:endParaRPr>
          </a:p>
        </p:txBody>
      </p:sp>
      <p:sp>
        <p:nvSpPr>
          <p:cNvPr id="9" name="对话气泡: 椭圆形 8">
            <a:extLst>
              <a:ext uri="{FF2B5EF4-FFF2-40B4-BE49-F238E27FC236}">
                <a16:creationId xmlns:a16="http://schemas.microsoft.com/office/drawing/2014/main" id="{46A714DB-680E-4010-8343-AFF752BB98B7}"/>
              </a:ext>
            </a:extLst>
          </p:cNvPr>
          <p:cNvSpPr/>
          <p:nvPr/>
        </p:nvSpPr>
        <p:spPr>
          <a:xfrm>
            <a:off x="9265554" y="2388786"/>
            <a:ext cx="967298" cy="777131"/>
          </a:xfrm>
          <a:prstGeom prst="wedgeEllipseCallout">
            <a:avLst>
              <a:gd name="adj1" fmla="val -67759"/>
              <a:gd name="adj2" fmla="val 82816"/>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zh-CN" altLang="en-US" b="1" dirty="0">
                <a:latin typeface="+mn-ea"/>
              </a:rPr>
              <a:t>存储</a:t>
            </a:r>
            <a:endParaRPr lang="en-US" altLang="zh-CN" b="1" dirty="0">
              <a:latin typeface="+mn-ea"/>
            </a:endParaRPr>
          </a:p>
          <a:p>
            <a:pPr algn="ctr"/>
            <a:r>
              <a:rPr lang="zh-CN" altLang="en-US" b="1" dirty="0">
                <a:latin typeface="+mn-ea"/>
              </a:rPr>
              <a:t>转发</a:t>
            </a:r>
          </a:p>
        </p:txBody>
      </p:sp>
      <p:grpSp>
        <p:nvGrpSpPr>
          <p:cNvPr id="73" name="组合 72">
            <a:extLst>
              <a:ext uri="{FF2B5EF4-FFF2-40B4-BE49-F238E27FC236}">
                <a16:creationId xmlns:a16="http://schemas.microsoft.com/office/drawing/2014/main" id="{5307F2C5-9027-48E4-81A1-39C865E227E6}"/>
              </a:ext>
            </a:extLst>
          </p:cNvPr>
          <p:cNvGrpSpPr/>
          <p:nvPr/>
        </p:nvGrpSpPr>
        <p:grpSpPr>
          <a:xfrm rot="16200000">
            <a:off x="8326759" y="2734842"/>
            <a:ext cx="907999" cy="369332"/>
            <a:chOff x="7342643" y="3935811"/>
            <a:chExt cx="907999" cy="369332"/>
          </a:xfrm>
        </p:grpSpPr>
        <p:sp>
          <p:nvSpPr>
            <p:cNvPr id="80" name="标注: 右箭头 79">
              <a:extLst>
                <a:ext uri="{FF2B5EF4-FFF2-40B4-BE49-F238E27FC236}">
                  <a16:creationId xmlns:a16="http://schemas.microsoft.com/office/drawing/2014/main" id="{C898DA46-53FB-4E72-A69E-DBF1FCB12DC1}"/>
                </a:ext>
              </a:extLst>
            </p:cNvPr>
            <p:cNvSpPr/>
            <p:nvPr/>
          </p:nvSpPr>
          <p:spPr>
            <a:xfrm>
              <a:off x="7396201" y="3974323"/>
              <a:ext cx="854441" cy="292308"/>
            </a:xfrm>
            <a:prstGeom prst="rightArrowCallout">
              <a:avLst>
                <a:gd name="adj1" fmla="val 25000"/>
                <a:gd name="adj2" fmla="val 20833"/>
                <a:gd name="adj3" fmla="val 36378"/>
                <a:gd name="adj4" fmla="val 77646"/>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b="1" dirty="0">
                <a:solidFill>
                  <a:schemeClr val="tx1"/>
                </a:solidFill>
                <a:latin typeface="Arial Narrow" panose="020B0606020202030204" pitchFamily="34" charset="0"/>
                <a:ea typeface="宋体" panose="02010600030101010101" pitchFamily="2" charset="-122"/>
              </a:endParaRPr>
            </a:p>
          </p:txBody>
        </p:sp>
        <p:sp>
          <p:nvSpPr>
            <p:cNvPr id="83" name="文本框 82">
              <a:extLst>
                <a:ext uri="{FF2B5EF4-FFF2-40B4-BE49-F238E27FC236}">
                  <a16:creationId xmlns:a16="http://schemas.microsoft.com/office/drawing/2014/main" id="{7763D576-B71A-4B06-8B0C-BD729EB34BB8}"/>
                </a:ext>
              </a:extLst>
            </p:cNvPr>
            <p:cNvSpPr txBox="1"/>
            <p:nvPr/>
          </p:nvSpPr>
          <p:spPr>
            <a:xfrm>
              <a:off x="7342643" y="3935811"/>
              <a:ext cx="765668" cy="369332"/>
            </a:xfrm>
            <a:prstGeom prst="rect">
              <a:avLst/>
            </a:prstGeom>
            <a:noFill/>
          </p:spPr>
          <p:txBody>
            <a:bodyPr wrap="square">
              <a:spAutoFit/>
            </a:bodyPr>
            <a:lstStyle/>
            <a:p>
              <a:pPr algn="ctr"/>
              <a:r>
                <a:rPr lang="en-US" altLang="zh-CN" b="1" dirty="0">
                  <a:solidFill>
                    <a:schemeClr val="tx1"/>
                  </a:solidFill>
                  <a:latin typeface="Arial Narrow" panose="020B0606020202030204" pitchFamily="34" charset="0"/>
                  <a:ea typeface="宋体" panose="02010600030101010101" pitchFamily="2" charset="-122"/>
                </a:rPr>
                <a:t>A→B</a:t>
              </a:r>
              <a:endParaRPr lang="zh-CN" altLang="en-US" b="1" dirty="0">
                <a:solidFill>
                  <a:schemeClr val="tx1"/>
                </a:solidFill>
                <a:latin typeface="Arial Narrow" panose="020B0606020202030204" pitchFamily="34" charset="0"/>
                <a:ea typeface="宋体" panose="02010600030101010101" pitchFamily="2" charset="-122"/>
              </a:endParaRPr>
            </a:p>
          </p:txBody>
        </p:sp>
      </p:grpSp>
      <p:grpSp>
        <p:nvGrpSpPr>
          <p:cNvPr id="84" name="组合 83">
            <a:extLst>
              <a:ext uri="{FF2B5EF4-FFF2-40B4-BE49-F238E27FC236}">
                <a16:creationId xmlns:a16="http://schemas.microsoft.com/office/drawing/2014/main" id="{1457761E-607A-45DF-B459-FA36FF062E01}"/>
              </a:ext>
            </a:extLst>
          </p:cNvPr>
          <p:cNvGrpSpPr/>
          <p:nvPr/>
        </p:nvGrpSpPr>
        <p:grpSpPr>
          <a:xfrm rot="16200000">
            <a:off x="8322497" y="4281457"/>
            <a:ext cx="899400" cy="369332"/>
            <a:chOff x="5890175" y="5558878"/>
            <a:chExt cx="899400" cy="369332"/>
          </a:xfrm>
        </p:grpSpPr>
        <p:sp>
          <p:nvSpPr>
            <p:cNvPr id="85" name="标注: 右箭头 84">
              <a:extLst>
                <a:ext uri="{FF2B5EF4-FFF2-40B4-BE49-F238E27FC236}">
                  <a16:creationId xmlns:a16="http://schemas.microsoft.com/office/drawing/2014/main" id="{59912E36-F878-4F3D-AB23-C87B547068DB}"/>
                </a:ext>
              </a:extLst>
            </p:cNvPr>
            <p:cNvSpPr/>
            <p:nvPr/>
          </p:nvSpPr>
          <p:spPr>
            <a:xfrm rot="10800000">
              <a:off x="5890175" y="5597390"/>
              <a:ext cx="854441" cy="292308"/>
            </a:xfrm>
            <a:prstGeom prst="rightArrowCallout">
              <a:avLst>
                <a:gd name="adj1" fmla="val 25000"/>
                <a:gd name="adj2" fmla="val 20833"/>
                <a:gd name="adj3" fmla="val 36378"/>
                <a:gd name="adj4" fmla="val 77646"/>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b="1" dirty="0">
                <a:solidFill>
                  <a:schemeClr val="tx1"/>
                </a:solidFill>
                <a:latin typeface="Arial Narrow" panose="020B0606020202030204" pitchFamily="34" charset="0"/>
                <a:ea typeface="宋体" panose="02010600030101010101" pitchFamily="2" charset="-122"/>
              </a:endParaRPr>
            </a:p>
          </p:txBody>
        </p:sp>
        <p:sp>
          <p:nvSpPr>
            <p:cNvPr id="98" name="文本框 97">
              <a:extLst>
                <a:ext uri="{FF2B5EF4-FFF2-40B4-BE49-F238E27FC236}">
                  <a16:creationId xmlns:a16="http://schemas.microsoft.com/office/drawing/2014/main" id="{4D5979B6-48F7-428E-8431-3B30589EC881}"/>
                </a:ext>
              </a:extLst>
            </p:cNvPr>
            <p:cNvSpPr txBox="1"/>
            <p:nvPr/>
          </p:nvSpPr>
          <p:spPr>
            <a:xfrm>
              <a:off x="6041205" y="5558878"/>
              <a:ext cx="748370" cy="369332"/>
            </a:xfrm>
            <a:prstGeom prst="rect">
              <a:avLst/>
            </a:prstGeom>
            <a:noFill/>
          </p:spPr>
          <p:txBody>
            <a:bodyPr wrap="square">
              <a:spAutoFit/>
            </a:bodyPr>
            <a:lstStyle/>
            <a:p>
              <a:pPr algn="ctr"/>
              <a:r>
                <a:rPr lang="en-US" altLang="zh-CN" b="1" dirty="0">
                  <a:solidFill>
                    <a:schemeClr val="tx1"/>
                  </a:solidFill>
                  <a:latin typeface="Arial Narrow" panose="020B0606020202030204" pitchFamily="34" charset="0"/>
                  <a:ea typeface="宋体" panose="02010600030101010101" pitchFamily="2" charset="-122"/>
                </a:rPr>
                <a:t>D←C</a:t>
              </a:r>
              <a:endParaRPr lang="zh-CN" altLang="en-US" b="1" dirty="0">
                <a:solidFill>
                  <a:schemeClr val="tx1"/>
                </a:solidFill>
                <a:latin typeface="Arial Narrow" panose="020B0606020202030204" pitchFamily="34" charset="0"/>
                <a:ea typeface="宋体" panose="02010600030101010101" pitchFamily="2" charset="-122"/>
              </a:endParaRPr>
            </a:p>
          </p:txBody>
        </p:sp>
      </p:grpSp>
      <p:sp>
        <p:nvSpPr>
          <p:cNvPr id="99" name="文本框 98">
            <a:extLst>
              <a:ext uri="{FF2B5EF4-FFF2-40B4-BE49-F238E27FC236}">
                <a16:creationId xmlns:a16="http://schemas.microsoft.com/office/drawing/2014/main" id="{D93D5EFF-1C48-4541-A3C7-202DEFB21238}"/>
              </a:ext>
            </a:extLst>
          </p:cNvPr>
          <p:cNvSpPr txBox="1"/>
          <p:nvPr/>
        </p:nvSpPr>
        <p:spPr>
          <a:xfrm>
            <a:off x="8143946" y="2075280"/>
            <a:ext cx="662814" cy="369332"/>
          </a:xfrm>
          <a:prstGeom prst="rect">
            <a:avLst/>
          </a:prstGeom>
          <a:noFill/>
        </p:spPr>
        <p:txBody>
          <a:bodyPr wrap="square" rtlCol="0">
            <a:spAutoFit/>
          </a:bodyPr>
          <a:lstStyle/>
          <a:p>
            <a:pPr algn="ctr"/>
            <a:r>
              <a:rPr lang="zh-CN" altLang="en-US" b="1" dirty="0">
                <a:solidFill>
                  <a:schemeClr val="accent4"/>
                </a:solidFill>
                <a:latin typeface="+mn-ea"/>
              </a:rPr>
              <a:t>接受</a:t>
            </a:r>
            <a:endParaRPr lang="en-US" altLang="zh-CN" b="1" dirty="0">
              <a:solidFill>
                <a:schemeClr val="accent4"/>
              </a:solidFill>
              <a:latin typeface="+mn-ea"/>
            </a:endParaRPr>
          </a:p>
        </p:txBody>
      </p:sp>
      <p:sp>
        <p:nvSpPr>
          <p:cNvPr id="100" name="文本框 99">
            <a:extLst>
              <a:ext uri="{FF2B5EF4-FFF2-40B4-BE49-F238E27FC236}">
                <a16:creationId xmlns:a16="http://schemas.microsoft.com/office/drawing/2014/main" id="{6D2B443A-34E7-48B8-B9BE-A044C9C10072}"/>
              </a:ext>
            </a:extLst>
          </p:cNvPr>
          <p:cNvSpPr txBox="1"/>
          <p:nvPr/>
        </p:nvSpPr>
        <p:spPr>
          <a:xfrm>
            <a:off x="8143946" y="4990083"/>
            <a:ext cx="662814" cy="369332"/>
          </a:xfrm>
          <a:prstGeom prst="rect">
            <a:avLst/>
          </a:prstGeom>
          <a:noFill/>
        </p:spPr>
        <p:txBody>
          <a:bodyPr wrap="square" rtlCol="0">
            <a:spAutoFit/>
          </a:bodyPr>
          <a:lstStyle/>
          <a:p>
            <a:pPr algn="ctr"/>
            <a:r>
              <a:rPr lang="zh-CN" altLang="en-US" b="1" dirty="0">
                <a:solidFill>
                  <a:schemeClr val="accent4"/>
                </a:solidFill>
                <a:latin typeface="+mn-ea"/>
              </a:rPr>
              <a:t>接受</a:t>
            </a:r>
            <a:endParaRPr lang="en-US" altLang="zh-CN" b="1" dirty="0">
              <a:solidFill>
                <a:schemeClr val="accent4"/>
              </a:solidFill>
              <a:latin typeface="+mn-ea"/>
            </a:endParaRPr>
          </a:p>
        </p:txBody>
      </p:sp>
      <p:grpSp>
        <p:nvGrpSpPr>
          <p:cNvPr id="104" name="组合 103">
            <a:extLst>
              <a:ext uri="{FF2B5EF4-FFF2-40B4-BE49-F238E27FC236}">
                <a16:creationId xmlns:a16="http://schemas.microsoft.com/office/drawing/2014/main" id="{09612D12-B8C6-4C16-B5EA-8D76737417C6}"/>
              </a:ext>
            </a:extLst>
          </p:cNvPr>
          <p:cNvGrpSpPr/>
          <p:nvPr/>
        </p:nvGrpSpPr>
        <p:grpSpPr>
          <a:xfrm rot="10800000">
            <a:off x="3809701" y="3733100"/>
            <a:ext cx="899400" cy="307777"/>
            <a:chOff x="5890175" y="5591768"/>
            <a:chExt cx="899400" cy="307777"/>
          </a:xfrm>
        </p:grpSpPr>
        <p:sp>
          <p:nvSpPr>
            <p:cNvPr id="105" name="标注: 右箭头 104">
              <a:extLst>
                <a:ext uri="{FF2B5EF4-FFF2-40B4-BE49-F238E27FC236}">
                  <a16:creationId xmlns:a16="http://schemas.microsoft.com/office/drawing/2014/main" id="{6E55C314-1D58-4AC0-B8FB-04DE3D26A315}"/>
                </a:ext>
              </a:extLst>
            </p:cNvPr>
            <p:cNvSpPr/>
            <p:nvPr/>
          </p:nvSpPr>
          <p:spPr>
            <a:xfrm rot="10800000">
              <a:off x="5890175" y="5597390"/>
              <a:ext cx="854441" cy="292308"/>
            </a:xfrm>
            <a:prstGeom prst="rightArrowCallout">
              <a:avLst>
                <a:gd name="adj1" fmla="val 25000"/>
                <a:gd name="adj2" fmla="val 20833"/>
                <a:gd name="adj3" fmla="val 36378"/>
                <a:gd name="adj4" fmla="val 77646"/>
              </a:avLst>
            </a:prstGeom>
            <a:solidFill>
              <a:schemeClr val="accent1">
                <a:lumMod val="75000"/>
              </a:schemeClr>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sz="1400" b="1" dirty="0">
                <a:solidFill>
                  <a:schemeClr val="tx1"/>
                </a:solidFill>
                <a:latin typeface="+mn-ea"/>
              </a:endParaRPr>
            </a:p>
          </p:txBody>
        </p:sp>
        <p:sp>
          <p:nvSpPr>
            <p:cNvPr id="106" name="文本框 105">
              <a:extLst>
                <a:ext uri="{FF2B5EF4-FFF2-40B4-BE49-F238E27FC236}">
                  <a16:creationId xmlns:a16="http://schemas.microsoft.com/office/drawing/2014/main" id="{1C43D630-C528-47A6-9378-ADAAC49B32D5}"/>
                </a:ext>
              </a:extLst>
            </p:cNvPr>
            <p:cNvSpPr txBox="1"/>
            <p:nvPr/>
          </p:nvSpPr>
          <p:spPr>
            <a:xfrm rot="10800000">
              <a:off x="6041205" y="5591768"/>
              <a:ext cx="748370" cy="307777"/>
            </a:xfrm>
            <a:prstGeom prst="rect">
              <a:avLst/>
            </a:prstGeom>
            <a:noFill/>
          </p:spPr>
          <p:txBody>
            <a:bodyPr wrap="square">
              <a:spAutoFit/>
            </a:bodyPr>
            <a:lstStyle/>
            <a:p>
              <a:pPr algn="ctr"/>
              <a:r>
                <a:rPr lang="zh-CN" altLang="en-US" sz="1400" b="1" dirty="0">
                  <a:solidFill>
                    <a:schemeClr val="bg1"/>
                  </a:solidFill>
                  <a:latin typeface="+mn-ea"/>
                </a:rPr>
                <a:t>碰撞帧</a:t>
              </a:r>
            </a:p>
          </p:txBody>
        </p:sp>
      </p:grpSp>
      <p:sp>
        <p:nvSpPr>
          <p:cNvPr id="101" name="平行四边形 100">
            <a:extLst>
              <a:ext uri="{FF2B5EF4-FFF2-40B4-BE49-F238E27FC236}">
                <a16:creationId xmlns:a16="http://schemas.microsoft.com/office/drawing/2014/main" id="{D7A5D29D-3ACA-29BB-19FA-C1D1ACA50D8A}"/>
              </a:ext>
            </a:extLst>
          </p:cNvPr>
          <p:cNvSpPr/>
          <p:nvPr/>
        </p:nvSpPr>
        <p:spPr>
          <a:xfrm>
            <a:off x="304799" y="749300"/>
            <a:ext cx="688541" cy="387090"/>
          </a:xfrm>
          <a:prstGeom prst="parallelogram">
            <a:avLst/>
          </a:prstGeom>
          <a:solidFill>
            <a:schemeClr val="accent3">
              <a:lumMod val="75000"/>
            </a:schemeClr>
          </a:solidFill>
          <a:ln>
            <a:solidFill>
              <a:schemeClr val="accent3">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CN" sz="2200" dirty="0">
                <a:latin typeface="Impact" panose="020B0806030902050204" pitchFamily="34" charset="0"/>
              </a:rPr>
              <a:t>03</a:t>
            </a:r>
            <a:endParaRPr lang="zh-CN" altLang="en-US" sz="2200" dirty="0">
              <a:latin typeface="Impact" panose="020B0806030902050204" pitchFamily="34" charset="0"/>
            </a:endParaRPr>
          </a:p>
        </p:txBody>
      </p:sp>
    </p:spTree>
    <p:custDataLst>
      <p:tags r:id="rId1"/>
    </p:custDataLst>
    <p:extLst>
      <p:ext uri="{BB962C8B-B14F-4D97-AF65-F5344CB8AC3E}">
        <p14:creationId xmlns:p14="http://schemas.microsoft.com/office/powerpoint/2010/main" val="3009618908"/>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2" presetClass="entr" presetSubtype="2" fill="hold" grpId="0" nodeType="withEffect">
                                  <p:stCondLst>
                                    <p:cond delay="0"/>
                                  </p:stCondLst>
                                  <p:childTnLst>
                                    <p:set>
                                      <p:cBhvr>
                                        <p:cTn id="6" dur="1" fill="hold">
                                          <p:stCondLst>
                                            <p:cond delay="0"/>
                                          </p:stCondLst>
                                        </p:cTn>
                                        <p:tgtEl>
                                          <p:spTgt spid="9"/>
                                        </p:tgtEl>
                                        <p:attrNameLst>
                                          <p:attrName>style.visibility</p:attrName>
                                        </p:attrNameLst>
                                      </p:cBhvr>
                                      <p:to>
                                        <p:strVal val="visible"/>
                                      </p:to>
                                    </p:set>
                                    <p:anim calcmode="lin" valueType="num">
                                      <p:cBhvr additive="base">
                                        <p:cTn id="7" dur="500"/>
                                        <p:tgtEl>
                                          <p:spTgt spid="9"/>
                                        </p:tgtEl>
                                        <p:attrNameLst>
                                          <p:attrName>ppt_x</p:attrName>
                                        </p:attrNameLst>
                                      </p:cBhvr>
                                      <p:tavLst>
                                        <p:tav tm="0">
                                          <p:val>
                                            <p:strVal val="#ppt_x+#ppt_w*1.125000"/>
                                          </p:val>
                                        </p:tav>
                                        <p:tav tm="100000">
                                          <p:val>
                                            <p:strVal val="#ppt_x"/>
                                          </p:val>
                                        </p:tav>
                                      </p:tavLst>
                                    </p:anim>
                                    <p:animEffect transition="in" filter="wipe(left)">
                                      <p:cBhvr>
                                        <p:cTn id="8" dur="500"/>
                                        <p:tgtEl>
                                          <p:spTgt spid="9"/>
                                        </p:tgtEl>
                                      </p:cBhvr>
                                    </p:animEffect>
                                  </p:childTnLst>
                                </p:cTn>
                              </p:par>
                            </p:childTnLst>
                          </p:cTn>
                        </p:par>
                      </p:childTnLst>
                    </p:cTn>
                  </p:par>
                  <p:par>
                    <p:cTn id="9" fill="hold">
                      <p:stCondLst>
                        <p:cond delay="indefinite"/>
                      </p:stCondLst>
                      <p:childTnLst>
                        <p:par>
                          <p:cTn id="10" fill="hold">
                            <p:stCondLst>
                              <p:cond delay="0"/>
                            </p:stCondLst>
                            <p:childTnLst>
                              <p:par>
                                <p:cTn id="11" presetID="12" presetClass="entr" presetSubtype="4" fill="hold" nodeType="clickEffect">
                                  <p:stCondLst>
                                    <p:cond delay="0"/>
                                  </p:stCondLst>
                                  <p:childTnLst>
                                    <p:set>
                                      <p:cBhvr>
                                        <p:cTn id="12" dur="1" fill="hold">
                                          <p:stCondLst>
                                            <p:cond delay="0"/>
                                          </p:stCondLst>
                                        </p:cTn>
                                        <p:tgtEl>
                                          <p:spTgt spid="73"/>
                                        </p:tgtEl>
                                        <p:attrNameLst>
                                          <p:attrName>style.visibility</p:attrName>
                                        </p:attrNameLst>
                                      </p:cBhvr>
                                      <p:to>
                                        <p:strVal val="visible"/>
                                      </p:to>
                                    </p:set>
                                    <p:anim calcmode="lin" valueType="num">
                                      <p:cBhvr additive="base">
                                        <p:cTn id="13" dur="500"/>
                                        <p:tgtEl>
                                          <p:spTgt spid="73"/>
                                        </p:tgtEl>
                                        <p:attrNameLst>
                                          <p:attrName>ppt_y</p:attrName>
                                        </p:attrNameLst>
                                      </p:cBhvr>
                                      <p:tavLst>
                                        <p:tav tm="0">
                                          <p:val>
                                            <p:strVal val="#ppt_y+#ppt_h*1.125000"/>
                                          </p:val>
                                        </p:tav>
                                        <p:tav tm="100000">
                                          <p:val>
                                            <p:strVal val="#ppt_y"/>
                                          </p:val>
                                        </p:tav>
                                      </p:tavLst>
                                    </p:anim>
                                    <p:animEffect transition="in" filter="wipe(up)">
                                      <p:cBhvr>
                                        <p:cTn id="14" dur="500"/>
                                        <p:tgtEl>
                                          <p:spTgt spid="73"/>
                                        </p:tgtEl>
                                      </p:cBhvr>
                                    </p:animEffect>
                                  </p:childTnLst>
                                </p:cTn>
                              </p:par>
                              <p:par>
                                <p:cTn id="15" presetID="12" presetClass="entr" presetSubtype="1" fill="hold" nodeType="withEffect">
                                  <p:stCondLst>
                                    <p:cond delay="0"/>
                                  </p:stCondLst>
                                  <p:childTnLst>
                                    <p:set>
                                      <p:cBhvr>
                                        <p:cTn id="16" dur="1" fill="hold">
                                          <p:stCondLst>
                                            <p:cond delay="0"/>
                                          </p:stCondLst>
                                        </p:cTn>
                                        <p:tgtEl>
                                          <p:spTgt spid="84"/>
                                        </p:tgtEl>
                                        <p:attrNameLst>
                                          <p:attrName>style.visibility</p:attrName>
                                        </p:attrNameLst>
                                      </p:cBhvr>
                                      <p:to>
                                        <p:strVal val="visible"/>
                                      </p:to>
                                    </p:set>
                                    <p:anim calcmode="lin" valueType="num">
                                      <p:cBhvr additive="base">
                                        <p:cTn id="17" dur="500"/>
                                        <p:tgtEl>
                                          <p:spTgt spid="84"/>
                                        </p:tgtEl>
                                        <p:attrNameLst>
                                          <p:attrName>ppt_y</p:attrName>
                                        </p:attrNameLst>
                                      </p:cBhvr>
                                      <p:tavLst>
                                        <p:tav tm="0">
                                          <p:val>
                                            <p:strVal val="#ppt_y-#ppt_h*1.125000"/>
                                          </p:val>
                                        </p:tav>
                                        <p:tav tm="100000">
                                          <p:val>
                                            <p:strVal val="#ppt_y"/>
                                          </p:val>
                                        </p:tav>
                                      </p:tavLst>
                                    </p:anim>
                                    <p:animEffect transition="in" filter="wipe(down)">
                                      <p:cBhvr>
                                        <p:cTn id="18" dur="500"/>
                                        <p:tgtEl>
                                          <p:spTgt spid="84"/>
                                        </p:tgtEl>
                                      </p:cBhvr>
                                    </p:animEffect>
                                  </p:childTnLst>
                                </p:cTn>
                              </p:par>
                            </p:childTnLst>
                          </p:cTn>
                        </p:par>
                      </p:childTnLst>
                    </p:cTn>
                  </p:par>
                  <p:par>
                    <p:cTn id="19" fill="hold">
                      <p:stCondLst>
                        <p:cond delay="indefinite"/>
                      </p:stCondLst>
                      <p:childTnLst>
                        <p:par>
                          <p:cTn id="20" fill="hold">
                            <p:stCondLst>
                              <p:cond delay="0"/>
                            </p:stCondLst>
                            <p:childTnLst>
                              <p:par>
                                <p:cTn id="21" presetID="53" presetClass="entr" presetSubtype="16" fill="hold" grpId="0" nodeType="clickEffect">
                                  <p:stCondLst>
                                    <p:cond delay="0"/>
                                  </p:stCondLst>
                                  <p:childTnLst>
                                    <p:set>
                                      <p:cBhvr>
                                        <p:cTn id="22" dur="1" fill="hold">
                                          <p:stCondLst>
                                            <p:cond delay="0"/>
                                          </p:stCondLst>
                                        </p:cTn>
                                        <p:tgtEl>
                                          <p:spTgt spid="99"/>
                                        </p:tgtEl>
                                        <p:attrNameLst>
                                          <p:attrName>style.visibility</p:attrName>
                                        </p:attrNameLst>
                                      </p:cBhvr>
                                      <p:to>
                                        <p:strVal val="visible"/>
                                      </p:to>
                                    </p:set>
                                    <p:anim calcmode="lin" valueType="num">
                                      <p:cBhvr>
                                        <p:cTn id="23" dur="500" fill="hold"/>
                                        <p:tgtEl>
                                          <p:spTgt spid="99"/>
                                        </p:tgtEl>
                                        <p:attrNameLst>
                                          <p:attrName>ppt_w</p:attrName>
                                        </p:attrNameLst>
                                      </p:cBhvr>
                                      <p:tavLst>
                                        <p:tav tm="0">
                                          <p:val>
                                            <p:fltVal val="0"/>
                                          </p:val>
                                        </p:tav>
                                        <p:tav tm="100000">
                                          <p:val>
                                            <p:strVal val="#ppt_w"/>
                                          </p:val>
                                        </p:tav>
                                      </p:tavLst>
                                    </p:anim>
                                    <p:anim calcmode="lin" valueType="num">
                                      <p:cBhvr>
                                        <p:cTn id="24" dur="500" fill="hold"/>
                                        <p:tgtEl>
                                          <p:spTgt spid="99"/>
                                        </p:tgtEl>
                                        <p:attrNameLst>
                                          <p:attrName>ppt_h</p:attrName>
                                        </p:attrNameLst>
                                      </p:cBhvr>
                                      <p:tavLst>
                                        <p:tav tm="0">
                                          <p:val>
                                            <p:fltVal val="0"/>
                                          </p:val>
                                        </p:tav>
                                        <p:tav tm="100000">
                                          <p:val>
                                            <p:strVal val="#ppt_h"/>
                                          </p:val>
                                        </p:tav>
                                      </p:tavLst>
                                    </p:anim>
                                    <p:animEffect transition="in" filter="fade">
                                      <p:cBhvr>
                                        <p:cTn id="25" dur="500"/>
                                        <p:tgtEl>
                                          <p:spTgt spid="99"/>
                                        </p:tgtEl>
                                      </p:cBhvr>
                                    </p:animEffect>
                                  </p:childTnLst>
                                </p:cTn>
                              </p:par>
                              <p:par>
                                <p:cTn id="26" presetID="53" presetClass="entr" presetSubtype="16" fill="hold" grpId="0" nodeType="withEffect">
                                  <p:stCondLst>
                                    <p:cond delay="0"/>
                                  </p:stCondLst>
                                  <p:childTnLst>
                                    <p:set>
                                      <p:cBhvr>
                                        <p:cTn id="27" dur="1" fill="hold">
                                          <p:stCondLst>
                                            <p:cond delay="0"/>
                                          </p:stCondLst>
                                        </p:cTn>
                                        <p:tgtEl>
                                          <p:spTgt spid="100"/>
                                        </p:tgtEl>
                                        <p:attrNameLst>
                                          <p:attrName>style.visibility</p:attrName>
                                        </p:attrNameLst>
                                      </p:cBhvr>
                                      <p:to>
                                        <p:strVal val="visible"/>
                                      </p:to>
                                    </p:set>
                                    <p:anim calcmode="lin" valueType="num">
                                      <p:cBhvr>
                                        <p:cTn id="28" dur="500" fill="hold"/>
                                        <p:tgtEl>
                                          <p:spTgt spid="100"/>
                                        </p:tgtEl>
                                        <p:attrNameLst>
                                          <p:attrName>ppt_w</p:attrName>
                                        </p:attrNameLst>
                                      </p:cBhvr>
                                      <p:tavLst>
                                        <p:tav tm="0">
                                          <p:val>
                                            <p:fltVal val="0"/>
                                          </p:val>
                                        </p:tav>
                                        <p:tav tm="100000">
                                          <p:val>
                                            <p:strVal val="#ppt_w"/>
                                          </p:val>
                                        </p:tav>
                                      </p:tavLst>
                                    </p:anim>
                                    <p:anim calcmode="lin" valueType="num">
                                      <p:cBhvr>
                                        <p:cTn id="29" dur="500" fill="hold"/>
                                        <p:tgtEl>
                                          <p:spTgt spid="100"/>
                                        </p:tgtEl>
                                        <p:attrNameLst>
                                          <p:attrName>ppt_h</p:attrName>
                                        </p:attrNameLst>
                                      </p:cBhvr>
                                      <p:tavLst>
                                        <p:tav tm="0">
                                          <p:val>
                                            <p:fltVal val="0"/>
                                          </p:val>
                                        </p:tav>
                                        <p:tav tm="100000">
                                          <p:val>
                                            <p:strVal val="#ppt_h"/>
                                          </p:val>
                                        </p:tav>
                                      </p:tavLst>
                                    </p:anim>
                                    <p:animEffect transition="in" filter="fade">
                                      <p:cBhvr>
                                        <p:cTn id="30" dur="500"/>
                                        <p:tgtEl>
                                          <p:spTgt spid="100"/>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9" grpId="0" animBg="1"/>
      <p:bldP spid="99" grpId="0"/>
      <p:bldP spid="100" grpId="0"/>
    </p:bldLst>
  </p:timing>
</p:sld>
</file>

<file path=ppt/slides/slide43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20" name="组合 19">
            <a:extLst>
              <a:ext uri="{FF2B5EF4-FFF2-40B4-BE49-F238E27FC236}">
                <a16:creationId xmlns:a16="http://schemas.microsoft.com/office/drawing/2014/main" id="{5628AED0-D1D4-41BC-9F3A-8242F3F18750}"/>
              </a:ext>
            </a:extLst>
          </p:cNvPr>
          <p:cNvGrpSpPr/>
          <p:nvPr/>
        </p:nvGrpSpPr>
        <p:grpSpPr>
          <a:xfrm>
            <a:off x="7010847" y="2661294"/>
            <a:ext cx="2447118" cy="2403764"/>
            <a:chOff x="7010847" y="2661294"/>
            <a:chExt cx="2447118" cy="2403764"/>
          </a:xfrm>
        </p:grpSpPr>
        <p:sp>
          <p:nvSpPr>
            <p:cNvPr id="120" name="矩形: 圆角 119">
              <a:extLst>
                <a:ext uri="{FF2B5EF4-FFF2-40B4-BE49-F238E27FC236}">
                  <a16:creationId xmlns:a16="http://schemas.microsoft.com/office/drawing/2014/main" id="{6EE7A526-16F4-4B19-8709-71273415A25A}"/>
                </a:ext>
              </a:extLst>
            </p:cNvPr>
            <p:cNvSpPr/>
            <p:nvPr/>
          </p:nvSpPr>
          <p:spPr>
            <a:xfrm>
              <a:off x="7010847" y="2661294"/>
              <a:ext cx="2447118" cy="2403764"/>
            </a:xfrm>
            <a:prstGeom prst="roundRect">
              <a:avLst>
                <a:gd name="adj" fmla="val 6736"/>
              </a:avLst>
            </a:prstGeom>
            <a:solidFill>
              <a:schemeClr val="bg1">
                <a:lumMod val="95000"/>
              </a:schemeClr>
            </a:solidFill>
            <a:ln>
              <a:solidFill>
                <a:schemeClr val="tx1"/>
              </a:solidFill>
            </a:ln>
          </p:spPr>
          <p:style>
            <a:lnRef idx="2">
              <a:schemeClr val="accent3">
                <a:shade val="50000"/>
              </a:schemeClr>
            </a:lnRef>
            <a:fillRef idx="1">
              <a:schemeClr val="accent3"/>
            </a:fillRef>
            <a:effectRef idx="0">
              <a:schemeClr val="accent3"/>
            </a:effectRef>
            <a:fontRef idx="minor">
              <a:schemeClr val="lt1"/>
            </a:fontRef>
          </p:style>
          <p:txBody>
            <a:bodyPr rtlCol="0" anchor="ctr"/>
            <a:lstStyle/>
            <a:p>
              <a:pPr algn="ctr"/>
              <a:endParaRPr lang="zh-CN" altLang="en-US" b="1">
                <a:latin typeface="+mn-ea"/>
              </a:endParaRPr>
            </a:p>
          </p:txBody>
        </p:sp>
        <p:sp>
          <p:nvSpPr>
            <p:cNvPr id="130" name="文本框 129">
              <a:extLst>
                <a:ext uri="{FF2B5EF4-FFF2-40B4-BE49-F238E27FC236}">
                  <a16:creationId xmlns:a16="http://schemas.microsoft.com/office/drawing/2014/main" id="{3C5F4CE6-BF0F-4EC6-87D4-15931309FCC4}"/>
                </a:ext>
              </a:extLst>
            </p:cNvPr>
            <p:cNvSpPr txBox="1"/>
            <p:nvPr/>
          </p:nvSpPr>
          <p:spPr>
            <a:xfrm>
              <a:off x="7363990" y="2776925"/>
              <a:ext cx="1816640" cy="369332"/>
            </a:xfrm>
            <a:prstGeom prst="rect">
              <a:avLst/>
            </a:prstGeom>
            <a:noFill/>
          </p:spPr>
          <p:txBody>
            <a:bodyPr wrap="square" rtlCol="0">
              <a:spAutoFit/>
            </a:bodyPr>
            <a:lstStyle/>
            <a:p>
              <a:pPr algn="ctr"/>
              <a:r>
                <a:rPr lang="zh-CN" altLang="en-US" b="1" dirty="0">
                  <a:latin typeface="+mn-ea"/>
                </a:rPr>
                <a:t>广播域和碰撞域</a:t>
              </a:r>
            </a:p>
          </p:txBody>
        </p:sp>
      </p:grpSp>
      <p:grpSp>
        <p:nvGrpSpPr>
          <p:cNvPr id="10" name="组合 9">
            <a:extLst>
              <a:ext uri="{FF2B5EF4-FFF2-40B4-BE49-F238E27FC236}">
                <a16:creationId xmlns:a16="http://schemas.microsoft.com/office/drawing/2014/main" id="{8C7EC438-7C41-4471-AF4F-7AA5616F0C63}"/>
              </a:ext>
            </a:extLst>
          </p:cNvPr>
          <p:cNvGrpSpPr/>
          <p:nvPr/>
        </p:nvGrpSpPr>
        <p:grpSpPr>
          <a:xfrm>
            <a:off x="2734034" y="2661294"/>
            <a:ext cx="2447118" cy="2403764"/>
            <a:chOff x="2734034" y="2661294"/>
            <a:chExt cx="2447118" cy="2403764"/>
          </a:xfrm>
        </p:grpSpPr>
        <p:sp>
          <p:nvSpPr>
            <p:cNvPr id="102" name="矩形: 圆角 101">
              <a:extLst>
                <a:ext uri="{FF2B5EF4-FFF2-40B4-BE49-F238E27FC236}">
                  <a16:creationId xmlns:a16="http://schemas.microsoft.com/office/drawing/2014/main" id="{69BF75CE-0BE6-4817-BEC3-483925B235DA}"/>
                </a:ext>
              </a:extLst>
            </p:cNvPr>
            <p:cNvSpPr/>
            <p:nvPr/>
          </p:nvSpPr>
          <p:spPr>
            <a:xfrm>
              <a:off x="2734034" y="2661294"/>
              <a:ext cx="2447118" cy="2403764"/>
            </a:xfrm>
            <a:prstGeom prst="roundRect">
              <a:avLst>
                <a:gd name="adj" fmla="val 6736"/>
              </a:avLst>
            </a:prstGeom>
            <a:solidFill>
              <a:schemeClr val="bg1">
                <a:lumMod val="95000"/>
              </a:schemeClr>
            </a:solidFill>
            <a:ln>
              <a:solidFill>
                <a:schemeClr val="tx1"/>
              </a:solidFill>
            </a:ln>
          </p:spPr>
          <p:style>
            <a:lnRef idx="2">
              <a:schemeClr val="accent3">
                <a:shade val="50000"/>
              </a:schemeClr>
            </a:lnRef>
            <a:fillRef idx="1">
              <a:schemeClr val="accent3"/>
            </a:fillRef>
            <a:effectRef idx="0">
              <a:schemeClr val="accent3"/>
            </a:effectRef>
            <a:fontRef idx="minor">
              <a:schemeClr val="lt1"/>
            </a:fontRef>
          </p:style>
          <p:txBody>
            <a:bodyPr rtlCol="0" anchor="ctr"/>
            <a:lstStyle/>
            <a:p>
              <a:pPr algn="ctr"/>
              <a:endParaRPr lang="zh-CN" altLang="en-US" b="1">
                <a:latin typeface="+mn-ea"/>
              </a:endParaRPr>
            </a:p>
          </p:txBody>
        </p:sp>
        <p:sp>
          <p:nvSpPr>
            <p:cNvPr id="119" name="文本框 118">
              <a:extLst>
                <a:ext uri="{FF2B5EF4-FFF2-40B4-BE49-F238E27FC236}">
                  <a16:creationId xmlns:a16="http://schemas.microsoft.com/office/drawing/2014/main" id="{8494AF68-AC27-4F94-B6E2-654BA5D89F29}"/>
                </a:ext>
              </a:extLst>
            </p:cNvPr>
            <p:cNvSpPr txBox="1"/>
            <p:nvPr/>
          </p:nvSpPr>
          <p:spPr>
            <a:xfrm>
              <a:off x="3087177" y="2776925"/>
              <a:ext cx="1816640" cy="369332"/>
            </a:xfrm>
            <a:prstGeom prst="rect">
              <a:avLst/>
            </a:prstGeom>
            <a:noFill/>
          </p:spPr>
          <p:txBody>
            <a:bodyPr wrap="square" rtlCol="0">
              <a:spAutoFit/>
            </a:bodyPr>
            <a:lstStyle/>
            <a:p>
              <a:pPr algn="ctr"/>
              <a:r>
                <a:rPr lang="zh-CN" altLang="en-US" b="1" dirty="0">
                  <a:latin typeface="+mn-ea"/>
                </a:rPr>
                <a:t>广播域和碰撞域</a:t>
              </a:r>
            </a:p>
          </p:txBody>
        </p:sp>
      </p:grpSp>
      <p:grpSp>
        <p:nvGrpSpPr>
          <p:cNvPr id="4" name="组合 3">
            <a:extLst>
              <a:ext uri="{FF2B5EF4-FFF2-40B4-BE49-F238E27FC236}">
                <a16:creationId xmlns:a16="http://schemas.microsoft.com/office/drawing/2014/main" id="{9A1EA9F2-FCB6-48C3-935F-7AE7E3AD14AC}"/>
              </a:ext>
            </a:extLst>
          </p:cNvPr>
          <p:cNvGrpSpPr/>
          <p:nvPr/>
        </p:nvGrpSpPr>
        <p:grpSpPr>
          <a:xfrm>
            <a:off x="304800" y="749300"/>
            <a:ext cx="4938199" cy="400110"/>
            <a:chOff x="424117" y="898245"/>
            <a:chExt cx="4938199" cy="400110"/>
          </a:xfrm>
        </p:grpSpPr>
        <p:sp>
          <p:nvSpPr>
            <p:cNvPr id="2" name="平行四边形 1">
              <a:extLst>
                <a:ext uri="{FF2B5EF4-FFF2-40B4-BE49-F238E27FC236}">
                  <a16:creationId xmlns:a16="http://schemas.microsoft.com/office/drawing/2014/main" id="{1F5BAA3F-9845-4F89-A2DD-8222D3E4EDAC}"/>
                </a:ext>
              </a:extLst>
            </p:cNvPr>
            <p:cNvSpPr/>
            <p:nvPr/>
          </p:nvSpPr>
          <p:spPr>
            <a:xfrm>
              <a:off x="424117" y="898245"/>
              <a:ext cx="628306" cy="387090"/>
            </a:xfrm>
            <a:prstGeom prst="parallelogram">
              <a:avLst/>
            </a:prstGeom>
            <a:solidFill>
              <a:schemeClr val="accent3">
                <a:lumMod val="75000"/>
              </a:schemeClr>
            </a:solidFill>
            <a:ln>
              <a:solidFill>
                <a:schemeClr val="accent3">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CN" sz="2200" dirty="0">
                  <a:latin typeface="Impact" panose="020B0806030902050204" pitchFamily="34" charset="0"/>
                </a:rPr>
                <a:t>01</a:t>
              </a:r>
              <a:endParaRPr lang="zh-CN" altLang="en-US" sz="2200" dirty="0">
                <a:latin typeface="Impact" panose="020B0806030902050204" pitchFamily="34" charset="0"/>
              </a:endParaRPr>
            </a:p>
          </p:txBody>
        </p:sp>
        <p:sp>
          <p:nvSpPr>
            <p:cNvPr id="3" name="文本框 2">
              <a:extLst>
                <a:ext uri="{FF2B5EF4-FFF2-40B4-BE49-F238E27FC236}">
                  <a16:creationId xmlns:a16="http://schemas.microsoft.com/office/drawing/2014/main" id="{4D6BD736-A4D3-4F26-AFED-36E11F50F70B}"/>
                </a:ext>
              </a:extLst>
            </p:cNvPr>
            <p:cNvSpPr txBox="1"/>
            <p:nvPr/>
          </p:nvSpPr>
          <p:spPr>
            <a:xfrm>
              <a:off x="1052423" y="898245"/>
              <a:ext cx="4309893" cy="400110"/>
            </a:xfrm>
            <a:prstGeom prst="rect">
              <a:avLst/>
            </a:prstGeom>
            <a:noFill/>
          </p:spPr>
          <p:txBody>
            <a:bodyPr wrap="square" rtlCol="0">
              <a:spAutoFit/>
            </a:bodyPr>
            <a:lstStyle/>
            <a:p>
              <a:r>
                <a:rPr lang="zh-CN" altLang="en-US" sz="2000" b="1" dirty="0">
                  <a:solidFill>
                    <a:schemeClr val="tx1"/>
                  </a:solidFill>
                  <a:latin typeface="Arial Narrow" panose="020B0606020202030204" pitchFamily="34" charset="0"/>
                </a:rPr>
                <a:t>共享式以太网与交换式以太网的对比</a:t>
              </a:r>
              <a:endParaRPr lang="en-US" altLang="zh-CN" sz="2000" b="1" dirty="0">
                <a:solidFill>
                  <a:schemeClr val="tx1"/>
                </a:solidFill>
                <a:latin typeface="Arial Narrow" panose="020B0606020202030204" pitchFamily="34" charset="0"/>
              </a:endParaRPr>
            </a:p>
          </p:txBody>
        </p:sp>
      </p:grpSp>
      <p:sp>
        <p:nvSpPr>
          <p:cNvPr id="72" name="文本框 71">
            <a:extLst>
              <a:ext uri="{FF2B5EF4-FFF2-40B4-BE49-F238E27FC236}">
                <a16:creationId xmlns:a16="http://schemas.microsoft.com/office/drawing/2014/main" id="{694982CA-BBE3-4971-A06F-36B59AA7466A}"/>
              </a:ext>
            </a:extLst>
          </p:cNvPr>
          <p:cNvSpPr txBox="1"/>
          <p:nvPr/>
        </p:nvSpPr>
        <p:spPr>
          <a:xfrm>
            <a:off x="5130878" y="736280"/>
            <a:ext cx="2922270" cy="400110"/>
          </a:xfrm>
          <a:prstGeom prst="rect">
            <a:avLst/>
          </a:prstGeom>
          <a:noFill/>
        </p:spPr>
        <p:txBody>
          <a:bodyPr wrap="square" rtlCol="0">
            <a:spAutoFit/>
          </a:bodyPr>
          <a:lstStyle/>
          <a:p>
            <a:r>
              <a:rPr lang="en-US" altLang="zh-CN" sz="2000" b="1" dirty="0">
                <a:solidFill>
                  <a:schemeClr val="tx1"/>
                </a:solidFill>
                <a:latin typeface="Arial Narrow" panose="020B0606020202030204" pitchFamily="34" charset="0"/>
              </a:rPr>
              <a:t>(</a:t>
            </a:r>
            <a:r>
              <a:rPr lang="zh-CN" altLang="en-US" sz="2000" b="1" dirty="0">
                <a:solidFill>
                  <a:schemeClr val="tx1"/>
                </a:solidFill>
                <a:latin typeface="Arial Narrow" panose="020B0606020202030204" pitchFamily="34" charset="0"/>
              </a:rPr>
              <a:t>集线器与交换机的对比</a:t>
            </a:r>
            <a:r>
              <a:rPr lang="en-US" altLang="zh-CN" sz="2000" b="1" dirty="0">
                <a:solidFill>
                  <a:schemeClr val="tx1"/>
                </a:solidFill>
                <a:latin typeface="Arial Narrow" panose="020B0606020202030204" pitchFamily="34" charset="0"/>
              </a:rPr>
              <a:t>)</a:t>
            </a:r>
          </a:p>
        </p:txBody>
      </p:sp>
      <p:grpSp>
        <p:nvGrpSpPr>
          <p:cNvPr id="5" name="组合 4">
            <a:extLst>
              <a:ext uri="{FF2B5EF4-FFF2-40B4-BE49-F238E27FC236}">
                <a16:creationId xmlns:a16="http://schemas.microsoft.com/office/drawing/2014/main" id="{7537B92D-ADB1-4192-BCD1-702E3CD7646E}"/>
              </a:ext>
            </a:extLst>
          </p:cNvPr>
          <p:cNvGrpSpPr/>
          <p:nvPr/>
        </p:nvGrpSpPr>
        <p:grpSpPr>
          <a:xfrm>
            <a:off x="2803564" y="3219330"/>
            <a:ext cx="2301249" cy="1665833"/>
            <a:chOff x="2803564" y="3219330"/>
            <a:chExt cx="2301249" cy="1665833"/>
          </a:xfrm>
        </p:grpSpPr>
        <p:sp>
          <p:nvSpPr>
            <p:cNvPr id="103" name="文本框 102">
              <a:extLst>
                <a:ext uri="{FF2B5EF4-FFF2-40B4-BE49-F238E27FC236}">
                  <a16:creationId xmlns:a16="http://schemas.microsoft.com/office/drawing/2014/main" id="{3AE47C88-6170-4638-BE3B-0FBE34CD33AC}"/>
                </a:ext>
              </a:extLst>
            </p:cNvPr>
            <p:cNvSpPr txBox="1"/>
            <p:nvPr/>
          </p:nvSpPr>
          <p:spPr>
            <a:xfrm>
              <a:off x="2803564" y="3291514"/>
              <a:ext cx="930683" cy="369332"/>
            </a:xfrm>
            <a:prstGeom prst="rect">
              <a:avLst/>
            </a:prstGeom>
            <a:noFill/>
          </p:spPr>
          <p:txBody>
            <a:bodyPr wrap="square" rtlCol="0">
              <a:spAutoFit/>
            </a:bodyPr>
            <a:lstStyle/>
            <a:p>
              <a:pPr algn="ctr"/>
              <a:r>
                <a:rPr lang="zh-CN" altLang="en-US" b="1" dirty="0">
                  <a:latin typeface="+mn-ea"/>
                </a:rPr>
                <a:t>集线器</a:t>
              </a:r>
            </a:p>
          </p:txBody>
        </p:sp>
        <p:cxnSp>
          <p:nvCxnSpPr>
            <p:cNvPr id="107" name="直接连接符 106">
              <a:extLst>
                <a:ext uri="{FF2B5EF4-FFF2-40B4-BE49-F238E27FC236}">
                  <a16:creationId xmlns:a16="http://schemas.microsoft.com/office/drawing/2014/main" id="{754BED1B-F225-474D-B20E-BA1AC92EDC38}"/>
                </a:ext>
              </a:extLst>
            </p:cNvPr>
            <p:cNvCxnSpPr/>
            <p:nvPr/>
          </p:nvCxnSpPr>
          <p:spPr>
            <a:xfrm flipV="1">
              <a:off x="3229256" y="3459010"/>
              <a:ext cx="794479" cy="1105612"/>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08" name="直接连接符 107">
              <a:extLst>
                <a:ext uri="{FF2B5EF4-FFF2-40B4-BE49-F238E27FC236}">
                  <a16:creationId xmlns:a16="http://schemas.microsoft.com/office/drawing/2014/main" id="{A152385D-7EE1-43AA-AA77-C1CD2C450021}"/>
                </a:ext>
              </a:extLst>
            </p:cNvPr>
            <p:cNvCxnSpPr>
              <a:cxnSpLocks/>
            </p:cNvCxnSpPr>
            <p:nvPr/>
          </p:nvCxnSpPr>
          <p:spPr>
            <a:xfrm flipH="1" flipV="1">
              <a:off x="4172479" y="3459010"/>
              <a:ext cx="628049" cy="983748"/>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13" name="直接连接符 112">
              <a:extLst>
                <a:ext uri="{FF2B5EF4-FFF2-40B4-BE49-F238E27FC236}">
                  <a16:creationId xmlns:a16="http://schemas.microsoft.com/office/drawing/2014/main" id="{FC175958-008A-4CBE-974C-DA2B05EDAB12}"/>
                </a:ext>
              </a:extLst>
            </p:cNvPr>
            <p:cNvCxnSpPr/>
            <p:nvPr/>
          </p:nvCxnSpPr>
          <p:spPr>
            <a:xfrm>
              <a:off x="4061555" y="3456776"/>
              <a:ext cx="0" cy="1062182"/>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pic>
          <p:nvPicPr>
            <p:cNvPr id="114" name="图形 10">
              <a:extLst>
                <a:ext uri="{FF2B5EF4-FFF2-40B4-BE49-F238E27FC236}">
                  <a16:creationId xmlns:a16="http://schemas.microsoft.com/office/drawing/2014/main" id="{64D4EE57-81BF-4D6F-A094-3E9456F6CAF3}"/>
                </a:ext>
              </a:extLst>
            </p:cNvPr>
            <p:cNvPicPr>
              <a:picLocks noChangeAspect="1"/>
            </p:cNvPicPr>
            <p:nvPr/>
          </p:nvPicPr>
          <p:blipFill>
            <a:blip r:embed="rId3">
              <a:extLst>
                <a:ext uri="{28A0092B-C50C-407E-A947-70E740481C1C}">
                  <a14:useLocalDpi xmlns:a14="http://schemas.microsoft.com/office/drawing/2010/main" val="0"/>
                </a:ext>
                <a:ext uri="{96DAC541-7B7A-43D3-8B79-37D633B846F1}">
                  <asvg:svgBlip xmlns:asvg="http://schemas.microsoft.com/office/drawing/2016/SVG/main" r:embed="rId4"/>
                </a:ext>
              </a:extLst>
            </a:blip>
            <a:stretch>
              <a:fillRect/>
            </a:stretch>
          </p:blipFill>
          <p:spPr>
            <a:xfrm>
              <a:off x="2818882" y="4244081"/>
              <a:ext cx="662814" cy="641082"/>
            </a:xfrm>
            <a:prstGeom prst="rect">
              <a:avLst/>
            </a:prstGeom>
          </p:spPr>
        </p:pic>
        <p:pic>
          <p:nvPicPr>
            <p:cNvPr id="115" name="图形 10">
              <a:extLst>
                <a:ext uri="{FF2B5EF4-FFF2-40B4-BE49-F238E27FC236}">
                  <a16:creationId xmlns:a16="http://schemas.microsoft.com/office/drawing/2014/main" id="{2118A0AF-AD6D-49E3-A6F8-F147390D7B87}"/>
                </a:ext>
              </a:extLst>
            </p:cNvPr>
            <p:cNvPicPr>
              <a:picLocks noChangeAspect="1"/>
            </p:cNvPicPr>
            <p:nvPr/>
          </p:nvPicPr>
          <p:blipFill>
            <a:blip r:embed="rId3">
              <a:extLst>
                <a:ext uri="{28A0092B-C50C-407E-A947-70E740481C1C}">
                  <a14:useLocalDpi xmlns:a14="http://schemas.microsoft.com/office/drawing/2010/main" val="0"/>
                </a:ext>
                <a:ext uri="{96DAC541-7B7A-43D3-8B79-37D633B846F1}">
                  <asvg:svgBlip xmlns:asvg="http://schemas.microsoft.com/office/drawing/2016/SVG/main" r:embed="rId4"/>
                </a:ext>
              </a:extLst>
            </a:blip>
            <a:stretch>
              <a:fillRect/>
            </a:stretch>
          </p:blipFill>
          <p:spPr>
            <a:xfrm>
              <a:off x="4441999" y="4244081"/>
              <a:ext cx="662814" cy="641082"/>
            </a:xfrm>
            <a:prstGeom prst="rect">
              <a:avLst/>
            </a:prstGeom>
          </p:spPr>
        </p:pic>
        <p:pic>
          <p:nvPicPr>
            <p:cNvPr id="116" name="图片 115" descr="文本&#10;&#10;描述已自动生成">
              <a:extLst>
                <a:ext uri="{FF2B5EF4-FFF2-40B4-BE49-F238E27FC236}">
                  <a16:creationId xmlns:a16="http://schemas.microsoft.com/office/drawing/2014/main" id="{0BE266EC-7BE1-4327-A8B2-1F390293116E}"/>
                </a:ext>
              </a:extLst>
            </p:cNvPr>
            <p:cNvPicPr>
              <a:picLocks noChangeAspect="1"/>
            </p:cNvPicPr>
            <p:nvPr/>
          </p:nvPicPr>
          <p:blipFill>
            <a:blip r:embed="rId5">
              <a:extLst>
                <a:ext uri="{28A0092B-C50C-407E-A947-70E740481C1C}">
                  <a14:useLocalDpi xmlns:a14="http://schemas.microsoft.com/office/drawing/2010/main" val="0"/>
                </a:ext>
              </a:extLst>
            </a:blip>
            <a:stretch>
              <a:fillRect/>
            </a:stretch>
          </p:blipFill>
          <p:spPr>
            <a:xfrm>
              <a:off x="3642762" y="3219330"/>
              <a:ext cx="705470" cy="661378"/>
            </a:xfrm>
            <a:prstGeom prst="rect">
              <a:avLst/>
            </a:prstGeom>
          </p:spPr>
        </p:pic>
        <p:pic>
          <p:nvPicPr>
            <p:cNvPr id="117" name="图形 10">
              <a:extLst>
                <a:ext uri="{FF2B5EF4-FFF2-40B4-BE49-F238E27FC236}">
                  <a16:creationId xmlns:a16="http://schemas.microsoft.com/office/drawing/2014/main" id="{8D5E6A4F-9D2A-4FB2-8068-C458C7477EDA}"/>
                </a:ext>
              </a:extLst>
            </p:cNvPr>
            <p:cNvPicPr>
              <a:picLocks noChangeAspect="1"/>
            </p:cNvPicPr>
            <p:nvPr/>
          </p:nvPicPr>
          <p:blipFill>
            <a:blip r:embed="rId3">
              <a:extLst>
                <a:ext uri="{28A0092B-C50C-407E-A947-70E740481C1C}">
                  <a14:useLocalDpi xmlns:a14="http://schemas.microsoft.com/office/drawing/2010/main" val="0"/>
                </a:ext>
                <a:ext uri="{96DAC541-7B7A-43D3-8B79-37D633B846F1}">
                  <asvg:svgBlip xmlns:asvg="http://schemas.microsoft.com/office/drawing/2016/SVG/main" r:embed="rId4"/>
                </a:ext>
              </a:extLst>
            </a:blip>
            <a:stretch>
              <a:fillRect/>
            </a:stretch>
          </p:blipFill>
          <p:spPr>
            <a:xfrm>
              <a:off x="3630441" y="4244081"/>
              <a:ext cx="662814" cy="641082"/>
            </a:xfrm>
            <a:prstGeom prst="rect">
              <a:avLst/>
            </a:prstGeom>
          </p:spPr>
        </p:pic>
        <p:sp>
          <p:nvSpPr>
            <p:cNvPr id="118" name="文本框 117">
              <a:extLst>
                <a:ext uri="{FF2B5EF4-FFF2-40B4-BE49-F238E27FC236}">
                  <a16:creationId xmlns:a16="http://schemas.microsoft.com/office/drawing/2014/main" id="{FA5E62DB-A1F4-4B91-8610-989078F99163}"/>
                </a:ext>
              </a:extLst>
            </p:cNvPr>
            <p:cNvSpPr txBox="1"/>
            <p:nvPr/>
          </p:nvSpPr>
          <p:spPr>
            <a:xfrm>
              <a:off x="4312603" y="4286442"/>
              <a:ext cx="333042" cy="369332"/>
            </a:xfrm>
            <a:prstGeom prst="rect">
              <a:avLst/>
            </a:prstGeom>
            <a:noFill/>
          </p:spPr>
          <p:txBody>
            <a:bodyPr wrap="square" rtlCol="0">
              <a:spAutoFit/>
            </a:bodyPr>
            <a:lstStyle/>
            <a:p>
              <a:pPr algn="ctr"/>
              <a:r>
                <a:rPr lang="en-US" altLang="zh-CN" b="1" dirty="0">
                  <a:latin typeface="+mn-ea"/>
                </a:rPr>
                <a:t>…</a:t>
              </a:r>
              <a:endParaRPr lang="zh-CN" altLang="en-US" b="1" dirty="0">
                <a:latin typeface="+mn-ea"/>
              </a:endParaRPr>
            </a:p>
          </p:txBody>
        </p:sp>
      </p:grpSp>
      <p:grpSp>
        <p:nvGrpSpPr>
          <p:cNvPr id="11" name="组合 10">
            <a:extLst>
              <a:ext uri="{FF2B5EF4-FFF2-40B4-BE49-F238E27FC236}">
                <a16:creationId xmlns:a16="http://schemas.microsoft.com/office/drawing/2014/main" id="{ACD4E0D1-A2EE-4550-BFF1-FC573E30A0AC}"/>
              </a:ext>
            </a:extLst>
          </p:cNvPr>
          <p:cNvGrpSpPr/>
          <p:nvPr/>
        </p:nvGrpSpPr>
        <p:grpSpPr>
          <a:xfrm>
            <a:off x="7095695" y="3219330"/>
            <a:ext cx="2350581" cy="1665833"/>
            <a:chOff x="7095695" y="3219330"/>
            <a:chExt cx="2350581" cy="1665833"/>
          </a:xfrm>
        </p:grpSpPr>
        <p:sp>
          <p:nvSpPr>
            <p:cNvPr id="121" name="文本框 120">
              <a:extLst>
                <a:ext uri="{FF2B5EF4-FFF2-40B4-BE49-F238E27FC236}">
                  <a16:creationId xmlns:a16="http://schemas.microsoft.com/office/drawing/2014/main" id="{9CFE4946-D3A7-44E3-9151-66419B063403}"/>
                </a:ext>
              </a:extLst>
            </p:cNvPr>
            <p:cNvSpPr txBox="1"/>
            <p:nvPr/>
          </p:nvSpPr>
          <p:spPr>
            <a:xfrm>
              <a:off x="8539727" y="3291514"/>
              <a:ext cx="906549" cy="369332"/>
            </a:xfrm>
            <a:prstGeom prst="rect">
              <a:avLst/>
            </a:prstGeom>
            <a:noFill/>
          </p:spPr>
          <p:txBody>
            <a:bodyPr wrap="square" rtlCol="0">
              <a:spAutoFit/>
            </a:bodyPr>
            <a:lstStyle/>
            <a:p>
              <a:pPr algn="ctr"/>
              <a:r>
                <a:rPr lang="zh-CN" altLang="en-US" b="1" dirty="0">
                  <a:latin typeface="+mn-ea"/>
                </a:rPr>
                <a:t>集线器</a:t>
              </a:r>
            </a:p>
          </p:txBody>
        </p:sp>
        <p:cxnSp>
          <p:nvCxnSpPr>
            <p:cNvPr id="122" name="直接连接符 121">
              <a:extLst>
                <a:ext uri="{FF2B5EF4-FFF2-40B4-BE49-F238E27FC236}">
                  <a16:creationId xmlns:a16="http://schemas.microsoft.com/office/drawing/2014/main" id="{E2F5EF8B-90D9-4C96-B714-7210CCB6520F}"/>
                </a:ext>
              </a:extLst>
            </p:cNvPr>
            <p:cNvCxnSpPr/>
            <p:nvPr/>
          </p:nvCxnSpPr>
          <p:spPr>
            <a:xfrm flipV="1">
              <a:off x="7506069" y="3459010"/>
              <a:ext cx="794479" cy="1105612"/>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23" name="直接连接符 122">
              <a:extLst>
                <a:ext uri="{FF2B5EF4-FFF2-40B4-BE49-F238E27FC236}">
                  <a16:creationId xmlns:a16="http://schemas.microsoft.com/office/drawing/2014/main" id="{473E2EDC-EC34-4F8A-8230-7B3992B55D36}"/>
                </a:ext>
              </a:extLst>
            </p:cNvPr>
            <p:cNvCxnSpPr>
              <a:cxnSpLocks/>
            </p:cNvCxnSpPr>
            <p:nvPr/>
          </p:nvCxnSpPr>
          <p:spPr>
            <a:xfrm flipH="1" flipV="1">
              <a:off x="8449292" y="3459010"/>
              <a:ext cx="628049" cy="983748"/>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24" name="直接连接符 123">
              <a:extLst>
                <a:ext uri="{FF2B5EF4-FFF2-40B4-BE49-F238E27FC236}">
                  <a16:creationId xmlns:a16="http://schemas.microsoft.com/office/drawing/2014/main" id="{45A74001-13D1-4F02-BF54-B61F3C93AC4B}"/>
                </a:ext>
              </a:extLst>
            </p:cNvPr>
            <p:cNvCxnSpPr/>
            <p:nvPr/>
          </p:nvCxnSpPr>
          <p:spPr>
            <a:xfrm>
              <a:off x="8338368" y="3456776"/>
              <a:ext cx="0" cy="1062182"/>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pic>
          <p:nvPicPr>
            <p:cNvPr id="125" name="图形 10">
              <a:extLst>
                <a:ext uri="{FF2B5EF4-FFF2-40B4-BE49-F238E27FC236}">
                  <a16:creationId xmlns:a16="http://schemas.microsoft.com/office/drawing/2014/main" id="{36B7DF63-0300-4DB2-BD84-0891417BF6B9}"/>
                </a:ext>
              </a:extLst>
            </p:cNvPr>
            <p:cNvPicPr>
              <a:picLocks noChangeAspect="1"/>
            </p:cNvPicPr>
            <p:nvPr/>
          </p:nvPicPr>
          <p:blipFill>
            <a:blip r:embed="rId3">
              <a:extLst>
                <a:ext uri="{28A0092B-C50C-407E-A947-70E740481C1C}">
                  <a14:useLocalDpi xmlns:a14="http://schemas.microsoft.com/office/drawing/2010/main" val="0"/>
                </a:ext>
                <a:ext uri="{96DAC541-7B7A-43D3-8B79-37D633B846F1}">
                  <asvg:svgBlip xmlns:asvg="http://schemas.microsoft.com/office/drawing/2016/SVG/main" r:embed="rId4"/>
                </a:ext>
              </a:extLst>
            </a:blip>
            <a:stretch>
              <a:fillRect/>
            </a:stretch>
          </p:blipFill>
          <p:spPr>
            <a:xfrm>
              <a:off x="7095695" y="4244081"/>
              <a:ext cx="662814" cy="641082"/>
            </a:xfrm>
            <a:prstGeom prst="rect">
              <a:avLst/>
            </a:prstGeom>
          </p:spPr>
        </p:pic>
        <p:pic>
          <p:nvPicPr>
            <p:cNvPr id="126" name="图形 10">
              <a:extLst>
                <a:ext uri="{FF2B5EF4-FFF2-40B4-BE49-F238E27FC236}">
                  <a16:creationId xmlns:a16="http://schemas.microsoft.com/office/drawing/2014/main" id="{F502606E-B7D6-4F35-A1D8-944ECC271DA4}"/>
                </a:ext>
              </a:extLst>
            </p:cNvPr>
            <p:cNvPicPr>
              <a:picLocks noChangeAspect="1"/>
            </p:cNvPicPr>
            <p:nvPr/>
          </p:nvPicPr>
          <p:blipFill>
            <a:blip r:embed="rId3">
              <a:extLst>
                <a:ext uri="{28A0092B-C50C-407E-A947-70E740481C1C}">
                  <a14:useLocalDpi xmlns:a14="http://schemas.microsoft.com/office/drawing/2010/main" val="0"/>
                </a:ext>
                <a:ext uri="{96DAC541-7B7A-43D3-8B79-37D633B846F1}">
                  <asvg:svgBlip xmlns:asvg="http://schemas.microsoft.com/office/drawing/2016/SVG/main" r:embed="rId4"/>
                </a:ext>
              </a:extLst>
            </a:blip>
            <a:stretch>
              <a:fillRect/>
            </a:stretch>
          </p:blipFill>
          <p:spPr>
            <a:xfrm>
              <a:off x="8718812" y="4244081"/>
              <a:ext cx="662814" cy="641082"/>
            </a:xfrm>
            <a:prstGeom prst="rect">
              <a:avLst/>
            </a:prstGeom>
          </p:spPr>
        </p:pic>
        <p:pic>
          <p:nvPicPr>
            <p:cNvPr id="127" name="图片 126" descr="文本&#10;&#10;描述已自动生成">
              <a:extLst>
                <a:ext uri="{FF2B5EF4-FFF2-40B4-BE49-F238E27FC236}">
                  <a16:creationId xmlns:a16="http://schemas.microsoft.com/office/drawing/2014/main" id="{02487603-F949-4810-B38B-05C6C22C7FED}"/>
                </a:ext>
              </a:extLst>
            </p:cNvPr>
            <p:cNvPicPr>
              <a:picLocks noChangeAspect="1"/>
            </p:cNvPicPr>
            <p:nvPr/>
          </p:nvPicPr>
          <p:blipFill>
            <a:blip r:embed="rId5">
              <a:extLst>
                <a:ext uri="{28A0092B-C50C-407E-A947-70E740481C1C}">
                  <a14:useLocalDpi xmlns:a14="http://schemas.microsoft.com/office/drawing/2010/main" val="0"/>
                </a:ext>
              </a:extLst>
            </a:blip>
            <a:stretch>
              <a:fillRect/>
            </a:stretch>
          </p:blipFill>
          <p:spPr>
            <a:xfrm>
              <a:off x="7919575" y="3219330"/>
              <a:ext cx="705470" cy="661378"/>
            </a:xfrm>
            <a:prstGeom prst="rect">
              <a:avLst/>
            </a:prstGeom>
          </p:spPr>
        </p:pic>
        <p:pic>
          <p:nvPicPr>
            <p:cNvPr id="128" name="图形 10">
              <a:extLst>
                <a:ext uri="{FF2B5EF4-FFF2-40B4-BE49-F238E27FC236}">
                  <a16:creationId xmlns:a16="http://schemas.microsoft.com/office/drawing/2014/main" id="{B93118F9-7F42-4F54-A9D6-990BCE8BBBCF}"/>
                </a:ext>
              </a:extLst>
            </p:cNvPr>
            <p:cNvPicPr>
              <a:picLocks noChangeAspect="1"/>
            </p:cNvPicPr>
            <p:nvPr/>
          </p:nvPicPr>
          <p:blipFill>
            <a:blip r:embed="rId3">
              <a:extLst>
                <a:ext uri="{28A0092B-C50C-407E-A947-70E740481C1C}">
                  <a14:useLocalDpi xmlns:a14="http://schemas.microsoft.com/office/drawing/2010/main" val="0"/>
                </a:ext>
                <a:ext uri="{96DAC541-7B7A-43D3-8B79-37D633B846F1}">
                  <asvg:svgBlip xmlns:asvg="http://schemas.microsoft.com/office/drawing/2016/SVG/main" r:embed="rId4"/>
                </a:ext>
              </a:extLst>
            </a:blip>
            <a:stretch>
              <a:fillRect/>
            </a:stretch>
          </p:blipFill>
          <p:spPr>
            <a:xfrm>
              <a:off x="7907254" y="4244081"/>
              <a:ext cx="662814" cy="641082"/>
            </a:xfrm>
            <a:prstGeom prst="rect">
              <a:avLst/>
            </a:prstGeom>
          </p:spPr>
        </p:pic>
        <p:sp>
          <p:nvSpPr>
            <p:cNvPr id="129" name="文本框 128">
              <a:extLst>
                <a:ext uri="{FF2B5EF4-FFF2-40B4-BE49-F238E27FC236}">
                  <a16:creationId xmlns:a16="http://schemas.microsoft.com/office/drawing/2014/main" id="{6130107D-D69A-42D6-B237-6CC2426511EC}"/>
                </a:ext>
              </a:extLst>
            </p:cNvPr>
            <p:cNvSpPr txBox="1"/>
            <p:nvPr/>
          </p:nvSpPr>
          <p:spPr>
            <a:xfrm>
              <a:off x="8589416" y="4286442"/>
              <a:ext cx="333042" cy="369332"/>
            </a:xfrm>
            <a:prstGeom prst="rect">
              <a:avLst/>
            </a:prstGeom>
            <a:noFill/>
          </p:spPr>
          <p:txBody>
            <a:bodyPr wrap="square" rtlCol="0">
              <a:spAutoFit/>
            </a:bodyPr>
            <a:lstStyle/>
            <a:p>
              <a:pPr algn="ctr"/>
              <a:r>
                <a:rPr lang="en-US" altLang="zh-CN" b="1" dirty="0">
                  <a:latin typeface="+mn-ea"/>
                </a:rPr>
                <a:t>…</a:t>
              </a:r>
              <a:endParaRPr lang="zh-CN" altLang="en-US" b="1" dirty="0">
                <a:latin typeface="+mn-ea"/>
              </a:endParaRPr>
            </a:p>
          </p:txBody>
        </p:sp>
      </p:grpSp>
      <p:sp>
        <p:nvSpPr>
          <p:cNvPr id="32" name="平行四边形 31">
            <a:extLst>
              <a:ext uri="{FF2B5EF4-FFF2-40B4-BE49-F238E27FC236}">
                <a16:creationId xmlns:a16="http://schemas.microsoft.com/office/drawing/2014/main" id="{03DD6722-DF4A-E6E0-06C0-7E19F29654E1}"/>
              </a:ext>
            </a:extLst>
          </p:cNvPr>
          <p:cNvSpPr/>
          <p:nvPr/>
        </p:nvSpPr>
        <p:spPr>
          <a:xfrm>
            <a:off x="304799" y="749300"/>
            <a:ext cx="688541" cy="387090"/>
          </a:xfrm>
          <a:prstGeom prst="parallelogram">
            <a:avLst/>
          </a:prstGeom>
          <a:solidFill>
            <a:schemeClr val="accent3">
              <a:lumMod val="75000"/>
            </a:schemeClr>
          </a:solidFill>
          <a:ln>
            <a:solidFill>
              <a:schemeClr val="accent3">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CN" sz="2200" dirty="0">
                <a:latin typeface="Impact" panose="020B0806030902050204" pitchFamily="34" charset="0"/>
              </a:rPr>
              <a:t>03</a:t>
            </a:r>
            <a:endParaRPr lang="zh-CN" altLang="en-US" sz="2200" dirty="0">
              <a:latin typeface="Impact" panose="020B0806030902050204" pitchFamily="34" charset="0"/>
            </a:endParaRPr>
          </a:p>
        </p:txBody>
      </p:sp>
    </p:spTree>
    <p:custDataLst>
      <p:tags r:id="rId1"/>
    </p:custDataLst>
    <p:extLst>
      <p:ext uri="{BB962C8B-B14F-4D97-AF65-F5344CB8AC3E}">
        <p14:creationId xmlns:p14="http://schemas.microsoft.com/office/powerpoint/2010/main" val="3910697724"/>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8" fill="hold" nodeType="withEffect">
                                  <p:stCondLst>
                                    <p:cond delay="0"/>
                                  </p:stCondLst>
                                  <p:childTnLst>
                                    <p:set>
                                      <p:cBhvr>
                                        <p:cTn id="6" dur="1" fill="hold">
                                          <p:stCondLst>
                                            <p:cond delay="0"/>
                                          </p:stCondLst>
                                        </p:cTn>
                                        <p:tgtEl>
                                          <p:spTgt spid="5"/>
                                        </p:tgtEl>
                                        <p:attrNameLst>
                                          <p:attrName>style.visibility</p:attrName>
                                        </p:attrNameLst>
                                      </p:cBhvr>
                                      <p:to>
                                        <p:strVal val="visible"/>
                                      </p:to>
                                    </p:set>
                                    <p:anim calcmode="lin" valueType="num">
                                      <p:cBhvr additive="base">
                                        <p:cTn id="7" dur="500" fill="hold"/>
                                        <p:tgtEl>
                                          <p:spTgt spid="5"/>
                                        </p:tgtEl>
                                        <p:attrNameLst>
                                          <p:attrName>ppt_x</p:attrName>
                                        </p:attrNameLst>
                                      </p:cBhvr>
                                      <p:tavLst>
                                        <p:tav tm="0">
                                          <p:val>
                                            <p:strVal val="0-#ppt_w/2"/>
                                          </p:val>
                                        </p:tav>
                                        <p:tav tm="100000">
                                          <p:val>
                                            <p:strVal val="#ppt_x"/>
                                          </p:val>
                                        </p:tav>
                                      </p:tavLst>
                                    </p:anim>
                                    <p:anim calcmode="lin" valueType="num">
                                      <p:cBhvr additive="base">
                                        <p:cTn id="8" dur="500" fill="hold"/>
                                        <p:tgtEl>
                                          <p:spTgt spid="5"/>
                                        </p:tgtEl>
                                        <p:attrNameLst>
                                          <p:attrName>ppt_y</p:attrName>
                                        </p:attrNameLst>
                                      </p:cBhvr>
                                      <p:tavLst>
                                        <p:tav tm="0">
                                          <p:val>
                                            <p:strVal val="#ppt_y"/>
                                          </p:val>
                                        </p:tav>
                                        <p:tav tm="100000">
                                          <p:val>
                                            <p:strVal val="#ppt_y"/>
                                          </p:val>
                                        </p:tav>
                                      </p:tavLst>
                                    </p:anim>
                                  </p:childTnLst>
                                </p:cTn>
                              </p:par>
                              <p:par>
                                <p:cTn id="9" presetID="2" presetClass="entr" presetSubtype="2" fill="hold" nodeType="withEffect">
                                  <p:stCondLst>
                                    <p:cond delay="0"/>
                                  </p:stCondLst>
                                  <p:childTnLst>
                                    <p:set>
                                      <p:cBhvr>
                                        <p:cTn id="10" dur="1" fill="hold">
                                          <p:stCondLst>
                                            <p:cond delay="0"/>
                                          </p:stCondLst>
                                        </p:cTn>
                                        <p:tgtEl>
                                          <p:spTgt spid="11"/>
                                        </p:tgtEl>
                                        <p:attrNameLst>
                                          <p:attrName>style.visibility</p:attrName>
                                        </p:attrNameLst>
                                      </p:cBhvr>
                                      <p:to>
                                        <p:strVal val="visible"/>
                                      </p:to>
                                    </p:set>
                                    <p:anim calcmode="lin" valueType="num">
                                      <p:cBhvr additive="base">
                                        <p:cTn id="11" dur="500" fill="hold"/>
                                        <p:tgtEl>
                                          <p:spTgt spid="11"/>
                                        </p:tgtEl>
                                        <p:attrNameLst>
                                          <p:attrName>ppt_x</p:attrName>
                                        </p:attrNameLst>
                                      </p:cBhvr>
                                      <p:tavLst>
                                        <p:tav tm="0">
                                          <p:val>
                                            <p:strVal val="1+#ppt_w/2"/>
                                          </p:val>
                                        </p:tav>
                                        <p:tav tm="100000">
                                          <p:val>
                                            <p:strVal val="#ppt_x"/>
                                          </p:val>
                                        </p:tav>
                                      </p:tavLst>
                                    </p:anim>
                                    <p:anim calcmode="lin" valueType="num">
                                      <p:cBhvr additive="base">
                                        <p:cTn id="12" dur="500" fill="hold"/>
                                        <p:tgtEl>
                                          <p:spTgt spid="11"/>
                                        </p:tgtEl>
                                        <p:attrNameLst>
                                          <p:attrName>ppt_y</p:attrName>
                                        </p:attrNameLst>
                                      </p:cBhvr>
                                      <p:tavLst>
                                        <p:tav tm="0">
                                          <p:val>
                                            <p:strVal val="#ppt_y"/>
                                          </p:val>
                                        </p:tav>
                                        <p:tav tm="100000">
                                          <p:val>
                                            <p:strVal val="#ppt_y"/>
                                          </p:val>
                                        </p:tav>
                                      </p:tavLst>
                                    </p:anim>
                                  </p:childTnLst>
                                </p:cTn>
                              </p:par>
                            </p:childTnLst>
                          </p:cTn>
                        </p:par>
                      </p:childTnLst>
                    </p:cTn>
                  </p:par>
                  <p:par>
                    <p:cTn id="13" fill="hold">
                      <p:stCondLst>
                        <p:cond delay="indefinite"/>
                      </p:stCondLst>
                      <p:childTnLst>
                        <p:par>
                          <p:cTn id="14" fill="hold">
                            <p:stCondLst>
                              <p:cond delay="0"/>
                            </p:stCondLst>
                            <p:childTnLst>
                              <p:par>
                                <p:cTn id="15" presetID="53" presetClass="entr" presetSubtype="16" fill="hold" nodeType="clickEffect">
                                  <p:stCondLst>
                                    <p:cond delay="0"/>
                                  </p:stCondLst>
                                  <p:childTnLst>
                                    <p:set>
                                      <p:cBhvr>
                                        <p:cTn id="16" dur="1" fill="hold">
                                          <p:stCondLst>
                                            <p:cond delay="0"/>
                                          </p:stCondLst>
                                        </p:cTn>
                                        <p:tgtEl>
                                          <p:spTgt spid="10"/>
                                        </p:tgtEl>
                                        <p:attrNameLst>
                                          <p:attrName>style.visibility</p:attrName>
                                        </p:attrNameLst>
                                      </p:cBhvr>
                                      <p:to>
                                        <p:strVal val="visible"/>
                                      </p:to>
                                    </p:set>
                                    <p:anim calcmode="lin" valueType="num">
                                      <p:cBhvr>
                                        <p:cTn id="17" dur="500" fill="hold"/>
                                        <p:tgtEl>
                                          <p:spTgt spid="10"/>
                                        </p:tgtEl>
                                        <p:attrNameLst>
                                          <p:attrName>ppt_w</p:attrName>
                                        </p:attrNameLst>
                                      </p:cBhvr>
                                      <p:tavLst>
                                        <p:tav tm="0">
                                          <p:val>
                                            <p:fltVal val="0"/>
                                          </p:val>
                                        </p:tav>
                                        <p:tav tm="100000">
                                          <p:val>
                                            <p:strVal val="#ppt_w"/>
                                          </p:val>
                                        </p:tav>
                                      </p:tavLst>
                                    </p:anim>
                                    <p:anim calcmode="lin" valueType="num">
                                      <p:cBhvr>
                                        <p:cTn id="18" dur="500" fill="hold"/>
                                        <p:tgtEl>
                                          <p:spTgt spid="10"/>
                                        </p:tgtEl>
                                        <p:attrNameLst>
                                          <p:attrName>ppt_h</p:attrName>
                                        </p:attrNameLst>
                                      </p:cBhvr>
                                      <p:tavLst>
                                        <p:tav tm="0">
                                          <p:val>
                                            <p:fltVal val="0"/>
                                          </p:val>
                                        </p:tav>
                                        <p:tav tm="100000">
                                          <p:val>
                                            <p:strVal val="#ppt_h"/>
                                          </p:val>
                                        </p:tav>
                                      </p:tavLst>
                                    </p:anim>
                                    <p:animEffect transition="in" filter="fade">
                                      <p:cBhvr>
                                        <p:cTn id="19" dur="500"/>
                                        <p:tgtEl>
                                          <p:spTgt spid="10"/>
                                        </p:tgtEl>
                                      </p:cBhvr>
                                    </p:animEffect>
                                  </p:childTnLst>
                                </p:cTn>
                              </p:par>
                              <p:par>
                                <p:cTn id="20" presetID="53" presetClass="entr" presetSubtype="16" fill="hold" nodeType="withEffect">
                                  <p:stCondLst>
                                    <p:cond delay="0"/>
                                  </p:stCondLst>
                                  <p:childTnLst>
                                    <p:set>
                                      <p:cBhvr>
                                        <p:cTn id="21" dur="1" fill="hold">
                                          <p:stCondLst>
                                            <p:cond delay="0"/>
                                          </p:stCondLst>
                                        </p:cTn>
                                        <p:tgtEl>
                                          <p:spTgt spid="20"/>
                                        </p:tgtEl>
                                        <p:attrNameLst>
                                          <p:attrName>style.visibility</p:attrName>
                                        </p:attrNameLst>
                                      </p:cBhvr>
                                      <p:to>
                                        <p:strVal val="visible"/>
                                      </p:to>
                                    </p:set>
                                    <p:anim calcmode="lin" valueType="num">
                                      <p:cBhvr>
                                        <p:cTn id="22" dur="500" fill="hold"/>
                                        <p:tgtEl>
                                          <p:spTgt spid="20"/>
                                        </p:tgtEl>
                                        <p:attrNameLst>
                                          <p:attrName>ppt_w</p:attrName>
                                        </p:attrNameLst>
                                      </p:cBhvr>
                                      <p:tavLst>
                                        <p:tav tm="0">
                                          <p:val>
                                            <p:fltVal val="0"/>
                                          </p:val>
                                        </p:tav>
                                        <p:tav tm="100000">
                                          <p:val>
                                            <p:strVal val="#ppt_w"/>
                                          </p:val>
                                        </p:tav>
                                      </p:tavLst>
                                    </p:anim>
                                    <p:anim calcmode="lin" valueType="num">
                                      <p:cBhvr>
                                        <p:cTn id="23" dur="500" fill="hold"/>
                                        <p:tgtEl>
                                          <p:spTgt spid="20"/>
                                        </p:tgtEl>
                                        <p:attrNameLst>
                                          <p:attrName>ppt_h</p:attrName>
                                        </p:attrNameLst>
                                      </p:cBhvr>
                                      <p:tavLst>
                                        <p:tav tm="0">
                                          <p:val>
                                            <p:fltVal val="0"/>
                                          </p:val>
                                        </p:tav>
                                        <p:tav tm="100000">
                                          <p:val>
                                            <p:strVal val="#ppt_h"/>
                                          </p:val>
                                        </p:tav>
                                      </p:tavLst>
                                    </p:anim>
                                    <p:animEffect transition="in" filter="fade">
                                      <p:cBhvr>
                                        <p:cTn id="24" dur="500"/>
                                        <p:tgtEl>
                                          <p:spTgt spid="20"/>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43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20" name="组合 19">
            <a:extLst>
              <a:ext uri="{FF2B5EF4-FFF2-40B4-BE49-F238E27FC236}">
                <a16:creationId xmlns:a16="http://schemas.microsoft.com/office/drawing/2014/main" id="{5628AED0-D1D4-41BC-9F3A-8242F3F18750}"/>
              </a:ext>
            </a:extLst>
          </p:cNvPr>
          <p:cNvGrpSpPr/>
          <p:nvPr/>
        </p:nvGrpSpPr>
        <p:grpSpPr>
          <a:xfrm>
            <a:off x="7010847" y="2661294"/>
            <a:ext cx="2447118" cy="2403764"/>
            <a:chOff x="7010847" y="2661294"/>
            <a:chExt cx="2447118" cy="2403764"/>
          </a:xfrm>
        </p:grpSpPr>
        <p:sp>
          <p:nvSpPr>
            <p:cNvPr id="120" name="矩形: 圆角 119">
              <a:extLst>
                <a:ext uri="{FF2B5EF4-FFF2-40B4-BE49-F238E27FC236}">
                  <a16:creationId xmlns:a16="http://schemas.microsoft.com/office/drawing/2014/main" id="{6EE7A526-16F4-4B19-8709-71273415A25A}"/>
                </a:ext>
              </a:extLst>
            </p:cNvPr>
            <p:cNvSpPr/>
            <p:nvPr/>
          </p:nvSpPr>
          <p:spPr>
            <a:xfrm>
              <a:off x="7010847" y="2661294"/>
              <a:ext cx="2447118" cy="2403764"/>
            </a:xfrm>
            <a:prstGeom prst="roundRect">
              <a:avLst>
                <a:gd name="adj" fmla="val 6736"/>
              </a:avLst>
            </a:prstGeom>
            <a:solidFill>
              <a:schemeClr val="bg1">
                <a:lumMod val="95000"/>
              </a:schemeClr>
            </a:solidFill>
            <a:ln>
              <a:solidFill>
                <a:schemeClr val="tx1"/>
              </a:solidFill>
            </a:ln>
          </p:spPr>
          <p:style>
            <a:lnRef idx="2">
              <a:schemeClr val="accent3">
                <a:shade val="50000"/>
              </a:schemeClr>
            </a:lnRef>
            <a:fillRef idx="1">
              <a:schemeClr val="accent3"/>
            </a:fillRef>
            <a:effectRef idx="0">
              <a:schemeClr val="accent3"/>
            </a:effectRef>
            <a:fontRef idx="minor">
              <a:schemeClr val="lt1"/>
            </a:fontRef>
          </p:style>
          <p:txBody>
            <a:bodyPr rtlCol="0" anchor="ctr"/>
            <a:lstStyle/>
            <a:p>
              <a:pPr algn="ctr"/>
              <a:endParaRPr lang="zh-CN" altLang="en-US" b="1">
                <a:latin typeface="+mn-ea"/>
              </a:endParaRPr>
            </a:p>
          </p:txBody>
        </p:sp>
        <p:sp>
          <p:nvSpPr>
            <p:cNvPr id="130" name="文本框 129">
              <a:extLst>
                <a:ext uri="{FF2B5EF4-FFF2-40B4-BE49-F238E27FC236}">
                  <a16:creationId xmlns:a16="http://schemas.microsoft.com/office/drawing/2014/main" id="{3C5F4CE6-BF0F-4EC6-87D4-15931309FCC4}"/>
                </a:ext>
              </a:extLst>
            </p:cNvPr>
            <p:cNvSpPr txBox="1"/>
            <p:nvPr/>
          </p:nvSpPr>
          <p:spPr>
            <a:xfrm>
              <a:off x="7363990" y="2776925"/>
              <a:ext cx="1816640" cy="369332"/>
            </a:xfrm>
            <a:prstGeom prst="rect">
              <a:avLst/>
            </a:prstGeom>
            <a:noFill/>
          </p:spPr>
          <p:txBody>
            <a:bodyPr wrap="square" rtlCol="0">
              <a:spAutoFit/>
            </a:bodyPr>
            <a:lstStyle/>
            <a:p>
              <a:pPr algn="ctr"/>
              <a:r>
                <a:rPr lang="zh-CN" altLang="en-US" b="1" dirty="0">
                  <a:latin typeface="+mn-ea"/>
                </a:rPr>
                <a:t>广播域和碰撞域</a:t>
              </a:r>
            </a:p>
          </p:txBody>
        </p:sp>
      </p:grpSp>
      <p:grpSp>
        <p:nvGrpSpPr>
          <p:cNvPr id="10" name="组合 9">
            <a:extLst>
              <a:ext uri="{FF2B5EF4-FFF2-40B4-BE49-F238E27FC236}">
                <a16:creationId xmlns:a16="http://schemas.microsoft.com/office/drawing/2014/main" id="{8C7EC438-7C41-4471-AF4F-7AA5616F0C63}"/>
              </a:ext>
            </a:extLst>
          </p:cNvPr>
          <p:cNvGrpSpPr/>
          <p:nvPr/>
        </p:nvGrpSpPr>
        <p:grpSpPr>
          <a:xfrm>
            <a:off x="2734034" y="2661294"/>
            <a:ext cx="2447118" cy="2403764"/>
            <a:chOff x="2734034" y="2661294"/>
            <a:chExt cx="2447118" cy="2403764"/>
          </a:xfrm>
        </p:grpSpPr>
        <p:sp>
          <p:nvSpPr>
            <p:cNvPr id="102" name="矩形: 圆角 101">
              <a:extLst>
                <a:ext uri="{FF2B5EF4-FFF2-40B4-BE49-F238E27FC236}">
                  <a16:creationId xmlns:a16="http://schemas.microsoft.com/office/drawing/2014/main" id="{69BF75CE-0BE6-4817-BEC3-483925B235DA}"/>
                </a:ext>
              </a:extLst>
            </p:cNvPr>
            <p:cNvSpPr/>
            <p:nvPr/>
          </p:nvSpPr>
          <p:spPr>
            <a:xfrm>
              <a:off x="2734034" y="2661294"/>
              <a:ext cx="2447118" cy="2403764"/>
            </a:xfrm>
            <a:prstGeom prst="roundRect">
              <a:avLst>
                <a:gd name="adj" fmla="val 6736"/>
              </a:avLst>
            </a:prstGeom>
            <a:solidFill>
              <a:schemeClr val="bg1">
                <a:lumMod val="95000"/>
              </a:schemeClr>
            </a:solidFill>
            <a:ln>
              <a:solidFill>
                <a:schemeClr val="tx1"/>
              </a:solidFill>
            </a:ln>
          </p:spPr>
          <p:style>
            <a:lnRef idx="2">
              <a:schemeClr val="accent3">
                <a:shade val="50000"/>
              </a:schemeClr>
            </a:lnRef>
            <a:fillRef idx="1">
              <a:schemeClr val="accent3"/>
            </a:fillRef>
            <a:effectRef idx="0">
              <a:schemeClr val="accent3"/>
            </a:effectRef>
            <a:fontRef idx="minor">
              <a:schemeClr val="lt1"/>
            </a:fontRef>
          </p:style>
          <p:txBody>
            <a:bodyPr rtlCol="0" anchor="ctr"/>
            <a:lstStyle/>
            <a:p>
              <a:pPr algn="ctr"/>
              <a:endParaRPr lang="zh-CN" altLang="en-US" b="1">
                <a:latin typeface="+mn-ea"/>
              </a:endParaRPr>
            </a:p>
          </p:txBody>
        </p:sp>
        <p:sp>
          <p:nvSpPr>
            <p:cNvPr id="119" name="文本框 118">
              <a:extLst>
                <a:ext uri="{FF2B5EF4-FFF2-40B4-BE49-F238E27FC236}">
                  <a16:creationId xmlns:a16="http://schemas.microsoft.com/office/drawing/2014/main" id="{8494AF68-AC27-4F94-B6E2-654BA5D89F29}"/>
                </a:ext>
              </a:extLst>
            </p:cNvPr>
            <p:cNvSpPr txBox="1"/>
            <p:nvPr/>
          </p:nvSpPr>
          <p:spPr>
            <a:xfrm>
              <a:off x="3087177" y="2776925"/>
              <a:ext cx="1816640" cy="369332"/>
            </a:xfrm>
            <a:prstGeom prst="rect">
              <a:avLst/>
            </a:prstGeom>
            <a:noFill/>
          </p:spPr>
          <p:txBody>
            <a:bodyPr wrap="square" rtlCol="0">
              <a:spAutoFit/>
            </a:bodyPr>
            <a:lstStyle/>
            <a:p>
              <a:pPr algn="ctr"/>
              <a:r>
                <a:rPr lang="zh-CN" altLang="en-US" b="1" dirty="0">
                  <a:latin typeface="+mn-ea"/>
                </a:rPr>
                <a:t>广播域和碰撞域</a:t>
              </a:r>
            </a:p>
          </p:txBody>
        </p:sp>
      </p:grpSp>
      <p:grpSp>
        <p:nvGrpSpPr>
          <p:cNvPr id="4" name="组合 3">
            <a:extLst>
              <a:ext uri="{FF2B5EF4-FFF2-40B4-BE49-F238E27FC236}">
                <a16:creationId xmlns:a16="http://schemas.microsoft.com/office/drawing/2014/main" id="{9A1EA9F2-FCB6-48C3-935F-7AE7E3AD14AC}"/>
              </a:ext>
            </a:extLst>
          </p:cNvPr>
          <p:cNvGrpSpPr/>
          <p:nvPr/>
        </p:nvGrpSpPr>
        <p:grpSpPr>
          <a:xfrm>
            <a:off x="304800" y="749300"/>
            <a:ext cx="4938199" cy="400110"/>
            <a:chOff x="424117" y="898245"/>
            <a:chExt cx="4938199" cy="400110"/>
          </a:xfrm>
        </p:grpSpPr>
        <p:sp>
          <p:nvSpPr>
            <p:cNvPr id="2" name="平行四边形 1">
              <a:extLst>
                <a:ext uri="{FF2B5EF4-FFF2-40B4-BE49-F238E27FC236}">
                  <a16:creationId xmlns:a16="http://schemas.microsoft.com/office/drawing/2014/main" id="{1F5BAA3F-9845-4F89-A2DD-8222D3E4EDAC}"/>
                </a:ext>
              </a:extLst>
            </p:cNvPr>
            <p:cNvSpPr/>
            <p:nvPr/>
          </p:nvSpPr>
          <p:spPr>
            <a:xfrm>
              <a:off x="424117" y="898245"/>
              <a:ext cx="628306" cy="387090"/>
            </a:xfrm>
            <a:prstGeom prst="parallelogram">
              <a:avLst/>
            </a:prstGeom>
            <a:solidFill>
              <a:schemeClr val="accent3">
                <a:lumMod val="75000"/>
              </a:schemeClr>
            </a:solidFill>
            <a:ln>
              <a:solidFill>
                <a:schemeClr val="accent3">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CN" sz="2200" dirty="0">
                  <a:latin typeface="Impact" panose="020B0806030902050204" pitchFamily="34" charset="0"/>
                </a:rPr>
                <a:t>01</a:t>
              </a:r>
              <a:endParaRPr lang="zh-CN" altLang="en-US" sz="2200" dirty="0">
                <a:latin typeface="Impact" panose="020B0806030902050204" pitchFamily="34" charset="0"/>
              </a:endParaRPr>
            </a:p>
          </p:txBody>
        </p:sp>
        <p:sp>
          <p:nvSpPr>
            <p:cNvPr id="3" name="文本框 2">
              <a:extLst>
                <a:ext uri="{FF2B5EF4-FFF2-40B4-BE49-F238E27FC236}">
                  <a16:creationId xmlns:a16="http://schemas.microsoft.com/office/drawing/2014/main" id="{4D6BD736-A4D3-4F26-AFED-36E11F50F70B}"/>
                </a:ext>
              </a:extLst>
            </p:cNvPr>
            <p:cNvSpPr txBox="1"/>
            <p:nvPr/>
          </p:nvSpPr>
          <p:spPr>
            <a:xfrm>
              <a:off x="1052423" y="898245"/>
              <a:ext cx="4309893" cy="400110"/>
            </a:xfrm>
            <a:prstGeom prst="rect">
              <a:avLst/>
            </a:prstGeom>
            <a:noFill/>
          </p:spPr>
          <p:txBody>
            <a:bodyPr wrap="square" rtlCol="0">
              <a:spAutoFit/>
            </a:bodyPr>
            <a:lstStyle/>
            <a:p>
              <a:r>
                <a:rPr lang="zh-CN" altLang="en-US" sz="2000" b="1" dirty="0">
                  <a:solidFill>
                    <a:schemeClr val="tx1"/>
                  </a:solidFill>
                  <a:latin typeface="Arial Narrow" panose="020B0606020202030204" pitchFamily="34" charset="0"/>
                </a:rPr>
                <a:t>共享式以太网与交换式以太网的对比</a:t>
              </a:r>
              <a:endParaRPr lang="en-US" altLang="zh-CN" sz="2000" b="1" dirty="0">
                <a:solidFill>
                  <a:schemeClr val="tx1"/>
                </a:solidFill>
                <a:latin typeface="Arial Narrow" panose="020B0606020202030204" pitchFamily="34" charset="0"/>
              </a:endParaRPr>
            </a:p>
          </p:txBody>
        </p:sp>
      </p:grpSp>
      <p:sp>
        <p:nvSpPr>
          <p:cNvPr id="72" name="文本框 71">
            <a:extLst>
              <a:ext uri="{FF2B5EF4-FFF2-40B4-BE49-F238E27FC236}">
                <a16:creationId xmlns:a16="http://schemas.microsoft.com/office/drawing/2014/main" id="{694982CA-BBE3-4971-A06F-36B59AA7466A}"/>
              </a:ext>
            </a:extLst>
          </p:cNvPr>
          <p:cNvSpPr txBox="1"/>
          <p:nvPr/>
        </p:nvSpPr>
        <p:spPr>
          <a:xfrm>
            <a:off x="5130878" y="736280"/>
            <a:ext cx="2922270" cy="400110"/>
          </a:xfrm>
          <a:prstGeom prst="rect">
            <a:avLst/>
          </a:prstGeom>
          <a:noFill/>
        </p:spPr>
        <p:txBody>
          <a:bodyPr wrap="square" rtlCol="0">
            <a:spAutoFit/>
          </a:bodyPr>
          <a:lstStyle/>
          <a:p>
            <a:r>
              <a:rPr lang="en-US" altLang="zh-CN" sz="2000" b="1" dirty="0">
                <a:solidFill>
                  <a:schemeClr val="tx1"/>
                </a:solidFill>
                <a:latin typeface="Arial Narrow" panose="020B0606020202030204" pitchFamily="34" charset="0"/>
              </a:rPr>
              <a:t>(</a:t>
            </a:r>
            <a:r>
              <a:rPr lang="zh-CN" altLang="en-US" sz="2000" b="1" dirty="0">
                <a:solidFill>
                  <a:schemeClr val="tx1"/>
                </a:solidFill>
                <a:latin typeface="Arial Narrow" panose="020B0606020202030204" pitchFamily="34" charset="0"/>
              </a:rPr>
              <a:t>集线器与交换机的对比</a:t>
            </a:r>
            <a:r>
              <a:rPr lang="en-US" altLang="zh-CN" sz="2000" b="1" dirty="0">
                <a:solidFill>
                  <a:schemeClr val="tx1"/>
                </a:solidFill>
                <a:latin typeface="Arial Narrow" panose="020B0606020202030204" pitchFamily="34" charset="0"/>
              </a:rPr>
              <a:t>)</a:t>
            </a:r>
          </a:p>
        </p:txBody>
      </p:sp>
      <p:sp>
        <p:nvSpPr>
          <p:cNvPr id="103" name="文本框 102">
            <a:extLst>
              <a:ext uri="{FF2B5EF4-FFF2-40B4-BE49-F238E27FC236}">
                <a16:creationId xmlns:a16="http://schemas.microsoft.com/office/drawing/2014/main" id="{3AE47C88-6170-4638-BE3B-0FBE34CD33AC}"/>
              </a:ext>
            </a:extLst>
          </p:cNvPr>
          <p:cNvSpPr txBox="1"/>
          <p:nvPr/>
        </p:nvSpPr>
        <p:spPr>
          <a:xfrm>
            <a:off x="2803564" y="3291514"/>
            <a:ext cx="930683" cy="369332"/>
          </a:xfrm>
          <a:prstGeom prst="rect">
            <a:avLst/>
          </a:prstGeom>
          <a:noFill/>
        </p:spPr>
        <p:txBody>
          <a:bodyPr wrap="square" rtlCol="0">
            <a:spAutoFit/>
          </a:bodyPr>
          <a:lstStyle/>
          <a:p>
            <a:pPr algn="ctr"/>
            <a:r>
              <a:rPr lang="zh-CN" altLang="en-US" b="1" dirty="0">
                <a:latin typeface="+mn-ea"/>
              </a:rPr>
              <a:t>集线器</a:t>
            </a:r>
          </a:p>
        </p:txBody>
      </p:sp>
      <p:cxnSp>
        <p:nvCxnSpPr>
          <p:cNvPr id="107" name="直接连接符 106">
            <a:extLst>
              <a:ext uri="{FF2B5EF4-FFF2-40B4-BE49-F238E27FC236}">
                <a16:creationId xmlns:a16="http://schemas.microsoft.com/office/drawing/2014/main" id="{754BED1B-F225-474D-B20E-BA1AC92EDC38}"/>
              </a:ext>
            </a:extLst>
          </p:cNvPr>
          <p:cNvCxnSpPr/>
          <p:nvPr/>
        </p:nvCxnSpPr>
        <p:spPr>
          <a:xfrm flipV="1">
            <a:off x="3229256" y="3459010"/>
            <a:ext cx="794479" cy="1105612"/>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08" name="直接连接符 107">
            <a:extLst>
              <a:ext uri="{FF2B5EF4-FFF2-40B4-BE49-F238E27FC236}">
                <a16:creationId xmlns:a16="http://schemas.microsoft.com/office/drawing/2014/main" id="{A152385D-7EE1-43AA-AA77-C1CD2C450021}"/>
              </a:ext>
            </a:extLst>
          </p:cNvPr>
          <p:cNvCxnSpPr>
            <a:cxnSpLocks/>
          </p:cNvCxnSpPr>
          <p:nvPr/>
        </p:nvCxnSpPr>
        <p:spPr>
          <a:xfrm flipH="1" flipV="1">
            <a:off x="4172479" y="3459010"/>
            <a:ext cx="628049" cy="983748"/>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13" name="直接连接符 112">
            <a:extLst>
              <a:ext uri="{FF2B5EF4-FFF2-40B4-BE49-F238E27FC236}">
                <a16:creationId xmlns:a16="http://schemas.microsoft.com/office/drawing/2014/main" id="{FC175958-008A-4CBE-974C-DA2B05EDAB12}"/>
              </a:ext>
            </a:extLst>
          </p:cNvPr>
          <p:cNvCxnSpPr/>
          <p:nvPr/>
        </p:nvCxnSpPr>
        <p:spPr>
          <a:xfrm>
            <a:off x="4061555" y="3456776"/>
            <a:ext cx="0" cy="1062182"/>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pic>
        <p:nvPicPr>
          <p:cNvPr id="114" name="图形 10">
            <a:extLst>
              <a:ext uri="{FF2B5EF4-FFF2-40B4-BE49-F238E27FC236}">
                <a16:creationId xmlns:a16="http://schemas.microsoft.com/office/drawing/2014/main" id="{64D4EE57-81BF-4D6F-A094-3E9456F6CAF3}"/>
              </a:ext>
            </a:extLst>
          </p:cNvPr>
          <p:cNvPicPr>
            <a:picLocks noChangeAspect="1"/>
          </p:cNvPicPr>
          <p:nvPr/>
        </p:nvPicPr>
        <p:blipFill>
          <a:blip r:embed="rId3">
            <a:extLst>
              <a:ext uri="{28A0092B-C50C-407E-A947-70E740481C1C}">
                <a14:useLocalDpi xmlns:a14="http://schemas.microsoft.com/office/drawing/2010/main" val="0"/>
              </a:ext>
              <a:ext uri="{96DAC541-7B7A-43D3-8B79-37D633B846F1}">
                <asvg:svgBlip xmlns:asvg="http://schemas.microsoft.com/office/drawing/2016/SVG/main" r:embed="rId4"/>
              </a:ext>
            </a:extLst>
          </a:blip>
          <a:stretch>
            <a:fillRect/>
          </a:stretch>
        </p:blipFill>
        <p:spPr>
          <a:xfrm>
            <a:off x="2818882" y="4244081"/>
            <a:ext cx="662814" cy="641082"/>
          </a:xfrm>
          <a:prstGeom prst="rect">
            <a:avLst/>
          </a:prstGeom>
        </p:spPr>
      </p:pic>
      <p:pic>
        <p:nvPicPr>
          <p:cNvPr id="115" name="图形 10">
            <a:extLst>
              <a:ext uri="{FF2B5EF4-FFF2-40B4-BE49-F238E27FC236}">
                <a16:creationId xmlns:a16="http://schemas.microsoft.com/office/drawing/2014/main" id="{2118A0AF-AD6D-49E3-A6F8-F147390D7B87}"/>
              </a:ext>
            </a:extLst>
          </p:cNvPr>
          <p:cNvPicPr>
            <a:picLocks noChangeAspect="1"/>
          </p:cNvPicPr>
          <p:nvPr/>
        </p:nvPicPr>
        <p:blipFill>
          <a:blip r:embed="rId3">
            <a:extLst>
              <a:ext uri="{28A0092B-C50C-407E-A947-70E740481C1C}">
                <a14:useLocalDpi xmlns:a14="http://schemas.microsoft.com/office/drawing/2010/main" val="0"/>
              </a:ext>
              <a:ext uri="{96DAC541-7B7A-43D3-8B79-37D633B846F1}">
                <asvg:svgBlip xmlns:asvg="http://schemas.microsoft.com/office/drawing/2016/SVG/main" r:embed="rId4"/>
              </a:ext>
            </a:extLst>
          </a:blip>
          <a:stretch>
            <a:fillRect/>
          </a:stretch>
        </p:blipFill>
        <p:spPr>
          <a:xfrm>
            <a:off x="4441999" y="4244081"/>
            <a:ext cx="662814" cy="641082"/>
          </a:xfrm>
          <a:prstGeom prst="rect">
            <a:avLst/>
          </a:prstGeom>
        </p:spPr>
      </p:pic>
      <p:pic>
        <p:nvPicPr>
          <p:cNvPr id="117" name="图形 10">
            <a:extLst>
              <a:ext uri="{FF2B5EF4-FFF2-40B4-BE49-F238E27FC236}">
                <a16:creationId xmlns:a16="http://schemas.microsoft.com/office/drawing/2014/main" id="{8D5E6A4F-9D2A-4FB2-8068-C458C7477EDA}"/>
              </a:ext>
            </a:extLst>
          </p:cNvPr>
          <p:cNvPicPr>
            <a:picLocks noChangeAspect="1"/>
          </p:cNvPicPr>
          <p:nvPr/>
        </p:nvPicPr>
        <p:blipFill>
          <a:blip r:embed="rId3">
            <a:extLst>
              <a:ext uri="{28A0092B-C50C-407E-A947-70E740481C1C}">
                <a14:useLocalDpi xmlns:a14="http://schemas.microsoft.com/office/drawing/2010/main" val="0"/>
              </a:ext>
              <a:ext uri="{96DAC541-7B7A-43D3-8B79-37D633B846F1}">
                <asvg:svgBlip xmlns:asvg="http://schemas.microsoft.com/office/drawing/2016/SVG/main" r:embed="rId4"/>
              </a:ext>
            </a:extLst>
          </a:blip>
          <a:stretch>
            <a:fillRect/>
          </a:stretch>
        </p:blipFill>
        <p:spPr>
          <a:xfrm>
            <a:off x="3630441" y="4244081"/>
            <a:ext cx="662814" cy="641082"/>
          </a:xfrm>
          <a:prstGeom prst="rect">
            <a:avLst/>
          </a:prstGeom>
        </p:spPr>
      </p:pic>
      <p:sp>
        <p:nvSpPr>
          <p:cNvPr id="118" name="文本框 117">
            <a:extLst>
              <a:ext uri="{FF2B5EF4-FFF2-40B4-BE49-F238E27FC236}">
                <a16:creationId xmlns:a16="http://schemas.microsoft.com/office/drawing/2014/main" id="{FA5E62DB-A1F4-4B91-8610-989078F99163}"/>
              </a:ext>
            </a:extLst>
          </p:cNvPr>
          <p:cNvSpPr txBox="1"/>
          <p:nvPr/>
        </p:nvSpPr>
        <p:spPr>
          <a:xfrm>
            <a:off x="4312603" y="4286442"/>
            <a:ext cx="333042" cy="369332"/>
          </a:xfrm>
          <a:prstGeom prst="rect">
            <a:avLst/>
          </a:prstGeom>
          <a:noFill/>
        </p:spPr>
        <p:txBody>
          <a:bodyPr wrap="square" rtlCol="0">
            <a:spAutoFit/>
          </a:bodyPr>
          <a:lstStyle/>
          <a:p>
            <a:pPr algn="ctr"/>
            <a:r>
              <a:rPr lang="en-US" altLang="zh-CN" b="1" dirty="0">
                <a:latin typeface="+mn-ea"/>
              </a:rPr>
              <a:t>…</a:t>
            </a:r>
            <a:endParaRPr lang="zh-CN" altLang="en-US" b="1" dirty="0">
              <a:latin typeface="+mn-ea"/>
            </a:endParaRPr>
          </a:p>
        </p:txBody>
      </p:sp>
      <p:sp>
        <p:nvSpPr>
          <p:cNvPr id="121" name="文本框 120">
            <a:extLst>
              <a:ext uri="{FF2B5EF4-FFF2-40B4-BE49-F238E27FC236}">
                <a16:creationId xmlns:a16="http://schemas.microsoft.com/office/drawing/2014/main" id="{9CFE4946-D3A7-44E3-9151-66419B063403}"/>
              </a:ext>
            </a:extLst>
          </p:cNvPr>
          <p:cNvSpPr txBox="1"/>
          <p:nvPr/>
        </p:nvSpPr>
        <p:spPr>
          <a:xfrm>
            <a:off x="8539727" y="3291514"/>
            <a:ext cx="906549" cy="369332"/>
          </a:xfrm>
          <a:prstGeom prst="rect">
            <a:avLst/>
          </a:prstGeom>
          <a:noFill/>
        </p:spPr>
        <p:txBody>
          <a:bodyPr wrap="square" rtlCol="0">
            <a:spAutoFit/>
          </a:bodyPr>
          <a:lstStyle/>
          <a:p>
            <a:pPr algn="ctr"/>
            <a:r>
              <a:rPr lang="zh-CN" altLang="en-US" b="1" dirty="0">
                <a:latin typeface="+mn-ea"/>
              </a:rPr>
              <a:t>集线器</a:t>
            </a:r>
          </a:p>
        </p:txBody>
      </p:sp>
      <p:cxnSp>
        <p:nvCxnSpPr>
          <p:cNvPr id="122" name="直接连接符 121">
            <a:extLst>
              <a:ext uri="{FF2B5EF4-FFF2-40B4-BE49-F238E27FC236}">
                <a16:creationId xmlns:a16="http://schemas.microsoft.com/office/drawing/2014/main" id="{E2F5EF8B-90D9-4C96-B714-7210CCB6520F}"/>
              </a:ext>
            </a:extLst>
          </p:cNvPr>
          <p:cNvCxnSpPr/>
          <p:nvPr/>
        </p:nvCxnSpPr>
        <p:spPr>
          <a:xfrm flipV="1">
            <a:off x="7506069" y="3459010"/>
            <a:ext cx="794479" cy="1105612"/>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23" name="直接连接符 122">
            <a:extLst>
              <a:ext uri="{FF2B5EF4-FFF2-40B4-BE49-F238E27FC236}">
                <a16:creationId xmlns:a16="http://schemas.microsoft.com/office/drawing/2014/main" id="{473E2EDC-EC34-4F8A-8230-7B3992B55D36}"/>
              </a:ext>
            </a:extLst>
          </p:cNvPr>
          <p:cNvCxnSpPr>
            <a:cxnSpLocks/>
          </p:cNvCxnSpPr>
          <p:nvPr/>
        </p:nvCxnSpPr>
        <p:spPr>
          <a:xfrm flipH="1" flipV="1">
            <a:off x="8449292" y="3459010"/>
            <a:ext cx="628049" cy="983748"/>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24" name="直接连接符 123">
            <a:extLst>
              <a:ext uri="{FF2B5EF4-FFF2-40B4-BE49-F238E27FC236}">
                <a16:creationId xmlns:a16="http://schemas.microsoft.com/office/drawing/2014/main" id="{45A74001-13D1-4F02-BF54-B61F3C93AC4B}"/>
              </a:ext>
            </a:extLst>
          </p:cNvPr>
          <p:cNvCxnSpPr/>
          <p:nvPr/>
        </p:nvCxnSpPr>
        <p:spPr>
          <a:xfrm>
            <a:off x="8338368" y="3456776"/>
            <a:ext cx="0" cy="1062182"/>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pic>
        <p:nvPicPr>
          <p:cNvPr id="125" name="图形 10">
            <a:extLst>
              <a:ext uri="{FF2B5EF4-FFF2-40B4-BE49-F238E27FC236}">
                <a16:creationId xmlns:a16="http://schemas.microsoft.com/office/drawing/2014/main" id="{36B7DF63-0300-4DB2-BD84-0891417BF6B9}"/>
              </a:ext>
            </a:extLst>
          </p:cNvPr>
          <p:cNvPicPr>
            <a:picLocks noChangeAspect="1"/>
          </p:cNvPicPr>
          <p:nvPr/>
        </p:nvPicPr>
        <p:blipFill>
          <a:blip r:embed="rId3">
            <a:extLst>
              <a:ext uri="{28A0092B-C50C-407E-A947-70E740481C1C}">
                <a14:useLocalDpi xmlns:a14="http://schemas.microsoft.com/office/drawing/2010/main" val="0"/>
              </a:ext>
              <a:ext uri="{96DAC541-7B7A-43D3-8B79-37D633B846F1}">
                <asvg:svgBlip xmlns:asvg="http://schemas.microsoft.com/office/drawing/2016/SVG/main" r:embed="rId4"/>
              </a:ext>
            </a:extLst>
          </a:blip>
          <a:stretch>
            <a:fillRect/>
          </a:stretch>
        </p:blipFill>
        <p:spPr>
          <a:xfrm>
            <a:off x="7095695" y="4244081"/>
            <a:ext cx="662814" cy="641082"/>
          </a:xfrm>
          <a:prstGeom prst="rect">
            <a:avLst/>
          </a:prstGeom>
        </p:spPr>
      </p:pic>
      <p:pic>
        <p:nvPicPr>
          <p:cNvPr id="126" name="图形 10">
            <a:extLst>
              <a:ext uri="{FF2B5EF4-FFF2-40B4-BE49-F238E27FC236}">
                <a16:creationId xmlns:a16="http://schemas.microsoft.com/office/drawing/2014/main" id="{F502606E-B7D6-4F35-A1D8-944ECC271DA4}"/>
              </a:ext>
            </a:extLst>
          </p:cNvPr>
          <p:cNvPicPr>
            <a:picLocks noChangeAspect="1"/>
          </p:cNvPicPr>
          <p:nvPr/>
        </p:nvPicPr>
        <p:blipFill>
          <a:blip r:embed="rId3">
            <a:extLst>
              <a:ext uri="{28A0092B-C50C-407E-A947-70E740481C1C}">
                <a14:useLocalDpi xmlns:a14="http://schemas.microsoft.com/office/drawing/2010/main" val="0"/>
              </a:ext>
              <a:ext uri="{96DAC541-7B7A-43D3-8B79-37D633B846F1}">
                <asvg:svgBlip xmlns:asvg="http://schemas.microsoft.com/office/drawing/2016/SVG/main" r:embed="rId4"/>
              </a:ext>
            </a:extLst>
          </a:blip>
          <a:stretch>
            <a:fillRect/>
          </a:stretch>
        </p:blipFill>
        <p:spPr>
          <a:xfrm>
            <a:off x="8718812" y="4244081"/>
            <a:ext cx="662814" cy="641082"/>
          </a:xfrm>
          <a:prstGeom prst="rect">
            <a:avLst/>
          </a:prstGeom>
        </p:spPr>
      </p:pic>
      <p:pic>
        <p:nvPicPr>
          <p:cNvPr id="128" name="图形 10">
            <a:extLst>
              <a:ext uri="{FF2B5EF4-FFF2-40B4-BE49-F238E27FC236}">
                <a16:creationId xmlns:a16="http://schemas.microsoft.com/office/drawing/2014/main" id="{B93118F9-7F42-4F54-A9D6-990BCE8BBBCF}"/>
              </a:ext>
            </a:extLst>
          </p:cNvPr>
          <p:cNvPicPr>
            <a:picLocks noChangeAspect="1"/>
          </p:cNvPicPr>
          <p:nvPr/>
        </p:nvPicPr>
        <p:blipFill>
          <a:blip r:embed="rId3">
            <a:extLst>
              <a:ext uri="{28A0092B-C50C-407E-A947-70E740481C1C}">
                <a14:useLocalDpi xmlns:a14="http://schemas.microsoft.com/office/drawing/2010/main" val="0"/>
              </a:ext>
              <a:ext uri="{96DAC541-7B7A-43D3-8B79-37D633B846F1}">
                <asvg:svgBlip xmlns:asvg="http://schemas.microsoft.com/office/drawing/2016/SVG/main" r:embed="rId4"/>
              </a:ext>
            </a:extLst>
          </a:blip>
          <a:stretch>
            <a:fillRect/>
          </a:stretch>
        </p:blipFill>
        <p:spPr>
          <a:xfrm>
            <a:off x="7907254" y="4244081"/>
            <a:ext cx="662814" cy="641082"/>
          </a:xfrm>
          <a:prstGeom prst="rect">
            <a:avLst/>
          </a:prstGeom>
        </p:spPr>
      </p:pic>
      <p:sp>
        <p:nvSpPr>
          <p:cNvPr id="129" name="文本框 128">
            <a:extLst>
              <a:ext uri="{FF2B5EF4-FFF2-40B4-BE49-F238E27FC236}">
                <a16:creationId xmlns:a16="http://schemas.microsoft.com/office/drawing/2014/main" id="{6130107D-D69A-42D6-B237-6CC2426511EC}"/>
              </a:ext>
            </a:extLst>
          </p:cNvPr>
          <p:cNvSpPr txBox="1"/>
          <p:nvPr/>
        </p:nvSpPr>
        <p:spPr>
          <a:xfrm>
            <a:off x="8589416" y="4286442"/>
            <a:ext cx="333042" cy="369332"/>
          </a:xfrm>
          <a:prstGeom prst="rect">
            <a:avLst/>
          </a:prstGeom>
          <a:noFill/>
        </p:spPr>
        <p:txBody>
          <a:bodyPr wrap="square" rtlCol="0">
            <a:spAutoFit/>
          </a:bodyPr>
          <a:lstStyle/>
          <a:p>
            <a:pPr algn="ctr"/>
            <a:r>
              <a:rPr lang="en-US" altLang="zh-CN" b="1" dirty="0">
                <a:latin typeface="+mn-ea"/>
              </a:rPr>
              <a:t>…</a:t>
            </a:r>
            <a:endParaRPr lang="zh-CN" altLang="en-US" b="1" dirty="0">
              <a:latin typeface="+mn-ea"/>
            </a:endParaRPr>
          </a:p>
        </p:txBody>
      </p:sp>
      <p:cxnSp>
        <p:nvCxnSpPr>
          <p:cNvPr id="32" name="直接连接符 31">
            <a:extLst>
              <a:ext uri="{FF2B5EF4-FFF2-40B4-BE49-F238E27FC236}">
                <a16:creationId xmlns:a16="http://schemas.microsoft.com/office/drawing/2014/main" id="{B4E0682A-4621-40CD-8E7B-74A244AADE15}"/>
              </a:ext>
            </a:extLst>
          </p:cNvPr>
          <p:cNvCxnSpPr>
            <a:cxnSpLocks/>
          </p:cNvCxnSpPr>
          <p:nvPr/>
        </p:nvCxnSpPr>
        <p:spPr>
          <a:xfrm>
            <a:off x="4030313" y="3569748"/>
            <a:ext cx="1877106"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8" name="直接连接符 37">
            <a:extLst>
              <a:ext uri="{FF2B5EF4-FFF2-40B4-BE49-F238E27FC236}">
                <a16:creationId xmlns:a16="http://schemas.microsoft.com/office/drawing/2014/main" id="{6B372386-C32F-4A75-903C-D3C3A10E571A}"/>
              </a:ext>
            </a:extLst>
          </p:cNvPr>
          <p:cNvCxnSpPr>
            <a:cxnSpLocks/>
          </p:cNvCxnSpPr>
          <p:nvPr/>
        </p:nvCxnSpPr>
        <p:spPr>
          <a:xfrm>
            <a:off x="6300964" y="3568512"/>
            <a:ext cx="1877106"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grpSp>
        <p:nvGrpSpPr>
          <p:cNvPr id="7" name="组合 6">
            <a:extLst>
              <a:ext uri="{FF2B5EF4-FFF2-40B4-BE49-F238E27FC236}">
                <a16:creationId xmlns:a16="http://schemas.microsoft.com/office/drawing/2014/main" id="{D474F548-2C36-4E75-AB4B-764BDD8A42BC}"/>
              </a:ext>
            </a:extLst>
          </p:cNvPr>
          <p:cNvGrpSpPr/>
          <p:nvPr/>
        </p:nvGrpSpPr>
        <p:grpSpPr>
          <a:xfrm>
            <a:off x="5591236" y="2875687"/>
            <a:ext cx="930683" cy="1016454"/>
            <a:chOff x="5591236" y="2875687"/>
            <a:chExt cx="930683" cy="1016454"/>
          </a:xfrm>
        </p:grpSpPr>
        <p:sp>
          <p:nvSpPr>
            <p:cNvPr id="33" name="文本框 32">
              <a:extLst>
                <a:ext uri="{FF2B5EF4-FFF2-40B4-BE49-F238E27FC236}">
                  <a16:creationId xmlns:a16="http://schemas.microsoft.com/office/drawing/2014/main" id="{02B2746E-D987-4EDD-B1EF-54FC45B17C60}"/>
                </a:ext>
              </a:extLst>
            </p:cNvPr>
            <p:cNvSpPr txBox="1"/>
            <p:nvPr/>
          </p:nvSpPr>
          <p:spPr>
            <a:xfrm>
              <a:off x="5591236" y="2875687"/>
              <a:ext cx="930683" cy="369332"/>
            </a:xfrm>
            <a:prstGeom prst="rect">
              <a:avLst/>
            </a:prstGeom>
            <a:noFill/>
          </p:spPr>
          <p:txBody>
            <a:bodyPr wrap="square" rtlCol="0">
              <a:spAutoFit/>
            </a:bodyPr>
            <a:lstStyle/>
            <a:p>
              <a:pPr algn="ctr"/>
              <a:r>
                <a:rPr lang="zh-CN" altLang="en-US" b="1" dirty="0">
                  <a:latin typeface="+mn-ea"/>
                </a:rPr>
                <a:t>集线器</a:t>
              </a:r>
            </a:p>
          </p:txBody>
        </p:sp>
        <p:pic>
          <p:nvPicPr>
            <p:cNvPr id="36" name="图片 35" descr="文本&#10;&#10;描述已自动生成">
              <a:extLst>
                <a:ext uri="{FF2B5EF4-FFF2-40B4-BE49-F238E27FC236}">
                  <a16:creationId xmlns:a16="http://schemas.microsoft.com/office/drawing/2014/main" id="{1F2A6128-E033-4B5F-8FD6-7D39426E60C6}"/>
                </a:ext>
              </a:extLst>
            </p:cNvPr>
            <p:cNvPicPr>
              <a:picLocks noChangeAspect="1"/>
            </p:cNvPicPr>
            <p:nvPr/>
          </p:nvPicPr>
          <p:blipFill>
            <a:blip r:embed="rId5">
              <a:extLst>
                <a:ext uri="{28A0092B-C50C-407E-A947-70E740481C1C}">
                  <a14:useLocalDpi xmlns:a14="http://schemas.microsoft.com/office/drawing/2010/main" val="0"/>
                </a:ext>
              </a:extLst>
            </a:blip>
            <a:stretch>
              <a:fillRect/>
            </a:stretch>
          </p:blipFill>
          <p:spPr>
            <a:xfrm>
              <a:off x="5759204" y="3230763"/>
              <a:ext cx="705470" cy="661378"/>
            </a:xfrm>
            <a:prstGeom prst="rect">
              <a:avLst/>
            </a:prstGeom>
          </p:spPr>
        </p:pic>
      </p:grpSp>
      <p:pic>
        <p:nvPicPr>
          <p:cNvPr id="116" name="图片 115" descr="文本&#10;&#10;描述已自动生成">
            <a:extLst>
              <a:ext uri="{FF2B5EF4-FFF2-40B4-BE49-F238E27FC236}">
                <a16:creationId xmlns:a16="http://schemas.microsoft.com/office/drawing/2014/main" id="{0BE266EC-7BE1-4327-A8B2-1F390293116E}"/>
              </a:ext>
            </a:extLst>
          </p:cNvPr>
          <p:cNvPicPr>
            <a:picLocks noChangeAspect="1"/>
          </p:cNvPicPr>
          <p:nvPr/>
        </p:nvPicPr>
        <p:blipFill>
          <a:blip r:embed="rId5">
            <a:extLst>
              <a:ext uri="{28A0092B-C50C-407E-A947-70E740481C1C}">
                <a14:useLocalDpi xmlns:a14="http://schemas.microsoft.com/office/drawing/2010/main" val="0"/>
              </a:ext>
            </a:extLst>
          </a:blip>
          <a:stretch>
            <a:fillRect/>
          </a:stretch>
        </p:blipFill>
        <p:spPr>
          <a:xfrm>
            <a:off x="3642762" y="3219330"/>
            <a:ext cx="705470" cy="661378"/>
          </a:xfrm>
          <a:prstGeom prst="rect">
            <a:avLst/>
          </a:prstGeom>
        </p:spPr>
      </p:pic>
      <p:pic>
        <p:nvPicPr>
          <p:cNvPr id="127" name="图片 126" descr="文本&#10;&#10;描述已自动生成">
            <a:extLst>
              <a:ext uri="{FF2B5EF4-FFF2-40B4-BE49-F238E27FC236}">
                <a16:creationId xmlns:a16="http://schemas.microsoft.com/office/drawing/2014/main" id="{02487603-F949-4810-B38B-05C6C22C7FED}"/>
              </a:ext>
            </a:extLst>
          </p:cNvPr>
          <p:cNvPicPr>
            <a:picLocks noChangeAspect="1"/>
          </p:cNvPicPr>
          <p:nvPr/>
        </p:nvPicPr>
        <p:blipFill>
          <a:blip r:embed="rId5">
            <a:extLst>
              <a:ext uri="{28A0092B-C50C-407E-A947-70E740481C1C}">
                <a14:useLocalDpi xmlns:a14="http://schemas.microsoft.com/office/drawing/2010/main" val="0"/>
              </a:ext>
            </a:extLst>
          </a:blip>
          <a:stretch>
            <a:fillRect/>
          </a:stretch>
        </p:blipFill>
        <p:spPr>
          <a:xfrm>
            <a:off x="7919575" y="3219330"/>
            <a:ext cx="705470" cy="661378"/>
          </a:xfrm>
          <a:prstGeom prst="rect">
            <a:avLst/>
          </a:prstGeom>
        </p:spPr>
      </p:pic>
      <p:sp>
        <p:nvSpPr>
          <p:cNvPr id="35" name="平行四边形 34">
            <a:extLst>
              <a:ext uri="{FF2B5EF4-FFF2-40B4-BE49-F238E27FC236}">
                <a16:creationId xmlns:a16="http://schemas.microsoft.com/office/drawing/2014/main" id="{C1ACBBB8-CDEB-EC1A-4091-C1AD9A825102}"/>
              </a:ext>
            </a:extLst>
          </p:cNvPr>
          <p:cNvSpPr/>
          <p:nvPr/>
        </p:nvSpPr>
        <p:spPr>
          <a:xfrm>
            <a:off x="304799" y="749300"/>
            <a:ext cx="688541" cy="387090"/>
          </a:xfrm>
          <a:prstGeom prst="parallelogram">
            <a:avLst/>
          </a:prstGeom>
          <a:solidFill>
            <a:schemeClr val="accent3">
              <a:lumMod val="75000"/>
            </a:schemeClr>
          </a:solidFill>
          <a:ln>
            <a:solidFill>
              <a:schemeClr val="accent3">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CN" sz="2200" dirty="0">
                <a:latin typeface="Impact" panose="020B0806030902050204" pitchFamily="34" charset="0"/>
              </a:rPr>
              <a:t>03</a:t>
            </a:r>
            <a:endParaRPr lang="zh-CN" altLang="en-US" sz="2200" dirty="0">
              <a:latin typeface="Impact" panose="020B0806030902050204" pitchFamily="34" charset="0"/>
            </a:endParaRPr>
          </a:p>
        </p:txBody>
      </p:sp>
    </p:spTree>
    <p:custDataLst>
      <p:tags r:id="rId1"/>
    </p:custDataLst>
    <p:extLst>
      <p:ext uri="{BB962C8B-B14F-4D97-AF65-F5344CB8AC3E}">
        <p14:creationId xmlns:p14="http://schemas.microsoft.com/office/powerpoint/2010/main" val="4179344663"/>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49" presetClass="entr" presetSubtype="0" decel="100000" fill="hold" nodeType="withEffect">
                                  <p:stCondLst>
                                    <p:cond delay="0"/>
                                  </p:stCondLst>
                                  <p:childTnLst>
                                    <p:set>
                                      <p:cBhvr>
                                        <p:cTn id="6" dur="1" fill="hold">
                                          <p:stCondLst>
                                            <p:cond delay="0"/>
                                          </p:stCondLst>
                                        </p:cTn>
                                        <p:tgtEl>
                                          <p:spTgt spid="7"/>
                                        </p:tgtEl>
                                        <p:attrNameLst>
                                          <p:attrName>style.visibility</p:attrName>
                                        </p:attrNameLst>
                                      </p:cBhvr>
                                      <p:to>
                                        <p:strVal val="visible"/>
                                      </p:to>
                                    </p:set>
                                    <p:anim calcmode="lin" valueType="num">
                                      <p:cBhvr>
                                        <p:cTn id="7" dur="500" fill="hold"/>
                                        <p:tgtEl>
                                          <p:spTgt spid="7"/>
                                        </p:tgtEl>
                                        <p:attrNameLst>
                                          <p:attrName>ppt_w</p:attrName>
                                        </p:attrNameLst>
                                      </p:cBhvr>
                                      <p:tavLst>
                                        <p:tav tm="0">
                                          <p:val>
                                            <p:fltVal val="0"/>
                                          </p:val>
                                        </p:tav>
                                        <p:tav tm="100000">
                                          <p:val>
                                            <p:strVal val="#ppt_w"/>
                                          </p:val>
                                        </p:tav>
                                      </p:tavLst>
                                    </p:anim>
                                    <p:anim calcmode="lin" valueType="num">
                                      <p:cBhvr>
                                        <p:cTn id="8" dur="500" fill="hold"/>
                                        <p:tgtEl>
                                          <p:spTgt spid="7"/>
                                        </p:tgtEl>
                                        <p:attrNameLst>
                                          <p:attrName>ppt_h</p:attrName>
                                        </p:attrNameLst>
                                      </p:cBhvr>
                                      <p:tavLst>
                                        <p:tav tm="0">
                                          <p:val>
                                            <p:fltVal val="0"/>
                                          </p:val>
                                        </p:tav>
                                        <p:tav tm="100000">
                                          <p:val>
                                            <p:strVal val="#ppt_h"/>
                                          </p:val>
                                        </p:tav>
                                      </p:tavLst>
                                    </p:anim>
                                    <p:anim calcmode="lin" valueType="num">
                                      <p:cBhvr>
                                        <p:cTn id="9" dur="500" fill="hold"/>
                                        <p:tgtEl>
                                          <p:spTgt spid="7"/>
                                        </p:tgtEl>
                                        <p:attrNameLst>
                                          <p:attrName>style.rotation</p:attrName>
                                        </p:attrNameLst>
                                      </p:cBhvr>
                                      <p:tavLst>
                                        <p:tav tm="0">
                                          <p:val>
                                            <p:fltVal val="360"/>
                                          </p:val>
                                        </p:tav>
                                        <p:tav tm="100000">
                                          <p:val>
                                            <p:fltVal val="0"/>
                                          </p:val>
                                        </p:tav>
                                      </p:tavLst>
                                    </p:anim>
                                    <p:animEffect transition="in" filter="fade">
                                      <p:cBhvr>
                                        <p:cTn id="10" dur="500"/>
                                        <p:tgtEl>
                                          <p:spTgt spid="7"/>
                                        </p:tgtEl>
                                      </p:cBhvr>
                                    </p:animEffect>
                                  </p:childTnLst>
                                </p:cTn>
                              </p:par>
                            </p:childTnLst>
                          </p:cTn>
                        </p:par>
                        <p:par>
                          <p:cTn id="11" fill="hold">
                            <p:stCondLst>
                              <p:cond delay="500"/>
                            </p:stCondLst>
                            <p:childTnLst>
                              <p:par>
                                <p:cTn id="12" presetID="22" presetClass="entr" presetSubtype="2" fill="hold" nodeType="afterEffect">
                                  <p:stCondLst>
                                    <p:cond delay="0"/>
                                  </p:stCondLst>
                                  <p:childTnLst>
                                    <p:set>
                                      <p:cBhvr>
                                        <p:cTn id="13" dur="1" fill="hold">
                                          <p:stCondLst>
                                            <p:cond delay="0"/>
                                          </p:stCondLst>
                                        </p:cTn>
                                        <p:tgtEl>
                                          <p:spTgt spid="32"/>
                                        </p:tgtEl>
                                        <p:attrNameLst>
                                          <p:attrName>style.visibility</p:attrName>
                                        </p:attrNameLst>
                                      </p:cBhvr>
                                      <p:to>
                                        <p:strVal val="visible"/>
                                      </p:to>
                                    </p:set>
                                    <p:animEffect transition="in" filter="wipe(right)">
                                      <p:cBhvr>
                                        <p:cTn id="14" dur="500"/>
                                        <p:tgtEl>
                                          <p:spTgt spid="32"/>
                                        </p:tgtEl>
                                      </p:cBhvr>
                                    </p:animEffect>
                                  </p:childTnLst>
                                </p:cTn>
                              </p:par>
                              <p:par>
                                <p:cTn id="15" presetID="22" presetClass="entr" presetSubtype="8" fill="hold" nodeType="withEffect">
                                  <p:stCondLst>
                                    <p:cond delay="0"/>
                                  </p:stCondLst>
                                  <p:childTnLst>
                                    <p:set>
                                      <p:cBhvr>
                                        <p:cTn id="16" dur="1" fill="hold">
                                          <p:stCondLst>
                                            <p:cond delay="0"/>
                                          </p:stCondLst>
                                        </p:cTn>
                                        <p:tgtEl>
                                          <p:spTgt spid="38"/>
                                        </p:tgtEl>
                                        <p:attrNameLst>
                                          <p:attrName>style.visibility</p:attrName>
                                        </p:attrNameLst>
                                      </p:cBhvr>
                                      <p:to>
                                        <p:strVal val="visible"/>
                                      </p:to>
                                    </p:set>
                                    <p:animEffect transition="in" filter="wipe(left)">
                                      <p:cBhvr>
                                        <p:cTn id="17" dur="500"/>
                                        <p:tgtEl>
                                          <p:spTgt spid="38"/>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43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5" name="组合 4">
            <a:extLst>
              <a:ext uri="{FF2B5EF4-FFF2-40B4-BE49-F238E27FC236}">
                <a16:creationId xmlns:a16="http://schemas.microsoft.com/office/drawing/2014/main" id="{78A53823-BECA-4921-AE3E-AF7CE45A1908}"/>
              </a:ext>
            </a:extLst>
          </p:cNvPr>
          <p:cNvGrpSpPr/>
          <p:nvPr/>
        </p:nvGrpSpPr>
        <p:grpSpPr>
          <a:xfrm>
            <a:off x="2441829" y="1853656"/>
            <a:ext cx="7308341" cy="3636819"/>
            <a:chOff x="2441829" y="1853656"/>
            <a:chExt cx="7308341" cy="3636819"/>
          </a:xfrm>
        </p:grpSpPr>
        <p:sp>
          <p:nvSpPr>
            <p:cNvPr id="37" name="矩形: 圆角 36">
              <a:extLst>
                <a:ext uri="{FF2B5EF4-FFF2-40B4-BE49-F238E27FC236}">
                  <a16:creationId xmlns:a16="http://schemas.microsoft.com/office/drawing/2014/main" id="{552E486A-3206-4CEB-8756-F740B222A912}"/>
                </a:ext>
              </a:extLst>
            </p:cNvPr>
            <p:cNvSpPr/>
            <p:nvPr/>
          </p:nvSpPr>
          <p:spPr>
            <a:xfrm>
              <a:off x="2441829" y="1853656"/>
              <a:ext cx="7308341" cy="3636819"/>
            </a:xfrm>
            <a:prstGeom prst="roundRect">
              <a:avLst>
                <a:gd name="adj" fmla="val 6736"/>
              </a:avLst>
            </a:prstGeom>
            <a:solidFill>
              <a:schemeClr val="bg1">
                <a:lumMod val="95000"/>
              </a:schemeClr>
            </a:solidFill>
            <a:ln>
              <a:solidFill>
                <a:schemeClr val="tx1"/>
              </a:solidFill>
            </a:ln>
          </p:spPr>
          <p:style>
            <a:lnRef idx="2">
              <a:schemeClr val="accent3">
                <a:shade val="50000"/>
              </a:schemeClr>
            </a:lnRef>
            <a:fillRef idx="1">
              <a:schemeClr val="accent3"/>
            </a:fillRef>
            <a:effectRef idx="0">
              <a:schemeClr val="accent3"/>
            </a:effectRef>
            <a:fontRef idx="minor">
              <a:schemeClr val="lt1"/>
            </a:fontRef>
          </p:style>
          <p:txBody>
            <a:bodyPr rtlCol="0" anchor="ctr"/>
            <a:lstStyle/>
            <a:p>
              <a:pPr algn="ctr"/>
              <a:endParaRPr lang="zh-CN" altLang="en-US"/>
            </a:p>
          </p:txBody>
        </p:sp>
        <p:sp>
          <p:nvSpPr>
            <p:cNvPr id="35" name="文本框 34">
              <a:extLst>
                <a:ext uri="{FF2B5EF4-FFF2-40B4-BE49-F238E27FC236}">
                  <a16:creationId xmlns:a16="http://schemas.microsoft.com/office/drawing/2014/main" id="{D9B687EF-3C58-4106-9195-7FE8598C49ED}"/>
                </a:ext>
              </a:extLst>
            </p:cNvPr>
            <p:cNvSpPr txBox="1"/>
            <p:nvPr/>
          </p:nvSpPr>
          <p:spPr>
            <a:xfrm>
              <a:off x="3850580" y="2037770"/>
              <a:ext cx="4503993" cy="369332"/>
            </a:xfrm>
            <a:prstGeom prst="rect">
              <a:avLst/>
            </a:prstGeom>
            <a:noFill/>
          </p:spPr>
          <p:txBody>
            <a:bodyPr wrap="square" rtlCol="0">
              <a:spAutoFit/>
            </a:bodyPr>
            <a:lstStyle/>
            <a:p>
              <a:pPr algn="ctr"/>
              <a:r>
                <a:rPr lang="zh-CN" altLang="en-US" b="1" dirty="0">
                  <a:latin typeface="+mn-ea"/>
                </a:rPr>
                <a:t>一个更大的广播域和碰撞域</a:t>
              </a:r>
            </a:p>
          </p:txBody>
        </p:sp>
      </p:grpSp>
      <p:grpSp>
        <p:nvGrpSpPr>
          <p:cNvPr id="4" name="组合 3">
            <a:extLst>
              <a:ext uri="{FF2B5EF4-FFF2-40B4-BE49-F238E27FC236}">
                <a16:creationId xmlns:a16="http://schemas.microsoft.com/office/drawing/2014/main" id="{9A1EA9F2-FCB6-48C3-935F-7AE7E3AD14AC}"/>
              </a:ext>
            </a:extLst>
          </p:cNvPr>
          <p:cNvGrpSpPr/>
          <p:nvPr/>
        </p:nvGrpSpPr>
        <p:grpSpPr>
          <a:xfrm>
            <a:off x="304800" y="749300"/>
            <a:ext cx="4938199" cy="400110"/>
            <a:chOff x="424117" y="898245"/>
            <a:chExt cx="4938199" cy="400110"/>
          </a:xfrm>
        </p:grpSpPr>
        <p:sp>
          <p:nvSpPr>
            <p:cNvPr id="2" name="平行四边形 1">
              <a:extLst>
                <a:ext uri="{FF2B5EF4-FFF2-40B4-BE49-F238E27FC236}">
                  <a16:creationId xmlns:a16="http://schemas.microsoft.com/office/drawing/2014/main" id="{1F5BAA3F-9845-4F89-A2DD-8222D3E4EDAC}"/>
                </a:ext>
              </a:extLst>
            </p:cNvPr>
            <p:cNvSpPr/>
            <p:nvPr/>
          </p:nvSpPr>
          <p:spPr>
            <a:xfrm>
              <a:off x="424117" y="898245"/>
              <a:ext cx="628306" cy="387090"/>
            </a:xfrm>
            <a:prstGeom prst="parallelogram">
              <a:avLst/>
            </a:prstGeom>
            <a:solidFill>
              <a:schemeClr val="accent3">
                <a:lumMod val="75000"/>
              </a:schemeClr>
            </a:solidFill>
            <a:ln>
              <a:solidFill>
                <a:schemeClr val="accent3">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CN" sz="2200" dirty="0">
                  <a:latin typeface="Impact" panose="020B0806030902050204" pitchFamily="34" charset="0"/>
                </a:rPr>
                <a:t>01</a:t>
              </a:r>
              <a:endParaRPr lang="zh-CN" altLang="en-US" sz="2200" dirty="0">
                <a:latin typeface="Impact" panose="020B0806030902050204" pitchFamily="34" charset="0"/>
              </a:endParaRPr>
            </a:p>
          </p:txBody>
        </p:sp>
        <p:sp>
          <p:nvSpPr>
            <p:cNvPr id="3" name="文本框 2">
              <a:extLst>
                <a:ext uri="{FF2B5EF4-FFF2-40B4-BE49-F238E27FC236}">
                  <a16:creationId xmlns:a16="http://schemas.microsoft.com/office/drawing/2014/main" id="{4D6BD736-A4D3-4F26-AFED-36E11F50F70B}"/>
                </a:ext>
              </a:extLst>
            </p:cNvPr>
            <p:cNvSpPr txBox="1"/>
            <p:nvPr/>
          </p:nvSpPr>
          <p:spPr>
            <a:xfrm>
              <a:off x="1052423" y="898245"/>
              <a:ext cx="4309893" cy="400110"/>
            </a:xfrm>
            <a:prstGeom prst="rect">
              <a:avLst/>
            </a:prstGeom>
            <a:noFill/>
          </p:spPr>
          <p:txBody>
            <a:bodyPr wrap="square" rtlCol="0">
              <a:spAutoFit/>
            </a:bodyPr>
            <a:lstStyle/>
            <a:p>
              <a:r>
                <a:rPr lang="zh-CN" altLang="en-US" sz="2000" b="1" dirty="0">
                  <a:solidFill>
                    <a:schemeClr val="tx1"/>
                  </a:solidFill>
                  <a:latin typeface="Arial Narrow" panose="020B0606020202030204" pitchFamily="34" charset="0"/>
                </a:rPr>
                <a:t>共享式以太网与交换式以太网的对比</a:t>
              </a:r>
              <a:endParaRPr lang="en-US" altLang="zh-CN" sz="2000" b="1" dirty="0">
                <a:solidFill>
                  <a:schemeClr val="tx1"/>
                </a:solidFill>
                <a:latin typeface="Arial Narrow" panose="020B0606020202030204" pitchFamily="34" charset="0"/>
              </a:endParaRPr>
            </a:p>
          </p:txBody>
        </p:sp>
      </p:grpSp>
      <p:sp>
        <p:nvSpPr>
          <p:cNvPr id="72" name="文本框 71">
            <a:extLst>
              <a:ext uri="{FF2B5EF4-FFF2-40B4-BE49-F238E27FC236}">
                <a16:creationId xmlns:a16="http://schemas.microsoft.com/office/drawing/2014/main" id="{694982CA-BBE3-4971-A06F-36B59AA7466A}"/>
              </a:ext>
            </a:extLst>
          </p:cNvPr>
          <p:cNvSpPr txBox="1"/>
          <p:nvPr/>
        </p:nvSpPr>
        <p:spPr>
          <a:xfrm>
            <a:off x="5130878" y="736280"/>
            <a:ext cx="2922270" cy="400110"/>
          </a:xfrm>
          <a:prstGeom prst="rect">
            <a:avLst/>
          </a:prstGeom>
          <a:noFill/>
        </p:spPr>
        <p:txBody>
          <a:bodyPr wrap="square" rtlCol="0">
            <a:spAutoFit/>
          </a:bodyPr>
          <a:lstStyle/>
          <a:p>
            <a:r>
              <a:rPr lang="en-US" altLang="zh-CN" sz="2000" b="1" dirty="0">
                <a:solidFill>
                  <a:schemeClr val="tx1"/>
                </a:solidFill>
                <a:latin typeface="Arial Narrow" panose="020B0606020202030204" pitchFamily="34" charset="0"/>
              </a:rPr>
              <a:t>(</a:t>
            </a:r>
            <a:r>
              <a:rPr lang="zh-CN" altLang="en-US" sz="2000" b="1" dirty="0">
                <a:solidFill>
                  <a:schemeClr val="tx1"/>
                </a:solidFill>
                <a:latin typeface="Arial Narrow" panose="020B0606020202030204" pitchFamily="34" charset="0"/>
              </a:rPr>
              <a:t>集线器与交换机的对比</a:t>
            </a:r>
            <a:r>
              <a:rPr lang="en-US" altLang="zh-CN" sz="2000" b="1" dirty="0">
                <a:solidFill>
                  <a:schemeClr val="tx1"/>
                </a:solidFill>
                <a:latin typeface="Arial Narrow" panose="020B0606020202030204" pitchFamily="34" charset="0"/>
              </a:rPr>
              <a:t>)</a:t>
            </a:r>
          </a:p>
        </p:txBody>
      </p:sp>
      <p:sp>
        <p:nvSpPr>
          <p:cNvPr id="103" name="文本框 102">
            <a:extLst>
              <a:ext uri="{FF2B5EF4-FFF2-40B4-BE49-F238E27FC236}">
                <a16:creationId xmlns:a16="http://schemas.microsoft.com/office/drawing/2014/main" id="{3AE47C88-6170-4638-BE3B-0FBE34CD33AC}"/>
              </a:ext>
            </a:extLst>
          </p:cNvPr>
          <p:cNvSpPr txBox="1"/>
          <p:nvPr/>
        </p:nvSpPr>
        <p:spPr>
          <a:xfrm>
            <a:off x="2803564" y="3291514"/>
            <a:ext cx="930683" cy="369332"/>
          </a:xfrm>
          <a:prstGeom prst="rect">
            <a:avLst/>
          </a:prstGeom>
          <a:noFill/>
        </p:spPr>
        <p:txBody>
          <a:bodyPr wrap="square" rtlCol="0">
            <a:spAutoFit/>
          </a:bodyPr>
          <a:lstStyle/>
          <a:p>
            <a:pPr algn="ctr"/>
            <a:r>
              <a:rPr lang="zh-CN" altLang="en-US" b="1" dirty="0">
                <a:latin typeface="+mn-ea"/>
              </a:rPr>
              <a:t>集线器</a:t>
            </a:r>
          </a:p>
        </p:txBody>
      </p:sp>
      <p:cxnSp>
        <p:nvCxnSpPr>
          <p:cNvPr id="107" name="直接连接符 106">
            <a:extLst>
              <a:ext uri="{FF2B5EF4-FFF2-40B4-BE49-F238E27FC236}">
                <a16:creationId xmlns:a16="http://schemas.microsoft.com/office/drawing/2014/main" id="{754BED1B-F225-474D-B20E-BA1AC92EDC38}"/>
              </a:ext>
            </a:extLst>
          </p:cNvPr>
          <p:cNvCxnSpPr/>
          <p:nvPr/>
        </p:nvCxnSpPr>
        <p:spPr>
          <a:xfrm flipV="1">
            <a:off x="3229256" y="3459010"/>
            <a:ext cx="794479" cy="1105612"/>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08" name="直接连接符 107">
            <a:extLst>
              <a:ext uri="{FF2B5EF4-FFF2-40B4-BE49-F238E27FC236}">
                <a16:creationId xmlns:a16="http://schemas.microsoft.com/office/drawing/2014/main" id="{A152385D-7EE1-43AA-AA77-C1CD2C450021}"/>
              </a:ext>
            </a:extLst>
          </p:cNvPr>
          <p:cNvCxnSpPr>
            <a:cxnSpLocks/>
          </p:cNvCxnSpPr>
          <p:nvPr/>
        </p:nvCxnSpPr>
        <p:spPr>
          <a:xfrm flipH="1" flipV="1">
            <a:off x="4172479" y="3459010"/>
            <a:ext cx="628049" cy="983748"/>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13" name="直接连接符 112">
            <a:extLst>
              <a:ext uri="{FF2B5EF4-FFF2-40B4-BE49-F238E27FC236}">
                <a16:creationId xmlns:a16="http://schemas.microsoft.com/office/drawing/2014/main" id="{FC175958-008A-4CBE-974C-DA2B05EDAB12}"/>
              </a:ext>
            </a:extLst>
          </p:cNvPr>
          <p:cNvCxnSpPr/>
          <p:nvPr/>
        </p:nvCxnSpPr>
        <p:spPr>
          <a:xfrm>
            <a:off x="4061555" y="3456776"/>
            <a:ext cx="0" cy="1062182"/>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pic>
        <p:nvPicPr>
          <p:cNvPr id="114" name="图形 10">
            <a:extLst>
              <a:ext uri="{FF2B5EF4-FFF2-40B4-BE49-F238E27FC236}">
                <a16:creationId xmlns:a16="http://schemas.microsoft.com/office/drawing/2014/main" id="{64D4EE57-81BF-4D6F-A094-3E9456F6CAF3}"/>
              </a:ext>
            </a:extLst>
          </p:cNvPr>
          <p:cNvPicPr>
            <a:picLocks noChangeAspect="1"/>
          </p:cNvPicPr>
          <p:nvPr/>
        </p:nvPicPr>
        <p:blipFill>
          <a:blip r:embed="rId3">
            <a:extLst>
              <a:ext uri="{28A0092B-C50C-407E-A947-70E740481C1C}">
                <a14:useLocalDpi xmlns:a14="http://schemas.microsoft.com/office/drawing/2010/main" val="0"/>
              </a:ext>
              <a:ext uri="{96DAC541-7B7A-43D3-8B79-37D633B846F1}">
                <asvg:svgBlip xmlns:asvg="http://schemas.microsoft.com/office/drawing/2016/SVG/main" r:embed="rId4"/>
              </a:ext>
            </a:extLst>
          </a:blip>
          <a:stretch>
            <a:fillRect/>
          </a:stretch>
        </p:blipFill>
        <p:spPr>
          <a:xfrm>
            <a:off x="2818882" y="4244081"/>
            <a:ext cx="662814" cy="641082"/>
          </a:xfrm>
          <a:prstGeom prst="rect">
            <a:avLst/>
          </a:prstGeom>
        </p:spPr>
      </p:pic>
      <p:pic>
        <p:nvPicPr>
          <p:cNvPr id="115" name="图形 10">
            <a:extLst>
              <a:ext uri="{FF2B5EF4-FFF2-40B4-BE49-F238E27FC236}">
                <a16:creationId xmlns:a16="http://schemas.microsoft.com/office/drawing/2014/main" id="{2118A0AF-AD6D-49E3-A6F8-F147390D7B87}"/>
              </a:ext>
            </a:extLst>
          </p:cNvPr>
          <p:cNvPicPr>
            <a:picLocks noChangeAspect="1"/>
          </p:cNvPicPr>
          <p:nvPr/>
        </p:nvPicPr>
        <p:blipFill>
          <a:blip r:embed="rId3">
            <a:extLst>
              <a:ext uri="{28A0092B-C50C-407E-A947-70E740481C1C}">
                <a14:useLocalDpi xmlns:a14="http://schemas.microsoft.com/office/drawing/2010/main" val="0"/>
              </a:ext>
              <a:ext uri="{96DAC541-7B7A-43D3-8B79-37D633B846F1}">
                <asvg:svgBlip xmlns:asvg="http://schemas.microsoft.com/office/drawing/2016/SVG/main" r:embed="rId4"/>
              </a:ext>
            </a:extLst>
          </a:blip>
          <a:stretch>
            <a:fillRect/>
          </a:stretch>
        </p:blipFill>
        <p:spPr>
          <a:xfrm>
            <a:off x="4441999" y="4244081"/>
            <a:ext cx="662814" cy="641082"/>
          </a:xfrm>
          <a:prstGeom prst="rect">
            <a:avLst/>
          </a:prstGeom>
        </p:spPr>
      </p:pic>
      <p:pic>
        <p:nvPicPr>
          <p:cNvPr id="117" name="图形 10">
            <a:extLst>
              <a:ext uri="{FF2B5EF4-FFF2-40B4-BE49-F238E27FC236}">
                <a16:creationId xmlns:a16="http://schemas.microsoft.com/office/drawing/2014/main" id="{8D5E6A4F-9D2A-4FB2-8068-C458C7477EDA}"/>
              </a:ext>
            </a:extLst>
          </p:cNvPr>
          <p:cNvPicPr>
            <a:picLocks noChangeAspect="1"/>
          </p:cNvPicPr>
          <p:nvPr/>
        </p:nvPicPr>
        <p:blipFill>
          <a:blip r:embed="rId3">
            <a:extLst>
              <a:ext uri="{28A0092B-C50C-407E-A947-70E740481C1C}">
                <a14:useLocalDpi xmlns:a14="http://schemas.microsoft.com/office/drawing/2010/main" val="0"/>
              </a:ext>
              <a:ext uri="{96DAC541-7B7A-43D3-8B79-37D633B846F1}">
                <asvg:svgBlip xmlns:asvg="http://schemas.microsoft.com/office/drawing/2016/SVG/main" r:embed="rId4"/>
              </a:ext>
            </a:extLst>
          </a:blip>
          <a:stretch>
            <a:fillRect/>
          </a:stretch>
        </p:blipFill>
        <p:spPr>
          <a:xfrm>
            <a:off x="3630441" y="4244081"/>
            <a:ext cx="662814" cy="641082"/>
          </a:xfrm>
          <a:prstGeom prst="rect">
            <a:avLst/>
          </a:prstGeom>
        </p:spPr>
      </p:pic>
      <p:sp>
        <p:nvSpPr>
          <p:cNvPr id="118" name="文本框 117">
            <a:extLst>
              <a:ext uri="{FF2B5EF4-FFF2-40B4-BE49-F238E27FC236}">
                <a16:creationId xmlns:a16="http://schemas.microsoft.com/office/drawing/2014/main" id="{FA5E62DB-A1F4-4B91-8610-989078F99163}"/>
              </a:ext>
            </a:extLst>
          </p:cNvPr>
          <p:cNvSpPr txBox="1"/>
          <p:nvPr/>
        </p:nvSpPr>
        <p:spPr>
          <a:xfrm>
            <a:off x="4312603" y="4286442"/>
            <a:ext cx="333042" cy="369332"/>
          </a:xfrm>
          <a:prstGeom prst="rect">
            <a:avLst/>
          </a:prstGeom>
          <a:noFill/>
        </p:spPr>
        <p:txBody>
          <a:bodyPr wrap="square" rtlCol="0">
            <a:spAutoFit/>
          </a:bodyPr>
          <a:lstStyle/>
          <a:p>
            <a:pPr algn="ctr"/>
            <a:r>
              <a:rPr lang="en-US" altLang="zh-CN" b="1" dirty="0">
                <a:latin typeface="+mn-ea"/>
              </a:rPr>
              <a:t>…</a:t>
            </a:r>
            <a:endParaRPr lang="zh-CN" altLang="en-US" b="1" dirty="0">
              <a:latin typeface="+mn-ea"/>
            </a:endParaRPr>
          </a:p>
        </p:txBody>
      </p:sp>
      <p:sp>
        <p:nvSpPr>
          <p:cNvPr id="121" name="文本框 120">
            <a:extLst>
              <a:ext uri="{FF2B5EF4-FFF2-40B4-BE49-F238E27FC236}">
                <a16:creationId xmlns:a16="http://schemas.microsoft.com/office/drawing/2014/main" id="{9CFE4946-D3A7-44E3-9151-66419B063403}"/>
              </a:ext>
            </a:extLst>
          </p:cNvPr>
          <p:cNvSpPr txBox="1"/>
          <p:nvPr/>
        </p:nvSpPr>
        <p:spPr>
          <a:xfrm>
            <a:off x="8539727" y="3291514"/>
            <a:ext cx="906549" cy="369332"/>
          </a:xfrm>
          <a:prstGeom prst="rect">
            <a:avLst/>
          </a:prstGeom>
          <a:noFill/>
        </p:spPr>
        <p:txBody>
          <a:bodyPr wrap="square" rtlCol="0">
            <a:spAutoFit/>
          </a:bodyPr>
          <a:lstStyle/>
          <a:p>
            <a:pPr algn="ctr"/>
            <a:r>
              <a:rPr lang="zh-CN" altLang="en-US" b="1" dirty="0">
                <a:latin typeface="+mn-ea"/>
              </a:rPr>
              <a:t>集线器</a:t>
            </a:r>
          </a:p>
        </p:txBody>
      </p:sp>
      <p:cxnSp>
        <p:nvCxnSpPr>
          <p:cNvPr id="122" name="直接连接符 121">
            <a:extLst>
              <a:ext uri="{FF2B5EF4-FFF2-40B4-BE49-F238E27FC236}">
                <a16:creationId xmlns:a16="http://schemas.microsoft.com/office/drawing/2014/main" id="{E2F5EF8B-90D9-4C96-B714-7210CCB6520F}"/>
              </a:ext>
            </a:extLst>
          </p:cNvPr>
          <p:cNvCxnSpPr/>
          <p:nvPr/>
        </p:nvCxnSpPr>
        <p:spPr>
          <a:xfrm flipV="1">
            <a:off x="7506069" y="3459010"/>
            <a:ext cx="794479" cy="1105612"/>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23" name="直接连接符 122">
            <a:extLst>
              <a:ext uri="{FF2B5EF4-FFF2-40B4-BE49-F238E27FC236}">
                <a16:creationId xmlns:a16="http://schemas.microsoft.com/office/drawing/2014/main" id="{473E2EDC-EC34-4F8A-8230-7B3992B55D36}"/>
              </a:ext>
            </a:extLst>
          </p:cNvPr>
          <p:cNvCxnSpPr>
            <a:cxnSpLocks/>
          </p:cNvCxnSpPr>
          <p:nvPr/>
        </p:nvCxnSpPr>
        <p:spPr>
          <a:xfrm flipH="1" flipV="1">
            <a:off x="8449292" y="3459010"/>
            <a:ext cx="628049" cy="983748"/>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24" name="直接连接符 123">
            <a:extLst>
              <a:ext uri="{FF2B5EF4-FFF2-40B4-BE49-F238E27FC236}">
                <a16:creationId xmlns:a16="http://schemas.microsoft.com/office/drawing/2014/main" id="{45A74001-13D1-4F02-BF54-B61F3C93AC4B}"/>
              </a:ext>
            </a:extLst>
          </p:cNvPr>
          <p:cNvCxnSpPr/>
          <p:nvPr/>
        </p:nvCxnSpPr>
        <p:spPr>
          <a:xfrm>
            <a:off x="8338368" y="3456776"/>
            <a:ext cx="0" cy="1062182"/>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pic>
        <p:nvPicPr>
          <p:cNvPr id="125" name="图形 10">
            <a:extLst>
              <a:ext uri="{FF2B5EF4-FFF2-40B4-BE49-F238E27FC236}">
                <a16:creationId xmlns:a16="http://schemas.microsoft.com/office/drawing/2014/main" id="{36B7DF63-0300-4DB2-BD84-0891417BF6B9}"/>
              </a:ext>
            </a:extLst>
          </p:cNvPr>
          <p:cNvPicPr>
            <a:picLocks noChangeAspect="1"/>
          </p:cNvPicPr>
          <p:nvPr/>
        </p:nvPicPr>
        <p:blipFill>
          <a:blip r:embed="rId3">
            <a:extLst>
              <a:ext uri="{28A0092B-C50C-407E-A947-70E740481C1C}">
                <a14:useLocalDpi xmlns:a14="http://schemas.microsoft.com/office/drawing/2010/main" val="0"/>
              </a:ext>
              <a:ext uri="{96DAC541-7B7A-43D3-8B79-37D633B846F1}">
                <asvg:svgBlip xmlns:asvg="http://schemas.microsoft.com/office/drawing/2016/SVG/main" r:embed="rId4"/>
              </a:ext>
            </a:extLst>
          </a:blip>
          <a:stretch>
            <a:fillRect/>
          </a:stretch>
        </p:blipFill>
        <p:spPr>
          <a:xfrm>
            <a:off x="7095695" y="4244081"/>
            <a:ext cx="662814" cy="641082"/>
          </a:xfrm>
          <a:prstGeom prst="rect">
            <a:avLst/>
          </a:prstGeom>
        </p:spPr>
      </p:pic>
      <p:pic>
        <p:nvPicPr>
          <p:cNvPr id="126" name="图形 10">
            <a:extLst>
              <a:ext uri="{FF2B5EF4-FFF2-40B4-BE49-F238E27FC236}">
                <a16:creationId xmlns:a16="http://schemas.microsoft.com/office/drawing/2014/main" id="{F502606E-B7D6-4F35-A1D8-944ECC271DA4}"/>
              </a:ext>
            </a:extLst>
          </p:cNvPr>
          <p:cNvPicPr>
            <a:picLocks noChangeAspect="1"/>
          </p:cNvPicPr>
          <p:nvPr/>
        </p:nvPicPr>
        <p:blipFill>
          <a:blip r:embed="rId3">
            <a:extLst>
              <a:ext uri="{28A0092B-C50C-407E-A947-70E740481C1C}">
                <a14:useLocalDpi xmlns:a14="http://schemas.microsoft.com/office/drawing/2010/main" val="0"/>
              </a:ext>
              <a:ext uri="{96DAC541-7B7A-43D3-8B79-37D633B846F1}">
                <asvg:svgBlip xmlns:asvg="http://schemas.microsoft.com/office/drawing/2016/SVG/main" r:embed="rId4"/>
              </a:ext>
            </a:extLst>
          </a:blip>
          <a:stretch>
            <a:fillRect/>
          </a:stretch>
        </p:blipFill>
        <p:spPr>
          <a:xfrm>
            <a:off x="8718812" y="4244081"/>
            <a:ext cx="662814" cy="641082"/>
          </a:xfrm>
          <a:prstGeom prst="rect">
            <a:avLst/>
          </a:prstGeom>
        </p:spPr>
      </p:pic>
      <p:pic>
        <p:nvPicPr>
          <p:cNvPr id="128" name="图形 10">
            <a:extLst>
              <a:ext uri="{FF2B5EF4-FFF2-40B4-BE49-F238E27FC236}">
                <a16:creationId xmlns:a16="http://schemas.microsoft.com/office/drawing/2014/main" id="{B93118F9-7F42-4F54-A9D6-990BCE8BBBCF}"/>
              </a:ext>
            </a:extLst>
          </p:cNvPr>
          <p:cNvPicPr>
            <a:picLocks noChangeAspect="1"/>
          </p:cNvPicPr>
          <p:nvPr/>
        </p:nvPicPr>
        <p:blipFill>
          <a:blip r:embed="rId3">
            <a:extLst>
              <a:ext uri="{28A0092B-C50C-407E-A947-70E740481C1C}">
                <a14:useLocalDpi xmlns:a14="http://schemas.microsoft.com/office/drawing/2010/main" val="0"/>
              </a:ext>
              <a:ext uri="{96DAC541-7B7A-43D3-8B79-37D633B846F1}">
                <asvg:svgBlip xmlns:asvg="http://schemas.microsoft.com/office/drawing/2016/SVG/main" r:embed="rId4"/>
              </a:ext>
            </a:extLst>
          </a:blip>
          <a:stretch>
            <a:fillRect/>
          </a:stretch>
        </p:blipFill>
        <p:spPr>
          <a:xfrm>
            <a:off x="7907254" y="4244081"/>
            <a:ext cx="662814" cy="641082"/>
          </a:xfrm>
          <a:prstGeom prst="rect">
            <a:avLst/>
          </a:prstGeom>
        </p:spPr>
      </p:pic>
      <p:sp>
        <p:nvSpPr>
          <p:cNvPr id="129" name="文本框 128">
            <a:extLst>
              <a:ext uri="{FF2B5EF4-FFF2-40B4-BE49-F238E27FC236}">
                <a16:creationId xmlns:a16="http://schemas.microsoft.com/office/drawing/2014/main" id="{6130107D-D69A-42D6-B237-6CC2426511EC}"/>
              </a:ext>
            </a:extLst>
          </p:cNvPr>
          <p:cNvSpPr txBox="1"/>
          <p:nvPr/>
        </p:nvSpPr>
        <p:spPr>
          <a:xfrm>
            <a:off x="8589416" y="4286442"/>
            <a:ext cx="333042" cy="369332"/>
          </a:xfrm>
          <a:prstGeom prst="rect">
            <a:avLst/>
          </a:prstGeom>
          <a:noFill/>
        </p:spPr>
        <p:txBody>
          <a:bodyPr wrap="square" rtlCol="0">
            <a:spAutoFit/>
          </a:bodyPr>
          <a:lstStyle/>
          <a:p>
            <a:pPr algn="ctr"/>
            <a:r>
              <a:rPr lang="en-US" altLang="zh-CN" b="1" dirty="0">
                <a:latin typeface="+mn-ea"/>
              </a:rPr>
              <a:t>…</a:t>
            </a:r>
            <a:endParaRPr lang="zh-CN" altLang="en-US" b="1" dirty="0">
              <a:latin typeface="+mn-ea"/>
            </a:endParaRPr>
          </a:p>
        </p:txBody>
      </p:sp>
      <p:cxnSp>
        <p:nvCxnSpPr>
          <p:cNvPr id="32" name="直接连接符 31">
            <a:extLst>
              <a:ext uri="{FF2B5EF4-FFF2-40B4-BE49-F238E27FC236}">
                <a16:creationId xmlns:a16="http://schemas.microsoft.com/office/drawing/2014/main" id="{B4E0682A-4621-40CD-8E7B-74A244AADE15}"/>
              </a:ext>
            </a:extLst>
          </p:cNvPr>
          <p:cNvCxnSpPr>
            <a:cxnSpLocks/>
          </p:cNvCxnSpPr>
          <p:nvPr/>
        </p:nvCxnSpPr>
        <p:spPr>
          <a:xfrm>
            <a:off x="4030313" y="3569748"/>
            <a:ext cx="1877106"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34" name="文本框 33">
            <a:extLst>
              <a:ext uri="{FF2B5EF4-FFF2-40B4-BE49-F238E27FC236}">
                <a16:creationId xmlns:a16="http://schemas.microsoft.com/office/drawing/2014/main" id="{0E1DAB71-FBAB-49F9-A6A9-4E9C03744C89}"/>
              </a:ext>
            </a:extLst>
          </p:cNvPr>
          <p:cNvSpPr txBox="1"/>
          <p:nvPr/>
        </p:nvSpPr>
        <p:spPr>
          <a:xfrm>
            <a:off x="5252755" y="3831553"/>
            <a:ext cx="1704564" cy="646331"/>
          </a:xfrm>
          <a:prstGeom prst="rect">
            <a:avLst/>
          </a:prstGeom>
          <a:noFill/>
        </p:spPr>
        <p:txBody>
          <a:bodyPr wrap="square" rtlCol="0">
            <a:spAutoFit/>
          </a:bodyPr>
          <a:lstStyle/>
          <a:p>
            <a:pPr algn="ctr"/>
            <a:r>
              <a:rPr lang="zh-CN" altLang="en-US" b="1" dirty="0">
                <a:solidFill>
                  <a:schemeClr val="accent1">
                    <a:lumMod val="75000"/>
                  </a:schemeClr>
                </a:solidFill>
                <a:latin typeface="+mn-ea"/>
              </a:rPr>
              <a:t>扩大了广播域</a:t>
            </a:r>
            <a:endParaRPr lang="en-US" altLang="zh-CN" b="1" dirty="0">
              <a:solidFill>
                <a:schemeClr val="accent1">
                  <a:lumMod val="75000"/>
                </a:schemeClr>
              </a:solidFill>
              <a:latin typeface="+mn-ea"/>
            </a:endParaRPr>
          </a:p>
          <a:p>
            <a:pPr algn="ctr"/>
            <a:r>
              <a:rPr lang="zh-CN" altLang="en-US" b="1" dirty="0">
                <a:solidFill>
                  <a:schemeClr val="accent1">
                    <a:lumMod val="75000"/>
                  </a:schemeClr>
                </a:solidFill>
                <a:latin typeface="+mn-ea"/>
              </a:rPr>
              <a:t>扩大了碰撞域</a:t>
            </a:r>
          </a:p>
        </p:txBody>
      </p:sp>
      <p:cxnSp>
        <p:nvCxnSpPr>
          <p:cNvPr id="38" name="直接连接符 37">
            <a:extLst>
              <a:ext uri="{FF2B5EF4-FFF2-40B4-BE49-F238E27FC236}">
                <a16:creationId xmlns:a16="http://schemas.microsoft.com/office/drawing/2014/main" id="{6B372386-C32F-4A75-903C-D3C3A10E571A}"/>
              </a:ext>
            </a:extLst>
          </p:cNvPr>
          <p:cNvCxnSpPr>
            <a:cxnSpLocks/>
          </p:cNvCxnSpPr>
          <p:nvPr/>
        </p:nvCxnSpPr>
        <p:spPr>
          <a:xfrm>
            <a:off x="6300964" y="3568512"/>
            <a:ext cx="1877106"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grpSp>
        <p:nvGrpSpPr>
          <p:cNvPr id="7" name="组合 6">
            <a:extLst>
              <a:ext uri="{FF2B5EF4-FFF2-40B4-BE49-F238E27FC236}">
                <a16:creationId xmlns:a16="http://schemas.microsoft.com/office/drawing/2014/main" id="{D474F548-2C36-4E75-AB4B-764BDD8A42BC}"/>
              </a:ext>
            </a:extLst>
          </p:cNvPr>
          <p:cNvGrpSpPr/>
          <p:nvPr/>
        </p:nvGrpSpPr>
        <p:grpSpPr>
          <a:xfrm>
            <a:off x="5591236" y="2875687"/>
            <a:ext cx="930683" cy="1016454"/>
            <a:chOff x="5591236" y="2875687"/>
            <a:chExt cx="930683" cy="1016454"/>
          </a:xfrm>
        </p:grpSpPr>
        <p:sp>
          <p:nvSpPr>
            <p:cNvPr id="33" name="文本框 32">
              <a:extLst>
                <a:ext uri="{FF2B5EF4-FFF2-40B4-BE49-F238E27FC236}">
                  <a16:creationId xmlns:a16="http://schemas.microsoft.com/office/drawing/2014/main" id="{02B2746E-D987-4EDD-B1EF-54FC45B17C60}"/>
                </a:ext>
              </a:extLst>
            </p:cNvPr>
            <p:cNvSpPr txBox="1"/>
            <p:nvPr/>
          </p:nvSpPr>
          <p:spPr>
            <a:xfrm>
              <a:off x="5591236" y="2875687"/>
              <a:ext cx="930683" cy="369332"/>
            </a:xfrm>
            <a:prstGeom prst="rect">
              <a:avLst/>
            </a:prstGeom>
            <a:noFill/>
          </p:spPr>
          <p:txBody>
            <a:bodyPr wrap="square" rtlCol="0">
              <a:spAutoFit/>
            </a:bodyPr>
            <a:lstStyle/>
            <a:p>
              <a:pPr algn="ctr"/>
              <a:r>
                <a:rPr lang="zh-CN" altLang="en-US" b="1" dirty="0">
                  <a:latin typeface="+mn-ea"/>
                </a:rPr>
                <a:t>集线器</a:t>
              </a:r>
            </a:p>
          </p:txBody>
        </p:sp>
        <p:pic>
          <p:nvPicPr>
            <p:cNvPr id="36" name="图片 35" descr="文本&#10;&#10;描述已自动生成">
              <a:extLst>
                <a:ext uri="{FF2B5EF4-FFF2-40B4-BE49-F238E27FC236}">
                  <a16:creationId xmlns:a16="http://schemas.microsoft.com/office/drawing/2014/main" id="{1F2A6128-E033-4B5F-8FD6-7D39426E60C6}"/>
                </a:ext>
              </a:extLst>
            </p:cNvPr>
            <p:cNvPicPr>
              <a:picLocks noChangeAspect="1"/>
            </p:cNvPicPr>
            <p:nvPr/>
          </p:nvPicPr>
          <p:blipFill>
            <a:blip r:embed="rId5">
              <a:extLst>
                <a:ext uri="{28A0092B-C50C-407E-A947-70E740481C1C}">
                  <a14:useLocalDpi xmlns:a14="http://schemas.microsoft.com/office/drawing/2010/main" val="0"/>
                </a:ext>
              </a:extLst>
            </a:blip>
            <a:stretch>
              <a:fillRect/>
            </a:stretch>
          </p:blipFill>
          <p:spPr>
            <a:xfrm>
              <a:off x="5759204" y="3230763"/>
              <a:ext cx="705470" cy="661378"/>
            </a:xfrm>
            <a:prstGeom prst="rect">
              <a:avLst/>
            </a:prstGeom>
          </p:spPr>
        </p:pic>
      </p:grpSp>
      <p:pic>
        <p:nvPicPr>
          <p:cNvPr id="116" name="图片 115" descr="文本&#10;&#10;描述已自动生成">
            <a:extLst>
              <a:ext uri="{FF2B5EF4-FFF2-40B4-BE49-F238E27FC236}">
                <a16:creationId xmlns:a16="http://schemas.microsoft.com/office/drawing/2014/main" id="{0BE266EC-7BE1-4327-A8B2-1F390293116E}"/>
              </a:ext>
            </a:extLst>
          </p:cNvPr>
          <p:cNvPicPr>
            <a:picLocks noChangeAspect="1"/>
          </p:cNvPicPr>
          <p:nvPr/>
        </p:nvPicPr>
        <p:blipFill>
          <a:blip r:embed="rId5">
            <a:extLst>
              <a:ext uri="{28A0092B-C50C-407E-A947-70E740481C1C}">
                <a14:useLocalDpi xmlns:a14="http://schemas.microsoft.com/office/drawing/2010/main" val="0"/>
              </a:ext>
            </a:extLst>
          </a:blip>
          <a:stretch>
            <a:fillRect/>
          </a:stretch>
        </p:blipFill>
        <p:spPr>
          <a:xfrm>
            <a:off x="3642762" y="3219330"/>
            <a:ext cx="705470" cy="661378"/>
          </a:xfrm>
          <a:prstGeom prst="rect">
            <a:avLst/>
          </a:prstGeom>
        </p:spPr>
      </p:pic>
      <p:pic>
        <p:nvPicPr>
          <p:cNvPr id="127" name="图片 126" descr="文本&#10;&#10;描述已自动生成">
            <a:extLst>
              <a:ext uri="{FF2B5EF4-FFF2-40B4-BE49-F238E27FC236}">
                <a16:creationId xmlns:a16="http://schemas.microsoft.com/office/drawing/2014/main" id="{02487603-F949-4810-B38B-05C6C22C7FED}"/>
              </a:ext>
            </a:extLst>
          </p:cNvPr>
          <p:cNvPicPr>
            <a:picLocks noChangeAspect="1"/>
          </p:cNvPicPr>
          <p:nvPr/>
        </p:nvPicPr>
        <p:blipFill>
          <a:blip r:embed="rId5">
            <a:extLst>
              <a:ext uri="{28A0092B-C50C-407E-A947-70E740481C1C}">
                <a14:useLocalDpi xmlns:a14="http://schemas.microsoft.com/office/drawing/2010/main" val="0"/>
              </a:ext>
            </a:extLst>
          </a:blip>
          <a:stretch>
            <a:fillRect/>
          </a:stretch>
        </p:blipFill>
        <p:spPr>
          <a:xfrm>
            <a:off x="7919575" y="3219330"/>
            <a:ext cx="705470" cy="661378"/>
          </a:xfrm>
          <a:prstGeom prst="rect">
            <a:avLst/>
          </a:prstGeom>
        </p:spPr>
      </p:pic>
      <p:sp>
        <p:nvSpPr>
          <p:cNvPr id="39" name="平行四边形 38">
            <a:extLst>
              <a:ext uri="{FF2B5EF4-FFF2-40B4-BE49-F238E27FC236}">
                <a16:creationId xmlns:a16="http://schemas.microsoft.com/office/drawing/2014/main" id="{4B415F74-C401-A80D-78F3-6AA9A3C16A04}"/>
              </a:ext>
            </a:extLst>
          </p:cNvPr>
          <p:cNvSpPr/>
          <p:nvPr/>
        </p:nvSpPr>
        <p:spPr>
          <a:xfrm>
            <a:off x="304799" y="749300"/>
            <a:ext cx="688541" cy="387090"/>
          </a:xfrm>
          <a:prstGeom prst="parallelogram">
            <a:avLst/>
          </a:prstGeom>
          <a:solidFill>
            <a:schemeClr val="accent3">
              <a:lumMod val="75000"/>
            </a:schemeClr>
          </a:solidFill>
          <a:ln>
            <a:solidFill>
              <a:schemeClr val="accent3">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CN" sz="2200" dirty="0">
                <a:latin typeface="Impact" panose="020B0806030902050204" pitchFamily="34" charset="0"/>
              </a:rPr>
              <a:t>03</a:t>
            </a:r>
            <a:endParaRPr lang="zh-CN" altLang="en-US" sz="2200" dirty="0">
              <a:latin typeface="Impact" panose="020B0806030902050204" pitchFamily="34" charset="0"/>
            </a:endParaRPr>
          </a:p>
        </p:txBody>
      </p:sp>
    </p:spTree>
    <p:custDataLst>
      <p:tags r:id="rId1"/>
    </p:custDataLst>
    <p:extLst>
      <p:ext uri="{BB962C8B-B14F-4D97-AF65-F5344CB8AC3E}">
        <p14:creationId xmlns:p14="http://schemas.microsoft.com/office/powerpoint/2010/main" val="2421144454"/>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53" presetClass="entr" presetSubtype="16" fill="hold" nodeType="withEffect">
                                  <p:stCondLst>
                                    <p:cond delay="0"/>
                                  </p:stCondLst>
                                  <p:childTnLst>
                                    <p:set>
                                      <p:cBhvr>
                                        <p:cTn id="6" dur="1" fill="hold">
                                          <p:stCondLst>
                                            <p:cond delay="0"/>
                                          </p:stCondLst>
                                        </p:cTn>
                                        <p:tgtEl>
                                          <p:spTgt spid="5"/>
                                        </p:tgtEl>
                                        <p:attrNameLst>
                                          <p:attrName>style.visibility</p:attrName>
                                        </p:attrNameLst>
                                      </p:cBhvr>
                                      <p:to>
                                        <p:strVal val="visible"/>
                                      </p:to>
                                    </p:set>
                                    <p:anim calcmode="lin" valueType="num">
                                      <p:cBhvr>
                                        <p:cTn id="7" dur="500" fill="hold"/>
                                        <p:tgtEl>
                                          <p:spTgt spid="5"/>
                                        </p:tgtEl>
                                        <p:attrNameLst>
                                          <p:attrName>ppt_w</p:attrName>
                                        </p:attrNameLst>
                                      </p:cBhvr>
                                      <p:tavLst>
                                        <p:tav tm="0">
                                          <p:val>
                                            <p:fltVal val="0"/>
                                          </p:val>
                                        </p:tav>
                                        <p:tav tm="100000">
                                          <p:val>
                                            <p:strVal val="#ppt_w"/>
                                          </p:val>
                                        </p:tav>
                                      </p:tavLst>
                                    </p:anim>
                                    <p:anim calcmode="lin" valueType="num">
                                      <p:cBhvr>
                                        <p:cTn id="8" dur="500" fill="hold"/>
                                        <p:tgtEl>
                                          <p:spTgt spid="5"/>
                                        </p:tgtEl>
                                        <p:attrNameLst>
                                          <p:attrName>ppt_h</p:attrName>
                                        </p:attrNameLst>
                                      </p:cBhvr>
                                      <p:tavLst>
                                        <p:tav tm="0">
                                          <p:val>
                                            <p:fltVal val="0"/>
                                          </p:val>
                                        </p:tav>
                                        <p:tav tm="100000">
                                          <p:val>
                                            <p:strVal val="#ppt_h"/>
                                          </p:val>
                                        </p:tav>
                                      </p:tavLst>
                                    </p:anim>
                                    <p:animEffect transition="in" filter="fade">
                                      <p:cBhvr>
                                        <p:cTn id="9" dur="500"/>
                                        <p:tgtEl>
                                          <p:spTgt spid="5"/>
                                        </p:tgtEl>
                                      </p:cBhvr>
                                    </p:animEffect>
                                  </p:childTnLst>
                                </p:cTn>
                              </p:par>
                            </p:childTnLst>
                          </p:cTn>
                        </p:par>
                      </p:childTnLst>
                    </p:cTn>
                  </p:par>
                  <p:par>
                    <p:cTn id="10" fill="hold">
                      <p:stCondLst>
                        <p:cond delay="indefinite"/>
                      </p:stCondLst>
                      <p:childTnLst>
                        <p:par>
                          <p:cTn id="11" fill="hold">
                            <p:stCondLst>
                              <p:cond delay="0"/>
                            </p:stCondLst>
                            <p:childTnLst>
                              <p:par>
                                <p:cTn id="12" presetID="47" presetClass="entr" presetSubtype="0" fill="hold" grpId="0" nodeType="clickEffect">
                                  <p:stCondLst>
                                    <p:cond delay="0"/>
                                  </p:stCondLst>
                                  <p:childTnLst>
                                    <p:set>
                                      <p:cBhvr>
                                        <p:cTn id="13" dur="1" fill="hold">
                                          <p:stCondLst>
                                            <p:cond delay="0"/>
                                          </p:stCondLst>
                                        </p:cTn>
                                        <p:tgtEl>
                                          <p:spTgt spid="34"/>
                                        </p:tgtEl>
                                        <p:attrNameLst>
                                          <p:attrName>style.visibility</p:attrName>
                                        </p:attrNameLst>
                                      </p:cBhvr>
                                      <p:to>
                                        <p:strVal val="visible"/>
                                      </p:to>
                                    </p:set>
                                    <p:animEffect transition="in" filter="fade">
                                      <p:cBhvr>
                                        <p:cTn id="14" dur="1000"/>
                                        <p:tgtEl>
                                          <p:spTgt spid="34"/>
                                        </p:tgtEl>
                                      </p:cBhvr>
                                    </p:animEffect>
                                    <p:anim calcmode="lin" valueType="num">
                                      <p:cBhvr>
                                        <p:cTn id="15" dur="1000" fill="hold"/>
                                        <p:tgtEl>
                                          <p:spTgt spid="34"/>
                                        </p:tgtEl>
                                        <p:attrNameLst>
                                          <p:attrName>ppt_x</p:attrName>
                                        </p:attrNameLst>
                                      </p:cBhvr>
                                      <p:tavLst>
                                        <p:tav tm="0">
                                          <p:val>
                                            <p:strVal val="#ppt_x"/>
                                          </p:val>
                                        </p:tav>
                                        <p:tav tm="100000">
                                          <p:val>
                                            <p:strVal val="#ppt_x"/>
                                          </p:val>
                                        </p:tav>
                                      </p:tavLst>
                                    </p:anim>
                                    <p:anim calcmode="lin" valueType="num">
                                      <p:cBhvr>
                                        <p:cTn id="16" dur="1000" fill="hold"/>
                                        <p:tgtEl>
                                          <p:spTgt spid="34"/>
                                        </p:tgtEl>
                                        <p:attrNameLst>
                                          <p:attrName>ppt_y</p:attrName>
                                        </p:attrNameLst>
                                      </p:cBhvr>
                                      <p:tavLst>
                                        <p:tav tm="0">
                                          <p:val>
                                            <p:strVal val="#ppt_y-.1"/>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4" grpId="0"/>
    </p:bldLst>
  </p:timing>
</p:sld>
</file>

<file path=ppt/slides/slide44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20" name="组合 19">
            <a:extLst>
              <a:ext uri="{FF2B5EF4-FFF2-40B4-BE49-F238E27FC236}">
                <a16:creationId xmlns:a16="http://schemas.microsoft.com/office/drawing/2014/main" id="{5628AED0-D1D4-41BC-9F3A-8242F3F18750}"/>
              </a:ext>
            </a:extLst>
          </p:cNvPr>
          <p:cNvGrpSpPr/>
          <p:nvPr/>
        </p:nvGrpSpPr>
        <p:grpSpPr>
          <a:xfrm>
            <a:off x="7010847" y="2661294"/>
            <a:ext cx="2447118" cy="2403764"/>
            <a:chOff x="7010847" y="2661294"/>
            <a:chExt cx="2447118" cy="2403764"/>
          </a:xfrm>
        </p:grpSpPr>
        <p:sp>
          <p:nvSpPr>
            <p:cNvPr id="120" name="矩形: 圆角 119">
              <a:extLst>
                <a:ext uri="{FF2B5EF4-FFF2-40B4-BE49-F238E27FC236}">
                  <a16:creationId xmlns:a16="http://schemas.microsoft.com/office/drawing/2014/main" id="{6EE7A526-16F4-4B19-8709-71273415A25A}"/>
                </a:ext>
              </a:extLst>
            </p:cNvPr>
            <p:cNvSpPr/>
            <p:nvPr/>
          </p:nvSpPr>
          <p:spPr>
            <a:xfrm>
              <a:off x="7010847" y="2661294"/>
              <a:ext cx="2447118" cy="2403764"/>
            </a:xfrm>
            <a:prstGeom prst="roundRect">
              <a:avLst>
                <a:gd name="adj" fmla="val 6736"/>
              </a:avLst>
            </a:prstGeom>
            <a:solidFill>
              <a:schemeClr val="bg1">
                <a:lumMod val="95000"/>
              </a:schemeClr>
            </a:solidFill>
            <a:ln>
              <a:solidFill>
                <a:schemeClr val="tx1"/>
              </a:solidFill>
            </a:ln>
          </p:spPr>
          <p:style>
            <a:lnRef idx="2">
              <a:schemeClr val="accent3">
                <a:shade val="50000"/>
              </a:schemeClr>
            </a:lnRef>
            <a:fillRef idx="1">
              <a:schemeClr val="accent3"/>
            </a:fillRef>
            <a:effectRef idx="0">
              <a:schemeClr val="accent3"/>
            </a:effectRef>
            <a:fontRef idx="minor">
              <a:schemeClr val="lt1"/>
            </a:fontRef>
          </p:style>
          <p:txBody>
            <a:bodyPr rtlCol="0" anchor="ctr"/>
            <a:lstStyle/>
            <a:p>
              <a:pPr algn="ctr"/>
              <a:endParaRPr lang="zh-CN" altLang="en-US" b="1">
                <a:latin typeface="+mn-ea"/>
              </a:endParaRPr>
            </a:p>
          </p:txBody>
        </p:sp>
        <p:sp>
          <p:nvSpPr>
            <p:cNvPr id="130" name="文本框 129">
              <a:extLst>
                <a:ext uri="{FF2B5EF4-FFF2-40B4-BE49-F238E27FC236}">
                  <a16:creationId xmlns:a16="http://schemas.microsoft.com/office/drawing/2014/main" id="{3C5F4CE6-BF0F-4EC6-87D4-15931309FCC4}"/>
                </a:ext>
              </a:extLst>
            </p:cNvPr>
            <p:cNvSpPr txBox="1"/>
            <p:nvPr/>
          </p:nvSpPr>
          <p:spPr>
            <a:xfrm>
              <a:off x="7363990" y="2776925"/>
              <a:ext cx="1816640" cy="369332"/>
            </a:xfrm>
            <a:prstGeom prst="rect">
              <a:avLst/>
            </a:prstGeom>
            <a:noFill/>
          </p:spPr>
          <p:txBody>
            <a:bodyPr wrap="square" rtlCol="0">
              <a:spAutoFit/>
            </a:bodyPr>
            <a:lstStyle/>
            <a:p>
              <a:pPr algn="ctr"/>
              <a:r>
                <a:rPr lang="zh-CN" altLang="en-US" b="1" dirty="0">
                  <a:latin typeface="+mn-ea"/>
                </a:rPr>
                <a:t>广播域和碰撞域</a:t>
              </a:r>
            </a:p>
          </p:txBody>
        </p:sp>
      </p:grpSp>
      <p:grpSp>
        <p:nvGrpSpPr>
          <p:cNvPr id="10" name="组合 9">
            <a:extLst>
              <a:ext uri="{FF2B5EF4-FFF2-40B4-BE49-F238E27FC236}">
                <a16:creationId xmlns:a16="http://schemas.microsoft.com/office/drawing/2014/main" id="{8C7EC438-7C41-4471-AF4F-7AA5616F0C63}"/>
              </a:ext>
            </a:extLst>
          </p:cNvPr>
          <p:cNvGrpSpPr/>
          <p:nvPr/>
        </p:nvGrpSpPr>
        <p:grpSpPr>
          <a:xfrm>
            <a:off x="2734034" y="2661294"/>
            <a:ext cx="2447118" cy="2403764"/>
            <a:chOff x="2734034" y="2661294"/>
            <a:chExt cx="2447118" cy="2403764"/>
          </a:xfrm>
        </p:grpSpPr>
        <p:sp>
          <p:nvSpPr>
            <p:cNvPr id="102" name="矩形: 圆角 101">
              <a:extLst>
                <a:ext uri="{FF2B5EF4-FFF2-40B4-BE49-F238E27FC236}">
                  <a16:creationId xmlns:a16="http://schemas.microsoft.com/office/drawing/2014/main" id="{69BF75CE-0BE6-4817-BEC3-483925B235DA}"/>
                </a:ext>
              </a:extLst>
            </p:cNvPr>
            <p:cNvSpPr/>
            <p:nvPr/>
          </p:nvSpPr>
          <p:spPr>
            <a:xfrm>
              <a:off x="2734034" y="2661294"/>
              <a:ext cx="2447118" cy="2403764"/>
            </a:xfrm>
            <a:prstGeom prst="roundRect">
              <a:avLst>
                <a:gd name="adj" fmla="val 6736"/>
              </a:avLst>
            </a:prstGeom>
            <a:solidFill>
              <a:schemeClr val="bg1">
                <a:lumMod val="95000"/>
              </a:schemeClr>
            </a:solidFill>
            <a:ln>
              <a:solidFill>
                <a:schemeClr val="tx1"/>
              </a:solidFill>
            </a:ln>
          </p:spPr>
          <p:style>
            <a:lnRef idx="2">
              <a:schemeClr val="accent3">
                <a:shade val="50000"/>
              </a:schemeClr>
            </a:lnRef>
            <a:fillRef idx="1">
              <a:schemeClr val="accent3"/>
            </a:fillRef>
            <a:effectRef idx="0">
              <a:schemeClr val="accent3"/>
            </a:effectRef>
            <a:fontRef idx="minor">
              <a:schemeClr val="lt1"/>
            </a:fontRef>
          </p:style>
          <p:txBody>
            <a:bodyPr rtlCol="0" anchor="ctr"/>
            <a:lstStyle/>
            <a:p>
              <a:pPr algn="ctr"/>
              <a:endParaRPr lang="zh-CN" altLang="en-US" b="1">
                <a:latin typeface="+mn-ea"/>
              </a:endParaRPr>
            </a:p>
          </p:txBody>
        </p:sp>
        <p:sp>
          <p:nvSpPr>
            <p:cNvPr id="119" name="文本框 118">
              <a:extLst>
                <a:ext uri="{FF2B5EF4-FFF2-40B4-BE49-F238E27FC236}">
                  <a16:creationId xmlns:a16="http://schemas.microsoft.com/office/drawing/2014/main" id="{8494AF68-AC27-4F94-B6E2-654BA5D89F29}"/>
                </a:ext>
              </a:extLst>
            </p:cNvPr>
            <p:cNvSpPr txBox="1"/>
            <p:nvPr/>
          </p:nvSpPr>
          <p:spPr>
            <a:xfrm>
              <a:off x="3087177" y="2776925"/>
              <a:ext cx="1816640" cy="369332"/>
            </a:xfrm>
            <a:prstGeom prst="rect">
              <a:avLst/>
            </a:prstGeom>
            <a:noFill/>
          </p:spPr>
          <p:txBody>
            <a:bodyPr wrap="square" rtlCol="0">
              <a:spAutoFit/>
            </a:bodyPr>
            <a:lstStyle/>
            <a:p>
              <a:pPr algn="ctr"/>
              <a:r>
                <a:rPr lang="zh-CN" altLang="en-US" b="1" dirty="0">
                  <a:latin typeface="+mn-ea"/>
                </a:rPr>
                <a:t>广播域和碰撞域</a:t>
              </a:r>
            </a:p>
          </p:txBody>
        </p:sp>
      </p:grpSp>
      <p:grpSp>
        <p:nvGrpSpPr>
          <p:cNvPr id="4" name="组合 3">
            <a:extLst>
              <a:ext uri="{FF2B5EF4-FFF2-40B4-BE49-F238E27FC236}">
                <a16:creationId xmlns:a16="http://schemas.microsoft.com/office/drawing/2014/main" id="{9A1EA9F2-FCB6-48C3-935F-7AE7E3AD14AC}"/>
              </a:ext>
            </a:extLst>
          </p:cNvPr>
          <p:cNvGrpSpPr/>
          <p:nvPr/>
        </p:nvGrpSpPr>
        <p:grpSpPr>
          <a:xfrm>
            <a:off x="304800" y="749300"/>
            <a:ext cx="4938199" cy="400110"/>
            <a:chOff x="424117" y="898245"/>
            <a:chExt cx="4938199" cy="400110"/>
          </a:xfrm>
        </p:grpSpPr>
        <p:sp>
          <p:nvSpPr>
            <p:cNvPr id="2" name="平行四边形 1">
              <a:extLst>
                <a:ext uri="{FF2B5EF4-FFF2-40B4-BE49-F238E27FC236}">
                  <a16:creationId xmlns:a16="http://schemas.microsoft.com/office/drawing/2014/main" id="{1F5BAA3F-9845-4F89-A2DD-8222D3E4EDAC}"/>
                </a:ext>
              </a:extLst>
            </p:cNvPr>
            <p:cNvSpPr/>
            <p:nvPr/>
          </p:nvSpPr>
          <p:spPr>
            <a:xfrm>
              <a:off x="424117" y="898245"/>
              <a:ext cx="628306" cy="387090"/>
            </a:xfrm>
            <a:prstGeom prst="parallelogram">
              <a:avLst/>
            </a:prstGeom>
            <a:solidFill>
              <a:schemeClr val="accent3">
                <a:lumMod val="75000"/>
              </a:schemeClr>
            </a:solidFill>
            <a:ln>
              <a:solidFill>
                <a:schemeClr val="accent3">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CN" sz="2200" dirty="0">
                  <a:latin typeface="Impact" panose="020B0806030902050204" pitchFamily="34" charset="0"/>
                </a:rPr>
                <a:t>01</a:t>
              </a:r>
              <a:endParaRPr lang="zh-CN" altLang="en-US" sz="2200" dirty="0">
                <a:latin typeface="Impact" panose="020B0806030902050204" pitchFamily="34" charset="0"/>
              </a:endParaRPr>
            </a:p>
          </p:txBody>
        </p:sp>
        <p:sp>
          <p:nvSpPr>
            <p:cNvPr id="3" name="文本框 2">
              <a:extLst>
                <a:ext uri="{FF2B5EF4-FFF2-40B4-BE49-F238E27FC236}">
                  <a16:creationId xmlns:a16="http://schemas.microsoft.com/office/drawing/2014/main" id="{4D6BD736-A4D3-4F26-AFED-36E11F50F70B}"/>
                </a:ext>
              </a:extLst>
            </p:cNvPr>
            <p:cNvSpPr txBox="1"/>
            <p:nvPr/>
          </p:nvSpPr>
          <p:spPr>
            <a:xfrm>
              <a:off x="1052423" y="898245"/>
              <a:ext cx="4309893" cy="400110"/>
            </a:xfrm>
            <a:prstGeom prst="rect">
              <a:avLst/>
            </a:prstGeom>
            <a:noFill/>
          </p:spPr>
          <p:txBody>
            <a:bodyPr wrap="square" rtlCol="0">
              <a:spAutoFit/>
            </a:bodyPr>
            <a:lstStyle/>
            <a:p>
              <a:r>
                <a:rPr lang="zh-CN" altLang="en-US" sz="2000" b="1" dirty="0">
                  <a:solidFill>
                    <a:schemeClr val="tx1"/>
                  </a:solidFill>
                  <a:latin typeface="Arial Narrow" panose="020B0606020202030204" pitchFamily="34" charset="0"/>
                </a:rPr>
                <a:t>共享式以太网与交换式以太网的对比</a:t>
              </a:r>
              <a:endParaRPr lang="en-US" altLang="zh-CN" sz="2000" b="1" dirty="0">
                <a:solidFill>
                  <a:schemeClr val="tx1"/>
                </a:solidFill>
                <a:latin typeface="Arial Narrow" panose="020B0606020202030204" pitchFamily="34" charset="0"/>
              </a:endParaRPr>
            </a:p>
          </p:txBody>
        </p:sp>
      </p:grpSp>
      <p:sp>
        <p:nvSpPr>
          <p:cNvPr id="72" name="文本框 71">
            <a:extLst>
              <a:ext uri="{FF2B5EF4-FFF2-40B4-BE49-F238E27FC236}">
                <a16:creationId xmlns:a16="http://schemas.microsoft.com/office/drawing/2014/main" id="{694982CA-BBE3-4971-A06F-36B59AA7466A}"/>
              </a:ext>
            </a:extLst>
          </p:cNvPr>
          <p:cNvSpPr txBox="1"/>
          <p:nvPr/>
        </p:nvSpPr>
        <p:spPr>
          <a:xfrm>
            <a:off x="5130878" y="736280"/>
            <a:ext cx="2922270" cy="400110"/>
          </a:xfrm>
          <a:prstGeom prst="rect">
            <a:avLst/>
          </a:prstGeom>
          <a:noFill/>
        </p:spPr>
        <p:txBody>
          <a:bodyPr wrap="square" rtlCol="0">
            <a:spAutoFit/>
          </a:bodyPr>
          <a:lstStyle/>
          <a:p>
            <a:r>
              <a:rPr lang="en-US" altLang="zh-CN" sz="2000" b="1" dirty="0">
                <a:solidFill>
                  <a:schemeClr val="tx1"/>
                </a:solidFill>
                <a:latin typeface="Arial Narrow" panose="020B0606020202030204" pitchFamily="34" charset="0"/>
              </a:rPr>
              <a:t>(</a:t>
            </a:r>
            <a:r>
              <a:rPr lang="zh-CN" altLang="en-US" sz="2000" b="1" dirty="0">
                <a:solidFill>
                  <a:schemeClr val="tx1"/>
                </a:solidFill>
                <a:latin typeface="Arial Narrow" panose="020B0606020202030204" pitchFamily="34" charset="0"/>
              </a:rPr>
              <a:t>集线器与交换机的对比</a:t>
            </a:r>
            <a:r>
              <a:rPr lang="en-US" altLang="zh-CN" sz="2000" b="1" dirty="0">
                <a:solidFill>
                  <a:schemeClr val="tx1"/>
                </a:solidFill>
                <a:latin typeface="Arial Narrow" panose="020B0606020202030204" pitchFamily="34" charset="0"/>
              </a:rPr>
              <a:t>)</a:t>
            </a:r>
          </a:p>
        </p:txBody>
      </p:sp>
      <p:sp>
        <p:nvSpPr>
          <p:cNvPr id="103" name="文本框 102">
            <a:extLst>
              <a:ext uri="{FF2B5EF4-FFF2-40B4-BE49-F238E27FC236}">
                <a16:creationId xmlns:a16="http://schemas.microsoft.com/office/drawing/2014/main" id="{3AE47C88-6170-4638-BE3B-0FBE34CD33AC}"/>
              </a:ext>
            </a:extLst>
          </p:cNvPr>
          <p:cNvSpPr txBox="1"/>
          <p:nvPr/>
        </p:nvSpPr>
        <p:spPr>
          <a:xfrm>
            <a:off x="2803564" y="3291514"/>
            <a:ext cx="930683" cy="369332"/>
          </a:xfrm>
          <a:prstGeom prst="rect">
            <a:avLst/>
          </a:prstGeom>
          <a:noFill/>
        </p:spPr>
        <p:txBody>
          <a:bodyPr wrap="square" rtlCol="0">
            <a:spAutoFit/>
          </a:bodyPr>
          <a:lstStyle/>
          <a:p>
            <a:pPr algn="ctr"/>
            <a:r>
              <a:rPr lang="zh-CN" altLang="en-US" b="1" dirty="0">
                <a:latin typeface="+mn-ea"/>
              </a:rPr>
              <a:t>集线器</a:t>
            </a:r>
          </a:p>
        </p:txBody>
      </p:sp>
      <p:cxnSp>
        <p:nvCxnSpPr>
          <p:cNvPr id="107" name="直接连接符 106">
            <a:extLst>
              <a:ext uri="{FF2B5EF4-FFF2-40B4-BE49-F238E27FC236}">
                <a16:creationId xmlns:a16="http://schemas.microsoft.com/office/drawing/2014/main" id="{754BED1B-F225-474D-B20E-BA1AC92EDC38}"/>
              </a:ext>
            </a:extLst>
          </p:cNvPr>
          <p:cNvCxnSpPr/>
          <p:nvPr/>
        </p:nvCxnSpPr>
        <p:spPr>
          <a:xfrm flipV="1">
            <a:off x="3229256" y="3459010"/>
            <a:ext cx="794479" cy="1105612"/>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08" name="直接连接符 107">
            <a:extLst>
              <a:ext uri="{FF2B5EF4-FFF2-40B4-BE49-F238E27FC236}">
                <a16:creationId xmlns:a16="http://schemas.microsoft.com/office/drawing/2014/main" id="{A152385D-7EE1-43AA-AA77-C1CD2C450021}"/>
              </a:ext>
            </a:extLst>
          </p:cNvPr>
          <p:cNvCxnSpPr>
            <a:cxnSpLocks/>
          </p:cNvCxnSpPr>
          <p:nvPr/>
        </p:nvCxnSpPr>
        <p:spPr>
          <a:xfrm flipH="1" flipV="1">
            <a:off x="4172479" y="3459010"/>
            <a:ext cx="628049" cy="983748"/>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13" name="直接连接符 112">
            <a:extLst>
              <a:ext uri="{FF2B5EF4-FFF2-40B4-BE49-F238E27FC236}">
                <a16:creationId xmlns:a16="http://schemas.microsoft.com/office/drawing/2014/main" id="{FC175958-008A-4CBE-974C-DA2B05EDAB12}"/>
              </a:ext>
            </a:extLst>
          </p:cNvPr>
          <p:cNvCxnSpPr/>
          <p:nvPr/>
        </p:nvCxnSpPr>
        <p:spPr>
          <a:xfrm>
            <a:off x="4061555" y="3456776"/>
            <a:ext cx="0" cy="1062182"/>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pic>
        <p:nvPicPr>
          <p:cNvPr id="114" name="图形 10">
            <a:extLst>
              <a:ext uri="{FF2B5EF4-FFF2-40B4-BE49-F238E27FC236}">
                <a16:creationId xmlns:a16="http://schemas.microsoft.com/office/drawing/2014/main" id="{64D4EE57-81BF-4D6F-A094-3E9456F6CAF3}"/>
              </a:ext>
            </a:extLst>
          </p:cNvPr>
          <p:cNvPicPr>
            <a:picLocks noChangeAspect="1"/>
          </p:cNvPicPr>
          <p:nvPr/>
        </p:nvPicPr>
        <p:blipFill>
          <a:blip r:embed="rId3">
            <a:extLst>
              <a:ext uri="{28A0092B-C50C-407E-A947-70E740481C1C}">
                <a14:useLocalDpi xmlns:a14="http://schemas.microsoft.com/office/drawing/2010/main" val="0"/>
              </a:ext>
              <a:ext uri="{96DAC541-7B7A-43D3-8B79-37D633B846F1}">
                <asvg:svgBlip xmlns:asvg="http://schemas.microsoft.com/office/drawing/2016/SVG/main" r:embed="rId4"/>
              </a:ext>
            </a:extLst>
          </a:blip>
          <a:stretch>
            <a:fillRect/>
          </a:stretch>
        </p:blipFill>
        <p:spPr>
          <a:xfrm>
            <a:off x="2818882" y="4244081"/>
            <a:ext cx="662814" cy="641082"/>
          </a:xfrm>
          <a:prstGeom prst="rect">
            <a:avLst/>
          </a:prstGeom>
        </p:spPr>
      </p:pic>
      <p:pic>
        <p:nvPicPr>
          <p:cNvPr id="115" name="图形 10">
            <a:extLst>
              <a:ext uri="{FF2B5EF4-FFF2-40B4-BE49-F238E27FC236}">
                <a16:creationId xmlns:a16="http://schemas.microsoft.com/office/drawing/2014/main" id="{2118A0AF-AD6D-49E3-A6F8-F147390D7B87}"/>
              </a:ext>
            </a:extLst>
          </p:cNvPr>
          <p:cNvPicPr>
            <a:picLocks noChangeAspect="1"/>
          </p:cNvPicPr>
          <p:nvPr/>
        </p:nvPicPr>
        <p:blipFill>
          <a:blip r:embed="rId3">
            <a:extLst>
              <a:ext uri="{28A0092B-C50C-407E-A947-70E740481C1C}">
                <a14:useLocalDpi xmlns:a14="http://schemas.microsoft.com/office/drawing/2010/main" val="0"/>
              </a:ext>
              <a:ext uri="{96DAC541-7B7A-43D3-8B79-37D633B846F1}">
                <asvg:svgBlip xmlns:asvg="http://schemas.microsoft.com/office/drawing/2016/SVG/main" r:embed="rId4"/>
              </a:ext>
            </a:extLst>
          </a:blip>
          <a:stretch>
            <a:fillRect/>
          </a:stretch>
        </p:blipFill>
        <p:spPr>
          <a:xfrm>
            <a:off x="4441999" y="4244081"/>
            <a:ext cx="662814" cy="641082"/>
          </a:xfrm>
          <a:prstGeom prst="rect">
            <a:avLst/>
          </a:prstGeom>
        </p:spPr>
      </p:pic>
      <p:pic>
        <p:nvPicPr>
          <p:cNvPr id="117" name="图形 10">
            <a:extLst>
              <a:ext uri="{FF2B5EF4-FFF2-40B4-BE49-F238E27FC236}">
                <a16:creationId xmlns:a16="http://schemas.microsoft.com/office/drawing/2014/main" id="{8D5E6A4F-9D2A-4FB2-8068-C458C7477EDA}"/>
              </a:ext>
            </a:extLst>
          </p:cNvPr>
          <p:cNvPicPr>
            <a:picLocks noChangeAspect="1"/>
          </p:cNvPicPr>
          <p:nvPr/>
        </p:nvPicPr>
        <p:blipFill>
          <a:blip r:embed="rId3">
            <a:extLst>
              <a:ext uri="{28A0092B-C50C-407E-A947-70E740481C1C}">
                <a14:useLocalDpi xmlns:a14="http://schemas.microsoft.com/office/drawing/2010/main" val="0"/>
              </a:ext>
              <a:ext uri="{96DAC541-7B7A-43D3-8B79-37D633B846F1}">
                <asvg:svgBlip xmlns:asvg="http://schemas.microsoft.com/office/drawing/2016/SVG/main" r:embed="rId4"/>
              </a:ext>
            </a:extLst>
          </a:blip>
          <a:stretch>
            <a:fillRect/>
          </a:stretch>
        </p:blipFill>
        <p:spPr>
          <a:xfrm>
            <a:off x="3630441" y="4244081"/>
            <a:ext cx="662814" cy="641082"/>
          </a:xfrm>
          <a:prstGeom prst="rect">
            <a:avLst/>
          </a:prstGeom>
        </p:spPr>
      </p:pic>
      <p:sp>
        <p:nvSpPr>
          <p:cNvPr id="118" name="文本框 117">
            <a:extLst>
              <a:ext uri="{FF2B5EF4-FFF2-40B4-BE49-F238E27FC236}">
                <a16:creationId xmlns:a16="http://schemas.microsoft.com/office/drawing/2014/main" id="{FA5E62DB-A1F4-4B91-8610-989078F99163}"/>
              </a:ext>
            </a:extLst>
          </p:cNvPr>
          <p:cNvSpPr txBox="1"/>
          <p:nvPr/>
        </p:nvSpPr>
        <p:spPr>
          <a:xfrm>
            <a:off x="4312603" y="4286442"/>
            <a:ext cx="333042" cy="369332"/>
          </a:xfrm>
          <a:prstGeom prst="rect">
            <a:avLst/>
          </a:prstGeom>
          <a:noFill/>
        </p:spPr>
        <p:txBody>
          <a:bodyPr wrap="square" rtlCol="0">
            <a:spAutoFit/>
          </a:bodyPr>
          <a:lstStyle/>
          <a:p>
            <a:pPr algn="ctr"/>
            <a:r>
              <a:rPr lang="en-US" altLang="zh-CN" b="1" dirty="0">
                <a:latin typeface="+mn-ea"/>
              </a:rPr>
              <a:t>…</a:t>
            </a:r>
            <a:endParaRPr lang="zh-CN" altLang="en-US" b="1" dirty="0">
              <a:latin typeface="+mn-ea"/>
            </a:endParaRPr>
          </a:p>
        </p:txBody>
      </p:sp>
      <p:sp>
        <p:nvSpPr>
          <p:cNvPr id="121" name="文本框 120">
            <a:extLst>
              <a:ext uri="{FF2B5EF4-FFF2-40B4-BE49-F238E27FC236}">
                <a16:creationId xmlns:a16="http://schemas.microsoft.com/office/drawing/2014/main" id="{9CFE4946-D3A7-44E3-9151-66419B063403}"/>
              </a:ext>
            </a:extLst>
          </p:cNvPr>
          <p:cNvSpPr txBox="1"/>
          <p:nvPr/>
        </p:nvSpPr>
        <p:spPr>
          <a:xfrm>
            <a:off x="8539727" y="3291514"/>
            <a:ext cx="906549" cy="369332"/>
          </a:xfrm>
          <a:prstGeom prst="rect">
            <a:avLst/>
          </a:prstGeom>
          <a:noFill/>
        </p:spPr>
        <p:txBody>
          <a:bodyPr wrap="square" rtlCol="0">
            <a:spAutoFit/>
          </a:bodyPr>
          <a:lstStyle/>
          <a:p>
            <a:pPr algn="ctr"/>
            <a:r>
              <a:rPr lang="zh-CN" altLang="en-US" b="1" dirty="0">
                <a:latin typeface="+mn-ea"/>
              </a:rPr>
              <a:t>集线器</a:t>
            </a:r>
          </a:p>
        </p:txBody>
      </p:sp>
      <p:cxnSp>
        <p:nvCxnSpPr>
          <p:cNvPr id="122" name="直接连接符 121">
            <a:extLst>
              <a:ext uri="{FF2B5EF4-FFF2-40B4-BE49-F238E27FC236}">
                <a16:creationId xmlns:a16="http://schemas.microsoft.com/office/drawing/2014/main" id="{E2F5EF8B-90D9-4C96-B714-7210CCB6520F}"/>
              </a:ext>
            </a:extLst>
          </p:cNvPr>
          <p:cNvCxnSpPr/>
          <p:nvPr/>
        </p:nvCxnSpPr>
        <p:spPr>
          <a:xfrm flipV="1">
            <a:off x="7506069" y="3459010"/>
            <a:ext cx="794479" cy="1105612"/>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23" name="直接连接符 122">
            <a:extLst>
              <a:ext uri="{FF2B5EF4-FFF2-40B4-BE49-F238E27FC236}">
                <a16:creationId xmlns:a16="http://schemas.microsoft.com/office/drawing/2014/main" id="{473E2EDC-EC34-4F8A-8230-7B3992B55D36}"/>
              </a:ext>
            </a:extLst>
          </p:cNvPr>
          <p:cNvCxnSpPr>
            <a:cxnSpLocks/>
          </p:cNvCxnSpPr>
          <p:nvPr/>
        </p:nvCxnSpPr>
        <p:spPr>
          <a:xfrm flipH="1" flipV="1">
            <a:off x="8449292" y="3459010"/>
            <a:ext cx="628049" cy="983748"/>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24" name="直接连接符 123">
            <a:extLst>
              <a:ext uri="{FF2B5EF4-FFF2-40B4-BE49-F238E27FC236}">
                <a16:creationId xmlns:a16="http://schemas.microsoft.com/office/drawing/2014/main" id="{45A74001-13D1-4F02-BF54-B61F3C93AC4B}"/>
              </a:ext>
            </a:extLst>
          </p:cNvPr>
          <p:cNvCxnSpPr/>
          <p:nvPr/>
        </p:nvCxnSpPr>
        <p:spPr>
          <a:xfrm>
            <a:off x="8338368" y="3456776"/>
            <a:ext cx="0" cy="1062182"/>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pic>
        <p:nvPicPr>
          <p:cNvPr id="125" name="图形 10">
            <a:extLst>
              <a:ext uri="{FF2B5EF4-FFF2-40B4-BE49-F238E27FC236}">
                <a16:creationId xmlns:a16="http://schemas.microsoft.com/office/drawing/2014/main" id="{36B7DF63-0300-4DB2-BD84-0891417BF6B9}"/>
              </a:ext>
            </a:extLst>
          </p:cNvPr>
          <p:cNvPicPr>
            <a:picLocks noChangeAspect="1"/>
          </p:cNvPicPr>
          <p:nvPr/>
        </p:nvPicPr>
        <p:blipFill>
          <a:blip r:embed="rId3">
            <a:extLst>
              <a:ext uri="{28A0092B-C50C-407E-A947-70E740481C1C}">
                <a14:useLocalDpi xmlns:a14="http://schemas.microsoft.com/office/drawing/2010/main" val="0"/>
              </a:ext>
              <a:ext uri="{96DAC541-7B7A-43D3-8B79-37D633B846F1}">
                <asvg:svgBlip xmlns:asvg="http://schemas.microsoft.com/office/drawing/2016/SVG/main" r:embed="rId4"/>
              </a:ext>
            </a:extLst>
          </a:blip>
          <a:stretch>
            <a:fillRect/>
          </a:stretch>
        </p:blipFill>
        <p:spPr>
          <a:xfrm>
            <a:off x="7095695" y="4244081"/>
            <a:ext cx="662814" cy="641082"/>
          </a:xfrm>
          <a:prstGeom prst="rect">
            <a:avLst/>
          </a:prstGeom>
        </p:spPr>
      </p:pic>
      <p:pic>
        <p:nvPicPr>
          <p:cNvPr id="126" name="图形 10">
            <a:extLst>
              <a:ext uri="{FF2B5EF4-FFF2-40B4-BE49-F238E27FC236}">
                <a16:creationId xmlns:a16="http://schemas.microsoft.com/office/drawing/2014/main" id="{F502606E-B7D6-4F35-A1D8-944ECC271DA4}"/>
              </a:ext>
            </a:extLst>
          </p:cNvPr>
          <p:cNvPicPr>
            <a:picLocks noChangeAspect="1"/>
          </p:cNvPicPr>
          <p:nvPr/>
        </p:nvPicPr>
        <p:blipFill>
          <a:blip r:embed="rId3">
            <a:extLst>
              <a:ext uri="{28A0092B-C50C-407E-A947-70E740481C1C}">
                <a14:useLocalDpi xmlns:a14="http://schemas.microsoft.com/office/drawing/2010/main" val="0"/>
              </a:ext>
              <a:ext uri="{96DAC541-7B7A-43D3-8B79-37D633B846F1}">
                <asvg:svgBlip xmlns:asvg="http://schemas.microsoft.com/office/drawing/2016/SVG/main" r:embed="rId4"/>
              </a:ext>
            </a:extLst>
          </a:blip>
          <a:stretch>
            <a:fillRect/>
          </a:stretch>
        </p:blipFill>
        <p:spPr>
          <a:xfrm>
            <a:off x="8718812" y="4244081"/>
            <a:ext cx="662814" cy="641082"/>
          </a:xfrm>
          <a:prstGeom prst="rect">
            <a:avLst/>
          </a:prstGeom>
        </p:spPr>
      </p:pic>
      <p:pic>
        <p:nvPicPr>
          <p:cNvPr id="128" name="图形 10">
            <a:extLst>
              <a:ext uri="{FF2B5EF4-FFF2-40B4-BE49-F238E27FC236}">
                <a16:creationId xmlns:a16="http://schemas.microsoft.com/office/drawing/2014/main" id="{B93118F9-7F42-4F54-A9D6-990BCE8BBBCF}"/>
              </a:ext>
            </a:extLst>
          </p:cNvPr>
          <p:cNvPicPr>
            <a:picLocks noChangeAspect="1"/>
          </p:cNvPicPr>
          <p:nvPr/>
        </p:nvPicPr>
        <p:blipFill>
          <a:blip r:embed="rId3">
            <a:extLst>
              <a:ext uri="{28A0092B-C50C-407E-A947-70E740481C1C}">
                <a14:useLocalDpi xmlns:a14="http://schemas.microsoft.com/office/drawing/2010/main" val="0"/>
              </a:ext>
              <a:ext uri="{96DAC541-7B7A-43D3-8B79-37D633B846F1}">
                <asvg:svgBlip xmlns:asvg="http://schemas.microsoft.com/office/drawing/2016/SVG/main" r:embed="rId4"/>
              </a:ext>
            </a:extLst>
          </a:blip>
          <a:stretch>
            <a:fillRect/>
          </a:stretch>
        </p:blipFill>
        <p:spPr>
          <a:xfrm>
            <a:off x="7907254" y="4244081"/>
            <a:ext cx="662814" cy="641082"/>
          </a:xfrm>
          <a:prstGeom prst="rect">
            <a:avLst/>
          </a:prstGeom>
        </p:spPr>
      </p:pic>
      <p:sp>
        <p:nvSpPr>
          <p:cNvPr id="129" name="文本框 128">
            <a:extLst>
              <a:ext uri="{FF2B5EF4-FFF2-40B4-BE49-F238E27FC236}">
                <a16:creationId xmlns:a16="http://schemas.microsoft.com/office/drawing/2014/main" id="{6130107D-D69A-42D6-B237-6CC2426511EC}"/>
              </a:ext>
            </a:extLst>
          </p:cNvPr>
          <p:cNvSpPr txBox="1"/>
          <p:nvPr/>
        </p:nvSpPr>
        <p:spPr>
          <a:xfrm>
            <a:off x="8589416" y="4286442"/>
            <a:ext cx="333042" cy="369332"/>
          </a:xfrm>
          <a:prstGeom prst="rect">
            <a:avLst/>
          </a:prstGeom>
          <a:noFill/>
        </p:spPr>
        <p:txBody>
          <a:bodyPr wrap="square" rtlCol="0">
            <a:spAutoFit/>
          </a:bodyPr>
          <a:lstStyle/>
          <a:p>
            <a:pPr algn="ctr"/>
            <a:r>
              <a:rPr lang="en-US" altLang="zh-CN" b="1" dirty="0">
                <a:latin typeface="+mn-ea"/>
              </a:rPr>
              <a:t>…</a:t>
            </a:r>
            <a:endParaRPr lang="zh-CN" altLang="en-US" b="1" dirty="0">
              <a:latin typeface="+mn-ea"/>
            </a:endParaRPr>
          </a:p>
        </p:txBody>
      </p:sp>
      <p:cxnSp>
        <p:nvCxnSpPr>
          <p:cNvPr id="32" name="直接连接符 31">
            <a:extLst>
              <a:ext uri="{FF2B5EF4-FFF2-40B4-BE49-F238E27FC236}">
                <a16:creationId xmlns:a16="http://schemas.microsoft.com/office/drawing/2014/main" id="{B4E0682A-4621-40CD-8E7B-74A244AADE15}"/>
              </a:ext>
            </a:extLst>
          </p:cNvPr>
          <p:cNvCxnSpPr>
            <a:cxnSpLocks/>
          </p:cNvCxnSpPr>
          <p:nvPr/>
        </p:nvCxnSpPr>
        <p:spPr>
          <a:xfrm>
            <a:off x="4030313" y="3569748"/>
            <a:ext cx="1877106"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8" name="直接连接符 37">
            <a:extLst>
              <a:ext uri="{FF2B5EF4-FFF2-40B4-BE49-F238E27FC236}">
                <a16:creationId xmlns:a16="http://schemas.microsoft.com/office/drawing/2014/main" id="{6B372386-C32F-4A75-903C-D3C3A10E571A}"/>
              </a:ext>
            </a:extLst>
          </p:cNvPr>
          <p:cNvCxnSpPr>
            <a:cxnSpLocks/>
          </p:cNvCxnSpPr>
          <p:nvPr/>
        </p:nvCxnSpPr>
        <p:spPr>
          <a:xfrm>
            <a:off x="6300964" y="3568512"/>
            <a:ext cx="1877106"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pic>
        <p:nvPicPr>
          <p:cNvPr id="116" name="图片 115" descr="文本&#10;&#10;描述已自动生成">
            <a:extLst>
              <a:ext uri="{FF2B5EF4-FFF2-40B4-BE49-F238E27FC236}">
                <a16:creationId xmlns:a16="http://schemas.microsoft.com/office/drawing/2014/main" id="{0BE266EC-7BE1-4327-A8B2-1F390293116E}"/>
              </a:ext>
            </a:extLst>
          </p:cNvPr>
          <p:cNvPicPr>
            <a:picLocks noChangeAspect="1"/>
          </p:cNvPicPr>
          <p:nvPr/>
        </p:nvPicPr>
        <p:blipFill>
          <a:blip r:embed="rId5">
            <a:extLst>
              <a:ext uri="{28A0092B-C50C-407E-A947-70E740481C1C}">
                <a14:useLocalDpi xmlns:a14="http://schemas.microsoft.com/office/drawing/2010/main" val="0"/>
              </a:ext>
            </a:extLst>
          </a:blip>
          <a:stretch>
            <a:fillRect/>
          </a:stretch>
        </p:blipFill>
        <p:spPr>
          <a:xfrm>
            <a:off x="3642762" y="3219330"/>
            <a:ext cx="705470" cy="661378"/>
          </a:xfrm>
          <a:prstGeom prst="rect">
            <a:avLst/>
          </a:prstGeom>
        </p:spPr>
      </p:pic>
      <p:pic>
        <p:nvPicPr>
          <p:cNvPr id="127" name="图片 126" descr="文本&#10;&#10;描述已自动生成">
            <a:extLst>
              <a:ext uri="{FF2B5EF4-FFF2-40B4-BE49-F238E27FC236}">
                <a16:creationId xmlns:a16="http://schemas.microsoft.com/office/drawing/2014/main" id="{02487603-F949-4810-B38B-05C6C22C7FED}"/>
              </a:ext>
            </a:extLst>
          </p:cNvPr>
          <p:cNvPicPr>
            <a:picLocks noChangeAspect="1"/>
          </p:cNvPicPr>
          <p:nvPr/>
        </p:nvPicPr>
        <p:blipFill>
          <a:blip r:embed="rId5">
            <a:extLst>
              <a:ext uri="{28A0092B-C50C-407E-A947-70E740481C1C}">
                <a14:useLocalDpi xmlns:a14="http://schemas.microsoft.com/office/drawing/2010/main" val="0"/>
              </a:ext>
            </a:extLst>
          </a:blip>
          <a:stretch>
            <a:fillRect/>
          </a:stretch>
        </p:blipFill>
        <p:spPr>
          <a:xfrm>
            <a:off x="7919575" y="3219330"/>
            <a:ext cx="705470" cy="661378"/>
          </a:xfrm>
          <a:prstGeom prst="rect">
            <a:avLst/>
          </a:prstGeom>
        </p:spPr>
      </p:pic>
      <p:grpSp>
        <p:nvGrpSpPr>
          <p:cNvPr id="5" name="组合 4">
            <a:extLst>
              <a:ext uri="{FF2B5EF4-FFF2-40B4-BE49-F238E27FC236}">
                <a16:creationId xmlns:a16="http://schemas.microsoft.com/office/drawing/2014/main" id="{E837D8A2-5EC2-4A9D-BC6A-29E86BF62D34}"/>
              </a:ext>
            </a:extLst>
          </p:cNvPr>
          <p:cNvGrpSpPr/>
          <p:nvPr/>
        </p:nvGrpSpPr>
        <p:grpSpPr>
          <a:xfrm>
            <a:off x="5591236" y="2875687"/>
            <a:ext cx="930683" cy="984725"/>
            <a:chOff x="5591236" y="2875687"/>
            <a:chExt cx="930683" cy="984725"/>
          </a:xfrm>
        </p:grpSpPr>
        <p:sp>
          <p:nvSpPr>
            <p:cNvPr id="33" name="文本框 32">
              <a:extLst>
                <a:ext uri="{FF2B5EF4-FFF2-40B4-BE49-F238E27FC236}">
                  <a16:creationId xmlns:a16="http://schemas.microsoft.com/office/drawing/2014/main" id="{02B2746E-D987-4EDD-B1EF-54FC45B17C60}"/>
                </a:ext>
              </a:extLst>
            </p:cNvPr>
            <p:cNvSpPr txBox="1"/>
            <p:nvPr/>
          </p:nvSpPr>
          <p:spPr>
            <a:xfrm>
              <a:off x="5591236" y="2875687"/>
              <a:ext cx="930683" cy="369332"/>
            </a:xfrm>
            <a:prstGeom prst="rect">
              <a:avLst/>
            </a:prstGeom>
            <a:noFill/>
          </p:spPr>
          <p:txBody>
            <a:bodyPr wrap="square" rtlCol="0">
              <a:spAutoFit/>
            </a:bodyPr>
            <a:lstStyle/>
            <a:p>
              <a:pPr algn="ctr"/>
              <a:r>
                <a:rPr lang="zh-CN" altLang="en-US" b="1" dirty="0">
                  <a:latin typeface="+mn-ea"/>
                </a:rPr>
                <a:t>交换机</a:t>
              </a:r>
            </a:p>
          </p:txBody>
        </p:sp>
        <p:pic>
          <p:nvPicPr>
            <p:cNvPr id="35" name="图片 34" descr="图标&#10;&#10;描述已自动生成">
              <a:extLst>
                <a:ext uri="{FF2B5EF4-FFF2-40B4-BE49-F238E27FC236}">
                  <a16:creationId xmlns:a16="http://schemas.microsoft.com/office/drawing/2014/main" id="{A0A911EA-E4C7-4F99-9396-E7AE12044C05}"/>
                </a:ext>
              </a:extLst>
            </p:cNvPr>
            <p:cNvPicPr>
              <a:picLocks noChangeAspect="1"/>
            </p:cNvPicPr>
            <p:nvPr/>
          </p:nvPicPr>
          <p:blipFill>
            <a:blip r:embed="rId6">
              <a:extLst>
                <a:ext uri="{28A0092B-C50C-407E-A947-70E740481C1C}">
                  <a14:useLocalDpi xmlns:a14="http://schemas.microsoft.com/office/drawing/2010/main" val="0"/>
                </a:ext>
              </a:extLst>
            </a:blip>
            <a:stretch>
              <a:fillRect/>
            </a:stretch>
          </p:blipFill>
          <p:spPr>
            <a:xfrm>
              <a:off x="5829726" y="3219330"/>
              <a:ext cx="497392" cy="641082"/>
            </a:xfrm>
            <a:prstGeom prst="rect">
              <a:avLst/>
            </a:prstGeom>
          </p:spPr>
        </p:pic>
      </p:grpSp>
      <p:sp>
        <p:nvSpPr>
          <p:cNvPr id="36" name="平行四边形 35">
            <a:extLst>
              <a:ext uri="{FF2B5EF4-FFF2-40B4-BE49-F238E27FC236}">
                <a16:creationId xmlns:a16="http://schemas.microsoft.com/office/drawing/2014/main" id="{5EC23BD0-5CA8-1C06-B6E9-16A6F2CDB193}"/>
              </a:ext>
            </a:extLst>
          </p:cNvPr>
          <p:cNvSpPr/>
          <p:nvPr/>
        </p:nvSpPr>
        <p:spPr>
          <a:xfrm>
            <a:off x="304799" y="749300"/>
            <a:ext cx="688541" cy="387090"/>
          </a:xfrm>
          <a:prstGeom prst="parallelogram">
            <a:avLst/>
          </a:prstGeom>
          <a:solidFill>
            <a:schemeClr val="accent3">
              <a:lumMod val="75000"/>
            </a:schemeClr>
          </a:solidFill>
          <a:ln>
            <a:solidFill>
              <a:schemeClr val="accent3">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CN" sz="2200" dirty="0">
                <a:latin typeface="Impact" panose="020B0806030902050204" pitchFamily="34" charset="0"/>
              </a:rPr>
              <a:t>03</a:t>
            </a:r>
            <a:endParaRPr lang="zh-CN" altLang="en-US" sz="2200" dirty="0">
              <a:latin typeface="Impact" panose="020B0806030902050204" pitchFamily="34" charset="0"/>
            </a:endParaRPr>
          </a:p>
        </p:txBody>
      </p:sp>
    </p:spTree>
    <p:custDataLst>
      <p:tags r:id="rId1"/>
    </p:custDataLst>
    <p:extLst>
      <p:ext uri="{BB962C8B-B14F-4D97-AF65-F5344CB8AC3E}">
        <p14:creationId xmlns:p14="http://schemas.microsoft.com/office/powerpoint/2010/main" val="2705869257"/>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49" presetClass="entr" presetSubtype="0" decel="100000" fill="hold" nodeType="clickEffect">
                                  <p:stCondLst>
                                    <p:cond delay="0"/>
                                  </p:stCondLst>
                                  <p:childTnLst>
                                    <p:set>
                                      <p:cBhvr>
                                        <p:cTn id="6" dur="1" fill="hold">
                                          <p:stCondLst>
                                            <p:cond delay="0"/>
                                          </p:stCondLst>
                                        </p:cTn>
                                        <p:tgtEl>
                                          <p:spTgt spid="5"/>
                                        </p:tgtEl>
                                        <p:attrNameLst>
                                          <p:attrName>style.visibility</p:attrName>
                                        </p:attrNameLst>
                                      </p:cBhvr>
                                      <p:to>
                                        <p:strVal val="visible"/>
                                      </p:to>
                                    </p:set>
                                    <p:anim calcmode="lin" valueType="num">
                                      <p:cBhvr>
                                        <p:cTn id="7" dur="500" fill="hold"/>
                                        <p:tgtEl>
                                          <p:spTgt spid="5"/>
                                        </p:tgtEl>
                                        <p:attrNameLst>
                                          <p:attrName>ppt_w</p:attrName>
                                        </p:attrNameLst>
                                      </p:cBhvr>
                                      <p:tavLst>
                                        <p:tav tm="0">
                                          <p:val>
                                            <p:fltVal val="0"/>
                                          </p:val>
                                        </p:tav>
                                        <p:tav tm="100000">
                                          <p:val>
                                            <p:strVal val="#ppt_w"/>
                                          </p:val>
                                        </p:tav>
                                      </p:tavLst>
                                    </p:anim>
                                    <p:anim calcmode="lin" valueType="num">
                                      <p:cBhvr>
                                        <p:cTn id="8" dur="500" fill="hold"/>
                                        <p:tgtEl>
                                          <p:spTgt spid="5"/>
                                        </p:tgtEl>
                                        <p:attrNameLst>
                                          <p:attrName>ppt_h</p:attrName>
                                        </p:attrNameLst>
                                      </p:cBhvr>
                                      <p:tavLst>
                                        <p:tav tm="0">
                                          <p:val>
                                            <p:fltVal val="0"/>
                                          </p:val>
                                        </p:tav>
                                        <p:tav tm="100000">
                                          <p:val>
                                            <p:strVal val="#ppt_h"/>
                                          </p:val>
                                        </p:tav>
                                      </p:tavLst>
                                    </p:anim>
                                    <p:anim calcmode="lin" valueType="num">
                                      <p:cBhvr>
                                        <p:cTn id="9" dur="500" fill="hold"/>
                                        <p:tgtEl>
                                          <p:spTgt spid="5"/>
                                        </p:tgtEl>
                                        <p:attrNameLst>
                                          <p:attrName>style.rotation</p:attrName>
                                        </p:attrNameLst>
                                      </p:cBhvr>
                                      <p:tavLst>
                                        <p:tav tm="0">
                                          <p:val>
                                            <p:fltVal val="360"/>
                                          </p:val>
                                        </p:tav>
                                        <p:tav tm="100000">
                                          <p:val>
                                            <p:fltVal val="0"/>
                                          </p:val>
                                        </p:tav>
                                      </p:tavLst>
                                    </p:anim>
                                    <p:animEffect transition="in" filter="fade">
                                      <p:cBhvr>
                                        <p:cTn id="10" dur="500"/>
                                        <p:tgtEl>
                                          <p:spTgt spid="5"/>
                                        </p:tgtEl>
                                      </p:cBhvr>
                                    </p:animEffect>
                                  </p:childTnLst>
                                </p:cTn>
                              </p:par>
                            </p:childTnLst>
                          </p:cTn>
                        </p:par>
                        <p:par>
                          <p:cTn id="11" fill="hold">
                            <p:stCondLst>
                              <p:cond delay="500"/>
                            </p:stCondLst>
                            <p:childTnLst>
                              <p:par>
                                <p:cTn id="12" presetID="22" presetClass="entr" presetSubtype="2" fill="hold" nodeType="afterEffect">
                                  <p:stCondLst>
                                    <p:cond delay="0"/>
                                  </p:stCondLst>
                                  <p:childTnLst>
                                    <p:set>
                                      <p:cBhvr>
                                        <p:cTn id="13" dur="1" fill="hold">
                                          <p:stCondLst>
                                            <p:cond delay="0"/>
                                          </p:stCondLst>
                                        </p:cTn>
                                        <p:tgtEl>
                                          <p:spTgt spid="32"/>
                                        </p:tgtEl>
                                        <p:attrNameLst>
                                          <p:attrName>style.visibility</p:attrName>
                                        </p:attrNameLst>
                                      </p:cBhvr>
                                      <p:to>
                                        <p:strVal val="visible"/>
                                      </p:to>
                                    </p:set>
                                    <p:animEffect transition="in" filter="wipe(right)">
                                      <p:cBhvr>
                                        <p:cTn id="14" dur="500"/>
                                        <p:tgtEl>
                                          <p:spTgt spid="32"/>
                                        </p:tgtEl>
                                      </p:cBhvr>
                                    </p:animEffect>
                                  </p:childTnLst>
                                </p:cTn>
                              </p:par>
                              <p:par>
                                <p:cTn id="15" presetID="22" presetClass="entr" presetSubtype="8" fill="hold" nodeType="withEffect">
                                  <p:stCondLst>
                                    <p:cond delay="0"/>
                                  </p:stCondLst>
                                  <p:childTnLst>
                                    <p:set>
                                      <p:cBhvr>
                                        <p:cTn id="16" dur="1" fill="hold">
                                          <p:stCondLst>
                                            <p:cond delay="0"/>
                                          </p:stCondLst>
                                        </p:cTn>
                                        <p:tgtEl>
                                          <p:spTgt spid="38"/>
                                        </p:tgtEl>
                                        <p:attrNameLst>
                                          <p:attrName>style.visibility</p:attrName>
                                        </p:attrNameLst>
                                      </p:cBhvr>
                                      <p:to>
                                        <p:strVal val="visible"/>
                                      </p:to>
                                    </p:set>
                                    <p:animEffect transition="in" filter="wipe(left)">
                                      <p:cBhvr>
                                        <p:cTn id="17" dur="500"/>
                                        <p:tgtEl>
                                          <p:spTgt spid="38"/>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44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36" name="组合 35">
            <a:extLst>
              <a:ext uri="{FF2B5EF4-FFF2-40B4-BE49-F238E27FC236}">
                <a16:creationId xmlns:a16="http://schemas.microsoft.com/office/drawing/2014/main" id="{E0181A9E-11C4-4AF7-82E9-A0A16E62C479}"/>
              </a:ext>
            </a:extLst>
          </p:cNvPr>
          <p:cNvGrpSpPr/>
          <p:nvPr/>
        </p:nvGrpSpPr>
        <p:grpSpPr>
          <a:xfrm>
            <a:off x="2441829" y="1853656"/>
            <a:ext cx="7308341" cy="3636819"/>
            <a:chOff x="2441829" y="1853656"/>
            <a:chExt cx="7308341" cy="3636819"/>
          </a:xfrm>
        </p:grpSpPr>
        <p:sp>
          <p:nvSpPr>
            <p:cNvPr id="37" name="矩形: 圆角 36">
              <a:extLst>
                <a:ext uri="{FF2B5EF4-FFF2-40B4-BE49-F238E27FC236}">
                  <a16:creationId xmlns:a16="http://schemas.microsoft.com/office/drawing/2014/main" id="{E3BC32CF-9F83-4CF1-9F41-62638D75AC42}"/>
                </a:ext>
              </a:extLst>
            </p:cNvPr>
            <p:cNvSpPr/>
            <p:nvPr/>
          </p:nvSpPr>
          <p:spPr>
            <a:xfrm>
              <a:off x="2441829" y="1853656"/>
              <a:ext cx="7308341" cy="3636819"/>
            </a:xfrm>
            <a:prstGeom prst="roundRect">
              <a:avLst>
                <a:gd name="adj" fmla="val 6736"/>
              </a:avLst>
            </a:prstGeom>
            <a:solidFill>
              <a:schemeClr val="bg1">
                <a:lumMod val="95000"/>
              </a:schemeClr>
            </a:solidFill>
            <a:ln>
              <a:solidFill>
                <a:schemeClr val="tx1"/>
              </a:solidFill>
            </a:ln>
          </p:spPr>
          <p:style>
            <a:lnRef idx="2">
              <a:schemeClr val="accent3">
                <a:shade val="50000"/>
              </a:schemeClr>
            </a:lnRef>
            <a:fillRef idx="1">
              <a:schemeClr val="accent3"/>
            </a:fillRef>
            <a:effectRef idx="0">
              <a:schemeClr val="accent3"/>
            </a:effectRef>
            <a:fontRef idx="minor">
              <a:schemeClr val="lt1"/>
            </a:fontRef>
          </p:style>
          <p:txBody>
            <a:bodyPr rtlCol="0" anchor="ctr"/>
            <a:lstStyle/>
            <a:p>
              <a:pPr algn="ctr"/>
              <a:endParaRPr lang="zh-CN" altLang="en-US"/>
            </a:p>
          </p:txBody>
        </p:sp>
        <p:sp>
          <p:nvSpPr>
            <p:cNvPr id="39" name="文本框 38">
              <a:extLst>
                <a:ext uri="{FF2B5EF4-FFF2-40B4-BE49-F238E27FC236}">
                  <a16:creationId xmlns:a16="http://schemas.microsoft.com/office/drawing/2014/main" id="{0FC0A818-11AA-4E62-B140-9597C5B1153F}"/>
                </a:ext>
              </a:extLst>
            </p:cNvPr>
            <p:cNvSpPr txBox="1"/>
            <p:nvPr/>
          </p:nvSpPr>
          <p:spPr>
            <a:xfrm>
              <a:off x="3850580" y="2037770"/>
              <a:ext cx="4503993" cy="369332"/>
            </a:xfrm>
            <a:prstGeom prst="rect">
              <a:avLst/>
            </a:prstGeom>
            <a:noFill/>
          </p:spPr>
          <p:txBody>
            <a:bodyPr wrap="square" rtlCol="0">
              <a:spAutoFit/>
            </a:bodyPr>
            <a:lstStyle/>
            <a:p>
              <a:pPr algn="ctr"/>
              <a:r>
                <a:rPr lang="zh-CN" altLang="en-US" b="1" dirty="0">
                  <a:latin typeface="+mn-ea"/>
                </a:rPr>
                <a:t>一个更大的广播域和两个独立的碰撞域</a:t>
              </a:r>
            </a:p>
          </p:txBody>
        </p:sp>
      </p:grpSp>
      <p:sp>
        <p:nvSpPr>
          <p:cNvPr id="40" name="文本框 39">
            <a:extLst>
              <a:ext uri="{FF2B5EF4-FFF2-40B4-BE49-F238E27FC236}">
                <a16:creationId xmlns:a16="http://schemas.microsoft.com/office/drawing/2014/main" id="{8678909A-6A06-48F9-9C06-6C152519B0CF}"/>
              </a:ext>
            </a:extLst>
          </p:cNvPr>
          <p:cNvSpPr txBox="1"/>
          <p:nvPr/>
        </p:nvSpPr>
        <p:spPr>
          <a:xfrm>
            <a:off x="5252755" y="3831553"/>
            <a:ext cx="1704564" cy="646331"/>
          </a:xfrm>
          <a:prstGeom prst="rect">
            <a:avLst/>
          </a:prstGeom>
          <a:noFill/>
        </p:spPr>
        <p:txBody>
          <a:bodyPr wrap="square" rtlCol="0">
            <a:spAutoFit/>
          </a:bodyPr>
          <a:lstStyle/>
          <a:p>
            <a:pPr algn="ctr"/>
            <a:r>
              <a:rPr lang="zh-CN" altLang="en-US" b="1" dirty="0">
                <a:solidFill>
                  <a:schemeClr val="accent1">
                    <a:lumMod val="75000"/>
                  </a:schemeClr>
                </a:solidFill>
                <a:latin typeface="+mn-ea"/>
              </a:rPr>
              <a:t>扩大了广播域</a:t>
            </a:r>
            <a:endParaRPr lang="en-US" altLang="zh-CN" b="1" dirty="0">
              <a:solidFill>
                <a:schemeClr val="accent1">
                  <a:lumMod val="75000"/>
                </a:schemeClr>
              </a:solidFill>
              <a:latin typeface="+mn-ea"/>
            </a:endParaRPr>
          </a:p>
          <a:p>
            <a:pPr algn="ctr"/>
            <a:r>
              <a:rPr lang="zh-CN" altLang="en-US" b="1" dirty="0">
                <a:solidFill>
                  <a:schemeClr val="accent1">
                    <a:lumMod val="75000"/>
                  </a:schemeClr>
                </a:solidFill>
                <a:latin typeface="+mn-ea"/>
              </a:rPr>
              <a:t>隔离了碰撞域</a:t>
            </a:r>
          </a:p>
        </p:txBody>
      </p:sp>
      <p:grpSp>
        <p:nvGrpSpPr>
          <p:cNvPr id="20" name="组合 19">
            <a:extLst>
              <a:ext uri="{FF2B5EF4-FFF2-40B4-BE49-F238E27FC236}">
                <a16:creationId xmlns:a16="http://schemas.microsoft.com/office/drawing/2014/main" id="{5628AED0-D1D4-41BC-9F3A-8242F3F18750}"/>
              </a:ext>
            </a:extLst>
          </p:cNvPr>
          <p:cNvGrpSpPr/>
          <p:nvPr/>
        </p:nvGrpSpPr>
        <p:grpSpPr>
          <a:xfrm>
            <a:off x="7010847" y="2661294"/>
            <a:ext cx="2447118" cy="2403764"/>
            <a:chOff x="7010847" y="2661294"/>
            <a:chExt cx="2447118" cy="2403764"/>
          </a:xfrm>
        </p:grpSpPr>
        <p:sp>
          <p:nvSpPr>
            <p:cNvPr id="120" name="矩形: 圆角 119">
              <a:extLst>
                <a:ext uri="{FF2B5EF4-FFF2-40B4-BE49-F238E27FC236}">
                  <a16:creationId xmlns:a16="http://schemas.microsoft.com/office/drawing/2014/main" id="{6EE7A526-16F4-4B19-8709-71273415A25A}"/>
                </a:ext>
              </a:extLst>
            </p:cNvPr>
            <p:cNvSpPr/>
            <p:nvPr/>
          </p:nvSpPr>
          <p:spPr>
            <a:xfrm>
              <a:off x="7010847" y="2661294"/>
              <a:ext cx="2447118" cy="2403764"/>
            </a:xfrm>
            <a:prstGeom prst="roundRect">
              <a:avLst>
                <a:gd name="adj" fmla="val 6736"/>
              </a:avLst>
            </a:prstGeom>
            <a:solidFill>
              <a:schemeClr val="bg1">
                <a:lumMod val="95000"/>
              </a:schemeClr>
            </a:solidFill>
            <a:ln>
              <a:solidFill>
                <a:schemeClr val="tx1"/>
              </a:solidFill>
            </a:ln>
          </p:spPr>
          <p:style>
            <a:lnRef idx="2">
              <a:schemeClr val="accent3">
                <a:shade val="50000"/>
              </a:schemeClr>
            </a:lnRef>
            <a:fillRef idx="1">
              <a:schemeClr val="accent3"/>
            </a:fillRef>
            <a:effectRef idx="0">
              <a:schemeClr val="accent3"/>
            </a:effectRef>
            <a:fontRef idx="minor">
              <a:schemeClr val="lt1"/>
            </a:fontRef>
          </p:style>
          <p:txBody>
            <a:bodyPr rtlCol="0" anchor="ctr"/>
            <a:lstStyle/>
            <a:p>
              <a:pPr algn="ctr"/>
              <a:endParaRPr lang="zh-CN" altLang="en-US" b="1">
                <a:latin typeface="+mn-ea"/>
              </a:endParaRPr>
            </a:p>
          </p:txBody>
        </p:sp>
        <p:sp>
          <p:nvSpPr>
            <p:cNvPr id="130" name="文本框 129">
              <a:extLst>
                <a:ext uri="{FF2B5EF4-FFF2-40B4-BE49-F238E27FC236}">
                  <a16:creationId xmlns:a16="http://schemas.microsoft.com/office/drawing/2014/main" id="{3C5F4CE6-BF0F-4EC6-87D4-15931309FCC4}"/>
                </a:ext>
              </a:extLst>
            </p:cNvPr>
            <p:cNvSpPr txBox="1"/>
            <p:nvPr/>
          </p:nvSpPr>
          <p:spPr>
            <a:xfrm>
              <a:off x="7363990" y="2776925"/>
              <a:ext cx="1816640" cy="369332"/>
            </a:xfrm>
            <a:prstGeom prst="rect">
              <a:avLst/>
            </a:prstGeom>
            <a:noFill/>
          </p:spPr>
          <p:txBody>
            <a:bodyPr wrap="square" rtlCol="0">
              <a:spAutoFit/>
            </a:bodyPr>
            <a:lstStyle/>
            <a:p>
              <a:pPr algn="ctr"/>
              <a:r>
                <a:rPr lang="zh-CN" altLang="en-US" b="1" dirty="0">
                  <a:latin typeface="+mn-ea"/>
                </a:rPr>
                <a:t>碰撞域</a:t>
              </a:r>
            </a:p>
          </p:txBody>
        </p:sp>
      </p:grpSp>
      <p:grpSp>
        <p:nvGrpSpPr>
          <p:cNvPr id="10" name="组合 9">
            <a:extLst>
              <a:ext uri="{FF2B5EF4-FFF2-40B4-BE49-F238E27FC236}">
                <a16:creationId xmlns:a16="http://schemas.microsoft.com/office/drawing/2014/main" id="{8C7EC438-7C41-4471-AF4F-7AA5616F0C63}"/>
              </a:ext>
            </a:extLst>
          </p:cNvPr>
          <p:cNvGrpSpPr/>
          <p:nvPr/>
        </p:nvGrpSpPr>
        <p:grpSpPr>
          <a:xfrm>
            <a:off x="2734034" y="2661294"/>
            <a:ext cx="2447118" cy="2403764"/>
            <a:chOff x="2734034" y="2661294"/>
            <a:chExt cx="2447118" cy="2403764"/>
          </a:xfrm>
        </p:grpSpPr>
        <p:sp>
          <p:nvSpPr>
            <p:cNvPr id="102" name="矩形: 圆角 101">
              <a:extLst>
                <a:ext uri="{FF2B5EF4-FFF2-40B4-BE49-F238E27FC236}">
                  <a16:creationId xmlns:a16="http://schemas.microsoft.com/office/drawing/2014/main" id="{69BF75CE-0BE6-4817-BEC3-483925B235DA}"/>
                </a:ext>
              </a:extLst>
            </p:cNvPr>
            <p:cNvSpPr/>
            <p:nvPr/>
          </p:nvSpPr>
          <p:spPr>
            <a:xfrm>
              <a:off x="2734034" y="2661294"/>
              <a:ext cx="2447118" cy="2403764"/>
            </a:xfrm>
            <a:prstGeom prst="roundRect">
              <a:avLst>
                <a:gd name="adj" fmla="val 6736"/>
              </a:avLst>
            </a:prstGeom>
            <a:solidFill>
              <a:schemeClr val="bg1">
                <a:lumMod val="95000"/>
              </a:schemeClr>
            </a:solidFill>
            <a:ln>
              <a:solidFill>
                <a:schemeClr val="tx1"/>
              </a:solidFill>
            </a:ln>
          </p:spPr>
          <p:style>
            <a:lnRef idx="2">
              <a:schemeClr val="accent3">
                <a:shade val="50000"/>
              </a:schemeClr>
            </a:lnRef>
            <a:fillRef idx="1">
              <a:schemeClr val="accent3"/>
            </a:fillRef>
            <a:effectRef idx="0">
              <a:schemeClr val="accent3"/>
            </a:effectRef>
            <a:fontRef idx="minor">
              <a:schemeClr val="lt1"/>
            </a:fontRef>
          </p:style>
          <p:txBody>
            <a:bodyPr rtlCol="0" anchor="ctr"/>
            <a:lstStyle/>
            <a:p>
              <a:pPr algn="ctr"/>
              <a:endParaRPr lang="zh-CN" altLang="en-US" b="1">
                <a:latin typeface="+mn-ea"/>
              </a:endParaRPr>
            </a:p>
          </p:txBody>
        </p:sp>
        <p:sp>
          <p:nvSpPr>
            <p:cNvPr id="119" name="文本框 118">
              <a:extLst>
                <a:ext uri="{FF2B5EF4-FFF2-40B4-BE49-F238E27FC236}">
                  <a16:creationId xmlns:a16="http://schemas.microsoft.com/office/drawing/2014/main" id="{8494AF68-AC27-4F94-B6E2-654BA5D89F29}"/>
                </a:ext>
              </a:extLst>
            </p:cNvPr>
            <p:cNvSpPr txBox="1"/>
            <p:nvPr/>
          </p:nvSpPr>
          <p:spPr>
            <a:xfrm>
              <a:off x="3087177" y="2776925"/>
              <a:ext cx="1816640" cy="369332"/>
            </a:xfrm>
            <a:prstGeom prst="rect">
              <a:avLst/>
            </a:prstGeom>
            <a:noFill/>
          </p:spPr>
          <p:txBody>
            <a:bodyPr wrap="square" rtlCol="0">
              <a:spAutoFit/>
            </a:bodyPr>
            <a:lstStyle/>
            <a:p>
              <a:pPr algn="ctr"/>
              <a:r>
                <a:rPr lang="zh-CN" altLang="en-US" b="1" dirty="0">
                  <a:latin typeface="+mn-ea"/>
                </a:rPr>
                <a:t>碰撞域</a:t>
              </a:r>
            </a:p>
          </p:txBody>
        </p:sp>
      </p:grpSp>
      <p:grpSp>
        <p:nvGrpSpPr>
          <p:cNvPr id="4" name="组合 3">
            <a:extLst>
              <a:ext uri="{FF2B5EF4-FFF2-40B4-BE49-F238E27FC236}">
                <a16:creationId xmlns:a16="http://schemas.microsoft.com/office/drawing/2014/main" id="{9A1EA9F2-FCB6-48C3-935F-7AE7E3AD14AC}"/>
              </a:ext>
            </a:extLst>
          </p:cNvPr>
          <p:cNvGrpSpPr/>
          <p:nvPr/>
        </p:nvGrpSpPr>
        <p:grpSpPr>
          <a:xfrm>
            <a:off x="304800" y="749300"/>
            <a:ext cx="4938199" cy="400110"/>
            <a:chOff x="424117" y="898245"/>
            <a:chExt cx="4938199" cy="400110"/>
          </a:xfrm>
        </p:grpSpPr>
        <p:sp>
          <p:nvSpPr>
            <p:cNvPr id="2" name="平行四边形 1">
              <a:extLst>
                <a:ext uri="{FF2B5EF4-FFF2-40B4-BE49-F238E27FC236}">
                  <a16:creationId xmlns:a16="http://schemas.microsoft.com/office/drawing/2014/main" id="{1F5BAA3F-9845-4F89-A2DD-8222D3E4EDAC}"/>
                </a:ext>
              </a:extLst>
            </p:cNvPr>
            <p:cNvSpPr/>
            <p:nvPr/>
          </p:nvSpPr>
          <p:spPr>
            <a:xfrm>
              <a:off x="424117" y="898245"/>
              <a:ext cx="628306" cy="387090"/>
            </a:xfrm>
            <a:prstGeom prst="parallelogram">
              <a:avLst/>
            </a:prstGeom>
            <a:solidFill>
              <a:schemeClr val="accent3">
                <a:lumMod val="75000"/>
              </a:schemeClr>
            </a:solidFill>
            <a:ln>
              <a:solidFill>
                <a:schemeClr val="accent3">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CN" sz="2200" dirty="0">
                  <a:latin typeface="Impact" panose="020B0806030902050204" pitchFamily="34" charset="0"/>
                </a:rPr>
                <a:t>01</a:t>
              </a:r>
              <a:endParaRPr lang="zh-CN" altLang="en-US" sz="2200" dirty="0">
                <a:latin typeface="Impact" panose="020B0806030902050204" pitchFamily="34" charset="0"/>
              </a:endParaRPr>
            </a:p>
          </p:txBody>
        </p:sp>
        <p:sp>
          <p:nvSpPr>
            <p:cNvPr id="3" name="文本框 2">
              <a:extLst>
                <a:ext uri="{FF2B5EF4-FFF2-40B4-BE49-F238E27FC236}">
                  <a16:creationId xmlns:a16="http://schemas.microsoft.com/office/drawing/2014/main" id="{4D6BD736-A4D3-4F26-AFED-36E11F50F70B}"/>
                </a:ext>
              </a:extLst>
            </p:cNvPr>
            <p:cNvSpPr txBox="1"/>
            <p:nvPr/>
          </p:nvSpPr>
          <p:spPr>
            <a:xfrm>
              <a:off x="1052423" y="898245"/>
              <a:ext cx="4309893" cy="400110"/>
            </a:xfrm>
            <a:prstGeom prst="rect">
              <a:avLst/>
            </a:prstGeom>
            <a:noFill/>
          </p:spPr>
          <p:txBody>
            <a:bodyPr wrap="square" rtlCol="0">
              <a:spAutoFit/>
            </a:bodyPr>
            <a:lstStyle/>
            <a:p>
              <a:r>
                <a:rPr lang="zh-CN" altLang="en-US" sz="2000" b="1" dirty="0">
                  <a:solidFill>
                    <a:schemeClr val="tx1"/>
                  </a:solidFill>
                  <a:latin typeface="Arial Narrow" panose="020B0606020202030204" pitchFamily="34" charset="0"/>
                </a:rPr>
                <a:t>共享式以太网与交换式以太网的对比</a:t>
              </a:r>
              <a:endParaRPr lang="en-US" altLang="zh-CN" sz="2000" b="1" dirty="0">
                <a:solidFill>
                  <a:schemeClr val="tx1"/>
                </a:solidFill>
                <a:latin typeface="Arial Narrow" panose="020B0606020202030204" pitchFamily="34" charset="0"/>
              </a:endParaRPr>
            </a:p>
          </p:txBody>
        </p:sp>
      </p:grpSp>
      <p:sp>
        <p:nvSpPr>
          <p:cNvPr id="72" name="文本框 71">
            <a:extLst>
              <a:ext uri="{FF2B5EF4-FFF2-40B4-BE49-F238E27FC236}">
                <a16:creationId xmlns:a16="http://schemas.microsoft.com/office/drawing/2014/main" id="{694982CA-BBE3-4971-A06F-36B59AA7466A}"/>
              </a:ext>
            </a:extLst>
          </p:cNvPr>
          <p:cNvSpPr txBox="1"/>
          <p:nvPr/>
        </p:nvSpPr>
        <p:spPr>
          <a:xfrm>
            <a:off x="5130878" y="736280"/>
            <a:ext cx="2922270" cy="400110"/>
          </a:xfrm>
          <a:prstGeom prst="rect">
            <a:avLst/>
          </a:prstGeom>
          <a:noFill/>
        </p:spPr>
        <p:txBody>
          <a:bodyPr wrap="square" rtlCol="0">
            <a:spAutoFit/>
          </a:bodyPr>
          <a:lstStyle/>
          <a:p>
            <a:r>
              <a:rPr lang="en-US" altLang="zh-CN" sz="2000" b="1" dirty="0">
                <a:solidFill>
                  <a:schemeClr val="tx1"/>
                </a:solidFill>
                <a:latin typeface="Arial Narrow" panose="020B0606020202030204" pitchFamily="34" charset="0"/>
              </a:rPr>
              <a:t>(</a:t>
            </a:r>
            <a:r>
              <a:rPr lang="zh-CN" altLang="en-US" sz="2000" b="1" dirty="0">
                <a:solidFill>
                  <a:schemeClr val="tx1"/>
                </a:solidFill>
                <a:latin typeface="Arial Narrow" panose="020B0606020202030204" pitchFamily="34" charset="0"/>
              </a:rPr>
              <a:t>集线器与交换机的对比</a:t>
            </a:r>
            <a:r>
              <a:rPr lang="en-US" altLang="zh-CN" sz="2000" b="1" dirty="0">
                <a:solidFill>
                  <a:schemeClr val="tx1"/>
                </a:solidFill>
                <a:latin typeface="Arial Narrow" panose="020B0606020202030204" pitchFamily="34" charset="0"/>
              </a:rPr>
              <a:t>)</a:t>
            </a:r>
          </a:p>
        </p:txBody>
      </p:sp>
      <p:sp>
        <p:nvSpPr>
          <p:cNvPr id="103" name="文本框 102">
            <a:extLst>
              <a:ext uri="{FF2B5EF4-FFF2-40B4-BE49-F238E27FC236}">
                <a16:creationId xmlns:a16="http://schemas.microsoft.com/office/drawing/2014/main" id="{3AE47C88-6170-4638-BE3B-0FBE34CD33AC}"/>
              </a:ext>
            </a:extLst>
          </p:cNvPr>
          <p:cNvSpPr txBox="1"/>
          <p:nvPr/>
        </p:nvSpPr>
        <p:spPr>
          <a:xfrm>
            <a:off x="2803564" y="3291514"/>
            <a:ext cx="930683" cy="369332"/>
          </a:xfrm>
          <a:prstGeom prst="rect">
            <a:avLst/>
          </a:prstGeom>
          <a:noFill/>
        </p:spPr>
        <p:txBody>
          <a:bodyPr wrap="square" rtlCol="0">
            <a:spAutoFit/>
          </a:bodyPr>
          <a:lstStyle/>
          <a:p>
            <a:pPr algn="ctr"/>
            <a:r>
              <a:rPr lang="zh-CN" altLang="en-US" b="1" dirty="0">
                <a:latin typeface="+mn-ea"/>
              </a:rPr>
              <a:t>集线器</a:t>
            </a:r>
          </a:p>
        </p:txBody>
      </p:sp>
      <p:cxnSp>
        <p:nvCxnSpPr>
          <p:cNvPr id="107" name="直接连接符 106">
            <a:extLst>
              <a:ext uri="{FF2B5EF4-FFF2-40B4-BE49-F238E27FC236}">
                <a16:creationId xmlns:a16="http://schemas.microsoft.com/office/drawing/2014/main" id="{754BED1B-F225-474D-B20E-BA1AC92EDC38}"/>
              </a:ext>
            </a:extLst>
          </p:cNvPr>
          <p:cNvCxnSpPr/>
          <p:nvPr/>
        </p:nvCxnSpPr>
        <p:spPr>
          <a:xfrm flipV="1">
            <a:off x="3229256" y="3459010"/>
            <a:ext cx="794479" cy="1105612"/>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08" name="直接连接符 107">
            <a:extLst>
              <a:ext uri="{FF2B5EF4-FFF2-40B4-BE49-F238E27FC236}">
                <a16:creationId xmlns:a16="http://schemas.microsoft.com/office/drawing/2014/main" id="{A152385D-7EE1-43AA-AA77-C1CD2C450021}"/>
              </a:ext>
            </a:extLst>
          </p:cNvPr>
          <p:cNvCxnSpPr>
            <a:cxnSpLocks/>
          </p:cNvCxnSpPr>
          <p:nvPr/>
        </p:nvCxnSpPr>
        <p:spPr>
          <a:xfrm flipH="1" flipV="1">
            <a:off x="4172479" y="3459010"/>
            <a:ext cx="628049" cy="983748"/>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13" name="直接连接符 112">
            <a:extLst>
              <a:ext uri="{FF2B5EF4-FFF2-40B4-BE49-F238E27FC236}">
                <a16:creationId xmlns:a16="http://schemas.microsoft.com/office/drawing/2014/main" id="{FC175958-008A-4CBE-974C-DA2B05EDAB12}"/>
              </a:ext>
            </a:extLst>
          </p:cNvPr>
          <p:cNvCxnSpPr/>
          <p:nvPr/>
        </p:nvCxnSpPr>
        <p:spPr>
          <a:xfrm>
            <a:off x="4061555" y="3456776"/>
            <a:ext cx="0" cy="1062182"/>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pic>
        <p:nvPicPr>
          <p:cNvPr id="114" name="图形 10">
            <a:extLst>
              <a:ext uri="{FF2B5EF4-FFF2-40B4-BE49-F238E27FC236}">
                <a16:creationId xmlns:a16="http://schemas.microsoft.com/office/drawing/2014/main" id="{64D4EE57-81BF-4D6F-A094-3E9456F6CAF3}"/>
              </a:ext>
            </a:extLst>
          </p:cNvPr>
          <p:cNvPicPr>
            <a:picLocks noChangeAspect="1"/>
          </p:cNvPicPr>
          <p:nvPr/>
        </p:nvPicPr>
        <p:blipFill>
          <a:blip r:embed="rId3">
            <a:extLst>
              <a:ext uri="{28A0092B-C50C-407E-A947-70E740481C1C}">
                <a14:useLocalDpi xmlns:a14="http://schemas.microsoft.com/office/drawing/2010/main" val="0"/>
              </a:ext>
              <a:ext uri="{96DAC541-7B7A-43D3-8B79-37D633B846F1}">
                <asvg:svgBlip xmlns:asvg="http://schemas.microsoft.com/office/drawing/2016/SVG/main" r:embed="rId4"/>
              </a:ext>
            </a:extLst>
          </a:blip>
          <a:stretch>
            <a:fillRect/>
          </a:stretch>
        </p:blipFill>
        <p:spPr>
          <a:xfrm>
            <a:off x="2818882" y="4244081"/>
            <a:ext cx="662814" cy="641082"/>
          </a:xfrm>
          <a:prstGeom prst="rect">
            <a:avLst/>
          </a:prstGeom>
        </p:spPr>
      </p:pic>
      <p:pic>
        <p:nvPicPr>
          <p:cNvPr id="115" name="图形 10">
            <a:extLst>
              <a:ext uri="{FF2B5EF4-FFF2-40B4-BE49-F238E27FC236}">
                <a16:creationId xmlns:a16="http://schemas.microsoft.com/office/drawing/2014/main" id="{2118A0AF-AD6D-49E3-A6F8-F147390D7B87}"/>
              </a:ext>
            </a:extLst>
          </p:cNvPr>
          <p:cNvPicPr>
            <a:picLocks noChangeAspect="1"/>
          </p:cNvPicPr>
          <p:nvPr/>
        </p:nvPicPr>
        <p:blipFill>
          <a:blip r:embed="rId3">
            <a:extLst>
              <a:ext uri="{28A0092B-C50C-407E-A947-70E740481C1C}">
                <a14:useLocalDpi xmlns:a14="http://schemas.microsoft.com/office/drawing/2010/main" val="0"/>
              </a:ext>
              <a:ext uri="{96DAC541-7B7A-43D3-8B79-37D633B846F1}">
                <asvg:svgBlip xmlns:asvg="http://schemas.microsoft.com/office/drawing/2016/SVG/main" r:embed="rId4"/>
              </a:ext>
            </a:extLst>
          </a:blip>
          <a:stretch>
            <a:fillRect/>
          </a:stretch>
        </p:blipFill>
        <p:spPr>
          <a:xfrm>
            <a:off x="4441999" y="4244081"/>
            <a:ext cx="662814" cy="641082"/>
          </a:xfrm>
          <a:prstGeom prst="rect">
            <a:avLst/>
          </a:prstGeom>
        </p:spPr>
      </p:pic>
      <p:pic>
        <p:nvPicPr>
          <p:cNvPr id="117" name="图形 10">
            <a:extLst>
              <a:ext uri="{FF2B5EF4-FFF2-40B4-BE49-F238E27FC236}">
                <a16:creationId xmlns:a16="http://schemas.microsoft.com/office/drawing/2014/main" id="{8D5E6A4F-9D2A-4FB2-8068-C458C7477EDA}"/>
              </a:ext>
            </a:extLst>
          </p:cNvPr>
          <p:cNvPicPr>
            <a:picLocks noChangeAspect="1"/>
          </p:cNvPicPr>
          <p:nvPr/>
        </p:nvPicPr>
        <p:blipFill>
          <a:blip r:embed="rId3">
            <a:extLst>
              <a:ext uri="{28A0092B-C50C-407E-A947-70E740481C1C}">
                <a14:useLocalDpi xmlns:a14="http://schemas.microsoft.com/office/drawing/2010/main" val="0"/>
              </a:ext>
              <a:ext uri="{96DAC541-7B7A-43D3-8B79-37D633B846F1}">
                <asvg:svgBlip xmlns:asvg="http://schemas.microsoft.com/office/drawing/2016/SVG/main" r:embed="rId4"/>
              </a:ext>
            </a:extLst>
          </a:blip>
          <a:stretch>
            <a:fillRect/>
          </a:stretch>
        </p:blipFill>
        <p:spPr>
          <a:xfrm>
            <a:off x="3630441" y="4244081"/>
            <a:ext cx="662814" cy="641082"/>
          </a:xfrm>
          <a:prstGeom prst="rect">
            <a:avLst/>
          </a:prstGeom>
        </p:spPr>
      </p:pic>
      <p:sp>
        <p:nvSpPr>
          <p:cNvPr id="118" name="文本框 117">
            <a:extLst>
              <a:ext uri="{FF2B5EF4-FFF2-40B4-BE49-F238E27FC236}">
                <a16:creationId xmlns:a16="http://schemas.microsoft.com/office/drawing/2014/main" id="{FA5E62DB-A1F4-4B91-8610-989078F99163}"/>
              </a:ext>
            </a:extLst>
          </p:cNvPr>
          <p:cNvSpPr txBox="1"/>
          <p:nvPr/>
        </p:nvSpPr>
        <p:spPr>
          <a:xfrm>
            <a:off x="4312603" y="4286442"/>
            <a:ext cx="333042" cy="369332"/>
          </a:xfrm>
          <a:prstGeom prst="rect">
            <a:avLst/>
          </a:prstGeom>
          <a:noFill/>
        </p:spPr>
        <p:txBody>
          <a:bodyPr wrap="square" rtlCol="0">
            <a:spAutoFit/>
          </a:bodyPr>
          <a:lstStyle/>
          <a:p>
            <a:pPr algn="ctr"/>
            <a:r>
              <a:rPr lang="en-US" altLang="zh-CN" b="1" dirty="0">
                <a:latin typeface="+mn-ea"/>
              </a:rPr>
              <a:t>…</a:t>
            </a:r>
            <a:endParaRPr lang="zh-CN" altLang="en-US" b="1" dirty="0">
              <a:latin typeface="+mn-ea"/>
            </a:endParaRPr>
          </a:p>
        </p:txBody>
      </p:sp>
      <p:sp>
        <p:nvSpPr>
          <p:cNvPr id="121" name="文本框 120">
            <a:extLst>
              <a:ext uri="{FF2B5EF4-FFF2-40B4-BE49-F238E27FC236}">
                <a16:creationId xmlns:a16="http://schemas.microsoft.com/office/drawing/2014/main" id="{9CFE4946-D3A7-44E3-9151-66419B063403}"/>
              </a:ext>
            </a:extLst>
          </p:cNvPr>
          <p:cNvSpPr txBox="1"/>
          <p:nvPr/>
        </p:nvSpPr>
        <p:spPr>
          <a:xfrm>
            <a:off x="8539727" y="3291514"/>
            <a:ext cx="906549" cy="369332"/>
          </a:xfrm>
          <a:prstGeom prst="rect">
            <a:avLst/>
          </a:prstGeom>
          <a:noFill/>
        </p:spPr>
        <p:txBody>
          <a:bodyPr wrap="square" rtlCol="0">
            <a:spAutoFit/>
          </a:bodyPr>
          <a:lstStyle/>
          <a:p>
            <a:pPr algn="ctr"/>
            <a:r>
              <a:rPr lang="zh-CN" altLang="en-US" b="1" dirty="0">
                <a:latin typeface="+mn-ea"/>
              </a:rPr>
              <a:t>集线器</a:t>
            </a:r>
          </a:p>
        </p:txBody>
      </p:sp>
      <p:cxnSp>
        <p:nvCxnSpPr>
          <p:cNvPr id="122" name="直接连接符 121">
            <a:extLst>
              <a:ext uri="{FF2B5EF4-FFF2-40B4-BE49-F238E27FC236}">
                <a16:creationId xmlns:a16="http://schemas.microsoft.com/office/drawing/2014/main" id="{E2F5EF8B-90D9-4C96-B714-7210CCB6520F}"/>
              </a:ext>
            </a:extLst>
          </p:cNvPr>
          <p:cNvCxnSpPr/>
          <p:nvPr/>
        </p:nvCxnSpPr>
        <p:spPr>
          <a:xfrm flipV="1">
            <a:off x="7506069" y="3459010"/>
            <a:ext cx="794479" cy="1105612"/>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23" name="直接连接符 122">
            <a:extLst>
              <a:ext uri="{FF2B5EF4-FFF2-40B4-BE49-F238E27FC236}">
                <a16:creationId xmlns:a16="http://schemas.microsoft.com/office/drawing/2014/main" id="{473E2EDC-EC34-4F8A-8230-7B3992B55D36}"/>
              </a:ext>
            </a:extLst>
          </p:cNvPr>
          <p:cNvCxnSpPr>
            <a:cxnSpLocks/>
          </p:cNvCxnSpPr>
          <p:nvPr/>
        </p:nvCxnSpPr>
        <p:spPr>
          <a:xfrm flipH="1" flipV="1">
            <a:off x="8449292" y="3459010"/>
            <a:ext cx="628049" cy="983748"/>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24" name="直接连接符 123">
            <a:extLst>
              <a:ext uri="{FF2B5EF4-FFF2-40B4-BE49-F238E27FC236}">
                <a16:creationId xmlns:a16="http://schemas.microsoft.com/office/drawing/2014/main" id="{45A74001-13D1-4F02-BF54-B61F3C93AC4B}"/>
              </a:ext>
            </a:extLst>
          </p:cNvPr>
          <p:cNvCxnSpPr/>
          <p:nvPr/>
        </p:nvCxnSpPr>
        <p:spPr>
          <a:xfrm>
            <a:off x="8338368" y="3456776"/>
            <a:ext cx="0" cy="1062182"/>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pic>
        <p:nvPicPr>
          <p:cNvPr id="125" name="图形 10">
            <a:extLst>
              <a:ext uri="{FF2B5EF4-FFF2-40B4-BE49-F238E27FC236}">
                <a16:creationId xmlns:a16="http://schemas.microsoft.com/office/drawing/2014/main" id="{36B7DF63-0300-4DB2-BD84-0891417BF6B9}"/>
              </a:ext>
            </a:extLst>
          </p:cNvPr>
          <p:cNvPicPr>
            <a:picLocks noChangeAspect="1"/>
          </p:cNvPicPr>
          <p:nvPr/>
        </p:nvPicPr>
        <p:blipFill>
          <a:blip r:embed="rId3">
            <a:extLst>
              <a:ext uri="{28A0092B-C50C-407E-A947-70E740481C1C}">
                <a14:useLocalDpi xmlns:a14="http://schemas.microsoft.com/office/drawing/2010/main" val="0"/>
              </a:ext>
              <a:ext uri="{96DAC541-7B7A-43D3-8B79-37D633B846F1}">
                <asvg:svgBlip xmlns:asvg="http://schemas.microsoft.com/office/drawing/2016/SVG/main" r:embed="rId4"/>
              </a:ext>
            </a:extLst>
          </a:blip>
          <a:stretch>
            <a:fillRect/>
          </a:stretch>
        </p:blipFill>
        <p:spPr>
          <a:xfrm>
            <a:off x="7095695" y="4244081"/>
            <a:ext cx="662814" cy="641082"/>
          </a:xfrm>
          <a:prstGeom prst="rect">
            <a:avLst/>
          </a:prstGeom>
        </p:spPr>
      </p:pic>
      <p:pic>
        <p:nvPicPr>
          <p:cNvPr id="126" name="图形 10">
            <a:extLst>
              <a:ext uri="{FF2B5EF4-FFF2-40B4-BE49-F238E27FC236}">
                <a16:creationId xmlns:a16="http://schemas.microsoft.com/office/drawing/2014/main" id="{F502606E-B7D6-4F35-A1D8-944ECC271DA4}"/>
              </a:ext>
            </a:extLst>
          </p:cNvPr>
          <p:cNvPicPr>
            <a:picLocks noChangeAspect="1"/>
          </p:cNvPicPr>
          <p:nvPr/>
        </p:nvPicPr>
        <p:blipFill>
          <a:blip r:embed="rId3">
            <a:extLst>
              <a:ext uri="{28A0092B-C50C-407E-A947-70E740481C1C}">
                <a14:useLocalDpi xmlns:a14="http://schemas.microsoft.com/office/drawing/2010/main" val="0"/>
              </a:ext>
              <a:ext uri="{96DAC541-7B7A-43D3-8B79-37D633B846F1}">
                <asvg:svgBlip xmlns:asvg="http://schemas.microsoft.com/office/drawing/2016/SVG/main" r:embed="rId4"/>
              </a:ext>
            </a:extLst>
          </a:blip>
          <a:stretch>
            <a:fillRect/>
          </a:stretch>
        </p:blipFill>
        <p:spPr>
          <a:xfrm>
            <a:off x="8718812" y="4244081"/>
            <a:ext cx="662814" cy="641082"/>
          </a:xfrm>
          <a:prstGeom prst="rect">
            <a:avLst/>
          </a:prstGeom>
        </p:spPr>
      </p:pic>
      <p:pic>
        <p:nvPicPr>
          <p:cNvPr id="128" name="图形 10">
            <a:extLst>
              <a:ext uri="{FF2B5EF4-FFF2-40B4-BE49-F238E27FC236}">
                <a16:creationId xmlns:a16="http://schemas.microsoft.com/office/drawing/2014/main" id="{B93118F9-7F42-4F54-A9D6-990BCE8BBBCF}"/>
              </a:ext>
            </a:extLst>
          </p:cNvPr>
          <p:cNvPicPr>
            <a:picLocks noChangeAspect="1"/>
          </p:cNvPicPr>
          <p:nvPr/>
        </p:nvPicPr>
        <p:blipFill>
          <a:blip r:embed="rId3">
            <a:extLst>
              <a:ext uri="{28A0092B-C50C-407E-A947-70E740481C1C}">
                <a14:useLocalDpi xmlns:a14="http://schemas.microsoft.com/office/drawing/2010/main" val="0"/>
              </a:ext>
              <a:ext uri="{96DAC541-7B7A-43D3-8B79-37D633B846F1}">
                <asvg:svgBlip xmlns:asvg="http://schemas.microsoft.com/office/drawing/2016/SVG/main" r:embed="rId4"/>
              </a:ext>
            </a:extLst>
          </a:blip>
          <a:stretch>
            <a:fillRect/>
          </a:stretch>
        </p:blipFill>
        <p:spPr>
          <a:xfrm>
            <a:off x="7907254" y="4244081"/>
            <a:ext cx="662814" cy="641082"/>
          </a:xfrm>
          <a:prstGeom prst="rect">
            <a:avLst/>
          </a:prstGeom>
        </p:spPr>
      </p:pic>
      <p:sp>
        <p:nvSpPr>
          <p:cNvPr id="129" name="文本框 128">
            <a:extLst>
              <a:ext uri="{FF2B5EF4-FFF2-40B4-BE49-F238E27FC236}">
                <a16:creationId xmlns:a16="http://schemas.microsoft.com/office/drawing/2014/main" id="{6130107D-D69A-42D6-B237-6CC2426511EC}"/>
              </a:ext>
            </a:extLst>
          </p:cNvPr>
          <p:cNvSpPr txBox="1"/>
          <p:nvPr/>
        </p:nvSpPr>
        <p:spPr>
          <a:xfrm>
            <a:off x="8589416" y="4286442"/>
            <a:ext cx="333042" cy="369332"/>
          </a:xfrm>
          <a:prstGeom prst="rect">
            <a:avLst/>
          </a:prstGeom>
          <a:noFill/>
        </p:spPr>
        <p:txBody>
          <a:bodyPr wrap="square" rtlCol="0">
            <a:spAutoFit/>
          </a:bodyPr>
          <a:lstStyle/>
          <a:p>
            <a:pPr algn="ctr"/>
            <a:r>
              <a:rPr lang="en-US" altLang="zh-CN" b="1" dirty="0">
                <a:latin typeface="+mn-ea"/>
              </a:rPr>
              <a:t>…</a:t>
            </a:r>
            <a:endParaRPr lang="zh-CN" altLang="en-US" b="1" dirty="0">
              <a:latin typeface="+mn-ea"/>
            </a:endParaRPr>
          </a:p>
        </p:txBody>
      </p:sp>
      <p:cxnSp>
        <p:nvCxnSpPr>
          <p:cNvPr id="32" name="直接连接符 31">
            <a:extLst>
              <a:ext uri="{FF2B5EF4-FFF2-40B4-BE49-F238E27FC236}">
                <a16:creationId xmlns:a16="http://schemas.microsoft.com/office/drawing/2014/main" id="{B4E0682A-4621-40CD-8E7B-74A244AADE15}"/>
              </a:ext>
            </a:extLst>
          </p:cNvPr>
          <p:cNvCxnSpPr>
            <a:cxnSpLocks/>
          </p:cNvCxnSpPr>
          <p:nvPr/>
        </p:nvCxnSpPr>
        <p:spPr>
          <a:xfrm>
            <a:off x="4030313" y="3569748"/>
            <a:ext cx="1877106"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8" name="直接连接符 37">
            <a:extLst>
              <a:ext uri="{FF2B5EF4-FFF2-40B4-BE49-F238E27FC236}">
                <a16:creationId xmlns:a16="http://schemas.microsoft.com/office/drawing/2014/main" id="{6B372386-C32F-4A75-903C-D3C3A10E571A}"/>
              </a:ext>
            </a:extLst>
          </p:cNvPr>
          <p:cNvCxnSpPr>
            <a:cxnSpLocks/>
          </p:cNvCxnSpPr>
          <p:nvPr/>
        </p:nvCxnSpPr>
        <p:spPr>
          <a:xfrm>
            <a:off x="6300964" y="3568512"/>
            <a:ext cx="1877106"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pic>
        <p:nvPicPr>
          <p:cNvPr id="116" name="图片 115" descr="文本&#10;&#10;描述已自动生成">
            <a:extLst>
              <a:ext uri="{FF2B5EF4-FFF2-40B4-BE49-F238E27FC236}">
                <a16:creationId xmlns:a16="http://schemas.microsoft.com/office/drawing/2014/main" id="{0BE266EC-7BE1-4327-A8B2-1F390293116E}"/>
              </a:ext>
            </a:extLst>
          </p:cNvPr>
          <p:cNvPicPr>
            <a:picLocks noChangeAspect="1"/>
          </p:cNvPicPr>
          <p:nvPr/>
        </p:nvPicPr>
        <p:blipFill>
          <a:blip r:embed="rId5">
            <a:extLst>
              <a:ext uri="{28A0092B-C50C-407E-A947-70E740481C1C}">
                <a14:useLocalDpi xmlns:a14="http://schemas.microsoft.com/office/drawing/2010/main" val="0"/>
              </a:ext>
            </a:extLst>
          </a:blip>
          <a:stretch>
            <a:fillRect/>
          </a:stretch>
        </p:blipFill>
        <p:spPr>
          <a:xfrm>
            <a:off x="3642762" y="3219330"/>
            <a:ext cx="705470" cy="661378"/>
          </a:xfrm>
          <a:prstGeom prst="rect">
            <a:avLst/>
          </a:prstGeom>
        </p:spPr>
      </p:pic>
      <p:pic>
        <p:nvPicPr>
          <p:cNvPr id="127" name="图片 126" descr="文本&#10;&#10;描述已自动生成">
            <a:extLst>
              <a:ext uri="{FF2B5EF4-FFF2-40B4-BE49-F238E27FC236}">
                <a16:creationId xmlns:a16="http://schemas.microsoft.com/office/drawing/2014/main" id="{02487603-F949-4810-B38B-05C6C22C7FED}"/>
              </a:ext>
            </a:extLst>
          </p:cNvPr>
          <p:cNvPicPr>
            <a:picLocks noChangeAspect="1"/>
          </p:cNvPicPr>
          <p:nvPr/>
        </p:nvPicPr>
        <p:blipFill>
          <a:blip r:embed="rId5">
            <a:extLst>
              <a:ext uri="{28A0092B-C50C-407E-A947-70E740481C1C}">
                <a14:useLocalDpi xmlns:a14="http://schemas.microsoft.com/office/drawing/2010/main" val="0"/>
              </a:ext>
            </a:extLst>
          </a:blip>
          <a:stretch>
            <a:fillRect/>
          </a:stretch>
        </p:blipFill>
        <p:spPr>
          <a:xfrm>
            <a:off x="7919575" y="3219330"/>
            <a:ext cx="705470" cy="661378"/>
          </a:xfrm>
          <a:prstGeom prst="rect">
            <a:avLst/>
          </a:prstGeom>
        </p:spPr>
      </p:pic>
      <p:grpSp>
        <p:nvGrpSpPr>
          <p:cNvPr id="5" name="组合 4">
            <a:extLst>
              <a:ext uri="{FF2B5EF4-FFF2-40B4-BE49-F238E27FC236}">
                <a16:creationId xmlns:a16="http://schemas.microsoft.com/office/drawing/2014/main" id="{E837D8A2-5EC2-4A9D-BC6A-29E86BF62D34}"/>
              </a:ext>
            </a:extLst>
          </p:cNvPr>
          <p:cNvGrpSpPr/>
          <p:nvPr/>
        </p:nvGrpSpPr>
        <p:grpSpPr>
          <a:xfrm>
            <a:off x="5591236" y="2875687"/>
            <a:ext cx="930683" cy="984725"/>
            <a:chOff x="5591236" y="2875687"/>
            <a:chExt cx="930683" cy="984725"/>
          </a:xfrm>
        </p:grpSpPr>
        <p:sp>
          <p:nvSpPr>
            <p:cNvPr id="33" name="文本框 32">
              <a:extLst>
                <a:ext uri="{FF2B5EF4-FFF2-40B4-BE49-F238E27FC236}">
                  <a16:creationId xmlns:a16="http://schemas.microsoft.com/office/drawing/2014/main" id="{02B2746E-D987-4EDD-B1EF-54FC45B17C60}"/>
                </a:ext>
              </a:extLst>
            </p:cNvPr>
            <p:cNvSpPr txBox="1"/>
            <p:nvPr/>
          </p:nvSpPr>
          <p:spPr>
            <a:xfrm>
              <a:off x="5591236" y="2875687"/>
              <a:ext cx="930683" cy="369332"/>
            </a:xfrm>
            <a:prstGeom prst="rect">
              <a:avLst/>
            </a:prstGeom>
            <a:noFill/>
          </p:spPr>
          <p:txBody>
            <a:bodyPr wrap="square" rtlCol="0">
              <a:spAutoFit/>
            </a:bodyPr>
            <a:lstStyle/>
            <a:p>
              <a:pPr algn="ctr"/>
              <a:r>
                <a:rPr lang="zh-CN" altLang="en-US" b="1" dirty="0">
                  <a:latin typeface="+mn-ea"/>
                </a:rPr>
                <a:t>交换机</a:t>
              </a:r>
            </a:p>
          </p:txBody>
        </p:sp>
        <p:pic>
          <p:nvPicPr>
            <p:cNvPr id="35" name="图片 34" descr="图标&#10;&#10;描述已自动生成">
              <a:extLst>
                <a:ext uri="{FF2B5EF4-FFF2-40B4-BE49-F238E27FC236}">
                  <a16:creationId xmlns:a16="http://schemas.microsoft.com/office/drawing/2014/main" id="{A0A911EA-E4C7-4F99-9396-E7AE12044C05}"/>
                </a:ext>
              </a:extLst>
            </p:cNvPr>
            <p:cNvPicPr>
              <a:picLocks noChangeAspect="1"/>
            </p:cNvPicPr>
            <p:nvPr/>
          </p:nvPicPr>
          <p:blipFill>
            <a:blip r:embed="rId6">
              <a:extLst>
                <a:ext uri="{28A0092B-C50C-407E-A947-70E740481C1C}">
                  <a14:useLocalDpi xmlns:a14="http://schemas.microsoft.com/office/drawing/2010/main" val="0"/>
                </a:ext>
              </a:extLst>
            </a:blip>
            <a:stretch>
              <a:fillRect/>
            </a:stretch>
          </p:blipFill>
          <p:spPr>
            <a:xfrm>
              <a:off x="5829726" y="3219330"/>
              <a:ext cx="497392" cy="641082"/>
            </a:xfrm>
            <a:prstGeom prst="rect">
              <a:avLst/>
            </a:prstGeom>
          </p:spPr>
        </p:pic>
      </p:grpSp>
      <p:sp>
        <p:nvSpPr>
          <p:cNvPr id="41" name="平行四边形 40">
            <a:extLst>
              <a:ext uri="{FF2B5EF4-FFF2-40B4-BE49-F238E27FC236}">
                <a16:creationId xmlns:a16="http://schemas.microsoft.com/office/drawing/2014/main" id="{C961379E-25DC-5F7B-1D80-70FCA2B69733}"/>
              </a:ext>
            </a:extLst>
          </p:cNvPr>
          <p:cNvSpPr/>
          <p:nvPr/>
        </p:nvSpPr>
        <p:spPr>
          <a:xfrm>
            <a:off x="304799" y="749300"/>
            <a:ext cx="688541" cy="387090"/>
          </a:xfrm>
          <a:prstGeom prst="parallelogram">
            <a:avLst/>
          </a:prstGeom>
          <a:solidFill>
            <a:schemeClr val="accent3">
              <a:lumMod val="75000"/>
            </a:schemeClr>
          </a:solidFill>
          <a:ln>
            <a:solidFill>
              <a:schemeClr val="accent3">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CN" sz="2200" dirty="0">
                <a:latin typeface="Impact" panose="020B0806030902050204" pitchFamily="34" charset="0"/>
              </a:rPr>
              <a:t>03</a:t>
            </a:r>
            <a:endParaRPr lang="zh-CN" altLang="en-US" sz="2200" dirty="0">
              <a:latin typeface="Impact" panose="020B0806030902050204" pitchFamily="34" charset="0"/>
            </a:endParaRPr>
          </a:p>
        </p:txBody>
      </p:sp>
    </p:spTree>
    <p:custDataLst>
      <p:tags r:id="rId1"/>
    </p:custDataLst>
    <p:extLst>
      <p:ext uri="{BB962C8B-B14F-4D97-AF65-F5344CB8AC3E}">
        <p14:creationId xmlns:p14="http://schemas.microsoft.com/office/powerpoint/2010/main" val="3917906098"/>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53" presetClass="entr" presetSubtype="16" fill="hold" nodeType="withEffect">
                                  <p:stCondLst>
                                    <p:cond delay="0"/>
                                  </p:stCondLst>
                                  <p:childTnLst>
                                    <p:set>
                                      <p:cBhvr>
                                        <p:cTn id="6" dur="1" fill="hold">
                                          <p:stCondLst>
                                            <p:cond delay="0"/>
                                          </p:stCondLst>
                                        </p:cTn>
                                        <p:tgtEl>
                                          <p:spTgt spid="36"/>
                                        </p:tgtEl>
                                        <p:attrNameLst>
                                          <p:attrName>style.visibility</p:attrName>
                                        </p:attrNameLst>
                                      </p:cBhvr>
                                      <p:to>
                                        <p:strVal val="visible"/>
                                      </p:to>
                                    </p:set>
                                    <p:anim calcmode="lin" valueType="num">
                                      <p:cBhvr>
                                        <p:cTn id="7" dur="500" fill="hold"/>
                                        <p:tgtEl>
                                          <p:spTgt spid="36"/>
                                        </p:tgtEl>
                                        <p:attrNameLst>
                                          <p:attrName>ppt_w</p:attrName>
                                        </p:attrNameLst>
                                      </p:cBhvr>
                                      <p:tavLst>
                                        <p:tav tm="0">
                                          <p:val>
                                            <p:fltVal val="0"/>
                                          </p:val>
                                        </p:tav>
                                        <p:tav tm="100000">
                                          <p:val>
                                            <p:strVal val="#ppt_w"/>
                                          </p:val>
                                        </p:tav>
                                      </p:tavLst>
                                    </p:anim>
                                    <p:anim calcmode="lin" valueType="num">
                                      <p:cBhvr>
                                        <p:cTn id="8" dur="500" fill="hold"/>
                                        <p:tgtEl>
                                          <p:spTgt spid="36"/>
                                        </p:tgtEl>
                                        <p:attrNameLst>
                                          <p:attrName>ppt_h</p:attrName>
                                        </p:attrNameLst>
                                      </p:cBhvr>
                                      <p:tavLst>
                                        <p:tav tm="0">
                                          <p:val>
                                            <p:fltVal val="0"/>
                                          </p:val>
                                        </p:tav>
                                        <p:tav tm="100000">
                                          <p:val>
                                            <p:strVal val="#ppt_h"/>
                                          </p:val>
                                        </p:tav>
                                      </p:tavLst>
                                    </p:anim>
                                    <p:animEffect transition="in" filter="fade">
                                      <p:cBhvr>
                                        <p:cTn id="9" dur="500"/>
                                        <p:tgtEl>
                                          <p:spTgt spid="36"/>
                                        </p:tgtEl>
                                      </p:cBhvr>
                                    </p:animEffect>
                                  </p:childTnLst>
                                </p:cTn>
                              </p:par>
                            </p:childTnLst>
                          </p:cTn>
                        </p:par>
                      </p:childTnLst>
                    </p:cTn>
                  </p:par>
                  <p:par>
                    <p:cTn id="10" fill="hold">
                      <p:stCondLst>
                        <p:cond delay="indefinite"/>
                      </p:stCondLst>
                      <p:childTnLst>
                        <p:par>
                          <p:cTn id="11" fill="hold">
                            <p:stCondLst>
                              <p:cond delay="0"/>
                            </p:stCondLst>
                            <p:childTnLst>
                              <p:par>
                                <p:cTn id="12" presetID="47" presetClass="entr" presetSubtype="0" fill="hold" grpId="0" nodeType="clickEffect">
                                  <p:stCondLst>
                                    <p:cond delay="0"/>
                                  </p:stCondLst>
                                  <p:childTnLst>
                                    <p:set>
                                      <p:cBhvr>
                                        <p:cTn id="13" dur="1" fill="hold">
                                          <p:stCondLst>
                                            <p:cond delay="0"/>
                                          </p:stCondLst>
                                        </p:cTn>
                                        <p:tgtEl>
                                          <p:spTgt spid="40"/>
                                        </p:tgtEl>
                                        <p:attrNameLst>
                                          <p:attrName>style.visibility</p:attrName>
                                        </p:attrNameLst>
                                      </p:cBhvr>
                                      <p:to>
                                        <p:strVal val="visible"/>
                                      </p:to>
                                    </p:set>
                                    <p:animEffect transition="in" filter="fade">
                                      <p:cBhvr>
                                        <p:cTn id="14" dur="1000"/>
                                        <p:tgtEl>
                                          <p:spTgt spid="40"/>
                                        </p:tgtEl>
                                      </p:cBhvr>
                                    </p:animEffect>
                                    <p:anim calcmode="lin" valueType="num">
                                      <p:cBhvr>
                                        <p:cTn id="15" dur="1000" fill="hold"/>
                                        <p:tgtEl>
                                          <p:spTgt spid="40"/>
                                        </p:tgtEl>
                                        <p:attrNameLst>
                                          <p:attrName>ppt_x</p:attrName>
                                        </p:attrNameLst>
                                      </p:cBhvr>
                                      <p:tavLst>
                                        <p:tav tm="0">
                                          <p:val>
                                            <p:strVal val="#ppt_x"/>
                                          </p:val>
                                        </p:tav>
                                        <p:tav tm="100000">
                                          <p:val>
                                            <p:strVal val="#ppt_x"/>
                                          </p:val>
                                        </p:tav>
                                      </p:tavLst>
                                    </p:anim>
                                    <p:anim calcmode="lin" valueType="num">
                                      <p:cBhvr>
                                        <p:cTn id="16" dur="1000" fill="hold"/>
                                        <p:tgtEl>
                                          <p:spTgt spid="40"/>
                                        </p:tgtEl>
                                        <p:attrNameLst>
                                          <p:attrName>ppt_y</p:attrName>
                                        </p:attrNameLst>
                                      </p:cBhvr>
                                      <p:tavLst>
                                        <p:tav tm="0">
                                          <p:val>
                                            <p:strVal val="#ppt_y-.1"/>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0" grpId="0"/>
    </p:bldLst>
  </p:timing>
</p:sld>
</file>

<file path=ppt/slides/slide44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4" name="组合 3">
            <a:extLst>
              <a:ext uri="{FF2B5EF4-FFF2-40B4-BE49-F238E27FC236}">
                <a16:creationId xmlns:a16="http://schemas.microsoft.com/office/drawing/2014/main" id="{9A1EA9F2-FCB6-48C3-935F-7AE7E3AD14AC}"/>
              </a:ext>
            </a:extLst>
          </p:cNvPr>
          <p:cNvGrpSpPr/>
          <p:nvPr/>
        </p:nvGrpSpPr>
        <p:grpSpPr>
          <a:xfrm>
            <a:off x="304800" y="749300"/>
            <a:ext cx="4938199" cy="400110"/>
            <a:chOff x="424117" y="898245"/>
            <a:chExt cx="4938199" cy="400110"/>
          </a:xfrm>
        </p:grpSpPr>
        <p:sp>
          <p:nvSpPr>
            <p:cNvPr id="2" name="平行四边形 1">
              <a:extLst>
                <a:ext uri="{FF2B5EF4-FFF2-40B4-BE49-F238E27FC236}">
                  <a16:creationId xmlns:a16="http://schemas.microsoft.com/office/drawing/2014/main" id="{1F5BAA3F-9845-4F89-A2DD-8222D3E4EDAC}"/>
                </a:ext>
              </a:extLst>
            </p:cNvPr>
            <p:cNvSpPr/>
            <p:nvPr/>
          </p:nvSpPr>
          <p:spPr>
            <a:xfrm>
              <a:off x="424117" y="898245"/>
              <a:ext cx="628306" cy="387090"/>
            </a:xfrm>
            <a:prstGeom prst="parallelogram">
              <a:avLst/>
            </a:prstGeom>
            <a:solidFill>
              <a:schemeClr val="accent3">
                <a:lumMod val="75000"/>
              </a:schemeClr>
            </a:solidFill>
            <a:ln>
              <a:solidFill>
                <a:schemeClr val="accent3">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CN" sz="2200" dirty="0">
                  <a:latin typeface="Impact" panose="020B0806030902050204" pitchFamily="34" charset="0"/>
                </a:rPr>
                <a:t>01</a:t>
              </a:r>
              <a:endParaRPr lang="zh-CN" altLang="en-US" sz="2200" dirty="0">
                <a:latin typeface="Impact" panose="020B0806030902050204" pitchFamily="34" charset="0"/>
              </a:endParaRPr>
            </a:p>
          </p:txBody>
        </p:sp>
        <p:sp>
          <p:nvSpPr>
            <p:cNvPr id="3" name="文本框 2">
              <a:extLst>
                <a:ext uri="{FF2B5EF4-FFF2-40B4-BE49-F238E27FC236}">
                  <a16:creationId xmlns:a16="http://schemas.microsoft.com/office/drawing/2014/main" id="{4D6BD736-A4D3-4F26-AFED-36E11F50F70B}"/>
                </a:ext>
              </a:extLst>
            </p:cNvPr>
            <p:cNvSpPr txBox="1"/>
            <p:nvPr/>
          </p:nvSpPr>
          <p:spPr>
            <a:xfrm>
              <a:off x="1052423" y="898245"/>
              <a:ext cx="4309893" cy="400110"/>
            </a:xfrm>
            <a:prstGeom prst="rect">
              <a:avLst/>
            </a:prstGeom>
            <a:noFill/>
          </p:spPr>
          <p:txBody>
            <a:bodyPr wrap="square" rtlCol="0">
              <a:spAutoFit/>
            </a:bodyPr>
            <a:lstStyle/>
            <a:p>
              <a:r>
                <a:rPr lang="zh-CN" altLang="en-US" sz="2000" b="1" dirty="0">
                  <a:solidFill>
                    <a:schemeClr val="tx1"/>
                  </a:solidFill>
                  <a:latin typeface="Arial Narrow" panose="020B0606020202030204" pitchFamily="34" charset="0"/>
                </a:rPr>
                <a:t>共享式以太网与交换式以太网的对比</a:t>
              </a:r>
              <a:endParaRPr lang="en-US" altLang="zh-CN" sz="2000" b="1" dirty="0">
                <a:solidFill>
                  <a:schemeClr val="tx1"/>
                </a:solidFill>
                <a:latin typeface="Arial Narrow" panose="020B0606020202030204" pitchFamily="34" charset="0"/>
              </a:endParaRPr>
            </a:p>
          </p:txBody>
        </p:sp>
      </p:grpSp>
      <p:sp>
        <p:nvSpPr>
          <p:cNvPr id="72" name="文本框 71">
            <a:extLst>
              <a:ext uri="{FF2B5EF4-FFF2-40B4-BE49-F238E27FC236}">
                <a16:creationId xmlns:a16="http://schemas.microsoft.com/office/drawing/2014/main" id="{694982CA-BBE3-4971-A06F-36B59AA7466A}"/>
              </a:ext>
            </a:extLst>
          </p:cNvPr>
          <p:cNvSpPr txBox="1"/>
          <p:nvPr/>
        </p:nvSpPr>
        <p:spPr>
          <a:xfrm>
            <a:off x="5130878" y="736280"/>
            <a:ext cx="2922270" cy="400110"/>
          </a:xfrm>
          <a:prstGeom prst="rect">
            <a:avLst/>
          </a:prstGeom>
          <a:noFill/>
        </p:spPr>
        <p:txBody>
          <a:bodyPr wrap="square" rtlCol="0">
            <a:spAutoFit/>
          </a:bodyPr>
          <a:lstStyle/>
          <a:p>
            <a:r>
              <a:rPr lang="en-US" altLang="zh-CN" sz="2000" b="1" dirty="0">
                <a:solidFill>
                  <a:schemeClr val="tx1"/>
                </a:solidFill>
                <a:latin typeface="Arial Narrow" panose="020B0606020202030204" pitchFamily="34" charset="0"/>
              </a:rPr>
              <a:t>(</a:t>
            </a:r>
            <a:r>
              <a:rPr lang="zh-CN" altLang="en-US" sz="2000" b="1" dirty="0">
                <a:solidFill>
                  <a:schemeClr val="tx1"/>
                </a:solidFill>
                <a:latin typeface="Arial Narrow" panose="020B0606020202030204" pitchFamily="34" charset="0"/>
              </a:rPr>
              <a:t>集线器与交换机的对比</a:t>
            </a:r>
            <a:r>
              <a:rPr lang="en-US" altLang="zh-CN" sz="2000" b="1" dirty="0">
                <a:solidFill>
                  <a:schemeClr val="tx1"/>
                </a:solidFill>
                <a:latin typeface="Arial Narrow" panose="020B0606020202030204" pitchFamily="34" charset="0"/>
              </a:rPr>
              <a:t>)</a:t>
            </a:r>
          </a:p>
        </p:txBody>
      </p:sp>
      <p:sp>
        <p:nvSpPr>
          <p:cNvPr id="41" name="平行四边形 40">
            <a:extLst>
              <a:ext uri="{FF2B5EF4-FFF2-40B4-BE49-F238E27FC236}">
                <a16:creationId xmlns:a16="http://schemas.microsoft.com/office/drawing/2014/main" id="{C961379E-25DC-5F7B-1D80-70FCA2B69733}"/>
              </a:ext>
            </a:extLst>
          </p:cNvPr>
          <p:cNvSpPr/>
          <p:nvPr/>
        </p:nvSpPr>
        <p:spPr>
          <a:xfrm>
            <a:off x="304799" y="749300"/>
            <a:ext cx="688541" cy="387090"/>
          </a:xfrm>
          <a:prstGeom prst="parallelogram">
            <a:avLst/>
          </a:prstGeom>
          <a:solidFill>
            <a:schemeClr val="accent3">
              <a:lumMod val="75000"/>
            </a:schemeClr>
          </a:solidFill>
          <a:ln>
            <a:solidFill>
              <a:schemeClr val="accent3">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CN" sz="2200" dirty="0">
                <a:latin typeface="Impact" panose="020B0806030902050204" pitchFamily="34" charset="0"/>
              </a:rPr>
              <a:t>03</a:t>
            </a:r>
            <a:endParaRPr lang="zh-CN" altLang="en-US" sz="2200" dirty="0">
              <a:latin typeface="Impact" panose="020B0806030902050204" pitchFamily="34" charset="0"/>
            </a:endParaRPr>
          </a:p>
        </p:txBody>
      </p:sp>
      <p:sp>
        <p:nvSpPr>
          <p:cNvPr id="42" name="矩形 41">
            <a:extLst>
              <a:ext uri="{FF2B5EF4-FFF2-40B4-BE49-F238E27FC236}">
                <a16:creationId xmlns:a16="http://schemas.microsoft.com/office/drawing/2014/main" id="{DB3020D5-B893-96CF-F8C8-8E09BEB640E7}"/>
              </a:ext>
            </a:extLst>
          </p:cNvPr>
          <p:cNvSpPr/>
          <p:nvPr/>
        </p:nvSpPr>
        <p:spPr>
          <a:xfrm>
            <a:off x="1504265" y="2552422"/>
            <a:ext cx="9183470" cy="2085358"/>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nSpc>
                <a:spcPct val="150000"/>
              </a:lnSpc>
            </a:pPr>
            <a:r>
              <a:rPr lang="zh-CN" altLang="en-US" sz="2800" b="1" dirty="0"/>
              <a:t>         交换式以太网的网络性能远高于共享式以太网，集线器早已被交换机取代。</a:t>
            </a:r>
          </a:p>
        </p:txBody>
      </p:sp>
    </p:spTree>
    <p:custDataLst>
      <p:tags r:id="rId1"/>
    </p:custDataLst>
    <p:extLst>
      <p:ext uri="{BB962C8B-B14F-4D97-AF65-F5344CB8AC3E}">
        <p14:creationId xmlns:p14="http://schemas.microsoft.com/office/powerpoint/2010/main" val="2115233599"/>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30" presetClass="entr" presetSubtype="0" fill="hold" grpId="0" nodeType="withEffect">
                                  <p:stCondLst>
                                    <p:cond delay="0"/>
                                  </p:stCondLst>
                                  <p:childTnLst>
                                    <p:set>
                                      <p:cBhvr>
                                        <p:cTn id="6" dur="1" fill="hold">
                                          <p:stCondLst>
                                            <p:cond delay="0"/>
                                          </p:stCondLst>
                                        </p:cTn>
                                        <p:tgtEl>
                                          <p:spTgt spid="42"/>
                                        </p:tgtEl>
                                        <p:attrNameLst>
                                          <p:attrName>style.visibility</p:attrName>
                                        </p:attrNameLst>
                                      </p:cBhvr>
                                      <p:to>
                                        <p:strVal val="visible"/>
                                      </p:to>
                                    </p:set>
                                    <p:animEffect transition="in" filter="fade">
                                      <p:cBhvr>
                                        <p:cTn id="7" dur="800" decel="100000"/>
                                        <p:tgtEl>
                                          <p:spTgt spid="42"/>
                                        </p:tgtEl>
                                      </p:cBhvr>
                                    </p:animEffect>
                                    <p:anim calcmode="lin" valueType="num">
                                      <p:cBhvr>
                                        <p:cTn id="8" dur="800" decel="100000" fill="hold"/>
                                        <p:tgtEl>
                                          <p:spTgt spid="42"/>
                                        </p:tgtEl>
                                        <p:attrNameLst>
                                          <p:attrName>style.rotation</p:attrName>
                                        </p:attrNameLst>
                                      </p:cBhvr>
                                      <p:tavLst>
                                        <p:tav tm="0">
                                          <p:val>
                                            <p:fltVal val="-90"/>
                                          </p:val>
                                        </p:tav>
                                        <p:tav tm="100000">
                                          <p:val>
                                            <p:fltVal val="0"/>
                                          </p:val>
                                        </p:tav>
                                      </p:tavLst>
                                    </p:anim>
                                    <p:anim calcmode="lin" valueType="num">
                                      <p:cBhvr>
                                        <p:cTn id="9" dur="800" decel="100000" fill="hold"/>
                                        <p:tgtEl>
                                          <p:spTgt spid="42"/>
                                        </p:tgtEl>
                                        <p:attrNameLst>
                                          <p:attrName>ppt_x</p:attrName>
                                        </p:attrNameLst>
                                      </p:cBhvr>
                                      <p:tavLst>
                                        <p:tav tm="0">
                                          <p:val>
                                            <p:strVal val="#ppt_x+0.4"/>
                                          </p:val>
                                        </p:tav>
                                        <p:tav tm="100000">
                                          <p:val>
                                            <p:strVal val="#ppt_x-0.05"/>
                                          </p:val>
                                        </p:tav>
                                      </p:tavLst>
                                    </p:anim>
                                    <p:anim calcmode="lin" valueType="num">
                                      <p:cBhvr>
                                        <p:cTn id="10" dur="800" decel="100000" fill="hold"/>
                                        <p:tgtEl>
                                          <p:spTgt spid="42"/>
                                        </p:tgtEl>
                                        <p:attrNameLst>
                                          <p:attrName>ppt_y</p:attrName>
                                        </p:attrNameLst>
                                      </p:cBhvr>
                                      <p:tavLst>
                                        <p:tav tm="0">
                                          <p:val>
                                            <p:strVal val="#ppt_y-0.4"/>
                                          </p:val>
                                        </p:tav>
                                        <p:tav tm="100000">
                                          <p:val>
                                            <p:strVal val="#ppt_y+0.1"/>
                                          </p:val>
                                        </p:tav>
                                      </p:tavLst>
                                    </p:anim>
                                    <p:anim calcmode="lin" valueType="num">
                                      <p:cBhvr>
                                        <p:cTn id="11" dur="200" accel="100000" fill="hold">
                                          <p:stCondLst>
                                            <p:cond delay="800"/>
                                          </p:stCondLst>
                                        </p:cTn>
                                        <p:tgtEl>
                                          <p:spTgt spid="42"/>
                                        </p:tgtEl>
                                        <p:attrNameLst>
                                          <p:attrName>ppt_x</p:attrName>
                                        </p:attrNameLst>
                                      </p:cBhvr>
                                      <p:tavLst>
                                        <p:tav tm="0">
                                          <p:val>
                                            <p:strVal val="#ppt_x-0.05"/>
                                          </p:val>
                                        </p:tav>
                                        <p:tav tm="100000">
                                          <p:val>
                                            <p:strVal val="#ppt_x"/>
                                          </p:val>
                                        </p:tav>
                                      </p:tavLst>
                                    </p:anim>
                                    <p:anim calcmode="lin" valueType="num">
                                      <p:cBhvr>
                                        <p:cTn id="12" dur="200" accel="100000" fill="hold">
                                          <p:stCondLst>
                                            <p:cond delay="800"/>
                                          </p:stCondLst>
                                        </p:cTn>
                                        <p:tgtEl>
                                          <p:spTgt spid="42"/>
                                        </p:tgtEl>
                                        <p:attrNameLst>
                                          <p:attrName>ppt_y</p:attrName>
                                        </p:attrNameLst>
                                      </p:cBhvr>
                                      <p:tavLst>
                                        <p:tav tm="0">
                                          <p:val>
                                            <p:strVal val="#ppt_y+0.1"/>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2" grpId="0" animBg="1"/>
    </p:bldLst>
  </p:timing>
</p:sld>
</file>

<file path=ppt/slides/slide44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4" name="组合 3">
            <a:extLst>
              <a:ext uri="{FF2B5EF4-FFF2-40B4-BE49-F238E27FC236}">
                <a16:creationId xmlns:a16="http://schemas.microsoft.com/office/drawing/2014/main" id="{9A1EA9F2-FCB6-48C3-935F-7AE7E3AD14AC}"/>
              </a:ext>
            </a:extLst>
          </p:cNvPr>
          <p:cNvGrpSpPr/>
          <p:nvPr/>
        </p:nvGrpSpPr>
        <p:grpSpPr>
          <a:xfrm>
            <a:off x="304800" y="749300"/>
            <a:ext cx="4938199" cy="400110"/>
            <a:chOff x="424117" y="898245"/>
            <a:chExt cx="4938199" cy="400110"/>
          </a:xfrm>
        </p:grpSpPr>
        <p:sp>
          <p:nvSpPr>
            <p:cNvPr id="2" name="平行四边形 1">
              <a:extLst>
                <a:ext uri="{FF2B5EF4-FFF2-40B4-BE49-F238E27FC236}">
                  <a16:creationId xmlns:a16="http://schemas.microsoft.com/office/drawing/2014/main" id="{1F5BAA3F-9845-4F89-A2DD-8222D3E4EDAC}"/>
                </a:ext>
              </a:extLst>
            </p:cNvPr>
            <p:cNvSpPr/>
            <p:nvPr/>
          </p:nvSpPr>
          <p:spPr>
            <a:xfrm>
              <a:off x="424117" y="898245"/>
              <a:ext cx="628306" cy="387090"/>
            </a:xfrm>
            <a:prstGeom prst="parallelogram">
              <a:avLst/>
            </a:prstGeom>
            <a:solidFill>
              <a:schemeClr val="accent3">
                <a:lumMod val="75000"/>
              </a:schemeClr>
            </a:solidFill>
            <a:ln>
              <a:solidFill>
                <a:schemeClr val="accent3">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CN" sz="2200" dirty="0">
                  <a:latin typeface="Impact" panose="020B0806030902050204" pitchFamily="34" charset="0"/>
                </a:rPr>
                <a:t>01</a:t>
              </a:r>
              <a:endParaRPr lang="zh-CN" altLang="en-US" sz="2200" dirty="0">
                <a:latin typeface="Impact" panose="020B0806030902050204" pitchFamily="34" charset="0"/>
              </a:endParaRPr>
            </a:p>
          </p:txBody>
        </p:sp>
        <p:sp>
          <p:nvSpPr>
            <p:cNvPr id="3" name="文本框 2">
              <a:extLst>
                <a:ext uri="{FF2B5EF4-FFF2-40B4-BE49-F238E27FC236}">
                  <a16:creationId xmlns:a16="http://schemas.microsoft.com/office/drawing/2014/main" id="{4D6BD736-A4D3-4F26-AFED-36E11F50F70B}"/>
                </a:ext>
              </a:extLst>
            </p:cNvPr>
            <p:cNvSpPr txBox="1"/>
            <p:nvPr/>
          </p:nvSpPr>
          <p:spPr>
            <a:xfrm>
              <a:off x="1052423" y="898245"/>
              <a:ext cx="4309893" cy="400110"/>
            </a:xfrm>
            <a:prstGeom prst="rect">
              <a:avLst/>
            </a:prstGeom>
            <a:noFill/>
          </p:spPr>
          <p:txBody>
            <a:bodyPr wrap="square" rtlCol="0">
              <a:spAutoFit/>
            </a:bodyPr>
            <a:lstStyle/>
            <a:p>
              <a:r>
                <a:rPr lang="zh-CN" altLang="en-US" sz="2000" b="1" dirty="0">
                  <a:solidFill>
                    <a:schemeClr val="tx1"/>
                  </a:solidFill>
                  <a:latin typeface="Arial Narrow" panose="020B0606020202030204" pitchFamily="34" charset="0"/>
                </a:rPr>
                <a:t>共享式以太网与交换式以太网的对比</a:t>
              </a:r>
              <a:endParaRPr lang="en-US" altLang="zh-CN" sz="2000" b="1" dirty="0">
                <a:solidFill>
                  <a:schemeClr val="tx1"/>
                </a:solidFill>
                <a:latin typeface="Arial Narrow" panose="020B0606020202030204" pitchFamily="34" charset="0"/>
              </a:endParaRPr>
            </a:p>
          </p:txBody>
        </p:sp>
      </p:grpSp>
      <p:sp>
        <p:nvSpPr>
          <p:cNvPr id="72" name="文本框 71">
            <a:extLst>
              <a:ext uri="{FF2B5EF4-FFF2-40B4-BE49-F238E27FC236}">
                <a16:creationId xmlns:a16="http://schemas.microsoft.com/office/drawing/2014/main" id="{694982CA-BBE3-4971-A06F-36B59AA7466A}"/>
              </a:ext>
            </a:extLst>
          </p:cNvPr>
          <p:cNvSpPr txBox="1"/>
          <p:nvPr/>
        </p:nvSpPr>
        <p:spPr>
          <a:xfrm>
            <a:off x="5130878" y="736280"/>
            <a:ext cx="2922270" cy="400110"/>
          </a:xfrm>
          <a:prstGeom prst="rect">
            <a:avLst/>
          </a:prstGeom>
          <a:noFill/>
        </p:spPr>
        <p:txBody>
          <a:bodyPr wrap="square" rtlCol="0">
            <a:spAutoFit/>
          </a:bodyPr>
          <a:lstStyle/>
          <a:p>
            <a:r>
              <a:rPr lang="en-US" altLang="zh-CN" sz="2000" b="1" dirty="0">
                <a:solidFill>
                  <a:schemeClr val="tx1"/>
                </a:solidFill>
                <a:latin typeface="Arial Narrow" panose="020B0606020202030204" pitchFamily="34" charset="0"/>
              </a:rPr>
              <a:t>(</a:t>
            </a:r>
            <a:r>
              <a:rPr lang="zh-CN" altLang="en-US" sz="2000" b="1" dirty="0">
                <a:solidFill>
                  <a:schemeClr val="tx1"/>
                </a:solidFill>
                <a:latin typeface="Arial Narrow" panose="020B0606020202030204" pitchFamily="34" charset="0"/>
              </a:rPr>
              <a:t>集线器与交换机的对比</a:t>
            </a:r>
            <a:r>
              <a:rPr lang="en-US" altLang="zh-CN" sz="2000" b="1" dirty="0">
                <a:solidFill>
                  <a:schemeClr val="tx1"/>
                </a:solidFill>
                <a:latin typeface="Arial Narrow" panose="020B0606020202030204" pitchFamily="34" charset="0"/>
              </a:rPr>
              <a:t>)</a:t>
            </a:r>
          </a:p>
        </p:txBody>
      </p:sp>
      <p:grpSp>
        <p:nvGrpSpPr>
          <p:cNvPr id="6" name="组合 5">
            <a:extLst>
              <a:ext uri="{FF2B5EF4-FFF2-40B4-BE49-F238E27FC236}">
                <a16:creationId xmlns:a16="http://schemas.microsoft.com/office/drawing/2014/main" id="{4271CB9A-9B11-4A37-80C1-91620816A776}"/>
              </a:ext>
            </a:extLst>
          </p:cNvPr>
          <p:cNvGrpSpPr/>
          <p:nvPr/>
        </p:nvGrpSpPr>
        <p:grpSpPr>
          <a:xfrm>
            <a:off x="933106" y="1185832"/>
            <a:ext cx="10954094" cy="1881742"/>
            <a:chOff x="933106" y="1185832"/>
            <a:chExt cx="10954094" cy="1881742"/>
          </a:xfrm>
        </p:grpSpPr>
        <p:sp>
          <p:nvSpPr>
            <p:cNvPr id="41" name="íşlïḍè">
              <a:extLst>
                <a:ext uri="{FF2B5EF4-FFF2-40B4-BE49-F238E27FC236}">
                  <a16:creationId xmlns:a16="http://schemas.microsoft.com/office/drawing/2014/main" id="{CA40DF32-EE18-40A9-BC21-8D534DAC4DD0}"/>
                </a:ext>
              </a:extLst>
            </p:cNvPr>
            <p:cNvSpPr txBox="1"/>
            <p:nvPr/>
          </p:nvSpPr>
          <p:spPr>
            <a:xfrm>
              <a:off x="933106" y="1185832"/>
              <a:ext cx="10954094" cy="400111"/>
            </a:xfrm>
            <a:prstGeom prst="rect">
              <a:avLst/>
            </a:prstGeom>
            <a:noFill/>
          </p:spPr>
          <p:txBody>
            <a:bodyPr wrap="square" lIns="91440" tIns="45720" rIns="91440" bIns="45720" anchor="ctr">
              <a:noAutofit/>
            </a:bodyPr>
            <a:lstStyle/>
            <a:p>
              <a:r>
                <a:rPr lang="en-US" altLang="zh-CN" b="1" dirty="0">
                  <a:latin typeface="Arial Narrow" panose="020B0606020202030204" pitchFamily="34" charset="0"/>
                </a:rPr>
                <a:t>【2015</a:t>
              </a:r>
              <a:r>
                <a:rPr lang="zh-CN" altLang="en-US" b="1" dirty="0">
                  <a:latin typeface="Arial Narrow" panose="020B0606020202030204" pitchFamily="34" charset="0"/>
                </a:rPr>
                <a:t>年 题</a:t>
              </a:r>
              <a:r>
                <a:rPr lang="en-US" altLang="zh-CN" b="1" dirty="0">
                  <a:latin typeface="Arial Narrow" panose="020B0606020202030204" pitchFamily="34" charset="0"/>
                </a:rPr>
                <a:t>37】</a:t>
              </a:r>
              <a:r>
                <a:rPr lang="zh-CN" altLang="en-US" b="1" dirty="0">
                  <a:latin typeface="Arial Narrow" panose="020B0606020202030204" pitchFamily="34" charset="0"/>
                </a:rPr>
                <a:t>下列关于交换机的叙述中，正确的是（      ）。</a:t>
              </a:r>
            </a:p>
          </p:txBody>
        </p:sp>
        <p:sp>
          <p:nvSpPr>
            <p:cNvPr id="42" name="íşlïḍè">
              <a:extLst>
                <a:ext uri="{FF2B5EF4-FFF2-40B4-BE49-F238E27FC236}">
                  <a16:creationId xmlns:a16="http://schemas.microsoft.com/office/drawing/2014/main" id="{0E6AED70-2FC0-4AC6-B7E6-0824111B1885}"/>
                </a:ext>
              </a:extLst>
            </p:cNvPr>
            <p:cNvSpPr txBox="1"/>
            <p:nvPr/>
          </p:nvSpPr>
          <p:spPr>
            <a:xfrm>
              <a:off x="2575373" y="1556240"/>
              <a:ext cx="4489846" cy="400111"/>
            </a:xfrm>
            <a:prstGeom prst="rect">
              <a:avLst/>
            </a:prstGeom>
            <a:noFill/>
          </p:spPr>
          <p:txBody>
            <a:bodyPr wrap="square" lIns="91440" tIns="45720" rIns="91440" bIns="45720" anchor="ctr">
              <a:noAutofit/>
            </a:bodyPr>
            <a:lstStyle/>
            <a:p>
              <a:r>
                <a:rPr lang="en-US" altLang="zh-CN" b="1" dirty="0">
                  <a:latin typeface="Arial Narrow" panose="020B0606020202030204" pitchFamily="34" charset="0"/>
                </a:rPr>
                <a:t>A. </a:t>
              </a:r>
              <a:r>
                <a:rPr lang="zh-CN" altLang="en-US" b="1" dirty="0">
                  <a:latin typeface="Arial Narrow" panose="020B0606020202030204" pitchFamily="34" charset="0"/>
                </a:rPr>
                <a:t>以太网交换机本质上是一种多端口网桥</a:t>
              </a:r>
            </a:p>
          </p:txBody>
        </p:sp>
        <p:sp>
          <p:nvSpPr>
            <p:cNvPr id="43" name="íşlïḍè">
              <a:extLst>
                <a:ext uri="{FF2B5EF4-FFF2-40B4-BE49-F238E27FC236}">
                  <a16:creationId xmlns:a16="http://schemas.microsoft.com/office/drawing/2014/main" id="{093ECB5F-0217-4B85-9FB3-3CAF1006444D}"/>
                </a:ext>
              </a:extLst>
            </p:cNvPr>
            <p:cNvSpPr txBox="1"/>
            <p:nvPr/>
          </p:nvSpPr>
          <p:spPr>
            <a:xfrm>
              <a:off x="2575373" y="1926648"/>
              <a:ext cx="5477774" cy="400111"/>
            </a:xfrm>
            <a:prstGeom prst="rect">
              <a:avLst/>
            </a:prstGeom>
            <a:noFill/>
          </p:spPr>
          <p:txBody>
            <a:bodyPr wrap="square" lIns="91440" tIns="45720" rIns="91440" bIns="45720" anchor="ctr">
              <a:noAutofit/>
            </a:bodyPr>
            <a:lstStyle/>
            <a:p>
              <a:r>
                <a:rPr lang="en-US" altLang="zh-CN" b="1" dirty="0">
                  <a:latin typeface="Arial Narrow" panose="020B0606020202030204" pitchFamily="34" charset="0"/>
                </a:rPr>
                <a:t>B. </a:t>
              </a:r>
              <a:r>
                <a:rPr lang="zh-CN" altLang="en-US" b="1" dirty="0">
                  <a:latin typeface="Arial Narrow" panose="020B0606020202030204" pitchFamily="34" charset="0"/>
                </a:rPr>
                <a:t>通过交换机互连的一组工作站构成一个冲突域</a:t>
              </a:r>
            </a:p>
          </p:txBody>
        </p:sp>
        <p:sp>
          <p:nvSpPr>
            <p:cNvPr id="44" name="íşlïḍè">
              <a:extLst>
                <a:ext uri="{FF2B5EF4-FFF2-40B4-BE49-F238E27FC236}">
                  <a16:creationId xmlns:a16="http://schemas.microsoft.com/office/drawing/2014/main" id="{4D881CAB-1C4F-4633-A2EB-CAFBCC3BEAE2}"/>
                </a:ext>
              </a:extLst>
            </p:cNvPr>
            <p:cNvSpPr txBox="1"/>
            <p:nvPr/>
          </p:nvSpPr>
          <p:spPr>
            <a:xfrm>
              <a:off x="2575373" y="2297056"/>
              <a:ext cx="5477774" cy="400111"/>
            </a:xfrm>
            <a:prstGeom prst="rect">
              <a:avLst/>
            </a:prstGeom>
            <a:noFill/>
          </p:spPr>
          <p:txBody>
            <a:bodyPr wrap="square" lIns="91440" tIns="45720" rIns="91440" bIns="45720" anchor="ctr">
              <a:noAutofit/>
            </a:bodyPr>
            <a:lstStyle/>
            <a:p>
              <a:r>
                <a:rPr lang="en-US" altLang="zh-CN" b="1" dirty="0">
                  <a:latin typeface="Arial Narrow" panose="020B0606020202030204" pitchFamily="34" charset="0"/>
                </a:rPr>
                <a:t>C. </a:t>
              </a:r>
              <a:r>
                <a:rPr lang="zh-CN" altLang="en-US" b="1" dirty="0">
                  <a:latin typeface="Arial Narrow" panose="020B0606020202030204" pitchFamily="34" charset="0"/>
                </a:rPr>
                <a:t>交换机每个端口所连网络构成一个独立的广播域</a:t>
              </a:r>
            </a:p>
          </p:txBody>
        </p:sp>
        <p:sp>
          <p:nvSpPr>
            <p:cNvPr id="45" name="íşlïḍè">
              <a:extLst>
                <a:ext uri="{FF2B5EF4-FFF2-40B4-BE49-F238E27FC236}">
                  <a16:creationId xmlns:a16="http://schemas.microsoft.com/office/drawing/2014/main" id="{E8FF2FC9-09F6-4E90-9970-74BB8728341E}"/>
                </a:ext>
              </a:extLst>
            </p:cNvPr>
            <p:cNvSpPr txBox="1"/>
            <p:nvPr/>
          </p:nvSpPr>
          <p:spPr>
            <a:xfrm>
              <a:off x="2575373" y="2667463"/>
              <a:ext cx="6483107" cy="400111"/>
            </a:xfrm>
            <a:prstGeom prst="rect">
              <a:avLst/>
            </a:prstGeom>
            <a:noFill/>
          </p:spPr>
          <p:txBody>
            <a:bodyPr wrap="square" lIns="91440" tIns="45720" rIns="91440" bIns="45720" anchor="ctr">
              <a:noAutofit/>
            </a:bodyPr>
            <a:lstStyle/>
            <a:p>
              <a:r>
                <a:rPr lang="en-US" altLang="zh-CN" b="1" dirty="0">
                  <a:latin typeface="Arial Narrow" panose="020B0606020202030204" pitchFamily="34" charset="0"/>
                </a:rPr>
                <a:t>D. </a:t>
              </a:r>
              <a:r>
                <a:rPr lang="zh-CN" altLang="en-US" b="1" dirty="0">
                  <a:latin typeface="Arial Narrow" panose="020B0606020202030204" pitchFamily="34" charset="0"/>
                </a:rPr>
                <a:t>以太网交换机可实现采用不同网络层协议的网络互联</a:t>
              </a:r>
            </a:p>
          </p:txBody>
        </p:sp>
      </p:grpSp>
      <p:sp>
        <p:nvSpPr>
          <p:cNvPr id="46" name="íşlïḍè">
            <a:extLst>
              <a:ext uri="{FF2B5EF4-FFF2-40B4-BE49-F238E27FC236}">
                <a16:creationId xmlns:a16="http://schemas.microsoft.com/office/drawing/2014/main" id="{ABF2F700-81EB-419D-AC9B-E913767892D9}"/>
              </a:ext>
            </a:extLst>
          </p:cNvPr>
          <p:cNvSpPr txBox="1"/>
          <p:nvPr/>
        </p:nvSpPr>
        <p:spPr>
          <a:xfrm>
            <a:off x="1070011" y="3193989"/>
            <a:ext cx="732475" cy="400111"/>
          </a:xfrm>
          <a:prstGeom prst="rect">
            <a:avLst/>
          </a:prstGeom>
          <a:noFill/>
        </p:spPr>
        <p:txBody>
          <a:bodyPr wrap="square" lIns="91440" tIns="45720" rIns="91440" bIns="45720" anchor="ctr">
            <a:noAutofit/>
          </a:bodyPr>
          <a:lstStyle/>
          <a:p>
            <a:r>
              <a:rPr lang="zh-CN" altLang="en-US" b="1" dirty="0">
                <a:latin typeface="Arial Narrow" panose="020B0606020202030204" pitchFamily="34" charset="0"/>
              </a:rPr>
              <a:t>解析</a:t>
            </a:r>
          </a:p>
        </p:txBody>
      </p:sp>
      <p:sp>
        <p:nvSpPr>
          <p:cNvPr id="47" name="íşlïḍè">
            <a:extLst>
              <a:ext uri="{FF2B5EF4-FFF2-40B4-BE49-F238E27FC236}">
                <a16:creationId xmlns:a16="http://schemas.microsoft.com/office/drawing/2014/main" id="{EF7F0F29-CECF-41FA-AF38-C6403C739425}"/>
              </a:ext>
            </a:extLst>
          </p:cNvPr>
          <p:cNvSpPr txBox="1"/>
          <p:nvPr/>
        </p:nvSpPr>
        <p:spPr>
          <a:xfrm>
            <a:off x="6491724" y="1185831"/>
            <a:ext cx="349832" cy="400111"/>
          </a:xfrm>
          <a:prstGeom prst="rect">
            <a:avLst/>
          </a:prstGeom>
          <a:noFill/>
        </p:spPr>
        <p:txBody>
          <a:bodyPr wrap="square" lIns="91440" tIns="45720" rIns="91440" bIns="45720" anchor="ctr">
            <a:noAutofit/>
          </a:bodyPr>
          <a:lstStyle/>
          <a:p>
            <a:pPr algn="ctr"/>
            <a:r>
              <a:rPr lang="en-US" altLang="zh-CN" sz="2800" b="1" dirty="0">
                <a:solidFill>
                  <a:schemeClr val="accent1">
                    <a:lumMod val="75000"/>
                  </a:schemeClr>
                </a:solidFill>
                <a:latin typeface="Arial Black" panose="020B0A04020102020204" pitchFamily="34" charset="0"/>
              </a:rPr>
              <a:t>A</a:t>
            </a:r>
            <a:endParaRPr lang="zh-CN" altLang="en-US" sz="2800" b="1" dirty="0">
              <a:solidFill>
                <a:schemeClr val="accent1">
                  <a:lumMod val="75000"/>
                </a:schemeClr>
              </a:solidFill>
              <a:latin typeface="Arial Black" panose="020B0A04020102020204" pitchFamily="34" charset="0"/>
            </a:endParaRPr>
          </a:p>
        </p:txBody>
      </p:sp>
      <p:sp>
        <p:nvSpPr>
          <p:cNvPr id="66" name="íşlïḍè">
            <a:extLst>
              <a:ext uri="{FF2B5EF4-FFF2-40B4-BE49-F238E27FC236}">
                <a16:creationId xmlns:a16="http://schemas.microsoft.com/office/drawing/2014/main" id="{195E78C7-1DCD-48E3-BA50-1C84A57A1BBE}"/>
              </a:ext>
            </a:extLst>
          </p:cNvPr>
          <p:cNvSpPr txBox="1"/>
          <p:nvPr/>
        </p:nvSpPr>
        <p:spPr>
          <a:xfrm>
            <a:off x="1340896" y="4610194"/>
            <a:ext cx="4755104" cy="653967"/>
          </a:xfrm>
          <a:prstGeom prst="rect">
            <a:avLst/>
          </a:prstGeom>
          <a:noFill/>
        </p:spPr>
        <p:txBody>
          <a:bodyPr wrap="square" lIns="91440" tIns="45720" rIns="91440" bIns="45720" anchor="ctr">
            <a:noAutofit/>
          </a:bodyPr>
          <a:lstStyle/>
          <a:p>
            <a:r>
              <a:rPr lang="zh-CN" altLang="en-US" b="1" dirty="0">
                <a:latin typeface="Arial Narrow" panose="020B0606020202030204" pitchFamily="34" charset="0"/>
              </a:rPr>
              <a:t>网桥的</a:t>
            </a:r>
            <a:r>
              <a:rPr lang="zh-CN" altLang="en-US" b="1" dirty="0">
                <a:solidFill>
                  <a:schemeClr val="accent1">
                    <a:lumMod val="75000"/>
                  </a:schemeClr>
                </a:solidFill>
                <a:latin typeface="Arial Narrow" panose="020B0606020202030204" pitchFamily="34" charset="0"/>
              </a:rPr>
              <a:t>接口数量很少</a:t>
            </a:r>
            <a:r>
              <a:rPr lang="zh-CN" altLang="en-US" b="1" dirty="0">
                <a:latin typeface="Arial Narrow" panose="020B0606020202030204" pitchFamily="34" charset="0"/>
              </a:rPr>
              <a:t>，通常只有</a:t>
            </a:r>
            <a:r>
              <a:rPr lang="en-US" altLang="zh-CN" b="1" dirty="0">
                <a:latin typeface="Arial Narrow" panose="020B0606020202030204" pitchFamily="34" charset="0"/>
              </a:rPr>
              <a:t>2~4</a:t>
            </a:r>
            <a:r>
              <a:rPr lang="zh-CN" altLang="en-US" b="1" dirty="0">
                <a:latin typeface="Arial Narrow" panose="020B0606020202030204" pitchFamily="34" charset="0"/>
              </a:rPr>
              <a:t>个，一般只用来</a:t>
            </a:r>
            <a:r>
              <a:rPr lang="zh-CN" altLang="en-US" b="1" dirty="0">
                <a:solidFill>
                  <a:schemeClr val="accent1">
                    <a:lumMod val="75000"/>
                  </a:schemeClr>
                </a:solidFill>
                <a:latin typeface="Arial Narrow" panose="020B0606020202030204" pitchFamily="34" charset="0"/>
              </a:rPr>
              <a:t>连接不同的网段</a:t>
            </a:r>
            <a:r>
              <a:rPr lang="zh-CN" altLang="en-US" b="1" dirty="0">
                <a:latin typeface="Arial Narrow" panose="020B0606020202030204" pitchFamily="34" charset="0"/>
              </a:rPr>
              <a:t>。</a:t>
            </a:r>
          </a:p>
        </p:txBody>
      </p:sp>
      <p:sp>
        <p:nvSpPr>
          <p:cNvPr id="67" name="íşlïḍè">
            <a:extLst>
              <a:ext uri="{FF2B5EF4-FFF2-40B4-BE49-F238E27FC236}">
                <a16:creationId xmlns:a16="http://schemas.microsoft.com/office/drawing/2014/main" id="{E363BE12-0CC6-4C93-BA87-176DFD043518}"/>
              </a:ext>
            </a:extLst>
          </p:cNvPr>
          <p:cNvSpPr txBox="1"/>
          <p:nvPr/>
        </p:nvSpPr>
        <p:spPr>
          <a:xfrm>
            <a:off x="1340896" y="5415820"/>
            <a:ext cx="4755104" cy="1019824"/>
          </a:xfrm>
          <a:prstGeom prst="rect">
            <a:avLst/>
          </a:prstGeom>
          <a:noFill/>
        </p:spPr>
        <p:txBody>
          <a:bodyPr wrap="square" lIns="91440" tIns="45720" rIns="91440" bIns="45720" anchor="ctr">
            <a:noAutofit/>
          </a:bodyPr>
          <a:lstStyle/>
          <a:p>
            <a:r>
              <a:rPr lang="en-US" altLang="zh-CN" b="1" dirty="0">
                <a:latin typeface="Arial Narrow" panose="020B0606020202030204" pitchFamily="34" charset="0"/>
              </a:rPr>
              <a:t>1990</a:t>
            </a:r>
            <a:r>
              <a:rPr lang="zh-CN" altLang="en-US" b="1" dirty="0">
                <a:latin typeface="Arial Narrow" panose="020B0606020202030204" pitchFamily="34" charset="0"/>
              </a:rPr>
              <a:t>年面世的</a:t>
            </a:r>
            <a:r>
              <a:rPr lang="zh-CN" altLang="en-US" b="1" dirty="0">
                <a:solidFill>
                  <a:schemeClr val="accent1">
                    <a:lumMod val="75000"/>
                  </a:schemeClr>
                </a:solidFill>
                <a:latin typeface="Arial Narrow" panose="020B0606020202030204" pitchFamily="34" charset="0"/>
              </a:rPr>
              <a:t>交换式集线器</a:t>
            </a:r>
            <a:r>
              <a:rPr lang="zh-CN" altLang="en-US" b="1" dirty="0">
                <a:latin typeface="Arial Narrow" panose="020B0606020202030204" pitchFamily="34" charset="0"/>
              </a:rPr>
              <a:t>（</a:t>
            </a:r>
            <a:r>
              <a:rPr lang="en-US" altLang="zh-CN" b="1" dirty="0">
                <a:latin typeface="Arial Narrow" panose="020B0606020202030204" pitchFamily="34" charset="0"/>
              </a:rPr>
              <a:t>Switching Hub</a:t>
            </a:r>
            <a:r>
              <a:rPr lang="zh-CN" altLang="en-US" b="1" dirty="0">
                <a:latin typeface="Arial Narrow" panose="020B0606020202030204" pitchFamily="34" charset="0"/>
              </a:rPr>
              <a:t>），实质上是</a:t>
            </a:r>
            <a:r>
              <a:rPr lang="zh-CN" altLang="en-US" b="1" dirty="0">
                <a:solidFill>
                  <a:schemeClr val="accent1">
                    <a:lumMod val="75000"/>
                  </a:schemeClr>
                </a:solidFill>
                <a:latin typeface="Arial Narrow" panose="020B0606020202030204" pitchFamily="34" charset="0"/>
              </a:rPr>
              <a:t>具有多个接口的网桥</a:t>
            </a:r>
            <a:r>
              <a:rPr lang="zh-CN" altLang="en-US" b="1" dirty="0">
                <a:latin typeface="Arial Narrow" panose="020B0606020202030204" pitchFamily="34" charset="0"/>
              </a:rPr>
              <a:t>，常称为</a:t>
            </a:r>
            <a:r>
              <a:rPr lang="zh-CN" altLang="en-US" b="1" dirty="0">
                <a:solidFill>
                  <a:schemeClr val="accent1">
                    <a:lumMod val="75000"/>
                  </a:schemeClr>
                </a:solidFill>
                <a:latin typeface="Arial Narrow" panose="020B0606020202030204" pitchFamily="34" charset="0"/>
              </a:rPr>
              <a:t>以太网交换机</a:t>
            </a:r>
            <a:r>
              <a:rPr lang="zh-CN" altLang="en-US" b="1" dirty="0">
                <a:latin typeface="Arial Narrow" panose="020B0606020202030204" pitchFamily="34" charset="0"/>
              </a:rPr>
              <a:t>（</a:t>
            </a:r>
            <a:r>
              <a:rPr lang="en-US" altLang="zh-CN" b="1" dirty="0">
                <a:latin typeface="Arial Narrow" panose="020B0606020202030204" pitchFamily="34" charset="0"/>
              </a:rPr>
              <a:t>Switch</a:t>
            </a:r>
            <a:r>
              <a:rPr lang="zh-CN" altLang="en-US" b="1" dirty="0">
                <a:latin typeface="Arial Narrow" panose="020B0606020202030204" pitchFamily="34" charset="0"/>
              </a:rPr>
              <a:t>）或二层交换机。</a:t>
            </a:r>
          </a:p>
        </p:txBody>
      </p:sp>
      <p:sp>
        <p:nvSpPr>
          <p:cNvPr id="68" name="íşlïḍè">
            <a:extLst>
              <a:ext uri="{FF2B5EF4-FFF2-40B4-BE49-F238E27FC236}">
                <a16:creationId xmlns:a16="http://schemas.microsoft.com/office/drawing/2014/main" id="{B89522FB-3B2C-4044-9192-126006FC24B9}"/>
              </a:ext>
            </a:extLst>
          </p:cNvPr>
          <p:cNvSpPr txBox="1"/>
          <p:nvPr/>
        </p:nvSpPr>
        <p:spPr>
          <a:xfrm>
            <a:off x="1340897" y="3597640"/>
            <a:ext cx="4755104" cy="860894"/>
          </a:xfrm>
          <a:prstGeom prst="rect">
            <a:avLst/>
          </a:prstGeom>
          <a:noFill/>
        </p:spPr>
        <p:txBody>
          <a:bodyPr wrap="square" lIns="91440" tIns="45720" rIns="91440" bIns="45720" anchor="ctr">
            <a:noAutofit/>
          </a:bodyPr>
          <a:lstStyle/>
          <a:p>
            <a:r>
              <a:rPr lang="zh-CN" altLang="en-US" b="1" dirty="0">
                <a:latin typeface="Arial Narrow" panose="020B0606020202030204" pitchFamily="34" charset="0"/>
              </a:rPr>
              <a:t>网桥（</a:t>
            </a:r>
            <a:r>
              <a:rPr lang="en-US" altLang="zh-CN" b="1" dirty="0">
                <a:latin typeface="Arial Narrow" panose="020B0606020202030204" pitchFamily="34" charset="0"/>
              </a:rPr>
              <a:t>bridge</a:t>
            </a:r>
            <a:r>
              <a:rPr lang="zh-CN" altLang="en-US" b="1" dirty="0">
                <a:latin typeface="Arial Narrow" panose="020B0606020202030204" pitchFamily="34" charset="0"/>
              </a:rPr>
              <a:t>）工作在数据链路层（包含其下的物理层），因此</a:t>
            </a:r>
            <a:r>
              <a:rPr lang="zh-CN" altLang="en-US" b="1" dirty="0">
                <a:solidFill>
                  <a:schemeClr val="accent1">
                    <a:lumMod val="75000"/>
                  </a:schemeClr>
                </a:solidFill>
                <a:latin typeface="Arial Narrow" panose="020B0606020202030204" pitchFamily="34" charset="0"/>
              </a:rPr>
              <a:t>网桥具备属于数据链路层范畴的相关能力</a:t>
            </a:r>
            <a:r>
              <a:rPr lang="zh-CN" altLang="en-US" b="1" dirty="0">
                <a:latin typeface="Arial Narrow" panose="020B0606020202030204" pitchFamily="34" charset="0"/>
              </a:rPr>
              <a:t>。</a:t>
            </a:r>
          </a:p>
        </p:txBody>
      </p:sp>
      <p:pic>
        <p:nvPicPr>
          <p:cNvPr id="12" name="图片 11" descr="图示, 示意图&#10;&#10;描述已自动生成">
            <a:extLst>
              <a:ext uri="{FF2B5EF4-FFF2-40B4-BE49-F238E27FC236}">
                <a16:creationId xmlns:a16="http://schemas.microsoft.com/office/drawing/2014/main" id="{DA9A956E-5CEF-4112-9859-0E378199517F}"/>
              </a:ext>
            </a:extLst>
          </p:cNvPr>
          <p:cNvPicPr>
            <a:picLocks noChangeAspect="1"/>
          </p:cNvPicPr>
          <p:nvPr/>
        </p:nvPicPr>
        <p:blipFill>
          <a:blip r:embed="rId3" cstate="print">
            <a:extLst>
              <a:ext uri="{28A0092B-C50C-407E-A947-70E740481C1C}">
                <a14:useLocalDpi xmlns:a14="http://schemas.microsoft.com/office/drawing/2010/main" val="0"/>
              </a:ext>
            </a:extLst>
          </a:blip>
          <a:stretch>
            <a:fillRect/>
          </a:stretch>
        </p:blipFill>
        <p:spPr>
          <a:xfrm>
            <a:off x="6189418" y="3657296"/>
            <a:ext cx="5611849" cy="2697455"/>
          </a:xfrm>
          <a:prstGeom prst="rect">
            <a:avLst/>
          </a:prstGeom>
        </p:spPr>
      </p:pic>
      <p:sp>
        <p:nvSpPr>
          <p:cNvPr id="13" name="矩形 12">
            <a:extLst>
              <a:ext uri="{FF2B5EF4-FFF2-40B4-BE49-F238E27FC236}">
                <a16:creationId xmlns:a16="http://schemas.microsoft.com/office/drawing/2014/main" id="{DCE76C74-2CE2-4FC5-955B-46172F632C13}"/>
              </a:ext>
            </a:extLst>
          </p:cNvPr>
          <p:cNvSpPr/>
          <p:nvPr/>
        </p:nvSpPr>
        <p:spPr>
          <a:xfrm>
            <a:off x="8591414" y="1552577"/>
            <a:ext cx="1281772" cy="321446"/>
          </a:xfrm>
          <a:prstGeom prst="rect">
            <a:avLst/>
          </a:prstGeom>
        </p:spPr>
        <p:style>
          <a:lnRef idx="2">
            <a:schemeClr val="accent4">
              <a:shade val="50000"/>
            </a:schemeClr>
          </a:lnRef>
          <a:fillRef idx="1">
            <a:schemeClr val="accent4"/>
          </a:fillRef>
          <a:effectRef idx="0">
            <a:schemeClr val="accent4"/>
          </a:effectRef>
          <a:fontRef idx="minor">
            <a:schemeClr val="lt1"/>
          </a:fontRef>
        </p:style>
        <p:txBody>
          <a:bodyPr rtlCol="0" anchor="ctr"/>
          <a:lstStyle/>
          <a:p>
            <a:pPr algn="ctr"/>
            <a:r>
              <a:rPr lang="zh-CN" altLang="en-US" b="1" dirty="0"/>
              <a:t>叙述正确</a:t>
            </a:r>
          </a:p>
        </p:txBody>
      </p:sp>
      <p:sp>
        <p:nvSpPr>
          <p:cNvPr id="19" name="平行四边形 18">
            <a:extLst>
              <a:ext uri="{FF2B5EF4-FFF2-40B4-BE49-F238E27FC236}">
                <a16:creationId xmlns:a16="http://schemas.microsoft.com/office/drawing/2014/main" id="{5168EA3B-2882-A1CA-3C49-3443536735EF}"/>
              </a:ext>
            </a:extLst>
          </p:cNvPr>
          <p:cNvSpPr/>
          <p:nvPr/>
        </p:nvSpPr>
        <p:spPr>
          <a:xfrm>
            <a:off x="304799" y="749300"/>
            <a:ext cx="688541" cy="387090"/>
          </a:xfrm>
          <a:prstGeom prst="parallelogram">
            <a:avLst/>
          </a:prstGeom>
          <a:solidFill>
            <a:schemeClr val="accent3">
              <a:lumMod val="75000"/>
            </a:schemeClr>
          </a:solidFill>
          <a:ln>
            <a:solidFill>
              <a:schemeClr val="accent3">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CN" sz="2200" dirty="0">
                <a:latin typeface="Impact" panose="020B0806030902050204" pitchFamily="34" charset="0"/>
              </a:rPr>
              <a:t>03</a:t>
            </a:r>
            <a:endParaRPr lang="zh-CN" altLang="en-US" sz="2200" dirty="0">
              <a:latin typeface="Impact" panose="020B0806030902050204" pitchFamily="34" charset="0"/>
            </a:endParaRPr>
          </a:p>
        </p:txBody>
      </p:sp>
    </p:spTree>
    <p:custDataLst>
      <p:tags r:id="rId1"/>
    </p:custDataLst>
    <p:extLst>
      <p:ext uri="{BB962C8B-B14F-4D97-AF65-F5344CB8AC3E}">
        <p14:creationId xmlns:p14="http://schemas.microsoft.com/office/powerpoint/2010/main" val="2521768791"/>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30" presetClass="entr" presetSubtype="0" fill="hold" nodeType="withEffect">
                                  <p:stCondLst>
                                    <p:cond delay="0"/>
                                  </p:stCondLst>
                                  <p:childTnLst>
                                    <p:set>
                                      <p:cBhvr>
                                        <p:cTn id="6" dur="1" fill="hold">
                                          <p:stCondLst>
                                            <p:cond delay="0"/>
                                          </p:stCondLst>
                                        </p:cTn>
                                        <p:tgtEl>
                                          <p:spTgt spid="6"/>
                                        </p:tgtEl>
                                        <p:attrNameLst>
                                          <p:attrName>style.visibility</p:attrName>
                                        </p:attrNameLst>
                                      </p:cBhvr>
                                      <p:to>
                                        <p:strVal val="visible"/>
                                      </p:to>
                                    </p:set>
                                    <p:animEffect transition="in" filter="fade">
                                      <p:cBhvr>
                                        <p:cTn id="7" dur="800" decel="100000"/>
                                        <p:tgtEl>
                                          <p:spTgt spid="6"/>
                                        </p:tgtEl>
                                      </p:cBhvr>
                                    </p:animEffect>
                                    <p:anim calcmode="lin" valueType="num">
                                      <p:cBhvr>
                                        <p:cTn id="8" dur="800" decel="100000" fill="hold"/>
                                        <p:tgtEl>
                                          <p:spTgt spid="6"/>
                                        </p:tgtEl>
                                        <p:attrNameLst>
                                          <p:attrName>style.rotation</p:attrName>
                                        </p:attrNameLst>
                                      </p:cBhvr>
                                      <p:tavLst>
                                        <p:tav tm="0">
                                          <p:val>
                                            <p:fltVal val="-90"/>
                                          </p:val>
                                        </p:tav>
                                        <p:tav tm="100000">
                                          <p:val>
                                            <p:fltVal val="0"/>
                                          </p:val>
                                        </p:tav>
                                      </p:tavLst>
                                    </p:anim>
                                    <p:anim calcmode="lin" valueType="num">
                                      <p:cBhvr>
                                        <p:cTn id="9" dur="800" decel="100000" fill="hold"/>
                                        <p:tgtEl>
                                          <p:spTgt spid="6"/>
                                        </p:tgtEl>
                                        <p:attrNameLst>
                                          <p:attrName>ppt_x</p:attrName>
                                        </p:attrNameLst>
                                      </p:cBhvr>
                                      <p:tavLst>
                                        <p:tav tm="0">
                                          <p:val>
                                            <p:strVal val="#ppt_x+0.4"/>
                                          </p:val>
                                        </p:tav>
                                        <p:tav tm="100000">
                                          <p:val>
                                            <p:strVal val="#ppt_x-0.05"/>
                                          </p:val>
                                        </p:tav>
                                      </p:tavLst>
                                    </p:anim>
                                    <p:anim calcmode="lin" valueType="num">
                                      <p:cBhvr>
                                        <p:cTn id="10" dur="800" decel="100000" fill="hold"/>
                                        <p:tgtEl>
                                          <p:spTgt spid="6"/>
                                        </p:tgtEl>
                                        <p:attrNameLst>
                                          <p:attrName>ppt_y</p:attrName>
                                        </p:attrNameLst>
                                      </p:cBhvr>
                                      <p:tavLst>
                                        <p:tav tm="0">
                                          <p:val>
                                            <p:strVal val="#ppt_y-0.4"/>
                                          </p:val>
                                        </p:tav>
                                        <p:tav tm="100000">
                                          <p:val>
                                            <p:strVal val="#ppt_y+0.1"/>
                                          </p:val>
                                        </p:tav>
                                      </p:tavLst>
                                    </p:anim>
                                    <p:anim calcmode="lin" valueType="num">
                                      <p:cBhvr>
                                        <p:cTn id="11" dur="200" accel="100000" fill="hold">
                                          <p:stCondLst>
                                            <p:cond delay="800"/>
                                          </p:stCondLst>
                                        </p:cTn>
                                        <p:tgtEl>
                                          <p:spTgt spid="6"/>
                                        </p:tgtEl>
                                        <p:attrNameLst>
                                          <p:attrName>ppt_x</p:attrName>
                                        </p:attrNameLst>
                                      </p:cBhvr>
                                      <p:tavLst>
                                        <p:tav tm="0">
                                          <p:val>
                                            <p:strVal val="#ppt_x-0.05"/>
                                          </p:val>
                                        </p:tav>
                                        <p:tav tm="100000">
                                          <p:val>
                                            <p:strVal val="#ppt_x"/>
                                          </p:val>
                                        </p:tav>
                                      </p:tavLst>
                                    </p:anim>
                                    <p:anim calcmode="lin" valueType="num">
                                      <p:cBhvr>
                                        <p:cTn id="12" dur="200" accel="100000" fill="hold">
                                          <p:stCondLst>
                                            <p:cond delay="800"/>
                                          </p:stCondLst>
                                        </p:cTn>
                                        <p:tgtEl>
                                          <p:spTgt spid="6"/>
                                        </p:tgtEl>
                                        <p:attrNameLst>
                                          <p:attrName>ppt_y</p:attrName>
                                        </p:attrNameLst>
                                      </p:cBhvr>
                                      <p:tavLst>
                                        <p:tav tm="0">
                                          <p:val>
                                            <p:strVal val="#ppt_y+0.1"/>
                                          </p:val>
                                        </p:tav>
                                        <p:tav tm="100000">
                                          <p:val>
                                            <p:strVal val="#ppt_y"/>
                                          </p:val>
                                        </p:tav>
                                      </p:tavLst>
                                    </p:anim>
                                  </p:childTnLst>
                                </p:cTn>
                              </p:par>
                            </p:childTnLst>
                          </p:cTn>
                        </p:par>
                      </p:childTnLst>
                    </p:cTn>
                  </p:par>
                  <p:par>
                    <p:cTn id="13" fill="hold">
                      <p:stCondLst>
                        <p:cond delay="indefinite"/>
                      </p:stCondLst>
                      <p:childTnLst>
                        <p:par>
                          <p:cTn id="14" fill="hold">
                            <p:stCondLst>
                              <p:cond delay="0"/>
                            </p:stCondLst>
                            <p:childTnLst>
                              <p:par>
                                <p:cTn id="15" presetID="30" presetClass="entr" presetSubtype="0" fill="hold" grpId="0" nodeType="clickEffect">
                                  <p:stCondLst>
                                    <p:cond delay="0"/>
                                  </p:stCondLst>
                                  <p:childTnLst>
                                    <p:set>
                                      <p:cBhvr>
                                        <p:cTn id="16" dur="1" fill="hold">
                                          <p:stCondLst>
                                            <p:cond delay="0"/>
                                          </p:stCondLst>
                                        </p:cTn>
                                        <p:tgtEl>
                                          <p:spTgt spid="47"/>
                                        </p:tgtEl>
                                        <p:attrNameLst>
                                          <p:attrName>style.visibility</p:attrName>
                                        </p:attrNameLst>
                                      </p:cBhvr>
                                      <p:to>
                                        <p:strVal val="visible"/>
                                      </p:to>
                                    </p:set>
                                    <p:animEffect transition="in" filter="fade">
                                      <p:cBhvr>
                                        <p:cTn id="17" dur="800" decel="100000"/>
                                        <p:tgtEl>
                                          <p:spTgt spid="47"/>
                                        </p:tgtEl>
                                      </p:cBhvr>
                                    </p:animEffect>
                                    <p:anim calcmode="lin" valueType="num">
                                      <p:cBhvr>
                                        <p:cTn id="18" dur="800" decel="100000" fill="hold"/>
                                        <p:tgtEl>
                                          <p:spTgt spid="47"/>
                                        </p:tgtEl>
                                        <p:attrNameLst>
                                          <p:attrName>style.rotation</p:attrName>
                                        </p:attrNameLst>
                                      </p:cBhvr>
                                      <p:tavLst>
                                        <p:tav tm="0">
                                          <p:val>
                                            <p:fltVal val="-90"/>
                                          </p:val>
                                        </p:tav>
                                        <p:tav tm="100000">
                                          <p:val>
                                            <p:fltVal val="0"/>
                                          </p:val>
                                        </p:tav>
                                      </p:tavLst>
                                    </p:anim>
                                    <p:anim calcmode="lin" valueType="num">
                                      <p:cBhvr>
                                        <p:cTn id="19" dur="800" decel="100000" fill="hold"/>
                                        <p:tgtEl>
                                          <p:spTgt spid="47"/>
                                        </p:tgtEl>
                                        <p:attrNameLst>
                                          <p:attrName>ppt_x</p:attrName>
                                        </p:attrNameLst>
                                      </p:cBhvr>
                                      <p:tavLst>
                                        <p:tav tm="0">
                                          <p:val>
                                            <p:strVal val="#ppt_x+0.4"/>
                                          </p:val>
                                        </p:tav>
                                        <p:tav tm="100000">
                                          <p:val>
                                            <p:strVal val="#ppt_x-0.05"/>
                                          </p:val>
                                        </p:tav>
                                      </p:tavLst>
                                    </p:anim>
                                    <p:anim calcmode="lin" valueType="num">
                                      <p:cBhvr>
                                        <p:cTn id="20" dur="800" decel="100000" fill="hold"/>
                                        <p:tgtEl>
                                          <p:spTgt spid="47"/>
                                        </p:tgtEl>
                                        <p:attrNameLst>
                                          <p:attrName>ppt_y</p:attrName>
                                        </p:attrNameLst>
                                      </p:cBhvr>
                                      <p:tavLst>
                                        <p:tav tm="0">
                                          <p:val>
                                            <p:strVal val="#ppt_y-0.4"/>
                                          </p:val>
                                        </p:tav>
                                        <p:tav tm="100000">
                                          <p:val>
                                            <p:strVal val="#ppt_y+0.1"/>
                                          </p:val>
                                        </p:tav>
                                      </p:tavLst>
                                    </p:anim>
                                    <p:anim calcmode="lin" valueType="num">
                                      <p:cBhvr>
                                        <p:cTn id="21" dur="200" accel="100000" fill="hold">
                                          <p:stCondLst>
                                            <p:cond delay="800"/>
                                          </p:stCondLst>
                                        </p:cTn>
                                        <p:tgtEl>
                                          <p:spTgt spid="47"/>
                                        </p:tgtEl>
                                        <p:attrNameLst>
                                          <p:attrName>ppt_x</p:attrName>
                                        </p:attrNameLst>
                                      </p:cBhvr>
                                      <p:tavLst>
                                        <p:tav tm="0">
                                          <p:val>
                                            <p:strVal val="#ppt_x-0.05"/>
                                          </p:val>
                                        </p:tav>
                                        <p:tav tm="100000">
                                          <p:val>
                                            <p:strVal val="#ppt_x"/>
                                          </p:val>
                                        </p:tav>
                                      </p:tavLst>
                                    </p:anim>
                                    <p:anim calcmode="lin" valueType="num">
                                      <p:cBhvr>
                                        <p:cTn id="22" dur="200" accel="100000" fill="hold">
                                          <p:stCondLst>
                                            <p:cond delay="800"/>
                                          </p:stCondLst>
                                        </p:cTn>
                                        <p:tgtEl>
                                          <p:spTgt spid="47"/>
                                        </p:tgtEl>
                                        <p:attrNameLst>
                                          <p:attrName>ppt_y</p:attrName>
                                        </p:attrNameLst>
                                      </p:cBhvr>
                                      <p:tavLst>
                                        <p:tav tm="0">
                                          <p:val>
                                            <p:strVal val="#ppt_y+0.1"/>
                                          </p:val>
                                        </p:tav>
                                        <p:tav tm="100000">
                                          <p:val>
                                            <p:strVal val="#ppt_y"/>
                                          </p:val>
                                        </p:tav>
                                      </p:tavLst>
                                    </p:anim>
                                  </p:childTnLst>
                                </p:cTn>
                              </p:par>
                            </p:childTnLst>
                          </p:cTn>
                        </p:par>
                      </p:childTnLst>
                    </p:cTn>
                  </p:par>
                  <p:par>
                    <p:cTn id="23" fill="hold">
                      <p:stCondLst>
                        <p:cond delay="indefinite"/>
                      </p:stCondLst>
                      <p:childTnLst>
                        <p:par>
                          <p:cTn id="24" fill="hold">
                            <p:stCondLst>
                              <p:cond delay="0"/>
                            </p:stCondLst>
                            <p:childTnLst>
                              <p:par>
                                <p:cTn id="25" presetID="53" presetClass="entr" presetSubtype="16" fill="hold" grpId="0" nodeType="clickEffect">
                                  <p:stCondLst>
                                    <p:cond delay="0"/>
                                  </p:stCondLst>
                                  <p:childTnLst>
                                    <p:set>
                                      <p:cBhvr>
                                        <p:cTn id="26" dur="1" fill="hold">
                                          <p:stCondLst>
                                            <p:cond delay="0"/>
                                          </p:stCondLst>
                                        </p:cTn>
                                        <p:tgtEl>
                                          <p:spTgt spid="46"/>
                                        </p:tgtEl>
                                        <p:attrNameLst>
                                          <p:attrName>style.visibility</p:attrName>
                                        </p:attrNameLst>
                                      </p:cBhvr>
                                      <p:to>
                                        <p:strVal val="visible"/>
                                      </p:to>
                                    </p:set>
                                    <p:anim calcmode="lin" valueType="num">
                                      <p:cBhvr>
                                        <p:cTn id="27" dur="500" fill="hold"/>
                                        <p:tgtEl>
                                          <p:spTgt spid="46"/>
                                        </p:tgtEl>
                                        <p:attrNameLst>
                                          <p:attrName>ppt_w</p:attrName>
                                        </p:attrNameLst>
                                      </p:cBhvr>
                                      <p:tavLst>
                                        <p:tav tm="0">
                                          <p:val>
                                            <p:fltVal val="0"/>
                                          </p:val>
                                        </p:tav>
                                        <p:tav tm="100000">
                                          <p:val>
                                            <p:strVal val="#ppt_w"/>
                                          </p:val>
                                        </p:tav>
                                      </p:tavLst>
                                    </p:anim>
                                    <p:anim calcmode="lin" valueType="num">
                                      <p:cBhvr>
                                        <p:cTn id="28" dur="500" fill="hold"/>
                                        <p:tgtEl>
                                          <p:spTgt spid="46"/>
                                        </p:tgtEl>
                                        <p:attrNameLst>
                                          <p:attrName>ppt_h</p:attrName>
                                        </p:attrNameLst>
                                      </p:cBhvr>
                                      <p:tavLst>
                                        <p:tav tm="0">
                                          <p:val>
                                            <p:fltVal val="0"/>
                                          </p:val>
                                        </p:tav>
                                        <p:tav tm="100000">
                                          <p:val>
                                            <p:strVal val="#ppt_h"/>
                                          </p:val>
                                        </p:tav>
                                      </p:tavLst>
                                    </p:anim>
                                    <p:animEffect transition="in" filter="fade">
                                      <p:cBhvr>
                                        <p:cTn id="29" dur="500"/>
                                        <p:tgtEl>
                                          <p:spTgt spid="46"/>
                                        </p:tgtEl>
                                      </p:cBhvr>
                                    </p:animEffect>
                                  </p:childTnLst>
                                </p:cTn>
                              </p:par>
                            </p:childTnLst>
                          </p:cTn>
                        </p:par>
                      </p:childTnLst>
                    </p:cTn>
                  </p:par>
                  <p:par>
                    <p:cTn id="30" fill="hold">
                      <p:stCondLst>
                        <p:cond delay="indefinite"/>
                      </p:stCondLst>
                      <p:childTnLst>
                        <p:par>
                          <p:cTn id="31" fill="hold">
                            <p:stCondLst>
                              <p:cond delay="0"/>
                            </p:stCondLst>
                            <p:childTnLst>
                              <p:par>
                                <p:cTn id="32" presetID="1" presetClass="entr" presetSubtype="0" fill="hold" grpId="0" nodeType="clickEffect">
                                  <p:stCondLst>
                                    <p:cond delay="0"/>
                                  </p:stCondLst>
                                  <p:iterate type="lt">
                                    <p:tmAbs val="100"/>
                                  </p:iterate>
                                  <p:childTnLst>
                                    <p:set>
                                      <p:cBhvr>
                                        <p:cTn id="33" dur="1" fill="hold">
                                          <p:stCondLst>
                                            <p:cond delay="0"/>
                                          </p:stCondLst>
                                        </p:cTn>
                                        <p:tgtEl>
                                          <p:spTgt spid="68"/>
                                        </p:tgtEl>
                                        <p:attrNameLst>
                                          <p:attrName>style.visibility</p:attrName>
                                        </p:attrNameLst>
                                      </p:cBhvr>
                                      <p:to>
                                        <p:strVal val="visible"/>
                                      </p:to>
                                    </p:set>
                                  </p:childTnLst>
                                </p:cTn>
                              </p:par>
                            </p:childTnLst>
                          </p:cTn>
                        </p:par>
                      </p:childTnLst>
                    </p:cTn>
                  </p:par>
                  <p:par>
                    <p:cTn id="34" fill="hold">
                      <p:stCondLst>
                        <p:cond delay="indefinite"/>
                      </p:stCondLst>
                      <p:childTnLst>
                        <p:par>
                          <p:cTn id="35" fill="hold">
                            <p:stCondLst>
                              <p:cond delay="0"/>
                            </p:stCondLst>
                            <p:childTnLst>
                              <p:par>
                                <p:cTn id="36" presetID="1" presetClass="entr" presetSubtype="0" fill="hold" grpId="0" nodeType="clickEffect">
                                  <p:stCondLst>
                                    <p:cond delay="0"/>
                                  </p:stCondLst>
                                  <p:iterate type="lt">
                                    <p:tmAbs val="100"/>
                                  </p:iterate>
                                  <p:childTnLst>
                                    <p:set>
                                      <p:cBhvr>
                                        <p:cTn id="37" dur="1" fill="hold">
                                          <p:stCondLst>
                                            <p:cond delay="0"/>
                                          </p:stCondLst>
                                        </p:cTn>
                                        <p:tgtEl>
                                          <p:spTgt spid="66"/>
                                        </p:tgtEl>
                                        <p:attrNameLst>
                                          <p:attrName>style.visibility</p:attrName>
                                        </p:attrNameLst>
                                      </p:cBhvr>
                                      <p:to>
                                        <p:strVal val="visible"/>
                                      </p:to>
                                    </p:set>
                                  </p:childTnLst>
                                </p:cTn>
                              </p:par>
                              <p:par>
                                <p:cTn id="38" presetID="2" presetClass="entr" presetSubtype="2" fill="hold" nodeType="withEffect">
                                  <p:stCondLst>
                                    <p:cond delay="0"/>
                                  </p:stCondLst>
                                  <p:childTnLst>
                                    <p:set>
                                      <p:cBhvr>
                                        <p:cTn id="39" dur="1" fill="hold">
                                          <p:stCondLst>
                                            <p:cond delay="0"/>
                                          </p:stCondLst>
                                        </p:cTn>
                                        <p:tgtEl>
                                          <p:spTgt spid="12"/>
                                        </p:tgtEl>
                                        <p:attrNameLst>
                                          <p:attrName>style.visibility</p:attrName>
                                        </p:attrNameLst>
                                      </p:cBhvr>
                                      <p:to>
                                        <p:strVal val="visible"/>
                                      </p:to>
                                    </p:set>
                                    <p:anim calcmode="lin" valueType="num">
                                      <p:cBhvr additive="base">
                                        <p:cTn id="40" dur="500" fill="hold"/>
                                        <p:tgtEl>
                                          <p:spTgt spid="12"/>
                                        </p:tgtEl>
                                        <p:attrNameLst>
                                          <p:attrName>ppt_x</p:attrName>
                                        </p:attrNameLst>
                                      </p:cBhvr>
                                      <p:tavLst>
                                        <p:tav tm="0">
                                          <p:val>
                                            <p:strVal val="1+#ppt_w/2"/>
                                          </p:val>
                                        </p:tav>
                                        <p:tav tm="100000">
                                          <p:val>
                                            <p:strVal val="#ppt_x"/>
                                          </p:val>
                                        </p:tav>
                                      </p:tavLst>
                                    </p:anim>
                                    <p:anim calcmode="lin" valueType="num">
                                      <p:cBhvr additive="base">
                                        <p:cTn id="41" dur="500" fill="hold"/>
                                        <p:tgtEl>
                                          <p:spTgt spid="12"/>
                                        </p:tgtEl>
                                        <p:attrNameLst>
                                          <p:attrName>ppt_y</p:attrName>
                                        </p:attrNameLst>
                                      </p:cBhvr>
                                      <p:tavLst>
                                        <p:tav tm="0">
                                          <p:val>
                                            <p:strVal val="#ppt_y"/>
                                          </p:val>
                                        </p:tav>
                                        <p:tav tm="100000">
                                          <p:val>
                                            <p:strVal val="#ppt_y"/>
                                          </p:val>
                                        </p:tav>
                                      </p:tavLst>
                                    </p:anim>
                                  </p:childTnLst>
                                </p:cTn>
                              </p:par>
                            </p:childTnLst>
                          </p:cTn>
                        </p:par>
                      </p:childTnLst>
                    </p:cTn>
                  </p:par>
                  <p:par>
                    <p:cTn id="42" fill="hold">
                      <p:stCondLst>
                        <p:cond delay="indefinite"/>
                      </p:stCondLst>
                      <p:childTnLst>
                        <p:par>
                          <p:cTn id="43" fill="hold">
                            <p:stCondLst>
                              <p:cond delay="0"/>
                            </p:stCondLst>
                            <p:childTnLst>
                              <p:par>
                                <p:cTn id="44" presetID="1" presetClass="entr" presetSubtype="0" fill="hold" grpId="0" nodeType="clickEffect">
                                  <p:stCondLst>
                                    <p:cond delay="0"/>
                                  </p:stCondLst>
                                  <p:iterate type="lt">
                                    <p:tmAbs val="100"/>
                                  </p:iterate>
                                  <p:childTnLst>
                                    <p:set>
                                      <p:cBhvr>
                                        <p:cTn id="45" dur="1" fill="hold">
                                          <p:stCondLst>
                                            <p:cond delay="0"/>
                                          </p:stCondLst>
                                        </p:cTn>
                                        <p:tgtEl>
                                          <p:spTgt spid="67"/>
                                        </p:tgtEl>
                                        <p:attrNameLst>
                                          <p:attrName>style.visibility</p:attrName>
                                        </p:attrNameLst>
                                      </p:cBhvr>
                                      <p:to>
                                        <p:strVal val="visible"/>
                                      </p:to>
                                    </p:set>
                                  </p:childTnLst>
                                </p:cTn>
                              </p:par>
                            </p:childTnLst>
                          </p:cTn>
                        </p:par>
                      </p:childTnLst>
                    </p:cTn>
                  </p:par>
                  <p:par>
                    <p:cTn id="46" fill="hold">
                      <p:stCondLst>
                        <p:cond delay="indefinite"/>
                      </p:stCondLst>
                      <p:childTnLst>
                        <p:par>
                          <p:cTn id="47" fill="hold">
                            <p:stCondLst>
                              <p:cond delay="0"/>
                            </p:stCondLst>
                            <p:childTnLst>
                              <p:par>
                                <p:cTn id="48" presetID="12" presetClass="entr" presetSubtype="8" fill="hold" grpId="0" nodeType="clickEffect">
                                  <p:stCondLst>
                                    <p:cond delay="0"/>
                                  </p:stCondLst>
                                  <p:childTnLst>
                                    <p:set>
                                      <p:cBhvr>
                                        <p:cTn id="49" dur="1" fill="hold">
                                          <p:stCondLst>
                                            <p:cond delay="0"/>
                                          </p:stCondLst>
                                        </p:cTn>
                                        <p:tgtEl>
                                          <p:spTgt spid="13"/>
                                        </p:tgtEl>
                                        <p:attrNameLst>
                                          <p:attrName>style.visibility</p:attrName>
                                        </p:attrNameLst>
                                      </p:cBhvr>
                                      <p:to>
                                        <p:strVal val="visible"/>
                                      </p:to>
                                    </p:set>
                                    <p:anim calcmode="lin" valueType="num">
                                      <p:cBhvr additive="base">
                                        <p:cTn id="50" dur="500"/>
                                        <p:tgtEl>
                                          <p:spTgt spid="13"/>
                                        </p:tgtEl>
                                        <p:attrNameLst>
                                          <p:attrName>ppt_x</p:attrName>
                                        </p:attrNameLst>
                                      </p:cBhvr>
                                      <p:tavLst>
                                        <p:tav tm="0">
                                          <p:val>
                                            <p:strVal val="#ppt_x-#ppt_w*1.125000"/>
                                          </p:val>
                                        </p:tav>
                                        <p:tav tm="100000">
                                          <p:val>
                                            <p:strVal val="#ppt_x"/>
                                          </p:val>
                                        </p:tav>
                                      </p:tavLst>
                                    </p:anim>
                                    <p:animEffect transition="in" filter="wipe(right)">
                                      <p:cBhvr>
                                        <p:cTn id="51" dur="500"/>
                                        <p:tgtEl>
                                          <p:spTgt spid="13"/>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6" grpId="0"/>
      <p:bldP spid="47" grpId="0"/>
      <p:bldP spid="66" grpId="0"/>
      <p:bldP spid="67" grpId="0"/>
      <p:bldP spid="68" grpId="0"/>
      <p:bldP spid="13" grpId="0" animBg="1"/>
    </p:bldLst>
  </p:timing>
</p:sld>
</file>

<file path=ppt/slides/slide44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8" name="矩形 77">
            <a:extLst>
              <a:ext uri="{FF2B5EF4-FFF2-40B4-BE49-F238E27FC236}">
                <a16:creationId xmlns:a16="http://schemas.microsoft.com/office/drawing/2014/main" id="{DCD81C57-2BD9-4014-97B8-4D4DE259636B}"/>
              </a:ext>
            </a:extLst>
          </p:cNvPr>
          <p:cNvSpPr/>
          <p:nvPr/>
        </p:nvSpPr>
        <p:spPr>
          <a:xfrm>
            <a:off x="8591414" y="1941544"/>
            <a:ext cx="1281772" cy="321446"/>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zh-CN" altLang="en-US" b="1" dirty="0"/>
              <a:t>叙述错误</a:t>
            </a:r>
          </a:p>
        </p:txBody>
      </p:sp>
      <p:grpSp>
        <p:nvGrpSpPr>
          <p:cNvPr id="4" name="组合 3">
            <a:extLst>
              <a:ext uri="{FF2B5EF4-FFF2-40B4-BE49-F238E27FC236}">
                <a16:creationId xmlns:a16="http://schemas.microsoft.com/office/drawing/2014/main" id="{9A1EA9F2-FCB6-48C3-935F-7AE7E3AD14AC}"/>
              </a:ext>
            </a:extLst>
          </p:cNvPr>
          <p:cNvGrpSpPr/>
          <p:nvPr/>
        </p:nvGrpSpPr>
        <p:grpSpPr>
          <a:xfrm>
            <a:off x="304800" y="749300"/>
            <a:ext cx="4938199" cy="400110"/>
            <a:chOff x="424117" y="898245"/>
            <a:chExt cx="4938199" cy="400110"/>
          </a:xfrm>
        </p:grpSpPr>
        <p:sp>
          <p:nvSpPr>
            <p:cNvPr id="2" name="平行四边形 1">
              <a:extLst>
                <a:ext uri="{FF2B5EF4-FFF2-40B4-BE49-F238E27FC236}">
                  <a16:creationId xmlns:a16="http://schemas.microsoft.com/office/drawing/2014/main" id="{1F5BAA3F-9845-4F89-A2DD-8222D3E4EDAC}"/>
                </a:ext>
              </a:extLst>
            </p:cNvPr>
            <p:cNvSpPr/>
            <p:nvPr/>
          </p:nvSpPr>
          <p:spPr>
            <a:xfrm>
              <a:off x="424117" y="898245"/>
              <a:ext cx="628306" cy="387090"/>
            </a:xfrm>
            <a:prstGeom prst="parallelogram">
              <a:avLst/>
            </a:prstGeom>
            <a:solidFill>
              <a:schemeClr val="accent3">
                <a:lumMod val="75000"/>
              </a:schemeClr>
            </a:solidFill>
            <a:ln>
              <a:solidFill>
                <a:schemeClr val="accent3">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CN" sz="2200" dirty="0">
                  <a:latin typeface="Impact" panose="020B0806030902050204" pitchFamily="34" charset="0"/>
                </a:rPr>
                <a:t>01</a:t>
              </a:r>
              <a:endParaRPr lang="zh-CN" altLang="en-US" sz="2200" dirty="0">
                <a:latin typeface="Impact" panose="020B0806030902050204" pitchFamily="34" charset="0"/>
              </a:endParaRPr>
            </a:p>
          </p:txBody>
        </p:sp>
        <p:sp>
          <p:nvSpPr>
            <p:cNvPr id="3" name="文本框 2">
              <a:extLst>
                <a:ext uri="{FF2B5EF4-FFF2-40B4-BE49-F238E27FC236}">
                  <a16:creationId xmlns:a16="http://schemas.microsoft.com/office/drawing/2014/main" id="{4D6BD736-A4D3-4F26-AFED-36E11F50F70B}"/>
                </a:ext>
              </a:extLst>
            </p:cNvPr>
            <p:cNvSpPr txBox="1"/>
            <p:nvPr/>
          </p:nvSpPr>
          <p:spPr>
            <a:xfrm>
              <a:off x="1052423" y="898245"/>
              <a:ext cx="4309893" cy="400110"/>
            </a:xfrm>
            <a:prstGeom prst="rect">
              <a:avLst/>
            </a:prstGeom>
            <a:noFill/>
          </p:spPr>
          <p:txBody>
            <a:bodyPr wrap="square" rtlCol="0">
              <a:spAutoFit/>
            </a:bodyPr>
            <a:lstStyle/>
            <a:p>
              <a:r>
                <a:rPr lang="zh-CN" altLang="en-US" sz="2000" b="1" dirty="0">
                  <a:solidFill>
                    <a:schemeClr val="tx1"/>
                  </a:solidFill>
                  <a:latin typeface="Arial Narrow" panose="020B0606020202030204" pitchFamily="34" charset="0"/>
                </a:rPr>
                <a:t>共享式以太网与交换式以太网的对比</a:t>
              </a:r>
              <a:endParaRPr lang="en-US" altLang="zh-CN" sz="2000" b="1" dirty="0">
                <a:solidFill>
                  <a:schemeClr val="tx1"/>
                </a:solidFill>
                <a:latin typeface="Arial Narrow" panose="020B0606020202030204" pitchFamily="34" charset="0"/>
              </a:endParaRPr>
            </a:p>
          </p:txBody>
        </p:sp>
      </p:grpSp>
      <p:sp>
        <p:nvSpPr>
          <p:cNvPr id="72" name="文本框 71">
            <a:extLst>
              <a:ext uri="{FF2B5EF4-FFF2-40B4-BE49-F238E27FC236}">
                <a16:creationId xmlns:a16="http://schemas.microsoft.com/office/drawing/2014/main" id="{694982CA-BBE3-4971-A06F-36B59AA7466A}"/>
              </a:ext>
            </a:extLst>
          </p:cNvPr>
          <p:cNvSpPr txBox="1"/>
          <p:nvPr/>
        </p:nvSpPr>
        <p:spPr>
          <a:xfrm>
            <a:off x="5130878" y="736280"/>
            <a:ext cx="2922270" cy="400110"/>
          </a:xfrm>
          <a:prstGeom prst="rect">
            <a:avLst/>
          </a:prstGeom>
          <a:noFill/>
        </p:spPr>
        <p:txBody>
          <a:bodyPr wrap="square" rtlCol="0">
            <a:spAutoFit/>
          </a:bodyPr>
          <a:lstStyle/>
          <a:p>
            <a:r>
              <a:rPr lang="en-US" altLang="zh-CN" sz="2000" b="1" dirty="0">
                <a:solidFill>
                  <a:schemeClr val="tx1"/>
                </a:solidFill>
                <a:latin typeface="Arial Narrow" panose="020B0606020202030204" pitchFamily="34" charset="0"/>
              </a:rPr>
              <a:t>(</a:t>
            </a:r>
            <a:r>
              <a:rPr lang="zh-CN" altLang="en-US" sz="2000" b="1" dirty="0">
                <a:solidFill>
                  <a:schemeClr val="tx1"/>
                </a:solidFill>
                <a:latin typeface="Arial Narrow" panose="020B0606020202030204" pitchFamily="34" charset="0"/>
              </a:rPr>
              <a:t>集线器与交换机的对比</a:t>
            </a:r>
            <a:r>
              <a:rPr lang="en-US" altLang="zh-CN" sz="2000" b="1" dirty="0">
                <a:solidFill>
                  <a:schemeClr val="tx1"/>
                </a:solidFill>
                <a:latin typeface="Arial Narrow" panose="020B0606020202030204" pitchFamily="34" charset="0"/>
              </a:rPr>
              <a:t>)</a:t>
            </a:r>
          </a:p>
        </p:txBody>
      </p:sp>
      <p:grpSp>
        <p:nvGrpSpPr>
          <p:cNvPr id="6" name="组合 5">
            <a:extLst>
              <a:ext uri="{FF2B5EF4-FFF2-40B4-BE49-F238E27FC236}">
                <a16:creationId xmlns:a16="http://schemas.microsoft.com/office/drawing/2014/main" id="{4271CB9A-9B11-4A37-80C1-91620816A776}"/>
              </a:ext>
            </a:extLst>
          </p:cNvPr>
          <p:cNvGrpSpPr/>
          <p:nvPr/>
        </p:nvGrpSpPr>
        <p:grpSpPr>
          <a:xfrm>
            <a:off x="933106" y="1185832"/>
            <a:ext cx="10954094" cy="1881742"/>
            <a:chOff x="933106" y="1185832"/>
            <a:chExt cx="10954094" cy="1881742"/>
          </a:xfrm>
        </p:grpSpPr>
        <p:sp>
          <p:nvSpPr>
            <p:cNvPr id="41" name="íşlïḍè">
              <a:extLst>
                <a:ext uri="{FF2B5EF4-FFF2-40B4-BE49-F238E27FC236}">
                  <a16:creationId xmlns:a16="http://schemas.microsoft.com/office/drawing/2014/main" id="{CA40DF32-EE18-40A9-BC21-8D534DAC4DD0}"/>
                </a:ext>
              </a:extLst>
            </p:cNvPr>
            <p:cNvSpPr txBox="1"/>
            <p:nvPr/>
          </p:nvSpPr>
          <p:spPr>
            <a:xfrm>
              <a:off x="933106" y="1185832"/>
              <a:ext cx="10954094" cy="400111"/>
            </a:xfrm>
            <a:prstGeom prst="rect">
              <a:avLst/>
            </a:prstGeom>
            <a:noFill/>
          </p:spPr>
          <p:txBody>
            <a:bodyPr wrap="square" lIns="91440" tIns="45720" rIns="91440" bIns="45720" anchor="ctr">
              <a:noAutofit/>
            </a:bodyPr>
            <a:lstStyle/>
            <a:p>
              <a:r>
                <a:rPr lang="en-US" altLang="zh-CN" b="1" dirty="0">
                  <a:latin typeface="Arial Narrow" panose="020B0606020202030204" pitchFamily="34" charset="0"/>
                </a:rPr>
                <a:t>【2015</a:t>
              </a:r>
              <a:r>
                <a:rPr lang="zh-CN" altLang="en-US" b="1" dirty="0">
                  <a:latin typeface="Arial Narrow" panose="020B0606020202030204" pitchFamily="34" charset="0"/>
                </a:rPr>
                <a:t>年 题</a:t>
              </a:r>
              <a:r>
                <a:rPr lang="en-US" altLang="zh-CN" b="1" dirty="0">
                  <a:latin typeface="Arial Narrow" panose="020B0606020202030204" pitchFamily="34" charset="0"/>
                </a:rPr>
                <a:t>37】</a:t>
              </a:r>
              <a:r>
                <a:rPr lang="zh-CN" altLang="en-US" b="1" dirty="0">
                  <a:latin typeface="Arial Narrow" panose="020B0606020202030204" pitchFamily="34" charset="0"/>
                </a:rPr>
                <a:t>下列关于交换机的叙述中，正确的是（      ）。</a:t>
              </a:r>
            </a:p>
          </p:txBody>
        </p:sp>
        <p:sp>
          <p:nvSpPr>
            <p:cNvPr id="42" name="íşlïḍè">
              <a:extLst>
                <a:ext uri="{FF2B5EF4-FFF2-40B4-BE49-F238E27FC236}">
                  <a16:creationId xmlns:a16="http://schemas.microsoft.com/office/drawing/2014/main" id="{0E6AED70-2FC0-4AC6-B7E6-0824111B1885}"/>
                </a:ext>
              </a:extLst>
            </p:cNvPr>
            <p:cNvSpPr txBox="1"/>
            <p:nvPr/>
          </p:nvSpPr>
          <p:spPr>
            <a:xfrm>
              <a:off x="2575373" y="1556240"/>
              <a:ext cx="4489846" cy="400111"/>
            </a:xfrm>
            <a:prstGeom prst="rect">
              <a:avLst/>
            </a:prstGeom>
            <a:noFill/>
          </p:spPr>
          <p:txBody>
            <a:bodyPr wrap="square" lIns="91440" tIns="45720" rIns="91440" bIns="45720" anchor="ctr">
              <a:noAutofit/>
            </a:bodyPr>
            <a:lstStyle/>
            <a:p>
              <a:r>
                <a:rPr lang="en-US" altLang="zh-CN" b="1" dirty="0">
                  <a:latin typeface="Arial Narrow" panose="020B0606020202030204" pitchFamily="34" charset="0"/>
                </a:rPr>
                <a:t>A. </a:t>
              </a:r>
              <a:r>
                <a:rPr lang="zh-CN" altLang="en-US" b="1" dirty="0">
                  <a:latin typeface="Arial Narrow" panose="020B0606020202030204" pitchFamily="34" charset="0"/>
                </a:rPr>
                <a:t>以太网交换机本质上是一种多端口网桥</a:t>
              </a:r>
            </a:p>
          </p:txBody>
        </p:sp>
        <p:sp>
          <p:nvSpPr>
            <p:cNvPr id="43" name="íşlïḍè">
              <a:extLst>
                <a:ext uri="{FF2B5EF4-FFF2-40B4-BE49-F238E27FC236}">
                  <a16:creationId xmlns:a16="http://schemas.microsoft.com/office/drawing/2014/main" id="{093ECB5F-0217-4B85-9FB3-3CAF1006444D}"/>
                </a:ext>
              </a:extLst>
            </p:cNvPr>
            <p:cNvSpPr txBox="1"/>
            <p:nvPr/>
          </p:nvSpPr>
          <p:spPr>
            <a:xfrm>
              <a:off x="2575373" y="1926648"/>
              <a:ext cx="5477774" cy="400111"/>
            </a:xfrm>
            <a:prstGeom prst="rect">
              <a:avLst/>
            </a:prstGeom>
            <a:noFill/>
          </p:spPr>
          <p:txBody>
            <a:bodyPr wrap="square" lIns="91440" tIns="45720" rIns="91440" bIns="45720" anchor="ctr">
              <a:noAutofit/>
            </a:bodyPr>
            <a:lstStyle/>
            <a:p>
              <a:r>
                <a:rPr lang="en-US" altLang="zh-CN" b="1" dirty="0">
                  <a:latin typeface="Arial Narrow" panose="020B0606020202030204" pitchFamily="34" charset="0"/>
                </a:rPr>
                <a:t>B. </a:t>
              </a:r>
              <a:r>
                <a:rPr lang="zh-CN" altLang="en-US" b="1" dirty="0">
                  <a:latin typeface="Arial Narrow" panose="020B0606020202030204" pitchFamily="34" charset="0"/>
                </a:rPr>
                <a:t>通过交换机互连的一组工作站构成一个冲突域</a:t>
              </a:r>
            </a:p>
          </p:txBody>
        </p:sp>
        <p:sp>
          <p:nvSpPr>
            <p:cNvPr id="44" name="íşlïḍè">
              <a:extLst>
                <a:ext uri="{FF2B5EF4-FFF2-40B4-BE49-F238E27FC236}">
                  <a16:creationId xmlns:a16="http://schemas.microsoft.com/office/drawing/2014/main" id="{4D881CAB-1C4F-4633-A2EB-CAFBCC3BEAE2}"/>
                </a:ext>
              </a:extLst>
            </p:cNvPr>
            <p:cNvSpPr txBox="1"/>
            <p:nvPr/>
          </p:nvSpPr>
          <p:spPr>
            <a:xfrm>
              <a:off x="2575373" y="2297056"/>
              <a:ext cx="5477774" cy="400111"/>
            </a:xfrm>
            <a:prstGeom prst="rect">
              <a:avLst/>
            </a:prstGeom>
            <a:noFill/>
          </p:spPr>
          <p:txBody>
            <a:bodyPr wrap="square" lIns="91440" tIns="45720" rIns="91440" bIns="45720" anchor="ctr">
              <a:noAutofit/>
            </a:bodyPr>
            <a:lstStyle/>
            <a:p>
              <a:r>
                <a:rPr lang="en-US" altLang="zh-CN" b="1" dirty="0">
                  <a:latin typeface="Arial Narrow" panose="020B0606020202030204" pitchFamily="34" charset="0"/>
                </a:rPr>
                <a:t>C. </a:t>
              </a:r>
              <a:r>
                <a:rPr lang="zh-CN" altLang="en-US" b="1" dirty="0">
                  <a:latin typeface="Arial Narrow" panose="020B0606020202030204" pitchFamily="34" charset="0"/>
                </a:rPr>
                <a:t>交换机每个端口所连网络构成一个独立的广播域</a:t>
              </a:r>
            </a:p>
          </p:txBody>
        </p:sp>
        <p:sp>
          <p:nvSpPr>
            <p:cNvPr id="45" name="íşlïḍè">
              <a:extLst>
                <a:ext uri="{FF2B5EF4-FFF2-40B4-BE49-F238E27FC236}">
                  <a16:creationId xmlns:a16="http://schemas.microsoft.com/office/drawing/2014/main" id="{E8FF2FC9-09F6-4E90-9970-74BB8728341E}"/>
                </a:ext>
              </a:extLst>
            </p:cNvPr>
            <p:cNvSpPr txBox="1"/>
            <p:nvPr/>
          </p:nvSpPr>
          <p:spPr>
            <a:xfrm>
              <a:off x="2575373" y="2667463"/>
              <a:ext cx="6483107" cy="400111"/>
            </a:xfrm>
            <a:prstGeom prst="rect">
              <a:avLst/>
            </a:prstGeom>
            <a:noFill/>
          </p:spPr>
          <p:txBody>
            <a:bodyPr wrap="square" lIns="91440" tIns="45720" rIns="91440" bIns="45720" anchor="ctr">
              <a:noAutofit/>
            </a:bodyPr>
            <a:lstStyle/>
            <a:p>
              <a:r>
                <a:rPr lang="en-US" altLang="zh-CN" b="1" dirty="0">
                  <a:latin typeface="Arial Narrow" panose="020B0606020202030204" pitchFamily="34" charset="0"/>
                </a:rPr>
                <a:t>D. </a:t>
              </a:r>
              <a:r>
                <a:rPr lang="zh-CN" altLang="en-US" b="1" dirty="0">
                  <a:latin typeface="Arial Narrow" panose="020B0606020202030204" pitchFamily="34" charset="0"/>
                </a:rPr>
                <a:t>以太网交换机可实现采用不同网络层协议的网络互联</a:t>
              </a:r>
            </a:p>
          </p:txBody>
        </p:sp>
      </p:grpSp>
      <p:sp>
        <p:nvSpPr>
          <p:cNvPr id="46" name="íşlïḍè">
            <a:extLst>
              <a:ext uri="{FF2B5EF4-FFF2-40B4-BE49-F238E27FC236}">
                <a16:creationId xmlns:a16="http://schemas.microsoft.com/office/drawing/2014/main" id="{ABF2F700-81EB-419D-AC9B-E913767892D9}"/>
              </a:ext>
            </a:extLst>
          </p:cNvPr>
          <p:cNvSpPr txBox="1"/>
          <p:nvPr/>
        </p:nvSpPr>
        <p:spPr>
          <a:xfrm>
            <a:off x="1070011" y="3193989"/>
            <a:ext cx="732475" cy="400111"/>
          </a:xfrm>
          <a:prstGeom prst="rect">
            <a:avLst/>
          </a:prstGeom>
          <a:noFill/>
        </p:spPr>
        <p:txBody>
          <a:bodyPr wrap="square" lIns="91440" tIns="45720" rIns="91440" bIns="45720" anchor="ctr">
            <a:noAutofit/>
          </a:bodyPr>
          <a:lstStyle/>
          <a:p>
            <a:r>
              <a:rPr lang="zh-CN" altLang="en-US" b="1" dirty="0">
                <a:latin typeface="Arial Narrow" panose="020B0606020202030204" pitchFamily="34" charset="0"/>
              </a:rPr>
              <a:t>解析</a:t>
            </a:r>
          </a:p>
        </p:txBody>
      </p:sp>
      <p:sp>
        <p:nvSpPr>
          <p:cNvPr id="47" name="íşlïḍè">
            <a:extLst>
              <a:ext uri="{FF2B5EF4-FFF2-40B4-BE49-F238E27FC236}">
                <a16:creationId xmlns:a16="http://schemas.microsoft.com/office/drawing/2014/main" id="{EF7F0F29-CECF-41FA-AF38-C6403C739425}"/>
              </a:ext>
            </a:extLst>
          </p:cNvPr>
          <p:cNvSpPr txBox="1"/>
          <p:nvPr/>
        </p:nvSpPr>
        <p:spPr>
          <a:xfrm>
            <a:off x="6491724" y="1185831"/>
            <a:ext cx="349832" cy="400111"/>
          </a:xfrm>
          <a:prstGeom prst="rect">
            <a:avLst/>
          </a:prstGeom>
          <a:noFill/>
        </p:spPr>
        <p:txBody>
          <a:bodyPr wrap="square" lIns="91440" tIns="45720" rIns="91440" bIns="45720" anchor="ctr">
            <a:noAutofit/>
          </a:bodyPr>
          <a:lstStyle/>
          <a:p>
            <a:pPr algn="ctr"/>
            <a:r>
              <a:rPr lang="en-US" altLang="zh-CN" sz="2800" b="1" dirty="0">
                <a:solidFill>
                  <a:schemeClr val="accent1">
                    <a:lumMod val="75000"/>
                  </a:schemeClr>
                </a:solidFill>
                <a:latin typeface="Arial Black" panose="020B0A04020102020204" pitchFamily="34" charset="0"/>
              </a:rPr>
              <a:t>A</a:t>
            </a:r>
            <a:endParaRPr lang="zh-CN" altLang="en-US" sz="2800" b="1" dirty="0">
              <a:solidFill>
                <a:schemeClr val="accent1">
                  <a:lumMod val="75000"/>
                </a:schemeClr>
              </a:solidFill>
              <a:latin typeface="Arial Black" panose="020B0A04020102020204" pitchFamily="34" charset="0"/>
            </a:endParaRPr>
          </a:p>
        </p:txBody>
      </p:sp>
      <p:sp>
        <p:nvSpPr>
          <p:cNvPr id="13" name="矩形 12">
            <a:extLst>
              <a:ext uri="{FF2B5EF4-FFF2-40B4-BE49-F238E27FC236}">
                <a16:creationId xmlns:a16="http://schemas.microsoft.com/office/drawing/2014/main" id="{DCE76C74-2CE2-4FC5-955B-46172F632C13}"/>
              </a:ext>
            </a:extLst>
          </p:cNvPr>
          <p:cNvSpPr/>
          <p:nvPr/>
        </p:nvSpPr>
        <p:spPr>
          <a:xfrm>
            <a:off x="8591414" y="1552577"/>
            <a:ext cx="1281772" cy="321446"/>
          </a:xfrm>
          <a:prstGeom prst="rect">
            <a:avLst/>
          </a:prstGeom>
        </p:spPr>
        <p:style>
          <a:lnRef idx="2">
            <a:schemeClr val="accent4">
              <a:shade val="50000"/>
            </a:schemeClr>
          </a:lnRef>
          <a:fillRef idx="1">
            <a:schemeClr val="accent4"/>
          </a:fillRef>
          <a:effectRef idx="0">
            <a:schemeClr val="accent4"/>
          </a:effectRef>
          <a:fontRef idx="minor">
            <a:schemeClr val="lt1"/>
          </a:fontRef>
        </p:style>
        <p:txBody>
          <a:bodyPr rtlCol="0" anchor="ctr"/>
          <a:lstStyle/>
          <a:p>
            <a:pPr algn="ctr"/>
            <a:r>
              <a:rPr lang="zh-CN" altLang="en-US" b="1" dirty="0"/>
              <a:t>叙述正确</a:t>
            </a:r>
          </a:p>
        </p:txBody>
      </p:sp>
      <p:pic>
        <p:nvPicPr>
          <p:cNvPr id="7" name="图片 6" descr="卡通人物&#10;&#10;低可信度描述已自动生成">
            <a:extLst>
              <a:ext uri="{FF2B5EF4-FFF2-40B4-BE49-F238E27FC236}">
                <a16:creationId xmlns:a16="http://schemas.microsoft.com/office/drawing/2014/main" id="{E31F452F-76E9-4686-B036-6517B8EA39C0}"/>
              </a:ext>
            </a:extLst>
          </p:cNvPr>
          <p:cNvPicPr>
            <a:picLocks noChangeAspect="1"/>
          </p:cNvPicPr>
          <p:nvPr/>
        </p:nvPicPr>
        <p:blipFill>
          <a:blip r:embed="rId3" cstate="print">
            <a:extLst>
              <a:ext uri="{28A0092B-C50C-407E-A947-70E740481C1C}">
                <a14:useLocalDpi xmlns:a14="http://schemas.microsoft.com/office/drawing/2010/main" val="0"/>
              </a:ext>
            </a:extLst>
          </a:blip>
          <a:stretch>
            <a:fillRect/>
          </a:stretch>
        </p:blipFill>
        <p:spPr>
          <a:xfrm>
            <a:off x="4358829" y="3193989"/>
            <a:ext cx="3474342" cy="3126453"/>
          </a:xfrm>
          <a:prstGeom prst="rect">
            <a:avLst/>
          </a:prstGeom>
        </p:spPr>
      </p:pic>
      <p:sp>
        <p:nvSpPr>
          <p:cNvPr id="17" name="平行四边形 16">
            <a:extLst>
              <a:ext uri="{FF2B5EF4-FFF2-40B4-BE49-F238E27FC236}">
                <a16:creationId xmlns:a16="http://schemas.microsoft.com/office/drawing/2014/main" id="{1BD56BFA-E8B8-E7BE-25CF-F5FDCFF29E52}"/>
              </a:ext>
            </a:extLst>
          </p:cNvPr>
          <p:cNvSpPr/>
          <p:nvPr/>
        </p:nvSpPr>
        <p:spPr>
          <a:xfrm>
            <a:off x="304799" y="749300"/>
            <a:ext cx="688541" cy="387090"/>
          </a:xfrm>
          <a:prstGeom prst="parallelogram">
            <a:avLst/>
          </a:prstGeom>
          <a:solidFill>
            <a:schemeClr val="accent3">
              <a:lumMod val="75000"/>
            </a:schemeClr>
          </a:solidFill>
          <a:ln>
            <a:solidFill>
              <a:schemeClr val="accent3">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CN" sz="2200" dirty="0">
                <a:latin typeface="Impact" panose="020B0806030902050204" pitchFamily="34" charset="0"/>
              </a:rPr>
              <a:t>03</a:t>
            </a:r>
            <a:endParaRPr lang="zh-CN" altLang="en-US" sz="2200" dirty="0">
              <a:latin typeface="Impact" panose="020B0806030902050204" pitchFamily="34" charset="0"/>
            </a:endParaRPr>
          </a:p>
        </p:txBody>
      </p:sp>
    </p:spTree>
    <p:custDataLst>
      <p:tags r:id="rId1"/>
    </p:custDataLst>
    <p:extLst>
      <p:ext uri="{BB962C8B-B14F-4D97-AF65-F5344CB8AC3E}">
        <p14:creationId xmlns:p14="http://schemas.microsoft.com/office/powerpoint/2010/main" val="3924878175"/>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49" presetClass="entr" presetSubtype="0" decel="100000" fill="hold" nodeType="withEffect">
                                  <p:stCondLst>
                                    <p:cond delay="0"/>
                                  </p:stCondLst>
                                  <p:childTnLst>
                                    <p:set>
                                      <p:cBhvr>
                                        <p:cTn id="6" dur="1" fill="hold">
                                          <p:stCondLst>
                                            <p:cond delay="0"/>
                                          </p:stCondLst>
                                        </p:cTn>
                                        <p:tgtEl>
                                          <p:spTgt spid="7"/>
                                        </p:tgtEl>
                                        <p:attrNameLst>
                                          <p:attrName>style.visibility</p:attrName>
                                        </p:attrNameLst>
                                      </p:cBhvr>
                                      <p:to>
                                        <p:strVal val="visible"/>
                                      </p:to>
                                    </p:set>
                                    <p:anim calcmode="lin" valueType="num">
                                      <p:cBhvr>
                                        <p:cTn id="7" dur="500" fill="hold"/>
                                        <p:tgtEl>
                                          <p:spTgt spid="7"/>
                                        </p:tgtEl>
                                        <p:attrNameLst>
                                          <p:attrName>ppt_w</p:attrName>
                                        </p:attrNameLst>
                                      </p:cBhvr>
                                      <p:tavLst>
                                        <p:tav tm="0">
                                          <p:val>
                                            <p:fltVal val="0"/>
                                          </p:val>
                                        </p:tav>
                                        <p:tav tm="100000">
                                          <p:val>
                                            <p:strVal val="#ppt_w"/>
                                          </p:val>
                                        </p:tav>
                                      </p:tavLst>
                                    </p:anim>
                                    <p:anim calcmode="lin" valueType="num">
                                      <p:cBhvr>
                                        <p:cTn id="8" dur="500" fill="hold"/>
                                        <p:tgtEl>
                                          <p:spTgt spid="7"/>
                                        </p:tgtEl>
                                        <p:attrNameLst>
                                          <p:attrName>ppt_h</p:attrName>
                                        </p:attrNameLst>
                                      </p:cBhvr>
                                      <p:tavLst>
                                        <p:tav tm="0">
                                          <p:val>
                                            <p:fltVal val="0"/>
                                          </p:val>
                                        </p:tav>
                                        <p:tav tm="100000">
                                          <p:val>
                                            <p:strVal val="#ppt_h"/>
                                          </p:val>
                                        </p:tav>
                                      </p:tavLst>
                                    </p:anim>
                                    <p:anim calcmode="lin" valueType="num">
                                      <p:cBhvr>
                                        <p:cTn id="9" dur="500" fill="hold"/>
                                        <p:tgtEl>
                                          <p:spTgt spid="7"/>
                                        </p:tgtEl>
                                        <p:attrNameLst>
                                          <p:attrName>style.rotation</p:attrName>
                                        </p:attrNameLst>
                                      </p:cBhvr>
                                      <p:tavLst>
                                        <p:tav tm="0">
                                          <p:val>
                                            <p:fltVal val="360"/>
                                          </p:val>
                                        </p:tav>
                                        <p:tav tm="100000">
                                          <p:val>
                                            <p:fltVal val="0"/>
                                          </p:val>
                                        </p:tav>
                                      </p:tavLst>
                                    </p:anim>
                                    <p:animEffect transition="in" filter="fade">
                                      <p:cBhvr>
                                        <p:cTn id="10" dur="500"/>
                                        <p:tgtEl>
                                          <p:spTgt spid="7"/>
                                        </p:tgtEl>
                                      </p:cBhvr>
                                    </p:animEffect>
                                  </p:childTnLst>
                                </p:cTn>
                              </p:par>
                            </p:childTnLst>
                          </p:cTn>
                        </p:par>
                      </p:childTnLst>
                    </p:cTn>
                  </p:par>
                  <p:par>
                    <p:cTn id="11" fill="hold">
                      <p:stCondLst>
                        <p:cond delay="indefinite"/>
                      </p:stCondLst>
                      <p:childTnLst>
                        <p:par>
                          <p:cTn id="12" fill="hold">
                            <p:stCondLst>
                              <p:cond delay="0"/>
                            </p:stCondLst>
                            <p:childTnLst>
                              <p:par>
                                <p:cTn id="13" presetID="12" presetClass="entr" presetSubtype="8" fill="hold" grpId="0" nodeType="clickEffect">
                                  <p:stCondLst>
                                    <p:cond delay="0"/>
                                  </p:stCondLst>
                                  <p:childTnLst>
                                    <p:set>
                                      <p:cBhvr>
                                        <p:cTn id="14" dur="1" fill="hold">
                                          <p:stCondLst>
                                            <p:cond delay="0"/>
                                          </p:stCondLst>
                                        </p:cTn>
                                        <p:tgtEl>
                                          <p:spTgt spid="78"/>
                                        </p:tgtEl>
                                        <p:attrNameLst>
                                          <p:attrName>style.visibility</p:attrName>
                                        </p:attrNameLst>
                                      </p:cBhvr>
                                      <p:to>
                                        <p:strVal val="visible"/>
                                      </p:to>
                                    </p:set>
                                    <p:anim calcmode="lin" valueType="num">
                                      <p:cBhvr additive="base">
                                        <p:cTn id="15" dur="500"/>
                                        <p:tgtEl>
                                          <p:spTgt spid="78"/>
                                        </p:tgtEl>
                                        <p:attrNameLst>
                                          <p:attrName>ppt_x</p:attrName>
                                        </p:attrNameLst>
                                      </p:cBhvr>
                                      <p:tavLst>
                                        <p:tav tm="0">
                                          <p:val>
                                            <p:strVal val="#ppt_x-#ppt_w*1.125000"/>
                                          </p:val>
                                        </p:tav>
                                        <p:tav tm="100000">
                                          <p:val>
                                            <p:strVal val="#ppt_x"/>
                                          </p:val>
                                        </p:tav>
                                      </p:tavLst>
                                    </p:anim>
                                    <p:animEffect transition="in" filter="wipe(right)">
                                      <p:cBhvr>
                                        <p:cTn id="16" dur="500"/>
                                        <p:tgtEl>
                                          <p:spTgt spid="78"/>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78" grpId="0" animBg="1"/>
    </p:bldLst>
  </p:timing>
</p:sld>
</file>

<file path=ppt/slides/slide44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8" name="矩形 77">
            <a:extLst>
              <a:ext uri="{FF2B5EF4-FFF2-40B4-BE49-F238E27FC236}">
                <a16:creationId xmlns:a16="http://schemas.microsoft.com/office/drawing/2014/main" id="{DCD81C57-2BD9-4014-97B8-4D4DE259636B}"/>
              </a:ext>
            </a:extLst>
          </p:cNvPr>
          <p:cNvSpPr/>
          <p:nvPr/>
        </p:nvSpPr>
        <p:spPr>
          <a:xfrm>
            <a:off x="8591414" y="1941544"/>
            <a:ext cx="1281772" cy="321446"/>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zh-CN" altLang="en-US" b="1" dirty="0"/>
              <a:t>叙述错误</a:t>
            </a:r>
          </a:p>
        </p:txBody>
      </p:sp>
      <p:grpSp>
        <p:nvGrpSpPr>
          <p:cNvPr id="4" name="组合 3">
            <a:extLst>
              <a:ext uri="{FF2B5EF4-FFF2-40B4-BE49-F238E27FC236}">
                <a16:creationId xmlns:a16="http://schemas.microsoft.com/office/drawing/2014/main" id="{9A1EA9F2-FCB6-48C3-935F-7AE7E3AD14AC}"/>
              </a:ext>
            </a:extLst>
          </p:cNvPr>
          <p:cNvGrpSpPr/>
          <p:nvPr/>
        </p:nvGrpSpPr>
        <p:grpSpPr>
          <a:xfrm>
            <a:off x="304800" y="749300"/>
            <a:ext cx="4938199" cy="400110"/>
            <a:chOff x="424117" y="898245"/>
            <a:chExt cx="4938199" cy="400110"/>
          </a:xfrm>
        </p:grpSpPr>
        <p:sp>
          <p:nvSpPr>
            <p:cNvPr id="2" name="平行四边形 1">
              <a:extLst>
                <a:ext uri="{FF2B5EF4-FFF2-40B4-BE49-F238E27FC236}">
                  <a16:creationId xmlns:a16="http://schemas.microsoft.com/office/drawing/2014/main" id="{1F5BAA3F-9845-4F89-A2DD-8222D3E4EDAC}"/>
                </a:ext>
              </a:extLst>
            </p:cNvPr>
            <p:cNvSpPr/>
            <p:nvPr/>
          </p:nvSpPr>
          <p:spPr>
            <a:xfrm>
              <a:off x="424117" y="898245"/>
              <a:ext cx="628306" cy="387090"/>
            </a:xfrm>
            <a:prstGeom prst="parallelogram">
              <a:avLst/>
            </a:prstGeom>
            <a:solidFill>
              <a:schemeClr val="accent3">
                <a:lumMod val="75000"/>
              </a:schemeClr>
            </a:solidFill>
            <a:ln>
              <a:solidFill>
                <a:schemeClr val="accent3">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CN" sz="2200" dirty="0">
                  <a:latin typeface="Impact" panose="020B0806030902050204" pitchFamily="34" charset="0"/>
                </a:rPr>
                <a:t>01</a:t>
              </a:r>
              <a:endParaRPr lang="zh-CN" altLang="en-US" sz="2200" dirty="0">
                <a:latin typeface="Impact" panose="020B0806030902050204" pitchFamily="34" charset="0"/>
              </a:endParaRPr>
            </a:p>
          </p:txBody>
        </p:sp>
        <p:sp>
          <p:nvSpPr>
            <p:cNvPr id="3" name="文本框 2">
              <a:extLst>
                <a:ext uri="{FF2B5EF4-FFF2-40B4-BE49-F238E27FC236}">
                  <a16:creationId xmlns:a16="http://schemas.microsoft.com/office/drawing/2014/main" id="{4D6BD736-A4D3-4F26-AFED-36E11F50F70B}"/>
                </a:ext>
              </a:extLst>
            </p:cNvPr>
            <p:cNvSpPr txBox="1"/>
            <p:nvPr/>
          </p:nvSpPr>
          <p:spPr>
            <a:xfrm>
              <a:off x="1052423" y="898245"/>
              <a:ext cx="4309893" cy="400110"/>
            </a:xfrm>
            <a:prstGeom prst="rect">
              <a:avLst/>
            </a:prstGeom>
            <a:noFill/>
          </p:spPr>
          <p:txBody>
            <a:bodyPr wrap="square" rtlCol="0">
              <a:spAutoFit/>
            </a:bodyPr>
            <a:lstStyle/>
            <a:p>
              <a:r>
                <a:rPr lang="zh-CN" altLang="en-US" sz="2000" b="1" dirty="0">
                  <a:solidFill>
                    <a:schemeClr val="tx1"/>
                  </a:solidFill>
                  <a:latin typeface="Arial Narrow" panose="020B0606020202030204" pitchFamily="34" charset="0"/>
                </a:rPr>
                <a:t>共享式以太网与交换式以太网的对比</a:t>
              </a:r>
              <a:endParaRPr lang="en-US" altLang="zh-CN" sz="2000" b="1" dirty="0">
                <a:solidFill>
                  <a:schemeClr val="tx1"/>
                </a:solidFill>
                <a:latin typeface="Arial Narrow" panose="020B0606020202030204" pitchFamily="34" charset="0"/>
              </a:endParaRPr>
            </a:p>
          </p:txBody>
        </p:sp>
      </p:grpSp>
      <p:sp>
        <p:nvSpPr>
          <p:cNvPr id="72" name="文本框 71">
            <a:extLst>
              <a:ext uri="{FF2B5EF4-FFF2-40B4-BE49-F238E27FC236}">
                <a16:creationId xmlns:a16="http://schemas.microsoft.com/office/drawing/2014/main" id="{694982CA-BBE3-4971-A06F-36B59AA7466A}"/>
              </a:ext>
            </a:extLst>
          </p:cNvPr>
          <p:cNvSpPr txBox="1"/>
          <p:nvPr/>
        </p:nvSpPr>
        <p:spPr>
          <a:xfrm>
            <a:off x="5130878" y="736280"/>
            <a:ext cx="2922270" cy="400110"/>
          </a:xfrm>
          <a:prstGeom prst="rect">
            <a:avLst/>
          </a:prstGeom>
          <a:noFill/>
        </p:spPr>
        <p:txBody>
          <a:bodyPr wrap="square" rtlCol="0">
            <a:spAutoFit/>
          </a:bodyPr>
          <a:lstStyle/>
          <a:p>
            <a:r>
              <a:rPr lang="en-US" altLang="zh-CN" sz="2000" b="1" dirty="0">
                <a:solidFill>
                  <a:schemeClr val="tx1"/>
                </a:solidFill>
                <a:latin typeface="Arial Narrow" panose="020B0606020202030204" pitchFamily="34" charset="0"/>
              </a:rPr>
              <a:t>(</a:t>
            </a:r>
            <a:r>
              <a:rPr lang="zh-CN" altLang="en-US" sz="2000" b="1" dirty="0">
                <a:solidFill>
                  <a:schemeClr val="tx1"/>
                </a:solidFill>
                <a:latin typeface="Arial Narrow" panose="020B0606020202030204" pitchFamily="34" charset="0"/>
              </a:rPr>
              <a:t>集线器与交换机的对比</a:t>
            </a:r>
            <a:r>
              <a:rPr lang="en-US" altLang="zh-CN" sz="2000" b="1" dirty="0">
                <a:solidFill>
                  <a:schemeClr val="tx1"/>
                </a:solidFill>
                <a:latin typeface="Arial Narrow" panose="020B0606020202030204" pitchFamily="34" charset="0"/>
              </a:rPr>
              <a:t>)</a:t>
            </a:r>
          </a:p>
        </p:txBody>
      </p:sp>
      <p:grpSp>
        <p:nvGrpSpPr>
          <p:cNvPr id="6" name="组合 5">
            <a:extLst>
              <a:ext uri="{FF2B5EF4-FFF2-40B4-BE49-F238E27FC236}">
                <a16:creationId xmlns:a16="http://schemas.microsoft.com/office/drawing/2014/main" id="{4271CB9A-9B11-4A37-80C1-91620816A776}"/>
              </a:ext>
            </a:extLst>
          </p:cNvPr>
          <p:cNvGrpSpPr/>
          <p:nvPr/>
        </p:nvGrpSpPr>
        <p:grpSpPr>
          <a:xfrm>
            <a:off x="933106" y="1185832"/>
            <a:ext cx="10954094" cy="1881742"/>
            <a:chOff x="933106" y="1185832"/>
            <a:chExt cx="10954094" cy="1881742"/>
          </a:xfrm>
        </p:grpSpPr>
        <p:sp>
          <p:nvSpPr>
            <p:cNvPr id="41" name="íşlïḍè">
              <a:extLst>
                <a:ext uri="{FF2B5EF4-FFF2-40B4-BE49-F238E27FC236}">
                  <a16:creationId xmlns:a16="http://schemas.microsoft.com/office/drawing/2014/main" id="{CA40DF32-EE18-40A9-BC21-8D534DAC4DD0}"/>
                </a:ext>
              </a:extLst>
            </p:cNvPr>
            <p:cNvSpPr txBox="1"/>
            <p:nvPr/>
          </p:nvSpPr>
          <p:spPr>
            <a:xfrm>
              <a:off x="933106" y="1185832"/>
              <a:ext cx="10954094" cy="400111"/>
            </a:xfrm>
            <a:prstGeom prst="rect">
              <a:avLst/>
            </a:prstGeom>
            <a:noFill/>
          </p:spPr>
          <p:txBody>
            <a:bodyPr wrap="square" lIns="91440" tIns="45720" rIns="91440" bIns="45720" anchor="ctr">
              <a:noAutofit/>
            </a:bodyPr>
            <a:lstStyle/>
            <a:p>
              <a:r>
                <a:rPr lang="en-US" altLang="zh-CN" b="1" dirty="0">
                  <a:latin typeface="Arial Narrow" panose="020B0606020202030204" pitchFamily="34" charset="0"/>
                </a:rPr>
                <a:t>【2015</a:t>
              </a:r>
              <a:r>
                <a:rPr lang="zh-CN" altLang="en-US" b="1" dirty="0">
                  <a:latin typeface="Arial Narrow" panose="020B0606020202030204" pitchFamily="34" charset="0"/>
                </a:rPr>
                <a:t>年 题</a:t>
              </a:r>
              <a:r>
                <a:rPr lang="en-US" altLang="zh-CN" b="1" dirty="0">
                  <a:latin typeface="Arial Narrow" panose="020B0606020202030204" pitchFamily="34" charset="0"/>
                </a:rPr>
                <a:t>37】</a:t>
              </a:r>
              <a:r>
                <a:rPr lang="zh-CN" altLang="en-US" b="1" dirty="0">
                  <a:latin typeface="Arial Narrow" panose="020B0606020202030204" pitchFamily="34" charset="0"/>
                </a:rPr>
                <a:t>下列关于交换机的叙述中，正确的是（      ）。</a:t>
              </a:r>
            </a:p>
          </p:txBody>
        </p:sp>
        <p:sp>
          <p:nvSpPr>
            <p:cNvPr id="42" name="íşlïḍè">
              <a:extLst>
                <a:ext uri="{FF2B5EF4-FFF2-40B4-BE49-F238E27FC236}">
                  <a16:creationId xmlns:a16="http://schemas.microsoft.com/office/drawing/2014/main" id="{0E6AED70-2FC0-4AC6-B7E6-0824111B1885}"/>
                </a:ext>
              </a:extLst>
            </p:cNvPr>
            <p:cNvSpPr txBox="1"/>
            <p:nvPr/>
          </p:nvSpPr>
          <p:spPr>
            <a:xfrm>
              <a:off x="2575373" y="1556240"/>
              <a:ext cx="4489846" cy="400111"/>
            </a:xfrm>
            <a:prstGeom prst="rect">
              <a:avLst/>
            </a:prstGeom>
            <a:noFill/>
          </p:spPr>
          <p:txBody>
            <a:bodyPr wrap="square" lIns="91440" tIns="45720" rIns="91440" bIns="45720" anchor="ctr">
              <a:noAutofit/>
            </a:bodyPr>
            <a:lstStyle/>
            <a:p>
              <a:r>
                <a:rPr lang="en-US" altLang="zh-CN" b="1" dirty="0">
                  <a:latin typeface="Arial Narrow" panose="020B0606020202030204" pitchFamily="34" charset="0"/>
                </a:rPr>
                <a:t>A. </a:t>
              </a:r>
              <a:r>
                <a:rPr lang="zh-CN" altLang="en-US" b="1" dirty="0">
                  <a:latin typeface="Arial Narrow" panose="020B0606020202030204" pitchFamily="34" charset="0"/>
                </a:rPr>
                <a:t>以太网交换机本质上是一种多端口网桥</a:t>
              </a:r>
            </a:p>
          </p:txBody>
        </p:sp>
        <p:sp>
          <p:nvSpPr>
            <p:cNvPr id="43" name="íşlïḍè">
              <a:extLst>
                <a:ext uri="{FF2B5EF4-FFF2-40B4-BE49-F238E27FC236}">
                  <a16:creationId xmlns:a16="http://schemas.microsoft.com/office/drawing/2014/main" id="{093ECB5F-0217-4B85-9FB3-3CAF1006444D}"/>
                </a:ext>
              </a:extLst>
            </p:cNvPr>
            <p:cNvSpPr txBox="1"/>
            <p:nvPr/>
          </p:nvSpPr>
          <p:spPr>
            <a:xfrm>
              <a:off x="2575373" y="1926648"/>
              <a:ext cx="5477774" cy="400111"/>
            </a:xfrm>
            <a:prstGeom prst="rect">
              <a:avLst/>
            </a:prstGeom>
            <a:noFill/>
          </p:spPr>
          <p:txBody>
            <a:bodyPr wrap="square" lIns="91440" tIns="45720" rIns="91440" bIns="45720" anchor="ctr">
              <a:noAutofit/>
            </a:bodyPr>
            <a:lstStyle/>
            <a:p>
              <a:r>
                <a:rPr lang="en-US" altLang="zh-CN" b="1" dirty="0">
                  <a:latin typeface="Arial Narrow" panose="020B0606020202030204" pitchFamily="34" charset="0"/>
                </a:rPr>
                <a:t>B. </a:t>
              </a:r>
              <a:r>
                <a:rPr lang="zh-CN" altLang="en-US" b="1" dirty="0">
                  <a:latin typeface="Arial Narrow" panose="020B0606020202030204" pitchFamily="34" charset="0"/>
                </a:rPr>
                <a:t>通过交换机互连的一组工作站构成一个冲突域</a:t>
              </a:r>
            </a:p>
          </p:txBody>
        </p:sp>
        <p:sp>
          <p:nvSpPr>
            <p:cNvPr id="44" name="íşlïḍè">
              <a:extLst>
                <a:ext uri="{FF2B5EF4-FFF2-40B4-BE49-F238E27FC236}">
                  <a16:creationId xmlns:a16="http://schemas.microsoft.com/office/drawing/2014/main" id="{4D881CAB-1C4F-4633-A2EB-CAFBCC3BEAE2}"/>
                </a:ext>
              </a:extLst>
            </p:cNvPr>
            <p:cNvSpPr txBox="1"/>
            <p:nvPr/>
          </p:nvSpPr>
          <p:spPr>
            <a:xfrm>
              <a:off x="2575373" y="2297056"/>
              <a:ext cx="5477774" cy="400111"/>
            </a:xfrm>
            <a:prstGeom prst="rect">
              <a:avLst/>
            </a:prstGeom>
            <a:noFill/>
          </p:spPr>
          <p:txBody>
            <a:bodyPr wrap="square" lIns="91440" tIns="45720" rIns="91440" bIns="45720" anchor="ctr">
              <a:noAutofit/>
            </a:bodyPr>
            <a:lstStyle/>
            <a:p>
              <a:r>
                <a:rPr lang="en-US" altLang="zh-CN" b="1" dirty="0">
                  <a:latin typeface="Arial Narrow" panose="020B0606020202030204" pitchFamily="34" charset="0"/>
                </a:rPr>
                <a:t>C. </a:t>
              </a:r>
              <a:r>
                <a:rPr lang="zh-CN" altLang="en-US" b="1" dirty="0">
                  <a:latin typeface="Arial Narrow" panose="020B0606020202030204" pitchFamily="34" charset="0"/>
                </a:rPr>
                <a:t>交换机每个端口所连网络构成一个独立的广播域</a:t>
              </a:r>
            </a:p>
          </p:txBody>
        </p:sp>
        <p:sp>
          <p:nvSpPr>
            <p:cNvPr id="45" name="íşlïḍè">
              <a:extLst>
                <a:ext uri="{FF2B5EF4-FFF2-40B4-BE49-F238E27FC236}">
                  <a16:creationId xmlns:a16="http://schemas.microsoft.com/office/drawing/2014/main" id="{E8FF2FC9-09F6-4E90-9970-74BB8728341E}"/>
                </a:ext>
              </a:extLst>
            </p:cNvPr>
            <p:cNvSpPr txBox="1"/>
            <p:nvPr/>
          </p:nvSpPr>
          <p:spPr>
            <a:xfrm>
              <a:off x="2575373" y="2667463"/>
              <a:ext cx="6483107" cy="400111"/>
            </a:xfrm>
            <a:prstGeom prst="rect">
              <a:avLst/>
            </a:prstGeom>
            <a:noFill/>
          </p:spPr>
          <p:txBody>
            <a:bodyPr wrap="square" lIns="91440" tIns="45720" rIns="91440" bIns="45720" anchor="ctr">
              <a:noAutofit/>
            </a:bodyPr>
            <a:lstStyle/>
            <a:p>
              <a:r>
                <a:rPr lang="en-US" altLang="zh-CN" b="1" dirty="0">
                  <a:latin typeface="Arial Narrow" panose="020B0606020202030204" pitchFamily="34" charset="0"/>
                </a:rPr>
                <a:t>D. </a:t>
              </a:r>
              <a:r>
                <a:rPr lang="zh-CN" altLang="en-US" b="1" dirty="0">
                  <a:latin typeface="Arial Narrow" panose="020B0606020202030204" pitchFamily="34" charset="0"/>
                </a:rPr>
                <a:t>以太网交换机可实现采用不同网络层协议的网络互联</a:t>
              </a:r>
            </a:p>
          </p:txBody>
        </p:sp>
      </p:grpSp>
      <p:sp>
        <p:nvSpPr>
          <p:cNvPr id="46" name="íşlïḍè">
            <a:extLst>
              <a:ext uri="{FF2B5EF4-FFF2-40B4-BE49-F238E27FC236}">
                <a16:creationId xmlns:a16="http://schemas.microsoft.com/office/drawing/2014/main" id="{ABF2F700-81EB-419D-AC9B-E913767892D9}"/>
              </a:ext>
            </a:extLst>
          </p:cNvPr>
          <p:cNvSpPr txBox="1"/>
          <p:nvPr/>
        </p:nvSpPr>
        <p:spPr>
          <a:xfrm>
            <a:off x="1070011" y="3193989"/>
            <a:ext cx="732475" cy="400111"/>
          </a:xfrm>
          <a:prstGeom prst="rect">
            <a:avLst/>
          </a:prstGeom>
          <a:noFill/>
        </p:spPr>
        <p:txBody>
          <a:bodyPr wrap="square" lIns="91440" tIns="45720" rIns="91440" bIns="45720" anchor="ctr">
            <a:noAutofit/>
          </a:bodyPr>
          <a:lstStyle/>
          <a:p>
            <a:r>
              <a:rPr lang="zh-CN" altLang="en-US" b="1" dirty="0">
                <a:latin typeface="Arial Narrow" panose="020B0606020202030204" pitchFamily="34" charset="0"/>
              </a:rPr>
              <a:t>解析</a:t>
            </a:r>
          </a:p>
        </p:txBody>
      </p:sp>
      <p:sp>
        <p:nvSpPr>
          <p:cNvPr id="47" name="íşlïḍè">
            <a:extLst>
              <a:ext uri="{FF2B5EF4-FFF2-40B4-BE49-F238E27FC236}">
                <a16:creationId xmlns:a16="http://schemas.microsoft.com/office/drawing/2014/main" id="{EF7F0F29-CECF-41FA-AF38-C6403C739425}"/>
              </a:ext>
            </a:extLst>
          </p:cNvPr>
          <p:cNvSpPr txBox="1"/>
          <p:nvPr/>
        </p:nvSpPr>
        <p:spPr>
          <a:xfrm>
            <a:off x="6491724" y="1185831"/>
            <a:ext cx="349832" cy="400111"/>
          </a:xfrm>
          <a:prstGeom prst="rect">
            <a:avLst/>
          </a:prstGeom>
          <a:noFill/>
        </p:spPr>
        <p:txBody>
          <a:bodyPr wrap="square" lIns="91440" tIns="45720" rIns="91440" bIns="45720" anchor="ctr">
            <a:noAutofit/>
          </a:bodyPr>
          <a:lstStyle/>
          <a:p>
            <a:pPr algn="ctr"/>
            <a:r>
              <a:rPr lang="en-US" altLang="zh-CN" sz="2800" b="1" dirty="0">
                <a:solidFill>
                  <a:schemeClr val="accent1">
                    <a:lumMod val="75000"/>
                  </a:schemeClr>
                </a:solidFill>
                <a:latin typeface="Arial Black" panose="020B0A04020102020204" pitchFamily="34" charset="0"/>
              </a:rPr>
              <a:t>A</a:t>
            </a:r>
            <a:endParaRPr lang="zh-CN" altLang="en-US" sz="2800" b="1" dirty="0">
              <a:solidFill>
                <a:schemeClr val="accent1">
                  <a:lumMod val="75000"/>
                </a:schemeClr>
              </a:solidFill>
              <a:latin typeface="Arial Black" panose="020B0A04020102020204" pitchFamily="34" charset="0"/>
            </a:endParaRPr>
          </a:p>
        </p:txBody>
      </p:sp>
      <p:sp>
        <p:nvSpPr>
          <p:cNvPr id="13" name="矩形 12">
            <a:extLst>
              <a:ext uri="{FF2B5EF4-FFF2-40B4-BE49-F238E27FC236}">
                <a16:creationId xmlns:a16="http://schemas.microsoft.com/office/drawing/2014/main" id="{DCE76C74-2CE2-4FC5-955B-46172F632C13}"/>
              </a:ext>
            </a:extLst>
          </p:cNvPr>
          <p:cNvSpPr/>
          <p:nvPr/>
        </p:nvSpPr>
        <p:spPr>
          <a:xfrm>
            <a:off x="8591414" y="1552577"/>
            <a:ext cx="1281772" cy="321446"/>
          </a:xfrm>
          <a:prstGeom prst="rect">
            <a:avLst/>
          </a:prstGeom>
        </p:spPr>
        <p:style>
          <a:lnRef idx="2">
            <a:schemeClr val="accent4">
              <a:shade val="50000"/>
            </a:schemeClr>
          </a:lnRef>
          <a:fillRef idx="1">
            <a:schemeClr val="accent4"/>
          </a:fillRef>
          <a:effectRef idx="0">
            <a:schemeClr val="accent4"/>
          </a:effectRef>
          <a:fontRef idx="minor">
            <a:schemeClr val="lt1"/>
          </a:fontRef>
        </p:style>
        <p:txBody>
          <a:bodyPr rtlCol="0" anchor="ctr"/>
          <a:lstStyle/>
          <a:p>
            <a:pPr algn="ctr"/>
            <a:r>
              <a:rPr lang="zh-CN" altLang="en-US" b="1" dirty="0"/>
              <a:t>叙述正确</a:t>
            </a:r>
          </a:p>
        </p:txBody>
      </p:sp>
      <p:sp>
        <p:nvSpPr>
          <p:cNvPr id="19" name="矩形 18">
            <a:extLst>
              <a:ext uri="{FF2B5EF4-FFF2-40B4-BE49-F238E27FC236}">
                <a16:creationId xmlns:a16="http://schemas.microsoft.com/office/drawing/2014/main" id="{75D1954F-409C-452E-BFD4-975BEECA7C50}"/>
              </a:ext>
            </a:extLst>
          </p:cNvPr>
          <p:cNvSpPr/>
          <p:nvPr/>
        </p:nvSpPr>
        <p:spPr>
          <a:xfrm>
            <a:off x="8591414" y="2323097"/>
            <a:ext cx="1281772" cy="321446"/>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zh-CN" altLang="en-US" b="1" dirty="0"/>
              <a:t>叙述错误</a:t>
            </a:r>
          </a:p>
        </p:txBody>
      </p:sp>
      <p:pic>
        <p:nvPicPr>
          <p:cNvPr id="10" name="图片 9" descr="图示&#10;&#10;描述已自动生成">
            <a:extLst>
              <a:ext uri="{FF2B5EF4-FFF2-40B4-BE49-F238E27FC236}">
                <a16:creationId xmlns:a16="http://schemas.microsoft.com/office/drawing/2014/main" id="{1416031F-E38D-4346-B4FC-EB043D48A730}"/>
              </a:ext>
            </a:extLst>
          </p:cNvPr>
          <p:cNvPicPr>
            <a:picLocks noChangeAspect="1"/>
          </p:cNvPicPr>
          <p:nvPr/>
        </p:nvPicPr>
        <p:blipFill>
          <a:blip r:embed="rId3" cstate="print">
            <a:extLst>
              <a:ext uri="{28A0092B-C50C-407E-A947-70E740481C1C}">
                <a14:useLocalDpi xmlns:a14="http://schemas.microsoft.com/office/drawing/2010/main" val="0"/>
              </a:ext>
            </a:extLst>
          </a:blip>
          <a:stretch>
            <a:fillRect/>
          </a:stretch>
        </p:blipFill>
        <p:spPr>
          <a:xfrm>
            <a:off x="3241480" y="3594100"/>
            <a:ext cx="5709039" cy="2844800"/>
          </a:xfrm>
          <a:prstGeom prst="rect">
            <a:avLst/>
          </a:prstGeom>
        </p:spPr>
      </p:pic>
      <p:sp>
        <p:nvSpPr>
          <p:cNvPr id="18" name="平行四边形 17">
            <a:extLst>
              <a:ext uri="{FF2B5EF4-FFF2-40B4-BE49-F238E27FC236}">
                <a16:creationId xmlns:a16="http://schemas.microsoft.com/office/drawing/2014/main" id="{5DB2366F-6C78-EE47-9941-28B5CCFBA9A0}"/>
              </a:ext>
            </a:extLst>
          </p:cNvPr>
          <p:cNvSpPr/>
          <p:nvPr/>
        </p:nvSpPr>
        <p:spPr>
          <a:xfrm>
            <a:off x="304799" y="749300"/>
            <a:ext cx="688541" cy="387090"/>
          </a:xfrm>
          <a:prstGeom prst="parallelogram">
            <a:avLst/>
          </a:prstGeom>
          <a:solidFill>
            <a:schemeClr val="accent3">
              <a:lumMod val="75000"/>
            </a:schemeClr>
          </a:solidFill>
          <a:ln>
            <a:solidFill>
              <a:schemeClr val="accent3">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CN" sz="2200" dirty="0">
                <a:latin typeface="Impact" panose="020B0806030902050204" pitchFamily="34" charset="0"/>
              </a:rPr>
              <a:t>03</a:t>
            </a:r>
            <a:endParaRPr lang="zh-CN" altLang="en-US" sz="2200" dirty="0">
              <a:latin typeface="Impact" panose="020B0806030902050204" pitchFamily="34" charset="0"/>
            </a:endParaRPr>
          </a:p>
        </p:txBody>
      </p:sp>
    </p:spTree>
    <p:custDataLst>
      <p:tags r:id="rId1"/>
    </p:custDataLst>
    <p:extLst>
      <p:ext uri="{BB962C8B-B14F-4D97-AF65-F5344CB8AC3E}">
        <p14:creationId xmlns:p14="http://schemas.microsoft.com/office/powerpoint/2010/main" val="3352749934"/>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4" fill="hold" nodeType="withEffect">
                                  <p:stCondLst>
                                    <p:cond delay="0"/>
                                  </p:stCondLst>
                                  <p:childTnLst>
                                    <p:set>
                                      <p:cBhvr>
                                        <p:cTn id="6" dur="1" fill="hold">
                                          <p:stCondLst>
                                            <p:cond delay="0"/>
                                          </p:stCondLst>
                                        </p:cTn>
                                        <p:tgtEl>
                                          <p:spTgt spid="10"/>
                                        </p:tgtEl>
                                        <p:attrNameLst>
                                          <p:attrName>style.visibility</p:attrName>
                                        </p:attrNameLst>
                                      </p:cBhvr>
                                      <p:to>
                                        <p:strVal val="visible"/>
                                      </p:to>
                                    </p:set>
                                    <p:anim calcmode="lin" valueType="num">
                                      <p:cBhvr additive="base">
                                        <p:cTn id="7" dur="500" fill="hold"/>
                                        <p:tgtEl>
                                          <p:spTgt spid="10"/>
                                        </p:tgtEl>
                                        <p:attrNameLst>
                                          <p:attrName>ppt_x</p:attrName>
                                        </p:attrNameLst>
                                      </p:cBhvr>
                                      <p:tavLst>
                                        <p:tav tm="0">
                                          <p:val>
                                            <p:strVal val="#ppt_x"/>
                                          </p:val>
                                        </p:tav>
                                        <p:tav tm="100000">
                                          <p:val>
                                            <p:strVal val="#ppt_x"/>
                                          </p:val>
                                        </p:tav>
                                      </p:tavLst>
                                    </p:anim>
                                    <p:anim calcmode="lin" valueType="num">
                                      <p:cBhvr additive="base">
                                        <p:cTn id="8" dur="500" fill="hold"/>
                                        <p:tgtEl>
                                          <p:spTgt spid="10"/>
                                        </p:tgtEl>
                                        <p:attrNameLst>
                                          <p:attrName>ppt_y</p:attrName>
                                        </p:attrNameLst>
                                      </p:cBhvr>
                                      <p:tavLst>
                                        <p:tav tm="0">
                                          <p:val>
                                            <p:strVal val="1+#ppt_h/2"/>
                                          </p:val>
                                        </p:tav>
                                        <p:tav tm="100000">
                                          <p:val>
                                            <p:strVal val="#ppt_y"/>
                                          </p:val>
                                        </p:tav>
                                      </p:tavLst>
                                    </p:anim>
                                  </p:childTnLst>
                                </p:cTn>
                              </p:par>
                            </p:childTnLst>
                          </p:cTn>
                        </p:par>
                      </p:childTnLst>
                    </p:cTn>
                  </p:par>
                  <p:par>
                    <p:cTn id="9" fill="hold">
                      <p:stCondLst>
                        <p:cond delay="indefinite"/>
                      </p:stCondLst>
                      <p:childTnLst>
                        <p:par>
                          <p:cTn id="10" fill="hold">
                            <p:stCondLst>
                              <p:cond delay="0"/>
                            </p:stCondLst>
                            <p:childTnLst>
                              <p:par>
                                <p:cTn id="11" presetID="12" presetClass="entr" presetSubtype="8" fill="hold" grpId="0" nodeType="clickEffect">
                                  <p:stCondLst>
                                    <p:cond delay="0"/>
                                  </p:stCondLst>
                                  <p:childTnLst>
                                    <p:set>
                                      <p:cBhvr>
                                        <p:cTn id="12" dur="1" fill="hold">
                                          <p:stCondLst>
                                            <p:cond delay="0"/>
                                          </p:stCondLst>
                                        </p:cTn>
                                        <p:tgtEl>
                                          <p:spTgt spid="19"/>
                                        </p:tgtEl>
                                        <p:attrNameLst>
                                          <p:attrName>style.visibility</p:attrName>
                                        </p:attrNameLst>
                                      </p:cBhvr>
                                      <p:to>
                                        <p:strVal val="visible"/>
                                      </p:to>
                                    </p:set>
                                    <p:anim calcmode="lin" valueType="num">
                                      <p:cBhvr additive="base">
                                        <p:cTn id="13" dur="500"/>
                                        <p:tgtEl>
                                          <p:spTgt spid="19"/>
                                        </p:tgtEl>
                                        <p:attrNameLst>
                                          <p:attrName>ppt_x</p:attrName>
                                        </p:attrNameLst>
                                      </p:cBhvr>
                                      <p:tavLst>
                                        <p:tav tm="0">
                                          <p:val>
                                            <p:strVal val="#ppt_x-#ppt_w*1.125000"/>
                                          </p:val>
                                        </p:tav>
                                        <p:tav tm="100000">
                                          <p:val>
                                            <p:strVal val="#ppt_x"/>
                                          </p:val>
                                        </p:tav>
                                      </p:tavLst>
                                    </p:anim>
                                    <p:animEffect transition="in" filter="wipe(right)">
                                      <p:cBhvr>
                                        <p:cTn id="14" dur="500"/>
                                        <p:tgtEl>
                                          <p:spTgt spid="19"/>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9" grpId="0" animBg="1"/>
    </p:bldLst>
  </p:timing>
</p:sld>
</file>

<file path=ppt/slides/slide44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8" name="矩形 77">
            <a:extLst>
              <a:ext uri="{FF2B5EF4-FFF2-40B4-BE49-F238E27FC236}">
                <a16:creationId xmlns:a16="http://schemas.microsoft.com/office/drawing/2014/main" id="{DCD81C57-2BD9-4014-97B8-4D4DE259636B}"/>
              </a:ext>
            </a:extLst>
          </p:cNvPr>
          <p:cNvSpPr/>
          <p:nvPr/>
        </p:nvSpPr>
        <p:spPr>
          <a:xfrm>
            <a:off x="8591414" y="1941544"/>
            <a:ext cx="1281772" cy="321446"/>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zh-CN" altLang="en-US" b="1" dirty="0"/>
              <a:t>叙述错误</a:t>
            </a:r>
          </a:p>
        </p:txBody>
      </p:sp>
      <p:grpSp>
        <p:nvGrpSpPr>
          <p:cNvPr id="4" name="组合 3">
            <a:extLst>
              <a:ext uri="{FF2B5EF4-FFF2-40B4-BE49-F238E27FC236}">
                <a16:creationId xmlns:a16="http://schemas.microsoft.com/office/drawing/2014/main" id="{9A1EA9F2-FCB6-48C3-935F-7AE7E3AD14AC}"/>
              </a:ext>
            </a:extLst>
          </p:cNvPr>
          <p:cNvGrpSpPr/>
          <p:nvPr/>
        </p:nvGrpSpPr>
        <p:grpSpPr>
          <a:xfrm>
            <a:off x="304800" y="749300"/>
            <a:ext cx="4938199" cy="400110"/>
            <a:chOff x="424117" y="898245"/>
            <a:chExt cx="4938199" cy="400110"/>
          </a:xfrm>
        </p:grpSpPr>
        <p:sp>
          <p:nvSpPr>
            <p:cNvPr id="2" name="平行四边形 1">
              <a:extLst>
                <a:ext uri="{FF2B5EF4-FFF2-40B4-BE49-F238E27FC236}">
                  <a16:creationId xmlns:a16="http://schemas.microsoft.com/office/drawing/2014/main" id="{1F5BAA3F-9845-4F89-A2DD-8222D3E4EDAC}"/>
                </a:ext>
              </a:extLst>
            </p:cNvPr>
            <p:cNvSpPr/>
            <p:nvPr/>
          </p:nvSpPr>
          <p:spPr>
            <a:xfrm>
              <a:off x="424117" y="898245"/>
              <a:ext cx="628306" cy="387090"/>
            </a:xfrm>
            <a:prstGeom prst="parallelogram">
              <a:avLst/>
            </a:prstGeom>
            <a:solidFill>
              <a:schemeClr val="accent3">
                <a:lumMod val="75000"/>
              </a:schemeClr>
            </a:solidFill>
            <a:ln>
              <a:solidFill>
                <a:schemeClr val="accent3">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CN" sz="2200" dirty="0">
                  <a:latin typeface="Impact" panose="020B0806030902050204" pitchFamily="34" charset="0"/>
                </a:rPr>
                <a:t>01</a:t>
              </a:r>
              <a:endParaRPr lang="zh-CN" altLang="en-US" sz="2200" dirty="0">
                <a:latin typeface="Impact" panose="020B0806030902050204" pitchFamily="34" charset="0"/>
              </a:endParaRPr>
            </a:p>
          </p:txBody>
        </p:sp>
        <p:sp>
          <p:nvSpPr>
            <p:cNvPr id="3" name="文本框 2">
              <a:extLst>
                <a:ext uri="{FF2B5EF4-FFF2-40B4-BE49-F238E27FC236}">
                  <a16:creationId xmlns:a16="http://schemas.microsoft.com/office/drawing/2014/main" id="{4D6BD736-A4D3-4F26-AFED-36E11F50F70B}"/>
                </a:ext>
              </a:extLst>
            </p:cNvPr>
            <p:cNvSpPr txBox="1"/>
            <p:nvPr/>
          </p:nvSpPr>
          <p:spPr>
            <a:xfrm>
              <a:off x="1052423" y="898245"/>
              <a:ext cx="4309893" cy="400110"/>
            </a:xfrm>
            <a:prstGeom prst="rect">
              <a:avLst/>
            </a:prstGeom>
            <a:noFill/>
          </p:spPr>
          <p:txBody>
            <a:bodyPr wrap="square" rtlCol="0">
              <a:spAutoFit/>
            </a:bodyPr>
            <a:lstStyle/>
            <a:p>
              <a:r>
                <a:rPr lang="zh-CN" altLang="en-US" sz="2000" b="1" dirty="0">
                  <a:solidFill>
                    <a:schemeClr val="tx1"/>
                  </a:solidFill>
                  <a:latin typeface="Arial Narrow" panose="020B0606020202030204" pitchFamily="34" charset="0"/>
                </a:rPr>
                <a:t>共享式以太网与交换式以太网的对比</a:t>
              </a:r>
              <a:endParaRPr lang="en-US" altLang="zh-CN" sz="2000" b="1" dirty="0">
                <a:solidFill>
                  <a:schemeClr val="tx1"/>
                </a:solidFill>
                <a:latin typeface="Arial Narrow" panose="020B0606020202030204" pitchFamily="34" charset="0"/>
              </a:endParaRPr>
            </a:p>
          </p:txBody>
        </p:sp>
      </p:grpSp>
      <p:sp>
        <p:nvSpPr>
          <p:cNvPr id="72" name="文本框 71">
            <a:extLst>
              <a:ext uri="{FF2B5EF4-FFF2-40B4-BE49-F238E27FC236}">
                <a16:creationId xmlns:a16="http://schemas.microsoft.com/office/drawing/2014/main" id="{694982CA-BBE3-4971-A06F-36B59AA7466A}"/>
              </a:ext>
            </a:extLst>
          </p:cNvPr>
          <p:cNvSpPr txBox="1"/>
          <p:nvPr/>
        </p:nvSpPr>
        <p:spPr>
          <a:xfrm>
            <a:off x="5130878" y="736280"/>
            <a:ext cx="2922270" cy="400110"/>
          </a:xfrm>
          <a:prstGeom prst="rect">
            <a:avLst/>
          </a:prstGeom>
          <a:noFill/>
        </p:spPr>
        <p:txBody>
          <a:bodyPr wrap="square" rtlCol="0">
            <a:spAutoFit/>
          </a:bodyPr>
          <a:lstStyle/>
          <a:p>
            <a:r>
              <a:rPr lang="en-US" altLang="zh-CN" sz="2000" b="1" dirty="0">
                <a:solidFill>
                  <a:schemeClr val="tx1"/>
                </a:solidFill>
                <a:latin typeface="Arial Narrow" panose="020B0606020202030204" pitchFamily="34" charset="0"/>
              </a:rPr>
              <a:t>(</a:t>
            </a:r>
            <a:r>
              <a:rPr lang="zh-CN" altLang="en-US" sz="2000" b="1" dirty="0">
                <a:solidFill>
                  <a:schemeClr val="tx1"/>
                </a:solidFill>
                <a:latin typeface="Arial Narrow" panose="020B0606020202030204" pitchFamily="34" charset="0"/>
              </a:rPr>
              <a:t>集线器与交换机的对比</a:t>
            </a:r>
            <a:r>
              <a:rPr lang="en-US" altLang="zh-CN" sz="2000" b="1" dirty="0">
                <a:solidFill>
                  <a:schemeClr val="tx1"/>
                </a:solidFill>
                <a:latin typeface="Arial Narrow" panose="020B0606020202030204" pitchFamily="34" charset="0"/>
              </a:rPr>
              <a:t>)</a:t>
            </a:r>
          </a:p>
        </p:txBody>
      </p:sp>
      <p:grpSp>
        <p:nvGrpSpPr>
          <p:cNvPr id="6" name="组合 5">
            <a:extLst>
              <a:ext uri="{FF2B5EF4-FFF2-40B4-BE49-F238E27FC236}">
                <a16:creationId xmlns:a16="http://schemas.microsoft.com/office/drawing/2014/main" id="{4271CB9A-9B11-4A37-80C1-91620816A776}"/>
              </a:ext>
            </a:extLst>
          </p:cNvPr>
          <p:cNvGrpSpPr/>
          <p:nvPr/>
        </p:nvGrpSpPr>
        <p:grpSpPr>
          <a:xfrm>
            <a:off x="933106" y="1185832"/>
            <a:ext cx="10954094" cy="1881742"/>
            <a:chOff x="933106" y="1185832"/>
            <a:chExt cx="10954094" cy="1881742"/>
          </a:xfrm>
        </p:grpSpPr>
        <p:sp>
          <p:nvSpPr>
            <p:cNvPr id="41" name="íşlïḍè">
              <a:extLst>
                <a:ext uri="{FF2B5EF4-FFF2-40B4-BE49-F238E27FC236}">
                  <a16:creationId xmlns:a16="http://schemas.microsoft.com/office/drawing/2014/main" id="{CA40DF32-EE18-40A9-BC21-8D534DAC4DD0}"/>
                </a:ext>
              </a:extLst>
            </p:cNvPr>
            <p:cNvSpPr txBox="1"/>
            <p:nvPr/>
          </p:nvSpPr>
          <p:spPr>
            <a:xfrm>
              <a:off x="933106" y="1185832"/>
              <a:ext cx="10954094" cy="400111"/>
            </a:xfrm>
            <a:prstGeom prst="rect">
              <a:avLst/>
            </a:prstGeom>
            <a:noFill/>
          </p:spPr>
          <p:txBody>
            <a:bodyPr wrap="square" lIns="91440" tIns="45720" rIns="91440" bIns="45720" anchor="ctr">
              <a:noAutofit/>
            </a:bodyPr>
            <a:lstStyle/>
            <a:p>
              <a:r>
                <a:rPr lang="en-US" altLang="zh-CN" b="1" dirty="0">
                  <a:latin typeface="Arial Narrow" panose="020B0606020202030204" pitchFamily="34" charset="0"/>
                </a:rPr>
                <a:t>【2015</a:t>
              </a:r>
              <a:r>
                <a:rPr lang="zh-CN" altLang="en-US" b="1" dirty="0">
                  <a:latin typeface="Arial Narrow" panose="020B0606020202030204" pitchFamily="34" charset="0"/>
                </a:rPr>
                <a:t>年 题</a:t>
              </a:r>
              <a:r>
                <a:rPr lang="en-US" altLang="zh-CN" b="1" dirty="0">
                  <a:latin typeface="Arial Narrow" panose="020B0606020202030204" pitchFamily="34" charset="0"/>
                </a:rPr>
                <a:t>37】</a:t>
              </a:r>
              <a:r>
                <a:rPr lang="zh-CN" altLang="en-US" b="1" dirty="0">
                  <a:latin typeface="Arial Narrow" panose="020B0606020202030204" pitchFamily="34" charset="0"/>
                </a:rPr>
                <a:t>下列关于交换机的叙述中，正确的是（      ）。</a:t>
              </a:r>
            </a:p>
          </p:txBody>
        </p:sp>
        <p:sp>
          <p:nvSpPr>
            <p:cNvPr id="42" name="íşlïḍè">
              <a:extLst>
                <a:ext uri="{FF2B5EF4-FFF2-40B4-BE49-F238E27FC236}">
                  <a16:creationId xmlns:a16="http://schemas.microsoft.com/office/drawing/2014/main" id="{0E6AED70-2FC0-4AC6-B7E6-0824111B1885}"/>
                </a:ext>
              </a:extLst>
            </p:cNvPr>
            <p:cNvSpPr txBox="1"/>
            <p:nvPr/>
          </p:nvSpPr>
          <p:spPr>
            <a:xfrm>
              <a:off x="2575373" y="1556240"/>
              <a:ext cx="4489846" cy="400111"/>
            </a:xfrm>
            <a:prstGeom prst="rect">
              <a:avLst/>
            </a:prstGeom>
            <a:noFill/>
          </p:spPr>
          <p:txBody>
            <a:bodyPr wrap="square" lIns="91440" tIns="45720" rIns="91440" bIns="45720" anchor="ctr">
              <a:noAutofit/>
            </a:bodyPr>
            <a:lstStyle/>
            <a:p>
              <a:r>
                <a:rPr lang="en-US" altLang="zh-CN" b="1" dirty="0">
                  <a:latin typeface="Arial Narrow" panose="020B0606020202030204" pitchFamily="34" charset="0"/>
                </a:rPr>
                <a:t>A. </a:t>
              </a:r>
              <a:r>
                <a:rPr lang="zh-CN" altLang="en-US" b="1" dirty="0">
                  <a:latin typeface="Arial Narrow" panose="020B0606020202030204" pitchFamily="34" charset="0"/>
                </a:rPr>
                <a:t>以太网交换机本质上是一种多端口网桥</a:t>
              </a:r>
            </a:p>
          </p:txBody>
        </p:sp>
        <p:sp>
          <p:nvSpPr>
            <p:cNvPr id="43" name="íşlïḍè">
              <a:extLst>
                <a:ext uri="{FF2B5EF4-FFF2-40B4-BE49-F238E27FC236}">
                  <a16:creationId xmlns:a16="http://schemas.microsoft.com/office/drawing/2014/main" id="{093ECB5F-0217-4B85-9FB3-3CAF1006444D}"/>
                </a:ext>
              </a:extLst>
            </p:cNvPr>
            <p:cNvSpPr txBox="1"/>
            <p:nvPr/>
          </p:nvSpPr>
          <p:spPr>
            <a:xfrm>
              <a:off x="2575373" y="1926648"/>
              <a:ext cx="5477774" cy="400111"/>
            </a:xfrm>
            <a:prstGeom prst="rect">
              <a:avLst/>
            </a:prstGeom>
            <a:noFill/>
          </p:spPr>
          <p:txBody>
            <a:bodyPr wrap="square" lIns="91440" tIns="45720" rIns="91440" bIns="45720" anchor="ctr">
              <a:noAutofit/>
            </a:bodyPr>
            <a:lstStyle/>
            <a:p>
              <a:r>
                <a:rPr lang="en-US" altLang="zh-CN" b="1" dirty="0">
                  <a:latin typeface="Arial Narrow" panose="020B0606020202030204" pitchFamily="34" charset="0"/>
                </a:rPr>
                <a:t>B. </a:t>
              </a:r>
              <a:r>
                <a:rPr lang="zh-CN" altLang="en-US" b="1" dirty="0">
                  <a:latin typeface="Arial Narrow" panose="020B0606020202030204" pitchFamily="34" charset="0"/>
                </a:rPr>
                <a:t>通过交换机互连的一组工作站构成一个冲突域</a:t>
              </a:r>
            </a:p>
          </p:txBody>
        </p:sp>
        <p:sp>
          <p:nvSpPr>
            <p:cNvPr id="44" name="íşlïḍè">
              <a:extLst>
                <a:ext uri="{FF2B5EF4-FFF2-40B4-BE49-F238E27FC236}">
                  <a16:creationId xmlns:a16="http://schemas.microsoft.com/office/drawing/2014/main" id="{4D881CAB-1C4F-4633-A2EB-CAFBCC3BEAE2}"/>
                </a:ext>
              </a:extLst>
            </p:cNvPr>
            <p:cNvSpPr txBox="1"/>
            <p:nvPr/>
          </p:nvSpPr>
          <p:spPr>
            <a:xfrm>
              <a:off x="2575373" y="2297056"/>
              <a:ext cx="5477774" cy="400111"/>
            </a:xfrm>
            <a:prstGeom prst="rect">
              <a:avLst/>
            </a:prstGeom>
            <a:noFill/>
          </p:spPr>
          <p:txBody>
            <a:bodyPr wrap="square" lIns="91440" tIns="45720" rIns="91440" bIns="45720" anchor="ctr">
              <a:noAutofit/>
            </a:bodyPr>
            <a:lstStyle/>
            <a:p>
              <a:r>
                <a:rPr lang="en-US" altLang="zh-CN" b="1" dirty="0">
                  <a:latin typeface="Arial Narrow" panose="020B0606020202030204" pitchFamily="34" charset="0"/>
                </a:rPr>
                <a:t>C. </a:t>
              </a:r>
              <a:r>
                <a:rPr lang="zh-CN" altLang="en-US" b="1" dirty="0">
                  <a:latin typeface="Arial Narrow" panose="020B0606020202030204" pitchFamily="34" charset="0"/>
                </a:rPr>
                <a:t>交换机每个端口所连网络构成一个独立的广播域</a:t>
              </a:r>
            </a:p>
          </p:txBody>
        </p:sp>
        <p:sp>
          <p:nvSpPr>
            <p:cNvPr id="45" name="íşlïḍè">
              <a:extLst>
                <a:ext uri="{FF2B5EF4-FFF2-40B4-BE49-F238E27FC236}">
                  <a16:creationId xmlns:a16="http://schemas.microsoft.com/office/drawing/2014/main" id="{E8FF2FC9-09F6-4E90-9970-74BB8728341E}"/>
                </a:ext>
              </a:extLst>
            </p:cNvPr>
            <p:cNvSpPr txBox="1"/>
            <p:nvPr/>
          </p:nvSpPr>
          <p:spPr>
            <a:xfrm>
              <a:off x="2575373" y="2667463"/>
              <a:ext cx="6483107" cy="400111"/>
            </a:xfrm>
            <a:prstGeom prst="rect">
              <a:avLst/>
            </a:prstGeom>
            <a:noFill/>
          </p:spPr>
          <p:txBody>
            <a:bodyPr wrap="square" lIns="91440" tIns="45720" rIns="91440" bIns="45720" anchor="ctr">
              <a:noAutofit/>
            </a:bodyPr>
            <a:lstStyle/>
            <a:p>
              <a:r>
                <a:rPr lang="en-US" altLang="zh-CN" b="1" dirty="0">
                  <a:latin typeface="Arial Narrow" panose="020B0606020202030204" pitchFamily="34" charset="0"/>
                </a:rPr>
                <a:t>D. </a:t>
              </a:r>
              <a:r>
                <a:rPr lang="zh-CN" altLang="en-US" b="1" dirty="0">
                  <a:latin typeface="Arial Narrow" panose="020B0606020202030204" pitchFamily="34" charset="0"/>
                </a:rPr>
                <a:t>以太网交换机可实现采用不同网络层协议的网络互联</a:t>
              </a:r>
            </a:p>
          </p:txBody>
        </p:sp>
      </p:grpSp>
      <p:sp>
        <p:nvSpPr>
          <p:cNvPr id="46" name="íşlïḍè">
            <a:extLst>
              <a:ext uri="{FF2B5EF4-FFF2-40B4-BE49-F238E27FC236}">
                <a16:creationId xmlns:a16="http://schemas.microsoft.com/office/drawing/2014/main" id="{ABF2F700-81EB-419D-AC9B-E913767892D9}"/>
              </a:ext>
            </a:extLst>
          </p:cNvPr>
          <p:cNvSpPr txBox="1"/>
          <p:nvPr/>
        </p:nvSpPr>
        <p:spPr>
          <a:xfrm>
            <a:off x="1070011" y="3193989"/>
            <a:ext cx="732475" cy="400111"/>
          </a:xfrm>
          <a:prstGeom prst="rect">
            <a:avLst/>
          </a:prstGeom>
          <a:noFill/>
        </p:spPr>
        <p:txBody>
          <a:bodyPr wrap="square" lIns="91440" tIns="45720" rIns="91440" bIns="45720" anchor="ctr">
            <a:noAutofit/>
          </a:bodyPr>
          <a:lstStyle/>
          <a:p>
            <a:r>
              <a:rPr lang="zh-CN" altLang="en-US" b="1" dirty="0">
                <a:latin typeface="Arial Narrow" panose="020B0606020202030204" pitchFamily="34" charset="0"/>
              </a:rPr>
              <a:t>解析</a:t>
            </a:r>
          </a:p>
        </p:txBody>
      </p:sp>
      <p:sp>
        <p:nvSpPr>
          <p:cNvPr id="47" name="íşlïḍè">
            <a:extLst>
              <a:ext uri="{FF2B5EF4-FFF2-40B4-BE49-F238E27FC236}">
                <a16:creationId xmlns:a16="http://schemas.microsoft.com/office/drawing/2014/main" id="{EF7F0F29-CECF-41FA-AF38-C6403C739425}"/>
              </a:ext>
            </a:extLst>
          </p:cNvPr>
          <p:cNvSpPr txBox="1"/>
          <p:nvPr/>
        </p:nvSpPr>
        <p:spPr>
          <a:xfrm>
            <a:off x="6491724" y="1185831"/>
            <a:ext cx="349832" cy="400111"/>
          </a:xfrm>
          <a:prstGeom prst="rect">
            <a:avLst/>
          </a:prstGeom>
          <a:noFill/>
        </p:spPr>
        <p:txBody>
          <a:bodyPr wrap="square" lIns="91440" tIns="45720" rIns="91440" bIns="45720" anchor="ctr">
            <a:noAutofit/>
          </a:bodyPr>
          <a:lstStyle/>
          <a:p>
            <a:pPr algn="ctr"/>
            <a:r>
              <a:rPr lang="en-US" altLang="zh-CN" sz="2800" b="1" dirty="0">
                <a:solidFill>
                  <a:schemeClr val="accent1">
                    <a:lumMod val="75000"/>
                  </a:schemeClr>
                </a:solidFill>
                <a:latin typeface="Arial Black" panose="020B0A04020102020204" pitchFamily="34" charset="0"/>
              </a:rPr>
              <a:t>A</a:t>
            </a:r>
            <a:endParaRPr lang="zh-CN" altLang="en-US" sz="2800" b="1" dirty="0">
              <a:solidFill>
                <a:schemeClr val="accent1">
                  <a:lumMod val="75000"/>
                </a:schemeClr>
              </a:solidFill>
              <a:latin typeface="Arial Black" panose="020B0A04020102020204" pitchFamily="34" charset="0"/>
            </a:endParaRPr>
          </a:p>
        </p:txBody>
      </p:sp>
      <p:sp>
        <p:nvSpPr>
          <p:cNvPr id="13" name="矩形 12">
            <a:extLst>
              <a:ext uri="{FF2B5EF4-FFF2-40B4-BE49-F238E27FC236}">
                <a16:creationId xmlns:a16="http://schemas.microsoft.com/office/drawing/2014/main" id="{DCE76C74-2CE2-4FC5-955B-46172F632C13}"/>
              </a:ext>
            </a:extLst>
          </p:cNvPr>
          <p:cNvSpPr/>
          <p:nvPr/>
        </p:nvSpPr>
        <p:spPr>
          <a:xfrm>
            <a:off x="8591414" y="1552577"/>
            <a:ext cx="1281772" cy="321446"/>
          </a:xfrm>
          <a:prstGeom prst="rect">
            <a:avLst/>
          </a:prstGeom>
        </p:spPr>
        <p:style>
          <a:lnRef idx="2">
            <a:schemeClr val="accent4">
              <a:shade val="50000"/>
            </a:schemeClr>
          </a:lnRef>
          <a:fillRef idx="1">
            <a:schemeClr val="accent4"/>
          </a:fillRef>
          <a:effectRef idx="0">
            <a:schemeClr val="accent4"/>
          </a:effectRef>
          <a:fontRef idx="minor">
            <a:schemeClr val="lt1"/>
          </a:fontRef>
        </p:style>
        <p:txBody>
          <a:bodyPr rtlCol="0" anchor="ctr"/>
          <a:lstStyle/>
          <a:p>
            <a:pPr algn="ctr"/>
            <a:r>
              <a:rPr lang="zh-CN" altLang="en-US" b="1" dirty="0"/>
              <a:t>叙述正确</a:t>
            </a:r>
          </a:p>
        </p:txBody>
      </p:sp>
      <p:sp>
        <p:nvSpPr>
          <p:cNvPr id="19" name="矩形 18">
            <a:extLst>
              <a:ext uri="{FF2B5EF4-FFF2-40B4-BE49-F238E27FC236}">
                <a16:creationId xmlns:a16="http://schemas.microsoft.com/office/drawing/2014/main" id="{75D1954F-409C-452E-BFD4-975BEECA7C50}"/>
              </a:ext>
            </a:extLst>
          </p:cNvPr>
          <p:cNvSpPr/>
          <p:nvPr/>
        </p:nvSpPr>
        <p:spPr>
          <a:xfrm>
            <a:off x="8591414" y="2323097"/>
            <a:ext cx="1281772" cy="321446"/>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zh-CN" altLang="en-US" b="1" dirty="0"/>
              <a:t>叙述错误</a:t>
            </a:r>
          </a:p>
        </p:txBody>
      </p:sp>
      <p:sp>
        <p:nvSpPr>
          <p:cNvPr id="18" name="矩形 17">
            <a:extLst>
              <a:ext uri="{FF2B5EF4-FFF2-40B4-BE49-F238E27FC236}">
                <a16:creationId xmlns:a16="http://schemas.microsoft.com/office/drawing/2014/main" id="{3A60D810-4CF6-496F-8F87-BDFF5EA14E61}"/>
              </a:ext>
            </a:extLst>
          </p:cNvPr>
          <p:cNvSpPr/>
          <p:nvPr/>
        </p:nvSpPr>
        <p:spPr>
          <a:xfrm>
            <a:off x="8591414" y="2704650"/>
            <a:ext cx="1281772" cy="321446"/>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zh-CN" altLang="en-US" b="1" dirty="0"/>
              <a:t>叙述错误</a:t>
            </a:r>
          </a:p>
        </p:txBody>
      </p:sp>
      <p:sp>
        <p:nvSpPr>
          <p:cNvPr id="20" name="íşlïḍè">
            <a:extLst>
              <a:ext uri="{FF2B5EF4-FFF2-40B4-BE49-F238E27FC236}">
                <a16:creationId xmlns:a16="http://schemas.microsoft.com/office/drawing/2014/main" id="{4012F82F-A9BA-4439-961E-A68327346A72}"/>
              </a:ext>
            </a:extLst>
          </p:cNvPr>
          <p:cNvSpPr txBox="1"/>
          <p:nvPr/>
        </p:nvSpPr>
        <p:spPr>
          <a:xfrm>
            <a:off x="1736620" y="3670348"/>
            <a:ext cx="10150580" cy="860894"/>
          </a:xfrm>
          <a:prstGeom prst="rect">
            <a:avLst/>
          </a:prstGeom>
          <a:noFill/>
        </p:spPr>
        <p:txBody>
          <a:bodyPr wrap="square" lIns="91440" tIns="45720" rIns="91440" bIns="45720" anchor="ctr">
            <a:noAutofit/>
          </a:bodyPr>
          <a:lstStyle/>
          <a:p>
            <a:r>
              <a:rPr lang="zh-CN" altLang="en-US" b="1" dirty="0">
                <a:latin typeface="Arial Narrow" panose="020B0606020202030204" pitchFamily="34" charset="0"/>
              </a:rPr>
              <a:t>以太网交换机工作在数据链路层（包含其下的物理层），因此</a:t>
            </a:r>
            <a:r>
              <a:rPr lang="zh-CN" altLang="en-US" b="1" dirty="0">
                <a:solidFill>
                  <a:schemeClr val="accent1">
                    <a:lumMod val="75000"/>
                  </a:schemeClr>
                </a:solidFill>
                <a:latin typeface="Arial Narrow" panose="020B0606020202030204" pitchFamily="34" charset="0"/>
              </a:rPr>
              <a:t>以太网交换机具备属于数据链路层范畴的相关能力</a:t>
            </a:r>
            <a:r>
              <a:rPr lang="zh-CN" altLang="en-US" b="1" dirty="0">
                <a:latin typeface="Arial Narrow" panose="020B0606020202030204" pitchFamily="34" charset="0"/>
              </a:rPr>
              <a:t>。但不同网络层协议的网络互联属于网络层范畴，以太网交换机无法处理。</a:t>
            </a:r>
          </a:p>
        </p:txBody>
      </p:sp>
      <p:sp>
        <p:nvSpPr>
          <p:cNvPr id="21" name="平行四边形 20">
            <a:extLst>
              <a:ext uri="{FF2B5EF4-FFF2-40B4-BE49-F238E27FC236}">
                <a16:creationId xmlns:a16="http://schemas.microsoft.com/office/drawing/2014/main" id="{AFDE190B-1E29-C0AE-3B61-F48D726D3A1A}"/>
              </a:ext>
            </a:extLst>
          </p:cNvPr>
          <p:cNvSpPr/>
          <p:nvPr/>
        </p:nvSpPr>
        <p:spPr>
          <a:xfrm>
            <a:off x="304799" y="749300"/>
            <a:ext cx="688541" cy="387090"/>
          </a:xfrm>
          <a:prstGeom prst="parallelogram">
            <a:avLst/>
          </a:prstGeom>
          <a:solidFill>
            <a:schemeClr val="accent3">
              <a:lumMod val="75000"/>
            </a:schemeClr>
          </a:solidFill>
          <a:ln>
            <a:solidFill>
              <a:schemeClr val="accent3">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CN" sz="2200" dirty="0">
                <a:latin typeface="Impact" panose="020B0806030902050204" pitchFamily="34" charset="0"/>
              </a:rPr>
              <a:t>03</a:t>
            </a:r>
            <a:endParaRPr lang="zh-CN" altLang="en-US" sz="2200" dirty="0">
              <a:latin typeface="Impact" panose="020B0806030902050204" pitchFamily="34" charset="0"/>
            </a:endParaRPr>
          </a:p>
        </p:txBody>
      </p:sp>
    </p:spTree>
    <p:custDataLst>
      <p:tags r:id="rId1"/>
    </p:custDataLst>
    <p:extLst>
      <p:ext uri="{BB962C8B-B14F-4D97-AF65-F5344CB8AC3E}">
        <p14:creationId xmlns:p14="http://schemas.microsoft.com/office/powerpoint/2010/main" val="847949736"/>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 presetClass="entr" presetSubtype="0" fill="hold" grpId="0" nodeType="withEffect">
                                  <p:stCondLst>
                                    <p:cond delay="0"/>
                                  </p:stCondLst>
                                  <p:iterate type="lt">
                                    <p:tmAbs val="100"/>
                                  </p:iterate>
                                  <p:childTnLst>
                                    <p:set>
                                      <p:cBhvr>
                                        <p:cTn id="6" dur="1" fill="hold">
                                          <p:stCondLst>
                                            <p:cond delay="0"/>
                                          </p:stCondLst>
                                        </p:cTn>
                                        <p:tgtEl>
                                          <p:spTgt spid="20"/>
                                        </p:tgtEl>
                                        <p:attrNameLst>
                                          <p:attrName>style.visibility</p:attrName>
                                        </p:attrNameLst>
                                      </p:cBhvr>
                                      <p:to>
                                        <p:strVal val="visible"/>
                                      </p:to>
                                    </p:set>
                                  </p:childTnLst>
                                </p:cTn>
                              </p:par>
                            </p:childTnLst>
                          </p:cTn>
                        </p:par>
                      </p:childTnLst>
                    </p:cTn>
                  </p:par>
                  <p:par>
                    <p:cTn id="7" fill="hold">
                      <p:stCondLst>
                        <p:cond delay="indefinite"/>
                      </p:stCondLst>
                      <p:childTnLst>
                        <p:par>
                          <p:cTn id="8" fill="hold">
                            <p:stCondLst>
                              <p:cond delay="0"/>
                            </p:stCondLst>
                            <p:childTnLst>
                              <p:par>
                                <p:cTn id="9" presetID="12" presetClass="entr" presetSubtype="8" fill="hold" grpId="0" nodeType="clickEffect">
                                  <p:stCondLst>
                                    <p:cond delay="0"/>
                                  </p:stCondLst>
                                  <p:childTnLst>
                                    <p:set>
                                      <p:cBhvr>
                                        <p:cTn id="10" dur="1" fill="hold">
                                          <p:stCondLst>
                                            <p:cond delay="0"/>
                                          </p:stCondLst>
                                        </p:cTn>
                                        <p:tgtEl>
                                          <p:spTgt spid="18"/>
                                        </p:tgtEl>
                                        <p:attrNameLst>
                                          <p:attrName>style.visibility</p:attrName>
                                        </p:attrNameLst>
                                      </p:cBhvr>
                                      <p:to>
                                        <p:strVal val="visible"/>
                                      </p:to>
                                    </p:set>
                                    <p:anim calcmode="lin" valueType="num">
                                      <p:cBhvr additive="base">
                                        <p:cTn id="11" dur="500"/>
                                        <p:tgtEl>
                                          <p:spTgt spid="18"/>
                                        </p:tgtEl>
                                        <p:attrNameLst>
                                          <p:attrName>ppt_x</p:attrName>
                                        </p:attrNameLst>
                                      </p:cBhvr>
                                      <p:tavLst>
                                        <p:tav tm="0">
                                          <p:val>
                                            <p:strVal val="#ppt_x-#ppt_w*1.125000"/>
                                          </p:val>
                                        </p:tav>
                                        <p:tav tm="100000">
                                          <p:val>
                                            <p:strVal val="#ppt_x"/>
                                          </p:val>
                                        </p:tav>
                                      </p:tavLst>
                                    </p:anim>
                                    <p:animEffect transition="in" filter="wipe(right)">
                                      <p:cBhvr>
                                        <p:cTn id="12" dur="500"/>
                                        <p:tgtEl>
                                          <p:spTgt spid="18"/>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8" grpId="0" animBg="1"/>
      <p:bldP spid="20" grpId="0"/>
    </p:bldLst>
  </p:timing>
</p:sld>
</file>

<file path=ppt/slides/slide44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4" name="组合 3">
            <a:extLst>
              <a:ext uri="{FF2B5EF4-FFF2-40B4-BE49-F238E27FC236}">
                <a16:creationId xmlns:a16="http://schemas.microsoft.com/office/drawing/2014/main" id="{9A1EA9F2-FCB6-48C3-935F-7AE7E3AD14AC}"/>
              </a:ext>
            </a:extLst>
          </p:cNvPr>
          <p:cNvGrpSpPr/>
          <p:nvPr/>
        </p:nvGrpSpPr>
        <p:grpSpPr>
          <a:xfrm>
            <a:off x="304800" y="749300"/>
            <a:ext cx="4938199" cy="400110"/>
            <a:chOff x="424117" y="898245"/>
            <a:chExt cx="4938199" cy="400110"/>
          </a:xfrm>
        </p:grpSpPr>
        <p:sp>
          <p:nvSpPr>
            <p:cNvPr id="2" name="平行四边形 1">
              <a:extLst>
                <a:ext uri="{FF2B5EF4-FFF2-40B4-BE49-F238E27FC236}">
                  <a16:creationId xmlns:a16="http://schemas.microsoft.com/office/drawing/2014/main" id="{1F5BAA3F-9845-4F89-A2DD-8222D3E4EDAC}"/>
                </a:ext>
              </a:extLst>
            </p:cNvPr>
            <p:cNvSpPr/>
            <p:nvPr/>
          </p:nvSpPr>
          <p:spPr>
            <a:xfrm>
              <a:off x="424117" y="898245"/>
              <a:ext cx="628306" cy="387090"/>
            </a:xfrm>
            <a:prstGeom prst="parallelogram">
              <a:avLst/>
            </a:prstGeom>
            <a:solidFill>
              <a:schemeClr val="accent3">
                <a:lumMod val="75000"/>
              </a:schemeClr>
            </a:solidFill>
            <a:ln>
              <a:solidFill>
                <a:schemeClr val="accent3">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CN" sz="2200" dirty="0">
                  <a:latin typeface="Impact" panose="020B0806030902050204" pitchFamily="34" charset="0"/>
                </a:rPr>
                <a:t>01</a:t>
              </a:r>
              <a:endParaRPr lang="zh-CN" altLang="en-US" sz="2200" dirty="0">
                <a:latin typeface="Impact" panose="020B0806030902050204" pitchFamily="34" charset="0"/>
              </a:endParaRPr>
            </a:p>
          </p:txBody>
        </p:sp>
        <p:sp>
          <p:nvSpPr>
            <p:cNvPr id="3" name="文本框 2">
              <a:extLst>
                <a:ext uri="{FF2B5EF4-FFF2-40B4-BE49-F238E27FC236}">
                  <a16:creationId xmlns:a16="http://schemas.microsoft.com/office/drawing/2014/main" id="{4D6BD736-A4D3-4F26-AFED-36E11F50F70B}"/>
                </a:ext>
              </a:extLst>
            </p:cNvPr>
            <p:cNvSpPr txBox="1"/>
            <p:nvPr/>
          </p:nvSpPr>
          <p:spPr>
            <a:xfrm>
              <a:off x="1052423" y="898245"/>
              <a:ext cx="4309893" cy="400110"/>
            </a:xfrm>
            <a:prstGeom prst="rect">
              <a:avLst/>
            </a:prstGeom>
            <a:noFill/>
          </p:spPr>
          <p:txBody>
            <a:bodyPr wrap="square" rtlCol="0">
              <a:spAutoFit/>
            </a:bodyPr>
            <a:lstStyle/>
            <a:p>
              <a:r>
                <a:rPr lang="zh-CN" altLang="en-US" sz="2000" b="1" dirty="0">
                  <a:solidFill>
                    <a:schemeClr val="tx1"/>
                  </a:solidFill>
                  <a:latin typeface="Arial Narrow" panose="020B0606020202030204" pitchFamily="34" charset="0"/>
                </a:rPr>
                <a:t>共享式以太网与交换式以太网的对比</a:t>
              </a:r>
              <a:endParaRPr lang="en-US" altLang="zh-CN" sz="2000" b="1" dirty="0">
                <a:solidFill>
                  <a:schemeClr val="tx1"/>
                </a:solidFill>
                <a:latin typeface="Arial Narrow" panose="020B0606020202030204" pitchFamily="34" charset="0"/>
              </a:endParaRPr>
            </a:p>
          </p:txBody>
        </p:sp>
      </p:grpSp>
      <p:sp>
        <p:nvSpPr>
          <p:cNvPr id="72" name="文本框 71">
            <a:extLst>
              <a:ext uri="{FF2B5EF4-FFF2-40B4-BE49-F238E27FC236}">
                <a16:creationId xmlns:a16="http://schemas.microsoft.com/office/drawing/2014/main" id="{694982CA-BBE3-4971-A06F-36B59AA7466A}"/>
              </a:ext>
            </a:extLst>
          </p:cNvPr>
          <p:cNvSpPr txBox="1"/>
          <p:nvPr/>
        </p:nvSpPr>
        <p:spPr>
          <a:xfrm>
            <a:off x="5130878" y="736280"/>
            <a:ext cx="2922270" cy="400110"/>
          </a:xfrm>
          <a:prstGeom prst="rect">
            <a:avLst/>
          </a:prstGeom>
          <a:noFill/>
        </p:spPr>
        <p:txBody>
          <a:bodyPr wrap="square" rtlCol="0">
            <a:spAutoFit/>
          </a:bodyPr>
          <a:lstStyle/>
          <a:p>
            <a:r>
              <a:rPr lang="en-US" altLang="zh-CN" sz="2000" b="1" dirty="0">
                <a:solidFill>
                  <a:schemeClr val="tx1"/>
                </a:solidFill>
                <a:latin typeface="Arial Narrow" panose="020B0606020202030204" pitchFamily="34" charset="0"/>
              </a:rPr>
              <a:t>(</a:t>
            </a:r>
            <a:r>
              <a:rPr lang="zh-CN" altLang="en-US" sz="2000" b="1" dirty="0">
                <a:solidFill>
                  <a:schemeClr val="tx1"/>
                </a:solidFill>
                <a:latin typeface="Arial Narrow" panose="020B0606020202030204" pitchFamily="34" charset="0"/>
              </a:rPr>
              <a:t>集线器与交换机的对比</a:t>
            </a:r>
            <a:r>
              <a:rPr lang="en-US" altLang="zh-CN" sz="2000" b="1" dirty="0">
                <a:solidFill>
                  <a:schemeClr val="tx1"/>
                </a:solidFill>
                <a:latin typeface="Arial Narrow" panose="020B0606020202030204" pitchFamily="34" charset="0"/>
              </a:rPr>
              <a:t>)</a:t>
            </a:r>
          </a:p>
        </p:txBody>
      </p:sp>
      <p:sp>
        <p:nvSpPr>
          <p:cNvPr id="46" name="íşlïḍè">
            <a:extLst>
              <a:ext uri="{FF2B5EF4-FFF2-40B4-BE49-F238E27FC236}">
                <a16:creationId xmlns:a16="http://schemas.microsoft.com/office/drawing/2014/main" id="{ABF2F700-81EB-419D-AC9B-E913767892D9}"/>
              </a:ext>
            </a:extLst>
          </p:cNvPr>
          <p:cNvSpPr txBox="1"/>
          <p:nvPr/>
        </p:nvSpPr>
        <p:spPr>
          <a:xfrm>
            <a:off x="1015269" y="5725417"/>
            <a:ext cx="732475" cy="400111"/>
          </a:xfrm>
          <a:prstGeom prst="rect">
            <a:avLst/>
          </a:prstGeom>
          <a:noFill/>
        </p:spPr>
        <p:txBody>
          <a:bodyPr wrap="square" lIns="91440" tIns="45720" rIns="91440" bIns="45720" anchor="ctr">
            <a:noAutofit/>
          </a:bodyPr>
          <a:lstStyle/>
          <a:p>
            <a:r>
              <a:rPr lang="zh-CN" altLang="en-US" b="1" dirty="0">
                <a:latin typeface="Arial Narrow" panose="020B0606020202030204" pitchFamily="34" charset="0"/>
              </a:rPr>
              <a:t>解析</a:t>
            </a:r>
          </a:p>
        </p:txBody>
      </p:sp>
      <p:sp>
        <p:nvSpPr>
          <p:cNvPr id="47" name="íşlïḍè">
            <a:extLst>
              <a:ext uri="{FF2B5EF4-FFF2-40B4-BE49-F238E27FC236}">
                <a16:creationId xmlns:a16="http://schemas.microsoft.com/office/drawing/2014/main" id="{EF7F0F29-CECF-41FA-AF38-C6403C739425}"/>
              </a:ext>
            </a:extLst>
          </p:cNvPr>
          <p:cNvSpPr txBox="1"/>
          <p:nvPr/>
        </p:nvSpPr>
        <p:spPr>
          <a:xfrm>
            <a:off x="7390378" y="1508324"/>
            <a:ext cx="349832" cy="400111"/>
          </a:xfrm>
          <a:prstGeom prst="rect">
            <a:avLst/>
          </a:prstGeom>
          <a:noFill/>
        </p:spPr>
        <p:txBody>
          <a:bodyPr wrap="square" lIns="91440" tIns="45720" rIns="91440" bIns="45720" anchor="ctr">
            <a:noAutofit/>
          </a:bodyPr>
          <a:lstStyle/>
          <a:p>
            <a:pPr algn="ctr"/>
            <a:r>
              <a:rPr lang="en-US" altLang="zh-CN" sz="2800" b="1" dirty="0">
                <a:solidFill>
                  <a:schemeClr val="accent1">
                    <a:lumMod val="75000"/>
                  </a:schemeClr>
                </a:solidFill>
                <a:latin typeface="Arial Black" panose="020B0A04020102020204" pitchFamily="34" charset="0"/>
              </a:rPr>
              <a:t>D</a:t>
            </a:r>
            <a:endParaRPr lang="zh-CN" altLang="en-US" sz="2800" b="1" dirty="0">
              <a:solidFill>
                <a:schemeClr val="accent1">
                  <a:lumMod val="75000"/>
                </a:schemeClr>
              </a:solidFill>
              <a:latin typeface="Arial Black" panose="020B0A04020102020204" pitchFamily="34" charset="0"/>
            </a:endParaRPr>
          </a:p>
        </p:txBody>
      </p:sp>
      <p:grpSp>
        <p:nvGrpSpPr>
          <p:cNvPr id="87" name="组合 86">
            <a:extLst>
              <a:ext uri="{FF2B5EF4-FFF2-40B4-BE49-F238E27FC236}">
                <a16:creationId xmlns:a16="http://schemas.microsoft.com/office/drawing/2014/main" id="{49DCEA6F-6778-4E86-9E0C-845B66A49FA5}"/>
              </a:ext>
            </a:extLst>
          </p:cNvPr>
          <p:cNvGrpSpPr/>
          <p:nvPr/>
        </p:nvGrpSpPr>
        <p:grpSpPr>
          <a:xfrm>
            <a:off x="933106" y="1185832"/>
            <a:ext cx="10954094" cy="4190924"/>
            <a:chOff x="933106" y="1185832"/>
            <a:chExt cx="10954094" cy="4190924"/>
          </a:xfrm>
        </p:grpSpPr>
        <p:grpSp>
          <p:nvGrpSpPr>
            <p:cNvPr id="5" name="组合 4">
              <a:extLst>
                <a:ext uri="{FF2B5EF4-FFF2-40B4-BE49-F238E27FC236}">
                  <a16:creationId xmlns:a16="http://schemas.microsoft.com/office/drawing/2014/main" id="{E64C77BF-AAA7-4EA6-90FD-5A5F265F782E}"/>
                </a:ext>
              </a:extLst>
            </p:cNvPr>
            <p:cNvGrpSpPr/>
            <p:nvPr/>
          </p:nvGrpSpPr>
          <p:grpSpPr>
            <a:xfrm>
              <a:off x="933106" y="1185832"/>
              <a:ext cx="10954094" cy="1140925"/>
              <a:chOff x="933106" y="1185832"/>
              <a:chExt cx="10954094" cy="1140925"/>
            </a:xfrm>
          </p:grpSpPr>
          <p:sp>
            <p:nvSpPr>
              <p:cNvPr id="41" name="íşlïḍè">
                <a:extLst>
                  <a:ext uri="{FF2B5EF4-FFF2-40B4-BE49-F238E27FC236}">
                    <a16:creationId xmlns:a16="http://schemas.microsoft.com/office/drawing/2014/main" id="{CA40DF32-EE18-40A9-BC21-8D534DAC4DD0}"/>
                  </a:ext>
                </a:extLst>
              </p:cNvPr>
              <p:cNvSpPr txBox="1"/>
              <p:nvPr/>
            </p:nvSpPr>
            <p:spPr>
              <a:xfrm>
                <a:off x="933106" y="1185832"/>
                <a:ext cx="10954094" cy="740816"/>
              </a:xfrm>
              <a:prstGeom prst="rect">
                <a:avLst/>
              </a:prstGeom>
              <a:noFill/>
            </p:spPr>
            <p:txBody>
              <a:bodyPr wrap="square" lIns="91440" tIns="45720" rIns="91440" bIns="45720" anchor="ctr">
                <a:noAutofit/>
              </a:bodyPr>
              <a:lstStyle/>
              <a:p>
                <a:r>
                  <a:rPr lang="en-US" altLang="zh-CN" b="1" dirty="0">
                    <a:latin typeface="Arial Narrow" panose="020B0606020202030204" pitchFamily="34" charset="0"/>
                  </a:rPr>
                  <a:t>【2016</a:t>
                </a:r>
                <a:r>
                  <a:rPr lang="zh-CN" altLang="en-US" b="1" dirty="0">
                    <a:latin typeface="Arial Narrow" panose="020B0606020202030204" pitchFamily="34" charset="0"/>
                  </a:rPr>
                  <a:t>年 题</a:t>
                </a:r>
                <a:r>
                  <a:rPr lang="en-US" altLang="zh-CN" b="1" dirty="0">
                    <a:latin typeface="Arial Narrow" panose="020B0606020202030204" pitchFamily="34" charset="0"/>
                  </a:rPr>
                  <a:t>35】</a:t>
                </a:r>
                <a:r>
                  <a:rPr lang="zh-CN" altLang="en-US" b="1" dirty="0">
                    <a:latin typeface="Arial Narrow" panose="020B0606020202030204" pitchFamily="34" charset="0"/>
                  </a:rPr>
                  <a:t>若下图中的主机</a:t>
                </a:r>
                <a:r>
                  <a:rPr lang="en-US" altLang="zh-CN" b="1" dirty="0">
                    <a:latin typeface="Arial Narrow" panose="020B0606020202030204" pitchFamily="34" charset="0"/>
                  </a:rPr>
                  <a:t>H2</a:t>
                </a:r>
                <a:r>
                  <a:rPr lang="zh-CN" altLang="en-US" b="1" dirty="0">
                    <a:latin typeface="Arial Narrow" panose="020B0606020202030204" pitchFamily="34" charset="0"/>
                  </a:rPr>
                  <a:t>向主机</a:t>
                </a:r>
                <a:r>
                  <a:rPr lang="en-US" altLang="zh-CN" b="1" dirty="0">
                    <a:latin typeface="Arial Narrow" panose="020B0606020202030204" pitchFamily="34" charset="0"/>
                  </a:rPr>
                  <a:t>H4</a:t>
                </a:r>
                <a:r>
                  <a:rPr lang="zh-CN" altLang="en-US" b="1" dirty="0">
                    <a:latin typeface="Arial Narrow" panose="020B0606020202030204" pitchFamily="34" charset="0"/>
                  </a:rPr>
                  <a:t>发送</a:t>
                </a:r>
                <a:r>
                  <a:rPr lang="en-US" altLang="zh-CN" b="1" dirty="0">
                    <a:latin typeface="Arial Narrow" panose="020B0606020202030204" pitchFamily="34" charset="0"/>
                  </a:rPr>
                  <a:t>1</a:t>
                </a:r>
                <a:r>
                  <a:rPr lang="zh-CN" altLang="en-US" b="1" dirty="0">
                    <a:latin typeface="Arial Narrow" panose="020B0606020202030204" pitchFamily="34" charset="0"/>
                  </a:rPr>
                  <a:t>个数据帧，主机</a:t>
                </a:r>
                <a:r>
                  <a:rPr lang="en-US" altLang="zh-CN" b="1" dirty="0">
                    <a:latin typeface="Arial Narrow" panose="020B0606020202030204" pitchFamily="34" charset="0"/>
                  </a:rPr>
                  <a:t>H4</a:t>
                </a:r>
                <a:r>
                  <a:rPr lang="zh-CN" altLang="en-US" b="1" dirty="0">
                    <a:latin typeface="Arial Narrow" panose="020B0606020202030204" pitchFamily="34" charset="0"/>
                  </a:rPr>
                  <a:t>向主机</a:t>
                </a:r>
                <a:r>
                  <a:rPr lang="en-US" altLang="zh-CN" b="1" dirty="0">
                    <a:latin typeface="Arial Narrow" panose="020B0606020202030204" pitchFamily="34" charset="0"/>
                  </a:rPr>
                  <a:t>H2</a:t>
                </a:r>
                <a:r>
                  <a:rPr lang="zh-CN" altLang="en-US" b="1" dirty="0">
                    <a:latin typeface="Arial Narrow" panose="020B0606020202030204" pitchFamily="34" charset="0"/>
                  </a:rPr>
                  <a:t>立即发送一个确认帧，则除</a:t>
                </a:r>
                <a:r>
                  <a:rPr lang="en-US" altLang="zh-CN" b="1" dirty="0">
                    <a:latin typeface="Arial Narrow" panose="020B0606020202030204" pitchFamily="34" charset="0"/>
                  </a:rPr>
                  <a:t>H4</a:t>
                </a:r>
              </a:p>
              <a:p>
                <a:r>
                  <a:rPr lang="en-US" altLang="zh-CN" b="1" dirty="0">
                    <a:latin typeface="Arial Narrow" panose="020B0606020202030204" pitchFamily="34" charset="0"/>
                  </a:rPr>
                  <a:t>                              </a:t>
                </a:r>
                <a:r>
                  <a:rPr lang="zh-CN" altLang="en-US" b="1" dirty="0">
                    <a:latin typeface="Arial Narrow" panose="020B0606020202030204" pitchFamily="34" charset="0"/>
                  </a:rPr>
                  <a:t>外，从物理层上能够收到该确认帧的主机还有（      ）。</a:t>
                </a:r>
              </a:p>
            </p:txBody>
          </p:sp>
          <p:sp>
            <p:nvSpPr>
              <p:cNvPr id="43" name="íşlïḍè">
                <a:extLst>
                  <a:ext uri="{FF2B5EF4-FFF2-40B4-BE49-F238E27FC236}">
                    <a16:creationId xmlns:a16="http://schemas.microsoft.com/office/drawing/2014/main" id="{093ECB5F-0217-4B85-9FB3-3CAF1006444D}"/>
                  </a:ext>
                </a:extLst>
              </p:cNvPr>
              <p:cNvSpPr txBox="1"/>
              <p:nvPr/>
            </p:nvSpPr>
            <p:spPr>
              <a:xfrm>
                <a:off x="2575373" y="1926646"/>
                <a:ext cx="1022592" cy="400111"/>
              </a:xfrm>
              <a:prstGeom prst="rect">
                <a:avLst/>
              </a:prstGeom>
              <a:noFill/>
            </p:spPr>
            <p:txBody>
              <a:bodyPr wrap="square" lIns="91440" tIns="45720" rIns="91440" bIns="45720" anchor="ctr">
                <a:noAutofit/>
              </a:bodyPr>
              <a:lstStyle/>
              <a:p>
                <a:r>
                  <a:rPr lang="en-US" altLang="zh-CN" b="1" dirty="0">
                    <a:latin typeface="Arial Narrow" panose="020B0606020202030204" pitchFamily="34" charset="0"/>
                  </a:rPr>
                  <a:t>A. </a:t>
                </a:r>
                <a:r>
                  <a:rPr lang="zh-CN" altLang="en-US" b="1" dirty="0">
                    <a:latin typeface="Arial Narrow" panose="020B0606020202030204" pitchFamily="34" charset="0"/>
                  </a:rPr>
                  <a:t>仅</a:t>
                </a:r>
                <a:r>
                  <a:rPr lang="en-US" altLang="zh-CN" b="1" dirty="0">
                    <a:latin typeface="Arial Narrow" panose="020B0606020202030204" pitchFamily="34" charset="0"/>
                  </a:rPr>
                  <a:t>H2</a:t>
                </a:r>
                <a:endParaRPr lang="zh-CN" altLang="en-US" b="1" dirty="0">
                  <a:latin typeface="Arial Narrow" panose="020B0606020202030204" pitchFamily="34" charset="0"/>
                </a:endParaRPr>
              </a:p>
            </p:txBody>
          </p:sp>
          <p:sp>
            <p:nvSpPr>
              <p:cNvPr id="19" name="íşlïḍè">
                <a:extLst>
                  <a:ext uri="{FF2B5EF4-FFF2-40B4-BE49-F238E27FC236}">
                    <a16:creationId xmlns:a16="http://schemas.microsoft.com/office/drawing/2014/main" id="{E49F639F-DD9B-45B7-B91D-8261A9580DD8}"/>
                  </a:ext>
                </a:extLst>
              </p:cNvPr>
              <p:cNvSpPr txBox="1"/>
              <p:nvPr/>
            </p:nvSpPr>
            <p:spPr>
              <a:xfrm>
                <a:off x="4052254" y="1926646"/>
                <a:ext cx="1022592" cy="400111"/>
              </a:xfrm>
              <a:prstGeom prst="rect">
                <a:avLst/>
              </a:prstGeom>
              <a:noFill/>
            </p:spPr>
            <p:txBody>
              <a:bodyPr wrap="square" lIns="91440" tIns="45720" rIns="91440" bIns="45720" anchor="ctr">
                <a:noAutofit/>
              </a:bodyPr>
              <a:lstStyle/>
              <a:p>
                <a:r>
                  <a:rPr lang="en-US" altLang="zh-CN" b="1" dirty="0">
                    <a:latin typeface="Arial Narrow" panose="020B0606020202030204" pitchFamily="34" charset="0"/>
                  </a:rPr>
                  <a:t>B. </a:t>
                </a:r>
                <a:r>
                  <a:rPr lang="zh-CN" altLang="en-US" b="1" dirty="0">
                    <a:latin typeface="Arial Narrow" panose="020B0606020202030204" pitchFamily="34" charset="0"/>
                  </a:rPr>
                  <a:t>仅</a:t>
                </a:r>
                <a:r>
                  <a:rPr lang="en-US" altLang="zh-CN" b="1" dirty="0">
                    <a:latin typeface="Arial Narrow" panose="020B0606020202030204" pitchFamily="34" charset="0"/>
                  </a:rPr>
                  <a:t>H3</a:t>
                </a:r>
                <a:endParaRPr lang="zh-CN" altLang="en-US" b="1" dirty="0">
                  <a:latin typeface="Arial Narrow" panose="020B0606020202030204" pitchFamily="34" charset="0"/>
                </a:endParaRPr>
              </a:p>
            </p:txBody>
          </p:sp>
          <p:sp>
            <p:nvSpPr>
              <p:cNvPr id="20" name="íşlïḍè">
                <a:extLst>
                  <a:ext uri="{FF2B5EF4-FFF2-40B4-BE49-F238E27FC236}">
                    <a16:creationId xmlns:a16="http://schemas.microsoft.com/office/drawing/2014/main" id="{F50DC21F-2F88-48F1-A842-A56E7850FE3B}"/>
                  </a:ext>
                </a:extLst>
              </p:cNvPr>
              <p:cNvSpPr txBox="1"/>
              <p:nvPr/>
            </p:nvSpPr>
            <p:spPr>
              <a:xfrm>
                <a:off x="5529135" y="1926646"/>
                <a:ext cx="1379816" cy="400111"/>
              </a:xfrm>
              <a:prstGeom prst="rect">
                <a:avLst/>
              </a:prstGeom>
              <a:noFill/>
            </p:spPr>
            <p:txBody>
              <a:bodyPr wrap="square" lIns="91440" tIns="45720" rIns="91440" bIns="45720" anchor="ctr">
                <a:noAutofit/>
              </a:bodyPr>
              <a:lstStyle/>
              <a:p>
                <a:r>
                  <a:rPr lang="en-US" altLang="zh-CN" b="1" dirty="0">
                    <a:latin typeface="Arial Narrow" panose="020B0606020202030204" pitchFamily="34" charset="0"/>
                  </a:rPr>
                  <a:t>C. </a:t>
                </a:r>
                <a:r>
                  <a:rPr lang="zh-CN" altLang="en-US" b="1" dirty="0">
                    <a:latin typeface="Arial Narrow" panose="020B0606020202030204" pitchFamily="34" charset="0"/>
                  </a:rPr>
                  <a:t>仅</a:t>
                </a:r>
                <a:r>
                  <a:rPr lang="en-US" altLang="zh-CN" b="1" dirty="0">
                    <a:latin typeface="Arial Narrow" panose="020B0606020202030204" pitchFamily="34" charset="0"/>
                  </a:rPr>
                  <a:t>H1</a:t>
                </a:r>
                <a:r>
                  <a:rPr lang="zh-CN" altLang="en-US" b="1" dirty="0">
                    <a:latin typeface="Arial Narrow" panose="020B0606020202030204" pitchFamily="34" charset="0"/>
                  </a:rPr>
                  <a:t>、</a:t>
                </a:r>
                <a:r>
                  <a:rPr lang="en-US" altLang="zh-CN" b="1" dirty="0">
                    <a:latin typeface="Arial Narrow" panose="020B0606020202030204" pitchFamily="34" charset="0"/>
                  </a:rPr>
                  <a:t>H2</a:t>
                </a:r>
                <a:endParaRPr lang="zh-CN" altLang="en-US" b="1" dirty="0">
                  <a:latin typeface="Arial Narrow" panose="020B0606020202030204" pitchFamily="34" charset="0"/>
                </a:endParaRPr>
              </a:p>
            </p:txBody>
          </p:sp>
          <p:sp>
            <p:nvSpPr>
              <p:cNvPr id="21" name="íşlïḍè">
                <a:extLst>
                  <a:ext uri="{FF2B5EF4-FFF2-40B4-BE49-F238E27FC236}">
                    <a16:creationId xmlns:a16="http://schemas.microsoft.com/office/drawing/2014/main" id="{05CE2695-6AC7-4076-BFA6-CC7D3D487921}"/>
                  </a:ext>
                </a:extLst>
              </p:cNvPr>
              <p:cNvSpPr txBox="1"/>
              <p:nvPr/>
            </p:nvSpPr>
            <p:spPr>
              <a:xfrm>
                <a:off x="7363240" y="1926646"/>
                <a:ext cx="1379816" cy="400111"/>
              </a:xfrm>
              <a:prstGeom prst="rect">
                <a:avLst/>
              </a:prstGeom>
              <a:noFill/>
            </p:spPr>
            <p:txBody>
              <a:bodyPr wrap="square" lIns="91440" tIns="45720" rIns="91440" bIns="45720" anchor="ctr">
                <a:noAutofit/>
              </a:bodyPr>
              <a:lstStyle/>
              <a:p>
                <a:r>
                  <a:rPr lang="en-US" altLang="zh-CN" b="1" dirty="0">
                    <a:latin typeface="Arial Narrow" panose="020B0606020202030204" pitchFamily="34" charset="0"/>
                  </a:rPr>
                  <a:t>D. </a:t>
                </a:r>
                <a:r>
                  <a:rPr lang="zh-CN" altLang="en-US" b="1" dirty="0">
                    <a:latin typeface="Arial Narrow" panose="020B0606020202030204" pitchFamily="34" charset="0"/>
                  </a:rPr>
                  <a:t>仅</a:t>
                </a:r>
                <a:r>
                  <a:rPr lang="en-US" altLang="zh-CN" b="1" dirty="0">
                    <a:latin typeface="Arial Narrow" panose="020B0606020202030204" pitchFamily="34" charset="0"/>
                  </a:rPr>
                  <a:t>H2</a:t>
                </a:r>
                <a:r>
                  <a:rPr lang="zh-CN" altLang="en-US" b="1" dirty="0">
                    <a:latin typeface="Arial Narrow" panose="020B0606020202030204" pitchFamily="34" charset="0"/>
                  </a:rPr>
                  <a:t>、</a:t>
                </a:r>
                <a:r>
                  <a:rPr lang="en-US" altLang="zh-CN" b="1" dirty="0">
                    <a:latin typeface="Arial Narrow" panose="020B0606020202030204" pitchFamily="34" charset="0"/>
                  </a:rPr>
                  <a:t>H3</a:t>
                </a:r>
                <a:endParaRPr lang="zh-CN" altLang="en-US" b="1" dirty="0">
                  <a:latin typeface="Arial Narrow" panose="020B0606020202030204" pitchFamily="34" charset="0"/>
                </a:endParaRPr>
              </a:p>
            </p:txBody>
          </p:sp>
        </p:grpSp>
        <p:grpSp>
          <p:nvGrpSpPr>
            <p:cNvPr id="86" name="组合 85">
              <a:extLst>
                <a:ext uri="{FF2B5EF4-FFF2-40B4-BE49-F238E27FC236}">
                  <a16:creationId xmlns:a16="http://schemas.microsoft.com/office/drawing/2014/main" id="{FE12A7E4-862F-4BB4-925E-99E2C1CF968E}"/>
                </a:ext>
              </a:extLst>
            </p:cNvPr>
            <p:cNvGrpSpPr/>
            <p:nvPr/>
          </p:nvGrpSpPr>
          <p:grpSpPr>
            <a:xfrm>
              <a:off x="3718552" y="2600644"/>
              <a:ext cx="5448428" cy="2776112"/>
              <a:chOff x="3718552" y="2600644"/>
              <a:chExt cx="5448428" cy="2776112"/>
            </a:xfrm>
          </p:grpSpPr>
          <p:sp>
            <p:nvSpPr>
              <p:cNvPr id="29" name="文本框 28">
                <a:extLst>
                  <a:ext uri="{FF2B5EF4-FFF2-40B4-BE49-F238E27FC236}">
                    <a16:creationId xmlns:a16="http://schemas.microsoft.com/office/drawing/2014/main" id="{876E71DA-9704-4F40-BCEF-F9DB1076127D}"/>
                  </a:ext>
                </a:extLst>
              </p:cNvPr>
              <p:cNvSpPr txBox="1"/>
              <p:nvPr/>
            </p:nvSpPr>
            <p:spPr>
              <a:xfrm>
                <a:off x="3906318" y="3028928"/>
                <a:ext cx="1078453" cy="369332"/>
              </a:xfrm>
              <a:prstGeom prst="rect">
                <a:avLst/>
              </a:prstGeom>
              <a:noFill/>
            </p:spPr>
            <p:txBody>
              <a:bodyPr wrap="square" rtlCol="0">
                <a:spAutoFit/>
              </a:bodyPr>
              <a:lstStyle/>
              <a:p>
                <a:pPr algn="ctr"/>
                <a:r>
                  <a:rPr lang="en-US" altLang="zh-CN" b="1" dirty="0">
                    <a:latin typeface="+mn-ea"/>
                  </a:rPr>
                  <a:t>Switch</a:t>
                </a:r>
                <a:endParaRPr lang="zh-CN" altLang="en-US" b="1" dirty="0">
                  <a:latin typeface="+mn-ea"/>
                </a:endParaRPr>
              </a:p>
            </p:txBody>
          </p:sp>
          <p:cxnSp>
            <p:nvCxnSpPr>
              <p:cNvPr id="30" name="直接连接符 29">
                <a:extLst>
                  <a:ext uri="{FF2B5EF4-FFF2-40B4-BE49-F238E27FC236}">
                    <a16:creationId xmlns:a16="http://schemas.microsoft.com/office/drawing/2014/main" id="{A7411C13-FD03-45C7-B2FA-AC199A969BF0}"/>
                  </a:ext>
                </a:extLst>
              </p:cNvPr>
              <p:cNvCxnSpPr>
                <a:cxnSpLocks/>
              </p:cNvCxnSpPr>
              <p:nvPr/>
            </p:nvCxnSpPr>
            <p:spPr>
              <a:xfrm flipV="1">
                <a:off x="4915116" y="3086064"/>
                <a:ext cx="492174" cy="1382655"/>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1" name="直接连接符 30">
                <a:extLst>
                  <a:ext uri="{FF2B5EF4-FFF2-40B4-BE49-F238E27FC236}">
                    <a16:creationId xmlns:a16="http://schemas.microsoft.com/office/drawing/2014/main" id="{0D22EA90-46CA-45EA-B43B-B266DE8E5BBA}"/>
                  </a:ext>
                </a:extLst>
              </p:cNvPr>
              <p:cNvCxnSpPr>
                <a:cxnSpLocks/>
              </p:cNvCxnSpPr>
              <p:nvPr/>
            </p:nvCxnSpPr>
            <p:spPr>
              <a:xfrm flipH="1" flipV="1">
                <a:off x="5572113" y="3107353"/>
                <a:ext cx="267436" cy="1450323"/>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pic>
            <p:nvPicPr>
              <p:cNvPr id="33" name="图形 10">
                <a:extLst>
                  <a:ext uri="{FF2B5EF4-FFF2-40B4-BE49-F238E27FC236}">
                    <a16:creationId xmlns:a16="http://schemas.microsoft.com/office/drawing/2014/main" id="{AAD61809-550D-47E9-849A-B4F4E56A7E98}"/>
                  </a:ext>
                </a:extLst>
              </p:cNvPr>
              <p:cNvPicPr>
                <a:picLocks noChangeAspect="1"/>
              </p:cNvPicPr>
              <p:nvPr/>
            </p:nvPicPr>
            <p:blipFill>
              <a:blip r:embed="rId3">
                <a:extLst>
                  <a:ext uri="{28A0092B-C50C-407E-A947-70E740481C1C}">
                    <a14:useLocalDpi xmlns:a14="http://schemas.microsoft.com/office/drawing/2010/main" val="0"/>
                  </a:ext>
                  <a:ext uri="{96DAC541-7B7A-43D3-8B79-37D633B846F1}">
                    <asvg:svgBlip xmlns:asvg="http://schemas.microsoft.com/office/drawing/2016/SVG/main" r:embed="rId4"/>
                  </a:ext>
                </a:extLst>
              </a:blip>
              <a:stretch>
                <a:fillRect/>
              </a:stretch>
            </p:blipFill>
            <p:spPr>
              <a:xfrm>
                <a:off x="4468064" y="4353960"/>
                <a:ext cx="662814" cy="641082"/>
              </a:xfrm>
              <a:prstGeom prst="rect">
                <a:avLst/>
              </a:prstGeom>
            </p:spPr>
          </p:pic>
          <p:pic>
            <p:nvPicPr>
              <p:cNvPr id="34" name="图形 10">
                <a:extLst>
                  <a:ext uri="{FF2B5EF4-FFF2-40B4-BE49-F238E27FC236}">
                    <a16:creationId xmlns:a16="http://schemas.microsoft.com/office/drawing/2014/main" id="{245757AD-308F-477E-9377-B889DAABE8DC}"/>
                  </a:ext>
                </a:extLst>
              </p:cNvPr>
              <p:cNvPicPr>
                <a:picLocks noChangeAspect="1"/>
              </p:cNvPicPr>
              <p:nvPr/>
            </p:nvPicPr>
            <p:blipFill>
              <a:blip r:embed="rId3">
                <a:extLst>
                  <a:ext uri="{28A0092B-C50C-407E-A947-70E740481C1C}">
                    <a14:useLocalDpi xmlns:a14="http://schemas.microsoft.com/office/drawing/2010/main" val="0"/>
                  </a:ext>
                  <a:ext uri="{96DAC541-7B7A-43D3-8B79-37D633B846F1}">
                    <asvg:svgBlip xmlns:asvg="http://schemas.microsoft.com/office/drawing/2016/SVG/main" r:embed="rId4"/>
                  </a:ext>
                </a:extLst>
              </a:blip>
              <a:stretch>
                <a:fillRect/>
              </a:stretch>
            </p:blipFill>
            <p:spPr>
              <a:xfrm>
                <a:off x="5428367" y="4353960"/>
                <a:ext cx="662814" cy="641082"/>
              </a:xfrm>
              <a:prstGeom prst="rect">
                <a:avLst/>
              </a:prstGeom>
            </p:spPr>
          </p:pic>
          <p:sp>
            <p:nvSpPr>
              <p:cNvPr id="37" name="文本框 36">
                <a:extLst>
                  <a:ext uri="{FF2B5EF4-FFF2-40B4-BE49-F238E27FC236}">
                    <a16:creationId xmlns:a16="http://schemas.microsoft.com/office/drawing/2014/main" id="{2E58845B-5413-4160-82DD-E19A4379F3AB}"/>
                  </a:ext>
                </a:extLst>
              </p:cNvPr>
              <p:cNvSpPr txBox="1"/>
              <p:nvPr/>
            </p:nvSpPr>
            <p:spPr>
              <a:xfrm>
                <a:off x="7760428" y="3028928"/>
                <a:ext cx="906549" cy="369332"/>
              </a:xfrm>
              <a:prstGeom prst="rect">
                <a:avLst/>
              </a:prstGeom>
              <a:noFill/>
            </p:spPr>
            <p:txBody>
              <a:bodyPr wrap="square" rtlCol="0">
                <a:spAutoFit/>
              </a:bodyPr>
              <a:lstStyle/>
              <a:p>
                <a:pPr algn="ctr"/>
                <a:r>
                  <a:rPr lang="en-US" altLang="zh-CN" b="1" dirty="0">
                    <a:latin typeface="+mn-ea"/>
                  </a:rPr>
                  <a:t>Hub</a:t>
                </a:r>
                <a:endParaRPr lang="zh-CN" altLang="en-US" b="1" dirty="0">
                  <a:latin typeface="+mn-ea"/>
                </a:endParaRPr>
              </a:p>
            </p:txBody>
          </p:sp>
          <p:cxnSp>
            <p:nvCxnSpPr>
              <p:cNvPr id="38" name="直接连接符 37">
                <a:extLst>
                  <a:ext uri="{FF2B5EF4-FFF2-40B4-BE49-F238E27FC236}">
                    <a16:creationId xmlns:a16="http://schemas.microsoft.com/office/drawing/2014/main" id="{719E362E-40BE-45F7-A771-A549AA6DD54D}"/>
                  </a:ext>
                </a:extLst>
              </p:cNvPr>
              <p:cNvCxnSpPr>
                <a:cxnSpLocks/>
              </p:cNvCxnSpPr>
              <p:nvPr/>
            </p:nvCxnSpPr>
            <p:spPr>
              <a:xfrm flipV="1">
                <a:off x="7005367" y="2976562"/>
                <a:ext cx="500705" cy="1554682"/>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9" name="直接连接符 38">
                <a:extLst>
                  <a:ext uri="{FF2B5EF4-FFF2-40B4-BE49-F238E27FC236}">
                    <a16:creationId xmlns:a16="http://schemas.microsoft.com/office/drawing/2014/main" id="{9D721925-8BB1-4DF3-AE47-9E1CA2113BB7}"/>
                  </a:ext>
                </a:extLst>
              </p:cNvPr>
              <p:cNvCxnSpPr>
                <a:cxnSpLocks/>
              </p:cNvCxnSpPr>
              <p:nvPr/>
            </p:nvCxnSpPr>
            <p:spPr>
              <a:xfrm flipH="1" flipV="1">
                <a:off x="7477284" y="3019453"/>
                <a:ext cx="439725" cy="1528648"/>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pic>
            <p:nvPicPr>
              <p:cNvPr id="48" name="图形 10">
                <a:extLst>
                  <a:ext uri="{FF2B5EF4-FFF2-40B4-BE49-F238E27FC236}">
                    <a16:creationId xmlns:a16="http://schemas.microsoft.com/office/drawing/2014/main" id="{1BFF887F-5995-420D-BDA0-455D1A333710}"/>
                  </a:ext>
                </a:extLst>
              </p:cNvPr>
              <p:cNvPicPr>
                <a:picLocks noChangeAspect="1"/>
              </p:cNvPicPr>
              <p:nvPr/>
            </p:nvPicPr>
            <p:blipFill>
              <a:blip r:embed="rId3">
                <a:extLst>
                  <a:ext uri="{28A0092B-C50C-407E-A947-70E740481C1C}">
                    <a14:useLocalDpi xmlns:a14="http://schemas.microsoft.com/office/drawing/2010/main" val="0"/>
                  </a:ext>
                  <a:ext uri="{96DAC541-7B7A-43D3-8B79-37D633B846F1}">
                    <asvg:svgBlip xmlns:asvg="http://schemas.microsoft.com/office/drawing/2016/SVG/main" r:embed="rId4"/>
                  </a:ext>
                </a:extLst>
              </a:blip>
              <a:stretch>
                <a:fillRect/>
              </a:stretch>
            </p:blipFill>
            <p:spPr>
              <a:xfrm>
                <a:off x="6535741" y="4353960"/>
                <a:ext cx="662814" cy="641082"/>
              </a:xfrm>
              <a:prstGeom prst="rect">
                <a:avLst/>
              </a:prstGeom>
            </p:spPr>
          </p:pic>
          <p:pic>
            <p:nvPicPr>
              <p:cNvPr id="49" name="图形 10">
                <a:extLst>
                  <a:ext uri="{FF2B5EF4-FFF2-40B4-BE49-F238E27FC236}">
                    <a16:creationId xmlns:a16="http://schemas.microsoft.com/office/drawing/2014/main" id="{B57B130B-AF1D-4017-B382-8E5968370C57}"/>
                  </a:ext>
                </a:extLst>
              </p:cNvPr>
              <p:cNvPicPr>
                <a:picLocks noChangeAspect="1"/>
              </p:cNvPicPr>
              <p:nvPr/>
            </p:nvPicPr>
            <p:blipFill>
              <a:blip r:embed="rId3">
                <a:extLst>
                  <a:ext uri="{28A0092B-C50C-407E-A947-70E740481C1C}">
                    <a14:useLocalDpi xmlns:a14="http://schemas.microsoft.com/office/drawing/2010/main" val="0"/>
                  </a:ext>
                  <a:ext uri="{96DAC541-7B7A-43D3-8B79-37D633B846F1}">
                    <asvg:svgBlip xmlns:asvg="http://schemas.microsoft.com/office/drawing/2016/SVG/main" r:embed="rId4"/>
                  </a:ext>
                </a:extLst>
              </a:blip>
              <a:stretch>
                <a:fillRect/>
              </a:stretch>
            </p:blipFill>
            <p:spPr>
              <a:xfrm>
                <a:off x="7487609" y="4353960"/>
                <a:ext cx="662814" cy="641082"/>
              </a:xfrm>
              <a:prstGeom prst="rect">
                <a:avLst/>
              </a:prstGeom>
            </p:spPr>
          </p:pic>
          <p:cxnSp>
            <p:nvCxnSpPr>
              <p:cNvPr id="53" name="直接连接符 52">
                <a:extLst>
                  <a:ext uri="{FF2B5EF4-FFF2-40B4-BE49-F238E27FC236}">
                    <a16:creationId xmlns:a16="http://schemas.microsoft.com/office/drawing/2014/main" id="{8FF987B1-B964-4DFA-8C17-8BF0F69320F5}"/>
                  </a:ext>
                </a:extLst>
              </p:cNvPr>
              <p:cNvCxnSpPr>
                <a:cxnSpLocks/>
              </p:cNvCxnSpPr>
              <p:nvPr/>
            </p:nvCxnSpPr>
            <p:spPr>
              <a:xfrm>
                <a:off x="5407290" y="3107353"/>
                <a:ext cx="1955950" cy="29638"/>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pic>
            <p:nvPicPr>
              <p:cNvPr id="55" name="图片 54" descr="文本&#10;&#10;描述已自动生成">
                <a:extLst>
                  <a:ext uri="{FF2B5EF4-FFF2-40B4-BE49-F238E27FC236}">
                    <a16:creationId xmlns:a16="http://schemas.microsoft.com/office/drawing/2014/main" id="{1684223A-0A00-4111-BAFA-3B046337172C}"/>
                  </a:ext>
                </a:extLst>
              </p:cNvPr>
              <p:cNvPicPr>
                <a:picLocks noChangeAspect="1"/>
              </p:cNvPicPr>
              <p:nvPr/>
            </p:nvPicPr>
            <p:blipFill>
              <a:blip r:embed="rId5">
                <a:extLst>
                  <a:ext uri="{28A0092B-C50C-407E-A947-70E740481C1C}">
                    <a14:useLocalDpi xmlns:a14="http://schemas.microsoft.com/office/drawing/2010/main" val="0"/>
                  </a:ext>
                </a:extLst>
              </a:blip>
              <a:stretch>
                <a:fillRect/>
              </a:stretch>
            </p:blipFill>
            <p:spPr>
              <a:xfrm>
                <a:off x="7125099" y="2736882"/>
                <a:ext cx="705470" cy="661378"/>
              </a:xfrm>
              <a:prstGeom prst="rect">
                <a:avLst/>
              </a:prstGeom>
            </p:spPr>
          </p:pic>
          <p:sp>
            <p:nvSpPr>
              <p:cNvPr id="59" name="文本框 58">
                <a:extLst>
                  <a:ext uri="{FF2B5EF4-FFF2-40B4-BE49-F238E27FC236}">
                    <a16:creationId xmlns:a16="http://schemas.microsoft.com/office/drawing/2014/main" id="{84F87D18-E92E-454C-BB05-2173CE3D983A}"/>
                  </a:ext>
                </a:extLst>
              </p:cNvPr>
              <p:cNvSpPr txBox="1"/>
              <p:nvPr/>
            </p:nvSpPr>
            <p:spPr>
              <a:xfrm>
                <a:off x="3718552" y="2687928"/>
                <a:ext cx="1424103" cy="369332"/>
              </a:xfrm>
              <a:prstGeom prst="rect">
                <a:avLst/>
              </a:prstGeom>
              <a:noFill/>
            </p:spPr>
            <p:txBody>
              <a:bodyPr wrap="square" rtlCol="0">
                <a:spAutoFit/>
              </a:bodyPr>
              <a:lstStyle/>
              <a:p>
                <a:pPr algn="ctr"/>
                <a:r>
                  <a:rPr lang="en-US" altLang="zh-CN" b="1" dirty="0">
                    <a:latin typeface="+mn-ea"/>
                  </a:rPr>
                  <a:t>100Base-T</a:t>
                </a:r>
                <a:endParaRPr lang="zh-CN" altLang="en-US" b="1" dirty="0">
                  <a:latin typeface="+mn-ea"/>
                </a:endParaRPr>
              </a:p>
            </p:txBody>
          </p:sp>
          <p:sp>
            <p:nvSpPr>
              <p:cNvPr id="60" name="文本框 59">
                <a:extLst>
                  <a:ext uri="{FF2B5EF4-FFF2-40B4-BE49-F238E27FC236}">
                    <a16:creationId xmlns:a16="http://schemas.microsoft.com/office/drawing/2014/main" id="{86AD71A6-2753-4BBC-8D33-750D4371A46E}"/>
                  </a:ext>
                </a:extLst>
              </p:cNvPr>
              <p:cNvSpPr txBox="1"/>
              <p:nvPr/>
            </p:nvSpPr>
            <p:spPr>
              <a:xfrm>
                <a:off x="7742877" y="2687928"/>
                <a:ext cx="1424103" cy="369332"/>
              </a:xfrm>
              <a:prstGeom prst="rect">
                <a:avLst/>
              </a:prstGeom>
              <a:noFill/>
            </p:spPr>
            <p:txBody>
              <a:bodyPr wrap="square" rtlCol="0">
                <a:spAutoFit/>
              </a:bodyPr>
              <a:lstStyle/>
              <a:p>
                <a:pPr algn="ctr"/>
                <a:r>
                  <a:rPr lang="en-US" altLang="zh-CN" b="1" dirty="0">
                    <a:latin typeface="+mn-ea"/>
                  </a:rPr>
                  <a:t>100Base-T</a:t>
                </a:r>
                <a:endParaRPr lang="zh-CN" altLang="en-US" b="1" dirty="0">
                  <a:latin typeface="+mn-ea"/>
                </a:endParaRPr>
              </a:p>
            </p:txBody>
          </p:sp>
          <p:sp>
            <p:nvSpPr>
              <p:cNvPr id="61" name="文本框 60">
                <a:extLst>
                  <a:ext uri="{FF2B5EF4-FFF2-40B4-BE49-F238E27FC236}">
                    <a16:creationId xmlns:a16="http://schemas.microsoft.com/office/drawing/2014/main" id="{5E28AAA1-1BB8-43CD-AFA1-744241AF69D1}"/>
                  </a:ext>
                </a:extLst>
              </p:cNvPr>
              <p:cNvSpPr txBox="1"/>
              <p:nvPr/>
            </p:nvSpPr>
            <p:spPr>
              <a:xfrm>
                <a:off x="4563550" y="5007424"/>
                <a:ext cx="548782" cy="369332"/>
              </a:xfrm>
              <a:prstGeom prst="rect">
                <a:avLst/>
              </a:prstGeom>
              <a:noFill/>
            </p:spPr>
            <p:txBody>
              <a:bodyPr wrap="square" rtlCol="0">
                <a:spAutoFit/>
              </a:bodyPr>
              <a:lstStyle/>
              <a:p>
                <a:pPr algn="ctr"/>
                <a:r>
                  <a:rPr lang="en-US" altLang="zh-CN" b="1" dirty="0">
                    <a:latin typeface="+mn-ea"/>
                  </a:rPr>
                  <a:t>H1</a:t>
                </a:r>
                <a:endParaRPr lang="zh-CN" altLang="en-US" b="1" dirty="0">
                  <a:latin typeface="+mn-ea"/>
                </a:endParaRPr>
              </a:p>
            </p:txBody>
          </p:sp>
          <p:sp>
            <p:nvSpPr>
              <p:cNvPr id="62" name="文本框 61">
                <a:extLst>
                  <a:ext uri="{FF2B5EF4-FFF2-40B4-BE49-F238E27FC236}">
                    <a16:creationId xmlns:a16="http://schemas.microsoft.com/office/drawing/2014/main" id="{CAA98B60-5C92-456B-8B10-EBB9934CA8A8}"/>
                  </a:ext>
                </a:extLst>
              </p:cNvPr>
              <p:cNvSpPr txBox="1"/>
              <p:nvPr/>
            </p:nvSpPr>
            <p:spPr>
              <a:xfrm>
                <a:off x="5529135" y="5007424"/>
                <a:ext cx="548782" cy="369332"/>
              </a:xfrm>
              <a:prstGeom prst="rect">
                <a:avLst/>
              </a:prstGeom>
              <a:noFill/>
            </p:spPr>
            <p:txBody>
              <a:bodyPr wrap="square" rtlCol="0">
                <a:spAutoFit/>
              </a:bodyPr>
              <a:lstStyle/>
              <a:p>
                <a:pPr algn="ctr"/>
                <a:r>
                  <a:rPr lang="en-US" altLang="zh-CN" b="1" dirty="0">
                    <a:latin typeface="+mn-ea"/>
                  </a:rPr>
                  <a:t>H2</a:t>
                </a:r>
                <a:endParaRPr lang="zh-CN" altLang="en-US" b="1" dirty="0">
                  <a:latin typeface="+mn-ea"/>
                </a:endParaRPr>
              </a:p>
            </p:txBody>
          </p:sp>
          <p:sp>
            <p:nvSpPr>
              <p:cNvPr id="63" name="文本框 62">
                <a:extLst>
                  <a:ext uri="{FF2B5EF4-FFF2-40B4-BE49-F238E27FC236}">
                    <a16:creationId xmlns:a16="http://schemas.microsoft.com/office/drawing/2014/main" id="{6B6F390A-7996-4255-9383-2055499FEBA2}"/>
                  </a:ext>
                </a:extLst>
              </p:cNvPr>
              <p:cNvSpPr txBox="1"/>
              <p:nvPr/>
            </p:nvSpPr>
            <p:spPr>
              <a:xfrm>
                <a:off x="6664728" y="5007424"/>
                <a:ext cx="548782" cy="369332"/>
              </a:xfrm>
              <a:prstGeom prst="rect">
                <a:avLst/>
              </a:prstGeom>
              <a:noFill/>
            </p:spPr>
            <p:txBody>
              <a:bodyPr wrap="square" rtlCol="0">
                <a:spAutoFit/>
              </a:bodyPr>
              <a:lstStyle/>
              <a:p>
                <a:pPr algn="ctr"/>
                <a:r>
                  <a:rPr lang="en-US" altLang="zh-CN" b="1" dirty="0">
                    <a:latin typeface="+mn-ea"/>
                  </a:rPr>
                  <a:t>H3</a:t>
                </a:r>
                <a:endParaRPr lang="zh-CN" altLang="en-US" b="1" dirty="0">
                  <a:latin typeface="+mn-ea"/>
                </a:endParaRPr>
              </a:p>
            </p:txBody>
          </p:sp>
          <p:sp>
            <p:nvSpPr>
              <p:cNvPr id="64" name="文本框 63">
                <a:extLst>
                  <a:ext uri="{FF2B5EF4-FFF2-40B4-BE49-F238E27FC236}">
                    <a16:creationId xmlns:a16="http://schemas.microsoft.com/office/drawing/2014/main" id="{B85B6808-A051-43AD-AE84-F85C4621A502}"/>
                  </a:ext>
                </a:extLst>
              </p:cNvPr>
              <p:cNvSpPr txBox="1"/>
              <p:nvPr/>
            </p:nvSpPr>
            <p:spPr>
              <a:xfrm>
                <a:off x="7544625" y="5007424"/>
                <a:ext cx="548782" cy="369332"/>
              </a:xfrm>
              <a:prstGeom prst="rect">
                <a:avLst/>
              </a:prstGeom>
              <a:noFill/>
            </p:spPr>
            <p:txBody>
              <a:bodyPr wrap="square" rtlCol="0">
                <a:spAutoFit/>
              </a:bodyPr>
              <a:lstStyle/>
              <a:p>
                <a:pPr algn="ctr"/>
                <a:r>
                  <a:rPr lang="en-US" altLang="zh-CN" b="1" dirty="0">
                    <a:latin typeface="+mn-ea"/>
                  </a:rPr>
                  <a:t>H4</a:t>
                </a:r>
                <a:endParaRPr lang="zh-CN" altLang="en-US" b="1" dirty="0">
                  <a:latin typeface="+mn-ea"/>
                </a:endParaRPr>
              </a:p>
            </p:txBody>
          </p:sp>
          <p:pic>
            <p:nvPicPr>
              <p:cNvPr id="76" name="图片 75" descr="图标&#10;&#10;描述已自动生成">
                <a:extLst>
                  <a:ext uri="{FF2B5EF4-FFF2-40B4-BE49-F238E27FC236}">
                    <a16:creationId xmlns:a16="http://schemas.microsoft.com/office/drawing/2014/main" id="{02C1D1D9-0667-43ED-99FA-4D63511FB255}"/>
                  </a:ext>
                </a:extLst>
              </p:cNvPr>
              <p:cNvPicPr>
                <a:picLocks noChangeAspect="1"/>
              </p:cNvPicPr>
              <p:nvPr/>
            </p:nvPicPr>
            <p:blipFill>
              <a:blip r:embed="rId6">
                <a:extLst>
                  <a:ext uri="{28A0092B-C50C-407E-A947-70E740481C1C}">
                    <a14:useLocalDpi xmlns:a14="http://schemas.microsoft.com/office/drawing/2010/main" val="0"/>
                  </a:ext>
                </a:extLst>
              </a:blip>
              <a:stretch>
                <a:fillRect/>
              </a:stretch>
            </p:blipFill>
            <p:spPr>
              <a:xfrm>
                <a:off x="5202521" y="2600644"/>
                <a:ext cx="618841" cy="797616"/>
              </a:xfrm>
              <a:prstGeom prst="rect">
                <a:avLst/>
              </a:prstGeom>
            </p:spPr>
          </p:pic>
        </p:grpSp>
      </p:grpSp>
      <p:sp>
        <p:nvSpPr>
          <p:cNvPr id="35" name="平行四边形 34">
            <a:extLst>
              <a:ext uri="{FF2B5EF4-FFF2-40B4-BE49-F238E27FC236}">
                <a16:creationId xmlns:a16="http://schemas.microsoft.com/office/drawing/2014/main" id="{A49F8322-5157-6E75-3A56-447821F15FED}"/>
              </a:ext>
            </a:extLst>
          </p:cNvPr>
          <p:cNvSpPr/>
          <p:nvPr/>
        </p:nvSpPr>
        <p:spPr>
          <a:xfrm>
            <a:off x="304799" y="749300"/>
            <a:ext cx="688541" cy="387090"/>
          </a:xfrm>
          <a:prstGeom prst="parallelogram">
            <a:avLst/>
          </a:prstGeom>
          <a:solidFill>
            <a:schemeClr val="accent3">
              <a:lumMod val="75000"/>
            </a:schemeClr>
          </a:solidFill>
          <a:ln>
            <a:solidFill>
              <a:schemeClr val="accent3">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CN" sz="2200" dirty="0">
                <a:latin typeface="Impact" panose="020B0806030902050204" pitchFamily="34" charset="0"/>
              </a:rPr>
              <a:t>03</a:t>
            </a:r>
            <a:endParaRPr lang="zh-CN" altLang="en-US" sz="2200" dirty="0">
              <a:latin typeface="Impact" panose="020B0806030902050204" pitchFamily="34" charset="0"/>
            </a:endParaRPr>
          </a:p>
        </p:txBody>
      </p:sp>
    </p:spTree>
    <p:custDataLst>
      <p:tags r:id="rId1"/>
    </p:custDataLst>
    <p:extLst>
      <p:ext uri="{BB962C8B-B14F-4D97-AF65-F5344CB8AC3E}">
        <p14:creationId xmlns:p14="http://schemas.microsoft.com/office/powerpoint/2010/main" val="3620848691"/>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30" presetClass="entr" presetSubtype="0" fill="hold" nodeType="withEffect">
                                  <p:stCondLst>
                                    <p:cond delay="0"/>
                                  </p:stCondLst>
                                  <p:childTnLst>
                                    <p:set>
                                      <p:cBhvr>
                                        <p:cTn id="6" dur="1" fill="hold">
                                          <p:stCondLst>
                                            <p:cond delay="0"/>
                                          </p:stCondLst>
                                        </p:cTn>
                                        <p:tgtEl>
                                          <p:spTgt spid="87"/>
                                        </p:tgtEl>
                                        <p:attrNameLst>
                                          <p:attrName>style.visibility</p:attrName>
                                        </p:attrNameLst>
                                      </p:cBhvr>
                                      <p:to>
                                        <p:strVal val="visible"/>
                                      </p:to>
                                    </p:set>
                                    <p:animEffect transition="in" filter="fade">
                                      <p:cBhvr>
                                        <p:cTn id="7" dur="800" decel="100000"/>
                                        <p:tgtEl>
                                          <p:spTgt spid="87"/>
                                        </p:tgtEl>
                                      </p:cBhvr>
                                    </p:animEffect>
                                    <p:anim calcmode="lin" valueType="num">
                                      <p:cBhvr>
                                        <p:cTn id="8" dur="800" decel="100000" fill="hold"/>
                                        <p:tgtEl>
                                          <p:spTgt spid="87"/>
                                        </p:tgtEl>
                                        <p:attrNameLst>
                                          <p:attrName>style.rotation</p:attrName>
                                        </p:attrNameLst>
                                      </p:cBhvr>
                                      <p:tavLst>
                                        <p:tav tm="0">
                                          <p:val>
                                            <p:fltVal val="-90"/>
                                          </p:val>
                                        </p:tav>
                                        <p:tav tm="100000">
                                          <p:val>
                                            <p:fltVal val="0"/>
                                          </p:val>
                                        </p:tav>
                                      </p:tavLst>
                                    </p:anim>
                                    <p:anim calcmode="lin" valueType="num">
                                      <p:cBhvr>
                                        <p:cTn id="9" dur="800" decel="100000" fill="hold"/>
                                        <p:tgtEl>
                                          <p:spTgt spid="87"/>
                                        </p:tgtEl>
                                        <p:attrNameLst>
                                          <p:attrName>ppt_x</p:attrName>
                                        </p:attrNameLst>
                                      </p:cBhvr>
                                      <p:tavLst>
                                        <p:tav tm="0">
                                          <p:val>
                                            <p:strVal val="#ppt_x+0.4"/>
                                          </p:val>
                                        </p:tav>
                                        <p:tav tm="100000">
                                          <p:val>
                                            <p:strVal val="#ppt_x-0.05"/>
                                          </p:val>
                                        </p:tav>
                                      </p:tavLst>
                                    </p:anim>
                                    <p:anim calcmode="lin" valueType="num">
                                      <p:cBhvr>
                                        <p:cTn id="10" dur="800" decel="100000" fill="hold"/>
                                        <p:tgtEl>
                                          <p:spTgt spid="87"/>
                                        </p:tgtEl>
                                        <p:attrNameLst>
                                          <p:attrName>ppt_y</p:attrName>
                                        </p:attrNameLst>
                                      </p:cBhvr>
                                      <p:tavLst>
                                        <p:tav tm="0">
                                          <p:val>
                                            <p:strVal val="#ppt_y-0.4"/>
                                          </p:val>
                                        </p:tav>
                                        <p:tav tm="100000">
                                          <p:val>
                                            <p:strVal val="#ppt_y+0.1"/>
                                          </p:val>
                                        </p:tav>
                                      </p:tavLst>
                                    </p:anim>
                                    <p:anim calcmode="lin" valueType="num">
                                      <p:cBhvr>
                                        <p:cTn id="11" dur="200" accel="100000" fill="hold">
                                          <p:stCondLst>
                                            <p:cond delay="800"/>
                                          </p:stCondLst>
                                        </p:cTn>
                                        <p:tgtEl>
                                          <p:spTgt spid="87"/>
                                        </p:tgtEl>
                                        <p:attrNameLst>
                                          <p:attrName>ppt_x</p:attrName>
                                        </p:attrNameLst>
                                      </p:cBhvr>
                                      <p:tavLst>
                                        <p:tav tm="0">
                                          <p:val>
                                            <p:strVal val="#ppt_x-0.05"/>
                                          </p:val>
                                        </p:tav>
                                        <p:tav tm="100000">
                                          <p:val>
                                            <p:strVal val="#ppt_x"/>
                                          </p:val>
                                        </p:tav>
                                      </p:tavLst>
                                    </p:anim>
                                    <p:anim calcmode="lin" valueType="num">
                                      <p:cBhvr>
                                        <p:cTn id="12" dur="200" accel="100000" fill="hold">
                                          <p:stCondLst>
                                            <p:cond delay="800"/>
                                          </p:stCondLst>
                                        </p:cTn>
                                        <p:tgtEl>
                                          <p:spTgt spid="87"/>
                                        </p:tgtEl>
                                        <p:attrNameLst>
                                          <p:attrName>ppt_y</p:attrName>
                                        </p:attrNameLst>
                                      </p:cBhvr>
                                      <p:tavLst>
                                        <p:tav tm="0">
                                          <p:val>
                                            <p:strVal val="#ppt_y+0.1"/>
                                          </p:val>
                                        </p:tav>
                                        <p:tav tm="100000">
                                          <p:val>
                                            <p:strVal val="#ppt_y"/>
                                          </p:val>
                                        </p:tav>
                                      </p:tavLst>
                                    </p:anim>
                                  </p:childTnLst>
                                </p:cTn>
                              </p:par>
                            </p:childTnLst>
                          </p:cTn>
                        </p:par>
                      </p:childTnLst>
                    </p:cTn>
                  </p:par>
                  <p:par>
                    <p:cTn id="13" fill="hold">
                      <p:stCondLst>
                        <p:cond delay="indefinite"/>
                      </p:stCondLst>
                      <p:childTnLst>
                        <p:par>
                          <p:cTn id="14" fill="hold">
                            <p:stCondLst>
                              <p:cond delay="0"/>
                            </p:stCondLst>
                            <p:childTnLst>
                              <p:par>
                                <p:cTn id="15" presetID="30" presetClass="entr" presetSubtype="0" fill="hold" grpId="0" nodeType="clickEffect">
                                  <p:stCondLst>
                                    <p:cond delay="0"/>
                                  </p:stCondLst>
                                  <p:childTnLst>
                                    <p:set>
                                      <p:cBhvr>
                                        <p:cTn id="16" dur="1" fill="hold">
                                          <p:stCondLst>
                                            <p:cond delay="0"/>
                                          </p:stCondLst>
                                        </p:cTn>
                                        <p:tgtEl>
                                          <p:spTgt spid="47"/>
                                        </p:tgtEl>
                                        <p:attrNameLst>
                                          <p:attrName>style.visibility</p:attrName>
                                        </p:attrNameLst>
                                      </p:cBhvr>
                                      <p:to>
                                        <p:strVal val="visible"/>
                                      </p:to>
                                    </p:set>
                                    <p:animEffect transition="in" filter="fade">
                                      <p:cBhvr>
                                        <p:cTn id="17" dur="800" decel="100000"/>
                                        <p:tgtEl>
                                          <p:spTgt spid="47"/>
                                        </p:tgtEl>
                                      </p:cBhvr>
                                    </p:animEffect>
                                    <p:anim calcmode="lin" valueType="num">
                                      <p:cBhvr>
                                        <p:cTn id="18" dur="800" decel="100000" fill="hold"/>
                                        <p:tgtEl>
                                          <p:spTgt spid="47"/>
                                        </p:tgtEl>
                                        <p:attrNameLst>
                                          <p:attrName>style.rotation</p:attrName>
                                        </p:attrNameLst>
                                      </p:cBhvr>
                                      <p:tavLst>
                                        <p:tav tm="0">
                                          <p:val>
                                            <p:fltVal val="-90"/>
                                          </p:val>
                                        </p:tav>
                                        <p:tav tm="100000">
                                          <p:val>
                                            <p:fltVal val="0"/>
                                          </p:val>
                                        </p:tav>
                                      </p:tavLst>
                                    </p:anim>
                                    <p:anim calcmode="lin" valueType="num">
                                      <p:cBhvr>
                                        <p:cTn id="19" dur="800" decel="100000" fill="hold"/>
                                        <p:tgtEl>
                                          <p:spTgt spid="47"/>
                                        </p:tgtEl>
                                        <p:attrNameLst>
                                          <p:attrName>ppt_x</p:attrName>
                                        </p:attrNameLst>
                                      </p:cBhvr>
                                      <p:tavLst>
                                        <p:tav tm="0">
                                          <p:val>
                                            <p:strVal val="#ppt_x+0.4"/>
                                          </p:val>
                                        </p:tav>
                                        <p:tav tm="100000">
                                          <p:val>
                                            <p:strVal val="#ppt_x-0.05"/>
                                          </p:val>
                                        </p:tav>
                                      </p:tavLst>
                                    </p:anim>
                                    <p:anim calcmode="lin" valueType="num">
                                      <p:cBhvr>
                                        <p:cTn id="20" dur="800" decel="100000" fill="hold"/>
                                        <p:tgtEl>
                                          <p:spTgt spid="47"/>
                                        </p:tgtEl>
                                        <p:attrNameLst>
                                          <p:attrName>ppt_y</p:attrName>
                                        </p:attrNameLst>
                                      </p:cBhvr>
                                      <p:tavLst>
                                        <p:tav tm="0">
                                          <p:val>
                                            <p:strVal val="#ppt_y-0.4"/>
                                          </p:val>
                                        </p:tav>
                                        <p:tav tm="100000">
                                          <p:val>
                                            <p:strVal val="#ppt_y+0.1"/>
                                          </p:val>
                                        </p:tav>
                                      </p:tavLst>
                                    </p:anim>
                                    <p:anim calcmode="lin" valueType="num">
                                      <p:cBhvr>
                                        <p:cTn id="21" dur="200" accel="100000" fill="hold">
                                          <p:stCondLst>
                                            <p:cond delay="800"/>
                                          </p:stCondLst>
                                        </p:cTn>
                                        <p:tgtEl>
                                          <p:spTgt spid="47"/>
                                        </p:tgtEl>
                                        <p:attrNameLst>
                                          <p:attrName>ppt_x</p:attrName>
                                        </p:attrNameLst>
                                      </p:cBhvr>
                                      <p:tavLst>
                                        <p:tav tm="0">
                                          <p:val>
                                            <p:strVal val="#ppt_x-0.05"/>
                                          </p:val>
                                        </p:tav>
                                        <p:tav tm="100000">
                                          <p:val>
                                            <p:strVal val="#ppt_x"/>
                                          </p:val>
                                        </p:tav>
                                      </p:tavLst>
                                    </p:anim>
                                    <p:anim calcmode="lin" valueType="num">
                                      <p:cBhvr>
                                        <p:cTn id="22" dur="200" accel="100000" fill="hold">
                                          <p:stCondLst>
                                            <p:cond delay="800"/>
                                          </p:stCondLst>
                                        </p:cTn>
                                        <p:tgtEl>
                                          <p:spTgt spid="47"/>
                                        </p:tgtEl>
                                        <p:attrNameLst>
                                          <p:attrName>ppt_y</p:attrName>
                                        </p:attrNameLst>
                                      </p:cBhvr>
                                      <p:tavLst>
                                        <p:tav tm="0">
                                          <p:val>
                                            <p:strVal val="#ppt_y+0.1"/>
                                          </p:val>
                                        </p:tav>
                                        <p:tav tm="100000">
                                          <p:val>
                                            <p:strVal val="#ppt_y"/>
                                          </p:val>
                                        </p:tav>
                                      </p:tavLst>
                                    </p:anim>
                                  </p:childTnLst>
                                </p:cTn>
                              </p:par>
                            </p:childTnLst>
                          </p:cTn>
                        </p:par>
                      </p:childTnLst>
                    </p:cTn>
                  </p:par>
                  <p:par>
                    <p:cTn id="23" fill="hold">
                      <p:stCondLst>
                        <p:cond delay="indefinite"/>
                      </p:stCondLst>
                      <p:childTnLst>
                        <p:par>
                          <p:cTn id="24" fill="hold">
                            <p:stCondLst>
                              <p:cond delay="0"/>
                            </p:stCondLst>
                            <p:childTnLst>
                              <p:par>
                                <p:cTn id="25" presetID="53" presetClass="entr" presetSubtype="16" fill="hold" grpId="0" nodeType="clickEffect">
                                  <p:stCondLst>
                                    <p:cond delay="0"/>
                                  </p:stCondLst>
                                  <p:childTnLst>
                                    <p:set>
                                      <p:cBhvr>
                                        <p:cTn id="26" dur="1" fill="hold">
                                          <p:stCondLst>
                                            <p:cond delay="0"/>
                                          </p:stCondLst>
                                        </p:cTn>
                                        <p:tgtEl>
                                          <p:spTgt spid="46"/>
                                        </p:tgtEl>
                                        <p:attrNameLst>
                                          <p:attrName>style.visibility</p:attrName>
                                        </p:attrNameLst>
                                      </p:cBhvr>
                                      <p:to>
                                        <p:strVal val="visible"/>
                                      </p:to>
                                    </p:set>
                                    <p:anim calcmode="lin" valueType="num">
                                      <p:cBhvr>
                                        <p:cTn id="27" dur="500" fill="hold"/>
                                        <p:tgtEl>
                                          <p:spTgt spid="46"/>
                                        </p:tgtEl>
                                        <p:attrNameLst>
                                          <p:attrName>ppt_w</p:attrName>
                                        </p:attrNameLst>
                                      </p:cBhvr>
                                      <p:tavLst>
                                        <p:tav tm="0">
                                          <p:val>
                                            <p:fltVal val="0"/>
                                          </p:val>
                                        </p:tav>
                                        <p:tav tm="100000">
                                          <p:val>
                                            <p:strVal val="#ppt_w"/>
                                          </p:val>
                                        </p:tav>
                                      </p:tavLst>
                                    </p:anim>
                                    <p:anim calcmode="lin" valueType="num">
                                      <p:cBhvr>
                                        <p:cTn id="28" dur="500" fill="hold"/>
                                        <p:tgtEl>
                                          <p:spTgt spid="46"/>
                                        </p:tgtEl>
                                        <p:attrNameLst>
                                          <p:attrName>ppt_h</p:attrName>
                                        </p:attrNameLst>
                                      </p:cBhvr>
                                      <p:tavLst>
                                        <p:tav tm="0">
                                          <p:val>
                                            <p:fltVal val="0"/>
                                          </p:val>
                                        </p:tav>
                                        <p:tav tm="100000">
                                          <p:val>
                                            <p:strVal val="#ppt_h"/>
                                          </p:val>
                                        </p:tav>
                                      </p:tavLst>
                                    </p:anim>
                                    <p:animEffect transition="in" filter="fade">
                                      <p:cBhvr>
                                        <p:cTn id="29" dur="500"/>
                                        <p:tgtEl>
                                          <p:spTgt spid="46"/>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6" grpId="0"/>
      <p:bldP spid="47" grpId="0"/>
    </p:bldLst>
  </p:timing>
</p:sld>
</file>

<file path=ppt/slides/slide44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35" name="组合 34">
            <a:extLst>
              <a:ext uri="{FF2B5EF4-FFF2-40B4-BE49-F238E27FC236}">
                <a16:creationId xmlns:a16="http://schemas.microsoft.com/office/drawing/2014/main" id="{40DBA2CF-66D0-4B9C-B3C6-7ED8E8AC5333}"/>
              </a:ext>
            </a:extLst>
          </p:cNvPr>
          <p:cNvGrpSpPr/>
          <p:nvPr/>
        </p:nvGrpSpPr>
        <p:grpSpPr>
          <a:xfrm rot="4752184">
            <a:off x="5353258" y="3696487"/>
            <a:ext cx="1126890" cy="369332"/>
            <a:chOff x="4007578" y="5529694"/>
            <a:chExt cx="1126890" cy="369332"/>
          </a:xfrm>
        </p:grpSpPr>
        <p:sp>
          <p:nvSpPr>
            <p:cNvPr id="36" name="标注: 右箭头 35">
              <a:extLst>
                <a:ext uri="{FF2B5EF4-FFF2-40B4-BE49-F238E27FC236}">
                  <a16:creationId xmlns:a16="http://schemas.microsoft.com/office/drawing/2014/main" id="{DBF98E17-A36C-4B86-8018-3E3A5264D631}"/>
                </a:ext>
              </a:extLst>
            </p:cNvPr>
            <p:cNvSpPr/>
            <p:nvPr/>
          </p:nvSpPr>
          <p:spPr>
            <a:xfrm rot="10800000">
              <a:off x="4007578" y="5561382"/>
              <a:ext cx="1067268" cy="292308"/>
            </a:xfrm>
            <a:prstGeom prst="rightArrowCallout">
              <a:avLst>
                <a:gd name="adj1" fmla="val 25000"/>
                <a:gd name="adj2" fmla="val 20833"/>
                <a:gd name="adj3" fmla="val 36378"/>
                <a:gd name="adj4" fmla="val 81742"/>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b="1" dirty="0">
                <a:solidFill>
                  <a:schemeClr val="tx1"/>
                </a:solidFill>
                <a:latin typeface="Arial Narrow" panose="020B0606020202030204" pitchFamily="34" charset="0"/>
                <a:ea typeface="宋体" panose="02010600030101010101" pitchFamily="2" charset="-122"/>
              </a:endParaRPr>
            </a:p>
          </p:txBody>
        </p:sp>
        <p:sp>
          <p:nvSpPr>
            <p:cNvPr id="40" name="文本框 39">
              <a:extLst>
                <a:ext uri="{FF2B5EF4-FFF2-40B4-BE49-F238E27FC236}">
                  <a16:creationId xmlns:a16="http://schemas.microsoft.com/office/drawing/2014/main" id="{24341FD9-8CF6-44CB-9E02-F7ABB9F174D6}"/>
                </a:ext>
              </a:extLst>
            </p:cNvPr>
            <p:cNvSpPr txBox="1"/>
            <p:nvPr/>
          </p:nvSpPr>
          <p:spPr>
            <a:xfrm>
              <a:off x="4166085" y="5529694"/>
              <a:ext cx="968383" cy="369332"/>
            </a:xfrm>
            <a:prstGeom prst="rect">
              <a:avLst/>
            </a:prstGeom>
            <a:noFill/>
          </p:spPr>
          <p:txBody>
            <a:bodyPr wrap="square">
              <a:spAutoFit/>
            </a:bodyPr>
            <a:lstStyle/>
            <a:p>
              <a:pPr algn="ctr"/>
              <a:r>
                <a:rPr lang="en-US" altLang="zh-CN" b="1" dirty="0">
                  <a:solidFill>
                    <a:schemeClr val="tx1"/>
                  </a:solidFill>
                  <a:latin typeface="Arial Narrow" panose="020B0606020202030204" pitchFamily="34" charset="0"/>
                  <a:ea typeface="宋体" panose="02010600030101010101" pitchFamily="2" charset="-122"/>
                </a:rPr>
                <a:t>H4←H2</a:t>
              </a:r>
              <a:endParaRPr lang="zh-CN" altLang="en-US" b="1" dirty="0">
                <a:solidFill>
                  <a:schemeClr val="tx1"/>
                </a:solidFill>
                <a:latin typeface="Arial Narrow" panose="020B0606020202030204" pitchFamily="34" charset="0"/>
                <a:ea typeface="宋体" panose="02010600030101010101" pitchFamily="2" charset="-122"/>
              </a:endParaRPr>
            </a:p>
          </p:txBody>
        </p:sp>
      </p:grpSp>
      <p:grpSp>
        <p:nvGrpSpPr>
          <p:cNvPr id="42" name="组合 41">
            <a:extLst>
              <a:ext uri="{FF2B5EF4-FFF2-40B4-BE49-F238E27FC236}">
                <a16:creationId xmlns:a16="http://schemas.microsoft.com/office/drawing/2014/main" id="{1730F0AF-46E4-4168-8BE8-874FD1117CF1}"/>
              </a:ext>
            </a:extLst>
          </p:cNvPr>
          <p:cNvGrpSpPr/>
          <p:nvPr/>
        </p:nvGrpSpPr>
        <p:grpSpPr>
          <a:xfrm>
            <a:off x="5942915" y="2738298"/>
            <a:ext cx="1126890" cy="369332"/>
            <a:chOff x="3305836" y="5468236"/>
            <a:chExt cx="1126890" cy="369332"/>
          </a:xfrm>
        </p:grpSpPr>
        <p:sp>
          <p:nvSpPr>
            <p:cNvPr id="44" name="标注: 右箭头 43">
              <a:extLst>
                <a:ext uri="{FF2B5EF4-FFF2-40B4-BE49-F238E27FC236}">
                  <a16:creationId xmlns:a16="http://schemas.microsoft.com/office/drawing/2014/main" id="{F70B812D-C3E5-4B95-A975-22F6586F9305}"/>
                </a:ext>
              </a:extLst>
            </p:cNvPr>
            <p:cNvSpPr/>
            <p:nvPr/>
          </p:nvSpPr>
          <p:spPr>
            <a:xfrm>
              <a:off x="3365458" y="5513572"/>
              <a:ext cx="1067268" cy="292308"/>
            </a:xfrm>
            <a:prstGeom prst="rightArrowCallout">
              <a:avLst>
                <a:gd name="adj1" fmla="val 25000"/>
                <a:gd name="adj2" fmla="val 20833"/>
                <a:gd name="adj3" fmla="val 36378"/>
                <a:gd name="adj4" fmla="val 81742"/>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b="1" dirty="0">
                <a:solidFill>
                  <a:schemeClr val="tx1"/>
                </a:solidFill>
                <a:latin typeface="Arial Narrow" panose="020B0606020202030204" pitchFamily="34" charset="0"/>
                <a:ea typeface="宋体" panose="02010600030101010101" pitchFamily="2" charset="-122"/>
              </a:endParaRPr>
            </a:p>
          </p:txBody>
        </p:sp>
        <p:sp>
          <p:nvSpPr>
            <p:cNvPr id="45" name="文本框 44">
              <a:extLst>
                <a:ext uri="{FF2B5EF4-FFF2-40B4-BE49-F238E27FC236}">
                  <a16:creationId xmlns:a16="http://schemas.microsoft.com/office/drawing/2014/main" id="{413D1E10-54B2-4B1B-B9E2-79C02E0E8F68}"/>
                </a:ext>
              </a:extLst>
            </p:cNvPr>
            <p:cNvSpPr txBox="1"/>
            <p:nvPr/>
          </p:nvSpPr>
          <p:spPr>
            <a:xfrm>
              <a:off x="3305836" y="5468236"/>
              <a:ext cx="968383" cy="369332"/>
            </a:xfrm>
            <a:prstGeom prst="rect">
              <a:avLst/>
            </a:prstGeom>
            <a:noFill/>
          </p:spPr>
          <p:txBody>
            <a:bodyPr wrap="square">
              <a:spAutoFit/>
            </a:bodyPr>
            <a:lstStyle/>
            <a:p>
              <a:pPr algn="ctr"/>
              <a:r>
                <a:rPr lang="en-US" altLang="zh-CN" b="1" dirty="0">
                  <a:solidFill>
                    <a:schemeClr val="tx1"/>
                  </a:solidFill>
                  <a:latin typeface="Arial Narrow" panose="020B0606020202030204" pitchFamily="34" charset="0"/>
                  <a:ea typeface="宋体" panose="02010600030101010101" pitchFamily="2" charset="-122"/>
                </a:rPr>
                <a:t>H2→H4</a:t>
              </a:r>
              <a:endParaRPr lang="zh-CN" altLang="en-US" b="1" dirty="0">
                <a:solidFill>
                  <a:schemeClr val="tx1"/>
                </a:solidFill>
                <a:latin typeface="Arial Narrow" panose="020B0606020202030204" pitchFamily="34" charset="0"/>
                <a:ea typeface="宋体" panose="02010600030101010101" pitchFamily="2" charset="-122"/>
              </a:endParaRPr>
            </a:p>
          </p:txBody>
        </p:sp>
      </p:grpSp>
      <p:grpSp>
        <p:nvGrpSpPr>
          <p:cNvPr id="50" name="组合 49">
            <a:extLst>
              <a:ext uri="{FF2B5EF4-FFF2-40B4-BE49-F238E27FC236}">
                <a16:creationId xmlns:a16="http://schemas.microsoft.com/office/drawing/2014/main" id="{F28106FB-6AFA-4401-80D1-0937F19CC975}"/>
              </a:ext>
            </a:extLst>
          </p:cNvPr>
          <p:cNvGrpSpPr/>
          <p:nvPr/>
        </p:nvGrpSpPr>
        <p:grpSpPr>
          <a:xfrm rot="6583611">
            <a:off x="6460185" y="3614776"/>
            <a:ext cx="1126890" cy="369332"/>
            <a:chOff x="3305836" y="5468236"/>
            <a:chExt cx="1126890" cy="369332"/>
          </a:xfrm>
        </p:grpSpPr>
        <p:sp>
          <p:nvSpPr>
            <p:cNvPr id="51" name="标注: 右箭头 50">
              <a:extLst>
                <a:ext uri="{FF2B5EF4-FFF2-40B4-BE49-F238E27FC236}">
                  <a16:creationId xmlns:a16="http://schemas.microsoft.com/office/drawing/2014/main" id="{E4CB23E4-C983-43EE-85FC-6C06FB1468DE}"/>
                </a:ext>
              </a:extLst>
            </p:cNvPr>
            <p:cNvSpPr/>
            <p:nvPr/>
          </p:nvSpPr>
          <p:spPr>
            <a:xfrm>
              <a:off x="3365458" y="5513572"/>
              <a:ext cx="1067268" cy="292308"/>
            </a:xfrm>
            <a:prstGeom prst="rightArrowCallout">
              <a:avLst>
                <a:gd name="adj1" fmla="val 25000"/>
                <a:gd name="adj2" fmla="val 20833"/>
                <a:gd name="adj3" fmla="val 36378"/>
                <a:gd name="adj4" fmla="val 81742"/>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b="1" dirty="0">
                <a:solidFill>
                  <a:schemeClr val="tx1"/>
                </a:solidFill>
                <a:latin typeface="Arial Narrow" panose="020B0606020202030204" pitchFamily="34" charset="0"/>
                <a:ea typeface="宋体" panose="02010600030101010101" pitchFamily="2" charset="-122"/>
              </a:endParaRPr>
            </a:p>
          </p:txBody>
        </p:sp>
        <p:sp>
          <p:nvSpPr>
            <p:cNvPr id="52" name="文本框 51">
              <a:extLst>
                <a:ext uri="{FF2B5EF4-FFF2-40B4-BE49-F238E27FC236}">
                  <a16:creationId xmlns:a16="http://schemas.microsoft.com/office/drawing/2014/main" id="{96321F68-C594-40DA-85F1-15D80F72B1C4}"/>
                </a:ext>
              </a:extLst>
            </p:cNvPr>
            <p:cNvSpPr txBox="1"/>
            <p:nvPr/>
          </p:nvSpPr>
          <p:spPr>
            <a:xfrm>
              <a:off x="3305836" y="5468236"/>
              <a:ext cx="968383" cy="369332"/>
            </a:xfrm>
            <a:prstGeom prst="rect">
              <a:avLst/>
            </a:prstGeom>
            <a:noFill/>
          </p:spPr>
          <p:txBody>
            <a:bodyPr wrap="square">
              <a:spAutoFit/>
            </a:bodyPr>
            <a:lstStyle/>
            <a:p>
              <a:pPr algn="ctr"/>
              <a:r>
                <a:rPr lang="en-US" altLang="zh-CN" b="1" dirty="0">
                  <a:solidFill>
                    <a:schemeClr val="tx1"/>
                  </a:solidFill>
                  <a:latin typeface="Arial Narrow" panose="020B0606020202030204" pitchFamily="34" charset="0"/>
                  <a:ea typeface="宋体" panose="02010600030101010101" pitchFamily="2" charset="-122"/>
                </a:rPr>
                <a:t>H2→H4</a:t>
              </a:r>
              <a:endParaRPr lang="zh-CN" altLang="en-US" b="1" dirty="0">
                <a:solidFill>
                  <a:schemeClr val="tx1"/>
                </a:solidFill>
                <a:latin typeface="Arial Narrow" panose="020B0606020202030204" pitchFamily="34" charset="0"/>
                <a:ea typeface="宋体" panose="02010600030101010101" pitchFamily="2" charset="-122"/>
              </a:endParaRPr>
            </a:p>
          </p:txBody>
        </p:sp>
      </p:grpSp>
      <p:grpSp>
        <p:nvGrpSpPr>
          <p:cNvPr id="54" name="组合 53">
            <a:extLst>
              <a:ext uri="{FF2B5EF4-FFF2-40B4-BE49-F238E27FC236}">
                <a16:creationId xmlns:a16="http://schemas.microsoft.com/office/drawing/2014/main" id="{D8237344-4680-4CC7-9677-CC4BDA2303DF}"/>
              </a:ext>
            </a:extLst>
          </p:cNvPr>
          <p:cNvGrpSpPr/>
          <p:nvPr/>
        </p:nvGrpSpPr>
        <p:grpSpPr>
          <a:xfrm rot="4424964">
            <a:off x="7374633" y="3640534"/>
            <a:ext cx="1126890" cy="369332"/>
            <a:chOff x="3305836" y="5468236"/>
            <a:chExt cx="1126890" cy="369332"/>
          </a:xfrm>
        </p:grpSpPr>
        <p:sp>
          <p:nvSpPr>
            <p:cNvPr id="56" name="标注: 右箭头 55">
              <a:extLst>
                <a:ext uri="{FF2B5EF4-FFF2-40B4-BE49-F238E27FC236}">
                  <a16:creationId xmlns:a16="http://schemas.microsoft.com/office/drawing/2014/main" id="{DC244B27-E7E1-4A2F-9FBF-B092ACF7F29E}"/>
                </a:ext>
              </a:extLst>
            </p:cNvPr>
            <p:cNvSpPr/>
            <p:nvPr/>
          </p:nvSpPr>
          <p:spPr>
            <a:xfrm>
              <a:off x="3365458" y="5513572"/>
              <a:ext cx="1067268" cy="292308"/>
            </a:xfrm>
            <a:prstGeom prst="rightArrowCallout">
              <a:avLst>
                <a:gd name="adj1" fmla="val 25000"/>
                <a:gd name="adj2" fmla="val 20833"/>
                <a:gd name="adj3" fmla="val 36378"/>
                <a:gd name="adj4" fmla="val 81742"/>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b="1" dirty="0">
                <a:solidFill>
                  <a:schemeClr val="tx1"/>
                </a:solidFill>
                <a:latin typeface="Arial Narrow" panose="020B0606020202030204" pitchFamily="34" charset="0"/>
                <a:ea typeface="宋体" panose="02010600030101010101" pitchFamily="2" charset="-122"/>
              </a:endParaRPr>
            </a:p>
          </p:txBody>
        </p:sp>
        <p:sp>
          <p:nvSpPr>
            <p:cNvPr id="57" name="文本框 56">
              <a:extLst>
                <a:ext uri="{FF2B5EF4-FFF2-40B4-BE49-F238E27FC236}">
                  <a16:creationId xmlns:a16="http://schemas.microsoft.com/office/drawing/2014/main" id="{F972226A-B31B-4B5B-89B9-7598411ABFDF}"/>
                </a:ext>
              </a:extLst>
            </p:cNvPr>
            <p:cNvSpPr txBox="1"/>
            <p:nvPr/>
          </p:nvSpPr>
          <p:spPr>
            <a:xfrm>
              <a:off x="3305836" y="5468236"/>
              <a:ext cx="968383" cy="369332"/>
            </a:xfrm>
            <a:prstGeom prst="rect">
              <a:avLst/>
            </a:prstGeom>
            <a:noFill/>
          </p:spPr>
          <p:txBody>
            <a:bodyPr wrap="square">
              <a:spAutoFit/>
            </a:bodyPr>
            <a:lstStyle/>
            <a:p>
              <a:pPr algn="ctr"/>
              <a:r>
                <a:rPr lang="en-US" altLang="zh-CN" b="1" dirty="0">
                  <a:solidFill>
                    <a:schemeClr val="tx1"/>
                  </a:solidFill>
                  <a:latin typeface="Arial Narrow" panose="020B0606020202030204" pitchFamily="34" charset="0"/>
                  <a:ea typeface="宋体" panose="02010600030101010101" pitchFamily="2" charset="-122"/>
                </a:rPr>
                <a:t>H2→H4</a:t>
              </a:r>
              <a:endParaRPr lang="zh-CN" altLang="en-US" b="1" dirty="0">
                <a:solidFill>
                  <a:schemeClr val="tx1"/>
                </a:solidFill>
                <a:latin typeface="Arial Narrow" panose="020B0606020202030204" pitchFamily="34" charset="0"/>
                <a:ea typeface="宋体" panose="02010600030101010101" pitchFamily="2" charset="-122"/>
              </a:endParaRPr>
            </a:p>
          </p:txBody>
        </p:sp>
      </p:grpSp>
      <p:grpSp>
        <p:nvGrpSpPr>
          <p:cNvPr id="4" name="组合 3">
            <a:extLst>
              <a:ext uri="{FF2B5EF4-FFF2-40B4-BE49-F238E27FC236}">
                <a16:creationId xmlns:a16="http://schemas.microsoft.com/office/drawing/2014/main" id="{9A1EA9F2-FCB6-48C3-935F-7AE7E3AD14AC}"/>
              </a:ext>
            </a:extLst>
          </p:cNvPr>
          <p:cNvGrpSpPr/>
          <p:nvPr/>
        </p:nvGrpSpPr>
        <p:grpSpPr>
          <a:xfrm>
            <a:off x="304800" y="749300"/>
            <a:ext cx="4938199" cy="400110"/>
            <a:chOff x="424117" y="898245"/>
            <a:chExt cx="4938199" cy="400110"/>
          </a:xfrm>
        </p:grpSpPr>
        <p:sp>
          <p:nvSpPr>
            <p:cNvPr id="2" name="平行四边形 1">
              <a:extLst>
                <a:ext uri="{FF2B5EF4-FFF2-40B4-BE49-F238E27FC236}">
                  <a16:creationId xmlns:a16="http://schemas.microsoft.com/office/drawing/2014/main" id="{1F5BAA3F-9845-4F89-A2DD-8222D3E4EDAC}"/>
                </a:ext>
              </a:extLst>
            </p:cNvPr>
            <p:cNvSpPr/>
            <p:nvPr/>
          </p:nvSpPr>
          <p:spPr>
            <a:xfrm>
              <a:off x="424117" y="898245"/>
              <a:ext cx="628306" cy="387090"/>
            </a:xfrm>
            <a:prstGeom prst="parallelogram">
              <a:avLst/>
            </a:prstGeom>
            <a:solidFill>
              <a:schemeClr val="accent3">
                <a:lumMod val="75000"/>
              </a:schemeClr>
            </a:solidFill>
            <a:ln>
              <a:solidFill>
                <a:schemeClr val="accent3">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CN" sz="2200" dirty="0">
                  <a:latin typeface="Impact" panose="020B0806030902050204" pitchFamily="34" charset="0"/>
                </a:rPr>
                <a:t>01</a:t>
              </a:r>
              <a:endParaRPr lang="zh-CN" altLang="en-US" sz="2200" dirty="0">
                <a:latin typeface="Impact" panose="020B0806030902050204" pitchFamily="34" charset="0"/>
              </a:endParaRPr>
            </a:p>
          </p:txBody>
        </p:sp>
        <p:sp>
          <p:nvSpPr>
            <p:cNvPr id="3" name="文本框 2">
              <a:extLst>
                <a:ext uri="{FF2B5EF4-FFF2-40B4-BE49-F238E27FC236}">
                  <a16:creationId xmlns:a16="http://schemas.microsoft.com/office/drawing/2014/main" id="{4D6BD736-A4D3-4F26-AFED-36E11F50F70B}"/>
                </a:ext>
              </a:extLst>
            </p:cNvPr>
            <p:cNvSpPr txBox="1"/>
            <p:nvPr/>
          </p:nvSpPr>
          <p:spPr>
            <a:xfrm>
              <a:off x="1052423" y="898245"/>
              <a:ext cx="4309893" cy="400110"/>
            </a:xfrm>
            <a:prstGeom prst="rect">
              <a:avLst/>
            </a:prstGeom>
            <a:noFill/>
          </p:spPr>
          <p:txBody>
            <a:bodyPr wrap="square" rtlCol="0">
              <a:spAutoFit/>
            </a:bodyPr>
            <a:lstStyle/>
            <a:p>
              <a:r>
                <a:rPr lang="zh-CN" altLang="en-US" sz="2000" b="1" dirty="0">
                  <a:solidFill>
                    <a:schemeClr val="tx1"/>
                  </a:solidFill>
                  <a:latin typeface="Arial Narrow" panose="020B0606020202030204" pitchFamily="34" charset="0"/>
                </a:rPr>
                <a:t>共享式以太网与交换式以太网的对比</a:t>
              </a:r>
              <a:endParaRPr lang="en-US" altLang="zh-CN" sz="2000" b="1" dirty="0">
                <a:solidFill>
                  <a:schemeClr val="tx1"/>
                </a:solidFill>
                <a:latin typeface="Arial Narrow" panose="020B0606020202030204" pitchFamily="34" charset="0"/>
              </a:endParaRPr>
            </a:p>
          </p:txBody>
        </p:sp>
      </p:grpSp>
      <p:sp>
        <p:nvSpPr>
          <p:cNvPr id="72" name="文本框 71">
            <a:extLst>
              <a:ext uri="{FF2B5EF4-FFF2-40B4-BE49-F238E27FC236}">
                <a16:creationId xmlns:a16="http://schemas.microsoft.com/office/drawing/2014/main" id="{694982CA-BBE3-4971-A06F-36B59AA7466A}"/>
              </a:ext>
            </a:extLst>
          </p:cNvPr>
          <p:cNvSpPr txBox="1"/>
          <p:nvPr/>
        </p:nvSpPr>
        <p:spPr>
          <a:xfrm>
            <a:off x="5130878" y="736280"/>
            <a:ext cx="2922270" cy="400110"/>
          </a:xfrm>
          <a:prstGeom prst="rect">
            <a:avLst/>
          </a:prstGeom>
          <a:noFill/>
        </p:spPr>
        <p:txBody>
          <a:bodyPr wrap="square" rtlCol="0">
            <a:spAutoFit/>
          </a:bodyPr>
          <a:lstStyle/>
          <a:p>
            <a:r>
              <a:rPr lang="en-US" altLang="zh-CN" sz="2000" b="1" dirty="0">
                <a:solidFill>
                  <a:schemeClr val="tx1"/>
                </a:solidFill>
                <a:latin typeface="Arial Narrow" panose="020B0606020202030204" pitchFamily="34" charset="0"/>
              </a:rPr>
              <a:t>(</a:t>
            </a:r>
            <a:r>
              <a:rPr lang="zh-CN" altLang="en-US" sz="2000" b="1" dirty="0">
                <a:solidFill>
                  <a:schemeClr val="tx1"/>
                </a:solidFill>
                <a:latin typeface="Arial Narrow" panose="020B0606020202030204" pitchFamily="34" charset="0"/>
              </a:rPr>
              <a:t>集线器与交换机的对比</a:t>
            </a:r>
            <a:r>
              <a:rPr lang="en-US" altLang="zh-CN" sz="2000" b="1" dirty="0">
                <a:solidFill>
                  <a:schemeClr val="tx1"/>
                </a:solidFill>
                <a:latin typeface="Arial Narrow" panose="020B0606020202030204" pitchFamily="34" charset="0"/>
              </a:rPr>
              <a:t>)</a:t>
            </a:r>
          </a:p>
        </p:txBody>
      </p:sp>
      <p:sp>
        <p:nvSpPr>
          <p:cNvPr id="47" name="íşlïḍè">
            <a:extLst>
              <a:ext uri="{FF2B5EF4-FFF2-40B4-BE49-F238E27FC236}">
                <a16:creationId xmlns:a16="http://schemas.microsoft.com/office/drawing/2014/main" id="{EF7F0F29-CECF-41FA-AF38-C6403C739425}"/>
              </a:ext>
            </a:extLst>
          </p:cNvPr>
          <p:cNvSpPr txBox="1"/>
          <p:nvPr/>
        </p:nvSpPr>
        <p:spPr>
          <a:xfrm>
            <a:off x="7390378" y="1508324"/>
            <a:ext cx="349832" cy="400111"/>
          </a:xfrm>
          <a:prstGeom prst="rect">
            <a:avLst/>
          </a:prstGeom>
          <a:noFill/>
        </p:spPr>
        <p:txBody>
          <a:bodyPr wrap="square" lIns="91440" tIns="45720" rIns="91440" bIns="45720" anchor="ctr">
            <a:noAutofit/>
          </a:bodyPr>
          <a:lstStyle/>
          <a:p>
            <a:pPr algn="ctr"/>
            <a:r>
              <a:rPr lang="en-US" altLang="zh-CN" sz="2800" b="1" dirty="0">
                <a:solidFill>
                  <a:schemeClr val="accent1">
                    <a:lumMod val="75000"/>
                  </a:schemeClr>
                </a:solidFill>
                <a:latin typeface="Arial Black" panose="020B0A04020102020204" pitchFamily="34" charset="0"/>
              </a:rPr>
              <a:t>D</a:t>
            </a:r>
            <a:endParaRPr lang="zh-CN" altLang="en-US" sz="2800" b="1" dirty="0">
              <a:solidFill>
                <a:schemeClr val="accent1">
                  <a:lumMod val="75000"/>
                </a:schemeClr>
              </a:solidFill>
              <a:latin typeface="Arial Black" panose="020B0A04020102020204" pitchFamily="34" charset="0"/>
            </a:endParaRPr>
          </a:p>
        </p:txBody>
      </p:sp>
      <p:grpSp>
        <p:nvGrpSpPr>
          <p:cNvPr id="87" name="组合 86">
            <a:extLst>
              <a:ext uri="{FF2B5EF4-FFF2-40B4-BE49-F238E27FC236}">
                <a16:creationId xmlns:a16="http://schemas.microsoft.com/office/drawing/2014/main" id="{49DCEA6F-6778-4E86-9E0C-845B66A49FA5}"/>
              </a:ext>
            </a:extLst>
          </p:cNvPr>
          <p:cNvGrpSpPr/>
          <p:nvPr/>
        </p:nvGrpSpPr>
        <p:grpSpPr>
          <a:xfrm>
            <a:off x="933106" y="1185832"/>
            <a:ext cx="10954094" cy="4190924"/>
            <a:chOff x="933106" y="1185832"/>
            <a:chExt cx="10954094" cy="4190924"/>
          </a:xfrm>
        </p:grpSpPr>
        <p:grpSp>
          <p:nvGrpSpPr>
            <p:cNvPr id="5" name="组合 4">
              <a:extLst>
                <a:ext uri="{FF2B5EF4-FFF2-40B4-BE49-F238E27FC236}">
                  <a16:creationId xmlns:a16="http://schemas.microsoft.com/office/drawing/2014/main" id="{E64C77BF-AAA7-4EA6-90FD-5A5F265F782E}"/>
                </a:ext>
              </a:extLst>
            </p:cNvPr>
            <p:cNvGrpSpPr/>
            <p:nvPr/>
          </p:nvGrpSpPr>
          <p:grpSpPr>
            <a:xfrm>
              <a:off x="933106" y="1185832"/>
              <a:ext cx="10954094" cy="1140925"/>
              <a:chOff x="933106" y="1185832"/>
              <a:chExt cx="10954094" cy="1140925"/>
            </a:xfrm>
          </p:grpSpPr>
          <p:sp>
            <p:nvSpPr>
              <p:cNvPr id="41" name="íşlïḍè">
                <a:extLst>
                  <a:ext uri="{FF2B5EF4-FFF2-40B4-BE49-F238E27FC236}">
                    <a16:creationId xmlns:a16="http://schemas.microsoft.com/office/drawing/2014/main" id="{CA40DF32-EE18-40A9-BC21-8D534DAC4DD0}"/>
                  </a:ext>
                </a:extLst>
              </p:cNvPr>
              <p:cNvSpPr txBox="1"/>
              <p:nvPr/>
            </p:nvSpPr>
            <p:spPr>
              <a:xfrm>
                <a:off x="933106" y="1185832"/>
                <a:ext cx="10954094" cy="740816"/>
              </a:xfrm>
              <a:prstGeom prst="rect">
                <a:avLst/>
              </a:prstGeom>
              <a:noFill/>
            </p:spPr>
            <p:txBody>
              <a:bodyPr wrap="square" lIns="91440" tIns="45720" rIns="91440" bIns="45720" anchor="ctr">
                <a:noAutofit/>
              </a:bodyPr>
              <a:lstStyle/>
              <a:p>
                <a:r>
                  <a:rPr lang="en-US" altLang="zh-CN" b="1" dirty="0">
                    <a:latin typeface="Arial Narrow" panose="020B0606020202030204" pitchFamily="34" charset="0"/>
                  </a:rPr>
                  <a:t>【2016</a:t>
                </a:r>
                <a:r>
                  <a:rPr lang="zh-CN" altLang="en-US" b="1" dirty="0">
                    <a:latin typeface="Arial Narrow" panose="020B0606020202030204" pitchFamily="34" charset="0"/>
                  </a:rPr>
                  <a:t>年 题</a:t>
                </a:r>
                <a:r>
                  <a:rPr lang="en-US" altLang="zh-CN" b="1" dirty="0">
                    <a:latin typeface="Arial Narrow" panose="020B0606020202030204" pitchFamily="34" charset="0"/>
                  </a:rPr>
                  <a:t>35】</a:t>
                </a:r>
                <a:r>
                  <a:rPr lang="zh-CN" altLang="en-US" b="1" dirty="0">
                    <a:latin typeface="Arial Narrow" panose="020B0606020202030204" pitchFamily="34" charset="0"/>
                  </a:rPr>
                  <a:t>若下图中的主机</a:t>
                </a:r>
                <a:r>
                  <a:rPr lang="en-US" altLang="zh-CN" b="1" dirty="0">
                    <a:latin typeface="Arial Narrow" panose="020B0606020202030204" pitchFamily="34" charset="0"/>
                  </a:rPr>
                  <a:t>H2</a:t>
                </a:r>
                <a:r>
                  <a:rPr lang="zh-CN" altLang="en-US" b="1" dirty="0">
                    <a:latin typeface="Arial Narrow" panose="020B0606020202030204" pitchFamily="34" charset="0"/>
                  </a:rPr>
                  <a:t>向主机</a:t>
                </a:r>
                <a:r>
                  <a:rPr lang="en-US" altLang="zh-CN" b="1" dirty="0">
                    <a:latin typeface="Arial Narrow" panose="020B0606020202030204" pitchFamily="34" charset="0"/>
                  </a:rPr>
                  <a:t>H4</a:t>
                </a:r>
                <a:r>
                  <a:rPr lang="zh-CN" altLang="en-US" b="1" dirty="0">
                    <a:latin typeface="Arial Narrow" panose="020B0606020202030204" pitchFamily="34" charset="0"/>
                  </a:rPr>
                  <a:t>发送</a:t>
                </a:r>
                <a:r>
                  <a:rPr lang="en-US" altLang="zh-CN" b="1" dirty="0">
                    <a:latin typeface="Arial Narrow" panose="020B0606020202030204" pitchFamily="34" charset="0"/>
                  </a:rPr>
                  <a:t>1</a:t>
                </a:r>
                <a:r>
                  <a:rPr lang="zh-CN" altLang="en-US" b="1" dirty="0">
                    <a:latin typeface="Arial Narrow" panose="020B0606020202030204" pitchFamily="34" charset="0"/>
                  </a:rPr>
                  <a:t>个数据帧，主机</a:t>
                </a:r>
                <a:r>
                  <a:rPr lang="en-US" altLang="zh-CN" b="1" dirty="0">
                    <a:latin typeface="Arial Narrow" panose="020B0606020202030204" pitchFamily="34" charset="0"/>
                  </a:rPr>
                  <a:t>H4</a:t>
                </a:r>
                <a:r>
                  <a:rPr lang="zh-CN" altLang="en-US" b="1" dirty="0">
                    <a:latin typeface="Arial Narrow" panose="020B0606020202030204" pitchFamily="34" charset="0"/>
                  </a:rPr>
                  <a:t>向主机</a:t>
                </a:r>
                <a:r>
                  <a:rPr lang="en-US" altLang="zh-CN" b="1" dirty="0">
                    <a:latin typeface="Arial Narrow" panose="020B0606020202030204" pitchFamily="34" charset="0"/>
                  </a:rPr>
                  <a:t>H2</a:t>
                </a:r>
                <a:r>
                  <a:rPr lang="zh-CN" altLang="en-US" b="1" dirty="0">
                    <a:latin typeface="Arial Narrow" panose="020B0606020202030204" pitchFamily="34" charset="0"/>
                  </a:rPr>
                  <a:t>立即发送一个确认帧，则除</a:t>
                </a:r>
                <a:r>
                  <a:rPr lang="en-US" altLang="zh-CN" b="1" dirty="0">
                    <a:latin typeface="Arial Narrow" panose="020B0606020202030204" pitchFamily="34" charset="0"/>
                  </a:rPr>
                  <a:t>H4</a:t>
                </a:r>
              </a:p>
              <a:p>
                <a:r>
                  <a:rPr lang="en-US" altLang="zh-CN" b="1" dirty="0">
                    <a:latin typeface="Arial Narrow" panose="020B0606020202030204" pitchFamily="34" charset="0"/>
                  </a:rPr>
                  <a:t>                              </a:t>
                </a:r>
                <a:r>
                  <a:rPr lang="zh-CN" altLang="en-US" b="1" dirty="0">
                    <a:latin typeface="Arial Narrow" panose="020B0606020202030204" pitchFamily="34" charset="0"/>
                  </a:rPr>
                  <a:t>外，从物理层上能够收到该确认帧的主机还有（      ）。</a:t>
                </a:r>
              </a:p>
            </p:txBody>
          </p:sp>
          <p:sp>
            <p:nvSpPr>
              <p:cNvPr id="43" name="íşlïḍè">
                <a:extLst>
                  <a:ext uri="{FF2B5EF4-FFF2-40B4-BE49-F238E27FC236}">
                    <a16:creationId xmlns:a16="http://schemas.microsoft.com/office/drawing/2014/main" id="{093ECB5F-0217-4B85-9FB3-3CAF1006444D}"/>
                  </a:ext>
                </a:extLst>
              </p:cNvPr>
              <p:cNvSpPr txBox="1"/>
              <p:nvPr/>
            </p:nvSpPr>
            <p:spPr>
              <a:xfrm>
                <a:off x="2575373" y="1926646"/>
                <a:ext cx="1022592" cy="400111"/>
              </a:xfrm>
              <a:prstGeom prst="rect">
                <a:avLst/>
              </a:prstGeom>
              <a:noFill/>
            </p:spPr>
            <p:txBody>
              <a:bodyPr wrap="square" lIns="91440" tIns="45720" rIns="91440" bIns="45720" anchor="ctr">
                <a:noAutofit/>
              </a:bodyPr>
              <a:lstStyle/>
              <a:p>
                <a:r>
                  <a:rPr lang="en-US" altLang="zh-CN" b="1" dirty="0">
                    <a:latin typeface="Arial Narrow" panose="020B0606020202030204" pitchFamily="34" charset="0"/>
                  </a:rPr>
                  <a:t>A. </a:t>
                </a:r>
                <a:r>
                  <a:rPr lang="zh-CN" altLang="en-US" b="1" dirty="0">
                    <a:latin typeface="Arial Narrow" panose="020B0606020202030204" pitchFamily="34" charset="0"/>
                  </a:rPr>
                  <a:t>仅</a:t>
                </a:r>
                <a:r>
                  <a:rPr lang="en-US" altLang="zh-CN" b="1" dirty="0">
                    <a:latin typeface="Arial Narrow" panose="020B0606020202030204" pitchFamily="34" charset="0"/>
                  </a:rPr>
                  <a:t>H2</a:t>
                </a:r>
                <a:endParaRPr lang="zh-CN" altLang="en-US" b="1" dirty="0">
                  <a:latin typeface="Arial Narrow" panose="020B0606020202030204" pitchFamily="34" charset="0"/>
                </a:endParaRPr>
              </a:p>
            </p:txBody>
          </p:sp>
          <p:sp>
            <p:nvSpPr>
              <p:cNvPr id="19" name="íşlïḍè">
                <a:extLst>
                  <a:ext uri="{FF2B5EF4-FFF2-40B4-BE49-F238E27FC236}">
                    <a16:creationId xmlns:a16="http://schemas.microsoft.com/office/drawing/2014/main" id="{E49F639F-DD9B-45B7-B91D-8261A9580DD8}"/>
                  </a:ext>
                </a:extLst>
              </p:cNvPr>
              <p:cNvSpPr txBox="1"/>
              <p:nvPr/>
            </p:nvSpPr>
            <p:spPr>
              <a:xfrm>
                <a:off x="4052254" y="1926646"/>
                <a:ext cx="1022592" cy="400111"/>
              </a:xfrm>
              <a:prstGeom prst="rect">
                <a:avLst/>
              </a:prstGeom>
              <a:noFill/>
            </p:spPr>
            <p:txBody>
              <a:bodyPr wrap="square" lIns="91440" tIns="45720" rIns="91440" bIns="45720" anchor="ctr">
                <a:noAutofit/>
              </a:bodyPr>
              <a:lstStyle/>
              <a:p>
                <a:r>
                  <a:rPr lang="en-US" altLang="zh-CN" b="1" dirty="0">
                    <a:latin typeface="Arial Narrow" panose="020B0606020202030204" pitchFamily="34" charset="0"/>
                  </a:rPr>
                  <a:t>B. </a:t>
                </a:r>
                <a:r>
                  <a:rPr lang="zh-CN" altLang="en-US" b="1" dirty="0">
                    <a:latin typeface="Arial Narrow" panose="020B0606020202030204" pitchFamily="34" charset="0"/>
                  </a:rPr>
                  <a:t>仅</a:t>
                </a:r>
                <a:r>
                  <a:rPr lang="en-US" altLang="zh-CN" b="1" dirty="0">
                    <a:latin typeface="Arial Narrow" panose="020B0606020202030204" pitchFamily="34" charset="0"/>
                  </a:rPr>
                  <a:t>H3</a:t>
                </a:r>
                <a:endParaRPr lang="zh-CN" altLang="en-US" b="1" dirty="0">
                  <a:latin typeface="Arial Narrow" panose="020B0606020202030204" pitchFamily="34" charset="0"/>
                </a:endParaRPr>
              </a:p>
            </p:txBody>
          </p:sp>
          <p:sp>
            <p:nvSpPr>
              <p:cNvPr id="20" name="íşlïḍè">
                <a:extLst>
                  <a:ext uri="{FF2B5EF4-FFF2-40B4-BE49-F238E27FC236}">
                    <a16:creationId xmlns:a16="http://schemas.microsoft.com/office/drawing/2014/main" id="{F50DC21F-2F88-48F1-A842-A56E7850FE3B}"/>
                  </a:ext>
                </a:extLst>
              </p:cNvPr>
              <p:cNvSpPr txBox="1"/>
              <p:nvPr/>
            </p:nvSpPr>
            <p:spPr>
              <a:xfrm>
                <a:off x="5529135" y="1926646"/>
                <a:ext cx="1379816" cy="400111"/>
              </a:xfrm>
              <a:prstGeom prst="rect">
                <a:avLst/>
              </a:prstGeom>
              <a:noFill/>
            </p:spPr>
            <p:txBody>
              <a:bodyPr wrap="square" lIns="91440" tIns="45720" rIns="91440" bIns="45720" anchor="ctr">
                <a:noAutofit/>
              </a:bodyPr>
              <a:lstStyle/>
              <a:p>
                <a:r>
                  <a:rPr lang="en-US" altLang="zh-CN" b="1" dirty="0">
                    <a:latin typeface="Arial Narrow" panose="020B0606020202030204" pitchFamily="34" charset="0"/>
                  </a:rPr>
                  <a:t>C. </a:t>
                </a:r>
                <a:r>
                  <a:rPr lang="zh-CN" altLang="en-US" b="1" dirty="0">
                    <a:latin typeface="Arial Narrow" panose="020B0606020202030204" pitchFamily="34" charset="0"/>
                  </a:rPr>
                  <a:t>仅</a:t>
                </a:r>
                <a:r>
                  <a:rPr lang="en-US" altLang="zh-CN" b="1" dirty="0">
                    <a:latin typeface="Arial Narrow" panose="020B0606020202030204" pitchFamily="34" charset="0"/>
                  </a:rPr>
                  <a:t>H1</a:t>
                </a:r>
                <a:r>
                  <a:rPr lang="zh-CN" altLang="en-US" b="1" dirty="0">
                    <a:latin typeface="Arial Narrow" panose="020B0606020202030204" pitchFamily="34" charset="0"/>
                  </a:rPr>
                  <a:t>、</a:t>
                </a:r>
                <a:r>
                  <a:rPr lang="en-US" altLang="zh-CN" b="1" dirty="0">
                    <a:latin typeface="Arial Narrow" panose="020B0606020202030204" pitchFamily="34" charset="0"/>
                  </a:rPr>
                  <a:t>H2</a:t>
                </a:r>
                <a:endParaRPr lang="zh-CN" altLang="en-US" b="1" dirty="0">
                  <a:latin typeface="Arial Narrow" panose="020B0606020202030204" pitchFamily="34" charset="0"/>
                </a:endParaRPr>
              </a:p>
            </p:txBody>
          </p:sp>
          <p:sp>
            <p:nvSpPr>
              <p:cNvPr id="21" name="íşlïḍè">
                <a:extLst>
                  <a:ext uri="{FF2B5EF4-FFF2-40B4-BE49-F238E27FC236}">
                    <a16:creationId xmlns:a16="http://schemas.microsoft.com/office/drawing/2014/main" id="{05CE2695-6AC7-4076-BFA6-CC7D3D487921}"/>
                  </a:ext>
                </a:extLst>
              </p:cNvPr>
              <p:cNvSpPr txBox="1"/>
              <p:nvPr/>
            </p:nvSpPr>
            <p:spPr>
              <a:xfrm>
                <a:off x="7363240" y="1926646"/>
                <a:ext cx="1379816" cy="400111"/>
              </a:xfrm>
              <a:prstGeom prst="rect">
                <a:avLst/>
              </a:prstGeom>
              <a:noFill/>
            </p:spPr>
            <p:txBody>
              <a:bodyPr wrap="square" lIns="91440" tIns="45720" rIns="91440" bIns="45720" anchor="ctr">
                <a:noAutofit/>
              </a:bodyPr>
              <a:lstStyle/>
              <a:p>
                <a:r>
                  <a:rPr lang="en-US" altLang="zh-CN" b="1" dirty="0">
                    <a:latin typeface="Arial Narrow" panose="020B0606020202030204" pitchFamily="34" charset="0"/>
                  </a:rPr>
                  <a:t>D. </a:t>
                </a:r>
                <a:r>
                  <a:rPr lang="zh-CN" altLang="en-US" b="1" dirty="0">
                    <a:latin typeface="Arial Narrow" panose="020B0606020202030204" pitchFamily="34" charset="0"/>
                  </a:rPr>
                  <a:t>仅</a:t>
                </a:r>
                <a:r>
                  <a:rPr lang="en-US" altLang="zh-CN" b="1" dirty="0">
                    <a:latin typeface="Arial Narrow" panose="020B0606020202030204" pitchFamily="34" charset="0"/>
                  </a:rPr>
                  <a:t>H2</a:t>
                </a:r>
                <a:r>
                  <a:rPr lang="zh-CN" altLang="en-US" b="1" dirty="0">
                    <a:latin typeface="Arial Narrow" panose="020B0606020202030204" pitchFamily="34" charset="0"/>
                  </a:rPr>
                  <a:t>、</a:t>
                </a:r>
                <a:r>
                  <a:rPr lang="en-US" altLang="zh-CN" b="1" dirty="0">
                    <a:latin typeface="Arial Narrow" panose="020B0606020202030204" pitchFamily="34" charset="0"/>
                  </a:rPr>
                  <a:t>H3</a:t>
                </a:r>
                <a:endParaRPr lang="zh-CN" altLang="en-US" b="1" dirty="0">
                  <a:latin typeface="Arial Narrow" panose="020B0606020202030204" pitchFamily="34" charset="0"/>
                </a:endParaRPr>
              </a:p>
            </p:txBody>
          </p:sp>
        </p:grpSp>
        <p:grpSp>
          <p:nvGrpSpPr>
            <p:cNvPr id="86" name="组合 85">
              <a:extLst>
                <a:ext uri="{FF2B5EF4-FFF2-40B4-BE49-F238E27FC236}">
                  <a16:creationId xmlns:a16="http://schemas.microsoft.com/office/drawing/2014/main" id="{FE12A7E4-862F-4BB4-925E-99E2C1CF968E}"/>
                </a:ext>
              </a:extLst>
            </p:cNvPr>
            <p:cNvGrpSpPr/>
            <p:nvPr/>
          </p:nvGrpSpPr>
          <p:grpSpPr>
            <a:xfrm>
              <a:off x="3718552" y="2600644"/>
              <a:ext cx="5448428" cy="2776112"/>
              <a:chOff x="3718552" y="2600644"/>
              <a:chExt cx="5448428" cy="2776112"/>
            </a:xfrm>
          </p:grpSpPr>
          <p:sp>
            <p:nvSpPr>
              <p:cNvPr id="29" name="文本框 28">
                <a:extLst>
                  <a:ext uri="{FF2B5EF4-FFF2-40B4-BE49-F238E27FC236}">
                    <a16:creationId xmlns:a16="http://schemas.microsoft.com/office/drawing/2014/main" id="{876E71DA-9704-4F40-BCEF-F9DB1076127D}"/>
                  </a:ext>
                </a:extLst>
              </p:cNvPr>
              <p:cNvSpPr txBox="1"/>
              <p:nvPr/>
            </p:nvSpPr>
            <p:spPr>
              <a:xfrm>
                <a:off x="3906318" y="3028928"/>
                <a:ext cx="1078453" cy="369332"/>
              </a:xfrm>
              <a:prstGeom prst="rect">
                <a:avLst/>
              </a:prstGeom>
              <a:noFill/>
            </p:spPr>
            <p:txBody>
              <a:bodyPr wrap="square" rtlCol="0">
                <a:spAutoFit/>
              </a:bodyPr>
              <a:lstStyle/>
              <a:p>
                <a:pPr algn="ctr"/>
                <a:r>
                  <a:rPr lang="en-US" altLang="zh-CN" b="1" dirty="0">
                    <a:latin typeface="+mn-ea"/>
                  </a:rPr>
                  <a:t>Switch</a:t>
                </a:r>
                <a:endParaRPr lang="zh-CN" altLang="en-US" b="1" dirty="0">
                  <a:latin typeface="+mn-ea"/>
                </a:endParaRPr>
              </a:p>
            </p:txBody>
          </p:sp>
          <p:cxnSp>
            <p:nvCxnSpPr>
              <p:cNvPr id="30" name="直接连接符 29">
                <a:extLst>
                  <a:ext uri="{FF2B5EF4-FFF2-40B4-BE49-F238E27FC236}">
                    <a16:creationId xmlns:a16="http://schemas.microsoft.com/office/drawing/2014/main" id="{A7411C13-FD03-45C7-B2FA-AC199A969BF0}"/>
                  </a:ext>
                </a:extLst>
              </p:cNvPr>
              <p:cNvCxnSpPr>
                <a:cxnSpLocks/>
              </p:cNvCxnSpPr>
              <p:nvPr/>
            </p:nvCxnSpPr>
            <p:spPr>
              <a:xfrm flipV="1">
                <a:off x="4915116" y="3086064"/>
                <a:ext cx="492174" cy="1382655"/>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1" name="直接连接符 30">
                <a:extLst>
                  <a:ext uri="{FF2B5EF4-FFF2-40B4-BE49-F238E27FC236}">
                    <a16:creationId xmlns:a16="http://schemas.microsoft.com/office/drawing/2014/main" id="{0D22EA90-46CA-45EA-B43B-B266DE8E5BBA}"/>
                  </a:ext>
                </a:extLst>
              </p:cNvPr>
              <p:cNvCxnSpPr>
                <a:cxnSpLocks/>
              </p:cNvCxnSpPr>
              <p:nvPr/>
            </p:nvCxnSpPr>
            <p:spPr>
              <a:xfrm flipH="1" flipV="1">
                <a:off x="5572113" y="3107353"/>
                <a:ext cx="267436" cy="1450323"/>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pic>
            <p:nvPicPr>
              <p:cNvPr id="33" name="图形 10">
                <a:extLst>
                  <a:ext uri="{FF2B5EF4-FFF2-40B4-BE49-F238E27FC236}">
                    <a16:creationId xmlns:a16="http://schemas.microsoft.com/office/drawing/2014/main" id="{AAD61809-550D-47E9-849A-B4F4E56A7E98}"/>
                  </a:ext>
                </a:extLst>
              </p:cNvPr>
              <p:cNvPicPr>
                <a:picLocks noChangeAspect="1"/>
              </p:cNvPicPr>
              <p:nvPr/>
            </p:nvPicPr>
            <p:blipFill>
              <a:blip r:embed="rId3">
                <a:extLst>
                  <a:ext uri="{28A0092B-C50C-407E-A947-70E740481C1C}">
                    <a14:useLocalDpi xmlns:a14="http://schemas.microsoft.com/office/drawing/2010/main" val="0"/>
                  </a:ext>
                  <a:ext uri="{96DAC541-7B7A-43D3-8B79-37D633B846F1}">
                    <asvg:svgBlip xmlns:asvg="http://schemas.microsoft.com/office/drawing/2016/SVG/main" r:embed="rId4"/>
                  </a:ext>
                </a:extLst>
              </a:blip>
              <a:stretch>
                <a:fillRect/>
              </a:stretch>
            </p:blipFill>
            <p:spPr>
              <a:xfrm>
                <a:off x="4468064" y="4353960"/>
                <a:ext cx="662814" cy="641082"/>
              </a:xfrm>
              <a:prstGeom prst="rect">
                <a:avLst/>
              </a:prstGeom>
            </p:spPr>
          </p:pic>
          <p:pic>
            <p:nvPicPr>
              <p:cNvPr id="34" name="图形 10">
                <a:extLst>
                  <a:ext uri="{FF2B5EF4-FFF2-40B4-BE49-F238E27FC236}">
                    <a16:creationId xmlns:a16="http://schemas.microsoft.com/office/drawing/2014/main" id="{245757AD-308F-477E-9377-B889DAABE8DC}"/>
                  </a:ext>
                </a:extLst>
              </p:cNvPr>
              <p:cNvPicPr>
                <a:picLocks noChangeAspect="1"/>
              </p:cNvPicPr>
              <p:nvPr/>
            </p:nvPicPr>
            <p:blipFill>
              <a:blip r:embed="rId3">
                <a:extLst>
                  <a:ext uri="{28A0092B-C50C-407E-A947-70E740481C1C}">
                    <a14:useLocalDpi xmlns:a14="http://schemas.microsoft.com/office/drawing/2010/main" val="0"/>
                  </a:ext>
                  <a:ext uri="{96DAC541-7B7A-43D3-8B79-37D633B846F1}">
                    <asvg:svgBlip xmlns:asvg="http://schemas.microsoft.com/office/drawing/2016/SVG/main" r:embed="rId4"/>
                  </a:ext>
                </a:extLst>
              </a:blip>
              <a:stretch>
                <a:fillRect/>
              </a:stretch>
            </p:blipFill>
            <p:spPr>
              <a:xfrm>
                <a:off x="5428367" y="4353960"/>
                <a:ext cx="662814" cy="641082"/>
              </a:xfrm>
              <a:prstGeom prst="rect">
                <a:avLst/>
              </a:prstGeom>
            </p:spPr>
          </p:pic>
          <p:sp>
            <p:nvSpPr>
              <p:cNvPr id="37" name="文本框 36">
                <a:extLst>
                  <a:ext uri="{FF2B5EF4-FFF2-40B4-BE49-F238E27FC236}">
                    <a16:creationId xmlns:a16="http://schemas.microsoft.com/office/drawing/2014/main" id="{2E58845B-5413-4160-82DD-E19A4379F3AB}"/>
                  </a:ext>
                </a:extLst>
              </p:cNvPr>
              <p:cNvSpPr txBox="1"/>
              <p:nvPr/>
            </p:nvSpPr>
            <p:spPr>
              <a:xfrm>
                <a:off x="7760428" y="3028928"/>
                <a:ext cx="906549" cy="369332"/>
              </a:xfrm>
              <a:prstGeom prst="rect">
                <a:avLst/>
              </a:prstGeom>
              <a:noFill/>
            </p:spPr>
            <p:txBody>
              <a:bodyPr wrap="square" rtlCol="0">
                <a:spAutoFit/>
              </a:bodyPr>
              <a:lstStyle/>
              <a:p>
                <a:pPr algn="ctr"/>
                <a:r>
                  <a:rPr lang="en-US" altLang="zh-CN" b="1" dirty="0">
                    <a:latin typeface="+mn-ea"/>
                  </a:rPr>
                  <a:t>Hub</a:t>
                </a:r>
                <a:endParaRPr lang="zh-CN" altLang="en-US" b="1" dirty="0">
                  <a:latin typeface="+mn-ea"/>
                </a:endParaRPr>
              </a:p>
            </p:txBody>
          </p:sp>
          <p:cxnSp>
            <p:nvCxnSpPr>
              <p:cNvPr id="38" name="直接连接符 37">
                <a:extLst>
                  <a:ext uri="{FF2B5EF4-FFF2-40B4-BE49-F238E27FC236}">
                    <a16:creationId xmlns:a16="http://schemas.microsoft.com/office/drawing/2014/main" id="{719E362E-40BE-45F7-A771-A549AA6DD54D}"/>
                  </a:ext>
                </a:extLst>
              </p:cNvPr>
              <p:cNvCxnSpPr>
                <a:cxnSpLocks/>
              </p:cNvCxnSpPr>
              <p:nvPr/>
            </p:nvCxnSpPr>
            <p:spPr>
              <a:xfrm flipV="1">
                <a:off x="7005367" y="2976562"/>
                <a:ext cx="500705" cy="1554682"/>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9" name="直接连接符 38">
                <a:extLst>
                  <a:ext uri="{FF2B5EF4-FFF2-40B4-BE49-F238E27FC236}">
                    <a16:creationId xmlns:a16="http://schemas.microsoft.com/office/drawing/2014/main" id="{9D721925-8BB1-4DF3-AE47-9E1CA2113BB7}"/>
                  </a:ext>
                </a:extLst>
              </p:cNvPr>
              <p:cNvCxnSpPr>
                <a:cxnSpLocks/>
              </p:cNvCxnSpPr>
              <p:nvPr/>
            </p:nvCxnSpPr>
            <p:spPr>
              <a:xfrm flipH="1" flipV="1">
                <a:off x="7477284" y="3019453"/>
                <a:ext cx="439725" cy="1528648"/>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pic>
            <p:nvPicPr>
              <p:cNvPr id="48" name="图形 10">
                <a:extLst>
                  <a:ext uri="{FF2B5EF4-FFF2-40B4-BE49-F238E27FC236}">
                    <a16:creationId xmlns:a16="http://schemas.microsoft.com/office/drawing/2014/main" id="{1BFF887F-5995-420D-BDA0-455D1A333710}"/>
                  </a:ext>
                </a:extLst>
              </p:cNvPr>
              <p:cNvPicPr>
                <a:picLocks noChangeAspect="1"/>
              </p:cNvPicPr>
              <p:nvPr/>
            </p:nvPicPr>
            <p:blipFill>
              <a:blip r:embed="rId3">
                <a:extLst>
                  <a:ext uri="{28A0092B-C50C-407E-A947-70E740481C1C}">
                    <a14:useLocalDpi xmlns:a14="http://schemas.microsoft.com/office/drawing/2010/main" val="0"/>
                  </a:ext>
                  <a:ext uri="{96DAC541-7B7A-43D3-8B79-37D633B846F1}">
                    <asvg:svgBlip xmlns:asvg="http://schemas.microsoft.com/office/drawing/2016/SVG/main" r:embed="rId4"/>
                  </a:ext>
                </a:extLst>
              </a:blip>
              <a:stretch>
                <a:fillRect/>
              </a:stretch>
            </p:blipFill>
            <p:spPr>
              <a:xfrm>
                <a:off x="6535741" y="4353960"/>
                <a:ext cx="662814" cy="641082"/>
              </a:xfrm>
              <a:prstGeom prst="rect">
                <a:avLst/>
              </a:prstGeom>
            </p:spPr>
          </p:pic>
          <p:pic>
            <p:nvPicPr>
              <p:cNvPr id="49" name="图形 10">
                <a:extLst>
                  <a:ext uri="{FF2B5EF4-FFF2-40B4-BE49-F238E27FC236}">
                    <a16:creationId xmlns:a16="http://schemas.microsoft.com/office/drawing/2014/main" id="{B57B130B-AF1D-4017-B382-8E5968370C57}"/>
                  </a:ext>
                </a:extLst>
              </p:cNvPr>
              <p:cNvPicPr>
                <a:picLocks noChangeAspect="1"/>
              </p:cNvPicPr>
              <p:nvPr/>
            </p:nvPicPr>
            <p:blipFill>
              <a:blip r:embed="rId3">
                <a:extLst>
                  <a:ext uri="{28A0092B-C50C-407E-A947-70E740481C1C}">
                    <a14:useLocalDpi xmlns:a14="http://schemas.microsoft.com/office/drawing/2010/main" val="0"/>
                  </a:ext>
                  <a:ext uri="{96DAC541-7B7A-43D3-8B79-37D633B846F1}">
                    <asvg:svgBlip xmlns:asvg="http://schemas.microsoft.com/office/drawing/2016/SVG/main" r:embed="rId4"/>
                  </a:ext>
                </a:extLst>
              </a:blip>
              <a:stretch>
                <a:fillRect/>
              </a:stretch>
            </p:blipFill>
            <p:spPr>
              <a:xfrm>
                <a:off x="7487609" y="4353960"/>
                <a:ext cx="662814" cy="641082"/>
              </a:xfrm>
              <a:prstGeom prst="rect">
                <a:avLst/>
              </a:prstGeom>
            </p:spPr>
          </p:pic>
          <p:cxnSp>
            <p:nvCxnSpPr>
              <p:cNvPr id="53" name="直接连接符 52">
                <a:extLst>
                  <a:ext uri="{FF2B5EF4-FFF2-40B4-BE49-F238E27FC236}">
                    <a16:creationId xmlns:a16="http://schemas.microsoft.com/office/drawing/2014/main" id="{8FF987B1-B964-4DFA-8C17-8BF0F69320F5}"/>
                  </a:ext>
                </a:extLst>
              </p:cNvPr>
              <p:cNvCxnSpPr>
                <a:cxnSpLocks/>
              </p:cNvCxnSpPr>
              <p:nvPr/>
            </p:nvCxnSpPr>
            <p:spPr>
              <a:xfrm>
                <a:off x="5407290" y="3107353"/>
                <a:ext cx="1955950" cy="29638"/>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pic>
            <p:nvPicPr>
              <p:cNvPr id="55" name="图片 54" descr="文本&#10;&#10;描述已自动生成">
                <a:extLst>
                  <a:ext uri="{FF2B5EF4-FFF2-40B4-BE49-F238E27FC236}">
                    <a16:creationId xmlns:a16="http://schemas.microsoft.com/office/drawing/2014/main" id="{1684223A-0A00-4111-BAFA-3B046337172C}"/>
                  </a:ext>
                </a:extLst>
              </p:cNvPr>
              <p:cNvPicPr>
                <a:picLocks noChangeAspect="1"/>
              </p:cNvPicPr>
              <p:nvPr/>
            </p:nvPicPr>
            <p:blipFill>
              <a:blip r:embed="rId5">
                <a:extLst>
                  <a:ext uri="{28A0092B-C50C-407E-A947-70E740481C1C}">
                    <a14:useLocalDpi xmlns:a14="http://schemas.microsoft.com/office/drawing/2010/main" val="0"/>
                  </a:ext>
                </a:extLst>
              </a:blip>
              <a:stretch>
                <a:fillRect/>
              </a:stretch>
            </p:blipFill>
            <p:spPr>
              <a:xfrm>
                <a:off x="7125099" y="2736882"/>
                <a:ext cx="705470" cy="661378"/>
              </a:xfrm>
              <a:prstGeom prst="rect">
                <a:avLst/>
              </a:prstGeom>
            </p:spPr>
          </p:pic>
          <p:sp>
            <p:nvSpPr>
              <p:cNvPr id="59" name="文本框 58">
                <a:extLst>
                  <a:ext uri="{FF2B5EF4-FFF2-40B4-BE49-F238E27FC236}">
                    <a16:creationId xmlns:a16="http://schemas.microsoft.com/office/drawing/2014/main" id="{84F87D18-E92E-454C-BB05-2173CE3D983A}"/>
                  </a:ext>
                </a:extLst>
              </p:cNvPr>
              <p:cNvSpPr txBox="1"/>
              <p:nvPr/>
            </p:nvSpPr>
            <p:spPr>
              <a:xfrm>
                <a:off x="3718552" y="2687928"/>
                <a:ext cx="1424103" cy="369332"/>
              </a:xfrm>
              <a:prstGeom prst="rect">
                <a:avLst/>
              </a:prstGeom>
              <a:noFill/>
            </p:spPr>
            <p:txBody>
              <a:bodyPr wrap="square" rtlCol="0">
                <a:spAutoFit/>
              </a:bodyPr>
              <a:lstStyle/>
              <a:p>
                <a:pPr algn="ctr"/>
                <a:r>
                  <a:rPr lang="en-US" altLang="zh-CN" b="1" dirty="0">
                    <a:latin typeface="+mn-ea"/>
                  </a:rPr>
                  <a:t>100Base-T</a:t>
                </a:r>
                <a:endParaRPr lang="zh-CN" altLang="en-US" b="1" dirty="0">
                  <a:latin typeface="+mn-ea"/>
                </a:endParaRPr>
              </a:p>
            </p:txBody>
          </p:sp>
          <p:sp>
            <p:nvSpPr>
              <p:cNvPr id="60" name="文本框 59">
                <a:extLst>
                  <a:ext uri="{FF2B5EF4-FFF2-40B4-BE49-F238E27FC236}">
                    <a16:creationId xmlns:a16="http://schemas.microsoft.com/office/drawing/2014/main" id="{86AD71A6-2753-4BBC-8D33-750D4371A46E}"/>
                  </a:ext>
                </a:extLst>
              </p:cNvPr>
              <p:cNvSpPr txBox="1"/>
              <p:nvPr/>
            </p:nvSpPr>
            <p:spPr>
              <a:xfrm>
                <a:off x="7742877" y="2687928"/>
                <a:ext cx="1424103" cy="369332"/>
              </a:xfrm>
              <a:prstGeom prst="rect">
                <a:avLst/>
              </a:prstGeom>
              <a:noFill/>
            </p:spPr>
            <p:txBody>
              <a:bodyPr wrap="square" rtlCol="0">
                <a:spAutoFit/>
              </a:bodyPr>
              <a:lstStyle/>
              <a:p>
                <a:pPr algn="ctr"/>
                <a:r>
                  <a:rPr lang="en-US" altLang="zh-CN" b="1" dirty="0">
                    <a:latin typeface="+mn-ea"/>
                  </a:rPr>
                  <a:t>100Base-T</a:t>
                </a:r>
                <a:endParaRPr lang="zh-CN" altLang="en-US" b="1" dirty="0">
                  <a:latin typeface="+mn-ea"/>
                </a:endParaRPr>
              </a:p>
            </p:txBody>
          </p:sp>
          <p:sp>
            <p:nvSpPr>
              <p:cNvPr id="61" name="文本框 60">
                <a:extLst>
                  <a:ext uri="{FF2B5EF4-FFF2-40B4-BE49-F238E27FC236}">
                    <a16:creationId xmlns:a16="http://schemas.microsoft.com/office/drawing/2014/main" id="{5E28AAA1-1BB8-43CD-AFA1-744241AF69D1}"/>
                  </a:ext>
                </a:extLst>
              </p:cNvPr>
              <p:cNvSpPr txBox="1"/>
              <p:nvPr/>
            </p:nvSpPr>
            <p:spPr>
              <a:xfrm>
                <a:off x="4563550" y="5007424"/>
                <a:ext cx="548782" cy="369332"/>
              </a:xfrm>
              <a:prstGeom prst="rect">
                <a:avLst/>
              </a:prstGeom>
              <a:noFill/>
            </p:spPr>
            <p:txBody>
              <a:bodyPr wrap="square" rtlCol="0">
                <a:spAutoFit/>
              </a:bodyPr>
              <a:lstStyle/>
              <a:p>
                <a:pPr algn="ctr"/>
                <a:r>
                  <a:rPr lang="en-US" altLang="zh-CN" b="1" dirty="0">
                    <a:latin typeface="+mn-ea"/>
                  </a:rPr>
                  <a:t>H1</a:t>
                </a:r>
                <a:endParaRPr lang="zh-CN" altLang="en-US" b="1" dirty="0">
                  <a:latin typeface="+mn-ea"/>
                </a:endParaRPr>
              </a:p>
            </p:txBody>
          </p:sp>
          <p:sp>
            <p:nvSpPr>
              <p:cNvPr id="62" name="文本框 61">
                <a:extLst>
                  <a:ext uri="{FF2B5EF4-FFF2-40B4-BE49-F238E27FC236}">
                    <a16:creationId xmlns:a16="http://schemas.microsoft.com/office/drawing/2014/main" id="{CAA98B60-5C92-456B-8B10-EBB9934CA8A8}"/>
                  </a:ext>
                </a:extLst>
              </p:cNvPr>
              <p:cNvSpPr txBox="1"/>
              <p:nvPr/>
            </p:nvSpPr>
            <p:spPr>
              <a:xfrm>
                <a:off x="5529135" y="5007424"/>
                <a:ext cx="548782" cy="369332"/>
              </a:xfrm>
              <a:prstGeom prst="rect">
                <a:avLst/>
              </a:prstGeom>
              <a:noFill/>
            </p:spPr>
            <p:txBody>
              <a:bodyPr wrap="square" rtlCol="0">
                <a:spAutoFit/>
              </a:bodyPr>
              <a:lstStyle/>
              <a:p>
                <a:pPr algn="ctr"/>
                <a:r>
                  <a:rPr lang="en-US" altLang="zh-CN" b="1" dirty="0">
                    <a:latin typeface="+mn-ea"/>
                  </a:rPr>
                  <a:t>H2</a:t>
                </a:r>
                <a:endParaRPr lang="zh-CN" altLang="en-US" b="1" dirty="0">
                  <a:latin typeface="+mn-ea"/>
                </a:endParaRPr>
              </a:p>
            </p:txBody>
          </p:sp>
          <p:sp>
            <p:nvSpPr>
              <p:cNvPr id="63" name="文本框 62">
                <a:extLst>
                  <a:ext uri="{FF2B5EF4-FFF2-40B4-BE49-F238E27FC236}">
                    <a16:creationId xmlns:a16="http://schemas.microsoft.com/office/drawing/2014/main" id="{6B6F390A-7996-4255-9383-2055499FEBA2}"/>
                  </a:ext>
                </a:extLst>
              </p:cNvPr>
              <p:cNvSpPr txBox="1"/>
              <p:nvPr/>
            </p:nvSpPr>
            <p:spPr>
              <a:xfrm>
                <a:off x="6664728" y="5007424"/>
                <a:ext cx="548782" cy="369332"/>
              </a:xfrm>
              <a:prstGeom prst="rect">
                <a:avLst/>
              </a:prstGeom>
              <a:noFill/>
            </p:spPr>
            <p:txBody>
              <a:bodyPr wrap="square" rtlCol="0">
                <a:spAutoFit/>
              </a:bodyPr>
              <a:lstStyle/>
              <a:p>
                <a:pPr algn="ctr"/>
                <a:r>
                  <a:rPr lang="en-US" altLang="zh-CN" b="1" dirty="0">
                    <a:latin typeface="+mn-ea"/>
                  </a:rPr>
                  <a:t>H3</a:t>
                </a:r>
                <a:endParaRPr lang="zh-CN" altLang="en-US" b="1" dirty="0">
                  <a:latin typeface="+mn-ea"/>
                </a:endParaRPr>
              </a:p>
            </p:txBody>
          </p:sp>
          <p:sp>
            <p:nvSpPr>
              <p:cNvPr id="64" name="文本框 63">
                <a:extLst>
                  <a:ext uri="{FF2B5EF4-FFF2-40B4-BE49-F238E27FC236}">
                    <a16:creationId xmlns:a16="http://schemas.microsoft.com/office/drawing/2014/main" id="{B85B6808-A051-43AD-AE84-F85C4621A502}"/>
                  </a:ext>
                </a:extLst>
              </p:cNvPr>
              <p:cNvSpPr txBox="1"/>
              <p:nvPr/>
            </p:nvSpPr>
            <p:spPr>
              <a:xfrm>
                <a:off x="7544625" y="5007424"/>
                <a:ext cx="548782" cy="369332"/>
              </a:xfrm>
              <a:prstGeom prst="rect">
                <a:avLst/>
              </a:prstGeom>
              <a:noFill/>
            </p:spPr>
            <p:txBody>
              <a:bodyPr wrap="square" rtlCol="0">
                <a:spAutoFit/>
              </a:bodyPr>
              <a:lstStyle/>
              <a:p>
                <a:pPr algn="ctr"/>
                <a:r>
                  <a:rPr lang="en-US" altLang="zh-CN" b="1" dirty="0">
                    <a:latin typeface="+mn-ea"/>
                  </a:rPr>
                  <a:t>H4</a:t>
                </a:r>
                <a:endParaRPr lang="zh-CN" altLang="en-US" b="1" dirty="0">
                  <a:latin typeface="+mn-ea"/>
                </a:endParaRPr>
              </a:p>
            </p:txBody>
          </p:sp>
          <p:pic>
            <p:nvPicPr>
              <p:cNvPr id="76" name="图片 75" descr="图标&#10;&#10;描述已自动生成">
                <a:extLst>
                  <a:ext uri="{FF2B5EF4-FFF2-40B4-BE49-F238E27FC236}">
                    <a16:creationId xmlns:a16="http://schemas.microsoft.com/office/drawing/2014/main" id="{02C1D1D9-0667-43ED-99FA-4D63511FB255}"/>
                  </a:ext>
                </a:extLst>
              </p:cNvPr>
              <p:cNvPicPr>
                <a:picLocks noChangeAspect="1"/>
              </p:cNvPicPr>
              <p:nvPr/>
            </p:nvPicPr>
            <p:blipFill>
              <a:blip r:embed="rId6">
                <a:extLst>
                  <a:ext uri="{28A0092B-C50C-407E-A947-70E740481C1C}">
                    <a14:useLocalDpi xmlns:a14="http://schemas.microsoft.com/office/drawing/2010/main" val="0"/>
                  </a:ext>
                </a:extLst>
              </a:blip>
              <a:stretch>
                <a:fillRect/>
              </a:stretch>
            </p:blipFill>
            <p:spPr>
              <a:xfrm>
                <a:off x="5202521" y="2600644"/>
                <a:ext cx="618841" cy="797616"/>
              </a:xfrm>
              <a:prstGeom prst="rect">
                <a:avLst/>
              </a:prstGeom>
            </p:spPr>
          </p:pic>
        </p:grpSp>
      </p:grpSp>
      <p:sp>
        <p:nvSpPr>
          <p:cNvPr id="6" name="文本框 5">
            <a:extLst>
              <a:ext uri="{FF2B5EF4-FFF2-40B4-BE49-F238E27FC236}">
                <a16:creationId xmlns:a16="http://schemas.microsoft.com/office/drawing/2014/main" id="{458659A9-F404-4F4E-BB4B-279201A63561}"/>
              </a:ext>
            </a:extLst>
          </p:cNvPr>
          <p:cNvSpPr txBox="1"/>
          <p:nvPr/>
        </p:nvSpPr>
        <p:spPr>
          <a:xfrm>
            <a:off x="4542708" y="2282226"/>
            <a:ext cx="1903658" cy="369332"/>
          </a:xfrm>
          <a:prstGeom prst="rect">
            <a:avLst/>
          </a:prstGeom>
          <a:noFill/>
        </p:spPr>
        <p:txBody>
          <a:bodyPr wrap="square" rtlCol="0">
            <a:spAutoFit/>
          </a:bodyPr>
          <a:lstStyle/>
          <a:p>
            <a:pPr algn="ctr"/>
            <a:r>
              <a:rPr lang="zh-CN" altLang="en-US" b="1" dirty="0">
                <a:solidFill>
                  <a:schemeClr val="accent1">
                    <a:lumMod val="75000"/>
                  </a:schemeClr>
                </a:solidFill>
                <a:latin typeface="+mn-ea"/>
              </a:rPr>
              <a:t>明确或盲目转发</a:t>
            </a:r>
          </a:p>
        </p:txBody>
      </p:sp>
      <p:sp>
        <p:nvSpPr>
          <p:cNvPr id="65" name="íşlïḍè">
            <a:extLst>
              <a:ext uri="{FF2B5EF4-FFF2-40B4-BE49-F238E27FC236}">
                <a16:creationId xmlns:a16="http://schemas.microsoft.com/office/drawing/2014/main" id="{89EDB49F-06A2-4654-A0C9-769D1DEF3378}"/>
              </a:ext>
            </a:extLst>
          </p:cNvPr>
          <p:cNvSpPr txBox="1"/>
          <p:nvPr/>
        </p:nvSpPr>
        <p:spPr>
          <a:xfrm>
            <a:off x="1015269" y="5725417"/>
            <a:ext cx="732475" cy="400111"/>
          </a:xfrm>
          <a:prstGeom prst="rect">
            <a:avLst/>
          </a:prstGeom>
          <a:noFill/>
        </p:spPr>
        <p:txBody>
          <a:bodyPr wrap="square" lIns="91440" tIns="45720" rIns="91440" bIns="45720" anchor="ctr">
            <a:noAutofit/>
          </a:bodyPr>
          <a:lstStyle/>
          <a:p>
            <a:r>
              <a:rPr lang="zh-CN" altLang="en-US" b="1" dirty="0">
                <a:latin typeface="Arial Narrow" panose="020B0606020202030204" pitchFamily="34" charset="0"/>
              </a:rPr>
              <a:t>解析</a:t>
            </a:r>
          </a:p>
        </p:txBody>
      </p:sp>
      <p:sp>
        <p:nvSpPr>
          <p:cNvPr id="58" name="平行四边形 57">
            <a:extLst>
              <a:ext uri="{FF2B5EF4-FFF2-40B4-BE49-F238E27FC236}">
                <a16:creationId xmlns:a16="http://schemas.microsoft.com/office/drawing/2014/main" id="{4DB72D61-BEF1-FC97-574F-04A75138DD88}"/>
              </a:ext>
            </a:extLst>
          </p:cNvPr>
          <p:cNvSpPr/>
          <p:nvPr/>
        </p:nvSpPr>
        <p:spPr>
          <a:xfrm>
            <a:off x="304799" y="749300"/>
            <a:ext cx="688541" cy="387090"/>
          </a:xfrm>
          <a:prstGeom prst="parallelogram">
            <a:avLst/>
          </a:prstGeom>
          <a:solidFill>
            <a:schemeClr val="accent3">
              <a:lumMod val="75000"/>
            </a:schemeClr>
          </a:solidFill>
          <a:ln>
            <a:solidFill>
              <a:schemeClr val="accent3">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CN" sz="2200" dirty="0">
                <a:latin typeface="Impact" panose="020B0806030902050204" pitchFamily="34" charset="0"/>
              </a:rPr>
              <a:t>03</a:t>
            </a:r>
            <a:endParaRPr lang="zh-CN" altLang="en-US" sz="2200" dirty="0">
              <a:latin typeface="Impact" panose="020B0806030902050204" pitchFamily="34" charset="0"/>
            </a:endParaRPr>
          </a:p>
        </p:txBody>
      </p:sp>
    </p:spTree>
    <p:custDataLst>
      <p:tags r:id="rId1"/>
    </p:custDataLst>
    <p:extLst>
      <p:ext uri="{BB962C8B-B14F-4D97-AF65-F5344CB8AC3E}">
        <p14:creationId xmlns:p14="http://schemas.microsoft.com/office/powerpoint/2010/main" val="1709314627"/>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2" presetClass="entr" presetSubtype="4" fill="hold" nodeType="withEffect">
                                  <p:stCondLst>
                                    <p:cond delay="0"/>
                                  </p:stCondLst>
                                  <p:childTnLst>
                                    <p:set>
                                      <p:cBhvr>
                                        <p:cTn id="6" dur="1" fill="hold">
                                          <p:stCondLst>
                                            <p:cond delay="0"/>
                                          </p:stCondLst>
                                        </p:cTn>
                                        <p:tgtEl>
                                          <p:spTgt spid="35"/>
                                        </p:tgtEl>
                                        <p:attrNameLst>
                                          <p:attrName>style.visibility</p:attrName>
                                        </p:attrNameLst>
                                      </p:cBhvr>
                                      <p:to>
                                        <p:strVal val="visible"/>
                                      </p:to>
                                    </p:set>
                                    <p:anim calcmode="lin" valueType="num">
                                      <p:cBhvr additive="base">
                                        <p:cTn id="7" dur="500"/>
                                        <p:tgtEl>
                                          <p:spTgt spid="35"/>
                                        </p:tgtEl>
                                        <p:attrNameLst>
                                          <p:attrName>ppt_y</p:attrName>
                                        </p:attrNameLst>
                                      </p:cBhvr>
                                      <p:tavLst>
                                        <p:tav tm="0">
                                          <p:val>
                                            <p:strVal val="#ppt_y+#ppt_h*1.125000"/>
                                          </p:val>
                                        </p:tav>
                                        <p:tav tm="100000">
                                          <p:val>
                                            <p:strVal val="#ppt_y"/>
                                          </p:val>
                                        </p:tav>
                                      </p:tavLst>
                                    </p:anim>
                                    <p:animEffect transition="in" filter="wipe(up)">
                                      <p:cBhvr>
                                        <p:cTn id="8" dur="500"/>
                                        <p:tgtEl>
                                          <p:spTgt spid="35"/>
                                        </p:tgtEl>
                                      </p:cBhvr>
                                    </p:animEffect>
                                  </p:childTnLst>
                                </p:cTn>
                              </p:par>
                            </p:childTnLst>
                          </p:cTn>
                        </p:par>
                      </p:childTnLst>
                    </p:cTn>
                  </p:par>
                  <p:par>
                    <p:cTn id="9" fill="hold">
                      <p:stCondLst>
                        <p:cond delay="indefinite"/>
                      </p:stCondLst>
                      <p:childTnLst>
                        <p:par>
                          <p:cTn id="10" fill="hold">
                            <p:stCondLst>
                              <p:cond delay="0"/>
                            </p:stCondLst>
                            <p:childTnLst>
                              <p:par>
                                <p:cTn id="11" presetID="42" presetClass="entr" presetSubtype="0" fill="hold" grpId="0" nodeType="clickEffect">
                                  <p:stCondLst>
                                    <p:cond delay="0"/>
                                  </p:stCondLst>
                                  <p:childTnLst>
                                    <p:set>
                                      <p:cBhvr>
                                        <p:cTn id="12" dur="1" fill="hold">
                                          <p:stCondLst>
                                            <p:cond delay="0"/>
                                          </p:stCondLst>
                                        </p:cTn>
                                        <p:tgtEl>
                                          <p:spTgt spid="6"/>
                                        </p:tgtEl>
                                        <p:attrNameLst>
                                          <p:attrName>style.visibility</p:attrName>
                                        </p:attrNameLst>
                                      </p:cBhvr>
                                      <p:to>
                                        <p:strVal val="visible"/>
                                      </p:to>
                                    </p:set>
                                    <p:animEffect transition="in" filter="fade">
                                      <p:cBhvr>
                                        <p:cTn id="13" dur="1000"/>
                                        <p:tgtEl>
                                          <p:spTgt spid="6"/>
                                        </p:tgtEl>
                                      </p:cBhvr>
                                    </p:animEffect>
                                    <p:anim calcmode="lin" valueType="num">
                                      <p:cBhvr>
                                        <p:cTn id="14" dur="1000" fill="hold"/>
                                        <p:tgtEl>
                                          <p:spTgt spid="6"/>
                                        </p:tgtEl>
                                        <p:attrNameLst>
                                          <p:attrName>ppt_x</p:attrName>
                                        </p:attrNameLst>
                                      </p:cBhvr>
                                      <p:tavLst>
                                        <p:tav tm="0">
                                          <p:val>
                                            <p:strVal val="#ppt_x"/>
                                          </p:val>
                                        </p:tav>
                                        <p:tav tm="100000">
                                          <p:val>
                                            <p:strVal val="#ppt_x"/>
                                          </p:val>
                                        </p:tav>
                                      </p:tavLst>
                                    </p:anim>
                                    <p:anim calcmode="lin" valueType="num">
                                      <p:cBhvr>
                                        <p:cTn id="15" dur="1000" fill="hold"/>
                                        <p:tgtEl>
                                          <p:spTgt spid="6"/>
                                        </p:tgtEl>
                                        <p:attrNameLst>
                                          <p:attrName>ppt_y</p:attrName>
                                        </p:attrNameLst>
                                      </p:cBhvr>
                                      <p:tavLst>
                                        <p:tav tm="0">
                                          <p:val>
                                            <p:strVal val="#ppt_y+.1"/>
                                          </p:val>
                                        </p:tav>
                                        <p:tav tm="100000">
                                          <p:val>
                                            <p:strVal val="#ppt_y"/>
                                          </p:val>
                                        </p:tav>
                                      </p:tavLst>
                                    </p:anim>
                                  </p:childTnLst>
                                </p:cTn>
                              </p:par>
                            </p:childTnLst>
                          </p:cTn>
                        </p:par>
                      </p:childTnLst>
                    </p:cTn>
                  </p:par>
                  <p:par>
                    <p:cTn id="16" fill="hold">
                      <p:stCondLst>
                        <p:cond delay="indefinite"/>
                      </p:stCondLst>
                      <p:childTnLst>
                        <p:par>
                          <p:cTn id="17" fill="hold">
                            <p:stCondLst>
                              <p:cond delay="0"/>
                            </p:stCondLst>
                            <p:childTnLst>
                              <p:par>
                                <p:cTn id="18" presetID="12" presetClass="entr" presetSubtype="8" fill="hold" nodeType="clickEffect">
                                  <p:stCondLst>
                                    <p:cond delay="0"/>
                                  </p:stCondLst>
                                  <p:childTnLst>
                                    <p:set>
                                      <p:cBhvr>
                                        <p:cTn id="19" dur="1" fill="hold">
                                          <p:stCondLst>
                                            <p:cond delay="0"/>
                                          </p:stCondLst>
                                        </p:cTn>
                                        <p:tgtEl>
                                          <p:spTgt spid="42"/>
                                        </p:tgtEl>
                                        <p:attrNameLst>
                                          <p:attrName>style.visibility</p:attrName>
                                        </p:attrNameLst>
                                      </p:cBhvr>
                                      <p:to>
                                        <p:strVal val="visible"/>
                                      </p:to>
                                    </p:set>
                                    <p:anim calcmode="lin" valueType="num">
                                      <p:cBhvr additive="base">
                                        <p:cTn id="20" dur="500"/>
                                        <p:tgtEl>
                                          <p:spTgt spid="42"/>
                                        </p:tgtEl>
                                        <p:attrNameLst>
                                          <p:attrName>ppt_x</p:attrName>
                                        </p:attrNameLst>
                                      </p:cBhvr>
                                      <p:tavLst>
                                        <p:tav tm="0">
                                          <p:val>
                                            <p:strVal val="#ppt_x-#ppt_w*1.125000"/>
                                          </p:val>
                                        </p:tav>
                                        <p:tav tm="100000">
                                          <p:val>
                                            <p:strVal val="#ppt_x"/>
                                          </p:val>
                                        </p:tav>
                                      </p:tavLst>
                                    </p:anim>
                                    <p:animEffect transition="in" filter="wipe(right)">
                                      <p:cBhvr>
                                        <p:cTn id="21" dur="500"/>
                                        <p:tgtEl>
                                          <p:spTgt spid="42"/>
                                        </p:tgtEl>
                                      </p:cBhvr>
                                    </p:animEffect>
                                  </p:childTnLst>
                                </p:cTn>
                              </p:par>
                            </p:childTnLst>
                          </p:cTn>
                        </p:par>
                      </p:childTnLst>
                    </p:cTn>
                  </p:par>
                  <p:par>
                    <p:cTn id="22" fill="hold">
                      <p:stCondLst>
                        <p:cond delay="indefinite"/>
                      </p:stCondLst>
                      <p:childTnLst>
                        <p:par>
                          <p:cTn id="23" fill="hold">
                            <p:stCondLst>
                              <p:cond delay="0"/>
                            </p:stCondLst>
                            <p:childTnLst>
                              <p:par>
                                <p:cTn id="24" presetID="12" presetClass="entr" presetSubtype="1" fill="hold" nodeType="clickEffect">
                                  <p:stCondLst>
                                    <p:cond delay="0"/>
                                  </p:stCondLst>
                                  <p:childTnLst>
                                    <p:set>
                                      <p:cBhvr>
                                        <p:cTn id="25" dur="1" fill="hold">
                                          <p:stCondLst>
                                            <p:cond delay="0"/>
                                          </p:stCondLst>
                                        </p:cTn>
                                        <p:tgtEl>
                                          <p:spTgt spid="50"/>
                                        </p:tgtEl>
                                        <p:attrNameLst>
                                          <p:attrName>style.visibility</p:attrName>
                                        </p:attrNameLst>
                                      </p:cBhvr>
                                      <p:to>
                                        <p:strVal val="visible"/>
                                      </p:to>
                                    </p:set>
                                    <p:anim calcmode="lin" valueType="num">
                                      <p:cBhvr additive="base">
                                        <p:cTn id="26" dur="500"/>
                                        <p:tgtEl>
                                          <p:spTgt spid="50"/>
                                        </p:tgtEl>
                                        <p:attrNameLst>
                                          <p:attrName>ppt_y</p:attrName>
                                        </p:attrNameLst>
                                      </p:cBhvr>
                                      <p:tavLst>
                                        <p:tav tm="0">
                                          <p:val>
                                            <p:strVal val="#ppt_y-#ppt_h*1.125000"/>
                                          </p:val>
                                        </p:tav>
                                        <p:tav tm="100000">
                                          <p:val>
                                            <p:strVal val="#ppt_y"/>
                                          </p:val>
                                        </p:tav>
                                      </p:tavLst>
                                    </p:anim>
                                    <p:animEffect transition="in" filter="wipe(down)">
                                      <p:cBhvr>
                                        <p:cTn id="27" dur="500"/>
                                        <p:tgtEl>
                                          <p:spTgt spid="50"/>
                                        </p:tgtEl>
                                      </p:cBhvr>
                                    </p:animEffect>
                                  </p:childTnLst>
                                </p:cTn>
                              </p:par>
                              <p:par>
                                <p:cTn id="28" presetID="12" presetClass="entr" presetSubtype="1" fill="hold" nodeType="withEffect">
                                  <p:stCondLst>
                                    <p:cond delay="0"/>
                                  </p:stCondLst>
                                  <p:childTnLst>
                                    <p:set>
                                      <p:cBhvr>
                                        <p:cTn id="29" dur="1" fill="hold">
                                          <p:stCondLst>
                                            <p:cond delay="0"/>
                                          </p:stCondLst>
                                        </p:cTn>
                                        <p:tgtEl>
                                          <p:spTgt spid="54"/>
                                        </p:tgtEl>
                                        <p:attrNameLst>
                                          <p:attrName>style.visibility</p:attrName>
                                        </p:attrNameLst>
                                      </p:cBhvr>
                                      <p:to>
                                        <p:strVal val="visible"/>
                                      </p:to>
                                    </p:set>
                                    <p:anim calcmode="lin" valueType="num">
                                      <p:cBhvr additive="base">
                                        <p:cTn id="30" dur="500"/>
                                        <p:tgtEl>
                                          <p:spTgt spid="54"/>
                                        </p:tgtEl>
                                        <p:attrNameLst>
                                          <p:attrName>ppt_y</p:attrName>
                                        </p:attrNameLst>
                                      </p:cBhvr>
                                      <p:tavLst>
                                        <p:tav tm="0">
                                          <p:val>
                                            <p:strVal val="#ppt_y-#ppt_h*1.125000"/>
                                          </p:val>
                                        </p:tav>
                                        <p:tav tm="100000">
                                          <p:val>
                                            <p:strVal val="#ppt_y"/>
                                          </p:val>
                                        </p:tav>
                                      </p:tavLst>
                                    </p:anim>
                                    <p:animEffect transition="in" filter="wipe(down)">
                                      <p:cBhvr>
                                        <p:cTn id="31" dur="500"/>
                                        <p:tgtEl>
                                          <p:spTgt spid="54"/>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6" grpId="0"/>
    </p:bldLst>
  </p:timing>
</p:sld>
</file>

<file path=ppt/slides/slide44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35" name="组合 34">
            <a:extLst>
              <a:ext uri="{FF2B5EF4-FFF2-40B4-BE49-F238E27FC236}">
                <a16:creationId xmlns:a16="http://schemas.microsoft.com/office/drawing/2014/main" id="{40DBA2CF-66D0-4B9C-B3C6-7ED8E8AC5333}"/>
              </a:ext>
            </a:extLst>
          </p:cNvPr>
          <p:cNvGrpSpPr/>
          <p:nvPr/>
        </p:nvGrpSpPr>
        <p:grpSpPr>
          <a:xfrm rot="4362017">
            <a:off x="7370569" y="3623719"/>
            <a:ext cx="1126890" cy="369332"/>
            <a:chOff x="4007578" y="5529694"/>
            <a:chExt cx="1126890" cy="369332"/>
          </a:xfrm>
        </p:grpSpPr>
        <p:sp>
          <p:nvSpPr>
            <p:cNvPr id="36" name="标注: 右箭头 35">
              <a:extLst>
                <a:ext uri="{FF2B5EF4-FFF2-40B4-BE49-F238E27FC236}">
                  <a16:creationId xmlns:a16="http://schemas.microsoft.com/office/drawing/2014/main" id="{DBF98E17-A36C-4B86-8018-3E3A5264D631}"/>
                </a:ext>
              </a:extLst>
            </p:cNvPr>
            <p:cNvSpPr/>
            <p:nvPr/>
          </p:nvSpPr>
          <p:spPr>
            <a:xfrm rot="10800000">
              <a:off x="4007578" y="5561382"/>
              <a:ext cx="1067268" cy="292308"/>
            </a:xfrm>
            <a:prstGeom prst="rightArrowCallout">
              <a:avLst>
                <a:gd name="adj1" fmla="val 25000"/>
                <a:gd name="adj2" fmla="val 20833"/>
                <a:gd name="adj3" fmla="val 36378"/>
                <a:gd name="adj4" fmla="val 81742"/>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b="1" dirty="0">
                <a:solidFill>
                  <a:schemeClr val="tx1"/>
                </a:solidFill>
                <a:latin typeface="Arial Narrow" panose="020B0606020202030204" pitchFamily="34" charset="0"/>
                <a:ea typeface="宋体" panose="02010600030101010101" pitchFamily="2" charset="-122"/>
              </a:endParaRPr>
            </a:p>
          </p:txBody>
        </p:sp>
        <p:sp>
          <p:nvSpPr>
            <p:cNvPr id="40" name="文本框 39">
              <a:extLst>
                <a:ext uri="{FF2B5EF4-FFF2-40B4-BE49-F238E27FC236}">
                  <a16:creationId xmlns:a16="http://schemas.microsoft.com/office/drawing/2014/main" id="{24341FD9-8CF6-44CB-9E02-F7ABB9F174D6}"/>
                </a:ext>
              </a:extLst>
            </p:cNvPr>
            <p:cNvSpPr txBox="1"/>
            <p:nvPr/>
          </p:nvSpPr>
          <p:spPr>
            <a:xfrm>
              <a:off x="4166085" y="5529694"/>
              <a:ext cx="968383" cy="369332"/>
            </a:xfrm>
            <a:prstGeom prst="rect">
              <a:avLst/>
            </a:prstGeom>
            <a:noFill/>
          </p:spPr>
          <p:txBody>
            <a:bodyPr wrap="square">
              <a:spAutoFit/>
            </a:bodyPr>
            <a:lstStyle/>
            <a:p>
              <a:pPr algn="ctr"/>
              <a:r>
                <a:rPr lang="en-US" altLang="zh-CN" b="1" dirty="0">
                  <a:solidFill>
                    <a:schemeClr val="tx1"/>
                  </a:solidFill>
                  <a:latin typeface="Arial Narrow" panose="020B0606020202030204" pitchFamily="34" charset="0"/>
                  <a:ea typeface="宋体" panose="02010600030101010101" pitchFamily="2" charset="-122"/>
                </a:rPr>
                <a:t>H2←H4</a:t>
              </a:r>
              <a:endParaRPr lang="zh-CN" altLang="en-US" b="1" dirty="0">
                <a:solidFill>
                  <a:schemeClr val="tx1"/>
                </a:solidFill>
                <a:latin typeface="Arial Narrow" panose="020B0606020202030204" pitchFamily="34" charset="0"/>
                <a:ea typeface="宋体" panose="02010600030101010101" pitchFamily="2" charset="-122"/>
              </a:endParaRPr>
            </a:p>
          </p:txBody>
        </p:sp>
      </p:grpSp>
      <p:grpSp>
        <p:nvGrpSpPr>
          <p:cNvPr id="50" name="组合 49">
            <a:extLst>
              <a:ext uri="{FF2B5EF4-FFF2-40B4-BE49-F238E27FC236}">
                <a16:creationId xmlns:a16="http://schemas.microsoft.com/office/drawing/2014/main" id="{F28106FB-6AFA-4401-80D1-0937F19CC975}"/>
              </a:ext>
            </a:extLst>
          </p:cNvPr>
          <p:cNvGrpSpPr/>
          <p:nvPr/>
        </p:nvGrpSpPr>
        <p:grpSpPr>
          <a:xfrm rot="6583611">
            <a:off x="6460184" y="3614776"/>
            <a:ext cx="1126890" cy="369332"/>
            <a:chOff x="3305836" y="5468237"/>
            <a:chExt cx="1126890" cy="369332"/>
          </a:xfrm>
        </p:grpSpPr>
        <p:sp>
          <p:nvSpPr>
            <p:cNvPr id="51" name="标注: 右箭头 50">
              <a:extLst>
                <a:ext uri="{FF2B5EF4-FFF2-40B4-BE49-F238E27FC236}">
                  <a16:creationId xmlns:a16="http://schemas.microsoft.com/office/drawing/2014/main" id="{E4CB23E4-C983-43EE-85FC-6C06FB1468DE}"/>
                </a:ext>
              </a:extLst>
            </p:cNvPr>
            <p:cNvSpPr/>
            <p:nvPr/>
          </p:nvSpPr>
          <p:spPr>
            <a:xfrm>
              <a:off x="3365458" y="5513572"/>
              <a:ext cx="1067268" cy="292308"/>
            </a:xfrm>
            <a:prstGeom prst="rightArrowCallout">
              <a:avLst>
                <a:gd name="adj1" fmla="val 25000"/>
                <a:gd name="adj2" fmla="val 20833"/>
                <a:gd name="adj3" fmla="val 36378"/>
                <a:gd name="adj4" fmla="val 81742"/>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b="1" dirty="0">
                <a:solidFill>
                  <a:schemeClr val="tx1"/>
                </a:solidFill>
                <a:latin typeface="Arial Narrow" panose="020B0606020202030204" pitchFamily="34" charset="0"/>
                <a:ea typeface="宋体" panose="02010600030101010101" pitchFamily="2" charset="-122"/>
              </a:endParaRPr>
            </a:p>
          </p:txBody>
        </p:sp>
        <p:sp>
          <p:nvSpPr>
            <p:cNvPr id="52" name="文本框 51">
              <a:extLst>
                <a:ext uri="{FF2B5EF4-FFF2-40B4-BE49-F238E27FC236}">
                  <a16:creationId xmlns:a16="http://schemas.microsoft.com/office/drawing/2014/main" id="{96321F68-C594-40DA-85F1-15D80F72B1C4}"/>
                </a:ext>
              </a:extLst>
            </p:cNvPr>
            <p:cNvSpPr txBox="1"/>
            <p:nvPr/>
          </p:nvSpPr>
          <p:spPr>
            <a:xfrm>
              <a:off x="3305836" y="5468237"/>
              <a:ext cx="968383" cy="369332"/>
            </a:xfrm>
            <a:prstGeom prst="rect">
              <a:avLst/>
            </a:prstGeom>
            <a:noFill/>
          </p:spPr>
          <p:txBody>
            <a:bodyPr wrap="square">
              <a:spAutoFit/>
            </a:bodyPr>
            <a:lstStyle/>
            <a:p>
              <a:pPr algn="ctr"/>
              <a:r>
                <a:rPr lang="en-US" altLang="zh-CN" b="1" dirty="0">
                  <a:solidFill>
                    <a:schemeClr val="tx1"/>
                  </a:solidFill>
                  <a:latin typeface="Arial Narrow" panose="020B0606020202030204" pitchFamily="34" charset="0"/>
                  <a:ea typeface="宋体" panose="02010600030101010101" pitchFamily="2" charset="-122"/>
                </a:rPr>
                <a:t>H4→H2</a:t>
              </a:r>
              <a:endParaRPr lang="zh-CN" altLang="en-US" b="1" dirty="0">
                <a:solidFill>
                  <a:schemeClr val="tx1"/>
                </a:solidFill>
                <a:latin typeface="Arial Narrow" panose="020B0606020202030204" pitchFamily="34" charset="0"/>
                <a:ea typeface="宋体" panose="02010600030101010101" pitchFamily="2" charset="-122"/>
              </a:endParaRPr>
            </a:p>
          </p:txBody>
        </p:sp>
      </p:grpSp>
      <p:grpSp>
        <p:nvGrpSpPr>
          <p:cNvPr id="4" name="组合 3">
            <a:extLst>
              <a:ext uri="{FF2B5EF4-FFF2-40B4-BE49-F238E27FC236}">
                <a16:creationId xmlns:a16="http://schemas.microsoft.com/office/drawing/2014/main" id="{9A1EA9F2-FCB6-48C3-935F-7AE7E3AD14AC}"/>
              </a:ext>
            </a:extLst>
          </p:cNvPr>
          <p:cNvGrpSpPr/>
          <p:nvPr/>
        </p:nvGrpSpPr>
        <p:grpSpPr>
          <a:xfrm>
            <a:off x="304800" y="749300"/>
            <a:ext cx="4938199" cy="400110"/>
            <a:chOff x="424117" y="898245"/>
            <a:chExt cx="4938199" cy="400110"/>
          </a:xfrm>
        </p:grpSpPr>
        <p:sp>
          <p:nvSpPr>
            <p:cNvPr id="2" name="平行四边形 1">
              <a:extLst>
                <a:ext uri="{FF2B5EF4-FFF2-40B4-BE49-F238E27FC236}">
                  <a16:creationId xmlns:a16="http://schemas.microsoft.com/office/drawing/2014/main" id="{1F5BAA3F-9845-4F89-A2DD-8222D3E4EDAC}"/>
                </a:ext>
              </a:extLst>
            </p:cNvPr>
            <p:cNvSpPr/>
            <p:nvPr/>
          </p:nvSpPr>
          <p:spPr>
            <a:xfrm>
              <a:off x="424117" y="898245"/>
              <a:ext cx="628306" cy="387090"/>
            </a:xfrm>
            <a:prstGeom prst="parallelogram">
              <a:avLst/>
            </a:prstGeom>
            <a:solidFill>
              <a:schemeClr val="accent3">
                <a:lumMod val="75000"/>
              </a:schemeClr>
            </a:solidFill>
            <a:ln>
              <a:solidFill>
                <a:schemeClr val="accent3">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CN" sz="2200" dirty="0">
                  <a:latin typeface="Impact" panose="020B0806030902050204" pitchFamily="34" charset="0"/>
                </a:rPr>
                <a:t>01</a:t>
              </a:r>
              <a:endParaRPr lang="zh-CN" altLang="en-US" sz="2200" dirty="0">
                <a:latin typeface="Impact" panose="020B0806030902050204" pitchFamily="34" charset="0"/>
              </a:endParaRPr>
            </a:p>
          </p:txBody>
        </p:sp>
        <p:sp>
          <p:nvSpPr>
            <p:cNvPr id="3" name="文本框 2">
              <a:extLst>
                <a:ext uri="{FF2B5EF4-FFF2-40B4-BE49-F238E27FC236}">
                  <a16:creationId xmlns:a16="http://schemas.microsoft.com/office/drawing/2014/main" id="{4D6BD736-A4D3-4F26-AFED-36E11F50F70B}"/>
                </a:ext>
              </a:extLst>
            </p:cNvPr>
            <p:cNvSpPr txBox="1"/>
            <p:nvPr/>
          </p:nvSpPr>
          <p:spPr>
            <a:xfrm>
              <a:off x="1052423" y="898245"/>
              <a:ext cx="4309893" cy="400110"/>
            </a:xfrm>
            <a:prstGeom prst="rect">
              <a:avLst/>
            </a:prstGeom>
            <a:noFill/>
          </p:spPr>
          <p:txBody>
            <a:bodyPr wrap="square" rtlCol="0">
              <a:spAutoFit/>
            </a:bodyPr>
            <a:lstStyle/>
            <a:p>
              <a:r>
                <a:rPr lang="zh-CN" altLang="en-US" sz="2000" b="1" dirty="0">
                  <a:solidFill>
                    <a:schemeClr val="tx1"/>
                  </a:solidFill>
                  <a:latin typeface="Arial Narrow" panose="020B0606020202030204" pitchFamily="34" charset="0"/>
                </a:rPr>
                <a:t>共享式以太网与交换式以太网的对比</a:t>
              </a:r>
              <a:endParaRPr lang="en-US" altLang="zh-CN" sz="2000" b="1" dirty="0">
                <a:solidFill>
                  <a:schemeClr val="tx1"/>
                </a:solidFill>
                <a:latin typeface="Arial Narrow" panose="020B0606020202030204" pitchFamily="34" charset="0"/>
              </a:endParaRPr>
            </a:p>
          </p:txBody>
        </p:sp>
      </p:grpSp>
      <p:sp>
        <p:nvSpPr>
          <p:cNvPr id="72" name="文本框 71">
            <a:extLst>
              <a:ext uri="{FF2B5EF4-FFF2-40B4-BE49-F238E27FC236}">
                <a16:creationId xmlns:a16="http://schemas.microsoft.com/office/drawing/2014/main" id="{694982CA-BBE3-4971-A06F-36B59AA7466A}"/>
              </a:ext>
            </a:extLst>
          </p:cNvPr>
          <p:cNvSpPr txBox="1"/>
          <p:nvPr/>
        </p:nvSpPr>
        <p:spPr>
          <a:xfrm>
            <a:off x="5130878" y="736280"/>
            <a:ext cx="2922270" cy="400110"/>
          </a:xfrm>
          <a:prstGeom prst="rect">
            <a:avLst/>
          </a:prstGeom>
          <a:noFill/>
        </p:spPr>
        <p:txBody>
          <a:bodyPr wrap="square" rtlCol="0">
            <a:spAutoFit/>
          </a:bodyPr>
          <a:lstStyle/>
          <a:p>
            <a:r>
              <a:rPr lang="en-US" altLang="zh-CN" sz="2000" b="1" dirty="0">
                <a:solidFill>
                  <a:schemeClr val="tx1"/>
                </a:solidFill>
                <a:latin typeface="Arial Narrow" panose="020B0606020202030204" pitchFamily="34" charset="0"/>
              </a:rPr>
              <a:t>(</a:t>
            </a:r>
            <a:r>
              <a:rPr lang="zh-CN" altLang="en-US" sz="2000" b="1" dirty="0">
                <a:solidFill>
                  <a:schemeClr val="tx1"/>
                </a:solidFill>
                <a:latin typeface="Arial Narrow" panose="020B0606020202030204" pitchFamily="34" charset="0"/>
              </a:rPr>
              <a:t>集线器与交换机的对比</a:t>
            </a:r>
            <a:r>
              <a:rPr lang="en-US" altLang="zh-CN" sz="2000" b="1" dirty="0">
                <a:solidFill>
                  <a:schemeClr val="tx1"/>
                </a:solidFill>
                <a:latin typeface="Arial Narrow" panose="020B0606020202030204" pitchFamily="34" charset="0"/>
              </a:rPr>
              <a:t>)</a:t>
            </a:r>
          </a:p>
        </p:txBody>
      </p:sp>
      <p:sp>
        <p:nvSpPr>
          <p:cNvPr id="47" name="íşlïḍè">
            <a:extLst>
              <a:ext uri="{FF2B5EF4-FFF2-40B4-BE49-F238E27FC236}">
                <a16:creationId xmlns:a16="http://schemas.microsoft.com/office/drawing/2014/main" id="{EF7F0F29-CECF-41FA-AF38-C6403C739425}"/>
              </a:ext>
            </a:extLst>
          </p:cNvPr>
          <p:cNvSpPr txBox="1"/>
          <p:nvPr/>
        </p:nvSpPr>
        <p:spPr>
          <a:xfrm>
            <a:off x="7390378" y="1508324"/>
            <a:ext cx="349832" cy="400111"/>
          </a:xfrm>
          <a:prstGeom prst="rect">
            <a:avLst/>
          </a:prstGeom>
          <a:noFill/>
        </p:spPr>
        <p:txBody>
          <a:bodyPr wrap="square" lIns="91440" tIns="45720" rIns="91440" bIns="45720" anchor="ctr">
            <a:noAutofit/>
          </a:bodyPr>
          <a:lstStyle/>
          <a:p>
            <a:pPr algn="ctr"/>
            <a:r>
              <a:rPr lang="en-US" altLang="zh-CN" sz="2800" b="1" dirty="0">
                <a:solidFill>
                  <a:schemeClr val="accent1">
                    <a:lumMod val="75000"/>
                  </a:schemeClr>
                </a:solidFill>
                <a:latin typeface="Arial Black" panose="020B0A04020102020204" pitchFamily="34" charset="0"/>
              </a:rPr>
              <a:t>D</a:t>
            </a:r>
            <a:endParaRPr lang="zh-CN" altLang="en-US" sz="2800" b="1" dirty="0">
              <a:solidFill>
                <a:schemeClr val="accent1">
                  <a:lumMod val="75000"/>
                </a:schemeClr>
              </a:solidFill>
              <a:latin typeface="Arial Black" panose="020B0A04020102020204" pitchFamily="34" charset="0"/>
            </a:endParaRPr>
          </a:p>
        </p:txBody>
      </p:sp>
      <p:grpSp>
        <p:nvGrpSpPr>
          <p:cNvPr id="87" name="组合 86">
            <a:extLst>
              <a:ext uri="{FF2B5EF4-FFF2-40B4-BE49-F238E27FC236}">
                <a16:creationId xmlns:a16="http://schemas.microsoft.com/office/drawing/2014/main" id="{49DCEA6F-6778-4E86-9E0C-845B66A49FA5}"/>
              </a:ext>
            </a:extLst>
          </p:cNvPr>
          <p:cNvGrpSpPr/>
          <p:nvPr/>
        </p:nvGrpSpPr>
        <p:grpSpPr>
          <a:xfrm>
            <a:off x="933106" y="1185832"/>
            <a:ext cx="10954094" cy="4190924"/>
            <a:chOff x="933106" y="1185832"/>
            <a:chExt cx="10954094" cy="4190924"/>
          </a:xfrm>
        </p:grpSpPr>
        <p:grpSp>
          <p:nvGrpSpPr>
            <p:cNvPr id="5" name="组合 4">
              <a:extLst>
                <a:ext uri="{FF2B5EF4-FFF2-40B4-BE49-F238E27FC236}">
                  <a16:creationId xmlns:a16="http://schemas.microsoft.com/office/drawing/2014/main" id="{E64C77BF-AAA7-4EA6-90FD-5A5F265F782E}"/>
                </a:ext>
              </a:extLst>
            </p:cNvPr>
            <p:cNvGrpSpPr/>
            <p:nvPr/>
          </p:nvGrpSpPr>
          <p:grpSpPr>
            <a:xfrm>
              <a:off x="933106" y="1185832"/>
              <a:ext cx="10954094" cy="1140925"/>
              <a:chOff x="933106" y="1185832"/>
              <a:chExt cx="10954094" cy="1140925"/>
            </a:xfrm>
          </p:grpSpPr>
          <p:sp>
            <p:nvSpPr>
              <p:cNvPr id="41" name="íşlïḍè">
                <a:extLst>
                  <a:ext uri="{FF2B5EF4-FFF2-40B4-BE49-F238E27FC236}">
                    <a16:creationId xmlns:a16="http://schemas.microsoft.com/office/drawing/2014/main" id="{CA40DF32-EE18-40A9-BC21-8D534DAC4DD0}"/>
                  </a:ext>
                </a:extLst>
              </p:cNvPr>
              <p:cNvSpPr txBox="1"/>
              <p:nvPr/>
            </p:nvSpPr>
            <p:spPr>
              <a:xfrm>
                <a:off x="933106" y="1185832"/>
                <a:ext cx="10954094" cy="740816"/>
              </a:xfrm>
              <a:prstGeom prst="rect">
                <a:avLst/>
              </a:prstGeom>
              <a:noFill/>
            </p:spPr>
            <p:txBody>
              <a:bodyPr wrap="square" lIns="91440" tIns="45720" rIns="91440" bIns="45720" anchor="ctr">
                <a:noAutofit/>
              </a:bodyPr>
              <a:lstStyle/>
              <a:p>
                <a:r>
                  <a:rPr lang="en-US" altLang="zh-CN" b="1" dirty="0">
                    <a:latin typeface="Arial Narrow" panose="020B0606020202030204" pitchFamily="34" charset="0"/>
                  </a:rPr>
                  <a:t>【2016</a:t>
                </a:r>
                <a:r>
                  <a:rPr lang="zh-CN" altLang="en-US" b="1" dirty="0">
                    <a:latin typeface="Arial Narrow" panose="020B0606020202030204" pitchFamily="34" charset="0"/>
                  </a:rPr>
                  <a:t>年 题</a:t>
                </a:r>
                <a:r>
                  <a:rPr lang="en-US" altLang="zh-CN" b="1" dirty="0">
                    <a:latin typeface="Arial Narrow" panose="020B0606020202030204" pitchFamily="34" charset="0"/>
                  </a:rPr>
                  <a:t>35】</a:t>
                </a:r>
                <a:r>
                  <a:rPr lang="zh-CN" altLang="en-US" b="1" dirty="0">
                    <a:latin typeface="Arial Narrow" panose="020B0606020202030204" pitchFamily="34" charset="0"/>
                  </a:rPr>
                  <a:t>若下图中的主机</a:t>
                </a:r>
                <a:r>
                  <a:rPr lang="en-US" altLang="zh-CN" b="1" dirty="0">
                    <a:latin typeface="Arial Narrow" panose="020B0606020202030204" pitchFamily="34" charset="0"/>
                  </a:rPr>
                  <a:t>H2</a:t>
                </a:r>
                <a:r>
                  <a:rPr lang="zh-CN" altLang="en-US" b="1" dirty="0">
                    <a:latin typeface="Arial Narrow" panose="020B0606020202030204" pitchFamily="34" charset="0"/>
                  </a:rPr>
                  <a:t>向主机</a:t>
                </a:r>
                <a:r>
                  <a:rPr lang="en-US" altLang="zh-CN" b="1" dirty="0">
                    <a:latin typeface="Arial Narrow" panose="020B0606020202030204" pitchFamily="34" charset="0"/>
                  </a:rPr>
                  <a:t>H4</a:t>
                </a:r>
                <a:r>
                  <a:rPr lang="zh-CN" altLang="en-US" b="1" dirty="0">
                    <a:latin typeface="Arial Narrow" panose="020B0606020202030204" pitchFamily="34" charset="0"/>
                  </a:rPr>
                  <a:t>发送</a:t>
                </a:r>
                <a:r>
                  <a:rPr lang="en-US" altLang="zh-CN" b="1" dirty="0">
                    <a:latin typeface="Arial Narrow" panose="020B0606020202030204" pitchFamily="34" charset="0"/>
                  </a:rPr>
                  <a:t>1</a:t>
                </a:r>
                <a:r>
                  <a:rPr lang="zh-CN" altLang="en-US" b="1" dirty="0">
                    <a:latin typeface="Arial Narrow" panose="020B0606020202030204" pitchFamily="34" charset="0"/>
                  </a:rPr>
                  <a:t>个数据帧，主机</a:t>
                </a:r>
                <a:r>
                  <a:rPr lang="en-US" altLang="zh-CN" b="1" dirty="0">
                    <a:latin typeface="Arial Narrow" panose="020B0606020202030204" pitchFamily="34" charset="0"/>
                  </a:rPr>
                  <a:t>H4</a:t>
                </a:r>
                <a:r>
                  <a:rPr lang="zh-CN" altLang="en-US" b="1" dirty="0">
                    <a:latin typeface="Arial Narrow" panose="020B0606020202030204" pitchFamily="34" charset="0"/>
                  </a:rPr>
                  <a:t>向主机</a:t>
                </a:r>
                <a:r>
                  <a:rPr lang="en-US" altLang="zh-CN" b="1" dirty="0">
                    <a:latin typeface="Arial Narrow" panose="020B0606020202030204" pitchFamily="34" charset="0"/>
                  </a:rPr>
                  <a:t>H2</a:t>
                </a:r>
                <a:r>
                  <a:rPr lang="zh-CN" altLang="en-US" b="1" dirty="0">
                    <a:latin typeface="Arial Narrow" panose="020B0606020202030204" pitchFamily="34" charset="0"/>
                  </a:rPr>
                  <a:t>立即发送一个确认帧，则除</a:t>
                </a:r>
                <a:r>
                  <a:rPr lang="en-US" altLang="zh-CN" b="1" dirty="0">
                    <a:latin typeface="Arial Narrow" panose="020B0606020202030204" pitchFamily="34" charset="0"/>
                  </a:rPr>
                  <a:t>H4</a:t>
                </a:r>
              </a:p>
              <a:p>
                <a:r>
                  <a:rPr lang="en-US" altLang="zh-CN" b="1" dirty="0">
                    <a:latin typeface="Arial Narrow" panose="020B0606020202030204" pitchFamily="34" charset="0"/>
                  </a:rPr>
                  <a:t>                              </a:t>
                </a:r>
                <a:r>
                  <a:rPr lang="zh-CN" altLang="en-US" b="1" dirty="0">
                    <a:latin typeface="Arial Narrow" panose="020B0606020202030204" pitchFamily="34" charset="0"/>
                  </a:rPr>
                  <a:t>外，从物理层上能够收到该确认帧的主机还有（      ）。</a:t>
                </a:r>
              </a:p>
            </p:txBody>
          </p:sp>
          <p:sp>
            <p:nvSpPr>
              <p:cNvPr id="43" name="íşlïḍè">
                <a:extLst>
                  <a:ext uri="{FF2B5EF4-FFF2-40B4-BE49-F238E27FC236}">
                    <a16:creationId xmlns:a16="http://schemas.microsoft.com/office/drawing/2014/main" id="{093ECB5F-0217-4B85-9FB3-3CAF1006444D}"/>
                  </a:ext>
                </a:extLst>
              </p:cNvPr>
              <p:cNvSpPr txBox="1"/>
              <p:nvPr/>
            </p:nvSpPr>
            <p:spPr>
              <a:xfrm>
                <a:off x="2575373" y="1926646"/>
                <a:ext cx="1022592" cy="400111"/>
              </a:xfrm>
              <a:prstGeom prst="rect">
                <a:avLst/>
              </a:prstGeom>
              <a:noFill/>
            </p:spPr>
            <p:txBody>
              <a:bodyPr wrap="square" lIns="91440" tIns="45720" rIns="91440" bIns="45720" anchor="ctr">
                <a:noAutofit/>
              </a:bodyPr>
              <a:lstStyle/>
              <a:p>
                <a:r>
                  <a:rPr lang="en-US" altLang="zh-CN" b="1" dirty="0">
                    <a:latin typeface="Arial Narrow" panose="020B0606020202030204" pitchFamily="34" charset="0"/>
                  </a:rPr>
                  <a:t>A. </a:t>
                </a:r>
                <a:r>
                  <a:rPr lang="zh-CN" altLang="en-US" b="1" dirty="0">
                    <a:latin typeface="Arial Narrow" panose="020B0606020202030204" pitchFamily="34" charset="0"/>
                  </a:rPr>
                  <a:t>仅</a:t>
                </a:r>
                <a:r>
                  <a:rPr lang="en-US" altLang="zh-CN" b="1" dirty="0">
                    <a:latin typeface="Arial Narrow" panose="020B0606020202030204" pitchFamily="34" charset="0"/>
                  </a:rPr>
                  <a:t>H2</a:t>
                </a:r>
                <a:endParaRPr lang="zh-CN" altLang="en-US" b="1" dirty="0">
                  <a:latin typeface="Arial Narrow" panose="020B0606020202030204" pitchFamily="34" charset="0"/>
                </a:endParaRPr>
              </a:p>
            </p:txBody>
          </p:sp>
          <p:sp>
            <p:nvSpPr>
              <p:cNvPr id="19" name="íşlïḍè">
                <a:extLst>
                  <a:ext uri="{FF2B5EF4-FFF2-40B4-BE49-F238E27FC236}">
                    <a16:creationId xmlns:a16="http://schemas.microsoft.com/office/drawing/2014/main" id="{E49F639F-DD9B-45B7-B91D-8261A9580DD8}"/>
                  </a:ext>
                </a:extLst>
              </p:cNvPr>
              <p:cNvSpPr txBox="1"/>
              <p:nvPr/>
            </p:nvSpPr>
            <p:spPr>
              <a:xfrm>
                <a:off x="4052254" y="1926646"/>
                <a:ext cx="1022592" cy="400111"/>
              </a:xfrm>
              <a:prstGeom prst="rect">
                <a:avLst/>
              </a:prstGeom>
              <a:noFill/>
            </p:spPr>
            <p:txBody>
              <a:bodyPr wrap="square" lIns="91440" tIns="45720" rIns="91440" bIns="45720" anchor="ctr">
                <a:noAutofit/>
              </a:bodyPr>
              <a:lstStyle/>
              <a:p>
                <a:r>
                  <a:rPr lang="en-US" altLang="zh-CN" b="1" dirty="0">
                    <a:latin typeface="Arial Narrow" panose="020B0606020202030204" pitchFamily="34" charset="0"/>
                  </a:rPr>
                  <a:t>B. </a:t>
                </a:r>
                <a:r>
                  <a:rPr lang="zh-CN" altLang="en-US" b="1" dirty="0">
                    <a:latin typeface="Arial Narrow" panose="020B0606020202030204" pitchFamily="34" charset="0"/>
                  </a:rPr>
                  <a:t>仅</a:t>
                </a:r>
                <a:r>
                  <a:rPr lang="en-US" altLang="zh-CN" b="1" dirty="0">
                    <a:latin typeface="Arial Narrow" panose="020B0606020202030204" pitchFamily="34" charset="0"/>
                  </a:rPr>
                  <a:t>H3</a:t>
                </a:r>
                <a:endParaRPr lang="zh-CN" altLang="en-US" b="1" dirty="0">
                  <a:latin typeface="Arial Narrow" panose="020B0606020202030204" pitchFamily="34" charset="0"/>
                </a:endParaRPr>
              </a:p>
            </p:txBody>
          </p:sp>
          <p:sp>
            <p:nvSpPr>
              <p:cNvPr id="20" name="íşlïḍè">
                <a:extLst>
                  <a:ext uri="{FF2B5EF4-FFF2-40B4-BE49-F238E27FC236}">
                    <a16:creationId xmlns:a16="http://schemas.microsoft.com/office/drawing/2014/main" id="{F50DC21F-2F88-48F1-A842-A56E7850FE3B}"/>
                  </a:ext>
                </a:extLst>
              </p:cNvPr>
              <p:cNvSpPr txBox="1"/>
              <p:nvPr/>
            </p:nvSpPr>
            <p:spPr>
              <a:xfrm>
                <a:off x="5529135" y="1926646"/>
                <a:ext cx="1379816" cy="400111"/>
              </a:xfrm>
              <a:prstGeom prst="rect">
                <a:avLst/>
              </a:prstGeom>
              <a:noFill/>
            </p:spPr>
            <p:txBody>
              <a:bodyPr wrap="square" lIns="91440" tIns="45720" rIns="91440" bIns="45720" anchor="ctr">
                <a:noAutofit/>
              </a:bodyPr>
              <a:lstStyle/>
              <a:p>
                <a:r>
                  <a:rPr lang="en-US" altLang="zh-CN" b="1" dirty="0">
                    <a:latin typeface="Arial Narrow" panose="020B0606020202030204" pitchFamily="34" charset="0"/>
                  </a:rPr>
                  <a:t>C. </a:t>
                </a:r>
                <a:r>
                  <a:rPr lang="zh-CN" altLang="en-US" b="1" dirty="0">
                    <a:latin typeface="Arial Narrow" panose="020B0606020202030204" pitchFamily="34" charset="0"/>
                  </a:rPr>
                  <a:t>仅</a:t>
                </a:r>
                <a:r>
                  <a:rPr lang="en-US" altLang="zh-CN" b="1" dirty="0">
                    <a:latin typeface="Arial Narrow" panose="020B0606020202030204" pitchFamily="34" charset="0"/>
                  </a:rPr>
                  <a:t>H1</a:t>
                </a:r>
                <a:r>
                  <a:rPr lang="zh-CN" altLang="en-US" b="1" dirty="0">
                    <a:latin typeface="Arial Narrow" panose="020B0606020202030204" pitchFamily="34" charset="0"/>
                  </a:rPr>
                  <a:t>、</a:t>
                </a:r>
                <a:r>
                  <a:rPr lang="en-US" altLang="zh-CN" b="1" dirty="0">
                    <a:latin typeface="Arial Narrow" panose="020B0606020202030204" pitchFamily="34" charset="0"/>
                  </a:rPr>
                  <a:t>H2</a:t>
                </a:r>
                <a:endParaRPr lang="zh-CN" altLang="en-US" b="1" dirty="0">
                  <a:latin typeface="Arial Narrow" panose="020B0606020202030204" pitchFamily="34" charset="0"/>
                </a:endParaRPr>
              </a:p>
            </p:txBody>
          </p:sp>
          <p:sp>
            <p:nvSpPr>
              <p:cNvPr id="21" name="íşlïḍè">
                <a:extLst>
                  <a:ext uri="{FF2B5EF4-FFF2-40B4-BE49-F238E27FC236}">
                    <a16:creationId xmlns:a16="http://schemas.microsoft.com/office/drawing/2014/main" id="{05CE2695-6AC7-4076-BFA6-CC7D3D487921}"/>
                  </a:ext>
                </a:extLst>
              </p:cNvPr>
              <p:cNvSpPr txBox="1"/>
              <p:nvPr/>
            </p:nvSpPr>
            <p:spPr>
              <a:xfrm>
                <a:off x="7363240" y="1926646"/>
                <a:ext cx="1379816" cy="400111"/>
              </a:xfrm>
              <a:prstGeom prst="rect">
                <a:avLst/>
              </a:prstGeom>
              <a:noFill/>
            </p:spPr>
            <p:txBody>
              <a:bodyPr wrap="square" lIns="91440" tIns="45720" rIns="91440" bIns="45720" anchor="ctr">
                <a:noAutofit/>
              </a:bodyPr>
              <a:lstStyle/>
              <a:p>
                <a:r>
                  <a:rPr lang="en-US" altLang="zh-CN" b="1" dirty="0">
                    <a:latin typeface="Arial Narrow" panose="020B0606020202030204" pitchFamily="34" charset="0"/>
                  </a:rPr>
                  <a:t>D. </a:t>
                </a:r>
                <a:r>
                  <a:rPr lang="zh-CN" altLang="en-US" b="1" dirty="0">
                    <a:latin typeface="Arial Narrow" panose="020B0606020202030204" pitchFamily="34" charset="0"/>
                  </a:rPr>
                  <a:t>仅</a:t>
                </a:r>
                <a:r>
                  <a:rPr lang="en-US" altLang="zh-CN" b="1" dirty="0">
                    <a:latin typeface="Arial Narrow" panose="020B0606020202030204" pitchFamily="34" charset="0"/>
                  </a:rPr>
                  <a:t>H2</a:t>
                </a:r>
                <a:r>
                  <a:rPr lang="zh-CN" altLang="en-US" b="1" dirty="0">
                    <a:latin typeface="Arial Narrow" panose="020B0606020202030204" pitchFamily="34" charset="0"/>
                  </a:rPr>
                  <a:t>、</a:t>
                </a:r>
                <a:r>
                  <a:rPr lang="en-US" altLang="zh-CN" b="1" dirty="0">
                    <a:latin typeface="Arial Narrow" panose="020B0606020202030204" pitchFamily="34" charset="0"/>
                  </a:rPr>
                  <a:t>H3</a:t>
                </a:r>
                <a:endParaRPr lang="zh-CN" altLang="en-US" b="1" dirty="0">
                  <a:latin typeface="Arial Narrow" panose="020B0606020202030204" pitchFamily="34" charset="0"/>
                </a:endParaRPr>
              </a:p>
            </p:txBody>
          </p:sp>
        </p:grpSp>
        <p:grpSp>
          <p:nvGrpSpPr>
            <p:cNvPr id="86" name="组合 85">
              <a:extLst>
                <a:ext uri="{FF2B5EF4-FFF2-40B4-BE49-F238E27FC236}">
                  <a16:creationId xmlns:a16="http://schemas.microsoft.com/office/drawing/2014/main" id="{FE12A7E4-862F-4BB4-925E-99E2C1CF968E}"/>
                </a:ext>
              </a:extLst>
            </p:cNvPr>
            <p:cNvGrpSpPr/>
            <p:nvPr/>
          </p:nvGrpSpPr>
          <p:grpSpPr>
            <a:xfrm>
              <a:off x="3718552" y="2600644"/>
              <a:ext cx="5448428" cy="2776112"/>
              <a:chOff x="3718552" y="2600644"/>
              <a:chExt cx="5448428" cy="2776112"/>
            </a:xfrm>
          </p:grpSpPr>
          <p:sp>
            <p:nvSpPr>
              <p:cNvPr id="29" name="文本框 28">
                <a:extLst>
                  <a:ext uri="{FF2B5EF4-FFF2-40B4-BE49-F238E27FC236}">
                    <a16:creationId xmlns:a16="http://schemas.microsoft.com/office/drawing/2014/main" id="{876E71DA-9704-4F40-BCEF-F9DB1076127D}"/>
                  </a:ext>
                </a:extLst>
              </p:cNvPr>
              <p:cNvSpPr txBox="1"/>
              <p:nvPr/>
            </p:nvSpPr>
            <p:spPr>
              <a:xfrm>
                <a:off x="3906318" y="3028928"/>
                <a:ext cx="1078453" cy="369332"/>
              </a:xfrm>
              <a:prstGeom prst="rect">
                <a:avLst/>
              </a:prstGeom>
              <a:noFill/>
            </p:spPr>
            <p:txBody>
              <a:bodyPr wrap="square" rtlCol="0">
                <a:spAutoFit/>
              </a:bodyPr>
              <a:lstStyle/>
              <a:p>
                <a:pPr algn="ctr"/>
                <a:r>
                  <a:rPr lang="en-US" altLang="zh-CN" b="1" dirty="0">
                    <a:latin typeface="+mn-ea"/>
                  </a:rPr>
                  <a:t>Switch</a:t>
                </a:r>
                <a:endParaRPr lang="zh-CN" altLang="en-US" b="1" dirty="0">
                  <a:latin typeface="+mn-ea"/>
                </a:endParaRPr>
              </a:p>
            </p:txBody>
          </p:sp>
          <p:cxnSp>
            <p:nvCxnSpPr>
              <p:cNvPr id="30" name="直接连接符 29">
                <a:extLst>
                  <a:ext uri="{FF2B5EF4-FFF2-40B4-BE49-F238E27FC236}">
                    <a16:creationId xmlns:a16="http://schemas.microsoft.com/office/drawing/2014/main" id="{A7411C13-FD03-45C7-B2FA-AC199A969BF0}"/>
                  </a:ext>
                </a:extLst>
              </p:cNvPr>
              <p:cNvCxnSpPr>
                <a:cxnSpLocks/>
              </p:cNvCxnSpPr>
              <p:nvPr/>
            </p:nvCxnSpPr>
            <p:spPr>
              <a:xfrm flipV="1">
                <a:off x="4915116" y="3086064"/>
                <a:ext cx="492174" cy="1382655"/>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1" name="直接连接符 30">
                <a:extLst>
                  <a:ext uri="{FF2B5EF4-FFF2-40B4-BE49-F238E27FC236}">
                    <a16:creationId xmlns:a16="http://schemas.microsoft.com/office/drawing/2014/main" id="{0D22EA90-46CA-45EA-B43B-B266DE8E5BBA}"/>
                  </a:ext>
                </a:extLst>
              </p:cNvPr>
              <p:cNvCxnSpPr>
                <a:cxnSpLocks/>
              </p:cNvCxnSpPr>
              <p:nvPr/>
            </p:nvCxnSpPr>
            <p:spPr>
              <a:xfrm flipH="1" flipV="1">
                <a:off x="5572113" y="3107353"/>
                <a:ext cx="267436" cy="1450323"/>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pic>
            <p:nvPicPr>
              <p:cNvPr id="33" name="图形 10">
                <a:extLst>
                  <a:ext uri="{FF2B5EF4-FFF2-40B4-BE49-F238E27FC236}">
                    <a16:creationId xmlns:a16="http://schemas.microsoft.com/office/drawing/2014/main" id="{AAD61809-550D-47E9-849A-B4F4E56A7E98}"/>
                  </a:ext>
                </a:extLst>
              </p:cNvPr>
              <p:cNvPicPr>
                <a:picLocks noChangeAspect="1"/>
              </p:cNvPicPr>
              <p:nvPr/>
            </p:nvPicPr>
            <p:blipFill>
              <a:blip r:embed="rId3">
                <a:extLst>
                  <a:ext uri="{28A0092B-C50C-407E-A947-70E740481C1C}">
                    <a14:useLocalDpi xmlns:a14="http://schemas.microsoft.com/office/drawing/2010/main" val="0"/>
                  </a:ext>
                  <a:ext uri="{96DAC541-7B7A-43D3-8B79-37D633B846F1}">
                    <asvg:svgBlip xmlns:asvg="http://schemas.microsoft.com/office/drawing/2016/SVG/main" r:embed="rId4"/>
                  </a:ext>
                </a:extLst>
              </a:blip>
              <a:stretch>
                <a:fillRect/>
              </a:stretch>
            </p:blipFill>
            <p:spPr>
              <a:xfrm>
                <a:off x="4468064" y="4353960"/>
                <a:ext cx="662814" cy="641082"/>
              </a:xfrm>
              <a:prstGeom prst="rect">
                <a:avLst/>
              </a:prstGeom>
            </p:spPr>
          </p:pic>
          <p:pic>
            <p:nvPicPr>
              <p:cNvPr id="34" name="图形 10">
                <a:extLst>
                  <a:ext uri="{FF2B5EF4-FFF2-40B4-BE49-F238E27FC236}">
                    <a16:creationId xmlns:a16="http://schemas.microsoft.com/office/drawing/2014/main" id="{245757AD-308F-477E-9377-B889DAABE8DC}"/>
                  </a:ext>
                </a:extLst>
              </p:cNvPr>
              <p:cNvPicPr>
                <a:picLocks noChangeAspect="1"/>
              </p:cNvPicPr>
              <p:nvPr/>
            </p:nvPicPr>
            <p:blipFill>
              <a:blip r:embed="rId3">
                <a:extLst>
                  <a:ext uri="{28A0092B-C50C-407E-A947-70E740481C1C}">
                    <a14:useLocalDpi xmlns:a14="http://schemas.microsoft.com/office/drawing/2010/main" val="0"/>
                  </a:ext>
                  <a:ext uri="{96DAC541-7B7A-43D3-8B79-37D633B846F1}">
                    <asvg:svgBlip xmlns:asvg="http://schemas.microsoft.com/office/drawing/2016/SVG/main" r:embed="rId4"/>
                  </a:ext>
                </a:extLst>
              </a:blip>
              <a:stretch>
                <a:fillRect/>
              </a:stretch>
            </p:blipFill>
            <p:spPr>
              <a:xfrm>
                <a:off x="5428367" y="4353960"/>
                <a:ext cx="662814" cy="641082"/>
              </a:xfrm>
              <a:prstGeom prst="rect">
                <a:avLst/>
              </a:prstGeom>
            </p:spPr>
          </p:pic>
          <p:sp>
            <p:nvSpPr>
              <p:cNvPr id="37" name="文本框 36">
                <a:extLst>
                  <a:ext uri="{FF2B5EF4-FFF2-40B4-BE49-F238E27FC236}">
                    <a16:creationId xmlns:a16="http://schemas.microsoft.com/office/drawing/2014/main" id="{2E58845B-5413-4160-82DD-E19A4379F3AB}"/>
                  </a:ext>
                </a:extLst>
              </p:cNvPr>
              <p:cNvSpPr txBox="1"/>
              <p:nvPr/>
            </p:nvSpPr>
            <p:spPr>
              <a:xfrm>
                <a:off x="7760428" y="3028928"/>
                <a:ext cx="906549" cy="369332"/>
              </a:xfrm>
              <a:prstGeom prst="rect">
                <a:avLst/>
              </a:prstGeom>
              <a:noFill/>
            </p:spPr>
            <p:txBody>
              <a:bodyPr wrap="square" rtlCol="0">
                <a:spAutoFit/>
              </a:bodyPr>
              <a:lstStyle/>
              <a:p>
                <a:pPr algn="ctr"/>
                <a:r>
                  <a:rPr lang="en-US" altLang="zh-CN" b="1" dirty="0">
                    <a:latin typeface="+mn-ea"/>
                  </a:rPr>
                  <a:t>Hub</a:t>
                </a:r>
                <a:endParaRPr lang="zh-CN" altLang="en-US" b="1" dirty="0">
                  <a:latin typeface="+mn-ea"/>
                </a:endParaRPr>
              </a:p>
            </p:txBody>
          </p:sp>
          <p:cxnSp>
            <p:nvCxnSpPr>
              <p:cNvPr id="38" name="直接连接符 37">
                <a:extLst>
                  <a:ext uri="{FF2B5EF4-FFF2-40B4-BE49-F238E27FC236}">
                    <a16:creationId xmlns:a16="http://schemas.microsoft.com/office/drawing/2014/main" id="{719E362E-40BE-45F7-A771-A549AA6DD54D}"/>
                  </a:ext>
                </a:extLst>
              </p:cNvPr>
              <p:cNvCxnSpPr>
                <a:cxnSpLocks/>
              </p:cNvCxnSpPr>
              <p:nvPr/>
            </p:nvCxnSpPr>
            <p:spPr>
              <a:xfrm flipV="1">
                <a:off x="7005367" y="2976562"/>
                <a:ext cx="500705" cy="1554682"/>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9" name="直接连接符 38">
                <a:extLst>
                  <a:ext uri="{FF2B5EF4-FFF2-40B4-BE49-F238E27FC236}">
                    <a16:creationId xmlns:a16="http://schemas.microsoft.com/office/drawing/2014/main" id="{9D721925-8BB1-4DF3-AE47-9E1CA2113BB7}"/>
                  </a:ext>
                </a:extLst>
              </p:cNvPr>
              <p:cNvCxnSpPr>
                <a:cxnSpLocks/>
              </p:cNvCxnSpPr>
              <p:nvPr/>
            </p:nvCxnSpPr>
            <p:spPr>
              <a:xfrm flipH="1" flipV="1">
                <a:off x="7477284" y="3019453"/>
                <a:ext cx="439725" cy="1528648"/>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pic>
            <p:nvPicPr>
              <p:cNvPr id="48" name="图形 10">
                <a:extLst>
                  <a:ext uri="{FF2B5EF4-FFF2-40B4-BE49-F238E27FC236}">
                    <a16:creationId xmlns:a16="http://schemas.microsoft.com/office/drawing/2014/main" id="{1BFF887F-5995-420D-BDA0-455D1A333710}"/>
                  </a:ext>
                </a:extLst>
              </p:cNvPr>
              <p:cNvPicPr>
                <a:picLocks noChangeAspect="1"/>
              </p:cNvPicPr>
              <p:nvPr/>
            </p:nvPicPr>
            <p:blipFill>
              <a:blip r:embed="rId3">
                <a:extLst>
                  <a:ext uri="{28A0092B-C50C-407E-A947-70E740481C1C}">
                    <a14:useLocalDpi xmlns:a14="http://schemas.microsoft.com/office/drawing/2010/main" val="0"/>
                  </a:ext>
                  <a:ext uri="{96DAC541-7B7A-43D3-8B79-37D633B846F1}">
                    <asvg:svgBlip xmlns:asvg="http://schemas.microsoft.com/office/drawing/2016/SVG/main" r:embed="rId4"/>
                  </a:ext>
                </a:extLst>
              </a:blip>
              <a:stretch>
                <a:fillRect/>
              </a:stretch>
            </p:blipFill>
            <p:spPr>
              <a:xfrm>
                <a:off x="6535741" y="4353960"/>
                <a:ext cx="662814" cy="641082"/>
              </a:xfrm>
              <a:prstGeom prst="rect">
                <a:avLst/>
              </a:prstGeom>
            </p:spPr>
          </p:pic>
          <p:pic>
            <p:nvPicPr>
              <p:cNvPr id="49" name="图形 10">
                <a:extLst>
                  <a:ext uri="{FF2B5EF4-FFF2-40B4-BE49-F238E27FC236}">
                    <a16:creationId xmlns:a16="http://schemas.microsoft.com/office/drawing/2014/main" id="{B57B130B-AF1D-4017-B382-8E5968370C57}"/>
                  </a:ext>
                </a:extLst>
              </p:cNvPr>
              <p:cNvPicPr>
                <a:picLocks noChangeAspect="1"/>
              </p:cNvPicPr>
              <p:nvPr/>
            </p:nvPicPr>
            <p:blipFill>
              <a:blip r:embed="rId3">
                <a:extLst>
                  <a:ext uri="{28A0092B-C50C-407E-A947-70E740481C1C}">
                    <a14:useLocalDpi xmlns:a14="http://schemas.microsoft.com/office/drawing/2010/main" val="0"/>
                  </a:ext>
                  <a:ext uri="{96DAC541-7B7A-43D3-8B79-37D633B846F1}">
                    <asvg:svgBlip xmlns:asvg="http://schemas.microsoft.com/office/drawing/2016/SVG/main" r:embed="rId4"/>
                  </a:ext>
                </a:extLst>
              </a:blip>
              <a:stretch>
                <a:fillRect/>
              </a:stretch>
            </p:blipFill>
            <p:spPr>
              <a:xfrm>
                <a:off x="7487609" y="4353960"/>
                <a:ext cx="662814" cy="641082"/>
              </a:xfrm>
              <a:prstGeom prst="rect">
                <a:avLst/>
              </a:prstGeom>
            </p:spPr>
          </p:pic>
          <p:cxnSp>
            <p:nvCxnSpPr>
              <p:cNvPr id="53" name="直接连接符 52">
                <a:extLst>
                  <a:ext uri="{FF2B5EF4-FFF2-40B4-BE49-F238E27FC236}">
                    <a16:creationId xmlns:a16="http://schemas.microsoft.com/office/drawing/2014/main" id="{8FF987B1-B964-4DFA-8C17-8BF0F69320F5}"/>
                  </a:ext>
                </a:extLst>
              </p:cNvPr>
              <p:cNvCxnSpPr>
                <a:cxnSpLocks/>
              </p:cNvCxnSpPr>
              <p:nvPr/>
            </p:nvCxnSpPr>
            <p:spPr>
              <a:xfrm>
                <a:off x="5407290" y="3107353"/>
                <a:ext cx="1955950" cy="29638"/>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pic>
            <p:nvPicPr>
              <p:cNvPr id="55" name="图片 54" descr="文本&#10;&#10;描述已自动生成">
                <a:extLst>
                  <a:ext uri="{FF2B5EF4-FFF2-40B4-BE49-F238E27FC236}">
                    <a16:creationId xmlns:a16="http://schemas.microsoft.com/office/drawing/2014/main" id="{1684223A-0A00-4111-BAFA-3B046337172C}"/>
                  </a:ext>
                </a:extLst>
              </p:cNvPr>
              <p:cNvPicPr>
                <a:picLocks noChangeAspect="1"/>
              </p:cNvPicPr>
              <p:nvPr/>
            </p:nvPicPr>
            <p:blipFill>
              <a:blip r:embed="rId5">
                <a:extLst>
                  <a:ext uri="{28A0092B-C50C-407E-A947-70E740481C1C}">
                    <a14:useLocalDpi xmlns:a14="http://schemas.microsoft.com/office/drawing/2010/main" val="0"/>
                  </a:ext>
                </a:extLst>
              </a:blip>
              <a:stretch>
                <a:fillRect/>
              </a:stretch>
            </p:blipFill>
            <p:spPr>
              <a:xfrm>
                <a:off x="7125099" y="2736882"/>
                <a:ext cx="705470" cy="661378"/>
              </a:xfrm>
              <a:prstGeom prst="rect">
                <a:avLst/>
              </a:prstGeom>
            </p:spPr>
          </p:pic>
          <p:sp>
            <p:nvSpPr>
              <p:cNvPr id="59" name="文本框 58">
                <a:extLst>
                  <a:ext uri="{FF2B5EF4-FFF2-40B4-BE49-F238E27FC236}">
                    <a16:creationId xmlns:a16="http://schemas.microsoft.com/office/drawing/2014/main" id="{84F87D18-E92E-454C-BB05-2173CE3D983A}"/>
                  </a:ext>
                </a:extLst>
              </p:cNvPr>
              <p:cNvSpPr txBox="1"/>
              <p:nvPr/>
            </p:nvSpPr>
            <p:spPr>
              <a:xfrm>
                <a:off x="3718552" y="2687928"/>
                <a:ext cx="1424103" cy="369332"/>
              </a:xfrm>
              <a:prstGeom prst="rect">
                <a:avLst/>
              </a:prstGeom>
              <a:noFill/>
            </p:spPr>
            <p:txBody>
              <a:bodyPr wrap="square" rtlCol="0">
                <a:spAutoFit/>
              </a:bodyPr>
              <a:lstStyle/>
              <a:p>
                <a:pPr algn="ctr"/>
                <a:r>
                  <a:rPr lang="en-US" altLang="zh-CN" b="1" dirty="0">
                    <a:latin typeface="+mn-ea"/>
                  </a:rPr>
                  <a:t>100Base-T</a:t>
                </a:r>
                <a:endParaRPr lang="zh-CN" altLang="en-US" b="1" dirty="0">
                  <a:latin typeface="+mn-ea"/>
                </a:endParaRPr>
              </a:p>
            </p:txBody>
          </p:sp>
          <p:sp>
            <p:nvSpPr>
              <p:cNvPr id="60" name="文本框 59">
                <a:extLst>
                  <a:ext uri="{FF2B5EF4-FFF2-40B4-BE49-F238E27FC236}">
                    <a16:creationId xmlns:a16="http://schemas.microsoft.com/office/drawing/2014/main" id="{86AD71A6-2753-4BBC-8D33-750D4371A46E}"/>
                  </a:ext>
                </a:extLst>
              </p:cNvPr>
              <p:cNvSpPr txBox="1"/>
              <p:nvPr/>
            </p:nvSpPr>
            <p:spPr>
              <a:xfrm>
                <a:off x="7742877" y="2687928"/>
                <a:ext cx="1424103" cy="369332"/>
              </a:xfrm>
              <a:prstGeom prst="rect">
                <a:avLst/>
              </a:prstGeom>
              <a:noFill/>
            </p:spPr>
            <p:txBody>
              <a:bodyPr wrap="square" rtlCol="0">
                <a:spAutoFit/>
              </a:bodyPr>
              <a:lstStyle/>
              <a:p>
                <a:pPr algn="ctr"/>
                <a:r>
                  <a:rPr lang="en-US" altLang="zh-CN" b="1" dirty="0">
                    <a:latin typeface="+mn-ea"/>
                  </a:rPr>
                  <a:t>100Base-T</a:t>
                </a:r>
                <a:endParaRPr lang="zh-CN" altLang="en-US" b="1" dirty="0">
                  <a:latin typeface="+mn-ea"/>
                </a:endParaRPr>
              </a:p>
            </p:txBody>
          </p:sp>
          <p:sp>
            <p:nvSpPr>
              <p:cNvPr id="61" name="文本框 60">
                <a:extLst>
                  <a:ext uri="{FF2B5EF4-FFF2-40B4-BE49-F238E27FC236}">
                    <a16:creationId xmlns:a16="http://schemas.microsoft.com/office/drawing/2014/main" id="{5E28AAA1-1BB8-43CD-AFA1-744241AF69D1}"/>
                  </a:ext>
                </a:extLst>
              </p:cNvPr>
              <p:cNvSpPr txBox="1"/>
              <p:nvPr/>
            </p:nvSpPr>
            <p:spPr>
              <a:xfrm>
                <a:off x="4563550" y="5007424"/>
                <a:ext cx="548782" cy="369332"/>
              </a:xfrm>
              <a:prstGeom prst="rect">
                <a:avLst/>
              </a:prstGeom>
              <a:noFill/>
            </p:spPr>
            <p:txBody>
              <a:bodyPr wrap="square" rtlCol="0">
                <a:spAutoFit/>
              </a:bodyPr>
              <a:lstStyle/>
              <a:p>
                <a:pPr algn="ctr"/>
                <a:r>
                  <a:rPr lang="en-US" altLang="zh-CN" b="1" dirty="0">
                    <a:latin typeface="+mn-ea"/>
                  </a:rPr>
                  <a:t>H1</a:t>
                </a:r>
                <a:endParaRPr lang="zh-CN" altLang="en-US" b="1" dirty="0">
                  <a:latin typeface="+mn-ea"/>
                </a:endParaRPr>
              </a:p>
            </p:txBody>
          </p:sp>
          <p:sp>
            <p:nvSpPr>
              <p:cNvPr id="62" name="文本框 61">
                <a:extLst>
                  <a:ext uri="{FF2B5EF4-FFF2-40B4-BE49-F238E27FC236}">
                    <a16:creationId xmlns:a16="http://schemas.microsoft.com/office/drawing/2014/main" id="{CAA98B60-5C92-456B-8B10-EBB9934CA8A8}"/>
                  </a:ext>
                </a:extLst>
              </p:cNvPr>
              <p:cNvSpPr txBox="1"/>
              <p:nvPr/>
            </p:nvSpPr>
            <p:spPr>
              <a:xfrm>
                <a:off x="5529135" y="5007424"/>
                <a:ext cx="548782" cy="369332"/>
              </a:xfrm>
              <a:prstGeom prst="rect">
                <a:avLst/>
              </a:prstGeom>
              <a:noFill/>
            </p:spPr>
            <p:txBody>
              <a:bodyPr wrap="square" rtlCol="0">
                <a:spAutoFit/>
              </a:bodyPr>
              <a:lstStyle/>
              <a:p>
                <a:pPr algn="ctr"/>
                <a:r>
                  <a:rPr lang="en-US" altLang="zh-CN" b="1" dirty="0">
                    <a:latin typeface="+mn-ea"/>
                  </a:rPr>
                  <a:t>H2</a:t>
                </a:r>
                <a:endParaRPr lang="zh-CN" altLang="en-US" b="1" dirty="0">
                  <a:latin typeface="+mn-ea"/>
                </a:endParaRPr>
              </a:p>
            </p:txBody>
          </p:sp>
          <p:sp>
            <p:nvSpPr>
              <p:cNvPr id="63" name="文本框 62">
                <a:extLst>
                  <a:ext uri="{FF2B5EF4-FFF2-40B4-BE49-F238E27FC236}">
                    <a16:creationId xmlns:a16="http://schemas.microsoft.com/office/drawing/2014/main" id="{6B6F390A-7996-4255-9383-2055499FEBA2}"/>
                  </a:ext>
                </a:extLst>
              </p:cNvPr>
              <p:cNvSpPr txBox="1"/>
              <p:nvPr/>
            </p:nvSpPr>
            <p:spPr>
              <a:xfrm>
                <a:off x="6664728" y="5007424"/>
                <a:ext cx="548782" cy="369332"/>
              </a:xfrm>
              <a:prstGeom prst="rect">
                <a:avLst/>
              </a:prstGeom>
              <a:noFill/>
            </p:spPr>
            <p:txBody>
              <a:bodyPr wrap="square" rtlCol="0">
                <a:spAutoFit/>
              </a:bodyPr>
              <a:lstStyle/>
              <a:p>
                <a:pPr algn="ctr"/>
                <a:r>
                  <a:rPr lang="en-US" altLang="zh-CN" b="1" dirty="0">
                    <a:latin typeface="+mn-ea"/>
                  </a:rPr>
                  <a:t>H3</a:t>
                </a:r>
                <a:endParaRPr lang="zh-CN" altLang="en-US" b="1" dirty="0">
                  <a:latin typeface="+mn-ea"/>
                </a:endParaRPr>
              </a:p>
            </p:txBody>
          </p:sp>
          <p:sp>
            <p:nvSpPr>
              <p:cNvPr id="64" name="文本框 63">
                <a:extLst>
                  <a:ext uri="{FF2B5EF4-FFF2-40B4-BE49-F238E27FC236}">
                    <a16:creationId xmlns:a16="http://schemas.microsoft.com/office/drawing/2014/main" id="{B85B6808-A051-43AD-AE84-F85C4621A502}"/>
                  </a:ext>
                </a:extLst>
              </p:cNvPr>
              <p:cNvSpPr txBox="1"/>
              <p:nvPr/>
            </p:nvSpPr>
            <p:spPr>
              <a:xfrm>
                <a:off x="7544625" y="5007424"/>
                <a:ext cx="548782" cy="369332"/>
              </a:xfrm>
              <a:prstGeom prst="rect">
                <a:avLst/>
              </a:prstGeom>
              <a:noFill/>
            </p:spPr>
            <p:txBody>
              <a:bodyPr wrap="square" rtlCol="0">
                <a:spAutoFit/>
              </a:bodyPr>
              <a:lstStyle/>
              <a:p>
                <a:pPr algn="ctr"/>
                <a:r>
                  <a:rPr lang="en-US" altLang="zh-CN" b="1" dirty="0">
                    <a:latin typeface="+mn-ea"/>
                  </a:rPr>
                  <a:t>H4</a:t>
                </a:r>
                <a:endParaRPr lang="zh-CN" altLang="en-US" b="1" dirty="0">
                  <a:latin typeface="+mn-ea"/>
                </a:endParaRPr>
              </a:p>
            </p:txBody>
          </p:sp>
          <p:pic>
            <p:nvPicPr>
              <p:cNvPr id="76" name="图片 75" descr="图标&#10;&#10;描述已自动生成">
                <a:extLst>
                  <a:ext uri="{FF2B5EF4-FFF2-40B4-BE49-F238E27FC236}">
                    <a16:creationId xmlns:a16="http://schemas.microsoft.com/office/drawing/2014/main" id="{02C1D1D9-0667-43ED-99FA-4D63511FB255}"/>
                  </a:ext>
                </a:extLst>
              </p:cNvPr>
              <p:cNvPicPr>
                <a:picLocks noChangeAspect="1"/>
              </p:cNvPicPr>
              <p:nvPr/>
            </p:nvPicPr>
            <p:blipFill>
              <a:blip r:embed="rId6">
                <a:extLst>
                  <a:ext uri="{28A0092B-C50C-407E-A947-70E740481C1C}">
                    <a14:useLocalDpi xmlns:a14="http://schemas.microsoft.com/office/drawing/2010/main" val="0"/>
                  </a:ext>
                </a:extLst>
              </a:blip>
              <a:stretch>
                <a:fillRect/>
              </a:stretch>
            </p:blipFill>
            <p:spPr>
              <a:xfrm>
                <a:off x="5202521" y="2600644"/>
                <a:ext cx="618841" cy="797616"/>
              </a:xfrm>
              <a:prstGeom prst="rect">
                <a:avLst/>
              </a:prstGeom>
            </p:spPr>
          </p:pic>
        </p:grpSp>
      </p:grpSp>
      <p:sp>
        <p:nvSpPr>
          <p:cNvPr id="6" name="文本框 5">
            <a:extLst>
              <a:ext uri="{FF2B5EF4-FFF2-40B4-BE49-F238E27FC236}">
                <a16:creationId xmlns:a16="http://schemas.microsoft.com/office/drawing/2014/main" id="{458659A9-F404-4F4E-BB4B-279201A63561}"/>
              </a:ext>
            </a:extLst>
          </p:cNvPr>
          <p:cNvSpPr txBox="1"/>
          <p:nvPr/>
        </p:nvSpPr>
        <p:spPr>
          <a:xfrm>
            <a:off x="4542708" y="2282226"/>
            <a:ext cx="1903658" cy="369332"/>
          </a:xfrm>
          <a:prstGeom prst="rect">
            <a:avLst/>
          </a:prstGeom>
          <a:noFill/>
        </p:spPr>
        <p:txBody>
          <a:bodyPr wrap="square" rtlCol="0">
            <a:spAutoFit/>
          </a:bodyPr>
          <a:lstStyle/>
          <a:p>
            <a:pPr algn="ctr"/>
            <a:r>
              <a:rPr lang="zh-CN" altLang="en-US" b="1" dirty="0">
                <a:solidFill>
                  <a:schemeClr val="accent1">
                    <a:lumMod val="75000"/>
                  </a:schemeClr>
                </a:solidFill>
                <a:latin typeface="+mn-ea"/>
              </a:rPr>
              <a:t>明确转发</a:t>
            </a:r>
          </a:p>
        </p:txBody>
      </p:sp>
      <p:grpSp>
        <p:nvGrpSpPr>
          <p:cNvPr id="58" name="组合 57">
            <a:extLst>
              <a:ext uri="{FF2B5EF4-FFF2-40B4-BE49-F238E27FC236}">
                <a16:creationId xmlns:a16="http://schemas.microsoft.com/office/drawing/2014/main" id="{E11EEF4C-E031-4FE3-A055-C050EBDEDCF5}"/>
              </a:ext>
            </a:extLst>
          </p:cNvPr>
          <p:cNvGrpSpPr/>
          <p:nvPr/>
        </p:nvGrpSpPr>
        <p:grpSpPr>
          <a:xfrm>
            <a:off x="5909785" y="2748496"/>
            <a:ext cx="1126890" cy="369332"/>
            <a:chOff x="4007578" y="5529694"/>
            <a:chExt cx="1126890" cy="369332"/>
          </a:xfrm>
        </p:grpSpPr>
        <p:sp>
          <p:nvSpPr>
            <p:cNvPr id="65" name="标注: 右箭头 64">
              <a:extLst>
                <a:ext uri="{FF2B5EF4-FFF2-40B4-BE49-F238E27FC236}">
                  <a16:creationId xmlns:a16="http://schemas.microsoft.com/office/drawing/2014/main" id="{8D45B676-7B8A-4A3B-9DFD-7742CEA71DCF}"/>
                </a:ext>
              </a:extLst>
            </p:cNvPr>
            <p:cNvSpPr/>
            <p:nvPr/>
          </p:nvSpPr>
          <p:spPr>
            <a:xfrm rot="10800000">
              <a:off x="4007578" y="5561382"/>
              <a:ext cx="1067268" cy="292308"/>
            </a:xfrm>
            <a:prstGeom prst="rightArrowCallout">
              <a:avLst>
                <a:gd name="adj1" fmla="val 25000"/>
                <a:gd name="adj2" fmla="val 20833"/>
                <a:gd name="adj3" fmla="val 36378"/>
                <a:gd name="adj4" fmla="val 81742"/>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b="1" dirty="0">
                <a:solidFill>
                  <a:schemeClr val="tx1"/>
                </a:solidFill>
                <a:latin typeface="Arial Narrow" panose="020B0606020202030204" pitchFamily="34" charset="0"/>
                <a:ea typeface="宋体" panose="02010600030101010101" pitchFamily="2" charset="-122"/>
              </a:endParaRPr>
            </a:p>
          </p:txBody>
        </p:sp>
        <p:sp>
          <p:nvSpPr>
            <p:cNvPr id="66" name="文本框 65">
              <a:extLst>
                <a:ext uri="{FF2B5EF4-FFF2-40B4-BE49-F238E27FC236}">
                  <a16:creationId xmlns:a16="http://schemas.microsoft.com/office/drawing/2014/main" id="{5694EB40-F79C-4C5F-B2D5-668E54E46219}"/>
                </a:ext>
              </a:extLst>
            </p:cNvPr>
            <p:cNvSpPr txBox="1"/>
            <p:nvPr/>
          </p:nvSpPr>
          <p:spPr>
            <a:xfrm>
              <a:off x="4166085" y="5529694"/>
              <a:ext cx="968383" cy="369332"/>
            </a:xfrm>
            <a:prstGeom prst="rect">
              <a:avLst/>
            </a:prstGeom>
            <a:noFill/>
          </p:spPr>
          <p:txBody>
            <a:bodyPr wrap="square">
              <a:spAutoFit/>
            </a:bodyPr>
            <a:lstStyle/>
            <a:p>
              <a:pPr algn="ctr"/>
              <a:r>
                <a:rPr lang="en-US" altLang="zh-CN" b="1" dirty="0">
                  <a:solidFill>
                    <a:schemeClr val="tx1"/>
                  </a:solidFill>
                  <a:latin typeface="Arial Narrow" panose="020B0606020202030204" pitchFamily="34" charset="0"/>
                  <a:ea typeface="宋体" panose="02010600030101010101" pitchFamily="2" charset="-122"/>
                </a:rPr>
                <a:t>H2←H4</a:t>
              </a:r>
              <a:endParaRPr lang="zh-CN" altLang="en-US" b="1" dirty="0">
                <a:solidFill>
                  <a:schemeClr val="tx1"/>
                </a:solidFill>
                <a:latin typeface="Arial Narrow" panose="020B0606020202030204" pitchFamily="34" charset="0"/>
                <a:ea typeface="宋体" panose="02010600030101010101" pitchFamily="2" charset="-122"/>
              </a:endParaRPr>
            </a:p>
          </p:txBody>
        </p:sp>
      </p:grpSp>
      <p:grpSp>
        <p:nvGrpSpPr>
          <p:cNvPr id="70" name="组合 69">
            <a:extLst>
              <a:ext uri="{FF2B5EF4-FFF2-40B4-BE49-F238E27FC236}">
                <a16:creationId xmlns:a16="http://schemas.microsoft.com/office/drawing/2014/main" id="{2AB9636B-6124-4A82-8A58-F489245BEDB9}"/>
              </a:ext>
            </a:extLst>
          </p:cNvPr>
          <p:cNvGrpSpPr/>
          <p:nvPr/>
        </p:nvGrpSpPr>
        <p:grpSpPr>
          <a:xfrm rot="4804414">
            <a:off x="5388581" y="3669388"/>
            <a:ext cx="1126890" cy="369332"/>
            <a:chOff x="3305836" y="5468236"/>
            <a:chExt cx="1126890" cy="369332"/>
          </a:xfrm>
        </p:grpSpPr>
        <p:sp>
          <p:nvSpPr>
            <p:cNvPr id="71" name="标注: 右箭头 70">
              <a:extLst>
                <a:ext uri="{FF2B5EF4-FFF2-40B4-BE49-F238E27FC236}">
                  <a16:creationId xmlns:a16="http://schemas.microsoft.com/office/drawing/2014/main" id="{E622539B-D247-4019-8405-C8A6EDC34B5B}"/>
                </a:ext>
              </a:extLst>
            </p:cNvPr>
            <p:cNvSpPr/>
            <p:nvPr/>
          </p:nvSpPr>
          <p:spPr>
            <a:xfrm>
              <a:off x="3365458" y="5513572"/>
              <a:ext cx="1067268" cy="292308"/>
            </a:xfrm>
            <a:prstGeom prst="rightArrowCallout">
              <a:avLst>
                <a:gd name="adj1" fmla="val 25000"/>
                <a:gd name="adj2" fmla="val 20833"/>
                <a:gd name="adj3" fmla="val 36378"/>
                <a:gd name="adj4" fmla="val 81742"/>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b="1" dirty="0">
                <a:solidFill>
                  <a:schemeClr val="tx1"/>
                </a:solidFill>
                <a:latin typeface="Arial Narrow" panose="020B0606020202030204" pitchFamily="34" charset="0"/>
                <a:ea typeface="宋体" panose="02010600030101010101" pitchFamily="2" charset="-122"/>
              </a:endParaRPr>
            </a:p>
          </p:txBody>
        </p:sp>
        <p:sp>
          <p:nvSpPr>
            <p:cNvPr id="73" name="文本框 72">
              <a:extLst>
                <a:ext uri="{FF2B5EF4-FFF2-40B4-BE49-F238E27FC236}">
                  <a16:creationId xmlns:a16="http://schemas.microsoft.com/office/drawing/2014/main" id="{157F448A-4FB3-409C-836F-C48EDE32F0E6}"/>
                </a:ext>
              </a:extLst>
            </p:cNvPr>
            <p:cNvSpPr txBox="1"/>
            <p:nvPr/>
          </p:nvSpPr>
          <p:spPr>
            <a:xfrm>
              <a:off x="3305836" y="5468236"/>
              <a:ext cx="968383" cy="369332"/>
            </a:xfrm>
            <a:prstGeom prst="rect">
              <a:avLst/>
            </a:prstGeom>
            <a:noFill/>
          </p:spPr>
          <p:txBody>
            <a:bodyPr wrap="square">
              <a:spAutoFit/>
            </a:bodyPr>
            <a:lstStyle/>
            <a:p>
              <a:pPr algn="ctr"/>
              <a:r>
                <a:rPr lang="en-US" altLang="zh-CN" b="1" dirty="0">
                  <a:solidFill>
                    <a:schemeClr val="tx1"/>
                  </a:solidFill>
                  <a:latin typeface="Arial Narrow" panose="020B0606020202030204" pitchFamily="34" charset="0"/>
                  <a:ea typeface="宋体" panose="02010600030101010101" pitchFamily="2" charset="-122"/>
                </a:rPr>
                <a:t>H4→H2</a:t>
              </a:r>
              <a:endParaRPr lang="zh-CN" altLang="en-US" b="1" dirty="0">
                <a:solidFill>
                  <a:schemeClr val="tx1"/>
                </a:solidFill>
                <a:latin typeface="Arial Narrow" panose="020B0606020202030204" pitchFamily="34" charset="0"/>
                <a:ea typeface="宋体" panose="02010600030101010101" pitchFamily="2" charset="-122"/>
              </a:endParaRPr>
            </a:p>
          </p:txBody>
        </p:sp>
      </p:grpSp>
      <p:sp>
        <p:nvSpPr>
          <p:cNvPr id="75" name="íşlïḍè">
            <a:extLst>
              <a:ext uri="{FF2B5EF4-FFF2-40B4-BE49-F238E27FC236}">
                <a16:creationId xmlns:a16="http://schemas.microsoft.com/office/drawing/2014/main" id="{395A3C7C-5FD5-4E8B-81CF-17AD0A6D38B7}"/>
              </a:ext>
            </a:extLst>
          </p:cNvPr>
          <p:cNvSpPr txBox="1"/>
          <p:nvPr/>
        </p:nvSpPr>
        <p:spPr>
          <a:xfrm>
            <a:off x="1015269" y="5725417"/>
            <a:ext cx="732475" cy="400111"/>
          </a:xfrm>
          <a:prstGeom prst="rect">
            <a:avLst/>
          </a:prstGeom>
          <a:noFill/>
        </p:spPr>
        <p:txBody>
          <a:bodyPr wrap="square" lIns="91440" tIns="45720" rIns="91440" bIns="45720" anchor="ctr">
            <a:noAutofit/>
          </a:bodyPr>
          <a:lstStyle/>
          <a:p>
            <a:r>
              <a:rPr lang="zh-CN" altLang="en-US" b="1" dirty="0">
                <a:latin typeface="Arial Narrow" panose="020B0606020202030204" pitchFamily="34" charset="0"/>
              </a:rPr>
              <a:t>解析</a:t>
            </a:r>
          </a:p>
        </p:txBody>
      </p:sp>
      <p:sp>
        <p:nvSpPr>
          <p:cNvPr id="77" name="íşlïḍè">
            <a:extLst>
              <a:ext uri="{FF2B5EF4-FFF2-40B4-BE49-F238E27FC236}">
                <a16:creationId xmlns:a16="http://schemas.microsoft.com/office/drawing/2014/main" id="{AD993D21-244E-4487-B71C-BCFA1584DE80}"/>
              </a:ext>
            </a:extLst>
          </p:cNvPr>
          <p:cNvSpPr txBox="1"/>
          <p:nvPr/>
        </p:nvSpPr>
        <p:spPr>
          <a:xfrm>
            <a:off x="1903314" y="5987820"/>
            <a:ext cx="7000054" cy="400111"/>
          </a:xfrm>
          <a:prstGeom prst="rect">
            <a:avLst/>
          </a:prstGeom>
          <a:noFill/>
        </p:spPr>
        <p:txBody>
          <a:bodyPr wrap="square" lIns="91440" tIns="45720" rIns="91440" bIns="45720" anchor="ctr">
            <a:noAutofit/>
          </a:bodyPr>
          <a:lstStyle/>
          <a:p>
            <a:r>
              <a:rPr lang="zh-CN" altLang="en-US" b="1" dirty="0">
                <a:latin typeface="Arial Narrow" panose="020B0606020202030204" pitchFamily="34" charset="0"/>
              </a:rPr>
              <a:t>能够收到主机</a:t>
            </a:r>
            <a:r>
              <a:rPr lang="en-US" altLang="zh-CN" b="1" dirty="0">
                <a:latin typeface="Arial Narrow" panose="020B0606020202030204" pitchFamily="34" charset="0"/>
              </a:rPr>
              <a:t>H4</a:t>
            </a:r>
            <a:r>
              <a:rPr lang="zh-CN" altLang="en-US" b="1" dirty="0">
                <a:latin typeface="Arial Narrow" panose="020B0606020202030204" pitchFamily="34" charset="0"/>
              </a:rPr>
              <a:t>发给</a:t>
            </a:r>
            <a:r>
              <a:rPr lang="en-US" altLang="zh-CN" b="1" dirty="0">
                <a:latin typeface="Arial Narrow" panose="020B0606020202030204" pitchFamily="34" charset="0"/>
              </a:rPr>
              <a:t>H2</a:t>
            </a:r>
            <a:r>
              <a:rPr lang="zh-CN" altLang="en-US" b="1" dirty="0">
                <a:latin typeface="Arial Narrow" panose="020B0606020202030204" pitchFamily="34" charset="0"/>
              </a:rPr>
              <a:t>的确认帧的主机有</a:t>
            </a:r>
            <a:r>
              <a:rPr lang="en-US" altLang="zh-CN" b="1" dirty="0">
                <a:latin typeface="Arial Narrow" panose="020B0606020202030204" pitchFamily="34" charset="0"/>
              </a:rPr>
              <a:t>H2</a:t>
            </a:r>
            <a:r>
              <a:rPr lang="zh-CN" altLang="en-US" b="1" dirty="0">
                <a:latin typeface="Arial Narrow" panose="020B0606020202030204" pitchFamily="34" charset="0"/>
              </a:rPr>
              <a:t>和</a:t>
            </a:r>
            <a:r>
              <a:rPr lang="en-US" altLang="zh-CN" b="1" dirty="0">
                <a:latin typeface="Arial Narrow" panose="020B0606020202030204" pitchFamily="34" charset="0"/>
              </a:rPr>
              <a:t>H3</a:t>
            </a:r>
            <a:endParaRPr lang="zh-CN" altLang="en-US" b="1" dirty="0">
              <a:latin typeface="Arial Narrow" panose="020B0606020202030204" pitchFamily="34" charset="0"/>
            </a:endParaRPr>
          </a:p>
        </p:txBody>
      </p:sp>
      <p:sp>
        <p:nvSpPr>
          <p:cNvPr id="54" name="平行四边形 53">
            <a:extLst>
              <a:ext uri="{FF2B5EF4-FFF2-40B4-BE49-F238E27FC236}">
                <a16:creationId xmlns:a16="http://schemas.microsoft.com/office/drawing/2014/main" id="{CF92AF15-0ABC-F3D6-3A39-480E1E0B08C0}"/>
              </a:ext>
            </a:extLst>
          </p:cNvPr>
          <p:cNvSpPr/>
          <p:nvPr/>
        </p:nvSpPr>
        <p:spPr>
          <a:xfrm>
            <a:off x="304799" y="749300"/>
            <a:ext cx="688541" cy="387090"/>
          </a:xfrm>
          <a:prstGeom prst="parallelogram">
            <a:avLst/>
          </a:prstGeom>
          <a:solidFill>
            <a:schemeClr val="accent3">
              <a:lumMod val="75000"/>
            </a:schemeClr>
          </a:solidFill>
          <a:ln>
            <a:solidFill>
              <a:schemeClr val="accent3">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CN" sz="2200" dirty="0">
                <a:latin typeface="Impact" panose="020B0806030902050204" pitchFamily="34" charset="0"/>
              </a:rPr>
              <a:t>03</a:t>
            </a:r>
            <a:endParaRPr lang="zh-CN" altLang="en-US" sz="2200" dirty="0">
              <a:latin typeface="Impact" panose="020B0806030902050204" pitchFamily="34" charset="0"/>
            </a:endParaRPr>
          </a:p>
        </p:txBody>
      </p:sp>
    </p:spTree>
    <p:custDataLst>
      <p:tags r:id="rId1"/>
    </p:custDataLst>
    <p:extLst>
      <p:ext uri="{BB962C8B-B14F-4D97-AF65-F5344CB8AC3E}">
        <p14:creationId xmlns:p14="http://schemas.microsoft.com/office/powerpoint/2010/main" val="3386262401"/>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2" presetClass="entr" presetSubtype="4" fill="hold" nodeType="withEffect">
                                  <p:stCondLst>
                                    <p:cond delay="0"/>
                                  </p:stCondLst>
                                  <p:childTnLst>
                                    <p:set>
                                      <p:cBhvr>
                                        <p:cTn id="6" dur="1" fill="hold">
                                          <p:stCondLst>
                                            <p:cond delay="0"/>
                                          </p:stCondLst>
                                        </p:cTn>
                                        <p:tgtEl>
                                          <p:spTgt spid="35"/>
                                        </p:tgtEl>
                                        <p:attrNameLst>
                                          <p:attrName>style.visibility</p:attrName>
                                        </p:attrNameLst>
                                      </p:cBhvr>
                                      <p:to>
                                        <p:strVal val="visible"/>
                                      </p:to>
                                    </p:set>
                                    <p:anim calcmode="lin" valueType="num">
                                      <p:cBhvr additive="base">
                                        <p:cTn id="7" dur="500"/>
                                        <p:tgtEl>
                                          <p:spTgt spid="35"/>
                                        </p:tgtEl>
                                        <p:attrNameLst>
                                          <p:attrName>ppt_y</p:attrName>
                                        </p:attrNameLst>
                                      </p:cBhvr>
                                      <p:tavLst>
                                        <p:tav tm="0">
                                          <p:val>
                                            <p:strVal val="#ppt_y+#ppt_h*1.125000"/>
                                          </p:val>
                                        </p:tav>
                                        <p:tav tm="100000">
                                          <p:val>
                                            <p:strVal val="#ppt_y"/>
                                          </p:val>
                                        </p:tav>
                                      </p:tavLst>
                                    </p:anim>
                                    <p:animEffect transition="in" filter="wipe(up)">
                                      <p:cBhvr>
                                        <p:cTn id="8" dur="500"/>
                                        <p:tgtEl>
                                          <p:spTgt spid="35"/>
                                        </p:tgtEl>
                                      </p:cBhvr>
                                    </p:animEffect>
                                  </p:childTnLst>
                                </p:cTn>
                              </p:par>
                            </p:childTnLst>
                          </p:cTn>
                        </p:par>
                      </p:childTnLst>
                    </p:cTn>
                  </p:par>
                  <p:par>
                    <p:cTn id="9" fill="hold">
                      <p:stCondLst>
                        <p:cond delay="indefinite"/>
                      </p:stCondLst>
                      <p:childTnLst>
                        <p:par>
                          <p:cTn id="10" fill="hold">
                            <p:stCondLst>
                              <p:cond delay="0"/>
                            </p:stCondLst>
                            <p:childTnLst>
                              <p:par>
                                <p:cTn id="11" presetID="12" presetClass="entr" presetSubtype="1" fill="hold" nodeType="clickEffect">
                                  <p:stCondLst>
                                    <p:cond delay="0"/>
                                  </p:stCondLst>
                                  <p:childTnLst>
                                    <p:set>
                                      <p:cBhvr>
                                        <p:cTn id="12" dur="1" fill="hold">
                                          <p:stCondLst>
                                            <p:cond delay="0"/>
                                          </p:stCondLst>
                                        </p:cTn>
                                        <p:tgtEl>
                                          <p:spTgt spid="50"/>
                                        </p:tgtEl>
                                        <p:attrNameLst>
                                          <p:attrName>style.visibility</p:attrName>
                                        </p:attrNameLst>
                                      </p:cBhvr>
                                      <p:to>
                                        <p:strVal val="visible"/>
                                      </p:to>
                                    </p:set>
                                    <p:anim calcmode="lin" valueType="num">
                                      <p:cBhvr additive="base">
                                        <p:cTn id="13" dur="500"/>
                                        <p:tgtEl>
                                          <p:spTgt spid="50"/>
                                        </p:tgtEl>
                                        <p:attrNameLst>
                                          <p:attrName>ppt_y</p:attrName>
                                        </p:attrNameLst>
                                      </p:cBhvr>
                                      <p:tavLst>
                                        <p:tav tm="0">
                                          <p:val>
                                            <p:strVal val="#ppt_y-#ppt_h*1.125000"/>
                                          </p:val>
                                        </p:tav>
                                        <p:tav tm="100000">
                                          <p:val>
                                            <p:strVal val="#ppt_y"/>
                                          </p:val>
                                        </p:tav>
                                      </p:tavLst>
                                    </p:anim>
                                    <p:animEffect transition="in" filter="wipe(down)">
                                      <p:cBhvr>
                                        <p:cTn id="14" dur="500"/>
                                        <p:tgtEl>
                                          <p:spTgt spid="50"/>
                                        </p:tgtEl>
                                      </p:cBhvr>
                                    </p:animEffect>
                                  </p:childTnLst>
                                </p:cTn>
                              </p:par>
                              <p:par>
                                <p:cTn id="15" presetID="12" presetClass="entr" presetSubtype="2" fill="hold" nodeType="withEffect">
                                  <p:stCondLst>
                                    <p:cond delay="0"/>
                                  </p:stCondLst>
                                  <p:childTnLst>
                                    <p:set>
                                      <p:cBhvr>
                                        <p:cTn id="16" dur="1" fill="hold">
                                          <p:stCondLst>
                                            <p:cond delay="0"/>
                                          </p:stCondLst>
                                        </p:cTn>
                                        <p:tgtEl>
                                          <p:spTgt spid="58"/>
                                        </p:tgtEl>
                                        <p:attrNameLst>
                                          <p:attrName>style.visibility</p:attrName>
                                        </p:attrNameLst>
                                      </p:cBhvr>
                                      <p:to>
                                        <p:strVal val="visible"/>
                                      </p:to>
                                    </p:set>
                                    <p:anim calcmode="lin" valueType="num">
                                      <p:cBhvr additive="base">
                                        <p:cTn id="17" dur="500"/>
                                        <p:tgtEl>
                                          <p:spTgt spid="58"/>
                                        </p:tgtEl>
                                        <p:attrNameLst>
                                          <p:attrName>ppt_x</p:attrName>
                                        </p:attrNameLst>
                                      </p:cBhvr>
                                      <p:tavLst>
                                        <p:tav tm="0">
                                          <p:val>
                                            <p:strVal val="#ppt_x+#ppt_w*1.125000"/>
                                          </p:val>
                                        </p:tav>
                                        <p:tav tm="100000">
                                          <p:val>
                                            <p:strVal val="#ppt_x"/>
                                          </p:val>
                                        </p:tav>
                                      </p:tavLst>
                                    </p:anim>
                                    <p:animEffect transition="in" filter="wipe(left)">
                                      <p:cBhvr>
                                        <p:cTn id="18" dur="500"/>
                                        <p:tgtEl>
                                          <p:spTgt spid="58"/>
                                        </p:tgtEl>
                                      </p:cBhvr>
                                    </p:animEffect>
                                  </p:childTnLst>
                                </p:cTn>
                              </p:par>
                            </p:childTnLst>
                          </p:cTn>
                        </p:par>
                      </p:childTnLst>
                    </p:cTn>
                  </p:par>
                  <p:par>
                    <p:cTn id="19" fill="hold">
                      <p:stCondLst>
                        <p:cond delay="indefinite"/>
                      </p:stCondLst>
                      <p:childTnLst>
                        <p:par>
                          <p:cTn id="20" fill="hold">
                            <p:stCondLst>
                              <p:cond delay="0"/>
                            </p:stCondLst>
                            <p:childTnLst>
                              <p:par>
                                <p:cTn id="21" presetID="42" presetClass="entr" presetSubtype="0" fill="hold" grpId="0" nodeType="clickEffect">
                                  <p:stCondLst>
                                    <p:cond delay="0"/>
                                  </p:stCondLst>
                                  <p:childTnLst>
                                    <p:set>
                                      <p:cBhvr>
                                        <p:cTn id="22" dur="1" fill="hold">
                                          <p:stCondLst>
                                            <p:cond delay="0"/>
                                          </p:stCondLst>
                                        </p:cTn>
                                        <p:tgtEl>
                                          <p:spTgt spid="6"/>
                                        </p:tgtEl>
                                        <p:attrNameLst>
                                          <p:attrName>style.visibility</p:attrName>
                                        </p:attrNameLst>
                                      </p:cBhvr>
                                      <p:to>
                                        <p:strVal val="visible"/>
                                      </p:to>
                                    </p:set>
                                    <p:animEffect transition="in" filter="fade">
                                      <p:cBhvr>
                                        <p:cTn id="23" dur="1000"/>
                                        <p:tgtEl>
                                          <p:spTgt spid="6"/>
                                        </p:tgtEl>
                                      </p:cBhvr>
                                    </p:animEffect>
                                    <p:anim calcmode="lin" valueType="num">
                                      <p:cBhvr>
                                        <p:cTn id="24" dur="1000" fill="hold"/>
                                        <p:tgtEl>
                                          <p:spTgt spid="6"/>
                                        </p:tgtEl>
                                        <p:attrNameLst>
                                          <p:attrName>ppt_x</p:attrName>
                                        </p:attrNameLst>
                                      </p:cBhvr>
                                      <p:tavLst>
                                        <p:tav tm="0">
                                          <p:val>
                                            <p:strVal val="#ppt_x"/>
                                          </p:val>
                                        </p:tav>
                                        <p:tav tm="100000">
                                          <p:val>
                                            <p:strVal val="#ppt_x"/>
                                          </p:val>
                                        </p:tav>
                                      </p:tavLst>
                                    </p:anim>
                                    <p:anim calcmode="lin" valueType="num">
                                      <p:cBhvr>
                                        <p:cTn id="25" dur="1000" fill="hold"/>
                                        <p:tgtEl>
                                          <p:spTgt spid="6"/>
                                        </p:tgtEl>
                                        <p:attrNameLst>
                                          <p:attrName>ppt_y</p:attrName>
                                        </p:attrNameLst>
                                      </p:cBhvr>
                                      <p:tavLst>
                                        <p:tav tm="0">
                                          <p:val>
                                            <p:strVal val="#ppt_y+.1"/>
                                          </p:val>
                                        </p:tav>
                                        <p:tav tm="100000">
                                          <p:val>
                                            <p:strVal val="#ppt_y"/>
                                          </p:val>
                                        </p:tav>
                                      </p:tavLst>
                                    </p:anim>
                                  </p:childTnLst>
                                </p:cTn>
                              </p:par>
                            </p:childTnLst>
                          </p:cTn>
                        </p:par>
                      </p:childTnLst>
                    </p:cTn>
                  </p:par>
                  <p:par>
                    <p:cTn id="26" fill="hold">
                      <p:stCondLst>
                        <p:cond delay="indefinite"/>
                      </p:stCondLst>
                      <p:childTnLst>
                        <p:par>
                          <p:cTn id="27" fill="hold">
                            <p:stCondLst>
                              <p:cond delay="0"/>
                            </p:stCondLst>
                            <p:childTnLst>
                              <p:par>
                                <p:cTn id="28" presetID="12" presetClass="entr" presetSubtype="1" fill="hold" nodeType="clickEffect">
                                  <p:stCondLst>
                                    <p:cond delay="0"/>
                                  </p:stCondLst>
                                  <p:childTnLst>
                                    <p:set>
                                      <p:cBhvr>
                                        <p:cTn id="29" dur="1" fill="hold">
                                          <p:stCondLst>
                                            <p:cond delay="0"/>
                                          </p:stCondLst>
                                        </p:cTn>
                                        <p:tgtEl>
                                          <p:spTgt spid="70"/>
                                        </p:tgtEl>
                                        <p:attrNameLst>
                                          <p:attrName>style.visibility</p:attrName>
                                        </p:attrNameLst>
                                      </p:cBhvr>
                                      <p:to>
                                        <p:strVal val="visible"/>
                                      </p:to>
                                    </p:set>
                                    <p:anim calcmode="lin" valueType="num">
                                      <p:cBhvr additive="base">
                                        <p:cTn id="30" dur="500"/>
                                        <p:tgtEl>
                                          <p:spTgt spid="70"/>
                                        </p:tgtEl>
                                        <p:attrNameLst>
                                          <p:attrName>ppt_y</p:attrName>
                                        </p:attrNameLst>
                                      </p:cBhvr>
                                      <p:tavLst>
                                        <p:tav tm="0">
                                          <p:val>
                                            <p:strVal val="#ppt_y-#ppt_h*1.125000"/>
                                          </p:val>
                                        </p:tav>
                                        <p:tav tm="100000">
                                          <p:val>
                                            <p:strVal val="#ppt_y"/>
                                          </p:val>
                                        </p:tav>
                                      </p:tavLst>
                                    </p:anim>
                                    <p:animEffect transition="in" filter="wipe(down)">
                                      <p:cBhvr>
                                        <p:cTn id="31" dur="500"/>
                                        <p:tgtEl>
                                          <p:spTgt spid="70"/>
                                        </p:tgtEl>
                                      </p:cBhvr>
                                    </p:animEffect>
                                  </p:childTnLst>
                                </p:cTn>
                              </p:par>
                            </p:childTnLst>
                          </p:cTn>
                        </p:par>
                      </p:childTnLst>
                    </p:cTn>
                  </p:par>
                  <p:par>
                    <p:cTn id="32" fill="hold">
                      <p:stCondLst>
                        <p:cond delay="indefinite"/>
                      </p:stCondLst>
                      <p:childTnLst>
                        <p:par>
                          <p:cTn id="33" fill="hold">
                            <p:stCondLst>
                              <p:cond delay="0"/>
                            </p:stCondLst>
                            <p:childTnLst>
                              <p:par>
                                <p:cTn id="34" presetID="1" presetClass="entr" presetSubtype="0" fill="hold" grpId="0" nodeType="clickEffect">
                                  <p:stCondLst>
                                    <p:cond delay="0"/>
                                  </p:stCondLst>
                                  <p:iterate type="lt">
                                    <p:tmAbs val="100"/>
                                  </p:iterate>
                                  <p:childTnLst>
                                    <p:set>
                                      <p:cBhvr>
                                        <p:cTn id="35" dur="1" fill="hold">
                                          <p:stCondLst>
                                            <p:cond delay="0"/>
                                          </p:stCondLst>
                                        </p:cTn>
                                        <p:tgtEl>
                                          <p:spTgt spid="77"/>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6" grpId="0"/>
      <p:bldP spid="77" grpId="0"/>
    </p:bldLst>
  </p:timing>
</p:sld>
</file>

<file path=ppt/slides/slide45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4" name="组合 3">
            <a:extLst>
              <a:ext uri="{FF2B5EF4-FFF2-40B4-BE49-F238E27FC236}">
                <a16:creationId xmlns:a16="http://schemas.microsoft.com/office/drawing/2014/main" id="{9A1EA9F2-FCB6-48C3-935F-7AE7E3AD14AC}"/>
              </a:ext>
            </a:extLst>
          </p:cNvPr>
          <p:cNvGrpSpPr/>
          <p:nvPr/>
        </p:nvGrpSpPr>
        <p:grpSpPr>
          <a:xfrm>
            <a:off x="304800" y="749300"/>
            <a:ext cx="4938199" cy="400110"/>
            <a:chOff x="424117" y="898245"/>
            <a:chExt cx="4938199" cy="400110"/>
          </a:xfrm>
        </p:grpSpPr>
        <p:sp>
          <p:nvSpPr>
            <p:cNvPr id="2" name="平行四边形 1">
              <a:extLst>
                <a:ext uri="{FF2B5EF4-FFF2-40B4-BE49-F238E27FC236}">
                  <a16:creationId xmlns:a16="http://schemas.microsoft.com/office/drawing/2014/main" id="{1F5BAA3F-9845-4F89-A2DD-8222D3E4EDAC}"/>
                </a:ext>
              </a:extLst>
            </p:cNvPr>
            <p:cNvSpPr/>
            <p:nvPr/>
          </p:nvSpPr>
          <p:spPr>
            <a:xfrm>
              <a:off x="424117" y="898245"/>
              <a:ext cx="628306" cy="387090"/>
            </a:xfrm>
            <a:prstGeom prst="parallelogram">
              <a:avLst/>
            </a:prstGeom>
            <a:solidFill>
              <a:schemeClr val="accent3">
                <a:lumMod val="75000"/>
              </a:schemeClr>
            </a:solidFill>
            <a:ln>
              <a:solidFill>
                <a:schemeClr val="accent3">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CN" sz="2200" dirty="0">
                  <a:latin typeface="Impact" panose="020B0806030902050204" pitchFamily="34" charset="0"/>
                </a:rPr>
                <a:t>01</a:t>
              </a:r>
              <a:endParaRPr lang="zh-CN" altLang="en-US" sz="2200" dirty="0">
                <a:latin typeface="Impact" panose="020B0806030902050204" pitchFamily="34" charset="0"/>
              </a:endParaRPr>
            </a:p>
          </p:txBody>
        </p:sp>
        <p:sp>
          <p:nvSpPr>
            <p:cNvPr id="3" name="文本框 2">
              <a:extLst>
                <a:ext uri="{FF2B5EF4-FFF2-40B4-BE49-F238E27FC236}">
                  <a16:creationId xmlns:a16="http://schemas.microsoft.com/office/drawing/2014/main" id="{4D6BD736-A4D3-4F26-AFED-36E11F50F70B}"/>
                </a:ext>
              </a:extLst>
            </p:cNvPr>
            <p:cNvSpPr txBox="1"/>
            <p:nvPr/>
          </p:nvSpPr>
          <p:spPr>
            <a:xfrm>
              <a:off x="1052423" y="898245"/>
              <a:ext cx="4309893" cy="400110"/>
            </a:xfrm>
            <a:prstGeom prst="rect">
              <a:avLst/>
            </a:prstGeom>
            <a:noFill/>
          </p:spPr>
          <p:txBody>
            <a:bodyPr wrap="square" rtlCol="0">
              <a:spAutoFit/>
            </a:bodyPr>
            <a:lstStyle/>
            <a:p>
              <a:r>
                <a:rPr lang="zh-CN" altLang="en-US" sz="2000" b="1" dirty="0">
                  <a:solidFill>
                    <a:schemeClr val="tx1"/>
                  </a:solidFill>
                  <a:latin typeface="Arial Narrow" panose="020B0606020202030204" pitchFamily="34" charset="0"/>
                </a:rPr>
                <a:t>共享式以太网与交换式以太网的对比</a:t>
              </a:r>
              <a:endParaRPr lang="en-US" altLang="zh-CN" sz="2000" b="1" dirty="0">
                <a:solidFill>
                  <a:schemeClr val="tx1"/>
                </a:solidFill>
                <a:latin typeface="Arial Narrow" panose="020B0606020202030204" pitchFamily="34" charset="0"/>
              </a:endParaRPr>
            </a:p>
          </p:txBody>
        </p:sp>
      </p:grpSp>
      <p:sp>
        <p:nvSpPr>
          <p:cNvPr id="72" name="文本框 71">
            <a:extLst>
              <a:ext uri="{FF2B5EF4-FFF2-40B4-BE49-F238E27FC236}">
                <a16:creationId xmlns:a16="http://schemas.microsoft.com/office/drawing/2014/main" id="{694982CA-BBE3-4971-A06F-36B59AA7466A}"/>
              </a:ext>
            </a:extLst>
          </p:cNvPr>
          <p:cNvSpPr txBox="1"/>
          <p:nvPr/>
        </p:nvSpPr>
        <p:spPr>
          <a:xfrm>
            <a:off x="5130878" y="736280"/>
            <a:ext cx="2922270" cy="400110"/>
          </a:xfrm>
          <a:prstGeom prst="rect">
            <a:avLst/>
          </a:prstGeom>
          <a:noFill/>
        </p:spPr>
        <p:txBody>
          <a:bodyPr wrap="square" rtlCol="0">
            <a:spAutoFit/>
          </a:bodyPr>
          <a:lstStyle/>
          <a:p>
            <a:r>
              <a:rPr lang="en-US" altLang="zh-CN" sz="2000" b="1" dirty="0">
                <a:solidFill>
                  <a:schemeClr val="tx1"/>
                </a:solidFill>
                <a:latin typeface="Arial Narrow" panose="020B0606020202030204" pitchFamily="34" charset="0"/>
              </a:rPr>
              <a:t>(</a:t>
            </a:r>
            <a:r>
              <a:rPr lang="zh-CN" altLang="en-US" sz="2000" b="1" dirty="0">
                <a:solidFill>
                  <a:schemeClr val="tx1"/>
                </a:solidFill>
                <a:latin typeface="Arial Narrow" panose="020B0606020202030204" pitchFamily="34" charset="0"/>
              </a:rPr>
              <a:t>集线器与交换机的对比</a:t>
            </a:r>
            <a:r>
              <a:rPr lang="en-US" altLang="zh-CN" sz="2000" b="1" dirty="0">
                <a:solidFill>
                  <a:schemeClr val="tx1"/>
                </a:solidFill>
                <a:latin typeface="Arial Narrow" panose="020B0606020202030204" pitchFamily="34" charset="0"/>
              </a:rPr>
              <a:t>)</a:t>
            </a:r>
          </a:p>
        </p:txBody>
      </p:sp>
      <p:sp>
        <p:nvSpPr>
          <p:cNvPr id="46" name="íşlïḍè">
            <a:extLst>
              <a:ext uri="{FF2B5EF4-FFF2-40B4-BE49-F238E27FC236}">
                <a16:creationId xmlns:a16="http://schemas.microsoft.com/office/drawing/2014/main" id="{ABF2F700-81EB-419D-AC9B-E913767892D9}"/>
              </a:ext>
            </a:extLst>
          </p:cNvPr>
          <p:cNvSpPr txBox="1"/>
          <p:nvPr/>
        </p:nvSpPr>
        <p:spPr>
          <a:xfrm>
            <a:off x="1018971" y="5036575"/>
            <a:ext cx="732475" cy="400111"/>
          </a:xfrm>
          <a:prstGeom prst="rect">
            <a:avLst/>
          </a:prstGeom>
          <a:noFill/>
        </p:spPr>
        <p:txBody>
          <a:bodyPr wrap="square" lIns="91440" tIns="45720" rIns="91440" bIns="45720" anchor="ctr">
            <a:noAutofit/>
          </a:bodyPr>
          <a:lstStyle/>
          <a:p>
            <a:r>
              <a:rPr lang="zh-CN" altLang="en-US" b="1" dirty="0">
                <a:latin typeface="Arial Narrow" panose="020B0606020202030204" pitchFamily="34" charset="0"/>
              </a:rPr>
              <a:t>解析</a:t>
            </a:r>
          </a:p>
        </p:txBody>
      </p:sp>
      <p:sp>
        <p:nvSpPr>
          <p:cNvPr id="47" name="íşlïḍè">
            <a:extLst>
              <a:ext uri="{FF2B5EF4-FFF2-40B4-BE49-F238E27FC236}">
                <a16:creationId xmlns:a16="http://schemas.microsoft.com/office/drawing/2014/main" id="{EF7F0F29-CECF-41FA-AF38-C6403C739425}"/>
              </a:ext>
            </a:extLst>
          </p:cNvPr>
          <p:cNvSpPr txBox="1"/>
          <p:nvPr/>
        </p:nvSpPr>
        <p:spPr>
          <a:xfrm>
            <a:off x="8086207" y="1125784"/>
            <a:ext cx="349832" cy="400111"/>
          </a:xfrm>
          <a:prstGeom prst="rect">
            <a:avLst/>
          </a:prstGeom>
          <a:noFill/>
        </p:spPr>
        <p:txBody>
          <a:bodyPr wrap="square" lIns="91440" tIns="45720" rIns="91440" bIns="45720" anchor="ctr">
            <a:noAutofit/>
          </a:bodyPr>
          <a:lstStyle/>
          <a:p>
            <a:pPr algn="ctr"/>
            <a:r>
              <a:rPr lang="en-US" altLang="zh-CN" sz="2800" b="1" dirty="0">
                <a:solidFill>
                  <a:schemeClr val="accent1">
                    <a:lumMod val="75000"/>
                  </a:schemeClr>
                </a:solidFill>
                <a:latin typeface="Arial Black" panose="020B0A04020102020204" pitchFamily="34" charset="0"/>
              </a:rPr>
              <a:t>C</a:t>
            </a:r>
            <a:endParaRPr lang="zh-CN" altLang="en-US" sz="2800" b="1" dirty="0">
              <a:solidFill>
                <a:schemeClr val="accent1">
                  <a:lumMod val="75000"/>
                </a:schemeClr>
              </a:solidFill>
              <a:latin typeface="Arial Black" panose="020B0A04020102020204" pitchFamily="34" charset="0"/>
            </a:endParaRPr>
          </a:p>
        </p:txBody>
      </p:sp>
      <p:grpSp>
        <p:nvGrpSpPr>
          <p:cNvPr id="93" name="组合 92">
            <a:extLst>
              <a:ext uri="{FF2B5EF4-FFF2-40B4-BE49-F238E27FC236}">
                <a16:creationId xmlns:a16="http://schemas.microsoft.com/office/drawing/2014/main" id="{B6950193-F7A6-4467-B1AF-A80DF1A4CF87}"/>
              </a:ext>
            </a:extLst>
          </p:cNvPr>
          <p:cNvGrpSpPr/>
          <p:nvPr/>
        </p:nvGrpSpPr>
        <p:grpSpPr>
          <a:xfrm>
            <a:off x="2958936" y="5036573"/>
            <a:ext cx="4536269" cy="1400394"/>
            <a:chOff x="2958936" y="5036573"/>
            <a:chExt cx="4536269" cy="1400394"/>
          </a:xfrm>
        </p:grpSpPr>
        <p:sp>
          <p:nvSpPr>
            <p:cNvPr id="88" name="íşlïḍè">
              <a:extLst>
                <a:ext uri="{FF2B5EF4-FFF2-40B4-BE49-F238E27FC236}">
                  <a16:creationId xmlns:a16="http://schemas.microsoft.com/office/drawing/2014/main" id="{42A242C9-FFF4-4897-BDDB-33A593F82EBC}"/>
                </a:ext>
              </a:extLst>
            </p:cNvPr>
            <p:cNvSpPr txBox="1"/>
            <p:nvPr/>
          </p:nvSpPr>
          <p:spPr>
            <a:xfrm>
              <a:off x="2958936" y="5354500"/>
              <a:ext cx="1011511" cy="400111"/>
            </a:xfrm>
            <a:prstGeom prst="rect">
              <a:avLst/>
            </a:prstGeom>
            <a:noFill/>
          </p:spPr>
          <p:txBody>
            <a:bodyPr wrap="square" lIns="91440" tIns="45720" rIns="91440" bIns="45720" anchor="ctr">
              <a:noAutofit/>
            </a:bodyPr>
            <a:lstStyle/>
            <a:p>
              <a:r>
                <a:rPr lang="zh-CN" altLang="en-US" b="1" dirty="0">
                  <a:latin typeface="Arial Narrow" panose="020B0606020202030204" pitchFamily="34" charset="0"/>
                </a:rPr>
                <a:t>集线器</a:t>
              </a:r>
            </a:p>
          </p:txBody>
        </p:sp>
        <p:sp>
          <p:nvSpPr>
            <p:cNvPr id="89" name="íşlïḍè">
              <a:extLst>
                <a:ext uri="{FF2B5EF4-FFF2-40B4-BE49-F238E27FC236}">
                  <a16:creationId xmlns:a16="http://schemas.microsoft.com/office/drawing/2014/main" id="{97650254-26AB-496A-A96B-FB0969A661BB}"/>
                </a:ext>
              </a:extLst>
            </p:cNvPr>
            <p:cNvSpPr txBox="1"/>
            <p:nvPr/>
          </p:nvSpPr>
          <p:spPr>
            <a:xfrm>
              <a:off x="2958936" y="5695678"/>
              <a:ext cx="1011511" cy="400111"/>
            </a:xfrm>
            <a:prstGeom prst="rect">
              <a:avLst/>
            </a:prstGeom>
            <a:noFill/>
          </p:spPr>
          <p:txBody>
            <a:bodyPr wrap="square" lIns="91440" tIns="45720" rIns="91440" bIns="45720" anchor="ctr">
              <a:noAutofit/>
            </a:bodyPr>
            <a:lstStyle/>
            <a:p>
              <a:r>
                <a:rPr lang="zh-CN" altLang="en-US" b="1" dirty="0">
                  <a:latin typeface="Arial Narrow" panose="020B0606020202030204" pitchFamily="34" charset="0"/>
                </a:rPr>
                <a:t>交换机</a:t>
              </a:r>
            </a:p>
          </p:txBody>
        </p:sp>
        <p:sp>
          <p:nvSpPr>
            <p:cNvPr id="90" name="íşlïḍè">
              <a:extLst>
                <a:ext uri="{FF2B5EF4-FFF2-40B4-BE49-F238E27FC236}">
                  <a16:creationId xmlns:a16="http://schemas.microsoft.com/office/drawing/2014/main" id="{DCCB8D60-C404-49D1-9B2A-2EDFB4462434}"/>
                </a:ext>
              </a:extLst>
            </p:cNvPr>
            <p:cNvSpPr txBox="1"/>
            <p:nvPr/>
          </p:nvSpPr>
          <p:spPr>
            <a:xfrm>
              <a:off x="2958936" y="6036856"/>
              <a:ext cx="1011511" cy="400111"/>
            </a:xfrm>
            <a:prstGeom prst="rect">
              <a:avLst/>
            </a:prstGeom>
            <a:noFill/>
          </p:spPr>
          <p:txBody>
            <a:bodyPr wrap="square" lIns="91440" tIns="45720" rIns="91440" bIns="45720" anchor="ctr">
              <a:noAutofit/>
            </a:bodyPr>
            <a:lstStyle/>
            <a:p>
              <a:r>
                <a:rPr lang="zh-CN" altLang="en-US" b="1" dirty="0">
                  <a:latin typeface="Arial Narrow" panose="020B0606020202030204" pitchFamily="34" charset="0"/>
                </a:rPr>
                <a:t>路由器</a:t>
              </a:r>
            </a:p>
          </p:txBody>
        </p:sp>
        <p:sp>
          <p:nvSpPr>
            <p:cNvPr id="91" name="íşlïḍè">
              <a:extLst>
                <a:ext uri="{FF2B5EF4-FFF2-40B4-BE49-F238E27FC236}">
                  <a16:creationId xmlns:a16="http://schemas.microsoft.com/office/drawing/2014/main" id="{440457E0-8960-4838-BC70-AF17DF53B565}"/>
                </a:ext>
              </a:extLst>
            </p:cNvPr>
            <p:cNvSpPr txBox="1"/>
            <p:nvPr/>
          </p:nvSpPr>
          <p:spPr>
            <a:xfrm>
              <a:off x="4453712" y="5036574"/>
              <a:ext cx="1385391" cy="400111"/>
            </a:xfrm>
            <a:prstGeom prst="rect">
              <a:avLst/>
            </a:prstGeom>
            <a:noFill/>
          </p:spPr>
          <p:txBody>
            <a:bodyPr wrap="square" lIns="91440" tIns="45720" rIns="91440" bIns="45720" anchor="ctr">
              <a:noAutofit/>
            </a:bodyPr>
            <a:lstStyle/>
            <a:p>
              <a:r>
                <a:rPr lang="zh-CN" altLang="en-US" b="1" dirty="0">
                  <a:latin typeface="Arial Narrow" panose="020B0606020202030204" pitchFamily="34" charset="0"/>
                </a:rPr>
                <a:t>隔离冲突域</a:t>
              </a:r>
            </a:p>
          </p:txBody>
        </p:sp>
        <p:sp>
          <p:nvSpPr>
            <p:cNvPr id="92" name="íşlïḍè">
              <a:extLst>
                <a:ext uri="{FF2B5EF4-FFF2-40B4-BE49-F238E27FC236}">
                  <a16:creationId xmlns:a16="http://schemas.microsoft.com/office/drawing/2014/main" id="{8A4CD96A-D4BE-4DF5-8E4D-DA0F379B3B6D}"/>
                </a:ext>
              </a:extLst>
            </p:cNvPr>
            <p:cNvSpPr txBox="1"/>
            <p:nvPr/>
          </p:nvSpPr>
          <p:spPr>
            <a:xfrm>
              <a:off x="6109814" y="5036573"/>
              <a:ext cx="1385391" cy="400111"/>
            </a:xfrm>
            <a:prstGeom prst="rect">
              <a:avLst/>
            </a:prstGeom>
            <a:noFill/>
          </p:spPr>
          <p:txBody>
            <a:bodyPr wrap="square" lIns="91440" tIns="45720" rIns="91440" bIns="45720" anchor="ctr">
              <a:noAutofit/>
            </a:bodyPr>
            <a:lstStyle/>
            <a:p>
              <a:r>
                <a:rPr lang="zh-CN" altLang="en-US" b="1" dirty="0">
                  <a:latin typeface="Arial Narrow" panose="020B0606020202030204" pitchFamily="34" charset="0"/>
                </a:rPr>
                <a:t>隔离广播域</a:t>
              </a:r>
            </a:p>
          </p:txBody>
        </p:sp>
      </p:grpSp>
      <p:sp>
        <p:nvSpPr>
          <p:cNvPr id="96" name="iconfont-11800-6036736">
            <a:extLst>
              <a:ext uri="{FF2B5EF4-FFF2-40B4-BE49-F238E27FC236}">
                <a16:creationId xmlns:a16="http://schemas.microsoft.com/office/drawing/2014/main" id="{079E7EAF-D4CD-4A95-AF92-9A6E18000916}"/>
              </a:ext>
            </a:extLst>
          </p:cNvPr>
          <p:cNvSpPr/>
          <p:nvPr/>
        </p:nvSpPr>
        <p:spPr>
          <a:xfrm>
            <a:off x="4960261" y="5430417"/>
            <a:ext cx="265656" cy="265261"/>
          </a:xfrm>
          <a:custGeom>
            <a:avLst/>
            <a:gdLst>
              <a:gd name="T0" fmla="*/ 127 w 3392"/>
              <a:gd name="T1" fmla="*/ 2898 h 3392"/>
              <a:gd name="T2" fmla="*/ 473 w 3392"/>
              <a:gd name="T3" fmla="*/ 3248 h 3392"/>
              <a:gd name="T4" fmla="*/ 936 w 3392"/>
              <a:gd name="T5" fmla="*/ 3251 h 3392"/>
              <a:gd name="T6" fmla="*/ 1691 w 3392"/>
              <a:gd name="T7" fmla="*/ 2508 h 3392"/>
              <a:gd name="T8" fmla="*/ 2434 w 3392"/>
              <a:gd name="T9" fmla="*/ 3262 h 3392"/>
              <a:gd name="T10" fmla="*/ 2898 w 3392"/>
              <a:gd name="T11" fmla="*/ 3265 h 3392"/>
              <a:gd name="T12" fmla="*/ 3248 w 3392"/>
              <a:gd name="T13" fmla="*/ 2920 h 3392"/>
              <a:gd name="T14" fmla="*/ 3251 w 3392"/>
              <a:gd name="T15" fmla="*/ 2456 h 3392"/>
              <a:gd name="T16" fmla="*/ 2508 w 3392"/>
              <a:gd name="T17" fmla="*/ 1702 h 3392"/>
              <a:gd name="T18" fmla="*/ 3262 w 3392"/>
              <a:gd name="T19" fmla="*/ 959 h 3392"/>
              <a:gd name="T20" fmla="*/ 3265 w 3392"/>
              <a:gd name="T21" fmla="*/ 495 h 3392"/>
              <a:gd name="T22" fmla="*/ 2920 w 3392"/>
              <a:gd name="T23" fmla="*/ 145 h 3392"/>
              <a:gd name="T24" fmla="*/ 2456 w 3392"/>
              <a:gd name="T25" fmla="*/ 141 h 3392"/>
              <a:gd name="T26" fmla="*/ 1702 w 3392"/>
              <a:gd name="T27" fmla="*/ 885 h 3392"/>
              <a:gd name="T28" fmla="*/ 959 w 3392"/>
              <a:gd name="T29" fmla="*/ 131 h 3392"/>
              <a:gd name="T30" fmla="*/ 495 w 3392"/>
              <a:gd name="T31" fmla="*/ 127 h 3392"/>
              <a:gd name="T32" fmla="*/ 145 w 3392"/>
              <a:gd name="T33" fmla="*/ 473 h 3392"/>
              <a:gd name="T34" fmla="*/ 141 w 3392"/>
              <a:gd name="T35" fmla="*/ 936 h 3392"/>
              <a:gd name="T36" fmla="*/ 885 w 3392"/>
              <a:gd name="T37" fmla="*/ 1690 h 3392"/>
              <a:gd name="T38" fmla="*/ 131 w 3392"/>
              <a:gd name="T39" fmla="*/ 2434 h 3392"/>
              <a:gd name="T40" fmla="*/ 127 w 3392"/>
              <a:gd name="T41" fmla="*/ 2898 h 339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3392" h="3392">
                <a:moveTo>
                  <a:pt x="127" y="2898"/>
                </a:moveTo>
                <a:lnTo>
                  <a:pt x="473" y="3248"/>
                </a:lnTo>
                <a:cubicBezTo>
                  <a:pt x="600" y="3377"/>
                  <a:pt x="808" y="3378"/>
                  <a:pt x="936" y="3251"/>
                </a:cubicBezTo>
                <a:lnTo>
                  <a:pt x="1691" y="2508"/>
                </a:lnTo>
                <a:lnTo>
                  <a:pt x="2434" y="3262"/>
                </a:lnTo>
                <a:cubicBezTo>
                  <a:pt x="2561" y="3391"/>
                  <a:pt x="2769" y="3392"/>
                  <a:pt x="2898" y="3265"/>
                </a:cubicBezTo>
                <a:lnTo>
                  <a:pt x="3248" y="2920"/>
                </a:lnTo>
                <a:cubicBezTo>
                  <a:pt x="3377" y="2793"/>
                  <a:pt x="3378" y="2585"/>
                  <a:pt x="3251" y="2456"/>
                </a:cubicBezTo>
                <a:lnTo>
                  <a:pt x="2508" y="1702"/>
                </a:lnTo>
                <a:lnTo>
                  <a:pt x="3262" y="959"/>
                </a:lnTo>
                <a:cubicBezTo>
                  <a:pt x="3391" y="832"/>
                  <a:pt x="3392" y="624"/>
                  <a:pt x="3265" y="495"/>
                </a:cubicBezTo>
                <a:lnTo>
                  <a:pt x="2920" y="145"/>
                </a:lnTo>
                <a:cubicBezTo>
                  <a:pt x="2793" y="16"/>
                  <a:pt x="2585" y="14"/>
                  <a:pt x="2456" y="141"/>
                </a:cubicBezTo>
                <a:lnTo>
                  <a:pt x="1702" y="885"/>
                </a:lnTo>
                <a:lnTo>
                  <a:pt x="959" y="131"/>
                </a:lnTo>
                <a:cubicBezTo>
                  <a:pt x="832" y="2"/>
                  <a:pt x="624" y="0"/>
                  <a:pt x="495" y="127"/>
                </a:cubicBezTo>
                <a:lnTo>
                  <a:pt x="145" y="473"/>
                </a:lnTo>
                <a:cubicBezTo>
                  <a:pt x="16" y="600"/>
                  <a:pt x="14" y="807"/>
                  <a:pt x="141" y="936"/>
                </a:cubicBezTo>
                <a:lnTo>
                  <a:pt x="885" y="1690"/>
                </a:lnTo>
                <a:lnTo>
                  <a:pt x="131" y="2434"/>
                </a:lnTo>
                <a:cubicBezTo>
                  <a:pt x="2" y="2561"/>
                  <a:pt x="0" y="2769"/>
                  <a:pt x="127" y="2898"/>
                </a:cubicBezTo>
                <a:close/>
              </a:path>
            </a:pathLst>
          </a:cu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zh-CN"/>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a:p>
        </p:txBody>
      </p:sp>
      <p:sp>
        <p:nvSpPr>
          <p:cNvPr id="97" name="iconfont-10889-5203325">
            <a:extLst>
              <a:ext uri="{FF2B5EF4-FFF2-40B4-BE49-F238E27FC236}">
                <a16:creationId xmlns:a16="http://schemas.microsoft.com/office/drawing/2014/main" id="{9A64D3C4-EA24-4EFC-BD45-8A285DA996E2}"/>
              </a:ext>
            </a:extLst>
          </p:cNvPr>
          <p:cNvSpPr/>
          <p:nvPr/>
        </p:nvSpPr>
        <p:spPr>
          <a:xfrm>
            <a:off x="4950404" y="6124410"/>
            <a:ext cx="321400" cy="225001"/>
          </a:xfrm>
          <a:custGeom>
            <a:avLst/>
            <a:gdLst>
              <a:gd name="T0" fmla="*/ 12581 w 13243"/>
              <a:gd name="T1" fmla="*/ 0 h 9270"/>
              <a:gd name="T2" fmla="*/ 13054 w 13243"/>
              <a:gd name="T3" fmla="*/ 188 h 9270"/>
              <a:gd name="T4" fmla="*/ 13243 w 13243"/>
              <a:gd name="T5" fmla="*/ 662 h 9270"/>
              <a:gd name="T6" fmla="*/ 13052 w 13243"/>
              <a:gd name="T7" fmla="*/ 1131 h 9270"/>
              <a:gd name="T8" fmla="*/ 5105 w 13243"/>
              <a:gd name="T9" fmla="*/ 9077 h 9270"/>
              <a:gd name="T10" fmla="*/ 4635 w 13243"/>
              <a:gd name="T11" fmla="*/ 9270 h 9270"/>
              <a:gd name="T12" fmla="*/ 4164 w 13243"/>
              <a:gd name="T13" fmla="*/ 9077 h 9270"/>
              <a:gd name="T14" fmla="*/ 191 w 13243"/>
              <a:gd name="T15" fmla="*/ 5106 h 9270"/>
              <a:gd name="T16" fmla="*/ 0 w 13243"/>
              <a:gd name="T17" fmla="*/ 4635 h 9270"/>
              <a:gd name="T18" fmla="*/ 189 w 13243"/>
              <a:gd name="T19" fmla="*/ 4160 h 9270"/>
              <a:gd name="T20" fmla="*/ 662 w 13243"/>
              <a:gd name="T21" fmla="*/ 3973 h 9270"/>
              <a:gd name="T22" fmla="*/ 1133 w 13243"/>
              <a:gd name="T23" fmla="*/ 4164 h 9270"/>
              <a:gd name="T24" fmla="*/ 4635 w 13243"/>
              <a:gd name="T25" fmla="*/ 7672 h 9270"/>
              <a:gd name="T26" fmla="*/ 12110 w 13243"/>
              <a:gd name="T27" fmla="*/ 191 h 9270"/>
              <a:gd name="T28" fmla="*/ 12581 w 13243"/>
              <a:gd name="T29" fmla="*/ 0 h 92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3243" h="9270">
                <a:moveTo>
                  <a:pt x="12581" y="0"/>
                </a:moveTo>
                <a:cubicBezTo>
                  <a:pt x="12770" y="0"/>
                  <a:pt x="12928" y="63"/>
                  <a:pt x="13054" y="188"/>
                </a:cubicBezTo>
                <a:cubicBezTo>
                  <a:pt x="13180" y="315"/>
                  <a:pt x="13243" y="473"/>
                  <a:pt x="13243" y="662"/>
                </a:cubicBezTo>
                <a:cubicBezTo>
                  <a:pt x="13243" y="848"/>
                  <a:pt x="13179" y="1004"/>
                  <a:pt x="13052" y="1131"/>
                </a:cubicBezTo>
                <a:lnTo>
                  <a:pt x="5105" y="9077"/>
                </a:lnTo>
                <a:cubicBezTo>
                  <a:pt x="4978" y="9205"/>
                  <a:pt x="4821" y="9270"/>
                  <a:pt x="4635" y="9270"/>
                </a:cubicBezTo>
                <a:cubicBezTo>
                  <a:pt x="4449" y="9270"/>
                  <a:pt x="4292" y="9205"/>
                  <a:pt x="4164" y="9077"/>
                </a:cubicBezTo>
                <a:lnTo>
                  <a:pt x="191" y="5106"/>
                </a:lnTo>
                <a:cubicBezTo>
                  <a:pt x="64" y="4977"/>
                  <a:pt x="0" y="4821"/>
                  <a:pt x="0" y="4635"/>
                </a:cubicBezTo>
                <a:cubicBezTo>
                  <a:pt x="0" y="4446"/>
                  <a:pt x="63" y="4287"/>
                  <a:pt x="189" y="4160"/>
                </a:cubicBezTo>
                <a:cubicBezTo>
                  <a:pt x="315" y="4035"/>
                  <a:pt x="473" y="3973"/>
                  <a:pt x="662" y="3973"/>
                </a:cubicBezTo>
                <a:cubicBezTo>
                  <a:pt x="848" y="3973"/>
                  <a:pt x="1006" y="4035"/>
                  <a:pt x="1133" y="4164"/>
                </a:cubicBezTo>
                <a:lnTo>
                  <a:pt x="4635" y="7672"/>
                </a:lnTo>
                <a:lnTo>
                  <a:pt x="12110" y="191"/>
                </a:lnTo>
                <a:cubicBezTo>
                  <a:pt x="12237" y="63"/>
                  <a:pt x="12394" y="0"/>
                  <a:pt x="12581" y="0"/>
                </a:cubicBezTo>
                <a:close/>
              </a:path>
            </a:pathLst>
          </a:custGeom>
          <a:solidFill>
            <a:schemeClr val="accent4"/>
          </a:solidFill>
          <a:ln>
            <a:solidFill>
              <a:schemeClr val="accent4"/>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98" name="iconfont-10889-5203325">
            <a:extLst>
              <a:ext uri="{FF2B5EF4-FFF2-40B4-BE49-F238E27FC236}">
                <a16:creationId xmlns:a16="http://schemas.microsoft.com/office/drawing/2014/main" id="{D80B620B-67FF-4966-AFD2-321A8B1D42C7}"/>
              </a:ext>
            </a:extLst>
          </p:cNvPr>
          <p:cNvSpPr/>
          <p:nvPr/>
        </p:nvSpPr>
        <p:spPr>
          <a:xfrm>
            <a:off x="6641809" y="6119101"/>
            <a:ext cx="321400" cy="225001"/>
          </a:xfrm>
          <a:custGeom>
            <a:avLst/>
            <a:gdLst>
              <a:gd name="T0" fmla="*/ 12581 w 13243"/>
              <a:gd name="T1" fmla="*/ 0 h 9270"/>
              <a:gd name="T2" fmla="*/ 13054 w 13243"/>
              <a:gd name="T3" fmla="*/ 188 h 9270"/>
              <a:gd name="T4" fmla="*/ 13243 w 13243"/>
              <a:gd name="T5" fmla="*/ 662 h 9270"/>
              <a:gd name="T6" fmla="*/ 13052 w 13243"/>
              <a:gd name="T7" fmla="*/ 1131 h 9270"/>
              <a:gd name="T8" fmla="*/ 5105 w 13243"/>
              <a:gd name="T9" fmla="*/ 9077 h 9270"/>
              <a:gd name="T10" fmla="*/ 4635 w 13243"/>
              <a:gd name="T11" fmla="*/ 9270 h 9270"/>
              <a:gd name="T12" fmla="*/ 4164 w 13243"/>
              <a:gd name="T13" fmla="*/ 9077 h 9270"/>
              <a:gd name="T14" fmla="*/ 191 w 13243"/>
              <a:gd name="T15" fmla="*/ 5106 h 9270"/>
              <a:gd name="T16" fmla="*/ 0 w 13243"/>
              <a:gd name="T17" fmla="*/ 4635 h 9270"/>
              <a:gd name="T18" fmla="*/ 189 w 13243"/>
              <a:gd name="T19" fmla="*/ 4160 h 9270"/>
              <a:gd name="T20" fmla="*/ 662 w 13243"/>
              <a:gd name="T21" fmla="*/ 3973 h 9270"/>
              <a:gd name="T22" fmla="*/ 1133 w 13243"/>
              <a:gd name="T23" fmla="*/ 4164 h 9270"/>
              <a:gd name="T24" fmla="*/ 4635 w 13243"/>
              <a:gd name="T25" fmla="*/ 7672 h 9270"/>
              <a:gd name="T26" fmla="*/ 12110 w 13243"/>
              <a:gd name="T27" fmla="*/ 191 h 9270"/>
              <a:gd name="T28" fmla="*/ 12581 w 13243"/>
              <a:gd name="T29" fmla="*/ 0 h 92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3243" h="9270">
                <a:moveTo>
                  <a:pt x="12581" y="0"/>
                </a:moveTo>
                <a:cubicBezTo>
                  <a:pt x="12770" y="0"/>
                  <a:pt x="12928" y="63"/>
                  <a:pt x="13054" y="188"/>
                </a:cubicBezTo>
                <a:cubicBezTo>
                  <a:pt x="13180" y="315"/>
                  <a:pt x="13243" y="473"/>
                  <a:pt x="13243" y="662"/>
                </a:cubicBezTo>
                <a:cubicBezTo>
                  <a:pt x="13243" y="848"/>
                  <a:pt x="13179" y="1004"/>
                  <a:pt x="13052" y="1131"/>
                </a:cubicBezTo>
                <a:lnTo>
                  <a:pt x="5105" y="9077"/>
                </a:lnTo>
                <a:cubicBezTo>
                  <a:pt x="4978" y="9205"/>
                  <a:pt x="4821" y="9270"/>
                  <a:pt x="4635" y="9270"/>
                </a:cubicBezTo>
                <a:cubicBezTo>
                  <a:pt x="4449" y="9270"/>
                  <a:pt x="4292" y="9205"/>
                  <a:pt x="4164" y="9077"/>
                </a:cubicBezTo>
                <a:lnTo>
                  <a:pt x="191" y="5106"/>
                </a:lnTo>
                <a:cubicBezTo>
                  <a:pt x="64" y="4977"/>
                  <a:pt x="0" y="4821"/>
                  <a:pt x="0" y="4635"/>
                </a:cubicBezTo>
                <a:cubicBezTo>
                  <a:pt x="0" y="4446"/>
                  <a:pt x="63" y="4287"/>
                  <a:pt x="189" y="4160"/>
                </a:cubicBezTo>
                <a:cubicBezTo>
                  <a:pt x="315" y="4035"/>
                  <a:pt x="473" y="3973"/>
                  <a:pt x="662" y="3973"/>
                </a:cubicBezTo>
                <a:cubicBezTo>
                  <a:pt x="848" y="3973"/>
                  <a:pt x="1006" y="4035"/>
                  <a:pt x="1133" y="4164"/>
                </a:cubicBezTo>
                <a:lnTo>
                  <a:pt x="4635" y="7672"/>
                </a:lnTo>
                <a:lnTo>
                  <a:pt x="12110" y="191"/>
                </a:lnTo>
                <a:cubicBezTo>
                  <a:pt x="12237" y="63"/>
                  <a:pt x="12394" y="0"/>
                  <a:pt x="12581" y="0"/>
                </a:cubicBezTo>
                <a:close/>
              </a:path>
            </a:pathLst>
          </a:custGeom>
          <a:solidFill>
            <a:schemeClr val="accent4"/>
          </a:solidFill>
          <a:ln>
            <a:solidFill>
              <a:schemeClr val="accent4"/>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99" name="iconfont-11800-6036736">
            <a:extLst>
              <a:ext uri="{FF2B5EF4-FFF2-40B4-BE49-F238E27FC236}">
                <a16:creationId xmlns:a16="http://schemas.microsoft.com/office/drawing/2014/main" id="{A723D28C-2D76-437A-9713-8802717F1B75}"/>
              </a:ext>
            </a:extLst>
          </p:cNvPr>
          <p:cNvSpPr/>
          <p:nvPr/>
        </p:nvSpPr>
        <p:spPr>
          <a:xfrm>
            <a:off x="6649836" y="5430417"/>
            <a:ext cx="265656" cy="265261"/>
          </a:xfrm>
          <a:custGeom>
            <a:avLst/>
            <a:gdLst>
              <a:gd name="T0" fmla="*/ 127 w 3392"/>
              <a:gd name="T1" fmla="*/ 2898 h 3392"/>
              <a:gd name="T2" fmla="*/ 473 w 3392"/>
              <a:gd name="T3" fmla="*/ 3248 h 3392"/>
              <a:gd name="T4" fmla="*/ 936 w 3392"/>
              <a:gd name="T5" fmla="*/ 3251 h 3392"/>
              <a:gd name="T6" fmla="*/ 1691 w 3392"/>
              <a:gd name="T7" fmla="*/ 2508 h 3392"/>
              <a:gd name="T8" fmla="*/ 2434 w 3392"/>
              <a:gd name="T9" fmla="*/ 3262 h 3392"/>
              <a:gd name="T10" fmla="*/ 2898 w 3392"/>
              <a:gd name="T11" fmla="*/ 3265 h 3392"/>
              <a:gd name="T12" fmla="*/ 3248 w 3392"/>
              <a:gd name="T13" fmla="*/ 2920 h 3392"/>
              <a:gd name="T14" fmla="*/ 3251 w 3392"/>
              <a:gd name="T15" fmla="*/ 2456 h 3392"/>
              <a:gd name="T16" fmla="*/ 2508 w 3392"/>
              <a:gd name="T17" fmla="*/ 1702 h 3392"/>
              <a:gd name="T18" fmla="*/ 3262 w 3392"/>
              <a:gd name="T19" fmla="*/ 959 h 3392"/>
              <a:gd name="T20" fmla="*/ 3265 w 3392"/>
              <a:gd name="T21" fmla="*/ 495 h 3392"/>
              <a:gd name="T22" fmla="*/ 2920 w 3392"/>
              <a:gd name="T23" fmla="*/ 145 h 3392"/>
              <a:gd name="T24" fmla="*/ 2456 w 3392"/>
              <a:gd name="T25" fmla="*/ 141 h 3392"/>
              <a:gd name="T26" fmla="*/ 1702 w 3392"/>
              <a:gd name="T27" fmla="*/ 885 h 3392"/>
              <a:gd name="T28" fmla="*/ 959 w 3392"/>
              <a:gd name="T29" fmla="*/ 131 h 3392"/>
              <a:gd name="T30" fmla="*/ 495 w 3392"/>
              <a:gd name="T31" fmla="*/ 127 h 3392"/>
              <a:gd name="T32" fmla="*/ 145 w 3392"/>
              <a:gd name="T33" fmla="*/ 473 h 3392"/>
              <a:gd name="T34" fmla="*/ 141 w 3392"/>
              <a:gd name="T35" fmla="*/ 936 h 3392"/>
              <a:gd name="T36" fmla="*/ 885 w 3392"/>
              <a:gd name="T37" fmla="*/ 1690 h 3392"/>
              <a:gd name="T38" fmla="*/ 131 w 3392"/>
              <a:gd name="T39" fmla="*/ 2434 h 3392"/>
              <a:gd name="T40" fmla="*/ 127 w 3392"/>
              <a:gd name="T41" fmla="*/ 2898 h 339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3392" h="3392">
                <a:moveTo>
                  <a:pt x="127" y="2898"/>
                </a:moveTo>
                <a:lnTo>
                  <a:pt x="473" y="3248"/>
                </a:lnTo>
                <a:cubicBezTo>
                  <a:pt x="600" y="3377"/>
                  <a:pt x="808" y="3378"/>
                  <a:pt x="936" y="3251"/>
                </a:cubicBezTo>
                <a:lnTo>
                  <a:pt x="1691" y="2508"/>
                </a:lnTo>
                <a:lnTo>
                  <a:pt x="2434" y="3262"/>
                </a:lnTo>
                <a:cubicBezTo>
                  <a:pt x="2561" y="3391"/>
                  <a:pt x="2769" y="3392"/>
                  <a:pt x="2898" y="3265"/>
                </a:cubicBezTo>
                <a:lnTo>
                  <a:pt x="3248" y="2920"/>
                </a:lnTo>
                <a:cubicBezTo>
                  <a:pt x="3377" y="2793"/>
                  <a:pt x="3378" y="2585"/>
                  <a:pt x="3251" y="2456"/>
                </a:cubicBezTo>
                <a:lnTo>
                  <a:pt x="2508" y="1702"/>
                </a:lnTo>
                <a:lnTo>
                  <a:pt x="3262" y="959"/>
                </a:lnTo>
                <a:cubicBezTo>
                  <a:pt x="3391" y="832"/>
                  <a:pt x="3392" y="624"/>
                  <a:pt x="3265" y="495"/>
                </a:cubicBezTo>
                <a:lnTo>
                  <a:pt x="2920" y="145"/>
                </a:lnTo>
                <a:cubicBezTo>
                  <a:pt x="2793" y="16"/>
                  <a:pt x="2585" y="14"/>
                  <a:pt x="2456" y="141"/>
                </a:cubicBezTo>
                <a:lnTo>
                  <a:pt x="1702" y="885"/>
                </a:lnTo>
                <a:lnTo>
                  <a:pt x="959" y="131"/>
                </a:lnTo>
                <a:cubicBezTo>
                  <a:pt x="832" y="2"/>
                  <a:pt x="624" y="0"/>
                  <a:pt x="495" y="127"/>
                </a:cubicBezTo>
                <a:lnTo>
                  <a:pt x="145" y="473"/>
                </a:lnTo>
                <a:cubicBezTo>
                  <a:pt x="16" y="600"/>
                  <a:pt x="14" y="807"/>
                  <a:pt x="141" y="936"/>
                </a:cubicBezTo>
                <a:lnTo>
                  <a:pt x="885" y="1690"/>
                </a:lnTo>
                <a:lnTo>
                  <a:pt x="131" y="2434"/>
                </a:lnTo>
                <a:cubicBezTo>
                  <a:pt x="2" y="2561"/>
                  <a:pt x="0" y="2769"/>
                  <a:pt x="127" y="2898"/>
                </a:cubicBezTo>
                <a:close/>
              </a:path>
            </a:pathLst>
          </a:cu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zh-CN"/>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a:p>
        </p:txBody>
      </p:sp>
      <p:sp>
        <p:nvSpPr>
          <p:cNvPr id="100" name="iconfont-10889-5203325">
            <a:extLst>
              <a:ext uri="{FF2B5EF4-FFF2-40B4-BE49-F238E27FC236}">
                <a16:creationId xmlns:a16="http://schemas.microsoft.com/office/drawing/2014/main" id="{DF989834-6BEE-4BE8-84BC-1F7C5E70E6FF}"/>
              </a:ext>
            </a:extLst>
          </p:cNvPr>
          <p:cNvSpPr/>
          <p:nvPr/>
        </p:nvSpPr>
        <p:spPr>
          <a:xfrm>
            <a:off x="4950404" y="5755245"/>
            <a:ext cx="321400" cy="225001"/>
          </a:xfrm>
          <a:custGeom>
            <a:avLst/>
            <a:gdLst>
              <a:gd name="T0" fmla="*/ 12581 w 13243"/>
              <a:gd name="T1" fmla="*/ 0 h 9270"/>
              <a:gd name="T2" fmla="*/ 13054 w 13243"/>
              <a:gd name="T3" fmla="*/ 188 h 9270"/>
              <a:gd name="T4" fmla="*/ 13243 w 13243"/>
              <a:gd name="T5" fmla="*/ 662 h 9270"/>
              <a:gd name="T6" fmla="*/ 13052 w 13243"/>
              <a:gd name="T7" fmla="*/ 1131 h 9270"/>
              <a:gd name="T8" fmla="*/ 5105 w 13243"/>
              <a:gd name="T9" fmla="*/ 9077 h 9270"/>
              <a:gd name="T10" fmla="*/ 4635 w 13243"/>
              <a:gd name="T11" fmla="*/ 9270 h 9270"/>
              <a:gd name="T12" fmla="*/ 4164 w 13243"/>
              <a:gd name="T13" fmla="*/ 9077 h 9270"/>
              <a:gd name="T14" fmla="*/ 191 w 13243"/>
              <a:gd name="T15" fmla="*/ 5106 h 9270"/>
              <a:gd name="T16" fmla="*/ 0 w 13243"/>
              <a:gd name="T17" fmla="*/ 4635 h 9270"/>
              <a:gd name="T18" fmla="*/ 189 w 13243"/>
              <a:gd name="T19" fmla="*/ 4160 h 9270"/>
              <a:gd name="T20" fmla="*/ 662 w 13243"/>
              <a:gd name="T21" fmla="*/ 3973 h 9270"/>
              <a:gd name="T22" fmla="*/ 1133 w 13243"/>
              <a:gd name="T23" fmla="*/ 4164 h 9270"/>
              <a:gd name="T24" fmla="*/ 4635 w 13243"/>
              <a:gd name="T25" fmla="*/ 7672 h 9270"/>
              <a:gd name="T26" fmla="*/ 12110 w 13243"/>
              <a:gd name="T27" fmla="*/ 191 h 9270"/>
              <a:gd name="T28" fmla="*/ 12581 w 13243"/>
              <a:gd name="T29" fmla="*/ 0 h 92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3243" h="9270">
                <a:moveTo>
                  <a:pt x="12581" y="0"/>
                </a:moveTo>
                <a:cubicBezTo>
                  <a:pt x="12770" y="0"/>
                  <a:pt x="12928" y="63"/>
                  <a:pt x="13054" y="188"/>
                </a:cubicBezTo>
                <a:cubicBezTo>
                  <a:pt x="13180" y="315"/>
                  <a:pt x="13243" y="473"/>
                  <a:pt x="13243" y="662"/>
                </a:cubicBezTo>
                <a:cubicBezTo>
                  <a:pt x="13243" y="848"/>
                  <a:pt x="13179" y="1004"/>
                  <a:pt x="13052" y="1131"/>
                </a:cubicBezTo>
                <a:lnTo>
                  <a:pt x="5105" y="9077"/>
                </a:lnTo>
                <a:cubicBezTo>
                  <a:pt x="4978" y="9205"/>
                  <a:pt x="4821" y="9270"/>
                  <a:pt x="4635" y="9270"/>
                </a:cubicBezTo>
                <a:cubicBezTo>
                  <a:pt x="4449" y="9270"/>
                  <a:pt x="4292" y="9205"/>
                  <a:pt x="4164" y="9077"/>
                </a:cubicBezTo>
                <a:lnTo>
                  <a:pt x="191" y="5106"/>
                </a:lnTo>
                <a:cubicBezTo>
                  <a:pt x="64" y="4977"/>
                  <a:pt x="0" y="4821"/>
                  <a:pt x="0" y="4635"/>
                </a:cubicBezTo>
                <a:cubicBezTo>
                  <a:pt x="0" y="4446"/>
                  <a:pt x="63" y="4287"/>
                  <a:pt x="189" y="4160"/>
                </a:cubicBezTo>
                <a:cubicBezTo>
                  <a:pt x="315" y="4035"/>
                  <a:pt x="473" y="3973"/>
                  <a:pt x="662" y="3973"/>
                </a:cubicBezTo>
                <a:cubicBezTo>
                  <a:pt x="848" y="3973"/>
                  <a:pt x="1006" y="4035"/>
                  <a:pt x="1133" y="4164"/>
                </a:cubicBezTo>
                <a:lnTo>
                  <a:pt x="4635" y="7672"/>
                </a:lnTo>
                <a:lnTo>
                  <a:pt x="12110" y="191"/>
                </a:lnTo>
                <a:cubicBezTo>
                  <a:pt x="12237" y="63"/>
                  <a:pt x="12394" y="0"/>
                  <a:pt x="12581" y="0"/>
                </a:cubicBezTo>
                <a:close/>
              </a:path>
            </a:pathLst>
          </a:custGeom>
          <a:solidFill>
            <a:schemeClr val="accent4"/>
          </a:solidFill>
          <a:ln>
            <a:solidFill>
              <a:schemeClr val="accent4"/>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01" name="iconfont-11800-6036736">
            <a:extLst>
              <a:ext uri="{FF2B5EF4-FFF2-40B4-BE49-F238E27FC236}">
                <a16:creationId xmlns:a16="http://schemas.microsoft.com/office/drawing/2014/main" id="{75DD94C9-0056-4ECB-AF8F-284EC027435E}"/>
              </a:ext>
            </a:extLst>
          </p:cNvPr>
          <p:cNvSpPr/>
          <p:nvPr/>
        </p:nvSpPr>
        <p:spPr>
          <a:xfrm>
            <a:off x="6650645" y="5730836"/>
            <a:ext cx="265656" cy="265261"/>
          </a:xfrm>
          <a:custGeom>
            <a:avLst/>
            <a:gdLst>
              <a:gd name="T0" fmla="*/ 127 w 3392"/>
              <a:gd name="T1" fmla="*/ 2898 h 3392"/>
              <a:gd name="T2" fmla="*/ 473 w 3392"/>
              <a:gd name="T3" fmla="*/ 3248 h 3392"/>
              <a:gd name="T4" fmla="*/ 936 w 3392"/>
              <a:gd name="T5" fmla="*/ 3251 h 3392"/>
              <a:gd name="T6" fmla="*/ 1691 w 3392"/>
              <a:gd name="T7" fmla="*/ 2508 h 3392"/>
              <a:gd name="T8" fmla="*/ 2434 w 3392"/>
              <a:gd name="T9" fmla="*/ 3262 h 3392"/>
              <a:gd name="T10" fmla="*/ 2898 w 3392"/>
              <a:gd name="T11" fmla="*/ 3265 h 3392"/>
              <a:gd name="T12" fmla="*/ 3248 w 3392"/>
              <a:gd name="T13" fmla="*/ 2920 h 3392"/>
              <a:gd name="T14" fmla="*/ 3251 w 3392"/>
              <a:gd name="T15" fmla="*/ 2456 h 3392"/>
              <a:gd name="T16" fmla="*/ 2508 w 3392"/>
              <a:gd name="T17" fmla="*/ 1702 h 3392"/>
              <a:gd name="T18" fmla="*/ 3262 w 3392"/>
              <a:gd name="T19" fmla="*/ 959 h 3392"/>
              <a:gd name="T20" fmla="*/ 3265 w 3392"/>
              <a:gd name="T21" fmla="*/ 495 h 3392"/>
              <a:gd name="T22" fmla="*/ 2920 w 3392"/>
              <a:gd name="T23" fmla="*/ 145 h 3392"/>
              <a:gd name="T24" fmla="*/ 2456 w 3392"/>
              <a:gd name="T25" fmla="*/ 141 h 3392"/>
              <a:gd name="T26" fmla="*/ 1702 w 3392"/>
              <a:gd name="T27" fmla="*/ 885 h 3392"/>
              <a:gd name="T28" fmla="*/ 959 w 3392"/>
              <a:gd name="T29" fmla="*/ 131 h 3392"/>
              <a:gd name="T30" fmla="*/ 495 w 3392"/>
              <a:gd name="T31" fmla="*/ 127 h 3392"/>
              <a:gd name="T32" fmla="*/ 145 w 3392"/>
              <a:gd name="T33" fmla="*/ 473 h 3392"/>
              <a:gd name="T34" fmla="*/ 141 w 3392"/>
              <a:gd name="T35" fmla="*/ 936 h 3392"/>
              <a:gd name="T36" fmla="*/ 885 w 3392"/>
              <a:gd name="T37" fmla="*/ 1690 h 3392"/>
              <a:gd name="T38" fmla="*/ 131 w 3392"/>
              <a:gd name="T39" fmla="*/ 2434 h 3392"/>
              <a:gd name="T40" fmla="*/ 127 w 3392"/>
              <a:gd name="T41" fmla="*/ 2898 h 339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3392" h="3392">
                <a:moveTo>
                  <a:pt x="127" y="2898"/>
                </a:moveTo>
                <a:lnTo>
                  <a:pt x="473" y="3248"/>
                </a:lnTo>
                <a:cubicBezTo>
                  <a:pt x="600" y="3377"/>
                  <a:pt x="808" y="3378"/>
                  <a:pt x="936" y="3251"/>
                </a:cubicBezTo>
                <a:lnTo>
                  <a:pt x="1691" y="2508"/>
                </a:lnTo>
                <a:lnTo>
                  <a:pt x="2434" y="3262"/>
                </a:lnTo>
                <a:cubicBezTo>
                  <a:pt x="2561" y="3391"/>
                  <a:pt x="2769" y="3392"/>
                  <a:pt x="2898" y="3265"/>
                </a:cubicBezTo>
                <a:lnTo>
                  <a:pt x="3248" y="2920"/>
                </a:lnTo>
                <a:cubicBezTo>
                  <a:pt x="3377" y="2793"/>
                  <a:pt x="3378" y="2585"/>
                  <a:pt x="3251" y="2456"/>
                </a:cubicBezTo>
                <a:lnTo>
                  <a:pt x="2508" y="1702"/>
                </a:lnTo>
                <a:lnTo>
                  <a:pt x="3262" y="959"/>
                </a:lnTo>
                <a:cubicBezTo>
                  <a:pt x="3391" y="832"/>
                  <a:pt x="3392" y="624"/>
                  <a:pt x="3265" y="495"/>
                </a:cubicBezTo>
                <a:lnTo>
                  <a:pt x="2920" y="145"/>
                </a:lnTo>
                <a:cubicBezTo>
                  <a:pt x="2793" y="16"/>
                  <a:pt x="2585" y="14"/>
                  <a:pt x="2456" y="141"/>
                </a:cubicBezTo>
                <a:lnTo>
                  <a:pt x="1702" y="885"/>
                </a:lnTo>
                <a:lnTo>
                  <a:pt x="959" y="131"/>
                </a:lnTo>
                <a:cubicBezTo>
                  <a:pt x="832" y="2"/>
                  <a:pt x="624" y="0"/>
                  <a:pt x="495" y="127"/>
                </a:cubicBezTo>
                <a:lnTo>
                  <a:pt x="145" y="473"/>
                </a:lnTo>
                <a:cubicBezTo>
                  <a:pt x="16" y="600"/>
                  <a:pt x="14" y="807"/>
                  <a:pt x="141" y="936"/>
                </a:cubicBezTo>
                <a:lnTo>
                  <a:pt x="885" y="1690"/>
                </a:lnTo>
                <a:lnTo>
                  <a:pt x="131" y="2434"/>
                </a:lnTo>
                <a:cubicBezTo>
                  <a:pt x="2" y="2561"/>
                  <a:pt x="0" y="2769"/>
                  <a:pt x="127" y="2898"/>
                </a:cubicBezTo>
                <a:close/>
              </a:path>
            </a:pathLst>
          </a:cu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zh-CN"/>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a:p>
        </p:txBody>
      </p:sp>
      <p:grpSp>
        <p:nvGrpSpPr>
          <p:cNvPr id="139" name="组合 138">
            <a:extLst>
              <a:ext uri="{FF2B5EF4-FFF2-40B4-BE49-F238E27FC236}">
                <a16:creationId xmlns:a16="http://schemas.microsoft.com/office/drawing/2014/main" id="{73F1951B-8D85-485E-AF99-0917ABC3A8DC}"/>
              </a:ext>
            </a:extLst>
          </p:cNvPr>
          <p:cNvGrpSpPr/>
          <p:nvPr/>
        </p:nvGrpSpPr>
        <p:grpSpPr>
          <a:xfrm>
            <a:off x="480327" y="955432"/>
            <a:ext cx="11406873" cy="3635687"/>
            <a:chOff x="480327" y="955432"/>
            <a:chExt cx="11406873" cy="3635687"/>
          </a:xfrm>
        </p:grpSpPr>
        <p:grpSp>
          <p:nvGrpSpPr>
            <p:cNvPr id="6" name="组合 5">
              <a:extLst>
                <a:ext uri="{FF2B5EF4-FFF2-40B4-BE49-F238E27FC236}">
                  <a16:creationId xmlns:a16="http://schemas.microsoft.com/office/drawing/2014/main" id="{5CB5AC85-BCBE-467F-BB5D-D68C488A32B3}"/>
                </a:ext>
              </a:extLst>
            </p:cNvPr>
            <p:cNvGrpSpPr/>
            <p:nvPr/>
          </p:nvGrpSpPr>
          <p:grpSpPr>
            <a:xfrm>
              <a:off x="933106" y="955432"/>
              <a:ext cx="10954094" cy="917725"/>
              <a:chOff x="933106" y="1049032"/>
              <a:chExt cx="10954094" cy="917725"/>
            </a:xfrm>
          </p:grpSpPr>
          <p:sp>
            <p:nvSpPr>
              <p:cNvPr id="41" name="íşlïḍè">
                <a:extLst>
                  <a:ext uri="{FF2B5EF4-FFF2-40B4-BE49-F238E27FC236}">
                    <a16:creationId xmlns:a16="http://schemas.microsoft.com/office/drawing/2014/main" id="{CA40DF32-EE18-40A9-BC21-8D534DAC4DD0}"/>
                  </a:ext>
                </a:extLst>
              </p:cNvPr>
              <p:cNvSpPr txBox="1"/>
              <p:nvPr/>
            </p:nvSpPr>
            <p:spPr>
              <a:xfrm>
                <a:off x="933106" y="1049032"/>
                <a:ext cx="10954094" cy="740816"/>
              </a:xfrm>
              <a:prstGeom prst="rect">
                <a:avLst/>
              </a:prstGeom>
              <a:noFill/>
            </p:spPr>
            <p:txBody>
              <a:bodyPr wrap="square" lIns="91440" tIns="45720" rIns="91440" bIns="45720" anchor="ctr">
                <a:noAutofit/>
              </a:bodyPr>
              <a:lstStyle/>
              <a:p>
                <a:r>
                  <a:rPr lang="en-US" altLang="zh-CN" b="1" dirty="0">
                    <a:latin typeface="Arial Narrow" panose="020B0606020202030204" pitchFamily="34" charset="0"/>
                  </a:rPr>
                  <a:t>【2020</a:t>
                </a:r>
                <a:r>
                  <a:rPr lang="zh-CN" altLang="en-US" b="1" dirty="0">
                    <a:latin typeface="Arial Narrow" panose="020B0606020202030204" pitchFamily="34" charset="0"/>
                  </a:rPr>
                  <a:t>年 题</a:t>
                </a:r>
                <a:r>
                  <a:rPr lang="en-US" altLang="zh-CN" b="1" dirty="0">
                    <a:latin typeface="Arial Narrow" panose="020B0606020202030204" pitchFamily="34" charset="0"/>
                  </a:rPr>
                  <a:t>35】</a:t>
                </a:r>
                <a:r>
                  <a:rPr lang="zh-CN" altLang="en-US" b="1" dirty="0">
                    <a:latin typeface="Arial Narrow" panose="020B0606020202030204" pitchFamily="34" charset="0"/>
                  </a:rPr>
                  <a:t>在下图所示的网络中，冲突域和广播域的个数分别是（      ）。</a:t>
                </a:r>
              </a:p>
            </p:txBody>
          </p:sp>
          <p:sp>
            <p:nvSpPr>
              <p:cNvPr id="43" name="íşlïḍè">
                <a:extLst>
                  <a:ext uri="{FF2B5EF4-FFF2-40B4-BE49-F238E27FC236}">
                    <a16:creationId xmlns:a16="http://schemas.microsoft.com/office/drawing/2014/main" id="{093ECB5F-0217-4B85-9FB3-3CAF1006444D}"/>
                  </a:ext>
                </a:extLst>
              </p:cNvPr>
              <p:cNvSpPr txBox="1"/>
              <p:nvPr/>
            </p:nvSpPr>
            <p:spPr>
              <a:xfrm>
                <a:off x="2575373" y="1566646"/>
                <a:ext cx="1022592" cy="400111"/>
              </a:xfrm>
              <a:prstGeom prst="rect">
                <a:avLst/>
              </a:prstGeom>
              <a:noFill/>
            </p:spPr>
            <p:txBody>
              <a:bodyPr wrap="square" lIns="91440" tIns="45720" rIns="91440" bIns="45720" anchor="ctr">
                <a:noAutofit/>
              </a:bodyPr>
              <a:lstStyle/>
              <a:p>
                <a:r>
                  <a:rPr lang="en-US" altLang="zh-CN" b="1" dirty="0">
                    <a:latin typeface="Arial Narrow" panose="020B0606020202030204" pitchFamily="34" charset="0"/>
                  </a:rPr>
                  <a:t>A. 2</a:t>
                </a:r>
                <a:r>
                  <a:rPr lang="zh-CN" altLang="en-US" b="1" dirty="0">
                    <a:latin typeface="Arial Narrow" panose="020B0606020202030204" pitchFamily="34" charset="0"/>
                  </a:rPr>
                  <a:t>，</a:t>
                </a:r>
                <a:r>
                  <a:rPr lang="en-US" altLang="zh-CN" b="1" dirty="0">
                    <a:latin typeface="Arial Narrow" panose="020B0606020202030204" pitchFamily="34" charset="0"/>
                  </a:rPr>
                  <a:t>2</a:t>
                </a:r>
                <a:endParaRPr lang="zh-CN" altLang="en-US" b="1" dirty="0">
                  <a:latin typeface="Arial Narrow" panose="020B0606020202030204" pitchFamily="34" charset="0"/>
                </a:endParaRPr>
              </a:p>
            </p:txBody>
          </p:sp>
          <p:sp>
            <p:nvSpPr>
              <p:cNvPr id="19" name="íşlïḍè">
                <a:extLst>
                  <a:ext uri="{FF2B5EF4-FFF2-40B4-BE49-F238E27FC236}">
                    <a16:creationId xmlns:a16="http://schemas.microsoft.com/office/drawing/2014/main" id="{E49F639F-DD9B-45B7-B91D-8261A9580DD8}"/>
                  </a:ext>
                </a:extLst>
              </p:cNvPr>
              <p:cNvSpPr txBox="1"/>
              <p:nvPr/>
            </p:nvSpPr>
            <p:spPr>
              <a:xfrm>
                <a:off x="4207238" y="1566646"/>
                <a:ext cx="1022592" cy="400111"/>
              </a:xfrm>
              <a:prstGeom prst="rect">
                <a:avLst/>
              </a:prstGeom>
              <a:noFill/>
            </p:spPr>
            <p:txBody>
              <a:bodyPr wrap="square" lIns="91440" tIns="45720" rIns="91440" bIns="45720" anchor="ctr">
                <a:noAutofit/>
              </a:bodyPr>
              <a:lstStyle/>
              <a:p>
                <a:r>
                  <a:rPr lang="en-US" altLang="zh-CN" b="1" dirty="0">
                    <a:latin typeface="Arial Narrow" panose="020B0606020202030204" pitchFamily="34" charset="0"/>
                  </a:rPr>
                  <a:t>B. 2</a:t>
                </a:r>
                <a:r>
                  <a:rPr lang="zh-CN" altLang="en-US" b="1" dirty="0">
                    <a:latin typeface="Arial Narrow" panose="020B0606020202030204" pitchFamily="34" charset="0"/>
                  </a:rPr>
                  <a:t>，</a:t>
                </a:r>
                <a:r>
                  <a:rPr lang="en-US" altLang="zh-CN" b="1" dirty="0">
                    <a:latin typeface="Arial Narrow" panose="020B0606020202030204" pitchFamily="34" charset="0"/>
                  </a:rPr>
                  <a:t>4</a:t>
                </a:r>
                <a:endParaRPr lang="zh-CN" altLang="en-US" b="1" dirty="0">
                  <a:latin typeface="Arial Narrow" panose="020B0606020202030204" pitchFamily="34" charset="0"/>
                </a:endParaRPr>
              </a:p>
            </p:txBody>
          </p:sp>
          <p:sp>
            <p:nvSpPr>
              <p:cNvPr id="20" name="íşlïḍè">
                <a:extLst>
                  <a:ext uri="{FF2B5EF4-FFF2-40B4-BE49-F238E27FC236}">
                    <a16:creationId xmlns:a16="http://schemas.microsoft.com/office/drawing/2014/main" id="{F50DC21F-2F88-48F1-A842-A56E7850FE3B}"/>
                  </a:ext>
                </a:extLst>
              </p:cNvPr>
              <p:cNvSpPr txBox="1"/>
              <p:nvPr/>
            </p:nvSpPr>
            <p:spPr>
              <a:xfrm>
                <a:off x="5839103" y="1566646"/>
                <a:ext cx="914865" cy="400111"/>
              </a:xfrm>
              <a:prstGeom prst="rect">
                <a:avLst/>
              </a:prstGeom>
              <a:noFill/>
            </p:spPr>
            <p:txBody>
              <a:bodyPr wrap="square" lIns="91440" tIns="45720" rIns="91440" bIns="45720" anchor="ctr">
                <a:noAutofit/>
              </a:bodyPr>
              <a:lstStyle/>
              <a:p>
                <a:r>
                  <a:rPr lang="en-US" altLang="zh-CN" b="1" dirty="0">
                    <a:latin typeface="Arial Narrow" panose="020B0606020202030204" pitchFamily="34" charset="0"/>
                  </a:rPr>
                  <a:t>C. 4</a:t>
                </a:r>
                <a:r>
                  <a:rPr lang="zh-CN" altLang="en-US" b="1" dirty="0">
                    <a:latin typeface="Arial Narrow" panose="020B0606020202030204" pitchFamily="34" charset="0"/>
                  </a:rPr>
                  <a:t>，</a:t>
                </a:r>
                <a:r>
                  <a:rPr lang="en-US" altLang="zh-CN" b="1" dirty="0">
                    <a:latin typeface="Arial Narrow" panose="020B0606020202030204" pitchFamily="34" charset="0"/>
                  </a:rPr>
                  <a:t>2</a:t>
                </a:r>
                <a:endParaRPr lang="zh-CN" altLang="en-US" b="1" dirty="0">
                  <a:latin typeface="Arial Narrow" panose="020B0606020202030204" pitchFamily="34" charset="0"/>
                </a:endParaRPr>
              </a:p>
            </p:txBody>
          </p:sp>
          <p:sp>
            <p:nvSpPr>
              <p:cNvPr id="21" name="íşlïḍè">
                <a:extLst>
                  <a:ext uri="{FF2B5EF4-FFF2-40B4-BE49-F238E27FC236}">
                    <a16:creationId xmlns:a16="http://schemas.microsoft.com/office/drawing/2014/main" id="{05CE2695-6AC7-4076-BFA6-CC7D3D487921}"/>
                  </a:ext>
                </a:extLst>
              </p:cNvPr>
              <p:cNvSpPr txBox="1"/>
              <p:nvPr/>
            </p:nvSpPr>
            <p:spPr>
              <a:xfrm>
                <a:off x="7363240" y="1566646"/>
                <a:ext cx="914865" cy="400111"/>
              </a:xfrm>
              <a:prstGeom prst="rect">
                <a:avLst/>
              </a:prstGeom>
              <a:noFill/>
            </p:spPr>
            <p:txBody>
              <a:bodyPr wrap="square" lIns="91440" tIns="45720" rIns="91440" bIns="45720" anchor="ctr">
                <a:noAutofit/>
              </a:bodyPr>
              <a:lstStyle/>
              <a:p>
                <a:r>
                  <a:rPr lang="en-US" altLang="zh-CN" b="1" dirty="0">
                    <a:latin typeface="Arial Narrow" panose="020B0606020202030204" pitchFamily="34" charset="0"/>
                  </a:rPr>
                  <a:t>D. 4</a:t>
                </a:r>
                <a:r>
                  <a:rPr lang="zh-CN" altLang="en-US" b="1" dirty="0">
                    <a:latin typeface="Arial Narrow" panose="020B0606020202030204" pitchFamily="34" charset="0"/>
                  </a:rPr>
                  <a:t>，</a:t>
                </a:r>
                <a:r>
                  <a:rPr lang="en-US" altLang="zh-CN" b="1" dirty="0">
                    <a:latin typeface="Arial Narrow" panose="020B0606020202030204" pitchFamily="34" charset="0"/>
                  </a:rPr>
                  <a:t>4</a:t>
                </a:r>
                <a:endParaRPr lang="zh-CN" altLang="en-US" b="1" dirty="0">
                  <a:latin typeface="Arial Narrow" panose="020B0606020202030204" pitchFamily="34" charset="0"/>
                </a:endParaRPr>
              </a:p>
            </p:txBody>
          </p:sp>
        </p:grpSp>
        <p:grpSp>
          <p:nvGrpSpPr>
            <p:cNvPr id="102" name="组合 101">
              <a:extLst>
                <a:ext uri="{FF2B5EF4-FFF2-40B4-BE49-F238E27FC236}">
                  <a16:creationId xmlns:a16="http://schemas.microsoft.com/office/drawing/2014/main" id="{7DE5F534-647C-4601-BDB5-4EBB7EB502FE}"/>
                </a:ext>
              </a:extLst>
            </p:cNvPr>
            <p:cNvGrpSpPr/>
            <p:nvPr/>
          </p:nvGrpSpPr>
          <p:grpSpPr>
            <a:xfrm>
              <a:off x="480327" y="1901386"/>
              <a:ext cx="11199813" cy="2689733"/>
              <a:chOff x="480327" y="1901386"/>
              <a:chExt cx="11199813" cy="2689733"/>
            </a:xfrm>
          </p:grpSpPr>
          <p:cxnSp>
            <p:nvCxnSpPr>
              <p:cNvPr id="103" name="直接连接符 102">
                <a:extLst>
                  <a:ext uri="{FF2B5EF4-FFF2-40B4-BE49-F238E27FC236}">
                    <a16:creationId xmlns:a16="http://schemas.microsoft.com/office/drawing/2014/main" id="{1142B002-FD97-44B6-B515-2A028AD7FDC9}"/>
                  </a:ext>
                </a:extLst>
              </p:cNvPr>
              <p:cNvCxnSpPr>
                <a:cxnSpLocks/>
                <a:stCxn id="122" idx="3"/>
                <a:endCxn id="107" idx="1"/>
              </p:cNvCxnSpPr>
              <p:nvPr/>
            </p:nvCxnSpPr>
            <p:spPr>
              <a:xfrm>
                <a:off x="3402496" y="2304958"/>
                <a:ext cx="5355475" cy="0"/>
              </a:xfrm>
              <a:prstGeom prst="line">
                <a:avLst/>
              </a:prstGeom>
              <a:ln w="12700">
                <a:solidFill>
                  <a:schemeClr val="tx1"/>
                </a:solidFill>
                <a:tailEnd type="none"/>
              </a:ln>
            </p:spPr>
            <p:style>
              <a:lnRef idx="1">
                <a:schemeClr val="accent1"/>
              </a:lnRef>
              <a:fillRef idx="0">
                <a:schemeClr val="accent1"/>
              </a:fillRef>
              <a:effectRef idx="0">
                <a:schemeClr val="accent1"/>
              </a:effectRef>
              <a:fontRef idx="minor">
                <a:schemeClr val="tx1"/>
              </a:fontRef>
            </p:style>
          </p:cxnSp>
          <p:grpSp>
            <p:nvGrpSpPr>
              <p:cNvPr id="104" name="组合 103">
                <a:extLst>
                  <a:ext uri="{FF2B5EF4-FFF2-40B4-BE49-F238E27FC236}">
                    <a16:creationId xmlns:a16="http://schemas.microsoft.com/office/drawing/2014/main" id="{947A4CBA-66F6-48F9-A502-DB8213753089}"/>
                  </a:ext>
                </a:extLst>
              </p:cNvPr>
              <p:cNvGrpSpPr/>
              <p:nvPr/>
            </p:nvGrpSpPr>
            <p:grpSpPr>
              <a:xfrm>
                <a:off x="5637149" y="1901386"/>
                <a:ext cx="930931" cy="826046"/>
                <a:chOff x="6595678" y="5333033"/>
                <a:chExt cx="930931" cy="826046"/>
              </a:xfrm>
            </p:grpSpPr>
            <p:sp>
              <p:nvSpPr>
                <p:cNvPr id="137" name="椭圆 136">
                  <a:extLst>
                    <a:ext uri="{FF2B5EF4-FFF2-40B4-BE49-F238E27FC236}">
                      <a16:creationId xmlns:a16="http://schemas.microsoft.com/office/drawing/2014/main" id="{63FAC7B6-1144-41C6-950B-94FF2676D2D0}"/>
                    </a:ext>
                  </a:extLst>
                </p:cNvPr>
                <p:cNvSpPr/>
                <p:nvPr/>
              </p:nvSpPr>
              <p:spPr>
                <a:xfrm>
                  <a:off x="6648121" y="5333033"/>
                  <a:ext cx="826046" cy="826046"/>
                </a:xfrm>
                <a:prstGeom prst="ellipse">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138" name="文本框 137">
                  <a:extLst>
                    <a:ext uri="{FF2B5EF4-FFF2-40B4-BE49-F238E27FC236}">
                      <a16:creationId xmlns:a16="http://schemas.microsoft.com/office/drawing/2014/main" id="{77E71E34-E5FC-44AE-8186-CFD725B3AE8A}"/>
                    </a:ext>
                  </a:extLst>
                </p:cNvPr>
                <p:cNvSpPr txBox="1"/>
                <p:nvPr/>
              </p:nvSpPr>
              <p:spPr>
                <a:xfrm>
                  <a:off x="6595678" y="5547636"/>
                  <a:ext cx="930931" cy="369332"/>
                </a:xfrm>
                <a:prstGeom prst="rect">
                  <a:avLst/>
                </a:prstGeom>
                <a:noFill/>
              </p:spPr>
              <p:txBody>
                <a:bodyPr wrap="square">
                  <a:spAutoFit/>
                </a:bodyPr>
                <a:lstStyle/>
                <a:p>
                  <a:pPr algn="ctr"/>
                  <a:r>
                    <a:rPr lang="zh-CN" altLang="en-US" b="1" dirty="0"/>
                    <a:t>路由器</a:t>
                  </a:r>
                  <a:endParaRPr lang="zh-CN" altLang="en-US" dirty="0"/>
                </a:p>
              </p:txBody>
            </p:sp>
          </p:grpSp>
          <p:grpSp>
            <p:nvGrpSpPr>
              <p:cNvPr id="105" name="组合 104">
                <a:extLst>
                  <a:ext uri="{FF2B5EF4-FFF2-40B4-BE49-F238E27FC236}">
                    <a16:creationId xmlns:a16="http://schemas.microsoft.com/office/drawing/2014/main" id="{53EB9E20-2FA9-4C16-996B-12B50F5D2BD6}"/>
                  </a:ext>
                </a:extLst>
              </p:cNvPr>
              <p:cNvGrpSpPr/>
              <p:nvPr/>
            </p:nvGrpSpPr>
            <p:grpSpPr>
              <a:xfrm>
                <a:off x="480327" y="2018744"/>
                <a:ext cx="4246545" cy="2572375"/>
                <a:chOff x="1519343" y="2031733"/>
                <a:chExt cx="4246545" cy="2572375"/>
              </a:xfrm>
            </p:grpSpPr>
            <p:sp>
              <p:nvSpPr>
                <p:cNvPr id="122" name="矩形 121">
                  <a:extLst>
                    <a:ext uri="{FF2B5EF4-FFF2-40B4-BE49-F238E27FC236}">
                      <a16:creationId xmlns:a16="http://schemas.microsoft.com/office/drawing/2014/main" id="{CC43FA0A-231C-486C-942C-0A56CADED37B}"/>
                    </a:ext>
                  </a:extLst>
                </p:cNvPr>
                <p:cNvSpPr/>
                <p:nvPr/>
              </p:nvSpPr>
              <p:spPr>
                <a:xfrm>
                  <a:off x="2843719" y="2031733"/>
                  <a:ext cx="1597793" cy="572428"/>
                </a:xfrm>
                <a:prstGeom prst="rect">
                  <a:avLst/>
                </a:prstGeom>
                <a:solidFill>
                  <a:schemeClr val="bg1"/>
                </a:solidFill>
              </p:spPr>
              <p:style>
                <a:lnRef idx="2">
                  <a:schemeClr val="dk1">
                    <a:shade val="50000"/>
                  </a:schemeClr>
                </a:lnRef>
                <a:fillRef idx="1">
                  <a:schemeClr val="dk1"/>
                </a:fillRef>
                <a:effectRef idx="0">
                  <a:schemeClr val="dk1"/>
                </a:effectRef>
                <a:fontRef idx="minor">
                  <a:schemeClr val="lt1"/>
                </a:fontRef>
              </p:style>
              <p:txBody>
                <a:bodyPr rtlCol="0" anchor="ctr"/>
                <a:lstStyle/>
                <a:p>
                  <a:pPr algn="ctr"/>
                  <a:r>
                    <a:rPr lang="zh-CN" altLang="en-US" b="1" dirty="0">
                      <a:solidFill>
                        <a:schemeClr val="tx1"/>
                      </a:solidFill>
                    </a:rPr>
                    <a:t>以太网交换机</a:t>
                  </a:r>
                </a:p>
              </p:txBody>
            </p:sp>
            <p:grpSp>
              <p:nvGrpSpPr>
                <p:cNvPr id="123" name="组合 122">
                  <a:extLst>
                    <a:ext uri="{FF2B5EF4-FFF2-40B4-BE49-F238E27FC236}">
                      <a16:creationId xmlns:a16="http://schemas.microsoft.com/office/drawing/2014/main" id="{BB4C3EB2-E22F-4CB8-84A4-C53383B5134D}"/>
                    </a:ext>
                  </a:extLst>
                </p:cNvPr>
                <p:cNvGrpSpPr/>
                <p:nvPr/>
              </p:nvGrpSpPr>
              <p:grpSpPr>
                <a:xfrm>
                  <a:off x="1519343" y="3030066"/>
                  <a:ext cx="2014963" cy="1574042"/>
                  <a:chOff x="684776" y="3033347"/>
                  <a:chExt cx="2014963" cy="1574042"/>
                </a:xfrm>
              </p:grpSpPr>
              <p:sp>
                <p:nvSpPr>
                  <p:cNvPr id="132" name="矩形 131">
                    <a:extLst>
                      <a:ext uri="{FF2B5EF4-FFF2-40B4-BE49-F238E27FC236}">
                        <a16:creationId xmlns:a16="http://schemas.microsoft.com/office/drawing/2014/main" id="{8E4FA095-BBC7-48BD-96D3-EF79AB87837B}"/>
                      </a:ext>
                    </a:extLst>
                  </p:cNvPr>
                  <p:cNvSpPr/>
                  <p:nvPr/>
                </p:nvSpPr>
                <p:spPr>
                  <a:xfrm>
                    <a:off x="893361" y="3033347"/>
                    <a:ext cx="1597793" cy="572428"/>
                  </a:xfrm>
                  <a:prstGeom prst="rect">
                    <a:avLst/>
                  </a:prstGeom>
                  <a:solidFill>
                    <a:schemeClr val="bg1"/>
                  </a:solidFill>
                </p:spPr>
                <p:style>
                  <a:lnRef idx="2">
                    <a:schemeClr val="dk1">
                      <a:shade val="50000"/>
                    </a:schemeClr>
                  </a:lnRef>
                  <a:fillRef idx="1">
                    <a:schemeClr val="dk1"/>
                  </a:fillRef>
                  <a:effectRef idx="0">
                    <a:schemeClr val="dk1"/>
                  </a:effectRef>
                  <a:fontRef idx="minor">
                    <a:schemeClr val="lt1"/>
                  </a:fontRef>
                </p:style>
                <p:txBody>
                  <a:bodyPr rtlCol="0" anchor="ctr"/>
                  <a:lstStyle/>
                  <a:p>
                    <a:pPr algn="ctr"/>
                    <a:r>
                      <a:rPr lang="en-US" altLang="zh-CN" b="1" dirty="0">
                        <a:solidFill>
                          <a:schemeClr val="tx1"/>
                        </a:solidFill>
                      </a:rPr>
                      <a:t>100BaseT</a:t>
                    </a:r>
                  </a:p>
                  <a:p>
                    <a:pPr algn="ctr"/>
                    <a:r>
                      <a:rPr lang="zh-CN" altLang="en-US" b="1" dirty="0">
                        <a:solidFill>
                          <a:schemeClr val="tx1"/>
                        </a:solidFill>
                      </a:rPr>
                      <a:t>集线器</a:t>
                    </a:r>
                  </a:p>
                </p:txBody>
              </p:sp>
              <p:sp>
                <p:nvSpPr>
                  <p:cNvPr id="133" name="矩形 132">
                    <a:extLst>
                      <a:ext uri="{FF2B5EF4-FFF2-40B4-BE49-F238E27FC236}">
                        <a16:creationId xmlns:a16="http://schemas.microsoft.com/office/drawing/2014/main" id="{13A9A3F6-E853-455C-8C72-6E43576B47C4}"/>
                      </a:ext>
                    </a:extLst>
                  </p:cNvPr>
                  <p:cNvSpPr/>
                  <p:nvPr/>
                </p:nvSpPr>
                <p:spPr>
                  <a:xfrm>
                    <a:off x="684776" y="4034961"/>
                    <a:ext cx="930931" cy="572428"/>
                  </a:xfrm>
                  <a:prstGeom prst="rect">
                    <a:avLst/>
                  </a:prstGeom>
                  <a:solidFill>
                    <a:schemeClr val="bg1"/>
                  </a:solidFill>
                </p:spPr>
                <p:style>
                  <a:lnRef idx="2">
                    <a:schemeClr val="dk1">
                      <a:shade val="50000"/>
                    </a:schemeClr>
                  </a:lnRef>
                  <a:fillRef idx="1">
                    <a:schemeClr val="dk1"/>
                  </a:fillRef>
                  <a:effectRef idx="0">
                    <a:schemeClr val="dk1"/>
                  </a:effectRef>
                  <a:fontRef idx="minor">
                    <a:schemeClr val="lt1"/>
                  </a:fontRef>
                </p:style>
                <p:txBody>
                  <a:bodyPr rtlCol="0" anchor="ctr"/>
                  <a:lstStyle/>
                  <a:p>
                    <a:pPr algn="ctr"/>
                    <a:r>
                      <a:rPr lang="zh-CN" altLang="en-US" b="1" dirty="0">
                        <a:solidFill>
                          <a:schemeClr val="tx1"/>
                        </a:solidFill>
                      </a:rPr>
                      <a:t>台式机</a:t>
                    </a:r>
                  </a:p>
                </p:txBody>
              </p:sp>
              <p:sp>
                <p:nvSpPr>
                  <p:cNvPr id="134" name="矩形 133">
                    <a:extLst>
                      <a:ext uri="{FF2B5EF4-FFF2-40B4-BE49-F238E27FC236}">
                        <a16:creationId xmlns:a16="http://schemas.microsoft.com/office/drawing/2014/main" id="{574C4830-DDA1-44C8-AB2C-7A472EC89EA2}"/>
                      </a:ext>
                    </a:extLst>
                  </p:cNvPr>
                  <p:cNvSpPr/>
                  <p:nvPr/>
                </p:nvSpPr>
                <p:spPr>
                  <a:xfrm>
                    <a:off x="1768808" y="4034961"/>
                    <a:ext cx="930931" cy="572428"/>
                  </a:xfrm>
                  <a:prstGeom prst="rect">
                    <a:avLst/>
                  </a:prstGeom>
                  <a:solidFill>
                    <a:schemeClr val="bg1"/>
                  </a:solidFill>
                </p:spPr>
                <p:style>
                  <a:lnRef idx="2">
                    <a:schemeClr val="dk1">
                      <a:shade val="50000"/>
                    </a:schemeClr>
                  </a:lnRef>
                  <a:fillRef idx="1">
                    <a:schemeClr val="dk1"/>
                  </a:fillRef>
                  <a:effectRef idx="0">
                    <a:schemeClr val="dk1"/>
                  </a:effectRef>
                  <a:fontRef idx="minor">
                    <a:schemeClr val="lt1"/>
                  </a:fontRef>
                </p:style>
                <p:txBody>
                  <a:bodyPr rtlCol="0" anchor="ctr"/>
                  <a:lstStyle/>
                  <a:p>
                    <a:pPr algn="ctr"/>
                    <a:r>
                      <a:rPr lang="zh-CN" altLang="en-US" b="1" dirty="0">
                        <a:solidFill>
                          <a:schemeClr val="tx1"/>
                        </a:solidFill>
                      </a:rPr>
                      <a:t>笔记本</a:t>
                    </a:r>
                  </a:p>
                </p:txBody>
              </p:sp>
              <p:cxnSp>
                <p:nvCxnSpPr>
                  <p:cNvPr id="135" name="直接连接符 134">
                    <a:extLst>
                      <a:ext uri="{FF2B5EF4-FFF2-40B4-BE49-F238E27FC236}">
                        <a16:creationId xmlns:a16="http://schemas.microsoft.com/office/drawing/2014/main" id="{F4F3DF1B-E43A-4260-97F4-18E3CDA6FCF3}"/>
                      </a:ext>
                    </a:extLst>
                  </p:cNvPr>
                  <p:cNvCxnSpPr>
                    <a:cxnSpLocks/>
                    <a:stCxn id="133" idx="0"/>
                  </p:cNvCxnSpPr>
                  <p:nvPr/>
                </p:nvCxnSpPr>
                <p:spPr>
                  <a:xfrm flipV="1">
                    <a:off x="1150242" y="3605775"/>
                    <a:ext cx="407857" cy="429186"/>
                  </a:xfrm>
                  <a:prstGeom prst="line">
                    <a:avLst/>
                  </a:prstGeom>
                  <a:ln w="12700">
                    <a:solidFill>
                      <a:schemeClr val="tx1"/>
                    </a:solidFill>
                    <a:tailEnd type="none"/>
                  </a:ln>
                </p:spPr>
                <p:style>
                  <a:lnRef idx="1">
                    <a:schemeClr val="accent1"/>
                  </a:lnRef>
                  <a:fillRef idx="0">
                    <a:schemeClr val="accent1"/>
                  </a:fillRef>
                  <a:effectRef idx="0">
                    <a:schemeClr val="accent1"/>
                  </a:effectRef>
                  <a:fontRef idx="minor">
                    <a:schemeClr val="tx1"/>
                  </a:fontRef>
                </p:style>
              </p:cxnSp>
              <p:cxnSp>
                <p:nvCxnSpPr>
                  <p:cNvPr id="136" name="直接连接符 135">
                    <a:extLst>
                      <a:ext uri="{FF2B5EF4-FFF2-40B4-BE49-F238E27FC236}">
                        <a16:creationId xmlns:a16="http://schemas.microsoft.com/office/drawing/2014/main" id="{FB940440-091A-4555-9BBA-0481939EE81F}"/>
                      </a:ext>
                    </a:extLst>
                  </p:cNvPr>
                  <p:cNvCxnSpPr>
                    <a:cxnSpLocks/>
                    <a:stCxn id="134" idx="0"/>
                  </p:cNvCxnSpPr>
                  <p:nvPr/>
                </p:nvCxnSpPr>
                <p:spPr>
                  <a:xfrm flipH="1" flipV="1">
                    <a:off x="1859099" y="3605775"/>
                    <a:ext cx="375175" cy="429186"/>
                  </a:xfrm>
                  <a:prstGeom prst="line">
                    <a:avLst/>
                  </a:prstGeom>
                  <a:ln w="12700">
                    <a:solidFill>
                      <a:schemeClr val="tx1"/>
                    </a:solidFill>
                    <a:tailEnd type="none"/>
                  </a:ln>
                </p:spPr>
                <p:style>
                  <a:lnRef idx="1">
                    <a:schemeClr val="accent1"/>
                  </a:lnRef>
                  <a:fillRef idx="0">
                    <a:schemeClr val="accent1"/>
                  </a:fillRef>
                  <a:effectRef idx="0">
                    <a:schemeClr val="accent1"/>
                  </a:effectRef>
                  <a:fontRef idx="minor">
                    <a:schemeClr val="tx1"/>
                  </a:fontRef>
                </p:style>
              </p:cxnSp>
            </p:grpSp>
            <p:cxnSp>
              <p:nvCxnSpPr>
                <p:cNvPr id="124" name="直接连接符 123">
                  <a:extLst>
                    <a:ext uri="{FF2B5EF4-FFF2-40B4-BE49-F238E27FC236}">
                      <a16:creationId xmlns:a16="http://schemas.microsoft.com/office/drawing/2014/main" id="{E26EF87C-7FC5-4540-A487-64AC4D2978DE}"/>
                    </a:ext>
                  </a:extLst>
                </p:cNvPr>
                <p:cNvCxnSpPr>
                  <a:cxnSpLocks/>
                  <a:endCxn id="132" idx="0"/>
                </p:cNvCxnSpPr>
                <p:nvPr/>
              </p:nvCxnSpPr>
              <p:spPr>
                <a:xfrm flipH="1">
                  <a:off x="2526825" y="2623549"/>
                  <a:ext cx="774099" cy="406517"/>
                </a:xfrm>
                <a:prstGeom prst="line">
                  <a:avLst/>
                </a:prstGeom>
                <a:ln w="12700">
                  <a:solidFill>
                    <a:schemeClr val="tx1"/>
                  </a:solidFill>
                  <a:tailEnd type="none"/>
                </a:ln>
              </p:spPr>
              <p:style>
                <a:lnRef idx="1">
                  <a:schemeClr val="accent1"/>
                </a:lnRef>
                <a:fillRef idx="0">
                  <a:schemeClr val="accent1"/>
                </a:fillRef>
                <a:effectRef idx="0">
                  <a:schemeClr val="accent1"/>
                </a:effectRef>
                <a:fontRef idx="minor">
                  <a:schemeClr val="tx1"/>
                </a:fontRef>
              </p:style>
            </p:cxnSp>
            <p:cxnSp>
              <p:nvCxnSpPr>
                <p:cNvPr id="125" name="直接连接符 124">
                  <a:extLst>
                    <a:ext uri="{FF2B5EF4-FFF2-40B4-BE49-F238E27FC236}">
                      <a16:creationId xmlns:a16="http://schemas.microsoft.com/office/drawing/2014/main" id="{8833396B-2365-482C-B408-256E22AB89B5}"/>
                    </a:ext>
                  </a:extLst>
                </p:cNvPr>
                <p:cNvCxnSpPr>
                  <a:cxnSpLocks/>
                  <a:endCxn id="127" idx="0"/>
                </p:cNvCxnSpPr>
                <p:nvPr/>
              </p:nvCxnSpPr>
              <p:spPr>
                <a:xfrm>
                  <a:off x="4024859" y="2598244"/>
                  <a:ext cx="733548" cy="411433"/>
                </a:xfrm>
                <a:prstGeom prst="line">
                  <a:avLst/>
                </a:prstGeom>
                <a:ln w="12700">
                  <a:solidFill>
                    <a:schemeClr val="tx1"/>
                  </a:solidFill>
                  <a:tailEnd type="none"/>
                </a:ln>
              </p:spPr>
              <p:style>
                <a:lnRef idx="1">
                  <a:schemeClr val="accent1"/>
                </a:lnRef>
                <a:fillRef idx="0">
                  <a:schemeClr val="accent1"/>
                </a:fillRef>
                <a:effectRef idx="0">
                  <a:schemeClr val="accent1"/>
                </a:effectRef>
                <a:fontRef idx="minor">
                  <a:schemeClr val="tx1"/>
                </a:fontRef>
              </p:style>
            </p:cxnSp>
            <p:grpSp>
              <p:nvGrpSpPr>
                <p:cNvPr id="126" name="组合 125">
                  <a:extLst>
                    <a:ext uri="{FF2B5EF4-FFF2-40B4-BE49-F238E27FC236}">
                      <a16:creationId xmlns:a16="http://schemas.microsoft.com/office/drawing/2014/main" id="{2C6B67C2-587B-41A8-AEFF-35D9415F1C92}"/>
                    </a:ext>
                  </a:extLst>
                </p:cNvPr>
                <p:cNvGrpSpPr/>
                <p:nvPr/>
              </p:nvGrpSpPr>
              <p:grpSpPr>
                <a:xfrm>
                  <a:off x="3750925" y="3009677"/>
                  <a:ext cx="2014963" cy="1574042"/>
                  <a:chOff x="684776" y="3033347"/>
                  <a:chExt cx="2014963" cy="1574042"/>
                </a:xfrm>
              </p:grpSpPr>
              <p:sp>
                <p:nvSpPr>
                  <p:cNvPr id="127" name="矩形 126">
                    <a:extLst>
                      <a:ext uri="{FF2B5EF4-FFF2-40B4-BE49-F238E27FC236}">
                        <a16:creationId xmlns:a16="http://schemas.microsoft.com/office/drawing/2014/main" id="{CFB947E4-CE2D-475C-B450-A5ACEFA539BF}"/>
                      </a:ext>
                    </a:extLst>
                  </p:cNvPr>
                  <p:cNvSpPr/>
                  <p:nvPr/>
                </p:nvSpPr>
                <p:spPr>
                  <a:xfrm>
                    <a:off x="893361" y="3033347"/>
                    <a:ext cx="1597793" cy="572428"/>
                  </a:xfrm>
                  <a:prstGeom prst="rect">
                    <a:avLst/>
                  </a:prstGeom>
                  <a:solidFill>
                    <a:schemeClr val="bg1"/>
                  </a:solidFill>
                </p:spPr>
                <p:style>
                  <a:lnRef idx="2">
                    <a:schemeClr val="dk1">
                      <a:shade val="50000"/>
                    </a:schemeClr>
                  </a:lnRef>
                  <a:fillRef idx="1">
                    <a:schemeClr val="dk1"/>
                  </a:fillRef>
                  <a:effectRef idx="0">
                    <a:schemeClr val="dk1"/>
                  </a:effectRef>
                  <a:fontRef idx="minor">
                    <a:schemeClr val="lt1"/>
                  </a:fontRef>
                </p:style>
                <p:txBody>
                  <a:bodyPr rtlCol="0" anchor="ctr"/>
                  <a:lstStyle/>
                  <a:p>
                    <a:pPr algn="ctr"/>
                    <a:r>
                      <a:rPr lang="en-US" altLang="zh-CN" b="1" dirty="0">
                        <a:solidFill>
                          <a:schemeClr val="tx1"/>
                        </a:solidFill>
                      </a:rPr>
                      <a:t>100BaseT</a:t>
                    </a:r>
                  </a:p>
                  <a:p>
                    <a:pPr algn="ctr"/>
                    <a:r>
                      <a:rPr lang="zh-CN" altLang="en-US" b="1" dirty="0">
                        <a:solidFill>
                          <a:schemeClr val="tx1"/>
                        </a:solidFill>
                      </a:rPr>
                      <a:t>集线器</a:t>
                    </a:r>
                  </a:p>
                </p:txBody>
              </p:sp>
              <p:sp>
                <p:nvSpPr>
                  <p:cNvPr id="128" name="矩形 127">
                    <a:extLst>
                      <a:ext uri="{FF2B5EF4-FFF2-40B4-BE49-F238E27FC236}">
                        <a16:creationId xmlns:a16="http://schemas.microsoft.com/office/drawing/2014/main" id="{F77355A6-3D36-457B-9D4C-15804E3D81CA}"/>
                      </a:ext>
                    </a:extLst>
                  </p:cNvPr>
                  <p:cNvSpPr/>
                  <p:nvPr/>
                </p:nvSpPr>
                <p:spPr>
                  <a:xfrm>
                    <a:off x="684776" y="4034961"/>
                    <a:ext cx="930931" cy="572428"/>
                  </a:xfrm>
                  <a:prstGeom prst="rect">
                    <a:avLst/>
                  </a:prstGeom>
                  <a:solidFill>
                    <a:schemeClr val="bg1"/>
                  </a:solidFill>
                </p:spPr>
                <p:style>
                  <a:lnRef idx="2">
                    <a:schemeClr val="dk1">
                      <a:shade val="50000"/>
                    </a:schemeClr>
                  </a:lnRef>
                  <a:fillRef idx="1">
                    <a:schemeClr val="dk1"/>
                  </a:fillRef>
                  <a:effectRef idx="0">
                    <a:schemeClr val="dk1"/>
                  </a:effectRef>
                  <a:fontRef idx="minor">
                    <a:schemeClr val="lt1"/>
                  </a:fontRef>
                </p:style>
                <p:txBody>
                  <a:bodyPr rtlCol="0" anchor="ctr"/>
                  <a:lstStyle/>
                  <a:p>
                    <a:pPr algn="ctr"/>
                    <a:r>
                      <a:rPr lang="zh-CN" altLang="en-US" b="1" dirty="0">
                        <a:solidFill>
                          <a:schemeClr val="tx1"/>
                        </a:solidFill>
                      </a:rPr>
                      <a:t>台式机</a:t>
                    </a:r>
                  </a:p>
                </p:txBody>
              </p:sp>
              <p:sp>
                <p:nvSpPr>
                  <p:cNvPr id="129" name="矩形 128">
                    <a:extLst>
                      <a:ext uri="{FF2B5EF4-FFF2-40B4-BE49-F238E27FC236}">
                        <a16:creationId xmlns:a16="http://schemas.microsoft.com/office/drawing/2014/main" id="{AD285EE0-CAA6-4294-A0AE-172CF226D889}"/>
                      </a:ext>
                    </a:extLst>
                  </p:cNvPr>
                  <p:cNvSpPr/>
                  <p:nvPr/>
                </p:nvSpPr>
                <p:spPr>
                  <a:xfrm>
                    <a:off x="1768808" y="4034961"/>
                    <a:ext cx="930931" cy="572428"/>
                  </a:xfrm>
                  <a:prstGeom prst="rect">
                    <a:avLst/>
                  </a:prstGeom>
                  <a:solidFill>
                    <a:schemeClr val="bg1"/>
                  </a:solidFill>
                </p:spPr>
                <p:style>
                  <a:lnRef idx="2">
                    <a:schemeClr val="dk1">
                      <a:shade val="50000"/>
                    </a:schemeClr>
                  </a:lnRef>
                  <a:fillRef idx="1">
                    <a:schemeClr val="dk1"/>
                  </a:fillRef>
                  <a:effectRef idx="0">
                    <a:schemeClr val="dk1"/>
                  </a:effectRef>
                  <a:fontRef idx="minor">
                    <a:schemeClr val="lt1"/>
                  </a:fontRef>
                </p:style>
                <p:txBody>
                  <a:bodyPr rtlCol="0" anchor="ctr"/>
                  <a:lstStyle/>
                  <a:p>
                    <a:pPr algn="ctr"/>
                    <a:r>
                      <a:rPr lang="zh-CN" altLang="en-US" b="1" dirty="0">
                        <a:solidFill>
                          <a:schemeClr val="tx1"/>
                        </a:solidFill>
                      </a:rPr>
                      <a:t>笔记本</a:t>
                    </a:r>
                  </a:p>
                </p:txBody>
              </p:sp>
              <p:cxnSp>
                <p:nvCxnSpPr>
                  <p:cNvPr id="130" name="直接连接符 129">
                    <a:extLst>
                      <a:ext uri="{FF2B5EF4-FFF2-40B4-BE49-F238E27FC236}">
                        <a16:creationId xmlns:a16="http://schemas.microsoft.com/office/drawing/2014/main" id="{D879B5AC-3F35-4AF5-BC54-5C5E487E08AE}"/>
                      </a:ext>
                    </a:extLst>
                  </p:cNvPr>
                  <p:cNvCxnSpPr>
                    <a:cxnSpLocks/>
                    <a:stCxn id="128" idx="0"/>
                  </p:cNvCxnSpPr>
                  <p:nvPr/>
                </p:nvCxnSpPr>
                <p:spPr>
                  <a:xfrm flipV="1">
                    <a:off x="1150242" y="3605775"/>
                    <a:ext cx="407857" cy="429186"/>
                  </a:xfrm>
                  <a:prstGeom prst="line">
                    <a:avLst/>
                  </a:prstGeom>
                  <a:ln w="12700">
                    <a:solidFill>
                      <a:schemeClr val="tx1"/>
                    </a:solidFill>
                    <a:tailEnd type="none"/>
                  </a:ln>
                </p:spPr>
                <p:style>
                  <a:lnRef idx="1">
                    <a:schemeClr val="accent1"/>
                  </a:lnRef>
                  <a:fillRef idx="0">
                    <a:schemeClr val="accent1"/>
                  </a:fillRef>
                  <a:effectRef idx="0">
                    <a:schemeClr val="accent1"/>
                  </a:effectRef>
                  <a:fontRef idx="minor">
                    <a:schemeClr val="tx1"/>
                  </a:fontRef>
                </p:style>
              </p:cxnSp>
              <p:cxnSp>
                <p:nvCxnSpPr>
                  <p:cNvPr id="131" name="直接连接符 130">
                    <a:extLst>
                      <a:ext uri="{FF2B5EF4-FFF2-40B4-BE49-F238E27FC236}">
                        <a16:creationId xmlns:a16="http://schemas.microsoft.com/office/drawing/2014/main" id="{D4730407-D74B-466F-A0E7-F9A698441A24}"/>
                      </a:ext>
                    </a:extLst>
                  </p:cNvPr>
                  <p:cNvCxnSpPr>
                    <a:cxnSpLocks/>
                    <a:stCxn id="129" idx="0"/>
                  </p:cNvCxnSpPr>
                  <p:nvPr/>
                </p:nvCxnSpPr>
                <p:spPr>
                  <a:xfrm flipH="1" flipV="1">
                    <a:off x="1859099" y="3605775"/>
                    <a:ext cx="375175" cy="429186"/>
                  </a:xfrm>
                  <a:prstGeom prst="line">
                    <a:avLst/>
                  </a:prstGeom>
                  <a:ln w="12700">
                    <a:solidFill>
                      <a:schemeClr val="tx1"/>
                    </a:solidFill>
                    <a:tailEnd type="none"/>
                  </a:ln>
                </p:spPr>
                <p:style>
                  <a:lnRef idx="1">
                    <a:schemeClr val="accent1"/>
                  </a:lnRef>
                  <a:fillRef idx="0">
                    <a:schemeClr val="accent1"/>
                  </a:fillRef>
                  <a:effectRef idx="0">
                    <a:schemeClr val="accent1"/>
                  </a:effectRef>
                  <a:fontRef idx="minor">
                    <a:schemeClr val="tx1"/>
                  </a:fontRef>
                </p:style>
              </p:cxnSp>
            </p:grpSp>
          </p:grpSp>
          <p:grpSp>
            <p:nvGrpSpPr>
              <p:cNvPr id="106" name="组合 105">
                <a:extLst>
                  <a:ext uri="{FF2B5EF4-FFF2-40B4-BE49-F238E27FC236}">
                    <a16:creationId xmlns:a16="http://schemas.microsoft.com/office/drawing/2014/main" id="{B22CDA2D-6B82-423C-ABD1-9C616E32006C}"/>
                  </a:ext>
                </a:extLst>
              </p:cNvPr>
              <p:cNvGrpSpPr/>
              <p:nvPr/>
            </p:nvGrpSpPr>
            <p:grpSpPr>
              <a:xfrm>
                <a:off x="7433595" y="2018744"/>
                <a:ext cx="4246545" cy="2572375"/>
                <a:chOff x="1519343" y="2031733"/>
                <a:chExt cx="4246545" cy="2572375"/>
              </a:xfrm>
            </p:grpSpPr>
            <p:sp>
              <p:nvSpPr>
                <p:cNvPr id="107" name="矩形 106">
                  <a:extLst>
                    <a:ext uri="{FF2B5EF4-FFF2-40B4-BE49-F238E27FC236}">
                      <a16:creationId xmlns:a16="http://schemas.microsoft.com/office/drawing/2014/main" id="{FE6D3A37-6E24-4645-8B9E-EEF4A545284A}"/>
                    </a:ext>
                  </a:extLst>
                </p:cNvPr>
                <p:cNvSpPr/>
                <p:nvPr/>
              </p:nvSpPr>
              <p:spPr>
                <a:xfrm>
                  <a:off x="2843719" y="2031733"/>
                  <a:ext cx="1597793" cy="572428"/>
                </a:xfrm>
                <a:prstGeom prst="rect">
                  <a:avLst/>
                </a:prstGeom>
                <a:solidFill>
                  <a:schemeClr val="bg1"/>
                </a:solidFill>
              </p:spPr>
              <p:style>
                <a:lnRef idx="2">
                  <a:schemeClr val="dk1">
                    <a:shade val="50000"/>
                  </a:schemeClr>
                </a:lnRef>
                <a:fillRef idx="1">
                  <a:schemeClr val="dk1"/>
                </a:fillRef>
                <a:effectRef idx="0">
                  <a:schemeClr val="dk1"/>
                </a:effectRef>
                <a:fontRef idx="minor">
                  <a:schemeClr val="lt1"/>
                </a:fontRef>
              </p:style>
              <p:txBody>
                <a:bodyPr rtlCol="0" anchor="ctr"/>
                <a:lstStyle/>
                <a:p>
                  <a:pPr algn="ctr"/>
                  <a:r>
                    <a:rPr lang="zh-CN" altLang="en-US" b="1" dirty="0">
                      <a:solidFill>
                        <a:schemeClr val="tx1"/>
                      </a:solidFill>
                    </a:rPr>
                    <a:t>以太网交换机</a:t>
                  </a:r>
                </a:p>
              </p:txBody>
            </p:sp>
            <p:grpSp>
              <p:nvGrpSpPr>
                <p:cNvPr id="108" name="组合 107">
                  <a:extLst>
                    <a:ext uri="{FF2B5EF4-FFF2-40B4-BE49-F238E27FC236}">
                      <a16:creationId xmlns:a16="http://schemas.microsoft.com/office/drawing/2014/main" id="{702C0619-B177-41D9-8E47-A0513D0E72FA}"/>
                    </a:ext>
                  </a:extLst>
                </p:cNvPr>
                <p:cNvGrpSpPr/>
                <p:nvPr/>
              </p:nvGrpSpPr>
              <p:grpSpPr>
                <a:xfrm>
                  <a:off x="1519343" y="3030066"/>
                  <a:ext cx="2014963" cy="1574042"/>
                  <a:chOff x="684776" y="3033347"/>
                  <a:chExt cx="2014963" cy="1574042"/>
                </a:xfrm>
              </p:grpSpPr>
              <p:sp>
                <p:nvSpPr>
                  <p:cNvPr id="117" name="矩形 116">
                    <a:extLst>
                      <a:ext uri="{FF2B5EF4-FFF2-40B4-BE49-F238E27FC236}">
                        <a16:creationId xmlns:a16="http://schemas.microsoft.com/office/drawing/2014/main" id="{49A01ABE-A880-4FCB-AB8A-4CBAD0398126}"/>
                      </a:ext>
                    </a:extLst>
                  </p:cNvPr>
                  <p:cNvSpPr/>
                  <p:nvPr/>
                </p:nvSpPr>
                <p:spPr>
                  <a:xfrm>
                    <a:off x="893361" y="3033347"/>
                    <a:ext cx="1597793" cy="572428"/>
                  </a:xfrm>
                  <a:prstGeom prst="rect">
                    <a:avLst/>
                  </a:prstGeom>
                  <a:solidFill>
                    <a:schemeClr val="bg1"/>
                  </a:solidFill>
                </p:spPr>
                <p:style>
                  <a:lnRef idx="2">
                    <a:schemeClr val="dk1">
                      <a:shade val="50000"/>
                    </a:schemeClr>
                  </a:lnRef>
                  <a:fillRef idx="1">
                    <a:schemeClr val="dk1"/>
                  </a:fillRef>
                  <a:effectRef idx="0">
                    <a:schemeClr val="dk1"/>
                  </a:effectRef>
                  <a:fontRef idx="minor">
                    <a:schemeClr val="lt1"/>
                  </a:fontRef>
                </p:style>
                <p:txBody>
                  <a:bodyPr rtlCol="0" anchor="ctr"/>
                  <a:lstStyle/>
                  <a:p>
                    <a:pPr algn="ctr"/>
                    <a:r>
                      <a:rPr lang="en-US" altLang="zh-CN" b="1" dirty="0">
                        <a:solidFill>
                          <a:schemeClr val="tx1"/>
                        </a:solidFill>
                      </a:rPr>
                      <a:t>100BaseT</a:t>
                    </a:r>
                  </a:p>
                  <a:p>
                    <a:pPr algn="ctr"/>
                    <a:r>
                      <a:rPr lang="zh-CN" altLang="en-US" b="1" dirty="0">
                        <a:solidFill>
                          <a:schemeClr val="tx1"/>
                        </a:solidFill>
                      </a:rPr>
                      <a:t>集线器</a:t>
                    </a:r>
                  </a:p>
                </p:txBody>
              </p:sp>
              <p:sp>
                <p:nvSpPr>
                  <p:cNvPr id="118" name="矩形 117">
                    <a:extLst>
                      <a:ext uri="{FF2B5EF4-FFF2-40B4-BE49-F238E27FC236}">
                        <a16:creationId xmlns:a16="http://schemas.microsoft.com/office/drawing/2014/main" id="{DEDC4E83-A7B2-4C35-9D56-715D2705BDC9}"/>
                      </a:ext>
                    </a:extLst>
                  </p:cNvPr>
                  <p:cNvSpPr/>
                  <p:nvPr/>
                </p:nvSpPr>
                <p:spPr>
                  <a:xfrm>
                    <a:off x="684776" y="4034961"/>
                    <a:ext cx="930931" cy="572428"/>
                  </a:xfrm>
                  <a:prstGeom prst="rect">
                    <a:avLst/>
                  </a:prstGeom>
                  <a:solidFill>
                    <a:schemeClr val="bg1"/>
                  </a:solidFill>
                </p:spPr>
                <p:style>
                  <a:lnRef idx="2">
                    <a:schemeClr val="dk1">
                      <a:shade val="50000"/>
                    </a:schemeClr>
                  </a:lnRef>
                  <a:fillRef idx="1">
                    <a:schemeClr val="dk1"/>
                  </a:fillRef>
                  <a:effectRef idx="0">
                    <a:schemeClr val="dk1"/>
                  </a:effectRef>
                  <a:fontRef idx="minor">
                    <a:schemeClr val="lt1"/>
                  </a:fontRef>
                </p:style>
                <p:txBody>
                  <a:bodyPr rtlCol="0" anchor="ctr"/>
                  <a:lstStyle/>
                  <a:p>
                    <a:pPr algn="ctr"/>
                    <a:r>
                      <a:rPr lang="zh-CN" altLang="en-US" b="1" dirty="0">
                        <a:solidFill>
                          <a:schemeClr val="tx1"/>
                        </a:solidFill>
                      </a:rPr>
                      <a:t>台式机</a:t>
                    </a:r>
                  </a:p>
                </p:txBody>
              </p:sp>
              <p:sp>
                <p:nvSpPr>
                  <p:cNvPr id="119" name="矩形 118">
                    <a:extLst>
                      <a:ext uri="{FF2B5EF4-FFF2-40B4-BE49-F238E27FC236}">
                        <a16:creationId xmlns:a16="http://schemas.microsoft.com/office/drawing/2014/main" id="{A0F54E06-0162-4731-92DE-6E6B1A9BA8D4}"/>
                      </a:ext>
                    </a:extLst>
                  </p:cNvPr>
                  <p:cNvSpPr/>
                  <p:nvPr/>
                </p:nvSpPr>
                <p:spPr>
                  <a:xfrm>
                    <a:off x="1768808" y="4034961"/>
                    <a:ext cx="930931" cy="572428"/>
                  </a:xfrm>
                  <a:prstGeom prst="rect">
                    <a:avLst/>
                  </a:prstGeom>
                  <a:solidFill>
                    <a:schemeClr val="bg1"/>
                  </a:solidFill>
                </p:spPr>
                <p:style>
                  <a:lnRef idx="2">
                    <a:schemeClr val="dk1">
                      <a:shade val="50000"/>
                    </a:schemeClr>
                  </a:lnRef>
                  <a:fillRef idx="1">
                    <a:schemeClr val="dk1"/>
                  </a:fillRef>
                  <a:effectRef idx="0">
                    <a:schemeClr val="dk1"/>
                  </a:effectRef>
                  <a:fontRef idx="minor">
                    <a:schemeClr val="lt1"/>
                  </a:fontRef>
                </p:style>
                <p:txBody>
                  <a:bodyPr rtlCol="0" anchor="ctr"/>
                  <a:lstStyle/>
                  <a:p>
                    <a:pPr algn="ctr"/>
                    <a:r>
                      <a:rPr lang="zh-CN" altLang="en-US" b="1" dirty="0">
                        <a:solidFill>
                          <a:schemeClr val="tx1"/>
                        </a:solidFill>
                      </a:rPr>
                      <a:t>笔记本</a:t>
                    </a:r>
                  </a:p>
                </p:txBody>
              </p:sp>
              <p:cxnSp>
                <p:nvCxnSpPr>
                  <p:cNvPr id="120" name="直接连接符 119">
                    <a:extLst>
                      <a:ext uri="{FF2B5EF4-FFF2-40B4-BE49-F238E27FC236}">
                        <a16:creationId xmlns:a16="http://schemas.microsoft.com/office/drawing/2014/main" id="{372B5B3E-379E-4C04-9CDA-259824B1073A}"/>
                      </a:ext>
                    </a:extLst>
                  </p:cNvPr>
                  <p:cNvCxnSpPr>
                    <a:cxnSpLocks/>
                    <a:stCxn id="118" idx="0"/>
                  </p:cNvCxnSpPr>
                  <p:nvPr/>
                </p:nvCxnSpPr>
                <p:spPr>
                  <a:xfrm flipV="1">
                    <a:off x="1150242" y="3605775"/>
                    <a:ext cx="407857" cy="429186"/>
                  </a:xfrm>
                  <a:prstGeom prst="line">
                    <a:avLst/>
                  </a:prstGeom>
                  <a:ln w="12700">
                    <a:solidFill>
                      <a:schemeClr val="tx1"/>
                    </a:solidFill>
                    <a:tailEnd type="none"/>
                  </a:ln>
                </p:spPr>
                <p:style>
                  <a:lnRef idx="1">
                    <a:schemeClr val="accent1"/>
                  </a:lnRef>
                  <a:fillRef idx="0">
                    <a:schemeClr val="accent1"/>
                  </a:fillRef>
                  <a:effectRef idx="0">
                    <a:schemeClr val="accent1"/>
                  </a:effectRef>
                  <a:fontRef idx="minor">
                    <a:schemeClr val="tx1"/>
                  </a:fontRef>
                </p:style>
              </p:cxnSp>
              <p:cxnSp>
                <p:nvCxnSpPr>
                  <p:cNvPr id="121" name="直接连接符 120">
                    <a:extLst>
                      <a:ext uri="{FF2B5EF4-FFF2-40B4-BE49-F238E27FC236}">
                        <a16:creationId xmlns:a16="http://schemas.microsoft.com/office/drawing/2014/main" id="{EAA0DAF6-61B7-4C04-BC53-5B82C815CF01}"/>
                      </a:ext>
                    </a:extLst>
                  </p:cNvPr>
                  <p:cNvCxnSpPr>
                    <a:cxnSpLocks/>
                    <a:stCxn id="119" idx="0"/>
                  </p:cNvCxnSpPr>
                  <p:nvPr/>
                </p:nvCxnSpPr>
                <p:spPr>
                  <a:xfrm flipH="1" flipV="1">
                    <a:off x="1859099" y="3605775"/>
                    <a:ext cx="375175" cy="429186"/>
                  </a:xfrm>
                  <a:prstGeom prst="line">
                    <a:avLst/>
                  </a:prstGeom>
                  <a:ln w="12700">
                    <a:solidFill>
                      <a:schemeClr val="tx1"/>
                    </a:solidFill>
                    <a:tailEnd type="none"/>
                  </a:ln>
                </p:spPr>
                <p:style>
                  <a:lnRef idx="1">
                    <a:schemeClr val="accent1"/>
                  </a:lnRef>
                  <a:fillRef idx="0">
                    <a:schemeClr val="accent1"/>
                  </a:fillRef>
                  <a:effectRef idx="0">
                    <a:schemeClr val="accent1"/>
                  </a:effectRef>
                  <a:fontRef idx="minor">
                    <a:schemeClr val="tx1"/>
                  </a:fontRef>
                </p:style>
              </p:cxnSp>
            </p:grpSp>
            <p:cxnSp>
              <p:nvCxnSpPr>
                <p:cNvPr id="109" name="直接连接符 108">
                  <a:extLst>
                    <a:ext uri="{FF2B5EF4-FFF2-40B4-BE49-F238E27FC236}">
                      <a16:creationId xmlns:a16="http://schemas.microsoft.com/office/drawing/2014/main" id="{F230C12C-8477-4B61-89EF-1A77F6EE5720}"/>
                    </a:ext>
                  </a:extLst>
                </p:cNvPr>
                <p:cNvCxnSpPr>
                  <a:cxnSpLocks/>
                  <a:endCxn id="117" idx="0"/>
                </p:cNvCxnSpPr>
                <p:nvPr/>
              </p:nvCxnSpPr>
              <p:spPr>
                <a:xfrm flipH="1">
                  <a:off x="2526825" y="2623549"/>
                  <a:ext cx="774099" cy="406517"/>
                </a:xfrm>
                <a:prstGeom prst="line">
                  <a:avLst/>
                </a:prstGeom>
                <a:ln w="12700">
                  <a:solidFill>
                    <a:schemeClr val="tx1"/>
                  </a:solidFill>
                  <a:tailEnd type="none"/>
                </a:ln>
              </p:spPr>
              <p:style>
                <a:lnRef idx="1">
                  <a:schemeClr val="accent1"/>
                </a:lnRef>
                <a:fillRef idx="0">
                  <a:schemeClr val="accent1"/>
                </a:fillRef>
                <a:effectRef idx="0">
                  <a:schemeClr val="accent1"/>
                </a:effectRef>
                <a:fontRef idx="minor">
                  <a:schemeClr val="tx1"/>
                </a:fontRef>
              </p:style>
            </p:cxnSp>
            <p:cxnSp>
              <p:nvCxnSpPr>
                <p:cNvPr id="110" name="直接连接符 109">
                  <a:extLst>
                    <a:ext uri="{FF2B5EF4-FFF2-40B4-BE49-F238E27FC236}">
                      <a16:creationId xmlns:a16="http://schemas.microsoft.com/office/drawing/2014/main" id="{EFA6DA68-605C-4D04-A5C9-0C0487517249}"/>
                    </a:ext>
                  </a:extLst>
                </p:cNvPr>
                <p:cNvCxnSpPr>
                  <a:cxnSpLocks/>
                  <a:endCxn id="112" idx="0"/>
                </p:cNvCxnSpPr>
                <p:nvPr/>
              </p:nvCxnSpPr>
              <p:spPr>
                <a:xfrm>
                  <a:off x="4024859" y="2598244"/>
                  <a:ext cx="733548" cy="411433"/>
                </a:xfrm>
                <a:prstGeom prst="line">
                  <a:avLst/>
                </a:prstGeom>
                <a:ln w="12700">
                  <a:solidFill>
                    <a:schemeClr val="tx1"/>
                  </a:solidFill>
                  <a:tailEnd type="none"/>
                </a:ln>
              </p:spPr>
              <p:style>
                <a:lnRef idx="1">
                  <a:schemeClr val="accent1"/>
                </a:lnRef>
                <a:fillRef idx="0">
                  <a:schemeClr val="accent1"/>
                </a:fillRef>
                <a:effectRef idx="0">
                  <a:schemeClr val="accent1"/>
                </a:effectRef>
                <a:fontRef idx="minor">
                  <a:schemeClr val="tx1"/>
                </a:fontRef>
              </p:style>
            </p:cxnSp>
            <p:grpSp>
              <p:nvGrpSpPr>
                <p:cNvPr id="111" name="组合 110">
                  <a:extLst>
                    <a:ext uri="{FF2B5EF4-FFF2-40B4-BE49-F238E27FC236}">
                      <a16:creationId xmlns:a16="http://schemas.microsoft.com/office/drawing/2014/main" id="{801E713A-95F2-44A6-A0C3-FAABC425D198}"/>
                    </a:ext>
                  </a:extLst>
                </p:cNvPr>
                <p:cNvGrpSpPr/>
                <p:nvPr/>
              </p:nvGrpSpPr>
              <p:grpSpPr>
                <a:xfrm>
                  <a:off x="3750925" y="3009677"/>
                  <a:ext cx="2014963" cy="1574042"/>
                  <a:chOff x="684776" y="3033347"/>
                  <a:chExt cx="2014963" cy="1574042"/>
                </a:xfrm>
              </p:grpSpPr>
              <p:sp>
                <p:nvSpPr>
                  <p:cNvPr id="112" name="矩形 111">
                    <a:extLst>
                      <a:ext uri="{FF2B5EF4-FFF2-40B4-BE49-F238E27FC236}">
                        <a16:creationId xmlns:a16="http://schemas.microsoft.com/office/drawing/2014/main" id="{B81E321E-39CF-4455-8724-AD4DD5FFE1A2}"/>
                      </a:ext>
                    </a:extLst>
                  </p:cNvPr>
                  <p:cNvSpPr/>
                  <p:nvPr/>
                </p:nvSpPr>
                <p:spPr>
                  <a:xfrm>
                    <a:off x="893361" y="3033347"/>
                    <a:ext cx="1597793" cy="572428"/>
                  </a:xfrm>
                  <a:prstGeom prst="rect">
                    <a:avLst/>
                  </a:prstGeom>
                  <a:solidFill>
                    <a:schemeClr val="bg1"/>
                  </a:solidFill>
                </p:spPr>
                <p:style>
                  <a:lnRef idx="2">
                    <a:schemeClr val="dk1">
                      <a:shade val="50000"/>
                    </a:schemeClr>
                  </a:lnRef>
                  <a:fillRef idx="1">
                    <a:schemeClr val="dk1"/>
                  </a:fillRef>
                  <a:effectRef idx="0">
                    <a:schemeClr val="dk1"/>
                  </a:effectRef>
                  <a:fontRef idx="minor">
                    <a:schemeClr val="lt1"/>
                  </a:fontRef>
                </p:style>
                <p:txBody>
                  <a:bodyPr rtlCol="0" anchor="ctr"/>
                  <a:lstStyle/>
                  <a:p>
                    <a:pPr algn="ctr"/>
                    <a:r>
                      <a:rPr lang="en-US" altLang="zh-CN" b="1" dirty="0">
                        <a:solidFill>
                          <a:schemeClr val="tx1"/>
                        </a:solidFill>
                      </a:rPr>
                      <a:t>100BaseT</a:t>
                    </a:r>
                  </a:p>
                  <a:p>
                    <a:pPr algn="ctr"/>
                    <a:r>
                      <a:rPr lang="zh-CN" altLang="en-US" b="1" dirty="0">
                        <a:solidFill>
                          <a:schemeClr val="tx1"/>
                        </a:solidFill>
                      </a:rPr>
                      <a:t>集线器</a:t>
                    </a:r>
                  </a:p>
                </p:txBody>
              </p:sp>
              <p:sp>
                <p:nvSpPr>
                  <p:cNvPr id="113" name="矩形 112">
                    <a:extLst>
                      <a:ext uri="{FF2B5EF4-FFF2-40B4-BE49-F238E27FC236}">
                        <a16:creationId xmlns:a16="http://schemas.microsoft.com/office/drawing/2014/main" id="{3A4092D5-E7BE-4737-B881-F84CDAAE7CB6}"/>
                      </a:ext>
                    </a:extLst>
                  </p:cNvPr>
                  <p:cNvSpPr/>
                  <p:nvPr/>
                </p:nvSpPr>
                <p:spPr>
                  <a:xfrm>
                    <a:off x="684776" y="4034961"/>
                    <a:ext cx="930931" cy="572428"/>
                  </a:xfrm>
                  <a:prstGeom prst="rect">
                    <a:avLst/>
                  </a:prstGeom>
                  <a:solidFill>
                    <a:schemeClr val="bg1"/>
                  </a:solidFill>
                </p:spPr>
                <p:style>
                  <a:lnRef idx="2">
                    <a:schemeClr val="dk1">
                      <a:shade val="50000"/>
                    </a:schemeClr>
                  </a:lnRef>
                  <a:fillRef idx="1">
                    <a:schemeClr val="dk1"/>
                  </a:fillRef>
                  <a:effectRef idx="0">
                    <a:schemeClr val="dk1"/>
                  </a:effectRef>
                  <a:fontRef idx="minor">
                    <a:schemeClr val="lt1"/>
                  </a:fontRef>
                </p:style>
                <p:txBody>
                  <a:bodyPr rtlCol="0" anchor="ctr"/>
                  <a:lstStyle/>
                  <a:p>
                    <a:pPr algn="ctr"/>
                    <a:r>
                      <a:rPr lang="zh-CN" altLang="en-US" b="1" dirty="0">
                        <a:solidFill>
                          <a:schemeClr val="tx1"/>
                        </a:solidFill>
                      </a:rPr>
                      <a:t>台式机</a:t>
                    </a:r>
                  </a:p>
                </p:txBody>
              </p:sp>
              <p:sp>
                <p:nvSpPr>
                  <p:cNvPr id="114" name="矩形 113">
                    <a:extLst>
                      <a:ext uri="{FF2B5EF4-FFF2-40B4-BE49-F238E27FC236}">
                        <a16:creationId xmlns:a16="http://schemas.microsoft.com/office/drawing/2014/main" id="{C39EF020-B153-4A97-9714-3A49AA4F8EB1}"/>
                      </a:ext>
                    </a:extLst>
                  </p:cNvPr>
                  <p:cNvSpPr/>
                  <p:nvPr/>
                </p:nvSpPr>
                <p:spPr>
                  <a:xfrm>
                    <a:off x="1768808" y="4034961"/>
                    <a:ext cx="930931" cy="572428"/>
                  </a:xfrm>
                  <a:prstGeom prst="rect">
                    <a:avLst/>
                  </a:prstGeom>
                  <a:solidFill>
                    <a:schemeClr val="bg1"/>
                  </a:solidFill>
                </p:spPr>
                <p:style>
                  <a:lnRef idx="2">
                    <a:schemeClr val="dk1">
                      <a:shade val="50000"/>
                    </a:schemeClr>
                  </a:lnRef>
                  <a:fillRef idx="1">
                    <a:schemeClr val="dk1"/>
                  </a:fillRef>
                  <a:effectRef idx="0">
                    <a:schemeClr val="dk1"/>
                  </a:effectRef>
                  <a:fontRef idx="minor">
                    <a:schemeClr val="lt1"/>
                  </a:fontRef>
                </p:style>
                <p:txBody>
                  <a:bodyPr rtlCol="0" anchor="ctr"/>
                  <a:lstStyle/>
                  <a:p>
                    <a:pPr algn="ctr"/>
                    <a:r>
                      <a:rPr lang="zh-CN" altLang="en-US" b="1" dirty="0">
                        <a:solidFill>
                          <a:schemeClr val="tx1"/>
                        </a:solidFill>
                      </a:rPr>
                      <a:t>笔记本</a:t>
                    </a:r>
                  </a:p>
                </p:txBody>
              </p:sp>
              <p:cxnSp>
                <p:nvCxnSpPr>
                  <p:cNvPr id="115" name="直接连接符 114">
                    <a:extLst>
                      <a:ext uri="{FF2B5EF4-FFF2-40B4-BE49-F238E27FC236}">
                        <a16:creationId xmlns:a16="http://schemas.microsoft.com/office/drawing/2014/main" id="{B10D413B-A81D-4BA0-B7A1-37DD8BC53AF2}"/>
                      </a:ext>
                    </a:extLst>
                  </p:cNvPr>
                  <p:cNvCxnSpPr>
                    <a:cxnSpLocks/>
                    <a:stCxn id="113" idx="0"/>
                  </p:cNvCxnSpPr>
                  <p:nvPr/>
                </p:nvCxnSpPr>
                <p:spPr>
                  <a:xfrm flipV="1">
                    <a:off x="1150242" y="3605775"/>
                    <a:ext cx="407857" cy="429186"/>
                  </a:xfrm>
                  <a:prstGeom prst="line">
                    <a:avLst/>
                  </a:prstGeom>
                  <a:ln w="12700">
                    <a:solidFill>
                      <a:schemeClr val="tx1"/>
                    </a:solidFill>
                    <a:tailEnd type="none"/>
                  </a:ln>
                </p:spPr>
                <p:style>
                  <a:lnRef idx="1">
                    <a:schemeClr val="accent1"/>
                  </a:lnRef>
                  <a:fillRef idx="0">
                    <a:schemeClr val="accent1"/>
                  </a:fillRef>
                  <a:effectRef idx="0">
                    <a:schemeClr val="accent1"/>
                  </a:effectRef>
                  <a:fontRef idx="minor">
                    <a:schemeClr val="tx1"/>
                  </a:fontRef>
                </p:style>
              </p:cxnSp>
              <p:cxnSp>
                <p:nvCxnSpPr>
                  <p:cNvPr id="116" name="直接连接符 115">
                    <a:extLst>
                      <a:ext uri="{FF2B5EF4-FFF2-40B4-BE49-F238E27FC236}">
                        <a16:creationId xmlns:a16="http://schemas.microsoft.com/office/drawing/2014/main" id="{50FEDA07-82C2-4C9E-BD2E-A35D35747CA7}"/>
                      </a:ext>
                    </a:extLst>
                  </p:cNvPr>
                  <p:cNvCxnSpPr>
                    <a:cxnSpLocks/>
                    <a:stCxn id="114" idx="0"/>
                  </p:cNvCxnSpPr>
                  <p:nvPr/>
                </p:nvCxnSpPr>
                <p:spPr>
                  <a:xfrm flipH="1" flipV="1">
                    <a:off x="1859099" y="3605775"/>
                    <a:ext cx="375175" cy="429186"/>
                  </a:xfrm>
                  <a:prstGeom prst="line">
                    <a:avLst/>
                  </a:prstGeom>
                  <a:ln w="12700">
                    <a:solidFill>
                      <a:schemeClr val="tx1"/>
                    </a:solidFill>
                    <a:tailEnd type="none"/>
                  </a:ln>
                </p:spPr>
                <p:style>
                  <a:lnRef idx="1">
                    <a:schemeClr val="accent1"/>
                  </a:lnRef>
                  <a:fillRef idx="0">
                    <a:schemeClr val="accent1"/>
                  </a:fillRef>
                  <a:effectRef idx="0">
                    <a:schemeClr val="accent1"/>
                  </a:effectRef>
                  <a:fontRef idx="minor">
                    <a:schemeClr val="tx1"/>
                  </a:fontRef>
                </p:style>
              </p:cxnSp>
            </p:grpSp>
          </p:grpSp>
        </p:grpSp>
      </p:grpSp>
      <p:sp>
        <p:nvSpPr>
          <p:cNvPr id="64" name="平行四边形 63">
            <a:extLst>
              <a:ext uri="{FF2B5EF4-FFF2-40B4-BE49-F238E27FC236}">
                <a16:creationId xmlns:a16="http://schemas.microsoft.com/office/drawing/2014/main" id="{440A871A-F95D-BDEE-E03F-1B540E3A676D}"/>
              </a:ext>
            </a:extLst>
          </p:cNvPr>
          <p:cNvSpPr/>
          <p:nvPr/>
        </p:nvSpPr>
        <p:spPr>
          <a:xfrm>
            <a:off x="304799" y="749300"/>
            <a:ext cx="688541" cy="387090"/>
          </a:xfrm>
          <a:prstGeom prst="parallelogram">
            <a:avLst/>
          </a:prstGeom>
          <a:solidFill>
            <a:schemeClr val="accent3">
              <a:lumMod val="75000"/>
            </a:schemeClr>
          </a:solidFill>
          <a:ln>
            <a:solidFill>
              <a:schemeClr val="accent3">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CN" sz="2200" dirty="0">
                <a:latin typeface="Impact" panose="020B0806030902050204" pitchFamily="34" charset="0"/>
              </a:rPr>
              <a:t>03</a:t>
            </a:r>
            <a:endParaRPr lang="zh-CN" altLang="en-US" sz="2200" dirty="0">
              <a:latin typeface="Impact" panose="020B0806030902050204" pitchFamily="34" charset="0"/>
            </a:endParaRPr>
          </a:p>
        </p:txBody>
      </p:sp>
    </p:spTree>
    <p:custDataLst>
      <p:tags r:id="rId1"/>
    </p:custDataLst>
    <p:extLst>
      <p:ext uri="{BB962C8B-B14F-4D97-AF65-F5344CB8AC3E}">
        <p14:creationId xmlns:p14="http://schemas.microsoft.com/office/powerpoint/2010/main" val="524151234"/>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30" presetClass="entr" presetSubtype="0" fill="hold" nodeType="withEffect">
                                  <p:stCondLst>
                                    <p:cond delay="0"/>
                                  </p:stCondLst>
                                  <p:childTnLst>
                                    <p:set>
                                      <p:cBhvr>
                                        <p:cTn id="6" dur="1" fill="hold">
                                          <p:stCondLst>
                                            <p:cond delay="0"/>
                                          </p:stCondLst>
                                        </p:cTn>
                                        <p:tgtEl>
                                          <p:spTgt spid="139"/>
                                        </p:tgtEl>
                                        <p:attrNameLst>
                                          <p:attrName>style.visibility</p:attrName>
                                        </p:attrNameLst>
                                      </p:cBhvr>
                                      <p:to>
                                        <p:strVal val="visible"/>
                                      </p:to>
                                    </p:set>
                                    <p:animEffect transition="in" filter="fade">
                                      <p:cBhvr>
                                        <p:cTn id="7" dur="800" decel="100000"/>
                                        <p:tgtEl>
                                          <p:spTgt spid="139"/>
                                        </p:tgtEl>
                                      </p:cBhvr>
                                    </p:animEffect>
                                    <p:anim calcmode="lin" valueType="num">
                                      <p:cBhvr>
                                        <p:cTn id="8" dur="800" decel="100000" fill="hold"/>
                                        <p:tgtEl>
                                          <p:spTgt spid="139"/>
                                        </p:tgtEl>
                                        <p:attrNameLst>
                                          <p:attrName>style.rotation</p:attrName>
                                        </p:attrNameLst>
                                      </p:cBhvr>
                                      <p:tavLst>
                                        <p:tav tm="0">
                                          <p:val>
                                            <p:fltVal val="-90"/>
                                          </p:val>
                                        </p:tav>
                                        <p:tav tm="100000">
                                          <p:val>
                                            <p:fltVal val="0"/>
                                          </p:val>
                                        </p:tav>
                                      </p:tavLst>
                                    </p:anim>
                                    <p:anim calcmode="lin" valueType="num">
                                      <p:cBhvr>
                                        <p:cTn id="9" dur="800" decel="100000" fill="hold"/>
                                        <p:tgtEl>
                                          <p:spTgt spid="139"/>
                                        </p:tgtEl>
                                        <p:attrNameLst>
                                          <p:attrName>ppt_x</p:attrName>
                                        </p:attrNameLst>
                                      </p:cBhvr>
                                      <p:tavLst>
                                        <p:tav tm="0">
                                          <p:val>
                                            <p:strVal val="#ppt_x+0.4"/>
                                          </p:val>
                                        </p:tav>
                                        <p:tav tm="100000">
                                          <p:val>
                                            <p:strVal val="#ppt_x-0.05"/>
                                          </p:val>
                                        </p:tav>
                                      </p:tavLst>
                                    </p:anim>
                                    <p:anim calcmode="lin" valueType="num">
                                      <p:cBhvr>
                                        <p:cTn id="10" dur="800" decel="100000" fill="hold"/>
                                        <p:tgtEl>
                                          <p:spTgt spid="139"/>
                                        </p:tgtEl>
                                        <p:attrNameLst>
                                          <p:attrName>ppt_y</p:attrName>
                                        </p:attrNameLst>
                                      </p:cBhvr>
                                      <p:tavLst>
                                        <p:tav tm="0">
                                          <p:val>
                                            <p:strVal val="#ppt_y-0.4"/>
                                          </p:val>
                                        </p:tav>
                                        <p:tav tm="100000">
                                          <p:val>
                                            <p:strVal val="#ppt_y+0.1"/>
                                          </p:val>
                                        </p:tav>
                                      </p:tavLst>
                                    </p:anim>
                                    <p:anim calcmode="lin" valueType="num">
                                      <p:cBhvr>
                                        <p:cTn id="11" dur="200" accel="100000" fill="hold">
                                          <p:stCondLst>
                                            <p:cond delay="800"/>
                                          </p:stCondLst>
                                        </p:cTn>
                                        <p:tgtEl>
                                          <p:spTgt spid="139"/>
                                        </p:tgtEl>
                                        <p:attrNameLst>
                                          <p:attrName>ppt_x</p:attrName>
                                        </p:attrNameLst>
                                      </p:cBhvr>
                                      <p:tavLst>
                                        <p:tav tm="0">
                                          <p:val>
                                            <p:strVal val="#ppt_x-0.05"/>
                                          </p:val>
                                        </p:tav>
                                        <p:tav tm="100000">
                                          <p:val>
                                            <p:strVal val="#ppt_x"/>
                                          </p:val>
                                        </p:tav>
                                      </p:tavLst>
                                    </p:anim>
                                    <p:anim calcmode="lin" valueType="num">
                                      <p:cBhvr>
                                        <p:cTn id="12" dur="200" accel="100000" fill="hold">
                                          <p:stCondLst>
                                            <p:cond delay="800"/>
                                          </p:stCondLst>
                                        </p:cTn>
                                        <p:tgtEl>
                                          <p:spTgt spid="139"/>
                                        </p:tgtEl>
                                        <p:attrNameLst>
                                          <p:attrName>ppt_y</p:attrName>
                                        </p:attrNameLst>
                                      </p:cBhvr>
                                      <p:tavLst>
                                        <p:tav tm="0">
                                          <p:val>
                                            <p:strVal val="#ppt_y+0.1"/>
                                          </p:val>
                                        </p:tav>
                                        <p:tav tm="100000">
                                          <p:val>
                                            <p:strVal val="#ppt_y"/>
                                          </p:val>
                                        </p:tav>
                                      </p:tavLst>
                                    </p:anim>
                                  </p:childTnLst>
                                </p:cTn>
                              </p:par>
                            </p:childTnLst>
                          </p:cTn>
                        </p:par>
                      </p:childTnLst>
                    </p:cTn>
                  </p:par>
                  <p:par>
                    <p:cTn id="13" fill="hold">
                      <p:stCondLst>
                        <p:cond delay="indefinite"/>
                      </p:stCondLst>
                      <p:childTnLst>
                        <p:par>
                          <p:cTn id="14" fill="hold">
                            <p:stCondLst>
                              <p:cond delay="0"/>
                            </p:stCondLst>
                            <p:childTnLst>
                              <p:par>
                                <p:cTn id="15" presetID="30" presetClass="entr" presetSubtype="0" fill="hold" nodeType="clickEffect">
                                  <p:stCondLst>
                                    <p:cond delay="0"/>
                                  </p:stCondLst>
                                  <p:childTnLst>
                                    <p:set>
                                      <p:cBhvr>
                                        <p:cTn id="16" dur="1" fill="hold">
                                          <p:stCondLst>
                                            <p:cond delay="0"/>
                                          </p:stCondLst>
                                        </p:cTn>
                                        <p:tgtEl>
                                          <p:spTgt spid="93"/>
                                        </p:tgtEl>
                                        <p:attrNameLst>
                                          <p:attrName>style.visibility</p:attrName>
                                        </p:attrNameLst>
                                      </p:cBhvr>
                                      <p:to>
                                        <p:strVal val="visible"/>
                                      </p:to>
                                    </p:set>
                                    <p:animEffect transition="in" filter="fade">
                                      <p:cBhvr>
                                        <p:cTn id="17" dur="800" decel="100000"/>
                                        <p:tgtEl>
                                          <p:spTgt spid="93"/>
                                        </p:tgtEl>
                                      </p:cBhvr>
                                    </p:animEffect>
                                    <p:anim calcmode="lin" valueType="num">
                                      <p:cBhvr>
                                        <p:cTn id="18" dur="800" decel="100000" fill="hold"/>
                                        <p:tgtEl>
                                          <p:spTgt spid="93"/>
                                        </p:tgtEl>
                                        <p:attrNameLst>
                                          <p:attrName>style.rotation</p:attrName>
                                        </p:attrNameLst>
                                      </p:cBhvr>
                                      <p:tavLst>
                                        <p:tav tm="0">
                                          <p:val>
                                            <p:fltVal val="-90"/>
                                          </p:val>
                                        </p:tav>
                                        <p:tav tm="100000">
                                          <p:val>
                                            <p:fltVal val="0"/>
                                          </p:val>
                                        </p:tav>
                                      </p:tavLst>
                                    </p:anim>
                                    <p:anim calcmode="lin" valueType="num">
                                      <p:cBhvr>
                                        <p:cTn id="19" dur="800" decel="100000" fill="hold"/>
                                        <p:tgtEl>
                                          <p:spTgt spid="93"/>
                                        </p:tgtEl>
                                        <p:attrNameLst>
                                          <p:attrName>ppt_x</p:attrName>
                                        </p:attrNameLst>
                                      </p:cBhvr>
                                      <p:tavLst>
                                        <p:tav tm="0">
                                          <p:val>
                                            <p:strVal val="#ppt_x+0.4"/>
                                          </p:val>
                                        </p:tav>
                                        <p:tav tm="100000">
                                          <p:val>
                                            <p:strVal val="#ppt_x-0.05"/>
                                          </p:val>
                                        </p:tav>
                                      </p:tavLst>
                                    </p:anim>
                                    <p:anim calcmode="lin" valueType="num">
                                      <p:cBhvr>
                                        <p:cTn id="20" dur="800" decel="100000" fill="hold"/>
                                        <p:tgtEl>
                                          <p:spTgt spid="93"/>
                                        </p:tgtEl>
                                        <p:attrNameLst>
                                          <p:attrName>ppt_y</p:attrName>
                                        </p:attrNameLst>
                                      </p:cBhvr>
                                      <p:tavLst>
                                        <p:tav tm="0">
                                          <p:val>
                                            <p:strVal val="#ppt_y-0.4"/>
                                          </p:val>
                                        </p:tav>
                                        <p:tav tm="100000">
                                          <p:val>
                                            <p:strVal val="#ppt_y+0.1"/>
                                          </p:val>
                                        </p:tav>
                                      </p:tavLst>
                                    </p:anim>
                                    <p:anim calcmode="lin" valueType="num">
                                      <p:cBhvr>
                                        <p:cTn id="21" dur="200" accel="100000" fill="hold">
                                          <p:stCondLst>
                                            <p:cond delay="800"/>
                                          </p:stCondLst>
                                        </p:cTn>
                                        <p:tgtEl>
                                          <p:spTgt spid="93"/>
                                        </p:tgtEl>
                                        <p:attrNameLst>
                                          <p:attrName>ppt_x</p:attrName>
                                        </p:attrNameLst>
                                      </p:cBhvr>
                                      <p:tavLst>
                                        <p:tav tm="0">
                                          <p:val>
                                            <p:strVal val="#ppt_x-0.05"/>
                                          </p:val>
                                        </p:tav>
                                        <p:tav tm="100000">
                                          <p:val>
                                            <p:strVal val="#ppt_x"/>
                                          </p:val>
                                        </p:tav>
                                      </p:tavLst>
                                    </p:anim>
                                    <p:anim calcmode="lin" valueType="num">
                                      <p:cBhvr>
                                        <p:cTn id="22" dur="200" accel="100000" fill="hold">
                                          <p:stCondLst>
                                            <p:cond delay="800"/>
                                          </p:stCondLst>
                                        </p:cTn>
                                        <p:tgtEl>
                                          <p:spTgt spid="93"/>
                                        </p:tgtEl>
                                        <p:attrNameLst>
                                          <p:attrName>ppt_y</p:attrName>
                                        </p:attrNameLst>
                                      </p:cBhvr>
                                      <p:tavLst>
                                        <p:tav tm="0">
                                          <p:val>
                                            <p:strVal val="#ppt_y+0.1"/>
                                          </p:val>
                                        </p:tav>
                                        <p:tav tm="100000">
                                          <p:val>
                                            <p:strVal val="#ppt_y"/>
                                          </p:val>
                                        </p:tav>
                                      </p:tavLst>
                                    </p:anim>
                                  </p:childTnLst>
                                </p:cTn>
                              </p:par>
                            </p:childTnLst>
                          </p:cTn>
                        </p:par>
                      </p:childTnLst>
                    </p:cTn>
                  </p:par>
                  <p:par>
                    <p:cTn id="23" fill="hold">
                      <p:stCondLst>
                        <p:cond delay="indefinite"/>
                      </p:stCondLst>
                      <p:childTnLst>
                        <p:par>
                          <p:cTn id="24" fill="hold">
                            <p:stCondLst>
                              <p:cond delay="0"/>
                            </p:stCondLst>
                            <p:childTnLst>
                              <p:par>
                                <p:cTn id="25" presetID="53" presetClass="entr" presetSubtype="16" fill="hold" grpId="0" nodeType="clickEffect">
                                  <p:stCondLst>
                                    <p:cond delay="0"/>
                                  </p:stCondLst>
                                  <p:childTnLst>
                                    <p:set>
                                      <p:cBhvr>
                                        <p:cTn id="26" dur="1" fill="hold">
                                          <p:stCondLst>
                                            <p:cond delay="0"/>
                                          </p:stCondLst>
                                        </p:cTn>
                                        <p:tgtEl>
                                          <p:spTgt spid="97"/>
                                        </p:tgtEl>
                                        <p:attrNameLst>
                                          <p:attrName>style.visibility</p:attrName>
                                        </p:attrNameLst>
                                      </p:cBhvr>
                                      <p:to>
                                        <p:strVal val="visible"/>
                                      </p:to>
                                    </p:set>
                                    <p:anim calcmode="lin" valueType="num">
                                      <p:cBhvr>
                                        <p:cTn id="27" dur="500" fill="hold"/>
                                        <p:tgtEl>
                                          <p:spTgt spid="97"/>
                                        </p:tgtEl>
                                        <p:attrNameLst>
                                          <p:attrName>ppt_w</p:attrName>
                                        </p:attrNameLst>
                                      </p:cBhvr>
                                      <p:tavLst>
                                        <p:tav tm="0">
                                          <p:val>
                                            <p:fltVal val="0"/>
                                          </p:val>
                                        </p:tav>
                                        <p:tav tm="100000">
                                          <p:val>
                                            <p:strVal val="#ppt_w"/>
                                          </p:val>
                                        </p:tav>
                                      </p:tavLst>
                                    </p:anim>
                                    <p:anim calcmode="lin" valueType="num">
                                      <p:cBhvr>
                                        <p:cTn id="28" dur="500" fill="hold"/>
                                        <p:tgtEl>
                                          <p:spTgt spid="97"/>
                                        </p:tgtEl>
                                        <p:attrNameLst>
                                          <p:attrName>ppt_h</p:attrName>
                                        </p:attrNameLst>
                                      </p:cBhvr>
                                      <p:tavLst>
                                        <p:tav tm="0">
                                          <p:val>
                                            <p:fltVal val="0"/>
                                          </p:val>
                                        </p:tav>
                                        <p:tav tm="100000">
                                          <p:val>
                                            <p:strVal val="#ppt_h"/>
                                          </p:val>
                                        </p:tav>
                                      </p:tavLst>
                                    </p:anim>
                                    <p:animEffect transition="in" filter="fade">
                                      <p:cBhvr>
                                        <p:cTn id="29" dur="500"/>
                                        <p:tgtEl>
                                          <p:spTgt spid="97"/>
                                        </p:tgtEl>
                                      </p:cBhvr>
                                    </p:animEffect>
                                  </p:childTnLst>
                                </p:cTn>
                              </p:par>
                            </p:childTnLst>
                          </p:cTn>
                        </p:par>
                      </p:childTnLst>
                    </p:cTn>
                  </p:par>
                  <p:par>
                    <p:cTn id="30" fill="hold">
                      <p:stCondLst>
                        <p:cond delay="indefinite"/>
                      </p:stCondLst>
                      <p:childTnLst>
                        <p:par>
                          <p:cTn id="31" fill="hold">
                            <p:stCondLst>
                              <p:cond delay="0"/>
                            </p:stCondLst>
                            <p:childTnLst>
                              <p:par>
                                <p:cTn id="32" presetID="53" presetClass="entr" presetSubtype="16" fill="hold" grpId="0" nodeType="clickEffect">
                                  <p:stCondLst>
                                    <p:cond delay="0"/>
                                  </p:stCondLst>
                                  <p:childTnLst>
                                    <p:set>
                                      <p:cBhvr>
                                        <p:cTn id="33" dur="1" fill="hold">
                                          <p:stCondLst>
                                            <p:cond delay="0"/>
                                          </p:stCondLst>
                                        </p:cTn>
                                        <p:tgtEl>
                                          <p:spTgt spid="98"/>
                                        </p:tgtEl>
                                        <p:attrNameLst>
                                          <p:attrName>style.visibility</p:attrName>
                                        </p:attrNameLst>
                                      </p:cBhvr>
                                      <p:to>
                                        <p:strVal val="visible"/>
                                      </p:to>
                                    </p:set>
                                    <p:anim calcmode="lin" valueType="num">
                                      <p:cBhvr>
                                        <p:cTn id="34" dur="500" fill="hold"/>
                                        <p:tgtEl>
                                          <p:spTgt spid="98"/>
                                        </p:tgtEl>
                                        <p:attrNameLst>
                                          <p:attrName>ppt_w</p:attrName>
                                        </p:attrNameLst>
                                      </p:cBhvr>
                                      <p:tavLst>
                                        <p:tav tm="0">
                                          <p:val>
                                            <p:fltVal val="0"/>
                                          </p:val>
                                        </p:tav>
                                        <p:tav tm="100000">
                                          <p:val>
                                            <p:strVal val="#ppt_w"/>
                                          </p:val>
                                        </p:tav>
                                      </p:tavLst>
                                    </p:anim>
                                    <p:anim calcmode="lin" valueType="num">
                                      <p:cBhvr>
                                        <p:cTn id="35" dur="500" fill="hold"/>
                                        <p:tgtEl>
                                          <p:spTgt spid="98"/>
                                        </p:tgtEl>
                                        <p:attrNameLst>
                                          <p:attrName>ppt_h</p:attrName>
                                        </p:attrNameLst>
                                      </p:cBhvr>
                                      <p:tavLst>
                                        <p:tav tm="0">
                                          <p:val>
                                            <p:fltVal val="0"/>
                                          </p:val>
                                        </p:tav>
                                        <p:tav tm="100000">
                                          <p:val>
                                            <p:strVal val="#ppt_h"/>
                                          </p:val>
                                        </p:tav>
                                      </p:tavLst>
                                    </p:anim>
                                    <p:animEffect transition="in" filter="fade">
                                      <p:cBhvr>
                                        <p:cTn id="36" dur="500"/>
                                        <p:tgtEl>
                                          <p:spTgt spid="98"/>
                                        </p:tgtEl>
                                      </p:cBhvr>
                                    </p:animEffect>
                                  </p:childTnLst>
                                </p:cTn>
                              </p:par>
                            </p:childTnLst>
                          </p:cTn>
                        </p:par>
                      </p:childTnLst>
                    </p:cTn>
                  </p:par>
                  <p:par>
                    <p:cTn id="37" fill="hold">
                      <p:stCondLst>
                        <p:cond delay="indefinite"/>
                      </p:stCondLst>
                      <p:childTnLst>
                        <p:par>
                          <p:cTn id="38" fill="hold">
                            <p:stCondLst>
                              <p:cond delay="0"/>
                            </p:stCondLst>
                            <p:childTnLst>
                              <p:par>
                                <p:cTn id="39" presetID="30" presetClass="entr" presetSubtype="0" fill="hold" grpId="0" nodeType="clickEffect">
                                  <p:stCondLst>
                                    <p:cond delay="0"/>
                                  </p:stCondLst>
                                  <p:childTnLst>
                                    <p:set>
                                      <p:cBhvr>
                                        <p:cTn id="40" dur="1" fill="hold">
                                          <p:stCondLst>
                                            <p:cond delay="0"/>
                                          </p:stCondLst>
                                        </p:cTn>
                                        <p:tgtEl>
                                          <p:spTgt spid="47"/>
                                        </p:tgtEl>
                                        <p:attrNameLst>
                                          <p:attrName>style.visibility</p:attrName>
                                        </p:attrNameLst>
                                      </p:cBhvr>
                                      <p:to>
                                        <p:strVal val="visible"/>
                                      </p:to>
                                    </p:set>
                                    <p:animEffect transition="in" filter="fade">
                                      <p:cBhvr>
                                        <p:cTn id="41" dur="800" decel="100000"/>
                                        <p:tgtEl>
                                          <p:spTgt spid="47"/>
                                        </p:tgtEl>
                                      </p:cBhvr>
                                    </p:animEffect>
                                    <p:anim calcmode="lin" valueType="num">
                                      <p:cBhvr>
                                        <p:cTn id="42" dur="800" decel="100000" fill="hold"/>
                                        <p:tgtEl>
                                          <p:spTgt spid="47"/>
                                        </p:tgtEl>
                                        <p:attrNameLst>
                                          <p:attrName>style.rotation</p:attrName>
                                        </p:attrNameLst>
                                      </p:cBhvr>
                                      <p:tavLst>
                                        <p:tav tm="0">
                                          <p:val>
                                            <p:fltVal val="-90"/>
                                          </p:val>
                                        </p:tav>
                                        <p:tav tm="100000">
                                          <p:val>
                                            <p:fltVal val="0"/>
                                          </p:val>
                                        </p:tav>
                                      </p:tavLst>
                                    </p:anim>
                                    <p:anim calcmode="lin" valueType="num">
                                      <p:cBhvr>
                                        <p:cTn id="43" dur="800" decel="100000" fill="hold"/>
                                        <p:tgtEl>
                                          <p:spTgt spid="47"/>
                                        </p:tgtEl>
                                        <p:attrNameLst>
                                          <p:attrName>ppt_x</p:attrName>
                                        </p:attrNameLst>
                                      </p:cBhvr>
                                      <p:tavLst>
                                        <p:tav tm="0">
                                          <p:val>
                                            <p:strVal val="#ppt_x+0.4"/>
                                          </p:val>
                                        </p:tav>
                                        <p:tav tm="100000">
                                          <p:val>
                                            <p:strVal val="#ppt_x-0.05"/>
                                          </p:val>
                                        </p:tav>
                                      </p:tavLst>
                                    </p:anim>
                                    <p:anim calcmode="lin" valueType="num">
                                      <p:cBhvr>
                                        <p:cTn id="44" dur="800" decel="100000" fill="hold"/>
                                        <p:tgtEl>
                                          <p:spTgt spid="47"/>
                                        </p:tgtEl>
                                        <p:attrNameLst>
                                          <p:attrName>ppt_y</p:attrName>
                                        </p:attrNameLst>
                                      </p:cBhvr>
                                      <p:tavLst>
                                        <p:tav tm="0">
                                          <p:val>
                                            <p:strVal val="#ppt_y-0.4"/>
                                          </p:val>
                                        </p:tav>
                                        <p:tav tm="100000">
                                          <p:val>
                                            <p:strVal val="#ppt_y+0.1"/>
                                          </p:val>
                                        </p:tav>
                                      </p:tavLst>
                                    </p:anim>
                                    <p:anim calcmode="lin" valueType="num">
                                      <p:cBhvr>
                                        <p:cTn id="45" dur="200" accel="100000" fill="hold">
                                          <p:stCondLst>
                                            <p:cond delay="800"/>
                                          </p:stCondLst>
                                        </p:cTn>
                                        <p:tgtEl>
                                          <p:spTgt spid="47"/>
                                        </p:tgtEl>
                                        <p:attrNameLst>
                                          <p:attrName>ppt_x</p:attrName>
                                        </p:attrNameLst>
                                      </p:cBhvr>
                                      <p:tavLst>
                                        <p:tav tm="0">
                                          <p:val>
                                            <p:strVal val="#ppt_x-0.05"/>
                                          </p:val>
                                        </p:tav>
                                        <p:tav tm="100000">
                                          <p:val>
                                            <p:strVal val="#ppt_x"/>
                                          </p:val>
                                        </p:tav>
                                      </p:tavLst>
                                    </p:anim>
                                    <p:anim calcmode="lin" valueType="num">
                                      <p:cBhvr>
                                        <p:cTn id="46" dur="200" accel="100000" fill="hold">
                                          <p:stCondLst>
                                            <p:cond delay="800"/>
                                          </p:stCondLst>
                                        </p:cTn>
                                        <p:tgtEl>
                                          <p:spTgt spid="47"/>
                                        </p:tgtEl>
                                        <p:attrNameLst>
                                          <p:attrName>ppt_y</p:attrName>
                                        </p:attrNameLst>
                                      </p:cBhvr>
                                      <p:tavLst>
                                        <p:tav tm="0">
                                          <p:val>
                                            <p:strVal val="#ppt_y+0.1"/>
                                          </p:val>
                                        </p:tav>
                                        <p:tav tm="100000">
                                          <p:val>
                                            <p:strVal val="#ppt_y"/>
                                          </p:val>
                                        </p:tav>
                                      </p:tavLst>
                                    </p:anim>
                                  </p:childTnLst>
                                </p:cTn>
                              </p:par>
                            </p:childTnLst>
                          </p:cTn>
                        </p:par>
                      </p:childTnLst>
                    </p:cTn>
                  </p:par>
                  <p:par>
                    <p:cTn id="47" fill="hold">
                      <p:stCondLst>
                        <p:cond delay="indefinite"/>
                      </p:stCondLst>
                      <p:childTnLst>
                        <p:par>
                          <p:cTn id="48" fill="hold">
                            <p:stCondLst>
                              <p:cond delay="0"/>
                            </p:stCondLst>
                            <p:childTnLst>
                              <p:par>
                                <p:cTn id="49" presetID="53" presetClass="entr" presetSubtype="16" fill="hold" grpId="0" nodeType="clickEffect">
                                  <p:stCondLst>
                                    <p:cond delay="0"/>
                                  </p:stCondLst>
                                  <p:childTnLst>
                                    <p:set>
                                      <p:cBhvr>
                                        <p:cTn id="50" dur="1" fill="hold">
                                          <p:stCondLst>
                                            <p:cond delay="0"/>
                                          </p:stCondLst>
                                        </p:cTn>
                                        <p:tgtEl>
                                          <p:spTgt spid="46"/>
                                        </p:tgtEl>
                                        <p:attrNameLst>
                                          <p:attrName>style.visibility</p:attrName>
                                        </p:attrNameLst>
                                      </p:cBhvr>
                                      <p:to>
                                        <p:strVal val="visible"/>
                                      </p:to>
                                    </p:set>
                                    <p:anim calcmode="lin" valueType="num">
                                      <p:cBhvr>
                                        <p:cTn id="51" dur="500" fill="hold"/>
                                        <p:tgtEl>
                                          <p:spTgt spid="46"/>
                                        </p:tgtEl>
                                        <p:attrNameLst>
                                          <p:attrName>ppt_w</p:attrName>
                                        </p:attrNameLst>
                                      </p:cBhvr>
                                      <p:tavLst>
                                        <p:tav tm="0">
                                          <p:val>
                                            <p:fltVal val="0"/>
                                          </p:val>
                                        </p:tav>
                                        <p:tav tm="100000">
                                          <p:val>
                                            <p:strVal val="#ppt_w"/>
                                          </p:val>
                                        </p:tav>
                                      </p:tavLst>
                                    </p:anim>
                                    <p:anim calcmode="lin" valueType="num">
                                      <p:cBhvr>
                                        <p:cTn id="52" dur="500" fill="hold"/>
                                        <p:tgtEl>
                                          <p:spTgt spid="46"/>
                                        </p:tgtEl>
                                        <p:attrNameLst>
                                          <p:attrName>ppt_h</p:attrName>
                                        </p:attrNameLst>
                                      </p:cBhvr>
                                      <p:tavLst>
                                        <p:tav tm="0">
                                          <p:val>
                                            <p:fltVal val="0"/>
                                          </p:val>
                                        </p:tav>
                                        <p:tav tm="100000">
                                          <p:val>
                                            <p:strVal val="#ppt_h"/>
                                          </p:val>
                                        </p:tav>
                                      </p:tavLst>
                                    </p:anim>
                                    <p:animEffect transition="in" filter="fade">
                                      <p:cBhvr>
                                        <p:cTn id="53" dur="500"/>
                                        <p:tgtEl>
                                          <p:spTgt spid="46"/>
                                        </p:tgtEl>
                                      </p:cBhvr>
                                    </p:animEffect>
                                  </p:childTnLst>
                                </p:cTn>
                              </p:par>
                            </p:childTnLst>
                          </p:cTn>
                        </p:par>
                      </p:childTnLst>
                    </p:cTn>
                  </p:par>
                  <p:par>
                    <p:cTn id="54" fill="hold">
                      <p:stCondLst>
                        <p:cond delay="indefinite"/>
                      </p:stCondLst>
                      <p:childTnLst>
                        <p:par>
                          <p:cTn id="55" fill="hold">
                            <p:stCondLst>
                              <p:cond delay="0"/>
                            </p:stCondLst>
                            <p:childTnLst>
                              <p:par>
                                <p:cTn id="56" presetID="53" presetClass="entr" presetSubtype="16" fill="hold" grpId="0" nodeType="clickEffect">
                                  <p:stCondLst>
                                    <p:cond delay="0"/>
                                  </p:stCondLst>
                                  <p:childTnLst>
                                    <p:set>
                                      <p:cBhvr>
                                        <p:cTn id="57" dur="1" fill="hold">
                                          <p:stCondLst>
                                            <p:cond delay="0"/>
                                          </p:stCondLst>
                                        </p:cTn>
                                        <p:tgtEl>
                                          <p:spTgt spid="96"/>
                                        </p:tgtEl>
                                        <p:attrNameLst>
                                          <p:attrName>style.visibility</p:attrName>
                                        </p:attrNameLst>
                                      </p:cBhvr>
                                      <p:to>
                                        <p:strVal val="visible"/>
                                      </p:to>
                                    </p:set>
                                    <p:anim calcmode="lin" valueType="num">
                                      <p:cBhvr>
                                        <p:cTn id="58" dur="500" fill="hold"/>
                                        <p:tgtEl>
                                          <p:spTgt spid="96"/>
                                        </p:tgtEl>
                                        <p:attrNameLst>
                                          <p:attrName>ppt_w</p:attrName>
                                        </p:attrNameLst>
                                      </p:cBhvr>
                                      <p:tavLst>
                                        <p:tav tm="0">
                                          <p:val>
                                            <p:fltVal val="0"/>
                                          </p:val>
                                        </p:tav>
                                        <p:tav tm="100000">
                                          <p:val>
                                            <p:strVal val="#ppt_w"/>
                                          </p:val>
                                        </p:tav>
                                      </p:tavLst>
                                    </p:anim>
                                    <p:anim calcmode="lin" valueType="num">
                                      <p:cBhvr>
                                        <p:cTn id="59" dur="500" fill="hold"/>
                                        <p:tgtEl>
                                          <p:spTgt spid="96"/>
                                        </p:tgtEl>
                                        <p:attrNameLst>
                                          <p:attrName>ppt_h</p:attrName>
                                        </p:attrNameLst>
                                      </p:cBhvr>
                                      <p:tavLst>
                                        <p:tav tm="0">
                                          <p:val>
                                            <p:fltVal val="0"/>
                                          </p:val>
                                        </p:tav>
                                        <p:tav tm="100000">
                                          <p:val>
                                            <p:strVal val="#ppt_h"/>
                                          </p:val>
                                        </p:tav>
                                      </p:tavLst>
                                    </p:anim>
                                    <p:animEffect transition="in" filter="fade">
                                      <p:cBhvr>
                                        <p:cTn id="60" dur="500"/>
                                        <p:tgtEl>
                                          <p:spTgt spid="96"/>
                                        </p:tgtEl>
                                      </p:cBhvr>
                                    </p:animEffect>
                                  </p:childTnLst>
                                </p:cTn>
                              </p:par>
                            </p:childTnLst>
                          </p:cTn>
                        </p:par>
                      </p:childTnLst>
                    </p:cTn>
                  </p:par>
                  <p:par>
                    <p:cTn id="61" fill="hold">
                      <p:stCondLst>
                        <p:cond delay="indefinite"/>
                      </p:stCondLst>
                      <p:childTnLst>
                        <p:par>
                          <p:cTn id="62" fill="hold">
                            <p:stCondLst>
                              <p:cond delay="0"/>
                            </p:stCondLst>
                            <p:childTnLst>
                              <p:par>
                                <p:cTn id="63" presetID="53" presetClass="entr" presetSubtype="16" fill="hold" grpId="0" nodeType="clickEffect">
                                  <p:stCondLst>
                                    <p:cond delay="0"/>
                                  </p:stCondLst>
                                  <p:childTnLst>
                                    <p:set>
                                      <p:cBhvr>
                                        <p:cTn id="64" dur="1" fill="hold">
                                          <p:stCondLst>
                                            <p:cond delay="0"/>
                                          </p:stCondLst>
                                        </p:cTn>
                                        <p:tgtEl>
                                          <p:spTgt spid="99"/>
                                        </p:tgtEl>
                                        <p:attrNameLst>
                                          <p:attrName>style.visibility</p:attrName>
                                        </p:attrNameLst>
                                      </p:cBhvr>
                                      <p:to>
                                        <p:strVal val="visible"/>
                                      </p:to>
                                    </p:set>
                                    <p:anim calcmode="lin" valueType="num">
                                      <p:cBhvr>
                                        <p:cTn id="65" dur="500" fill="hold"/>
                                        <p:tgtEl>
                                          <p:spTgt spid="99"/>
                                        </p:tgtEl>
                                        <p:attrNameLst>
                                          <p:attrName>ppt_w</p:attrName>
                                        </p:attrNameLst>
                                      </p:cBhvr>
                                      <p:tavLst>
                                        <p:tav tm="0">
                                          <p:val>
                                            <p:fltVal val="0"/>
                                          </p:val>
                                        </p:tav>
                                        <p:tav tm="100000">
                                          <p:val>
                                            <p:strVal val="#ppt_w"/>
                                          </p:val>
                                        </p:tav>
                                      </p:tavLst>
                                    </p:anim>
                                    <p:anim calcmode="lin" valueType="num">
                                      <p:cBhvr>
                                        <p:cTn id="66" dur="500" fill="hold"/>
                                        <p:tgtEl>
                                          <p:spTgt spid="99"/>
                                        </p:tgtEl>
                                        <p:attrNameLst>
                                          <p:attrName>ppt_h</p:attrName>
                                        </p:attrNameLst>
                                      </p:cBhvr>
                                      <p:tavLst>
                                        <p:tav tm="0">
                                          <p:val>
                                            <p:fltVal val="0"/>
                                          </p:val>
                                        </p:tav>
                                        <p:tav tm="100000">
                                          <p:val>
                                            <p:strVal val="#ppt_h"/>
                                          </p:val>
                                        </p:tav>
                                      </p:tavLst>
                                    </p:anim>
                                    <p:animEffect transition="in" filter="fade">
                                      <p:cBhvr>
                                        <p:cTn id="67" dur="500"/>
                                        <p:tgtEl>
                                          <p:spTgt spid="99"/>
                                        </p:tgtEl>
                                      </p:cBhvr>
                                    </p:animEffect>
                                  </p:childTnLst>
                                </p:cTn>
                              </p:par>
                            </p:childTnLst>
                          </p:cTn>
                        </p:par>
                      </p:childTnLst>
                    </p:cTn>
                  </p:par>
                  <p:par>
                    <p:cTn id="68" fill="hold">
                      <p:stCondLst>
                        <p:cond delay="indefinite"/>
                      </p:stCondLst>
                      <p:childTnLst>
                        <p:par>
                          <p:cTn id="69" fill="hold">
                            <p:stCondLst>
                              <p:cond delay="0"/>
                            </p:stCondLst>
                            <p:childTnLst>
                              <p:par>
                                <p:cTn id="70" presetID="53" presetClass="entr" presetSubtype="16" fill="hold" grpId="0" nodeType="clickEffect">
                                  <p:stCondLst>
                                    <p:cond delay="0"/>
                                  </p:stCondLst>
                                  <p:childTnLst>
                                    <p:set>
                                      <p:cBhvr>
                                        <p:cTn id="71" dur="1" fill="hold">
                                          <p:stCondLst>
                                            <p:cond delay="0"/>
                                          </p:stCondLst>
                                        </p:cTn>
                                        <p:tgtEl>
                                          <p:spTgt spid="100"/>
                                        </p:tgtEl>
                                        <p:attrNameLst>
                                          <p:attrName>style.visibility</p:attrName>
                                        </p:attrNameLst>
                                      </p:cBhvr>
                                      <p:to>
                                        <p:strVal val="visible"/>
                                      </p:to>
                                    </p:set>
                                    <p:anim calcmode="lin" valueType="num">
                                      <p:cBhvr>
                                        <p:cTn id="72" dur="500" fill="hold"/>
                                        <p:tgtEl>
                                          <p:spTgt spid="100"/>
                                        </p:tgtEl>
                                        <p:attrNameLst>
                                          <p:attrName>ppt_w</p:attrName>
                                        </p:attrNameLst>
                                      </p:cBhvr>
                                      <p:tavLst>
                                        <p:tav tm="0">
                                          <p:val>
                                            <p:fltVal val="0"/>
                                          </p:val>
                                        </p:tav>
                                        <p:tav tm="100000">
                                          <p:val>
                                            <p:strVal val="#ppt_w"/>
                                          </p:val>
                                        </p:tav>
                                      </p:tavLst>
                                    </p:anim>
                                    <p:anim calcmode="lin" valueType="num">
                                      <p:cBhvr>
                                        <p:cTn id="73" dur="500" fill="hold"/>
                                        <p:tgtEl>
                                          <p:spTgt spid="100"/>
                                        </p:tgtEl>
                                        <p:attrNameLst>
                                          <p:attrName>ppt_h</p:attrName>
                                        </p:attrNameLst>
                                      </p:cBhvr>
                                      <p:tavLst>
                                        <p:tav tm="0">
                                          <p:val>
                                            <p:fltVal val="0"/>
                                          </p:val>
                                        </p:tav>
                                        <p:tav tm="100000">
                                          <p:val>
                                            <p:strVal val="#ppt_h"/>
                                          </p:val>
                                        </p:tav>
                                      </p:tavLst>
                                    </p:anim>
                                    <p:animEffect transition="in" filter="fade">
                                      <p:cBhvr>
                                        <p:cTn id="74" dur="500"/>
                                        <p:tgtEl>
                                          <p:spTgt spid="100"/>
                                        </p:tgtEl>
                                      </p:cBhvr>
                                    </p:animEffect>
                                  </p:childTnLst>
                                </p:cTn>
                              </p:par>
                            </p:childTnLst>
                          </p:cTn>
                        </p:par>
                      </p:childTnLst>
                    </p:cTn>
                  </p:par>
                  <p:par>
                    <p:cTn id="75" fill="hold">
                      <p:stCondLst>
                        <p:cond delay="indefinite"/>
                      </p:stCondLst>
                      <p:childTnLst>
                        <p:par>
                          <p:cTn id="76" fill="hold">
                            <p:stCondLst>
                              <p:cond delay="0"/>
                            </p:stCondLst>
                            <p:childTnLst>
                              <p:par>
                                <p:cTn id="77" presetID="53" presetClass="entr" presetSubtype="16" fill="hold" grpId="0" nodeType="clickEffect">
                                  <p:stCondLst>
                                    <p:cond delay="0"/>
                                  </p:stCondLst>
                                  <p:childTnLst>
                                    <p:set>
                                      <p:cBhvr>
                                        <p:cTn id="78" dur="1" fill="hold">
                                          <p:stCondLst>
                                            <p:cond delay="0"/>
                                          </p:stCondLst>
                                        </p:cTn>
                                        <p:tgtEl>
                                          <p:spTgt spid="101"/>
                                        </p:tgtEl>
                                        <p:attrNameLst>
                                          <p:attrName>style.visibility</p:attrName>
                                        </p:attrNameLst>
                                      </p:cBhvr>
                                      <p:to>
                                        <p:strVal val="visible"/>
                                      </p:to>
                                    </p:set>
                                    <p:anim calcmode="lin" valueType="num">
                                      <p:cBhvr>
                                        <p:cTn id="79" dur="500" fill="hold"/>
                                        <p:tgtEl>
                                          <p:spTgt spid="101"/>
                                        </p:tgtEl>
                                        <p:attrNameLst>
                                          <p:attrName>ppt_w</p:attrName>
                                        </p:attrNameLst>
                                      </p:cBhvr>
                                      <p:tavLst>
                                        <p:tav tm="0">
                                          <p:val>
                                            <p:fltVal val="0"/>
                                          </p:val>
                                        </p:tav>
                                        <p:tav tm="100000">
                                          <p:val>
                                            <p:strVal val="#ppt_w"/>
                                          </p:val>
                                        </p:tav>
                                      </p:tavLst>
                                    </p:anim>
                                    <p:anim calcmode="lin" valueType="num">
                                      <p:cBhvr>
                                        <p:cTn id="80" dur="500" fill="hold"/>
                                        <p:tgtEl>
                                          <p:spTgt spid="101"/>
                                        </p:tgtEl>
                                        <p:attrNameLst>
                                          <p:attrName>ppt_h</p:attrName>
                                        </p:attrNameLst>
                                      </p:cBhvr>
                                      <p:tavLst>
                                        <p:tav tm="0">
                                          <p:val>
                                            <p:fltVal val="0"/>
                                          </p:val>
                                        </p:tav>
                                        <p:tav tm="100000">
                                          <p:val>
                                            <p:strVal val="#ppt_h"/>
                                          </p:val>
                                        </p:tav>
                                      </p:tavLst>
                                    </p:anim>
                                    <p:animEffect transition="in" filter="fade">
                                      <p:cBhvr>
                                        <p:cTn id="81" dur="500"/>
                                        <p:tgtEl>
                                          <p:spTgt spid="101"/>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6" grpId="0"/>
      <p:bldP spid="47" grpId="0"/>
      <p:bldP spid="96" grpId="0" animBg="1"/>
      <p:bldP spid="97" grpId="0" animBg="1"/>
      <p:bldP spid="98" grpId="0" animBg="1"/>
      <p:bldP spid="99" grpId="0" animBg="1"/>
      <p:bldP spid="100" grpId="0" animBg="1"/>
      <p:bldP spid="101" grpId="0" animBg="1"/>
    </p:bldLst>
  </p:timing>
</p:sld>
</file>

<file path=ppt/slides/slide45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33" name="组合 32">
            <a:extLst>
              <a:ext uri="{FF2B5EF4-FFF2-40B4-BE49-F238E27FC236}">
                <a16:creationId xmlns:a16="http://schemas.microsoft.com/office/drawing/2014/main" id="{BEF8C50D-69D0-426D-A5B6-15EA1782A450}"/>
              </a:ext>
            </a:extLst>
          </p:cNvPr>
          <p:cNvGrpSpPr/>
          <p:nvPr/>
        </p:nvGrpSpPr>
        <p:grpSpPr>
          <a:xfrm>
            <a:off x="7261339" y="1895618"/>
            <a:ext cx="4586599" cy="2913670"/>
            <a:chOff x="7261339" y="1895618"/>
            <a:chExt cx="4586599" cy="2913670"/>
          </a:xfrm>
        </p:grpSpPr>
        <p:sp>
          <p:nvSpPr>
            <p:cNvPr id="147" name="矩形: 圆角 146">
              <a:extLst>
                <a:ext uri="{FF2B5EF4-FFF2-40B4-BE49-F238E27FC236}">
                  <a16:creationId xmlns:a16="http://schemas.microsoft.com/office/drawing/2014/main" id="{0D2AA2F2-2173-4E81-8DAE-4354B2F1FD9A}"/>
                </a:ext>
              </a:extLst>
            </p:cNvPr>
            <p:cNvSpPr/>
            <p:nvPr/>
          </p:nvSpPr>
          <p:spPr>
            <a:xfrm>
              <a:off x="7261339" y="1895618"/>
              <a:ext cx="4586599" cy="2913670"/>
            </a:xfrm>
            <a:prstGeom prst="roundRect">
              <a:avLst>
                <a:gd name="adj" fmla="val 7789"/>
              </a:avLst>
            </a:prstGeom>
          </p:spPr>
          <p:style>
            <a:lnRef idx="2">
              <a:schemeClr val="accent3">
                <a:shade val="50000"/>
              </a:schemeClr>
            </a:lnRef>
            <a:fillRef idx="1">
              <a:schemeClr val="accent3"/>
            </a:fillRef>
            <a:effectRef idx="0">
              <a:schemeClr val="accent3"/>
            </a:effectRef>
            <a:fontRef idx="minor">
              <a:schemeClr val="lt1"/>
            </a:fontRef>
          </p:style>
          <p:txBody>
            <a:bodyPr rtlCol="0" anchor="ctr"/>
            <a:lstStyle/>
            <a:p>
              <a:pPr algn="ctr"/>
              <a:endParaRPr lang="zh-CN" altLang="en-US"/>
            </a:p>
          </p:txBody>
        </p:sp>
        <p:sp>
          <p:nvSpPr>
            <p:cNvPr id="148" name="íşlïḍè">
              <a:extLst>
                <a:ext uri="{FF2B5EF4-FFF2-40B4-BE49-F238E27FC236}">
                  <a16:creationId xmlns:a16="http://schemas.microsoft.com/office/drawing/2014/main" id="{EE8DFA67-E66E-4F04-AF92-42F4C2CEBAC9}"/>
                </a:ext>
              </a:extLst>
            </p:cNvPr>
            <p:cNvSpPr txBox="1"/>
            <p:nvPr/>
          </p:nvSpPr>
          <p:spPr>
            <a:xfrm>
              <a:off x="10796876" y="2103185"/>
              <a:ext cx="1018266" cy="362451"/>
            </a:xfrm>
            <a:prstGeom prst="rect">
              <a:avLst/>
            </a:prstGeom>
            <a:noFill/>
          </p:spPr>
          <p:txBody>
            <a:bodyPr wrap="square" lIns="91440" tIns="45720" rIns="91440" bIns="45720" anchor="ctr">
              <a:noAutofit/>
            </a:bodyPr>
            <a:lstStyle/>
            <a:p>
              <a:pPr algn="ctr"/>
              <a:r>
                <a:rPr lang="zh-CN" altLang="en-US" b="1" dirty="0">
                  <a:solidFill>
                    <a:schemeClr val="bg1"/>
                  </a:solidFill>
                  <a:latin typeface="Arial Narrow" panose="020B0606020202030204" pitchFamily="34" charset="0"/>
                </a:rPr>
                <a:t>广播域</a:t>
              </a:r>
            </a:p>
          </p:txBody>
        </p:sp>
      </p:grpSp>
      <p:grpSp>
        <p:nvGrpSpPr>
          <p:cNvPr id="31" name="组合 30">
            <a:extLst>
              <a:ext uri="{FF2B5EF4-FFF2-40B4-BE49-F238E27FC236}">
                <a16:creationId xmlns:a16="http://schemas.microsoft.com/office/drawing/2014/main" id="{EE753E72-4ACF-4DD9-BA12-4DCECD4B3FDA}"/>
              </a:ext>
            </a:extLst>
          </p:cNvPr>
          <p:cNvGrpSpPr/>
          <p:nvPr/>
        </p:nvGrpSpPr>
        <p:grpSpPr>
          <a:xfrm>
            <a:off x="326614" y="1895618"/>
            <a:ext cx="4586599" cy="2913670"/>
            <a:chOff x="326614" y="1895618"/>
            <a:chExt cx="4586599" cy="2913670"/>
          </a:xfrm>
        </p:grpSpPr>
        <p:sp>
          <p:nvSpPr>
            <p:cNvPr id="145" name="矩形: 圆角 144">
              <a:extLst>
                <a:ext uri="{FF2B5EF4-FFF2-40B4-BE49-F238E27FC236}">
                  <a16:creationId xmlns:a16="http://schemas.microsoft.com/office/drawing/2014/main" id="{928F3042-9A7B-4A26-8E34-D53AECAADB3E}"/>
                </a:ext>
              </a:extLst>
            </p:cNvPr>
            <p:cNvSpPr/>
            <p:nvPr/>
          </p:nvSpPr>
          <p:spPr>
            <a:xfrm>
              <a:off x="326614" y="1895618"/>
              <a:ext cx="4586599" cy="2913670"/>
            </a:xfrm>
            <a:prstGeom prst="roundRect">
              <a:avLst>
                <a:gd name="adj" fmla="val 7789"/>
              </a:avLst>
            </a:prstGeom>
          </p:spPr>
          <p:style>
            <a:lnRef idx="2">
              <a:schemeClr val="accent3">
                <a:shade val="50000"/>
              </a:schemeClr>
            </a:lnRef>
            <a:fillRef idx="1">
              <a:schemeClr val="accent3"/>
            </a:fillRef>
            <a:effectRef idx="0">
              <a:schemeClr val="accent3"/>
            </a:effectRef>
            <a:fontRef idx="minor">
              <a:schemeClr val="lt1"/>
            </a:fontRef>
          </p:style>
          <p:txBody>
            <a:bodyPr rtlCol="0" anchor="ctr"/>
            <a:lstStyle/>
            <a:p>
              <a:pPr algn="ctr"/>
              <a:endParaRPr lang="zh-CN" altLang="en-US"/>
            </a:p>
          </p:txBody>
        </p:sp>
        <p:sp>
          <p:nvSpPr>
            <p:cNvPr id="146" name="íşlïḍè">
              <a:extLst>
                <a:ext uri="{FF2B5EF4-FFF2-40B4-BE49-F238E27FC236}">
                  <a16:creationId xmlns:a16="http://schemas.microsoft.com/office/drawing/2014/main" id="{1B6344C3-E78E-4429-AFA3-22C51E77F311}"/>
                </a:ext>
              </a:extLst>
            </p:cNvPr>
            <p:cNvSpPr txBox="1"/>
            <p:nvPr/>
          </p:nvSpPr>
          <p:spPr>
            <a:xfrm>
              <a:off x="369105" y="2103185"/>
              <a:ext cx="1018266" cy="362451"/>
            </a:xfrm>
            <a:prstGeom prst="rect">
              <a:avLst/>
            </a:prstGeom>
            <a:noFill/>
          </p:spPr>
          <p:txBody>
            <a:bodyPr wrap="square" lIns="91440" tIns="45720" rIns="91440" bIns="45720" anchor="ctr">
              <a:noAutofit/>
            </a:bodyPr>
            <a:lstStyle/>
            <a:p>
              <a:pPr algn="ctr"/>
              <a:r>
                <a:rPr lang="zh-CN" altLang="en-US" b="1" dirty="0">
                  <a:solidFill>
                    <a:schemeClr val="bg1"/>
                  </a:solidFill>
                  <a:latin typeface="Arial Narrow" panose="020B0606020202030204" pitchFamily="34" charset="0"/>
                </a:rPr>
                <a:t>广播域</a:t>
              </a:r>
            </a:p>
          </p:txBody>
        </p:sp>
      </p:grpSp>
      <p:grpSp>
        <p:nvGrpSpPr>
          <p:cNvPr id="141" name="组合 140">
            <a:extLst>
              <a:ext uri="{FF2B5EF4-FFF2-40B4-BE49-F238E27FC236}">
                <a16:creationId xmlns:a16="http://schemas.microsoft.com/office/drawing/2014/main" id="{60585767-0A06-4226-BB28-0E713B86C076}"/>
              </a:ext>
            </a:extLst>
          </p:cNvPr>
          <p:cNvGrpSpPr/>
          <p:nvPr/>
        </p:nvGrpSpPr>
        <p:grpSpPr>
          <a:xfrm>
            <a:off x="9584227" y="2736759"/>
            <a:ext cx="2134646" cy="1946330"/>
            <a:chOff x="388137" y="2781070"/>
            <a:chExt cx="2134646" cy="1946330"/>
          </a:xfrm>
        </p:grpSpPr>
        <p:sp>
          <p:nvSpPr>
            <p:cNvPr id="142" name="矩形: 圆角 141">
              <a:extLst>
                <a:ext uri="{FF2B5EF4-FFF2-40B4-BE49-F238E27FC236}">
                  <a16:creationId xmlns:a16="http://schemas.microsoft.com/office/drawing/2014/main" id="{3D6533CB-175D-4616-9580-2B365A55CE25}"/>
                </a:ext>
              </a:extLst>
            </p:cNvPr>
            <p:cNvSpPr/>
            <p:nvPr/>
          </p:nvSpPr>
          <p:spPr>
            <a:xfrm>
              <a:off x="388137" y="2781070"/>
              <a:ext cx="2134646" cy="1946330"/>
            </a:xfrm>
            <a:prstGeom prst="roundRect">
              <a:avLst>
                <a:gd name="adj" fmla="val 7789"/>
              </a:avLst>
            </a:prstGeom>
          </p:spPr>
          <p:style>
            <a:lnRef idx="2">
              <a:schemeClr val="accent6">
                <a:shade val="50000"/>
              </a:schemeClr>
            </a:lnRef>
            <a:fillRef idx="1">
              <a:schemeClr val="accent6"/>
            </a:fillRef>
            <a:effectRef idx="0">
              <a:schemeClr val="accent6"/>
            </a:effectRef>
            <a:fontRef idx="minor">
              <a:schemeClr val="lt1"/>
            </a:fontRef>
          </p:style>
          <p:txBody>
            <a:bodyPr rtlCol="0" anchor="ctr"/>
            <a:lstStyle/>
            <a:p>
              <a:pPr algn="ctr"/>
              <a:endParaRPr lang="zh-CN" altLang="en-US"/>
            </a:p>
          </p:txBody>
        </p:sp>
        <p:sp>
          <p:nvSpPr>
            <p:cNvPr id="143" name="íşlïḍè">
              <a:extLst>
                <a:ext uri="{FF2B5EF4-FFF2-40B4-BE49-F238E27FC236}">
                  <a16:creationId xmlns:a16="http://schemas.microsoft.com/office/drawing/2014/main" id="{6A65E6B4-0B8D-42A7-871A-7CC4182647E9}"/>
                </a:ext>
              </a:extLst>
            </p:cNvPr>
            <p:cNvSpPr txBox="1"/>
            <p:nvPr/>
          </p:nvSpPr>
          <p:spPr>
            <a:xfrm>
              <a:off x="942650" y="3746874"/>
              <a:ext cx="1018266" cy="362451"/>
            </a:xfrm>
            <a:prstGeom prst="rect">
              <a:avLst/>
            </a:prstGeom>
            <a:noFill/>
          </p:spPr>
          <p:txBody>
            <a:bodyPr wrap="square" lIns="91440" tIns="45720" rIns="91440" bIns="45720" anchor="ctr">
              <a:noAutofit/>
            </a:bodyPr>
            <a:lstStyle/>
            <a:p>
              <a:pPr algn="ctr"/>
              <a:r>
                <a:rPr lang="zh-CN" altLang="en-US" b="1" dirty="0">
                  <a:latin typeface="Arial Narrow" panose="020B0606020202030204" pitchFamily="34" charset="0"/>
                </a:rPr>
                <a:t>冲突域</a:t>
              </a:r>
            </a:p>
          </p:txBody>
        </p:sp>
      </p:grpSp>
      <p:grpSp>
        <p:nvGrpSpPr>
          <p:cNvPr id="138" name="组合 137">
            <a:extLst>
              <a:ext uri="{FF2B5EF4-FFF2-40B4-BE49-F238E27FC236}">
                <a16:creationId xmlns:a16="http://schemas.microsoft.com/office/drawing/2014/main" id="{06D4BFE0-F69E-466D-86A0-B3AC422046EA}"/>
              </a:ext>
            </a:extLst>
          </p:cNvPr>
          <p:cNvGrpSpPr/>
          <p:nvPr/>
        </p:nvGrpSpPr>
        <p:grpSpPr>
          <a:xfrm>
            <a:off x="7377430" y="2736759"/>
            <a:ext cx="2134646" cy="1946330"/>
            <a:chOff x="388137" y="2781070"/>
            <a:chExt cx="2134646" cy="1946330"/>
          </a:xfrm>
        </p:grpSpPr>
        <p:sp>
          <p:nvSpPr>
            <p:cNvPr id="139" name="矩形: 圆角 138">
              <a:extLst>
                <a:ext uri="{FF2B5EF4-FFF2-40B4-BE49-F238E27FC236}">
                  <a16:creationId xmlns:a16="http://schemas.microsoft.com/office/drawing/2014/main" id="{DF2D6691-84DE-4851-BBAD-81C8F218A493}"/>
                </a:ext>
              </a:extLst>
            </p:cNvPr>
            <p:cNvSpPr/>
            <p:nvPr/>
          </p:nvSpPr>
          <p:spPr>
            <a:xfrm>
              <a:off x="388137" y="2781070"/>
              <a:ext cx="2134646" cy="1946330"/>
            </a:xfrm>
            <a:prstGeom prst="roundRect">
              <a:avLst>
                <a:gd name="adj" fmla="val 7789"/>
              </a:avLst>
            </a:prstGeom>
          </p:spPr>
          <p:style>
            <a:lnRef idx="2">
              <a:schemeClr val="accent6">
                <a:shade val="50000"/>
              </a:schemeClr>
            </a:lnRef>
            <a:fillRef idx="1">
              <a:schemeClr val="accent6"/>
            </a:fillRef>
            <a:effectRef idx="0">
              <a:schemeClr val="accent6"/>
            </a:effectRef>
            <a:fontRef idx="minor">
              <a:schemeClr val="lt1"/>
            </a:fontRef>
          </p:style>
          <p:txBody>
            <a:bodyPr rtlCol="0" anchor="ctr"/>
            <a:lstStyle/>
            <a:p>
              <a:pPr algn="ctr"/>
              <a:endParaRPr lang="zh-CN" altLang="en-US"/>
            </a:p>
          </p:txBody>
        </p:sp>
        <p:sp>
          <p:nvSpPr>
            <p:cNvPr id="140" name="íşlïḍè">
              <a:extLst>
                <a:ext uri="{FF2B5EF4-FFF2-40B4-BE49-F238E27FC236}">
                  <a16:creationId xmlns:a16="http://schemas.microsoft.com/office/drawing/2014/main" id="{F46D9A65-637A-4F70-AB0D-DD0570C14A6C}"/>
                </a:ext>
              </a:extLst>
            </p:cNvPr>
            <p:cNvSpPr txBox="1"/>
            <p:nvPr/>
          </p:nvSpPr>
          <p:spPr>
            <a:xfrm>
              <a:off x="942650" y="3746874"/>
              <a:ext cx="1018266" cy="362451"/>
            </a:xfrm>
            <a:prstGeom prst="rect">
              <a:avLst/>
            </a:prstGeom>
            <a:noFill/>
          </p:spPr>
          <p:txBody>
            <a:bodyPr wrap="square" lIns="91440" tIns="45720" rIns="91440" bIns="45720" anchor="ctr">
              <a:noAutofit/>
            </a:bodyPr>
            <a:lstStyle/>
            <a:p>
              <a:pPr algn="ctr"/>
              <a:r>
                <a:rPr lang="zh-CN" altLang="en-US" b="1" dirty="0">
                  <a:latin typeface="Arial Narrow" panose="020B0606020202030204" pitchFamily="34" charset="0"/>
                </a:rPr>
                <a:t>冲突域</a:t>
              </a:r>
            </a:p>
          </p:txBody>
        </p:sp>
      </p:grpSp>
      <p:grpSp>
        <p:nvGrpSpPr>
          <p:cNvPr id="135" name="组合 134">
            <a:extLst>
              <a:ext uri="{FF2B5EF4-FFF2-40B4-BE49-F238E27FC236}">
                <a16:creationId xmlns:a16="http://schemas.microsoft.com/office/drawing/2014/main" id="{90D16FBB-7AF0-4191-AAA8-E2AB25BDCE5B}"/>
              </a:ext>
            </a:extLst>
          </p:cNvPr>
          <p:cNvGrpSpPr/>
          <p:nvPr/>
        </p:nvGrpSpPr>
        <p:grpSpPr>
          <a:xfrm>
            <a:off x="2614973" y="2736759"/>
            <a:ext cx="2134646" cy="1946330"/>
            <a:chOff x="388137" y="2781070"/>
            <a:chExt cx="2134646" cy="1946330"/>
          </a:xfrm>
        </p:grpSpPr>
        <p:sp>
          <p:nvSpPr>
            <p:cNvPr id="136" name="矩形: 圆角 135">
              <a:extLst>
                <a:ext uri="{FF2B5EF4-FFF2-40B4-BE49-F238E27FC236}">
                  <a16:creationId xmlns:a16="http://schemas.microsoft.com/office/drawing/2014/main" id="{B153E305-5FC2-4E7A-94F8-AEC20AFC6C20}"/>
                </a:ext>
              </a:extLst>
            </p:cNvPr>
            <p:cNvSpPr/>
            <p:nvPr/>
          </p:nvSpPr>
          <p:spPr>
            <a:xfrm>
              <a:off x="388137" y="2781070"/>
              <a:ext cx="2134646" cy="1946330"/>
            </a:xfrm>
            <a:prstGeom prst="roundRect">
              <a:avLst>
                <a:gd name="adj" fmla="val 7789"/>
              </a:avLst>
            </a:prstGeom>
          </p:spPr>
          <p:style>
            <a:lnRef idx="2">
              <a:schemeClr val="accent6">
                <a:shade val="50000"/>
              </a:schemeClr>
            </a:lnRef>
            <a:fillRef idx="1">
              <a:schemeClr val="accent6"/>
            </a:fillRef>
            <a:effectRef idx="0">
              <a:schemeClr val="accent6"/>
            </a:effectRef>
            <a:fontRef idx="minor">
              <a:schemeClr val="lt1"/>
            </a:fontRef>
          </p:style>
          <p:txBody>
            <a:bodyPr rtlCol="0" anchor="ctr"/>
            <a:lstStyle/>
            <a:p>
              <a:pPr algn="ctr"/>
              <a:endParaRPr lang="zh-CN" altLang="en-US"/>
            </a:p>
          </p:txBody>
        </p:sp>
        <p:sp>
          <p:nvSpPr>
            <p:cNvPr id="137" name="íşlïḍè">
              <a:extLst>
                <a:ext uri="{FF2B5EF4-FFF2-40B4-BE49-F238E27FC236}">
                  <a16:creationId xmlns:a16="http://schemas.microsoft.com/office/drawing/2014/main" id="{0BF105B6-D43D-41DC-9876-1A9F77B9AA06}"/>
                </a:ext>
              </a:extLst>
            </p:cNvPr>
            <p:cNvSpPr txBox="1"/>
            <p:nvPr/>
          </p:nvSpPr>
          <p:spPr>
            <a:xfrm>
              <a:off x="942650" y="3746874"/>
              <a:ext cx="1018266" cy="362451"/>
            </a:xfrm>
            <a:prstGeom prst="rect">
              <a:avLst/>
            </a:prstGeom>
            <a:noFill/>
          </p:spPr>
          <p:txBody>
            <a:bodyPr wrap="square" lIns="91440" tIns="45720" rIns="91440" bIns="45720" anchor="ctr">
              <a:noAutofit/>
            </a:bodyPr>
            <a:lstStyle/>
            <a:p>
              <a:pPr algn="ctr"/>
              <a:r>
                <a:rPr lang="zh-CN" altLang="en-US" b="1" dirty="0">
                  <a:latin typeface="Arial Narrow" panose="020B0606020202030204" pitchFamily="34" charset="0"/>
                </a:rPr>
                <a:t>冲突域</a:t>
              </a:r>
            </a:p>
          </p:txBody>
        </p:sp>
      </p:grpSp>
      <p:grpSp>
        <p:nvGrpSpPr>
          <p:cNvPr id="8" name="组合 7">
            <a:extLst>
              <a:ext uri="{FF2B5EF4-FFF2-40B4-BE49-F238E27FC236}">
                <a16:creationId xmlns:a16="http://schemas.microsoft.com/office/drawing/2014/main" id="{2BA4CBEF-88A9-4DE6-97F2-E1094F55A823}"/>
              </a:ext>
            </a:extLst>
          </p:cNvPr>
          <p:cNvGrpSpPr/>
          <p:nvPr/>
        </p:nvGrpSpPr>
        <p:grpSpPr>
          <a:xfrm>
            <a:off x="424162" y="2736759"/>
            <a:ext cx="2134646" cy="1946330"/>
            <a:chOff x="388137" y="2781070"/>
            <a:chExt cx="2134646" cy="1946330"/>
          </a:xfrm>
        </p:grpSpPr>
        <p:sp>
          <p:nvSpPr>
            <p:cNvPr id="5" name="矩形: 圆角 4">
              <a:extLst>
                <a:ext uri="{FF2B5EF4-FFF2-40B4-BE49-F238E27FC236}">
                  <a16:creationId xmlns:a16="http://schemas.microsoft.com/office/drawing/2014/main" id="{EFF12189-F8E9-4871-9880-2C6C3EDD66E8}"/>
                </a:ext>
              </a:extLst>
            </p:cNvPr>
            <p:cNvSpPr/>
            <p:nvPr/>
          </p:nvSpPr>
          <p:spPr>
            <a:xfrm>
              <a:off x="388137" y="2781070"/>
              <a:ext cx="2134646" cy="1946330"/>
            </a:xfrm>
            <a:prstGeom prst="roundRect">
              <a:avLst>
                <a:gd name="adj" fmla="val 7789"/>
              </a:avLst>
            </a:prstGeom>
          </p:spPr>
          <p:style>
            <a:lnRef idx="2">
              <a:schemeClr val="accent6">
                <a:shade val="50000"/>
              </a:schemeClr>
            </a:lnRef>
            <a:fillRef idx="1">
              <a:schemeClr val="accent6"/>
            </a:fillRef>
            <a:effectRef idx="0">
              <a:schemeClr val="accent6"/>
            </a:effectRef>
            <a:fontRef idx="minor">
              <a:schemeClr val="lt1"/>
            </a:fontRef>
          </p:style>
          <p:txBody>
            <a:bodyPr rtlCol="0" anchor="ctr"/>
            <a:lstStyle/>
            <a:p>
              <a:pPr algn="ctr"/>
              <a:endParaRPr lang="zh-CN" altLang="en-US"/>
            </a:p>
          </p:txBody>
        </p:sp>
        <p:sp>
          <p:nvSpPr>
            <p:cNvPr id="76" name="íşlïḍè">
              <a:extLst>
                <a:ext uri="{FF2B5EF4-FFF2-40B4-BE49-F238E27FC236}">
                  <a16:creationId xmlns:a16="http://schemas.microsoft.com/office/drawing/2014/main" id="{2DCCE416-EA71-422D-BA0E-87F4B29E3752}"/>
                </a:ext>
              </a:extLst>
            </p:cNvPr>
            <p:cNvSpPr txBox="1"/>
            <p:nvPr/>
          </p:nvSpPr>
          <p:spPr>
            <a:xfrm>
              <a:off x="942650" y="3746874"/>
              <a:ext cx="1018266" cy="362451"/>
            </a:xfrm>
            <a:prstGeom prst="rect">
              <a:avLst/>
            </a:prstGeom>
            <a:noFill/>
          </p:spPr>
          <p:txBody>
            <a:bodyPr wrap="square" lIns="91440" tIns="45720" rIns="91440" bIns="45720" anchor="ctr">
              <a:noAutofit/>
            </a:bodyPr>
            <a:lstStyle/>
            <a:p>
              <a:pPr algn="ctr"/>
              <a:r>
                <a:rPr lang="zh-CN" altLang="en-US" b="1" dirty="0">
                  <a:latin typeface="Arial Narrow" panose="020B0606020202030204" pitchFamily="34" charset="0"/>
                </a:rPr>
                <a:t>冲突域</a:t>
              </a:r>
            </a:p>
          </p:txBody>
        </p:sp>
      </p:grpSp>
      <p:grpSp>
        <p:nvGrpSpPr>
          <p:cNvPr id="4" name="组合 3">
            <a:extLst>
              <a:ext uri="{FF2B5EF4-FFF2-40B4-BE49-F238E27FC236}">
                <a16:creationId xmlns:a16="http://schemas.microsoft.com/office/drawing/2014/main" id="{9A1EA9F2-FCB6-48C3-935F-7AE7E3AD14AC}"/>
              </a:ext>
            </a:extLst>
          </p:cNvPr>
          <p:cNvGrpSpPr/>
          <p:nvPr/>
        </p:nvGrpSpPr>
        <p:grpSpPr>
          <a:xfrm>
            <a:off x="304800" y="749300"/>
            <a:ext cx="4938199" cy="400110"/>
            <a:chOff x="424117" y="898245"/>
            <a:chExt cx="4938199" cy="400110"/>
          </a:xfrm>
        </p:grpSpPr>
        <p:sp>
          <p:nvSpPr>
            <p:cNvPr id="2" name="平行四边形 1">
              <a:extLst>
                <a:ext uri="{FF2B5EF4-FFF2-40B4-BE49-F238E27FC236}">
                  <a16:creationId xmlns:a16="http://schemas.microsoft.com/office/drawing/2014/main" id="{1F5BAA3F-9845-4F89-A2DD-8222D3E4EDAC}"/>
                </a:ext>
              </a:extLst>
            </p:cNvPr>
            <p:cNvSpPr/>
            <p:nvPr/>
          </p:nvSpPr>
          <p:spPr>
            <a:xfrm>
              <a:off x="424117" y="898245"/>
              <a:ext cx="628306" cy="387090"/>
            </a:xfrm>
            <a:prstGeom prst="parallelogram">
              <a:avLst/>
            </a:prstGeom>
            <a:solidFill>
              <a:schemeClr val="accent3">
                <a:lumMod val="75000"/>
              </a:schemeClr>
            </a:solidFill>
            <a:ln>
              <a:solidFill>
                <a:schemeClr val="accent3">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CN" sz="2200" dirty="0">
                  <a:latin typeface="Impact" panose="020B0806030902050204" pitchFamily="34" charset="0"/>
                </a:rPr>
                <a:t>01</a:t>
              </a:r>
              <a:endParaRPr lang="zh-CN" altLang="en-US" sz="2200" dirty="0">
                <a:latin typeface="Impact" panose="020B0806030902050204" pitchFamily="34" charset="0"/>
              </a:endParaRPr>
            </a:p>
          </p:txBody>
        </p:sp>
        <p:sp>
          <p:nvSpPr>
            <p:cNvPr id="3" name="文本框 2">
              <a:extLst>
                <a:ext uri="{FF2B5EF4-FFF2-40B4-BE49-F238E27FC236}">
                  <a16:creationId xmlns:a16="http://schemas.microsoft.com/office/drawing/2014/main" id="{4D6BD736-A4D3-4F26-AFED-36E11F50F70B}"/>
                </a:ext>
              </a:extLst>
            </p:cNvPr>
            <p:cNvSpPr txBox="1"/>
            <p:nvPr/>
          </p:nvSpPr>
          <p:spPr>
            <a:xfrm>
              <a:off x="1052423" y="898245"/>
              <a:ext cx="4309893" cy="400110"/>
            </a:xfrm>
            <a:prstGeom prst="rect">
              <a:avLst/>
            </a:prstGeom>
            <a:noFill/>
          </p:spPr>
          <p:txBody>
            <a:bodyPr wrap="square" rtlCol="0">
              <a:spAutoFit/>
            </a:bodyPr>
            <a:lstStyle/>
            <a:p>
              <a:r>
                <a:rPr lang="zh-CN" altLang="en-US" sz="2000" b="1" dirty="0">
                  <a:solidFill>
                    <a:schemeClr val="tx1"/>
                  </a:solidFill>
                  <a:latin typeface="Arial Narrow" panose="020B0606020202030204" pitchFamily="34" charset="0"/>
                </a:rPr>
                <a:t>共享式以太网与交换式以太网的对比</a:t>
              </a:r>
              <a:endParaRPr lang="en-US" altLang="zh-CN" sz="2000" b="1" dirty="0">
                <a:solidFill>
                  <a:schemeClr val="tx1"/>
                </a:solidFill>
                <a:latin typeface="Arial Narrow" panose="020B0606020202030204" pitchFamily="34" charset="0"/>
              </a:endParaRPr>
            </a:p>
          </p:txBody>
        </p:sp>
      </p:grpSp>
      <p:sp>
        <p:nvSpPr>
          <p:cNvPr id="72" name="文本框 71">
            <a:extLst>
              <a:ext uri="{FF2B5EF4-FFF2-40B4-BE49-F238E27FC236}">
                <a16:creationId xmlns:a16="http://schemas.microsoft.com/office/drawing/2014/main" id="{694982CA-BBE3-4971-A06F-36B59AA7466A}"/>
              </a:ext>
            </a:extLst>
          </p:cNvPr>
          <p:cNvSpPr txBox="1"/>
          <p:nvPr/>
        </p:nvSpPr>
        <p:spPr>
          <a:xfrm>
            <a:off x="5130878" y="736280"/>
            <a:ext cx="2922270" cy="400110"/>
          </a:xfrm>
          <a:prstGeom prst="rect">
            <a:avLst/>
          </a:prstGeom>
          <a:noFill/>
        </p:spPr>
        <p:txBody>
          <a:bodyPr wrap="square" rtlCol="0">
            <a:spAutoFit/>
          </a:bodyPr>
          <a:lstStyle/>
          <a:p>
            <a:r>
              <a:rPr lang="en-US" altLang="zh-CN" sz="2000" b="1" dirty="0">
                <a:solidFill>
                  <a:schemeClr val="tx1"/>
                </a:solidFill>
                <a:latin typeface="Arial Narrow" panose="020B0606020202030204" pitchFamily="34" charset="0"/>
              </a:rPr>
              <a:t>(</a:t>
            </a:r>
            <a:r>
              <a:rPr lang="zh-CN" altLang="en-US" sz="2000" b="1" dirty="0">
                <a:solidFill>
                  <a:schemeClr val="tx1"/>
                </a:solidFill>
                <a:latin typeface="Arial Narrow" panose="020B0606020202030204" pitchFamily="34" charset="0"/>
              </a:rPr>
              <a:t>集线器与交换机的对比</a:t>
            </a:r>
            <a:r>
              <a:rPr lang="en-US" altLang="zh-CN" sz="2000" b="1" dirty="0">
                <a:solidFill>
                  <a:schemeClr val="tx1"/>
                </a:solidFill>
                <a:latin typeface="Arial Narrow" panose="020B0606020202030204" pitchFamily="34" charset="0"/>
              </a:rPr>
              <a:t>)</a:t>
            </a:r>
          </a:p>
        </p:txBody>
      </p:sp>
      <p:sp>
        <p:nvSpPr>
          <p:cNvPr id="46" name="íşlïḍè">
            <a:extLst>
              <a:ext uri="{FF2B5EF4-FFF2-40B4-BE49-F238E27FC236}">
                <a16:creationId xmlns:a16="http://schemas.microsoft.com/office/drawing/2014/main" id="{ABF2F700-81EB-419D-AC9B-E913767892D9}"/>
              </a:ext>
            </a:extLst>
          </p:cNvPr>
          <p:cNvSpPr txBox="1"/>
          <p:nvPr/>
        </p:nvSpPr>
        <p:spPr>
          <a:xfrm>
            <a:off x="1018971" y="5036575"/>
            <a:ext cx="732475" cy="400111"/>
          </a:xfrm>
          <a:prstGeom prst="rect">
            <a:avLst/>
          </a:prstGeom>
          <a:noFill/>
        </p:spPr>
        <p:txBody>
          <a:bodyPr wrap="square" lIns="91440" tIns="45720" rIns="91440" bIns="45720" anchor="ctr">
            <a:noAutofit/>
          </a:bodyPr>
          <a:lstStyle/>
          <a:p>
            <a:r>
              <a:rPr lang="zh-CN" altLang="en-US" b="1" dirty="0">
                <a:latin typeface="Arial Narrow" panose="020B0606020202030204" pitchFamily="34" charset="0"/>
              </a:rPr>
              <a:t>解析</a:t>
            </a:r>
          </a:p>
        </p:txBody>
      </p:sp>
      <p:sp>
        <p:nvSpPr>
          <p:cNvPr id="47" name="íşlïḍè">
            <a:extLst>
              <a:ext uri="{FF2B5EF4-FFF2-40B4-BE49-F238E27FC236}">
                <a16:creationId xmlns:a16="http://schemas.microsoft.com/office/drawing/2014/main" id="{EF7F0F29-CECF-41FA-AF38-C6403C739425}"/>
              </a:ext>
            </a:extLst>
          </p:cNvPr>
          <p:cNvSpPr txBox="1"/>
          <p:nvPr/>
        </p:nvSpPr>
        <p:spPr>
          <a:xfrm>
            <a:off x="8086207" y="1125784"/>
            <a:ext cx="349832" cy="400111"/>
          </a:xfrm>
          <a:prstGeom prst="rect">
            <a:avLst/>
          </a:prstGeom>
          <a:noFill/>
        </p:spPr>
        <p:txBody>
          <a:bodyPr wrap="square" lIns="91440" tIns="45720" rIns="91440" bIns="45720" anchor="ctr">
            <a:noAutofit/>
          </a:bodyPr>
          <a:lstStyle/>
          <a:p>
            <a:pPr algn="ctr"/>
            <a:r>
              <a:rPr lang="en-US" altLang="zh-CN" sz="2800" b="1" dirty="0">
                <a:solidFill>
                  <a:schemeClr val="accent1">
                    <a:lumMod val="75000"/>
                  </a:schemeClr>
                </a:solidFill>
                <a:latin typeface="Arial Black" panose="020B0A04020102020204" pitchFamily="34" charset="0"/>
              </a:rPr>
              <a:t>C</a:t>
            </a:r>
            <a:endParaRPr lang="zh-CN" altLang="en-US" sz="2800" b="1" dirty="0">
              <a:solidFill>
                <a:schemeClr val="accent1">
                  <a:lumMod val="75000"/>
                </a:schemeClr>
              </a:solidFill>
              <a:latin typeface="Arial Black" panose="020B0A04020102020204" pitchFamily="34" charset="0"/>
            </a:endParaRPr>
          </a:p>
        </p:txBody>
      </p:sp>
      <p:grpSp>
        <p:nvGrpSpPr>
          <p:cNvPr id="6" name="组合 5">
            <a:extLst>
              <a:ext uri="{FF2B5EF4-FFF2-40B4-BE49-F238E27FC236}">
                <a16:creationId xmlns:a16="http://schemas.microsoft.com/office/drawing/2014/main" id="{5CB5AC85-BCBE-467F-BB5D-D68C488A32B3}"/>
              </a:ext>
            </a:extLst>
          </p:cNvPr>
          <p:cNvGrpSpPr/>
          <p:nvPr/>
        </p:nvGrpSpPr>
        <p:grpSpPr>
          <a:xfrm>
            <a:off x="933106" y="955432"/>
            <a:ext cx="10954094" cy="917725"/>
            <a:chOff x="933106" y="1049032"/>
            <a:chExt cx="10954094" cy="917725"/>
          </a:xfrm>
        </p:grpSpPr>
        <p:sp>
          <p:nvSpPr>
            <p:cNvPr id="41" name="íşlïḍè">
              <a:extLst>
                <a:ext uri="{FF2B5EF4-FFF2-40B4-BE49-F238E27FC236}">
                  <a16:creationId xmlns:a16="http://schemas.microsoft.com/office/drawing/2014/main" id="{CA40DF32-EE18-40A9-BC21-8D534DAC4DD0}"/>
                </a:ext>
              </a:extLst>
            </p:cNvPr>
            <p:cNvSpPr txBox="1"/>
            <p:nvPr/>
          </p:nvSpPr>
          <p:spPr>
            <a:xfrm>
              <a:off x="933106" y="1049032"/>
              <a:ext cx="10954094" cy="740816"/>
            </a:xfrm>
            <a:prstGeom prst="rect">
              <a:avLst/>
            </a:prstGeom>
            <a:noFill/>
          </p:spPr>
          <p:txBody>
            <a:bodyPr wrap="square" lIns="91440" tIns="45720" rIns="91440" bIns="45720" anchor="ctr">
              <a:noAutofit/>
            </a:bodyPr>
            <a:lstStyle/>
            <a:p>
              <a:r>
                <a:rPr lang="en-US" altLang="zh-CN" b="1" dirty="0">
                  <a:latin typeface="Arial Narrow" panose="020B0606020202030204" pitchFamily="34" charset="0"/>
                </a:rPr>
                <a:t>【2020</a:t>
              </a:r>
              <a:r>
                <a:rPr lang="zh-CN" altLang="en-US" b="1" dirty="0">
                  <a:latin typeface="Arial Narrow" panose="020B0606020202030204" pitchFamily="34" charset="0"/>
                </a:rPr>
                <a:t>年 题</a:t>
              </a:r>
              <a:r>
                <a:rPr lang="en-US" altLang="zh-CN" b="1" dirty="0">
                  <a:latin typeface="Arial Narrow" panose="020B0606020202030204" pitchFamily="34" charset="0"/>
                </a:rPr>
                <a:t>35】</a:t>
              </a:r>
              <a:r>
                <a:rPr lang="zh-CN" altLang="en-US" b="1" dirty="0">
                  <a:latin typeface="Arial Narrow" panose="020B0606020202030204" pitchFamily="34" charset="0"/>
                </a:rPr>
                <a:t>在下图所示的网络中，冲突域和广播域的个数分别是（      ）。</a:t>
              </a:r>
            </a:p>
          </p:txBody>
        </p:sp>
        <p:sp>
          <p:nvSpPr>
            <p:cNvPr id="43" name="íşlïḍè">
              <a:extLst>
                <a:ext uri="{FF2B5EF4-FFF2-40B4-BE49-F238E27FC236}">
                  <a16:creationId xmlns:a16="http://schemas.microsoft.com/office/drawing/2014/main" id="{093ECB5F-0217-4B85-9FB3-3CAF1006444D}"/>
                </a:ext>
              </a:extLst>
            </p:cNvPr>
            <p:cNvSpPr txBox="1"/>
            <p:nvPr/>
          </p:nvSpPr>
          <p:spPr>
            <a:xfrm>
              <a:off x="2575373" y="1566646"/>
              <a:ext cx="1022592" cy="400111"/>
            </a:xfrm>
            <a:prstGeom prst="rect">
              <a:avLst/>
            </a:prstGeom>
            <a:noFill/>
          </p:spPr>
          <p:txBody>
            <a:bodyPr wrap="square" lIns="91440" tIns="45720" rIns="91440" bIns="45720" anchor="ctr">
              <a:noAutofit/>
            </a:bodyPr>
            <a:lstStyle/>
            <a:p>
              <a:r>
                <a:rPr lang="en-US" altLang="zh-CN" b="1" dirty="0">
                  <a:latin typeface="Arial Narrow" panose="020B0606020202030204" pitchFamily="34" charset="0"/>
                </a:rPr>
                <a:t>A. 2</a:t>
              </a:r>
              <a:r>
                <a:rPr lang="zh-CN" altLang="en-US" b="1" dirty="0">
                  <a:latin typeface="Arial Narrow" panose="020B0606020202030204" pitchFamily="34" charset="0"/>
                </a:rPr>
                <a:t>，</a:t>
              </a:r>
              <a:r>
                <a:rPr lang="en-US" altLang="zh-CN" b="1" dirty="0">
                  <a:latin typeface="Arial Narrow" panose="020B0606020202030204" pitchFamily="34" charset="0"/>
                </a:rPr>
                <a:t>2</a:t>
              </a:r>
              <a:endParaRPr lang="zh-CN" altLang="en-US" b="1" dirty="0">
                <a:latin typeface="Arial Narrow" panose="020B0606020202030204" pitchFamily="34" charset="0"/>
              </a:endParaRPr>
            </a:p>
          </p:txBody>
        </p:sp>
        <p:sp>
          <p:nvSpPr>
            <p:cNvPr id="19" name="íşlïḍè">
              <a:extLst>
                <a:ext uri="{FF2B5EF4-FFF2-40B4-BE49-F238E27FC236}">
                  <a16:creationId xmlns:a16="http://schemas.microsoft.com/office/drawing/2014/main" id="{E49F639F-DD9B-45B7-B91D-8261A9580DD8}"/>
                </a:ext>
              </a:extLst>
            </p:cNvPr>
            <p:cNvSpPr txBox="1"/>
            <p:nvPr/>
          </p:nvSpPr>
          <p:spPr>
            <a:xfrm>
              <a:off x="4207238" y="1566646"/>
              <a:ext cx="1022592" cy="400111"/>
            </a:xfrm>
            <a:prstGeom prst="rect">
              <a:avLst/>
            </a:prstGeom>
            <a:noFill/>
          </p:spPr>
          <p:txBody>
            <a:bodyPr wrap="square" lIns="91440" tIns="45720" rIns="91440" bIns="45720" anchor="ctr">
              <a:noAutofit/>
            </a:bodyPr>
            <a:lstStyle/>
            <a:p>
              <a:r>
                <a:rPr lang="en-US" altLang="zh-CN" b="1" dirty="0">
                  <a:latin typeface="Arial Narrow" panose="020B0606020202030204" pitchFamily="34" charset="0"/>
                </a:rPr>
                <a:t>B. 2</a:t>
              </a:r>
              <a:r>
                <a:rPr lang="zh-CN" altLang="en-US" b="1" dirty="0">
                  <a:latin typeface="Arial Narrow" panose="020B0606020202030204" pitchFamily="34" charset="0"/>
                </a:rPr>
                <a:t>，</a:t>
              </a:r>
              <a:r>
                <a:rPr lang="en-US" altLang="zh-CN" b="1" dirty="0">
                  <a:latin typeface="Arial Narrow" panose="020B0606020202030204" pitchFamily="34" charset="0"/>
                </a:rPr>
                <a:t>4</a:t>
              </a:r>
              <a:endParaRPr lang="zh-CN" altLang="en-US" b="1" dirty="0">
                <a:latin typeface="Arial Narrow" panose="020B0606020202030204" pitchFamily="34" charset="0"/>
              </a:endParaRPr>
            </a:p>
          </p:txBody>
        </p:sp>
        <p:sp>
          <p:nvSpPr>
            <p:cNvPr id="20" name="íşlïḍè">
              <a:extLst>
                <a:ext uri="{FF2B5EF4-FFF2-40B4-BE49-F238E27FC236}">
                  <a16:creationId xmlns:a16="http://schemas.microsoft.com/office/drawing/2014/main" id="{F50DC21F-2F88-48F1-A842-A56E7850FE3B}"/>
                </a:ext>
              </a:extLst>
            </p:cNvPr>
            <p:cNvSpPr txBox="1"/>
            <p:nvPr/>
          </p:nvSpPr>
          <p:spPr>
            <a:xfrm>
              <a:off x="5839103" y="1566646"/>
              <a:ext cx="914865" cy="400111"/>
            </a:xfrm>
            <a:prstGeom prst="rect">
              <a:avLst/>
            </a:prstGeom>
            <a:noFill/>
          </p:spPr>
          <p:txBody>
            <a:bodyPr wrap="square" lIns="91440" tIns="45720" rIns="91440" bIns="45720" anchor="ctr">
              <a:noAutofit/>
            </a:bodyPr>
            <a:lstStyle/>
            <a:p>
              <a:r>
                <a:rPr lang="en-US" altLang="zh-CN" b="1" dirty="0">
                  <a:latin typeface="Arial Narrow" panose="020B0606020202030204" pitchFamily="34" charset="0"/>
                </a:rPr>
                <a:t>C. 4</a:t>
              </a:r>
              <a:r>
                <a:rPr lang="zh-CN" altLang="en-US" b="1" dirty="0">
                  <a:latin typeface="Arial Narrow" panose="020B0606020202030204" pitchFamily="34" charset="0"/>
                </a:rPr>
                <a:t>，</a:t>
              </a:r>
              <a:r>
                <a:rPr lang="en-US" altLang="zh-CN" b="1" dirty="0">
                  <a:latin typeface="Arial Narrow" panose="020B0606020202030204" pitchFamily="34" charset="0"/>
                </a:rPr>
                <a:t>2</a:t>
              </a:r>
              <a:endParaRPr lang="zh-CN" altLang="en-US" b="1" dirty="0">
                <a:latin typeface="Arial Narrow" panose="020B0606020202030204" pitchFamily="34" charset="0"/>
              </a:endParaRPr>
            </a:p>
          </p:txBody>
        </p:sp>
        <p:sp>
          <p:nvSpPr>
            <p:cNvPr id="21" name="íşlïḍè">
              <a:extLst>
                <a:ext uri="{FF2B5EF4-FFF2-40B4-BE49-F238E27FC236}">
                  <a16:creationId xmlns:a16="http://schemas.microsoft.com/office/drawing/2014/main" id="{05CE2695-6AC7-4076-BFA6-CC7D3D487921}"/>
                </a:ext>
              </a:extLst>
            </p:cNvPr>
            <p:cNvSpPr txBox="1"/>
            <p:nvPr/>
          </p:nvSpPr>
          <p:spPr>
            <a:xfrm>
              <a:off x="7363240" y="1566646"/>
              <a:ext cx="914865" cy="400111"/>
            </a:xfrm>
            <a:prstGeom prst="rect">
              <a:avLst/>
            </a:prstGeom>
            <a:noFill/>
          </p:spPr>
          <p:txBody>
            <a:bodyPr wrap="square" lIns="91440" tIns="45720" rIns="91440" bIns="45720" anchor="ctr">
              <a:noAutofit/>
            </a:bodyPr>
            <a:lstStyle/>
            <a:p>
              <a:r>
                <a:rPr lang="en-US" altLang="zh-CN" b="1" dirty="0">
                  <a:latin typeface="Arial Narrow" panose="020B0606020202030204" pitchFamily="34" charset="0"/>
                </a:rPr>
                <a:t>D. 4</a:t>
              </a:r>
              <a:r>
                <a:rPr lang="zh-CN" altLang="en-US" b="1" dirty="0">
                  <a:latin typeface="Arial Narrow" panose="020B0606020202030204" pitchFamily="34" charset="0"/>
                </a:rPr>
                <a:t>，</a:t>
              </a:r>
              <a:r>
                <a:rPr lang="en-US" altLang="zh-CN" b="1" dirty="0">
                  <a:latin typeface="Arial Narrow" panose="020B0606020202030204" pitchFamily="34" charset="0"/>
                </a:rPr>
                <a:t>4</a:t>
              </a:r>
              <a:endParaRPr lang="zh-CN" altLang="en-US" b="1" dirty="0">
                <a:latin typeface="Arial Narrow" panose="020B0606020202030204" pitchFamily="34" charset="0"/>
              </a:endParaRPr>
            </a:p>
          </p:txBody>
        </p:sp>
      </p:grpSp>
      <p:grpSp>
        <p:nvGrpSpPr>
          <p:cNvPr id="93" name="组合 92">
            <a:extLst>
              <a:ext uri="{FF2B5EF4-FFF2-40B4-BE49-F238E27FC236}">
                <a16:creationId xmlns:a16="http://schemas.microsoft.com/office/drawing/2014/main" id="{B6950193-F7A6-4467-B1AF-A80DF1A4CF87}"/>
              </a:ext>
            </a:extLst>
          </p:cNvPr>
          <p:cNvGrpSpPr/>
          <p:nvPr/>
        </p:nvGrpSpPr>
        <p:grpSpPr>
          <a:xfrm>
            <a:off x="2958936" y="5036573"/>
            <a:ext cx="4536269" cy="1400394"/>
            <a:chOff x="2958936" y="5036573"/>
            <a:chExt cx="4536269" cy="1400394"/>
          </a:xfrm>
        </p:grpSpPr>
        <p:sp>
          <p:nvSpPr>
            <p:cNvPr id="88" name="íşlïḍè">
              <a:extLst>
                <a:ext uri="{FF2B5EF4-FFF2-40B4-BE49-F238E27FC236}">
                  <a16:creationId xmlns:a16="http://schemas.microsoft.com/office/drawing/2014/main" id="{42A242C9-FFF4-4897-BDDB-33A593F82EBC}"/>
                </a:ext>
              </a:extLst>
            </p:cNvPr>
            <p:cNvSpPr txBox="1"/>
            <p:nvPr/>
          </p:nvSpPr>
          <p:spPr>
            <a:xfrm>
              <a:off x="2958936" y="5354500"/>
              <a:ext cx="1011511" cy="400111"/>
            </a:xfrm>
            <a:prstGeom prst="rect">
              <a:avLst/>
            </a:prstGeom>
            <a:noFill/>
          </p:spPr>
          <p:txBody>
            <a:bodyPr wrap="square" lIns="91440" tIns="45720" rIns="91440" bIns="45720" anchor="ctr">
              <a:noAutofit/>
            </a:bodyPr>
            <a:lstStyle/>
            <a:p>
              <a:r>
                <a:rPr lang="zh-CN" altLang="en-US" b="1" dirty="0">
                  <a:latin typeface="Arial Narrow" panose="020B0606020202030204" pitchFamily="34" charset="0"/>
                </a:rPr>
                <a:t>集线器</a:t>
              </a:r>
            </a:p>
          </p:txBody>
        </p:sp>
        <p:sp>
          <p:nvSpPr>
            <p:cNvPr id="89" name="íşlïḍè">
              <a:extLst>
                <a:ext uri="{FF2B5EF4-FFF2-40B4-BE49-F238E27FC236}">
                  <a16:creationId xmlns:a16="http://schemas.microsoft.com/office/drawing/2014/main" id="{97650254-26AB-496A-A96B-FB0969A661BB}"/>
                </a:ext>
              </a:extLst>
            </p:cNvPr>
            <p:cNvSpPr txBox="1"/>
            <p:nvPr/>
          </p:nvSpPr>
          <p:spPr>
            <a:xfrm>
              <a:off x="2958936" y="5695678"/>
              <a:ext cx="1011511" cy="400111"/>
            </a:xfrm>
            <a:prstGeom prst="rect">
              <a:avLst/>
            </a:prstGeom>
            <a:noFill/>
          </p:spPr>
          <p:txBody>
            <a:bodyPr wrap="square" lIns="91440" tIns="45720" rIns="91440" bIns="45720" anchor="ctr">
              <a:noAutofit/>
            </a:bodyPr>
            <a:lstStyle/>
            <a:p>
              <a:r>
                <a:rPr lang="zh-CN" altLang="en-US" b="1" dirty="0">
                  <a:latin typeface="Arial Narrow" panose="020B0606020202030204" pitchFamily="34" charset="0"/>
                </a:rPr>
                <a:t>交换机</a:t>
              </a:r>
            </a:p>
          </p:txBody>
        </p:sp>
        <p:sp>
          <p:nvSpPr>
            <p:cNvPr id="90" name="íşlïḍè">
              <a:extLst>
                <a:ext uri="{FF2B5EF4-FFF2-40B4-BE49-F238E27FC236}">
                  <a16:creationId xmlns:a16="http://schemas.microsoft.com/office/drawing/2014/main" id="{DCCB8D60-C404-49D1-9B2A-2EDFB4462434}"/>
                </a:ext>
              </a:extLst>
            </p:cNvPr>
            <p:cNvSpPr txBox="1"/>
            <p:nvPr/>
          </p:nvSpPr>
          <p:spPr>
            <a:xfrm>
              <a:off x="2958936" y="6036856"/>
              <a:ext cx="1011511" cy="400111"/>
            </a:xfrm>
            <a:prstGeom prst="rect">
              <a:avLst/>
            </a:prstGeom>
            <a:noFill/>
          </p:spPr>
          <p:txBody>
            <a:bodyPr wrap="square" lIns="91440" tIns="45720" rIns="91440" bIns="45720" anchor="ctr">
              <a:noAutofit/>
            </a:bodyPr>
            <a:lstStyle/>
            <a:p>
              <a:r>
                <a:rPr lang="zh-CN" altLang="en-US" b="1" dirty="0">
                  <a:latin typeface="Arial Narrow" panose="020B0606020202030204" pitchFamily="34" charset="0"/>
                </a:rPr>
                <a:t>路由器</a:t>
              </a:r>
            </a:p>
          </p:txBody>
        </p:sp>
        <p:sp>
          <p:nvSpPr>
            <p:cNvPr id="91" name="íşlïḍè">
              <a:extLst>
                <a:ext uri="{FF2B5EF4-FFF2-40B4-BE49-F238E27FC236}">
                  <a16:creationId xmlns:a16="http://schemas.microsoft.com/office/drawing/2014/main" id="{440457E0-8960-4838-BC70-AF17DF53B565}"/>
                </a:ext>
              </a:extLst>
            </p:cNvPr>
            <p:cNvSpPr txBox="1"/>
            <p:nvPr/>
          </p:nvSpPr>
          <p:spPr>
            <a:xfrm>
              <a:off x="4453712" y="5036574"/>
              <a:ext cx="1385391" cy="400111"/>
            </a:xfrm>
            <a:prstGeom prst="rect">
              <a:avLst/>
            </a:prstGeom>
            <a:noFill/>
          </p:spPr>
          <p:txBody>
            <a:bodyPr wrap="square" lIns="91440" tIns="45720" rIns="91440" bIns="45720" anchor="ctr">
              <a:noAutofit/>
            </a:bodyPr>
            <a:lstStyle/>
            <a:p>
              <a:r>
                <a:rPr lang="zh-CN" altLang="en-US" b="1" dirty="0">
                  <a:latin typeface="Arial Narrow" panose="020B0606020202030204" pitchFamily="34" charset="0"/>
                </a:rPr>
                <a:t>隔离冲突域</a:t>
              </a:r>
            </a:p>
          </p:txBody>
        </p:sp>
        <p:sp>
          <p:nvSpPr>
            <p:cNvPr id="92" name="íşlïḍè">
              <a:extLst>
                <a:ext uri="{FF2B5EF4-FFF2-40B4-BE49-F238E27FC236}">
                  <a16:creationId xmlns:a16="http://schemas.microsoft.com/office/drawing/2014/main" id="{8A4CD96A-D4BE-4DF5-8E4D-DA0F379B3B6D}"/>
                </a:ext>
              </a:extLst>
            </p:cNvPr>
            <p:cNvSpPr txBox="1"/>
            <p:nvPr/>
          </p:nvSpPr>
          <p:spPr>
            <a:xfrm>
              <a:off x="6109814" y="5036573"/>
              <a:ext cx="1385391" cy="400111"/>
            </a:xfrm>
            <a:prstGeom prst="rect">
              <a:avLst/>
            </a:prstGeom>
            <a:noFill/>
          </p:spPr>
          <p:txBody>
            <a:bodyPr wrap="square" lIns="91440" tIns="45720" rIns="91440" bIns="45720" anchor="ctr">
              <a:noAutofit/>
            </a:bodyPr>
            <a:lstStyle/>
            <a:p>
              <a:r>
                <a:rPr lang="zh-CN" altLang="en-US" b="1" dirty="0">
                  <a:latin typeface="Arial Narrow" panose="020B0606020202030204" pitchFamily="34" charset="0"/>
                </a:rPr>
                <a:t>隔离广播域</a:t>
              </a:r>
            </a:p>
          </p:txBody>
        </p:sp>
      </p:grpSp>
      <p:sp>
        <p:nvSpPr>
          <p:cNvPr id="96" name="iconfont-11800-6036736">
            <a:extLst>
              <a:ext uri="{FF2B5EF4-FFF2-40B4-BE49-F238E27FC236}">
                <a16:creationId xmlns:a16="http://schemas.microsoft.com/office/drawing/2014/main" id="{079E7EAF-D4CD-4A95-AF92-9A6E18000916}"/>
              </a:ext>
            </a:extLst>
          </p:cNvPr>
          <p:cNvSpPr/>
          <p:nvPr/>
        </p:nvSpPr>
        <p:spPr>
          <a:xfrm>
            <a:off x="4960261" y="5430417"/>
            <a:ext cx="265656" cy="265261"/>
          </a:xfrm>
          <a:custGeom>
            <a:avLst/>
            <a:gdLst>
              <a:gd name="T0" fmla="*/ 127 w 3392"/>
              <a:gd name="T1" fmla="*/ 2898 h 3392"/>
              <a:gd name="T2" fmla="*/ 473 w 3392"/>
              <a:gd name="T3" fmla="*/ 3248 h 3392"/>
              <a:gd name="T4" fmla="*/ 936 w 3392"/>
              <a:gd name="T5" fmla="*/ 3251 h 3392"/>
              <a:gd name="T6" fmla="*/ 1691 w 3392"/>
              <a:gd name="T7" fmla="*/ 2508 h 3392"/>
              <a:gd name="T8" fmla="*/ 2434 w 3392"/>
              <a:gd name="T9" fmla="*/ 3262 h 3392"/>
              <a:gd name="T10" fmla="*/ 2898 w 3392"/>
              <a:gd name="T11" fmla="*/ 3265 h 3392"/>
              <a:gd name="T12" fmla="*/ 3248 w 3392"/>
              <a:gd name="T13" fmla="*/ 2920 h 3392"/>
              <a:gd name="T14" fmla="*/ 3251 w 3392"/>
              <a:gd name="T15" fmla="*/ 2456 h 3392"/>
              <a:gd name="T16" fmla="*/ 2508 w 3392"/>
              <a:gd name="T17" fmla="*/ 1702 h 3392"/>
              <a:gd name="T18" fmla="*/ 3262 w 3392"/>
              <a:gd name="T19" fmla="*/ 959 h 3392"/>
              <a:gd name="T20" fmla="*/ 3265 w 3392"/>
              <a:gd name="T21" fmla="*/ 495 h 3392"/>
              <a:gd name="T22" fmla="*/ 2920 w 3392"/>
              <a:gd name="T23" fmla="*/ 145 h 3392"/>
              <a:gd name="T24" fmla="*/ 2456 w 3392"/>
              <a:gd name="T25" fmla="*/ 141 h 3392"/>
              <a:gd name="T26" fmla="*/ 1702 w 3392"/>
              <a:gd name="T27" fmla="*/ 885 h 3392"/>
              <a:gd name="T28" fmla="*/ 959 w 3392"/>
              <a:gd name="T29" fmla="*/ 131 h 3392"/>
              <a:gd name="T30" fmla="*/ 495 w 3392"/>
              <a:gd name="T31" fmla="*/ 127 h 3392"/>
              <a:gd name="T32" fmla="*/ 145 w 3392"/>
              <a:gd name="T33" fmla="*/ 473 h 3392"/>
              <a:gd name="T34" fmla="*/ 141 w 3392"/>
              <a:gd name="T35" fmla="*/ 936 h 3392"/>
              <a:gd name="T36" fmla="*/ 885 w 3392"/>
              <a:gd name="T37" fmla="*/ 1690 h 3392"/>
              <a:gd name="T38" fmla="*/ 131 w 3392"/>
              <a:gd name="T39" fmla="*/ 2434 h 3392"/>
              <a:gd name="T40" fmla="*/ 127 w 3392"/>
              <a:gd name="T41" fmla="*/ 2898 h 339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3392" h="3392">
                <a:moveTo>
                  <a:pt x="127" y="2898"/>
                </a:moveTo>
                <a:lnTo>
                  <a:pt x="473" y="3248"/>
                </a:lnTo>
                <a:cubicBezTo>
                  <a:pt x="600" y="3377"/>
                  <a:pt x="808" y="3378"/>
                  <a:pt x="936" y="3251"/>
                </a:cubicBezTo>
                <a:lnTo>
                  <a:pt x="1691" y="2508"/>
                </a:lnTo>
                <a:lnTo>
                  <a:pt x="2434" y="3262"/>
                </a:lnTo>
                <a:cubicBezTo>
                  <a:pt x="2561" y="3391"/>
                  <a:pt x="2769" y="3392"/>
                  <a:pt x="2898" y="3265"/>
                </a:cubicBezTo>
                <a:lnTo>
                  <a:pt x="3248" y="2920"/>
                </a:lnTo>
                <a:cubicBezTo>
                  <a:pt x="3377" y="2793"/>
                  <a:pt x="3378" y="2585"/>
                  <a:pt x="3251" y="2456"/>
                </a:cubicBezTo>
                <a:lnTo>
                  <a:pt x="2508" y="1702"/>
                </a:lnTo>
                <a:lnTo>
                  <a:pt x="3262" y="959"/>
                </a:lnTo>
                <a:cubicBezTo>
                  <a:pt x="3391" y="832"/>
                  <a:pt x="3392" y="624"/>
                  <a:pt x="3265" y="495"/>
                </a:cubicBezTo>
                <a:lnTo>
                  <a:pt x="2920" y="145"/>
                </a:lnTo>
                <a:cubicBezTo>
                  <a:pt x="2793" y="16"/>
                  <a:pt x="2585" y="14"/>
                  <a:pt x="2456" y="141"/>
                </a:cubicBezTo>
                <a:lnTo>
                  <a:pt x="1702" y="885"/>
                </a:lnTo>
                <a:lnTo>
                  <a:pt x="959" y="131"/>
                </a:lnTo>
                <a:cubicBezTo>
                  <a:pt x="832" y="2"/>
                  <a:pt x="624" y="0"/>
                  <a:pt x="495" y="127"/>
                </a:cubicBezTo>
                <a:lnTo>
                  <a:pt x="145" y="473"/>
                </a:lnTo>
                <a:cubicBezTo>
                  <a:pt x="16" y="600"/>
                  <a:pt x="14" y="807"/>
                  <a:pt x="141" y="936"/>
                </a:cubicBezTo>
                <a:lnTo>
                  <a:pt x="885" y="1690"/>
                </a:lnTo>
                <a:lnTo>
                  <a:pt x="131" y="2434"/>
                </a:lnTo>
                <a:cubicBezTo>
                  <a:pt x="2" y="2561"/>
                  <a:pt x="0" y="2769"/>
                  <a:pt x="127" y="2898"/>
                </a:cubicBezTo>
                <a:close/>
              </a:path>
            </a:pathLst>
          </a:cu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zh-CN"/>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a:p>
        </p:txBody>
      </p:sp>
      <p:sp>
        <p:nvSpPr>
          <p:cNvPr id="97" name="iconfont-10889-5203325">
            <a:extLst>
              <a:ext uri="{FF2B5EF4-FFF2-40B4-BE49-F238E27FC236}">
                <a16:creationId xmlns:a16="http://schemas.microsoft.com/office/drawing/2014/main" id="{9A64D3C4-EA24-4EFC-BD45-8A285DA996E2}"/>
              </a:ext>
            </a:extLst>
          </p:cNvPr>
          <p:cNvSpPr/>
          <p:nvPr/>
        </p:nvSpPr>
        <p:spPr>
          <a:xfrm>
            <a:off x="4950404" y="6124410"/>
            <a:ext cx="321400" cy="225001"/>
          </a:xfrm>
          <a:custGeom>
            <a:avLst/>
            <a:gdLst>
              <a:gd name="T0" fmla="*/ 12581 w 13243"/>
              <a:gd name="T1" fmla="*/ 0 h 9270"/>
              <a:gd name="T2" fmla="*/ 13054 w 13243"/>
              <a:gd name="T3" fmla="*/ 188 h 9270"/>
              <a:gd name="T4" fmla="*/ 13243 w 13243"/>
              <a:gd name="T5" fmla="*/ 662 h 9270"/>
              <a:gd name="T6" fmla="*/ 13052 w 13243"/>
              <a:gd name="T7" fmla="*/ 1131 h 9270"/>
              <a:gd name="T8" fmla="*/ 5105 w 13243"/>
              <a:gd name="T9" fmla="*/ 9077 h 9270"/>
              <a:gd name="T10" fmla="*/ 4635 w 13243"/>
              <a:gd name="T11" fmla="*/ 9270 h 9270"/>
              <a:gd name="T12" fmla="*/ 4164 w 13243"/>
              <a:gd name="T13" fmla="*/ 9077 h 9270"/>
              <a:gd name="T14" fmla="*/ 191 w 13243"/>
              <a:gd name="T15" fmla="*/ 5106 h 9270"/>
              <a:gd name="T16" fmla="*/ 0 w 13243"/>
              <a:gd name="T17" fmla="*/ 4635 h 9270"/>
              <a:gd name="T18" fmla="*/ 189 w 13243"/>
              <a:gd name="T19" fmla="*/ 4160 h 9270"/>
              <a:gd name="T20" fmla="*/ 662 w 13243"/>
              <a:gd name="T21" fmla="*/ 3973 h 9270"/>
              <a:gd name="T22" fmla="*/ 1133 w 13243"/>
              <a:gd name="T23" fmla="*/ 4164 h 9270"/>
              <a:gd name="T24" fmla="*/ 4635 w 13243"/>
              <a:gd name="T25" fmla="*/ 7672 h 9270"/>
              <a:gd name="T26" fmla="*/ 12110 w 13243"/>
              <a:gd name="T27" fmla="*/ 191 h 9270"/>
              <a:gd name="T28" fmla="*/ 12581 w 13243"/>
              <a:gd name="T29" fmla="*/ 0 h 92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3243" h="9270">
                <a:moveTo>
                  <a:pt x="12581" y="0"/>
                </a:moveTo>
                <a:cubicBezTo>
                  <a:pt x="12770" y="0"/>
                  <a:pt x="12928" y="63"/>
                  <a:pt x="13054" y="188"/>
                </a:cubicBezTo>
                <a:cubicBezTo>
                  <a:pt x="13180" y="315"/>
                  <a:pt x="13243" y="473"/>
                  <a:pt x="13243" y="662"/>
                </a:cubicBezTo>
                <a:cubicBezTo>
                  <a:pt x="13243" y="848"/>
                  <a:pt x="13179" y="1004"/>
                  <a:pt x="13052" y="1131"/>
                </a:cubicBezTo>
                <a:lnTo>
                  <a:pt x="5105" y="9077"/>
                </a:lnTo>
                <a:cubicBezTo>
                  <a:pt x="4978" y="9205"/>
                  <a:pt x="4821" y="9270"/>
                  <a:pt x="4635" y="9270"/>
                </a:cubicBezTo>
                <a:cubicBezTo>
                  <a:pt x="4449" y="9270"/>
                  <a:pt x="4292" y="9205"/>
                  <a:pt x="4164" y="9077"/>
                </a:cubicBezTo>
                <a:lnTo>
                  <a:pt x="191" y="5106"/>
                </a:lnTo>
                <a:cubicBezTo>
                  <a:pt x="64" y="4977"/>
                  <a:pt x="0" y="4821"/>
                  <a:pt x="0" y="4635"/>
                </a:cubicBezTo>
                <a:cubicBezTo>
                  <a:pt x="0" y="4446"/>
                  <a:pt x="63" y="4287"/>
                  <a:pt x="189" y="4160"/>
                </a:cubicBezTo>
                <a:cubicBezTo>
                  <a:pt x="315" y="4035"/>
                  <a:pt x="473" y="3973"/>
                  <a:pt x="662" y="3973"/>
                </a:cubicBezTo>
                <a:cubicBezTo>
                  <a:pt x="848" y="3973"/>
                  <a:pt x="1006" y="4035"/>
                  <a:pt x="1133" y="4164"/>
                </a:cubicBezTo>
                <a:lnTo>
                  <a:pt x="4635" y="7672"/>
                </a:lnTo>
                <a:lnTo>
                  <a:pt x="12110" y="191"/>
                </a:lnTo>
                <a:cubicBezTo>
                  <a:pt x="12237" y="63"/>
                  <a:pt x="12394" y="0"/>
                  <a:pt x="12581" y="0"/>
                </a:cubicBezTo>
                <a:close/>
              </a:path>
            </a:pathLst>
          </a:custGeom>
          <a:solidFill>
            <a:schemeClr val="accent4"/>
          </a:solidFill>
          <a:ln>
            <a:solidFill>
              <a:schemeClr val="accent4"/>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98" name="iconfont-10889-5203325">
            <a:extLst>
              <a:ext uri="{FF2B5EF4-FFF2-40B4-BE49-F238E27FC236}">
                <a16:creationId xmlns:a16="http://schemas.microsoft.com/office/drawing/2014/main" id="{D80B620B-67FF-4966-AFD2-321A8B1D42C7}"/>
              </a:ext>
            </a:extLst>
          </p:cNvPr>
          <p:cNvSpPr/>
          <p:nvPr/>
        </p:nvSpPr>
        <p:spPr>
          <a:xfrm>
            <a:off x="6641809" y="6119101"/>
            <a:ext cx="321400" cy="225001"/>
          </a:xfrm>
          <a:custGeom>
            <a:avLst/>
            <a:gdLst>
              <a:gd name="T0" fmla="*/ 12581 w 13243"/>
              <a:gd name="T1" fmla="*/ 0 h 9270"/>
              <a:gd name="T2" fmla="*/ 13054 w 13243"/>
              <a:gd name="T3" fmla="*/ 188 h 9270"/>
              <a:gd name="T4" fmla="*/ 13243 w 13243"/>
              <a:gd name="T5" fmla="*/ 662 h 9270"/>
              <a:gd name="T6" fmla="*/ 13052 w 13243"/>
              <a:gd name="T7" fmla="*/ 1131 h 9270"/>
              <a:gd name="T8" fmla="*/ 5105 w 13243"/>
              <a:gd name="T9" fmla="*/ 9077 h 9270"/>
              <a:gd name="T10" fmla="*/ 4635 w 13243"/>
              <a:gd name="T11" fmla="*/ 9270 h 9270"/>
              <a:gd name="T12" fmla="*/ 4164 w 13243"/>
              <a:gd name="T13" fmla="*/ 9077 h 9270"/>
              <a:gd name="T14" fmla="*/ 191 w 13243"/>
              <a:gd name="T15" fmla="*/ 5106 h 9270"/>
              <a:gd name="T16" fmla="*/ 0 w 13243"/>
              <a:gd name="T17" fmla="*/ 4635 h 9270"/>
              <a:gd name="T18" fmla="*/ 189 w 13243"/>
              <a:gd name="T19" fmla="*/ 4160 h 9270"/>
              <a:gd name="T20" fmla="*/ 662 w 13243"/>
              <a:gd name="T21" fmla="*/ 3973 h 9270"/>
              <a:gd name="T22" fmla="*/ 1133 w 13243"/>
              <a:gd name="T23" fmla="*/ 4164 h 9270"/>
              <a:gd name="T24" fmla="*/ 4635 w 13243"/>
              <a:gd name="T25" fmla="*/ 7672 h 9270"/>
              <a:gd name="T26" fmla="*/ 12110 w 13243"/>
              <a:gd name="T27" fmla="*/ 191 h 9270"/>
              <a:gd name="T28" fmla="*/ 12581 w 13243"/>
              <a:gd name="T29" fmla="*/ 0 h 92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3243" h="9270">
                <a:moveTo>
                  <a:pt x="12581" y="0"/>
                </a:moveTo>
                <a:cubicBezTo>
                  <a:pt x="12770" y="0"/>
                  <a:pt x="12928" y="63"/>
                  <a:pt x="13054" y="188"/>
                </a:cubicBezTo>
                <a:cubicBezTo>
                  <a:pt x="13180" y="315"/>
                  <a:pt x="13243" y="473"/>
                  <a:pt x="13243" y="662"/>
                </a:cubicBezTo>
                <a:cubicBezTo>
                  <a:pt x="13243" y="848"/>
                  <a:pt x="13179" y="1004"/>
                  <a:pt x="13052" y="1131"/>
                </a:cubicBezTo>
                <a:lnTo>
                  <a:pt x="5105" y="9077"/>
                </a:lnTo>
                <a:cubicBezTo>
                  <a:pt x="4978" y="9205"/>
                  <a:pt x="4821" y="9270"/>
                  <a:pt x="4635" y="9270"/>
                </a:cubicBezTo>
                <a:cubicBezTo>
                  <a:pt x="4449" y="9270"/>
                  <a:pt x="4292" y="9205"/>
                  <a:pt x="4164" y="9077"/>
                </a:cubicBezTo>
                <a:lnTo>
                  <a:pt x="191" y="5106"/>
                </a:lnTo>
                <a:cubicBezTo>
                  <a:pt x="64" y="4977"/>
                  <a:pt x="0" y="4821"/>
                  <a:pt x="0" y="4635"/>
                </a:cubicBezTo>
                <a:cubicBezTo>
                  <a:pt x="0" y="4446"/>
                  <a:pt x="63" y="4287"/>
                  <a:pt x="189" y="4160"/>
                </a:cubicBezTo>
                <a:cubicBezTo>
                  <a:pt x="315" y="4035"/>
                  <a:pt x="473" y="3973"/>
                  <a:pt x="662" y="3973"/>
                </a:cubicBezTo>
                <a:cubicBezTo>
                  <a:pt x="848" y="3973"/>
                  <a:pt x="1006" y="4035"/>
                  <a:pt x="1133" y="4164"/>
                </a:cubicBezTo>
                <a:lnTo>
                  <a:pt x="4635" y="7672"/>
                </a:lnTo>
                <a:lnTo>
                  <a:pt x="12110" y="191"/>
                </a:lnTo>
                <a:cubicBezTo>
                  <a:pt x="12237" y="63"/>
                  <a:pt x="12394" y="0"/>
                  <a:pt x="12581" y="0"/>
                </a:cubicBezTo>
                <a:close/>
              </a:path>
            </a:pathLst>
          </a:custGeom>
          <a:solidFill>
            <a:schemeClr val="accent4"/>
          </a:solidFill>
          <a:ln>
            <a:solidFill>
              <a:schemeClr val="accent4"/>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99" name="iconfont-11800-6036736">
            <a:extLst>
              <a:ext uri="{FF2B5EF4-FFF2-40B4-BE49-F238E27FC236}">
                <a16:creationId xmlns:a16="http://schemas.microsoft.com/office/drawing/2014/main" id="{A723D28C-2D76-437A-9713-8802717F1B75}"/>
              </a:ext>
            </a:extLst>
          </p:cNvPr>
          <p:cNvSpPr/>
          <p:nvPr/>
        </p:nvSpPr>
        <p:spPr>
          <a:xfrm>
            <a:off x="6649836" y="5430417"/>
            <a:ext cx="265656" cy="265261"/>
          </a:xfrm>
          <a:custGeom>
            <a:avLst/>
            <a:gdLst>
              <a:gd name="T0" fmla="*/ 127 w 3392"/>
              <a:gd name="T1" fmla="*/ 2898 h 3392"/>
              <a:gd name="T2" fmla="*/ 473 w 3392"/>
              <a:gd name="T3" fmla="*/ 3248 h 3392"/>
              <a:gd name="T4" fmla="*/ 936 w 3392"/>
              <a:gd name="T5" fmla="*/ 3251 h 3392"/>
              <a:gd name="T6" fmla="*/ 1691 w 3392"/>
              <a:gd name="T7" fmla="*/ 2508 h 3392"/>
              <a:gd name="T8" fmla="*/ 2434 w 3392"/>
              <a:gd name="T9" fmla="*/ 3262 h 3392"/>
              <a:gd name="T10" fmla="*/ 2898 w 3392"/>
              <a:gd name="T11" fmla="*/ 3265 h 3392"/>
              <a:gd name="T12" fmla="*/ 3248 w 3392"/>
              <a:gd name="T13" fmla="*/ 2920 h 3392"/>
              <a:gd name="T14" fmla="*/ 3251 w 3392"/>
              <a:gd name="T15" fmla="*/ 2456 h 3392"/>
              <a:gd name="T16" fmla="*/ 2508 w 3392"/>
              <a:gd name="T17" fmla="*/ 1702 h 3392"/>
              <a:gd name="T18" fmla="*/ 3262 w 3392"/>
              <a:gd name="T19" fmla="*/ 959 h 3392"/>
              <a:gd name="T20" fmla="*/ 3265 w 3392"/>
              <a:gd name="T21" fmla="*/ 495 h 3392"/>
              <a:gd name="T22" fmla="*/ 2920 w 3392"/>
              <a:gd name="T23" fmla="*/ 145 h 3392"/>
              <a:gd name="T24" fmla="*/ 2456 w 3392"/>
              <a:gd name="T25" fmla="*/ 141 h 3392"/>
              <a:gd name="T26" fmla="*/ 1702 w 3392"/>
              <a:gd name="T27" fmla="*/ 885 h 3392"/>
              <a:gd name="T28" fmla="*/ 959 w 3392"/>
              <a:gd name="T29" fmla="*/ 131 h 3392"/>
              <a:gd name="T30" fmla="*/ 495 w 3392"/>
              <a:gd name="T31" fmla="*/ 127 h 3392"/>
              <a:gd name="T32" fmla="*/ 145 w 3392"/>
              <a:gd name="T33" fmla="*/ 473 h 3392"/>
              <a:gd name="T34" fmla="*/ 141 w 3392"/>
              <a:gd name="T35" fmla="*/ 936 h 3392"/>
              <a:gd name="T36" fmla="*/ 885 w 3392"/>
              <a:gd name="T37" fmla="*/ 1690 h 3392"/>
              <a:gd name="T38" fmla="*/ 131 w 3392"/>
              <a:gd name="T39" fmla="*/ 2434 h 3392"/>
              <a:gd name="T40" fmla="*/ 127 w 3392"/>
              <a:gd name="T41" fmla="*/ 2898 h 339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3392" h="3392">
                <a:moveTo>
                  <a:pt x="127" y="2898"/>
                </a:moveTo>
                <a:lnTo>
                  <a:pt x="473" y="3248"/>
                </a:lnTo>
                <a:cubicBezTo>
                  <a:pt x="600" y="3377"/>
                  <a:pt x="808" y="3378"/>
                  <a:pt x="936" y="3251"/>
                </a:cubicBezTo>
                <a:lnTo>
                  <a:pt x="1691" y="2508"/>
                </a:lnTo>
                <a:lnTo>
                  <a:pt x="2434" y="3262"/>
                </a:lnTo>
                <a:cubicBezTo>
                  <a:pt x="2561" y="3391"/>
                  <a:pt x="2769" y="3392"/>
                  <a:pt x="2898" y="3265"/>
                </a:cubicBezTo>
                <a:lnTo>
                  <a:pt x="3248" y="2920"/>
                </a:lnTo>
                <a:cubicBezTo>
                  <a:pt x="3377" y="2793"/>
                  <a:pt x="3378" y="2585"/>
                  <a:pt x="3251" y="2456"/>
                </a:cubicBezTo>
                <a:lnTo>
                  <a:pt x="2508" y="1702"/>
                </a:lnTo>
                <a:lnTo>
                  <a:pt x="3262" y="959"/>
                </a:lnTo>
                <a:cubicBezTo>
                  <a:pt x="3391" y="832"/>
                  <a:pt x="3392" y="624"/>
                  <a:pt x="3265" y="495"/>
                </a:cubicBezTo>
                <a:lnTo>
                  <a:pt x="2920" y="145"/>
                </a:lnTo>
                <a:cubicBezTo>
                  <a:pt x="2793" y="16"/>
                  <a:pt x="2585" y="14"/>
                  <a:pt x="2456" y="141"/>
                </a:cubicBezTo>
                <a:lnTo>
                  <a:pt x="1702" y="885"/>
                </a:lnTo>
                <a:lnTo>
                  <a:pt x="959" y="131"/>
                </a:lnTo>
                <a:cubicBezTo>
                  <a:pt x="832" y="2"/>
                  <a:pt x="624" y="0"/>
                  <a:pt x="495" y="127"/>
                </a:cubicBezTo>
                <a:lnTo>
                  <a:pt x="145" y="473"/>
                </a:lnTo>
                <a:cubicBezTo>
                  <a:pt x="16" y="600"/>
                  <a:pt x="14" y="807"/>
                  <a:pt x="141" y="936"/>
                </a:cubicBezTo>
                <a:lnTo>
                  <a:pt x="885" y="1690"/>
                </a:lnTo>
                <a:lnTo>
                  <a:pt x="131" y="2434"/>
                </a:lnTo>
                <a:cubicBezTo>
                  <a:pt x="2" y="2561"/>
                  <a:pt x="0" y="2769"/>
                  <a:pt x="127" y="2898"/>
                </a:cubicBezTo>
                <a:close/>
              </a:path>
            </a:pathLst>
          </a:cu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zh-CN"/>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a:p>
        </p:txBody>
      </p:sp>
      <p:sp>
        <p:nvSpPr>
          <p:cNvPr id="100" name="iconfont-10889-5203325">
            <a:extLst>
              <a:ext uri="{FF2B5EF4-FFF2-40B4-BE49-F238E27FC236}">
                <a16:creationId xmlns:a16="http://schemas.microsoft.com/office/drawing/2014/main" id="{DF989834-6BEE-4BE8-84BC-1F7C5E70E6FF}"/>
              </a:ext>
            </a:extLst>
          </p:cNvPr>
          <p:cNvSpPr/>
          <p:nvPr/>
        </p:nvSpPr>
        <p:spPr>
          <a:xfrm>
            <a:off x="4950404" y="5755245"/>
            <a:ext cx="321400" cy="225001"/>
          </a:xfrm>
          <a:custGeom>
            <a:avLst/>
            <a:gdLst>
              <a:gd name="T0" fmla="*/ 12581 w 13243"/>
              <a:gd name="T1" fmla="*/ 0 h 9270"/>
              <a:gd name="T2" fmla="*/ 13054 w 13243"/>
              <a:gd name="T3" fmla="*/ 188 h 9270"/>
              <a:gd name="T4" fmla="*/ 13243 w 13243"/>
              <a:gd name="T5" fmla="*/ 662 h 9270"/>
              <a:gd name="T6" fmla="*/ 13052 w 13243"/>
              <a:gd name="T7" fmla="*/ 1131 h 9270"/>
              <a:gd name="T8" fmla="*/ 5105 w 13243"/>
              <a:gd name="T9" fmla="*/ 9077 h 9270"/>
              <a:gd name="T10" fmla="*/ 4635 w 13243"/>
              <a:gd name="T11" fmla="*/ 9270 h 9270"/>
              <a:gd name="T12" fmla="*/ 4164 w 13243"/>
              <a:gd name="T13" fmla="*/ 9077 h 9270"/>
              <a:gd name="T14" fmla="*/ 191 w 13243"/>
              <a:gd name="T15" fmla="*/ 5106 h 9270"/>
              <a:gd name="T16" fmla="*/ 0 w 13243"/>
              <a:gd name="T17" fmla="*/ 4635 h 9270"/>
              <a:gd name="T18" fmla="*/ 189 w 13243"/>
              <a:gd name="T19" fmla="*/ 4160 h 9270"/>
              <a:gd name="T20" fmla="*/ 662 w 13243"/>
              <a:gd name="T21" fmla="*/ 3973 h 9270"/>
              <a:gd name="T22" fmla="*/ 1133 w 13243"/>
              <a:gd name="T23" fmla="*/ 4164 h 9270"/>
              <a:gd name="T24" fmla="*/ 4635 w 13243"/>
              <a:gd name="T25" fmla="*/ 7672 h 9270"/>
              <a:gd name="T26" fmla="*/ 12110 w 13243"/>
              <a:gd name="T27" fmla="*/ 191 h 9270"/>
              <a:gd name="T28" fmla="*/ 12581 w 13243"/>
              <a:gd name="T29" fmla="*/ 0 h 92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3243" h="9270">
                <a:moveTo>
                  <a:pt x="12581" y="0"/>
                </a:moveTo>
                <a:cubicBezTo>
                  <a:pt x="12770" y="0"/>
                  <a:pt x="12928" y="63"/>
                  <a:pt x="13054" y="188"/>
                </a:cubicBezTo>
                <a:cubicBezTo>
                  <a:pt x="13180" y="315"/>
                  <a:pt x="13243" y="473"/>
                  <a:pt x="13243" y="662"/>
                </a:cubicBezTo>
                <a:cubicBezTo>
                  <a:pt x="13243" y="848"/>
                  <a:pt x="13179" y="1004"/>
                  <a:pt x="13052" y="1131"/>
                </a:cubicBezTo>
                <a:lnTo>
                  <a:pt x="5105" y="9077"/>
                </a:lnTo>
                <a:cubicBezTo>
                  <a:pt x="4978" y="9205"/>
                  <a:pt x="4821" y="9270"/>
                  <a:pt x="4635" y="9270"/>
                </a:cubicBezTo>
                <a:cubicBezTo>
                  <a:pt x="4449" y="9270"/>
                  <a:pt x="4292" y="9205"/>
                  <a:pt x="4164" y="9077"/>
                </a:cubicBezTo>
                <a:lnTo>
                  <a:pt x="191" y="5106"/>
                </a:lnTo>
                <a:cubicBezTo>
                  <a:pt x="64" y="4977"/>
                  <a:pt x="0" y="4821"/>
                  <a:pt x="0" y="4635"/>
                </a:cubicBezTo>
                <a:cubicBezTo>
                  <a:pt x="0" y="4446"/>
                  <a:pt x="63" y="4287"/>
                  <a:pt x="189" y="4160"/>
                </a:cubicBezTo>
                <a:cubicBezTo>
                  <a:pt x="315" y="4035"/>
                  <a:pt x="473" y="3973"/>
                  <a:pt x="662" y="3973"/>
                </a:cubicBezTo>
                <a:cubicBezTo>
                  <a:pt x="848" y="3973"/>
                  <a:pt x="1006" y="4035"/>
                  <a:pt x="1133" y="4164"/>
                </a:cubicBezTo>
                <a:lnTo>
                  <a:pt x="4635" y="7672"/>
                </a:lnTo>
                <a:lnTo>
                  <a:pt x="12110" y="191"/>
                </a:lnTo>
                <a:cubicBezTo>
                  <a:pt x="12237" y="63"/>
                  <a:pt x="12394" y="0"/>
                  <a:pt x="12581" y="0"/>
                </a:cubicBezTo>
                <a:close/>
              </a:path>
            </a:pathLst>
          </a:custGeom>
          <a:solidFill>
            <a:schemeClr val="accent4"/>
          </a:solidFill>
          <a:ln>
            <a:solidFill>
              <a:schemeClr val="accent4"/>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01" name="iconfont-11800-6036736">
            <a:extLst>
              <a:ext uri="{FF2B5EF4-FFF2-40B4-BE49-F238E27FC236}">
                <a16:creationId xmlns:a16="http://schemas.microsoft.com/office/drawing/2014/main" id="{75DD94C9-0056-4ECB-AF8F-284EC027435E}"/>
              </a:ext>
            </a:extLst>
          </p:cNvPr>
          <p:cNvSpPr/>
          <p:nvPr/>
        </p:nvSpPr>
        <p:spPr>
          <a:xfrm>
            <a:off x="6650645" y="5730836"/>
            <a:ext cx="265656" cy="265261"/>
          </a:xfrm>
          <a:custGeom>
            <a:avLst/>
            <a:gdLst>
              <a:gd name="T0" fmla="*/ 127 w 3392"/>
              <a:gd name="T1" fmla="*/ 2898 h 3392"/>
              <a:gd name="T2" fmla="*/ 473 w 3392"/>
              <a:gd name="T3" fmla="*/ 3248 h 3392"/>
              <a:gd name="T4" fmla="*/ 936 w 3392"/>
              <a:gd name="T5" fmla="*/ 3251 h 3392"/>
              <a:gd name="T6" fmla="*/ 1691 w 3392"/>
              <a:gd name="T7" fmla="*/ 2508 h 3392"/>
              <a:gd name="T8" fmla="*/ 2434 w 3392"/>
              <a:gd name="T9" fmla="*/ 3262 h 3392"/>
              <a:gd name="T10" fmla="*/ 2898 w 3392"/>
              <a:gd name="T11" fmla="*/ 3265 h 3392"/>
              <a:gd name="T12" fmla="*/ 3248 w 3392"/>
              <a:gd name="T13" fmla="*/ 2920 h 3392"/>
              <a:gd name="T14" fmla="*/ 3251 w 3392"/>
              <a:gd name="T15" fmla="*/ 2456 h 3392"/>
              <a:gd name="T16" fmla="*/ 2508 w 3392"/>
              <a:gd name="T17" fmla="*/ 1702 h 3392"/>
              <a:gd name="T18" fmla="*/ 3262 w 3392"/>
              <a:gd name="T19" fmla="*/ 959 h 3392"/>
              <a:gd name="T20" fmla="*/ 3265 w 3392"/>
              <a:gd name="T21" fmla="*/ 495 h 3392"/>
              <a:gd name="T22" fmla="*/ 2920 w 3392"/>
              <a:gd name="T23" fmla="*/ 145 h 3392"/>
              <a:gd name="T24" fmla="*/ 2456 w 3392"/>
              <a:gd name="T25" fmla="*/ 141 h 3392"/>
              <a:gd name="T26" fmla="*/ 1702 w 3392"/>
              <a:gd name="T27" fmla="*/ 885 h 3392"/>
              <a:gd name="T28" fmla="*/ 959 w 3392"/>
              <a:gd name="T29" fmla="*/ 131 h 3392"/>
              <a:gd name="T30" fmla="*/ 495 w 3392"/>
              <a:gd name="T31" fmla="*/ 127 h 3392"/>
              <a:gd name="T32" fmla="*/ 145 w 3392"/>
              <a:gd name="T33" fmla="*/ 473 h 3392"/>
              <a:gd name="T34" fmla="*/ 141 w 3392"/>
              <a:gd name="T35" fmla="*/ 936 h 3392"/>
              <a:gd name="T36" fmla="*/ 885 w 3392"/>
              <a:gd name="T37" fmla="*/ 1690 h 3392"/>
              <a:gd name="T38" fmla="*/ 131 w 3392"/>
              <a:gd name="T39" fmla="*/ 2434 h 3392"/>
              <a:gd name="T40" fmla="*/ 127 w 3392"/>
              <a:gd name="T41" fmla="*/ 2898 h 339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3392" h="3392">
                <a:moveTo>
                  <a:pt x="127" y="2898"/>
                </a:moveTo>
                <a:lnTo>
                  <a:pt x="473" y="3248"/>
                </a:lnTo>
                <a:cubicBezTo>
                  <a:pt x="600" y="3377"/>
                  <a:pt x="808" y="3378"/>
                  <a:pt x="936" y="3251"/>
                </a:cubicBezTo>
                <a:lnTo>
                  <a:pt x="1691" y="2508"/>
                </a:lnTo>
                <a:lnTo>
                  <a:pt x="2434" y="3262"/>
                </a:lnTo>
                <a:cubicBezTo>
                  <a:pt x="2561" y="3391"/>
                  <a:pt x="2769" y="3392"/>
                  <a:pt x="2898" y="3265"/>
                </a:cubicBezTo>
                <a:lnTo>
                  <a:pt x="3248" y="2920"/>
                </a:lnTo>
                <a:cubicBezTo>
                  <a:pt x="3377" y="2793"/>
                  <a:pt x="3378" y="2585"/>
                  <a:pt x="3251" y="2456"/>
                </a:cubicBezTo>
                <a:lnTo>
                  <a:pt x="2508" y="1702"/>
                </a:lnTo>
                <a:lnTo>
                  <a:pt x="3262" y="959"/>
                </a:lnTo>
                <a:cubicBezTo>
                  <a:pt x="3391" y="832"/>
                  <a:pt x="3392" y="624"/>
                  <a:pt x="3265" y="495"/>
                </a:cubicBezTo>
                <a:lnTo>
                  <a:pt x="2920" y="145"/>
                </a:lnTo>
                <a:cubicBezTo>
                  <a:pt x="2793" y="16"/>
                  <a:pt x="2585" y="14"/>
                  <a:pt x="2456" y="141"/>
                </a:cubicBezTo>
                <a:lnTo>
                  <a:pt x="1702" y="885"/>
                </a:lnTo>
                <a:lnTo>
                  <a:pt x="959" y="131"/>
                </a:lnTo>
                <a:cubicBezTo>
                  <a:pt x="832" y="2"/>
                  <a:pt x="624" y="0"/>
                  <a:pt x="495" y="127"/>
                </a:cubicBezTo>
                <a:lnTo>
                  <a:pt x="145" y="473"/>
                </a:lnTo>
                <a:cubicBezTo>
                  <a:pt x="16" y="600"/>
                  <a:pt x="14" y="807"/>
                  <a:pt x="141" y="936"/>
                </a:cubicBezTo>
                <a:lnTo>
                  <a:pt x="885" y="1690"/>
                </a:lnTo>
                <a:lnTo>
                  <a:pt x="131" y="2434"/>
                </a:lnTo>
                <a:cubicBezTo>
                  <a:pt x="2" y="2561"/>
                  <a:pt x="0" y="2769"/>
                  <a:pt x="127" y="2898"/>
                </a:cubicBezTo>
                <a:close/>
              </a:path>
            </a:pathLst>
          </a:cu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zh-CN"/>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a:p>
        </p:txBody>
      </p:sp>
      <p:grpSp>
        <p:nvGrpSpPr>
          <p:cNvPr id="30" name="组合 29">
            <a:extLst>
              <a:ext uri="{FF2B5EF4-FFF2-40B4-BE49-F238E27FC236}">
                <a16:creationId xmlns:a16="http://schemas.microsoft.com/office/drawing/2014/main" id="{FDB814A0-0DF1-45D3-A097-FC0AF855998D}"/>
              </a:ext>
            </a:extLst>
          </p:cNvPr>
          <p:cNvGrpSpPr/>
          <p:nvPr/>
        </p:nvGrpSpPr>
        <p:grpSpPr>
          <a:xfrm>
            <a:off x="480327" y="1901386"/>
            <a:ext cx="11199813" cy="2689733"/>
            <a:chOff x="480327" y="1901386"/>
            <a:chExt cx="11199813" cy="2689733"/>
          </a:xfrm>
        </p:grpSpPr>
        <p:cxnSp>
          <p:nvCxnSpPr>
            <p:cNvPr id="28" name="直接连接符 27">
              <a:extLst>
                <a:ext uri="{FF2B5EF4-FFF2-40B4-BE49-F238E27FC236}">
                  <a16:creationId xmlns:a16="http://schemas.microsoft.com/office/drawing/2014/main" id="{9572C8AE-A4E2-4F03-BDBD-5A20B214B983}"/>
                </a:ext>
              </a:extLst>
            </p:cNvPr>
            <p:cNvCxnSpPr>
              <a:cxnSpLocks/>
              <a:stCxn id="40" idx="3"/>
              <a:endCxn id="120" idx="1"/>
            </p:cNvCxnSpPr>
            <p:nvPr/>
          </p:nvCxnSpPr>
          <p:spPr>
            <a:xfrm>
              <a:off x="3402496" y="2304958"/>
              <a:ext cx="5355475" cy="0"/>
            </a:xfrm>
            <a:prstGeom prst="line">
              <a:avLst/>
            </a:prstGeom>
            <a:ln w="12700">
              <a:solidFill>
                <a:schemeClr val="tx1"/>
              </a:solidFill>
              <a:tailEnd type="none"/>
            </a:ln>
          </p:spPr>
          <p:style>
            <a:lnRef idx="1">
              <a:schemeClr val="accent1"/>
            </a:lnRef>
            <a:fillRef idx="0">
              <a:schemeClr val="accent1"/>
            </a:fillRef>
            <a:effectRef idx="0">
              <a:schemeClr val="accent1"/>
            </a:effectRef>
            <a:fontRef idx="minor">
              <a:schemeClr val="tx1"/>
            </a:fontRef>
          </p:style>
        </p:cxnSp>
        <p:grpSp>
          <p:nvGrpSpPr>
            <p:cNvPr id="32" name="组合 31">
              <a:extLst>
                <a:ext uri="{FF2B5EF4-FFF2-40B4-BE49-F238E27FC236}">
                  <a16:creationId xmlns:a16="http://schemas.microsoft.com/office/drawing/2014/main" id="{6E260AAB-B4A0-4285-9AA3-9277D8A7EA62}"/>
                </a:ext>
              </a:extLst>
            </p:cNvPr>
            <p:cNvGrpSpPr/>
            <p:nvPr/>
          </p:nvGrpSpPr>
          <p:grpSpPr>
            <a:xfrm>
              <a:off x="5637149" y="1901386"/>
              <a:ext cx="930931" cy="826046"/>
              <a:chOff x="6595678" y="5333033"/>
              <a:chExt cx="930931" cy="826046"/>
            </a:xfrm>
          </p:grpSpPr>
          <p:sp>
            <p:nvSpPr>
              <p:cNvPr id="25" name="椭圆 24">
                <a:extLst>
                  <a:ext uri="{FF2B5EF4-FFF2-40B4-BE49-F238E27FC236}">
                    <a16:creationId xmlns:a16="http://schemas.microsoft.com/office/drawing/2014/main" id="{B5D5434B-164C-48C4-9F4E-6EB2D35836E5}"/>
                  </a:ext>
                </a:extLst>
              </p:cNvPr>
              <p:cNvSpPr/>
              <p:nvPr/>
            </p:nvSpPr>
            <p:spPr>
              <a:xfrm>
                <a:off x="6648121" y="5333033"/>
                <a:ext cx="826046" cy="826046"/>
              </a:xfrm>
              <a:prstGeom prst="ellipse">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85" name="文本框 84">
                <a:extLst>
                  <a:ext uri="{FF2B5EF4-FFF2-40B4-BE49-F238E27FC236}">
                    <a16:creationId xmlns:a16="http://schemas.microsoft.com/office/drawing/2014/main" id="{96B958EF-8685-44D2-8032-90C02A54A4DF}"/>
                  </a:ext>
                </a:extLst>
              </p:cNvPr>
              <p:cNvSpPr txBox="1"/>
              <p:nvPr/>
            </p:nvSpPr>
            <p:spPr>
              <a:xfrm>
                <a:off x="6595678" y="5547636"/>
                <a:ext cx="930931" cy="369332"/>
              </a:xfrm>
              <a:prstGeom prst="rect">
                <a:avLst/>
              </a:prstGeom>
              <a:noFill/>
            </p:spPr>
            <p:txBody>
              <a:bodyPr wrap="square">
                <a:spAutoFit/>
              </a:bodyPr>
              <a:lstStyle/>
              <a:p>
                <a:pPr algn="ctr"/>
                <a:r>
                  <a:rPr lang="zh-CN" altLang="en-US" b="1" dirty="0"/>
                  <a:t>路由器</a:t>
                </a:r>
                <a:endParaRPr lang="zh-CN" altLang="en-US" dirty="0"/>
              </a:p>
            </p:txBody>
          </p:sp>
        </p:grpSp>
        <p:grpSp>
          <p:nvGrpSpPr>
            <p:cNvPr id="27" name="组合 26">
              <a:extLst>
                <a:ext uri="{FF2B5EF4-FFF2-40B4-BE49-F238E27FC236}">
                  <a16:creationId xmlns:a16="http://schemas.microsoft.com/office/drawing/2014/main" id="{38D0741E-8164-4CCC-8BE8-AB68B7CABB0E}"/>
                </a:ext>
              </a:extLst>
            </p:cNvPr>
            <p:cNvGrpSpPr/>
            <p:nvPr/>
          </p:nvGrpSpPr>
          <p:grpSpPr>
            <a:xfrm>
              <a:off x="480327" y="2018744"/>
              <a:ext cx="4246545" cy="2572375"/>
              <a:chOff x="1519343" y="2031733"/>
              <a:chExt cx="4246545" cy="2572375"/>
            </a:xfrm>
          </p:grpSpPr>
          <p:sp>
            <p:nvSpPr>
              <p:cNvPr id="40" name="矩形 39">
                <a:extLst>
                  <a:ext uri="{FF2B5EF4-FFF2-40B4-BE49-F238E27FC236}">
                    <a16:creationId xmlns:a16="http://schemas.microsoft.com/office/drawing/2014/main" id="{640F40C8-80E0-4546-A873-B4BDB571F860}"/>
                  </a:ext>
                </a:extLst>
              </p:cNvPr>
              <p:cNvSpPr/>
              <p:nvPr/>
            </p:nvSpPr>
            <p:spPr>
              <a:xfrm>
                <a:off x="2843719" y="2031733"/>
                <a:ext cx="1597793" cy="572428"/>
              </a:xfrm>
              <a:prstGeom prst="rect">
                <a:avLst/>
              </a:prstGeom>
              <a:solidFill>
                <a:schemeClr val="bg1"/>
              </a:solidFill>
            </p:spPr>
            <p:style>
              <a:lnRef idx="2">
                <a:schemeClr val="dk1">
                  <a:shade val="50000"/>
                </a:schemeClr>
              </a:lnRef>
              <a:fillRef idx="1">
                <a:schemeClr val="dk1"/>
              </a:fillRef>
              <a:effectRef idx="0">
                <a:schemeClr val="dk1"/>
              </a:effectRef>
              <a:fontRef idx="minor">
                <a:schemeClr val="lt1"/>
              </a:fontRef>
            </p:style>
            <p:txBody>
              <a:bodyPr rtlCol="0" anchor="ctr"/>
              <a:lstStyle/>
              <a:p>
                <a:pPr algn="ctr"/>
                <a:r>
                  <a:rPr lang="zh-CN" altLang="en-US" b="1" dirty="0">
                    <a:solidFill>
                      <a:schemeClr val="tx1"/>
                    </a:solidFill>
                  </a:rPr>
                  <a:t>以太网交换机</a:t>
                </a:r>
              </a:p>
            </p:txBody>
          </p:sp>
          <p:grpSp>
            <p:nvGrpSpPr>
              <p:cNvPr id="15" name="组合 14">
                <a:extLst>
                  <a:ext uri="{FF2B5EF4-FFF2-40B4-BE49-F238E27FC236}">
                    <a16:creationId xmlns:a16="http://schemas.microsoft.com/office/drawing/2014/main" id="{9B477DDF-2887-4CD5-98EE-06EEB1E92488}"/>
                  </a:ext>
                </a:extLst>
              </p:cNvPr>
              <p:cNvGrpSpPr/>
              <p:nvPr/>
            </p:nvGrpSpPr>
            <p:grpSpPr>
              <a:xfrm>
                <a:off x="1519343" y="3030066"/>
                <a:ext cx="2014963" cy="1574042"/>
                <a:chOff x="684776" y="3033347"/>
                <a:chExt cx="2014963" cy="1574042"/>
              </a:xfrm>
            </p:grpSpPr>
            <p:sp>
              <p:nvSpPr>
                <p:cNvPr id="7" name="矩形 6">
                  <a:extLst>
                    <a:ext uri="{FF2B5EF4-FFF2-40B4-BE49-F238E27FC236}">
                      <a16:creationId xmlns:a16="http://schemas.microsoft.com/office/drawing/2014/main" id="{B8FD24F4-2028-48C2-BDDF-273B40D07AE0}"/>
                    </a:ext>
                  </a:extLst>
                </p:cNvPr>
                <p:cNvSpPr/>
                <p:nvPr/>
              </p:nvSpPr>
              <p:spPr>
                <a:xfrm>
                  <a:off x="893361" y="3033347"/>
                  <a:ext cx="1597793" cy="572428"/>
                </a:xfrm>
                <a:prstGeom prst="rect">
                  <a:avLst/>
                </a:prstGeom>
                <a:solidFill>
                  <a:schemeClr val="bg1"/>
                </a:solidFill>
              </p:spPr>
              <p:style>
                <a:lnRef idx="2">
                  <a:schemeClr val="dk1">
                    <a:shade val="50000"/>
                  </a:schemeClr>
                </a:lnRef>
                <a:fillRef idx="1">
                  <a:schemeClr val="dk1"/>
                </a:fillRef>
                <a:effectRef idx="0">
                  <a:schemeClr val="dk1"/>
                </a:effectRef>
                <a:fontRef idx="minor">
                  <a:schemeClr val="lt1"/>
                </a:fontRef>
              </p:style>
              <p:txBody>
                <a:bodyPr rtlCol="0" anchor="ctr"/>
                <a:lstStyle/>
                <a:p>
                  <a:pPr algn="ctr"/>
                  <a:r>
                    <a:rPr lang="en-US" altLang="zh-CN" b="1" dirty="0">
                      <a:solidFill>
                        <a:schemeClr val="tx1"/>
                      </a:solidFill>
                    </a:rPr>
                    <a:t>100BaseT</a:t>
                  </a:r>
                </a:p>
                <a:p>
                  <a:pPr algn="ctr"/>
                  <a:r>
                    <a:rPr lang="zh-CN" altLang="en-US" b="1" dirty="0">
                      <a:solidFill>
                        <a:schemeClr val="tx1"/>
                      </a:solidFill>
                    </a:rPr>
                    <a:t>集线器</a:t>
                  </a:r>
                </a:p>
              </p:txBody>
            </p:sp>
            <p:sp>
              <p:nvSpPr>
                <p:cNvPr id="42" name="矩形 41">
                  <a:extLst>
                    <a:ext uri="{FF2B5EF4-FFF2-40B4-BE49-F238E27FC236}">
                      <a16:creationId xmlns:a16="http://schemas.microsoft.com/office/drawing/2014/main" id="{BCE68F64-0F82-4DCC-A80E-5245E0A9B9C5}"/>
                    </a:ext>
                  </a:extLst>
                </p:cNvPr>
                <p:cNvSpPr/>
                <p:nvPr/>
              </p:nvSpPr>
              <p:spPr>
                <a:xfrm>
                  <a:off x="684776" y="4034961"/>
                  <a:ext cx="930931" cy="572428"/>
                </a:xfrm>
                <a:prstGeom prst="rect">
                  <a:avLst/>
                </a:prstGeom>
                <a:solidFill>
                  <a:schemeClr val="bg1"/>
                </a:solidFill>
              </p:spPr>
              <p:style>
                <a:lnRef idx="2">
                  <a:schemeClr val="dk1">
                    <a:shade val="50000"/>
                  </a:schemeClr>
                </a:lnRef>
                <a:fillRef idx="1">
                  <a:schemeClr val="dk1"/>
                </a:fillRef>
                <a:effectRef idx="0">
                  <a:schemeClr val="dk1"/>
                </a:effectRef>
                <a:fontRef idx="minor">
                  <a:schemeClr val="lt1"/>
                </a:fontRef>
              </p:style>
              <p:txBody>
                <a:bodyPr rtlCol="0" anchor="ctr"/>
                <a:lstStyle/>
                <a:p>
                  <a:pPr algn="ctr"/>
                  <a:r>
                    <a:rPr lang="zh-CN" altLang="en-US" b="1" dirty="0">
                      <a:solidFill>
                        <a:schemeClr val="tx1"/>
                      </a:solidFill>
                    </a:rPr>
                    <a:t>台式机</a:t>
                  </a:r>
                </a:p>
              </p:txBody>
            </p:sp>
            <p:sp>
              <p:nvSpPr>
                <p:cNvPr id="44" name="矩形 43">
                  <a:extLst>
                    <a:ext uri="{FF2B5EF4-FFF2-40B4-BE49-F238E27FC236}">
                      <a16:creationId xmlns:a16="http://schemas.microsoft.com/office/drawing/2014/main" id="{54E6DE13-7607-4163-8F84-34174F840C71}"/>
                    </a:ext>
                  </a:extLst>
                </p:cNvPr>
                <p:cNvSpPr/>
                <p:nvPr/>
              </p:nvSpPr>
              <p:spPr>
                <a:xfrm>
                  <a:off x="1768808" y="4034961"/>
                  <a:ext cx="930931" cy="572428"/>
                </a:xfrm>
                <a:prstGeom prst="rect">
                  <a:avLst/>
                </a:prstGeom>
                <a:solidFill>
                  <a:schemeClr val="bg1"/>
                </a:solidFill>
              </p:spPr>
              <p:style>
                <a:lnRef idx="2">
                  <a:schemeClr val="dk1">
                    <a:shade val="50000"/>
                  </a:schemeClr>
                </a:lnRef>
                <a:fillRef idx="1">
                  <a:schemeClr val="dk1"/>
                </a:fillRef>
                <a:effectRef idx="0">
                  <a:schemeClr val="dk1"/>
                </a:effectRef>
                <a:fontRef idx="minor">
                  <a:schemeClr val="lt1"/>
                </a:fontRef>
              </p:style>
              <p:txBody>
                <a:bodyPr rtlCol="0" anchor="ctr"/>
                <a:lstStyle/>
                <a:p>
                  <a:pPr algn="ctr"/>
                  <a:r>
                    <a:rPr lang="zh-CN" altLang="en-US" b="1" dirty="0">
                      <a:solidFill>
                        <a:schemeClr val="tx1"/>
                      </a:solidFill>
                    </a:rPr>
                    <a:t>笔记本</a:t>
                  </a:r>
                </a:p>
              </p:txBody>
            </p:sp>
            <p:cxnSp>
              <p:nvCxnSpPr>
                <p:cNvPr id="9" name="直接连接符 8">
                  <a:extLst>
                    <a:ext uri="{FF2B5EF4-FFF2-40B4-BE49-F238E27FC236}">
                      <a16:creationId xmlns:a16="http://schemas.microsoft.com/office/drawing/2014/main" id="{3FDDDC05-D2C9-408E-8EAC-58B176C0812D}"/>
                    </a:ext>
                  </a:extLst>
                </p:cNvPr>
                <p:cNvCxnSpPr>
                  <a:cxnSpLocks/>
                  <a:stCxn id="42" idx="0"/>
                </p:cNvCxnSpPr>
                <p:nvPr/>
              </p:nvCxnSpPr>
              <p:spPr>
                <a:xfrm flipV="1">
                  <a:off x="1150242" y="3605775"/>
                  <a:ext cx="407857" cy="429186"/>
                </a:xfrm>
                <a:prstGeom prst="line">
                  <a:avLst/>
                </a:prstGeom>
                <a:ln w="12700">
                  <a:solidFill>
                    <a:schemeClr val="tx1"/>
                  </a:solidFill>
                  <a:tailEnd type="none"/>
                </a:ln>
              </p:spPr>
              <p:style>
                <a:lnRef idx="1">
                  <a:schemeClr val="accent1"/>
                </a:lnRef>
                <a:fillRef idx="0">
                  <a:schemeClr val="accent1"/>
                </a:fillRef>
                <a:effectRef idx="0">
                  <a:schemeClr val="accent1"/>
                </a:effectRef>
                <a:fontRef idx="minor">
                  <a:schemeClr val="tx1"/>
                </a:fontRef>
              </p:style>
            </p:cxnSp>
            <p:cxnSp>
              <p:nvCxnSpPr>
                <p:cNvPr id="50" name="直接连接符 49">
                  <a:extLst>
                    <a:ext uri="{FF2B5EF4-FFF2-40B4-BE49-F238E27FC236}">
                      <a16:creationId xmlns:a16="http://schemas.microsoft.com/office/drawing/2014/main" id="{8ABAFF7C-C729-4D06-8540-D101CA4BB47A}"/>
                    </a:ext>
                  </a:extLst>
                </p:cNvPr>
                <p:cNvCxnSpPr>
                  <a:cxnSpLocks/>
                  <a:stCxn id="44" idx="0"/>
                </p:cNvCxnSpPr>
                <p:nvPr/>
              </p:nvCxnSpPr>
              <p:spPr>
                <a:xfrm flipH="1" flipV="1">
                  <a:off x="1859099" y="3605775"/>
                  <a:ext cx="375175" cy="429186"/>
                </a:xfrm>
                <a:prstGeom prst="line">
                  <a:avLst/>
                </a:prstGeom>
                <a:ln w="12700">
                  <a:solidFill>
                    <a:schemeClr val="tx1"/>
                  </a:solidFill>
                  <a:tailEnd type="none"/>
                </a:ln>
              </p:spPr>
              <p:style>
                <a:lnRef idx="1">
                  <a:schemeClr val="accent1"/>
                </a:lnRef>
                <a:fillRef idx="0">
                  <a:schemeClr val="accent1"/>
                </a:fillRef>
                <a:effectRef idx="0">
                  <a:schemeClr val="accent1"/>
                </a:effectRef>
                <a:fontRef idx="minor">
                  <a:schemeClr val="tx1"/>
                </a:fontRef>
              </p:style>
            </p:cxnSp>
          </p:grpSp>
          <p:cxnSp>
            <p:nvCxnSpPr>
              <p:cNvPr id="65" name="直接连接符 64">
                <a:extLst>
                  <a:ext uri="{FF2B5EF4-FFF2-40B4-BE49-F238E27FC236}">
                    <a16:creationId xmlns:a16="http://schemas.microsoft.com/office/drawing/2014/main" id="{EE5342AF-333E-4F77-8AFC-96B39417BD82}"/>
                  </a:ext>
                </a:extLst>
              </p:cNvPr>
              <p:cNvCxnSpPr>
                <a:cxnSpLocks/>
                <a:endCxn id="7" idx="0"/>
              </p:cNvCxnSpPr>
              <p:nvPr/>
            </p:nvCxnSpPr>
            <p:spPr>
              <a:xfrm flipH="1">
                <a:off x="2526825" y="2623549"/>
                <a:ext cx="774099" cy="406517"/>
              </a:xfrm>
              <a:prstGeom prst="line">
                <a:avLst/>
              </a:prstGeom>
              <a:ln w="12700">
                <a:solidFill>
                  <a:schemeClr val="tx1"/>
                </a:solidFill>
                <a:tailEnd type="none"/>
              </a:ln>
            </p:spPr>
            <p:style>
              <a:lnRef idx="1">
                <a:schemeClr val="accent1"/>
              </a:lnRef>
              <a:fillRef idx="0">
                <a:schemeClr val="accent1"/>
              </a:fillRef>
              <a:effectRef idx="0">
                <a:schemeClr val="accent1"/>
              </a:effectRef>
              <a:fontRef idx="minor">
                <a:schemeClr val="tx1"/>
              </a:fontRef>
            </p:style>
          </p:cxnSp>
          <p:cxnSp>
            <p:nvCxnSpPr>
              <p:cNvPr id="66" name="直接连接符 65">
                <a:extLst>
                  <a:ext uri="{FF2B5EF4-FFF2-40B4-BE49-F238E27FC236}">
                    <a16:creationId xmlns:a16="http://schemas.microsoft.com/office/drawing/2014/main" id="{5F10B884-B7CA-4389-88F9-C9CFB06E70E8}"/>
                  </a:ext>
                </a:extLst>
              </p:cNvPr>
              <p:cNvCxnSpPr>
                <a:cxnSpLocks/>
                <a:endCxn id="114" idx="0"/>
              </p:cNvCxnSpPr>
              <p:nvPr/>
            </p:nvCxnSpPr>
            <p:spPr>
              <a:xfrm>
                <a:off x="4024859" y="2598244"/>
                <a:ext cx="733548" cy="411433"/>
              </a:xfrm>
              <a:prstGeom prst="line">
                <a:avLst/>
              </a:prstGeom>
              <a:ln w="12700">
                <a:solidFill>
                  <a:schemeClr val="tx1"/>
                </a:solidFill>
                <a:tailEnd type="none"/>
              </a:ln>
            </p:spPr>
            <p:style>
              <a:lnRef idx="1">
                <a:schemeClr val="accent1"/>
              </a:lnRef>
              <a:fillRef idx="0">
                <a:schemeClr val="accent1"/>
              </a:fillRef>
              <a:effectRef idx="0">
                <a:schemeClr val="accent1"/>
              </a:effectRef>
              <a:fontRef idx="minor">
                <a:schemeClr val="tx1"/>
              </a:fontRef>
            </p:style>
          </p:cxnSp>
          <p:grpSp>
            <p:nvGrpSpPr>
              <p:cNvPr id="113" name="组合 112">
                <a:extLst>
                  <a:ext uri="{FF2B5EF4-FFF2-40B4-BE49-F238E27FC236}">
                    <a16:creationId xmlns:a16="http://schemas.microsoft.com/office/drawing/2014/main" id="{FB56658A-2F40-42A3-B41E-0AED252CFA88}"/>
                  </a:ext>
                </a:extLst>
              </p:cNvPr>
              <p:cNvGrpSpPr/>
              <p:nvPr/>
            </p:nvGrpSpPr>
            <p:grpSpPr>
              <a:xfrm>
                <a:off x="3750925" y="3009677"/>
                <a:ext cx="2014963" cy="1574042"/>
                <a:chOff x="684776" y="3033347"/>
                <a:chExt cx="2014963" cy="1574042"/>
              </a:xfrm>
            </p:grpSpPr>
            <p:sp>
              <p:nvSpPr>
                <p:cNvPr id="114" name="矩形 113">
                  <a:extLst>
                    <a:ext uri="{FF2B5EF4-FFF2-40B4-BE49-F238E27FC236}">
                      <a16:creationId xmlns:a16="http://schemas.microsoft.com/office/drawing/2014/main" id="{8DF26235-7A59-4D0F-B889-2CA14D4E5CF3}"/>
                    </a:ext>
                  </a:extLst>
                </p:cNvPr>
                <p:cNvSpPr/>
                <p:nvPr/>
              </p:nvSpPr>
              <p:spPr>
                <a:xfrm>
                  <a:off x="893361" y="3033347"/>
                  <a:ext cx="1597793" cy="572428"/>
                </a:xfrm>
                <a:prstGeom prst="rect">
                  <a:avLst/>
                </a:prstGeom>
                <a:solidFill>
                  <a:schemeClr val="bg1"/>
                </a:solidFill>
              </p:spPr>
              <p:style>
                <a:lnRef idx="2">
                  <a:schemeClr val="dk1">
                    <a:shade val="50000"/>
                  </a:schemeClr>
                </a:lnRef>
                <a:fillRef idx="1">
                  <a:schemeClr val="dk1"/>
                </a:fillRef>
                <a:effectRef idx="0">
                  <a:schemeClr val="dk1"/>
                </a:effectRef>
                <a:fontRef idx="minor">
                  <a:schemeClr val="lt1"/>
                </a:fontRef>
              </p:style>
              <p:txBody>
                <a:bodyPr rtlCol="0" anchor="ctr"/>
                <a:lstStyle/>
                <a:p>
                  <a:pPr algn="ctr"/>
                  <a:r>
                    <a:rPr lang="en-US" altLang="zh-CN" b="1" dirty="0">
                      <a:solidFill>
                        <a:schemeClr val="tx1"/>
                      </a:solidFill>
                    </a:rPr>
                    <a:t>100BaseT</a:t>
                  </a:r>
                </a:p>
                <a:p>
                  <a:pPr algn="ctr"/>
                  <a:r>
                    <a:rPr lang="zh-CN" altLang="en-US" b="1" dirty="0">
                      <a:solidFill>
                        <a:schemeClr val="tx1"/>
                      </a:solidFill>
                    </a:rPr>
                    <a:t>集线器</a:t>
                  </a:r>
                </a:p>
              </p:txBody>
            </p:sp>
            <p:sp>
              <p:nvSpPr>
                <p:cNvPr id="115" name="矩形 114">
                  <a:extLst>
                    <a:ext uri="{FF2B5EF4-FFF2-40B4-BE49-F238E27FC236}">
                      <a16:creationId xmlns:a16="http://schemas.microsoft.com/office/drawing/2014/main" id="{A1F7C4AA-AE40-466D-A991-1F37AA189E59}"/>
                    </a:ext>
                  </a:extLst>
                </p:cNvPr>
                <p:cNvSpPr/>
                <p:nvPr/>
              </p:nvSpPr>
              <p:spPr>
                <a:xfrm>
                  <a:off x="684776" y="4034961"/>
                  <a:ext cx="930931" cy="572428"/>
                </a:xfrm>
                <a:prstGeom prst="rect">
                  <a:avLst/>
                </a:prstGeom>
                <a:solidFill>
                  <a:schemeClr val="bg1"/>
                </a:solidFill>
              </p:spPr>
              <p:style>
                <a:lnRef idx="2">
                  <a:schemeClr val="dk1">
                    <a:shade val="50000"/>
                  </a:schemeClr>
                </a:lnRef>
                <a:fillRef idx="1">
                  <a:schemeClr val="dk1"/>
                </a:fillRef>
                <a:effectRef idx="0">
                  <a:schemeClr val="dk1"/>
                </a:effectRef>
                <a:fontRef idx="minor">
                  <a:schemeClr val="lt1"/>
                </a:fontRef>
              </p:style>
              <p:txBody>
                <a:bodyPr rtlCol="0" anchor="ctr"/>
                <a:lstStyle/>
                <a:p>
                  <a:pPr algn="ctr"/>
                  <a:r>
                    <a:rPr lang="zh-CN" altLang="en-US" b="1" dirty="0">
                      <a:solidFill>
                        <a:schemeClr val="tx1"/>
                      </a:solidFill>
                    </a:rPr>
                    <a:t>台式机</a:t>
                  </a:r>
                </a:p>
              </p:txBody>
            </p:sp>
            <p:sp>
              <p:nvSpPr>
                <p:cNvPr id="116" name="矩形 115">
                  <a:extLst>
                    <a:ext uri="{FF2B5EF4-FFF2-40B4-BE49-F238E27FC236}">
                      <a16:creationId xmlns:a16="http://schemas.microsoft.com/office/drawing/2014/main" id="{AB13BBEA-B51C-448D-9FF5-EB254CAD1A95}"/>
                    </a:ext>
                  </a:extLst>
                </p:cNvPr>
                <p:cNvSpPr/>
                <p:nvPr/>
              </p:nvSpPr>
              <p:spPr>
                <a:xfrm>
                  <a:off x="1768808" y="4034961"/>
                  <a:ext cx="930931" cy="572428"/>
                </a:xfrm>
                <a:prstGeom prst="rect">
                  <a:avLst/>
                </a:prstGeom>
                <a:solidFill>
                  <a:schemeClr val="bg1"/>
                </a:solidFill>
              </p:spPr>
              <p:style>
                <a:lnRef idx="2">
                  <a:schemeClr val="dk1">
                    <a:shade val="50000"/>
                  </a:schemeClr>
                </a:lnRef>
                <a:fillRef idx="1">
                  <a:schemeClr val="dk1"/>
                </a:fillRef>
                <a:effectRef idx="0">
                  <a:schemeClr val="dk1"/>
                </a:effectRef>
                <a:fontRef idx="minor">
                  <a:schemeClr val="lt1"/>
                </a:fontRef>
              </p:style>
              <p:txBody>
                <a:bodyPr rtlCol="0" anchor="ctr"/>
                <a:lstStyle/>
                <a:p>
                  <a:pPr algn="ctr"/>
                  <a:r>
                    <a:rPr lang="zh-CN" altLang="en-US" b="1" dirty="0">
                      <a:solidFill>
                        <a:schemeClr val="tx1"/>
                      </a:solidFill>
                    </a:rPr>
                    <a:t>笔记本</a:t>
                  </a:r>
                </a:p>
              </p:txBody>
            </p:sp>
            <p:cxnSp>
              <p:nvCxnSpPr>
                <p:cNvPr id="117" name="直接连接符 116">
                  <a:extLst>
                    <a:ext uri="{FF2B5EF4-FFF2-40B4-BE49-F238E27FC236}">
                      <a16:creationId xmlns:a16="http://schemas.microsoft.com/office/drawing/2014/main" id="{62967E15-9C2D-466A-BF67-34146769E3AA}"/>
                    </a:ext>
                  </a:extLst>
                </p:cNvPr>
                <p:cNvCxnSpPr>
                  <a:cxnSpLocks/>
                  <a:stCxn id="115" idx="0"/>
                </p:cNvCxnSpPr>
                <p:nvPr/>
              </p:nvCxnSpPr>
              <p:spPr>
                <a:xfrm flipV="1">
                  <a:off x="1150242" y="3605775"/>
                  <a:ext cx="407857" cy="429186"/>
                </a:xfrm>
                <a:prstGeom prst="line">
                  <a:avLst/>
                </a:prstGeom>
                <a:ln w="12700">
                  <a:solidFill>
                    <a:schemeClr val="tx1"/>
                  </a:solidFill>
                  <a:tailEnd type="none"/>
                </a:ln>
              </p:spPr>
              <p:style>
                <a:lnRef idx="1">
                  <a:schemeClr val="accent1"/>
                </a:lnRef>
                <a:fillRef idx="0">
                  <a:schemeClr val="accent1"/>
                </a:fillRef>
                <a:effectRef idx="0">
                  <a:schemeClr val="accent1"/>
                </a:effectRef>
                <a:fontRef idx="minor">
                  <a:schemeClr val="tx1"/>
                </a:fontRef>
              </p:style>
            </p:cxnSp>
            <p:cxnSp>
              <p:nvCxnSpPr>
                <p:cNvPr id="118" name="直接连接符 117">
                  <a:extLst>
                    <a:ext uri="{FF2B5EF4-FFF2-40B4-BE49-F238E27FC236}">
                      <a16:creationId xmlns:a16="http://schemas.microsoft.com/office/drawing/2014/main" id="{F7393661-B3FF-41FE-81FA-CE45F035BE3A}"/>
                    </a:ext>
                  </a:extLst>
                </p:cNvPr>
                <p:cNvCxnSpPr>
                  <a:cxnSpLocks/>
                  <a:stCxn id="116" idx="0"/>
                </p:cNvCxnSpPr>
                <p:nvPr/>
              </p:nvCxnSpPr>
              <p:spPr>
                <a:xfrm flipH="1" flipV="1">
                  <a:off x="1859099" y="3605775"/>
                  <a:ext cx="375175" cy="429186"/>
                </a:xfrm>
                <a:prstGeom prst="line">
                  <a:avLst/>
                </a:prstGeom>
                <a:ln w="12700">
                  <a:solidFill>
                    <a:schemeClr val="tx1"/>
                  </a:solidFill>
                  <a:tailEnd type="none"/>
                </a:ln>
              </p:spPr>
              <p:style>
                <a:lnRef idx="1">
                  <a:schemeClr val="accent1"/>
                </a:lnRef>
                <a:fillRef idx="0">
                  <a:schemeClr val="accent1"/>
                </a:fillRef>
                <a:effectRef idx="0">
                  <a:schemeClr val="accent1"/>
                </a:effectRef>
                <a:fontRef idx="minor">
                  <a:schemeClr val="tx1"/>
                </a:fontRef>
              </p:style>
            </p:cxnSp>
          </p:grpSp>
        </p:grpSp>
        <p:grpSp>
          <p:nvGrpSpPr>
            <p:cNvPr id="119" name="组合 118">
              <a:extLst>
                <a:ext uri="{FF2B5EF4-FFF2-40B4-BE49-F238E27FC236}">
                  <a16:creationId xmlns:a16="http://schemas.microsoft.com/office/drawing/2014/main" id="{1E3E76A0-C6D9-42BE-ACF3-1288A18FB1BB}"/>
                </a:ext>
              </a:extLst>
            </p:cNvPr>
            <p:cNvGrpSpPr/>
            <p:nvPr/>
          </p:nvGrpSpPr>
          <p:grpSpPr>
            <a:xfrm>
              <a:off x="7433595" y="2018744"/>
              <a:ext cx="4246545" cy="2572375"/>
              <a:chOff x="1519343" y="2031733"/>
              <a:chExt cx="4246545" cy="2572375"/>
            </a:xfrm>
          </p:grpSpPr>
          <p:sp>
            <p:nvSpPr>
              <p:cNvPr id="120" name="矩形 119">
                <a:extLst>
                  <a:ext uri="{FF2B5EF4-FFF2-40B4-BE49-F238E27FC236}">
                    <a16:creationId xmlns:a16="http://schemas.microsoft.com/office/drawing/2014/main" id="{3134A9C5-35B5-4A90-B0C5-15595678AB06}"/>
                  </a:ext>
                </a:extLst>
              </p:cNvPr>
              <p:cNvSpPr/>
              <p:nvPr/>
            </p:nvSpPr>
            <p:spPr>
              <a:xfrm>
                <a:off x="2843719" y="2031733"/>
                <a:ext cx="1597793" cy="572428"/>
              </a:xfrm>
              <a:prstGeom prst="rect">
                <a:avLst/>
              </a:prstGeom>
              <a:solidFill>
                <a:schemeClr val="bg1"/>
              </a:solidFill>
            </p:spPr>
            <p:style>
              <a:lnRef idx="2">
                <a:schemeClr val="dk1">
                  <a:shade val="50000"/>
                </a:schemeClr>
              </a:lnRef>
              <a:fillRef idx="1">
                <a:schemeClr val="dk1"/>
              </a:fillRef>
              <a:effectRef idx="0">
                <a:schemeClr val="dk1"/>
              </a:effectRef>
              <a:fontRef idx="minor">
                <a:schemeClr val="lt1"/>
              </a:fontRef>
            </p:style>
            <p:txBody>
              <a:bodyPr rtlCol="0" anchor="ctr"/>
              <a:lstStyle/>
              <a:p>
                <a:pPr algn="ctr"/>
                <a:r>
                  <a:rPr lang="zh-CN" altLang="en-US" b="1" dirty="0">
                    <a:solidFill>
                      <a:schemeClr val="tx1"/>
                    </a:solidFill>
                  </a:rPr>
                  <a:t>以太网交换机</a:t>
                </a:r>
              </a:p>
            </p:txBody>
          </p:sp>
          <p:grpSp>
            <p:nvGrpSpPr>
              <p:cNvPr id="121" name="组合 120">
                <a:extLst>
                  <a:ext uri="{FF2B5EF4-FFF2-40B4-BE49-F238E27FC236}">
                    <a16:creationId xmlns:a16="http://schemas.microsoft.com/office/drawing/2014/main" id="{2BA758A1-2297-493B-9B7F-7EF26013B141}"/>
                  </a:ext>
                </a:extLst>
              </p:cNvPr>
              <p:cNvGrpSpPr/>
              <p:nvPr/>
            </p:nvGrpSpPr>
            <p:grpSpPr>
              <a:xfrm>
                <a:off x="1519343" y="3030066"/>
                <a:ext cx="2014963" cy="1574042"/>
                <a:chOff x="684776" y="3033347"/>
                <a:chExt cx="2014963" cy="1574042"/>
              </a:xfrm>
            </p:grpSpPr>
            <p:sp>
              <p:nvSpPr>
                <p:cNvPr id="130" name="矩形 129">
                  <a:extLst>
                    <a:ext uri="{FF2B5EF4-FFF2-40B4-BE49-F238E27FC236}">
                      <a16:creationId xmlns:a16="http://schemas.microsoft.com/office/drawing/2014/main" id="{374316ED-A3F3-4B8D-A848-E59CA287AA80}"/>
                    </a:ext>
                  </a:extLst>
                </p:cNvPr>
                <p:cNvSpPr/>
                <p:nvPr/>
              </p:nvSpPr>
              <p:spPr>
                <a:xfrm>
                  <a:off x="893361" y="3033347"/>
                  <a:ext cx="1597793" cy="572428"/>
                </a:xfrm>
                <a:prstGeom prst="rect">
                  <a:avLst/>
                </a:prstGeom>
                <a:solidFill>
                  <a:schemeClr val="bg1"/>
                </a:solidFill>
              </p:spPr>
              <p:style>
                <a:lnRef idx="2">
                  <a:schemeClr val="dk1">
                    <a:shade val="50000"/>
                  </a:schemeClr>
                </a:lnRef>
                <a:fillRef idx="1">
                  <a:schemeClr val="dk1"/>
                </a:fillRef>
                <a:effectRef idx="0">
                  <a:schemeClr val="dk1"/>
                </a:effectRef>
                <a:fontRef idx="minor">
                  <a:schemeClr val="lt1"/>
                </a:fontRef>
              </p:style>
              <p:txBody>
                <a:bodyPr rtlCol="0" anchor="ctr"/>
                <a:lstStyle/>
                <a:p>
                  <a:pPr algn="ctr"/>
                  <a:r>
                    <a:rPr lang="en-US" altLang="zh-CN" b="1" dirty="0">
                      <a:solidFill>
                        <a:schemeClr val="tx1"/>
                      </a:solidFill>
                    </a:rPr>
                    <a:t>100BaseT</a:t>
                  </a:r>
                </a:p>
                <a:p>
                  <a:pPr algn="ctr"/>
                  <a:r>
                    <a:rPr lang="zh-CN" altLang="en-US" b="1" dirty="0">
                      <a:solidFill>
                        <a:schemeClr val="tx1"/>
                      </a:solidFill>
                    </a:rPr>
                    <a:t>集线器</a:t>
                  </a:r>
                </a:p>
              </p:txBody>
            </p:sp>
            <p:sp>
              <p:nvSpPr>
                <p:cNvPr id="131" name="矩形 130">
                  <a:extLst>
                    <a:ext uri="{FF2B5EF4-FFF2-40B4-BE49-F238E27FC236}">
                      <a16:creationId xmlns:a16="http://schemas.microsoft.com/office/drawing/2014/main" id="{C8CE1967-D155-4D02-9D17-578817DC369B}"/>
                    </a:ext>
                  </a:extLst>
                </p:cNvPr>
                <p:cNvSpPr/>
                <p:nvPr/>
              </p:nvSpPr>
              <p:spPr>
                <a:xfrm>
                  <a:off x="684776" y="4034961"/>
                  <a:ext cx="930931" cy="572428"/>
                </a:xfrm>
                <a:prstGeom prst="rect">
                  <a:avLst/>
                </a:prstGeom>
                <a:solidFill>
                  <a:schemeClr val="bg1"/>
                </a:solidFill>
              </p:spPr>
              <p:style>
                <a:lnRef idx="2">
                  <a:schemeClr val="dk1">
                    <a:shade val="50000"/>
                  </a:schemeClr>
                </a:lnRef>
                <a:fillRef idx="1">
                  <a:schemeClr val="dk1"/>
                </a:fillRef>
                <a:effectRef idx="0">
                  <a:schemeClr val="dk1"/>
                </a:effectRef>
                <a:fontRef idx="minor">
                  <a:schemeClr val="lt1"/>
                </a:fontRef>
              </p:style>
              <p:txBody>
                <a:bodyPr rtlCol="0" anchor="ctr"/>
                <a:lstStyle/>
                <a:p>
                  <a:pPr algn="ctr"/>
                  <a:r>
                    <a:rPr lang="zh-CN" altLang="en-US" b="1" dirty="0">
                      <a:solidFill>
                        <a:schemeClr val="tx1"/>
                      </a:solidFill>
                    </a:rPr>
                    <a:t>台式机</a:t>
                  </a:r>
                </a:p>
              </p:txBody>
            </p:sp>
            <p:sp>
              <p:nvSpPr>
                <p:cNvPr id="132" name="矩形 131">
                  <a:extLst>
                    <a:ext uri="{FF2B5EF4-FFF2-40B4-BE49-F238E27FC236}">
                      <a16:creationId xmlns:a16="http://schemas.microsoft.com/office/drawing/2014/main" id="{E353BB96-BBC5-42C5-9FB9-CBA5848687EF}"/>
                    </a:ext>
                  </a:extLst>
                </p:cNvPr>
                <p:cNvSpPr/>
                <p:nvPr/>
              </p:nvSpPr>
              <p:spPr>
                <a:xfrm>
                  <a:off x="1768808" y="4034961"/>
                  <a:ext cx="930931" cy="572428"/>
                </a:xfrm>
                <a:prstGeom prst="rect">
                  <a:avLst/>
                </a:prstGeom>
                <a:solidFill>
                  <a:schemeClr val="bg1"/>
                </a:solidFill>
              </p:spPr>
              <p:style>
                <a:lnRef idx="2">
                  <a:schemeClr val="dk1">
                    <a:shade val="50000"/>
                  </a:schemeClr>
                </a:lnRef>
                <a:fillRef idx="1">
                  <a:schemeClr val="dk1"/>
                </a:fillRef>
                <a:effectRef idx="0">
                  <a:schemeClr val="dk1"/>
                </a:effectRef>
                <a:fontRef idx="minor">
                  <a:schemeClr val="lt1"/>
                </a:fontRef>
              </p:style>
              <p:txBody>
                <a:bodyPr rtlCol="0" anchor="ctr"/>
                <a:lstStyle/>
                <a:p>
                  <a:pPr algn="ctr"/>
                  <a:r>
                    <a:rPr lang="zh-CN" altLang="en-US" b="1" dirty="0">
                      <a:solidFill>
                        <a:schemeClr val="tx1"/>
                      </a:solidFill>
                    </a:rPr>
                    <a:t>笔记本</a:t>
                  </a:r>
                </a:p>
              </p:txBody>
            </p:sp>
            <p:cxnSp>
              <p:nvCxnSpPr>
                <p:cNvPr id="133" name="直接连接符 132">
                  <a:extLst>
                    <a:ext uri="{FF2B5EF4-FFF2-40B4-BE49-F238E27FC236}">
                      <a16:creationId xmlns:a16="http://schemas.microsoft.com/office/drawing/2014/main" id="{83F19EB5-02E2-4403-A302-202594AFE22D}"/>
                    </a:ext>
                  </a:extLst>
                </p:cNvPr>
                <p:cNvCxnSpPr>
                  <a:cxnSpLocks/>
                  <a:stCxn id="131" idx="0"/>
                </p:cNvCxnSpPr>
                <p:nvPr/>
              </p:nvCxnSpPr>
              <p:spPr>
                <a:xfrm flipV="1">
                  <a:off x="1150242" y="3605775"/>
                  <a:ext cx="407857" cy="429186"/>
                </a:xfrm>
                <a:prstGeom prst="line">
                  <a:avLst/>
                </a:prstGeom>
                <a:ln w="12700">
                  <a:solidFill>
                    <a:schemeClr val="tx1"/>
                  </a:solidFill>
                  <a:tailEnd type="none"/>
                </a:ln>
              </p:spPr>
              <p:style>
                <a:lnRef idx="1">
                  <a:schemeClr val="accent1"/>
                </a:lnRef>
                <a:fillRef idx="0">
                  <a:schemeClr val="accent1"/>
                </a:fillRef>
                <a:effectRef idx="0">
                  <a:schemeClr val="accent1"/>
                </a:effectRef>
                <a:fontRef idx="minor">
                  <a:schemeClr val="tx1"/>
                </a:fontRef>
              </p:style>
            </p:cxnSp>
            <p:cxnSp>
              <p:nvCxnSpPr>
                <p:cNvPr id="134" name="直接连接符 133">
                  <a:extLst>
                    <a:ext uri="{FF2B5EF4-FFF2-40B4-BE49-F238E27FC236}">
                      <a16:creationId xmlns:a16="http://schemas.microsoft.com/office/drawing/2014/main" id="{69158F08-4E9E-4857-8B84-5070575C0A0E}"/>
                    </a:ext>
                  </a:extLst>
                </p:cNvPr>
                <p:cNvCxnSpPr>
                  <a:cxnSpLocks/>
                  <a:stCxn id="132" idx="0"/>
                </p:cNvCxnSpPr>
                <p:nvPr/>
              </p:nvCxnSpPr>
              <p:spPr>
                <a:xfrm flipH="1" flipV="1">
                  <a:off x="1859099" y="3605775"/>
                  <a:ext cx="375175" cy="429186"/>
                </a:xfrm>
                <a:prstGeom prst="line">
                  <a:avLst/>
                </a:prstGeom>
                <a:ln w="12700">
                  <a:solidFill>
                    <a:schemeClr val="tx1"/>
                  </a:solidFill>
                  <a:tailEnd type="none"/>
                </a:ln>
              </p:spPr>
              <p:style>
                <a:lnRef idx="1">
                  <a:schemeClr val="accent1"/>
                </a:lnRef>
                <a:fillRef idx="0">
                  <a:schemeClr val="accent1"/>
                </a:fillRef>
                <a:effectRef idx="0">
                  <a:schemeClr val="accent1"/>
                </a:effectRef>
                <a:fontRef idx="minor">
                  <a:schemeClr val="tx1"/>
                </a:fontRef>
              </p:style>
            </p:cxnSp>
          </p:grpSp>
          <p:cxnSp>
            <p:nvCxnSpPr>
              <p:cNvPr id="122" name="直接连接符 121">
                <a:extLst>
                  <a:ext uri="{FF2B5EF4-FFF2-40B4-BE49-F238E27FC236}">
                    <a16:creationId xmlns:a16="http://schemas.microsoft.com/office/drawing/2014/main" id="{465ED50B-B1BD-4EAB-8543-FEF9132B0775}"/>
                  </a:ext>
                </a:extLst>
              </p:cNvPr>
              <p:cNvCxnSpPr>
                <a:cxnSpLocks/>
                <a:endCxn id="130" idx="0"/>
              </p:cNvCxnSpPr>
              <p:nvPr/>
            </p:nvCxnSpPr>
            <p:spPr>
              <a:xfrm flipH="1">
                <a:off x="2526825" y="2623549"/>
                <a:ext cx="774099" cy="406517"/>
              </a:xfrm>
              <a:prstGeom prst="line">
                <a:avLst/>
              </a:prstGeom>
              <a:ln w="12700">
                <a:solidFill>
                  <a:schemeClr val="tx1"/>
                </a:solidFill>
                <a:tailEnd type="none"/>
              </a:ln>
            </p:spPr>
            <p:style>
              <a:lnRef idx="1">
                <a:schemeClr val="accent1"/>
              </a:lnRef>
              <a:fillRef idx="0">
                <a:schemeClr val="accent1"/>
              </a:fillRef>
              <a:effectRef idx="0">
                <a:schemeClr val="accent1"/>
              </a:effectRef>
              <a:fontRef idx="minor">
                <a:schemeClr val="tx1"/>
              </a:fontRef>
            </p:style>
          </p:cxnSp>
          <p:cxnSp>
            <p:nvCxnSpPr>
              <p:cNvPr id="123" name="直接连接符 122">
                <a:extLst>
                  <a:ext uri="{FF2B5EF4-FFF2-40B4-BE49-F238E27FC236}">
                    <a16:creationId xmlns:a16="http://schemas.microsoft.com/office/drawing/2014/main" id="{19D9D9D4-1B7E-4252-B612-F783241D0F25}"/>
                  </a:ext>
                </a:extLst>
              </p:cNvPr>
              <p:cNvCxnSpPr>
                <a:cxnSpLocks/>
                <a:endCxn id="125" idx="0"/>
              </p:cNvCxnSpPr>
              <p:nvPr/>
            </p:nvCxnSpPr>
            <p:spPr>
              <a:xfrm>
                <a:off x="4024859" y="2598244"/>
                <a:ext cx="733548" cy="411433"/>
              </a:xfrm>
              <a:prstGeom prst="line">
                <a:avLst/>
              </a:prstGeom>
              <a:ln w="12700">
                <a:solidFill>
                  <a:schemeClr val="tx1"/>
                </a:solidFill>
                <a:tailEnd type="none"/>
              </a:ln>
            </p:spPr>
            <p:style>
              <a:lnRef idx="1">
                <a:schemeClr val="accent1"/>
              </a:lnRef>
              <a:fillRef idx="0">
                <a:schemeClr val="accent1"/>
              </a:fillRef>
              <a:effectRef idx="0">
                <a:schemeClr val="accent1"/>
              </a:effectRef>
              <a:fontRef idx="minor">
                <a:schemeClr val="tx1"/>
              </a:fontRef>
            </p:style>
          </p:cxnSp>
          <p:grpSp>
            <p:nvGrpSpPr>
              <p:cNvPr id="124" name="组合 123">
                <a:extLst>
                  <a:ext uri="{FF2B5EF4-FFF2-40B4-BE49-F238E27FC236}">
                    <a16:creationId xmlns:a16="http://schemas.microsoft.com/office/drawing/2014/main" id="{A00482FE-DE9C-4B80-A97D-7DD0759FFB93}"/>
                  </a:ext>
                </a:extLst>
              </p:cNvPr>
              <p:cNvGrpSpPr/>
              <p:nvPr/>
            </p:nvGrpSpPr>
            <p:grpSpPr>
              <a:xfrm>
                <a:off x="3750925" y="3009677"/>
                <a:ext cx="2014963" cy="1574042"/>
                <a:chOff x="684776" y="3033347"/>
                <a:chExt cx="2014963" cy="1574042"/>
              </a:xfrm>
            </p:grpSpPr>
            <p:sp>
              <p:nvSpPr>
                <p:cNvPr id="125" name="矩形 124">
                  <a:extLst>
                    <a:ext uri="{FF2B5EF4-FFF2-40B4-BE49-F238E27FC236}">
                      <a16:creationId xmlns:a16="http://schemas.microsoft.com/office/drawing/2014/main" id="{E899E54E-B113-4900-AF57-1FCA2AC5389C}"/>
                    </a:ext>
                  </a:extLst>
                </p:cNvPr>
                <p:cNvSpPr/>
                <p:nvPr/>
              </p:nvSpPr>
              <p:spPr>
                <a:xfrm>
                  <a:off x="893361" y="3033347"/>
                  <a:ext cx="1597793" cy="572428"/>
                </a:xfrm>
                <a:prstGeom prst="rect">
                  <a:avLst/>
                </a:prstGeom>
                <a:solidFill>
                  <a:schemeClr val="bg1"/>
                </a:solidFill>
              </p:spPr>
              <p:style>
                <a:lnRef idx="2">
                  <a:schemeClr val="dk1">
                    <a:shade val="50000"/>
                  </a:schemeClr>
                </a:lnRef>
                <a:fillRef idx="1">
                  <a:schemeClr val="dk1"/>
                </a:fillRef>
                <a:effectRef idx="0">
                  <a:schemeClr val="dk1"/>
                </a:effectRef>
                <a:fontRef idx="minor">
                  <a:schemeClr val="lt1"/>
                </a:fontRef>
              </p:style>
              <p:txBody>
                <a:bodyPr rtlCol="0" anchor="ctr"/>
                <a:lstStyle/>
                <a:p>
                  <a:pPr algn="ctr"/>
                  <a:r>
                    <a:rPr lang="en-US" altLang="zh-CN" b="1" dirty="0">
                      <a:solidFill>
                        <a:schemeClr val="tx1"/>
                      </a:solidFill>
                    </a:rPr>
                    <a:t>100BaseT</a:t>
                  </a:r>
                </a:p>
                <a:p>
                  <a:pPr algn="ctr"/>
                  <a:r>
                    <a:rPr lang="zh-CN" altLang="en-US" b="1" dirty="0">
                      <a:solidFill>
                        <a:schemeClr val="tx1"/>
                      </a:solidFill>
                    </a:rPr>
                    <a:t>集线器</a:t>
                  </a:r>
                </a:p>
              </p:txBody>
            </p:sp>
            <p:sp>
              <p:nvSpPr>
                <p:cNvPr id="126" name="矩形 125">
                  <a:extLst>
                    <a:ext uri="{FF2B5EF4-FFF2-40B4-BE49-F238E27FC236}">
                      <a16:creationId xmlns:a16="http://schemas.microsoft.com/office/drawing/2014/main" id="{F52F0810-D364-4352-9A3F-38772397B49A}"/>
                    </a:ext>
                  </a:extLst>
                </p:cNvPr>
                <p:cNvSpPr/>
                <p:nvPr/>
              </p:nvSpPr>
              <p:spPr>
                <a:xfrm>
                  <a:off x="684776" y="4034961"/>
                  <a:ext cx="930931" cy="572428"/>
                </a:xfrm>
                <a:prstGeom prst="rect">
                  <a:avLst/>
                </a:prstGeom>
                <a:solidFill>
                  <a:schemeClr val="bg1"/>
                </a:solidFill>
              </p:spPr>
              <p:style>
                <a:lnRef idx="2">
                  <a:schemeClr val="dk1">
                    <a:shade val="50000"/>
                  </a:schemeClr>
                </a:lnRef>
                <a:fillRef idx="1">
                  <a:schemeClr val="dk1"/>
                </a:fillRef>
                <a:effectRef idx="0">
                  <a:schemeClr val="dk1"/>
                </a:effectRef>
                <a:fontRef idx="minor">
                  <a:schemeClr val="lt1"/>
                </a:fontRef>
              </p:style>
              <p:txBody>
                <a:bodyPr rtlCol="0" anchor="ctr"/>
                <a:lstStyle/>
                <a:p>
                  <a:pPr algn="ctr"/>
                  <a:r>
                    <a:rPr lang="zh-CN" altLang="en-US" b="1" dirty="0">
                      <a:solidFill>
                        <a:schemeClr val="tx1"/>
                      </a:solidFill>
                    </a:rPr>
                    <a:t>台式机</a:t>
                  </a:r>
                </a:p>
              </p:txBody>
            </p:sp>
            <p:sp>
              <p:nvSpPr>
                <p:cNvPr id="127" name="矩形 126">
                  <a:extLst>
                    <a:ext uri="{FF2B5EF4-FFF2-40B4-BE49-F238E27FC236}">
                      <a16:creationId xmlns:a16="http://schemas.microsoft.com/office/drawing/2014/main" id="{05B05105-5AFB-448B-9318-0D0A576D334E}"/>
                    </a:ext>
                  </a:extLst>
                </p:cNvPr>
                <p:cNvSpPr/>
                <p:nvPr/>
              </p:nvSpPr>
              <p:spPr>
                <a:xfrm>
                  <a:off x="1768808" y="4034961"/>
                  <a:ext cx="930931" cy="572428"/>
                </a:xfrm>
                <a:prstGeom prst="rect">
                  <a:avLst/>
                </a:prstGeom>
                <a:solidFill>
                  <a:schemeClr val="bg1"/>
                </a:solidFill>
              </p:spPr>
              <p:style>
                <a:lnRef idx="2">
                  <a:schemeClr val="dk1">
                    <a:shade val="50000"/>
                  </a:schemeClr>
                </a:lnRef>
                <a:fillRef idx="1">
                  <a:schemeClr val="dk1"/>
                </a:fillRef>
                <a:effectRef idx="0">
                  <a:schemeClr val="dk1"/>
                </a:effectRef>
                <a:fontRef idx="minor">
                  <a:schemeClr val="lt1"/>
                </a:fontRef>
              </p:style>
              <p:txBody>
                <a:bodyPr rtlCol="0" anchor="ctr"/>
                <a:lstStyle/>
                <a:p>
                  <a:pPr algn="ctr"/>
                  <a:r>
                    <a:rPr lang="zh-CN" altLang="en-US" b="1" dirty="0">
                      <a:solidFill>
                        <a:schemeClr val="tx1"/>
                      </a:solidFill>
                    </a:rPr>
                    <a:t>笔记本</a:t>
                  </a:r>
                </a:p>
              </p:txBody>
            </p:sp>
            <p:cxnSp>
              <p:nvCxnSpPr>
                <p:cNvPr id="128" name="直接连接符 127">
                  <a:extLst>
                    <a:ext uri="{FF2B5EF4-FFF2-40B4-BE49-F238E27FC236}">
                      <a16:creationId xmlns:a16="http://schemas.microsoft.com/office/drawing/2014/main" id="{C2CFEA62-9853-4CCF-9D35-3AAEF87DEBD1}"/>
                    </a:ext>
                  </a:extLst>
                </p:cNvPr>
                <p:cNvCxnSpPr>
                  <a:cxnSpLocks/>
                  <a:stCxn id="126" idx="0"/>
                </p:cNvCxnSpPr>
                <p:nvPr/>
              </p:nvCxnSpPr>
              <p:spPr>
                <a:xfrm flipV="1">
                  <a:off x="1150242" y="3605775"/>
                  <a:ext cx="407857" cy="429186"/>
                </a:xfrm>
                <a:prstGeom prst="line">
                  <a:avLst/>
                </a:prstGeom>
                <a:ln w="12700">
                  <a:solidFill>
                    <a:schemeClr val="tx1"/>
                  </a:solidFill>
                  <a:tailEnd type="none"/>
                </a:ln>
              </p:spPr>
              <p:style>
                <a:lnRef idx="1">
                  <a:schemeClr val="accent1"/>
                </a:lnRef>
                <a:fillRef idx="0">
                  <a:schemeClr val="accent1"/>
                </a:fillRef>
                <a:effectRef idx="0">
                  <a:schemeClr val="accent1"/>
                </a:effectRef>
                <a:fontRef idx="minor">
                  <a:schemeClr val="tx1"/>
                </a:fontRef>
              </p:style>
            </p:cxnSp>
            <p:cxnSp>
              <p:nvCxnSpPr>
                <p:cNvPr id="129" name="直接连接符 128">
                  <a:extLst>
                    <a:ext uri="{FF2B5EF4-FFF2-40B4-BE49-F238E27FC236}">
                      <a16:creationId xmlns:a16="http://schemas.microsoft.com/office/drawing/2014/main" id="{2A2A155D-C5C2-49B7-A0E6-BE314A39B7AE}"/>
                    </a:ext>
                  </a:extLst>
                </p:cNvPr>
                <p:cNvCxnSpPr>
                  <a:cxnSpLocks/>
                  <a:stCxn id="127" idx="0"/>
                </p:cNvCxnSpPr>
                <p:nvPr/>
              </p:nvCxnSpPr>
              <p:spPr>
                <a:xfrm flipH="1" flipV="1">
                  <a:off x="1859099" y="3605775"/>
                  <a:ext cx="375175" cy="429186"/>
                </a:xfrm>
                <a:prstGeom prst="line">
                  <a:avLst/>
                </a:prstGeom>
                <a:ln w="12700">
                  <a:solidFill>
                    <a:schemeClr val="tx1"/>
                  </a:solidFill>
                  <a:tailEnd type="none"/>
                </a:ln>
              </p:spPr>
              <p:style>
                <a:lnRef idx="1">
                  <a:schemeClr val="accent1"/>
                </a:lnRef>
                <a:fillRef idx="0">
                  <a:schemeClr val="accent1"/>
                </a:fillRef>
                <a:effectRef idx="0">
                  <a:schemeClr val="accent1"/>
                </a:effectRef>
                <a:fontRef idx="minor">
                  <a:schemeClr val="tx1"/>
                </a:fontRef>
              </p:style>
            </p:cxnSp>
          </p:grpSp>
        </p:grpSp>
      </p:grpSp>
      <p:sp>
        <p:nvSpPr>
          <p:cNvPr id="81" name="平行四边形 80">
            <a:extLst>
              <a:ext uri="{FF2B5EF4-FFF2-40B4-BE49-F238E27FC236}">
                <a16:creationId xmlns:a16="http://schemas.microsoft.com/office/drawing/2014/main" id="{61FC23F7-42A9-95EE-3C5E-58FFD4022A66}"/>
              </a:ext>
            </a:extLst>
          </p:cNvPr>
          <p:cNvSpPr/>
          <p:nvPr/>
        </p:nvSpPr>
        <p:spPr>
          <a:xfrm>
            <a:off x="304799" y="749300"/>
            <a:ext cx="688541" cy="387090"/>
          </a:xfrm>
          <a:prstGeom prst="parallelogram">
            <a:avLst/>
          </a:prstGeom>
          <a:solidFill>
            <a:schemeClr val="accent3">
              <a:lumMod val="75000"/>
            </a:schemeClr>
          </a:solidFill>
          <a:ln>
            <a:solidFill>
              <a:schemeClr val="accent3">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CN" sz="2200" dirty="0">
                <a:latin typeface="Impact" panose="020B0806030902050204" pitchFamily="34" charset="0"/>
              </a:rPr>
              <a:t>03</a:t>
            </a:r>
            <a:endParaRPr lang="zh-CN" altLang="en-US" sz="2200" dirty="0">
              <a:latin typeface="Impact" panose="020B0806030902050204" pitchFamily="34" charset="0"/>
            </a:endParaRPr>
          </a:p>
        </p:txBody>
      </p:sp>
    </p:spTree>
    <p:custDataLst>
      <p:tags r:id="rId1"/>
    </p:custDataLst>
    <p:extLst>
      <p:ext uri="{BB962C8B-B14F-4D97-AF65-F5344CB8AC3E}">
        <p14:creationId xmlns:p14="http://schemas.microsoft.com/office/powerpoint/2010/main" val="3468726719"/>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53" presetClass="entr" presetSubtype="16" fill="hold" nodeType="withEffect">
                                  <p:stCondLst>
                                    <p:cond delay="0"/>
                                  </p:stCondLst>
                                  <p:childTnLst>
                                    <p:set>
                                      <p:cBhvr>
                                        <p:cTn id="6" dur="1" fill="hold">
                                          <p:stCondLst>
                                            <p:cond delay="0"/>
                                          </p:stCondLst>
                                        </p:cTn>
                                        <p:tgtEl>
                                          <p:spTgt spid="8"/>
                                        </p:tgtEl>
                                        <p:attrNameLst>
                                          <p:attrName>style.visibility</p:attrName>
                                        </p:attrNameLst>
                                      </p:cBhvr>
                                      <p:to>
                                        <p:strVal val="visible"/>
                                      </p:to>
                                    </p:set>
                                    <p:anim calcmode="lin" valueType="num">
                                      <p:cBhvr>
                                        <p:cTn id="7" dur="500" fill="hold"/>
                                        <p:tgtEl>
                                          <p:spTgt spid="8"/>
                                        </p:tgtEl>
                                        <p:attrNameLst>
                                          <p:attrName>ppt_w</p:attrName>
                                        </p:attrNameLst>
                                      </p:cBhvr>
                                      <p:tavLst>
                                        <p:tav tm="0">
                                          <p:val>
                                            <p:fltVal val="0"/>
                                          </p:val>
                                        </p:tav>
                                        <p:tav tm="100000">
                                          <p:val>
                                            <p:strVal val="#ppt_w"/>
                                          </p:val>
                                        </p:tav>
                                      </p:tavLst>
                                    </p:anim>
                                    <p:anim calcmode="lin" valueType="num">
                                      <p:cBhvr>
                                        <p:cTn id="8" dur="500" fill="hold"/>
                                        <p:tgtEl>
                                          <p:spTgt spid="8"/>
                                        </p:tgtEl>
                                        <p:attrNameLst>
                                          <p:attrName>ppt_h</p:attrName>
                                        </p:attrNameLst>
                                      </p:cBhvr>
                                      <p:tavLst>
                                        <p:tav tm="0">
                                          <p:val>
                                            <p:fltVal val="0"/>
                                          </p:val>
                                        </p:tav>
                                        <p:tav tm="100000">
                                          <p:val>
                                            <p:strVal val="#ppt_h"/>
                                          </p:val>
                                        </p:tav>
                                      </p:tavLst>
                                    </p:anim>
                                    <p:animEffect transition="in" filter="fade">
                                      <p:cBhvr>
                                        <p:cTn id="9" dur="500"/>
                                        <p:tgtEl>
                                          <p:spTgt spid="8"/>
                                        </p:tgtEl>
                                      </p:cBhvr>
                                    </p:animEffect>
                                  </p:childTnLst>
                                </p:cTn>
                              </p:par>
                            </p:childTnLst>
                          </p:cTn>
                        </p:par>
                      </p:childTnLst>
                    </p:cTn>
                  </p:par>
                  <p:par>
                    <p:cTn id="10" fill="hold">
                      <p:stCondLst>
                        <p:cond delay="indefinite"/>
                      </p:stCondLst>
                      <p:childTnLst>
                        <p:par>
                          <p:cTn id="11" fill="hold">
                            <p:stCondLst>
                              <p:cond delay="0"/>
                            </p:stCondLst>
                            <p:childTnLst>
                              <p:par>
                                <p:cTn id="12" presetID="53" presetClass="entr" presetSubtype="16" fill="hold" nodeType="clickEffect">
                                  <p:stCondLst>
                                    <p:cond delay="0"/>
                                  </p:stCondLst>
                                  <p:childTnLst>
                                    <p:set>
                                      <p:cBhvr>
                                        <p:cTn id="13" dur="1" fill="hold">
                                          <p:stCondLst>
                                            <p:cond delay="0"/>
                                          </p:stCondLst>
                                        </p:cTn>
                                        <p:tgtEl>
                                          <p:spTgt spid="135"/>
                                        </p:tgtEl>
                                        <p:attrNameLst>
                                          <p:attrName>style.visibility</p:attrName>
                                        </p:attrNameLst>
                                      </p:cBhvr>
                                      <p:to>
                                        <p:strVal val="visible"/>
                                      </p:to>
                                    </p:set>
                                    <p:anim calcmode="lin" valueType="num">
                                      <p:cBhvr>
                                        <p:cTn id="14" dur="500" fill="hold"/>
                                        <p:tgtEl>
                                          <p:spTgt spid="135"/>
                                        </p:tgtEl>
                                        <p:attrNameLst>
                                          <p:attrName>ppt_w</p:attrName>
                                        </p:attrNameLst>
                                      </p:cBhvr>
                                      <p:tavLst>
                                        <p:tav tm="0">
                                          <p:val>
                                            <p:fltVal val="0"/>
                                          </p:val>
                                        </p:tav>
                                        <p:tav tm="100000">
                                          <p:val>
                                            <p:strVal val="#ppt_w"/>
                                          </p:val>
                                        </p:tav>
                                      </p:tavLst>
                                    </p:anim>
                                    <p:anim calcmode="lin" valueType="num">
                                      <p:cBhvr>
                                        <p:cTn id="15" dur="500" fill="hold"/>
                                        <p:tgtEl>
                                          <p:spTgt spid="135"/>
                                        </p:tgtEl>
                                        <p:attrNameLst>
                                          <p:attrName>ppt_h</p:attrName>
                                        </p:attrNameLst>
                                      </p:cBhvr>
                                      <p:tavLst>
                                        <p:tav tm="0">
                                          <p:val>
                                            <p:fltVal val="0"/>
                                          </p:val>
                                        </p:tav>
                                        <p:tav tm="100000">
                                          <p:val>
                                            <p:strVal val="#ppt_h"/>
                                          </p:val>
                                        </p:tav>
                                      </p:tavLst>
                                    </p:anim>
                                    <p:animEffect transition="in" filter="fade">
                                      <p:cBhvr>
                                        <p:cTn id="16" dur="500"/>
                                        <p:tgtEl>
                                          <p:spTgt spid="135"/>
                                        </p:tgtEl>
                                      </p:cBhvr>
                                    </p:animEffect>
                                  </p:childTnLst>
                                </p:cTn>
                              </p:par>
                            </p:childTnLst>
                          </p:cTn>
                        </p:par>
                      </p:childTnLst>
                    </p:cTn>
                  </p:par>
                  <p:par>
                    <p:cTn id="17" fill="hold">
                      <p:stCondLst>
                        <p:cond delay="indefinite"/>
                      </p:stCondLst>
                      <p:childTnLst>
                        <p:par>
                          <p:cTn id="18" fill="hold">
                            <p:stCondLst>
                              <p:cond delay="0"/>
                            </p:stCondLst>
                            <p:childTnLst>
                              <p:par>
                                <p:cTn id="19" presetID="53" presetClass="entr" presetSubtype="16" fill="hold" nodeType="clickEffect">
                                  <p:stCondLst>
                                    <p:cond delay="0"/>
                                  </p:stCondLst>
                                  <p:childTnLst>
                                    <p:set>
                                      <p:cBhvr>
                                        <p:cTn id="20" dur="1" fill="hold">
                                          <p:stCondLst>
                                            <p:cond delay="0"/>
                                          </p:stCondLst>
                                        </p:cTn>
                                        <p:tgtEl>
                                          <p:spTgt spid="138"/>
                                        </p:tgtEl>
                                        <p:attrNameLst>
                                          <p:attrName>style.visibility</p:attrName>
                                        </p:attrNameLst>
                                      </p:cBhvr>
                                      <p:to>
                                        <p:strVal val="visible"/>
                                      </p:to>
                                    </p:set>
                                    <p:anim calcmode="lin" valueType="num">
                                      <p:cBhvr>
                                        <p:cTn id="21" dur="500" fill="hold"/>
                                        <p:tgtEl>
                                          <p:spTgt spid="138"/>
                                        </p:tgtEl>
                                        <p:attrNameLst>
                                          <p:attrName>ppt_w</p:attrName>
                                        </p:attrNameLst>
                                      </p:cBhvr>
                                      <p:tavLst>
                                        <p:tav tm="0">
                                          <p:val>
                                            <p:fltVal val="0"/>
                                          </p:val>
                                        </p:tav>
                                        <p:tav tm="100000">
                                          <p:val>
                                            <p:strVal val="#ppt_w"/>
                                          </p:val>
                                        </p:tav>
                                      </p:tavLst>
                                    </p:anim>
                                    <p:anim calcmode="lin" valueType="num">
                                      <p:cBhvr>
                                        <p:cTn id="22" dur="500" fill="hold"/>
                                        <p:tgtEl>
                                          <p:spTgt spid="138"/>
                                        </p:tgtEl>
                                        <p:attrNameLst>
                                          <p:attrName>ppt_h</p:attrName>
                                        </p:attrNameLst>
                                      </p:cBhvr>
                                      <p:tavLst>
                                        <p:tav tm="0">
                                          <p:val>
                                            <p:fltVal val="0"/>
                                          </p:val>
                                        </p:tav>
                                        <p:tav tm="100000">
                                          <p:val>
                                            <p:strVal val="#ppt_h"/>
                                          </p:val>
                                        </p:tav>
                                      </p:tavLst>
                                    </p:anim>
                                    <p:animEffect transition="in" filter="fade">
                                      <p:cBhvr>
                                        <p:cTn id="23" dur="500"/>
                                        <p:tgtEl>
                                          <p:spTgt spid="138"/>
                                        </p:tgtEl>
                                      </p:cBhvr>
                                    </p:animEffect>
                                  </p:childTnLst>
                                </p:cTn>
                              </p:par>
                            </p:childTnLst>
                          </p:cTn>
                        </p:par>
                      </p:childTnLst>
                    </p:cTn>
                  </p:par>
                  <p:par>
                    <p:cTn id="24" fill="hold">
                      <p:stCondLst>
                        <p:cond delay="indefinite"/>
                      </p:stCondLst>
                      <p:childTnLst>
                        <p:par>
                          <p:cTn id="25" fill="hold">
                            <p:stCondLst>
                              <p:cond delay="0"/>
                            </p:stCondLst>
                            <p:childTnLst>
                              <p:par>
                                <p:cTn id="26" presetID="53" presetClass="entr" presetSubtype="16" fill="hold" nodeType="clickEffect">
                                  <p:stCondLst>
                                    <p:cond delay="0"/>
                                  </p:stCondLst>
                                  <p:childTnLst>
                                    <p:set>
                                      <p:cBhvr>
                                        <p:cTn id="27" dur="1" fill="hold">
                                          <p:stCondLst>
                                            <p:cond delay="0"/>
                                          </p:stCondLst>
                                        </p:cTn>
                                        <p:tgtEl>
                                          <p:spTgt spid="141"/>
                                        </p:tgtEl>
                                        <p:attrNameLst>
                                          <p:attrName>style.visibility</p:attrName>
                                        </p:attrNameLst>
                                      </p:cBhvr>
                                      <p:to>
                                        <p:strVal val="visible"/>
                                      </p:to>
                                    </p:set>
                                    <p:anim calcmode="lin" valueType="num">
                                      <p:cBhvr>
                                        <p:cTn id="28" dur="500" fill="hold"/>
                                        <p:tgtEl>
                                          <p:spTgt spid="141"/>
                                        </p:tgtEl>
                                        <p:attrNameLst>
                                          <p:attrName>ppt_w</p:attrName>
                                        </p:attrNameLst>
                                      </p:cBhvr>
                                      <p:tavLst>
                                        <p:tav tm="0">
                                          <p:val>
                                            <p:fltVal val="0"/>
                                          </p:val>
                                        </p:tav>
                                        <p:tav tm="100000">
                                          <p:val>
                                            <p:strVal val="#ppt_w"/>
                                          </p:val>
                                        </p:tav>
                                      </p:tavLst>
                                    </p:anim>
                                    <p:anim calcmode="lin" valueType="num">
                                      <p:cBhvr>
                                        <p:cTn id="29" dur="500" fill="hold"/>
                                        <p:tgtEl>
                                          <p:spTgt spid="141"/>
                                        </p:tgtEl>
                                        <p:attrNameLst>
                                          <p:attrName>ppt_h</p:attrName>
                                        </p:attrNameLst>
                                      </p:cBhvr>
                                      <p:tavLst>
                                        <p:tav tm="0">
                                          <p:val>
                                            <p:fltVal val="0"/>
                                          </p:val>
                                        </p:tav>
                                        <p:tav tm="100000">
                                          <p:val>
                                            <p:strVal val="#ppt_h"/>
                                          </p:val>
                                        </p:tav>
                                      </p:tavLst>
                                    </p:anim>
                                    <p:animEffect transition="in" filter="fade">
                                      <p:cBhvr>
                                        <p:cTn id="30" dur="500"/>
                                        <p:tgtEl>
                                          <p:spTgt spid="141"/>
                                        </p:tgtEl>
                                      </p:cBhvr>
                                    </p:animEffect>
                                  </p:childTnLst>
                                </p:cTn>
                              </p:par>
                            </p:childTnLst>
                          </p:cTn>
                        </p:par>
                      </p:childTnLst>
                    </p:cTn>
                  </p:par>
                  <p:par>
                    <p:cTn id="31" fill="hold">
                      <p:stCondLst>
                        <p:cond delay="indefinite"/>
                      </p:stCondLst>
                      <p:childTnLst>
                        <p:par>
                          <p:cTn id="32" fill="hold">
                            <p:stCondLst>
                              <p:cond delay="0"/>
                            </p:stCondLst>
                            <p:childTnLst>
                              <p:par>
                                <p:cTn id="33" presetID="53" presetClass="entr" presetSubtype="16" fill="hold" nodeType="clickEffect">
                                  <p:stCondLst>
                                    <p:cond delay="0"/>
                                  </p:stCondLst>
                                  <p:childTnLst>
                                    <p:set>
                                      <p:cBhvr>
                                        <p:cTn id="34" dur="1" fill="hold">
                                          <p:stCondLst>
                                            <p:cond delay="0"/>
                                          </p:stCondLst>
                                        </p:cTn>
                                        <p:tgtEl>
                                          <p:spTgt spid="31"/>
                                        </p:tgtEl>
                                        <p:attrNameLst>
                                          <p:attrName>style.visibility</p:attrName>
                                        </p:attrNameLst>
                                      </p:cBhvr>
                                      <p:to>
                                        <p:strVal val="visible"/>
                                      </p:to>
                                    </p:set>
                                    <p:anim calcmode="lin" valueType="num">
                                      <p:cBhvr>
                                        <p:cTn id="35" dur="500" fill="hold"/>
                                        <p:tgtEl>
                                          <p:spTgt spid="31"/>
                                        </p:tgtEl>
                                        <p:attrNameLst>
                                          <p:attrName>ppt_w</p:attrName>
                                        </p:attrNameLst>
                                      </p:cBhvr>
                                      <p:tavLst>
                                        <p:tav tm="0">
                                          <p:val>
                                            <p:fltVal val="0"/>
                                          </p:val>
                                        </p:tav>
                                        <p:tav tm="100000">
                                          <p:val>
                                            <p:strVal val="#ppt_w"/>
                                          </p:val>
                                        </p:tav>
                                      </p:tavLst>
                                    </p:anim>
                                    <p:anim calcmode="lin" valueType="num">
                                      <p:cBhvr>
                                        <p:cTn id="36" dur="500" fill="hold"/>
                                        <p:tgtEl>
                                          <p:spTgt spid="31"/>
                                        </p:tgtEl>
                                        <p:attrNameLst>
                                          <p:attrName>ppt_h</p:attrName>
                                        </p:attrNameLst>
                                      </p:cBhvr>
                                      <p:tavLst>
                                        <p:tav tm="0">
                                          <p:val>
                                            <p:fltVal val="0"/>
                                          </p:val>
                                        </p:tav>
                                        <p:tav tm="100000">
                                          <p:val>
                                            <p:strVal val="#ppt_h"/>
                                          </p:val>
                                        </p:tav>
                                      </p:tavLst>
                                    </p:anim>
                                    <p:animEffect transition="in" filter="fade">
                                      <p:cBhvr>
                                        <p:cTn id="37" dur="500"/>
                                        <p:tgtEl>
                                          <p:spTgt spid="31"/>
                                        </p:tgtEl>
                                      </p:cBhvr>
                                    </p:animEffect>
                                  </p:childTnLst>
                                </p:cTn>
                              </p:par>
                            </p:childTnLst>
                          </p:cTn>
                        </p:par>
                      </p:childTnLst>
                    </p:cTn>
                  </p:par>
                  <p:par>
                    <p:cTn id="38" fill="hold">
                      <p:stCondLst>
                        <p:cond delay="indefinite"/>
                      </p:stCondLst>
                      <p:childTnLst>
                        <p:par>
                          <p:cTn id="39" fill="hold">
                            <p:stCondLst>
                              <p:cond delay="0"/>
                            </p:stCondLst>
                            <p:childTnLst>
                              <p:par>
                                <p:cTn id="40" presetID="53" presetClass="entr" presetSubtype="16" fill="hold" nodeType="clickEffect">
                                  <p:stCondLst>
                                    <p:cond delay="0"/>
                                  </p:stCondLst>
                                  <p:childTnLst>
                                    <p:set>
                                      <p:cBhvr>
                                        <p:cTn id="41" dur="1" fill="hold">
                                          <p:stCondLst>
                                            <p:cond delay="0"/>
                                          </p:stCondLst>
                                        </p:cTn>
                                        <p:tgtEl>
                                          <p:spTgt spid="33"/>
                                        </p:tgtEl>
                                        <p:attrNameLst>
                                          <p:attrName>style.visibility</p:attrName>
                                        </p:attrNameLst>
                                      </p:cBhvr>
                                      <p:to>
                                        <p:strVal val="visible"/>
                                      </p:to>
                                    </p:set>
                                    <p:anim calcmode="lin" valueType="num">
                                      <p:cBhvr>
                                        <p:cTn id="42" dur="500" fill="hold"/>
                                        <p:tgtEl>
                                          <p:spTgt spid="33"/>
                                        </p:tgtEl>
                                        <p:attrNameLst>
                                          <p:attrName>ppt_w</p:attrName>
                                        </p:attrNameLst>
                                      </p:cBhvr>
                                      <p:tavLst>
                                        <p:tav tm="0">
                                          <p:val>
                                            <p:fltVal val="0"/>
                                          </p:val>
                                        </p:tav>
                                        <p:tav tm="100000">
                                          <p:val>
                                            <p:strVal val="#ppt_w"/>
                                          </p:val>
                                        </p:tav>
                                      </p:tavLst>
                                    </p:anim>
                                    <p:anim calcmode="lin" valueType="num">
                                      <p:cBhvr>
                                        <p:cTn id="43" dur="500" fill="hold"/>
                                        <p:tgtEl>
                                          <p:spTgt spid="33"/>
                                        </p:tgtEl>
                                        <p:attrNameLst>
                                          <p:attrName>ppt_h</p:attrName>
                                        </p:attrNameLst>
                                      </p:cBhvr>
                                      <p:tavLst>
                                        <p:tav tm="0">
                                          <p:val>
                                            <p:fltVal val="0"/>
                                          </p:val>
                                        </p:tav>
                                        <p:tav tm="100000">
                                          <p:val>
                                            <p:strVal val="#ppt_h"/>
                                          </p:val>
                                        </p:tav>
                                      </p:tavLst>
                                    </p:anim>
                                    <p:animEffect transition="in" filter="fade">
                                      <p:cBhvr>
                                        <p:cTn id="44" dur="500"/>
                                        <p:tgtEl>
                                          <p:spTgt spid="33"/>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45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3" name="组合 2">
            <a:extLst>
              <a:ext uri="{FF2B5EF4-FFF2-40B4-BE49-F238E27FC236}">
                <a16:creationId xmlns:a16="http://schemas.microsoft.com/office/drawing/2014/main" id="{EC90BE10-D9B4-A4DD-2F61-2C5491F21E3B}"/>
              </a:ext>
            </a:extLst>
          </p:cNvPr>
          <p:cNvGrpSpPr/>
          <p:nvPr/>
        </p:nvGrpSpPr>
        <p:grpSpPr>
          <a:xfrm>
            <a:off x="2558888" y="1188116"/>
            <a:ext cx="7098583" cy="1417496"/>
            <a:chOff x="3156764" y="1188116"/>
            <a:chExt cx="7098583" cy="1417496"/>
          </a:xfrm>
        </p:grpSpPr>
        <p:sp>
          <p:nvSpPr>
            <p:cNvPr id="12" name="íşlïḍè"/>
            <p:cNvSpPr txBox="1"/>
            <p:nvPr/>
          </p:nvSpPr>
          <p:spPr>
            <a:xfrm>
              <a:off x="4432871" y="1188116"/>
              <a:ext cx="4532112" cy="419100"/>
            </a:xfrm>
            <a:prstGeom prst="rect">
              <a:avLst/>
            </a:prstGeom>
            <a:noFill/>
          </p:spPr>
          <p:txBody>
            <a:bodyPr wrap="square" lIns="91440" tIns="45720" rIns="91440" bIns="45720" anchor="ctr">
              <a:noAutofit/>
            </a:bodyPr>
            <a:lstStyle/>
            <a:p>
              <a:pPr algn="ctr"/>
              <a:r>
                <a:rPr lang="en-US" altLang="zh-CN" sz="2400" b="1" dirty="0"/>
                <a:t>3.6 </a:t>
              </a:r>
              <a:r>
                <a:rPr lang="zh-CN" altLang="en-US" sz="2400" b="1" dirty="0"/>
                <a:t>以太网的</a:t>
              </a:r>
              <a:r>
                <a:rPr lang="en-US" altLang="zh-CN" sz="2400" b="1" dirty="0"/>
                <a:t>MAC</a:t>
              </a:r>
              <a:r>
                <a:rPr lang="zh-CN" altLang="en-US" sz="2400" b="1" dirty="0"/>
                <a:t>帧格式</a:t>
              </a:r>
              <a:endParaRPr lang="en-US" altLang="zh-CN" sz="2400" b="1" dirty="0"/>
            </a:p>
          </p:txBody>
        </p:sp>
        <p:grpSp>
          <p:nvGrpSpPr>
            <p:cNvPr id="6" name="组合 5"/>
            <p:cNvGrpSpPr/>
            <p:nvPr/>
          </p:nvGrpSpPr>
          <p:grpSpPr>
            <a:xfrm>
              <a:off x="3156764" y="2010058"/>
              <a:ext cx="7098583" cy="595554"/>
              <a:chOff x="1183243" y="2200834"/>
              <a:chExt cx="7098583" cy="595554"/>
            </a:xfrm>
          </p:grpSpPr>
          <p:sp>
            <p:nvSpPr>
              <p:cNvPr id="5" name="平行四边形 4"/>
              <p:cNvSpPr/>
              <p:nvPr/>
            </p:nvSpPr>
            <p:spPr>
              <a:xfrm>
                <a:off x="1183243" y="2200834"/>
                <a:ext cx="828092" cy="595554"/>
              </a:xfrm>
              <a:prstGeom prst="parallelogram">
                <a:avLst/>
              </a:prstGeom>
              <a:solidFill>
                <a:schemeClr val="accent3">
                  <a:lumMod val="75000"/>
                </a:schemeClr>
              </a:solidFill>
              <a:ln>
                <a:solidFill>
                  <a:schemeClr val="accent3">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CN" sz="2800" dirty="0">
                    <a:latin typeface="Impact" panose="020B0806030902050204" pitchFamily="34" charset="0"/>
                  </a:rPr>
                  <a:t>01</a:t>
                </a:r>
                <a:endParaRPr lang="zh-CN" altLang="en-US" sz="2800" dirty="0">
                  <a:latin typeface="Impact" panose="020B0806030902050204" pitchFamily="34" charset="0"/>
                </a:endParaRPr>
              </a:p>
            </p:txBody>
          </p:sp>
          <p:sp>
            <p:nvSpPr>
              <p:cNvPr id="25" name="平行四边形 24"/>
              <p:cNvSpPr/>
              <p:nvPr/>
            </p:nvSpPr>
            <p:spPr>
              <a:xfrm>
                <a:off x="1858679" y="2200834"/>
                <a:ext cx="6423147" cy="595554"/>
              </a:xfrm>
              <a:prstGeom prst="parallelogram">
                <a:avLst/>
              </a:prstGeom>
              <a:noFill/>
              <a:ln>
                <a:solidFill>
                  <a:schemeClr val="accent3">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r>
                  <a:rPr lang="zh-CN" altLang="en-US" sz="2200" b="1" dirty="0">
                    <a:solidFill>
                      <a:schemeClr val="tx1"/>
                    </a:solidFill>
                    <a:latin typeface="Impact" panose="020B0806030902050204" pitchFamily="34" charset="0"/>
                  </a:rPr>
                  <a:t>以太网的</a:t>
                </a:r>
                <a:r>
                  <a:rPr lang="en-US" altLang="zh-CN" sz="2200" b="1" dirty="0">
                    <a:solidFill>
                      <a:schemeClr val="tx1"/>
                    </a:solidFill>
                    <a:latin typeface="Arial Narrow" panose="020B0606020202030204" pitchFamily="34" charset="0"/>
                  </a:rPr>
                  <a:t>MAC</a:t>
                </a:r>
                <a:r>
                  <a:rPr lang="zh-CN" altLang="en-US" sz="2200" b="1" dirty="0">
                    <a:solidFill>
                      <a:schemeClr val="tx1"/>
                    </a:solidFill>
                    <a:latin typeface="Impact" panose="020B0806030902050204" pitchFamily="34" charset="0"/>
                  </a:rPr>
                  <a:t>帧格式</a:t>
                </a:r>
              </a:p>
            </p:txBody>
          </p:sp>
        </p:grpSp>
      </p:grpSp>
    </p:spTree>
    <p:extLst>
      <p:ext uri="{BB962C8B-B14F-4D97-AF65-F5344CB8AC3E}">
        <p14:creationId xmlns:p14="http://schemas.microsoft.com/office/powerpoint/2010/main" val="2005593590"/>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42" presetClass="entr" presetSubtype="0" fill="hold" nodeType="withEffect">
                                  <p:stCondLst>
                                    <p:cond delay="0"/>
                                  </p:stCondLst>
                                  <p:childTnLst>
                                    <p:set>
                                      <p:cBhvr>
                                        <p:cTn id="6" dur="1" fill="hold">
                                          <p:stCondLst>
                                            <p:cond delay="0"/>
                                          </p:stCondLst>
                                        </p:cTn>
                                        <p:tgtEl>
                                          <p:spTgt spid="3"/>
                                        </p:tgtEl>
                                        <p:attrNameLst>
                                          <p:attrName>style.visibility</p:attrName>
                                        </p:attrNameLst>
                                      </p:cBhvr>
                                      <p:to>
                                        <p:strVal val="visible"/>
                                      </p:to>
                                    </p:set>
                                    <p:animEffect transition="in" filter="fade">
                                      <p:cBhvr>
                                        <p:cTn id="7" dur="1000"/>
                                        <p:tgtEl>
                                          <p:spTgt spid="3"/>
                                        </p:tgtEl>
                                      </p:cBhvr>
                                    </p:animEffect>
                                    <p:anim calcmode="lin" valueType="num">
                                      <p:cBhvr>
                                        <p:cTn id="8" dur="1000" fill="hold"/>
                                        <p:tgtEl>
                                          <p:spTgt spid="3"/>
                                        </p:tgtEl>
                                        <p:attrNameLst>
                                          <p:attrName>ppt_x</p:attrName>
                                        </p:attrNameLst>
                                      </p:cBhvr>
                                      <p:tavLst>
                                        <p:tav tm="0">
                                          <p:val>
                                            <p:strVal val="#ppt_x"/>
                                          </p:val>
                                        </p:tav>
                                        <p:tav tm="100000">
                                          <p:val>
                                            <p:strVal val="#ppt_x"/>
                                          </p:val>
                                        </p:tav>
                                      </p:tavLst>
                                    </p:anim>
                                    <p:anim calcmode="lin" valueType="num">
                                      <p:cBhvr>
                                        <p:cTn id="9" dur="1000" fill="hold"/>
                                        <p:tgtEl>
                                          <p:spTgt spid="3"/>
                                        </p:tgtEl>
                                        <p:attrNameLst>
                                          <p:attrName>ppt_y</p:attrName>
                                        </p:attrNameLst>
                                      </p:cBhvr>
                                      <p:tavLst>
                                        <p:tav tm="0">
                                          <p:val>
                                            <p:strVal val="#ppt_y+.1"/>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45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4" name="组合 3">
            <a:extLst>
              <a:ext uri="{FF2B5EF4-FFF2-40B4-BE49-F238E27FC236}">
                <a16:creationId xmlns:a16="http://schemas.microsoft.com/office/drawing/2014/main" id="{9A1EA9F2-FCB6-48C3-935F-7AE7E3AD14AC}"/>
              </a:ext>
            </a:extLst>
          </p:cNvPr>
          <p:cNvGrpSpPr/>
          <p:nvPr/>
        </p:nvGrpSpPr>
        <p:grpSpPr>
          <a:xfrm>
            <a:off x="304800" y="749300"/>
            <a:ext cx="4938199" cy="400110"/>
            <a:chOff x="424117" y="898245"/>
            <a:chExt cx="4938199" cy="400110"/>
          </a:xfrm>
        </p:grpSpPr>
        <p:sp>
          <p:nvSpPr>
            <p:cNvPr id="2" name="平行四边形 1">
              <a:extLst>
                <a:ext uri="{FF2B5EF4-FFF2-40B4-BE49-F238E27FC236}">
                  <a16:creationId xmlns:a16="http://schemas.microsoft.com/office/drawing/2014/main" id="{1F5BAA3F-9845-4F89-A2DD-8222D3E4EDAC}"/>
                </a:ext>
              </a:extLst>
            </p:cNvPr>
            <p:cNvSpPr/>
            <p:nvPr/>
          </p:nvSpPr>
          <p:spPr>
            <a:xfrm>
              <a:off x="424117" y="898245"/>
              <a:ext cx="628306" cy="387090"/>
            </a:xfrm>
            <a:prstGeom prst="parallelogram">
              <a:avLst/>
            </a:prstGeom>
            <a:solidFill>
              <a:schemeClr val="accent3">
                <a:lumMod val="75000"/>
              </a:schemeClr>
            </a:solidFill>
            <a:ln>
              <a:solidFill>
                <a:schemeClr val="accent3">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CN" sz="2200" dirty="0">
                  <a:latin typeface="Impact" panose="020B0806030902050204" pitchFamily="34" charset="0"/>
                </a:rPr>
                <a:t>01</a:t>
              </a:r>
              <a:endParaRPr lang="zh-CN" altLang="en-US" sz="2200" dirty="0">
                <a:latin typeface="Impact" panose="020B0806030902050204" pitchFamily="34" charset="0"/>
              </a:endParaRPr>
            </a:p>
          </p:txBody>
        </p:sp>
        <p:sp>
          <p:nvSpPr>
            <p:cNvPr id="3" name="文本框 2">
              <a:extLst>
                <a:ext uri="{FF2B5EF4-FFF2-40B4-BE49-F238E27FC236}">
                  <a16:creationId xmlns:a16="http://schemas.microsoft.com/office/drawing/2014/main" id="{4D6BD736-A4D3-4F26-AFED-36E11F50F70B}"/>
                </a:ext>
              </a:extLst>
            </p:cNvPr>
            <p:cNvSpPr txBox="1"/>
            <p:nvPr/>
          </p:nvSpPr>
          <p:spPr>
            <a:xfrm>
              <a:off x="1052423" y="898245"/>
              <a:ext cx="4309893" cy="400110"/>
            </a:xfrm>
            <a:prstGeom prst="rect">
              <a:avLst/>
            </a:prstGeom>
            <a:noFill/>
          </p:spPr>
          <p:txBody>
            <a:bodyPr wrap="square" rtlCol="0">
              <a:spAutoFit/>
            </a:bodyPr>
            <a:lstStyle/>
            <a:p>
              <a:r>
                <a:rPr lang="zh-CN" altLang="en-US" sz="2000" b="1" dirty="0">
                  <a:solidFill>
                    <a:schemeClr val="tx1"/>
                  </a:solidFill>
                  <a:latin typeface="Arial Narrow" panose="020B0606020202030204" pitchFamily="34" charset="0"/>
                </a:rPr>
                <a:t>以太网的</a:t>
              </a:r>
              <a:r>
                <a:rPr lang="en-US" altLang="zh-CN" sz="2000" b="1" dirty="0">
                  <a:solidFill>
                    <a:schemeClr val="tx1"/>
                  </a:solidFill>
                  <a:latin typeface="Arial Narrow" panose="020B0606020202030204" pitchFamily="34" charset="0"/>
                </a:rPr>
                <a:t>MAC</a:t>
              </a:r>
              <a:r>
                <a:rPr lang="zh-CN" altLang="en-US" sz="2000" b="1" dirty="0">
                  <a:solidFill>
                    <a:schemeClr val="tx1"/>
                  </a:solidFill>
                  <a:latin typeface="Arial Narrow" panose="020B0606020202030204" pitchFamily="34" charset="0"/>
                </a:rPr>
                <a:t>帧格式</a:t>
              </a:r>
              <a:endParaRPr lang="en-US" altLang="zh-CN" sz="2000" b="1" dirty="0">
                <a:solidFill>
                  <a:schemeClr val="tx1"/>
                </a:solidFill>
                <a:latin typeface="Arial Narrow" panose="020B0606020202030204" pitchFamily="34" charset="0"/>
              </a:endParaRPr>
            </a:p>
          </p:txBody>
        </p:sp>
      </p:grpSp>
      <p:sp>
        <p:nvSpPr>
          <p:cNvPr id="5" name="矩形 4">
            <a:extLst>
              <a:ext uri="{FF2B5EF4-FFF2-40B4-BE49-F238E27FC236}">
                <a16:creationId xmlns:a16="http://schemas.microsoft.com/office/drawing/2014/main" id="{3C64F82F-6738-482F-B11A-95D423CB6B9C}"/>
              </a:ext>
            </a:extLst>
          </p:cNvPr>
          <p:cNvSpPr/>
          <p:nvPr/>
        </p:nvSpPr>
        <p:spPr>
          <a:xfrm>
            <a:off x="3858241" y="2062334"/>
            <a:ext cx="4488673" cy="779542"/>
          </a:xfrm>
          <a:prstGeom prst="rect">
            <a:avLst/>
          </a:prstGeom>
        </p:spPr>
        <p:style>
          <a:lnRef idx="2">
            <a:schemeClr val="accent4">
              <a:shade val="50000"/>
            </a:schemeClr>
          </a:lnRef>
          <a:fillRef idx="1">
            <a:schemeClr val="accent4"/>
          </a:fillRef>
          <a:effectRef idx="0">
            <a:schemeClr val="accent4"/>
          </a:effectRef>
          <a:fontRef idx="minor">
            <a:schemeClr val="lt1"/>
          </a:fontRef>
        </p:style>
        <p:txBody>
          <a:bodyPr rtlCol="0" anchor="ctr"/>
          <a:lstStyle/>
          <a:p>
            <a:pPr algn="ctr"/>
            <a:r>
              <a:rPr lang="en-US" altLang="zh-CN" sz="3200" b="1" dirty="0"/>
              <a:t>DIX Ethernet V2 </a:t>
            </a:r>
            <a:r>
              <a:rPr lang="zh-CN" altLang="en-US" sz="3200" b="1" dirty="0"/>
              <a:t>的帧格式</a:t>
            </a:r>
          </a:p>
        </p:txBody>
      </p:sp>
      <p:sp>
        <p:nvSpPr>
          <p:cNvPr id="6" name="矩形 5">
            <a:extLst>
              <a:ext uri="{FF2B5EF4-FFF2-40B4-BE49-F238E27FC236}">
                <a16:creationId xmlns:a16="http://schemas.microsoft.com/office/drawing/2014/main" id="{E56D165A-8AC3-478D-8E9C-2E9BAF06D5F0}"/>
              </a:ext>
            </a:extLst>
          </p:cNvPr>
          <p:cNvSpPr/>
          <p:nvPr/>
        </p:nvSpPr>
        <p:spPr>
          <a:xfrm>
            <a:off x="3858240" y="4305575"/>
            <a:ext cx="4488673" cy="779542"/>
          </a:xfrm>
          <a:prstGeom prst="rect">
            <a:avLst/>
          </a:prstGeom>
        </p:spPr>
        <p:style>
          <a:lnRef idx="2">
            <a:schemeClr val="accent3">
              <a:shade val="50000"/>
            </a:schemeClr>
          </a:lnRef>
          <a:fillRef idx="1">
            <a:schemeClr val="accent3"/>
          </a:fillRef>
          <a:effectRef idx="0">
            <a:schemeClr val="accent3"/>
          </a:effectRef>
          <a:fontRef idx="minor">
            <a:schemeClr val="lt1"/>
          </a:fontRef>
        </p:style>
        <p:txBody>
          <a:bodyPr rtlCol="0" anchor="ctr"/>
          <a:lstStyle/>
          <a:p>
            <a:pPr algn="ctr"/>
            <a:r>
              <a:rPr lang="en-US" altLang="zh-CN" sz="3200" b="1" dirty="0"/>
              <a:t>IEEE 802.3 </a:t>
            </a:r>
            <a:r>
              <a:rPr lang="zh-CN" altLang="en-US" sz="3200" b="1" dirty="0"/>
              <a:t>的帧格式</a:t>
            </a:r>
          </a:p>
        </p:txBody>
      </p:sp>
      <p:grpSp>
        <p:nvGrpSpPr>
          <p:cNvPr id="16" name="组合 15">
            <a:extLst>
              <a:ext uri="{FF2B5EF4-FFF2-40B4-BE49-F238E27FC236}">
                <a16:creationId xmlns:a16="http://schemas.microsoft.com/office/drawing/2014/main" id="{E0357171-A379-41CE-BC2A-ACB0A3A73F83}"/>
              </a:ext>
            </a:extLst>
          </p:cNvPr>
          <p:cNvGrpSpPr/>
          <p:nvPr/>
        </p:nvGrpSpPr>
        <p:grpSpPr>
          <a:xfrm>
            <a:off x="4227730" y="2841876"/>
            <a:ext cx="3748608" cy="1463699"/>
            <a:chOff x="4227730" y="2841876"/>
            <a:chExt cx="3748608" cy="1463699"/>
          </a:xfrm>
        </p:grpSpPr>
        <p:cxnSp>
          <p:nvCxnSpPr>
            <p:cNvPr id="11" name="直接箭头连接符 10">
              <a:extLst>
                <a:ext uri="{FF2B5EF4-FFF2-40B4-BE49-F238E27FC236}">
                  <a16:creationId xmlns:a16="http://schemas.microsoft.com/office/drawing/2014/main" id="{0A9338EE-8FA3-4F51-BC30-3AC66323DCA3}"/>
                </a:ext>
              </a:extLst>
            </p:cNvPr>
            <p:cNvCxnSpPr>
              <a:stCxn id="5" idx="2"/>
              <a:endCxn id="6" idx="0"/>
            </p:cNvCxnSpPr>
            <p:nvPr/>
          </p:nvCxnSpPr>
          <p:spPr>
            <a:xfrm flipH="1">
              <a:off x="6102577" y="2841876"/>
              <a:ext cx="1" cy="1463699"/>
            </a:xfrm>
            <a:prstGeom prst="straightConnector1">
              <a:avLst/>
            </a:prstGeom>
            <a:ln w="25400">
              <a:solidFill>
                <a:schemeClr val="tx1"/>
              </a:solidFill>
              <a:headEnd type="triangle"/>
              <a:tailEnd type="triangle"/>
            </a:ln>
          </p:spPr>
          <p:style>
            <a:lnRef idx="1">
              <a:schemeClr val="accent1"/>
            </a:lnRef>
            <a:fillRef idx="0">
              <a:schemeClr val="accent1"/>
            </a:fillRef>
            <a:effectRef idx="0">
              <a:schemeClr val="accent1"/>
            </a:effectRef>
            <a:fontRef idx="minor">
              <a:schemeClr val="tx1"/>
            </a:fontRef>
          </p:style>
        </p:cxnSp>
        <p:sp>
          <p:nvSpPr>
            <p:cNvPr id="12" name="文本框 11">
              <a:extLst>
                <a:ext uri="{FF2B5EF4-FFF2-40B4-BE49-F238E27FC236}">
                  <a16:creationId xmlns:a16="http://schemas.microsoft.com/office/drawing/2014/main" id="{2ACCEDA4-63AA-4CBF-8E1E-C7D25ECF6EED}"/>
                </a:ext>
              </a:extLst>
            </p:cNvPr>
            <p:cNvSpPr txBox="1"/>
            <p:nvPr/>
          </p:nvSpPr>
          <p:spPr>
            <a:xfrm>
              <a:off x="4227730" y="3312115"/>
              <a:ext cx="3748608" cy="523220"/>
            </a:xfrm>
            <a:prstGeom prst="rect">
              <a:avLst/>
            </a:prstGeom>
            <a:solidFill>
              <a:schemeClr val="bg1"/>
            </a:solidFill>
          </p:spPr>
          <p:txBody>
            <a:bodyPr wrap="square" rtlCol="0">
              <a:spAutoFit/>
            </a:bodyPr>
            <a:lstStyle/>
            <a:p>
              <a:pPr algn="ctr"/>
              <a:r>
                <a:rPr lang="zh-CN" altLang="en-US" sz="2800" b="1" dirty="0">
                  <a:solidFill>
                    <a:schemeClr val="accent1">
                      <a:lumMod val="75000"/>
                    </a:schemeClr>
                  </a:solidFill>
                </a:rPr>
                <a:t>仅“类型”字段有差别</a:t>
              </a:r>
            </a:p>
          </p:txBody>
        </p:sp>
      </p:grpSp>
      <p:grpSp>
        <p:nvGrpSpPr>
          <p:cNvPr id="15" name="组合 14">
            <a:extLst>
              <a:ext uri="{FF2B5EF4-FFF2-40B4-BE49-F238E27FC236}">
                <a16:creationId xmlns:a16="http://schemas.microsoft.com/office/drawing/2014/main" id="{AD11696D-173D-4818-AD7C-249DD939FAF0}"/>
              </a:ext>
            </a:extLst>
          </p:cNvPr>
          <p:cNvGrpSpPr/>
          <p:nvPr/>
        </p:nvGrpSpPr>
        <p:grpSpPr>
          <a:xfrm>
            <a:off x="8294553" y="1929533"/>
            <a:ext cx="1045143" cy="1045143"/>
            <a:chOff x="9373413" y="2319304"/>
            <a:chExt cx="1045143" cy="1045143"/>
          </a:xfrm>
        </p:grpSpPr>
        <p:sp>
          <p:nvSpPr>
            <p:cNvPr id="13" name="文本框 12">
              <a:extLst>
                <a:ext uri="{FF2B5EF4-FFF2-40B4-BE49-F238E27FC236}">
                  <a16:creationId xmlns:a16="http://schemas.microsoft.com/office/drawing/2014/main" id="{E908BBDA-6C0E-491A-BCED-E1AECED8A3B1}"/>
                </a:ext>
              </a:extLst>
            </p:cNvPr>
            <p:cNvSpPr txBox="1"/>
            <p:nvPr/>
          </p:nvSpPr>
          <p:spPr>
            <a:xfrm rot="19715283">
              <a:off x="9409733" y="2580266"/>
              <a:ext cx="972504" cy="523220"/>
            </a:xfrm>
            <a:prstGeom prst="rect">
              <a:avLst/>
            </a:prstGeom>
            <a:noFill/>
          </p:spPr>
          <p:txBody>
            <a:bodyPr wrap="square" rtlCol="0">
              <a:spAutoFit/>
            </a:bodyPr>
            <a:lstStyle/>
            <a:p>
              <a:pPr algn="ctr"/>
              <a:r>
                <a:rPr lang="zh-CN" altLang="en-US" sz="2800" b="1" dirty="0">
                  <a:solidFill>
                    <a:schemeClr val="accent1">
                      <a:lumMod val="75000"/>
                    </a:schemeClr>
                  </a:solidFill>
                </a:rPr>
                <a:t>流行</a:t>
              </a:r>
            </a:p>
          </p:txBody>
        </p:sp>
        <p:sp>
          <p:nvSpPr>
            <p:cNvPr id="14" name="椭圆 13">
              <a:extLst>
                <a:ext uri="{FF2B5EF4-FFF2-40B4-BE49-F238E27FC236}">
                  <a16:creationId xmlns:a16="http://schemas.microsoft.com/office/drawing/2014/main" id="{CEE6D872-5FED-4394-9F62-410F058FD9D7}"/>
                </a:ext>
              </a:extLst>
            </p:cNvPr>
            <p:cNvSpPr/>
            <p:nvPr/>
          </p:nvSpPr>
          <p:spPr>
            <a:xfrm>
              <a:off x="9373413" y="2319304"/>
              <a:ext cx="1045143" cy="1045143"/>
            </a:xfrm>
            <a:prstGeom prst="ellipse">
              <a:avLst/>
            </a:prstGeom>
            <a:noFill/>
            <a:ln w="114300">
              <a:solidFill>
                <a:schemeClr val="accent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grpSp>
    </p:spTree>
    <p:custDataLst>
      <p:tags r:id="rId1"/>
    </p:custDataLst>
    <p:extLst>
      <p:ext uri="{BB962C8B-B14F-4D97-AF65-F5344CB8AC3E}">
        <p14:creationId xmlns:p14="http://schemas.microsoft.com/office/powerpoint/2010/main" val="2645814770"/>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2" presetClass="entr" presetSubtype="1" fill="hold" nodeType="withEffect">
                                  <p:stCondLst>
                                    <p:cond delay="0"/>
                                  </p:stCondLst>
                                  <p:childTnLst>
                                    <p:set>
                                      <p:cBhvr>
                                        <p:cTn id="6" dur="1" fill="hold">
                                          <p:stCondLst>
                                            <p:cond delay="0"/>
                                          </p:stCondLst>
                                        </p:cTn>
                                        <p:tgtEl>
                                          <p:spTgt spid="4"/>
                                        </p:tgtEl>
                                        <p:attrNameLst>
                                          <p:attrName>style.visibility</p:attrName>
                                        </p:attrNameLst>
                                      </p:cBhvr>
                                      <p:to>
                                        <p:strVal val="visible"/>
                                      </p:to>
                                    </p:set>
                                    <p:anim calcmode="lin" valueType="num">
                                      <p:cBhvr additive="base">
                                        <p:cTn id="7" dur="1000"/>
                                        <p:tgtEl>
                                          <p:spTgt spid="4"/>
                                        </p:tgtEl>
                                        <p:attrNameLst>
                                          <p:attrName>ppt_y</p:attrName>
                                        </p:attrNameLst>
                                      </p:cBhvr>
                                      <p:tavLst>
                                        <p:tav tm="0">
                                          <p:val>
                                            <p:strVal val="#ppt_y-#ppt_h*1.125000"/>
                                          </p:val>
                                        </p:tav>
                                        <p:tav tm="100000">
                                          <p:val>
                                            <p:strVal val="#ppt_y"/>
                                          </p:val>
                                        </p:tav>
                                      </p:tavLst>
                                    </p:anim>
                                    <p:animEffect transition="in" filter="wipe(down)">
                                      <p:cBhvr>
                                        <p:cTn id="8" dur="1000"/>
                                        <p:tgtEl>
                                          <p:spTgt spid="4"/>
                                        </p:tgtEl>
                                      </p:cBhvr>
                                    </p:animEffect>
                                  </p:childTnLst>
                                </p:cTn>
                              </p:par>
                            </p:childTnLst>
                          </p:cTn>
                        </p:par>
                      </p:childTnLst>
                    </p:cTn>
                  </p:par>
                  <p:par>
                    <p:cTn id="9" fill="hold">
                      <p:stCondLst>
                        <p:cond delay="indefinite"/>
                      </p:stCondLst>
                      <p:childTnLst>
                        <p:par>
                          <p:cTn id="10" fill="hold">
                            <p:stCondLst>
                              <p:cond delay="0"/>
                            </p:stCondLst>
                            <p:childTnLst>
                              <p:par>
                                <p:cTn id="11" presetID="53" presetClass="entr" presetSubtype="16" fill="hold" grpId="0" nodeType="clickEffect">
                                  <p:stCondLst>
                                    <p:cond delay="0"/>
                                  </p:stCondLst>
                                  <p:childTnLst>
                                    <p:set>
                                      <p:cBhvr>
                                        <p:cTn id="12" dur="1" fill="hold">
                                          <p:stCondLst>
                                            <p:cond delay="0"/>
                                          </p:stCondLst>
                                        </p:cTn>
                                        <p:tgtEl>
                                          <p:spTgt spid="5"/>
                                        </p:tgtEl>
                                        <p:attrNameLst>
                                          <p:attrName>style.visibility</p:attrName>
                                        </p:attrNameLst>
                                      </p:cBhvr>
                                      <p:to>
                                        <p:strVal val="visible"/>
                                      </p:to>
                                    </p:set>
                                    <p:anim calcmode="lin" valueType="num">
                                      <p:cBhvr>
                                        <p:cTn id="13" dur="500" fill="hold"/>
                                        <p:tgtEl>
                                          <p:spTgt spid="5"/>
                                        </p:tgtEl>
                                        <p:attrNameLst>
                                          <p:attrName>ppt_w</p:attrName>
                                        </p:attrNameLst>
                                      </p:cBhvr>
                                      <p:tavLst>
                                        <p:tav tm="0">
                                          <p:val>
                                            <p:fltVal val="0"/>
                                          </p:val>
                                        </p:tav>
                                        <p:tav tm="100000">
                                          <p:val>
                                            <p:strVal val="#ppt_w"/>
                                          </p:val>
                                        </p:tav>
                                      </p:tavLst>
                                    </p:anim>
                                    <p:anim calcmode="lin" valueType="num">
                                      <p:cBhvr>
                                        <p:cTn id="14" dur="500" fill="hold"/>
                                        <p:tgtEl>
                                          <p:spTgt spid="5"/>
                                        </p:tgtEl>
                                        <p:attrNameLst>
                                          <p:attrName>ppt_h</p:attrName>
                                        </p:attrNameLst>
                                      </p:cBhvr>
                                      <p:tavLst>
                                        <p:tav tm="0">
                                          <p:val>
                                            <p:fltVal val="0"/>
                                          </p:val>
                                        </p:tav>
                                        <p:tav tm="100000">
                                          <p:val>
                                            <p:strVal val="#ppt_h"/>
                                          </p:val>
                                        </p:tav>
                                      </p:tavLst>
                                    </p:anim>
                                    <p:animEffect transition="in" filter="fade">
                                      <p:cBhvr>
                                        <p:cTn id="15" dur="500"/>
                                        <p:tgtEl>
                                          <p:spTgt spid="5"/>
                                        </p:tgtEl>
                                      </p:cBhvr>
                                    </p:animEffect>
                                  </p:childTnLst>
                                </p:cTn>
                              </p:par>
                            </p:childTnLst>
                          </p:cTn>
                        </p:par>
                      </p:childTnLst>
                    </p:cTn>
                  </p:par>
                  <p:par>
                    <p:cTn id="16" fill="hold">
                      <p:stCondLst>
                        <p:cond delay="indefinite"/>
                      </p:stCondLst>
                      <p:childTnLst>
                        <p:par>
                          <p:cTn id="17" fill="hold">
                            <p:stCondLst>
                              <p:cond delay="0"/>
                            </p:stCondLst>
                            <p:childTnLst>
                              <p:par>
                                <p:cTn id="18" presetID="53" presetClass="entr" presetSubtype="16" fill="hold" grpId="0" nodeType="clickEffect">
                                  <p:stCondLst>
                                    <p:cond delay="0"/>
                                  </p:stCondLst>
                                  <p:childTnLst>
                                    <p:set>
                                      <p:cBhvr>
                                        <p:cTn id="19" dur="1" fill="hold">
                                          <p:stCondLst>
                                            <p:cond delay="0"/>
                                          </p:stCondLst>
                                        </p:cTn>
                                        <p:tgtEl>
                                          <p:spTgt spid="6"/>
                                        </p:tgtEl>
                                        <p:attrNameLst>
                                          <p:attrName>style.visibility</p:attrName>
                                        </p:attrNameLst>
                                      </p:cBhvr>
                                      <p:to>
                                        <p:strVal val="visible"/>
                                      </p:to>
                                    </p:set>
                                    <p:anim calcmode="lin" valueType="num">
                                      <p:cBhvr>
                                        <p:cTn id="20" dur="500" fill="hold"/>
                                        <p:tgtEl>
                                          <p:spTgt spid="6"/>
                                        </p:tgtEl>
                                        <p:attrNameLst>
                                          <p:attrName>ppt_w</p:attrName>
                                        </p:attrNameLst>
                                      </p:cBhvr>
                                      <p:tavLst>
                                        <p:tav tm="0">
                                          <p:val>
                                            <p:fltVal val="0"/>
                                          </p:val>
                                        </p:tav>
                                        <p:tav tm="100000">
                                          <p:val>
                                            <p:strVal val="#ppt_w"/>
                                          </p:val>
                                        </p:tav>
                                      </p:tavLst>
                                    </p:anim>
                                    <p:anim calcmode="lin" valueType="num">
                                      <p:cBhvr>
                                        <p:cTn id="21" dur="500" fill="hold"/>
                                        <p:tgtEl>
                                          <p:spTgt spid="6"/>
                                        </p:tgtEl>
                                        <p:attrNameLst>
                                          <p:attrName>ppt_h</p:attrName>
                                        </p:attrNameLst>
                                      </p:cBhvr>
                                      <p:tavLst>
                                        <p:tav tm="0">
                                          <p:val>
                                            <p:fltVal val="0"/>
                                          </p:val>
                                        </p:tav>
                                        <p:tav tm="100000">
                                          <p:val>
                                            <p:strVal val="#ppt_h"/>
                                          </p:val>
                                        </p:tav>
                                      </p:tavLst>
                                    </p:anim>
                                    <p:animEffect transition="in" filter="fade">
                                      <p:cBhvr>
                                        <p:cTn id="22" dur="500"/>
                                        <p:tgtEl>
                                          <p:spTgt spid="6"/>
                                        </p:tgtEl>
                                      </p:cBhvr>
                                    </p:animEffect>
                                  </p:childTnLst>
                                </p:cTn>
                              </p:par>
                            </p:childTnLst>
                          </p:cTn>
                        </p:par>
                      </p:childTnLst>
                    </p:cTn>
                  </p:par>
                  <p:par>
                    <p:cTn id="23" fill="hold">
                      <p:stCondLst>
                        <p:cond delay="indefinite"/>
                      </p:stCondLst>
                      <p:childTnLst>
                        <p:par>
                          <p:cTn id="24" fill="hold">
                            <p:stCondLst>
                              <p:cond delay="0"/>
                            </p:stCondLst>
                            <p:childTnLst>
                              <p:par>
                                <p:cTn id="25" presetID="53" presetClass="entr" presetSubtype="16" fill="hold" nodeType="clickEffect">
                                  <p:stCondLst>
                                    <p:cond delay="0"/>
                                  </p:stCondLst>
                                  <p:childTnLst>
                                    <p:set>
                                      <p:cBhvr>
                                        <p:cTn id="26" dur="1" fill="hold">
                                          <p:stCondLst>
                                            <p:cond delay="0"/>
                                          </p:stCondLst>
                                        </p:cTn>
                                        <p:tgtEl>
                                          <p:spTgt spid="16"/>
                                        </p:tgtEl>
                                        <p:attrNameLst>
                                          <p:attrName>style.visibility</p:attrName>
                                        </p:attrNameLst>
                                      </p:cBhvr>
                                      <p:to>
                                        <p:strVal val="visible"/>
                                      </p:to>
                                    </p:set>
                                    <p:anim calcmode="lin" valueType="num">
                                      <p:cBhvr>
                                        <p:cTn id="27" dur="500" fill="hold"/>
                                        <p:tgtEl>
                                          <p:spTgt spid="16"/>
                                        </p:tgtEl>
                                        <p:attrNameLst>
                                          <p:attrName>ppt_w</p:attrName>
                                        </p:attrNameLst>
                                      </p:cBhvr>
                                      <p:tavLst>
                                        <p:tav tm="0">
                                          <p:val>
                                            <p:fltVal val="0"/>
                                          </p:val>
                                        </p:tav>
                                        <p:tav tm="100000">
                                          <p:val>
                                            <p:strVal val="#ppt_w"/>
                                          </p:val>
                                        </p:tav>
                                      </p:tavLst>
                                    </p:anim>
                                    <p:anim calcmode="lin" valueType="num">
                                      <p:cBhvr>
                                        <p:cTn id="28" dur="500" fill="hold"/>
                                        <p:tgtEl>
                                          <p:spTgt spid="16"/>
                                        </p:tgtEl>
                                        <p:attrNameLst>
                                          <p:attrName>ppt_h</p:attrName>
                                        </p:attrNameLst>
                                      </p:cBhvr>
                                      <p:tavLst>
                                        <p:tav tm="0">
                                          <p:val>
                                            <p:fltVal val="0"/>
                                          </p:val>
                                        </p:tav>
                                        <p:tav tm="100000">
                                          <p:val>
                                            <p:strVal val="#ppt_h"/>
                                          </p:val>
                                        </p:tav>
                                      </p:tavLst>
                                    </p:anim>
                                    <p:animEffect transition="in" filter="fade">
                                      <p:cBhvr>
                                        <p:cTn id="29" dur="500"/>
                                        <p:tgtEl>
                                          <p:spTgt spid="16"/>
                                        </p:tgtEl>
                                      </p:cBhvr>
                                    </p:animEffect>
                                  </p:childTnLst>
                                </p:cTn>
                              </p:par>
                            </p:childTnLst>
                          </p:cTn>
                        </p:par>
                      </p:childTnLst>
                    </p:cTn>
                  </p:par>
                  <p:par>
                    <p:cTn id="30" fill="hold">
                      <p:stCondLst>
                        <p:cond delay="indefinite"/>
                      </p:stCondLst>
                      <p:childTnLst>
                        <p:par>
                          <p:cTn id="31" fill="hold">
                            <p:stCondLst>
                              <p:cond delay="0"/>
                            </p:stCondLst>
                            <p:childTnLst>
                              <p:par>
                                <p:cTn id="32" presetID="53" presetClass="entr" presetSubtype="16" fill="hold" nodeType="clickEffect">
                                  <p:stCondLst>
                                    <p:cond delay="0"/>
                                  </p:stCondLst>
                                  <p:childTnLst>
                                    <p:set>
                                      <p:cBhvr>
                                        <p:cTn id="33" dur="1" fill="hold">
                                          <p:stCondLst>
                                            <p:cond delay="0"/>
                                          </p:stCondLst>
                                        </p:cTn>
                                        <p:tgtEl>
                                          <p:spTgt spid="15"/>
                                        </p:tgtEl>
                                        <p:attrNameLst>
                                          <p:attrName>style.visibility</p:attrName>
                                        </p:attrNameLst>
                                      </p:cBhvr>
                                      <p:to>
                                        <p:strVal val="visible"/>
                                      </p:to>
                                    </p:set>
                                    <p:anim calcmode="lin" valueType="num">
                                      <p:cBhvr>
                                        <p:cTn id="34" dur="500" fill="hold"/>
                                        <p:tgtEl>
                                          <p:spTgt spid="15"/>
                                        </p:tgtEl>
                                        <p:attrNameLst>
                                          <p:attrName>ppt_w</p:attrName>
                                        </p:attrNameLst>
                                      </p:cBhvr>
                                      <p:tavLst>
                                        <p:tav tm="0">
                                          <p:val>
                                            <p:fltVal val="0"/>
                                          </p:val>
                                        </p:tav>
                                        <p:tav tm="100000">
                                          <p:val>
                                            <p:strVal val="#ppt_w"/>
                                          </p:val>
                                        </p:tav>
                                      </p:tavLst>
                                    </p:anim>
                                    <p:anim calcmode="lin" valueType="num">
                                      <p:cBhvr>
                                        <p:cTn id="35" dur="500" fill="hold"/>
                                        <p:tgtEl>
                                          <p:spTgt spid="15"/>
                                        </p:tgtEl>
                                        <p:attrNameLst>
                                          <p:attrName>ppt_h</p:attrName>
                                        </p:attrNameLst>
                                      </p:cBhvr>
                                      <p:tavLst>
                                        <p:tav tm="0">
                                          <p:val>
                                            <p:fltVal val="0"/>
                                          </p:val>
                                        </p:tav>
                                        <p:tav tm="100000">
                                          <p:val>
                                            <p:strVal val="#ppt_h"/>
                                          </p:val>
                                        </p:tav>
                                      </p:tavLst>
                                    </p:anim>
                                    <p:animEffect transition="in" filter="fade">
                                      <p:cBhvr>
                                        <p:cTn id="36" dur="500"/>
                                        <p:tgtEl>
                                          <p:spTgt spid="15"/>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 grpId="0" animBg="1"/>
      <p:bldP spid="6" grpId="0" animBg="1"/>
    </p:bldLst>
  </p:timing>
</p:sld>
</file>

<file path=ppt/slides/slide45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4" name="组合 3">
            <a:extLst>
              <a:ext uri="{FF2B5EF4-FFF2-40B4-BE49-F238E27FC236}">
                <a16:creationId xmlns:a16="http://schemas.microsoft.com/office/drawing/2014/main" id="{9A1EA9F2-FCB6-48C3-935F-7AE7E3AD14AC}"/>
              </a:ext>
            </a:extLst>
          </p:cNvPr>
          <p:cNvGrpSpPr/>
          <p:nvPr/>
        </p:nvGrpSpPr>
        <p:grpSpPr>
          <a:xfrm>
            <a:off x="304800" y="749300"/>
            <a:ext cx="4938199" cy="400110"/>
            <a:chOff x="424117" y="898245"/>
            <a:chExt cx="4938199" cy="400110"/>
          </a:xfrm>
        </p:grpSpPr>
        <p:sp>
          <p:nvSpPr>
            <p:cNvPr id="2" name="平行四边形 1">
              <a:extLst>
                <a:ext uri="{FF2B5EF4-FFF2-40B4-BE49-F238E27FC236}">
                  <a16:creationId xmlns:a16="http://schemas.microsoft.com/office/drawing/2014/main" id="{1F5BAA3F-9845-4F89-A2DD-8222D3E4EDAC}"/>
                </a:ext>
              </a:extLst>
            </p:cNvPr>
            <p:cNvSpPr/>
            <p:nvPr/>
          </p:nvSpPr>
          <p:spPr>
            <a:xfrm>
              <a:off x="424117" y="898245"/>
              <a:ext cx="628306" cy="387090"/>
            </a:xfrm>
            <a:prstGeom prst="parallelogram">
              <a:avLst/>
            </a:prstGeom>
            <a:solidFill>
              <a:schemeClr val="accent3">
                <a:lumMod val="75000"/>
              </a:schemeClr>
            </a:solidFill>
            <a:ln>
              <a:solidFill>
                <a:schemeClr val="accent3">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CN" sz="2200" dirty="0">
                  <a:latin typeface="Impact" panose="020B0806030902050204" pitchFamily="34" charset="0"/>
                </a:rPr>
                <a:t>01</a:t>
              </a:r>
              <a:endParaRPr lang="zh-CN" altLang="en-US" sz="2200" dirty="0">
                <a:latin typeface="Impact" panose="020B0806030902050204" pitchFamily="34" charset="0"/>
              </a:endParaRPr>
            </a:p>
          </p:txBody>
        </p:sp>
        <p:sp>
          <p:nvSpPr>
            <p:cNvPr id="3" name="文本框 2">
              <a:extLst>
                <a:ext uri="{FF2B5EF4-FFF2-40B4-BE49-F238E27FC236}">
                  <a16:creationId xmlns:a16="http://schemas.microsoft.com/office/drawing/2014/main" id="{4D6BD736-A4D3-4F26-AFED-36E11F50F70B}"/>
                </a:ext>
              </a:extLst>
            </p:cNvPr>
            <p:cNvSpPr txBox="1"/>
            <p:nvPr/>
          </p:nvSpPr>
          <p:spPr>
            <a:xfrm>
              <a:off x="1052423" y="898245"/>
              <a:ext cx="4309893" cy="400110"/>
            </a:xfrm>
            <a:prstGeom prst="rect">
              <a:avLst/>
            </a:prstGeom>
            <a:noFill/>
          </p:spPr>
          <p:txBody>
            <a:bodyPr wrap="square" rtlCol="0">
              <a:spAutoFit/>
            </a:bodyPr>
            <a:lstStyle/>
            <a:p>
              <a:r>
                <a:rPr lang="zh-CN" altLang="en-US" sz="2000" b="1" dirty="0">
                  <a:solidFill>
                    <a:schemeClr val="tx1"/>
                  </a:solidFill>
                  <a:latin typeface="Arial Narrow" panose="020B0606020202030204" pitchFamily="34" charset="0"/>
                </a:rPr>
                <a:t>以太网的</a:t>
              </a:r>
              <a:r>
                <a:rPr lang="en-US" altLang="zh-CN" sz="2000" b="1" dirty="0">
                  <a:solidFill>
                    <a:schemeClr val="tx1"/>
                  </a:solidFill>
                  <a:latin typeface="Arial Narrow" panose="020B0606020202030204" pitchFamily="34" charset="0"/>
                </a:rPr>
                <a:t>MAC</a:t>
              </a:r>
              <a:r>
                <a:rPr lang="zh-CN" altLang="en-US" sz="2000" b="1" dirty="0">
                  <a:solidFill>
                    <a:schemeClr val="tx1"/>
                  </a:solidFill>
                  <a:latin typeface="Arial Narrow" panose="020B0606020202030204" pitchFamily="34" charset="0"/>
                </a:rPr>
                <a:t>帧格式</a:t>
              </a:r>
              <a:endParaRPr lang="en-US" altLang="zh-CN" sz="2000" b="1" dirty="0">
                <a:solidFill>
                  <a:schemeClr val="tx1"/>
                </a:solidFill>
                <a:latin typeface="Arial Narrow" panose="020B0606020202030204" pitchFamily="34" charset="0"/>
              </a:endParaRPr>
            </a:p>
          </p:txBody>
        </p:sp>
      </p:grpSp>
      <p:sp>
        <p:nvSpPr>
          <p:cNvPr id="17" name="矩形 16">
            <a:extLst>
              <a:ext uri="{FF2B5EF4-FFF2-40B4-BE49-F238E27FC236}">
                <a16:creationId xmlns:a16="http://schemas.microsoft.com/office/drawing/2014/main" id="{B8373B51-E5C5-4171-B45C-1D7D0ED7A5BA}"/>
              </a:ext>
            </a:extLst>
          </p:cNvPr>
          <p:cNvSpPr/>
          <p:nvPr/>
        </p:nvSpPr>
        <p:spPr>
          <a:xfrm>
            <a:off x="3044860" y="2423780"/>
            <a:ext cx="864000" cy="499960"/>
          </a:xfrm>
          <a:prstGeom prst="rect">
            <a:avLst/>
          </a:prstGeom>
          <a:solidFill>
            <a:schemeClr val="accent4"/>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zh-CN" altLang="en-US" b="1" dirty="0">
                <a:solidFill>
                  <a:schemeClr val="bg1"/>
                </a:solidFill>
              </a:rPr>
              <a:t>类型</a:t>
            </a:r>
          </a:p>
        </p:txBody>
      </p:sp>
      <p:sp>
        <p:nvSpPr>
          <p:cNvPr id="18" name="矩形 17">
            <a:extLst>
              <a:ext uri="{FF2B5EF4-FFF2-40B4-BE49-F238E27FC236}">
                <a16:creationId xmlns:a16="http://schemas.microsoft.com/office/drawing/2014/main" id="{F6A8D432-8788-4089-A33C-BFE10820A74A}"/>
              </a:ext>
            </a:extLst>
          </p:cNvPr>
          <p:cNvSpPr/>
          <p:nvPr/>
        </p:nvSpPr>
        <p:spPr>
          <a:xfrm>
            <a:off x="3044860" y="2923740"/>
            <a:ext cx="864000" cy="499960"/>
          </a:xfrm>
          <a:prstGeom prst="rect">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CN" sz="2400" b="1" dirty="0">
                <a:solidFill>
                  <a:schemeClr val="tx1"/>
                </a:solidFill>
              </a:rPr>
              <a:t>2B</a:t>
            </a:r>
            <a:endParaRPr lang="zh-CN" altLang="en-US" sz="2400" b="1" dirty="0">
              <a:solidFill>
                <a:schemeClr val="tx1"/>
              </a:solidFill>
            </a:endParaRPr>
          </a:p>
        </p:txBody>
      </p:sp>
      <p:sp>
        <p:nvSpPr>
          <p:cNvPr id="19" name="矩形 18">
            <a:extLst>
              <a:ext uri="{FF2B5EF4-FFF2-40B4-BE49-F238E27FC236}">
                <a16:creationId xmlns:a16="http://schemas.microsoft.com/office/drawing/2014/main" id="{B3E2FC20-89F5-44AA-80BE-C3E43F92415A}"/>
              </a:ext>
            </a:extLst>
          </p:cNvPr>
          <p:cNvSpPr/>
          <p:nvPr/>
        </p:nvSpPr>
        <p:spPr>
          <a:xfrm>
            <a:off x="504365" y="2423780"/>
            <a:ext cx="1270249" cy="499960"/>
          </a:xfrm>
          <a:prstGeom prst="rect">
            <a:avLst/>
          </a:prstGeom>
          <a:solidFill>
            <a:schemeClr val="accent4"/>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zh-CN" altLang="en-US" b="1" dirty="0">
                <a:solidFill>
                  <a:schemeClr val="bg1"/>
                </a:solidFill>
              </a:rPr>
              <a:t>目的地址</a:t>
            </a:r>
          </a:p>
        </p:txBody>
      </p:sp>
      <p:sp>
        <p:nvSpPr>
          <p:cNvPr id="20" name="矩形 19">
            <a:extLst>
              <a:ext uri="{FF2B5EF4-FFF2-40B4-BE49-F238E27FC236}">
                <a16:creationId xmlns:a16="http://schemas.microsoft.com/office/drawing/2014/main" id="{A9A9BF0A-8F4F-40F5-81B1-1112B2FB48D9}"/>
              </a:ext>
            </a:extLst>
          </p:cNvPr>
          <p:cNvSpPr/>
          <p:nvPr/>
        </p:nvSpPr>
        <p:spPr>
          <a:xfrm>
            <a:off x="504364" y="2923740"/>
            <a:ext cx="1270249" cy="499960"/>
          </a:xfrm>
          <a:prstGeom prst="rect">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CN" sz="2400" b="1" dirty="0">
                <a:solidFill>
                  <a:schemeClr val="tx1"/>
                </a:solidFill>
              </a:rPr>
              <a:t>6B</a:t>
            </a:r>
            <a:endParaRPr lang="zh-CN" altLang="en-US" sz="2400" b="1" dirty="0">
              <a:solidFill>
                <a:schemeClr val="tx1"/>
              </a:solidFill>
            </a:endParaRPr>
          </a:p>
        </p:txBody>
      </p:sp>
      <p:sp>
        <p:nvSpPr>
          <p:cNvPr id="21" name="矩形 20">
            <a:extLst>
              <a:ext uri="{FF2B5EF4-FFF2-40B4-BE49-F238E27FC236}">
                <a16:creationId xmlns:a16="http://schemas.microsoft.com/office/drawing/2014/main" id="{C49E1AD9-8855-44C2-82F0-B4E295D48E61}"/>
              </a:ext>
            </a:extLst>
          </p:cNvPr>
          <p:cNvSpPr/>
          <p:nvPr/>
        </p:nvSpPr>
        <p:spPr>
          <a:xfrm>
            <a:off x="1774613" y="2423780"/>
            <a:ext cx="1270249" cy="499960"/>
          </a:xfrm>
          <a:prstGeom prst="rect">
            <a:avLst/>
          </a:prstGeom>
          <a:solidFill>
            <a:schemeClr val="accent4"/>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zh-CN" altLang="en-US" b="1" dirty="0">
                <a:solidFill>
                  <a:schemeClr val="bg1"/>
                </a:solidFill>
              </a:rPr>
              <a:t>源地址</a:t>
            </a:r>
          </a:p>
        </p:txBody>
      </p:sp>
      <p:sp>
        <p:nvSpPr>
          <p:cNvPr id="22" name="矩形 21">
            <a:extLst>
              <a:ext uri="{FF2B5EF4-FFF2-40B4-BE49-F238E27FC236}">
                <a16:creationId xmlns:a16="http://schemas.microsoft.com/office/drawing/2014/main" id="{78034EC5-4156-4A39-83CE-2A7DAEEF8B93}"/>
              </a:ext>
            </a:extLst>
          </p:cNvPr>
          <p:cNvSpPr/>
          <p:nvPr/>
        </p:nvSpPr>
        <p:spPr>
          <a:xfrm>
            <a:off x="1774612" y="2923740"/>
            <a:ext cx="1270249" cy="499960"/>
          </a:xfrm>
          <a:prstGeom prst="rect">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CN" sz="2400" b="1" dirty="0">
                <a:solidFill>
                  <a:schemeClr val="tx1"/>
                </a:solidFill>
              </a:rPr>
              <a:t>6B</a:t>
            </a:r>
            <a:endParaRPr lang="zh-CN" altLang="en-US" sz="2400" b="1" dirty="0">
              <a:solidFill>
                <a:schemeClr val="tx1"/>
              </a:solidFill>
            </a:endParaRPr>
          </a:p>
        </p:txBody>
      </p:sp>
      <p:sp>
        <p:nvSpPr>
          <p:cNvPr id="23" name="矩形 22">
            <a:extLst>
              <a:ext uri="{FF2B5EF4-FFF2-40B4-BE49-F238E27FC236}">
                <a16:creationId xmlns:a16="http://schemas.microsoft.com/office/drawing/2014/main" id="{814C1395-FA83-4680-B20E-239962D12A27}"/>
              </a:ext>
            </a:extLst>
          </p:cNvPr>
          <p:cNvSpPr/>
          <p:nvPr/>
        </p:nvSpPr>
        <p:spPr>
          <a:xfrm>
            <a:off x="3908859" y="2423780"/>
            <a:ext cx="6759387" cy="499960"/>
          </a:xfrm>
          <a:prstGeom prst="rect">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zh-CN" altLang="en-US" b="1" dirty="0">
                <a:solidFill>
                  <a:schemeClr val="accent4"/>
                </a:solidFill>
              </a:rPr>
              <a:t>数据载荷</a:t>
            </a:r>
          </a:p>
        </p:txBody>
      </p:sp>
      <p:sp>
        <p:nvSpPr>
          <p:cNvPr id="24" name="矩形 23">
            <a:extLst>
              <a:ext uri="{FF2B5EF4-FFF2-40B4-BE49-F238E27FC236}">
                <a16:creationId xmlns:a16="http://schemas.microsoft.com/office/drawing/2014/main" id="{9D3935B4-1C82-4388-9E50-ED8E3BDEDC6C}"/>
              </a:ext>
            </a:extLst>
          </p:cNvPr>
          <p:cNvSpPr/>
          <p:nvPr/>
        </p:nvSpPr>
        <p:spPr>
          <a:xfrm>
            <a:off x="3908857" y="2923740"/>
            <a:ext cx="6759387" cy="499960"/>
          </a:xfrm>
          <a:prstGeom prst="rect">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CN" sz="2400" b="1" dirty="0">
                <a:solidFill>
                  <a:schemeClr val="tx1"/>
                </a:solidFill>
              </a:rPr>
              <a:t>46B ~ 1500B</a:t>
            </a:r>
            <a:endParaRPr lang="zh-CN" altLang="en-US" sz="2400" b="1" dirty="0">
              <a:solidFill>
                <a:schemeClr val="tx1"/>
              </a:solidFill>
            </a:endParaRPr>
          </a:p>
        </p:txBody>
      </p:sp>
      <p:sp>
        <p:nvSpPr>
          <p:cNvPr id="25" name="矩形 24">
            <a:extLst>
              <a:ext uri="{FF2B5EF4-FFF2-40B4-BE49-F238E27FC236}">
                <a16:creationId xmlns:a16="http://schemas.microsoft.com/office/drawing/2014/main" id="{E69425EE-C98C-495B-8976-1ECD2111A1FE}"/>
              </a:ext>
            </a:extLst>
          </p:cNvPr>
          <p:cNvSpPr/>
          <p:nvPr/>
        </p:nvSpPr>
        <p:spPr>
          <a:xfrm>
            <a:off x="10668248" y="2423780"/>
            <a:ext cx="1019387" cy="499960"/>
          </a:xfrm>
          <a:prstGeom prst="rect">
            <a:avLst/>
          </a:prstGeom>
          <a:solidFill>
            <a:schemeClr val="accent4"/>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CN" b="1" dirty="0">
                <a:solidFill>
                  <a:schemeClr val="bg1"/>
                </a:solidFill>
              </a:rPr>
              <a:t>FCS</a:t>
            </a:r>
            <a:endParaRPr lang="zh-CN" altLang="en-US" b="1" dirty="0">
              <a:solidFill>
                <a:schemeClr val="bg1"/>
              </a:solidFill>
            </a:endParaRPr>
          </a:p>
        </p:txBody>
      </p:sp>
      <p:sp>
        <p:nvSpPr>
          <p:cNvPr id="26" name="矩形 25">
            <a:extLst>
              <a:ext uri="{FF2B5EF4-FFF2-40B4-BE49-F238E27FC236}">
                <a16:creationId xmlns:a16="http://schemas.microsoft.com/office/drawing/2014/main" id="{9DDAF941-4B49-486D-8083-895873763D75}"/>
              </a:ext>
            </a:extLst>
          </p:cNvPr>
          <p:cNvSpPr/>
          <p:nvPr/>
        </p:nvSpPr>
        <p:spPr>
          <a:xfrm>
            <a:off x="10668247" y="2923740"/>
            <a:ext cx="1019387" cy="499960"/>
          </a:xfrm>
          <a:prstGeom prst="rect">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CN" sz="2400" b="1" dirty="0">
                <a:solidFill>
                  <a:schemeClr val="tx1"/>
                </a:solidFill>
              </a:rPr>
              <a:t>4B</a:t>
            </a:r>
            <a:endParaRPr lang="zh-CN" altLang="en-US" sz="2400" b="1" dirty="0">
              <a:solidFill>
                <a:schemeClr val="tx1"/>
              </a:solidFill>
            </a:endParaRPr>
          </a:p>
        </p:txBody>
      </p:sp>
      <p:sp>
        <p:nvSpPr>
          <p:cNvPr id="27" name="矩形 26">
            <a:extLst>
              <a:ext uri="{FF2B5EF4-FFF2-40B4-BE49-F238E27FC236}">
                <a16:creationId xmlns:a16="http://schemas.microsoft.com/office/drawing/2014/main" id="{95417171-2044-4E8A-B522-54E76C17E32A}"/>
              </a:ext>
            </a:extLst>
          </p:cNvPr>
          <p:cNvSpPr/>
          <p:nvPr/>
        </p:nvSpPr>
        <p:spPr>
          <a:xfrm>
            <a:off x="504364" y="1922326"/>
            <a:ext cx="11183271" cy="499960"/>
          </a:xfrm>
          <a:prstGeom prst="rect">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zh-CN" altLang="en-US" b="1" dirty="0">
                <a:solidFill>
                  <a:schemeClr val="tx1"/>
                </a:solidFill>
              </a:rPr>
              <a:t>以太网</a:t>
            </a:r>
            <a:r>
              <a:rPr lang="en-US" altLang="zh-CN" b="1" dirty="0">
                <a:solidFill>
                  <a:schemeClr val="tx1"/>
                </a:solidFill>
              </a:rPr>
              <a:t>V2</a:t>
            </a:r>
            <a:r>
              <a:rPr lang="zh-CN" altLang="en-US" b="1" dirty="0">
                <a:solidFill>
                  <a:schemeClr val="tx1"/>
                </a:solidFill>
              </a:rPr>
              <a:t>的</a:t>
            </a:r>
            <a:r>
              <a:rPr lang="en-US" altLang="zh-CN" b="1" dirty="0">
                <a:solidFill>
                  <a:schemeClr val="tx1"/>
                </a:solidFill>
              </a:rPr>
              <a:t>MAC</a:t>
            </a:r>
            <a:r>
              <a:rPr lang="zh-CN" altLang="en-US" b="1" dirty="0">
                <a:solidFill>
                  <a:schemeClr val="tx1"/>
                </a:solidFill>
              </a:rPr>
              <a:t>帧</a:t>
            </a:r>
          </a:p>
        </p:txBody>
      </p:sp>
    </p:spTree>
    <p:custDataLst>
      <p:tags r:id="rId1"/>
    </p:custDataLst>
    <p:extLst>
      <p:ext uri="{BB962C8B-B14F-4D97-AF65-F5344CB8AC3E}">
        <p14:creationId xmlns:p14="http://schemas.microsoft.com/office/powerpoint/2010/main" val="1595570038"/>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30" presetClass="entr" presetSubtype="0" fill="hold" grpId="0" nodeType="withEffect">
                                  <p:stCondLst>
                                    <p:cond delay="0"/>
                                  </p:stCondLst>
                                  <p:childTnLst>
                                    <p:set>
                                      <p:cBhvr>
                                        <p:cTn id="6" dur="1" fill="hold">
                                          <p:stCondLst>
                                            <p:cond delay="0"/>
                                          </p:stCondLst>
                                        </p:cTn>
                                        <p:tgtEl>
                                          <p:spTgt spid="17"/>
                                        </p:tgtEl>
                                        <p:attrNameLst>
                                          <p:attrName>style.visibility</p:attrName>
                                        </p:attrNameLst>
                                      </p:cBhvr>
                                      <p:to>
                                        <p:strVal val="visible"/>
                                      </p:to>
                                    </p:set>
                                    <p:animEffect transition="in" filter="fade">
                                      <p:cBhvr>
                                        <p:cTn id="7" dur="800" decel="100000"/>
                                        <p:tgtEl>
                                          <p:spTgt spid="17"/>
                                        </p:tgtEl>
                                      </p:cBhvr>
                                    </p:animEffect>
                                    <p:anim calcmode="lin" valueType="num">
                                      <p:cBhvr>
                                        <p:cTn id="8" dur="800" decel="100000" fill="hold"/>
                                        <p:tgtEl>
                                          <p:spTgt spid="17"/>
                                        </p:tgtEl>
                                        <p:attrNameLst>
                                          <p:attrName>style.rotation</p:attrName>
                                        </p:attrNameLst>
                                      </p:cBhvr>
                                      <p:tavLst>
                                        <p:tav tm="0">
                                          <p:val>
                                            <p:fltVal val="-90"/>
                                          </p:val>
                                        </p:tav>
                                        <p:tav tm="100000">
                                          <p:val>
                                            <p:fltVal val="0"/>
                                          </p:val>
                                        </p:tav>
                                      </p:tavLst>
                                    </p:anim>
                                    <p:anim calcmode="lin" valueType="num">
                                      <p:cBhvr>
                                        <p:cTn id="9" dur="800" decel="100000" fill="hold"/>
                                        <p:tgtEl>
                                          <p:spTgt spid="17"/>
                                        </p:tgtEl>
                                        <p:attrNameLst>
                                          <p:attrName>ppt_x</p:attrName>
                                        </p:attrNameLst>
                                      </p:cBhvr>
                                      <p:tavLst>
                                        <p:tav tm="0">
                                          <p:val>
                                            <p:strVal val="#ppt_x+0.4"/>
                                          </p:val>
                                        </p:tav>
                                        <p:tav tm="100000">
                                          <p:val>
                                            <p:strVal val="#ppt_x-0.05"/>
                                          </p:val>
                                        </p:tav>
                                      </p:tavLst>
                                    </p:anim>
                                    <p:anim calcmode="lin" valueType="num">
                                      <p:cBhvr>
                                        <p:cTn id="10" dur="800" decel="100000" fill="hold"/>
                                        <p:tgtEl>
                                          <p:spTgt spid="17"/>
                                        </p:tgtEl>
                                        <p:attrNameLst>
                                          <p:attrName>ppt_y</p:attrName>
                                        </p:attrNameLst>
                                      </p:cBhvr>
                                      <p:tavLst>
                                        <p:tav tm="0">
                                          <p:val>
                                            <p:strVal val="#ppt_y-0.4"/>
                                          </p:val>
                                        </p:tav>
                                        <p:tav tm="100000">
                                          <p:val>
                                            <p:strVal val="#ppt_y+0.1"/>
                                          </p:val>
                                        </p:tav>
                                      </p:tavLst>
                                    </p:anim>
                                    <p:anim calcmode="lin" valueType="num">
                                      <p:cBhvr>
                                        <p:cTn id="11" dur="200" accel="100000" fill="hold">
                                          <p:stCondLst>
                                            <p:cond delay="800"/>
                                          </p:stCondLst>
                                        </p:cTn>
                                        <p:tgtEl>
                                          <p:spTgt spid="17"/>
                                        </p:tgtEl>
                                        <p:attrNameLst>
                                          <p:attrName>ppt_x</p:attrName>
                                        </p:attrNameLst>
                                      </p:cBhvr>
                                      <p:tavLst>
                                        <p:tav tm="0">
                                          <p:val>
                                            <p:strVal val="#ppt_x-0.05"/>
                                          </p:val>
                                        </p:tav>
                                        <p:tav tm="100000">
                                          <p:val>
                                            <p:strVal val="#ppt_x"/>
                                          </p:val>
                                        </p:tav>
                                      </p:tavLst>
                                    </p:anim>
                                    <p:anim calcmode="lin" valueType="num">
                                      <p:cBhvr>
                                        <p:cTn id="12" dur="200" accel="100000" fill="hold">
                                          <p:stCondLst>
                                            <p:cond delay="800"/>
                                          </p:stCondLst>
                                        </p:cTn>
                                        <p:tgtEl>
                                          <p:spTgt spid="17"/>
                                        </p:tgtEl>
                                        <p:attrNameLst>
                                          <p:attrName>ppt_y</p:attrName>
                                        </p:attrNameLst>
                                      </p:cBhvr>
                                      <p:tavLst>
                                        <p:tav tm="0">
                                          <p:val>
                                            <p:strVal val="#ppt_y+0.1"/>
                                          </p:val>
                                        </p:tav>
                                        <p:tav tm="100000">
                                          <p:val>
                                            <p:strVal val="#ppt_y"/>
                                          </p:val>
                                        </p:tav>
                                      </p:tavLst>
                                    </p:anim>
                                  </p:childTnLst>
                                </p:cTn>
                              </p:par>
                              <p:par>
                                <p:cTn id="13" presetID="30" presetClass="entr" presetSubtype="0" fill="hold" grpId="0" nodeType="withEffect">
                                  <p:stCondLst>
                                    <p:cond delay="0"/>
                                  </p:stCondLst>
                                  <p:childTnLst>
                                    <p:set>
                                      <p:cBhvr>
                                        <p:cTn id="14" dur="1" fill="hold">
                                          <p:stCondLst>
                                            <p:cond delay="0"/>
                                          </p:stCondLst>
                                        </p:cTn>
                                        <p:tgtEl>
                                          <p:spTgt spid="18"/>
                                        </p:tgtEl>
                                        <p:attrNameLst>
                                          <p:attrName>style.visibility</p:attrName>
                                        </p:attrNameLst>
                                      </p:cBhvr>
                                      <p:to>
                                        <p:strVal val="visible"/>
                                      </p:to>
                                    </p:set>
                                    <p:animEffect transition="in" filter="fade">
                                      <p:cBhvr>
                                        <p:cTn id="15" dur="800" decel="100000"/>
                                        <p:tgtEl>
                                          <p:spTgt spid="18"/>
                                        </p:tgtEl>
                                      </p:cBhvr>
                                    </p:animEffect>
                                    <p:anim calcmode="lin" valueType="num">
                                      <p:cBhvr>
                                        <p:cTn id="16" dur="800" decel="100000" fill="hold"/>
                                        <p:tgtEl>
                                          <p:spTgt spid="18"/>
                                        </p:tgtEl>
                                        <p:attrNameLst>
                                          <p:attrName>style.rotation</p:attrName>
                                        </p:attrNameLst>
                                      </p:cBhvr>
                                      <p:tavLst>
                                        <p:tav tm="0">
                                          <p:val>
                                            <p:fltVal val="-90"/>
                                          </p:val>
                                        </p:tav>
                                        <p:tav tm="100000">
                                          <p:val>
                                            <p:fltVal val="0"/>
                                          </p:val>
                                        </p:tav>
                                      </p:tavLst>
                                    </p:anim>
                                    <p:anim calcmode="lin" valueType="num">
                                      <p:cBhvr>
                                        <p:cTn id="17" dur="800" decel="100000" fill="hold"/>
                                        <p:tgtEl>
                                          <p:spTgt spid="18"/>
                                        </p:tgtEl>
                                        <p:attrNameLst>
                                          <p:attrName>ppt_x</p:attrName>
                                        </p:attrNameLst>
                                      </p:cBhvr>
                                      <p:tavLst>
                                        <p:tav tm="0">
                                          <p:val>
                                            <p:strVal val="#ppt_x+0.4"/>
                                          </p:val>
                                        </p:tav>
                                        <p:tav tm="100000">
                                          <p:val>
                                            <p:strVal val="#ppt_x-0.05"/>
                                          </p:val>
                                        </p:tav>
                                      </p:tavLst>
                                    </p:anim>
                                    <p:anim calcmode="lin" valueType="num">
                                      <p:cBhvr>
                                        <p:cTn id="18" dur="800" decel="100000" fill="hold"/>
                                        <p:tgtEl>
                                          <p:spTgt spid="18"/>
                                        </p:tgtEl>
                                        <p:attrNameLst>
                                          <p:attrName>ppt_y</p:attrName>
                                        </p:attrNameLst>
                                      </p:cBhvr>
                                      <p:tavLst>
                                        <p:tav tm="0">
                                          <p:val>
                                            <p:strVal val="#ppt_y-0.4"/>
                                          </p:val>
                                        </p:tav>
                                        <p:tav tm="100000">
                                          <p:val>
                                            <p:strVal val="#ppt_y+0.1"/>
                                          </p:val>
                                        </p:tav>
                                      </p:tavLst>
                                    </p:anim>
                                    <p:anim calcmode="lin" valueType="num">
                                      <p:cBhvr>
                                        <p:cTn id="19" dur="200" accel="100000" fill="hold">
                                          <p:stCondLst>
                                            <p:cond delay="800"/>
                                          </p:stCondLst>
                                        </p:cTn>
                                        <p:tgtEl>
                                          <p:spTgt spid="18"/>
                                        </p:tgtEl>
                                        <p:attrNameLst>
                                          <p:attrName>ppt_x</p:attrName>
                                        </p:attrNameLst>
                                      </p:cBhvr>
                                      <p:tavLst>
                                        <p:tav tm="0">
                                          <p:val>
                                            <p:strVal val="#ppt_x-0.05"/>
                                          </p:val>
                                        </p:tav>
                                        <p:tav tm="100000">
                                          <p:val>
                                            <p:strVal val="#ppt_x"/>
                                          </p:val>
                                        </p:tav>
                                      </p:tavLst>
                                    </p:anim>
                                    <p:anim calcmode="lin" valueType="num">
                                      <p:cBhvr>
                                        <p:cTn id="20" dur="200" accel="100000" fill="hold">
                                          <p:stCondLst>
                                            <p:cond delay="800"/>
                                          </p:stCondLst>
                                        </p:cTn>
                                        <p:tgtEl>
                                          <p:spTgt spid="18"/>
                                        </p:tgtEl>
                                        <p:attrNameLst>
                                          <p:attrName>ppt_y</p:attrName>
                                        </p:attrNameLst>
                                      </p:cBhvr>
                                      <p:tavLst>
                                        <p:tav tm="0">
                                          <p:val>
                                            <p:strVal val="#ppt_y+0.1"/>
                                          </p:val>
                                        </p:tav>
                                        <p:tav tm="100000">
                                          <p:val>
                                            <p:strVal val="#ppt_y"/>
                                          </p:val>
                                        </p:tav>
                                      </p:tavLst>
                                    </p:anim>
                                  </p:childTnLst>
                                </p:cTn>
                              </p:par>
                              <p:par>
                                <p:cTn id="21" presetID="30" presetClass="entr" presetSubtype="0" fill="hold" grpId="0" nodeType="withEffect">
                                  <p:stCondLst>
                                    <p:cond delay="0"/>
                                  </p:stCondLst>
                                  <p:childTnLst>
                                    <p:set>
                                      <p:cBhvr>
                                        <p:cTn id="22" dur="1" fill="hold">
                                          <p:stCondLst>
                                            <p:cond delay="0"/>
                                          </p:stCondLst>
                                        </p:cTn>
                                        <p:tgtEl>
                                          <p:spTgt spid="19"/>
                                        </p:tgtEl>
                                        <p:attrNameLst>
                                          <p:attrName>style.visibility</p:attrName>
                                        </p:attrNameLst>
                                      </p:cBhvr>
                                      <p:to>
                                        <p:strVal val="visible"/>
                                      </p:to>
                                    </p:set>
                                    <p:animEffect transition="in" filter="fade">
                                      <p:cBhvr>
                                        <p:cTn id="23" dur="800" decel="100000"/>
                                        <p:tgtEl>
                                          <p:spTgt spid="19"/>
                                        </p:tgtEl>
                                      </p:cBhvr>
                                    </p:animEffect>
                                    <p:anim calcmode="lin" valueType="num">
                                      <p:cBhvr>
                                        <p:cTn id="24" dur="800" decel="100000" fill="hold"/>
                                        <p:tgtEl>
                                          <p:spTgt spid="19"/>
                                        </p:tgtEl>
                                        <p:attrNameLst>
                                          <p:attrName>style.rotation</p:attrName>
                                        </p:attrNameLst>
                                      </p:cBhvr>
                                      <p:tavLst>
                                        <p:tav tm="0">
                                          <p:val>
                                            <p:fltVal val="-90"/>
                                          </p:val>
                                        </p:tav>
                                        <p:tav tm="100000">
                                          <p:val>
                                            <p:fltVal val="0"/>
                                          </p:val>
                                        </p:tav>
                                      </p:tavLst>
                                    </p:anim>
                                    <p:anim calcmode="lin" valueType="num">
                                      <p:cBhvr>
                                        <p:cTn id="25" dur="800" decel="100000" fill="hold"/>
                                        <p:tgtEl>
                                          <p:spTgt spid="19"/>
                                        </p:tgtEl>
                                        <p:attrNameLst>
                                          <p:attrName>ppt_x</p:attrName>
                                        </p:attrNameLst>
                                      </p:cBhvr>
                                      <p:tavLst>
                                        <p:tav tm="0">
                                          <p:val>
                                            <p:strVal val="#ppt_x+0.4"/>
                                          </p:val>
                                        </p:tav>
                                        <p:tav tm="100000">
                                          <p:val>
                                            <p:strVal val="#ppt_x-0.05"/>
                                          </p:val>
                                        </p:tav>
                                      </p:tavLst>
                                    </p:anim>
                                    <p:anim calcmode="lin" valueType="num">
                                      <p:cBhvr>
                                        <p:cTn id="26" dur="800" decel="100000" fill="hold"/>
                                        <p:tgtEl>
                                          <p:spTgt spid="19"/>
                                        </p:tgtEl>
                                        <p:attrNameLst>
                                          <p:attrName>ppt_y</p:attrName>
                                        </p:attrNameLst>
                                      </p:cBhvr>
                                      <p:tavLst>
                                        <p:tav tm="0">
                                          <p:val>
                                            <p:strVal val="#ppt_y-0.4"/>
                                          </p:val>
                                        </p:tav>
                                        <p:tav tm="100000">
                                          <p:val>
                                            <p:strVal val="#ppt_y+0.1"/>
                                          </p:val>
                                        </p:tav>
                                      </p:tavLst>
                                    </p:anim>
                                    <p:anim calcmode="lin" valueType="num">
                                      <p:cBhvr>
                                        <p:cTn id="27" dur="200" accel="100000" fill="hold">
                                          <p:stCondLst>
                                            <p:cond delay="800"/>
                                          </p:stCondLst>
                                        </p:cTn>
                                        <p:tgtEl>
                                          <p:spTgt spid="19"/>
                                        </p:tgtEl>
                                        <p:attrNameLst>
                                          <p:attrName>ppt_x</p:attrName>
                                        </p:attrNameLst>
                                      </p:cBhvr>
                                      <p:tavLst>
                                        <p:tav tm="0">
                                          <p:val>
                                            <p:strVal val="#ppt_x-0.05"/>
                                          </p:val>
                                        </p:tav>
                                        <p:tav tm="100000">
                                          <p:val>
                                            <p:strVal val="#ppt_x"/>
                                          </p:val>
                                        </p:tav>
                                      </p:tavLst>
                                    </p:anim>
                                    <p:anim calcmode="lin" valueType="num">
                                      <p:cBhvr>
                                        <p:cTn id="28" dur="200" accel="100000" fill="hold">
                                          <p:stCondLst>
                                            <p:cond delay="800"/>
                                          </p:stCondLst>
                                        </p:cTn>
                                        <p:tgtEl>
                                          <p:spTgt spid="19"/>
                                        </p:tgtEl>
                                        <p:attrNameLst>
                                          <p:attrName>ppt_y</p:attrName>
                                        </p:attrNameLst>
                                      </p:cBhvr>
                                      <p:tavLst>
                                        <p:tav tm="0">
                                          <p:val>
                                            <p:strVal val="#ppt_y+0.1"/>
                                          </p:val>
                                        </p:tav>
                                        <p:tav tm="100000">
                                          <p:val>
                                            <p:strVal val="#ppt_y"/>
                                          </p:val>
                                        </p:tav>
                                      </p:tavLst>
                                    </p:anim>
                                  </p:childTnLst>
                                </p:cTn>
                              </p:par>
                              <p:par>
                                <p:cTn id="29" presetID="30" presetClass="entr" presetSubtype="0" fill="hold" grpId="0" nodeType="withEffect">
                                  <p:stCondLst>
                                    <p:cond delay="0"/>
                                  </p:stCondLst>
                                  <p:childTnLst>
                                    <p:set>
                                      <p:cBhvr>
                                        <p:cTn id="30" dur="1" fill="hold">
                                          <p:stCondLst>
                                            <p:cond delay="0"/>
                                          </p:stCondLst>
                                        </p:cTn>
                                        <p:tgtEl>
                                          <p:spTgt spid="20"/>
                                        </p:tgtEl>
                                        <p:attrNameLst>
                                          <p:attrName>style.visibility</p:attrName>
                                        </p:attrNameLst>
                                      </p:cBhvr>
                                      <p:to>
                                        <p:strVal val="visible"/>
                                      </p:to>
                                    </p:set>
                                    <p:animEffect transition="in" filter="fade">
                                      <p:cBhvr>
                                        <p:cTn id="31" dur="800" decel="100000"/>
                                        <p:tgtEl>
                                          <p:spTgt spid="20"/>
                                        </p:tgtEl>
                                      </p:cBhvr>
                                    </p:animEffect>
                                    <p:anim calcmode="lin" valueType="num">
                                      <p:cBhvr>
                                        <p:cTn id="32" dur="800" decel="100000" fill="hold"/>
                                        <p:tgtEl>
                                          <p:spTgt spid="20"/>
                                        </p:tgtEl>
                                        <p:attrNameLst>
                                          <p:attrName>style.rotation</p:attrName>
                                        </p:attrNameLst>
                                      </p:cBhvr>
                                      <p:tavLst>
                                        <p:tav tm="0">
                                          <p:val>
                                            <p:fltVal val="-90"/>
                                          </p:val>
                                        </p:tav>
                                        <p:tav tm="100000">
                                          <p:val>
                                            <p:fltVal val="0"/>
                                          </p:val>
                                        </p:tav>
                                      </p:tavLst>
                                    </p:anim>
                                    <p:anim calcmode="lin" valueType="num">
                                      <p:cBhvr>
                                        <p:cTn id="33" dur="800" decel="100000" fill="hold"/>
                                        <p:tgtEl>
                                          <p:spTgt spid="20"/>
                                        </p:tgtEl>
                                        <p:attrNameLst>
                                          <p:attrName>ppt_x</p:attrName>
                                        </p:attrNameLst>
                                      </p:cBhvr>
                                      <p:tavLst>
                                        <p:tav tm="0">
                                          <p:val>
                                            <p:strVal val="#ppt_x+0.4"/>
                                          </p:val>
                                        </p:tav>
                                        <p:tav tm="100000">
                                          <p:val>
                                            <p:strVal val="#ppt_x-0.05"/>
                                          </p:val>
                                        </p:tav>
                                      </p:tavLst>
                                    </p:anim>
                                    <p:anim calcmode="lin" valueType="num">
                                      <p:cBhvr>
                                        <p:cTn id="34" dur="800" decel="100000" fill="hold"/>
                                        <p:tgtEl>
                                          <p:spTgt spid="20"/>
                                        </p:tgtEl>
                                        <p:attrNameLst>
                                          <p:attrName>ppt_y</p:attrName>
                                        </p:attrNameLst>
                                      </p:cBhvr>
                                      <p:tavLst>
                                        <p:tav tm="0">
                                          <p:val>
                                            <p:strVal val="#ppt_y-0.4"/>
                                          </p:val>
                                        </p:tav>
                                        <p:tav tm="100000">
                                          <p:val>
                                            <p:strVal val="#ppt_y+0.1"/>
                                          </p:val>
                                        </p:tav>
                                      </p:tavLst>
                                    </p:anim>
                                    <p:anim calcmode="lin" valueType="num">
                                      <p:cBhvr>
                                        <p:cTn id="35" dur="200" accel="100000" fill="hold">
                                          <p:stCondLst>
                                            <p:cond delay="800"/>
                                          </p:stCondLst>
                                        </p:cTn>
                                        <p:tgtEl>
                                          <p:spTgt spid="20"/>
                                        </p:tgtEl>
                                        <p:attrNameLst>
                                          <p:attrName>ppt_x</p:attrName>
                                        </p:attrNameLst>
                                      </p:cBhvr>
                                      <p:tavLst>
                                        <p:tav tm="0">
                                          <p:val>
                                            <p:strVal val="#ppt_x-0.05"/>
                                          </p:val>
                                        </p:tav>
                                        <p:tav tm="100000">
                                          <p:val>
                                            <p:strVal val="#ppt_x"/>
                                          </p:val>
                                        </p:tav>
                                      </p:tavLst>
                                    </p:anim>
                                    <p:anim calcmode="lin" valueType="num">
                                      <p:cBhvr>
                                        <p:cTn id="36" dur="200" accel="100000" fill="hold">
                                          <p:stCondLst>
                                            <p:cond delay="800"/>
                                          </p:stCondLst>
                                        </p:cTn>
                                        <p:tgtEl>
                                          <p:spTgt spid="20"/>
                                        </p:tgtEl>
                                        <p:attrNameLst>
                                          <p:attrName>ppt_y</p:attrName>
                                        </p:attrNameLst>
                                      </p:cBhvr>
                                      <p:tavLst>
                                        <p:tav tm="0">
                                          <p:val>
                                            <p:strVal val="#ppt_y+0.1"/>
                                          </p:val>
                                        </p:tav>
                                        <p:tav tm="100000">
                                          <p:val>
                                            <p:strVal val="#ppt_y"/>
                                          </p:val>
                                        </p:tav>
                                      </p:tavLst>
                                    </p:anim>
                                  </p:childTnLst>
                                </p:cTn>
                              </p:par>
                              <p:par>
                                <p:cTn id="37" presetID="30" presetClass="entr" presetSubtype="0" fill="hold" grpId="0" nodeType="withEffect">
                                  <p:stCondLst>
                                    <p:cond delay="0"/>
                                  </p:stCondLst>
                                  <p:childTnLst>
                                    <p:set>
                                      <p:cBhvr>
                                        <p:cTn id="38" dur="1" fill="hold">
                                          <p:stCondLst>
                                            <p:cond delay="0"/>
                                          </p:stCondLst>
                                        </p:cTn>
                                        <p:tgtEl>
                                          <p:spTgt spid="21"/>
                                        </p:tgtEl>
                                        <p:attrNameLst>
                                          <p:attrName>style.visibility</p:attrName>
                                        </p:attrNameLst>
                                      </p:cBhvr>
                                      <p:to>
                                        <p:strVal val="visible"/>
                                      </p:to>
                                    </p:set>
                                    <p:animEffect transition="in" filter="fade">
                                      <p:cBhvr>
                                        <p:cTn id="39" dur="800" decel="100000"/>
                                        <p:tgtEl>
                                          <p:spTgt spid="21"/>
                                        </p:tgtEl>
                                      </p:cBhvr>
                                    </p:animEffect>
                                    <p:anim calcmode="lin" valueType="num">
                                      <p:cBhvr>
                                        <p:cTn id="40" dur="800" decel="100000" fill="hold"/>
                                        <p:tgtEl>
                                          <p:spTgt spid="21"/>
                                        </p:tgtEl>
                                        <p:attrNameLst>
                                          <p:attrName>style.rotation</p:attrName>
                                        </p:attrNameLst>
                                      </p:cBhvr>
                                      <p:tavLst>
                                        <p:tav tm="0">
                                          <p:val>
                                            <p:fltVal val="-90"/>
                                          </p:val>
                                        </p:tav>
                                        <p:tav tm="100000">
                                          <p:val>
                                            <p:fltVal val="0"/>
                                          </p:val>
                                        </p:tav>
                                      </p:tavLst>
                                    </p:anim>
                                    <p:anim calcmode="lin" valueType="num">
                                      <p:cBhvr>
                                        <p:cTn id="41" dur="800" decel="100000" fill="hold"/>
                                        <p:tgtEl>
                                          <p:spTgt spid="21"/>
                                        </p:tgtEl>
                                        <p:attrNameLst>
                                          <p:attrName>ppt_x</p:attrName>
                                        </p:attrNameLst>
                                      </p:cBhvr>
                                      <p:tavLst>
                                        <p:tav tm="0">
                                          <p:val>
                                            <p:strVal val="#ppt_x+0.4"/>
                                          </p:val>
                                        </p:tav>
                                        <p:tav tm="100000">
                                          <p:val>
                                            <p:strVal val="#ppt_x-0.05"/>
                                          </p:val>
                                        </p:tav>
                                      </p:tavLst>
                                    </p:anim>
                                    <p:anim calcmode="lin" valueType="num">
                                      <p:cBhvr>
                                        <p:cTn id="42" dur="800" decel="100000" fill="hold"/>
                                        <p:tgtEl>
                                          <p:spTgt spid="21"/>
                                        </p:tgtEl>
                                        <p:attrNameLst>
                                          <p:attrName>ppt_y</p:attrName>
                                        </p:attrNameLst>
                                      </p:cBhvr>
                                      <p:tavLst>
                                        <p:tav tm="0">
                                          <p:val>
                                            <p:strVal val="#ppt_y-0.4"/>
                                          </p:val>
                                        </p:tav>
                                        <p:tav tm="100000">
                                          <p:val>
                                            <p:strVal val="#ppt_y+0.1"/>
                                          </p:val>
                                        </p:tav>
                                      </p:tavLst>
                                    </p:anim>
                                    <p:anim calcmode="lin" valueType="num">
                                      <p:cBhvr>
                                        <p:cTn id="43" dur="200" accel="100000" fill="hold">
                                          <p:stCondLst>
                                            <p:cond delay="800"/>
                                          </p:stCondLst>
                                        </p:cTn>
                                        <p:tgtEl>
                                          <p:spTgt spid="21"/>
                                        </p:tgtEl>
                                        <p:attrNameLst>
                                          <p:attrName>ppt_x</p:attrName>
                                        </p:attrNameLst>
                                      </p:cBhvr>
                                      <p:tavLst>
                                        <p:tav tm="0">
                                          <p:val>
                                            <p:strVal val="#ppt_x-0.05"/>
                                          </p:val>
                                        </p:tav>
                                        <p:tav tm="100000">
                                          <p:val>
                                            <p:strVal val="#ppt_x"/>
                                          </p:val>
                                        </p:tav>
                                      </p:tavLst>
                                    </p:anim>
                                    <p:anim calcmode="lin" valueType="num">
                                      <p:cBhvr>
                                        <p:cTn id="44" dur="200" accel="100000" fill="hold">
                                          <p:stCondLst>
                                            <p:cond delay="800"/>
                                          </p:stCondLst>
                                        </p:cTn>
                                        <p:tgtEl>
                                          <p:spTgt spid="21"/>
                                        </p:tgtEl>
                                        <p:attrNameLst>
                                          <p:attrName>ppt_y</p:attrName>
                                        </p:attrNameLst>
                                      </p:cBhvr>
                                      <p:tavLst>
                                        <p:tav tm="0">
                                          <p:val>
                                            <p:strVal val="#ppt_y+0.1"/>
                                          </p:val>
                                        </p:tav>
                                        <p:tav tm="100000">
                                          <p:val>
                                            <p:strVal val="#ppt_y"/>
                                          </p:val>
                                        </p:tav>
                                      </p:tavLst>
                                    </p:anim>
                                  </p:childTnLst>
                                </p:cTn>
                              </p:par>
                              <p:par>
                                <p:cTn id="45" presetID="30" presetClass="entr" presetSubtype="0" fill="hold" grpId="0" nodeType="withEffect">
                                  <p:stCondLst>
                                    <p:cond delay="0"/>
                                  </p:stCondLst>
                                  <p:childTnLst>
                                    <p:set>
                                      <p:cBhvr>
                                        <p:cTn id="46" dur="1" fill="hold">
                                          <p:stCondLst>
                                            <p:cond delay="0"/>
                                          </p:stCondLst>
                                        </p:cTn>
                                        <p:tgtEl>
                                          <p:spTgt spid="22"/>
                                        </p:tgtEl>
                                        <p:attrNameLst>
                                          <p:attrName>style.visibility</p:attrName>
                                        </p:attrNameLst>
                                      </p:cBhvr>
                                      <p:to>
                                        <p:strVal val="visible"/>
                                      </p:to>
                                    </p:set>
                                    <p:animEffect transition="in" filter="fade">
                                      <p:cBhvr>
                                        <p:cTn id="47" dur="800" decel="100000"/>
                                        <p:tgtEl>
                                          <p:spTgt spid="22"/>
                                        </p:tgtEl>
                                      </p:cBhvr>
                                    </p:animEffect>
                                    <p:anim calcmode="lin" valueType="num">
                                      <p:cBhvr>
                                        <p:cTn id="48" dur="800" decel="100000" fill="hold"/>
                                        <p:tgtEl>
                                          <p:spTgt spid="22"/>
                                        </p:tgtEl>
                                        <p:attrNameLst>
                                          <p:attrName>style.rotation</p:attrName>
                                        </p:attrNameLst>
                                      </p:cBhvr>
                                      <p:tavLst>
                                        <p:tav tm="0">
                                          <p:val>
                                            <p:fltVal val="-90"/>
                                          </p:val>
                                        </p:tav>
                                        <p:tav tm="100000">
                                          <p:val>
                                            <p:fltVal val="0"/>
                                          </p:val>
                                        </p:tav>
                                      </p:tavLst>
                                    </p:anim>
                                    <p:anim calcmode="lin" valueType="num">
                                      <p:cBhvr>
                                        <p:cTn id="49" dur="800" decel="100000" fill="hold"/>
                                        <p:tgtEl>
                                          <p:spTgt spid="22"/>
                                        </p:tgtEl>
                                        <p:attrNameLst>
                                          <p:attrName>ppt_x</p:attrName>
                                        </p:attrNameLst>
                                      </p:cBhvr>
                                      <p:tavLst>
                                        <p:tav tm="0">
                                          <p:val>
                                            <p:strVal val="#ppt_x+0.4"/>
                                          </p:val>
                                        </p:tav>
                                        <p:tav tm="100000">
                                          <p:val>
                                            <p:strVal val="#ppt_x-0.05"/>
                                          </p:val>
                                        </p:tav>
                                      </p:tavLst>
                                    </p:anim>
                                    <p:anim calcmode="lin" valueType="num">
                                      <p:cBhvr>
                                        <p:cTn id="50" dur="800" decel="100000" fill="hold"/>
                                        <p:tgtEl>
                                          <p:spTgt spid="22"/>
                                        </p:tgtEl>
                                        <p:attrNameLst>
                                          <p:attrName>ppt_y</p:attrName>
                                        </p:attrNameLst>
                                      </p:cBhvr>
                                      <p:tavLst>
                                        <p:tav tm="0">
                                          <p:val>
                                            <p:strVal val="#ppt_y-0.4"/>
                                          </p:val>
                                        </p:tav>
                                        <p:tav tm="100000">
                                          <p:val>
                                            <p:strVal val="#ppt_y+0.1"/>
                                          </p:val>
                                        </p:tav>
                                      </p:tavLst>
                                    </p:anim>
                                    <p:anim calcmode="lin" valueType="num">
                                      <p:cBhvr>
                                        <p:cTn id="51" dur="200" accel="100000" fill="hold">
                                          <p:stCondLst>
                                            <p:cond delay="800"/>
                                          </p:stCondLst>
                                        </p:cTn>
                                        <p:tgtEl>
                                          <p:spTgt spid="22"/>
                                        </p:tgtEl>
                                        <p:attrNameLst>
                                          <p:attrName>ppt_x</p:attrName>
                                        </p:attrNameLst>
                                      </p:cBhvr>
                                      <p:tavLst>
                                        <p:tav tm="0">
                                          <p:val>
                                            <p:strVal val="#ppt_x-0.05"/>
                                          </p:val>
                                        </p:tav>
                                        <p:tav tm="100000">
                                          <p:val>
                                            <p:strVal val="#ppt_x"/>
                                          </p:val>
                                        </p:tav>
                                      </p:tavLst>
                                    </p:anim>
                                    <p:anim calcmode="lin" valueType="num">
                                      <p:cBhvr>
                                        <p:cTn id="52" dur="200" accel="100000" fill="hold">
                                          <p:stCondLst>
                                            <p:cond delay="800"/>
                                          </p:stCondLst>
                                        </p:cTn>
                                        <p:tgtEl>
                                          <p:spTgt spid="22"/>
                                        </p:tgtEl>
                                        <p:attrNameLst>
                                          <p:attrName>ppt_y</p:attrName>
                                        </p:attrNameLst>
                                      </p:cBhvr>
                                      <p:tavLst>
                                        <p:tav tm="0">
                                          <p:val>
                                            <p:strVal val="#ppt_y+0.1"/>
                                          </p:val>
                                        </p:tav>
                                        <p:tav tm="100000">
                                          <p:val>
                                            <p:strVal val="#ppt_y"/>
                                          </p:val>
                                        </p:tav>
                                      </p:tavLst>
                                    </p:anim>
                                  </p:childTnLst>
                                </p:cTn>
                              </p:par>
                              <p:par>
                                <p:cTn id="53" presetID="30" presetClass="entr" presetSubtype="0" fill="hold" grpId="0" nodeType="withEffect">
                                  <p:stCondLst>
                                    <p:cond delay="0"/>
                                  </p:stCondLst>
                                  <p:childTnLst>
                                    <p:set>
                                      <p:cBhvr>
                                        <p:cTn id="54" dur="1" fill="hold">
                                          <p:stCondLst>
                                            <p:cond delay="0"/>
                                          </p:stCondLst>
                                        </p:cTn>
                                        <p:tgtEl>
                                          <p:spTgt spid="23"/>
                                        </p:tgtEl>
                                        <p:attrNameLst>
                                          <p:attrName>style.visibility</p:attrName>
                                        </p:attrNameLst>
                                      </p:cBhvr>
                                      <p:to>
                                        <p:strVal val="visible"/>
                                      </p:to>
                                    </p:set>
                                    <p:animEffect transition="in" filter="fade">
                                      <p:cBhvr>
                                        <p:cTn id="55" dur="800" decel="100000"/>
                                        <p:tgtEl>
                                          <p:spTgt spid="23"/>
                                        </p:tgtEl>
                                      </p:cBhvr>
                                    </p:animEffect>
                                    <p:anim calcmode="lin" valueType="num">
                                      <p:cBhvr>
                                        <p:cTn id="56" dur="800" decel="100000" fill="hold"/>
                                        <p:tgtEl>
                                          <p:spTgt spid="23"/>
                                        </p:tgtEl>
                                        <p:attrNameLst>
                                          <p:attrName>style.rotation</p:attrName>
                                        </p:attrNameLst>
                                      </p:cBhvr>
                                      <p:tavLst>
                                        <p:tav tm="0">
                                          <p:val>
                                            <p:fltVal val="-90"/>
                                          </p:val>
                                        </p:tav>
                                        <p:tav tm="100000">
                                          <p:val>
                                            <p:fltVal val="0"/>
                                          </p:val>
                                        </p:tav>
                                      </p:tavLst>
                                    </p:anim>
                                    <p:anim calcmode="lin" valueType="num">
                                      <p:cBhvr>
                                        <p:cTn id="57" dur="800" decel="100000" fill="hold"/>
                                        <p:tgtEl>
                                          <p:spTgt spid="23"/>
                                        </p:tgtEl>
                                        <p:attrNameLst>
                                          <p:attrName>ppt_x</p:attrName>
                                        </p:attrNameLst>
                                      </p:cBhvr>
                                      <p:tavLst>
                                        <p:tav tm="0">
                                          <p:val>
                                            <p:strVal val="#ppt_x+0.4"/>
                                          </p:val>
                                        </p:tav>
                                        <p:tav tm="100000">
                                          <p:val>
                                            <p:strVal val="#ppt_x-0.05"/>
                                          </p:val>
                                        </p:tav>
                                      </p:tavLst>
                                    </p:anim>
                                    <p:anim calcmode="lin" valueType="num">
                                      <p:cBhvr>
                                        <p:cTn id="58" dur="800" decel="100000" fill="hold"/>
                                        <p:tgtEl>
                                          <p:spTgt spid="23"/>
                                        </p:tgtEl>
                                        <p:attrNameLst>
                                          <p:attrName>ppt_y</p:attrName>
                                        </p:attrNameLst>
                                      </p:cBhvr>
                                      <p:tavLst>
                                        <p:tav tm="0">
                                          <p:val>
                                            <p:strVal val="#ppt_y-0.4"/>
                                          </p:val>
                                        </p:tav>
                                        <p:tav tm="100000">
                                          <p:val>
                                            <p:strVal val="#ppt_y+0.1"/>
                                          </p:val>
                                        </p:tav>
                                      </p:tavLst>
                                    </p:anim>
                                    <p:anim calcmode="lin" valueType="num">
                                      <p:cBhvr>
                                        <p:cTn id="59" dur="200" accel="100000" fill="hold">
                                          <p:stCondLst>
                                            <p:cond delay="800"/>
                                          </p:stCondLst>
                                        </p:cTn>
                                        <p:tgtEl>
                                          <p:spTgt spid="23"/>
                                        </p:tgtEl>
                                        <p:attrNameLst>
                                          <p:attrName>ppt_x</p:attrName>
                                        </p:attrNameLst>
                                      </p:cBhvr>
                                      <p:tavLst>
                                        <p:tav tm="0">
                                          <p:val>
                                            <p:strVal val="#ppt_x-0.05"/>
                                          </p:val>
                                        </p:tav>
                                        <p:tav tm="100000">
                                          <p:val>
                                            <p:strVal val="#ppt_x"/>
                                          </p:val>
                                        </p:tav>
                                      </p:tavLst>
                                    </p:anim>
                                    <p:anim calcmode="lin" valueType="num">
                                      <p:cBhvr>
                                        <p:cTn id="60" dur="200" accel="100000" fill="hold">
                                          <p:stCondLst>
                                            <p:cond delay="800"/>
                                          </p:stCondLst>
                                        </p:cTn>
                                        <p:tgtEl>
                                          <p:spTgt spid="23"/>
                                        </p:tgtEl>
                                        <p:attrNameLst>
                                          <p:attrName>ppt_y</p:attrName>
                                        </p:attrNameLst>
                                      </p:cBhvr>
                                      <p:tavLst>
                                        <p:tav tm="0">
                                          <p:val>
                                            <p:strVal val="#ppt_y+0.1"/>
                                          </p:val>
                                        </p:tav>
                                        <p:tav tm="100000">
                                          <p:val>
                                            <p:strVal val="#ppt_y"/>
                                          </p:val>
                                        </p:tav>
                                      </p:tavLst>
                                    </p:anim>
                                  </p:childTnLst>
                                </p:cTn>
                              </p:par>
                              <p:par>
                                <p:cTn id="61" presetID="30" presetClass="entr" presetSubtype="0" fill="hold" grpId="0" nodeType="withEffect">
                                  <p:stCondLst>
                                    <p:cond delay="0"/>
                                  </p:stCondLst>
                                  <p:childTnLst>
                                    <p:set>
                                      <p:cBhvr>
                                        <p:cTn id="62" dur="1" fill="hold">
                                          <p:stCondLst>
                                            <p:cond delay="0"/>
                                          </p:stCondLst>
                                        </p:cTn>
                                        <p:tgtEl>
                                          <p:spTgt spid="24"/>
                                        </p:tgtEl>
                                        <p:attrNameLst>
                                          <p:attrName>style.visibility</p:attrName>
                                        </p:attrNameLst>
                                      </p:cBhvr>
                                      <p:to>
                                        <p:strVal val="visible"/>
                                      </p:to>
                                    </p:set>
                                    <p:animEffect transition="in" filter="fade">
                                      <p:cBhvr>
                                        <p:cTn id="63" dur="800" decel="100000"/>
                                        <p:tgtEl>
                                          <p:spTgt spid="24"/>
                                        </p:tgtEl>
                                      </p:cBhvr>
                                    </p:animEffect>
                                    <p:anim calcmode="lin" valueType="num">
                                      <p:cBhvr>
                                        <p:cTn id="64" dur="800" decel="100000" fill="hold"/>
                                        <p:tgtEl>
                                          <p:spTgt spid="24"/>
                                        </p:tgtEl>
                                        <p:attrNameLst>
                                          <p:attrName>style.rotation</p:attrName>
                                        </p:attrNameLst>
                                      </p:cBhvr>
                                      <p:tavLst>
                                        <p:tav tm="0">
                                          <p:val>
                                            <p:fltVal val="-90"/>
                                          </p:val>
                                        </p:tav>
                                        <p:tav tm="100000">
                                          <p:val>
                                            <p:fltVal val="0"/>
                                          </p:val>
                                        </p:tav>
                                      </p:tavLst>
                                    </p:anim>
                                    <p:anim calcmode="lin" valueType="num">
                                      <p:cBhvr>
                                        <p:cTn id="65" dur="800" decel="100000" fill="hold"/>
                                        <p:tgtEl>
                                          <p:spTgt spid="24"/>
                                        </p:tgtEl>
                                        <p:attrNameLst>
                                          <p:attrName>ppt_x</p:attrName>
                                        </p:attrNameLst>
                                      </p:cBhvr>
                                      <p:tavLst>
                                        <p:tav tm="0">
                                          <p:val>
                                            <p:strVal val="#ppt_x+0.4"/>
                                          </p:val>
                                        </p:tav>
                                        <p:tav tm="100000">
                                          <p:val>
                                            <p:strVal val="#ppt_x-0.05"/>
                                          </p:val>
                                        </p:tav>
                                      </p:tavLst>
                                    </p:anim>
                                    <p:anim calcmode="lin" valueType="num">
                                      <p:cBhvr>
                                        <p:cTn id="66" dur="800" decel="100000" fill="hold"/>
                                        <p:tgtEl>
                                          <p:spTgt spid="24"/>
                                        </p:tgtEl>
                                        <p:attrNameLst>
                                          <p:attrName>ppt_y</p:attrName>
                                        </p:attrNameLst>
                                      </p:cBhvr>
                                      <p:tavLst>
                                        <p:tav tm="0">
                                          <p:val>
                                            <p:strVal val="#ppt_y-0.4"/>
                                          </p:val>
                                        </p:tav>
                                        <p:tav tm="100000">
                                          <p:val>
                                            <p:strVal val="#ppt_y+0.1"/>
                                          </p:val>
                                        </p:tav>
                                      </p:tavLst>
                                    </p:anim>
                                    <p:anim calcmode="lin" valueType="num">
                                      <p:cBhvr>
                                        <p:cTn id="67" dur="200" accel="100000" fill="hold">
                                          <p:stCondLst>
                                            <p:cond delay="800"/>
                                          </p:stCondLst>
                                        </p:cTn>
                                        <p:tgtEl>
                                          <p:spTgt spid="24"/>
                                        </p:tgtEl>
                                        <p:attrNameLst>
                                          <p:attrName>ppt_x</p:attrName>
                                        </p:attrNameLst>
                                      </p:cBhvr>
                                      <p:tavLst>
                                        <p:tav tm="0">
                                          <p:val>
                                            <p:strVal val="#ppt_x-0.05"/>
                                          </p:val>
                                        </p:tav>
                                        <p:tav tm="100000">
                                          <p:val>
                                            <p:strVal val="#ppt_x"/>
                                          </p:val>
                                        </p:tav>
                                      </p:tavLst>
                                    </p:anim>
                                    <p:anim calcmode="lin" valueType="num">
                                      <p:cBhvr>
                                        <p:cTn id="68" dur="200" accel="100000" fill="hold">
                                          <p:stCondLst>
                                            <p:cond delay="800"/>
                                          </p:stCondLst>
                                        </p:cTn>
                                        <p:tgtEl>
                                          <p:spTgt spid="24"/>
                                        </p:tgtEl>
                                        <p:attrNameLst>
                                          <p:attrName>ppt_y</p:attrName>
                                        </p:attrNameLst>
                                      </p:cBhvr>
                                      <p:tavLst>
                                        <p:tav tm="0">
                                          <p:val>
                                            <p:strVal val="#ppt_y+0.1"/>
                                          </p:val>
                                        </p:tav>
                                        <p:tav tm="100000">
                                          <p:val>
                                            <p:strVal val="#ppt_y"/>
                                          </p:val>
                                        </p:tav>
                                      </p:tavLst>
                                    </p:anim>
                                  </p:childTnLst>
                                </p:cTn>
                              </p:par>
                              <p:par>
                                <p:cTn id="69" presetID="30" presetClass="entr" presetSubtype="0" fill="hold" grpId="0" nodeType="withEffect">
                                  <p:stCondLst>
                                    <p:cond delay="0"/>
                                  </p:stCondLst>
                                  <p:childTnLst>
                                    <p:set>
                                      <p:cBhvr>
                                        <p:cTn id="70" dur="1" fill="hold">
                                          <p:stCondLst>
                                            <p:cond delay="0"/>
                                          </p:stCondLst>
                                        </p:cTn>
                                        <p:tgtEl>
                                          <p:spTgt spid="25"/>
                                        </p:tgtEl>
                                        <p:attrNameLst>
                                          <p:attrName>style.visibility</p:attrName>
                                        </p:attrNameLst>
                                      </p:cBhvr>
                                      <p:to>
                                        <p:strVal val="visible"/>
                                      </p:to>
                                    </p:set>
                                    <p:animEffect transition="in" filter="fade">
                                      <p:cBhvr>
                                        <p:cTn id="71" dur="800" decel="100000"/>
                                        <p:tgtEl>
                                          <p:spTgt spid="25"/>
                                        </p:tgtEl>
                                      </p:cBhvr>
                                    </p:animEffect>
                                    <p:anim calcmode="lin" valueType="num">
                                      <p:cBhvr>
                                        <p:cTn id="72" dur="800" decel="100000" fill="hold"/>
                                        <p:tgtEl>
                                          <p:spTgt spid="25"/>
                                        </p:tgtEl>
                                        <p:attrNameLst>
                                          <p:attrName>style.rotation</p:attrName>
                                        </p:attrNameLst>
                                      </p:cBhvr>
                                      <p:tavLst>
                                        <p:tav tm="0">
                                          <p:val>
                                            <p:fltVal val="-90"/>
                                          </p:val>
                                        </p:tav>
                                        <p:tav tm="100000">
                                          <p:val>
                                            <p:fltVal val="0"/>
                                          </p:val>
                                        </p:tav>
                                      </p:tavLst>
                                    </p:anim>
                                    <p:anim calcmode="lin" valueType="num">
                                      <p:cBhvr>
                                        <p:cTn id="73" dur="800" decel="100000" fill="hold"/>
                                        <p:tgtEl>
                                          <p:spTgt spid="25"/>
                                        </p:tgtEl>
                                        <p:attrNameLst>
                                          <p:attrName>ppt_x</p:attrName>
                                        </p:attrNameLst>
                                      </p:cBhvr>
                                      <p:tavLst>
                                        <p:tav tm="0">
                                          <p:val>
                                            <p:strVal val="#ppt_x+0.4"/>
                                          </p:val>
                                        </p:tav>
                                        <p:tav tm="100000">
                                          <p:val>
                                            <p:strVal val="#ppt_x-0.05"/>
                                          </p:val>
                                        </p:tav>
                                      </p:tavLst>
                                    </p:anim>
                                    <p:anim calcmode="lin" valueType="num">
                                      <p:cBhvr>
                                        <p:cTn id="74" dur="800" decel="100000" fill="hold"/>
                                        <p:tgtEl>
                                          <p:spTgt spid="25"/>
                                        </p:tgtEl>
                                        <p:attrNameLst>
                                          <p:attrName>ppt_y</p:attrName>
                                        </p:attrNameLst>
                                      </p:cBhvr>
                                      <p:tavLst>
                                        <p:tav tm="0">
                                          <p:val>
                                            <p:strVal val="#ppt_y-0.4"/>
                                          </p:val>
                                        </p:tav>
                                        <p:tav tm="100000">
                                          <p:val>
                                            <p:strVal val="#ppt_y+0.1"/>
                                          </p:val>
                                        </p:tav>
                                      </p:tavLst>
                                    </p:anim>
                                    <p:anim calcmode="lin" valueType="num">
                                      <p:cBhvr>
                                        <p:cTn id="75" dur="200" accel="100000" fill="hold">
                                          <p:stCondLst>
                                            <p:cond delay="800"/>
                                          </p:stCondLst>
                                        </p:cTn>
                                        <p:tgtEl>
                                          <p:spTgt spid="25"/>
                                        </p:tgtEl>
                                        <p:attrNameLst>
                                          <p:attrName>ppt_x</p:attrName>
                                        </p:attrNameLst>
                                      </p:cBhvr>
                                      <p:tavLst>
                                        <p:tav tm="0">
                                          <p:val>
                                            <p:strVal val="#ppt_x-0.05"/>
                                          </p:val>
                                        </p:tav>
                                        <p:tav tm="100000">
                                          <p:val>
                                            <p:strVal val="#ppt_x"/>
                                          </p:val>
                                        </p:tav>
                                      </p:tavLst>
                                    </p:anim>
                                    <p:anim calcmode="lin" valueType="num">
                                      <p:cBhvr>
                                        <p:cTn id="76" dur="200" accel="100000" fill="hold">
                                          <p:stCondLst>
                                            <p:cond delay="800"/>
                                          </p:stCondLst>
                                        </p:cTn>
                                        <p:tgtEl>
                                          <p:spTgt spid="25"/>
                                        </p:tgtEl>
                                        <p:attrNameLst>
                                          <p:attrName>ppt_y</p:attrName>
                                        </p:attrNameLst>
                                      </p:cBhvr>
                                      <p:tavLst>
                                        <p:tav tm="0">
                                          <p:val>
                                            <p:strVal val="#ppt_y+0.1"/>
                                          </p:val>
                                        </p:tav>
                                        <p:tav tm="100000">
                                          <p:val>
                                            <p:strVal val="#ppt_y"/>
                                          </p:val>
                                        </p:tav>
                                      </p:tavLst>
                                    </p:anim>
                                  </p:childTnLst>
                                </p:cTn>
                              </p:par>
                              <p:par>
                                <p:cTn id="77" presetID="30" presetClass="entr" presetSubtype="0" fill="hold" grpId="0" nodeType="withEffect">
                                  <p:stCondLst>
                                    <p:cond delay="0"/>
                                  </p:stCondLst>
                                  <p:childTnLst>
                                    <p:set>
                                      <p:cBhvr>
                                        <p:cTn id="78" dur="1" fill="hold">
                                          <p:stCondLst>
                                            <p:cond delay="0"/>
                                          </p:stCondLst>
                                        </p:cTn>
                                        <p:tgtEl>
                                          <p:spTgt spid="26"/>
                                        </p:tgtEl>
                                        <p:attrNameLst>
                                          <p:attrName>style.visibility</p:attrName>
                                        </p:attrNameLst>
                                      </p:cBhvr>
                                      <p:to>
                                        <p:strVal val="visible"/>
                                      </p:to>
                                    </p:set>
                                    <p:animEffect transition="in" filter="fade">
                                      <p:cBhvr>
                                        <p:cTn id="79" dur="800" decel="100000"/>
                                        <p:tgtEl>
                                          <p:spTgt spid="26"/>
                                        </p:tgtEl>
                                      </p:cBhvr>
                                    </p:animEffect>
                                    <p:anim calcmode="lin" valueType="num">
                                      <p:cBhvr>
                                        <p:cTn id="80" dur="800" decel="100000" fill="hold"/>
                                        <p:tgtEl>
                                          <p:spTgt spid="26"/>
                                        </p:tgtEl>
                                        <p:attrNameLst>
                                          <p:attrName>style.rotation</p:attrName>
                                        </p:attrNameLst>
                                      </p:cBhvr>
                                      <p:tavLst>
                                        <p:tav tm="0">
                                          <p:val>
                                            <p:fltVal val="-90"/>
                                          </p:val>
                                        </p:tav>
                                        <p:tav tm="100000">
                                          <p:val>
                                            <p:fltVal val="0"/>
                                          </p:val>
                                        </p:tav>
                                      </p:tavLst>
                                    </p:anim>
                                    <p:anim calcmode="lin" valueType="num">
                                      <p:cBhvr>
                                        <p:cTn id="81" dur="800" decel="100000" fill="hold"/>
                                        <p:tgtEl>
                                          <p:spTgt spid="26"/>
                                        </p:tgtEl>
                                        <p:attrNameLst>
                                          <p:attrName>ppt_x</p:attrName>
                                        </p:attrNameLst>
                                      </p:cBhvr>
                                      <p:tavLst>
                                        <p:tav tm="0">
                                          <p:val>
                                            <p:strVal val="#ppt_x+0.4"/>
                                          </p:val>
                                        </p:tav>
                                        <p:tav tm="100000">
                                          <p:val>
                                            <p:strVal val="#ppt_x-0.05"/>
                                          </p:val>
                                        </p:tav>
                                      </p:tavLst>
                                    </p:anim>
                                    <p:anim calcmode="lin" valueType="num">
                                      <p:cBhvr>
                                        <p:cTn id="82" dur="800" decel="100000" fill="hold"/>
                                        <p:tgtEl>
                                          <p:spTgt spid="26"/>
                                        </p:tgtEl>
                                        <p:attrNameLst>
                                          <p:attrName>ppt_y</p:attrName>
                                        </p:attrNameLst>
                                      </p:cBhvr>
                                      <p:tavLst>
                                        <p:tav tm="0">
                                          <p:val>
                                            <p:strVal val="#ppt_y-0.4"/>
                                          </p:val>
                                        </p:tav>
                                        <p:tav tm="100000">
                                          <p:val>
                                            <p:strVal val="#ppt_y+0.1"/>
                                          </p:val>
                                        </p:tav>
                                      </p:tavLst>
                                    </p:anim>
                                    <p:anim calcmode="lin" valueType="num">
                                      <p:cBhvr>
                                        <p:cTn id="83" dur="200" accel="100000" fill="hold">
                                          <p:stCondLst>
                                            <p:cond delay="800"/>
                                          </p:stCondLst>
                                        </p:cTn>
                                        <p:tgtEl>
                                          <p:spTgt spid="26"/>
                                        </p:tgtEl>
                                        <p:attrNameLst>
                                          <p:attrName>ppt_x</p:attrName>
                                        </p:attrNameLst>
                                      </p:cBhvr>
                                      <p:tavLst>
                                        <p:tav tm="0">
                                          <p:val>
                                            <p:strVal val="#ppt_x-0.05"/>
                                          </p:val>
                                        </p:tav>
                                        <p:tav tm="100000">
                                          <p:val>
                                            <p:strVal val="#ppt_x"/>
                                          </p:val>
                                        </p:tav>
                                      </p:tavLst>
                                    </p:anim>
                                    <p:anim calcmode="lin" valueType="num">
                                      <p:cBhvr>
                                        <p:cTn id="84" dur="200" accel="100000" fill="hold">
                                          <p:stCondLst>
                                            <p:cond delay="800"/>
                                          </p:stCondLst>
                                        </p:cTn>
                                        <p:tgtEl>
                                          <p:spTgt spid="26"/>
                                        </p:tgtEl>
                                        <p:attrNameLst>
                                          <p:attrName>ppt_y</p:attrName>
                                        </p:attrNameLst>
                                      </p:cBhvr>
                                      <p:tavLst>
                                        <p:tav tm="0">
                                          <p:val>
                                            <p:strVal val="#ppt_y+0.1"/>
                                          </p:val>
                                        </p:tav>
                                        <p:tav tm="100000">
                                          <p:val>
                                            <p:strVal val="#ppt_y"/>
                                          </p:val>
                                        </p:tav>
                                      </p:tavLst>
                                    </p:anim>
                                  </p:childTnLst>
                                </p:cTn>
                              </p:par>
                              <p:par>
                                <p:cTn id="85" presetID="30" presetClass="entr" presetSubtype="0" fill="hold" grpId="0" nodeType="withEffect">
                                  <p:stCondLst>
                                    <p:cond delay="0"/>
                                  </p:stCondLst>
                                  <p:childTnLst>
                                    <p:set>
                                      <p:cBhvr>
                                        <p:cTn id="86" dur="1" fill="hold">
                                          <p:stCondLst>
                                            <p:cond delay="0"/>
                                          </p:stCondLst>
                                        </p:cTn>
                                        <p:tgtEl>
                                          <p:spTgt spid="27"/>
                                        </p:tgtEl>
                                        <p:attrNameLst>
                                          <p:attrName>style.visibility</p:attrName>
                                        </p:attrNameLst>
                                      </p:cBhvr>
                                      <p:to>
                                        <p:strVal val="visible"/>
                                      </p:to>
                                    </p:set>
                                    <p:animEffect transition="in" filter="fade">
                                      <p:cBhvr>
                                        <p:cTn id="87" dur="800" decel="100000"/>
                                        <p:tgtEl>
                                          <p:spTgt spid="27"/>
                                        </p:tgtEl>
                                      </p:cBhvr>
                                    </p:animEffect>
                                    <p:anim calcmode="lin" valueType="num">
                                      <p:cBhvr>
                                        <p:cTn id="88" dur="800" decel="100000" fill="hold"/>
                                        <p:tgtEl>
                                          <p:spTgt spid="27"/>
                                        </p:tgtEl>
                                        <p:attrNameLst>
                                          <p:attrName>style.rotation</p:attrName>
                                        </p:attrNameLst>
                                      </p:cBhvr>
                                      <p:tavLst>
                                        <p:tav tm="0">
                                          <p:val>
                                            <p:fltVal val="-90"/>
                                          </p:val>
                                        </p:tav>
                                        <p:tav tm="100000">
                                          <p:val>
                                            <p:fltVal val="0"/>
                                          </p:val>
                                        </p:tav>
                                      </p:tavLst>
                                    </p:anim>
                                    <p:anim calcmode="lin" valueType="num">
                                      <p:cBhvr>
                                        <p:cTn id="89" dur="800" decel="100000" fill="hold"/>
                                        <p:tgtEl>
                                          <p:spTgt spid="27"/>
                                        </p:tgtEl>
                                        <p:attrNameLst>
                                          <p:attrName>ppt_x</p:attrName>
                                        </p:attrNameLst>
                                      </p:cBhvr>
                                      <p:tavLst>
                                        <p:tav tm="0">
                                          <p:val>
                                            <p:strVal val="#ppt_x+0.4"/>
                                          </p:val>
                                        </p:tav>
                                        <p:tav tm="100000">
                                          <p:val>
                                            <p:strVal val="#ppt_x-0.05"/>
                                          </p:val>
                                        </p:tav>
                                      </p:tavLst>
                                    </p:anim>
                                    <p:anim calcmode="lin" valueType="num">
                                      <p:cBhvr>
                                        <p:cTn id="90" dur="800" decel="100000" fill="hold"/>
                                        <p:tgtEl>
                                          <p:spTgt spid="27"/>
                                        </p:tgtEl>
                                        <p:attrNameLst>
                                          <p:attrName>ppt_y</p:attrName>
                                        </p:attrNameLst>
                                      </p:cBhvr>
                                      <p:tavLst>
                                        <p:tav tm="0">
                                          <p:val>
                                            <p:strVal val="#ppt_y-0.4"/>
                                          </p:val>
                                        </p:tav>
                                        <p:tav tm="100000">
                                          <p:val>
                                            <p:strVal val="#ppt_y+0.1"/>
                                          </p:val>
                                        </p:tav>
                                      </p:tavLst>
                                    </p:anim>
                                    <p:anim calcmode="lin" valueType="num">
                                      <p:cBhvr>
                                        <p:cTn id="91" dur="200" accel="100000" fill="hold">
                                          <p:stCondLst>
                                            <p:cond delay="800"/>
                                          </p:stCondLst>
                                        </p:cTn>
                                        <p:tgtEl>
                                          <p:spTgt spid="27"/>
                                        </p:tgtEl>
                                        <p:attrNameLst>
                                          <p:attrName>ppt_x</p:attrName>
                                        </p:attrNameLst>
                                      </p:cBhvr>
                                      <p:tavLst>
                                        <p:tav tm="0">
                                          <p:val>
                                            <p:strVal val="#ppt_x-0.05"/>
                                          </p:val>
                                        </p:tav>
                                        <p:tav tm="100000">
                                          <p:val>
                                            <p:strVal val="#ppt_x"/>
                                          </p:val>
                                        </p:tav>
                                      </p:tavLst>
                                    </p:anim>
                                    <p:anim calcmode="lin" valueType="num">
                                      <p:cBhvr>
                                        <p:cTn id="92" dur="200" accel="100000" fill="hold">
                                          <p:stCondLst>
                                            <p:cond delay="800"/>
                                          </p:stCondLst>
                                        </p:cTn>
                                        <p:tgtEl>
                                          <p:spTgt spid="27"/>
                                        </p:tgtEl>
                                        <p:attrNameLst>
                                          <p:attrName>ppt_y</p:attrName>
                                        </p:attrNameLst>
                                      </p:cBhvr>
                                      <p:tavLst>
                                        <p:tav tm="0">
                                          <p:val>
                                            <p:strVal val="#ppt_y+0.1"/>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7" grpId="0" animBg="1"/>
      <p:bldP spid="18" grpId="0" animBg="1"/>
      <p:bldP spid="19" grpId="0" animBg="1"/>
      <p:bldP spid="20" grpId="0" animBg="1"/>
      <p:bldP spid="21" grpId="0" animBg="1"/>
      <p:bldP spid="22" grpId="0" animBg="1"/>
      <p:bldP spid="23" grpId="0" animBg="1"/>
      <p:bldP spid="24" grpId="0" animBg="1"/>
      <p:bldP spid="25" grpId="0" animBg="1"/>
      <p:bldP spid="26" grpId="0" animBg="1"/>
      <p:bldP spid="27" grpId="0" animBg="1"/>
    </p:bldLst>
  </p:timing>
</p:sld>
</file>

<file path=ppt/slides/slide45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4" name="组合 3">
            <a:extLst>
              <a:ext uri="{FF2B5EF4-FFF2-40B4-BE49-F238E27FC236}">
                <a16:creationId xmlns:a16="http://schemas.microsoft.com/office/drawing/2014/main" id="{9A1EA9F2-FCB6-48C3-935F-7AE7E3AD14AC}"/>
              </a:ext>
            </a:extLst>
          </p:cNvPr>
          <p:cNvGrpSpPr/>
          <p:nvPr/>
        </p:nvGrpSpPr>
        <p:grpSpPr>
          <a:xfrm>
            <a:off x="304800" y="749300"/>
            <a:ext cx="4938199" cy="400110"/>
            <a:chOff x="424117" y="898245"/>
            <a:chExt cx="4938199" cy="400110"/>
          </a:xfrm>
        </p:grpSpPr>
        <p:sp>
          <p:nvSpPr>
            <p:cNvPr id="2" name="平行四边形 1">
              <a:extLst>
                <a:ext uri="{FF2B5EF4-FFF2-40B4-BE49-F238E27FC236}">
                  <a16:creationId xmlns:a16="http://schemas.microsoft.com/office/drawing/2014/main" id="{1F5BAA3F-9845-4F89-A2DD-8222D3E4EDAC}"/>
                </a:ext>
              </a:extLst>
            </p:cNvPr>
            <p:cNvSpPr/>
            <p:nvPr/>
          </p:nvSpPr>
          <p:spPr>
            <a:xfrm>
              <a:off x="424117" y="898245"/>
              <a:ext cx="628306" cy="387090"/>
            </a:xfrm>
            <a:prstGeom prst="parallelogram">
              <a:avLst/>
            </a:prstGeom>
            <a:solidFill>
              <a:schemeClr val="accent3">
                <a:lumMod val="75000"/>
              </a:schemeClr>
            </a:solidFill>
            <a:ln>
              <a:solidFill>
                <a:schemeClr val="accent3">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CN" sz="2200" dirty="0">
                  <a:latin typeface="Impact" panose="020B0806030902050204" pitchFamily="34" charset="0"/>
                </a:rPr>
                <a:t>01</a:t>
              </a:r>
              <a:endParaRPr lang="zh-CN" altLang="en-US" sz="2200" dirty="0">
                <a:latin typeface="Impact" panose="020B0806030902050204" pitchFamily="34" charset="0"/>
              </a:endParaRPr>
            </a:p>
          </p:txBody>
        </p:sp>
        <p:sp>
          <p:nvSpPr>
            <p:cNvPr id="3" name="文本框 2">
              <a:extLst>
                <a:ext uri="{FF2B5EF4-FFF2-40B4-BE49-F238E27FC236}">
                  <a16:creationId xmlns:a16="http://schemas.microsoft.com/office/drawing/2014/main" id="{4D6BD736-A4D3-4F26-AFED-36E11F50F70B}"/>
                </a:ext>
              </a:extLst>
            </p:cNvPr>
            <p:cNvSpPr txBox="1"/>
            <p:nvPr/>
          </p:nvSpPr>
          <p:spPr>
            <a:xfrm>
              <a:off x="1052423" y="898245"/>
              <a:ext cx="4309893" cy="400110"/>
            </a:xfrm>
            <a:prstGeom prst="rect">
              <a:avLst/>
            </a:prstGeom>
            <a:noFill/>
          </p:spPr>
          <p:txBody>
            <a:bodyPr wrap="square" rtlCol="0">
              <a:spAutoFit/>
            </a:bodyPr>
            <a:lstStyle/>
            <a:p>
              <a:r>
                <a:rPr lang="zh-CN" altLang="en-US" sz="2000" b="1" dirty="0">
                  <a:solidFill>
                    <a:schemeClr val="tx1"/>
                  </a:solidFill>
                  <a:latin typeface="Arial Narrow" panose="020B0606020202030204" pitchFamily="34" charset="0"/>
                </a:rPr>
                <a:t>以太网的</a:t>
              </a:r>
              <a:r>
                <a:rPr lang="en-US" altLang="zh-CN" sz="2000" b="1" dirty="0">
                  <a:solidFill>
                    <a:schemeClr val="tx1"/>
                  </a:solidFill>
                  <a:latin typeface="Arial Narrow" panose="020B0606020202030204" pitchFamily="34" charset="0"/>
                </a:rPr>
                <a:t>MAC</a:t>
              </a:r>
              <a:r>
                <a:rPr lang="zh-CN" altLang="en-US" sz="2000" b="1" dirty="0">
                  <a:solidFill>
                    <a:schemeClr val="tx1"/>
                  </a:solidFill>
                  <a:latin typeface="Arial Narrow" panose="020B0606020202030204" pitchFamily="34" charset="0"/>
                </a:rPr>
                <a:t>帧格式</a:t>
              </a:r>
              <a:endParaRPr lang="en-US" altLang="zh-CN" sz="2000" b="1" dirty="0">
                <a:solidFill>
                  <a:schemeClr val="tx1"/>
                </a:solidFill>
                <a:latin typeface="Arial Narrow" panose="020B0606020202030204" pitchFamily="34" charset="0"/>
              </a:endParaRPr>
            </a:p>
          </p:txBody>
        </p:sp>
      </p:grpSp>
      <p:sp>
        <p:nvSpPr>
          <p:cNvPr id="17" name="矩形 16">
            <a:extLst>
              <a:ext uri="{FF2B5EF4-FFF2-40B4-BE49-F238E27FC236}">
                <a16:creationId xmlns:a16="http://schemas.microsoft.com/office/drawing/2014/main" id="{B8373B51-E5C5-4171-B45C-1D7D0ED7A5BA}"/>
              </a:ext>
            </a:extLst>
          </p:cNvPr>
          <p:cNvSpPr/>
          <p:nvPr/>
        </p:nvSpPr>
        <p:spPr>
          <a:xfrm>
            <a:off x="3044860" y="2423780"/>
            <a:ext cx="864000" cy="499960"/>
          </a:xfrm>
          <a:prstGeom prst="rect">
            <a:avLst/>
          </a:prstGeom>
          <a:solidFill>
            <a:schemeClr val="accent4"/>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zh-CN" altLang="en-US" b="1" dirty="0">
                <a:solidFill>
                  <a:schemeClr val="bg1"/>
                </a:solidFill>
              </a:rPr>
              <a:t>类型</a:t>
            </a:r>
          </a:p>
        </p:txBody>
      </p:sp>
      <p:sp>
        <p:nvSpPr>
          <p:cNvPr id="18" name="矩形 17">
            <a:extLst>
              <a:ext uri="{FF2B5EF4-FFF2-40B4-BE49-F238E27FC236}">
                <a16:creationId xmlns:a16="http://schemas.microsoft.com/office/drawing/2014/main" id="{F6A8D432-8788-4089-A33C-BFE10820A74A}"/>
              </a:ext>
            </a:extLst>
          </p:cNvPr>
          <p:cNvSpPr/>
          <p:nvPr/>
        </p:nvSpPr>
        <p:spPr>
          <a:xfrm>
            <a:off x="3044860" y="2923740"/>
            <a:ext cx="864000" cy="499960"/>
          </a:xfrm>
          <a:prstGeom prst="rect">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CN" sz="2400" b="1" dirty="0">
                <a:solidFill>
                  <a:schemeClr val="tx1"/>
                </a:solidFill>
              </a:rPr>
              <a:t>2B</a:t>
            </a:r>
            <a:endParaRPr lang="zh-CN" altLang="en-US" sz="2400" b="1" dirty="0">
              <a:solidFill>
                <a:schemeClr val="tx1"/>
              </a:solidFill>
            </a:endParaRPr>
          </a:p>
        </p:txBody>
      </p:sp>
      <p:sp>
        <p:nvSpPr>
          <p:cNvPr id="19" name="矩形 18">
            <a:extLst>
              <a:ext uri="{FF2B5EF4-FFF2-40B4-BE49-F238E27FC236}">
                <a16:creationId xmlns:a16="http://schemas.microsoft.com/office/drawing/2014/main" id="{B3E2FC20-89F5-44AA-80BE-C3E43F92415A}"/>
              </a:ext>
            </a:extLst>
          </p:cNvPr>
          <p:cNvSpPr/>
          <p:nvPr/>
        </p:nvSpPr>
        <p:spPr>
          <a:xfrm>
            <a:off x="504365" y="2423780"/>
            <a:ext cx="1270249" cy="499960"/>
          </a:xfrm>
          <a:prstGeom prst="rect">
            <a:avLst/>
          </a:prstGeom>
          <a:solidFill>
            <a:schemeClr val="accent4"/>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zh-CN" altLang="en-US" b="1" dirty="0">
                <a:solidFill>
                  <a:schemeClr val="bg1"/>
                </a:solidFill>
              </a:rPr>
              <a:t>目的地址</a:t>
            </a:r>
          </a:p>
        </p:txBody>
      </p:sp>
      <p:sp>
        <p:nvSpPr>
          <p:cNvPr id="20" name="矩形 19">
            <a:extLst>
              <a:ext uri="{FF2B5EF4-FFF2-40B4-BE49-F238E27FC236}">
                <a16:creationId xmlns:a16="http://schemas.microsoft.com/office/drawing/2014/main" id="{A9A9BF0A-8F4F-40F5-81B1-1112B2FB48D9}"/>
              </a:ext>
            </a:extLst>
          </p:cNvPr>
          <p:cNvSpPr/>
          <p:nvPr/>
        </p:nvSpPr>
        <p:spPr>
          <a:xfrm>
            <a:off x="504364" y="2923740"/>
            <a:ext cx="1270249" cy="499960"/>
          </a:xfrm>
          <a:prstGeom prst="rect">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CN" sz="2400" b="1" dirty="0">
                <a:solidFill>
                  <a:schemeClr val="tx1"/>
                </a:solidFill>
              </a:rPr>
              <a:t>6B</a:t>
            </a:r>
            <a:endParaRPr lang="zh-CN" altLang="en-US" sz="2400" b="1" dirty="0">
              <a:solidFill>
                <a:schemeClr val="tx1"/>
              </a:solidFill>
            </a:endParaRPr>
          </a:p>
        </p:txBody>
      </p:sp>
      <p:sp>
        <p:nvSpPr>
          <p:cNvPr id="21" name="矩形 20">
            <a:extLst>
              <a:ext uri="{FF2B5EF4-FFF2-40B4-BE49-F238E27FC236}">
                <a16:creationId xmlns:a16="http://schemas.microsoft.com/office/drawing/2014/main" id="{C49E1AD9-8855-44C2-82F0-B4E295D48E61}"/>
              </a:ext>
            </a:extLst>
          </p:cNvPr>
          <p:cNvSpPr/>
          <p:nvPr/>
        </p:nvSpPr>
        <p:spPr>
          <a:xfrm>
            <a:off x="1774613" y="2423780"/>
            <a:ext cx="1270249" cy="499960"/>
          </a:xfrm>
          <a:prstGeom prst="rect">
            <a:avLst/>
          </a:prstGeom>
          <a:solidFill>
            <a:schemeClr val="accent4"/>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zh-CN" altLang="en-US" b="1" dirty="0">
                <a:solidFill>
                  <a:schemeClr val="bg1"/>
                </a:solidFill>
              </a:rPr>
              <a:t>源地址</a:t>
            </a:r>
          </a:p>
        </p:txBody>
      </p:sp>
      <p:sp>
        <p:nvSpPr>
          <p:cNvPr id="22" name="矩形 21">
            <a:extLst>
              <a:ext uri="{FF2B5EF4-FFF2-40B4-BE49-F238E27FC236}">
                <a16:creationId xmlns:a16="http://schemas.microsoft.com/office/drawing/2014/main" id="{78034EC5-4156-4A39-83CE-2A7DAEEF8B93}"/>
              </a:ext>
            </a:extLst>
          </p:cNvPr>
          <p:cNvSpPr/>
          <p:nvPr/>
        </p:nvSpPr>
        <p:spPr>
          <a:xfrm>
            <a:off x="1774612" y="2923740"/>
            <a:ext cx="1270249" cy="499960"/>
          </a:xfrm>
          <a:prstGeom prst="rect">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CN" sz="2400" b="1" dirty="0">
                <a:solidFill>
                  <a:schemeClr val="tx1"/>
                </a:solidFill>
              </a:rPr>
              <a:t>6B</a:t>
            </a:r>
            <a:endParaRPr lang="zh-CN" altLang="en-US" sz="2400" b="1" dirty="0">
              <a:solidFill>
                <a:schemeClr val="tx1"/>
              </a:solidFill>
            </a:endParaRPr>
          </a:p>
        </p:txBody>
      </p:sp>
      <p:sp>
        <p:nvSpPr>
          <p:cNvPr id="23" name="矩形 22">
            <a:extLst>
              <a:ext uri="{FF2B5EF4-FFF2-40B4-BE49-F238E27FC236}">
                <a16:creationId xmlns:a16="http://schemas.microsoft.com/office/drawing/2014/main" id="{814C1395-FA83-4680-B20E-239962D12A27}"/>
              </a:ext>
            </a:extLst>
          </p:cNvPr>
          <p:cNvSpPr/>
          <p:nvPr/>
        </p:nvSpPr>
        <p:spPr>
          <a:xfrm>
            <a:off x="3908859" y="2423780"/>
            <a:ext cx="6759387" cy="499960"/>
          </a:xfrm>
          <a:prstGeom prst="rect">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zh-CN" altLang="en-US" b="1" dirty="0">
                <a:solidFill>
                  <a:schemeClr val="accent4"/>
                </a:solidFill>
              </a:rPr>
              <a:t>数据载荷</a:t>
            </a:r>
          </a:p>
        </p:txBody>
      </p:sp>
      <p:sp>
        <p:nvSpPr>
          <p:cNvPr id="24" name="矩形 23">
            <a:extLst>
              <a:ext uri="{FF2B5EF4-FFF2-40B4-BE49-F238E27FC236}">
                <a16:creationId xmlns:a16="http://schemas.microsoft.com/office/drawing/2014/main" id="{9D3935B4-1C82-4388-9E50-ED8E3BDEDC6C}"/>
              </a:ext>
            </a:extLst>
          </p:cNvPr>
          <p:cNvSpPr/>
          <p:nvPr/>
        </p:nvSpPr>
        <p:spPr>
          <a:xfrm>
            <a:off x="3908857" y="2923740"/>
            <a:ext cx="6759387" cy="499960"/>
          </a:xfrm>
          <a:prstGeom prst="rect">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CN" sz="2400" b="1" dirty="0">
                <a:solidFill>
                  <a:schemeClr val="tx1"/>
                </a:solidFill>
              </a:rPr>
              <a:t>46B ~ 1500B</a:t>
            </a:r>
            <a:endParaRPr lang="zh-CN" altLang="en-US" sz="2400" b="1" dirty="0">
              <a:solidFill>
                <a:schemeClr val="tx1"/>
              </a:solidFill>
            </a:endParaRPr>
          </a:p>
        </p:txBody>
      </p:sp>
      <p:sp>
        <p:nvSpPr>
          <p:cNvPr id="25" name="矩形 24">
            <a:extLst>
              <a:ext uri="{FF2B5EF4-FFF2-40B4-BE49-F238E27FC236}">
                <a16:creationId xmlns:a16="http://schemas.microsoft.com/office/drawing/2014/main" id="{E69425EE-C98C-495B-8976-1ECD2111A1FE}"/>
              </a:ext>
            </a:extLst>
          </p:cNvPr>
          <p:cNvSpPr/>
          <p:nvPr/>
        </p:nvSpPr>
        <p:spPr>
          <a:xfrm>
            <a:off x="10668248" y="2423780"/>
            <a:ext cx="1019387" cy="499960"/>
          </a:xfrm>
          <a:prstGeom prst="rect">
            <a:avLst/>
          </a:prstGeom>
          <a:solidFill>
            <a:schemeClr val="accent4"/>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CN" b="1" dirty="0">
                <a:solidFill>
                  <a:schemeClr val="bg1"/>
                </a:solidFill>
              </a:rPr>
              <a:t>FCS</a:t>
            </a:r>
            <a:endParaRPr lang="zh-CN" altLang="en-US" b="1" dirty="0">
              <a:solidFill>
                <a:schemeClr val="bg1"/>
              </a:solidFill>
            </a:endParaRPr>
          </a:p>
        </p:txBody>
      </p:sp>
      <p:sp>
        <p:nvSpPr>
          <p:cNvPr id="26" name="矩形 25">
            <a:extLst>
              <a:ext uri="{FF2B5EF4-FFF2-40B4-BE49-F238E27FC236}">
                <a16:creationId xmlns:a16="http://schemas.microsoft.com/office/drawing/2014/main" id="{9DDAF941-4B49-486D-8083-895873763D75}"/>
              </a:ext>
            </a:extLst>
          </p:cNvPr>
          <p:cNvSpPr/>
          <p:nvPr/>
        </p:nvSpPr>
        <p:spPr>
          <a:xfrm>
            <a:off x="10668247" y="2923740"/>
            <a:ext cx="1019387" cy="499960"/>
          </a:xfrm>
          <a:prstGeom prst="rect">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CN" sz="2400" b="1" dirty="0">
                <a:solidFill>
                  <a:schemeClr val="tx1"/>
                </a:solidFill>
              </a:rPr>
              <a:t>4B</a:t>
            </a:r>
            <a:endParaRPr lang="zh-CN" altLang="en-US" sz="2400" b="1" dirty="0">
              <a:solidFill>
                <a:schemeClr val="tx1"/>
              </a:solidFill>
            </a:endParaRPr>
          </a:p>
        </p:txBody>
      </p:sp>
      <p:sp>
        <p:nvSpPr>
          <p:cNvPr id="27" name="矩形 26">
            <a:extLst>
              <a:ext uri="{FF2B5EF4-FFF2-40B4-BE49-F238E27FC236}">
                <a16:creationId xmlns:a16="http://schemas.microsoft.com/office/drawing/2014/main" id="{95417171-2044-4E8A-B522-54E76C17E32A}"/>
              </a:ext>
            </a:extLst>
          </p:cNvPr>
          <p:cNvSpPr/>
          <p:nvPr/>
        </p:nvSpPr>
        <p:spPr>
          <a:xfrm>
            <a:off x="504364" y="1922326"/>
            <a:ext cx="11183271" cy="499960"/>
          </a:xfrm>
          <a:prstGeom prst="rect">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zh-CN" altLang="en-US" b="1" dirty="0">
                <a:solidFill>
                  <a:schemeClr val="tx1"/>
                </a:solidFill>
              </a:rPr>
              <a:t>以太网</a:t>
            </a:r>
            <a:r>
              <a:rPr lang="en-US" altLang="zh-CN" b="1" dirty="0">
                <a:solidFill>
                  <a:schemeClr val="tx1"/>
                </a:solidFill>
              </a:rPr>
              <a:t>V2</a:t>
            </a:r>
            <a:r>
              <a:rPr lang="zh-CN" altLang="en-US" b="1" dirty="0">
                <a:solidFill>
                  <a:schemeClr val="tx1"/>
                </a:solidFill>
              </a:rPr>
              <a:t>的</a:t>
            </a:r>
            <a:r>
              <a:rPr lang="en-US" altLang="zh-CN" b="1" dirty="0">
                <a:solidFill>
                  <a:schemeClr val="tx1"/>
                </a:solidFill>
              </a:rPr>
              <a:t>MAC</a:t>
            </a:r>
            <a:r>
              <a:rPr lang="zh-CN" altLang="en-US" b="1" dirty="0">
                <a:solidFill>
                  <a:schemeClr val="tx1"/>
                </a:solidFill>
              </a:rPr>
              <a:t>帧</a:t>
            </a:r>
          </a:p>
        </p:txBody>
      </p:sp>
      <p:grpSp>
        <p:nvGrpSpPr>
          <p:cNvPr id="13" name="组合 12">
            <a:extLst>
              <a:ext uri="{FF2B5EF4-FFF2-40B4-BE49-F238E27FC236}">
                <a16:creationId xmlns:a16="http://schemas.microsoft.com/office/drawing/2014/main" id="{F7FB7DFD-7095-4856-9DEC-575A8545741E}"/>
              </a:ext>
            </a:extLst>
          </p:cNvPr>
          <p:cNvGrpSpPr/>
          <p:nvPr/>
        </p:nvGrpSpPr>
        <p:grpSpPr>
          <a:xfrm>
            <a:off x="1139489" y="3423700"/>
            <a:ext cx="2373386" cy="964104"/>
            <a:chOff x="1139489" y="3423700"/>
            <a:chExt cx="2373386" cy="964104"/>
          </a:xfrm>
        </p:grpSpPr>
        <p:cxnSp>
          <p:nvCxnSpPr>
            <p:cNvPr id="6" name="连接符: 肘形 5">
              <a:extLst>
                <a:ext uri="{FF2B5EF4-FFF2-40B4-BE49-F238E27FC236}">
                  <a16:creationId xmlns:a16="http://schemas.microsoft.com/office/drawing/2014/main" id="{A61CA4AD-F895-49E6-B32C-97585B64930E}"/>
                </a:ext>
              </a:extLst>
            </p:cNvPr>
            <p:cNvCxnSpPr>
              <a:cxnSpLocks/>
              <a:endCxn id="20" idx="2"/>
            </p:cNvCxnSpPr>
            <p:nvPr/>
          </p:nvCxnSpPr>
          <p:spPr>
            <a:xfrm rot="10800000">
              <a:off x="1139489" y="3423700"/>
              <a:ext cx="2373386" cy="964104"/>
            </a:xfrm>
            <a:prstGeom prst="bentConnector2">
              <a:avLst/>
            </a:prstGeom>
            <a:ln w="12700">
              <a:solidFill>
                <a:schemeClr val="tx1"/>
              </a:solidFill>
              <a:tailEnd type="triangle"/>
            </a:ln>
          </p:spPr>
          <p:style>
            <a:lnRef idx="1">
              <a:schemeClr val="accent1"/>
            </a:lnRef>
            <a:fillRef idx="0">
              <a:schemeClr val="accent1"/>
            </a:fillRef>
            <a:effectRef idx="0">
              <a:schemeClr val="accent1"/>
            </a:effectRef>
            <a:fontRef idx="minor">
              <a:schemeClr val="tx1"/>
            </a:fontRef>
          </p:style>
        </p:cxnSp>
        <p:cxnSp>
          <p:nvCxnSpPr>
            <p:cNvPr id="9" name="直接箭头连接符 8">
              <a:extLst>
                <a:ext uri="{FF2B5EF4-FFF2-40B4-BE49-F238E27FC236}">
                  <a16:creationId xmlns:a16="http://schemas.microsoft.com/office/drawing/2014/main" id="{A6F5CAFE-D4B5-4F32-8899-B0458A0BECC6}"/>
                </a:ext>
              </a:extLst>
            </p:cNvPr>
            <p:cNvCxnSpPr>
              <a:cxnSpLocks/>
              <a:endCxn id="22" idx="2"/>
            </p:cNvCxnSpPr>
            <p:nvPr/>
          </p:nvCxnSpPr>
          <p:spPr>
            <a:xfrm flipV="1">
              <a:off x="2409737" y="3423700"/>
              <a:ext cx="0" cy="964104"/>
            </a:xfrm>
            <a:prstGeom prst="straightConnector1">
              <a:avLst/>
            </a:prstGeom>
            <a:ln w="12700">
              <a:solidFill>
                <a:schemeClr val="tx1"/>
              </a:solidFill>
              <a:tailEnd type="triangle"/>
            </a:ln>
          </p:spPr>
          <p:style>
            <a:lnRef idx="1">
              <a:schemeClr val="accent1"/>
            </a:lnRef>
            <a:fillRef idx="0">
              <a:schemeClr val="accent1"/>
            </a:fillRef>
            <a:effectRef idx="0">
              <a:schemeClr val="accent1"/>
            </a:effectRef>
            <a:fontRef idx="minor">
              <a:schemeClr val="tx1"/>
            </a:fontRef>
          </p:style>
        </p:cxnSp>
      </p:grpSp>
      <p:sp>
        <p:nvSpPr>
          <p:cNvPr id="28" name="文本框 27">
            <a:extLst>
              <a:ext uri="{FF2B5EF4-FFF2-40B4-BE49-F238E27FC236}">
                <a16:creationId xmlns:a16="http://schemas.microsoft.com/office/drawing/2014/main" id="{95793C87-F4F9-45FC-BBB3-3D63AED297F0}"/>
              </a:ext>
            </a:extLst>
          </p:cNvPr>
          <p:cNvSpPr txBox="1"/>
          <p:nvPr/>
        </p:nvSpPr>
        <p:spPr>
          <a:xfrm>
            <a:off x="3512875" y="4203138"/>
            <a:ext cx="4349979" cy="369332"/>
          </a:xfrm>
          <a:prstGeom prst="rect">
            <a:avLst/>
          </a:prstGeom>
          <a:noFill/>
        </p:spPr>
        <p:txBody>
          <a:bodyPr wrap="square">
            <a:spAutoFit/>
          </a:bodyPr>
          <a:lstStyle/>
          <a:p>
            <a:r>
              <a:rPr lang="zh-CN" altLang="en-US" b="1" dirty="0">
                <a:solidFill>
                  <a:schemeClr val="tx1"/>
                </a:solidFill>
              </a:rPr>
              <a:t>用来填入</a:t>
            </a:r>
            <a:r>
              <a:rPr lang="zh-CN" altLang="en-US" b="1" dirty="0">
                <a:solidFill>
                  <a:schemeClr val="accent1">
                    <a:lumMod val="75000"/>
                  </a:schemeClr>
                </a:solidFill>
              </a:rPr>
              <a:t>帧的目的</a:t>
            </a:r>
            <a:r>
              <a:rPr lang="en-US" altLang="zh-CN" b="1" dirty="0">
                <a:solidFill>
                  <a:schemeClr val="accent1">
                    <a:lumMod val="75000"/>
                  </a:schemeClr>
                </a:solidFill>
              </a:rPr>
              <a:t>MAC</a:t>
            </a:r>
            <a:r>
              <a:rPr lang="zh-CN" altLang="en-US" b="1" dirty="0">
                <a:solidFill>
                  <a:schemeClr val="accent1">
                    <a:lumMod val="75000"/>
                  </a:schemeClr>
                </a:solidFill>
              </a:rPr>
              <a:t>地址和源</a:t>
            </a:r>
            <a:r>
              <a:rPr lang="en-US" altLang="zh-CN" b="1" dirty="0">
                <a:solidFill>
                  <a:schemeClr val="accent1">
                    <a:lumMod val="75000"/>
                  </a:schemeClr>
                </a:solidFill>
              </a:rPr>
              <a:t>MAC</a:t>
            </a:r>
            <a:r>
              <a:rPr lang="zh-CN" altLang="en-US" b="1" dirty="0">
                <a:solidFill>
                  <a:schemeClr val="accent1">
                    <a:lumMod val="75000"/>
                  </a:schemeClr>
                </a:solidFill>
              </a:rPr>
              <a:t>地址</a:t>
            </a:r>
          </a:p>
        </p:txBody>
      </p:sp>
    </p:spTree>
    <p:custDataLst>
      <p:tags r:id="rId1"/>
    </p:custDataLst>
    <p:extLst>
      <p:ext uri="{BB962C8B-B14F-4D97-AF65-F5344CB8AC3E}">
        <p14:creationId xmlns:p14="http://schemas.microsoft.com/office/powerpoint/2010/main" val="3360577226"/>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2" presetClass="entr" presetSubtype="4" fill="hold" nodeType="withEffect">
                                  <p:stCondLst>
                                    <p:cond delay="0"/>
                                  </p:stCondLst>
                                  <p:childTnLst>
                                    <p:set>
                                      <p:cBhvr>
                                        <p:cTn id="6" dur="1" fill="hold">
                                          <p:stCondLst>
                                            <p:cond delay="0"/>
                                          </p:stCondLst>
                                        </p:cTn>
                                        <p:tgtEl>
                                          <p:spTgt spid="13"/>
                                        </p:tgtEl>
                                        <p:attrNameLst>
                                          <p:attrName>style.visibility</p:attrName>
                                        </p:attrNameLst>
                                      </p:cBhvr>
                                      <p:to>
                                        <p:strVal val="visible"/>
                                      </p:to>
                                    </p:set>
                                    <p:animEffect transition="in" filter="wipe(down)">
                                      <p:cBhvr>
                                        <p:cTn id="7" dur="500"/>
                                        <p:tgtEl>
                                          <p:spTgt spid="13"/>
                                        </p:tgtEl>
                                      </p:cBhvr>
                                    </p:animEffect>
                                  </p:childTnLst>
                                </p:cTn>
                              </p:par>
                            </p:childTnLst>
                          </p:cTn>
                        </p:par>
                        <p:par>
                          <p:cTn id="8" fill="hold">
                            <p:stCondLst>
                              <p:cond delay="500"/>
                            </p:stCondLst>
                            <p:childTnLst>
                              <p:par>
                                <p:cTn id="9" presetID="1" presetClass="entr" presetSubtype="0" fill="hold" grpId="0" nodeType="afterEffect">
                                  <p:stCondLst>
                                    <p:cond delay="0"/>
                                  </p:stCondLst>
                                  <p:iterate type="lt">
                                    <p:tmAbs val="100"/>
                                  </p:iterate>
                                  <p:childTnLst>
                                    <p:set>
                                      <p:cBhvr>
                                        <p:cTn id="10" dur="1" fill="hold">
                                          <p:stCondLst>
                                            <p:cond delay="0"/>
                                          </p:stCondLst>
                                        </p:cTn>
                                        <p:tgtEl>
                                          <p:spTgt spid="28"/>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8" grpId="0"/>
    </p:bldLst>
  </p:timing>
</p:sld>
</file>

<file path=ppt/slides/slide45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4" name="组合 3">
            <a:extLst>
              <a:ext uri="{FF2B5EF4-FFF2-40B4-BE49-F238E27FC236}">
                <a16:creationId xmlns:a16="http://schemas.microsoft.com/office/drawing/2014/main" id="{9A1EA9F2-FCB6-48C3-935F-7AE7E3AD14AC}"/>
              </a:ext>
            </a:extLst>
          </p:cNvPr>
          <p:cNvGrpSpPr/>
          <p:nvPr/>
        </p:nvGrpSpPr>
        <p:grpSpPr>
          <a:xfrm>
            <a:off x="304800" y="749300"/>
            <a:ext cx="4938199" cy="400110"/>
            <a:chOff x="424117" y="898245"/>
            <a:chExt cx="4938199" cy="400110"/>
          </a:xfrm>
        </p:grpSpPr>
        <p:sp>
          <p:nvSpPr>
            <p:cNvPr id="2" name="平行四边形 1">
              <a:extLst>
                <a:ext uri="{FF2B5EF4-FFF2-40B4-BE49-F238E27FC236}">
                  <a16:creationId xmlns:a16="http://schemas.microsoft.com/office/drawing/2014/main" id="{1F5BAA3F-9845-4F89-A2DD-8222D3E4EDAC}"/>
                </a:ext>
              </a:extLst>
            </p:cNvPr>
            <p:cNvSpPr/>
            <p:nvPr/>
          </p:nvSpPr>
          <p:spPr>
            <a:xfrm>
              <a:off x="424117" y="898245"/>
              <a:ext cx="628306" cy="387090"/>
            </a:xfrm>
            <a:prstGeom prst="parallelogram">
              <a:avLst/>
            </a:prstGeom>
            <a:solidFill>
              <a:schemeClr val="accent3">
                <a:lumMod val="75000"/>
              </a:schemeClr>
            </a:solidFill>
            <a:ln>
              <a:solidFill>
                <a:schemeClr val="accent3">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CN" sz="2200" dirty="0">
                  <a:latin typeface="Impact" panose="020B0806030902050204" pitchFamily="34" charset="0"/>
                </a:rPr>
                <a:t>01</a:t>
              </a:r>
              <a:endParaRPr lang="zh-CN" altLang="en-US" sz="2200" dirty="0">
                <a:latin typeface="Impact" panose="020B0806030902050204" pitchFamily="34" charset="0"/>
              </a:endParaRPr>
            </a:p>
          </p:txBody>
        </p:sp>
        <p:sp>
          <p:nvSpPr>
            <p:cNvPr id="3" name="文本框 2">
              <a:extLst>
                <a:ext uri="{FF2B5EF4-FFF2-40B4-BE49-F238E27FC236}">
                  <a16:creationId xmlns:a16="http://schemas.microsoft.com/office/drawing/2014/main" id="{4D6BD736-A4D3-4F26-AFED-36E11F50F70B}"/>
                </a:ext>
              </a:extLst>
            </p:cNvPr>
            <p:cNvSpPr txBox="1"/>
            <p:nvPr/>
          </p:nvSpPr>
          <p:spPr>
            <a:xfrm>
              <a:off x="1052423" y="898245"/>
              <a:ext cx="4309893" cy="400110"/>
            </a:xfrm>
            <a:prstGeom prst="rect">
              <a:avLst/>
            </a:prstGeom>
            <a:noFill/>
          </p:spPr>
          <p:txBody>
            <a:bodyPr wrap="square" rtlCol="0">
              <a:spAutoFit/>
            </a:bodyPr>
            <a:lstStyle/>
            <a:p>
              <a:r>
                <a:rPr lang="zh-CN" altLang="en-US" sz="2000" b="1" dirty="0">
                  <a:solidFill>
                    <a:schemeClr val="tx1"/>
                  </a:solidFill>
                  <a:latin typeface="Arial Narrow" panose="020B0606020202030204" pitchFamily="34" charset="0"/>
                </a:rPr>
                <a:t>以太网的</a:t>
              </a:r>
              <a:r>
                <a:rPr lang="en-US" altLang="zh-CN" sz="2000" b="1" dirty="0">
                  <a:solidFill>
                    <a:schemeClr val="tx1"/>
                  </a:solidFill>
                  <a:latin typeface="Arial Narrow" panose="020B0606020202030204" pitchFamily="34" charset="0"/>
                </a:rPr>
                <a:t>MAC</a:t>
              </a:r>
              <a:r>
                <a:rPr lang="zh-CN" altLang="en-US" sz="2000" b="1" dirty="0">
                  <a:solidFill>
                    <a:schemeClr val="tx1"/>
                  </a:solidFill>
                  <a:latin typeface="Arial Narrow" panose="020B0606020202030204" pitchFamily="34" charset="0"/>
                </a:rPr>
                <a:t>帧格式</a:t>
              </a:r>
              <a:endParaRPr lang="en-US" altLang="zh-CN" sz="2000" b="1" dirty="0">
                <a:solidFill>
                  <a:schemeClr val="tx1"/>
                </a:solidFill>
                <a:latin typeface="Arial Narrow" panose="020B0606020202030204" pitchFamily="34" charset="0"/>
              </a:endParaRPr>
            </a:p>
          </p:txBody>
        </p:sp>
      </p:grpSp>
      <p:sp>
        <p:nvSpPr>
          <p:cNvPr id="17" name="矩形 16">
            <a:extLst>
              <a:ext uri="{FF2B5EF4-FFF2-40B4-BE49-F238E27FC236}">
                <a16:creationId xmlns:a16="http://schemas.microsoft.com/office/drawing/2014/main" id="{B8373B51-E5C5-4171-B45C-1D7D0ED7A5BA}"/>
              </a:ext>
            </a:extLst>
          </p:cNvPr>
          <p:cNvSpPr/>
          <p:nvPr/>
        </p:nvSpPr>
        <p:spPr>
          <a:xfrm>
            <a:off x="3044860" y="2423780"/>
            <a:ext cx="864000" cy="499960"/>
          </a:xfrm>
          <a:prstGeom prst="rect">
            <a:avLst/>
          </a:prstGeom>
          <a:solidFill>
            <a:schemeClr val="accent4"/>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zh-CN" altLang="en-US" b="1" dirty="0">
                <a:solidFill>
                  <a:schemeClr val="bg1"/>
                </a:solidFill>
              </a:rPr>
              <a:t>类型</a:t>
            </a:r>
          </a:p>
        </p:txBody>
      </p:sp>
      <p:sp>
        <p:nvSpPr>
          <p:cNvPr id="18" name="矩形 17">
            <a:extLst>
              <a:ext uri="{FF2B5EF4-FFF2-40B4-BE49-F238E27FC236}">
                <a16:creationId xmlns:a16="http://schemas.microsoft.com/office/drawing/2014/main" id="{F6A8D432-8788-4089-A33C-BFE10820A74A}"/>
              </a:ext>
            </a:extLst>
          </p:cNvPr>
          <p:cNvSpPr/>
          <p:nvPr/>
        </p:nvSpPr>
        <p:spPr>
          <a:xfrm>
            <a:off x="3044860" y="2923740"/>
            <a:ext cx="864000" cy="499960"/>
          </a:xfrm>
          <a:prstGeom prst="rect">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CN" sz="2400" b="1" dirty="0">
                <a:solidFill>
                  <a:schemeClr val="tx1"/>
                </a:solidFill>
              </a:rPr>
              <a:t>2B</a:t>
            </a:r>
            <a:endParaRPr lang="zh-CN" altLang="en-US" sz="2400" b="1" dirty="0">
              <a:solidFill>
                <a:schemeClr val="tx1"/>
              </a:solidFill>
            </a:endParaRPr>
          </a:p>
        </p:txBody>
      </p:sp>
      <p:sp>
        <p:nvSpPr>
          <p:cNvPr id="19" name="矩形 18">
            <a:extLst>
              <a:ext uri="{FF2B5EF4-FFF2-40B4-BE49-F238E27FC236}">
                <a16:creationId xmlns:a16="http://schemas.microsoft.com/office/drawing/2014/main" id="{B3E2FC20-89F5-44AA-80BE-C3E43F92415A}"/>
              </a:ext>
            </a:extLst>
          </p:cNvPr>
          <p:cNvSpPr/>
          <p:nvPr/>
        </p:nvSpPr>
        <p:spPr>
          <a:xfrm>
            <a:off x="504365" y="2423780"/>
            <a:ext cx="1270249" cy="499960"/>
          </a:xfrm>
          <a:prstGeom prst="rect">
            <a:avLst/>
          </a:prstGeom>
          <a:solidFill>
            <a:schemeClr val="accent4"/>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zh-CN" altLang="en-US" b="1" dirty="0">
                <a:solidFill>
                  <a:schemeClr val="bg1"/>
                </a:solidFill>
              </a:rPr>
              <a:t>目的地址</a:t>
            </a:r>
          </a:p>
        </p:txBody>
      </p:sp>
      <p:sp>
        <p:nvSpPr>
          <p:cNvPr id="20" name="矩形 19">
            <a:extLst>
              <a:ext uri="{FF2B5EF4-FFF2-40B4-BE49-F238E27FC236}">
                <a16:creationId xmlns:a16="http://schemas.microsoft.com/office/drawing/2014/main" id="{A9A9BF0A-8F4F-40F5-81B1-1112B2FB48D9}"/>
              </a:ext>
            </a:extLst>
          </p:cNvPr>
          <p:cNvSpPr/>
          <p:nvPr/>
        </p:nvSpPr>
        <p:spPr>
          <a:xfrm>
            <a:off x="504364" y="2923740"/>
            <a:ext cx="1270249" cy="499960"/>
          </a:xfrm>
          <a:prstGeom prst="rect">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CN" sz="2400" b="1" dirty="0">
                <a:solidFill>
                  <a:schemeClr val="tx1"/>
                </a:solidFill>
              </a:rPr>
              <a:t>6B</a:t>
            </a:r>
            <a:endParaRPr lang="zh-CN" altLang="en-US" sz="2400" b="1" dirty="0">
              <a:solidFill>
                <a:schemeClr val="tx1"/>
              </a:solidFill>
            </a:endParaRPr>
          </a:p>
        </p:txBody>
      </p:sp>
      <p:sp>
        <p:nvSpPr>
          <p:cNvPr id="21" name="矩形 20">
            <a:extLst>
              <a:ext uri="{FF2B5EF4-FFF2-40B4-BE49-F238E27FC236}">
                <a16:creationId xmlns:a16="http://schemas.microsoft.com/office/drawing/2014/main" id="{C49E1AD9-8855-44C2-82F0-B4E295D48E61}"/>
              </a:ext>
            </a:extLst>
          </p:cNvPr>
          <p:cNvSpPr/>
          <p:nvPr/>
        </p:nvSpPr>
        <p:spPr>
          <a:xfrm>
            <a:off x="1774613" y="2423780"/>
            <a:ext cx="1270249" cy="499960"/>
          </a:xfrm>
          <a:prstGeom prst="rect">
            <a:avLst/>
          </a:prstGeom>
          <a:solidFill>
            <a:schemeClr val="accent4"/>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zh-CN" altLang="en-US" b="1" dirty="0">
                <a:solidFill>
                  <a:schemeClr val="bg1"/>
                </a:solidFill>
              </a:rPr>
              <a:t>源地址</a:t>
            </a:r>
          </a:p>
        </p:txBody>
      </p:sp>
      <p:sp>
        <p:nvSpPr>
          <p:cNvPr id="22" name="矩形 21">
            <a:extLst>
              <a:ext uri="{FF2B5EF4-FFF2-40B4-BE49-F238E27FC236}">
                <a16:creationId xmlns:a16="http://schemas.microsoft.com/office/drawing/2014/main" id="{78034EC5-4156-4A39-83CE-2A7DAEEF8B93}"/>
              </a:ext>
            </a:extLst>
          </p:cNvPr>
          <p:cNvSpPr/>
          <p:nvPr/>
        </p:nvSpPr>
        <p:spPr>
          <a:xfrm>
            <a:off x="1774612" y="2923740"/>
            <a:ext cx="1270249" cy="499960"/>
          </a:xfrm>
          <a:prstGeom prst="rect">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CN" sz="2400" b="1" dirty="0">
                <a:solidFill>
                  <a:schemeClr val="tx1"/>
                </a:solidFill>
              </a:rPr>
              <a:t>6B</a:t>
            </a:r>
            <a:endParaRPr lang="zh-CN" altLang="en-US" sz="2400" b="1" dirty="0">
              <a:solidFill>
                <a:schemeClr val="tx1"/>
              </a:solidFill>
            </a:endParaRPr>
          </a:p>
        </p:txBody>
      </p:sp>
      <p:sp>
        <p:nvSpPr>
          <p:cNvPr id="23" name="矩形 22">
            <a:extLst>
              <a:ext uri="{FF2B5EF4-FFF2-40B4-BE49-F238E27FC236}">
                <a16:creationId xmlns:a16="http://schemas.microsoft.com/office/drawing/2014/main" id="{814C1395-FA83-4680-B20E-239962D12A27}"/>
              </a:ext>
            </a:extLst>
          </p:cNvPr>
          <p:cNvSpPr/>
          <p:nvPr/>
        </p:nvSpPr>
        <p:spPr>
          <a:xfrm>
            <a:off x="3908859" y="2423780"/>
            <a:ext cx="6759387" cy="499960"/>
          </a:xfrm>
          <a:prstGeom prst="rect">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zh-CN" altLang="en-US" b="1" dirty="0">
                <a:solidFill>
                  <a:schemeClr val="accent4"/>
                </a:solidFill>
              </a:rPr>
              <a:t>数据载荷</a:t>
            </a:r>
          </a:p>
        </p:txBody>
      </p:sp>
      <p:sp>
        <p:nvSpPr>
          <p:cNvPr id="24" name="矩形 23">
            <a:extLst>
              <a:ext uri="{FF2B5EF4-FFF2-40B4-BE49-F238E27FC236}">
                <a16:creationId xmlns:a16="http://schemas.microsoft.com/office/drawing/2014/main" id="{9D3935B4-1C82-4388-9E50-ED8E3BDEDC6C}"/>
              </a:ext>
            </a:extLst>
          </p:cNvPr>
          <p:cNvSpPr/>
          <p:nvPr/>
        </p:nvSpPr>
        <p:spPr>
          <a:xfrm>
            <a:off x="3908857" y="2923740"/>
            <a:ext cx="6759387" cy="499960"/>
          </a:xfrm>
          <a:prstGeom prst="rect">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CN" sz="2400" b="1" dirty="0">
                <a:solidFill>
                  <a:schemeClr val="tx1"/>
                </a:solidFill>
              </a:rPr>
              <a:t>46B ~ 1500B</a:t>
            </a:r>
            <a:endParaRPr lang="zh-CN" altLang="en-US" sz="2400" b="1" dirty="0">
              <a:solidFill>
                <a:schemeClr val="tx1"/>
              </a:solidFill>
            </a:endParaRPr>
          </a:p>
        </p:txBody>
      </p:sp>
      <p:sp>
        <p:nvSpPr>
          <p:cNvPr id="25" name="矩形 24">
            <a:extLst>
              <a:ext uri="{FF2B5EF4-FFF2-40B4-BE49-F238E27FC236}">
                <a16:creationId xmlns:a16="http://schemas.microsoft.com/office/drawing/2014/main" id="{E69425EE-C98C-495B-8976-1ECD2111A1FE}"/>
              </a:ext>
            </a:extLst>
          </p:cNvPr>
          <p:cNvSpPr/>
          <p:nvPr/>
        </p:nvSpPr>
        <p:spPr>
          <a:xfrm>
            <a:off x="10668248" y="2423780"/>
            <a:ext cx="1019387" cy="499960"/>
          </a:xfrm>
          <a:prstGeom prst="rect">
            <a:avLst/>
          </a:prstGeom>
          <a:solidFill>
            <a:schemeClr val="accent4"/>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CN" b="1" dirty="0">
                <a:solidFill>
                  <a:schemeClr val="bg1"/>
                </a:solidFill>
              </a:rPr>
              <a:t>FCS</a:t>
            </a:r>
            <a:endParaRPr lang="zh-CN" altLang="en-US" b="1" dirty="0">
              <a:solidFill>
                <a:schemeClr val="bg1"/>
              </a:solidFill>
            </a:endParaRPr>
          </a:p>
        </p:txBody>
      </p:sp>
      <p:sp>
        <p:nvSpPr>
          <p:cNvPr id="26" name="矩形 25">
            <a:extLst>
              <a:ext uri="{FF2B5EF4-FFF2-40B4-BE49-F238E27FC236}">
                <a16:creationId xmlns:a16="http://schemas.microsoft.com/office/drawing/2014/main" id="{9DDAF941-4B49-486D-8083-895873763D75}"/>
              </a:ext>
            </a:extLst>
          </p:cNvPr>
          <p:cNvSpPr/>
          <p:nvPr/>
        </p:nvSpPr>
        <p:spPr>
          <a:xfrm>
            <a:off x="10668247" y="2923740"/>
            <a:ext cx="1019387" cy="499960"/>
          </a:xfrm>
          <a:prstGeom prst="rect">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CN" sz="2400" b="1" dirty="0">
                <a:solidFill>
                  <a:schemeClr val="tx1"/>
                </a:solidFill>
              </a:rPr>
              <a:t>4B</a:t>
            </a:r>
            <a:endParaRPr lang="zh-CN" altLang="en-US" sz="2400" b="1" dirty="0">
              <a:solidFill>
                <a:schemeClr val="tx1"/>
              </a:solidFill>
            </a:endParaRPr>
          </a:p>
        </p:txBody>
      </p:sp>
      <p:sp>
        <p:nvSpPr>
          <p:cNvPr id="27" name="矩形 26">
            <a:extLst>
              <a:ext uri="{FF2B5EF4-FFF2-40B4-BE49-F238E27FC236}">
                <a16:creationId xmlns:a16="http://schemas.microsoft.com/office/drawing/2014/main" id="{95417171-2044-4E8A-B522-54E76C17E32A}"/>
              </a:ext>
            </a:extLst>
          </p:cNvPr>
          <p:cNvSpPr/>
          <p:nvPr/>
        </p:nvSpPr>
        <p:spPr>
          <a:xfrm>
            <a:off x="504364" y="1922326"/>
            <a:ext cx="11183271" cy="499960"/>
          </a:xfrm>
          <a:prstGeom prst="rect">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zh-CN" altLang="en-US" b="1" dirty="0">
                <a:solidFill>
                  <a:schemeClr val="tx1"/>
                </a:solidFill>
              </a:rPr>
              <a:t>以太网</a:t>
            </a:r>
            <a:r>
              <a:rPr lang="en-US" altLang="zh-CN" b="1" dirty="0">
                <a:solidFill>
                  <a:schemeClr val="tx1"/>
                </a:solidFill>
              </a:rPr>
              <a:t>V2</a:t>
            </a:r>
            <a:r>
              <a:rPr lang="zh-CN" altLang="en-US" b="1" dirty="0">
                <a:solidFill>
                  <a:schemeClr val="tx1"/>
                </a:solidFill>
              </a:rPr>
              <a:t>的</a:t>
            </a:r>
            <a:r>
              <a:rPr lang="en-US" altLang="zh-CN" b="1" dirty="0">
                <a:solidFill>
                  <a:schemeClr val="tx1"/>
                </a:solidFill>
              </a:rPr>
              <a:t>MAC</a:t>
            </a:r>
            <a:r>
              <a:rPr lang="zh-CN" altLang="en-US" b="1" dirty="0">
                <a:solidFill>
                  <a:schemeClr val="tx1"/>
                </a:solidFill>
              </a:rPr>
              <a:t>帧</a:t>
            </a:r>
          </a:p>
        </p:txBody>
      </p:sp>
      <p:sp>
        <p:nvSpPr>
          <p:cNvPr id="28" name="文本框 27">
            <a:extLst>
              <a:ext uri="{FF2B5EF4-FFF2-40B4-BE49-F238E27FC236}">
                <a16:creationId xmlns:a16="http://schemas.microsoft.com/office/drawing/2014/main" id="{95793C87-F4F9-45FC-BBB3-3D63AED297F0}"/>
              </a:ext>
            </a:extLst>
          </p:cNvPr>
          <p:cNvSpPr txBox="1"/>
          <p:nvPr/>
        </p:nvSpPr>
        <p:spPr>
          <a:xfrm>
            <a:off x="3973666" y="3600494"/>
            <a:ext cx="6629767" cy="646331"/>
          </a:xfrm>
          <a:prstGeom prst="rect">
            <a:avLst/>
          </a:prstGeom>
          <a:noFill/>
        </p:spPr>
        <p:txBody>
          <a:bodyPr wrap="square">
            <a:spAutoFit/>
          </a:bodyPr>
          <a:lstStyle/>
          <a:p>
            <a:r>
              <a:rPr lang="zh-CN" altLang="en-US" b="1" dirty="0"/>
              <a:t>其值用来指明</a:t>
            </a:r>
            <a:r>
              <a:rPr lang="zh-CN" altLang="en-US" b="1" dirty="0">
                <a:solidFill>
                  <a:schemeClr val="accent1">
                    <a:lumMod val="75000"/>
                  </a:schemeClr>
                </a:solidFill>
              </a:rPr>
              <a:t>数据载荷</a:t>
            </a:r>
            <a:r>
              <a:rPr lang="zh-CN" altLang="en-US" b="1" dirty="0"/>
              <a:t>中的内容是由上一层的哪个</a:t>
            </a:r>
            <a:r>
              <a:rPr lang="zh-CN" altLang="en-US" b="1" dirty="0">
                <a:solidFill>
                  <a:schemeClr val="accent1">
                    <a:lumMod val="75000"/>
                  </a:schemeClr>
                </a:solidFill>
              </a:rPr>
              <a:t>协议</a:t>
            </a:r>
            <a:r>
              <a:rPr lang="zh-CN" altLang="en-US" b="1" dirty="0"/>
              <a:t>封装的，以便将收到的</a:t>
            </a:r>
            <a:r>
              <a:rPr lang="en-US" altLang="zh-CN" b="1" dirty="0"/>
              <a:t>MAC</a:t>
            </a:r>
            <a:r>
              <a:rPr lang="zh-CN" altLang="en-US" b="1" dirty="0"/>
              <a:t>帧的数据载荷上交给上一层的这个协议。</a:t>
            </a:r>
          </a:p>
        </p:txBody>
      </p:sp>
      <p:cxnSp>
        <p:nvCxnSpPr>
          <p:cNvPr id="7" name="连接符: 肘形 6">
            <a:extLst>
              <a:ext uri="{FF2B5EF4-FFF2-40B4-BE49-F238E27FC236}">
                <a16:creationId xmlns:a16="http://schemas.microsoft.com/office/drawing/2014/main" id="{7F52B59D-19A0-4DF9-9762-F5BAAF517B3C}"/>
              </a:ext>
            </a:extLst>
          </p:cNvPr>
          <p:cNvCxnSpPr>
            <a:stCxn id="28" idx="1"/>
            <a:endCxn id="18" idx="2"/>
          </p:cNvCxnSpPr>
          <p:nvPr/>
        </p:nvCxnSpPr>
        <p:spPr>
          <a:xfrm rot="10800000">
            <a:off x="3476860" y="3423700"/>
            <a:ext cx="496806" cy="499960"/>
          </a:xfrm>
          <a:prstGeom prst="bentConnector2">
            <a:avLst/>
          </a:prstGeom>
          <a:ln w="12700">
            <a:solidFill>
              <a:schemeClr val="tx1"/>
            </a:solidFill>
            <a:tailEnd type="triangle"/>
          </a:ln>
        </p:spPr>
        <p:style>
          <a:lnRef idx="1">
            <a:schemeClr val="accent1"/>
          </a:lnRef>
          <a:fillRef idx="0">
            <a:schemeClr val="accent1"/>
          </a:fillRef>
          <a:effectRef idx="0">
            <a:schemeClr val="accent1"/>
          </a:effectRef>
          <a:fontRef idx="minor">
            <a:schemeClr val="tx1"/>
          </a:fontRef>
        </p:style>
      </p:cxnSp>
    </p:spTree>
    <p:custDataLst>
      <p:tags r:id="rId1"/>
    </p:custDataLst>
    <p:extLst>
      <p:ext uri="{BB962C8B-B14F-4D97-AF65-F5344CB8AC3E}">
        <p14:creationId xmlns:p14="http://schemas.microsoft.com/office/powerpoint/2010/main" val="1094257837"/>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2" presetClass="entr" presetSubtype="4" fill="hold" nodeType="withEffect">
                                  <p:stCondLst>
                                    <p:cond delay="0"/>
                                  </p:stCondLst>
                                  <p:childTnLst>
                                    <p:set>
                                      <p:cBhvr>
                                        <p:cTn id="6" dur="1" fill="hold">
                                          <p:stCondLst>
                                            <p:cond delay="0"/>
                                          </p:stCondLst>
                                        </p:cTn>
                                        <p:tgtEl>
                                          <p:spTgt spid="7"/>
                                        </p:tgtEl>
                                        <p:attrNameLst>
                                          <p:attrName>style.visibility</p:attrName>
                                        </p:attrNameLst>
                                      </p:cBhvr>
                                      <p:to>
                                        <p:strVal val="visible"/>
                                      </p:to>
                                    </p:set>
                                    <p:animEffect transition="in" filter="wipe(down)">
                                      <p:cBhvr>
                                        <p:cTn id="7" dur="500"/>
                                        <p:tgtEl>
                                          <p:spTgt spid="7"/>
                                        </p:tgtEl>
                                      </p:cBhvr>
                                    </p:animEffect>
                                  </p:childTnLst>
                                </p:cTn>
                              </p:par>
                            </p:childTnLst>
                          </p:cTn>
                        </p:par>
                        <p:par>
                          <p:cTn id="8" fill="hold">
                            <p:stCondLst>
                              <p:cond delay="500"/>
                            </p:stCondLst>
                            <p:childTnLst>
                              <p:par>
                                <p:cTn id="9" presetID="1" presetClass="entr" presetSubtype="0" fill="hold" grpId="0" nodeType="afterEffect">
                                  <p:stCondLst>
                                    <p:cond delay="0"/>
                                  </p:stCondLst>
                                  <p:iterate type="lt">
                                    <p:tmAbs val="100"/>
                                  </p:iterate>
                                  <p:childTnLst>
                                    <p:set>
                                      <p:cBhvr>
                                        <p:cTn id="10" dur="1" fill="hold">
                                          <p:stCondLst>
                                            <p:cond delay="0"/>
                                          </p:stCondLst>
                                        </p:cTn>
                                        <p:tgtEl>
                                          <p:spTgt spid="28"/>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8" grpId="0"/>
    </p:bldLst>
  </p:timing>
</p:sld>
</file>

<file path=ppt/slides/slide45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4" name="组合 3">
            <a:extLst>
              <a:ext uri="{FF2B5EF4-FFF2-40B4-BE49-F238E27FC236}">
                <a16:creationId xmlns:a16="http://schemas.microsoft.com/office/drawing/2014/main" id="{9A1EA9F2-FCB6-48C3-935F-7AE7E3AD14AC}"/>
              </a:ext>
            </a:extLst>
          </p:cNvPr>
          <p:cNvGrpSpPr/>
          <p:nvPr/>
        </p:nvGrpSpPr>
        <p:grpSpPr>
          <a:xfrm>
            <a:off x="304800" y="749300"/>
            <a:ext cx="4938199" cy="400110"/>
            <a:chOff x="424117" y="898245"/>
            <a:chExt cx="4938199" cy="400110"/>
          </a:xfrm>
        </p:grpSpPr>
        <p:sp>
          <p:nvSpPr>
            <p:cNvPr id="2" name="平行四边形 1">
              <a:extLst>
                <a:ext uri="{FF2B5EF4-FFF2-40B4-BE49-F238E27FC236}">
                  <a16:creationId xmlns:a16="http://schemas.microsoft.com/office/drawing/2014/main" id="{1F5BAA3F-9845-4F89-A2DD-8222D3E4EDAC}"/>
                </a:ext>
              </a:extLst>
            </p:cNvPr>
            <p:cNvSpPr/>
            <p:nvPr/>
          </p:nvSpPr>
          <p:spPr>
            <a:xfrm>
              <a:off x="424117" y="898245"/>
              <a:ext cx="628306" cy="387090"/>
            </a:xfrm>
            <a:prstGeom prst="parallelogram">
              <a:avLst/>
            </a:prstGeom>
            <a:solidFill>
              <a:schemeClr val="accent3">
                <a:lumMod val="75000"/>
              </a:schemeClr>
            </a:solidFill>
            <a:ln>
              <a:solidFill>
                <a:schemeClr val="accent3">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CN" sz="2200" dirty="0">
                  <a:latin typeface="Impact" panose="020B0806030902050204" pitchFamily="34" charset="0"/>
                </a:rPr>
                <a:t>01</a:t>
              </a:r>
              <a:endParaRPr lang="zh-CN" altLang="en-US" sz="2200" dirty="0">
                <a:latin typeface="Impact" panose="020B0806030902050204" pitchFamily="34" charset="0"/>
              </a:endParaRPr>
            </a:p>
          </p:txBody>
        </p:sp>
        <p:sp>
          <p:nvSpPr>
            <p:cNvPr id="3" name="文本框 2">
              <a:extLst>
                <a:ext uri="{FF2B5EF4-FFF2-40B4-BE49-F238E27FC236}">
                  <a16:creationId xmlns:a16="http://schemas.microsoft.com/office/drawing/2014/main" id="{4D6BD736-A4D3-4F26-AFED-36E11F50F70B}"/>
                </a:ext>
              </a:extLst>
            </p:cNvPr>
            <p:cNvSpPr txBox="1"/>
            <p:nvPr/>
          </p:nvSpPr>
          <p:spPr>
            <a:xfrm>
              <a:off x="1052423" y="898245"/>
              <a:ext cx="4309893" cy="400110"/>
            </a:xfrm>
            <a:prstGeom prst="rect">
              <a:avLst/>
            </a:prstGeom>
            <a:noFill/>
          </p:spPr>
          <p:txBody>
            <a:bodyPr wrap="square" rtlCol="0">
              <a:spAutoFit/>
            </a:bodyPr>
            <a:lstStyle/>
            <a:p>
              <a:r>
                <a:rPr lang="zh-CN" altLang="en-US" sz="2000" b="1" dirty="0">
                  <a:solidFill>
                    <a:schemeClr val="tx1"/>
                  </a:solidFill>
                  <a:latin typeface="Arial Narrow" panose="020B0606020202030204" pitchFamily="34" charset="0"/>
                </a:rPr>
                <a:t>以太网的</a:t>
              </a:r>
              <a:r>
                <a:rPr lang="en-US" altLang="zh-CN" sz="2000" b="1" dirty="0">
                  <a:solidFill>
                    <a:schemeClr val="tx1"/>
                  </a:solidFill>
                  <a:latin typeface="Arial Narrow" panose="020B0606020202030204" pitchFamily="34" charset="0"/>
                </a:rPr>
                <a:t>MAC</a:t>
              </a:r>
              <a:r>
                <a:rPr lang="zh-CN" altLang="en-US" sz="2000" b="1" dirty="0">
                  <a:solidFill>
                    <a:schemeClr val="tx1"/>
                  </a:solidFill>
                  <a:latin typeface="Arial Narrow" panose="020B0606020202030204" pitchFamily="34" charset="0"/>
                </a:rPr>
                <a:t>帧格式</a:t>
              </a:r>
              <a:endParaRPr lang="en-US" altLang="zh-CN" sz="2000" b="1" dirty="0">
                <a:solidFill>
                  <a:schemeClr val="tx1"/>
                </a:solidFill>
                <a:latin typeface="Arial Narrow" panose="020B0606020202030204" pitchFamily="34" charset="0"/>
              </a:endParaRPr>
            </a:p>
          </p:txBody>
        </p:sp>
      </p:grpSp>
      <p:sp>
        <p:nvSpPr>
          <p:cNvPr id="17" name="矩形 16">
            <a:extLst>
              <a:ext uri="{FF2B5EF4-FFF2-40B4-BE49-F238E27FC236}">
                <a16:creationId xmlns:a16="http://schemas.microsoft.com/office/drawing/2014/main" id="{B8373B51-E5C5-4171-B45C-1D7D0ED7A5BA}"/>
              </a:ext>
            </a:extLst>
          </p:cNvPr>
          <p:cNvSpPr/>
          <p:nvPr/>
        </p:nvSpPr>
        <p:spPr>
          <a:xfrm>
            <a:off x="3044860" y="2423780"/>
            <a:ext cx="864000" cy="499960"/>
          </a:xfrm>
          <a:prstGeom prst="rect">
            <a:avLst/>
          </a:prstGeom>
          <a:solidFill>
            <a:schemeClr val="accent4"/>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zh-CN" altLang="en-US" b="1" dirty="0">
                <a:solidFill>
                  <a:schemeClr val="bg1"/>
                </a:solidFill>
              </a:rPr>
              <a:t>类型</a:t>
            </a:r>
          </a:p>
        </p:txBody>
      </p:sp>
      <p:sp>
        <p:nvSpPr>
          <p:cNvPr id="18" name="矩形 17">
            <a:extLst>
              <a:ext uri="{FF2B5EF4-FFF2-40B4-BE49-F238E27FC236}">
                <a16:creationId xmlns:a16="http://schemas.microsoft.com/office/drawing/2014/main" id="{F6A8D432-8788-4089-A33C-BFE10820A74A}"/>
              </a:ext>
            </a:extLst>
          </p:cNvPr>
          <p:cNvSpPr/>
          <p:nvPr/>
        </p:nvSpPr>
        <p:spPr>
          <a:xfrm>
            <a:off x="3044860" y="2923740"/>
            <a:ext cx="864000" cy="499960"/>
          </a:xfrm>
          <a:prstGeom prst="rect">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CN" sz="2400" b="1" dirty="0">
                <a:solidFill>
                  <a:schemeClr val="tx1"/>
                </a:solidFill>
              </a:rPr>
              <a:t>2B</a:t>
            </a:r>
            <a:endParaRPr lang="zh-CN" altLang="en-US" sz="2400" b="1" dirty="0">
              <a:solidFill>
                <a:schemeClr val="tx1"/>
              </a:solidFill>
            </a:endParaRPr>
          </a:p>
        </p:txBody>
      </p:sp>
      <p:sp>
        <p:nvSpPr>
          <p:cNvPr id="19" name="矩形 18">
            <a:extLst>
              <a:ext uri="{FF2B5EF4-FFF2-40B4-BE49-F238E27FC236}">
                <a16:creationId xmlns:a16="http://schemas.microsoft.com/office/drawing/2014/main" id="{B3E2FC20-89F5-44AA-80BE-C3E43F92415A}"/>
              </a:ext>
            </a:extLst>
          </p:cNvPr>
          <p:cNvSpPr/>
          <p:nvPr/>
        </p:nvSpPr>
        <p:spPr>
          <a:xfrm>
            <a:off x="504365" y="2423780"/>
            <a:ext cx="1270249" cy="499960"/>
          </a:xfrm>
          <a:prstGeom prst="rect">
            <a:avLst/>
          </a:prstGeom>
          <a:solidFill>
            <a:schemeClr val="accent4"/>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zh-CN" altLang="en-US" b="1" dirty="0">
                <a:solidFill>
                  <a:schemeClr val="bg1"/>
                </a:solidFill>
              </a:rPr>
              <a:t>目的地址</a:t>
            </a:r>
          </a:p>
        </p:txBody>
      </p:sp>
      <p:sp>
        <p:nvSpPr>
          <p:cNvPr id="20" name="矩形 19">
            <a:extLst>
              <a:ext uri="{FF2B5EF4-FFF2-40B4-BE49-F238E27FC236}">
                <a16:creationId xmlns:a16="http://schemas.microsoft.com/office/drawing/2014/main" id="{A9A9BF0A-8F4F-40F5-81B1-1112B2FB48D9}"/>
              </a:ext>
            </a:extLst>
          </p:cNvPr>
          <p:cNvSpPr/>
          <p:nvPr/>
        </p:nvSpPr>
        <p:spPr>
          <a:xfrm>
            <a:off x="504364" y="2923740"/>
            <a:ext cx="1270249" cy="499960"/>
          </a:xfrm>
          <a:prstGeom prst="rect">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CN" sz="2400" b="1" dirty="0">
                <a:solidFill>
                  <a:schemeClr val="tx1"/>
                </a:solidFill>
              </a:rPr>
              <a:t>6B</a:t>
            </a:r>
            <a:endParaRPr lang="zh-CN" altLang="en-US" sz="2400" b="1" dirty="0">
              <a:solidFill>
                <a:schemeClr val="tx1"/>
              </a:solidFill>
            </a:endParaRPr>
          </a:p>
        </p:txBody>
      </p:sp>
      <p:sp>
        <p:nvSpPr>
          <p:cNvPr id="21" name="矩形 20">
            <a:extLst>
              <a:ext uri="{FF2B5EF4-FFF2-40B4-BE49-F238E27FC236}">
                <a16:creationId xmlns:a16="http://schemas.microsoft.com/office/drawing/2014/main" id="{C49E1AD9-8855-44C2-82F0-B4E295D48E61}"/>
              </a:ext>
            </a:extLst>
          </p:cNvPr>
          <p:cNvSpPr/>
          <p:nvPr/>
        </p:nvSpPr>
        <p:spPr>
          <a:xfrm>
            <a:off x="1774613" y="2423780"/>
            <a:ext cx="1270249" cy="499960"/>
          </a:xfrm>
          <a:prstGeom prst="rect">
            <a:avLst/>
          </a:prstGeom>
          <a:solidFill>
            <a:schemeClr val="accent4"/>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zh-CN" altLang="en-US" b="1" dirty="0">
                <a:solidFill>
                  <a:schemeClr val="bg1"/>
                </a:solidFill>
              </a:rPr>
              <a:t>源地址</a:t>
            </a:r>
          </a:p>
        </p:txBody>
      </p:sp>
      <p:sp>
        <p:nvSpPr>
          <p:cNvPr id="22" name="矩形 21">
            <a:extLst>
              <a:ext uri="{FF2B5EF4-FFF2-40B4-BE49-F238E27FC236}">
                <a16:creationId xmlns:a16="http://schemas.microsoft.com/office/drawing/2014/main" id="{78034EC5-4156-4A39-83CE-2A7DAEEF8B93}"/>
              </a:ext>
            </a:extLst>
          </p:cNvPr>
          <p:cNvSpPr/>
          <p:nvPr/>
        </p:nvSpPr>
        <p:spPr>
          <a:xfrm>
            <a:off x="1774612" y="2923740"/>
            <a:ext cx="1270249" cy="499960"/>
          </a:xfrm>
          <a:prstGeom prst="rect">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CN" sz="2400" b="1" dirty="0">
                <a:solidFill>
                  <a:schemeClr val="tx1"/>
                </a:solidFill>
              </a:rPr>
              <a:t>6B</a:t>
            </a:r>
            <a:endParaRPr lang="zh-CN" altLang="en-US" sz="2400" b="1" dirty="0">
              <a:solidFill>
                <a:schemeClr val="tx1"/>
              </a:solidFill>
            </a:endParaRPr>
          </a:p>
        </p:txBody>
      </p:sp>
      <p:sp>
        <p:nvSpPr>
          <p:cNvPr id="23" name="矩形 22">
            <a:extLst>
              <a:ext uri="{FF2B5EF4-FFF2-40B4-BE49-F238E27FC236}">
                <a16:creationId xmlns:a16="http://schemas.microsoft.com/office/drawing/2014/main" id="{814C1395-FA83-4680-B20E-239962D12A27}"/>
              </a:ext>
            </a:extLst>
          </p:cNvPr>
          <p:cNvSpPr/>
          <p:nvPr/>
        </p:nvSpPr>
        <p:spPr>
          <a:xfrm>
            <a:off x="3908859" y="2423780"/>
            <a:ext cx="6759387" cy="499960"/>
          </a:xfrm>
          <a:prstGeom prst="rect">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zh-CN" altLang="en-US" b="1" dirty="0">
                <a:solidFill>
                  <a:schemeClr val="accent4"/>
                </a:solidFill>
              </a:rPr>
              <a:t>数据载荷</a:t>
            </a:r>
          </a:p>
        </p:txBody>
      </p:sp>
      <p:sp>
        <p:nvSpPr>
          <p:cNvPr id="24" name="矩形 23">
            <a:extLst>
              <a:ext uri="{FF2B5EF4-FFF2-40B4-BE49-F238E27FC236}">
                <a16:creationId xmlns:a16="http://schemas.microsoft.com/office/drawing/2014/main" id="{9D3935B4-1C82-4388-9E50-ED8E3BDEDC6C}"/>
              </a:ext>
            </a:extLst>
          </p:cNvPr>
          <p:cNvSpPr/>
          <p:nvPr/>
        </p:nvSpPr>
        <p:spPr>
          <a:xfrm>
            <a:off x="3908857" y="2923740"/>
            <a:ext cx="6759387" cy="499960"/>
          </a:xfrm>
          <a:prstGeom prst="rect">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CN" sz="2400" b="1" dirty="0">
                <a:solidFill>
                  <a:schemeClr val="tx1"/>
                </a:solidFill>
              </a:rPr>
              <a:t>46B ~ 1500B</a:t>
            </a:r>
            <a:endParaRPr lang="zh-CN" altLang="en-US" sz="2400" b="1" dirty="0">
              <a:solidFill>
                <a:schemeClr val="tx1"/>
              </a:solidFill>
            </a:endParaRPr>
          </a:p>
        </p:txBody>
      </p:sp>
      <p:sp>
        <p:nvSpPr>
          <p:cNvPr id="25" name="矩形 24">
            <a:extLst>
              <a:ext uri="{FF2B5EF4-FFF2-40B4-BE49-F238E27FC236}">
                <a16:creationId xmlns:a16="http://schemas.microsoft.com/office/drawing/2014/main" id="{E69425EE-C98C-495B-8976-1ECD2111A1FE}"/>
              </a:ext>
            </a:extLst>
          </p:cNvPr>
          <p:cNvSpPr/>
          <p:nvPr/>
        </p:nvSpPr>
        <p:spPr>
          <a:xfrm>
            <a:off x="10668248" y="2423780"/>
            <a:ext cx="1019387" cy="499960"/>
          </a:xfrm>
          <a:prstGeom prst="rect">
            <a:avLst/>
          </a:prstGeom>
          <a:solidFill>
            <a:schemeClr val="accent4"/>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CN" b="1" dirty="0">
                <a:solidFill>
                  <a:schemeClr val="bg1"/>
                </a:solidFill>
              </a:rPr>
              <a:t>FCS</a:t>
            </a:r>
            <a:endParaRPr lang="zh-CN" altLang="en-US" b="1" dirty="0">
              <a:solidFill>
                <a:schemeClr val="bg1"/>
              </a:solidFill>
            </a:endParaRPr>
          </a:p>
        </p:txBody>
      </p:sp>
      <p:sp>
        <p:nvSpPr>
          <p:cNvPr id="26" name="矩形 25">
            <a:extLst>
              <a:ext uri="{FF2B5EF4-FFF2-40B4-BE49-F238E27FC236}">
                <a16:creationId xmlns:a16="http://schemas.microsoft.com/office/drawing/2014/main" id="{9DDAF941-4B49-486D-8083-895873763D75}"/>
              </a:ext>
            </a:extLst>
          </p:cNvPr>
          <p:cNvSpPr/>
          <p:nvPr/>
        </p:nvSpPr>
        <p:spPr>
          <a:xfrm>
            <a:off x="10668247" y="2923740"/>
            <a:ext cx="1019387" cy="499960"/>
          </a:xfrm>
          <a:prstGeom prst="rect">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CN" sz="2400" b="1" dirty="0">
                <a:solidFill>
                  <a:schemeClr val="tx1"/>
                </a:solidFill>
              </a:rPr>
              <a:t>4B</a:t>
            </a:r>
            <a:endParaRPr lang="zh-CN" altLang="en-US" sz="2400" b="1" dirty="0">
              <a:solidFill>
                <a:schemeClr val="tx1"/>
              </a:solidFill>
            </a:endParaRPr>
          </a:p>
        </p:txBody>
      </p:sp>
      <p:sp>
        <p:nvSpPr>
          <p:cNvPr id="27" name="矩形 26">
            <a:extLst>
              <a:ext uri="{FF2B5EF4-FFF2-40B4-BE49-F238E27FC236}">
                <a16:creationId xmlns:a16="http://schemas.microsoft.com/office/drawing/2014/main" id="{95417171-2044-4E8A-B522-54E76C17E32A}"/>
              </a:ext>
            </a:extLst>
          </p:cNvPr>
          <p:cNvSpPr/>
          <p:nvPr/>
        </p:nvSpPr>
        <p:spPr>
          <a:xfrm>
            <a:off x="504364" y="1922326"/>
            <a:ext cx="11183271" cy="499960"/>
          </a:xfrm>
          <a:prstGeom prst="rect">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zh-CN" altLang="en-US" b="1" dirty="0">
                <a:solidFill>
                  <a:schemeClr val="tx1"/>
                </a:solidFill>
              </a:rPr>
              <a:t>以太网</a:t>
            </a:r>
            <a:r>
              <a:rPr lang="en-US" altLang="zh-CN" b="1" dirty="0">
                <a:solidFill>
                  <a:schemeClr val="tx1"/>
                </a:solidFill>
              </a:rPr>
              <a:t>V2</a:t>
            </a:r>
            <a:r>
              <a:rPr lang="zh-CN" altLang="en-US" b="1" dirty="0">
                <a:solidFill>
                  <a:schemeClr val="tx1"/>
                </a:solidFill>
              </a:rPr>
              <a:t>的</a:t>
            </a:r>
            <a:r>
              <a:rPr lang="en-US" altLang="zh-CN" b="1" dirty="0">
                <a:solidFill>
                  <a:schemeClr val="tx1"/>
                </a:solidFill>
              </a:rPr>
              <a:t>MAC</a:t>
            </a:r>
            <a:r>
              <a:rPr lang="zh-CN" altLang="en-US" b="1" dirty="0">
                <a:solidFill>
                  <a:schemeClr val="tx1"/>
                </a:solidFill>
              </a:rPr>
              <a:t>帧</a:t>
            </a:r>
          </a:p>
        </p:txBody>
      </p:sp>
      <p:sp>
        <p:nvSpPr>
          <p:cNvPr id="28" name="文本框 27">
            <a:extLst>
              <a:ext uri="{FF2B5EF4-FFF2-40B4-BE49-F238E27FC236}">
                <a16:creationId xmlns:a16="http://schemas.microsoft.com/office/drawing/2014/main" id="{95793C87-F4F9-45FC-BBB3-3D63AED297F0}"/>
              </a:ext>
            </a:extLst>
          </p:cNvPr>
          <p:cNvSpPr txBox="1"/>
          <p:nvPr/>
        </p:nvSpPr>
        <p:spPr>
          <a:xfrm>
            <a:off x="3973666" y="3600494"/>
            <a:ext cx="6629767" cy="646331"/>
          </a:xfrm>
          <a:prstGeom prst="rect">
            <a:avLst/>
          </a:prstGeom>
          <a:noFill/>
        </p:spPr>
        <p:txBody>
          <a:bodyPr wrap="square">
            <a:spAutoFit/>
          </a:bodyPr>
          <a:lstStyle/>
          <a:p>
            <a:r>
              <a:rPr lang="zh-CN" altLang="en-US" b="1" dirty="0"/>
              <a:t>其值用来指明</a:t>
            </a:r>
            <a:r>
              <a:rPr lang="zh-CN" altLang="en-US" b="1" dirty="0">
                <a:solidFill>
                  <a:schemeClr val="accent1">
                    <a:lumMod val="75000"/>
                  </a:schemeClr>
                </a:solidFill>
              </a:rPr>
              <a:t>数据载荷</a:t>
            </a:r>
            <a:r>
              <a:rPr lang="zh-CN" altLang="en-US" b="1" dirty="0"/>
              <a:t>中的内容是由上一层的哪个</a:t>
            </a:r>
            <a:r>
              <a:rPr lang="zh-CN" altLang="en-US" b="1" dirty="0">
                <a:solidFill>
                  <a:schemeClr val="accent1">
                    <a:lumMod val="75000"/>
                  </a:schemeClr>
                </a:solidFill>
              </a:rPr>
              <a:t>协议</a:t>
            </a:r>
            <a:r>
              <a:rPr lang="zh-CN" altLang="en-US" b="1" dirty="0"/>
              <a:t>封装的，以便将收到的</a:t>
            </a:r>
            <a:r>
              <a:rPr lang="en-US" altLang="zh-CN" b="1" dirty="0"/>
              <a:t>MAC</a:t>
            </a:r>
            <a:r>
              <a:rPr lang="zh-CN" altLang="en-US" b="1" dirty="0"/>
              <a:t>帧的数据载荷上交给上一层的这个协议。</a:t>
            </a:r>
          </a:p>
        </p:txBody>
      </p:sp>
      <p:cxnSp>
        <p:nvCxnSpPr>
          <p:cNvPr id="7" name="连接符: 肘形 6">
            <a:extLst>
              <a:ext uri="{FF2B5EF4-FFF2-40B4-BE49-F238E27FC236}">
                <a16:creationId xmlns:a16="http://schemas.microsoft.com/office/drawing/2014/main" id="{7F52B59D-19A0-4DF9-9762-F5BAAF517B3C}"/>
              </a:ext>
            </a:extLst>
          </p:cNvPr>
          <p:cNvCxnSpPr>
            <a:stCxn id="28" idx="1"/>
            <a:endCxn id="18" idx="2"/>
          </p:cNvCxnSpPr>
          <p:nvPr/>
        </p:nvCxnSpPr>
        <p:spPr>
          <a:xfrm rot="10800000">
            <a:off x="3476860" y="3423700"/>
            <a:ext cx="496806" cy="499960"/>
          </a:xfrm>
          <a:prstGeom prst="bentConnector2">
            <a:avLst/>
          </a:prstGeom>
          <a:ln w="12700">
            <a:solidFill>
              <a:schemeClr val="tx1"/>
            </a:solidFill>
            <a:tailEnd type="triangle"/>
          </a:ln>
        </p:spPr>
        <p:style>
          <a:lnRef idx="1">
            <a:schemeClr val="accent1"/>
          </a:lnRef>
          <a:fillRef idx="0">
            <a:schemeClr val="accent1"/>
          </a:fillRef>
          <a:effectRef idx="0">
            <a:schemeClr val="accent1"/>
          </a:effectRef>
          <a:fontRef idx="minor">
            <a:schemeClr val="tx1"/>
          </a:fontRef>
        </p:style>
      </p:cxnSp>
      <p:grpSp>
        <p:nvGrpSpPr>
          <p:cNvPr id="5" name="组合 4">
            <a:extLst>
              <a:ext uri="{FF2B5EF4-FFF2-40B4-BE49-F238E27FC236}">
                <a16:creationId xmlns:a16="http://schemas.microsoft.com/office/drawing/2014/main" id="{7CD6A68F-5B01-4B60-BC0F-107C31140692}"/>
              </a:ext>
            </a:extLst>
          </p:cNvPr>
          <p:cNvGrpSpPr/>
          <p:nvPr/>
        </p:nvGrpSpPr>
        <p:grpSpPr>
          <a:xfrm>
            <a:off x="504361" y="4845734"/>
            <a:ext cx="11183270" cy="499960"/>
            <a:chOff x="504361" y="4845734"/>
            <a:chExt cx="11183270" cy="499960"/>
          </a:xfrm>
        </p:grpSpPr>
        <p:sp>
          <p:nvSpPr>
            <p:cNvPr id="30" name="矩形 29">
              <a:extLst>
                <a:ext uri="{FF2B5EF4-FFF2-40B4-BE49-F238E27FC236}">
                  <a16:creationId xmlns:a16="http://schemas.microsoft.com/office/drawing/2014/main" id="{682AF3B2-C739-4C85-8646-3A9FA1A169AB}"/>
                </a:ext>
              </a:extLst>
            </p:cNvPr>
            <p:cNvSpPr/>
            <p:nvPr/>
          </p:nvSpPr>
          <p:spPr>
            <a:xfrm>
              <a:off x="3044857" y="4845734"/>
              <a:ext cx="864000" cy="499960"/>
            </a:xfrm>
            <a:prstGeom prst="rect">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CN" b="1" dirty="0">
                  <a:solidFill>
                    <a:schemeClr val="tx1"/>
                  </a:solidFill>
                </a:rPr>
                <a:t>0x0800</a:t>
              </a:r>
              <a:endParaRPr lang="zh-CN" altLang="en-US" b="1" dirty="0">
                <a:solidFill>
                  <a:schemeClr val="tx1"/>
                </a:solidFill>
              </a:endParaRPr>
            </a:p>
          </p:txBody>
        </p:sp>
        <p:sp>
          <p:nvSpPr>
            <p:cNvPr id="32" name="矩形 31">
              <a:extLst>
                <a:ext uri="{FF2B5EF4-FFF2-40B4-BE49-F238E27FC236}">
                  <a16:creationId xmlns:a16="http://schemas.microsoft.com/office/drawing/2014/main" id="{039A9023-CF46-4A07-B739-473F11C55747}"/>
                </a:ext>
              </a:extLst>
            </p:cNvPr>
            <p:cNvSpPr/>
            <p:nvPr/>
          </p:nvSpPr>
          <p:spPr>
            <a:xfrm>
              <a:off x="504361" y="4845734"/>
              <a:ext cx="1270249" cy="499960"/>
            </a:xfrm>
            <a:prstGeom prst="rect">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CN" sz="2400" b="1" dirty="0">
                  <a:solidFill>
                    <a:schemeClr val="tx1"/>
                  </a:solidFill>
                  <a:latin typeface="宋体" panose="02010600030101010101" pitchFamily="2" charset="-122"/>
                  <a:ea typeface="宋体" panose="02010600030101010101" pitchFamily="2" charset="-122"/>
                </a:rPr>
                <a:t>…</a:t>
              </a:r>
              <a:endParaRPr lang="zh-CN" altLang="en-US" sz="2400" b="1" dirty="0">
                <a:solidFill>
                  <a:schemeClr val="tx1"/>
                </a:solidFill>
                <a:latin typeface="宋体" panose="02010600030101010101" pitchFamily="2" charset="-122"/>
                <a:ea typeface="宋体" panose="02010600030101010101" pitchFamily="2" charset="-122"/>
              </a:endParaRPr>
            </a:p>
          </p:txBody>
        </p:sp>
        <p:sp>
          <p:nvSpPr>
            <p:cNvPr id="34" name="矩形 33">
              <a:extLst>
                <a:ext uri="{FF2B5EF4-FFF2-40B4-BE49-F238E27FC236}">
                  <a16:creationId xmlns:a16="http://schemas.microsoft.com/office/drawing/2014/main" id="{5047EBF2-1FFD-4095-8A15-85B47E4C10AA}"/>
                </a:ext>
              </a:extLst>
            </p:cNvPr>
            <p:cNvSpPr/>
            <p:nvPr/>
          </p:nvSpPr>
          <p:spPr>
            <a:xfrm>
              <a:off x="1774609" y="4845734"/>
              <a:ext cx="1270249" cy="499960"/>
            </a:xfrm>
            <a:prstGeom prst="rect">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CN" sz="2400" b="1" dirty="0">
                  <a:solidFill>
                    <a:schemeClr val="tx1"/>
                  </a:solidFill>
                  <a:latin typeface="宋体" panose="02010600030101010101" pitchFamily="2" charset="-122"/>
                  <a:ea typeface="宋体" panose="02010600030101010101" pitchFamily="2" charset="-122"/>
                </a:rPr>
                <a:t>…</a:t>
              </a:r>
              <a:endParaRPr lang="zh-CN" altLang="en-US" sz="2400" b="1" dirty="0">
                <a:solidFill>
                  <a:schemeClr val="tx1"/>
                </a:solidFill>
                <a:latin typeface="宋体" panose="02010600030101010101" pitchFamily="2" charset="-122"/>
                <a:ea typeface="宋体" panose="02010600030101010101" pitchFamily="2" charset="-122"/>
              </a:endParaRPr>
            </a:p>
          </p:txBody>
        </p:sp>
        <p:sp>
          <p:nvSpPr>
            <p:cNvPr id="36" name="矩形 35">
              <a:extLst>
                <a:ext uri="{FF2B5EF4-FFF2-40B4-BE49-F238E27FC236}">
                  <a16:creationId xmlns:a16="http://schemas.microsoft.com/office/drawing/2014/main" id="{021D0BF5-DC6B-4C0D-9A03-03FA83433B5B}"/>
                </a:ext>
              </a:extLst>
            </p:cNvPr>
            <p:cNvSpPr/>
            <p:nvPr/>
          </p:nvSpPr>
          <p:spPr>
            <a:xfrm>
              <a:off x="3908854" y="4845734"/>
              <a:ext cx="6759387" cy="499960"/>
            </a:xfrm>
            <a:prstGeom prst="rect">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CN" sz="2400" b="1" dirty="0">
                  <a:solidFill>
                    <a:schemeClr val="tx1"/>
                  </a:solidFill>
                  <a:latin typeface="宋体" panose="02010600030101010101" pitchFamily="2" charset="-122"/>
                  <a:ea typeface="宋体" panose="02010600030101010101" pitchFamily="2" charset="-122"/>
                </a:rPr>
                <a:t>…</a:t>
              </a:r>
              <a:endParaRPr lang="zh-CN" altLang="en-US" sz="2400" b="1" dirty="0">
                <a:solidFill>
                  <a:schemeClr val="tx1"/>
                </a:solidFill>
                <a:latin typeface="宋体" panose="02010600030101010101" pitchFamily="2" charset="-122"/>
                <a:ea typeface="宋体" panose="02010600030101010101" pitchFamily="2" charset="-122"/>
              </a:endParaRPr>
            </a:p>
          </p:txBody>
        </p:sp>
        <p:sp>
          <p:nvSpPr>
            <p:cNvPr id="38" name="矩形 37">
              <a:extLst>
                <a:ext uri="{FF2B5EF4-FFF2-40B4-BE49-F238E27FC236}">
                  <a16:creationId xmlns:a16="http://schemas.microsoft.com/office/drawing/2014/main" id="{57974A12-2006-42EB-BB5E-79E5069B9AF4}"/>
                </a:ext>
              </a:extLst>
            </p:cNvPr>
            <p:cNvSpPr/>
            <p:nvPr/>
          </p:nvSpPr>
          <p:spPr>
            <a:xfrm>
              <a:off x="10668244" y="4845734"/>
              <a:ext cx="1019387" cy="499960"/>
            </a:xfrm>
            <a:prstGeom prst="rect">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CN" sz="2400" b="1" dirty="0">
                  <a:solidFill>
                    <a:schemeClr val="tx1"/>
                  </a:solidFill>
                  <a:latin typeface="宋体" panose="02010600030101010101" pitchFamily="2" charset="-122"/>
                  <a:ea typeface="宋体" panose="02010600030101010101" pitchFamily="2" charset="-122"/>
                </a:rPr>
                <a:t>…</a:t>
              </a:r>
              <a:endParaRPr lang="zh-CN" altLang="en-US" sz="2400" b="1" dirty="0">
                <a:solidFill>
                  <a:schemeClr val="tx1"/>
                </a:solidFill>
                <a:latin typeface="宋体" panose="02010600030101010101" pitchFamily="2" charset="-122"/>
                <a:ea typeface="宋体" panose="02010600030101010101" pitchFamily="2" charset="-122"/>
              </a:endParaRPr>
            </a:p>
          </p:txBody>
        </p:sp>
      </p:grpSp>
      <p:sp>
        <p:nvSpPr>
          <p:cNvPr id="39" name="文本框 38">
            <a:extLst>
              <a:ext uri="{FF2B5EF4-FFF2-40B4-BE49-F238E27FC236}">
                <a16:creationId xmlns:a16="http://schemas.microsoft.com/office/drawing/2014/main" id="{BB41A082-0742-4164-8174-0EF2BB995C84}"/>
              </a:ext>
            </a:extLst>
          </p:cNvPr>
          <p:cNvSpPr txBox="1"/>
          <p:nvPr/>
        </p:nvSpPr>
        <p:spPr>
          <a:xfrm>
            <a:off x="5660690" y="4911048"/>
            <a:ext cx="3255717" cy="369332"/>
          </a:xfrm>
          <a:prstGeom prst="rect">
            <a:avLst/>
          </a:prstGeom>
          <a:solidFill>
            <a:schemeClr val="bg1"/>
          </a:solidFill>
        </p:spPr>
        <p:txBody>
          <a:bodyPr wrap="square">
            <a:spAutoFit/>
          </a:bodyPr>
          <a:lstStyle/>
          <a:p>
            <a:pPr algn="ctr"/>
            <a:r>
              <a:rPr lang="en-US" altLang="zh-CN" b="1" dirty="0">
                <a:highlight>
                  <a:srgbClr val="F4B919"/>
                </a:highlight>
              </a:rPr>
              <a:t>TCP/IP</a:t>
            </a:r>
            <a:r>
              <a:rPr lang="zh-CN" altLang="en-US" b="1" dirty="0">
                <a:highlight>
                  <a:srgbClr val="F4B919"/>
                </a:highlight>
              </a:rPr>
              <a:t>网际层</a:t>
            </a:r>
            <a:r>
              <a:rPr lang="en-US" altLang="zh-CN" b="1" dirty="0">
                <a:highlight>
                  <a:srgbClr val="F4B919"/>
                </a:highlight>
              </a:rPr>
              <a:t>IP</a:t>
            </a:r>
            <a:r>
              <a:rPr lang="zh-CN" altLang="en-US" b="1" dirty="0">
                <a:highlight>
                  <a:srgbClr val="F4B919"/>
                </a:highlight>
              </a:rPr>
              <a:t>协议封装的</a:t>
            </a:r>
            <a:r>
              <a:rPr lang="en-US" altLang="zh-CN" b="1" dirty="0">
                <a:highlight>
                  <a:srgbClr val="F4B919"/>
                </a:highlight>
              </a:rPr>
              <a:t>PDU</a:t>
            </a:r>
            <a:endParaRPr lang="zh-CN" altLang="en-US" b="1" dirty="0">
              <a:highlight>
                <a:srgbClr val="F4B919"/>
              </a:highlight>
            </a:endParaRPr>
          </a:p>
        </p:txBody>
      </p:sp>
      <p:grpSp>
        <p:nvGrpSpPr>
          <p:cNvPr id="40" name="组合 39">
            <a:extLst>
              <a:ext uri="{FF2B5EF4-FFF2-40B4-BE49-F238E27FC236}">
                <a16:creationId xmlns:a16="http://schemas.microsoft.com/office/drawing/2014/main" id="{62F7A646-02BC-4679-82F6-B3216310BE96}"/>
              </a:ext>
            </a:extLst>
          </p:cNvPr>
          <p:cNvGrpSpPr/>
          <p:nvPr/>
        </p:nvGrpSpPr>
        <p:grpSpPr>
          <a:xfrm>
            <a:off x="504365" y="5694623"/>
            <a:ext cx="11183270" cy="499960"/>
            <a:chOff x="504361" y="4845734"/>
            <a:chExt cx="11183270" cy="499960"/>
          </a:xfrm>
        </p:grpSpPr>
        <p:sp>
          <p:nvSpPr>
            <p:cNvPr id="41" name="矩形 40">
              <a:extLst>
                <a:ext uri="{FF2B5EF4-FFF2-40B4-BE49-F238E27FC236}">
                  <a16:creationId xmlns:a16="http://schemas.microsoft.com/office/drawing/2014/main" id="{01EE8927-B581-443A-ACAC-9A4A32D34CE1}"/>
                </a:ext>
              </a:extLst>
            </p:cNvPr>
            <p:cNvSpPr/>
            <p:nvPr/>
          </p:nvSpPr>
          <p:spPr>
            <a:xfrm>
              <a:off x="3044857" y="4845734"/>
              <a:ext cx="864000" cy="499960"/>
            </a:xfrm>
            <a:prstGeom prst="rect">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CN" b="1" dirty="0">
                  <a:solidFill>
                    <a:schemeClr val="tx1"/>
                  </a:solidFill>
                </a:rPr>
                <a:t>0x8137</a:t>
              </a:r>
              <a:endParaRPr lang="zh-CN" altLang="en-US" b="1" dirty="0">
                <a:solidFill>
                  <a:schemeClr val="tx1"/>
                </a:solidFill>
              </a:endParaRPr>
            </a:p>
          </p:txBody>
        </p:sp>
        <p:sp>
          <p:nvSpPr>
            <p:cNvPr id="42" name="矩形 41">
              <a:extLst>
                <a:ext uri="{FF2B5EF4-FFF2-40B4-BE49-F238E27FC236}">
                  <a16:creationId xmlns:a16="http://schemas.microsoft.com/office/drawing/2014/main" id="{58384935-9C9B-40B7-A33F-30055B787FF0}"/>
                </a:ext>
              </a:extLst>
            </p:cNvPr>
            <p:cNvSpPr/>
            <p:nvPr/>
          </p:nvSpPr>
          <p:spPr>
            <a:xfrm>
              <a:off x="504361" y="4845734"/>
              <a:ext cx="1270249" cy="499960"/>
            </a:xfrm>
            <a:prstGeom prst="rect">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CN" sz="2400" b="1" dirty="0">
                  <a:solidFill>
                    <a:schemeClr val="tx1"/>
                  </a:solidFill>
                  <a:latin typeface="宋体" panose="02010600030101010101" pitchFamily="2" charset="-122"/>
                  <a:ea typeface="宋体" panose="02010600030101010101" pitchFamily="2" charset="-122"/>
                </a:rPr>
                <a:t>…</a:t>
              </a:r>
              <a:endParaRPr lang="zh-CN" altLang="en-US" sz="2400" b="1" dirty="0">
                <a:solidFill>
                  <a:schemeClr val="tx1"/>
                </a:solidFill>
                <a:latin typeface="宋体" panose="02010600030101010101" pitchFamily="2" charset="-122"/>
                <a:ea typeface="宋体" panose="02010600030101010101" pitchFamily="2" charset="-122"/>
              </a:endParaRPr>
            </a:p>
          </p:txBody>
        </p:sp>
        <p:sp>
          <p:nvSpPr>
            <p:cNvPr id="43" name="矩形 42">
              <a:extLst>
                <a:ext uri="{FF2B5EF4-FFF2-40B4-BE49-F238E27FC236}">
                  <a16:creationId xmlns:a16="http://schemas.microsoft.com/office/drawing/2014/main" id="{3C66E082-FB8B-468E-A192-3B1FB979A956}"/>
                </a:ext>
              </a:extLst>
            </p:cNvPr>
            <p:cNvSpPr/>
            <p:nvPr/>
          </p:nvSpPr>
          <p:spPr>
            <a:xfrm>
              <a:off x="1774609" y="4845734"/>
              <a:ext cx="1270249" cy="499960"/>
            </a:xfrm>
            <a:prstGeom prst="rect">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CN" sz="2400" b="1" dirty="0">
                  <a:solidFill>
                    <a:schemeClr val="tx1"/>
                  </a:solidFill>
                  <a:latin typeface="宋体" panose="02010600030101010101" pitchFamily="2" charset="-122"/>
                  <a:ea typeface="宋体" panose="02010600030101010101" pitchFamily="2" charset="-122"/>
                </a:rPr>
                <a:t>…</a:t>
              </a:r>
              <a:endParaRPr lang="zh-CN" altLang="en-US" sz="2400" b="1" dirty="0">
                <a:solidFill>
                  <a:schemeClr val="tx1"/>
                </a:solidFill>
                <a:latin typeface="宋体" panose="02010600030101010101" pitchFamily="2" charset="-122"/>
                <a:ea typeface="宋体" panose="02010600030101010101" pitchFamily="2" charset="-122"/>
              </a:endParaRPr>
            </a:p>
          </p:txBody>
        </p:sp>
        <p:sp>
          <p:nvSpPr>
            <p:cNvPr id="44" name="矩形 43">
              <a:extLst>
                <a:ext uri="{FF2B5EF4-FFF2-40B4-BE49-F238E27FC236}">
                  <a16:creationId xmlns:a16="http://schemas.microsoft.com/office/drawing/2014/main" id="{D049AD64-51C8-498C-8FAA-755155E26FF7}"/>
                </a:ext>
              </a:extLst>
            </p:cNvPr>
            <p:cNvSpPr/>
            <p:nvPr/>
          </p:nvSpPr>
          <p:spPr>
            <a:xfrm>
              <a:off x="3908854" y="4845734"/>
              <a:ext cx="6759387" cy="499960"/>
            </a:xfrm>
            <a:prstGeom prst="rect">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CN" sz="2400" b="1" dirty="0">
                  <a:solidFill>
                    <a:schemeClr val="tx1"/>
                  </a:solidFill>
                  <a:latin typeface="宋体" panose="02010600030101010101" pitchFamily="2" charset="-122"/>
                  <a:ea typeface="宋体" panose="02010600030101010101" pitchFamily="2" charset="-122"/>
                </a:rPr>
                <a:t>…</a:t>
              </a:r>
              <a:endParaRPr lang="zh-CN" altLang="en-US" sz="2400" b="1" dirty="0">
                <a:solidFill>
                  <a:schemeClr val="tx1"/>
                </a:solidFill>
                <a:latin typeface="宋体" panose="02010600030101010101" pitchFamily="2" charset="-122"/>
                <a:ea typeface="宋体" panose="02010600030101010101" pitchFamily="2" charset="-122"/>
              </a:endParaRPr>
            </a:p>
          </p:txBody>
        </p:sp>
        <p:sp>
          <p:nvSpPr>
            <p:cNvPr id="45" name="矩形 44">
              <a:extLst>
                <a:ext uri="{FF2B5EF4-FFF2-40B4-BE49-F238E27FC236}">
                  <a16:creationId xmlns:a16="http://schemas.microsoft.com/office/drawing/2014/main" id="{07EC6C54-350D-494F-B30E-1B3DF245C087}"/>
                </a:ext>
              </a:extLst>
            </p:cNvPr>
            <p:cNvSpPr/>
            <p:nvPr/>
          </p:nvSpPr>
          <p:spPr>
            <a:xfrm>
              <a:off x="10668244" y="4845734"/>
              <a:ext cx="1019387" cy="499960"/>
            </a:xfrm>
            <a:prstGeom prst="rect">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CN" sz="2400" b="1" dirty="0">
                  <a:solidFill>
                    <a:schemeClr val="tx1"/>
                  </a:solidFill>
                  <a:latin typeface="宋体" panose="02010600030101010101" pitchFamily="2" charset="-122"/>
                  <a:ea typeface="宋体" panose="02010600030101010101" pitchFamily="2" charset="-122"/>
                </a:rPr>
                <a:t>…</a:t>
              </a:r>
              <a:endParaRPr lang="zh-CN" altLang="en-US" sz="2400" b="1" dirty="0">
                <a:solidFill>
                  <a:schemeClr val="tx1"/>
                </a:solidFill>
                <a:latin typeface="宋体" panose="02010600030101010101" pitchFamily="2" charset="-122"/>
                <a:ea typeface="宋体" panose="02010600030101010101" pitchFamily="2" charset="-122"/>
              </a:endParaRPr>
            </a:p>
          </p:txBody>
        </p:sp>
      </p:grpSp>
      <p:sp>
        <p:nvSpPr>
          <p:cNvPr id="46" name="文本框 45">
            <a:extLst>
              <a:ext uri="{FF2B5EF4-FFF2-40B4-BE49-F238E27FC236}">
                <a16:creationId xmlns:a16="http://schemas.microsoft.com/office/drawing/2014/main" id="{105ADC2B-7306-4033-B642-BBEEC86F4345}"/>
              </a:ext>
            </a:extLst>
          </p:cNvPr>
          <p:cNvSpPr txBox="1"/>
          <p:nvPr/>
        </p:nvSpPr>
        <p:spPr>
          <a:xfrm>
            <a:off x="5479786" y="5759937"/>
            <a:ext cx="3617533" cy="369332"/>
          </a:xfrm>
          <a:prstGeom prst="rect">
            <a:avLst/>
          </a:prstGeom>
          <a:solidFill>
            <a:schemeClr val="bg1"/>
          </a:solidFill>
        </p:spPr>
        <p:txBody>
          <a:bodyPr wrap="square">
            <a:spAutoFit/>
          </a:bodyPr>
          <a:lstStyle/>
          <a:p>
            <a:pPr algn="ctr"/>
            <a:r>
              <a:rPr lang="zh-CN" altLang="en-US" b="1" dirty="0">
                <a:highlight>
                  <a:srgbClr val="5BD5F9"/>
                </a:highlight>
              </a:rPr>
              <a:t>由</a:t>
            </a:r>
            <a:r>
              <a:rPr lang="en-US" altLang="zh-CN" b="1" dirty="0">
                <a:highlight>
                  <a:srgbClr val="5BD5F9"/>
                </a:highlight>
              </a:rPr>
              <a:t>Novell</a:t>
            </a:r>
            <a:r>
              <a:rPr lang="zh-CN" altLang="en-US" b="1" dirty="0">
                <a:highlight>
                  <a:srgbClr val="5BD5F9"/>
                </a:highlight>
              </a:rPr>
              <a:t>网络层</a:t>
            </a:r>
            <a:r>
              <a:rPr lang="en-US" altLang="zh-CN" b="1" dirty="0">
                <a:highlight>
                  <a:srgbClr val="5BD5F9"/>
                </a:highlight>
              </a:rPr>
              <a:t>IPX</a:t>
            </a:r>
            <a:r>
              <a:rPr lang="zh-CN" altLang="en-US" b="1" dirty="0">
                <a:highlight>
                  <a:srgbClr val="5BD5F9"/>
                </a:highlight>
              </a:rPr>
              <a:t>协议封装的</a:t>
            </a:r>
            <a:r>
              <a:rPr lang="en-US" altLang="zh-CN" b="1" dirty="0">
                <a:highlight>
                  <a:srgbClr val="5BD5F9"/>
                </a:highlight>
              </a:rPr>
              <a:t>PDU</a:t>
            </a:r>
            <a:endParaRPr lang="zh-CN" altLang="en-US" b="1" dirty="0">
              <a:highlight>
                <a:srgbClr val="5BD5F9"/>
              </a:highlight>
            </a:endParaRPr>
          </a:p>
        </p:txBody>
      </p:sp>
    </p:spTree>
    <p:custDataLst>
      <p:tags r:id="rId1"/>
    </p:custDataLst>
    <p:extLst>
      <p:ext uri="{BB962C8B-B14F-4D97-AF65-F5344CB8AC3E}">
        <p14:creationId xmlns:p14="http://schemas.microsoft.com/office/powerpoint/2010/main" val="4039345099"/>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47" presetClass="entr" presetSubtype="0" fill="hold" nodeType="withEffect">
                                  <p:stCondLst>
                                    <p:cond delay="0"/>
                                  </p:stCondLst>
                                  <p:childTnLst>
                                    <p:set>
                                      <p:cBhvr>
                                        <p:cTn id="6" dur="1" fill="hold">
                                          <p:stCondLst>
                                            <p:cond delay="0"/>
                                          </p:stCondLst>
                                        </p:cTn>
                                        <p:tgtEl>
                                          <p:spTgt spid="5"/>
                                        </p:tgtEl>
                                        <p:attrNameLst>
                                          <p:attrName>style.visibility</p:attrName>
                                        </p:attrNameLst>
                                      </p:cBhvr>
                                      <p:to>
                                        <p:strVal val="visible"/>
                                      </p:to>
                                    </p:set>
                                    <p:animEffect transition="in" filter="fade">
                                      <p:cBhvr>
                                        <p:cTn id="7" dur="1000"/>
                                        <p:tgtEl>
                                          <p:spTgt spid="5"/>
                                        </p:tgtEl>
                                      </p:cBhvr>
                                    </p:animEffect>
                                    <p:anim calcmode="lin" valueType="num">
                                      <p:cBhvr>
                                        <p:cTn id="8" dur="1000" fill="hold"/>
                                        <p:tgtEl>
                                          <p:spTgt spid="5"/>
                                        </p:tgtEl>
                                        <p:attrNameLst>
                                          <p:attrName>ppt_x</p:attrName>
                                        </p:attrNameLst>
                                      </p:cBhvr>
                                      <p:tavLst>
                                        <p:tav tm="0">
                                          <p:val>
                                            <p:strVal val="#ppt_x"/>
                                          </p:val>
                                        </p:tav>
                                        <p:tav tm="100000">
                                          <p:val>
                                            <p:strVal val="#ppt_x"/>
                                          </p:val>
                                        </p:tav>
                                      </p:tavLst>
                                    </p:anim>
                                    <p:anim calcmode="lin" valueType="num">
                                      <p:cBhvr>
                                        <p:cTn id="9" dur="1000" fill="hold"/>
                                        <p:tgtEl>
                                          <p:spTgt spid="5"/>
                                        </p:tgtEl>
                                        <p:attrNameLst>
                                          <p:attrName>ppt_y</p:attrName>
                                        </p:attrNameLst>
                                      </p:cBhvr>
                                      <p:tavLst>
                                        <p:tav tm="0">
                                          <p:val>
                                            <p:strVal val="#ppt_y-.1"/>
                                          </p:val>
                                        </p:tav>
                                        <p:tav tm="100000">
                                          <p:val>
                                            <p:strVal val="#ppt_y"/>
                                          </p:val>
                                        </p:tav>
                                      </p:tavLst>
                                    </p:anim>
                                  </p:childTnLst>
                                </p:cTn>
                              </p:par>
                            </p:childTnLst>
                          </p:cTn>
                        </p:par>
                      </p:childTnLst>
                    </p:cTn>
                  </p:par>
                  <p:par>
                    <p:cTn id="10" fill="hold">
                      <p:stCondLst>
                        <p:cond delay="indefinite"/>
                      </p:stCondLst>
                      <p:childTnLst>
                        <p:par>
                          <p:cTn id="11" fill="hold">
                            <p:stCondLst>
                              <p:cond delay="0"/>
                            </p:stCondLst>
                            <p:childTnLst>
                              <p:par>
                                <p:cTn id="12" presetID="53" presetClass="entr" presetSubtype="16" fill="hold" grpId="0" nodeType="clickEffect">
                                  <p:stCondLst>
                                    <p:cond delay="0"/>
                                  </p:stCondLst>
                                  <p:childTnLst>
                                    <p:set>
                                      <p:cBhvr>
                                        <p:cTn id="13" dur="1" fill="hold">
                                          <p:stCondLst>
                                            <p:cond delay="0"/>
                                          </p:stCondLst>
                                        </p:cTn>
                                        <p:tgtEl>
                                          <p:spTgt spid="39"/>
                                        </p:tgtEl>
                                        <p:attrNameLst>
                                          <p:attrName>style.visibility</p:attrName>
                                        </p:attrNameLst>
                                      </p:cBhvr>
                                      <p:to>
                                        <p:strVal val="visible"/>
                                      </p:to>
                                    </p:set>
                                    <p:anim calcmode="lin" valueType="num">
                                      <p:cBhvr>
                                        <p:cTn id="14" dur="500" fill="hold"/>
                                        <p:tgtEl>
                                          <p:spTgt spid="39"/>
                                        </p:tgtEl>
                                        <p:attrNameLst>
                                          <p:attrName>ppt_w</p:attrName>
                                        </p:attrNameLst>
                                      </p:cBhvr>
                                      <p:tavLst>
                                        <p:tav tm="0">
                                          <p:val>
                                            <p:fltVal val="0"/>
                                          </p:val>
                                        </p:tav>
                                        <p:tav tm="100000">
                                          <p:val>
                                            <p:strVal val="#ppt_w"/>
                                          </p:val>
                                        </p:tav>
                                      </p:tavLst>
                                    </p:anim>
                                    <p:anim calcmode="lin" valueType="num">
                                      <p:cBhvr>
                                        <p:cTn id="15" dur="500" fill="hold"/>
                                        <p:tgtEl>
                                          <p:spTgt spid="39"/>
                                        </p:tgtEl>
                                        <p:attrNameLst>
                                          <p:attrName>ppt_h</p:attrName>
                                        </p:attrNameLst>
                                      </p:cBhvr>
                                      <p:tavLst>
                                        <p:tav tm="0">
                                          <p:val>
                                            <p:fltVal val="0"/>
                                          </p:val>
                                        </p:tav>
                                        <p:tav tm="100000">
                                          <p:val>
                                            <p:strVal val="#ppt_h"/>
                                          </p:val>
                                        </p:tav>
                                      </p:tavLst>
                                    </p:anim>
                                    <p:animEffect transition="in" filter="fade">
                                      <p:cBhvr>
                                        <p:cTn id="16" dur="500"/>
                                        <p:tgtEl>
                                          <p:spTgt spid="39"/>
                                        </p:tgtEl>
                                      </p:cBhvr>
                                    </p:animEffect>
                                  </p:childTnLst>
                                </p:cTn>
                              </p:par>
                            </p:childTnLst>
                          </p:cTn>
                        </p:par>
                      </p:childTnLst>
                    </p:cTn>
                  </p:par>
                  <p:par>
                    <p:cTn id="17" fill="hold">
                      <p:stCondLst>
                        <p:cond delay="indefinite"/>
                      </p:stCondLst>
                      <p:childTnLst>
                        <p:par>
                          <p:cTn id="18" fill="hold">
                            <p:stCondLst>
                              <p:cond delay="0"/>
                            </p:stCondLst>
                            <p:childTnLst>
                              <p:par>
                                <p:cTn id="19" presetID="47" presetClass="entr" presetSubtype="0" fill="hold" nodeType="clickEffect">
                                  <p:stCondLst>
                                    <p:cond delay="0"/>
                                  </p:stCondLst>
                                  <p:childTnLst>
                                    <p:set>
                                      <p:cBhvr>
                                        <p:cTn id="20" dur="1" fill="hold">
                                          <p:stCondLst>
                                            <p:cond delay="0"/>
                                          </p:stCondLst>
                                        </p:cTn>
                                        <p:tgtEl>
                                          <p:spTgt spid="40"/>
                                        </p:tgtEl>
                                        <p:attrNameLst>
                                          <p:attrName>style.visibility</p:attrName>
                                        </p:attrNameLst>
                                      </p:cBhvr>
                                      <p:to>
                                        <p:strVal val="visible"/>
                                      </p:to>
                                    </p:set>
                                    <p:animEffect transition="in" filter="fade">
                                      <p:cBhvr>
                                        <p:cTn id="21" dur="1000"/>
                                        <p:tgtEl>
                                          <p:spTgt spid="40"/>
                                        </p:tgtEl>
                                      </p:cBhvr>
                                    </p:animEffect>
                                    <p:anim calcmode="lin" valueType="num">
                                      <p:cBhvr>
                                        <p:cTn id="22" dur="1000" fill="hold"/>
                                        <p:tgtEl>
                                          <p:spTgt spid="40"/>
                                        </p:tgtEl>
                                        <p:attrNameLst>
                                          <p:attrName>ppt_x</p:attrName>
                                        </p:attrNameLst>
                                      </p:cBhvr>
                                      <p:tavLst>
                                        <p:tav tm="0">
                                          <p:val>
                                            <p:strVal val="#ppt_x"/>
                                          </p:val>
                                        </p:tav>
                                        <p:tav tm="100000">
                                          <p:val>
                                            <p:strVal val="#ppt_x"/>
                                          </p:val>
                                        </p:tav>
                                      </p:tavLst>
                                    </p:anim>
                                    <p:anim calcmode="lin" valueType="num">
                                      <p:cBhvr>
                                        <p:cTn id="23" dur="1000" fill="hold"/>
                                        <p:tgtEl>
                                          <p:spTgt spid="40"/>
                                        </p:tgtEl>
                                        <p:attrNameLst>
                                          <p:attrName>ppt_y</p:attrName>
                                        </p:attrNameLst>
                                      </p:cBhvr>
                                      <p:tavLst>
                                        <p:tav tm="0">
                                          <p:val>
                                            <p:strVal val="#ppt_y-.1"/>
                                          </p:val>
                                        </p:tav>
                                        <p:tav tm="100000">
                                          <p:val>
                                            <p:strVal val="#ppt_y"/>
                                          </p:val>
                                        </p:tav>
                                      </p:tavLst>
                                    </p:anim>
                                  </p:childTnLst>
                                </p:cTn>
                              </p:par>
                            </p:childTnLst>
                          </p:cTn>
                        </p:par>
                      </p:childTnLst>
                    </p:cTn>
                  </p:par>
                  <p:par>
                    <p:cTn id="24" fill="hold">
                      <p:stCondLst>
                        <p:cond delay="indefinite"/>
                      </p:stCondLst>
                      <p:childTnLst>
                        <p:par>
                          <p:cTn id="25" fill="hold">
                            <p:stCondLst>
                              <p:cond delay="0"/>
                            </p:stCondLst>
                            <p:childTnLst>
                              <p:par>
                                <p:cTn id="26" presetID="53" presetClass="entr" presetSubtype="16" fill="hold" grpId="0" nodeType="clickEffect">
                                  <p:stCondLst>
                                    <p:cond delay="0"/>
                                  </p:stCondLst>
                                  <p:childTnLst>
                                    <p:set>
                                      <p:cBhvr>
                                        <p:cTn id="27" dur="1" fill="hold">
                                          <p:stCondLst>
                                            <p:cond delay="0"/>
                                          </p:stCondLst>
                                        </p:cTn>
                                        <p:tgtEl>
                                          <p:spTgt spid="46"/>
                                        </p:tgtEl>
                                        <p:attrNameLst>
                                          <p:attrName>style.visibility</p:attrName>
                                        </p:attrNameLst>
                                      </p:cBhvr>
                                      <p:to>
                                        <p:strVal val="visible"/>
                                      </p:to>
                                    </p:set>
                                    <p:anim calcmode="lin" valueType="num">
                                      <p:cBhvr>
                                        <p:cTn id="28" dur="500" fill="hold"/>
                                        <p:tgtEl>
                                          <p:spTgt spid="46"/>
                                        </p:tgtEl>
                                        <p:attrNameLst>
                                          <p:attrName>ppt_w</p:attrName>
                                        </p:attrNameLst>
                                      </p:cBhvr>
                                      <p:tavLst>
                                        <p:tav tm="0">
                                          <p:val>
                                            <p:fltVal val="0"/>
                                          </p:val>
                                        </p:tav>
                                        <p:tav tm="100000">
                                          <p:val>
                                            <p:strVal val="#ppt_w"/>
                                          </p:val>
                                        </p:tav>
                                      </p:tavLst>
                                    </p:anim>
                                    <p:anim calcmode="lin" valueType="num">
                                      <p:cBhvr>
                                        <p:cTn id="29" dur="500" fill="hold"/>
                                        <p:tgtEl>
                                          <p:spTgt spid="46"/>
                                        </p:tgtEl>
                                        <p:attrNameLst>
                                          <p:attrName>ppt_h</p:attrName>
                                        </p:attrNameLst>
                                      </p:cBhvr>
                                      <p:tavLst>
                                        <p:tav tm="0">
                                          <p:val>
                                            <p:fltVal val="0"/>
                                          </p:val>
                                        </p:tav>
                                        <p:tav tm="100000">
                                          <p:val>
                                            <p:strVal val="#ppt_h"/>
                                          </p:val>
                                        </p:tav>
                                      </p:tavLst>
                                    </p:anim>
                                    <p:animEffect transition="in" filter="fade">
                                      <p:cBhvr>
                                        <p:cTn id="30" dur="500"/>
                                        <p:tgtEl>
                                          <p:spTgt spid="46"/>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9" grpId="0" animBg="1"/>
      <p:bldP spid="46" grpId="0" animBg="1"/>
    </p:bldLst>
  </p:timing>
</p:sld>
</file>

<file path=ppt/slides/slide45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4" name="组合 3">
            <a:extLst>
              <a:ext uri="{FF2B5EF4-FFF2-40B4-BE49-F238E27FC236}">
                <a16:creationId xmlns:a16="http://schemas.microsoft.com/office/drawing/2014/main" id="{9A1EA9F2-FCB6-48C3-935F-7AE7E3AD14AC}"/>
              </a:ext>
            </a:extLst>
          </p:cNvPr>
          <p:cNvGrpSpPr/>
          <p:nvPr/>
        </p:nvGrpSpPr>
        <p:grpSpPr>
          <a:xfrm>
            <a:off x="304800" y="749300"/>
            <a:ext cx="4938199" cy="400110"/>
            <a:chOff x="424117" y="898245"/>
            <a:chExt cx="4938199" cy="400110"/>
          </a:xfrm>
        </p:grpSpPr>
        <p:sp>
          <p:nvSpPr>
            <p:cNvPr id="2" name="平行四边形 1">
              <a:extLst>
                <a:ext uri="{FF2B5EF4-FFF2-40B4-BE49-F238E27FC236}">
                  <a16:creationId xmlns:a16="http://schemas.microsoft.com/office/drawing/2014/main" id="{1F5BAA3F-9845-4F89-A2DD-8222D3E4EDAC}"/>
                </a:ext>
              </a:extLst>
            </p:cNvPr>
            <p:cNvSpPr/>
            <p:nvPr/>
          </p:nvSpPr>
          <p:spPr>
            <a:xfrm>
              <a:off x="424117" y="898245"/>
              <a:ext cx="628306" cy="387090"/>
            </a:xfrm>
            <a:prstGeom prst="parallelogram">
              <a:avLst/>
            </a:prstGeom>
            <a:solidFill>
              <a:schemeClr val="accent3">
                <a:lumMod val="75000"/>
              </a:schemeClr>
            </a:solidFill>
            <a:ln>
              <a:solidFill>
                <a:schemeClr val="accent3">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CN" sz="2200" dirty="0">
                  <a:latin typeface="Impact" panose="020B0806030902050204" pitchFamily="34" charset="0"/>
                </a:rPr>
                <a:t>01</a:t>
              </a:r>
              <a:endParaRPr lang="zh-CN" altLang="en-US" sz="2200" dirty="0">
                <a:latin typeface="Impact" panose="020B0806030902050204" pitchFamily="34" charset="0"/>
              </a:endParaRPr>
            </a:p>
          </p:txBody>
        </p:sp>
        <p:sp>
          <p:nvSpPr>
            <p:cNvPr id="3" name="文本框 2">
              <a:extLst>
                <a:ext uri="{FF2B5EF4-FFF2-40B4-BE49-F238E27FC236}">
                  <a16:creationId xmlns:a16="http://schemas.microsoft.com/office/drawing/2014/main" id="{4D6BD736-A4D3-4F26-AFED-36E11F50F70B}"/>
                </a:ext>
              </a:extLst>
            </p:cNvPr>
            <p:cNvSpPr txBox="1"/>
            <p:nvPr/>
          </p:nvSpPr>
          <p:spPr>
            <a:xfrm>
              <a:off x="1052423" y="898245"/>
              <a:ext cx="4309893" cy="400110"/>
            </a:xfrm>
            <a:prstGeom prst="rect">
              <a:avLst/>
            </a:prstGeom>
            <a:noFill/>
          </p:spPr>
          <p:txBody>
            <a:bodyPr wrap="square" rtlCol="0">
              <a:spAutoFit/>
            </a:bodyPr>
            <a:lstStyle/>
            <a:p>
              <a:r>
                <a:rPr lang="zh-CN" altLang="en-US" sz="2000" b="1" dirty="0">
                  <a:solidFill>
                    <a:schemeClr val="tx1"/>
                  </a:solidFill>
                  <a:latin typeface="Arial Narrow" panose="020B0606020202030204" pitchFamily="34" charset="0"/>
                </a:rPr>
                <a:t>以太网的</a:t>
              </a:r>
              <a:r>
                <a:rPr lang="en-US" altLang="zh-CN" sz="2000" b="1" dirty="0">
                  <a:solidFill>
                    <a:schemeClr val="tx1"/>
                  </a:solidFill>
                  <a:latin typeface="Arial Narrow" panose="020B0606020202030204" pitchFamily="34" charset="0"/>
                </a:rPr>
                <a:t>MAC</a:t>
              </a:r>
              <a:r>
                <a:rPr lang="zh-CN" altLang="en-US" sz="2000" b="1" dirty="0">
                  <a:solidFill>
                    <a:schemeClr val="tx1"/>
                  </a:solidFill>
                  <a:latin typeface="Arial Narrow" panose="020B0606020202030204" pitchFamily="34" charset="0"/>
                </a:rPr>
                <a:t>帧格式</a:t>
              </a:r>
              <a:endParaRPr lang="en-US" altLang="zh-CN" sz="2000" b="1" dirty="0">
                <a:solidFill>
                  <a:schemeClr val="tx1"/>
                </a:solidFill>
                <a:latin typeface="Arial Narrow" panose="020B0606020202030204" pitchFamily="34" charset="0"/>
              </a:endParaRPr>
            </a:p>
          </p:txBody>
        </p:sp>
      </p:grpSp>
      <p:sp>
        <p:nvSpPr>
          <p:cNvPr id="17" name="矩形 16">
            <a:extLst>
              <a:ext uri="{FF2B5EF4-FFF2-40B4-BE49-F238E27FC236}">
                <a16:creationId xmlns:a16="http://schemas.microsoft.com/office/drawing/2014/main" id="{B8373B51-E5C5-4171-B45C-1D7D0ED7A5BA}"/>
              </a:ext>
            </a:extLst>
          </p:cNvPr>
          <p:cNvSpPr/>
          <p:nvPr/>
        </p:nvSpPr>
        <p:spPr>
          <a:xfrm>
            <a:off x="3044860" y="2423780"/>
            <a:ext cx="864000" cy="499960"/>
          </a:xfrm>
          <a:prstGeom prst="rect">
            <a:avLst/>
          </a:prstGeom>
          <a:solidFill>
            <a:schemeClr val="accent4"/>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zh-CN" altLang="en-US" b="1" dirty="0">
                <a:solidFill>
                  <a:schemeClr val="bg1"/>
                </a:solidFill>
              </a:rPr>
              <a:t>类型</a:t>
            </a:r>
          </a:p>
        </p:txBody>
      </p:sp>
      <p:sp>
        <p:nvSpPr>
          <p:cNvPr id="18" name="矩形 17">
            <a:extLst>
              <a:ext uri="{FF2B5EF4-FFF2-40B4-BE49-F238E27FC236}">
                <a16:creationId xmlns:a16="http://schemas.microsoft.com/office/drawing/2014/main" id="{F6A8D432-8788-4089-A33C-BFE10820A74A}"/>
              </a:ext>
            </a:extLst>
          </p:cNvPr>
          <p:cNvSpPr/>
          <p:nvPr/>
        </p:nvSpPr>
        <p:spPr>
          <a:xfrm>
            <a:off x="3044860" y="2923740"/>
            <a:ext cx="864000" cy="499960"/>
          </a:xfrm>
          <a:prstGeom prst="rect">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CN" sz="2400" b="1" dirty="0">
                <a:solidFill>
                  <a:schemeClr val="tx1"/>
                </a:solidFill>
              </a:rPr>
              <a:t>2B</a:t>
            </a:r>
            <a:endParaRPr lang="zh-CN" altLang="en-US" sz="2400" b="1" dirty="0">
              <a:solidFill>
                <a:schemeClr val="tx1"/>
              </a:solidFill>
            </a:endParaRPr>
          </a:p>
        </p:txBody>
      </p:sp>
      <p:sp>
        <p:nvSpPr>
          <p:cNvPr id="19" name="矩形 18">
            <a:extLst>
              <a:ext uri="{FF2B5EF4-FFF2-40B4-BE49-F238E27FC236}">
                <a16:creationId xmlns:a16="http://schemas.microsoft.com/office/drawing/2014/main" id="{B3E2FC20-89F5-44AA-80BE-C3E43F92415A}"/>
              </a:ext>
            </a:extLst>
          </p:cNvPr>
          <p:cNvSpPr/>
          <p:nvPr/>
        </p:nvSpPr>
        <p:spPr>
          <a:xfrm>
            <a:off x="504365" y="2423780"/>
            <a:ext cx="1270249" cy="499960"/>
          </a:xfrm>
          <a:prstGeom prst="rect">
            <a:avLst/>
          </a:prstGeom>
          <a:solidFill>
            <a:schemeClr val="accent4"/>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zh-CN" altLang="en-US" b="1" dirty="0">
                <a:solidFill>
                  <a:schemeClr val="bg1"/>
                </a:solidFill>
              </a:rPr>
              <a:t>目的地址</a:t>
            </a:r>
          </a:p>
        </p:txBody>
      </p:sp>
      <p:sp>
        <p:nvSpPr>
          <p:cNvPr id="20" name="矩形 19">
            <a:extLst>
              <a:ext uri="{FF2B5EF4-FFF2-40B4-BE49-F238E27FC236}">
                <a16:creationId xmlns:a16="http://schemas.microsoft.com/office/drawing/2014/main" id="{A9A9BF0A-8F4F-40F5-81B1-1112B2FB48D9}"/>
              </a:ext>
            </a:extLst>
          </p:cNvPr>
          <p:cNvSpPr/>
          <p:nvPr/>
        </p:nvSpPr>
        <p:spPr>
          <a:xfrm>
            <a:off x="504364" y="2923740"/>
            <a:ext cx="1270249" cy="499960"/>
          </a:xfrm>
          <a:prstGeom prst="rect">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CN" sz="2400" b="1" dirty="0">
                <a:solidFill>
                  <a:schemeClr val="tx1"/>
                </a:solidFill>
              </a:rPr>
              <a:t>6B</a:t>
            </a:r>
            <a:endParaRPr lang="zh-CN" altLang="en-US" sz="2400" b="1" dirty="0">
              <a:solidFill>
                <a:schemeClr val="tx1"/>
              </a:solidFill>
            </a:endParaRPr>
          </a:p>
        </p:txBody>
      </p:sp>
      <p:sp>
        <p:nvSpPr>
          <p:cNvPr id="21" name="矩形 20">
            <a:extLst>
              <a:ext uri="{FF2B5EF4-FFF2-40B4-BE49-F238E27FC236}">
                <a16:creationId xmlns:a16="http://schemas.microsoft.com/office/drawing/2014/main" id="{C49E1AD9-8855-44C2-82F0-B4E295D48E61}"/>
              </a:ext>
            </a:extLst>
          </p:cNvPr>
          <p:cNvSpPr/>
          <p:nvPr/>
        </p:nvSpPr>
        <p:spPr>
          <a:xfrm>
            <a:off x="1774613" y="2423780"/>
            <a:ext cx="1270249" cy="499960"/>
          </a:xfrm>
          <a:prstGeom prst="rect">
            <a:avLst/>
          </a:prstGeom>
          <a:solidFill>
            <a:schemeClr val="accent4"/>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zh-CN" altLang="en-US" b="1" dirty="0">
                <a:solidFill>
                  <a:schemeClr val="bg1"/>
                </a:solidFill>
              </a:rPr>
              <a:t>源地址</a:t>
            </a:r>
          </a:p>
        </p:txBody>
      </p:sp>
      <p:sp>
        <p:nvSpPr>
          <p:cNvPr id="22" name="矩形 21">
            <a:extLst>
              <a:ext uri="{FF2B5EF4-FFF2-40B4-BE49-F238E27FC236}">
                <a16:creationId xmlns:a16="http://schemas.microsoft.com/office/drawing/2014/main" id="{78034EC5-4156-4A39-83CE-2A7DAEEF8B93}"/>
              </a:ext>
            </a:extLst>
          </p:cNvPr>
          <p:cNvSpPr/>
          <p:nvPr/>
        </p:nvSpPr>
        <p:spPr>
          <a:xfrm>
            <a:off x="1774612" y="2923740"/>
            <a:ext cx="1270249" cy="499960"/>
          </a:xfrm>
          <a:prstGeom prst="rect">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CN" sz="2400" b="1" dirty="0">
                <a:solidFill>
                  <a:schemeClr val="tx1"/>
                </a:solidFill>
              </a:rPr>
              <a:t>6B</a:t>
            </a:r>
            <a:endParaRPr lang="zh-CN" altLang="en-US" sz="2400" b="1" dirty="0">
              <a:solidFill>
                <a:schemeClr val="tx1"/>
              </a:solidFill>
            </a:endParaRPr>
          </a:p>
        </p:txBody>
      </p:sp>
      <p:sp>
        <p:nvSpPr>
          <p:cNvPr id="23" name="矩形 22">
            <a:extLst>
              <a:ext uri="{FF2B5EF4-FFF2-40B4-BE49-F238E27FC236}">
                <a16:creationId xmlns:a16="http://schemas.microsoft.com/office/drawing/2014/main" id="{814C1395-FA83-4680-B20E-239962D12A27}"/>
              </a:ext>
            </a:extLst>
          </p:cNvPr>
          <p:cNvSpPr/>
          <p:nvPr/>
        </p:nvSpPr>
        <p:spPr>
          <a:xfrm>
            <a:off x="3908859" y="2423780"/>
            <a:ext cx="6759387" cy="499960"/>
          </a:xfrm>
          <a:prstGeom prst="rect">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zh-CN" altLang="en-US" b="1" dirty="0">
                <a:solidFill>
                  <a:schemeClr val="accent4"/>
                </a:solidFill>
              </a:rPr>
              <a:t>数据载荷</a:t>
            </a:r>
          </a:p>
        </p:txBody>
      </p:sp>
      <p:sp>
        <p:nvSpPr>
          <p:cNvPr id="24" name="矩形 23">
            <a:extLst>
              <a:ext uri="{FF2B5EF4-FFF2-40B4-BE49-F238E27FC236}">
                <a16:creationId xmlns:a16="http://schemas.microsoft.com/office/drawing/2014/main" id="{9D3935B4-1C82-4388-9E50-ED8E3BDEDC6C}"/>
              </a:ext>
            </a:extLst>
          </p:cNvPr>
          <p:cNvSpPr/>
          <p:nvPr/>
        </p:nvSpPr>
        <p:spPr>
          <a:xfrm>
            <a:off x="3908857" y="2923740"/>
            <a:ext cx="6759387" cy="499960"/>
          </a:xfrm>
          <a:prstGeom prst="rect">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CN" sz="2400" b="1" dirty="0">
                <a:solidFill>
                  <a:schemeClr val="tx1"/>
                </a:solidFill>
              </a:rPr>
              <a:t>46B ~ 1500B</a:t>
            </a:r>
            <a:endParaRPr lang="zh-CN" altLang="en-US" sz="2400" b="1" dirty="0">
              <a:solidFill>
                <a:schemeClr val="tx1"/>
              </a:solidFill>
            </a:endParaRPr>
          </a:p>
        </p:txBody>
      </p:sp>
      <p:sp>
        <p:nvSpPr>
          <p:cNvPr id="25" name="矩形 24">
            <a:extLst>
              <a:ext uri="{FF2B5EF4-FFF2-40B4-BE49-F238E27FC236}">
                <a16:creationId xmlns:a16="http://schemas.microsoft.com/office/drawing/2014/main" id="{E69425EE-C98C-495B-8976-1ECD2111A1FE}"/>
              </a:ext>
            </a:extLst>
          </p:cNvPr>
          <p:cNvSpPr/>
          <p:nvPr/>
        </p:nvSpPr>
        <p:spPr>
          <a:xfrm>
            <a:off x="10668248" y="2423780"/>
            <a:ext cx="1019387" cy="499960"/>
          </a:xfrm>
          <a:prstGeom prst="rect">
            <a:avLst/>
          </a:prstGeom>
          <a:solidFill>
            <a:schemeClr val="accent4"/>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CN" b="1" dirty="0">
                <a:solidFill>
                  <a:schemeClr val="bg1"/>
                </a:solidFill>
              </a:rPr>
              <a:t>FCS</a:t>
            </a:r>
            <a:endParaRPr lang="zh-CN" altLang="en-US" b="1" dirty="0">
              <a:solidFill>
                <a:schemeClr val="bg1"/>
              </a:solidFill>
            </a:endParaRPr>
          </a:p>
        </p:txBody>
      </p:sp>
      <p:sp>
        <p:nvSpPr>
          <p:cNvPr id="26" name="矩形 25">
            <a:extLst>
              <a:ext uri="{FF2B5EF4-FFF2-40B4-BE49-F238E27FC236}">
                <a16:creationId xmlns:a16="http://schemas.microsoft.com/office/drawing/2014/main" id="{9DDAF941-4B49-486D-8083-895873763D75}"/>
              </a:ext>
            </a:extLst>
          </p:cNvPr>
          <p:cNvSpPr/>
          <p:nvPr/>
        </p:nvSpPr>
        <p:spPr>
          <a:xfrm>
            <a:off x="10668247" y="2923740"/>
            <a:ext cx="1019387" cy="499960"/>
          </a:xfrm>
          <a:prstGeom prst="rect">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CN" sz="2400" b="1" dirty="0">
                <a:solidFill>
                  <a:schemeClr val="tx1"/>
                </a:solidFill>
              </a:rPr>
              <a:t>4B</a:t>
            </a:r>
            <a:endParaRPr lang="zh-CN" altLang="en-US" sz="2400" b="1" dirty="0">
              <a:solidFill>
                <a:schemeClr val="tx1"/>
              </a:solidFill>
            </a:endParaRPr>
          </a:p>
        </p:txBody>
      </p:sp>
      <p:sp>
        <p:nvSpPr>
          <p:cNvPr id="27" name="矩形 26">
            <a:extLst>
              <a:ext uri="{FF2B5EF4-FFF2-40B4-BE49-F238E27FC236}">
                <a16:creationId xmlns:a16="http://schemas.microsoft.com/office/drawing/2014/main" id="{95417171-2044-4E8A-B522-54E76C17E32A}"/>
              </a:ext>
            </a:extLst>
          </p:cNvPr>
          <p:cNvSpPr/>
          <p:nvPr/>
        </p:nvSpPr>
        <p:spPr>
          <a:xfrm>
            <a:off x="504364" y="1922326"/>
            <a:ext cx="11183271" cy="499960"/>
          </a:xfrm>
          <a:prstGeom prst="rect">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zh-CN" altLang="en-US" b="1" dirty="0">
                <a:solidFill>
                  <a:schemeClr val="tx1"/>
                </a:solidFill>
              </a:rPr>
              <a:t>以太网</a:t>
            </a:r>
            <a:r>
              <a:rPr lang="en-US" altLang="zh-CN" b="1" dirty="0">
                <a:solidFill>
                  <a:schemeClr val="tx1"/>
                </a:solidFill>
              </a:rPr>
              <a:t>V2</a:t>
            </a:r>
            <a:r>
              <a:rPr lang="zh-CN" altLang="en-US" b="1" dirty="0">
                <a:solidFill>
                  <a:schemeClr val="tx1"/>
                </a:solidFill>
              </a:rPr>
              <a:t>的</a:t>
            </a:r>
            <a:r>
              <a:rPr lang="en-US" altLang="zh-CN" b="1" dirty="0">
                <a:solidFill>
                  <a:schemeClr val="tx1"/>
                </a:solidFill>
              </a:rPr>
              <a:t>MAC</a:t>
            </a:r>
            <a:r>
              <a:rPr lang="zh-CN" altLang="en-US" b="1" dirty="0">
                <a:solidFill>
                  <a:schemeClr val="tx1"/>
                </a:solidFill>
              </a:rPr>
              <a:t>帧</a:t>
            </a:r>
          </a:p>
        </p:txBody>
      </p:sp>
      <p:sp>
        <p:nvSpPr>
          <p:cNvPr id="28" name="文本框 27">
            <a:extLst>
              <a:ext uri="{FF2B5EF4-FFF2-40B4-BE49-F238E27FC236}">
                <a16:creationId xmlns:a16="http://schemas.microsoft.com/office/drawing/2014/main" id="{95793C87-F4F9-45FC-BBB3-3D63AED297F0}"/>
              </a:ext>
            </a:extLst>
          </p:cNvPr>
          <p:cNvSpPr txBox="1"/>
          <p:nvPr/>
        </p:nvSpPr>
        <p:spPr>
          <a:xfrm>
            <a:off x="4038477" y="4192552"/>
            <a:ext cx="6629767" cy="646331"/>
          </a:xfrm>
          <a:prstGeom prst="rect">
            <a:avLst/>
          </a:prstGeom>
          <a:noFill/>
        </p:spPr>
        <p:txBody>
          <a:bodyPr wrap="square">
            <a:spAutoFit/>
          </a:bodyPr>
          <a:lstStyle/>
          <a:p>
            <a:r>
              <a:rPr lang="zh-CN" altLang="en-US" b="1" dirty="0"/>
              <a:t>使用</a:t>
            </a:r>
            <a:r>
              <a:rPr lang="en-US" altLang="zh-CN" b="1" dirty="0">
                <a:solidFill>
                  <a:schemeClr val="accent1">
                    <a:lumMod val="75000"/>
                  </a:schemeClr>
                </a:solidFill>
              </a:rPr>
              <a:t>CRC</a:t>
            </a:r>
            <a:r>
              <a:rPr lang="zh-CN" altLang="en-US" b="1" dirty="0"/>
              <a:t>生成的帧检验序列</a:t>
            </a:r>
            <a:r>
              <a:rPr lang="en-US" altLang="zh-CN" b="1" dirty="0"/>
              <a:t>FCS</a:t>
            </a:r>
            <a:r>
              <a:rPr lang="zh-CN" altLang="en-US" b="1" dirty="0"/>
              <a:t>，接收方的网卡通过</a:t>
            </a:r>
            <a:r>
              <a:rPr lang="en-US" altLang="zh-CN" b="1" dirty="0"/>
              <a:t>FCS</a:t>
            </a:r>
            <a:r>
              <a:rPr lang="zh-CN" altLang="en-US" b="1" dirty="0"/>
              <a:t>的内容就可</a:t>
            </a:r>
            <a:r>
              <a:rPr lang="zh-CN" altLang="en-US" b="1" dirty="0">
                <a:solidFill>
                  <a:schemeClr val="accent1">
                    <a:lumMod val="75000"/>
                  </a:schemeClr>
                </a:solidFill>
              </a:rPr>
              <a:t>检测</a:t>
            </a:r>
            <a:r>
              <a:rPr lang="zh-CN" altLang="en-US" b="1" dirty="0"/>
              <a:t>出帧在传输过程中是否产生了</a:t>
            </a:r>
            <a:r>
              <a:rPr lang="zh-CN" altLang="en-US" b="1" dirty="0">
                <a:solidFill>
                  <a:schemeClr val="accent1">
                    <a:lumMod val="75000"/>
                  </a:schemeClr>
                </a:solidFill>
              </a:rPr>
              <a:t>误码</a:t>
            </a:r>
            <a:r>
              <a:rPr lang="zh-CN" altLang="en-US" b="1" dirty="0"/>
              <a:t>。</a:t>
            </a:r>
          </a:p>
        </p:txBody>
      </p:sp>
      <p:cxnSp>
        <p:nvCxnSpPr>
          <p:cNvPr id="7" name="连接符: 肘形 6">
            <a:extLst>
              <a:ext uri="{FF2B5EF4-FFF2-40B4-BE49-F238E27FC236}">
                <a16:creationId xmlns:a16="http://schemas.microsoft.com/office/drawing/2014/main" id="{7F52B59D-19A0-4DF9-9762-F5BAAF517B3C}"/>
              </a:ext>
            </a:extLst>
          </p:cNvPr>
          <p:cNvCxnSpPr>
            <a:cxnSpLocks/>
            <a:stCxn id="28" idx="3"/>
            <a:endCxn id="26" idx="2"/>
          </p:cNvCxnSpPr>
          <p:nvPr/>
        </p:nvCxnSpPr>
        <p:spPr>
          <a:xfrm flipV="1">
            <a:off x="10668244" y="3423700"/>
            <a:ext cx="509697" cy="1092018"/>
          </a:xfrm>
          <a:prstGeom prst="bentConnector2">
            <a:avLst/>
          </a:prstGeom>
          <a:ln w="12700">
            <a:solidFill>
              <a:schemeClr val="tx1"/>
            </a:solidFill>
            <a:tailEnd type="triangle"/>
          </a:ln>
        </p:spPr>
        <p:style>
          <a:lnRef idx="1">
            <a:schemeClr val="accent1"/>
          </a:lnRef>
          <a:fillRef idx="0">
            <a:schemeClr val="accent1"/>
          </a:fillRef>
          <a:effectRef idx="0">
            <a:schemeClr val="accent1"/>
          </a:effectRef>
          <a:fontRef idx="minor">
            <a:schemeClr val="tx1"/>
          </a:fontRef>
        </p:style>
      </p:cxnSp>
      <p:grpSp>
        <p:nvGrpSpPr>
          <p:cNvPr id="16" name="组合 15">
            <a:extLst>
              <a:ext uri="{FF2B5EF4-FFF2-40B4-BE49-F238E27FC236}">
                <a16:creationId xmlns:a16="http://schemas.microsoft.com/office/drawing/2014/main" id="{75C8F086-E614-432C-B9D4-4F97CFA8771E}"/>
              </a:ext>
            </a:extLst>
          </p:cNvPr>
          <p:cNvGrpSpPr/>
          <p:nvPr/>
        </p:nvGrpSpPr>
        <p:grpSpPr>
          <a:xfrm>
            <a:off x="504364" y="3423699"/>
            <a:ext cx="10163880" cy="569400"/>
            <a:chOff x="504364" y="3423699"/>
            <a:chExt cx="10163880" cy="569400"/>
          </a:xfrm>
        </p:grpSpPr>
        <p:cxnSp>
          <p:nvCxnSpPr>
            <p:cNvPr id="12" name="直接连接符 11">
              <a:extLst>
                <a:ext uri="{FF2B5EF4-FFF2-40B4-BE49-F238E27FC236}">
                  <a16:creationId xmlns:a16="http://schemas.microsoft.com/office/drawing/2014/main" id="{FCAA36CF-2E16-4FB8-BF6F-4843FE041A68}"/>
                </a:ext>
              </a:extLst>
            </p:cNvPr>
            <p:cNvCxnSpPr>
              <a:cxnSpLocks/>
            </p:cNvCxnSpPr>
            <p:nvPr/>
          </p:nvCxnSpPr>
          <p:spPr>
            <a:xfrm>
              <a:off x="504364" y="3423700"/>
              <a:ext cx="0" cy="569399"/>
            </a:xfrm>
            <a:prstGeom prst="line">
              <a:avLst/>
            </a:prstGeom>
            <a:ln w="12700">
              <a:solidFill>
                <a:schemeClr val="tx1"/>
              </a:solidFill>
              <a:tailEnd type="none"/>
            </a:ln>
          </p:spPr>
          <p:style>
            <a:lnRef idx="1">
              <a:schemeClr val="accent1"/>
            </a:lnRef>
            <a:fillRef idx="0">
              <a:schemeClr val="accent1"/>
            </a:fillRef>
            <a:effectRef idx="0">
              <a:schemeClr val="accent1"/>
            </a:effectRef>
            <a:fontRef idx="minor">
              <a:schemeClr val="tx1"/>
            </a:fontRef>
          </p:style>
        </p:cxnSp>
        <p:cxnSp>
          <p:nvCxnSpPr>
            <p:cNvPr id="47" name="直接连接符 46">
              <a:extLst>
                <a:ext uri="{FF2B5EF4-FFF2-40B4-BE49-F238E27FC236}">
                  <a16:creationId xmlns:a16="http://schemas.microsoft.com/office/drawing/2014/main" id="{426EE20B-0D78-4B2E-AAA4-3A238391A076}"/>
                </a:ext>
              </a:extLst>
            </p:cNvPr>
            <p:cNvCxnSpPr>
              <a:cxnSpLocks/>
            </p:cNvCxnSpPr>
            <p:nvPr/>
          </p:nvCxnSpPr>
          <p:spPr>
            <a:xfrm>
              <a:off x="10668244" y="3423699"/>
              <a:ext cx="0" cy="569399"/>
            </a:xfrm>
            <a:prstGeom prst="line">
              <a:avLst/>
            </a:prstGeom>
            <a:ln w="12700">
              <a:solidFill>
                <a:schemeClr val="tx1"/>
              </a:solidFill>
              <a:tailEnd type="none"/>
            </a:ln>
          </p:spPr>
          <p:style>
            <a:lnRef idx="1">
              <a:schemeClr val="accent1"/>
            </a:lnRef>
            <a:fillRef idx="0">
              <a:schemeClr val="accent1"/>
            </a:fillRef>
            <a:effectRef idx="0">
              <a:schemeClr val="accent1"/>
            </a:effectRef>
            <a:fontRef idx="minor">
              <a:schemeClr val="tx1"/>
            </a:fontRef>
          </p:style>
        </p:cxnSp>
        <p:cxnSp>
          <p:nvCxnSpPr>
            <p:cNvPr id="15" name="直接箭头连接符 14">
              <a:extLst>
                <a:ext uri="{FF2B5EF4-FFF2-40B4-BE49-F238E27FC236}">
                  <a16:creationId xmlns:a16="http://schemas.microsoft.com/office/drawing/2014/main" id="{FB650E7F-F9EA-4440-9B05-7C046E347D3B}"/>
                </a:ext>
              </a:extLst>
            </p:cNvPr>
            <p:cNvCxnSpPr/>
            <p:nvPr/>
          </p:nvCxnSpPr>
          <p:spPr>
            <a:xfrm>
              <a:off x="504364" y="3756276"/>
              <a:ext cx="10163880" cy="0"/>
            </a:xfrm>
            <a:prstGeom prst="straightConnector1">
              <a:avLst/>
            </a:prstGeom>
            <a:ln w="12700">
              <a:solidFill>
                <a:schemeClr val="tx1"/>
              </a:solidFill>
              <a:headEnd type="triangle"/>
              <a:tailEnd type="triangle"/>
            </a:ln>
          </p:spPr>
          <p:style>
            <a:lnRef idx="1">
              <a:schemeClr val="accent1"/>
            </a:lnRef>
            <a:fillRef idx="0">
              <a:schemeClr val="accent1"/>
            </a:fillRef>
            <a:effectRef idx="0">
              <a:schemeClr val="accent1"/>
            </a:effectRef>
            <a:fontRef idx="minor">
              <a:schemeClr val="tx1"/>
            </a:fontRef>
          </p:style>
        </p:cxnSp>
        <p:sp>
          <p:nvSpPr>
            <p:cNvPr id="48" name="文本框 47">
              <a:extLst>
                <a:ext uri="{FF2B5EF4-FFF2-40B4-BE49-F238E27FC236}">
                  <a16:creationId xmlns:a16="http://schemas.microsoft.com/office/drawing/2014/main" id="{F8A70EB8-D78F-4055-AF6A-124B3331B5FB}"/>
                </a:ext>
              </a:extLst>
            </p:cNvPr>
            <p:cNvSpPr txBox="1"/>
            <p:nvPr/>
          </p:nvSpPr>
          <p:spPr>
            <a:xfrm>
              <a:off x="4570673" y="3571610"/>
              <a:ext cx="1650756" cy="369332"/>
            </a:xfrm>
            <a:prstGeom prst="rect">
              <a:avLst/>
            </a:prstGeom>
            <a:solidFill>
              <a:schemeClr val="bg1"/>
            </a:solidFill>
          </p:spPr>
          <p:txBody>
            <a:bodyPr wrap="square">
              <a:spAutoFit/>
            </a:bodyPr>
            <a:lstStyle/>
            <a:p>
              <a:pPr algn="ctr"/>
              <a:r>
                <a:rPr lang="en-US" altLang="zh-CN" b="1" dirty="0"/>
                <a:t>CRC</a:t>
              </a:r>
              <a:r>
                <a:rPr lang="zh-CN" altLang="en-US" b="1" dirty="0"/>
                <a:t>检验范围</a:t>
              </a:r>
            </a:p>
          </p:txBody>
        </p:sp>
      </p:grpSp>
    </p:spTree>
    <p:custDataLst>
      <p:tags r:id="rId1"/>
    </p:custDataLst>
    <p:extLst>
      <p:ext uri="{BB962C8B-B14F-4D97-AF65-F5344CB8AC3E}">
        <p14:creationId xmlns:p14="http://schemas.microsoft.com/office/powerpoint/2010/main" val="3963818185"/>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2" presetClass="entr" presetSubtype="4" fill="hold" nodeType="withEffect">
                                  <p:stCondLst>
                                    <p:cond delay="0"/>
                                  </p:stCondLst>
                                  <p:childTnLst>
                                    <p:set>
                                      <p:cBhvr>
                                        <p:cTn id="6" dur="1" fill="hold">
                                          <p:stCondLst>
                                            <p:cond delay="0"/>
                                          </p:stCondLst>
                                        </p:cTn>
                                        <p:tgtEl>
                                          <p:spTgt spid="7"/>
                                        </p:tgtEl>
                                        <p:attrNameLst>
                                          <p:attrName>style.visibility</p:attrName>
                                        </p:attrNameLst>
                                      </p:cBhvr>
                                      <p:to>
                                        <p:strVal val="visible"/>
                                      </p:to>
                                    </p:set>
                                    <p:animEffect transition="in" filter="wipe(down)">
                                      <p:cBhvr>
                                        <p:cTn id="7" dur="500"/>
                                        <p:tgtEl>
                                          <p:spTgt spid="7"/>
                                        </p:tgtEl>
                                      </p:cBhvr>
                                    </p:animEffect>
                                  </p:childTnLst>
                                </p:cTn>
                              </p:par>
                            </p:childTnLst>
                          </p:cTn>
                        </p:par>
                        <p:par>
                          <p:cTn id="8" fill="hold">
                            <p:stCondLst>
                              <p:cond delay="500"/>
                            </p:stCondLst>
                            <p:childTnLst>
                              <p:par>
                                <p:cTn id="9" presetID="1" presetClass="entr" presetSubtype="0" fill="hold" grpId="0" nodeType="afterEffect">
                                  <p:stCondLst>
                                    <p:cond delay="0"/>
                                  </p:stCondLst>
                                  <p:iterate type="lt">
                                    <p:tmAbs val="100"/>
                                  </p:iterate>
                                  <p:childTnLst>
                                    <p:set>
                                      <p:cBhvr>
                                        <p:cTn id="10" dur="1" fill="hold">
                                          <p:stCondLst>
                                            <p:cond delay="0"/>
                                          </p:stCondLst>
                                        </p:cTn>
                                        <p:tgtEl>
                                          <p:spTgt spid="28"/>
                                        </p:tgtEl>
                                        <p:attrNameLst>
                                          <p:attrName>style.visibility</p:attrName>
                                        </p:attrNameLst>
                                      </p:cBhvr>
                                      <p:to>
                                        <p:strVal val="visible"/>
                                      </p:to>
                                    </p:set>
                                  </p:childTnLst>
                                </p:cTn>
                              </p:par>
                            </p:childTnLst>
                          </p:cTn>
                        </p:par>
                      </p:childTnLst>
                    </p:cTn>
                  </p:par>
                  <p:par>
                    <p:cTn id="11" fill="hold">
                      <p:stCondLst>
                        <p:cond delay="indefinite"/>
                      </p:stCondLst>
                      <p:childTnLst>
                        <p:par>
                          <p:cTn id="12" fill="hold">
                            <p:stCondLst>
                              <p:cond delay="0"/>
                            </p:stCondLst>
                            <p:childTnLst>
                              <p:par>
                                <p:cTn id="13" presetID="12" presetClass="entr" presetSubtype="4" fill="hold" nodeType="clickEffect">
                                  <p:stCondLst>
                                    <p:cond delay="0"/>
                                  </p:stCondLst>
                                  <p:childTnLst>
                                    <p:set>
                                      <p:cBhvr>
                                        <p:cTn id="14" dur="1" fill="hold">
                                          <p:stCondLst>
                                            <p:cond delay="0"/>
                                          </p:stCondLst>
                                        </p:cTn>
                                        <p:tgtEl>
                                          <p:spTgt spid="16"/>
                                        </p:tgtEl>
                                        <p:attrNameLst>
                                          <p:attrName>style.visibility</p:attrName>
                                        </p:attrNameLst>
                                      </p:cBhvr>
                                      <p:to>
                                        <p:strVal val="visible"/>
                                      </p:to>
                                    </p:set>
                                    <p:anim calcmode="lin" valueType="num">
                                      <p:cBhvr additive="base">
                                        <p:cTn id="15" dur="500"/>
                                        <p:tgtEl>
                                          <p:spTgt spid="16"/>
                                        </p:tgtEl>
                                        <p:attrNameLst>
                                          <p:attrName>ppt_y</p:attrName>
                                        </p:attrNameLst>
                                      </p:cBhvr>
                                      <p:tavLst>
                                        <p:tav tm="0">
                                          <p:val>
                                            <p:strVal val="#ppt_y+#ppt_h*1.125000"/>
                                          </p:val>
                                        </p:tav>
                                        <p:tav tm="100000">
                                          <p:val>
                                            <p:strVal val="#ppt_y"/>
                                          </p:val>
                                        </p:tav>
                                      </p:tavLst>
                                    </p:anim>
                                    <p:animEffect transition="in" filter="wipe(up)">
                                      <p:cBhvr>
                                        <p:cTn id="16" dur="500"/>
                                        <p:tgtEl>
                                          <p:spTgt spid="16"/>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8" grpId="0"/>
    </p:bldLst>
  </p:timing>
</p:sld>
</file>

<file path=ppt/slides/slide45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4" name="组合 3">
            <a:extLst>
              <a:ext uri="{FF2B5EF4-FFF2-40B4-BE49-F238E27FC236}">
                <a16:creationId xmlns:a16="http://schemas.microsoft.com/office/drawing/2014/main" id="{9A1EA9F2-FCB6-48C3-935F-7AE7E3AD14AC}"/>
              </a:ext>
            </a:extLst>
          </p:cNvPr>
          <p:cNvGrpSpPr/>
          <p:nvPr/>
        </p:nvGrpSpPr>
        <p:grpSpPr>
          <a:xfrm>
            <a:off x="304800" y="749300"/>
            <a:ext cx="4938199" cy="400110"/>
            <a:chOff x="424117" y="898245"/>
            <a:chExt cx="4938199" cy="400110"/>
          </a:xfrm>
        </p:grpSpPr>
        <p:sp>
          <p:nvSpPr>
            <p:cNvPr id="2" name="平行四边形 1">
              <a:extLst>
                <a:ext uri="{FF2B5EF4-FFF2-40B4-BE49-F238E27FC236}">
                  <a16:creationId xmlns:a16="http://schemas.microsoft.com/office/drawing/2014/main" id="{1F5BAA3F-9845-4F89-A2DD-8222D3E4EDAC}"/>
                </a:ext>
              </a:extLst>
            </p:cNvPr>
            <p:cNvSpPr/>
            <p:nvPr/>
          </p:nvSpPr>
          <p:spPr>
            <a:xfrm>
              <a:off x="424117" y="898245"/>
              <a:ext cx="628306" cy="387090"/>
            </a:xfrm>
            <a:prstGeom prst="parallelogram">
              <a:avLst/>
            </a:prstGeom>
            <a:solidFill>
              <a:schemeClr val="accent3">
                <a:lumMod val="75000"/>
              </a:schemeClr>
            </a:solidFill>
            <a:ln>
              <a:solidFill>
                <a:schemeClr val="accent3">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CN" sz="2200" dirty="0">
                  <a:latin typeface="Impact" panose="020B0806030902050204" pitchFamily="34" charset="0"/>
                </a:rPr>
                <a:t>01</a:t>
              </a:r>
              <a:endParaRPr lang="zh-CN" altLang="en-US" sz="2200" dirty="0">
                <a:latin typeface="Impact" panose="020B0806030902050204" pitchFamily="34" charset="0"/>
              </a:endParaRPr>
            </a:p>
          </p:txBody>
        </p:sp>
        <p:sp>
          <p:nvSpPr>
            <p:cNvPr id="3" name="文本框 2">
              <a:extLst>
                <a:ext uri="{FF2B5EF4-FFF2-40B4-BE49-F238E27FC236}">
                  <a16:creationId xmlns:a16="http://schemas.microsoft.com/office/drawing/2014/main" id="{4D6BD736-A4D3-4F26-AFED-36E11F50F70B}"/>
                </a:ext>
              </a:extLst>
            </p:cNvPr>
            <p:cNvSpPr txBox="1"/>
            <p:nvPr/>
          </p:nvSpPr>
          <p:spPr>
            <a:xfrm>
              <a:off x="1052423" y="898245"/>
              <a:ext cx="4309893" cy="400110"/>
            </a:xfrm>
            <a:prstGeom prst="rect">
              <a:avLst/>
            </a:prstGeom>
            <a:noFill/>
          </p:spPr>
          <p:txBody>
            <a:bodyPr wrap="square" rtlCol="0">
              <a:spAutoFit/>
            </a:bodyPr>
            <a:lstStyle/>
            <a:p>
              <a:r>
                <a:rPr lang="zh-CN" altLang="en-US" sz="2000" b="1" dirty="0">
                  <a:solidFill>
                    <a:schemeClr val="tx1"/>
                  </a:solidFill>
                  <a:latin typeface="Arial Narrow" panose="020B0606020202030204" pitchFamily="34" charset="0"/>
                </a:rPr>
                <a:t>以太网的</a:t>
              </a:r>
              <a:r>
                <a:rPr lang="en-US" altLang="zh-CN" sz="2000" b="1" dirty="0">
                  <a:solidFill>
                    <a:schemeClr val="tx1"/>
                  </a:solidFill>
                  <a:latin typeface="Arial Narrow" panose="020B0606020202030204" pitchFamily="34" charset="0"/>
                </a:rPr>
                <a:t>MAC</a:t>
              </a:r>
              <a:r>
                <a:rPr lang="zh-CN" altLang="en-US" sz="2000" b="1" dirty="0">
                  <a:solidFill>
                    <a:schemeClr val="tx1"/>
                  </a:solidFill>
                  <a:latin typeface="Arial Narrow" panose="020B0606020202030204" pitchFamily="34" charset="0"/>
                </a:rPr>
                <a:t>帧格式</a:t>
              </a:r>
              <a:endParaRPr lang="en-US" altLang="zh-CN" sz="2000" b="1" dirty="0">
                <a:solidFill>
                  <a:schemeClr val="tx1"/>
                </a:solidFill>
                <a:latin typeface="Arial Narrow" panose="020B0606020202030204" pitchFamily="34" charset="0"/>
              </a:endParaRPr>
            </a:p>
          </p:txBody>
        </p:sp>
      </p:grpSp>
      <p:sp>
        <p:nvSpPr>
          <p:cNvPr id="17" name="矩形 16">
            <a:extLst>
              <a:ext uri="{FF2B5EF4-FFF2-40B4-BE49-F238E27FC236}">
                <a16:creationId xmlns:a16="http://schemas.microsoft.com/office/drawing/2014/main" id="{B8373B51-E5C5-4171-B45C-1D7D0ED7A5BA}"/>
              </a:ext>
            </a:extLst>
          </p:cNvPr>
          <p:cNvSpPr/>
          <p:nvPr/>
        </p:nvSpPr>
        <p:spPr>
          <a:xfrm>
            <a:off x="3044860" y="2423780"/>
            <a:ext cx="864000" cy="499960"/>
          </a:xfrm>
          <a:prstGeom prst="rect">
            <a:avLst/>
          </a:prstGeom>
          <a:solidFill>
            <a:schemeClr val="accent4"/>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zh-CN" altLang="en-US" b="1" dirty="0">
                <a:solidFill>
                  <a:schemeClr val="bg1"/>
                </a:solidFill>
              </a:rPr>
              <a:t>类型</a:t>
            </a:r>
          </a:p>
        </p:txBody>
      </p:sp>
      <p:sp>
        <p:nvSpPr>
          <p:cNvPr id="18" name="矩形 17">
            <a:extLst>
              <a:ext uri="{FF2B5EF4-FFF2-40B4-BE49-F238E27FC236}">
                <a16:creationId xmlns:a16="http://schemas.microsoft.com/office/drawing/2014/main" id="{F6A8D432-8788-4089-A33C-BFE10820A74A}"/>
              </a:ext>
            </a:extLst>
          </p:cNvPr>
          <p:cNvSpPr/>
          <p:nvPr/>
        </p:nvSpPr>
        <p:spPr>
          <a:xfrm>
            <a:off x="3044860" y="2923740"/>
            <a:ext cx="864000" cy="499960"/>
          </a:xfrm>
          <a:prstGeom prst="rect">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CN" sz="2400" b="1" dirty="0">
                <a:solidFill>
                  <a:schemeClr val="tx1"/>
                </a:solidFill>
              </a:rPr>
              <a:t>2B</a:t>
            </a:r>
            <a:endParaRPr lang="zh-CN" altLang="en-US" sz="2400" b="1" dirty="0">
              <a:solidFill>
                <a:schemeClr val="tx1"/>
              </a:solidFill>
            </a:endParaRPr>
          </a:p>
        </p:txBody>
      </p:sp>
      <p:sp>
        <p:nvSpPr>
          <p:cNvPr id="19" name="矩形 18">
            <a:extLst>
              <a:ext uri="{FF2B5EF4-FFF2-40B4-BE49-F238E27FC236}">
                <a16:creationId xmlns:a16="http://schemas.microsoft.com/office/drawing/2014/main" id="{B3E2FC20-89F5-44AA-80BE-C3E43F92415A}"/>
              </a:ext>
            </a:extLst>
          </p:cNvPr>
          <p:cNvSpPr/>
          <p:nvPr/>
        </p:nvSpPr>
        <p:spPr>
          <a:xfrm>
            <a:off x="504365" y="2423780"/>
            <a:ext cx="1270249" cy="499960"/>
          </a:xfrm>
          <a:prstGeom prst="rect">
            <a:avLst/>
          </a:prstGeom>
          <a:solidFill>
            <a:schemeClr val="accent4"/>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zh-CN" altLang="en-US" b="1" dirty="0">
                <a:solidFill>
                  <a:schemeClr val="bg1"/>
                </a:solidFill>
              </a:rPr>
              <a:t>目的地址</a:t>
            </a:r>
          </a:p>
        </p:txBody>
      </p:sp>
      <p:sp>
        <p:nvSpPr>
          <p:cNvPr id="20" name="矩形 19">
            <a:extLst>
              <a:ext uri="{FF2B5EF4-FFF2-40B4-BE49-F238E27FC236}">
                <a16:creationId xmlns:a16="http://schemas.microsoft.com/office/drawing/2014/main" id="{A9A9BF0A-8F4F-40F5-81B1-1112B2FB48D9}"/>
              </a:ext>
            </a:extLst>
          </p:cNvPr>
          <p:cNvSpPr/>
          <p:nvPr/>
        </p:nvSpPr>
        <p:spPr>
          <a:xfrm>
            <a:off x="504364" y="2923740"/>
            <a:ext cx="1270249" cy="499960"/>
          </a:xfrm>
          <a:prstGeom prst="rect">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CN" sz="2400" b="1" dirty="0">
                <a:solidFill>
                  <a:schemeClr val="tx1"/>
                </a:solidFill>
              </a:rPr>
              <a:t>6B</a:t>
            </a:r>
            <a:endParaRPr lang="zh-CN" altLang="en-US" sz="2400" b="1" dirty="0">
              <a:solidFill>
                <a:schemeClr val="tx1"/>
              </a:solidFill>
            </a:endParaRPr>
          </a:p>
        </p:txBody>
      </p:sp>
      <p:sp>
        <p:nvSpPr>
          <p:cNvPr id="21" name="矩形 20">
            <a:extLst>
              <a:ext uri="{FF2B5EF4-FFF2-40B4-BE49-F238E27FC236}">
                <a16:creationId xmlns:a16="http://schemas.microsoft.com/office/drawing/2014/main" id="{C49E1AD9-8855-44C2-82F0-B4E295D48E61}"/>
              </a:ext>
            </a:extLst>
          </p:cNvPr>
          <p:cNvSpPr/>
          <p:nvPr/>
        </p:nvSpPr>
        <p:spPr>
          <a:xfrm>
            <a:off x="1774613" y="2423780"/>
            <a:ext cx="1270249" cy="499960"/>
          </a:xfrm>
          <a:prstGeom prst="rect">
            <a:avLst/>
          </a:prstGeom>
          <a:solidFill>
            <a:schemeClr val="accent4"/>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zh-CN" altLang="en-US" b="1" dirty="0">
                <a:solidFill>
                  <a:schemeClr val="bg1"/>
                </a:solidFill>
              </a:rPr>
              <a:t>源地址</a:t>
            </a:r>
          </a:p>
        </p:txBody>
      </p:sp>
      <p:sp>
        <p:nvSpPr>
          <p:cNvPr id="22" name="矩形 21">
            <a:extLst>
              <a:ext uri="{FF2B5EF4-FFF2-40B4-BE49-F238E27FC236}">
                <a16:creationId xmlns:a16="http://schemas.microsoft.com/office/drawing/2014/main" id="{78034EC5-4156-4A39-83CE-2A7DAEEF8B93}"/>
              </a:ext>
            </a:extLst>
          </p:cNvPr>
          <p:cNvSpPr/>
          <p:nvPr/>
        </p:nvSpPr>
        <p:spPr>
          <a:xfrm>
            <a:off x="1774612" y="2923740"/>
            <a:ext cx="1270249" cy="499960"/>
          </a:xfrm>
          <a:prstGeom prst="rect">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CN" sz="2400" b="1" dirty="0">
                <a:solidFill>
                  <a:schemeClr val="tx1"/>
                </a:solidFill>
              </a:rPr>
              <a:t>6B</a:t>
            </a:r>
            <a:endParaRPr lang="zh-CN" altLang="en-US" sz="2400" b="1" dirty="0">
              <a:solidFill>
                <a:schemeClr val="tx1"/>
              </a:solidFill>
            </a:endParaRPr>
          </a:p>
        </p:txBody>
      </p:sp>
      <p:sp>
        <p:nvSpPr>
          <p:cNvPr id="23" name="矩形 22">
            <a:extLst>
              <a:ext uri="{FF2B5EF4-FFF2-40B4-BE49-F238E27FC236}">
                <a16:creationId xmlns:a16="http://schemas.microsoft.com/office/drawing/2014/main" id="{814C1395-FA83-4680-B20E-239962D12A27}"/>
              </a:ext>
            </a:extLst>
          </p:cNvPr>
          <p:cNvSpPr/>
          <p:nvPr/>
        </p:nvSpPr>
        <p:spPr>
          <a:xfrm>
            <a:off x="3908859" y="2423780"/>
            <a:ext cx="6759387" cy="499960"/>
          </a:xfrm>
          <a:prstGeom prst="rect">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zh-CN" altLang="en-US" b="1" dirty="0">
                <a:solidFill>
                  <a:schemeClr val="accent4"/>
                </a:solidFill>
              </a:rPr>
              <a:t>数据载荷</a:t>
            </a:r>
          </a:p>
        </p:txBody>
      </p:sp>
      <p:sp>
        <p:nvSpPr>
          <p:cNvPr id="24" name="矩形 23">
            <a:extLst>
              <a:ext uri="{FF2B5EF4-FFF2-40B4-BE49-F238E27FC236}">
                <a16:creationId xmlns:a16="http://schemas.microsoft.com/office/drawing/2014/main" id="{9D3935B4-1C82-4388-9E50-ED8E3BDEDC6C}"/>
              </a:ext>
            </a:extLst>
          </p:cNvPr>
          <p:cNvSpPr/>
          <p:nvPr/>
        </p:nvSpPr>
        <p:spPr>
          <a:xfrm>
            <a:off x="3908857" y="2923740"/>
            <a:ext cx="6759387" cy="499960"/>
          </a:xfrm>
          <a:prstGeom prst="rect">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CN" sz="2400" b="1" dirty="0">
                <a:solidFill>
                  <a:schemeClr val="tx1"/>
                </a:solidFill>
              </a:rPr>
              <a:t>46B ~ 1500B</a:t>
            </a:r>
            <a:endParaRPr lang="zh-CN" altLang="en-US" sz="2400" b="1" dirty="0">
              <a:solidFill>
                <a:schemeClr val="tx1"/>
              </a:solidFill>
            </a:endParaRPr>
          </a:p>
        </p:txBody>
      </p:sp>
      <p:sp>
        <p:nvSpPr>
          <p:cNvPr id="25" name="矩形 24">
            <a:extLst>
              <a:ext uri="{FF2B5EF4-FFF2-40B4-BE49-F238E27FC236}">
                <a16:creationId xmlns:a16="http://schemas.microsoft.com/office/drawing/2014/main" id="{E69425EE-C98C-495B-8976-1ECD2111A1FE}"/>
              </a:ext>
            </a:extLst>
          </p:cNvPr>
          <p:cNvSpPr/>
          <p:nvPr/>
        </p:nvSpPr>
        <p:spPr>
          <a:xfrm>
            <a:off x="10668248" y="2423780"/>
            <a:ext cx="1019387" cy="499960"/>
          </a:xfrm>
          <a:prstGeom prst="rect">
            <a:avLst/>
          </a:prstGeom>
          <a:solidFill>
            <a:schemeClr val="accent4"/>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CN" b="1" dirty="0">
                <a:solidFill>
                  <a:schemeClr val="bg1"/>
                </a:solidFill>
              </a:rPr>
              <a:t>FCS</a:t>
            </a:r>
            <a:endParaRPr lang="zh-CN" altLang="en-US" b="1" dirty="0">
              <a:solidFill>
                <a:schemeClr val="bg1"/>
              </a:solidFill>
            </a:endParaRPr>
          </a:p>
        </p:txBody>
      </p:sp>
      <p:sp>
        <p:nvSpPr>
          <p:cNvPr id="26" name="矩形 25">
            <a:extLst>
              <a:ext uri="{FF2B5EF4-FFF2-40B4-BE49-F238E27FC236}">
                <a16:creationId xmlns:a16="http://schemas.microsoft.com/office/drawing/2014/main" id="{9DDAF941-4B49-486D-8083-895873763D75}"/>
              </a:ext>
            </a:extLst>
          </p:cNvPr>
          <p:cNvSpPr/>
          <p:nvPr/>
        </p:nvSpPr>
        <p:spPr>
          <a:xfrm>
            <a:off x="10668247" y="2923740"/>
            <a:ext cx="1019387" cy="499960"/>
          </a:xfrm>
          <a:prstGeom prst="rect">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CN" sz="2400" b="1" dirty="0">
                <a:solidFill>
                  <a:schemeClr val="tx1"/>
                </a:solidFill>
              </a:rPr>
              <a:t>4B</a:t>
            </a:r>
            <a:endParaRPr lang="zh-CN" altLang="en-US" sz="2400" b="1" dirty="0">
              <a:solidFill>
                <a:schemeClr val="tx1"/>
              </a:solidFill>
            </a:endParaRPr>
          </a:p>
        </p:txBody>
      </p:sp>
      <p:sp>
        <p:nvSpPr>
          <p:cNvPr id="27" name="矩形 26">
            <a:extLst>
              <a:ext uri="{FF2B5EF4-FFF2-40B4-BE49-F238E27FC236}">
                <a16:creationId xmlns:a16="http://schemas.microsoft.com/office/drawing/2014/main" id="{95417171-2044-4E8A-B522-54E76C17E32A}"/>
              </a:ext>
            </a:extLst>
          </p:cNvPr>
          <p:cNvSpPr/>
          <p:nvPr/>
        </p:nvSpPr>
        <p:spPr>
          <a:xfrm>
            <a:off x="504364" y="1922326"/>
            <a:ext cx="11183271" cy="499960"/>
          </a:xfrm>
          <a:prstGeom prst="rect">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zh-CN" altLang="en-US" b="1" dirty="0">
                <a:solidFill>
                  <a:schemeClr val="tx1"/>
                </a:solidFill>
              </a:rPr>
              <a:t>以太网</a:t>
            </a:r>
            <a:r>
              <a:rPr lang="en-US" altLang="zh-CN" b="1" dirty="0">
                <a:solidFill>
                  <a:schemeClr val="tx1"/>
                </a:solidFill>
              </a:rPr>
              <a:t>V2</a:t>
            </a:r>
            <a:r>
              <a:rPr lang="zh-CN" altLang="en-US" b="1" dirty="0">
                <a:solidFill>
                  <a:schemeClr val="tx1"/>
                </a:solidFill>
              </a:rPr>
              <a:t>的</a:t>
            </a:r>
            <a:r>
              <a:rPr lang="en-US" altLang="zh-CN" b="1" dirty="0">
                <a:solidFill>
                  <a:schemeClr val="tx1"/>
                </a:solidFill>
              </a:rPr>
              <a:t>MAC</a:t>
            </a:r>
            <a:r>
              <a:rPr lang="zh-CN" altLang="en-US" b="1" dirty="0">
                <a:solidFill>
                  <a:schemeClr val="tx1"/>
                </a:solidFill>
              </a:rPr>
              <a:t>帧</a:t>
            </a:r>
          </a:p>
        </p:txBody>
      </p:sp>
      <p:sp>
        <p:nvSpPr>
          <p:cNvPr id="29" name="对话气泡: 圆角矩形 28">
            <a:extLst>
              <a:ext uri="{FF2B5EF4-FFF2-40B4-BE49-F238E27FC236}">
                <a16:creationId xmlns:a16="http://schemas.microsoft.com/office/drawing/2014/main" id="{1431A0C6-D0DC-47D9-B031-51A014AEE71F}"/>
              </a:ext>
            </a:extLst>
          </p:cNvPr>
          <p:cNvSpPr/>
          <p:nvPr/>
        </p:nvSpPr>
        <p:spPr>
          <a:xfrm>
            <a:off x="3424233" y="4193376"/>
            <a:ext cx="4450132" cy="1240396"/>
          </a:xfrm>
          <a:prstGeom prst="wedgeRoundRectCallout">
            <a:avLst>
              <a:gd name="adj1" fmla="val 24108"/>
              <a:gd name="adj2" fmla="val -118089"/>
              <a:gd name="adj3" fmla="val 16667"/>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lnSpc>
                <a:spcPct val="150000"/>
              </a:lnSpc>
            </a:pPr>
            <a:r>
              <a:rPr lang="zh-CN" altLang="en-US" b="1" dirty="0"/>
              <a:t>满足最小帧长为</a:t>
            </a:r>
            <a:r>
              <a:rPr lang="en-US" altLang="zh-CN" sz="2400" b="1" dirty="0"/>
              <a:t>64B</a:t>
            </a:r>
            <a:r>
              <a:rPr lang="zh-CN" altLang="en-US" b="1" dirty="0"/>
              <a:t>的要求</a:t>
            </a:r>
            <a:endParaRPr lang="en-US" altLang="zh-CN" b="1" dirty="0"/>
          </a:p>
          <a:p>
            <a:pPr algn="ctr">
              <a:lnSpc>
                <a:spcPct val="150000"/>
              </a:lnSpc>
            </a:pPr>
            <a:r>
              <a:rPr lang="zh-CN" altLang="en-US" b="1" dirty="0"/>
              <a:t>（ </a:t>
            </a:r>
            <a:r>
              <a:rPr lang="en-US" altLang="zh-CN" sz="2400" b="1" dirty="0"/>
              <a:t>6B + 6B + 2B + 46B + 4B = 64B </a:t>
            </a:r>
            <a:r>
              <a:rPr lang="zh-CN" altLang="en-US" b="1" dirty="0"/>
              <a:t>）</a:t>
            </a:r>
          </a:p>
        </p:txBody>
      </p:sp>
    </p:spTree>
    <p:custDataLst>
      <p:tags r:id="rId1"/>
    </p:custDataLst>
    <p:extLst>
      <p:ext uri="{BB962C8B-B14F-4D97-AF65-F5344CB8AC3E}">
        <p14:creationId xmlns:p14="http://schemas.microsoft.com/office/powerpoint/2010/main" val="217268944"/>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35" presetClass="emph" presetSubtype="0" repeatCount="8000" fill="hold" grpId="0" nodeType="withEffect">
                                  <p:stCondLst>
                                    <p:cond delay="0"/>
                                  </p:stCondLst>
                                  <p:childTnLst>
                                    <p:anim calcmode="discrete" valueType="str">
                                      <p:cBhvr>
                                        <p:cTn id="6" dur="400" fill="hold"/>
                                        <p:tgtEl>
                                          <p:spTgt spid="20"/>
                                        </p:tgtEl>
                                        <p:attrNameLst>
                                          <p:attrName>style.visibility</p:attrName>
                                        </p:attrNameLst>
                                      </p:cBhvr>
                                      <p:tavLst>
                                        <p:tav tm="0">
                                          <p:val>
                                            <p:strVal val="hidden"/>
                                          </p:val>
                                        </p:tav>
                                        <p:tav tm="50000">
                                          <p:val>
                                            <p:strVal val="visible"/>
                                          </p:val>
                                        </p:tav>
                                      </p:tavLst>
                                    </p:anim>
                                  </p:childTnLst>
                                </p:cTn>
                              </p:par>
                              <p:par>
                                <p:cTn id="7" presetID="35" presetClass="emph" presetSubtype="0" repeatCount="8000" fill="hold" grpId="0" nodeType="withEffect">
                                  <p:stCondLst>
                                    <p:cond delay="0"/>
                                  </p:stCondLst>
                                  <p:childTnLst>
                                    <p:anim calcmode="discrete" valueType="str">
                                      <p:cBhvr>
                                        <p:cTn id="8" dur="400" fill="hold"/>
                                        <p:tgtEl>
                                          <p:spTgt spid="22"/>
                                        </p:tgtEl>
                                        <p:attrNameLst>
                                          <p:attrName>style.visibility</p:attrName>
                                        </p:attrNameLst>
                                      </p:cBhvr>
                                      <p:tavLst>
                                        <p:tav tm="0">
                                          <p:val>
                                            <p:strVal val="hidden"/>
                                          </p:val>
                                        </p:tav>
                                        <p:tav tm="50000">
                                          <p:val>
                                            <p:strVal val="visible"/>
                                          </p:val>
                                        </p:tav>
                                      </p:tavLst>
                                    </p:anim>
                                  </p:childTnLst>
                                </p:cTn>
                              </p:par>
                              <p:par>
                                <p:cTn id="9" presetID="35" presetClass="emph" presetSubtype="0" repeatCount="8000" fill="hold" grpId="0" nodeType="withEffect">
                                  <p:stCondLst>
                                    <p:cond delay="0"/>
                                  </p:stCondLst>
                                  <p:childTnLst>
                                    <p:anim calcmode="discrete" valueType="str">
                                      <p:cBhvr>
                                        <p:cTn id="10" dur="400" fill="hold"/>
                                        <p:tgtEl>
                                          <p:spTgt spid="18"/>
                                        </p:tgtEl>
                                        <p:attrNameLst>
                                          <p:attrName>style.visibility</p:attrName>
                                        </p:attrNameLst>
                                      </p:cBhvr>
                                      <p:tavLst>
                                        <p:tav tm="0">
                                          <p:val>
                                            <p:strVal val="hidden"/>
                                          </p:val>
                                        </p:tav>
                                        <p:tav tm="50000">
                                          <p:val>
                                            <p:strVal val="visible"/>
                                          </p:val>
                                        </p:tav>
                                      </p:tavLst>
                                    </p:anim>
                                  </p:childTnLst>
                                </p:cTn>
                              </p:par>
                              <p:par>
                                <p:cTn id="11" presetID="35" presetClass="emph" presetSubtype="0" repeatCount="8000" fill="hold" grpId="0" nodeType="withEffect">
                                  <p:stCondLst>
                                    <p:cond delay="0"/>
                                  </p:stCondLst>
                                  <p:childTnLst>
                                    <p:anim calcmode="discrete" valueType="str">
                                      <p:cBhvr>
                                        <p:cTn id="12" dur="400" fill="hold"/>
                                        <p:tgtEl>
                                          <p:spTgt spid="26"/>
                                        </p:tgtEl>
                                        <p:attrNameLst>
                                          <p:attrName>style.visibility</p:attrName>
                                        </p:attrNameLst>
                                      </p:cBhvr>
                                      <p:tavLst>
                                        <p:tav tm="0">
                                          <p:val>
                                            <p:strVal val="hidden"/>
                                          </p:val>
                                        </p:tav>
                                        <p:tav tm="50000">
                                          <p:val>
                                            <p:strVal val="visible"/>
                                          </p:val>
                                        </p:tav>
                                      </p:tavLst>
                                    </p:anim>
                                  </p:childTnLst>
                                </p:cTn>
                              </p:par>
                            </p:childTnLst>
                          </p:cTn>
                        </p:par>
                      </p:childTnLst>
                    </p:cTn>
                  </p:par>
                  <p:par>
                    <p:cTn id="13" fill="hold">
                      <p:stCondLst>
                        <p:cond delay="indefinite"/>
                      </p:stCondLst>
                      <p:childTnLst>
                        <p:par>
                          <p:cTn id="14" fill="hold">
                            <p:stCondLst>
                              <p:cond delay="0"/>
                            </p:stCondLst>
                            <p:childTnLst>
                              <p:par>
                                <p:cTn id="15" presetID="42" presetClass="entr" presetSubtype="0" fill="hold" grpId="0" nodeType="clickEffect">
                                  <p:stCondLst>
                                    <p:cond delay="0"/>
                                  </p:stCondLst>
                                  <p:childTnLst>
                                    <p:set>
                                      <p:cBhvr>
                                        <p:cTn id="16" dur="1" fill="hold">
                                          <p:stCondLst>
                                            <p:cond delay="0"/>
                                          </p:stCondLst>
                                        </p:cTn>
                                        <p:tgtEl>
                                          <p:spTgt spid="29"/>
                                        </p:tgtEl>
                                        <p:attrNameLst>
                                          <p:attrName>style.visibility</p:attrName>
                                        </p:attrNameLst>
                                      </p:cBhvr>
                                      <p:to>
                                        <p:strVal val="visible"/>
                                      </p:to>
                                    </p:set>
                                    <p:animEffect transition="in" filter="fade">
                                      <p:cBhvr>
                                        <p:cTn id="17" dur="1000"/>
                                        <p:tgtEl>
                                          <p:spTgt spid="29"/>
                                        </p:tgtEl>
                                      </p:cBhvr>
                                    </p:animEffect>
                                    <p:anim calcmode="lin" valueType="num">
                                      <p:cBhvr>
                                        <p:cTn id="18" dur="1000" fill="hold"/>
                                        <p:tgtEl>
                                          <p:spTgt spid="29"/>
                                        </p:tgtEl>
                                        <p:attrNameLst>
                                          <p:attrName>ppt_x</p:attrName>
                                        </p:attrNameLst>
                                      </p:cBhvr>
                                      <p:tavLst>
                                        <p:tav tm="0">
                                          <p:val>
                                            <p:strVal val="#ppt_x"/>
                                          </p:val>
                                        </p:tav>
                                        <p:tav tm="100000">
                                          <p:val>
                                            <p:strVal val="#ppt_x"/>
                                          </p:val>
                                        </p:tav>
                                      </p:tavLst>
                                    </p:anim>
                                    <p:anim calcmode="lin" valueType="num">
                                      <p:cBhvr>
                                        <p:cTn id="19" dur="1000" fill="hold"/>
                                        <p:tgtEl>
                                          <p:spTgt spid="29"/>
                                        </p:tgtEl>
                                        <p:attrNameLst>
                                          <p:attrName>ppt_y</p:attrName>
                                        </p:attrNameLst>
                                      </p:cBhvr>
                                      <p:tavLst>
                                        <p:tav tm="0">
                                          <p:val>
                                            <p:strVal val="#ppt_y+.1"/>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8" grpId="0" animBg="1"/>
      <p:bldP spid="20" grpId="0" animBg="1"/>
      <p:bldP spid="22" grpId="0" animBg="1"/>
      <p:bldP spid="26" grpId="0" animBg="1"/>
      <p:bldP spid="29" grpId="0" animBg="1"/>
    </p:bldLst>
  </p:timing>
</p:sld>
</file>

<file path=ppt/slides/slide46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4" name="组合 3">
            <a:extLst>
              <a:ext uri="{FF2B5EF4-FFF2-40B4-BE49-F238E27FC236}">
                <a16:creationId xmlns:a16="http://schemas.microsoft.com/office/drawing/2014/main" id="{9A1EA9F2-FCB6-48C3-935F-7AE7E3AD14AC}"/>
              </a:ext>
            </a:extLst>
          </p:cNvPr>
          <p:cNvGrpSpPr/>
          <p:nvPr/>
        </p:nvGrpSpPr>
        <p:grpSpPr>
          <a:xfrm>
            <a:off x="304800" y="749300"/>
            <a:ext cx="4938199" cy="400110"/>
            <a:chOff x="424117" y="898245"/>
            <a:chExt cx="4938199" cy="400110"/>
          </a:xfrm>
        </p:grpSpPr>
        <p:sp>
          <p:nvSpPr>
            <p:cNvPr id="2" name="平行四边形 1">
              <a:extLst>
                <a:ext uri="{FF2B5EF4-FFF2-40B4-BE49-F238E27FC236}">
                  <a16:creationId xmlns:a16="http://schemas.microsoft.com/office/drawing/2014/main" id="{1F5BAA3F-9845-4F89-A2DD-8222D3E4EDAC}"/>
                </a:ext>
              </a:extLst>
            </p:cNvPr>
            <p:cNvSpPr/>
            <p:nvPr/>
          </p:nvSpPr>
          <p:spPr>
            <a:xfrm>
              <a:off x="424117" y="898245"/>
              <a:ext cx="628306" cy="387090"/>
            </a:xfrm>
            <a:prstGeom prst="parallelogram">
              <a:avLst/>
            </a:prstGeom>
            <a:solidFill>
              <a:schemeClr val="accent3">
                <a:lumMod val="75000"/>
              </a:schemeClr>
            </a:solidFill>
            <a:ln>
              <a:solidFill>
                <a:schemeClr val="accent3">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CN" sz="2200" dirty="0">
                  <a:latin typeface="Impact" panose="020B0806030902050204" pitchFamily="34" charset="0"/>
                </a:rPr>
                <a:t>01</a:t>
              </a:r>
              <a:endParaRPr lang="zh-CN" altLang="en-US" sz="2200" dirty="0">
                <a:latin typeface="Impact" panose="020B0806030902050204" pitchFamily="34" charset="0"/>
              </a:endParaRPr>
            </a:p>
          </p:txBody>
        </p:sp>
        <p:sp>
          <p:nvSpPr>
            <p:cNvPr id="3" name="文本框 2">
              <a:extLst>
                <a:ext uri="{FF2B5EF4-FFF2-40B4-BE49-F238E27FC236}">
                  <a16:creationId xmlns:a16="http://schemas.microsoft.com/office/drawing/2014/main" id="{4D6BD736-A4D3-4F26-AFED-36E11F50F70B}"/>
                </a:ext>
              </a:extLst>
            </p:cNvPr>
            <p:cNvSpPr txBox="1"/>
            <p:nvPr/>
          </p:nvSpPr>
          <p:spPr>
            <a:xfrm>
              <a:off x="1052423" y="898245"/>
              <a:ext cx="4309893" cy="400110"/>
            </a:xfrm>
            <a:prstGeom prst="rect">
              <a:avLst/>
            </a:prstGeom>
            <a:noFill/>
          </p:spPr>
          <p:txBody>
            <a:bodyPr wrap="square" rtlCol="0">
              <a:spAutoFit/>
            </a:bodyPr>
            <a:lstStyle/>
            <a:p>
              <a:r>
                <a:rPr lang="zh-CN" altLang="en-US" sz="2000" b="1" dirty="0">
                  <a:solidFill>
                    <a:schemeClr val="tx1"/>
                  </a:solidFill>
                  <a:latin typeface="Arial Narrow" panose="020B0606020202030204" pitchFamily="34" charset="0"/>
                </a:rPr>
                <a:t>以太网的</a:t>
              </a:r>
              <a:r>
                <a:rPr lang="en-US" altLang="zh-CN" sz="2000" b="1" dirty="0">
                  <a:solidFill>
                    <a:schemeClr val="tx1"/>
                  </a:solidFill>
                  <a:latin typeface="Arial Narrow" panose="020B0606020202030204" pitchFamily="34" charset="0"/>
                </a:rPr>
                <a:t>MAC</a:t>
              </a:r>
              <a:r>
                <a:rPr lang="zh-CN" altLang="en-US" sz="2000" b="1" dirty="0">
                  <a:solidFill>
                    <a:schemeClr val="tx1"/>
                  </a:solidFill>
                  <a:latin typeface="Arial Narrow" panose="020B0606020202030204" pitchFamily="34" charset="0"/>
                </a:rPr>
                <a:t>帧格式</a:t>
              </a:r>
              <a:endParaRPr lang="en-US" altLang="zh-CN" sz="2000" b="1" dirty="0">
                <a:solidFill>
                  <a:schemeClr val="tx1"/>
                </a:solidFill>
                <a:latin typeface="Arial Narrow" panose="020B0606020202030204" pitchFamily="34" charset="0"/>
              </a:endParaRPr>
            </a:p>
          </p:txBody>
        </p:sp>
      </p:grpSp>
      <p:sp>
        <p:nvSpPr>
          <p:cNvPr id="17" name="矩形 16">
            <a:extLst>
              <a:ext uri="{FF2B5EF4-FFF2-40B4-BE49-F238E27FC236}">
                <a16:creationId xmlns:a16="http://schemas.microsoft.com/office/drawing/2014/main" id="{B8373B51-E5C5-4171-B45C-1D7D0ED7A5BA}"/>
              </a:ext>
            </a:extLst>
          </p:cNvPr>
          <p:cNvSpPr/>
          <p:nvPr/>
        </p:nvSpPr>
        <p:spPr>
          <a:xfrm>
            <a:off x="3044860" y="2423780"/>
            <a:ext cx="864000" cy="499960"/>
          </a:xfrm>
          <a:prstGeom prst="rect">
            <a:avLst/>
          </a:prstGeom>
          <a:solidFill>
            <a:schemeClr val="accent4"/>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zh-CN" altLang="en-US" b="1" dirty="0">
                <a:solidFill>
                  <a:schemeClr val="bg1"/>
                </a:solidFill>
              </a:rPr>
              <a:t>类型</a:t>
            </a:r>
          </a:p>
        </p:txBody>
      </p:sp>
      <p:sp>
        <p:nvSpPr>
          <p:cNvPr id="18" name="矩形 17">
            <a:extLst>
              <a:ext uri="{FF2B5EF4-FFF2-40B4-BE49-F238E27FC236}">
                <a16:creationId xmlns:a16="http://schemas.microsoft.com/office/drawing/2014/main" id="{F6A8D432-8788-4089-A33C-BFE10820A74A}"/>
              </a:ext>
            </a:extLst>
          </p:cNvPr>
          <p:cNvSpPr/>
          <p:nvPr/>
        </p:nvSpPr>
        <p:spPr>
          <a:xfrm>
            <a:off x="3044860" y="2923740"/>
            <a:ext cx="864000" cy="499960"/>
          </a:xfrm>
          <a:prstGeom prst="rect">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CN" sz="2400" b="1" dirty="0">
                <a:solidFill>
                  <a:schemeClr val="tx1"/>
                </a:solidFill>
              </a:rPr>
              <a:t>2B</a:t>
            </a:r>
            <a:endParaRPr lang="zh-CN" altLang="en-US" sz="2400" b="1" dirty="0">
              <a:solidFill>
                <a:schemeClr val="tx1"/>
              </a:solidFill>
            </a:endParaRPr>
          </a:p>
        </p:txBody>
      </p:sp>
      <p:sp>
        <p:nvSpPr>
          <p:cNvPr id="19" name="矩形 18">
            <a:extLst>
              <a:ext uri="{FF2B5EF4-FFF2-40B4-BE49-F238E27FC236}">
                <a16:creationId xmlns:a16="http://schemas.microsoft.com/office/drawing/2014/main" id="{B3E2FC20-89F5-44AA-80BE-C3E43F92415A}"/>
              </a:ext>
            </a:extLst>
          </p:cNvPr>
          <p:cNvSpPr/>
          <p:nvPr/>
        </p:nvSpPr>
        <p:spPr>
          <a:xfrm>
            <a:off x="504365" y="2423780"/>
            <a:ext cx="1270249" cy="499960"/>
          </a:xfrm>
          <a:prstGeom prst="rect">
            <a:avLst/>
          </a:prstGeom>
          <a:solidFill>
            <a:schemeClr val="accent4"/>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zh-CN" altLang="en-US" b="1" dirty="0">
                <a:solidFill>
                  <a:schemeClr val="bg1"/>
                </a:solidFill>
              </a:rPr>
              <a:t>目的地址</a:t>
            </a:r>
          </a:p>
        </p:txBody>
      </p:sp>
      <p:sp>
        <p:nvSpPr>
          <p:cNvPr id="20" name="矩形 19">
            <a:extLst>
              <a:ext uri="{FF2B5EF4-FFF2-40B4-BE49-F238E27FC236}">
                <a16:creationId xmlns:a16="http://schemas.microsoft.com/office/drawing/2014/main" id="{A9A9BF0A-8F4F-40F5-81B1-1112B2FB48D9}"/>
              </a:ext>
            </a:extLst>
          </p:cNvPr>
          <p:cNvSpPr/>
          <p:nvPr/>
        </p:nvSpPr>
        <p:spPr>
          <a:xfrm>
            <a:off x="504364" y="2923740"/>
            <a:ext cx="1270249" cy="499960"/>
          </a:xfrm>
          <a:prstGeom prst="rect">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CN" sz="2400" b="1" dirty="0">
                <a:solidFill>
                  <a:schemeClr val="tx1"/>
                </a:solidFill>
              </a:rPr>
              <a:t>6B</a:t>
            </a:r>
            <a:endParaRPr lang="zh-CN" altLang="en-US" sz="2400" b="1" dirty="0">
              <a:solidFill>
                <a:schemeClr val="tx1"/>
              </a:solidFill>
            </a:endParaRPr>
          </a:p>
        </p:txBody>
      </p:sp>
      <p:sp>
        <p:nvSpPr>
          <p:cNvPr id="21" name="矩形 20">
            <a:extLst>
              <a:ext uri="{FF2B5EF4-FFF2-40B4-BE49-F238E27FC236}">
                <a16:creationId xmlns:a16="http://schemas.microsoft.com/office/drawing/2014/main" id="{C49E1AD9-8855-44C2-82F0-B4E295D48E61}"/>
              </a:ext>
            </a:extLst>
          </p:cNvPr>
          <p:cNvSpPr/>
          <p:nvPr/>
        </p:nvSpPr>
        <p:spPr>
          <a:xfrm>
            <a:off x="1774613" y="2423780"/>
            <a:ext cx="1270249" cy="499960"/>
          </a:xfrm>
          <a:prstGeom prst="rect">
            <a:avLst/>
          </a:prstGeom>
          <a:solidFill>
            <a:schemeClr val="accent4"/>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zh-CN" altLang="en-US" b="1" dirty="0">
                <a:solidFill>
                  <a:schemeClr val="bg1"/>
                </a:solidFill>
              </a:rPr>
              <a:t>源地址</a:t>
            </a:r>
          </a:p>
        </p:txBody>
      </p:sp>
      <p:sp>
        <p:nvSpPr>
          <p:cNvPr id="22" name="矩形 21">
            <a:extLst>
              <a:ext uri="{FF2B5EF4-FFF2-40B4-BE49-F238E27FC236}">
                <a16:creationId xmlns:a16="http://schemas.microsoft.com/office/drawing/2014/main" id="{78034EC5-4156-4A39-83CE-2A7DAEEF8B93}"/>
              </a:ext>
            </a:extLst>
          </p:cNvPr>
          <p:cNvSpPr/>
          <p:nvPr/>
        </p:nvSpPr>
        <p:spPr>
          <a:xfrm>
            <a:off x="1774612" y="2923740"/>
            <a:ext cx="1270249" cy="499960"/>
          </a:xfrm>
          <a:prstGeom prst="rect">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CN" sz="2400" b="1" dirty="0">
                <a:solidFill>
                  <a:schemeClr val="tx1"/>
                </a:solidFill>
              </a:rPr>
              <a:t>6B</a:t>
            </a:r>
            <a:endParaRPr lang="zh-CN" altLang="en-US" sz="2400" b="1" dirty="0">
              <a:solidFill>
                <a:schemeClr val="tx1"/>
              </a:solidFill>
            </a:endParaRPr>
          </a:p>
        </p:txBody>
      </p:sp>
      <p:sp>
        <p:nvSpPr>
          <p:cNvPr id="23" name="矩形 22">
            <a:extLst>
              <a:ext uri="{FF2B5EF4-FFF2-40B4-BE49-F238E27FC236}">
                <a16:creationId xmlns:a16="http://schemas.microsoft.com/office/drawing/2014/main" id="{814C1395-FA83-4680-B20E-239962D12A27}"/>
              </a:ext>
            </a:extLst>
          </p:cNvPr>
          <p:cNvSpPr/>
          <p:nvPr/>
        </p:nvSpPr>
        <p:spPr>
          <a:xfrm>
            <a:off x="3908859" y="2423780"/>
            <a:ext cx="6759387" cy="499960"/>
          </a:xfrm>
          <a:prstGeom prst="rect">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zh-CN" altLang="en-US" b="1" dirty="0">
                <a:solidFill>
                  <a:schemeClr val="accent4"/>
                </a:solidFill>
              </a:rPr>
              <a:t>数据载荷</a:t>
            </a:r>
          </a:p>
        </p:txBody>
      </p:sp>
      <p:sp>
        <p:nvSpPr>
          <p:cNvPr id="24" name="矩形 23">
            <a:extLst>
              <a:ext uri="{FF2B5EF4-FFF2-40B4-BE49-F238E27FC236}">
                <a16:creationId xmlns:a16="http://schemas.microsoft.com/office/drawing/2014/main" id="{9D3935B4-1C82-4388-9E50-ED8E3BDEDC6C}"/>
              </a:ext>
            </a:extLst>
          </p:cNvPr>
          <p:cNvSpPr/>
          <p:nvPr/>
        </p:nvSpPr>
        <p:spPr>
          <a:xfrm>
            <a:off x="3908857" y="2923740"/>
            <a:ext cx="6759387" cy="499960"/>
          </a:xfrm>
          <a:prstGeom prst="rect">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CN" sz="2400" b="1" dirty="0">
                <a:solidFill>
                  <a:schemeClr val="tx1"/>
                </a:solidFill>
              </a:rPr>
              <a:t>46B ~ 1500B</a:t>
            </a:r>
            <a:endParaRPr lang="zh-CN" altLang="en-US" sz="2400" b="1" dirty="0">
              <a:solidFill>
                <a:schemeClr val="tx1"/>
              </a:solidFill>
            </a:endParaRPr>
          </a:p>
        </p:txBody>
      </p:sp>
      <p:sp>
        <p:nvSpPr>
          <p:cNvPr id="25" name="矩形 24">
            <a:extLst>
              <a:ext uri="{FF2B5EF4-FFF2-40B4-BE49-F238E27FC236}">
                <a16:creationId xmlns:a16="http://schemas.microsoft.com/office/drawing/2014/main" id="{E69425EE-C98C-495B-8976-1ECD2111A1FE}"/>
              </a:ext>
            </a:extLst>
          </p:cNvPr>
          <p:cNvSpPr/>
          <p:nvPr/>
        </p:nvSpPr>
        <p:spPr>
          <a:xfrm>
            <a:off x="10668248" y="2423780"/>
            <a:ext cx="1019387" cy="499960"/>
          </a:xfrm>
          <a:prstGeom prst="rect">
            <a:avLst/>
          </a:prstGeom>
          <a:solidFill>
            <a:schemeClr val="accent4"/>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CN" b="1" dirty="0">
                <a:solidFill>
                  <a:schemeClr val="bg1"/>
                </a:solidFill>
              </a:rPr>
              <a:t>FCS</a:t>
            </a:r>
            <a:endParaRPr lang="zh-CN" altLang="en-US" b="1" dirty="0">
              <a:solidFill>
                <a:schemeClr val="bg1"/>
              </a:solidFill>
            </a:endParaRPr>
          </a:p>
        </p:txBody>
      </p:sp>
      <p:sp>
        <p:nvSpPr>
          <p:cNvPr id="26" name="矩形 25">
            <a:extLst>
              <a:ext uri="{FF2B5EF4-FFF2-40B4-BE49-F238E27FC236}">
                <a16:creationId xmlns:a16="http://schemas.microsoft.com/office/drawing/2014/main" id="{9DDAF941-4B49-486D-8083-895873763D75}"/>
              </a:ext>
            </a:extLst>
          </p:cNvPr>
          <p:cNvSpPr/>
          <p:nvPr/>
        </p:nvSpPr>
        <p:spPr>
          <a:xfrm>
            <a:off x="10668247" y="2923740"/>
            <a:ext cx="1019387" cy="499960"/>
          </a:xfrm>
          <a:prstGeom prst="rect">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CN" sz="2400" b="1" dirty="0">
                <a:solidFill>
                  <a:schemeClr val="tx1"/>
                </a:solidFill>
              </a:rPr>
              <a:t>4B</a:t>
            </a:r>
            <a:endParaRPr lang="zh-CN" altLang="en-US" sz="2400" b="1" dirty="0">
              <a:solidFill>
                <a:schemeClr val="tx1"/>
              </a:solidFill>
            </a:endParaRPr>
          </a:p>
        </p:txBody>
      </p:sp>
      <p:sp>
        <p:nvSpPr>
          <p:cNvPr id="27" name="矩形 26">
            <a:extLst>
              <a:ext uri="{FF2B5EF4-FFF2-40B4-BE49-F238E27FC236}">
                <a16:creationId xmlns:a16="http://schemas.microsoft.com/office/drawing/2014/main" id="{95417171-2044-4E8A-B522-54E76C17E32A}"/>
              </a:ext>
            </a:extLst>
          </p:cNvPr>
          <p:cNvSpPr/>
          <p:nvPr/>
        </p:nvSpPr>
        <p:spPr>
          <a:xfrm>
            <a:off x="504364" y="1922326"/>
            <a:ext cx="11183271" cy="499960"/>
          </a:xfrm>
          <a:prstGeom prst="rect">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zh-CN" altLang="en-US" b="1" dirty="0">
                <a:solidFill>
                  <a:schemeClr val="tx1"/>
                </a:solidFill>
              </a:rPr>
              <a:t>以太网</a:t>
            </a:r>
            <a:r>
              <a:rPr lang="en-US" altLang="zh-CN" b="1" dirty="0">
                <a:solidFill>
                  <a:schemeClr val="tx1"/>
                </a:solidFill>
              </a:rPr>
              <a:t>V2</a:t>
            </a:r>
            <a:r>
              <a:rPr lang="zh-CN" altLang="en-US" b="1" dirty="0">
                <a:solidFill>
                  <a:schemeClr val="tx1"/>
                </a:solidFill>
              </a:rPr>
              <a:t>的</a:t>
            </a:r>
            <a:r>
              <a:rPr lang="en-US" altLang="zh-CN" b="1" dirty="0">
                <a:solidFill>
                  <a:schemeClr val="tx1"/>
                </a:solidFill>
              </a:rPr>
              <a:t>MAC</a:t>
            </a:r>
            <a:r>
              <a:rPr lang="zh-CN" altLang="en-US" b="1" dirty="0">
                <a:solidFill>
                  <a:schemeClr val="tx1"/>
                </a:solidFill>
              </a:rPr>
              <a:t>帧</a:t>
            </a:r>
          </a:p>
        </p:txBody>
      </p:sp>
      <p:sp>
        <p:nvSpPr>
          <p:cNvPr id="29" name="对话气泡: 圆角矩形 28">
            <a:extLst>
              <a:ext uri="{FF2B5EF4-FFF2-40B4-BE49-F238E27FC236}">
                <a16:creationId xmlns:a16="http://schemas.microsoft.com/office/drawing/2014/main" id="{1431A0C6-D0DC-47D9-B031-51A014AEE71F}"/>
              </a:ext>
            </a:extLst>
          </p:cNvPr>
          <p:cNvSpPr/>
          <p:nvPr/>
        </p:nvSpPr>
        <p:spPr>
          <a:xfrm>
            <a:off x="4404418" y="3824984"/>
            <a:ext cx="4450132" cy="747015"/>
          </a:xfrm>
          <a:prstGeom prst="wedgeRoundRectCallout">
            <a:avLst>
              <a:gd name="adj1" fmla="val 24108"/>
              <a:gd name="adj2" fmla="val -118089"/>
              <a:gd name="adj3" fmla="val 16667"/>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lnSpc>
                <a:spcPct val="150000"/>
              </a:lnSpc>
            </a:pPr>
            <a:r>
              <a:rPr lang="zh-CN" altLang="en-US" b="1"/>
              <a:t>数据载荷的最大长度被限制为</a:t>
            </a:r>
            <a:r>
              <a:rPr lang="en-US" altLang="zh-CN" sz="2400" b="1"/>
              <a:t>1500B</a:t>
            </a:r>
            <a:endParaRPr lang="zh-CN" altLang="en-US" b="1" dirty="0"/>
          </a:p>
        </p:txBody>
      </p:sp>
      <p:sp>
        <p:nvSpPr>
          <p:cNvPr id="28" name="文本框 27">
            <a:extLst>
              <a:ext uri="{FF2B5EF4-FFF2-40B4-BE49-F238E27FC236}">
                <a16:creationId xmlns:a16="http://schemas.microsoft.com/office/drawing/2014/main" id="{B1BBA8BD-6A2D-4FFD-BAE5-5B18050E8CCF}"/>
              </a:ext>
            </a:extLst>
          </p:cNvPr>
          <p:cNvSpPr txBox="1"/>
          <p:nvPr/>
        </p:nvSpPr>
        <p:spPr>
          <a:xfrm>
            <a:off x="6864581" y="1907152"/>
            <a:ext cx="2193902" cy="461665"/>
          </a:xfrm>
          <a:prstGeom prst="rect">
            <a:avLst/>
          </a:prstGeom>
          <a:noFill/>
        </p:spPr>
        <p:txBody>
          <a:bodyPr wrap="square">
            <a:spAutoFit/>
          </a:bodyPr>
          <a:lstStyle/>
          <a:p>
            <a:r>
              <a:rPr lang="zh-CN" altLang="en-US" b="1" dirty="0">
                <a:solidFill>
                  <a:schemeClr val="tx1"/>
                </a:solidFill>
              </a:rPr>
              <a:t>（最大长度</a:t>
            </a:r>
            <a:r>
              <a:rPr lang="en-US" altLang="zh-CN" sz="2400" b="1" dirty="0">
                <a:solidFill>
                  <a:schemeClr val="tx1"/>
                </a:solidFill>
              </a:rPr>
              <a:t>1518B</a:t>
            </a:r>
            <a:r>
              <a:rPr lang="zh-CN" altLang="en-US" b="1" dirty="0">
                <a:solidFill>
                  <a:schemeClr val="tx1"/>
                </a:solidFill>
              </a:rPr>
              <a:t>）</a:t>
            </a:r>
            <a:endParaRPr lang="zh-CN" altLang="en-US" dirty="0"/>
          </a:p>
        </p:txBody>
      </p:sp>
    </p:spTree>
    <p:custDataLst>
      <p:tags r:id="rId1"/>
    </p:custDataLst>
    <p:extLst>
      <p:ext uri="{BB962C8B-B14F-4D97-AF65-F5344CB8AC3E}">
        <p14:creationId xmlns:p14="http://schemas.microsoft.com/office/powerpoint/2010/main" val="738536744"/>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42" presetClass="entr" presetSubtype="0" fill="hold" grpId="0" nodeType="withEffect">
                                  <p:stCondLst>
                                    <p:cond delay="0"/>
                                  </p:stCondLst>
                                  <p:childTnLst>
                                    <p:set>
                                      <p:cBhvr>
                                        <p:cTn id="6" dur="1" fill="hold">
                                          <p:stCondLst>
                                            <p:cond delay="0"/>
                                          </p:stCondLst>
                                        </p:cTn>
                                        <p:tgtEl>
                                          <p:spTgt spid="29"/>
                                        </p:tgtEl>
                                        <p:attrNameLst>
                                          <p:attrName>style.visibility</p:attrName>
                                        </p:attrNameLst>
                                      </p:cBhvr>
                                      <p:to>
                                        <p:strVal val="visible"/>
                                      </p:to>
                                    </p:set>
                                    <p:animEffect transition="in" filter="fade">
                                      <p:cBhvr>
                                        <p:cTn id="7" dur="1000"/>
                                        <p:tgtEl>
                                          <p:spTgt spid="29"/>
                                        </p:tgtEl>
                                      </p:cBhvr>
                                    </p:animEffect>
                                    <p:anim calcmode="lin" valueType="num">
                                      <p:cBhvr>
                                        <p:cTn id="8" dur="1000" fill="hold"/>
                                        <p:tgtEl>
                                          <p:spTgt spid="29"/>
                                        </p:tgtEl>
                                        <p:attrNameLst>
                                          <p:attrName>ppt_x</p:attrName>
                                        </p:attrNameLst>
                                      </p:cBhvr>
                                      <p:tavLst>
                                        <p:tav tm="0">
                                          <p:val>
                                            <p:strVal val="#ppt_x"/>
                                          </p:val>
                                        </p:tav>
                                        <p:tav tm="100000">
                                          <p:val>
                                            <p:strVal val="#ppt_x"/>
                                          </p:val>
                                        </p:tav>
                                      </p:tavLst>
                                    </p:anim>
                                    <p:anim calcmode="lin" valueType="num">
                                      <p:cBhvr>
                                        <p:cTn id="9" dur="1000" fill="hold"/>
                                        <p:tgtEl>
                                          <p:spTgt spid="29"/>
                                        </p:tgtEl>
                                        <p:attrNameLst>
                                          <p:attrName>ppt_y</p:attrName>
                                        </p:attrNameLst>
                                      </p:cBhvr>
                                      <p:tavLst>
                                        <p:tav tm="0">
                                          <p:val>
                                            <p:strVal val="#ppt_y+.1"/>
                                          </p:val>
                                        </p:tav>
                                        <p:tav tm="100000">
                                          <p:val>
                                            <p:strVal val="#ppt_y"/>
                                          </p:val>
                                        </p:tav>
                                      </p:tavLst>
                                    </p:anim>
                                  </p:childTnLst>
                                </p:cTn>
                              </p:par>
                            </p:childTnLst>
                          </p:cTn>
                        </p:par>
                      </p:childTnLst>
                    </p:cTn>
                  </p:par>
                  <p:par>
                    <p:cTn id="10" fill="hold">
                      <p:stCondLst>
                        <p:cond delay="indefinite"/>
                      </p:stCondLst>
                      <p:childTnLst>
                        <p:par>
                          <p:cTn id="11" fill="hold">
                            <p:stCondLst>
                              <p:cond delay="0"/>
                            </p:stCondLst>
                            <p:childTnLst>
                              <p:par>
                                <p:cTn id="12" presetID="12" presetClass="entr" presetSubtype="8" fill="hold" grpId="0" nodeType="clickEffect">
                                  <p:stCondLst>
                                    <p:cond delay="0"/>
                                  </p:stCondLst>
                                  <p:childTnLst>
                                    <p:set>
                                      <p:cBhvr>
                                        <p:cTn id="13" dur="1" fill="hold">
                                          <p:stCondLst>
                                            <p:cond delay="0"/>
                                          </p:stCondLst>
                                        </p:cTn>
                                        <p:tgtEl>
                                          <p:spTgt spid="28"/>
                                        </p:tgtEl>
                                        <p:attrNameLst>
                                          <p:attrName>style.visibility</p:attrName>
                                        </p:attrNameLst>
                                      </p:cBhvr>
                                      <p:to>
                                        <p:strVal val="visible"/>
                                      </p:to>
                                    </p:set>
                                    <p:anim calcmode="lin" valueType="num">
                                      <p:cBhvr additive="base">
                                        <p:cTn id="14" dur="500"/>
                                        <p:tgtEl>
                                          <p:spTgt spid="28"/>
                                        </p:tgtEl>
                                        <p:attrNameLst>
                                          <p:attrName>ppt_x</p:attrName>
                                        </p:attrNameLst>
                                      </p:cBhvr>
                                      <p:tavLst>
                                        <p:tav tm="0">
                                          <p:val>
                                            <p:strVal val="#ppt_x-#ppt_w*1.125000"/>
                                          </p:val>
                                        </p:tav>
                                        <p:tav tm="100000">
                                          <p:val>
                                            <p:strVal val="#ppt_x"/>
                                          </p:val>
                                        </p:tav>
                                      </p:tavLst>
                                    </p:anim>
                                    <p:animEffect transition="in" filter="wipe(right)">
                                      <p:cBhvr>
                                        <p:cTn id="15" dur="500"/>
                                        <p:tgtEl>
                                          <p:spTgt spid="28"/>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9" grpId="0" animBg="1"/>
      <p:bldP spid="28" grpId="0"/>
    </p:bldLst>
  </p:timing>
</p:sld>
</file>

<file path=ppt/slides/slide46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4" name="组合 3">
            <a:extLst>
              <a:ext uri="{FF2B5EF4-FFF2-40B4-BE49-F238E27FC236}">
                <a16:creationId xmlns:a16="http://schemas.microsoft.com/office/drawing/2014/main" id="{9A1EA9F2-FCB6-48C3-935F-7AE7E3AD14AC}"/>
              </a:ext>
            </a:extLst>
          </p:cNvPr>
          <p:cNvGrpSpPr/>
          <p:nvPr/>
        </p:nvGrpSpPr>
        <p:grpSpPr>
          <a:xfrm>
            <a:off x="304800" y="749300"/>
            <a:ext cx="4938199" cy="400110"/>
            <a:chOff x="424117" y="898245"/>
            <a:chExt cx="4938199" cy="400110"/>
          </a:xfrm>
        </p:grpSpPr>
        <p:sp>
          <p:nvSpPr>
            <p:cNvPr id="2" name="平行四边形 1">
              <a:extLst>
                <a:ext uri="{FF2B5EF4-FFF2-40B4-BE49-F238E27FC236}">
                  <a16:creationId xmlns:a16="http://schemas.microsoft.com/office/drawing/2014/main" id="{1F5BAA3F-9845-4F89-A2DD-8222D3E4EDAC}"/>
                </a:ext>
              </a:extLst>
            </p:cNvPr>
            <p:cNvSpPr/>
            <p:nvPr/>
          </p:nvSpPr>
          <p:spPr>
            <a:xfrm>
              <a:off x="424117" y="898245"/>
              <a:ext cx="628306" cy="387090"/>
            </a:xfrm>
            <a:prstGeom prst="parallelogram">
              <a:avLst/>
            </a:prstGeom>
            <a:solidFill>
              <a:schemeClr val="accent3">
                <a:lumMod val="75000"/>
              </a:schemeClr>
            </a:solidFill>
            <a:ln>
              <a:solidFill>
                <a:schemeClr val="accent3">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CN" sz="2200" dirty="0">
                  <a:latin typeface="Impact" panose="020B0806030902050204" pitchFamily="34" charset="0"/>
                </a:rPr>
                <a:t>01</a:t>
              </a:r>
              <a:endParaRPr lang="zh-CN" altLang="en-US" sz="2200" dirty="0">
                <a:latin typeface="Impact" panose="020B0806030902050204" pitchFamily="34" charset="0"/>
              </a:endParaRPr>
            </a:p>
          </p:txBody>
        </p:sp>
        <p:sp>
          <p:nvSpPr>
            <p:cNvPr id="3" name="文本框 2">
              <a:extLst>
                <a:ext uri="{FF2B5EF4-FFF2-40B4-BE49-F238E27FC236}">
                  <a16:creationId xmlns:a16="http://schemas.microsoft.com/office/drawing/2014/main" id="{4D6BD736-A4D3-4F26-AFED-36E11F50F70B}"/>
                </a:ext>
              </a:extLst>
            </p:cNvPr>
            <p:cNvSpPr txBox="1"/>
            <p:nvPr/>
          </p:nvSpPr>
          <p:spPr>
            <a:xfrm>
              <a:off x="1052423" y="898245"/>
              <a:ext cx="4309893" cy="400110"/>
            </a:xfrm>
            <a:prstGeom prst="rect">
              <a:avLst/>
            </a:prstGeom>
            <a:noFill/>
          </p:spPr>
          <p:txBody>
            <a:bodyPr wrap="square" rtlCol="0">
              <a:spAutoFit/>
            </a:bodyPr>
            <a:lstStyle/>
            <a:p>
              <a:r>
                <a:rPr lang="zh-CN" altLang="en-US" sz="2000" b="1" dirty="0">
                  <a:solidFill>
                    <a:schemeClr val="tx1"/>
                  </a:solidFill>
                  <a:latin typeface="Arial Narrow" panose="020B0606020202030204" pitchFamily="34" charset="0"/>
                </a:rPr>
                <a:t>以太网的</a:t>
              </a:r>
              <a:r>
                <a:rPr lang="en-US" altLang="zh-CN" sz="2000" b="1" dirty="0">
                  <a:solidFill>
                    <a:schemeClr val="tx1"/>
                  </a:solidFill>
                  <a:latin typeface="Arial Narrow" panose="020B0606020202030204" pitchFamily="34" charset="0"/>
                </a:rPr>
                <a:t>MAC</a:t>
              </a:r>
              <a:r>
                <a:rPr lang="zh-CN" altLang="en-US" sz="2000" b="1" dirty="0">
                  <a:solidFill>
                    <a:schemeClr val="tx1"/>
                  </a:solidFill>
                  <a:latin typeface="Arial Narrow" panose="020B0606020202030204" pitchFamily="34" charset="0"/>
                </a:rPr>
                <a:t>帧格式</a:t>
              </a:r>
              <a:endParaRPr lang="en-US" altLang="zh-CN" sz="2000" b="1" dirty="0">
                <a:solidFill>
                  <a:schemeClr val="tx1"/>
                </a:solidFill>
                <a:latin typeface="Arial Narrow" panose="020B0606020202030204" pitchFamily="34" charset="0"/>
              </a:endParaRPr>
            </a:p>
          </p:txBody>
        </p:sp>
      </p:grpSp>
      <p:grpSp>
        <p:nvGrpSpPr>
          <p:cNvPr id="6" name="组合 5">
            <a:extLst>
              <a:ext uri="{FF2B5EF4-FFF2-40B4-BE49-F238E27FC236}">
                <a16:creationId xmlns:a16="http://schemas.microsoft.com/office/drawing/2014/main" id="{7E65BE38-8880-40B6-B7C6-B00149F1CBF9}"/>
              </a:ext>
            </a:extLst>
          </p:cNvPr>
          <p:cNvGrpSpPr/>
          <p:nvPr/>
        </p:nvGrpSpPr>
        <p:grpSpPr>
          <a:xfrm>
            <a:off x="504364" y="1907152"/>
            <a:ext cx="11183271" cy="1516548"/>
            <a:chOff x="504364" y="1907152"/>
            <a:chExt cx="11183271" cy="1516548"/>
          </a:xfrm>
        </p:grpSpPr>
        <p:sp>
          <p:nvSpPr>
            <p:cNvPr id="17" name="矩形 16">
              <a:extLst>
                <a:ext uri="{FF2B5EF4-FFF2-40B4-BE49-F238E27FC236}">
                  <a16:creationId xmlns:a16="http://schemas.microsoft.com/office/drawing/2014/main" id="{B8373B51-E5C5-4171-B45C-1D7D0ED7A5BA}"/>
                </a:ext>
              </a:extLst>
            </p:cNvPr>
            <p:cNvSpPr/>
            <p:nvPr/>
          </p:nvSpPr>
          <p:spPr>
            <a:xfrm>
              <a:off x="3044860" y="2423780"/>
              <a:ext cx="864000" cy="499960"/>
            </a:xfrm>
            <a:prstGeom prst="rect">
              <a:avLst/>
            </a:prstGeom>
            <a:solidFill>
              <a:schemeClr val="accent4"/>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zh-CN" altLang="en-US" b="1" dirty="0">
                  <a:solidFill>
                    <a:schemeClr val="bg1"/>
                  </a:solidFill>
                </a:rPr>
                <a:t>类型</a:t>
              </a:r>
            </a:p>
          </p:txBody>
        </p:sp>
        <p:sp>
          <p:nvSpPr>
            <p:cNvPr id="18" name="矩形 17">
              <a:extLst>
                <a:ext uri="{FF2B5EF4-FFF2-40B4-BE49-F238E27FC236}">
                  <a16:creationId xmlns:a16="http://schemas.microsoft.com/office/drawing/2014/main" id="{F6A8D432-8788-4089-A33C-BFE10820A74A}"/>
                </a:ext>
              </a:extLst>
            </p:cNvPr>
            <p:cNvSpPr/>
            <p:nvPr/>
          </p:nvSpPr>
          <p:spPr>
            <a:xfrm>
              <a:off x="3044860" y="2923740"/>
              <a:ext cx="864000" cy="499960"/>
            </a:xfrm>
            <a:prstGeom prst="rect">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CN" sz="2400" b="1" dirty="0">
                  <a:solidFill>
                    <a:schemeClr val="tx1"/>
                  </a:solidFill>
                </a:rPr>
                <a:t>2B</a:t>
              </a:r>
              <a:endParaRPr lang="zh-CN" altLang="en-US" sz="2400" b="1" dirty="0">
                <a:solidFill>
                  <a:schemeClr val="tx1"/>
                </a:solidFill>
              </a:endParaRPr>
            </a:p>
          </p:txBody>
        </p:sp>
        <p:sp>
          <p:nvSpPr>
            <p:cNvPr id="19" name="矩形 18">
              <a:extLst>
                <a:ext uri="{FF2B5EF4-FFF2-40B4-BE49-F238E27FC236}">
                  <a16:creationId xmlns:a16="http://schemas.microsoft.com/office/drawing/2014/main" id="{B3E2FC20-89F5-44AA-80BE-C3E43F92415A}"/>
                </a:ext>
              </a:extLst>
            </p:cNvPr>
            <p:cNvSpPr/>
            <p:nvPr/>
          </p:nvSpPr>
          <p:spPr>
            <a:xfrm>
              <a:off x="504365" y="2423780"/>
              <a:ext cx="1270249" cy="499960"/>
            </a:xfrm>
            <a:prstGeom prst="rect">
              <a:avLst/>
            </a:prstGeom>
            <a:solidFill>
              <a:schemeClr val="accent4"/>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zh-CN" altLang="en-US" b="1" dirty="0">
                  <a:solidFill>
                    <a:schemeClr val="bg1"/>
                  </a:solidFill>
                </a:rPr>
                <a:t>目的地址</a:t>
              </a:r>
            </a:p>
          </p:txBody>
        </p:sp>
        <p:sp>
          <p:nvSpPr>
            <p:cNvPr id="20" name="矩形 19">
              <a:extLst>
                <a:ext uri="{FF2B5EF4-FFF2-40B4-BE49-F238E27FC236}">
                  <a16:creationId xmlns:a16="http://schemas.microsoft.com/office/drawing/2014/main" id="{A9A9BF0A-8F4F-40F5-81B1-1112B2FB48D9}"/>
                </a:ext>
              </a:extLst>
            </p:cNvPr>
            <p:cNvSpPr/>
            <p:nvPr/>
          </p:nvSpPr>
          <p:spPr>
            <a:xfrm>
              <a:off x="504364" y="2923740"/>
              <a:ext cx="1270249" cy="499960"/>
            </a:xfrm>
            <a:prstGeom prst="rect">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CN" sz="2400" b="1" dirty="0">
                  <a:solidFill>
                    <a:schemeClr val="tx1"/>
                  </a:solidFill>
                </a:rPr>
                <a:t>6B</a:t>
              </a:r>
              <a:endParaRPr lang="zh-CN" altLang="en-US" sz="2400" b="1" dirty="0">
                <a:solidFill>
                  <a:schemeClr val="tx1"/>
                </a:solidFill>
              </a:endParaRPr>
            </a:p>
          </p:txBody>
        </p:sp>
        <p:sp>
          <p:nvSpPr>
            <p:cNvPr id="21" name="矩形 20">
              <a:extLst>
                <a:ext uri="{FF2B5EF4-FFF2-40B4-BE49-F238E27FC236}">
                  <a16:creationId xmlns:a16="http://schemas.microsoft.com/office/drawing/2014/main" id="{C49E1AD9-8855-44C2-82F0-B4E295D48E61}"/>
                </a:ext>
              </a:extLst>
            </p:cNvPr>
            <p:cNvSpPr/>
            <p:nvPr/>
          </p:nvSpPr>
          <p:spPr>
            <a:xfrm>
              <a:off x="1774613" y="2423780"/>
              <a:ext cx="1270249" cy="499960"/>
            </a:xfrm>
            <a:prstGeom prst="rect">
              <a:avLst/>
            </a:prstGeom>
            <a:solidFill>
              <a:schemeClr val="accent4"/>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zh-CN" altLang="en-US" b="1" dirty="0">
                  <a:solidFill>
                    <a:schemeClr val="bg1"/>
                  </a:solidFill>
                </a:rPr>
                <a:t>源地址</a:t>
              </a:r>
            </a:p>
          </p:txBody>
        </p:sp>
        <p:sp>
          <p:nvSpPr>
            <p:cNvPr id="22" name="矩形 21">
              <a:extLst>
                <a:ext uri="{FF2B5EF4-FFF2-40B4-BE49-F238E27FC236}">
                  <a16:creationId xmlns:a16="http://schemas.microsoft.com/office/drawing/2014/main" id="{78034EC5-4156-4A39-83CE-2A7DAEEF8B93}"/>
                </a:ext>
              </a:extLst>
            </p:cNvPr>
            <p:cNvSpPr/>
            <p:nvPr/>
          </p:nvSpPr>
          <p:spPr>
            <a:xfrm>
              <a:off x="1774612" y="2923740"/>
              <a:ext cx="1270249" cy="499960"/>
            </a:xfrm>
            <a:prstGeom prst="rect">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CN" sz="2400" b="1" dirty="0">
                  <a:solidFill>
                    <a:schemeClr val="tx1"/>
                  </a:solidFill>
                </a:rPr>
                <a:t>6B</a:t>
              </a:r>
              <a:endParaRPr lang="zh-CN" altLang="en-US" sz="2400" b="1" dirty="0">
                <a:solidFill>
                  <a:schemeClr val="tx1"/>
                </a:solidFill>
              </a:endParaRPr>
            </a:p>
          </p:txBody>
        </p:sp>
        <p:sp>
          <p:nvSpPr>
            <p:cNvPr id="23" name="矩形 22">
              <a:extLst>
                <a:ext uri="{FF2B5EF4-FFF2-40B4-BE49-F238E27FC236}">
                  <a16:creationId xmlns:a16="http://schemas.microsoft.com/office/drawing/2014/main" id="{814C1395-FA83-4680-B20E-239962D12A27}"/>
                </a:ext>
              </a:extLst>
            </p:cNvPr>
            <p:cNvSpPr/>
            <p:nvPr/>
          </p:nvSpPr>
          <p:spPr>
            <a:xfrm>
              <a:off x="3908859" y="2423780"/>
              <a:ext cx="6759387" cy="499960"/>
            </a:xfrm>
            <a:prstGeom prst="rect">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zh-CN" altLang="en-US" b="1" dirty="0">
                  <a:solidFill>
                    <a:schemeClr val="accent4"/>
                  </a:solidFill>
                </a:rPr>
                <a:t>数据载荷</a:t>
              </a:r>
            </a:p>
          </p:txBody>
        </p:sp>
        <p:sp>
          <p:nvSpPr>
            <p:cNvPr id="24" name="矩形 23">
              <a:extLst>
                <a:ext uri="{FF2B5EF4-FFF2-40B4-BE49-F238E27FC236}">
                  <a16:creationId xmlns:a16="http://schemas.microsoft.com/office/drawing/2014/main" id="{9D3935B4-1C82-4388-9E50-ED8E3BDEDC6C}"/>
                </a:ext>
              </a:extLst>
            </p:cNvPr>
            <p:cNvSpPr/>
            <p:nvPr/>
          </p:nvSpPr>
          <p:spPr>
            <a:xfrm>
              <a:off x="3908857" y="2923740"/>
              <a:ext cx="6759387" cy="499960"/>
            </a:xfrm>
            <a:prstGeom prst="rect">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CN" sz="2400" b="1" dirty="0">
                  <a:solidFill>
                    <a:schemeClr val="tx1"/>
                  </a:solidFill>
                </a:rPr>
                <a:t>46B ~ 1500B</a:t>
              </a:r>
              <a:endParaRPr lang="zh-CN" altLang="en-US" sz="2400" b="1" dirty="0">
                <a:solidFill>
                  <a:schemeClr val="tx1"/>
                </a:solidFill>
              </a:endParaRPr>
            </a:p>
          </p:txBody>
        </p:sp>
        <p:sp>
          <p:nvSpPr>
            <p:cNvPr id="25" name="矩形 24">
              <a:extLst>
                <a:ext uri="{FF2B5EF4-FFF2-40B4-BE49-F238E27FC236}">
                  <a16:creationId xmlns:a16="http://schemas.microsoft.com/office/drawing/2014/main" id="{E69425EE-C98C-495B-8976-1ECD2111A1FE}"/>
                </a:ext>
              </a:extLst>
            </p:cNvPr>
            <p:cNvSpPr/>
            <p:nvPr/>
          </p:nvSpPr>
          <p:spPr>
            <a:xfrm>
              <a:off x="10668248" y="2423780"/>
              <a:ext cx="1019387" cy="499960"/>
            </a:xfrm>
            <a:prstGeom prst="rect">
              <a:avLst/>
            </a:prstGeom>
            <a:solidFill>
              <a:schemeClr val="accent4"/>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CN" b="1" dirty="0">
                  <a:solidFill>
                    <a:schemeClr val="bg1"/>
                  </a:solidFill>
                </a:rPr>
                <a:t>FCS</a:t>
              </a:r>
              <a:endParaRPr lang="zh-CN" altLang="en-US" b="1" dirty="0">
                <a:solidFill>
                  <a:schemeClr val="bg1"/>
                </a:solidFill>
              </a:endParaRPr>
            </a:p>
          </p:txBody>
        </p:sp>
        <p:sp>
          <p:nvSpPr>
            <p:cNvPr id="26" name="矩形 25">
              <a:extLst>
                <a:ext uri="{FF2B5EF4-FFF2-40B4-BE49-F238E27FC236}">
                  <a16:creationId xmlns:a16="http://schemas.microsoft.com/office/drawing/2014/main" id="{9DDAF941-4B49-486D-8083-895873763D75}"/>
                </a:ext>
              </a:extLst>
            </p:cNvPr>
            <p:cNvSpPr/>
            <p:nvPr/>
          </p:nvSpPr>
          <p:spPr>
            <a:xfrm>
              <a:off x="10668247" y="2923740"/>
              <a:ext cx="1019387" cy="499960"/>
            </a:xfrm>
            <a:prstGeom prst="rect">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CN" sz="2400" b="1" dirty="0">
                  <a:solidFill>
                    <a:schemeClr val="tx1"/>
                  </a:solidFill>
                </a:rPr>
                <a:t>4B</a:t>
              </a:r>
              <a:endParaRPr lang="zh-CN" altLang="en-US" sz="2400" b="1" dirty="0">
                <a:solidFill>
                  <a:schemeClr val="tx1"/>
                </a:solidFill>
              </a:endParaRPr>
            </a:p>
          </p:txBody>
        </p:sp>
        <p:sp>
          <p:nvSpPr>
            <p:cNvPr id="27" name="矩形 26">
              <a:extLst>
                <a:ext uri="{FF2B5EF4-FFF2-40B4-BE49-F238E27FC236}">
                  <a16:creationId xmlns:a16="http://schemas.microsoft.com/office/drawing/2014/main" id="{95417171-2044-4E8A-B522-54E76C17E32A}"/>
                </a:ext>
              </a:extLst>
            </p:cNvPr>
            <p:cNvSpPr/>
            <p:nvPr/>
          </p:nvSpPr>
          <p:spPr>
            <a:xfrm>
              <a:off x="504364" y="1922326"/>
              <a:ext cx="11183271" cy="499960"/>
            </a:xfrm>
            <a:prstGeom prst="rect">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zh-CN" altLang="en-US" b="1" dirty="0">
                  <a:solidFill>
                    <a:schemeClr val="tx1"/>
                  </a:solidFill>
                </a:rPr>
                <a:t>以太网</a:t>
              </a:r>
              <a:r>
                <a:rPr lang="en-US" altLang="zh-CN" b="1" dirty="0">
                  <a:solidFill>
                    <a:schemeClr val="tx1"/>
                  </a:solidFill>
                </a:rPr>
                <a:t>V2</a:t>
              </a:r>
              <a:r>
                <a:rPr lang="zh-CN" altLang="en-US" b="1" dirty="0">
                  <a:solidFill>
                    <a:schemeClr val="tx1"/>
                  </a:solidFill>
                </a:rPr>
                <a:t>的</a:t>
              </a:r>
              <a:r>
                <a:rPr lang="en-US" altLang="zh-CN" b="1" dirty="0">
                  <a:solidFill>
                    <a:schemeClr val="tx1"/>
                  </a:solidFill>
                </a:rPr>
                <a:t>MAC</a:t>
              </a:r>
              <a:r>
                <a:rPr lang="zh-CN" altLang="en-US" b="1" dirty="0">
                  <a:solidFill>
                    <a:schemeClr val="tx1"/>
                  </a:solidFill>
                </a:rPr>
                <a:t>帧</a:t>
              </a:r>
            </a:p>
          </p:txBody>
        </p:sp>
        <p:sp>
          <p:nvSpPr>
            <p:cNvPr id="28" name="文本框 27">
              <a:extLst>
                <a:ext uri="{FF2B5EF4-FFF2-40B4-BE49-F238E27FC236}">
                  <a16:creationId xmlns:a16="http://schemas.microsoft.com/office/drawing/2014/main" id="{B1BBA8BD-6A2D-4FFD-BAE5-5B18050E8CCF}"/>
                </a:ext>
              </a:extLst>
            </p:cNvPr>
            <p:cNvSpPr txBox="1"/>
            <p:nvPr/>
          </p:nvSpPr>
          <p:spPr>
            <a:xfrm>
              <a:off x="6864580" y="1907152"/>
              <a:ext cx="2628075" cy="461665"/>
            </a:xfrm>
            <a:prstGeom prst="rect">
              <a:avLst/>
            </a:prstGeom>
            <a:noFill/>
          </p:spPr>
          <p:txBody>
            <a:bodyPr wrap="square">
              <a:spAutoFit/>
            </a:bodyPr>
            <a:lstStyle/>
            <a:p>
              <a:r>
                <a:rPr lang="zh-CN" altLang="en-US" b="1" dirty="0">
                  <a:solidFill>
                    <a:schemeClr val="tx1"/>
                  </a:solidFill>
                </a:rPr>
                <a:t>（最大长度</a:t>
              </a:r>
              <a:r>
                <a:rPr lang="en-US" altLang="zh-CN" sz="2400" b="1" dirty="0">
                  <a:solidFill>
                    <a:schemeClr val="tx1"/>
                  </a:solidFill>
                </a:rPr>
                <a:t>1518B</a:t>
              </a:r>
              <a:r>
                <a:rPr lang="zh-CN" altLang="en-US" b="1" dirty="0">
                  <a:solidFill>
                    <a:schemeClr val="tx1"/>
                  </a:solidFill>
                </a:rPr>
                <a:t>）</a:t>
              </a:r>
              <a:endParaRPr lang="zh-CN" altLang="en-US" dirty="0"/>
            </a:p>
          </p:txBody>
        </p:sp>
      </p:grpSp>
      <p:sp>
        <p:nvSpPr>
          <p:cNvPr id="30" name="文本框 29">
            <a:extLst>
              <a:ext uri="{FF2B5EF4-FFF2-40B4-BE49-F238E27FC236}">
                <a16:creationId xmlns:a16="http://schemas.microsoft.com/office/drawing/2014/main" id="{683ED710-3748-4152-BBAB-55863661A957}"/>
              </a:ext>
            </a:extLst>
          </p:cNvPr>
          <p:cNvSpPr txBox="1"/>
          <p:nvPr/>
        </p:nvSpPr>
        <p:spPr>
          <a:xfrm>
            <a:off x="504364" y="4387334"/>
            <a:ext cx="1462583" cy="369332"/>
          </a:xfrm>
          <a:prstGeom prst="rect">
            <a:avLst/>
          </a:prstGeom>
          <a:noFill/>
        </p:spPr>
        <p:txBody>
          <a:bodyPr wrap="square">
            <a:spAutoFit/>
          </a:bodyPr>
          <a:lstStyle/>
          <a:p>
            <a:r>
              <a:rPr lang="zh-CN" altLang="en-US" b="1" dirty="0">
                <a:solidFill>
                  <a:schemeClr val="accent4"/>
                </a:solidFill>
              </a:rPr>
              <a:t>数据链路层</a:t>
            </a:r>
          </a:p>
        </p:txBody>
      </p:sp>
      <p:sp>
        <p:nvSpPr>
          <p:cNvPr id="32" name="矩形 31">
            <a:extLst>
              <a:ext uri="{FF2B5EF4-FFF2-40B4-BE49-F238E27FC236}">
                <a16:creationId xmlns:a16="http://schemas.microsoft.com/office/drawing/2014/main" id="{AACF4401-37C9-479C-B88B-09983953A1A1}"/>
              </a:ext>
            </a:extLst>
          </p:cNvPr>
          <p:cNvSpPr/>
          <p:nvPr/>
        </p:nvSpPr>
        <p:spPr>
          <a:xfrm>
            <a:off x="2409736" y="4322020"/>
            <a:ext cx="2756318" cy="499960"/>
          </a:xfrm>
          <a:prstGeom prst="rect">
            <a:avLst/>
          </a:prstGeom>
          <a:ln/>
        </p:spPr>
        <p:style>
          <a:lnRef idx="2">
            <a:schemeClr val="accent4">
              <a:shade val="50000"/>
            </a:schemeClr>
          </a:lnRef>
          <a:fillRef idx="1">
            <a:schemeClr val="accent4"/>
          </a:fillRef>
          <a:effectRef idx="0">
            <a:schemeClr val="accent4"/>
          </a:effectRef>
          <a:fontRef idx="minor">
            <a:schemeClr val="lt1"/>
          </a:fontRef>
        </p:style>
        <p:txBody>
          <a:bodyPr rtlCol="0" anchor="ctr"/>
          <a:lstStyle/>
          <a:p>
            <a:pPr algn="ctr"/>
            <a:r>
              <a:rPr lang="zh-CN" altLang="en-US" b="1" dirty="0">
                <a:solidFill>
                  <a:schemeClr val="bg1"/>
                </a:solidFill>
              </a:rPr>
              <a:t>以太网</a:t>
            </a:r>
            <a:r>
              <a:rPr lang="en-US" altLang="zh-CN" b="1" dirty="0">
                <a:solidFill>
                  <a:schemeClr val="bg1"/>
                </a:solidFill>
              </a:rPr>
              <a:t>V2</a:t>
            </a:r>
            <a:r>
              <a:rPr lang="zh-CN" altLang="en-US" b="1" dirty="0">
                <a:solidFill>
                  <a:schemeClr val="bg1"/>
                </a:solidFill>
              </a:rPr>
              <a:t>的</a:t>
            </a:r>
            <a:r>
              <a:rPr lang="en-US" altLang="zh-CN" b="1" dirty="0">
                <a:solidFill>
                  <a:schemeClr val="bg1"/>
                </a:solidFill>
              </a:rPr>
              <a:t>MAC</a:t>
            </a:r>
            <a:r>
              <a:rPr lang="zh-CN" altLang="en-US" b="1" dirty="0">
                <a:solidFill>
                  <a:schemeClr val="bg1"/>
                </a:solidFill>
              </a:rPr>
              <a:t>帧</a:t>
            </a:r>
          </a:p>
        </p:txBody>
      </p:sp>
    </p:spTree>
    <p:custDataLst>
      <p:tags r:id="rId1"/>
    </p:custDataLst>
    <p:extLst>
      <p:ext uri="{BB962C8B-B14F-4D97-AF65-F5344CB8AC3E}">
        <p14:creationId xmlns:p14="http://schemas.microsoft.com/office/powerpoint/2010/main" val="721369194"/>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 presetClass="entr" presetSubtype="0" fill="hold" grpId="0" nodeType="withEffect">
                                  <p:stCondLst>
                                    <p:cond delay="0"/>
                                  </p:stCondLst>
                                  <p:iterate type="lt">
                                    <p:tmAbs val="100"/>
                                  </p:iterate>
                                  <p:childTnLst>
                                    <p:set>
                                      <p:cBhvr>
                                        <p:cTn id="6" dur="1" fill="hold">
                                          <p:stCondLst>
                                            <p:cond delay="0"/>
                                          </p:stCondLst>
                                        </p:cTn>
                                        <p:tgtEl>
                                          <p:spTgt spid="30"/>
                                        </p:tgtEl>
                                        <p:attrNameLst>
                                          <p:attrName>style.visibility</p:attrName>
                                        </p:attrNameLst>
                                      </p:cBhvr>
                                      <p:to>
                                        <p:strVal val="visible"/>
                                      </p:to>
                                    </p:set>
                                  </p:childTnLst>
                                </p:cTn>
                              </p:par>
                              <p:par>
                                <p:cTn id="7" presetID="10" presetClass="exit" presetSubtype="0" accel="50000" decel="50000" fill="hold" nodeType="withEffect">
                                  <p:stCondLst>
                                    <p:cond delay="0"/>
                                  </p:stCondLst>
                                  <p:childTnLst>
                                    <p:animEffect transition="out" filter="fade">
                                      <p:cBhvr>
                                        <p:cTn id="8" dur="2000"/>
                                        <p:tgtEl>
                                          <p:spTgt spid="6"/>
                                        </p:tgtEl>
                                      </p:cBhvr>
                                    </p:animEffect>
                                    <p:set>
                                      <p:cBhvr>
                                        <p:cTn id="9" dur="1" fill="hold">
                                          <p:stCondLst>
                                            <p:cond delay="1999"/>
                                          </p:stCondLst>
                                        </p:cTn>
                                        <p:tgtEl>
                                          <p:spTgt spid="6"/>
                                        </p:tgtEl>
                                        <p:attrNameLst>
                                          <p:attrName>style.visibility</p:attrName>
                                        </p:attrNameLst>
                                      </p:cBhvr>
                                      <p:to>
                                        <p:strVal val="hidden"/>
                                      </p:to>
                                    </p:set>
                                  </p:childTnLst>
                                </p:cTn>
                              </p:par>
                              <p:par>
                                <p:cTn id="10" presetID="10" presetClass="entr" presetSubtype="0" accel="50000" decel="50000" fill="hold" grpId="0" nodeType="withEffect">
                                  <p:stCondLst>
                                    <p:cond delay="0"/>
                                  </p:stCondLst>
                                  <p:childTnLst>
                                    <p:set>
                                      <p:cBhvr>
                                        <p:cTn id="11" dur="1" fill="hold">
                                          <p:stCondLst>
                                            <p:cond delay="0"/>
                                          </p:stCondLst>
                                        </p:cTn>
                                        <p:tgtEl>
                                          <p:spTgt spid="32"/>
                                        </p:tgtEl>
                                        <p:attrNameLst>
                                          <p:attrName>style.visibility</p:attrName>
                                        </p:attrNameLst>
                                      </p:cBhvr>
                                      <p:to>
                                        <p:strVal val="visible"/>
                                      </p:to>
                                    </p:set>
                                    <p:animEffect transition="in" filter="fade">
                                      <p:cBhvr>
                                        <p:cTn id="12" dur="2000"/>
                                        <p:tgtEl>
                                          <p:spTgt spid="32"/>
                                        </p:tgtEl>
                                      </p:cBhvr>
                                    </p:animEffect>
                                  </p:childTnLst>
                                </p:cTn>
                              </p:par>
                              <p:par>
                                <p:cTn id="13" presetID="63" presetClass="path" presetSubtype="0" accel="50000" decel="50000" fill="hold" nodeType="withEffect">
                                  <p:stCondLst>
                                    <p:cond delay="0"/>
                                  </p:stCondLst>
                                  <p:childTnLst>
                                    <p:animMotion origin="layout" path="M 0 0 L -0.189313 0.278007 E" pathEditMode="relative" ptsTypes="">
                                      <p:cBhvr>
                                        <p:cTn id="14" dur="2000" fill="hold"/>
                                        <p:tgtEl>
                                          <p:spTgt spid="6"/>
                                        </p:tgtEl>
                                        <p:attrNameLst>
                                          <p:attrName>ppt_x</p:attrName>
                                          <p:attrName>ppt_y</p:attrName>
                                        </p:attrNameLst>
                                      </p:cBhvr>
                                    </p:animMotion>
                                  </p:childTnLst>
                                </p:cTn>
                              </p:par>
                              <p:par>
                                <p:cTn id="15" presetID="63" presetClass="path" presetSubtype="0" accel="50000" decel="50000" fill="hold" grpId="1" nodeType="withEffect">
                                  <p:stCondLst>
                                    <p:cond delay="0"/>
                                  </p:stCondLst>
                                  <p:childTnLst>
                                    <p:animMotion origin="layout" path="M 0.189313 -0.278007 L 0 0 E" pathEditMode="relative" ptsTypes="">
                                      <p:cBhvr>
                                        <p:cTn id="16" dur="2000" fill="hold"/>
                                        <p:tgtEl>
                                          <p:spTgt spid="32"/>
                                        </p:tgtEl>
                                        <p:attrNameLst>
                                          <p:attrName>ppt_x</p:attrName>
                                          <p:attrName>ppt_y</p:attrName>
                                        </p:attrNameLst>
                                      </p:cBhvr>
                                    </p:animMotion>
                                  </p:childTnLst>
                                </p:cTn>
                              </p:par>
                              <p:par>
                                <p:cTn id="17" presetID="6" presetClass="emph" presetSubtype="0" accel="50000" decel="50000" fill="hold" nodeType="withEffect">
                                  <p:stCondLst>
                                    <p:cond delay="0"/>
                                  </p:stCondLst>
                                  <p:childTnLst>
                                    <p:animScale>
                                      <p:cBhvr>
                                        <p:cTn id="18" dur="2000" fill="hold"/>
                                        <p:tgtEl>
                                          <p:spTgt spid="6"/>
                                        </p:tgtEl>
                                      </p:cBhvr>
                                      <p:by x="150000" y="150000"/>
                                      <p:from x="100000" y="100000"/>
                                      <p:to x="24647" y="32967"/>
                                    </p:animScale>
                                  </p:childTnLst>
                                </p:cTn>
                              </p:par>
                              <p:par>
                                <p:cTn id="19" presetID="6" presetClass="emph" presetSubtype="0" accel="50000" decel="50000" fill="hold" grpId="2" nodeType="withEffect">
                                  <p:stCondLst>
                                    <p:cond delay="0"/>
                                  </p:stCondLst>
                                  <p:childTnLst>
                                    <p:animScale>
                                      <p:cBhvr>
                                        <p:cTn id="20" dur="2000" fill="hold"/>
                                        <p:tgtEl>
                                          <p:spTgt spid="32"/>
                                        </p:tgtEl>
                                      </p:cBhvr>
                                      <p:by x="150000" y="150000"/>
                                      <p:from x="405732" y="303334"/>
                                      <p:to x="100000" y="100000"/>
                                    </p:animScale>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0" grpId="0"/>
      <p:bldP spid="32" grpId="0" animBg="1"/>
      <p:bldP spid="32" grpId="1" animBg="1"/>
      <p:bldP spid="32" grpId="2" animBg="1"/>
    </p:bldLst>
  </p:timing>
</p:sld>
</file>

<file path=ppt/slides/slide46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4" name="组合 3">
            <a:extLst>
              <a:ext uri="{FF2B5EF4-FFF2-40B4-BE49-F238E27FC236}">
                <a16:creationId xmlns:a16="http://schemas.microsoft.com/office/drawing/2014/main" id="{9A1EA9F2-FCB6-48C3-935F-7AE7E3AD14AC}"/>
              </a:ext>
            </a:extLst>
          </p:cNvPr>
          <p:cNvGrpSpPr/>
          <p:nvPr/>
        </p:nvGrpSpPr>
        <p:grpSpPr>
          <a:xfrm>
            <a:off x="304800" y="749300"/>
            <a:ext cx="4938199" cy="400110"/>
            <a:chOff x="424117" y="898245"/>
            <a:chExt cx="4938199" cy="400110"/>
          </a:xfrm>
        </p:grpSpPr>
        <p:sp>
          <p:nvSpPr>
            <p:cNvPr id="2" name="平行四边形 1">
              <a:extLst>
                <a:ext uri="{FF2B5EF4-FFF2-40B4-BE49-F238E27FC236}">
                  <a16:creationId xmlns:a16="http://schemas.microsoft.com/office/drawing/2014/main" id="{1F5BAA3F-9845-4F89-A2DD-8222D3E4EDAC}"/>
                </a:ext>
              </a:extLst>
            </p:cNvPr>
            <p:cNvSpPr/>
            <p:nvPr/>
          </p:nvSpPr>
          <p:spPr>
            <a:xfrm>
              <a:off x="424117" y="898245"/>
              <a:ext cx="628306" cy="387090"/>
            </a:xfrm>
            <a:prstGeom prst="parallelogram">
              <a:avLst/>
            </a:prstGeom>
            <a:solidFill>
              <a:schemeClr val="accent3">
                <a:lumMod val="75000"/>
              </a:schemeClr>
            </a:solidFill>
            <a:ln>
              <a:solidFill>
                <a:schemeClr val="accent3">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CN" sz="2200" dirty="0">
                  <a:latin typeface="Impact" panose="020B0806030902050204" pitchFamily="34" charset="0"/>
                </a:rPr>
                <a:t>01</a:t>
              </a:r>
              <a:endParaRPr lang="zh-CN" altLang="en-US" sz="2200" dirty="0">
                <a:latin typeface="Impact" panose="020B0806030902050204" pitchFamily="34" charset="0"/>
              </a:endParaRPr>
            </a:p>
          </p:txBody>
        </p:sp>
        <p:sp>
          <p:nvSpPr>
            <p:cNvPr id="3" name="文本框 2">
              <a:extLst>
                <a:ext uri="{FF2B5EF4-FFF2-40B4-BE49-F238E27FC236}">
                  <a16:creationId xmlns:a16="http://schemas.microsoft.com/office/drawing/2014/main" id="{4D6BD736-A4D3-4F26-AFED-36E11F50F70B}"/>
                </a:ext>
              </a:extLst>
            </p:cNvPr>
            <p:cNvSpPr txBox="1"/>
            <p:nvPr/>
          </p:nvSpPr>
          <p:spPr>
            <a:xfrm>
              <a:off x="1052423" y="898245"/>
              <a:ext cx="4309893" cy="400110"/>
            </a:xfrm>
            <a:prstGeom prst="rect">
              <a:avLst/>
            </a:prstGeom>
            <a:noFill/>
          </p:spPr>
          <p:txBody>
            <a:bodyPr wrap="square" rtlCol="0">
              <a:spAutoFit/>
            </a:bodyPr>
            <a:lstStyle/>
            <a:p>
              <a:r>
                <a:rPr lang="zh-CN" altLang="en-US" sz="2000" b="1" dirty="0">
                  <a:solidFill>
                    <a:schemeClr val="tx1"/>
                  </a:solidFill>
                  <a:latin typeface="Arial Narrow" panose="020B0606020202030204" pitchFamily="34" charset="0"/>
                </a:rPr>
                <a:t>以太网的</a:t>
              </a:r>
              <a:r>
                <a:rPr lang="en-US" altLang="zh-CN" sz="2000" b="1" dirty="0">
                  <a:solidFill>
                    <a:schemeClr val="tx1"/>
                  </a:solidFill>
                  <a:latin typeface="Arial Narrow" panose="020B0606020202030204" pitchFamily="34" charset="0"/>
                </a:rPr>
                <a:t>MAC</a:t>
              </a:r>
              <a:r>
                <a:rPr lang="zh-CN" altLang="en-US" sz="2000" b="1" dirty="0">
                  <a:solidFill>
                    <a:schemeClr val="tx1"/>
                  </a:solidFill>
                  <a:latin typeface="Arial Narrow" panose="020B0606020202030204" pitchFamily="34" charset="0"/>
                </a:rPr>
                <a:t>帧格式</a:t>
              </a:r>
              <a:endParaRPr lang="en-US" altLang="zh-CN" sz="2000" b="1" dirty="0">
                <a:solidFill>
                  <a:schemeClr val="tx1"/>
                </a:solidFill>
                <a:latin typeface="Arial Narrow" panose="020B0606020202030204" pitchFamily="34" charset="0"/>
              </a:endParaRPr>
            </a:p>
          </p:txBody>
        </p:sp>
      </p:grpSp>
      <p:sp>
        <p:nvSpPr>
          <p:cNvPr id="30" name="文本框 29">
            <a:extLst>
              <a:ext uri="{FF2B5EF4-FFF2-40B4-BE49-F238E27FC236}">
                <a16:creationId xmlns:a16="http://schemas.microsoft.com/office/drawing/2014/main" id="{683ED710-3748-4152-BBAB-55863661A957}"/>
              </a:ext>
            </a:extLst>
          </p:cNvPr>
          <p:cNvSpPr txBox="1"/>
          <p:nvPr/>
        </p:nvSpPr>
        <p:spPr>
          <a:xfrm>
            <a:off x="504364" y="4387334"/>
            <a:ext cx="1462583" cy="369332"/>
          </a:xfrm>
          <a:prstGeom prst="rect">
            <a:avLst/>
          </a:prstGeom>
          <a:noFill/>
        </p:spPr>
        <p:txBody>
          <a:bodyPr wrap="square">
            <a:spAutoFit/>
          </a:bodyPr>
          <a:lstStyle/>
          <a:p>
            <a:r>
              <a:rPr lang="zh-CN" altLang="en-US" b="1" dirty="0">
                <a:solidFill>
                  <a:schemeClr val="accent4"/>
                </a:solidFill>
              </a:rPr>
              <a:t>数据链路层</a:t>
            </a:r>
          </a:p>
        </p:txBody>
      </p:sp>
      <p:sp>
        <p:nvSpPr>
          <p:cNvPr id="31" name="文本框 30">
            <a:extLst>
              <a:ext uri="{FF2B5EF4-FFF2-40B4-BE49-F238E27FC236}">
                <a16:creationId xmlns:a16="http://schemas.microsoft.com/office/drawing/2014/main" id="{988AD9BE-E577-453E-AA12-E5FCB13ADBBC}"/>
              </a:ext>
            </a:extLst>
          </p:cNvPr>
          <p:cNvSpPr txBox="1"/>
          <p:nvPr/>
        </p:nvSpPr>
        <p:spPr>
          <a:xfrm>
            <a:off x="504364" y="5269675"/>
            <a:ext cx="942889" cy="369332"/>
          </a:xfrm>
          <a:prstGeom prst="rect">
            <a:avLst/>
          </a:prstGeom>
          <a:noFill/>
        </p:spPr>
        <p:txBody>
          <a:bodyPr wrap="square">
            <a:spAutoFit/>
          </a:bodyPr>
          <a:lstStyle/>
          <a:p>
            <a:r>
              <a:rPr lang="zh-CN" altLang="en-US" b="1" dirty="0">
                <a:solidFill>
                  <a:schemeClr val="tx2"/>
                </a:solidFill>
              </a:rPr>
              <a:t>物理层</a:t>
            </a:r>
          </a:p>
        </p:txBody>
      </p:sp>
      <p:sp>
        <p:nvSpPr>
          <p:cNvPr id="32" name="矩形 31">
            <a:extLst>
              <a:ext uri="{FF2B5EF4-FFF2-40B4-BE49-F238E27FC236}">
                <a16:creationId xmlns:a16="http://schemas.microsoft.com/office/drawing/2014/main" id="{AACF4401-37C9-479C-B88B-09983953A1A1}"/>
              </a:ext>
            </a:extLst>
          </p:cNvPr>
          <p:cNvSpPr/>
          <p:nvPr/>
        </p:nvSpPr>
        <p:spPr>
          <a:xfrm>
            <a:off x="2409736" y="4322020"/>
            <a:ext cx="2756318" cy="499960"/>
          </a:xfrm>
          <a:prstGeom prst="rect">
            <a:avLst/>
          </a:prstGeom>
          <a:ln/>
        </p:spPr>
        <p:style>
          <a:lnRef idx="2">
            <a:schemeClr val="accent4">
              <a:shade val="50000"/>
            </a:schemeClr>
          </a:lnRef>
          <a:fillRef idx="1">
            <a:schemeClr val="accent4"/>
          </a:fillRef>
          <a:effectRef idx="0">
            <a:schemeClr val="accent4"/>
          </a:effectRef>
          <a:fontRef idx="minor">
            <a:schemeClr val="lt1"/>
          </a:fontRef>
        </p:style>
        <p:txBody>
          <a:bodyPr rtlCol="0" anchor="ctr"/>
          <a:lstStyle/>
          <a:p>
            <a:pPr algn="ctr"/>
            <a:r>
              <a:rPr lang="zh-CN" altLang="en-US" b="1" dirty="0">
                <a:solidFill>
                  <a:schemeClr val="bg1"/>
                </a:solidFill>
              </a:rPr>
              <a:t>以太网</a:t>
            </a:r>
            <a:r>
              <a:rPr lang="en-US" altLang="zh-CN" b="1" dirty="0">
                <a:solidFill>
                  <a:schemeClr val="bg1"/>
                </a:solidFill>
              </a:rPr>
              <a:t>V2</a:t>
            </a:r>
            <a:r>
              <a:rPr lang="zh-CN" altLang="en-US" b="1" dirty="0">
                <a:solidFill>
                  <a:schemeClr val="bg1"/>
                </a:solidFill>
              </a:rPr>
              <a:t>的</a:t>
            </a:r>
            <a:r>
              <a:rPr lang="en-US" altLang="zh-CN" b="1" dirty="0">
                <a:solidFill>
                  <a:schemeClr val="bg1"/>
                </a:solidFill>
              </a:rPr>
              <a:t>MAC</a:t>
            </a:r>
            <a:r>
              <a:rPr lang="zh-CN" altLang="en-US" b="1" dirty="0">
                <a:solidFill>
                  <a:schemeClr val="bg1"/>
                </a:solidFill>
              </a:rPr>
              <a:t>帧</a:t>
            </a:r>
          </a:p>
        </p:txBody>
      </p:sp>
      <p:sp>
        <p:nvSpPr>
          <p:cNvPr id="29" name="矩形 28">
            <a:extLst>
              <a:ext uri="{FF2B5EF4-FFF2-40B4-BE49-F238E27FC236}">
                <a16:creationId xmlns:a16="http://schemas.microsoft.com/office/drawing/2014/main" id="{A950D95A-CF5D-41CE-95D0-28EE1CF284FD}"/>
              </a:ext>
            </a:extLst>
          </p:cNvPr>
          <p:cNvSpPr/>
          <p:nvPr/>
        </p:nvSpPr>
        <p:spPr>
          <a:xfrm>
            <a:off x="2409736" y="5205094"/>
            <a:ext cx="2756318" cy="499960"/>
          </a:xfrm>
          <a:prstGeom prst="rect">
            <a:avLst/>
          </a:prstGeom>
          <a:ln/>
        </p:spPr>
        <p:style>
          <a:lnRef idx="2">
            <a:schemeClr val="accent4">
              <a:shade val="50000"/>
            </a:schemeClr>
          </a:lnRef>
          <a:fillRef idx="1">
            <a:schemeClr val="accent4"/>
          </a:fillRef>
          <a:effectRef idx="0">
            <a:schemeClr val="accent4"/>
          </a:effectRef>
          <a:fontRef idx="minor">
            <a:schemeClr val="lt1"/>
          </a:fontRef>
        </p:style>
        <p:txBody>
          <a:bodyPr rtlCol="0" anchor="ctr"/>
          <a:lstStyle/>
          <a:p>
            <a:pPr algn="ctr"/>
            <a:r>
              <a:rPr lang="zh-CN" altLang="en-US" b="1" dirty="0">
                <a:solidFill>
                  <a:schemeClr val="bg1"/>
                </a:solidFill>
              </a:rPr>
              <a:t>以太网</a:t>
            </a:r>
            <a:r>
              <a:rPr lang="en-US" altLang="zh-CN" b="1" dirty="0">
                <a:solidFill>
                  <a:schemeClr val="bg1"/>
                </a:solidFill>
              </a:rPr>
              <a:t>V2</a:t>
            </a:r>
            <a:r>
              <a:rPr lang="zh-CN" altLang="en-US" b="1" dirty="0">
                <a:solidFill>
                  <a:schemeClr val="bg1"/>
                </a:solidFill>
              </a:rPr>
              <a:t>的</a:t>
            </a:r>
            <a:r>
              <a:rPr lang="en-US" altLang="zh-CN" b="1" dirty="0">
                <a:solidFill>
                  <a:schemeClr val="bg1"/>
                </a:solidFill>
              </a:rPr>
              <a:t>MAC</a:t>
            </a:r>
            <a:r>
              <a:rPr lang="zh-CN" altLang="en-US" b="1" dirty="0">
                <a:solidFill>
                  <a:schemeClr val="bg1"/>
                </a:solidFill>
              </a:rPr>
              <a:t>帧</a:t>
            </a:r>
          </a:p>
        </p:txBody>
      </p:sp>
      <p:sp>
        <p:nvSpPr>
          <p:cNvPr id="33" name="矩形 32">
            <a:extLst>
              <a:ext uri="{FF2B5EF4-FFF2-40B4-BE49-F238E27FC236}">
                <a16:creationId xmlns:a16="http://schemas.microsoft.com/office/drawing/2014/main" id="{E3DF722E-0A09-48A3-9522-8D5AB2C443E2}"/>
              </a:ext>
            </a:extLst>
          </p:cNvPr>
          <p:cNvSpPr/>
          <p:nvPr/>
        </p:nvSpPr>
        <p:spPr>
          <a:xfrm>
            <a:off x="5166054" y="5204361"/>
            <a:ext cx="920985" cy="499960"/>
          </a:xfrm>
          <a:prstGeom prst="rect">
            <a:avLst/>
          </a:prstGeom>
          <a:solidFill>
            <a:schemeClr val="tx2"/>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zh-CN" altLang="en-US" b="1" dirty="0"/>
              <a:t>前导码</a:t>
            </a:r>
          </a:p>
        </p:txBody>
      </p:sp>
    </p:spTree>
    <p:custDataLst>
      <p:tags r:id="rId1"/>
    </p:custDataLst>
    <p:extLst>
      <p:ext uri="{BB962C8B-B14F-4D97-AF65-F5344CB8AC3E}">
        <p14:creationId xmlns:p14="http://schemas.microsoft.com/office/powerpoint/2010/main" val="2121299975"/>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 presetClass="entr" presetSubtype="0" fill="hold" grpId="0" nodeType="withEffect">
                                  <p:stCondLst>
                                    <p:cond delay="0"/>
                                  </p:stCondLst>
                                  <p:iterate type="lt">
                                    <p:tmAbs val="100"/>
                                  </p:iterate>
                                  <p:childTnLst>
                                    <p:set>
                                      <p:cBhvr>
                                        <p:cTn id="6" dur="1" fill="hold">
                                          <p:stCondLst>
                                            <p:cond delay="0"/>
                                          </p:stCondLst>
                                        </p:cTn>
                                        <p:tgtEl>
                                          <p:spTgt spid="31"/>
                                        </p:tgtEl>
                                        <p:attrNameLst>
                                          <p:attrName>style.visibility</p:attrName>
                                        </p:attrNameLst>
                                      </p:cBhvr>
                                      <p:to>
                                        <p:strVal val="visible"/>
                                      </p:to>
                                    </p:set>
                                  </p:childTnLst>
                                </p:cTn>
                              </p:par>
                              <p:par>
                                <p:cTn id="7" presetID="47" presetClass="entr" presetSubtype="0" fill="hold" grpId="0" nodeType="withEffect">
                                  <p:stCondLst>
                                    <p:cond delay="0"/>
                                  </p:stCondLst>
                                  <p:childTnLst>
                                    <p:set>
                                      <p:cBhvr>
                                        <p:cTn id="8" dur="1" fill="hold">
                                          <p:stCondLst>
                                            <p:cond delay="0"/>
                                          </p:stCondLst>
                                        </p:cTn>
                                        <p:tgtEl>
                                          <p:spTgt spid="29"/>
                                        </p:tgtEl>
                                        <p:attrNameLst>
                                          <p:attrName>style.visibility</p:attrName>
                                        </p:attrNameLst>
                                      </p:cBhvr>
                                      <p:to>
                                        <p:strVal val="visible"/>
                                      </p:to>
                                    </p:set>
                                    <p:animEffect transition="in" filter="fade">
                                      <p:cBhvr>
                                        <p:cTn id="9" dur="1000"/>
                                        <p:tgtEl>
                                          <p:spTgt spid="29"/>
                                        </p:tgtEl>
                                      </p:cBhvr>
                                    </p:animEffect>
                                    <p:anim calcmode="lin" valueType="num">
                                      <p:cBhvr>
                                        <p:cTn id="10" dur="1000" fill="hold"/>
                                        <p:tgtEl>
                                          <p:spTgt spid="29"/>
                                        </p:tgtEl>
                                        <p:attrNameLst>
                                          <p:attrName>ppt_x</p:attrName>
                                        </p:attrNameLst>
                                      </p:cBhvr>
                                      <p:tavLst>
                                        <p:tav tm="0">
                                          <p:val>
                                            <p:strVal val="#ppt_x"/>
                                          </p:val>
                                        </p:tav>
                                        <p:tav tm="100000">
                                          <p:val>
                                            <p:strVal val="#ppt_x"/>
                                          </p:val>
                                        </p:tav>
                                      </p:tavLst>
                                    </p:anim>
                                    <p:anim calcmode="lin" valueType="num">
                                      <p:cBhvr>
                                        <p:cTn id="11" dur="1000" fill="hold"/>
                                        <p:tgtEl>
                                          <p:spTgt spid="29"/>
                                        </p:tgtEl>
                                        <p:attrNameLst>
                                          <p:attrName>ppt_y</p:attrName>
                                        </p:attrNameLst>
                                      </p:cBhvr>
                                      <p:tavLst>
                                        <p:tav tm="0">
                                          <p:val>
                                            <p:strVal val="#ppt_y-.1"/>
                                          </p:val>
                                        </p:tav>
                                        <p:tav tm="100000">
                                          <p:val>
                                            <p:strVal val="#ppt_y"/>
                                          </p:val>
                                        </p:tav>
                                      </p:tavLst>
                                    </p:anim>
                                  </p:childTnLst>
                                </p:cTn>
                              </p:par>
                            </p:childTnLst>
                          </p:cTn>
                        </p:par>
                      </p:childTnLst>
                    </p:cTn>
                  </p:par>
                  <p:par>
                    <p:cTn id="12" fill="hold">
                      <p:stCondLst>
                        <p:cond delay="indefinite"/>
                      </p:stCondLst>
                      <p:childTnLst>
                        <p:par>
                          <p:cTn id="13" fill="hold">
                            <p:stCondLst>
                              <p:cond delay="0"/>
                            </p:stCondLst>
                            <p:childTnLst>
                              <p:par>
                                <p:cTn id="14" presetID="12" presetClass="entr" presetSubtype="8" fill="hold" grpId="0" nodeType="clickEffect">
                                  <p:stCondLst>
                                    <p:cond delay="0"/>
                                  </p:stCondLst>
                                  <p:childTnLst>
                                    <p:set>
                                      <p:cBhvr>
                                        <p:cTn id="15" dur="1" fill="hold">
                                          <p:stCondLst>
                                            <p:cond delay="0"/>
                                          </p:stCondLst>
                                        </p:cTn>
                                        <p:tgtEl>
                                          <p:spTgt spid="33"/>
                                        </p:tgtEl>
                                        <p:attrNameLst>
                                          <p:attrName>style.visibility</p:attrName>
                                        </p:attrNameLst>
                                      </p:cBhvr>
                                      <p:to>
                                        <p:strVal val="visible"/>
                                      </p:to>
                                    </p:set>
                                    <p:anim calcmode="lin" valueType="num">
                                      <p:cBhvr additive="base">
                                        <p:cTn id="16" dur="500"/>
                                        <p:tgtEl>
                                          <p:spTgt spid="33"/>
                                        </p:tgtEl>
                                        <p:attrNameLst>
                                          <p:attrName>ppt_x</p:attrName>
                                        </p:attrNameLst>
                                      </p:cBhvr>
                                      <p:tavLst>
                                        <p:tav tm="0">
                                          <p:val>
                                            <p:strVal val="#ppt_x-#ppt_w*1.125000"/>
                                          </p:val>
                                        </p:tav>
                                        <p:tav tm="100000">
                                          <p:val>
                                            <p:strVal val="#ppt_x"/>
                                          </p:val>
                                        </p:tav>
                                      </p:tavLst>
                                    </p:anim>
                                    <p:animEffect transition="in" filter="wipe(right)">
                                      <p:cBhvr>
                                        <p:cTn id="17" dur="500"/>
                                        <p:tgtEl>
                                          <p:spTgt spid="33"/>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1" grpId="0"/>
      <p:bldP spid="29" grpId="0" animBg="1"/>
      <p:bldP spid="33" grpId="0" animBg="1"/>
    </p:bldLst>
  </p:timing>
</p:sld>
</file>

<file path=ppt/slides/slide46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4" name="组合 3">
            <a:extLst>
              <a:ext uri="{FF2B5EF4-FFF2-40B4-BE49-F238E27FC236}">
                <a16:creationId xmlns:a16="http://schemas.microsoft.com/office/drawing/2014/main" id="{9A1EA9F2-FCB6-48C3-935F-7AE7E3AD14AC}"/>
              </a:ext>
            </a:extLst>
          </p:cNvPr>
          <p:cNvGrpSpPr/>
          <p:nvPr/>
        </p:nvGrpSpPr>
        <p:grpSpPr>
          <a:xfrm>
            <a:off x="304800" y="749300"/>
            <a:ext cx="4938199" cy="400110"/>
            <a:chOff x="424117" y="898245"/>
            <a:chExt cx="4938199" cy="400110"/>
          </a:xfrm>
        </p:grpSpPr>
        <p:sp>
          <p:nvSpPr>
            <p:cNvPr id="2" name="平行四边形 1">
              <a:extLst>
                <a:ext uri="{FF2B5EF4-FFF2-40B4-BE49-F238E27FC236}">
                  <a16:creationId xmlns:a16="http://schemas.microsoft.com/office/drawing/2014/main" id="{1F5BAA3F-9845-4F89-A2DD-8222D3E4EDAC}"/>
                </a:ext>
              </a:extLst>
            </p:cNvPr>
            <p:cNvSpPr/>
            <p:nvPr/>
          </p:nvSpPr>
          <p:spPr>
            <a:xfrm>
              <a:off x="424117" y="898245"/>
              <a:ext cx="628306" cy="387090"/>
            </a:xfrm>
            <a:prstGeom prst="parallelogram">
              <a:avLst/>
            </a:prstGeom>
            <a:solidFill>
              <a:schemeClr val="accent3">
                <a:lumMod val="75000"/>
              </a:schemeClr>
            </a:solidFill>
            <a:ln>
              <a:solidFill>
                <a:schemeClr val="accent3">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CN" sz="2200" dirty="0">
                  <a:latin typeface="Impact" panose="020B0806030902050204" pitchFamily="34" charset="0"/>
                </a:rPr>
                <a:t>01</a:t>
              </a:r>
              <a:endParaRPr lang="zh-CN" altLang="en-US" sz="2200" dirty="0">
                <a:latin typeface="Impact" panose="020B0806030902050204" pitchFamily="34" charset="0"/>
              </a:endParaRPr>
            </a:p>
          </p:txBody>
        </p:sp>
        <p:sp>
          <p:nvSpPr>
            <p:cNvPr id="3" name="文本框 2">
              <a:extLst>
                <a:ext uri="{FF2B5EF4-FFF2-40B4-BE49-F238E27FC236}">
                  <a16:creationId xmlns:a16="http://schemas.microsoft.com/office/drawing/2014/main" id="{4D6BD736-A4D3-4F26-AFED-36E11F50F70B}"/>
                </a:ext>
              </a:extLst>
            </p:cNvPr>
            <p:cNvSpPr txBox="1"/>
            <p:nvPr/>
          </p:nvSpPr>
          <p:spPr>
            <a:xfrm>
              <a:off x="1052423" y="898245"/>
              <a:ext cx="4309893" cy="400110"/>
            </a:xfrm>
            <a:prstGeom prst="rect">
              <a:avLst/>
            </a:prstGeom>
            <a:noFill/>
          </p:spPr>
          <p:txBody>
            <a:bodyPr wrap="square" rtlCol="0">
              <a:spAutoFit/>
            </a:bodyPr>
            <a:lstStyle/>
            <a:p>
              <a:r>
                <a:rPr lang="zh-CN" altLang="en-US" sz="2000" b="1" dirty="0">
                  <a:solidFill>
                    <a:schemeClr val="tx1"/>
                  </a:solidFill>
                  <a:latin typeface="Arial Narrow" panose="020B0606020202030204" pitchFamily="34" charset="0"/>
                </a:rPr>
                <a:t>以太网的</a:t>
              </a:r>
              <a:r>
                <a:rPr lang="en-US" altLang="zh-CN" sz="2000" b="1" dirty="0">
                  <a:solidFill>
                    <a:schemeClr val="tx1"/>
                  </a:solidFill>
                  <a:latin typeface="Arial Narrow" panose="020B0606020202030204" pitchFamily="34" charset="0"/>
                </a:rPr>
                <a:t>MAC</a:t>
              </a:r>
              <a:r>
                <a:rPr lang="zh-CN" altLang="en-US" sz="2000" b="1" dirty="0">
                  <a:solidFill>
                    <a:schemeClr val="tx1"/>
                  </a:solidFill>
                  <a:latin typeface="Arial Narrow" panose="020B0606020202030204" pitchFamily="34" charset="0"/>
                </a:rPr>
                <a:t>帧格式</a:t>
              </a:r>
              <a:endParaRPr lang="en-US" altLang="zh-CN" sz="2000" b="1" dirty="0">
                <a:solidFill>
                  <a:schemeClr val="tx1"/>
                </a:solidFill>
                <a:latin typeface="Arial Narrow" panose="020B0606020202030204" pitchFamily="34" charset="0"/>
              </a:endParaRPr>
            </a:p>
          </p:txBody>
        </p:sp>
      </p:grpSp>
      <p:sp>
        <p:nvSpPr>
          <p:cNvPr id="30" name="文本框 29">
            <a:extLst>
              <a:ext uri="{FF2B5EF4-FFF2-40B4-BE49-F238E27FC236}">
                <a16:creationId xmlns:a16="http://schemas.microsoft.com/office/drawing/2014/main" id="{683ED710-3748-4152-BBAB-55863661A957}"/>
              </a:ext>
            </a:extLst>
          </p:cNvPr>
          <p:cNvSpPr txBox="1"/>
          <p:nvPr/>
        </p:nvSpPr>
        <p:spPr>
          <a:xfrm>
            <a:off x="504364" y="1813477"/>
            <a:ext cx="1462583" cy="369332"/>
          </a:xfrm>
          <a:prstGeom prst="rect">
            <a:avLst/>
          </a:prstGeom>
          <a:noFill/>
        </p:spPr>
        <p:txBody>
          <a:bodyPr wrap="square">
            <a:spAutoFit/>
          </a:bodyPr>
          <a:lstStyle/>
          <a:p>
            <a:r>
              <a:rPr lang="zh-CN" altLang="en-US" b="1" dirty="0">
                <a:solidFill>
                  <a:schemeClr val="accent4"/>
                </a:solidFill>
              </a:rPr>
              <a:t>数据链路层</a:t>
            </a:r>
          </a:p>
        </p:txBody>
      </p:sp>
      <p:sp>
        <p:nvSpPr>
          <p:cNvPr id="31" name="文本框 30">
            <a:extLst>
              <a:ext uri="{FF2B5EF4-FFF2-40B4-BE49-F238E27FC236}">
                <a16:creationId xmlns:a16="http://schemas.microsoft.com/office/drawing/2014/main" id="{988AD9BE-E577-453E-AA12-E5FCB13ADBBC}"/>
              </a:ext>
            </a:extLst>
          </p:cNvPr>
          <p:cNvSpPr txBox="1"/>
          <p:nvPr/>
        </p:nvSpPr>
        <p:spPr>
          <a:xfrm>
            <a:off x="504364" y="2695818"/>
            <a:ext cx="942889" cy="369332"/>
          </a:xfrm>
          <a:prstGeom prst="rect">
            <a:avLst/>
          </a:prstGeom>
          <a:noFill/>
        </p:spPr>
        <p:txBody>
          <a:bodyPr wrap="square">
            <a:spAutoFit/>
          </a:bodyPr>
          <a:lstStyle/>
          <a:p>
            <a:r>
              <a:rPr lang="zh-CN" altLang="en-US" b="1" dirty="0">
                <a:solidFill>
                  <a:schemeClr val="tx2"/>
                </a:solidFill>
              </a:rPr>
              <a:t>物理层</a:t>
            </a:r>
          </a:p>
        </p:txBody>
      </p:sp>
      <p:sp>
        <p:nvSpPr>
          <p:cNvPr id="32" name="矩形 31">
            <a:extLst>
              <a:ext uri="{FF2B5EF4-FFF2-40B4-BE49-F238E27FC236}">
                <a16:creationId xmlns:a16="http://schemas.microsoft.com/office/drawing/2014/main" id="{AACF4401-37C9-479C-B88B-09983953A1A1}"/>
              </a:ext>
            </a:extLst>
          </p:cNvPr>
          <p:cNvSpPr/>
          <p:nvPr/>
        </p:nvSpPr>
        <p:spPr>
          <a:xfrm>
            <a:off x="2409736" y="1748163"/>
            <a:ext cx="2756318" cy="499960"/>
          </a:xfrm>
          <a:prstGeom prst="rect">
            <a:avLst/>
          </a:prstGeom>
          <a:ln/>
        </p:spPr>
        <p:style>
          <a:lnRef idx="2">
            <a:schemeClr val="accent4">
              <a:shade val="50000"/>
            </a:schemeClr>
          </a:lnRef>
          <a:fillRef idx="1">
            <a:schemeClr val="accent4"/>
          </a:fillRef>
          <a:effectRef idx="0">
            <a:schemeClr val="accent4"/>
          </a:effectRef>
          <a:fontRef idx="minor">
            <a:schemeClr val="lt1"/>
          </a:fontRef>
        </p:style>
        <p:txBody>
          <a:bodyPr rtlCol="0" anchor="ctr"/>
          <a:lstStyle/>
          <a:p>
            <a:pPr algn="ctr"/>
            <a:r>
              <a:rPr lang="zh-CN" altLang="en-US" b="1" dirty="0">
                <a:solidFill>
                  <a:schemeClr val="bg1"/>
                </a:solidFill>
              </a:rPr>
              <a:t>以太网</a:t>
            </a:r>
            <a:r>
              <a:rPr lang="en-US" altLang="zh-CN" b="1" dirty="0">
                <a:solidFill>
                  <a:schemeClr val="bg1"/>
                </a:solidFill>
              </a:rPr>
              <a:t>V2</a:t>
            </a:r>
            <a:r>
              <a:rPr lang="zh-CN" altLang="en-US" b="1" dirty="0">
                <a:solidFill>
                  <a:schemeClr val="bg1"/>
                </a:solidFill>
              </a:rPr>
              <a:t>的</a:t>
            </a:r>
            <a:r>
              <a:rPr lang="en-US" altLang="zh-CN" b="1" dirty="0">
                <a:solidFill>
                  <a:schemeClr val="bg1"/>
                </a:solidFill>
              </a:rPr>
              <a:t>MAC</a:t>
            </a:r>
            <a:r>
              <a:rPr lang="zh-CN" altLang="en-US" b="1" dirty="0">
                <a:solidFill>
                  <a:schemeClr val="bg1"/>
                </a:solidFill>
              </a:rPr>
              <a:t>帧</a:t>
            </a:r>
          </a:p>
        </p:txBody>
      </p:sp>
      <p:sp>
        <p:nvSpPr>
          <p:cNvPr id="29" name="矩形 28">
            <a:extLst>
              <a:ext uri="{FF2B5EF4-FFF2-40B4-BE49-F238E27FC236}">
                <a16:creationId xmlns:a16="http://schemas.microsoft.com/office/drawing/2014/main" id="{A950D95A-CF5D-41CE-95D0-28EE1CF284FD}"/>
              </a:ext>
            </a:extLst>
          </p:cNvPr>
          <p:cNvSpPr/>
          <p:nvPr/>
        </p:nvSpPr>
        <p:spPr>
          <a:xfrm>
            <a:off x="2409736" y="2631237"/>
            <a:ext cx="2756318" cy="499960"/>
          </a:xfrm>
          <a:prstGeom prst="rect">
            <a:avLst/>
          </a:prstGeom>
          <a:ln/>
        </p:spPr>
        <p:style>
          <a:lnRef idx="2">
            <a:schemeClr val="accent4">
              <a:shade val="50000"/>
            </a:schemeClr>
          </a:lnRef>
          <a:fillRef idx="1">
            <a:schemeClr val="accent4"/>
          </a:fillRef>
          <a:effectRef idx="0">
            <a:schemeClr val="accent4"/>
          </a:effectRef>
          <a:fontRef idx="minor">
            <a:schemeClr val="lt1"/>
          </a:fontRef>
        </p:style>
        <p:txBody>
          <a:bodyPr rtlCol="0" anchor="ctr"/>
          <a:lstStyle/>
          <a:p>
            <a:pPr algn="ctr"/>
            <a:r>
              <a:rPr lang="zh-CN" altLang="en-US" b="1" dirty="0">
                <a:solidFill>
                  <a:schemeClr val="bg1"/>
                </a:solidFill>
              </a:rPr>
              <a:t>以太网</a:t>
            </a:r>
            <a:r>
              <a:rPr lang="en-US" altLang="zh-CN" b="1" dirty="0">
                <a:solidFill>
                  <a:schemeClr val="bg1"/>
                </a:solidFill>
              </a:rPr>
              <a:t>V2</a:t>
            </a:r>
            <a:r>
              <a:rPr lang="zh-CN" altLang="en-US" b="1" dirty="0">
                <a:solidFill>
                  <a:schemeClr val="bg1"/>
                </a:solidFill>
              </a:rPr>
              <a:t>的</a:t>
            </a:r>
            <a:r>
              <a:rPr lang="en-US" altLang="zh-CN" b="1" dirty="0">
                <a:solidFill>
                  <a:schemeClr val="bg1"/>
                </a:solidFill>
              </a:rPr>
              <a:t>MAC</a:t>
            </a:r>
            <a:r>
              <a:rPr lang="zh-CN" altLang="en-US" b="1" dirty="0">
                <a:solidFill>
                  <a:schemeClr val="bg1"/>
                </a:solidFill>
              </a:rPr>
              <a:t>帧</a:t>
            </a:r>
          </a:p>
        </p:txBody>
      </p:sp>
      <p:sp>
        <p:nvSpPr>
          <p:cNvPr id="33" name="矩形 32">
            <a:extLst>
              <a:ext uri="{FF2B5EF4-FFF2-40B4-BE49-F238E27FC236}">
                <a16:creationId xmlns:a16="http://schemas.microsoft.com/office/drawing/2014/main" id="{E3DF722E-0A09-48A3-9522-8D5AB2C443E2}"/>
              </a:ext>
            </a:extLst>
          </p:cNvPr>
          <p:cNvSpPr/>
          <p:nvPr/>
        </p:nvSpPr>
        <p:spPr>
          <a:xfrm>
            <a:off x="5166054" y="2630504"/>
            <a:ext cx="920985" cy="499960"/>
          </a:xfrm>
          <a:prstGeom prst="rect">
            <a:avLst/>
          </a:prstGeom>
          <a:solidFill>
            <a:schemeClr val="tx2"/>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zh-CN" altLang="en-US" b="1" dirty="0"/>
              <a:t>前导码</a:t>
            </a:r>
          </a:p>
        </p:txBody>
      </p:sp>
      <p:grpSp>
        <p:nvGrpSpPr>
          <p:cNvPr id="11" name="组合 10">
            <a:extLst>
              <a:ext uri="{FF2B5EF4-FFF2-40B4-BE49-F238E27FC236}">
                <a16:creationId xmlns:a16="http://schemas.microsoft.com/office/drawing/2014/main" id="{ED4B8CA0-6A7E-4A2A-BBDD-893399856954}"/>
              </a:ext>
            </a:extLst>
          </p:cNvPr>
          <p:cNvGrpSpPr/>
          <p:nvPr/>
        </p:nvGrpSpPr>
        <p:grpSpPr>
          <a:xfrm>
            <a:off x="1673176" y="3129674"/>
            <a:ext cx="7906739" cy="2471955"/>
            <a:chOff x="1673176" y="3129674"/>
            <a:chExt cx="7906739" cy="2471955"/>
          </a:xfrm>
        </p:grpSpPr>
        <p:sp>
          <p:nvSpPr>
            <p:cNvPr id="35" name="矩形 34">
              <a:extLst>
                <a:ext uri="{FF2B5EF4-FFF2-40B4-BE49-F238E27FC236}">
                  <a16:creationId xmlns:a16="http://schemas.microsoft.com/office/drawing/2014/main" id="{4C1689C6-90BD-4E51-B869-B0DE84770AA5}"/>
                </a:ext>
              </a:extLst>
            </p:cNvPr>
            <p:cNvSpPr/>
            <p:nvPr/>
          </p:nvSpPr>
          <p:spPr>
            <a:xfrm>
              <a:off x="3309003" y="4607872"/>
              <a:ext cx="6270912" cy="352857"/>
            </a:xfrm>
            <a:prstGeom prst="rect">
              <a:avLst/>
            </a:prstGeom>
            <a:solidFill>
              <a:schemeClr val="tx2"/>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CN" b="1" spc="600" dirty="0"/>
                <a:t>0101010101010101…0101010101010101</a:t>
              </a:r>
              <a:endParaRPr lang="zh-CN" altLang="en-US" b="1" spc="600" dirty="0"/>
            </a:p>
          </p:txBody>
        </p:sp>
        <p:sp>
          <p:nvSpPr>
            <p:cNvPr id="36" name="矩形 35">
              <a:extLst>
                <a:ext uri="{FF2B5EF4-FFF2-40B4-BE49-F238E27FC236}">
                  <a16:creationId xmlns:a16="http://schemas.microsoft.com/office/drawing/2014/main" id="{E3F7DAE7-2F99-4BF7-BF4A-6098005B85C9}"/>
                </a:ext>
              </a:extLst>
            </p:cNvPr>
            <p:cNvSpPr/>
            <p:nvPr/>
          </p:nvSpPr>
          <p:spPr>
            <a:xfrm>
              <a:off x="1673176" y="4607929"/>
              <a:ext cx="1635826" cy="352800"/>
            </a:xfrm>
            <a:prstGeom prst="rect">
              <a:avLst/>
            </a:prstGeom>
            <a:solidFill>
              <a:schemeClr val="tx2"/>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CN" b="1" spc="600" dirty="0"/>
                <a:t>11010101</a:t>
              </a:r>
              <a:endParaRPr lang="zh-CN" altLang="en-US" b="1" spc="600" dirty="0"/>
            </a:p>
          </p:txBody>
        </p:sp>
        <p:sp>
          <p:nvSpPr>
            <p:cNvPr id="37" name="文本框 36">
              <a:extLst>
                <a:ext uri="{FF2B5EF4-FFF2-40B4-BE49-F238E27FC236}">
                  <a16:creationId xmlns:a16="http://schemas.microsoft.com/office/drawing/2014/main" id="{CDDD1A1C-A6B0-4EB1-B0F0-FB0BCAB8E0E5}"/>
                </a:ext>
              </a:extLst>
            </p:cNvPr>
            <p:cNvSpPr txBox="1"/>
            <p:nvPr/>
          </p:nvSpPr>
          <p:spPr>
            <a:xfrm>
              <a:off x="1673176" y="4949200"/>
              <a:ext cx="1635826" cy="646331"/>
            </a:xfrm>
            <a:prstGeom prst="rect">
              <a:avLst/>
            </a:prstGeom>
            <a:noFill/>
          </p:spPr>
          <p:txBody>
            <a:bodyPr wrap="square" rtlCol="0">
              <a:spAutoFit/>
            </a:bodyPr>
            <a:lstStyle/>
            <a:p>
              <a:pPr algn="ctr"/>
              <a:r>
                <a:rPr lang="en-US" altLang="zh-CN" b="1" dirty="0"/>
                <a:t>1 </a:t>
              </a:r>
              <a:r>
                <a:rPr lang="zh-CN" altLang="en-US" b="1" dirty="0"/>
                <a:t>字节</a:t>
              </a:r>
              <a:endParaRPr lang="en-US" altLang="zh-CN" b="1" dirty="0"/>
            </a:p>
            <a:p>
              <a:pPr algn="ctr"/>
              <a:r>
                <a:rPr lang="zh-CN" altLang="en-US" b="1" dirty="0"/>
                <a:t>帧开始定界符</a:t>
              </a:r>
            </a:p>
          </p:txBody>
        </p:sp>
        <p:cxnSp>
          <p:nvCxnSpPr>
            <p:cNvPr id="38" name="直接连接符 37">
              <a:extLst>
                <a:ext uri="{FF2B5EF4-FFF2-40B4-BE49-F238E27FC236}">
                  <a16:creationId xmlns:a16="http://schemas.microsoft.com/office/drawing/2014/main" id="{94858DA7-1F06-460C-B98E-7B79A30AD20A}"/>
                </a:ext>
              </a:extLst>
            </p:cNvPr>
            <p:cNvCxnSpPr>
              <a:cxnSpLocks/>
            </p:cNvCxnSpPr>
            <p:nvPr/>
          </p:nvCxnSpPr>
          <p:spPr>
            <a:xfrm flipV="1">
              <a:off x="1673176" y="4949200"/>
              <a:ext cx="0" cy="646331"/>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9" name="直接连接符 38">
              <a:extLst>
                <a:ext uri="{FF2B5EF4-FFF2-40B4-BE49-F238E27FC236}">
                  <a16:creationId xmlns:a16="http://schemas.microsoft.com/office/drawing/2014/main" id="{3AB20ED5-326D-4B6A-A998-DDB6E9D1301A}"/>
                </a:ext>
              </a:extLst>
            </p:cNvPr>
            <p:cNvCxnSpPr>
              <a:cxnSpLocks/>
            </p:cNvCxnSpPr>
            <p:nvPr/>
          </p:nvCxnSpPr>
          <p:spPr>
            <a:xfrm flipV="1">
              <a:off x="3309002" y="4949200"/>
              <a:ext cx="0" cy="646331"/>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sp>
          <p:nvSpPr>
            <p:cNvPr id="41" name="文本框 40">
              <a:extLst>
                <a:ext uri="{FF2B5EF4-FFF2-40B4-BE49-F238E27FC236}">
                  <a16:creationId xmlns:a16="http://schemas.microsoft.com/office/drawing/2014/main" id="{49B7C66D-9EAB-4986-A7B1-B947BAAA1288}"/>
                </a:ext>
              </a:extLst>
            </p:cNvPr>
            <p:cNvSpPr txBox="1"/>
            <p:nvPr/>
          </p:nvSpPr>
          <p:spPr>
            <a:xfrm>
              <a:off x="5578547" y="4949200"/>
              <a:ext cx="1635826" cy="646331"/>
            </a:xfrm>
            <a:prstGeom prst="rect">
              <a:avLst/>
            </a:prstGeom>
            <a:noFill/>
          </p:spPr>
          <p:txBody>
            <a:bodyPr wrap="square" rtlCol="0">
              <a:spAutoFit/>
            </a:bodyPr>
            <a:lstStyle/>
            <a:p>
              <a:pPr algn="ctr"/>
              <a:r>
                <a:rPr lang="en-US" altLang="zh-CN" b="1" dirty="0"/>
                <a:t>7 </a:t>
              </a:r>
              <a:r>
                <a:rPr lang="zh-CN" altLang="en-US" b="1" dirty="0"/>
                <a:t>字节</a:t>
              </a:r>
              <a:endParaRPr lang="en-US" altLang="zh-CN" b="1" dirty="0"/>
            </a:p>
            <a:p>
              <a:pPr algn="ctr"/>
              <a:r>
                <a:rPr lang="zh-CN" altLang="en-US" b="1" dirty="0"/>
                <a:t>前同步码</a:t>
              </a:r>
            </a:p>
          </p:txBody>
        </p:sp>
        <p:cxnSp>
          <p:nvCxnSpPr>
            <p:cNvPr id="43" name="直接连接符 42">
              <a:extLst>
                <a:ext uri="{FF2B5EF4-FFF2-40B4-BE49-F238E27FC236}">
                  <a16:creationId xmlns:a16="http://schemas.microsoft.com/office/drawing/2014/main" id="{9FA4C746-7F09-4711-8063-000B52BAD627}"/>
                </a:ext>
              </a:extLst>
            </p:cNvPr>
            <p:cNvCxnSpPr>
              <a:cxnSpLocks/>
            </p:cNvCxnSpPr>
            <p:nvPr/>
          </p:nvCxnSpPr>
          <p:spPr>
            <a:xfrm flipV="1">
              <a:off x="1673176" y="3130464"/>
              <a:ext cx="3492878" cy="1476675"/>
            </a:xfrm>
            <a:prstGeom prst="line">
              <a:avLst/>
            </a:prstGeom>
            <a:ln w="12700">
              <a:solidFill>
                <a:schemeClr val="tx1"/>
              </a:solidFill>
              <a:prstDash val="dash"/>
            </a:ln>
          </p:spPr>
          <p:style>
            <a:lnRef idx="1">
              <a:schemeClr val="accent1"/>
            </a:lnRef>
            <a:fillRef idx="0">
              <a:schemeClr val="accent1"/>
            </a:fillRef>
            <a:effectRef idx="0">
              <a:schemeClr val="accent1"/>
            </a:effectRef>
            <a:fontRef idx="minor">
              <a:schemeClr val="tx1"/>
            </a:fontRef>
          </p:style>
        </p:cxnSp>
        <p:cxnSp>
          <p:nvCxnSpPr>
            <p:cNvPr id="22" name="直接连接符 21">
              <a:extLst>
                <a:ext uri="{FF2B5EF4-FFF2-40B4-BE49-F238E27FC236}">
                  <a16:creationId xmlns:a16="http://schemas.microsoft.com/office/drawing/2014/main" id="{6B1AC161-2EBF-45FC-9659-BB50A6FB30E4}"/>
                </a:ext>
              </a:extLst>
            </p:cNvPr>
            <p:cNvCxnSpPr>
              <a:cxnSpLocks/>
            </p:cNvCxnSpPr>
            <p:nvPr/>
          </p:nvCxnSpPr>
          <p:spPr>
            <a:xfrm flipV="1">
              <a:off x="9579915" y="4955298"/>
              <a:ext cx="0" cy="646331"/>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5" name="直接连接符 24">
              <a:extLst>
                <a:ext uri="{FF2B5EF4-FFF2-40B4-BE49-F238E27FC236}">
                  <a16:creationId xmlns:a16="http://schemas.microsoft.com/office/drawing/2014/main" id="{3C271602-1B79-4328-BF32-A4160C3CB7A5}"/>
                </a:ext>
              </a:extLst>
            </p:cNvPr>
            <p:cNvCxnSpPr>
              <a:cxnSpLocks/>
            </p:cNvCxnSpPr>
            <p:nvPr/>
          </p:nvCxnSpPr>
          <p:spPr>
            <a:xfrm flipH="1" flipV="1">
              <a:off x="6087039" y="3129674"/>
              <a:ext cx="3492876" cy="1477465"/>
            </a:xfrm>
            <a:prstGeom prst="line">
              <a:avLst/>
            </a:prstGeom>
            <a:ln w="12700">
              <a:solidFill>
                <a:schemeClr val="tx1"/>
              </a:solidFill>
              <a:prstDash val="dash"/>
            </a:ln>
          </p:spPr>
          <p:style>
            <a:lnRef idx="1">
              <a:schemeClr val="accent1"/>
            </a:lnRef>
            <a:fillRef idx="0">
              <a:schemeClr val="accent1"/>
            </a:fillRef>
            <a:effectRef idx="0">
              <a:schemeClr val="accent1"/>
            </a:effectRef>
            <a:fontRef idx="minor">
              <a:schemeClr val="tx1"/>
            </a:fontRef>
          </p:style>
        </p:cxnSp>
      </p:grpSp>
    </p:spTree>
    <p:custDataLst>
      <p:tags r:id="rId1"/>
    </p:custDataLst>
    <p:extLst>
      <p:ext uri="{BB962C8B-B14F-4D97-AF65-F5344CB8AC3E}">
        <p14:creationId xmlns:p14="http://schemas.microsoft.com/office/powerpoint/2010/main" val="2588644302"/>
      </p:ext>
    </p:extLst>
  </p:cSld>
  <p:clrMapOvr>
    <a:masterClrMapping/>
  </p:clrMapOvr>
  <mc:AlternateContent xmlns:mc="http://schemas.openxmlformats.org/markup-compatibility/2006" xmlns:p159="http://schemas.microsoft.com/office/powerpoint/2015/09/main">
    <mc:Choice Requires="p159">
      <p:transition spd="slow">
        <p159:morph option="byObject"/>
      </p:transition>
    </mc:Choice>
    <mc:Fallback xmlns="">
      <p:transition spd="slow">
        <p:fade/>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2" presetClass="entr" presetSubtype="1" fill="hold" nodeType="withEffect">
                                  <p:stCondLst>
                                    <p:cond delay="0"/>
                                  </p:stCondLst>
                                  <p:childTnLst>
                                    <p:set>
                                      <p:cBhvr>
                                        <p:cTn id="6" dur="1" fill="hold">
                                          <p:stCondLst>
                                            <p:cond delay="0"/>
                                          </p:stCondLst>
                                        </p:cTn>
                                        <p:tgtEl>
                                          <p:spTgt spid="11"/>
                                        </p:tgtEl>
                                        <p:attrNameLst>
                                          <p:attrName>style.visibility</p:attrName>
                                        </p:attrNameLst>
                                      </p:cBhvr>
                                      <p:to>
                                        <p:strVal val="visible"/>
                                      </p:to>
                                    </p:set>
                                    <p:animEffect transition="in" filter="wipe(up)">
                                      <p:cBhvr>
                                        <p:cTn id="7" dur="1000"/>
                                        <p:tgtEl>
                                          <p:spTgt spid="11"/>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46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4" name="组合 3">
            <a:extLst>
              <a:ext uri="{FF2B5EF4-FFF2-40B4-BE49-F238E27FC236}">
                <a16:creationId xmlns:a16="http://schemas.microsoft.com/office/drawing/2014/main" id="{9A1EA9F2-FCB6-48C3-935F-7AE7E3AD14AC}"/>
              </a:ext>
            </a:extLst>
          </p:cNvPr>
          <p:cNvGrpSpPr/>
          <p:nvPr/>
        </p:nvGrpSpPr>
        <p:grpSpPr>
          <a:xfrm>
            <a:off x="304800" y="749300"/>
            <a:ext cx="4938199" cy="400110"/>
            <a:chOff x="424117" y="898245"/>
            <a:chExt cx="4938199" cy="400110"/>
          </a:xfrm>
        </p:grpSpPr>
        <p:sp>
          <p:nvSpPr>
            <p:cNvPr id="2" name="平行四边形 1">
              <a:extLst>
                <a:ext uri="{FF2B5EF4-FFF2-40B4-BE49-F238E27FC236}">
                  <a16:creationId xmlns:a16="http://schemas.microsoft.com/office/drawing/2014/main" id="{1F5BAA3F-9845-4F89-A2DD-8222D3E4EDAC}"/>
                </a:ext>
              </a:extLst>
            </p:cNvPr>
            <p:cNvSpPr/>
            <p:nvPr/>
          </p:nvSpPr>
          <p:spPr>
            <a:xfrm>
              <a:off x="424117" y="898245"/>
              <a:ext cx="628306" cy="387090"/>
            </a:xfrm>
            <a:prstGeom prst="parallelogram">
              <a:avLst/>
            </a:prstGeom>
            <a:solidFill>
              <a:schemeClr val="accent3">
                <a:lumMod val="75000"/>
              </a:schemeClr>
            </a:solidFill>
            <a:ln>
              <a:solidFill>
                <a:schemeClr val="accent3">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CN" sz="2200" dirty="0">
                  <a:latin typeface="Impact" panose="020B0806030902050204" pitchFamily="34" charset="0"/>
                </a:rPr>
                <a:t>01</a:t>
              </a:r>
              <a:endParaRPr lang="zh-CN" altLang="en-US" sz="2200" dirty="0">
                <a:latin typeface="Impact" panose="020B0806030902050204" pitchFamily="34" charset="0"/>
              </a:endParaRPr>
            </a:p>
          </p:txBody>
        </p:sp>
        <p:sp>
          <p:nvSpPr>
            <p:cNvPr id="3" name="文本框 2">
              <a:extLst>
                <a:ext uri="{FF2B5EF4-FFF2-40B4-BE49-F238E27FC236}">
                  <a16:creationId xmlns:a16="http://schemas.microsoft.com/office/drawing/2014/main" id="{4D6BD736-A4D3-4F26-AFED-36E11F50F70B}"/>
                </a:ext>
              </a:extLst>
            </p:cNvPr>
            <p:cNvSpPr txBox="1"/>
            <p:nvPr/>
          </p:nvSpPr>
          <p:spPr>
            <a:xfrm>
              <a:off x="1052423" y="898245"/>
              <a:ext cx="4309893" cy="400110"/>
            </a:xfrm>
            <a:prstGeom prst="rect">
              <a:avLst/>
            </a:prstGeom>
            <a:noFill/>
          </p:spPr>
          <p:txBody>
            <a:bodyPr wrap="square" rtlCol="0">
              <a:spAutoFit/>
            </a:bodyPr>
            <a:lstStyle/>
            <a:p>
              <a:r>
                <a:rPr lang="zh-CN" altLang="en-US" sz="2000" b="1" dirty="0">
                  <a:solidFill>
                    <a:schemeClr val="tx1"/>
                  </a:solidFill>
                  <a:latin typeface="Arial Narrow" panose="020B0606020202030204" pitchFamily="34" charset="0"/>
                </a:rPr>
                <a:t>以太网的</a:t>
              </a:r>
              <a:r>
                <a:rPr lang="en-US" altLang="zh-CN" sz="2000" b="1" dirty="0">
                  <a:solidFill>
                    <a:schemeClr val="tx1"/>
                  </a:solidFill>
                  <a:latin typeface="Arial Narrow" panose="020B0606020202030204" pitchFamily="34" charset="0"/>
                </a:rPr>
                <a:t>MAC</a:t>
              </a:r>
              <a:r>
                <a:rPr lang="zh-CN" altLang="en-US" sz="2000" b="1" dirty="0">
                  <a:solidFill>
                    <a:schemeClr val="tx1"/>
                  </a:solidFill>
                  <a:latin typeface="Arial Narrow" panose="020B0606020202030204" pitchFamily="34" charset="0"/>
                </a:rPr>
                <a:t>帧格式</a:t>
              </a:r>
              <a:endParaRPr lang="en-US" altLang="zh-CN" sz="2000" b="1" dirty="0">
                <a:solidFill>
                  <a:schemeClr val="tx1"/>
                </a:solidFill>
                <a:latin typeface="Arial Narrow" panose="020B0606020202030204" pitchFamily="34" charset="0"/>
              </a:endParaRPr>
            </a:p>
          </p:txBody>
        </p:sp>
      </p:grpSp>
      <p:sp>
        <p:nvSpPr>
          <p:cNvPr id="20" name="矩形 19">
            <a:extLst>
              <a:ext uri="{FF2B5EF4-FFF2-40B4-BE49-F238E27FC236}">
                <a16:creationId xmlns:a16="http://schemas.microsoft.com/office/drawing/2014/main" id="{99BFF066-72E1-4EC2-9DEB-27DC17933A50}"/>
              </a:ext>
            </a:extLst>
          </p:cNvPr>
          <p:cNvSpPr/>
          <p:nvPr/>
        </p:nvSpPr>
        <p:spPr>
          <a:xfrm>
            <a:off x="1056633" y="1335374"/>
            <a:ext cx="256976" cy="256976"/>
          </a:xfrm>
          <a:prstGeom prst="rect">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21" name="íşlïḍè">
            <a:extLst>
              <a:ext uri="{FF2B5EF4-FFF2-40B4-BE49-F238E27FC236}">
                <a16:creationId xmlns:a16="http://schemas.microsoft.com/office/drawing/2014/main" id="{9BA08A69-E80A-411D-BF3C-E25DDBBF2FC4}"/>
              </a:ext>
            </a:extLst>
          </p:cNvPr>
          <p:cNvSpPr txBox="1"/>
          <p:nvPr/>
        </p:nvSpPr>
        <p:spPr>
          <a:xfrm>
            <a:off x="1373861" y="1281052"/>
            <a:ext cx="6763641" cy="400111"/>
          </a:xfrm>
          <a:prstGeom prst="rect">
            <a:avLst/>
          </a:prstGeom>
          <a:noFill/>
        </p:spPr>
        <p:txBody>
          <a:bodyPr wrap="square" lIns="91440" tIns="45720" rIns="91440" bIns="45720" anchor="ctr">
            <a:noAutofit/>
          </a:bodyPr>
          <a:lstStyle/>
          <a:p>
            <a:r>
              <a:rPr lang="zh-CN" altLang="en-US" b="1" dirty="0">
                <a:latin typeface="Arial Narrow" panose="020B0606020202030204" pitchFamily="34" charset="0"/>
              </a:rPr>
              <a:t>接收方可能收到的无效</a:t>
            </a:r>
            <a:r>
              <a:rPr lang="en-US" altLang="zh-CN" b="1" dirty="0">
                <a:latin typeface="Arial Narrow" panose="020B0606020202030204" pitchFamily="34" charset="0"/>
              </a:rPr>
              <a:t>MAC</a:t>
            </a:r>
            <a:r>
              <a:rPr lang="zh-CN" altLang="en-US" b="1" dirty="0">
                <a:latin typeface="Arial Narrow" panose="020B0606020202030204" pitchFamily="34" charset="0"/>
              </a:rPr>
              <a:t>帧包括以下几种：</a:t>
            </a:r>
          </a:p>
        </p:txBody>
      </p:sp>
      <p:sp>
        <p:nvSpPr>
          <p:cNvPr id="23" name="íşlïḍè">
            <a:extLst>
              <a:ext uri="{FF2B5EF4-FFF2-40B4-BE49-F238E27FC236}">
                <a16:creationId xmlns:a16="http://schemas.microsoft.com/office/drawing/2014/main" id="{A3B9FC83-EB63-44F4-A62C-7EB13C259721}"/>
              </a:ext>
            </a:extLst>
          </p:cNvPr>
          <p:cNvSpPr txBox="1"/>
          <p:nvPr/>
        </p:nvSpPr>
        <p:spPr>
          <a:xfrm>
            <a:off x="1373861" y="1812805"/>
            <a:ext cx="3928343" cy="400111"/>
          </a:xfrm>
          <a:prstGeom prst="rect">
            <a:avLst/>
          </a:prstGeom>
          <a:noFill/>
        </p:spPr>
        <p:txBody>
          <a:bodyPr wrap="square" lIns="91440" tIns="45720" rIns="91440" bIns="45720" anchor="ctr">
            <a:noAutofit/>
          </a:bodyPr>
          <a:lstStyle/>
          <a:p>
            <a:r>
              <a:rPr lang="zh-CN" altLang="en-US" b="1" dirty="0">
                <a:latin typeface="Arial Narrow" panose="020B0606020202030204" pitchFamily="34" charset="0"/>
              </a:rPr>
              <a:t>❶  </a:t>
            </a:r>
            <a:r>
              <a:rPr lang="en-US" altLang="zh-CN" b="1" dirty="0">
                <a:latin typeface="Arial Narrow" panose="020B0606020202030204" pitchFamily="34" charset="0"/>
              </a:rPr>
              <a:t>MAC</a:t>
            </a:r>
            <a:r>
              <a:rPr lang="zh-CN" altLang="en-US" b="1" dirty="0">
                <a:latin typeface="Arial Narrow" panose="020B0606020202030204" pitchFamily="34" charset="0"/>
              </a:rPr>
              <a:t>帧的长度不是整数个字节</a:t>
            </a:r>
          </a:p>
        </p:txBody>
      </p:sp>
      <p:sp>
        <p:nvSpPr>
          <p:cNvPr id="24" name="íşlïḍè">
            <a:extLst>
              <a:ext uri="{FF2B5EF4-FFF2-40B4-BE49-F238E27FC236}">
                <a16:creationId xmlns:a16="http://schemas.microsoft.com/office/drawing/2014/main" id="{2A544F48-B8C2-4CDC-9F74-ABA40BE05EDC}"/>
              </a:ext>
            </a:extLst>
          </p:cNvPr>
          <p:cNvSpPr txBox="1"/>
          <p:nvPr/>
        </p:nvSpPr>
        <p:spPr>
          <a:xfrm>
            <a:off x="1373861" y="2344558"/>
            <a:ext cx="4869057" cy="400111"/>
          </a:xfrm>
          <a:prstGeom prst="rect">
            <a:avLst/>
          </a:prstGeom>
          <a:noFill/>
        </p:spPr>
        <p:txBody>
          <a:bodyPr wrap="square" lIns="91440" tIns="45720" rIns="91440" bIns="45720" anchor="ctr">
            <a:noAutofit/>
          </a:bodyPr>
          <a:lstStyle/>
          <a:p>
            <a:r>
              <a:rPr lang="zh-CN" altLang="en-US" b="1" dirty="0">
                <a:latin typeface="Arial Narrow" panose="020B0606020202030204" pitchFamily="34" charset="0"/>
              </a:rPr>
              <a:t>❷  通过</a:t>
            </a:r>
            <a:r>
              <a:rPr lang="en-US" altLang="zh-CN" b="1" dirty="0">
                <a:latin typeface="Arial Narrow" panose="020B0606020202030204" pitchFamily="34" charset="0"/>
              </a:rPr>
              <a:t>MAC</a:t>
            </a:r>
            <a:r>
              <a:rPr lang="zh-CN" altLang="en-US" b="1" dirty="0">
                <a:latin typeface="Arial Narrow" panose="020B0606020202030204" pitchFamily="34" charset="0"/>
              </a:rPr>
              <a:t>帧的</a:t>
            </a:r>
            <a:r>
              <a:rPr lang="en-US" altLang="zh-CN" b="1" dirty="0">
                <a:latin typeface="Arial Narrow" panose="020B0606020202030204" pitchFamily="34" charset="0"/>
              </a:rPr>
              <a:t>FCS</a:t>
            </a:r>
            <a:r>
              <a:rPr lang="zh-CN" altLang="en-US" b="1" dirty="0">
                <a:latin typeface="Arial Narrow" panose="020B0606020202030204" pitchFamily="34" charset="0"/>
              </a:rPr>
              <a:t>字段的值检测出帧有误码</a:t>
            </a:r>
          </a:p>
        </p:txBody>
      </p:sp>
      <p:sp>
        <p:nvSpPr>
          <p:cNvPr id="26" name="íşlïḍè">
            <a:extLst>
              <a:ext uri="{FF2B5EF4-FFF2-40B4-BE49-F238E27FC236}">
                <a16:creationId xmlns:a16="http://schemas.microsoft.com/office/drawing/2014/main" id="{DF24318E-6A62-479F-A30D-54C4D49925EC}"/>
              </a:ext>
            </a:extLst>
          </p:cNvPr>
          <p:cNvSpPr txBox="1"/>
          <p:nvPr/>
        </p:nvSpPr>
        <p:spPr>
          <a:xfrm>
            <a:off x="1373861" y="2876311"/>
            <a:ext cx="4869057" cy="400111"/>
          </a:xfrm>
          <a:prstGeom prst="rect">
            <a:avLst/>
          </a:prstGeom>
          <a:noFill/>
        </p:spPr>
        <p:txBody>
          <a:bodyPr wrap="square" lIns="91440" tIns="45720" rIns="91440" bIns="45720" anchor="ctr">
            <a:noAutofit/>
          </a:bodyPr>
          <a:lstStyle/>
          <a:p>
            <a:r>
              <a:rPr lang="zh-CN" altLang="en-US" b="1" dirty="0">
                <a:latin typeface="Arial Narrow" panose="020B0606020202030204" pitchFamily="34" charset="0"/>
              </a:rPr>
              <a:t>❸  </a:t>
            </a:r>
            <a:r>
              <a:rPr lang="en-US" altLang="zh-CN" b="1" dirty="0">
                <a:latin typeface="Arial Narrow" panose="020B0606020202030204" pitchFamily="34" charset="0"/>
              </a:rPr>
              <a:t>MAC</a:t>
            </a:r>
            <a:r>
              <a:rPr lang="zh-CN" altLang="en-US" b="1" dirty="0">
                <a:latin typeface="Arial Narrow" panose="020B0606020202030204" pitchFamily="34" charset="0"/>
              </a:rPr>
              <a:t>帧的长度不在</a:t>
            </a:r>
            <a:r>
              <a:rPr lang="en-US" altLang="zh-CN" b="1" dirty="0">
                <a:latin typeface="Arial Narrow" panose="020B0606020202030204" pitchFamily="34" charset="0"/>
              </a:rPr>
              <a:t>64~1518</a:t>
            </a:r>
            <a:r>
              <a:rPr lang="zh-CN" altLang="en-US" b="1" dirty="0">
                <a:latin typeface="Arial Narrow" panose="020B0606020202030204" pitchFamily="34" charset="0"/>
              </a:rPr>
              <a:t>字节之间</a:t>
            </a:r>
          </a:p>
        </p:txBody>
      </p:sp>
      <p:sp>
        <p:nvSpPr>
          <p:cNvPr id="5" name="矩形 4">
            <a:extLst>
              <a:ext uri="{FF2B5EF4-FFF2-40B4-BE49-F238E27FC236}">
                <a16:creationId xmlns:a16="http://schemas.microsoft.com/office/drawing/2014/main" id="{910A643A-9F46-483E-83FD-B9B37D675239}"/>
              </a:ext>
            </a:extLst>
          </p:cNvPr>
          <p:cNvSpPr/>
          <p:nvPr/>
        </p:nvSpPr>
        <p:spPr>
          <a:xfrm>
            <a:off x="1671500" y="3822060"/>
            <a:ext cx="8848999" cy="664421"/>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zh-CN" altLang="en-US" b="1" dirty="0"/>
              <a:t>接收方收到无效的</a:t>
            </a:r>
            <a:r>
              <a:rPr lang="en-US" altLang="zh-CN" b="1" dirty="0"/>
              <a:t>MAC</a:t>
            </a:r>
            <a:r>
              <a:rPr lang="zh-CN" altLang="en-US" b="1" dirty="0"/>
              <a:t>帧时，就简单将其丢弃，以太网的数据链路层没有重传机制。</a:t>
            </a:r>
          </a:p>
        </p:txBody>
      </p:sp>
    </p:spTree>
    <p:custDataLst>
      <p:tags r:id="rId1"/>
    </p:custDataLst>
    <p:extLst>
      <p:ext uri="{BB962C8B-B14F-4D97-AF65-F5344CB8AC3E}">
        <p14:creationId xmlns:p14="http://schemas.microsoft.com/office/powerpoint/2010/main" val="728885479"/>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49" presetClass="entr" presetSubtype="0" decel="100000" fill="hold" grpId="0" nodeType="withEffect">
                                  <p:stCondLst>
                                    <p:cond delay="0"/>
                                  </p:stCondLst>
                                  <p:childTnLst>
                                    <p:set>
                                      <p:cBhvr>
                                        <p:cTn id="6" dur="1" fill="hold">
                                          <p:stCondLst>
                                            <p:cond delay="0"/>
                                          </p:stCondLst>
                                        </p:cTn>
                                        <p:tgtEl>
                                          <p:spTgt spid="20"/>
                                        </p:tgtEl>
                                        <p:attrNameLst>
                                          <p:attrName>style.visibility</p:attrName>
                                        </p:attrNameLst>
                                      </p:cBhvr>
                                      <p:to>
                                        <p:strVal val="visible"/>
                                      </p:to>
                                    </p:set>
                                    <p:anim calcmode="lin" valueType="num">
                                      <p:cBhvr>
                                        <p:cTn id="7" dur="500" fill="hold"/>
                                        <p:tgtEl>
                                          <p:spTgt spid="20"/>
                                        </p:tgtEl>
                                        <p:attrNameLst>
                                          <p:attrName>ppt_w</p:attrName>
                                        </p:attrNameLst>
                                      </p:cBhvr>
                                      <p:tavLst>
                                        <p:tav tm="0">
                                          <p:val>
                                            <p:fltVal val="0"/>
                                          </p:val>
                                        </p:tav>
                                        <p:tav tm="100000">
                                          <p:val>
                                            <p:strVal val="#ppt_w"/>
                                          </p:val>
                                        </p:tav>
                                      </p:tavLst>
                                    </p:anim>
                                    <p:anim calcmode="lin" valueType="num">
                                      <p:cBhvr>
                                        <p:cTn id="8" dur="500" fill="hold"/>
                                        <p:tgtEl>
                                          <p:spTgt spid="20"/>
                                        </p:tgtEl>
                                        <p:attrNameLst>
                                          <p:attrName>ppt_h</p:attrName>
                                        </p:attrNameLst>
                                      </p:cBhvr>
                                      <p:tavLst>
                                        <p:tav tm="0">
                                          <p:val>
                                            <p:fltVal val="0"/>
                                          </p:val>
                                        </p:tav>
                                        <p:tav tm="100000">
                                          <p:val>
                                            <p:strVal val="#ppt_h"/>
                                          </p:val>
                                        </p:tav>
                                      </p:tavLst>
                                    </p:anim>
                                    <p:anim calcmode="lin" valueType="num">
                                      <p:cBhvr>
                                        <p:cTn id="9" dur="500" fill="hold"/>
                                        <p:tgtEl>
                                          <p:spTgt spid="20"/>
                                        </p:tgtEl>
                                        <p:attrNameLst>
                                          <p:attrName>style.rotation</p:attrName>
                                        </p:attrNameLst>
                                      </p:cBhvr>
                                      <p:tavLst>
                                        <p:tav tm="0">
                                          <p:val>
                                            <p:fltVal val="360"/>
                                          </p:val>
                                        </p:tav>
                                        <p:tav tm="100000">
                                          <p:val>
                                            <p:fltVal val="0"/>
                                          </p:val>
                                        </p:tav>
                                      </p:tavLst>
                                    </p:anim>
                                    <p:animEffect transition="in" filter="fade">
                                      <p:cBhvr>
                                        <p:cTn id="10" dur="500"/>
                                        <p:tgtEl>
                                          <p:spTgt spid="20"/>
                                        </p:tgtEl>
                                      </p:cBhvr>
                                    </p:animEffect>
                                  </p:childTnLst>
                                </p:cTn>
                              </p:par>
                            </p:childTnLst>
                          </p:cTn>
                        </p:par>
                        <p:par>
                          <p:cTn id="11" fill="hold">
                            <p:stCondLst>
                              <p:cond delay="500"/>
                            </p:stCondLst>
                            <p:childTnLst>
                              <p:par>
                                <p:cTn id="12" presetID="1" presetClass="entr" presetSubtype="0" fill="hold" grpId="0" nodeType="afterEffect">
                                  <p:stCondLst>
                                    <p:cond delay="0"/>
                                  </p:stCondLst>
                                  <p:iterate type="lt">
                                    <p:tmAbs val="100"/>
                                  </p:iterate>
                                  <p:childTnLst>
                                    <p:set>
                                      <p:cBhvr>
                                        <p:cTn id="13" dur="1" fill="hold">
                                          <p:stCondLst>
                                            <p:cond delay="0"/>
                                          </p:stCondLst>
                                        </p:cTn>
                                        <p:tgtEl>
                                          <p:spTgt spid="21"/>
                                        </p:tgtEl>
                                        <p:attrNameLst>
                                          <p:attrName>style.visibility</p:attrName>
                                        </p:attrNameLst>
                                      </p:cBhvr>
                                      <p:to>
                                        <p:strVal val="visible"/>
                                      </p:to>
                                    </p:set>
                                  </p:childTnLst>
                                </p:cTn>
                              </p:par>
                            </p:childTnLst>
                          </p:cTn>
                        </p:par>
                      </p:childTnLst>
                    </p:cTn>
                  </p:par>
                  <p:par>
                    <p:cTn id="14" fill="hold">
                      <p:stCondLst>
                        <p:cond delay="indefinite"/>
                      </p:stCondLst>
                      <p:childTnLst>
                        <p:par>
                          <p:cTn id="15" fill="hold">
                            <p:stCondLst>
                              <p:cond delay="0"/>
                            </p:stCondLst>
                            <p:childTnLst>
                              <p:par>
                                <p:cTn id="16" presetID="1" presetClass="entr" presetSubtype="0" fill="hold" grpId="0" nodeType="clickEffect">
                                  <p:stCondLst>
                                    <p:cond delay="0"/>
                                  </p:stCondLst>
                                  <p:iterate type="lt">
                                    <p:tmAbs val="100"/>
                                  </p:iterate>
                                  <p:childTnLst>
                                    <p:set>
                                      <p:cBhvr>
                                        <p:cTn id="17" dur="1" fill="hold">
                                          <p:stCondLst>
                                            <p:cond delay="0"/>
                                          </p:stCondLst>
                                        </p:cTn>
                                        <p:tgtEl>
                                          <p:spTgt spid="23"/>
                                        </p:tgtEl>
                                        <p:attrNameLst>
                                          <p:attrName>style.visibility</p:attrName>
                                        </p:attrNameLst>
                                      </p:cBhvr>
                                      <p:to>
                                        <p:strVal val="visible"/>
                                      </p:to>
                                    </p:set>
                                  </p:childTnLst>
                                </p:cTn>
                              </p:par>
                            </p:childTnLst>
                          </p:cTn>
                        </p:par>
                      </p:childTnLst>
                    </p:cTn>
                  </p:par>
                  <p:par>
                    <p:cTn id="18" fill="hold">
                      <p:stCondLst>
                        <p:cond delay="indefinite"/>
                      </p:stCondLst>
                      <p:childTnLst>
                        <p:par>
                          <p:cTn id="19" fill="hold">
                            <p:stCondLst>
                              <p:cond delay="0"/>
                            </p:stCondLst>
                            <p:childTnLst>
                              <p:par>
                                <p:cTn id="20" presetID="1" presetClass="entr" presetSubtype="0" fill="hold" grpId="0" nodeType="clickEffect">
                                  <p:stCondLst>
                                    <p:cond delay="0"/>
                                  </p:stCondLst>
                                  <p:iterate type="lt">
                                    <p:tmAbs val="100"/>
                                  </p:iterate>
                                  <p:childTnLst>
                                    <p:set>
                                      <p:cBhvr>
                                        <p:cTn id="21" dur="1" fill="hold">
                                          <p:stCondLst>
                                            <p:cond delay="0"/>
                                          </p:stCondLst>
                                        </p:cTn>
                                        <p:tgtEl>
                                          <p:spTgt spid="24"/>
                                        </p:tgtEl>
                                        <p:attrNameLst>
                                          <p:attrName>style.visibility</p:attrName>
                                        </p:attrNameLst>
                                      </p:cBhvr>
                                      <p:to>
                                        <p:strVal val="visible"/>
                                      </p:to>
                                    </p:set>
                                  </p:childTnLst>
                                </p:cTn>
                              </p:par>
                            </p:childTnLst>
                          </p:cTn>
                        </p:par>
                      </p:childTnLst>
                    </p:cTn>
                  </p:par>
                  <p:par>
                    <p:cTn id="22" fill="hold">
                      <p:stCondLst>
                        <p:cond delay="indefinite"/>
                      </p:stCondLst>
                      <p:childTnLst>
                        <p:par>
                          <p:cTn id="23" fill="hold">
                            <p:stCondLst>
                              <p:cond delay="0"/>
                            </p:stCondLst>
                            <p:childTnLst>
                              <p:par>
                                <p:cTn id="24" presetID="1" presetClass="entr" presetSubtype="0" fill="hold" grpId="0" nodeType="clickEffect">
                                  <p:stCondLst>
                                    <p:cond delay="0"/>
                                  </p:stCondLst>
                                  <p:iterate type="lt">
                                    <p:tmAbs val="100"/>
                                  </p:iterate>
                                  <p:childTnLst>
                                    <p:set>
                                      <p:cBhvr>
                                        <p:cTn id="25" dur="1" fill="hold">
                                          <p:stCondLst>
                                            <p:cond delay="0"/>
                                          </p:stCondLst>
                                        </p:cTn>
                                        <p:tgtEl>
                                          <p:spTgt spid="26"/>
                                        </p:tgtEl>
                                        <p:attrNameLst>
                                          <p:attrName>style.visibility</p:attrName>
                                        </p:attrNameLst>
                                      </p:cBhvr>
                                      <p:to>
                                        <p:strVal val="visible"/>
                                      </p:to>
                                    </p:set>
                                  </p:childTnLst>
                                </p:cTn>
                              </p:par>
                            </p:childTnLst>
                          </p:cTn>
                        </p:par>
                      </p:childTnLst>
                    </p:cTn>
                  </p:par>
                  <p:par>
                    <p:cTn id="26" fill="hold">
                      <p:stCondLst>
                        <p:cond delay="indefinite"/>
                      </p:stCondLst>
                      <p:childTnLst>
                        <p:par>
                          <p:cTn id="27" fill="hold">
                            <p:stCondLst>
                              <p:cond delay="0"/>
                            </p:stCondLst>
                            <p:childTnLst>
                              <p:par>
                                <p:cTn id="28" presetID="30" presetClass="entr" presetSubtype="0" fill="hold" grpId="0" nodeType="clickEffect">
                                  <p:stCondLst>
                                    <p:cond delay="0"/>
                                  </p:stCondLst>
                                  <p:childTnLst>
                                    <p:set>
                                      <p:cBhvr>
                                        <p:cTn id="29" dur="1" fill="hold">
                                          <p:stCondLst>
                                            <p:cond delay="0"/>
                                          </p:stCondLst>
                                        </p:cTn>
                                        <p:tgtEl>
                                          <p:spTgt spid="5"/>
                                        </p:tgtEl>
                                        <p:attrNameLst>
                                          <p:attrName>style.visibility</p:attrName>
                                        </p:attrNameLst>
                                      </p:cBhvr>
                                      <p:to>
                                        <p:strVal val="visible"/>
                                      </p:to>
                                    </p:set>
                                    <p:animEffect transition="in" filter="fade">
                                      <p:cBhvr>
                                        <p:cTn id="30" dur="800" decel="100000"/>
                                        <p:tgtEl>
                                          <p:spTgt spid="5"/>
                                        </p:tgtEl>
                                      </p:cBhvr>
                                    </p:animEffect>
                                    <p:anim calcmode="lin" valueType="num">
                                      <p:cBhvr>
                                        <p:cTn id="31" dur="800" decel="100000" fill="hold"/>
                                        <p:tgtEl>
                                          <p:spTgt spid="5"/>
                                        </p:tgtEl>
                                        <p:attrNameLst>
                                          <p:attrName>style.rotation</p:attrName>
                                        </p:attrNameLst>
                                      </p:cBhvr>
                                      <p:tavLst>
                                        <p:tav tm="0">
                                          <p:val>
                                            <p:fltVal val="-90"/>
                                          </p:val>
                                        </p:tav>
                                        <p:tav tm="100000">
                                          <p:val>
                                            <p:fltVal val="0"/>
                                          </p:val>
                                        </p:tav>
                                      </p:tavLst>
                                    </p:anim>
                                    <p:anim calcmode="lin" valueType="num">
                                      <p:cBhvr>
                                        <p:cTn id="32" dur="800" decel="100000" fill="hold"/>
                                        <p:tgtEl>
                                          <p:spTgt spid="5"/>
                                        </p:tgtEl>
                                        <p:attrNameLst>
                                          <p:attrName>ppt_x</p:attrName>
                                        </p:attrNameLst>
                                      </p:cBhvr>
                                      <p:tavLst>
                                        <p:tav tm="0">
                                          <p:val>
                                            <p:strVal val="#ppt_x+0.4"/>
                                          </p:val>
                                        </p:tav>
                                        <p:tav tm="100000">
                                          <p:val>
                                            <p:strVal val="#ppt_x-0.05"/>
                                          </p:val>
                                        </p:tav>
                                      </p:tavLst>
                                    </p:anim>
                                    <p:anim calcmode="lin" valueType="num">
                                      <p:cBhvr>
                                        <p:cTn id="33" dur="800" decel="100000" fill="hold"/>
                                        <p:tgtEl>
                                          <p:spTgt spid="5"/>
                                        </p:tgtEl>
                                        <p:attrNameLst>
                                          <p:attrName>ppt_y</p:attrName>
                                        </p:attrNameLst>
                                      </p:cBhvr>
                                      <p:tavLst>
                                        <p:tav tm="0">
                                          <p:val>
                                            <p:strVal val="#ppt_y-0.4"/>
                                          </p:val>
                                        </p:tav>
                                        <p:tav tm="100000">
                                          <p:val>
                                            <p:strVal val="#ppt_y+0.1"/>
                                          </p:val>
                                        </p:tav>
                                      </p:tavLst>
                                    </p:anim>
                                    <p:anim calcmode="lin" valueType="num">
                                      <p:cBhvr>
                                        <p:cTn id="34" dur="200" accel="100000" fill="hold">
                                          <p:stCondLst>
                                            <p:cond delay="800"/>
                                          </p:stCondLst>
                                        </p:cTn>
                                        <p:tgtEl>
                                          <p:spTgt spid="5"/>
                                        </p:tgtEl>
                                        <p:attrNameLst>
                                          <p:attrName>ppt_x</p:attrName>
                                        </p:attrNameLst>
                                      </p:cBhvr>
                                      <p:tavLst>
                                        <p:tav tm="0">
                                          <p:val>
                                            <p:strVal val="#ppt_x-0.05"/>
                                          </p:val>
                                        </p:tav>
                                        <p:tav tm="100000">
                                          <p:val>
                                            <p:strVal val="#ppt_x"/>
                                          </p:val>
                                        </p:tav>
                                      </p:tavLst>
                                    </p:anim>
                                    <p:anim calcmode="lin" valueType="num">
                                      <p:cBhvr>
                                        <p:cTn id="35" dur="200" accel="100000" fill="hold">
                                          <p:stCondLst>
                                            <p:cond delay="800"/>
                                          </p:stCondLst>
                                        </p:cTn>
                                        <p:tgtEl>
                                          <p:spTgt spid="5"/>
                                        </p:tgtEl>
                                        <p:attrNameLst>
                                          <p:attrName>ppt_y</p:attrName>
                                        </p:attrNameLst>
                                      </p:cBhvr>
                                      <p:tavLst>
                                        <p:tav tm="0">
                                          <p:val>
                                            <p:strVal val="#ppt_y+0.1"/>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0" grpId="0" animBg="1"/>
      <p:bldP spid="21" grpId="0"/>
      <p:bldP spid="23" grpId="0"/>
      <p:bldP spid="24" grpId="0"/>
      <p:bldP spid="26" grpId="0"/>
      <p:bldP spid="5" grpId="0" animBg="1"/>
    </p:bldLst>
  </p:timing>
</p:sld>
</file>

<file path=ppt/slides/slide46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4" name="组合 3">
            <a:extLst>
              <a:ext uri="{FF2B5EF4-FFF2-40B4-BE49-F238E27FC236}">
                <a16:creationId xmlns:a16="http://schemas.microsoft.com/office/drawing/2014/main" id="{869DCC19-099D-EE4E-2EAB-6CE30CEBA398}"/>
              </a:ext>
            </a:extLst>
          </p:cNvPr>
          <p:cNvGrpSpPr/>
          <p:nvPr/>
        </p:nvGrpSpPr>
        <p:grpSpPr>
          <a:xfrm>
            <a:off x="2868281" y="1188116"/>
            <a:ext cx="6475102" cy="2976420"/>
            <a:chOff x="2868281" y="1188116"/>
            <a:chExt cx="6475102" cy="2976420"/>
          </a:xfrm>
        </p:grpSpPr>
        <p:sp>
          <p:nvSpPr>
            <p:cNvPr id="12" name="íşlïḍè"/>
            <p:cNvSpPr txBox="1"/>
            <p:nvPr/>
          </p:nvSpPr>
          <p:spPr>
            <a:xfrm>
              <a:off x="3965621" y="1188116"/>
              <a:ext cx="4287076" cy="419100"/>
            </a:xfrm>
            <a:prstGeom prst="rect">
              <a:avLst/>
            </a:prstGeom>
            <a:noFill/>
          </p:spPr>
          <p:txBody>
            <a:bodyPr wrap="square" lIns="91440" tIns="45720" rIns="91440" bIns="45720" anchor="ctr">
              <a:noAutofit/>
            </a:bodyPr>
            <a:lstStyle/>
            <a:p>
              <a:pPr algn="ctr"/>
              <a:r>
                <a:rPr lang="en-US" altLang="zh-CN" sz="2400" b="1" dirty="0"/>
                <a:t>3.7 </a:t>
              </a:r>
              <a:r>
                <a:rPr lang="zh-CN" altLang="en-US" sz="2400" b="1" dirty="0"/>
                <a:t>虚拟局域网</a:t>
              </a:r>
              <a:endParaRPr lang="en-US" altLang="zh-CN" sz="2400" b="1" dirty="0"/>
            </a:p>
          </p:txBody>
        </p:sp>
        <p:grpSp>
          <p:nvGrpSpPr>
            <p:cNvPr id="2" name="组合 1">
              <a:extLst>
                <a:ext uri="{FF2B5EF4-FFF2-40B4-BE49-F238E27FC236}">
                  <a16:creationId xmlns:a16="http://schemas.microsoft.com/office/drawing/2014/main" id="{E8DC0AB8-05EE-7787-9FBB-4E11065FD44D}"/>
                </a:ext>
              </a:extLst>
            </p:cNvPr>
            <p:cNvGrpSpPr/>
            <p:nvPr/>
          </p:nvGrpSpPr>
          <p:grpSpPr>
            <a:xfrm>
              <a:off x="2868281" y="1864102"/>
              <a:ext cx="6475102" cy="2300434"/>
              <a:chOff x="3493921" y="1864102"/>
              <a:chExt cx="6475102" cy="2300434"/>
            </a:xfrm>
          </p:grpSpPr>
          <p:sp>
            <p:nvSpPr>
              <p:cNvPr id="5" name="平行四边形 4"/>
              <p:cNvSpPr/>
              <p:nvPr/>
            </p:nvSpPr>
            <p:spPr>
              <a:xfrm>
                <a:off x="3493921" y="1864102"/>
                <a:ext cx="869401" cy="595554"/>
              </a:xfrm>
              <a:prstGeom prst="parallelogram">
                <a:avLst/>
              </a:prstGeom>
              <a:solidFill>
                <a:schemeClr val="accent3">
                  <a:lumMod val="75000"/>
                </a:schemeClr>
              </a:solidFill>
              <a:ln>
                <a:solidFill>
                  <a:schemeClr val="accent3">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CN" sz="2800" dirty="0">
                    <a:latin typeface="Impact" panose="020B0806030902050204" pitchFamily="34" charset="0"/>
                  </a:rPr>
                  <a:t>01</a:t>
                </a:r>
                <a:endParaRPr lang="zh-CN" altLang="en-US" sz="2800" dirty="0">
                  <a:latin typeface="Impact" panose="020B0806030902050204" pitchFamily="34" charset="0"/>
                </a:endParaRPr>
              </a:p>
            </p:txBody>
          </p:sp>
          <p:sp>
            <p:nvSpPr>
              <p:cNvPr id="25" name="平行四边形 24"/>
              <p:cNvSpPr/>
              <p:nvPr/>
            </p:nvSpPr>
            <p:spPr>
              <a:xfrm>
                <a:off x="4203052" y="1864102"/>
                <a:ext cx="5756571" cy="595554"/>
              </a:xfrm>
              <a:prstGeom prst="parallelogram">
                <a:avLst/>
              </a:prstGeom>
              <a:noFill/>
              <a:ln>
                <a:solidFill>
                  <a:schemeClr val="accent3">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r>
                  <a:rPr lang="zh-CN" altLang="en-US" sz="2200" b="1" dirty="0">
                    <a:solidFill>
                      <a:schemeClr val="tx1"/>
                    </a:solidFill>
                    <a:latin typeface="+mn-ea"/>
                  </a:rPr>
                  <a:t>虚拟局域网</a:t>
                </a:r>
                <a:r>
                  <a:rPr lang="en-US" altLang="zh-CN" sz="2200" b="1" dirty="0">
                    <a:solidFill>
                      <a:schemeClr val="tx1"/>
                    </a:solidFill>
                  </a:rPr>
                  <a:t>VLAN</a:t>
                </a:r>
                <a:r>
                  <a:rPr lang="zh-CN" altLang="en-US" sz="2200" b="1" dirty="0">
                    <a:solidFill>
                      <a:schemeClr val="tx1"/>
                    </a:solidFill>
                    <a:latin typeface="+mn-ea"/>
                  </a:rPr>
                  <a:t>的诞生背景</a:t>
                </a:r>
                <a:endParaRPr lang="zh-CN" altLang="en-US" sz="2200" b="1" dirty="0">
                  <a:solidFill>
                    <a:schemeClr val="tx1"/>
                  </a:solidFill>
                  <a:latin typeface="Impact" panose="020B0806030902050204" pitchFamily="34" charset="0"/>
                </a:endParaRPr>
              </a:p>
            </p:txBody>
          </p:sp>
          <p:sp>
            <p:nvSpPr>
              <p:cNvPr id="27" name="平行四边形 26"/>
              <p:cNvSpPr/>
              <p:nvPr/>
            </p:nvSpPr>
            <p:spPr>
              <a:xfrm>
                <a:off x="3493921" y="2716542"/>
                <a:ext cx="869402" cy="595554"/>
              </a:xfrm>
              <a:prstGeom prst="parallelogram">
                <a:avLst/>
              </a:prstGeom>
              <a:solidFill>
                <a:schemeClr val="accent3">
                  <a:lumMod val="75000"/>
                </a:schemeClr>
              </a:solidFill>
              <a:ln>
                <a:solidFill>
                  <a:schemeClr val="accent3">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CN" sz="2800" dirty="0">
                    <a:latin typeface="Impact" panose="020B0806030902050204" pitchFamily="34" charset="0"/>
                  </a:rPr>
                  <a:t>02</a:t>
                </a:r>
                <a:endParaRPr lang="zh-CN" altLang="en-US" sz="2800" dirty="0">
                  <a:latin typeface="Impact" panose="020B0806030902050204" pitchFamily="34" charset="0"/>
                </a:endParaRPr>
              </a:p>
            </p:txBody>
          </p:sp>
          <p:sp>
            <p:nvSpPr>
              <p:cNvPr id="28" name="平行四边形 27"/>
              <p:cNvSpPr/>
              <p:nvPr/>
            </p:nvSpPr>
            <p:spPr>
              <a:xfrm>
                <a:off x="4203051" y="2716542"/>
                <a:ext cx="5756572" cy="595554"/>
              </a:xfrm>
              <a:prstGeom prst="parallelogram">
                <a:avLst/>
              </a:prstGeom>
              <a:noFill/>
              <a:ln>
                <a:solidFill>
                  <a:schemeClr val="accent3">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r>
                  <a:rPr lang="zh-CN" altLang="en-US" sz="2200" b="1" dirty="0">
                    <a:solidFill>
                      <a:schemeClr val="tx1"/>
                    </a:solidFill>
                    <a:latin typeface="Impact" panose="020B0806030902050204" pitchFamily="34" charset="0"/>
                  </a:rPr>
                  <a:t>虚拟局域网</a:t>
                </a:r>
                <a:r>
                  <a:rPr lang="en-US" altLang="zh-CN" sz="2200" b="1" dirty="0">
                    <a:solidFill>
                      <a:schemeClr val="tx1"/>
                    </a:solidFill>
                    <a:latin typeface="Arial Narrow" panose="020B0606020202030204" pitchFamily="34" charset="0"/>
                  </a:rPr>
                  <a:t>VLAN</a:t>
                </a:r>
                <a:r>
                  <a:rPr lang="zh-CN" altLang="en-US" sz="2200" b="1" dirty="0">
                    <a:solidFill>
                      <a:schemeClr val="tx1"/>
                    </a:solidFill>
                    <a:latin typeface="Impact" panose="020B0806030902050204" pitchFamily="34" charset="0"/>
                  </a:rPr>
                  <a:t>概述</a:t>
                </a:r>
              </a:p>
            </p:txBody>
          </p:sp>
          <p:sp>
            <p:nvSpPr>
              <p:cNvPr id="11" name="平行四边形 10">
                <a:extLst>
                  <a:ext uri="{FF2B5EF4-FFF2-40B4-BE49-F238E27FC236}">
                    <a16:creationId xmlns:a16="http://schemas.microsoft.com/office/drawing/2014/main" id="{FB42DCD5-5514-3E1D-F8ED-2DE88E081FE8}"/>
                  </a:ext>
                </a:extLst>
              </p:cNvPr>
              <p:cNvSpPr/>
              <p:nvPr/>
            </p:nvSpPr>
            <p:spPr>
              <a:xfrm>
                <a:off x="3493921" y="3568982"/>
                <a:ext cx="828092" cy="595554"/>
              </a:xfrm>
              <a:prstGeom prst="parallelogram">
                <a:avLst/>
              </a:prstGeom>
              <a:solidFill>
                <a:schemeClr val="accent3">
                  <a:lumMod val="75000"/>
                </a:schemeClr>
              </a:solidFill>
              <a:ln>
                <a:solidFill>
                  <a:schemeClr val="accent3">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CN" sz="2800" dirty="0">
                    <a:latin typeface="Impact" panose="020B0806030902050204" pitchFamily="34" charset="0"/>
                  </a:rPr>
                  <a:t>03</a:t>
                </a:r>
                <a:endParaRPr lang="zh-CN" altLang="en-US" sz="2800" dirty="0">
                  <a:latin typeface="Impact" panose="020B0806030902050204" pitchFamily="34" charset="0"/>
                </a:endParaRPr>
              </a:p>
            </p:txBody>
          </p:sp>
          <p:sp>
            <p:nvSpPr>
              <p:cNvPr id="13" name="平行四边形 12">
                <a:extLst>
                  <a:ext uri="{FF2B5EF4-FFF2-40B4-BE49-F238E27FC236}">
                    <a16:creationId xmlns:a16="http://schemas.microsoft.com/office/drawing/2014/main" id="{F60D6E6E-1CB1-6E39-5E05-C6F857FA1BC0}"/>
                  </a:ext>
                </a:extLst>
              </p:cNvPr>
              <p:cNvSpPr/>
              <p:nvPr/>
            </p:nvSpPr>
            <p:spPr>
              <a:xfrm>
                <a:off x="4169357" y="3568982"/>
                <a:ext cx="5799666" cy="595554"/>
              </a:xfrm>
              <a:prstGeom prst="parallelogram">
                <a:avLst/>
              </a:prstGeom>
              <a:noFill/>
              <a:ln>
                <a:solidFill>
                  <a:schemeClr val="accent3">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r>
                  <a:rPr lang="zh-CN" altLang="en-US" sz="2200" b="1" dirty="0">
                    <a:solidFill>
                      <a:schemeClr val="tx1"/>
                    </a:solidFill>
                    <a:latin typeface="Impact" panose="020B0806030902050204" pitchFamily="34" charset="0"/>
                  </a:rPr>
                  <a:t>虚拟局域网</a:t>
                </a:r>
                <a:r>
                  <a:rPr lang="en-US" altLang="zh-CN" sz="2200" b="1" dirty="0">
                    <a:solidFill>
                      <a:schemeClr val="tx1"/>
                    </a:solidFill>
                    <a:latin typeface="Arial Narrow" panose="020B0606020202030204" pitchFamily="34" charset="0"/>
                  </a:rPr>
                  <a:t>VLAN</a:t>
                </a:r>
                <a:r>
                  <a:rPr lang="zh-CN" altLang="en-US" sz="2200" b="1" dirty="0">
                    <a:solidFill>
                      <a:schemeClr val="tx1"/>
                    </a:solidFill>
                    <a:latin typeface="Impact" panose="020B0806030902050204" pitchFamily="34" charset="0"/>
                  </a:rPr>
                  <a:t>的实现机制</a:t>
                </a:r>
              </a:p>
            </p:txBody>
          </p:sp>
        </p:grpSp>
      </p:grpSp>
    </p:spTree>
    <p:extLst>
      <p:ext uri="{BB962C8B-B14F-4D97-AF65-F5344CB8AC3E}">
        <p14:creationId xmlns:p14="http://schemas.microsoft.com/office/powerpoint/2010/main" val="2043722079"/>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42" presetClass="entr" presetSubtype="0" fill="hold" nodeType="withEffect">
                                  <p:stCondLst>
                                    <p:cond delay="0"/>
                                  </p:stCondLst>
                                  <p:childTnLst>
                                    <p:set>
                                      <p:cBhvr>
                                        <p:cTn id="6" dur="1" fill="hold">
                                          <p:stCondLst>
                                            <p:cond delay="0"/>
                                          </p:stCondLst>
                                        </p:cTn>
                                        <p:tgtEl>
                                          <p:spTgt spid="4"/>
                                        </p:tgtEl>
                                        <p:attrNameLst>
                                          <p:attrName>style.visibility</p:attrName>
                                        </p:attrNameLst>
                                      </p:cBhvr>
                                      <p:to>
                                        <p:strVal val="visible"/>
                                      </p:to>
                                    </p:set>
                                    <p:animEffect transition="in" filter="fade">
                                      <p:cBhvr>
                                        <p:cTn id="7" dur="1000"/>
                                        <p:tgtEl>
                                          <p:spTgt spid="4"/>
                                        </p:tgtEl>
                                      </p:cBhvr>
                                    </p:animEffect>
                                    <p:anim calcmode="lin" valueType="num">
                                      <p:cBhvr>
                                        <p:cTn id="8" dur="1000" fill="hold"/>
                                        <p:tgtEl>
                                          <p:spTgt spid="4"/>
                                        </p:tgtEl>
                                        <p:attrNameLst>
                                          <p:attrName>ppt_x</p:attrName>
                                        </p:attrNameLst>
                                      </p:cBhvr>
                                      <p:tavLst>
                                        <p:tav tm="0">
                                          <p:val>
                                            <p:strVal val="#ppt_x"/>
                                          </p:val>
                                        </p:tav>
                                        <p:tav tm="100000">
                                          <p:val>
                                            <p:strVal val="#ppt_x"/>
                                          </p:val>
                                        </p:tav>
                                      </p:tavLst>
                                    </p:anim>
                                    <p:anim calcmode="lin" valueType="num">
                                      <p:cBhvr>
                                        <p:cTn id="9" dur="1000" fill="hold"/>
                                        <p:tgtEl>
                                          <p:spTgt spid="4"/>
                                        </p:tgtEl>
                                        <p:attrNameLst>
                                          <p:attrName>ppt_y</p:attrName>
                                        </p:attrNameLst>
                                      </p:cBhvr>
                                      <p:tavLst>
                                        <p:tav tm="0">
                                          <p:val>
                                            <p:strVal val="#ppt_y+.1"/>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46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4" name="组合 3">
            <a:extLst>
              <a:ext uri="{FF2B5EF4-FFF2-40B4-BE49-F238E27FC236}">
                <a16:creationId xmlns:a16="http://schemas.microsoft.com/office/drawing/2014/main" id="{9A1EA9F2-FCB6-48C3-935F-7AE7E3AD14AC}"/>
              </a:ext>
            </a:extLst>
          </p:cNvPr>
          <p:cNvGrpSpPr/>
          <p:nvPr/>
        </p:nvGrpSpPr>
        <p:grpSpPr>
          <a:xfrm>
            <a:off x="304800" y="749300"/>
            <a:ext cx="4938199" cy="400110"/>
            <a:chOff x="424117" y="898245"/>
            <a:chExt cx="4938199" cy="400110"/>
          </a:xfrm>
        </p:grpSpPr>
        <p:sp>
          <p:nvSpPr>
            <p:cNvPr id="2" name="平行四边形 1">
              <a:extLst>
                <a:ext uri="{FF2B5EF4-FFF2-40B4-BE49-F238E27FC236}">
                  <a16:creationId xmlns:a16="http://schemas.microsoft.com/office/drawing/2014/main" id="{1F5BAA3F-9845-4F89-A2DD-8222D3E4EDAC}"/>
                </a:ext>
              </a:extLst>
            </p:cNvPr>
            <p:cNvSpPr/>
            <p:nvPr/>
          </p:nvSpPr>
          <p:spPr>
            <a:xfrm>
              <a:off x="424117" y="898245"/>
              <a:ext cx="628306" cy="387090"/>
            </a:xfrm>
            <a:prstGeom prst="parallelogram">
              <a:avLst/>
            </a:prstGeom>
            <a:solidFill>
              <a:schemeClr val="accent3">
                <a:lumMod val="75000"/>
              </a:schemeClr>
            </a:solidFill>
            <a:ln>
              <a:solidFill>
                <a:schemeClr val="accent3">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CN" sz="2200" dirty="0">
                  <a:latin typeface="Impact" panose="020B0806030902050204" pitchFamily="34" charset="0"/>
                </a:rPr>
                <a:t>01</a:t>
              </a:r>
              <a:endParaRPr lang="zh-CN" altLang="en-US" sz="2200" dirty="0">
                <a:latin typeface="Impact" panose="020B0806030902050204" pitchFamily="34" charset="0"/>
              </a:endParaRPr>
            </a:p>
          </p:txBody>
        </p:sp>
        <p:sp>
          <p:nvSpPr>
            <p:cNvPr id="3" name="文本框 2">
              <a:extLst>
                <a:ext uri="{FF2B5EF4-FFF2-40B4-BE49-F238E27FC236}">
                  <a16:creationId xmlns:a16="http://schemas.microsoft.com/office/drawing/2014/main" id="{4D6BD736-A4D3-4F26-AFED-36E11F50F70B}"/>
                </a:ext>
              </a:extLst>
            </p:cNvPr>
            <p:cNvSpPr txBox="1"/>
            <p:nvPr/>
          </p:nvSpPr>
          <p:spPr>
            <a:xfrm>
              <a:off x="1052423" y="898245"/>
              <a:ext cx="4309893" cy="400110"/>
            </a:xfrm>
            <a:prstGeom prst="rect">
              <a:avLst/>
            </a:prstGeom>
            <a:noFill/>
          </p:spPr>
          <p:txBody>
            <a:bodyPr wrap="square" rtlCol="0">
              <a:spAutoFit/>
            </a:bodyPr>
            <a:lstStyle/>
            <a:p>
              <a:r>
                <a:rPr lang="zh-CN" altLang="en-US" sz="2000" b="1" dirty="0">
                  <a:solidFill>
                    <a:schemeClr val="tx1"/>
                  </a:solidFill>
                  <a:latin typeface="Arial Narrow" panose="020B0606020202030204" pitchFamily="34" charset="0"/>
                </a:rPr>
                <a:t>虚拟局域网</a:t>
              </a:r>
              <a:r>
                <a:rPr lang="en-US" altLang="zh-CN" sz="2000" b="1" dirty="0">
                  <a:solidFill>
                    <a:schemeClr val="tx1"/>
                  </a:solidFill>
                  <a:latin typeface="Arial Narrow" panose="020B0606020202030204" pitchFamily="34" charset="0"/>
                </a:rPr>
                <a:t>VLAN</a:t>
              </a:r>
              <a:r>
                <a:rPr lang="zh-CN" altLang="en-US" sz="2000" b="1" dirty="0">
                  <a:solidFill>
                    <a:schemeClr val="tx1"/>
                  </a:solidFill>
                  <a:latin typeface="Arial Narrow" panose="020B0606020202030204" pitchFamily="34" charset="0"/>
                </a:rPr>
                <a:t>的诞生背景</a:t>
              </a:r>
              <a:endParaRPr lang="en-US" altLang="zh-CN" sz="2000" b="1" dirty="0">
                <a:solidFill>
                  <a:schemeClr val="tx1"/>
                </a:solidFill>
                <a:latin typeface="Arial Narrow" panose="020B0606020202030204" pitchFamily="34" charset="0"/>
              </a:endParaRPr>
            </a:p>
          </p:txBody>
        </p:sp>
      </p:grpSp>
      <p:sp>
        <p:nvSpPr>
          <p:cNvPr id="5" name="矩形 4">
            <a:extLst>
              <a:ext uri="{FF2B5EF4-FFF2-40B4-BE49-F238E27FC236}">
                <a16:creationId xmlns:a16="http://schemas.microsoft.com/office/drawing/2014/main" id="{8271A171-7EDC-422B-8B68-C7405045502A}"/>
              </a:ext>
            </a:extLst>
          </p:cNvPr>
          <p:cNvSpPr/>
          <p:nvPr/>
        </p:nvSpPr>
        <p:spPr>
          <a:xfrm>
            <a:off x="1056633" y="1335374"/>
            <a:ext cx="256976" cy="256976"/>
          </a:xfrm>
          <a:prstGeom prst="rect">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6" name="íşlïḍè">
            <a:extLst>
              <a:ext uri="{FF2B5EF4-FFF2-40B4-BE49-F238E27FC236}">
                <a16:creationId xmlns:a16="http://schemas.microsoft.com/office/drawing/2014/main" id="{E9505913-F1F9-4532-854A-E600AA0B20B0}"/>
              </a:ext>
            </a:extLst>
          </p:cNvPr>
          <p:cNvSpPr txBox="1"/>
          <p:nvPr/>
        </p:nvSpPr>
        <p:spPr>
          <a:xfrm>
            <a:off x="1373861" y="1281052"/>
            <a:ext cx="10513339" cy="400111"/>
          </a:xfrm>
          <a:prstGeom prst="rect">
            <a:avLst/>
          </a:prstGeom>
          <a:noFill/>
        </p:spPr>
        <p:txBody>
          <a:bodyPr wrap="square" lIns="91440" tIns="45720" rIns="91440" bIns="45720" anchor="ctr">
            <a:noAutofit/>
          </a:bodyPr>
          <a:lstStyle/>
          <a:p>
            <a:r>
              <a:rPr lang="zh-CN" altLang="en-US" b="1" dirty="0">
                <a:latin typeface="Arial Narrow" panose="020B0606020202030204" pitchFamily="34" charset="0"/>
              </a:rPr>
              <a:t>将多个站点通过一个或多个</a:t>
            </a:r>
            <a:r>
              <a:rPr lang="zh-CN" altLang="en-US" b="1" dirty="0">
                <a:solidFill>
                  <a:schemeClr val="accent1">
                    <a:lumMod val="75000"/>
                  </a:schemeClr>
                </a:solidFill>
                <a:latin typeface="Arial Narrow" panose="020B0606020202030204" pitchFamily="34" charset="0"/>
              </a:rPr>
              <a:t>以太网交换机</a:t>
            </a:r>
            <a:r>
              <a:rPr lang="zh-CN" altLang="en-US" b="1" dirty="0">
                <a:latin typeface="Arial Narrow" panose="020B0606020202030204" pitchFamily="34" charset="0"/>
              </a:rPr>
              <a:t>连接起来就构建出了</a:t>
            </a:r>
            <a:r>
              <a:rPr lang="zh-CN" altLang="en-US" b="1" dirty="0">
                <a:solidFill>
                  <a:schemeClr val="accent1">
                    <a:lumMod val="75000"/>
                  </a:schemeClr>
                </a:solidFill>
                <a:latin typeface="Arial Narrow" panose="020B0606020202030204" pitchFamily="34" charset="0"/>
              </a:rPr>
              <a:t>交换式以太网</a:t>
            </a:r>
            <a:r>
              <a:rPr lang="zh-CN" altLang="en-US" b="1" dirty="0">
                <a:latin typeface="Arial Narrow" panose="020B0606020202030204" pitchFamily="34" charset="0"/>
              </a:rPr>
              <a:t>。</a:t>
            </a:r>
          </a:p>
        </p:txBody>
      </p:sp>
      <p:sp>
        <p:nvSpPr>
          <p:cNvPr id="11" name="矩形 10">
            <a:extLst>
              <a:ext uri="{FF2B5EF4-FFF2-40B4-BE49-F238E27FC236}">
                <a16:creationId xmlns:a16="http://schemas.microsoft.com/office/drawing/2014/main" id="{4FCB2A08-374D-4DF4-A78F-75150D0DE365}"/>
              </a:ext>
            </a:extLst>
          </p:cNvPr>
          <p:cNvSpPr/>
          <p:nvPr/>
        </p:nvSpPr>
        <p:spPr>
          <a:xfrm>
            <a:off x="1056633" y="1832636"/>
            <a:ext cx="256976" cy="256976"/>
          </a:xfrm>
          <a:prstGeom prst="rect">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12" name="íşlïḍè">
            <a:extLst>
              <a:ext uri="{FF2B5EF4-FFF2-40B4-BE49-F238E27FC236}">
                <a16:creationId xmlns:a16="http://schemas.microsoft.com/office/drawing/2014/main" id="{F6E84598-DD5C-48DB-8D2F-FE4F0649AF0B}"/>
              </a:ext>
            </a:extLst>
          </p:cNvPr>
          <p:cNvSpPr txBox="1"/>
          <p:nvPr/>
        </p:nvSpPr>
        <p:spPr>
          <a:xfrm>
            <a:off x="1373861" y="1778314"/>
            <a:ext cx="10513339" cy="400111"/>
          </a:xfrm>
          <a:prstGeom prst="rect">
            <a:avLst/>
          </a:prstGeom>
          <a:noFill/>
        </p:spPr>
        <p:txBody>
          <a:bodyPr wrap="square" lIns="91440" tIns="45720" rIns="91440" bIns="45720" anchor="ctr">
            <a:noAutofit/>
          </a:bodyPr>
          <a:lstStyle/>
          <a:p>
            <a:r>
              <a:rPr lang="zh-CN" altLang="en-US" b="1" dirty="0">
                <a:latin typeface="Arial Narrow" panose="020B0606020202030204" pitchFamily="34" charset="0"/>
              </a:rPr>
              <a:t>交换式以太网中的所有站点都属于</a:t>
            </a:r>
            <a:r>
              <a:rPr lang="zh-CN" altLang="en-US" b="1" dirty="0">
                <a:solidFill>
                  <a:schemeClr val="accent1">
                    <a:lumMod val="75000"/>
                  </a:schemeClr>
                </a:solidFill>
                <a:latin typeface="Arial Narrow" panose="020B0606020202030204" pitchFamily="34" charset="0"/>
              </a:rPr>
              <a:t>同一个广播域</a:t>
            </a:r>
            <a:r>
              <a:rPr lang="zh-CN" altLang="en-US" b="1" dirty="0">
                <a:latin typeface="Arial Narrow" panose="020B0606020202030204" pitchFamily="34" charset="0"/>
              </a:rPr>
              <a:t>。</a:t>
            </a:r>
          </a:p>
        </p:txBody>
      </p:sp>
      <p:sp>
        <p:nvSpPr>
          <p:cNvPr id="13" name="矩形 12">
            <a:extLst>
              <a:ext uri="{FF2B5EF4-FFF2-40B4-BE49-F238E27FC236}">
                <a16:creationId xmlns:a16="http://schemas.microsoft.com/office/drawing/2014/main" id="{054C010B-B6DC-4DF3-B7C6-F7AB17C17346}"/>
              </a:ext>
            </a:extLst>
          </p:cNvPr>
          <p:cNvSpPr/>
          <p:nvPr/>
        </p:nvSpPr>
        <p:spPr>
          <a:xfrm>
            <a:off x="1056633" y="2384220"/>
            <a:ext cx="256976" cy="256976"/>
          </a:xfrm>
          <a:prstGeom prst="rect">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14" name="íşlïḍè">
            <a:extLst>
              <a:ext uri="{FF2B5EF4-FFF2-40B4-BE49-F238E27FC236}">
                <a16:creationId xmlns:a16="http://schemas.microsoft.com/office/drawing/2014/main" id="{69281B6D-A70F-4112-AE98-A87066F5D44B}"/>
              </a:ext>
            </a:extLst>
          </p:cNvPr>
          <p:cNvSpPr txBox="1"/>
          <p:nvPr/>
        </p:nvSpPr>
        <p:spPr>
          <a:xfrm>
            <a:off x="1373861" y="2329898"/>
            <a:ext cx="10513339" cy="400111"/>
          </a:xfrm>
          <a:prstGeom prst="rect">
            <a:avLst/>
          </a:prstGeom>
          <a:noFill/>
        </p:spPr>
        <p:txBody>
          <a:bodyPr wrap="square" lIns="91440" tIns="45720" rIns="91440" bIns="45720" anchor="ctr">
            <a:noAutofit/>
          </a:bodyPr>
          <a:lstStyle/>
          <a:p>
            <a:r>
              <a:rPr lang="zh-CN" altLang="en-US" b="1" dirty="0">
                <a:latin typeface="Arial Narrow" panose="020B0606020202030204" pitchFamily="34" charset="0"/>
              </a:rPr>
              <a:t>随着交换式以太网规模的扩大，广播域也相应扩大。</a:t>
            </a:r>
          </a:p>
        </p:txBody>
      </p:sp>
      <p:sp>
        <p:nvSpPr>
          <p:cNvPr id="15" name="矩形 14">
            <a:extLst>
              <a:ext uri="{FF2B5EF4-FFF2-40B4-BE49-F238E27FC236}">
                <a16:creationId xmlns:a16="http://schemas.microsoft.com/office/drawing/2014/main" id="{D220777A-3F44-457A-9261-767A364097D9}"/>
              </a:ext>
            </a:extLst>
          </p:cNvPr>
          <p:cNvSpPr/>
          <p:nvPr/>
        </p:nvSpPr>
        <p:spPr>
          <a:xfrm>
            <a:off x="1056633" y="2935804"/>
            <a:ext cx="256976" cy="256976"/>
          </a:xfrm>
          <a:prstGeom prst="rect">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16" name="íşlïḍè">
            <a:extLst>
              <a:ext uri="{FF2B5EF4-FFF2-40B4-BE49-F238E27FC236}">
                <a16:creationId xmlns:a16="http://schemas.microsoft.com/office/drawing/2014/main" id="{80471F9E-9979-4687-ADBE-EAECEAE496D7}"/>
              </a:ext>
            </a:extLst>
          </p:cNvPr>
          <p:cNvSpPr txBox="1"/>
          <p:nvPr/>
        </p:nvSpPr>
        <p:spPr>
          <a:xfrm>
            <a:off x="1373861" y="2881482"/>
            <a:ext cx="10513339" cy="400111"/>
          </a:xfrm>
          <a:prstGeom prst="rect">
            <a:avLst/>
          </a:prstGeom>
          <a:noFill/>
        </p:spPr>
        <p:txBody>
          <a:bodyPr wrap="square" lIns="91440" tIns="45720" rIns="91440" bIns="45720" anchor="ctr">
            <a:noAutofit/>
          </a:bodyPr>
          <a:lstStyle/>
          <a:p>
            <a:r>
              <a:rPr lang="zh-CN" altLang="en-US" b="1" dirty="0">
                <a:solidFill>
                  <a:schemeClr val="accent1">
                    <a:lumMod val="75000"/>
                  </a:schemeClr>
                </a:solidFill>
                <a:latin typeface="Arial Narrow" panose="020B0606020202030204" pitchFamily="34" charset="0"/>
              </a:rPr>
              <a:t>巨大的广播域会带来一系列问题</a:t>
            </a:r>
            <a:r>
              <a:rPr lang="zh-CN" altLang="en-US" b="1" dirty="0">
                <a:latin typeface="Arial Narrow" panose="020B0606020202030204" pitchFamily="34" charset="0"/>
              </a:rPr>
              <a:t>。</a:t>
            </a:r>
          </a:p>
        </p:txBody>
      </p:sp>
    </p:spTree>
    <p:custDataLst>
      <p:tags r:id="rId1"/>
    </p:custDataLst>
    <p:extLst>
      <p:ext uri="{BB962C8B-B14F-4D97-AF65-F5344CB8AC3E}">
        <p14:creationId xmlns:p14="http://schemas.microsoft.com/office/powerpoint/2010/main" val="2913504662"/>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2" presetClass="entr" presetSubtype="1" fill="hold" nodeType="withEffect">
                                  <p:stCondLst>
                                    <p:cond delay="0"/>
                                  </p:stCondLst>
                                  <p:childTnLst>
                                    <p:set>
                                      <p:cBhvr>
                                        <p:cTn id="6" dur="1" fill="hold">
                                          <p:stCondLst>
                                            <p:cond delay="0"/>
                                          </p:stCondLst>
                                        </p:cTn>
                                        <p:tgtEl>
                                          <p:spTgt spid="4"/>
                                        </p:tgtEl>
                                        <p:attrNameLst>
                                          <p:attrName>style.visibility</p:attrName>
                                        </p:attrNameLst>
                                      </p:cBhvr>
                                      <p:to>
                                        <p:strVal val="visible"/>
                                      </p:to>
                                    </p:set>
                                    <p:anim calcmode="lin" valueType="num">
                                      <p:cBhvr additive="base">
                                        <p:cTn id="7" dur="1000"/>
                                        <p:tgtEl>
                                          <p:spTgt spid="4"/>
                                        </p:tgtEl>
                                        <p:attrNameLst>
                                          <p:attrName>ppt_y</p:attrName>
                                        </p:attrNameLst>
                                      </p:cBhvr>
                                      <p:tavLst>
                                        <p:tav tm="0">
                                          <p:val>
                                            <p:strVal val="#ppt_y-#ppt_h*1.125000"/>
                                          </p:val>
                                        </p:tav>
                                        <p:tav tm="100000">
                                          <p:val>
                                            <p:strVal val="#ppt_y"/>
                                          </p:val>
                                        </p:tav>
                                      </p:tavLst>
                                    </p:anim>
                                    <p:animEffect transition="in" filter="wipe(down)">
                                      <p:cBhvr>
                                        <p:cTn id="8" dur="1000"/>
                                        <p:tgtEl>
                                          <p:spTgt spid="4"/>
                                        </p:tgtEl>
                                      </p:cBhvr>
                                    </p:animEffect>
                                  </p:childTnLst>
                                </p:cTn>
                              </p:par>
                            </p:childTnLst>
                          </p:cTn>
                        </p:par>
                      </p:childTnLst>
                    </p:cTn>
                  </p:par>
                  <p:par>
                    <p:cTn id="9" fill="hold">
                      <p:stCondLst>
                        <p:cond delay="indefinite"/>
                      </p:stCondLst>
                      <p:childTnLst>
                        <p:par>
                          <p:cTn id="10" fill="hold">
                            <p:stCondLst>
                              <p:cond delay="0"/>
                            </p:stCondLst>
                            <p:childTnLst>
                              <p:par>
                                <p:cTn id="11" presetID="49" presetClass="entr" presetSubtype="0" decel="100000" fill="hold" grpId="0" nodeType="clickEffect">
                                  <p:stCondLst>
                                    <p:cond delay="0"/>
                                  </p:stCondLst>
                                  <p:childTnLst>
                                    <p:set>
                                      <p:cBhvr>
                                        <p:cTn id="12" dur="1" fill="hold">
                                          <p:stCondLst>
                                            <p:cond delay="0"/>
                                          </p:stCondLst>
                                        </p:cTn>
                                        <p:tgtEl>
                                          <p:spTgt spid="5"/>
                                        </p:tgtEl>
                                        <p:attrNameLst>
                                          <p:attrName>style.visibility</p:attrName>
                                        </p:attrNameLst>
                                      </p:cBhvr>
                                      <p:to>
                                        <p:strVal val="visible"/>
                                      </p:to>
                                    </p:set>
                                    <p:anim calcmode="lin" valueType="num">
                                      <p:cBhvr>
                                        <p:cTn id="13" dur="500" fill="hold"/>
                                        <p:tgtEl>
                                          <p:spTgt spid="5"/>
                                        </p:tgtEl>
                                        <p:attrNameLst>
                                          <p:attrName>ppt_w</p:attrName>
                                        </p:attrNameLst>
                                      </p:cBhvr>
                                      <p:tavLst>
                                        <p:tav tm="0">
                                          <p:val>
                                            <p:fltVal val="0"/>
                                          </p:val>
                                        </p:tav>
                                        <p:tav tm="100000">
                                          <p:val>
                                            <p:strVal val="#ppt_w"/>
                                          </p:val>
                                        </p:tav>
                                      </p:tavLst>
                                    </p:anim>
                                    <p:anim calcmode="lin" valueType="num">
                                      <p:cBhvr>
                                        <p:cTn id="14" dur="500" fill="hold"/>
                                        <p:tgtEl>
                                          <p:spTgt spid="5"/>
                                        </p:tgtEl>
                                        <p:attrNameLst>
                                          <p:attrName>ppt_h</p:attrName>
                                        </p:attrNameLst>
                                      </p:cBhvr>
                                      <p:tavLst>
                                        <p:tav tm="0">
                                          <p:val>
                                            <p:fltVal val="0"/>
                                          </p:val>
                                        </p:tav>
                                        <p:tav tm="100000">
                                          <p:val>
                                            <p:strVal val="#ppt_h"/>
                                          </p:val>
                                        </p:tav>
                                      </p:tavLst>
                                    </p:anim>
                                    <p:anim calcmode="lin" valueType="num">
                                      <p:cBhvr>
                                        <p:cTn id="15" dur="500" fill="hold"/>
                                        <p:tgtEl>
                                          <p:spTgt spid="5"/>
                                        </p:tgtEl>
                                        <p:attrNameLst>
                                          <p:attrName>style.rotation</p:attrName>
                                        </p:attrNameLst>
                                      </p:cBhvr>
                                      <p:tavLst>
                                        <p:tav tm="0">
                                          <p:val>
                                            <p:fltVal val="360"/>
                                          </p:val>
                                        </p:tav>
                                        <p:tav tm="100000">
                                          <p:val>
                                            <p:fltVal val="0"/>
                                          </p:val>
                                        </p:tav>
                                      </p:tavLst>
                                    </p:anim>
                                    <p:animEffect transition="in" filter="fade">
                                      <p:cBhvr>
                                        <p:cTn id="16" dur="500"/>
                                        <p:tgtEl>
                                          <p:spTgt spid="5"/>
                                        </p:tgtEl>
                                      </p:cBhvr>
                                    </p:animEffect>
                                  </p:childTnLst>
                                </p:cTn>
                              </p:par>
                            </p:childTnLst>
                          </p:cTn>
                        </p:par>
                        <p:par>
                          <p:cTn id="17" fill="hold">
                            <p:stCondLst>
                              <p:cond delay="500"/>
                            </p:stCondLst>
                            <p:childTnLst>
                              <p:par>
                                <p:cTn id="18" presetID="1" presetClass="entr" presetSubtype="0" fill="hold" grpId="0" nodeType="afterEffect">
                                  <p:stCondLst>
                                    <p:cond delay="0"/>
                                  </p:stCondLst>
                                  <p:iterate type="lt">
                                    <p:tmAbs val="100"/>
                                  </p:iterate>
                                  <p:childTnLst>
                                    <p:set>
                                      <p:cBhvr>
                                        <p:cTn id="19" dur="1" fill="hold">
                                          <p:stCondLst>
                                            <p:cond delay="0"/>
                                          </p:stCondLst>
                                        </p:cTn>
                                        <p:tgtEl>
                                          <p:spTgt spid="6"/>
                                        </p:tgtEl>
                                        <p:attrNameLst>
                                          <p:attrName>style.visibility</p:attrName>
                                        </p:attrNameLst>
                                      </p:cBhvr>
                                      <p:to>
                                        <p:strVal val="visible"/>
                                      </p:to>
                                    </p:set>
                                  </p:childTnLst>
                                </p:cTn>
                              </p:par>
                            </p:childTnLst>
                          </p:cTn>
                        </p:par>
                      </p:childTnLst>
                    </p:cTn>
                  </p:par>
                  <p:par>
                    <p:cTn id="20" fill="hold">
                      <p:stCondLst>
                        <p:cond delay="indefinite"/>
                      </p:stCondLst>
                      <p:childTnLst>
                        <p:par>
                          <p:cTn id="21" fill="hold">
                            <p:stCondLst>
                              <p:cond delay="0"/>
                            </p:stCondLst>
                            <p:childTnLst>
                              <p:par>
                                <p:cTn id="22" presetID="49" presetClass="entr" presetSubtype="0" decel="100000" fill="hold" grpId="0" nodeType="clickEffect">
                                  <p:stCondLst>
                                    <p:cond delay="0"/>
                                  </p:stCondLst>
                                  <p:childTnLst>
                                    <p:set>
                                      <p:cBhvr>
                                        <p:cTn id="23" dur="1" fill="hold">
                                          <p:stCondLst>
                                            <p:cond delay="0"/>
                                          </p:stCondLst>
                                        </p:cTn>
                                        <p:tgtEl>
                                          <p:spTgt spid="11"/>
                                        </p:tgtEl>
                                        <p:attrNameLst>
                                          <p:attrName>style.visibility</p:attrName>
                                        </p:attrNameLst>
                                      </p:cBhvr>
                                      <p:to>
                                        <p:strVal val="visible"/>
                                      </p:to>
                                    </p:set>
                                    <p:anim calcmode="lin" valueType="num">
                                      <p:cBhvr>
                                        <p:cTn id="24" dur="500" fill="hold"/>
                                        <p:tgtEl>
                                          <p:spTgt spid="11"/>
                                        </p:tgtEl>
                                        <p:attrNameLst>
                                          <p:attrName>ppt_w</p:attrName>
                                        </p:attrNameLst>
                                      </p:cBhvr>
                                      <p:tavLst>
                                        <p:tav tm="0">
                                          <p:val>
                                            <p:fltVal val="0"/>
                                          </p:val>
                                        </p:tav>
                                        <p:tav tm="100000">
                                          <p:val>
                                            <p:strVal val="#ppt_w"/>
                                          </p:val>
                                        </p:tav>
                                      </p:tavLst>
                                    </p:anim>
                                    <p:anim calcmode="lin" valueType="num">
                                      <p:cBhvr>
                                        <p:cTn id="25" dur="500" fill="hold"/>
                                        <p:tgtEl>
                                          <p:spTgt spid="11"/>
                                        </p:tgtEl>
                                        <p:attrNameLst>
                                          <p:attrName>ppt_h</p:attrName>
                                        </p:attrNameLst>
                                      </p:cBhvr>
                                      <p:tavLst>
                                        <p:tav tm="0">
                                          <p:val>
                                            <p:fltVal val="0"/>
                                          </p:val>
                                        </p:tav>
                                        <p:tav tm="100000">
                                          <p:val>
                                            <p:strVal val="#ppt_h"/>
                                          </p:val>
                                        </p:tav>
                                      </p:tavLst>
                                    </p:anim>
                                    <p:anim calcmode="lin" valueType="num">
                                      <p:cBhvr>
                                        <p:cTn id="26" dur="500" fill="hold"/>
                                        <p:tgtEl>
                                          <p:spTgt spid="11"/>
                                        </p:tgtEl>
                                        <p:attrNameLst>
                                          <p:attrName>style.rotation</p:attrName>
                                        </p:attrNameLst>
                                      </p:cBhvr>
                                      <p:tavLst>
                                        <p:tav tm="0">
                                          <p:val>
                                            <p:fltVal val="360"/>
                                          </p:val>
                                        </p:tav>
                                        <p:tav tm="100000">
                                          <p:val>
                                            <p:fltVal val="0"/>
                                          </p:val>
                                        </p:tav>
                                      </p:tavLst>
                                    </p:anim>
                                    <p:animEffect transition="in" filter="fade">
                                      <p:cBhvr>
                                        <p:cTn id="27" dur="500"/>
                                        <p:tgtEl>
                                          <p:spTgt spid="11"/>
                                        </p:tgtEl>
                                      </p:cBhvr>
                                    </p:animEffect>
                                  </p:childTnLst>
                                </p:cTn>
                              </p:par>
                            </p:childTnLst>
                          </p:cTn>
                        </p:par>
                        <p:par>
                          <p:cTn id="28" fill="hold">
                            <p:stCondLst>
                              <p:cond delay="500"/>
                            </p:stCondLst>
                            <p:childTnLst>
                              <p:par>
                                <p:cTn id="29" presetID="1" presetClass="entr" presetSubtype="0" fill="hold" grpId="0" nodeType="afterEffect">
                                  <p:stCondLst>
                                    <p:cond delay="0"/>
                                  </p:stCondLst>
                                  <p:iterate type="lt">
                                    <p:tmAbs val="100"/>
                                  </p:iterate>
                                  <p:childTnLst>
                                    <p:set>
                                      <p:cBhvr>
                                        <p:cTn id="30" dur="1" fill="hold">
                                          <p:stCondLst>
                                            <p:cond delay="0"/>
                                          </p:stCondLst>
                                        </p:cTn>
                                        <p:tgtEl>
                                          <p:spTgt spid="12"/>
                                        </p:tgtEl>
                                        <p:attrNameLst>
                                          <p:attrName>style.visibility</p:attrName>
                                        </p:attrNameLst>
                                      </p:cBhvr>
                                      <p:to>
                                        <p:strVal val="visible"/>
                                      </p:to>
                                    </p:set>
                                  </p:childTnLst>
                                </p:cTn>
                              </p:par>
                            </p:childTnLst>
                          </p:cTn>
                        </p:par>
                      </p:childTnLst>
                    </p:cTn>
                  </p:par>
                  <p:par>
                    <p:cTn id="31" fill="hold">
                      <p:stCondLst>
                        <p:cond delay="indefinite"/>
                      </p:stCondLst>
                      <p:childTnLst>
                        <p:par>
                          <p:cTn id="32" fill="hold">
                            <p:stCondLst>
                              <p:cond delay="0"/>
                            </p:stCondLst>
                            <p:childTnLst>
                              <p:par>
                                <p:cTn id="33" presetID="49" presetClass="entr" presetSubtype="0" decel="100000" fill="hold" grpId="0" nodeType="clickEffect">
                                  <p:stCondLst>
                                    <p:cond delay="0"/>
                                  </p:stCondLst>
                                  <p:childTnLst>
                                    <p:set>
                                      <p:cBhvr>
                                        <p:cTn id="34" dur="1" fill="hold">
                                          <p:stCondLst>
                                            <p:cond delay="0"/>
                                          </p:stCondLst>
                                        </p:cTn>
                                        <p:tgtEl>
                                          <p:spTgt spid="13"/>
                                        </p:tgtEl>
                                        <p:attrNameLst>
                                          <p:attrName>style.visibility</p:attrName>
                                        </p:attrNameLst>
                                      </p:cBhvr>
                                      <p:to>
                                        <p:strVal val="visible"/>
                                      </p:to>
                                    </p:set>
                                    <p:anim calcmode="lin" valueType="num">
                                      <p:cBhvr>
                                        <p:cTn id="35" dur="500" fill="hold"/>
                                        <p:tgtEl>
                                          <p:spTgt spid="13"/>
                                        </p:tgtEl>
                                        <p:attrNameLst>
                                          <p:attrName>ppt_w</p:attrName>
                                        </p:attrNameLst>
                                      </p:cBhvr>
                                      <p:tavLst>
                                        <p:tav tm="0">
                                          <p:val>
                                            <p:fltVal val="0"/>
                                          </p:val>
                                        </p:tav>
                                        <p:tav tm="100000">
                                          <p:val>
                                            <p:strVal val="#ppt_w"/>
                                          </p:val>
                                        </p:tav>
                                      </p:tavLst>
                                    </p:anim>
                                    <p:anim calcmode="lin" valueType="num">
                                      <p:cBhvr>
                                        <p:cTn id="36" dur="500" fill="hold"/>
                                        <p:tgtEl>
                                          <p:spTgt spid="13"/>
                                        </p:tgtEl>
                                        <p:attrNameLst>
                                          <p:attrName>ppt_h</p:attrName>
                                        </p:attrNameLst>
                                      </p:cBhvr>
                                      <p:tavLst>
                                        <p:tav tm="0">
                                          <p:val>
                                            <p:fltVal val="0"/>
                                          </p:val>
                                        </p:tav>
                                        <p:tav tm="100000">
                                          <p:val>
                                            <p:strVal val="#ppt_h"/>
                                          </p:val>
                                        </p:tav>
                                      </p:tavLst>
                                    </p:anim>
                                    <p:anim calcmode="lin" valueType="num">
                                      <p:cBhvr>
                                        <p:cTn id="37" dur="500" fill="hold"/>
                                        <p:tgtEl>
                                          <p:spTgt spid="13"/>
                                        </p:tgtEl>
                                        <p:attrNameLst>
                                          <p:attrName>style.rotation</p:attrName>
                                        </p:attrNameLst>
                                      </p:cBhvr>
                                      <p:tavLst>
                                        <p:tav tm="0">
                                          <p:val>
                                            <p:fltVal val="360"/>
                                          </p:val>
                                        </p:tav>
                                        <p:tav tm="100000">
                                          <p:val>
                                            <p:fltVal val="0"/>
                                          </p:val>
                                        </p:tav>
                                      </p:tavLst>
                                    </p:anim>
                                    <p:animEffect transition="in" filter="fade">
                                      <p:cBhvr>
                                        <p:cTn id="38" dur="500"/>
                                        <p:tgtEl>
                                          <p:spTgt spid="13"/>
                                        </p:tgtEl>
                                      </p:cBhvr>
                                    </p:animEffect>
                                  </p:childTnLst>
                                </p:cTn>
                              </p:par>
                            </p:childTnLst>
                          </p:cTn>
                        </p:par>
                        <p:par>
                          <p:cTn id="39" fill="hold">
                            <p:stCondLst>
                              <p:cond delay="500"/>
                            </p:stCondLst>
                            <p:childTnLst>
                              <p:par>
                                <p:cTn id="40" presetID="1" presetClass="entr" presetSubtype="0" fill="hold" grpId="0" nodeType="afterEffect">
                                  <p:stCondLst>
                                    <p:cond delay="0"/>
                                  </p:stCondLst>
                                  <p:iterate type="lt">
                                    <p:tmAbs val="100"/>
                                  </p:iterate>
                                  <p:childTnLst>
                                    <p:set>
                                      <p:cBhvr>
                                        <p:cTn id="41" dur="1" fill="hold">
                                          <p:stCondLst>
                                            <p:cond delay="0"/>
                                          </p:stCondLst>
                                        </p:cTn>
                                        <p:tgtEl>
                                          <p:spTgt spid="14"/>
                                        </p:tgtEl>
                                        <p:attrNameLst>
                                          <p:attrName>style.visibility</p:attrName>
                                        </p:attrNameLst>
                                      </p:cBhvr>
                                      <p:to>
                                        <p:strVal val="visible"/>
                                      </p:to>
                                    </p:set>
                                  </p:childTnLst>
                                </p:cTn>
                              </p:par>
                            </p:childTnLst>
                          </p:cTn>
                        </p:par>
                      </p:childTnLst>
                    </p:cTn>
                  </p:par>
                  <p:par>
                    <p:cTn id="42" fill="hold">
                      <p:stCondLst>
                        <p:cond delay="indefinite"/>
                      </p:stCondLst>
                      <p:childTnLst>
                        <p:par>
                          <p:cTn id="43" fill="hold">
                            <p:stCondLst>
                              <p:cond delay="0"/>
                            </p:stCondLst>
                            <p:childTnLst>
                              <p:par>
                                <p:cTn id="44" presetID="49" presetClass="entr" presetSubtype="0" decel="100000" fill="hold" grpId="0" nodeType="clickEffect">
                                  <p:stCondLst>
                                    <p:cond delay="0"/>
                                  </p:stCondLst>
                                  <p:childTnLst>
                                    <p:set>
                                      <p:cBhvr>
                                        <p:cTn id="45" dur="1" fill="hold">
                                          <p:stCondLst>
                                            <p:cond delay="0"/>
                                          </p:stCondLst>
                                        </p:cTn>
                                        <p:tgtEl>
                                          <p:spTgt spid="15"/>
                                        </p:tgtEl>
                                        <p:attrNameLst>
                                          <p:attrName>style.visibility</p:attrName>
                                        </p:attrNameLst>
                                      </p:cBhvr>
                                      <p:to>
                                        <p:strVal val="visible"/>
                                      </p:to>
                                    </p:set>
                                    <p:anim calcmode="lin" valueType="num">
                                      <p:cBhvr>
                                        <p:cTn id="46" dur="500" fill="hold"/>
                                        <p:tgtEl>
                                          <p:spTgt spid="15"/>
                                        </p:tgtEl>
                                        <p:attrNameLst>
                                          <p:attrName>ppt_w</p:attrName>
                                        </p:attrNameLst>
                                      </p:cBhvr>
                                      <p:tavLst>
                                        <p:tav tm="0">
                                          <p:val>
                                            <p:fltVal val="0"/>
                                          </p:val>
                                        </p:tav>
                                        <p:tav tm="100000">
                                          <p:val>
                                            <p:strVal val="#ppt_w"/>
                                          </p:val>
                                        </p:tav>
                                      </p:tavLst>
                                    </p:anim>
                                    <p:anim calcmode="lin" valueType="num">
                                      <p:cBhvr>
                                        <p:cTn id="47" dur="500" fill="hold"/>
                                        <p:tgtEl>
                                          <p:spTgt spid="15"/>
                                        </p:tgtEl>
                                        <p:attrNameLst>
                                          <p:attrName>ppt_h</p:attrName>
                                        </p:attrNameLst>
                                      </p:cBhvr>
                                      <p:tavLst>
                                        <p:tav tm="0">
                                          <p:val>
                                            <p:fltVal val="0"/>
                                          </p:val>
                                        </p:tav>
                                        <p:tav tm="100000">
                                          <p:val>
                                            <p:strVal val="#ppt_h"/>
                                          </p:val>
                                        </p:tav>
                                      </p:tavLst>
                                    </p:anim>
                                    <p:anim calcmode="lin" valueType="num">
                                      <p:cBhvr>
                                        <p:cTn id="48" dur="500" fill="hold"/>
                                        <p:tgtEl>
                                          <p:spTgt spid="15"/>
                                        </p:tgtEl>
                                        <p:attrNameLst>
                                          <p:attrName>style.rotation</p:attrName>
                                        </p:attrNameLst>
                                      </p:cBhvr>
                                      <p:tavLst>
                                        <p:tav tm="0">
                                          <p:val>
                                            <p:fltVal val="360"/>
                                          </p:val>
                                        </p:tav>
                                        <p:tav tm="100000">
                                          <p:val>
                                            <p:fltVal val="0"/>
                                          </p:val>
                                        </p:tav>
                                      </p:tavLst>
                                    </p:anim>
                                    <p:animEffect transition="in" filter="fade">
                                      <p:cBhvr>
                                        <p:cTn id="49" dur="500"/>
                                        <p:tgtEl>
                                          <p:spTgt spid="15"/>
                                        </p:tgtEl>
                                      </p:cBhvr>
                                    </p:animEffect>
                                  </p:childTnLst>
                                </p:cTn>
                              </p:par>
                            </p:childTnLst>
                          </p:cTn>
                        </p:par>
                        <p:par>
                          <p:cTn id="50" fill="hold">
                            <p:stCondLst>
                              <p:cond delay="500"/>
                            </p:stCondLst>
                            <p:childTnLst>
                              <p:par>
                                <p:cTn id="51" presetID="1" presetClass="entr" presetSubtype="0" fill="hold" grpId="0" nodeType="afterEffect">
                                  <p:stCondLst>
                                    <p:cond delay="0"/>
                                  </p:stCondLst>
                                  <p:iterate type="lt">
                                    <p:tmAbs val="100"/>
                                  </p:iterate>
                                  <p:childTnLst>
                                    <p:set>
                                      <p:cBhvr>
                                        <p:cTn id="52" dur="1" fill="hold">
                                          <p:stCondLst>
                                            <p:cond delay="0"/>
                                          </p:stCondLst>
                                        </p:cTn>
                                        <p:tgtEl>
                                          <p:spTgt spid="16"/>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 grpId="0" animBg="1"/>
      <p:bldP spid="6" grpId="0"/>
      <p:bldP spid="11" grpId="0" animBg="1"/>
      <p:bldP spid="12" grpId="0"/>
      <p:bldP spid="13" grpId="0" animBg="1"/>
      <p:bldP spid="14" grpId="0"/>
      <p:bldP spid="15" grpId="0" animBg="1"/>
      <p:bldP spid="16" grpId="0"/>
    </p:bldLst>
  </p:timing>
</p:sld>
</file>

<file path=ppt/slides/slide46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6" name="组合 5">
            <a:extLst>
              <a:ext uri="{FF2B5EF4-FFF2-40B4-BE49-F238E27FC236}">
                <a16:creationId xmlns:a16="http://schemas.microsoft.com/office/drawing/2014/main" id="{585D7959-83F9-4A9B-87AA-6121BCB12972}"/>
              </a:ext>
            </a:extLst>
          </p:cNvPr>
          <p:cNvGrpSpPr/>
          <p:nvPr/>
        </p:nvGrpSpPr>
        <p:grpSpPr>
          <a:xfrm>
            <a:off x="2335338" y="2861612"/>
            <a:ext cx="7532288" cy="3354992"/>
            <a:chOff x="2335338" y="2861612"/>
            <a:chExt cx="7532288" cy="3354992"/>
          </a:xfrm>
        </p:grpSpPr>
        <p:sp>
          <p:nvSpPr>
            <p:cNvPr id="5" name="矩形: 圆角 4">
              <a:extLst>
                <a:ext uri="{FF2B5EF4-FFF2-40B4-BE49-F238E27FC236}">
                  <a16:creationId xmlns:a16="http://schemas.microsoft.com/office/drawing/2014/main" id="{F7ECBCC2-C974-41CC-8CCB-24A6E4A88F3D}"/>
                </a:ext>
              </a:extLst>
            </p:cNvPr>
            <p:cNvSpPr/>
            <p:nvPr/>
          </p:nvSpPr>
          <p:spPr>
            <a:xfrm>
              <a:off x="2335338" y="2861612"/>
              <a:ext cx="7532288" cy="3354992"/>
            </a:xfrm>
            <a:prstGeom prst="roundRect">
              <a:avLst/>
            </a:prstGeom>
          </p:spPr>
          <p:style>
            <a:lnRef idx="2">
              <a:schemeClr val="accent2">
                <a:shade val="50000"/>
              </a:schemeClr>
            </a:lnRef>
            <a:fillRef idx="1">
              <a:schemeClr val="accent2"/>
            </a:fillRef>
            <a:effectRef idx="0">
              <a:schemeClr val="accent2"/>
            </a:effectRef>
            <a:fontRef idx="minor">
              <a:schemeClr val="lt1"/>
            </a:fontRef>
          </p:style>
          <p:txBody>
            <a:bodyPr rtlCol="0" anchor="ctr"/>
            <a:lstStyle/>
            <a:p>
              <a:pPr algn="ctr"/>
              <a:endParaRPr lang="zh-CN" altLang="en-US"/>
            </a:p>
          </p:txBody>
        </p:sp>
        <p:sp>
          <p:nvSpPr>
            <p:cNvPr id="47" name="íşlïḍè">
              <a:extLst>
                <a:ext uri="{FF2B5EF4-FFF2-40B4-BE49-F238E27FC236}">
                  <a16:creationId xmlns:a16="http://schemas.microsoft.com/office/drawing/2014/main" id="{1D6B03D1-7AC3-4EC3-BE73-E42EE9AE7B7E}"/>
                </a:ext>
              </a:extLst>
            </p:cNvPr>
            <p:cNvSpPr txBox="1"/>
            <p:nvPr/>
          </p:nvSpPr>
          <p:spPr>
            <a:xfrm>
              <a:off x="2601663" y="3127956"/>
              <a:ext cx="2353581" cy="400111"/>
            </a:xfrm>
            <a:prstGeom prst="rect">
              <a:avLst/>
            </a:prstGeom>
            <a:noFill/>
          </p:spPr>
          <p:txBody>
            <a:bodyPr wrap="square" lIns="91440" tIns="45720" rIns="91440" bIns="45720" anchor="ctr">
              <a:noAutofit/>
            </a:bodyPr>
            <a:lstStyle/>
            <a:p>
              <a:r>
                <a:rPr lang="zh-CN" altLang="en-US" sz="2800" b="1" dirty="0">
                  <a:solidFill>
                    <a:schemeClr val="bg1"/>
                  </a:solidFill>
                  <a:latin typeface="Arial Narrow" panose="020B0606020202030204" pitchFamily="34" charset="0"/>
                </a:rPr>
                <a:t>巨大的广播域</a:t>
              </a:r>
            </a:p>
          </p:txBody>
        </p:sp>
      </p:grpSp>
      <p:grpSp>
        <p:nvGrpSpPr>
          <p:cNvPr id="4" name="组合 3">
            <a:extLst>
              <a:ext uri="{FF2B5EF4-FFF2-40B4-BE49-F238E27FC236}">
                <a16:creationId xmlns:a16="http://schemas.microsoft.com/office/drawing/2014/main" id="{9A1EA9F2-FCB6-48C3-935F-7AE7E3AD14AC}"/>
              </a:ext>
            </a:extLst>
          </p:cNvPr>
          <p:cNvGrpSpPr/>
          <p:nvPr/>
        </p:nvGrpSpPr>
        <p:grpSpPr>
          <a:xfrm>
            <a:off x="304800" y="749300"/>
            <a:ext cx="4938199" cy="400110"/>
            <a:chOff x="424117" y="898245"/>
            <a:chExt cx="4938199" cy="400110"/>
          </a:xfrm>
        </p:grpSpPr>
        <p:sp>
          <p:nvSpPr>
            <p:cNvPr id="2" name="平行四边形 1">
              <a:extLst>
                <a:ext uri="{FF2B5EF4-FFF2-40B4-BE49-F238E27FC236}">
                  <a16:creationId xmlns:a16="http://schemas.microsoft.com/office/drawing/2014/main" id="{1F5BAA3F-9845-4F89-A2DD-8222D3E4EDAC}"/>
                </a:ext>
              </a:extLst>
            </p:cNvPr>
            <p:cNvSpPr/>
            <p:nvPr/>
          </p:nvSpPr>
          <p:spPr>
            <a:xfrm>
              <a:off x="424117" y="898245"/>
              <a:ext cx="628306" cy="387090"/>
            </a:xfrm>
            <a:prstGeom prst="parallelogram">
              <a:avLst/>
            </a:prstGeom>
            <a:solidFill>
              <a:schemeClr val="accent3">
                <a:lumMod val="75000"/>
              </a:schemeClr>
            </a:solidFill>
            <a:ln>
              <a:solidFill>
                <a:schemeClr val="accent3">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CN" sz="2200" dirty="0">
                  <a:latin typeface="Impact" panose="020B0806030902050204" pitchFamily="34" charset="0"/>
                </a:rPr>
                <a:t>01</a:t>
              </a:r>
              <a:endParaRPr lang="zh-CN" altLang="en-US" sz="2200" dirty="0">
                <a:latin typeface="Impact" panose="020B0806030902050204" pitchFamily="34" charset="0"/>
              </a:endParaRPr>
            </a:p>
          </p:txBody>
        </p:sp>
        <p:sp>
          <p:nvSpPr>
            <p:cNvPr id="3" name="文本框 2">
              <a:extLst>
                <a:ext uri="{FF2B5EF4-FFF2-40B4-BE49-F238E27FC236}">
                  <a16:creationId xmlns:a16="http://schemas.microsoft.com/office/drawing/2014/main" id="{4D6BD736-A4D3-4F26-AFED-36E11F50F70B}"/>
                </a:ext>
              </a:extLst>
            </p:cNvPr>
            <p:cNvSpPr txBox="1"/>
            <p:nvPr/>
          </p:nvSpPr>
          <p:spPr>
            <a:xfrm>
              <a:off x="1052423" y="898245"/>
              <a:ext cx="4309893" cy="400110"/>
            </a:xfrm>
            <a:prstGeom prst="rect">
              <a:avLst/>
            </a:prstGeom>
            <a:noFill/>
          </p:spPr>
          <p:txBody>
            <a:bodyPr wrap="square" rtlCol="0">
              <a:spAutoFit/>
            </a:bodyPr>
            <a:lstStyle/>
            <a:p>
              <a:r>
                <a:rPr lang="zh-CN" altLang="en-US" sz="2000" b="1" dirty="0">
                  <a:solidFill>
                    <a:schemeClr val="tx1"/>
                  </a:solidFill>
                  <a:latin typeface="Arial Narrow" panose="020B0606020202030204" pitchFamily="34" charset="0"/>
                </a:rPr>
                <a:t>虚拟局域网</a:t>
              </a:r>
              <a:r>
                <a:rPr lang="en-US" altLang="zh-CN" sz="2000" b="1" dirty="0">
                  <a:solidFill>
                    <a:schemeClr val="tx1"/>
                  </a:solidFill>
                  <a:latin typeface="Arial Narrow" panose="020B0606020202030204" pitchFamily="34" charset="0"/>
                </a:rPr>
                <a:t>VLAN</a:t>
              </a:r>
              <a:r>
                <a:rPr lang="zh-CN" altLang="en-US" sz="2000" b="1" dirty="0">
                  <a:solidFill>
                    <a:schemeClr val="tx1"/>
                  </a:solidFill>
                  <a:latin typeface="Arial Narrow" panose="020B0606020202030204" pitchFamily="34" charset="0"/>
                </a:rPr>
                <a:t>的诞生背景</a:t>
              </a:r>
              <a:endParaRPr lang="en-US" altLang="zh-CN" sz="2000" b="1" dirty="0">
                <a:solidFill>
                  <a:schemeClr val="tx1"/>
                </a:solidFill>
                <a:latin typeface="Arial Narrow" panose="020B0606020202030204" pitchFamily="34" charset="0"/>
              </a:endParaRPr>
            </a:p>
          </p:txBody>
        </p:sp>
      </p:grpSp>
      <p:sp>
        <p:nvSpPr>
          <p:cNvPr id="15" name="矩形 14">
            <a:extLst>
              <a:ext uri="{FF2B5EF4-FFF2-40B4-BE49-F238E27FC236}">
                <a16:creationId xmlns:a16="http://schemas.microsoft.com/office/drawing/2014/main" id="{D220777A-3F44-457A-9261-767A364097D9}"/>
              </a:ext>
            </a:extLst>
          </p:cNvPr>
          <p:cNvSpPr/>
          <p:nvPr/>
        </p:nvSpPr>
        <p:spPr>
          <a:xfrm>
            <a:off x="1056633" y="1337249"/>
            <a:ext cx="256976" cy="256976"/>
          </a:xfrm>
          <a:prstGeom prst="rect">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16" name="íşlïḍè">
            <a:extLst>
              <a:ext uri="{FF2B5EF4-FFF2-40B4-BE49-F238E27FC236}">
                <a16:creationId xmlns:a16="http://schemas.microsoft.com/office/drawing/2014/main" id="{80471F9E-9979-4687-ADBE-EAECEAE496D7}"/>
              </a:ext>
            </a:extLst>
          </p:cNvPr>
          <p:cNvSpPr txBox="1"/>
          <p:nvPr/>
        </p:nvSpPr>
        <p:spPr>
          <a:xfrm>
            <a:off x="1373861" y="1256615"/>
            <a:ext cx="10513339" cy="400111"/>
          </a:xfrm>
          <a:prstGeom prst="rect">
            <a:avLst/>
          </a:prstGeom>
          <a:noFill/>
        </p:spPr>
        <p:txBody>
          <a:bodyPr wrap="square" lIns="91440" tIns="45720" rIns="91440" bIns="45720" anchor="ctr">
            <a:noAutofit/>
          </a:bodyPr>
          <a:lstStyle/>
          <a:p>
            <a:r>
              <a:rPr lang="zh-CN" altLang="en-US" b="1" dirty="0">
                <a:solidFill>
                  <a:schemeClr val="accent1">
                    <a:lumMod val="75000"/>
                  </a:schemeClr>
                </a:solidFill>
                <a:latin typeface="Arial Narrow" panose="020B0606020202030204" pitchFamily="34" charset="0"/>
              </a:rPr>
              <a:t>巨大的广播域会带来一系列问题</a:t>
            </a:r>
            <a:r>
              <a:rPr lang="en-US" altLang="zh-CN" b="1" dirty="0">
                <a:latin typeface="Arial Narrow" panose="020B0606020202030204" pitchFamily="34" charset="0"/>
              </a:rPr>
              <a:t>:</a:t>
            </a:r>
            <a:endParaRPr lang="zh-CN" altLang="en-US" b="1" dirty="0">
              <a:latin typeface="Arial Narrow" panose="020B0606020202030204" pitchFamily="34" charset="0"/>
            </a:endParaRPr>
          </a:p>
        </p:txBody>
      </p:sp>
      <p:grpSp>
        <p:nvGrpSpPr>
          <p:cNvPr id="89" name="组合 88">
            <a:extLst>
              <a:ext uri="{FF2B5EF4-FFF2-40B4-BE49-F238E27FC236}">
                <a16:creationId xmlns:a16="http://schemas.microsoft.com/office/drawing/2014/main" id="{8A52A053-E148-46C8-B7A1-E9677D51ECE0}"/>
              </a:ext>
            </a:extLst>
          </p:cNvPr>
          <p:cNvGrpSpPr/>
          <p:nvPr/>
        </p:nvGrpSpPr>
        <p:grpSpPr>
          <a:xfrm>
            <a:off x="2556671" y="3101775"/>
            <a:ext cx="7086060" cy="2671120"/>
            <a:chOff x="2556671" y="3101775"/>
            <a:chExt cx="7086060" cy="2671120"/>
          </a:xfrm>
        </p:grpSpPr>
        <p:cxnSp>
          <p:nvCxnSpPr>
            <p:cNvPr id="87" name="直接连接符 86">
              <a:extLst>
                <a:ext uri="{FF2B5EF4-FFF2-40B4-BE49-F238E27FC236}">
                  <a16:creationId xmlns:a16="http://schemas.microsoft.com/office/drawing/2014/main" id="{462969EE-2D9D-4C57-A124-EAFEC3E479F7}"/>
                </a:ext>
              </a:extLst>
            </p:cNvPr>
            <p:cNvCxnSpPr/>
            <p:nvPr/>
          </p:nvCxnSpPr>
          <p:spPr>
            <a:xfrm>
              <a:off x="6054928" y="3567145"/>
              <a:ext cx="0" cy="990193"/>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cxnSp>
          <p:nvCxnSpPr>
            <p:cNvPr id="80" name="直接连接符 79">
              <a:extLst>
                <a:ext uri="{FF2B5EF4-FFF2-40B4-BE49-F238E27FC236}">
                  <a16:creationId xmlns:a16="http://schemas.microsoft.com/office/drawing/2014/main" id="{491EF1C2-1E39-4262-91EE-A90756E1388C}"/>
                </a:ext>
              </a:extLst>
            </p:cNvPr>
            <p:cNvCxnSpPr>
              <a:cxnSpLocks/>
            </p:cNvCxnSpPr>
            <p:nvPr/>
          </p:nvCxnSpPr>
          <p:spPr>
            <a:xfrm>
              <a:off x="6024620" y="3422316"/>
              <a:ext cx="2586810" cy="1279852"/>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78" name="直接连接符 77">
              <a:extLst>
                <a:ext uri="{FF2B5EF4-FFF2-40B4-BE49-F238E27FC236}">
                  <a16:creationId xmlns:a16="http://schemas.microsoft.com/office/drawing/2014/main" id="{E93186D5-AD31-48F9-9D2A-AA353AD9AA89}"/>
                </a:ext>
              </a:extLst>
            </p:cNvPr>
            <p:cNvCxnSpPr>
              <a:cxnSpLocks/>
            </p:cNvCxnSpPr>
            <p:nvPr/>
          </p:nvCxnSpPr>
          <p:spPr>
            <a:xfrm flipH="1">
              <a:off x="3740486" y="3422316"/>
              <a:ext cx="2342544" cy="1220819"/>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grpSp>
          <p:nvGrpSpPr>
            <p:cNvPr id="52" name="组合 51">
              <a:extLst>
                <a:ext uri="{FF2B5EF4-FFF2-40B4-BE49-F238E27FC236}">
                  <a16:creationId xmlns:a16="http://schemas.microsoft.com/office/drawing/2014/main" id="{BC9D416F-C60D-4620-9862-8C5CB32A180F}"/>
                </a:ext>
              </a:extLst>
            </p:cNvPr>
            <p:cNvGrpSpPr/>
            <p:nvPr/>
          </p:nvGrpSpPr>
          <p:grpSpPr>
            <a:xfrm>
              <a:off x="2556671" y="4424683"/>
              <a:ext cx="2215116" cy="1348212"/>
              <a:chOff x="3510029" y="4109954"/>
              <a:chExt cx="2215116" cy="1348212"/>
            </a:xfrm>
          </p:grpSpPr>
          <p:grpSp>
            <p:nvGrpSpPr>
              <p:cNvPr id="42" name="组合 41">
                <a:extLst>
                  <a:ext uri="{FF2B5EF4-FFF2-40B4-BE49-F238E27FC236}">
                    <a16:creationId xmlns:a16="http://schemas.microsoft.com/office/drawing/2014/main" id="{39B0CBF9-EBC9-4363-A4D2-657FA51B1088}"/>
                  </a:ext>
                </a:extLst>
              </p:cNvPr>
              <p:cNvGrpSpPr/>
              <p:nvPr/>
            </p:nvGrpSpPr>
            <p:grpSpPr>
              <a:xfrm>
                <a:off x="3510029" y="4109954"/>
                <a:ext cx="1981412" cy="1348212"/>
                <a:chOff x="3510029" y="4109954"/>
                <a:chExt cx="1981412" cy="1348212"/>
              </a:xfrm>
            </p:grpSpPr>
            <p:grpSp>
              <p:nvGrpSpPr>
                <p:cNvPr id="40" name="组合 39">
                  <a:extLst>
                    <a:ext uri="{FF2B5EF4-FFF2-40B4-BE49-F238E27FC236}">
                      <a16:creationId xmlns:a16="http://schemas.microsoft.com/office/drawing/2014/main" id="{129C29C4-92A8-4242-8B41-A17B685EC444}"/>
                    </a:ext>
                  </a:extLst>
                </p:cNvPr>
                <p:cNvGrpSpPr/>
                <p:nvPr/>
              </p:nvGrpSpPr>
              <p:grpSpPr>
                <a:xfrm>
                  <a:off x="3510029" y="4109954"/>
                  <a:ext cx="1981412" cy="1348212"/>
                  <a:chOff x="3510029" y="4109954"/>
                  <a:chExt cx="1981412" cy="1348212"/>
                </a:xfrm>
              </p:grpSpPr>
              <p:cxnSp>
                <p:nvCxnSpPr>
                  <p:cNvPr id="19" name="直接连接符 18">
                    <a:extLst>
                      <a:ext uri="{FF2B5EF4-FFF2-40B4-BE49-F238E27FC236}">
                        <a16:creationId xmlns:a16="http://schemas.microsoft.com/office/drawing/2014/main" id="{72913A28-AA03-4815-8C50-6C872FFF814A}"/>
                      </a:ext>
                    </a:extLst>
                  </p:cNvPr>
                  <p:cNvCxnSpPr>
                    <a:cxnSpLocks/>
                  </p:cNvCxnSpPr>
                  <p:nvPr/>
                </p:nvCxnSpPr>
                <p:spPr>
                  <a:xfrm flipH="1">
                    <a:off x="3940472" y="4462422"/>
                    <a:ext cx="582666" cy="622695"/>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pic>
                <p:nvPicPr>
                  <p:cNvPr id="33" name="图形 10">
                    <a:extLst>
                      <a:ext uri="{FF2B5EF4-FFF2-40B4-BE49-F238E27FC236}">
                        <a16:creationId xmlns:a16="http://schemas.microsoft.com/office/drawing/2014/main" id="{16119794-7E8E-4E19-AE90-5BB0C00EBF60}"/>
                      </a:ext>
                    </a:extLst>
                  </p:cNvPr>
                  <p:cNvPicPr>
                    <a:picLocks noChangeAspect="1"/>
                  </p:cNvPicPr>
                  <p:nvPr/>
                </p:nvPicPr>
                <p:blipFill>
                  <a:blip r:embed="rId3">
                    <a:extLst>
                      <a:ext uri="{28A0092B-C50C-407E-A947-70E740481C1C}">
                        <a14:useLocalDpi xmlns:a14="http://schemas.microsoft.com/office/drawing/2010/main" val="0"/>
                      </a:ext>
                      <a:ext uri="{96DAC541-7B7A-43D3-8B79-37D633B846F1}">
                        <asvg:svgBlip xmlns:asvg="http://schemas.microsoft.com/office/drawing/2016/SVG/main" r:embed="rId4"/>
                      </a:ext>
                    </a:extLst>
                  </a:blip>
                  <a:stretch>
                    <a:fillRect/>
                  </a:stretch>
                </p:blipFill>
                <p:spPr>
                  <a:xfrm>
                    <a:off x="3510029" y="4817084"/>
                    <a:ext cx="662814" cy="641082"/>
                  </a:xfrm>
                  <a:prstGeom prst="rect">
                    <a:avLst/>
                  </a:prstGeom>
                </p:spPr>
              </p:pic>
              <p:cxnSp>
                <p:nvCxnSpPr>
                  <p:cNvPr id="36" name="直接连接符 35">
                    <a:extLst>
                      <a:ext uri="{FF2B5EF4-FFF2-40B4-BE49-F238E27FC236}">
                        <a16:creationId xmlns:a16="http://schemas.microsoft.com/office/drawing/2014/main" id="{FDC4FE13-49FE-4706-AC34-0BB8D7124CEF}"/>
                      </a:ext>
                    </a:extLst>
                  </p:cNvPr>
                  <p:cNvCxnSpPr>
                    <a:cxnSpLocks/>
                  </p:cNvCxnSpPr>
                  <p:nvPr/>
                </p:nvCxnSpPr>
                <p:spPr>
                  <a:xfrm>
                    <a:off x="4693844" y="4473796"/>
                    <a:ext cx="598837" cy="611321"/>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pic>
                <p:nvPicPr>
                  <p:cNvPr id="25" name="图片 24" descr="图标&#10;&#10;描述已自动生成">
                    <a:extLst>
                      <a:ext uri="{FF2B5EF4-FFF2-40B4-BE49-F238E27FC236}">
                        <a16:creationId xmlns:a16="http://schemas.microsoft.com/office/drawing/2014/main" id="{5D260B82-626A-484F-A081-31A803FAF8F7}"/>
                      </a:ext>
                    </a:extLst>
                  </p:cNvPr>
                  <p:cNvPicPr>
                    <a:picLocks noChangeAspect="1"/>
                  </p:cNvPicPr>
                  <p:nvPr/>
                </p:nvPicPr>
                <p:blipFill>
                  <a:blip r:embed="rId5">
                    <a:extLst>
                      <a:ext uri="{28A0092B-C50C-407E-A947-70E740481C1C}">
                        <a14:useLocalDpi xmlns:a14="http://schemas.microsoft.com/office/drawing/2010/main" val="0"/>
                      </a:ext>
                    </a:extLst>
                  </a:blip>
                  <a:stretch>
                    <a:fillRect/>
                  </a:stretch>
                </p:blipFill>
                <p:spPr>
                  <a:xfrm>
                    <a:off x="4341834" y="4109954"/>
                    <a:ext cx="497392" cy="641082"/>
                  </a:xfrm>
                  <a:prstGeom prst="rect">
                    <a:avLst/>
                  </a:prstGeom>
                </p:spPr>
              </p:pic>
              <p:pic>
                <p:nvPicPr>
                  <p:cNvPr id="35" name="图形 10">
                    <a:extLst>
                      <a:ext uri="{FF2B5EF4-FFF2-40B4-BE49-F238E27FC236}">
                        <a16:creationId xmlns:a16="http://schemas.microsoft.com/office/drawing/2014/main" id="{8E8AEE56-101B-46DB-816B-E6B7AE9E18FA}"/>
                      </a:ext>
                    </a:extLst>
                  </p:cNvPr>
                  <p:cNvPicPr>
                    <a:picLocks noChangeAspect="1"/>
                  </p:cNvPicPr>
                  <p:nvPr/>
                </p:nvPicPr>
                <p:blipFill>
                  <a:blip r:embed="rId3">
                    <a:extLst>
                      <a:ext uri="{28A0092B-C50C-407E-A947-70E740481C1C}">
                        <a14:useLocalDpi xmlns:a14="http://schemas.microsoft.com/office/drawing/2010/main" val="0"/>
                      </a:ext>
                      <a:ext uri="{96DAC541-7B7A-43D3-8B79-37D633B846F1}">
                        <asvg:svgBlip xmlns:asvg="http://schemas.microsoft.com/office/drawing/2016/SVG/main" r:embed="rId4"/>
                      </a:ext>
                    </a:extLst>
                  </a:blip>
                  <a:stretch>
                    <a:fillRect/>
                  </a:stretch>
                </p:blipFill>
                <p:spPr>
                  <a:xfrm>
                    <a:off x="4828627" y="4817084"/>
                    <a:ext cx="662814" cy="641082"/>
                  </a:xfrm>
                  <a:prstGeom prst="rect">
                    <a:avLst/>
                  </a:prstGeom>
                </p:spPr>
              </p:pic>
            </p:grpSp>
            <p:sp>
              <p:nvSpPr>
                <p:cNvPr id="41" name="文本框 40">
                  <a:extLst>
                    <a:ext uri="{FF2B5EF4-FFF2-40B4-BE49-F238E27FC236}">
                      <a16:creationId xmlns:a16="http://schemas.microsoft.com/office/drawing/2014/main" id="{196A97BE-A902-4D9D-BD51-14DA50999D64}"/>
                    </a:ext>
                  </a:extLst>
                </p:cNvPr>
                <p:cNvSpPr txBox="1"/>
                <p:nvPr/>
              </p:nvSpPr>
              <p:spPr>
                <a:xfrm>
                  <a:off x="4299110" y="4952959"/>
                  <a:ext cx="486793" cy="369332"/>
                </a:xfrm>
                <a:prstGeom prst="rect">
                  <a:avLst/>
                </a:prstGeom>
                <a:noFill/>
              </p:spPr>
              <p:txBody>
                <a:bodyPr wrap="square" rtlCol="0">
                  <a:spAutoFit/>
                </a:bodyPr>
                <a:lstStyle/>
                <a:p>
                  <a:pPr algn="ctr"/>
                  <a:r>
                    <a:rPr lang="en-US" altLang="zh-CN" b="1" dirty="0">
                      <a:latin typeface="宋体" panose="02010600030101010101" pitchFamily="2" charset="-122"/>
                      <a:ea typeface="宋体" panose="02010600030101010101" pitchFamily="2" charset="-122"/>
                    </a:rPr>
                    <a:t>…</a:t>
                  </a:r>
                  <a:endParaRPr lang="zh-CN" altLang="en-US" b="1" dirty="0">
                    <a:latin typeface="宋体" panose="02010600030101010101" pitchFamily="2" charset="-122"/>
                    <a:ea typeface="宋体" panose="02010600030101010101" pitchFamily="2" charset="-122"/>
                  </a:endParaRPr>
                </a:p>
              </p:txBody>
            </p:sp>
          </p:grpSp>
          <p:sp>
            <p:nvSpPr>
              <p:cNvPr id="51" name="文本框 50">
                <a:extLst>
                  <a:ext uri="{FF2B5EF4-FFF2-40B4-BE49-F238E27FC236}">
                    <a16:creationId xmlns:a16="http://schemas.microsoft.com/office/drawing/2014/main" id="{B21EA169-85FF-4CF5-8ED6-CEC3CBA6E121}"/>
                  </a:ext>
                </a:extLst>
              </p:cNvPr>
              <p:cNvSpPr txBox="1"/>
              <p:nvPr/>
            </p:nvSpPr>
            <p:spPr>
              <a:xfrm>
                <a:off x="4756031" y="4265831"/>
                <a:ext cx="969114" cy="369332"/>
              </a:xfrm>
              <a:prstGeom prst="rect">
                <a:avLst/>
              </a:prstGeom>
              <a:noFill/>
            </p:spPr>
            <p:txBody>
              <a:bodyPr wrap="square" rtlCol="0">
                <a:spAutoFit/>
              </a:bodyPr>
              <a:lstStyle/>
              <a:p>
                <a:pPr algn="ctr"/>
                <a:r>
                  <a:rPr lang="zh-CN" altLang="en-US" b="1" dirty="0"/>
                  <a:t>交换机</a:t>
                </a:r>
              </a:p>
            </p:txBody>
          </p:sp>
        </p:grpSp>
        <p:grpSp>
          <p:nvGrpSpPr>
            <p:cNvPr id="53" name="组合 52">
              <a:extLst>
                <a:ext uri="{FF2B5EF4-FFF2-40B4-BE49-F238E27FC236}">
                  <a16:creationId xmlns:a16="http://schemas.microsoft.com/office/drawing/2014/main" id="{50562821-BF21-424D-B58E-D2CF88170B06}"/>
                </a:ext>
              </a:extLst>
            </p:cNvPr>
            <p:cNvGrpSpPr/>
            <p:nvPr/>
          </p:nvGrpSpPr>
          <p:grpSpPr>
            <a:xfrm>
              <a:off x="4992143" y="4424683"/>
              <a:ext cx="2215116" cy="1348212"/>
              <a:chOff x="3510029" y="4109954"/>
              <a:chExt cx="2215116" cy="1348212"/>
            </a:xfrm>
          </p:grpSpPr>
          <p:grpSp>
            <p:nvGrpSpPr>
              <p:cNvPr id="54" name="组合 53">
                <a:extLst>
                  <a:ext uri="{FF2B5EF4-FFF2-40B4-BE49-F238E27FC236}">
                    <a16:creationId xmlns:a16="http://schemas.microsoft.com/office/drawing/2014/main" id="{6FDA1A50-53A9-4CAC-946F-898584294D44}"/>
                  </a:ext>
                </a:extLst>
              </p:cNvPr>
              <p:cNvGrpSpPr/>
              <p:nvPr/>
            </p:nvGrpSpPr>
            <p:grpSpPr>
              <a:xfrm>
                <a:off x="3510029" y="4109954"/>
                <a:ext cx="1981412" cy="1348212"/>
                <a:chOff x="3510029" y="4109954"/>
                <a:chExt cx="1981412" cy="1348212"/>
              </a:xfrm>
            </p:grpSpPr>
            <p:grpSp>
              <p:nvGrpSpPr>
                <p:cNvPr id="56" name="组合 55">
                  <a:extLst>
                    <a:ext uri="{FF2B5EF4-FFF2-40B4-BE49-F238E27FC236}">
                      <a16:creationId xmlns:a16="http://schemas.microsoft.com/office/drawing/2014/main" id="{36ECEA51-BFF4-4992-98D9-8A7E31C46BB4}"/>
                    </a:ext>
                  </a:extLst>
                </p:cNvPr>
                <p:cNvGrpSpPr/>
                <p:nvPr/>
              </p:nvGrpSpPr>
              <p:grpSpPr>
                <a:xfrm>
                  <a:off x="3510029" y="4109954"/>
                  <a:ext cx="1981412" cy="1348212"/>
                  <a:chOff x="3510029" y="4109954"/>
                  <a:chExt cx="1981412" cy="1348212"/>
                </a:xfrm>
              </p:grpSpPr>
              <p:cxnSp>
                <p:nvCxnSpPr>
                  <p:cNvPr id="58" name="直接连接符 57">
                    <a:extLst>
                      <a:ext uri="{FF2B5EF4-FFF2-40B4-BE49-F238E27FC236}">
                        <a16:creationId xmlns:a16="http://schemas.microsoft.com/office/drawing/2014/main" id="{DC61B2A7-1EEB-41D9-B0BE-CF732593D3AA}"/>
                      </a:ext>
                    </a:extLst>
                  </p:cNvPr>
                  <p:cNvCxnSpPr>
                    <a:cxnSpLocks/>
                  </p:cNvCxnSpPr>
                  <p:nvPr/>
                </p:nvCxnSpPr>
                <p:spPr>
                  <a:xfrm flipH="1">
                    <a:off x="3940472" y="4462422"/>
                    <a:ext cx="582666" cy="622695"/>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pic>
                <p:nvPicPr>
                  <p:cNvPr id="59" name="图形 10">
                    <a:extLst>
                      <a:ext uri="{FF2B5EF4-FFF2-40B4-BE49-F238E27FC236}">
                        <a16:creationId xmlns:a16="http://schemas.microsoft.com/office/drawing/2014/main" id="{F261919F-5B44-4921-A16C-3A0E970EBB7E}"/>
                      </a:ext>
                    </a:extLst>
                  </p:cNvPr>
                  <p:cNvPicPr>
                    <a:picLocks noChangeAspect="1"/>
                  </p:cNvPicPr>
                  <p:nvPr/>
                </p:nvPicPr>
                <p:blipFill>
                  <a:blip r:embed="rId3">
                    <a:extLst>
                      <a:ext uri="{28A0092B-C50C-407E-A947-70E740481C1C}">
                        <a14:useLocalDpi xmlns:a14="http://schemas.microsoft.com/office/drawing/2010/main" val="0"/>
                      </a:ext>
                      <a:ext uri="{96DAC541-7B7A-43D3-8B79-37D633B846F1}">
                        <asvg:svgBlip xmlns:asvg="http://schemas.microsoft.com/office/drawing/2016/SVG/main" r:embed="rId4"/>
                      </a:ext>
                    </a:extLst>
                  </a:blip>
                  <a:stretch>
                    <a:fillRect/>
                  </a:stretch>
                </p:blipFill>
                <p:spPr>
                  <a:xfrm>
                    <a:off x="3510029" y="4817084"/>
                    <a:ext cx="662814" cy="641082"/>
                  </a:xfrm>
                  <a:prstGeom prst="rect">
                    <a:avLst/>
                  </a:prstGeom>
                </p:spPr>
              </p:pic>
              <p:cxnSp>
                <p:nvCxnSpPr>
                  <p:cNvPr id="60" name="直接连接符 59">
                    <a:extLst>
                      <a:ext uri="{FF2B5EF4-FFF2-40B4-BE49-F238E27FC236}">
                        <a16:creationId xmlns:a16="http://schemas.microsoft.com/office/drawing/2014/main" id="{694EABEB-37E8-4650-B5A3-1701350F2DF1}"/>
                      </a:ext>
                    </a:extLst>
                  </p:cNvPr>
                  <p:cNvCxnSpPr>
                    <a:cxnSpLocks/>
                  </p:cNvCxnSpPr>
                  <p:nvPr/>
                </p:nvCxnSpPr>
                <p:spPr>
                  <a:xfrm>
                    <a:off x="4693844" y="4473796"/>
                    <a:ext cx="598837" cy="611321"/>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pic>
                <p:nvPicPr>
                  <p:cNvPr id="61" name="图片 60" descr="图标&#10;&#10;描述已自动生成">
                    <a:extLst>
                      <a:ext uri="{FF2B5EF4-FFF2-40B4-BE49-F238E27FC236}">
                        <a16:creationId xmlns:a16="http://schemas.microsoft.com/office/drawing/2014/main" id="{C0F3E6C9-15E6-4BA4-8168-51016F9E0CF7}"/>
                      </a:ext>
                    </a:extLst>
                  </p:cNvPr>
                  <p:cNvPicPr>
                    <a:picLocks noChangeAspect="1"/>
                  </p:cNvPicPr>
                  <p:nvPr/>
                </p:nvPicPr>
                <p:blipFill>
                  <a:blip r:embed="rId5">
                    <a:extLst>
                      <a:ext uri="{28A0092B-C50C-407E-A947-70E740481C1C}">
                        <a14:useLocalDpi xmlns:a14="http://schemas.microsoft.com/office/drawing/2010/main" val="0"/>
                      </a:ext>
                    </a:extLst>
                  </a:blip>
                  <a:stretch>
                    <a:fillRect/>
                  </a:stretch>
                </p:blipFill>
                <p:spPr>
                  <a:xfrm>
                    <a:off x="4341834" y="4109954"/>
                    <a:ext cx="497392" cy="641082"/>
                  </a:xfrm>
                  <a:prstGeom prst="rect">
                    <a:avLst/>
                  </a:prstGeom>
                </p:spPr>
              </p:pic>
              <p:pic>
                <p:nvPicPr>
                  <p:cNvPr id="62" name="图形 10">
                    <a:extLst>
                      <a:ext uri="{FF2B5EF4-FFF2-40B4-BE49-F238E27FC236}">
                        <a16:creationId xmlns:a16="http://schemas.microsoft.com/office/drawing/2014/main" id="{87229A1D-B346-46D4-89C2-E425AAB9C6C7}"/>
                      </a:ext>
                    </a:extLst>
                  </p:cNvPr>
                  <p:cNvPicPr>
                    <a:picLocks noChangeAspect="1"/>
                  </p:cNvPicPr>
                  <p:nvPr/>
                </p:nvPicPr>
                <p:blipFill>
                  <a:blip r:embed="rId3">
                    <a:extLst>
                      <a:ext uri="{28A0092B-C50C-407E-A947-70E740481C1C}">
                        <a14:useLocalDpi xmlns:a14="http://schemas.microsoft.com/office/drawing/2010/main" val="0"/>
                      </a:ext>
                      <a:ext uri="{96DAC541-7B7A-43D3-8B79-37D633B846F1}">
                        <asvg:svgBlip xmlns:asvg="http://schemas.microsoft.com/office/drawing/2016/SVG/main" r:embed="rId4"/>
                      </a:ext>
                    </a:extLst>
                  </a:blip>
                  <a:stretch>
                    <a:fillRect/>
                  </a:stretch>
                </p:blipFill>
                <p:spPr>
                  <a:xfrm>
                    <a:off x="4828627" y="4817084"/>
                    <a:ext cx="662814" cy="641082"/>
                  </a:xfrm>
                  <a:prstGeom prst="rect">
                    <a:avLst/>
                  </a:prstGeom>
                </p:spPr>
              </p:pic>
            </p:grpSp>
            <p:sp>
              <p:nvSpPr>
                <p:cNvPr id="57" name="文本框 56">
                  <a:extLst>
                    <a:ext uri="{FF2B5EF4-FFF2-40B4-BE49-F238E27FC236}">
                      <a16:creationId xmlns:a16="http://schemas.microsoft.com/office/drawing/2014/main" id="{A6BAF93B-5F81-4BFA-B3A2-C44C317D784A}"/>
                    </a:ext>
                  </a:extLst>
                </p:cNvPr>
                <p:cNvSpPr txBox="1"/>
                <p:nvPr/>
              </p:nvSpPr>
              <p:spPr>
                <a:xfrm>
                  <a:off x="4299110" y="4952959"/>
                  <a:ext cx="486793" cy="369332"/>
                </a:xfrm>
                <a:prstGeom prst="rect">
                  <a:avLst/>
                </a:prstGeom>
                <a:noFill/>
              </p:spPr>
              <p:txBody>
                <a:bodyPr wrap="square" rtlCol="0">
                  <a:spAutoFit/>
                </a:bodyPr>
                <a:lstStyle/>
                <a:p>
                  <a:pPr algn="ctr"/>
                  <a:r>
                    <a:rPr lang="en-US" altLang="zh-CN" b="1" dirty="0">
                      <a:latin typeface="宋体" panose="02010600030101010101" pitchFamily="2" charset="-122"/>
                      <a:ea typeface="宋体" panose="02010600030101010101" pitchFamily="2" charset="-122"/>
                    </a:rPr>
                    <a:t>…</a:t>
                  </a:r>
                  <a:endParaRPr lang="zh-CN" altLang="en-US" b="1" dirty="0">
                    <a:latin typeface="宋体" panose="02010600030101010101" pitchFamily="2" charset="-122"/>
                    <a:ea typeface="宋体" panose="02010600030101010101" pitchFamily="2" charset="-122"/>
                  </a:endParaRPr>
                </a:p>
              </p:txBody>
            </p:sp>
          </p:grpSp>
          <p:sp>
            <p:nvSpPr>
              <p:cNvPr id="55" name="文本框 54">
                <a:extLst>
                  <a:ext uri="{FF2B5EF4-FFF2-40B4-BE49-F238E27FC236}">
                    <a16:creationId xmlns:a16="http://schemas.microsoft.com/office/drawing/2014/main" id="{EDA5C1A9-9CCC-4AE4-A209-B498DF015A34}"/>
                  </a:ext>
                </a:extLst>
              </p:cNvPr>
              <p:cNvSpPr txBox="1"/>
              <p:nvPr/>
            </p:nvSpPr>
            <p:spPr>
              <a:xfrm>
                <a:off x="4756031" y="4265831"/>
                <a:ext cx="969114" cy="369332"/>
              </a:xfrm>
              <a:prstGeom prst="rect">
                <a:avLst/>
              </a:prstGeom>
              <a:noFill/>
            </p:spPr>
            <p:txBody>
              <a:bodyPr wrap="square" rtlCol="0">
                <a:spAutoFit/>
              </a:bodyPr>
              <a:lstStyle/>
              <a:p>
                <a:pPr algn="ctr"/>
                <a:r>
                  <a:rPr lang="zh-CN" altLang="en-US" b="1" dirty="0"/>
                  <a:t>交换机</a:t>
                </a:r>
              </a:p>
            </p:txBody>
          </p:sp>
        </p:grpSp>
        <p:grpSp>
          <p:nvGrpSpPr>
            <p:cNvPr id="63" name="组合 62">
              <a:extLst>
                <a:ext uri="{FF2B5EF4-FFF2-40B4-BE49-F238E27FC236}">
                  <a16:creationId xmlns:a16="http://schemas.microsoft.com/office/drawing/2014/main" id="{892CC29B-5234-4948-8D7F-62FDDD40CDCB}"/>
                </a:ext>
              </a:extLst>
            </p:cNvPr>
            <p:cNvGrpSpPr/>
            <p:nvPr/>
          </p:nvGrpSpPr>
          <p:grpSpPr>
            <a:xfrm>
              <a:off x="7427615" y="4424683"/>
              <a:ext cx="2215116" cy="1348212"/>
              <a:chOff x="3510029" y="4109954"/>
              <a:chExt cx="2215116" cy="1348212"/>
            </a:xfrm>
          </p:grpSpPr>
          <p:grpSp>
            <p:nvGrpSpPr>
              <p:cNvPr id="64" name="组合 63">
                <a:extLst>
                  <a:ext uri="{FF2B5EF4-FFF2-40B4-BE49-F238E27FC236}">
                    <a16:creationId xmlns:a16="http://schemas.microsoft.com/office/drawing/2014/main" id="{E396601B-EAD1-4D44-85D1-7CBA1657AC3F}"/>
                  </a:ext>
                </a:extLst>
              </p:cNvPr>
              <p:cNvGrpSpPr/>
              <p:nvPr/>
            </p:nvGrpSpPr>
            <p:grpSpPr>
              <a:xfrm>
                <a:off x="3510029" y="4109954"/>
                <a:ext cx="1981412" cy="1348212"/>
                <a:chOff x="3510029" y="4109954"/>
                <a:chExt cx="1981412" cy="1348212"/>
              </a:xfrm>
            </p:grpSpPr>
            <p:grpSp>
              <p:nvGrpSpPr>
                <p:cNvPr id="66" name="组合 65">
                  <a:extLst>
                    <a:ext uri="{FF2B5EF4-FFF2-40B4-BE49-F238E27FC236}">
                      <a16:creationId xmlns:a16="http://schemas.microsoft.com/office/drawing/2014/main" id="{7BF08B96-2D5D-443C-9D8B-84945F959F3D}"/>
                    </a:ext>
                  </a:extLst>
                </p:cNvPr>
                <p:cNvGrpSpPr/>
                <p:nvPr/>
              </p:nvGrpSpPr>
              <p:grpSpPr>
                <a:xfrm>
                  <a:off x="3510029" y="4109954"/>
                  <a:ext cx="1981412" cy="1348212"/>
                  <a:chOff x="3510029" y="4109954"/>
                  <a:chExt cx="1981412" cy="1348212"/>
                </a:xfrm>
              </p:grpSpPr>
              <p:cxnSp>
                <p:nvCxnSpPr>
                  <p:cNvPr id="68" name="直接连接符 67">
                    <a:extLst>
                      <a:ext uri="{FF2B5EF4-FFF2-40B4-BE49-F238E27FC236}">
                        <a16:creationId xmlns:a16="http://schemas.microsoft.com/office/drawing/2014/main" id="{AB59C74E-144B-442B-B89B-C18CCE64D694}"/>
                      </a:ext>
                    </a:extLst>
                  </p:cNvPr>
                  <p:cNvCxnSpPr>
                    <a:cxnSpLocks/>
                  </p:cNvCxnSpPr>
                  <p:nvPr/>
                </p:nvCxnSpPr>
                <p:spPr>
                  <a:xfrm flipH="1">
                    <a:off x="3940472" y="4462422"/>
                    <a:ext cx="582666" cy="622695"/>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pic>
                <p:nvPicPr>
                  <p:cNvPr id="69" name="图形 10">
                    <a:extLst>
                      <a:ext uri="{FF2B5EF4-FFF2-40B4-BE49-F238E27FC236}">
                        <a16:creationId xmlns:a16="http://schemas.microsoft.com/office/drawing/2014/main" id="{7BFD13E9-1B35-4292-97C1-9BF195730554}"/>
                      </a:ext>
                    </a:extLst>
                  </p:cNvPr>
                  <p:cNvPicPr>
                    <a:picLocks noChangeAspect="1"/>
                  </p:cNvPicPr>
                  <p:nvPr/>
                </p:nvPicPr>
                <p:blipFill>
                  <a:blip r:embed="rId3">
                    <a:extLst>
                      <a:ext uri="{28A0092B-C50C-407E-A947-70E740481C1C}">
                        <a14:useLocalDpi xmlns:a14="http://schemas.microsoft.com/office/drawing/2010/main" val="0"/>
                      </a:ext>
                      <a:ext uri="{96DAC541-7B7A-43D3-8B79-37D633B846F1}">
                        <asvg:svgBlip xmlns:asvg="http://schemas.microsoft.com/office/drawing/2016/SVG/main" r:embed="rId4"/>
                      </a:ext>
                    </a:extLst>
                  </a:blip>
                  <a:stretch>
                    <a:fillRect/>
                  </a:stretch>
                </p:blipFill>
                <p:spPr>
                  <a:xfrm>
                    <a:off x="3510029" y="4817084"/>
                    <a:ext cx="662814" cy="641082"/>
                  </a:xfrm>
                  <a:prstGeom prst="rect">
                    <a:avLst/>
                  </a:prstGeom>
                </p:spPr>
              </p:pic>
              <p:cxnSp>
                <p:nvCxnSpPr>
                  <p:cNvPr id="70" name="直接连接符 69">
                    <a:extLst>
                      <a:ext uri="{FF2B5EF4-FFF2-40B4-BE49-F238E27FC236}">
                        <a16:creationId xmlns:a16="http://schemas.microsoft.com/office/drawing/2014/main" id="{3EB1E293-0C36-4DCA-82DB-5B7BAF7C1840}"/>
                      </a:ext>
                    </a:extLst>
                  </p:cNvPr>
                  <p:cNvCxnSpPr>
                    <a:cxnSpLocks/>
                  </p:cNvCxnSpPr>
                  <p:nvPr/>
                </p:nvCxnSpPr>
                <p:spPr>
                  <a:xfrm>
                    <a:off x="4693844" y="4473796"/>
                    <a:ext cx="598837" cy="611321"/>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pic>
                <p:nvPicPr>
                  <p:cNvPr id="71" name="图片 70" descr="图标&#10;&#10;描述已自动生成">
                    <a:extLst>
                      <a:ext uri="{FF2B5EF4-FFF2-40B4-BE49-F238E27FC236}">
                        <a16:creationId xmlns:a16="http://schemas.microsoft.com/office/drawing/2014/main" id="{E49DBB7D-60A9-4DF7-99F4-03E354CDDC00}"/>
                      </a:ext>
                    </a:extLst>
                  </p:cNvPr>
                  <p:cNvPicPr>
                    <a:picLocks noChangeAspect="1"/>
                  </p:cNvPicPr>
                  <p:nvPr/>
                </p:nvPicPr>
                <p:blipFill>
                  <a:blip r:embed="rId5">
                    <a:extLst>
                      <a:ext uri="{28A0092B-C50C-407E-A947-70E740481C1C}">
                        <a14:useLocalDpi xmlns:a14="http://schemas.microsoft.com/office/drawing/2010/main" val="0"/>
                      </a:ext>
                    </a:extLst>
                  </a:blip>
                  <a:stretch>
                    <a:fillRect/>
                  </a:stretch>
                </p:blipFill>
                <p:spPr>
                  <a:xfrm>
                    <a:off x="4341834" y="4109954"/>
                    <a:ext cx="497392" cy="641082"/>
                  </a:xfrm>
                  <a:prstGeom prst="rect">
                    <a:avLst/>
                  </a:prstGeom>
                </p:spPr>
              </p:pic>
              <p:pic>
                <p:nvPicPr>
                  <p:cNvPr id="72" name="图形 10">
                    <a:extLst>
                      <a:ext uri="{FF2B5EF4-FFF2-40B4-BE49-F238E27FC236}">
                        <a16:creationId xmlns:a16="http://schemas.microsoft.com/office/drawing/2014/main" id="{818CB9C5-7B01-48F2-8E73-870991D4EC10}"/>
                      </a:ext>
                    </a:extLst>
                  </p:cNvPr>
                  <p:cNvPicPr>
                    <a:picLocks noChangeAspect="1"/>
                  </p:cNvPicPr>
                  <p:nvPr/>
                </p:nvPicPr>
                <p:blipFill>
                  <a:blip r:embed="rId3">
                    <a:extLst>
                      <a:ext uri="{28A0092B-C50C-407E-A947-70E740481C1C}">
                        <a14:useLocalDpi xmlns:a14="http://schemas.microsoft.com/office/drawing/2010/main" val="0"/>
                      </a:ext>
                      <a:ext uri="{96DAC541-7B7A-43D3-8B79-37D633B846F1}">
                        <asvg:svgBlip xmlns:asvg="http://schemas.microsoft.com/office/drawing/2016/SVG/main" r:embed="rId4"/>
                      </a:ext>
                    </a:extLst>
                  </a:blip>
                  <a:stretch>
                    <a:fillRect/>
                  </a:stretch>
                </p:blipFill>
                <p:spPr>
                  <a:xfrm>
                    <a:off x="4828627" y="4817084"/>
                    <a:ext cx="662814" cy="641082"/>
                  </a:xfrm>
                  <a:prstGeom prst="rect">
                    <a:avLst/>
                  </a:prstGeom>
                </p:spPr>
              </p:pic>
            </p:grpSp>
            <p:sp>
              <p:nvSpPr>
                <p:cNvPr id="67" name="文本框 66">
                  <a:extLst>
                    <a:ext uri="{FF2B5EF4-FFF2-40B4-BE49-F238E27FC236}">
                      <a16:creationId xmlns:a16="http://schemas.microsoft.com/office/drawing/2014/main" id="{954DA306-A22C-4F92-9552-0D819E584D2A}"/>
                    </a:ext>
                  </a:extLst>
                </p:cNvPr>
                <p:cNvSpPr txBox="1"/>
                <p:nvPr/>
              </p:nvSpPr>
              <p:spPr>
                <a:xfrm>
                  <a:off x="4299110" y="4952959"/>
                  <a:ext cx="486793" cy="369332"/>
                </a:xfrm>
                <a:prstGeom prst="rect">
                  <a:avLst/>
                </a:prstGeom>
                <a:noFill/>
              </p:spPr>
              <p:txBody>
                <a:bodyPr wrap="square" rtlCol="0">
                  <a:spAutoFit/>
                </a:bodyPr>
                <a:lstStyle/>
                <a:p>
                  <a:pPr algn="ctr"/>
                  <a:r>
                    <a:rPr lang="en-US" altLang="zh-CN" b="1" dirty="0">
                      <a:latin typeface="宋体" panose="02010600030101010101" pitchFamily="2" charset="-122"/>
                      <a:ea typeface="宋体" panose="02010600030101010101" pitchFamily="2" charset="-122"/>
                    </a:rPr>
                    <a:t>…</a:t>
                  </a:r>
                  <a:endParaRPr lang="zh-CN" altLang="en-US" b="1" dirty="0">
                    <a:latin typeface="宋体" panose="02010600030101010101" pitchFamily="2" charset="-122"/>
                    <a:ea typeface="宋体" panose="02010600030101010101" pitchFamily="2" charset="-122"/>
                  </a:endParaRPr>
                </a:p>
              </p:txBody>
            </p:sp>
          </p:grpSp>
          <p:sp>
            <p:nvSpPr>
              <p:cNvPr id="65" name="文本框 64">
                <a:extLst>
                  <a:ext uri="{FF2B5EF4-FFF2-40B4-BE49-F238E27FC236}">
                    <a16:creationId xmlns:a16="http://schemas.microsoft.com/office/drawing/2014/main" id="{BDE6D83F-24DD-4841-9582-8B5BA5D8309C}"/>
                  </a:ext>
                </a:extLst>
              </p:cNvPr>
              <p:cNvSpPr txBox="1"/>
              <p:nvPr/>
            </p:nvSpPr>
            <p:spPr>
              <a:xfrm>
                <a:off x="4756031" y="4265831"/>
                <a:ext cx="969114" cy="369332"/>
              </a:xfrm>
              <a:prstGeom prst="rect">
                <a:avLst/>
              </a:prstGeom>
              <a:noFill/>
            </p:spPr>
            <p:txBody>
              <a:bodyPr wrap="square" rtlCol="0">
                <a:spAutoFit/>
              </a:bodyPr>
              <a:lstStyle/>
              <a:p>
                <a:pPr algn="ctr"/>
                <a:r>
                  <a:rPr lang="zh-CN" altLang="en-US" b="1" dirty="0"/>
                  <a:t>交换机</a:t>
                </a:r>
              </a:p>
            </p:txBody>
          </p:sp>
        </p:grpSp>
        <p:pic>
          <p:nvPicPr>
            <p:cNvPr id="81" name="图片 80" descr="图标&#10;&#10;描述已自动生成">
              <a:extLst>
                <a:ext uri="{FF2B5EF4-FFF2-40B4-BE49-F238E27FC236}">
                  <a16:creationId xmlns:a16="http://schemas.microsoft.com/office/drawing/2014/main" id="{5295C722-8BD6-45A5-872C-A6D54798AB69}"/>
                </a:ext>
              </a:extLst>
            </p:cNvPr>
            <p:cNvPicPr>
              <a:picLocks noChangeAspect="1"/>
            </p:cNvPicPr>
            <p:nvPr/>
          </p:nvPicPr>
          <p:blipFill>
            <a:blip r:embed="rId5">
              <a:extLst>
                <a:ext uri="{28A0092B-C50C-407E-A947-70E740481C1C}">
                  <a14:useLocalDpi xmlns:a14="http://schemas.microsoft.com/office/drawing/2010/main" val="0"/>
                </a:ext>
              </a:extLst>
            </a:blip>
            <a:stretch>
              <a:fillRect/>
            </a:stretch>
          </p:blipFill>
          <p:spPr>
            <a:xfrm>
              <a:off x="5844659" y="3101775"/>
              <a:ext cx="497392" cy="641082"/>
            </a:xfrm>
            <a:prstGeom prst="rect">
              <a:avLst/>
            </a:prstGeom>
          </p:spPr>
        </p:pic>
        <p:sp>
          <p:nvSpPr>
            <p:cNvPr id="75" name="文本框 74">
              <a:extLst>
                <a:ext uri="{FF2B5EF4-FFF2-40B4-BE49-F238E27FC236}">
                  <a16:creationId xmlns:a16="http://schemas.microsoft.com/office/drawing/2014/main" id="{14713931-FF88-4175-8BF9-5AD9A0873FBA}"/>
                </a:ext>
              </a:extLst>
            </p:cNvPr>
            <p:cNvSpPr txBox="1"/>
            <p:nvPr/>
          </p:nvSpPr>
          <p:spPr>
            <a:xfrm>
              <a:off x="6342051" y="3185142"/>
              <a:ext cx="969114" cy="369332"/>
            </a:xfrm>
            <a:prstGeom prst="rect">
              <a:avLst/>
            </a:prstGeom>
            <a:noFill/>
          </p:spPr>
          <p:txBody>
            <a:bodyPr wrap="square" rtlCol="0">
              <a:spAutoFit/>
            </a:bodyPr>
            <a:lstStyle/>
            <a:p>
              <a:pPr algn="ctr"/>
              <a:r>
                <a:rPr lang="zh-CN" altLang="en-US" b="1" dirty="0"/>
                <a:t>交换机</a:t>
              </a:r>
            </a:p>
          </p:txBody>
        </p:sp>
        <p:sp>
          <p:nvSpPr>
            <p:cNvPr id="88" name="文本框 87">
              <a:extLst>
                <a:ext uri="{FF2B5EF4-FFF2-40B4-BE49-F238E27FC236}">
                  <a16:creationId xmlns:a16="http://schemas.microsoft.com/office/drawing/2014/main" id="{A75760E8-6429-4603-A920-5D286A9F1A69}"/>
                </a:ext>
              </a:extLst>
            </p:cNvPr>
            <p:cNvSpPr txBox="1"/>
            <p:nvPr/>
          </p:nvSpPr>
          <p:spPr>
            <a:xfrm>
              <a:off x="7361855" y="4560558"/>
              <a:ext cx="486793" cy="369332"/>
            </a:xfrm>
            <a:prstGeom prst="rect">
              <a:avLst/>
            </a:prstGeom>
            <a:noFill/>
          </p:spPr>
          <p:txBody>
            <a:bodyPr wrap="square" rtlCol="0">
              <a:spAutoFit/>
            </a:bodyPr>
            <a:lstStyle/>
            <a:p>
              <a:pPr algn="ctr"/>
              <a:r>
                <a:rPr lang="en-US" altLang="zh-CN" b="1" dirty="0">
                  <a:latin typeface="宋体" panose="02010600030101010101" pitchFamily="2" charset="-122"/>
                  <a:ea typeface="宋体" panose="02010600030101010101" pitchFamily="2" charset="-122"/>
                </a:rPr>
                <a:t>…</a:t>
              </a:r>
              <a:endParaRPr lang="zh-CN" altLang="en-US" b="1" dirty="0">
                <a:latin typeface="宋体" panose="02010600030101010101" pitchFamily="2" charset="-122"/>
                <a:ea typeface="宋体" panose="02010600030101010101" pitchFamily="2" charset="-122"/>
              </a:endParaRPr>
            </a:p>
          </p:txBody>
        </p:sp>
      </p:grpSp>
      <p:sp>
        <p:nvSpPr>
          <p:cNvPr id="44" name="矩形 43">
            <a:extLst>
              <a:ext uri="{FF2B5EF4-FFF2-40B4-BE49-F238E27FC236}">
                <a16:creationId xmlns:a16="http://schemas.microsoft.com/office/drawing/2014/main" id="{475128E3-B4D0-4E84-A21E-08A63C42EB9D}"/>
              </a:ext>
            </a:extLst>
          </p:cNvPr>
          <p:cNvSpPr/>
          <p:nvPr/>
        </p:nvSpPr>
        <p:spPr>
          <a:xfrm>
            <a:off x="1502728" y="1850291"/>
            <a:ext cx="256976" cy="256976"/>
          </a:xfrm>
          <a:prstGeom prst="rect">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45" name="íşlïḍè">
            <a:extLst>
              <a:ext uri="{FF2B5EF4-FFF2-40B4-BE49-F238E27FC236}">
                <a16:creationId xmlns:a16="http://schemas.microsoft.com/office/drawing/2014/main" id="{250B96AC-4105-48C4-BBBF-017E46F14285}"/>
              </a:ext>
            </a:extLst>
          </p:cNvPr>
          <p:cNvSpPr txBox="1"/>
          <p:nvPr/>
        </p:nvSpPr>
        <p:spPr>
          <a:xfrm>
            <a:off x="1819957" y="1769657"/>
            <a:ext cx="10067244" cy="400111"/>
          </a:xfrm>
          <a:prstGeom prst="rect">
            <a:avLst/>
          </a:prstGeom>
          <a:noFill/>
        </p:spPr>
        <p:txBody>
          <a:bodyPr wrap="square" lIns="91440" tIns="45720" rIns="91440" bIns="45720" anchor="ctr">
            <a:noAutofit/>
          </a:bodyPr>
          <a:lstStyle/>
          <a:p>
            <a:r>
              <a:rPr lang="zh-CN" altLang="en-US" b="1" dirty="0">
                <a:solidFill>
                  <a:schemeClr val="accent1">
                    <a:lumMod val="75000"/>
                  </a:schemeClr>
                </a:solidFill>
                <a:latin typeface="Arial Narrow" panose="020B0606020202030204" pitchFamily="34" charset="0"/>
              </a:rPr>
              <a:t>广播风暴</a:t>
            </a:r>
            <a:endParaRPr lang="zh-CN" altLang="en-US" b="1" dirty="0">
              <a:latin typeface="Arial Narrow" panose="020B0606020202030204" pitchFamily="34" charset="0"/>
            </a:endParaRPr>
          </a:p>
        </p:txBody>
      </p:sp>
    </p:spTree>
    <p:custDataLst>
      <p:tags r:id="rId1"/>
    </p:custDataLst>
    <p:extLst>
      <p:ext uri="{BB962C8B-B14F-4D97-AF65-F5344CB8AC3E}">
        <p14:creationId xmlns:p14="http://schemas.microsoft.com/office/powerpoint/2010/main" val="240769308"/>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42" presetClass="entr" presetSubtype="0" fill="hold" grpId="0" nodeType="withEffect">
                                  <p:stCondLst>
                                    <p:cond delay="0"/>
                                  </p:stCondLst>
                                  <p:childTnLst>
                                    <p:set>
                                      <p:cBhvr>
                                        <p:cTn id="6" dur="1" fill="hold">
                                          <p:stCondLst>
                                            <p:cond delay="0"/>
                                          </p:stCondLst>
                                        </p:cTn>
                                        <p:tgtEl>
                                          <p:spTgt spid="15"/>
                                        </p:tgtEl>
                                        <p:attrNameLst>
                                          <p:attrName>style.visibility</p:attrName>
                                        </p:attrNameLst>
                                      </p:cBhvr>
                                      <p:to>
                                        <p:strVal val="visible"/>
                                      </p:to>
                                    </p:set>
                                    <p:animEffect transition="in" filter="fade">
                                      <p:cBhvr>
                                        <p:cTn id="7" dur="1000"/>
                                        <p:tgtEl>
                                          <p:spTgt spid="15"/>
                                        </p:tgtEl>
                                      </p:cBhvr>
                                    </p:animEffect>
                                    <p:anim calcmode="lin" valueType="num">
                                      <p:cBhvr>
                                        <p:cTn id="8" dur="1000" fill="hold"/>
                                        <p:tgtEl>
                                          <p:spTgt spid="15"/>
                                        </p:tgtEl>
                                        <p:attrNameLst>
                                          <p:attrName>ppt_x</p:attrName>
                                        </p:attrNameLst>
                                      </p:cBhvr>
                                      <p:tavLst>
                                        <p:tav tm="0">
                                          <p:val>
                                            <p:strVal val="#ppt_x"/>
                                          </p:val>
                                        </p:tav>
                                        <p:tav tm="100000">
                                          <p:val>
                                            <p:strVal val="#ppt_x"/>
                                          </p:val>
                                        </p:tav>
                                      </p:tavLst>
                                    </p:anim>
                                    <p:anim calcmode="lin" valueType="num">
                                      <p:cBhvr>
                                        <p:cTn id="9" dur="1000" fill="hold"/>
                                        <p:tgtEl>
                                          <p:spTgt spid="15"/>
                                        </p:tgtEl>
                                        <p:attrNameLst>
                                          <p:attrName>ppt_y</p:attrName>
                                        </p:attrNameLst>
                                      </p:cBhvr>
                                      <p:tavLst>
                                        <p:tav tm="0">
                                          <p:val>
                                            <p:strVal val="#ppt_y+.1"/>
                                          </p:val>
                                        </p:tav>
                                        <p:tav tm="100000">
                                          <p:val>
                                            <p:strVal val="#ppt_y"/>
                                          </p:val>
                                        </p:tav>
                                      </p:tavLst>
                                    </p:anim>
                                  </p:childTnLst>
                                </p:cTn>
                              </p:par>
                              <p:par>
                                <p:cTn id="10" presetID="42" presetClass="entr" presetSubtype="0" fill="hold" grpId="0" nodeType="withEffect">
                                  <p:stCondLst>
                                    <p:cond delay="0"/>
                                  </p:stCondLst>
                                  <p:childTnLst>
                                    <p:set>
                                      <p:cBhvr>
                                        <p:cTn id="11" dur="1" fill="hold">
                                          <p:stCondLst>
                                            <p:cond delay="0"/>
                                          </p:stCondLst>
                                        </p:cTn>
                                        <p:tgtEl>
                                          <p:spTgt spid="16"/>
                                        </p:tgtEl>
                                        <p:attrNameLst>
                                          <p:attrName>style.visibility</p:attrName>
                                        </p:attrNameLst>
                                      </p:cBhvr>
                                      <p:to>
                                        <p:strVal val="visible"/>
                                      </p:to>
                                    </p:set>
                                    <p:animEffect transition="in" filter="fade">
                                      <p:cBhvr>
                                        <p:cTn id="12" dur="1000"/>
                                        <p:tgtEl>
                                          <p:spTgt spid="16"/>
                                        </p:tgtEl>
                                      </p:cBhvr>
                                    </p:animEffect>
                                    <p:anim calcmode="lin" valueType="num">
                                      <p:cBhvr>
                                        <p:cTn id="13" dur="1000" fill="hold"/>
                                        <p:tgtEl>
                                          <p:spTgt spid="16"/>
                                        </p:tgtEl>
                                        <p:attrNameLst>
                                          <p:attrName>ppt_x</p:attrName>
                                        </p:attrNameLst>
                                      </p:cBhvr>
                                      <p:tavLst>
                                        <p:tav tm="0">
                                          <p:val>
                                            <p:strVal val="#ppt_x"/>
                                          </p:val>
                                        </p:tav>
                                        <p:tav tm="100000">
                                          <p:val>
                                            <p:strVal val="#ppt_x"/>
                                          </p:val>
                                        </p:tav>
                                      </p:tavLst>
                                    </p:anim>
                                    <p:anim calcmode="lin" valueType="num">
                                      <p:cBhvr>
                                        <p:cTn id="14" dur="1000" fill="hold"/>
                                        <p:tgtEl>
                                          <p:spTgt spid="16"/>
                                        </p:tgtEl>
                                        <p:attrNameLst>
                                          <p:attrName>ppt_y</p:attrName>
                                        </p:attrNameLst>
                                      </p:cBhvr>
                                      <p:tavLst>
                                        <p:tav tm="0">
                                          <p:val>
                                            <p:strVal val="#ppt_y+.1"/>
                                          </p:val>
                                        </p:tav>
                                        <p:tav tm="100000">
                                          <p:val>
                                            <p:strVal val="#ppt_y"/>
                                          </p:val>
                                        </p:tav>
                                      </p:tavLst>
                                    </p:anim>
                                  </p:childTnLst>
                                </p:cTn>
                              </p:par>
                            </p:childTnLst>
                          </p:cTn>
                        </p:par>
                      </p:childTnLst>
                    </p:cTn>
                  </p:par>
                  <p:par>
                    <p:cTn id="15" fill="hold">
                      <p:stCondLst>
                        <p:cond delay="indefinite"/>
                      </p:stCondLst>
                      <p:childTnLst>
                        <p:par>
                          <p:cTn id="16" fill="hold">
                            <p:stCondLst>
                              <p:cond delay="0"/>
                            </p:stCondLst>
                            <p:childTnLst>
                              <p:par>
                                <p:cTn id="17" presetID="49" presetClass="entr" presetSubtype="0" decel="100000" fill="hold" grpId="0" nodeType="clickEffect">
                                  <p:stCondLst>
                                    <p:cond delay="0"/>
                                  </p:stCondLst>
                                  <p:childTnLst>
                                    <p:set>
                                      <p:cBhvr>
                                        <p:cTn id="18" dur="1" fill="hold">
                                          <p:stCondLst>
                                            <p:cond delay="0"/>
                                          </p:stCondLst>
                                        </p:cTn>
                                        <p:tgtEl>
                                          <p:spTgt spid="44"/>
                                        </p:tgtEl>
                                        <p:attrNameLst>
                                          <p:attrName>style.visibility</p:attrName>
                                        </p:attrNameLst>
                                      </p:cBhvr>
                                      <p:to>
                                        <p:strVal val="visible"/>
                                      </p:to>
                                    </p:set>
                                    <p:anim calcmode="lin" valueType="num">
                                      <p:cBhvr>
                                        <p:cTn id="19" dur="500" fill="hold"/>
                                        <p:tgtEl>
                                          <p:spTgt spid="44"/>
                                        </p:tgtEl>
                                        <p:attrNameLst>
                                          <p:attrName>ppt_w</p:attrName>
                                        </p:attrNameLst>
                                      </p:cBhvr>
                                      <p:tavLst>
                                        <p:tav tm="0">
                                          <p:val>
                                            <p:fltVal val="0"/>
                                          </p:val>
                                        </p:tav>
                                        <p:tav tm="100000">
                                          <p:val>
                                            <p:strVal val="#ppt_w"/>
                                          </p:val>
                                        </p:tav>
                                      </p:tavLst>
                                    </p:anim>
                                    <p:anim calcmode="lin" valueType="num">
                                      <p:cBhvr>
                                        <p:cTn id="20" dur="500" fill="hold"/>
                                        <p:tgtEl>
                                          <p:spTgt spid="44"/>
                                        </p:tgtEl>
                                        <p:attrNameLst>
                                          <p:attrName>ppt_h</p:attrName>
                                        </p:attrNameLst>
                                      </p:cBhvr>
                                      <p:tavLst>
                                        <p:tav tm="0">
                                          <p:val>
                                            <p:fltVal val="0"/>
                                          </p:val>
                                        </p:tav>
                                        <p:tav tm="100000">
                                          <p:val>
                                            <p:strVal val="#ppt_h"/>
                                          </p:val>
                                        </p:tav>
                                      </p:tavLst>
                                    </p:anim>
                                    <p:anim calcmode="lin" valueType="num">
                                      <p:cBhvr>
                                        <p:cTn id="21" dur="500" fill="hold"/>
                                        <p:tgtEl>
                                          <p:spTgt spid="44"/>
                                        </p:tgtEl>
                                        <p:attrNameLst>
                                          <p:attrName>style.rotation</p:attrName>
                                        </p:attrNameLst>
                                      </p:cBhvr>
                                      <p:tavLst>
                                        <p:tav tm="0">
                                          <p:val>
                                            <p:fltVal val="360"/>
                                          </p:val>
                                        </p:tav>
                                        <p:tav tm="100000">
                                          <p:val>
                                            <p:fltVal val="0"/>
                                          </p:val>
                                        </p:tav>
                                      </p:tavLst>
                                    </p:anim>
                                    <p:animEffect transition="in" filter="fade">
                                      <p:cBhvr>
                                        <p:cTn id="22" dur="500"/>
                                        <p:tgtEl>
                                          <p:spTgt spid="44"/>
                                        </p:tgtEl>
                                      </p:cBhvr>
                                    </p:animEffect>
                                  </p:childTnLst>
                                </p:cTn>
                              </p:par>
                            </p:childTnLst>
                          </p:cTn>
                        </p:par>
                        <p:par>
                          <p:cTn id="23" fill="hold">
                            <p:stCondLst>
                              <p:cond delay="500"/>
                            </p:stCondLst>
                            <p:childTnLst>
                              <p:par>
                                <p:cTn id="24" presetID="1" presetClass="entr" presetSubtype="0" fill="hold" grpId="0" nodeType="afterEffect">
                                  <p:stCondLst>
                                    <p:cond delay="0"/>
                                  </p:stCondLst>
                                  <p:iterate type="lt">
                                    <p:tmAbs val="100"/>
                                  </p:iterate>
                                  <p:childTnLst>
                                    <p:set>
                                      <p:cBhvr>
                                        <p:cTn id="25" dur="1" fill="hold">
                                          <p:stCondLst>
                                            <p:cond delay="0"/>
                                          </p:stCondLst>
                                        </p:cTn>
                                        <p:tgtEl>
                                          <p:spTgt spid="45"/>
                                        </p:tgtEl>
                                        <p:attrNameLst>
                                          <p:attrName>style.visibility</p:attrName>
                                        </p:attrNameLst>
                                      </p:cBhvr>
                                      <p:to>
                                        <p:strVal val="visible"/>
                                      </p:to>
                                    </p:set>
                                  </p:childTnLst>
                                </p:cTn>
                              </p:par>
                            </p:childTnLst>
                          </p:cTn>
                        </p:par>
                      </p:childTnLst>
                    </p:cTn>
                  </p:par>
                  <p:par>
                    <p:cTn id="26" fill="hold">
                      <p:stCondLst>
                        <p:cond delay="indefinite"/>
                      </p:stCondLst>
                      <p:childTnLst>
                        <p:par>
                          <p:cTn id="27" fill="hold">
                            <p:stCondLst>
                              <p:cond delay="0"/>
                            </p:stCondLst>
                            <p:childTnLst>
                              <p:par>
                                <p:cTn id="28" presetID="30" presetClass="entr" presetSubtype="0" fill="hold" nodeType="clickEffect">
                                  <p:stCondLst>
                                    <p:cond delay="0"/>
                                  </p:stCondLst>
                                  <p:childTnLst>
                                    <p:set>
                                      <p:cBhvr>
                                        <p:cTn id="29" dur="1" fill="hold">
                                          <p:stCondLst>
                                            <p:cond delay="0"/>
                                          </p:stCondLst>
                                        </p:cTn>
                                        <p:tgtEl>
                                          <p:spTgt spid="89"/>
                                        </p:tgtEl>
                                        <p:attrNameLst>
                                          <p:attrName>style.visibility</p:attrName>
                                        </p:attrNameLst>
                                      </p:cBhvr>
                                      <p:to>
                                        <p:strVal val="visible"/>
                                      </p:to>
                                    </p:set>
                                    <p:animEffect transition="in" filter="fade">
                                      <p:cBhvr>
                                        <p:cTn id="30" dur="800" decel="100000"/>
                                        <p:tgtEl>
                                          <p:spTgt spid="89"/>
                                        </p:tgtEl>
                                      </p:cBhvr>
                                    </p:animEffect>
                                    <p:anim calcmode="lin" valueType="num">
                                      <p:cBhvr>
                                        <p:cTn id="31" dur="800" decel="100000" fill="hold"/>
                                        <p:tgtEl>
                                          <p:spTgt spid="89"/>
                                        </p:tgtEl>
                                        <p:attrNameLst>
                                          <p:attrName>style.rotation</p:attrName>
                                        </p:attrNameLst>
                                      </p:cBhvr>
                                      <p:tavLst>
                                        <p:tav tm="0">
                                          <p:val>
                                            <p:fltVal val="-90"/>
                                          </p:val>
                                        </p:tav>
                                        <p:tav tm="100000">
                                          <p:val>
                                            <p:fltVal val="0"/>
                                          </p:val>
                                        </p:tav>
                                      </p:tavLst>
                                    </p:anim>
                                    <p:anim calcmode="lin" valueType="num">
                                      <p:cBhvr>
                                        <p:cTn id="32" dur="800" decel="100000" fill="hold"/>
                                        <p:tgtEl>
                                          <p:spTgt spid="89"/>
                                        </p:tgtEl>
                                        <p:attrNameLst>
                                          <p:attrName>ppt_x</p:attrName>
                                        </p:attrNameLst>
                                      </p:cBhvr>
                                      <p:tavLst>
                                        <p:tav tm="0">
                                          <p:val>
                                            <p:strVal val="#ppt_x+0.4"/>
                                          </p:val>
                                        </p:tav>
                                        <p:tav tm="100000">
                                          <p:val>
                                            <p:strVal val="#ppt_x-0.05"/>
                                          </p:val>
                                        </p:tav>
                                      </p:tavLst>
                                    </p:anim>
                                    <p:anim calcmode="lin" valueType="num">
                                      <p:cBhvr>
                                        <p:cTn id="33" dur="800" decel="100000" fill="hold"/>
                                        <p:tgtEl>
                                          <p:spTgt spid="89"/>
                                        </p:tgtEl>
                                        <p:attrNameLst>
                                          <p:attrName>ppt_y</p:attrName>
                                        </p:attrNameLst>
                                      </p:cBhvr>
                                      <p:tavLst>
                                        <p:tav tm="0">
                                          <p:val>
                                            <p:strVal val="#ppt_y-0.4"/>
                                          </p:val>
                                        </p:tav>
                                        <p:tav tm="100000">
                                          <p:val>
                                            <p:strVal val="#ppt_y+0.1"/>
                                          </p:val>
                                        </p:tav>
                                      </p:tavLst>
                                    </p:anim>
                                    <p:anim calcmode="lin" valueType="num">
                                      <p:cBhvr>
                                        <p:cTn id="34" dur="200" accel="100000" fill="hold">
                                          <p:stCondLst>
                                            <p:cond delay="800"/>
                                          </p:stCondLst>
                                        </p:cTn>
                                        <p:tgtEl>
                                          <p:spTgt spid="89"/>
                                        </p:tgtEl>
                                        <p:attrNameLst>
                                          <p:attrName>ppt_x</p:attrName>
                                        </p:attrNameLst>
                                      </p:cBhvr>
                                      <p:tavLst>
                                        <p:tav tm="0">
                                          <p:val>
                                            <p:strVal val="#ppt_x-0.05"/>
                                          </p:val>
                                        </p:tav>
                                        <p:tav tm="100000">
                                          <p:val>
                                            <p:strVal val="#ppt_x"/>
                                          </p:val>
                                        </p:tav>
                                      </p:tavLst>
                                    </p:anim>
                                    <p:anim calcmode="lin" valueType="num">
                                      <p:cBhvr>
                                        <p:cTn id="35" dur="200" accel="100000" fill="hold">
                                          <p:stCondLst>
                                            <p:cond delay="800"/>
                                          </p:stCondLst>
                                        </p:cTn>
                                        <p:tgtEl>
                                          <p:spTgt spid="89"/>
                                        </p:tgtEl>
                                        <p:attrNameLst>
                                          <p:attrName>ppt_y</p:attrName>
                                        </p:attrNameLst>
                                      </p:cBhvr>
                                      <p:tavLst>
                                        <p:tav tm="0">
                                          <p:val>
                                            <p:strVal val="#ppt_y+0.1"/>
                                          </p:val>
                                        </p:tav>
                                        <p:tav tm="100000">
                                          <p:val>
                                            <p:strVal val="#ppt_y"/>
                                          </p:val>
                                        </p:tav>
                                      </p:tavLst>
                                    </p:anim>
                                  </p:childTnLst>
                                </p:cTn>
                              </p:par>
                            </p:childTnLst>
                          </p:cTn>
                        </p:par>
                      </p:childTnLst>
                    </p:cTn>
                  </p:par>
                  <p:par>
                    <p:cTn id="36" fill="hold">
                      <p:stCondLst>
                        <p:cond delay="indefinite"/>
                      </p:stCondLst>
                      <p:childTnLst>
                        <p:par>
                          <p:cTn id="37" fill="hold">
                            <p:stCondLst>
                              <p:cond delay="0"/>
                            </p:stCondLst>
                            <p:childTnLst>
                              <p:par>
                                <p:cTn id="38" presetID="53" presetClass="entr" presetSubtype="16" fill="hold" nodeType="clickEffect">
                                  <p:stCondLst>
                                    <p:cond delay="0"/>
                                  </p:stCondLst>
                                  <p:childTnLst>
                                    <p:set>
                                      <p:cBhvr>
                                        <p:cTn id="39" dur="1" fill="hold">
                                          <p:stCondLst>
                                            <p:cond delay="0"/>
                                          </p:stCondLst>
                                        </p:cTn>
                                        <p:tgtEl>
                                          <p:spTgt spid="6"/>
                                        </p:tgtEl>
                                        <p:attrNameLst>
                                          <p:attrName>style.visibility</p:attrName>
                                        </p:attrNameLst>
                                      </p:cBhvr>
                                      <p:to>
                                        <p:strVal val="visible"/>
                                      </p:to>
                                    </p:set>
                                    <p:anim calcmode="lin" valueType="num">
                                      <p:cBhvr>
                                        <p:cTn id="40" dur="500" fill="hold"/>
                                        <p:tgtEl>
                                          <p:spTgt spid="6"/>
                                        </p:tgtEl>
                                        <p:attrNameLst>
                                          <p:attrName>ppt_w</p:attrName>
                                        </p:attrNameLst>
                                      </p:cBhvr>
                                      <p:tavLst>
                                        <p:tav tm="0">
                                          <p:val>
                                            <p:fltVal val="0"/>
                                          </p:val>
                                        </p:tav>
                                        <p:tav tm="100000">
                                          <p:val>
                                            <p:strVal val="#ppt_w"/>
                                          </p:val>
                                        </p:tav>
                                      </p:tavLst>
                                    </p:anim>
                                    <p:anim calcmode="lin" valueType="num">
                                      <p:cBhvr>
                                        <p:cTn id="41" dur="500" fill="hold"/>
                                        <p:tgtEl>
                                          <p:spTgt spid="6"/>
                                        </p:tgtEl>
                                        <p:attrNameLst>
                                          <p:attrName>ppt_h</p:attrName>
                                        </p:attrNameLst>
                                      </p:cBhvr>
                                      <p:tavLst>
                                        <p:tav tm="0">
                                          <p:val>
                                            <p:fltVal val="0"/>
                                          </p:val>
                                        </p:tav>
                                        <p:tav tm="100000">
                                          <p:val>
                                            <p:strVal val="#ppt_h"/>
                                          </p:val>
                                        </p:tav>
                                      </p:tavLst>
                                    </p:anim>
                                    <p:animEffect transition="in" filter="fade">
                                      <p:cBhvr>
                                        <p:cTn id="42" dur="500"/>
                                        <p:tgtEl>
                                          <p:spTgt spid="6"/>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5" grpId="0" animBg="1"/>
      <p:bldP spid="16" grpId="0"/>
      <p:bldP spid="44" grpId="0" animBg="1"/>
      <p:bldP spid="45" grpId="0"/>
    </p:bldLst>
  </p:timing>
</p:sld>
</file>

<file path=ppt/slides/slide46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矩形: 圆角 4">
            <a:extLst>
              <a:ext uri="{FF2B5EF4-FFF2-40B4-BE49-F238E27FC236}">
                <a16:creationId xmlns:a16="http://schemas.microsoft.com/office/drawing/2014/main" id="{F7ECBCC2-C974-41CC-8CCB-24A6E4A88F3D}"/>
              </a:ext>
            </a:extLst>
          </p:cNvPr>
          <p:cNvSpPr/>
          <p:nvPr/>
        </p:nvSpPr>
        <p:spPr>
          <a:xfrm>
            <a:off x="2335338" y="2861612"/>
            <a:ext cx="7532288" cy="3354992"/>
          </a:xfrm>
          <a:prstGeom prst="roundRect">
            <a:avLst/>
          </a:prstGeom>
        </p:spPr>
        <p:style>
          <a:lnRef idx="2">
            <a:schemeClr val="accent2">
              <a:shade val="50000"/>
            </a:schemeClr>
          </a:lnRef>
          <a:fillRef idx="1">
            <a:schemeClr val="accent2"/>
          </a:fillRef>
          <a:effectRef idx="0">
            <a:schemeClr val="accent2"/>
          </a:effectRef>
          <a:fontRef idx="minor">
            <a:schemeClr val="lt1"/>
          </a:fontRef>
        </p:style>
        <p:txBody>
          <a:bodyPr rtlCol="0" anchor="ctr"/>
          <a:lstStyle/>
          <a:p>
            <a:pPr algn="ctr"/>
            <a:endParaRPr lang="zh-CN" altLang="en-US"/>
          </a:p>
        </p:txBody>
      </p:sp>
      <p:sp>
        <p:nvSpPr>
          <p:cNvPr id="47" name="íşlïḍè">
            <a:extLst>
              <a:ext uri="{FF2B5EF4-FFF2-40B4-BE49-F238E27FC236}">
                <a16:creationId xmlns:a16="http://schemas.microsoft.com/office/drawing/2014/main" id="{1D6B03D1-7AC3-4EC3-BE73-E42EE9AE7B7E}"/>
              </a:ext>
            </a:extLst>
          </p:cNvPr>
          <p:cNvSpPr txBox="1"/>
          <p:nvPr/>
        </p:nvSpPr>
        <p:spPr>
          <a:xfrm>
            <a:off x="2601663" y="3127956"/>
            <a:ext cx="2353581" cy="400111"/>
          </a:xfrm>
          <a:prstGeom prst="rect">
            <a:avLst/>
          </a:prstGeom>
          <a:noFill/>
        </p:spPr>
        <p:txBody>
          <a:bodyPr wrap="square" lIns="91440" tIns="45720" rIns="91440" bIns="45720" anchor="ctr">
            <a:noAutofit/>
          </a:bodyPr>
          <a:lstStyle/>
          <a:p>
            <a:r>
              <a:rPr lang="zh-CN" altLang="en-US" sz="2800" b="1" dirty="0">
                <a:solidFill>
                  <a:schemeClr val="bg1"/>
                </a:solidFill>
                <a:latin typeface="Arial Narrow" panose="020B0606020202030204" pitchFamily="34" charset="0"/>
              </a:rPr>
              <a:t>巨大的广播域</a:t>
            </a:r>
          </a:p>
        </p:txBody>
      </p:sp>
      <p:grpSp>
        <p:nvGrpSpPr>
          <p:cNvPr id="4" name="组合 3">
            <a:extLst>
              <a:ext uri="{FF2B5EF4-FFF2-40B4-BE49-F238E27FC236}">
                <a16:creationId xmlns:a16="http://schemas.microsoft.com/office/drawing/2014/main" id="{9A1EA9F2-FCB6-48C3-935F-7AE7E3AD14AC}"/>
              </a:ext>
            </a:extLst>
          </p:cNvPr>
          <p:cNvGrpSpPr/>
          <p:nvPr/>
        </p:nvGrpSpPr>
        <p:grpSpPr>
          <a:xfrm>
            <a:off x="304800" y="749300"/>
            <a:ext cx="4938199" cy="400110"/>
            <a:chOff x="424117" y="898245"/>
            <a:chExt cx="4938199" cy="400110"/>
          </a:xfrm>
        </p:grpSpPr>
        <p:sp>
          <p:nvSpPr>
            <p:cNvPr id="2" name="平行四边形 1">
              <a:extLst>
                <a:ext uri="{FF2B5EF4-FFF2-40B4-BE49-F238E27FC236}">
                  <a16:creationId xmlns:a16="http://schemas.microsoft.com/office/drawing/2014/main" id="{1F5BAA3F-9845-4F89-A2DD-8222D3E4EDAC}"/>
                </a:ext>
              </a:extLst>
            </p:cNvPr>
            <p:cNvSpPr/>
            <p:nvPr/>
          </p:nvSpPr>
          <p:spPr>
            <a:xfrm>
              <a:off x="424117" y="898245"/>
              <a:ext cx="628306" cy="387090"/>
            </a:xfrm>
            <a:prstGeom prst="parallelogram">
              <a:avLst/>
            </a:prstGeom>
            <a:solidFill>
              <a:schemeClr val="accent3">
                <a:lumMod val="75000"/>
              </a:schemeClr>
            </a:solidFill>
            <a:ln>
              <a:solidFill>
                <a:schemeClr val="accent3">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CN" sz="2200" dirty="0">
                  <a:latin typeface="Impact" panose="020B0806030902050204" pitchFamily="34" charset="0"/>
                </a:rPr>
                <a:t>01</a:t>
              </a:r>
              <a:endParaRPr lang="zh-CN" altLang="en-US" sz="2200" dirty="0">
                <a:latin typeface="Impact" panose="020B0806030902050204" pitchFamily="34" charset="0"/>
              </a:endParaRPr>
            </a:p>
          </p:txBody>
        </p:sp>
        <p:sp>
          <p:nvSpPr>
            <p:cNvPr id="3" name="文本框 2">
              <a:extLst>
                <a:ext uri="{FF2B5EF4-FFF2-40B4-BE49-F238E27FC236}">
                  <a16:creationId xmlns:a16="http://schemas.microsoft.com/office/drawing/2014/main" id="{4D6BD736-A4D3-4F26-AFED-36E11F50F70B}"/>
                </a:ext>
              </a:extLst>
            </p:cNvPr>
            <p:cNvSpPr txBox="1"/>
            <p:nvPr/>
          </p:nvSpPr>
          <p:spPr>
            <a:xfrm>
              <a:off x="1052423" y="898245"/>
              <a:ext cx="4309893" cy="400110"/>
            </a:xfrm>
            <a:prstGeom prst="rect">
              <a:avLst/>
            </a:prstGeom>
            <a:noFill/>
          </p:spPr>
          <p:txBody>
            <a:bodyPr wrap="square" rtlCol="0">
              <a:spAutoFit/>
            </a:bodyPr>
            <a:lstStyle/>
            <a:p>
              <a:r>
                <a:rPr lang="zh-CN" altLang="en-US" sz="2000" b="1" dirty="0">
                  <a:solidFill>
                    <a:schemeClr val="tx1"/>
                  </a:solidFill>
                  <a:latin typeface="Arial Narrow" panose="020B0606020202030204" pitchFamily="34" charset="0"/>
                </a:rPr>
                <a:t>虚拟局域网</a:t>
              </a:r>
              <a:r>
                <a:rPr lang="en-US" altLang="zh-CN" sz="2000" b="1" dirty="0">
                  <a:solidFill>
                    <a:schemeClr val="tx1"/>
                  </a:solidFill>
                  <a:latin typeface="Arial Narrow" panose="020B0606020202030204" pitchFamily="34" charset="0"/>
                </a:rPr>
                <a:t>VLAN</a:t>
              </a:r>
              <a:r>
                <a:rPr lang="zh-CN" altLang="en-US" sz="2000" b="1" dirty="0">
                  <a:solidFill>
                    <a:schemeClr val="tx1"/>
                  </a:solidFill>
                  <a:latin typeface="Arial Narrow" panose="020B0606020202030204" pitchFamily="34" charset="0"/>
                </a:rPr>
                <a:t>的诞生背景</a:t>
              </a:r>
              <a:endParaRPr lang="en-US" altLang="zh-CN" sz="2000" b="1" dirty="0">
                <a:solidFill>
                  <a:schemeClr val="tx1"/>
                </a:solidFill>
                <a:latin typeface="Arial Narrow" panose="020B0606020202030204" pitchFamily="34" charset="0"/>
              </a:endParaRPr>
            </a:p>
          </p:txBody>
        </p:sp>
      </p:grpSp>
      <p:sp>
        <p:nvSpPr>
          <p:cNvPr id="15" name="矩形 14">
            <a:extLst>
              <a:ext uri="{FF2B5EF4-FFF2-40B4-BE49-F238E27FC236}">
                <a16:creationId xmlns:a16="http://schemas.microsoft.com/office/drawing/2014/main" id="{D220777A-3F44-457A-9261-767A364097D9}"/>
              </a:ext>
            </a:extLst>
          </p:cNvPr>
          <p:cNvSpPr/>
          <p:nvPr/>
        </p:nvSpPr>
        <p:spPr>
          <a:xfrm>
            <a:off x="1056633" y="1337249"/>
            <a:ext cx="256976" cy="256976"/>
          </a:xfrm>
          <a:prstGeom prst="rect">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16" name="íşlïḍè">
            <a:extLst>
              <a:ext uri="{FF2B5EF4-FFF2-40B4-BE49-F238E27FC236}">
                <a16:creationId xmlns:a16="http://schemas.microsoft.com/office/drawing/2014/main" id="{80471F9E-9979-4687-ADBE-EAECEAE496D7}"/>
              </a:ext>
            </a:extLst>
          </p:cNvPr>
          <p:cNvSpPr txBox="1"/>
          <p:nvPr/>
        </p:nvSpPr>
        <p:spPr>
          <a:xfrm>
            <a:off x="1373861" y="1256615"/>
            <a:ext cx="10513339" cy="400111"/>
          </a:xfrm>
          <a:prstGeom prst="rect">
            <a:avLst/>
          </a:prstGeom>
          <a:noFill/>
        </p:spPr>
        <p:txBody>
          <a:bodyPr wrap="square" lIns="91440" tIns="45720" rIns="91440" bIns="45720" anchor="ctr">
            <a:noAutofit/>
          </a:bodyPr>
          <a:lstStyle/>
          <a:p>
            <a:r>
              <a:rPr lang="zh-CN" altLang="en-US" b="1" dirty="0">
                <a:solidFill>
                  <a:schemeClr val="accent1">
                    <a:lumMod val="75000"/>
                  </a:schemeClr>
                </a:solidFill>
                <a:latin typeface="Arial Narrow" panose="020B0606020202030204" pitchFamily="34" charset="0"/>
              </a:rPr>
              <a:t>巨大的广播域会带来一系列问题</a:t>
            </a:r>
            <a:r>
              <a:rPr lang="en-US" altLang="zh-CN" b="1" dirty="0">
                <a:latin typeface="Arial Narrow" panose="020B0606020202030204" pitchFamily="34" charset="0"/>
              </a:rPr>
              <a:t>:</a:t>
            </a:r>
            <a:endParaRPr lang="zh-CN" altLang="en-US" b="1" dirty="0">
              <a:latin typeface="Arial Narrow" panose="020B0606020202030204" pitchFamily="34" charset="0"/>
            </a:endParaRPr>
          </a:p>
        </p:txBody>
      </p:sp>
      <p:cxnSp>
        <p:nvCxnSpPr>
          <p:cNvPr id="87" name="直接连接符 86">
            <a:extLst>
              <a:ext uri="{FF2B5EF4-FFF2-40B4-BE49-F238E27FC236}">
                <a16:creationId xmlns:a16="http://schemas.microsoft.com/office/drawing/2014/main" id="{462969EE-2D9D-4C57-A124-EAFEC3E479F7}"/>
              </a:ext>
            </a:extLst>
          </p:cNvPr>
          <p:cNvCxnSpPr/>
          <p:nvPr/>
        </p:nvCxnSpPr>
        <p:spPr>
          <a:xfrm>
            <a:off x="6054928" y="3567145"/>
            <a:ext cx="0" cy="990193"/>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cxnSp>
        <p:nvCxnSpPr>
          <p:cNvPr id="80" name="直接连接符 79">
            <a:extLst>
              <a:ext uri="{FF2B5EF4-FFF2-40B4-BE49-F238E27FC236}">
                <a16:creationId xmlns:a16="http://schemas.microsoft.com/office/drawing/2014/main" id="{491EF1C2-1E39-4262-91EE-A90756E1388C}"/>
              </a:ext>
            </a:extLst>
          </p:cNvPr>
          <p:cNvCxnSpPr>
            <a:cxnSpLocks/>
          </p:cNvCxnSpPr>
          <p:nvPr/>
        </p:nvCxnSpPr>
        <p:spPr>
          <a:xfrm>
            <a:off x="6024620" y="3422316"/>
            <a:ext cx="2586810" cy="1279852"/>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78" name="直接连接符 77">
            <a:extLst>
              <a:ext uri="{FF2B5EF4-FFF2-40B4-BE49-F238E27FC236}">
                <a16:creationId xmlns:a16="http://schemas.microsoft.com/office/drawing/2014/main" id="{E93186D5-AD31-48F9-9D2A-AA353AD9AA89}"/>
              </a:ext>
            </a:extLst>
          </p:cNvPr>
          <p:cNvCxnSpPr>
            <a:cxnSpLocks/>
          </p:cNvCxnSpPr>
          <p:nvPr/>
        </p:nvCxnSpPr>
        <p:spPr>
          <a:xfrm flipH="1">
            <a:off x="3740486" y="3422316"/>
            <a:ext cx="2342544" cy="1220819"/>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9" name="直接连接符 18">
            <a:extLst>
              <a:ext uri="{FF2B5EF4-FFF2-40B4-BE49-F238E27FC236}">
                <a16:creationId xmlns:a16="http://schemas.microsoft.com/office/drawing/2014/main" id="{72913A28-AA03-4815-8C50-6C872FFF814A}"/>
              </a:ext>
            </a:extLst>
          </p:cNvPr>
          <p:cNvCxnSpPr>
            <a:cxnSpLocks/>
          </p:cNvCxnSpPr>
          <p:nvPr/>
        </p:nvCxnSpPr>
        <p:spPr>
          <a:xfrm flipH="1">
            <a:off x="2987114" y="4777151"/>
            <a:ext cx="582666" cy="622695"/>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pic>
        <p:nvPicPr>
          <p:cNvPr id="33" name="图形 10">
            <a:extLst>
              <a:ext uri="{FF2B5EF4-FFF2-40B4-BE49-F238E27FC236}">
                <a16:creationId xmlns:a16="http://schemas.microsoft.com/office/drawing/2014/main" id="{16119794-7E8E-4E19-AE90-5BB0C00EBF60}"/>
              </a:ext>
            </a:extLst>
          </p:cNvPr>
          <p:cNvPicPr>
            <a:picLocks noChangeAspect="1"/>
          </p:cNvPicPr>
          <p:nvPr/>
        </p:nvPicPr>
        <p:blipFill>
          <a:blip r:embed="rId3">
            <a:extLst>
              <a:ext uri="{28A0092B-C50C-407E-A947-70E740481C1C}">
                <a14:useLocalDpi xmlns:a14="http://schemas.microsoft.com/office/drawing/2010/main" val="0"/>
              </a:ext>
              <a:ext uri="{96DAC541-7B7A-43D3-8B79-37D633B846F1}">
                <asvg:svgBlip xmlns:asvg="http://schemas.microsoft.com/office/drawing/2016/SVG/main" r:embed="rId4"/>
              </a:ext>
            </a:extLst>
          </a:blip>
          <a:stretch>
            <a:fillRect/>
          </a:stretch>
        </p:blipFill>
        <p:spPr>
          <a:xfrm>
            <a:off x="2556671" y="5131813"/>
            <a:ext cx="662814" cy="641082"/>
          </a:xfrm>
          <a:prstGeom prst="rect">
            <a:avLst/>
          </a:prstGeom>
        </p:spPr>
      </p:pic>
      <p:cxnSp>
        <p:nvCxnSpPr>
          <p:cNvPr id="36" name="直接连接符 35">
            <a:extLst>
              <a:ext uri="{FF2B5EF4-FFF2-40B4-BE49-F238E27FC236}">
                <a16:creationId xmlns:a16="http://schemas.microsoft.com/office/drawing/2014/main" id="{FDC4FE13-49FE-4706-AC34-0BB8D7124CEF}"/>
              </a:ext>
            </a:extLst>
          </p:cNvPr>
          <p:cNvCxnSpPr>
            <a:cxnSpLocks/>
          </p:cNvCxnSpPr>
          <p:nvPr/>
        </p:nvCxnSpPr>
        <p:spPr>
          <a:xfrm>
            <a:off x="3740486" y="4788525"/>
            <a:ext cx="598837" cy="611321"/>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pic>
        <p:nvPicPr>
          <p:cNvPr id="25" name="图片 24" descr="图标&#10;&#10;描述已自动生成">
            <a:extLst>
              <a:ext uri="{FF2B5EF4-FFF2-40B4-BE49-F238E27FC236}">
                <a16:creationId xmlns:a16="http://schemas.microsoft.com/office/drawing/2014/main" id="{5D260B82-626A-484F-A081-31A803FAF8F7}"/>
              </a:ext>
            </a:extLst>
          </p:cNvPr>
          <p:cNvPicPr>
            <a:picLocks noChangeAspect="1"/>
          </p:cNvPicPr>
          <p:nvPr/>
        </p:nvPicPr>
        <p:blipFill>
          <a:blip r:embed="rId5">
            <a:extLst>
              <a:ext uri="{28A0092B-C50C-407E-A947-70E740481C1C}">
                <a14:useLocalDpi xmlns:a14="http://schemas.microsoft.com/office/drawing/2010/main" val="0"/>
              </a:ext>
            </a:extLst>
          </a:blip>
          <a:stretch>
            <a:fillRect/>
          </a:stretch>
        </p:blipFill>
        <p:spPr>
          <a:xfrm>
            <a:off x="3388476" y="4424683"/>
            <a:ext cx="497392" cy="641082"/>
          </a:xfrm>
          <a:prstGeom prst="rect">
            <a:avLst/>
          </a:prstGeom>
        </p:spPr>
      </p:pic>
      <p:pic>
        <p:nvPicPr>
          <p:cNvPr id="35" name="图形 10">
            <a:extLst>
              <a:ext uri="{FF2B5EF4-FFF2-40B4-BE49-F238E27FC236}">
                <a16:creationId xmlns:a16="http://schemas.microsoft.com/office/drawing/2014/main" id="{8E8AEE56-101B-46DB-816B-E6B7AE9E18FA}"/>
              </a:ext>
            </a:extLst>
          </p:cNvPr>
          <p:cNvPicPr>
            <a:picLocks noChangeAspect="1"/>
          </p:cNvPicPr>
          <p:nvPr/>
        </p:nvPicPr>
        <p:blipFill>
          <a:blip r:embed="rId3">
            <a:extLst>
              <a:ext uri="{28A0092B-C50C-407E-A947-70E740481C1C}">
                <a14:useLocalDpi xmlns:a14="http://schemas.microsoft.com/office/drawing/2010/main" val="0"/>
              </a:ext>
              <a:ext uri="{96DAC541-7B7A-43D3-8B79-37D633B846F1}">
                <asvg:svgBlip xmlns:asvg="http://schemas.microsoft.com/office/drawing/2016/SVG/main" r:embed="rId4"/>
              </a:ext>
            </a:extLst>
          </a:blip>
          <a:stretch>
            <a:fillRect/>
          </a:stretch>
        </p:blipFill>
        <p:spPr>
          <a:xfrm>
            <a:off x="3875269" y="5131813"/>
            <a:ext cx="662814" cy="641082"/>
          </a:xfrm>
          <a:prstGeom prst="rect">
            <a:avLst/>
          </a:prstGeom>
        </p:spPr>
      </p:pic>
      <p:sp>
        <p:nvSpPr>
          <p:cNvPr id="41" name="文本框 40">
            <a:extLst>
              <a:ext uri="{FF2B5EF4-FFF2-40B4-BE49-F238E27FC236}">
                <a16:creationId xmlns:a16="http://schemas.microsoft.com/office/drawing/2014/main" id="{196A97BE-A902-4D9D-BD51-14DA50999D64}"/>
              </a:ext>
            </a:extLst>
          </p:cNvPr>
          <p:cNvSpPr txBox="1"/>
          <p:nvPr/>
        </p:nvSpPr>
        <p:spPr>
          <a:xfrm>
            <a:off x="3345752" y="5267688"/>
            <a:ext cx="486793" cy="369332"/>
          </a:xfrm>
          <a:prstGeom prst="rect">
            <a:avLst/>
          </a:prstGeom>
          <a:noFill/>
        </p:spPr>
        <p:txBody>
          <a:bodyPr wrap="square" rtlCol="0">
            <a:spAutoFit/>
          </a:bodyPr>
          <a:lstStyle/>
          <a:p>
            <a:pPr algn="ctr"/>
            <a:r>
              <a:rPr lang="en-US" altLang="zh-CN" b="1" dirty="0">
                <a:latin typeface="宋体" panose="02010600030101010101" pitchFamily="2" charset="-122"/>
                <a:ea typeface="宋体" panose="02010600030101010101" pitchFamily="2" charset="-122"/>
              </a:rPr>
              <a:t>…</a:t>
            </a:r>
            <a:endParaRPr lang="zh-CN" altLang="en-US" b="1" dirty="0">
              <a:latin typeface="宋体" panose="02010600030101010101" pitchFamily="2" charset="-122"/>
              <a:ea typeface="宋体" panose="02010600030101010101" pitchFamily="2" charset="-122"/>
            </a:endParaRPr>
          </a:p>
        </p:txBody>
      </p:sp>
      <p:sp>
        <p:nvSpPr>
          <p:cNvPr id="51" name="文本框 50">
            <a:extLst>
              <a:ext uri="{FF2B5EF4-FFF2-40B4-BE49-F238E27FC236}">
                <a16:creationId xmlns:a16="http://schemas.microsoft.com/office/drawing/2014/main" id="{B21EA169-85FF-4CF5-8ED6-CEC3CBA6E121}"/>
              </a:ext>
            </a:extLst>
          </p:cNvPr>
          <p:cNvSpPr txBox="1"/>
          <p:nvPr/>
        </p:nvSpPr>
        <p:spPr>
          <a:xfrm>
            <a:off x="3802673" y="4580560"/>
            <a:ext cx="969114" cy="369332"/>
          </a:xfrm>
          <a:prstGeom prst="rect">
            <a:avLst/>
          </a:prstGeom>
          <a:noFill/>
        </p:spPr>
        <p:txBody>
          <a:bodyPr wrap="square" rtlCol="0">
            <a:spAutoFit/>
          </a:bodyPr>
          <a:lstStyle/>
          <a:p>
            <a:pPr algn="ctr"/>
            <a:r>
              <a:rPr lang="zh-CN" altLang="en-US" b="1" dirty="0"/>
              <a:t>交换机</a:t>
            </a:r>
          </a:p>
        </p:txBody>
      </p:sp>
      <p:cxnSp>
        <p:nvCxnSpPr>
          <p:cNvPr id="58" name="直接连接符 57">
            <a:extLst>
              <a:ext uri="{FF2B5EF4-FFF2-40B4-BE49-F238E27FC236}">
                <a16:creationId xmlns:a16="http://schemas.microsoft.com/office/drawing/2014/main" id="{DC61B2A7-1EEB-41D9-B0BE-CF732593D3AA}"/>
              </a:ext>
            </a:extLst>
          </p:cNvPr>
          <p:cNvCxnSpPr>
            <a:cxnSpLocks/>
          </p:cNvCxnSpPr>
          <p:nvPr/>
        </p:nvCxnSpPr>
        <p:spPr>
          <a:xfrm flipH="1">
            <a:off x="5422586" y="4777151"/>
            <a:ext cx="582666" cy="622695"/>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pic>
        <p:nvPicPr>
          <p:cNvPr id="59" name="图形 10">
            <a:extLst>
              <a:ext uri="{FF2B5EF4-FFF2-40B4-BE49-F238E27FC236}">
                <a16:creationId xmlns:a16="http://schemas.microsoft.com/office/drawing/2014/main" id="{F261919F-5B44-4921-A16C-3A0E970EBB7E}"/>
              </a:ext>
            </a:extLst>
          </p:cNvPr>
          <p:cNvPicPr>
            <a:picLocks noChangeAspect="1"/>
          </p:cNvPicPr>
          <p:nvPr/>
        </p:nvPicPr>
        <p:blipFill>
          <a:blip r:embed="rId3">
            <a:extLst>
              <a:ext uri="{28A0092B-C50C-407E-A947-70E740481C1C}">
                <a14:useLocalDpi xmlns:a14="http://schemas.microsoft.com/office/drawing/2010/main" val="0"/>
              </a:ext>
              <a:ext uri="{96DAC541-7B7A-43D3-8B79-37D633B846F1}">
                <asvg:svgBlip xmlns:asvg="http://schemas.microsoft.com/office/drawing/2016/SVG/main" r:embed="rId4"/>
              </a:ext>
            </a:extLst>
          </a:blip>
          <a:stretch>
            <a:fillRect/>
          </a:stretch>
        </p:blipFill>
        <p:spPr>
          <a:xfrm>
            <a:off x="4992143" y="5131813"/>
            <a:ext cx="662814" cy="641082"/>
          </a:xfrm>
          <a:prstGeom prst="rect">
            <a:avLst/>
          </a:prstGeom>
        </p:spPr>
      </p:pic>
      <p:cxnSp>
        <p:nvCxnSpPr>
          <p:cNvPr id="60" name="直接连接符 59">
            <a:extLst>
              <a:ext uri="{FF2B5EF4-FFF2-40B4-BE49-F238E27FC236}">
                <a16:creationId xmlns:a16="http://schemas.microsoft.com/office/drawing/2014/main" id="{694EABEB-37E8-4650-B5A3-1701350F2DF1}"/>
              </a:ext>
            </a:extLst>
          </p:cNvPr>
          <p:cNvCxnSpPr>
            <a:cxnSpLocks/>
          </p:cNvCxnSpPr>
          <p:nvPr/>
        </p:nvCxnSpPr>
        <p:spPr>
          <a:xfrm>
            <a:off x="6175958" y="4788525"/>
            <a:ext cx="598837" cy="611321"/>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pic>
        <p:nvPicPr>
          <p:cNvPr id="61" name="图片 60" descr="图标&#10;&#10;描述已自动生成">
            <a:extLst>
              <a:ext uri="{FF2B5EF4-FFF2-40B4-BE49-F238E27FC236}">
                <a16:creationId xmlns:a16="http://schemas.microsoft.com/office/drawing/2014/main" id="{C0F3E6C9-15E6-4BA4-8168-51016F9E0CF7}"/>
              </a:ext>
            </a:extLst>
          </p:cNvPr>
          <p:cNvPicPr>
            <a:picLocks noChangeAspect="1"/>
          </p:cNvPicPr>
          <p:nvPr/>
        </p:nvPicPr>
        <p:blipFill>
          <a:blip r:embed="rId5">
            <a:extLst>
              <a:ext uri="{28A0092B-C50C-407E-A947-70E740481C1C}">
                <a14:useLocalDpi xmlns:a14="http://schemas.microsoft.com/office/drawing/2010/main" val="0"/>
              </a:ext>
            </a:extLst>
          </a:blip>
          <a:stretch>
            <a:fillRect/>
          </a:stretch>
        </p:blipFill>
        <p:spPr>
          <a:xfrm>
            <a:off x="5823948" y="4424683"/>
            <a:ext cx="497392" cy="641082"/>
          </a:xfrm>
          <a:prstGeom prst="rect">
            <a:avLst/>
          </a:prstGeom>
        </p:spPr>
      </p:pic>
      <p:pic>
        <p:nvPicPr>
          <p:cNvPr id="62" name="图形 10">
            <a:extLst>
              <a:ext uri="{FF2B5EF4-FFF2-40B4-BE49-F238E27FC236}">
                <a16:creationId xmlns:a16="http://schemas.microsoft.com/office/drawing/2014/main" id="{87229A1D-B346-46D4-89C2-E425AAB9C6C7}"/>
              </a:ext>
            </a:extLst>
          </p:cNvPr>
          <p:cNvPicPr>
            <a:picLocks noChangeAspect="1"/>
          </p:cNvPicPr>
          <p:nvPr/>
        </p:nvPicPr>
        <p:blipFill>
          <a:blip r:embed="rId3">
            <a:extLst>
              <a:ext uri="{28A0092B-C50C-407E-A947-70E740481C1C}">
                <a14:useLocalDpi xmlns:a14="http://schemas.microsoft.com/office/drawing/2010/main" val="0"/>
              </a:ext>
              <a:ext uri="{96DAC541-7B7A-43D3-8B79-37D633B846F1}">
                <asvg:svgBlip xmlns:asvg="http://schemas.microsoft.com/office/drawing/2016/SVG/main" r:embed="rId4"/>
              </a:ext>
            </a:extLst>
          </a:blip>
          <a:stretch>
            <a:fillRect/>
          </a:stretch>
        </p:blipFill>
        <p:spPr>
          <a:xfrm>
            <a:off x="6310741" y="5131813"/>
            <a:ext cx="662814" cy="641082"/>
          </a:xfrm>
          <a:prstGeom prst="rect">
            <a:avLst/>
          </a:prstGeom>
        </p:spPr>
      </p:pic>
      <p:sp>
        <p:nvSpPr>
          <p:cNvPr id="57" name="文本框 56">
            <a:extLst>
              <a:ext uri="{FF2B5EF4-FFF2-40B4-BE49-F238E27FC236}">
                <a16:creationId xmlns:a16="http://schemas.microsoft.com/office/drawing/2014/main" id="{A6BAF93B-5F81-4BFA-B3A2-C44C317D784A}"/>
              </a:ext>
            </a:extLst>
          </p:cNvPr>
          <p:cNvSpPr txBox="1"/>
          <p:nvPr/>
        </p:nvSpPr>
        <p:spPr>
          <a:xfrm>
            <a:off x="5781224" y="5267688"/>
            <a:ext cx="486793" cy="369332"/>
          </a:xfrm>
          <a:prstGeom prst="rect">
            <a:avLst/>
          </a:prstGeom>
          <a:noFill/>
        </p:spPr>
        <p:txBody>
          <a:bodyPr wrap="square" rtlCol="0">
            <a:spAutoFit/>
          </a:bodyPr>
          <a:lstStyle/>
          <a:p>
            <a:pPr algn="ctr"/>
            <a:r>
              <a:rPr lang="en-US" altLang="zh-CN" b="1" dirty="0">
                <a:latin typeface="宋体" panose="02010600030101010101" pitchFamily="2" charset="-122"/>
                <a:ea typeface="宋体" panose="02010600030101010101" pitchFamily="2" charset="-122"/>
              </a:rPr>
              <a:t>…</a:t>
            </a:r>
            <a:endParaRPr lang="zh-CN" altLang="en-US" b="1" dirty="0">
              <a:latin typeface="宋体" panose="02010600030101010101" pitchFamily="2" charset="-122"/>
              <a:ea typeface="宋体" panose="02010600030101010101" pitchFamily="2" charset="-122"/>
            </a:endParaRPr>
          </a:p>
        </p:txBody>
      </p:sp>
      <p:sp>
        <p:nvSpPr>
          <p:cNvPr id="55" name="文本框 54">
            <a:extLst>
              <a:ext uri="{FF2B5EF4-FFF2-40B4-BE49-F238E27FC236}">
                <a16:creationId xmlns:a16="http://schemas.microsoft.com/office/drawing/2014/main" id="{EDA5C1A9-9CCC-4AE4-A209-B498DF015A34}"/>
              </a:ext>
            </a:extLst>
          </p:cNvPr>
          <p:cNvSpPr txBox="1"/>
          <p:nvPr/>
        </p:nvSpPr>
        <p:spPr>
          <a:xfrm>
            <a:off x="6238145" y="4580560"/>
            <a:ext cx="969114" cy="369332"/>
          </a:xfrm>
          <a:prstGeom prst="rect">
            <a:avLst/>
          </a:prstGeom>
          <a:noFill/>
        </p:spPr>
        <p:txBody>
          <a:bodyPr wrap="square" rtlCol="0">
            <a:spAutoFit/>
          </a:bodyPr>
          <a:lstStyle/>
          <a:p>
            <a:pPr algn="ctr"/>
            <a:r>
              <a:rPr lang="zh-CN" altLang="en-US" b="1" dirty="0"/>
              <a:t>交换机</a:t>
            </a:r>
          </a:p>
        </p:txBody>
      </p:sp>
      <p:cxnSp>
        <p:nvCxnSpPr>
          <p:cNvPr id="68" name="直接连接符 67">
            <a:extLst>
              <a:ext uri="{FF2B5EF4-FFF2-40B4-BE49-F238E27FC236}">
                <a16:creationId xmlns:a16="http://schemas.microsoft.com/office/drawing/2014/main" id="{AB59C74E-144B-442B-B89B-C18CCE64D694}"/>
              </a:ext>
            </a:extLst>
          </p:cNvPr>
          <p:cNvCxnSpPr>
            <a:cxnSpLocks/>
          </p:cNvCxnSpPr>
          <p:nvPr/>
        </p:nvCxnSpPr>
        <p:spPr>
          <a:xfrm flipH="1">
            <a:off x="7858058" y="4777151"/>
            <a:ext cx="582666" cy="622695"/>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pic>
        <p:nvPicPr>
          <p:cNvPr id="69" name="图形 10">
            <a:extLst>
              <a:ext uri="{FF2B5EF4-FFF2-40B4-BE49-F238E27FC236}">
                <a16:creationId xmlns:a16="http://schemas.microsoft.com/office/drawing/2014/main" id="{7BFD13E9-1B35-4292-97C1-9BF195730554}"/>
              </a:ext>
            </a:extLst>
          </p:cNvPr>
          <p:cNvPicPr>
            <a:picLocks noChangeAspect="1"/>
          </p:cNvPicPr>
          <p:nvPr/>
        </p:nvPicPr>
        <p:blipFill>
          <a:blip r:embed="rId3">
            <a:extLst>
              <a:ext uri="{28A0092B-C50C-407E-A947-70E740481C1C}">
                <a14:useLocalDpi xmlns:a14="http://schemas.microsoft.com/office/drawing/2010/main" val="0"/>
              </a:ext>
              <a:ext uri="{96DAC541-7B7A-43D3-8B79-37D633B846F1}">
                <asvg:svgBlip xmlns:asvg="http://schemas.microsoft.com/office/drawing/2016/SVG/main" r:embed="rId4"/>
              </a:ext>
            </a:extLst>
          </a:blip>
          <a:stretch>
            <a:fillRect/>
          </a:stretch>
        </p:blipFill>
        <p:spPr>
          <a:xfrm>
            <a:off x="7427615" y="5131813"/>
            <a:ext cx="662814" cy="641082"/>
          </a:xfrm>
          <a:prstGeom prst="rect">
            <a:avLst/>
          </a:prstGeom>
        </p:spPr>
      </p:pic>
      <p:cxnSp>
        <p:nvCxnSpPr>
          <p:cNvPr id="70" name="直接连接符 69">
            <a:extLst>
              <a:ext uri="{FF2B5EF4-FFF2-40B4-BE49-F238E27FC236}">
                <a16:creationId xmlns:a16="http://schemas.microsoft.com/office/drawing/2014/main" id="{3EB1E293-0C36-4DCA-82DB-5B7BAF7C1840}"/>
              </a:ext>
            </a:extLst>
          </p:cNvPr>
          <p:cNvCxnSpPr>
            <a:cxnSpLocks/>
          </p:cNvCxnSpPr>
          <p:nvPr/>
        </p:nvCxnSpPr>
        <p:spPr>
          <a:xfrm>
            <a:off x="8611430" y="4788525"/>
            <a:ext cx="598837" cy="611321"/>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pic>
        <p:nvPicPr>
          <p:cNvPr id="71" name="图片 70" descr="图标&#10;&#10;描述已自动生成">
            <a:extLst>
              <a:ext uri="{FF2B5EF4-FFF2-40B4-BE49-F238E27FC236}">
                <a16:creationId xmlns:a16="http://schemas.microsoft.com/office/drawing/2014/main" id="{E49DBB7D-60A9-4DF7-99F4-03E354CDDC00}"/>
              </a:ext>
            </a:extLst>
          </p:cNvPr>
          <p:cNvPicPr>
            <a:picLocks noChangeAspect="1"/>
          </p:cNvPicPr>
          <p:nvPr/>
        </p:nvPicPr>
        <p:blipFill>
          <a:blip r:embed="rId5">
            <a:extLst>
              <a:ext uri="{28A0092B-C50C-407E-A947-70E740481C1C}">
                <a14:useLocalDpi xmlns:a14="http://schemas.microsoft.com/office/drawing/2010/main" val="0"/>
              </a:ext>
            </a:extLst>
          </a:blip>
          <a:stretch>
            <a:fillRect/>
          </a:stretch>
        </p:blipFill>
        <p:spPr>
          <a:xfrm>
            <a:off x="8259420" y="4424683"/>
            <a:ext cx="497392" cy="641082"/>
          </a:xfrm>
          <a:prstGeom prst="rect">
            <a:avLst/>
          </a:prstGeom>
        </p:spPr>
      </p:pic>
      <p:pic>
        <p:nvPicPr>
          <p:cNvPr id="72" name="图形 10">
            <a:extLst>
              <a:ext uri="{FF2B5EF4-FFF2-40B4-BE49-F238E27FC236}">
                <a16:creationId xmlns:a16="http://schemas.microsoft.com/office/drawing/2014/main" id="{818CB9C5-7B01-48F2-8E73-870991D4EC10}"/>
              </a:ext>
            </a:extLst>
          </p:cNvPr>
          <p:cNvPicPr>
            <a:picLocks noChangeAspect="1"/>
          </p:cNvPicPr>
          <p:nvPr/>
        </p:nvPicPr>
        <p:blipFill>
          <a:blip r:embed="rId3">
            <a:extLst>
              <a:ext uri="{28A0092B-C50C-407E-A947-70E740481C1C}">
                <a14:useLocalDpi xmlns:a14="http://schemas.microsoft.com/office/drawing/2010/main" val="0"/>
              </a:ext>
              <a:ext uri="{96DAC541-7B7A-43D3-8B79-37D633B846F1}">
                <asvg:svgBlip xmlns:asvg="http://schemas.microsoft.com/office/drawing/2016/SVG/main" r:embed="rId4"/>
              </a:ext>
            </a:extLst>
          </a:blip>
          <a:stretch>
            <a:fillRect/>
          </a:stretch>
        </p:blipFill>
        <p:spPr>
          <a:xfrm>
            <a:off x="8746213" y="5131813"/>
            <a:ext cx="662814" cy="641082"/>
          </a:xfrm>
          <a:prstGeom prst="rect">
            <a:avLst/>
          </a:prstGeom>
        </p:spPr>
      </p:pic>
      <p:sp>
        <p:nvSpPr>
          <p:cNvPr id="67" name="文本框 66">
            <a:extLst>
              <a:ext uri="{FF2B5EF4-FFF2-40B4-BE49-F238E27FC236}">
                <a16:creationId xmlns:a16="http://schemas.microsoft.com/office/drawing/2014/main" id="{954DA306-A22C-4F92-9552-0D819E584D2A}"/>
              </a:ext>
            </a:extLst>
          </p:cNvPr>
          <p:cNvSpPr txBox="1"/>
          <p:nvPr/>
        </p:nvSpPr>
        <p:spPr>
          <a:xfrm>
            <a:off x="8216696" y="5267688"/>
            <a:ext cx="486793" cy="369332"/>
          </a:xfrm>
          <a:prstGeom prst="rect">
            <a:avLst/>
          </a:prstGeom>
          <a:noFill/>
        </p:spPr>
        <p:txBody>
          <a:bodyPr wrap="square" rtlCol="0">
            <a:spAutoFit/>
          </a:bodyPr>
          <a:lstStyle/>
          <a:p>
            <a:pPr algn="ctr"/>
            <a:r>
              <a:rPr lang="en-US" altLang="zh-CN" b="1" dirty="0">
                <a:latin typeface="宋体" panose="02010600030101010101" pitchFamily="2" charset="-122"/>
                <a:ea typeface="宋体" panose="02010600030101010101" pitchFamily="2" charset="-122"/>
              </a:rPr>
              <a:t>…</a:t>
            </a:r>
            <a:endParaRPr lang="zh-CN" altLang="en-US" b="1" dirty="0">
              <a:latin typeface="宋体" panose="02010600030101010101" pitchFamily="2" charset="-122"/>
              <a:ea typeface="宋体" panose="02010600030101010101" pitchFamily="2" charset="-122"/>
            </a:endParaRPr>
          </a:p>
        </p:txBody>
      </p:sp>
      <p:sp>
        <p:nvSpPr>
          <p:cNvPr id="65" name="文本框 64">
            <a:extLst>
              <a:ext uri="{FF2B5EF4-FFF2-40B4-BE49-F238E27FC236}">
                <a16:creationId xmlns:a16="http://schemas.microsoft.com/office/drawing/2014/main" id="{BDE6D83F-24DD-4841-9582-8B5BA5D8309C}"/>
              </a:ext>
            </a:extLst>
          </p:cNvPr>
          <p:cNvSpPr txBox="1"/>
          <p:nvPr/>
        </p:nvSpPr>
        <p:spPr>
          <a:xfrm>
            <a:off x="8673617" y="4580560"/>
            <a:ext cx="969114" cy="369332"/>
          </a:xfrm>
          <a:prstGeom prst="rect">
            <a:avLst/>
          </a:prstGeom>
          <a:noFill/>
        </p:spPr>
        <p:txBody>
          <a:bodyPr wrap="square" rtlCol="0">
            <a:spAutoFit/>
          </a:bodyPr>
          <a:lstStyle/>
          <a:p>
            <a:pPr algn="ctr"/>
            <a:r>
              <a:rPr lang="zh-CN" altLang="en-US" b="1" dirty="0"/>
              <a:t>交换机</a:t>
            </a:r>
          </a:p>
        </p:txBody>
      </p:sp>
      <p:pic>
        <p:nvPicPr>
          <p:cNvPr id="81" name="图片 80" descr="图标&#10;&#10;描述已自动生成">
            <a:extLst>
              <a:ext uri="{FF2B5EF4-FFF2-40B4-BE49-F238E27FC236}">
                <a16:creationId xmlns:a16="http://schemas.microsoft.com/office/drawing/2014/main" id="{5295C722-8BD6-45A5-872C-A6D54798AB69}"/>
              </a:ext>
            </a:extLst>
          </p:cNvPr>
          <p:cNvPicPr>
            <a:picLocks noChangeAspect="1"/>
          </p:cNvPicPr>
          <p:nvPr/>
        </p:nvPicPr>
        <p:blipFill>
          <a:blip r:embed="rId5">
            <a:extLst>
              <a:ext uri="{28A0092B-C50C-407E-A947-70E740481C1C}">
                <a14:useLocalDpi xmlns:a14="http://schemas.microsoft.com/office/drawing/2010/main" val="0"/>
              </a:ext>
            </a:extLst>
          </a:blip>
          <a:stretch>
            <a:fillRect/>
          </a:stretch>
        </p:blipFill>
        <p:spPr>
          <a:xfrm>
            <a:off x="5844659" y="3101775"/>
            <a:ext cx="497392" cy="641082"/>
          </a:xfrm>
          <a:prstGeom prst="rect">
            <a:avLst/>
          </a:prstGeom>
        </p:spPr>
      </p:pic>
      <p:sp>
        <p:nvSpPr>
          <p:cNvPr id="75" name="文本框 74">
            <a:extLst>
              <a:ext uri="{FF2B5EF4-FFF2-40B4-BE49-F238E27FC236}">
                <a16:creationId xmlns:a16="http://schemas.microsoft.com/office/drawing/2014/main" id="{14713931-FF88-4175-8BF9-5AD9A0873FBA}"/>
              </a:ext>
            </a:extLst>
          </p:cNvPr>
          <p:cNvSpPr txBox="1"/>
          <p:nvPr/>
        </p:nvSpPr>
        <p:spPr>
          <a:xfrm>
            <a:off x="6342051" y="3185142"/>
            <a:ext cx="969114" cy="369332"/>
          </a:xfrm>
          <a:prstGeom prst="rect">
            <a:avLst/>
          </a:prstGeom>
          <a:noFill/>
        </p:spPr>
        <p:txBody>
          <a:bodyPr wrap="square" rtlCol="0">
            <a:spAutoFit/>
          </a:bodyPr>
          <a:lstStyle/>
          <a:p>
            <a:pPr algn="ctr"/>
            <a:r>
              <a:rPr lang="zh-CN" altLang="en-US" b="1" dirty="0"/>
              <a:t>交换机</a:t>
            </a:r>
          </a:p>
        </p:txBody>
      </p:sp>
      <p:sp>
        <p:nvSpPr>
          <p:cNvPr id="88" name="文本框 87">
            <a:extLst>
              <a:ext uri="{FF2B5EF4-FFF2-40B4-BE49-F238E27FC236}">
                <a16:creationId xmlns:a16="http://schemas.microsoft.com/office/drawing/2014/main" id="{A75760E8-6429-4603-A920-5D286A9F1A69}"/>
              </a:ext>
            </a:extLst>
          </p:cNvPr>
          <p:cNvSpPr txBox="1"/>
          <p:nvPr/>
        </p:nvSpPr>
        <p:spPr>
          <a:xfrm>
            <a:off x="7361855" y="4560558"/>
            <a:ext cx="486793" cy="369332"/>
          </a:xfrm>
          <a:prstGeom prst="rect">
            <a:avLst/>
          </a:prstGeom>
          <a:noFill/>
        </p:spPr>
        <p:txBody>
          <a:bodyPr wrap="square" rtlCol="0">
            <a:spAutoFit/>
          </a:bodyPr>
          <a:lstStyle/>
          <a:p>
            <a:pPr algn="ctr"/>
            <a:r>
              <a:rPr lang="en-US" altLang="zh-CN" b="1" dirty="0">
                <a:latin typeface="宋体" panose="02010600030101010101" pitchFamily="2" charset="-122"/>
                <a:ea typeface="宋体" panose="02010600030101010101" pitchFamily="2" charset="-122"/>
              </a:rPr>
              <a:t>…</a:t>
            </a:r>
            <a:endParaRPr lang="zh-CN" altLang="en-US" b="1" dirty="0">
              <a:latin typeface="宋体" panose="02010600030101010101" pitchFamily="2" charset="-122"/>
              <a:ea typeface="宋体" panose="02010600030101010101" pitchFamily="2" charset="-122"/>
            </a:endParaRPr>
          </a:p>
        </p:txBody>
      </p:sp>
      <p:sp>
        <p:nvSpPr>
          <p:cNvPr id="44" name="矩形 43">
            <a:extLst>
              <a:ext uri="{FF2B5EF4-FFF2-40B4-BE49-F238E27FC236}">
                <a16:creationId xmlns:a16="http://schemas.microsoft.com/office/drawing/2014/main" id="{475128E3-B4D0-4E84-A21E-08A63C42EB9D}"/>
              </a:ext>
            </a:extLst>
          </p:cNvPr>
          <p:cNvSpPr/>
          <p:nvPr/>
        </p:nvSpPr>
        <p:spPr>
          <a:xfrm>
            <a:off x="1502728" y="1850291"/>
            <a:ext cx="256976" cy="256976"/>
          </a:xfrm>
          <a:prstGeom prst="rect">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45" name="íşlïḍè">
            <a:extLst>
              <a:ext uri="{FF2B5EF4-FFF2-40B4-BE49-F238E27FC236}">
                <a16:creationId xmlns:a16="http://schemas.microsoft.com/office/drawing/2014/main" id="{250B96AC-4105-48C4-BBBF-017E46F14285}"/>
              </a:ext>
            </a:extLst>
          </p:cNvPr>
          <p:cNvSpPr txBox="1"/>
          <p:nvPr/>
        </p:nvSpPr>
        <p:spPr>
          <a:xfrm>
            <a:off x="1819957" y="1769657"/>
            <a:ext cx="10067244" cy="400111"/>
          </a:xfrm>
          <a:prstGeom prst="rect">
            <a:avLst/>
          </a:prstGeom>
          <a:noFill/>
        </p:spPr>
        <p:txBody>
          <a:bodyPr wrap="square" lIns="91440" tIns="45720" rIns="91440" bIns="45720" anchor="ctr">
            <a:noAutofit/>
          </a:bodyPr>
          <a:lstStyle/>
          <a:p>
            <a:r>
              <a:rPr lang="zh-CN" altLang="en-US" b="1" dirty="0">
                <a:solidFill>
                  <a:schemeClr val="accent1">
                    <a:lumMod val="75000"/>
                  </a:schemeClr>
                </a:solidFill>
                <a:latin typeface="Arial Narrow" panose="020B0606020202030204" pitchFamily="34" charset="0"/>
              </a:rPr>
              <a:t>广播风暴</a:t>
            </a:r>
            <a:endParaRPr lang="zh-CN" altLang="en-US" b="1" dirty="0">
              <a:latin typeface="Arial Narrow" panose="020B0606020202030204" pitchFamily="34" charset="0"/>
            </a:endParaRPr>
          </a:p>
        </p:txBody>
      </p:sp>
      <p:grpSp>
        <p:nvGrpSpPr>
          <p:cNvPr id="13" name="组合 12">
            <a:extLst>
              <a:ext uri="{FF2B5EF4-FFF2-40B4-BE49-F238E27FC236}">
                <a16:creationId xmlns:a16="http://schemas.microsoft.com/office/drawing/2014/main" id="{8FEBD7C4-59D9-433C-ABAE-4DB4F8ED6EB7}"/>
              </a:ext>
            </a:extLst>
          </p:cNvPr>
          <p:cNvGrpSpPr/>
          <p:nvPr/>
        </p:nvGrpSpPr>
        <p:grpSpPr>
          <a:xfrm>
            <a:off x="3015796" y="5719050"/>
            <a:ext cx="977717" cy="408507"/>
            <a:chOff x="3015796" y="5719050"/>
            <a:chExt cx="977717" cy="408507"/>
          </a:xfrm>
        </p:grpSpPr>
        <p:cxnSp>
          <p:nvCxnSpPr>
            <p:cNvPr id="12" name="直接箭头连接符 11">
              <a:extLst>
                <a:ext uri="{FF2B5EF4-FFF2-40B4-BE49-F238E27FC236}">
                  <a16:creationId xmlns:a16="http://schemas.microsoft.com/office/drawing/2014/main" id="{4C6DAFA7-D16B-4457-8057-BEEAF8A30596}"/>
                </a:ext>
              </a:extLst>
            </p:cNvPr>
            <p:cNvCxnSpPr/>
            <p:nvPr/>
          </p:nvCxnSpPr>
          <p:spPr>
            <a:xfrm>
              <a:off x="3199398" y="5719050"/>
              <a:ext cx="655784" cy="0"/>
            </a:xfrm>
            <a:prstGeom prst="straightConnector1">
              <a:avLst/>
            </a:prstGeom>
            <a:ln w="38100">
              <a:solidFill>
                <a:schemeClr val="tx1"/>
              </a:solidFill>
              <a:tailEnd type="triangle"/>
            </a:ln>
          </p:spPr>
          <p:style>
            <a:lnRef idx="1">
              <a:schemeClr val="accent1"/>
            </a:lnRef>
            <a:fillRef idx="0">
              <a:schemeClr val="accent1"/>
            </a:fillRef>
            <a:effectRef idx="0">
              <a:schemeClr val="accent1"/>
            </a:effectRef>
            <a:fontRef idx="minor">
              <a:schemeClr val="tx1"/>
            </a:fontRef>
          </p:style>
        </p:cxnSp>
        <p:sp>
          <p:nvSpPr>
            <p:cNvPr id="73" name="íşlïḍè">
              <a:extLst>
                <a:ext uri="{FF2B5EF4-FFF2-40B4-BE49-F238E27FC236}">
                  <a16:creationId xmlns:a16="http://schemas.microsoft.com/office/drawing/2014/main" id="{FACBE869-BB53-41B0-985D-8E92A8B34206}"/>
                </a:ext>
              </a:extLst>
            </p:cNvPr>
            <p:cNvSpPr txBox="1"/>
            <p:nvPr/>
          </p:nvSpPr>
          <p:spPr>
            <a:xfrm>
              <a:off x="3015796" y="5727446"/>
              <a:ext cx="977717" cy="400111"/>
            </a:xfrm>
            <a:prstGeom prst="rect">
              <a:avLst/>
            </a:prstGeom>
            <a:noFill/>
          </p:spPr>
          <p:txBody>
            <a:bodyPr wrap="square" lIns="91440" tIns="45720" rIns="91440" bIns="45720" anchor="ctr">
              <a:noAutofit/>
            </a:bodyPr>
            <a:lstStyle/>
            <a:p>
              <a:pPr algn="ctr"/>
              <a:r>
                <a:rPr lang="zh-CN" altLang="en-US" b="1" dirty="0">
                  <a:latin typeface="Arial Narrow" panose="020B0606020202030204" pitchFamily="34" charset="0"/>
                </a:rPr>
                <a:t>数据帧</a:t>
              </a:r>
            </a:p>
          </p:txBody>
        </p:sp>
      </p:grpSp>
      <p:grpSp>
        <p:nvGrpSpPr>
          <p:cNvPr id="20" name="组合 19">
            <a:extLst>
              <a:ext uri="{FF2B5EF4-FFF2-40B4-BE49-F238E27FC236}">
                <a16:creationId xmlns:a16="http://schemas.microsoft.com/office/drawing/2014/main" id="{58FB39C8-82C6-4263-A122-98A14F45281D}"/>
              </a:ext>
            </a:extLst>
          </p:cNvPr>
          <p:cNvGrpSpPr/>
          <p:nvPr/>
        </p:nvGrpSpPr>
        <p:grpSpPr>
          <a:xfrm>
            <a:off x="2773205" y="4238049"/>
            <a:ext cx="580132" cy="1207824"/>
            <a:chOff x="2773205" y="4238049"/>
            <a:chExt cx="580132" cy="1207824"/>
          </a:xfrm>
        </p:grpSpPr>
        <p:cxnSp>
          <p:nvCxnSpPr>
            <p:cNvPr id="76" name="直接箭头连接符 75">
              <a:extLst>
                <a:ext uri="{FF2B5EF4-FFF2-40B4-BE49-F238E27FC236}">
                  <a16:creationId xmlns:a16="http://schemas.microsoft.com/office/drawing/2014/main" id="{018CA68F-02A3-41FA-8C6C-D6D1768D5766}"/>
                </a:ext>
              </a:extLst>
            </p:cNvPr>
            <p:cNvCxnSpPr>
              <a:cxnSpLocks/>
            </p:cNvCxnSpPr>
            <p:nvPr/>
          </p:nvCxnSpPr>
          <p:spPr>
            <a:xfrm flipV="1">
              <a:off x="3001327" y="4768756"/>
              <a:ext cx="352010" cy="386589"/>
            </a:xfrm>
            <a:prstGeom prst="straightConnector1">
              <a:avLst/>
            </a:prstGeom>
            <a:ln w="38100">
              <a:solidFill>
                <a:schemeClr val="bg1"/>
              </a:solidFill>
              <a:tailEnd type="triangle"/>
            </a:ln>
          </p:spPr>
          <p:style>
            <a:lnRef idx="1">
              <a:schemeClr val="accent1"/>
            </a:lnRef>
            <a:fillRef idx="0">
              <a:schemeClr val="accent1"/>
            </a:fillRef>
            <a:effectRef idx="0">
              <a:schemeClr val="accent1"/>
            </a:effectRef>
            <a:fontRef idx="minor">
              <a:schemeClr val="tx1"/>
            </a:fontRef>
          </p:style>
        </p:cxnSp>
        <p:sp>
          <p:nvSpPr>
            <p:cNvPr id="79" name="íşlïḍè">
              <a:extLst>
                <a:ext uri="{FF2B5EF4-FFF2-40B4-BE49-F238E27FC236}">
                  <a16:creationId xmlns:a16="http://schemas.microsoft.com/office/drawing/2014/main" id="{1054C318-0E8F-4A0B-888F-47E4B0B427E0}"/>
                </a:ext>
              </a:extLst>
            </p:cNvPr>
            <p:cNvSpPr txBox="1"/>
            <p:nvPr/>
          </p:nvSpPr>
          <p:spPr>
            <a:xfrm rot="18802061">
              <a:off x="2369349" y="4641905"/>
              <a:ext cx="1207824" cy="400111"/>
            </a:xfrm>
            <a:prstGeom prst="rect">
              <a:avLst/>
            </a:prstGeom>
            <a:noFill/>
          </p:spPr>
          <p:txBody>
            <a:bodyPr wrap="square" lIns="91440" tIns="45720" rIns="91440" bIns="45720" anchor="ctr">
              <a:noAutofit/>
            </a:bodyPr>
            <a:lstStyle/>
            <a:p>
              <a:pPr algn="ctr"/>
              <a:r>
                <a:rPr lang="en-US" altLang="zh-CN" b="1" dirty="0">
                  <a:solidFill>
                    <a:schemeClr val="bg1"/>
                  </a:solidFill>
                  <a:latin typeface="Arial Narrow" panose="020B0606020202030204" pitchFamily="34" charset="0"/>
                </a:rPr>
                <a:t>ARP</a:t>
              </a:r>
              <a:r>
                <a:rPr lang="zh-CN" altLang="en-US" b="1" dirty="0">
                  <a:solidFill>
                    <a:schemeClr val="bg1"/>
                  </a:solidFill>
                  <a:latin typeface="Arial Narrow" panose="020B0606020202030204" pitchFamily="34" charset="0"/>
                </a:rPr>
                <a:t>广播</a:t>
              </a:r>
            </a:p>
          </p:txBody>
        </p:sp>
      </p:grpSp>
      <p:cxnSp>
        <p:nvCxnSpPr>
          <p:cNvPr id="82" name="直接箭头连接符 81">
            <a:extLst>
              <a:ext uri="{FF2B5EF4-FFF2-40B4-BE49-F238E27FC236}">
                <a16:creationId xmlns:a16="http://schemas.microsoft.com/office/drawing/2014/main" id="{16580665-8564-45A2-AD09-962BAD276D74}"/>
              </a:ext>
            </a:extLst>
          </p:cNvPr>
          <p:cNvCxnSpPr>
            <a:cxnSpLocks/>
          </p:cNvCxnSpPr>
          <p:nvPr/>
        </p:nvCxnSpPr>
        <p:spPr>
          <a:xfrm flipV="1">
            <a:off x="3805564" y="3448890"/>
            <a:ext cx="2003439" cy="1028953"/>
          </a:xfrm>
          <a:prstGeom prst="straightConnector1">
            <a:avLst/>
          </a:prstGeom>
          <a:ln w="38100">
            <a:solidFill>
              <a:schemeClr val="bg1"/>
            </a:solidFill>
            <a:tailEnd type="triangle"/>
          </a:ln>
        </p:spPr>
        <p:style>
          <a:lnRef idx="1">
            <a:schemeClr val="accent1"/>
          </a:lnRef>
          <a:fillRef idx="0">
            <a:schemeClr val="accent1"/>
          </a:fillRef>
          <a:effectRef idx="0">
            <a:schemeClr val="accent1"/>
          </a:effectRef>
          <a:fontRef idx="minor">
            <a:schemeClr val="tx1"/>
          </a:fontRef>
        </p:style>
      </p:cxnSp>
      <p:cxnSp>
        <p:nvCxnSpPr>
          <p:cNvPr id="83" name="直接箭头连接符 82">
            <a:extLst>
              <a:ext uri="{FF2B5EF4-FFF2-40B4-BE49-F238E27FC236}">
                <a16:creationId xmlns:a16="http://schemas.microsoft.com/office/drawing/2014/main" id="{698BFEE0-0C81-4A25-B7B6-0CE94983BB04}"/>
              </a:ext>
            </a:extLst>
          </p:cNvPr>
          <p:cNvCxnSpPr>
            <a:cxnSpLocks/>
          </p:cNvCxnSpPr>
          <p:nvPr/>
        </p:nvCxnSpPr>
        <p:spPr>
          <a:xfrm>
            <a:off x="3822377" y="5037328"/>
            <a:ext cx="289034" cy="344196"/>
          </a:xfrm>
          <a:prstGeom prst="straightConnector1">
            <a:avLst/>
          </a:prstGeom>
          <a:ln w="38100">
            <a:solidFill>
              <a:schemeClr val="bg1"/>
            </a:solidFill>
            <a:tailEnd type="triangle"/>
          </a:ln>
        </p:spPr>
        <p:style>
          <a:lnRef idx="1">
            <a:schemeClr val="accent1"/>
          </a:lnRef>
          <a:fillRef idx="0">
            <a:schemeClr val="accent1"/>
          </a:fillRef>
          <a:effectRef idx="0">
            <a:schemeClr val="accent1"/>
          </a:effectRef>
          <a:fontRef idx="minor">
            <a:schemeClr val="tx1"/>
          </a:fontRef>
        </p:style>
      </p:cxnSp>
      <p:cxnSp>
        <p:nvCxnSpPr>
          <p:cNvPr id="84" name="直接箭头连接符 83">
            <a:extLst>
              <a:ext uri="{FF2B5EF4-FFF2-40B4-BE49-F238E27FC236}">
                <a16:creationId xmlns:a16="http://schemas.microsoft.com/office/drawing/2014/main" id="{4EA87943-C815-4187-82D3-0BEFEA42F1D4}"/>
              </a:ext>
            </a:extLst>
          </p:cNvPr>
          <p:cNvCxnSpPr>
            <a:cxnSpLocks/>
          </p:cNvCxnSpPr>
          <p:nvPr/>
        </p:nvCxnSpPr>
        <p:spPr>
          <a:xfrm>
            <a:off x="6396155" y="3474767"/>
            <a:ext cx="1909979" cy="923872"/>
          </a:xfrm>
          <a:prstGeom prst="straightConnector1">
            <a:avLst/>
          </a:prstGeom>
          <a:ln w="38100">
            <a:solidFill>
              <a:schemeClr val="bg1"/>
            </a:solidFill>
            <a:tailEnd type="triangle"/>
          </a:ln>
        </p:spPr>
        <p:style>
          <a:lnRef idx="1">
            <a:schemeClr val="accent1"/>
          </a:lnRef>
          <a:fillRef idx="0">
            <a:schemeClr val="accent1"/>
          </a:fillRef>
          <a:effectRef idx="0">
            <a:schemeClr val="accent1"/>
          </a:effectRef>
          <a:fontRef idx="minor">
            <a:schemeClr val="tx1"/>
          </a:fontRef>
        </p:style>
      </p:cxnSp>
      <p:cxnSp>
        <p:nvCxnSpPr>
          <p:cNvPr id="85" name="直接箭头连接符 84">
            <a:extLst>
              <a:ext uri="{FF2B5EF4-FFF2-40B4-BE49-F238E27FC236}">
                <a16:creationId xmlns:a16="http://schemas.microsoft.com/office/drawing/2014/main" id="{84679A08-0E03-4FA6-BDFB-10A4135E6BC6}"/>
              </a:ext>
            </a:extLst>
          </p:cNvPr>
          <p:cNvCxnSpPr>
            <a:cxnSpLocks/>
          </p:cNvCxnSpPr>
          <p:nvPr/>
        </p:nvCxnSpPr>
        <p:spPr>
          <a:xfrm>
            <a:off x="5945813" y="3678761"/>
            <a:ext cx="0" cy="753804"/>
          </a:xfrm>
          <a:prstGeom prst="straightConnector1">
            <a:avLst/>
          </a:prstGeom>
          <a:ln w="38100">
            <a:solidFill>
              <a:schemeClr val="bg1"/>
            </a:solidFill>
            <a:tailEnd type="triangle"/>
          </a:ln>
        </p:spPr>
        <p:style>
          <a:lnRef idx="1">
            <a:schemeClr val="accent1"/>
          </a:lnRef>
          <a:fillRef idx="0">
            <a:schemeClr val="accent1"/>
          </a:fillRef>
          <a:effectRef idx="0">
            <a:schemeClr val="accent1"/>
          </a:effectRef>
          <a:fontRef idx="minor">
            <a:schemeClr val="tx1"/>
          </a:fontRef>
        </p:style>
      </p:cxnSp>
      <p:cxnSp>
        <p:nvCxnSpPr>
          <p:cNvPr id="86" name="直接箭头连接符 85">
            <a:extLst>
              <a:ext uri="{FF2B5EF4-FFF2-40B4-BE49-F238E27FC236}">
                <a16:creationId xmlns:a16="http://schemas.microsoft.com/office/drawing/2014/main" id="{3D1ABD84-523F-4DE1-8EB5-68B738B8A947}"/>
              </a:ext>
            </a:extLst>
          </p:cNvPr>
          <p:cNvCxnSpPr>
            <a:cxnSpLocks/>
          </p:cNvCxnSpPr>
          <p:nvPr/>
        </p:nvCxnSpPr>
        <p:spPr>
          <a:xfrm flipH="1">
            <a:off x="5453594" y="4809347"/>
            <a:ext cx="330491" cy="360340"/>
          </a:xfrm>
          <a:prstGeom prst="straightConnector1">
            <a:avLst/>
          </a:prstGeom>
          <a:ln w="38100">
            <a:solidFill>
              <a:schemeClr val="bg1"/>
            </a:solidFill>
            <a:tailEnd type="triangle"/>
          </a:ln>
        </p:spPr>
        <p:style>
          <a:lnRef idx="1">
            <a:schemeClr val="accent1"/>
          </a:lnRef>
          <a:fillRef idx="0">
            <a:schemeClr val="accent1"/>
          </a:fillRef>
          <a:effectRef idx="0">
            <a:schemeClr val="accent1"/>
          </a:effectRef>
          <a:fontRef idx="minor">
            <a:schemeClr val="tx1"/>
          </a:fontRef>
        </p:style>
      </p:cxnSp>
      <p:cxnSp>
        <p:nvCxnSpPr>
          <p:cNvPr id="90" name="直接箭头连接符 89">
            <a:extLst>
              <a:ext uri="{FF2B5EF4-FFF2-40B4-BE49-F238E27FC236}">
                <a16:creationId xmlns:a16="http://schemas.microsoft.com/office/drawing/2014/main" id="{8C9E50FD-A0CC-45BA-8AE3-6565744B2670}"/>
              </a:ext>
            </a:extLst>
          </p:cNvPr>
          <p:cNvCxnSpPr>
            <a:cxnSpLocks/>
          </p:cNvCxnSpPr>
          <p:nvPr/>
        </p:nvCxnSpPr>
        <p:spPr>
          <a:xfrm>
            <a:off x="6282962" y="5012254"/>
            <a:ext cx="289034" cy="344196"/>
          </a:xfrm>
          <a:prstGeom prst="straightConnector1">
            <a:avLst/>
          </a:prstGeom>
          <a:ln w="38100">
            <a:solidFill>
              <a:schemeClr val="bg1"/>
            </a:solidFill>
            <a:tailEnd type="triangle"/>
          </a:ln>
        </p:spPr>
        <p:style>
          <a:lnRef idx="1">
            <a:schemeClr val="accent1"/>
          </a:lnRef>
          <a:fillRef idx="0">
            <a:schemeClr val="accent1"/>
          </a:fillRef>
          <a:effectRef idx="0">
            <a:schemeClr val="accent1"/>
          </a:effectRef>
          <a:fontRef idx="minor">
            <a:schemeClr val="tx1"/>
          </a:fontRef>
        </p:style>
      </p:cxnSp>
      <p:cxnSp>
        <p:nvCxnSpPr>
          <p:cNvPr id="91" name="直接箭头连接符 90">
            <a:extLst>
              <a:ext uri="{FF2B5EF4-FFF2-40B4-BE49-F238E27FC236}">
                <a16:creationId xmlns:a16="http://schemas.microsoft.com/office/drawing/2014/main" id="{C48291A6-7E98-4AE3-9CB6-8DC0D7B104F7}"/>
              </a:ext>
            </a:extLst>
          </p:cNvPr>
          <p:cNvCxnSpPr>
            <a:cxnSpLocks/>
          </p:cNvCxnSpPr>
          <p:nvPr/>
        </p:nvCxnSpPr>
        <p:spPr>
          <a:xfrm flipH="1">
            <a:off x="7907567" y="4850344"/>
            <a:ext cx="330491" cy="360340"/>
          </a:xfrm>
          <a:prstGeom prst="straightConnector1">
            <a:avLst/>
          </a:prstGeom>
          <a:ln w="38100">
            <a:solidFill>
              <a:schemeClr val="bg1"/>
            </a:solidFill>
            <a:tailEnd type="triangle"/>
          </a:ln>
        </p:spPr>
        <p:style>
          <a:lnRef idx="1">
            <a:schemeClr val="accent1"/>
          </a:lnRef>
          <a:fillRef idx="0">
            <a:schemeClr val="accent1"/>
          </a:fillRef>
          <a:effectRef idx="0">
            <a:schemeClr val="accent1"/>
          </a:effectRef>
          <a:fontRef idx="minor">
            <a:schemeClr val="tx1"/>
          </a:fontRef>
        </p:style>
      </p:cxnSp>
      <p:cxnSp>
        <p:nvCxnSpPr>
          <p:cNvPr id="92" name="直接箭头连接符 91">
            <a:extLst>
              <a:ext uri="{FF2B5EF4-FFF2-40B4-BE49-F238E27FC236}">
                <a16:creationId xmlns:a16="http://schemas.microsoft.com/office/drawing/2014/main" id="{159346D1-EA3D-4F64-99F1-DBF494290CA6}"/>
              </a:ext>
            </a:extLst>
          </p:cNvPr>
          <p:cNvCxnSpPr>
            <a:cxnSpLocks/>
          </p:cNvCxnSpPr>
          <p:nvPr/>
        </p:nvCxnSpPr>
        <p:spPr>
          <a:xfrm>
            <a:off x="8728529" y="5019239"/>
            <a:ext cx="289034" cy="344196"/>
          </a:xfrm>
          <a:prstGeom prst="straightConnector1">
            <a:avLst/>
          </a:prstGeom>
          <a:ln w="38100">
            <a:solidFill>
              <a:schemeClr val="bg1"/>
            </a:solidFill>
            <a:tailEnd type="triangle"/>
          </a:ln>
        </p:spPr>
        <p:style>
          <a:lnRef idx="1">
            <a:schemeClr val="accent1"/>
          </a:lnRef>
          <a:fillRef idx="0">
            <a:schemeClr val="accent1"/>
          </a:fillRef>
          <a:effectRef idx="0">
            <a:schemeClr val="accent1"/>
          </a:effectRef>
          <a:fontRef idx="minor">
            <a:schemeClr val="tx1"/>
          </a:fontRef>
        </p:style>
      </p:cxnSp>
      <p:sp>
        <p:nvSpPr>
          <p:cNvPr id="93" name="矩形 92">
            <a:extLst>
              <a:ext uri="{FF2B5EF4-FFF2-40B4-BE49-F238E27FC236}">
                <a16:creationId xmlns:a16="http://schemas.microsoft.com/office/drawing/2014/main" id="{F48821C1-8845-45D2-9945-DC15C94927B1}"/>
              </a:ext>
            </a:extLst>
          </p:cNvPr>
          <p:cNvSpPr/>
          <p:nvPr/>
        </p:nvSpPr>
        <p:spPr>
          <a:xfrm>
            <a:off x="1502728" y="2336974"/>
            <a:ext cx="256976" cy="256976"/>
          </a:xfrm>
          <a:prstGeom prst="rect">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94" name="íşlïḍè">
            <a:extLst>
              <a:ext uri="{FF2B5EF4-FFF2-40B4-BE49-F238E27FC236}">
                <a16:creationId xmlns:a16="http://schemas.microsoft.com/office/drawing/2014/main" id="{2526EF28-9A03-43C3-9496-7735B9A5723D}"/>
              </a:ext>
            </a:extLst>
          </p:cNvPr>
          <p:cNvSpPr txBox="1"/>
          <p:nvPr/>
        </p:nvSpPr>
        <p:spPr>
          <a:xfrm>
            <a:off x="1819957" y="2256340"/>
            <a:ext cx="10067244" cy="400111"/>
          </a:xfrm>
          <a:prstGeom prst="rect">
            <a:avLst/>
          </a:prstGeom>
          <a:noFill/>
        </p:spPr>
        <p:txBody>
          <a:bodyPr wrap="square" lIns="91440" tIns="45720" rIns="91440" bIns="45720" anchor="ctr">
            <a:noAutofit/>
          </a:bodyPr>
          <a:lstStyle/>
          <a:p>
            <a:r>
              <a:rPr lang="zh-CN" altLang="en-US" b="1" dirty="0">
                <a:latin typeface="Arial Narrow" panose="020B0606020202030204" pitchFamily="34" charset="0"/>
              </a:rPr>
              <a:t>难以管理和维护，带来潜在的安全问题。</a:t>
            </a:r>
          </a:p>
        </p:txBody>
      </p:sp>
      <p:sp>
        <p:nvSpPr>
          <p:cNvPr id="6" name="矩形 5">
            <a:extLst>
              <a:ext uri="{FF2B5EF4-FFF2-40B4-BE49-F238E27FC236}">
                <a16:creationId xmlns:a16="http://schemas.microsoft.com/office/drawing/2014/main" id="{7B808091-E9DB-48DF-8FEE-E4B8F1669371}"/>
              </a:ext>
            </a:extLst>
          </p:cNvPr>
          <p:cNvSpPr/>
          <p:nvPr/>
        </p:nvSpPr>
        <p:spPr>
          <a:xfrm>
            <a:off x="2973261" y="1783112"/>
            <a:ext cx="4837252" cy="397329"/>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zh-CN" altLang="en-US" b="1" dirty="0"/>
              <a:t>广播风暴会浪费网络资源和各主机的</a:t>
            </a:r>
            <a:r>
              <a:rPr lang="en-US" altLang="zh-CN" b="1" dirty="0"/>
              <a:t>CPU</a:t>
            </a:r>
            <a:r>
              <a:rPr lang="zh-CN" altLang="en-US" b="1" dirty="0"/>
              <a:t>资源</a:t>
            </a:r>
          </a:p>
        </p:txBody>
      </p:sp>
    </p:spTree>
    <p:custDataLst>
      <p:tags r:id="rId1"/>
    </p:custDataLst>
    <p:extLst>
      <p:ext uri="{BB962C8B-B14F-4D97-AF65-F5344CB8AC3E}">
        <p14:creationId xmlns:p14="http://schemas.microsoft.com/office/powerpoint/2010/main" val="1969987431"/>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2" presetClass="entr" presetSubtype="8" fill="hold" nodeType="withEffect">
                                  <p:stCondLst>
                                    <p:cond delay="0"/>
                                  </p:stCondLst>
                                  <p:childTnLst>
                                    <p:set>
                                      <p:cBhvr>
                                        <p:cTn id="6" dur="1" fill="hold">
                                          <p:stCondLst>
                                            <p:cond delay="0"/>
                                          </p:stCondLst>
                                        </p:cTn>
                                        <p:tgtEl>
                                          <p:spTgt spid="13"/>
                                        </p:tgtEl>
                                        <p:attrNameLst>
                                          <p:attrName>style.visibility</p:attrName>
                                        </p:attrNameLst>
                                      </p:cBhvr>
                                      <p:to>
                                        <p:strVal val="visible"/>
                                      </p:to>
                                    </p:set>
                                    <p:anim calcmode="lin" valueType="num">
                                      <p:cBhvr additive="base">
                                        <p:cTn id="7" dur="500"/>
                                        <p:tgtEl>
                                          <p:spTgt spid="13"/>
                                        </p:tgtEl>
                                        <p:attrNameLst>
                                          <p:attrName>ppt_x</p:attrName>
                                        </p:attrNameLst>
                                      </p:cBhvr>
                                      <p:tavLst>
                                        <p:tav tm="0">
                                          <p:val>
                                            <p:strVal val="#ppt_x-#ppt_w*1.125000"/>
                                          </p:val>
                                        </p:tav>
                                        <p:tav tm="100000">
                                          <p:val>
                                            <p:strVal val="#ppt_x"/>
                                          </p:val>
                                        </p:tav>
                                      </p:tavLst>
                                    </p:anim>
                                    <p:animEffect transition="in" filter="wipe(right)">
                                      <p:cBhvr>
                                        <p:cTn id="8" dur="500"/>
                                        <p:tgtEl>
                                          <p:spTgt spid="13"/>
                                        </p:tgtEl>
                                      </p:cBhvr>
                                    </p:animEffect>
                                  </p:childTnLst>
                                </p:cTn>
                              </p:par>
                            </p:childTnLst>
                          </p:cTn>
                        </p:par>
                      </p:childTnLst>
                    </p:cTn>
                  </p:par>
                  <p:par>
                    <p:cTn id="9" fill="hold">
                      <p:stCondLst>
                        <p:cond delay="indefinite"/>
                      </p:stCondLst>
                      <p:childTnLst>
                        <p:par>
                          <p:cTn id="10" fill="hold">
                            <p:stCondLst>
                              <p:cond delay="0"/>
                            </p:stCondLst>
                            <p:childTnLst>
                              <p:par>
                                <p:cTn id="11" presetID="22" presetClass="entr" presetSubtype="4" fill="hold" nodeType="clickEffect">
                                  <p:stCondLst>
                                    <p:cond delay="0"/>
                                  </p:stCondLst>
                                  <p:childTnLst>
                                    <p:set>
                                      <p:cBhvr>
                                        <p:cTn id="12" dur="1" fill="hold">
                                          <p:stCondLst>
                                            <p:cond delay="0"/>
                                          </p:stCondLst>
                                        </p:cTn>
                                        <p:tgtEl>
                                          <p:spTgt spid="20"/>
                                        </p:tgtEl>
                                        <p:attrNameLst>
                                          <p:attrName>style.visibility</p:attrName>
                                        </p:attrNameLst>
                                      </p:cBhvr>
                                      <p:to>
                                        <p:strVal val="visible"/>
                                      </p:to>
                                    </p:set>
                                    <p:animEffect transition="in" filter="wipe(down)">
                                      <p:cBhvr>
                                        <p:cTn id="13" dur="500"/>
                                        <p:tgtEl>
                                          <p:spTgt spid="20"/>
                                        </p:tgtEl>
                                      </p:cBhvr>
                                    </p:animEffect>
                                  </p:childTnLst>
                                </p:cTn>
                              </p:par>
                            </p:childTnLst>
                          </p:cTn>
                        </p:par>
                      </p:childTnLst>
                    </p:cTn>
                  </p:par>
                  <p:par>
                    <p:cTn id="14" fill="hold">
                      <p:stCondLst>
                        <p:cond delay="indefinite"/>
                      </p:stCondLst>
                      <p:childTnLst>
                        <p:par>
                          <p:cTn id="15" fill="hold">
                            <p:stCondLst>
                              <p:cond delay="0"/>
                            </p:stCondLst>
                            <p:childTnLst>
                              <p:par>
                                <p:cTn id="16" presetID="22" presetClass="entr" presetSubtype="1" fill="hold" nodeType="clickEffect">
                                  <p:stCondLst>
                                    <p:cond delay="0"/>
                                  </p:stCondLst>
                                  <p:childTnLst>
                                    <p:set>
                                      <p:cBhvr>
                                        <p:cTn id="17" dur="1" fill="hold">
                                          <p:stCondLst>
                                            <p:cond delay="0"/>
                                          </p:stCondLst>
                                        </p:cTn>
                                        <p:tgtEl>
                                          <p:spTgt spid="83"/>
                                        </p:tgtEl>
                                        <p:attrNameLst>
                                          <p:attrName>style.visibility</p:attrName>
                                        </p:attrNameLst>
                                      </p:cBhvr>
                                      <p:to>
                                        <p:strVal val="visible"/>
                                      </p:to>
                                    </p:set>
                                    <p:animEffect transition="in" filter="wipe(up)">
                                      <p:cBhvr>
                                        <p:cTn id="18" dur="500"/>
                                        <p:tgtEl>
                                          <p:spTgt spid="83"/>
                                        </p:tgtEl>
                                      </p:cBhvr>
                                    </p:animEffect>
                                  </p:childTnLst>
                                </p:cTn>
                              </p:par>
                              <p:par>
                                <p:cTn id="19" presetID="22" presetClass="entr" presetSubtype="4" fill="hold" nodeType="withEffect">
                                  <p:stCondLst>
                                    <p:cond delay="0"/>
                                  </p:stCondLst>
                                  <p:childTnLst>
                                    <p:set>
                                      <p:cBhvr>
                                        <p:cTn id="20" dur="1" fill="hold">
                                          <p:stCondLst>
                                            <p:cond delay="0"/>
                                          </p:stCondLst>
                                        </p:cTn>
                                        <p:tgtEl>
                                          <p:spTgt spid="82"/>
                                        </p:tgtEl>
                                        <p:attrNameLst>
                                          <p:attrName>style.visibility</p:attrName>
                                        </p:attrNameLst>
                                      </p:cBhvr>
                                      <p:to>
                                        <p:strVal val="visible"/>
                                      </p:to>
                                    </p:set>
                                    <p:animEffect transition="in" filter="wipe(down)">
                                      <p:cBhvr>
                                        <p:cTn id="21" dur="500"/>
                                        <p:tgtEl>
                                          <p:spTgt spid="82"/>
                                        </p:tgtEl>
                                      </p:cBhvr>
                                    </p:animEffect>
                                  </p:childTnLst>
                                </p:cTn>
                              </p:par>
                            </p:childTnLst>
                          </p:cTn>
                        </p:par>
                        <p:par>
                          <p:cTn id="22" fill="hold">
                            <p:stCondLst>
                              <p:cond delay="500"/>
                            </p:stCondLst>
                            <p:childTnLst>
                              <p:par>
                                <p:cTn id="23" presetID="22" presetClass="entr" presetSubtype="1" fill="hold" nodeType="afterEffect">
                                  <p:stCondLst>
                                    <p:cond delay="0"/>
                                  </p:stCondLst>
                                  <p:childTnLst>
                                    <p:set>
                                      <p:cBhvr>
                                        <p:cTn id="24" dur="1" fill="hold">
                                          <p:stCondLst>
                                            <p:cond delay="0"/>
                                          </p:stCondLst>
                                        </p:cTn>
                                        <p:tgtEl>
                                          <p:spTgt spid="85"/>
                                        </p:tgtEl>
                                        <p:attrNameLst>
                                          <p:attrName>style.visibility</p:attrName>
                                        </p:attrNameLst>
                                      </p:cBhvr>
                                      <p:to>
                                        <p:strVal val="visible"/>
                                      </p:to>
                                    </p:set>
                                    <p:animEffect transition="in" filter="wipe(up)">
                                      <p:cBhvr>
                                        <p:cTn id="25" dur="500"/>
                                        <p:tgtEl>
                                          <p:spTgt spid="85"/>
                                        </p:tgtEl>
                                      </p:cBhvr>
                                    </p:animEffect>
                                  </p:childTnLst>
                                </p:cTn>
                              </p:par>
                              <p:par>
                                <p:cTn id="26" presetID="22" presetClass="entr" presetSubtype="1" fill="hold" nodeType="withEffect">
                                  <p:stCondLst>
                                    <p:cond delay="0"/>
                                  </p:stCondLst>
                                  <p:childTnLst>
                                    <p:set>
                                      <p:cBhvr>
                                        <p:cTn id="27" dur="1" fill="hold">
                                          <p:stCondLst>
                                            <p:cond delay="0"/>
                                          </p:stCondLst>
                                        </p:cTn>
                                        <p:tgtEl>
                                          <p:spTgt spid="84"/>
                                        </p:tgtEl>
                                        <p:attrNameLst>
                                          <p:attrName>style.visibility</p:attrName>
                                        </p:attrNameLst>
                                      </p:cBhvr>
                                      <p:to>
                                        <p:strVal val="visible"/>
                                      </p:to>
                                    </p:set>
                                    <p:animEffect transition="in" filter="wipe(up)">
                                      <p:cBhvr>
                                        <p:cTn id="28" dur="500"/>
                                        <p:tgtEl>
                                          <p:spTgt spid="84"/>
                                        </p:tgtEl>
                                      </p:cBhvr>
                                    </p:animEffect>
                                  </p:childTnLst>
                                </p:cTn>
                              </p:par>
                            </p:childTnLst>
                          </p:cTn>
                        </p:par>
                        <p:par>
                          <p:cTn id="29" fill="hold">
                            <p:stCondLst>
                              <p:cond delay="1000"/>
                            </p:stCondLst>
                            <p:childTnLst>
                              <p:par>
                                <p:cTn id="30" presetID="22" presetClass="entr" presetSubtype="1" fill="hold" nodeType="afterEffect">
                                  <p:stCondLst>
                                    <p:cond delay="0"/>
                                  </p:stCondLst>
                                  <p:childTnLst>
                                    <p:set>
                                      <p:cBhvr>
                                        <p:cTn id="31" dur="1" fill="hold">
                                          <p:stCondLst>
                                            <p:cond delay="0"/>
                                          </p:stCondLst>
                                        </p:cTn>
                                        <p:tgtEl>
                                          <p:spTgt spid="86"/>
                                        </p:tgtEl>
                                        <p:attrNameLst>
                                          <p:attrName>style.visibility</p:attrName>
                                        </p:attrNameLst>
                                      </p:cBhvr>
                                      <p:to>
                                        <p:strVal val="visible"/>
                                      </p:to>
                                    </p:set>
                                    <p:animEffect transition="in" filter="wipe(up)">
                                      <p:cBhvr>
                                        <p:cTn id="32" dur="500"/>
                                        <p:tgtEl>
                                          <p:spTgt spid="86"/>
                                        </p:tgtEl>
                                      </p:cBhvr>
                                    </p:animEffect>
                                  </p:childTnLst>
                                </p:cTn>
                              </p:par>
                              <p:par>
                                <p:cTn id="33" presetID="22" presetClass="entr" presetSubtype="1" fill="hold" nodeType="withEffect">
                                  <p:stCondLst>
                                    <p:cond delay="0"/>
                                  </p:stCondLst>
                                  <p:childTnLst>
                                    <p:set>
                                      <p:cBhvr>
                                        <p:cTn id="34" dur="1" fill="hold">
                                          <p:stCondLst>
                                            <p:cond delay="0"/>
                                          </p:stCondLst>
                                        </p:cTn>
                                        <p:tgtEl>
                                          <p:spTgt spid="90"/>
                                        </p:tgtEl>
                                        <p:attrNameLst>
                                          <p:attrName>style.visibility</p:attrName>
                                        </p:attrNameLst>
                                      </p:cBhvr>
                                      <p:to>
                                        <p:strVal val="visible"/>
                                      </p:to>
                                    </p:set>
                                    <p:animEffect transition="in" filter="wipe(up)">
                                      <p:cBhvr>
                                        <p:cTn id="35" dur="500"/>
                                        <p:tgtEl>
                                          <p:spTgt spid="90"/>
                                        </p:tgtEl>
                                      </p:cBhvr>
                                    </p:animEffect>
                                  </p:childTnLst>
                                </p:cTn>
                              </p:par>
                              <p:par>
                                <p:cTn id="36" presetID="22" presetClass="entr" presetSubtype="1" fill="hold" nodeType="withEffect">
                                  <p:stCondLst>
                                    <p:cond delay="0"/>
                                  </p:stCondLst>
                                  <p:childTnLst>
                                    <p:set>
                                      <p:cBhvr>
                                        <p:cTn id="37" dur="1" fill="hold">
                                          <p:stCondLst>
                                            <p:cond delay="0"/>
                                          </p:stCondLst>
                                        </p:cTn>
                                        <p:tgtEl>
                                          <p:spTgt spid="91"/>
                                        </p:tgtEl>
                                        <p:attrNameLst>
                                          <p:attrName>style.visibility</p:attrName>
                                        </p:attrNameLst>
                                      </p:cBhvr>
                                      <p:to>
                                        <p:strVal val="visible"/>
                                      </p:to>
                                    </p:set>
                                    <p:animEffect transition="in" filter="wipe(up)">
                                      <p:cBhvr>
                                        <p:cTn id="38" dur="500"/>
                                        <p:tgtEl>
                                          <p:spTgt spid="91"/>
                                        </p:tgtEl>
                                      </p:cBhvr>
                                    </p:animEffect>
                                  </p:childTnLst>
                                </p:cTn>
                              </p:par>
                              <p:par>
                                <p:cTn id="39" presetID="22" presetClass="entr" presetSubtype="1" fill="hold" nodeType="withEffect">
                                  <p:stCondLst>
                                    <p:cond delay="0"/>
                                  </p:stCondLst>
                                  <p:childTnLst>
                                    <p:set>
                                      <p:cBhvr>
                                        <p:cTn id="40" dur="1" fill="hold">
                                          <p:stCondLst>
                                            <p:cond delay="0"/>
                                          </p:stCondLst>
                                        </p:cTn>
                                        <p:tgtEl>
                                          <p:spTgt spid="92"/>
                                        </p:tgtEl>
                                        <p:attrNameLst>
                                          <p:attrName>style.visibility</p:attrName>
                                        </p:attrNameLst>
                                      </p:cBhvr>
                                      <p:to>
                                        <p:strVal val="visible"/>
                                      </p:to>
                                    </p:set>
                                    <p:animEffect transition="in" filter="wipe(up)">
                                      <p:cBhvr>
                                        <p:cTn id="41" dur="500"/>
                                        <p:tgtEl>
                                          <p:spTgt spid="92"/>
                                        </p:tgtEl>
                                      </p:cBhvr>
                                    </p:animEffect>
                                  </p:childTnLst>
                                </p:cTn>
                              </p:par>
                            </p:childTnLst>
                          </p:cTn>
                        </p:par>
                      </p:childTnLst>
                    </p:cTn>
                  </p:par>
                  <p:par>
                    <p:cTn id="42" fill="hold">
                      <p:stCondLst>
                        <p:cond delay="indefinite"/>
                      </p:stCondLst>
                      <p:childTnLst>
                        <p:par>
                          <p:cTn id="43" fill="hold">
                            <p:stCondLst>
                              <p:cond delay="0"/>
                            </p:stCondLst>
                            <p:childTnLst>
                              <p:par>
                                <p:cTn id="44" presetID="12" presetClass="entr" presetSubtype="8" fill="hold" grpId="0" nodeType="clickEffect">
                                  <p:stCondLst>
                                    <p:cond delay="0"/>
                                  </p:stCondLst>
                                  <p:childTnLst>
                                    <p:set>
                                      <p:cBhvr>
                                        <p:cTn id="45" dur="1" fill="hold">
                                          <p:stCondLst>
                                            <p:cond delay="0"/>
                                          </p:stCondLst>
                                        </p:cTn>
                                        <p:tgtEl>
                                          <p:spTgt spid="6"/>
                                        </p:tgtEl>
                                        <p:attrNameLst>
                                          <p:attrName>style.visibility</p:attrName>
                                        </p:attrNameLst>
                                      </p:cBhvr>
                                      <p:to>
                                        <p:strVal val="visible"/>
                                      </p:to>
                                    </p:set>
                                    <p:anim calcmode="lin" valueType="num">
                                      <p:cBhvr additive="base">
                                        <p:cTn id="46" dur="500"/>
                                        <p:tgtEl>
                                          <p:spTgt spid="6"/>
                                        </p:tgtEl>
                                        <p:attrNameLst>
                                          <p:attrName>ppt_x</p:attrName>
                                        </p:attrNameLst>
                                      </p:cBhvr>
                                      <p:tavLst>
                                        <p:tav tm="0">
                                          <p:val>
                                            <p:strVal val="#ppt_x-#ppt_w*1.125000"/>
                                          </p:val>
                                        </p:tav>
                                        <p:tav tm="100000">
                                          <p:val>
                                            <p:strVal val="#ppt_x"/>
                                          </p:val>
                                        </p:tav>
                                      </p:tavLst>
                                    </p:anim>
                                    <p:animEffect transition="in" filter="wipe(right)">
                                      <p:cBhvr>
                                        <p:cTn id="47" dur="500"/>
                                        <p:tgtEl>
                                          <p:spTgt spid="6"/>
                                        </p:tgtEl>
                                      </p:cBhvr>
                                    </p:animEffect>
                                  </p:childTnLst>
                                </p:cTn>
                              </p:par>
                            </p:childTnLst>
                          </p:cTn>
                        </p:par>
                      </p:childTnLst>
                    </p:cTn>
                  </p:par>
                  <p:par>
                    <p:cTn id="48" fill="hold">
                      <p:stCondLst>
                        <p:cond delay="indefinite"/>
                      </p:stCondLst>
                      <p:childTnLst>
                        <p:par>
                          <p:cTn id="49" fill="hold">
                            <p:stCondLst>
                              <p:cond delay="0"/>
                            </p:stCondLst>
                            <p:childTnLst>
                              <p:par>
                                <p:cTn id="50" presetID="49" presetClass="entr" presetSubtype="0" decel="100000" fill="hold" grpId="0" nodeType="clickEffect">
                                  <p:stCondLst>
                                    <p:cond delay="0"/>
                                  </p:stCondLst>
                                  <p:childTnLst>
                                    <p:set>
                                      <p:cBhvr>
                                        <p:cTn id="51" dur="1" fill="hold">
                                          <p:stCondLst>
                                            <p:cond delay="0"/>
                                          </p:stCondLst>
                                        </p:cTn>
                                        <p:tgtEl>
                                          <p:spTgt spid="93"/>
                                        </p:tgtEl>
                                        <p:attrNameLst>
                                          <p:attrName>style.visibility</p:attrName>
                                        </p:attrNameLst>
                                      </p:cBhvr>
                                      <p:to>
                                        <p:strVal val="visible"/>
                                      </p:to>
                                    </p:set>
                                    <p:anim calcmode="lin" valueType="num">
                                      <p:cBhvr>
                                        <p:cTn id="52" dur="500" fill="hold"/>
                                        <p:tgtEl>
                                          <p:spTgt spid="93"/>
                                        </p:tgtEl>
                                        <p:attrNameLst>
                                          <p:attrName>ppt_w</p:attrName>
                                        </p:attrNameLst>
                                      </p:cBhvr>
                                      <p:tavLst>
                                        <p:tav tm="0">
                                          <p:val>
                                            <p:fltVal val="0"/>
                                          </p:val>
                                        </p:tav>
                                        <p:tav tm="100000">
                                          <p:val>
                                            <p:strVal val="#ppt_w"/>
                                          </p:val>
                                        </p:tav>
                                      </p:tavLst>
                                    </p:anim>
                                    <p:anim calcmode="lin" valueType="num">
                                      <p:cBhvr>
                                        <p:cTn id="53" dur="500" fill="hold"/>
                                        <p:tgtEl>
                                          <p:spTgt spid="93"/>
                                        </p:tgtEl>
                                        <p:attrNameLst>
                                          <p:attrName>ppt_h</p:attrName>
                                        </p:attrNameLst>
                                      </p:cBhvr>
                                      <p:tavLst>
                                        <p:tav tm="0">
                                          <p:val>
                                            <p:fltVal val="0"/>
                                          </p:val>
                                        </p:tav>
                                        <p:tav tm="100000">
                                          <p:val>
                                            <p:strVal val="#ppt_h"/>
                                          </p:val>
                                        </p:tav>
                                      </p:tavLst>
                                    </p:anim>
                                    <p:anim calcmode="lin" valueType="num">
                                      <p:cBhvr>
                                        <p:cTn id="54" dur="500" fill="hold"/>
                                        <p:tgtEl>
                                          <p:spTgt spid="93"/>
                                        </p:tgtEl>
                                        <p:attrNameLst>
                                          <p:attrName>style.rotation</p:attrName>
                                        </p:attrNameLst>
                                      </p:cBhvr>
                                      <p:tavLst>
                                        <p:tav tm="0">
                                          <p:val>
                                            <p:fltVal val="360"/>
                                          </p:val>
                                        </p:tav>
                                        <p:tav tm="100000">
                                          <p:val>
                                            <p:fltVal val="0"/>
                                          </p:val>
                                        </p:tav>
                                      </p:tavLst>
                                    </p:anim>
                                    <p:animEffect transition="in" filter="fade">
                                      <p:cBhvr>
                                        <p:cTn id="55" dur="500"/>
                                        <p:tgtEl>
                                          <p:spTgt spid="93"/>
                                        </p:tgtEl>
                                      </p:cBhvr>
                                    </p:animEffect>
                                  </p:childTnLst>
                                </p:cTn>
                              </p:par>
                            </p:childTnLst>
                          </p:cTn>
                        </p:par>
                        <p:par>
                          <p:cTn id="56" fill="hold">
                            <p:stCondLst>
                              <p:cond delay="500"/>
                            </p:stCondLst>
                            <p:childTnLst>
                              <p:par>
                                <p:cTn id="57" presetID="1" presetClass="entr" presetSubtype="0" fill="hold" grpId="0" nodeType="afterEffect">
                                  <p:stCondLst>
                                    <p:cond delay="0"/>
                                  </p:stCondLst>
                                  <p:iterate type="lt">
                                    <p:tmAbs val="100"/>
                                  </p:iterate>
                                  <p:childTnLst>
                                    <p:set>
                                      <p:cBhvr>
                                        <p:cTn id="58" dur="1" fill="hold">
                                          <p:stCondLst>
                                            <p:cond delay="0"/>
                                          </p:stCondLst>
                                        </p:cTn>
                                        <p:tgtEl>
                                          <p:spTgt spid="94"/>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93" grpId="0" animBg="1"/>
      <p:bldP spid="94" grpId="0"/>
      <p:bldP spid="6" grpId="0" animBg="1"/>
    </p:bldLst>
  </p:timing>
</p:sld>
</file>

<file path=ppt/slides/slide46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4" name="组合 3">
            <a:extLst>
              <a:ext uri="{FF2B5EF4-FFF2-40B4-BE49-F238E27FC236}">
                <a16:creationId xmlns:a16="http://schemas.microsoft.com/office/drawing/2014/main" id="{9A1EA9F2-FCB6-48C3-935F-7AE7E3AD14AC}"/>
              </a:ext>
            </a:extLst>
          </p:cNvPr>
          <p:cNvGrpSpPr/>
          <p:nvPr/>
        </p:nvGrpSpPr>
        <p:grpSpPr>
          <a:xfrm>
            <a:off x="304800" y="749300"/>
            <a:ext cx="4938199" cy="400110"/>
            <a:chOff x="424117" y="898245"/>
            <a:chExt cx="4938199" cy="400110"/>
          </a:xfrm>
        </p:grpSpPr>
        <p:sp>
          <p:nvSpPr>
            <p:cNvPr id="2" name="平行四边形 1">
              <a:extLst>
                <a:ext uri="{FF2B5EF4-FFF2-40B4-BE49-F238E27FC236}">
                  <a16:creationId xmlns:a16="http://schemas.microsoft.com/office/drawing/2014/main" id="{1F5BAA3F-9845-4F89-A2DD-8222D3E4EDAC}"/>
                </a:ext>
              </a:extLst>
            </p:cNvPr>
            <p:cNvSpPr/>
            <p:nvPr/>
          </p:nvSpPr>
          <p:spPr>
            <a:xfrm>
              <a:off x="424117" y="898245"/>
              <a:ext cx="628306" cy="387090"/>
            </a:xfrm>
            <a:prstGeom prst="parallelogram">
              <a:avLst/>
            </a:prstGeom>
            <a:solidFill>
              <a:schemeClr val="accent3">
                <a:lumMod val="75000"/>
              </a:schemeClr>
            </a:solidFill>
            <a:ln>
              <a:solidFill>
                <a:schemeClr val="accent3">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CN" sz="2200" dirty="0">
                  <a:latin typeface="Impact" panose="020B0806030902050204" pitchFamily="34" charset="0"/>
                </a:rPr>
                <a:t>01</a:t>
              </a:r>
              <a:endParaRPr lang="zh-CN" altLang="en-US" sz="2200" dirty="0">
                <a:latin typeface="Impact" panose="020B0806030902050204" pitchFamily="34" charset="0"/>
              </a:endParaRPr>
            </a:p>
          </p:txBody>
        </p:sp>
        <p:sp>
          <p:nvSpPr>
            <p:cNvPr id="3" name="文本框 2">
              <a:extLst>
                <a:ext uri="{FF2B5EF4-FFF2-40B4-BE49-F238E27FC236}">
                  <a16:creationId xmlns:a16="http://schemas.microsoft.com/office/drawing/2014/main" id="{4D6BD736-A4D3-4F26-AFED-36E11F50F70B}"/>
                </a:ext>
              </a:extLst>
            </p:cNvPr>
            <p:cNvSpPr txBox="1"/>
            <p:nvPr/>
          </p:nvSpPr>
          <p:spPr>
            <a:xfrm>
              <a:off x="1052423" y="898245"/>
              <a:ext cx="4309893" cy="400110"/>
            </a:xfrm>
            <a:prstGeom prst="rect">
              <a:avLst/>
            </a:prstGeom>
            <a:noFill/>
          </p:spPr>
          <p:txBody>
            <a:bodyPr wrap="square" rtlCol="0">
              <a:spAutoFit/>
            </a:bodyPr>
            <a:lstStyle/>
            <a:p>
              <a:r>
                <a:rPr lang="zh-CN" altLang="en-US" sz="2000" b="1" dirty="0">
                  <a:solidFill>
                    <a:schemeClr val="tx1"/>
                  </a:solidFill>
                  <a:latin typeface="Arial Narrow" panose="020B0606020202030204" pitchFamily="34" charset="0"/>
                </a:rPr>
                <a:t>虚拟局域网</a:t>
              </a:r>
              <a:r>
                <a:rPr lang="en-US" altLang="zh-CN" sz="2000" b="1" dirty="0">
                  <a:solidFill>
                    <a:schemeClr val="tx1"/>
                  </a:solidFill>
                  <a:latin typeface="Arial Narrow" panose="020B0606020202030204" pitchFamily="34" charset="0"/>
                </a:rPr>
                <a:t>VLAN</a:t>
              </a:r>
              <a:r>
                <a:rPr lang="zh-CN" altLang="en-US" sz="2000" b="1" dirty="0">
                  <a:solidFill>
                    <a:schemeClr val="tx1"/>
                  </a:solidFill>
                  <a:latin typeface="Arial Narrow" panose="020B0606020202030204" pitchFamily="34" charset="0"/>
                </a:rPr>
                <a:t>的诞生背景</a:t>
              </a:r>
              <a:endParaRPr lang="en-US" altLang="zh-CN" sz="2000" b="1" dirty="0">
                <a:solidFill>
                  <a:schemeClr val="tx1"/>
                </a:solidFill>
                <a:latin typeface="Arial Narrow" panose="020B0606020202030204" pitchFamily="34" charset="0"/>
              </a:endParaRPr>
            </a:p>
          </p:txBody>
        </p:sp>
      </p:grpSp>
      <p:sp>
        <p:nvSpPr>
          <p:cNvPr id="15" name="矩形 14">
            <a:extLst>
              <a:ext uri="{FF2B5EF4-FFF2-40B4-BE49-F238E27FC236}">
                <a16:creationId xmlns:a16="http://schemas.microsoft.com/office/drawing/2014/main" id="{D220777A-3F44-457A-9261-767A364097D9}"/>
              </a:ext>
            </a:extLst>
          </p:cNvPr>
          <p:cNvSpPr/>
          <p:nvPr/>
        </p:nvSpPr>
        <p:spPr>
          <a:xfrm>
            <a:off x="1056633" y="1337249"/>
            <a:ext cx="256976" cy="256976"/>
          </a:xfrm>
          <a:prstGeom prst="rect">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16" name="íşlïḍè">
            <a:extLst>
              <a:ext uri="{FF2B5EF4-FFF2-40B4-BE49-F238E27FC236}">
                <a16:creationId xmlns:a16="http://schemas.microsoft.com/office/drawing/2014/main" id="{80471F9E-9979-4687-ADBE-EAECEAE496D7}"/>
              </a:ext>
            </a:extLst>
          </p:cNvPr>
          <p:cNvSpPr txBox="1"/>
          <p:nvPr/>
        </p:nvSpPr>
        <p:spPr>
          <a:xfrm>
            <a:off x="1373861" y="1256615"/>
            <a:ext cx="10513339" cy="400111"/>
          </a:xfrm>
          <a:prstGeom prst="rect">
            <a:avLst/>
          </a:prstGeom>
          <a:noFill/>
        </p:spPr>
        <p:txBody>
          <a:bodyPr wrap="square" lIns="91440" tIns="45720" rIns="91440" bIns="45720" anchor="ctr">
            <a:noAutofit/>
          </a:bodyPr>
          <a:lstStyle/>
          <a:p>
            <a:r>
              <a:rPr lang="zh-CN" altLang="en-US" b="1" dirty="0">
                <a:solidFill>
                  <a:schemeClr val="accent1">
                    <a:lumMod val="75000"/>
                  </a:schemeClr>
                </a:solidFill>
                <a:latin typeface="Arial Narrow" panose="020B0606020202030204" pitchFamily="34" charset="0"/>
              </a:rPr>
              <a:t>巨大的广播域会带来一系列问题</a:t>
            </a:r>
            <a:r>
              <a:rPr lang="en-US" altLang="zh-CN" b="1" dirty="0">
                <a:latin typeface="Arial Narrow" panose="020B0606020202030204" pitchFamily="34" charset="0"/>
              </a:rPr>
              <a:t>:</a:t>
            </a:r>
            <a:endParaRPr lang="zh-CN" altLang="en-US" b="1" dirty="0">
              <a:latin typeface="Arial Narrow" panose="020B0606020202030204" pitchFamily="34" charset="0"/>
            </a:endParaRPr>
          </a:p>
        </p:txBody>
      </p:sp>
      <p:sp>
        <p:nvSpPr>
          <p:cNvPr id="44" name="矩形 43">
            <a:extLst>
              <a:ext uri="{FF2B5EF4-FFF2-40B4-BE49-F238E27FC236}">
                <a16:creationId xmlns:a16="http://schemas.microsoft.com/office/drawing/2014/main" id="{475128E3-B4D0-4E84-A21E-08A63C42EB9D}"/>
              </a:ext>
            </a:extLst>
          </p:cNvPr>
          <p:cNvSpPr/>
          <p:nvPr/>
        </p:nvSpPr>
        <p:spPr>
          <a:xfrm>
            <a:off x="1502728" y="1850291"/>
            <a:ext cx="256976" cy="256976"/>
          </a:xfrm>
          <a:prstGeom prst="rect">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45" name="íşlïḍè">
            <a:extLst>
              <a:ext uri="{FF2B5EF4-FFF2-40B4-BE49-F238E27FC236}">
                <a16:creationId xmlns:a16="http://schemas.microsoft.com/office/drawing/2014/main" id="{250B96AC-4105-48C4-BBBF-017E46F14285}"/>
              </a:ext>
            </a:extLst>
          </p:cNvPr>
          <p:cNvSpPr txBox="1"/>
          <p:nvPr/>
        </p:nvSpPr>
        <p:spPr>
          <a:xfrm>
            <a:off x="1819957" y="1769657"/>
            <a:ext cx="10067244" cy="400111"/>
          </a:xfrm>
          <a:prstGeom prst="rect">
            <a:avLst/>
          </a:prstGeom>
          <a:noFill/>
        </p:spPr>
        <p:txBody>
          <a:bodyPr wrap="square" lIns="91440" tIns="45720" rIns="91440" bIns="45720" anchor="ctr">
            <a:noAutofit/>
          </a:bodyPr>
          <a:lstStyle/>
          <a:p>
            <a:r>
              <a:rPr lang="zh-CN" altLang="en-US" b="1" dirty="0">
                <a:solidFill>
                  <a:schemeClr val="accent1">
                    <a:lumMod val="75000"/>
                  </a:schemeClr>
                </a:solidFill>
                <a:latin typeface="Arial Narrow" panose="020B0606020202030204" pitchFamily="34" charset="0"/>
              </a:rPr>
              <a:t>广播风暴</a:t>
            </a:r>
            <a:endParaRPr lang="zh-CN" altLang="en-US" b="1" dirty="0">
              <a:latin typeface="Arial Narrow" panose="020B0606020202030204" pitchFamily="34" charset="0"/>
            </a:endParaRPr>
          </a:p>
        </p:txBody>
      </p:sp>
      <p:sp>
        <p:nvSpPr>
          <p:cNvPr id="93" name="矩形 92">
            <a:extLst>
              <a:ext uri="{FF2B5EF4-FFF2-40B4-BE49-F238E27FC236}">
                <a16:creationId xmlns:a16="http://schemas.microsoft.com/office/drawing/2014/main" id="{F48821C1-8845-45D2-9945-DC15C94927B1}"/>
              </a:ext>
            </a:extLst>
          </p:cNvPr>
          <p:cNvSpPr/>
          <p:nvPr/>
        </p:nvSpPr>
        <p:spPr>
          <a:xfrm>
            <a:off x="1502728" y="2336974"/>
            <a:ext cx="256976" cy="256976"/>
          </a:xfrm>
          <a:prstGeom prst="rect">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94" name="íşlïḍè">
            <a:extLst>
              <a:ext uri="{FF2B5EF4-FFF2-40B4-BE49-F238E27FC236}">
                <a16:creationId xmlns:a16="http://schemas.microsoft.com/office/drawing/2014/main" id="{2526EF28-9A03-43C3-9496-7735B9A5723D}"/>
              </a:ext>
            </a:extLst>
          </p:cNvPr>
          <p:cNvSpPr txBox="1"/>
          <p:nvPr/>
        </p:nvSpPr>
        <p:spPr>
          <a:xfrm>
            <a:off x="1819957" y="2256340"/>
            <a:ext cx="10067244" cy="400111"/>
          </a:xfrm>
          <a:prstGeom prst="rect">
            <a:avLst/>
          </a:prstGeom>
          <a:noFill/>
        </p:spPr>
        <p:txBody>
          <a:bodyPr wrap="square" lIns="91440" tIns="45720" rIns="91440" bIns="45720" anchor="ctr">
            <a:noAutofit/>
          </a:bodyPr>
          <a:lstStyle/>
          <a:p>
            <a:r>
              <a:rPr lang="zh-CN" altLang="en-US" b="1" dirty="0">
                <a:latin typeface="Arial Narrow" panose="020B0606020202030204" pitchFamily="34" charset="0"/>
              </a:rPr>
              <a:t>难以管理和维护，带来潜在的安全问题。</a:t>
            </a:r>
          </a:p>
        </p:txBody>
      </p:sp>
      <p:sp>
        <p:nvSpPr>
          <p:cNvPr id="6" name="矩形 5">
            <a:extLst>
              <a:ext uri="{FF2B5EF4-FFF2-40B4-BE49-F238E27FC236}">
                <a16:creationId xmlns:a16="http://schemas.microsoft.com/office/drawing/2014/main" id="{7B808091-E9DB-48DF-8FEE-E4B8F1669371}"/>
              </a:ext>
            </a:extLst>
          </p:cNvPr>
          <p:cNvSpPr/>
          <p:nvPr/>
        </p:nvSpPr>
        <p:spPr>
          <a:xfrm>
            <a:off x="2973261" y="1783112"/>
            <a:ext cx="4837252" cy="397329"/>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zh-CN" altLang="en-US" b="1" dirty="0"/>
              <a:t>广播风暴会浪费网络资源和各主机的</a:t>
            </a:r>
            <a:r>
              <a:rPr lang="en-US" altLang="zh-CN" b="1" dirty="0"/>
              <a:t>CPU</a:t>
            </a:r>
            <a:r>
              <a:rPr lang="zh-CN" altLang="en-US" b="1" dirty="0"/>
              <a:t>资源</a:t>
            </a:r>
          </a:p>
        </p:txBody>
      </p:sp>
      <p:sp>
        <p:nvSpPr>
          <p:cNvPr id="9" name="对话气泡: 椭圆形 8">
            <a:extLst>
              <a:ext uri="{FF2B5EF4-FFF2-40B4-BE49-F238E27FC236}">
                <a16:creationId xmlns:a16="http://schemas.microsoft.com/office/drawing/2014/main" id="{BCF14C05-8AA5-4CCB-A3AD-C41CA67B4FCE}"/>
              </a:ext>
            </a:extLst>
          </p:cNvPr>
          <p:cNvSpPr/>
          <p:nvPr/>
        </p:nvSpPr>
        <p:spPr>
          <a:xfrm>
            <a:off x="8972914" y="886933"/>
            <a:ext cx="2901450" cy="1889766"/>
          </a:xfrm>
          <a:prstGeom prst="wedgeEllipseCallout">
            <a:avLst>
              <a:gd name="adj1" fmla="val -17677"/>
              <a:gd name="adj2" fmla="val 57974"/>
            </a:avLst>
          </a:prstGeom>
          <a:solidFill>
            <a:srgbClr val="B95241"/>
          </a:solidFill>
          <a:ln>
            <a:solidFill>
              <a:srgbClr val="B9524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r>
              <a:rPr lang="zh-CN" altLang="en-US" b="1" dirty="0"/>
              <a:t>如果网络中只是偶尔出现广播，那还是可以接受的！</a:t>
            </a:r>
          </a:p>
        </p:txBody>
      </p:sp>
      <p:grpSp>
        <p:nvGrpSpPr>
          <p:cNvPr id="273" name="组合 272" descr="本素材由iSlide™ 提供&#10;iSlide™尊重知识产权并注重保护用户享有的各项权利。郑重提醒您：&#10;iSlide™插件中提供的任何信息内容的所有权、知识产权归其原始权利人或权利受让人所有，您免费/购买获得的是信息内容的使用权，并受下述条款的约束；&#10;1. 您仅可以个人非商业用途使用该等信息内容，不可将信息内容的全部或部分用于出售，或以出租、出借、转让、分销、发布等其他任何方式供他人使用；&#10;2. 禁止在接入互联网或移动互联网的任何网站、平台、应用或程序上以任何方式为他人提供iSlide™插件资源内容的下载。&#10;The resource is supplied by iSlide™.&#10;iSlide™ respects all intellectual property rights and protects all the rights its users acquired.Solemnly remind you:&#10;The ownership and intellectual property of the resources supplied in iSlide Add-in belongs to its owner or the assignee of this ownership.you only acquired the usage of the resources supplied in iSlide Add-in, as well as respected the following restrain terms:&#10;1.You are only allowed to use such resource for personal and non-commercial aim, not allowed to use such resource or part of it for the sale; or rent, lend, transfer to others; or distribution or release it in any way.&#10;2.You are not permitted to provide the resource of iSlide Add-in in any website, platform, application access to the Internet or mobile Internet." title="iSlide™ 版权声明  COPYRIGHT NOTICE">
            <a:extLst>
              <a:ext uri="{FF2B5EF4-FFF2-40B4-BE49-F238E27FC236}">
                <a16:creationId xmlns:a16="http://schemas.microsoft.com/office/drawing/2014/main" id="{CCCC6703-825E-48C9-A9F3-4FF4C49B6B5F}"/>
              </a:ext>
            </a:extLst>
          </p:cNvPr>
          <p:cNvGrpSpPr>
            <a:grpSpLocks noChangeAspect="1"/>
          </p:cNvGrpSpPr>
          <p:nvPr/>
        </p:nvGrpSpPr>
        <p:grpSpPr>
          <a:xfrm>
            <a:off x="6740810" y="2884619"/>
            <a:ext cx="4052471" cy="3393413"/>
            <a:chOff x="3309144" y="1180218"/>
            <a:chExt cx="5573713" cy="4667253"/>
          </a:xfrm>
        </p:grpSpPr>
        <p:grpSp>
          <p:nvGrpSpPr>
            <p:cNvPr id="274" name="íSļiďè">
              <a:extLst>
                <a:ext uri="{FF2B5EF4-FFF2-40B4-BE49-F238E27FC236}">
                  <a16:creationId xmlns:a16="http://schemas.microsoft.com/office/drawing/2014/main" id="{284004E9-4E4C-4638-B6A4-BAECB69974DF}"/>
                </a:ext>
              </a:extLst>
            </p:cNvPr>
            <p:cNvGrpSpPr>
              <a:grpSpLocks/>
            </p:cNvGrpSpPr>
            <p:nvPr/>
          </p:nvGrpSpPr>
          <p:grpSpPr bwMode="auto">
            <a:xfrm>
              <a:off x="3309144" y="1732669"/>
              <a:ext cx="5573713" cy="4114802"/>
              <a:chOff x="2148" y="1128"/>
              <a:chExt cx="3511" cy="2592"/>
            </a:xfrm>
          </p:grpSpPr>
          <p:sp>
            <p:nvSpPr>
              <p:cNvPr id="411" name="îŝḷïďè">
                <a:extLst>
                  <a:ext uri="{FF2B5EF4-FFF2-40B4-BE49-F238E27FC236}">
                    <a16:creationId xmlns:a16="http://schemas.microsoft.com/office/drawing/2014/main" id="{64383D4F-EC88-4C5F-A3D5-3035C8A2CF8B}"/>
                  </a:ext>
                </a:extLst>
              </p:cNvPr>
              <p:cNvSpPr/>
              <p:nvPr/>
            </p:nvSpPr>
            <p:spPr bwMode="auto">
              <a:xfrm>
                <a:off x="2209" y="3679"/>
                <a:ext cx="3450" cy="30"/>
              </a:xfrm>
              <a:prstGeom prst="rect">
                <a:avLst/>
              </a:prstGeom>
              <a:solidFill>
                <a:srgbClr val="716F82"/>
              </a:solidFill>
              <a:ln>
                <a:noFill/>
              </a:ln>
              <a:extLst>
                <a:ext uri="{91240B29-F687-4F45-9708-019B960494DF}">
                  <a14:hiddenLine xmlns:a14="http://schemas.microsoft.com/office/drawing/2010/main" w="9525">
                    <a:solidFill>
                      <a:srgbClr val="000000"/>
                    </a:solidFill>
                    <a:miter lim="800000"/>
                    <a:headEnd/>
                    <a:tailEnd/>
                  </a14:hiddenLine>
                </a:ext>
              </a:extLst>
            </p:spPr>
            <p:txBody>
              <a:bodyPr anchor="ctr"/>
              <a:lstStyle/>
              <a:p>
                <a:pPr algn="ctr"/>
                <a:endParaRPr/>
              </a:p>
            </p:txBody>
          </p:sp>
          <p:sp>
            <p:nvSpPr>
              <p:cNvPr id="412" name="îSḷíďé">
                <a:extLst>
                  <a:ext uri="{FF2B5EF4-FFF2-40B4-BE49-F238E27FC236}">
                    <a16:creationId xmlns:a16="http://schemas.microsoft.com/office/drawing/2014/main" id="{90F02439-9D24-44E0-85B8-D0265E15A015}"/>
                  </a:ext>
                </a:extLst>
              </p:cNvPr>
              <p:cNvSpPr/>
              <p:nvPr/>
            </p:nvSpPr>
            <p:spPr bwMode="auto">
              <a:xfrm>
                <a:off x="2209" y="3679"/>
                <a:ext cx="3450" cy="30"/>
              </a:xfrm>
              <a:custGeom>
                <a:avLst/>
                <a:gdLst>
                  <a:gd name="T0" fmla="*/ 0 w 3450"/>
                  <a:gd name="T1" fmla="*/ 30 h 30"/>
                  <a:gd name="T2" fmla="*/ 3450 w 3450"/>
                  <a:gd name="T3" fmla="*/ 30 h 30"/>
                  <a:gd name="T4" fmla="*/ 3450 w 3450"/>
                  <a:gd name="T5" fmla="*/ 0 h 30"/>
                  <a:gd name="T6" fmla="*/ 0 w 3450"/>
                  <a:gd name="T7" fmla="*/ 0 h 30"/>
                </a:gdLst>
                <a:ahLst/>
                <a:cxnLst>
                  <a:cxn ang="0">
                    <a:pos x="T0" y="T1"/>
                  </a:cxn>
                  <a:cxn ang="0">
                    <a:pos x="T2" y="T3"/>
                  </a:cxn>
                  <a:cxn ang="0">
                    <a:pos x="T4" y="T5"/>
                  </a:cxn>
                  <a:cxn ang="0">
                    <a:pos x="T6" y="T7"/>
                  </a:cxn>
                </a:cxnLst>
                <a:rect l="0" t="0" r="r" b="b"/>
                <a:pathLst>
                  <a:path w="3450" h="30">
                    <a:moveTo>
                      <a:pt x="0" y="30"/>
                    </a:moveTo>
                    <a:lnTo>
                      <a:pt x="3450" y="30"/>
                    </a:lnTo>
                    <a:lnTo>
                      <a:pt x="3450" y="0"/>
                    </a:lnTo>
                    <a:lnTo>
                      <a:pt x="0"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anchor="ctr"/>
              <a:lstStyle/>
              <a:p>
                <a:pPr algn="ctr"/>
                <a:endParaRPr/>
              </a:p>
            </p:txBody>
          </p:sp>
          <p:sp>
            <p:nvSpPr>
              <p:cNvPr id="413" name="îṡļîḓe">
                <a:extLst>
                  <a:ext uri="{FF2B5EF4-FFF2-40B4-BE49-F238E27FC236}">
                    <a16:creationId xmlns:a16="http://schemas.microsoft.com/office/drawing/2014/main" id="{EBAE8615-945D-43BA-9C1C-B9A92C1B9A6E}"/>
                  </a:ext>
                </a:extLst>
              </p:cNvPr>
              <p:cNvSpPr/>
              <p:nvPr/>
            </p:nvSpPr>
            <p:spPr bwMode="auto">
              <a:xfrm>
                <a:off x="3362" y="2307"/>
                <a:ext cx="142" cy="65"/>
              </a:xfrm>
              <a:custGeom>
                <a:avLst/>
                <a:gdLst>
                  <a:gd name="T0" fmla="*/ 10 w 112"/>
                  <a:gd name="T1" fmla="*/ 24 h 51"/>
                  <a:gd name="T2" fmla="*/ 95 w 112"/>
                  <a:gd name="T3" fmla="*/ 49 h 51"/>
                  <a:gd name="T4" fmla="*/ 110 w 112"/>
                  <a:gd name="T5" fmla="*/ 41 h 51"/>
                  <a:gd name="T6" fmla="*/ 110 w 112"/>
                  <a:gd name="T7" fmla="*/ 41 h 51"/>
                  <a:gd name="T8" fmla="*/ 102 w 112"/>
                  <a:gd name="T9" fmla="*/ 26 h 51"/>
                  <a:gd name="T10" fmla="*/ 16 w 112"/>
                  <a:gd name="T11" fmla="*/ 2 h 51"/>
                  <a:gd name="T12" fmla="*/ 2 w 112"/>
                  <a:gd name="T13" fmla="*/ 10 h 51"/>
                  <a:gd name="T14" fmla="*/ 1 w 112"/>
                  <a:gd name="T15" fmla="*/ 10 h 51"/>
                  <a:gd name="T16" fmla="*/ 10 w 112"/>
                  <a:gd name="T17" fmla="*/ 24 h 5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12" h="51">
                    <a:moveTo>
                      <a:pt x="10" y="24"/>
                    </a:moveTo>
                    <a:cubicBezTo>
                      <a:pt x="95" y="49"/>
                      <a:pt x="95" y="49"/>
                      <a:pt x="95" y="49"/>
                    </a:cubicBezTo>
                    <a:cubicBezTo>
                      <a:pt x="102" y="51"/>
                      <a:pt x="108" y="47"/>
                      <a:pt x="110" y="41"/>
                    </a:cubicBezTo>
                    <a:cubicBezTo>
                      <a:pt x="110" y="41"/>
                      <a:pt x="110" y="41"/>
                      <a:pt x="110" y="41"/>
                    </a:cubicBezTo>
                    <a:cubicBezTo>
                      <a:pt x="112" y="34"/>
                      <a:pt x="108" y="28"/>
                      <a:pt x="102" y="26"/>
                    </a:cubicBezTo>
                    <a:cubicBezTo>
                      <a:pt x="16" y="2"/>
                      <a:pt x="16" y="2"/>
                      <a:pt x="16" y="2"/>
                    </a:cubicBezTo>
                    <a:cubicBezTo>
                      <a:pt x="10" y="0"/>
                      <a:pt x="3" y="3"/>
                      <a:pt x="2" y="10"/>
                    </a:cubicBezTo>
                    <a:cubicBezTo>
                      <a:pt x="1" y="10"/>
                      <a:pt x="1" y="10"/>
                      <a:pt x="1" y="10"/>
                    </a:cubicBezTo>
                    <a:cubicBezTo>
                      <a:pt x="0" y="16"/>
                      <a:pt x="3" y="23"/>
                      <a:pt x="10" y="24"/>
                    </a:cubicBezTo>
                  </a:path>
                </a:pathLst>
              </a:custGeom>
              <a:solidFill>
                <a:srgbClr val="F6AF97"/>
              </a:solidFill>
              <a:ln>
                <a:noFill/>
              </a:ln>
              <a:extLst>
                <a:ext uri="{91240B29-F687-4F45-9708-019B960494DF}">
                  <a14:hiddenLine xmlns:a14="http://schemas.microsoft.com/office/drawing/2010/main" w="9525">
                    <a:solidFill>
                      <a:srgbClr val="000000"/>
                    </a:solidFill>
                    <a:round/>
                    <a:headEnd/>
                    <a:tailEnd/>
                  </a14:hiddenLine>
                </a:ext>
              </a:extLst>
            </p:spPr>
            <p:txBody>
              <a:bodyPr anchor="ctr"/>
              <a:lstStyle/>
              <a:p>
                <a:pPr algn="ctr"/>
                <a:endParaRPr/>
              </a:p>
            </p:txBody>
          </p:sp>
          <p:sp>
            <p:nvSpPr>
              <p:cNvPr id="414" name="îŝļîdê">
                <a:extLst>
                  <a:ext uri="{FF2B5EF4-FFF2-40B4-BE49-F238E27FC236}">
                    <a16:creationId xmlns:a16="http://schemas.microsoft.com/office/drawing/2014/main" id="{2251FBEB-4755-4634-9494-D17E7C85814B}"/>
                  </a:ext>
                </a:extLst>
              </p:cNvPr>
              <p:cNvSpPr/>
              <p:nvPr/>
            </p:nvSpPr>
            <p:spPr bwMode="auto">
              <a:xfrm>
                <a:off x="3391" y="2343"/>
                <a:ext cx="122" cy="60"/>
              </a:xfrm>
              <a:custGeom>
                <a:avLst/>
                <a:gdLst>
                  <a:gd name="T0" fmla="*/ 7 w 96"/>
                  <a:gd name="T1" fmla="*/ 24 h 47"/>
                  <a:gd name="T2" fmla="*/ 83 w 96"/>
                  <a:gd name="T3" fmla="*/ 45 h 47"/>
                  <a:gd name="T4" fmla="*/ 93 w 96"/>
                  <a:gd name="T5" fmla="*/ 40 h 47"/>
                  <a:gd name="T6" fmla="*/ 95 w 96"/>
                  <a:gd name="T7" fmla="*/ 33 h 47"/>
                  <a:gd name="T8" fmla="*/ 89 w 96"/>
                  <a:gd name="T9" fmla="*/ 23 h 47"/>
                  <a:gd name="T10" fmla="*/ 13 w 96"/>
                  <a:gd name="T11" fmla="*/ 1 h 47"/>
                  <a:gd name="T12" fmla="*/ 3 w 96"/>
                  <a:gd name="T13" fmla="*/ 6 h 47"/>
                  <a:gd name="T14" fmla="*/ 1 w 96"/>
                  <a:gd name="T15" fmla="*/ 14 h 47"/>
                  <a:gd name="T16" fmla="*/ 7 w 96"/>
                  <a:gd name="T17" fmla="*/ 24 h 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96" h="47">
                    <a:moveTo>
                      <a:pt x="7" y="24"/>
                    </a:moveTo>
                    <a:cubicBezTo>
                      <a:pt x="83" y="45"/>
                      <a:pt x="83" y="45"/>
                      <a:pt x="83" y="45"/>
                    </a:cubicBezTo>
                    <a:cubicBezTo>
                      <a:pt x="87" y="47"/>
                      <a:pt x="91" y="44"/>
                      <a:pt x="93" y="40"/>
                    </a:cubicBezTo>
                    <a:cubicBezTo>
                      <a:pt x="95" y="33"/>
                      <a:pt x="95" y="33"/>
                      <a:pt x="95" y="33"/>
                    </a:cubicBezTo>
                    <a:cubicBezTo>
                      <a:pt x="96" y="28"/>
                      <a:pt x="93" y="24"/>
                      <a:pt x="89" y="23"/>
                    </a:cubicBezTo>
                    <a:cubicBezTo>
                      <a:pt x="13" y="1"/>
                      <a:pt x="13" y="1"/>
                      <a:pt x="13" y="1"/>
                    </a:cubicBezTo>
                    <a:cubicBezTo>
                      <a:pt x="9" y="0"/>
                      <a:pt x="4" y="2"/>
                      <a:pt x="3" y="6"/>
                    </a:cubicBezTo>
                    <a:cubicBezTo>
                      <a:pt x="1" y="14"/>
                      <a:pt x="1" y="14"/>
                      <a:pt x="1" y="14"/>
                    </a:cubicBezTo>
                    <a:cubicBezTo>
                      <a:pt x="0" y="18"/>
                      <a:pt x="2" y="22"/>
                      <a:pt x="7" y="24"/>
                    </a:cubicBezTo>
                  </a:path>
                </a:pathLst>
              </a:custGeom>
              <a:solidFill>
                <a:srgbClr val="F6AF97"/>
              </a:solidFill>
              <a:ln>
                <a:noFill/>
              </a:ln>
              <a:extLst>
                <a:ext uri="{91240B29-F687-4F45-9708-019B960494DF}">
                  <a14:hiddenLine xmlns:a14="http://schemas.microsoft.com/office/drawing/2010/main" w="9525">
                    <a:solidFill>
                      <a:srgbClr val="000000"/>
                    </a:solidFill>
                    <a:round/>
                    <a:headEnd/>
                    <a:tailEnd/>
                  </a14:hiddenLine>
                </a:ext>
              </a:extLst>
            </p:spPr>
            <p:txBody>
              <a:bodyPr anchor="ctr"/>
              <a:lstStyle/>
              <a:p>
                <a:pPr algn="ctr"/>
                <a:endParaRPr/>
              </a:p>
            </p:txBody>
          </p:sp>
          <p:sp>
            <p:nvSpPr>
              <p:cNvPr id="415" name="íṡḻiḑê">
                <a:extLst>
                  <a:ext uri="{FF2B5EF4-FFF2-40B4-BE49-F238E27FC236}">
                    <a16:creationId xmlns:a16="http://schemas.microsoft.com/office/drawing/2014/main" id="{EEEB8339-BAF4-46E8-9900-1AEF81DC66CF}"/>
                  </a:ext>
                </a:extLst>
              </p:cNvPr>
              <p:cNvSpPr/>
              <p:nvPr/>
            </p:nvSpPr>
            <p:spPr bwMode="auto">
              <a:xfrm>
                <a:off x="3366" y="2363"/>
                <a:ext cx="138" cy="64"/>
              </a:xfrm>
              <a:custGeom>
                <a:avLst/>
                <a:gdLst>
                  <a:gd name="T0" fmla="*/ 7 w 109"/>
                  <a:gd name="T1" fmla="*/ 24 h 50"/>
                  <a:gd name="T2" fmla="*/ 96 w 109"/>
                  <a:gd name="T3" fmla="*/ 49 h 50"/>
                  <a:gd name="T4" fmla="*/ 106 w 109"/>
                  <a:gd name="T5" fmla="*/ 43 h 50"/>
                  <a:gd name="T6" fmla="*/ 108 w 109"/>
                  <a:gd name="T7" fmla="*/ 36 h 50"/>
                  <a:gd name="T8" fmla="*/ 102 w 109"/>
                  <a:gd name="T9" fmla="*/ 26 h 50"/>
                  <a:gd name="T10" fmla="*/ 14 w 109"/>
                  <a:gd name="T11" fmla="*/ 1 h 50"/>
                  <a:gd name="T12" fmla="*/ 4 w 109"/>
                  <a:gd name="T13" fmla="*/ 6 h 50"/>
                  <a:gd name="T14" fmla="*/ 2 w 109"/>
                  <a:gd name="T15" fmla="*/ 14 h 50"/>
                  <a:gd name="T16" fmla="*/ 7 w 109"/>
                  <a:gd name="T17" fmla="*/ 24 h 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09" h="50">
                    <a:moveTo>
                      <a:pt x="7" y="24"/>
                    </a:moveTo>
                    <a:cubicBezTo>
                      <a:pt x="96" y="49"/>
                      <a:pt x="96" y="49"/>
                      <a:pt x="96" y="49"/>
                    </a:cubicBezTo>
                    <a:cubicBezTo>
                      <a:pt x="100" y="50"/>
                      <a:pt x="104" y="48"/>
                      <a:pt x="106" y="43"/>
                    </a:cubicBezTo>
                    <a:cubicBezTo>
                      <a:pt x="108" y="36"/>
                      <a:pt x="108" y="36"/>
                      <a:pt x="108" y="36"/>
                    </a:cubicBezTo>
                    <a:cubicBezTo>
                      <a:pt x="109" y="32"/>
                      <a:pt x="106" y="27"/>
                      <a:pt x="102" y="26"/>
                    </a:cubicBezTo>
                    <a:cubicBezTo>
                      <a:pt x="14" y="1"/>
                      <a:pt x="14" y="1"/>
                      <a:pt x="14" y="1"/>
                    </a:cubicBezTo>
                    <a:cubicBezTo>
                      <a:pt x="9" y="0"/>
                      <a:pt x="5" y="2"/>
                      <a:pt x="4" y="6"/>
                    </a:cubicBezTo>
                    <a:cubicBezTo>
                      <a:pt x="2" y="14"/>
                      <a:pt x="2" y="14"/>
                      <a:pt x="2" y="14"/>
                    </a:cubicBezTo>
                    <a:cubicBezTo>
                      <a:pt x="0" y="18"/>
                      <a:pt x="3" y="22"/>
                      <a:pt x="7" y="24"/>
                    </a:cubicBezTo>
                  </a:path>
                </a:pathLst>
              </a:custGeom>
              <a:solidFill>
                <a:srgbClr val="F6AF97"/>
              </a:solidFill>
              <a:ln>
                <a:noFill/>
              </a:ln>
              <a:extLst>
                <a:ext uri="{91240B29-F687-4F45-9708-019B960494DF}">
                  <a14:hiddenLine xmlns:a14="http://schemas.microsoft.com/office/drawing/2010/main" w="9525">
                    <a:solidFill>
                      <a:srgbClr val="000000"/>
                    </a:solidFill>
                    <a:round/>
                    <a:headEnd/>
                    <a:tailEnd/>
                  </a14:hiddenLine>
                </a:ext>
              </a:extLst>
            </p:spPr>
            <p:txBody>
              <a:bodyPr anchor="ctr"/>
              <a:lstStyle/>
              <a:p>
                <a:pPr algn="ctr"/>
                <a:endParaRPr/>
              </a:p>
            </p:txBody>
          </p:sp>
          <p:sp>
            <p:nvSpPr>
              <p:cNvPr id="416" name="íś1ïḓé">
                <a:extLst>
                  <a:ext uri="{FF2B5EF4-FFF2-40B4-BE49-F238E27FC236}">
                    <a16:creationId xmlns:a16="http://schemas.microsoft.com/office/drawing/2014/main" id="{51C770CF-CBC0-479F-8EC9-96A843A2A830}"/>
                  </a:ext>
                </a:extLst>
              </p:cNvPr>
              <p:cNvSpPr/>
              <p:nvPr/>
            </p:nvSpPr>
            <p:spPr bwMode="auto">
              <a:xfrm>
                <a:off x="3279" y="2371"/>
                <a:ext cx="144" cy="55"/>
              </a:xfrm>
              <a:custGeom>
                <a:avLst/>
                <a:gdLst>
                  <a:gd name="T0" fmla="*/ 11 w 113"/>
                  <a:gd name="T1" fmla="*/ 25 h 43"/>
                  <a:gd name="T2" fmla="*/ 98 w 113"/>
                  <a:gd name="T3" fmla="*/ 42 h 43"/>
                  <a:gd name="T4" fmla="*/ 112 w 113"/>
                  <a:gd name="T5" fmla="*/ 33 h 43"/>
                  <a:gd name="T6" fmla="*/ 112 w 113"/>
                  <a:gd name="T7" fmla="*/ 33 h 43"/>
                  <a:gd name="T8" fmla="*/ 103 w 113"/>
                  <a:gd name="T9" fmla="*/ 19 h 43"/>
                  <a:gd name="T10" fmla="*/ 15 w 113"/>
                  <a:gd name="T11" fmla="*/ 1 h 43"/>
                  <a:gd name="T12" fmla="*/ 2 w 113"/>
                  <a:gd name="T13" fmla="*/ 11 h 43"/>
                  <a:gd name="T14" fmla="*/ 2 w 113"/>
                  <a:gd name="T15" fmla="*/ 11 h 43"/>
                  <a:gd name="T16" fmla="*/ 11 w 113"/>
                  <a:gd name="T17" fmla="*/ 25 h 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13" h="43">
                    <a:moveTo>
                      <a:pt x="11" y="25"/>
                    </a:moveTo>
                    <a:cubicBezTo>
                      <a:pt x="98" y="42"/>
                      <a:pt x="98" y="42"/>
                      <a:pt x="98" y="42"/>
                    </a:cubicBezTo>
                    <a:cubicBezTo>
                      <a:pt x="105" y="43"/>
                      <a:pt x="111" y="39"/>
                      <a:pt x="112" y="33"/>
                    </a:cubicBezTo>
                    <a:cubicBezTo>
                      <a:pt x="112" y="33"/>
                      <a:pt x="112" y="33"/>
                      <a:pt x="112" y="33"/>
                    </a:cubicBezTo>
                    <a:cubicBezTo>
                      <a:pt x="113" y="26"/>
                      <a:pt x="109" y="20"/>
                      <a:pt x="103" y="19"/>
                    </a:cubicBezTo>
                    <a:cubicBezTo>
                      <a:pt x="15" y="1"/>
                      <a:pt x="15" y="1"/>
                      <a:pt x="15" y="1"/>
                    </a:cubicBezTo>
                    <a:cubicBezTo>
                      <a:pt x="9" y="0"/>
                      <a:pt x="3" y="4"/>
                      <a:pt x="2" y="11"/>
                    </a:cubicBezTo>
                    <a:cubicBezTo>
                      <a:pt x="2" y="11"/>
                      <a:pt x="2" y="11"/>
                      <a:pt x="2" y="11"/>
                    </a:cubicBezTo>
                    <a:cubicBezTo>
                      <a:pt x="0" y="17"/>
                      <a:pt x="4" y="23"/>
                      <a:pt x="11" y="25"/>
                    </a:cubicBezTo>
                    <a:close/>
                  </a:path>
                </a:pathLst>
              </a:custGeom>
              <a:solidFill>
                <a:srgbClr val="F6AF97"/>
              </a:solidFill>
              <a:ln>
                <a:noFill/>
              </a:ln>
              <a:extLst>
                <a:ext uri="{91240B29-F687-4F45-9708-019B960494DF}">
                  <a14:hiddenLine xmlns:a14="http://schemas.microsoft.com/office/drawing/2010/main" w="9525">
                    <a:solidFill>
                      <a:srgbClr val="000000"/>
                    </a:solidFill>
                    <a:round/>
                    <a:headEnd/>
                    <a:tailEnd/>
                  </a14:hiddenLine>
                </a:ext>
              </a:extLst>
            </p:spPr>
            <p:txBody>
              <a:bodyPr anchor="ctr"/>
              <a:lstStyle/>
              <a:p>
                <a:pPr algn="ctr"/>
                <a:endParaRPr/>
              </a:p>
            </p:txBody>
          </p:sp>
          <p:sp>
            <p:nvSpPr>
              <p:cNvPr id="417" name="ïṡlíḍê">
                <a:extLst>
                  <a:ext uri="{FF2B5EF4-FFF2-40B4-BE49-F238E27FC236}">
                    <a16:creationId xmlns:a16="http://schemas.microsoft.com/office/drawing/2014/main" id="{6BEB33E7-04FD-4168-B61D-4CC18E2F963F}"/>
                  </a:ext>
                </a:extLst>
              </p:cNvPr>
              <p:cNvSpPr/>
              <p:nvPr/>
            </p:nvSpPr>
            <p:spPr bwMode="auto">
              <a:xfrm>
                <a:off x="3297" y="2302"/>
                <a:ext cx="160" cy="101"/>
              </a:xfrm>
              <a:custGeom>
                <a:avLst/>
                <a:gdLst>
                  <a:gd name="T0" fmla="*/ 126 w 126"/>
                  <a:gd name="T1" fmla="*/ 23 h 79"/>
                  <a:gd name="T2" fmla="*/ 105 w 126"/>
                  <a:gd name="T3" fmla="*/ 13 h 79"/>
                  <a:gd name="T4" fmla="*/ 46 w 126"/>
                  <a:gd name="T5" fmla="*/ 0 h 79"/>
                  <a:gd name="T6" fmla="*/ 8 w 126"/>
                  <a:gd name="T7" fmla="*/ 1 h 79"/>
                  <a:gd name="T8" fmla="*/ 3 w 126"/>
                  <a:gd name="T9" fmla="*/ 64 h 79"/>
                  <a:gd name="T10" fmla="*/ 88 w 126"/>
                  <a:gd name="T11" fmla="*/ 79 h 79"/>
                  <a:gd name="T12" fmla="*/ 126 w 126"/>
                  <a:gd name="T13" fmla="*/ 23 h 79"/>
                </a:gdLst>
                <a:ahLst/>
                <a:cxnLst>
                  <a:cxn ang="0">
                    <a:pos x="T0" y="T1"/>
                  </a:cxn>
                  <a:cxn ang="0">
                    <a:pos x="T2" y="T3"/>
                  </a:cxn>
                  <a:cxn ang="0">
                    <a:pos x="T4" y="T5"/>
                  </a:cxn>
                  <a:cxn ang="0">
                    <a:pos x="T6" y="T7"/>
                  </a:cxn>
                  <a:cxn ang="0">
                    <a:pos x="T8" y="T9"/>
                  </a:cxn>
                  <a:cxn ang="0">
                    <a:pos x="T10" y="T11"/>
                  </a:cxn>
                  <a:cxn ang="0">
                    <a:pos x="T12" y="T13"/>
                  </a:cxn>
                </a:cxnLst>
                <a:rect l="0" t="0" r="r" b="b"/>
                <a:pathLst>
                  <a:path w="126" h="79">
                    <a:moveTo>
                      <a:pt x="126" y="23"/>
                    </a:moveTo>
                    <a:cubicBezTo>
                      <a:pt x="125" y="23"/>
                      <a:pt x="115" y="18"/>
                      <a:pt x="105" y="13"/>
                    </a:cubicBezTo>
                    <a:cubicBezTo>
                      <a:pt x="87" y="4"/>
                      <a:pt x="67" y="0"/>
                      <a:pt x="46" y="0"/>
                    </a:cubicBezTo>
                    <a:cubicBezTo>
                      <a:pt x="8" y="1"/>
                      <a:pt x="8" y="1"/>
                      <a:pt x="8" y="1"/>
                    </a:cubicBezTo>
                    <a:cubicBezTo>
                      <a:pt x="8" y="1"/>
                      <a:pt x="0" y="65"/>
                      <a:pt x="3" y="64"/>
                    </a:cubicBezTo>
                    <a:cubicBezTo>
                      <a:pt x="6" y="64"/>
                      <a:pt x="88" y="79"/>
                      <a:pt x="88" y="79"/>
                    </a:cubicBezTo>
                    <a:lnTo>
                      <a:pt x="126" y="23"/>
                    </a:lnTo>
                    <a:close/>
                  </a:path>
                </a:pathLst>
              </a:custGeom>
              <a:solidFill>
                <a:srgbClr val="F6AF97"/>
              </a:solidFill>
              <a:ln>
                <a:noFill/>
              </a:ln>
              <a:extLst>
                <a:ext uri="{91240B29-F687-4F45-9708-019B960494DF}">
                  <a14:hiddenLine xmlns:a14="http://schemas.microsoft.com/office/drawing/2010/main" w="9525">
                    <a:solidFill>
                      <a:srgbClr val="000000"/>
                    </a:solidFill>
                    <a:round/>
                    <a:headEnd/>
                    <a:tailEnd/>
                  </a14:hiddenLine>
                </a:ext>
              </a:extLst>
            </p:spPr>
            <p:txBody>
              <a:bodyPr anchor="ctr"/>
              <a:lstStyle/>
              <a:p>
                <a:pPr algn="ctr"/>
                <a:endParaRPr/>
              </a:p>
            </p:txBody>
          </p:sp>
          <p:sp>
            <p:nvSpPr>
              <p:cNvPr id="418" name="i$1îḍe">
                <a:extLst>
                  <a:ext uri="{FF2B5EF4-FFF2-40B4-BE49-F238E27FC236}">
                    <a16:creationId xmlns:a16="http://schemas.microsoft.com/office/drawing/2014/main" id="{AC4136FA-8BC9-47E4-9374-642C235B951D}"/>
                  </a:ext>
                </a:extLst>
              </p:cNvPr>
              <p:cNvSpPr/>
              <p:nvPr/>
            </p:nvSpPr>
            <p:spPr bwMode="auto">
              <a:xfrm>
                <a:off x="3276" y="2296"/>
                <a:ext cx="48" cy="126"/>
              </a:xfrm>
              <a:prstGeom prst="rect">
                <a:avLst/>
              </a:prstGeom>
              <a:solidFill>
                <a:srgbClr val="FFFFFF"/>
              </a:solidFill>
              <a:ln>
                <a:noFill/>
              </a:ln>
              <a:extLst>
                <a:ext uri="{91240B29-F687-4F45-9708-019B960494DF}">
                  <a14:hiddenLine xmlns:a14="http://schemas.microsoft.com/office/drawing/2010/main" w="9525">
                    <a:solidFill>
                      <a:srgbClr val="000000"/>
                    </a:solidFill>
                    <a:miter lim="800000"/>
                    <a:headEnd/>
                    <a:tailEnd/>
                  </a14:hiddenLine>
                </a:ext>
              </a:extLst>
            </p:spPr>
            <p:txBody>
              <a:bodyPr anchor="ctr"/>
              <a:lstStyle/>
              <a:p>
                <a:pPr algn="ctr"/>
                <a:endParaRPr/>
              </a:p>
            </p:txBody>
          </p:sp>
          <p:sp>
            <p:nvSpPr>
              <p:cNvPr id="419" name="iŝḻîḓe">
                <a:extLst>
                  <a:ext uri="{FF2B5EF4-FFF2-40B4-BE49-F238E27FC236}">
                    <a16:creationId xmlns:a16="http://schemas.microsoft.com/office/drawing/2014/main" id="{58E7C1F8-0CA6-439C-B9F9-A1685E2E0AE3}"/>
                  </a:ext>
                </a:extLst>
              </p:cNvPr>
              <p:cNvSpPr/>
              <p:nvPr/>
            </p:nvSpPr>
            <p:spPr bwMode="auto">
              <a:xfrm>
                <a:off x="2788" y="1923"/>
                <a:ext cx="509" cy="513"/>
              </a:xfrm>
              <a:custGeom>
                <a:avLst/>
                <a:gdLst>
                  <a:gd name="T0" fmla="*/ 202 w 399"/>
                  <a:gd name="T1" fmla="*/ 403 h 403"/>
                  <a:gd name="T2" fmla="*/ 69 w 399"/>
                  <a:gd name="T3" fmla="*/ 311 h 403"/>
                  <a:gd name="T4" fmla="*/ 66 w 399"/>
                  <a:gd name="T5" fmla="*/ 306 h 403"/>
                  <a:gd name="T6" fmla="*/ 0 w 399"/>
                  <a:gd name="T7" fmla="*/ 27 h 403"/>
                  <a:gd name="T8" fmla="*/ 116 w 399"/>
                  <a:gd name="T9" fmla="*/ 0 h 403"/>
                  <a:gd name="T10" fmla="*/ 179 w 399"/>
                  <a:gd name="T11" fmla="*/ 267 h 403"/>
                  <a:gd name="T12" fmla="*/ 188 w 399"/>
                  <a:gd name="T13" fmla="*/ 283 h 403"/>
                  <a:gd name="T14" fmla="*/ 203 w 399"/>
                  <a:gd name="T15" fmla="*/ 284 h 403"/>
                  <a:gd name="T16" fmla="*/ 398 w 399"/>
                  <a:gd name="T17" fmla="*/ 282 h 403"/>
                  <a:gd name="T18" fmla="*/ 399 w 399"/>
                  <a:gd name="T19" fmla="*/ 401 h 403"/>
                  <a:gd name="T20" fmla="*/ 205 w 399"/>
                  <a:gd name="T21" fmla="*/ 403 h 403"/>
                  <a:gd name="T22" fmla="*/ 202 w 399"/>
                  <a:gd name="T23" fmla="*/ 403 h 40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99" h="403">
                    <a:moveTo>
                      <a:pt x="202" y="403"/>
                    </a:moveTo>
                    <a:cubicBezTo>
                      <a:pt x="126" y="403"/>
                      <a:pt x="95" y="368"/>
                      <a:pt x="69" y="311"/>
                    </a:cubicBezTo>
                    <a:cubicBezTo>
                      <a:pt x="66" y="306"/>
                      <a:pt x="66" y="306"/>
                      <a:pt x="66" y="306"/>
                    </a:cubicBezTo>
                    <a:cubicBezTo>
                      <a:pt x="0" y="27"/>
                      <a:pt x="0" y="27"/>
                      <a:pt x="0" y="27"/>
                    </a:cubicBezTo>
                    <a:cubicBezTo>
                      <a:pt x="116" y="0"/>
                      <a:pt x="116" y="0"/>
                      <a:pt x="116" y="0"/>
                    </a:cubicBezTo>
                    <a:cubicBezTo>
                      <a:pt x="179" y="267"/>
                      <a:pt x="179" y="267"/>
                      <a:pt x="179" y="267"/>
                    </a:cubicBezTo>
                    <a:cubicBezTo>
                      <a:pt x="184" y="277"/>
                      <a:pt x="187" y="281"/>
                      <a:pt x="188" y="283"/>
                    </a:cubicBezTo>
                    <a:cubicBezTo>
                      <a:pt x="190" y="284"/>
                      <a:pt x="195" y="284"/>
                      <a:pt x="203" y="284"/>
                    </a:cubicBezTo>
                    <a:cubicBezTo>
                      <a:pt x="398" y="282"/>
                      <a:pt x="398" y="282"/>
                      <a:pt x="398" y="282"/>
                    </a:cubicBezTo>
                    <a:cubicBezTo>
                      <a:pt x="399" y="401"/>
                      <a:pt x="399" y="401"/>
                      <a:pt x="399" y="401"/>
                    </a:cubicBezTo>
                    <a:cubicBezTo>
                      <a:pt x="205" y="403"/>
                      <a:pt x="205" y="403"/>
                      <a:pt x="205" y="403"/>
                    </a:cubicBezTo>
                    <a:cubicBezTo>
                      <a:pt x="204" y="403"/>
                      <a:pt x="203" y="403"/>
                      <a:pt x="202" y="403"/>
                    </a:cubicBezTo>
                    <a:close/>
                  </a:path>
                </a:pathLst>
              </a:custGeom>
              <a:solidFill>
                <a:srgbClr val="1D1D2E"/>
              </a:solidFill>
              <a:ln>
                <a:noFill/>
              </a:ln>
              <a:extLst>
                <a:ext uri="{91240B29-F687-4F45-9708-019B960494DF}">
                  <a14:hiddenLine xmlns:a14="http://schemas.microsoft.com/office/drawing/2010/main" w="9525">
                    <a:solidFill>
                      <a:srgbClr val="000000"/>
                    </a:solidFill>
                    <a:round/>
                    <a:headEnd/>
                    <a:tailEnd/>
                  </a14:hiddenLine>
                </a:ext>
              </a:extLst>
            </p:spPr>
            <p:txBody>
              <a:bodyPr anchor="ctr"/>
              <a:lstStyle/>
              <a:p>
                <a:pPr algn="ctr"/>
                <a:endParaRPr/>
              </a:p>
            </p:txBody>
          </p:sp>
          <p:sp>
            <p:nvSpPr>
              <p:cNvPr id="420" name="íSļïḑé">
                <a:extLst>
                  <a:ext uri="{FF2B5EF4-FFF2-40B4-BE49-F238E27FC236}">
                    <a16:creationId xmlns:a16="http://schemas.microsoft.com/office/drawing/2014/main" id="{E9CC5321-322D-4ABF-936A-D7DCD80C49AE}"/>
                  </a:ext>
                </a:extLst>
              </p:cNvPr>
              <p:cNvSpPr/>
              <p:nvPr/>
            </p:nvSpPr>
            <p:spPr bwMode="auto">
              <a:xfrm>
                <a:off x="3414" y="1857"/>
                <a:ext cx="807" cy="607"/>
              </a:xfrm>
              <a:custGeom>
                <a:avLst/>
                <a:gdLst>
                  <a:gd name="T0" fmla="*/ 473 w 633"/>
                  <a:gd name="T1" fmla="*/ 477 h 477"/>
                  <a:gd name="T2" fmla="*/ 0 w 633"/>
                  <a:gd name="T3" fmla="*/ 477 h 477"/>
                  <a:gd name="T4" fmla="*/ 126 w 633"/>
                  <a:gd name="T5" fmla="*/ 22 h 477"/>
                  <a:gd name="T6" fmla="*/ 156 w 633"/>
                  <a:gd name="T7" fmla="*/ 0 h 477"/>
                  <a:gd name="T8" fmla="*/ 599 w 633"/>
                  <a:gd name="T9" fmla="*/ 0 h 477"/>
                  <a:gd name="T10" fmla="*/ 628 w 633"/>
                  <a:gd name="T11" fmla="*/ 38 h 477"/>
                  <a:gd name="T12" fmla="*/ 515 w 633"/>
                  <a:gd name="T13" fmla="*/ 445 h 477"/>
                  <a:gd name="T14" fmla="*/ 473 w 633"/>
                  <a:gd name="T15" fmla="*/ 477 h 477"/>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633" h="477">
                    <a:moveTo>
                      <a:pt x="473" y="477"/>
                    </a:moveTo>
                    <a:cubicBezTo>
                      <a:pt x="0" y="477"/>
                      <a:pt x="0" y="477"/>
                      <a:pt x="0" y="477"/>
                    </a:cubicBezTo>
                    <a:cubicBezTo>
                      <a:pt x="126" y="22"/>
                      <a:pt x="126" y="22"/>
                      <a:pt x="126" y="22"/>
                    </a:cubicBezTo>
                    <a:cubicBezTo>
                      <a:pt x="130" y="9"/>
                      <a:pt x="142" y="0"/>
                      <a:pt x="156" y="0"/>
                    </a:cubicBezTo>
                    <a:cubicBezTo>
                      <a:pt x="599" y="0"/>
                      <a:pt x="599" y="0"/>
                      <a:pt x="599" y="0"/>
                    </a:cubicBezTo>
                    <a:cubicBezTo>
                      <a:pt x="619" y="0"/>
                      <a:pt x="633" y="19"/>
                      <a:pt x="628" y="38"/>
                    </a:cubicBezTo>
                    <a:cubicBezTo>
                      <a:pt x="515" y="445"/>
                      <a:pt x="515" y="445"/>
                      <a:pt x="515" y="445"/>
                    </a:cubicBezTo>
                    <a:cubicBezTo>
                      <a:pt x="510" y="464"/>
                      <a:pt x="493" y="477"/>
                      <a:pt x="473" y="477"/>
                    </a:cubicBezTo>
                  </a:path>
                </a:pathLst>
              </a:custGeom>
              <a:solidFill>
                <a:srgbClr val="A2A6C6"/>
              </a:solidFill>
              <a:ln>
                <a:noFill/>
              </a:ln>
              <a:extLst>
                <a:ext uri="{91240B29-F687-4F45-9708-019B960494DF}">
                  <a14:hiddenLine xmlns:a14="http://schemas.microsoft.com/office/drawing/2010/main" w="9525">
                    <a:solidFill>
                      <a:srgbClr val="000000"/>
                    </a:solidFill>
                    <a:round/>
                    <a:headEnd/>
                    <a:tailEnd/>
                  </a14:hiddenLine>
                </a:ext>
              </a:extLst>
            </p:spPr>
            <p:txBody>
              <a:bodyPr anchor="ctr"/>
              <a:lstStyle/>
              <a:p>
                <a:pPr algn="ctr"/>
                <a:endParaRPr/>
              </a:p>
            </p:txBody>
          </p:sp>
          <p:sp>
            <p:nvSpPr>
              <p:cNvPr id="421" name="íśļïḋé">
                <a:extLst>
                  <a:ext uri="{FF2B5EF4-FFF2-40B4-BE49-F238E27FC236}">
                    <a16:creationId xmlns:a16="http://schemas.microsoft.com/office/drawing/2014/main" id="{FE611B3F-449C-48D7-B1BF-4157EA496D16}"/>
                  </a:ext>
                </a:extLst>
              </p:cNvPr>
              <p:cNvSpPr/>
              <p:nvPr/>
            </p:nvSpPr>
            <p:spPr bwMode="auto">
              <a:xfrm>
                <a:off x="3381" y="1843"/>
                <a:ext cx="806" cy="608"/>
              </a:xfrm>
              <a:custGeom>
                <a:avLst/>
                <a:gdLst>
                  <a:gd name="T0" fmla="*/ 473 w 633"/>
                  <a:gd name="T1" fmla="*/ 478 h 478"/>
                  <a:gd name="T2" fmla="*/ 0 w 633"/>
                  <a:gd name="T3" fmla="*/ 478 h 478"/>
                  <a:gd name="T4" fmla="*/ 126 w 633"/>
                  <a:gd name="T5" fmla="*/ 23 h 478"/>
                  <a:gd name="T6" fmla="*/ 155 w 633"/>
                  <a:gd name="T7" fmla="*/ 0 h 478"/>
                  <a:gd name="T8" fmla="*/ 598 w 633"/>
                  <a:gd name="T9" fmla="*/ 0 h 478"/>
                  <a:gd name="T10" fmla="*/ 628 w 633"/>
                  <a:gd name="T11" fmla="*/ 39 h 478"/>
                  <a:gd name="T12" fmla="*/ 515 w 633"/>
                  <a:gd name="T13" fmla="*/ 446 h 478"/>
                  <a:gd name="T14" fmla="*/ 473 w 633"/>
                  <a:gd name="T15" fmla="*/ 478 h 478"/>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633" h="478">
                    <a:moveTo>
                      <a:pt x="473" y="478"/>
                    </a:moveTo>
                    <a:cubicBezTo>
                      <a:pt x="0" y="478"/>
                      <a:pt x="0" y="478"/>
                      <a:pt x="0" y="478"/>
                    </a:cubicBezTo>
                    <a:cubicBezTo>
                      <a:pt x="126" y="23"/>
                      <a:pt x="126" y="23"/>
                      <a:pt x="126" y="23"/>
                    </a:cubicBezTo>
                    <a:cubicBezTo>
                      <a:pt x="130" y="10"/>
                      <a:pt x="142" y="0"/>
                      <a:pt x="155" y="0"/>
                    </a:cubicBezTo>
                    <a:cubicBezTo>
                      <a:pt x="598" y="0"/>
                      <a:pt x="598" y="0"/>
                      <a:pt x="598" y="0"/>
                    </a:cubicBezTo>
                    <a:cubicBezTo>
                      <a:pt x="619" y="0"/>
                      <a:pt x="633" y="20"/>
                      <a:pt x="628" y="39"/>
                    </a:cubicBezTo>
                    <a:cubicBezTo>
                      <a:pt x="515" y="446"/>
                      <a:pt x="515" y="446"/>
                      <a:pt x="515" y="446"/>
                    </a:cubicBezTo>
                    <a:cubicBezTo>
                      <a:pt x="510" y="465"/>
                      <a:pt x="492" y="478"/>
                      <a:pt x="473" y="478"/>
                    </a:cubicBezTo>
                  </a:path>
                </a:pathLst>
              </a:custGeom>
              <a:solidFill>
                <a:srgbClr val="2E2E3C"/>
              </a:solidFill>
              <a:ln>
                <a:noFill/>
              </a:ln>
              <a:extLst>
                <a:ext uri="{91240B29-F687-4F45-9708-019B960494DF}">
                  <a14:hiddenLine xmlns:a14="http://schemas.microsoft.com/office/drawing/2010/main" w="9525">
                    <a:solidFill>
                      <a:srgbClr val="000000"/>
                    </a:solidFill>
                    <a:round/>
                    <a:headEnd/>
                    <a:tailEnd/>
                  </a14:hiddenLine>
                </a:ext>
              </a:extLst>
            </p:spPr>
            <p:txBody>
              <a:bodyPr anchor="ctr"/>
              <a:lstStyle/>
              <a:p>
                <a:pPr algn="ctr"/>
                <a:endParaRPr/>
              </a:p>
            </p:txBody>
          </p:sp>
          <p:sp>
            <p:nvSpPr>
              <p:cNvPr id="422" name="íŝļïďè">
                <a:extLst>
                  <a:ext uri="{FF2B5EF4-FFF2-40B4-BE49-F238E27FC236}">
                    <a16:creationId xmlns:a16="http://schemas.microsoft.com/office/drawing/2014/main" id="{DE679394-E5C8-4E18-AFFF-D95F5C6E04C0}"/>
                  </a:ext>
                </a:extLst>
              </p:cNvPr>
              <p:cNvSpPr/>
              <p:nvPr/>
            </p:nvSpPr>
            <p:spPr bwMode="auto">
              <a:xfrm>
                <a:off x="3409" y="1870"/>
                <a:ext cx="745" cy="556"/>
              </a:xfrm>
              <a:custGeom>
                <a:avLst/>
                <a:gdLst>
                  <a:gd name="T0" fmla="*/ 580 w 585"/>
                  <a:gd name="T1" fmla="*/ 36 h 437"/>
                  <a:gd name="T2" fmla="*/ 469 w 585"/>
                  <a:gd name="T3" fmla="*/ 437 h 437"/>
                  <a:gd name="T4" fmla="*/ 0 w 585"/>
                  <a:gd name="T5" fmla="*/ 437 h 437"/>
                  <a:gd name="T6" fmla="*/ 6 w 585"/>
                  <a:gd name="T7" fmla="*/ 414 h 437"/>
                  <a:gd name="T8" fmla="*/ 116 w 585"/>
                  <a:gd name="T9" fmla="*/ 21 h 437"/>
                  <a:gd name="T10" fmla="*/ 143 w 585"/>
                  <a:gd name="T11" fmla="*/ 0 h 437"/>
                  <a:gd name="T12" fmla="*/ 553 w 585"/>
                  <a:gd name="T13" fmla="*/ 0 h 437"/>
                  <a:gd name="T14" fmla="*/ 580 w 585"/>
                  <a:gd name="T15" fmla="*/ 36 h 437"/>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585" h="437">
                    <a:moveTo>
                      <a:pt x="580" y="36"/>
                    </a:moveTo>
                    <a:cubicBezTo>
                      <a:pt x="469" y="437"/>
                      <a:pt x="469" y="437"/>
                      <a:pt x="469" y="437"/>
                    </a:cubicBezTo>
                    <a:cubicBezTo>
                      <a:pt x="0" y="437"/>
                      <a:pt x="0" y="437"/>
                      <a:pt x="0" y="437"/>
                    </a:cubicBezTo>
                    <a:cubicBezTo>
                      <a:pt x="6" y="414"/>
                      <a:pt x="6" y="414"/>
                      <a:pt x="6" y="414"/>
                    </a:cubicBezTo>
                    <a:cubicBezTo>
                      <a:pt x="116" y="21"/>
                      <a:pt x="116" y="21"/>
                      <a:pt x="116" y="21"/>
                    </a:cubicBezTo>
                    <a:cubicBezTo>
                      <a:pt x="119" y="9"/>
                      <a:pt x="130" y="0"/>
                      <a:pt x="143" y="0"/>
                    </a:cubicBezTo>
                    <a:cubicBezTo>
                      <a:pt x="553" y="0"/>
                      <a:pt x="553" y="0"/>
                      <a:pt x="553" y="0"/>
                    </a:cubicBezTo>
                    <a:cubicBezTo>
                      <a:pt x="572" y="0"/>
                      <a:pt x="585" y="18"/>
                      <a:pt x="580" y="36"/>
                    </a:cubicBezTo>
                  </a:path>
                </a:pathLst>
              </a:custGeom>
              <a:solidFill>
                <a:srgbClr val="305892"/>
              </a:solidFill>
              <a:ln>
                <a:noFill/>
              </a:ln>
              <a:extLst>
                <a:ext uri="{91240B29-F687-4F45-9708-019B960494DF}">
                  <a14:hiddenLine xmlns:a14="http://schemas.microsoft.com/office/drawing/2010/main" w="9525">
                    <a:solidFill>
                      <a:srgbClr val="000000"/>
                    </a:solidFill>
                    <a:round/>
                    <a:headEnd/>
                    <a:tailEnd/>
                  </a14:hiddenLine>
                </a:ext>
              </a:extLst>
            </p:spPr>
            <p:txBody>
              <a:bodyPr anchor="ctr"/>
              <a:lstStyle/>
              <a:p>
                <a:pPr algn="ctr"/>
                <a:endParaRPr/>
              </a:p>
            </p:txBody>
          </p:sp>
          <p:sp>
            <p:nvSpPr>
              <p:cNvPr id="423" name="ïślîḑê">
                <a:extLst>
                  <a:ext uri="{FF2B5EF4-FFF2-40B4-BE49-F238E27FC236}">
                    <a16:creationId xmlns:a16="http://schemas.microsoft.com/office/drawing/2014/main" id="{541FAF67-3714-49DF-BE35-6AC4710AFDCA}"/>
                  </a:ext>
                </a:extLst>
              </p:cNvPr>
              <p:cNvSpPr/>
              <p:nvPr/>
            </p:nvSpPr>
            <p:spPr bwMode="auto">
              <a:xfrm>
                <a:off x="3613" y="1914"/>
                <a:ext cx="187" cy="13"/>
              </a:xfrm>
              <a:custGeom>
                <a:avLst/>
                <a:gdLst>
                  <a:gd name="T0" fmla="*/ 183 w 187"/>
                  <a:gd name="T1" fmla="*/ 13 h 13"/>
                  <a:gd name="T2" fmla="*/ 0 w 187"/>
                  <a:gd name="T3" fmla="*/ 13 h 13"/>
                  <a:gd name="T4" fmla="*/ 4 w 187"/>
                  <a:gd name="T5" fmla="*/ 0 h 13"/>
                  <a:gd name="T6" fmla="*/ 187 w 187"/>
                  <a:gd name="T7" fmla="*/ 0 h 13"/>
                  <a:gd name="T8" fmla="*/ 183 w 187"/>
                  <a:gd name="T9" fmla="*/ 13 h 13"/>
                </a:gdLst>
                <a:ahLst/>
                <a:cxnLst>
                  <a:cxn ang="0">
                    <a:pos x="T0" y="T1"/>
                  </a:cxn>
                  <a:cxn ang="0">
                    <a:pos x="T2" y="T3"/>
                  </a:cxn>
                  <a:cxn ang="0">
                    <a:pos x="T4" y="T5"/>
                  </a:cxn>
                  <a:cxn ang="0">
                    <a:pos x="T6" y="T7"/>
                  </a:cxn>
                  <a:cxn ang="0">
                    <a:pos x="T8" y="T9"/>
                  </a:cxn>
                </a:cxnLst>
                <a:rect l="0" t="0" r="r" b="b"/>
                <a:pathLst>
                  <a:path w="187" h="13">
                    <a:moveTo>
                      <a:pt x="183" y="13"/>
                    </a:moveTo>
                    <a:lnTo>
                      <a:pt x="0" y="13"/>
                    </a:lnTo>
                    <a:lnTo>
                      <a:pt x="4" y="0"/>
                    </a:lnTo>
                    <a:lnTo>
                      <a:pt x="187" y="0"/>
                    </a:lnTo>
                    <a:lnTo>
                      <a:pt x="183" y="13"/>
                    </a:lnTo>
                    <a:close/>
                  </a:path>
                </a:pathLst>
              </a:custGeom>
              <a:solidFill>
                <a:srgbClr val="EDEFF1"/>
              </a:solidFill>
              <a:ln>
                <a:noFill/>
              </a:ln>
              <a:extLst>
                <a:ext uri="{91240B29-F687-4F45-9708-019B960494DF}">
                  <a14:hiddenLine xmlns:a14="http://schemas.microsoft.com/office/drawing/2010/main" w="9525">
                    <a:solidFill>
                      <a:srgbClr val="000000"/>
                    </a:solidFill>
                    <a:round/>
                    <a:headEnd/>
                    <a:tailEnd/>
                  </a14:hiddenLine>
                </a:ext>
              </a:extLst>
            </p:spPr>
            <p:txBody>
              <a:bodyPr anchor="ctr"/>
              <a:lstStyle/>
              <a:p>
                <a:pPr algn="ctr"/>
                <a:endParaRPr/>
              </a:p>
            </p:txBody>
          </p:sp>
          <p:sp>
            <p:nvSpPr>
              <p:cNvPr id="424" name="îŝḻîďê">
                <a:extLst>
                  <a:ext uri="{FF2B5EF4-FFF2-40B4-BE49-F238E27FC236}">
                    <a16:creationId xmlns:a16="http://schemas.microsoft.com/office/drawing/2014/main" id="{5C5222AD-533C-495A-AAF6-94F11C78E2C3}"/>
                  </a:ext>
                </a:extLst>
              </p:cNvPr>
              <p:cNvSpPr/>
              <p:nvPr/>
            </p:nvSpPr>
            <p:spPr bwMode="auto">
              <a:xfrm>
                <a:off x="3613" y="1914"/>
                <a:ext cx="187" cy="13"/>
              </a:xfrm>
              <a:custGeom>
                <a:avLst/>
                <a:gdLst>
                  <a:gd name="T0" fmla="*/ 183 w 187"/>
                  <a:gd name="T1" fmla="*/ 13 h 13"/>
                  <a:gd name="T2" fmla="*/ 0 w 187"/>
                  <a:gd name="T3" fmla="*/ 13 h 13"/>
                  <a:gd name="T4" fmla="*/ 4 w 187"/>
                  <a:gd name="T5" fmla="*/ 0 h 13"/>
                  <a:gd name="T6" fmla="*/ 187 w 187"/>
                  <a:gd name="T7" fmla="*/ 0 h 13"/>
                  <a:gd name="T8" fmla="*/ 183 w 187"/>
                  <a:gd name="T9" fmla="*/ 13 h 13"/>
                </a:gdLst>
                <a:ahLst/>
                <a:cxnLst>
                  <a:cxn ang="0">
                    <a:pos x="T0" y="T1"/>
                  </a:cxn>
                  <a:cxn ang="0">
                    <a:pos x="T2" y="T3"/>
                  </a:cxn>
                  <a:cxn ang="0">
                    <a:pos x="T4" y="T5"/>
                  </a:cxn>
                  <a:cxn ang="0">
                    <a:pos x="T6" y="T7"/>
                  </a:cxn>
                  <a:cxn ang="0">
                    <a:pos x="T8" y="T9"/>
                  </a:cxn>
                </a:cxnLst>
                <a:rect l="0" t="0" r="r" b="b"/>
                <a:pathLst>
                  <a:path w="187" h="13">
                    <a:moveTo>
                      <a:pt x="183" y="13"/>
                    </a:moveTo>
                    <a:lnTo>
                      <a:pt x="0" y="13"/>
                    </a:lnTo>
                    <a:lnTo>
                      <a:pt x="4" y="0"/>
                    </a:lnTo>
                    <a:lnTo>
                      <a:pt x="187" y="0"/>
                    </a:lnTo>
                    <a:lnTo>
                      <a:pt x="183" y="13"/>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anchor="ctr"/>
              <a:lstStyle/>
              <a:p>
                <a:pPr algn="ctr"/>
                <a:endParaRPr/>
              </a:p>
            </p:txBody>
          </p:sp>
          <p:sp>
            <p:nvSpPr>
              <p:cNvPr id="425" name="ïṣļiḍê">
                <a:extLst>
                  <a:ext uri="{FF2B5EF4-FFF2-40B4-BE49-F238E27FC236}">
                    <a16:creationId xmlns:a16="http://schemas.microsoft.com/office/drawing/2014/main" id="{B67BE7CF-D891-4FCF-8D7C-9F1D5352DD7E}"/>
                  </a:ext>
                </a:extLst>
              </p:cNvPr>
              <p:cNvSpPr/>
              <p:nvPr/>
            </p:nvSpPr>
            <p:spPr bwMode="auto">
              <a:xfrm>
                <a:off x="3876" y="1914"/>
                <a:ext cx="91" cy="13"/>
              </a:xfrm>
              <a:custGeom>
                <a:avLst/>
                <a:gdLst>
                  <a:gd name="T0" fmla="*/ 87 w 91"/>
                  <a:gd name="T1" fmla="*/ 13 h 13"/>
                  <a:gd name="T2" fmla="*/ 0 w 91"/>
                  <a:gd name="T3" fmla="*/ 13 h 13"/>
                  <a:gd name="T4" fmla="*/ 4 w 91"/>
                  <a:gd name="T5" fmla="*/ 0 h 13"/>
                  <a:gd name="T6" fmla="*/ 91 w 91"/>
                  <a:gd name="T7" fmla="*/ 0 h 13"/>
                  <a:gd name="T8" fmla="*/ 87 w 91"/>
                  <a:gd name="T9" fmla="*/ 13 h 13"/>
                </a:gdLst>
                <a:ahLst/>
                <a:cxnLst>
                  <a:cxn ang="0">
                    <a:pos x="T0" y="T1"/>
                  </a:cxn>
                  <a:cxn ang="0">
                    <a:pos x="T2" y="T3"/>
                  </a:cxn>
                  <a:cxn ang="0">
                    <a:pos x="T4" y="T5"/>
                  </a:cxn>
                  <a:cxn ang="0">
                    <a:pos x="T6" y="T7"/>
                  </a:cxn>
                  <a:cxn ang="0">
                    <a:pos x="T8" y="T9"/>
                  </a:cxn>
                </a:cxnLst>
                <a:rect l="0" t="0" r="r" b="b"/>
                <a:pathLst>
                  <a:path w="91" h="13">
                    <a:moveTo>
                      <a:pt x="87" y="13"/>
                    </a:moveTo>
                    <a:lnTo>
                      <a:pt x="0" y="13"/>
                    </a:lnTo>
                    <a:lnTo>
                      <a:pt x="4" y="0"/>
                    </a:lnTo>
                    <a:lnTo>
                      <a:pt x="91" y="0"/>
                    </a:lnTo>
                    <a:lnTo>
                      <a:pt x="87" y="13"/>
                    </a:lnTo>
                    <a:close/>
                  </a:path>
                </a:pathLst>
              </a:custGeom>
              <a:solidFill>
                <a:srgbClr val="DF3A3A"/>
              </a:solidFill>
              <a:ln>
                <a:noFill/>
              </a:ln>
              <a:extLst>
                <a:ext uri="{91240B29-F687-4F45-9708-019B960494DF}">
                  <a14:hiddenLine xmlns:a14="http://schemas.microsoft.com/office/drawing/2010/main" w="9525">
                    <a:solidFill>
                      <a:srgbClr val="000000"/>
                    </a:solidFill>
                    <a:round/>
                    <a:headEnd/>
                    <a:tailEnd/>
                  </a14:hiddenLine>
                </a:ext>
              </a:extLst>
            </p:spPr>
            <p:txBody>
              <a:bodyPr anchor="ctr"/>
              <a:lstStyle/>
              <a:p>
                <a:pPr algn="ctr"/>
                <a:endParaRPr/>
              </a:p>
            </p:txBody>
          </p:sp>
          <p:sp>
            <p:nvSpPr>
              <p:cNvPr id="426" name="išḷîde">
                <a:extLst>
                  <a:ext uri="{FF2B5EF4-FFF2-40B4-BE49-F238E27FC236}">
                    <a16:creationId xmlns:a16="http://schemas.microsoft.com/office/drawing/2014/main" id="{2FC1516C-4096-4CF7-BF00-D8C07B6067BE}"/>
                  </a:ext>
                </a:extLst>
              </p:cNvPr>
              <p:cNvSpPr/>
              <p:nvPr/>
            </p:nvSpPr>
            <p:spPr bwMode="auto">
              <a:xfrm>
                <a:off x="3876" y="1914"/>
                <a:ext cx="91" cy="13"/>
              </a:xfrm>
              <a:custGeom>
                <a:avLst/>
                <a:gdLst>
                  <a:gd name="T0" fmla="*/ 87 w 91"/>
                  <a:gd name="T1" fmla="*/ 13 h 13"/>
                  <a:gd name="T2" fmla="*/ 0 w 91"/>
                  <a:gd name="T3" fmla="*/ 13 h 13"/>
                  <a:gd name="T4" fmla="*/ 4 w 91"/>
                  <a:gd name="T5" fmla="*/ 0 h 13"/>
                  <a:gd name="T6" fmla="*/ 91 w 91"/>
                  <a:gd name="T7" fmla="*/ 0 h 13"/>
                  <a:gd name="T8" fmla="*/ 87 w 91"/>
                  <a:gd name="T9" fmla="*/ 13 h 13"/>
                </a:gdLst>
                <a:ahLst/>
                <a:cxnLst>
                  <a:cxn ang="0">
                    <a:pos x="T0" y="T1"/>
                  </a:cxn>
                  <a:cxn ang="0">
                    <a:pos x="T2" y="T3"/>
                  </a:cxn>
                  <a:cxn ang="0">
                    <a:pos x="T4" y="T5"/>
                  </a:cxn>
                  <a:cxn ang="0">
                    <a:pos x="T6" y="T7"/>
                  </a:cxn>
                  <a:cxn ang="0">
                    <a:pos x="T8" y="T9"/>
                  </a:cxn>
                </a:cxnLst>
                <a:rect l="0" t="0" r="r" b="b"/>
                <a:pathLst>
                  <a:path w="91" h="13">
                    <a:moveTo>
                      <a:pt x="87" y="13"/>
                    </a:moveTo>
                    <a:lnTo>
                      <a:pt x="0" y="13"/>
                    </a:lnTo>
                    <a:lnTo>
                      <a:pt x="4" y="0"/>
                    </a:lnTo>
                    <a:lnTo>
                      <a:pt x="91" y="0"/>
                    </a:lnTo>
                    <a:lnTo>
                      <a:pt x="87" y="13"/>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anchor="ctr"/>
              <a:lstStyle/>
              <a:p>
                <a:pPr algn="ctr"/>
                <a:endParaRPr/>
              </a:p>
            </p:txBody>
          </p:sp>
          <p:sp>
            <p:nvSpPr>
              <p:cNvPr id="427" name="ísḻídê">
                <a:extLst>
                  <a:ext uri="{FF2B5EF4-FFF2-40B4-BE49-F238E27FC236}">
                    <a16:creationId xmlns:a16="http://schemas.microsoft.com/office/drawing/2014/main" id="{E37CEB53-DF50-4B58-9F0E-99A7E0017462}"/>
                  </a:ext>
                </a:extLst>
              </p:cNvPr>
              <p:cNvSpPr/>
              <p:nvPr/>
            </p:nvSpPr>
            <p:spPr bwMode="auto">
              <a:xfrm>
                <a:off x="4001" y="1914"/>
                <a:ext cx="92" cy="13"/>
              </a:xfrm>
              <a:custGeom>
                <a:avLst/>
                <a:gdLst>
                  <a:gd name="T0" fmla="*/ 88 w 92"/>
                  <a:gd name="T1" fmla="*/ 13 h 13"/>
                  <a:gd name="T2" fmla="*/ 0 w 92"/>
                  <a:gd name="T3" fmla="*/ 13 h 13"/>
                  <a:gd name="T4" fmla="*/ 4 w 92"/>
                  <a:gd name="T5" fmla="*/ 0 h 13"/>
                  <a:gd name="T6" fmla="*/ 92 w 92"/>
                  <a:gd name="T7" fmla="*/ 0 h 13"/>
                  <a:gd name="T8" fmla="*/ 88 w 92"/>
                  <a:gd name="T9" fmla="*/ 13 h 13"/>
                </a:gdLst>
                <a:ahLst/>
                <a:cxnLst>
                  <a:cxn ang="0">
                    <a:pos x="T0" y="T1"/>
                  </a:cxn>
                  <a:cxn ang="0">
                    <a:pos x="T2" y="T3"/>
                  </a:cxn>
                  <a:cxn ang="0">
                    <a:pos x="T4" y="T5"/>
                  </a:cxn>
                  <a:cxn ang="0">
                    <a:pos x="T6" y="T7"/>
                  </a:cxn>
                  <a:cxn ang="0">
                    <a:pos x="T8" y="T9"/>
                  </a:cxn>
                </a:cxnLst>
                <a:rect l="0" t="0" r="r" b="b"/>
                <a:pathLst>
                  <a:path w="92" h="13">
                    <a:moveTo>
                      <a:pt x="88" y="13"/>
                    </a:moveTo>
                    <a:lnTo>
                      <a:pt x="0" y="13"/>
                    </a:lnTo>
                    <a:lnTo>
                      <a:pt x="4" y="0"/>
                    </a:lnTo>
                    <a:lnTo>
                      <a:pt x="92" y="0"/>
                    </a:lnTo>
                    <a:lnTo>
                      <a:pt x="88" y="13"/>
                    </a:lnTo>
                    <a:close/>
                  </a:path>
                </a:pathLst>
              </a:custGeom>
              <a:solidFill>
                <a:srgbClr val="A09CAE"/>
              </a:solidFill>
              <a:ln>
                <a:noFill/>
              </a:ln>
              <a:extLst>
                <a:ext uri="{91240B29-F687-4F45-9708-019B960494DF}">
                  <a14:hiddenLine xmlns:a14="http://schemas.microsoft.com/office/drawing/2010/main" w="9525">
                    <a:solidFill>
                      <a:srgbClr val="000000"/>
                    </a:solidFill>
                    <a:round/>
                    <a:headEnd/>
                    <a:tailEnd/>
                  </a14:hiddenLine>
                </a:ext>
              </a:extLst>
            </p:spPr>
            <p:txBody>
              <a:bodyPr anchor="ctr"/>
              <a:lstStyle/>
              <a:p>
                <a:pPr algn="ctr"/>
                <a:endParaRPr/>
              </a:p>
            </p:txBody>
          </p:sp>
          <p:sp>
            <p:nvSpPr>
              <p:cNvPr id="428" name="îṡḷîḓè">
                <a:extLst>
                  <a:ext uri="{FF2B5EF4-FFF2-40B4-BE49-F238E27FC236}">
                    <a16:creationId xmlns:a16="http://schemas.microsoft.com/office/drawing/2014/main" id="{CECA652E-DB5E-4294-9FC0-134FA8E8464C}"/>
                  </a:ext>
                </a:extLst>
              </p:cNvPr>
              <p:cNvSpPr/>
              <p:nvPr/>
            </p:nvSpPr>
            <p:spPr bwMode="auto">
              <a:xfrm>
                <a:off x="4001" y="1914"/>
                <a:ext cx="92" cy="13"/>
              </a:xfrm>
              <a:custGeom>
                <a:avLst/>
                <a:gdLst>
                  <a:gd name="T0" fmla="*/ 88 w 92"/>
                  <a:gd name="T1" fmla="*/ 13 h 13"/>
                  <a:gd name="T2" fmla="*/ 0 w 92"/>
                  <a:gd name="T3" fmla="*/ 13 h 13"/>
                  <a:gd name="T4" fmla="*/ 4 w 92"/>
                  <a:gd name="T5" fmla="*/ 0 h 13"/>
                  <a:gd name="T6" fmla="*/ 92 w 92"/>
                  <a:gd name="T7" fmla="*/ 0 h 13"/>
                  <a:gd name="T8" fmla="*/ 88 w 92"/>
                  <a:gd name="T9" fmla="*/ 13 h 13"/>
                </a:gdLst>
                <a:ahLst/>
                <a:cxnLst>
                  <a:cxn ang="0">
                    <a:pos x="T0" y="T1"/>
                  </a:cxn>
                  <a:cxn ang="0">
                    <a:pos x="T2" y="T3"/>
                  </a:cxn>
                  <a:cxn ang="0">
                    <a:pos x="T4" y="T5"/>
                  </a:cxn>
                  <a:cxn ang="0">
                    <a:pos x="T6" y="T7"/>
                  </a:cxn>
                  <a:cxn ang="0">
                    <a:pos x="T8" y="T9"/>
                  </a:cxn>
                </a:cxnLst>
                <a:rect l="0" t="0" r="r" b="b"/>
                <a:pathLst>
                  <a:path w="92" h="13">
                    <a:moveTo>
                      <a:pt x="88" y="13"/>
                    </a:moveTo>
                    <a:lnTo>
                      <a:pt x="0" y="13"/>
                    </a:lnTo>
                    <a:lnTo>
                      <a:pt x="4" y="0"/>
                    </a:lnTo>
                    <a:lnTo>
                      <a:pt x="92" y="0"/>
                    </a:lnTo>
                    <a:lnTo>
                      <a:pt x="88" y="13"/>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anchor="ctr"/>
              <a:lstStyle/>
              <a:p>
                <a:pPr algn="ctr"/>
                <a:endParaRPr/>
              </a:p>
            </p:txBody>
          </p:sp>
          <p:sp>
            <p:nvSpPr>
              <p:cNvPr id="429" name="ïṣľîḋê">
                <a:extLst>
                  <a:ext uri="{FF2B5EF4-FFF2-40B4-BE49-F238E27FC236}">
                    <a16:creationId xmlns:a16="http://schemas.microsoft.com/office/drawing/2014/main" id="{AEA0F78E-6F39-466D-9437-EDA3805ABBAC}"/>
                  </a:ext>
                </a:extLst>
              </p:cNvPr>
              <p:cNvSpPr/>
              <p:nvPr/>
            </p:nvSpPr>
            <p:spPr bwMode="auto">
              <a:xfrm>
                <a:off x="3971" y="1914"/>
                <a:ext cx="24" cy="13"/>
              </a:xfrm>
              <a:custGeom>
                <a:avLst/>
                <a:gdLst>
                  <a:gd name="T0" fmla="*/ 20 w 24"/>
                  <a:gd name="T1" fmla="*/ 13 h 13"/>
                  <a:gd name="T2" fmla="*/ 0 w 24"/>
                  <a:gd name="T3" fmla="*/ 13 h 13"/>
                  <a:gd name="T4" fmla="*/ 4 w 24"/>
                  <a:gd name="T5" fmla="*/ 0 h 13"/>
                  <a:gd name="T6" fmla="*/ 24 w 24"/>
                  <a:gd name="T7" fmla="*/ 0 h 13"/>
                  <a:gd name="T8" fmla="*/ 20 w 24"/>
                  <a:gd name="T9" fmla="*/ 13 h 13"/>
                </a:gdLst>
                <a:ahLst/>
                <a:cxnLst>
                  <a:cxn ang="0">
                    <a:pos x="T0" y="T1"/>
                  </a:cxn>
                  <a:cxn ang="0">
                    <a:pos x="T2" y="T3"/>
                  </a:cxn>
                  <a:cxn ang="0">
                    <a:pos x="T4" y="T5"/>
                  </a:cxn>
                  <a:cxn ang="0">
                    <a:pos x="T6" y="T7"/>
                  </a:cxn>
                  <a:cxn ang="0">
                    <a:pos x="T8" y="T9"/>
                  </a:cxn>
                </a:cxnLst>
                <a:rect l="0" t="0" r="r" b="b"/>
                <a:pathLst>
                  <a:path w="24" h="13">
                    <a:moveTo>
                      <a:pt x="20" y="13"/>
                    </a:moveTo>
                    <a:lnTo>
                      <a:pt x="0" y="13"/>
                    </a:lnTo>
                    <a:lnTo>
                      <a:pt x="4" y="0"/>
                    </a:lnTo>
                    <a:lnTo>
                      <a:pt x="24" y="0"/>
                    </a:lnTo>
                    <a:lnTo>
                      <a:pt x="20" y="13"/>
                    </a:lnTo>
                    <a:close/>
                  </a:path>
                </a:pathLst>
              </a:custGeom>
              <a:solidFill>
                <a:srgbClr val="7299E9"/>
              </a:solidFill>
              <a:ln>
                <a:noFill/>
              </a:ln>
              <a:extLst>
                <a:ext uri="{91240B29-F687-4F45-9708-019B960494DF}">
                  <a14:hiddenLine xmlns:a14="http://schemas.microsoft.com/office/drawing/2010/main" w="9525">
                    <a:solidFill>
                      <a:srgbClr val="000000"/>
                    </a:solidFill>
                    <a:round/>
                    <a:headEnd/>
                    <a:tailEnd/>
                  </a14:hiddenLine>
                </a:ext>
              </a:extLst>
            </p:spPr>
            <p:txBody>
              <a:bodyPr anchor="ctr"/>
              <a:lstStyle/>
              <a:p>
                <a:pPr algn="ctr"/>
                <a:endParaRPr/>
              </a:p>
            </p:txBody>
          </p:sp>
          <p:sp>
            <p:nvSpPr>
              <p:cNvPr id="430" name="îṣľîdé">
                <a:extLst>
                  <a:ext uri="{FF2B5EF4-FFF2-40B4-BE49-F238E27FC236}">
                    <a16:creationId xmlns:a16="http://schemas.microsoft.com/office/drawing/2014/main" id="{C6A9B3FC-0B01-4844-8800-316EAB628A8B}"/>
                  </a:ext>
                </a:extLst>
              </p:cNvPr>
              <p:cNvSpPr/>
              <p:nvPr/>
            </p:nvSpPr>
            <p:spPr bwMode="auto">
              <a:xfrm>
                <a:off x="3971" y="1914"/>
                <a:ext cx="24" cy="13"/>
              </a:xfrm>
              <a:custGeom>
                <a:avLst/>
                <a:gdLst>
                  <a:gd name="T0" fmla="*/ 20 w 24"/>
                  <a:gd name="T1" fmla="*/ 13 h 13"/>
                  <a:gd name="T2" fmla="*/ 0 w 24"/>
                  <a:gd name="T3" fmla="*/ 13 h 13"/>
                  <a:gd name="T4" fmla="*/ 4 w 24"/>
                  <a:gd name="T5" fmla="*/ 0 h 13"/>
                  <a:gd name="T6" fmla="*/ 24 w 24"/>
                  <a:gd name="T7" fmla="*/ 0 h 13"/>
                  <a:gd name="T8" fmla="*/ 20 w 24"/>
                  <a:gd name="T9" fmla="*/ 13 h 13"/>
                </a:gdLst>
                <a:ahLst/>
                <a:cxnLst>
                  <a:cxn ang="0">
                    <a:pos x="T0" y="T1"/>
                  </a:cxn>
                  <a:cxn ang="0">
                    <a:pos x="T2" y="T3"/>
                  </a:cxn>
                  <a:cxn ang="0">
                    <a:pos x="T4" y="T5"/>
                  </a:cxn>
                  <a:cxn ang="0">
                    <a:pos x="T6" y="T7"/>
                  </a:cxn>
                  <a:cxn ang="0">
                    <a:pos x="T8" y="T9"/>
                  </a:cxn>
                </a:cxnLst>
                <a:rect l="0" t="0" r="r" b="b"/>
                <a:pathLst>
                  <a:path w="24" h="13">
                    <a:moveTo>
                      <a:pt x="20" y="13"/>
                    </a:moveTo>
                    <a:lnTo>
                      <a:pt x="0" y="13"/>
                    </a:lnTo>
                    <a:lnTo>
                      <a:pt x="4" y="0"/>
                    </a:lnTo>
                    <a:lnTo>
                      <a:pt x="24" y="0"/>
                    </a:lnTo>
                    <a:lnTo>
                      <a:pt x="20" y="13"/>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anchor="ctr"/>
              <a:lstStyle/>
              <a:p>
                <a:pPr algn="ctr"/>
                <a:endParaRPr/>
              </a:p>
            </p:txBody>
          </p:sp>
          <p:sp>
            <p:nvSpPr>
              <p:cNvPr id="431" name="ïṡlïďe">
                <a:extLst>
                  <a:ext uri="{FF2B5EF4-FFF2-40B4-BE49-F238E27FC236}">
                    <a16:creationId xmlns:a16="http://schemas.microsoft.com/office/drawing/2014/main" id="{5A2210E1-D798-4EBE-9455-DBE8CE886D88}"/>
                  </a:ext>
                </a:extLst>
              </p:cNvPr>
              <p:cNvSpPr/>
              <p:nvPr/>
            </p:nvSpPr>
            <p:spPr bwMode="auto">
              <a:xfrm>
                <a:off x="3805" y="1914"/>
                <a:ext cx="65" cy="13"/>
              </a:xfrm>
              <a:custGeom>
                <a:avLst/>
                <a:gdLst>
                  <a:gd name="T0" fmla="*/ 61 w 65"/>
                  <a:gd name="T1" fmla="*/ 13 h 13"/>
                  <a:gd name="T2" fmla="*/ 0 w 65"/>
                  <a:gd name="T3" fmla="*/ 13 h 13"/>
                  <a:gd name="T4" fmla="*/ 4 w 65"/>
                  <a:gd name="T5" fmla="*/ 0 h 13"/>
                  <a:gd name="T6" fmla="*/ 65 w 65"/>
                  <a:gd name="T7" fmla="*/ 0 h 13"/>
                  <a:gd name="T8" fmla="*/ 61 w 65"/>
                  <a:gd name="T9" fmla="*/ 13 h 13"/>
                </a:gdLst>
                <a:ahLst/>
                <a:cxnLst>
                  <a:cxn ang="0">
                    <a:pos x="T0" y="T1"/>
                  </a:cxn>
                  <a:cxn ang="0">
                    <a:pos x="T2" y="T3"/>
                  </a:cxn>
                  <a:cxn ang="0">
                    <a:pos x="T4" y="T5"/>
                  </a:cxn>
                  <a:cxn ang="0">
                    <a:pos x="T6" y="T7"/>
                  </a:cxn>
                  <a:cxn ang="0">
                    <a:pos x="T8" y="T9"/>
                  </a:cxn>
                </a:cxnLst>
                <a:rect l="0" t="0" r="r" b="b"/>
                <a:pathLst>
                  <a:path w="65" h="13">
                    <a:moveTo>
                      <a:pt x="61" y="13"/>
                    </a:moveTo>
                    <a:lnTo>
                      <a:pt x="0" y="13"/>
                    </a:lnTo>
                    <a:lnTo>
                      <a:pt x="4" y="0"/>
                    </a:lnTo>
                    <a:lnTo>
                      <a:pt x="65" y="0"/>
                    </a:lnTo>
                    <a:lnTo>
                      <a:pt x="61" y="13"/>
                    </a:lnTo>
                    <a:close/>
                  </a:path>
                </a:pathLst>
              </a:custGeom>
              <a:solidFill>
                <a:srgbClr val="A09CAE"/>
              </a:solidFill>
              <a:ln>
                <a:noFill/>
              </a:ln>
              <a:extLst>
                <a:ext uri="{91240B29-F687-4F45-9708-019B960494DF}">
                  <a14:hiddenLine xmlns:a14="http://schemas.microsoft.com/office/drawing/2010/main" w="9525">
                    <a:solidFill>
                      <a:srgbClr val="000000"/>
                    </a:solidFill>
                    <a:round/>
                    <a:headEnd/>
                    <a:tailEnd/>
                  </a14:hiddenLine>
                </a:ext>
              </a:extLst>
            </p:spPr>
            <p:txBody>
              <a:bodyPr anchor="ctr"/>
              <a:lstStyle/>
              <a:p>
                <a:pPr algn="ctr"/>
                <a:endParaRPr/>
              </a:p>
            </p:txBody>
          </p:sp>
          <p:sp>
            <p:nvSpPr>
              <p:cNvPr id="432" name="îśliḍè">
                <a:extLst>
                  <a:ext uri="{FF2B5EF4-FFF2-40B4-BE49-F238E27FC236}">
                    <a16:creationId xmlns:a16="http://schemas.microsoft.com/office/drawing/2014/main" id="{2CCD46DF-5420-4B84-827D-0295F04301F4}"/>
                  </a:ext>
                </a:extLst>
              </p:cNvPr>
              <p:cNvSpPr/>
              <p:nvPr/>
            </p:nvSpPr>
            <p:spPr bwMode="auto">
              <a:xfrm>
                <a:off x="3805" y="1914"/>
                <a:ext cx="65" cy="13"/>
              </a:xfrm>
              <a:custGeom>
                <a:avLst/>
                <a:gdLst>
                  <a:gd name="T0" fmla="*/ 61 w 65"/>
                  <a:gd name="T1" fmla="*/ 13 h 13"/>
                  <a:gd name="T2" fmla="*/ 0 w 65"/>
                  <a:gd name="T3" fmla="*/ 13 h 13"/>
                  <a:gd name="T4" fmla="*/ 4 w 65"/>
                  <a:gd name="T5" fmla="*/ 0 h 13"/>
                  <a:gd name="T6" fmla="*/ 65 w 65"/>
                  <a:gd name="T7" fmla="*/ 0 h 13"/>
                  <a:gd name="T8" fmla="*/ 61 w 65"/>
                  <a:gd name="T9" fmla="*/ 13 h 13"/>
                </a:gdLst>
                <a:ahLst/>
                <a:cxnLst>
                  <a:cxn ang="0">
                    <a:pos x="T0" y="T1"/>
                  </a:cxn>
                  <a:cxn ang="0">
                    <a:pos x="T2" y="T3"/>
                  </a:cxn>
                  <a:cxn ang="0">
                    <a:pos x="T4" y="T5"/>
                  </a:cxn>
                  <a:cxn ang="0">
                    <a:pos x="T6" y="T7"/>
                  </a:cxn>
                  <a:cxn ang="0">
                    <a:pos x="T8" y="T9"/>
                  </a:cxn>
                </a:cxnLst>
                <a:rect l="0" t="0" r="r" b="b"/>
                <a:pathLst>
                  <a:path w="65" h="13">
                    <a:moveTo>
                      <a:pt x="61" y="13"/>
                    </a:moveTo>
                    <a:lnTo>
                      <a:pt x="0" y="13"/>
                    </a:lnTo>
                    <a:lnTo>
                      <a:pt x="4" y="0"/>
                    </a:lnTo>
                    <a:lnTo>
                      <a:pt x="65" y="0"/>
                    </a:lnTo>
                    <a:lnTo>
                      <a:pt x="61" y="13"/>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anchor="ctr"/>
              <a:lstStyle/>
              <a:p>
                <a:pPr algn="ctr"/>
                <a:endParaRPr/>
              </a:p>
            </p:txBody>
          </p:sp>
          <p:sp>
            <p:nvSpPr>
              <p:cNvPr id="433" name="ï$ļidé">
                <a:extLst>
                  <a:ext uri="{FF2B5EF4-FFF2-40B4-BE49-F238E27FC236}">
                    <a16:creationId xmlns:a16="http://schemas.microsoft.com/office/drawing/2014/main" id="{35432D97-658C-40FE-9CEA-60945499F466}"/>
                  </a:ext>
                </a:extLst>
              </p:cNvPr>
              <p:cNvSpPr/>
              <p:nvPr/>
            </p:nvSpPr>
            <p:spPr bwMode="auto">
              <a:xfrm>
                <a:off x="3507" y="2245"/>
                <a:ext cx="189" cy="13"/>
              </a:xfrm>
              <a:custGeom>
                <a:avLst/>
                <a:gdLst>
                  <a:gd name="T0" fmla="*/ 185 w 189"/>
                  <a:gd name="T1" fmla="*/ 13 h 13"/>
                  <a:gd name="T2" fmla="*/ 0 w 189"/>
                  <a:gd name="T3" fmla="*/ 13 h 13"/>
                  <a:gd name="T4" fmla="*/ 5 w 189"/>
                  <a:gd name="T5" fmla="*/ 0 h 13"/>
                  <a:gd name="T6" fmla="*/ 189 w 189"/>
                  <a:gd name="T7" fmla="*/ 0 h 13"/>
                  <a:gd name="T8" fmla="*/ 185 w 189"/>
                  <a:gd name="T9" fmla="*/ 13 h 13"/>
                </a:gdLst>
                <a:ahLst/>
                <a:cxnLst>
                  <a:cxn ang="0">
                    <a:pos x="T0" y="T1"/>
                  </a:cxn>
                  <a:cxn ang="0">
                    <a:pos x="T2" y="T3"/>
                  </a:cxn>
                  <a:cxn ang="0">
                    <a:pos x="T4" y="T5"/>
                  </a:cxn>
                  <a:cxn ang="0">
                    <a:pos x="T6" y="T7"/>
                  </a:cxn>
                  <a:cxn ang="0">
                    <a:pos x="T8" y="T9"/>
                  </a:cxn>
                </a:cxnLst>
                <a:rect l="0" t="0" r="r" b="b"/>
                <a:pathLst>
                  <a:path w="189" h="13">
                    <a:moveTo>
                      <a:pt x="185" y="13"/>
                    </a:moveTo>
                    <a:lnTo>
                      <a:pt x="0" y="13"/>
                    </a:lnTo>
                    <a:lnTo>
                      <a:pt x="5" y="0"/>
                    </a:lnTo>
                    <a:lnTo>
                      <a:pt x="189" y="0"/>
                    </a:lnTo>
                    <a:lnTo>
                      <a:pt x="185" y="13"/>
                    </a:lnTo>
                    <a:close/>
                  </a:path>
                </a:pathLst>
              </a:custGeom>
              <a:solidFill>
                <a:srgbClr val="7299E9"/>
              </a:solidFill>
              <a:ln>
                <a:noFill/>
              </a:ln>
              <a:extLst>
                <a:ext uri="{91240B29-F687-4F45-9708-019B960494DF}">
                  <a14:hiddenLine xmlns:a14="http://schemas.microsoft.com/office/drawing/2010/main" w="9525">
                    <a:solidFill>
                      <a:srgbClr val="000000"/>
                    </a:solidFill>
                    <a:round/>
                    <a:headEnd/>
                    <a:tailEnd/>
                  </a14:hiddenLine>
                </a:ext>
              </a:extLst>
            </p:spPr>
            <p:txBody>
              <a:bodyPr anchor="ctr"/>
              <a:lstStyle/>
              <a:p>
                <a:pPr algn="ctr"/>
                <a:endParaRPr/>
              </a:p>
            </p:txBody>
          </p:sp>
          <p:sp>
            <p:nvSpPr>
              <p:cNvPr id="434" name="iśḷiḋê">
                <a:extLst>
                  <a:ext uri="{FF2B5EF4-FFF2-40B4-BE49-F238E27FC236}">
                    <a16:creationId xmlns:a16="http://schemas.microsoft.com/office/drawing/2014/main" id="{E16CF671-A7BA-406E-AEAC-F799627C950B}"/>
                  </a:ext>
                </a:extLst>
              </p:cNvPr>
              <p:cNvSpPr/>
              <p:nvPr/>
            </p:nvSpPr>
            <p:spPr bwMode="auto">
              <a:xfrm>
                <a:off x="3507" y="2245"/>
                <a:ext cx="189" cy="13"/>
              </a:xfrm>
              <a:custGeom>
                <a:avLst/>
                <a:gdLst>
                  <a:gd name="T0" fmla="*/ 185 w 189"/>
                  <a:gd name="T1" fmla="*/ 13 h 13"/>
                  <a:gd name="T2" fmla="*/ 0 w 189"/>
                  <a:gd name="T3" fmla="*/ 13 h 13"/>
                  <a:gd name="T4" fmla="*/ 5 w 189"/>
                  <a:gd name="T5" fmla="*/ 0 h 13"/>
                  <a:gd name="T6" fmla="*/ 189 w 189"/>
                  <a:gd name="T7" fmla="*/ 0 h 13"/>
                  <a:gd name="T8" fmla="*/ 185 w 189"/>
                  <a:gd name="T9" fmla="*/ 13 h 13"/>
                </a:gdLst>
                <a:ahLst/>
                <a:cxnLst>
                  <a:cxn ang="0">
                    <a:pos x="T0" y="T1"/>
                  </a:cxn>
                  <a:cxn ang="0">
                    <a:pos x="T2" y="T3"/>
                  </a:cxn>
                  <a:cxn ang="0">
                    <a:pos x="T4" y="T5"/>
                  </a:cxn>
                  <a:cxn ang="0">
                    <a:pos x="T6" y="T7"/>
                  </a:cxn>
                  <a:cxn ang="0">
                    <a:pos x="T8" y="T9"/>
                  </a:cxn>
                </a:cxnLst>
                <a:rect l="0" t="0" r="r" b="b"/>
                <a:pathLst>
                  <a:path w="189" h="13">
                    <a:moveTo>
                      <a:pt x="185" y="13"/>
                    </a:moveTo>
                    <a:lnTo>
                      <a:pt x="0" y="13"/>
                    </a:lnTo>
                    <a:lnTo>
                      <a:pt x="5" y="0"/>
                    </a:lnTo>
                    <a:lnTo>
                      <a:pt x="189" y="0"/>
                    </a:lnTo>
                    <a:lnTo>
                      <a:pt x="185" y="13"/>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anchor="ctr"/>
              <a:lstStyle/>
              <a:p>
                <a:pPr algn="ctr"/>
                <a:endParaRPr/>
              </a:p>
            </p:txBody>
          </p:sp>
          <p:sp>
            <p:nvSpPr>
              <p:cNvPr id="435" name="íṡļîďè">
                <a:extLst>
                  <a:ext uri="{FF2B5EF4-FFF2-40B4-BE49-F238E27FC236}">
                    <a16:creationId xmlns:a16="http://schemas.microsoft.com/office/drawing/2014/main" id="{F71A7A15-075F-47ED-8E91-A8E2DA62D0C7}"/>
                  </a:ext>
                </a:extLst>
              </p:cNvPr>
              <p:cNvSpPr/>
              <p:nvPr/>
            </p:nvSpPr>
            <p:spPr bwMode="auto">
              <a:xfrm>
                <a:off x="3771" y="2245"/>
                <a:ext cx="91" cy="13"/>
              </a:xfrm>
              <a:custGeom>
                <a:avLst/>
                <a:gdLst>
                  <a:gd name="T0" fmla="*/ 88 w 91"/>
                  <a:gd name="T1" fmla="*/ 13 h 13"/>
                  <a:gd name="T2" fmla="*/ 0 w 91"/>
                  <a:gd name="T3" fmla="*/ 13 h 13"/>
                  <a:gd name="T4" fmla="*/ 5 w 91"/>
                  <a:gd name="T5" fmla="*/ 0 h 13"/>
                  <a:gd name="T6" fmla="*/ 91 w 91"/>
                  <a:gd name="T7" fmla="*/ 0 h 13"/>
                  <a:gd name="T8" fmla="*/ 88 w 91"/>
                  <a:gd name="T9" fmla="*/ 13 h 13"/>
                </a:gdLst>
                <a:ahLst/>
                <a:cxnLst>
                  <a:cxn ang="0">
                    <a:pos x="T0" y="T1"/>
                  </a:cxn>
                  <a:cxn ang="0">
                    <a:pos x="T2" y="T3"/>
                  </a:cxn>
                  <a:cxn ang="0">
                    <a:pos x="T4" y="T5"/>
                  </a:cxn>
                  <a:cxn ang="0">
                    <a:pos x="T6" y="T7"/>
                  </a:cxn>
                  <a:cxn ang="0">
                    <a:pos x="T8" y="T9"/>
                  </a:cxn>
                </a:cxnLst>
                <a:rect l="0" t="0" r="r" b="b"/>
                <a:pathLst>
                  <a:path w="91" h="13">
                    <a:moveTo>
                      <a:pt x="88" y="13"/>
                    </a:moveTo>
                    <a:lnTo>
                      <a:pt x="0" y="13"/>
                    </a:lnTo>
                    <a:lnTo>
                      <a:pt x="5" y="0"/>
                    </a:lnTo>
                    <a:lnTo>
                      <a:pt x="91" y="0"/>
                    </a:lnTo>
                    <a:lnTo>
                      <a:pt x="88" y="13"/>
                    </a:lnTo>
                    <a:close/>
                  </a:path>
                </a:pathLst>
              </a:custGeom>
              <a:solidFill>
                <a:srgbClr val="A09CAE"/>
              </a:solidFill>
              <a:ln>
                <a:noFill/>
              </a:ln>
              <a:extLst>
                <a:ext uri="{91240B29-F687-4F45-9708-019B960494DF}">
                  <a14:hiddenLine xmlns:a14="http://schemas.microsoft.com/office/drawing/2010/main" w="9525">
                    <a:solidFill>
                      <a:srgbClr val="000000"/>
                    </a:solidFill>
                    <a:round/>
                    <a:headEnd/>
                    <a:tailEnd/>
                  </a14:hiddenLine>
                </a:ext>
              </a:extLst>
            </p:spPr>
            <p:txBody>
              <a:bodyPr anchor="ctr"/>
              <a:lstStyle/>
              <a:p>
                <a:pPr algn="ctr"/>
                <a:endParaRPr/>
              </a:p>
            </p:txBody>
          </p:sp>
          <p:sp>
            <p:nvSpPr>
              <p:cNvPr id="436" name="îṥ1íḑé">
                <a:extLst>
                  <a:ext uri="{FF2B5EF4-FFF2-40B4-BE49-F238E27FC236}">
                    <a16:creationId xmlns:a16="http://schemas.microsoft.com/office/drawing/2014/main" id="{08E2DA51-978B-4654-BE94-B461D5B95AEE}"/>
                  </a:ext>
                </a:extLst>
              </p:cNvPr>
              <p:cNvSpPr/>
              <p:nvPr/>
            </p:nvSpPr>
            <p:spPr bwMode="auto">
              <a:xfrm>
                <a:off x="3771" y="2245"/>
                <a:ext cx="91" cy="13"/>
              </a:xfrm>
              <a:custGeom>
                <a:avLst/>
                <a:gdLst>
                  <a:gd name="T0" fmla="*/ 88 w 91"/>
                  <a:gd name="T1" fmla="*/ 13 h 13"/>
                  <a:gd name="T2" fmla="*/ 0 w 91"/>
                  <a:gd name="T3" fmla="*/ 13 h 13"/>
                  <a:gd name="T4" fmla="*/ 5 w 91"/>
                  <a:gd name="T5" fmla="*/ 0 h 13"/>
                  <a:gd name="T6" fmla="*/ 91 w 91"/>
                  <a:gd name="T7" fmla="*/ 0 h 13"/>
                  <a:gd name="T8" fmla="*/ 88 w 91"/>
                  <a:gd name="T9" fmla="*/ 13 h 13"/>
                </a:gdLst>
                <a:ahLst/>
                <a:cxnLst>
                  <a:cxn ang="0">
                    <a:pos x="T0" y="T1"/>
                  </a:cxn>
                  <a:cxn ang="0">
                    <a:pos x="T2" y="T3"/>
                  </a:cxn>
                  <a:cxn ang="0">
                    <a:pos x="T4" y="T5"/>
                  </a:cxn>
                  <a:cxn ang="0">
                    <a:pos x="T6" y="T7"/>
                  </a:cxn>
                  <a:cxn ang="0">
                    <a:pos x="T8" y="T9"/>
                  </a:cxn>
                </a:cxnLst>
                <a:rect l="0" t="0" r="r" b="b"/>
                <a:pathLst>
                  <a:path w="91" h="13">
                    <a:moveTo>
                      <a:pt x="88" y="13"/>
                    </a:moveTo>
                    <a:lnTo>
                      <a:pt x="0" y="13"/>
                    </a:lnTo>
                    <a:lnTo>
                      <a:pt x="5" y="0"/>
                    </a:lnTo>
                    <a:lnTo>
                      <a:pt x="91" y="0"/>
                    </a:lnTo>
                    <a:lnTo>
                      <a:pt x="88" y="13"/>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anchor="ctr"/>
              <a:lstStyle/>
              <a:p>
                <a:pPr algn="ctr"/>
                <a:endParaRPr/>
              </a:p>
            </p:txBody>
          </p:sp>
          <p:sp>
            <p:nvSpPr>
              <p:cNvPr id="437" name="îšľïďé">
                <a:extLst>
                  <a:ext uri="{FF2B5EF4-FFF2-40B4-BE49-F238E27FC236}">
                    <a16:creationId xmlns:a16="http://schemas.microsoft.com/office/drawing/2014/main" id="{F2AC697D-BBC0-4918-B903-F4B7C1769A63}"/>
                  </a:ext>
                </a:extLst>
              </p:cNvPr>
              <p:cNvSpPr/>
              <p:nvPr/>
            </p:nvSpPr>
            <p:spPr bwMode="auto">
              <a:xfrm>
                <a:off x="3897" y="2245"/>
                <a:ext cx="92" cy="13"/>
              </a:xfrm>
              <a:custGeom>
                <a:avLst/>
                <a:gdLst>
                  <a:gd name="T0" fmla="*/ 87 w 92"/>
                  <a:gd name="T1" fmla="*/ 13 h 13"/>
                  <a:gd name="T2" fmla="*/ 0 w 92"/>
                  <a:gd name="T3" fmla="*/ 13 h 13"/>
                  <a:gd name="T4" fmla="*/ 4 w 92"/>
                  <a:gd name="T5" fmla="*/ 0 h 13"/>
                  <a:gd name="T6" fmla="*/ 92 w 92"/>
                  <a:gd name="T7" fmla="*/ 0 h 13"/>
                  <a:gd name="T8" fmla="*/ 87 w 92"/>
                  <a:gd name="T9" fmla="*/ 13 h 13"/>
                </a:gdLst>
                <a:ahLst/>
                <a:cxnLst>
                  <a:cxn ang="0">
                    <a:pos x="T0" y="T1"/>
                  </a:cxn>
                  <a:cxn ang="0">
                    <a:pos x="T2" y="T3"/>
                  </a:cxn>
                  <a:cxn ang="0">
                    <a:pos x="T4" y="T5"/>
                  </a:cxn>
                  <a:cxn ang="0">
                    <a:pos x="T6" y="T7"/>
                  </a:cxn>
                  <a:cxn ang="0">
                    <a:pos x="T8" y="T9"/>
                  </a:cxn>
                </a:cxnLst>
                <a:rect l="0" t="0" r="r" b="b"/>
                <a:pathLst>
                  <a:path w="92" h="13">
                    <a:moveTo>
                      <a:pt x="87" y="13"/>
                    </a:moveTo>
                    <a:lnTo>
                      <a:pt x="0" y="13"/>
                    </a:lnTo>
                    <a:lnTo>
                      <a:pt x="4" y="0"/>
                    </a:lnTo>
                    <a:lnTo>
                      <a:pt x="92" y="0"/>
                    </a:lnTo>
                    <a:lnTo>
                      <a:pt x="87" y="13"/>
                    </a:lnTo>
                    <a:close/>
                  </a:path>
                </a:pathLst>
              </a:custGeom>
              <a:solidFill>
                <a:srgbClr val="EDAD52"/>
              </a:solidFill>
              <a:ln>
                <a:noFill/>
              </a:ln>
              <a:extLst>
                <a:ext uri="{91240B29-F687-4F45-9708-019B960494DF}">
                  <a14:hiddenLine xmlns:a14="http://schemas.microsoft.com/office/drawing/2010/main" w="9525">
                    <a:solidFill>
                      <a:srgbClr val="000000"/>
                    </a:solidFill>
                    <a:round/>
                    <a:headEnd/>
                    <a:tailEnd/>
                  </a14:hiddenLine>
                </a:ext>
              </a:extLst>
            </p:spPr>
            <p:txBody>
              <a:bodyPr anchor="ctr"/>
              <a:lstStyle/>
              <a:p>
                <a:pPr algn="ctr"/>
                <a:endParaRPr/>
              </a:p>
            </p:txBody>
          </p:sp>
          <p:sp>
            <p:nvSpPr>
              <p:cNvPr id="438" name="iṣlïḓê">
                <a:extLst>
                  <a:ext uri="{FF2B5EF4-FFF2-40B4-BE49-F238E27FC236}">
                    <a16:creationId xmlns:a16="http://schemas.microsoft.com/office/drawing/2014/main" id="{8832CD6D-1A68-430F-8FD1-BC3529BE6A1F}"/>
                  </a:ext>
                </a:extLst>
              </p:cNvPr>
              <p:cNvSpPr/>
              <p:nvPr/>
            </p:nvSpPr>
            <p:spPr bwMode="auto">
              <a:xfrm>
                <a:off x="3866" y="2245"/>
                <a:ext cx="25" cy="13"/>
              </a:xfrm>
              <a:custGeom>
                <a:avLst/>
                <a:gdLst>
                  <a:gd name="T0" fmla="*/ 21 w 25"/>
                  <a:gd name="T1" fmla="*/ 13 h 13"/>
                  <a:gd name="T2" fmla="*/ 0 w 25"/>
                  <a:gd name="T3" fmla="*/ 13 h 13"/>
                  <a:gd name="T4" fmla="*/ 4 w 25"/>
                  <a:gd name="T5" fmla="*/ 0 h 13"/>
                  <a:gd name="T6" fmla="*/ 25 w 25"/>
                  <a:gd name="T7" fmla="*/ 0 h 13"/>
                  <a:gd name="T8" fmla="*/ 21 w 25"/>
                  <a:gd name="T9" fmla="*/ 13 h 13"/>
                </a:gdLst>
                <a:ahLst/>
                <a:cxnLst>
                  <a:cxn ang="0">
                    <a:pos x="T0" y="T1"/>
                  </a:cxn>
                  <a:cxn ang="0">
                    <a:pos x="T2" y="T3"/>
                  </a:cxn>
                  <a:cxn ang="0">
                    <a:pos x="T4" y="T5"/>
                  </a:cxn>
                  <a:cxn ang="0">
                    <a:pos x="T6" y="T7"/>
                  </a:cxn>
                  <a:cxn ang="0">
                    <a:pos x="T8" y="T9"/>
                  </a:cxn>
                </a:cxnLst>
                <a:rect l="0" t="0" r="r" b="b"/>
                <a:pathLst>
                  <a:path w="25" h="13">
                    <a:moveTo>
                      <a:pt x="21" y="13"/>
                    </a:moveTo>
                    <a:lnTo>
                      <a:pt x="0" y="13"/>
                    </a:lnTo>
                    <a:lnTo>
                      <a:pt x="4" y="0"/>
                    </a:lnTo>
                    <a:lnTo>
                      <a:pt x="25" y="0"/>
                    </a:lnTo>
                    <a:lnTo>
                      <a:pt x="21" y="13"/>
                    </a:lnTo>
                    <a:close/>
                  </a:path>
                </a:pathLst>
              </a:custGeom>
              <a:solidFill>
                <a:srgbClr val="7299E9"/>
              </a:solidFill>
              <a:ln>
                <a:noFill/>
              </a:ln>
              <a:extLst>
                <a:ext uri="{91240B29-F687-4F45-9708-019B960494DF}">
                  <a14:hiddenLine xmlns:a14="http://schemas.microsoft.com/office/drawing/2010/main" w="9525">
                    <a:solidFill>
                      <a:srgbClr val="000000"/>
                    </a:solidFill>
                    <a:round/>
                    <a:headEnd/>
                    <a:tailEnd/>
                  </a14:hiddenLine>
                </a:ext>
              </a:extLst>
            </p:spPr>
            <p:txBody>
              <a:bodyPr anchor="ctr"/>
              <a:lstStyle/>
              <a:p>
                <a:pPr algn="ctr"/>
                <a:endParaRPr/>
              </a:p>
            </p:txBody>
          </p:sp>
          <p:sp>
            <p:nvSpPr>
              <p:cNvPr id="439" name="íṣļïḓê">
                <a:extLst>
                  <a:ext uri="{FF2B5EF4-FFF2-40B4-BE49-F238E27FC236}">
                    <a16:creationId xmlns:a16="http://schemas.microsoft.com/office/drawing/2014/main" id="{FE22D12D-26D4-48BF-9EAB-C9AFCE92CF72}"/>
                  </a:ext>
                </a:extLst>
              </p:cNvPr>
              <p:cNvSpPr/>
              <p:nvPr/>
            </p:nvSpPr>
            <p:spPr bwMode="auto">
              <a:xfrm>
                <a:off x="3701" y="2245"/>
                <a:ext cx="65" cy="13"/>
              </a:xfrm>
              <a:custGeom>
                <a:avLst/>
                <a:gdLst>
                  <a:gd name="T0" fmla="*/ 60 w 65"/>
                  <a:gd name="T1" fmla="*/ 13 h 13"/>
                  <a:gd name="T2" fmla="*/ 0 w 65"/>
                  <a:gd name="T3" fmla="*/ 13 h 13"/>
                  <a:gd name="T4" fmla="*/ 3 w 65"/>
                  <a:gd name="T5" fmla="*/ 0 h 13"/>
                  <a:gd name="T6" fmla="*/ 65 w 65"/>
                  <a:gd name="T7" fmla="*/ 0 h 13"/>
                  <a:gd name="T8" fmla="*/ 60 w 65"/>
                  <a:gd name="T9" fmla="*/ 13 h 13"/>
                </a:gdLst>
                <a:ahLst/>
                <a:cxnLst>
                  <a:cxn ang="0">
                    <a:pos x="T0" y="T1"/>
                  </a:cxn>
                  <a:cxn ang="0">
                    <a:pos x="T2" y="T3"/>
                  </a:cxn>
                  <a:cxn ang="0">
                    <a:pos x="T4" y="T5"/>
                  </a:cxn>
                  <a:cxn ang="0">
                    <a:pos x="T6" y="T7"/>
                  </a:cxn>
                  <a:cxn ang="0">
                    <a:pos x="T8" y="T9"/>
                  </a:cxn>
                </a:cxnLst>
                <a:rect l="0" t="0" r="r" b="b"/>
                <a:pathLst>
                  <a:path w="65" h="13">
                    <a:moveTo>
                      <a:pt x="60" y="13"/>
                    </a:moveTo>
                    <a:lnTo>
                      <a:pt x="0" y="13"/>
                    </a:lnTo>
                    <a:lnTo>
                      <a:pt x="3" y="0"/>
                    </a:lnTo>
                    <a:lnTo>
                      <a:pt x="65" y="0"/>
                    </a:lnTo>
                    <a:lnTo>
                      <a:pt x="60" y="13"/>
                    </a:lnTo>
                    <a:close/>
                  </a:path>
                </a:pathLst>
              </a:custGeom>
              <a:solidFill>
                <a:srgbClr val="A09CAE"/>
              </a:solidFill>
              <a:ln>
                <a:noFill/>
              </a:ln>
              <a:extLst>
                <a:ext uri="{91240B29-F687-4F45-9708-019B960494DF}">
                  <a14:hiddenLine xmlns:a14="http://schemas.microsoft.com/office/drawing/2010/main" w="9525">
                    <a:solidFill>
                      <a:srgbClr val="000000"/>
                    </a:solidFill>
                    <a:round/>
                    <a:headEnd/>
                    <a:tailEnd/>
                  </a14:hiddenLine>
                </a:ext>
              </a:extLst>
            </p:spPr>
            <p:txBody>
              <a:bodyPr anchor="ctr"/>
              <a:lstStyle/>
              <a:p>
                <a:pPr algn="ctr"/>
                <a:endParaRPr/>
              </a:p>
            </p:txBody>
          </p:sp>
          <p:sp>
            <p:nvSpPr>
              <p:cNvPr id="440" name="îŝ1íḍè">
                <a:extLst>
                  <a:ext uri="{FF2B5EF4-FFF2-40B4-BE49-F238E27FC236}">
                    <a16:creationId xmlns:a16="http://schemas.microsoft.com/office/drawing/2014/main" id="{40D7E87C-ABA8-4C0B-837C-F63F8C04F0A1}"/>
                  </a:ext>
                </a:extLst>
              </p:cNvPr>
              <p:cNvSpPr/>
              <p:nvPr/>
            </p:nvSpPr>
            <p:spPr bwMode="auto">
              <a:xfrm>
                <a:off x="3701" y="2245"/>
                <a:ext cx="65" cy="13"/>
              </a:xfrm>
              <a:custGeom>
                <a:avLst/>
                <a:gdLst>
                  <a:gd name="T0" fmla="*/ 60 w 65"/>
                  <a:gd name="T1" fmla="*/ 13 h 13"/>
                  <a:gd name="T2" fmla="*/ 0 w 65"/>
                  <a:gd name="T3" fmla="*/ 13 h 13"/>
                  <a:gd name="T4" fmla="*/ 3 w 65"/>
                  <a:gd name="T5" fmla="*/ 0 h 13"/>
                  <a:gd name="T6" fmla="*/ 65 w 65"/>
                  <a:gd name="T7" fmla="*/ 0 h 13"/>
                  <a:gd name="T8" fmla="*/ 60 w 65"/>
                  <a:gd name="T9" fmla="*/ 13 h 13"/>
                </a:gdLst>
                <a:ahLst/>
                <a:cxnLst>
                  <a:cxn ang="0">
                    <a:pos x="T0" y="T1"/>
                  </a:cxn>
                  <a:cxn ang="0">
                    <a:pos x="T2" y="T3"/>
                  </a:cxn>
                  <a:cxn ang="0">
                    <a:pos x="T4" y="T5"/>
                  </a:cxn>
                  <a:cxn ang="0">
                    <a:pos x="T6" y="T7"/>
                  </a:cxn>
                  <a:cxn ang="0">
                    <a:pos x="T8" y="T9"/>
                  </a:cxn>
                </a:cxnLst>
                <a:rect l="0" t="0" r="r" b="b"/>
                <a:pathLst>
                  <a:path w="65" h="13">
                    <a:moveTo>
                      <a:pt x="60" y="13"/>
                    </a:moveTo>
                    <a:lnTo>
                      <a:pt x="0" y="13"/>
                    </a:lnTo>
                    <a:lnTo>
                      <a:pt x="3" y="0"/>
                    </a:lnTo>
                    <a:lnTo>
                      <a:pt x="65" y="0"/>
                    </a:lnTo>
                    <a:lnTo>
                      <a:pt x="60" y="13"/>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anchor="ctr"/>
              <a:lstStyle/>
              <a:p>
                <a:pPr algn="ctr"/>
                <a:endParaRPr/>
              </a:p>
            </p:txBody>
          </p:sp>
          <p:sp>
            <p:nvSpPr>
              <p:cNvPr id="441" name="íşľïḍê">
                <a:extLst>
                  <a:ext uri="{FF2B5EF4-FFF2-40B4-BE49-F238E27FC236}">
                    <a16:creationId xmlns:a16="http://schemas.microsoft.com/office/drawing/2014/main" id="{2A6C48C2-443F-4D8B-A2ED-6EAEE17FBA6B}"/>
                  </a:ext>
                </a:extLst>
              </p:cNvPr>
              <p:cNvSpPr/>
              <p:nvPr/>
            </p:nvSpPr>
            <p:spPr bwMode="auto">
              <a:xfrm>
                <a:off x="3669" y="2134"/>
                <a:ext cx="90" cy="14"/>
              </a:xfrm>
              <a:custGeom>
                <a:avLst/>
                <a:gdLst>
                  <a:gd name="T0" fmla="*/ 0 w 90"/>
                  <a:gd name="T1" fmla="*/ 14 h 14"/>
                  <a:gd name="T2" fmla="*/ 86 w 90"/>
                  <a:gd name="T3" fmla="*/ 14 h 14"/>
                  <a:gd name="T4" fmla="*/ 90 w 90"/>
                  <a:gd name="T5" fmla="*/ 0 h 14"/>
                  <a:gd name="T6" fmla="*/ 4 w 90"/>
                  <a:gd name="T7" fmla="*/ 0 h 14"/>
                  <a:gd name="T8" fmla="*/ 0 w 90"/>
                  <a:gd name="T9" fmla="*/ 14 h 14"/>
                </a:gdLst>
                <a:ahLst/>
                <a:cxnLst>
                  <a:cxn ang="0">
                    <a:pos x="T0" y="T1"/>
                  </a:cxn>
                  <a:cxn ang="0">
                    <a:pos x="T2" y="T3"/>
                  </a:cxn>
                  <a:cxn ang="0">
                    <a:pos x="T4" y="T5"/>
                  </a:cxn>
                  <a:cxn ang="0">
                    <a:pos x="T6" y="T7"/>
                  </a:cxn>
                  <a:cxn ang="0">
                    <a:pos x="T8" y="T9"/>
                  </a:cxn>
                </a:cxnLst>
                <a:rect l="0" t="0" r="r" b="b"/>
                <a:pathLst>
                  <a:path w="90" h="14">
                    <a:moveTo>
                      <a:pt x="0" y="14"/>
                    </a:moveTo>
                    <a:lnTo>
                      <a:pt x="86" y="14"/>
                    </a:lnTo>
                    <a:lnTo>
                      <a:pt x="90" y="0"/>
                    </a:lnTo>
                    <a:lnTo>
                      <a:pt x="4" y="0"/>
                    </a:lnTo>
                    <a:lnTo>
                      <a:pt x="0" y="14"/>
                    </a:lnTo>
                    <a:close/>
                  </a:path>
                </a:pathLst>
              </a:custGeom>
              <a:solidFill>
                <a:srgbClr val="C9C9CE"/>
              </a:solidFill>
              <a:ln>
                <a:noFill/>
              </a:ln>
              <a:extLst>
                <a:ext uri="{91240B29-F687-4F45-9708-019B960494DF}">
                  <a14:hiddenLine xmlns:a14="http://schemas.microsoft.com/office/drawing/2010/main" w="9525">
                    <a:solidFill>
                      <a:srgbClr val="000000"/>
                    </a:solidFill>
                    <a:round/>
                    <a:headEnd/>
                    <a:tailEnd/>
                  </a14:hiddenLine>
                </a:ext>
              </a:extLst>
            </p:spPr>
            <p:txBody>
              <a:bodyPr anchor="ctr"/>
              <a:lstStyle/>
              <a:p>
                <a:pPr algn="ctr"/>
                <a:endParaRPr/>
              </a:p>
            </p:txBody>
          </p:sp>
          <p:sp>
            <p:nvSpPr>
              <p:cNvPr id="442" name="íṩḷïḑe">
                <a:extLst>
                  <a:ext uri="{FF2B5EF4-FFF2-40B4-BE49-F238E27FC236}">
                    <a16:creationId xmlns:a16="http://schemas.microsoft.com/office/drawing/2014/main" id="{955B816E-B525-4116-8FD0-BEB360173420}"/>
                  </a:ext>
                </a:extLst>
              </p:cNvPr>
              <p:cNvSpPr/>
              <p:nvPr/>
            </p:nvSpPr>
            <p:spPr bwMode="auto">
              <a:xfrm>
                <a:off x="3669" y="2134"/>
                <a:ext cx="90" cy="14"/>
              </a:xfrm>
              <a:custGeom>
                <a:avLst/>
                <a:gdLst>
                  <a:gd name="T0" fmla="*/ 0 w 90"/>
                  <a:gd name="T1" fmla="*/ 14 h 14"/>
                  <a:gd name="T2" fmla="*/ 86 w 90"/>
                  <a:gd name="T3" fmla="*/ 14 h 14"/>
                  <a:gd name="T4" fmla="*/ 90 w 90"/>
                  <a:gd name="T5" fmla="*/ 0 h 14"/>
                  <a:gd name="T6" fmla="*/ 4 w 90"/>
                  <a:gd name="T7" fmla="*/ 0 h 14"/>
                  <a:gd name="T8" fmla="*/ 0 w 90"/>
                  <a:gd name="T9" fmla="*/ 14 h 14"/>
                </a:gdLst>
                <a:ahLst/>
                <a:cxnLst>
                  <a:cxn ang="0">
                    <a:pos x="T0" y="T1"/>
                  </a:cxn>
                  <a:cxn ang="0">
                    <a:pos x="T2" y="T3"/>
                  </a:cxn>
                  <a:cxn ang="0">
                    <a:pos x="T4" y="T5"/>
                  </a:cxn>
                  <a:cxn ang="0">
                    <a:pos x="T6" y="T7"/>
                  </a:cxn>
                  <a:cxn ang="0">
                    <a:pos x="T8" y="T9"/>
                  </a:cxn>
                </a:cxnLst>
                <a:rect l="0" t="0" r="r" b="b"/>
                <a:pathLst>
                  <a:path w="90" h="14">
                    <a:moveTo>
                      <a:pt x="0" y="14"/>
                    </a:moveTo>
                    <a:lnTo>
                      <a:pt x="86" y="14"/>
                    </a:lnTo>
                    <a:lnTo>
                      <a:pt x="90" y="0"/>
                    </a:lnTo>
                    <a:lnTo>
                      <a:pt x="4" y="0"/>
                    </a:lnTo>
                    <a:lnTo>
                      <a:pt x="0" y="14"/>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anchor="ctr"/>
              <a:lstStyle/>
              <a:p>
                <a:pPr algn="ctr"/>
                <a:endParaRPr/>
              </a:p>
            </p:txBody>
          </p:sp>
          <p:sp>
            <p:nvSpPr>
              <p:cNvPr id="443" name="iśľídé">
                <a:extLst>
                  <a:ext uri="{FF2B5EF4-FFF2-40B4-BE49-F238E27FC236}">
                    <a16:creationId xmlns:a16="http://schemas.microsoft.com/office/drawing/2014/main" id="{BD57AA3D-564B-4027-8EA1-6486D923FA6D}"/>
                  </a:ext>
                </a:extLst>
              </p:cNvPr>
              <p:cNvSpPr/>
              <p:nvPr/>
            </p:nvSpPr>
            <p:spPr bwMode="auto">
              <a:xfrm>
                <a:off x="3543" y="2134"/>
                <a:ext cx="90" cy="14"/>
              </a:xfrm>
              <a:custGeom>
                <a:avLst/>
                <a:gdLst>
                  <a:gd name="T0" fmla="*/ 0 w 90"/>
                  <a:gd name="T1" fmla="*/ 14 h 14"/>
                  <a:gd name="T2" fmla="*/ 86 w 90"/>
                  <a:gd name="T3" fmla="*/ 14 h 14"/>
                  <a:gd name="T4" fmla="*/ 90 w 90"/>
                  <a:gd name="T5" fmla="*/ 0 h 14"/>
                  <a:gd name="T6" fmla="*/ 3 w 90"/>
                  <a:gd name="T7" fmla="*/ 0 h 14"/>
                  <a:gd name="T8" fmla="*/ 0 w 90"/>
                  <a:gd name="T9" fmla="*/ 14 h 14"/>
                </a:gdLst>
                <a:ahLst/>
                <a:cxnLst>
                  <a:cxn ang="0">
                    <a:pos x="T0" y="T1"/>
                  </a:cxn>
                  <a:cxn ang="0">
                    <a:pos x="T2" y="T3"/>
                  </a:cxn>
                  <a:cxn ang="0">
                    <a:pos x="T4" y="T5"/>
                  </a:cxn>
                  <a:cxn ang="0">
                    <a:pos x="T6" y="T7"/>
                  </a:cxn>
                  <a:cxn ang="0">
                    <a:pos x="T8" y="T9"/>
                  </a:cxn>
                </a:cxnLst>
                <a:rect l="0" t="0" r="r" b="b"/>
                <a:pathLst>
                  <a:path w="90" h="14">
                    <a:moveTo>
                      <a:pt x="0" y="14"/>
                    </a:moveTo>
                    <a:lnTo>
                      <a:pt x="86" y="14"/>
                    </a:lnTo>
                    <a:lnTo>
                      <a:pt x="90" y="0"/>
                    </a:lnTo>
                    <a:lnTo>
                      <a:pt x="3" y="0"/>
                    </a:lnTo>
                    <a:lnTo>
                      <a:pt x="0" y="14"/>
                    </a:lnTo>
                    <a:close/>
                  </a:path>
                </a:pathLst>
              </a:custGeom>
              <a:solidFill>
                <a:srgbClr val="EDAD52"/>
              </a:solidFill>
              <a:ln>
                <a:noFill/>
              </a:ln>
              <a:extLst>
                <a:ext uri="{91240B29-F687-4F45-9708-019B960494DF}">
                  <a14:hiddenLine xmlns:a14="http://schemas.microsoft.com/office/drawing/2010/main" w="9525">
                    <a:solidFill>
                      <a:srgbClr val="000000"/>
                    </a:solidFill>
                    <a:round/>
                    <a:headEnd/>
                    <a:tailEnd/>
                  </a14:hiddenLine>
                </a:ext>
              </a:extLst>
            </p:spPr>
            <p:txBody>
              <a:bodyPr anchor="ctr"/>
              <a:lstStyle/>
              <a:p>
                <a:pPr algn="ctr"/>
                <a:endParaRPr/>
              </a:p>
            </p:txBody>
          </p:sp>
          <p:sp>
            <p:nvSpPr>
              <p:cNvPr id="444" name="îṡļîḍè">
                <a:extLst>
                  <a:ext uri="{FF2B5EF4-FFF2-40B4-BE49-F238E27FC236}">
                    <a16:creationId xmlns:a16="http://schemas.microsoft.com/office/drawing/2014/main" id="{1AA5214D-1A5C-4A5B-8971-C5DE55796420}"/>
                  </a:ext>
                </a:extLst>
              </p:cNvPr>
              <p:cNvSpPr/>
              <p:nvPr/>
            </p:nvSpPr>
            <p:spPr bwMode="auto">
              <a:xfrm>
                <a:off x="3543" y="2134"/>
                <a:ext cx="90" cy="14"/>
              </a:xfrm>
              <a:custGeom>
                <a:avLst/>
                <a:gdLst>
                  <a:gd name="T0" fmla="*/ 0 w 90"/>
                  <a:gd name="T1" fmla="*/ 14 h 14"/>
                  <a:gd name="T2" fmla="*/ 86 w 90"/>
                  <a:gd name="T3" fmla="*/ 14 h 14"/>
                  <a:gd name="T4" fmla="*/ 90 w 90"/>
                  <a:gd name="T5" fmla="*/ 0 h 14"/>
                  <a:gd name="T6" fmla="*/ 3 w 90"/>
                  <a:gd name="T7" fmla="*/ 0 h 14"/>
                  <a:gd name="T8" fmla="*/ 0 w 90"/>
                  <a:gd name="T9" fmla="*/ 14 h 14"/>
                </a:gdLst>
                <a:ahLst/>
                <a:cxnLst>
                  <a:cxn ang="0">
                    <a:pos x="T0" y="T1"/>
                  </a:cxn>
                  <a:cxn ang="0">
                    <a:pos x="T2" y="T3"/>
                  </a:cxn>
                  <a:cxn ang="0">
                    <a:pos x="T4" y="T5"/>
                  </a:cxn>
                  <a:cxn ang="0">
                    <a:pos x="T6" y="T7"/>
                  </a:cxn>
                  <a:cxn ang="0">
                    <a:pos x="T8" y="T9"/>
                  </a:cxn>
                </a:cxnLst>
                <a:rect l="0" t="0" r="r" b="b"/>
                <a:pathLst>
                  <a:path w="90" h="14">
                    <a:moveTo>
                      <a:pt x="0" y="14"/>
                    </a:moveTo>
                    <a:lnTo>
                      <a:pt x="86" y="14"/>
                    </a:lnTo>
                    <a:lnTo>
                      <a:pt x="90" y="0"/>
                    </a:lnTo>
                    <a:lnTo>
                      <a:pt x="3" y="0"/>
                    </a:lnTo>
                    <a:lnTo>
                      <a:pt x="0" y="14"/>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anchor="ctr"/>
              <a:lstStyle/>
              <a:p>
                <a:pPr algn="ctr"/>
                <a:endParaRPr/>
              </a:p>
            </p:txBody>
          </p:sp>
          <p:sp>
            <p:nvSpPr>
              <p:cNvPr id="445" name="ïşḻiḓê">
                <a:extLst>
                  <a:ext uri="{FF2B5EF4-FFF2-40B4-BE49-F238E27FC236}">
                    <a16:creationId xmlns:a16="http://schemas.microsoft.com/office/drawing/2014/main" id="{27C7FD65-7B96-448D-9BF4-91E1CD434386}"/>
                  </a:ext>
                </a:extLst>
              </p:cNvPr>
              <p:cNvSpPr/>
              <p:nvPr/>
            </p:nvSpPr>
            <p:spPr bwMode="auto">
              <a:xfrm>
                <a:off x="3640" y="2134"/>
                <a:ext cx="25" cy="14"/>
              </a:xfrm>
              <a:custGeom>
                <a:avLst/>
                <a:gdLst>
                  <a:gd name="T0" fmla="*/ 0 w 25"/>
                  <a:gd name="T1" fmla="*/ 14 h 14"/>
                  <a:gd name="T2" fmla="*/ 20 w 25"/>
                  <a:gd name="T3" fmla="*/ 14 h 14"/>
                  <a:gd name="T4" fmla="*/ 25 w 25"/>
                  <a:gd name="T5" fmla="*/ 0 h 14"/>
                  <a:gd name="T6" fmla="*/ 3 w 25"/>
                  <a:gd name="T7" fmla="*/ 0 h 14"/>
                  <a:gd name="T8" fmla="*/ 0 w 25"/>
                  <a:gd name="T9" fmla="*/ 14 h 14"/>
                </a:gdLst>
                <a:ahLst/>
                <a:cxnLst>
                  <a:cxn ang="0">
                    <a:pos x="T0" y="T1"/>
                  </a:cxn>
                  <a:cxn ang="0">
                    <a:pos x="T2" y="T3"/>
                  </a:cxn>
                  <a:cxn ang="0">
                    <a:pos x="T4" y="T5"/>
                  </a:cxn>
                  <a:cxn ang="0">
                    <a:pos x="T6" y="T7"/>
                  </a:cxn>
                  <a:cxn ang="0">
                    <a:pos x="T8" y="T9"/>
                  </a:cxn>
                </a:cxnLst>
                <a:rect l="0" t="0" r="r" b="b"/>
                <a:pathLst>
                  <a:path w="25" h="14">
                    <a:moveTo>
                      <a:pt x="0" y="14"/>
                    </a:moveTo>
                    <a:lnTo>
                      <a:pt x="20" y="14"/>
                    </a:lnTo>
                    <a:lnTo>
                      <a:pt x="25" y="0"/>
                    </a:lnTo>
                    <a:lnTo>
                      <a:pt x="3" y="0"/>
                    </a:lnTo>
                    <a:lnTo>
                      <a:pt x="0" y="14"/>
                    </a:lnTo>
                    <a:close/>
                  </a:path>
                </a:pathLst>
              </a:custGeom>
              <a:solidFill>
                <a:srgbClr val="7299E9"/>
              </a:solidFill>
              <a:ln>
                <a:noFill/>
              </a:ln>
              <a:extLst>
                <a:ext uri="{91240B29-F687-4F45-9708-019B960494DF}">
                  <a14:hiddenLine xmlns:a14="http://schemas.microsoft.com/office/drawing/2010/main" w="9525">
                    <a:solidFill>
                      <a:srgbClr val="000000"/>
                    </a:solidFill>
                    <a:round/>
                    <a:headEnd/>
                    <a:tailEnd/>
                  </a14:hiddenLine>
                </a:ext>
              </a:extLst>
            </p:spPr>
            <p:txBody>
              <a:bodyPr anchor="ctr"/>
              <a:lstStyle/>
              <a:p>
                <a:pPr algn="ctr"/>
                <a:endParaRPr/>
              </a:p>
            </p:txBody>
          </p:sp>
          <p:sp>
            <p:nvSpPr>
              <p:cNvPr id="446" name="î$ļiḍê">
                <a:extLst>
                  <a:ext uri="{FF2B5EF4-FFF2-40B4-BE49-F238E27FC236}">
                    <a16:creationId xmlns:a16="http://schemas.microsoft.com/office/drawing/2014/main" id="{A082F62D-325B-490E-A084-80E2C07F2568}"/>
                  </a:ext>
                </a:extLst>
              </p:cNvPr>
              <p:cNvSpPr/>
              <p:nvPr/>
            </p:nvSpPr>
            <p:spPr bwMode="auto">
              <a:xfrm>
                <a:off x="3640" y="2134"/>
                <a:ext cx="25" cy="14"/>
              </a:xfrm>
              <a:custGeom>
                <a:avLst/>
                <a:gdLst>
                  <a:gd name="T0" fmla="*/ 0 w 25"/>
                  <a:gd name="T1" fmla="*/ 14 h 14"/>
                  <a:gd name="T2" fmla="*/ 20 w 25"/>
                  <a:gd name="T3" fmla="*/ 14 h 14"/>
                  <a:gd name="T4" fmla="*/ 25 w 25"/>
                  <a:gd name="T5" fmla="*/ 0 h 14"/>
                  <a:gd name="T6" fmla="*/ 3 w 25"/>
                  <a:gd name="T7" fmla="*/ 0 h 14"/>
                  <a:gd name="T8" fmla="*/ 0 w 25"/>
                  <a:gd name="T9" fmla="*/ 14 h 14"/>
                </a:gdLst>
                <a:ahLst/>
                <a:cxnLst>
                  <a:cxn ang="0">
                    <a:pos x="T0" y="T1"/>
                  </a:cxn>
                  <a:cxn ang="0">
                    <a:pos x="T2" y="T3"/>
                  </a:cxn>
                  <a:cxn ang="0">
                    <a:pos x="T4" y="T5"/>
                  </a:cxn>
                  <a:cxn ang="0">
                    <a:pos x="T6" y="T7"/>
                  </a:cxn>
                  <a:cxn ang="0">
                    <a:pos x="T8" y="T9"/>
                  </a:cxn>
                </a:cxnLst>
                <a:rect l="0" t="0" r="r" b="b"/>
                <a:pathLst>
                  <a:path w="25" h="14">
                    <a:moveTo>
                      <a:pt x="0" y="14"/>
                    </a:moveTo>
                    <a:lnTo>
                      <a:pt x="20" y="14"/>
                    </a:lnTo>
                    <a:lnTo>
                      <a:pt x="25" y="0"/>
                    </a:lnTo>
                    <a:lnTo>
                      <a:pt x="3" y="0"/>
                    </a:lnTo>
                    <a:lnTo>
                      <a:pt x="0" y="14"/>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anchor="ctr"/>
              <a:lstStyle/>
              <a:p>
                <a:pPr algn="ctr"/>
                <a:endParaRPr/>
              </a:p>
            </p:txBody>
          </p:sp>
          <p:sp>
            <p:nvSpPr>
              <p:cNvPr id="447" name="iṡ1íḑè">
                <a:extLst>
                  <a:ext uri="{FF2B5EF4-FFF2-40B4-BE49-F238E27FC236}">
                    <a16:creationId xmlns:a16="http://schemas.microsoft.com/office/drawing/2014/main" id="{6730E333-8E7C-431B-95AD-D662D18B8A14}"/>
                  </a:ext>
                </a:extLst>
              </p:cNvPr>
              <p:cNvSpPr/>
              <p:nvPr/>
            </p:nvSpPr>
            <p:spPr bwMode="auto">
              <a:xfrm>
                <a:off x="3595" y="1969"/>
                <a:ext cx="73" cy="14"/>
              </a:xfrm>
              <a:custGeom>
                <a:avLst/>
                <a:gdLst>
                  <a:gd name="T0" fmla="*/ 69 w 73"/>
                  <a:gd name="T1" fmla="*/ 14 h 14"/>
                  <a:gd name="T2" fmla="*/ 0 w 73"/>
                  <a:gd name="T3" fmla="*/ 14 h 14"/>
                  <a:gd name="T4" fmla="*/ 4 w 73"/>
                  <a:gd name="T5" fmla="*/ 0 h 14"/>
                  <a:gd name="T6" fmla="*/ 73 w 73"/>
                  <a:gd name="T7" fmla="*/ 0 h 14"/>
                  <a:gd name="T8" fmla="*/ 69 w 73"/>
                  <a:gd name="T9" fmla="*/ 14 h 14"/>
                </a:gdLst>
                <a:ahLst/>
                <a:cxnLst>
                  <a:cxn ang="0">
                    <a:pos x="T0" y="T1"/>
                  </a:cxn>
                  <a:cxn ang="0">
                    <a:pos x="T2" y="T3"/>
                  </a:cxn>
                  <a:cxn ang="0">
                    <a:pos x="T4" y="T5"/>
                  </a:cxn>
                  <a:cxn ang="0">
                    <a:pos x="T6" y="T7"/>
                  </a:cxn>
                  <a:cxn ang="0">
                    <a:pos x="T8" y="T9"/>
                  </a:cxn>
                </a:cxnLst>
                <a:rect l="0" t="0" r="r" b="b"/>
                <a:pathLst>
                  <a:path w="73" h="14">
                    <a:moveTo>
                      <a:pt x="69" y="14"/>
                    </a:moveTo>
                    <a:lnTo>
                      <a:pt x="0" y="14"/>
                    </a:lnTo>
                    <a:lnTo>
                      <a:pt x="4" y="0"/>
                    </a:lnTo>
                    <a:lnTo>
                      <a:pt x="73" y="0"/>
                    </a:lnTo>
                    <a:lnTo>
                      <a:pt x="69" y="14"/>
                    </a:lnTo>
                    <a:close/>
                  </a:path>
                </a:pathLst>
              </a:custGeom>
              <a:solidFill>
                <a:srgbClr val="DF3A3A"/>
              </a:solidFill>
              <a:ln>
                <a:noFill/>
              </a:ln>
              <a:extLst>
                <a:ext uri="{91240B29-F687-4F45-9708-019B960494DF}">
                  <a14:hiddenLine xmlns:a14="http://schemas.microsoft.com/office/drawing/2010/main" w="9525">
                    <a:solidFill>
                      <a:srgbClr val="000000"/>
                    </a:solidFill>
                    <a:round/>
                    <a:headEnd/>
                    <a:tailEnd/>
                  </a14:hiddenLine>
                </a:ext>
              </a:extLst>
            </p:spPr>
            <p:txBody>
              <a:bodyPr anchor="ctr"/>
              <a:lstStyle/>
              <a:p>
                <a:pPr algn="ctr"/>
                <a:endParaRPr/>
              </a:p>
            </p:txBody>
          </p:sp>
          <p:sp>
            <p:nvSpPr>
              <p:cNvPr id="448" name="íṥ1íḑè">
                <a:extLst>
                  <a:ext uri="{FF2B5EF4-FFF2-40B4-BE49-F238E27FC236}">
                    <a16:creationId xmlns:a16="http://schemas.microsoft.com/office/drawing/2014/main" id="{56AC82E3-DA5C-41BC-B4C0-BF91238B6B67}"/>
                  </a:ext>
                </a:extLst>
              </p:cNvPr>
              <p:cNvSpPr/>
              <p:nvPr/>
            </p:nvSpPr>
            <p:spPr bwMode="auto">
              <a:xfrm>
                <a:off x="3801" y="1969"/>
                <a:ext cx="33" cy="14"/>
              </a:xfrm>
              <a:custGeom>
                <a:avLst/>
                <a:gdLst>
                  <a:gd name="T0" fmla="*/ 30 w 33"/>
                  <a:gd name="T1" fmla="*/ 14 h 14"/>
                  <a:gd name="T2" fmla="*/ 0 w 33"/>
                  <a:gd name="T3" fmla="*/ 14 h 14"/>
                  <a:gd name="T4" fmla="*/ 4 w 33"/>
                  <a:gd name="T5" fmla="*/ 0 h 14"/>
                  <a:gd name="T6" fmla="*/ 33 w 33"/>
                  <a:gd name="T7" fmla="*/ 0 h 14"/>
                  <a:gd name="T8" fmla="*/ 30 w 33"/>
                  <a:gd name="T9" fmla="*/ 14 h 14"/>
                </a:gdLst>
                <a:ahLst/>
                <a:cxnLst>
                  <a:cxn ang="0">
                    <a:pos x="T0" y="T1"/>
                  </a:cxn>
                  <a:cxn ang="0">
                    <a:pos x="T2" y="T3"/>
                  </a:cxn>
                  <a:cxn ang="0">
                    <a:pos x="T4" y="T5"/>
                  </a:cxn>
                  <a:cxn ang="0">
                    <a:pos x="T6" y="T7"/>
                  </a:cxn>
                  <a:cxn ang="0">
                    <a:pos x="T8" y="T9"/>
                  </a:cxn>
                </a:cxnLst>
                <a:rect l="0" t="0" r="r" b="b"/>
                <a:pathLst>
                  <a:path w="33" h="14">
                    <a:moveTo>
                      <a:pt x="30" y="14"/>
                    </a:moveTo>
                    <a:lnTo>
                      <a:pt x="0" y="14"/>
                    </a:lnTo>
                    <a:lnTo>
                      <a:pt x="4" y="0"/>
                    </a:lnTo>
                    <a:lnTo>
                      <a:pt x="33" y="0"/>
                    </a:lnTo>
                    <a:lnTo>
                      <a:pt x="30" y="14"/>
                    </a:lnTo>
                    <a:close/>
                  </a:path>
                </a:pathLst>
              </a:custGeom>
              <a:solidFill>
                <a:srgbClr val="7299E9"/>
              </a:solidFill>
              <a:ln>
                <a:noFill/>
              </a:ln>
              <a:extLst>
                <a:ext uri="{91240B29-F687-4F45-9708-019B960494DF}">
                  <a14:hiddenLine xmlns:a14="http://schemas.microsoft.com/office/drawing/2010/main" w="9525">
                    <a:solidFill>
                      <a:srgbClr val="000000"/>
                    </a:solidFill>
                    <a:round/>
                    <a:headEnd/>
                    <a:tailEnd/>
                  </a14:hiddenLine>
                </a:ext>
              </a:extLst>
            </p:spPr>
            <p:txBody>
              <a:bodyPr anchor="ctr"/>
              <a:lstStyle/>
              <a:p>
                <a:pPr algn="ctr"/>
                <a:endParaRPr/>
              </a:p>
            </p:txBody>
          </p:sp>
          <p:sp>
            <p:nvSpPr>
              <p:cNvPr id="449" name="íṩḷíḓê">
                <a:extLst>
                  <a:ext uri="{FF2B5EF4-FFF2-40B4-BE49-F238E27FC236}">
                    <a16:creationId xmlns:a16="http://schemas.microsoft.com/office/drawing/2014/main" id="{973C86CA-53BF-4B14-BD41-51ED1025D1E2}"/>
                  </a:ext>
                </a:extLst>
              </p:cNvPr>
              <p:cNvSpPr/>
              <p:nvPr/>
            </p:nvSpPr>
            <p:spPr bwMode="auto">
              <a:xfrm>
                <a:off x="3801" y="1969"/>
                <a:ext cx="33" cy="14"/>
              </a:xfrm>
              <a:custGeom>
                <a:avLst/>
                <a:gdLst>
                  <a:gd name="T0" fmla="*/ 30 w 33"/>
                  <a:gd name="T1" fmla="*/ 14 h 14"/>
                  <a:gd name="T2" fmla="*/ 0 w 33"/>
                  <a:gd name="T3" fmla="*/ 14 h 14"/>
                  <a:gd name="T4" fmla="*/ 4 w 33"/>
                  <a:gd name="T5" fmla="*/ 0 h 14"/>
                  <a:gd name="T6" fmla="*/ 33 w 33"/>
                  <a:gd name="T7" fmla="*/ 0 h 14"/>
                  <a:gd name="T8" fmla="*/ 30 w 33"/>
                  <a:gd name="T9" fmla="*/ 14 h 14"/>
                </a:gdLst>
                <a:ahLst/>
                <a:cxnLst>
                  <a:cxn ang="0">
                    <a:pos x="T0" y="T1"/>
                  </a:cxn>
                  <a:cxn ang="0">
                    <a:pos x="T2" y="T3"/>
                  </a:cxn>
                  <a:cxn ang="0">
                    <a:pos x="T4" y="T5"/>
                  </a:cxn>
                  <a:cxn ang="0">
                    <a:pos x="T6" y="T7"/>
                  </a:cxn>
                  <a:cxn ang="0">
                    <a:pos x="T8" y="T9"/>
                  </a:cxn>
                </a:cxnLst>
                <a:rect l="0" t="0" r="r" b="b"/>
                <a:pathLst>
                  <a:path w="33" h="14">
                    <a:moveTo>
                      <a:pt x="30" y="14"/>
                    </a:moveTo>
                    <a:lnTo>
                      <a:pt x="0" y="14"/>
                    </a:lnTo>
                    <a:lnTo>
                      <a:pt x="4" y="0"/>
                    </a:lnTo>
                    <a:lnTo>
                      <a:pt x="33" y="0"/>
                    </a:lnTo>
                    <a:lnTo>
                      <a:pt x="30" y="14"/>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anchor="ctr"/>
              <a:lstStyle/>
              <a:p>
                <a:pPr algn="ctr"/>
                <a:endParaRPr/>
              </a:p>
            </p:txBody>
          </p:sp>
          <p:sp>
            <p:nvSpPr>
              <p:cNvPr id="450" name="ïṣļiďé">
                <a:extLst>
                  <a:ext uri="{FF2B5EF4-FFF2-40B4-BE49-F238E27FC236}">
                    <a16:creationId xmlns:a16="http://schemas.microsoft.com/office/drawing/2014/main" id="{7CF89669-E4ED-4505-8EAA-78212742AA71}"/>
                  </a:ext>
                </a:extLst>
              </p:cNvPr>
              <p:cNvSpPr/>
              <p:nvPr/>
            </p:nvSpPr>
            <p:spPr bwMode="auto">
              <a:xfrm>
                <a:off x="3926" y="1969"/>
                <a:ext cx="149" cy="14"/>
              </a:xfrm>
              <a:custGeom>
                <a:avLst/>
                <a:gdLst>
                  <a:gd name="T0" fmla="*/ 145 w 149"/>
                  <a:gd name="T1" fmla="*/ 14 h 14"/>
                  <a:gd name="T2" fmla="*/ 0 w 149"/>
                  <a:gd name="T3" fmla="*/ 14 h 14"/>
                  <a:gd name="T4" fmla="*/ 5 w 149"/>
                  <a:gd name="T5" fmla="*/ 0 h 14"/>
                  <a:gd name="T6" fmla="*/ 149 w 149"/>
                  <a:gd name="T7" fmla="*/ 0 h 14"/>
                  <a:gd name="T8" fmla="*/ 145 w 149"/>
                  <a:gd name="T9" fmla="*/ 14 h 14"/>
                </a:gdLst>
                <a:ahLst/>
                <a:cxnLst>
                  <a:cxn ang="0">
                    <a:pos x="T0" y="T1"/>
                  </a:cxn>
                  <a:cxn ang="0">
                    <a:pos x="T2" y="T3"/>
                  </a:cxn>
                  <a:cxn ang="0">
                    <a:pos x="T4" y="T5"/>
                  </a:cxn>
                  <a:cxn ang="0">
                    <a:pos x="T6" y="T7"/>
                  </a:cxn>
                  <a:cxn ang="0">
                    <a:pos x="T8" y="T9"/>
                  </a:cxn>
                </a:cxnLst>
                <a:rect l="0" t="0" r="r" b="b"/>
                <a:pathLst>
                  <a:path w="149" h="14">
                    <a:moveTo>
                      <a:pt x="145" y="14"/>
                    </a:moveTo>
                    <a:lnTo>
                      <a:pt x="0" y="14"/>
                    </a:lnTo>
                    <a:lnTo>
                      <a:pt x="5" y="0"/>
                    </a:lnTo>
                    <a:lnTo>
                      <a:pt x="149" y="0"/>
                    </a:lnTo>
                    <a:lnTo>
                      <a:pt x="145" y="14"/>
                    </a:lnTo>
                    <a:close/>
                  </a:path>
                </a:pathLst>
              </a:custGeom>
              <a:solidFill>
                <a:srgbClr val="DF3A3A"/>
              </a:solidFill>
              <a:ln>
                <a:noFill/>
              </a:ln>
              <a:extLst>
                <a:ext uri="{91240B29-F687-4F45-9708-019B960494DF}">
                  <a14:hiddenLine xmlns:a14="http://schemas.microsoft.com/office/drawing/2010/main" w="9525">
                    <a:solidFill>
                      <a:srgbClr val="000000"/>
                    </a:solidFill>
                    <a:round/>
                    <a:headEnd/>
                    <a:tailEnd/>
                  </a14:hiddenLine>
                </a:ext>
              </a:extLst>
            </p:spPr>
            <p:txBody>
              <a:bodyPr anchor="ctr"/>
              <a:lstStyle/>
              <a:p>
                <a:pPr algn="ctr"/>
                <a:endParaRPr/>
              </a:p>
            </p:txBody>
          </p:sp>
          <p:sp>
            <p:nvSpPr>
              <p:cNvPr id="451" name="i$ḷïḋè">
                <a:extLst>
                  <a:ext uri="{FF2B5EF4-FFF2-40B4-BE49-F238E27FC236}">
                    <a16:creationId xmlns:a16="http://schemas.microsoft.com/office/drawing/2014/main" id="{31451D1E-31DE-412B-AFF3-A5A1EDBA671C}"/>
                  </a:ext>
                </a:extLst>
              </p:cNvPr>
              <p:cNvSpPr/>
              <p:nvPr/>
            </p:nvSpPr>
            <p:spPr bwMode="auto">
              <a:xfrm>
                <a:off x="3926" y="1969"/>
                <a:ext cx="149" cy="14"/>
              </a:xfrm>
              <a:custGeom>
                <a:avLst/>
                <a:gdLst>
                  <a:gd name="T0" fmla="*/ 145 w 149"/>
                  <a:gd name="T1" fmla="*/ 14 h 14"/>
                  <a:gd name="T2" fmla="*/ 0 w 149"/>
                  <a:gd name="T3" fmla="*/ 14 h 14"/>
                  <a:gd name="T4" fmla="*/ 5 w 149"/>
                  <a:gd name="T5" fmla="*/ 0 h 14"/>
                  <a:gd name="T6" fmla="*/ 149 w 149"/>
                  <a:gd name="T7" fmla="*/ 0 h 14"/>
                  <a:gd name="T8" fmla="*/ 145 w 149"/>
                  <a:gd name="T9" fmla="*/ 14 h 14"/>
                </a:gdLst>
                <a:ahLst/>
                <a:cxnLst>
                  <a:cxn ang="0">
                    <a:pos x="T0" y="T1"/>
                  </a:cxn>
                  <a:cxn ang="0">
                    <a:pos x="T2" y="T3"/>
                  </a:cxn>
                  <a:cxn ang="0">
                    <a:pos x="T4" y="T5"/>
                  </a:cxn>
                  <a:cxn ang="0">
                    <a:pos x="T6" y="T7"/>
                  </a:cxn>
                  <a:cxn ang="0">
                    <a:pos x="T8" y="T9"/>
                  </a:cxn>
                </a:cxnLst>
                <a:rect l="0" t="0" r="r" b="b"/>
                <a:pathLst>
                  <a:path w="149" h="14">
                    <a:moveTo>
                      <a:pt x="145" y="14"/>
                    </a:moveTo>
                    <a:lnTo>
                      <a:pt x="0" y="14"/>
                    </a:lnTo>
                    <a:lnTo>
                      <a:pt x="5" y="0"/>
                    </a:lnTo>
                    <a:lnTo>
                      <a:pt x="149" y="0"/>
                    </a:lnTo>
                    <a:lnTo>
                      <a:pt x="145" y="14"/>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anchor="ctr"/>
              <a:lstStyle/>
              <a:p>
                <a:pPr algn="ctr"/>
                <a:endParaRPr/>
              </a:p>
            </p:txBody>
          </p:sp>
          <p:sp>
            <p:nvSpPr>
              <p:cNvPr id="452" name="îsḻîdé">
                <a:extLst>
                  <a:ext uri="{FF2B5EF4-FFF2-40B4-BE49-F238E27FC236}">
                    <a16:creationId xmlns:a16="http://schemas.microsoft.com/office/drawing/2014/main" id="{5047C599-51D5-4D3F-BF34-D2BFA8587651}"/>
                  </a:ext>
                </a:extLst>
              </p:cNvPr>
              <p:cNvSpPr/>
              <p:nvPr/>
            </p:nvSpPr>
            <p:spPr bwMode="auto">
              <a:xfrm>
                <a:off x="3838" y="1969"/>
                <a:ext cx="83" cy="14"/>
              </a:xfrm>
              <a:custGeom>
                <a:avLst/>
                <a:gdLst>
                  <a:gd name="T0" fmla="*/ 78 w 83"/>
                  <a:gd name="T1" fmla="*/ 14 h 14"/>
                  <a:gd name="T2" fmla="*/ 0 w 83"/>
                  <a:gd name="T3" fmla="*/ 14 h 14"/>
                  <a:gd name="T4" fmla="*/ 4 w 83"/>
                  <a:gd name="T5" fmla="*/ 0 h 14"/>
                  <a:gd name="T6" fmla="*/ 83 w 83"/>
                  <a:gd name="T7" fmla="*/ 0 h 14"/>
                  <a:gd name="T8" fmla="*/ 78 w 83"/>
                  <a:gd name="T9" fmla="*/ 14 h 14"/>
                </a:gdLst>
                <a:ahLst/>
                <a:cxnLst>
                  <a:cxn ang="0">
                    <a:pos x="T0" y="T1"/>
                  </a:cxn>
                  <a:cxn ang="0">
                    <a:pos x="T2" y="T3"/>
                  </a:cxn>
                  <a:cxn ang="0">
                    <a:pos x="T4" y="T5"/>
                  </a:cxn>
                  <a:cxn ang="0">
                    <a:pos x="T6" y="T7"/>
                  </a:cxn>
                  <a:cxn ang="0">
                    <a:pos x="T8" y="T9"/>
                  </a:cxn>
                </a:cxnLst>
                <a:rect l="0" t="0" r="r" b="b"/>
                <a:pathLst>
                  <a:path w="83" h="14">
                    <a:moveTo>
                      <a:pt x="78" y="14"/>
                    </a:moveTo>
                    <a:lnTo>
                      <a:pt x="0" y="14"/>
                    </a:lnTo>
                    <a:lnTo>
                      <a:pt x="4" y="0"/>
                    </a:lnTo>
                    <a:lnTo>
                      <a:pt x="83" y="0"/>
                    </a:lnTo>
                    <a:lnTo>
                      <a:pt x="78" y="14"/>
                    </a:lnTo>
                    <a:close/>
                  </a:path>
                </a:pathLst>
              </a:custGeom>
              <a:solidFill>
                <a:srgbClr val="7299E9"/>
              </a:solidFill>
              <a:ln>
                <a:noFill/>
              </a:ln>
              <a:extLst>
                <a:ext uri="{91240B29-F687-4F45-9708-019B960494DF}">
                  <a14:hiddenLine xmlns:a14="http://schemas.microsoft.com/office/drawing/2010/main" w="9525">
                    <a:solidFill>
                      <a:srgbClr val="000000"/>
                    </a:solidFill>
                    <a:round/>
                    <a:headEnd/>
                    <a:tailEnd/>
                  </a14:hiddenLine>
                </a:ext>
              </a:extLst>
            </p:spPr>
            <p:txBody>
              <a:bodyPr anchor="ctr"/>
              <a:lstStyle/>
              <a:p>
                <a:pPr algn="ctr"/>
                <a:endParaRPr/>
              </a:p>
            </p:txBody>
          </p:sp>
          <p:sp>
            <p:nvSpPr>
              <p:cNvPr id="453" name="îṡḷíḍê">
                <a:extLst>
                  <a:ext uri="{FF2B5EF4-FFF2-40B4-BE49-F238E27FC236}">
                    <a16:creationId xmlns:a16="http://schemas.microsoft.com/office/drawing/2014/main" id="{4DAA992B-6D97-4302-A20E-174F6A99C939}"/>
                  </a:ext>
                </a:extLst>
              </p:cNvPr>
              <p:cNvSpPr/>
              <p:nvPr/>
            </p:nvSpPr>
            <p:spPr bwMode="auto">
              <a:xfrm>
                <a:off x="3838" y="1969"/>
                <a:ext cx="83" cy="14"/>
              </a:xfrm>
              <a:custGeom>
                <a:avLst/>
                <a:gdLst>
                  <a:gd name="T0" fmla="*/ 78 w 83"/>
                  <a:gd name="T1" fmla="*/ 14 h 14"/>
                  <a:gd name="T2" fmla="*/ 0 w 83"/>
                  <a:gd name="T3" fmla="*/ 14 h 14"/>
                  <a:gd name="T4" fmla="*/ 4 w 83"/>
                  <a:gd name="T5" fmla="*/ 0 h 14"/>
                  <a:gd name="T6" fmla="*/ 83 w 83"/>
                  <a:gd name="T7" fmla="*/ 0 h 14"/>
                  <a:gd name="T8" fmla="*/ 78 w 83"/>
                  <a:gd name="T9" fmla="*/ 14 h 14"/>
                </a:gdLst>
                <a:ahLst/>
                <a:cxnLst>
                  <a:cxn ang="0">
                    <a:pos x="T0" y="T1"/>
                  </a:cxn>
                  <a:cxn ang="0">
                    <a:pos x="T2" y="T3"/>
                  </a:cxn>
                  <a:cxn ang="0">
                    <a:pos x="T4" y="T5"/>
                  </a:cxn>
                  <a:cxn ang="0">
                    <a:pos x="T6" y="T7"/>
                  </a:cxn>
                  <a:cxn ang="0">
                    <a:pos x="T8" y="T9"/>
                  </a:cxn>
                </a:cxnLst>
                <a:rect l="0" t="0" r="r" b="b"/>
                <a:pathLst>
                  <a:path w="83" h="14">
                    <a:moveTo>
                      <a:pt x="78" y="14"/>
                    </a:moveTo>
                    <a:lnTo>
                      <a:pt x="0" y="14"/>
                    </a:lnTo>
                    <a:lnTo>
                      <a:pt x="4" y="0"/>
                    </a:lnTo>
                    <a:lnTo>
                      <a:pt x="83" y="0"/>
                    </a:lnTo>
                    <a:lnTo>
                      <a:pt x="78" y="14"/>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anchor="ctr"/>
              <a:lstStyle/>
              <a:p>
                <a:pPr algn="ctr"/>
                <a:endParaRPr/>
              </a:p>
            </p:txBody>
          </p:sp>
          <p:sp>
            <p:nvSpPr>
              <p:cNvPr id="454" name="iṥlíḓe">
                <a:extLst>
                  <a:ext uri="{FF2B5EF4-FFF2-40B4-BE49-F238E27FC236}">
                    <a16:creationId xmlns:a16="http://schemas.microsoft.com/office/drawing/2014/main" id="{C7C6BA47-BE3C-47D5-A75F-0163C41A4A8E}"/>
                  </a:ext>
                </a:extLst>
              </p:cNvPr>
              <p:cNvSpPr/>
              <p:nvPr/>
            </p:nvSpPr>
            <p:spPr bwMode="auto">
              <a:xfrm>
                <a:off x="3673" y="1969"/>
                <a:ext cx="122" cy="14"/>
              </a:xfrm>
              <a:custGeom>
                <a:avLst/>
                <a:gdLst>
                  <a:gd name="T0" fmla="*/ 118 w 122"/>
                  <a:gd name="T1" fmla="*/ 14 h 14"/>
                  <a:gd name="T2" fmla="*/ 0 w 122"/>
                  <a:gd name="T3" fmla="*/ 14 h 14"/>
                  <a:gd name="T4" fmla="*/ 3 w 122"/>
                  <a:gd name="T5" fmla="*/ 0 h 14"/>
                  <a:gd name="T6" fmla="*/ 122 w 122"/>
                  <a:gd name="T7" fmla="*/ 0 h 14"/>
                  <a:gd name="T8" fmla="*/ 118 w 122"/>
                  <a:gd name="T9" fmla="*/ 14 h 14"/>
                </a:gdLst>
                <a:ahLst/>
                <a:cxnLst>
                  <a:cxn ang="0">
                    <a:pos x="T0" y="T1"/>
                  </a:cxn>
                  <a:cxn ang="0">
                    <a:pos x="T2" y="T3"/>
                  </a:cxn>
                  <a:cxn ang="0">
                    <a:pos x="T4" y="T5"/>
                  </a:cxn>
                  <a:cxn ang="0">
                    <a:pos x="T6" y="T7"/>
                  </a:cxn>
                  <a:cxn ang="0">
                    <a:pos x="T8" y="T9"/>
                  </a:cxn>
                </a:cxnLst>
                <a:rect l="0" t="0" r="r" b="b"/>
                <a:pathLst>
                  <a:path w="122" h="14">
                    <a:moveTo>
                      <a:pt x="118" y="14"/>
                    </a:moveTo>
                    <a:lnTo>
                      <a:pt x="0" y="14"/>
                    </a:lnTo>
                    <a:lnTo>
                      <a:pt x="3" y="0"/>
                    </a:lnTo>
                    <a:lnTo>
                      <a:pt x="122" y="0"/>
                    </a:lnTo>
                    <a:lnTo>
                      <a:pt x="118" y="14"/>
                    </a:lnTo>
                    <a:close/>
                  </a:path>
                </a:pathLst>
              </a:custGeom>
              <a:solidFill>
                <a:srgbClr val="7299E9"/>
              </a:solidFill>
              <a:ln>
                <a:noFill/>
              </a:ln>
              <a:extLst>
                <a:ext uri="{91240B29-F687-4F45-9708-019B960494DF}">
                  <a14:hiddenLine xmlns:a14="http://schemas.microsoft.com/office/drawing/2010/main" w="9525">
                    <a:solidFill>
                      <a:srgbClr val="000000"/>
                    </a:solidFill>
                    <a:round/>
                    <a:headEnd/>
                    <a:tailEnd/>
                  </a14:hiddenLine>
                </a:ext>
              </a:extLst>
            </p:spPr>
            <p:txBody>
              <a:bodyPr anchor="ctr"/>
              <a:lstStyle/>
              <a:p>
                <a:pPr algn="ctr"/>
                <a:endParaRPr/>
              </a:p>
            </p:txBody>
          </p:sp>
          <p:sp>
            <p:nvSpPr>
              <p:cNvPr id="455" name="i$ľîdé">
                <a:extLst>
                  <a:ext uri="{FF2B5EF4-FFF2-40B4-BE49-F238E27FC236}">
                    <a16:creationId xmlns:a16="http://schemas.microsoft.com/office/drawing/2014/main" id="{2DC0E13E-5D86-4C08-AA7B-F83A45CB9CF2}"/>
                  </a:ext>
                </a:extLst>
              </p:cNvPr>
              <p:cNvSpPr/>
              <p:nvPr/>
            </p:nvSpPr>
            <p:spPr bwMode="auto">
              <a:xfrm>
                <a:off x="3673" y="1969"/>
                <a:ext cx="122" cy="14"/>
              </a:xfrm>
              <a:custGeom>
                <a:avLst/>
                <a:gdLst>
                  <a:gd name="T0" fmla="*/ 118 w 122"/>
                  <a:gd name="T1" fmla="*/ 14 h 14"/>
                  <a:gd name="T2" fmla="*/ 0 w 122"/>
                  <a:gd name="T3" fmla="*/ 14 h 14"/>
                  <a:gd name="T4" fmla="*/ 3 w 122"/>
                  <a:gd name="T5" fmla="*/ 0 h 14"/>
                  <a:gd name="T6" fmla="*/ 122 w 122"/>
                  <a:gd name="T7" fmla="*/ 0 h 14"/>
                  <a:gd name="T8" fmla="*/ 118 w 122"/>
                  <a:gd name="T9" fmla="*/ 14 h 14"/>
                </a:gdLst>
                <a:ahLst/>
                <a:cxnLst>
                  <a:cxn ang="0">
                    <a:pos x="T0" y="T1"/>
                  </a:cxn>
                  <a:cxn ang="0">
                    <a:pos x="T2" y="T3"/>
                  </a:cxn>
                  <a:cxn ang="0">
                    <a:pos x="T4" y="T5"/>
                  </a:cxn>
                  <a:cxn ang="0">
                    <a:pos x="T6" y="T7"/>
                  </a:cxn>
                  <a:cxn ang="0">
                    <a:pos x="T8" y="T9"/>
                  </a:cxn>
                </a:cxnLst>
                <a:rect l="0" t="0" r="r" b="b"/>
                <a:pathLst>
                  <a:path w="122" h="14">
                    <a:moveTo>
                      <a:pt x="118" y="14"/>
                    </a:moveTo>
                    <a:lnTo>
                      <a:pt x="0" y="14"/>
                    </a:lnTo>
                    <a:lnTo>
                      <a:pt x="3" y="0"/>
                    </a:lnTo>
                    <a:lnTo>
                      <a:pt x="122" y="0"/>
                    </a:lnTo>
                    <a:lnTo>
                      <a:pt x="118" y="14"/>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anchor="ctr"/>
              <a:lstStyle/>
              <a:p>
                <a:pPr algn="ctr"/>
                <a:endParaRPr/>
              </a:p>
            </p:txBody>
          </p:sp>
          <p:sp>
            <p:nvSpPr>
              <p:cNvPr id="456" name="i$ľîḋè">
                <a:extLst>
                  <a:ext uri="{FF2B5EF4-FFF2-40B4-BE49-F238E27FC236}">
                    <a16:creationId xmlns:a16="http://schemas.microsoft.com/office/drawing/2014/main" id="{BC41C175-C93D-4549-907A-0804D9DC86E5}"/>
                  </a:ext>
                </a:extLst>
              </p:cNvPr>
              <p:cNvSpPr/>
              <p:nvPr/>
            </p:nvSpPr>
            <p:spPr bwMode="auto">
              <a:xfrm>
                <a:off x="3490" y="2300"/>
                <a:ext cx="73" cy="13"/>
              </a:xfrm>
              <a:custGeom>
                <a:avLst/>
                <a:gdLst>
                  <a:gd name="T0" fmla="*/ 69 w 73"/>
                  <a:gd name="T1" fmla="*/ 13 h 13"/>
                  <a:gd name="T2" fmla="*/ 0 w 73"/>
                  <a:gd name="T3" fmla="*/ 13 h 13"/>
                  <a:gd name="T4" fmla="*/ 4 w 73"/>
                  <a:gd name="T5" fmla="*/ 0 h 13"/>
                  <a:gd name="T6" fmla="*/ 73 w 73"/>
                  <a:gd name="T7" fmla="*/ 0 h 13"/>
                  <a:gd name="T8" fmla="*/ 69 w 73"/>
                  <a:gd name="T9" fmla="*/ 13 h 13"/>
                </a:gdLst>
                <a:ahLst/>
                <a:cxnLst>
                  <a:cxn ang="0">
                    <a:pos x="T0" y="T1"/>
                  </a:cxn>
                  <a:cxn ang="0">
                    <a:pos x="T2" y="T3"/>
                  </a:cxn>
                  <a:cxn ang="0">
                    <a:pos x="T4" y="T5"/>
                  </a:cxn>
                  <a:cxn ang="0">
                    <a:pos x="T6" y="T7"/>
                  </a:cxn>
                  <a:cxn ang="0">
                    <a:pos x="T8" y="T9"/>
                  </a:cxn>
                </a:cxnLst>
                <a:rect l="0" t="0" r="r" b="b"/>
                <a:pathLst>
                  <a:path w="73" h="13">
                    <a:moveTo>
                      <a:pt x="69" y="13"/>
                    </a:moveTo>
                    <a:lnTo>
                      <a:pt x="0" y="13"/>
                    </a:lnTo>
                    <a:lnTo>
                      <a:pt x="4" y="0"/>
                    </a:lnTo>
                    <a:lnTo>
                      <a:pt x="73" y="0"/>
                    </a:lnTo>
                    <a:lnTo>
                      <a:pt x="69" y="13"/>
                    </a:lnTo>
                    <a:close/>
                  </a:path>
                </a:pathLst>
              </a:custGeom>
              <a:solidFill>
                <a:srgbClr val="2D3969"/>
              </a:solidFill>
              <a:ln>
                <a:noFill/>
              </a:ln>
              <a:extLst>
                <a:ext uri="{91240B29-F687-4F45-9708-019B960494DF}">
                  <a14:hiddenLine xmlns:a14="http://schemas.microsoft.com/office/drawing/2010/main" w="9525">
                    <a:solidFill>
                      <a:srgbClr val="000000"/>
                    </a:solidFill>
                    <a:round/>
                    <a:headEnd/>
                    <a:tailEnd/>
                  </a14:hiddenLine>
                </a:ext>
              </a:extLst>
            </p:spPr>
            <p:txBody>
              <a:bodyPr anchor="ctr"/>
              <a:lstStyle/>
              <a:p>
                <a:pPr algn="ctr"/>
                <a:endParaRPr/>
              </a:p>
            </p:txBody>
          </p:sp>
          <p:sp>
            <p:nvSpPr>
              <p:cNvPr id="457" name="íṩlïḓé">
                <a:extLst>
                  <a:ext uri="{FF2B5EF4-FFF2-40B4-BE49-F238E27FC236}">
                    <a16:creationId xmlns:a16="http://schemas.microsoft.com/office/drawing/2014/main" id="{34B1BDF1-2DC3-43CB-A8DE-DF5C414BDFD8}"/>
                  </a:ext>
                </a:extLst>
              </p:cNvPr>
              <p:cNvSpPr/>
              <p:nvPr/>
            </p:nvSpPr>
            <p:spPr bwMode="auto">
              <a:xfrm>
                <a:off x="3490" y="2300"/>
                <a:ext cx="73" cy="13"/>
              </a:xfrm>
              <a:custGeom>
                <a:avLst/>
                <a:gdLst>
                  <a:gd name="T0" fmla="*/ 69 w 73"/>
                  <a:gd name="T1" fmla="*/ 13 h 13"/>
                  <a:gd name="T2" fmla="*/ 0 w 73"/>
                  <a:gd name="T3" fmla="*/ 13 h 13"/>
                  <a:gd name="T4" fmla="*/ 4 w 73"/>
                  <a:gd name="T5" fmla="*/ 0 h 13"/>
                  <a:gd name="T6" fmla="*/ 73 w 73"/>
                  <a:gd name="T7" fmla="*/ 0 h 13"/>
                  <a:gd name="T8" fmla="*/ 69 w 73"/>
                  <a:gd name="T9" fmla="*/ 13 h 13"/>
                </a:gdLst>
                <a:ahLst/>
                <a:cxnLst>
                  <a:cxn ang="0">
                    <a:pos x="T0" y="T1"/>
                  </a:cxn>
                  <a:cxn ang="0">
                    <a:pos x="T2" y="T3"/>
                  </a:cxn>
                  <a:cxn ang="0">
                    <a:pos x="T4" y="T5"/>
                  </a:cxn>
                  <a:cxn ang="0">
                    <a:pos x="T6" y="T7"/>
                  </a:cxn>
                  <a:cxn ang="0">
                    <a:pos x="T8" y="T9"/>
                  </a:cxn>
                </a:cxnLst>
                <a:rect l="0" t="0" r="r" b="b"/>
                <a:pathLst>
                  <a:path w="73" h="13">
                    <a:moveTo>
                      <a:pt x="69" y="13"/>
                    </a:moveTo>
                    <a:lnTo>
                      <a:pt x="0" y="13"/>
                    </a:lnTo>
                    <a:lnTo>
                      <a:pt x="4" y="0"/>
                    </a:lnTo>
                    <a:lnTo>
                      <a:pt x="73" y="0"/>
                    </a:lnTo>
                    <a:lnTo>
                      <a:pt x="69" y="13"/>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anchor="ctr"/>
              <a:lstStyle/>
              <a:p>
                <a:pPr algn="ctr"/>
                <a:endParaRPr/>
              </a:p>
            </p:txBody>
          </p:sp>
          <p:sp>
            <p:nvSpPr>
              <p:cNvPr id="458" name="îšľiďè">
                <a:extLst>
                  <a:ext uri="{FF2B5EF4-FFF2-40B4-BE49-F238E27FC236}">
                    <a16:creationId xmlns:a16="http://schemas.microsoft.com/office/drawing/2014/main" id="{8341D426-AED6-429E-9829-03F0A4D5EBF9}"/>
                  </a:ext>
                </a:extLst>
              </p:cNvPr>
              <p:cNvSpPr/>
              <p:nvPr/>
            </p:nvSpPr>
            <p:spPr bwMode="auto">
              <a:xfrm>
                <a:off x="3697" y="2300"/>
                <a:ext cx="33" cy="13"/>
              </a:xfrm>
              <a:custGeom>
                <a:avLst/>
                <a:gdLst>
                  <a:gd name="T0" fmla="*/ 29 w 33"/>
                  <a:gd name="T1" fmla="*/ 13 h 13"/>
                  <a:gd name="T2" fmla="*/ 0 w 33"/>
                  <a:gd name="T3" fmla="*/ 13 h 13"/>
                  <a:gd name="T4" fmla="*/ 4 w 33"/>
                  <a:gd name="T5" fmla="*/ 0 h 13"/>
                  <a:gd name="T6" fmla="*/ 33 w 33"/>
                  <a:gd name="T7" fmla="*/ 0 h 13"/>
                  <a:gd name="T8" fmla="*/ 29 w 33"/>
                  <a:gd name="T9" fmla="*/ 13 h 13"/>
                </a:gdLst>
                <a:ahLst/>
                <a:cxnLst>
                  <a:cxn ang="0">
                    <a:pos x="T0" y="T1"/>
                  </a:cxn>
                  <a:cxn ang="0">
                    <a:pos x="T2" y="T3"/>
                  </a:cxn>
                  <a:cxn ang="0">
                    <a:pos x="T4" y="T5"/>
                  </a:cxn>
                  <a:cxn ang="0">
                    <a:pos x="T6" y="T7"/>
                  </a:cxn>
                  <a:cxn ang="0">
                    <a:pos x="T8" y="T9"/>
                  </a:cxn>
                </a:cxnLst>
                <a:rect l="0" t="0" r="r" b="b"/>
                <a:pathLst>
                  <a:path w="33" h="13">
                    <a:moveTo>
                      <a:pt x="29" y="13"/>
                    </a:moveTo>
                    <a:lnTo>
                      <a:pt x="0" y="13"/>
                    </a:lnTo>
                    <a:lnTo>
                      <a:pt x="4" y="0"/>
                    </a:lnTo>
                    <a:lnTo>
                      <a:pt x="33" y="0"/>
                    </a:lnTo>
                    <a:lnTo>
                      <a:pt x="29" y="13"/>
                    </a:lnTo>
                    <a:close/>
                  </a:path>
                </a:pathLst>
              </a:custGeom>
              <a:solidFill>
                <a:srgbClr val="2D3969"/>
              </a:solidFill>
              <a:ln>
                <a:noFill/>
              </a:ln>
              <a:extLst>
                <a:ext uri="{91240B29-F687-4F45-9708-019B960494DF}">
                  <a14:hiddenLine xmlns:a14="http://schemas.microsoft.com/office/drawing/2010/main" w="9525">
                    <a:solidFill>
                      <a:srgbClr val="000000"/>
                    </a:solidFill>
                    <a:round/>
                    <a:headEnd/>
                    <a:tailEnd/>
                  </a14:hiddenLine>
                </a:ext>
              </a:extLst>
            </p:spPr>
            <p:txBody>
              <a:bodyPr anchor="ctr"/>
              <a:lstStyle/>
              <a:p>
                <a:pPr algn="ctr"/>
                <a:endParaRPr/>
              </a:p>
            </p:txBody>
          </p:sp>
          <p:sp>
            <p:nvSpPr>
              <p:cNvPr id="459" name="iṣlïḓè">
                <a:extLst>
                  <a:ext uri="{FF2B5EF4-FFF2-40B4-BE49-F238E27FC236}">
                    <a16:creationId xmlns:a16="http://schemas.microsoft.com/office/drawing/2014/main" id="{221B98ED-3C8B-46A3-977F-6238C621F83B}"/>
                  </a:ext>
                </a:extLst>
              </p:cNvPr>
              <p:cNvSpPr/>
              <p:nvPr/>
            </p:nvSpPr>
            <p:spPr bwMode="auto">
              <a:xfrm>
                <a:off x="3697" y="2300"/>
                <a:ext cx="33" cy="13"/>
              </a:xfrm>
              <a:custGeom>
                <a:avLst/>
                <a:gdLst>
                  <a:gd name="T0" fmla="*/ 29 w 33"/>
                  <a:gd name="T1" fmla="*/ 13 h 13"/>
                  <a:gd name="T2" fmla="*/ 0 w 33"/>
                  <a:gd name="T3" fmla="*/ 13 h 13"/>
                  <a:gd name="T4" fmla="*/ 4 w 33"/>
                  <a:gd name="T5" fmla="*/ 0 h 13"/>
                  <a:gd name="T6" fmla="*/ 33 w 33"/>
                  <a:gd name="T7" fmla="*/ 0 h 13"/>
                  <a:gd name="T8" fmla="*/ 29 w 33"/>
                  <a:gd name="T9" fmla="*/ 13 h 13"/>
                </a:gdLst>
                <a:ahLst/>
                <a:cxnLst>
                  <a:cxn ang="0">
                    <a:pos x="T0" y="T1"/>
                  </a:cxn>
                  <a:cxn ang="0">
                    <a:pos x="T2" y="T3"/>
                  </a:cxn>
                  <a:cxn ang="0">
                    <a:pos x="T4" y="T5"/>
                  </a:cxn>
                  <a:cxn ang="0">
                    <a:pos x="T6" y="T7"/>
                  </a:cxn>
                  <a:cxn ang="0">
                    <a:pos x="T8" y="T9"/>
                  </a:cxn>
                </a:cxnLst>
                <a:rect l="0" t="0" r="r" b="b"/>
                <a:pathLst>
                  <a:path w="33" h="13">
                    <a:moveTo>
                      <a:pt x="29" y="13"/>
                    </a:moveTo>
                    <a:lnTo>
                      <a:pt x="0" y="13"/>
                    </a:lnTo>
                    <a:lnTo>
                      <a:pt x="4" y="0"/>
                    </a:lnTo>
                    <a:lnTo>
                      <a:pt x="33" y="0"/>
                    </a:lnTo>
                    <a:lnTo>
                      <a:pt x="29" y="13"/>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anchor="ctr"/>
              <a:lstStyle/>
              <a:p>
                <a:pPr algn="ctr"/>
                <a:endParaRPr/>
              </a:p>
            </p:txBody>
          </p:sp>
          <p:sp>
            <p:nvSpPr>
              <p:cNvPr id="460" name="iṣľîḓe">
                <a:extLst>
                  <a:ext uri="{FF2B5EF4-FFF2-40B4-BE49-F238E27FC236}">
                    <a16:creationId xmlns:a16="http://schemas.microsoft.com/office/drawing/2014/main" id="{8E33BF70-E1AF-4519-AD9A-2F992CC45C63}"/>
                  </a:ext>
                </a:extLst>
              </p:cNvPr>
              <p:cNvSpPr/>
              <p:nvPr/>
            </p:nvSpPr>
            <p:spPr bwMode="auto">
              <a:xfrm>
                <a:off x="3822" y="2300"/>
                <a:ext cx="149" cy="13"/>
              </a:xfrm>
              <a:custGeom>
                <a:avLst/>
                <a:gdLst>
                  <a:gd name="T0" fmla="*/ 145 w 149"/>
                  <a:gd name="T1" fmla="*/ 13 h 13"/>
                  <a:gd name="T2" fmla="*/ 0 w 149"/>
                  <a:gd name="T3" fmla="*/ 13 h 13"/>
                  <a:gd name="T4" fmla="*/ 4 w 149"/>
                  <a:gd name="T5" fmla="*/ 0 h 13"/>
                  <a:gd name="T6" fmla="*/ 149 w 149"/>
                  <a:gd name="T7" fmla="*/ 0 h 13"/>
                  <a:gd name="T8" fmla="*/ 145 w 149"/>
                  <a:gd name="T9" fmla="*/ 13 h 13"/>
                </a:gdLst>
                <a:ahLst/>
                <a:cxnLst>
                  <a:cxn ang="0">
                    <a:pos x="T0" y="T1"/>
                  </a:cxn>
                  <a:cxn ang="0">
                    <a:pos x="T2" y="T3"/>
                  </a:cxn>
                  <a:cxn ang="0">
                    <a:pos x="T4" y="T5"/>
                  </a:cxn>
                  <a:cxn ang="0">
                    <a:pos x="T6" y="T7"/>
                  </a:cxn>
                  <a:cxn ang="0">
                    <a:pos x="T8" y="T9"/>
                  </a:cxn>
                </a:cxnLst>
                <a:rect l="0" t="0" r="r" b="b"/>
                <a:pathLst>
                  <a:path w="149" h="13">
                    <a:moveTo>
                      <a:pt x="145" y="13"/>
                    </a:moveTo>
                    <a:lnTo>
                      <a:pt x="0" y="13"/>
                    </a:lnTo>
                    <a:lnTo>
                      <a:pt x="4" y="0"/>
                    </a:lnTo>
                    <a:lnTo>
                      <a:pt x="149" y="0"/>
                    </a:lnTo>
                    <a:lnTo>
                      <a:pt x="145" y="13"/>
                    </a:lnTo>
                    <a:close/>
                  </a:path>
                </a:pathLst>
              </a:custGeom>
              <a:solidFill>
                <a:srgbClr val="7299E9"/>
              </a:solidFill>
              <a:ln>
                <a:noFill/>
              </a:ln>
              <a:extLst>
                <a:ext uri="{91240B29-F687-4F45-9708-019B960494DF}">
                  <a14:hiddenLine xmlns:a14="http://schemas.microsoft.com/office/drawing/2010/main" w="9525">
                    <a:solidFill>
                      <a:srgbClr val="000000"/>
                    </a:solidFill>
                    <a:round/>
                    <a:headEnd/>
                    <a:tailEnd/>
                  </a14:hiddenLine>
                </a:ext>
              </a:extLst>
            </p:spPr>
            <p:txBody>
              <a:bodyPr anchor="ctr"/>
              <a:lstStyle/>
              <a:p>
                <a:pPr algn="ctr"/>
                <a:endParaRPr/>
              </a:p>
            </p:txBody>
          </p:sp>
          <p:sp>
            <p:nvSpPr>
              <p:cNvPr id="461" name="ïS1iḋê">
                <a:extLst>
                  <a:ext uri="{FF2B5EF4-FFF2-40B4-BE49-F238E27FC236}">
                    <a16:creationId xmlns:a16="http://schemas.microsoft.com/office/drawing/2014/main" id="{8B177ABA-48F9-40E0-86C1-1EA30A4C7A5C}"/>
                  </a:ext>
                </a:extLst>
              </p:cNvPr>
              <p:cNvSpPr/>
              <p:nvPr/>
            </p:nvSpPr>
            <p:spPr bwMode="auto">
              <a:xfrm>
                <a:off x="3734" y="2300"/>
                <a:ext cx="81" cy="13"/>
              </a:xfrm>
              <a:custGeom>
                <a:avLst/>
                <a:gdLst>
                  <a:gd name="T0" fmla="*/ 78 w 81"/>
                  <a:gd name="T1" fmla="*/ 13 h 13"/>
                  <a:gd name="T2" fmla="*/ 0 w 81"/>
                  <a:gd name="T3" fmla="*/ 13 h 13"/>
                  <a:gd name="T4" fmla="*/ 4 w 81"/>
                  <a:gd name="T5" fmla="*/ 0 h 13"/>
                  <a:gd name="T6" fmla="*/ 81 w 81"/>
                  <a:gd name="T7" fmla="*/ 0 h 13"/>
                  <a:gd name="T8" fmla="*/ 78 w 81"/>
                  <a:gd name="T9" fmla="*/ 13 h 13"/>
                </a:gdLst>
                <a:ahLst/>
                <a:cxnLst>
                  <a:cxn ang="0">
                    <a:pos x="T0" y="T1"/>
                  </a:cxn>
                  <a:cxn ang="0">
                    <a:pos x="T2" y="T3"/>
                  </a:cxn>
                  <a:cxn ang="0">
                    <a:pos x="T4" y="T5"/>
                  </a:cxn>
                  <a:cxn ang="0">
                    <a:pos x="T6" y="T7"/>
                  </a:cxn>
                  <a:cxn ang="0">
                    <a:pos x="T8" y="T9"/>
                  </a:cxn>
                </a:cxnLst>
                <a:rect l="0" t="0" r="r" b="b"/>
                <a:pathLst>
                  <a:path w="81" h="13">
                    <a:moveTo>
                      <a:pt x="78" y="13"/>
                    </a:moveTo>
                    <a:lnTo>
                      <a:pt x="0" y="13"/>
                    </a:lnTo>
                    <a:lnTo>
                      <a:pt x="4" y="0"/>
                    </a:lnTo>
                    <a:lnTo>
                      <a:pt x="81" y="0"/>
                    </a:lnTo>
                    <a:lnTo>
                      <a:pt x="78" y="13"/>
                    </a:lnTo>
                    <a:close/>
                  </a:path>
                </a:pathLst>
              </a:custGeom>
              <a:solidFill>
                <a:srgbClr val="7299E9"/>
              </a:solidFill>
              <a:ln>
                <a:noFill/>
              </a:ln>
              <a:extLst>
                <a:ext uri="{91240B29-F687-4F45-9708-019B960494DF}">
                  <a14:hiddenLine xmlns:a14="http://schemas.microsoft.com/office/drawing/2010/main" w="9525">
                    <a:solidFill>
                      <a:srgbClr val="000000"/>
                    </a:solidFill>
                    <a:round/>
                    <a:headEnd/>
                    <a:tailEnd/>
                  </a14:hiddenLine>
                </a:ext>
              </a:extLst>
            </p:spPr>
            <p:txBody>
              <a:bodyPr anchor="ctr"/>
              <a:lstStyle/>
              <a:p>
                <a:pPr algn="ctr"/>
                <a:endParaRPr/>
              </a:p>
            </p:txBody>
          </p:sp>
          <p:sp>
            <p:nvSpPr>
              <p:cNvPr id="462" name="išlíďe">
                <a:extLst>
                  <a:ext uri="{FF2B5EF4-FFF2-40B4-BE49-F238E27FC236}">
                    <a16:creationId xmlns:a16="http://schemas.microsoft.com/office/drawing/2014/main" id="{0E2AE365-899E-41B1-A6D9-AEC1E649F90F}"/>
                  </a:ext>
                </a:extLst>
              </p:cNvPr>
              <p:cNvSpPr/>
              <p:nvPr/>
            </p:nvSpPr>
            <p:spPr bwMode="auto">
              <a:xfrm>
                <a:off x="3734" y="2300"/>
                <a:ext cx="81" cy="13"/>
              </a:xfrm>
              <a:custGeom>
                <a:avLst/>
                <a:gdLst>
                  <a:gd name="T0" fmla="*/ 78 w 81"/>
                  <a:gd name="T1" fmla="*/ 13 h 13"/>
                  <a:gd name="T2" fmla="*/ 0 w 81"/>
                  <a:gd name="T3" fmla="*/ 13 h 13"/>
                  <a:gd name="T4" fmla="*/ 4 w 81"/>
                  <a:gd name="T5" fmla="*/ 0 h 13"/>
                  <a:gd name="T6" fmla="*/ 81 w 81"/>
                  <a:gd name="T7" fmla="*/ 0 h 13"/>
                  <a:gd name="T8" fmla="*/ 78 w 81"/>
                  <a:gd name="T9" fmla="*/ 13 h 13"/>
                </a:gdLst>
                <a:ahLst/>
                <a:cxnLst>
                  <a:cxn ang="0">
                    <a:pos x="T0" y="T1"/>
                  </a:cxn>
                  <a:cxn ang="0">
                    <a:pos x="T2" y="T3"/>
                  </a:cxn>
                  <a:cxn ang="0">
                    <a:pos x="T4" y="T5"/>
                  </a:cxn>
                  <a:cxn ang="0">
                    <a:pos x="T6" y="T7"/>
                  </a:cxn>
                  <a:cxn ang="0">
                    <a:pos x="T8" y="T9"/>
                  </a:cxn>
                </a:cxnLst>
                <a:rect l="0" t="0" r="r" b="b"/>
                <a:pathLst>
                  <a:path w="81" h="13">
                    <a:moveTo>
                      <a:pt x="78" y="13"/>
                    </a:moveTo>
                    <a:lnTo>
                      <a:pt x="0" y="13"/>
                    </a:lnTo>
                    <a:lnTo>
                      <a:pt x="4" y="0"/>
                    </a:lnTo>
                    <a:lnTo>
                      <a:pt x="81" y="0"/>
                    </a:lnTo>
                    <a:lnTo>
                      <a:pt x="78" y="13"/>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anchor="ctr"/>
              <a:lstStyle/>
              <a:p>
                <a:pPr algn="ctr"/>
                <a:endParaRPr/>
              </a:p>
            </p:txBody>
          </p:sp>
          <p:sp>
            <p:nvSpPr>
              <p:cNvPr id="463" name="îṩḷïḓê">
                <a:extLst>
                  <a:ext uri="{FF2B5EF4-FFF2-40B4-BE49-F238E27FC236}">
                    <a16:creationId xmlns:a16="http://schemas.microsoft.com/office/drawing/2014/main" id="{3272EAB0-149C-48CD-B2C5-1A00FCEF1E33}"/>
                  </a:ext>
                </a:extLst>
              </p:cNvPr>
              <p:cNvSpPr/>
              <p:nvPr/>
            </p:nvSpPr>
            <p:spPr bwMode="auto">
              <a:xfrm>
                <a:off x="3568" y="2300"/>
                <a:ext cx="122" cy="13"/>
              </a:xfrm>
              <a:custGeom>
                <a:avLst/>
                <a:gdLst>
                  <a:gd name="T0" fmla="*/ 119 w 122"/>
                  <a:gd name="T1" fmla="*/ 13 h 13"/>
                  <a:gd name="T2" fmla="*/ 0 w 122"/>
                  <a:gd name="T3" fmla="*/ 13 h 13"/>
                  <a:gd name="T4" fmla="*/ 4 w 122"/>
                  <a:gd name="T5" fmla="*/ 0 h 13"/>
                  <a:gd name="T6" fmla="*/ 122 w 122"/>
                  <a:gd name="T7" fmla="*/ 0 h 13"/>
                  <a:gd name="T8" fmla="*/ 119 w 122"/>
                  <a:gd name="T9" fmla="*/ 13 h 13"/>
                </a:gdLst>
                <a:ahLst/>
                <a:cxnLst>
                  <a:cxn ang="0">
                    <a:pos x="T0" y="T1"/>
                  </a:cxn>
                  <a:cxn ang="0">
                    <a:pos x="T2" y="T3"/>
                  </a:cxn>
                  <a:cxn ang="0">
                    <a:pos x="T4" y="T5"/>
                  </a:cxn>
                  <a:cxn ang="0">
                    <a:pos x="T6" y="T7"/>
                  </a:cxn>
                  <a:cxn ang="0">
                    <a:pos x="T8" y="T9"/>
                  </a:cxn>
                </a:cxnLst>
                <a:rect l="0" t="0" r="r" b="b"/>
                <a:pathLst>
                  <a:path w="122" h="13">
                    <a:moveTo>
                      <a:pt x="119" y="13"/>
                    </a:moveTo>
                    <a:lnTo>
                      <a:pt x="0" y="13"/>
                    </a:lnTo>
                    <a:lnTo>
                      <a:pt x="4" y="0"/>
                    </a:lnTo>
                    <a:lnTo>
                      <a:pt x="122" y="0"/>
                    </a:lnTo>
                    <a:lnTo>
                      <a:pt x="119" y="13"/>
                    </a:lnTo>
                    <a:close/>
                  </a:path>
                </a:pathLst>
              </a:custGeom>
              <a:solidFill>
                <a:srgbClr val="7299E9"/>
              </a:solidFill>
              <a:ln>
                <a:noFill/>
              </a:ln>
              <a:extLst>
                <a:ext uri="{91240B29-F687-4F45-9708-019B960494DF}">
                  <a14:hiddenLine xmlns:a14="http://schemas.microsoft.com/office/drawing/2010/main" w="9525">
                    <a:solidFill>
                      <a:srgbClr val="000000"/>
                    </a:solidFill>
                    <a:round/>
                    <a:headEnd/>
                    <a:tailEnd/>
                  </a14:hiddenLine>
                </a:ext>
              </a:extLst>
            </p:spPr>
            <p:txBody>
              <a:bodyPr anchor="ctr"/>
              <a:lstStyle/>
              <a:p>
                <a:pPr algn="ctr"/>
                <a:endParaRPr/>
              </a:p>
            </p:txBody>
          </p:sp>
          <p:sp>
            <p:nvSpPr>
              <p:cNvPr id="464" name="ïsľiḍé">
                <a:extLst>
                  <a:ext uri="{FF2B5EF4-FFF2-40B4-BE49-F238E27FC236}">
                    <a16:creationId xmlns:a16="http://schemas.microsoft.com/office/drawing/2014/main" id="{A94FB8F5-4D1C-4AC1-B018-99BE4979BF22}"/>
                  </a:ext>
                </a:extLst>
              </p:cNvPr>
              <p:cNvSpPr/>
              <p:nvPr/>
            </p:nvSpPr>
            <p:spPr bwMode="auto">
              <a:xfrm>
                <a:off x="3568" y="2300"/>
                <a:ext cx="122" cy="13"/>
              </a:xfrm>
              <a:custGeom>
                <a:avLst/>
                <a:gdLst>
                  <a:gd name="T0" fmla="*/ 119 w 122"/>
                  <a:gd name="T1" fmla="*/ 13 h 13"/>
                  <a:gd name="T2" fmla="*/ 0 w 122"/>
                  <a:gd name="T3" fmla="*/ 13 h 13"/>
                  <a:gd name="T4" fmla="*/ 4 w 122"/>
                  <a:gd name="T5" fmla="*/ 0 h 13"/>
                  <a:gd name="T6" fmla="*/ 122 w 122"/>
                  <a:gd name="T7" fmla="*/ 0 h 13"/>
                  <a:gd name="T8" fmla="*/ 119 w 122"/>
                  <a:gd name="T9" fmla="*/ 13 h 13"/>
                </a:gdLst>
                <a:ahLst/>
                <a:cxnLst>
                  <a:cxn ang="0">
                    <a:pos x="T0" y="T1"/>
                  </a:cxn>
                  <a:cxn ang="0">
                    <a:pos x="T2" y="T3"/>
                  </a:cxn>
                  <a:cxn ang="0">
                    <a:pos x="T4" y="T5"/>
                  </a:cxn>
                  <a:cxn ang="0">
                    <a:pos x="T6" y="T7"/>
                  </a:cxn>
                  <a:cxn ang="0">
                    <a:pos x="T8" y="T9"/>
                  </a:cxn>
                </a:cxnLst>
                <a:rect l="0" t="0" r="r" b="b"/>
                <a:pathLst>
                  <a:path w="122" h="13">
                    <a:moveTo>
                      <a:pt x="119" y="13"/>
                    </a:moveTo>
                    <a:lnTo>
                      <a:pt x="0" y="13"/>
                    </a:lnTo>
                    <a:lnTo>
                      <a:pt x="4" y="0"/>
                    </a:lnTo>
                    <a:lnTo>
                      <a:pt x="122" y="0"/>
                    </a:lnTo>
                    <a:lnTo>
                      <a:pt x="119" y="13"/>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anchor="ctr"/>
              <a:lstStyle/>
              <a:p>
                <a:pPr algn="ctr"/>
                <a:endParaRPr/>
              </a:p>
            </p:txBody>
          </p:sp>
          <p:sp>
            <p:nvSpPr>
              <p:cNvPr id="465" name="îṡľiḍé">
                <a:extLst>
                  <a:ext uri="{FF2B5EF4-FFF2-40B4-BE49-F238E27FC236}">
                    <a16:creationId xmlns:a16="http://schemas.microsoft.com/office/drawing/2014/main" id="{EEA026A4-B8F5-442C-9133-4BC6DDDA999C}"/>
                  </a:ext>
                </a:extLst>
              </p:cNvPr>
              <p:cNvSpPr/>
              <p:nvPr/>
            </p:nvSpPr>
            <p:spPr bwMode="auto">
              <a:xfrm>
                <a:off x="3525" y="2190"/>
                <a:ext cx="72" cy="13"/>
              </a:xfrm>
              <a:custGeom>
                <a:avLst/>
                <a:gdLst>
                  <a:gd name="T0" fmla="*/ 69 w 72"/>
                  <a:gd name="T1" fmla="*/ 13 h 13"/>
                  <a:gd name="T2" fmla="*/ 0 w 72"/>
                  <a:gd name="T3" fmla="*/ 13 h 13"/>
                  <a:gd name="T4" fmla="*/ 4 w 72"/>
                  <a:gd name="T5" fmla="*/ 0 h 13"/>
                  <a:gd name="T6" fmla="*/ 72 w 72"/>
                  <a:gd name="T7" fmla="*/ 0 h 13"/>
                  <a:gd name="T8" fmla="*/ 69 w 72"/>
                  <a:gd name="T9" fmla="*/ 13 h 13"/>
                </a:gdLst>
                <a:ahLst/>
                <a:cxnLst>
                  <a:cxn ang="0">
                    <a:pos x="T0" y="T1"/>
                  </a:cxn>
                  <a:cxn ang="0">
                    <a:pos x="T2" y="T3"/>
                  </a:cxn>
                  <a:cxn ang="0">
                    <a:pos x="T4" y="T5"/>
                  </a:cxn>
                  <a:cxn ang="0">
                    <a:pos x="T6" y="T7"/>
                  </a:cxn>
                  <a:cxn ang="0">
                    <a:pos x="T8" y="T9"/>
                  </a:cxn>
                </a:cxnLst>
                <a:rect l="0" t="0" r="r" b="b"/>
                <a:pathLst>
                  <a:path w="72" h="13">
                    <a:moveTo>
                      <a:pt x="69" y="13"/>
                    </a:moveTo>
                    <a:lnTo>
                      <a:pt x="0" y="13"/>
                    </a:lnTo>
                    <a:lnTo>
                      <a:pt x="4" y="0"/>
                    </a:lnTo>
                    <a:lnTo>
                      <a:pt x="72" y="0"/>
                    </a:lnTo>
                    <a:lnTo>
                      <a:pt x="69" y="13"/>
                    </a:lnTo>
                    <a:close/>
                  </a:path>
                </a:pathLst>
              </a:custGeom>
              <a:solidFill>
                <a:srgbClr val="EDEFF1"/>
              </a:solidFill>
              <a:ln>
                <a:noFill/>
              </a:ln>
              <a:extLst>
                <a:ext uri="{91240B29-F687-4F45-9708-019B960494DF}">
                  <a14:hiddenLine xmlns:a14="http://schemas.microsoft.com/office/drawing/2010/main" w="9525">
                    <a:solidFill>
                      <a:srgbClr val="000000"/>
                    </a:solidFill>
                    <a:round/>
                    <a:headEnd/>
                    <a:tailEnd/>
                  </a14:hiddenLine>
                </a:ext>
              </a:extLst>
            </p:spPr>
            <p:txBody>
              <a:bodyPr anchor="ctr"/>
              <a:lstStyle/>
              <a:p>
                <a:pPr algn="ctr"/>
                <a:endParaRPr/>
              </a:p>
            </p:txBody>
          </p:sp>
          <p:sp>
            <p:nvSpPr>
              <p:cNvPr id="466" name="išḷíďé">
                <a:extLst>
                  <a:ext uri="{FF2B5EF4-FFF2-40B4-BE49-F238E27FC236}">
                    <a16:creationId xmlns:a16="http://schemas.microsoft.com/office/drawing/2014/main" id="{B052939E-AE3C-4C23-88E9-BDA879C9E455}"/>
                  </a:ext>
                </a:extLst>
              </p:cNvPr>
              <p:cNvSpPr/>
              <p:nvPr/>
            </p:nvSpPr>
            <p:spPr bwMode="auto">
              <a:xfrm>
                <a:off x="3731" y="2190"/>
                <a:ext cx="33" cy="13"/>
              </a:xfrm>
              <a:custGeom>
                <a:avLst/>
                <a:gdLst>
                  <a:gd name="T0" fmla="*/ 30 w 33"/>
                  <a:gd name="T1" fmla="*/ 13 h 13"/>
                  <a:gd name="T2" fmla="*/ 0 w 33"/>
                  <a:gd name="T3" fmla="*/ 13 h 13"/>
                  <a:gd name="T4" fmla="*/ 4 w 33"/>
                  <a:gd name="T5" fmla="*/ 0 h 13"/>
                  <a:gd name="T6" fmla="*/ 33 w 33"/>
                  <a:gd name="T7" fmla="*/ 0 h 13"/>
                  <a:gd name="T8" fmla="*/ 30 w 33"/>
                  <a:gd name="T9" fmla="*/ 13 h 13"/>
                </a:gdLst>
                <a:ahLst/>
                <a:cxnLst>
                  <a:cxn ang="0">
                    <a:pos x="T0" y="T1"/>
                  </a:cxn>
                  <a:cxn ang="0">
                    <a:pos x="T2" y="T3"/>
                  </a:cxn>
                  <a:cxn ang="0">
                    <a:pos x="T4" y="T5"/>
                  </a:cxn>
                  <a:cxn ang="0">
                    <a:pos x="T6" y="T7"/>
                  </a:cxn>
                  <a:cxn ang="0">
                    <a:pos x="T8" y="T9"/>
                  </a:cxn>
                </a:cxnLst>
                <a:rect l="0" t="0" r="r" b="b"/>
                <a:pathLst>
                  <a:path w="33" h="13">
                    <a:moveTo>
                      <a:pt x="30" y="13"/>
                    </a:moveTo>
                    <a:lnTo>
                      <a:pt x="0" y="13"/>
                    </a:lnTo>
                    <a:lnTo>
                      <a:pt x="4" y="0"/>
                    </a:lnTo>
                    <a:lnTo>
                      <a:pt x="33" y="0"/>
                    </a:lnTo>
                    <a:lnTo>
                      <a:pt x="30" y="13"/>
                    </a:lnTo>
                    <a:close/>
                  </a:path>
                </a:pathLst>
              </a:custGeom>
              <a:solidFill>
                <a:srgbClr val="7299E9"/>
              </a:solidFill>
              <a:ln>
                <a:noFill/>
              </a:ln>
              <a:extLst>
                <a:ext uri="{91240B29-F687-4F45-9708-019B960494DF}">
                  <a14:hiddenLine xmlns:a14="http://schemas.microsoft.com/office/drawing/2010/main" w="9525">
                    <a:solidFill>
                      <a:srgbClr val="000000"/>
                    </a:solidFill>
                    <a:round/>
                    <a:headEnd/>
                    <a:tailEnd/>
                  </a14:hiddenLine>
                </a:ext>
              </a:extLst>
            </p:spPr>
            <p:txBody>
              <a:bodyPr anchor="ctr"/>
              <a:lstStyle/>
              <a:p>
                <a:pPr algn="ctr"/>
                <a:endParaRPr/>
              </a:p>
            </p:txBody>
          </p:sp>
          <p:sp>
            <p:nvSpPr>
              <p:cNvPr id="467" name="îṩļîďê">
                <a:extLst>
                  <a:ext uri="{FF2B5EF4-FFF2-40B4-BE49-F238E27FC236}">
                    <a16:creationId xmlns:a16="http://schemas.microsoft.com/office/drawing/2014/main" id="{E02C092B-037A-4557-9E57-C5C1F39079A7}"/>
                  </a:ext>
                </a:extLst>
              </p:cNvPr>
              <p:cNvSpPr/>
              <p:nvPr/>
            </p:nvSpPr>
            <p:spPr bwMode="auto">
              <a:xfrm>
                <a:off x="3731" y="2190"/>
                <a:ext cx="33" cy="13"/>
              </a:xfrm>
              <a:custGeom>
                <a:avLst/>
                <a:gdLst>
                  <a:gd name="T0" fmla="*/ 30 w 33"/>
                  <a:gd name="T1" fmla="*/ 13 h 13"/>
                  <a:gd name="T2" fmla="*/ 0 w 33"/>
                  <a:gd name="T3" fmla="*/ 13 h 13"/>
                  <a:gd name="T4" fmla="*/ 4 w 33"/>
                  <a:gd name="T5" fmla="*/ 0 h 13"/>
                  <a:gd name="T6" fmla="*/ 33 w 33"/>
                  <a:gd name="T7" fmla="*/ 0 h 13"/>
                  <a:gd name="T8" fmla="*/ 30 w 33"/>
                  <a:gd name="T9" fmla="*/ 13 h 13"/>
                </a:gdLst>
                <a:ahLst/>
                <a:cxnLst>
                  <a:cxn ang="0">
                    <a:pos x="T0" y="T1"/>
                  </a:cxn>
                  <a:cxn ang="0">
                    <a:pos x="T2" y="T3"/>
                  </a:cxn>
                  <a:cxn ang="0">
                    <a:pos x="T4" y="T5"/>
                  </a:cxn>
                  <a:cxn ang="0">
                    <a:pos x="T6" y="T7"/>
                  </a:cxn>
                  <a:cxn ang="0">
                    <a:pos x="T8" y="T9"/>
                  </a:cxn>
                </a:cxnLst>
                <a:rect l="0" t="0" r="r" b="b"/>
                <a:pathLst>
                  <a:path w="33" h="13">
                    <a:moveTo>
                      <a:pt x="30" y="13"/>
                    </a:moveTo>
                    <a:lnTo>
                      <a:pt x="0" y="13"/>
                    </a:lnTo>
                    <a:lnTo>
                      <a:pt x="4" y="0"/>
                    </a:lnTo>
                    <a:lnTo>
                      <a:pt x="33" y="0"/>
                    </a:lnTo>
                    <a:lnTo>
                      <a:pt x="30" y="13"/>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anchor="ctr"/>
              <a:lstStyle/>
              <a:p>
                <a:pPr algn="ctr"/>
                <a:endParaRPr/>
              </a:p>
            </p:txBody>
          </p:sp>
          <p:sp>
            <p:nvSpPr>
              <p:cNvPr id="468" name="iṧḷiḋè">
                <a:extLst>
                  <a:ext uri="{FF2B5EF4-FFF2-40B4-BE49-F238E27FC236}">
                    <a16:creationId xmlns:a16="http://schemas.microsoft.com/office/drawing/2014/main" id="{FAE43BFF-47CF-45D7-AB91-FC894C78096D}"/>
                  </a:ext>
                </a:extLst>
              </p:cNvPr>
              <p:cNvSpPr/>
              <p:nvPr/>
            </p:nvSpPr>
            <p:spPr bwMode="auto">
              <a:xfrm>
                <a:off x="3857" y="2190"/>
                <a:ext cx="148" cy="13"/>
              </a:xfrm>
              <a:custGeom>
                <a:avLst/>
                <a:gdLst>
                  <a:gd name="T0" fmla="*/ 144 w 148"/>
                  <a:gd name="T1" fmla="*/ 13 h 13"/>
                  <a:gd name="T2" fmla="*/ 0 w 148"/>
                  <a:gd name="T3" fmla="*/ 13 h 13"/>
                  <a:gd name="T4" fmla="*/ 4 w 148"/>
                  <a:gd name="T5" fmla="*/ 0 h 13"/>
                  <a:gd name="T6" fmla="*/ 148 w 148"/>
                  <a:gd name="T7" fmla="*/ 0 h 13"/>
                  <a:gd name="T8" fmla="*/ 144 w 148"/>
                  <a:gd name="T9" fmla="*/ 13 h 13"/>
                </a:gdLst>
                <a:ahLst/>
                <a:cxnLst>
                  <a:cxn ang="0">
                    <a:pos x="T0" y="T1"/>
                  </a:cxn>
                  <a:cxn ang="0">
                    <a:pos x="T2" y="T3"/>
                  </a:cxn>
                  <a:cxn ang="0">
                    <a:pos x="T4" y="T5"/>
                  </a:cxn>
                  <a:cxn ang="0">
                    <a:pos x="T6" y="T7"/>
                  </a:cxn>
                  <a:cxn ang="0">
                    <a:pos x="T8" y="T9"/>
                  </a:cxn>
                </a:cxnLst>
                <a:rect l="0" t="0" r="r" b="b"/>
                <a:pathLst>
                  <a:path w="148" h="13">
                    <a:moveTo>
                      <a:pt x="144" y="13"/>
                    </a:moveTo>
                    <a:lnTo>
                      <a:pt x="0" y="13"/>
                    </a:lnTo>
                    <a:lnTo>
                      <a:pt x="4" y="0"/>
                    </a:lnTo>
                    <a:lnTo>
                      <a:pt x="148" y="0"/>
                    </a:lnTo>
                    <a:lnTo>
                      <a:pt x="144" y="13"/>
                    </a:lnTo>
                    <a:close/>
                  </a:path>
                </a:pathLst>
              </a:custGeom>
              <a:solidFill>
                <a:srgbClr val="A09CAE"/>
              </a:solidFill>
              <a:ln>
                <a:noFill/>
              </a:ln>
              <a:extLst>
                <a:ext uri="{91240B29-F687-4F45-9708-019B960494DF}">
                  <a14:hiddenLine xmlns:a14="http://schemas.microsoft.com/office/drawing/2010/main" w="9525">
                    <a:solidFill>
                      <a:srgbClr val="000000"/>
                    </a:solidFill>
                    <a:round/>
                    <a:headEnd/>
                    <a:tailEnd/>
                  </a14:hiddenLine>
                </a:ext>
              </a:extLst>
            </p:spPr>
            <p:txBody>
              <a:bodyPr anchor="ctr"/>
              <a:lstStyle/>
              <a:p>
                <a:pPr algn="ctr"/>
                <a:endParaRPr/>
              </a:p>
            </p:txBody>
          </p:sp>
          <p:sp>
            <p:nvSpPr>
              <p:cNvPr id="469" name="îṡḷíḓé">
                <a:extLst>
                  <a:ext uri="{FF2B5EF4-FFF2-40B4-BE49-F238E27FC236}">
                    <a16:creationId xmlns:a16="http://schemas.microsoft.com/office/drawing/2014/main" id="{01C1A113-D2EC-4423-9EFE-7AE68BE07963}"/>
                  </a:ext>
                </a:extLst>
              </p:cNvPr>
              <p:cNvSpPr/>
              <p:nvPr/>
            </p:nvSpPr>
            <p:spPr bwMode="auto">
              <a:xfrm>
                <a:off x="3857" y="2190"/>
                <a:ext cx="148" cy="13"/>
              </a:xfrm>
              <a:custGeom>
                <a:avLst/>
                <a:gdLst>
                  <a:gd name="T0" fmla="*/ 144 w 148"/>
                  <a:gd name="T1" fmla="*/ 13 h 13"/>
                  <a:gd name="T2" fmla="*/ 0 w 148"/>
                  <a:gd name="T3" fmla="*/ 13 h 13"/>
                  <a:gd name="T4" fmla="*/ 4 w 148"/>
                  <a:gd name="T5" fmla="*/ 0 h 13"/>
                  <a:gd name="T6" fmla="*/ 148 w 148"/>
                  <a:gd name="T7" fmla="*/ 0 h 13"/>
                  <a:gd name="T8" fmla="*/ 144 w 148"/>
                  <a:gd name="T9" fmla="*/ 13 h 13"/>
                </a:gdLst>
                <a:ahLst/>
                <a:cxnLst>
                  <a:cxn ang="0">
                    <a:pos x="T0" y="T1"/>
                  </a:cxn>
                  <a:cxn ang="0">
                    <a:pos x="T2" y="T3"/>
                  </a:cxn>
                  <a:cxn ang="0">
                    <a:pos x="T4" y="T5"/>
                  </a:cxn>
                  <a:cxn ang="0">
                    <a:pos x="T6" y="T7"/>
                  </a:cxn>
                  <a:cxn ang="0">
                    <a:pos x="T8" y="T9"/>
                  </a:cxn>
                </a:cxnLst>
                <a:rect l="0" t="0" r="r" b="b"/>
                <a:pathLst>
                  <a:path w="148" h="13">
                    <a:moveTo>
                      <a:pt x="144" y="13"/>
                    </a:moveTo>
                    <a:lnTo>
                      <a:pt x="0" y="13"/>
                    </a:lnTo>
                    <a:lnTo>
                      <a:pt x="4" y="0"/>
                    </a:lnTo>
                    <a:lnTo>
                      <a:pt x="148" y="0"/>
                    </a:lnTo>
                    <a:lnTo>
                      <a:pt x="144" y="13"/>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anchor="ctr"/>
              <a:lstStyle/>
              <a:p>
                <a:pPr algn="ctr"/>
                <a:endParaRPr/>
              </a:p>
            </p:txBody>
          </p:sp>
          <p:sp>
            <p:nvSpPr>
              <p:cNvPr id="470" name="îŝḷíḑê">
                <a:extLst>
                  <a:ext uri="{FF2B5EF4-FFF2-40B4-BE49-F238E27FC236}">
                    <a16:creationId xmlns:a16="http://schemas.microsoft.com/office/drawing/2014/main" id="{8292189D-FF2C-450E-9980-ACE475C4189A}"/>
                  </a:ext>
                </a:extLst>
              </p:cNvPr>
              <p:cNvSpPr/>
              <p:nvPr/>
            </p:nvSpPr>
            <p:spPr bwMode="auto">
              <a:xfrm>
                <a:off x="3768" y="2190"/>
                <a:ext cx="83" cy="13"/>
              </a:xfrm>
              <a:custGeom>
                <a:avLst/>
                <a:gdLst>
                  <a:gd name="T0" fmla="*/ 79 w 83"/>
                  <a:gd name="T1" fmla="*/ 13 h 13"/>
                  <a:gd name="T2" fmla="*/ 0 w 83"/>
                  <a:gd name="T3" fmla="*/ 13 h 13"/>
                  <a:gd name="T4" fmla="*/ 4 w 83"/>
                  <a:gd name="T5" fmla="*/ 0 h 13"/>
                  <a:gd name="T6" fmla="*/ 83 w 83"/>
                  <a:gd name="T7" fmla="*/ 0 h 13"/>
                  <a:gd name="T8" fmla="*/ 79 w 83"/>
                  <a:gd name="T9" fmla="*/ 13 h 13"/>
                </a:gdLst>
                <a:ahLst/>
                <a:cxnLst>
                  <a:cxn ang="0">
                    <a:pos x="T0" y="T1"/>
                  </a:cxn>
                  <a:cxn ang="0">
                    <a:pos x="T2" y="T3"/>
                  </a:cxn>
                  <a:cxn ang="0">
                    <a:pos x="T4" y="T5"/>
                  </a:cxn>
                  <a:cxn ang="0">
                    <a:pos x="T6" y="T7"/>
                  </a:cxn>
                  <a:cxn ang="0">
                    <a:pos x="T8" y="T9"/>
                  </a:cxn>
                </a:cxnLst>
                <a:rect l="0" t="0" r="r" b="b"/>
                <a:pathLst>
                  <a:path w="83" h="13">
                    <a:moveTo>
                      <a:pt x="79" y="13"/>
                    </a:moveTo>
                    <a:lnTo>
                      <a:pt x="0" y="13"/>
                    </a:lnTo>
                    <a:lnTo>
                      <a:pt x="4" y="0"/>
                    </a:lnTo>
                    <a:lnTo>
                      <a:pt x="83" y="0"/>
                    </a:lnTo>
                    <a:lnTo>
                      <a:pt x="79" y="13"/>
                    </a:lnTo>
                    <a:close/>
                  </a:path>
                </a:pathLst>
              </a:custGeom>
              <a:solidFill>
                <a:srgbClr val="7299E9"/>
              </a:solidFill>
              <a:ln>
                <a:noFill/>
              </a:ln>
              <a:extLst>
                <a:ext uri="{91240B29-F687-4F45-9708-019B960494DF}">
                  <a14:hiddenLine xmlns:a14="http://schemas.microsoft.com/office/drawing/2010/main" w="9525">
                    <a:solidFill>
                      <a:srgbClr val="000000"/>
                    </a:solidFill>
                    <a:round/>
                    <a:headEnd/>
                    <a:tailEnd/>
                  </a14:hiddenLine>
                </a:ext>
              </a:extLst>
            </p:spPr>
            <p:txBody>
              <a:bodyPr anchor="ctr"/>
              <a:lstStyle/>
              <a:p>
                <a:pPr algn="ctr"/>
                <a:endParaRPr/>
              </a:p>
            </p:txBody>
          </p:sp>
          <p:sp>
            <p:nvSpPr>
              <p:cNvPr id="471" name="îsľîḍê">
                <a:extLst>
                  <a:ext uri="{FF2B5EF4-FFF2-40B4-BE49-F238E27FC236}">
                    <a16:creationId xmlns:a16="http://schemas.microsoft.com/office/drawing/2014/main" id="{2176A198-0625-4E59-BD28-D8EA55819CCB}"/>
                  </a:ext>
                </a:extLst>
              </p:cNvPr>
              <p:cNvSpPr/>
              <p:nvPr/>
            </p:nvSpPr>
            <p:spPr bwMode="auto">
              <a:xfrm>
                <a:off x="3768" y="2190"/>
                <a:ext cx="83" cy="13"/>
              </a:xfrm>
              <a:custGeom>
                <a:avLst/>
                <a:gdLst>
                  <a:gd name="T0" fmla="*/ 79 w 83"/>
                  <a:gd name="T1" fmla="*/ 13 h 13"/>
                  <a:gd name="T2" fmla="*/ 0 w 83"/>
                  <a:gd name="T3" fmla="*/ 13 h 13"/>
                  <a:gd name="T4" fmla="*/ 4 w 83"/>
                  <a:gd name="T5" fmla="*/ 0 h 13"/>
                  <a:gd name="T6" fmla="*/ 83 w 83"/>
                  <a:gd name="T7" fmla="*/ 0 h 13"/>
                  <a:gd name="T8" fmla="*/ 79 w 83"/>
                  <a:gd name="T9" fmla="*/ 13 h 13"/>
                </a:gdLst>
                <a:ahLst/>
                <a:cxnLst>
                  <a:cxn ang="0">
                    <a:pos x="T0" y="T1"/>
                  </a:cxn>
                  <a:cxn ang="0">
                    <a:pos x="T2" y="T3"/>
                  </a:cxn>
                  <a:cxn ang="0">
                    <a:pos x="T4" y="T5"/>
                  </a:cxn>
                  <a:cxn ang="0">
                    <a:pos x="T6" y="T7"/>
                  </a:cxn>
                  <a:cxn ang="0">
                    <a:pos x="T8" y="T9"/>
                  </a:cxn>
                </a:cxnLst>
                <a:rect l="0" t="0" r="r" b="b"/>
                <a:pathLst>
                  <a:path w="83" h="13">
                    <a:moveTo>
                      <a:pt x="79" y="13"/>
                    </a:moveTo>
                    <a:lnTo>
                      <a:pt x="0" y="13"/>
                    </a:lnTo>
                    <a:lnTo>
                      <a:pt x="4" y="0"/>
                    </a:lnTo>
                    <a:lnTo>
                      <a:pt x="83" y="0"/>
                    </a:lnTo>
                    <a:lnTo>
                      <a:pt x="79" y="13"/>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anchor="ctr"/>
              <a:lstStyle/>
              <a:p>
                <a:pPr algn="ctr"/>
                <a:endParaRPr/>
              </a:p>
            </p:txBody>
          </p:sp>
          <p:sp>
            <p:nvSpPr>
              <p:cNvPr id="472" name="íśļïḋè">
                <a:extLst>
                  <a:ext uri="{FF2B5EF4-FFF2-40B4-BE49-F238E27FC236}">
                    <a16:creationId xmlns:a16="http://schemas.microsoft.com/office/drawing/2014/main" id="{84317D50-CC80-4F96-BA35-25812EA18A5F}"/>
                  </a:ext>
                </a:extLst>
              </p:cNvPr>
              <p:cNvSpPr/>
              <p:nvPr/>
            </p:nvSpPr>
            <p:spPr bwMode="auto">
              <a:xfrm>
                <a:off x="3603" y="2190"/>
                <a:ext cx="122" cy="13"/>
              </a:xfrm>
              <a:custGeom>
                <a:avLst/>
                <a:gdLst>
                  <a:gd name="T0" fmla="*/ 118 w 122"/>
                  <a:gd name="T1" fmla="*/ 13 h 13"/>
                  <a:gd name="T2" fmla="*/ 0 w 122"/>
                  <a:gd name="T3" fmla="*/ 13 h 13"/>
                  <a:gd name="T4" fmla="*/ 3 w 122"/>
                  <a:gd name="T5" fmla="*/ 0 h 13"/>
                  <a:gd name="T6" fmla="*/ 122 w 122"/>
                  <a:gd name="T7" fmla="*/ 0 h 13"/>
                  <a:gd name="T8" fmla="*/ 118 w 122"/>
                  <a:gd name="T9" fmla="*/ 13 h 13"/>
                </a:gdLst>
                <a:ahLst/>
                <a:cxnLst>
                  <a:cxn ang="0">
                    <a:pos x="T0" y="T1"/>
                  </a:cxn>
                  <a:cxn ang="0">
                    <a:pos x="T2" y="T3"/>
                  </a:cxn>
                  <a:cxn ang="0">
                    <a:pos x="T4" y="T5"/>
                  </a:cxn>
                  <a:cxn ang="0">
                    <a:pos x="T6" y="T7"/>
                  </a:cxn>
                  <a:cxn ang="0">
                    <a:pos x="T8" y="T9"/>
                  </a:cxn>
                </a:cxnLst>
                <a:rect l="0" t="0" r="r" b="b"/>
                <a:pathLst>
                  <a:path w="122" h="13">
                    <a:moveTo>
                      <a:pt x="118" y="13"/>
                    </a:moveTo>
                    <a:lnTo>
                      <a:pt x="0" y="13"/>
                    </a:lnTo>
                    <a:lnTo>
                      <a:pt x="3" y="0"/>
                    </a:lnTo>
                    <a:lnTo>
                      <a:pt x="122" y="0"/>
                    </a:lnTo>
                    <a:lnTo>
                      <a:pt x="118" y="13"/>
                    </a:lnTo>
                    <a:close/>
                  </a:path>
                </a:pathLst>
              </a:custGeom>
              <a:solidFill>
                <a:srgbClr val="DF3A3A"/>
              </a:solidFill>
              <a:ln>
                <a:noFill/>
              </a:ln>
              <a:extLst>
                <a:ext uri="{91240B29-F687-4F45-9708-019B960494DF}">
                  <a14:hiddenLine xmlns:a14="http://schemas.microsoft.com/office/drawing/2010/main" w="9525">
                    <a:solidFill>
                      <a:srgbClr val="000000"/>
                    </a:solidFill>
                    <a:round/>
                    <a:headEnd/>
                    <a:tailEnd/>
                  </a14:hiddenLine>
                </a:ext>
              </a:extLst>
            </p:spPr>
            <p:txBody>
              <a:bodyPr anchor="ctr"/>
              <a:lstStyle/>
              <a:p>
                <a:pPr algn="ctr"/>
                <a:endParaRPr/>
              </a:p>
            </p:txBody>
          </p:sp>
          <p:sp>
            <p:nvSpPr>
              <p:cNvPr id="473" name="íślíďé">
                <a:extLst>
                  <a:ext uri="{FF2B5EF4-FFF2-40B4-BE49-F238E27FC236}">
                    <a16:creationId xmlns:a16="http://schemas.microsoft.com/office/drawing/2014/main" id="{E13EB214-1C68-420D-ABBB-2D08C5800168}"/>
                  </a:ext>
                </a:extLst>
              </p:cNvPr>
              <p:cNvSpPr/>
              <p:nvPr/>
            </p:nvSpPr>
            <p:spPr bwMode="auto">
              <a:xfrm>
                <a:off x="3603" y="2190"/>
                <a:ext cx="122" cy="13"/>
              </a:xfrm>
              <a:custGeom>
                <a:avLst/>
                <a:gdLst>
                  <a:gd name="T0" fmla="*/ 118 w 122"/>
                  <a:gd name="T1" fmla="*/ 13 h 13"/>
                  <a:gd name="T2" fmla="*/ 0 w 122"/>
                  <a:gd name="T3" fmla="*/ 13 h 13"/>
                  <a:gd name="T4" fmla="*/ 3 w 122"/>
                  <a:gd name="T5" fmla="*/ 0 h 13"/>
                  <a:gd name="T6" fmla="*/ 122 w 122"/>
                  <a:gd name="T7" fmla="*/ 0 h 13"/>
                  <a:gd name="T8" fmla="*/ 118 w 122"/>
                  <a:gd name="T9" fmla="*/ 13 h 13"/>
                </a:gdLst>
                <a:ahLst/>
                <a:cxnLst>
                  <a:cxn ang="0">
                    <a:pos x="T0" y="T1"/>
                  </a:cxn>
                  <a:cxn ang="0">
                    <a:pos x="T2" y="T3"/>
                  </a:cxn>
                  <a:cxn ang="0">
                    <a:pos x="T4" y="T5"/>
                  </a:cxn>
                  <a:cxn ang="0">
                    <a:pos x="T6" y="T7"/>
                  </a:cxn>
                  <a:cxn ang="0">
                    <a:pos x="T8" y="T9"/>
                  </a:cxn>
                </a:cxnLst>
                <a:rect l="0" t="0" r="r" b="b"/>
                <a:pathLst>
                  <a:path w="122" h="13">
                    <a:moveTo>
                      <a:pt x="118" y="13"/>
                    </a:moveTo>
                    <a:lnTo>
                      <a:pt x="0" y="13"/>
                    </a:lnTo>
                    <a:lnTo>
                      <a:pt x="3" y="0"/>
                    </a:lnTo>
                    <a:lnTo>
                      <a:pt x="122" y="0"/>
                    </a:lnTo>
                    <a:lnTo>
                      <a:pt x="118" y="13"/>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anchor="ctr"/>
              <a:lstStyle/>
              <a:p>
                <a:pPr algn="ctr"/>
                <a:endParaRPr/>
              </a:p>
            </p:txBody>
          </p:sp>
          <p:sp>
            <p:nvSpPr>
              <p:cNvPr id="474" name="ïṡ1ïḍe">
                <a:extLst>
                  <a:ext uri="{FF2B5EF4-FFF2-40B4-BE49-F238E27FC236}">
                    <a16:creationId xmlns:a16="http://schemas.microsoft.com/office/drawing/2014/main" id="{B120E119-001A-42CE-98E3-DE4FBBFAB618}"/>
                  </a:ext>
                </a:extLst>
              </p:cNvPr>
              <p:cNvSpPr/>
              <p:nvPr/>
            </p:nvSpPr>
            <p:spPr bwMode="auto">
              <a:xfrm>
                <a:off x="3577" y="2025"/>
                <a:ext cx="74" cy="13"/>
              </a:xfrm>
              <a:custGeom>
                <a:avLst/>
                <a:gdLst>
                  <a:gd name="T0" fmla="*/ 69 w 74"/>
                  <a:gd name="T1" fmla="*/ 13 h 13"/>
                  <a:gd name="T2" fmla="*/ 0 w 74"/>
                  <a:gd name="T3" fmla="*/ 13 h 13"/>
                  <a:gd name="T4" fmla="*/ 4 w 74"/>
                  <a:gd name="T5" fmla="*/ 0 h 13"/>
                  <a:gd name="T6" fmla="*/ 74 w 74"/>
                  <a:gd name="T7" fmla="*/ 0 h 13"/>
                  <a:gd name="T8" fmla="*/ 69 w 74"/>
                  <a:gd name="T9" fmla="*/ 13 h 13"/>
                </a:gdLst>
                <a:ahLst/>
                <a:cxnLst>
                  <a:cxn ang="0">
                    <a:pos x="T0" y="T1"/>
                  </a:cxn>
                  <a:cxn ang="0">
                    <a:pos x="T2" y="T3"/>
                  </a:cxn>
                  <a:cxn ang="0">
                    <a:pos x="T4" y="T5"/>
                  </a:cxn>
                  <a:cxn ang="0">
                    <a:pos x="T6" y="T7"/>
                  </a:cxn>
                  <a:cxn ang="0">
                    <a:pos x="T8" y="T9"/>
                  </a:cxn>
                </a:cxnLst>
                <a:rect l="0" t="0" r="r" b="b"/>
                <a:pathLst>
                  <a:path w="74" h="13">
                    <a:moveTo>
                      <a:pt x="69" y="13"/>
                    </a:moveTo>
                    <a:lnTo>
                      <a:pt x="0" y="13"/>
                    </a:lnTo>
                    <a:lnTo>
                      <a:pt x="4" y="0"/>
                    </a:lnTo>
                    <a:lnTo>
                      <a:pt x="74" y="0"/>
                    </a:lnTo>
                    <a:lnTo>
                      <a:pt x="69" y="13"/>
                    </a:lnTo>
                    <a:close/>
                  </a:path>
                </a:pathLst>
              </a:custGeom>
              <a:solidFill>
                <a:srgbClr val="C9C9CE"/>
              </a:solidFill>
              <a:ln>
                <a:noFill/>
              </a:ln>
              <a:extLst>
                <a:ext uri="{91240B29-F687-4F45-9708-019B960494DF}">
                  <a14:hiddenLine xmlns:a14="http://schemas.microsoft.com/office/drawing/2010/main" w="9525">
                    <a:solidFill>
                      <a:srgbClr val="000000"/>
                    </a:solidFill>
                    <a:round/>
                    <a:headEnd/>
                    <a:tailEnd/>
                  </a14:hiddenLine>
                </a:ext>
              </a:extLst>
            </p:spPr>
            <p:txBody>
              <a:bodyPr anchor="ctr"/>
              <a:lstStyle/>
              <a:p>
                <a:pPr algn="ctr"/>
                <a:endParaRPr/>
              </a:p>
            </p:txBody>
          </p:sp>
          <p:sp>
            <p:nvSpPr>
              <p:cNvPr id="475" name="ïṣ1iḑe">
                <a:extLst>
                  <a:ext uri="{FF2B5EF4-FFF2-40B4-BE49-F238E27FC236}">
                    <a16:creationId xmlns:a16="http://schemas.microsoft.com/office/drawing/2014/main" id="{CAC1C0B6-633B-4DF5-B55C-F8CC1CC97099}"/>
                  </a:ext>
                </a:extLst>
              </p:cNvPr>
              <p:cNvSpPr/>
              <p:nvPr/>
            </p:nvSpPr>
            <p:spPr bwMode="auto">
              <a:xfrm>
                <a:off x="3690" y="2025"/>
                <a:ext cx="73" cy="13"/>
              </a:xfrm>
              <a:custGeom>
                <a:avLst/>
                <a:gdLst>
                  <a:gd name="T0" fmla="*/ 69 w 73"/>
                  <a:gd name="T1" fmla="*/ 13 h 13"/>
                  <a:gd name="T2" fmla="*/ 0 w 73"/>
                  <a:gd name="T3" fmla="*/ 13 h 13"/>
                  <a:gd name="T4" fmla="*/ 4 w 73"/>
                  <a:gd name="T5" fmla="*/ 0 h 13"/>
                  <a:gd name="T6" fmla="*/ 73 w 73"/>
                  <a:gd name="T7" fmla="*/ 0 h 13"/>
                  <a:gd name="T8" fmla="*/ 69 w 73"/>
                  <a:gd name="T9" fmla="*/ 13 h 13"/>
                </a:gdLst>
                <a:ahLst/>
                <a:cxnLst>
                  <a:cxn ang="0">
                    <a:pos x="T0" y="T1"/>
                  </a:cxn>
                  <a:cxn ang="0">
                    <a:pos x="T2" y="T3"/>
                  </a:cxn>
                  <a:cxn ang="0">
                    <a:pos x="T4" y="T5"/>
                  </a:cxn>
                  <a:cxn ang="0">
                    <a:pos x="T6" y="T7"/>
                  </a:cxn>
                  <a:cxn ang="0">
                    <a:pos x="T8" y="T9"/>
                  </a:cxn>
                </a:cxnLst>
                <a:rect l="0" t="0" r="r" b="b"/>
                <a:pathLst>
                  <a:path w="73" h="13">
                    <a:moveTo>
                      <a:pt x="69" y="13"/>
                    </a:moveTo>
                    <a:lnTo>
                      <a:pt x="0" y="13"/>
                    </a:lnTo>
                    <a:lnTo>
                      <a:pt x="4" y="0"/>
                    </a:lnTo>
                    <a:lnTo>
                      <a:pt x="73" y="0"/>
                    </a:lnTo>
                    <a:lnTo>
                      <a:pt x="69" y="13"/>
                    </a:lnTo>
                    <a:close/>
                  </a:path>
                </a:pathLst>
              </a:custGeom>
              <a:solidFill>
                <a:srgbClr val="C9C9CE"/>
              </a:solidFill>
              <a:ln>
                <a:noFill/>
              </a:ln>
              <a:extLst>
                <a:ext uri="{91240B29-F687-4F45-9708-019B960494DF}">
                  <a14:hiddenLine xmlns:a14="http://schemas.microsoft.com/office/drawing/2010/main" w="9525">
                    <a:solidFill>
                      <a:srgbClr val="000000"/>
                    </a:solidFill>
                    <a:round/>
                    <a:headEnd/>
                    <a:tailEnd/>
                  </a14:hiddenLine>
                </a:ext>
              </a:extLst>
            </p:spPr>
            <p:txBody>
              <a:bodyPr anchor="ctr"/>
              <a:lstStyle/>
              <a:p>
                <a:pPr algn="ctr"/>
                <a:endParaRPr/>
              </a:p>
            </p:txBody>
          </p:sp>
          <p:sp>
            <p:nvSpPr>
              <p:cNvPr id="476" name="iSḻîdê">
                <a:extLst>
                  <a:ext uri="{FF2B5EF4-FFF2-40B4-BE49-F238E27FC236}">
                    <a16:creationId xmlns:a16="http://schemas.microsoft.com/office/drawing/2014/main" id="{0C043CEA-1A8E-44E3-AA2C-21B36418C4D0}"/>
                  </a:ext>
                </a:extLst>
              </p:cNvPr>
              <p:cNvSpPr/>
              <p:nvPr/>
            </p:nvSpPr>
            <p:spPr bwMode="auto">
              <a:xfrm>
                <a:off x="3690" y="2025"/>
                <a:ext cx="73" cy="13"/>
              </a:xfrm>
              <a:custGeom>
                <a:avLst/>
                <a:gdLst>
                  <a:gd name="T0" fmla="*/ 69 w 73"/>
                  <a:gd name="T1" fmla="*/ 13 h 13"/>
                  <a:gd name="T2" fmla="*/ 0 w 73"/>
                  <a:gd name="T3" fmla="*/ 13 h 13"/>
                  <a:gd name="T4" fmla="*/ 4 w 73"/>
                  <a:gd name="T5" fmla="*/ 0 h 13"/>
                  <a:gd name="T6" fmla="*/ 73 w 73"/>
                  <a:gd name="T7" fmla="*/ 0 h 13"/>
                  <a:gd name="T8" fmla="*/ 69 w 73"/>
                  <a:gd name="T9" fmla="*/ 13 h 13"/>
                </a:gdLst>
                <a:ahLst/>
                <a:cxnLst>
                  <a:cxn ang="0">
                    <a:pos x="T0" y="T1"/>
                  </a:cxn>
                  <a:cxn ang="0">
                    <a:pos x="T2" y="T3"/>
                  </a:cxn>
                  <a:cxn ang="0">
                    <a:pos x="T4" y="T5"/>
                  </a:cxn>
                  <a:cxn ang="0">
                    <a:pos x="T6" y="T7"/>
                  </a:cxn>
                  <a:cxn ang="0">
                    <a:pos x="T8" y="T9"/>
                  </a:cxn>
                </a:cxnLst>
                <a:rect l="0" t="0" r="r" b="b"/>
                <a:pathLst>
                  <a:path w="73" h="13">
                    <a:moveTo>
                      <a:pt x="69" y="13"/>
                    </a:moveTo>
                    <a:lnTo>
                      <a:pt x="0" y="13"/>
                    </a:lnTo>
                    <a:lnTo>
                      <a:pt x="4" y="0"/>
                    </a:lnTo>
                    <a:lnTo>
                      <a:pt x="73" y="0"/>
                    </a:lnTo>
                    <a:lnTo>
                      <a:pt x="69" y="13"/>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anchor="ctr"/>
              <a:lstStyle/>
              <a:p>
                <a:pPr algn="ctr"/>
                <a:endParaRPr/>
              </a:p>
            </p:txBody>
          </p:sp>
          <p:sp>
            <p:nvSpPr>
              <p:cNvPr id="477" name="îṥľîḓe">
                <a:extLst>
                  <a:ext uri="{FF2B5EF4-FFF2-40B4-BE49-F238E27FC236}">
                    <a16:creationId xmlns:a16="http://schemas.microsoft.com/office/drawing/2014/main" id="{FD3C6EAD-8C2A-4F69-9BA8-45882808AA40}"/>
                  </a:ext>
                </a:extLst>
              </p:cNvPr>
              <p:cNvSpPr/>
              <p:nvPr/>
            </p:nvSpPr>
            <p:spPr bwMode="auto">
              <a:xfrm>
                <a:off x="3916" y="2025"/>
                <a:ext cx="122" cy="13"/>
              </a:xfrm>
              <a:custGeom>
                <a:avLst/>
                <a:gdLst>
                  <a:gd name="T0" fmla="*/ 118 w 122"/>
                  <a:gd name="T1" fmla="*/ 13 h 13"/>
                  <a:gd name="T2" fmla="*/ 0 w 122"/>
                  <a:gd name="T3" fmla="*/ 13 h 13"/>
                  <a:gd name="T4" fmla="*/ 4 w 122"/>
                  <a:gd name="T5" fmla="*/ 0 h 13"/>
                  <a:gd name="T6" fmla="*/ 122 w 122"/>
                  <a:gd name="T7" fmla="*/ 0 h 13"/>
                  <a:gd name="T8" fmla="*/ 118 w 122"/>
                  <a:gd name="T9" fmla="*/ 13 h 13"/>
                </a:gdLst>
                <a:ahLst/>
                <a:cxnLst>
                  <a:cxn ang="0">
                    <a:pos x="T0" y="T1"/>
                  </a:cxn>
                  <a:cxn ang="0">
                    <a:pos x="T2" y="T3"/>
                  </a:cxn>
                  <a:cxn ang="0">
                    <a:pos x="T4" y="T5"/>
                  </a:cxn>
                  <a:cxn ang="0">
                    <a:pos x="T6" y="T7"/>
                  </a:cxn>
                  <a:cxn ang="0">
                    <a:pos x="T8" y="T9"/>
                  </a:cxn>
                </a:cxnLst>
                <a:rect l="0" t="0" r="r" b="b"/>
                <a:pathLst>
                  <a:path w="122" h="13">
                    <a:moveTo>
                      <a:pt x="118" y="13"/>
                    </a:moveTo>
                    <a:lnTo>
                      <a:pt x="0" y="13"/>
                    </a:lnTo>
                    <a:lnTo>
                      <a:pt x="4" y="0"/>
                    </a:lnTo>
                    <a:lnTo>
                      <a:pt x="122" y="0"/>
                    </a:lnTo>
                    <a:lnTo>
                      <a:pt x="118" y="13"/>
                    </a:lnTo>
                    <a:close/>
                  </a:path>
                </a:pathLst>
              </a:custGeom>
              <a:solidFill>
                <a:srgbClr val="7299E9"/>
              </a:solidFill>
              <a:ln>
                <a:noFill/>
              </a:ln>
              <a:extLst>
                <a:ext uri="{91240B29-F687-4F45-9708-019B960494DF}">
                  <a14:hiddenLine xmlns:a14="http://schemas.microsoft.com/office/drawing/2010/main" w="9525">
                    <a:solidFill>
                      <a:srgbClr val="000000"/>
                    </a:solidFill>
                    <a:round/>
                    <a:headEnd/>
                    <a:tailEnd/>
                  </a14:hiddenLine>
                </a:ext>
              </a:extLst>
            </p:spPr>
            <p:txBody>
              <a:bodyPr anchor="ctr"/>
              <a:lstStyle/>
              <a:p>
                <a:pPr algn="ctr"/>
                <a:endParaRPr/>
              </a:p>
            </p:txBody>
          </p:sp>
          <p:sp>
            <p:nvSpPr>
              <p:cNvPr id="478" name="ïŝ1íďé">
                <a:extLst>
                  <a:ext uri="{FF2B5EF4-FFF2-40B4-BE49-F238E27FC236}">
                    <a16:creationId xmlns:a16="http://schemas.microsoft.com/office/drawing/2014/main" id="{89757027-1E84-466F-B79F-8422B38AB878}"/>
                  </a:ext>
                </a:extLst>
              </p:cNvPr>
              <p:cNvSpPr/>
              <p:nvPr/>
            </p:nvSpPr>
            <p:spPr bwMode="auto">
              <a:xfrm>
                <a:off x="3916" y="2025"/>
                <a:ext cx="122" cy="13"/>
              </a:xfrm>
              <a:custGeom>
                <a:avLst/>
                <a:gdLst>
                  <a:gd name="T0" fmla="*/ 118 w 122"/>
                  <a:gd name="T1" fmla="*/ 13 h 13"/>
                  <a:gd name="T2" fmla="*/ 0 w 122"/>
                  <a:gd name="T3" fmla="*/ 13 h 13"/>
                  <a:gd name="T4" fmla="*/ 4 w 122"/>
                  <a:gd name="T5" fmla="*/ 0 h 13"/>
                  <a:gd name="T6" fmla="*/ 122 w 122"/>
                  <a:gd name="T7" fmla="*/ 0 h 13"/>
                  <a:gd name="T8" fmla="*/ 118 w 122"/>
                  <a:gd name="T9" fmla="*/ 13 h 13"/>
                </a:gdLst>
                <a:ahLst/>
                <a:cxnLst>
                  <a:cxn ang="0">
                    <a:pos x="T0" y="T1"/>
                  </a:cxn>
                  <a:cxn ang="0">
                    <a:pos x="T2" y="T3"/>
                  </a:cxn>
                  <a:cxn ang="0">
                    <a:pos x="T4" y="T5"/>
                  </a:cxn>
                  <a:cxn ang="0">
                    <a:pos x="T6" y="T7"/>
                  </a:cxn>
                  <a:cxn ang="0">
                    <a:pos x="T8" y="T9"/>
                  </a:cxn>
                </a:cxnLst>
                <a:rect l="0" t="0" r="r" b="b"/>
                <a:pathLst>
                  <a:path w="122" h="13">
                    <a:moveTo>
                      <a:pt x="118" y="13"/>
                    </a:moveTo>
                    <a:lnTo>
                      <a:pt x="0" y="13"/>
                    </a:lnTo>
                    <a:lnTo>
                      <a:pt x="4" y="0"/>
                    </a:lnTo>
                    <a:lnTo>
                      <a:pt x="122" y="0"/>
                    </a:lnTo>
                    <a:lnTo>
                      <a:pt x="118" y="13"/>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anchor="ctr"/>
              <a:lstStyle/>
              <a:p>
                <a:pPr algn="ctr"/>
                <a:endParaRPr/>
              </a:p>
            </p:txBody>
          </p:sp>
          <p:sp>
            <p:nvSpPr>
              <p:cNvPr id="479" name="íśḷiḓe">
                <a:extLst>
                  <a:ext uri="{FF2B5EF4-FFF2-40B4-BE49-F238E27FC236}">
                    <a16:creationId xmlns:a16="http://schemas.microsoft.com/office/drawing/2014/main" id="{36F833DC-CEB4-48B7-821D-780CF7899C64}"/>
                  </a:ext>
                </a:extLst>
              </p:cNvPr>
              <p:cNvSpPr/>
              <p:nvPr/>
            </p:nvSpPr>
            <p:spPr bwMode="auto">
              <a:xfrm>
                <a:off x="3561" y="2080"/>
                <a:ext cx="122" cy="12"/>
              </a:xfrm>
              <a:custGeom>
                <a:avLst/>
                <a:gdLst>
                  <a:gd name="T0" fmla="*/ 0 w 122"/>
                  <a:gd name="T1" fmla="*/ 12 h 12"/>
                  <a:gd name="T2" fmla="*/ 118 w 122"/>
                  <a:gd name="T3" fmla="*/ 12 h 12"/>
                  <a:gd name="T4" fmla="*/ 122 w 122"/>
                  <a:gd name="T5" fmla="*/ 0 h 12"/>
                  <a:gd name="T6" fmla="*/ 3 w 122"/>
                  <a:gd name="T7" fmla="*/ 0 h 12"/>
                  <a:gd name="T8" fmla="*/ 0 w 122"/>
                  <a:gd name="T9" fmla="*/ 12 h 12"/>
                </a:gdLst>
                <a:ahLst/>
                <a:cxnLst>
                  <a:cxn ang="0">
                    <a:pos x="T0" y="T1"/>
                  </a:cxn>
                  <a:cxn ang="0">
                    <a:pos x="T2" y="T3"/>
                  </a:cxn>
                  <a:cxn ang="0">
                    <a:pos x="T4" y="T5"/>
                  </a:cxn>
                  <a:cxn ang="0">
                    <a:pos x="T6" y="T7"/>
                  </a:cxn>
                  <a:cxn ang="0">
                    <a:pos x="T8" y="T9"/>
                  </a:cxn>
                </a:cxnLst>
                <a:rect l="0" t="0" r="r" b="b"/>
                <a:pathLst>
                  <a:path w="122" h="12">
                    <a:moveTo>
                      <a:pt x="0" y="12"/>
                    </a:moveTo>
                    <a:lnTo>
                      <a:pt x="118" y="12"/>
                    </a:lnTo>
                    <a:lnTo>
                      <a:pt x="122" y="0"/>
                    </a:lnTo>
                    <a:lnTo>
                      <a:pt x="3" y="0"/>
                    </a:lnTo>
                    <a:lnTo>
                      <a:pt x="0" y="12"/>
                    </a:lnTo>
                    <a:close/>
                  </a:path>
                </a:pathLst>
              </a:custGeom>
              <a:solidFill>
                <a:srgbClr val="7299E9"/>
              </a:solidFill>
              <a:ln>
                <a:noFill/>
              </a:ln>
              <a:extLst>
                <a:ext uri="{91240B29-F687-4F45-9708-019B960494DF}">
                  <a14:hiddenLine xmlns:a14="http://schemas.microsoft.com/office/drawing/2010/main" w="9525">
                    <a:solidFill>
                      <a:srgbClr val="000000"/>
                    </a:solidFill>
                    <a:round/>
                    <a:headEnd/>
                    <a:tailEnd/>
                  </a14:hiddenLine>
                </a:ext>
              </a:extLst>
            </p:spPr>
            <p:txBody>
              <a:bodyPr anchor="ctr"/>
              <a:lstStyle/>
              <a:p>
                <a:pPr algn="ctr"/>
                <a:endParaRPr/>
              </a:p>
            </p:txBody>
          </p:sp>
          <p:sp>
            <p:nvSpPr>
              <p:cNvPr id="480" name="ïṥḷíďê">
                <a:extLst>
                  <a:ext uri="{FF2B5EF4-FFF2-40B4-BE49-F238E27FC236}">
                    <a16:creationId xmlns:a16="http://schemas.microsoft.com/office/drawing/2014/main" id="{E295F312-C14A-45A9-B986-060FE4050C05}"/>
                  </a:ext>
                </a:extLst>
              </p:cNvPr>
              <p:cNvSpPr/>
              <p:nvPr/>
            </p:nvSpPr>
            <p:spPr bwMode="auto">
              <a:xfrm>
                <a:off x="3561" y="2080"/>
                <a:ext cx="122" cy="12"/>
              </a:xfrm>
              <a:custGeom>
                <a:avLst/>
                <a:gdLst>
                  <a:gd name="T0" fmla="*/ 0 w 122"/>
                  <a:gd name="T1" fmla="*/ 12 h 12"/>
                  <a:gd name="T2" fmla="*/ 118 w 122"/>
                  <a:gd name="T3" fmla="*/ 12 h 12"/>
                  <a:gd name="T4" fmla="*/ 122 w 122"/>
                  <a:gd name="T5" fmla="*/ 0 h 12"/>
                  <a:gd name="T6" fmla="*/ 3 w 122"/>
                  <a:gd name="T7" fmla="*/ 0 h 12"/>
                  <a:gd name="T8" fmla="*/ 0 w 122"/>
                  <a:gd name="T9" fmla="*/ 12 h 12"/>
                </a:gdLst>
                <a:ahLst/>
                <a:cxnLst>
                  <a:cxn ang="0">
                    <a:pos x="T0" y="T1"/>
                  </a:cxn>
                  <a:cxn ang="0">
                    <a:pos x="T2" y="T3"/>
                  </a:cxn>
                  <a:cxn ang="0">
                    <a:pos x="T4" y="T5"/>
                  </a:cxn>
                  <a:cxn ang="0">
                    <a:pos x="T6" y="T7"/>
                  </a:cxn>
                  <a:cxn ang="0">
                    <a:pos x="T8" y="T9"/>
                  </a:cxn>
                </a:cxnLst>
                <a:rect l="0" t="0" r="r" b="b"/>
                <a:pathLst>
                  <a:path w="122" h="12">
                    <a:moveTo>
                      <a:pt x="0" y="12"/>
                    </a:moveTo>
                    <a:lnTo>
                      <a:pt x="118" y="12"/>
                    </a:lnTo>
                    <a:lnTo>
                      <a:pt x="122" y="0"/>
                    </a:lnTo>
                    <a:lnTo>
                      <a:pt x="3" y="0"/>
                    </a:lnTo>
                    <a:lnTo>
                      <a:pt x="0" y="12"/>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anchor="ctr"/>
              <a:lstStyle/>
              <a:p>
                <a:pPr algn="ctr"/>
                <a:endParaRPr/>
              </a:p>
            </p:txBody>
          </p:sp>
          <p:sp>
            <p:nvSpPr>
              <p:cNvPr id="481" name="ï$ļíďè">
                <a:extLst>
                  <a:ext uri="{FF2B5EF4-FFF2-40B4-BE49-F238E27FC236}">
                    <a16:creationId xmlns:a16="http://schemas.microsoft.com/office/drawing/2014/main" id="{8CDF60A2-C838-4562-9803-7AE172EB219A}"/>
                  </a:ext>
                </a:extLst>
              </p:cNvPr>
              <p:cNvSpPr/>
              <p:nvPr/>
            </p:nvSpPr>
            <p:spPr bwMode="auto">
              <a:xfrm>
                <a:off x="3743" y="2080"/>
                <a:ext cx="122" cy="12"/>
              </a:xfrm>
              <a:custGeom>
                <a:avLst/>
                <a:gdLst>
                  <a:gd name="T0" fmla="*/ 0 w 122"/>
                  <a:gd name="T1" fmla="*/ 12 h 12"/>
                  <a:gd name="T2" fmla="*/ 118 w 122"/>
                  <a:gd name="T3" fmla="*/ 12 h 12"/>
                  <a:gd name="T4" fmla="*/ 122 w 122"/>
                  <a:gd name="T5" fmla="*/ 0 h 12"/>
                  <a:gd name="T6" fmla="*/ 4 w 122"/>
                  <a:gd name="T7" fmla="*/ 0 h 12"/>
                  <a:gd name="T8" fmla="*/ 0 w 122"/>
                  <a:gd name="T9" fmla="*/ 12 h 12"/>
                </a:gdLst>
                <a:ahLst/>
                <a:cxnLst>
                  <a:cxn ang="0">
                    <a:pos x="T0" y="T1"/>
                  </a:cxn>
                  <a:cxn ang="0">
                    <a:pos x="T2" y="T3"/>
                  </a:cxn>
                  <a:cxn ang="0">
                    <a:pos x="T4" y="T5"/>
                  </a:cxn>
                  <a:cxn ang="0">
                    <a:pos x="T6" y="T7"/>
                  </a:cxn>
                  <a:cxn ang="0">
                    <a:pos x="T8" y="T9"/>
                  </a:cxn>
                </a:cxnLst>
                <a:rect l="0" t="0" r="r" b="b"/>
                <a:pathLst>
                  <a:path w="122" h="12">
                    <a:moveTo>
                      <a:pt x="0" y="12"/>
                    </a:moveTo>
                    <a:lnTo>
                      <a:pt x="118" y="12"/>
                    </a:lnTo>
                    <a:lnTo>
                      <a:pt x="122" y="0"/>
                    </a:lnTo>
                    <a:lnTo>
                      <a:pt x="4" y="0"/>
                    </a:lnTo>
                    <a:lnTo>
                      <a:pt x="0" y="12"/>
                    </a:lnTo>
                    <a:close/>
                  </a:path>
                </a:pathLst>
              </a:custGeom>
              <a:solidFill>
                <a:srgbClr val="7299E9"/>
              </a:solidFill>
              <a:ln>
                <a:noFill/>
              </a:ln>
              <a:extLst>
                <a:ext uri="{91240B29-F687-4F45-9708-019B960494DF}">
                  <a14:hiddenLine xmlns:a14="http://schemas.microsoft.com/office/drawing/2010/main" w="9525">
                    <a:solidFill>
                      <a:srgbClr val="000000"/>
                    </a:solidFill>
                    <a:round/>
                    <a:headEnd/>
                    <a:tailEnd/>
                  </a14:hiddenLine>
                </a:ext>
              </a:extLst>
            </p:spPr>
            <p:txBody>
              <a:bodyPr anchor="ctr"/>
              <a:lstStyle/>
              <a:p>
                <a:pPr algn="ctr"/>
                <a:endParaRPr/>
              </a:p>
            </p:txBody>
          </p:sp>
          <p:sp>
            <p:nvSpPr>
              <p:cNvPr id="482" name="íṧlíḓè">
                <a:extLst>
                  <a:ext uri="{FF2B5EF4-FFF2-40B4-BE49-F238E27FC236}">
                    <a16:creationId xmlns:a16="http://schemas.microsoft.com/office/drawing/2014/main" id="{D6DE3A1B-2205-4F74-9458-605A0BEA3F50}"/>
                  </a:ext>
                </a:extLst>
              </p:cNvPr>
              <p:cNvSpPr/>
              <p:nvPr/>
            </p:nvSpPr>
            <p:spPr bwMode="auto">
              <a:xfrm>
                <a:off x="3743" y="2080"/>
                <a:ext cx="122" cy="12"/>
              </a:xfrm>
              <a:custGeom>
                <a:avLst/>
                <a:gdLst>
                  <a:gd name="T0" fmla="*/ 0 w 122"/>
                  <a:gd name="T1" fmla="*/ 12 h 12"/>
                  <a:gd name="T2" fmla="*/ 118 w 122"/>
                  <a:gd name="T3" fmla="*/ 12 h 12"/>
                  <a:gd name="T4" fmla="*/ 122 w 122"/>
                  <a:gd name="T5" fmla="*/ 0 h 12"/>
                  <a:gd name="T6" fmla="*/ 4 w 122"/>
                  <a:gd name="T7" fmla="*/ 0 h 12"/>
                  <a:gd name="T8" fmla="*/ 0 w 122"/>
                  <a:gd name="T9" fmla="*/ 12 h 12"/>
                </a:gdLst>
                <a:ahLst/>
                <a:cxnLst>
                  <a:cxn ang="0">
                    <a:pos x="T0" y="T1"/>
                  </a:cxn>
                  <a:cxn ang="0">
                    <a:pos x="T2" y="T3"/>
                  </a:cxn>
                  <a:cxn ang="0">
                    <a:pos x="T4" y="T5"/>
                  </a:cxn>
                  <a:cxn ang="0">
                    <a:pos x="T6" y="T7"/>
                  </a:cxn>
                  <a:cxn ang="0">
                    <a:pos x="T8" y="T9"/>
                  </a:cxn>
                </a:cxnLst>
                <a:rect l="0" t="0" r="r" b="b"/>
                <a:pathLst>
                  <a:path w="122" h="12">
                    <a:moveTo>
                      <a:pt x="0" y="12"/>
                    </a:moveTo>
                    <a:lnTo>
                      <a:pt x="118" y="12"/>
                    </a:lnTo>
                    <a:lnTo>
                      <a:pt x="122" y="0"/>
                    </a:lnTo>
                    <a:lnTo>
                      <a:pt x="4" y="0"/>
                    </a:lnTo>
                    <a:lnTo>
                      <a:pt x="0" y="12"/>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anchor="ctr"/>
              <a:lstStyle/>
              <a:p>
                <a:pPr algn="ctr"/>
                <a:endParaRPr/>
              </a:p>
            </p:txBody>
          </p:sp>
          <p:sp>
            <p:nvSpPr>
              <p:cNvPr id="483" name="iSļidê">
                <a:extLst>
                  <a:ext uri="{FF2B5EF4-FFF2-40B4-BE49-F238E27FC236}">
                    <a16:creationId xmlns:a16="http://schemas.microsoft.com/office/drawing/2014/main" id="{A15DAAF7-A0F0-48F1-AEB3-29CF1A68E930}"/>
                  </a:ext>
                </a:extLst>
              </p:cNvPr>
              <p:cNvSpPr/>
              <p:nvPr/>
            </p:nvSpPr>
            <p:spPr bwMode="auto">
              <a:xfrm>
                <a:off x="3902" y="2080"/>
                <a:ext cx="122" cy="12"/>
              </a:xfrm>
              <a:custGeom>
                <a:avLst/>
                <a:gdLst>
                  <a:gd name="T0" fmla="*/ 0 w 122"/>
                  <a:gd name="T1" fmla="*/ 12 h 12"/>
                  <a:gd name="T2" fmla="*/ 118 w 122"/>
                  <a:gd name="T3" fmla="*/ 12 h 12"/>
                  <a:gd name="T4" fmla="*/ 122 w 122"/>
                  <a:gd name="T5" fmla="*/ 0 h 12"/>
                  <a:gd name="T6" fmla="*/ 4 w 122"/>
                  <a:gd name="T7" fmla="*/ 0 h 12"/>
                  <a:gd name="T8" fmla="*/ 0 w 122"/>
                  <a:gd name="T9" fmla="*/ 12 h 12"/>
                </a:gdLst>
                <a:ahLst/>
                <a:cxnLst>
                  <a:cxn ang="0">
                    <a:pos x="T0" y="T1"/>
                  </a:cxn>
                  <a:cxn ang="0">
                    <a:pos x="T2" y="T3"/>
                  </a:cxn>
                  <a:cxn ang="0">
                    <a:pos x="T4" y="T5"/>
                  </a:cxn>
                  <a:cxn ang="0">
                    <a:pos x="T6" y="T7"/>
                  </a:cxn>
                  <a:cxn ang="0">
                    <a:pos x="T8" y="T9"/>
                  </a:cxn>
                </a:cxnLst>
                <a:rect l="0" t="0" r="r" b="b"/>
                <a:pathLst>
                  <a:path w="122" h="12">
                    <a:moveTo>
                      <a:pt x="0" y="12"/>
                    </a:moveTo>
                    <a:lnTo>
                      <a:pt x="118" y="12"/>
                    </a:lnTo>
                    <a:lnTo>
                      <a:pt x="122" y="0"/>
                    </a:lnTo>
                    <a:lnTo>
                      <a:pt x="4" y="0"/>
                    </a:lnTo>
                    <a:lnTo>
                      <a:pt x="0" y="12"/>
                    </a:lnTo>
                    <a:close/>
                  </a:path>
                </a:pathLst>
              </a:custGeom>
              <a:solidFill>
                <a:srgbClr val="EDEFF1"/>
              </a:solidFill>
              <a:ln>
                <a:noFill/>
              </a:ln>
              <a:extLst>
                <a:ext uri="{91240B29-F687-4F45-9708-019B960494DF}">
                  <a14:hiddenLine xmlns:a14="http://schemas.microsoft.com/office/drawing/2010/main" w="9525">
                    <a:solidFill>
                      <a:srgbClr val="000000"/>
                    </a:solidFill>
                    <a:round/>
                    <a:headEnd/>
                    <a:tailEnd/>
                  </a14:hiddenLine>
                </a:ext>
              </a:extLst>
            </p:spPr>
            <p:txBody>
              <a:bodyPr anchor="ctr"/>
              <a:lstStyle/>
              <a:p>
                <a:pPr algn="ctr"/>
                <a:endParaRPr/>
              </a:p>
            </p:txBody>
          </p:sp>
          <p:sp>
            <p:nvSpPr>
              <p:cNvPr id="484" name="iśḷîḓè">
                <a:extLst>
                  <a:ext uri="{FF2B5EF4-FFF2-40B4-BE49-F238E27FC236}">
                    <a16:creationId xmlns:a16="http://schemas.microsoft.com/office/drawing/2014/main" id="{AFD09C28-4C2F-4776-80DF-AC482F9118D9}"/>
                  </a:ext>
                </a:extLst>
              </p:cNvPr>
              <p:cNvSpPr/>
              <p:nvPr/>
            </p:nvSpPr>
            <p:spPr bwMode="auto">
              <a:xfrm>
                <a:off x="3902" y="2080"/>
                <a:ext cx="122" cy="12"/>
              </a:xfrm>
              <a:custGeom>
                <a:avLst/>
                <a:gdLst>
                  <a:gd name="T0" fmla="*/ 0 w 122"/>
                  <a:gd name="T1" fmla="*/ 12 h 12"/>
                  <a:gd name="T2" fmla="*/ 118 w 122"/>
                  <a:gd name="T3" fmla="*/ 12 h 12"/>
                  <a:gd name="T4" fmla="*/ 122 w 122"/>
                  <a:gd name="T5" fmla="*/ 0 h 12"/>
                  <a:gd name="T6" fmla="*/ 4 w 122"/>
                  <a:gd name="T7" fmla="*/ 0 h 12"/>
                  <a:gd name="T8" fmla="*/ 0 w 122"/>
                  <a:gd name="T9" fmla="*/ 12 h 12"/>
                </a:gdLst>
                <a:ahLst/>
                <a:cxnLst>
                  <a:cxn ang="0">
                    <a:pos x="T0" y="T1"/>
                  </a:cxn>
                  <a:cxn ang="0">
                    <a:pos x="T2" y="T3"/>
                  </a:cxn>
                  <a:cxn ang="0">
                    <a:pos x="T4" y="T5"/>
                  </a:cxn>
                  <a:cxn ang="0">
                    <a:pos x="T6" y="T7"/>
                  </a:cxn>
                  <a:cxn ang="0">
                    <a:pos x="T8" y="T9"/>
                  </a:cxn>
                </a:cxnLst>
                <a:rect l="0" t="0" r="r" b="b"/>
                <a:pathLst>
                  <a:path w="122" h="12">
                    <a:moveTo>
                      <a:pt x="0" y="12"/>
                    </a:moveTo>
                    <a:lnTo>
                      <a:pt x="118" y="12"/>
                    </a:lnTo>
                    <a:lnTo>
                      <a:pt x="122" y="0"/>
                    </a:lnTo>
                    <a:lnTo>
                      <a:pt x="4" y="0"/>
                    </a:lnTo>
                    <a:lnTo>
                      <a:pt x="0" y="12"/>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anchor="ctr"/>
              <a:lstStyle/>
              <a:p>
                <a:pPr algn="ctr"/>
                <a:endParaRPr/>
              </a:p>
            </p:txBody>
          </p:sp>
          <p:sp>
            <p:nvSpPr>
              <p:cNvPr id="485" name="íšľïḓè">
                <a:extLst>
                  <a:ext uri="{FF2B5EF4-FFF2-40B4-BE49-F238E27FC236}">
                    <a16:creationId xmlns:a16="http://schemas.microsoft.com/office/drawing/2014/main" id="{BC46A4B6-F350-46C3-ADCB-FADC35636AB9}"/>
                  </a:ext>
                </a:extLst>
              </p:cNvPr>
              <p:cNvSpPr/>
              <p:nvPr/>
            </p:nvSpPr>
            <p:spPr bwMode="auto">
              <a:xfrm>
                <a:off x="3813" y="1843"/>
                <a:ext cx="255" cy="1"/>
              </a:xfrm>
              <a:prstGeom prst="rect">
                <a:avLst/>
              </a:prstGeom>
              <a:solidFill>
                <a:srgbClr val="CCD2F0"/>
              </a:solidFill>
              <a:ln>
                <a:noFill/>
              </a:ln>
              <a:extLst>
                <a:ext uri="{91240B29-F687-4F45-9708-019B960494DF}">
                  <a14:hiddenLine xmlns:a14="http://schemas.microsoft.com/office/drawing/2010/main" w="9525">
                    <a:solidFill>
                      <a:srgbClr val="000000"/>
                    </a:solidFill>
                    <a:miter lim="800000"/>
                    <a:headEnd/>
                    <a:tailEnd/>
                  </a14:hiddenLine>
                </a:ext>
              </a:extLst>
            </p:spPr>
            <p:txBody>
              <a:bodyPr anchor="ctr"/>
              <a:lstStyle/>
              <a:p>
                <a:pPr algn="ctr"/>
                <a:endParaRPr/>
              </a:p>
            </p:txBody>
          </p:sp>
          <p:sp>
            <p:nvSpPr>
              <p:cNvPr id="486" name="iśḷîďé">
                <a:extLst>
                  <a:ext uri="{FF2B5EF4-FFF2-40B4-BE49-F238E27FC236}">
                    <a16:creationId xmlns:a16="http://schemas.microsoft.com/office/drawing/2014/main" id="{C754AC14-097E-42A1-B632-341BECF4EA9B}"/>
                  </a:ext>
                </a:extLst>
              </p:cNvPr>
              <p:cNvSpPr/>
              <p:nvPr/>
            </p:nvSpPr>
            <p:spPr bwMode="auto">
              <a:xfrm>
                <a:off x="3813" y="1843"/>
                <a:ext cx="255" cy="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lstStyle/>
              <a:p>
                <a:pPr algn="ctr"/>
                <a:endParaRPr/>
              </a:p>
            </p:txBody>
          </p:sp>
          <p:sp>
            <p:nvSpPr>
              <p:cNvPr id="487" name="íṣḷïďe">
                <a:extLst>
                  <a:ext uri="{FF2B5EF4-FFF2-40B4-BE49-F238E27FC236}">
                    <a16:creationId xmlns:a16="http://schemas.microsoft.com/office/drawing/2014/main" id="{A03EF358-36F5-426D-A131-817EC21CFFC8}"/>
                  </a:ext>
                </a:extLst>
              </p:cNvPr>
              <p:cNvSpPr/>
              <p:nvPr/>
            </p:nvSpPr>
            <p:spPr bwMode="auto">
              <a:xfrm>
                <a:off x="3798" y="1843"/>
                <a:ext cx="270" cy="27"/>
              </a:xfrm>
              <a:custGeom>
                <a:avLst/>
                <a:gdLst>
                  <a:gd name="T0" fmla="*/ 270 w 270"/>
                  <a:gd name="T1" fmla="*/ 0 h 27"/>
                  <a:gd name="T2" fmla="*/ 15 w 270"/>
                  <a:gd name="T3" fmla="*/ 0 h 27"/>
                  <a:gd name="T4" fmla="*/ 0 w 270"/>
                  <a:gd name="T5" fmla="*/ 27 h 27"/>
                  <a:gd name="T6" fmla="*/ 254 w 270"/>
                  <a:gd name="T7" fmla="*/ 27 h 27"/>
                  <a:gd name="T8" fmla="*/ 270 w 270"/>
                  <a:gd name="T9" fmla="*/ 0 h 27"/>
                </a:gdLst>
                <a:ahLst/>
                <a:cxnLst>
                  <a:cxn ang="0">
                    <a:pos x="T0" y="T1"/>
                  </a:cxn>
                  <a:cxn ang="0">
                    <a:pos x="T2" y="T3"/>
                  </a:cxn>
                  <a:cxn ang="0">
                    <a:pos x="T4" y="T5"/>
                  </a:cxn>
                  <a:cxn ang="0">
                    <a:pos x="T6" y="T7"/>
                  </a:cxn>
                  <a:cxn ang="0">
                    <a:pos x="T8" y="T9"/>
                  </a:cxn>
                </a:cxnLst>
                <a:rect l="0" t="0" r="r" b="b"/>
                <a:pathLst>
                  <a:path w="270" h="27">
                    <a:moveTo>
                      <a:pt x="270" y="0"/>
                    </a:moveTo>
                    <a:lnTo>
                      <a:pt x="15" y="0"/>
                    </a:lnTo>
                    <a:lnTo>
                      <a:pt x="0" y="27"/>
                    </a:lnTo>
                    <a:lnTo>
                      <a:pt x="254" y="27"/>
                    </a:lnTo>
                    <a:lnTo>
                      <a:pt x="270" y="0"/>
                    </a:lnTo>
                    <a:close/>
                  </a:path>
                </a:pathLst>
              </a:custGeom>
              <a:solidFill>
                <a:srgbClr val="494B70"/>
              </a:solidFill>
              <a:ln>
                <a:noFill/>
              </a:ln>
              <a:extLst>
                <a:ext uri="{91240B29-F687-4F45-9708-019B960494DF}">
                  <a14:hiddenLine xmlns:a14="http://schemas.microsoft.com/office/drawing/2010/main" w="9525">
                    <a:solidFill>
                      <a:srgbClr val="000000"/>
                    </a:solidFill>
                    <a:round/>
                    <a:headEnd/>
                    <a:tailEnd/>
                  </a14:hiddenLine>
                </a:ext>
              </a:extLst>
            </p:spPr>
            <p:txBody>
              <a:bodyPr anchor="ctr"/>
              <a:lstStyle/>
              <a:p>
                <a:pPr algn="ctr"/>
                <a:endParaRPr/>
              </a:p>
            </p:txBody>
          </p:sp>
          <p:sp>
            <p:nvSpPr>
              <p:cNvPr id="488" name="íşľíďé">
                <a:extLst>
                  <a:ext uri="{FF2B5EF4-FFF2-40B4-BE49-F238E27FC236}">
                    <a16:creationId xmlns:a16="http://schemas.microsoft.com/office/drawing/2014/main" id="{153C13E2-C713-4CE8-9EA3-375D284D6BA9}"/>
                  </a:ext>
                </a:extLst>
              </p:cNvPr>
              <p:cNvSpPr/>
              <p:nvPr/>
            </p:nvSpPr>
            <p:spPr bwMode="auto">
              <a:xfrm>
                <a:off x="3798" y="1843"/>
                <a:ext cx="270" cy="27"/>
              </a:xfrm>
              <a:custGeom>
                <a:avLst/>
                <a:gdLst>
                  <a:gd name="T0" fmla="*/ 270 w 270"/>
                  <a:gd name="T1" fmla="*/ 0 h 27"/>
                  <a:gd name="T2" fmla="*/ 15 w 270"/>
                  <a:gd name="T3" fmla="*/ 0 h 27"/>
                  <a:gd name="T4" fmla="*/ 0 w 270"/>
                  <a:gd name="T5" fmla="*/ 27 h 27"/>
                  <a:gd name="T6" fmla="*/ 254 w 270"/>
                  <a:gd name="T7" fmla="*/ 27 h 27"/>
                  <a:gd name="T8" fmla="*/ 270 w 270"/>
                  <a:gd name="T9" fmla="*/ 0 h 27"/>
                </a:gdLst>
                <a:ahLst/>
                <a:cxnLst>
                  <a:cxn ang="0">
                    <a:pos x="T0" y="T1"/>
                  </a:cxn>
                  <a:cxn ang="0">
                    <a:pos x="T2" y="T3"/>
                  </a:cxn>
                  <a:cxn ang="0">
                    <a:pos x="T4" y="T5"/>
                  </a:cxn>
                  <a:cxn ang="0">
                    <a:pos x="T6" y="T7"/>
                  </a:cxn>
                  <a:cxn ang="0">
                    <a:pos x="T8" y="T9"/>
                  </a:cxn>
                </a:cxnLst>
                <a:rect l="0" t="0" r="r" b="b"/>
                <a:pathLst>
                  <a:path w="270" h="27">
                    <a:moveTo>
                      <a:pt x="270" y="0"/>
                    </a:moveTo>
                    <a:lnTo>
                      <a:pt x="15" y="0"/>
                    </a:lnTo>
                    <a:lnTo>
                      <a:pt x="0" y="27"/>
                    </a:lnTo>
                    <a:lnTo>
                      <a:pt x="254" y="27"/>
                    </a:lnTo>
                    <a:lnTo>
                      <a:pt x="270"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anchor="ctr"/>
              <a:lstStyle/>
              <a:p>
                <a:pPr algn="ctr"/>
                <a:endParaRPr/>
              </a:p>
            </p:txBody>
          </p:sp>
          <p:sp>
            <p:nvSpPr>
              <p:cNvPr id="489" name="îŝļïḋé">
                <a:extLst>
                  <a:ext uri="{FF2B5EF4-FFF2-40B4-BE49-F238E27FC236}">
                    <a16:creationId xmlns:a16="http://schemas.microsoft.com/office/drawing/2014/main" id="{21EFE9AE-DB24-4928-B972-99CD0A70C99A}"/>
                  </a:ext>
                </a:extLst>
              </p:cNvPr>
              <p:cNvSpPr/>
              <p:nvPr/>
            </p:nvSpPr>
            <p:spPr bwMode="auto">
              <a:xfrm>
                <a:off x="3489" y="1870"/>
                <a:ext cx="563" cy="520"/>
              </a:xfrm>
              <a:custGeom>
                <a:avLst/>
                <a:gdLst>
                  <a:gd name="T0" fmla="*/ 158 w 442"/>
                  <a:gd name="T1" fmla="*/ 338 h 409"/>
                  <a:gd name="T2" fmla="*/ 163 w 442"/>
                  <a:gd name="T3" fmla="*/ 348 h 409"/>
                  <a:gd name="T4" fmla="*/ 186 w 442"/>
                  <a:gd name="T5" fmla="*/ 348 h 409"/>
                  <a:gd name="T6" fmla="*/ 169 w 442"/>
                  <a:gd name="T7" fmla="*/ 295 h 409"/>
                  <a:gd name="T8" fmla="*/ 166 w 442"/>
                  <a:gd name="T9" fmla="*/ 305 h 409"/>
                  <a:gd name="T10" fmla="*/ 216 w 442"/>
                  <a:gd name="T11" fmla="*/ 252 h 409"/>
                  <a:gd name="T12" fmla="*/ 219 w 442"/>
                  <a:gd name="T13" fmla="*/ 262 h 409"/>
                  <a:gd name="T14" fmla="*/ 281 w 442"/>
                  <a:gd name="T15" fmla="*/ 262 h 409"/>
                  <a:gd name="T16" fmla="*/ 138 w 442"/>
                  <a:gd name="T17" fmla="*/ 208 h 409"/>
                  <a:gd name="T18" fmla="*/ 121 w 442"/>
                  <a:gd name="T19" fmla="*/ 208 h 409"/>
                  <a:gd name="T20" fmla="*/ 212 w 442"/>
                  <a:gd name="T21" fmla="*/ 208 h 409"/>
                  <a:gd name="T22" fmla="*/ 144 w 442"/>
                  <a:gd name="T23" fmla="*/ 208 h 409"/>
                  <a:gd name="T24" fmla="*/ 295 w 442"/>
                  <a:gd name="T25" fmla="*/ 165 h 409"/>
                  <a:gd name="T26" fmla="*/ 202 w 442"/>
                  <a:gd name="T27" fmla="*/ 165 h 409"/>
                  <a:gd name="T28" fmla="*/ 248 w 442"/>
                  <a:gd name="T29" fmla="*/ 78 h 409"/>
                  <a:gd name="T30" fmla="*/ 245 w 442"/>
                  <a:gd name="T31" fmla="*/ 89 h 409"/>
                  <a:gd name="T32" fmla="*/ 339 w 442"/>
                  <a:gd name="T33" fmla="*/ 78 h 409"/>
                  <a:gd name="T34" fmla="*/ 248 w 442"/>
                  <a:gd name="T35" fmla="*/ 45 h 409"/>
                  <a:gd name="T36" fmla="*/ 296 w 442"/>
                  <a:gd name="T37" fmla="*/ 45 h 409"/>
                  <a:gd name="T38" fmla="*/ 307 w 442"/>
                  <a:gd name="T39" fmla="*/ 35 h 409"/>
                  <a:gd name="T40" fmla="*/ 304 w 442"/>
                  <a:gd name="T41" fmla="*/ 45 h 409"/>
                  <a:gd name="T42" fmla="*/ 397 w 442"/>
                  <a:gd name="T43" fmla="*/ 35 h 409"/>
                  <a:gd name="T44" fmla="*/ 442 w 442"/>
                  <a:gd name="T45" fmla="*/ 0 h 409"/>
                  <a:gd name="T46" fmla="*/ 244 w 442"/>
                  <a:gd name="T47" fmla="*/ 35 h 409"/>
                  <a:gd name="T48" fmla="*/ 196 w 442"/>
                  <a:gd name="T49" fmla="*/ 78 h 409"/>
                  <a:gd name="T50" fmla="*/ 190 w 442"/>
                  <a:gd name="T51" fmla="*/ 89 h 409"/>
                  <a:gd name="T52" fmla="*/ 212 w 442"/>
                  <a:gd name="T53" fmla="*/ 132 h 409"/>
                  <a:gd name="T54" fmla="*/ 152 w 442"/>
                  <a:gd name="T55" fmla="*/ 165 h 409"/>
                  <a:gd name="T56" fmla="*/ 93 w 442"/>
                  <a:gd name="T57" fmla="*/ 252 h 409"/>
                  <a:gd name="T58" fmla="*/ 89 w 442"/>
                  <a:gd name="T59" fmla="*/ 262 h 409"/>
                  <a:gd name="T60" fmla="*/ 162 w 442"/>
                  <a:gd name="T61" fmla="*/ 295 h 409"/>
                  <a:gd name="T62" fmla="*/ 42 w 442"/>
                  <a:gd name="T63" fmla="*/ 338 h 409"/>
                  <a:gd name="T64" fmla="*/ 36 w 442"/>
                  <a:gd name="T65" fmla="*/ 348 h 409"/>
                  <a:gd name="T66" fmla="*/ 57 w 442"/>
                  <a:gd name="T67" fmla="*/ 407 h 409"/>
                  <a:gd name="T68" fmla="*/ 192 w 442"/>
                  <a:gd name="T69" fmla="*/ 348 h 409"/>
                  <a:gd name="T70" fmla="*/ 261 w 442"/>
                  <a:gd name="T71" fmla="*/ 305 h 409"/>
                  <a:gd name="T72" fmla="*/ 267 w 442"/>
                  <a:gd name="T73" fmla="*/ 295 h 409"/>
                  <a:gd name="T74" fmla="*/ 293 w 442"/>
                  <a:gd name="T75" fmla="*/ 252 h 409"/>
                  <a:gd name="T76" fmla="*/ 327 w 442"/>
                  <a:gd name="T77" fmla="*/ 165 h 409"/>
                  <a:gd name="T78" fmla="*/ 335 w 442"/>
                  <a:gd name="T79" fmla="*/ 132 h 409"/>
                  <a:gd name="T80" fmla="*/ 389 w 442"/>
                  <a:gd name="T81" fmla="*/ 89 h 409"/>
                  <a:gd name="T82" fmla="*/ 395 w 442"/>
                  <a:gd name="T83" fmla="*/ 78 h 409"/>
                  <a:gd name="T84" fmla="*/ 405 w 442"/>
                  <a:gd name="T85" fmla="*/ 35 h 40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442" h="409">
                    <a:moveTo>
                      <a:pt x="62" y="348"/>
                    </a:moveTo>
                    <a:cubicBezTo>
                      <a:pt x="65" y="338"/>
                      <a:pt x="65" y="338"/>
                      <a:pt x="65" y="338"/>
                    </a:cubicBezTo>
                    <a:cubicBezTo>
                      <a:pt x="158" y="338"/>
                      <a:pt x="158" y="338"/>
                      <a:pt x="158" y="338"/>
                    </a:cubicBezTo>
                    <a:cubicBezTo>
                      <a:pt x="155" y="348"/>
                      <a:pt x="155" y="348"/>
                      <a:pt x="155" y="348"/>
                    </a:cubicBezTo>
                    <a:cubicBezTo>
                      <a:pt x="62" y="348"/>
                      <a:pt x="62" y="348"/>
                      <a:pt x="62" y="348"/>
                    </a:cubicBezTo>
                    <a:moveTo>
                      <a:pt x="163" y="348"/>
                    </a:moveTo>
                    <a:cubicBezTo>
                      <a:pt x="166" y="338"/>
                      <a:pt x="166" y="338"/>
                      <a:pt x="166" y="338"/>
                    </a:cubicBezTo>
                    <a:cubicBezTo>
                      <a:pt x="189" y="338"/>
                      <a:pt x="189" y="338"/>
                      <a:pt x="189" y="338"/>
                    </a:cubicBezTo>
                    <a:cubicBezTo>
                      <a:pt x="186" y="348"/>
                      <a:pt x="186" y="348"/>
                      <a:pt x="186" y="348"/>
                    </a:cubicBezTo>
                    <a:cubicBezTo>
                      <a:pt x="163" y="348"/>
                      <a:pt x="163" y="348"/>
                      <a:pt x="163" y="348"/>
                    </a:cubicBezTo>
                    <a:moveTo>
                      <a:pt x="166" y="305"/>
                    </a:moveTo>
                    <a:cubicBezTo>
                      <a:pt x="169" y="295"/>
                      <a:pt x="169" y="295"/>
                      <a:pt x="169" y="295"/>
                    </a:cubicBezTo>
                    <a:cubicBezTo>
                      <a:pt x="217" y="295"/>
                      <a:pt x="217" y="295"/>
                      <a:pt x="217" y="295"/>
                    </a:cubicBezTo>
                    <a:cubicBezTo>
                      <a:pt x="213" y="305"/>
                      <a:pt x="213" y="305"/>
                      <a:pt x="213" y="305"/>
                    </a:cubicBezTo>
                    <a:cubicBezTo>
                      <a:pt x="166" y="305"/>
                      <a:pt x="166" y="305"/>
                      <a:pt x="166" y="305"/>
                    </a:cubicBezTo>
                    <a:moveTo>
                      <a:pt x="190" y="262"/>
                    </a:moveTo>
                    <a:cubicBezTo>
                      <a:pt x="193" y="252"/>
                      <a:pt x="193" y="252"/>
                      <a:pt x="193" y="252"/>
                    </a:cubicBezTo>
                    <a:cubicBezTo>
                      <a:pt x="216" y="252"/>
                      <a:pt x="216" y="252"/>
                      <a:pt x="216" y="252"/>
                    </a:cubicBezTo>
                    <a:cubicBezTo>
                      <a:pt x="213" y="262"/>
                      <a:pt x="213" y="262"/>
                      <a:pt x="213" y="262"/>
                    </a:cubicBezTo>
                    <a:cubicBezTo>
                      <a:pt x="190" y="262"/>
                      <a:pt x="190" y="262"/>
                      <a:pt x="190" y="262"/>
                    </a:cubicBezTo>
                    <a:moveTo>
                      <a:pt x="219" y="262"/>
                    </a:moveTo>
                    <a:cubicBezTo>
                      <a:pt x="222" y="252"/>
                      <a:pt x="222" y="252"/>
                      <a:pt x="222" y="252"/>
                    </a:cubicBezTo>
                    <a:cubicBezTo>
                      <a:pt x="284" y="252"/>
                      <a:pt x="284" y="252"/>
                      <a:pt x="284" y="252"/>
                    </a:cubicBezTo>
                    <a:cubicBezTo>
                      <a:pt x="281" y="262"/>
                      <a:pt x="281" y="262"/>
                      <a:pt x="281" y="262"/>
                    </a:cubicBezTo>
                    <a:cubicBezTo>
                      <a:pt x="219" y="262"/>
                      <a:pt x="219" y="262"/>
                      <a:pt x="219" y="262"/>
                    </a:cubicBezTo>
                    <a:moveTo>
                      <a:pt x="138" y="208"/>
                    </a:moveTo>
                    <a:cubicBezTo>
                      <a:pt x="138" y="208"/>
                      <a:pt x="138" y="208"/>
                      <a:pt x="138" y="208"/>
                    </a:cubicBezTo>
                    <a:cubicBezTo>
                      <a:pt x="134" y="219"/>
                      <a:pt x="134" y="219"/>
                      <a:pt x="134" y="219"/>
                    </a:cubicBezTo>
                    <a:cubicBezTo>
                      <a:pt x="118" y="219"/>
                      <a:pt x="118" y="219"/>
                      <a:pt x="118" y="219"/>
                    </a:cubicBezTo>
                    <a:cubicBezTo>
                      <a:pt x="121" y="208"/>
                      <a:pt x="121" y="208"/>
                      <a:pt x="121" y="208"/>
                    </a:cubicBezTo>
                    <a:cubicBezTo>
                      <a:pt x="138" y="208"/>
                      <a:pt x="138" y="208"/>
                      <a:pt x="138" y="208"/>
                    </a:cubicBezTo>
                    <a:moveTo>
                      <a:pt x="212" y="208"/>
                    </a:moveTo>
                    <a:cubicBezTo>
                      <a:pt x="212" y="208"/>
                      <a:pt x="212" y="208"/>
                      <a:pt x="212" y="208"/>
                    </a:cubicBezTo>
                    <a:cubicBezTo>
                      <a:pt x="209" y="219"/>
                      <a:pt x="209" y="219"/>
                      <a:pt x="209" y="219"/>
                    </a:cubicBezTo>
                    <a:cubicBezTo>
                      <a:pt x="141" y="219"/>
                      <a:pt x="141" y="219"/>
                      <a:pt x="141" y="219"/>
                    </a:cubicBezTo>
                    <a:cubicBezTo>
                      <a:pt x="144" y="208"/>
                      <a:pt x="144" y="208"/>
                      <a:pt x="144" y="208"/>
                    </a:cubicBezTo>
                    <a:cubicBezTo>
                      <a:pt x="212" y="208"/>
                      <a:pt x="212" y="208"/>
                      <a:pt x="212" y="208"/>
                    </a:cubicBezTo>
                    <a:moveTo>
                      <a:pt x="295" y="165"/>
                    </a:moveTo>
                    <a:cubicBezTo>
                      <a:pt x="295" y="165"/>
                      <a:pt x="295" y="165"/>
                      <a:pt x="295" y="165"/>
                    </a:cubicBezTo>
                    <a:cubicBezTo>
                      <a:pt x="292" y="175"/>
                      <a:pt x="292" y="175"/>
                      <a:pt x="292" y="175"/>
                    </a:cubicBezTo>
                    <a:cubicBezTo>
                      <a:pt x="199" y="175"/>
                      <a:pt x="199" y="175"/>
                      <a:pt x="199" y="175"/>
                    </a:cubicBezTo>
                    <a:cubicBezTo>
                      <a:pt x="202" y="165"/>
                      <a:pt x="202" y="165"/>
                      <a:pt x="202" y="165"/>
                    </a:cubicBezTo>
                    <a:cubicBezTo>
                      <a:pt x="295" y="165"/>
                      <a:pt x="295" y="165"/>
                      <a:pt x="295" y="165"/>
                    </a:cubicBezTo>
                    <a:moveTo>
                      <a:pt x="245" y="89"/>
                    </a:moveTo>
                    <a:cubicBezTo>
                      <a:pt x="248" y="78"/>
                      <a:pt x="248" y="78"/>
                      <a:pt x="248" y="78"/>
                    </a:cubicBezTo>
                    <a:cubicBezTo>
                      <a:pt x="271" y="78"/>
                      <a:pt x="271" y="78"/>
                      <a:pt x="271" y="78"/>
                    </a:cubicBezTo>
                    <a:cubicBezTo>
                      <a:pt x="268" y="89"/>
                      <a:pt x="268" y="89"/>
                      <a:pt x="268" y="89"/>
                    </a:cubicBezTo>
                    <a:cubicBezTo>
                      <a:pt x="245" y="89"/>
                      <a:pt x="245" y="89"/>
                      <a:pt x="245" y="89"/>
                    </a:cubicBezTo>
                    <a:moveTo>
                      <a:pt x="274" y="89"/>
                    </a:moveTo>
                    <a:cubicBezTo>
                      <a:pt x="277" y="78"/>
                      <a:pt x="277" y="78"/>
                      <a:pt x="277" y="78"/>
                    </a:cubicBezTo>
                    <a:cubicBezTo>
                      <a:pt x="339" y="78"/>
                      <a:pt x="339" y="78"/>
                      <a:pt x="339" y="78"/>
                    </a:cubicBezTo>
                    <a:cubicBezTo>
                      <a:pt x="335" y="89"/>
                      <a:pt x="335" y="89"/>
                      <a:pt x="335" y="89"/>
                    </a:cubicBezTo>
                    <a:cubicBezTo>
                      <a:pt x="274" y="89"/>
                      <a:pt x="274" y="89"/>
                      <a:pt x="274" y="89"/>
                    </a:cubicBezTo>
                    <a:moveTo>
                      <a:pt x="248" y="45"/>
                    </a:moveTo>
                    <a:cubicBezTo>
                      <a:pt x="251" y="35"/>
                      <a:pt x="251" y="35"/>
                      <a:pt x="251" y="35"/>
                    </a:cubicBezTo>
                    <a:cubicBezTo>
                      <a:pt x="299" y="35"/>
                      <a:pt x="299" y="35"/>
                      <a:pt x="299" y="35"/>
                    </a:cubicBezTo>
                    <a:cubicBezTo>
                      <a:pt x="296" y="45"/>
                      <a:pt x="296" y="45"/>
                      <a:pt x="296" y="45"/>
                    </a:cubicBezTo>
                    <a:cubicBezTo>
                      <a:pt x="248" y="45"/>
                      <a:pt x="248" y="45"/>
                      <a:pt x="248" y="45"/>
                    </a:cubicBezTo>
                    <a:moveTo>
                      <a:pt x="304" y="45"/>
                    </a:moveTo>
                    <a:cubicBezTo>
                      <a:pt x="307" y="35"/>
                      <a:pt x="307" y="35"/>
                      <a:pt x="307" y="35"/>
                    </a:cubicBezTo>
                    <a:cubicBezTo>
                      <a:pt x="375" y="35"/>
                      <a:pt x="375" y="35"/>
                      <a:pt x="375" y="35"/>
                    </a:cubicBezTo>
                    <a:cubicBezTo>
                      <a:pt x="372" y="45"/>
                      <a:pt x="372" y="45"/>
                      <a:pt x="372" y="45"/>
                    </a:cubicBezTo>
                    <a:cubicBezTo>
                      <a:pt x="304" y="45"/>
                      <a:pt x="304" y="45"/>
                      <a:pt x="304" y="45"/>
                    </a:cubicBezTo>
                    <a:moveTo>
                      <a:pt x="378" y="45"/>
                    </a:moveTo>
                    <a:cubicBezTo>
                      <a:pt x="381" y="35"/>
                      <a:pt x="381" y="35"/>
                      <a:pt x="381" y="35"/>
                    </a:cubicBezTo>
                    <a:cubicBezTo>
                      <a:pt x="397" y="35"/>
                      <a:pt x="397" y="35"/>
                      <a:pt x="397" y="35"/>
                    </a:cubicBezTo>
                    <a:cubicBezTo>
                      <a:pt x="394" y="45"/>
                      <a:pt x="394" y="45"/>
                      <a:pt x="394" y="45"/>
                    </a:cubicBezTo>
                    <a:cubicBezTo>
                      <a:pt x="378" y="45"/>
                      <a:pt x="378" y="45"/>
                      <a:pt x="378" y="45"/>
                    </a:cubicBezTo>
                    <a:moveTo>
                      <a:pt x="442" y="0"/>
                    </a:moveTo>
                    <a:cubicBezTo>
                      <a:pt x="242" y="0"/>
                      <a:pt x="242" y="0"/>
                      <a:pt x="242" y="0"/>
                    </a:cubicBezTo>
                    <a:cubicBezTo>
                      <a:pt x="221" y="35"/>
                      <a:pt x="221" y="35"/>
                      <a:pt x="221" y="35"/>
                    </a:cubicBezTo>
                    <a:cubicBezTo>
                      <a:pt x="244" y="35"/>
                      <a:pt x="244" y="35"/>
                      <a:pt x="244" y="35"/>
                    </a:cubicBezTo>
                    <a:cubicBezTo>
                      <a:pt x="241" y="45"/>
                      <a:pt x="241" y="45"/>
                      <a:pt x="241" y="45"/>
                    </a:cubicBezTo>
                    <a:cubicBezTo>
                      <a:pt x="215" y="45"/>
                      <a:pt x="215" y="45"/>
                      <a:pt x="215" y="45"/>
                    </a:cubicBezTo>
                    <a:cubicBezTo>
                      <a:pt x="196" y="78"/>
                      <a:pt x="196" y="78"/>
                      <a:pt x="196" y="78"/>
                    </a:cubicBezTo>
                    <a:cubicBezTo>
                      <a:pt x="240" y="78"/>
                      <a:pt x="240" y="78"/>
                      <a:pt x="240" y="78"/>
                    </a:cubicBezTo>
                    <a:cubicBezTo>
                      <a:pt x="237" y="89"/>
                      <a:pt x="237" y="89"/>
                      <a:pt x="237" y="89"/>
                    </a:cubicBezTo>
                    <a:cubicBezTo>
                      <a:pt x="190" y="89"/>
                      <a:pt x="190" y="89"/>
                      <a:pt x="190" y="89"/>
                    </a:cubicBezTo>
                    <a:cubicBezTo>
                      <a:pt x="170" y="122"/>
                      <a:pt x="170" y="122"/>
                      <a:pt x="170" y="122"/>
                    </a:cubicBezTo>
                    <a:cubicBezTo>
                      <a:pt x="215" y="122"/>
                      <a:pt x="215" y="122"/>
                      <a:pt x="215" y="122"/>
                    </a:cubicBezTo>
                    <a:cubicBezTo>
                      <a:pt x="212" y="132"/>
                      <a:pt x="212" y="132"/>
                      <a:pt x="212" y="132"/>
                    </a:cubicBezTo>
                    <a:cubicBezTo>
                      <a:pt x="164" y="132"/>
                      <a:pt x="164" y="132"/>
                      <a:pt x="164" y="132"/>
                    </a:cubicBezTo>
                    <a:cubicBezTo>
                      <a:pt x="144" y="165"/>
                      <a:pt x="144" y="165"/>
                      <a:pt x="144" y="165"/>
                    </a:cubicBezTo>
                    <a:cubicBezTo>
                      <a:pt x="152" y="165"/>
                      <a:pt x="152" y="165"/>
                      <a:pt x="152" y="165"/>
                    </a:cubicBezTo>
                    <a:cubicBezTo>
                      <a:pt x="149" y="175"/>
                      <a:pt x="149" y="175"/>
                      <a:pt x="149" y="175"/>
                    </a:cubicBezTo>
                    <a:cubicBezTo>
                      <a:pt x="138" y="175"/>
                      <a:pt x="138" y="175"/>
                      <a:pt x="138" y="175"/>
                    </a:cubicBezTo>
                    <a:cubicBezTo>
                      <a:pt x="93" y="252"/>
                      <a:pt x="93" y="252"/>
                      <a:pt x="93" y="252"/>
                    </a:cubicBezTo>
                    <a:cubicBezTo>
                      <a:pt x="185" y="252"/>
                      <a:pt x="185" y="252"/>
                      <a:pt x="185" y="252"/>
                    </a:cubicBezTo>
                    <a:cubicBezTo>
                      <a:pt x="182" y="262"/>
                      <a:pt x="182" y="262"/>
                      <a:pt x="182" y="262"/>
                    </a:cubicBezTo>
                    <a:cubicBezTo>
                      <a:pt x="89" y="262"/>
                      <a:pt x="89" y="262"/>
                      <a:pt x="89" y="262"/>
                    </a:cubicBezTo>
                    <a:cubicBezTo>
                      <a:pt x="91" y="255"/>
                      <a:pt x="91" y="255"/>
                      <a:pt x="91" y="255"/>
                    </a:cubicBezTo>
                    <a:cubicBezTo>
                      <a:pt x="68" y="295"/>
                      <a:pt x="68" y="295"/>
                      <a:pt x="68" y="295"/>
                    </a:cubicBezTo>
                    <a:cubicBezTo>
                      <a:pt x="162" y="295"/>
                      <a:pt x="162" y="295"/>
                      <a:pt x="162" y="295"/>
                    </a:cubicBezTo>
                    <a:cubicBezTo>
                      <a:pt x="159" y="305"/>
                      <a:pt x="159" y="305"/>
                      <a:pt x="159" y="305"/>
                    </a:cubicBezTo>
                    <a:cubicBezTo>
                      <a:pt x="62" y="305"/>
                      <a:pt x="62" y="305"/>
                      <a:pt x="62" y="305"/>
                    </a:cubicBezTo>
                    <a:cubicBezTo>
                      <a:pt x="42" y="338"/>
                      <a:pt x="42" y="338"/>
                      <a:pt x="42" y="338"/>
                    </a:cubicBezTo>
                    <a:cubicBezTo>
                      <a:pt x="58" y="338"/>
                      <a:pt x="58" y="338"/>
                      <a:pt x="58" y="338"/>
                    </a:cubicBezTo>
                    <a:cubicBezTo>
                      <a:pt x="55" y="348"/>
                      <a:pt x="55" y="348"/>
                      <a:pt x="55" y="348"/>
                    </a:cubicBezTo>
                    <a:cubicBezTo>
                      <a:pt x="36" y="348"/>
                      <a:pt x="36" y="348"/>
                      <a:pt x="36" y="348"/>
                    </a:cubicBezTo>
                    <a:cubicBezTo>
                      <a:pt x="0" y="409"/>
                      <a:pt x="0" y="409"/>
                      <a:pt x="0" y="409"/>
                    </a:cubicBezTo>
                    <a:cubicBezTo>
                      <a:pt x="49" y="409"/>
                      <a:pt x="49" y="409"/>
                      <a:pt x="49" y="409"/>
                    </a:cubicBezTo>
                    <a:cubicBezTo>
                      <a:pt x="52" y="408"/>
                      <a:pt x="55" y="407"/>
                      <a:pt x="57" y="407"/>
                    </a:cubicBezTo>
                    <a:cubicBezTo>
                      <a:pt x="201" y="407"/>
                      <a:pt x="201" y="407"/>
                      <a:pt x="201" y="407"/>
                    </a:cubicBezTo>
                    <a:cubicBezTo>
                      <a:pt x="236" y="348"/>
                      <a:pt x="236" y="348"/>
                      <a:pt x="236" y="348"/>
                    </a:cubicBezTo>
                    <a:cubicBezTo>
                      <a:pt x="192" y="348"/>
                      <a:pt x="192" y="348"/>
                      <a:pt x="192" y="348"/>
                    </a:cubicBezTo>
                    <a:cubicBezTo>
                      <a:pt x="195" y="338"/>
                      <a:pt x="195" y="338"/>
                      <a:pt x="195" y="338"/>
                    </a:cubicBezTo>
                    <a:cubicBezTo>
                      <a:pt x="242" y="338"/>
                      <a:pt x="242" y="338"/>
                      <a:pt x="242" y="338"/>
                    </a:cubicBezTo>
                    <a:cubicBezTo>
                      <a:pt x="261" y="305"/>
                      <a:pt x="261" y="305"/>
                      <a:pt x="261" y="305"/>
                    </a:cubicBezTo>
                    <a:cubicBezTo>
                      <a:pt x="221" y="305"/>
                      <a:pt x="221" y="305"/>
                      <a:pt x="221" y="305"/>
                    </a:cubicBezTo>
                    <a:cubicBezTo>
                      <a:pt x="225" y="295"/>
                      <a:pt x="225" y="295"/>
                      <a:pt x="225" y="295"/>
                    </a:cubicBezTo>
                    <a:cubicBezTo>
                      <a:pt x="267" y="295"/>
                      <a:pt x="267" y="295"/>
                      <a:pt x="267" y="295"/>
                    </a:cubicBezTo>
                    <a:cubicBezTo>
                      <a:pt x="290" y="256"/>
                      <a:pt x="290" y="256"/>
                      <a:pt x="290" y="256"/>
                    </a:cubicBezTo>
                    <a:cubicBezTo>
                      <a:pt x="292" y="252"/>
                      <a:pt x="292" y="252"/>
                      <a:pt x="292" y="252"/>
                    </a:cubicBezTo>
                    <a:cubicBezTo>
                      <a:pt x="293" y="252"/>
                      <a:pt x="293" y="252"/>
                      <a:pt x="293" y="252"/>
                    </a:cubicBezTo>
                    <a:cubicBezTo>
                      <a:pt x="338" y="175"/>
                      <a:pt x="338" y="175"/>
                      <a:pt x="338" y="175"/>
                    </a:cubicBezTo>
                    <a:cubicBezTo>
                      <a:pt x="324" y="175"/>
                      <a:pt x="324" y="175"/>
                      <a:pt x="324" y="175"/>
                    </a:cubicBezTo>
                    <a:cubicBezTo>
                      <a:pt x="327" y="165"/>
                      <a:pt x="327" y="165"/>
                      <a:pt x="327" y="165"/>
                    </a:cubicBezTo>
                    <a:cubicBezTo>
                      <a:pt x="344" y="165"/>
                      <a:pt x="344" y="165"/>
                      <a:pt x="344" y="165"/>
                    </a:cubicBezTo>
                    <a:cubicBezTo>
                      <a:pt x="364" y="132"/>
                      <a:pt x="364" y="132"/>
                      <a:pt x="364" y="132"/>
                    </a:cubicBezTo>
                    <a:cubicBezTo>
                      <a:pt x="335" y="132"/>
                      <a:pt x="335" y="132"/>
                      <a:pt x="335" y="132"/>
                    </a:cubicBezTo>
                    <a:cubicBezTo>
                      <a:pt x="338" y="122"/>
                      <a:pt x="338" y="122"/>
                      <a:pt x="338" y="122"/>
                    </a:cubicBezTo>
                    <a:cubicBezTo>
                      <a:pt x="370" y="122"/>
                      <a:pt x="370" y="122"/>
                      <a:pt x="370" y="122"/>
                    </a:cubicBezTo>
                    <a:cubicBezTo>
                      <a:pt x="389" y="89"/>
                      <a:pt x="389" y="89"/>
                      <a:pt x="389" y="89"/>
                    </a:cubicBezTo>
                    <a:cubicBezTo>
                      <a:pt x="343" y="89"/>
                      <a:pt x="343" y="89"/>
                      <a:pt x="343" y="89"/>
                    </a:cubicBezTo>
                    <a:cubicBezTo>
                      <a:pt x="347" y="78"/>
                      <a:pt x="347" y="78"/>
                      <a:pt x="347" y="78"/>
                    </a:cubicBezTo>
                    <a:cubicBezTo>
                      <a:pt x="395" y="78"/>
                      <a:pt x="395" y="78"/>
                      <a:pt x="395" y="78"/>
                    </a:cubicBezTo>
                    <a:cubicBezTo>
                      <a:pt x="415" y="45"/>
                      <a:pt x="415" y="45"/>
                      <a:pt x="415" y="45"/>
                    </a:cubicBezTo>
                    <a:cubicBezTo>
                      <a:pt x="402" y="45"/>
                      <a:pt x="402" y="45"/>
                      <a:pt x="402" y="45"/>
                    </a:cubicBezTo>
                    <a:cubicBezTo>
                      <a:pt x="405" y="35"/>
                      <a:pt x="405" y="35"/>
                      <a:pt x="405" y="35"/>
                    </a:cubicBezTo>
                    <a:cubicBezTo>
                      <a:pt x="421" y="35"/>
                      <a:pt x="421" y="35"/>
                      <a:pt x="421" y="35"/>
                    </a:cubicBezTo>
                    <a:cubicBezTo>
                      <a:pt x="442" y="0"/>
                      <a:pt x="442" y="0"/>
                      <a:pt x="442" y="0"/>
                    </a:cubicBezTo>
                  </a:path>
                </a:pathLst>
              </a:custGeom>
              <a:solidFill>
                <a:srgbClr val="4C90F3"/>
              </a:solidFill>
              <a:ln>
                <a:noFill/>
              </a:ln>
              <a:extLst>
                <a:ext uri="{91240B29-F687-4F45-9708-019B960494DF}">
                  <a14:hiddenLine xmlns:a14="http://schemas.microsoft.com/office/drawing/2010/main" w="9525">
                    <a:solidFill>
                      <a:srgbClr val="000000"/>
                    </a:solidFill>
                    <a:round/>
                    <a:headEnd/>
                    <a:tailEnd/>
                  </a14:hiddenLine>
                </a:ext>
              </a:extLst>
            </p:spPr>
            <p:txBody>
              <a:bodyPr anchor="ctr"/>
              <a:lstStyle/>
              <a:p>
                <a:pPr algn="ctr"/>
                <a:endParaRPr/>
              </a:p>
            </p:txBody>
          </p:sp>
          <p:sp>
            <p:nvSpPr>
              <p:cNvPr id="490" name="iśļíďe">
                <a:extLst>
                  <a:ext uri="{FF2B5EF4-FFF2-40B4-BE49-F238E27FC236}">
                    <a16:creationId xmlns:a16="http://schemas.microsoft.com/office/drawing/2014/main" id="{F2B7E761-09B2-4D7A-906F-4EC0BA6EB9A0}"/>
                  </a:ext>
                </a:extLst>
              </p:cNvPr>
              <p:cNvSpPr/>
              <p:nvPr/>
            </p:nvSpPr>
            <p:spPr bwMode="auto">
              <a:xfrm>
                <a:off x="3763" y="1914"/>
                <a:ext cx="37" cy="13"/>
              </a:xfrm>
              <a:custGeom>
                <a:avLst/>
                <a:gdLst>
                  <a:gd name="T0" fmla="*/ 37 w 37"/>
                  <a:gd name="T1" fmla="*/ 0 h 13"/>
                  <a:gd name="T2" fmla="*/ 8 w 37"/>
                  <a:gd name="T3" fmla="*/ 0 h 13"/>
                  <a:gd name="T4" fmla="*/ 0 w 37"/>
                  <a:gd name="T5" fmla="*/ 13 h 13"/>
                  <a:gd name="T6" fmla="*/ 33 w 37"/>
                  <a:gd name="T7" fmla="*/ 13 h 13"/>
                  <a:gd name="T8" fmla="*/ 37 w 37"/>
                  <a:gd name="T9" fmla="*/ 0 h 13"/>
                </a:gdLst>
                <a:ahLst/>
                <a:cxnLst>
                  <a:cxn ang="0">
                    <a:pos x="T0" y="T1"/>
                  </a:cxn>
                  <a:cxn ang="0">
                    <a:pos x="T2" y="T3"/>
                  </a:cxn>
                  <a:cxn ang="0">
                    <a:pos x="T4" y="T5"/>
                  </a:cxn>
                  <a:cxn ang="0">
                    <a:pos x="T6" y="T7"/>
                  </a:cxn>
                  <a:cxn ang="0">
                    <a:pos x="T8" y="T9"/>
                  </a:cxn>
                </a:cxnLst>
                <a:rect l="0" t="0" r="r" b="b"/>
                <a:pathLst>
                  <a:path w="37" h="13">
                    <a:moveTo>
                      <a:pt x="37" y="0"/>
                    </a:moveTo>
                    <a:lnTo>
                      <a:pt x="8" y="0"/>
                    </a:lnTo>
                    <a:lnTo>
                      <a:pt x="0" y="13"/>
                    </a:lnTo>
                    <a:lnTo>
                      <a:pt x="33" y="13"/>
                    </a:lnTo>
                    <a:lnTo>
                      <a:pt x="37" y="0"/>
                    </a:lnTo>
                    <a:close/>
                  </a:path>
                </a:pathLst>
              </a:custGeom>
              <a:solidFill>
                <a:srgbClr val="F8FAFE"/>
              </a:solidFill>
              <a:ln>
                <a:noFill/>
              </a:ln>
              <a:extLst>
                <a:ext uri="{91240B29-F687-4F45-9708-019B960494DF}">
                  <a14:hiddenLine xmlns:a14="http://schemas.microsoft.com/office/drawing/2010/main" w="9525">
                    <a:solidFill>
                      <a:srgbClr val="000000"/>
                    </a:solidFill>
                    <a:round/>
                    <a:headEnd/>
                    <a:tailEnd/>
                  </a14:hiddenLine>
                </a:ext>
              </a:extLst>
            </p:spPr>
            <p:txBody>
              <a:bodyPr anchor="ctr"/>
              <a:lstStyle/>
              <a:p>
                <a:pPr algn="ctr"/>
                <a:endParaRPr/>
              </a:p>
            </p:txBody>
          </p:sp>
          <p:sp>
            <p:nvSpPr>
              <p:cNvPr id="491" name="ïŝḻïḍé">
                <a:extLst>
                  <a:ext uri="{FF2B5EF4-FFF2-40B4-BE49-F238E27FC236}">
                    <a16:creationId xmlns:a16="http://schemas.microsoft.com/office/drawing/2014/main" id="{470A620D-8EEE-4AD4-833B-E9F10B6B6A3B}"/>
                  </a:ext>
                </a:extLst>
              </p:cNvPr>
              <p:cNvSpPr/>
              <p:nvPr/>
            </p:nvSpPr>
            <p:spPr bwMode="auto">
              <a:xfrm>
                <a:off x="3763" y="1914"/>
                <a:ext cx="37" cy="13"/>
              </a:xfrm>
              <a:custGeom>
                <a:avLst/>
                <a:gdLst>
                  <a:gd name="T0" fmla="*/ 37 w 37"/>
                  <a:gd name="T1" fmla="*/ 0 h 13"/>
                  <a:gd name="T2" fmla="*/ 8 w 37"/>
                  <a:gd name="T3" fmla="*/ 0 h 13"/>
                  <a:gd name="T4" fmla="*/ 0 w 37"/>
                  <a:gd name="T5" fmla="*/ 13 h 13"/>
                  <a:gd name="T6" fmla="*/ 33 w 37"/>
                  <a:gd name="T7" fmla="*/ 13 h 13"/>
                  <a:gd name="T8" fmla="*/ 37 w 37"/>
                  <a:gd name="T9" fmla="*/ 0 h 13"/>
                </a:gdLst>
                <a:ahLst/>
                <a:cxnLst>
                  <a:cxn ang="0">
                    <a:pos x="T0" y="T1"/>
                  </a:cxn>
                  <a:cxn ang="0">
                    <a:pos x="T2" y="T3"/>
                  </a:cxn>
                  <a:cxn ang="0">
                    <a:pos x="T4" y="T5"/>
                  </a:cxn>
                  <a:cxn ang="0">
                    <a:pos x="T6" y="T7"/>
                  </a:cxn>
                  <a:cxn ang="0">
                    <a:pos x="T8" y="T9"/>
                  </a:cxn>
                </a:cxnLst>
                <a:rect l="0" t="0" r="r" b="b"/>
                <a:pathLst>
                  <a:path w="37" h="13">
                    <a:moveTo>
                      <a:pt x="37" y="0"/>
                    </a:moveTo>
                    <a:lnTo>
                      <a:pt x="8" y="0"/>
                    </a:lnTo>
                    <a:lnTo>
                      <a:pt x="0" y="13"/>
                    </a:lnTo>
                    <a:lnTo>
                      <a:pt x="33" y="13"/>
                    </a:lnTo>
                    <a:lnTo>
                      <a:pt x="37"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anchor="ctr"/>
              <a:lstStyle/>
              <a:p>
                <a:pPr algn="ctr"/>
                <a:endParaRPr/>
              </a:p>
            </p:txBody>
          </p:sp>
          <p:sp>
            <p:nvSpPr>
              <p:cNvPr id="492" name="ïṣlïḓè">
                <a:extLst>
                  <a:ext uri="{FF2B5EF4-FFF2-40B4-BE49-F238E27FC236}">
                    <a16:creationId xmlns:a16="http://schemas.microsoft.com/office/drawing/2014/main" id="{64D4D85D-AF8A-4241-A39C-D05C6D505220}"/>
                  </a:ext>
                </a:extLst>
              </p:cNvPr>
              <p:cNvSpPr/>
              <p:nvPr/>
            </p:nvSpPr>
            <p:spPr bwMode="auto">
              <a:xfrm>
                <a:off x="3876" y="1914"/>
                <a:ext cx="91" cy="13"/>
              </a:xfrm>
              <a:custGeom>
                <a:avLst/>
                <a:gdLst>
                  <a:gd name="T0" fmla="*/ 91 w 91"/>
                  <a:gd name="T1" fmla="*/ 0 h 13"/>
                  <a:gd name="T2" fmla="*/ 4 w 91"/>
                  <a:gd name="T3" fmla="*/ 0 h 13"/>
                  <a:gd name="T4" fmla="*/ 0 w 91"/>
                  <a:gd name="T5" fmla="*/ 13 h 13"/>
                  <a:gd name="T6" fmla="*/ 87 w 91"/>
                  <a:gd name="T7" fmla="*/ 13 h 13"/>
                  <a:gd name="T8" fmla="*/ 91 w 91"/>
                  <a:gd name="T9" fmla="*/ 0 h 13"/>
                </a:gdLst>
                <a:ahLst/>
                <a:cxnLst>
                  <a:cxn ang="0">
                    <a:pos x="T0" y="T1"/>
                  </a:cxn>
                  <a:cxn ang="0">
                    <a:pos x="T2" y="T3"/>
                  </a:cxn>
                  <a:cxn ang="0">
                    <a:pos x="T4" y="T5"/>
                  </a:cxn>
                  <a:cxn ang="0">
                    <a:pos x="T6" y="T7"/>
                  </a:cxn>
                  <a:cxn ang="0">
                    <a:pos x="T8" y="T9"/>
                  </a:cxn>
                </a:cxnLst>
                <a:rect l="0" t="0" r="r" b="b"/>
                <a:pathLst>
                  <a:path w="91" h="13">
                    <a:moveTo>
                      <a:pt x="91" y="0"/>
                    </a:moveTo>
                    <a:lnTo>
                      <a:pt x="4" y="0"/>
                    </a:lnTo>
                    <a:lnTo>
                      <a:pt x="0" y="13"/>
                    </a:lnTo>
                    <a:lnTo>
                      <a:pt x="87" y="13"/>
                    </a:lnTo>
                    <a:lnTo>
                      <a:pt x="91" y="0"/>
                    </a:lnTo>
                    <a:close/>
                  </a:path>
                </a:pathLst>
              </a:custGeom>
              <a:solidFill>
                <a:srgbClr val="F35F6D"/>
              </a:solidFill>
              <a:ln>
                <a:noFill/>
              </a:ln>
              <a:extLst>
                <a:ext uri="{91240B29-F687-4F45-9708-019B960494DF}">
                  <a14:hiddenLine xmlns:a14="http://schemas.microsoft.com/office/drawing/2010/main" w="9525">
                    <a:solidFill>
                      <a:srgbClr val="000000"/>
                    </a:solidFill>
                    <a:round/>
                    <a:headEnd/>
                    <a:tailEnd/>
                  </a14:hiddenLine>
                </a:ext>
              </a:extLst>
            </p:spPr>
            <p:txBody>
              <a:bodyPr anchor="ctr"/>
              <a:lstStyle/>
              <a:p>
                <a:pPr algn="ctr"/>
                <a:endParaRPr/>
              </a:p>
            </p:txBody>
          </p:sp>
          <p:sp>
            <p:nvSpPr>
              <p:cNvPr id="493" name="iśľîḋê">
                <a:extLst>
                  <a:ext uri="{FF2B5EF4-FFF2-40B4-BE49-F238E27FC236}">
                    <a16:creationId xmlns:a16="http://schemas.microsoft.com/office/drawing/2014/main" id="{4CE32B5F-9F0C-413F-9DED-D7722DC9FF3F}"/>
                  </a:ext>
                </a:extLst>
              </p:cNvPr>
              <p:cNvSpPr/>
              <p:nvPr/>
            </p:nvSpPr>
            <p:spPr bwMode="auto">
              <a:xfrm>
                <a:off x="3876" y="1914"/>
                <a:ext cx="91" cy="13"/>
              </a:xfrm>
              <a:custGeom>
                <a:avLst/>
                <a:gdLst>
                  <a:gd name="T0" fmla="*/ 91 w 91"/>
                  <a:gd name="T1" fmla="*/ 0 h 13"/>
                  <a:gd name="T2" fmla="*/ 4 w 91"/>
                  <a:gd name="T3" fmla="*/ 0 h 13"/>
                  <a:gd name="T4" fmla="*/ 0 w 91"/>
                  <a:gd name="T5" fmla="*/ 13 h 13"/>
                  <a:gd name="T6" fmla="*/ 87 w 91"/>
                  <a:gd name="T7" fmla="*/ 13 h 13"/>
                  <a:gd name="T8" fmla="*/ 91 w 91"/>
                  <a:gd name="T9" fmla="*/ 0 h 13"/>
                </a:gdLst>
                <a:ahLst/>
                <a:cxnLst>
                  <a:cxn ang="0">
                    <a:pos x="T0" y="T1"/>
                  </a:cxn>
                  <a:cxn ang="0">
                    <a:pos x="T2" y="T3"/>
                  </a:cxn>
                  <a:cxn ang="0">
                    <a:pos x="T4" y="T5"/>
                  </a:cxn>
                  <a:cxn ang="0">
                    <a:pos x="T6" y="T7"/>
                  </a:cxn>
                  <a:cxn ang="0">
                    <a:pos x="T8" y="T9"/>
                  </a:cxn>
                </a:cxnLst>
                <a:rect l="0" t="0" r="r" b="b"/>
                <a:pathLst>
                  <a:path w="91" h="13">
                    <a:moveTo>
                      <a:pt x="91" y="0"/>
                    </a:moveTo>
                    <a:lnTo>
                      <a:pt x="4" y="0"/>
                    </a:lnTo>
                    <a:lnTo>
                      <a:pt x="0" y="13"/>
                    </a:lnTo>
                    <a:lnTo>
                      <a:pt x="87" y="13"/>
                    </a:lnTo>
                    <a:lnTo>
                      <a:pt x="91"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anchor="ctr"/>
              <a:lstStyle/>
              <a:p>
                <a:pPr algn="ctr"/>
                <a:endParaRPr/>
              </a:p>
            </p:txBody>
          </p:sp>
          <p:sp>
            <p:nvSpPr>
              <p:cNvPr id="494" name="ïs1îḋe">
                <a:extLst>
                  <a:ext uri="{FF2B5EF4-FFF2-40B4-BE49-F238E27FC236}">
                    <a16:creationId xmlns:a16="http://schemas.microsoft.com/office/drawing/2014/main" id="{DB0A99E4-BA8D-4BF6-8832-5A01EA963F2B}"/>
                  </a:ext>
                </a:extLst>
              </p:cNvPr>
              <p:cNvSpPr/>
              <p:nvPr/>
            </p:nvSpPr>
            <p:spPr bwMode="auto">
              <a:xfrm>
                <a:off x="4001" y="1914"/>
                <a:ext cx="25" cy="13"/>
              </a:xfrm>
              <a:custGeom>
                <a:avLst/>
                <a:gdLst>
                  <a:gd name="T0" fmla="*/ 25 w 25"/>
                  <a:gd name="T1" fmla="*/ 0 h 13"/>
                  <a:gd name="T2" fmla="*/ 4 w 25"/>
                  <a:gd name="T3" fmla="*/ 0 h 13"/>
                  <a:gd name="T4" fmla="*/ 0 w 25"/>
                  <a:gd name="T5" fmla="*/ 13 h 13"/>
                  <a:gd name="T6" fmla="*/ 17 w 25"/>
                  <a:gd name="T7" fmla="*/ 13 h 13"/>
                  <a:gd name="T8" fmla="*/ 25 w 25"/>
                  <a:gd name="T9" fmla="*/ 0 h 13"/>
                </a:gdLst>
                <a:ahLst/>
                <a:cxnLst>
                  <a:cxn ang="0">
                    <a:pos x="T0" y="T1"/>
                  </a:cxn>
                  <a:cxn ang="0">
                    <a:pos x="T2" y="T3"/>
                  </a:cxn>
                  <a:cxn ang="0">
                    <a:pos x="T4" y="T5"/>
                  </a:cxn>
                  <a:cxn ang="0">
                    <a:pos x="T6" y="T7"/>
                  </a:cxn>
                  <a:cxn ang="0">
                    <a:pos x="T8" y="T9"/>
                  </a:cxn>
                </a:cxnLst>
                <a:rect l="0" t="0" r="r" b="b"/>
                <a:pathLst>
                  <a:path w="25" h="13">
                    <a:moveTo>
                      <a:pt x="25" y="0"/>
                    </a:moveTo>
                    <a:lnTo>
                      <a:pt x="4" y="0"/>
                    </a:lnTo>
                    <a:lnTo>
                      <a:pt x="0" y="13"/>
                    </a:lnTo>
                    <a:lnTo>
                      <a:pt x="17" y="13"/>
                    </a:lnTo>
                    <a:lnTo>
                      <a:pt x="25" y="0"/>
                    </a:lnTo>
                    <a:close/>
                  </a:path>
                </a:pathLst>
              </a:custGeom>
              <a:solidFill>
                <a:srgbClr val="D9DDF6"/>
              </a:solidFill>
              <a:ln>
                <a:noFill/>
              </a:ln>
              <a:extLst>
                <a:ext uri="{91240B29-F687-4F45-9708-019B960494DF}">
                  <a14:hiddenLine xmlns:a14="http://schemas.microsoft.com/office/drawing/2010/main" w="9525">
                    <a:solidFill>
                      <a:srgbClr val="000000"/>
                    </a:solidFill>
                    <a:round/>
                    <a:headEnd/>
                    <a:tailEnd/>
                  </a14:hiddenLine>
                </a:ext>
              </a:extLst>
            </p:spPr>
            <p:txBody>
              <a:bodyPr anchor="ctr"/>
              <a:lstStyle/>
              <a:p>
                <a:pPr algn="ctr"/>
                <a:endParaRPr/>
              </a:p>
            </p:txBody>
          </p:sp>
          <p:sp>
            <p:nvSpPr>
              <p:cNvPr id="495" name="ï$1iḑé">
                <a:extLst>
                  <a:ext uri="{FF2B5EF4-FFF2-40B4-BE49-F238E27FC236}">
                    <a16:creationId xmlns:a16="http://schemas.microsoft.com/office/drawing/2014/main" id="{00708024-C4CD-4B48-A72D-8926FFE80DA3}"/>
                  </a:ext>
                </a:extLst>
              </p:cNvPr>
              <p:cNvSpPr/>
              <p:nvPr/>
            </p:nvSpPr>
            <p:spPr bwMode="auto">
              <a:xfrm>
                <a:off x="4001" y="1914"/>
                <a:ext cx="25" cy="13"/>
              </a:xfrm>
              <a:custGeom>
                <a:avLst/>
                <a:gdLst>
                  <a:gd name="T0" fmla="*/ 25 w 25"/>
                  <a:gd name="T1" fmla="*/ 0 h 13"/>
                  <a:gd name="T2" fmla="*/ 4 w 25"/>
                  <a:gd name="T3" fmla="*/ 0 h 13"/>
                  <a:gd name="T4" fmla="*/ 0 w 25"/>
                  <a:gd name="T5" fmla="*/ 13 h 13"/>
                  <a:gd name="T6" fmla="*/ 17 w 25"/>
                  <a:gd name="T7" fmla="*/ 13 h 13"/>
                  <a:gd name="T8" fmla="*/ 25 w 25"/>
                  <a:gd name="T9" fmla="*/ 0 h 13"/>
                </a:gdLst>
                <a:ahLst/>
                <a:cxnLst>
                  <a:cxn ang="0">
                    <a:pos x="T0" y="T1"/>
                  </a:cxn>
                  <a:cxn ang="0">
                    <a:pos x="T2" y="T3"/>
                  </a:cxn>
                  <a:cxn ang="0">
                    <a:pos x="T4" y="T5"/>
                  </a:cxn>
                  <a:cxn ang="0">
                    <a:pos x="T6" y="T7"/>
                  </a:cxn>
                  <a:cxn ang="0">
                    <a:pos x="T8" y="T9"/>
                  </a:cxn>
                </a:cxnLst>
                <a:rect l="0" t="0" r="r" b="b"/>
                <a:pathLst>
                  <a:path w="25" h="13">
                    <a:moveTo>
                      <a:pt x="25" y="0"/>
                    </a:moveTo>
                    <a:lnTo>
                      <a:pt x="4" y="0"/>
                    </a:lnTo>
                    <a:lnTo>
                      <a:pt x="0" y="13"/>
                    </a:lnTo>
                    <a:lnTo>
                      <a:pt x="17" y="13"/>
                    </a:lnTo>
                    <a:lnTo>
                      <a:pt x="25"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anchor="ctr"/>
              <a:lstStyle/>
              <a:p>
                <a:pPr algn="ctr"/>
                <a:endParaRPr/>
              </a:p>
            </p:txBody>
          </p:sp>
          <p:sp>
            <p:nvSpPr>
              <p:cNvPr id="496" name="isḷîďè">
                <a:extLst>
                  <a:ext uri="{FF2B5EF4-FFF2-40B4-BE49-F238E27FC236}">
                    <a16:creationId xmlns:a16="http://schemas.microsoft.com/office/drawing/2014/main" id="{8E2CA291-D0D1-44E6-B72F-C7B3375EF3FF}"/>
                  </a:ext>
                </a:extLst>
              </p:cNvPr>
              <p:cNvSpPr/>
              <p:nvPr/>
            </p:nvSpPr>
            <p:spPr bwMode="auto">
              <a:xfrm>
                <a:off x="3971" y="1914"/>
                <a:ext cx="24" cy="13"/>
              </a:xfrm>
              <a:custGeom>
                <a:avLst/>
                <a:gdLst>
                  <a:gd name="T0" fmla="*/ 24 w 24"/>
                  <a:gd name="T1" fmla="*/ 0 h 13"/>
                  <a:gd name="T2" fmla="*/ 4 w 24"/>
                  <a:gd name="T3" fmla="*/ 0 h 13"/>
                  <a:gd name="T4" fmla="*/ 0 w 24"/>
                  <a:gd name="T5" fmla="*/ 13 h 13"/>
                  <a:gd name="T6" fmla="*/ 20 w 24"/>
                  <a:gd name="T7" fmla="*/ 13 h 13"/>
                  <a:gd name="T8" fmla="*/ 24 w 24"/>
                  <a:gd name="T9" fmla="*/ 0 h 13"/>
                </a:gdLst>
                <a:ahLst/>
                <a:cxnLst>
                  <a:cxn ang="0">
                    <a:pos x="T0" y="T1"/>
                  </a:cxn>
                  <a:cxn ang="0">
                    <a:pos x="T2" y="T3"/>
                  </a:cxn>
                  <a:cxn ang="0">
                    <a:pos x="T4" y="T5"/>
                  </a:cxn>
                  <a:cxn ang="0">
                    <a:pos x="T6" y="T7"/>
                  </a:cxn>
                  <a:cxn ang="0">
                    <a:pos x="T8" y="T9"/>
                  </a:cxn>
                </a:cxnLst>
                <a:rect l="0" t="0" r="r" b="b"/>
                <a:pathLst>
                  <a:path w="24" h="13">
                    <a:moveTo>
                      <a:pt x="24" y="0"/>
                    </a:moveTo>
                    <a:lnTo>
                      <a:pt x="4" y="0"/>
                    </a:lnTo>
                    <a:lnTo>
                      <a:pt x="0" y="13"/>
                    </a:lnTo>
                    <a:lnTo>
                      <a:pt x="20" y="13"/>
                    </a:lnTo>
                    <a:lnTo>
                      <a:pt x="24" y="0"/>
                    </a:lnTo>
                    <a:close/>
                  </a:path>
                </a:pathLst>
              </a:custGeom>
              <a:solidFill>
                <a:srgbClr val="B6DBFD"/>
              </a:solidFill>
              <a:ln>
                <a:noFill/>
              </a:ln>
              <a:extLst>
                <a:ext uri="{91240B29-F687-4F45-9708-019B960494DF}">
                  <a14:hiddenLine xmlns:a14="http://schemas.microsoft.com/office/drawing/2010/main" w="9525">
                    <a:solidFill>
                      <a:srgbClr val="000000"/>
                    </a:solidFill>
                    <a:round/>
                    <a:headEnd/>
                    <a:tailEnd/>
                  </a14:hiddenLine>
                </a:ext>
              </a:extLst>
            </p:spPr>
            <p:txBody>
              <a:bodyPr anchor="ctr"/>
              <a:lstStyle/>
              <a:p>
                <a:pPr algn="ctr"/>
                <a:endParaRPr/>
              </a:p>
            </p:txBody>
          </p:sp>
          <p:sp>
            <p:nvSpPr>
              <p:cNvPr id="497" name="iṩļïḑe">
                <a:extLst>
                  <a:ext uri="{FF2B5EF4-FFF2-40B4-BE49-F238E27FC236}">
                    <a16:creationId xmlns:a16="http://schemas.microsoft.com/office/drawing/2014/main" id="{437EAF9E-0927-4F88-82AE-9FC231AD0317}"/>
                  </a:ext>
                </a:extLst>
              </p:cNvPr>
              <p:cNvSpPr/>
              <p:nvPr/>
            </p:nvSpPr>
            <p:spPr bwMode="auto">
              <a:xfrm>
                <a:off x="3971" y="1914"/>
                <a:ext cx="24" cy="13"/>
              </a:xfrm>
              <a:custGeom>
                <a:avLst/>
                <a:gdLst>
                  <a:gd name="T0" fmla="*/ 24 w 24"/>
                  <a:gd name="T1" fmla="*/ 0 h 13"/>
                  <a:gd name="T2" fmla="*/ 4 w 24"/>
                  <a:gd name="T3" fmla="*/ 0 h 13"/>
                  <a:gd name="T4" fmla="*/ 0 w 24"/>
                  <a:gd name="T5" fmla="*/ 13 h 13"/>
                  <a:gd name="T6" fmla="*/ 20 w 24"/>
                  <a:gd name="T7" fmla="*/ 13 h 13"/>
                  <a:gd name="T8" fmla="*/ 24 w 24"/>
                  <a:gd name="T9" fmla="*/ 0 h 13"/>
                </a:gdLst>
                <a:ahLst/>
                <a:cxnLst>
                  <a:cxn ang="0">
                    <a:pos x="T0" y="T1"/>
                  </a:cxn>
                  <a:cxn ang="0">
                    <a:pos x="T2" y="T3"/>
                  </a:cxn>
                  <a:cxn ang="0">
                    <a:pos x="T4" y="T5"/>
                  </a:cxn>
                  <a:cxn ang="0">
                    <a:pos x="T6" y="T7"/>
                  </a:cxn>
                  <a:cxn ang="0">
                    <a:pos x="T8" y="T9"/>
                  </a:cxn>
                </a:cxnLst>
                <a:rect l="0" t="0" r="r" b="b"/>
                <a:pathLst>
                  <a:path w="24" h="13">
                    <a:moveTo>
                      <a:pt x="24" y="0"/>
                    </a:moveTo>
                    <a:lnTo>
                      <a:pt x="4" y="0"/>
                    </a:lnTo>
                    <a:lnTo>
                      <a:pt x="0" y="13"/>
                    </a:lnTo>
                    <a:lnTo>
                      <a:pt x="20" y="13"/>
                    </a:lnTo>
                    <a:lnTo>
                      <a:pt x="24"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anchor="ctr"/>
              <a:lstStyle/>
              <a:p>
                <a:pPr algn="ctr"/>
                <a:endParaRPr/>
              </a:p>
            </p:txBody>
          </p:sp>
          <p:sp>
            <p:nvSpPr>
              <p:cNvPr id="498" name="íṣ1iďê">
                <a:extLst>
                  <a:ext uri="{FF2B5EF4-FFF2-40B4-BE49-F238E27FC236}">
                    <a16:creationId xmlns:a16="http://schemas.microsoft.com/office/drawing/2014/main" id="{AFAA7C1D-2A9F-4DC6-BE8A-B3EED22D7563}"/>
                  </a:ext>
                </a:extLst>
              </p:cNvPr>
              <p:cNvSpPr/>
              <p:nvPr/>
            </p:nvSpPr>
            <p:spPr bwMode="auto">
              <a:xfrm>
                <a:off x="3805" y="1914"/>
                <a:ext cx="65" cy="13"/>
              </a:xfrm>
              <a:custGeom>
                <a:avLst/>
                <a:gdLst>
                  <a:gd name="T0" fmla="*/ 65 w 65"/>
                  <a:gd name="T1" fmla="*/ 0 h 13"/>
                  <a:gd name="T2" fmla="*/ 4 w 65"/>
                  <a:gd name="T3" fmla="*/ 0 h 13"/>
                  <a:gd name="T4" fmla="*/ 0 w 65"/>
                  <a:gd name="T5" fmla="*/ 13 h 13"/>
                  <a:gd name="T6" fmla="*/ 61 w 65"/>
                  <a:gd name="T7" fmla="*/ 13 h 13"/>
                  <a:gd name="T8" fmla="*/ 65 w 65"/>
                  <a:gd name="T9" fmla="*/ 0 h 13"/>
                </a:gdLst>
                <a:ahLst/>
                <a:cxnLst>
                  <a:cxn ang="0">
                    <a:pos x="T0" y="T1"/>
                  </a:cxn>
                  <a:cxn ang="0">
                    <a:pos x="T2" y="T3"/>
                  </a:cxn>
                  <a:cxn ang="0">
                    <a:pos x="T4" y="T5"/>
                  </a:cxn>
                  <a:cxn ang="0">
                    <a:pos x="T6" y="T7"/>
                  </a:cxn>
                  <a:cxn ang="0">
                    <a:pos x="T8" y="T9"/>
                  </a:cxn>
                </a:cxnLst>
                <a:rect l="0" t="0" r="r" b="b"/>
                <a:pathLst>
                  <a:path w="65" h="13">
                    <a:moveTo>
                      <a:pt x="65" y="0"/>
                    </a:moveTo>
                    <a:lnTo>
                      <a:pt x="4" y="0"/>
                    </a:lnTo>
                    <a:lnTo>
                      <a:pt x="0" y="13"/>
                    </a:lnTo>
                    <a:lnTo>
                      <a:pt x="61" y="13"/>
                    </a:lnTo>
                    <a:lnTo>
                      <a:pt x="65" y="0"/>
                    </a:lnTo>
                    <a:close/>
                  </a:path>
                </a:pathLst>
              </a:custGeom>
              <a:solidFill>
                <a:srgbClr val="D9DDF6"/>
              </a:solidFill>
              <a:ln>
                <a:noFill/>
              </a:ln>
              <a:extLst>
                <a:ext uri="{91240B29-F687-4F45-9708-019B960494DF}">
                  <a14:hiddenLine xmlns:a14="http://schemas.microsoft.com/office/drawing/2010/main" w="9525">
                    <a:solidFill>
                      <a:srgbClr val="000000"/>
                    </a:solidFill>
                    <a:round/>
                    <a:headEnd/>
                    <a:tailEnd/>
                  </a14:hiddenLine>
                </a:ext>
              </a:extLst>
            </p:spPr>
            <p:txBody>
              <a:bodyPr anchor="ctr"/>
              <a:lstStyle/>
              <a:p>
                <a:pPr algn="ctr"/>
                <a:endParaRPr/>
              </a:p>
            </p:txBody>
          </p:sp>
          <p:sp>
            <p:nvSpPr>
              <p:cNvPr id="499" name="iṩ1îḍê">
                <a:extLst>
                  <a:ext uri="{FF2B5EF4-FFF2-40B4-BE49-F238E27FC236}">
                    <a16:creationId xmlns:a16="http://schemas.microsoft.com/office/drawing/2014/main" id="{28981A51-BF74-4B63-8788-31277D3C1103}"/>
                  </a:ext>
                </a:extLst>
              </p:cNvPr>
              <p:cNvSpPr/>
              <p:nvPr/>
            </p:nvSpPr>
            <p:spPr bwMode="auto">
              <a:xfrm>
                <a:off x="3805" y="1914"/>
                <a:ext cx="65" cy="13"/>
              </a:xfrm>
              <a:custGeom>
                <a:avLst/>
                <a:gdLst>
                  <a:gd name="T0" fmla="*/ 65 w 65"/>
                  <a:gd name="T1" fmla="*/ 0 h 13"/>
                  <a:gd name="T2" fmla="*/ 4 w 65"/>
                  <a:gd name="T3" fmla="*/ 0 h 13"/>
                  <a:gd name="T4" fmla="*/ 0 w 65"/>
                  <a:gd name="T5" fmla="*/ 13 h 13"/>
                  <a:gd name="T6" fmla="*/ 61 w 65"/>
                  <a:gd name="T7" fmla="*/ 13 h 13"/>
                  <a:gd name="T8" fmla="*/ 65 w 65"/>
                  <a:gd name="T9" fmla="*/ 0 h 13"/>
                </a:gdLst>
                <a:ahLst/>
                <a:cxnLst>
                  <a:cxn ang="0">
                    <a:pos x="T0" y="T1"/>
                  </a:cxn>
                  <a:cxn ang="0">
                    <a:pos x="T2" y="T3"/>
                  </a:cxn>
                  <a:cxn ang="0">
                    <a:pos x="T4" y="T5"/>
                  </a:cxn>
                  <a:cxn ang="0">
                    <a:pos x="T6" y="T7"/>
                  </a:cxn>
                  <a:cxn ang="0">
                    <a:pos x="T8" y="T9"/>
                  </a:cxn>
                </a:cxnLst>
                <a:rect l="0" t="0" r="r" b="b"/>
                <a:pathLst>
                  <a:path w="65" h="13">
                    <a:moveTo>
                      <a:pt x="65" y="0"/>
                    </a:moveTo>
                    <a:lnTo>
                      <a:pt x="4" y="0"/>
                    </a:lnTo>
                    <a:lnTo>
                      <a:pt x="0" y="13"/>
                    </a:lnTo>
                    <a:lnTo>
                      <a:pt x="61" y="13"/>
                    </a:lnTo>
                    <a:lnTo>
                      <a:pt x="65"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anchor="ctr"/>
              <a:lstStyle/>
              <a:p>
                <a:pPr algn="ctr"/>
                <a:endParaRPr/>
              </a:p>
            </p:txBody>
          </p:sp>
          <p:sp>
            <p:nvSpPr>
              <p:cNvPr id="500" name="i$ļïďe">
                <a:extLst>
                  <a:ext uri="{FF2B5EF4-FFF2-40B4-BE49-F238E27FC236}">
                    <a16:creationId xmlns:a16="http://schemas.microsoft.com/office/drawing/2014/main" id="{18F5E7B8-85DB-4DE5-B964-B912ACD3F4BC}"/>
                  </a:ext>
                </a:extLst>
              </p:cNvPr>
              <p:cNvSpPr/>
              <p:nvPr/>
            </p:nvSpPr>
            <p:spPr bwMode="auto">
              <a:xfrm>
                <a:off x="3568" y="2245"/>
                <a:ext cx="128" cy="13"/>
              </a:xfrm>
              <a:custGeom>
                <a:avLst/>
                <a:gdLst>
                  <a:gd name="T0" fmla="*/ 128 w 128"/>
                  <a:gd name="T1" fmla="*/ 0 h 13"/>
                  <a:gd name="T2" fmla="*/ 8 w 128"/>
                  <a:gd name="T3" fmla="*/ 0 h 13"/>
                  <a:gd name="T4" fmla="*/ 0 w 128"/>
                  <a:gd name="T5" fmla="*/ 13 h 13"/>
                  <a:gd name="T6" fmla="*/ 124 w 128"/>
                  <a:gd name="T7" fmla="*/ 13 h 13"/>
                  <a:gd name="T8" fmla="*/ 128 w 128"/>
                  <a:gd name="T9" fmla="*/ 0 h 13"/>
                </a:gdLst>
                <a:ahLst/>
                <a:cxnLst>
                  <a:cxn ang="0">
                    <a:pos x="T0" y="T1"/>
                  </a:cxn>
                  <a:cxn ang="0">
                    <a:pos x="T2" y="T3"/>
                  </a:cxn>
                  <a:cxn ang="0">
                    <a:pos x="T4" y="T5"/>
                  </a:cxn>
                  <a:cxn ang="0">
                    <a:pos x="T6" y="T7"/>
                  </a:cxn>
                  <a:cxn ang="0">
                    <a:pos x="T8" y="T9"/>
                  </a:cxn>
                </a:cxnLst>
                <a:rect l="0" t="0" r="r" b="b"/>
                <a:pathLst>
                  <a:path w="128" h="13">
                    <a:moveTo>
                      <a:pt x="128" y="0"/>
                    </a:moveTo>
                    <a:lnTo>
                      <a:pt x="8" y="0"/>
                    </a:lnTo>
                    <a:lnTo>
                      <a:pt x="0" y="13"/>
                    </a:lnTo>
                    <a:lnTo>
                      <a:pt x="124" y="13"/>
                    </a:lnTo>
                    <a:lnTo>
                      <a:pt x="128" y="0"/>
                    </a:lnTo>
                    <a:close/>
                  </a:path>
                </a:pathLst>
              </a:custGeom>
              <a:solidFill>
                <a:srgbClr val="B6DBFD"/>
              </a:solidFill>
              <a:ln>
                <a:noFill/>
              </a:ln>
              <a:extLst>
                <a:ext uri="{91240B29-F687-4F45-9708-019B960494DF}">
                  <a14:hiddenLine xmlns:a14="http://schemas.microsoft.com/office/drawing/2010/main" w="9525">
                    <a:solidFill>
                      <a:srgbClr val="000000"/>
                    </a:solidFill>
                    <a:round/>
                    <a:headEnd/>
                    <a:tailEnd/>
                  </a14:hiddenLine>
                </a:ext>
              </a:extLst>
            </p:spPr>
            <p:txBody>
              <a:bodyPr anchor="ctr"/>
              <a:lstStyle/>
              <a:p>
                <a:pPr algn="ctr"/>
                <a:endParaRPr/>
              </a:p>
            </p:txBody>
          </p:sp>
          <p:sp>
            <p:nvSpPr>
              <p:cNvPr id="501" name="íṣ1îďé">
                <a:extLst>
                  <a:ext uri="{FF2B5EF4-FFF2-40B4-BE49-F238E27FC236}">
                    <a16:creationId xmlns:a16="http://schemas.microsoft.com/office/drawing/2014/main" id="{D828A09A-B96A-4E40-8416-320976B4B7B7}"/>
                  </a:ext>
                </a:extLst>
              </p:cNvPr>
              <p:cNvSpPr/>
              <p:nvPr/>
            </p:nvSpPr>
            <p:spPr bwMode="auto">
              <a:xfrm>
                <a:off x="3568" y="2245"/>
                <a:ext cx="128" cy="13"/>
              </a:xfrm>
              <a:custGeom>
                <a:avLst/>
                <a:gdLst>
                  <a:gd name="T0" fmla="*/ 128 w 128"/>
                  <a:gd name="T1" fmla="*/ 0 h 13"/>
                  <a:gd name="T2" fmla="*/ 8 w 128"/>
                  <a:gd name="T3" fmla="*/ 0 h 13"/>
                  <a:gd name="T4" fmla="*/ 0 w 128"/>
                  <a:gd name="T5" fmla="*/ 13 h 13"/>
                  <a:gd name="T6" fmla="*/ 124 w 128"/>
                  <a:gd name="T7" fmla="*/ 13 h 13"/>
                  <a:gd name="T8" fmla="*/ 128 w 128"/>
                  <a:gd name="T9" fmla="*/ 0 h 13"/>
                </a:gdLst>
                <a:ahLst/>
                <a:cxnLst>
                  <a:cxn ang="0">
                    <a:pos x="T0" y="T1"/>
                  </a:cxn>
                  <a:cxn ang="0">
                    <a:pos x="T2" y="T3"/>
                  </a:cxn>
                  <a:cxn ang="0">
                    <a:pos x="T4" y="T5"/>
                  </a:cxn>
                  <a:cxn ang="0">
                    <a:pos x="T6" y="T7"/>
                  </a:cxn>
                  <a:cxn ang="0">
                    <a:pos x="T8" y="T9"/>
                  </a:cxn>
                </a:cxnLst>
                <a:rect l="0" t="0" r="r" b="b"/>
                <a:pathLst>
                  <a:path w="128" h="13">
                    <a:moveTo>
                      <a:pt x="128" y="0"/>
                    </a:moveTo>
                    <a:lnTo>
                      <a:pt x="8" y="0"/>
                    </a:lnTo>
                    <a:lnTo>
                      <a:pt x="0" y="13"/>
                    </a:lnTo>
                    <a:lnTo>
                      <a:pt x="124" y="13"/>
                    </a:lnTo>
                    <a:lnTo>
                      <a:pt x="128"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anchor="ctr"/>
              <a:lstStyle/>
              <a:p>
                <a:pPr algn="ctr"/>
                <a:endParaRPr/>
              </a:p>
            </p:txBody>
          </p:sp>
          <p:sp>
            <p:nvSpPr>
              <p:cNvPr id="502" name="ïṩľiḍê">
                <a:extLst>
                  <a:ext uri="{FF2B5EF4-FFF2-40B4-BE49-F238E27FC236}">
                    <a16:creationId xmlns:a16="http://schemas.microsoft.com/office/drawing/2014/main" id="{DBC63816-83C7-4CDE-9EF7-C24C66231D07}"/>
                  </a:ext>
                </a:extLst>
              </p:cNvPr>
              <p:cNvSpPr/>
              <p:nvPr/>
            </p:nvSpPr>
            <p:spPr bwMode="auto">
              <a:xfrm>
                <a:off x="3771" y="2245"/>
                <a:ext cx="58" cy="13"/>
              </a:xfrm>
              <a:custGeom>
                <a:avLst/>
                <a:gdLst>
                  <a:gd name="T0" fmla="*/ 58 w 58"/>
                  <a:gd name="T1" fmla="*/ 0 h 13"/>
                  <a:gd name="T2" fmla="*/ 5 w 58"/>
                  <a:gd name="T3" fmla="*/ 0 h 13"/>
                  <a:gd name="T4" fmla="*/ 0 w 58"/>
                  <a:gd name="T5" fmla="*/ 13 h 13"/>
                  <a:gd name="T6" fmla="*/ 51 w 58"/>
                  <a:gd name="T7" fmla="*/ 13 h 13"/>
                  <a:gd name="T8" fmla="*/ 58 w 58"/>
                  <a:gd name="T9" fmla="*/ 0 h 13"/>
                </a:gdLst>
                <a:ahLst/>
                <a:cxnLst>
                  <a:cxn ang="0">
                    <a:pos x="T0" y="T1"/>
                  </a:cxn>
                  <a:cxn ang="0">
                    <a:pos x="T2" y="T3"/>
                  </a:cxn>
                  <a:cxn ang="0">
                    <a:pos x="T4" y="T5"/>
                  </a:cxn>
                  <a:cxn ang="0">
                    <a:pos x="T6" y="T7"/>
                  </a:cxn>
                  <a:cxn ang="0">
                    <a:pos x="T8" y="T9"/>
                  </a:cxn>
                </a:cxnLst>
                <a:rect l="0" t="0" r="r" b="b"/>
                <a:pathLst>
                  <a:path w="58" h="13">
                    <a:moveTo>
                      <a:pt x="58" y="0"/>
                    </a:moveTo>
                    <a:lnTo>
                      <a:pt x="5" y="0"/>
                    </a:lnTo>
                    <a:lnTo>
                      <a:pt x="0" y="13"/>
                    </a:lnTo>
                    <a:lnTo>
                      <a:pt x="51" y="13"/>
                    </a:lnTo>
                    <a:lnTo>
                      <a:pt x="58" y="0"/>
                    </a:lnTo>
                    <a:close/>
                  </a:path>
                </a:pathLst>
              </a:custGeom>
              <a:solidFill>
                <a:srgbClr val="D9DDF6"/>
              </a:solidFill>
              <a:ln>
                <a:noFill/>
              </a:ln>
              <a:extLst>
                <a:ext uri="{91240B29-F687-4F45-9708-019B960494DF}">
                  <a14:hiddenLine xmlns:a14="http://schemas.microsoft.com/office/drawing/2010/main" w="9525">
                    <a:solidFill>
                      <a:srgbClr val="000000"/>
                    </a:solidFill>
                    <a:round/>
                    <a:headEnd/>
                    <a:tailEnd/>
                  </a14:hiddenLine>
                </a:ext>
              </a:extLst>
            </p:spPr>
            <p:txBody>
              <a:bodyPr anchor="ctr"/>
              <a:lstStyle/>
              <a:p>
                <a:pPr algn="ctr"/>
                <a:endParaRPr/>
              </a:p>
            </p:txBody>
          </p:sp>
          <p:sp>
            <p:nvSpPr>
              <p:cNvPr id="503" name="iSļïḋé">
                <a:extLst>
                  <a:ext uri="{FF2B5EF4-FFF2-40B4-BE49-F238E27FC236}">
                    <a16:creationId xmlns:a16="http://schemas.microsoft.com/office/drawing/2014/main" id="{F41127EF-D42E-4471-8F22-9037D23905B4}"/>
                  </a:ext>
                </a:extLst>
              </p:cNvPr>
              <p:cNvSpPr/>
              <p:nvPr/>
            </p:nvSpPr>
            <p:spPr bwMode="auto">
              <a:xfrm>
                <a:off x="3771" y="2245"/>
                <a:ext cx="58" cy="13"/>
              </a:xfrm>
              <a:custGeom>
                <a:avLst/>
                <a:gdLst>
                  <a:gd name="T0" fmla="*/ 58 w 58"/>
                  <a:gd name="T1" fmla="*/ 0 h 13"/>
                  <a:gd name="T2" fmla="*/ 5 w 58"/>
                  <a:gd name="T3" fmla="*/ 0 h 13"/>
                  <a:gd name="T4" fmla="*/ 0 w 58"/>
                  <a:gd name="T5" fmla="*/ 13 h 13"/>
                  <a:gd name="T6" fmla="*/ 51 w 58"/>
                  <a:gd name="T7" fmla="*/ 13 h 13"/>
                  <a:gd name="T8" fmla="*/ 58 w 58"/>
                  <a:gd name="T9" fmla="*/ 0 h 13"/>
                </a:gdLst>
                <a:ahLst/>
                <a:cxnLst>
                  <a:cxn ang="0">
                    <a:pos x="T0" y="T1"/>
                  </a:cxn>
                  <a:cxn ang="0">
                    <a:pos x="T2" y="T3"/>
                  </a:cxn>
                  <a:cxn ang="0">
                    <a:pos x="T4" y="T5"/>
                  </a:cxn>
                  <a:cxn ang="0">
                    <a:pos x="T6" y="T7"/>
                  </a:cxn>
                  <a:cxn ang="0">
                    <a:pos x="T8" y="T9"/>
                  </a:cxn>
                </a:cxnLst>
                <a:rect l="0" t="0" r="r" b="b"/>
                <a:pathLst>
                  <a:path w="58" h="13">
                    <a:moveTo>
                      <a:pt x="58" y="0"/>
                    </a:moveTo>
                    <a:lnTo>
                      <a:pt x="5" y="0"/>
                    </a:lnTo>
                    <a:lnTo>
                      <a:pt x="0" y="13"/>
                    </a:lnTo>
                    <a:lnTo>
                      <a:pt x="51" y="13"/>
                    </a:lnTo>
                    <a:lnTo>
                      <a:pt x="58"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anchor="ctr"/>
              <a:lstStyle/>
              <a:p>
                <a:pPr algn="ctr"/>
                <a:endParaRPr/>
              </a:p>
            </p:txBody>
          </p:sp>
          <p:sp>
            <p:nvSpPr>
              <p:cNvPr id="504" name="ïšľiďe">
                <a:extLst>
                  <a:ext uri="{FF2B5EF4-FFF2-40B4-BE49-F238E27FC236}">
                    <a16:creationId xmlns:a16="http://schemas.microsoft.com/office/drawing/2014/main" id="{C48BE4C3-8A05-41C5-B874-82D0958C1DC7}"/>
                  </a:ext>
                </a:extLst>
              </p:cNvPr>
              <p:cNvSpPr/>
              <p:nvPr/>
            </p:nvSpPr>
            <p:spPr bwMode="auto">
              <a:xfrm>
                <a:off x="3701" y="2245"/>
                <a:ext cx="65" cy="13"/>
              </a:xfrm>
              <a:custGeom>
                <a:avLst/>
                <a:gdLst>
                  <a:gd name="T0" fmla="*/ 65 w 65"/>
                  <a:gd name="T1" fmla="*/ 0 h 13"/>
                  <a:gd name="T2" fmla="*/ 3 w 65"/>
                  <a:gd name="T3" fmla="*/ 0 h 13"/>
                  <a:gd name="T4" fmla="*/ 0 w 65"/>
                  <a:gd name="T5" fmla="*/ 13 h 13"/>
                  <a:gd name="T6" fmla="*/ 60 w 65"/>
                  <a:gd name="T7" fmla="*/ 13 h 13"/>
                  <a:gd name="T8" fmla="*/ 65 w 65"/>
                  <a:gd name="T9" fmla="*/ 0 h 13"/>
                </a:gdLst>
                <a:ahLst/>
                <a:cxnLst>
                  <a:cxn ang="0">
                    <a:pos x="T0" y="T1"/>
                  </a:cxn>
                  <a:cxn ang="0">
                    <a:pos x="T2" y="T3"/>
                  </a:cxn>
                  <a:cxn ang="0">
                    <a:pos x="T4" y="T5"/>
                  </a:cxn>
                  <a:cxn ang="0">
                    <a:pos x="T6" y="T7"/>
                  </a:cxn>
                  <a:cxn ang="0">
                    <a:pos x="T8" y="T9"/>
                  </a:cxn>
                </a:cxnLst>
                <a:rect l="0" t="0" r="r" b="b"/>
                <a:pathLst>
                  <a:path w="65" h="13">
                    <a:moveTo>
                      <a:pt x="65" y="0"/>
                    </a:moveTo>
                    <a:lnTo>
                      <a:pt x="3" y="0"/>
                    </a:lnTo>
                    <a:lnTo>
                      <a:pt x="0" y="13"/>
                    </a:lnTo>
                    <a:lnTo>
                      <a:pt x="60" y="13"/>
                    </a:lnTo>
                    <a:lnTo>
                      <a:pt x="65" y="0"/>
                    </a:lnTo>
                    <a:close/>
                  </a:path>
                </a:pathLst>
              </a:custGeom>
              <a:solidFill>
                <a:srgbClr val="D9DDF6"/>
              </a:solidFill>
              <a:ln>
                <a:noFill/>
              </a:ln>
              <a:extLst>
                <a:ext uri="{91240B29-F687-4F45-9708-019B960494DF}">
                  <a14:hiddenLine xmlns:a14="http://schemas.microsoft.com/office/drawing/2010/main" w="9525">
                    <a:solidFill>
                      <a:srgbClr val="000000"/>
                    </a:solidFill>
                    <a:round/>
                    <a:headEnd/>
                    <a:tailEnd/>
                  </a14:hiddenLine>
                </a:ext>
              </a:extLst>
            </p:spPr>
            <p:txBody>
              <a:bodyPr anchor="ctr"/>
              <a:lstStyle/>
              <a:p>
                <a:pPr algn="ctr"/>
                <a:endParaRPr/>
              </a:p>
            </p:txBody>
          </p:sp>
          <p:sp>
            <p:nvSpPr>
              <p:cNvPr id="505" name="îṡḷïḑé">
                <a:extLst>
                  <a:ext uri="{FF2B5EF4-FFF2-40B4-BE49-F238E27FC236}">
                    <a16:creationId xmlns:a16="http://schemas.microsoft.com/office/drawing/2014/main" id="{1749538F-0235-42D8-BC12-BC54DD4E108C}"/>
                  </a:ext>
                </a:extLst>
              </p:cNvPr>
              <p:cNvSpPr/>
              <p:nvPr/>
            </p:nvSpPr>
            <p:spPr bwMode="auto">
              <a:xfrm>
                <a:off x="3701" y="2245"/>
                <a:ext cx="65" cy="13"/>
              </a:xfrm>
              <a:custGeom>
                <a:avLst/>
                <a:gdLst>
                  <a:gd name="T0" fmla="*/ 65 w 65"/>
                  <a:gd name="T1" fmla="*/ 0 h 13"/>
                  <a:gd name="T2" fmla="*/ 3 w 65"/>
                  <a:gd name="T3" fmla="*/ 0 h 13"/>
                  <a:gd name="T4" fmla="*/ 0 w 65"/>
                  <a:gd name="T5" fmla="*/ 13 h 13"/>
                  <a:gd name="T6" fmla="*/ 60 w 65"/>
                  <a:gd name="T7" fmla="*/ 13 h 13"/>
                  <a:gd name="T8" fmla="*/ 65 w 65"/>
                  <a:gd name="T9" fmla="*/ 0 h 13"/>
                </a:gdLst>
                <a:ahLst/>
                <a:cxnLst>
                  <a:cxn ang="0">
                    <a:pos x="T0" y="T1"/>
                  </a:cxn>
                  <a:cxn ang="0">
                    <a:pos x="T2" y="T3"/>
                  </a:cxn>
                  <a:cxn ang="0">
                    <a:pos x="T4" y="T5"/>
                  </a:cxn>
                  <a:cxn ang="0">
                    <a:pos x="T6" y="T7"/>
                  </a:cxn>
                  <a:cxn ang="0">
                    <a:pos x="T8" y="T9"/>
                  </a:cxn>
                </a:cxnLst>
                <a:rect l="0" t="0" r="r" b="b"/>
                <a:pathLst>
                  <a:path w="65" h="13">
                    <a:moveTo>
                      <a:pt x="65" y="0"/>
                    </a:moveTo>
                    <a:lnTo>
                      <a:pt x="3" y="0"/>
                    </a:lnTo>
                    <a:lnTo>
                      <a:pt x="0" y="13"/>
                    </a:lnTo>
                    <a:lnTo>
                      <a:pt x="60" y="13"/>
                    </a:lnTo>
                    <a:lnTo>
                      <a:pt x="65"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anchor="ctr"/>
              <a:lstStyle/>
              <a:p>
                <a:pPr algn="ctr"/>
                <a:endParaRPr/>
              </a:p>
            </p:txBody>
          </p:sp>
          <p:sp>
            <p:nvSpPr>
              <p:cNvPr id="506" name="î$ļíḍê">
                <a:extLst>
                  <a:ext uri="{FF2B5EF4-FFF2-40B4-BE49-F238E27FC236}">
                    <a16:creationId xmlns:a16="http://schemas.microsoft.com/office/drawing/2014/main" id="{38474A5C-EF98-4680-8327-DD3EC41B97CA}"/>
                  </a:ext>
                </a:extLst>
              </p:cNvPr>
              <p:cNvSpPr/>
              <p:nvPr/>
            </p:nvSpPr>
            <p:spPr bwMode="auto">
              <a:xfrm>
                <a:off x="3669" y="2134"/>
                <a:ext cx="90" cy="14"/>
              </a:xfrm>
              <a:custGeom>
                <a:avLst/>
                <a:gdLst>
                  <a:gd name="T0" fmla="*/ 90 w 90"/>
                  <a:gd name="T1" fmla="*/ 0 h 14"/>
                  <a:gd name="T2" fmla="*/ 4 w 90"/>
                  <a:gd name="T3" fmla="*/ 0 h 14"/>
                  <a:gd name="T4" fmla="*/ 0 w 90"/>
                  <a:gd name="T5" fmla="*/ 14 h 14"/>
                  <a:gd name="T6" fmla="*/ 86 w 90"/>
                  <a:gd name="T7" fmla="*/ 14 h 14"/>
                  <a:gd name="T8" fmla="*/ 90 w 90"/>
                  <a:gd name="T9" fmla="*/ 0 h 14"/>
                </a:gdLst>
                <a:ahLst/>
                <a:cxnLst>
                  <a:cxn ang="0">
                    <a:pos x="T0" y="T1"/>
                  </a:cxn>
                  <a:cxn ang="0">
                    <a:pos x="T2" y="T3"/>
                  </a:cxn>
                  <a:cxn ang="0">
                    <a:pos x="T4" y="T5"/>
                  </a:cxn>
                  <a:cxn ang="0">
                    <a:pos x="T6" y="T7"/>
                  </a:cxn>
                  <a:cxn ang="0">
                    <a:pos x="T8" y="T9"/>
                  </a:cxn>
                </a:cxnLst>
                <a:rect l="0" t="0" r="r" b="b"/>
                <a:pathLst>
                  <a:path w="90" h="14">
                    <a:moveTo>
                      <a:pt x="90" y="0"/>
                    </a:moveTo>
                    <a:lnTo>
                      <a:pt x="4" y="0"/>
                    </a:lnTo>
                    <a:lnTo>
                      <a:pt x="0" y="14"/>
                    </a:lnTo>
                    <a:lnTo>
                      <a:pt x="86" y="14"/>
                    </a:lnTo>
                    <a:lnTo>
                      <a:pt x="90" y="0"/>
                    </a:lnTo>
                    <a:close/>
                  </a:path>
                </a:pathLst>
              </a:custGeom>
              <a:solidFill>
                <a:srgbClr val="EAECFA"/>
              </a:solidFill>
              <a:ln>
                <a:noFill/>
              </a:ln>
              <a:extLst>
                <a:ext uri="{91240B29-F687-4F45-9708-019B960494DF}">
                  <a14:hiddenLine xmlns:a14="http://schemas.microsoft.com/office/drawing/2010/main" w="9525">
                    <a:solidFill>
                      <a:srgbClr val="000000"/>
                    </a:solidFill>
                    <a:round/>
                    <a:headEnd/>
                    <a:tailEnd/>
                  </a14:hiddenLine>
                </a:ext>
              </a:extLst>
            </p:spPr>
            <p:txBody>
              <a:bodyPr anchor="ctr"/>
              <a:lstStyle/>
              <a:p>
                <a:pPr algn="ctr"/>
                <a:endParaRPr/>
              </a:p>
            </p:txBody>
          </p:sp>
          <p:sp>
            <p:nvSpPr>
              <p:cNvPr id="507" name="iŝḷîḋè">
                <a:extLst>
                  <a:ext uri="{FF2B5EF4-FFF2-40B4-BE49-F238E27FC236}">
                    <a16:creationId xmlns:a16="http://schemas.microsoft.com/office/drawing/2014/main" id="{D537ED04-A1AC-49C2-AB95-3DBC5820E958}"/>
                  </a:ext>
                </a:extLst>
              </p:cNvPr>
              <p:cNvSpPr/>
              <p:nvPr/>
            </p:nvSpPr>
            <p:spPr bwMode="auto">
              <a:xfrm>
                <a:off x="3669" y="2134"/>
                <a:ext cx="90" cy="14"/>
              </a:xfrm>
              <a:custGeom>
                <a:avLst/>
                <a:gdLst>
                  <a:gd name="T0" fmla="*/ 90 w 90"/>
                  <a:gd name="T1" fmla="*/ 0 h 14"/>
                  <a:gd name="T2" fmla="*/ 4 w 90"/>
                  <a:gd name="T3" fmla="*/ 0 h 14"/>
                  <a:gd name="T4" fmla="*/ 0 w 90"/>
                  <a:gd name="T5" fmla="*/ 14 h 14"/>
                  <a:gd name="T6" fmla="*/ 86 w 90"/>
                  <a:gd name="T7" fmla="*/ 14 h 14"/>
                  <a:gd name="T8" fmla="*/ 90 w 90"/>
                  <a:gd name="T9" fmla="*/ 0 h 14"/>
                </a:gdLst>
                <a:ahLst/>
                <a:cxnLst>
                  <a:cxn ang="0">
                    <a:pos x="T0" y="T1"/>
                  </a:cxn>
                  <a:cxn ang="0">
                    <a:pos x="T2" y="T3"/>
                  </a:cxn>
                  <a:cxn ang="0">
                    <a:pos x="T4" y="T5"/>
                  </a:cxn>
                  <a:cxn ang="0">
                    <a:pos x="T6" y="T7"/>
                  </a:cxn>
                  <a:cxn ang="0">
                    <a:pos x="T8" y="T9"/>
                  </a:cxn>
                </a:cxnLst>
                <a:rect l="0" t="0" r="r" b="b"/>
                <a:pathLst>
                  <a:path w="90" h="14">
                    <a:moveTo>
                      <a:pt x="90" y="0"/>
                    </a:moveTo>
                    <a:lnTo>
                      <a:pt x="4" y="0"/>
                    </a:lnTo>
                    <a:lnTo>
                      <a:pt x="0" y="14"/>
                    </a:lnTo>
                    <a:lnTo>
                      <a:pt x="86" y="14"/>
                    </a:lnTo>
                    <a:lnTo>
                      <a:pt x="90"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anchor="ctr"/>
              <a:lstStyle/>
              <a:p>
                <a:pPr algn="ctr"/>
                <a:endParaRPr/>
              </a:p>
            </p:txBody>
          </p:sp>
          <p:sp>
            <p:nvSpPr>
              <p:cNvPr id="508" name="ís1iḑè">
                <a:extLst>
                  <a:ext uri="{FF2B5EF4-FFF2-40B4-BE49-F238E27FC236}">
                    <a16:creationId xmlns:a16="http://schemas.microsoft.com/office/drawing/2014/main" id="{6644ADC1-1EB0-417F-BF40-F891CE7872B0}"/>
                  </a:ext>
                </a:extLst>
              </p:cNvPr>
              <p:cNvSpPr/>
              <p:nvPr/>
            </p:nvSpPr>
            <p:spPr bwMode="auto">
              <a:xfrm>
                <a:off x="3640" y="2134"/>
                <a:ext cx="25" cy="14"/>
              </a:xfrm>
              <a:custGeom>
                <a:avLst/>
                <a:gdLst>
                  <a:gd name="T0" fmla="*/ 25 w 25"/>
                  <a:gd name="T1" fmla="*/ 0 h 14"/>
                  <a:gd name="T2" fmla="*/ 3 w 25"/>
                  <a:gd name="T3" fmla="*/ 0 h 14"/>
                  <a:gd name="T4" fmla="*/ 0 w 25"/>
                  <a:gd name="T5" fmla="*/ 14 h 14"/>
                  <a:gd name="T6" fmla="*/ 20 w 25"/>
                  <a:gd name="T7" fmla="*/ 14 h 14"/>
                  <a:gd name="T8" fmla="*/ 25 w 25"/>
                  <a:gd name="T9" fmla="*/ 0 h 14"/>
                </a:gdLst>
                <a:ahLst/>
                <a:cxnLst>
                  <a:cxn ang="0">
                    <a:pos x="T0" y="T1"/>
                  </a:cxn>
                  <a:cxn ang="0">
                    <a:pos x="T2" y="T3"/>
                  </a:cxn>
                  <a:cxn ang="0">
                    <a:pos x="T4" y="T5"/>
                  </a:cxn>
                  <a:cxn ang="0">
                    <a:pos x="T6" y="T7"/>
                  </a:cxn>
                  <a:cxn ang="0">
                    <a:pos x="T8" y="T9"/>
                  </a:cxn>
                </a:cxnLst>
                <a:rect l="0" t="0" r="r" b="b"/>
                <a:pathLst>
                  <a:path w="25" h="14">
                    <a:moveTo>
                      <a:pt x="25" y="0"/>
                    </a:moveTo>
                    <a:lnTo>
                      <a:pt x="3" y="0"/>
                    </a:lnTo>
                    <a:lnTo>
                      <a:pt x="0" y="14"/>
                    </a:lnTo>
                    <a:lnTo>
                      <a:pt x="20" y="14"/>
                    </a:lnTo>
                    <a:lnTo>
                      <a:pt x="25" y="0"/>
                    </a:lnTo>
                    <a:close/>
                  </a:path>
                </a:pathLst>
              </a:custGeom>
              <a:solidFill>
                <a:srgbClr val="B6DBFD"/>
              </a:solidFill>
              <a:ln>
                <a:noFill/>
              </a:ln>
              <a:extLst>
                <a:ext uri="{91240B29-F687-4F45-9708-019B960494DF}">
                  <a14:hiddenLine xmlns:a14="http://schemas.microsoft.com/office/drawing/2010/main" w="9525">
                    <a:solidFill>
                      <a:srgbClr val="000000"/>
                    </a:solidFill>
                    <a:round/>
                    <a:headEnd/>
                    <a:tailEnd/>
                  </a14:hiddenLine>
                </a:ext>
              </a:extLst>
            </p:spPr>
            <p:txBody>
              <a:bodyPr anchor="ctr"/>
              <a:lstStyle/>
              <a:p>
                <a:pPr algn="ctr"/>
                <a:endParaRPr/>
              </a:p>
            </p:txBody>
          </p:sp>
          <p:sp>
            <p:nvSpPr>
              <p:cNvPr id="509" name="íśḻïďê">
                <a:extLst>
                  <a:ext uri="{FF2B5EF4-FFF2-40B4-BE49-F238E27FC236}">
                    <a16:creationId xmlns:a16="http://schemas.microsoft.com/office/drawing/2014/main" id="{6D734090-A9FE-4D88-926E-895B2D6D006C}"/>
                  </a:ext>
                </a:extLst>
              </p:cNvPr>
              <p:cNvSpPr/>
              <p:nvPr/>
            </p:nvSpPr>
            <p:spPr bwMode="auto">
              <a:xfrm>
                <a:off x="3640" y="2134"/>
                <a:ext cx="25" cy="14"/>
              </a:xfrm>
              <a:custGeom>
                <a:avLst/>
                <a:gdLst>
                  <a:gd name="T0" fmla="*/ 25 w 25"/>
                  <a:gd name="T1" fmla="*/ 0 h 14"/>
                  <a:gd name="T2" fmla="*/ 3 w 25"/>
                  <a:gd name="T3" fmla="*/ 0 h 14"/>
                  <a:gd name="T4" fmla="*/ 0 w 25"/>
                  <a:gd name="T5" fmla="*/ 14 h 14"/>
                  <a:gd name="T6" fmla="*/ 20 w 25"/>
                  <a:gd name="T7" fmla="*/ 14 h 14"/>
                  <a:gd name="T8" fmla="*/ 25 w 25"/>
                  <a:gd name="T9" fmla="*/ 0 h 14"/>
                </a:gdLst>
                <a:ahLst/>
                <a:cxnLst>
                  <a:cxn ang="0">
                    <a:pos x="T0" y="T1"/>
                  </a:cxn>
                  <a:cxn ang="0">
                    <a:pos x="T2" y="T3"/>
                  </a:cxn>
                  <a:cxn ang="0">
                    <a:pos x="T4" y="T5"/>
                  </a:cxn>
                  <a:cxn ang="0">
                    <a:pos x="T6" y="T7"/>
                  </a:cxn>
                  <a:cxn ang="0">
                    <a:pos x="T8" y="T9"/>
                  </a:cxn>
                </a:cxnLst>
                <a:rect l="0" t="0" r="r" b="b"/>
                <a:pathLst>
                  <a:path w="25" h="14">
                    <a:moveTo>
                      <a:pt x="25" y="0"/>
                    </a:moveTo>
                    <a:lnTo>
                      <a:pt x="3" y="0"/>
                    </a:lnTo>
                    <a:lnTo>
                      <a:pt x="0" y="14"/>
                    </a:lnTo>
                    <a:lnTo>
                      <a:pt x="20" y="14"/>
                    </a:lnTo>
                    <a:lnTo>
                      <a:pt x="25"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anchor="ctr"/>
              <a:lstStyle/>
              <a:p>
                <a:pPr algn="ctr"/>
                <a:endParaRPr/>
              </a:p>
            </p:txBody>
          </p:sp>
          <p:sp>
            <p:nvSpPr>
              <p:cNvPr id="510" name="ïṡļidè">
                <a:extLst>
                  <a:ext uri="{FF2B5EF4-FFF2-40B4-BE49-F238E27FC236}">
                    <a16:creationId xmlns:a16="http://schemas.microsoft.com/office/drawing/2014/main" id="{9EB5E295-0803-4D34-9D15-55D5B59D0A5E}"/>
                  </a:ext>
                </a:extLst>
              </p:cNvPr>
              <p:cNvSpPr/>
              <p:nvPr/>
            </p:nvSpPr>
            <p:spPr bwMode="auto">
              <a:xfrm>
                <a:off x="3801" y="1969"/>
                <a:ext cx="33" cy="14"/>
              </a:xfrm>
              <a:custGeom>
                <a:avLst/>
                <a:gdLst>
                  <a:gd name="T0" fmla="*/ 33 w 33"/>
                  <a:gd name="T1" fmla="*/ 0 h 14"/>
                  <a:gd name="T2" fmla="*/ 4 w 33"/>
                  <a:gd name="T3" fmla="*/ 0 h 14"/>
                  <a:gd name="T4" fmla="*/ 0 w 33"/>
                  <a:gd name="T5" fmla="*/ 14 h 14"/>
                  <a:gd name="T6" fmla="*/ 30 w 33"/>
                  <a:gd name="T7" fmla="*/ 14 h 14"/>
                  <a:gd name="T8" fmla="*/ 33 w 33"/>
                  <a:gd name="T9" fmla="*/ 0 h 14"/>
                </a:gdLst>
                <a:ahLst/>
                <a:cxnLst>
                  <a:cxn ang="0">
                    <a:pos x="T0" y="T1"/>
                  </a:cxn>
                  <a:cxn ang="0">
                    <a:pos x="T2" y="T3"/>
                  </a:cxn>
                  <a:cxn ang="0">
                    <a:pos x="T4" y="T5"/>
                  </a:cxn>
                  <a:cxn ang="0">
                    <a:pos x="T6" y="T7"/>
                  </a:cxn>
                  <a:cxn ang="0">
                    <a:pos x="T8" y="T9"/>
                  </a:cxn>
                </a:cxnLst>
                <a:rect l="0" t="0" r="r" b="b"/>
                <a:pathLst>
                  <a:path w="33" h="14">
                    <a:moveTo>
                      <a:pt x="33" y="0"/>
                    </a:moveTo>
                    <a:lnTo>
                      <a:pt x="4" y="0"/>
                    </a:lnTo>
                    <a:lnTo>
                      <a:pt x="0" y="14"/>
                    </a:lnTo>
                    <a:lnTo>
                      <a:pt x="30" y="14"/>
                    </a:lnTo>
                    <a:lnTo>
                      <a:pt x="33" y="0"/>
                    </a:lnTo>
                    <a:close/>
                  </a:path>
                </a:pathLst>
              </a:custGeom>
              <a:solidFill>
                <a:srgbClr val="B6DBFD"/>
              </a:solidFill>
              <a:ln>
                <a:noFill/>
              </a:ln>
              <a:extLst>
                <a:ext uri="{91240B29-F687-4F45-9708-019B960494DF}">
                  <a14:hiddenLine xmlns:a14="http://schemas.microsoft.com/office/drawing/2010/main" w="9525">
                    <a:solidFill>
                      <a:srgbClr val="000000"/>
                    </a:solidFill>
                    <a:round/>
                    <a:headEnd/>
                    <a:tailEnd/>
                  </a14:hiddenLine>
                </a:ext>
              </a:extLst>
            </p:spPr>
            <p:txBody>
              <a:bodyPr anchor="ctr"/>
              <a:lstStyle/>
              <a:p>
                <a:pPr algn="ctr"/>
                <a:endParaRPr/>
              </a:p>
            </p:txBody>
          </p:sp>
          <p:sp>
            <p:nvSpPr>
              <p:cNvPr id="511" name="ïšḻïḍè">
                <a:extLst>
                  <a:ext uri="{FF2B5EF4-FFF2-40B4-BE49-F238E27FC236}">
                    <a16:creationId xmlns:a16="http://schemas.microsoft.com/office/drawing/2014/main" id="{3EAB5045-F679-4C0A-98E6-9C1CFC4C7E21}"/>
                  </a:ext>
                </a:extLst>
              </p:cNvPr>
              <p:cNvSpPr/>
              <p:nvPr/>
            </p:nvSpPr>
            <p:spPr bwMode="auto">
              <a:xfrm>
                <a:off x="3801" y="1969"/>
                <a:ext cx="33" cy="14"/>
              </a:xfrm>
              <a:custGeom>
                <a:avLst/>
                <a:gdLst>
                  <a:gd name="T0" fmla="*/ 33 w 33"/>
                  <a:gd name="T1" fmla="*/ 0 h 14"/>
                  <a:gd name="T2" fmla="*/ 4 w 33"/>
                  <a:gd name="T3" fmla="*/ 0 h 14"/>
                  <a:gd name="T4" fmla="*/ 0 w 33"/>
                  <a:gd name="T5" fmla="*/ 14 h 14"/>
                  <a:gd name="T6" fmla="*/ 30 w 33"/>
                  <a:gd name="T7" fmla="*/ 14 h 14"/>
                  <a:gd name="T8" fmla="*/ 33 w 33"/>
                  <a:gd name="T9" fmla="*/ 0 h 14"/>
                </a:gdLst>
                <a:ahLst/>
                <a:cxnLst>
                  <a:cxn ang="0">
                    <a:pos x="T0" y="T1"/>
                  </a:cxn>
                  <a:cxn ang="0">
                    <a:pos x="T2" y="T3"/>
                  </a:cxn>
                  <a:cxn ang="0">
                    <a:pos x="T4" y="T5"/>
                  </a:cxn>
                  <a:cxn ang="0">
                    <a:pos x="T6" y="T7"/>
                  </a:cxn>
                  <a:cxn ang="0">
                    <a:pos x="T8" y="T9"/>
                  </a:cxn>
                </a:cxnLst>
                <a:rect l="0" t="0" r="r" b="b"/>
                <a:pathLst>
                  <a:path w="33" h="14">
                    <a:moveTo>
                      <a:pt x="33" y="0"/>
                    </a:moveTo>
                    <a:lnTo>
                      <a:pt x="4" y="0"/>
                    </a:lnTo>
                    <a:lnTo>
                      <a:pt x="0" y="14"/>
                    </a:lnTo>
                    <a:lnTo>
                      <a:pt x="30" y="14"/>
                    </a:lnTo>
                    <a:lnTo>
                      <a:pt x="33"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anchor="ctr"/>
              <a:lstStyle/>
              <a:p>
                <a:pPr algn="ctr"/>
                <a:endParaRPr/>
              </a:p>
            </p:txBody>
          </p:sp>
          <p:sp>
            <p:nvSpPr>
              <p:cNvPr id="512" name="iṧļîḓé">
                <a:extLst>
                  <a:ext uri="{FF2B5EF4-FFF2-40B4-BE49-F238E27FC236}">
                    <a16:creationId xmlns:a16="http://schemas.microsoft.com/office/drawing/2014/main" id="{EC68C8A3-F731-4E36-A8D3-C72A6E3E69F1}"/>
                  </a:ext>
                </a:extLst>
              </p:cNvPr>
              <p:cNvSpPr/>
              <p:nvPr/>
            </p:nvSpPr>
            <p:spPr bwMode="auto">
              <a:xfrm>
                <a:off x="3926" y="1969"/>
                <a:ext cx="66" cy="14"/>
              </a:xfrm>
              <a:custGeom>
                <a:avLst/>
                <a:gdLst>
                  <a:gd name="T0" fmla="*/ 66 w 66"/>
                  <a:gd name="T1" fmla="*/ 0 h 14"/>
                  <a:gd name="T2" fmla="*/ 5 w 66"/>
                  <a:gd name="T3" fmla="*/ 0 h 14"/>
                  <a:gd name="T4" fmla="*/ 0 w 66"/>
                  <a:gd name="T5" fmla="*/ 14 h 14"/>
                  <a:gd name="T6" fmla="*/ 59 w 66"/>
                  <a:gd name="T7" fmla="*/ 14 h 14"/>
                  <a:gd name="T8" fmla="*/ 66 w 66"/>
                  <a:gd name="T9" fmla="*/ 0 h 14"/>
                </a:gdLst>
                <a:ahLst/>
                <a:cxnLst>
                  <a:cxn ang="0">
                    <a:pos x="T0" y="T1"/>
                  </a:cxn>
                  <a:cxn ang="0">
                    <a:pos x="T2" y="T3"/>
                  </a:cxn>
                  <a:cxn ang="0">
                    <a:pos x="T4" y="T5"/>
                  </a:cxn>
                  <a:cxn ang="0">
                    <a:pos x="T6" y="T7"/>
                  </a:cxn>
                  <a:cxn ang="0">
                    <a:pos x="T8" y="T9"/>
                  </a:cxn>
                </a:cxnLst>
                <a:rect l="0" t="0" r="r" b="b"/>
                <a:pathLst>
                  <a:path w="66" h="14">
                    <a:moveTo>
                      <a:pt x="66" y="0"/>
                    </a:moveTo>
                    <a:lnTo>
                      <a:pt x="5" y="0"/>
                    </a:lnTo>
                    <a:lnTo>
                      <a:pt x="0" y="14"/>
                    </a:lnTo>
                    <a:lnTo>
                      <a:pt x="59" y="14"/>
                    </a:lnTo>
                    <a:lnTo>
                      <a:pt x="66" y="0"/>
                    </a:lnTo>
                    <a:close/>
                  </a:path>
                </a:pathLst>
              </a:custGeom>
              <a:solidFill>
                <a:srgbClr val="F35F6D"/>
              </a:solidFill>
              <a:ln>
                <a:noFill/>
              </a:ln>
              <a:extLst>
                <a:ext uri="{91240B29-F687-4F45-9708-019B960494DF}">
                  <a14:hiddenLine xmlns:a14="http://schemas.microsoft.com/office/drawing/2010/main" w="9525">
                    <a:solidFill>
                      <a:srgbClr val="000000"/>
                    </a:solidFill>
                    <a:round/>
                    <a:headEnd/>
                    <a:tailEnd/>
                  </a14:hiddenLine>
                </a:ext>
              </a:extLst>
            </p:spPr>
            <p:txBody>
              <a:bodyPr anchor="ctr"/>
              <a:lstStyle/>
              <a:p>
                <a:pPr algn="ctr"/>
                <a:endParaRPr/>
              </a:p>
            </p:txBody>
          </p:sp>
          <p:sp>
            <p:nvSpPr>
              <p:cNvPr id="513" name="ïṩļïḓê">
                <a:extLst>
                  <a:ext uri="{FF2B5EF4-FFF2-40B4-BE49-F238E27FC236}">
                    <a16:creationId xmlns:a16="http://schemas.microsoft.com/office/drawing/2014/main" id="{12E36CBA-E6A5-43E1-BC3D-33DCD0A58416}"/>
                  </a:ext>
                </a:extLst>
              </p:cNvPr>
              <p:cNvSpPr/>
              <p:nvPr/>
            </p:nvSpPr>
            <p:spPr bwMode="auto">
              <a:xfrm>
                <a:off x="3926" y="1969"/>
                <a:ext cx="66" cy="14"/>
              </a:xfrm>
              <a:custGeom>
                <a:avLst/>
                <a:gdLst>
                  <a:gd name="T0" fmla="*/ 66 w 66"/>
                  <a:gd name="T1" fmla="*/ 0 h 14"/>
                  <a:gd name="T2" fmla="*/ 5 w 66"/>
                  <a:gd name="T3" fmla="*/ 0 h 14"/>
                  <a:gd name="T4" fmla="*/ 0 w 66"/>
                  <a:gd name="T5" fmla="*/ 14 h 14"/>
                  <a:gd name="T6" fmla="*/ 59 w 66"/>
                  <a:gd name="T7" fmla="*/ 14 h 14"/>
                  <a:gd name="T8" fmla="*/ 66 w 66"/>
                  <a:gd name="T9" fmla="*/ 0 h 14"/>
                </a:gdLst>
                <a:ahLst/>
                <a:cxnLst>
                  <a:cxn ang="0">
                    <a:pos x="T0" y="T1"/>
                  </a:cxn>
                  <a:cxn ang="0">
                    <a:pos x="T2" y="T3"/>
                  </a:cxn>
                  <a:cxn ang="0">
                    <a:pos x="T4" y="T5"/>
                  </a:cxn>
                  <a:cxn ang="0">
                    <a:pos x="T6" y="T7"/>
                  </a:cxn>
                  <a:cxn ang="0">
                    <a:pos x="T8" y="T9"/>
                  </a:cxn>
                </a:cxnLst>
                <a:rect l="0" t="0" r="r" b="b"/>
                <a:pathLst>
                  <a:path w="66" h="14">
                    <a:moveTo>
                      <a:pt x="66" y="0"/>
                    </a:moveTo>
                    <a:lnTo>
                      <a:pt x="5" y="0"/>
                    </a:lnTo>
                    <a:lnTo>
                      <a:pt x="0" y="14"/>
                    </a:lnTo>
                    <a:lnTo>
                      <a:pt x="59" y="14"/>
                    </a:lnTo>
                    <a:lnTo>
                      <a:pt x="66"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anchor="ctr"/>
              <a:lstStyle/>
              <a:p>
                <a:pPr algn="ctr"/>
                <a:endParaRPr/>
              </a:p>
            </p:txBody>
          </p:sp>
          <p:sp>
            <p:nvSpPr>
              <p:cNvPr id="514" name="iṡḷîḑè">
                <a:extLst>
                  <a:ext uri="{FF2B5EF4-FFF2-40B4-BE49-F238E27FC236}">
                    <a16:creationId xmlns:a16="http://schemas.microsoft.com/office/drawing/2014/main" id="{DD44AF1D-8EC5-445E-B3E7-03819704562A}"/>
                  </a:ext>
                </a:extLst>
              </p:cNvPr>
              <p:cNvSpPr/>
              <p:nvPr/>
            </p:nvSpPr>
            <p:spPr bwMode="auto">
              <a:xfrm>
                <a:off x="3838" y="1969"/>
                <a:ext cx="83" cy="14"/>
              </a:xfrm>
              <a:custGeom>
                <a:avLst/>
                <a:gdLst>
                  <a:gd name="T0" fmla="*/ 83 w 83"/>
                  <a:gd name="T1" fmla="*/ 0 h 14"/>
                  <a:gd name="T2" fmla="*/ 4 w 83"/>
                  <a:gd name="T3" fmla="*/ 0 h 14"/>
                  <a:gd name="T4" fmla="*/ 0 w 83"/>
                  <a:gd name="T5" fmla="*/ 14 h 14"/>
                  <a:gd name="T6" fmla="*/ 78 w 83"/>
                  <a:gd name="T7" fmla="*/ 14 h 14"/>
                  <a:gd name="T8" fmla="*/ 83 w 83"/>
                  <a:gd name="T9" fmla="*/ 0 h 14"/>
                </a:gdLst>
                <a:ahLst/>
                <a:cxnLst>
                  <a:cxn ang="0">
                    <a:pos x="T0" y="T1"/>
                  </a:cxn>
                  <a:cxn ang="0">
                    <a:pos x="T2" y="T3"/>
                  </a:cxn>
                  <a:cxn ang="0">
                    <a:pos x="T4" y="T5"/>
                  </a:cxn>
                  <a:cxn ang="0">
                    <a:pos x="T6" y="T7"/>
                  </a:cxn>
                  <a:cxn ang="0">
                    <a:pos x="T8" y="T9"/>
                  </a:cxn>
                </a:cxnLst>
                <a:rect l="0" t="0" r="r" b="b"/>
                <a:pathLst>
                  <a:path w="83" h="14">
                    <a:moveTo>
                      <a:pt x="83" y="0"/>
                    </a:moveTo>
                    <a:lnTo>
                      <a:pt x="4" y="0"/>
                    </a:lnTo>
                    <a:lnTo>
                      <a:pt x="0" y="14"/>
                    </a:lnTo>
                    <a:lnTo>
                      <a:pt x="78" y="14"/>
                    </a:lnTo>
                    <a:lnTo>
                      <a:pt x="83" y="0"/>
                    </a:lnTo>
                    <a:close/>
                  </a:path>
                </a:pathLst>
              </a:custGeom>
              <a:solidFill>
                <a:srgbClr val="B6DBFD"/>
              </a:solidFill>
              <a:ln>
                <a:noFill/>
              </a:ln>
              <a:extLst>
                <a:ext uri="{91240B29-F687-4F45-9708-019B960494DF}">
                  <a14:hiddenLine xmlns:a14="http://schemas.microsoft.com/office/drawing/2010/main" w="9525">
                    <a:solidFill>
                      <a:srgbClr val="000000"/>
                    </a:solidFill>
                    <a:round/>
                    <a:headEnd/>
                    <a:tailEnd/>
                  </a14:hiddenLine>
                </a:ext>
              </a:extLst>
            </p:spPr>
            <p:txBody>
              <a:bodyPr anchor="ctr"/>
              <a:lstStyle/>
              <a:p>
                <a:pPr algn="ctr"/>
                <a:endParaRPr/>
              </a:p>
            </p:txBody>
          </p:sp>
          <p:sp>
            <p:nvSpPr>
              <p:cNvPr id="515" name="îṧlîḑe">
                <a:extLst>
                  <a:ext uri="{FF2B5EF4-FFF2-40B4-BE49-F238E27FC236}">
                    <a16:creationId xmlns:a16="http://schemas.microsoft.com/office/drawing/2014/main" id="{9BA750DA-41C8-4FE7-90EF-91632C9223A4}"/>
                  </a:ext>
                </a:extLst>
              </p:cNvPr>
              <p:cNvSpPr/>
              <p:nvPr/>
            </p:nvSpPr>
            <p:spPr bwMode="auto">
              <a:xfrm>
                <a:off x="3838" y="1969"/>
                <a:ext cx="83" cy="14"/>
              </a:xfrm>
              <a:custGeom>
                <a:avLst/>
                <a:gdLst>
                  <a:gd name="T0" fmla="*/ 83 w 83"/>
                  <a:gd name="T1" fmla="*/ 0 h 14"/>
                  <a:gd name="T2" fmla="*/ 4 w 83"/>
                  <a:gd name="T3" fmla="*/ 0 h 14"/>
                  <a:gd name="T4" fmla="*/ 0 w 83"/>
                  <a:gd name="T5" fmla="*/ 14 h 14"/>
                  <a:gd name="T6" fmla="*/ 78 w 83"/>
                  <a:gd name="T7" fmla="*/ 14 h 14"/>
                  <a:gd name="T8" fmla="*/ 83 w 83"/>
                  <a:gd name="T9" fmla="*/ 0 h 14"/>
                </a:gdLst>
                <a:ahLst/>
                <a:cxnLst>
                  <a:cxn ang="0">
                    <a:pos x="T0" y="T1"/>
                  </a:cxn>
                  <a:cxn ang="0">
                    <a:pos x="T2" y="T3"/>
                  </a:cxn>
                  <a:cxn ang="0">
                    <a:pos x="T4" y="T5"/>
                  </a:cxn>
                  <a:cxn ang="0">
                    <a:pos x="T6" y="T7"/>
                  </a:cxn>
                  <a:cxn ang="0">
                    <a:pos x="T8" y="T9"/>
                  </a:cxn>
                </a:cxnLst>
                <a:rect l="0" t="0" r="r" b="b"/>
                <a:pathLst>
                  <a:path w="83" h="14">
                    <a:moveTo>
                      <a:pt x="83" y="0"/>
                    </a:moveTo>
                    <a:lnTo>
                      <a:pt x="4" y="0"/>
                    </a:lnTo>
                    <a:lnTo>
                      <a:pt x="0" y="14"/>
                    </a:lnTo>
                    <a:lnTo>
                      <a:pt x="78" y="14"/>
                    </a:lnTo>
                    <a:lnTo>
                      <a:pt x="83"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anchor="ctr"/>
              <a:lstStyle/>
              <a:p>
                <a:pPr algn="ctr"/>
                <a:endParaRPr/>
              </a:p>
            </p:txBody>
          </p:sp>
          <p:sp>
            <p:nvSpPr>
              <p:cNvPr id="516" name="íşļíḓè">
                <a:extLst>
                  <a:ext uri="{FF2B5EF4-FFF2-40B4-BE49-F238E27FC236}">
                    <a16:creationId xmlns:a16="http://schemas.microsoft.com/office/drawing/2014/main" id="{0E21A992-D93B-4C7C-8C1B-B2E9F33B5579}"/>
                  </a:ext>
                </a:extLst>
              </p:cNvPr>
              <p:cNvSpPr/>
              <p:nvPr/>
            </p:nvSpPr>
            <p:spPr bwMode="auto">
              <a:xfrm>
                <a:off x="3731" y="1969"/>
                <a:ext cx="64" cy="14"/>
              </a:xfrm>
              <a:custGeom>
                <a:avLst/>
                <a:gdLst>
                  <a:gd name="T0" fmla="*/ 64 w 64"/>
                  <a:gd name="T1" fmla="*/ 0 h 14"/>
                  <a:gd name="T2" fmla="*/ 8 w 64"/>
                  <a:gd name="T3" fmla="*/ 0 h 14"/>
                  <a:gd name="T4" fmla="*/ 0 w 64"/>
                  <a:gd name="T5" fmla="*/ 14 h 14"/>
                  <a:gd name="T6" fmla="*/ 60 w 64"/>
                  <a:gd name="T7" fmla="*/ 14 h 14"/>
                  <a:gd name="T8" fmla="*/ 64 w 64"/>
                  <a:gd name="T9" fmla="*/ 0 h 14"/>
                </a:gdLst>
                <a:ahLst/>
                <a:cxnLst>
                  <a:cxn ang="0">
                    <a:pos x="T0" y="T1"/>
                  </a:cxn>
                  <a:cxn ang="0">
                    <a:pos x="T2" y="T3"/>
                  </a:cxn>
                  <a:cxn ang="0">
                    <a:pos x="T4" y="T5"/>
                  </a:cxn>
                  <a:cxn ang="0">
                    <a:pos x="T6" y="T7"/>
                  </a:cxn>
                  <a:cxn ang="0">
                    <a:pos x="T8" y="T9"/>
                  </a:cxn>
                </a:cxnLst>
                <a:rect l="0" t="0" r="r" b="b"/>
                <a:pathLst>
                  <a:path w="64" h="14">
                    <a:moveTo>
                      <a:pt x="64" y="0"/>
                    </a:moveTo>
                    <a:lnTo>
                      <a:pt x="8" y="0"/>
                    </a:lnTo>
                    <a:lnTo>
                      <a:pt x="0" y="14"/>
                    </a:lnTo>
                    <a:lnTo>
                      <a:pt x="60" y="14"/>
                    </a:lnTo>
                    <a:lnTo>
                      <a:pt x="64" y="0"/>
                    </a:lnTo>
                    <a:close/>
                  </a:path>
                </a:pathLst>
              </a:custGeom>
              <a:solidFill>
                <a:srgbClr val="B6DBFD"/>
              </a:solidFill>
              <a:ln>
                <a:noFill/>
              </a:ln>
              <a:extLst>
                <a:ext uri="{91240B29-F687-4F45-9708-019B960494DF}">
                  <a14:hiddenLine xmlns:a14="http://schemas.microsoft.com/office/drawing/2010/main" w="9525">
                    <a:solidFill>
                      <a:srgbClr val="000000"/>
                    </a:solidFill>
                    <a:round/>
                    <a:headEnd/>
                    <a:tailEnd/>
                  </a14:hiddenLine>
                </a:ext>
              </a:extLst>
            </p:spPr>
            <p:txBody>
              <a:bodyPr anchor="ctr"/>
              <a:lstStyle/>
              <a:p>
                <a:pPr algn="ctr"/>
                <a:endParaRPr/>
              </a:p>
            </p:txBody>
          </p:sp>
          <p:sp>
            <p:nvSpPr>
              <p:cNvPr id="517" name="íṣḷîďê">
                <a:extLst>
                  <a:ext uri="{FF2B5EF4-FFF2-40B4-BE49-F238E27FC236}">
                    <a16:creationId xmlns:a16="http://schemas.microsoft.com/office/drawing/2014/main" id="{1D6BDE8F-8645-4C3D-8057-1220321293E3}"/>
                  </a:ext>
                </a:extLst>
              </p:cNvPr>
              <p:cNvSpPr/>
              <p:nvPr/>
            </p:nvSpPr>
            <p:spPr bwMode="auto">
              <a:xfrm>
                <a:off x="3731" y="1969"/>
                <a:ext cx="64" cy="14"/>
              </a:xfrm>
              <a:custGeom>
                <a:avLst/>
                <a:gdLst>
                  <a:gd name="T0" fmla="*/ 64 w 64"/>
                  <a:gd name="T1" fmla="*/ 0 h 14"/>
                  <a:gd name="T2" fmla="*/ 8 w 64"/>
                  <a:gd name="T3" fmla="*/ 0 h 14"/>
                  <a:gd name="T4" fmla="*/ 0 w 64"/>
                  <a:gd name="T5" fmla="*/ 14 h 14"/>
                  <a:gd name="T6" fmla="*/ 60 w 64"/>
                  <a:gd name="T7" fmla="*/ 14 h 14"/>
                  <a:gd name="T8" fmla="*/ 64 w 64"/>
                  <a:gd name="T9" fmla="*/ 0 h 14"/>
                </a:gdLst>
                <a:ahLst/>
                <a:cxnLst>
                  <a:cxn ang="0">
                    <a:pos x="T0" y="T1"/>
                  </a:cxn>
                  <a:cxn ang="0">
                    <a:pos x="T2" y="T3"/>
                  </a:cxn>
                  <a:cxn ang="0">
                    <a:pos x="T4" y="T5"/>
                  </a:cxn>
                  <a:cxn ang="0">
                    <a:pos x="T6" y="T7"/>
                  </a:cxn>
                  <a:cxn ang="0">
                    <a:pos x="T8" y="T9"/>
                  </a:cxn>
                </a:cxnLst>
                <a:rect l="0" t="0" r="r" b="b"/>
                <a:pathLst>
                  <a:path w="64" h="14">
                    <a:moveTo>
                      <a:pt x="64" y="0"/>
                    </a:moveTo>
                    <a:lnTo>
                      <a:pt x="8" y="0"/>
                    </a:lnTo>
                    <a:lnTo>
                      <a:pt x="0" y="14"/>
                    </a:lnTo>
                    <a:lnTo>
                      <a:pt x="60" y="14"/>
                    </a:lnTo>
                    <a:lnTo>
                      <a:pt x="64"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anchor="ctr"/>
              <a:lstStyle/>
              <a:p>
                <a:pPr algn="ctr"/>
                <a:endParaRPr/>
              </a:p>
            </p:txBody>
          </p:sp>
          <p:sp>
            <p:nvSpPr>
              <p:cNvPr id="518" name="îŝļídè">
                <a:extLst>
                  <a:ext uri="{FF2B5EF4-FFF2-40B4-BE49-F238E27FC236}">
                    <a16:creationId xmlns:a16="http://schemas.microsoft.com/office/drawing/2014/main" id="{DA5234BF-35DE-4DE0-BE5F-F4897446E85E}"/>
                  </a:ext>
                </a:extLst>
              </p:cNvPr>
              <p:cNvSpPr/>
              <p:nvPr/>
            </p:nvSpPr>
            <p:spPr bwMode="auto">
              <a:xfrm>
                <a:off x="3535" y="2300"/>
                <a:ext cx="28" cy="13"/>
              </a:xfrm>
              <a:custGeom>
                <a:avLst/>
                <a:gdLst>
                  <a:gd name="T0" fmla="*/ 28 w 28"/>
                  <a:gd name="T1" fmla="*/ 0 h 13"/>
                  <a:gd name="T2" fmla="*/ 8 w 28"/>
                  <a:gd name="T3" fmla="*/ 0 h 13"/>
                  <a:gd name="T4" fmla="*/ 0 w 28"/>
                  <a:gd name="T5" fmla="*/ 13 h 13"/>
                  <a:gd name="T6" fmla="*/ 24 w 28"/>
                  <a:gd name="T7" fmla="*/ 13 h 13"/>
                  <a:gd name="T8" fmla="*/ 28 w 28"/>
                  <a:gd name="T9" fmla="*/ 0 h 13"/>
                </a:gdLst>
                <a:ahLst/>
                <a:cxnLst>
                  <a:cxn ang="0">
                    <a:pos x="T0" y="T1"/>
                  </a:cxn>
                  <a:cxn ang="0">
                    <a:pos x="T2" y="T3"/>
                  </a:cxn>
                  <a:cxn ang="0">
                    <a:pos x="T4" y="T5"/>
                  </a:cxn>
                  <a:cxn ang="0">
                    <a:pos x="T6" y="T7"/>
                  </a:cxn>
                  <a:cxn ang="0">
                    <a:pos x="T8" y="T9"/>
                  </a:cxn>
                </a:cxnLst>
                <a:rect l="0" t="0" r="r" b="b"/>
                <a:pathLst>
                  <a:path w="28" h="13">
                    <a:moveTo>
                      <a:pt x="28" y="0"/>
                    </a:moveTo>
                    <a:lnTo>
                      <a:pt x="8" y="0"/>
                    </a:lnTo>
                    <a:lnTo>
                      <a:pt x="0" y="13"/>
                    </a:lnTo>
                    <a:lnTo>
                      <a:pt x="24" y="13"/>
                    </a:lnTo>
                    <a:lnTo>
                      <a:pt x="28" y="0"/>
                    </a:lnTo>
                    <a:close/>
                  </a:path>
                </a:pathLst>
              </a:custGeom>
              <a:solidFill>
                <a:srgbClr val="485DC5"/>
              </a:solidFill>
              <a:ln>
                <a:noFill/>
              </a:ln>
              <a:extLst>
                <a:ext uri="{91240B29-F687-4F45-9708-019B960494DF}">
                  <a14:hiddenLine xmlns:a14="http://schemas.microsoft.com/office/drawing/2010/main" w="9525">
                    <a:solidFill>
                      <a:srgbClr val="000000"/>
                    </a:solidFill>
                    <a:round/>
                    <a:headEnd/>
                    <a:tailEnd/>
                  </a14:hiddenLine>
                </a:ext>
              </a:extLst>
            </p:spPr>
            <p:txBody>
              <a:bodyPr anchor="ctr"/>
              <a:lstStyle/>
              <a:p>
                <a:pPr algn="ctr"/>
                <a:endParaRPr/>
              </a:p>
            </p:txBody>
          </p:sp>
          <p:sp>
            <p:nvSpPr>
              <p:cNvPr id="519" name="íšḷïdê">
                <a:extLst>
                  <a:ext uri="{FF2B5EF4-FFF2-40B4-BE49-F238E27FC236}">
                    <a16:creationId xmlns:a16="http://schemas.microsoft.com/office/drawing/2014/main" id="{D22BD3D5-D342-43AA-B6C8-4FF637402ED8}"/>
                  </a:ext>
                </a:extLst>
              </p:cNvPr>
              <p:cNvSpPr/>
              <p:nvPr/>
            </p:nvSpPr>
            <p:spPr bwMode="auto">
              <a:xfrm>
                <a:off x="3535" y="2300"/>
                <a:ext cx="28" cy="13"/>
              </a:xfrm>
              <a:custGeom>
                <a:avLst/>
                <a:gdLst>
                  <a:gd name="T0" fmla="*/ 28 w 28"/>
                  <a:gd name="T1" fmla="*/ 0 h 13"/>
                  <a:gd name="T2" fmla="*/ 8 w 28"/>
                  <a:gd name="T3" fmla="*/ 0 h 13"/>
                  <a:gd name="T4" fmla="*/ 0 w 28"/>
                  <a:gd name="T5" fmla="*/ 13 h 13"/>
                  <a:gd name="T6" fmla="*/ 24 w 28"/>
                  <a:gd name="T7" fmla="*/ 13 h 13"/>
                  <a:gd name="T8" fmla="*/ 28 w 28"/>
                  <a:gd name="T9" fmla="*/ 0 h 13"/>
                </a:gdLst>
                <a:ahLst/>
                <a:cxnLst>
                  <a:cxn ang="0">
                    <a:pos x="T0" y="T1"/>
                  </a:cxn>
                  <a:cxn ang="0">
                    <a:pos x="T2" y="T3"/>
                  </a:cxn>
                  <a:cxn ang="0">
                    <a:pos x="T4" y="T5"/>
                  </a:cxn>
                  <a:cxn ang="0">
                    <a:pos x="T6" y="T7"/>
                  </a:cxn>
                  <a:cxn ang="0">
                    <a:pos x="T8" y="T9"/>
                  </a:cxn>
                </a:cxnLst>
                <a:rect l="0" t="0" r="r" b="b"/>
                <a:pathLst>
                  <a:path w="28" h="13">
                    <a:moveTo>
                      <a:pt x="28" y="0"/>
                    </a:moveTo>
                    <a:lnTo>
                      <a:pt x="8" y="0"/>
                    </a:lnTo>
                    <a:lnTo>
                      <a:pt x="0" y="13"/>
                    </a:lnTo>
                    <a:lnTo>
                      <a:pt x="24" y="13"/>
                    </a:lnTo>
                    <a:lnTo>
                      <a:pt x="28"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anchor="ctr"/>
              <a:lstStyle/>
              <a:p>
                <a:pPr algn="ctr"/>
                <a:endParaRPr/>
              </a:p>
            </p:txBody>
          </p:sp>
          <p:sp>
            <p:nvSpPr>
              <p:cNvPr id="520" name="îślîdé">
                <a:extLst>
                  <a:ext uri="{FF2B5EF4-FFF2-40B4-BE49-F238E27FC236}">
                    <a16:creationId xmlns:a16="http://schemas.microsoft.com/office/drawing/2014/main" id="{143F140B-24B3-4F3F-9AA3-A5E08A37DAE3}"/>
                  </a:ext>
                </a:extLst>
              </p:cNvPr>
              <p:cNvSpPr/>
              <p:nvPr/>
            </p:nvSpPr>
            <p:spPr bwMode="auto">
              <a:xfrm>
                <a:off x="3697" y="2300"/>
                <a:ext cx="33" cy="13"/>
              </a:xfrm>
              <a:custGeom>
                <a:avLst/>
                <a:gdLst>
                  <a:gd name="T0" fmla="*/ 33 w 33"/>
                  <a:gd name="T1" fmla="*/ 0 h 13"/>
                  <a:gd name="T2" fmla="*/ 4 w 33"/>
                  <a:gd name="T3" fmla="*/ 0 h 13"/>
                  <a:gd name="T4" fmla="*/ 0 w 33"/>
                  <a:gd name="T5" fmla="*/ 13 h 13"/>
                  <a:gd name="T6" fmla="*/ 29 w 33"/>
                  <a:gd name="T7" fmla="*/ 13 h 13"/>
                  <a:gd name="T8" fmla="*/ 33 w 33"/>
                  <a:gd name="T9" fmla="*/ 0 h 13"/>
                </a:gdLst>
                <a:ahLst/>
                <a:cxnLst>
                  <a:cxn ang="0">
                    <a:pos x="T0" y="T1"/>
                  </a:cxn>
                  <a:cxn ang="0">
                    <a:pos x="T2" y="T3"/>
                  </a:cxn>
                  <a:cxn ang="0">
                    <a:pos x="T4" y="T5"/>
                  </a:cxn>
                  <a:cxn ang="0">
                    <a:pos x="T6" y="T7"/>
                  </a:cxn>
                  <a:cxn ang="0">
                    <a:pos x="T8" y="T9"/>
                  </a:cxn>
                </a:cxnLst>
                <a:rect l="0" t="0" r="r" b="b"/>
                <a:pathLst>
                  <a:path w="33" h="13">
                    <a:moveTo>
                      <a:pt x="33" y="0"/>
                    </a:moveTo>
                    <a:lnTo>
                      <a:pt x="4" y="0"/>
                    </a:lnTo>
                    <a:lnTo>
                      <a:pt x="0" y="13"/>
                    </a:lnTo>
                    <a:lnTo>
                      <a:pt x="29" y="13"/>
                    </a:lnTo>
                    <a:lnTo>
                      <a:pt x="33" y="0"/>
                    </a:lnTo>
                    <a:close/>
                  </a:path>
                </a:pathLst>
              </a:custGeom>
              <a:solidFill>
                <a:srgbClr val="485DC5"/>
              </a:solidFill>
              <a:ln>
                <a:noFill/>
              </a:ln>
              <a:extLst>
                <a:ext uri="{91240B29-F687-4F45-9708-019B960494DF}">
                  <a14:hiddenLine xmlns:a14="http://schemas.microsoft.com/office/drawing/2010/main" w="9525">
                    <a:solidFill>
                      <a:srgbClr val="000000"/>
                    </a:solidFill>
                    <a:round/>
                    <a:headEnd/>
                    <a:tailEnd/>
                  </a14:hiddenLine>
                </a:ext>
              </a:extLst>
            </p:spPr>
            <p:txBody>
              <a:bodyPr anchor="ctr"/>
              <a:lstStyle/>
              <a:p>
                <a:pPr algn="ctr"/>
                <a:endParaRPr/>
              </a:p>
            </p:txBody>
          </p:sp>
          <p:sp>
            <p:nvSpPr>
              <p:cNvPr id="521" name="iṣ1îḋê">
                <a:extLst>
                  <a:ext uri="{FF2B5EF4-FFF2-40B4-BE49-F238E27FC236}">
                    <a16:creationId xmlns:a16="http://schemas.microsoft.com/office/drawing/2014/main" id="{3F99EE2F-B3DB-4464-99B8-BD822939D3C3}"/>
                  </a:ext>
                </a:extLst>
              </p:cNvPr>
              <p:cNvSpPr/>
              <p:nvPr/>
            </p:nvSpPr>
            <p:spPr bwMode="auto">
              <a:xfrm>
                <a:off x="3697" y="2300"/>
                <a:ext cx="33" cy="13"/>
              </a:xfrm>
              <a:custGeom>
                <a:avLst/>
                <a:gdLst>
                  <a:gd name="T0" fmla="*/ 33 w 33"/>
                  <a:gd name="T1" fmla="*/ 0 h 13"/>
                  <a:gd name="T2" fmla="*/ 4 w 33"/>
                  <a:gd name="T3" fmla="*/ 0 h 13"/>
                  <a:gd name="T4" fmla="*/ 0 w 33"/>
                  <a:gd name="T5" fmla="*/ 13 h 13"/>
                  <a:gd name="T6" fmla="*/ 29 w 33"/>
                  <a:gd name="T7" fmla="*/ 13 h 13"/>
                  <a:gd name="T8" fmla="*/ 33 w 33"/>
                  <a:gd name="T9" fmla="*/ 0 h 13"/>
                </a:gdLst>
                <a:ahLst/>
                <a:cxnLst>
                  <a:cxn ang="0">
                    <a:pos x="T0" y="T1"/>
                  </a:cxn>
                  <a:cxn ang="0">
                    <a:pos x="T2" y="T3"/>
                  </a:cxn>
                  <a:cxn ang="0">
                    <a:pos x="T4" y="T5"/>
                  </a:cxn>
                  <a:cxn ang="0">
                    <a:pos x="T6" y="T7"/>
                  </a:cxn>
                  <a:cxn ang="0">
                    <a:pos x="T8" y="T9"/>
                  </a:cxn>
                </a:cxnLst>
                <a:rect l="0" t="0" r="r" b="b"/>
                <a:pathLst>
                  <a:path w="33" h="13">
                    <a:moveTo>
                      <a:pt x="33" y="0"/>
                    </a:moveTo>
                    <a:lnTo>
                      <a:pt x="4" y="0"/>
                    </a:lnTo>
                    <a:lnTo>
                      <a:pt x="0" y="13"/>
                    </a:lnTo>
                    <a:lnTo>
                      <a:pt x="29" y="13"/>
                    </a:lnTo>
                    <a:lnTo>
                      <a:pt x="33"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anchor="ctr"/>
              <a:lstStyle/>
              <a:p>
                <a:pPr algn="ctr"/>
                <a:endParaRPr/>
              </a:p>
            </p:txBody>
          </p:sp>
          <p:sp>
            <p:nvSpPr>
              <p:cNvPr id="522" name="ïṥḷiḑe">
                <a:extLst>
                  <a:ext uri="{FF2B5EF4-FFF2-40B4-BE49-F238E27FC236}">
                    <a16:creationId xmlns:a16="http://schemas.microsoft.com/office/drawing/2014/main" id="{A198B50C-7AF2-4073-A31D-338F13AE7BAE}"/>
                  </a:ext>
                </a:extLst>
              </p:cNvPr>
              <p:cNvSpPr/>
              <p:nvPr/>
            </p:nvSpPr>
            <p:spPr bwMode="auto">
              <a:xfrm>
                <a:off x="3734" y="2300"/>
                <a:ext cx="64" cy="13"/>
              </a:xfrm>
              <a:custGeom>
                <a:avLst/>
                <a:gdLst>
                  <a:gd name="T0" fmla="*/ 64 w 64"/>
                  <a:gd name="T1" fmla="*/ 0 h 13"/>
                  <a:gd name="T2" fmla="*/ 4 w 64"/>
                  <a:gd name="T3" fmla="*/ 0 h 13"/>
                  <a:gd name="T4" fmla="*/ 0 w 64"/>
                  <a:gd name="T5" fmla="*/ 13 h 13"/>
                  <a:gd name="T6" fmla="*/ 56 w 64"/>
                  <a:gd name="T7" fmla="*/ 13 h 13"/>
                  <a:gd name="T8" fmla="*/ 64 w 64"/>
                  <a:gd name="T9" fmla="*/ 0 h 13"/>
                </a:gdLst>
                <a:ahLst/>
                <a:cxnLst>
                  <a:cxn ang="0">
                    <a:pos x="T0" y="T1"/>
                  </a:cxn>
                  <a:cxn ang="0">
                    <a:pos x="T2" y="T3"/>
                  </a:cxn>
                  <a:cxn ang="0">
                    <a:pos x="T4" y="T5"/>
                  </a:cxn>
                  <a:cxn ang="0">
                    <a:pos x="T6" y="T7"/>
                  </a:cxn>
                  <a:cxn ang="0">
                    <a:pos x="T8" y="T9"/>
                  </a:cxn>
                </a:cxnLst>
                <a:rect l="0" t="0" r="r" b="b"/>
                <a:pathLst>
                  <a:path w="64" h="13">
                    <a:moveTo>
                      <a:pt x="64" y="0"/>
                    </a:moveTo>
                    <a:lnTo>
                      <a:pt x="4" y="0"/>
                    </a:lnTo>
                    <a:lnTo>
                      <a:pt x="0" y="13"/>
                    </a:lnTo>
                    <a:lnTo>
                      <a:pt x="56" y="13"/>
                    </a:lnTo>
                    <a:lnTo>
                      <a:pt x="64" y="0"/>
                    </a:lnTo>
                    <a:close/>
                  </a:path>
                </a:pathLst>
              </a:custGeom>
              <a:solidFill>
                <a:srgbClr val="B6DBFD"/>
              </a:solidFill>
              <a:ln>
                <a:noFill/>
              </a:ln>
              <a:extLst>
                <a:ext uri="{91240B29-F687-4F45-9708-019B960494DF}">
                  <a14:hiddenLine xmlns:a14="http://schemas.microsoft.com/office/drawing/2010/main" w="9525">
                    <a:solidFill>
                      <a:srgbClr val="000000"/>
                    </a:solidFill>
                    <a:round/>
                    <a:headEnd/>
                    <a:tailEnd/>
                  </a14:hiddenLine>
                </a:ext>
              </a:extLst>
            </p:spPr>
            <p:txBody>
              <a:bodyPr anchor="ctr"/>
              <a:lstStyle/>
              <a:p>
                <a:pPr algn="ctr"/>
                <a:endParaRPr/>
              </a:p>
            </p:txBody>
          </p:sp>
          <p:sp>
            <p:nvSpPr>
              <p:cNvPr id="523" name="iśľïďê">
                <a:extLst>
                  <a:ext uri="{FF2B5EF4-FFF2-40B4-BE49-F238E27FC236}">
                    <a16:creationId xmlns:a16="http://schemas.microsoft.com/office/drawing/2014/main" id="{FBE0B170-F997-4EF4-9C48-1B97DF5EC0C8}"/>
                  </a:ext>
                </a:extLst>
              </p:cNvPr>
              <p:cNvSpPr/>
              <p:nvPr/>
            </p:nvSpPr>
            <p:spPr bwMode="auto">
              <a:xfrm>
                <a:off x="3734" y="2300"/>
                <a:ext cx="64" cy="13"/>
              </a:xfrm>
              <a:custGeom>
                <a:avLst/>
                <a:gdLst>
                  <a:gd name="T0" fmla="*/ 64 w 64"/>
                  <a:gd name="T1" fmla="*/ 0 h 13"/>
                  <a:gd name="T2" fmla="*/ 4 w 64"/>
                  <a:gd name="T3" fmla="*/ 0 h 13"/>
                  <a:gd name="T4" fmla="*/ 0 w 64"/>
                  <a:gd name="T5" fmla="*/ 13 h 13"/>
                  <a:gd name="T6" fmla="*/ 56 w 64"/>
                  <a:gd name="T7" fmla="*/ 13 h 13"/>
                  <a:gd name="T8" fmla="*/ 64 w 64"/>
                  <a:gd name="T9" fmla="*/ 0 h 13"/>
                </a:gdLst>
                <a:ahLst/>
                <a:cxnLst>
                  <a:cxn ang="0">
                    <a:pos x="T0" y="T1"/>
                  </a:cxn>
                  <a:cxn ang="0">
                    <a:pos x="T2" y="T3"/>
                  </a:cxn>
                  <a:cxn ang="0">
                    <a:pos x="T4" y="T5"/>
                  </a:cxn>
                  <a:cxn ang="0">
                    <a:pos x="T6" y="T7"/>
                  </a:cxn>
                  <a:cxn ang="0">
                    <a:pos x="T8" y="T9"/>
                  </a:cxn>
                </a:cxnLst>
                <a:rect l="0" t="0" r="r" b="b"/>
                <a:pathLst>
                  <a:path w="64" h="13">
                    <a:moveTo>
                      <a:pt x="64" y="0"/>
                    </a:moveTo>
                    <a:lnTo>
                      <a:pt x="4" y="0"/>
                    </a:lnTo>
                    <a:lnTo>
                      <a:pt x="0" y="13"/>
                    </a:lnTo>
                    <a:lnTo>
                      <a:pt x="56" y="13"/>
                    </a:lnTo>
                    <a:lnTo>
                      <a:pt x="64"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anchor="ctr"/>
              <a:lstStyle/>
              <a:p>
                <a:pPr algn="ctr"/>
                <a:endParaRPr/>
              </a:p>
            </p:txBody>
          </p:sp>
          <p:sp>
            <p:nvSpPr>
              <p:cNvPr id="524" name="ïṡļïḋé">
                <a:extLst>
                  <a:ext uri="{FF2B5EF4-FFF2-40B4-BE49-F238E27FC236}">
                    <a16:creationId xmlns:a16="http://schemas.microsoft.com/office/drawing/2014/main" id="{8341F826-9AFD-485D-B6D3-A6739EF3CA81}"/>
                  </a:ext>
                </a:extLst>
              </p:cNvPr>
              <p:cNvSpPr/>
              <p:nvPr/>
            </p:nvSpPr>
            <p:spPr bwMode="auto">
              <a:xfrm>
                <a:off x="3568" y="2300"/>
                <a:ext cx="122" cy="13"/>
              </a:xfrm>
              <a:custGeom>
                <a:avLst/>
                <a:gdLst>
                  <a:gd name="T0" fmla="*/ 122 w 122"/>
                  <a:gd name="T1" fmla="*/ 0 h 13"/>
                  <a:gd name="T2" fmla="*/ 4 w 122"/>
                  <a:gd name="T3" fmla="*/ 0 h 13"/>
                  <a:gd name="T4" fmla="*/ 0 w 122"/>
                  <a:gd name="T5" fmla="*/ 13 h 13"/>
                  <a:gd name="T6" fmla="*/ 119 w 122"/>
                  <a:gd name="T7" fmla="*/ 13 h 13"/>
                  <a:gd name="T8" fmla="*/ 122 w 122"/>
                  <a:gd name="T9" fmla="*/ 0 h 13"/>
                </a:gdLst>
                <a:ahLst/>
                <a:cxnLst>
                  <a:cxn ang="0">
                    <a:pos x="T0" y="T1"/>
                  </a:cxn>
                  <a:cxn ang="0">
                    <a:pos x="T2" y="T3"/>
                  </a:cxn>
                  <a:cxn ang="0">
                    <a:pos x="T4" y="T5"/>
                  </a:cxn>
                  <a:cxn ang="0">
                    <a:pos x="T6" y="T7"/>
                  </a:cxn>
                  <a:cxn ang="0">
                    <a:pos x="T8" y="T9"/>
                  </a:cxn>
                </a:cxnLst>
                <a:rect l="0" t="0" r="r" b="b"/>
                <a:pathLst>
                  <a:path w="122" h="13">
                    <a:moveTo>
                      <a:pt x="122" y="0"/>
                    </a:moveTo>
                    <a:lnTo>
                      <a:pt x="4" y="0"/>
                    </a:lnTo>
                    <a:lnTo>
                      <a:pt x="0" y="13"/>
                    </a:lnTo>
                    <a:lnTo>
                      <a:pt x="119" y="13"/>
                    </a:lnTo>
                    <a:lnTo>
                      <a:pt x="122" y="0"/>
                    </a:lnTo>
                    <a:close/>
                  </a:path>
                </a:pathLst>
              </a:custGeom>
              <a:solidFill>
                <a:srgbClr val="B6DBFD"/>
              </a:solidFill>
              <a:ln>
                <a:noFill/>
              </a:ln>
              <a:extLst>
                <a:ext uri="{91240B29-F687-4F45-9708-019B960494DF}">
                  <a14:hiddenLine xmlns:a14="http://schemas.microsoft.com/office/drawing/2010/main" w="9525">
                    <a:solidFill>
                      <a:srgbClr val="000000"/>
                    </a:solidFill>
                    <a:round/>
                    <a:headEnd/>
                    <a:tailEnd/>
                  </a14:hiddenLine>
                </a:ext>
              </a:extLst>
            </p:spPr>
            <p:txBody>
              <a:bodyPr anchor="ctr"/>
              <a:lstStyle/>
              <a:p>
                <a:pPr algn="ctr"/>
                <a:endParaRPr/>
              </a:p>
            </p:txBody>
          </p:sp>
          <p:sp>
            <p:nvSpPr>
              <p:cNvPr id="525" name="íṣḻïḑé">
                <a:extLst>
                  <a:ext uri="{FF2B5EF4-FFF2-40B4-BE49-F238E27FC236}">
                    <a16:creationId xmlns:a16="http://schemas.microsoft.com/office/drawing/2014/main" id="{6DD8AE1E-528F-4833-A4E7-7B6AB0092EFB}"/>
                  </a:ext>
                </a:extLst>
              </p:cNvPr>
              <p:cNvSpPr/>
              <p:nvPr/>
            </p:nvSpPr>
            <p:spPr bwMode="auto">
              <a:xfrm>
                <a:off x="3568" y="2300"/>
                <a:ext cx="122" cy="13"/>
              </a:xfrm>
              <a:custGeom>
                <a:avLst/>
                <a:gdLst>
                  <a:gd name="T0" fmla="*/ 122 w 122"/>
                  <a:gd name="T1" fmla="*/ 0 h 13"/>
                  <a:gd name="T2" fmla="*/ 4 w 122"/>
                  <a:gd name="T3" fmla="*/ 0 h 13"/>
                  <a:gd name="T4" fmla="*/ 0 w 122"/>
                  <a:gd name="T5" fmla="*/ 13 h 13"/>
                  <a:gd name="T6" fmla="*/ 119 w 122"/>
                  <a:gd name="T7" fmla="*/ 13 h 13"/>
                  <a:gd name="T8" fmla="*/ 122 w 122"/>
                  <a:gd name="T9" fmla="*/ 0 h 13"/>
                </a:gdLst>
                <a:ahLst/>
                <a:cxnLst>
                  <a:cxn ang="0">
                    <a:pos x="T0" y="T1"/>
                  </a:cxn>
                  <a:cxn ang="0">
                    <a:pos x="T2" y="T3"/>
                  </a:cxn>
                  <a:cxn ang="0">
                    <a:pos x="T4" y="T5"/>
                  </a:cxn>
                  <a:cxn ang="0">
                    <a:pos x="T6" y="T7"/>
                  </a:cxn>
                  <a:cxn ang="0">
                    <a:pos x="T8" y="T9"/>
                  </a:cxn>
                </a:cxnLst>
                <a:rect l="0" t="0" r="r" b="b"/>
                <a:pathLst>
                  <a:path w="122" h="13">
                    <a:moveTo>
                      <a:pt x="122" y="0"/>
                    </a:moveTo>
                    <a:lnTo>
                      <a:pt x="4" y="0"/>
                    </a:lnTo>
                    <a:lnTo>
                      <a:pt x="0" y="13"/>
                    </a:lnTo>
                    <a:lnTo>
                      <a:pt x="119" y="13"/>
                    </a:lnTo>
                    <a:lnTo>
                      <a:pt x="122"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anchor="ctr"/>
              <a:lstStyle/>
              <a:p>
                <a:pPr algn="ctr"/>
                <a:endParaRPr/>
              </a:p>
            </p:txBody>
          </p:sp>
          <p:sp>
            <p:nvSpPr>
              <p:cNvPr id="526" name="iṧļiḓè">
                <a:extLst>
                  <a:ext uri="{FF2B5EF4-FFF2-40B4-BE49-F238E27FC236}">
                    <a16:creationId xmlns:a16="http://schemas.microsoft.com/office/drawing/2014/main" id="{8391F3A0-60C4-436E-B9CD-761B66D08F1A}"/>
                  </a:ext>
                </a:extLst>
              </p:cNvPr>
              <p:cNvSpPr/>
              <p:nvPr/>
            </p:nvSpPr>
            <p:spPr bwMode="auto">
              <a:xfrm>
                <a:off x="3731" y="2190"/>
                <a:ext cx="33" cy="13"/>
              </a:xfrm>
              <a:custGeom>
                <a:avLst/>
                <a:gdLst>
                  <a:gd name="T0" fmla="*/ 33 w 33"/>
                  <a:gd name="T1" fmla="*/ 0 h 13"/>
                  <a:gd name="T2" fmla="*/ 4 w 33"/>
                  <a:gd name="T3" fmla="*/ 0 h 13"/>
                  <a:gd name="T4" fmla="*/ 0 w 33"/>
                  <a:gd name="T5" fmla="*/ 13 h 13"/>
                  <a:gd name="T6" fmla="*/ 30 w 33"/>
                  <a:gd name="T7" fmla="*/ 13 h 13"/>
                  <a:gd name="T8" fmla="*/ 33 w 33"/>
                  <a:gd name="T9" fmla="*/ 0 h 13"/>
                </a:gdLst>
                <a:ahLst/>
                <a:cxnLst>
                  <a:cxn ang="0">
                    <a:pos x="T0" y="T1"/>
                  </a:cxn>
                  <a:cxn ang="0">
                    <a:pos x="T2" y="T3"/>
                  </a:cxn>
                  <a:cxn ang="0">
                    <a:pos x="T4" y="T5"/>
                  </a:cxn>
                  <a:cxn ang="0">
                    <a:pos x="T6" y="T7"/>
                  </a:cxn>
                  <a:cxn ang="0">
                    <a:pos x="T8" y="T9"/>
                  </a:cxn>
                </a:cxnLst>
                <a:rect l="0" t="0" r="r" b="b"/>
                <a:pathLst>
                  <a:path w="33" h="13">
                    <a:moveTo>
                      <a:pt x="33" y="0"/>
                    </a:moveTo>
                    <a:lnTo>
                      <a:pt x="4" y="0"/>
                    </a:lnTo>
                    <a:lnTo>
                      <a:pt x="0" y="13"/>
                    </a:lnTo>
                    <a:lnTo>
                      <a:pt x="30" y="13"/>
                    </a:lnTo>
                    <a:lnTo>
                      <a:pt x="33" y="0"/>
                    </a:lnTo>
                    <a:close/>
                  </a:path>
                </a:pathLst>
              </a:custGeom>
              <a:solidFill>
                <a:srgbClr val="B6DBFD"/>
              </a:solidFill>
              <a:ln>
                <a:noFill/>
              </a:ln>
              <a:extLst>
                <a:ext uri="{91240B29-F687-4F45-9708-019B960494DF}">
                  <a14:hiddenLine xmlns:a14="http://schemas.microsoft.com/office/drawing/2010/main" w="9525">
                    <a:solidFill>
                      <a:srgbClr val="000000"/>
                    </a:solidFill>
                    <a:round/>
                    <a:headEnd/>
                    <a:tailEnd/>
                  </a14:hiddenLine>
                </a:ext>
              </a:extLst>
            </p:spPr>
            <p:txBody>
              <a:bodyPr anchor="ctr"/>
              <a:lstStyle/>
              <a:p>
                <a:pPr algn="ctr"/>
                <a:endParaRPr/>
              </a:p>
            </p:txBody>
          </p:sp>
          <p:sp>
            <p:nvSpPr>
              <p:cNvPr id="527" name="îşľîḍé">
                <a:extLst>
                  <a:ext uri="{FF2B5EF4-FFF2-40B4-BE49-F238E27FC236}">
                    <a16:creationId xmlns:a16="http://schemas.microsoft.com/office/drawing/2014/main" id="{26238F32-D390-432C-9312-47C3CFAFA287}"/>
                  </a:ext>
                </a:extLst>
              </p:cNvPr>
              <p:cNvSpPr/>
              <p:nvPr/>
            </p:nvSpPr>
            <p:spPr bwMode="auto">
              <a:xfrm>
                <a:off x="3731" y="2190"/>
                <a:ext cx="33" cy="13"/>
              </a:xfrm>
              <a:custGeom>
                <a:avLst/>
                <a:gdLst>
                  <a:gd name="T0" fmla="*/ 33 w 33"/>
                  <a:gd name="T1" fmla="*/ 0 h 13"/>
                  <a:gd name="T2" fmla="*/ 4 w 33"/>
                  <a:gd name="T3" fmla="*/ 0 h 13"/>
                  <a:gd name="T4" fmla="*/ 0 w 33"/>
                  <a:gd name="T5" fmla="*/ 13 h 13"/>
                  <a:gd name="T6" fmla="*/ 30 w 33"/>
                  <a:gd name="T7" fmla="*/ 13 h 13"/>
                  <a:gd name="T8" fmla="*/ 33 w 33"/>
                  <a:gd name="T9" fmla="*/ 0 h 13"/>
                </a:gdLst>
                <a:ahLst/>
                <a:cxnLst>
                  <a:cxn ang="0">
                    <a:pos x="T0" y="T1"/>
                  </a:cxn>
                  <a:cxn ang="0">
                    <a:pos x="T2" y="T3"/>
                  </a:cxn>
                  <a:cxn ang="0">
                    <a:pos x="T4" y="T5"/>
                  </a:cxn>
                  <a:cxn ang="0">
                    <a:pos x="T6" y="T7"/>
                  </a:cxn>
                  <a:cxn ang="0">
                    <a:pos x="T8" y="T9"/>
                  </a:cxn>
                </a:cxnLst>
                <a:rect l="0" t="0" r="r" b="b"/>
                <a:pathLst>
                  <a:path w="33" h="13">
                    <a:moveTo>
                      <a:pt x="33" y="0"/>
                    </a:moveTo>
                    <a:lnTo>
                      <a:pt x="4" y="0"/>
                    </a:lnTo>
                    <a:lnTo>
                      <a:pt x="0" y="13"/>
                    </a:lnTo>
                    <a:lnTo>
                      <a:pt x="30" y="13"/>
                    </a:lnTo>
                    <a:lnTo>
                      <a:pt x="33"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anchor="ctr"/>
              <a:lstStyle/>
              <a:p>
                <a:pPr algn="ctr"/>
                <a:endParaRPr/>
              </a:p>
            </p:txBody>
          </p:sp>
          <p:sp>
            <p:nvSpPr>
              <p:cNvPr id="528" name="ï$ľîḑê">
                <a:extLst>
                  <a:ext uri="{FF2B5EF4-FFF2-40B4-BE49-F238E27FC236}">
                    <a16:creationId xmlns:a16="http://schemas.microsoft.com/office/drawing/2014/main" id="{115DD4A2-988B-4FDE-8240-B243BF6763F7}"/>
                  </a:ext>
                </a:extLst>
              </p:cNvPr>
              <p:cNvSpPr/>
              <p:nvPr/>
            </p:nvSpPr>
            <p:spPr bwMode="auto">
              <a:xfrm>
                <a:off x="3859" y="2190"/>
                <a:ext cx="3" cy="5"/>
              </a:xfrm>
              <a:custGeom>
                <a:avLst/>
                <a:gdLst>
                  <a:gd name="T0" fmla="*/ 3 w 3"/>
                  <a:gd name="T1" fmla="*/ 0 h 5"/>
                  <a:gd name="T2" fmla="*/ 2 w 3"/>
                  <a:gd name="T3" fmla="*/ 0 h 5"/>
                  <a:gd name="T4" fmla="*/ 0 w 3"/>
                  <a:gd name="T5" fmla="*/ 5 h 5"/>
                  <a:gd name="T6" fmla="*/ 3 w 3"/>
                  <a:gd name="T7" fmla="*/ 0 h 5"/>
                </a:gdLst>
                <a:ahLst/>
                <a:cxnLst>
                  <a:cxn ang="0">
                    <a:pos x="T0" y="T1"/>
                  </a:cxn>
                  <a:cxn ang="0">
                    <a:pos x="T2" y="T3"/>
                  </a:cxn>
                  <a:cxn ang="0">
                    <a:pos x="T4" y="T5"/>
                  </a:cxn>
                  <a:cxn ang="0">
                    <a:pos x="T6" y="T7"/>
                  </a:cxn>
                </a:cxnLst>
                <a:rect l="0" t="0" r="r" b="b"/>
                <a:pathLst>
                  <a:path w="3" h="5">
                    <a:moveTo>
                      <a:pt x="3" y="0"/>
                    </a:moveTo>
                    <a:lnTo>
                      <a:pt x="2" y="0"/>
                    </a:lnTo>
                    <a:lnTo>
                      <a:pt x="0" y="5"/>
                    </a:lnTo>
                    <a:lnTo>
                      <a:pt x="3" y="0"/>
                    </a:lnTo>
                    <a:close/>
                  </a:path>
                </a:pathLst>
              </a:custGeom>
              <a:solidFill>
                <a:srgbClr val="D9DDF6"/>
              </a:solidFill>
              <a:ln>
                <a:noFill/>
              </a:ln>
              <a:extLst>
                <a:ext uri="{91240B29-F687-4F45-9708-019B960494DF}">
                  <a14:hiddenLine xmlns:a14="http://schemas.microsoft.com/office/drawing/2010/main" w="9525">
                    <a:solidFill>
                      <a:srgbClr val="000000"/>
                    </a:solidFill>
                    <a:round/>
                    <a:headEnd/>
                    <a:tailEnd/>
                  </a14:hiddenLine>
                </a:ext>
              </a:extLst>
            </p:spPr>
            <p:txBody>
              <a:bodyPr anchor="ctr"/>
              <a:lstStyle/>
              <a:p>
                <a:pPr algn="ctr"/>
                <a:endParaRPr/>
              </a:p>
            </p:txBody>
          </p:sp>
          <p:sp>
            <p:nvSpPr>
              <p:cNvPr id="529" name="íṣľíďé">
                <a:extLst>
                  <a:ext uri="{FF2B5EF4-FFF2-40B4-BE49-F238E27FC236}">
                    <a16:creationId xmlns:a16="http://schemas.microsoft.com/office/drawing/2014/main" id="{B3C668EC-F15E-47D7-B137-5A7C7F8362AE}"/>
                  </a:ext>
                </a:extLst>
              </p:cNvPr>
              <p:cNvSpPr/>
              <p:nvPr/>
            </p:nvSpPr>
            <p:spPr bwMode="auto">
              <a:xfrm>
                <a:off x="3859" y="2190"/>
                <a:ext cx="3" cy="5"/>
              </a:xfrm>
              <a:custGeom>
                <a:avLst/>
                <a:gdLst>
                  <a:gd name="T0" fmla="*/ 3 w 3"/>
                  <a:gd name="T1" fmla="*/ 0 h 5"/>
                  <a:gd name="T2" fmla="*/ 2 w 3"/>
                  <a:gd name="T3" fmla="*/ 0 h 5"/>
                  <a:gd name="T4" fmla="*/ 0 w 3"/>
                  <a:gd name="T5" fmla="*/ 5 h 5"/>
                  <a:gd name="T6" fmla="*/ 3 w 3"/>
                  <a:gd name="T7" fmla="*/ 0 h 5"/>
                </a:gdLst>
                <a:ahLst/>
                <a:cxnLst>
                  <a:cxn ang="0">
                    <a:pos x="T0" y="T1"/>
                  </a:cxn>
                  <a:cxn ang="0">
                    <a:pos x="T2" y="T3"/>
                  </a:cxn>
                  <a:cxn ang="0">
                    <a:pos x="T4" y="T5"/>
                  </a:cxn>
                  <a:cxn ang="0">
                    <a:pos x="T6" y="T7"/>
                  </a:cxn>
                </a:cxnLst>
                <a:rect l="0" t="0" r="r" b="b"/>
                <a:pathLst>
                  <a:path w="3" h="5">
                    <a:moveTo>
                      <a:pt x="3" y="0"/>
                    </a:moveTo>
                    <a:lnTo>
                      <a:pt x="2" y="0"/>
                    </a:lnTo>
                    <a:lnTo>
                      <a:pt x="0" y="5"/>
                    </a:lnTo>
                    <a:lnTo>
                      <a:pt x="3"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anchor="ctr"/>
              <a:lstStyle/>
              <a:p>
                <a:pPr algn="ctr"/>
                <a:endParaRPr/>
              </a:p>
            </p:txBody>
          </p:sp>
          <p:sp>
            <p:nvSpPr>
              <p:cNvPr id="530" name="ï$ľíḋé">
                <a:extLst>
                  <a:ext uri="{FF2B5EF4-FFF2-40B4-BE49-F238E27FC236}">
                    <a16:creationId xmlns:a16="http://schemas.microsoft.com/office/drawing/2014/main" id="{13442ED0-7DEA-48B0-8EC8-E504F649657D}"/>
                  </a:ext>
                </a:extLst>
              </p:cNvPr>
              <p:cNvSpPr/>
              <p:nvPr/>
            </p:nvSpPr>
            <p:spPr bwMode="auto">
              <a:xfrm>
                <a:off x="3768" y="2190"/>
                <a:ext cx="83" cy="13"/>
              </a:xfrm>
              <a:custGeom>
                <a:avLst/>
                <a:gdLst>
                  <a:gd name="T0" fmla="*/ 83 w 83"/>
                  <a:gd name="T1" fmla="*/ 0 h 13"/>
                  <a:gd name="T2" fmla="*/ 4 w 83"/>
                  <a:gd name="T3" fmla="*/ 0 h 13"/>
                  <a:gd name="T4" fmla="*/ 0 w 83"/>
                  <a:gd name="T5" fmla="*/ 13 h 13"/>
                  <a:gd name="T6" fmla="*/ 79 w 83"/>
                  <a:gd name="T7" fmla="*/ 13 h 13"/>
                  <a:gd name="T8" fmla="*/ 83 w 83"/>
                  <a:gd name="T9" fmla="*/ 0 h 13"/>
                </a:gdLst>
                <a:ahLst/>
                <a:cxnLst>
                  <a:cxn ang="0">
                    <a:pos x="T0" y="T1"/>
                  </a:cxn>
                  <a:cxn ang="0">
                    <a:pos x="T2" y="T3"/>
                  </a:cxn>
                  <a:cxn ang="0">
                    <a:pos x="T4" y="T5"/>
                  </a:cxn>
                  <a:cxn ang="0">
                    <a:pos x="T6" y="T7"/>
                  </a:cxn>
                  <a:cxn ang="0">
                    <a:pos x="T8" y="T9"/>
                  </a:cxn>
                </a:cxnLst>
                <a:rect l="0" t="0" r="r" b="b"/>
                <a:pathLst>
                  <a:path w="83" h="13">
                    <a:moveTo>
                      <a:pt x="83" y="0"/>
                    </a:moveTo>
                    <a:lnTo>
                      <a:pt x="4" y="0"/>
                    </a:lnTo>
                    <a:lnTo>
                      <a:pt x="0" y="13"/>
                    </a:lnTo>
                    <a:lnTo>
                      <a:pt x="79" y="13"/>
                    </a:lnTo>
                    <a:lnTo>
                      <a:pt x="83" y="0"/>
                    </a:lnTo>
                    <a:close/>
                  </a:path>
                </a:pathLst>
              </a:custGeom>
              <a:solidFill>
                <a:srgbClr val="B6DBFD"/>
              </a:solidFill>
              <a:ln>
                <a:noFill/>
              </a:ln>
              <a:extLst>
                <a:ext uri="{91240B29-F687-4F45-9708-019B960494DF}">
                  <a14:hiddenLine xmlns:a14="http://schemas.microsoft.com/office/drawing/2010/main" w="9525">
                    <a:solidFill>
                      <a:srgbClr val="000000"/>
                    </a:solidFill>
                    <a:round/>
                    <a:headEnd/>
                    <a:tailEnd/>
                  </a14:hiddenLine>
                </a:ext>
              </a:extLst>
            </p:spPr>
            <p:txBody>
              <a:bodyPr anchor="ctr"/>
              <a:lstStyle/>
              <a:p>
                <a:pPr algn="ctr"/>
                <a:endParaRPr/>
              </a:p>
            </p:txBody>
          </p:sp>
          <p:sp>
            <p:nvSpPr>
              <p:cNvPr id="531" name="ïsḻidé">
                <a:extLst>
                  <a:ext uri="{FF2B5EF4-FFF2-40B4-BE49-F238E27FC236}">
                    <a16:creationId xmlns:a16="http://schemas.microsoft.com/office/drawing/2014/main" id="{EA5DAC6E-9C09-48A4-89CA-101B31F67C5E}"/>
                  </a:ext>
                </a:extLst>
              </p:cNvPr>
              <p:cNvSpPr/>
              <p:nvPr/>
            </p:nvSpPr>
            <p:spPr bwMode="auto">
              <a:xfrm>
                <a:off x="3768" y="2190"/>
                <a:ext cx="83" cy="13"/>
              </a:xfrm>
              <a:custGeom>
                <a:avLst/>
                <a:gdLst>
                  <a:gd name="T0" fmla="*/ 83 w 83"/>
                  <a:gd name="T1" fmla="*/ 0 h 13"/>
                  <a:gd name="T2" fmla="*/ 4 w 83"/>
                  <a:gd name="T3" fmla="*/ 0 h 13"/>
                  <a:gd name="T4" fmla="*/ 0 w 83"/>
                  <a:gd name="T5" fmla="*/ 13 h 13"/>
                  <a:gd name="T6" fmla="*/ 79 w 83"/>
                  <a:gd name="T7" fmla="*/ 13 h 13"/>
                  <a:gd name="T8" fmla="*/ 83 w 83"/>
                  <a:gd name="T9" fmla="*/ 0 h 13"/>
                </a:gdLst>
                <a:ahLst/>
                <a:cxnLst>
                  <a:cxn ang="0">
                    <a:pos x="T0" y="T1"/>
                  </a:cxn>
                  <a:cxn ang="0">
                    <a:pos x="T2" y="T3"/>
                  </a:cxn>
                  <a:cxn ang="0">
                    <a:pos x="T4" y="T5"/>
                  </a:cxn>
                  <a:cxn ang="0">
                    <a:pos x="T6" y="T7"/>
                  </a:cxn>
                  <a:cxn ang="0">
                    <a:pos x="T8" y="T9"/>
                  </a:cxn>
                </a:cxnLst>
                <a:rect l="0" t="0" r="r" b="b"/>
                <a:pathLst>
                  <a:path w="83" h="13">
                    <a:moveTo>
                      <a:pt x="83" y="0"/>
                    </a:moveTo>
                    <a:lnTo>
                      <a:pt x="4" y="0"/>
                    </a:lnTo>
                    <a:lnTo>
                      <a:pt x="0" y="13"/>
                    </a:lnTo>
                    <a:lnTo>
                      <a:pt x="79" y="13"/>
                    </a:lnTo>
                    <a:lnTo>
                      <a:pt x="83"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anchor="ctr"/>
              <a:lstStyle/>
              <a:p>
                <a:pPr algn="ctr"/>
                <a:endParaRPr/>
              </a:p>
            </p:txBody>
          </p:sp>
          <p:sp>
            <p:nvSpPr>
              <p:cNvPr id="532" name="íSļiḍê">
                <a:extLst>
                  <a:ext uri="{FF2B5EF4-FFF2-40B4-BE49-F238E27FC236}">
                    <a16:creationId xmlns:a16="http://schemas.microsoft.com/office/drawing/2014/main" id="{F147A05B-B1B9-45A1-8C8D-73C253ACAB7B}"/>
                  </a:ext>
                </a:extLst>
              </p:cNvPr>
              <p:cNvSpPr/>
              <p:nvPr/>
            </p:nvSpPr>
            <p:spPr bwMode="auto">
              <a:xfrm>
                <a:off x="3603" y="2190"/>
                <a:ext cx="122" cy="13"/>
              </a:xfrm>
              <a:custGeom>
                <a:avLst/>
                <a:gdLst>
                  <a:gd name="T0" fmla="*/ 122 w 122"/>
                  <a:gd name="T1" fmla="*/ 0 h 13"/>
                  <a:gd name="T2" fmla="*/ 5 w 122"/>
                  <a:gd name="T3" fmla="*/ 0 h 13"/>
                  <a:gd name="T4" fmla="*/ 2 w 122"/>
                  <a:gd name="T5" fmla="*/ 4 h 13"/>
                  <a:gd name="T6" fmla="*/ 0 w 122"/>
                  <a:gd name="T7" fmla="*/ 13 h 13"/>
                  <a:gd name="T8" fmla="*/ 118 w 122"/>
                  <a:gd name="T9" fmla="*/ 13 h 13"/>
                  <a:gd name="T10" fmla="*/ 122 w 122"/>
                  <a:gd name="T11" fmla="*/ 0 h 13"/>
                </a:gdLst>
                <a:ahLst/>
                <a:cxnLst>
                  <a:cxn ang="0">
                    <a:pos x="T0" y="T1"/>
                  </a:cxn>
                  <a:cxn ang="0">
                    <a:pos x="T2" y="T3"/>
                  </a:cxn>
                  <a:cxn ang="0">
                    <a:pos x="T4" y="T5"/>
                  </a:cxn>
                  <a:cxn ang="0">
                    <a:pos x="T6" y="T7"/>
                  </a:cxn>
                  <a:cxn ang="0">
                    <a:pos x="T8" y="T9"/>
                  </a:cxn>
                  <a:cxn ang="0">
                    <a:pos x="T10" y="T11"/>
                  </a:cxn>
                </a:cxnLst>
                <a:rect l="0" t="0" r="r" b="b"/>
                <a:pathLst>
                  <a:path w="122" h="13">
                    <a:moveTo>
                      <a:pt x="122" y="0"/>
                    </a:moveTo>
                    <a:lnTo>
                      <a:pt x="5" y="0"/>
                    </a:lnTo>
                    <a:lnTo>
                      <a:pt x="2" y="4"/>
                    </a:lnTo>
                    <a:lnTo>
                      <a:pt x="0" y="13"/>
                    </a:lnTo>
                    <a:lnTo>
                      <a:pt x="118" y="13"/>
                    </a:lnTo>
                    <a:lnTo>
                      <a:pt x="122" y="0"/>
                    </a:lnTo>
                    <a:close/>
                  </a:path>
                </a:pathLst>
              </a:custGeom>
              <a:solidFill>
                <a:srgbClr val="F35F6D"/>
              </a:solidFill>
              <a:ln>
                <a:noFill/>
              </a:ln>
              <a:extLst>
                <a:ext uri="{91240B29-F687-4F45-9708-019B960494DF}">
                  <a14:hiddenLine xmlns:a14="http://schemas.microsoft.com/office/drawing/2010/main" w="9525">
                    <a:solidFill>
                      <a:srgbClr val="000000"/>
                    </a:solidFill>
                    <a:round/>
                    <a:headEnd/>
                    <a:tailEnd/>
                  </a14:hiddenLine>
                </a:ext>
              </a:extLst>
            </p:spPr>
            <p:txBody>
              <a:bodyPr anchor="ctr"/>
              <a:lstStyle/>
              <a:p>
                <a:pPr algn="ctr"/>
                <a:endParaRPr/>
              </a:p>
            </p:txBody>
          </p:sp>
          <p:sp>
            <p:nvSpPr>
              <p:cNvPr id="533" name="íSḻide">
                <a:extLst>
                  <a:ext uri="{FF2B5EF4-FFF2-40B4-BE49-F238E27FC236}">
                    <a16:creationId xmlns:a16="http://schemas.microsoft.com/office/drawing/2014/main" id="{909F4A0C-E4D8-4620-8034-E9EF22D836F1}"/>
                  </a:ext>
                </a:extLst>
              </p:cNvPr>
              <p:cNvSpPr/>
              <p:nvPr/>
            </p:nvSpPr>
            <p:spPr bwMode="auto">
              <a:xfrm>
                <a:off x="3603" y="2190"/>
                <a:ext cx="122" cy="13"/>
              </a:xfrm>
              <a:custGeom>
                <a:avLst/>
                <a:gdLst>
                  <a:gd name="T0" fmla="*/ 122 w 122"/>
                  <a:gd name="T1" fmla="*/ 0 h 13"/>
                  <a:gd name="T2" fmla="*/ 5 w 122"/>
                  <a:gd name="T3" fmla="*/ 0 h 13"/>
                  <a:gd name="T4" fmla="*/ 2 w 122"/>
                  <a:gd name="T5" fmla="*/ 4 h 13"/>
                  <a:gd name="T6" fmla="*/ 0 w 122"/>
                  <a:gd name="T7" fmla="*/ 13 h 13"/>
                  <a:gd name="T8" fmla="*/ 118 w 122"/>
                  <a:gd name="T9" fmla="*/ 13 h 13"/>
                  <a:gd name="T10" fmla="*/ 122 w 122"/>
                  <a:gd name="T11" fmla="*/ 0 h 13"/>
                </a:gdLst>
                <a:ahLst/>
                <a:cxnLst>
                  <a:cxn ang="0">
                    <a:pos x="T0" y="T1"/>
                  </a:cxn>
                  <a:cxn ang="0">
                    <a:pos x="T2" y="T3"/>
                  </a:cxn>
                  <a:cxn ang="0">
                    <a:pos x="T4" y="T5"/>
                  </a:cxn>
                  <a:cxn ang="0">
                    <a:pos x="T6" y="T7"/>
                  </a:cxn>
                  <a:cxn ang="0">
                    <a:pos x="T8" y="T9"/>
                  </a:cxn>
                  <a:cxn ang="0">
                    <a:pos x="T10" y="T11"/>
                  </a:cxn>
                </a:cxnLst>
                <a:rect l="0" t="0" r="r" b="b"/>
                <a:pathLst>
                  <a:path w="122" h="13">
                    <a:moveTo>
                      <a:pt x="122" y="0"/>
                    </a:moveTo>
                    <a:lnTo>
                      <a:pt x="5" y="0"/>
                    </a:lnTo>
                    <a:lnTo>
                      <a:pt x="2" y="4"/>
                    </a:lnTo>
                    <a:lnTo>
                      <a:pt x="0" y="13"/>
                    </a:lnTo>
                    <a:lnTo>
                      <a:pt x="118" y="13"/>
                    </a:lnTo>
                    <a:lnTo>
                      <a:pt x="122"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anchor="ctr"/>
              <a:lstStyle/>
              <a:p>
                <a:pPr algn="ctr"/>
                <a:endParaRPr/>
              </a:p>
            </p:txBody>
          </p:sp>
          <p:sp>
            <p:nvSpPr>
              <p:cNvPr id="534" name="íŝḻiḍê">
                <a:extLst>
                  <a:ext uri="{FF2B5EF4-FFF2-40B4-BE49-F238E27FC236}">
                    <a16:creationId xmlns:a16="http://schemas.microsoft.com/office/drawing/2014/main" id="{5CF8E186-58DB-4720-AE7D-94A055F6B8C1}"/>
                  </a:ext>
                </a:extLst>
              </p:cNvPr>
              <p:cNvSpPr/>
              <p:nvPr/>
            </p:nvSpPr>
            <p:spPr bwMode="auto">
              <a:xfrm>
                <a:off x="3698" y="2025"/>
                <a:ext cx="65" cy="13"/>
              </a:xfrm>
              <a:custGeom>
                <a:avLst/>
                <a:gdLst>
                  <a:gd name="T0" fmla="*/ 65 w 65"/>
                  <a:gd name="T1" fmla="*/ 0 h 13"/>
                  <a:gd name="T2" fmla="*/ 8 w 65"/>
                  <a:gd name="T3" fmla="*/ 0 h 13"/>
                  <a:gd name="T4" fmla="*/ 0 w 65"/>
                  <a:gd name="T5" fmla="*/ 13 h 13"/>
                  <a:gd name="T6" fmla="*/ 61 w 65"/>
                  <a:gd name="T7" fmla="*/ 13 h 13"/>
                  <a:gd name="T8" fmla="*/ 65 w 65"/>
                  <a:gd name="T9" fmla="*/ 0 h 13"/>
                </a:gdLst>
                <a:ahLst/>
                <a:cxnLst>
                  <a:cxn ang="0">
                    <a:pos x="T0" y="T1"/>
                  </a:cxn>
                  <a:cxn ang="0">
                    <a:pos x="T2" y="T3"/>
                  </a:cxn>
                  <a:cxn ang="0">
                    <a:pos x="T4" y="T5"/>
                  </a:cxn>
                  <a:cxn ang="0">
                    <a:pos x="T6" y="T7"/>
                  </a:cxn>
                  <a:cxn ang="0">
                    <a:pos x="T8" y="T9"/>
                  </a:cxn>
                </a:cxnLst>
                <a:rect l="0" t="0" r="r" b="b"/>
                <a:pathLst>
                  <a:path w="65" h="13">
                    <a:moveTo>
                      <a:pt x="65" y="0"/>
                    </a:moveTo>
                    <a:lnTo>
                      <a:pt x="8" y="0"/>
                    </a:lnTo>
                    <a:lnTo>
                      <a:pt x="0" y="13"/>
                    </a:lnTo>
                    <a:lnTo>
                      <a:pt x="61" y="13"/>
                    </a:lnTo>
                    <a:lnTo>
                      <a:pt x="65" y="0"/>
                    </a:lnTo>
                    <a:close/>
                  </a:path>
                </a:pathLst>
              </a:custGeom>
              <a:solidFill>
                <a:srgbClr val="EAECFA"/>
              </a:solidFill>
              <a:ln>
                <a:noFill/>
              </a:ln>
              <a:extLst>
                <a:ext uri="{91240B29-F687-4F45-9708-019B960494DF}">
                  <a14:hiddenLine xmlns:a14="http://schemas.microsoft.com/office/drawing/2010/main" w="9525">
                    <a:solidFill>
                      <a:srgbClr val="000000"/>
                    </a:solidFill>
                    <a:round/>
                    <a:headEnd/>
                    <a:tailEnd/>
                  </a14:hiddenLine>
                </a:ext>
              </a:extLst>
            </p:spPr>
            <p:txBody>
              <a:bodyPr anchor="ctr"/>
              <a:lstStyle/>
              <a:p>
                <a:pPr algn="ctr"/>
                <a:endParaRPr/>
              </a:p>
            </p:txBody>
          </p:sp>
          <p:sp>
            <p:nvSpPr>
              <p:cNvPr id="535" name="išḻïḋé">
                <a:extLst>
                  <a:ext uri="{FF2B5EF4-FFF2-40B4-BE49-F238E27FC236}">
                    <a16:creationId xmlns:a16="http://schemas.microsoft.com/office/drawing/2014/main" id="{CB940377-DB91-47BE-8F2A-15DB8710AC1C}"/>
                  </a:ext>
                </a:extLst>
              </p:cNvPr>
              <p:cNvSpPr/>
              <p:nvPr/>
            </p:nvSpPr>
            <p:spPr bwMode="auto">
              <a:xfrm>
                <a:off x="3698" y="2025"/>
                <a:ext cx="65" cy="13"/>
              </a:xfrm>
              <a:custGeom>
                <a:avLst/>
                <a:gdLst>
                  <a:gd name="T0" fmla="*/ 65 w 65"/>
                  <a:gd name="T1" fmla="*/ 0 h 13"/>
                  <a:gd name="T2" fmla="*/ 8 w 65"/>
                  <a:gd name="T3" fmla="*/ 0 h 13"/>
                  <a:gd name="T4" fmla="*/ 0 w 65"/>
                  <a:gd name="T5" fmla="*/ 13 h 13"/>
                  <a:gd name="T6" fmla="*/ 61 w 65"/>
                  <a:gd name="T7" fmla="*/ 13 h 13"/>
                  <a:gd name="T8" fmla="*/ 65 w 65"/>
                  <a:gd name="T9" fmla="*/ 0 h 13"/>
                </a:gdLst>
                <a:ahLst/>
                <a:cxnLst>
                  <a:cxn ang="0">
                    <a:pos x="T0" y="T1"/>
                  </a:cxn>
                  <a:cxn ang="0">
                    <a:pos x="T2" y="T3"/>
                  </a:cxn>
                  <a:cxn ang="0">
                    <a:pos x="T4" y="T5"/>
                  </a:cxn>
                  <a:cxn ang="0">
                    <a:pos x="T6" y="T7"/>
                  </a:cxn>
                  <a:cxn ang="0">
                    <a:pos x="T8" y="T9"/>
                  </a:cxn>
                </a:cxnLst>
                <a:rect l="0" t="0" r="r" b="b"/>
                <a:pathLst>
                  <a:path w="65" h="13">
                    <a:moveTo>
                      <a:pt x="65" y="0"/>
                    </a:moveTo>
                    <a:lnTo>
                      <a:pt x="8" y="0"/>
                    </a:lnTo>
                    <a:lnTo>
                      <a:pt x="0" y="13"/>
                    </a:lnTo>
                    <a:lnTo>
                      <a:pt x="61" y="13"/>
                    </a:lnTo>
                    <a:lnTo>
                      <a:pt x="65"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anchor="ctr"/>
              <a:lstStyle/>
              <a:p>
                <a:pPr algn="ctr"/>
                <a:endParaRPr/>
              </a:p>
            </p:txBody>
          </p:sp>
          <p:sp>
            <p:nvSpPr>
              <p:cNvPr id="536" name="i$ḷïďè">
                <a:extLst>
                  <a:ext uri="{FF2B5EF4-FFF2-40B4-BE49-F238E27FC236}">
                    <a16:creationId xmlns:a16="http://schemas.microsoft.com/office/drawing/2014/main" id="{89257BF9-6918-4663-9A01-710071DED4C8}"/>
                  </a:ext>
                </a:extLst>
              </p:cNvPr>
              <p:cNvSpPr/>
              <p:nvPr/>
            </p:nvSpPr>
            <p:spPr bwMode="auto">
              <a:xfrm>
                <a:off x="3916" y="2025"/>
                <a:ext cx="45" cy="13"/>
              </a:xfrm>
              <a:custGeom>
                <a:avLst/>
                <a:gdLst>
                  <a:gd name="T0" fmla="*/ 45 w 45"/>
                  <a:gd name="T1" fmla="*/ 0 h 13"/>
                  <a:gd name="T2" fmla="*/ 4 w 45"/>
                  <a:gd name="T3" fmla="*/ 0 h 13"/>
                  <a:gd name="T4" fmla="*/ 0 w 45"/>
                  <a:gd name="T5" fmla="*/ 13 h 13"/>
                  <a:gd name="T6" fmla="*/ 37 w 45"/>
                  <a:gd name="T7" fmla="*/ 13 h 13"/>
                  <a:gd name="T8" fmla="*/ 45 w 45"/>
                  <a:gd name="T9" fmla="*/ 0 h 13"/>
                </a:gdLst>
                <a:ahLst/>
                <a:cxnLst>
                  <a:cxn ang="0">
                    <a:pos x="T0" y="T1"/>
                  </a:cxn>
                  <a:cxn ang="0">
                    <a:pos x="T2" y="T3"/>
                  </a:cxn>
                  <a:cxn ang="0">
                    <a:pos x="T4" y="T5"/>
                  </a:cxn>
                  <a:cxn ang="0">
                    <a:pos x="T6" y="T7"/>
                  </a:cxn>
                  <a:cxn ang="0">
                    <a:pos x="T8" y="T9"/>
                  </a:cxn>
                </a:cxnLst>
                <a:rect l="0" t="0" r="r" b="b"/>
                <a:pathLst>
                  <a:path w="45" h="13">
                    <a:moveTo>
                      <a:pt x="45" y="0"/>
                    </a:moveTo>
                    <a:lnTo>
                      <a:pt x="4" y="0"/>
                    </a:lnTo>
                    <a:lnTo>
                      <a:pt x="0" y="13"/>
                    </a:lnTo>
                    <a:lnTo>
                      <a:pt x="37" y="13"/>
                    </a:lnTo>
                    <a:lnTo>
                      <a:pt x="45" y="0"/>
                    </a:lnTo>
                    <a:close/>
                  </a:path>
                </a:pathLst>
              </a:custGeom>
              <a:solidFill>
                <a:srgbClr val="B6DBFD"/>
              </a:solidFill>
              <a:ln>
                <a:noFill/>
              </a:ln>
              <a:extLst>
                <a:ext uri="{91240B29-F687-4F45-9708-019B960494DF}">
                  <a14:hiddenLine xmlns:a14="http://schemas.microsoft.com/office/drawing/2010/main" w="9525">
                    <a:solidFill>
                      <a:srgbClr val="000000"/>
                    </a:solidFill>
                    <a:round/>
                    <a:headEnd/>
                    <a:tailEnd/>
                  </a14:hiddenLine>
                </a:ext>
              </a:extLst>
            </p:spPr>
            <p:txBody>
              <a:bodyPr anchor="ctr"/>
              <a:lstStyle/>
              <a:p>
                <a:pPr algn="ctr"/>
                <a:endParaRPr/>
              </a:p>
            </p:txBody>
          </p:sp>
          <p:sp>
            <p:nvSpPr>
              <p:cNvPr id="537" name="îṥlîḋé">
                <a:extLst>
                  <a:ext uri="{FF2B5EF4-FFF2-40B4-BE49-F238E27FC236}">
                    <a16:creationId xmlns:a16="http://schemas.microsoft.com/office/drawing/2014/main" id="{EB32948F-B401-47B0-94E3-F353B4EF3120}"/>
                  </a:ext>
                </a:extLst>
              </p:cNvPr>
              <p:cNvSpPr/>
              <p:nvPr/>
            </p:nvSpPr>
            <p:spPr bwMode="auto">
              <a:xfrm>
                <a:off x="3916" y="2025"/>
                <a:ext cx="45" cy="13"/>
              </a:xfrm>
              <a:custGeom>
                <a:avLst/>
                <a:gdLst>
                  <a:gd name="T0" fmla="*/ 45 w 45"/>
                  <a:gd name="T1" fmla="*/ 0 h 13"/>
                  <a:gd name="T2" fmla="*/ 4 w 45"/>
                  <a:gd name="T3" fmla="*/ 0 h 13"/>
                  <a:gd name="T4" fmla="*/ 0 w 45"/>
                  <a:gd name="T5" fmla="*/ 13 h 13"/>
                  <a:gd name="T6" fmla="*/ 37 w 45"/>
                  <a:gd name="T7" fmla="*/ 13 h 13"/>
                  <a:gd name="T8" fmla="*/ 45 w 45"/>
                  <a:gd name="T9" fmla="*/ 0 h 13"/>
                </a:gdLst>
                <a:ahLst/>
                <a:cxnLst>
                  <a:cxn ang="0">
                    <a:pos x="T0" y="T1"/>
                  </a:cxn>
                  <a:cxn ang="0">
                    <a:pos x="T2" y="T3"/>
                  </a:cxn>
                  <a:cxn ang="0">
                    <a:pos x="T4" y="T5"/>
                  </a:cxn>
                  <a:cxn ang="0">
                    <a:pos x="T6" y="T7"/>
                  </a:cxn>
                  <a:cxn ang="0">
                    <a:pos x="T8" y="T9"/>
                  </a:cxn>
                </a:cxnLst>
                <a:rect l="0" t="0" r="r" b="b"/>
                <a:pathLst>
                  <a:path w="45" h="13">
                    <a:moveTo>
                      <a:pt x="45" y="0"/>
                    </a:moveTo>
                    <a:lnTo>
                      <a:pt x="4" y="0"/>
                    </a:lnTo>
                    <a:lnTo>
                      <a:pt x="0" y="13"/>
                    </a:lnTo>
                    <a:lnTo>
                      <a:pt x="37" y="13"/>
                    </a:lnTo>
                    <a:lnTo>
                      <a:pt x="45"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anchor="ctr"/>
              <a:lstStyle/>
              <a:p>
                <a:pPr algn="ctr"/>
                <a:endParaRPr/>
              </a:p>
            </p:txBody>
          </p:sp>
          <p:sp>
            <p:nvSpPr>
              <p:cNvPr id="538" name="iślíḓê">
                <a:extLst>
                  <a:ext uri="{FF2B5EF4-FFF2-40B4-BE49-F238E27FC236}">
                    <a16:creationId xmlns:a16="http://schemas.microsoft.com/office/drawing/2014/main" id="{255053F1-693E-4163-83C3-E575C54D97D9}"/>
                  </a:ext>
                </a:extLst>
              </p:cNvPr>
              <p:cNvSpPr/>
              <p:nvPr/>
            </p:nvSpPr>
            <p:spPr bwMode="auto">
              <a:xfrm>
                <a:off x="3665" y="2080"/>
                <a:ext cx="18" cy="12"/>
              </a:xfrm>
              <a:custGeom>
                <a:avLst/>
                <a:gdLst>
                  <a:gd name="T0" fmla="*/ 18 w 18"/>
                  <a:gd name="T1" fmla="*/ 0 h 12"/>
                  <a:gd name="T2" fmla="*/ 8 w 18"/>
                  <a:gd name="T3" fmla="*/ 0 h 12"/>
                  <a:gd name="T4" fmla="*/ 0 w 18"/>
                  <a:gd name="T5" fmla="*/ 12 h 12"/>
                  <a:gd name="T6" fmla="*/ 14 w 18"/>
                  <a:gd name="T7" fmla="*/ 12 h 12"/>
                  <a:gd name="T8" fmla="*/ 18 w 18"/>
                  <a:gd name="T9" fmla="*/ 0 h 12"/>
                </a:gdLst>
                <a:ahLst/>
                <a:cxnLst>
                  <a:cxn ang="0">
                    <a:pos x="T0" y="T1"/>
                  </a:cxn>
                  <a:cxn ang="0">
                    <a:pos x="T2" y="T3"/>
                  </a:cxn>
                  <a:cxn ang="0">
                    <a:pos x="T4" y="T5"/>
                  </a:cxn>
                  <a:cxn ang="0">
                    <a:pos x="T6" y="T7"/>
                  </a:cxn>
                  <a:cxn ang="0">
                    <a:pos x="T8" y="T9"/>
                  </a:cxn>
                </a:cxnLst>
                <a:rect l="0" t="0" r="r" b="b"/>
                <a:pathLst>
                  <a:path w="18" h="12">
                    <a:moveTo>
                      <a:pt x="18" y="0"/>
                    </a:moveTo>
                    <a:lnTo>
                      <a:pt x="8" y="0"/>
                    </a:lnTo>
                    <a:lnTo>
                      <a:pt x="0" y="12"/>
                    </a:lnTo>
                    <a:lnTo>
                      <a:pt x="14" y="12"/>
                    </a:lnTo>
                    <a:lnTo>
                      <a:pt x="18" y="0"/>
                    </a:lnTo>
                    <a:close/>
                  </a:path>
                </a:pathLst>
              </a:custGeom>
              <a:solidFill>
                <a:srgbClr val="B6DBFD"/>
              </a:solidFill>
              <a:ln>
                <a:noFill/>
              </a:ln>
              <a:extLst>
                <a:ext uri="{91240B29-F687-4F45-9708-019B960494DF}">
                  <a14:hiddenLine xmlns:a14="http://schemas.microsoft.com/office/drawing/2010/main" w="9525">
                    <a:solidFill>
                      <a:srgbClr val="000000"/>
                    </a:solidFill>
                    <a:round/>
                    <a:headEnd/>
                    <a:tailEnd/>
                  </a14:hiddenLine>
                </a:ext>
              </a:extLst>
            </p:spPr>
            <p:txBody>
              <a:bodyPr anchor="ctr"/>
              <a:lstStyle/>
              <a:p>
                <a:pPr algn="ctr"/>
                <a:endParaRPr/>
              </a:p>
            </p:txBody>
          </p:sp>
          <p:sp>
            <p:nvSpPr>
              <p:cNvPr id="539" name="ïş1ídé">
                <a:extLst>
                  <a:ext uri="{FF2B5EF4-FFF2-40B4-BE49-F238E27FC236}">
                    <a16:creationId xmlns:a16="http://schemas.microsoft.com/office/drawing/2014/main" id="{553123AA-52A0-4128-A0DB-8A454ACF2B32}"/>
                  </a:ext>
                </a:extLst>
              </p:cNvPr>
              <p:cNvSpPr/>
              <p:nvPr/>
            </p:nvSpPr>
            <p:spPr bwMode="auto">
              <a:xfrm>
                <a:off x="3665" y="2080"/>
                <a:ext cx="18" cy="12"/>
              </a:xfrm>
              <a:custGeom>
                <a:avLst/>
                <a:gdLst>
                  <a:gd name="T0" fmla="*/ 18 w 18"/>
                  <a:gd name="T1" fmla="*/ 0 h 12"/>
                  <a:gd name="T2" fmla="*/ 8 w 18"/>
                  <a:gd name="T3" fmla="*/ 0 h 12"/>
                  <a:gd name="T4" fmla="*/ 0 w 18"/>
                  <a:gd name="T5" fmla="*/ 12 h 12"/>
                  <a:gd name="T6" fmla="*/ 14 w 18"/>
                  <a:gd name="T7" fmla="*/ 12 h 12"/>
                  <a:gd name="T8" fmla="*/ 18 w 18"/>
                  <a:gd name="T9" fmla="*/ 0 h 12"/>
                </a:gdLst>
                <a:ahLst/>
                <a:cxnLst>
                  <a:cxn ang="0">
                    <a:pos x="T0" y="T1"/>
                  </a:cxn>
                  <a:cxn ang="0">
                    <a:pos x="T2" y="T3"/>
                  </a:cxn>
                  <a:cxn ang="0">
                    <a:pos x="T4" y="T5"/>
                  </a:cxn>
                  <a:cxn ang="0">
                    <a:pos x="T6" y="T7"/>
                  </a:cxn>
                  <a:cxn ang="0">
                    <a:pos x="T8" y="T9"/>
                  </a:cxn>
                </a:cxnLst>
                <a:rect l="0" t="0" r="r" b="b"/>
                <a:pathLst>
                  <a:path w="18" h="12">
                    <a:moveTo>
                      <a:pt x="18" y="0"/>
                    </a:moveTo>
                    <a:lnTo>
                      <a:pt x="8" y="0"/>
                    </a:lnTo>
                    <a:lnTo>
                      <a:pt x="0" y="12"/>
                    </a:lnTo>
                    <a:lnTo>
                      <a:pt x="14" y="12"/>
                    </a:lnTo>
                    <a:lnTo>
                      <a:pt x="18"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anchor="ctr"/>
              <a:lstStyle/>
              <a:p>
                <a:pPr algn="ctr"/>
                <a:endParaRPr/>
              </a:p>
            </p:txBody>
          </p:sp>
          <p:sp>
            <p:nvSpPr>
              <p:cNvPr id="540" name="îṧḷïde">
                <a:extLst>
                  <a:ext uri="{FF2B5EF4-FFF2-40B4-BE49-F238E27FC236}">
                    <a16:creationId xmlns:a16="http://schemas.microsoft.com/office/drawing/2014/main" id="{19724323-C082-4782-819A-4512F2B1363C}"/>
                  </a:ext>
                </a:extLst>
              </p:cNvPr>
              <p:cNvSpPr/>
              <p:nvPr/>
            </p:nvSpPr>
            <p:spPr bwMode="auto">
              <a:xfrm>
                <a:off x="3743" y="2080"/>
                <a:ext cx="122" cy="12"/>
              </a:xfrm>
              <a:custGeom>
                <a:avLst/>
                <a:gdLst>
                  <a:gd name="T0" fmla="*/ 122 w 122"/>
                  <a:gd name="T1" fmla="*/ 0 h 12"/>
                  <a:gd name="T2" fmla="*/ 4 w 122"/>
                  <a:gd name="T3" fmla="*/ 0 h 12"/>
                  <a:gd name="T4" fmla="*/ 0 w 122"/>
                  <a:gd name="T5" fmla="*/ 12 h 12"/>
                  <a:gd name="T6" fmla="*/ 118 w 122"/>
                  <a:gd name="T7" fmla="*/ 12 h 12"/>
                  <a:gd name="T8" fmla="*/ 122 w 122"/>
                  <a:gd name="T9" fmla="*/ 0 h 12"/>
                </a:gdLst>
                <a:ahLst/>
                <a:cxnLst>
                  <a:cxn ang="0">
                    <a:pos x="T0" y="T1"/>
                  </a:cxn>
                  <a:cxn ang="0">
                    <a:pos x="T2" y="T3"/>
                  </a:cxn>
                  <a:cxn ang="0">
                    <a:pos x="T4" y="T5"/>
                  </a:cxn>
                  <a:cxn ang="0">
                    <a:pos x="T6" y="T7"/>
                  </a:cxn>
                  <a:cxn ang="0">
                    <a:pos x="T8" y="T9"/>
                  </a:cxn>
                </a:cxnLst>
                <a:rect l="0" t="0" r="r" b="b"/>
                <a:pathLst>
                  <a:path w="122" h="12">
                    <a:moveTo>
                      <a:pt x="122" y="0"/>
                    </a:moveTo>
                    <a:lnTo>
                      <a:pt x="4" y="0"/>
                    </a:lnTo>
                    <a:lnTo>
                      <a:pt x="0" y="12"/>
                    </a:lnTo>
                    <a:lnTo>
                      <a:pt x="118" y="12"/>
                    </a:lnTo>
                    <a:lnTo>
                      <a:pt x="122" y="0"/>
                    </a:lnTo>
                    <a:close/>
                  </a:path>
                </a:pathLst>
              </a:custGeom>
              <a:solidFill>
                <a:srgbClr val="B6DBFD"/>
              </a:solidFill>
              <a:ln>
                <a:noFill/>
              </a:ln>
              <a:extLst>
                <a:ext uri="{91240B29-F687-4F45-9708-019B960494DF}">
                  <a14:hiddenLine xmlns:a14="http://schemas.microsoft.com/office/drawing/2010/main" w="9525">
                    <a:solidFill>
                      <a:srgbClr val="000000"/>
                    </a:solidFill>
                    <a:round/>
                    <a:headEnd/>
                    <a:tailEnd/>
                  </a14:hiddenLine>
                </a:ext>
              </a:extLst>
            </p:spPr>
            <p:txBody>
              <a:bodyPr anchor="ctr"/>
              <a:lstStyle/>
              <a:p>
                <a:pPr algn="ctr"/>
                <a:endParaRPr/>
              </a:p>
            </p:txBody>
          </p:sp>
          <p:sp>
            <p:nvSpPr>
              <p:cNvPr id="541" name="ïṣḷide">
                <a:extLst>
                  <a:ext uri="{FF2B5EF4-FFF2-40B4-BE49-F238E27FC236}">
                    <a16:creationId xmlns:a16="http://schemas.microsoft.com/office/drawing/2014/main" id="{105C325D-DD93-49C0-A701-3AD1DE9A1662}"/>
                  </a:ext>
                </a:extLst>
              </p:cNvPr>
              <p:cNvSpPr/>
              <p:nvPr/>
            </p:nvSpPr>
            <p:spPr bwMode="auto">
              <a:xfrm>
                <a:off x="3743" y="2080"/>
                <a:ext cx="122" cy="12"/>
              </a:xfrm>
              <a:custGeom>
                <a:avLst/>
                <a:gdLst>
                  <a:gd name="T0" fmla="*/ 122 w 122"/>
                  <a:gd name="T1" fmla="*/ 0 h 12"/>
                  <a:gd name="T2" fmla="*/ 4 w 122"/>
                  <a:gd name="T3" fmla="*/ 0 h 12"/>
                  <a:gd name="T4" fmla="*/ 0 w 122"/>
                  <a:gd name="T5" fmla="*/ 12 h 12"/>
                  <a:gd name="T6" fmla="*/ 118 w 122"/>
                  <a:gd name="T7" fmla="*/ 12 h 12"/>
                  <a:gd name="T8" fmla="*/ 122 w 122"/>
                  <a:gd name="T9" fmla="*/ 0 h 12"/>
                </a:gdLst>
                <a:ahLst/>
                <a:cxnLst>
                  <a:cxn ang="0">
                    <a:pos x="T0" y="T1"/>
                  </a:cxn>
                  <a:cxn ang="0">
                    <a:pos x="T2" y="T3"/>
                  </a:cxn>
                  <a:cxn ang="0">
                    <a:pos x="T4" y="T5"/>
                  </a:cxn>
                  <a:cxn ang="0">
                    <a:pos x="T6" y="T7"/>
                  </a:cxn>
                  <a:cxn ang="0">
                    <a:pos x="T8" y="T9"/>
                  </a:cxn>
                </a:cxnLst>
                <a:rect l="0" t="0" r="r" b="b"/>
                <a:pathLst>
                  <a:path w="122" h="12">
                    <a:moveTo>
                      <a:pt x="122" y="0"/>
                    </a:moveTo>
                    <a:lnTo>
                      <a:pt x="4" y="0"/>
                    </a:lnTo>
                    <a:lnTo>
                      <a:pt x="0" y="12"/>
                    </a:lnTo>
                    <a:lnTo>
                      <a:pt x="118" y="12"/>
                    </a:lnTo>
                    <a:lnTo>
                      <a:pt x="122"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anchor="ctr"/>
              <a:lstStyle/>
              <a:p>
                <a:pPr algn="ctr"/>
                <a:endParaRPr/>
              </a:p>
            </p:txBody>
          </p:sp>
          <p:sp>
            <p:nvSpPr>
              <p:cNvPr id="542" name="iṣlîḋè">
                <a:extLst>
                  <a:ext uri="{FF2B5EF4-FFF2-40B4-BE49-F238E27FC236}">
                    <a16:creationId xmlns:a16="http://schemas.microsoft.com/office/drawing/2014/main" id="{F49AF3F9-1176-4C1E-9DAF-067B159291BA}"/>
                  </a:ext>
                </a:extLst>
              </p:cNvPr>
              <p:cNvSpPr/>
              <p:nvPr/>
            </p:nvSpPr>
            <p:spPr bwMode="auto">
              <a:xfrm>
                <a:off x="3902" y="2080"/>
                <a:ext cx="25" cy="12"/>
              </a:xfrm>
              <a:custGeom>
                <a:avLst/>
                <a:gdLst>
                  <a:gd name="T0" fmla="*/ 25 w 25"/>
                  <a:gd name="T1" fmla="*/ 0 h 12"/>
                  <a:gd name="T2" fmla="*/ 4 w 25"/>
                  <a:gd name="T3" fmla="*/ 0 h 12"/>
                  <a:gd name="T4" fmla="*/ 0 w 25"/>
                  <a:gd name="T5" fmla="*/ 12 h 12"/>
                  <a:gd name="T6" fmla="*/ 18 w 25"/>
                  <a:gd name="T7" fmla="*/ 12 h 12"/>
                  <a:gd name="T8" fmla="*/ 25 w 25"/>
                  <a:gd name="T9" fmla="*/ 0 h 12"/>
                </a:gdLst>
                <a:ahLst/>
                <a:cxnLst>
                  <a:cxn ang="0">
                    <a:pos x="T0" y="T1"/>
                  </a:cxn>
                  <a:cxn ang="0">
                    <a:pos x="T2" y="T3"/>
                  </a:cxn>
                  <a:cxn ang="0">
                    <a:pos x="T4" y="T5"/>
                  </a:cxn>
                  <a:cxn ang="0">
                    <a:pos x="T6" y="T7"/>
                  </a:cxn>
                  <a:cxn ang="0">
                    <a:pos x="T8" y="T9"/>
                  </a:cxn>
                </a:cxnLst>
                <a:rect l="0" t="0" r="r" b="b"/>
                <a:pathLst>
                  <a:path w="25" h="12">
                    <a:moveTo>
                      <a:pt x="25" y="0"/>
                    </a:moveTo>
                    <a:lnTo>
                      <a:pt x="4" y="0"/>
                    </a:lnTo>
                    <a:lnTo>
                      <a:pt x="0" y="12"/>
                    </a:lnTo>
                    <a:lnTo>
                      <a:pt x="18" y="12"/>
                    </a:lnTo>
                    <a:lnTo>
                      <a:pt x="25" y="0"/>
                    </a:lnTo>
                    <a:close/>
                  </a:path>
                </a:pathLst>
              </a:custGeom>
              <a:solidFill>
                <a:srgbClr val="F8FAFE"/>
              </a:solidFill>
              <a:ln>
                <a:noFill/>
              </a:ln>
              <a:extLst>
                <a:ext uri="{91240B29-F687-4F45-9708-019B960494DF}">
                  <a14:hiddenLine xmlns:a14="http://schemas.microsoft.com/office/drawing/2010/main" w="9525">
                    <a:solidFill>
                      <a:srgbClr val="000000"/>
                    </a:solidFill>
                    <a:round/>
                    <a:headEnd/>
                    <a:tailEnd/>
                  </a14:hiddenLine>
                </a:ext>
              </a:extLst>
            </p:spPr>
            <p:txBody>
              <a:bodyPr anchor="ctr"/>
              <a:lstStyle/>
              <a:p>
                <a:pPr algn="ctr"/>
                <a:endParaRPr/>
              </a:p>
            </p:txBody>
          </p:sp>
          <p:sp>
            <p:nvSpPr>
              <p:cNvPr id="543" name="ïŝľíďe">
                <a:extLst>
                  <a:ext uri="{FF2B5EF4-FFF2-40B4-BE49-F238E27FC236}">
                    <a16:creationId xmlns:a16="http://schemas.microsoft.com/office/drawing/2014/main" id="{B6FBA9FA-2E41-4C8D-99CC-EC23A87D079A}"/>
                  </a:ext>
                </a:extLst>
              </p:cNvPr>
              <p:cNvSpPr/>
              <p:nvPr/>
            </p:nvSpPr>
            <p:spPr bwMode="auto">
              <a:xfrm>
                <a:off x="3902" y="2080"/>
                <a:ext cx="25" cy="12"/>
              </a:xfrm>
              <a:custGeom>
                <a:avLst/>
                <a:gdLst>
                  <a:gd name="T0" fmla="*/ 25 w 25"/>
                  <a:gd name="T1" fmla="*/ 0 h 12"/>
                  <a:gd name="T2" fmla="*/ 4 w 25"/>
                  <a:gd name="T3" fmla="*/ 0 h 12"/>
                  <a:gd name="T4" fmla="*/ 0 w 25"/>
                  <a:gd name="T5" fmla="*/ 12 h 12"/>
                  <a:gd name="T6" fmla="*/ 18 w 25"/>
                  <a:gd name="T7" fmla="*/ 12 h 12"/>
                  <a:gd name="T8" fmla="*/ 25 w 25"/>
                  <a:gd name="T9" fmla="*/ 0 h 12"/>
                </a:gdLst>
                <a:ahLst/>
                <a:cxnLst>
                  <a:cxn ang="0">
                    <a:pos x="T0" y="T1"/>
                  </a:cxn>
                  <a:cxn ang="0">
                    <a:pos x="T2" y="T3"/>
                  </a:cxn>
                  <a:cxn ang="0">
                    <a:pos x="T4" y="T5"/>
                  </a:cxn>
                  <a:cxn ang="0">
                    <a:pos x="T6" y="T7"/>
                  </a:cxn>
                  <a:cxn ang="0">
                    <a:pos x="T8" y="T9"/>
                  </a:cxn>
                </a:cxnLst>
                <a:rect l="0" t="0" r="r" b="b"/>
                <a:pathLst>
                  <a:path w="25" h="12">
                    <a:moveTo>
                      <a:pt x="25" y="0"/>
                    </a:moveTo>
                    <a:lnTo>
                      <a:pt x="4" y="0"/>
                    </a:lnTo>
                    <a:lnTo>
                      <a:pt x="0" y="12"/>
                    </a:lnTo>
                    <a:lnTo>
                      <a:pt x="18" y="12"/>
                    </a:lnTo>
                    <a:lnTo>
                      <a:pt x="25"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anchor="ctr"/>
              <a:lstStyle/>
              <a:p>
                <a:pPr algn="ctr"/>
                <a:endParaRPr/>
              </a:p>
            </p:txBody>
          </p:sp>
          <p:sp>
            <p:nvSpPr>
              <p:cNvPr id="544" name="îŝ1ide">
                <a:extLst>
                  <a:ext uri="{FF2B5EF4-FFF2-40B4-BE49-F238E27FC236}">
                    <a16:creationId xmlns:a16="http://schemas.microsoft.com/office/drawing/2014/main" id="{966C5959-B880-4B24-8D14-3CD576D6E722}"/>
                  </a:ext>
                </a:extLst>
              </p:cNvPr>
              <p:cNvSpPr/>
              <p:nvPr/>
            </p:nvSpPr>
            <p:spPr bwMode="auto">
              <a:xfrm>
                <a:off x="2944" y="2390"/>
                <a:ext cx="796" cy="62"/>
              </a:xfrm>
              <a:custGeom>
                <a:avLst/>
                <a:gdLst>
                  <a:gd name="T0" fmla="*/ 600 w 625"/>
                  <a:gd name="T1" fmla="*/ 49 h 49"/>
                  <a:gd name="T2" fmla="*/ 25 w 625"/>
                  <a:gd name="T3" fmla="*/ 49 h 49"/>
                  <a:gd name="T4" fmla="*/ 0 w 625"/>
                  <a:gd name="T5" fmla="*/ 24 h 49"/>
                  <a:gd name="T6" fmla="*/ 25 w 625"/>
                  <a:gd name="T7" fmla="*/ 0 h 49"/>
                  <a:gd name="T8" fmla="*/ 600 w 625"/>
                  <a:gd name="T9" fmla="*/ 0 h 49"/>
                  <a:gd name="T10" fmla="*/ 625 w 625"/>
                  <a:gd name="T11" fmla="*/ 24 h 49"/>
                  <a:gd name="T12" fmla="*/ 600 w 625"/>
                  <a:gd name="T13" fmla="*/ 49 h 49"/>
                </a:gdLst>
                <a:ahLst/>
                <a:cxnLst>
                  <a:cxn ang="0">
                    <a:pos x="T0" y="T1"/>
                  </a:cxn>
                  <a:cxn ang="0">
                    <a:pos x="T2" y="T3"/>
                  </a:cxn>
                  <a:cxn ang="0">
                    <a:pos x="T4" y="T5"/>
                  </a:cxn>
                  <a:cxn ang="0">
                    <a:pos x="T6" y="T7"/>
                  </a:cxn>
                  <a:cxn ang="0">
                    <a:pos x="T8" y="T9"/>
                  </a:cxn>
                  <a:cxn ang="0">
                    <a:pos x="T10" y="T11"/>
                  </a:cxn>
                  <a:cxn ang="0">
                    <a:pos x="T12" y="T13"/>
                  </a:cxn>
                </a:cxnLst>
                <a:rect l="0" t="0" r="r" b="b"/>
                <a:pathLst>
                  <a:path w="625" h="49">
                    <a:moveTo>
                      <a:pt x="600" y="49"/>
                    </a:moveTo>
                    <a:cubicBezTo>
                      <a:pt x="25" y="49"/>
                      <a:pt x="25" y="49"/>
                      <a:pt x="25" y="49"/>
                    </a:cubicBezTo>
                    <a:cubicBezTo>
                      <a:pt x="11" y="49"/>
                      <a:pt x="0" y="38"/>
                      <a:pt x="0" y="24"/>
                    </a:cubicBezTo>
                    <a:cubicBezTo>
                      <a:pt x="0" y="11"/>
                      <a:pt x="11" y="0"/>
                      <a:pt x="25" y="0"/>
                    </a:cubicBezTo>
                    <a:cubicBezTo>
                      <a:pt x="600" y="0"/>
                      <a:pt x="600" y="0"/>
                      <a:pt x="600" y="0"/>
                    </a:cubicBezTo>
                    <a:cubicBezTo>
                      <a:pt x="614" y="0"/>
                      <a:pt x="625" y="11"/>
                      <a:pt x="625" y="24"/>
                    </a:cubicBezTo>
                    <a:cubicBezTo>
                      <a:pt x="625" y="38"/>
                      <a:pt x="614" y="49"/>
                      <a:pt x="600" y="49"/>
                    </a:cubicBezTo>
                  </a:path>
                </a:pathLst>
              </a:custGeom>
              <a:solidFill>
                <a:srgbClr val="807C89"/>
              </a:solidFill>
              <a:ln>
                <a:noFill/>
              </a:ln>
              <a:extLst>
                <a:ext uri="{91240B29-F687-4F45-9708-019B960494DF}">
                  <a14:hiddenLine xmlns:a14="http://schemas.microsoft.com/office/drawing/2010/main" w="9525">
                    <a:solidFill>
                      <a:srgbClr val="000000"/>
                    </a:solidFill>
                    <a:round/>
                    <a:headEnd/>
                    <a:tailEnd/>
                  </a14:hiddenLine>
                </a:ext>
              </a:extLst>
            </p:spPr>
            <p:txBody>
              <a:bodyPr anchor="ctr"/>
              <a:lstStyle/>
              <a:p>
                <a:pPr algn="ctr"/>
                <a:endParaRPr/>
              </a:p>
            </p:txBody>
          </p:sp>
          <p:sp>
            <p:nvSpPr>
              <p:cNvPr id="545" name="íŝ1iḋe">
                <a:extLst>
                  <a:ext uri="{FF2B5EF4-FFF2-40B4-BE49-F238E27FC236}">
                    <a16:creationId xmlns:a16="http://schemas.microsoft.com/office/drawing/2014/main" id="{B60764CB-6AD1-40CA-8E65-84F4EC02BE3B}"/>
                  </a:ext>
                </a:extLst>
              </p:cNvPr>
              <p:cNvSpPr/>
              <p:nvPr/>
            </p:nvSpPr>
            <p:spPr bwMode="auto">
              <a:xfrm>
                <a:off x="3531" y="2388"/>
                <a:ext cx="487" cy="62"/>
              </a:xfrm>
              <a:custGeom>
                <a:avLst/>
                <a:gdLst>
                  <a:gd name="T0" fmla="*/ 358 w 382"/>
                  <a:gd name="T1" fmla="*/ 49 h 49"/>
                  <a:gd name="T2" fmla="*/ 24 w 382"/>
                  <a:gd name="T3" fmla="*/ 49 h 49"/>
                  <a:gd name="T4" fmla="*/ 0 w 382"/>
                  <a:gd name="T5" fmla="*/ 25 h 49"/>
                  <a:gd name="T6" fmla="*/ 24 w 382"/>
                  <a:gd name="T7" fmla="*/ 0 h 49"/>
                  <a:gd name="T8" fmla="*/ 358 w 382"/>
                  <a:gd name="T9" fmla="*/ 0 h 49"/>
                  <a:gd name="T10" fmla="*/ 382 w 382"/>
                  <a:gd name="T11" fmla="*/ 25 h 49"/>
                  <a:gd name="T12" fmla="*/ 358 w 382"/>
                  <a:gd name="T13" fmla="*/ 49 h 49"/>
                </a:gdLst>
                <a:ahLst/>
                <a:cxnLst>
                  <a:cxn ang="0">
                    <a:pos x="T0" y="T1"/>
                  </a:cxn>
                  <a:cxn ang="0">
                    <a:pos x="T2" y="T3"/>
                  </a:cxn>
                  <a:cxn ang="0">
                    <a:pos x="T4" y="T5"/>
                  </a:cxn>
                  <a:cxn ang="0">
                    <a:pos x="T6" y="T7"/>
                  </a:cxn>
                  <a:cxn ang="0">
                    <a:pos x="T8" y="T9"/>
                  </a:cxn>
                  <a:cxn ang="0">
                    <a:pos x="T10" y="T11"/>
                  </a:cxn>
                  <a:cxn ang="0">
                    <a:pos x="T12" y="T13"/>
                  </a:cxn>
                </a:cxnLst>
                <a:rect l="0" t="0" r="r" b="b"/>
                <a:pathLst>
                  <a:path w="382" h="49">
                    <a:moveTo>
                      <a:pt x="358" y="49"/>
                    </a:moveTo>
                    <a:cubicBezTo>
                      <a:pt x="24" y="49"/>
                      <a:pt x="24" y="49"/>
                      <a:pt x="24" y="49"/>
                    </a:cubicBezTo>
                    <a:cubicBezTo>
                      <a:pt x="11" y="49"/>
                      <a:pt x="0" y="38"/>
                      <a:pt x="0" y="25"/>
                    </a:cubicBezTo>
                    <a:cubicBezTo>
                      <a:pt x="0" y="11"/>
                      <a:pt x="11" y="0"/>
                      <a:pt x="24" y="0"/>
                    </a:cubicBezTo>
                    <a:cubicBezTo>
                      <a:pt x="358" y="0"/>
                      <a:pt x="358" y="0"/>
                      <a:pt x="358" y="0"/>
                    </a:cubicBezTo>
                    <a:cubicBezTo>
                      <a:pt x="371" y="0"/>
                      <a:pt x="382" y="11"/>
                      <a:pt x="382" y="25"/>
                    </a:cubicBezTo>
                    <a:cubicBezTo>
                      <a:pt x="382" y="38"/>
                      <a:pt x="371" y="49"/>
                      <a:pt x="358" y="49"/>
                    </a:cubicBezTo>
                  </a:path>
                </a:pathLst>
              </a:custGeom>
              <a:solidFill>
                <a:srgbClr val="E2E2E2"/>
              </a:solidFill>
              <a:ln>
                <a:noFill/>
              </a:ln>
              <a:extLst>
                <a:ext uri="{91240B29-F687-4F45-9708-019B960494DF}">
                  <a14:hiddenLine xmlns:a14="http://schemas.microsoft.com/office/drawing/2010/main" w="9525">
                    <a:solidFill>
                      <a:srgbClr val="000000"/>
                    </a:solidFill>
                    <a:round/>
                    <a:headEnd/>
                    <a:tailEnd/>
                  </a14:hiddenLine>
                </a:ext>
              </a:extLst>
            </p:spPr>
            <p:txBody>
              <a:bodyPr anchor="ctr"/>
              <a:lstStyle/>
              <a:p>
                <a:pPr algn="ctr"/>
                <a:endParaRPr/>
              </a:p>
            </p:txBody>
          </p:sp>
          <p:sp>
            <p:nvSpPr>
              <p:cNvPr id="546" name="îṧľiḓé">
                <a:extLst>
                  <a:ext uri="{FF2B5EF4-FFF2-40B4-BE49-F238E27FC236}">
                    <a16:creationId xmlns:a16="http://schemas.microsoft.com/office/drawing/2014/main" id="{A3E0D4D4-DB2A-42FB-BB3D-95C8B6FDD0EA}"/>
                  </a:ext>
                </a:extLst>
              </p:cNvPr>
              <p:cNvSpPr/>
              <p:nvPr/>
            </p:nvSpPr>
            <p:spPr bwMode="auto">
              <a:xfrm>
                <a:off x="3699" y="2409"/>
                <a:ext cx="55" cy="31"/>
              </a:xfrm>
              <a:prstGeom prst="rect">
                <a:avLst/>
              </a:prstGeom>
              <a:solidFill>
                <a:srgbClr val="BEBCC1"/>
              </a:solidFill>
              <a:ln>
                <a:noFill/>
              </a:ln>
              <a:extLst>
                <a:ext uri="{91240B29-F687-4F45-9708-019B960494DF}">
                  <a14:hiddenLine xmlns:a14="http://schemas.microsoft.com/office/drawing/2010/main" w="9525">
                    <a:solidFill>
                      <a:srgbClr val="000000"/>
                    </a:solidFill>
                    <a:miter lim="800000"/>
                    <a:headEnd/>
                    <a:tailEnd/>
                  </a14:hiddenLine>
                </a:ext>
              </a:extLst>
            </p:spPr>
            <p:txBody>
              <a:bodyPr anchor="ctr"/>
              <a:lstStyle/>
              <a:p>
                <a:pPr algn="ctr"/>
                <a:endParaRPr/>
              </a:p>
            </p:txBody>
          </p:sp>
          <p:sp>
            <p:nvSpPr>
              <p:cNvPr id="547" name="ï$liḋe">
                <a:extLst>
                  <a:ext uri="{FF2B5EF4-FFF2-40B4-BE49-F238E27FC236}">
                    <a16:creationId xmlns:a16="http://schemas.microsoft.com/office/drawing/2014/main" id="{00477741-C233-42C0-93E5-2AE155130F11}"/>
                  </a:ext>
                </a:extLst>
              </p:cNvPr>
              <p:cNvSpPr/>
              <p:nvPr/>
            </p:nvSpPr>
            <p:spPr bwMode="auto">
              <a:xfrm>
                <a:off x="3699" y="2409"/>
                <a:ext cx="55" cy="3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lstStyle/>
              <a:p>
                <a:pPr algn="ctr"/>
                <a:endParaRPr/>
              </a:p>
            </p:txBody>
          </p:sp>
          <p:sp>
            <p:nvSpPr>
              <p:cNvPr id="548" name="îSḷîḍè">
                <a:extLst>
                  <a:ext uri="{FF2B5EF4-FFF2-40B4-BE49-F238E27FC236}">
                    <a16:creationId xmlns:a16="http://schemas.microsoft.com/office/drawing/2014/main" id="{9B627058-A7B0-4F32-B0D2-7866727FD60C}"/>
                  </a:ext>
                </a:extLst>
              </p:cNvPr>
              <p:cNvSpPr/>
              <p:nvPr/>
            </p:nvSpPr>
            <p:spPr bwMode="auto">
              <a:xfrm>
                <a:off x="3782" y="2409"/>
                <a:ext cx="54" cy="31"/>
              </a:xfrm>
              <a:prstGeom prst="rect">
                <a:avLst/>
              </a:prstGeom>
              <a:solidFill>
                <a:srgbClr val="BEBCC1"/>
              </a:solidFill>
              <a:ln>
                <a:noFill/>
              </a:ln>
              <a:extLst>
                <a:ext uri="{91240B29-F687-4F45-9708-019B960494DF}">
                  <a14:hiddenLine xmlns:a14="http://schemas.microsoft.com/office/drawing/2010/main" w="9525">
                    <a:solidFill>
                      <a:srgbClr val="000000"/>
                    </a:solidFill>
                    <a:miter lim="800000"/>
                    <a:headEnd/>
                    <a:tailEnd/>
                  </a14:hiddenLine>
                </a:ext>
              </a:extLst>
            </p:spPr>
            <p:txBody>
              <a:bodyPr anchor="ctr"/>
              <a:lstStyle/>
              <a:p>
                <a:pPr algn="ctr"/>
                <a:endParaRPr/>
              </a:p>
            </p:txBody>
          </p:sp>
          <p:sp>
            <p:nvSpPr>
              <p:cNvPr id="549" name="iśḻîḋè">
                <a:extLst>
                  <a:ext uri="{FF2B5EF4-FFF2-40B4-BE49-F238E27FC236}">
                    <a16:creationId xmlns:a16="http://schemas.microsoft.com/office/drawing/2014/main" id="{0CFAFF6D-2360-467B-AE14-46F9429A25F7}"/>
                  </a:ext>
                </a:extLst>
              </p:cNvPr>
              <p:cNvSpPr/>
              <p:nvPr/>
            </p:nvSpPr>
            <p:spPr bwMode="auto">
              <a:xfrm>
                <a:off x="3782" y="2409"/>
                <a:ext cx="54" cy="3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lstStyle/>
              <a:p>
                <a:pPr algn="ctr"/>
                <a:endParaRPr/>
              </a:p>
            </p:txBody>
          </p:sp>
          <p:sp>
            <p:nvSpPr>
              <p:cNvPr id="550" name="iŝļîḓè">
                <a:extLst>
                  <a:ext uri="{FF2B5EF4-FFF2-40B4-BE49-F238E27FC236}">
                    <a16:creationId xmlns:a16="http://schemas.microsoft.com/office/drawing/2014/main" id="{9935EFE1-62F9-4DFA-AED5-E9D22FC89AAE}"/>
                  </a:ext>
                </a:extLst>
              </p:cNvPr>
              <p:cNvSpPr/>
              <p:nvPr/>
            </p:nvSpPr>
            <p:spPr bwMode="auto">
              <a:xfrm>
                <a:off x="3796" y="2408"/>
                <a:ext cx="56" cy="19"/>
              </a:xfrm>
              <a:prstGeom prst="rect">
                <a:avLst/>
              </a:prstGeom>
              <a:solidFill>
                <a:srgbClr val="07123F"/>
              </a:solidFill>
              <a:ln>
                <a:noFill/>
              </a:ln>
              <a:extLst>
                <a:ext uri="{91240B29-F687-4F45-9708-019B960494DF}">
                  <a14:hiddenLine xmlns:a14="http://schemas.microsoft.com/office/drawing/2010/main" w="9525">
                    <a:solidFill>
                      <a:srgbClr val="000000"/>
                    </a:solidFill>
                    <a:miter lim="800000"/>
                    <a:headEnd/>
                    <a:tailEnd/>
                  </a14:hiddenLine>
                </a:ext>
              </a:extLst>
            </p:spPr>
            <p:txBody>
              <a:bodyPr anchor="ctr"/>
              <a:lstStyle/>
              <a:p>
                <a:pPr algn="ctr"/>
                <a:endParaRPr/>
              </a:p>
            </p:txBody>
          </p:sp>
          <p:sp>
            <p:nvSpPr>
              <p:cNvPr id="551" name="işľidè">
                <a:extLst>
                  <a:ext uri="{FF2B5EF4-FFF2-40B4-BE49-F238E27FC236}">
                    <a16:creationId xmlns:a16="http://schemas.microsoft.com/office/drawing/2014/main" id="{04A2BA6A-1EC3-4531-98D4-D9BCA7A83E83}"/>
                  </a:ext>
                </a:extLst>
              </p:cNvPr>
              <p:cNvSpPr/>
              <p:nvPr/>
            </p:nvSpPr>
            <p:spPr bwMode="auto">
              <a:xfrm>
                <a:off x="3712" y="2408"/>
                <a:ext cx="43" cy="19"/>
              </a:xfrm>
              <a:prstGeom prst="rect">
                <a:avLst/>
              </a:prstGeom>
              <a:solidFill>
                <a:srgbClr val="FFFFFF"/>
              </a:solidFill>
              <a:ln>
                <a:noFill/>
              </a:ln>
              <a:extLst>
                <a:ext uri="{91240B29-F687-4F45-9708-019B960494DF}">
                  <a14:hiddenLine xmlns:a14="http://schemas.microsoft.com/office/drawing/2010/main" w="9525">
                    <a:solidFill>
                      <a:srgbClr val="000000"/>
                    </a:solidFill>
                    <a:miter lim="800000"/>
                    <a:headEnd/>
                    <a:tailEnd/>
                  </a14:hiddenLine>
                </a:ext>
              </a:extLst>
            </p:spPr>
            <p:txBody>
              <a:bodyPr anchor="ctr"/>
              <a:lstStyle/>
              <a:p>
                <a:pPr algn="ctr"/>
                <a:endParaRPr/>
              </a:p>
            </p:txBody>
          </p:sp>
          <p:sp>
            <p:nvSpPr>
              <p:cNvPr id="552" name="ïšḻïḑé">
                <a:extLst>
                  <a:ext uri="{FF2B5EF4-FFF2-40B4-BE49-F238E27FC236}">
                    <a16:creationId xmlns:a16="http://schemas.microsoft.com/office/drawing/2014/main" id="{AC439AE1-6C7C-4A55-943F-B36840902977}"/>
                  </a:ext>
                </a:extLst>
              </p:cNvPr>
              <p:cNvSpPr/>
              <p:nvPr/>
            </p:nvSpPr>
            <p:spPr bwMode="auto">
              <a:xfrm>
                <a:off x="3970" y="2828"/>
                <a:ext cx="402" cy="81"/>
              </a:xfrm>
              <a:prstGeom prst="rect">
                <a:avLst/>
              </a:prstGeom>
              <a:solidFill>
                <a:srgbClr val="757387"/>
              </a:solidFill>
              <a:ln>
                <a:noFill/>
              </a:ln>
              <a:extLst>
                <a:ext uri="{91240B29-F687-4F45-9708-019B960494DF}">
                  <a14:hiddenLine xmlns:a14="http://schemas.microsoft.com/office/drawing/2010/main" w="9525">
                    <a:solidFill>
                      <a:srgbClr val="000000"/>
                    </a:solidFill>
                    <a:miter lim="800000"/>
                    <a:headEnd/>
                    <a:tailEnd/>
                  </a14:hiddenLine>
                </a:ext>
              </a:extLst>
            </p:spPr>
            <p:txBody>
              <a:bodyPr anchor="ctr"/>
              <a:lstStyle/>
              <a:p>
                <a:pPr algn="ctr"/>
                <a:endParaRPr/>
              </a:p>
            </p:txBody>
          </p:sp>
          <p:sp>
            <p:nvSpPr>
              <p:cNvPr id="553" name="ïṩľïḍê">
                <a:extLst>
                  <a:ext uri="{FF2B5EF4-FFF2-40B4-BE49-F238E27FC236}">
                    <a16:creationId xmlns:a16="http://schemas.microsoft.com/office/drawing/2014/main" id="{5B2BC482-B798-4741-9D57-24F14B2CB088}"/>
                  </a:ext>
                </a:extLst>
              </p:cNvPr>
              <p:cNvSpPr/>
              <p:nvPr/>
            </p:nvSpPr>
            <p:spPr bwMode="auto">
              <a:xfrm>
                <a:off x="4307" y="2553"/>
                <a:ext cx="92" cy="1129"/>
              </a:xfrm>
              <a:prstGeom prst="rect">
                <a:avLst/>
              </a:prstGeom>
              <a:solidFill>
                <a:srgbClr val="757387"/>
              </a:solidFill>
              <a:ln>
                <a:noFill/>
              </a:ln>
              <a:extLst>
                <a:ext uri="{91240B29-F687-4F45-9708-019B960494DF}">
                  <a14:hiddenLine xmlns:a14="http://schemas.microsoft.com/office/drawing/2010/main" w="9525">
                    <a:solidFill>
                      <a:srgbClr val="000000"/>
                    </a:solidFill>
                    <a:miter lim="800000"/>
                    <a:headEnd/>
                    <a:tailEnd/>
                  </a14:hiddenLine>
                </a:ext>
              </a:extLst>
            </p:spPr>
            <p:txBody>
              <a:bodyPr anchor="ctr"/>
              <a:lstStyle/>
              <a:p>
                <a:pPr algn="ctr"/>
                <a:endParaRPr/>
              </a:p>
            </p:txBody>
          </p:sp>
          <p:sp>
            <p:nvSpPr>
              <p:cNvPr id="554" name="îŝlîdê">
                <a:extLst>
                  <a:ext uri="{FF2B5EF4-FFF2-40B4-BE49-F238E27FC236}">
                    <a16:creationId xmlns:a16="http://schemas.microsoft.com/office/drawing/2014/main" id="{A5414C37-B632-47F2-BEF6-ADBF68034283}"/>
                  </a:ext>
                </a:extLst>
              </p:cNvPr>
              <p:cNvSpPr/>
              <p:nvPr/>
            </p:nvSpPr>
            <p:spPr bwMode="auto">
              <a:xfrm>
                <a:off x="3939" y="2547"/>
                <a:ext cx="92" cy="1132"/>
              </a:xfrm>
              <a:prstGeom prst="rect">
                <a:avLst/>
              </a:prstGeom>
              <a:solidFill>
                <a:srgbClr val="B9B5C8"/>
              </a:solidFill>
              <a:ln>
                <a:noFill/>
              </a:ln>
              <a:extLst>
                <a:ext uri="{91240B29-F687-4F45-9708-019B960494DF}">
                  <a14:hiddenLine xmlns:a14="http://schemas.microsoft.com/office/drawing/2010/main" w="9525">
                    <a:solidFill>
                      <a:srgbClr val="000000"/>
                    </a:solidFill>
                    <a:miter lim="800000"/>
                    <a:headEnd/>
                    <a:tailEnd/>
                  </a14:hiddenLine>
                </a:ext>
              </a:extLst>
            </p:spPr>
            <p:txBody>
              <a:bodyPr anchor="ctr"/>
              <a:lstStyle/>
              <a:p>
                <a:pPr algn="ctr"/>
                <a:endParaRPr/>
              </a:p>
            </p:txBody>
          </p:sp>
          <p:sp>
            <p:nvSpPr>
              <p:cNvPr id="555" name="iSļiďe">
                <a:extLst>
                  <a:ext uri="{FF2B5EF4-FFF2-40B4-BE49-F238E27FC236}">
                    <a16:creationId xmlns:a16="http://schemas.microsoft.com/office/drawing/2014/main" id="{5574B4F0-A7A3-4C06-B2A8-8D6BFABA2A2E}"/>
                  </a:ext>
                </a:extLst>
              </p:cNvPr>
              <p:cNvSpPr/>
              <p:nvPr/>
            </p:nvSpPr>
            <p:spPr bwMode="auto">
              <a:xfrm>
                <a:off x="3939" y="2483"/>
                <a:ext cx="92" cy="499"/>
              </a:xfrm>
              <a:prstGeom prst="rect">
                <a:avLst/>
              </a:prstGeom>
              <a:solidFill>
                <a:srgbClr val="757387"/>
              </a:solidFill>
              <a:ln>
                <a:noFill/>
              </a:ln>
              <a:extLst>
                <a:ext uri="{91240B29-F687-4F45-9708-019B960494DF}">
                  <a14:hiddenLine xmlns:a14="http://schemas.microsoft.com/office/drawing/2010/main" w="9525">
                    <a:solidFill>
                      <a:srgbClr val="000000"/>
                    </a:solidFill>
                    <a:miter lim="800000"/>
                    <a:headEnd/>
                    <a:tailEnd/>
                  </a14:hiddenLine>
                </a:ext>
              </a:extLst>
            </p:spPr>
            <p:txBody>
              <a:bodyPr anchor="ctr"/>
              <a:lstStyle/>
              <a:p>
                <a:pPr algn="ctr"/>
                <a:endParaRPr/>
              </a:p>
            </p:txBody>
          </p:sp>
          <p:sp>
            <p:nvSpPr>
              <p:cNvPr id="556" name="ïsļïḋè">
                <a:extLst>
                  <a:ext uri="{FF2B5EF4-FFF2-40B4-BE49-F238E27FC236}">
                    <a16:creationId xmlns:a16="http://schemas.microsoft.com/office/drawing/2014/main" id="{5868742A-77BD-4880-94B2-22950DD1F5BA}"/>
                  </a:ext>
                </a:extLst>
              </p:cNvPr>
              <p:cNvSpPr/>
              <p:nvPr/>
            </p:nvSpPr>
            <p:spPr bwMode="auto">
              <a:xfrm>
                <a:off x="3200" y="2450"/>
                <a:ext cx="1277" cy="102"/>
              </a:xfrm>
              <a:custGeom>
                <a:avLst/>
                <a:gdLst>
                  <a:gd name="T0" fmla="*/ 1002 w 1002"/>
                  <a:gd name="T1" fmla="*/ 80 h 80"/>
                  <a:gd name="T2" fmla="*/ 0 w 1002"/>
                  <a:gd name="T3" fmla="*/ 80 h 80"/>
                  <a:gd name="T4" fmla="*/ 0 w 1002"/>
                  <a:gd name="T5" fmla="*/ 19 h 80"/>
                  <a:gd name="T6" fmla="*/ 19 w 1002"/>
                  <a:gd name="T7" fmla="*/ 0 h 80"/>
                  <a:gd name="T8" fmla="*/ 983 w 1002"/>
                  <a:gd name="T9" fmla="*/ 0 h 80"/>
                  <a:gd name="T10" fmla="*/ 1002 w 1002"/>
                  <a:gd name="T11" fmla="*/ 19 h 80"/>
                  <a:gd name="T12" fmla="*/ 1002 w 1002"/>
                  <a:gd name="T13" fmla="*/ 80 h 80"/>
                </a:gdLst>
                <a:ahLst/>
                <a:cxnLst>
                  <a:cxn ang="0">
                    <a:pos x="T0" y="T1"/>
                  </a:cxn>
                  <a:cxn ang="0">
                    <a:pos x="T2" y="T3"/>
                  </a:cxn>
                  <a:cxn ang="0">
                    <a:pos x="T4" y="T5"/>
                  </a:cxn>
                  <a:cxn ang="0">
                    <a:pos x="T6" y="T7"/>
                  </a:cxn>
                  <a:cxn ang="0">
                    <a:pos x="T8" y="T9"/>
                  </a:cxn>
                  <a:cxn ang="0">
                    <a:pos x="T10" y="T11"/>
                  </a:cxn>
                  <a:cxn ang="0">
                    <a:pos x="T12" y="T13"/>
                  </a:cxn>
                </a:cxnLst>
                <a:rect l="0" t="0" r="r" b="b"/>
                <a:pathLst>
                  <a:path w="1002" h="80">
                    <a:moveTo>
                      <a:pt x="1002" y="80"/>
                    </a:moveTo>
                    <a:cubicBezTo>
                      <a:pt x="0" y="80"/>
                      <a:pt x="0" y="80"/>
                      <a:pt x="0" y="80"/>
                    </a:cubicBezTo>
                    <a:cubicBezTo>
                      <a:pt x="0" y="19"/>
                      <a:pt x="0" y="19"/>
                      <a:pt x="0" y="19"/>
                    </a:cubicBezTo>
                    <a:cubicBezTo>
                      <a:pt x="0" y="9"/>
                      <a:pt x="9" y="0"/>
                      <a:pt x="19" y="0"/>
                    </a:cubicBezTo>
                    <a:cubicBezTo>
                      <a:pt x="983" y="0"/>
                      <a:pt x="983" y="0"/>
                      <a:pt x="983" y="0"/>
                    </a:cubicBezTo>
                    <a:cubicBezTo>
                      <a:pt x="993" y="0"/>
                      <a:pt x="1002" y="9"/>
                      <a:pt x="1002" y="19"/>
                    </a:cubicBezTo>
                    <a:lnTo>
                      <a:pt x="1002" y="80"/>
                    </a:lnTo>
                    <a:close/>
                  </a:path>
                </a:pathLst>
              </a:custGeom>
              <a:solidFill>
                <a:srgbClr val="C15543"/>
              </a:solidFill>
              <a:ln>
                <a:noFill/>
              </a:ln>
              <a:extLst>
                <a:ext uri="{91240B29-F687-4F45-9708-019B960494DF}">
                  <a14:hiddenLine xmlns:a14="http://schemas.microsoft.com/office/drawing/2010/main" w="9525">
                    <a:solidFill>
                      <a:srgbClr val="000000"/>
                    </a:solidFill>
                    <a:round/>
                    <a:headEnd/>
                    <a:tailEnd/>
                  </a14:hiddenLine>
                </a:ext>
              </a:extLst>
            </p:spPr>
            <p:txBody>
              <a:bodyPr anchor="ctr"/>
              <a:lstStyle/>
              <a:p>
                <a:pPr algn="ctr"/>
                <a:endParaRPr/>
              </a:p>
            </p:txBody>
          </p:sp>
          <p:sp>
            <p:nvSpPr>
              <p:cNvPr id="557" name="ïṩḻíḓé">
                <a:extLst>
                  <a:ext uri="{FF2B5EF4-FFF2-40B4-BE49-F238E27FC236}">
                    <a16:creationId xmlns:a16="http://schemas.microsoft.com/office/drawing/2014/main" id="{125EA191-85D0-42EA-8789-22D64AC3B679}"/>
                  </a:ext>
                </a:extLst>
              </p:cNvPr>
              <p:cNvSpPr/>
              <p:nvPr/>
            </p:nvSpPr>
            <p:spPr bwMode="auto">
              <a:xfrm>
                <a:off x="2300" y="2450"/>
                <a:ext cx="1805" cy="102"/>
              </a:xfrm>
              <a:custGeom>
                <a:avLst/>
                <a:gdLst>
                  <a:gd name="T0" fmla="*/ 1416 w 1416"/>
                  <a:gd name="T1" fmla="*/ 27 h 80"/>
                  <a:gd name="T2" fmla="*/ 1416 w 1416"/>
                  <a:gd name="T3" fmla="*/ 80 h 80"/>
                  <a:gd name="T4" fmla="*/ 0 w 1416"/>
                  <a:gd name="T5" fmla="*/ 80 h 80"/>
                  <a:gd name="T6" fmla="*/ 0 w 1416"/>
                  <a:gd name="T7" fmla="*/ 27 h 80"/>
                  <a:gd name="T8" fmla="*/ 28 w 1416"/>
                  <a:gd name="T9" fmla="*/ 0 h 80"/>
                  <a:gd name="T10" fmla="*/ 1389 w 1416"/>
                  <a:gd name="T11" fmla="*/ 0 h 80"/>
                  <a:gd name="T12" fmla="*/ 1416 w 1416"/>
                  <a:gd name="T13" fmla="*/ 27 h 80"/>
                </a:gdLst>
                <a:ahLst/>
                <a:cxnLst>
                  <a:cxn ang="0">
                    <a:pos x="T0" y="T1"/>
                  </a:cxn>
                  <a:cxn ang="0">
                    <a:pos x="T2" y="T3"/>
                  </a:cxn>
                  <a:cxn ang="0">
                    <a:pos x="T4" y="T5"/>
                  </a:cxn>
                  <a:cxn ang="0">
                    <a:pos x="T6" y="T7"/>
                  </a:cxn>
                  <a:cxn ang="0">
                    <a:pos x="T8" y="T9"/>
                  </a:cxn>
                  <a:cxn ang="0">
                    <a:pos x="T10" y="T11"/>
                  </a:cxn>
                  <a:cxn ang="0">
                    <a:pos x="T12" y="T13"/>
                  </a:cxn>
                </a:cxnLst>
                <a:rect l="0" t="0" r="r" b="b"/>
                <a:pathLst>
                  <a:path w="1416" h="80">
                    <a:moveTo>
                      <a:pt x="1416" y="27"/>
                    </a:moveTo>
                    <a:cubicBezTo>
                      <a:pt x="1416" y="80"/>
                      <a:pt x="1416" y="80"/>
                      <a:pt x="1416" y="80"/>
                    </a:cubicBezTo>
                    <a:cubicBezTo>
                      <a:pt x="0" y="80"/>
                      <a:pt x="0" y="80"/>
                      <a:pt x="0" y="80"/>
                    </a:cubicBezTo>
                    <a:cubicBezTo>
                      <a:pt x="0" y="27"/>
                      <a:pt x="0" y="27"/>
                      <a:pt x="0" y="27"/>
                    </a:cubicBezTo>
                    <a:cubicBezTo>
                      <a:pt x="0" y="12"/>
                      <a:pt x="13" y="0"/>
                      <a:pt x="28" y="0"/>
                    </a:cubicBezTo>
                    <a:cubicBezTo>
                      <a:pt x="1389" y="0"/>
                      <a:pt x="1389" y="0"/>
                      <a:pt x="1389" y="0"/>
                    </a:cubicBezTo>
                    <a:cubicBezTo>
                      <a:pt x="1404" y="0"/>
                      <a:pt x="1416" y="12"/>
                      <a:pt x="1416" y="27"/>
                    </a:cubicBezTo>
                    <a:close/>
                  </a:path>
                </a:pathLst>
              </a:custGeom>
              <a:solidFill>
                <a:srgbClr val="E88E6B"/>
              </a:solidFill>
              <a:ln>
                <a:noFill/>
              </a:ln>
              <a:extLst>
                <a:ext uri="{91240B29-F687-4F45-9708-019B960494DF}">
                  <a14:hiddenLine xmlns:a14="http://schemas.microsoft.com/office/drawing/2010/main" w="9525">
                    <a:solidFill>
                      <a:srgbClr val="000000"/>
                    </a:solidFill>
                    <a:round/>
                    <a:headEnd/>
                    <a:tailEnd/>
                  </a14:hiddenLine>
                </a:ext>
              </a:extLst>
            </p:spPr>
            <p:txBody>
              <a:bodyPr anchor="ctr"/>
              <a:lstStyle/>
              <a:p>
                <a:pPr algn="ctr"/>
                <a:endParaRPr/>
              </a:p>
            </p:txBody>
          </p:sp>
          <p:sp>
            <p:nvSpPr>
              <p:cNvPr id="558" name="í$ḷiḑê">
                <a:extLst>
                  <a:ext uri="{FF2B5EF4-FFF2-40B4-BE49-F238E27FC236}">
                    <a16:creationId xmlns:a16="http://schemas.microsoft.com/office/drawing/2014/main" id="{86DFA400-52BC-41F3-98AD-C1B71F43912C}"/>
                  </a:ext>
                </a:extLst>
              </p:cNvPr>
              <p:cNvSpPr/>
              <p:nvPr/>
            </p:nvSpPr>
            <p:spPr bwMode="auto">
              <a:xfrm>
                <a:off x="2814" y="2450"/>
                <a:ext cx="382" cy="102"/>
              </a:xfrm>
              <a:custGeom>
                <a:avLst/>
                <a:gdLst>
                  <a:gd name="T0" fmla="*/ 382 w 382"/>
                  <a:gd name="T1" fmla="*/ 0 h 102"/>
                  <a:gd name="T2" fmla="*/ 329 w 382"/>
                  <a:gd name="T3" fmla="*/ 102 h 102"/>
                  <a:gd name="T4" fmla="*/ 0 w 382"/>
                  <a:gd name="T5" fmla="*/ 102 h 102"/>
                  <a:gd name="T6" fmla="*/ 0 w 382"/>
                  <a:gd name="T7" fmla="*/ 0 h 102"/>
                  <a:gd name="T8" fmla="*/ 382 w 382"/>
                  <a:gd name="T9" fmla="*/ 0 h 102"/>
                </a:gdLst>
                <a:ahLst/>
                <a:cxnLst>
                  <a:cxn ang="0">
                    <a:pos x="T0" y="T1"/>
                  </a:cxn>
                  <a:cxn ang="0">
                    <a:pos x="T2" y="T3"/>
                  </a:cxn>
                  <a:cxn ang="0">
                    <a:pos x="T4" y="T5"/>
                  </a:cxn>
                  <a:cxn ang="0">
                    <a:pos x="T6" y="T7"/>
                  </a:cxn>
                  <a:cxn ang="0">
                    <a:pos x="T8" y="T9"/>
                  </a:cxn>
                </a:cxnLst>
                <a:rect l="0" t="0" r="r" b="b"/>
                <a:pathLst>
                  <a:path w="382" h="102">
                    <a:moveTo>
                      <a:pt x="382" y="0"/>
                    </a:moveTo>
                    <a:lnTo>
                      <a:pt x="329" y="102"/>
                    </a:lnTo>
                    <a:lnTo>
                      <a:pt x="0" y="102"/>
                    </a:lnTo>
                    <a:lnTo>
                      <a:pt x="0" y="0"/>
                    </a:lnTo>
                    <a:lnTo>
                      <a:pt x="382" y="0"/>
                    </a:lnTo>
                    <a:close/>
                  </a:path>
                </a:pathLst>
              </a:custGeom>
              <a:solidFill>
                <a:srgbClr val="C15543"/>
              </a:solidFill>
              <a:ln>
                <a:noFill/>
              </a:ln>
              <a:extLst>
                <a:ext uri="{91240B29-F687-4F45-9708-019B960494DF}">
                  <a14:hiddenLine xmlns:a14="http://schemas.microsoft.com/office/drawing/2010/main" w="9525">
                    <a:solidFill>
                      <a:srgbClr val="000000"/>
                    </a:solidFill>
                    <a:round/>
                    <a:headEnd/>
                    <a:tailEnd/>
                  </a14:hiddenLine>
                </a:ext>
              </a:extLst>
            </p:spPr>
            <p:txBody>
              <a:bodyPr anchor="ctr"/>
              <a:lstStyle/>
              <a:p>
                <a:pPr algn="ctr"/>
                <a:endParaRPr/>
              </a:p>
            </p:txBody>
          </p:sp>
          <p:sp>
            <p:nvSpPr>
              <p:cNvPr id="559" name="iślîdê">
                <a:extLst>
                  <a:ext uri="{FF2B5EF4-FFF2-40B4-BE49-F238E27FC236}">
                    <a16:creationId xmlns:a16="http://schemas.microsoft.com/office/drawing/2014/main" id="{B19A5905-C0F6-4EDA-86AC-47EF8C6E06A2}"/>
                  </a:ext>
                </a:extLst>
              </p:cNvPr>
              <p:cNvSpPr/>
              <p:nvPr/>
            </p:nvSpPr>
            <p:spPr bwMode="auto">
              <a:xfrm>
                <a:off x="2386" y="2822"/>
                <a:ext cx="439" cy="80"/>
              </a:xfrm>
              <a:prstGeom prst="rect">
                <a:avLst/>
              </a:prstGeom>
              <a:solidFill>
                <a:srgbClr val="07123F"/>
              </a:solidFill>
              <a:ln>
                <a:noFill/>
              </a:ln>
              <a:extLst>
                <a:ext uri="{91240B29-F687-4F45-9708-019B960494DF}">
                  <a14:hiddenLine xmlns:a14="http://schemas.microsoft.com/office/drawing/2010/main" w="9525">
                    <a:solidFill>
                      <a:srgbClr val="000000"/>
                    </a:solidFill>
                    <a:miter lim="800000"/>
                    <a:headEnd/>
                    <a:tailEnd/>
                  </a14:hiddenLine>
                </a:ext>
              </a:extLst>
            </p:spPr>
            <p:txBody>
              <a:bodyPr anchor="ctr"/>
              <a:lstStyle/>
              <a:p>
                <a:pPr algn="ctr"/>
                <a:endParaRPr/>
              </a:p>
            </p:txBody>
          </p:sp>
          <p:sp>
            <p:nvSpPr>
              <p:cNvPr id="560" name="ïśḻíďe">
                <a:extLst>
                  <a:ext uri="{FF2B5EF4-FFF2-40B4-BE49-F238E27FC236}">
                    <a16:creationId xmlns:a16="http://schemas.microsoft.com/office/drawing/2014/main" id="{233B573E-5FE1-491E-B7F2-B2FB0774146B}"/>
                  </a:ext>
                </a:extLst>
              </p:cNvPr>
              <p:cNvSpPr/>
              <p:nvPr/>
            </p:nvSpPr>
            <p:spPr bwMode="auto">
              <a:xfrm>
                <a:off x="2760" y="2547"/>
                <a:ext cx="92" cy="1134"/>
              </a:xfrm>
              <a:prstGeom prst="rect">
                <a:avLst/>
              </a:prstGeom>
              <a:solidFill>
                <a:srgbClr val="757387"/>
              </a:solidFill>
              <a:ln>
                <a:noFill/>
              </a:ln>
              <a:extLst>
                <a:ext uri="{91240B29-F687-4F45-9708-019B960494DF}">
                  <a14:hiddenLine xmlns:a14="http://schemas.microsoft.com/office/drawing/2010/main" w="9525">
                    <a:solidFill>
                      <a:srgbClr val="000000"/>
                    </a:solidFill>
                    <a:miter lim="800000"/>
                    <a:headEnd/>
                    <a:tailEnd/>
                  </a14:hiddenLine>
                </a:ext>
              </a:extLst>
            </p:spPr>
            <p:txBody>
              <a:bodyPr anchor="ctr"/>
              <a:lstStyle/>
              <a:p>
                <a:pPr algn="ctr"/>
                <a:endParaRPr/>
              </a:p>
            </p:txBody>
          </p:sp>
          <p:sp>
            <p:nvSpPr>
              <p:cNvPr id="561" name="ïšḻïďè">
                <a:extLst>
                  <a:ext uri="{FF2B5EF4-FFF2-40B4-BE49-F238E27FC236}">
                    <a16:creationId xmlns:a16="http://schemas.microsoft.com/office/drawing/2014/main" id="{1318A776-8E15-444F-A08A-19D8161D4EBA}"/>
                  </a:ext>
                </a:extLst>
              </p:cNvPr>
              <p:cNvSpPr/>
              <p:nvPr/>
            </p:nvSpPr>
            <p:spPr bwMode="auto">
              <a:xfrm>
                <a:off x="2372" y="2547"/>
                <a:ext cx="91" cy="1128"/>
              </a:xfrm>
              <a:prstGeom prst="rect">
                <a:avLst/>
              </a:prstGeom>
              <a:solidFill>
                <a:srgbClr val="B9B5C8"/>
              </a:solidFill>
              <a:ln>
                <a:noFill/>
              </a:ln>
              <a:extLst>
                <a:ext uri="{91240B29-F687-4F45-9708-019B960494DF}">
                  <a14:hiddenLine xmlns:a14="http://schemas.microsoft.com/office/drawing/2010/main" w="9525">
                    <a:solidFill>
                      <a:srgbClr val="000000"/>
                    </a:solidFill>
                    <a:miter lim="800000"/>
                    <a:headEnd/>
                    <a:tailEnd/>
                  </a14:hiddenLine>
                </a:ext>
              </a:extLst>
            </p:spPr>
            <p:txBody>
              <a:bodyPr anchor="ctr"/>
              <a:lstStyle/>
              <a:p>
                <a:pPr algn="ctr"/>
                <a:endParaRPr/>
              </a:p>
            </p:txBody>
          </p:sp>
          <p:sp>
            <p:nvSpPr>
              <p:cNvPr id="562" name="išliďê">
                <a:extLst>
                  <a:ext uri="{FF2B5EF4-FFF2-40B4-BE49-F238E27FC236}">
                    <a16:creationId xmlns:a16="http://schemas.microsoft.com/office/drawing/2014/main" id="{D13C0672-D68E-4A13-9364-CD016E5DD3F4}"/>
                  </a:ext>
                </a:extLst>
              </p:cNvPr>
              <p:cNvSpPr/>
              <p:nvPr/>
            </p:nvSpPr>
            <p:spPr bwMode="auto">
              <a:xfrm>
                <a:off x="2211" y="2077"/>
                <a:ext cx="805" cy="890"/>
              </a:xfrm>
              <a:custGeom>
                <a:avLst/>
                <a:gdLst>
                  <a:gd name="T0" fmla="*/ 632 w 632"/>
                  <a:gd name="T1" fmla="*/ 661 h 699"/>
                  <a:gd name="T2" fmla="*/ 137 w 632"/>
                  <a:gd name="T3" fmla="*/ 699 h 699"/>
                  <a:gd name="T4" fmla="*/ 0 w 632"/>
                  <a:gd name="T5" fmla="*/ 2 h 699"/>
                  <a:gd name="T6" fmla="*/ 332 w 632"/>
                  <a:gd name="T7" fmla="*/ 1 h 699"/>
                  <a:gd name="T8" fmla="*/ 525 w 632"/>
                  <a:gd name="T9" fmla="*/ 157 h 699"/>
                  <a:gd name="T10" fmla="*/ 632 w 632"/>
                  <a:gd name="T11" fmla="*/ 661 h 699"/>
                </a:gdLst>
                <a:ahLst/>
                <a:cxnLst>
                  <a:cxn ang="0">
                    <a:pos x="T0" y="T1"/>
                  </a:cxn>
                  <a:cxn ang="0">
                    <a:pos x="T2" y="T3"/>
                  </a:cxn>
                  <a:cxn ang="0">
                    <a:pos x="T4" y="T5"/>
                  </a:cxn>
                  <a:cxn ang="0">
                    <a:pos x="T6" y="T7"/>
                  </a:cxn>
                  <a:cxn ang="0">
                    <a:pos x="T8" y="T9"/>
                  </a:cxn>
                  <a:cxn ang="0">
                    <a:pos x="T10" y="T11"/>
                  </a:cxn>
                </a:cxnLst>
                <a:rect l="0" t="0" r="r" b="b"/>
                <a:pathLst>
                  <a:path w="632" h="699">
                    <a:moveTo>
                      <a:pt x="632" y="661"/>
                    </a:moveTo>
                    <a:cubicBezTo>
                      <a:pt x="137" y="699"/>
                      <a:pt x="137" y="699"/>
                      <a:pt x="137" y="699"/>
                    </a:cubicBezTo>
                    <a:cubicBezTo>
                      <a:pt x="0" y="2"/>
                      <a:pt x="0" y="2"/>
                      <a:pt x="0" y="2"/>
                    </a:cubicBezTo>
                    <a:cubicBezTo>
                      <a:pt x="332" y="1"/>
                      <a:pt x="332" y="1"/>
                      <a:pt x="332" y="1"/>
                    </a:cubicBezTo>
                    <a:cubicBezTo>
                      <a:pt x="425" y="0"/>
                      <a:pt x="506" y="65"/>
                      <a:pt x="525" y="157"/>
                    </a:cubicBezTo>
                    <a:lnTo>
                      <a:pt x="632" y="661"/>
                    </a:lnTo>
                    <a:close/>
                  </a:path>
                </a:pathLst>
              </a:custGeom>
              <a:solidFill>
                <a:srgbClr val="5C133B"/>
              </a:solidFill>
              <a:ln>
                <a:noFill/>
              </a:ln>
              <a:extLst>
                <a:ext uri="{91240B29-F687-4F45-9708-019B960494DF}">
                  <a14:hiddenLine xmlns:a14="http://schemas.microsoft.com/office/drawing/2010/main" w="9525">
                    <a:solidFill>
                      <a:srgbClr val="000000"/>
                    </a:solidFill>
                    <a:round/>
                    <a:headEnd/>
                    <a:tailEnd/>
                  </a14:hiddenLine>
                </a:ext>
              </a:extLst>
            </p:spPr>
            <p:txBody>
              <a:bodyPr anchor="ctr"/>
              <a:lstStyle/>
              <a:p>
                <a:pPr algn="ctr"/>
                <a:endParaRPr/>
              </a:p>
            </p:txBody>
          </p:sp>
          <p:sp>
            <p:nvSpPr>
              <p:cNvPr id="563" name="iś1ïḋê">
                <a:extLst>
                  <a:ext uri="{FF2B5EF4-FFF2-40B4-BE49-F238E27FC236}">
                    <a16:creationId xmlns:a16="http://schemas.microsoft.com/office/drawing/2014/main" id="{5C82943F-92B7-4315-9FEA-C7D2A1B22052}"/>
                  </a:ext>
                </a:extLst>
              </p:cNvPr>
              <p:cNvSpPr/>
              <p:nvPr/>
            </p:nvSpPr>
            <p:spPr bwMode="auto">
              <a:xfrm>
                <a:off x="2148" y="2072"/>
                <a:ext cx="242" cy="912"/>
              </a:xfrm>
              <a:custGeom>
                <a:avLst/>
                <a:gdLst>
                  <a:gd name="T0" fmla="*/ 89 w 190"/>
                  <a:gd name="T1" fmla="*/ 686 h 717"/>
                  <a:gd name="T2" fmla="*/ 2 w 190"/>
                  <a:gd name="T3" fmla="*/ 45 h 717"/>
                  <a:gd name="T4" fmla="*/ 31 w 190"/>
                  <a:gd name="T5" fmla="*/ 6 h 717"/>
                  <a:gd name="T6" fmla="*/ 63 w 190"/>
                  <a:gd name="T7" fmla="*/ 2 h 717"/>
                  <a:gd name="T8" fmla="*/ 101 w 190"/>
                  <a:gd name="T9" fmla="*/ 31 h 717"/>
                  <a:gd name="T10" fmla="*/ 187 w 190"/>
                  <a:gd name="T11" fmla="*/ 672 h 717"/>
                  <a:gd name="T12" fmla="*/ 158 w 190"/>
                  <a:gd name="T13" fmla="*/ 711 h 717"/>
                  <a:gd name="T14" fmla="*/ 127 w 190"/>
                  <a:gd name="T15" fmla="*/ 715 h 717"/>
                  <a:gd name="T16" fmla="*/ 89 w 190"/>
                  <a:gd name="T17" fmla="*/ 686 h 7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90" h="717">
                    <a:moveTo>
                      <a:pt x="89" y="686"/>
                    </a:moveTo>
                    <a:cubicBezTo>
                      <a:pt x="2" y="45"/>
                      <a:pt x="2" y="45"/>
                      <a:pt x="2" y="45"/>
                    </a:cubicBezTo>
                    <a:cubicBezTo>
                      <a:pt x="0" y="26"/>
                      <a:pt x="13" y="9"/>
                      <a:pt x="31" y="6"/>
                    </a:cubicBezTo>
                    <a:cubicBezTo>
                      <a:pt x="63" y="2"/>
                      <a:pt x="63" y="2"/>
                      <a:pt x="63" y="2"/>
                    </a:cubicBezTo>
                    <a:cubicBezTo>
                      <a:pt x="81" y="0"/>
                      <a:pt x="98" y="13"/>
                      <a:pt x="101" y="31"/>
                    </a:cubicBezTo>
                    <a:cubicBezTo>
                      <a:pt x="187" y="672"/>
                      <a:pt x="187" y="672"/>
                      <a:pt x="187" y="672"/>
                    </a:cubicBezTo>
                    <a:cubicBezTo>
                      <a:pt x="190" y="691"/>
                      <a:pt x="177" y="708"/>
                      <a:pt x="158" y="711"/>
                    </a:cubicBezTo>
                    <a:cubicBezTo>
                      <a:pt x="127" y="715"/>
                      <a:pt x="127" y="715"/>
                      <a:pt x="127" y="715"/>
                    </a:cubicBezTo>
                    <a:cubicBezTo>
                      <a:pt x="108" y="717"/>
                      <a:pt x="91" y="704"/>
                      <a:pt x="89" y="686"/>
                    </a:cubicBezTo>
                    <a:close/>
                  </a:path>
                </a:pathLst>
              </a:custGeom>
              <a:solidFill>
                <a:srgbClr val="ED5746"/>
              </a:solidFill>
              <a:ln>
                <a:noFill/>
              </a:ln>
              <a:extLst>
                <a:ext uri="{91240B29-F687-4F45-9708-019B960494DF}">
                  <a14:hiddenLine xmlns:a14="http://schemas.microsoft.com/office/drawing/2010/main" w="9525">
                    <a:solidFill>
                      <a:srgbClr val="000000"/>
                    </a:solidFill>
                    <a:round/>
                    <a:headEnd/>
                    <a:tailEnd/>
                  </a14:hiddenLine>
                </a:ext>
              </a:extLst>
            </p:spPr>
            <p:txBody>
              <a:bodyPr anchor="ctr"/>
              <a:lstStyle/>
              <a:p>
                <a:pPr algn="ctr"/>
                <a:endParaRPr/>
              </a:p>
            </p:txBody>
          </p:sp>
          <p:sp>
            <p:nvSpPr>
              <p:cNvPr id="564" name="isľîdé">
                <a:extLst>
                  <a:ext uri="{FF2B5EF4-FFF2-40B4-BE49-F238E27FC236}">
                    <a16:creationId xmlns:a16="http://schemas.microsoft.com/office/drawing/2014/main" id="{D951496D-5A0F-488D-A4EA-8D47CA0C1C49}"/>
                  </a:ext>
                </a:extLst>
              </p:cNvPr>
              <p:cNvSpPr/>
              <p:nvPr/>
            </p:nvSpPr>
            <p:spPr bwMode="auto">
              <a:xfrm>
                <a:off x="2616" y="3030"/>
                <a:ext cx="74" cy="435"/>
              </a:xfrm>
              <a:prstGeom prst="rect">
                <a:avLst/>
              </a:prstGeom>
              <a:solidFill>
                <a:srgbClr val="B9B5C8"/>
              </a:solidFill>
              <a:ln>
                <a:noFill/>
              </a:ln>
              <a:extLst>
                <a:ext uri="{91240B29-F687-4F45-9708-019B960494DF}">
                  <a14:hiddenLine xmlns:a14="http://schemas.microsoft.com/office/drawing/2010/main" w="9525">
                    <a:solidFill>
                      <a:srgbClr val="000000"/>
                    </a:solidFill>
                    <a:miter lim="800000"/>
                    <a:headEnd/>
                    <a:tailEnd/>
                  </a14:hiddenLine>
                </a:ext>
              </a:extLst>
            </p:spPr>
            <p:txBody>
              <a:bodyPr anchor="ctr"/>
              <a:lstStyle/>
              <a:p>
                <a:pPr algn="ctr"/>
                <a:endParaRPr/>
              </a:p>
            </p:txBody>
          </p:sp>
          <p:sp>
            <p:nvSpPr>
              <p:cNvPr id="565" name="ïś1îdê">
                <a:extLst>
                  <a:ext uri="{FF2B5EF4-FFF2-40B4-BE49-F238E27FC236}">
                    <a16:creationId xmlns:a16="http://schemas.microsoft.com/office/drawing/2014/main" id="{0FE4B8B8-5183-4BA6-BA8F-AAD997EF4534}"/>
                  </a:ext>
                </a:extLst>
              </p:cNvPr>
              <p:cNvSpPr/>
              <p:nvPr/>
            </p:nvSpPr>
            <p:spPr bwMode="auto">
              <a:xfrm>
                <a:off x="2616" y="3056"/>
                <a:ext cx="74" cy="99"/>
              </a:xfrm>
              <a:custGeom>
                <a:avLst/>
                <a:gdLst>
                  <a:gd name="T0" fmla="*/ 58 w 58"/>
                  <a:gd name="T1" fmla="*/ 0 h 78"/>
                  <a:gd name="T2" fmla="*/ 58 w 58"/>
                  <a:gd name="T3" fmla="*/ 78 h 78"/>
                  <a:gd name="T4" fmla="*/ 0 w 58"/>
                  <a:gd name="T5" fmla="*/ 55 h 78"/>
                  <a:gd name="T6" fmla="*/ 0 w 58"/>
                  <a:gd name="T7" fmla="*/ 3 h 78"/>
                  <a:gd name="T8" fmla="*/ 58 w 58"/>
                  <a:gd name="T9" fmla="*/ 0 h 78"/>
                </a:gdLst>
                <a:ahLst/>
                <a:cxnLst>
                  <a:cxn ang="0">
                    <a:pos x="T0" y="T1"/>
                  </a:cxn>
                  <a:cxn ang="0">
                    <a:pos x="T2" y="T3"/>
                  </a:cxn>
                  <a:cxn ang="0">
                    <a:pos x="T4" y="T5"/>
                  </a:cxn>
                  <a:cxn ang="0">
                    <a:pos x="T6" y="T7"/>
                  </a:cxn>
                  <a:cxn ang="0">
                    <a:pos x="T8" y="T9"/>
                  </a:cxn>
                </a:cxnLst>
                <a:rect l="0" t="0" r="r" b="b"/>
                <a:pathLst>
                  <a:path w="58" h="78">
                    <a:moveTo>
                      <a:pt x="58" y="0"/>
                    </a:moveTo>
                    <a:cubicBezTo>
                      <a:pt x="58" y="78"/>
                      <a:pt x="58" y="78"/>
                      <a:pt x="58" y="78"/>
                    </a:cubicBezTo>
                    <a:cubicBezTo>
                      <a:pt x="0" y="55"/>
                      <a:pt x="0" y="55"/>
                      <a:pt x="0" y="55"/>
                    </a:cubicBezTo>
                    <a:cubicBezTo>
                      <a:pt x="0" y="3"/>
                      <a:pt x="0" y="3"/>
                      <a:pt x="0" y="3"/>
                    </a:cubicBezTo>
                    <a:cubicBezTo>
                      <a:pt x="15" y="2"/>
                      <a:pt x="43" y="1"/>
                      <a:pt x="58" y="0"/>
                    </a:cubicBezTo>
                    <a:close/>
                  </a:path>
                </a:pathLst>
              </a:custGeom>
              <a:solidFill>
                <a:srgbClr val="161624"/>
              </a:solidFill>
              <a:ln>
                <a:noFill/>
              </a:ln>
              <a:extLst>
                <a:ext uri="{91240B29-F687-4F45-9708-019B960494DF}">
                  <a14:hiddenLine xmlns:a14="http://schemas.microsoft.com/office/drawing/2010/main" w="9525">
                    <a:solidFill>
                      <a:srgbClr val="000000"/>
                    </a:solidFill>
                    <a:round/>
                    <a:headEnd/>
                    <a:tailEnd/>
                  </a14:hiddenLine>
                </a:ext>
              </a:extLst>
            </p:spPr>
            <p:txBody>
              <a:bodyPr anchor="ctr"/>
              <a:lstStyle/>
              <a:p>
                <a:pPr algn="ctr"/>
                <a:endParaRPr/>
              </a:p>
            </p:txBody>
          </p:sp>
          <p:sp>
            <p:nvSpPr>
              <p:cNvPr id="566" name="íṡļïḍê">
                <a:extLst>
                  <a:ext uri="{FF2B5EF4-FFF2-40B4-BE49-F238E27FC236}">
                    <a16:creationId xmlns:a16="http://schemas.microsoft.com/office/drawing/2014/main" id="{E2D8FC1B-CC36-45A2-95D5-08BE5F54D5DA}"/>
                  </a:ext>
                </a:extLst>
              </p:cNvPr>
              <p:cNvSpPr/>
              <p:nvPr/>
            </p:nvSpPr>
            <p:spPr bwMode="auto">
              <a:xfrm>
                <a:off x="2462" y="3000"/>
                <a:ext cx="395" cy="66"/>
              </a:xfrm>
              <a:custGeom>
                <a:avLst/>
                <a:gdLst>
                  <a:gd name="T0" fmla="*/ 293 w 310"/>
                  <a:gd name="T1" fmla="*/ 52 h 52"/>
                  <a:gd name="T2" fmla="*/ 17 w 310"/>
                  <a:gd name="T3" fmla="*/ 52 h 52"/>
                  <a:gd name="T4" fmla="*/ 0 w 310"/>
                  <a:gd name="T5" fmla="*/ 34 h 52"/>
                  <a:gd name="T6" fmla="*/ 0 w 310"/>
                  <a:gd name="T7" fmla="*/ 18 h 52"/>
                  <a:gd name="T8" fmla="*/ 17 w 310"/>
                  <a:gd name="T9" fmla="*/ 0 h 52"/>
                  <a:gd name="T10" fmla="*/ 293 w 310"/>
                  <a:gd name="T11" fmla="*/ 0 h 52"/>
                  <a:gd name="T12" fmla="*/ 310 w 310"/>
                  <a:gd name="T13" fmla="*/ 18 h 52"/>
                  <a:gd name="T14" fmla="*/ 310 w 310"/>
                  <a:gd name="T15" fmla="*/ 34 h 52"/>
                  <a:gd name="T16" fmla="*/ 293 w 310"/>
                  <a:gd name="T17" fmla="*/ 52 h 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10" h="52">
                    <a:moveTo>
                      <a:pt x="293" y="52"/>
                    </a:moveTo>
                    <a:cubicBezTo>
                      <a:pt x="17" y="52"/>
                      <a:pt x="17" y="52"/>
                      <a:pt x="17" y="52"/>
                    </a:cubicBezTo>
                    <a:cubicBezTo>
                      <a:pt x="8" y="52"/>
                      <a:pt x="0" y="44"/>
                      <a:pt x="0" y="34"/>
                    </a:cubicBezTo>
                    <a:cubicBezTo>
                      <a:pt x="0" y="18"/>
                      <a:pt x="0" y="18"/>
                      <a:pt x="0" y="18"/>
                    </a:cubicBezTo>
                    <a:cubicBezTo>
                      <a:pt x="0" y="8"/>
                      <a:pt x="8" y="0"/>
                      <a:pt x="17" y="0"/>
                    </a:cubicBezTo>
                    <a:cubicBezTo>
                      <a:pt x="293" y="0"/>
                      <a:pt x="293" y="0"/>
                      <a:pt x="293" y="0"/>
                    </a:cubicBezTo>
                    <a:cubicBezTo>
                      <a:pt x="302" y="0"/>
                      <a:pt x="310" y="8"/>
                      <a:pt x="310" y="18"/>
                    </a:cubicBezTo>
                    <a:cubicBezTo>
                      <a:pt x="310" y="34"/>
                      <a:pt x="310" y="34"/>
                      <a:pt x="310" y="34"/>
                    </a:cubicBezTo>
                    <a:cubicBezTo>
                      <a:pt x="310" y="44"/>
                      <a:pt x="302" y="52"/>
                      <a:pt x="293" y="52"/>
                    </a:cubicBezTo>
                    <a:close/>
                  </a:path>
                </a:pathLst>
              </a:custGeom>
              <a:solidFill>
                <a:srgbClr val="161624"/>
              </a:solidFill>
              <a:ln>
                <a:noFill/>
              </a:ln>
              <a:extLst>
                <a:ext uri="{91240B29-F687-4F45-9708-019B960494DF}">
                  <a14:hiddenLine xmlns:a14="http://schemas.microsoft.com/office/drawing/2010/main" w="9525">
                    <a:solidFill>
                      <a:srgbClr val="000000"/>
                    </a:solidFill>
                    <a:round/>
                    <a:headEnd/>
                    <a:tailEnd/>
                  </a14:hiddenLine>
                </a:ext>
              </a:extLst>
            </p:spPr>
            <p:txBody>
              <a:bodyPr anchor="ctr"/>
              <a:lstStyle/>
              <a:p>
                <a:pPr algn="ctr"/>
                <a:endParaRPr/>
              </a:p>
            </p:txBody>
          </p:sp>
          <p:sp>
            <p:nvSpPr>
              <p:cNvPr id="567" name="îṣlíďé">
                <a:extLst>
                  <a:ext uri="{FF2B5EF4-FFF2-40B4-BE49-F238E27FC236}">
                    <a16:creationId xmlns:a16="http://schemas.microsoft.com/office/drawing/2014/main" id="{9BB2F177-9EA7-4FF9-824A-1FCAC920529D}"/>
                  </a:ext>
                </a:extLst>
              </p:cNvPr>
              <p:cNvSpPr/>
              <p:nvPr/>
            </p:nvSpPr>
            <p:spPr bwMode="auto">
              <a:xfrm>
                <a:off x="2525" y="2862"/>
                <a:ext cx="544" cy="164"/>
              </a:xfrm>
              <a:custGeom>
                <a:avLst/>
                <a:gdLst>
                  <a:gd name="T0" fmla="*/ 383 w 427"/>
                  <a:gd name="T1" fmla="*/ 129 h 129"/>
                  <a:gd name="T2" fmla="*/ 44 w 427"/>
                  <a:gd name="T3" fmla="*/ 129 h 129"/>
                  <a:gd name="T4" fmla="*/ 0 w 427"/>
                  <a:gd name="T5" fmla="*/ 85 h 129"/>
                  <a:gd name="T6" fmla="*/ 0 w 427"/>
                  <a:gd name="T7" fmla="*/ 44 h 129"/>
                  <a:gd name="T8" fmla="*/ 44 w 427"/>
                  <a:gd name="T9" fmla="*/ 0 h 129"/>
                  <a:gd name="T10" fmla="*/ 383 w 427"/>
                  <a:gd name="T11" fmla="*/ 0 h 129"/>
                  <a:gd name="T12" fmla="*/ 427 w 427"/>
                  <a:gd name="T13" fmla="*/ 44 h 129"/>
                  <a:gd name="T14" fmla="*/ 427 w 427"/>
                  <a:gd name="T15" fmla="*/ 85 h 129"/>
                  <a:gd name="T16" fmla="*/ 383 w 427"/>
                  <a:gd name="T17" fmla="*/ 129 h 1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27" h="129">
                    <a:moveTo>
                      <a:pt x="383" y="129"/>
                    </a:moveTo>
                    <a:cubicBezTo>
                      <a:pt x="44" y="129"/>
                      <a:pt x="44" y="129"/>
                      <a:pt x="44" y="129"/>
                    </a:cubicBezTo>
                    <a:cubicBezTo>
                      <a:pt x="20" y="129"/>
                      <a:pt x="0" y="109"/>
                      <a:pt x="0" y="85"/>
                    </a:cubicBezTo>
                    <a:cubicBezTo>
                      <a:pt x="0" y="44"/>
                      <a:pt x="0" y="44"/>
                      <a:pt x="0" y="44"/>
                    </a:cubicBezTo>
                    <a:cubicBezTo>
                      <a:pt x="0" y="19"/>
                      <a:pt x="20" y="0"/>
                      <a:pt x="44" y="0"/>
                    </a:cubicBezTo>
                    <a:cubicBezTo>
                      <a:pt x="383" y="0"/>
                      <a:pt x="383" y="0"/>
                      <a:pt x="383" y="0"/>
                    </a:cubicBezTo>
                    <a:cubicBezTo>
                      <a:pt x="407" y="0"/>
                      <a:pt x="427" y="19"/>
                      <a:pt x="427" y="44"/>
                    </a:cubicBezTo>
                    <a:cubicBezTo>
                      <a:pt x="427" y="85"/>
                      <a:pt x="427" y="85"/>
                      <a:pt x="427" y="85"/>
                    </a:cubicBezTo>
                    <a:cubicBezTo>
                      <a:pt x="427" y="109"/>
                      <a:pt x="407" y="129"/>
                      <a:pt x="383" y="129"/>
                    </a:cubicBezTo>
                    <a:close/>
                  </a:path>
                </a:pathLst>
              </a:custGeom>
              <a:solidFill>
                <a:srgbClr val="5C133B"/>
              </a:solidFill>
              <a:ln>
                <a:noFill/>
              </a:ln>
              <a:extLst>
                <a:ext uri="{91240B29-F687-4F45-9708-019B960494DF}">
                  <a14:hiddenLine xmlns:a14="http://schemas.microsoft.com/office/drawing/2010/main" w="9525">
                    <a:solidFill>
                      <a:srgbClr val="000000"/>
                    </a:solidFill>
                    <a:round/>
                    <a:headEnd/>
                    <a:tailEnd/>
                  </a14:hiddenLine>
                </a:ext>
              </a:extLst>
            </p:spPr>
            <p:txBody>
              <a:bodyPr anchor="ctr"/>
              <a:lstStyle/>
              <a:p>
                <a:pPr algn="ctr"/>
                <a:endParaRPr/>
              </a:p>
            </p:txBody>
          </p:sp>
          <p:sp>
            <p:nvSpPr>
              <p:cNvPr id="568" name="îşlíḑê">
                <a:extLst>
                  <a:ext uri="{FF2B5EF4-FFF2-40B4-BE49-F238E27FC236}">
                    <a16:creationId xmlns:a16="http://schemas.microsoft.com/office/drawing/2014/main" id="{BFFA0335-C2DB-420F-9D9B-676850561D53}"/>
                  </a:ext>
                </a:extLst>
              </p:cNvPr>
              <p:cNvSpPr/>
              <p:nvPr/>
            </p:nvSpPr>
            <p:spPr bwMode="auto">
              <a:xfrm>
                <a:off x="2267" y="2864"/>
                <a:ext cx="468" cy="165"/>
              </a:xfrm>
              <a:custGeom>
                <a:avLst/>
                <a:gdLst>
                  <a:gd name="T0" fmla="*/ 323 w 367"/>
                  <a:gd name="T1" fmla="*/ 130 h 130"/>
                  <a:gd name="T2" fmla="*/ 44 w 367"/>
                  <a:gd name="T3" fmla="*/ 130 h 130"/>
                  <a:gd name="T4" fmla="*/ 0 w 367"/>
                  <a:gd name="T5" fmla="*/ 86 h 130"/>
                  <a:gd name="T6" fmla="*/ 0 w 367"/>
                  <a:gd name="T7" fmla="*/ 44 h 130"/>
                  <a:gd name="T8" fmla="*/ 44 w 367"/>
                  <a:gd name="T9" fmla="*/ 0 h 130"/>
                  <a:gd name="T10" fmla="*/ 323 w 367"/>
                  <a:gd name="T11" fmla="*/ 0 h 130"/>
                  <a:gd name="T12" fmla="*/ 367 w 367"/>
                  <a:gd name="T13" fmla="*/ 44 h 130"/>
                  <a:gd name="T14" fmla="*/ 367 w 367"/>
                  <a:gd name="T15" fmla="*/ 86 h 130"/>
                  <a:gd name="T16" fmla="*/ 323 w 367"/>
                  <a:gd name="T17" fmla="*/ 130 h 1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67" h="130">
                    <a:moveTo>
                      <a:pt x="323" y="130"/>
                    </a:moveTo>
                    <a:cubicBezTo>
                      <a:pt x="44" y="130"/>
                      <a:pt x="44" y="130"/>
                      <a:pt x="44" y="130"/>
                    </a:cubicBezTo>
                    <a:cubicBezTo>
                      <a:pt x="20" y="130"/>
                      <a:pt x="0" y="110"/>
                      <a:pt x="0" y="86"/>
                    </a:cubicBezTo>
                    <a:cubicBezTo>
                      <a:pt x="0" y="44"/>
                      <a:pt x="0" y="44"/>
                      <a:pt x="0" y="44"/>
                    </a:cubicBezTo>
                    <a:cubicBezTo>
                      <a:pt x="0" y="20"/>
                      <a:pt x="20" y="0"/>
                      <a:pt x="44" y="0"/>
                    </a:cubicBezTo>
                    <a:cubicBezTo>
                      <a:pt x="323" y="0"/>
                      <a:pt x="323" y="0"/>
                      <a:pt x="323" y="0"/>
                    </a:cubicBezTo>
                    <a:cubicBezTo>
                      <a:pt x="347" y="0"/>
                      <a:pt x="367" y="20"/>
                      <a:pt x="367" y="44"/>
                    </a:cubicBezTo>
                    <a:cubicBezTo>
                      <a:pt x="367" y="86"/>
                      <a:pt x="367" y="86"/>
                      <a:pt x="367" y="86"/>
                    </a:cubicBezTo>
                    <a:cubicBezTo>
                      <a:pt x="367" y="110"/>
                      <a:pt x="347" y="130"/>
                      <a:pt x="323" y="130"/>
                    </a:cubicBezTo>
                    <a:close/>
                  </a:path>
                </a:pathLst>
              </a:custGeom>
              <a:solidFill>
                <a:srgbClr val="ED5746"/>
              </a:solidFill>
              <a:ln>
                <a:noFill/>
              </a:ln>
              <a:extLst>
                <a:ext uri="{91240B29-F687-4F45-9708-019B960494DF}">
                  <a14:hiddenLine xmlns:a14="http://schemas.microsoft.com/office/drawing/2010/main" w="9525">
                    <a:solidFill>
                      <a:srgbClr val="000000"/>
                    </a:solidFill>
                    <a:round/>
                    <a:headEnd/>
                    <a:tailEnd/>
                  </a14:hiddenLine>
                </a:ext>
              </a:extLst>
            </p:spPr>
            <p:txBody>
              <a:bodyPr anchor="ctr"/>
              <a:lstStyle/>
              <a:p>
                <a:pPr algn="ctr"/>
                <a:endParaRPr/>
              </a:p>
            </p:txBody>
          </p:sp>
          <p:sp>
            <p:nvSpPr>
              <p:cNvPr id="569" name="ï$1ïḋê">
                <a:extLst>
                  <a:ext uri="{FF2B5EF4-FFF2-40B4-BE49-F238E27FC236}">
                    <a16:creationId xmlns:a16="http://schemas.microsoft.com/office/drawing/2014/main" id="{FC01135B-48A7-4F1B-AC42-2CDB7AEDBC19}"/>
                  </a:ext>
                </a:extLst>
              </p:cNvPr>
              <p:cNvSpPr/>
              <p:nvPr/>
            </p:nvSpPr>
            <p:spPr bwMode="auto">
              <a:xfrm>
                <a:off x="2337" y="3464"/>
                <a:ext cx="630" cy="147"/>
              </a:xfrm>
              <a:custGeom>
                <a:avLst/>
                <a:gdLst>
                  <a:gd name="T0" fmla="*/ 494 w 494"/>
                  <a:gd name="T1" fmla="*/ 115 h 115"/>
                  <a:gd name="T2" fmla="*/ 458 w 494"/>
                  <a:gd name="T3" fmla="*/ 115 h 115"/>
                  <a:gd name="T4" fmla="*/ 379 w 494"/>
                  <a:gd name="T5" fmla="*/ 37 h 115"/>
                  <a:gd name="T6" fmla="*/ 115 w 494"/>
                  <a:gd name="T7" fmla="*/ 37 h 115"/>
                  <a:gd name="T8" fmla="*/ 36 w 494"/>
                  <a:gd name="T9" fmla="*/ 115 h 115"/>
                  <a:gd name="T10" fmla="*/ 0 w 494"/>
                  <a:gd name="T11" fmla="*/ 115 h 115"/>
                  <a:gd name="T12" fmla="*/ 115 w 494"/>
                  <a:gd name="T13" fmla="*/ 0 h 115"/>
                  <a:gd name="T14" fmla="*/ 379 w 494"/>
                  <a:gd name="T15" fmla="*/ 0 h 115"/>
                  <a:gd name="T16" fmla="*/ 494 w 494"/>
                  <a:gd name="T17" fmla="*/ 115 h 1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94" h="115">
                    <a:moveTo>
                      <a:pt x="494" y="115"/>
                    </a:moveTo>
                    <a:cubicBezTo>
                      <a:pt x="458" y="115"/>
                      <a:pt x="458" y="115"/>
                      <a:pt x="458" y="115"/>
                    </a:cubicBezTo>
                    <a:cubicBezTo>
                      <a:pt x="458" y="72"/>
                      <a:pt x="422" y="37"/>
                      <a:pt x="379" y="37"/>
                    </a:cubicBezTo>
                    <a:cubicBezTo>
                      <a:pt x="115" y="37"/>
                      <a:pt x="115" y="37"/>
                      <a:pt x="115" y="37"/>
                    </a:cubicBezTo>
                    <a:cubicBezTo>
                      <a:pt x="72" y="37"/>
                      <a:pt x="36" y="72"/>
                      <a:pt x="36" y="115"/>
                    </a:cubicBezTo>
                    <a:cubicBezTo>
                      <a:pt x="0" y="115"/>
                      <a:pt x="0" y="115"/>
                      <a:pt x="0" y="115"/>
                    </a:cubicBezTo>
                    <a:cubicBezTo>
                      <a:pt x="0" y="52"/>
                      <a:pt x="52" y="0"/>
                      <a:pt x="115" y="0"/>
                    </a:cubicBezTo>
                    <a:cubicBezTo>
                      <a:pt x="379" y="0"/>
                      <a:pt x="379" y="0"/>
                      <a:pt x="379" y="0"/>
                    </a:cubicBezTo>
                    <a:cubicBezTo>
                      <a:pt x="442" y="0"/>
                      <a:pt x="494" y="52"/>
                      <a:pt x="494" y="115"/>
                    </a:cubicBezTo>
                    <a:close/>
                  </a:path>
                </a:pathLst>
              </a:custGeom>
              <a:solidFill>
                <a:srgbClr val="07123F"/>
              </a:solidFill>
              <a:ln>
                <a:noFill/>
              </a:ln>
              <a:extLst>
                <a:ext uri="{91240B29-F687-4F45-9708-019B960494DF}">
                  <a14:hiddenLine xmlns:a14="http://schemas.microsoft.com/office/drawing/2010/main" w="9525">
                    <a:solidFill>
                      <a:srgbClr val="000000"/>
                    </a:solidFill>
                    <a:round/>
                    <a:headEnd/>
                    <a:tailEnd/>
                  </a14:hiddenLine>
                </a:ext>
              </a:extLst>
            </p:spPr>
            <p:txBody>
              <a:bodyPr anchor="ctr"/>
              <a:lstStyle/>
              <a:p>
                <a:pPr algn="ctr"/>
                <a:endParaRPr/>
              </a:p>
            </p:txBody>
          </p:sp>
          <p:sp>
            <p:nvSpPr>
              <p:cNvPr id="570" name="îsḷídé">
                <a:extLst>
                  <a:ext uri="{FF2B5EF4-FFF2-40B4-BE49-F238E27FC236}">
                    <a16:creationId xmlns:a16="http://schemas.microsoft.com/office/drawing/2014/main" id="{042E5967-A32B-43A3-AAC9-CEAA0CB52256}"/>
                  </a:ext>
                </a:extLst>
              </p:cNvPr>
              <p:cNvSpPr/>
              <p:nvPr/>
            </p:nvSpPr>
            <p:spPr bwMode="auto">
              <a:xfrm>
                <a:off x="2599" y="3395"/>
                <a:ext cx="108" cy="70"/>
              </a:xfrm>
              <a:prstGeom prst="rect">
                <a:avLst/>
              </a:prstGeom>
              <a:solidFill>
                <a:srgbClr val="07123F"/>
              </a:solidFill>
              <a:ln>
                <a:noFill/>
              </a:ln>
              <a:extLst>
                <a:ext uri="{91240B29-F687-4F45-9708-019B960494DF}">
                  <a14:hiddenLine xmlns:a14="http://schemas.microsoft.com/office/drawing/2010/main" w="9525">
                    <a:solidFill>
                      <a:srgbClr val="000000"/>
                    </a:solidFill>
                    <a:miter lim="800000"/>
                    <a:headEnd/>
                    <a:tailEnd/>
                  </a14:hiddenLine>
                </a:ext>
              </a:extLst>
            </p:spPr>
            <p:txBody>
              <a:bodyPr anchor="ctr"/>
              <a:lstStyle/>
              <a:p>
                <a:pPr algn="ctr"/>
                <a:endParaRPr/>
              </a:p>
            </p:txBody>
          </p:sp>
          <p:sp>
            <p:nvSpPr>
              <p:cNvPr id="571" name="íṣḻíḑé">
                <a:extLst>
                  <a:ext uri="{FF2B5EF4-FFF2-40B4-BE49-F238E27FC236}">
                    <a16:creationId xmlns:a16="http://schemas.microsoft.com/office/drawing/2014/main" id="{59CA9C38-C76C-4A68-A518-82F529DEA5C0}"/>
                  </a:ext>
                </a:extLst>
              </p:cNvPr>
              <p:cNvSpPr/>
              <p:nvPr/>
            </p:nvSpPr>
            <p:spPr bwMode="auto">
              <a:xfrm>
                <a:off x="2321" y="3617"/>
                <a:ext cx="76" cy="76"/>
              </a:xfrm>
              <a:prstGeom prst="ellipse">
                <a:avLst/>
              </a:prstGeom>
              <a:solidFill>
                <a:srgbClr val="07123F"/>
              </a:solidFill>
              <a:ln>
                <a:noFill/>
              </a:ln>
              <a:extLst>
                <a:ext uri="{91240B29-F687-4F45-9708-019B960494DF}">
                  <a14:hiddenLine xmlns:a14="http://schemas.microsoft.com/office/drawing/2010/main" w="9525">
                    <a:solidFill>
                      <a:srgbClr val="000000"/>
                    </a:solidFill>
                    <a:round/>
                    <a:headEnd/>
                    <a:tailEnd/>
                  </a14:hiddenLine>
                </a:ext>
              </a:extLst>
            </p:spPr>
            <p:txBody>
              <a:bodyPr anchor="ctr"/>
              <a:lstStyle/>
              <a:p>
                <a:pPr algn="ctr"/>
                <a:endParaRPr/>
              </a:p>
            </p:txBody>
          </p:sp>
          <p:sp>
            <p:nvSpPr>
              <p:cNvPr id="572" name="í$ḻidé">
                <a:extLst>
                  <a:ext uri="{FF2B5EF4-FFF2-40B4-BE49-F238E27FC236}">
                    <a16:creationId xmlns:a16="http://schemas.microsoft.com/office/drawing/2014/main" id="{8E4D7849-F92F-4CFB-A3DE-27A75DC67C15}"/>
                  </a:ext>
                </a:extLst>
              </p:cNvPr>
              <p:cNvSpPr/>
              <p:nvPr/>
            </p:nvSpPr>
            <p:spPr bwMode="auto">
              <a:xfrm>
                <a:off x="2309" y="3590"/>
                <a:ext cx="105" cy="63"/>
              </a:xfrm>
              <a:custGeom>
                <a:avLst/>
                <a:gdLst>
                  <a:gd name="T0" fmla="*/ 82 w 82"/>
                  <a:gd name="T1" fmla="*/ 49 h 49"/>
                  <a:gd name="T2" fmla="*/ 0 w 82"/>
                  <a:gd name="T3" fmla="*/ 49 h 49"/>
                  <a:gd name="T4" fmla="*/ 0 w 82"/>
                  <a:gd name="T5" fmla="*/ 27 h 49"/>
                  <a:gd name="T6" fmla="*/ 27 w 82"/>
                  <a:gd name="T7" fmla="*/ 0 h 49"/>
                  <a:gd name="T8" fmla="*/ 55 w 82"/>
                  <a:gd name="T9" fmla="*/ 0 h 49"/>
                  <a:gd name="T10" fmla="*/ 82 w 82"/>
                  <a:gd name="T11" fmla="*/ 27 h 49"/>
                  <a:gd name="T12" fmla="*/ 82 w 82"/>
                  <a:gd name="T13" fmla="*/ 49 h 49"/>
                </a:gdLst>
                <a:ahLst/>
                <a:cxnLst>
                  <a:cxn ang="0">
                    <a:pos x="T0" y="T1"/>
                  </a:cxn>
                  <a:cxn ang="0">
                    <a:pos x="T2" y="T3"/>
                  </a:cxn>
                  <a:cxn ang="0">
                    <a:pos x="T4" y="T5"/>
                  </a:cxn>
                  <a:cxn ang="0">
                    <a:pos x="T6" y="T7"/>
                  </a:cxn>
                  <a:cxn ang="0">
                    <a:pos x="T8" y="T9"/>
                  </a:cxn>
                  <a:cxn ang="0">
                    <a:pos x="T10" y="T11"/>
                  </a:cxn>
                  <a:cxn ang="0">
                    <a:pos x="T12" y="T13"/>
                  </a:cxn>
                </a:cxnLst>
                <a:rect l="0" t="0" r="r" b="b"/>
                <a:pathLst>
                  <a:path w="82" h="49">
                    <a:moveTo>
                      <a:pt x="82" y="49"/>
                    </a:moveTo>
                    <a:cubicBezTo>
                      <a:pt x="0" y="49"/>
                      <a:pt x="0" y="49"/>
                      <a:pt x="0" y="49"/>
                    </a:cubicBezTo>
                    <a:cubicBezTo>
                      <a:pt x="0" y="27"/>
                      <a:pt x="0" y="27"/>
                      <a:pt x="0" y="27"/>
                    </a:cubicBezTo>
                    <a:cubicBezTo>
                      <a:pt x="0" y="12"/>
                      <a:pt x="12" y="0"/>
                      <a:pt x="27" y="0"/>
                    </a:cubicBezTo>
                    <a:cubicBezTo>
                      <a:pt x="55" y="0"/>
                      <a:pt x="55" y="0"/>
                      <a:pt x="55" y="0"/>
                    </a:cubicBezTo>
                    <a:cubicBezTo>
                      <a:pt x="70" y="0"/>
                      <a:pt x="82" y="12"/>
                      <a:pt x="82" y="27"/>
                    </a:cubicBezTo>
                    <a:lnTo>
                      <a:pt x="82" y="49"/>
                    </a:lnTo>
                    <a:close/>
                  </a:path>
                </a:pathLst>
              </a:custGeom>
              <a:solidFill>
                <a:srgbClr val="2D3969"/>
              </a:solidFill>
              <a:ln>
                <a:noFill/>
              </a:ln>
              <a:extLst>
                <a:ext uri="{91240B29-F687-4F45-9708-019B960494DF}">
                  <a14:hiddenLine xmlns:a14="http://schemas.microsoft.com/office/drawing/2010/main" w="9525">
                    <a:solidFill>
                      <a:srgbClr val="000000"/>
                    </a:solidFill>
                    <a:round/>
                    <a:headEnd/>
                    <a:tailEnd/>
                  </a14:hiddenLine>
                </a:ext>
              </a:extLst>
            </p:spPr>
            <p:txBody>
              <a:bodyPr anchor="ctr"/>
              <a:lstStyle/>
              <a:p>
                <a:pPr algn="ctr"/>
                <a:endParaRPr/>
              </a:p>
            </p:txBody>
          </p:sp>
          <p:sp>
            <p:nvSpPr>
              <p:cNvPr id="573" name="îšlîḋe">
                <a:extLst>
                  <a:ext uri="{FF2B5EF4-FFF2-40B4-BE49-F238E27FC236}">
                    <a16:creationId xmlns:a16="http://schemas.microsoft.com/office/drawing/2014/main" id="{877DD801-7A47-434A-B8DA-4E8033DCC823}"/>
                  </a:ext>
                </a:extLst>
              </p:cNvPr>
              <p:cNvSpPr/>
              <p:nvPr/>
            </p:nvSpPr>
            <p:spPr bwMode="auto">
              <a:xfrm>
                <a:off x="2907" y="3617"/>
                <a:ext cx="76" cy="76"/>
              </a:xfrm>
              <a:prstGeom prst="ellipse">
                <a:avLst/>
              </a:prstGeom>
              <a:solidFill>
                <a:srgbClr val="07123F"/>
              </a:solidFill>
              <a:ln>
                <a:noFill/>
              </a:ln>
              <a:extLst>
                <a:ext uri="{91240B29-F687-4F45-9708-019B960494DF}">
                  <a14:hiddenLine xmlns:a14="http://schemas.microsoft.com/office/drawing/2010/main" w="9525">
                    <a:solidFill>
                      <a:srgbClr val="000000"/>
                    </a:solidFill>
                    <a:round/>
                    <a:headEnd/>
                    <a:tailEnd/>
                  </a14:hiddenLine>
                </a:ext>
              </a:extLst>
            </p:spPr>
            <p:txBody>
              <a:bodyPr anchor="ctr"/>
              <a:lstStyle/>
              <a:p>
                <a:pPr algn="ctr"/>
                <a:endParaRPr/>
              </a:p>
            </p:txBody>
          </p:sp>
          <p:sp>
            <p:nvSpPr>
              <p:cNvPr id="574" name="íṩḷiḑê">
                <a:extLst>
                  <a:ext uri="{FF2B5EF4-FFF2-40B4-BE49-F238E27FC236}">
                    <a16:creationId xmlns:a16="http://schemas.microsoft.com/office/drawing/2014/main" id="{1D556FAE-97C3-4884-A239-812E05334778}"/>
                  </a:ext>
                </a:extLst>
              </p:cNvPr>
              <p:cNvSpPr/>
              <p:nvPr/>
            </p:nvSpPr>
            <p:spPr bwMode="auto">
              <a:xfrm>
                <a:off x="2895" y="3590"/>
                <a:ext cx="106" cy="63"/>
              </a:xfrm>
              <a:custGeom>
                <a:avLst/>
                <a:gdLst>
                  <a:gd name="T0" fmla="*/ 83 w 83"/>
                  <a:gd name="T1" fmla="*/ 49 h 49"/>
                  <a:gd name="T2" fmla="*/ 0 w 83"/>
                  <a:gd name="T3" fmla="*/ 49 h 49"/>
                  <a:gd name="T4" fmla="*/ 0 w 83"/>
                  <a:gd name="T5" fmla="*/ 27 h 49"/>
                  <a:gd name="T6" fmla="*/ 27 w 83"/>
                  <a:gd name="T7" fmla="*/ 0 h 49"/>
                  <a:gd name="T8" fmla="*/ 56 w 83"/>
                  <a:gd name="T9" fmla="*/ 0 h 49"/>
                  <a:gd name="T10" fmla="*/ 83 w 83"/>
                  <a:gd name="T11" fmla="*/ 27 h 49"/>
                  <a:gd name="T12" fmla="*/ 83 w 83"/>
                  <a:gd name="T13" fmla="*/ 49 h 49"/>
                </a:gdLst>
                <a:ahLst/>
                <a:cxnLst>
                  <a:cxn ang="0">
                    <a:pos x="T0" y="T1"/>
                  </a:cxn>
                  <a:cxn ang="0">
                    <a:pos x="T2" y="T3"/>
                  </a:cxn>
                  <a:cxn ang="0">
                    <a:pos x="T4" y="T5"/>
                  </a:cxn>
                  <a:cxn ang="0">
                    <a:pos x="T6" y="T7"/>
                  </a:cxn>
                  <a:cxn ang="0">
                    <a:pos x="T8" y="T9"/>
                  </a:cxn>
                  <a:cxn ang="0">
                    <a:pos x="T10" y="T11"/>
                  </a:cxn>
                  <a:cxn ang="0">
                    <a:pos x="T12" y="T13"/>
                  </a:cxn>
                </a:cxnLst>
                <a:rect l="0" t="0" r="r" b="b"/>
                <a:pathLst>
                  <a:path w="83" h="49">
                    <a:moveTo>
                      <a:pt x="83" y="49"/>
                    </a:moveTo>
                    <a:cubicBezTo>
                      <a:pt x="0" y="49"/>
                      <a:pt x="0" y="49"/>
                      <a:pt x="0" y="49"/>
                    </a:cubicBezTo>
                    <a:cubicBezTo>
                      <a:pt x="0" y="27"/>
                      <a:pt x="0" y="27"/>
                      <a:pt x="0" y="27"/>
                    </a:cubicBezTo>
                    <a:cubicBezTo>
                      <a:pt x="0" y="12"/>
                      <a:pt x="12" y="0"/>
                      <a:pt x="27" y="0"/>
                    </a:cubicBezTo>
                    <a:cubicBezTo>
                      <a:pt x="56" y="0"/>
                      <a:pt x="56" y="0"/>
                      <a:pt x="56" y="0"/>
                    </a:cubicBezTo>
                    <a:cubicBezTo>
                      <a:pt x="71" y="0"/>
                      <a:pt x="83" y="12"/>
                      <a:pt x="83" y="27"/>
                    </a:cubicBezTo>
                    <a:lnTo>
                      <a:pt x="83" y="49"/>
                    </a:lnTo>
                    <a:close/>
                  </a:path>
                </a:pathLst>
              </a:custGeom>
              <a:solidFill>
                <a:srgbClr val="2D3969"/>
              </a:solidFill>
              <a:ln>
                <a:noFill/>
              </a:ln>
              <a:extLst>
                <a:ext uri="{91240B29-F687-4F45-9708-019B960494DF}">
                  <a14:hiddenLine xmlns:a14="http://schemas.microsoft.com/office/drawing/2010/main" w="9525">
                    <a:solidFill>
                      <a:srgbClr val="000000"/>
                    </a:solidFill>
                    <a:round/>
                    <a:headEnd/>
                    <a:tailEnd/>
                  </a14:hiddenLine>
                </a:ext>
              </a:extLst>
            </p:spPr>
            <p:txBody>
              <a:bodyPr anchor="ctr"/>
              <a:lstStyle/>
              <a:p>
                <a:pPr algn="ctr"/>
                <a:endParaRPr/>
              </a:p>
            </p:txBody>
          </p:sp>
          <p:sp>
            <p:nvSpPr>
              <p:cNvPr id="575" name="ïṥ1ïḋe">
                <a:extLst>
                  <a:ext uri="{FF2B5EF4-FFF2-40B4-BE49-F238E27FC236}">
                    <a16:creationId xmlns:a16="http://schemas.microsoft.com/office/drawing/2014/main" id="{9B2B328F-D67F-4121-AF40-E1A42F16F690}"/>
                  </a:ext>
                </a:extLst>
              </p:cNvPr>
              <p:cNvSpPr/>
              <p:nvPr/>
            </p:nvSpPr>
            <p:spPr bwMode="auto">
              <a:xfrm>
                <a:off x="2624" y="3479"/>
                <a:ext cx="61" cy="138"/>
              </a:xfrm>
              <a:prstGeom prst="rect">
                <a:avLst/>
              </a:prstGeom>
              <a:solidFill>
                <a:srgbClr val="07123F"/>
              </a:solidFill>
              <a:ln>
                <a:noFill/>
              </a:ln>
              <a:extLst>
                <a:ext uri="{91240B29-F687-4F45-9708-019B960494DF}">
                  <a14:hiddenLine xmlns:a14="http://schemas.microsoft.com/office/drawing/2010/main" w="9525">
                    <a:solidFill>
                      <a:srgbClr val="000000"/>
                    </a:solidFill>
                    <a:miter lim="800000"/>
                    <a:headEnd/>
                    <a:tailEnd/>
                  </a14:hiddenLine>
                </a:ext>
              </a:extLst>
            </p:spPr>
            <p:txBody>
              <a:bodyPr anchor="ctr"/>
              <a:lstStyle/>
              <a:p>
                <a:pPr algn="ctr"/>
                <a:endParaRPr/>
              </a:p>
            </p:txBody>
          </p:sp>
          <p:sp>
            <p:nvSpPr>
              <p:cNvPr id="576" name="iṡļîďè">
                <a:extLst>
                  <a:ext uri="{FF2B5EF4-FFF2-40B4-BE49-F238E27FC236}">
                    <a16:creationId xmlns:a16="http://schemas.microsoft.com/office/drawing/2014/main" id="{733A1D90-530E-45F0-8942-79D9C9940A54}"/>
                  </a:ext>
                </a:extLst>
              </p:cNvPr>
              <p:cNvSpPr/>
              <p:nvPr/>
            </p:nvSpPr>
            <p:spPr bwMode="auto">
              <a:xfrm>
                <a:off x="2618" y="3617"/>
                <a:ext cx="77" cy="76"/>
              </a:xfrm>
              <a:prstGeom prst="ellipse">
                <a:avLst/>
              </a:prstGeom>
              <a:solidFill>
                <a:srgbClr val="07123F"/>
              </a:solidFill>
              <a:ln>
                <a:noFill/>
              </a:ln>
              <a:extLst>
                <a:ext uri="{91240B29-F687-4F45-9708-019B960494DF}">
                  <a14:hiddenLine xmlns:a14="http://schemas.microsoft.com/office/drawing/2010/main" w="9525">
                    <a:solidFill>
                      <a:srgbClr val="000000"/>
                    </a:solidFill>
                    <a:round/>
                    <a:headEnd/>
                    <a:tailEnd/>
                  </a14:hiddenLine>
                </a:ext>
              </a:extLst>
            </p:spPr>
            <p:txBody>
              <a:bodyPr anchor="ctr"/>
              <a:lstStyle/>
              <a:p>
                <a:pPr algn="ctr"/>
                <a:endParaRPr/>
              </a:p>
            </p:txBody>
          </p:sp>
          <p:sp>
            <p:nvSpPr>
              <p:cNvPr id="577" name="ï$ľîďè">
                <a:extLst>
                  <a:ext uri="{FF2B5EF4-FFF2-40B4-BE49-F238E27FC236}">
                    <a16:creationId xmlns:a16="http://schemas.microsoft.com/office/drawing/2014/main" id="{10DB0C0E-472C-4F0B-B058-D0ADB2049DA0}"/>
                  </a:ext>
                </a:extLst>
              </p:cNvPr>
              <p:cNvSpPr/>
              <p:nvPr/>
            </p:nvSpPr>
            <p:spPr bwMode="auto">
              <a:xfrm>
                <a:off x="2607" y="3590"/>
                <a:ext cx="105" cy="63"/>
              </a:xfrm>
              <a:custGeom>
                <a:avLst/>
                <a:gdLst>
                  <a:gd name="T0" fmla="*/ 82 w 82"/>
                  <a:gd name="T1" fmla="*/ 49 h 49"/>
                  <a:gd name="T2" fmla="*/ 0 w 82"/>
                  <a:gd name="T3" fmla="*/ 49 h 49"/>
                  <a:gd name="T4" fmla="*/ 0 w 82"/>
                  <a:gd name="T5" fmla="*/ 27 h 49"/>
                  <a:gd name="T6" fmla="*/ 27 w 82"/>
                  <a:gd name="T7" fmla="*/ 0 h 49"/>
                  <a:gd name="T8" fmla="*/ 55 w 82"/>
                  <a:gd name="T9" fmla="*/ 0 h 49"/>
                  <a:gd name="T10" fmla="*/ 82 w 82"/>
                  <a:gd name="T11" fmla="*/ 27 h 49"/>
                  <a:gd name="T12" fmla="*/ 82 w 82"/>
                  <a:gd name="T13" fmla="*/ 49 h 49"/>
                </a:gdLst>
                <a:ahLst/>
                <a:cxnLst>
                  <a:cxn ang="0">
                    <a:pos x="T0" y="T1"/>
                  </a:cxn>
                  <a:cxn ang="0">
                    <a:pos x="T2" y="T3"/>
                  </a:cxn>
                  <a:cxn ang="0">
                    <a:pos x="T4" y="T5"/>
                  </a:cxn>
                  <a:cxn ang="0">
                    <a:pos x="T6" y="T7"/>
                  </a:cxn>
                  <a:cxn ang="0">
                    <a:pos x="T8" y="T9"/>
                  </a:cxn>
                  <a:cxn ang="0">
                    <a:pos x="T10" y="T11"/>
                  </a:cxn>
                  <a:cxn ang="0">
                    <a:pos x="T12" y="T13"/>
                  </a:cxn>
                </a:cxnLst>
                <a:rect l="0" t="0" r="r" b="b"/>
                <a:pathLst>
                  <a:path w="82" h="49">
                    <a:moveTo>
                      <a:pt x="82" y="49"/>
                    </a:moveTo>
                    <a:cubicBezTo>
                      <a:pt x="0" y="49"/>
                      <a:pt x="0" y="49"/>
                      <a:pt x="0" y="49"/>
                    </a:cubicBezTo>
                    <a:cubicBezTo>
                      <a:pt x="0" y="27"/>
                      <a:pt x="0" y="27"/>
                      <a:pt x="0" y="27"/>
                    </a:cubicBezTo>
                    <a:cubicBezTo>
                      <a:pt x="0" y="12"/>
                      <a:pt x="12" y="0"/>
                      <a:pt x="27" y="0"/>
                    </a:cubicBezTo>
                    <a:cubicBezTo>
                      <a:pt x="55" y="0"/>
                      <a:pt x="55" y="0"/>
                      <a:pt x="55" y="0"/>
                    </a:cubicBezTo>
                    <a:cubicBezTo>
                      <a:pt x="70" y="0"/>
                      <a:pt x="82" y="12"/>
                      <a:pt x="82" y="27"/>
                    </a:cubicBezTo>
                    <a:lnTo>
                      <a:pt x="82" y="49"/>
                    </a:lnTo>
                    <a:close/>
                  </a:path>
                </a:pathLst>
              </a:custGeom>
              <a:solidFill>
                <a:srgbClr val="2D3969"/>
              </a:solidFill>
              <a:ln>
                <a:noFill/>
              </a:ln>
              <a:extLst>
                <a:ext uri="{91240B29-F687-4F45-9708-019B960494DF}">
                  <a14:hiddenLine xmlns:a14="http://schemas.microsoft.com/office/drawing/2010/main" w="9525">
                    <a:solidFill>
                      <a:srgbClr val="000000"/>
                    </a:solidFill>
                    <a:round/>
                    <a:headEnd/>
                    <a:tailEnd/>
                  </a14:hiddenLine>
                </a:ext>
              </a:extLst>
            </p:spPr>
            <p:txBody>
              <a:bodyPr anchor="ctr"/>
              <a:lstStyle/>
              <a:p>
                <a:pPr algn="ctr"/>
                <a:endParaRPr/>
              </a:p>
            </p:txBody>
          </p:sp>
          <p:sp>
            <p:nvSpPr>
              <p:cNvPr id="578" name="ïŝ1íḋè">
                <a:extLst>
                  <a:ext uri="{FF2B5EF4-FFF2-40B4-BE49-F238E27FC236}">
                    <a16:creationId xmlns:a16="http://schemas.microsoft.com/office/drawing/2014/main" id="{FF9879F1-772C-41C0-9254-F48E721C2F6A}"/>
                  </a:ext>
                </a:extLst>
              </p:cNvPr>
              <p:cNvSpPr/>
              <p:nvPr/>
            </p:nvSpPr>
            <p:spPr bwMode="auto">
              <a:xfrm>
                <a:off x="3137" y="3538"/>
                <a:ext cx="320" cy="116"/>
              </a:xfrm>
              <a:custGeom>
                <a:avLst/>
                <a:gdLst>
                  <a:gd name="T0" fmla="*/ 3 w 251"/>
                  <a:gd name="T1" fmla="*/ 91 h 91"/>
                  <a:gd name="T2" fmla="*/ 227 w 251"/>
                  <a:gd name="T3" fmla="*/ 83 h 91"/>
                  <a:gd name="T4" fmla="*/ 251 w 251"/>
                  <a:gd name="T5" fmla="*/ 57 h 91"/>
                  <a:gd name="T6" fmla="*/ 234 w 251"/>
                  <a:gd name="T7" fmla="*/ 35 h 91"/>
                  <a:gd name="T8" fmla="*/ 121 w 251"/>
                  <a:gd name="T9" fmla="*/ 0 h 91"/>
                  <a:gd name="T10" fmla="*/ 0 w 251"/>
                  <a:gd name="T11" fmla="*/ 8 h 91"/>
                  <a:gd name="T12" fmla="*/ 3 w 251"/>
                  <a:gd name="T13" fmla="*/ 91 h 91"/>
                </a:gdLst>
                <a:ahLst/>
                <a:cxnLst>
                  <a:cxn ang="0">
                    <a:pos x="T0" y="T1"/>
                  </a:cxn>
                  <a:cxn ang="0">
                    <a:pos x="T2" y="T3"/>
                  </a:cxn>
                  <a:cxn ang="0">
                    <a:pos x="T4" y="T5"/>
                  </a:cxn>
                  <a:cxn ang="0">
                    <a:pos x="T6" y="T7"/>
                  </a:cxn>
                  <a:cxn ang="0">
                    <a:pos x="T8" y="T9"/>
                  </a:cxn>
                  <a:cxn ang="0">
                    <a:pos x="T10" y="T11"/>
                  </a:cxn>
                  <a:cxn ang="0">
                    <a:pos x="T12" y="T13"/>
                  </a:cxn>
                </a:cxnLst>
                <a:rect l="0" t="0" r="r" b="b"/>
                <a:pathLst>
                  <a:path w="251" h="91">
                    <a:moveTo>
                      <a:pt x="3" y="91"/>
                    </a:moveTo>
                    <a:cubicBezTo>
                      <a:pt x="227" y="83"/>
                      <a:pt x="227" y="83"/>
                      <a:pt x="227" y="83"/>
                    </a:cubicBezTo>
                    <a:cubicBezTo>
                      <a:pt x="241" y="82"/>
                      <a:pt x="251" y="71"/>
                      <a:pt x="251" y="57"/>
                    </a:cubicBezTo>
                    <a:cubicBezTo>
                      <a:pt x="250" y="47"/>
                      <a:pt x="244" y="38"/>
                      <a:pt x="234" y="35"/>
                    </a:cubicBezTo>
                    <a:cubicBezTo>
                      <a:pt x="121" y="0"/>
                      <a:pt x="121" y="0"/>
                      <a:pt x="121" y="0"/>
                    </a:cubicBezTo>
                    <a:cubicBezTo>
                      <a:pt x="0" y="8"/>
                      <a:pt x="0" y="8"/>
                      <a:pt x="0" y="8"/>
                    </a:cubicBezTo>
                    <a:lnTo>
                      <a:pt x="3" y="91"/>
                    </a:lnTo>
                    <a:close/>
                  </a:path>
                </a:pathLst>
              </a:custGeom>
              <a:solidFill>
                <a:srgbClr val="AA6842"/>
              </a:solidFill>
              <a:ln>
                <a:noFill/>
              </a:ln>
              <a:extLst>
                <a:ext uri="{91240B29-F687-4F45-9708-019B960494DF}">
                  <a14:hiddenLine xmlns:a14="http://schemas.microsoft.com/office/drawing/2010/main" w="9525">
                    <a:solidFill>
                      <a:srgbClr val="000000"/>
                    </a:solidFill>
                    <a:round/>
                    <a:headEnd/>
                    <a:tailEnd/>
                  </a14:hiddenLine>
                </a:ext>
              </a:extLst>
            </p:spPr>
            <p:txBody>
              <a:bodyPr anchor="ctr"/>
              <a:lstStyle/>
              <a:p>
                <a:pPr algn="ctr"/>
                <a:endParaRPr/>
              </a:p>
            </p:txBody>
          </p:sp>
          <p:sp>
            <p:nvSpPr>
              <p:cNvPr id="579" name="îşḻîďé">
                <a:extLst>
                  <a:ext uri="{FF2B5EF4-FFF2-40B4-BE49-F238E27FC236}">
                    <a16:creationId xmlns:a16="http://schemas.microsoft.com/office/drawing/2014/main" id="{18095117-ECA0-41C2-9530-C0EE240DDE0D}"/>
                  </a:ext>
                </a:extLst>
              </p:cNvPr>
              <p:cNvSpPr/>
              <p:nvPr/>
            </p:nvSpPr>
            <p:spPr bwMode="auto">
              <a:xfrm>
                <a:off x="3143" y="3630"/>
                <a:ext cx="310" cy="34"/>
              </a:xfrm>
              <a:custGeom>
                <a:avLst/>
                <a:gdLst>
                  <a:gd name="T0" fmla="*/ 233 w 244"/>
                  <a:gd name="T1" fmla="*/ 16 h 27"/>
                  <a:gd name="T2" fmla="*/ 1 w 244"/>
                  <a:gd name="T3" fmla="*/ 27 h 27"/>
                  <a:gd name="T4" fmla="*/ 0 w 244"/>
                  <a:gd name="T5" fmla="*/ 11 h 27"/>
                  <a:gd name="T6" fmla="*/ 244 w 244"/>
                  <a:gd name="T7" fmla="*/ 0 h 27"/>
                  <a:gd name="T8" fmla="*/ 244 w 244"/>
                  <a:gd name="T9" fmla="*/ 5 h 27"/>
                  <a:gd name="T10" fmla="*/ 233 w 244"/>
                  <a:gd name="T11" fmla="*/ 16 h 27"/>
                </a:gdLst>
                <a:ahLst/>
                <a:cxnLst>
                  <a:cxn ang="0">
                    <a:pos x="T0" y="T1"/>
                  </a:cxn>
                  <a:cxn ang="0">
                    <a:pos x="T2" y="T3"/>
                  </a:cxn>
                  <a:cxn ang="0">
                    <a:pos x="T4" y="T5"/>
                  </a:cxn>
                  <a:cxn ang="0">
                    <a:pos x="T6" y="T7"/>
                  </a:cxn>
                  <a:cxn ang="0">
                    <a:pos x="T8" y="T9"/>
                  </a:cxn>
                  <a:cxn ang="0">
                    <a:pos x="T10" y="T11"/>
                  </a:cxn>
                </a:cxnLst>
                <a:rect l="0" t="0" r="r" b="b"/>
                <a:pathLst>
                  <a:path w="244" h="27">
                    <a:moveTo>
                      <a:pt x="233" y="16"/>
                    </a:moveTo>
                    <a:cubicBezTo>
                      <a:pt x="1" y="27"/>
                      <a:pt x="1" y="27"/>
                      <a:pt x="1" y="27"/>
                    </a:cubicBezTo>
                    <a:cubicBezTo>
                      <a:pt x="0" y="11"/>
                      <a:pt x="0" y="11"/>
                      <a:pt x="0" y="11"/>
                    </a:cubicBezTo>
                    <a:cubicBezTo>
                      <a:pt x="244" y="0"/>
                      <a:pt x="244" y="0"/>
                      <a:pt x="244" y="0"/>
                    </a:cubicBezTo>
                    <a:cubicBezTo>
                      <a:pt x="244" y="5"/>
                      <a:pt x="244" y="5"/>
                      <a:pt x="244" y="5"/>
                    </a:cubicBezTo>
                    <a:cubicBezTo>
                      <a:pt x="244" y="11"/>
                      <a:pt x="240" y="16"/>
                      <a:pt x="233" y="16"/>
                    </a:cubicBezTo>
                    <a:close/>
                  </a:path>
                </a:pathLst>
              </a:custGeom>
              <a:solidFill>
                <a:srgbClr val="07123F"/>
              </a:solidFill>
              <a:ln>
                <a:noFill/>
              </a:ln>
              <a:extLst>
                <a:ext uri="{91240B29-F687-4F45-9708-019B960494DF}">
                  <a14:hiddenLine xmlns:a14="http://schemas.microsoft.com/office/drawing/2010/main" w="9525">
                    <a:solidFill>
                      <a:srgbClr val="000000"/>
                    </a:solidFill>
                    <a:round/>
                    <a:headEnd/>
                    <a:tailEnd/>
                  </a14:hiddenLine>
                </a:ext>
              </a:extLst>
            </p:spPr>
            <p:txBody>
              <a:bodyPr anchor="ctr"/>
              <a:lstStyle/>
              <a:p>
                <a:pPr algn="ctr"/>
                <a:endParaRPr/>
              </a:p>
            </p:txBody>
          </p:sp>
          <p:sp>
            <p:nvSpPr>
              <p:cNvPr id="580" name="ïs1iḑe">
                <a:extLst>
                  <a:ext uri="{FF2B5EF4-FFF2-40B4-BE49-F238E27FC236}">
                    <a16:creationId xmlns:a16="http://schemas.microsoft.com/office/drawing/2014/main" id="{E95F702C-6CC5-4C88-9E61-65B7CA788429}"/>
                  </a:ext>
                </a:extLst>
              </p:cNvPr>
              <p:cNvSpPr/>
              <p:nvPr/>
            </p:nvSpPr>
            <p:spPr bwMode="auto">
              <a:xfrm>
                <a:off x="2441" y="2603"/>
                <a:ext cx="495" cy="263"/>
              </a:xfrm>
              <a:custGeom>
                <a:avLst/>
                <a:gdLst>
                  <a:gd name="T0" fmla="*/ 375 w 389"/>
                  <a:gd name="T1" fmla="*/ 105 h 207"/>
                  <a:gd name="T2" fmla="*/ 352 w 389"/>
                  <a:gd name="T3" fmla="*/ 170 h 207"/>
                  <a:gd name="T4" fmla="*/ 274 w 389"/>
                  <a:gd name="T5" fmla="*/ 207 h 207"/>
                  <a:gd name="T6" fmla="*/ 103 w 389"/>
                  <a:gd name="T7" fmla="*/ 207 h 207"/>
                  <a:gd name="T8" fmla="*/ 88 w 389"/>
                  <a:gd name="T9" fmla="*/ 206 h 207"/>
                  <a:gd name="T10" fmla="*/ 53 w 389"/>
                  <a:gd name="T11" fmla="*/ 194 h 207"/>
                  <a:gd name="T12" fmla="*/ 48 w 389"/>
                  <a:gd name="T13" fmla="*/ 190 h 207"/>
                  <a:gd name="T14" fmla="*/ 1 w 389"/>
                  <a:gd name="T15" fmla="*/ 105 h 207"/>
                  <a:gd name="T16" fmla="*/ 0 w 389"/>
                  <a:gd name="T17" fmla="*/ 55 h 207"/>
                  <a:gd name="T18" fmla="*/ 389 w 389"/>
                  <a:gd name="T19" fmla="*/ 0 h 207"/>
                  <a:gd name="T20" fmla="*/ 375 w 389"/>
                  <a:gd name="T21" fmla="*/ 105 h 20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389" h="207">
                    <a:moveTo>
                      <a:pt x="375" y="105"/>
                    </a:moveTo>
                    <a:cubicBezTo>
                      <a:pt x="375" y="130"/>
                      <a:pt x="366" y="152"/>
                      <a:pt x="352" y="170"/>
                    </a:cubicBezTo>
                    <a:cubicBezTo>
                      <a:pt x="333" y="192"/>
                      <a:pt x="305" y="207"/>
                      <a:pt x="274" y="207"/>
                    </a:cubicBezTo>
                    <a:cubicBezTo>
                      <a:pt x="103" y="207"/>
                      <a:pt x="103" y="207"/>
                      <a:pt x="103" y="207"/>
                    </a:cubicBezTo>
                    <a:cubicBezTo>
                      <a:pt x="98" y="207"/>
                      <a:pt x="93" y="206"/>
                      <a:pt x="88" y="206"/>
                    </a:cubicBezTo>
                    <a:cubicBezTo>
                      <a:pt x="76" y="204"/>
                      <a:pt x="64" y="200"/>
                      <a:pt x="53" y="194"/>
                    </a:cubicBezTo>
                    <a:cubicBezTo>
                      <a:pt x="51" y="193"/>
                      <a:pt x="49" y="192"/>
                      <a:pt x="48" y="190"/>
                    </a:cubicBezTo>
                    <a:cubicBezTo>
                      <a:pt x="20" y="172"/>
                      <a:pt x="1" y="141"/>
                      <a:pt x="1" y="105"/>
                    </a:cubicBezTo>
                    <a:cubicBezTo>
                      <a:pt x="0" y="55"/>
                      <a:pt x="0" y="55"/>
                      <a:pt x="0" y="55"/>
                    </a:cubicBezTo>
                    <a:cubicBezTo>
                      <a:pt x="389" y="0"/>
                      <a:pt x="389" y="0"/>
                      <a:pt x="389" y="0"/>
                    </a:cubicBezTo>
                    <a:lnTo>
                      <a:pt x="375" y="105"/>
                    </a:lnTo>
                    <a:close/>
                  </a:path>
                </a:pathLst>
              </a:custGeom>
              <a:solidFill>
                <a:srgbClr val="1D1D2E"/>
              </a:solidFill>
              <a:ln>
                <a:noFill/>
              </a:ln>
              <a:extLst>
                <a:ext uri="{91240B29-F687-4F45-9708-019B960494DF}">
                  <a14:hiddenLine xmlns:a14="http://schemas.microsoft.com/office/drawing/2010/main" w="9525">
                    <a:solidFill>
                      <a:srgbClr val="000000"/>
                    </a:solidFill>
                    <a:round/>
                    <a:headEnd/>
                    <a:tailEnd/>
                  </a14:hiddenLine>
                </a:ext>
              </a:extLst>
            </p:spPr>
            <p:txBody>
              <a:bodyPr anchor="ctr"/>
              <a:lstStyle/>
              <a:p>
                <a:pPr algn="ctr"/>
                <a:endParaRPr/>
              </a:p>
            </p:txBody>
          </p:sp>
          <p:sp>
            <p:nvSpPr>
              <p:cNvPr id="581" name="íṣ1îḋê">
                <a:extLst>
                  <a:ext uri="{FF2B5EF4-FFF2-40B4-BE49-F238E27FC236}">
                    <a16:creationId xmlns:a16="http://schemas.microsoft.com/office/drawing/2014/main" id="{83285675-BE2C-4465-9055-F323AC539855}"/>
                  </a:ext>
                </a:extLst>
              </p:cNvPr>
              <p:cNvSpPr/>
              <p:nvPr/>
            </p:nvSpPr>
            <p:spPr bwMode="auto">
              <a:xfrm>
                <a:off x="3287" y="3539"/>
                <a:ext cx="39" cy="45"/>
              </a:xfrm>
              <a:custGeom>
                <a:avLst/>
                <a:gdLst>
                  <a:gd name="T0" fmla="*/ 5 w 31"/>
                  <a:gd name="T1" fmla="*/ 34 h 35"/>
                  <a:gd name="T2" fmla="*/ 30 w 31"/>
                  <a:gd name="T3" fmla="*/ 5 h 35"/>
                  <a:gd name="T4" fmla="*/ 30 w 31"/>
                  <a:gd name="T5" fmla="*/ 1 h 35"/>
                  <a:gd name="T6" fmla="*/ 26 w 31"/>
                  <a:gd name="T7" fmla="*/ 1 h 35"/>
                  <a:gd name="T8" fmla="*/ 1 w 31"/>
                  <a:gd name="T9" fmla="*/ 31 h 35"/>
                  <a:gd name="T10" fmla="*/ 1 w 31"/>
                  <a:gd name="T11" fmla="*/ 35 h 35"/>
                  <a:gd name="T12" fmla="*/ 5 w 31"/>
                  <a:gd name="T13" fmla="*/ 34 h 35"/>
                </a:gdLst>
                <a:ahLst/>
                <a:cxnLst>
                  <a:cxn ang="0">
                    <a:pos x="T0" y="T1"/>
                  </a:cxn>
                  <a:cxn ang="0">
                    <a:pos x="T2" y="T3"/>
                  </a:cxn>
                  <a:cxn ang="0">
                    <a:pos x="T4" y="T5"/>
                  </a:cxn>
                  <a:cxn ang="0">
                    <a:pos x="T6" y="T7"/>
                  </a:cxn>
                  <a:cxn ang="0">
                    <a:pos x="T8" y="T9"/>
                  </a:cxn>
                  <a:cxn ang="0">
                    <a:pos x="T10" y="T11"/>
                  </a:cxn>
                  <a:cxn ang="0">
                    <a:pos x="T12" y="T13"/>
                  </a:cxn>
                </a:cxnLst>
                <a:rect l="0" t="0" r="r" b="b"/>
                <a:pathLst>
                  <a:path w="31" h="35">
                    <a:moveTo>
                      <a:pt x="5" y="34"/>
                    </a:moveTo>
                    <a:cubicBezTo>
                      <a:pt x="30" y="5"/>
                      <a:pt x="30" y="5"/>
                      <a:pt x="30" y="5"/>
                    </a:cubicBezTo>
                    <a:cubicBezTo>
                      <a:pt x="31" y="4"/>
                      <a:pt x="31" y="2"/>
                      <a:pt x="30" y="1"/>
                    </a:cubicBezTo>
                    <a:cubicBezTo>
                      <a:pt x="29" y="0"/>
                      <a:pt x="27" y="0"/>
                      <a:pt x="26" y="1"/>
                    </a:cubicBezTo>
                    <a:cubicBezTo>
                      <a:pt x="1" y="31"/>
                      <a:pt x="1" y="31"/>
                      <a:pt x="1" y="31"/>
                    </a:cubicBezTo>
                    <a:cubicBezTo>
                      <a:pt x="0" y="32"/>
                      <a:pt x="0" y="34"/>
                      <a:pt x="1" y="35"/>
                    </a:cubicBezTo>
                    <a:cubicBezTo>
                      <a:pt x="2" y="35"/>
                      <a:pt x="4" y="35"/>
                      <a:pt x="5" y="34"/>
                    </a:cubicBezTo>
                  </a:path>
                </a:pathLst>
              </a:custGeom>
              <a:solidFill>
                <a:srgbClr val="07123F"/>
              </a:solidFill>
              <a:ln>
                <a:noFill/>
              </a:ln>
              <a:extLst>
                <a:ext uri="{91240B29-F687-4F45-9708-019B960494DF}">
                  <a14:hiddenLine xmlns:a14="http://schemas.microsoft.com/office/drawing/2010/main" w="9525">
                    <a:solidFill>
                      <a:srgbClr val="000000"/>
                    </a:solidFill>
                    <a:round/>
                    <a:headEnd/>
                    <a:tailEnd/>
                  </a14:hiddenLine>
                </a:ext>
              </a:extLst>
            </p:spPr>
            <p:txBody>
              <a:bodyPr anchor="ctr"/>
              <a:lstStyle/>
              <a:p>
                <a:pPr algn="ctr"/>
                <a:endParaRPr/>
              </a:p>
            </p:txBody>
          </p:sp>
          <p:sp>
            <p:nvSpPr>
              <p:cNvPr id="582" name="iSḻïďê">
                <a:extLst>
                  <a:ext uri="{FF2B5EF4-FFF2-40B4-BE49-F238E27FC236}">
                    <a16:creationId xmlns:a16="http://schemas.microsoft.com/office/drawing/2014/main" id="{32F8568F-0622-4274-9F74-E0BDC376DAB7}"/>
                  </a:ext>
                </a:extLst>
              </p:cNvPr>
              <p:cNvSpPr/>
              <p:nvPr/>
            </p:nvSpPr>
            <p:spPr bwMode="auto">
              <a:xfrm>
                <a:off x="3311" y="3548"/>
                <a:ext cx="41" cy="46"/>
              </a:xfrm>
              <a:custGeom>
                <a:avLst/>
                <a:gdLst>
                  <a:gd name="T0" fmla="*/ 6 w 32"/>
                  <a:gd name="T1" fmla="*/ 34 h 36"/>
                  <a:gd name="T2" fmla="*/ 31 w 32"/>
                  <a:gd name="T3" fmla="*/ 5 h 36"/>
                  <a:gd name="T4" fmla="*/ 30 w 32"/>
                  <a:gd name="T5" fmla="*/ 1 h 36"/>
                  <a:gd name="T6" fmla="*/ 27 w 32"/>
                  <a:gd name="T7" fmla="*/ 2 h 36"/>
                  <a:gd name="T8" fmla="*/ 1 w 32"/>
                  <a:gd name="T9" fmla="*/ 31 h 36"/>
                  <a:gd name="T10" fmla="*/ 2 w 32"/>
                  <a:gd name="T11" fmla="*/ 35 h 36"/>
                  <a:gd name="T12" fmla="*/ 6 w 32"/>
                  <a:gd name="T13" fmla="*/ 34 h 36"/>
                </a:gdLst>
                <a:ahLst/>
                <a:cxnLst>
                  <a:cxn ang="0">
                    <a:pos x="T0" y="T1"/>
                  </a:cxn>
                  <a:cxn ang="0">
                    <a:pos x="T2" y="T3"/>
                  </a:cxn>
                  <a:cxn ang="0">
                    <a:pos x="T4" y="T5"/>
                  </a:cxn>
                  <a:cxn ang="0">
                    <a:pos x="T6" y="T7"/>
                  </a:cxn>
                  <a:cxn ang="0">
                    <a:pos x="T8" y="T9"/>
                  </a:cxn>
                  <a:cxn ang="0">
                    <a:pos x="T10" y="T11"/>
                  </a:cxn>
                  <a:cxn ang="0">
                    <a:pos x="T12" y="T13"/>
                  </a:cxn>
                </a:cxnLst>
                <a:rect l="0" t="0" r="r" b="b"/>
                <a:pathLst>
                  <a:path w="32" h="36">
                    <a:moveTo>
                      <a:pt x="6" y="34"/>
                    </a:moveTo>
                    <a:cubicBezTo>
                      <a:pt x="31" y="5"/>
                      <a:pt x="31" y="5"/>
                      <a:pt x="31" y="5"/>
                    </a:cubicBezTo>
                    <a:cubicBezTo>
                      <a:pt x="32" y="4"/>
                      <a:pt x="31" y="2"/>
                      <a:pt x="30" y="1"/>
                    </a:cubicBezTo>
                    <a:cubicBezTo>
                      <a:pt x="29" y="0"/>
                      <a:pt x="28" y="0"/>
                      <a:pt x="27" y="2"/>
                    </a:cubicBezTo>
                    <a:cubicBezTo>
                      <a:pt x="1" y="31"/>
                      <a:pt x="1" y="31"/>
                      <a:pt x="1" y="31"/>
                    </a:cubicBezTo>
                    <a:cubicBezTo>
                      <a:pt x="0" y="32"/>
                      <a:pt x="1" y="34"/>
                      <a:pt x="2" y="35"/>
                    </a:cubicBezTo>
                    <a:cubicBezTo>
                      <a:pt x="3" y="36"/>
                      <a:pt x="5" y="36"/>
                      <a:pt x="6" y="34"/>
                    </a:cubicBezTo>
                  </a:path>
                </a:pathLst>
              </a:custGeom>
              <a:solidFill>
                <a:srgbClr val="07123F"/>
              </a:solidFill>
              <a:ln>
                <a:noFill/>
              </a:ln>
              <a:extLst>
                <a:ext uri="{91240B29-F687-4F45-9708-019B960494DF}">
                  <a14:hiddenLine xmlns:a14="http://schemas.microsoft.com/office/drawing/2010/main" w="9525">
                    <a:solidFill>
                      <a:srgbClr val="000000"/>
                    </a:solidFill>
                    <a:round/>
                    <a:headEnd/>
                    <a:tailEnd/>
                  </a14:hiddenLine>
                </a:ext>
              </a:extLst>
            </p:spPr>
            <p:txBody>
              <a:bodyPr anchor="ctr"/>
              <a:lstStyle/>
              <a:p>
                <a:pPr algn="ctr"/>
                <a:endParaRPr/>
              </a:p>
            </p:txBody>
          </p:sp>
          <p:sp>
            <p:nvSpPr>
              <p:cNvPr id="583" name="îṣļíḋê">
                <a:extLst>
                  <a:ext uri="{FF2B5EF4-FFF2-40B4-BE49-F238E27FC236}">
                    <a16:creationId xmlns:a16="http://schemas.microsoft.com/office/drawing/2014/main" id="{734E36B8-9F52-44AC-864A-7862EA182D13}"/>
                  </a:ext>
                </a:extLst>
              </p:cNvPr>
              <p:cNvSpPr/>
              <p:nvPr/>
            </p:nvSpPr>
            <p:spPr bwMode="auto">
              <a:xfrm>
                <a:off x="3335" y="3556"/>
                <a:ext cx="45" cy="51"/>
              </a:xfrm>
              <a:custGeom>
                <a:avLst/>
                <a:gdLst>
                  <a:gd name="T0" fmla="*/ 6 w 35"/>
                  <a:gd name="T1" fmla="*/ 39 h 40"/>
                  <a:gd name="T2" fmla="*/ 34 w 35"/>
                  <a:gd name="T3" fmla="*/ 5 h 40"/>
                  <a:gd name="T4" fmla="*/ 33 w 35"/>
                  <a:gd name="T5" fmla="*/ 1 h 40"/>
                  <a:gd name="T6" fmla="*/ 30 w 35"/>
                  <a:gd name="T7" fmla="*/ 2 h 40"/>
                  <a:gd name="T8" fmla="*/ 1 w 35"/>
                  <a:gd name="T9" fmla="*/ 35 h 40"/>
                  <a:gd name="T10" fmla="*/ 2 w 35"/>
                  <a:gd name="T11" fmla="*/ 39 h 40"/>
                  <a:gd name="T12" fmla="*/ 6 w 35"/>
                  <a:gd name="T13" fmla="*/ 39 h 40"/>
                </a:gdLst>
                <a:ahLst/>
                <a:cxnLst>
                  <a:cxn ang="0">
                    <a:pos x="T0" y="T1"/>
                  </a:cxn>
                  <a:cxn ang="0">
                    <a:pos x="T2" y="T3"/>
                  </a:cxn>
                  <a:cxn ang="0">
                    <a:pos x="T4" y="T5"/>
                  </a:cxn>
                  <a:cxn ang="0">
                    <a:pos x="T6" y="T7"/>
                  </a:cxn>
                  <a:cxn ang="0">
                    <a:pos x="T8" y="T9"/>
                  </a:cxn>
                  <a:cxn ang="0">
                    <a:pos x="T10" y="T11"/>
                  </a:cxn>
                  <a:cxn ang="0">
                    <a:pos x="T12" y="T13"/>
                  </a:cxn>
                </a:cxnLst>
                <a:rect l="0" t="0" r="r" b="b"/>
                <a:pathLst>
                  <a:path w="35" h="40">
                    <a:moveTo>
                      <a:pt x="6" y="39"/>
                    </a:moveTo>
                    <a:cubicBezTo>
                      <a:pt x="34" y="5"/>
                      <a:pt x="34" y="5"/>
                      <a:pt x="34" y="5"/>
                    </a:cubicBezTo>
                    <a:cubicBezTo>
                      <a:pt x="35" y="4"/>
                      <a:pt x="35" y="2"/>
                      <a:pt x="33" y="1"/>
                    </a:cubicBezTo>
                    <a:cubicBezTo>
                      <a:pt x="32" y="0"/>
                      <a:pt x="31" y="1"/>
                      <a:pt x="30" y="2"/>
                    </a:cubicBezTo>
                    <a:cubicBezTo>
                      <a:pt x="1" y="35"/>
                      <a:pt x="1" y="35"/>
                      <a:pt x="1" y="35"/>
                    </a:cubicBezTo>
                    <a:cubicBezTo>
                      <a:pt x="0" y="36"/>
                      <a:pt x="1" y="38"/>
                      <a:pt x="2" y="39"/>
                    </a:cubicBezTo>
                    <a:cubicBezTo>
                      <a:pt x="3" y="40"/>
                      <a:pt x="5" y="40"/>
                      <a:pt x="6" y="39"/>
                    </a:cubicBezTo>
                  </a:path>
                </a:pathLst>
              </a:custGeom>
              <a:solidFill>
                <a:srgbClr val="07123F"/>
              </a:solidFill>
              <a:ln>
                <a:noFill/>
              </a:ln>
              <a:extLst>
                <a:ext uri="{91240B29-F687-4F45-9708-019B960494DF}">
                  <a14:hiddenLine xmlns:a14="http://schemas.microsoft.com/office/drawing/2010/main" w="9525">
                    <a:solidFill>
                      <a:srgbClr val="000000"/>
                    </a:solidFill>
                    <a:round/>
                    <a:headEnd/>
                    <a:tailEnd/>
                  </a14:hiddenLine>
                </a:ext>
              </a:extLst>
            </p:spPr>
            <p:txBody>
              <a:bodyPr anchor="ctr"/>
              <a:lstStyle/>
              <a:p>
                <a:pPr algn="ctr"/>
                <a:endParaRPr/>
              </a:p>
            </p:txBody>
          </p:sp>
          <p:sp>
            <p:nvSpPr>
              <p:cNvPr id="584" name="ïṩlîde">
                <a:extLst>
                  <a:ext uri="{FF2B5EF4-FFF2-40B4-BE49-F238E27FC236}">
                    <a16:creationId xmlns:a16="http://schemas.microsoft.com/office/drawing/2014/main" id="{F8AF1697-A60D-40A0-BDD2-855B86D9E631}"/>
                  </a:ext>
                </a:extLst>
              </p:cNvPr>
              <p:cNvSpPr/>
              <p:nvPr/>
            </p:nvSpPr>
            <p:spPr bwMode="auto">
              <a:xfrm>
                <a:off x="2860" y="2627"/>
                <a:ext cx="461" cy="922"/>
              </a:xfrm>
              <a:custGeom>
                <a:avLst/>
                <a:gdLst>
                  <a:gd name="T0" fmla="*/ 325 w 362"/>
                  <a:gd name="T1" fmla="*/ 193 h 725"/>
                  <a:gd name="T2" fmla="*/ 33 w 362"/>
                  <a:gd name="T3" fmla="*/ 0 h 725"/>
                  <a:gd name="T4" fmla="*/ 0 w 362"/>
                  <a:gd name="T5" fmla="*/ 74 h 725"/>
                  <a:gd name="T6" fmla="*/ 251 w 362"/>
                  <a:gd name="T7" fmla="*/ 227 h 725"/>
                  <a:gd name="T8" fmla="*/ 270 w 362"/>
                  <a:gd name="T9" fmla="*/ 725 h 725"/>
                  <a:gd name="T10" fmla="*/ 342 w 362"/>
                  <a:gd name="T11" fmla="*/ 721 h 725"/>
                  <a:gd name="T12" fmla="*/ 353 w 362"/>
                  <a:gd name="T13" fmla="*/ 512 h 725"/>
                  <a:gd name="T14" fmla="*/ 325 w 362"/>
                  <a:gd name="T15" fmla="*/ 193 h 725"/>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62" h="725">
                    <a:moveTo>
                      <a:pt x="325" y="193"/>
                    </a:moveTo>
                    <a:cubicBezTo>
                      <a:pt x="280" y="116"/>
                      <a:pt x="106" y="32"/>
                      <a:pt x="33" y="0"/>
                    </a:cubicBezTo>
                    <a:cubicBezTo>
                      <a:pt x="0" y="74"/>
                      <a:pt x="0" y="74"/>
                      <a:pt x="0" y="74"/>
                    </a:cubicBezTo>
                    <a:cubicBezTo>
                      <a:pt x="77" y="104"/>
                      <a:pt x="228" y="171"/>
                      <a:pt x="251" y="227"/>
                    </a:cubicBezTo>
                    <a:cubicBezTo>
                      <a:pt x="280" y="301"/>
                      <a:pt x="271" y="700"/>
                      <a:pt x="270" y="725"/>
                    </a:cubicBezTo>
                    <a:cubicBezTo>
                      <a:pt x="342" y="721"/>
                      <a:pt x="342" y="721"/>
                      <a:pt x="342" y="721"/>
                    </a:cubicBezTo>
                    <a:cubicBezTo>
                      <a:pt x="342" y="721"/>
                      <a:pt x="348" y="630"/>
                      <a:pt x="353" y="512"/>
                    </a:cubicBezTo>
                    <a:cubicBezTo>
                      <a:pt x="362" y="289"/>
                      <a:pt x="343" y="225"/>
                      <a:pt x="325" y="193"/>
                    </a:cubicBezTo>
                    <a:close/>
                  </a:path>
                </a:pathLst>
              </a:custGeom>
              <a:solidFill>
                <a:srgbClr val="1D1D2E"/>
              </a:solidFill>
              <a:ln>
                <a:noFill/>
              </a:ln>
              <a:extLst>
                <a:ext uri="{91240B29-F687-4F45-9708-019B960494DF}">
                  <a14:hiddenLine xmlns:a14="http://schemas.microsoft.com/office/drawing/2010/main" w="9525">
                    <a:solidFill>
                      <a:srgbClr val="000000"/>
                    </a:solidFill>
                    <a:round/>
                    <a:headEnd/>
                    <a:tailEnd/>
                  </a14:hiddenLine>
                </a:ext>
              </a:extLst>
            </p:spPr>
            <p:txBody>
              <a:bodyPr anchor="ctr"/>
              <a:lstStyle/>
              <a:p>
                <a:pPr algn="ctr"/>
                <a:endParaRPr/>
              </a:p>
            </p:txBody>
          </p:sp>
          <p:sp>
            <p:nvSpPr>
              <p:cNvPr id="585" name="íṡľïḓê">
                <a:extLst>
                  <a:ext uri="{FF2B5EF4-FFF2-40B4-BE49-F238E27FC236}">
                    <a16:creationId xmlns:a16="http://schemas.microsoft.com/office/drawing/2014/main" id="{0695E7BF-E6A6-4561-B653-213232D7156D}"/>
                  </a:ext>
                </a:extLst>
              </p:cNvPr>
              <p:cNvSpPr/>
              <p:nvPr/>
            </p:nvSpPr>
            <p:spPr bwMode="auto">
              <a:xfrm>
                <a:off x="2828" y="2721"/>
                <a:ext cx="388" cy="831"/>
              </a:xfrm>
              <a:custGeom>
                <a:avLst/>
                <a:gdLst>
                  <a:gd name="T0" fmla="*/ 276 w 305"/>
                  <a:gd name="T1" fmla="*/ 153 h 653"/>
                  <a:gd name="T2" fmla="*/ 25 w 305"/>
                  <a:gd name="T3" fmla="*/ 0 h 653"/>
                  <a:gd name="T4" fmla="*/ 0 w 305"/>
                  <a:gd name="T5" fmla="*/ 56 h 653"/>
                  <a:gd name="T6" fmla="*/ 226 w 305"/>
                  <a:gd name="T7" fmla="*/ 190 h 653"/>
                  <a:gd name="T8" fmla="*/ 234 w 305"/>
                  <a:gd name="T9" fmla="*/ 653 h 653"/>
                  <a:gd name="T10" fmla="*/ 295 w 305"/>
                  <a:gd name="T11" fmla="*/ 651 h 653"/>
                  <a:gd name="T12" fmla="*/ 276 w 305"/>
                  <a:gd name="T13" fmla="*/ 153 h 653"/>
                </a:gdLst>
                <a:ahLst/>
                <a:cxnLst>
                  <a:cxn ang="0">
                    <a:pos x="T0" y="T1"/>
                  </a:cxn>
                  <a:cxn ang="0">
                    <a:pos x="T2" y="T3"/>
                  </a:cxn>
                  <a:cxn ang="0">
                    <a:pos x="T4" y="T5"/>
                  </a:cxn>
                  <a:cxn ang="0">
                    <a:pos x="T6" y="T7"/>
                  </a:cxn>
                  <a:cxn ang="0">
                    <a:pos x="T8" y="T9"/>
                  </a:cxn>
                  <a:cxn ang="0">
                    <a:pos x="T10" y="T11"/>
                  </a:cxn>
                  <a:cxn ang="0">
                    <a:pos x="T12" y="T13"/>
                  </a:cxn>
                </a:cxnLst>
                <a:rect l="0" t="0" r="r" b="b"/>
                <a:pathLst>
                  <a:path w="305" h="653">
                    <a:moveTo>
                      <a:pt x="276" y="153"/>
                    </a:moveTo>
                    <a:cubicBezTo>
                      <a:pt x="253" y="97"/>
                      <a:pt x="102" y="30"/>
                      <a:pt x="25" y="0"/>
                    </a:cubicBezTo>
                    <a:cubicBezTo>
                      <a:pt x="0" y="56"/>
                      <a:pt x="0" y="56"/>
                      <a:pt x="0" y="56"/>
                    </a:cubicBezTo>
                    <a:cubicBezTo>
                      <a:pt x="104" y="102"/>
                      <a:pt x="209" y="165"/>
                      <a:pt x="226" y="190"/>
                    </a:cubicBezTo>
                    <a:cubicBezTo>
                      <a:pt x="243" y="231"/>
                      <a:pt x="247" y="434"/>
                      <a:pt x="234" y="653"/>
                    </a:cubicBezTo>
                    <a:cubicBezTo>
                      <a:pt x="295" y="651"/>
                      <a:pt x="295" y="651"/>
                      <a:pt x="295" y="651"/>
                    </a:cubicBezTo>
                    <a:cubicBezTo>
                      <a:pt x="296" y="626"/>
                      <a:pt x="305" y="227"/>
                      <a:pt x="276" y="153"/>
                    </a:cubicBezTo>
                    <a:close/>
                  </a:path>
                </a:pathLst>
              </a:custGeom>
              <a:solidFill>
                <a:srgbClr val="161624"/>
              </a:solidFill>
              <a:ln>
                <a:noFill/>
              </a:ln>
              <a:extLst>
                <a:ext uri="{91240B29-F687-4F45-9708-019B960494DF}">
                  <a14:hiddenLine xmlns:a14="http://schemas.microsoft.com/office/drawing/2010/main" w="9525">
                    <a:solidFill>
                      <a:srgbClr val="000000"/>
                    </a:solidFill>
                    <a:round/>
                    <a:headEnd/>
                    <a:tailEnd/>
                  </a14:hiddenLine>
                </a:ext>
              </a:extLst>
            </p:spPr>
            <p:txBody>
              <a:bodyPr anchor="ctr"/>
              <a:lstStyle/>
              <a:p>
                <a:pPr algn="ctr"/>
                <a:endParaRPr/>
              </a:p>
            </p:txBody>
          </p:sp>
          <p:sp>
            <p:nvSpPr>
              <p:cNvPr id="586" name="iṧļíḋè">
                <a:extLst>
                  <a:ext uri="{FF2B5EF4-FFF2-40B4-BE49-F238E27FC236}">
                    <a16:creationId xmlns:a16="http://schemas.microsoft.com/office/drawing/2014/main" id="{1F79D9EE-FF92-4109-A788-C55EBDC43E1C}"/>
                  </a:ext>
                </a:extLst>
              </p:cNvPr>
              <p:cNvSpPr/>
              <p:nvPr/>
            </p:nvSpPr>
            <p:spPr bwMode="auto">
              <a:xfrm>
                <a:off x="2783" y="3506"/>
                <a:ext cx="312" cy="206"/>
              </a:xfrm>
              <a:custGeom>
                <a:avLst/>
                <a:gdLst>
                  <a:gd name="T0" fmla="*/ 0 w 245"/>
                  <a:gd name="T1" fmla="*/ 77 h 162"/>
                  <a:gd name="T2" fmla="*/ 210 w 245"/>
                  <a:gd name="T3" fmla="*/ 157 h 162"/>
                  <a:gd name="T4" fmla="*/ 242 w 245"/>
                  <a:gd name="T5" fmla="*/ 143 h 162"/>
                  <a:gd name="T6" fmla="*/ 235 w 245"/>
                  <a:gd name="T7" fmla="*/ 116 h 162"/>
                  <a:gd name="T8" fmla="*/ 144 w 245"/>
                  <a:gd name="T9" fmla="*/ 40 h 162"/>
                  <a:gd name="T10" fmla="*/ 30 w 245"/>
                  <a:gd name="T11" fmla="*/ 0 h 162"/>
                  <a:gd name="T12" fmla="*/ 0 w 245"/>
                  <a:gd name="T13" fmla="*/ 77 h 162"/>
                </a:gdLst>
                <a:ahLst/>
                <a:cxnLst>
                  <a:cxn ang="0">
                    <a:pos x="T0" y="T1"/>
                  </a:cxn>
                  <a:cxn ang="0">
                    <a:pos x="T2" y="T3"/>
                  </a:cxn>
                  <a:cxn ang="0">
                    <a:pos x="T4" y="T5"/>
                  </a:cxn>
                  <a:cxn ang="0">
                    <a:pos x="T6" y="T7"/>
                  </a:cxn>
                  <a:cxn ang="0">
                    <a:pos x="T8" y="T9"/>
                  </a:cxn>
                  <a:cxn ang="0">
                    <a:pos x="T10" y="T11"/>
                  </a:cxn>
                  <a:cxn ang="0">
                    <a:pos x="T12" y="T13"/>
                  </a:cxn>
                </a:cxnLst>
                <a:rect l="0" t="0" r="r" b="b"/>
                <a:pathLst>
                  <a:path w="245" h="162">
                    <a:moveTo>
                      <a:pt x="0" y="77"/>
                    </a:moveTo>
                    <a:cubicBezTo>
                      <a:pt x="210" y="157"/>
                      <a:pt x="210" y="157"/>
                      <a:pt x="210" y="157"/>
                    </a:cubicBezTo>
                    <a:cubicBezTo>
                      <a:pt x="223" y="162"/>
                      <a:pt x="237" y="155"/>
                      <a:pt x="242" y="143"/>
                    </a:cubicBezTo>
                    <a:cubicBezTo>
                      <a:pt x="245" y="133"/>
                      <a:pt x="242" y="122"/>
                      <a:pt x="235" y="116"/>
                    </a:cubicBezTo>
                    <a:cubicBezTo>
                      <a:pt x="144" y="40"/>
                      <a:pt x="144" y="40"/>
                      <a:pt x="144" y="40"/>
                    </a:cubicBezTo>
                    <a:cubicBezTo>
                      <a:pt x="30" y="0"/>
                      <a:pt x="30" y="0"/>
                      <a:pt x="30" y="0"/>
                    </a:cubicBezTo>
                    <a:lnTo>
                      <a:pt x="0" y="77"/>
                    </a:lnTo>
                    <a:close/>
                  </a:path>
                </a:pathLst>
              </a:custGeom>
              <a:solidFill>
                <a:srgbClr val="AA6842"/>
              </a:solidFill>
              <a:ln>
                <a:noFill/>
              </a:ln>
              <a:extLst>
                <a:ext uri="{91240B29-F687-4F45-9708-019B960494DF}">
                  <a14:hiddenLine xmlns:a14="http://schemas.microsoft.com/office/drawing/2010/main" w="9525">
                    <a:solidFill>
                      <a:srgbClr val="000000"/>
                    </a:solidFill>
                    <a:round/>
                    <a:headEnd/>
                    <a:tailEnd/>
                  </a14:hiddenLine>
                </a:ext>
              </a:extLst>
            </p:spPr>
            <p:txBody>
              <a:bodyPr anchor="ctr"/>
              <a:lstStyle/>
              <a:p>
                <a:pPr algn="ctr"/>
                <a:endParaRPr/>
              </a:p>
            </p:txBody>
          </p:sp>
          <p:sp>
            <p:nvSpPr>
              <p:cNvPr id="587" name="íśļiḋe">
                <a:extLst>
                  <a:ext uri="{FF2B5EF4-FFF2-40B4-BE49-F238E27FC236}">
                    <a16:creationId xmlns:a16="http://schemas.microsoft.com/office/drawing/2014/main" id="{28046283-7222-4BA1-ACDE-75821516D0D2}"/>
                  </a:ext>
                </a:extLst>
              </p:cNvPr>
              <p:cNvSpPr/>
              <p:nvPr/>
            </p:nvSpPr>
            <p:spPr bwMode="auto">
              <a:xfrm>
                <a:off x="2782" y="3595"/>
                <a:ext cx="298" cy="125"/>
              </a:xfrm>
              <a:custGeom>
                <a:avLst/>
                <a:gdLst>
                  <a:gd name="T0" fmla="*/ 218 w 234"/>
                  <a:gd name="T1" fmla="*/ 96 h 98"/>
                  <a:gd name="T2" fmla="*/ 0 w 234"/>
                  <a:gd name="T3" fmla="*/ 15 h 98"/>
                  <a:gd name="T4" fmla="*/ 6 w 234"/>
                  <a:gd name="T5" fmla="*/ 0 h 98"/>
                  <a:gd name="T6" fmla="*/ 234 w 234"/>
                  <a:gd name="T7" fmla="*/ 85 h 98"/>
                  <a:gd name="T8" fmla="*/ 233 w 234"/>
                  <a:gd name="T9" fmla="*/ 90 h 98"/>
                  <a:gd name="T10" fmla="*/ 218 w 234"/>
                  <a:gd name="T11" fmla="*/ 96 h 98"/>
                </a:gdLst>
                <a:ahLst/>
                <a:cxnLst>
                  <a:cxn ang="0">
                    <a:pos x="T0" y="T1"/>
                  </a:cxn>
                  <a:cxn ang="0">
                    <a:pos x="T2" y="T3"/>
                  </a:cxn>
                  <a:cxn ang="0">
                    <a:pos x="T4" y="T5"/>
                  </a:cxn>
                  <a:cxn ang="0">
                    <a:pos x="T6" y="T7"/>
                  </a:cxn>
                  <a:cxn ang="0">
                    <a:pos x="T8" y="T9"/>
                  </a:cxn>
                  <a:cxn ang="0">
                    <a:pos x="T10" y="T11"/>
                  </a:cxn>
                </a:cxnLst>
                <a:rect l="0" t="0" r="r" b="b"/>
                <a:pathLst>
                  <a:path w="234" h="98">
                    <a:moveTo>
                      <a:pt x="218" y="96"/>
                    </a:moveTo>
                    <a:cubicBezTo>
                      <a:pt x="0" y="15"/>
                      <a:pt x="0" y="15"/>
                      <a:pt x="0" y="15"/>
                    </a:cubicBezTo>
                    <a:cubicBezTo>
                      <a:pt x="6" y="0"/>
                      <a:pt x="6" y="0"/>
                      <a:pt x="6" y="0"/>
                    </a:cubicBezTo>
                    <a:cubicBezTo>
                      <a:pt x="234" y="85"/>
                      <a:pt x="234" y="85"/>
                      <a:pt x="234" y="85"/>
                    </a:cubicBezTo>
                    <a:cubicBezTo>
                      <a:pt x="233" y="90"/>
                      <a:pt x="233" y="90"/>
                      <a:pt x="233" y="90"/>
                    </a:cubicBezTo>
                    <a:cubicBezTo>
                      <a:pt x="230" y="95"/>
                      <a:pt x="224" y="98"/>
                      <a:pt x="218" y="96"/>
                    </a:cubicBezTo>
                    <a:close/>
                  </a:path>
                </a:pathLst>
              </a:custGeom>
              <a:solidFill>
                <a:srgbClr val="07123F"/>
              </a:solidFill>
              <a:ln>
                <a:noFill/>
              </a:ln>
              <a:extLst>
                <a:ext uri="{91240B29-F687-4F45-9708-019B960494DF}">
                  <a14:hiddenLine xmlns:a14="http://schemas.microsoft.com/office/drawing/2010/main" w="9525">
                    <a:solidFill>
                      <a:srgbClr val="000000"/>
                    </a:solidFill>
                    <a:round/>
                    <a:headEnd/>
                    <a:tailEnd/>
                  </a14:hiddenLine>
                </a:ext>
              </a:extLst>
            </p:spPr>
            <p:txBody>
              <a:bodyPr anchor="ctr"/>
              <a:lstStyle/>
              <a:p>
                <a:pPr algn="ctr"/>
                <a:endParaRPr/>
              </a:p>
            </p:txBody>
          </p:sp>
          <p:sp>
            <p:nvSpPr>
              <p:cNvPr id="588" name="íŝ1ïďè">
                <a:extLst>
                  <a:ext uri="{FF2B5EF4-FFF2-40B4-BE49-F238E27FC236}">
                    <a16:creationId xmlns:a16="http://schemas.microsoft.com/office/drawing/2014/main" id="{CF80EB67-CB5C-4DD6-AE86-09978A56B98D}"/>
                  </a:ext>
                </a:extLst>
              </p:cNvPr>
              <p:cNvSpPr/>
              <p:nvPr/>
            </p:nvSpPr>
            <p:spPr bwMode="auto">
              <a:xfrm>
                <a:off x="2502" y="2689"/>
                <a:ext cx="509" cy="869"/>
              </a:xfrm>
              <a:custGeom>
                <a:avLst/>
                <a:gdLst>
                  <a:gd name="T0" fmla="*/ 394 w 400"/>
                  <a:gd name="T1" fmla="*/ 456 h 683"/>
                  <a:gd name="T2" fmla="*/ 381 w 400"/>
                  <a:gd name="T3" fmla="*/ 683 h 683"/>
                  <a:gd name="T4" fmla="*/ 305 w 400"/>
                  <a:gd name="T5" fmla="*/ 675 h 683"/>
                  <a:gd name="T6" fmla="*/ 239 w 400"/>
                  <a:gd name="T7" fmla="*/ 669 h 683"/>
                  <a:gd name="T8" fmla="*/ 237 w 400"/>
                  <a:gd name="T9" fmla="*/ 229 h 683"/>
                  <a:gd name="T10" fmla="*/ 40 w 400"/>
                  <a:gd name="T11" fmla="*/ 138 h 683"/>
                  <a:gd name="T12" fmla="*/ 7 w 400"/>
                  <a:gd name="T13" fmla="*/ 124 h 683"/>
                  <a:gd name="T14" fmla="*/ 2 w 400"/>
                  <a:gd name="T15" fmla="*/ 120 h 683"/>
                  <a:gd name="T16" fmla="*/ 0 w 400"/>
                  <a:gd name="T17" fmla="*/ 122 h 683"/>
                  <a:gd name="T18" fmla="*/ 216 w 400"/>
                  <a:gd name="T19" fmla="*/ 42 h 683"/>
                  <a:gd name="T20" fmla="*/ 304 w 400"/>
                  <a:gd name="T21" fmla="*/ 102 h 683"/>
                  <a:gd name="T22" fmla="*/ 345 w 400"/>
                  <a:gd name="T23" fmla="*/ 136 h 683"/>
                  <a:gd name="T24" fmla="*/ 394 w 400"/>
                  <a:gd name="T25" fmla="*/ 456 h 68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400" h="683">
                    <a:moveTo>
                      <a:pt x="394" y="456"/>
                    </a:moveTo>
                    <a:cubicBezTo>
                      <a:pt x="391" y="572"/>
                      <a:pt x="381" y="678"/>
                      <a:pt x="381" y="683"/>
                    </a:cubicBezTo>
                    <a:cubicBezTo>
                      <a:pt x="305" y="675"/>
                      <a:pt x="305" y="675"/>
                      <a:pt x="305" y="675"/>
                    </a:cubicBezTo>
                    <a:cubicBezTo>
                      <a:pt x="239" y="669"/>
                      <a:pt x="239" y="669"/>
                      <a:pt x="239" y="669"/>
                    </a:cubicBezTo>
                    <a:cubicBezTo>
                      <a:pt x="258" y="471"/>
                      <a:pt x="257" y="272"/>
                      <a:pt x="237" y="229"/>
                    </a:cubicBezTo>
                    <a:cubicBezTo>
                      <a:pt x="214" y="207"/>
                      <a:pt x="124" y="168"/>
                      <a:pt x="40" y="138"/>
                    </a:cubicBezTo>
                    <a:cubicBezTo>
                      <a:pt x="28" y="133"/>
                      <a:pt x="19" y="127"/>
                      <a:pt x="7" y="124"/>
                    </a:cubicBezTo>
                    <a:cubicBezTo>
                      <a:pt x="5" y="123"/>
                      <a:pt x="4" y="121"/>
                      <a:pt x="2" y="120"/>
                    </a:cubicBezTo>
                    <a:cubicBezTo>
                      <a:pt x="0" y="122"/>
                      <a:pt x="0" y="122"/>
                      <a:pt x="0" y="122"/>
                    </a:cubicBezTo>
                    <a:cubicBezTo>
                      <a:pt x="0" y="122"/>
                      <a:pt x="69" y="0"/>
                      <a:pt x="216" y="42"/>
                    </a:cubicBezTo>
                    <a:cubicBezTo>
                      <a:pt x="247" y="51"/>
                      <a:pt x="272" y="80"/>
                      <a:pt x="304" y="102"/>
                    </a:cubicBezTo>
                    <a:cubicBezTo>
                      <a:pt x="320" y="113"/>
                      <a:pt x="334" y="124"/>
                      <a:pt x="345" y="136"/>
                    </a:cubicBezTo>
                    <a:cubicBezTo>
                      <a:pt x="374" y="168"/>
                      <a:pt x="400" y="229"/>
                      <a:pt x="394" y="456"/>
                    </a:cubicBezTo>
                    <a:close/>
                  </a:path>
                </a:pathLst>
              </a:custGeom>
              <a:solidFill>
                <a:srgbClr val="1D1D2E"/>
              </a:solidFill>
              <a:ln>
                <a:noFill/>
              </a:ln>
              <a:extLst>
                <a:ext uri="{91240B29-F687-4F45-9708-019B960494DF}">
                  <a14:hiddenLine xmlns:a14="http://schemas.microsoft.com/office/drawing/2010/main" w="9525">
                    <a:solidFill>
                      <a:srgbClr val="000000"/>
                    </a:solidFill>
                    <a:round/>
                    <a:headEnd/>
                    <a:tailEnd/>
                  </a14:hiddenLine>
                </a:ext>
              </a:extLst>
            </p:spPr>
            <p:txBody>
              <a:bodyPr anchor="ctr"/>
              <a:lstStyle/>
              <a:p>
                <a:pPr algn="ctr"/>
                <a:endParaRPr/>
              </a:p>
            </p:txBody>
          </p:sp>
          <p:sp>
            <p:nvSpPr>
              <p:cNvPr id="589" name="iṥḻiḋe">
                <a:extLst>
                  <a:ext uri="{FF2B5EF4-FFF2-40B4-BE49-F238E27FC236}">
                    <a16:creationId xmlns:a16="http://schemas.microsoft.com/office/drawing/2014/main" id="{7565D1FA-2139-4A05-A491-06AE25F4705A}"/>
                  </a:ext>
                </a:extLst>
              </p:cNvPr>
              <p:cNvSpPr/>
              <p:nvPr/>
            </p:nvSpPr>
            <p:spPr bwMode="auto">
              <a:xfrm>
                <a:off x="2936" y="3561"/>
                <a:ext cx="52" cy="29"/>
              </a:xfrm>
              <a:custGeom>
                <a:avLst/>
                <a:gdLst>
                  <a:gd name="T0" fmla="*/ 4 w 41"/>
                  <a:gd name="T1" fmla="*/ 22 h 23"/>
                  <a:gd name="T2" fmla="*/ 39 w 41"/>
                  <a:gd name="T3" fmla="*/ 6 h 23"/>
                  <a:gd name="T4" fmla="*/ 41 w 41"/>
                  <a:gd name="T5" fmla="*/ 2 h 23"/>
                  <a:gd name="T6" fmla="*/ 37 w 41"/>
                  <a:gd name="T7" fmla="*/ 1 h 23"/>
                  <a:gd name="T8" fmla="*/ 2 w 41"/>
                  <a:gd name="T9" fmla="*/ 17 h 23"/>
                  <a:gd name="T10" fmla="*/ 1 w 41"/>
                  <a:gd name="T11" fmla="*/ 21 h 23"/>
                  <a:gd name="T12" fmla="*/ 4 w 41"/>
                  <a:gd name="T13" fmla="*/ 22 h 23"/>
                </a:gdLst>
                <a:ahLst/>
                <a:cxnLst>
                  <a:cxn ang="0">
                    <a:pos x="T0" y="T1"/>
                  </a:cxn>
                  <a:cxn ang="0">
                    <a:pos x="T2" y="T3"/>
                  </a:cxn>
                  <a:cxn ang="0">
                    <a:pos x="T4" y="T5"/>
                  </a:cxn>
                  <a:cxn ang="0">
                    <a:pos x="T6" y="T7"/>
                  </a:cxn>
                  <a:cxn ang="0">
                    <a:pos x="T8" y="T9"/>
                  </a:cxn>
                  <a:cxn ang="0">
                    <a:pos x="T10" y="T11"/>
                  </a:cxn>
                  <a:cxn ang="0">
                    <a:pos x="T12" y="T13"/>
                  </a:cxn>
                </a:cxnLst>
                <a:rect l="0" t="0" r="r" b="b"/>
                <a:pathLst>
                  <a:path w="41" h="23">
                    <a:moveTo>
                      <a:pt x="4" y="22"/>
                    </a:moveTo>
                    <a:cubicBezTo>
                      <a:pt x="39" y="6"/>
                      <a:pt x="39" y="6"/>
                      <a:pt x="39" y="6"/>
                    </a:cubicBezTo>
                    <a:cubicBezTo>
                      <a:pt x="41" y="5"/>
                      <a:pt x="41" y="4"/>
                      <a:pt x="41" y="2"/>
                    </a:cubicBezTo>
                    <a:cubicBezTo>
                      <a:pt x="40" y="1"/>
                      <a:pt x="38" y="0"/>
                      <a:pt x="37" y="1"/>
                    </a:cubicBezTo>
                    <a:cubicBezTo>
                      <a:pt x="2" y="17"/>
                      <a:pt x="2" y="17"/>
                      <a:pt x="2" y="17"/>
                    </a:cubicBezTo>
                    <a:cubicBezTo>
                      <a:pt x="1" y="18"/>
                      <a:pt x="0" y="19"/>
                      <a:pt x="1" y="21"/>
                    </a:cubicBezTo>
                    <a:cubicBezTo>
                      <a:pt x="1" y="22"/>
                      <a:pt x="3" y="23"/>
                      <a:pt x="4" y="22"/>
                    </a:cubicBezTo>
                  </a:path>
                </a:pathLst>
              </a:custGeom>
              <a:solidFill>
                <a:srgbClr val="07123F"/>
              </a:solidFill>
              <a:ln>
                <a:noFill/>
              </a:ln>
              <a:extLst>
                <a:ext uri="{91240B29-F687-4F45-9708-019B960494DF}">
                  <a14:hiddenLine xmlns:a14="http://schemas.microsoft.com/office/drawing/2010/main" w="9525">
                    <a:solidFill>
                      <a:srgbClr val="000000"/>
                    </a:solidFill>
                    <a:round/>
                    <a:headEnd/>
                    <a:tailEnd/>
                  </a14:hiddenLine>
                </a:ext>
              </a:extLst>
            </p:spPr>
            <p:txBody>
              <a:bodyPr anchor="ctr"/>
              <a:lstStyle/>
              <a:p>
                <a:pPr algn="ctr"/>
                <a:endParaRPr/>
              </a:p>
            </p:txBody>
          </p:sp>
          <p:sp>
            <p:nvSpPr>
              <p:cNvPr id="590" name="ïŝľïḍê">
                <a:extLst>
                  <a:ext uri="{FF2B5EF4-FFF2-40B4-BE49-F238E27FC236}">
                    <a16:creationId xmlns:a16="http://schemas.microsoft.com/office/drawing/2014/main" id="{3B969ECB-F28E-425B-8949-0EEE32F74BFB}"/>
                  </a:ext>
                </a:extLst>
              </p:cNvPr>
              <p:cNvSpPr/>
              <p:nvPr/>
            </p:nvSpPr>
            <p:spPr bwMode="auto">
              <a:xfrm>
                <a:off x="2955" y="3580"/>
                <a:ext cx="53" cy="29"/>
              </a:xfrm>
              <a:custGeom>
                <a:avLst/>
                <a:gdLst>
                  <a:gd name="T0" fmla="*/ 4 w 41"/>
                  <a:gd name="T1" fmla="*/ 22 h 23"/>
                  <a:gd name="T2" fmla="*/ 39 w 41"/>
                  <a:gd name="T3" fmla="*/ 6 h 23"/>
                  <a:gd name="T4" fmla="*/ 40 w 41"/>
                  <a:gd name="T5" fmla="*/ 2 h 23"/>
                  <a:gd name="T6" fmla="*/ 37 w 41"/>
                  <a:gd name="T7" fmla="*/ 1 h 23"/>
                  <a:gd name="T8" fmla="*/ 2 w 41"/>
                  <a:gd name="T9" fmla="*/ 17 h 23"/>
                  <a:gd name="T10" fmla="*/ 0 w 41"/>
                  <a:gd name="T11" fmla="*/ 21 h 23"/>
                  <a:gd name="T12" fmla="*/ 4 w 41"/>
                  <a:gd name="T13" fmla="*/ 22 h 23"/>
                </a:gdLst>
                <a:ahLst/>
                <a:cxnLst>
                  <a:cxn ang="0">
                    <a:pos x="T0" y="T1"/>
                  </a:cxn>
                  <a:cxn ang="0">
                    <a:pos x="T2" y="T3"/>
                  </a:cxn>
                  <a:cxn ang="0">
                    <a:pos x="T4" y="T5"/>
                  </a:cxn>
                  <a:cxn ang="0">
                    <a:pos x="T6" y="T7"/>
                  </a:cxn>
                  <a:cxn ang="0">
                    <a:pos x="T8" y="T9"/>
                  </a:cxn>
                  <a:cxn ang="0">
                    <a:pos x="T10" y="T11"/>
                  </a:cxn>
                  <a:cxn ang="0">
                    <a:pos x="T12" y="T13"/>
                  </a:cxn>
                </a:cxnLst>
                <a:rect l="0" t="0" r="r" b="b"/>
                <a:pathLst>
                  <a:path w="41" h="23">
                    <a:moveTo>
                      <a:pt x="4" y="22"/>
                    </a:moveTo>
                    <a:cubicBezTo>
                      <a:pt x="39" y="6"/>
                      <a:pt x="39" y="6"/>
                      <a:pt x="39" y="6"/>
                    </a:cubicBezTo>
                    <a:cubicBezTo>
                      <a:pt x="40" y="5"/>
                      <a:pt x="41" y="4"/>
                      <a:pt x="40" y="2"/>
                    </a:cubicBezTo>
                    <a:cubicBezTo>
                      <a:pt x="40" y="1"/>
                      <a:pt x="38" y="0"/>
                      <a:pt x="37" y="1"/>
                    </a:cubicBezTo>
                    <a:cubicBezTo>
                      <a:pt x="2" y="17"/>
                      <a:pt x="2" y="17"/>
                      <a:pt x="2" y="17"/>
                    </a:cubicBezTo>
                    <a:cubicBezTo>
                      <a:pt x="0" y="18"/>
                      <a:pt x="0" y="19"/>
                      <a:pt x="0" y="21"/>
                    </a:cubicBezTo>
                    <a:cubicBezTo>
                      <a:pt x="1" y="22"/>
                      <a:pt x="3" y="23"/>
                      <a:pt x="4" y="22"/>
                    </a:cubicBezTo>
                  </a:path>
                </a:pathLst>
              </a:custGeom>
              <a:solidFill>
                <a:srgbClr val="07123F"/>
              </a:solidFill>
              <a:ln>
                <a:noFill/>
              </a:ln>
              <a:extLst>
                <a:ext uri="{91240B29-F687-4F45-9708-019B960494DF}">
                  <a14:hiddenLine xmlns:a14="http://schemas.microsoft.com/office/drawing/2010/main" w="9525">
                    <a:solidFill>
                      <a:srgbClr val="000000"/>
                    </a:solidFill>
                    <a:round/>
                    <a:headEnd/>
                    <a:tailEnd/>
                  </a14:hiddenLine>
                </a:ext>
              </a:extLst>
            </p:spPr>
            <p:txBody>
              <a:bodyPr anchor="ctr"/>
              <a:lstStyle/>
              <a:p>
                <a:pPr algn="ctr"/>
                <a:endParaRPr/>
              </a:p>
            </p:txBody>
          </p:sp>
          <p:sp>
            <p:nvSpPr>
              <p:cNvPr id="591" name="í$liḓe">
                <a:extLst>
                  <a:ext uri="{FF2B5EF4-FFF2-40B4-BE49-F238E27FC236}">
                    <a16:creationId xmlns:a16="http://schemas.microsoft.com/office/drawing/2014/main" id="{CAD939DE-C44B-483D-9AEA-836F9E483EEE}"/>
                  </a:ext>
                </a:extLst>
              </p:cNvPr>
              <p:cNvSpPr/>
              <p:nvPr/>
            </p:nvSpPr>
            <p:spPr bwMode="auto">
              <a:xfrm>
                <a:off x="2972" y="3599"/>
                <a:ext cx="58" cy="32"/>
              </a:xfrm>
              <a:custGeom>
                <a:avLst/>
                <a:gdLst>
                  <a:gd name="T0" fmla="*/ 4 w 46"/>
                  <a:gd name="T1" fmla="*/ 24 h 25"/>
                  <a:gd name="T2" fmla="*/ 44 w 46"/>
                  <a:gd name="T3" fmla="*/ 6 h 25"/>
                  <a:gd name="T4" fmla="*/ 45 w 46"/>
                  <a:gd name="T5" fmla="*/ 2 h 25"/>
                  <a:gd name="T6" fmla="*/ 41 w 46"/>
                  <a:gd name="T7" fmla="*/ 1 h 25"/>
                  <a:gd name="T8" fmla="*/ 2 w 46"/>
                  <a:gd name="T9" fmla="*/ 19 h 25"/>
                  <a:gd name="T10" fmla="*/ 0 w 46"/>
                  <a:gd name="T11" fmla="*/ 23 h 25"/>
                  <a:gd name="T12" fmla="*/ 4 w 46"/>
                  <a:gd name="T13" fmla="*/ 24 h 25"/>
                </a:gdLst>
                <a:ahLst/>
                <a:cxnLst>
                  <a:cxn ang="0">
                    <a:pos x="T0" y="T1"/>
                  </a:cxn>
                  <a:cxn ang="0">
                    <a:pos x="T2" y="T3"/>
                  </a:cxn>
                  <a:cxn ang="0">
                    <a:pos x="T4" y="T5"/>
                  </a:cxn>
                  <a:cxn ang="0">
                    <a:pos x="T6" y="T7"/>
                  </a:cxn>
                  <a:cxn ang="0">
                    <a:pos x="T8" y="T9"/>
                  </a:cxn>
                  <a:cxn ang="0">
                    <a:pos x="T10" y="T11"/>
                  </a:cxn>
                  <a:cxn ang="0">
                    <a:pos x="T12" y="T13"/>
                  </a:cxn>
                </a:cxnLst>
                <a:rect l="0" t="0" r="r" b="b"/>
                <a:pathLst>
                  <a:path w="46" h="25">
                    <a:moveTo>
                      <a:pt x="4" y="24"/>
                    </a:moveTo>
                    <a:cubicBezTo>
                      <a:pt x="44" y="6"/>
                      <a:pt x="44" y="6"/>
                      <a:pt x="44" y="6"/>
                    </a:cubicBezTo>
                    <a:cubicBezTo>
                      <a:pt x="45" y="5"/>
                      <a:pt x="46" y="3"/>
                      <a:pt x="45" y="2"/>
                    </a:cubicBezTo>
                    <a:cubicBezTo>
                      <a:pt x="44" y="1"/>
                      <a:pt x="43" y="0"/>
                      <a:pt x="41" y="1"/>
                    </a:cubicBezTo>
                    <a:cubicBezTo>
                      <a:pt x="2" y="19"/>
                      <a:pt x="2" y="19"/>
                      <a:pt x="2" y="19"/>
                    </a:cubicBezTo>
                    <a:cubicBezTo>
                      <a:pt x="0" y="20"/>
                      <a:pt x="0" y="21"/>
                      <a:pt x="0" y="23"/>
                    </a:cubicBezTo>
                    <a:cubicBezTo>
                      <a:pt x="1" y="24"/>
                      <a:pt x="3" y="25"/>
                      <a:pt x="4" y="24"/>
                    </a:cubicBezTo>
                  </a:path>
                </a:pathLst>
              </a:custGeom>
              <a:solidFill>
                <a:srgbClr val="07123F"/>
              </a:solidFill>
              <a:ln>
                <a:noFill/>
              </a:ln>
              <a:extLst>
                <a:ext uri="{91240B29-F687-4F45-9708-019B960494DF}">
                  <a14:hiddenLine xmlns:a14="http://schemas.microsoft.com/office/drawing/2010/main" w="9525">
                    <a:solidFill>
                      <a:srgbClr val="000000"/>
                    </a:solidFill>
                    <a:round/>
                    <a:headEnd/>
                    <a:tailEnd/>
                  </a14:hiddenLine>
                </a:ext>
              </a:extLst>
            </p:spPr>
            <p:txBody>
              <a:bodyPr anchor="ctr"/>
              <a:lstStyle/>
              <a:p>
                <a:pPr algn="ctr"/>
                <a:endParaRPr/>
              </a:p>
            </p:txBody>
          </p:sp>
          <p:sp>
            <p:nvSpPr>
              <p:cNvPr id="592" name="íṡliďê">
                <a:extLst>
                  <a:ext uri="{FF2B5EF4-FFF2-40B4-BE49-F238E27FC236}">
                    <a16:creationId xmlns:a16="http://schemas.microsoft.com/office/drawing/2014/main" id="{446D0079-F1D5-4505-AA4F-3FAC90CBDA59}"/>
                  </a:ext>
                </a:extLst>
              </p:cNvPr>
              <p:cNvSpPr/>
              <p:nvPr/>
            </p:nvSpPr>
            <p:spPr bwMode="auto">
              <a:xfrm>
                <a:off x="2442" y="2668"/>
                <a:ext cx="476" cy="880"/>
              </a:xfrm>
              <a:custGeom>
                <a:avLst/>
                <a:gdLst>
                  <a:gd name="T0" fmla="*/ 352 w 374"/>
                  <a:gd name="T1" fmla="*/ 692 h 692"/>
                  <a:gd name="T2" fmla="*/ 286 w 374"/>
                  <a:gd name="T3" fmla="*/ 686 h 692"/>
                  <a:gd name="T4" fmla="*/ 284 w 374"/>
                  <a:gd name="T5" fmla="*/ 246 h 692"/>
                  <a:gd name="T6" fmla="*/ 87 w 374"/>
                  <a:gd name="T7" fmla="*/ 155 h 692"/>
                  <a:gd name="T8" fmla="*/ 47 w 374"/>
                  <a:gd name="T9" fmla="*/ 139 h 692"/>
                  <a:gd name="T10" fmla="*/ 0 w 374"/>
                  <a:gd name="T11" fmla="*/ 54 h 692"/>
                  <a:gd name="T12" fmla="*/ 4 w 374"/>
                  <a:gd name="T13" fmla="*/ 0 h 692"/>
                  <a:gd name="T14" fmla="*/ 62 w 374"/>
                  <a:gd name="T15" fmla="*/ 8 h 692"/>
                  <a:gd name="T16" fmla="*/ 67 w 374"/>
                  <a:gd name="T17" fmla="*/ 79 h 692"/>
                  <a:gd name="T18" fmla="*/ 86 w 374"/>
                  <a:gd name="T19" fmla="*/ 95 h 692"/>
                  <a:gd name="T20" fmla="*/ 265 w 374"/>
                  <a:gd name="T21" fmla="*/ 156 h 692"/>
                  <a:gd name="T22" fmla="*/ 356 w 374"/>
                  <a:gd name="T23" fmla="*/ 228 h 692"/>
                  <a:gd name="T24" fmla="*/ 352 w 374"/>
                  <a:gd name="T25" fmla="*/ 692 h 69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374" h="692">
                    <a:moveTo>
                      <a:pt x="352" y="692"/>
                    </a:moveTo>
                    <a:cubicBezTo>
                      <a:pt x="286" y="686"/>
                      <a:pt x="286" y="686"/>
                      <a:pt x="286" y="686"/>
                    </a:cubicBezTo>
                    <a:cubicBezTo>
                      <a:pt x="305" y="488"/>
                      <a:pt x="304" y="289"/>
                      <a:pt x="284" y="246"/>
                    </a:cubicBezTo>
                    <a:cubicBezTo>
                      <a:pt x="261" y="224"/>
                      <a:pt x="171" y="185"/>
                      <a:pt x="87" y="155"/>
                    </a:cubicBezTo>
                    <a:cubicBezTo>
                      <a:pt x="75" y="153"/>
                      <a:pt x="47" y="139"/>
                      <a:pt x="47" y="139"/>
                    </a:cubicBezTo>
                    <a:cubicBezTo>
                      <a:pt x="19" y="121"/>
                      <a:pt x="0" y="90"/>
                      <a:pt x="0" y="54"/>
                    </a:cubicBezTo>
                    <a:cubicBezTo>
                      <a:pt x="4" y="0"/>
                      <a:pt x="4" y="0"/>
                      <a:pt x="4" y="0"/>
                    </a:cubicBezTo>
                    <a:cubicBezTo>
                      <a:pt x="62" y="8"/>
                      <a:pt x="62" y="8"/>
                      <a:pt x="62" y="8"/>
                    </a:cubicBezTo>
                    <a:cubicBezTo>
                      <a:pt x="61" y="12"/>
                      <a:pt x="53" y="54"/>
                      <a:pt x="67" y="79"/>
                    </a:cubicBezTo>
                    <a:cubicBezTo>
                      <a:pt x="71" y="86"/>
                      <a:pt x="77" y="91"/>
                      <a:pt x="86" y="95"/>
                    </a:cubicBezTo>
                    <a:cubicBezTo>
                      <a:pt x="109" y="103"/>
                      <a:pt x="196" y="125"/>
                      <a:pt x="265" y="156"/>
                    </a:cubicBezTo>
                    <a:cubicBezTo>
                      <a:pt x="310" y="176"/>
                      <a:pt x="348" y="200"/>
                      <a:pt x="356" y="228"/>
                    </a:cubicBezTo>
                    <a:cubicBezTo>
                      <a:pt x="374" y="292"/>
                      <a:pt x="355" y="639"/>
                      <a:pt x="352" y="692"/>
                    </a:cubicBezTo>
                    <a:close/>
                  </a:path>
                </a:pathLst>
              </a:custGeom>
              <a:solidFill>
                <a:srgbClr val="161624"/>
              </a:solidFill>
              <a:ln>
                <a:noFill/>
              </a:ln>
              <a:extLst>
                <a:ext uri="{91240B29-F687-4F45-9708-019B960494DF}">
                  <a14:hiddenLine xmlns:a14="http://schemas.microsoft.com/office/drawing/2010/main" w="9525">
                    <a:solidFill>
                      <a:srgbClr val="000000"/>
                    </a:solidFill>
                    <a:round/>
                    <a:headEnd/>
                    <a:tailEnd/>
                  </a14:hiddenLine>
                </a:ext>
              </a:extLst>
            </p:spPr>
            <p:txBody>
              <a:bodyPr anchor="ctr"/>
              <a:lstStyle/>
              <a:p>
                <a:pPr algn="ctr"/>
                <a:endParaRPr/>
              </a:p>
            </p:txBody>
          </p:sp>
          <p:sp>
            <p:nvSpPr>
              <p:cNvPr id="593" name="íṥliḋè">
                <a:extLst>
                  <a:ext uri="{FF2B5EF4-FFF2-40B4-BE49-F238E27FC236}">
                    <a16:creationId xmlns:a16="http://schemas.microsoft.com/office/drawing/2014/main" id="{BE774673-794F-4C70-8369-07E481043BC5}"/>
                  </a:ext>
                </a:extLst>
              </p:cNvPr>
              <p:cNvSpPr/>
              <p:nvPr/>
            </p:nvSpPr>
            <p:spPr bwMode="auto">
              <a:xfrm>
                <a:off x="2642" y="1525"/>
                <a:ext cx="149" cy="275"/>
              </a:xfrm>
              <a:custGeom>
                <a:avLst/>
                <a:gdLst>
                  <a:gd name="T0" fmla="*/ 86 w 117"/>
                  <a:gd name="T1" fmla="*/ 216 h 216"/>
                  <a:gd name="T2" fmla="*/ 31 w 117"/>
                  <a:gd name="T3" fmla="*/ 216 h 216"/>
                  <a:gd name="T4" fmla="*/ 0 w 117"/>
                  <a:gd name="T5" fmla="*/ 185 h 216"/>
                  <a:gd name="T6" fmla="*/ 0 w 117"/>
                  <a:gd name="T7" fmla="*/ 30 h 216"/>
                  <a:gd name="T8" fmla="*/ 31 w 117"/>
                  <a:gd name="T9" fmla="*/ 0 h 216"/>
                  <a:gd name="T10" fmla="*/ 86 w 117"/>
                  <a:gd name="T11" fmla="*/ 0 h 216"/>
                  <a:gd name="T12" fmla="*/ 117 w 117"/>
                  <a:gd name="T13" fmla="*/ 30 h 216"/>
                  <a:gd name="T14" fmla="*/ 117 w 117"/>
                  <a:gd name="T15" fmla="*/ 185 h 216"/>
                  <a:gd name="T16" fmla="*/ 86 w 117"/>
                  <a:gd name="T17" fmla="*/ 216 h 2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17" h="216">
                    <a:moveTo>
                      <a:pt x="86" y="216"/>
                    </a:moveTo>
                    <a:cubicBezTo>
                      <a:pt x="31" y="216"/>
                      <a:pt x="31" y="216"/>
                      <a:pt x="31" y="216"/>
                    </a:cubicBezTo>
                    <a:cubicBezTo>
                      <a:pt x="14" y="216"/>
                      <a:pt x="0" y="202"/>
                      <a:pt x="0" y="185"/>
                    </a:cubicBezTo>
                    <a:cubicBezTo>
                      <a:pt x="0" y="30"/>
                      <a:pt x="0" y="30"/>
                      <a:pt x="0" y="30"/>
                    </a:cubicBezTo>
                    <a:cubicBezTo>
                      <a:pt x="0" y="14"/>
                      <a:pt x="14" y="0"/>
                      <a:pt x="31" y="0"/>
                    </a:cubicBezTo>
                    <a:cubicBezTo>
                      <a:pt x="86" y="0"/>
                      <a:pt x="86" y="0"/>
                      <a:pt x="86" y="0"/>
                    </a:cubicBezTo>
                    <a:cubicBezTo>
                      <a:pt x="103" y="0"/>
                      <a:pt x="117" y="14"/>
                      <a:pt x="117" y="30"/>
                    </a:cubicBezTo>
                    <a:cubicBezTo>
                      <a:pt x="117" y="185"/>
                      <a:pt x="117" y="185"/>
                      <a:pt x="117" y="185"/>
                    </a:cubicBezTo>
                    <a:cubicBezTo>
                      <a:pt x="117" y="202"/>
                      <a:pt x="103" y="216"/>
                      <a:pt x="86" y="216"/>
                    </a:cubicBezTo>
                    <a:close/>
                  </a:path>
                </a:pathLst>
              </a:custGeom>
              <a:solidFill>
                <a:srgbClr val="F6AF97"/>
              </a:solidFill>
              <a:ln>
                <a:noFill/>
              </a:ln>
              <a:extLst>
                <a:ext uri="{91240B29-F687-4F45-9708-019B960494DF}">
                  <a14:hiddenLine xmlns:a14="http://schemas.microsoft.com/office/drawing/2010/main" w="9525">
                    <a:solidFill>
                      <a:srgbClr val="000000"/>
                    </a:solidFill>
                    <a:round/>
                    <a:headEnd/>
                    <a:tailEnd/>
                  </a14:hiddenLine>
                </a:ext>
              </a:extLst>
            </p:spPr>
            <p:txBody>
              <a:bodyPr anchor="ctr"/>
              <a:lstStyle/>
              <a:p>
                <a:pPr algn="ctr"/>
                <a:endParaRPr/>
              </a:p>
            </p:txBody>
          </p:sp>
          <p:sp>
            <p:nvSpPr>
              <p:cNvPr id="594" name="iśľiďe">
                <a:extLst>
                  <a:ext uri="{FF2B5EF4-FFF2-40B4-BE49-F238E27FC236}">
                    <a16:creationId xmlns:a16="http://schemas.microsoft.com/office/drawing/2014/main" id="{9D6E17ED-51C5-45C9-93A6-B02C7DB1BB2A}"/>
                  </a:ext>
                </a:extLst>
              </p:cNvPr>
              <p:cNvSpPr/>
              <p:nvPr/>
            </p:nvSpPr>
            <p:spPr bwMode="auto">
              <a:xfrm>
                <a:off x="2544" y="1128"/>
                <a:ext cx="471" cy="477"/>
              </a:xfrm>
              <a:custGeom>
                <a:avLst/>
                <a:gdLst>
                  <a:gd name="T0" fmla="*/ 369 w 370"/>
                  <a:gd name="T1" fmla="*/ 199 h 375"/>
                  <a:gd name="T2" fmla="*/ 368 w 370"/>
                  <a:gd name="T3" fmla="*/ 207 h 375"/>
                  <a:gd name="T4" fmla="*/ 359 w 370"/>
                  <a:gd name="T5" fmla="*/ 245 h 375"/>
                  <a:gd name="T6" fmla="*/ 253 w 370"/>
                  <a:gd name="T7" fmla="*/ 357 h 375"/>
                  <a:gd name="T8" fmla="*/ 173 w 370"/>
                  <a:gd name="T9" fmla="*/ 369 h 375"/>
                  <a:gd name="T10" fmla="*/ 133 w 370"/>
                  <a:gd name="T11" fmla="*/ 370 h 375"/>
                  <a:gd name="T12" fmla="*/ 57 w 370"/>
                  <a:gd name="T13" fmla="*/ 354 h 375"/>
                  <a:gd name="T14" fmla="*/ 32 w 370"/>
                  <a:gd name="T15" fmla="*/ 322 h 375"/>
                  <a:gd name="T16" fmla="*/ 24 w 370"/>
                  <a:gd name="T17" fmla="*/ 308 h 375"/>
                  <a:gd name="T18" fmla="*/ 2 w 370"/>
                  <a:gd name="T19" fmla="*/ 173 h 375"/>
                  <a:gd name="T20" fmla="*/ 190 w 370"/>
                  <a:gd name="T21" fmla="*/ 3 h 375"/>
                  <a:gd name="T22" fmla="*/ 198 w 370"/>
                  <a:gd name="T23" fmla="*/ 3 h 375"/>
                  <a:gd name="T24" fmla="*/ 342 w 370"/>
                  <a:gd name="T25" fmla="*/ 91 h 375"/>
                  <a:gd name="T26" fmla="*/ 342 w 370"/>
                  <a:gd name="T27" fmla="*/ 91 h 375"/>
                  <a:gd name="T28" fmla="*/ 363 w 370"/>
                  <a:gd name="T29" fmla="*/ 137 h 375"/>
                  <a:gd name="T30" fmla="*/ 369 w 370"/>
                  <a:gd name="T31" fmla="*/ 199 h 3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370" h="375">
                    <a:moveTo>
                      <a:pt x="369" y="199"/>
                    </a:moveTo>
                    <a:cubicBezTo>
                      <a:pt x="368" y="202"/>
                      <a:pt x="368" y="205"/>
                      <a:pt x="368" y="207"/>
                    </a:cubicBezTo>
                    <a:cubicBezTo>
                      <a:pt x="366" y="220"/>
                      <a:pt x="364" y="233"/>
                      <a:pt x="359" y="245"/>
                    </a:cubicBezTo>
                    <a:cubicBezTo>
                      <a:pt x="342" y="297"/>
                      <a:pt x="303" y="337"/>
                      <a:pt x="253" y="357"/>
                    </a:cubicBezTo>
                    <a:cubicBezTo>
                      <a:pt x="228" y="367"/>
                      <a:pt x="201" y="371"/>
                      <a:pt x="173" y="369"/>
                    </a:cubicBezTo>
                    <a:cubicBezTo>
                      <a:pt x="159" y="368"/>
                      <a:pt x="145" y="369"/>
                      <a:pt x="133" y="370"/>
                    </a:cubicBezTo>
                    <a:cubicBezTo>
                      <a:pt x="104" y="373"/>
                      <a:pt x="78" y="375"/>
                      <a:pt x="57" y="354"/>
                    </a:cubicBezTo>
                    <a:cubicBezTo>
                      <a:pt x="48" y="344"/>
                      <a:pt x="39" y="334"/>
                      <a:pt x="32" y="322"/>
                    </a:cubicBezTo>
                    <a:cubicBezTo>
                      <a:pt x="29" y="317"/>
                      <a:pt x="26" y="313"/>
                      <a:pt x="24" y="308"/>
                    </a:cubicBezTo>
                    <a:cubicBezTo>
                      <a:pt x="9" y="279"/>
                      <a:pt x="0" y="208"/>
                      <a:pt x="2" y="173"/>
                    </a:cubicBezTo>
                    <a:cubicBezTo>
                      <a:pt x="9" y="75"/>
                      <a:pt x="92" y="0"/>
                      <a:pt x="190" y="3"/>
                    </a:cubicBezTo>
                    <a:cubicBezTo>
                      <a:pt x="193" y="3"/>
                      <a:pt x="196" y="3"/>
                      <a:pt x="198" y="3"/>
                    </a:cubicBezTo>
                    <a:cubicBezTo>
                      <a:pt x="260" y="7"/>
                      <a:pt x="312" y="42"/>
                      <a:pt x="342" y="91"/>
                    </a:cubicBezTo>
                    <a:cubicBezTo>
                      <a:pt x="342" y="91"/>
                      <a:pt x="342" y="91"/>
                      <a:pt x="342" y="91"/>
                    </a:cubicBezTo>
                    <a:cubicBezTo>
                      <a:pt x="351" y="105"/>
                      <a:pt x="358" y="121"/>
                      <a:pt x="363" y="137"/>
                    </a:cubicBezTo>
                    <a:cubicBezTo>
                      <a:pt x="368" y="157"/>
                      <a:pt x="370" y="178"/>
                      <a:pt x="369" y="199"/>
                    </a:cubicBezTo>
                  </a:path>
                </a:pathLst>
              </a:custGeom>
              <a:solidFill>
                <a:srgbClr val="C15543"/>
              </a:solidFill>
              <a:ln>
                <a:noFill/>
              </a:ln>
              <a:extLst>
                <a:ext uri="{91240B29-F687-4F45-9708-019B960494DF}">
                  <a14:hiddenLine xmlns:a14="http://schemas.microsoft.com/office/drawing/2010/main" w="9525">
                    <a:solidFill>
                      <a:srgbClr val="000000"/>
                    </a:solidFill>
                    <a:round/>
                    <a:headEnd/>
                    <a:tailEnd/>
                  </a14:hiddenLine>
                </a:ext>
              </a:extLst>
            </p:spPr>
            <p:txBody>
              <a:bodyPr anchor="ctr"/>
              <a:lstStyle/>
              <a:p>
                <a:pPr algn="ctr"/>
                <a:endParaRPr/>
              </a:p>
            </p:txBody>
          </p:sp>
          <p:sp>
            <p:nvSpPr>
              <p:cNvPr id="595" name="ïşľîḑé">
                <a:extLst>
                  <a:ext uri="{FF2B5EF4-FFF2-40B4-BE49-F238E27FC236}">
                    <a16:creationId xmlns:a16="http://schemas.microsoft.com/office/drawing/2014/main" id="{75281845-3D74-4920-8347-2209CCDAFF65}"/>
                  </a:ext>
                </a:extLst>
              </p:cNvPr>
              <p:cNvSpPr/>
              <p:nvPr/>
            </p:nvSpPr>
            <p:spPr bwMode="auto">
              <a:xfrm>
                <a:off x="2614" y="1384"/>
                <a:ext cx="88" cy="87"/>
              </a:xfrm>
              <a:custGeom>
                <a:avLst/>
                <a:gdLst>
                  <a:gd name="T0" fmla="*/ 69 w 69"/>
                  <a:gd name="T1" fmla="*/ 36 h 69"/>
                  <a:gd name="T2" fmla="*/ 66 w 69"/>
                  <a:gd name="T3" fmla="*/ 47 h 69"/>
                  <a:gd name="T4" fmla="*/ 58 w 69"/>
                  <a:gd name="T5" fmla="*/ 59 h 69"/>
                  <a:gd name="T6" fmla="*/ 35 w 69"/>
                  <a:gd name="T7" fmla="*/ 68 h 69"/>
                  <a:gd name="T8" fmla="*/ 15 w 69"/>
                  <a:gd name="T9" fmla="*/ 67 h 69"/>
                  <a:gd name="T10" fmla="*/ 0 w 69"/>
                  <a:gd name="T11" fmla="*/ 66 h 69"/>
                  <a:gd name="T12" fmla="*/ 2 w 69"/>
                  <a:gd name="T13" fmla="*/ 22 h 69"/>
                  <a:gd name="T14" fmla="*/ 2 w 69"/>
                  <a:gd name="T15" fmla="*/ 22 h 69"/>
                  <a:gd name="T16" fmla="*/ 3 w 69"/>
                  <a:gd name="T17" fmla="*/ 14 h 69"/>
                  <a:gd name="T18" fmla="*/ 3 w 69"/>
                  <a:gd name="T19" fmla="*/ 7 h 69"/>
                  <a:gd name="T20" fmla="*/ 3 w 69"/>
                  <a:gd name="T21" fmla="*/ 1 h 69"/>
                  <a:gd name="T22" fmla="*/ 3 w 69"/>
                  <a:gd name="T23" fmla="*/ 0 h 69"/>
                  <a:gd name="T24" fmla="*/ 4 w 69"/>
                  <a:gd name="T25" fmla="*/ 0 h 69"/>
                  <a:gd name="T26" fmla="*/ 38 w 69"/>
                  <a:gd name="T27" fmla="*/ 2 h 69"/>
                  <a:gd name="T28" fmla="*/ 60 w 69"/>
                  <a:gd name="T29" fmla="*/ 12 h 69"/>
                  <a:gd name="T30" fmla="*/ 67 w 69"/>
                  <a:gd name="T31" fmla="*/ 24 h 69"/>
                  <a:gd name="T32" fmla="*/ 69 w 69"/>
                  <a:gd name="T33" fmla="*/ 36 h 6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69" h="69">
                    <a:moveTo>
                      <a:pt x="69" y="36"/>
                    </a:moveTo>
                    <a:cubicBezTo>
                      <a:pt x="69" y="40"/>
                      <a:pt x="68" y="44"/>
                      <a:pt x="66" y="47"/>
                    </a:cubicBezTo>
                    <a:cubicBezTo>
                      <a:pt x="65" y="51"/>
                      <a:pt x="62" y="56"/>
                      <a:pt x="58" y="59"/>
                    </a:cubicBezTo>
                    <a:cubicBezTo>
                      <a:pt x="52" y="65"/>
                      <a:pt x="44" y="69"/>
                      <a:pt x="35" y="68"/>
                    </a:cubicBezTo>
                    <a:cubicBezTo>
                      <a:pt x="15" y="67"/>
                      <a:pt x="15" y="67"/>
                      <a:pt x="15" y="67"/>
                    </a:cubicBezTo>
                    <a:cubicBezTo>
                      <a:pt x="0" y="66"/>
                      <a:pt x="0" y="66"/>
                      <a:pt x="0" y="66"/>
                    </a:cubicBezTo>
                    <a:cubicBezTo>
                      <a:pt x="2" y="22"/>
                      <a:pt x="2" y="22"/>
                      <a:pt x="2" y="22"/>
                    </a:cubicBezTo>
                    <a:cubicBezTo>
                      <a:pt x="2" y="22"/>
                      <a:pt x="2" y="22"/>
                      <a:pt x="2" y="22"/>
                    </a:cubicBezTo>
                    <a:cubicBezTo>
                      <a:pt x="3" y="14"/>
                      <a:pt x="3" y="14"/>
                      <a:pt x="3" y="14"/>
                    </a:cubicBezTo>
                    <a:cubicBezTo>
                      <a:pt x="3" y="7"/>
                      <a:pt x="3" y="7"/>
                      <a:pt x="3" y="7"/>
                    </a:cubicBezTo>
                    <a:cubicBezTo>
                      <a:pt x="3" y="1"/>
                      <a:pt x="3" y="1"/>
                      <a:pt x="3" y="1"/>
                    </a:cubicBezTo>
                    <a:cubicBezTo>
                      <a:pt x="3" y="0"/>
                      <a:pt x="3" y="0"/>
                      <a:pt x="3" y="0"/>
                    </a:cubicBezTo>
                    <a:cubicBezTo>
                      <a:pt x="4" y="0"/>
                      <a:pt x="4" y="0"/>
                      <a:pt x="4" y="0"/>
                    </a:cubicBezTo>
                    <a:cubicBezTo>
                      <a:pt x="38" y="2"/>
                      <a:pt x="38" y="2"/>
                      <a:pt x="38" y="2"/>
                    </a:cubicBezTo>
                    <a:cubicBezTo>
                      <a:pt x="47" y="2"/>
                      <a:pt x="54" y="6"/>
                      <a:pt x="60" y="12"/>
                    </a:cubicBezTo>
                    <a:cubicBezTo>
                      <a:pt x="63" y="15"/>
                      <a:pt x="66" y="20"/>
                      <a:pt x="67" y="24"/>
                    </a:cubicBezTo>
                    <a:cubicBezTo>
                      <a:pt x="69" y="28"/>
                      <a:pt x="69" y="32"/>
                      <a:pt x="69" y="36"/>
                    </a:cubicBezTo>
                    <a:close/>
                  </a:path>
                </a:pathLst>
              </a:custGeom>
              <a:solidFill>
                <a:srgbClr val="FFCBC3"/>
              </a:solidFill>
              <a:ln>
                <a:noFill/>
              </a:ln>
              <a:extLst>
                <a:ext uri="{91240B29-F687-4F45-9708-019B960494DF}">
                  <a14:hiddenLine xmlns:a14="http://schemas.microsoft.com/office/drawing/2010/main" w="9525">
                    <a:solidFill>
                      <a:srgbClr val="000000"/>
                    </a:solidFill>
                    <a:round/>
                    <a:headEnd/>
                    <a:tailEnd/>
                  </a14:hiddenLine>
                </a:ext>
              </a:extLst>
            </p:spPr>
            <p:txBody>
              <a:bodyPr anchor="ctr"/>
              <a:lstStyle/>
              <a:p>
                <a:pPr algn="ctr"/>
                <a:endParaRPr/>
              </a:p>
            </p:txBody>
          </p:sp>
          <p:sp>
            <p:nvSpPr>
              <p:cNvPr id="596" name="ïṥḻîḓe">
                <a:extLst>
                  <a:ext uri="{FF2B5EF4-FFF2-40B4-BE49-F238E27FC236}">
                    <a16:creationId xmlns:a16="http://schemas.microsoft.com/office/drawing/2014/main" id="{5EB378E3-D980-496D-9B0B-388031482FAE}"/>
                  </a:ext>
                </a:extLst>
              </p:cNvPr>
              <p:cNvSpPr/>
              <p:nvPr/>
            </p:nvSpPr>
            <p:spPr bwMode="auto">
              <a:xfrm>
                <a:off x="2613" y="1203"/>
                <a:ext cx="391" cy="488"/>
              </a:xfrm>
              <a:custGeom>
                <a:avLst/>
                <a:gdLst>
                  <a:gd name="T0" fmla="*/ 307 w 307"/>
                  <a:gd name="T1" fmla="*/ 159 h 384"/>
                  <a:gd name="T2" fmla="*/ 303 w 307"/>
                  <a:gd name="T3" fmla="*/ 231 h 384"/>
                  <a:gd name="T4" fmla="*/ 303 w 307"/>
                  <a:gd name="T5" fmla="*/ 241 h 384"/>
                  <a:gd name="T6" fmla="*/ 300 w 307"/>
                  <a:gd name="T7" fmla="*/ 262 h 384"/>
                  <a:gd name="T8" fmla="*/ 171 w 307"/>
                  <a:gd name="T9" fmla="*/ 382 h 384"/>
                  <a:gd name="T10" fmla="*/ 165 w 307"/>
                  <a:gd name="T11" fmla="*/ 383 h 384"/>
                  <a:gd name="T12" fmla="*/ 144 w 307"/>
                  <a:gd name="T13" fmla="*/ 383 h 384"/>
                  <a:gd name="T14" fmla="*/ 124 w 307"/>
                  <a:gd name="T15" fmla="*/ 381 h 384"/>
                  <a:gd name="T16" fmla="*/ 87 w 307"/>
                  <a:gd name="T17" fmla="*/ 369 h 384"/>
                  <a:gd name="T18" fmla="*/ 87 w 307"/>
                  <a:gd name="T19" fmla="*/ 369 h 384"/>
                  <a:gd name="T20" fmla="*/ 0 w 307"/>
                  <a:gd name="T21" fmla="*/ 238 h 384"/>
                  <a:gd name="T22" fmla="*/ 0 w 307"/>
                  <a:gd name="T23" fmla="*/ 233 h 384"/>
                  <a:gd name="T24" fmla="*/ 0 w 307"/>
                  <a:gd name="T25" fmla="*/ 227 h 384"/>
                  <a:gd name="T26" fmla="*/ 0 w 307"/>
                  <a:gd name="T27" fmla="*/ 226 h 384"/>
                  <a:gd name="T28" fmla="*/ 0 w 307"/>
                  <a:gd name="T29" fmla="*/ 221 h 384"/>
                  <a:gd name="T30" fmla="*/ 1 w 307"/>
                  <a:gd name="T31" fmla="*/ 208 h 384"/>
                  <a:gd name="T32" fmla="*/ 3 w 307"/>
                  <a:gd name="T33" fmla="*/ 164 h 384"/>
                  <a:gd name="T34" fmla="*/ 3 w 307"/>
                  <a:gd name="T35" fmla="*/ 164 h 384"/>
                  <a:gd name="T36" fmla="*/ 3 w 307"/>
                  <a:gd name="T37" fmla="*/ 164 h 384"/>
                  <a:gd name="T38" fmla="*/ 4 w 307"/>
                  <a:gd name="T39" fmla="*/ 156 h 384"/>
                  <a:gd name="T40" fmla="*/ 4 w 307"/>
                  <a:gd name="T41" fmla="*/ 149 h 384"/>
                  <a:gd name="T42" fmla="*/ 4 w 307"/>
                  <a:gd name="T43" fmla="*/ 143 h 384"/>
                  <a:gd name="T44" fmla="*/ 5 w 307"/>
                  <a:gd name="T45" fmla="*/ 142 h 384"/>
                  <a:gd name="T46" fmla="*/ 10 w 307"/>
                  <a:gd name="T47" fmla="*/ 113 h 384"/>
                  <a:gd name="T48" fmla="*/ 17 w 307"/>
                  <a:gd name="T49" fmla="*/ 93 h 384"/>
                  <a:gd name="T50" fmla="*/ 19 w 307"/>
                  <a:gd name="T51" fmla="*/ 91 h 384"/>
                  <a:gd name="T52" fmla="*/ 26 w 307"/>
                  <a:gd name="T53" fmla="*/ 76 h 384"/>
                  <a:gd name="T54" fmla="*/ 26 w 307"/>
                  <a:gd name="T55" fmla="*/ 76 h 384"/>
                  <a:gd name="T56" fmla="*/ 69 w 307"/>
                  <a:gd name="T57" fmla="*/ 30 h 384"/>
                  <a:gd name="T58" fmla="*/ 80 w 307"/>
                  <a:gd name="T59" fmla="*/ 23 h 384"/>
                  <a:gd name="T60" fmla="*/ 166 w 307"/>
                  <a:gd name="T61" fmla="*/ 2 h 384"/>
                  <a:gd name="T62" fmla="*/ 271 w 307"/>
                  <a:gd name="T63" fmla="*/ 51 h 384"/>
                  <a:gd name="T64" fmla="*/ 301 w 307"/>
                  <a:gd name="T65" fmla="*/ 104 h 384"/>
                  <a:gd name="T66" fmla="*/ 306 w 307"/>
                  <a:gd name="T67" fmla="*/ 127 h 384"/>
                  <a:gd name="T68" fmla="*/ 307 w 307"/>
                  <a:gd name="T69" fmla="*/ 159 h 3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307" h="384">
                    <a:moveTo>
                      <a:pt x="307" y="159"/>
                    </a:moveTo>
                    <a:cubicBezTo>
                      <a:pt x="303" y="231"/>
                      <a:pt x="303" y="231"/>
                      <a:pt x="303" y="231"/>
                    </a:cubicBezTo>
                    <a:cubicBezTo>
                      <a:pt x="303" y="241"/>
                      <a:pt x="303" y="241"/>
                      <a:pt x="303" y="241"/>
                    </a:cubicBezTo>
                    <a:cubicBezTo>
                      <a:pt x="302" y="249"/>
                      <a:pt x="301" y="256"/>
                      <a:pt x="300" y="262"/>
                    </a:cubicBezTo>
                    <a:cubicBezTo>
                      <a:pt x="288" y="326"/>
                      <a:pt x="235" y="374"/>
                      <a:pt x="171" y="382"/>
                    </a:cubicBezTo>
                    <a:cubicBezTo>
                      <a:pt x="169" y="383"/>
                      <a:pt x="167" y="383"/>
                      <a:pt x="165" y="383"/>
                    </a:cubicBezTo>
                    <a:cubicBezTo>
                      <a:pt x="158" y="384"/>
                      <a:pt x="151" y="384"/>
                      <a:pt x="144" y="383"/>
                    </a:cubicBezTo>
                    <a:cubicBezTo>
                      <a:pt x="137" y="383"/>
                      <a:pt x="130" y="382"/>
                      <a:pt x="124" y="381"/>
                    </a:cubicBezTo>
                    <a:cubicBezTo>
                      <a:pt x="111" y="378"/>
                      <a:pt x="98" y="374"/>
                      <a:pt x="87" y="369"/>
                    </a:cubicBezTo>
                    <a:cubicBezTo>
                      <a:pt x="87" y="369"/>
                      <a:pt x="87" y="369"/>
                      <a:pt x="87" y="369"/>
                    </a:cubicBezTo>
                    <a:cubicBezTo>
                      <a:pt x="37" y="345"/>
                      <a:pt x="2" y="295"/>
                      <a:pt x="0" y="238"/>
                    </a:cubicBezTo>
                    <a:cubicBezTo>
                      <a:pt x="0" y="236"/>
                      <a:pt x="0" y="235"/>
                      <a:pt x="0" y="233"/>
                    </a:cubicBezTo>
                    <a:cubicBezTo>
                      <a:pt x="0" y="231"/>
                      <a:pt x="0" y="229"/>
                      <a:pt x="0" y="227"/>
                    </a:cubicBezTo>
                    <a:cubicBezTo>
                      <a:pt x="0" y="226"/>
                      <a:pt x="0" y="226"/>
                      <a:pt x="0" y="226"/>
                    </a:cubicBezTo>
                    <a:cubicBezTo>
                      <a:pt x="0" y="221"/>
                      <a:pt x="0" y="221"/>
                      <a:pt x="0" y="221"/>
                    </a:cubicBezTo>
                    <a:cubicBezTo>
                      <a:pt x="1" y="208"/>
                      <a:pt x="1" y="208"/>
                      <a:pt x="1" y="208"/>
                    </a:cubicBezTo>
                    <a:cubicBezTo>
                      <a:pt x="3" y="164"/>
                      <a:pt x="3" y="164"/>
                      <a:pt x="3" y="164"/>
                    </a:cubicBezTo>
                    <a:cubicBezTo>
                      <a:pt x="3" y="164"/>
                      <a:pt x="3" y="164"/>
                      <a:pt x="3" y="164"/>
                    </a:cubicBezTo>
                    <a:cubicBezTo>
                      <a:pt x="3" y="164"/>
                      <a:pt x="3" y="164"/>
                      <a:pt x="3" y="164"/>
                    </a:cubicBezTo>
                    <a:cubicBezTo>
                      <a:pt x="4" y="156"/>
                      <a:pt x="4" y="156"/>
                      <a:pt x="4" y="156"/>
                    </a:cubicBezTo>
                    <a:cubicBezTo>
                      <a:pt x="4" y="149"/>
                      <a:pt x="4" y="149"/>
                      <a:pt x="4" y="149"/>
                    </a:cubicBezTo>
                    <a:cubicBezTo>
                      <a:pt x="4" y="143"/>
                      <a:pt x="4" y="143"/>
                      <a:pt x="4" y="143"/>
                    </a:cubicBezTo>
                    <a:cubicBezTo>
                      <a:pt x="5" y="142"/>
                      <a:pt x="5" y="142"/>
                      <a:pt x="5" y="142"/>
                    </a:cubicBezTo>
                    <a:cubicBezTo>
                      <a:pt x="5" y="132"/>
                      <a:pt x="7" y="122"/>
                      <a:pt x="10" y="113"/>
                    </a:cubicBezTo>
                    <a:cubicBezTo>
                      <a:pt x="12" y="106"/>
                      <a:pt x="15" y="100"/>
                      <a:pt x="17" y="93"/>
                    </a:cubicBezTo>
                    <a:cubicBezTo>
                      <a:pt x="18" y="92"/>
                      <a:pt x="18" y="92"/>
                      <a:pt x="19" y="91"/>
                    </a:cubicBezTo>
                    <a:cubicBezTo>
                      <a:pt x="21" y="86"/>
                      <a:pt x="23" y="81"/>
                      <a:pt x="26" y="76"/>
                    </a:cubicBezTo>
                    <a:cubicBezTo>
                      <a:pt x="26" y="76"/>
                      <a:pt x="26" y="76"/>
                      <a:pt x="26" y="76"/>
                    </a:cubicBezTo>
                    <a:cubicBezTo>
                      <a:pt x="37" y="58"/>
                      <a:pt x="52" y="42"/>
                      <a:pt x="69" y="30"/>
                    </a:cubicBezTo>
                    <a:cubicBezTo>
                      <a:pt x="73" y="27"/>
                      <a:pt x="76" y="25"/>
                      <a:pt x="80" y="23"/>
                    </a:cubicBezTo>
                    <a:cubicBezTo>
                      <a:pt x="105" y="8"/>
                      <a:pt x="135" y="0"/>
                      <a:pt x="166" y="2"/>
                    </a:cubicBezTo>
                    <a:cubicBezTo>
                      <a:pt x="207" y="4"/>
                      <a:pt x="245" y="23"/>
                      <a:pt x="271" y="51"/>
                    </a:cubicBezTo>
                    <a:cubicBezTo>
                      <a:pt x="285" y="66"/>
                      <a:pt x="294" y="84"/>
                      <a:pt x="301" y="104"/>
                    </a:cubicBezTo>
                    <a:cubicBezTo>
                      <a:pt x="303" y="112"/>
                      <a:pt x="305" y="119"/>
                      <a:pt x="306" y="127"/>
                    </a:cubicBezTo>
                    <a:cubicBezTo>
                      <a:pt x="307" y="138"/>
                      <a:pt x="307" y="148"/>
                      <a:pt x="307" y="159"/>
                    </a:cubicBezTo>
                  </a:path>
                </a:pathLst>
              </a:custGeom>
              <a:solidFill>
                <a:srgbClr val="FFCEB8"/>
              </a:solidFill>
              <a:ln>
                <a:noFill/>
              </a:ln>
              <a:extLst>
                <a:ext uri="{91240B29-F687-4F45-9708-019B960494DF}">
                  <a14:hiddenLine xmlns:a14="http://schemas.microsoft.com/office/drawing/2010/main" w="9525">
                    <a:solidFill>
                      <a:srgbClr val="000000"/>
                    </a:solidFill>
                    <a:round/>
                    <a:headEnd/>
                    <a:tailEnd/>
                  </a14:hiddenLine>
                </a:ext>
              </a:extLst>
            </p:spPr>
            <p:txBody>
              <a:bodyPr anchor="ctr"/>
              <a:lstStyle/>
              <a:p>
                <a:pPr algn="ctr"/>
                <a:endParaRPr/>
              </a:p>
            </p:txBody>
          </p:sp>
          <p:sp>
            <p:nvSpPr>
              <p:cNvPr id="597" name="ïṡ1iḓé">
                <a:extLst>
                  <a:ext uri="{FF2B5EF4-FFF2-40B4-BE49-F238E27FC236}">
                    <a16:creationId xmlns:a16="http://schemas.microsoft.com/office/drawing/2014/main" id="{473F1F5B-0C46-422A-A846-100B20B8F64C}"/>
                  </a:ext>
                </a:extLst>
              </p:cNvPr>
              <p:cNvSpPr/>
              <p:nvPr/>
            </p:nvSpPr>
            <p:spPr bwMode="auto">
              <a:xfrm>
                <a:off x="2569" y="1412"/>
                <a:ext cx="66" cy="95"/>
              </a:xfrm>
              <a:custGeom>
                <a:avLst/>
                <a:gdLst>
                  <a:gd name="T0" fmla="*/ 52 w 52"/>
                  <a:gd name="T1" fmla="*/ 0 h 75"/>
                  <a:gd name="T2" fmla="*/ 50 w 52"/>
                  <a:gd name="T3" fmla="*/ 45 h 75"/>
                  <a:gd name="T4" fmla="*/ 49 w 52"/>
                  <a:gd name="T5" fmla="*/ 75 h 75"/>
                  <a:gd name="T6" fmla="*/ 37 w 52"/>
                  <a:gd name="T7" fmla="*/ 74 h 75"/>
                  <a:gd name="T8" fmla="*/ 34 w 52"/>
                  <a:gd name="T9" fmla="*/ 74 h 75"/>
                  <a:gd name="T10" fmla="*/ 1 w 52"/>
                  <a:gd name="T11" fmla="*/ 34 h 75"/>
                  <a:gd name="T12" fmla="*/ 13 w 52"/>
                  <a:gd name="T13" fmla="*/ 9 h 75"/>
                  <a:gd name="T14" fmla="*/ 37 w 52"/>
                  <a:gd name="T15" fmla="*/ 0 h 75"/>
                  <a:gd name="T16" fmla="*/ 37 w 52"/>
                  <a:gd name="T17" fmla="*/ 0 h 75"/>
                  <a:gd name="T18" fmla="*/ 40 w 52"/>
                  <a:gd name="T19" fmla="*/ 0 h 75"/>
                  <a:gd name="T20" fmla="*/ 52 w 52"/>
                  <a:gd name="T21" fmla="*/ 0 h 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52" h="75">
                    <a:moveTo>
                      <a:pt x="52" y="0"/>
                    </a:moveTo>
                    <a:cubicBezTo>
                      <a:pt x="50" y="45"/>
                      <a:pt x="50" y="45"/>
                      <a:pt x="50" y="45"/>
                    </a:cubicBezTo>
                    <a:cubicBezTo>
                      <a:pt x="49" y="75"/>
                      <a:pt x="49" y="75"/>
                      <a:pt x="49" y="75"/>
                    </a:cubicBezTo>
                    <a:cubicBezTo>
                      <a:pt x="37" y="74"/>
                      <a:pt x="37" y="74"/>
                      <a:pt x="37" y="74"/>
                    </a:cubicBezTo>
                    <a:cubicBezTo>
                      <a:pt x="36" y="74"/>
                      <a:pt x="35" y="74"/>
                      <a:pt x="34" y="74"/>
                    </a:cubicBezTo>
                    <a:cubicBezTo>
                      <a:pt x="14" y="72"/>
                      <a:pt x="0" y="54"/>
                      <a:pt x="1" y="34"/>
                    </a:cubicBezTo>
                    <a:cubicBezTo>
                      <a:pt x="1" y="24"/>
                      <a:pt x="6" y="15"/>
                      <a:pt x="13" y="9"/>
                    </a:cubicBezTo>
                    <a:cubicBezTo>
                      <a:pt x="20" y="3"/>
                      <a:pt x="28" y="0"/>
                      <a:pt x="37" y="0"/>
                    </a:cubicBezTo>
                    <a:cubicBezTo>
                      <a:pt x="37" y="0"/>
                      <a:pt x="37" y="0"/>
                      <a:pt x="37" y="0"/>
                    </a:cubicBezTo>
                    <a:cubicBezTo>
                      <a:pt x="38" y="0"/>
                      <a:pt x="39" y="0"/>
                      <a:pt x="40" y="0"/>
                    </a:cubicBezTo>
                    <a:lnTo>
                      <a:pt x="52" y="0"/>
                    </a:lnTo>
                    <a:close/>
                  </a:path>
                </a:pathLst>
              </a:custGeom>
              <a:solidFill>
                <a:srgbClr val="FFCBC3"/>
              </a:solidFill>
              <a:ln>
                <a:noFill/>
              </a:ln>
              <a:extLst>
                <a:ext uri="{91240B29-F687-4F45-9708-019B960494DF}">
                  <a14:hiddenLine xmlns:a14="http://schemas.microsoft.com/office/drawing/2010/main" w="9525">
                    <a:solidFill>
                      <a:srgbClr val="000000"/>
                    </a:solidFill>
                    <a:round/>
                    <a:headEnd/>
                    <a:tailEnd/>
                  </a14:hiddenLine>
                </a:ext>
              </a:extLst>
            </p:spPr>
            <p:txBody>
              <a:bodyPr anchor="ctr"/>
              <a:lstStyle/>
              <a:p>
                <a:pPr algn="ctr"/>
                <a:endParaRPr/>
              </a:p>
            </p:txBody>
          </p:sp>
          <p:sp>
            <p:nvSpPr>
              <p:cNvPr id="598" name="iṧļïďé">
                <a:extLst>
                  <a:ext uri="{FF2B5EF4-FFF2-40B4-BE49-F238E27FC236}">
                    <a16:creationId xmlns:a16="http://schemas.microsoft.com/office/drawing/2014/main" id="{582C7DB5-A6E9-4C9D-A6C9-F9A911546E0A}"/>
                  </a:ext>
                </a:extLst>
              </p:cNvPr>
              <p:cNvSpPr/>
              <p:nvPr/>
            </p:nvSpPr>
            <p:spPr bwMode="auto">
              <a:xfrm>
                <a:off x="2926" y="1437"/>
                <a:ext cx="17" cy="45"/>
              </a:xfrm>
              <a:custGeom>
                <a:avLst/>
                <a:gdLst>
                  <a:gd name="T0" fmla="*/ 9 w 13"/>
                  <a:gd name="T1" fmla="*/ 35 h 35"/>
                  <a:gd name="T2" fmla="*/ 4 w 13"/>
                  <a:gd name="T3" fmla="*/ 35 h 35"/>
                  <a:gd name="T4" fmla="*/ 0 w 13"/>
                  <a:gd name="T5" fmla="*/ 30 h 35"/>
                  <a:gd name="T6" fmla="*/ 0 w 13"/>
                  <a:gd name="T7" fmla="*/ 5 h 35"/>
                  <a:gd name="T8" fmla="*/ 4 w 13"/>
                  <a:gd name="T9" fmla="*/ 0 h 35"/>
                  <a:gd name="T10" fmla="*/ 9 w 13"/>
                  <a:gd name="T11" fmla="*/ 0 h 35"/>
                  <a:gd name="T12" fmla="*/ 13 w 13"/>
                  <a:gd name="T13" fmla="*/ 5 h 35"/>
                  <a:gd name="T14" fmla="*/ 13 w 13"/>
                  <a:gd name="T15" fmla="*/ 30 h 35"/>
                  <a:gd name="T16" fmla="*/ 9 w 13"/>
                  <a:gd name="T17" fmla="*/ 35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3" h="35">
                    <a:moveTo>
                      <a:pt x="9" y="35"/>
                    </a:moveTo>
                    <a:cubicBezTo>
                      <a:pt x="4" y="35"/>
                      <a:pt x="4" y="35"/>
                      <a:pt x="4" y="35"/>
                    </a:cubicBezTo>
                    <a:cubicBezTo>
                      <a:pt x="2" y="35"/>
                      <a:pt x="0" y="33"/>
                      <a:pt x="0" y="30"/>
                    </a:cubicBezTo>
                    <a:cubicBezTo>
                      <a:pt x="0" y="5"/>
                      <a:pt x="0" y="5"/>
                      <a:pt x="0" y="5"/>
                    </a:cubicBezTo>
                    <a:cubicBezTo>
                      <a:pt x="0" y="2"/>
                      <a:pt x="2" y="0"/>
                      <a:pt x="4" y="0"/>
                    </a:cubicBezTo>
                    <a:cubicBezTo>
                      <a:pt x="9" y="0"/>
                      <a:pt x="9" y="0"/>
                      <a:pt x="9" y="0"/>
                    </a:cubicBezTo>
                    <a:cubicBezTo>
                      <a:pt x="11" y="0"/>
                      <a:pt x="13" y="2"/>
                      <a:pt x="13" y="5"/>
                    </a:cubicBezTo>
                    <a:cubicBezTo>
                      <a:pt x="13" y="30"/>
                      <a:pt x="13" y="30"/>
                      <a:pt x="13" y="30"/>
                    </a:cubicBezTo>
                    <a:cubicBezTo>
                      <a:pt x="13" y="33"/>
                      <a:pt x="11" y="35"/>
                      <a:pt x="9" y="35"/>
                    </a:cubicBezTo>
                    <a:close/>
                  </a:path>
                </a:pathLst>
              </a:custGeom>
              <a:solidFill>
                <a:srgbClr val="07123F"/>
              </a:solidFill>
              <a:ln>
                <a:noFill/>
              </a:ln>
              <a:extLst>
                <a:ext uri="{91240B29-F687-4F45-9708-019B960494DF}">
                  <a14:hiddenLine xmlns:a14="http://schemas.microsoft.com/office/drawing/2010/main" w="9525">
                    <a:solidFill>
                      <a:srgbClr val="000000"/>
                    </a:solidFill>
                    <a:round/>
                    <a:headEnd/>
                    <a:tailEnd/>
                  </a14:hiddenLine>
                </a:ext>
              </a:extLst>
            </p:spPr>
            <p:txBody>
              <a:bodyPr anchor="ctr"/>
              <a:lstStyle/>
              <a:p>
                <a:pPr algn="ctr"/>
                <a:endParaRPr/>
              </a:p>
            </p:txBody>
          </p:sp>
          <p:sp>
            <p:nvSpPr>
              <p:cNvPr id="599" name="ïŝľiḓe">
                <a:extLst>
                  <a:ext uri="{FF2B5EF4-FFF2-40B4-BE49-F238E27FC236}">
                    <a16:creationId xmlns:a16="http://schemas.microsoft.com/office/drawing/2014/main" id="{3C2881D9-B8CD-4BD9-A50A-9576549B6E11}"/>
                  </a:ext>
                </a:extLst>
              </p:cNvPr>
              <p:cNvSpPr/>
              <p:nvPr/>
            </p:nvSpPr>
            <p:spPr bwMode="auto">
              <a:xfrm>
                <a:off x="2800" y="1437"/>
                <a:ext cx="16" cy="45"/>
              </a:xfrm>
              <a:custGeom>
                <a:avLst/>
                <a:gdLst>
                  <a:gd name="T0" fmla="*/ 9 w 13"/>
                  <a:gd name="T1" fmla="*/ 35 h 35"/>
                  <a:gd name="T2" fmla="*/ 4 w 13"/>
                  <a:gd name="T3" fmla="*/ 35 h 35"/>
                  <a:gd name="T4" fmla="*/ 0 w 13"/>
                  <a:gd name="T5" fmla="*/ 30 h 35"/>
                  <a:gd name="T6" fmla="*/ 0 w 13"/>
                  <a:gd name="T7" fmla="*/ 5 h 35"/>
                  <a:gd name="T8" fmla="*/ 4 w 13"/>
                  <a:gd name="T9" fmla="*/ 0 h 35"/>
                  <a:gd name="T10" fmla="*/ 9 w 13"/>
                  <a:gd name="T11" fmla="*/ 0 h 35"/>
                  <a:gd name="T12" fmla="*/ 13 w 13"/>
                  <a:gd name="T13" fmla="*/ 5 h 35"/>
                  <a:gd name="T14" fmla="*/ 13 w 13"/>
                  <a:gd name="T15" fmla="*/ 30 h 35"/>
                  <a:gd name="T16" fmla="*/ 9 w 13"/>
                  <a:gd name="T17" fmla="*/ 35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3" h="35">
                    <a:moveTo>
                      <a:pt x="9" y="35"/>
                    </a:moveTo>
                    <a:cubicBezTo>
                      <a:pt x="4" y="35"/>
                      <a:pt x="4" y="35"/>
                      <a:pt x="4" y="35"/>
                    </a:cubicBezTo>
                    <a:cubicBezTo>
                      <a:pt x="2" y="35"/>
                      <a:pt x="0" y="33"/>
                      <a:pt x="0" y="30"/>
                    </a:cubicBezTo>
                    <a:cubicBezTo>
                      <a:pt x="0" y="5"/>
                      <a:pt x="0" y="5"/>
                      <a:pt x="0" y="5"/>
                    </a:cubicBezTo>
                    <a:cubicBezTo>
                      <a:pt x="0" y="2"/>
                      <a:pt x="2" y="0"/>
                      <a:pt x="4" y="0"/>
                    </a:cubicBezTo>
                    <a:cubicBezTo>
                      <a:pt x="9" y="0"/>
                      <a:pt x="9" y="0"/>
                      <a:pt x="9" y="0"/>
                    </a:cubicBezTo>
                    <a:cubicBezTo>
                      <a:pt x="11" y="0"/>
                      <a:pt x="13" y="2"/>
                      <a:pt x="13" y="5"/>
                    </a:cubicBezTo>
                    <a:cubicBezTo>
                      <a:pt x="13" y="30"/>
                      <a:pt x="13" y="30"/>
                      <a:pt x="13" y="30"/>
                    </a:cubicBezTo>
                    <a:cubicBezTo>
                      <a:pt x="13" y="33"/>
                      <a:pt x="11" y="35"/>
                      <a:pt x="9" y="35"/>
                    </a:cubicBezTo>
                  </a:path>
                </a:pathLst>
              </a:custGeom>
              <a:solidFill>
                <a:srgbClr val="07123F"/>
              </a:solidFill>
              <a:ln>
                <a:noFill/>
              </a:ln>
              <a:extLst>
                <a:ext uri="{91240B29-F687-4F45-9708-019B960494DF}">
                  <a14:hiddenLine xmlns:a14="http://schemas.microsoft.com/office/drawing/2010/main" w="9525">
                    <a:solidFill>
                      <a:srgbClr val="000000"/>
                    </a:solidFill>
                    <a:round/>
                    <a:headEnd/>
                    <a:tailEnd/>
                  </a14:hiddenLine>
                </a:ext>
              </a:extLst>
            </p:spPr>
            <p:txBody>
              <a:bodyPr anchor="ctr"/>
              <a:lstStyle/>
              <a:p>
                <a:pPr algn="ctr"/>
                <a:endParaRPr/>
              </a:p>
            </p:txBody>
          </p:sp>
          <p:sp>
            <p:nvSpPr>
              <p:cNvPr id="600" name="íṡlidê">
                <a:extLst>
                  <a:ext uri="{FF2B5EF4-FFF2-40B4-BE49-F238E27FC236}">
                    <a16:creationId xmlns:a16="http://schemas.microsoft.com/office/drawing/2014/main" id="{D8037A0D-22B1-4EF0-9C7F-578700096E71}"/>
                  </a:ext>
                </a:extLst>
              </p:cNvPr>
              <p:cNvSpPr/>
              <p:nvPr/>
            </p:nvSpPr>
            <p:spPr bwMode="auto">
              <a:xfrm>
                <a:off x="2569" y="1329"/>
                <a:ext cx="222" cy="364"/>
              </a:xfrm>
              <a:custGeom>
                <a:avLst/>
                <a:gdLst>
                  <a:gd name="T0" fmla="*/ 174 w 174"/>
                  <a:gd name="T1" fmla="*/ 284 h 286"/>
                  <a:gd name="T2" fmla="*/ 121 w 174"/>
                  <a:gd name="T3" fmla="*/ 270 h 286"/>
                  <a:gd name="T4" fmla="*/ 121 w 174"/>
                  <a:gd name="T5" fmla="*/ 270 h 286"/>
                  <a:gd name="T6" fmla="*/ 34 w 174"/>
                  <a:gd name="T7" fmla="*/ 139 h 286"/>
                  <a:gd name="T8" fmla="*/ 1 w 174"/>
                  <a:gd name="T9" fmla="*/ 99 h 286"/>
                  <a:gd name="T10" fmla="*/ 13 w 174"/>
                  <a:gd name="T11" fmla="*/ 74 h 286"/>
                  <a:gd name="T12" fmla="*/ 37 w 174"/>
                  <a:gd name="T13" fmla="*/ 65 h 286"/>
                  <a:gd name="T14" fmla="*/ 37 w 174"/>
                  <a:gd name="T15" fmla="*/ 65 h 286"/>
                  <a:gd name="T16" fmla="*/ 38 w 174"/>
                  <a:gd name="T17" fmla="*/ 57 h 286"/>
                  <a:gd name="T18" fmla="*/ 38 w 174"/>
                  <a:gd name="T19" fmla="*/ 50 h 286"/>
                  <a:gd name="T20" fmla="*/ 38 w 174"/>
                  <a:gd name="T21" fmla="*/ 44 h 286"/>
                  <a:gd name="T22" fmla="*/ 38 w 174"/>
                  <a:gd name="T23" fmla="*/ 43 h 286"/>
                  <a:gd name="T24" fmla="*/ 39 w 174"/>
                  <a:gd name="T25" fmla="*/ 43 h 286"/>
                  <a:gd name="T26" fmla="*/ 44 w 174"/>
                  <a:gd name="T27" fmla="*/ 14 h 286"/>
                  <a:gd name="T28" fmla="*/ 97 w 174"/>
                  <a:gd name="T29" fmla="*/ 26 h 286"/>
                  <a:gd name="T30" fmla="*/ 95 w 174"/>
                  <a:gd name="T31" fmla="*/ 55 h 286"/>
                  <a:gd name="T32" fmla="*/ 93 w 174"/>
                  <a:gd name="T33" fmla="*/ 102 h 286"/>
                  <a:gd name="T34" fmla="*/ 104 w 174"/>
                  <a:gd name="T35" fmla="*/ 203 h 286"/>
                  <a:gd name="T36" fmla="*/ 174 w 174"/>
                  <a:gd name="T37" fmla="*/ 284 h 2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174" h="286">
                    <a:moveTo>
                      <a:pt x="174" y="284"/>
                    </a:moveTo>
                    <a:cubicBezTo>
                      <a:pt x="174" y="284"/>
                      <a:pt x="147" y="286"/>
                      <a:pt x="121" y="270"/>
                    </a:cubicBezTo>
                    <a:cubicBezTo>
                      <a:pt x="121" y="270"/>
                      <a:pt x="121" y="270"/>
                      <a:pt x="121" y="270"/>
                    </a:cubicBezTo>
                    <a:cubicBezTo>
                      <a:pt x="71" y="246"/>
                      <a:pt x="36" y="196"/>
                      <a:pt x="34" y="139"/>
                    </a:cubicBezTo>
                    <a:cubicBezTo>
                      <a:pt x="14" y="137"/>
                      <a:pt x="0" y="119"/>
                      <a:pt x="1" y="99"/>
                    </a:cubicBezTo>
                    <a:cubicBezTo>
                      <a:pt x="1" y="89"/>
                      <a:pt x="6" y="80"/>
                      <a:pt x="13" y="74"/>
                    </a:cubicBezTo>
                    <a:cubicBezTo>
                      <a:pt x="20" y="68"/>
                      <a:pt x="28" y="65"/>
                      <a:pt x="37" y="65"/>
                    </a:cubicBezTo>
                    <a:cubicBezTo>
                      <a:pt x="37" y="65"/>
                      <a:pt x="37" y="65"/>
                      <a:pt x="37" y="65"/>
                    </a:cubicBezTo>
                    <a:cubicBezTo>
                      <a:pt x="38" y="57"/>
                      <a:pt x="38" y="57"/>
                      <a:pt x="38" y="57"/>
                    </a:cubicBezTo>
                    <a:cubicBezTo>
                      <a:pt x="38" y="50"/>
                      <a:pt x="38" y="50"/>
                      <a:pt x="38" y="50"/>
                    </a:cubicBezTo>
                    <a:cubicBezTo>
                      <a:pt x="38" y="44"/>
                      <a:pt x="38" y="44"/>
                      <a:pt x="38" y="44"/>
                    </a:cubicBezTo>
                    <a:cubicBezTo>
                      <a:pt x="38" y="43"/>
                      <a:pt x="38" y="43"/>
                      <a:pt x="38" y="43"/>
                    </a:cubicBezTo>
                    <a:cubicBezTo>
                      <a:pt x="39" y="43"/>
                      <a:pt x="39" y="43"/>
                      <a:pt x="39" y="43"/>
                    </a:cubicBezTo>
                    <a:cubicBezTo>
                      <a:pt x="39" y="33"/>
                      <a:pt x="41" y="23"/>
                      <a:pt x="44" y="14"/>
                    </a:cubicBezTo>
                    <a:cubicBezTo>
                      <a:pt x="65" y="2"/>
                      <a:pt x="85" y="0"/>
                      <a:pt x="97" y="26"/>
                    </a:cubicBezTo>
                    <a:cubicBezTo>
                      <a:pt x="97" y="26"/>
                      <a:pt x="96" y="37"/>
                      <a:pt x="95" y="55"/>
                    </a:cubicBezTo>
                    <a:cubicBezTo>
                      <a:pt x="94" y="68"/>
                      <a:pt x="93" y="84"/>
                      <a:pt x="93" y="102"/>
                    </a:cubicBezTo>
                    <a:cubicBezTo>
                      <a:pt x="93" y="138"/>
                      <a:pt x="95" y="178"/>
                      <a:pt x="104" y="203"/>
                    </a:cubicBezTo>
                    <a:cubicBezTo>
                      <a:pt x="124" y="255"/>
                      <a:pt x="174" y="284"/>
                      <a:pt x="174" y="284"/>
                    </a:cubicBezTo>
                    <a:close/>
                  </a:path>
                </a:pathLst>
              </a:custGeom>
              <a:solidFill>
                <a:srgbClr val="F6AF97"/>
              </a:solidFill>
              <a:ln>
                <a:noFill/>
              </a:ln>
              <a:extLst>
                <a:ext uri="{91240B29-F687-4F45-9708-019B960494DF}">
                  <a14:hiddenLine xmlns:a14="http://schemas.microsoft.com/office/drawing/2010/main" w="9525">
                    <a:solidFill>
                      <a:srgbClr val="000000"/>
                    </a:solidFill>
                    <a:round/>
                    <a:headEnd/>
                    <a:tailEnd/>
                  </a14:hiddenLine>
                </a:ext>
              </a:extLst>
            </p:spPr>
            <p:txBody>
              <a:bodyPr anchor="ctr"/>
              <a:lstStyle/>
              <a:p>
                <a:pPr algn="ctr"/>
                <a:endParaRPr/>
              </a:p>
            </p:txBody>
          </p:sp>
          <p:sp>
            <p:nvSpPr>
              <p:cNvPr id="601" name="îŝḷïḍè">
                <a:extLst>
                  <a:ext uri="{FF2B5EF4-FFF2-40B4-BE49-F238E27FC236}">
                    <a16:creationId xmlns:a16="http://schemas.microsoft.com/office/drawing/2014/main" id="{6DE43E70-FB86-4B1D-8C69-1677DDC358CC}"/>
                  </a:ext>
                </a:extLst>
              </p:cNvPr>
              <p:cNvSpPr/>
              <p:nvPr/>
            </p:nvSpPr>
            <p:spPr bwMode="auto">
              <a:xfrm>
                <a:off x="2663" y="1199"/>
                <a:ext cx="385" cy="74"/>
              </a:xfrm>
              <a:custGeom>
                <a:avLst/>
                <a:gdLst>
                  <a:gd name="T0" fmla="*/ 282 w 302"/>
                  <a:gd name="T1" fmla="*/ 58 h 58"/>
                  <a:gd name="T2" fmla="*/ 20 w 302"/>
                  <a:gd name="T3" fmla="*/ 58 h 58"/>
                  <a:gd name="T4" fmla="*/ 0 w 302"/>
                  <a:gd name="T5" fmla="*/ 38 h 58"/>
                  <a:gd name="T6" fmla="*/ 0 w 302"/>
                  <a:gd name="T7" fmla="*/ 20 h 58"/>
                  <a:gd name="T8" fmla="*/ 20 w 302"/>
                  <a:gd name="T9" fmla="*/ 0 h 58"/>
                  <a:gd name="T10" fmla="*/ 282 w 302"/>
                  <a:gd name="T11" fmla="*/ 0 h 58"/>
                  <a:gd name="T12" fmla="*/ 302 w 302"/>
                  <a:gd name="T13" fmla="*/ 20 h 58"/>
                  <a:gd name="T14" fmla="*/ 302 w 302"/>
                  <a:gd name="T15" fmla="*/ 38 h 58"/>
                  <a:gd name="T16" fmla="*/ 282 w 302"/>
                  <a:gd name="T17" fmla="*/ 58 h 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02" h="58">
                    <a:moveTo>
                      <a:pt x="282" y="58"/>
                    </a:moveTo>
                    <a:cubicBezTo>
                      <a:pt x="20" y="58"/>
                      <a:pt x="20" y="58"/>
                      <a:pt x="20" y="58"/>
                    </a:cubicBezTo>
                    <a:cubicBezTo>
                      <a:pt x="9" y="58"/>
                      <a:pt x="0" y="49"/>
                      <a:pt x="0" y="38"/>
                    </a:cubicBezTo>
                    <a:cubicBezTo>
                      <a:pt x="0" y="20"/>
                      <a:pt x="0" y="20"/>
                      <a:pt x="0" y="20"/>
                    </a:cubicBezTo>
                    <a:cubicBezTo>
                      <a:pt x="0" y="9"/>
                      <a:pt x="9" y="0"/>
                      <a:pt x="20" y="0"/>
                    </a:cubicBezTo>
                    <a:cubicBezTo>
                      <a:pt x="282" y="0"/>
                      <a:pt x="282" y="0"/>
                      <a:pt x="282" y="0"/>
                    </a:cubicBezTo>
                    <a:cubicBezTo>
                      <a:pt x="293" y="0"/>
                      <a:pt x="302" y="9"/>
                      <a:pt x="302" y="20"/>
                    </a:cubicBezTo>
                    <a:cubicBezTo>
                      <a:pt x="302" y="38"/>
                      <a:pt x="302" y="38"/>
                      <a:pt x="302" y="38"/>
                    </a:cubicBezTo>
                    <a:cubicBezTo>
                      <a:pt x="302" y="49"/>
                      <a:pt x="293" y="58"/>
                      <a:pt x="282" y="58"/>
                    </a:cubicBezTo>
                    <a:close/>
                  </a:path>
                </a:pathLst>
              </a:custGeom>
              <a:solidFill>
                <a:srgbClr val="C15543"/>
              </a:solidFill>
              <a:ln>
                <a:noFill/>
              </a:ln>
              <a:extLst>
                <a:ext uri="{91240B29-F687-4F45-9708-019B960494DF}">
                  <a14:hiddenLine xmlns:a14="http://schemas.microsoft.com/office/drawing/2010/main" w="9525">
                    <a:solidFill>
                      <a:srgbClr val="000000"/>
                    </a:solidFill>
                    <a:round/>
                    <a:headEnd/>
                    <a:tailEnd/>
                  </a14:hiddenLine>
                </a:ext>
              </a:extLst>
            </p:spPr>
            <p:txBody>
              <a:bodyPr anchor="ctr"/>
              <a:lstStyle/>
              <a:p>
                <a:pPr algn="ctr"/>
                <a:endParaRPr/>
              </a:p>
            </p:txBody>
          </p:sp>
          <p:sp>
            <p:nvSpPr>
              <p:cNvPr id="602" name="iṥḷiḋê">
                <a:extLst>
                  <a:ext uri="{FF2B5EF4-FFF2-40B4-BE49-F238E27FC236}">
                    <a16:creationId xmlns:a16="http://schemas.microsoft.com/office/drawing/2014/main" id="{7C8E3830-6D54-489B-A01B-C3324BBD0939}"/>
                  </a:ext>
                </a:extLst>
              </p:cNvPr>
              <p:cNvSpPr/>
              <p:nvPr/>
            </p:nvSpPr>
            <p:spPr bwMode="auto">
              <a:xfrm>
                <a:off x="2605" y="1263"/>
                <a:ext cx="476" cy="244"/>
              </a:xfrm>
              <a:custGeom>
                <a:avLst/>
                <a:gdLst>
                  <a:gd name="T0" fmla="*/ 372 w 374"/>
                  <a:gd name="T1" fmla="*/ 32 h 192"/>
                  <a:gd name="T2" fmla="*/ 361 w 374"/>
                  <a:gd name="T3" fmla="*/ 65 h 192"/>
                  <a:gd name="T4" fmla="*/ 334 w 374"/>
                  <a:gd name="T5" fmla="*/ 77 h 192"/>
                  <a:gd name="T6" fmla="*/ 112 w 374"/>
                  <a:gd name="T7" fmla="*/ 77 h 192"/>
                  <a:gd name="T8" fmla="*/ 55 w 374"/>
                  <a:gd name="T9" fmla="*/ 134 h 192"/>
                  <a:gd name="T10" fmla="*/ 55 w 374"/>
                  <a:gd name="T11" fmla="*/ 170 h 192"/>
                  <a:gd name="T12" fmla="*/ 33 w 374"/>
                  <a:gd name="T13" fmla="*/ 192 h 192"/>
                  <a:gd name="T14" fmla="*/ 28 w 374"/>
                  <a:gd name="T15" fmla="*/ 192 h 192"/>
                  <a:gd name="T16" fmla="*/ 6 w 374"/>
                  <a:gd name="T17" fmla="*/ 170 h 192"/>
                  <a:gd name="T18" fmla="*/ 6 w 374"/>
                  <a:gd name="T19" fmla="*/ 62 h 192"/>
                  <a:gd name="T20" fmla="*/ 6 w 374"/>
                  <a:gd name="T21" fmla="*/ 60 h 192"/>
                  <a:gd name="T22" fmla="*/ 0 w 374"/>
                  <a:gd name="T23" fmla="*/ 38 h 192"/>
                  <a:gd name="T24" fmla="*/ 11 w 374"/>
                  <a:gd name="T25" fmla="*/ 11 h 192"/>
                  <a:gd name="T26" fmla="*/ 38 w 374"/>
                  <a:gd name="T27" fmla="*/ 0 h 192"/>
                  <a:gd name="T28" fmla="*/ 333 w 374"/>
                  <a:gd name="T29" fmla="*/ 0 h 192"/>
                  <a:gd name="T30" fmla="*/ 372 w 374"/>
                  <a:gd name="T31" fmla="*/ 32 h 19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374" h="192">
                    <a:moveTo>
                      <a:pt x="372" y="32"/>
                    </a:moveTo>
                    <a:cubicBezTo>
                      <a:pt x="374" y="45"/>
                      <a:pt x="370" y="57"/>
                      <a:pt x="361" y="65"/>
                    </a:cubicBezTo>
                    <a:cubicBezTo>
                      <a:pt x="354" y="72"/>
                      <a:pt x="345" y="77"/>
                      <a:pt x="334" y="77"/>
                    </a:cubicBezTo>
                    <a:cubicBezTo>
                      <a:pt x="112" y="77"/>
                      <a:pt x="112" y="77"/>
                      <a:pt x="112" y="77"/>
                    </a:cubicBezTo>
                    <a:cubicBezTo>
                      <a:pt x="80" y="77"/>
                      <a:pt x="55" y="102"/>
                      <a:pt x="55" y="134"/>
                    </a:cubicBezTo>
                    <a:cubicBezTo>
                      <a:pt x="55" y="170"/>
                      <a:pt x="55" y="170"/>
                      <a:pt x="55" y="170"/>
                    </a:cubicBezTo>
                    <a:cubicBezTo>
                      <a:pt x="55" y="182"/>
                      <a:pt x="45" y="192"/>
                      <a:pt x="33" y="192"/>
                    </a:cubicBezTo>
                    <a:cubicBezTo>
                      <a:pt x="28" y="192"/>
                      <a:pt x="28" y="192"/>
                      <a:pt x="28" y="192"/>
                    </a:cubicBezTo>
                    <a:cubicBezTo>
                      <a:pt x="16" y="192"/>
                      <a:pt x="6" y="182"/>
                      <a:pt x="6" y="170"/>
                    </a:cubicBezTo>
                    <a:cubicBezTo>
                      <a:pt x="6" y="62"/>
                      <a:pt x="6" y="62"/>
                      <a:pt x="6" y="62"/>
                    </a:cubicBezTo>
                    <a:cubicBezTo>
                      <a:pt x="6" y="61"/>
                      <a:pt x="6" y="60"/>
                      <a:pt x="6" y="60"/>
                    </a:cubicBezTo>
                    <a:cubicBezTo>
                      <a:pt x="2" y="54"/>
                      <a:pt x="0" y="46"/>
                      <a:pt x="0" y="38"/>
                    </a:cubicBezTo>
                    <a:cubicBezTo>
                      <a:pt x="0" y="28"/>
                      <a:pt x="4" y="18"/>
                      <a:pt x="11" y="11"/>
                    </a:cubicBezTo>
                    <a:cubicBezTo>
                      <a:pt x="18" y="4"/>
                      <a:pt x="28" y="0"/>
                      <a:pt x="38" y="0"/>
                    </a:cubicBezTo>
                    <a:cubicBezTo>
                      <a:pt x="333" y="0"/>
                      <a:pt x="333" y="0"/>
                      <a:pt x="333" y="0"/>
                    </a:cubicBezTo>
                    <a:cubicBezTo>
                      <a:pt x="351" y="0"/>
                      <a:pt x="368" y="13"/>
                      <a:pt x="372" y="32"/>
                    </a:cubicBezTo>
                    <a:close/>
                  </a:path>
                </a:pathLst>
              </a:custGeom>
              <a:solidFill>
                <a:srgbClr val="C15543"/>
              </a:solidFill>
              <a:ln>
                <a:noFill/>
              </a:ln>
              <a:extLst>
                <a:ext uri="{91240B29-F687-4F45-9708-019B960494DF}">
                  <a14:hiddenLine xmlns:a14="http://schemas.microsoft.com/office/drawing/2010/main" w="9525">
                    <a:solidFill>
                      <a:srgbClr val="000000"/>
                    </a:solidFill>
                    <a:round/>
                    <a:headEnd/>
                    <a:tailEnd/>
                  </a14:hiddenLine>
                </a:ext>
              </a:extLst>
            </p:spPr>
            <p:txBody>
              <a:bodyPr anchor="ctr"/>
              <a:lstStyle/>
              <a:p>
                <a:pPr algn="ctr"/>
                <a:endParaRPr/>
              </a:p>
            </p:txBody>
          </p:sp>
          <p:sp>
            <p:nvSpPr>
              <p:cNvPr id="603" name="íşļïde">
                <a:extLst>
                  <a:ext uri="{FF2B5EF4-FFF2-40B4-BE49-F238E27FC236}">
                    <a16:creationId xmlns:a16="http://schemas.microsoft.com/office/drawing/2014/main" id="{86490DEB-9D89-4273-ABA5-12BC0A5FFE79}"/>
                  </a:ext>
                </a:extLst>
              </p:cNvPr>
              <p:cNvSpPr/>
              <p:nvPr/>
            </p:nvSpPr>
            <p:spPr bwMode="auto">
              <a:xfrm>
                <a:off x="2911" y="1390"/>
                <a:ext cx="82" cy="22"/>
              </a:xfrm>
              <a:custGeom>
                <a:avLst/>
                <a:gdLst>
                  <a:gd name="T0" fmla="*/ 59 w 65"/>
                  <a:gd name="T1" fmla="*/ 17 h 17"/>
                  <a:gd name="T2" fmla="*/ 6 w 65"/>
                  <a:gd name="T3" fmla="*/ 17 h 17"/>
                  <a:gd name="T4" fmla="*/ 0 w 65"/>
                  <a:gd name="T5" fmla="*/ 11 h 17"/>
                  <a:gd name="T6" fmla="*/ 0 w 65"/>
                  <a:gd name="T7" fmla="*/ 6 h 17"/>
                  <a:gd name="T8" fmla="*/ 6 w 65"/>
                  <a:gd name="T9" fmla="*/ 0 h 17"/>
                  <a:gd name="T10" fmla="*/ 59 w 65"/>
                  <a:gd name="T11" fmla="*/ 0 h 17"/>
                  <a:gd name="T12" fmla="*/ 65 w 65"/>
                  <a:gd name="T13" fmla="*/ 6 h 17"/>
                  <a:gd name="T14" fmla="*/ 65 w 65"/>
                  <a:gd name="T15" fmla="*/ 11 h 17"/>
                  <a:gd name="T16" fmla="*/ 59 w 65"/>
                  <a:gd name="T17" fmla="*/ 17 h 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65" h="17">
                    <a:moveTo>
                      <a:pt x="59" y="17"/>
                    </a:moveTo>
                    <a:cubicBezTo>
                      <a:pt x="6" y="17"/>
                      <a:pt x="6" y="17"/>
                      <a:pt x="6" y="17"/>
                    </a:cubicBezTo>
                    <a:cubicBezTo>
                      <a:pt x="3" y="17"/>
                      <a:pt x="0" y="15"/>
                      <a:pt x="0" y="11"/>
                    </a:cubicBezTo>
                    <a:cubicBezTo>
                      <a:pt x="0" y="6"/>
                      <a:pt x="0" y="6"/>
                      <a:pt x="0" y="6"/>
                    </a:cubicBezTo>
                    <a:cubicBezTo>
                      <a:pt x="0" y="3"/>
                      <a:pt x="3" y="0"/>
                      <a:pt x="6" y="0"/>
                    </a:cubicBezTo>
                    <a:cubicBezTo>
                      <a:pt x="59" y="0"/>
                      <a:pt x="59" y="0"/>
                      <a:pt x="59" y="0"/>
                    </a:cubicBezTo>
                    <a:cubicBezTo>
                      <a:pt x="62" y="0"/>
                      <a:pt x="65" y="3"/>
                      <a:pt x="65" y="6"/>
                    </a:cubicBezTo>
                    <a:cubicBezTo>
                      <a:pt x="65" y="11"/>
                      <a:pt x="65" y="11"/>
                      <a:pt x="65" y="11"/>
                    </a:cubicBezTo>
                    <a:cubicBezTo>
                      <a:pt x="65" y="15"/>
                      <a:pt x="62" y="17"/>
                      <a:pt x="59" y="17"/>
                    </a:cubicBezTo>
                    <a:close/>
                  </a:path>
                </a:pathLst>
              </a:custGeom>
              <a:solidFill>
                <a:srgbClr val="C15543"/>
              </a:solidFill>
              <a:ln>
                <a:noFill/>
              </a:ln>
              <a:extLst>
                <a:ext uri="{91240B29-F687-4F45-9708-019B960494DF}">
                  <a14:hiddenLine xmlns:a14="http://schemas.microsoft.com/office/drawing/2010/main" w="9525">
                    <a:solidFill>
                      <a:srgbClr val="000000"/>
                    </a:solidFill>
                    <a:round/>
                    <a:headEnd/>
                    <a:tailEnd/>
                  </a14:hiddenLine>
                </a:ext>
              </a:extLst>
            </p:spPr>
            <p:txBody>
              <a:bodyPr anchor="ctr"/>
              <a:lstStyle/>
              <a:p>
                <a:pPr algn="ctr"/>
                <a:endParaRPr/>
              </a:p>
            </p:txBody>
          </p:sp>
          <p:sp>
            <p:nvSpPr>
              <p:cNvPr id="604" name="îsḻïḓê">
                <a:extLst>
                  <a:ext uri="{FF2B5EF4-FFF2-40B4-BE49-F238E27FC236}">
                    <a16:creationId xmlns:a16="http://schemas.microsoft.com/office/drawing/2014/main" id="{88B8A78F-12D2-4C2A-83AE-94F8FCD83505}"/>
                  </a:ext>
                </a:extLst>
              </p:cNvPr>
              <p:cNvSpPr/>
              <p:nvPr/>
            </p:nvSpPr>
            <p:spPr bwMode="auto">
              <a:xfrm>
                <a:off x="2763" y="1390"/>
                <a:ext cx="83" cy="22"/>
              </a:xfrm>
              <a:custGeom>
                <a:avLst/>
                <a:gdLst>
                  <a:gd name="T0" fmla="*/ 59 w 65"/>
                  <a:gd name="T1" fmla="*/ 17 h 17"/>
                  <a:gd name="T2" fmla="*/ 6 w 65"/>
                  <a:gd name="T3" fmla="*/ 17 h 17"/>
                  <a:gd name="T4" fmla="*/ 0 w 65"/>
                  <a:gd name="T5" fmla="*/ 11 h 17"/>
                  <a:gd name="T6" fmla="*/ 0 w 65"/>
                  <a:gd name="T7" fmla="*/ 6 h 17"/>
                  <a:gd name="T8" fmla="*/ 6 w 65"/>
                  <a:gd name="T9" fmla="*/ 0 h 17"/>
                  <a:gd name="T10" fmla="*/ 59 w 65"/>
                  <a:gd name="T11" fmla="*/ 0 h 17"/>
                  <a:gd name="T12" fmla="*/ 65 w 65"/>
                  <a:gd name="T13" fmla="*/ 6 h 17"/>
                  <a:gd name="T14" fmla="*/ 65 w 65"/>
                  <a:gd name="T15" fmla="*/ 11 h 17"/>
                  <a:gd name="T16" fmla="*/ 59 w 65"/>
                  <a:gd name="T17" fmla="*/ 17 h 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65" h="17">
                    <a:moveTo>
                      <a:pt x="59" y="17"/>
                    </a:moveTo>
                    <a:cubicBezTo>
                      <a:pt x="6" y="17"/>
                      <a:pt x="6" y="17"/>
                      <a:pt x="6" y="17"/>
                    </a:cubicBezTo>
                    <a:cubicBezTo>
                      <a:pt x="3" y="17"/>
                      <a:pt x="0" y="15"/>
                      <a:pt x="0" y="11"/>
                    </a:cubicBezTo>
                    <a:cubicBezTo>
                      <a:pt x="0" y="6"/>
                      <a:pt x="0" y="6"/>
                      <a:pt x="0" y="6"/>
                    </a:cubicBezTo>
                    <a:cubicBezTo>
                      <a:pt x="0" y="3"/>
                      <a:pt x="3" y="0"/>
                      <a:pt x="6" y="0"/>
                    </a:cubicBezTo>
                    <a:cubicBezTo>
                      <a:pt x="59" y="0"/>
                      <a:pt x="59" y="0"/>
                      <a:pt x="59" y="0"/>
                    </a:cubicBezTo>
                    <a:cubicBezTo>
                      <a:pt x="62" y="0"/>
                      <a:pt x="65" y="3"/>
                      <a:pt x="65" y="6"/>
                    </a:cubicBezTo>
                    <a:cubicBezTo>
                      <a:pt x="65" y="11"/>
                      <a:pt x="65" y="11"/>
                      <a:pt x="65" y="11"/>
                    </a:cubicBezTo>
                    <a:cubicBezTo>
                      <a:pt x="65" y="15"/>
                      <a:pt x="62" y="17"/>
                      <a:pt x="59" y="17"/>
                    </a:cubicBezTo>
                    <a:close/>
                  </a:path>
                </a:pathLst>
              </a:custGeom>
              <a:solidFill>
                <a:srgbClr val="C15543"/>
              </a:solidFill>
              <a:ln>
                <a:noFill/>
              </a:ln>
              <a:extLst>
                <a:ext uri="{91240B29-F687-4F45-9708-019B960494DF}">
                  <a14:hiddenLine xmlns:a14="http://schemas.microsoft.com/office/drawing/2010/main" w="9525">
                    <a:solidFill>
                      <a:srgbClr val="000000"/>
                    </a:solidFill>
                    <a:round/>
                    <a:headEnd/>
                    <a:tailEnd/>
                  </a14:hiddenLine>
                </a:ext>
              </a:extLst>
            </p:spPr>
            <p:txBody>
              <a:bodyPr anchor="ctr"/>
              <a:lstStyle/>
              <a:p>
                <a:pPr algn="ctr"/>
                <a:endParaRPr/>
              </a:p>
            </p:txBody>
          </p:sp>
          <p:sp>
            <p:nvSpPr>
              <p:cNvPr id="605" name="išḷïḍè">
                <a:extLst>
                  <a:ext uri="{FF2B5EF4-FFF2-40B4-BE49-F238E27FC236}">
                    <a16:creationId xmlns:a16="http://schemas.microsoft.com/office/drawing/2014/main" id="{B26E73D9-841F-4B22-98F4-FA404A437B8F}"/>
                  </a:ext>
                </a:extLst>
              </p:cNvPr>
              <p:cNvSpPr/>
              <p:nvPr/>
            </p:nvSpPr>
            <p:spPr bwMode="auto">
              <a:xfrm>
                <a:off x="2814" y="1433"/>
                <a:ext cx="50" cy="56"/>
              </a:xfrm>
              <a:custGeom>
                <a:avLst/>
                <a:gdLst>
                  <a:gd name="T0" fmla="*/ 20 w 50"/>
                  <a:gd name="T1" fmla="*/ 0 h 56"/>
                  <a:gd name="T2" fmla="*/ 0 w 50"/>
                  <a:gd name="T3" fmla="*/ 0 h 56"/>
                  <a:gd name="T4" fmla="*/ 28 w 50"/>
                  <a:gd name="T5" fmla="*/ 56 h 56"/>
                  <a:gd name="T6" fmla="*/ 50 w 50"/>
                  <a:gd name="T7" fmla="*/ 55 h 56"/>
                  <a:gd name="T8" fmla="*/ 20 w 50"/>
                  <a:gd name="T9" fmla="*/ 0 h 56"/>
                </a:gdLst>
                <a:ahLst/>
                <a:cxnLst>
                  <a:cxn ang="0">
                    <a:pos x="T0" y="T1"/>
                  </a:cxn>
                  <a:cxn ang="0">
                    <a:pos x="T2" y="T3"/>
                  </a:cxn>
                  <a:cxn ang="0">
                    <a:pos x="T4" y="T5"/>
                  </a:cxn>
                  <a:cxn ang="0">
                    <a:pos x="T6" y="T7"/>
                  </a:cxn>
                  <a:cxn ang="0">
                    <a:pos x="T8" y="T9"/>
                  </a:cxn>
                </a:cxnLst>
                <a:rect l="0" t="0" r="r" b="b"/>
                <a:pathLst>
                  <a:path w="50" h="56">
                    <a:moveTo>
                      <a:pt x="20" y="0"/>
                    </a:moveTo>
                    <a:lnTo>
                      <a:pt x="0" y="0"/>
                    </a:lnTo>
                    <a:lnTo>
                      <a:pt x="28" y="56"/>
                    </a:lnTo>
                    <a:lnTo>
                      <a:pt x="50" y="55"/>
                    </a:lnTo>
                    <a:lnTo>
                      <a:pt x="20" y="0"/>
                    </a:lnTo>
                    <a:close/>
                  </a:path>
                </a:pathLst>
              </a:custGeom>
              <a:solidFill>
                <a:srgbClr val="FFE6DB"/>
              </a:solidFill>
              <a:ln>
                <a:noFill/>
              </a:ln>
              <a:extLst>
                <a:ext uri="{91240B29-F687-4F45-9708-019B960494DF}">
                  <a14:hiddenLine xmlns:a14="http://schemas.microsoft.com/office/drawing/2010/main" w="9525">
                    <a:solidFill>
                      <a:srgbClr val="000000"/>
                    </a:solidFill>
                    <a:round/>
                    <a:headEnd/>
                    <a:tailEnd/>
                  </a14:hiddenLine>
                </a:ext>
              </a:extLst>
            </p:spPr>
            <p:txBody>
              <a:bodyPr anchor="ctr"/>
              <a:lstStyle/>
              <a:p>
                <a:pPr algn="ctr"/>
                <a:endParaRPr/>
              </a:p>
            </p:txBody>
          </p:sp>
          <p:sp>
            <p:nvSpPr>
              <p:cNvPr id="606" name="ïŝlíḑê">
                <a:extLst>
                  <a:ext uri="{FF2B5EF4-FFF2-40B4-BE49-F238E27FC236}">
                    <a16:creationId xmlns:a16="http://schemas.microsoft.com/office/drawing/2014/main" id="{9402C106-3B45-46EA-88BA-8BF2DED62CD4}"/>
                  </a:ext>
                </a:extLst>
              </p:cNvPr>
              <p:cNvSpPr/>
              <p:nvPr/>
            </p:nvSpPr>
            <p:spPr bwMode="auto">
              <a:xfrm>
                <a:off x="2814" y="1433"/>
                <a:ext cx="50" cy="56"/>
              </a:xfrm>
              <a:custGeom>
                <a:avLst/>
                <a:gdLst>
                  <a:gd name="T0" fmla="*/ 20 w 50"/>
                  <a:gd name="T1" fmla="*/ 0 h 56"/>
                  <a:gd name="T2" fmla="*/ 0 w 50"/>
                  <a:gd name="T3" fmla="*/ 0 h 56"/>
                  <a:gd name="T4" fmla="*/ 28 w 50"/>
                  <a:gd name="T5" fmla="*/ 56 h 56"/>
                  <a:gd name="T6" fmla="*/ 50 w 50"/>
                  <a:gd name="T7" fmla="*/ 55 h 56"/>
                  <a:gd name="T8" fmla="*/ 20 w 50"/>
                  <a:gd name="T9" fmla="*/ 0 h 56"/>
                </a:gdLst>
                <a:ahLst/>
                <a:cxnLst>
                  <a:cxn ang="0">
                    <a:pos x="T0" y="T1"/>
                  </a:cxn>
                  <a:cxn ang="0">
                    <a:pos x="T2" y="T3"/>
                  </a:cxn>
                  <a:cxn ang="0">
                    <a:pos x="T4" y="T5"/>
                  </a:cxn>
                  <a:cxn ang="0">
                    <a:pos x="T6" y="T7"/>
                  </a:cxn>
                  <a:cxn ang="0">
                    <a:pos x="T8" y="T9"/>
                  </a:cxn>
                </a:cxnLst>
                <a:rect l="0" t="0" r="r" b="b"/>
                <a:pathLst>
                  <a:path w="50" h="56">
                    <a:moveTo>
                      <a:pt x="20" y="0"/>
                    </a:moveTo>
                    <a:lnTo>
                      <a:pt x="0" y="0"/>
                    </a:lnTo>
                    <a:lnTo>
                      <a:pt x="28" y="56"/>
                    </a:lnTo>
                    <a:lnTo>
                      <a:pt x="50" y="55"/>
                    </a:lnTo>
                    <a:lnTo>
                      <a:pt x="20"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anchor="ctr"/>
              <a:lstStyle/>
              <a:p>
                <a:pPr algn="ctr"/>
                <a:endParaRPr/>
              </a:p>
            </p:txBody>
          </p:sp>
          <p:sp>
            <p:nvSpPr>
              <p:cNvPr id="607" name="ï$ľíḓè">
                <a:extLst>
                  <a:ext uri="{FF2B5EF4-FFF2-40B4-BE49-F238E27FC236}">
                    <a16:creationId xmlns:a16="http://schemas.microsoft.com/office/drawing/2014/main" id="{2A70C026-2C97-4488-BC1C-2679F172F2B0}"/>
                  </a:ext>
                </a:extLst>
              </p:cNvPr>
              <p:cNvSpPr/>
              <p:nvPr/>
            </p:nvSpPr>
            <p:spPr bwMode="auto">
              <a:xfrm>
                <a:off x="2948" y="1433"/>
                <a:ext cx="49" cy="56"/>
              </a:xfrm>
              <a:custGeom>
                <a:avLst/>
                <a:gdLst>
                  <a:gd name="T0" fmla="*/ 20 w 49"/>
                  <a:gd name="T1" fmla="*/ 0 h 56"/>
                  <a:gd name="T2" fmla="*/ 0 w 49"/>
                  <a:gd name="T3" fmla="*/ 0 h 56"/>
                  <a:gd name="T4" fmla="*/ 28 w 49"/>
                  <a:gd name="T5" fmla="*/ 56 h 56"/>
                  <a:gd name="T6" fmla="*/ 49 w 49"/>
                  <a:gd name="T7" fmla="*/ 55 h 56"/>
                  <a:gd name="T8" fmla="*/ 20 w 49"/>
                  <a:gd name="T9" fmla="*/ 0 h 56"/>
                </a:gdLst>
                <a:ahLst/>
                <a:cxnLst>
                  <a:cxn ang="0">
                    <a:pos x="T0" y="T1"/>
                  </a:cxn>
                  <a:cxn ang="0">
                    <a:pos x="T2" y="T3"/>
                  </a:cxn>
                  <a:cxn ang="0">
                    <a:pos x="T4" y="T5"/>
                  </a:cxn>
                  <a:cxn ang="0">
                    <a:pos x="T6" y="T7"/>
                  </a:cxn>
                  <a:cxn ang="0">
                    <a:pos x="T8" y="T9"/>
                  </a:cxn>
                </a:cxnLst>
                <a:rect l="0" t="0" r="r" b="b"/>
                <a:pathLst>
                  <a:path w="49" h="56">
                    <a:moveTo>
                      <a:pt x="20" y="0"/>
                    </a:moveTo>
                    <a:lnTo>
                      <a:pt x="0" y="0"/>
                    </a:lnTo>
                    <a:lnTo>
                      <a:pt x="28" y="56"/>
                    </a:lnTo>
                    <a:lnTo>
                      <a:pt x="49" y="55"/>
                    </a:lnTo>
                    <a:lnTo>
                      <a:pt x="20" y="0"/>
                    </a:lnTo>
                    <a:close/>
                  </a:path>
                </a:pathLst>
              </a:custGeom>
              <a:solidFill>
                <a:srgbClr val="FFE6DB"/>
              </a:solidFill>
              <a:ln>
                <a:noFill/>
              </a:ln>
              <a:extLst>
                <a:ext uri="{91240B29-F687-4F45-9708-019B960494DF}">
                  <a14:hiddenLine xmlns:a14="http://schemas.microsoft.com/office/drawing/2010/main" w="9525">
                    <a:solidFill>
                      <a:srgbClr val="000000"/>
                    </a:solidFill>
                    <a:round/>
                    <a:headEnd/>
                    <a:tailEnd/>
                  </a14:hiddenLine>
                </a:ext>
              </a:extLst>
            </p:spPr>
            <p:txBody>
              <a:bodyPr anchor="ctr"/>
              <a:lstStyle/>
              <a:p>
                <a:pPr algn="ctr"/>
                <a:endParaRPr/>
              </a:p>
            </p:txBody>
          </p:sp>
          <p:sp>
            <p:nvSpPr>
              <p:cNvPr id="608" name="ïŝľîḑê">
                <a:extLst>
                  <a:ext uri="{FF2B5EF4-FFF2-40B4-BE49-F238E27FC236}">
                    <a16:creationId xmlns:a16="http://schemas.microsoft.com/office/drawing/2014/main" id="{8F56E4A2-2E65-4C47-98FB-3A733AD6DA11}"/>
                  </a:ext>
                </a:extLst>
              </p:cNvPr>
              <p:cNvSpPr/>
              <p:nvPr/>
            </p:nvSpPr>
            <p:spPr bwMode="auto">
              <a:xfrm>
                <a:off x="2948" y="1433"/>
                <a:ext cx="49" cy="56"/>
              </a:xfrm>
              <a:custGeom>
                <a:avLst/>
                <a:gdLst>
                  <a:gd name="T0" fmla="*/ 20 w 49"/>
                  <a:gd name="T1" fmla="*/ 0 h 56"/>
                  <a:gd name="T2" fmla="*/ 0 w 49"/>
                  <a:gd name="T3" fmla="*/ 0 h 56"/>
                  <a:gd name="T4" fmla="*/ 28 w 49"/>
                  <a:gd name="T5" fmla="*/ 56 h 56"/>
                  <a:gd name="T6" fmla="*/ 49 w 49"/>
                  <a:gd name="T7" fmla="*/ 55 h 56"/>
                  <a:gd name="T8" fmla="*/ 20 w 49"/>
                  <a:gd name="T9" fmla="*/ 0 h 56"/>
                </a:gdLst>
                <a:ahLst/>
                <a:cxnLst>
                  <a:cxn ang="0">
                    <a:pos x="T0" y="T1"/>
                  </a:cxn>
                  <a:cxn ang="0">
                    <a:pos x="T2" y="T3"/>
                  </a:cxn>
                  <a:cxn ang="0">
                    <a:pos x="T4" y="T5"/>
                  </a:cxn>
                  <a:cxn ang="0">
                    <a:pos x="T6" y="T7"/>
                  </a:cxn>
                  <a:cxn ang="0">
                    <a:pos x="T8" y="T9"/>
                  </a:cxn>
                </a:cxnLst>
                <a:rect l="0" t="0" r="r" b="b"/>
                <a:pathLst>
                  <a:path w="49" h="56">
                    <a:moveTo>
                      <a:pt x="20" y="0"/>
                    </a:moveTo>
                    <a:lnTo>
                      <a:pt x="0" y="0"/>
                    </a:lnTo>
                    <a:lnTo>
                      <a:pt x="28" y="56"/>
                    </a:lnTo>
                    <a:lnTo>
                      <a:pt x="49" y="55"/>
                    </a:lnTo>
                    <a:lnTo>
                      <a:pt x="20"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anchor="ctr"/>
              <a:lstStyle/>
              <a:p>
                <a:pPr algn="ctr"/>
                <a:endParaRPr/>
              </a:p>
            </p:txBody>
          </p:sp>
          <p:sp>
            <p:nvSpPr>
              <p:cNvPr id="609" name="îṩľiḓe">
                <a:extLst>
                  <a:ext uri="{FF2B5EF4-FFF2-40B4-BE49-F238E27FC236}">
                    <a16:creationId xmlns:a16="http://schemas.microsoft.com/office/drawing/2014/main" id="{E93607F2-9A48-4BE7-BDC6-90C9E361B1F5}"/>
                  </a:ext>
                </a:extLst>
              </p:cNvPr>
              <p:cNvSpPr/>
              <p:nvPr/>
            </p:nvSpPr>
            <p:spPr bwMode="auto">
              <a:xfrm>
                <a:off x="2903" y="1428"/>
                <a:ext cx="97" cy="68"/>
              </a:xfrm>
              <a:custGeom>
                <a:avLst/>
                <a:gdLst>
                  <a:gd name="T0" fmla="*/ 66 w 76"/>
                  <a:gd name="T1" fmla="*/ 51 h 53"/>
                  <a:gd name="T2" fmla="*/ 66 w 76"/>
                  <a:gd name="T3" fmla="*/ 48 h 53"/>
                  <a:gd name="T4" fmla="*/ 9 w 76"/>
                  <a:gd name="T5" fmla="*/ 48 h 53"/>
                  <a:gd name="T6" fmla="*/ 4 w 76"/>
                  <a:gd name="T7" fmla="*/ 44 h 53"/>
                  <a:gd name="T8" fmla="*/ 4 w 76"/>
                  <a:gd name="T9" fmla="*/ 9 h 53"/>
                  <a:gd name="T10" fmla="*/ 9 w 76"/>
                  <a:gd name="T11" fmla="*/ 5 h 53"/>
                  <a:gd name="T12" fmla="*/ 66 w 76"/>
                  <a:gd name="T13" fmla="*/ 5 h 53"/>
                  <a:gd name="T14" fmla="*/ 71 w 76"/>
                  <a:gd name="T15" fmla="*/ 9 h 53"/>
                  <a:gd name="T16" fmla="*/ 71 w 76"/>
                  <a:gd name="T17" fmla="*/ 44 h 53"/>
                  <a:gd name="T18" fmla="*/ 66 w 76"/>
                  <a:gd name="T19" fmla="*/ 48 h 53"/>
                  <a:gd name="T20" fmla="*/ 66 w 76"/>
                  <a:gd name="T21" fmla="*/ 51 h 53"/>
                  <a:gd name="T22" fmla="*/ 66 w 76"/>
                  <a:gd name="T23" fmla="*/ 53 h 53"/>
                  <a:gd name="T24" fmla="*/ 76 w 76"/>
                  <a:gd name="T25" fmla="*/ 44 h 53"/>
                  <a:gd name="T26" fmla="*/ 76 w 76"/>
                  <a:gd name="T27" fmla="*/ 9 h 53"/>
                  <a:gd name="T28" fmla="*/ 66 w 76"/>
                  <a:gd name="T29" fmla="*/ 0 h 53"/>
                  <a:gd name="T30" fmla="*/ 9 w 76"/>
                  <a:gd name="T31" fmla="*/ 0 h 53"/>
                  <a:gd name="T32" fmla="*/ 0 w 76"/>
                  <a:gd name="T33" fmla="*/ 9 h 53"/>
                  <a:gd name="T34" fmla="*/ 0 w 76"/>
                  <a:gd name="T35" fmla="*/ 44 h 53"/>
                  <a:gd name="T36" fmla="*/ 9 w 76"/>
                  <a:gd name="T37" fmla="*/ 53 h 53"/>
                  <a:gd name="T38" fmla="*/ 66 w 76"/>
                  <a:gd name="T39" fmla="*/ 53 h 53"/>
                  <a:gd name="T40" fmla="*/ 66 w 76"/>
                  <a:gd name="T41" fmla="*/ 51 h 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76" h="53">
                    <a:moveTo>
                      <a:pt x="66" y="51"/>
                    </a:moveTo>
                    <a:cubicBezTo>
                      <a:pt x="66" y="48"/>
                      <a:pt x="66" y="48"/>
                      <a:pt x="66" y="48"/>
                    </a:cubicBezTo>
                    <a:cubicBezTo>
                      <a:pt x="9" y="48"/>
                      <a:pt x="9" y="48"/>
                      <a:pt x="9" y="48"/>
                    </a:cubicBezTo>
                    <a:cubicBezTo>
                      <a:pt x="6" y="48"/>
                      <a:pt x="4" y="46"/>
                      <a:pt x="4" y="44"/>
                    </a:cubicBezTo>
                    <a:cubicBezTo>
                      <a:pt x="4" y="9"/>
                      <a:pt x="4" y="9"/>
                      <a:pt x="4" y="9"/>
                    </a:cubicBezTo>
                    <a:cubicBezTo>
                      <a:pt x="4" y="7"/>
                      <a:pt x="6" y="5"/>
                      <a:pt x="9" y="5"/>
                    </a:cubicBezTo>
                    <a:cubicBezTo>
                      <a:pt x="66" y="5"/>
                      <a:pt x="66" y="5"/>
                      <a:pt x="66" y="5"/>
                    </a:cubicBezTo>
                    <a:cubicBezTo>
                      <a:pt x="69" y="5"/>
                      <a:pt x="71" y="7"/>
                      <a:pt x="71" y="9"/>
                    </a:cubicBezTo>
                    <a:cubicBezTo>
                      <a:pt x="71" y="44"/>
                      <a:pt x="71" y="44"/>
                      <a:pt x="71" y="44"/>
                    </a:cubicBezTo>
                    <a:cubicBezTo>
                      <a:pt x="71" y="46"/>
                      <a:pt x="69" y="48"/>
                      <a:pt x="66" y="48"/>
                    </a:cubicBezTo>
                    <a:cubicBezTo>
                      <a:pt x="66" y="51"/>
                      <a:pt x="66" y="51"/>
                      <a:pt x="66" y="51"/>
                    </a:cubicBezTo>
                    <a:cubicBezTo>
                      <a:pt x="66" y="53"/>
                      <a:pt x="66" y="53"/>
                      <a:pt x="66" y="53"/>
                    </a:cubicBezTo>
                    <a:cubicBezTo>
                      <a:pt x="72" y="53"/>
                      <a:pt x="76" y="49"/>
                      <a:pt x="76" y="44"/>
                    </a:cubicBezTo>
                    <a:cubicBezTo>
                      <a:pt x="76" y="9"/>
                      <a:pt x="76" y="9"/>
                      <a:pt x="76" y="9"/>
                    </a:cubicBezTo>
                    <a:cubicBezTo>
                      <a:pt x="76" y="4"/>
                      <a:pt x="72" y="0"/>
                      <a:pt x="66" y="0"/>
                    </a:cubicBezTo>
                    <a:cubicBezTo>
                      <a:pt x="9" y="0"/>
                      <a:pt x="9" y="0"/>
                      <a:pt x="9" y="0"/>
                    </a:cubicBezTo>
                    <a:cubicBezTo>
                      <a:pt x="4" y="0"/>
                      <a:pt x="0" y="4"/>
                      <a:pt x="0" y="9"/>
                    </a:cubicBezTo>
                    <a:cubicBezTo>
                      <a:pt x="0" y="44"/>
                      <a:pt x="0" y="44"/>
                      <a:pt x="0" y="44"/>
                    </a:cubicBezTo>
                    <a:cubicBezTo>
                      <a:pt x="0" y="49"/>
                      <a:pt x="4" y="53"/>
                      <a:pt x="9" y="53"/>
                    </a:cubicBezTo>
                    <a:cubicBezTo>
                      <a:pt x="66" y="53"/>
                      <a:pt x="66" y="53"/>
                      <a:pt x="66" y="53"/>
                    </a:cubicBezTo>
                    <a:lnTo>
                      <a:pt x="66" y="51"/>
                    </a:lnTo>
                    <a:close/>
                  </a:path>
                </a:pathLst>
              </a:custGeom>
              <a:solidFill>
                <a:srgbClr val="07123F"/>
              </a:solidFill>
              <a:ln>
                <a:noFill/>
              </a:ln>
              <a:extLst>
                <a:ext uri="{91240B29-F687-4F45-9708-019B960494DF}">
                  <a14:hiddenLine xmlns:a14="http://schemas.microsoft.com/office/drawing/2010/main" w="9525">
                    <a:solidFill>
                      <a:srgbClr val="000000"/>
                    </a:solidFill>
                    <a:round/>
                    <a:headEnd/>
                    <a:tailEnd/>
                  </a14:hiddenLine>
                </a:ext>
              </a:extLst>
            </p:spPr>
            <p:txBody>
              <a:bodyPr anchor="ctr"/>
              <a:lstStyle/>
              <a:p>
                <a:pPr algn="ctr"/>
                <a:endParaRPr/>
              </a:p>
            </p:txBody>
          </p:sp>
          <p:sp>
            <p:nvSpPr>
              <p:cNvPr id="610" name="ïṧḻïḓè">
                <a:extLst>
                  <a:ext uri="{FF2B5EF4-FFF2-40B4-BE49-F238E27FC236}">
                    <a16:creationId xmlns:a16="http://schemas.microsoft.com/office/drawing/2014/main" id="{A26CE808-3F3A-41C6-8A61-298CD784D869}"/>
                  </a:ext>
                </a:extLst>
              </p:cNvPr>
              <p:cNvSpPr/>
              <p:nvPr/>
            </p:nvSpPr>
            <p:spPr bwMode="auto">
              <a:xfrm>
                <a:off x="2769" y="1428"/>
                <a:ext cx="105" cy="68"/>
              </a:xfrm>
              <a:custGeom>
                <a:avLst/>
                <a:gdLst>
                  <a:gd name="T0" fmla="*/ 72 w 82"/>
                  <a:gd name="T1" fmla="*/ 51 h 53"/>
                  <a:gd name="T2" fmla="*/ 72 w 82"/>
                  <a:gd name="T3" fmla="*/ 48 h 53"/>
                  <a:gd name="T4" fmla="*/ 10 w 82"/>
                  <a:gd name="T5" fmla="*/ 48 h 53"/>
                  <a:gd name="T6" fmla="*/ 6 w 82"/>
                  <a:gd name="T7" fmla="*/ 47 h 53"/>
                  <a:gd name="T8" fmla="*/ 5 w 82"/>
                  <a:gd name="T9" fmla="*/ 43 h 53"/>
                  <a:gd name="T10" fmla="*/ 5 w 82"/>
                  <a:gd name="T11" fmla="*/ 9 h 53"/>
                  <a:gd name="T12" fmla="*/ 6 w 82"/>
                  <a:gd name="T13" fmla="*/ 6 h 53"/>
                  <a:gd name="T14" fmla="*/ 10 w 82"/>
                  <a:gd name="T15" fmla="*/ 5 h 53"/>
                  <a:gd name="T16" fmla="*/ 72 w 82"/>
                  <a:gd name="T17" fmla="*/ 5 h 53"/>
                  <a:gd name="T18" fmla="*/ 76 w 82"/>
                  <a:gd name="T19" fmla="*/ 6 h 53"/>
                  <a:gd name="T20" fmla="*/ 77 w 82"/>
                  <a:gd name="T21" fmla="*/ 9 h 53"/>
                  <a:gd name="T22" fmla="*/ 77 w 82"/>
                  <a:gd name="T23" fmla="*/ 43 h 53"/>
                  <a:gd name="T24" fmla="*/ 76 w 82"/>
                  <a:gd name="T25" fmla="*/ 47 h 53"/>
                  <a:gd name="T26" fmla="*/ 72 w 82"/>
                  <a:gd name="T27" fmla="*/ 48 h 53"/>
                  <a:gd name="T28" fmla="*/ 72 w 82"/>
                  <a:gd name="T29" fmla="*/ 51 h 53"/>
                  <a:gd name="T30" fmla="*/ 72 w 82"/>
                  <a:gd name="T31" fmla="*/ 53 h 53"/>
                  <a:gd name="T32" fmla="*/ 82 w 82"/>
                  <a:gd name="T33" fmla="*/ 43 h 53"/>
                  <a:gd name="T34" fmla="*/ 82 w 82"/>
                  <a:gd name="T35" fmla="*/ 9 h 53"/>
                  <a:gd name="T36" fmla="*/ 72 w 82"/>
                  <a:gd name="T37" fmla="*/ 0 h 53"/>
                  <a:gd name="T38" fmla="*/ 10 w 82"/>
                  <a:gd name="T39" fmla="*/ 0 h 53"/>
                  <a:gd name="T40" fmla="*/ 0 w 82"/>
                  <a:gd name="T41" fmla="*/ 9 h 53"/>
                  <a:gd name="T42" fmla="*/ 0 w 82"/>
                  <a:gd name="T43" fmla="*/ 43 h 53"/>
                  <a:gd name="T44" fmla="*/ 10 w 82"/>
                  <a:gd name="T45" fmla="*/ 53 h 53"/>
                  <a:gd name="T46" fmla="*/ 72 w 82"/>
                  <a:gd name="T47" fmla="*/ 53 h 53"/>
                  <a:gd name="T48" fmla="*/ 72 w 82"/>
                  <a:gd name="T49" fmla="*/ 51 h 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82" h="53">
                    <a:moveTo>
                      <a:pt x="72" y="51"/>
                    </a:moveTo>
                    <a:cubicBezTo>
                      <a:pt x="72" y="48"/>
                      <a:pt x="72" y="48"/>
                      <a:pt x="72" y="48"/>
                    </a:cubicBezTo>
                    <a:cubicBezTo>
                      <a:pt x="10" y="48"/>
                      <a:pt x="10" y="48"/>
                      <a:pt x="10" y="48"/>
                    </a:cubicBezTo>
                    <a:cubicBezTo>
                      <a:pt x="8" y="48"/>
                      <a:pt x="7" y="48"/>
                      <a:pt x="6" y="47"/>
                    </a:cubicBezTo>
                    <a:cubicBezTo>
                      <a:pt x="5" y="46"/>
                      <a:pt x="5" y="45"/>
                      <a:pt x="5" y="43"/>
                    </a:cubicBezTo>
                    <a:cubicBezTo>
                      <a:pt x="5" y="9"/>
                      <a:pt x="5" y="9"/>
                      <a:pt x="5" y="9"/>
                    </a:cubicBezTo>
                    <a:cubicBezTo>
                      <a:pt x="5" y="8"/>
                      <a:pt x="5" y="7"/>
                      <a:pt x="6" y="6"/>
                    </a:cubicBezTo>
                    <a:cubicBezTo>
                      <a:pt x="7" y="5"/>
                      <a:pt x="8" y="5"/>
                      <a:pt x="10" y="5"/>
                    </a:cubicBezTo>
                    <a:cubicBezTo>
                      <a:pt x="72" y="5"/>
                      <a:pt x="72" y="5"/>
                      <a:pt x="72" y="5"/>
                    </a:cubicBezTo>
                    <a:cubicBezTo>
                      <a:pt x="74" y="5"/>
                      <a:pt x="75" y="5"/>
                      <a:pt x="76" y="6"/>
                    </a:cubicBezTo>
                    <a:cubicBezTo>
                      <a:pt x="76" y="7"/>
                      <a:pt x="77" y="8"/>
                      <a:pt x="77" y="9"/>
                    </a:cubicBezTo>
                    <a:cubicBezTo>
                      <a:pt x="77" y="43"/>
                      <a:pt x="77" y="43"/>
                      <a:pt x="77" y="43"/>
                    </a:cubicBezTo>
                    <a:cubicBezTo>
                      <a:pt x="77" y="45"/>
                      <a:pt x="76" y="46"/>
                      <a:pt x="76" y="47"/>
                    </a:cubicBezTo>
                    <a:cubicBezTo>
                      <a:pt x="75" y="48"/>
                      <a:pt x="74" y="48"/>
                      <a:pt x="72" y="48"/>
                    </a:cubicBezTo>
                    <a:cubicBezTo>
                      <a:pt x="72" y="51"/>
                      <a:pt x="72" y="51"/>
                      <a:pt x="72" y="51"/>
                    </a:cubicBezTo>
                    <a:cubicBezTo>
                      <a:pt x="72" y="53"/>
                      <a:pt x="72" y="53"/>
                      <a:pt x="72" y="53"/>
                    </a:cubicBezTo>
                    <a:cubicBezTo>
                      <a:pt x="78" y="53"/>
                      <a:pt x="82" y="49"/>
                      <a:pt x="82" y="43"/>
                    </a:cubicBezTo>
                    <a:cubicBezTo>
                      <a:pt x="82" y="9"/>
                      <a:pt x="82" y="9"/>
                      <a:pt x="82" y="9"/>
                    </a:cubicBezTo>
                    <a:cubicBezTo>
                      <a:pt x="82" y="4"/>
                      <a:pt x="78" y="0"/>
                      <a:pt x="72" y="0"/>
                    </a:cubicBezTo>
                    <a:cubicBezTo>
                      <a:pt x="10" y="0"/>
                      <a:pt x="10" y="0"/>
                      <a:pt x="10" y="0"/>
                    </a:cubicBezTo>
                    <a:cubicBezTo>
                      <a:pt x="4" y="0"/>
                      <a:pt x="0" y="4"/>
                      <a:pt x="0" y="9"/>
                    </a:cubicBezTo>
                    <a:cubicBezTo>
                      <a:pt x="0" y="43"/>
                      <a:pt x="0" y="43"/>
                      <a:pt x="0" y="43"/>
                    </a:cubicBezTo>
                    <a:cubicBezTo>
                      <a:pt x="0" y="49"/>
                      <a:pt x="4" y="53"/>
                      <a:pt x="10" y="53"/>
                    </a:cubicBezTo>
                    <a:cubicBezTo>
                      <a:pt x="72" y="53"/>
                      <a:pt x="72" y="53"/>
                      <a:pt x="72" y="53"/>
                    </a:cubicBezTo>
                    <a:lnTo>
                      <a:pt x="72" y="51"/>
                    </a:lnTo>
                    <a:close/>
                  </a:path>
                </a:pathLst>
              </a:custGeom>
              <a:solidFill>
                <a:srgbClr val="07123F"/>
              </a:solidFill>
              <a:ln>
                <a:noFill/>
              </a:ln>
              <a:extLst>
                <a:ext uri="{91240B29-F687-4F45-9708-019B960494DF}">
                  <a14:hiddenLine xmlns:a14="http://schemas.microsoft.com/office/drawing/2010/main" w="9525">
                    <a:solidFill>
                      <a:srgbClr val="000000"/>
                    </a:solidFill>
                    <a:round/>
                    <a:headEnd/>
                    <a:tailEnd/>
                  </a14:hiddenLine>
                </a:ext>
              </a:extLst>
            </p:spPr>
            <p:txBody>
              <a:bodyPr anchor="ctr"/>
              <a:lstStyle/>
              <a:p>
                <a:pPr algn="ctr"/>
                <a:endParaRPr/>
              </a:p>
            </p:txBody>
          </p:sp>
        </p:grpSp>
        <p:sp>
          <p:nvSpPr>
            <p:cNvPr id="275" name="îślíḋé">
              <a:extLst>
                <a:ext uri="{FF2B5EF4-FFF2-40B4-BE49-F238E27FC236}">
                  <a16:creationId xmlns:a16="http://schemas.microsoft.com/office/drawing/2014/main" id="{F8490960-9B74-4ADF-AAEE-603566C57F7D}"/>
                </a:ext>
              </a:extLst>
            </p:cNvPr>
            <p:cNvSpPr/>
            <p:nvPr/>
          </p:nvSpPr>
          <p:spPr bwMode="auto">
            <a:xfrm>
              <a:off x="4382294" y="2424818"/>
              <a:ext cx="134938" cy="34925"/>
            </a:xfrm>
            <a:custGeom>
              <a:avLst/>
              <a:gdLst>
                <a:gd name="T0" fmla="*/ 63 w 67"/>
                <a:gd name="T1" fmla="*/ 0 h 17"/>
                <a:gd name="T2" fmla="*/ 34 w 67"/>
                <a:gd name="T3" fmla="*/ 12 h 17"/>
                <a:gd name="T4" fmla="*/ 31 w 67"/>
                <a:gd name="T5" fmla="*/ 11 h 17"/>
                <a:gd name="T6" fmla="*/ 4 w 67"/>
                <a:gd name="T7" fmla="*/ 1 h 17"/>
                <a:gd name="T8" fmla="*/ 0 w 67"/>
                <a:gd name="T9" fmla="*/ 4 h 17"/>
                <a:gd name="T10" fmla="*/ 31 w 67"/>
                <a:gd name="T11" fmla="*/ 17 h 17"/>
                <a:gd name="T12" fmla="*/ 34 w 67"/>
                <a:gd name="T13" fmla="*/ 17 h 17"/>
                <a:gd name="T14" fmla="*/ 67 w 67"/>
                <a:gd name="T15" fmla="*/ 4 h 17"/>
                <a:gd name="T16" fmla="*/ 63 w 67"/>
                <a:gd name="T17" fmla="*/ 0 h 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67" h="17">
                  <a:moveTo>
                    <a:pt x="63" y="0"/>
                  </a:moveTo>
                  <a:cubicBezTo>
                    <a:pt x="56" y="7"/>
                    <a:pt x="46" y="12"/>
                    <a:pt x="34" y="12"/>
                  </a:cubicBezTo>
                  <a:cubicBezTo>
                    <a:pt x="33" y="12"/>
                    <a:pt x="32" y="12"/>
                    <a:pt x="31" y="11"/>
                  </a:cubicBezTo>
                  <a:cubicBezTo>
                    <a:pt x="20" y="11"/>
                    <a:pt x="11" y="7"/>
                    <a:pt x="4" y="1"/>
                  </a:cubicBezTo>
                  <a:cubicBezTo>
                    <a:pt x="0" y="4"/>
                    <a:pt x="0" y="4"/>
                    <a:pt x="0" y="4"/>
                  </a:cubicBezTo>
                  <a:cubicBezTo>
                    <a:pt x="8" y="12"/>
                    <a:pt x="19" y="16"/>
                    <a:pt x="31" y="17"/>
                  </a:cubicBezTo>
                  <a:cubicBezTo>
                    <a:pt x="32" y="17"/>
                    <a:pt x="33" y="17"/>
                    <a:pt x="34" y="17"/>
                  </a:cubicBezTo>
                  <a:cubicBezTo>
                    <a:pt x="47" y="17"/>
                    <a:pt x="59" y="12"/>
                    <a:pt x="67" y="4"/>
                  </a:cubicBezTo>
                  <a:cubicBezTo>
                    <a:pt x="63" y="0"/>
                    <a:pt x="63" y="0"/>
                    <a:pt x="63" y="0"/>
                  </a:cubicBezTo>
                  <a:close/>
                </a:path>
              </a:pathLst>
            </a:custGeom>
            <a:solidFill>
              <a:srgbClr val="E88E6B"/>
            </a:solidFill>
            <a:ln>
              <a:noFill/>
            </a:ln>
            <a:extLst>
              <a:ext uri="{91240B29-F687-4F45-9708-019B960494DF}">
                <a14:hiddenLine xmlns:a14="http://schemas.microsoft.com/office/drawing/2010/main" w="9525">
                  <a:solidFill>
                    <a:srgbClr val="000000"/>
                  </a:solidFill>
                  <a:round/>
                  <a:headEnd/>
                  <a:tailEnd/>
                </a14:hiddenLine>
              </a:ext>
            </a:extLst>
          </p:spPr>
          <p:txBody>
            <a:bodyPr anchor="ctr"/>
            <a:lstStyle/>
            <a:p>
              <a:pPr algn="ctr"/>
              <a:endParaRPr/>
            </a:p>
          </p:txBody>
        </p:sp>
        <p:sp>
          <p:nvSpPr>
            <p:cNvPr id="276" name="îsľîdê">
              <a:extLst>
                <a:ext uri="{FF2B5EF4-FFF2-40B4-BE49-F238E27FC236}">
                  <a16:creationId xmlns:a16="http://schemas.microsoft.com/office/drawing/2014/main" id="{8E9B7B34-EC36-4713-AE84-28B957F0D7F8}"/>
                </a:ext>
              </a:extLst>
            </p:cNvPr>
            <p:cNvSpPr/>
            <p:nvPr/>
          </p:nvSpPr>
          <p:spPr bwMode="auto">
            <a:xfrm>
              <a:off x="4468019" y="2254956"/>
              <a:ext cx="52388" cy="123825"/>
            </a:xfrm>
            <a:custGeom>
              <a:avLst/>
              <a:gdLst>
                <a:gd name="T0" fmla="*/ 26 w 26"/>
                <a:gd name="T1" fmla="*/ 47 h 61"/>
                <a:gd name="T2" fmla="*/ 25 w 26"/>
                <a:gd name="T3" fmla="*/ 47 h 61"/>
                <a:gd name="T4" fmla="*/ 2 w 26"/>
                <a:gd name="T5" fmla="*/ 60 h 61"/>
                <a:gd name="T6" fmla="*/ 0 w 26"/>
                <a:gd name="T7" fmla="*/ 0 h 61"/>
                <a:gd name="T8" fmla="*/ 26 w 26"/>
                <a:gd name="T9" fmla="*/ 47 h 61"/>
              </a:gdLst>
              <a:ahLst/>
              <a:cxnLst>
                <a:cxn ang="0">
                  <a:pos x="T0" y="T1"/>
                </a:cxn>
                <a:cxn ang="0">
                  <a:pos x="T2" y="T3"/>
                </a:cxn>
                <a:cxn ang="0">
                  <a:pos x="T4" y="T5"/>
                </a:cxn>
                <a:cxn ang="0">
                  <a:pos x="T6" y="T7"/>
                </a:cxn>
                <a:cxn ang="0">
                  <a:pos x="T8" y="T9"/>
                </a:cxn>
              </a:cxnLst>
              <a:rect l="0" t="0" r="r" b="b"/>
              <a:pathLst>
                <a:path w="26" h="61">
                  <a:moveTo>
                    <a:pt x="26" y="47"/>
                  </a:moveTo>
                  <a:cubicBezTo>
                    <a:pt x="25" y="47"/>
                    <a:pt x="25" y="47"/>
                    <a:pt x="25" y="47"/>
                  </a:cubicBezTo>
                  <a:cubicBezTo>
                    <a:pt x="25" y="54"/>
                    <a:pt x="19" y="61"/>
                    <a:pt x="2" y="60"/>
                  </a:cubicBezTo>
                  <a:cubicBezTo>
                    <a:pt x="0" y="0"/>
                    <a:pt x="0" y="0"/>
                    <a:pt x="0" y="0"/>
                  </a:cubicBezTo>
                  <a:cubicBezTo>
                    <a:pt x="18" y="22"/>
                    <a:pt x="25" y="34"/>
                    <a:pt x="26" y="47"/>
                  </a:cubicBezTo>
                  <a:close/>
                </a:path>
              </a:pathLst>
            </a:custGeom>
            <a:solidFill>
              <a:srgbClr val="F6AF97"/>
            </a:solidFill>
            <a:ln>
              <a:noFill/>
            </a:ln>
            <a:extLst>
              <a:ext uri="{91240B29-F687-4F45-9708-019B960494DF}">
                <a14:hiddenLine xmlns:a14="http://schemas.microsoft.com/office/drawing/2010/main" w="9525">
                  <a:solidFill>
                    <a:srgbClr val="000000"/>
                  </a:solidFill>
                  <a:round/>
                  <a:headEnd/>
                  <a:tailEnd/>
                </a14:hiddenLine>
              </a:ext>
            </a:extLst>
          </p:spPr>
          <p:txBody>
            <a:bodyPr anchor="ctr"/>
            <a:lstStyle/>
            <a:p>
              <a:pPr algn="ctr"/>
              <a:endParaRPr/>
            </a:p>
          </p:txBody>
        </p:sp>
        <p:sp>
          <p:nvSpPr>
            <p:cNvPr id="277" name="î$lîďe">
              <a:extLst>
                <a:ext uri="{FF2B5EF4-FFF2-40B4-BE49-F238E27FC236}">
                  <a16:creationId xmlns:a16="http://schemas.microsoft.com/office/drawing/2014/main" id="{BEAD19FC-3620-4985-A9DA-511479B876D2}"/>
                </a:ext>
              </a:extLst>
            </p:cNvPr>
            <p:cNvSpPr/>
            <p:nvPr/>
          </p:nvSpPr>
          <p:spPr bwMode="auto">
            <a:xfrm>
              <a:off x="4456907" y="2258131"/>
              <a:ext cx="58738" cy="11113"/>
            </a:xfrm>
            <a:custGeom>
              <a:avLst/>
              <a:gdLst>
                <a:gd name="T0" fmla="*/ 0 w 37"/>
                <a:gd name="T1" fmla="*/ 6 h 7"/>
                <a:gd name="T2" fmla="*/ 37 w 37"/>
                <a:gd name="T3" fmla="*/ 7 h 7"/>
                <a:gd name="T4" fmla="*/ 37 w 37"/>
                <a:gd name="T5" fmla="*/ 1 h 7"/>
                <a:gd name="T6" fmla="*/ 1 w 37"/>
                <a:gd name="T7" fmla="*/ 0 h 7"/>
                <a:gd name="T8" fmla="*/ 0 w 37"/>
                <a:gd name="T9" fmla="*/ 6 h 7"/>
              </a:gdLst>
              <a:ahLst/>
              <a:cxnLst>
                <a:cxn ang="0">
                  <a:pos x="T0" y="T1"/>
                </a:cxn>
                <a:cxn ang="0">
                  <a:pos x="T2" y="T3"/>
                </a:cxn>
                <a:cxn ang="0">
                  <a:pos x="T4" y="T5"/>
                </a:cxn>
                <a:cxn ang="0">
                  <a:pos x="T6" y="T7"/>
                </a:cxn>
                <a:cxn ang="0">
                  <a:pos x="T8" y="T9"/>
                </a:cxn>
              </a:cxnLst>
              <a:rect l="0" t="0" r="r" b="b"/>
              <a:pathLst>
                <a:path w="37" h="7">
                  <a:moveTo>
                    <a:pt x="0" y="6"/>
                  </a:moveTo>
                  <a:lnTo>
                    <a:pt x="37" y="7"/>
                  </a:lnTo>
                  <a:lnTo>
                    <a:pt x="37" y="1"/>
                  </a:lnTo>
                  <a:lnTo>
                    <a:pt x="1" y="0"/>
                  </a:lnTo>
                  <a:lnTo>
                    <a:pt x="0" y="6"/>
                  </a:lnTo>
                  <a:close/>
                </a:path>
              </a:pathLst>
            </a:custGeom>
            <a:solidFill>
              <a:srgbClr val="07123F"/>
            </a:solidFill>
            <a:ln>
              <a:noFill/>
            </a:ln>
            <a:extLst>
              <a:ext uri="{91240B29-F687-4F45-9708-019B960494DF}">
                <a14:hiddenLine xmlns:a14="http://schemas.microsoft.com/office/drawing/2010/main" w="9525">
                  <a:solidFill>
                    <a:srgbClr val="000000"/>
                  </a:solidFill>
                  <a:round/>
                  <a:headEnd/>
                  <a:tailEnd/>
                </a14:hiddenLine>
              </a:ext>
            </a:extLst>
          </p:spPr>
          <p:txBody>
            <a:bodyPr anchor="ctr"/>
            <a:lstStyle/>
            <a:p>
              <a:pPr algn="ctr"/>
              <a:endParaRPr/>
            </a:p>
          </p:txBody>
        </p:sp>
        <p:sp>
          <p:nvSpPr>
            <p:cNvPr id="278" name="íṩlïḋê">
              <a:extLst>
                <a:ext uri="{FF2B5EF4-FFF2-40B4-BE49-F238E27FC236}">
                  <a16:creationId xmlns:a16="http://schemas.microsoft.com/office/drawing/2014/main" id="{BC12DF84-76C0-47F7-B16E-BBDC21683414}"/>
                </a:ext>
              </a:extLst>
            </p:cNvPr>
            <p:cNvSpPr/>
            <p:nvPr/>
          </p:nvSpPr>
          <p:spPr bwMode="auto">
            <a:xfrm>
              <a:off x="4456907" y="2258131"/>
              <a:ext cx="58738" cy="11113"/>
            </a:xfrm>
            <a:custGeom>
              <a:avLst/>
              <a:gdLst>
                <a:gd name="T0" fmla="*/ 0 w 37"/>
                <a:gd name="T1" fmla="*/ 6 h 7"/>
                <a:gd name="T2" fmla="*/ 37 w 37"/>
                <a:gd name="T3" fmla="*/ 7 h 7"/>
                <a:gd name="T4" fmla="*/ 37 w 37"/>
                <a:gd name="T5" fmla="*/ 1 h 7"/>
                <a:gd name="T6" fmla="*/ 1 w 37"/>
                <a:gd name="T7" fmla="*/ 0 h 7"/>
              </a:gdLst>
              <a:ahLst/>
              <a:cxnLst>
                <a:cxn ang="0">
                  <a:pos x="T0" y="T1"/>
                </a:cxn>
                <a:cxn ang="0">
                  <a:pos x="T2" y="T3"/>
                </a:cxn>
                <a:cxn ang="0">
                  <a:pos x="T4" y="T5"/>
                </a:cxn>
                <a:cxn ang="0">
                  <a:pos x="T6" y="T7"/>
                </a:cxn>
              </a:cxnLst>
              <a:rect l="0" t="0" r="r" b="b"/>
              <a:pathLst>
                <a:path w="37" h="7">
                  <a:moveTo>
                    <a:pt x="0" y="6"/>
                  </a:moveTo>
                  <a:lnTo>
                    <a:pt x="37" y="7"/>
                  </a:lnTo>
                  <a:lnTo>
                    <a:pt x="37" y="1"/>
                  </a:lnTo>
                  <a:lnTo>
                    <a:pt x="1"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anchor="ctr"/>
            <a:lstStyle/>
            <a:p>
              <a:pPr algn="ctr"/>
              <a:endParaRPr/>
            </a:p>
          </p:txBody>
        </p:sp>
        <p:sp>
          <p:nvSpPr>
            <p:cNvPr id="279" name="iŝ1iḑé">
              <a:extLst>
                <a:ext uri="{FF2B5EF4-FFF2-40B4-BE49-F238E27FC236}">
                  <a16:creationId xmlns:a16="http://schemas.microsoft.com/office/drawing/2014/main" id="{2015EFEE-6261-45A4-8D4C-B451E3E41CFD}"/>
                </a:ext>
              </a:extLst>
            </p:cNvPr>
            <p:cNvSpPr/>
            <p:nvPr/>
          </p:nvSpPr>
          <p:spPr bwMode="auto">
            <a:xfrm>
              <a:off x="3755232" y="2728031"/>
              <a:ext cx="849313" cy="1609725"/>
            </a:xfrm>
            <a:custGeom>
              <a:avLst/>
              <a:gdLst>
                <a:gd name="T0" fmla="*/ 420 w 420"/>
                <a:gd name="T1" fmla="*/ 697 h 797"/>
                <a:gd name="T2" fmla="*/ 140 w 420"/>
                <a:gd name="T3" fmla="*/ 740 h 797"/>
                <a:gd name="T4" fmla="*/ 48 w 420"/>
                <a:gd name="T5" fmla="*/ 773 h 797"/>
                <a:gd name="T6" fmla="*/ 9 w 420"/>
                <a:gd name="T7" fmla="*/ 797 h 797"/>
                <a:gd name="T8" fmla="*/ 0 w 420"/>
                <a:gd name="T9" fmla="*/ 178 h 797"/>
                <a:gd name="T10" fmla="*/ 0 w 420"/>
                <a:gd name="T11" fmla="*/ 169 h 797"/>
                <a:gd name="T12" fmla="*/ 83 w 420"/>
                <a:gd name="T13" fmla="*/ 27 h 797"/>
                <a:gd name="T14" fmla="*/ 147 w 420"/>
                <a:gd name="T15" fmla="*/ 3 h 797"/>
                <a:gd name="T16" fmla="*/ 178 w 420"/>
                <a:gd name="T17" fmla="*/ 0 h 797"/>
                <a:gd name="T18" fmla="*/ 238 w 420"/>
                <a:gd name="T19" fmla="*/ 0 h 797"/>
                <a:gd name="T20" fmla="*/ 416 w 420"/>
                <a:gd name="T21" fmla="*/ 178 h 797"/>
                <a:gd name="T22" fmla="*/ 418 w 420"/>
                <a:gd name="T23" fmla="*/ 446 h 797"/>
                <a:gd name="T24" fmla="*/ 419 w 420"/>
                <a:gd name="T25" fmla="*/ 565 h 797"/>
                <a:gd name="T26" fmla="*/ 420 w 420"/>
                <a:gd name="T27" fmla="*/ 697 h 79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420" h="797">
                  <a:moveTo>
                    <a:pt x="420" y="697"/>
                  </a:moveTo>
                  <a:cubicBezTo>
                    <a:pt x="140" y="740"/>
                    <a:pt x="140" y="740"/>
                    <a:pt x="140" y="740"/>
                  </a:cubicBezTo>
                  <a:cubicBezTo>
                    <a:pt x="107" y="745"/>
                    <a:pt x="76" y="756"/>
                    <a:pt x="48" y="773"/>
                  </a:cubicBezTo>
                  <a:cubicBezTo>
                    <a:pt x="9" y="797"/>
                    <a:pt x="9" y="797"/>
                    <a:pt x="9" y="797"/>
                  </a:cubicBezTo>
                  <a:cubicBezTo>
                    <a:pt x="0" y="178"/>
                    <a:pt x="0" y="178"/>
                    <a:pt x="0" y="178"/>
                  </a:cubicBezTo>
                  <a:cubicBezTo>
                    <a:pt x="0" y="175"/>
                    <a:pt x="0" y="172"/>
                    <a:pt x="0" y="169"/>
                  </a:cubicBezTo>
                  <a:cubicBezTo>
                    <a:pt x="3" y="109"/>
                    <a:pt x="35" y="57"/>
                    <a:pt x="83" y="27"/>
                  </a:cubicBezTo>
                  <a:cubicBezTo>
                    <a:pt x="102" y="15"/>
                    <a:pt x="124" y="7"/>
                    <a:pt x="147" y="3"/>
                  </a:cubicBezTo>
                  <a:cubicBezTo>
                    <a:pt x="157" y="1"/>
                    <a:pt x="167" y="0"/>
                    <a:pt x="178" y="0"/>
                  </a:cubicBezTo>
                  <a:cubicBezTo>
                    <a:pt x="238" y="0"/>
                    <a:pt x="238" y="0"/>
                    <a:pt x="238" y="0"/>
                  </a:cubicBezTo>
                  <a:cubicBezTo>
                    <a:pt x="336" y="0"/>
                    <a:pt x="416" y="80"/>
                    <a:pt x="416" y="178"/>
                  </a:cubicBezTo>
                  <a:cubicBezTo>
                    <a:pt x="418" y="446"/>
                    <a:pt x="418" y="446"/>
                    <a:pt x="418" y="446"/>
                  </a:cubicBezTo>
                  <a:cubicBezTo>
                    <a:pt x="419" y="565"/>
                    <a:pt x="419" y="565"/>
                    <a:pt x="419" y="565"/>
                  </a:cubicBezTo>
                  <a:lnTo>
                    <a:pt x="420" y="697"/>
                  </a:lnTo>
                  <a:close/>
                </a:path>
              </a:pathLst>
            </a:custGeom>
            <a:solidFill>
              <a:srgbClr val="26263C"/>
            </a:solidFill>
            <a:ln>
              <a:noFill/>
            </a:ln>
            <a:extLst>
              <a:ext uri="{91240B29-F687-4F45-9708-019B960494DF}">
                <a14:hiddenLine xmlns:a14="http://schemas.microsoft.com/office/drawing/2010/main" w="9525">
                  <a:solidFill>
                    <a:srgbClr val="000000"/>
                  </a:solidFill>
                  <a:round/>
                  <a:headEnd/>
                  <a:tailEnd/>
                </a14:hiddenLine>
              </a:ext>
            </a:extLst>
          </p:spPr>
          <p:txBody>
            <a:bodyPr anchor="ctr"/>
            <a:lstStyle/>
            <a:p>
              <a:pPr algn="ctr"/>
              <a:endParaRPr/>
            </a:p>
          </p:txBody>
        </p:sp>
        <p:sp>
          <p:nvSpPr>
            <p:cNvPr id="280" name="iSľïḑè">
              <a:extLst>
                <a:ext uri="{FF2B5EF4-FFF2-40B4-BE49-F238E27FC236}">
                  <a16:creationId xmlns:a16="http://schemas.microsoft.com/office/drawing/2014/main" id="{F0B2A7F0-659E-406F-806B-6ED5D3CD9AA3}"/>
                </a:ext>
              </a:extLst>
            </p:cNvPr>
            <p:cNvSpPr/>
            <p:nvPr/>
          </p:nvSpPr>
          <p:spPr bwMode="auto">
            <a:xfrm>
              <a:off x="3755232" y="2728031"/>
              <a:ext cx="776288" cy="749300"/>
            </a:xfrm>
            <a:custGeom>
              <a:avLst/>
              <a:gdLst>
                <a:gd name="T0" fmla="*/ 384 w 384"/>
                <a:gd name="T1" fmla="*/ 77 h 371"/>
                <a:gd name="T2" fmla="*/ 308 w 384"/>
                <a:gd name="T3" fmla="*/ 60 h 371"/>
                <a:gd name="T4" fmla="*/ 248 w 384"/>
                <a:gd name="T5" fmla="*/ 60 h 371"/>
                <a:gd name="T6" fmla="*/ 217 w 384"/>
                <a:gd name="T7" fmla="*/ 63 h 371"/>
                <a:gd name="T8" fmla="*/ 146 w 384"/>
                <a:gd name="T9" fmla="*/ 83 h 371"/>
                <a:gd name="T10" fmla="*/ 126 w 384"/>
                <a:gd name="T11" fmla="*/ 156 h 371"/>
                <a:gd name="T12" fmla="*/ 70 w 384"/>
                <a:gd name="T13" fmla="*/ 238 h 371"/>
                <a:gd name="T14" fmla="*/ 71 w 384"/>
                <a:gd name="T15" fmla="*/ 371 h 371"/>
                <a:gd name="T16" fmla="*/ 2 w 384"/>
                <a:gd name="T17" fmla="*/ 237 h 371"/>
                <a:gd name="T18" fmla="*/ 0 w 384"/>
                <a:gd name="T19" fmla="*/ 178 h 371"/>
                <a:gd name="T20" fmla="*/ 0 w 384"/>
                <a:gd name="T21" fmla="*/ 169 h 371"/>
                <a:gd name="T22" fmla="*/ 83 w 384"/>
                <a:gd name="T23" fmla="*/ 27 h 371"/>
                <a:gd name="T24" fmla="*/ 147 w 384"/>
                <a:gd name="T25" fmla="*/ 3 h 371"/>
                <a:gd name="T26" fmla="*/ 178 w 384"/>
                <a:gd name="T27" fmla="*/ 0 h 371"/>
                <a:gd name="T28" fmla="*/ 238 w 384"/>
                <a:gd name="T29" fmla="*/ 0 h 371"/>
                <a:gd name="T30" fmla="*/ 384 w 384"/>
                <a:gd name="T31" fmla="*/ 77 h 3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384" h="371">
                  <a:moveTo>
                    <a:pt x="384" y="77"/>
                  </a:moveTo>
                  <a:cubicBezTo>
                    <a:pt x="361" y="66"/>
                    <a:pt x="335" y="60"/>
                    <a:pt x="308" y="60"/>
                  </a:cubicBezTo>
                  <a:cubicBezTo>
                    <a:pt x="248" y="60"/>
                    <a:pt x="248" y="60"/>
                    <a:pt x="248" y="60"/>
                  </a:cubicBezTo>
                  <a:cubicBezTo>
                    <a:pt x="237" y="60"/>
                    <a:pt x="227" y="61"/>
                    <a:pt x="217" y="63"/>
                  </a:cubicBezTo>
                  <a:cubicBezTo>
                    <a:pt x="194" y="67"/>
                    <a:pt x="165" y="72"/>
                    <a:pt x="146" y="83"/>
                  </a:cubicBezTo>
                  <a:cubicBezTo>
                    <a:pt x="115" y="103"/>
                    <a:pt x="116" y="124"/>
                    <a:pt x="126" y="156"/>
                  </a:cubicBezTo>
                  <a:cubicBezTo>
                    <a:pt x="126" y="159"/>
                    <a:pt x="70" y="235"/>
                    <a:pt x="70" y="238"/>
                  </a:cubicBezTo>
                  <a:cubicBezTo>
                    <a:pt x="71" y="371"/>
                    <a:pt x="71" y="371"/>
                    <a:pt x="71" y="371"/>
                  </a:cubicBezTo>
                  <a:cubicBezTo>
                    <a:pt x="2" y="237"/>
                    <a:pt x="2" y="237"/>
                    <a:pt x="2" y="237"/>
                  </a:cubicBezTo>
                  <a:cubicBezTo>
                    <a:pt x="0" y="178"/>
                    <a:pt x="0" y="178"/>
                    <a:pt x="0" y="178"/>
                  </a:cubicBezTo>
                  <a:cubicBezTo>
                    <a:pt x="0" y="175"/>
                    <a:pt x="0" y="172"/>
                    <a:pt x="0" y="169"/>
                  </a:cubicBezTo>
                  <a:cubicBezTo>
                    <a:pt x="3" y="109"/>
                    <a:pt x="35" y="57"/>
                    <a:pt x="83" y="27"/>
                  </a:cubicBezTo>
                  <a:cubicBezTo>
                    <a:pt x="102" y="15"/>
                    <a:pt x="124" y="7"/>
                    <a:pt x="147" y="3"/>
                  </a:cubicBezTo>
                  <a:cubicBezTo>
                    <a:pt x="157" y="1"/>
                    <a:pt x="167" y="0"/>
                    <a:pt x="178" y="0"/>
                  </a:cubicBezTo>
                  <a:cubicBezTo>
                    <a:pt x="238" y="0"/>
                    <a:pt x="238" y="0"/>
                    <a:pt x="238" y="0"/>
                  </a:cubicBezTo>
                  <a:cubicBezTo>
                    <a:pt x="299" y="0"/>
                    <a:pt x="352" y="31"/>
                    <a:pt x="384" y="77"/>
                  </a:cubicBezTo>
                  <a:close/>
                </a:path>
              </a:pathLst>
            </a:custGeom>
            <a:solidFill>
              <a:srgbClr val="393952"/>
            </a:solidFill>
            <a:ln>
              <a:noFill/>
            </a:ln>
            <a:extLst>
              <a:ext uri="{91240B29-F687-4F45-9708-019B960494DF}">
                <a14:hiddenLine xmlns:a14="http://schemas.microsoft.com/office/drawing/2010/main" w="9525">
                  <a:solidFill>
                    <a:srgbClr val="000000"/>
                  </a:solidFill>
                  <a:round/>
                  <a:headEnd/>
                  <a:tailEnd/>
                </a14:hiddenLine>
              </a:ext>
            </a:extLst>
          </p:spPr>
          <p:txBody>
            <a:bodyPr anchor="ctr"/>
            <a:lstStyle/>
            <a:p>
              <a:pPr algn="ctr"/>
              <a:endParaRPr/>
            </a:p>
          </p:txBody>
        </p:sp>
        <p:sp>
          <p:nvSpPr>
            <p:cNvPr id="281" name="iṥľïďè">
              <a:extLst>
                <a:ext uri="{FF2B5EF4-FFF2-40B4-BE49-F238E27FC236}">
                  <a16:creationId xmlns:a16="http://schemas.microsoft.com/office/drawing/2014/main" id="{903A3DE6-B947-4641-B44D-27C20FDD2641}"/>
                </a:ext>
              </a:extLst>
            </p:cNvPr>
            <p:cNvSpPr/>
            <p:nvPr/>
          </p:nvSpPr>
          <p:spPr bwMode="auto">
            <a:xfrm>
              <a:off x="4056857" y="2705806"/>
              <a:ext cx="320675" cy="760413"/>
            </a:xfrm>
            <a:custGeom>
              <a:avLst/>
              <a:gdLst>
                <a:gd name="T0" fmla="*/ 148 w 202"/>
                <a:gd name="T1" fmla="*/ 323 h 479"/>
                <a:gd name="T2" fmla="*/ 121 w 202"/>
                <a:gd name="T3" fmla="*/ 479 h 479"/>
                <a:gd name="T4" fmla="*/ 0 w 202"/>
                <a:gd name="T5" fmla="*/ 0 h 479"/>
                <a:gd name="T6" fmla="*/ 202 w 202"/>
                <a:gd name="T7" fmla="*/ 0 h 479"/>
                <a:gd name="T8" fmla="*/ 148 w 202"/>
                <a:gd name="T9" fmla="*/ 323 h 479"/>
              </a:gdLst>
              <a:ahLst/>
              <a:cxnLst>
                <a:cxn ang="0">
                  <a:pos x="T0" y="T1"/>
                </a:cxn>
                <a:cxn ang="0">
                  <a:pos x="T2" y="T3"/>
                </a:cxn>
                <a:cxn ang="0">
                  <a:pos x="T4" y="T5"/>
                </a:cxn>
                <a:cxn ang="0">
                  <a:pos x="T6" y="T7"/>
                </a:cxn>
                <a:cxn ang="0">
                  <a:pos x="T8" y="T9"/>
                </a:cxn>
              </a:cxnLst>
              <a:rect l="0" t="0" r="r" b="b"/>
              <a:pathLst>
                <a:path w="202" h="479">
                  <a:moveTo>
                    <a:pt x="148" y="323"/>
                  </a:moveTo>
                  <a:lnTo>
                    <a:pt x="121" y="479"/>
                  </a:lnTo>
                  <a:lnTo>
                    <a:pt x="0" y="0"/>
                  </a:lnTo>
                  <a:lnTo>
                    <a:pt x="202" y="0"/>
                  </a:lnTo>
                  <a:lnTo>
                    <a:pt x="148" y="323"/>
                  </a:lnTo>
                  <a:close/>
                </a:path>
              </a:pathLst>
            </a:custGeom>
            <a:solidFill>
              <a:srgbClr val="EDEFF1"/>
            </a:solidFill>
            <a:ln>
              <a:noFill/>
            </a:ln>
            <a:extLst>
              <a:ext uri="{91240B29-F687-4F45-9708-019B960494DF}">
                <a14:hiddenLine xmlns:a14="http://schemas.microsoft.com/office/drawing/2010/main" w="9525">
                  <a:solidFill>
                    <a:srgbClr val="000000"/>
                  </a:solidFill>
                  <a:round/>
                  <a:headEnd/>
                  <a:tailEnd/>
                </a14:hiddenLine>
              </a:ext>
            </a:extLst>
          </p:spPr>
          <p:txBody>
            <a:bodyPr anchor="ctr"/>
            <a:lstStyle/>
            <a:p>
              <a:pPr algn="ctr"/>
              <a:endParaRPr/>
            </a:p>
          </p:txBody>
        </p:sp>
        <p:sp>
          <p:nvSpPr>
            <p:cNvPr id="282" name="íšľîḍè">
              <a:extLst>
                <a:ext uri="{FF2B5EF4-FFF2-40B4-BE49-F238E27FC236}">
                  <a16:creationId xmlns:a16="http://schemas.microsoft.com/office/drawing/2014/main" id="{B033CB2C-57AF-43E7-BA62-D75C791C138A}"/>
                </a:ext>
              </a:extLst>
            </p:cNvPr>
            <p:cNvSpPr/>
            <p:nvPr/>
          </p:nvSpPr>
          <p:spPr bwMode="auto">
            <a:xfrm>
              <a:off x="4056857" y="2688343"/>
              <a:ext cx="327025" cy="107950"/>
            </a:xfrm>
            <a:custGeom>
              <a:avLst/>
              <a:gdLst>
                <a:gd name="T0" fmla="*/ 206 w 206"/>
                <a:gd name="T1" fmla="*/ 68 h 68"/>
                <a:gd name="T2" fmla="*/ 111 w 206"/>
                <a:gd name="T3" fmla="*/ 12 h 68"/>
                <a:gd name="T4" fmla="*/ 0 w 206"/>
                <a:gd name="T5" fmla="*/ 68 h 68"/>
                <a:gd name="T6" fmla="*/ 0 w 206"/>
                <a:gd name="T7" fmla="*/ 0 h 68"/>
                <a:gd name="T8" fmla="*/ 206 w 206"/>
                <a:gd name="T9" fmla="*/ 0 h 68"/>
                <a:gd name="T10" fmla="*/ 206 w 206"/>
                <a:gd name="T11" fmla="*/ 68 h 68"/>
              </a:gdLst>
              <a:ahLst/>
              <a:cxnLst>
                <a:cxn ang="0">
                  <a:pos x="T0" y="T1"/>
                </a:cxn>
                <a:cxn ang="0">
                  <a:pos x="T2" y="T3"/>
                </a:cxn>
                <a:cxn ang="0">
                  <a:pos x="T4" y="T5"/>
                </a:cxn>
                <a:cxn ang="0">
                  <a:pos x="T6" y="T7"/>
                </a:cxn>
                <a:cxn ang="0">
                  <a:pos x="T8" y="T9"/>
                </a:cxn>
                <a:cxn ang="0">
                  <a:pos x="T10" y="T11"/>
                </a:cxn>
              </a:cxnLst>
              <a:rect l="0" t="0" r="r" b="b"/>
              <a:pathLst>
                <a:path w="206" h="68">
                  <a:moveTo>
                    <a:pt x="206" y="68"/>
                  </a:moveTo>
                  <a:lnTo>
                    <a:pt x="111" y="12"/>
                  </a:lnTo>
                  <a:lnTo>
                    <a:pt x="0" y="68"/>
                  </a:lnTo>
                  <a:lnTo>
                    <a:pt x="0" y="0"/>
                  </a:lnTo>
                  <a:lnTo>
                    <a:pt x="206" y="0"/>
                  </a:lnTo>
                  <a:lnTo>
                    <a:pt x="206" y="68"/>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nchor="ctr"/>
            <a:lstStyle/>
            <a:p>
              <a:pPr algn="ctr"/>
              <a:endParaRPr/>
            </a:p>
          </p:txBody>
        </p:sp>
        <p:sp>
          <p:nvSpPr>
            <p:cNvPr id="283" name="î$ḻïḍè">
              <a:extLst>
                <a:ext uri="{FF2B5EF4-FFF2-40B4-BE49-F238E27FC236}">
                  <a16:creationId xmlns:a16="http://schemas.microsoft.com/office/drawing/2014/main" id="{3C250EB1-2B01-47CA-AA1E-E2D5CFEC86B9}"/>
                </a:ext>
              </a:extLst>
            </p:cNvPr>
            <p:cNvSpPr/>
            <p:nvPr/>
          </p:nvSpPr>
          <p:spPr bwMode="auto">
            <a:xfrm>
              <a:off x="4741069" y="3624968"/>
              <a:ext cx="228600" cy="79375"/>
            </a:xfrm>
            <a:custGeom>
              <a:avLst/>
              <a:gdLst>
                <a:gd name="T0" fmla="*/ 14 w 113"/>
                <a:gd name="T1" fmla="*/ 38 h 39"/>
                <a:gd name="T2" fmla="*/ 102 w 113"/>
                <a:gd name="T3" fmla="*/ 24 h 39"/>
                <a:gd name="T4" fmla="*/ 112 w 113"/>
                <a:gd name="T5" fmla="*/ 11 h 39"/>
                <a:gd name="T6" fmla="*/ 112 w 113"/>
                <a:gd name="T7" fmla="*/ 10 h 39"/>
                <a:gd name="T8" fmla="*/ 99 w 113"/>
                <a:gd name="T9" fmla="*/ 1 h 39"/>
                <a:gd name="T10" fmla="*/ 10 w 113"/>
                <a:gd name="T11" fmla="*/ 15 h 39"/>
                <a:gd name="T12" fmla="*/ 1 w 113"/>
                <a:gd name="T13" fmla="*/ 28 h 39"/>
                <a:gd name="T14" fmla="*/ 1 w 113"/>
                <a:gd name="T15" fmla="*/ 28 h 39"/>
                <a:gd name="T16" fmla="*/ 14 w 113"/>
                <a:gd name="T17" fmla="*/ 38 h 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13" h="39">
                  <a:moveTo>
                    <a:pt x="14" y="38"/>
                  </a:moveTo>
                  <a:cubicBezTo>
                    <a:pt x="102" y="24"/>
                    <a:pt x="102" y="24"/>
                    <a:pt x="102" y="24"/>
                  </a:cubicBezTo>
                  <a:cubicBezTo>
                    <a:pt x="109" y="23"/>
                    <a:pt x="113" y="17"/>
                    <a:pt x="112" y="11"/>
                  </a:cubicBezTo>
                  <a:cubicBezTo>
                    <a:pt x="112" y="10"/>
                    <a:pt x="112" y="10"/>
                    <a:pt x="112" y="10"/>
                  </a:cubicBezTo>
                  <a:cubicBezTo>
                    <a:pt x="111" y="4"/>
                    <a:pt x="105" y="0"/>
                    <a:pt x="99" y="1"/>
                  </a:cubicBezTo>
                  <a:cubicBezTo>
                    <a:pt x="10" y="15"/>
                    <a:pt x="10" y="15"/>
                    <a:pt x="10" y="15"/>
                  </a:cubicBezTo>
                  <a:cubicBezTo>
                    <a:pt x="4" y="16"/>
                    <a:pt x="0" y="22"/>
                    <a:pt x="1" y="28"/>
                  </a:cubicBezTo>
                  <a:cubicBezTo>
                    <a:pt x="1" y="28"/>
                    <a:pt x="1" y="28"/>
                    <a:pt x="1" y="28"/>
                  </a:cubicBezTo>
                  <a:cubicBezTo>
                    <a:pt x="2" y="35"/>
                    <a:pt x="8" y="39"/>
                    <a:pt x="14" y="38"/>
                  </a:cubicBezTo>
                  <a:close/>
                </a:path>
              </a:pathLst>
            </a:custGeom>
            <a:solidFill>
              <a:srgbClr val="F6AF97"/>
            </a:solidFill>
            <a:ln>
              <a:noFill/>
            </a:ln>
            <a:extLst>
              <a:ext uri="{91240B29-F687-4F45-9708-019B960494DF}">
                <a14:hiddenLine xmlns:a14="http://schemas.microsoft.com/office/drawing/2010/main" w="9525">
                  <a:solidFill>
                    <a:srgbClr val="000000"/>
                  </a:solidFill>
                  <a:round/>
                  <a:headEnd/>
                  <a:tailEnd/>
                </a14:hiddenLine>
              </a:ext>
            </a:extLst>
          </p:spPr>
          <p:txBody>
            <a:bodyPr anchor="ctr"/>
            <a:lstStyle/>
            <a:p>
              <a:pPr algn="ctr"/>
              <a:endParaRPr/>
            </a:p>
          </p:txBody>
        </p:sp>
        <p:sp>
          <p:nvSpPr>
            <p:cNvPr id="284" name="iŝ1íḋé">
              <a:extLst>
                <a:ext uri="{FF2B5EF4-FFF2-40B4-BE49-F238E27FC236}">
                  <a16:creationId xmlns:a16="http://schemas.microsoft.com/office/drawing/2014/main" id="{2B8D3726-61FE-41A4-90A7-6BB5B4A5CBE4}"/>
                </a:ext>
              </a:extLst>
            </p:cNvPr>
            <p:cNvSpPr/>
            <p:nvPr/>
          </p:nvSpPr>
          <p:spPr bwMode="auto">
            <a:xfrm>
              <a:off x="4795044" y="3677356"/>
              <a:ext cx="196850" cy="74613"/>
            </a:xfrm>
            <a:custGeom>
              <a:avLst/>
              <a:gdLst>
                <a:gd name="T0" fmla="*/ 12 w 97"/>
                <a:gd name="T1" fmla="*/ 36 h 37"/>
                <a:gd name="T2" fmla="*/ 90 w 97"/>
                <a:gd name="T3" fmla="*/ 24 h 37"/>
                <a:gd name="T4" fmla="*/ 96 w 97"/>
                <a:gd name="T5" fmla="*/ 15 h 37"/>
                <a:gd name="T6" fmla="*/ 95 w 97"/>
                <a:gd name="T7" fmla="*/ 7 h 37"/>
                <a:gd name="T8" fmla="*/ 86 w 97"/>
                <a:gd name="T9" fmla="*/ 1 h 37"/>
                <a:gd name="T10" fmla="*/ 8 w 97"/>
                <a:gd name="T11" fmla="*/ 13 h 37"/>
                <a:gd name="T12" fmla="*/ 1 w 97"/>
                <a:gd name="T13" fmla="*/ 22 h 37"/>
                <a:gd name="T14" fmla="*/ 2 w 97"/>
                <a:gd name="T15" fmla="*/ 30 h 37"/>
                <a:gd name="T16" fmla="*/ 12 w 97"/>
                <a:gd name="T17" fmla="*/ 36 h 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97" h="37">
                  <a:moveTo>
                    <a:pt x="12" y="36"/>
                  </a:moveTo>
                  <a:cubicBezTo>
                    <a:pt x="90" y="24"/>
                    <a:pt x="90" y="24"/>
                    <a:pt x="90" y="24"/>
                  </a:cubicBezTo>
                  <a:cubicBezTo>
                    <a:pt x="94" y="23"/>
                    <a:pt x="97" y="19"/>
                    <a:pt x="96" y="15"/>
                  </a:cubicBezTo>
                  <a:cubicBezTo>
                    <a:pt x="95" y="7"/>
                    <a:pt x="95" y="7"/>
                    <a:pt x="95" y="7"/>
                  </a:cubicBezTo>
                  <a:cubicBezTo>
                    <a:pt x="94" y="3"/>
                    <a:pt x="90" y="0"/>
                    <a:pt x="86" y="1"/>
                  </a:cubicBezTo>
                  <a:cubicBezTo>
                    <a:pt x="8" y="13"/>
                    <a:pt x="8" y="13"/>
                    <a:pt x="8" y="13"/>
                  </a:cubicBezTo>
                  <a:cubicBezTo>
                    <a:pt x="3" y="14"/>
                    <a:pt x="0" y="18"/>
                    <a:pt x="1" y="22"/>
                  </a:cubicBezTo>
                  <a:cubicBezTo>
                    <a:pt x="2" y="30"/>
                    <a:pt x="2" y="30"/>
                    <a:pt x="2" y="30"/>
                  </a:cubicBezTo>
                  <a:cubicBezTo>
                    <a:pt x="3" y="34"/>
                    <a:pt x="7" y="37"/>
                    <a:pt x="12" y="36"/>
                  </a:cubicBezTo>
                  <a:close/>
                </a:path>
              </a:pathLst>
            </a:custGeom>
            <a:solidFill>
              <a:srgbClr val="F6AF97"/>
            </a:solidFill>
            <a:ln>
              <a:noFill/>
            </a:ln>
            <a:extLst>
              <a:ext uri="{91240B29-F687-4F45-9708-019B960494DF}">
                <a14:hiddenLine xmlns:a14="http://schemas.microsoft.com/office/drawing/2010/main" w="9525">
                  <a:solidFill>
                    <a:srgbClr val="000000"/>
                  </a:solidFill>
                  <a:round/>
                  <a:headEnd/>
                  <a:tailEnd/>
                </a14:hiddenLine>
              </a:ext>
            </a:extLst>
          </p:spPr>
          <p:txBody>
            <a:bodyPr anchor="ctr"/>
            <a:lstStyle/>
            <a:p>
              <a:pPr algn="ctr"/>
              <a:endParaRPr/>
            </a:p>
          </p:txBody>
        </p:sp>
        <p:sp>
          <p:nvSpPr>
            <p:cNvPr id="285" name="îṥļïḑe">
              <a:extLst>
                <a:ext uri="{FF2B5EF4-FFF2-40B4-BE49-F238E27FC236}">
                  <a16:creationId xmlns:a16="http://schemas.microsoft.com/office/drawing/2014/main" id="{8A7BD8FA-277D-41A2-B0ED-A3AD8949D3BF}"/>
                </a:ext>
              </a:extLst>
            </p:cNvPr>
            <p:cNvSpPr/>
            <p:nvPr/>
          </p:nvSpPr>
          <p:spPr bwMode="auto">
            <a:xfrm>
              <a:off x="4763294" y="3736093"/>
              <a:ext cx="219075" cy="79375"/>
            </a:xfrm>
            <a:custGeom>
              <a:avLst/>
              <a:gdLst>
                <a:gd name="T0" fmla="*/ 15 w 109"/>
                <a:gd name="T1" fmla="*/ 38 h 39"/>
                <a:gd name="T2" fmla="*/ 99 w 109"/>
                <a:gd name="T3" fmla="*/ 24 h 39"/>
                <a:gd name="T4" fmla="*/ 108 w 109"/>
                <a:gd name="T5" fmla="*/ 11 h 39"/>
                <a:gd name="T6" fmla="*/ 108 w 109"/>
                <a:gd name="T7" fmla="*/ 11 h 39"/>
                <a:gd name="T8" fmla="*/ 95 w 109"/>
                <a:gd name="T9" fmla="*/ 1 h 39"/>
                <a:gd name="T10" fmla="*/ 11 w 109"/>
                <a:gd name="T11" fmla="*/ 14 h 39"/>
                <a:gd name="T12" fmla="*/ 1 w 109"/>
                <a:gd name="T13" fmla="*/ 28 h 39"/>
                <a:gd name="T14" fmla="*/ 1 w 109"/>
                <a:gd name="T15" fmla="*/ 28 h 39"/>
                <a:gd name="T16" fmla="*/ 15 w 109"/>
                <a:gd name="T17" fmla="*/ 38 h 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09" h="39">
                  <a:moveTo>
                    <a:pt x="15" y="38"/>
                  </a:moveTo>
                  <a:cubicBezTo>
                    <a:pt x="99" y="24"/>
                    <a:pt x="99" y="24"/>
                    <a:pt x="99" y="24"/>
                  </a:cubicBezTo>
                  <a:cubicBezTo>
                    <a:pt x="105" y="23"/>
                    <a:pt x="109" y="17"/>
                    <a:pt x="108" y="11"/>
                  </a:cubicBezTo>
                  <a:cubicBezTo>
                    <a:pt x="108" y="11"/>
                    <a:pt x="108" y="11"/>
                    <a:pt x="108" y="11"/>
                  </a:cubicBezTo>
                  <a:cubicBezTo>
                    <a:pt x="107" y="4"/>
                    <a:pt x="101" y="0"/>
                    <a:pt x="95" y="1"/>
                  </a:cubicBezTo>
                  <a:cubicBezTo>
                    <a:pt x="11" y="14"/>
                    <a:pt x="11" y="14"/>
                    <a:pt x="11" y="14"/>
                  </a:cubicBezTo>
                  <a:cubicBezTo>
                    <a:pt x="5" y="15"/>
                    <a:pt x="0" y="21"/>
                    <a:pt x="1" y="28"/>
                  </a:cubicBezTo>
                  <a:cubicBezTo>
                    <a:pt x="1" y="28"/>
                    <a:pt x="1" y="28"/>
                    <a:pt x="1" y="28"/>
                  </a:cubicBezTo>
                  <a:cubicBezTo>
                    <a:pt x="2" y="34"/>
                    <a:pt x="9" y="39"/>
                    <a:pt x="15" y="38"/>
                  </a:cubicBezTo>
                  <a:close/>
                </a:path>
              </a:pathLst>
            </a:custGeom>
            <a:solidFill>
              <a:srgbClr val="F6AF97"/>
            </a:solidFill>
            <a:ln>
              <a:noFill/>
            </a:ln>
            <a:extLst>
              <a:ext uri="{91240B29-F687-4F45-9708-019B960494DF}">
                <a14:hiddenLine xmlns:a14="http://schemas.microsoft.com/office/drawing/2010/main" w="9525">
                  <a:solidFill>
                    <a:srgbClr val="000000"/>
                  </a:solidFill>
                  <a:round/>
                  <a:headEnd/>
                  <a:tailEnd/>
                </a14:hiddenLine>
              </a:ext>
            </a:extLst>
          </p:spPr>
          <p:txBody>
            <a:bodyPr anchor="ctr"/>
            <a:lstStyle/>
            <a:p>
              <a:pPr algn="ctr"/>
              <a:endParaRPr/>
            </a:p>
          </p:txBody>
        </p:sp>
        <p:sp>
          <p:nvSpPr>
            <p:cNvPr id="286" name="íŝļïḍè">
              <a:extLst>
                <a:ext uri="{FF2B5EF4-FFF2-40B4-BE49-F238E27FC236}">
                  <a16:creationId xmlns:a16="http://schemas.microsoft.com/office/drawing/2014/main" id="{BD43B26B-7FB5-4F42-B3B8-05353233D1CC}"/>
                </a:ext>
              </a:extLst>
            </p:cNvPr>
            <p:cNvSpPr/>
            <p:nvPr/>
          </p:nvSpPr>
          <p:spPr bwMode="auto">
            <a:xfrm>
              <a:off x="4610894" y="3655131"/>
              <a:ext cx="234950" cy="206375"/>
            </a:xfrm>
            <a:custGeom>
              <a:avLst/>
              <a:gdLst>
                <a:gd name="T0" fmla="*/ 116 w 116"/>
                <a:gd name="T1" fmla="*/ 0 h 102"/>
                <a:gd name="T2" fmla="*/ 93 w 116"/>
                <a:gd name="T3" fmla="*/ 0 h 102"/>
                <a:gd name="T4" fmla="*/ 35 w 116"/>
                <a:gd name="T5" fmla="*/ 13 h 102"/>
                <a:gd name="T6" fmla="*/ 0 w 116"/>
                <a:gd name="T7" fmla="*/ 30 h 102"/>
                <a:gd name="T8" fmla="*/ 23 w 116"/>
                <a:gd name="T9" fmla="*/ 90 h 102"/>
                <a:gd name="T10" fmla="*/ 112 w 116"/>
                <a:gd name="T11" fmla="*/ 71 h 102"/>
                <a:gd name="T12" fmla="*/ 116 w 116"/>
                <a:gd name="T13" fmla="*/ 0 h 102"/>
              </a:gdLst>
              <a:ahLst/>
              <a:cxnLst>
                <a:cxn ang="0">
                  <a:pos x="T0" y="T1"/>
                </a:cxn>
                <a:cxn ang="0">
                  <a:pos x="T2" y="T3"/>
                </a:cxn>
                <a:cxn ang="0">
                  <a:pos x="T4" y="T5"/>
                </a:cxn>
                <a:cxn ang="0">
                  <a:pos x="T6" y="T7"/>
                </a:cxn>
                <a:cxn ang="0">
                  <a:pos x="T8" y="T9"/>
                </a:cxn>
                <a:cxn ang="0">
                  <a:pos x="T10" y="T11"/>
                </a:cxn>
                <a:cxn ang="0">
                  <a:pos x="T12" y="T13"/>
                </a:cxn>
              </a:cxnLst>
              <a:rect l="0" t="0" r="r" b="b"/>
              <a:pathLst>
                <a:path w="116" h="102">
                  <a:moveTo>
                    <a:pt x="116" y="0"/>
                  </a:moveTo>
                  <a:cubicBezTo>
                    <a:pt x="115" y="0"/>
                    <a:pt x="105" y="0"/>
                    <a:pt x="93" y="0"/>
                  </a:cubicBezTo>
                  <a:cubicBezTo>
                    <a:pt x="73" y="0"/>
                    <a:pt x="53" y="4"/>
                    <a:pt x="35" y="13"/>
                  </a:cubicBezTo>
                  <a:cubicBezTo>
                    <a:pt x="0" y="30"/>
                    <a:pt x="0" y="30"/>
                    <a:pt x="0" y="30"/>
                  </a:cubicBezTo>
                  <a:cubicBezTo>
                    <a:pt x="0" y="30"/>
                    <a:pt x="20" y="89"/>
                    <a:pt x="23" y="90"/>
                  </a:cubicBezTo>
                  <a:cubicBezTo>
                    <a:pt x="89" y="102"/>
                    <a:pt x="112" y="71"/>
                    <a:pt x="112" y="71"/>
                  </a:cubicBezTo>
                  <a:lnTo>
                    <a:pt x="116" y="0"/>
                  </a:lnTo>
                  <a:close/>
                </a:path>
              </a:pathLst>
            </a:custGeom>
            <a:solidFill>
              <a:srgbClr val="F6AF97"/>
            </a:solidFill>
            <a:ln>
              <a:noFill/>
            </a:ln>
            <a:extLst>
              <a:ext uri="{91240B29-F687-4F45-9708-019B960494DF}">
                <a14:hiddenLine xmlns:a14="http://schemas.microsoft.com/office/drawing/2010/main" w="9525">
                  <a:solidFill>
                    <a:srgbClr val="000000"/>
                  </a:solidFill>
                  <a:round/>
                  <a:headEnd/>
                  <a:tailEnd/>
                </a14:hiddenLine>
              </a:ext>
            </a:extLst>
          </p:spPr>
          <p:txBody>
            <a:bodyPr anchor="ctr"/>
            <a:lstStyle/>
            <a:p>
              <a:pPr algn="ctr"/>
              <a:endParaRPr/>
            </a:p>
          </p:txBody>
        </p:sp>
        <p:sp>
          <p:nvSpPr>
            <p:cNvPr id="287" name="îṥļïḑè">
              <a:extLst>
                <a:ext uri="{FF2B5EF4-FFF2-40B4-BE49-F238E27FC236}">
                  <a16:creationId xmlns:a16="http://schemas.microsoft.com/office/drawing/2014/main" id="{CDE348D0-A1B7-4D42-BAA6-2F1925D47D77}"/>
                </a:ext>
              </a:extLst>
            </p:cNvPr>
            <p:cNvSpPr/>
            <p:nvPr/>
          </p:nvSpPr>
          <p:spPr bwMode="auto">
            <a:xfrm>
              <a:off x="4682332" y="3655131"/>
              <a:ext cx="60325" cy="196850"/>
            </a:xfrm>
            <a:prstGeom prst="rect">
              <a:avLst/>
            </a:prstGeom>
            <a:solidFill>
              <a:srgbClr val="FFFFFF"/>
            </a:solidFill>
            <a:ln>
              <a:noFill/>
            </a:ln>
            <a:extLst>
              <a:ext uri="{91240B29-F687-4F45-9708-019B960494DF}">
                <a14:hiddenLine xmlns:a14="http://schemas.microsoft.com/office/drawing/2010/main" w="9525">
                  <a:solidFill>
                    <a:srgbClr val="000000"/>
                  </a:solidFill>
                  <a:miter lim="800000"/>
                  <a:headEnd/>
                  <a:tailEnd/>
                </a14:hiddenLine>
              </a:ext>
            </a:extLst>
          </p:spPr>
          <p:txBody>
            <a:bodyPr anchor="ctr"/>
            <a:lstStyle/>
            <a:p>
              <a:pPr algn="ctr"/>
              <a:endParaRPr/>
            </a:p>
          </p:txBody>
        </p:sp>
        <p:sp>
          <p:nvSpPr>
            <p:cNvPr id="288" name="íṥlîḍè">
              <a:extLst>
                <a:ext uri="{FF2B5EF4-FFF2-40B4-BE49-F238E27FC236}">
                  <a16:creationId xmlns:a16="http://schemas.microsoft.com/office/drawing/2014/main" id="{E78AAE0A-6D13-4591-93A5-B14B4D3AB056}"/>
                </a:ext>
              </a:extLst>
            </p:cNvPr>
            <p:cNvSpPr/>
            <p:nvPr/>
          </p:nvSpPr>
          <p:spPr bwMode="auto">
            <a:xfrm>
              <a:off x="3755232" y="2782006"/>
              <a:ext cx="930275" cy="1089025"/>
            </a:xfrm>
            <a:custGeom>
              <a:avLst/>
              <a:gdLst>
                <a:gd name="T0" fmla="*/ 460 w 460"/>
                <a:gd name="T1" fmla="*/ 537 h 539"/>
                <a:gd name="T2" fmla="*/ 419 w 460"/>
                <a:gd name="T3" fmla="*/ 538 h 539"/>
                <a:gd name="T4" fmla="*/ 265 w 460"/>
                <a:gd name="T5" fmla="*/ 539 h 539"/>
                <a:gd name="T6" fmla="*/ 263 w 460"/>
                <a:gd name="T7" fmla="*/ 539 h 539"/>
                <a:gd name="T8" fmla="*/ 100 w 460"/>
                <a:gd name="T9" fmla="*/ 435 h 539"/>
                <a:gd name="T10" fmla="*/ 98 w 460"/>
                <a:gd name="T11" fmla="*/ 431 h 539"/>
                <a:gd name="T12" fmla="*/ 0 w 460"/>
                <a:gd name="T13" fmla="*/ 142 h 539"/>
                <a:gd name="T14" fmla="*/ 83 w 460"/>
                <a:gd name="T15" fmla="*/ 0 h 539"/>
                <a:gd name="T16" fmla="*/ 209 w 460"/>
                <a:gd name="T17" fmla="*/ 387 h 539"/>
                <a:gd name="T18" fmla="*/ 264 w 460"/>
                <a:gd name="T19" fmla="*/ 420 h 539"/>
                <a:gd name="T20" fmla="*/ 418 w 460"/>
                <a:gd name="T21" fmla="*/ 419 h 539"/>
                <a:gd name="T22" fmla="*/ 458 w 460"/>
                <a:gd name="T23" fmla="*/ 418 h 539"/>
                <a:gd name="T24" fmla="*/ 460 w 460"/>
                <a:gd name="T25" fmla="*/ 537 h 5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460" h="539">
                  <a:moveTo>
                    <a:pt x="460" y="537"/>
                  </a:moveTo>
                  <a:cubicBezTo>
                    <a:pt x="419" y="538"/>
                    <a:pt x="419" y="538"/>
                    <a:pt x="419" y="538"/>
                  </a:cubicBezTo>
                  <a:cubicBezTo>
                    <a:pt x="265" y="539"/>
                    <a:pt x="265" y="539"/>
                    <a:pt x="265" y="539"/>
                  </a:cubicBezTo>
                  <a:cubicBezTo>
                    <a:pt x="263" y="539"/>
                    <a:pt x="263" y="539"/>
                    <a:pt x="263" y="539"/>
                  </a:cubicBezTo>
                  <a:cubicBezTo>
                    <a:pt x="193" y="539"/>
                    <a:pt x="129" y="498"/>
                    <a:pt x="100" y="435"/>
                  </a:cubicBezTo>
                  <a:cubicBezTo>
                    <a:pt x="98" y="431"/>
                    <a:pt x="98" y="431"/>
                    <a:pt x="98" y="431"/>
                  </a:cubicBezTo>
                  <a:cubicBezTo>
                    <a:pt x="0" y="142"/>
                    <a:pt x="0" y="142"/>
                    <a:pt x="0" y="142"/>
                  </a:cubicBezTo>
                  <a:cubicBezTo>
                    <a:pt x="3" y="82"/>
                    <a:pt x="35" y="30"/>
                    <a:pt x="83" y="0"/>
                  </a:cubicBezTo>
                  <a:cubicBezTo>
                    <a:pt x="209" y="387"/>
                    <a:pt x="209" y="387"/>
                    <a:pt x="209" y="387"/>
                  </a:cubicBezTo>
                  <a:cubicBezTo>
                    <a:pt x="220" y="408"/>
                    <a:pt x="241" y="421"/>
                    <a:pt x="264" y="420"/>
                  </a:cubicBezTo>
                  <a:cubicBezTo>
                    <a:pt x="418" y="419"/>
                    <a:pt x="418" y="419"/>
                    <a:pt x="418" y="419"/>
                  </a:cubicBezTo>
                  <a:cubicBezTo>
                    <a:pt x="458" y="418"/>
                    <a:pt x="458" y="418"/>
                    <a:pt x="458" y="418"/>
                  </a:cubicBezTo>
                  <a:lnTo>
                    <a:pt x="460" y="537"/>
                  </a:lnTo>
                  <a:close/>
                </a:path>
              </a:pathLst>
            </a:custGeom>
            <a:solidFill>
              <a:srgbClr val="393952"/>
            </a:solidFill>
            <a:ln>
              <a:noFill/>
            </a:ln>
            <a:extLst>
              <a:ext uri="{91240B29-F687-4F45-9708-019B960494DF}">
                <a14:hiddenLine xmlns:a14="http://schemas.microsoft.com/office/drawing/2010/main" w="9525">
                  <a:solidFill>
                    <a:srgbClr val="000000"/>
                  </a:solidFill>
                  <a:round/>
                  <a:headEnd/>
                  <a:tailEnd/>
                </a14:hiddenLine>
              </a:ext>
            </a:extLst>
          </p:spPr>
          <p:txBody>
            <a:bodyPr anchor="ctr"/>
            <a:lstStyle/>
            <a:p>
              <a:pPr algn="ctr"/>
              <a:endParaRPr/>
            </a:p>
          </p:txBody>
        </p:sp>
        <p:sp>
          <p:nvSpPr>
            <p:cNvPr id="289" name="ïsļiḓê">
              <a:extLst>
                <a:ext uri="{FF2B5EF4-FFF2-40B4-BE49-F238E27FC236}">
                  <a16:creationId xmlns:a16="http://schemas.microsoft.com/office/drawing/2014/main" id="{184B6CA9-AFE7-4B95-93E2-579174E036C1}"/>
                </a:ext>
              </a:extLst>
            </p:cNvPr>
            <p:cNvSpPr/>
            <p:nvPr/>
          </p:nvSpPr>
          <p:spPr bwMode="auto">
            <a:xfrm>
              <a:off x="6477794" y="3691643"/>
              <a:ext cx="471488" cy="139700"/>
            </a:xfrm>
            <a:prstGeom prst="rect">
              <a:avLst/>
            </a:prstGeom>
            <a:solidFill>
              <a:srgbClr val="07123F"/>
            </a:solidFill>
            <a:ln>
              <a:noFill/>
            </a:ln>
            <a:extLst>
              <a:ext uri="{91240B29-F687-4F45-9708-019B960494DF}">
                <a14:hiddenLine xmlns:a14="http://schemas.microsoft.com/office/drawing/2010/main" w="9525">
                  <a:solidFill>
                    <a:srgbClr val="000000"/>
                  </a:solidFill>
                  <a:miter lim="800000"/>
                  <a:headEnd/>
                  <a:tailEnd/>
                </a14:hiddenLine>
              </a:ext>
            </a:extLst>
          </p:spPr>
          <p:txBody>
            <a:bodyPr anchor="ctr"/>
            <a:lstStyle/>
            <a:p>
              <a:pPr algn="ctr"/>
              <a:endParaRPr/>
            </a:p>
          </p:txBody>
        </p:sp>
        <p:sp>
          <p:nvSpPr>
            <p:cNvPr id="290" name="íšlïḍè">
              <a:extLst>
                <a:ext uri="{FF2B5EF4-FFF2-40B4-BE49-F238E27FC236}">
                  <a16:creationId xmlns:a16="http://schemas.microsoft.com/office/drawing/2014/main" id="{E418E093-EC7C-4DF2-A394-A0E1D5CAF8E0}"/>
                </a:ext>
              </a:extLst>
            </p:cNvPr>
            <p:cNvSpPr/>
            <p:nvPr/>
          </p:nvSpPr>
          <p:spPr bwMode="auto">
            <a:xfrm>
              <a:off x="6344444" y="3691643"/>
              <a:ext cx="471488" cy="139700"/>
            </a:xfrm>
            <a:prstGeom prst="rect">
              <a:avLst/>
            </a:prstGeom>
            <a:solidFill>
              <a:srgbClr val="5065A0"/>
            </a:solidFill>
            <a:ln>
              <a:noFill/>
            </a:ln>
            <a:extLst>
              <a:ext uri="{91240B29-F687-4F45-9708-019B960494DF}">
                <a14:hiddenLine xmlns:a14="http://schemas.microsoft.com/office/drawing/2010/main" w="9525">
                  <a:solidFill>
                    <a:srgbClr val="000000"/>
                  </a:solidFill>
                  <a:miter lim="800000"/>
                  <a:headEnd/>
                  <a:tailEnd/>
                </a14:hiddenLine>
              </a:ext>
            </a:extLst>
          </p:spPr>
          <p:txBody>
            <a:bodyPr anchor="ctr"/>
            <a:lstStyle/>
            <a:p>
              <a:pPr algn="ctr"/>
              <a:endParaRPr/>
            </a:p>
          </p:txBody>
        </p:sp>
        <p:sp>
          <p:nvSpPr>
            <p:cNvPr id="291" name="ïṣlíḋé">
              <a:extLst>
                <a:ext uri="{FF2B5EF4-FFF2-40B4-BE49-F238E27FC236}">
                  <a16:creationId xmlns:a16="http://schemas.microsoft.com/office/drawing/2014/main" id="{04E2C242-6D83-49B6-95AD-5A4201DAA7B5}"/>
                </a:ext>
              </a:extLst>
            </p:cNvPr>
            <p:cNvSpPr/>
            <p:nvPr/>
          </p:nvSpPr>
          <p:spPr bwMode="auto">
            <a:xfrm>
              <a:off x="5992019" y="3740856"/>
              <a:ext cx="630238" cy="763588"/>
            </a:xfrm>
            <a:custGeom>
              <a:avLst/>
              <a:gdLst>
                <a:gd name="T0" fmla="*/ 0 w 311"/>
                <a:gd name="T1" fmla="*/ 25 h 378"/>
                <a:gd name="T2" fmla="*/ 35 w 311"/>
                <a:gd name="T3" fmla="*/ 26 h 378"/>
                <a:gd name="T4" fmla="*/ 66 w 311"/>
                <a:gd name="T5" fmla="*/ 57 h 378"/>
                <a:gd name="T6" fmla="*/ 71 w 311"/>
                <a:gd name="T7" fmla="*/ 272 h 378"/>
                <a:gd name="T8" fmla="*/ 176 w 311"/>
                <a:gd name="T9" fmla="*/ 378 h 378"/>
                <a:gd name="T10" fmla="*/ 179 w 311"/>
                <a:gd name="T11" fmla="*/ 378 h 378"/>
                <a:gd name="T12" fmla="*/ 287 w 311"/>
                <a:gd name="T13" fmla="*/ 270 h 378"/>
                <a:gd name="T14" fmla="*/ 287 w 311"/>
                <a:gd name="T15" fmla="*/ 267 h 378"/>
                <a:gd name="T16" fmla="*/ 281 w 311"/>
                <a:gd name="T17" fmla="*/ 45 h 378"/>
                <a:gd name="T18" fmla="*/ 281 w 311"/>
                <a:gd name="T19" fmla="*/ 44 h 378"/>
                <a:gd name="T20" fmla="*/ 311 w 311"/>
                <a:gd name="T21" fmla="*/ 13 h 378"/>
                <a:gd name="T22" fmla="*/ 310 w 311"/>
                <a:gd name="T23" fmla="*/ 0 h 378"/>
                <a:gd name="T24" fmla="*/ 269 w 311"/>
                <a:gd name="T25" fmla="*/ 44 h 378"/>
                <a:gd name="T26" fmla="*/ 269 w 311"/>
                <a:gd name="T27" fmla="*/ 46 h 378"/>
                <a:gd name="T28" fmla="*/ 275 w 311"/>
                <a:gd name="T29" fmla="*/ 267 h 378"/>
                <a:gd name="T30" fmla="*/ 275 w 311"/>
                <a:gd name="T31" fmla="*/ 270 h 378"/>
                <a:gd name="T32" fmla="*/ 247 w 311"/>
                <a:gd name="T33" fmla="*/ 338 h 378"/>
                <a:gd name="T34" fmla="*/ 179 w 311"/>
                <a:gd name="T35" fmla="*/ 366 h 378"/>
                <a:gd name="T36" fmla="*/ 176 w 311"/>
                <a:gd name="T37" fmla="*/ 366 h 378"/>
                <a:gd name="T38" fmla="*/ 83 w 311"/>
                <a:gd name="T39" fmla="*/ 272 h 378"/>
                <a:gd name="T40" fmla="*/ 78 w 311"/>
                <a:gd name="T41" fmla="*/ 57 h 378"/>
                <a:gd name="T42" fmla="*/ 36 w 311"/>
                <a:gd name="T43" fmla="*/ 14 h 378"/>
                <a:gd name="T44" fmla="*/ 0 w 311"/>
                <a:gd name="T45" fmla="*/ 13 h 378"/>
                <a:gd name="T46" fmla="*/ 0 w 311"/>
                <a:gd name="T47" fmla="*/ 25 h 3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311" h="378">
                  <a:moveTo>
                    <a:pt x="0" y="25"/>
                  </a:moveTo>
                  <a:cubicBezTo>
                    <a:pt x="35" y="26"/>
                    <a:pt x="35" y="26"/>
                    <a:pt x="35" y="26"/>
                  </a:cubicBezTo>
                  <a:cubicBezTo>
                    <a:pt x="52" y="27"/>
                    <a:pt x="66" y="40"/>
                    <a:pt x="66" y="57"/>
                  </a:cubicBezTo>
                  <a:cubicBezTo>
                    <a:pt x="71" y="272"/>
                    <a:pt x="71" y="272"/>
                    <a:pt x="71" y="272"/>
                  </a:cubicBezTo>
                  <a:cubicBezTo>
                    <a:pt x="73" y="330"/>
                    <a:pt x="119" y="376"/>
                    <a:pt x="176" y="378"/>
                  </a:cubicBezTo>
                  <a:cubicBezTo>
                    <a:pt x="177" y="378"/>
                    <a:pt x="178" y="378"/>
                    <a:pt x="179" y="378"/>
                  </a:cubicBezTo>
                  <a:cubicBezTo>
                    <a:pt x="239" y="378"/>
                    <a:pt x="287" y="329"/>
                    <a:pt x="287" y="270"/>
                  </a:cubicBezTo>
                  <a:cubicBezTo>
                    <a:pt x="287" y="269"/>
                    <a:pt x="287" y="268"/>
                    <a:pt x="287" y="267"/>
                  </a:cubicBezTo>
                  <a:cubicBezTo>
                    <a:pt x="281" y="45"/>
                    <a:pt x="281" y="45"/>
                    <a:pt x="281" y="45"/>
                  </a:cubicBezTo>
                  <a:cubicBezTo>
                    <a:pt x="281" y="44"/>
                    <a:pt x="281" y="44"/>
                    <a:pt x="281" y="44"/>
                  </a:cubicBezTo>
                  <a:cubicBezTo>
                    <a:pt x="281" y="28"/>
                    <a:pt x="294" y="14"/>
                    <a:pt x="311" y="13"/>
                  </a:cubicBezTo>
                  <a:cubicBezTo>
                    <a:pt x="310" y="0"/>
                    <a:pt x="310" y="0"/>
                    <a:pt x="310" y="0"/>
                  </a:cubicBezTo>
                  <a:cubicBezTo>
                    <a:pt x="287" y="2"/>
                    <a:pt x="269" y="21"/>
                    <a:pt x="269" y="44"/>
                  </a:cubicBezTo>
                  <a:cubicBezTo>
                    <a:pt x="269" y="45"/>
                    <a:pt x="269" y="45"/>
                    <a:pt x="269" y="46"/>
                  </a:cubicBezTo>
                  <a:cubicBezTo>
                    <a:pt x="275" y="267"/>
                    <a:pt x="275" y="267"/>
                    <a:pt x="275" y="267"/>
                  </a:cubicBezTo>
                  <a:cubicBezTo>
                    <a:pt x="275" y="268"/>
                    <a:pt x="275" y="269"/>
                    <a:pt x="275" y="270"/>
                  </a:cubicBezTo>
                  <a:cubicBezTo>
                    <a:pt x="275" y="296"/>
                    <a:pt x="264" y="320"/>
                    <a:pt x="247" y="338"/>
                  </a:cubicBezTo>
                  <a:cubicBezTo>
                    <a:pt x="230" y="355"/>
                    <a:pt x="206" y="366"/>
                    <a:pt x="179" y="366"/>
                  </a:cubicBezTo>
                  <a:cubicBezTo>
                    <a:pt x="178" y="366"/>
                    <a:pt x="177" y="366"/>
                    <a:pt x="176" y="366"/>
                  </a:cubicBezTo>
                  <a:cubicBezTo>
                    <a:pt x="125" y="364"/>
                    <a:pt x="85" y="323"/>
                    <a:pt x="83" y="272"/>
                  </a:cubicBezTo>
                  <a:cubicBezTo>
                    <a:pt x="78" y="57"/>
                    <a:pt x="78" y="57"/>
                    <a:pt x="78" y="57"/>
                  </a:cubicBezTo>
                  <a:cubicBezTo>
                    <a:pt x="78" y="33"/>
                    <a:pt x="59" y="14"/>
                    <a:pt x="36" y="14"/>
                  </a:cubicBezTo>
                  <a:cubicBezTo>
                    <a:pt x="0" y="13"/>
                    <a:pt x="0" y="13"/>
                    <a:pt x="0" y="13"/>
                  </a:cubicBezTo>
                  <a:cubicBezTo>
                    <a:pt x="0" y="25"/>
                    <a:pt x="0" y="25"/>
                    <a:pt x="0" y="25"/>
                  </a:cubicBezTo>
                  <a:close/>
                </a:path>
              </a:pathLst>
            </a:custGeom>
            <a:solidFill>
              <a:srgbClr val="07123F"/>
            </a:solidFill>
            <a:ln>
              <a:noFill/>
            </a:ln>
            <a:extLst>
              <a:ext uri="{91240B29-F687-4F45-9708-019B960494DF}">
                <a14:hiddenLine xmlns:a14="http://schemas.microsoft.com/office/drawing/2010/main" w="9525">
                  <a:solidFill>
                    <a:srgbClr val="000000"/>
                  </a:solidFill>
                  <a:round/>
                  <a:headEnd/>
                  <a:tailEnd/>
                </a14:hiddenLine>
              </a:ext>
            </a:extLst>
          </p:spPr>
          <p:txBody>
            <a:bodyPr anchor="ctr"/>
            <a:lstStyle/>
            <a:p>
              <a:pPr algn="ctr"/>
              <a:endParaRPr/>
            </a:p>
          </p:txBody>
        </p:sp>
        <p:sp>
          <p:nvSpPr>
            <p:cNvPr id="292" name="ïšḷîḍê">
              <a:extLst>
                <a:ext uri="{FF2B5EF4-FFF2-40B4-BE49-F238E27FC236}">
                  <a16:creationId xmlns:a16="http://schemas.microsoft.com/office/drawing/2014/main" id="{1C162218-01BA-4551-9049-ACFCB40965E9}"/>
                </a:ext>
              </a:extLst>
            </p:cNvPr>
            <p:cNvSpPr/>
            <p:nvPr/>
          </p:nvSpPr>
          <p:spPr bwMode="auto">
            <a:xfrm>
              <a:off x="6579394" y="3736093"/>
              <a:ext cx="128588" cy="38100"/>
            </a:xfrm>
            <a:prstGeom prst="rect">
              <a:avLst/>
            </a:prstGeom>
            <a:solidFill>
              <a:srgbClr val="07123F"/>
            </a:solidFill>
            <a:ln>
              <a:noFill/>
            </a:ln>
            <a:extLst>
              <a:ext uri="{91240B29-F687-4F45-9708-019B960494DF}">
                <a14:hiddenLine xmlns:a14="http://schemas.microsoft.com/office/drawing/2010/main" w="9525">
                  <a:solidFill>
                    <a:srgbClr val="000000"/>
                  </a:solidFill>
                  <a:miter lim="800000"/>
                  <a:headEnd/>
                  <a:tailEnd/>
                </a14:hiddenLine>
              </a:ext>
            </a:extLst>
          </p:spPr>
          <p:txBody>
            <a:bodyPr anchor="ctr"/>
            <a:lstStyle/>
            <a:p>
              <a:pPr algn="ctr"/>
              <a:endParaRPr/>
            </a:p>
          </p:txBody>
        </p:sp>
        <p:sp>
          <p:nvSpPr>
            <p:cNvPr id="293" name="îṩlîďê">
              <a:extLst>
                <a:ext uri="{FF2B5EF4-FFF2-40B4-BE49-F238E27FC236}">
                  <a16:creationId xmlns:a16="http://schemas.microsoft.com/office/drawing/2014/main" id="{0184EF0B-4834-464C-8288-8B3A75D8B89E}"/>
                </a:ext>
              </a:extLst>
            </p:cNvPr>
            <p:cNvSpPr/>
            <p:nvPr/>
          </p:nvSpPr>
          <p:spPr bwMode="auto">
            <a:xfrm>
              <a:off x="6426994" y="3721806"/>
              <a:ext cx="130175" cy="36513"/>
            </a:xfrm>
            <a:prstGeom prst="rect">
              <a:avLst/>
            </a:prstGeom>
            <a:solidFill>
              <a:srgbClr val="FFFFFF"/>
            </a:solidFill>
            <a:ln>
              <a:noFill/>
            </a:ln>
            <a:extLst>
              <a:ext uri="{91240B29-F687-4F45-9708-019B960494DF}">
                <a14:hiddenLine xmlns:a14="http://schemas.microsoft.com/office/drawing/2010/main" w="9525">
                  <a:solidFill>
                    <a:srgbClr val="000000"/>
                  </a:solidFill>
                  <a:miter lim="800000"/>
                  <a:headEnd/>
                  <a:tailEnd/>
                </a14:hiddenLine>
              </a:ext>
            </a:extLst>
          </p:spPr>
          <p:txBody>
            <a:bodyPr anchor="ctr"/>
            <a:lstStyle/>
            <a:p>
              <a:pPr algn="ctr"/>
              <a:endParaRPr/>
            </a:p>
          </p:txBody>
        </p:sp>
        <p:sp>
          <p:nvSpPr>
            <p:cNvPr id="294" name="íş1íďé">
              <a:extLst>
                <a:ext uri="{FF2B5EF4-FFF2-40B4-BE49-F238E27FC236}">
                  <a16:creationId xmlns:a16="http://schemas.microsoft.com/office/drawing/2014/main" id="{0A269216-0472-44C9-B4C6-B3B1896881A2}"/>
                </a:ext>
              </a:extLst>
            </p:cNvPr>
            <p:cNvSpPr/>
            <p:nvPr/>
          </p:nvSpPr>
          <p:spPr bwMode="auto">
            <a:xfrm>
              <a:off x="5849144" y="3728156"/>
              <a:ext cx="688975" cy="349250"/>
            </a:xfrm>
            <a:custGeom>
              <a:avLst/>
              <a:gdLst>
                <a:gd name="T0" fmla="*/ 0 w 341"/>
                <a:gd name="T1" fmla="*/ 31 h 173"/>
                <a:gd name="T2" fmla="*/ 63 w 341"/>
                <a:gd name="T3" fmla="*/ 97 h 173"/>
                <a:gd name="T4" fmla="*/ 64 w 341"/>
                <a:gd name="T5" fmla="*/ 105 h 173"/>
                <a:gd name="T6" fmla="*/ 136 w 341"/>
                <a:gd name="T7" fmla="*/ 173 h 173"/>
                <a:gd name="T8" fmla="*/ 137 w 341"/>
                <a:gd name="T9" fmla="*/ 173 h 173"/>
                <a:gd name="T10" fmla="*/ 215 w 341"/>
                <a:gd name="T11" fmla="*/ 172 h 173"/>
                <a:gd name="T12" fmla="*/ 305 w 341"/>
                <a:gd name="T13" fmla="*/ 83 h 173"/>
                <a:gd name="T14" fmla="*/ 305 w 341"/>
                <a:gd name="T15" fmla="*/ 53 h 173"/>
                <a:gd name="T16" fmla="*/ 341 w 341"/>
                <a:gd name="T17" fmla="*/ 13 h 173"/>
                <a:gd name="T18" fmla="*/ 339 w 341"/>
                <a:gd name="T19" fmla="*/ 0 h 173"/>
                <a:gd name="T20" fmla="*/ 293 w 341"/>
                <a:gd name="T21" fmla="*/ 53 h 173"/>
                <a:gd name="T22" fmla="*/ 292 w 341"/>
                <a:gd name="T23" fmla="*/ 83 h 173"/>
                <a:gd name="T24" fmla="*/ 215 w 341"/>
                <a:gd name="T25" fmla="*/ 160 h 173"/>
                <a:gd name="T26" fmla="*/ 137 w 341"/>
                <a:gd name="T27" fmla="*/ 161 h 173"/>
                <a:gd name="T28" fmla="*/ 136 w 341"/>
                <a:gd name="T29" fmla="*/ 161 h 173"/>
                <a:gd name="T30" fmla="*/ 76 w 341"/>
                <a:gd name="T31" fmla="*/ 104 h 173"/>
                <a:gd name="T32" fmla="*/ 76 w 341"/>
                <a:gd name="T33" fmla="*/ 96 h 173"/>
                <a:gd name="T34" fmla="*/ 1 w 341"/>
                <a:gd name="T35" fmla="*/ 19 h 173"/>
                <a:gd name="T36" fmla="*/ 0 w 341"/>
                <a:gd name="T37" fmla="*/ 31 h 17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341" h="173">
                  <a:moveTo>
                    <a:pt x="0" y="31"/>
                  </a:moveTo>
                  <a:cubicBezTo>
                    <a:pt x="34" y="34"/>
                    <a:pt x="61" y="62"/>
                    <a:pt x="63" y="97"/>
                  </a:cubicBezTo>
                  <a:cubicBezTo>
                    <a:pt x="64" y="105"/>
                    <a:pt x="64" y="105"/>
                    <a:pt x="64" y="105"/>
                  </a:cubicBezTo>
                  <a:cubicBezTo>
                    <a:pt x="67" y="143"/>
                    <a:pt x="98" y="173"/>
                    <a:pt x="136" y="173"/>
                  </a:cubicBezTo>
                  <a:cubicBezTo>
                    <a:pt x="137" y="173"/>
                    <a:pt x="137" y="173"/>
                    <a:pt x="137" y="173"/>
                  </a:cubicBezTo>
                  <a:cubicBezTo>
                    <a:pt x="215" y="172"/>
                    <a:pt x="215" y="172"/>
                    <a:pt x="215" y="172"/>
                  </a:cubicBezTo>
                  <a:cubicBezTo>
                    <a:pt x="264" y="171"/>
                    <a:pt x="304" y="132"/>
                    <a:pt x="305" y="83"/>
                  </a:cubicBezTo>
                  <a:cubicBezTo>
                    <a:pt x="305" y="53"/>
                    <a:pt x="305" y="53"/>
                    <a:pt x="305" y="53"/>
                  </a:cubicBezTo>
                  <a:cubicBezTo>
                    <a:pt x="306" y="33"/>
                    <a:pt x="321" y="16"/>
                    <a:pt x="341" y="13"/>
                  </a:cubicBezTo>
                  <a:cubicBezTo>
                    <a:pt x="339" y="0"/>
                    <a:pt x="339" y="0"/>
                    <a:pt x="339" y="0"/>
                  </a:cubicBezTo>
                  <a:cubicBezTo>
                    <a:pt x="313" y="4"/>
                    <a:pt x="294" y="27"/>
                    <a:pt x="293" y="53"/>
                  </a:cubicBezTo>
                  <a:cubicBezTo>
                    <a:pt x="292" y="83"/>
                    <a:pt x="292" y="83"/>
                    <a:pt x="292" y="83"/>
                  </a:cubicBezTo>
                  <a:cubicBezTo>
                    <a:pt x="292" y="125"/>
                    <a:pt x="257" y="159"/>
                    <a:pt x="215" y="160"/>
                  </a:cubicBezTo>
                  <a:cubicBezTo>
                    <a:pt x="137" y="161"/>
                    <a:pt x="137" y="161"/>
                    <a:pt x="137" y="161"/>
                  </a:cubicBezTo>
                  <a:cubicBezTo>
                    <a:pt x="136" y="161"/>
                    <a:pt x="136" y="161"/>
                    <a:pt x="136" y="161"/>
                  </a:cubicBezTo>
                  <a:cubicBezTo>
                    <a:pt x="105" y="161"/>
                    <a:pt x="78" y="136"/>
                    <a:pt x="76" y="104"/>
                  </a:cubicBezTo>
                  <a:cubicBezTo>
                    <a:pt x="76" y="96"/>
                    <a:pt x="76" y="96"/>
                    <a:pt x="76" y="96"/>
                  </a:cubicBezTo>
                  <a:cubicBezTo>
                    <a:pt x="73" y="55"/>
                    <a:pt x="41" y="23"/>
                    <a:pt x="1" y="19"/>
                  </a:cubicBezTo>
                  <a:cubicBezTo>
                    <a:pt x="0" y="31"/>
                    <a:pt x="0" y="31"/>
                    <a:pt x="0" y="31"/>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nchor="ctr"/>
            <a:lstStyle/>
            <a:p>
              <a:pPr algn="ctr"/>
              <a:endParaRPr/>
            </a:p>
          </p:txBody>
        </p:sp>
        <p:sp>
          <p:nvSpPr>
            <p:cNvPr id="295" name="ís1îḑé">
              <a:extLst>
                <a:ext uri="{FF2B5EF4-FFF2-40B4-BE49-F238E27FC236}">
                  <a16:creationId xmlns:a16="http://schemas.microsoft.com/office/drawing/2014/main" id="{C3DFBE49-CD6B-4CBF-B90D-FC9AC6F27888}"/>
                </a:ext>
              </a:extLst>
            </p:cNvPr>
            <p:cNvSpPr/>
            <p:nvPr/>
          </p:nvSpPr>
          <p:spPr bwMode="auto">
            <a:xfrm>
              <a:off x="6527007" y="2289881"/>
              <a:ext cx="144463" cy="182563"/>
            </a:xfrm>
            <a:custGeom>
              <a:avLst/>
              <a:gdLst>
                <a:gd name="T0" fmla="*/ 28 w 72"/>
                <a:gd name="T1" fmla="*/ 9 h 90"/>
                <a:gd name="T2" fmla="*/ 67 w 72"/>
                <a:gd name="T3" fmla="*/ 65 h 90"/>
                <a:gd name="T4" fmla="*/ 64 w 72"/>
                <a:gd name="T5" fmla="*/ 85 h 90"/>
                <a:gd name="T6" fmla="*/ 63 w 72"/>
                <a:gd name="T7" fmla="*/ 86 h 90"/>
                <a:gd name="T8" fmla="*/ 44 w 72"/>
                <a:gd name="T9" fmla="*/ 81 h 90"/>
                <a:gd name="T10" fmla="*/ 5 w 72"/>
                <a:gd name="T11" fmla="*/ 24 h 90"/>
                <a:gd name="T12" fmla="*/ 7 w 72"/>
                <a:gd name="T13" fmla="*/ 5 h 90"/>
                <a:gd name="T14" fmla="*/ 8 w 72"/>
                <a:gd name="T15" fmla="*/ 4 h 90"/>
                <a:gd name="T16" fmla="*/ 28 w 72"/>
                <a:gd name="T17" fmla="*/ 9 h 9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72" h="90">
                  <a:moveTo>
                    <a:pt x="28" y="9"/>
                  </a:moveTo>
                  <a:cubicBezTo>
                    <a:pt x="67" y="65"/>
                    <a:pt x="67" y="65"/>
                    <a:pt x="67" y="65"/>
                  </a:cubicBezTo>
                  <a:cubicBezTo>
                    <a:pt x="72" y="72"/>
                    <a:pt x="70" y="81"/>
                    <a:pt x="64" y="85"/>
                  </a:cubicBezTo>
                  <a:cubicBezTo>
                    <a:pt x="63" y="86"/>
                    <a:pt x="63" y="86"/>
                    <a:pt x="63" y="86"/>
                  </a:cubicBezTo>
                  <a:cubicBezTo>
                    <a:pt x="57" y="90"/>
                    <a:pt x="49" y="88"/>
                    <a:pt x="44" y="81"/>
                  </a:cubicBezTo>
                  <a:cubicBezTo>
                    <a:pt x="5" y="24"/>
                    <a:pt x="5" y="24"/>
                    <a:pt x="5" y="24"/>
                  </a:cubicBezTo>
                  <a:cubicBezTo>
                    <a:pt x="0" y="18"/>
                    <a:pt x="1" y="9"/>
                    <a:pt x="7" y="5"/>
                  </a:cubicBezTo>
                  <a:cubicBezTo>
                    <a:pt x="8" y="4"/>
                    <a:pt x="8" y="4"/>
                    <a:pt x="8" y="4"/>
                  </a:cubicBezTo>
                  <a:cubicBezTo>
                    <a:pt x="15" y="0"/>
                    <a:pt x="23" y="2"/>
                    <a:pt x="28" y="9"/>
                  </a:cubicBezTo>
                  <a:close/>
                </a:path>
              </a:pathLst>
            </a:custGeom>
            <a:solidFill>
              <a:srgbClr val="F4A891"/>
            </a:solidFill>
            <a:ln>
              <a:noFill/>
            </a:ln>
            <a:extLst>
              <a:ext uri="{91240B29-F687-4F45-9708-019B960494DF}">
                <a14:hiddenLine xmlns:a14="http://schemas.microsoft.com/office/drawing/2010/main" w="9525">
                  <a:solidFill>
                    <a:srgbClr val="000000"/>
                  </a:solidFill>
                  <a:round/>
                  <a:headEnd/>
                  <a:tailEnd/>
                </a14:hiddenLine>
              </a:ext>
            </a:extLst>
          </p:spPr>
          <p:txBody>
            <a:bodyPr anchor="ctr"/>
            <a:lstStyle/>
            <a:p>
              <a:pPr algn="ctr"/>
              <a:endParaRPr/>
            </a:p>
          </p:txBody>
        </p:sp>
        <p:sp>
          <p:nvSpPr>
            <p:cNvPr id="296" name="iṣ1íďê">
              <a:extLst>
                <a:ext uri="{FF2B5EF4-FFF2-40B4-BE49-F238E27FC236}">
                  <a16:creationId xmlns:a16="http://schemas.microsoft.com/office/drawing/2014/main" id="{2824CEDB-C825-4D5D-97F2-AF8D8627FF97}"/>
                </a:ext>
              </a:extLst>
            </p:cNvPr>
            <p:cNvSpPr/>
            <p:nvPr/>
          </p:nvSpPr>
          <p:spPr bwMode="auto">
            <a:xfrm>
              <a:off x="6406357" y="2339093"/>
              <a:ext cx="269875" cy="246063"/>
            </a:xfrm>
            <a:custGeom>
              <a:avLst/>
              <a:gdLst>
                <a:gd name="T0" fmla="*/ 79 w 133"/>
                <a:gd name="T1" fmla="*/ 115 h 122"/>
                <a:gd name="T2" fmla="*/ 30 w 133"/>
                <a:gd name="T3" fmla="*/ 83 h 122"/>
                <a:gd name="T4" fmla="*/ 6 w 133"/>
                <a:gd name="T5" fmla="*/ 43 h 122"/>
                <a:gd name="T6" fmla="*/ 27 w 133"/>
                <a:gd name="T7" fmla="*/ 17 h 122"/>
                <a:gd name="T8" fmla="*/ 63 w 133"/>
                <a:gd name="T9" fmla="*/ 6 h 122"/>
                <a:gd name="T10" fmla="*/ 111 w 133"/>
                <a:gd name="T11" fmla="*/ 28 h 122"/>
                <a:gd name="T12" fmla="*/ 127 w 133"/>
                <a:gd name="T13" fmla="*/ 66 h 122"/>
                <a:gd name="T14" fmla="*/ 114 w 133"/>
                <a:gd name="T15" fmla="*/ 96 h 122"/>
                <a:gd name="T16" fmla="*/ 79 w 133"/>
                <a:gd name="T17" fmla="*/ 115 h 1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33" h="122">
                  <a:moveTo>
                    <a:pt x="79" y="115"/>
                  </a:moveTo>
                  <a:cubicBezTo>
                    <a:pt x="79" y="115"/>
                    <a:pt x="41" y="90"/>
                    <a:pt x="30" y="83"/>
                  </a:cubicBezTo>
                  <a:cubicBezTo>
                    <a:pt x="8" y="69"/>
                    <a:pt x="0" y="57"/>
                    <a:pt x="6" y="43"/>
                  </a:cubicBezTo>
                  <a:cubicBezTo>
                    <a:pt x="27" y="17"/>
                    <a:pt x="27" y="17"/>
                    <a:pt x="27" y="17"/>
                  </a:cubicBezTo>
                  <a:cubicBezTo>
                    <a:pt x="41" y="5"/>
                    <a:pt x="48" y="0"/>
                    <a:pt x="63" y="6"/>
                  </a:cubicBezTo>
                  <a:cubicBezTo>
                    <a:pt x="111" y="28"/>
                    <a:pt x="111" y="28"/>
                    <a:pt x="111" y="28"/>
                  </a:cubicBezTo>
                  <a:cubicBezTo>
                    <a:pt x="126" y="34"/>
                    <a:pt x="133" y="52"/>
                    <a:pt x="127" y="66"/>
                  </a:cubicBezTo>
                  <a:cubicBezTo>
                    <a:pt x="114" y="96"/>
                    <a:pt x="114" y="96"/>
                    <a:pt x="114" y="96"/>
                  </a:cubicBezTo>
                  <a:cubicBezTo>
                    <a:pt x="108" y="111"/>
                    <a:pt x="94" y="122"/>
                    <a:pt x="79" y="115"/>
                  </a:cubicBezTo>
                  <a:close/>
                </a:path>
              </a:pathLst>
            </a:custGeom>
            <a:solidFill>
              <a:srgbClr val="F4A891"/>
            </a:solidFill>
            <a:ln>
              <a:noFill/>
            </a:ln>
            <a:extLst>
              <a:ext uri="{91240B29-F687-4F45-9708-019B960494DF}">
                <a14:hiddenLine xmlns:a14="http://schemas.microsoft.com/office/drawing/2010/main" w="9525">
                  <a:solidFill>
                    <a:srgbClr val="000000"/>
                  </a:solidFill>
                  <a:round/>
                  <a:headEnd/>
                  <a:tailEnd/>
                </a14:hiddenLine>
              </a:ext>
            </a:extLst>
          </p:spPr>
          <p:txBody>
            <a:bodyPr anchor="ctr"/>
            <a:lstStyle/>
            <a:p>
              <a:pPr algn="ctr"/>
              <a:endParaRPr/>
            </a:p>
          </p:txBody>
        </p:sp>
        <p:sp>
          <p:nvSpPr>
            <p:cNvPr id="297" name="işľíḓé">
              <a:extLst>
                <a:ext uri="{FF2B5EF4-FFF2-40B4-BE49-F238E27FC236}">
                  <a16:creationId xmlns:a16="http://schemas.microsoft.com/office/drawing/2014/main" id="{395D6EE1-1117-4F4F-8CC4-9DE40E5A461A}"/>
                </a:ext>
              </a:extLst>
            </p:cNvPr>
            <p:cNvSpPr/>
            <p:nvPr/>
          </p:nvSpPr>
          <p:spPr bwMode="auto">
            <a:xfrm>
              <a:off x="6366669" y="2261306"/>
              <a:ext cx="174625" cy="133350"/>
            </a:xfrm>
            <a:custGeom>
              <a:avLst/>
              <a:gdLst>
                <a:gd name="T0" fmla="*/ 61 w 86"/>
                <a:gd name="T1" fmla="*/ 60 h 66"/>
                <a:gd name="T2" fmla="*/ 12 w 86"/>
                <a:gd name="T3" fmla="*/ 25 h 66"/>
                <a:gd name="T4" fmla="*/ 4 w 86"/>
                <a:gd name="T5" fmla="*/ 6 h 66"/>
                <a:gd name="T6" fmla="*/ 25 w 86"/>
                <a:gd name="T7" fmla="*/ 6 h 66"/>
                <a:gd name="T8" fmla="*/ 74 w 86"/>
                <a:gd name="T9" fmla="*/ 41 h 66"/>
                <a:gd name="T10" fmla="*/ 82 w 86"/>
                <a:gd name="T11" fmla="*/ 61 h 66"/>
                <a:gd name="T12" fmla="*/ 61 w 86"/>
                <a:gd name="T13" fmla="*/ 60 h 66"/>
              </a:gdLst>
              <a:ahLst/>
              <a:cxnLst>
                <a:cxn ang="0">
                  <a:pos x="T0" y="T1"/>
                </a:cxn>
                <a:cxn ang="0">
                  <a:pos x="T2" y="T3"/>
                </a:cxn>
                <a:cxn ang="0">
                  <a:pos x="T4" y="T5"/>
                </a:cxn>
                <a:cxn ang="0">
                  <a:pos x="T6" y="T7"/>
                </a:cxn>
                <a:cxn ang="0">
                  <a:pos x="T8" y="T9"/>
                </a:cxn>
                <a:cxn ang="0">
                  <a:pos x="T10" y="T11"/>
                </a:cxn>
                <a:cxn ang="0">
                  <a:pos x="T12" y="T13"/>
                </a:cxn>
              </a:cxnLst>
              <a:rect l="0" t="0" r="r" b="b"/>
              <a:pathLst>
                <a:path w="86" h="66">
                  <a:moveTo>
                    <a:pt x="61" y="60"/>
                  </a:moveTo>
                  <a:cubicBezTo>
                    <a:pt x="12" y="25"/>
                    <a:pt x="12" y="25"/>
                    <a:pt x="12" y="25"/>
                  </a:cubicBezTo>
                  <a:cubicBezTo>
                    <a:pt x="4" y="20"/>
                    <a:pt x="0" y="11"/>
                    <a:pt x="4" y="6"/>
                  </a:cubicBezTo>
                  <a:cubicBezTo>
                    <a:pt x="7" y="0"/>
                    <a:pt x="17" y="0"/>
                    <a:pt x="25" y="6"/>
                  </a:cubicBezTo>
                  <a:cubicBezTo>
                    <a:pt x="74" y="41"/>
                    <a:pt x="74" y="41"/>
                    <a:pt x="74" y="41"/>
                  </a:cubicBezTo>
                  <a:cubicBezTo>
                    <a:pt x="82" y="46"/>
                    <a:pt x="86" y="55"/>
                    <a:pt x="82" y="61"/>
                  </a:cubicBezTo>
                  <a:cubicBezTo>
                    <a:pt x="79" y="66"/>
                    <a:pt x="70" y="66"/>
                    <a:pt x="61" y="60"/>
                  </a:cubicBezTo>
                  <a:close/>
                </a:path>
              </a:pathLst>
            </a:custGeom>
            <a:solidFill>
              <a:srgbClr val="F4A891"/>
            </a:solidFill>
            <a:ln>
              <a:noFill/>
            </a:ln>
            <a:extLst>
              <a:ext uri="{91240B29-F687-4F45-9708-019B960494DF}">
                <a14:hiddenLine xmlns:a14="http://schemas.microsoft.com/office/drawing/2010/main" w="9525">
                  <a:solidFill>
                    <a:srgbClr val="000000"/>
                  </a:solidFill>
                  <a:round/>
                  <a:headEnd/>
                  <a:tailEnd/>
                </a14:hiddenLine>
              </a:ext>
            </a:extLst>
          </p:spPr>
          <p:txBody>
            <a:bodyPr anchor="ctr"/>
            <a:lstStyle/>
            <a:p>
              <a:pPr algn="ctr"/>
              <a:endParaRPr/>
            </a:p>
          </p:txBody>
        </p:sp>
        <p:sp>
          <p:nvSpPr>
            <p:cNvPr id="298" name="îsḷîḑè">
              <a:extLst>
                <a:ext uri="{FF2B5EF4-FFF2-40B4-BE49-F238E27FC236}">
                  <a16:creationId xmlns:a16="http://schemas.microsoft.com/office/drawing/2014/main" id="{45BB141A-184B-4592-8FE1-476A434852E6}"/>
                </a:ext>
              </a:extLst>
            </p:cNvPr>
            <p:cNvSpPr/>
            <p:nvPr/>
          </p:nvSpPr>
          <p:spPr bwMode="auto">
            <a:xfrm>
              <a:off x="6314282" y="2294643"/>
              <a:ext cx="173038" cy="130175"/>
            </a:xfrm>
            <a:custGeom>
              <a:avLst/>
              <a:gdLst>
                <a:gd name="T0" fmla="*/ 61 w 86"/>
                <a:gd name="T1" fmla="*/ 60 h 65"/>
                <a:gd name="T2" fmla="*/ 12 w 86"/>
                <a:gd name="T3" fmla="*/ 24 h 65"/>
                <a:gd name="T4" fmla="*/ 3 w 86"/>
                <a:gd name="T5" fmla="*/ 5 h 65"/>
                <a:gd name="T6" fmla="*/ 24 w 86"/>
                <a:gd name="T7" fmla="*/ 5 h 65"/>
                <a:gd name="T8" fmla="*/ 74 w 86"/>
                <a:gd name="T9" fmla="*/ 40 h 65"/>
                <a:gd name="T10" fmla="*/ 82 w 86"/>
                <a:gd name="T11" fmla="*/ 60 h 65"/>
                <a:gd name="T12" fmla="*/ 61 w 86"/>
                <a:gd name="T13" fmla="*/ 60 h 65"/>
              </a:gdLst>
              <a:ahLst/>
              <a:cxnLst>
                <a:cxn ang="0">
                  <a:pos x="T0" y="T1"/>
                </a:cxn>
                <a:cxn ang="0">
                  <a:pos x="T2" y="T3"/>
                </a:cxn>
                <a:cxn ang="0">
                  <a:pos x="T4" y="T5"/>
                </a:cxn>
                <a:cxn ang="0">
                  <a:pos x="T6" y="T7"/>
                </a:cxn>
                <a:cxn ang="0">
                  <a:pos x="T8" y="T9"/>
                </a:cxn>
                <a:cxn ang="0">
                  <a:pos x="T10" y="T11"/>
                </a:cxn>
                <a:cxn ang="0">
                  <a:pos x="T12" y="T13"/>
                </a:cxn>
              </a:cxnLst>
              <a:rect l="0" t="0" r="r" b="b"/>
              <a:pathLst>
                <a:path w="86" h="65">
                  <a:moveTo>
                    <a:pt x="61" y="60"/>
                  </a:moveTo>
                  <a:cubicBezTo>
                    <a:pt x="12" y="24"/>
                    <a:pt x="12" y="24"/>
                    <a:pt x="12" y="24"/>
                  </a:cubicBezTo>
                  <a:cubicBezTo>
                    <a:pt x="4" y="19"/>
                    <a:pt x="0" y="10"/>
                    <a:pt x="3" y="5"/>
                  </a:cubicBezTo>
                  <a:cubicBezTo>
                    <a:pt x="7" y="0"/>
                    <a:pt x="16" y="0"/>
                    <a:pt x="24" y="5"/>
                  </a:cubicBezTo>
                  <a:cubicBezTo>
                    <a:pt x="74" y="40"/>
                    <a:pt x="74" y="40"/>
                    <a:pt x="74" y="40"/>
                  </a:cubicBezTo>
                  <a:cubicBezTo>
                    <a:pt x="82" y="46"/>
                    <a:pt x="86" y="54"/>
                    <a:pt x="82" y="60"/>
                  </a:cubicBezTo>
                  <a:cubicBezTo>
                    <a:pt x="79" y="65"/>
                    <a:pt x="69" y="65"/>
                    <a:pt x="61" y="60"/>
                  </a:cubicBezTo>
                  <a:close/>
                </a:path>
              </a:pathLst>
            </a:custGeom>
            <a:solidFill>
              <a:srgbClr val="F4A891"/>
            </a:solidFill>
            <a:ln>
              <a:noFill/>
            </a:ln>
            <a:extLst>
              <a:ext uri="{91240B29-F687-4F45-9708-019B960494DF}">
                <a14:hiddenLine xmlns:a14="http://schemas.microsoft.com/office/drawing/2010/main" w="9525">
                  <a:solidFill>
                    <a:srgbClr val="000000"/>
                  </a:solidFill>
                  <a:round/>
                  <a:headEnd/>
                  <a:tailEnd/>
                </a14:hiddenLine>
              </a:ext>
            </a:extLst>
          </p:spPr>
          <p:txBody>
            <a:bodyPr anchor="ctr"/>
            <a:lstStyle/>
            <a:p>
              <a:pPr algn="ctr"/>
              <a:endParaRPr/>
            </a:p>
          </p:txBody>
        </p:sp>
        <p:sp>
          <p:nvSpPr>
            <p:cNvPr id="299" name="îŝḻíḑè">
              <a:extLst>
                <a:ext uri="{FF2B5EF4-FFF2-40B4-BE49-F238E27FC236}">
                  <a16:creationId xmlns:a16="http://schemas.microsoft.com/office/drawing/2014/main" id="{8AE84683-4E07-46C8-BCE7-53EBEBBC60A9}"/>
                </a:ext>
              </a:extLst>
            </p:cNvPr>
            <p:cNvSpPr/>
            <p:nvPr/>
          </p:nvSpPr>
          <p:spPr bwMode="auto">
            <a:xfrm>
              <a:off x="6309519" y="2358143"/>
              <a:ext cx="174625" cy="133350"/>
            </a:xfrm>
            <a:custGeom>
              <a:avLst/>
              <a:gdLst>
                <a:gd name="T0" fmla="*/ 61 w 86"/>
                <a:gd name="T1" fmla="*/ 60 h 66"/>
                <a:gd name="T2" fmla="*/ 12 w 86"/>
                <a:gd name="T3" fmla="*/ 25 h 66"/>
                <a:gd name="T4" fmla="*/ 3 w 86"/>
                <a:gd name="T5" fmla="*/ 5 h 66"/>
                <a:gd name="T6" fmla="*/ 24 w 86"/>
                <a:gd name="T7" fmla="*/ 6 h 66"/>
                <a:gd name="T8" fmla="*/ 74 w 86"/>
                <a:gd name="T9" fmla="*/ 41 h 66"/>
                <a:gd name="T10" fmla="*/ 82 w 86"/>
                <a:gd name="T11" fmla="*/ 60 h 66"/>
                <a:gd name="T12" fmla="*/ 61 w 86"/>
                <a:gd name="T13" fmla="*/ 60 h 66"/>
              </a:gdLst>
              <a:ahLst/>
              <a:cxnLst>
                <a:cxn ang="0">
                  <a:pos x="T0" y="T1"/>
                </a:cxn>
                <a:cxn ang="0">
                  <a:pos x="T2" y="T3"/>
                </a:cxn>
                <a:cxn ang="0">
                  <a:pos x="T4" y="T5"/>
                </a:cxn>
                <a:cxn ang="0">
                  <a:pos x="T6" y="T7"/>
                </a:cxn>
                <a:cxn ang="0">
                  <a:pos x="T8" y="T9"/>
                </a:cxn>
                <a:cxn ang="0">
                  <a:pos x="T10" y="T11"/>
                </a:cxn>
                <a:cxn ang="0">
                  <a:pos x="T12" y="T13"/>
                </a:cxn>
              </a:cxnLst>
              <a:rect l="0" t="0" r="r" b="b"/>
              <a:pathLst>
                <a:path w="86" h="66">
                  <a:moveTo>
                    <a:pt x="61" y="60"/>
                  </a:moveTo>
                  <a:cubicBezTo>
                    <a:pt x="12" y="25"/>
                    <a:pt x="12" y="25"/>
                    <a:pt x="12" y="25"/>
                  </a:cubicBezTo>
                  <a:cubicBezTo>
                    <a:pt x="4" y="19"/>
                    <a:pt x="0" y="11"/>
                    <a:pt x="3" y="5"/>
                  </a:cubicBezTo>
                  <a:cubicBezTo>
                    <a:pt x="7" y="0"/>
                    <a:pt x="16" y="0"/>
                    <a:pt x="24" y="6"/>
                  </a:cubicBezTo>
                  <a:cubicBezTo>
                    <a:pt x="74" y="41"/>
                    <a:pt x="74" y="41"/>
                    <a:pt x="74" y="41"/>
                  </a:cubicBezTo>
                  <a:cubicBezTo>
                    <a:pt x="82" y="46"/>
                    <a:pt x="86" y="55"/>
                    <a:pt x="82" y="60"/>
                  </a:cubicBezTo>
                  <a:cubicBezTo>
                    <a:pt x="79" y="66"/>
                    <a:pt x="69" y="65"/>
                    <a:pt x="61" y="60"/>
                  </a:cubicBezTo>
                  <a:close/>
                </a:path>
              </a:pathLst>
            </a:custGeom>
            <a:solidFill>
              <a:srgbClr val="F4A891"/>
            </a:solidFill>
            <a:ln>
              <a:noFill/>
            </a:ln>
            <a:extLst>
              <a:ext uri="{91240B29-F687-4F45-9708-019B960494DF}">
                <a14:hiddenLine xmlns:a14="http://schemas.microsoft.com/office/drawing/2010/main" w="9525">
                  <a:solidFill>
                    <a:srgbClr val="000000"/>
                  </a:solidFill>
                  <a:round/>
                  <a:headEnd/>
                  <a:tailEnd/>
                </a14:hiddenLine>
              </a:ext>
            </a:extLst>
          </p:spPr>
          <p:txBody>
            <a:bodyPr anchor="ctr"/>
            <a:lstStyle/>
            <a:p>
              <a:pPr algn="ctr"/>
              <a:endParaRPr/>
            </a:p>
          </p:txBody>
        </p:sp>
        <p:sp>
          <p:nvSpPr>
            <p:cNvPr id="300" name="iṣļîde">
              <a:extLst>
                <a:ext uri="{FF2B5EF4-FFF2-40B4-BE49-F238E27FC236}">
                  <a16:creationId xmlns:a16="http://schemas.microsoft.com/office/drawing/2014/main" id="{7CA89FB2-DF1C-40FA-8BDD-8B7B02040A60}"/>
                </a:ext>
              </a:extLst>
            </p:cNvPr>
            <p:cNvSpPr/>
            <p:nvPr/>
          </p:nvSpPr>
          <p:spPr bwMode="auto">
            <a:xfrm>
              <a:off x="6496844" y="2394656"/>
              <a:ext cx="1277938" cy="404813"/>
            </a:xfrm>
            <a:custGeom>
              <a:avLst/>
              <a:gdLst>
                <a:gd name="T0" fmla="*/ 245 w 632"/>
                <a:gd name="T1" fmla="*/ 185 h 200"/>
                <a:gd name="T2" fmla="*/ 177 w 632"/>
                <a:gd name="T3" fmla="*/ 165 h 200"/>
                <a:gd name="T4" fmla="*/ 142 w 632"/>
                <a:gd name="T5" fmla="*/ 148 h 200"/>
                <a:gd name="T6" fmla="*/ 21 w 632"/>
                <a:gd name="T7" fmla="*/ 78 h 200"/>
                <a:gd name="T8" fmla="*/ 6 w 632"/>
                <a:gd name="T9" fmla="*/ 62 h 200"/>
                <a:gd name="T10" fmla="*/ 13 w 632"/>
                <a:gd name="T11" fmla="*/ 21 h 200"/>
                <a:gd name="T12" fmla="*/ 69 w 632"/>
                <a:gd name="T13" fmla="*/ 21 h 200"/>
                <a:gd name="T14" fmla="*/ 186 w 632"/>
                <a:gd name="T15" fmla="*/ 81 h 200"/>
                <a:gd name="T16" fmla="*/ 226 w 632"/>
                <a:gd name="T17" fmla="*/ 96 h 200"/>
                <a:gd name="T18" fmla="*/ 263 w 632"/>
                <a:gd name="T19" fmla="*/ 105 h 200"/>
                <a:gd name="T20" fmla="*/ 458 w 632"/>
                <a:gd name="T21" fmla="*/ 73 h 200"/>
                <a:gd name="T22" fmla="*/ 558 w 632"/>
                <a:gd name="T23" fmla="*/ 22 h 200"/>
                <a:gd name="T24" fmla="*/ 621 w 632"/>
                <a:gd name="T25" fmla="*/ 36 h 200"/>
                <a:gd name="T26" fmla="*/ 597 w 632"/>
                <a:gd name="T27" fmla="*/ 94 h 200"/>
                <a:gd name="T28" fmla="*/ 497 w 632"/>
                <a:gd name="T29" fmla="*/ 145 h 200"/>
                <a:gd name="T30" fmla="*/ 245 w 632"/>
                <a:gd name="T31" fmla="*/ 185 h 2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632" h="200">
                  <a:moveTo>
                    <a:pt x="245" y="185"/>
                  </a:moveTo>
                  <a:cubicBezTo>
                    <a:pt x="222" y="181"/>
                    <a:pt x="199" y="174"/>
                    <a:pt x="177" y="165"/>
                  </a:cubicBezTo>
                  <a:cubicBezTo>
                    <a:pt x="165" y="160"/>
                    <a:pt x="153" y="155"/>
                    <a:pt x="142" y="148"/>
                  </a:cubicBezTo>
                  <a:cubicBezTo>
                    <a:pt x="21" y="78"/>
                    <a:pt x="21" y="78"/>
                    <a:pt x="21" y="78"/>
                  </a:cubicBezTo>
                  <a:cubicBezTo>
                    <a:pt x="14" y="74"/>
                    <a:pt x="9" y="68"/>
                    <a:pt x="6" y="62"/>
                  </a:cubicBezTo>
                  <a:cubicBezTo>
                    <a:pt x="0" y="49"/>
                    <a:pt x="2" y="34"/>
                    <a:pt x="13" y="21"/>
                  </a:cubicBezTo>
                  <a:cubicBezTo>
                    <a:pt x="29" y="0"/>
                    <a:pt x="48" y="9"/>
                    <a:pt x="69" y="21"/>
                  </a:cubicBezTo>
                  <a:cubicBezTo>
                    <a:pt x="186" y="81"/>
                    <a:pt x="186" y="81"/>
                    <a:pt x="186" y="81"/>
                  </a:cubicBezTo>
                  <a:cubicBezTo>
                    <a:pt x="199" y="87"/>
                    <a:pt x="213" y="92"/>
                    <a:pt x="226" y="96"/>
                  </a:cubicBezTo>
                  <a:cubicBezTo>
                    <a:pt x="238" y="100"/>
                    <a:pt x="251" y="103"/>
                    <a:pt x="263" y="105"/>
                  </a:cubicBezTo>
                  <a:cubicBezTo>
                    <a:pt x="329" y="116"/>
                    <a:pt x="397" y="104"/>
                    <a:pt x="458" y="73"/>
                  </a:cubicBezTo>
                  <a:cubicBezTo>
                    <a:pt x="558" y="22"/>
                    <a:pt x="558" y="22"/>
                    <a:pt x="558" y="22"/>
                  </a:cubicBezTo>
                  <a:cubicBezTo>
                    <a:pt x="582" y="10"/>
                    <a:pt x="610" y="16"/>
                    <a:pt x="621" y="36"/>
                  </a:cubicBezTo>
                  <a:cubicBezTo>
                    <a:pt x="632" y="55"/>
                    <a:pt x="621" y="82"/>
                    <a:pt x="597" y="94"/>
                  </a:cubicBezTo>
                  <a:cubicBezTo>
                    <a:pt x="497" y="145"/>
                    <a:pt x="497" y="145"/>
                    <a:pt x="497" y="145"/>
                  </a:cubicBezTo>
                  <a:cubicBezTo>
                    <a:pt x="416" y="187"/>
                    <a:pt x="327" y="200"/>
                    <a:pt x="245" y="185"/>
                  </a:cubicBezTo>
                  <a:close/>
                </a:path>
              </a:pathLst>
            </a:custGeom>
            <a:solidFill>
              <a:srgbClr val="F4A891"/>
            </a:solidFill>
            <a:ln>
              <a:noFill/>
            </a:ln>
            <a:extLst>
              <a:ext uri="{91240B29-F687-4F45-9708-019B960494DF}">
                <a14:hiddenLine xmlns:a14="http://schemas.microsoft.com/office/drawing/2010/main" w="9525">
                  <a:solidFill>
                    <a:srgbClr val="000000"/>
                  </a:solidFill>
                  <a:round/>
                  <a:headEnd/>
                  <a:tailEnd/>
                </a14:hiddenLine>
              </a:ext>
            </a:extLst>
          </p:spPr>
          <p:txBody>
            <a:bodyPr anchor="ctr"/>
            <a:lstStyle/>
            <a:p>
              <a:pPr algn="ctr"/>
              <a:endParaRPr/>
            </a:p>
          </p:txBody>
        </p:sp>
        <p:sp>
          <p:nvSpPr>
            <p:cNvPr id="301" name="îSľíḑê">
              <a:extLst>
                <a:ext uri="{FF2B5EF4-FFF2-40B4-BE49-F238E27FC236}">
                  <a16:creationId xmlns:a16="http://schemas.microsoft.com/office/drawing/2014/main" id="{F6C87BE2-B63A-41F2-97AE-2037614C7AD3}"/>
                </a:ext>
              </a:extLst>
            </p:cNvPr>
            <p:cNvSpPr/>
            <p:nvPr/>
          </p:nvSpPr>
          <p:spPr bwMode="auto">
            <a:xfrm>
              <a:off x="6885782" y="2594681"/>
              <a:ext cx="176213" cy="182563"/>
            </a:xfrm>
            <a:custGeom>
              <a:avLst/>
              <a:gdLst>
                <a:gd name="T0" fmla="*/ 87 w 87"/>
                <a:gd name="T1" fmla="*/ 10 h 90"/>
                <a:gd name="T2" fmla="*/ 69 w 87"/>
                <a:gd name="T3" fmla="*/ 90 h 90"/>
                <a:gd name="T4" fmla="*/ 0 w 87"/>
                <a:gd name="T5" fmla="*/ 72 h 90"/>
                <a:gd name="T6" fmla="*/ 40 w 87"/>
                <a:gd name="T7" fmla="*/ 0 h 90"/>
                <a:gd name="T8" fmla="*/ 87 w 87"/>
                <a:gd name="T9" fmla="*/ 10 h 90"/>
              </a:gdLst>
              <a:ahLst/>
              <a:cxnLst>
                <a:cxn ang="0">
                  <a:pos x="T0" y="T1"/>
                </a:cxn>
                <a:cxn ang="0">
                  <a:pos x="T2" y="T3"/>
                </a:cxn>
                <a:cxn ang="0">
                  <a:pos x="T4" y="T5"/>
                </a:cxn>
                <a:cxn ang="0">
                  <a:pos x="T6" y="T7"/>
                </a:cxn>
                <a:cxn ang="0">
                  <a:pos x="T8" y="T9"/>
                </a:cxn>
              </a:cxnLst>
              <a:rect l="0" t="0" r="r" b="b"/>
              <a:pathLst>
                <a:path w="87" h="90">
                  <a:moveTo>
                    <a:pt x="87" y="10"/>
                  </a:moveTo>
                  <a:cubicBezTo>
                    <a:pt x="69" y="90"/>
                    <a:pt x="69" y="90"/>
                    <a:pt x="69" y="90"/>
                  </a:cubicBezTo>
                  <a:cubicBezTo>
                    <a:pt x="45" y="85"/>
                    <a:pt x="22" y="81"/>
                    <a:pt x="0" y="72"/>
                  </a:cubicBezTo>
                  <a:cubicBezTo>
                    <a:pt x="40" y="0"/>
                    <a:pt x="40" y="0"/>
                    <a:pt x="40" y="0"/>
                  </a:cubicBezTo>
                  <a:lnTo>
                    <a:pt x="87" y="10"/>
                  </a:lnTo>
                  <a:close/>
                </a:path>
              </a:pathLst>
            </a:custGeom>
            <a:solidFill>
              <a:srgbClr val="F4A891"/>
            </a:solidFill>
            <a:ln>
              <a:noFill/>
            </a:ln>
            <a:extLst>
              <a:ext uri="{91240B29-F687-4F45-9708-019B960494DF}">
                <a14:hiddenLine xmlns:a14="http://schemas.microsoft.com/office/drawing/2010/main" w="9525">
                  <a:solidFill>
                    <a:srgbClr val="000000"/>
                  </a:solidFill>
                  <a:round/>
                  <a:headEnd/>
                  <a:tailEnd/>
                </a14:hiddenLine>
              </a:ext>
            </a:extLst>
          </p:spPr>
          <p:txBody>
            <a:bodyPr anchor="ctr"/>
            <a:lstStyle/>
            <a:p>
              <a:pPr algn="ctr"/>
              <a:endParaRPr/>
            </a:p>
          </p:txBody>
        </p:sp>
        <p:sp>
          <p:nvSpPr>
            <p:cNvPr id="302" name="î$ļíḑê">
              <a:extLst>
                <a:ext uri="{FF2B5EF4-FFF2-40B4-BE49-F238E27FC236}">
                  <a16:creationId xmlns:a16="http://schemas.microsoft.com/office/drawing/2014/main" id="{6EDC34B3-A820-4B39-AB4F-D8DCE29AD1DE}"/>
                </a:ext>
              </a:extLst>
            </p:cNvPr>
            <p:cNvSpPr/>
            <p:nvPr/>
          </p:nvSpPr>
          <p:spPr bwMode="auto">
            <a:xfrm>
              <a:off x="6934994" y="2570868"/>
              <a:ext cx="155575" cy="230188"/>
            </a:xfrm>
            <a:custGeom>
              <a:avLst/>
              <a:gdLst>
                <a:gd name="T0" fmla="*/ 98 w 98"/>
                <a:gd name="T1" fmla="*/ 14 h 145"/>
                <a:gd name="T2" fmla="*/ 79 w 98"/>
                <a:gd name="T3" fmla="*/ 74 h 145"/>
                <a:gd name="T4" fmla="*/ 36 w 98"/>
                <a:gd name="T5" fmla="*/ 84 h 145"/>
                <a:gd name="T6" fmla="*/ 71 w 98"/>
                <a:gd name="T7" fmla="*/ 111 h 145"/>
                <a:gd name="T8" fmla="*/ 61 w 98"/>
                <a:gd name="T9" fmla="*/ 145 h 145"/>
                <a:gd name="T10" fmla="*/ 0 w 98"/>
                <a:gd name="T11" fmla="*/ 130 h 145"/>
                <a:gd name="T12" fmla="*/ 42 w 98"/>
                <a:gd name="T13" fmla="*/ 0 h 145"/>
                <a:gd name="T14" fmla="*/ 98 w 98"/>
                <a:gd name="T15" fmla="*/ 14 h 145"/>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98" h="145">
                  <a:moveTo>
                    <a:pt x="98" y="14"/>
                  </a:moveTo>
                  <a:lnTo>
                    <a:pt x="79" y="74"/>
                  </a:lnTo>
                  <a:lnTo>
                    <a:pt x="36" y="84"/>
                  </a:lnTo>
                  <a:lnTo>
                    <a:pt x="71" y="111"/>
                  </a:lnTo>
                  <a:lnTo>
                    <a:pt x="61" y="145"/>
                  </a:lnTo>
                  <a:lnTo>
                    <a:pt x="0" y="130"/>
                  </a:lnTo>
                  <a:lnTo>
                    <a:pt x="42" y="0"/>
                  </a:lnTo>
                  <a:lnTo>
                    <a:pt x="98" y="14"/>
                  </a:lnTo>
                  <a:close/>
                </a:path>
              </a:pathLst>
            </a:custGeom>
            <a:solidFill>
              <a:srgbClr val="07113D"/>
            </a:solidFill>
            <a:ln>
              <a:noFill/>
            </a:ln>
            <a:extLst>
              <a:ext uri="{91240B29-F687-4F45-9708-019B960494DF}">
                <a14:hiddenLine xmlns:a14="http://schemas.microsoft.com/office/drawing/2010/main" w="9525">
                  <a:solidFill>
                    <a:srgbClr val="000000"/>
                  </a:solidFill>
                  <a:round/>
                  <a:headEnd/>
                  <a:tailEnd/>
                </a14:hiddenLine>
              </a:ext>
            </a:extLst>
          </p:spPr>
          <p:txBody>
            <a:bodyPr anchor="ctr"/>
            <a:lstStyle/>
            <a:p>
              <a:pPr algn="ctr"/>
              <a:endParaRPr/>
            </a:p>
          </p:txBody>
        </p:sp>
        <p:sp>
          <p:nvSpPr>
            <p:cNvPr id="303" name="íşlîḓê">
              <a:extLst>
                <a:ext uri="{FF2B5EF4-FFF2-40B4-BE49-F238E27FC236}">
                  <a16:creationId xmlns:a16="http://schemas.microsoft.com/office/drawing/2014/main" id="{D34A3A9A-0F3B-4AE2-BF95-2F09F97B3588}"/>
                </a:ext>
              </a:extLst>
            </p:cNvPr>
            <p:cNvSpPr/>
            <p:nvPr/>
          </p:nvSpPr>
          <p:spPr bwMode="auto">
            <a:xfrm>
              <a:off x="7873207" y="1180218"/>
              <a:ext cx="411163" cy="411163"/>
            </a:xfrm>
            <a:custGeom>
              <a:avLst/>
              <a:gdLst>
                <a:gd name="T0" fmla="*/ 198 w 203"/>
                <a:gd name="T1" fmla="*/ 112 h 203"/>
                <a:gd name="T2" fmla="*/ 92 w 203"/>
                <a:gd name="T3" fmla="*/ 197 h 203"/>
                <a:gd name="T4" fmla="*/ 6 w 203"/>
                <a:gd name="T5" fmla="*/ 91 h 203"/>
                <a:gd name="T6" fmla="*/ 112 w 203"/>
                <a:gd name="T7" fmla="*/ 6 h 203"/>
                <a:gd name="T8" fmla="*/ 198 w 203"/>
                <a:gd name="T9" fmla="*/ 112 h 203"/>
              </a:gdLst>
              <a:ahLst/>
              <a:cxnLst>
                <a:cxn ang="0">
                  <a:pos x="T0" y="T1"/>
                </a:cxn>
                <a:cxn ang="0">
                  <a:pos x="T2" y="T3"/>
                </a:cxn>
                <a:cxn ang="0">
                  <a:pos x="T4" y="T5"/>
                </a:cxn>
                <a:cxn ang="0">
                  <a:pos x="T6" y="T7"/>
                </a:cxn>
                <a:cxn ang="0">
                  <a:pos x="T8" y="T9"/>
                </a:cxn>
              </a:cxnLst>
              <a:rect l="0" t="0" r="r" b="b"/>
              <a:pathLst>
                <a:path w="203" h="203">
                  <a:moveTo>
                    <a:pt x="198" y="112"/>
                  </a:moveTo>
                  <a:cubicBezTo>
                    <a:pt x="192" y="165"/>
                    <a:pt x="145" y="203"/>
                    <a:pt x="92" y="197"/>
                  </a:cubicBezTo>
                  <a:cubicBezTo>
                    <a:pt x="39" y="192"/>
                    <a:pt x="0" y="144"/>
                    <a:pt x="6" y="91"/>
                  </a:cubicBezTo>
                  <a:cubicBezTo>
                    <a:pt x="12" y="39"/>
                    <a:pt x="59" y="0"/>
                    <a:pt x="112" y="6"/>
                  </a:cubicBezTo>
                  <a:cubicBezTo>
                    <a:pt x="165" y="12"/>
                    <a:pt x="203" y="59"/>
                    <a:pt x="198" y="112"/>
                  </a:cubicBezTo>
                  <a:close/>
                </a:path>
              </a:pathLst>
            </a:custGeom>
            <a:solidFill>
              <a:srgbClr val="B95241"/>
            </a:solidFill>
            <a:ln>
              <a:noFill/>
            </a:ln>
            <a:extLst>
              <a:ext uri="{91240B29-F687-4F45-9708-019B960494DF}">
                <a14:hiddenLine xmlns:a14="http://schemas.microsoft.com/office/drawing/2010/main" w="9525">
                  <a:solidFill>
                    <a:srgbClr val="000000"/>
                  </a:solidFill>
                  <a:round/>
                  <a:headEnd/>
                  <a:tailEnd/>
                </a14:hiddenLine>
              </a:ext>
            </a:extLst>
          </p:spPr>
          <p:txBody>
            <a:bodyPr anchor="ctr"/>
            <a:lstStyle/>
            <a:p>
              <a:pPr algn="ctr"/>
              <a:endParaRPr/>
            </a:p>
          </p:txBody>
        </p:sp>
        <p:sp>
          <p:nvSpPr>
            <p:cNvPr id="304" name="ïṣļîdê">
              <a:extLst>
                <a:ext uri="{FF2B5EF4-FFF2-40B4-BE49-F238E27FC236}">
                  <a16:creationId xmlns:a16="http://schemas.microsoft.com/office/drawing/2014/main" id="{133E4EAA-A8A3-43A4-83AA-159C44C90180}"/>
                </a:ext>
              </a:extLst>
            </p:cNvPr>
            <p:cNvSpPr/>
            <p:nvPr/>
          </p:nvSpPr>
          <p:spPr bwMode="auto">
            <a:xfrm>
              <a:off x="7465219" y="1264356"/>
              <a:ext cx="754063" cy="781050"/>
            </a:xfrm>
            <a:custGeom>
              <a:avLst/>
              <a:gdLst>
                <a:gd name="T0" fmla="*/ 269 w 373"/>
                <a:gd name="T1" fmla="*/ 386 h 387"/>
                <a:gd name="T2" fmla="*/ 269 w 373"/>
                <a:gd name="T3" fmla="*/ 351 h 387"/>
                <a:gd name="T4" fmla="*/ 252 w 373"/>
                <a:gd name="T5" fmla="*/ 166 h 387"/>
                <a:gd name="T6" fmla="*/ 5 w 373"/>
                <a:gd name="T7" fmla="*/ 222 h 387"/>
                <a:gd name="T8" fmla="*/ 0 w 373"/>
                <a:gd name="T9" fmla="*/ 184 h 387"/>
                <a:gd name="T10" fmla="*/ 0 w 373"/>
                <a:gd name="T11" fmla="*/ 176 h 387"/>
                <a:gd name="T12" fmla="*/ 13 w 373"/>
                <a:gd name="T13" fmla="*/ 117 h 387"/>
                <a:gd name="T14" fmla="*/ 37 w 373"/>
                <a:gd name="T15" fmla="*/ 73 h 387"/>
                <a:gd name="T16" fmla="*/ 37 w 373"/>
                <a:gd name="T17" fmla="*/ 73 h 387"/>
                <a:gd name="T18" fmla="*/ 187 w 373"/>
                <a:gd name="T19" fmla="*/ 2 h 387"/>
                <a:gd name="T20" fmla="*/ 196 w 373"/>
                <a:gd name="T21" fmla="*/ 3 h 387"/>
                <a:gd name="T22" fmla="*/ 357 w 373"/>
                <a:gd name="T23" fmla="*/ 120 h 387"/>
                <a:gd name="T24" fmla="*/ 370 w 373"/>
                <a:gd name="T25" fmla="*/ 189 h 387"/>
                <a:gd name="T26" fmla="*/ 269 w 373"/>
                <a:gd name="T27" fmla="*/ 386 h 3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373" h="387">
                  <a:moveTo>
                    <a:pt x="269" y="386"/>
                  </a:moveTo>
                  <a:cubicBezTo>
                    <a:pt x="269" y="387"/>
                    <a:pt x="269" y="373"/>
                    <a:pt x="269" y="351"/>
                  </a:cubicBezTo>
                  <a:cubicBezTo>
                    <a:pt x="269" y="291"/>
                    <a:pt x="269" y="175"/>
                    <a:pt x="252" y="166"/>
                  </a:cubicBezTo>
                  <a:cubicBezTo>
                    <a:pt x="206" y="141"/>
                    <a:pt x="16" y="274"/>
                    <a:pt x="5" y="222"/>
                  </a:cubicBezTo>
                  <a:cubicBezTo>
                    <a:pt x="2" y="210"/>
                    <a:pt x="0" y="197"/>
                    <a:pt x="0" y="184"/>
                  </a:cubicBezTo>
                  <a:cubicBezTo>
                    <a:pt x="0" y="182"/>
                    <a:pt x="0" y="179"/>
                    <a:pt x="0" y="176"/>
                  </a:cubicBezTo>
                  <a:cubicBezTo>
                    <a:pt x="1" y="155"/>
                    <a:pt x="5" y="135"/>
                    <a:pt x="13" y="117"/>
                  </a:cubicBezTo>
                  <a:cubicBezTo>
                    <a:pt x="19" y="101"/>
                    <a:pt x="27" y="86"/>
                    <a:pt x="37" y="73"/>
                  </a:cubicBezTo>
                  <a:cubicBezTo>
                    <a:pt x="37" y="73"/>
                    <a:pt x="37" y="73"/>
                    <a:pt x="37" y="73"/>
                  </a:cubicBezTo>
                  <a:cubicBezTo>
                    <a:pt x="72" y="28"/>
                    <a:pt x="127" y="0"/>
                    <a:pt x="187" y="2"/>
                  </a:cubicBezTo>
                  <a:cubicBezTo>
                    <a:pt x="190" y="2"/>
                    <a:pt x="193" y="2"/>
                    <a:pt x="196" y="3"/>
                  </a:cubicBezTo>
                  <a:cubicBezTo>
                    <a:pt x="268" y="8"/>
                    <a:pt x="330" y="53"/>
                    <a:pt x="357" y="120"/>
                  </a:cubicBezTo>
                  <a:cubicBezTo>
                    <a:pt x="365" y="141"/>
                    <a:pt x="369" y="164"/>
                    <a:pt x="370" y="189"/>
                  </a:cubicBezTo>
                  <a:cubicBezTo>
                    <a:pt x="373" y="339"/>
                    <a:pt x="287" y="359"/>
                    <a:pt x="269" y="386"/>
                  </a:cubicBezTo>
                  <a:close/>
                </a:path>
              </a:pathLst>
            </a:custGeom>
            <a:solidFill>
              <a:srgbClr val="DB734C"/>
            </a:solidFill>
            <a:ln>
              <a:noFill/>
            </a:ln>
            <a:extLst>
              <a:ext uri="{91240B29-F687-4F45-9708-019B960494DF}">
                <a14:hiddenLine xmlns:a14="http://schemas.microsoft.com/office/drawing/2010/main" w="9525">
                  <a:solidFill>
                    <a:srgbClr val="000000"/>
                  </a:solidFill>
                  <a:round/>
                  <a:headEnd/>
                  <a:tailEnd/>
                </a14:hiddenLine>
              </a:ext>
            </a:extLst>
          </p:spPr>
          <p:txBody>
            <a:bodyPr anchor="ctr"/>
            <a:lstStyle/>
            <a:p>
              <a:pPr algn="ctr"/>
              <a:endParaRPr/>
            </a:p>
          </p:txBody>
        </p:sp>
        <p:sp>
          <p:nvSpPr>
            <p:cNvPr id="305" name="îṣ1îḋe">
              <a:extLst>
                <a:ext uri="{FF2B5EF4-FFF2-40B4-BE49-F238E27FC236}">
                  <a16:creationId xmlns:a16="http://schemas.microsoft.com/office/drawing/2014/main" id="{47561314-3C3A-4BCF-B4B4-0E273D7231D6}"/>
                </a:ext>
              </a:extLst>
            </p:cNvPr>
            <p:cNvSpPr/>
            <p:nvPr/>
          </p:nvSpPr>
          <p:spPr bwMode="auto">
            <a:xfrm>
              <a:off x="8009732" y="1505656"/>
              <a:ext cx="209550" cy="539750"/>
            </a:xfrm>
            <a:custGeom>
              <a:avLst/>
              <a:gdLst>
                <a:gd name="T0" fmla="*/ 0 w 104"/>
                <a:gd name="T1" fmla="*/ 266 h 267"/>
                <a:gd name="T2" fmla="*/ 0 w 104"/>
                <a:gd name="T3" fmla="*/ 231 h 267"/>
                <a:gd name="T4" fmla="*/ 1 w 104"/>
                <a:gd name="T5" fmla="*/ 226 h 267"/>
                <a:gd name="T6" fmla="*/ 78 w 104"/>
                <a:gd name="T7" fmla="*/ 110 h 267"/>
                <a:gd name="T8" fmla="*/ 88 w 104"/>
                <a:gd name="T9" fmla="*/ 0 h 267"/>
                <a:gd name="T10" fmla="*/ 101 w 104"/>
                <a:gd name="T11" fmla="*/ 69 h 267"/>
                <a:gd name="T12" fmla="*/ 0 w 104"/>
                <a:gd name="T13" fmla="*/ 266 h 267"/>
              </a:gdLst>
              <a:ahLst/>
              <a:cxnLst>
                <a:cxn ang="0">
                  <a:pos x="T0" y="T1"/>
                </a:cxn>
                <a:cxn ang="0">
                  <a:pos x="T2" y="T3"/>
                </a:cxn>
                <a:cxn ang="0">
                  <a:pos x="T4" y="T5"/>
                </a:cxn>
                <a:cxn ang="0">
                  <a:pos x="T6" y="T7"/>
                </a:cxn>
                <a:cxn ang="0">
                  <a:pos x="T8" y="T9"/>
                </a:cxn>
                <a:cxn ang="0">
                  <a:pos x="T10" y="T11"/>
                </a:cxn>
                <a:cxn ang="0">
                  <a:pos x="T12" y="T13"/>
                </a:cxn>
              </a:cxnLst>
              <a:rect l="0" t="0" r="r" b="b"/>
              <a:pathLst>
                <a:path w="104" h="267">
                  <a:moveTo>
                    <a:pt x="0" y="266"/>
                  </a:moveTo>
                  <a:cubicBezTo>
                    <a:pt x="0" y="267"/>
                    <a:pt x="0" y="253"/>
                    <a:pt x="0" y="231"/>
                  </a:cubicBezTo>
                  <a:cubicBezTo>
                    <a:pt x="1" y="226"/>
                    <a:pt x="1" y="226"/>
                    <a:pt x="1" y="226"/>
                  </a:cubicBezTo>
                  <a:cubicBezTo>
                    <a:pt x="1" y="226"/>
                    <a:pt x="59" y="189"/>
                    <a:pt x="78" y="110"/>
                  </a:cubicBezTo>
                  <a:cubicBezTo>
                    <a:pt x="92" y="54"/>
                    <a:pt x="90" y="17"/>
                    <a:pt x="88" y="0"/>
                  </a:cubicBezTo>
                  <a:cubicBezTo>
                    <a:pt x="96" y="21"/>
                    <a:pt x="100" y="44"/>
                    <a:pt x="101" y="69"/>
                  </a:cubicBezTo>
                  <a:cubicBezTo>
                    <a:pt x="104" y="219"/>
                    <a:pt x="18" y="239"/>
                    <a:pt x="0" y="266"/>
                  </a:cubicBezTo>
                  <a:close/>
                </a:path>
              </a:pathLst>
            </a:custGeom>
            <a:solidFill>
              <a:srgbClr val="B95241"/>
            </a:solidFill>
            <a:ln>
              <a:noFill/>
            </a:ln>
            <a:extLst>
              <a:ext uri="{91240B29-F687-4F45-9708-019B960494DF}">
                <a14:hiddenLine xmlns:a14="http://schemas.microsoft.com/office/drawing/2010/main" w="9525">
                  <a:solidFill>
                    <a:srgbClr val="000000"/>
                  </a:solidFill>
                  <a:round/>
                  <a:headEnd/>
                  <a:tailEnd/>
                </a14:hiddenLine>
              </a:ext>
            </a:extLst>
          </p:spPr>
          <p:txBody>
            <a:bodyPr anchor="ctr"/>
            <a:lstStyle/>
            <a:p>
              <a:pPr algn="ctr"/>
              <a:endParaRPr/>
            </a:p>
          </p:txBody>
        </p:sp>
        <p:sp>
          <p:nvSpPr>
            <p:cNvPr id="306" name="íṡḻíḓé">
              <a:extLst>
                <a:ext uri="{FF2B5EF4-FFF2-40B4-BE49-F238E27FC236}">
                  <a16:creationId xmlns:a16="http://schemas.microsoft.com/office/drawing/2014/main" id="{D6E99057-0F06-4FCA-BD5B-ADB12E5DC516}"/>
                </a:ext>
              </a:extLst>
            </p:cNvPr>
            <p:cNvSpPr/>
            <p:nvPr/>
          </p:nvSpPr>
          <p:spPr bwMode="auto">
            <a:xfrm>
              <a:off x="7755732" y="1894593"/>
              <a:ext cx="261938" cy="652463"/>
            </a:xfrm>
            <a:custGeom>
              <a:avLst/>
              <a:gdLst>
                <a:gd name="T0" fmla="*/ 43 w 129"/>
                <a:gd name="T1" fmla="*/ 319 h 323"/>
                <a:gd name="T2" fmla="*/ 52 w 129"/>
                <a:gd name="T3" fmla="*/ 320 h 323"/>
                <a:gd name="T4" fmla="*/ 102 w 129"/>
                <a:gd name="T5" fmla="*/ 280 h 323"/>
                <a:gd name="T6" fmla="*/ 126 w 129"/>
                <a:gd name="T7" fmla="*/ 54 h 323"/>
                <a:gd name="T8" fmla="*/ 85 w 129"/>
                <a:gd name="T9" fmla="*/ 4 h 323"/>
                <a:gd name="T10" fmla="*/ 77 w 129"/>
                <a:gd name="T11" fmla="*/ 3 h 323"/>
                <a:gd name="T12" fmla="*/ 27 w 129"/>
                <a:gd name="T13" fmla="*/ 43 h 323"/>
                <a:gd name="T14" fmla="*/ 3 w 129"/>
                <a:gd name="T15" fmla="*/ 269 h 323"/>
                <a:gd name="T16" fmla="*/ 43 w 129"/>
                <a:gd name="T17" fmla="*/ 319 h 3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29" h="323">
                  <a:moveTo>
                    <a:pt x="43" y="319"/>
                  </a:moveTo>
                  <a:cubicBezTo>
                    <a:pt x="52" y="320"/>
                    <a:pt x="52" y="320"/>
                    <a:pt x="52" y="320"/>
                  </a:cubicBezTo>
                  <a:cubicBezTo>
                    <a:pt x="77" y="323"/>
                    <a:pt x="99" y="305"/>
                    <a:pt x="102" y="280"/>
                  </a:cubicBezTo>
                  <a:cubicBezTo>
                    <a:pt x="126" y="54"/>
                    <a:pt x="126" y="54"/>
                    <a:pt x="126" y="54"/>
                  </a:cubicBezTo>
                  <a:cubicBezTo>
                    <a:pt x="129" y="29"/>
                    <a:pt x="110" y="6"/>
                    <a:pt x="85" y="4"/>
                  </a:cubicBezTo>
                  <a:cubicBezTo>
                    <a:pt x="77" y="3"/>
                    <a:pt x="77" y="3"/>
                    <a:pt x="77" y="3"/>
                  </a:cubicBezTo>
                  <a:cubicBezTo>
                    <a:pt x="52" y="0"/>
                    <a:pt x="29" y="18"/>
                    <a:pt x="27" y="43"/>
                  </a:cubicBezTo>
                  <a:cubicBezTo>
                    <a:pt x="3" y="269"/>
                    <a:pt x="3" y="269"/>
                    <a:pt x="3" y="269"/>
                  </a:cubicBezTo>
                  <a:cubicBezTo>
                    <a:pt x="0" y="294"/>
                    <a:pt x="18" y="316"/>
                    <a:pt x="43" y="319"/>
                  </a:cubicBezTo>
                  <a:close/>
                </a:path>
              </a:pathLst>
            </a:custGeom>
            <a:solidFill>
              <a:srgbClr val="F4A891"/>
            </a:solidFill>
            <a:ln>
              <a:noFill/>
            </a:ln>
            <a:extLst>
              <a:ext uri="{91240B29-F687-4F45-9708-019B960494DF}">
                <a14:hiddenLine xmlns:a14="http://schemas.microsoft.com/office/drawing/2010/main" w="9525">
                  <a:solidFill>
                    <a:srgbClr val="000000"/>
                  </a:solidFill>
                  <a:round/>
                  <a:headEnd/>
                  <a:tailEnd/>
                </a14:hiddenLine>
              </a:ext>
            </a:extLst>
          </p:spPr>
          <p:txBody>
            <a:bodyPr anchor="ctr"/>
            <a:lstStyle/>
            <a:p>
              <a:pPr algn="ctr"/>
              <a:endParaRPr/>
            </a:p>
          </p:txBody>
        </p:sp>
        <p:sp>
          <p:nvSpPr>
            <p:cNvPr id="307" name="iśļïdè">
              <a:extLst>
                <a:ext uri="{FF2B5EF4-FFF2-40B4-BE49-F238E27FC236}">
                  <a16:creationId xmlns:a16="http://schemas.microsoft.com/office/drawing/2014/main" id="{CC2E1A1E-CCFB-4CE1-A090-C169B60950F6}"/>
                </a:ext>
              </a:extLst>
            </p:cNvPr>
            <p:cNvSpPr/>
            <p:nvPr/>
          </p:nvSpPr>
          <p:spPr bwMode="auto">
            <a:xfrm>
              <a:off x="7466807" y="1372306"/>
              <a:ext cx="584200" cy="762000"/>
            </a:xfrm>
            <a:custGeom>
              <a:avLst/>
              <a:gdLst>
                <a:gd name="T0" fmla="*/ 284 w 289"/>
                <a:gd name="T1" fmla="*/ 244 h 377"/>
                <a:gd name="T2" fmla="*/ 283 w 289"/>
                <a:gd name="T3" fmla="*/ 249 h 377"/>
                <a:gd name="T4" fmla="*/ 283 w 289"/>
                <a:gd name="T5" fmla="*/ 251 h 377"/>
                <a:gd name="T6" fmla="*/ 262 w 289"/>
                <a:gd name="T7" fmla="*/ 309 h 377"/>
                <a:gd name="T8" fmla="*/ 260 w 289"/>
                <a:gd name="T9" fmla="*/ 311 h 377"/>
                <a:gd name="T10" fmla="*/ 189 w 289"/>
                <a:gd name="T11" fmla="*/ 369 h 377"/>
                <a:gd name="T12" fmla="*/ 189 w 289"/>
                <a:gd name="T13" fmla="*/ 369 h 377"/>
                <a:gd name="T14" fmla="*/ 153 w 289"/>
                <a:gd name="T15" fmla="*/ 377 h 377"/>
                <a:gd name="T16" fmla="*/ 139 w 289"/>
                <a:gd name="T17" fmla="*/ 377 h 377"/>
                <a:gd name="T18" fmla="*/ 135 w 289"/>
                <a:gd name="T19" fmla="*/ 377 h 377"/>
                <a:gd name="T20" fmla="*/ 134 w 289"/>
                <a:gd name="T21" fmla="*/ 377 h 377"/>
                <a:gd name="T22" fmla="*/ 114 w 289"/>
                <a:gd name="T23" fmla="*/ 375 h 377"/>
                <a:gd name="T24" fmla="*/ 109 w 289"/>
                <a:gd name="T25" fmla="*/ 374 h 377"/>
                <a:gd name="T26" fmla="*/ 1 w 289"/>
                <a:gd name="T27" fmla="*/ 243 h 377"/>
                <a:gd name="T28" fmla="*/ 0 w 289"/>
                <a:gd name="T29" fmla="*/ 223 h 377"/>
                <a:gd name="T30" fmla="*/ 1 w 289"/>
                <a:gd name="T31" fmla="*/ 212 h 377"/>
                <a:gd name="T32" fmla="*/ 5 w 289"/>
                <a:gd name="T33" fmla="*/ 142 h 377"/>
                <a:gd name="T34" fmla="*/ 9 w 289"/>
                <a:gd name="T35" fmla="*/ 111 h 377"/>
                <a:gd name="T36" fmla="*/ 16 w 289"/>
                <a:gd name="T37" fmla="*/ 88 h 377"/>
                <a:gd name="T38" fmla="*/ 50 w 289"/>
                <a:gd name="T39" fmla="*/ 40 h 377"/>
                <a:gd name="T40" fmla="*/ 153 w 289"/>
                <a:gd name="T41" fmla="*/ 2 h 377"/>
                <a:gd name="T42" fmla="*/ 231 w 289"/>
                <a:gd name="T43" fmla="*/ 31 h 377"/>
                <a:gd name="T44" fmla="*/ 240 w 289"/>
                <a:gd name="T45" fmla="*/ 39 h 377"/>
                <a:gd name="T46" fmla="*/ 275 w 289"/>
                <a:gd name="T47" fmla="*/ 88 h 377"/>
                <a:gd name="T48" fmla="*/ 275 w 289"/>
                <a:gd name="T49" fmla="*/ 88 h 377"/>
                <a:gd name="T50" fmla="*/ 281 w 289"/>
                <a:gd name="T51" fmla="*/ 103 h 377"/>
                <a:gd name="T52" fmla="*/ 282 w 289"/>
                <a:gd name="T53" fmla="*/ 106 h 377"/>
                <a:gd name="T54" fmla="*/ 287 w 289"/>
                <a:gd name="T55" fmla="*/ 126 h 377"/>
                <a:gd name="T56" fmla="*/ 287 w 289"/>
                <a:gd name="T57" fmla="*/ 130 h 377"/>
                <a:gd name="T58" fmla="*/ 289 w 289"/>
                <a:gd name="T59" fmla="*/ 155 h 377"/>
                <a:gd name="T60" fmla="*/ 289 w 289"/>
                <a:gd name="T61" fmla="*/ 156 h 377"/>
                <a:gd name="T62" fmla="*/ 289 w 289"/>
                <a:gd name="T63" fmla="*/ 162 h 377"/>
                <a:gd name="T64" fmla="*/ 288 w 289"/>
                <a:gd name="T65" fmla="*/ 168 h 377"/>
                <a:gd name="T66" fmla="*/ 288 w 289"/>
                <a:gd name="T67" fmla="*/ 176 h 377"/>
                <a:gd name="T68" fmla="*/ 288 w 289"/>
                <a:gd name="T69" fmla="*/ 176 h 377"/>
                <a:gd name="T70" fmla="*/ 288 w 289"/>
                <a:gd name="T71" fmla="*/ 177 h 377"/>
                <a:gd name="T72" fmla="*/ 288 w 289"/>
                <a:gd name="T73" fmla="*/ 178 h 377"/>
                <a:gd name="T74" fmla="*/ 287 w 289"/>
                <a:gd name="T75" fmla="*/ 182 h 377"/>
                <a:gd name="T76" fmla="*/ 287 w 289"/>
                <a:gd name="T77" fmla="*/ 182 h 377"/>
                <a:gd name="T78" fmla="*/ 285 w 289"/>
                <a:gd name="T79" fmla="*/ 220 h 377"/>
                <a:gd name="T80" fmla="*/ 285 w 289"/>
                <a:gd name="T81" fmla="*/ 233 h 377"/>
                <a:gd name="T82" fmla="*/ 284 w 289"/>
                <a:gd name="T83" fmla="*/ 237 h 377"/>
                <a:gd name="T84" fmla="*/ 284 w 289"/>
                <a:gd name="T85" fmla="*/ 238 h 377"/>
                <a:gd name="T86" fmla="*/ 284 w 289"/>
                <a:gd name="T87" fmla="*/ 240 h 377"/>
                <a:gd name="T88" fmla="*/ 284 w 289"/>
                <a:gd name="T89" fmla="*/ 244 h 3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289" h="377">
                  <a:moveTo>
                    <a:pt x="284" y="244"/>
                  </a:moveTo>
                  <a:cubicBezTo>
                    <a:pt x="283" y="246"/>
                    <a:pt x="283" y="248"/>
                    <a:pt x="283" y="249"/>
                  </a:cubicBezTo>
                  <a:cubicBezTo>
                    <a:pt x="283" y="250"/>
                    <a:pt x="283" y="251"/>
                    <a:pt x="283" y="251"/>
                  </a:cubicBezTo>
                  <a:cubicBezTo>
                    <a:pt x="280" y="272"/>
                    <a:pt x="272" y="291"/>
                    <a:pt x="262" y="309"/>
                  </a:cubicBezTo>
                  <a:cubicBezTo>
                    <a:pt x="261" y="309"/>
                    <a:pt x="261" y="310"/>
                    <a:pt x="260" y="311"/>
                  </a:cubicBezTo>
                  <a:cubicBezTo>
                    <a:pt x="243" y="338"/>
                    <a:pt x="218" y="358"/>
                    <a:pt x="189" y="369"/>
                  </a:cubicBezTo>
                  <a:cubicBezTo>
                    <a:pt x="189" y="369"/>
                    <a:pt x="189" y="369"/>
                    <a:pt x="189" y="369"/>
                  </a:cubicBezTo>
                  <a:cubicBezTo>
                    <a:pt x="177" y="373"/>
                    <a:pt x="165" y="376"/>
                    <a:pt x="153" y="377"/>
                  </a:cubicBezTo>
                  <a:cubicBezTo>
                    <a:pt x="148" y="377"/>
                    <a:pt x="144" y="377"/>
                    <a:pt x="139" y="377"/>
                  </a:cubicBezTo>
                  <a:cubicBezTo>
                    <a:pt x="138" y="377"/>
                    <a:pt x="136" y="377"/>
                    <a:pt x="135" y="377"/>
                  </a:cubicBezTo>
                  <a:cubicBezTo>
                    <a:pt x="134" y="377"/>
                    <a:pt x="134" y="377"/>
                    <a:pt x="134" y="377"/>
                  </a:cubicBezTo>
                  <a:cubicBezTo>
                    <a:pt x="127" y="377"/>
                    <a:pt x="121" y="376"/>
                    <a:pt x="114" y="375"/>
                  </a:cubicBezTo>
                  <a:cubicBezTo>
                    <a:pt x="112" y="374"/>
                    <a:pt x="111" y="374"/>
                    <a:pt x="109" y="374"/>
                  </a:cubicBezTo>
                  <a:cubicBezTo>
                    <a:pt x="49" y="359"/>
                    <a:pt x="5" y="307"/>
                    <a:pt x="1" y="243"/>
                  </a:cubicBezTo>
                  <a:cubicBezTo>
                    <a:pt x="0" y="237"/>
                    <a:pt x="0" y="230"/>
                    <a:pt x="0" y="223"/>
                  </a:cubicBezTo>
                  <a:cubicBezTo>
                    <a:pt x="1" y="212"/>
                    <a:pt x="1" y="212"/>
                    <a:pt x="1" y="212"/>
                  </a:cubicBezTo>
                  <a:cubicBezTo>
                    <a:pt x="5" y="142"/>
                    <a:pt x="5" y="142"/>
                    <a:pt x="5" y="142"/>
                  </a:cubicBezTo>
                  <a:cubicBezTo>
                    <a:pt x="6" y="131"/>
                    <a:pt x="7" y="121"/>
                    <a:pt x="9" y="111"/>
                  </a:cubicBezTo>
                  <a:cubicBezTo>
                    <a:pt x="11" y="103"/>
                    <a:pt x="13" y="96"/>
                    <a:pt x="16" y="88"/>
                  </a:cubicBezTo>
                  <a:cubicBezTo>
                    <a:pt x="25" y="70"/>
                    <a:pt x="35" y="53"/>
                    <a:pt x="50" y="40"/>
                  </a:cubicBezTo>
                  <a:cubicBezTo>
                    <a:pt x="77" y="14"/>
                    <a:pt x="114" y="0"/>
                    <a:pt x="153" y="2"/>
                  </a:cubicBezTo>
                  <a:cubicBezTo>
                    <a:pt x="182" y="3"/>
                    <a:pt x="209" y="14"/>
                    <a:pt x="231" y="31"/>
                  </a:cubicBezTo>
                  <a:cubicBezTo>
                    <a:pt x="234" y="33"/>
                    <a:pt x="237" y="36"/>
                    <a:pt x="240" y="39"/>
                  </a:cubicBezTo>
                  <a:cubicBezTo>
                    <a:pt x="255" y="52"/>
                    <a:pt x="267" y="69"/>
                    <a:pt x="275" y="88"/>
                  </a:cubicBezTo>
                  <a:cubicBezTo>
                    <a:pt x="275" y="88"/>
                    <a:pt x="275" y="88"/>
                    <a:pt x="275" y="88"/>
                  </a:cubicBezTo>
                  <a:cubicBezTo>
                    <a:pt x="278" y="93"/>
                    <a:pt x="280" y="98"/>
                    <a:pt x="281" y="103"/>
                  </a:cubicBezTo>
                  <a:cubicBezTo>
                    <a:pt x="281" y="104"/>
                    <a:pt x="282" y="105"/>
                    <a:pt x="282" y="106"/>
                  </a:cubicBezTo>
                  <a:cubicBezTo>
                    <a:pt x="284" y="112"/>
                    <a:pt x="286" y="119"/>
                    <a:pt x="287" y="126"/>
                  </a:cubicBezTo>
                  <a:cubicBezTo>
                    <a:pt x="287" y="127"/>
                    <a:pt x="287" y="129"/>
                    <a:pt x="287" y="130"/>
                  </a:cubicBezTo>
                  <a:cubicBezTo>
                    <a:pt x="289" y="138"/>
                    <a:pt x="289" y="146"/>
                    <a:pt x="289" y="155"/>
                  </a:cubicBezTo>
                  <a:cubicBezTo>
                    <a:pt x="289" y="156"/>
                    <a:pt x="289" y="156"/>
                    <a:pt x="289" y="156"/>
                  </a:cubicBezTo>
                  <a:cubicBezTo>
                    <a:pt x="289" y="162"/>
                    <a:pt x="289" y="162"/>
                    <a:pt x="289" y="162"/>
                  </a:cubicBezTo>
                  <a:cubicBezTo>
                    <a:pt x="288" y="168"/>
                    <a:pt x="288" y="168"/>
                    <a:pt x="288" y="168"/>
                  </a:cubicBezTo>
                  <a:cubicBezTo>
                    <a:pt x="288" y="176"/>
                    <a:pt x="288" y="176"/>
                    <a:pt x="288" y="176"/>
                  </a:cubicBezTo>
                  <a:cubicBezTo>
                    <a:pt x="288" y="176"/>
                    <a:pt x="288" y="176"/>
                    <a:pt x="288" y="176"/>
                  </a:cubicBezTo>
                  <a:cubicBezTo>
                    <a:pt x="288" y="177"/>
                    <a:pt x="288" y="177"/>
                    <a:pt x="288" y="177"/>
                  </a:cubicBezTo>
                  <a:cubicBezTo>
                    <a:pt x="288" y="178"/>
                    <a:pt x="288" y="178"/>
                    <a:pt x="288" y="178"/>
                  </a:cubicBezTo>
                  <a:cubicBezTo>
                    <a:pt x="287" y="182"/>
                    <a:pt x="287" y="182"/>
                    <a:pt x="287" y="182"/>
                  </a:cubicBezTo>
                  <a:cubicBezTo>
                    <a:pt x="287" y="182"/>
                    <a:pt x="287" y="182"/>
                    <a:pt x="287" y="182"/>
                  </a:cubicBezTo>
                  <a:cubicBezTo>
                    <a:pt x="285" y="220"/>
                    <a:pt x="285" y="220"/>
                    <a:pt x="285" y="220"/>
                  </a:cubicBezTo>
                  <a:cubicBezTo>
                    <a:pt x="285" y="233"/>
                    <a:pt x="285" y="233"/>
                    <a:pt x="285" y="233"/>
                  </a:cubicBezTo>
                  <a:cubicBezTo>
                    <a:pt x="284" y="237"/>
                    <a:pt x="284" y="237"/>
                    <a:pt x="284" y="237"/>
                  </a:cubicBezTo>
                  <a:cubicBezTo>
                    <a:pt x="284" y="238"/>
                    <a:pt x="284" y="238"/>
                    <a:pt x="284" y="238"/>
                  </a:cubicBezTo>
                  <a:cubicBezTo>
                    <a:pt x="284" y="240"/>
                    <a:pt x="284" y="240"/>
                    <a:pt x="284" y="240"/>
                  </a:cubicBezTo>
                  <a:cubicBezTo>
                    <a:pt x="284" y="241"/>
                    <a:pt x="284" y="243"/>
                    <a:pt x="284" y="244"/>
                  </a:cubicBezTo>
                  <a:close/>
                </a:path>
              </a:pathLst>
            </a:custGeom>
            <a:solidFill>
              <a:srgbClr val="FFC7B0"/>
            </a:solidFill>
            <a:ln>
              <a:noFill/>
            </a:ln>
            <a:extLst>
              <a:ext uri="{91240B29-F687-4F45-9708-019B960494DF}">
                <a14:hiddenLine xmlns:a14="http://schemas.microsoft.com/office/drawing/2010/main" w="9525">
                  <a:solidFill>
                    <a:srgbClr val="000000"/>
                  </a:solidFill>
                  <a:round/>
                  <a:headEnd/>
                  <a:tailEnd/>
                </a14:hiddenLine>
              </a:ext>
            </a:extLst>
          </p:spPr>
          <p:txBody>
            <a:bodyPr anchor="ctr"/>
            <a:lstStyle/>
            <a:p>
              <a:pPr algn="ctr"/>
              <a:endParaRPr/>
            </a:p>
          </p:txBody>
        </p:sp>
        <p:sp>
          <p:nvSpPr>
            <p:cNvPr id="308" name="îṩ1ïdé">
              <a:extLst>
                <a:ext uri="{FF2B5EF4-FFF2-40B4-BE49-F238E27FC236}">
                  <a16:creationId xmlns:a16="http://schemas.microsoft.com/office/drawing/2014/main" id="{5DA02A1F-EFCE-478D-B328-1B94242A5C85}"/>
                </a:ext>
              </a:extLst>
            </p:cNvPr>
            <p:cNvSpPr/>
            <p:nvPr/>
          </p:nvSpPr>
          <p:spPr bwMode="auto">
            <a:xfrm>
              <a:off x="8031957" y="1740606"/>
              <a:ext cx="80963" cy="117475"/>
            </a:xfrm>
            <a:custGeom>
              <a:avLst/>
              <a:gdLst>
                <a:gd name="T0" fmla="*/ 15 w 40"/>
                <a:gd name="T1" fmla="*/ 57 h 58"/>
                <a:gd name="T2" fmla="*/ 11 w 40"/>
                <a:gd name="T3" fmla="*/ 58 h 58"/>
                <a:gd name="T4" fmla="*/ 9 w 40"/>
                <a:gd name="T5" fmla="*/ 58 h 58"/>
                <a:gd name="T6" fmla="*/ 5 w 40"/>
                <a:gd name="T7" fmla="*/ 58 h 58"/>
                <a:gd name="T8" fmla="*/ 0 w 40"/>
                <a:gd name="T9" fmla="*/ 57 h 58"/>
                <a:gd name="T10" fmla="*/ 1 w 40"/>
                <a:gd name="T11" fmla="*/ 38 h 58"/>
                <a:gd name="T12" fmla="*/ 1 w 40"/>
                <a:gd name="T13" fmla="*/ 34 h 58"/>
                <a:gd name="T14" fmla="*/ 3 w 40"/>
                <a:gd name="T15" fmla="*/ 0 h 58"/>
                <a:gd name="T16" fmla="*/ 8 w 40"/>
                <a:gd name="T17" fmla="*/ 0 h 58"/>
                <a:gd name="T18" fmla="*/ 12 w 40"/>
                <a:gd name="T19" fmla="*/ 0 h 58"/>
                <a:gd name="T20" fmla="*/ 15 w 40"/>
                <a:gd name="T21" fmla="*/ 0 h 58"/>
                <a:gd name="T22" fmla="*/ 15 w 40"/>
                <a:gd name="T23" fmla="*/ 0 h 58"/>
                <a:gd name="T24" fmla="*/ 18 w 40"/>
                <a:gd name="T25" fmla="*/ 1 h 58"/>
                <a:gd name="T26" fmla="*/ 18 w 40"/>
                <a:gd name="T27" fmla="*/ 1 h 58"/>
                <a:gd name="T28" fmla="*/ 32 w 40"/>
                <a:gd name="T29" fmla="*/ 9 h 58"/>
                <a:gd name="T30" fmla="*/ 40 w 40"/>
                <a:gd name="T31" fmla="*/ 30 h 58"/>
                <a:gd name="T32" fmla="*/ 15 w 40"/>
                <a:gd name="T33" fmla="*/ 57 h 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40" h="58">
                  <a:moveTo>
                    <a:pt x="15" y="57"/>
                  </a:moveTo>
                  <a:cubicBezTo>
                    <a:pt x="14" y="58"/>
                    <a:pt x="12" y="58"/>
                    <a:pt x="11" y="58"/>
                  </a:cubicBezTo>
                  <a:cubicBezTo>
                    <a:pt x="10" y="58"/>
                    <a:pt x="10" y="58"/>
                    <a:pt x="9" y="58"/>
                  </a:cubicBezTo>
                  <a:cubicBezTo>
                    <a:pt x="5" y="58"/>
                    <a:pt x="5" y="58"/>
                    <a:pt x="5" y="58"/>
                  </a:cubicBezTo>
                  <a:cubicBezTo>
                    <a:pt x="0" y="57"/>
                    <a:pt x="0" y="57"/>
                    <a:pt x="0" y="57"/>
                  </a:cubicBezTo>
                  <a:cubicBezTo>
                    <a:pt x="1" y="38"/>
                    <a:pt x="1" y="38"/>
                    <a:pt x="1" y="38"/>
                  </a:cubicBezTo>
                  <a:cubicBezTo>
                    <a:pt x="1" y="34"/>
                    <a:pt x="1" y="34"/>
                    <a:pt x="1" y="34"/>
                  </a:cubicBezTo>
                  <a:cubicBezTo>
                    <a:pt x="3" y="0"/>
                    <a:pt x="3" y="0"/>
                    <a:pt x="3" y="0"/>
                  </a:cubicBezTo>
                  <a:cubicBezTo>
                    <a:pt x="8" y="0"/>
                    <a:pt x="8" y="0"/>
                    <a:pt x="8" y="0"/>
                  </a:cubicBezTo>
                  <a:cubicBezTo>
                    <a:pt x="12" y="0"/>
                    <a:pt x="12" y="0"/>
                    <a:pt x="12" y="0"/>
                  </a:cubicBezTo>
                  <a:cubicBezTo>
                    <a:pt x="13" y="0"/>
                    <a:pt x="14" y="0"/>
                    <a:pt x="15" y="0"/>
                  </a:cubicBezTo>
                  <a:cubicBezTo>
                    <a:pt x="15" y="0"/>
                    <a:pt x="15" y="0"/>
                    <a:pt x="15" y="0"/>
                  </a:cubicBezTo>
                  <a:cubicBezTo>
                    <a:pt x="16" y="0"/>
                    <a:pt x="17" y="1"/>
                    <a:pt x="18" y="1"/>
                  </a:cubicBezTo>
                  <a:cubicBezTo>
                    <a:pt x="18" y="1"/>
                    <a:pt x="18" y="1"/>
                    <a:pt x="18" y="1"/>
                  </a:cubicBezTo>
                  <a:cubicBezTo>
                    <a:pt x="24" y="2"/>
                    <a:pt x="29" y="5"/>
                    <a:pt x="32" y="9"/>
                  </a:cubicBezTo>
                  <a:cubicBezTo>
                    <a:pt x="37" y="15"/>
                    <a:pt x="40" y="22"/>
                    <a:pt x="40" y="30"/>
                  </a:cubicBezTo>
                  <a:cubicBezTo>
                    <a:pt x="39" y="44"/>
                    <a:pt x="28" y="55"/>
                    <a:pt x="15" y="57"/>
                  </a:cubicBezTo>
                  <a:close/>
                </a:path>
              </a:pathLst>
            </a:custGeom>
            <a:solidFill>
              <a:srgbClr val="FFC4BC"/>
            </a:solidFill>
            <a:ln>
              <a:noFill/>
            </a:ln>
            <a:extLst>
              <a:ext uri="{91240B29-F687-4F45-9708-019B960494DF}">
                <a14:hiddenLine xmlns:a14="http://schemas.microsoft.com/office/drawing/2010/main" w="9525">
                  <a:solidFill>
                    <a:srgbClr val="000000"/>
                  </a:solidFill>
                  <a:round/>
                  <a:headEnd/>
                  <a:tailEnd/>
                </a14:hiddenLine>
              </a:ext>
            </a:extLst>
          </p:spPr>
          <p:txBody>
            <a:bodyPr anchor="ctr"/>
            <a:lstStyle/>
            <a:p>
              <a:pPr algn="ctr"/>
              <a:endParaRPr/>
            </a:p>
          </p:txBody>
        </p:sp>
        <p:sp>
          <p:nvSpPr>
            <p:cNvPr id="309" name="iṩḻïďè">
              <a:extLst>
                <a:ext uri="{FF2B5EF4-FFF2-40B4-BE49-F238E27FC236}">
                  <a16:creationId xmlns:a16="http://schemas.microsoft.com/office/drawing/2014/main" id="{512715D9-0A2A-4BB9-B03B-275E4783590C}"/>
                </a:ext>
              </a:extLst>
            </p:cNvPr>
            <p:cNvSpPr/>
            <p:nvPr/>
          </p:nvSpPr>
          <p:spPr bwMode="auto">
            <a:xfrm>
              <a:off x="7612857" y="1859668"/>
              <a:ext cx="61913" cy="25400"/>
            </a:xfrm>
            <a:custGeom>
              <a:avLst/>
              <a:gdLst>
                <a:gd name="T0" fmla="*/ 0 w 31"/>
                <a:gd name="T1" fmla="*/ 0 h 13"/>
                <a:gd name="T2" fmla="*/ 16 w 31"/>
                <a:gd name="T3" fmla="*/ 12 h 13"/>
                <a:gd name="T4" fmla="*/ 31 w 31"/>
                <a:gd name="T5" fmla="*/ 4 h 13"/>
                <a:gd name="T6" fmla="*/ 0 w 31"/>
                <a:gd name="T7" fmla="*/ 0 h 13"/>
              </a:gdLst>
              <a:ahLst/>
              <a:cxnLst>
                <a:cxn ang="0">
                  <a:pos x="T0" y="T1"/>
                </a:cxn>
                <a:cxn ang="0">
                  <a:pos x="T2" y="T3"/>
                </a:cxn>
                <a:cxn ang="0">
                  <a:pos x="T4" y="T5"/>
                </a:cxn>
                <a:cxn ang="0">
                  <a:pos x="T6" y="T7"/>
                </a:cxn>
              </a:cxnLst>
              <a:rect l="0" t="0" r="r" b="b"/>
              <a:pathLst>
                <a:path w="31" h="13">
                  <a:moveTo>
                    <a:pt x="0" y="0"/>
                  </a:moveTo>
                  <a:cubicBezTo>
                    <a:pt x="0" y="0"/>
                    <a:pt x="1" y="11"/>
                    <a:pt x="16" y="12"/>
                  </a:cubicBezTo>
                  <a:cubicBezTo>
                    <a:pt x="29" y="13"/>
                    <a:pt x="31" y="4"/>
                    <a:pt x="31" y="4"/>
                  </a:cubicBezTo>
                  <a:lnTo>
                    <a:pt x="0" y="0"/>
                  </a:lnTo>
                  <a:close/>
                </a:path>
              </a:pathLst>
            </a:custGeom>
            <a:solidFill>
              <a:srgbClr val="F4A891"/>
            </a:solidFill>
            <a:ln>
              <a:noFill/>
            </a:ln>
            <a:extLst>
              <a:ext uri="{91240B29-F687-4F45-9708-019B960494DF}">
                <a14:hiddenLine xmlns:a14="http://schemas.microsoft.com/office/drawing/2010/main" w="9525">
                  <a:solidFill>
                    <a:srgbClr val="000000"/>
                  </a:solidFill>
                  <a:round/>
                  <a:headEnd/>
                  <a:tailEnd/>
                </a14:hiddenLine>
              </a:ext>
            </a:extLst>
          </p:spPr>
          <p:txBody>
            <a:bodyPr anchor="ctr"/>
            <a:lstStyle/>
            <a:p>
              <a:pPr algn="ctr"/>
              <a:endParaRPr/>
            </a:p>
          </p:txBody>
        </p:sp>
        <p:sp>
          <p:nvSpPr>
            <p:cNvPr id="310" name="îS1îḓê">
              <a:extLst>
                <a:ext uri="{FF2B5EF4-FFF2-40B4-BE49-F238E27FC236}">
                  <a16:creationId xmlns:a16="http://schemas.microsoft.com/office/drawing/2014/main" id="{09B2ADD0-F2EE-4828-B7D7-943A9C80366A}"/>
                </a:ext>
              </a:extLst>
            </p:cNvPr>
            <p:cNvSpPr/>
            <p:nvPr/>
          </p:nvSpPr>
          <p:spPr bwMode="auto">
            <a:xfrm>
              <a:off x="7466807" y="1286581"/>
              <a:ext cx="609600" cy="323850"/>
            </a:xfrm>
            <a:custGeom>
              <a:avLst/>
              <a:gdLst>
                <a:gd name="T0" fmla="*/ 280 w 301"/>
                <a:gd name="T1" fmla="*/ 161 h 161"/>
                <a:gd name="T2" fmla="*/ 4 w 301"/>
                <a:gd name="T3" fmla="*/ 151 h 161"/>
                <a:gd name="T4" fmla="*/ 80 w 301"/>
                <a:gd name="T5" fmla="*/ 48 h 161"/>
                <a:gd name="T6" fmla="*/ 293 w 301"/>
                <a:gd name="T7" fmla="*/ 85 h 161"/>
                <a:gd name="T8" fmla="*/ 298 w 301"/>
                <a:gd name="T9" fmla="*/ 129 h 161"/>
                <a:gd name="T10" fmla="*/ 280 w 301"/>
                <a:gd name="T11" fmla="*/ 161 h 161"/>
              </a:gdLst>
              <a:ahLst/>
              <a:cxnLst>
                <a:cxn ang="0">
                  <a:pos x="T0" y="T1"/>
                </a:cxn>
                <a:cxn ang="0">
                  <a:pos x="T2" y="T3"/>
                </a:cxn>
                <a:cxn ang="0">
                  <a:pos x="T4" y="T5"/>
                </a:cxn>
                <a:cxn ang="0">
                  <a:pos x="T6" y="T7"/>
                </a:cxn>
                <a:cxn ang="0">
                  <a:pos x="T8" y="T9"/>
                </a:cxn>
                <a:cxn ang="0">
                  <a:pos x="T10" y="T11"/>
                </a:cxn>
              </a:cxnLst>
              <a:rect l="0" t="0" r="r" b="b"/>
              <a:pathLst>
                <a:path w="301" h="161">
                  <a:moveTo>
                    <a:pt x="280" y="161"/>
                  </a:moveTo>
                  <a:cubicBezTo>
                    <a:pt x="280" y="161"/>
                    <a:pt x="28" y="99"/>
                    <a:pt x="4" y="151"/>
                  </a:cubicBezTo>
                  <a:cubicBezTo>
                    <a:pt x="4" y="151"/>
                    <a:pt x="0" y="96"/>
                    <a:pt x="80" y="48"/>
                  </a:cubicBezTo>
                  <a:cubicBezTo>
                    <a:pt x="159" y="0"/>
                    <a:pt x="285" y="60"/>
                    <a:pt x="293" y="85"/>
                  </a:cubicBezTo>
                  <a:cubicBezTo>
                    <a:pt x="301" y="110"/>
                    <a:pt x="298" y="129"/>
                    <a:pt x="298" y="129"/>
                  </a:cubicBezTo>
                  <a:lnTo>
                    <a:pt x="280" y="161"/>
                  </a:lnTo>
                  <a:close/>
                </a:path>
              </a:pathLst>
            </a:custGeom>
            <a:solidFill>
              <a:srgbClr val="DB734C"/>
            </a:solidFill>
            <a:ln>
              <a:noFill/>
            </a:ln>
            <a:extLst>
              <a:ext uri="{91240B29-F687-4F45-9708-019B960494DF}">
                <a14:hiddenLine xmlns:a14="http://schemas.microsoft.com/office/drawing/2010/main" w="9525">
                  <a:solidFill>
                    <a:srgbClr val="000000"/>
                  </a:solidFill>
                  <a:round/>
                  <a:headEnd/>
                  <a:tailEnd/>
                </a14:hiddenLine>
              </a:ext>
            </a:extLst>
          </p:spPr>
          <p:txBody>
            <a:bodyPr anchor="ctr"/>
            <a:lstStyle/>
            <a:p>
              <a:pPr algn="ctr"/>
              <a:endParaRPr/>
            </a:p>
          </p:txBody>
        </p:sp>
        <p:sp>
          <p:nvSpPr>
            <p:cNvPr id="311" name="îşḻíďe">
              <a:extLst>
                <a:ext uri="{FF2B5EF4-FFF2-40B4-BE49-F238E27FC236}">
                  <a16:creationId xmlns:a16="http://schemas.microsoft.com/office/drawing/2014/main" id="{548132C3-54DE-4563-9FD9-C6B5F84DE0E9}"/>
                </a:ext>
              </a:extLst>
            </p:cNvPr>
            <p:cNvSpPr/>
            <p:nvPr/>
          </p:nvSpPr>
          <p:spPr bwMode="auto">
            <a:xfrm>
              <a:off x="7723982" y="1691393"/>
              <a:ext cx="130175" cy="41275"/>
            </a:xfrm>
            <a:custGeom>
              <a:avLst/>
              <a:gdLst>
                <a:gd name="T0" fmla="*/ 3 w 64"/>
                <a:gd name="T1" fmla="*/ 8 h 20"/>
                <a:gd name="T2" fmla="*/ 3 w 64"/>
                <a:gd name="T3" fmla="*/ 8 h 20"/>
                <a:gd name="T4" fmla="*/ 22 w 64"/>
                <a:gd name="T5" fmla="*/ 6 h 20"/>
                <a:gd name="T6" fmla="*/ 59 w 64"/>
                <a:gd name="T7" fmla="*/ 19 h 20"/>
                <a:gd name="T8" fmla="*/ 63 w 64"/>
                <a:gd name="T9" fmla="*/ 19 h 20"/>
                <a:gd name="T10" fmla="*/ 63 w 64"/>
                <a:gd name="T11" fmla="*/ 15 h 20"/>
                <a:gd name="T12" fmla="*/ 22 w 64"/>
                <a:gd name="T13" fmla="*/ 0 h 20"/>
                <a:gd name="T14" fmla="*/ 2 w 64"/>
                <a:gd name="T15" fmla="*/ 3 h 20"/>
                <a:gd name="T16" fmla="*/ 0 w 64"/>
                <a:gd name="T17" fmla="*/ 7 h 20"/>
                <a:gd name="T18" fmla="*/ 3 w 64"/>
                <a:gd name="T19" fmla="*/ 8 h 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64" h="20">
                  <a:moveTo>
                    <a:pt x="3" y="8"/>
                  </a:moveTo>
                  <a:cubicBezTo>
                    <a:pt x="3" y="8"/>
                    <a:pt x="3" y="8"/>
                    <a:pt x="3" y="8"/>
                  </a:cubicBezTo>
                  <a:cubicBezTo>
                    <a:pt x="4" y="8"/>
                    <a:pt x="12" y="6"/>
                    <a:pt x="22" y="6"/>
                  </a:cubicBezTo>
                  <a:cubicBezTo>
                    <a:pt x="33" y="6"/>
                    <a:pt x="47" y="8"/>
                    <a:pt x="59" y="19"/>
                  </a:cubicBezTo>
                  <a:cubicBezTo>
                    <a:pt x="60" y="20"/>
                    <a:pt x="62" y="20"/>
                    <a:pt x="63" y="19"/>
                  </a:cubicBezTo>
                  <a:cubicBezTo>
                    <a:pt x="64" y="18"/>
                    <a:pt x="64" y="16"/>
                    <a:pt x="63" y="15"/>
                  </a:cubicBezTo>
                  <a:cubicBezTo>
                    <a:pt x="49" y="3"/>
                    <a:pt x="34" y="0"/>
                    <a:pt x="22" y="0"/>
                  </a:cubicBezTo>
                  <a:cubicBezTo>
                    <a:pt x="10" y="0"/>
                    <a:pt x="2" y="3"/>
                    <a:pt x="2" y="3"/>
                  </a:cubicBezTo>
                  <a:cubicBezTo>
                    <a:pt x="0" y="4"/>
                    <a:pt x="0" y="5"/>
                    <a:pt x="0" y="7"/>
                  </a:cubicBezTo>
                  <a:cubicBezTo>
                    <a:pt x="0" y="8"/>
                    <a:pt x="2" y="9"/>
                    <a:pt x="3" y="8"/>
                  </a:cubicBezTo>
                  <a:close/>
                </a:path>
              </a:pathLst>
            </a:custGeom>
            <a:solidFill>
              <a:srgbClr val="B95241"/>
            </a:solidFill>
            <a:ln>
              <a:noFill/>
            </a:ln>
            <a:extLst>
              <a:ext uri="{91240B29-F687-4F45-9708-019B960494DF}">
                <a14:hiddenLine xmlns:a14="http://schemas.microsoft.com/office/drawing/2010/main" w="9525">
                  <a:solidFill>
                    <a:srgbClr val="000000"/>
                  </a:solidFill>
                  <a:round/>
                  <a:headEnd/>
                  <a:tailEnd/>
                </a14:hiddenLine>
              </a:ext>
            </a:extLst>
          </p:spPr>
          <p:txBody>
            <a:bodyPr anchor="ctr"/>
            <a:lstStyle/>
            <a:p>
              <a:pPr algn="ctr"/>
              <a:endParaRPr/>
            </a:p>
          </p:txBody>
        </p:sp>
        <p:sp>
          <p:nvSpPr>
            <p:cNvPr id="312" name="islíḍè">
              <a:extLst>
                <a:ext uri="{FF2B5EF4-FFF2-40B4-BE49-F238E27FC236}">
                  <a16:creationId xmlns:a16="http://schemas.microsoft.com/office/drawing/2014/main" id="{4CB8710D-EF41-4E22-BB3D-F3217B6C30DA}"/>
                </a:ext>
              </a:extLst>
            </p:cNvPr>
            <p:cNvSpPr/>
            <p:nvPr/>
          </p:nvSpPr>
          <p:spPr bwMode="auto">
            <a:xfrm>
              <a:off x="7496969" y="1662818"/>
              <a:ext cx="131763" cy="36513"/>
            </a:xfrm>
            <a:custGeom>
              <a:avLst/>
              <a:gdLst>
                <a:gd name="T0" fmla="*/ 4 w 65"/>
                <a:gd name="T1" fmla="*/ 8 h 18"/>
                <a:gd name="T2" fmla="*/ 4 w 65"/>
                <a:gd name="T3" fmla="*/ 8 h 18"/>
                <a:gd name="T4" fmla="*/ 24 w 65"/>
                <a:gd name="T5" fmla="*/ 5 h 18"/>
                <a:gd name="T6" fmla="*/ 60 w 65"/>
                <a:gd name="T7" fmla="*/ 17 h 18"/>
                <a:gd name="T8" fmla="*/ 64 w 65"/>
                <a:gd name="T9" fmla="*/ 16 h 18"/>
                <a:gd name="T10" fmla="*/ 63 w 65"/>
                <a:gd name="T11" fmla="*/ 13 h 18"/>
                <a:gd name="T12" fmla="*/ 24 w 65"/>
                <a:gd name="T13" fmla="*/ 0 h 18"/>
                <a:gd name="T14" fmla="*/ 2 w 65"/>
                <a:gd name="T15" fmla="*/ 3 h 18"/>
                <a:gd name="T16" fmla="*/ 0 w 65"/>
                <a:gd name="T17" fmla="*/ 7 h 18"/>
                <a:gd name="T18" fmla="*/ 4 w 65"/>
                <a:gd name="T19" fmla="*/ 8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65" h="18">
                  <a:moveTo>
                    <a:pt x="4" y="8"/>
                  </a:moveTo>
                  <a:cubicBezTo>
                    <a:pt x="4" y="8"/>
                    <a:pt x="4" y="8"/>
                    <a:pt x="4" y="8"/>
                  </a:cubicBezTo>
                  <a:cubicBezTo>
                    <a:pt x="5" y="8"/>
                    <a:pt x="13" y="5"/>
                    <a:pt x="24" y="5"/>
                  </a:cubicBezTo>
                  <a:cubicBezTo>
                    <a:pt x="35" y="5"/>
                    <a:pt x="48" y="8"/>
                    <a:pt x="60" y="17"/>
                  </a:cubicBezTo>
                  <a:cubicBezTo>
                    <a:pt x="61" y="18"/>
                    <a:pt x="63" y="18"/>
                    <a:pt x="64" y="16"/>
                  </a:cubicBezTo>
                  <a:cubicBezTo>
                    <a:pt x="65" y="15"/>
                    <a:pt x="64" y="14"/>
                    <a:pt x="63" y="13"/>
                  </a:cubicBezTo>
                  <a:cubicBezTo>
                    <a:pt x="50" y="3"/>
                    <a:pt x="35" y="0"/>
                    <a:pt x="24" y="0"/>
                  </a:cubicBezTo>
                  <a:cubicBezTo>
                    <a:pt x="11" y="0"/>
                    <a:pt x="2" y="3"/>
                    <a:pt x="2" y="3"/>
                  </a:cubicBezTo>
                  <a:cubicBezTo>
                    <a:pt x="0" y="4"/>
                    <a:pt x="0" y="5"/>
                    <a:pt x="0" y="7"/>
                  </a:cubicBezTo>
                  <a:cubicBezTo>
                    <a:pt x="1" y="8"/>
                    <a:pt x="2" y="9"/>
                    <a:pt x="4" y="8"/>
                  </a:cubicBezTo>
                  <a:close/>
                </a:path>
              </a:pathLst>
            </a:custGeom>
            <a:solidFill>
              <a:srgbClr val="B95241"/>
            </a:solidFill>
            <a:ln>
              <a:noFill/>
            </a:ln>
            <a:extLst>
              <a:ext uri="{91240B29-F687-4F45-9708-019B960494DF}">
                <a14:hiddenLine xmlns:a14="http://schemas.microsoft.com/office/drawing/2010/main" w="9525">
                  <a:solidFill>
                    <a:srgbClr val="000000"/>
                  </a:solidFill>
                  <a:round/>
                  <a:headEnd/>
                  <a:tailEnd/>
                </a14:hiddenLine>
              </a:ext>
            </a:extLst>
          </p:spPr>
          <p:txBody>
            <a:bodyPr anchor="ctr"/>
            <a:lstStyle/>
            <a:p>
              <a:pPr algn="ctr"/>
              <a:endParaRPr/>
            </a:p>
          </p:txBody>
        </p:sp>
        <p:sp>
          <p:nvSpPr>
            <p:cNvPr id="313" name="išļidé">
              <a:extLst>
                <a:ext uri="{FF2B5EF4-FFF2-40B4-BE49-F238E27FC236}">
                  <a16:creationId xmlns:a16="http://schemas.microsoft.com/office/drawing/2014/main" id="{9F57A33E-11D5-4A0C-AD2B-D98DFC5B0F21}"/>
                </a:ext>
              </a:extLst>
            </p:cNvPr>
            <p:cNvSpPr/>
            <p:nvPr/>
          </p:nvSpPr>
          <p:spPr bwMode="auto">
            <a:xfrm>
              <a:off x="7754144" y="1751718"/>
              <a:ext cx="31750" cy="53975"/>
            </a:xfrm>
            <a:custGeom>
              <a:avLst/>
              <a:gdLst>
                <a:gd name="T0" fmla="*/ 6 w 16"/>
                <a:gd name="T1" fmla="*/ 26 h 26"/>
                <a:gd name="T2" fmla="*/ 7 w 16"/>
                <a:gd name="T3" fmla="*/ 26 h 26"/>
                <a:gd name="T4" fmla="*/ 14 w 16"/>
                <a:gd name="T5" fmla="*/ 21 h 26"/>
                <a:gd name="T6" fmla="*/ 15 w 16"/>
                <a:gd name="T7" fmla="*/ 7 h 26"/>
                <a:gd name="T8" fmla="*/ 10 w 16"/>
                <a:gd name="T9" fmla="*/ 1 h 26"/>
                <a:gd name="T10" fmla="*/ 9 w 16"/>
                <a:gd name="T11" fmla="*/ 0 h 26"/>
                <a:gd name="T12" fmla="*/ 2 w 16"/>
                <a:gd name="T13" fmla="*/ 6 h 26"/>
                <a:gd name="T14" fmla="*/ 1 w 16"/>
                <a:gd name="T15" fmla="*/ 19 h 26"/>
                <a:gd name="T16" fmla="*/ 6 w 16"/>
                <a:gd name="T17" fmla="*/ 26 h 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6" h="26">
                  <a:moveTo>
                    <a:pt x="6" y="26"/>
                  </a:moveTo>
                  <a:cubicBezTo>
                    <a:pt x="7" y="26"/>
                    <a:pt x="7" y="26"/>
                    <a:pt x="7" y="26"/>
                  </a:cubicBezTo>
                  <a:cubicBezTo>
                    <a:pt x="11" y="26"/>
                    <a:pt x="14" y="24"/>
                    <a:pt x="14" y="21"/>
                  </a:cubicBezTo>
                  <a:cubicBezTo>
                    <a:pt x="15" y="7"/>
                    <a:pt x="15" y="7"/>
                    <a:pt x="15" y="7"/>
                  </a:cubicBezTo>
                  <a:cubicBezTo>
                    <a:pt x="16" y="4"/>
                    <a:pt x="13" y="1"/>
                    <a:pt x="10" y="1"/>
                  </a:cubicBezTo>
                  <a:cubicBezTo>
                    <a:pt x="9" y="0"/>
                    <a:pt x="9" y="0"/>
                    <a:pt x="9" y="0"/>
                  </a:cubicBezTo>
                  <a:cubicBezTo>
                    <a:pt x="5" y="0"/>
                    <a:pt x="2" y="2"/>
                    <a:pt x="2" y="6"/>
                  </a:cubicBezTo>
                  <a:cubicBezTo>
                    <a:pt x="1" y="19"/>
                    <a:pt x="1" y="19"/>
                    <a:pt x="1" y="19"/>
                  </a:cubicBezTo>
                  <a:cubicBezTo>
                    <a:pt x="0" y="22"/>
                    <a:pt x="3" y="25"/>
                    <a:pt x="6" y="26"/>
                  </a:cubicBezTo>
                  <a:close/>
                </a:path>
              </a:pathLst>
            </a:custGeom>
            <a:solidFill>
              <a:srgbClr val="07113D"/>
            </a:solidFill>
            <a:ln>
              <a:noFill/>
            </a:ln>
            <a:extLst>
              <a:ext uri="{91240B29-F687-4F45-9708-019B960494DF}">
                <a14:hiddenLine xmlns:a14="http://schemas.microsoft.com/office/drawing/2010/main" w="9525">
                  <a:solidFill>
                    <a:srgbClr val="000000"/>
                  </a:solidFill>
                  <a:round/>
                  <a:headEnd/>
                  <a:tailEnd/>
                </a14:hiddenLine>
              </a:ext>
            </a:extLst>
          </p:spPr>
          <p:txBody>
            <a:bodyPr anchor="ctr"/>
            <a:lstStyle/>
            <a:p>
              <a:pPr algn="ctr"/>
              <a:endParaRPr/>
            </a:p>
          </p:txBody>
        </p:sp>
        <p:sp>
          <p:nvSpPr>
            <p:cNvPr id="314" name="ïṣļíḑê">
              <a:extLst>
                <a:ext uri="{FF2B5EF4-FFF2-40B4-BE49-F238E27FC236}">
                  <a16:creationId xmlns:a16="http://schemas.microsoft.com/office/drawing/2014/main" id="{9CCEF4FA-B599-45B9-B341-04E2A2484A61}"/>
                </a:ext>
              </a:extLst>
            </p:cNvPr>
            <p:cNvSpPr/>
            <p:nvPr/>
          </p:nvSpPr>
          <p:spPr bwMode="auto">
            <a:xfrm>
              <a:off x="7547769" y="1729493"/>
              <a:ext cx="31750" cy="53975"/>
            </a:xfrm>
            <a:custGeom>
              <a:avLst/>
              <a:gdLst>
                <a:gd name="T0" fmla="*/ 6 w 16"/>
                <a:gd name="T1" fmla="*/ 26 h 26"/>
                <a:gd name="T2" fmla="*/ 7 w 16"/>
                <a:gd name="T3" fmla="*/ 26 h 26"/>
                <a:gd name="T4" fmla="*/ 14 w 16"/>
                <a:gd name="T5" fmla="*/ 21 h 26"/>
                <a:gd name="T6" fmla="*/ 15 w 16"/>
                <a:gd name="T7" fmla="*/ 7 h 26"/>
                <a:gd name="T8" fmla="*/ 10 w 16"/>
                <a:gd name="T9" fmla="*/ 1 h 26"/>
                <a:gd name="T10" fmla="*/ 9 w 16"/>
                <a:gd name="T11" fmla="*/ 1 h 26"/>
                <a:gd name="T12" fmla="*/ 2 w 16"/>
                <a:gd name="T13" fmla="*/ 6 h 26"/>
                <a:gd name="T14" fmla="*/ 1 w 16"/>
                <a:gd name="T15" fmla="*/ 19 h 26"/>
                <a:gd name="T16" fmla="*/ 6 w 16"/>
                <a:gd name="T17" fmla="*/ 26 h 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6" h="26">
                  <a:moveTo>
                    <a:pt x="6" y="26"/>
                  </a:moveTo>
                  <a:cubicBezTo>
                    <a:pt x="7" y="26"/>
                    <a:pt x="7" y="26"/>
                    <a:pt x="7" y="26"/>
                  </a:cubicBezTo>
                  <a:cubicBezTo>
                    <a:pt x="10" y="26"/>
                    <a:pt x="13" y="24"/>
                    <a:pt x="14" y="21"/>
                  </a:cubicBezTo>
                  <a:cubicBezTo>
                    <a:pt x="15" y="7"/>
                    <a:pt x="15" y="7"/>
                    <a:pt x="15" y="7"/>
                  </a:cubicBezTo>
                  <a:cubicBezTo>
                    <a:pt x="16" y="4"/>
                    <a:pt x="13" y="1"/>
                    <a:pt x="10" y="1"/>
                  </a:cubicBezTo>
                  <a:cubicBezTo>
                    <a:pt x="9" y="1"/>
                    <a:pt x="9" y="1"/>
                    <a:pt x="9" y="1"/>
                  </a:cubicBezTo>
                  <a:cubicBezTo>
                    <a:pt x="5" y="0"/>
                    <a:pt x="2" y="3"/>
                    <a:pt x="2" y="6"/>
                  </a:cubicBezTo>
                  <a:cubicBezTo>
                    <a:pt x="1" y="19"/>
                    <a:pt x="1" y="19"/>
                    <a:pt x="1" y="19"/>
                  </a:cubicBezTo>
                  <a:cubicBezTo>
                    <a:pt x="0" y="23"/>
                    <a:pt x="3" y="26"/>
                    <a:pt x="6" y="26"/>
                  </a:cubicBezTo>
                  <a:close/>
                </a:path>
              </a:pathLst>
            </a:custGeom>
            <a:solidFill>
              <a:srgbClr val="07113D"/>
            </a:solidFill>
            <a:ln>
              <a:noFill/>
            </a:ln>
            <a:extLst>
              <a:ext uri="{91240B29-F687-4F45-9708-019B960494DF}">
                <a14:hiddenLine xmlns:a14="http://schemas.microsoft.com/office/drawing/2010/main" w="9525">
                  <a:solidFill>
                    <a:srgbClr val="000000"/>
                  </a:solidFill>
                  <a:round/>
                  <a:headEnd/>
                  <a:tailEnd/>
                </a14:hiddenLine>
              </a:ext>
            </a:extLst>
          </p:spPr>
          <p:txBody>
            <a:bodyPr anchor="ctr"/>
            <a:lstStyle/>
            <a:p>
              <a:pPr algn="ctr"/>
              <a:endParaRPr/>
            </a:p>
          </p:txBody>
        </p:sp>
        <p:sp>
          <p:nvSpPr>
            <p:cNvPr id="315" name="íṩľîḓé">
              <a:extLst>
                <a:ext uri="{FF2B5EF4-FFF2-40B4-BE49-F238E27FC236}">
                  <a16:creationId xmlns:a16="http://schemas.microsoft.com/office/drawing/2014/main" id="{1C50E2DA-CA4F-474E-A173-51DD6B895094}"/>
                </a:ext>
              </a:extLst>
            </p:cNvPr>
            <p:cNvSpPr/>
            <p:nvPr/>
          </p:nvSpPr>
          <p:spPr bwMode="auto">
            <a:xfrm>
              <a:off x="7584282" y="1924756"/>
              <a:ext cx="119063" cy="49213"/>
            </a:xfrm>
            <a:custGeom>
              <a:avLst/>
              <a:gdLst>
                <a:gd name="T0" fmla="*/ 0 w 59"/>
                <a:gd name="T1" fmla="*/ 0 h 25"/>
                <a:gd name="T2" fmla="*/ 59 w 59"/>
                <a:gd name="T3" fmla="*/ 9 h 25"/>
                <a:gd name="T4" fmla="*/ 26 w 59"/>
                <a:gd name="T5" fmla="*/ 23 h 25"/>
                <a:gd name="T6" fmla="*/ 0 w 59"/>
                <a:gd name="T7" fmla="*/ 0 h 25"/>
              </a:gdLst>
              <a:ahLst/>
              <a:cxnLst>
                <a:cxn ang="0">
                  <a:pos x="T0" y="T1"/>
                </a:cxn>
                <a:cxn ang="0">
                  <a:pos x="T2" y="T3"/>
                </a:cxn>
                <a:cxn ang="0">
                  <a:pos x="T4" y="T5"/>
                </a:cxn>
                <a:cxn ang="0">
                  <a:pos x="T6" y="T7"/>
                </a:cxn>
              </a:cxnLst>
              <a:rect l="0" t="0" r="r" b="b"/>
              <a:pathLst>
                <a:path w="59" h="25">
                  <a:moveTo>
                    <a:pt x="0" y="0"/>
                  </a:moveTo>
                  <a:cubicBezTo>
                    <a:pt x="59" y="9"/>
                    <a:pt x="59" y="9"/>
                    <a:pt x="59" y="9"/>
                  </a:cubicBezTo>
                  <a:cubicBezTo>
                    <a:pt x="59" y="9"/>
                    <a:pt x="49" y="25"/>
                    <a:pt x="26" y="23"/>
                  </a:cubicBezTo>
                  <a:cubicBezTo>
                    <a:pt x="7" y="21"/>
                    <a:pt x="0" y="0"/>
                    <a:pt x="0" y="0"/>
                  </a:cubicBezTo>
                  <a:close/>
                </a:path>
              </a:pathLst>
            </a:custGeom>
            <a:solidFill>
              <a:srgbClr val="D93838"/>
            </a:solidFill>
            <a:ln>
              <a:noFill/>
            </a:ln>
            <a:extLst>
              <a:ext uri="{91240B29-F687-4F45-9708-019B960494DF}">
                <a14:hiddenLine xmlns:a14="http://schemas.microsoft.com/office/drawing/2010/main" w="9525">
                  <a:solidFill>
                    <a:srgbClr val="000000"/>
                  </a:solidFill>
                  <a:round/>
                  <a:headEnd/>
                  <a:tailEnd/>
                </a14:hiddenLine>
              </a:ext>
            </a:extLst>
          </p:spPr>
          <p:txBody>
            <a:bodyPr anchor="ctr"/>
            <a:lstStyle/>
            <a:p>
              <a:pPr algn="ctr"/>
              <a:endParaRPr/>
            </a:p>
          </p:txBody>
        </p:sp>
        <p:sp>
          <p:nvSpPr>
            <p:cNvPr id="316" name="îŝļîḋe">
              <a:extLst>
                <a:ext uri="{FF2B5EF4-FFF2-40B4-BE49-F238E27FC236}">
                  <a16:creationId xmlns:a16="http://schemas.microsoft.com/office/drawing/2014/main" id="{222132F7-1286-4C43-8B94-0C33F5FF3764}"/>
                </a:ext>
              </a:extLst>
            </p:cNvPr>
            <p:cNvSpPr/>
            <p:nvPr/>
          </p:nvSpPr>
          <p:spPr bwMode="auto">
            <a:xfrm>
              <a:off x="7739857" y="1623131"/>
              <a:ext cx="373063" cy="511175"/>
            </a:xfrm>
            <a:custGeom>
              <a:avLst/>
              <a:gdLst>
                <a:gd name="T0" fmla="*/ 159 w 184"/>
                <a:gd name="T1" fmla="*/ 115 h 253"/>
                <a:gd name="T2" fmla="*/ 155 w 184"/>
                <a:gd name="T3" fmla="*/ 116 h 253"/>
                <a:gd name="T4" fmla="*/ 153 w 184"/>
                <a:gd name="T5" fmla="*/ 116 h 253"/>
                <a:gd name="T6" fmla="*/ 149 w 184"/>
                <a:gd name="T7" fmla="*/ 116 h 253"/>
                <a:gd name="T8" fmla="*/ 149 w 184"/>
                <a:gd name="T9" fmla="*/ 120 h 253"/>
                <a:gd name="T10" fmla="*/ 148 w 184"/>
                <a:gd name="T11" fmla="*/ 125 h 253"/>
                <a:gd name="T12" fmla="*/ 148 w 184"/>
                <a:gd name="T13" fmla="*/ 127 h 253"/>
                <a:gd name="T14" fmla="*/ 127 w 184"/>
                <a:gd name="T15" fmla="*/ 185 h 253"/>
                <a:gd name="T16" fmla="*/ 125 w 184"/>
                <a:gd name="T17" fmla="*/ 187 h 253"/>
                <a:gd name="T18" fmla="*/ 54 w 184"/>
                <a:gd name="T19" fmla="*/ 245 h 253"/>
                <a:gd name="T20" fmla="*/ 54 w 184"/>
                <a:gd name="T21" fmla="*/ 245 h 253"/>
                <a:gd name="T22" fmla="*/ 18 w 184"/>
                <a:gd name="T23" fmla="*/ 253 h 253"/>
                <a:gd name="T24" fmla="*/ 4 w 184"/>
                <a:gd name="T25" fmla="*/ 253 h 253"/>
                <a:gd name="T26" fmla="*/ 0 w 184"/>
                <a:gd name="T27" fmla="*/ 253 h 253"/>
                <a:gd name="T28" fmla="*/ 83 w 184"/>
                <a:gd name="T29" fmla="*/ 200 h 253"/>
                <a:gd name="T30" fmla="*/ 132 w 184"/>
                <a:gd name="T31" fmla="*/ 44 h 253"/>
                <a:gd name="T32" fmla="*/ 134 w 184"/>
                <a:gd name="T33" fmla="*/ 0 h 253"/>
                <a:gd name="T34" fmla="*/ 152 w 184"/>
                <a:gd name="T35" fmla="*/ 6 h 253"/>
                <a:gd name="T36" fmla="*/ 154 w 184"/>
                <a:gd name="T37" fmla="*/ 31 h 253"/>
                <a:gd name="T38" fmla="*/ 154 w 184"/>
                <a:gd name="T39" fmla="*/ 32 h 253"/>
                <a:gd name="T40" fmla="*/ 154 w 184"/>
                <a:gd name="T41" fmla="*/ 38 h 253"/>
                <a:gd name="T42" fmla="*/ 153 w 184"/>
                <a:gd name="T43" fmla="*/ 44 h 253"/>
                <a:gd name="T44" fmla="*/ 153 w 184"/>
                <a:gd name="T45" fmla="*/ 52 h 253"/>
                <a:gd name="T46" fmla="*/ 153 w 184"/>
                <a:gd name="T47" fmla="*/ 52 h 253"/>
                <a:gd name="T48" fmla="*/ 153 w 184"/>
                <a:gd name="T49" fmla="*/ 53 h 253"/>
                <a:gd name="T50" fmla="*/ 153 w 184"/>
                <a:gd name="T51" fmla="*/ 54 h 253"/>
                <a:gd name="T52" fmla="*/ 152 w 184"/>
                <a:gd name="T53" fmla="*/ 58 h 253"/>
                <a:gd name="T54" fmla="*/ 156 w 184"/>
                <a:gd name="T55" fmla="*/ 58 h 253"/>
                <a:gd name="T56" fmla="*/ 159 w 184"/>
                <a:gd name="T57" fmla="*/ 58 h 253"/>
                <a:gd name="T58" fmla="*/ 159 w 184"/>
                <a:gd name="T59" fmla="*/ 58 h 253"/>
                <a:gd name="T60" fmla="*/ 162 w 184"/>
                <a:gd name="T61" fmla="*/ 59 h 253"/>
                <a:gd name="T62" fmla="*/ 162 w 184"/>
                <a:gd name="T63" fmla="*/ 59 h 253"/>
                <a:gd name="T64" fmla="*/ 176 w 184"/>
                <a:gd name="T65" fmla="*/ 67 h 253"/>
                <a:gd name="T66" fmla="*/ 184 w 184"/>
                <a:gd name="T67" fmla="*/ 88 h 253"/>
                <a:gd name="T68" fmla="*/ 159 w 184"/>
                <a:gd name="T69" fmla="*/ 115 h 2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184" h="253">
                  <a:moveTo>
                    <a:pt x="159" y="115"/>
                  </a:moveTo>
                  <a:cubicBezTo>
                    <a:pt x="158" y="116"/>
                    <a:pt x="156" y="116"/>
                    <a:pt x="155" y="116"/>
                  </a:cubicBezTo>
                  <a:cubicBezTo>
                    <a:pt x="154" y="116"/>
                    <a:pt x="154" y="116"/>
                    <a:pt x="153" y="116"/>
                  </a:cubicBezTo>
                  <a:cubicBezTo>
                    <a:pt x="149" y="116"/>
                    <a:pt x="149" y="116"/>
                    <a:pt x="149" y="116"/>
                  </a:cubicBezTo>
                  <a:cubicBezTo>
                    <a:pt x="149" y="117"/>
                    <a:pt x="149" y="119"/>
                    <a:pt x="149" y="120"/>
                  </a:cubicBezTo>
                  <a:cubicBezTo>
                    <a:pt x="148" y="122"/>
                    <a:pt x="148" y="124"/>
                    <a:pt x="148" y="125"/>
                  </a:cubicBezTo>
                  <a:cubicBezTo>
                    <a:pt x="148" y="126"/>
                    <a:pt x="148" y="127"/>
                    <a:pt x="148" y="127"/>
                  </a:cubicBezTo>
                  <a:cubicBezTo>
                    <a:pt x="145" y="148"/>
                    <a:pt x="137" y="167"/>
                    <a:pt x="127" y="185"/>
                  </a:cubicBezTo>
                  <a:cubicBezTo>
                    <a:pt x="126" y="185"/>
                    <a:pt x="126" y="186"/>
                    <a:pt x="125" y="187"/>
                  </a:cubicBezTo>
                  <a:cubicBezTo>
                    <a:pt x="108" y="214"/>
                    <a:pt x="83" y="234"/>
                    <a:pt x="54" y="245"/>
                  </a:cubicBezTo>
                  <a:cubicBezTo>
                    <a:pt x="54" y="245"/>
                    <a:pt x="54" y="245"/>
                    <a:pt x="54" y="245"/>
                  </a:cubicBezTo>
                  <a:cubicBezTo>
                    <a:pt x="42" y="249"/>
                    <a:pt x="30" y="252"/>
                    <a:pt x="18" y="253"/>
                  </a:cubicBezTo>
                  <a:cubicBezTo>
                    <a:pt x="13" y="253"/>
                    <a:pt x="9" y="253"/>
                    <a:pt x="4" y="253"/>
                  </a:cubicBezTo>
                  <a:cubicBezTo>
                    <a:pt x="3" y="253"/>
                    <a:pt x="1" y="253"/>
                    <a:pt x="0" y="253"/>
                  </a:cubicBezTo>
                  <a:cubicBezTo>
                    <a:pt x="7" y="253"/>
                    <a:pt x="49" y="248"/>
                    <a:pt x="83" y="200"/>
                  </a:cubicBezTo>
                  <a:cubicBezTo>
                    <a:pt x="119" y="148"/>
                    <a:pt x="132" y="44"/>
                    <a:pt x="132" y="44"/>
                  </a:cubicBezTo>
                  <a:cubicBezTo>
                    <a:pt x="132" y="44"/>
                    <a:pt x="132" y="0"/>
                    <a:pt x="134" y="0"/>
                  </a:cubicBezTo>
                  <a:cubicBezTo>
                    <a:pt x="135" y="0"/>
                    <a:pt x="143" y="3"/>
                    <a:pt x="152" y="6"/>
                  </a:cubicBezTo>
                  <a:cubicBezTo>
                    <a:pt x="154" y="14"/>
                    <a:pt x="154" y="22"/>
                    <a:pt x="154" y="31"/>
                  </a:cubicBezTo>
                  <a:cubicBezTo>
                    <a:pt x="154" y="32"/>
                    <a:pt x="154" y="32"/>
                    <a:pt x="154" y="32"/>
                  </a:cubicBezTo>
                  <a:cubicBezTo>
                    <a:pt x="154" y="38"/>
                    <a:pt x="154" y="38"/>
                    <a:pt x="154" y="38"/>
                  </a:cubicBezTo>
                  <a:cubicBezTo>
                    <a:pt x="153" y="44"/>
                    <a:pt x="153" y="44"/>
                    <a:pt x="153" y="44"/>
                  </a:cubicBezTo>
                  <a:cubicBezTo>
                    <a:pt x="153" y="52"/>
                    <a:pt x="153" y="52"/>
                    <a:pt x="153" y="52"/>
                  </a:cubicBezTo>
                  <a:cubicBezTo>
                    <a:pt x="153" y="52"/>
                    <a:pt x="153" y="52"/>
                    <a:pt x="153" y="52"/>
                  </a:cubicBezTo>
                  <a:cubicBezTo>
                    <a:pt x="153" y="53"/>
                    <a:pt x="153" y="53"/>
                    <a:pt x="153" y="53"/>
                  </a:cubicBezTo>
                  <a:cubicBezTo>
                    <a:pt x="153" y="54"/>
                    <a:pt x="153" y="54"/>
                    <a:pt x="153" y="54"/>
                  </a:cubicBezTo>
                  <a:cubicBezTo>
                    <a:pt x="152" y="58"/>
                    <a:pt x="152" y="58"/>
                    <a:pt x="152" y="58"/>
                  </a:cubicBezTo>
                  <a:cubicBezTo>
                    <a:pt x="156" y="58"/>
                    <a:pt x="156" y="58"/>
                    <a:pt x="156" y="58"/>
                  </a:cubicBezTo>
                  <a:cubicBezTo>
                    <a:pt x="157" y="58"/>
                    <a:pt x="158" y="58"/>
                    <a:pt x="159" y="58"/>
                  </a:cubicBezTo>
                  <a:cubicBezTo>
                    <a:pt x="159" y="58"/>
                    <a:pt x="159" y="58"/>
                    <a:pt x="159" y="58"/>
                  </a:cubicBezTo>
                  <a:cubicBezTo>
                    <a:pt x="160" y="58"/>
                    <a:pt x="161" y="59"/>
                    <a:pt x="162" y="59"/>
                  </a:cubicBezTo>
                  <a:cubicBezTo>
                    <a:pt x="162" y="59"/>
                    <a:pt x="162" y="59"/>
                    <a:pt x="162" y="59"/>
                  </a:cubicBezTo>
                  <a:cubicBezTo>
                    <a:pt x="168" y="60"/>
                    <a:pt x="173" y="63"/>
                    <a:pt x="176" y="67"/>
                  </a:cubicBezTo>
                  <a:cubicBezTo>
                    <a:pt x="181" y="73"/>
                    <a:pt x="184" y="80"/>
                    <a:pt x="184" y="88"/>
                  </a:cubicBezTo>
                  <a:cubicBezTo>
                    <a:pt x="183" y="102"/>
                    <a:pt x="172" y="113"/>
                    <a:pt x="159" y="115"/>
                  </a:cubicBezTo>
                  <a:close/>
                </a:path>
              </a:pathLst>
            </a:custGeom>
            <a:solidFill>
              <a:srgbClr val="F4A891"/>
            </a:solidFill>
            <a:ln>
              <a:noFill/>
            </a:ln>
            <a:extLst>
              <a:ext uri="{91240B29-F687-4F45-9708-019B960494DF}">
                <a14:hiddenLine xmlns:a14="http://schemas.microsoft.com/office/drawing/2010/main" w="9525">
                  <a:solidFill>
                    <a:srgbClr val="000000"/>
                  </a:solidFill>
                  <a:round/>
                  <a:headEnd/>
                  <a:tailEnd/>
                </a14:hiddenLine>
              </a:ext>
            </a:extLst>
          </p:spPr>
          <p:txBody>
            <a:bodyPr anchor="ctr"/>
            <a:lstStyle/>
            <a:p>
              <a:pPr algn="ctr"/>
              <a:endParaRPr/>
            </a:p>
          </p:txBody>
        </p:sp>
        <p:sp>
          <p:nvSpPr>
            <p:cNvPr id="317" name="îṡľïďê">
              <a:extLst>
                <a:ext uri="{FF2B5EF4-FFF2-40B4-BE49-F238E27FC236}">
                  <a16:creationId xmlns:a16="http://schemas.microsoft.com/office/drawing/2014/main" id="{60C2E3EC-5E20-40D8-BAFC-D36901314F93}"/>
                </a:ext>
              </a:extLst>
            </p:cNvPr>
            <p:cNvSpPr/>
            <p:nvPr/>
          </p:nvSpPr>
          <p:spPr bwMode="auto">
            <a:xfrm>
              <a:off x="7393782" y="1469143"/>
              <a:ext cx="155575" cy="155575"/>
            </a:xfrm>
            <a:custGeom>
              <a:avLst/>
              <a:gdLst>
                <a:gd name="T0" fmla="*/ 75 w 77"/>
                <a:gd name="T1" fmla="*/ 43 h 77"/>
                <a:gd name="T2" fmla="*/ 35 w 77"/>
                <a:gd name="T3" fmla="*/ 75 h 77"/>
                <a:gd name="T4" fmla="*/ 2 w 77"/>
                <a:gd name="T5" fmla="*/ 35 h 77"/>
                <a:gd name="T6" fmla="*/ 43 w 77"/>
                <a:gd name="T7" fmla="*/ 3 h 77"/>
                <a:gd name="T8" fmla="*/ 75 w 77"/>
                <a:gd name="T9" fmla="*/ 43 h 77"/>
              </a:gdLst>
              <a:ahLst/>
              <a:cxnLst>
                <a:cxn ang="0">
                  <a:pos x="T0" y="T1"/>
                </a:cxn>
                <a:cxn ang="0">
                  <a:pos x="T2" y="T3"/>
                </a:cxn>
                <a:cxn ang="0">
                  <a:pos x="T4" y="T5"/>
                </a:cxn>
                <a:cxn ang="0">
                  <a:pos x="T6" y="T7"/>
                </a:cxn>
                <a:cxn ang="0">
                  <a:pos x="T8" y="T9"/>
                </a:cxn>
              </a:cxnLst>
              <a:rect l="0" t="0" r="r" b="b"/>
              <a:pathLst>
                <a:path w="77" h="77">
                  <a:moveTo>
                    <a:pt x="75" y="43"/>
                  </a:moveTo>
                  <a:cubicBezTo>
                    <a:pt x="73" y="63"/>
                    <a:pt x="55" y="77"/>
                    <a:pt x="35" y="75"/>
                  </a:cubicBezTo>
                  <a:cubicBezTo>
                    <a:pt x="15" y="73"/>
                    <a:pt x="0" y="55"/>
                    <a:pt x="2" y="35"/>
                  </a:cubicBezTo>
                  <a:cubicBezTo>
                    <a:pt x="5" y="15"/>
                    <a:pt x="23" y="0"/>
                    <a:pt x="43" y="3"/>
                  </a:cubicBezTo>
                  <a:cubicBezTo>
                    <a:pt x="63" y="5"/>
                    <a:pt x="77" y="23"/>
                    <a:pt x="75" y="43"/>
                  </a:cubicBezTo>
                  <a:close/>
                </a:path>
              </a:pathLst>
            </a:custGeom>
            <a:solidFill>
              <a:srgbClr val="DB734C"/>
            </a:solidFill>
            <a:ln>
              <a:noFill/>
            </a:ln>
            <a:extLst>
              <a:ext uri="{91240B29-F687-4F45-9708-019B960494DF}">
                <a14:hiddenLine xmlns:a14="http://schemas.microsoft.com/office/drawing/2010/main" w="9525">
                  <a:solidFill>
                    <a:srgbClr val="000000"/>
                  </a:solidFill>
                  <a:round/>
                  <a:headEnd/>
                  <a:tailEnd/>
                </a14:hiddenLine>
              </a:ext>
            </a:extLst>
          </p:spPr>
          <p:txBody>
            <a:bodyPr anchor="ctr"/>
            <a:lstStyle/>
            <a:p>
              <a:pPr algn="ctr"/>
              <a:endParaRPr/>
            </a:p>
          </p:txBody>
        </p:sp>
        <p:sp>
          <p:nvSpPr>
            <p:cNvPr id="318" name="íṧ1îḑe">
              <a:extLst>
                <a:ext uri="{FF2B5EF4-FFF2-40B4-BE49-F238E27FC236}">
                  <a16:creationId xmlns:a16="http://schemas.microsoft.com/office/drawing/2014/main" id="{B8082C7C-D461-40C0-95A8-DACF85634C6B}"/>
                </a:ext>
              </a:extLst>
            </p:cNvPr>
            <p:cNvSpPr/>
            <p:nvPr/>
          </p:nvSpPr>
          <p:spPr bwMode="auto">
            <a:xfrm>
              <a:off x="7525544" y="1465968"/>
              <a:ext cx="155575" cy="155575"/>
            </a:xfrm>
            <a:custGeom>
              <a:avLst/>
              <a:gdLst>
                <a:gd name="T0" fmla="*/ 74 w 77"/>
                <a:gd name="T1" fmla="*/ 42 h 77"/>
                <a:gd name="T2" fmla="*/ 34 w 77"/>
                <a:gd name="T3" fmla="*/ 75 h 77"/>
                <a:gd name="T4" fmla="*/ 2 w 77"/>
                <a:gd name="T5" fmla="*/ 35 h 77"/>
                <a:gd name="T6" fmla="*/ 42 w 77"/>
                <a:gd name="T7" fmla="*/ 2 h 77"/>
                <a:gd name="T8" fmla="*/ 74 w 77"/>
                <a:gd name="T9" fmla="*/ 42 h 77"/>
              </a:gdLst>
              <a:ahLst/>
              <a:cxnLst>
                <a:cxn ang="0">
                  <a:pos x="T0" y="T1"/>
                </a:cxn>
                <a:cxn ang="0">
                  <a:pos x="T2" y="T3"/>
                </a:cxn>
                <a:cxn ang="0">
                  <a:pos x="T4" y="T5"/>
                </a:cxn>
                <a:cxn ang="0">
                  <a:pos x="T6" y="T7"/>
                </a:cxn>
                <a:cxn ang="0">
                  <a:pos x="T8" y="T9"/>
                </a:cxn>
              </a:cxnLst>
              <a:rect l="0" t="0" r="r" b="b"/>
              <a:pathLst>
                <a:path w="77" h="77">
                  <a:moveTo>
                    <a:pt x="74" y="42"/>
                  </a:moveTo>
                  <a:cubicBezTo>
                    <a:pt x="72" y="62"/>
                    <a:pt x="54" y="77"/>
                    <a:pt x="34" y="75"/>
                  </a:cubicBezTo>
                  <a:cubicBezTo>
                    <a:pt x="14" y="73"/>
                    <a:pt x="0" y="55"/>
                    <a:pt x="2" y="35"/>
                  </a:cubicBezTo>
                  <a:cubicBezTo>
                    <a:pt x="4" y="14"/>
                    <a:pt x="22" y="0"/>
                    <a:pt x="42" y="2"/>
                  </a:cubicBezTo>
                  <a:cubicBezTo>
                    <a:pt x="62" y="4"/>
                    <a:pt x="77" y="22"/>
                    <a:pt x="74" y="42"/>
                  </a:cubicBezTo>
                  <a:close/>
                </a:path>
              </a:pathLst>
            </a:custGeom>
            <a:solidFill>
              <a:srgbClr val="DB734C"/>
            </a:solidFill>
            <a:ln>
              <a:noFill/>
            </a:ln>
            <a:extLst>
              <a:ext uri="{91240B29-F687-4F45-9708-019B960494DF}">
                <a14:hiddenLine xmlns:a14="http://schemas.microsoft.com/office/drawing/2010/main" w="9525">
                  <a:solidFill>
                    <a:srgbClr val="000000"/>
                  </a:solidFill>
                  <a:round/>
                  <a:headEnd/>
                  <a:tailEnd/>
                </a14:hiddenLine>
              </a:ext>
            </a:extLst>
          </p:spPr>
          <p:txBody>
            <a:bodyPr anchor="ctr"/>
            <a:lstStyle/>
            <a:p>
              <a:pPr algn="ctr"/>
              <a:endParaRPr/>
            </a:p>
          </p:txBody>
        </p:sp>
        <p:sp>
          <p:nvSpPr>
            <p:cNvPr id="319" name="îṡḻíḓe">
              <a:extLst>
                <a:ext uri="{FF2B5EF4-FFF2-40B4-BE49-F238E27FC236}">
                  <a16:creationId xmlns:a16="http://schemas.microsoft.com/office/drawing/2014/main" id="{637DD28C-A745-4814-9E16-31302339FEBF}"/>
                </a:ext>
              </a:extLst>
            </p:cNvPr>
            <p:cNvSpPr/>
            <p:nvPr/>
          </p:nvSpPr>
          <p:spPr bwMode="auto">
            <a:xfrm>
              <a:off x="7665244" y="1473906"/>
              <a:ext cx="155575" cy="155575"/>
            </a:xfrm>
            <a:custGeom>
              <a:avLst/>
              <a:gdLst>
                <a:gd name="T0" fmla="*/ 75 w 77"/>
                <a:gd name="T1" fmla="*/ 42 h 77"/>
                <a:gd name="T2" fmla="*/ 35 w 77"/>
                <a:gd name="T3" fmla="*/ 75 h 77"/>
                <a:gd name="T4" fmla="*/ 2 w 77"/>
                <a:gd name="T5" fmla="*/ 35 h 77"/>
                <a:gd name="T6" fmla="*/ 43 w 77"/>
                <a:gd name="T7" fmla="*/ 2 h 77"/>
                <a:gd name="T8" fmla="*/ 75 w 77"/>
                <a:gd name="T9" fmla="*/ 42 h 77"/>
              </a:gdLst>
              <a:ahLst/>
              <a:cxnLst>
                <a:cxn ang="0">
                  <a:pos x="T0" y="T1"/>
                </a:cxn>
                <a:cxn ang="0">
                  <a:pos x="T2" y="T3"/>
                </a:cxn>
                <a:cxn ang="0">
                  <a:pos x="T4" y="T5"/>
                </a:cxn>
                <a:cxn ang="0">
                  <a:pos x="T6" y="T7"/>
                </a:cxn>
                <a:cxn ang="0">
                  <a:pos x="T8" y="T9"/>
                </a:cxn>
              </a:cxnLst>
              <a:rect l="0" t="0" r="r" b="b"/>
              <a:pathLst>
                <a:path w="77" h="77">
                  <a:moveTo>
                    <a:pt x="75" y="42"/>
                  </a:moveTo>
                  <a:cubicBezTo>
                    <a:pt x="73" y="63"/>
                    <a:pt x="55" y="77"/>
                    <a:pt x="35" y="75"/>
                  </a:cubicBezTo>
                  <a:cubicBezTo>
                    <a:pt x="15" y="73"/>
                    <a:pt x="0" y="55"/>
                    <a:pt x="2" y="35"/>
                  </a:cubicBezTo>
                  <a:cubicBezTo>
                    <a:pt x="4" y="15"/>
                    <a:pt x="22" y="0"/>
                    <a:pt x="43" y="2"/>
                  </a:cubicBezTo>
                  <a:cubicBezTo>
                    <a:pt x="63" y="4"/>
                    <a:pt x="77" y="22"/>
                    <a:pt x="75" y="42"/>
                  </a:cubicBezTo>
                  <a:close/>
                </a:path>
              </a:pathLst>
            </a:custGeom>
            <a:solidFill>
              <a:srgbClr val="DB734C"/>
            </a:solidFill>
            <a:ln>
              <a:noFill/>
            </a:ln>
            <a:extLst>
              <a:ext uri="{91240B29-F687-4F45-9708-019B960494DF}">
                <a14:hiddenLine xmlns:a14="http://schemas.microsoft.com/office/drawing/2010/main" w="9525">
                  <a:solidFill>
                    <a:srgbClr val="000000"/>
                  </a:solidFill>
                  <a:round/>
                  <a:headEnd/>
                  <a:tailEnd/>
                </a14:hiddenLine>
              </a:ext>
            </a:extLst>
          </p:spPr>
          <p:txBody>
            <a:bodyPr anchor="ctr"/>
            <a:lstStyle/>
            <a:p>
              <a:pPr algn="ctr"/>
              <a:endParaRPr/>
            </a:p>
          </p:txBody>
        </p:sp>
        <p:sp>
          <p:nvSpPr>
            <p:cNvPr id="320" name="í$ľidè">
              <a:extLst>
                <a:ext uri="{FF2B5EF4-FFF2-40B4-BE49-F238E27FC236}">
                  <a16:creationId xmlns:a16="http://schemas.microsoft.com/office/drawing/2014/main" id="{FAFFBA76-914F-4315-A109-1FB3FB95B3F7}"/>
                </a:ext>
              </a:extLst>
            </p:cNvPr>
            <p:cNvSpPr/>
            <p:nvPr/>
          </p:nvSpPr>
          <p:spPr bwMode="auto">
            <a:xfrm>
              <a:off x="7811294" y="1502481"/>
              <a:ext cx="155575" cy="155575"/>
            </a:xfrm>
            <a:custGeom>
              <a:avLst/>
              <a:gdLst>
                <a:gd name="T0" fmla="*/ 75 w 77"/>
                <a:gd name="T1" fmla="*/ 43 h 77"/>
                <a:gd name="T2" fmla="*/ 35 w 77"/>
                <a:gd name="T3" fmla="*/ 75 h 77"/>
                <a:gd name="T4" fmla="*/ 2 w 77"/>
                <a:gd name="T5" fmla="*/ 35 h 77"/>
                <a:gd name="T6" fmla="*/ 43 w 77"/>
                <a:gd name="T7" fmla="*/ 2 h 77"/>
                <a:gd name="T8" fmla="*/ 75 w 77"/>
                <a:gd name="T9" fmla="*/ 43 h 77"/>
              </a:gdLst>
              <a:ahLst/>
              <a:cxnLst>
                <a:cxn ang="0">
                  <a:pos x="T0" y="T1"/>
                </a:cxn>
                <a:cxn ang="0">
                  <a:pos x="T2" y="T3"/>
                </a:cxn>
                <a:cxn ang="0">
                  <a:pos x="T4" y="T5"/>
                </a:cxn>
                <a:cxn ang="0">
                  <a:pos x="T6" y="T7"/>
                </a:cxn>
                <a:cxn ang="0">
                  <a:pos x="T8" y="T9"/>
                </a:cxn>
              </a:cxnLst>
              <a:rect l="0" t="0" r="r" b="b"/>
              <a:pathLst>
                <a:path w="77" h="77">
                  <a:moveTo>
                    <a:pt x="75" y="43"/>
                  </a:moveTo>
                  <a:cubicBezTo>
                    <a:pt x="73" y="63"/>
                    <a:pt x="55" y="77"/>
                    <a:pt x="35" y="75"/>
                  </a:cubicBezTo>
                  <a:cubicBezTo>
                    <a:pt x="15" y="73"/>
                    <a:pt x="0" y="55"/>
                    <a:pt x="2" y="35"/>
                  </a:cubicBezTo>
                  <a:cubicBezTo>
                    <a:pt x="5" y="15"/>
                    <a:pt x="23" y="0"/>
                    <a:pt x="43" y="2"/>
                  </a:cubicBezTo>
                  <a:cubicBezTo>
                    <a:pt x="63" y="4"/>
                    <a:pt x="77" y="22"/>
                    <a:pt x="75" y="43"/>
                  </a:cubicBezTo>
                  <a:close/>
                </a:path>
              </a:pathLst>
            </a:custGeom>
            <a:solidFill>
              <a:srgbClr val="DB734C"/>
            </a:solidFill>
            <a:ln>
              <a:noFill/>
            </a:ln>
            <a:extLst>
              <a:ext uri="{91240B29-F687-4F45-9708-019B960494DF}">
                <a14:hiddenLine xmlns:a14="http://schemas.microsoft.com/office/drawing/2010/main" w="9525">
                  <a:solidFill>
                    <a:srgbClr val="000000"/>
                  </a:solidFill>
                  <a:round/>
                  <a:headEnd/>
                  <a:tailEnd/>
                </a14:hiddenLine>
              </a:ext>
            </a:extLst>
          </p:spPr>
          <p:txBody>
            <a:bodyPr anchor="ctr"/>
            <a:lstStyle/>
            <a:p>
              <a:pPr algn="ctr"/>
              <a:endParaRPr/>
            </a:p>
          </p:txBody>
        </p:sp>
        <p:sp>
          <p:nvSpPr>
            <p:cNvPr id="321" name="ïṩľîḓé">
              <a:extLst>
                <a:ext uri="{FF2B5EF4-FFF2-40B4-BE49-F238E27FC236}">
                  <a16:creationId xmlns:a16="http://schemas.microsoft.com/office/drawing/2014/main" id="{36D0EB45-40E8-42B2-89FB-A909115D197D}"/>
                </a:ext>
              </a:extLst>
            </p:cNvPr>
            <p:cNvSpPr/>
            <p:nvPr/>
          </p:nvSpPr>
          <p:spPr bwMode="auto">
            <a:xfrm>
              <a:off x="7952582" y="1396118"/>
              <a:ext cx="169863" cy="417513"/>
            </a:xfrm>
            <a:custGeom>
              <a:avLst/>
              <a:gdLst>
                <a:gd name="T0" fmla="*/ 0 w 84"/>
                <a:gd name="T1" fmla="*/ 69 h 206"/>
                <a:gd name="T2" fmla="*/ 28 w 84"/>
                <a:gd name="T3" fmla="*/ 197 h 206"/>
                <a:gd name="T4" fmla="*/ 44 w 84"/>
                <a:gd name="T5" fmla="*/ 199 h 206"/>
                <a:gd name="T6" fmla="*/ 84 w 84"/>
                <a:gd name="T7" fmla="*/ 102 h 206"/>
                <a:gd name="T8" fmla="*/ 0 w 84"/>
                <a:gd name="T9" fmla="*/ 69 h 206"/>
              </a:gdLst>
              <a:ahLst/>
              <a:cxnLst>
                <a:cxn ang="0">
                  <a:pos x="T0" y="T1"/>
                </a:cxn>
                <a:cxn ang="0">
                  <a:pos x="T2" y="T3"/>
                </a:cxn>
                <a:cxn ang="0">
                  <a:pos x="T4" y="T5"/>
                </a:cxn>
                <a:cxn ang="0">
                  <a:pos x="T6" y="T7"/>
                </a:cxn>
                <a:cxn ang="0">
                  <a:pos x="T8" y="T9"/>
                </a:cxn>
              </a:cxnLst>
              <a:rect l="0" t="0" r="r" b="b"/>
              <a:pathLst>
                <a:path w="84" h="206">
                  <a:moveTo>
                    <a:pt x="0" y="69"/>
                  </a:moveTo>
                  <a:cubicBezTo>
                    <a:pt x="28" y="197"/>
                    <a:pt x="28" y="197"/>
                    <a:pt x="28" y="197"/>
                  </a:cubicBezTo>
                  <a:cubicBezTo>
                    <a:pt x="30" y="205"/>
                    <a:pt x="41" y="206"/>
                    <a:pt x="44" y="199"/>
                  </a:cubicBezTo>
                  <a:cubicBezTo>
                    <a:pt x="84" y="102"/>
                    <a:pt x="84" y="102"/>
                    <a:pt x="84" y="102"/>
                  </a:cubicBezTo>
                  <a:cubicBezTo>
                    <a:pt x="84" y="102"/>
                    <a:pt x="54" y="0"/>
                    <a:pt x="0" y="69"/>
                  </a:cubicBezTo>
                  <a:close/>
                </a:path>
              </a:pathLst>
            </a:custGeom>
            <a:solidFill>
              <a:srgbClr val="DB734C"/>
            </a:solidFill>
            <a:ln>
              <a:noFill/>
            </a:ln>
            <a:extLst>
              <a:ext uri="{91240B29-F687-4F45-9708-019B960494DF}">
                <a14:hiddenLine xmlns:a14="http://schemas.microsoft.com/office/drawing/2010/main" w="9525">
                  <a:solidFill>
                    <a:srgbClr val="000000"/>
                  </a:solidFill>
                  <a:round/>
                  <a:headEnd/>
                  <a:tailEnd/>
                </a14:hiddenLine>
              </a:ext>
            </a:extLst>
          </p:spPr>
          <p:txBody>
            <a:bodyPr anchor="ctr"/>
            <a:lstStyle/>
            <a:p>
              <a:pPr algn="ctr"/>
              <a:endParaRPr/>
            </a:p>
          </p:txBody>
        </p:sp>
        <p:sp>
          <p:nvSpPr>
            <p:cNvPr id="322" name="îṥļîḑé">
              <a:extLst>
                <a:ext uri="{FF2B5EF4-FFF2-40B4-BE49-F238E27FC236}">
                  <a16:creationId xmlns:a16="http://schemas.microsoft.com/office/drawing/2014/main" id="{425371E6-52C4-4EF7-BE0C-EE1D9735F48B}"/>
                </a:ext>
              </a:extLst>
            </p:cNvPr>
            <p:cNvSpPr/>
            <p:nvPr/>
          </p:nvSpPr>
          <p:spPr bwMode="auto">
            <a:xfrm>
              <a:off x="7481094" y="3618618"/>
              <a:ext cx="685800" cy="288925"/>
            </a:xfrm>
            <a:custGeom>
              <a:avLst/>
              <a:gdLst>
                <a:gd name="T0" fmla="*/ 98 w 339"/>
                <a:gd name="T1" fmla="*/ 128 h 143"/>
                <a:gd name="T2" fmla="*/ 229 w 339"/>
                <a:gd name="T3" fmla="*/ 138 h 143"/>
                <a:gd name="T4" fmla="*/ 339 w 339"/>
                <a:gd name="T5" fmla="*/ 77 h 143"/>
                <a:gd name="T6" fmla="*/ 338 w 339"/>
                <a:gd name="T7" fmla="*/ 6 h 143"/>
                <a:gd name="T8" fmla="*/ 7 w 339"/>
                <a:gd name="T9" fmla="*/ 0 h 143"/>
                <a:gd name="T10" fmla="*/ 3 w 339"/>
                <a:gd name="T11" fmla="*/ 52 h 143"/>
                <a:gd name="T12" fmla="*/ 98 w 339"/>
                <a:gd name="T13" fmla="*/ 128 h 143"/>
              </a:gdLst>
              <a:ahLst/>
              <a:cxnLst>
                <a:cxn ang="0">
                  <a:pos x="T0" y="T1"/>
                </a:cxn>
                <a:cxn ang="0">
                  <a:pos x="T2" y="T3"/>
                </a:cxn>
                <a:cxn ang="0">
                  <a:pos x="T4" y="T5"/>
                </a:cxn>
                <a:cxn ang="0">
                  <a:pos x="T6" y="T7"/>
                </a:cxn>
                <a:cxn ang="0">
                  <a:pos x="T8" y="T9"/>
                </a:cxn>
                <a:cxn ang="0">
                  <a:pos x="T10" y="T11"/>
                </a:cxn>
                <a:cxn ang="0">
                  <a:pos x="T12" y="T13"/>
                </a:cxn>
              </a:cxnLst>
              <a:rect l="0" t="0" r="r" b="b"/>
              <a:pathLst>
                <a:path w="339" h="143">
                  <a:moveTo>
                    <a:pt x="98" y="128"/>
                  </a:moveTo>
                  <a:cubicBezTo>
                    <a:pt x="229" y="138"/>
                    <a:pt x="229" y="138"/>
                    <a:pt x="229" y="138"/>
                  </a:cubicBezTo>
                  <a:cubicBezTo>
                    <a:pt x="286" y="143"/>
                    <a:pt x="336" y="116"/>
                    <a:pt x="339" y="77"/>
                  </a:cubicBezTo>
                  <a:cubicBezTo>
                    <a:pt x="338" y="6"/>
                    <a:pt x="338" y="6"/>
                    <a:pt x="338" y="6"/>
                  </a:cubicBezTo>
                  <a:cubicBezTo>
                    <a:pt x="7" y="0"/>
                    <a:pt x="7" y="0"/>
                    <a:pt x="7" y="0"/>
                  </a:cubicBezTo>
                  <a:cubicBezTo>
                    <a:pt x="3" y="52"/>
                    <a:pt x="3" y="52"/>
                    <a:pt x="3" y="52"/>
                  </a:cubicBezTo>
                  <a:cubicBezTo>
                    <a:pt x="0" y="91"/>
                    <a:pt x="41" y="124"/>
                    <a:pt x="98" y="128"/>
                  </a:cubicBezTo>
                </a:path>
              </a:pathLst>
            </a:custGeom>
            <a:solidFill>
              <a:srgbClr val="07113D"/>
            </a:solidFill>
            <a:ln>
              <a:noFill/>
            </a:ln>
            <a:extLst>
              <a:ext uri="{91240B29-F687-4F45-9708-019B960494DF}">
                <a14:hiddenLine xmlns:a14="http://schemas.microsoft.com/office/drawing/2010/main" w="9525">
                  <a:solidFill>
                    <a:srgbClr val="000000"/>
                  </a:solidFill>
                  <a:round/>
                  <a:headEnd/>
                  <a:tailEnd/>
                </a14:hiddenLine>
              </a:ext>
            </a:extLst>
          </p:spPr>
          <p:txBody>
            <a:bodyPr anchor="ctr"/>
            <a:lstStyle/>
            <a:p>
              <a:pPr algn="ctr"/>
              <a:endParaRPr/>
            </a:p>
          </p:txBody>
        </p:sp>
        <p:sp>
          <p:nvSpPr>
            <p:cNvPr id="323" name="išļïdé">
              <a:extLst>
                <a:ext uri="{FF2B5EF4-FFF2-40B4-BE49-F238E27FC236}">
                  <a16:creationId xmlns:a16="http://schemas.microsoft.com/office/drawing/2014/main" id="{437DC26A-0829-427E-BCF5-F3296DAED36D}"/>
                </a:ext>
              </a:extLst>
            </p:cNvPr>
            <p:cNvSpPr/>
            <p:nvPr/>
          </p:nvSpPr>
          <p:spPr bwMode="auto">
            <a:xfrm>
              <a:off x="7628732" y="5504568"/>
              <a:ext cx="79375" cy="276225"/>
            </a:xfrm>
            <a:custGeom>
              <a:avLst/>
              <a:gdLst>
                <a:gd name="T0" fmla="*/ 18 w 39"/>
                <a:gd name="T1" fmla="*/ 137 h 137"/>
                <a:gd name="T2" fmla="*/ 10 w 39"/>
                <a:gd name="T3" fmla="*/ 137 h 137"/>
                <a:gd name="T4" fmla="*/ 0 w 39"/>
                <a:gd name="T5" fmla="*/ 127 h 137"/>
                <a:gd name="T6" fmla="*/ 0 w 39"/>
                <a:gd name="T7" fmla="*/ 0 h 137"/>
                <a:gd name="T8" fmla="*/ 39 w 39"/>
                <a:gd name="T9" fmla="*/ 8 h 137"/>
                <a:gd name="T10" fmla="*/ 27 w 39"/>
                <a:gd name="T11" fmla="*/ 128 h 137"/>
                <a:gd name="T12" fmla="*/ 18 w 39"/>
                <a:gd name="T13" fmla="*/ 137 h 137"/>
              </a:gdLst>
              <a:ahLst/>
              <a:cxnLst>
                <a:cxn ang="0">
                  <a:pos x="T0" y="T1"/>
                </a:cxn>
                <a:cxn ang="0">
                  <a:pos x="T2" y="T3"/>
                </a:cxn>
                <a:cxn ang="0">
                  <a:pos x="T4" y="T5"/>
                </a:cxn>
                <a:cxn ang="0">
                  <a:pos x="T6" y="T7"/>
                </a:cxn>
                <a:cxn ang="0">
                  <a:pos x="T8" y="T9"/>
                </a:cxn>
                <a:cxn ang="0">
                  <a:pos x="T10" y="T11"/>
                </a:cxn>
                <a:cxn ang="0">
                  <a:pos x="T12" y="T13"/>
                </a:cxn>
              </a:cxnLst>
              <a:rect l="0" t="0" r="r" b="b"/>
              <a:pathLst>
                <a:path w="39" h="137">
                  <a:moveTo>
                    <a:pt x="18" y="137"/>
                  </a:moveTo>
                  <a:cubicBezTo>
                    <a:pt x="10" y="137"/>
                    <a:pt x="10" y="137"/>
                    <a:pt x="10" y="137"/>
                  </a:cubicBezTo>
                  <a:cubicBezTo>
                    <a:pt x="5" y="137"/>
                    <a:pt x="0" y="133"/>
                    <a:pt x="0" y="127"/>
                  </a:cubicBezTo>
                  <a:cubicBezTo>
                    <a:pt x="0" y="0"/>
                    <a:pt x="0" y="0"/>
                    <a:pt x="0" y="0"/>
                  </a:cubicBezTo>
                  <a:cubicBezTo>
                    <a:pt x="39" y="8"/>
                    <a:pt x="39" y="8"/>
                    <a:pt x="39" y="8"/>
                  </a:cubicBezTo>
                  <a:cubicBezTo>
                    <a:pt x="27" y="128"/>
                    <a:pt x="27" y="128"/>
                    <a:pt x="27" y="128"/>
                  </a:cubicBezTo>
                  <a:cubicBezTo>
                    <a:pt x="27" y="133"/>
                    <a:pt x="23" y="137"/>
                    <a:pt x="18" y="137"/>
                  </a:cubicBezTo>
                  <a:close/>
                </a:path>
              </a:pathLst>
            </a:custGeom>
            <a:solidFill>
              <a:srgbClr val="07113D"/>
            </a:solidFill>
            <a:ln>
              <a:noFill/>
            </a:ln>
            <a:extLst>
              <a:ext uri="{91240B29-F687-4F45-9708-019B960494DF}">
                <a14:hiddenLine xmlns:a14="http://schemas.microsoft.com/office/drawing/2010/main" w="9525">
                  <a:solidFill>
                    <a:srgbClr val="000000"/>
                  </a:solidFill>
                  <a:round/>
                  <a:headEnd/>
                  <a:tailEnd/>
                </a14:hiddenLine>
              </a:ext>
            </a:extLst>
          </p:spPr>
          <p:txBody>
            <a:bodyPr anchor="ctr"/>
            <a:lstStyle/>
            <a:p>
              <a:pPr algn="ctr"/>
              <a:endParaRPr/>
            </a:p>
          </p:txBody>
        </p:sp>
        <p:sp>
          <p:nvSpPr>
            <p:cNvPr id="324" name="îŝḻíḓè">
              <a:extLst>
                <a:ext uri="{FF2B5EF4-FFF2-40B4-BE49-F238E27FC236}">
                  <a16:creationId xmlns:a16="http://schemas.microsoft.com/office/drawing/2014/main" id="{278CB063-B936-48B7-AD80-33B3E397B26D}"/>
                </a:ext>
              </a:extLst>
            </p:cNvPr>
            <p:cNvSpPr/>
            <p:nvPr/>
          </p:nvSpPr>
          <p:spPr bwMode="auto">
            <a:xfrm>
              <a:off x="7266782" y="5452181"/>
              <a:ext cx="442913" cy="334963"/>
            </a:xfrm>
            <a:custGeom>
              <a:avLst/>
              <a:gdLst>
                <a:gd name="T0" fmla="*/ 104 w 219"/>
                <a:gd name="T1" fmla="*/ 18 h 166"/>
                <a:gd name="T2" fmla="*/ 59 w 219"/>
                <a:gd name="T3" fmla="*/ 99 h 166"/>
                <a:gd name="T4" fmla="*/ 23 w 219"/>
                <a:gd name="T5" fmla="*/ 120 h 166"/>
                <a:gd name="T6" fmla="*/ 1 w 219"/>
                <a:gd name="T7" fmla="*/ 142 h 166"/>
                <a:gd name="T8" fmla="*/ 1 w 219"/>
                <a:gd name="T9" fmla="*/ 142 h 166"/>
                <a:gd name="T10" fmla="*/ 24 w 219"/>
                <a:gd name="T11" fmla="*/ 166 h 166"/>
                <a:gd name="T12" fmla="*/ 61 w 219"/>
                <a:gd name="T13" fmla="*/ 166 h 166"/>
                <a:gd name="T14" fmla="*/ 112 w 219"/>
                <a:gd name="T15" fmla="*/ 146 h 166"/>
                <a:gd name="T16" fmla="*/ 212 w 219"/>
                <a:gd name="T17" fmla="*/ 53 h 166"/>
                <a:gd name="T18" fmla="*/ 218 w 219"/>
                <a:gd name="T19" fmla="*/ 31 h 166"/>
                <a:gd name="T20" fmla="*/ 183 w 219"/>
                <a:gd name="T21" fmla="*/ 3 h 166"/>
                <a:gd name="T22" fmla="*/ 104 w 219"/>
                <a:gd name="T23" fmla="*/ 18 h 1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219" h="166">
                  <a:moveTo>
                    <a:pt x="104" y="18"/>
                  </a:moveTo>
                  <a:cubicBezTo>
                    <a:pt x="59" y="99"/>
                    <a:pt x="59" y="99"/>
                    <a:pt x="59" y="99"/>
                  </a:cubicBezTo>
                  <a:cubicBezTo>
                    <a:pt x="51" y="112"/>
                    <a:pt x="38" y="120"/>
                    <a:pt x="23" y="120"/>
                  </a:cubicBezTo>
                  <a:cubicBezTo>
                    <a:pt x="11" y="121"/>
                    <a:pt x="1" y="130"/>
                    <a:pt x="1" y="142"/>
                  </a:cubicBezTo>
                  <a:cubicBezTo>
                    <a:pt x="1" y="142"/>
                    <a:pt x="1" y="142"/>
                    <a:pt x="1" y="142"/>
                  </a:cubicBezTo>
                  <a:cubicBezTo>
                    <a:pt x="0" y="155"/>
                    <a:pt x="11" y="166"/>
                    <a:pt x="24" y="166"/>
                  </a:cubicBezTo>
                  <a:cubicBezTo>
                    <a:pt x="61" y="166"/>
                    <a:pt x="61" y="166"/>
                    <a:pt x="61" y="166"/>
                  </a:cubicBezTo>
                  <a:cubicBezTo>
                    <a:pt x="80" y="166"/>
                    <a:pt x="98" y="159"/>
                    <a:pt x="112" y="146"/>
                  </a:cubicBezTo>
                  <a:cubicBezTo>
                    <a:pt x="212" y="53"/>
                    <a:pt x="212" y="53"/>
                    <a:pt x="212" y="53"/>
                  </a:cubicBezTo>
                  <a:cubicBezTo>
                    <a:pt x="217" y="46"/>
                    <a:pt x="219" y="38"/>
                    <a:pt x="218" y="31"/>
                  </a:cubicBezTo>
                  <a:cubicBezTo>
                    <a:pt x="217" y="13"/>
                    <a:pt x="200" y="0"/>
                    <a:pt x="183" y="3"/>
                  </a:cubicBezTo>
                  <a:lnTo>
                    <a:pt x="104" y="18"/>
                  </a:lnTo>
                  <a:close/>
                </a:path>
              </a:pathLst>
            </a:custGeom>
            <a:solidFill>
              <a:srgbClr val="07113D"/>
            </a:solidFill>
            <a:ln>
              <a:noFill/>
            </a:ln>
            <a:extLst>
              <a:ext uri="{91240B29-F687-4F45-9708-019B960494DF}">
                <a14:hiddenLine xmlns:a14="http://schemas.microsoft.com/office/drawing/2010/main" w="9525">
                  <a:solidFill>
                    <a:srgbClr val="000000"/>
                  </a:solidFill>
                  <a:round/>
                  <a:headEnd/>
                  <a:tailEnd/>
                </a14:hiddenLine>
              </a:ext>
            </a:extLst>
          </p:spPr>
          <p:txBody>
            <a:bodyPr anchor="ctr"/>
            <a:lstStyle/>
            <a:p>
              <a:pPr algn="ctr"/>
              <a:endParaRPr/>
            </a:p>
          </p:txBody>
        </p:sp>
        <p:sp>
          <p:nvSpPr>
            <p:cNvPr id="325" name="î$ḻîḍe">
              <a:extLst>
                <a:ext uri="{FF2B5EF4-FFF2-40B4-BE49-F238E27FC236}">
                  <a16:creationId xmlns:a16="http://schemas.microsoft.com/office/drawing/2014/main" id="{C45F206F-CF02-4D80-896C-6B2BAC12A3EF}"/>
                </a:ext>
              </a:extLst>
            </p:cNvPr>
            <p:cNvSpPr/>
            <p:nvPr/>
          </p:nvSpPr>
          <p:spPr bwMode="auto">
            <a:xfrm>
              <a:off x="7262019" y="5431543"/>
              <a:ext cx="442913" cy="334963"/>
            </a:xfrm>
            <a:custGeom>
              <a:avLst/>
              <a:gdLst>
                <a:gd name="T0" fmla="*/ 104 w 219"/>
                <a:gd name="T1" fmla="*/ 18 h 166"/>
                <a:gd name="T2" fmla="*/ 58 w 219"/>
                <a:gd name="T3" fmla="*/ 99 h 166"/>
                <a:gd name="T4" fmla="*/ 22 w 219"/>
                <a:gd name="T5" fmla="*/ 120 h 166"/>
                <a:gd name="T6" fmla="*/ 0 w 219"/>
                <a:gd name="T7" fmla="*/ 141 h 166"/>
                <a:gd name="T8" fmla="*/ 0 w 219"/>
                <a:gd name="T9" fmla="*/ 142 h 166"/>
                <a:gd name="T10" fmla="*/ 24 w 219"/>
                <a:gd name="T11" fmla="*/ 166 h 166"/>
                <a:gd name="T12" fmla="*/ 50 w 219"/>
                <a:gd name="T13" fmla="*/ 166 h 166"/>
                <a:gd name="T14" fmla="*/ 120 w 219"/>
                <a:gd name="T15" fmla="*/ 138 h 166"/>
                <a:gd name="T16" fmla="*/ 212 w 219"/>
                <a:gd name="T17" fmla="*/ 52 h 166"/>
                <a:gd name="T18" fmla="*/ 218 w 219"/>
                <a:gd name="T19" fmla="*/ 30 h 166"/>
                <a:gd name="T20" fmla="*/ 182 w 219"/>
                <a:gd name="T21" fmla="*/ 2 h 166"/>
                <a:gd name="T22" fmla="*/ 104 w 219"/>
                <a:gd name="T23" fmla="*/ 18 h 1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219" h="166">
                  <a:moveTo>
                    <a:pt x="104" y="18"/>
                  </a:moveTo>
                  <a:cubicBezTo>
                    <a:pt x="58" y="99"/>
                    <a:pt x="58" y="99"/>
                    <a:pt x="58" y="99"/>
                  </a:cubicBezTo>
                  <a:cubicBezTo>
                    <a:pt x="51" y="111"/>
                    <a:pt x="37" y="119"/>
                    <a:pt x="22" y="120"/>
                  </a:cubicBezTo>
                  <a:cubicBezTo>
                    <a:pt x="11" y="120"/>
                    <a:pt x="1" y="130"/>
                    <a:pt x="0" y="141"/>
                  </a:cubicBezTo>
                  <a:cubicBezTo>
                    <a:pt x="0" y="142"/>
                    <a:pt x="0" y="142"/>
                    <a:pt x="0" y="142"/>
                  </a:cubicBezTo>
                  <a:cubicBezTo>
                    <a:pt x="0" y="155"/>
                    <a:pt x="10" y="166"/>
                    <a:pt x="24" y="166"/>
                  </a:cubicBezTo>
                  <a:cubicBezTo>
                    <a:pt x="50" y="166"/>
                    <a:pt x="50" y="166"/>
                    <a:pt x="50" y="166"/>
                  </a:cubicBezTo>
                  <a:cubicBezTo>
                    <a:pt x="76" y="166"/>
                    <a:pt x="101" y="156"/>
                    <a:pt x="120" y="138"/>
                  </a:cubicBezTo>
                  <a:cubicBezTo>
                    <a:pt x="212" y="52"/>
                    <a:pt x="212" y="52"/>
                    <a:pt x="212" y="52"/>
                  </a:cubicBezTo>
                  <a:cubicBezTo>
                    <a:pt x="217" y="46"/>
                    <a:pt x="219" y="38"/>
                    <a:pt x="218" y="30"/>
                  </a:cubicBezTo>
                  <a:cubicBezTo>
                    <a:pt x="216" y="12"/>
                    <a:pt x="200" y="0"/>
                    <a:pt x="182" y="2"/>
                  </a:cubicBezTo>
                  <a:lnTo>
                    <a:pt x="104" y="18"/>
                  </a:lnTo>
                  <a:close/>
                </a:path>
              </a:pathLst>
            </a:custGeom>
            <a:solidFill>
              <a:srgbClr val="B95241"/>
            </a:solidFill>
            <a:ln>
              <a:noFill/>
            </a:ln>
            <a:extLst>
              <a:ext uri="{91240B29-F687-4F45-9708-019B960494DF}">
                <a14:hiddenLine xmlns:a14="http://schemas.microsoft.com/office/drawing/2010/main" w="9525">
                  <a:solidFill>
                    <a:srgbClr val="000000"/>
                  </a:solidFill>
                  <a:round/>
                  <a:headEnd/>
                  <a:tailEnd/>
                </a14:hiddenLine>
              </a:ext>
            </a:extLst>
          </p:spPr>
          <p:txBody>
            <a:bodyPr anchor="ctr"/>
            <a:lstStyle/>
            <a:p>
              <a:pPr algn="ctr"/>
              <a:endParaRPr/>
            </a:p>
          </p:txBody>
        </p:sp>
        <p:sp>
          <p:nvSpPr>
            <p:cNvPr id="326" name="îṩlidè">
              <a:extLst>
                <a:ext uri="{FF2B5EF4-FFF2-40B4-BE49-F238E27FC236}">
                  <a16:creationId xmlns:a16="http://schemas.microsoft.com/office/drawing/2014/main" id="{C615D79E-9EAD-43C4-896B-964E51B2E36D}"/>
                </a:ext>
              </a:extLst>
            </p:cNvPr>
            <p:cNvSpPr/>
            <p:nvPr/>
          </p:nvSpPr>
          <p:spPr bwMode="auto">
            <a:xfrm>
              <a:off x="7396957" y="5582356"/>
              <a:ext cx="53975" cy="38100"/>
            </a:xfrm>
            <a:custGeom>
              <a:avLst/>
              <a:gdLst>
                <a:gd name="T0" fmla="*/ 1 w 27"/>
                <a:gd name="T1" fmla="*/ 5 h 19"/>
                <a:gd name="T2" fmla="*/ 22 w 27"/>
                <a:gd name="T3" fmla="*/ 18 h 19"/>
                <a:gd name="T4" fmla="*/ 26 w 27"/>
                <a:gd name="T5" fmla="*/ 17 h 19"/>
                <a:gd name="T6" fmla="*/ 25 w 27"/>
                <a:gd name="T7" fmla="*/ 13 h 19"/>
                <a:gd name="T8" fmla="*/ 4 w 27"/>
                <a:gd name="T9" fmla="*/ 1 h 19"/>
                <a:gd name="T10" fmla="*/ 0 w 27"/>
                <a:gd name="T11" fmla="*/ 1 h 19"/>
                <a:gd name="T12" fmla="*/ 1 w 27"/>
                <a:gd name="T13" fmla="*/ 5 h 19"/>
              </a:gdLst>
              <a:ahLst/>
              <a:cxnLst>
                <a:cxn ang="0">
                  <a:pos x="T0" y="T1"/>
                </a:cxn>
                <a:cxn ang="0">
                  <a:pos x="T2" y="T3"/>
                </a:cxn>
                <a:cxn ang="0">
                  <a:pos x="T4" y="T5"/>
                </a:cxn>
                <a:cxn ang="0">
                  <a:pos x="T6" y="T7"/>
                </a:cxn>
                <a:cxn ang="0">
                  <a:pos x="T8" y="T9"/>
                </a:cxn>
                <a:cxn ang="0">
                  <a:pos x="T10" y="T11"/>
                </a:cxn>
                <a:cxn ang="0">
                  <a:pos x="T12" y="T13"/>
                </a:cxn>
              </a:cxnLst>
              <a:rect l="0" t="0" r="r" b="b"/>
              <a:pathLst>
                <a:path w="27" h="19">
                  <a:moveTo>
                    <a:pt x="1" y="5"/>
                  </a:moveTo>
                  <a:cubicBezTo>
                    <a:pt x="22" y="18"/>
                    <a:pt x="22" y="18"/>
                    <a:pt x="22" y="18"/>
                  </a:cubicBezTo>
                  <a:cubicBezTo>
                    <a:pt x="23" y="19"/>
                    <a:pt x="25" y="18"/>
                    <a:pt x="26" y="17"/>
                  </a:cubicBezTo>
                  <a:cubicBezTo>
                    <a:pt x="27" y="16"/>
                    <a:pt x="26" y="14"/>
                    <a:pt x="25" y="13"/>
                  </a:cubicBezTo>
                  <a:cubicBezTo>
                    <a:pt x="4" y="1"/>
                    <a:pt x="4" y="1"/>
                    <a:pt x="4" y="1"/>
                  </a:cubicBezTo>
                  <a:cubicBezTo>
                    <a:pt x="3" y="0"/>
                    <a:pt x="1" y="0"/>
                    <a:pt x="0" y="1"/>
                  </a:cubicBezTo>
                  <a:cubicBezTo>
                    <a:pt x="0" y="3"/>
                    <a:pt x="0" y="5"/>
                    <a:pt x="1" y="5"/>
                  </a:cubicBezTo>
                </a:path>
              </a:pathLst>
            </a:custGeom>
            <a:solidFill>
              <a:srgbClr val="07113D"/>
            </a:solidFill>
            <a:ln>
              <a:noFill/>
            </a:ln>
            <a:extLst>
              <a:ext uri="{91240B29-F687-4F45-9708-019B960494DF}">
                <a14:hiddenLine xmlns:a14="http://schemas.microsoft.com/office/drawing/2010/main" w="9525">
                  <a:solidFill>
                    <a:srgbClr val="000000"/>
                  </a:solidFill>
                  <a:round/>
                  <a:headEnd/>
                  <a:tailEnd/>
                </a14:hiddenLine>
              </a:ext>
            </a:extLst>
          </p:spPr>
          <p:txBody>
            <a:bodyPr anchor="ctr"/>
            <a:lstStyle/>
            <a:p>
              <a:pPr algn="ctr"/>
              <a:endParaRPr/>
            </a:p>
          </p:txBody>
        </p:sp>
        <p:sp>
          <p:nvSpPr>
            <p:cNvPr id="327" name="íšḻíďe">
              <a:extLst>
                <a:ext uri="{FF2B5EF4-FFF2-40B4-BE49-F238E27FC236}">
                  <a16:creationId xmlns:a16="http://schemas.microsoft.com/office/drawing/2014/main" id="{6F10E2AD-8D6D-4401-9117-9592B2AD76E5}"/>
                </a:ext>
              </a:extLst>
            </p:cNvPr>
            <p:cNvSpPr/>
            <p:nvPr/>
          </p:nvSpPr>
          <p:spPr bwMode="auto">
            <a:xfrm>
              <a:off x="7412832" y="5550606"/>
              <a:ext cx="53975" cy="38100"/>
            </a:xfrm>
            <a:custGeom>
              <a:avLst/>
              <a:gdLst>
                <a:gd name="T0" fmla="*/ 2 w 27"/>
                <a:gd name="T1" fmla="*/ 5 h 19"/>
                <a:gd name="T2" fmla="*/ 22 w 27"/>
                <a:gd name="T3" fmla="*/ 18 h 19"/>
                <a:gd name="T4" fmla="*/ 26 w 27"/>
                <a:gd name="T5" fmla="*/ 17 h 19"/>
                <a:gd name="T6" fmla="*/ 25 w 27"/>
                <a:gd name="T7" fmla="*/ 13 h 19"/>
                <a:gd name="T8" fmla="*/ 5 w 27"/>
                <a:gd name="T9" fmla="*/ 0 h 19"/>
                <a:gd name="T10" fmla="*/ 1 w 27"/>
                <a:gd name="T11" fmla="*/ 1 h 19"/>
                <a:gd name="T12" fmla="*/ 2 w 27"/>
                <a:gd name="T13" fmla="*/ 5 h 19"/>
              </a:gdLst>
              <a:ahLst/>
              <a:cxnLst>
                <a:cxn ang="0">
                  <a:pos x="T0" y="T1"/>
                </a:cxn>
                <a:cxn ang="0">
                  <a:pos x="T2" y="T3"/>
                </a:cxn>
                <a:cxn ang="0">
                  <a:pos x="T4" y="T5"/>
                </a:cxn>
                <a:cxn ang="0">
                  <a:pos x="T6" y="T7"/>
                </a:cxn>
                <a:cxn ang="0">
                  <a:pos x="T8" y="T9"/>
                </a:cxn>
                <a:cxn ang="0">
                  <a:pos x="T10" y="T11"/>
                </a:cxn>
                <a:cxn ang="0">
                  <a:pos x="T12" y="T13"/>
                </a:cxn>
              </a:cxnLst>
              <a:rect l="0" t="0" r="r" b="b"/>
              <a:pathLst>
                <a:path w="27" h="19">
                  <a:moveTo>
                    <a:pt x="2" y="5"/>
                  </a:moveTo>
                  <a:cubicBezTo>
                    <a:pt x="22" y="18"/>
                    <a:pt x="22" y="18"/>
                    <a:pt x="22" y="18"/>
                  </a:cubicBezTo>
                  <a:cubicBezTo>
                    <a:pt x="24" y="19"/>
                    <a:pt x="25" y="18"/>
                    <a:pt x="26" y="17"/>
                  </a:cubicBezTo>
                  <a:cubicBezTo>
                    <a:pt x="27" y="15"/>
                    <a:pt x="27" y="14"/>
                    <a:pt x="25" y="13"/>
                  </a:cubicBezTo>
                  <a:cubicBezTo>
                    <a:pt x="5" y="0"/>
                    <a:pt x="5" y="0"/>
                    <a:pt x="5" y="0"/>
                  </a:cubicBezTo>
                  <a:cubicBezTo>
                    <a:pt x="3" y="0"/>
                    <a:pt x="2" y="0"/>
                    <a:pt x="1" y="1"/>
                  </a:cubicBezTo>
                  <a:cubicBezTo>
                    <a:pt x="0" y="3"/>
                    <a:pt x="0" y="4"/>
                    <a:pt x="2" y="5"/>
                  </a:cubicBezTo>
                </a:path>
              </a:pathLst>
            </a:custGeom>
            <a:solidFill>
              <a:srgbClr val="07113D"/>
            </a:solidFill>
            <a:ln>
              <a:noFill/>
            </a:ln>
            <a:extLst>
              <a:ext uri="{91240B29-F687-4F45-9708-019B960494DF}">
                <a14:hiddenLine xmlns:a14="http://schemas.microsoft.com/office/drawing/2010/main" w="9525">
                  <a:solidFill>
                    <a:srgbClr val="000000"/>
                  </a:solidFill>
                  <a:round/>
                  <a:headEnd/>
                  <a:tailEnd/>
                </a14:hiddenLine>
              </a:ext>
            </a:extLst>
          </p:spPr>
          <p:txBody>
            <a:bodyPr anchor="ctr"/>
            <a:lstStyle/>
            <a:p>
              <a:pPr algn="ctr"/>
              <a:endParaRPr/>
            </a:p>
          </p:txBody>
        </p:sp>
        <p:sp>
          <p:nvSpPr>
            <p:cNvPr id="328" name="îSḷíḍê">
              <a:extLst>
                <a:ext uri="{FF2B5EF4-FFF2-40B4-BE49-F238E27FC236}">
                  <a16:creationId xmlns:a16="http://schemas.microsoft.com/office/drawing/2014/main" id="{6731AF10-A675-4299-BEB9-9FAE9E5922A3}"/>
                </a:ext>
              </a:extLst>
            </p:cNvPr>
            <p:cNvSpPr/>
            <p:nvPr/>
          </p:nvSpPr>
          <p:spPr bwMode="auto">
            <a:xfrm>
              <a:off x="7428707" y="5518856"/>
              <a:ext cx="53975" cy="38100"/>
            </a:xfrm>
            <a:custGeom>
              <a:avLst/>
              <a:gdLst>
                <a:gd name="T0" fmla="*/ 2 w 27"/>
                <a:gd name="T1" fmla="*/ 6 h 19"/>
                <a:gd name="T2" fmla="*/ 23 w 27"/>
                <a:gd name="T3" fmla="*/ 18 h 19"/>
                <a:gd name="T4" fmla="*/ 27 w 27"/>
                <a:gd name="T5" fmla="*/ 17 h 19"/>
                <a:gd name="T6" fmla="*/ 26 w 27"/>
                <a:gd name="T7" fmla="*/ 13 h 19"/>
                <a:gd name="T8" fmla="*/ 5 w 27"/>
                <a:gd name="T9" fmla="*/ 1 h 19"/>
                <a:gd name="T10" fmla="*/ 1 w 27"/>
                <a:gd name="T11" fmla="*/ 2 h 19"/>
                <a:gd name="T12" fmla="*/ 2 w 27"/>
                <a:gd name="T13" fmla="*/ 6 h 19"/>
              </a:gdLst>
              <a:ahLst/>
              <a:cxnLst>
                <a:cxn ang="0">
                  <a:pos x="T0" y="T1"/>
                </a:cxn>
                <a:cxn ang="0">
                  <a:pos x="T2" y="T3"/>
                </a:cxn>
                <a:cxn ang="0">
                  <a:pos x="T4" y="T5"/>
                </a:cxn>
                <a:cxn ang="0">
                  <a:pos x="T6" y="T7"/>
                </a:cxn>
                <a:cxn ang="0">
                  <a:pos x="T8" y="T9"/>
                </a:cxn>
                <a:cxn ang="0">
                  <a:pos x="T10" y="T11"/>
                </a:cxn>
                <a:cxn ang="0">
                  <a:pos x="T12" y="T13"/>
                </a:cxn>
              </a:cxnLst>
              <a:rect l="0" t="0" r="r" b="b"/>
              <a:pathLst>
                <a:path w="27" h="19">
                  <a:moveTo>
                    <a:pt x="2" y="6"/>
                  </a:moveTo>
                  <a:cubicBezTo>
                    <a:pt x="23" y="18"/>
                    <a:pt x="23" y="18"/>
                    <a:pt x="23" y="18"/>
                  </a:cubicBezTo>
                  <a:cubicBezTo>
                    <a:pt x="24" y="19"/>
                    <a:pt x="26" y="19"/>
                    <a:pt x="27" y="17"/>
                  </a:cubicBezTo>
                  <a:cubicBezTo>
                    <a:pt x="27" y="16"/>
                    <a:pt x="27" y="14"/>
                    <a:pt x="26" y="13"/>
                  </a:cubicBezTo>
                  <a:cubicBezTo>
                    <a:pt x="5" y="1"/>
                    <a:pt x="5" y="1"/>
                    <a:pt x="5" y="1"/>
                  </a:cubicBezTo>
                  <a:cubicBezTo>
                    <a:pt x="4" y="0"/>
                    <a:pt x="2" y="0"/>
                    <a:pt x="1" y="2"/>
                  </a:cubicBezTo>
                  <a:cubicBezTo>
                    <a:pt x="0" y="3"/>
                    <a:pt x="1" y="5"/>
                    <a:pt x="2" y="6"/>
                  </a:cubicBezTo>
                </a:path>
              </a:pathLst>
            </a:custGeom>
            <a:solidFill>
              <a:srgbClr val="07113D"/>
            </a:solidFill>
            <a:ln>
              <a:noFill/>
            </a:ln>
            <a:extLst>
              <a:ext uri="{91240B29-F687-4F45-9708-019B960494DF}">
                <a14:hiddenLine xmlns:a14="http://schemas.microsoft.com/office/drawing/2010/main" w="9525">
                  <a:solidFill>
                    <a:srgbClr val="000000"/>
                  </a:solidFill>
                  <a:round/>
                  <a:headEnd/>
                  <a:tailEnd/>
                </a14:hiddenLine>
              </a:ext>
            </a:extLst>
          </p:spPr>
          <p:txBody>
            <a:bodyPr anchor="ctr"/>
            <a:lstStyle/>
            <a:p>
              <a:pPr algn="ctr"/>
              <a:endParaRPr/>
            </a:p>
          </p:txBody>
        </p:sp>
        <p:sp>
          <p:nvSpPr>
            <p:cNvPr id="329" name="íṥ1ïḍè">
              <a:extLst>
                <a:ext uri="{FF2B5EF4-FFF2-40B4-BE49-F238E27FC236}">
                  <a16:creationId xmlns:a16="http://schemas.microsoft.com/office/drawing/2014/main" id="{2D5E421A-720A-41DA-98BB-C1DE3296D893}"/>
                </a:ext>
              </a:extLst>
            </p:cNvPr>
            <p:cNvSpPr/>
            <p:nvPr/>
          </p:nvSpPr>
          <p:spPr bwMode="auto">
            <a:xfrm>
              <a:off x="7349332" y="3699581"/>
              <a:ext cx="428625" cy="1770063"/>
            </a:xfrm>
            <a:custGeom>
              <a:avLst/>
              <a:gdLst>
                <a:gd name="T0" fmla="*/ 65 w 212"/>
                <a:gd name="T1" fmla="*/ 873 h 876"/>
                <a:gd name="T2" fmla="*/ 164 w 212"/>
                <a:gd name="T3" fmla="*/ 876 h 876"/>
                <a:gd name="T4" fmla="*/ 133 w 212"/>
                <a:gd name="T5" fmla="*/ 522 h 876"/>
                <a:gd name="T6" fmla="*/ 132 w 212"/>
                <a:gd name="T7" fmla="*/ 485 h 876"/>
                <a:gd name="T8" fmla="*/ 212 w 212"/>
                <a:gd name="T9" fmla="*/ 16 h 876"/>
                <a:gd name="T10" fmla="*/ 70 w 212"/>
                <a:gd name="T11" fmla="*/ 0 h 876"/>
                <a:gd name="T12" fmla="*/ 3 w 212"/>
                <a:gd name="T13" fmla="*/ 448 h 876"/>
                <a:gd name="T14" fmla="*/ 4 w 212"/>
                <a:gd name="T15" fmla="*/ 527 h 876"/>
                <a:gd name="T16" fmla="*/ 65 w 212"/>
                <a:gd name="T17" fmla="*/ 873 h 8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12" h="876">
                  <a:moveTo>
                    <a:pt x="65" y="873"/>
                  </a:moveTo>
                  <a:cubicBezTo>
                    <a:pt x="164" y="876"/>
                    <a:pt x="164" y="876"/>
                    <a:pt x="164" y="876"/>
                  </a:cubicBezTo>
                  <a:cubicBezTo>
                    <a:pt x="133" y="522"/>
                    <a:pt x="133" y="522"/>
                    <a:pt x="133" y="522"/>
                  </a:cubicBezTo>
                  <a:cubicBezTo>
                    <a:pt x="131" y="510"/>
                    <a:pt x="131" y="497"/>
                    <a:pt x="132" y="485"/>
                  </a:cubicBezTo>
                  <a:cubicBezTo>
                    <a:pt x="212" y="16"/>
                    <a:pt x="212" y="16"/>
                    <a:pt x="212" y="16"/>
                  </a:cubicBezTo>
                  <a:cubicBezTo>
                    <a:pt x="70" y="0"/>
                    <a:pt x="70" y="0"/>
                    <a:pt x="70" y="0"/>
                  </a:cubicBezTo>
                  <a:cubicBezTo>
                    <a:pt x="3" y="448"/>
                    <a:pt x="3" y="448"/>
                    <a:pt x="3" y="448"/>
                  </a:cubicBezTo>
                  <a:cubicBezTo>
                    <a:pt x="0" y="475"/>
                    <a:pt x="0" y="501"/>
                    <a:pt x="4" y="527"/>
                  </a:cubicBezTo>
                  <a:cubicBezTo>
                    <a:pt x="65" y="873"/>
                    <a:pt x="65" y="873"/>
                    <a:pt x="65" y="873"/>
                  </a:cubicBezTo>
                </a:path>
              </a:pathLst>
            </a:custGeom>
            <a:solidFill>
              <a:srgbClr val="07113D"/>
            </a:solidFill>
            <a:ln>
              <a:noFill/>
            </a:ln>
            <a:extLst>
              <a:ext uri="{91240B29-F687-4F45-9708-019B960494DF}">
                <a14:hiddenLine xmlns:a14="http://schemas.microsoft.com/office/drawing/2010/main" w="9525">
                  <a:solidFill>
                    <a:srgbClr val="000000"/>
                  </a:solidFill>
                  <a:round/>
                  <a:headEnd/>
                  <a:tailEnd/>
                </a14:hiddenLine>
              </a:ext>
            </a:extLst>
          </p:spPr>
          <p:txBody>
            <a:bodyPr anchor="ctr"/>
            <a:lstStyle/>
            <a:p>
              <a:pPr algn="ctr"/>
              <a:endParaRPr/>
            </a:p>
          </p:txBody>
        </p:sp>
        <p:sp>
          <p:nvSpPr>
            <p:cNvPr id="330" name="îṩļiḓé">
              <a:extLst>
                <a:ext uri="{FF2B5EF4-FFF2-40B4-BE49-F238E27FC236}">
                  <a16:creationId xmlns:a16="http://schemas.microsoft.com/office/drawing/2014/main" id="{2DCE281C-AF6D-4013-8F1B-A60979B71295}"/>
                </a:ext>
              </a:extLst>
            </p:cNvPr>
            <p:cNvSpPr/>
            <p:nvPr/>
          </p:nvSpPr>
          <p:spPr bwMode="auto">
            <a:xfrm>
              <a:off x="7458869" y="5420431"/>
              <a:ext cx="241300" cy="50800"/>
            </a:xfrm>
            <a:prstGeom prst="rect">
              <a:avLst/>
            </a:prstGeom>
            <a:solidFill>
              <a:srgbClr val="9995A7"/>
            </a:solidFill>
            <a:ln>
              <a:noFill/>
            </a:ln>
            <a:extLst>
              <a:ext uri="{91240B29-F687-4F45-9708-019B960494DF}">
                <a14:hiddenLine xmlns:a14="http://schemas.microsoft.com/office/drawing/2010/main" w="9525">
                  <a:solidFill>
                    <a:srgbClr val="000000"/>
                  </a:solidFill>
                  <a:miter lim="800000"/>
                  <a:headEnd/>
                  <a:tailEnd/>
                </a14:hiddenLine>
              </a:ext>
            </a:extLst>
          </p:spPr>
          <p:txBody>
            <a:bodyPr anchor="ctr"/>
            <a:lstStyle/>
            <a:p>
              <a:pPr algn="ctr"/>
              <a:endParaRPr/>
            </a:p>
          </p:txBody>
        </p:sp>
        <p:sp>
          <p:nvSpPr>
            <p:cNvPr id="331" name="ïs1íde">
              <a:extLst>
                <a:ext uri="{FF2B5EF4-FFF2-40B4-BE49-F238E27FC236}">
                  <a16:creationId xmlns:a16="http://schemas.microsoft.com/office/drawing/2014/main" id="{FD5FD382-28A7-42F1-AB61-78834307EEB4}"/>
                </a:ext>
              </a:extLst>
            </p:cNvPr>
            <p:cNvSpPr/>
            <p:nvPr/>
          </p:nvSpPr>
          <p:spPr bwMode="auto">
            <a:xfrm>
              <a:off x="8095457" y="5518856"/>
              <a:ext cx="79375" cy="276225"/>
            </a:xfrm>
            <a:custGeom>
              <a:avLst/>
              <a:gdLst>
                <a:gd name="T0" fmla="*/ 18 w 39"/>
                <a:gd name="T1" fmla="*/ 137 h 137"/>
                <a:gd name="T2" fmla="*/ 10 w 39"/>
                <a:gd name="T3" fmla="*/ 137 h 137"/>
                <a:gd name="T4" fmla="*/ 0 w 39"/>
                <a:gd name="T5" fmla="*/ 128 h 137"/>
                <a:gd name="T6" fmla="*/ 0 w 39"/>
                <a:gd name="T7" fmla="*/ 0 h 137"/>
                <a:gd name="T8" fmla="*/ 39 w 39"/>
                <a:gd name="T9" fmla="*/ 8 h 137"/>
                <a:gd name="T10" fmla="*/ 27 w 39"/>
                <a:gd name="T11" fmla="*/ 129 h 137"/>
                <a:gd name="T12" fmla="*/ 18 w 39"/>
                <a:gd name="T13" fmla="*/ 137 h 137"/>
              </a:gdLst>
              <a:ahLst/>
              <a:cxnLst>
                <a:cxn ang="0">
                  <a:pos x="T0" y="T1"/>
                </a:cxn>
                <a:cxn ang="0">
                  <a:pos x="T2" y="T3"/>
                </a:cxn>
                <a:cxn ang="0">
                  <a:pos x="T4" y="T5"/>
                </a:cxn>
                <a:cxn ang="0">
                  <a:pos x="T6" y="T7"/>
                </a:cxn>
                <a:cxn ang="0">
                  <a:pos x="T8" y="T9"/>
                </a:cxn>
                <a:cxn ang="0">
                  <a:pos x="T10" y="T11"/>
                </a:cxn>
                <a:cxn ang="0">
                  <a:pos x="T12" y="T13"/>
                </a:cxn>
              </a:cxnLst>
              <a:rect l="0" t="0" r="r" b="b"/>
              <a:pathLst>
                <a:path w="39" h="137">
                  <a:moveTo>
                    <a:pt x="18" y="137"/>
                  </a:moveTo>
                  <a:cubicBezTo>
                    <a:pt x="10" y="137"/>
                    <a:pt x="10" y="137"/>
                    <a:pt x="10" y="137"/>
                  </a:cubicBezTo>
                  <a:cubicBezTo>
                    <a:pt x="5" y="137"/>
                    <a:pt x="0" y="133"/>
                    <a:pt x="0" y="128"/>
                  </a:cubicBezTo>
                  <a:cubicBezTo>
                    <a:pt x="0" y="0"/>
                    <a:pt x="0" y="0"/>
                    <a:pt x="0" y="0"/>
                  </a:cubicBezTo>
                  <a:cubicBezTo>
                    <a:pt x="39" y="8"/>
                    <a:pt x="39" y="8"/>
                    <a:pt x="39" y="8"/>
                  </a:cubicBezTo>
                  <a:cubicBezTo>
                    <a:pt x="27" y="129"/>
                    <a:pt x="27" y="129"/>
                    <a:pt x="27" y="129"/>
                  </a:cubicBezTo>
                  <a:cubicBezTo>
                    <a:pt x="27" y="133"/>
                    <a:pt x="23" y="137"/>
                    <a:pt x="18" y="137"/>
                  </a:cubicBezTo>
                  <a:close/>
                </a:path>
              </a:pathLst>
            </a:custGeom>
            <a:solidFill>
              <a:srgbClr val="07113D"/>
            </a:solidFill>
            <a:ln>
              <a:noFill/>
            </a:ln>
            <a:extLst>
              <a:ext uri="{91240B29-F687-4F45-9708-019B960494DF}">
                <a14:hiddenLine xmlns:a14="http://schemas.microsoft.com/office/drawing/2010/main" w="9525">
                  <a:solidFill>
                    <a:srgbClr val="000000"/>
                  </a:solidFill>
                  <a:round/>
                  <a:headEnd/>
                  <a:tailEnd/>
                </a14:hiddenLine>
              </a:ext>
            </a:extLst>
          </p:spPr>
          <p:txBody>
            <a:bodyPr anchor="ctr"/>
            <a:lstStyle/>
            <a:p>
              <a:pPr algn="ctr"/>
              <a:endParaRPr/>
            </a:p>
          </p:txBody>
        </p:sp>
        <p:sp>
          <p:nvSpPr>
            <p:cNvPr id="332" name="íSḷiḋe">
              <a:extLst>
                <a:ext uri="{FF2B5EF4-FFF2-40B4-BE49-F238E27FC236}">
                  <a16:creationId xmlns:a16="http://schemas.microsoft.com/office/drawing/2014/main" id="{39C49D95-891C-4619-956A-7B5848733156}"/>
                </a:ext>
              </a:extLst>
            </p:cNvPr>
            <p:cNvSpPr/>
            <p:nvPr/>
          </p:nvSpPr>
          <p:spPr bwMode="auto">
            <a:xfrm>
              <a:off x="7733507" y="5464881"/>
              <a:ext cx="442913" cy="338138"/>
            </a:xfrm>
            <a:custGeom>
              <a:avLst/>
              <a:gdLst>
                <a:gd name="T0" fmla="*/ 104 w 219"/>
                <a:gd name="T1" fmla="*/ 18 h 167"/>
                <a:gd name="T2" fmla="*/ 59 w 219"/>
                <a:gd name="T3" fmla="*/ 99 h 167"/>
                <a:gd name="T4" fmla="*/ 23 w 219"/>
                <a:gd name="T5" fmla="*/ 121 h 167"/>
                <a:gd name="T6" fmla="*/ 1 w 219"/>
                <a:gd name="T7" fmla="*/ 142 h 167"/>
                <a:gd name="T8" fmla="*/ 1 w 219"/>
                <a:gd name="T9" fmla="*/ 142 h 167"/>
                <a:gd name="T10" fmla="*/ 24 w 219"/>
                <a:gd name="T11" fmla="*/ 167 h 167"/>
                <a:gd name="T12" fmla="*/ 61 w 219"/>
                <a:gd name="T13" fmla="*/ 167 h 167"/>
                <a:gd name="T14" fmla="*/ 112 w 219"/>
                <a:gd name="T15" fmla="*/ 146 h 167"/>
                <a:gd name="T16" fmla="*/ 212 w 219"/>
                <a:gd name="T17" fmla="*/ 53 h 167"/>
                <a:gd name="T18" fmla="*/ 218 w 219"/>
                <a:gd name="T19" fmla="*/ 31 h 167"/>
                <a:gd name="T20" fmla="*/ 183 w 219"/>
                <a:gd name="T21" fmla="*/ 3 h 167"/>
                <a:gd name="T22" fmla="*/ 104 w 219"/>
                <a:gd name="T23" fmla="*/ 18 h 1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219" h="167">
                  <a:moveTo>
                    <a:pt x="104" y="18"/>
                  </a:moveTo>
                  <a:cubicBezTo>
                    <a:pt x="59" y="99"/>
                    <a:pt x="59" y="99"/>
                    <a:pt x="59" y="99"/>
                  </a:cubicBezTo>
                  <a:cubicBezTo>
                    <a:pt x="51" y="112"/>
                    <a:pt x="37" y="120"/>
                    <a:pt x="23" y="121"/>
                  </a:cubicBezTo>
                  <a:cubicBezTo>
                    <a:pt x="11" y="121"/>
                    <a:pt x="1" y="130"/>
                    <a:pt x="1" y="142"/>
                  </a:cubicBezTo>
                  <a:cubicBezTo>
                    <a:pt x="1" y="142"/>
                    <a:pt x="1" y="142"/>
                    <a:pt x="1" y="142"/>
                  </a:cubicBezTo>
                  <a:cubicBezTo>
                    <a:pt x="0" y="156"/>
                    <a:pt x="11" y="167"/>
                    <a:pt x="24" y="167"/>
                  </a:cubicBezTo>
                  <a:cubicBezTo>
                    <a:pt x="61" y="167"/>
                    <a:pt x="61" y="167"/>
                    <a:pt x="61" y="167"/>
                  </a:cubicBezTo>
                  <a:cubicBezTo>
                    <a:pt x="80" y="167"/>
                    <a:pt x="98" y="159"/>
                    <a:pt x="112" y="146"/>
                  </a:cubicBezTo>
                  <a:cubicBezTo>
                    <a:pt x="212" y="53"/>
                    <a:pt x="212" y="53"/>
                    <a:pt x="212" y="53"/>
                  </a:cubicBezTo>
                  <a:cubicBezTo>
                    <a:pt x="217" y="47"/>
                    <a:pt x="219" y="39"/>
                    <a:pt x="218" y="31"/>
                  </a:cubicBezTo>
                  <a:cubicBezTo>
                    <a:pt x="216" y="13"/>
                    <a:pt x="200" y="0"/>
                    <a:pt x="183" y="3"/>
                  </a:cubicBezTo>
                  <a:lnTo>
                    <a:pt x="104" y="18"/>
                  </a:lnTo>
                  <a:close/>
                </a:path>
              </a:pathLst>
            </a:custGeom>
            <a:solidFill>
              <a:srgbClr val="07113D"/>
            </a:solidFill>
            <a:ln>
              <a:noFill/>
            </a:ln>
            <a:extLst>
              <a:ext uri="{91240B29-F687-4F45-9708-019B960494DF}">
                <a14:hiddenLine xmlns:a14="http://schemas.microsoft.com/office/drawing/2010/main" w="9525">
                  <a:solidFill>
                    <a:srgbClr val="000000"/>
                  </a:solidFill>
                  <a:round/>
                  <a:headEnd/>
                  <a:tailEnd/>
                </a14:hiddenLine>
              </a:ext>
            </a:extLst>
          </p:spPr>
          <p:txBody>
            <a:bodyPr anchor="ctr"/>
            <a:lstStyle/>
            <a:p>
              <a:pPr algn="ctr"/>
              <a:endParaRPr/>
            </a:p>
          </p:txBody>
        </p:sp>
        <p:sp>
          <p:nvSpPr>
            <p:cNvPr id="333" name="ïśḷïḓê">
              <a:extLst>
                <a:ext uri="{FF2B5EF4-FFF2-40B4-BE49-F238E27FC236}">
                  <a16:creationId xmlns:a16="http://schemas.microsoft.com/office/drawing/2014/main" id="{434B7DE0-0B28-49AF-8037-8A12D2CFBB98}"/>
                </a:ext>
              </a:extLst>
            </p:cNvPr>
            <p:cNvSpPr/>
            <p:nvPr/>
          </p:nvSpPr>
          <p:spPr bwMode="auto">
            <a:xfrm>
              <a:off x="7730332" y="5445831"/>
              <a:ext cx="442913" cy="334963"/>
            </a:xfrm>
            <a:custGeom>
              <a:avLst/>
              <a:gdLst>
                <a:gd name="T0" fmla="*/ 104 w 219"/>
                <a:gd name="T1" fmla="*/ 18 h 166"/>
                <a:gd name="T2" fmla="*/ 58 w 219"/>
                <a:gd name="T3" fmla="*/ 99 h 166"/>
                <a:gd name="T4" fmla="*/ 22 w 219"/>
                <a:gd name="T5" fmla="*/ 120 h 166"/>
                <a:gd name="T6" fmla="*/ 0 w 219"/>
                <a:gd name="T7" fmla="*/ 142 h 166"/>
                <a:gd name="T8" fmla="*/ 0 w 219"/>
                <a:gd name="T9" fmla="*/ 142 h 166"/>
                <a:gd name="T10" fmla="*/ 24 w 219"/>
                <a:gd name="T11" fmla="*/ 166 h 166"/>
                <a:gd name="T12" fmla="*/ 50 w 219"/>
                <a:gd name="T13" fmla="*/ 166 h 166"/>
                <a:gd name="T14" fmla="*/ 120 w 219"/>
                <a:gd name="T15" fmla="*/ 139 h 166"/>
                <a:gd name="T16" fmla="*/ 212 w 219"/>
                <a:gd name="T17" fmla="*/ 53 h 166"/>
                <a:gd name="T18" fmla="*/ 218 w 219"/>
                <a:gd name="T19" fmla="*/ 31 h 166"/>
                <a:gd name="T20" fmla="*/ 182 w 219"/>
                <a:gd name="T21" fmla="*/ 3 h 166"/>
                <a:gd name="T22" fmla="*/ 104 w 219"/>
                <a:gd name="T23" fmla="*/ 18 h 1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219" h="166">
                  <a:moveTo>
                    <a:pt x="104" y="18"/>
                  </a:moveTo>
                  <a:cubicBezTo>
                    <a:pt x="58" y="99"/>
                    <a:pt x="58" y="99"/>
                    <a:pt x="58" y="99"/>
                  </a:cubicBezTo>
                  <a:cubicBezTo>
                    <a:pt x="51" y="112"/>
                    <a:pt x="37" y="120"/>
                    <a:pt x="22" y="120"/>
                  </a:cubicBezTo>
                  <a:cubicBezTo>
                    <a:pt x="11" y="121"/>
                    <a:pt x="1" y="130"/>
                    <a:pt x="0" y="142"/>
                  </a:cubicBezTo>
                  <a:cubicBezTo>
                    <a:pt x="0" y="142"/>
                    <a:pt x="0" y="142"/>
                    <a:pt x="0" y="142"/>
                  </a:cubicBezTo>
                  <a:cubicBezTo>
                    <a:pt x="0" y="155"/>
                    <a:pt x="10" y="166"/>
                    <a:pt x="24" y="166"/>
                  </a:cubicBezTo>
                  <a:cubicBezTo>
                    <a:pt x="50" y="166"/>
                    <a:pt x="50" y="166"/>
                    <a:pt x="50" y="166"/>
                  </a:cubicBezTo>
                  <a:cubicBezTo>
                    <a:pt x="76" y="166"/>
                    <a:pt x="101" y="156"/>
                    <a:pt x="120" y="139"/>
                  </a:cubicBezTo>
                  <a:cubicBezTo>
                    <a:pt x="212" y="53"/>
                    <a:pt x="212" y="53"/>
                    <a:pt x="212" y="53"/>
                  </a:cubicBezTo>
                  <a:cubicBezTo>
                    <a:pt x="217" y="46"/>
                    <a:pt x="219" y="38"/>
                    <a:pt x="218" y="31"/>
                  </a:cubicBezTo>
                  <a:cubicBezTo>
                    <a:pt x="216" y="13"/>
                    <a:pt x="200" y="0"/>
                    <a:pt x="182" y="3"/>
                  </a:cubicBezTo>
                  <a:lnTo>
                    <a:pt x="104" y="18"/>
                  </a:lnTo>
                  <a:close/>
                </a:path>
              </a:pathLst>
            </a:custGeom>
            <a:solidFill>
              <a:srgbClr val="B95241"/>
            </a:solidFill>
            <a:ln>
              <a:noFill/>
            </a:ln>
            <a:extLst>
              <a:ext uri="{91240B29-F687-4F45-9708-019B960494DF}">
                <a14:hiddenLine xmlns:a14="http://schemas.microsoft.com/office/drawing/2010/main" w="9525">
                  <a:solidFill>
                    <a:srgbClr val="000000"/>
                  </a:solidFill>
                  <a:round/>
                  <a:headEnd/>
                  <a:tailEnd/>
                </a14:hiddenLine>
              </a:ext>
            </a:extLst>
          </p:spPr>
          <p:txBody>
            <a:bodyPr anchor="ctr"/>
            <a:lstStyle/>
            <a:p>
              <a:pPr algn="ctr"/>
              <a:endParaRPr/>
            </a:p>
          </p:txBody>
        </p:sp>
        <p:sp>
          <p:nvSpPr>
            <p:cNvPr id="334" name="îṡḷidê">
              <a:extLst>
                <a:ext uri="{FF2B5EF4-FFF2-40B4-BE49-F238E27FC236}">
                  <a16:creationId xmlns:a16="http://schemas.microsoft.com/office/drawing/2014/main" id="{F5310A7B-653A-478B-BDBD-5707F59708EF}"/>
                </a:ext>
              </a:extLst>
            </p:cNvPr>
            <p:cNvSpPr/>
            <p:nvPr/>
          </p:nvSpPr>
          <p:spPr bwMode="auto">
            <a:xfrm>
              <a:off x="7863682" y="5596643"/>
              <a:ext cx="53975" cy="38100"/>
            </a:xfrm>
            <a:custGeom>
              <a:avLst/>
              <a:gdLst>
                <a:gd name="T0" fmla="*/ 1 w 27"/>
                <a:gd name="T1" fmla="*/ 6 h 19"/>
                <a:gd name="T2" fmla="*/ 22 w 27"/>
                <a:gd name="T3" fmla="*/ 18 h 19"/>
                <a:gd name="T4" fmla="*/ 26 w 27"/>
                <a:gd name="T5" fmla="*/ 17 h 19"/>
                <a:gd name="T6" fmla="*/ 25 w 27"/>
                <a:gd name="T7" fmla="*/ 13 h 19"/>
                <a:gd name="T8" fmla="*/ 4 w 27"/>
                <a:gd name="T9" fmla="*/ 1 h 19"/>
                <a:gd name="T10" fmla="*/ 0 w 27"/>
                <a:gd name="T11" fmla="*/ 2 h 19"/>
                <a:gd name="T12" fmla="*/ 1 w 27"/>
                <a:gd name="T13" fmla="*/ 6 h 19"/>
              </a:gdLst>
              <a:ahLst/>
              <a:cxnLst>
                <a:cxn ang="0">
                  <a:pos x="T0" y="T1"/>
                </a:cxn>
                <a:cxn ang="0">
                  <a:pos x="T2" y="T3"/>
                </a:cxn>
                <a:cxn ang="0">
                  <a:pos x="T4" y="T5"/>
                </a:cxn>
                <a:cxn ang="0">
                  <a:pos x="T6" y="T7"/>
                </a:cxn>
                <a:cxn ang="0">
                  <a:pos x="T8" y="T9"/>
                </a:cxn>
                <a:cxn ang="0">
                  <a:pos x="T10" y="T11"/>
                </a:cxn>
                <a:cxn ang="0">
                  <a:pos x="T12" y="T13"/>
                </a:cxn>
              </a:cxnLst>
              <a:rect l="0" t="0" r="r" b="b"/>
              <a:pathLst>
                <a:path w="27" h="19">
                  <a:moveTo>
                    <a:pt x="1" y="6"/>
                  </a:moveTo>
                  <a:cubicBezTo>
                    <a:pt x="22" y="18"/>
                    <a:pt x="22" y="18"/>
                    <a:pt x="22" y="18"/>
                  </a:cubicBezTo>
                  <a:cubicBezTo>
                    <a:pt x="23" y="19"/>
                    <a:pt x="25" y="19"/>
                    <a:pt x="26" y="17"/>
                  </a:cubicBezTo>
                  <a:cubicBezTo>
                    <a:pt x="27" y="16"/>
                    <a:pt x="26" y="14"/>
                    <a:pt x="25" y="13"/>
                  </a:cubicBezTo>
                  <a:cubicBezTo>
                    <a:pt x="4" y="1"/>
                    <a:pt x="4" y="1"/>
                    <a:pt x="4" y="1"/>
                  </a:cubicBezTo>
                  <a:cubicBezTo>
                    <a:pt x="3" y="0"/>
                    <a:pt x="1" y="1"/>
                    <a:pt x="0" y="2"/>
                  </a:cubicBezTo>
                  <a:cubicBezTo>
                    <a:pt x="0" y="3"/>
                    <a:pt x="0" y="5"/>
                    <a:pt x="1" y="6"/>
                  </a:cubicBezTo>
                </a:path>
              </a:pathLst>
            </a:custGeom>
            <a:solidFill>
              <a:srgbClr val="07113D"/>
            </a:solidFill>
            <a:ln>
              <a:noFill/>
            </a:ln>
            <a:extLst>
              <a:ext uri="{91240B29-F687-4F45-9708-019B960494DF}">
                <a14:hiddenLine xmlns:a14="http://schemas.microsoft.com/office/drawing/2010/main" w="9525">
                  <a:solidFill>
                    <a:srgbClr val="000000"/>
                  </a:solidFill>
                  <a:round/>
                  <a:headEnd/>
                  <a:tailEnd/>
                </a14:hiddenLine>
              </a:ext>
            </a:extLst>
          </p:spPr>
          <p:txBody>
            <a:bodyPr anchor="ctr"/>
            <a:lstStyle/>
            <a:p>
              <a:pPr algn="ctr"/>
              <a:endParaRPr/>
            </a:p>
          </p:txBody>
        </p:sp>
        <p:sp>
          <p:nvSpPr>
            <p:cNvPr id="335" name="iṧ1ïḍé">
              <a:extLst>
                <a:ext uri="{FF2B5EF4-FFF2-40B4-BE49-F238E27FC236}">
                  <a16:creationId xmlns:a16="http://schemas.microsoft.com/office/drawing/2014/main" id="{3AE18029-0E43-4D21-BEC2-21AC48C3E8C0}"/>
                </a:ext>
              </a:extLst>
            </p:cNvPr>
            <p:cNvSpPr/>
            <p:nvPr/>
          </p:nvSpPr>
          <p:spPr bwMode="auto">
            <a:xfrm>
              <a:off x="7879557" y="5564893"/>
              <a:ext cx="53975" cy="38100"/>
            </a:xfrm>
            <a:custGeom>
              <a:avLst/>
              <a:gdLst>
                <a:gd name="T0" fmla="*/ 2 w 27"/>
                <a:gd name="T1" fmla="*/ 6 h 19"/>
                <a:gd name="T2" fmla="*/ 22 w 27"/>
                <a:gd name="T3" fmla="*/ 18 h 19"/>
                <a:gd name="T4" fmla="*/ 26 w 27"/>
                <a:gd name="T5" fmla="*/ 17 h 19"/>
                <a:gd name="T6" fmla="*/ 25 w 27"/>
                <a:gd name="T7" fmla="*/ 13 h 19"/>
                <a:gd name="T8" fmla="*/ 5 w 27"/>
                <a:gd name="T9" fmla="*/ 1 h 19"/>
                <a:gd name="T10" fmla="*/ 1 w 27"/>
                <a:gd name="T11" fmla="*/ 2 h 19"/>
                <a:gd name="T12" fmla="*/ 2 w 27"/>
                <a:gd name="T13" fmla="*/ 6 h 19"/>
              </a:gdLst>
              <a:ahLst/>
              <a:cxnLst>
                <a:cxn ang="0">
                  <a:pos x="T0" y="T1"/>
                </a:cxn>
                <a:cxn ang="0">
                  <a:pos x="T2" y="T3"/>
                </a:cxn>
                <a:cxn ang="0">
                  <a:pos x="T4" y="T5"/>
                </a:cxn>
                <a:cxn ang="0">
                  <a:pos x="T6" y="T7"/>
                </a:cxn>
                <a:cxn ang="0">
                  <a:pos x="T8" y="T9"/>
                </a:cxn>
                <a:cxn ang="0">
                  <a:pos x="T10" y="T11"/>
                </a:cxn>
                <a:cxn ang="0">
                  <a:pos x="T12" y="T13"/>
                </a:cxn>
              </a:cxnLst>
              <a:rect l="0" t="0" r="r" b="b"/>
              <a:pathLst>
                <a:path w="27" h="19">
                  <a:moveTo>
                    <a:pt x="2" y="6"/>
                  </a:moveTo>
                  <a:cubicBezTo>
                    <a:pt x="22" y="18"/>
                    <a:pt x="22" y="18"/>
                    <a:pt x="22" y="18"/>
                  </a:cubicBezTo>
                  <a:cubicBezTo>
                    <a:pt x="24" y="19"/>
                    <a:pt x="25" y="19"/>
                    <a:pt x="26" y="17"/>
                  </a:cubicBezTo>
                  <a:cubicBezTo>
                    <a:pt x="27" y="16"/>
                    <a:pt x="27" y="14"/>
                    <a:pt x="25" y="13"/>
                  </a:cubicBezTo>
                  <a:cubicBezTo>
                    <a:pt x="5" y="1"/>
                    <a:pt x="5" y="1"/>
                    <a:pt x="5" y="1"/>
                  </a:cubicBezTo>
                  <a:cubicBezTo>
                    <a:pt x="3" y="0"/>
                    <a:pt x="2" y="0"/>
                    <a:pt x="1" y="2"/>
                  </a:cubicBezTo>
                  <a:cubicBezTo>
                    <a:pt x="0" y="3"/>
                    <a:pt x="0" y="5"/>
                    <a:pt x="2" y="6"/>
                  </a:cubicBezTo>
                </a:path>
              </a:pathLst>
            </a:custGeom>
            <a:solidFill>
              <a:srgbClr val="07113D"/>
            </a:solidFill>
            <a:ln>
              <a:noFill/>
            </a:ln>
            <a:extLst>
              <a:ext uri="{91240B29-F687-4F45-9708-019B960494DF}">
                <a14:hiddenLine xmlns:a14="http://schemas.microsoft.com/office/drawing/2010/main" w="9525">
                  <a:solidFill>
                    <a:srgbClr val="000000"/>
                  </a:solidFill>
                  <a:round/>
                  <a:headEnd/>
                  <a:tailEnd/>
                </a14:hiddenLine>
              </a:ext>
            </a:extLst>
          </p:spPr>
          <p:txBody>
            <a:bodyPr anchor="ctr"/>
            <a:lstStyle/>
            <a:p>
              <a:pPr algn="ctr"/>
              <a:endParaRPr/>
            </a:p>
          </p:txBody>
        </p:sp>
        <p:sp>
          <p:nvSpPr>
            <p:cNvPr id="336" name="ïṩ1íḑé">
              <a:extLst>
                <a:ext uri="{FF2B5EF4-FFF2-40B4-BE49-F238E27FC236}">
                  <a16:creationId xmlns:a16="http://schemas.microsoft.com/office/drawing/2014/main" id="{577B4A92-4618-4AFC-9D01-FF21333485FC}"/>
                </a:ext>
              </a:extLst>
            </p:cNvPr>
            <p:cNvSpPr/>
            <p:nvPr/>
          </p:nvSpPr>
          <p:spPr bwMode="auto">
            <a:xfrm>
              <a:off x="7895432" y="5531556"/>
              <a:ext cx="55563" cy="39688"/>
            </a:xfrm>
            <a:custGeom>
              <a:avLst/>
              <a:gdLst>
                <a:gd name="T0" fmla="*/ 2 w 27"/>
                <a:gd name="T1" fmla="*/ 6 h 19"/>
                <a:gd name="T2" fmla="*/ 23 w 27"/>
                <a:gd name="T3" fmla="*/ 19 h 19"/>
                <a:gd name="T4" fmla="*/ 26 w 27"/>
                <a:gd name="T5" fmla="*/ 18 h 19"/>
                <a:gd name="T6" fmla="*/ 26 w 27"/>
                <a:gd name="T7" fmla="*/ 14 h 19"/>
                <a:gd name="T8" fmla="*/ 5 w 27"/>
                <a:gd name="T9" fmla="*/ 1 h 19"/>
                <a:gd name="T10" fmla="*/ 1 w 27"/>
                <a:gd name="T11" fmla="*/ 2 h 19"/>
                <a:gd name="T12" fmla="*/ 2 w 27"/>
                <a:gd name="T13" fmla="*/ 6 h 19"/>
              </a:gdLst>
              <a:ahLst/>
              <a:cxnLst>
                <a:cxn ang="0">
                  <a:pos x="T0" y="T1"/>
                </a:cxn>
                <a:cxn ang="0">
                  <a:pos x="T2" y="T3"/>
                </a:cxn>
                <a:cxn ang="0">
                  <a:pos x="T4" y="T5"/>
                </a:cxn>
                <a:cxn ang="0">
                  <a:pos x="T6" y="T7"/>
                </a:cxn>
                <a:cxn ang="0">
                  <a:pos x="T8" y="T9"/>
                </a:cxn>
                <a:cxn ang="0">
                  <a:pos x="T10" y="T11"/>
                </a:cxn>
                <a:cxn ang="0">
                  <a:pos x="T12" y="T13"/>
                </a:cxn>
              </a:cxnLst>
              <a:rect l="0" t="0" r="r" b="b"/>
              <a:pathLst>
                <a:path w="27" h="19">
                  <a:moveTo>
                    <a:pt x="2" y="6"/>
                  </a:moveTo>
                  <a:cubicBezTo>
                    <a:pt x="23" y="19"/>
                    <a:pt x="23" y="19"/>
                    <a:pt x="23" y="19"/>
                  </a:cubicBezTo>
                  <a:cubicBezTo>
                    <a:pt x="24" y="19"/>
                    <a:pt x="26" y="19"/>
                    <a:pt x="26" y="18"/>
                  </a:cubicBezTo>
                  <a:cubicBezTo>
                    <a:pt x="27" y="16"/>
                    <a:pt x="27" y="15"/>
                    <a:pt x="26" y="14"/>
                  </a:cubicBezTo>
                  <a:cubicBezTo>
                    <a:pt x="5" y="1"/>
                    <a:pt x="5" y="1"/>
                    <a:pt x="5" y="1"/>
                  </a:cubicBezTo>
                  <a:cubicBezTo>
                    <a:pt x="4" y="0"/>
                    <a:pt x="2" y="1"/>
                    <a:pt x="1" y="2"/>
                  </a:cubicBezTo>
                  <a:cubicBezTo>
                    <a:pt x="0" y="4"/>
                    <a:pt x="1" y="5"/>
                    <a:pt x="2" y="6"/>
                  </a:cubicBezTo>
                </a:path>
              </a:pathLst>
            </a:custGeom>
            <a:solidFill>
              <a:srgbClr val="07113D"/>
            </a:solidFill>
            <a:ln>
              <a:noFill/>
            </a:ln>
            <a:extLst>
              <a:ext uri="{91240B29-F687-4F45-9708-019B960494DF}">
                <a14:hiddenLine xmlns:a14="http://schemas.microsoft.com/office/drawing/2010/main" w="9525">
                  <a:solidFill>
                    <a:srgbClr val="000000"/>
                  </a:solidFill>
                  <a:round/>
                  <a:headEnd/>
                  <a:tailEnd/>
                </a14:hiddenLine>
              </a:ext>
            </a:extLst>
          </p:spPr>
          <p:txBody>
            <a:bodyPr anchor="ctr"/>
            <a:lstStyle/>
            <a:p>
              <a:pPr algn="ctr"/>
              <a:endParaRPr/>
            </a:p>
          </p:txBody>
        </p:sp>
        <p:sp>
          <p:nvSpPr>
            <p:cNvPr id="337" name="ïsḻîďè">
              <a:extLst>
                <a:ext uri="{FF2B5EF4-FFF2-40B4-BE49-F238E27FC236}">
                  <a16:creationId xmlns:a16="http://schemas.microsoft.com/office/drawing/2014/main" id="{792B7816-D298-4D57-AE69-54C245371F74}"/>
                </a:ext>
              </a:extLst>
            </p:cNvPr>
            <p:cNvSpPr/>
            <p:nvPr/>
          </p:nvSpPr>
          <p:spPr bwMode="auto">
            <a:xfrm>
              <a:off x="7828757" y="3693231"/>
              <a:ext cx="333375" cy="1785938"/>
            </a:xfrm>
            <a:custGeom>
              <a:avLst/>
              <a:gdLst>
                <a:gd name="T0" fmla="*/ 75 w 210"/>
                <a:gd name="T1" fmla="*/ 1124 h 1125"/>
                <a:gd name="T2" fmla="*/ 203 w 210"/>
                <a:gd name="T3" fmla="*/ 1125 h 1125"/>
                <a:gd name="T4" fmla="*/ 210 w 210"/>
                <a:gd name="T5" fmla="*/ 11 h 1125"/>
                <a:gd name="T6" fmla="*/ 0 w 210"/>
                <a:gd name="T7" fmla="*/ 0 h 1125"/>
                <a:gd name="T8" fmla="*/ 75 w 210"/>
                <a:gd name="T9" fmla="*/ 1124 h 1125"/>
              </a:gdLst>
              <a:ahLst/>
              <a:cxnLst>
                <a:cxn ang="0">
                  <a:pos x="T0" y="T1"/>
                </a:cxn>
                <a:cxn ang="0">
                  <a:pos x="T2" y="T3"/>
                </a:cxn>
                <a:cxn ang="0">
                  <a:pos x="T4" y="T5"/>
                </a:cxn>
                <a:cxn ang="0">
                  <a:pos x="T6" y="T7"/>
                </a:cxn>
                <a:cxn ang="0">
                  <a:pos x="T8" y="T9"/>
                </a:cxn>
              </a:cxnLst>
              <a:rect l="0" t="0" r="r" b="b"/>
              <a:pathLst>
                <a:path w="210" h="1125">
                  <a:moveTo>
                    <a:pt x="75" y="1124"/>
                  </a:moveTo>
                  <a:lnTo>
                    <a:pt x="203" y="1125"/>
                  </a:lnTo>
                  <a:lnTo>
                    <a:pt x="210" y="11"/>
                  </a:lnTo>
                  <a:lnTo>
                    <a:pt x="0" y="0"/>
                  </a:lnTo>
                  <a:lnTo>
                    <a:pt x="75" y="1124"/>
                  </a:lnTo>
                  <a:close/>
                </a:path>
              </a:pathLst>
            </a:custGeom>
            <a:solidFill>
              <a:srgbClr val="07113D"/>
            </a:solidFill>
            <a:ln>
              <a:noFill/>
            </a:ln>
            <a:extLst>
              <a:ext uri="{91240B29-F687-4F45-9708-019B960494DF}">
                <a14:hiddenLine xmlns:a14="http://schemas.microsoft.com/office/drawing/2010/main" w="9525">
                  <a:solidFill>
                    <a:srgbClr val="000000"/>
                  </a:solidFill>
                  <a:round/>
                  <a:headEnd/>
                  <a:tailEnd/>
                </a14:hiddenLine>
              </a:ext>
            </a:extLst>
          </p:spPr>
          <p:txBody>
            <a:bodyPr anchor="ctr"/>
            <a:lstStyle/>
            <a:p>
              <a:pPr algn="ctr"/>
              <a:endParaRPr/>
            </a:p>
          </p:txBody>
        </p:sp>
        <p:sp>
          <p:nvSpPr>
            <p:cNvPr id="338" name="i$lïďe">
              <a:extLst>
                <a:ext uri="{FF2B5EF4-FFF2-40B4-BE49-F238E27FC236}">
                  <a16:creationId xmlns:a16="http://schemas.microsoft.com/office/drawing/2014/main" id="{66F56E91-2A94-4725-ACB8-BA9E0491A737}"/>
                </a:ext>
              </a:extLst>
            </p:cNvPr>
            <p:cNvSpPr/>
            <p:nvPr/>
          </p:nvSpPr>
          <p:spPr bwMode="auto">
            <a:xfrm>
              <a:off x="7938294" y="5431543"/>
              <a:ext cx="227013" cy="52388"/>
            </a:xfrm>
            <a:prstGeom prst="rect">
              <a:avLst/>
            </a:prstGeom>
            <a:solidFill>
              <a:srgbClr val="9995A7"/>
            </a:solidFill>
            <a:ln>
              <a:noFill/>
            </a:ln>
            <a:extLst>
              <a:ext uri="{91240B29-F687-4F45-9708-019B960494DF}">
                <a14:hiddenLine xmlns:a14="http://schemas.microsoft.com/office/drawing/2010/main" w="9525">
                  <a:solidFill>
                    <a:srgbClr val="000000"/>
                  </a:solidFill>
                  <a:miter lim="800000"/>
                  <a:headEnd/>
                  <a:tailEnd/>
                </a14:hiddenLine>
              </a:ext>
            </a:extLst>
          </p:spPr>
          <p:txBody>
            <a:bodyPr anchor="ctr"/>
            <a:lstStyle/>
            <a:p>
              <a:pPr algn="ctr"/>
              <a:endParaRPr/>
            </a:p>
          </p:txBody>
        </p:sp>
        <p:sp>
          <p:nvSpPr>
            <p:cNvPr id="339" name="îṧļïḑè">
              <a:extLst>
                <a:ext uri="{FF2B5EF4-FFF2-40B4-BE49-F238E27FC236}">
                  <a16:creationId xmlns:a16="http://schemas.microsoft.com/office/drawing/2014/main" id="{56480536-B175-4370-AE35-242EE0F26DAD}"/>
                </a:ext>
              </a:extLst>
            </p:cNvPr>
            <p:cNvSpPr/>
            <p:nvPr/>
          </p:nvSpPr>
          <p:spPr bwMode="auto">
            <a:xfrm>
              <a:off x="7530307" y="3593218"/>
              <a:ext cx="641350" cy="66675"/>
            </a:xfrm>
            <a:prstGeom prst="rect">
              <a:avLst/>
            </a:prstGeom>
            <a:solidFill>
              <a:srgbClr val="2C3765"/>
            </a:solidFill>
            <a:ln>
              <a:noFill/>
            </a:ln>
            <a:extLst>
              <a:ext uri="{91240B29-F687-4F45-9708-019B960494DF}">
                <a14:hiddenLine xmlns:a14="http://schemas.microsoft.com/office/drawing/2010/main" w="9525">
                  <a:solidFill>
                    <a:srgbClr val="000000"/>
                  </a:solidFill>
                  <a:miter lim="800000"/>
                  <a:headEnd/>
                  <a:tailEnd/>
                </a14:hiddenLine>
              </a:ext>
            </a:extLst>
          </p:spPr>
          <p:txBody>
            <a:bodyPr anchor="ctr"/>
            <a:lstStyle/>
            <a:p>
              <a:pPr algn="ctr"/>
              <a:endParaRPr/>
            </a:p>
          </p:txBody>
        </p:sp>
        <p:sp>
          <p:nvSpPr>
            <p:cNvPr id="340" name="ïŝ1iḍè">
              <a:extLst>
                <a:ext uri="{FF2B5EF4-FFF2-40B4-BE49-F238E27FC236}">
                  <a16:creationId xmlns:a16="http://schemas.microsoft.com/office/drawing/2014/main" id="{B014637B-1F21-4B5A-B46F-BAF640FF8066}"/>
                </a:ext>
              </a:extLst>
            </p:cNvPr>
            <p:cNvSpPr/>
            <p:nvPr/>
          </p:nvSpPr>
          <p:spPr bwMode="auto">
            <a:xfrm>
              <a:off x="7530307" y="3593218"/>
              <a:ext cx="641350" cy="666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lstStyle/>
            <a:p>
              <a:pPr algn="ctr"/>
              <a:endParaRPr/>
            </a:p>
          </p:txBody>
        </p:sp>
        <p:sp>
          <p:nvSpPr>
            <p:cNvPr id="341" name="iṥļiḍê">
              <a:extLst>
                <a:ext uri="{FF2B5EF4-FFF2-40B4-BE49-F238E27FC236}">
                  <a16:creationId xmlns:a16="http://schemas.microsoft.com/office/drawing/2014/main" id="{4482A1DC-C82A-44AB-8974-19CDCCDB0A17}"/>
                </a:ext>
              </a:extLst>
            </p:cNvPr>
            <p:cNvSpPr/>
            <p:nvPr/>
          </p:nvSpPr>
          <p:spPr bwMode="auto">
            <a:xfrm>
              <a:off x="7628732" y="3507493"/>
              <a:ext cx="198438" cy="111125"/>
            </a:xfrm>
            <a:custGeom>
              <a:avLst/>
              <a:gdLst>
                <a:gd name="T0" fmla="*/ 12 w 98"/>
                <a:gd name="T1" fmla="*/ 26 h 55"/>
                <a:gd name="T2" fmla="*/ 77 w 98"/>
                <a:gd name="T3" fmla="*/ 3 h 55"/>
                <a:gd name="T4" fmla="*/ 95 w 98"/>
                <a:gd name="T5" fmla="*/ 11 h 55"/>
                <a:gd name="T6" fmla="*/ 95 w 98"/>
                <a:gd name="T7" fmla="*/ 12 h 55"/>
                <a:gd name="T8" fmla="*/ 86 w 98"/>
                <a:gd name="T9" fmla="*/ 29 h 55"/>
                <a:gd name="T10" fmla="*/ 21 w 98"/>
                <a:gd name="T11" fmla="*/ 52 h 55"/>
                <a:gd name="T12" fmla="*/ 3 w 98"/>
                <a:gd name="T13" fmla="*/ 45 h 55"/>
                <a:gd name="T14" fmla="*/ 2 w 98"/>
                <a:gd name="T15" fmla="*/ 44 h 55"/>
                <a:gd name="T16" fmla="*/ 12 w 98"/>
                <a:gd name="T17" fmla="*/ 26 h 5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98" h="55">
                  <a:moveTo>
                    <a:pt x="12" y="26"/>
                  </a:moveTo>
                  <a:cubicBezTo>
                    <a:pt x="77" y="3"/>
                    <a:pt x="77" y="3"/>
                    <a:pt x="77" y="3"/>
                  </a:cubicBezTo>
                  <a:cubicBezTo>
                    <a:pt x="84" y="0"/>
                    <a:pt x="92" y="4"/>
                    <a:pt x="95" y="11"/>
                  </a:cubicBezTo>
                  <a:cubicBezTo>
                    <a:pt x="95" y="12"/>
                    <a:pt x="95" y="12"/>
                    <a:pt x="95" y="12"/>
                  </a:cubicBezTo>
                  <a:cubicBezTo>
                    <a:pt x="98" y="19"/>
                    <a:pt x="93" y="27"/>
                    <a:pt x="86" y="29"/>
                  </a:cubicBezTo>
                  <a:cubicBezTo>
                    <a:pt x="21" y="52"/>
                    <a:pt x="21" y="52"/>
                    <a:pt x="21" y="52"/>
                  </a:cubicBezTo>
                  <a:cubicBezTo>
                    <a:pt x="13" y="55"/>
                    <a:pt x="5" y="52"/>
                    <a:pt x="3" y="45"/>
                  </a:cubicBezTo>
                  <a:cubicBezTo>
                    <a:pt x="2" y="44"/>
                    <a:pt x="2" y="44"/>
                    <a:pt x="2" y="44"/>
                  </a:cubicBezTo>
                  <a:cubicBezTo>
                    <a:pt x="0" y="37"/>
                    <a:pt x="4" y="29"/>
                    <a:pt x="12" y="26"/>
                  </a:cubicBezTo>
                </a:path>
              </a:pathLst>
            </a:custGeom>
            <a:solidFill>
              <a:srgbClr val="FFC7B0"/>
            </a:solidFill>
            <a:ln>
              <a:noFill/>
            </a:ln>
            <a:extLst>
              <a:ext uri="{91240B29-F687-4F45-9708-019B960494DF}">
                <a14:hiddenLine xmlns:a14="http://schemas.microsoft.com/office/drawing/2010/main" w="9525">
                  <a:solidFill>
                    <a:srgbClr val="000000"/>
                  </a:solidFill>
                  <a:round/>
                  <a:headEnd/>
                  <a:tailEnd/>
                </a14:hiddenLine>
              </a:ext>
            </a:extLst>
          </p:spPr>
          <p:txBody>
            <a:bodyPr anchor="ctr"/>
            <a:lstStyle/>
            <a:p>
              <a:pPr algn="ctr"/>
              <a:endParaRPr/>
            </a:p>
          </p:txBody>
        </p:sp>
        <p:sp>
          <p:nvSpPr>
            <p:cNvPr id="342" name="iṩḷiďé">
              <a:extLst>
                <a:ext uri="{FF2B5EF4-FFF2-40B4-BE49-F238E27FC236}">
                  <a16:creationId xmlns:a16="http://schemas.microsoft.com/office/drawing/2014/main" id="{4CA1E3A1-C606-40D8-B67B-18726F25C8A6}"/>
                </a:ext>
              </a:extLst>
            </p:cNvPr>
            <p:cNvSpPr/>
            <p:nvPr/>
          </p:nvSpPr>
          <p:spPr bwMode="auto">
            <a:xfrm>
              <a:off x="7209632" y="3417006"/>
              <a:ext cx="657225" cy="715963"/>
            </a:xfrm>
            <a:custGeom>
              <a:avLst/>
              <a:gdLst>
                <a:gd name="T0" fmla="*/ 318 w 325"/>
                <a:gd name="T1" fmla="*/ 255 h 354"/>
                <a:gd name="T2" fmla="*/ 307 w 325"/>
                <a:gd name="T3" fmla="*/ 266 h 354"/>
                <a:gd name="T4" fmla="*/ 193 w 325"/>
                <a:gd name="T5" fmla="*/ 343 h 354"/>
                <a:gd name="T6" fmla="*/ 143 w 325"/>
                <a:gd name="T7" fmla="*/ 334 h 354"/>
                <a:gd name="T8" fmla="*/ 11 w 325"/>
                <a:gd name="T9" fmla="*/ 138 h 354"/>
                <a:gd name="T10" fmla="*/ 21 w 325"/>
                <a:gd name="T11" fmla="*/ 88 h 354"/>
                <a:gd name="T12" fmla="*/ 22 w 325"/>
                <a:gd name="T13" fmla="*/ 87 h 354"/>
                <a:gd name="T14" fmla="*/ 135 w 325"/>
                <a:gd name="T15" fmla="*/ 11 h 354"/>
                <a:gd name="T16" fmla="*/ 185 w 325"/>
                <a:gd name="T17" fmla="*/ 21 h 354"/>
                <a:gd name="T18" fmla="*/ 236 w 325"/>
                <a:gd name="T19" fmla="*/ 96 h 354"/>
                <a:gd name="T20" fmla="*/ 286 w 325"/>
                <a:gd name="T21" fmla="*/ 171 h 354"/>
                <a:gd name="T22" fmla="*/ 317 w 325"/>
                <a:gd name="T23" fmla="*/ 216 h 354"/>
                <a:gd name="T24" fmla="*/ 318 w 325"/>
                <a:gd name="T25" fmla="*/ 255 h 35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325" h="354">
                  <a:moveTo>
                    <a:pt x="318" y="255"/>
                  </a:moveTo>
                  <a:cubicBezTo>
                    <a:pt x="315" y="260"/>
                    <a:pt x="312" y="263"/>
                    <a:pt x="307" y="266"/>
                  </a:cubicBezTo>
                  <a:cubicBezTo>
                    <a:pt x="193" y="343"/>
                    <a:pt x="193" y="343"/>
                    <a:pt x="193" y="343"/>
                  </a:cubicBezTo>
                  <a:cubicBezTo>
                    <a:pt x="177" y="354"/>
                    <a:pt x="154" y="350"/>
                    <a:pt x="143" y="334"/>
                  </a:cubicBezTo>
                  <a:cubicBezTo>
                    <a:pt x="11" y="138"/>
                    <a:pt x="11" y="138"/>
                    <a:pt x="11" y="138"/>
                  </a:cubicBezTo>
                  <a:cubicBezTo>
                    <a:pt x="0" y="121"/>
                    <a:pt x="4" y="99"/>
                    <a:pt x="21" y="88"/>
                  </a:cubicBezTo>
                  <a:cubicBezTo>
                    <a:pt x="22" y="87"/>
                    <a:pt x="22" y="87"/>
                    <a:pt x="22" y="87"/>
                  </a:cubicBezTo>
                  <a:cubicBezTo>
                    <a:pt x="135" y="11"/>
                    <a:pt x="135" y="11"/>
                    <a:pt x="135" y="11"/>
                  </a:cubicBezTo>
                  <a:cubicBezTo>
                    <a:pt x="152" y="0"/>
                    <a:pt x="174" y="4"/>
                    <a:pt x="185" y="21"/>
                  </a:cubicBezTo>
                  <a:cubicBezTo>
                    <a:pt x="236" y="96"/>
                    <a:pt x="236" y="96"/>
                    <a:pt x="236" y="96"/>
                  </a:cubicBezTo>
                  <a:cubicBezTo>
                    <a:pt x="286" y="171"/>
                    <a:pt x="286" y="171"/>
                    <a:pt x="286" y="171"/>
                  </a:cubicBezTo>
                  <a:cubicBezTo>
                    <a:pt x="317" y="216"/>
                    <a:pt x="317" y="216"/>
                    <a:pt x="317" y="216"/>
                  </a:cubicBezTo>
                  <a:cubicBezTo>
                    <a:pt x="325" y="228"/>
                    <a:pt x="325" y="244"/>
                    <a:pt x="318" y="255"/>
                  </a:cubicBezTo>
                </a:path>
              </a:pathLst>
            </a:custGeom>
            <a:solidFill>
              <a:srgbClr val="C2C2C7"/>
            </a:solidFill>
            <a:ln>
              <a:noFill/>
            </a:ln>
            <a:extLst>
              <a:ext uri="{91240B29-F687-4F45-9708-019B960494DF}">
                <a14:hiddenLine xmlns:a14="http://schemas.microsoft.com/office/drawing/2010/main" w="9525">
                  <a:solidFill>
                    <a:srgbClr val="000000"/>
                  </a:solidFill>
                  <a:round/>
                  <a:headEnd/>
                  <a:tailEnd/>
                </a14:hiddenLine>
              </a:ext>
            </a:extLst>
          </p:spPr>
          <p:txBody>
            <a:bodyPr anchor="ctr"/>
            <a:lstStyle/>
            <a:p>
              <a:pPr algn="ctr"/>
              <a:endParaRPr/>
            </a:p>
          </p:txBody>
        </p:sp>
        <p:sp>
          <p:nvSpPr>
            <p:cNvPr id="343" name="ïšľíďê">
              <a:extLst>
                <a:ext uri="{FF2B5EF4-FFF2-40B4-BE49-F238E27FC236}">
                  <a16:creationId xmlns:a16="http://schemas.microsoft.com/office/drawing/2014/main" id="{2C808ECF-BD4A-4DCA-BB08-B513806C70C9}"/>
                </a:ext>
              </a:extLst>
            </p:cNvPr>
            <p:cNvSpPr/>
            <p:nvPr/>
          </p:nvSpPr>
          <p:spPr bwMode="auto">
            <a:xfrm>
              <a:off x="7435057" y="3645606"/>
              <a:ext cx="69850" cy="76200"/>
            </a:xfrm>
            <a:custGeom>
              <a:avLst/>
              <a:gdLst>
                <a:gd name="T0" fmla="*/ 29 w 35"/>
                <a:gd name="T1" fmla="*/ 10 h 38"/>
                <a:gd name="T2" fmla="*/ 28 w 35"/>
                <a:gd name="T3" fmla="*/ 33 h 38"/>
                <a:gd name="T4" fmla="*/ 6 w 35"/>
                <a:gd name="T5" fmla="*/ 27 h 38"/>
                <a:gd name="T6" fmla="*/ 8 w 35"/>
                <a:gd name="T7" fmla="*/ 4 h 38"/>
                <a:gd name="T8" fmla="*/ 29 w 35"/>
                <a:gd name="T9" fmla="*/ 10 h 38"/>
              </a:gdLst>
              <a:ahLst/>
              <a:cxnLst>
                <a:cxn ang="0">
                  <a:pos x="T0" y="T1"/>
                </a:cxn>
                <a:cxn ang="0">
                  <a:pos x="T2" y="T3"/>
                </a:cxn>
                <a:cxn ang="0">
                  <a:pos x="T4" y="T5"/>
                </a:cxn>
                <a:cxn ang="0">
                  <a:pos x="T6" y="T7"/>
                </a:cxn>
                <a:cxn ang="0">
                  <a:pos x="T8" y="T9"/>
                </a:cxn>
              </a:cxnLst>
              <a:rect l="0" t="0" r="r" b="b"/>
              <a:pathLst>
                <a:path w="35" h="38">
                  <a:moveTo>
                    <a:pt x="29" y="10"/>
                  </a:moveTo>
                  <a:cubicBezTo>
                    <a:pt x="35" y="18"/>
                    <a:pt x="34" y="29"/>
                    <a:pt x="28" y="33"/>
                  </a:cubicBezTo>
                  <a:cubicBezTo>
                    <a:pt x="21" y="38"/>
                    <a:pt x="11" y="35"/>
                    <a:pt x="6" y="27"/>
                  </a:cubicBezTo>
                  <a:cubicBezTo>
                    <a:pt x="0" y="19"/>
                    <a:pt x="1" y="9"/>
                    <a:pt x="8" y="4"/>
                  </a:cubicBezTo>
                  <a:cubicBezTo>
                    <a:pt x="14" y="0"/>
                    <a:pt x="24" y="2"/>
                    <a:pt x="29" y="10"/>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nchor="ctr"/>
            <a:lstStyle/>
            <a:p>
              <a:pPr algn="ctr"/>
              <a:endParaRPr/>
            </a:p>
          </p:txBody>
        </p:sp>
        <p:sp>
          <p:nvSpPr>
            <p:cNvPr id="344" name="îSḷïḋé">
              <a:extLst>
                <a:ext uri="{FF2B5EF4-FFF2-40B4-BE49-F238E27FC236}">
                  <a16:creationId xmlns:a16="http://schemas.microsoft.com/office/drawing/2014/main" id="{47788558-4696-4798-A3AF-E5CE2F84A171}"/>
                </a:ext>
              </a:extLst>
            </p:cNvPr>
            <p:cNvSpPr/>
            <p:nvPr/>
          </p:nvSpPr>
          <p:spPr bwMode="auto">
            <a:xfrm>
              <a:off x="7660482" y="3505906"/>
              <a:ext cx="263525" cy="261938"/>
            </a:xfrm>
            <a:custGeom>
              <a:avLst/>
              <a:gdLst>
                <a:gd name="T0" fmla="*/ 120 w 130"/>
                <a:gd name="T1" fmla="*/ 68 h 130"/>
                <a:gd name="T2" fmla="*/ 76 w 130"/>
                <a:gd name="T3" fmla="*/ 108 h 130"/>
                <a:gd name="T4" fmla="*/ 30 w 130"/>
                <a:gd name="T5" fmla="*/ 120 h 130"/>
                <a:gd name="T6" fmla="*/ 11 w 130"/>
                <a:gd name="T7" fmla="*/ 93 h 130"/>
                <a:gd name="T8" fmla="*/ 10 w 130"/>
                <a:gd name="T9" fmla="*/ 56 h 130"/>
                <a:gd name="T10" fmla="*/ 43 w 130"/>
                <a:gd name="T11" fmla="*/ 15 h 130"/>
                <a:gd name="T12" fmla="*/ 85 w 130"/>
                <a:gd name="T13" fmla="*/ 10 h 130"/>
                <a:gd name="T14" fmla="*/ 110 w 130"/>
                <a:gd name="T15" fmla="*/ 30 h 130"/>
                <a:gd name="T16" fmla="*/ 120 w 130"/>
                <a:gd name="T17" fmla="*/ 68 h 1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30" h="130">
                  <a:moveTo>
                    <a:pt x="120" y="68"/>
                  </a:moveTo>
                  <a:cubicBezTo>
                    <a:pt x="120" y="68"/>
                    <a:pt x="85" y="99"/>
                    <a:pt x="76" y="108"/>
                  </a:cubicBezTo>
                  <a:cubicBezTo>
                    <a:pt x="57" y="126"/>
                    <a:pt x="43" y="130"/>
                    <a:pt x="30" y="120"/>
                  </a:cubicBezTo>
                  <a:cubicBezTo>
                    <a:pt x="11" y="93"/>
                    <a:pt x="11" y="93"/>
                    <a:pt x="11" y="93"/>
                  </a:cubicBezTo>
                  <a:cubicBezTo>
                    <a:pt x="3" y="77"/>
                    <a:pt x="0" y="68"/>
                    <a:pt x="10" y="56"/>
                  </a:cubicBezTo>
                  <a:cubicBezTo>
                    <a:pt x="43" y="15"/>
                    <a:pt x="43" y="15"/>
                    <a:pt x="43" y="15"/>
                  </a:cubicBezTo>
                  <a:cubicBezTo>
                    <a:pt x="54" y="2"/>
                    <a:pt x="72" y="0"/>
                    <a:pt x="85" y="10"/>
                  </a:cubicBezTo>
                  <a:cubicBezTo>
                    <a:pt x="110" y="30"/>
                    <a:pt x="110" y="30"/>
                    <a:pt x="110" y="30"/>
                  </a:cubicBezTo>
                  <a:cubicBezTo>
                    <a:pt x="123" y="40"/>
                    <a:pt x="130" y="56"/>
                    <a:pt x="120" y="68"/>
                  </a:cubicBezTo>
                </a:path>
              </a:pathLst>
            </a:custGeom>
            <a:solidFill>
              <a:srgbClr val="FFC7B0"/>
            </a:solidFill>
            <a:ln>
              <a:noFill/>
            </a:ln>
            <a:extLst>
              <a:ext uri="{91240B29-F687-4F45-9708-019B960494DF}">
                <a14:hiddenLine xmlns:a14="http://schemas.microsoft.com/office/drawing/2010/main" w="9525">
                  <a:solidFill>
                    <a:srgbClr val="000000"/>
                  </a:solidFill>
                  <a:round/>
                  <a:headEnd/>
                  <a:tailEnd/>
                </a14:hiddenLine>
              </a:ext>
            </a:extLst>
          </p:spPr>
          <p:txBody>
            <a:bodyPr anchor="ctr"/>
            <a:lstStyle/>
            <a:p>
              <a:pPr algn="ctr"/>
              <a:endParaRPr/>
            </a:p>
          </p:txBody>
        </p:sp>
        <p:sp>
          <p:nvSpPr>
            <p:cNvPr id="345" name="išḻîḍê">
              <a:extLst>
                <a:ext uri="{FF2B5EF4-FFF2-40B4-BE49-F238E27FC236}">
                  <a16:creationId xmlns:a16="http://schemas.microsoft.com/office/drawing/2014/main" id="{3A439AA7-BD35-40AF-9C99-D0C9CACFEB45}"/>
                </a:ext>
              </a:extLst>
            </p:cNvPr>
            <p:cNvSpPr/>
            <p:nvPr/>
          </p:nvSpPr>
          <p:spPr bwMode="auto">
            <a:xfrm>
              <a:off x="7555707" y="3618618"/>
              <a:ext cx="166688" cy="144463"/>
            </a:xfrm>
            <a:custGeom>
              <a:avLst/>
              <a:gdLst>
                <a:gd name="T0" fmla="*/ 72 w 82"/>
                <a:gd name="T1" fmla="*/ 25 h 71"/>
                <a:gd name="T2" fmla="*/ 25 w 82"/>
                <a:gd name="T3" fmla="*/ 63 h 71"/>
                <a:gd name="T4" fmla="*/ 4 w 82"/>
                <a:gd name="T5" fmla="*/ 66 h 71"/>
                <a:gd name="T6" fmla="*/ 10 w 82"/>
                <a:gd name="T7" fmla="*/ 46 h 71"/>
                <a:gd name="T8" fmla="*/ 57 w 82"/>
                <a:gd name="T9" fmla="*/ 8 h 71"/>
                <a:gd name="T10" fmla="*/ 78 w 82"/>
                <a:gd name="T11" fmla="*/ 4 h 71"/>
                <a:gd name="T12" fmla="*/ 72 w 82"/>
                <a:gd name="T13" fmla="*/ 25 h 71"/>
              </a:gdLst>
              <a:ahLst/>
              <a:cxnLst>
                <a:cxn ang="0">
                  <a:pos x="T0" y="T1"/>
                </a:cxn>
                <a:cxn ang="0">
                  <a:pos x="T2" y="T3"/>
                </a:cxn>
                <a:cxn ang="0">
                  <a:pos x="T4" y="T5"/>
                </a:cxn>
                <a:cxn ang="0">
                  <a:pos x="T6" y="T7"/>
                </a:cxn>
                <a:cxn ang="0">
                  <a:pos x="T8" y="T9"/>
                </a:cxn>
                <a:cxn ang="0">
                  <a:pos x="T10" y="T11"/>
                </a:cxn>
                <a:cxn ang="0">
                  <a:pos x="T12" y="T13"/>
                </a:cxn>
              </a:cxnLst>
              <a:rect l="0" t="0" r="r" b="b"/>
              <a:pathLst>
                <a:path w="82" h="71">
                  <a:moveTo>
                    <a:pt x="72" y="25"/>
                  </a:moveTo>
                  <a:cubicBezTo>
                    <a:pt x="25" y="63"/>
                    <a:pt x="25" y="63"/>
                    <a:pt x="25" y="63"/>
                  </a:cubicBezTo>
                  <a:cubicBezTo>
                    <a:pt x="18" y="69"/>
                    <a:pt x="8" y="71"/>
                    <a:pt x="4" y="66"/>
                  </a:cubicBezTo>
                  <a:cubicBezTo>
                    <a:pt x="0" y="61"/>
                    <a:pt x="3" y="52"/>
                    <a:pt x="10" y="46"/>
                  </a:cubicBezTo>
                  <a:cubicBezTo>
                    <a:pt x="57" y="8"/>
                    <a:pt x="57" y="8"/>
                    <a:pt x="57" y="8"/>
                  </a:cubicBezTo>
                  <a:cubicBezTo>
                    <a:pt x="64" y="1"/>
                    <a:pt x="74" y="0"/>
                    <a:pt x="78" y="4"/>
                  </a:cubicBezTo>
                  <a:cubicBezTo>
                    <a:pt x="82" y="9"/>
                    <a:pt x="79" y="18"/>
                    <a:pt x="72" y="25"/>
                  </a:cubicBezTo>
                </a:path>
              </a:pathLst>
            </a:custGeom>
            <a:solidFill>
              <a:srgbClr val="FFC7B0"/>
            </a:solidFill>
            <a:ln>
              <a:noFill/>
            </a:ln>
            <a:extLst>
              <a:ext uri="{91240B29-F687-4F45-9708-019B960494DF}">
                <a14:hiddenLine xmlns:a14="http://schemas.microsoft.com/office/drawing/2010/main" w="9525">
                  <a:solidFill>
                    <a:srgbClr val="000000"/>
                  </a:solidFill>
                  <a:round/>
                  <a:headEnd/>
                  <a:tailEnd/>
                </a14:hiddenLine>
              </a:ext>
            </a:extLst>
          </p:spPr>
          <p:txBody>
            <a:bodyPr anchor="ctr"/>
            <a:lstStyle/>
            <a:p>
              <a:pPr algn="ctr"/>
              <a:endParaRPr/>
            </a:p>
          </p:txBody>
        </p:sp>
        <p:sp>
          <p:nvSpPr>
            <p:cNvPr id="346" name="îṧḷîḑè">
              <a:extLst>
                <a:ext uri="{FF2B5EF4-FFF2-40B4-BE49-F238E27FC236}">
                  <a16:creationId xmlns:a16="http://schemas.microsoft.com/office/drawing/2014/main" id="{8DD137E5-8084-475F-9BB8-7F4118F6C11F}"/>
                </a:ext>
              </a:extLst>
            </p:cNvPr>
            <p:cNvSpPr/>
            <p:nvPr/>
          </p:nvSpPr>
          <p:spPr bwMode="auto">
            <a:xfrm>
              <a:off x="7571582" y="3677356"/>
              <a:ext cx="166688" cy="144463"/>
            </a:xfrm>
            <a:custGeom>
              <a:avLst/>
              <a:gdLst>
                <a:gd name="T0" fmla="*/ 72 w 82"/>
                <a:gd name="T1" fmla="*/ 25 h 71"/>
                <a:gd name="T2" fmla="*/ 25 w 82"/>
                <a:gd name="T3" fmla="*/ 63 h 71"/>
                <a:gd name="T4" fmla="*/ 4 w 82"/>
                <a:gd name="T5" fmla="*/ 66 h 71"/>
                <a:gd name="T6" fmla="*/ 10 w 82"/>
                <a:gd name="T7" fmla="*/ 46 h 71"/>
                <a:gd name="T8" fmla="*/ 57 w 82"/>
                <a:gd name="T9" fmla="*/ 8 h 71"/>
                <a:gd name="T10" fmla="*/ 78 w 82"/>
                <a:gd name="T11" fmla="*/ 5 h 71"/>
                <a:gd name="T12" fmla="*/ 72 w 82"/>
                <a:gd name="T13" fmla="*/ 25 h 71"/>
              </a:gdLst>
              <a:ahLst/>
              <a:cxnLst>
                <a:cxn ang="0">
                  <a:pos x="T0" y="T1"/>
                </a:cxn>
                <a:cxn ang="0">
                  <a:pos x="T2" y="T3"/>
                </a:cxn>
                <a:cxn ang="0">
                  <a:pos x="T4" y="T5"/>
                </a:cxn>
                <a:cxn ang="0">
                  <a:pos x="T6" y="T7"/>
                </a:cxn>
                <a:cxn ang="0">
                  <a:pos x="T8" y="T9"/>
                </a:cxn>
                <a:cxn ang="0">
                  <a:pos x="T10" y="T11"/>
                </a:cxn>
                <a:cxn ang="0">
                  <a:pos x="T12" y="T13"/>
                </a:cxn>
              </a:cxnLst>
              <a:rect l="0" t="0" r="r" b="b"/>
              <a:pathLst>
                <a:path w="82" h="71">
                  <a:moveTo>
                    <a:pt x="72" y="25"/>
                  </a:moveTo>
                  <a:cubicBezTo>
                    <a:pt x="25" y="63"/>
                    <a:pt x="25" y="63"/>
                    <a:pt x="25" y="63"/>
                  </a:cubicBezTo>
                  <a:cubicBezTo>
                    <a:pt x="18" y="70"/>
                    <a:pt x="8" y="71"/>
                    <a:pt x="4" y="66"/>
                  </a:cubicBezTo>
                  <a:cubicBezTo>
                    <a:pt x="0" y="62"/>
                    <a:pt x="2" y="53"/>
                    <a:pt x="10" y="46"/>
                  </a:cubicBezTo>
                  <a:cubicBezTo>
                    <a:pt x="57" y="8"/>
                    <a:pt x="57" y="8"/>
                    <a:pt x="57" y="8"/>
                  </a:cubicBezTo>
                  <a:cubicBezTo>
                    <a:pt x="64" y="1"/>
                    <a:pt x="74" y="0"/>
                    <a:pt x="78" y="5"/>
                  </a:cubicBezTo>
                  <a:cubicBezTo>
                    <a:pt x="82" y="9"/>
                    <a:pt x="79" y="19"/>
                    <a:pt x="72" y="25"/>
                  </a:cubicBezTo>
                </a:path>
              </a:pathLst>
            </a:custGeom>
            <a:solidFill>
              <a:srgbClr val="FFC7B0"/>
            </a:solidFill>
            <a:ln>
              <a:noFill/>
            </a:ln>
            <a:extLst>
              <a:ext uri="{91240B29-F687-4F45-9708-019B960494DF}">
                <a14:hiddenLine xmlns:a14="http://schemas.microsoft.com/office/drawing/2010/main" w="9525">
                  <a:solidFill>
                    <a:srgbClr val="000000"/>
                  </a:solidFill>
                  <a:round/>
                  <a:headEnd/>
                  <a:tailEnd/>
                </a14:hiddenLine>
              </a:ext>
            </a:extLst>
          </p:spPr>
          <p:txBody>
            <a:bodyPr anchor="ctr"/>
            <a:lstStyle/>
            <a:p>
              <a:pPr algn="ctr"/>
              <a:endParaRPr/>
            </a:p>
          </p:txBody>
        </p:sp>
        <p:sp>
          <p:nvSpPr>
            <p:cNvPr id="347" name="îSḷíďé">
              <a:extLst>
                <a:ext uri="{FF2B5EF4-FFF2-40B4-BE49-F238E27FC236}">
                  <a16:creationId xmlns:a16="http://schemas.microsoft.com/office/drawing/2014/main" id="{8367DAC5-EB69-40EE-8B62-CCA44D062065}"/>
                </a:ext>
              </a:extLst>
            </p:cNvPr>
            <p:cNvSpPr/>
            <p:nvPr/>
          </p:nvSpPr>
          <p:spPr bwMode="auto">
            <a:xfrm>
              <a:off x="7635082" y="3697993"/>
              <a:ext cx="165100" cy="146050"/>
            </a:xfrm>
            <a:custGeom>
              <a:avLst/>
              <a:gdLst>
                <a:gd name="T0" fmla="*/ 72 w 82"/>
                <a:gd name="T1" fmla="*/ 25 h 72"/>
                <a:gd name="T2" fmla="*/ 25 w 82"/>
                <a:gd name="T3" fmla="*/ 64 h 72"/>
                <a:gd name="T4" fmla="*/ 4 w 82"/>
                <a:gd name="T5" fmla="*/ 67 h 72"/>
                <a:gd name="T6" fmla="*/ 10 w 82"/>
                <a:gd name="T7" fmla="*/ 47 h 72"/>
                <a:gd name="T8" fmla="*/ 56 w 82"/>
                <a:gd name="T9" fmla="*/ 8 h 72"/>
                <a:gd name="T10" fmla="*/ 78 w 82"/>
                <a:gd name="T11" fmla="*/ 5 h 72"/>
                <a:gd name="T12" fmla="*/ 72 w 82"/>
                <a:gd name="T13" fmla="*/ 25 h 72"/>
              </a:gdLst>
              <a:ahLst/>
              <a:cxnLst>
                <a:cxn ang="0">
                  <a:pos x="T0" y="T1"/>
                </a:cxn>
                <a:cxn ang="0">
                  <a:pos x="T2" y="T3"/>
                </a:cxn>
                <a:cxn ang="0">
                  <a:pos x="T4" y="T5"/>
                </a:cxn>
                <a:cxn ang="0">
                  <a:pos x="T6" y="T7"/>
                </a:cxn>
                <a:cxn ang="0">
                  <a:pos x="T8" y="T9"/>
                </a:cxn>
                <a:cxn ang="0">
                  <a:pos x="T10" y="T11"/>
                </a:cxn>
                <a:cxn ang="0">
                  <a:pos x="T12" y="T13"/>
                </a:cxn>
              </a:cxnLst>
              <a:rect l="0" t="0" r="r" b="b"/>
              <a:pathLst>
                <a:path w="82" h="72">
                  <a:moveTo>
                    <a:pt x="72" y="25"/>
                  </a:moveTo>
                  <a:cubicBezTo>
                    <a:pt x="25" y="64"/>
                    <a:pt x="25" y="64"/>
                    <a:pt x="25" y="64"/>
                  </a:cubicBezTo>
                  <a:cubicBezTo>
                    <a:pt x="18" y="70"/>
                    <a:pt x="8" y="72"/>
                    <a:pt x="4" y="67"/>
                  </a:cubicBezTo>
                  <a:cubicBezTo>
                    <a:pt x="0" y="62"/>
                    <a:pt x="2" y="53"/>
                    <a:pt x="10" y="47"/>
                  </a:cubicBezTo>
                  <a:cubicBezTo>
                    <a:pt x="56" y="8"/>
                    <a:pt x="56" y="8"/>
                    <a:pt x="56" y="8"/>
                  </a:cubicBezTo>
                  <a:cubicBezTo>
                    <a:pt x="64" y="2"/>
                    <a:pt x="73" y="0"/>
                    <a:pt x="78" y="5"/>
                  </a:cubicBezTo>
                  <a:cubicBezTo>
                    <a:pt x="82" y="10"/>
                    <a:pt x="79" y="19"/>
                    <a:pt x="72" y="25"/>
                  </a:cubicBezTo>
                </a:path>
              </a:pathLst>
            </a:custGeom>
            <a:solidFill>
              <a:srgbClr val="FFC7B0"/>
            </a:solidFill>
            <a:ln>
              <a:noFill/>
            </a:ln>
            <a:extLst>
              <a:ext uri="{91240B29-F687-4F45-9708-019B960494DF}">
                <a14:hiddenLine xmlns:a14="http://schemas.microsoft.com/office/drawing/2010/main" w="9525">
                  <a:solidFill>
                    <a:srgbClr val="000000"/>
                  </a:solidFill>
                  <a:round/>
                  <a:headEnd/>
                  <a:tailEnd/>
                </a14:hiddenLine>
              </a:ext>
            </a:extLst>
          </p:spPr>
          <p:txBody>
            <a:bodyPr anchor="ctr"/>
            <a:lstStyle/>
            <a:p>
              <a:pPr algn="ctr"/>
              <a:endParaRPr/>
            </a:p>
          </p:txBody>
        </p:sp>
        <p:sp>
          <p:nvSpPr>
            <p:cNvPr id="348" name="íṥḻidé">
              <a:extLst>
                <a:ext uri="{FF2B5EF4-FFF2-40B4-BE49-F238E27FC236}">
                  <a16:creationId xmlns:a16="http://schemas.microsoft.com/office/drawing/2014/main" id="{ECE68156-B413-4DAB-B708-645642192DFF}"/>
                </a:ext>
              </a:extLst>
            </p:cNvPr>
            <p:cNvSpPr/>
            <p:nvPr/>
          </p:nvSpPr>
          <p:spPr bwMode="auto">
            <a:xfrm>
              <a:off x="7730332" y="2462918"/>
              <a:ext cx="568325" cy="1228725"/>
            </a:xfrm>
            <a:custGeom>
              <a:avLst/>
              <a:gdLst>
                <a:gd name="T0" fmla="*/ 235 w 281"/>
                <a:gd name="T1" fmla="*/ 407 h 608"/>
                <a:gd name="T2" fmla="*/ 198 w 281"/>
                <a:gd name="T3" fmla="*/ 468 h 608"/>
                <a:gd name="T4" fmla="*/ 172 w 281"/>
                <a:gd name="T5" fmla="*/ 497 h 608"/>
                <a:gd name="T6" fmla="*/ 73 w 281"/>
                <a:gd name="T7" fmla="*/ 596 h 608"/>
                <a:gd name="T8" fmla="*/ 53 w 281"/>
                <a:gd name="T9" fmla="*/ 606 h 608"/>
                <a:gd name="T10" fmla="*/ 15 w 281"/>
                <a:gd name="T11" fmla="*/ 589 h 608"/>
                <a:gd name="T12" fmla="*/ 31 w 281"/>
                <a:gd name="T13" fmla="*/ 535 h 608"/>
                <a:gd name="T14" fmla="*/ 119 w 281"/>
                <a:gd name="T15" fmla="*/ 437 h 608"/>
                <a:gd name="T16" fmla="*/ 144 w 281"/>
                <a:gd name="T17" fmla="*/ 403 h 608"/>
                <a:gd name="T18" fmla="*/ 163 w 281"/>
                <a:gd name="T19" fmla="*/ 369 h 608"/>
                <a:gd name="T20" fmla="*/ 182 w 281"/>
                <a:gd name="T21" fmla="*/ 173 h 608"/>
                <a:gd name="T22" fmla="*/ 159 w 281"/>
                <a:gd name="T23" fmla="*/ 63 h 608"/>
                <a:gd name="T24" fmla="*/ 189 w 281"/>
                <a:gd name="T25" fmla="*/ 5 h 608"/>
                <a:gd name="T26" fmla="*/ 239 w 281"/>
                <a:gd name="T27" fmla="*/ 44 h 608"/>
                <a:gd name="T28" fmla="*/ 262 w 281"/>
                <a:gd name="T29" fmla="*/ 153 h 608"/>
                <a:gd name="T30" fmla="*/ 235 w 281"/>
                <a:gd name="T31" fmla="*/ 407 h 60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281" h="608">
                  <a:moveTo>
                    <a:pt x="235" y="407"/>
                  </a:moveTo>
                  <a:cubicBezTo>
                    <a:pt x="225" y="429"/>
                    <a:pt x="212" y="450"/>
                    <a:pt x="198" y="468"/>
                  </a:cubicBezTo>
                  <a:cubicBezTo>
                    <a:pt x="190" y="478"/>
                    <a:pt x="181" y="488"/>
                    <a:pt x="172" y="497"/>
                  </a:cubicBezTo>
                  <a:cubicBezTo>
                    <a:pt x="73" y="596"/>
                    <a:pt x="73" y="596"/>
                    <a:pt x="73" y="596"/>
                  </a:cubicBezTo>
                  <a:cubicBezTo>
                    <a:pt x="68" y="602"/>
                    <a:pt x="61" y="605"/>
                    <a:pt x="53" y="606"/>
                  </a:cubicBezTo>
                  <a:cubicBezTo>
                    <a:pt x="40" y="608"/>
                    <a:pt x="25" y="602"/>
                    <a:pt x="15" y="589"/>
                  </a:cubicBezTo>
                  <a:cubicBezTo>
                    <a:pt x="0" y="568"/>
                    <a:pt x="14" y="552"/>
                    <a:pt x="31" y="535"/>
                  </a:cubicBezTo>
                  <a:cubicBezTo>
                    <a:pt x="119" y="437"/>
                    <a:pt x="119" y="437"/>
                    <a:pt x="119" y="437"/>
                  </a:cubicBezTo>
                  <a:cubicBezTo>
                    <a:pt x="128" y="426"/>
                    <a:pt x="137" y="414"/>
                    <a:pt x="144" y="403"/>
                  </a:cubicBezTo>
                  <a:cubicBezTo>
                    <a:pt x="151" y="392"/>
                    <a:pt x="157" y="381"/>
                    <a:pt x="163" y="369"/>
                  </a:cubicBezTo>
                  <a:cubicBezTo>
                    <a:pt x="191" y="308"/>
                    <a:pt x="197" y="240"/>
                    <a:pt x="182" y="173"/>
                  </a:cubicBezTo>
                  <a:cubicBezTo>
                    <a:pt x="159" y="63"/>
                    <a:pt x="159" y="63"/>
                    <a:pt x="159" y="63"/>
                  </a:cubicBezTo>
                  <a:cubicBezTo>
                    <a:pt x="153" y="36"/>
                    <a:pt x="167" y="11"/>
                    <a:pt x="189" y="5"/>
                  </a:cubicBezTo>
                  <a:cubicBezTo>
                    <a:pt x="211" y="0"/>
                    <a:pt x="233" y="17"/>
                    <a:pt x="239" y="44"/>
                  </a:cubicBezTo>
                  <a:cubicBezTo>
                    <a:pt x="262" y="153"/>
                    <a:pt x="262" y="153"/>
                    <a:pt x="262" y="153"/>
                  </a:cubicBezTo>
                  <a:cubicBezTo>
                    <a:pt x="281" y="242"/>
                    <a:pt x="271" y="333"/>
                    <a:pt x="235" y="407"/>
                  </a:cubicBezTo>
                </a:path>
              </a:pathLst>
            </a:custGeom>
            <a:solidFill>
              <a:srgbClr val="FFC7B0"/>
            </a:solidFill>
            <a:ln>
              <a:noFill/>
            </a:ln>
            <a:extLst>
              <a:ext uri="{91240B29-F687-4F45-9708-019B960494DF}">
                <a14:hiddenLine xmlns:a14="http://schemas.microsoft.com/office/drawing/2010/main" w="9525">
                  <a:solidFill>
                    <a:srgbClr val="000000"/>
                  </a:solidFill>
                  <a:round/>
                  <a:headEnd/>
                  <a:tailEnd/>
                </a14:hiddenLine>
              </a:ext>
            </a:extLst>
          </p:spPr>
          <p:txBody>
            <a:bodyPr anchor="ctr"/>
            <a:lstStyle/>
            <a:p>
              <a:pPr algn="ctr"/>
              <a:endParaRPr/>
            </a:p>
          </p:txBody>
        </p:sp>
        <p:sp>
          <p:nvSpPr>
            <p:cNvPr id="349" name="ïṥḷiḍè">
              <a:extLst>
                <a:ext uri="{FF2B5EF4-FFF2-40B4-BE49-F238E27FC236}">
                  <a16:creationId xmlns:a16="http://schemas.microsoft.com/office/drawing/2014/main" id="{331BBBE0-80E2-4A94-ACE4-B05EDC9321DD}"/>
                </a:ext>
              </a:extLst>
            </p:cNvPr>
            <p:cNvSpPr/>
            <p:nvPr/>
          </p:nvSpPr>
          <p:spPr bwMode="auto">
            <a:xfrm>
              <a:off x="8028782" y="3178881"/>
              <a:ext cx="192088" cy="201613"/>
            </a:xfrm>
            <a:custGeom>
              <a:avLst/>
              <a:gdLst>
                <a:gd name="T0" fmla="*/ 22 w 95"/>
                <a:gd name="T1" fmla="*/ 0 h 100"/>
                <a:gd name="T2" fmla="*/ 95 w 95"/>
                <a:gd name="T3" fmla="*/ 38 h 100"/>
                <a:gd name="T4" fmla="*/ 60 w 95"/>
                <a:gd name="T5" fmla="*/ 100 h 100"/>
                <a:gd name="T6" fmla="*/ 0 w 95"/>
                <a:gd name="T7" fmla="*/ 42 h 100"/>
                <a:gd name="T8" fmla="*/ 22 w 95"/>
                <a:gd name="T9" fmla="*/ 0 h 100"/>
              </a:gdLst>
              <a:ahLst/>
              <a:cxnLst>
                <a:cxn ang="0">
                  <a:pos x="T0" y="T1"/>
                </a:cxn>
                <a:cxn ang="0">
                  <a:pos x="T2" y="T3"/>
                </a:cxn>
                <a:cxn ang="0">
                  <a:pos x="T4" y="T5"/>
                </a:cxn>
                <a:cxn ang="0">
                  <a:pos x="T6" y="T7"/>
                </a:cxn>
                <a:cxn ang="0">
                  <a:pos x="T8" y="T9"/>
                </a:cxn>
              </a:cxnLst>
              <a:rect l="0" t="0" r="r" b="b"/>
              <a:pathLst>
                <a:path w="95" h="100">
                  <a:moveTo>
                    <a:pt x="22" y="0"/>
                  </a:moveTo>
                  <a:cubicBezTo>
                    <a:pt x="95" y="38"/>
                    <a:pt x="95" y="38"/>
                    <a:pt x="95" y="38"/>
                  </a:cubicBezTo>
                  <a:cubicBezTo>
                    <a:pt x="84" y="60"/>
                    <a:pt x="74" y="81"/>
                    <a:pt x="60" y="100"/>
                  </a:cubicBezTo>
                  <a:cubicBezTo>
                    <a:pt x="0" y="42"/>
                    <a:pt x="0" y="42"/>
                    <a:pt x="0" y="42"/>
                  </a:cubicBezTo>
                  <a:cubicBezTo>
                    <a:pt x="22" y="0"/>
                    <a:pt x="22" y="0"/>
                    <a:pt x="22" y="0"/>
                  </a:cubicBezTo>
                </a:path>
              </a:pathLst>
            </a:custGeom>
            <a:solidFill>
              <a:srgbClr val="F4A891"/>
            </a:solidFill>
            <a:ln>
              <a:noFill/>
            </a:ln>
            <a:extLst>
              <a:ext uri="{91240B29-F687-4F45-9708-019B960494DF}">
                <a14:hiddenLine xmlns:a14="http://schemas.microsoft.com/office/drawing/2010/main" w="9525">
                  <a:solidFill>
                    <a:srgbClr val="000000"/>
                  </a:solidFill>
                  <a:round/>
                  <a:headEnd/>
                  <a:tailEnd/>
                </a14:hiddenLine>
              </a:ext>
            </a:extLst>
          </p:spPr>
          <p:txBody>
            <a:bodyPr anchor="ctr"/>
            <a:lstStyle/>
            <a:p>
              <a:pPr algn="ctr"/>
              <a:endParaRPr/>
            </a:p>
          </p:txBody>
        </p:sp>
        <p:sp>
          <p:nvSpPr>
            <p:cNvPr id="350" name="î$lïdé">
              <a:extLst>
                <a:ext uri="{FF2B5EF4-FFF2-40B4-BE49-F238E27FC236}">
                  <a16:creationId xmlns:a16="http://schemas.microsoft.com/office/drawing/2014/main" id="{A261BF0E-B449-46D1-A5A0-1636DD57A296}"/>
                </a:ext>
              </a:extLst>
            </p:cNvPr>
            <p:cNvSpPr/>
            <p:nvPr/>
          </p:nvSpPr>
          <p:spPr bwMode="auto">
            <a:xfrm>
              <a:off x="8014494" y="2393068"/>
              <a:ext cx="290513" cy="919163"/>
            </a:xfrm>
            <a:custGeom>
              <a:avLst/>
              <a:gdLst>
                <a:gd name="T0" fmla="*/ 38 w 143"/>
                <a:gd name="T1" fmla="*/ 325 h 455"/>
                <a:gd name="T2" fmla="*/ 35 w 143"/>
                <a:gd name="T3" fmla="*/ 233 h 455"/>
                <a:gd name="T4" fmla="*/ 14 w 143"/>
                <a:gd name="T5" fmla="*/ 55 h 455"/>
                <a:gd name="T6" fmla="*/ 94 w 143"/>
                <a:gd name="T7" fmla="*/ 46 h 455"/>
                <a:gd name="T8" fmla="*/ 140 w 143"/>
                <a:gd name="T9" fmla="*/ 317 h 455"/>
                <a:gd name="T10" fmla="*/ 98 w 143"/>
                <a:gd name="T11" fmla="*/ 455 h 455"/>
                <a:gd name="T12" fmla="*/ 9 w 143"/>
                <a:gd name="T13" fmla="*/ 399 h 455"/>
                <a:gd name="T14" fmla="*/ 38 w 143"/>
                <a:gd name="T15" fmla="*/ 325 h 455"/>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43" h="455">
                  <a:moveTo>
                    <a:pt x="38" y="325"/>
                  </a:moveTo>
                  <a:cubicBezTo>
                    <a:pt x="39" y="321"/>
                    <a:pt x="50" y="303"/>
                    <a:pt x="35" y="233"/>
                  </a:cubicBezTo>
                  <a:cubicBezTo>
                    <a:pt x="19" y="163"/>
                    <a:pt x="0" y="89"/>
                    <a:pt x="14" y="55"/>
                  </a:cubicBezTo>
                  <a:cubicBezTo>
                    <a:pt x="27" y="20"/>
                    <a:pt x="67" y="0"/>
                    <a:pt x="94" y="46"/>
                  </a:cubicBezTo>
                  <a:cubicBezTo>
                    <a:pt x="121" y="91"/>
                    <a:pt x="143" y="261"/>
                    <a:pt x="140" y="317"/>
                  </a:cubicBezTo>
                  <a:cubicBezTo>
                    <a:pt x="136" y="372"/>
                    <a:pt x="98" y="455"/>
                    <a:pt x="98" y="455"/>
                  </a:cubicBezTo>
                  <a:cubicBezTo>
                    <a:pt x="9" y="399"/>
                    <a:pt x="9" y="399"/>
                    <a:pt x="9" y="399"/>
                  </a:cubicBezTo>
                  <a:cubicBezTo>
                    <a:pt x="9" y="399"/>
                    <a:pt x="33" y="362"/>
                    <a:pt x="38" y="325"/>
                  </a:cubicBezTo>
                </a:path>
              </a:pathLst>
            </a:custGeom>
            <a:solidFill>
              <a:srgbClr val="D93838"/>
            </a:solidFill>
            <a:ln>
              <a:noFill/>
            </a:ln>
            <a:extLst>
              <a:ext uri="{91240B29-F687-4F45-9708-019B960494DF}">
                <a14:hiddenLine xmlns:a14="http://schemas.microsoft.com/office/drawing/2010/main" w="9525">
                  <a:solidFill>
                    <a:srgbClr val="000000"/>
                  </a:solidFill>
                  <a:round/>
                  <a:headEnd/>
                  <a:tailEnd/>
                </a14:hiddenLine>
              </a:ext>
            </a:extLst>
          </p:spPr>
          <p:txBody>
            <a:bodyPr anchor="ctr"/>
            <a:lstStyle/>
            <a:p>
              <a:pPr algn="ctr"/>
              <a:endParaRPr/>
            </a:p>
          </p:txBody>
        </p:sp>
        <p:sp>
          <p:nvSpPr>
            <p:cNvPr id="351" name="ïśḻïḍe">
              <a:extLst>
                <a:ext uri="{FF2B5EF4-FFF2-40B4-BE49-F238E27FC236}">
                  <a16:creationId xmlns:a16="http://schemas.microsoft.com/office/drawing/2014/main" id="{73BCD18C-4D5B-4114-8955-F72EAC2BA0BE}"/>
                </a:ext>
              </a:extLst>
            </p:cNvPr>
            <p:cNvSpPr/>
            <p:nvPr/>
          </p:nvSpPr>
          <p:spPr bwMode="auto">
            <a:xfrm>
              <a:off x="6527007" y="2289881"/>
              <a:ext cx="144463" cy="182563"/>
            </a:xfrm>
            <a:custGeom>
              <a:avLst/>
              <a:gdLst>
                <a:gd name="T0" fmla="*/ 28 w 72"/>
                <a:gd name="T1" fmla="*/ 9 h 90"/>
                <a:gd name="T2" fmla="*/ 67 w 72"/>
                <a:gd name="T3" fmla="*/ 65 h 90"/>
                <a:gd name="T4" fmla="*/ 64 w 72"/>
                <a:gd name="T5" fmla="*/ 85 h 90"/>
                <a:gd name="T6" fmla="*/ 63 w 72"/>
                <a:gd name="T7" fmla="*/ 86 h 90"/>
                <a:gd name="T8" fmla="*/ 44 w 72"/>
                <a:gd name="T9" fmla="*/ 81 h 90"/>
                <a:gd name="T10" fmla="*/ 5 w 72"/>
                <a:gd name="T11" fmla="*/ 24 h 90"/>
                <a:gd name="T12" fmla="*/ 7 w 72"/>
                <a:gd name="T13" fmla="*/ 5 h 90"/>
                <a:gd name="T14" fmla="*/ 8 w 72"/>
                <a:gd name="T15" fmla="*/ 4 h 90"/>
                <a:gd name="T16" fmla="*/ 28 w 72"/>
                <a:gd name="T17" fmla="*/ 9 h 9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72" h="90">
                  <a:moveTo>
                    <a:pt x="28" y="9"/>
                  </a:moveTo>
                  <a:cubicBezTo>
                    <a:pt x="67" y="65"/>
                    <a:pt x="67" y="65"/>
                    <a:pt x="67" y="65"/>
                  </a:cubicBezTo>
                  <a:cubicBezTo>
                    <a:pt x="72" y="72"/>
                    <a:pt x="70" y="81"/>
                    <a:pt x="64" y="85"/>
                  </a:cubicBezTo>
                  <a:cubicBezTo>
                    <a:pt x="63" y="86"/>
                    <a:pt x="63" y="86"/>
                    <a:pt x="63" y="86"/>
                  </a:cubicBezTo>
                  <a:cubicBezTo>
                    <a:pt x="57" y="90"/>
                    <a:pt x="49" y="88"/>
                    <a:pt x="44" y="81"/>
                  </a:cubicBezTo>
                  <a:cubicBezTo>
                    <a:pt x="5" y="24"/>
                    <a:pt x="5" y="24"/>
                    <a:pt x="5" y="24"/>
                  </a:cubicBezTo>
                  <a:cubicBezTo>
                    <a:pt x="0" y="18"/>
                    <a:pt x="1" y="9"/>
                    <a:pt x="7" y="5"/>
                  </a:cubicBezTo>
                  <a:cubicBezTo>
                    <a:pt x="8" y="4"/>
                    <a:pt x="8" y="4"/>
                    <a:pt x="8" y="4"/>
                  </a:cubicBezTo>
                  <a:cubicBezTo>
                    <a:pt x="15" y="0"/>
                    <a:pt x="23" y="2"/>
                    <a:pt x="28" y="9"/>
                  </a:cubicBezTo>
                  <a:close/>
                </a:path>
              </a:pathLst>
            </a:custGeom>
            <a:solidFill>
              <a:srgbClr val="F4A891"/>
            </a:solidFill>
            <a:ln>
              <a:noFill/>
            </a:ln>
            <a:extLst>
              <a:ext uri="{91240B29-F687-4F45-9708-019B960494DF}">
                <a14:hiddenLine xmlns:a14="http://schemas.microsoft.com/office/drawing/2010/main" w="9525">
                  <a:solidFill>
                    <a:srgbClr val="000000"/>
                  </a:solidFill>
                  <a:round/>
                  <a:headEnd/>
                  <a:tailEnd/>
                </a14:hiddenLine>
              </a:ext>
            </a:extLst>
          </p:spPr>
          <p:txBody>
            <a:bodyPr anchor="ctr"/>
            <a:lstStyle/>
            <a:p>
              <a:pPr algn="ctr"/>
              <a:endParaRPr/>
            </a:p>
          </p:txBody>
        </p:sp>
        <p:sp>
          <p:nvSpPr>
            <p:cNvPr id="352" name="ï$liḑê">
              <a:extLst>
                <a:ext uri="{FF2B5EF4-FFF2-40B4-BE49-F238E27FC236}">
                  <a16:creationId xmlns:a16="http://schemas.microsoft.com/office/drawing/2014/main" id="{84CAFB0F-39B9-4A96-8957-AC39D69281C0}"/>
                </a:ext>
              </a:extLst>
            </p:cNvPr>
            <p:cNvSpPr/>
            <p:nvPr/>
          </p:nvSpPr>
          <p:spPr bwMode="auto">
            <a:xfrm>
              <a:off x="6406357" y="2339093"/>
              <a:ext cx="269875" cy="246063"/>
            </a:xfrm>
            <a:custGeom>
              <a:avLst/>
              <a:gdLst>
                <a:gd name="T0" fmla="*/ 79 w 133"/>
                <a:gd name="T1" fmla="*/ 115 h 122"/>
                <a:gd name="T2" fmla="*/ 30 w 133"/>
                <a:gd name="T3" fmla="*/ 83 h 122"/>
                <a:gd name="T4" fmla="*/ 6 w 133"/>
                <a:gd name="T5" fmla="*/ 43 h 122"/>
                <a:gd name="T6" fmla="*/ 27 w 133"/>
                <a:gd name="T7" fmla="*/ 17 h 122"/>
                <a:gd name="T8" fmla="*/ 63 w 133"/>
                <a:gd name="T9" fmla="*/ 6 h 122"/>
                <a:gd name="T10" fmla="*/ 111 w 133"/>
                <a:gd name="T11" fmla="*/ 28 h 122"/>
                <a:gd name="T12" fmla="*/ 127 w 133"/>
                <a:gd name="T13" fmla="*/ 66 h 122"/>
                <a:gd name="T14" fmla="*/ 114 w 133"/>
                <a:gd name="T15" fmla="*/ 96 h 122"/>
                <a:gd name="T16" fmla="*/ 79 w 133"/>
                <a:gd name="T17" fmla="*/ 115 h 1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33" h="122">
                  <a:moveTo>
                    <a:pt x="79" y="115"/>
                  </a:moveTo>
                  <a:cubicBezTo>
                    <a:pt x="79" y="115"/>
                    <a:pt x="41" y="90"/>
                    <a:pt x="30" y="83"/>
                  </a:cubicBezTo>
                  <a:cubicBezTo>
                    <a:pt x="8" y="69"/>
                    <a:pt x="0" y="57"/>
                    <a:pt x="6" y="43"/>
                  </a:cubicBezTo>
                  <a:cubicBezTo>
                    <a:pt x="27" y="17"/>
                    <a:pt x="27" y="17"/>
                    <a:pt x="27" y="17"/>
                  </a:cubicBezTo>
                  <a:cubicBezTo>
                    <a:pt x="41" y="5"/>
                    <a:pt x="48" y="0"/>
                    <a:pt x="63" y="6"/>
                  </a:cubicBezTo>
                  <a:cubicBezTo>
                    <a:pt x="111" y="28"/>
                    <a:pt x="111" y="28"/>
                    <a:pt x="111" y="28"/>
                  </a:cubicBezTo>
                  <a:cubicBezTo>
                    <a:pt x="126" y="34"/>
                    <a:pt x="133" y="52"/>
                    <a:pt x="127" y="66"/>
                  </a:cubicBezTo>
                  <a:cubicBezTo>
                    <a:pt x="114" y="96"/>
                    <a:pt x="114" y="96"/>
                    <a:pt x="114" y="96"/>
                  </a:cubicBezTo>
                  <a:cubicBezTo>
                    <a:pt x="108" y="111"/>
                    <a:pt x="94" y="122"/>
                    <a:pt x="79" y="115"/>
                  </a:cubicBezTo>
                  <a:close/>
                </a:path>
              </a:pathLst>
            </a:custGeom>
            <a:solidFill>
              <a:srgbClr val="F4A891"/>
            </a:solidFill>
            <a:ln>
              <a:noFill/>
            </a:ln>
            <a:extLst>
              <a:ext uri="{91240B29-F687-4F45-9708-019B960494DF}">
                <a14:hiddenLine xmlns:a14="http://schemas.microsoft.com/office/drawing/2010/main" w="9525">
                  <a:solidFill>
                    <a:srgbClr val="000000"/>
                  </a:solidFill>
                  <a:round/>
                  <a:headEnd/>
                  <a:tailEnd/>
                </a14:hiddenLine>
              </a:ext>
            </a:extLst>
          </p:spPr>
          <p:txBody>
            <a:bodyPr anchor="ctr"/>
            <a:lstStyle/>
            <a:p>
              <a:pPr algn="ctr"/>
              <a:endParaRPr/>
            </a:p>
          </p:txBody>
        </p:sp>
        <p:sp>
          <p:nvSpPr>
            <p:cNvPr id="353" name="iṩ1iḑé">
              <a:extLst>
                <a:ext uri="{FF2B5EF4-FFF2-40B4-BE49-F238E27FC236}">
                  <a16:creationId xmlns:a16="http://schemas.microsoft.com/office/drawing/2014/main" id="{E3F2AFF6-33F1-4974-A8B7-F4A11B2EB42C}"/>
                </a:ext>
              </a:extLst>
            </p:cNvPr>
            <p:cNvSpPr/>
            <p:nvPr/>
          </p:nvSpPr>
          <p:spPr bwMode="auto">
            <a:xfrm>
              <a:off x="6366669" y="2261306"/>
              <a:ext cx="174625" cy="133350"/>
            </a:xfrm>
            <a:custGeom>
              <a:avLst/>
              <a:gdLst>
                <a:gd name="T0" fmla="*/ 61 w 86"/>
                <a:gd name="T1" fmla="*/ 60 h 66"/>
                <a:gd name="T2" fmla="*/ 12 w 86"/>
                <a:gd name="T3" fmla="*/ 25 h 66"/>
                <a:gd name="T4" fmla="*/ 4 w 86"/>
                <a:gd name="T5" fmla="*/ 6 h 66"/>
                <a:gd name="T6" fmla="*/ 25 w 86"/>
                <a:gd name="T7" fmla="*/ 6 h 66"/>
                <a:gd name="T8" fmla="*/ 74 w 86"/>
                <a:gd name="T9" fmla="*/ 41 h 66"/>
                <a:gd name="T10" fmla="*/ 82 w 86"/>
                <a:gd name="T11" fmla="*/ 61 h 66"/>
                <a:gd name="T12" fmla="*/ 61 w 86"/>
                <a:gd name="T13" fmla="*/ 60 h 66"/>
              </a:gdLst>
              <a:ahLst/>
              <a:cxnLst>
                <a:cxn ang="0">
                  <a:pos x="T0" y="T1"/>
                </a:cxn>
                <a:cxn ang="0">
                  <a:pos x="T2" y="T3"/>
                </a:cxn>
                <a:cxn ang="0">
                  <a:pos x="T4" y="T5"/>
                </a:cxn>
                <a:cxn ang="0">
                  <a:pos x="T6" y="T7"/>
                </a:cxn>
                <a:cxn ang="0">
                  <a:pos x="T8" y="T9"/>
                </a:cxn>
                <a:cxn ang="0">
                  <a:pos x="T10" y="T11"/>
                </a:cxn>
                <a:cxn ang="0">
                  <a:pos x="T12" y="T13"/>
                </a:cxn>
              </a:cxnLst>
              <a:rect l="0" t="0" r="r" b="b"/>
              <a:pathLst>
                <a:path w="86" h="66">
                  <a:moveTo>
                    <a:pt x="61" y="60"/>
                  </a:moveTo>
                  <a:cubicBezTo>
                    <a:pt x="12" y="25"/>
                    <a:pt x="12" y="25"/>
                    <a:pt x="12" y="25"/>
                  </a:cubicBezTo>
                  <a:cubicBezTo>
                    <a:pt x="4" y="20"/>
                    <a:pt x="0" y="11"/>
                    <a:pt x="4" y="6"/>
                  </a:cubicBezTo>
                  <a:cubicBezTo>
                    <a:pt x="7" y="0"/>
                    <a:pt x="17" y="0"/>
                    <a:pt x="25" y="6"/>
                  </a:cubicBezTo>
                  <a:cubicBezTo>
                    <a:pt x="74" y="41"/>
                    <a:pt x="74" y="41"/>
                    <a:pt x="74" y="41"/>
                  </a:cubicBezTo>
                  <a:cubicBezTo>
                    <a:pt x="82" y="46"/>
                    <a:pt x="86" y="55"/>
                    <a:pt x="82" y="61"/>
                  </a:cubicBezTo>
                  <a:cubicBezTo>
                    <a:pt x="79" y="66"/>
                    <a:pt x="70" y="66"/>
                    <a:pt x="61" y="60"/>
                  </a:cubicBezTo>
                  <a:close/>
                </a:path>
              </a:pathLst>
            </a:custGeom>
            <a:solidFill>
              <a:srgbClr val="F4A891"/>
            </a:solidFill>
            <a:ln>
              <a:noFill/>
            </a:ln>
            <a:extLst>
              <a:ext uri="{91240B29-F687-4F45-9708-019B960494DF}">
                <a14:hiddenLine xmlns:a14="http://schemas.microsoft.com/office/drawing/2010/main" w="9525">
                  <a:solidFill>
                    <a:srgbClr val="000000"/>
                  </a:solidFill>
                  <a:round/>
                  <a:headEnd/>
                  <a:tailEnd/>
                </a14:hiddenLine>
              </a:ext>
            </a:extLst>
          </p:spPr>
          <p:txBody>
            <a:bodyPr anchor="ctr"/>
            <a:lstStyle/>
            <a:p>
              <a:pPr algn="ctr"/>
              <a:endParaRPr/>
            </a:p>
          </p:txBody>
        </p:sp>
        <p:sp>
          <p:nvSpPr>
            <p:cNvPr id="354" name="îSḷíḓê">
              <a:extLst>
                <a:ext uri="{FF2B5EF4-FFF2-40B4-BE49-F238E27FC236}">
                  <a16:creationId xmlns:a16="http://schemas.microsoft.com/office/drawing/2014/main" id="{E29BEC41-4304-497E-9717-E8DDA2B3469C}"/>
                </a:ext>
              </a:extLst>
            </p:cNvPr>
            <p:cNvSpPr/>
            <p:nvPr/>
          </p:nvSpPr>
          <p:spPr bwMode="auto">
            <a:xfrm>
              <a:off x="6314282" y="2294643"/>
              <a:ext cx="173038" cy="130175"/>
            </a:xfrm>
            <a:custGeom>
              <a:avLst/>
              <a:gdLst>
                <a:gd name="T0" fmla="*/ 61 w 86"/>
                <a:gd name="T1" fmla="*/ 60 h 65"/>
                <a:gd name="T2" fmla="*/ 12 w 86"/>
                <a:gd name="T3" fmla="*/ 24 h 65"/>
                <a:gd name="T4" fmla="*/ 3 w 86"/>
                <a:gd name="T5" fmla="*/ 5 h 65"/>
                <a:gd name="T6" fmla="*/ 24 w 86"/>
                <a:gd name="T7" fmla="*/ 5 h 65"/>
                <a:gd name="T8" fmla="*/ 74 w 86"/>
                <a:gd name="T9" fmla="*/ 40 h 65"/>
                <a:gd name="T10" fmla="*/ 82 w 86"/>
                <a:gd name="T11" fmla="*/ 60 h 65"/>
                <a:gd name="T12" fmla="*/ 61 w 86"/>
                <a:gd name="T13" fmla="*/ 60 h 65"/>
              </a:gdLst>
              <a:ahLst/>
              <a:cxnLst>
                <a:cxn ang="0">
                  <a:pos x="T0" y="T1"/>
                </a:cxn>
                <a:cxn ang="0">
                  <a:pos x="T2" y="T3"/>
                </a:cxn>
                <a:cxn ang="0">
                  <a:pos x="T4" y="T5"/>
                </a:cxn>
                <a:cxn ang="0">
                  <a:pos x="T6" y="T7"/>
                </a:cxn>
                <a:cxn ang="0">
                  <a:pos x="T8" y="T9"/>
                </a:cxn>
                <a:cxn ang="0">
                  <a:pos x="T10" y="T11"/>
                </a:cxn>
                <a:cxn ang="0">
                  <a:pos x="T12" y="T13"/>
                </a:cxn>
              </a:cxnLst>
              <a:rect l="0" t="0" r="r" b="b"/>
              <a:pathLst>
                <a:path w="86" h="65">
                  <a:moveTo>
                    <a:pt x="61" y="60"/>
                  </a:moveTo>
                  <a:cubicBezTo>
                    <a:pt x="12" y="24"/>
                    <a:pt x="12" y="24"/>
                    <a:pt x="12" y="24"/>
                  </a:cubicBezTo>
                  <a:cubicBezTo>
                    <a:pt x="4" y="19"/>
                    <a:pt x="0" y="10"/>
                    <a:pt x="3" y="5"/>
                  </a:cubicBezTo>
                  <a:cubicBezTo>
                    <a:pt x="7" y="0"/>
                    <a:pt x="16" y="0"/>
                    <a:pt x="24" y="5"/>
                  </a:cubicBezTo>
                  <a:cubicBezTo>
                    <a:pt x="74" y="40"/>
                    <a:pt x="74" y="40"/>
                    <a:pt x="74" y="40"/>
                  </a:cubicBezTo>
                  <a:cubicBezTo>
                    <a:pt x="82" y="46"/>
                    <a:pt x="86" y="54"/>
                    <a:pt x="82" y="60"/>
                  </a:cubicBezTo>
                  <a:cubicBezTo>
                    <a:pt x="79" y="65"/>
                    <a:pt x="69" y="65"/>
                    <a:pt x="61" y="60"/>
                  </a:cubicBezTo>
                  <a:close/>
                </a:path>
              </a:pathLst>
            </a:custGeom>
            <a:solidFill>
              <a:srgbClr val="F4A891"/>
            </a:solidFill>
            <a:ln>
              <a:noFill/>
            </a:ln>
            <a:extLst>
              <a:ext uri="{91240B29-F687-4F45-9708-019B960494DF}">
                <a14:hiddenLine xmlns:a14="http://schemas.microsoft.com/office/drawing/2010/main" w="9525">
                  <a:solidFill>
                    <a:srgbClr val="000000"/>
                  </a:solidFill>
                  <a:round/>
                  <a:headEnd/>
                  <a:tailEnd/>
                </a14:hiddenLine>
              </a:ext>
            </a:extLst>
          </p:spPr>
          <p:txBody>
            <a:bodyPr anchor="ctr"/>
            <a:lstStyle/>
            <a:p>
              <a:pPr algn="ctr"/>
              <a:endParaRPr/>
            </a:p>
          </p:txBody>
        </p:sp>
        <p:sp>
          <p:nvSpPr>
            <p:cNvPr id="355" name="iṥľídè">
              <a:extLst>
                <a:ext uri="{FF2B5EF4-FFF2-40B4-BE49-F238E27FC236}">
                  <a16:creationId xmlns:a16="http://schemas.microsoft.com/office/drawing/2014/main" id="{5FFAA58C-E6C0-40F2-ADB4-2BAC28DE8D50}"/>
                </a:ext>
              </a:extLst>
            </p:cNvPr>
            <p:cNvSpPr/>
            <p:nvPr/>
          </p:nvSpPr>
          <p:spPr bwMode="auto">
            <a:xfrm>
              <a:off x="6309519" y="2358143"/>
              <a:ext cx="174625" cy="133350"/>
            </a:xfrm>
            <a:custGeom>
              <a:avLst/>
              <a:gdLst>
                <a:gd name="T0" fmla="*/ 61 w 86"/>
                <a:gd name="T1" fmla="*/ 60 h 66"/>
                <a:gd name="T2" fmla="*/ 12 w 86"/>
                <a:gd name="T3" fmla="*/ 25 h 66"/>
                <a:gd name="T4" fmla="*/ 3 w 86"/>
                <a:gd name="T5" fmla="*/ 5 h 66"/>
                <a:gd name="T6" fmla="*/ 24 w 86"/>
                <a:gd name="T7" fmla="*/ 6 h 66"/>
                <a:gd name="T8" fmla="*/ 74 w 86"/>
                <a:gd name="T9" fmla="*/ 41 h 66"/>
                <a:gd name="T10" fmla="*/ 82 w 86"/>
                <a:gd name="T11" fmla="*/ 60 h 66"/>
                <a:gd name="T12" fmla="*/ 61 w 86"/>
                <a:gd name="T13" fmla="*/ 60 h 66"/>
              </a:gdLst>
              <a:ahLst/>
              <a:cxnLst>
                <a:cxn ang="0">
                  <a:pos x="T0" y="T1"/>
                </a:cxn>
                <a:cxn ang="0">
                  <a:pos x="T2" y="T3"/>
                </a:cxn>
                <a:cxn ang="0">
                  <a:pos x="T4" y="T5"/>
                </a:cxn>
                <a:cxn ang="0">
                  <a:pos x="T6" y="T7"/>
                </a:cxn>
                <a:cxn ang="0">
                  <a:pos x="T8" y="T9"/>
                </a:cxn>
                <a:cxn ang="0">
                  <a:pos x="T10" y="T11"/>
                </a:cxn>
                <a:cxn ang="0">
                  <a:pos x="T12" y="T13"/>
                </a:cxn>
              </a:cxnLst>
              <a:rect l="0" t="0" r="r" b="b"/>
              <a:pathLst>
                <a:path w="86" h="66">
                  <a:moveTo>
                    <a:pt x="61" y="60"/>
                  </a:moveTo>
                  <a:cubicBezTo>
                    <a:pt x="12" y="25"/>
                    <a:pt x="12" y="25"/>
                    <a:pt x="12" y="25"/>
                  </a:cubicBezTo>
                  <a:cubicBezTo>
                    <a:pt x="4" y="19"/>
                    <a:pt x="0" y="11"/>
                    <a:pt x="3" y="5"/>
                  </a:cubicBezTo>
                  <a:cubicBezTo>
                    <a:pt x="7" y="0"/>
                    <a:pt x="16" y="0"/>
                    <a:pt x="24" y="6"/>
                  </a:cubicBezTo>
                  <a:cubicBezTo>
                    <a:pt x="74" y="41"/>
                    <a:pt x="74" y="41"/>
                    <a:pt x="74" y="41"/>
                  </a:cubicBezTo>
                  <a:cubicBezTo>
                    <a:pt x="82" y="46"/>
                    <a:pt x="86" y="55"/>
                    <a:pt x="82" y="60"/>
                  </a:cubicBezTo>
                  <a:cubicBezTo>
                    <a:pt x="79" y="66"/>
                    <a:pt x="69" y="65"/>
                    <a:pt x="61" y="60"/>
                  </a:cubicBezTo>
                  <a:close/>
                </a:path>
              </a:pathLst>
            </a:custGeom>
            <a:solidFill>
              <a:srgbClr val="F4A891"/>
            </a:solidFill>
            <a:ln>
              <a:noFill/>
            </a:ln>
            <a:extLst>
              <a:ext uri="{91240B29-F687-4F45-9708-019B960494DF}">
                <a14:hiddenLine xmlns:a14="http://schemas.microsoft.com/office/drawing/2010/main" w="9525">
                  <a:solidFill>
                    <a:srgbClr val="000000"/>
                  </a:solidFill>
                  <a:round/>
                  <a:headEnd/>
                  <a:tailEnd/>
                </a14:hiddenLine>
              </a:ext>
            </a:extLst>
          </p:spPr>
          <p:txBody>
            <a:bodyPr anchor="ctr"/>
            <a:lstStyle/>
            <a:p>
              <a:pPr algn="ctr"/>
              <a:endParaRPr/>
            </a:p>
          </p:txBody>
        </p:sp>
        <p:sp>
          <p:nvSpPr>
            <p:cNvPr id="356" name="iṧ1íḋé">
              <a:extLst>
                <a:ext uri="{FF2B5EF4-FFF2-40B4-BE49-F238E27FC236}">
                  <a16:creationId xmlns:a16="http://schemas.microsoft.com/office/drawing/2014/main" id="{CAD54C6D-B87A-4DB0-B159-7AF92B2783F7}"/>
                </a:ext>
              </a:extLst>
            </p:cNvPr>
            <p:cNvSpPr/>
            <p:nvPr/>
          </p:nvSpPr>
          <p:spPr bwMode="auto">
            <a:xfrm>
              <a:off x="6496844" y="2394656"/>
              <a:ext cx="1277938" cy="404813"/>
            </a:xfrm>
            <a:custGeom>
              <a:avLst/>
              <a:gdLst>
                <a:gd name="T0" fmla="*/ 245 w 632"/>
                <a:gd name="T1" fmla="*/ 185 h 200"/>
                <a:gd name="T2" fmla="*/ 177 w 632"/>
                <a:gd name="T3" fmla="*/ 165 h 200"/>
                <a:gd name="T4" fmla="*/ 142 w 632"/>
                <a:gd name="T5" fmla="*/ 148 h 200"/>
                <a:gd name="T6" fmla="*/ 21 w 632"/>
                <a:gd name="T7" fmla="*/ 78 h 200"/>
                <a:gd name="T8" fmla="*/ 6 w 632"/>
                <a:gd name="T9" fmla="*/ 62 h 200"/>
                <a:gd name="T10" fmla="*/ 13 w 632"/>
                <a:gd name="T11" fmla="*/ 21 h 200"/>
                <a:gd name="T12" fmla="*/ 69 w 632"/>
                <a:gd name="T13" fmla="*/ 21 h 200"/>
                <a:gd name="T14" fmla="*/ 186 w 632"/>
                <a:gd name="T15" fmla="*/ 81 h 200"/>
                <a:gd name="T16" fmla="*/ 226 w 632"/>
                <a:gd name="T17" fmla="*/ 96 h 200"/>
                <a:gd name="T18" fmla="*/ 263 w 632"/>
                <a:gd name="T19" fmla="*/ 105 h 200"/>
                <a:gd name="T20" fmla="*/ 458 w 632"/>
                <a:gd name="T21" fmla="*/ 73 h 200"/>
                <a:gd name="T22" fmla="*/ 558 w 632"/>
                <a:gd name="T23" fmla="*/ 22 h 200"/>
                <a:gd name="T24" fmla="*/ 621 w 632"/>
                <a:gd name="T25" fmla="*/ 36 h 200"/>
                <a:gd name="T26" fmla="*/ 597 w 632"/>
                <a:gd name="T27" fmla="*/ 94 h 200"/>
                <a:gd name="T28" fmla="*/ 497 w 632"/>
                <a:gd name="T29" fmla="*/ 145 h 200"/>
                <a:gd name="T30" fmla="*/ 245 w 632"/>
                <a:gd name="T31" fmla="*/ 185 h 2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632" h="200">
                  <a:moveTo>
                    <a:pt x="245" y="185"/>
                  </a:moveTo>
                  <a:cubicBezTo>
                    <a:pt x="222" y="181"/>
                    <a:pt x="199" y="174"/>
                    <a:pt x="177" y="165"/>
                  </a:cubicBezTo>
                  <a:cubicBezTo>
                    <a:pt x="165" y="160"/>
                    <a:pt x="153" y="155"/>
                    <a:pt x="142" y="148"/>
                  </a:cubicBezTo>
                  <a:cubicBezTo>
                    <a:pt x="21" y="78"/>
                    <a:pt x="21" y="78"/>
                    <a:pt x="21" y="78"/>
                  </a:cubicBezTo>
                  <a:cubicBezTo>
                    <a:pt x="14" y="74"/>
                    <a:pt x="9" y="68"/>
                    <a:pt x="6" y="62"/>
                  </a:cubicBezTo>
                  <a:cubicBezTo>
                    <a:pt x="0" y="49"/>
                    <a:pt x="2" y="34"/>
                    <a:pt x="13" y="21"/>
                  </a:cubicBezTo>
                  <a:cubicBezTo>
                    <a:pt x="29" y="0"/>
                    <a:pt x="48" y="9"/>
                    <a:pt x="69" y="21"/>
                  </a:cubicBezTo>
                  <a:cubicBezTo>
                    <a:pt x="186" y="81"/>
                    <a:pt x="186" y="81"/>
                    <a:pt x="186" y="81"/>
                  </a:cubicBezTo>
                  <a:cubicBezTo>
                    <a:pt x="199" y="87"/>
                    <a:pt x="213" y="92"/>
                    <a:pt x="226" y="96"/>
                  </a:cubicBezTo>
                  <a:cubicBezTo>
                    <a:pt x="238" y="100"/>
                    <a:pt x="251" y="103"/>
                    <a:pt x="263" y="105"/>
                  </a:cubicBezTo>
                  <a:cubicBezTo>
                    <a:pt x="329" y="116"/>
                    <a:pt x="397" y="104"/>
                    <a:pt x="458" y="73"/>
                  </a:cubicBezTo>
                  <a:cubicBezTo>
                    <a:pt x="558" y="22"/>
                    <a:pt x="558" y="22"/>
                    <a:pt x="558" y="22"/>
                  </a:cubicBezTo>
                  <a:cubicBezTo>
                    <a:pt x="582" y="10"/>
                    <a:pt x="610" y="16"/>
                    <a:pt x="621" y="36"/>
                  </a:cubicBezTo>
                  <a:cubicBezTo>
                    <a:pt x="632" y="55"/>
                    <a:pt x="621" y="82"/>
                    <a:pt x="597" y="94"/>
                  </a:cubicBezTo>
                  <a:cubicBezTo>
                    <a:pt x="497" y="145"/>
                    <a:pt x="497" y="145"/>
                    <a:pt x="497" y="145"/>
                  </a:cubicBezTo>
                  <a:cubicBezTo>
                    <a:pt x="416" y="187"/>
                    <a:pt x="327" y="200"/>
                    <a:pt x="245" y="185"/>
                  </a:cubicBezTo>
                  <a:close/>
                </a:path>
              </a:pathLst>
            </a:custGeom>
            <a:solidFill>
              <a:srgbClr val="F4A891"/>
            </a:solidFill>
            <a:ln>
              <a:noFill/>
            </a:ln>
            <a:extLst>
              <a:ext uri="{91240B29-F687-4F45-9708-019B960494DF}">
                <a14:hiddenLine xmlns:a14="http://schemas.microsoft.com/office/drawing/2010/main" w="9525">
                  <a:solidFill>
                    <a:srgbClr val="000000"/>
                  </a:solidFill>
                  <a:round/>
                  <a:headEnd/>
                  <a:tailEnd/>
                </a14:hiddenLine>
              </a:ext>
            </a:extLst>
          </p:spPr>
          <p:txBody>
            <a:bodyPr anchor="ctr"/>
            <a:lstStyle/>
            <a:p>
              <a:pPr algn="ctr"/>
              <a:endParaRPr/>
            </a:p>
          </p:txBody>
        </p:sp>
        <p:sp>
          <p:nvSpPr>
            <p:cNvPr id="357" name="îŝ1ïḋê">
              <a:extLst>
                <a:ext uri="{FF2B5EF4-FFF2-40B4-BE49-F238E27FC236}">
                  <a16:creationId xmlns:a16="http://schemas.microsoft.com/office/drawing/2014/main" id="{911A5B06-803C-4410-A9AB-6524A26CA09B}"/>
                </a:ext>
              </a:extLst>
            </p:cNvPr>
            <p:cNvSpPr/>
            <p:nvPr/>
          </p:nvSpPr>
          <p:spPr bwMode="auto">
            <a:xfrm>
              <a:off x="6885782" y="2594681"/>
              <a:ext cx="176213" cy="182563"/>
            </a:xfrm>
            <a:custGeom>
              <a:avLst/>
              <a:gdLst>
                <a:gd name="T0" fmla="*/ 87 w 87"/>
                <a:gd name="T1" fmla="*/ 10 h 90"/>
                <a:gd name="T2" fmla="*/ 69 w 87"/>
                <a:gd name="T3" fmla="*/ 90 h 90"/>
                <a:gd name="T4" fmla="*/ 0 w 87"/>
                <a:gd name="T5" fmla="*/ 72 h 90"/>
                <a:gd name="T6" fmla="*/ 40 w 87"/>
                <a:gd name="T7" fmla="*/ 0 h 90"/>
                <a:gd name="T8" fmla="*/ 87 w 87"/>
                <a:gd name="T9" fmla="*/ 10 h 90"/>
              </a:gdLst>
              <a:ahLst/>
              <a:cxnLst>
                <a:cxn ang="0">
                  <a:pos x="T0" y="T1"/>
                </a:cxn>
                <a:cxn ang="0">
                  <a:pos x="T2" y="T3"/>
                </a:cxn>
                <a:cxn ang="0">
                  <a:pos x="T4" y="T5"/>
                </a:cxn>
                <a:cxn ang="0">
                  <a:pos x="T6" y="T7"/>
                </a:cxn>
                <a:cxn ang="0">
                  <a:pos x="T8" y="T9"/>
                </a:cxn>
              </a:cxnLst>
              <a:rect l="0" t="0" r="r" b="b"/>
              <a:pathLst>
                <a:path w="87" h="90">
                  <a:moveTo>
                    <a:pt x="87" y="10"/>
                  </a:moveTo>
                  <a:cubicBezTo>
                    <a:pt x="69" y="90"/>
                    <a:pt x="69" y="90"/>
                    <a:pt x="69" y="90"/>
                  </a:cubicBezTo>
                  <a:cubicBezTo>
                    <a:pt x="45" y="85"/>
                    <a:pt x="22" y="81"/>
                    <a:pt x="0" y="72"/>
                  </a:cubicBezTo>
                  <a:cubicBezTo>
                    <a:pt x="40" y="0"/>
                    <a:pt x="40" y="0"/>
                    <a:pt x="40" y="0"/>
                  </a:cubicBezTo>
                  <a:lnTo>
                    <a:pt x="87" y="10"/>
                  </a:lnTo>
                  <a:close/>
                </a:path>
              </a:pathLst>
            </a:custGeom>
            <a:solidFill>
              <a:srgbClr val="F4A891"/>
            </a:solidFill>
            <a:ln>
              <a:noFill/>
            </a:ln>
            <a:extLst>
              <a:ext uri="{91240B29-F687-4F45-9708-019B960494DF}">
                <a14:hiddenLine xmlns:a14="http://schemas.microsoft.com/office/drawing/2010/main" w="9525">
                  <a:solidFill>
                    <a:srgbClr val="000000"/>
                  </a:solidFill>
                  <a:round/>
                  <a:headEnd/>
                  <a:tailEnd/>
                </a14:hiddenLine>
              </a:ext>
            </a:extLst>
          </p:spPr>
          <p:txBody>
            <a:bodyPr anchor="ctr"/>
            <a:lstStyle/>
            <a:p>
              <a:pPr algn="ctr"/>
              <a:endParaRPr/>
            </a:p>
          </p:txBody>
        </p:sp>
        <p:sp>
          <p:nvSpPr>
            <p:cNvPr id="358" name="íšḻïdê">
              <a:extLst>
                <a:ext uri="{FF2B5EF4-FFF2-40B4-BE49-F238E27FC236}">
                  <a16:creationId xmlns:a16="http://schemas.microsoft.com/office/drawing/2014/main" id="{AC9B0364-6C2B-4C33-839D-849DA4DBA580}"/>
                </a:ext>
              </a:extLst>
            </p:cNvPr>
            <p:cNvSpPr/>
            <p:nvPr/>
          </p:nvSpPr>
          <p:spPr bwMode="auto">
            <a:xfrm>
              <a:off x="6969919" y="2289881"/>
              <a:ext cx="863600" cy="525463"/>
            </a:xfrm>
            <a:custGeom>
              <a:avLst/>
              <a:gdLst>
                <a:gd name="T0" fmla="*/ 110 w 427"/>
                <a:gd name="T1" fmla="*/ 153 h 260"/>
                <a:gd name="T2" fmla="*/ 198 w 427"/>
                <a:gd name="T3" fmla="*/ 125 h 260"/>
                <a:gd name="T4" fmla="*/ 364 w 427"/>
                <a:gd name="T5" fmla="*/ 35 h 260"/>
                <a:gd name="T6" fmla="*/ 389 w 427"/>
                <a:gd name="T7" fmla="*/ 137 h 260"/>
                <a:gd name="T8" fmla="*/ 144 w 427"/>
                <a:gd name="T9" fmla="*/ 248 h 260"/>
                <a:gd name="T10" fmla="*/ 0 w 427"/>
                <a:gd name="T11" fmla="*/ 245 h 260"/>
                <a:gd name="T12" fmla="*/ 31 w 427"/>
                <a:gd name="T13" fmla="*/ 144 h 260"/>
                <a:gd name="T14" fmla="*/ 110 w 427"/>
                <a:gd name="T15" fmla="*/ 153 h 260"/>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427" h="260">
                  <a:moveTo>
                    <a:pt x="110" y="153"/>
                  </a:moveTo>
                  <a:cubicBezTo>
                    <a:pt x="114" y="152"/>
                    <a:pt x="132" y="155"/>
                    <a:pt x="198" y="125"/>
                  </a:cubicBezTo>
                  <a:cubicBezTo>
                    <a:pt x="276" y="91"/>
                    <a:pt x="333" y="56"/>
                    <a:pt x="364" y="35"/>
                  </a:cubicBezTo>
                  <a:cubicBezTo>
                    <a:pt x="415" y="0"/>
                    <a:pt x="427" y="99"/>
                    <a:pt x="389" y="137"/>
                  </a:cubicBezTo>
                  <a:cubicBezTo>
                    <a:pt x="352" y="175"/>
                    <a:pt x="199" y="237"/>
                    <a:pt x="144" y="248"/>
                  </a:cubicBezTo>
                  <a:cubicBezTo>
                    <a:pt x="90" y="260"/>
                    <a:pt x="0" y="245"/>
                    <a:pt x="0" y="245"/>
                  </a:cubicBezTo>
                  <a:cubicBezTo>
                    <a:pt x="31" y="144"/>
                    <a:pt x="31" y="144"/>
                    <a:pt x="31" y="144"/>
                  </a:cubicBezTo>
                  <a:cubicBezTo>
                    <a:pt x="31" y="144"/>
                    <a:pt x="72" y="157"/>
                    <a:pt x="110" y="153"/>
                  </a:cubicBezTo>
                  <a:close/>
                </a:path>
              </a:pathLst>
            </a:custGeom>
            <a:solidFill>
              <a:srgbClr val="C22D3C"/>
            </a:solidFill>
            <a:ln>
              <a:noFill/>
            </a:ln>
            <a:extLst>
              <a:ext uri="{91240B29-F687-4F45-9708-019B960494DF}">
                <a14:hiddenLine xmlns:a14="http://schemas.microsoft.com/office/drawing/2010/main" w="9525">
                  <a:solidFill>
                    <a:srgbClr val="000000"/>
                  </a:solidFill>
                  <a:round/>
                  <a:headEnd/>
                  <a:tailEnd/>
                </a14:hiddenLine>
              </a:ext>
            </a:extLst>
          </p:spPr>
          <p:txBody>
            <a:bodyPr anchor="ctr"/>
            <a:lstStyle/>
            <a:p>
              <a:pPr algn="ctr"/>
              <a:endParaRPr/>
            </a:p>
          </p:txBody>
        </p:sp>
        <p:sp>
          <p:nvSpPr>
            <p:cNvPr id="359" name="iṡļîḋe">
              <a:extLst>
                <a:ext uri="{FF2B5EF4-FFF2-40B4-BE49-F238E27FC236}">
                  <a16:creationId xmlns:a16="http://schemas.microsoft.com/office/drawing/2014/main" id="{37654DAD-9AEC-45E0-9F98-66782BE0DD22}"/>
                </a:ext>
              </a:extLst>
            </p:cNvPr>
            <p:cNvSpPr/>
            <p:nvPr/>
          </p:nvSpPr>
          <p:spPr bwMode="auto">
            <a:xfrm>
              <a:off x="6934994" y="2570868"/>
              <a:ext cx="155575" cy="230188"/>
            </a:xfrm>
            <a:custGeom>
              <a:avLst/>
              <a:gdLst>
                <a:gd name="T0" fmla="*/ 98 w 98"/>
                <a:gd name="T1" fmla="*/ 14 h 145"/>
                <a:gd name="T2" fmla="*/ 79 w 98"/>
                <a:gd name="T3" fmla="*/ 74 h 145"/>
                <a:gd name="T4" fmla="*/ 36 w 98"/>
                <a:gd name="T5" fmla="*/ 84 h 145"/>
                <a:gd name="T6" fmla="*/ 71 w 98"/>
                <a:gd name="T7" fmla="*/ 111 h 145"/>
                <a:gd name="T8" fmla="*/ 61 w 98"/>
                <a:gd name="T9" fmla="*/ 145 h 145"/>
                <a:gd name="T10" fmla="*/ 0 w 98"/>
                <a:gd name="T11" fmla="*/ 130 h 145"/>
                <a:gd name="T12" fmla="*/ 42 w 98"/>
                <a:gd name="T13" fmla="*/ 0 h 145"/>
                <a:gd name="T14" fmla="*/ 98 w 98"/>
                <a:gd name="T15" fmla="*/ 14 h 145"/>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98" h="145">
                  <a:moveTo>
                    <a:pt x="98" y="14"/>
                  </a:moveTo>
                  <a:lnTo>
                    <a:pt x="79" y="74"/>
                  </a:lnTo>
                  <a:lnTo>
                    <a:pt x="36" y="84"/>
                  </a:lnTo>
                  <a:lnTo>
                    <a:pt x="71" y="111"/>
                  </a:lnTo>
                  <a:lnTo>
                    <a:pt x="61" y="145"/>
                  </a:lnTo>
                  <a:lnTo>
                    <a:pt x="0" y="130"/>
                  </a:lnTo>
                  <a:lnTo>
                    <a:pt x="42" y="0"/>
                  </a:lnTo>
                  <a:lnTo>
                    <a:pt x="98" y="14"/>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nchor="ctr"/>
            <a:lstStyle/>
            <a:p>
              <a:pPr algn="ctr"/>
              <a:endParaRPr/>
            </a:p>
          </p:txBody>
        </p:sp>
        <p:sp>
          <p:nvSpPr>
            <p:cNvPr id="360" name="îŝļiḑê">
              <a:extLst>
                <a:ext uri="{FF2B5EF4-FFF2-40B4-BE49-F238E27FC236}">
                  <a16:creationId xmlns:a16="http://schemas.microsoft.com/office/drawing/2014/main" id="{73E3D8E0-07B6-4A55-9D55-7DEE01DD79C5}"/>
                </a:ext>
              </a:extLst>
            </p:cNvPr>
            <p:cNvSpPr/>
            <p:nvPr/>
          </p:nvSpPr>
          <p:spPr bwMode="auto">
            <a:xfrm>
              <a:off x="7465219" y="1264356"/>
              <a:ext cx="754063" cy="781050"/>
            </a:xfrm>
            <a:custGeom>
              <a:avLst/>
              <a:gdLst>
                <a:gd name="T0" fmla="*/ 269 w 373"/>
                <a:gd name="T1" fmla="*/ 386 h 387"/>
                <a:gd name="T2" fmla="*/ 269 w 373"/>
                <a:gd name="T3" fmla="*/ 351 h 387"/>
                <a:gd name="T4" fmla="*/ 252 w 373"/>
                <a:gd name="T5" fmla="*/ 166 h 387"/>
                <a:gd name="T6" fmla="*/ 5 w 373"/>
                <a:gd name="T7" fmla="*/ 222 h 387"/>
                <a:gd name="T8" fmla="*/ 0 w 373"/>
                <a:gd name="T9" fmla="*/ 184 h 387"/>
                <a:gd name="T10" fmla="*/ 0 w 373"/>
                <a:gd name="T11" fmla="*/ 176 h 387"/>
                <a:gd name="T12" fmla="*/ 13 w 373"/>
                <a:gd name="T13" fmla="*/ 117 h 387"/>
                <a:gd name="T14" fmla="*/ 37 w 373"/>
                <a:gd name="T15" fmla="*/ 73 h 387"/>
                <a:gd name="T16" fmla="*/ 37 w 373"/>
                <a:gd name="T17" fmla="*/ 73 h 387"/>
                <a:gd name="T18" fmla="*/ 187 w 373"/>
                <a:gd name="T19" fmla="*/ 2 h 387"/>
                <a:gd name="T20" fmla="*/ 196 w 373"/>
                <a:gd name="T21" fmla="*/ 3 h 387"/>
                <a:gd name="T22" fmla="*/ 357 w 373"/>
                <a:gd name="T23" fmla="*/ 120 h 387"/>
                <a:gd name="T24" fmla="*/ 370 w 373"/>
                <a:gd name="T25" fmla="*/ 189 h 387"/>
                <a:gd name="T26" fmla="*/ 269 w 373"/>
                <a:gd name="T27" fmla="*/ 386 h 3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373" h="387">
                  <a:moveTo>
                    <a:pt x="269" y="386"/>
                  </a:moveTo>
                  <a:cubicBezTo>
                    <a:pt x="269" y="387"/>
                    <a:pt x="269" y="373"/>
                    <a:pt x="269" y="351"/>
                  </a:cubicBezTo>
                  <a:cubicBezTo>
                    <a:pt x="269" y="291"/>
                    <a:pt x="269" y="175"/>
                    <a:pt x="252" y="166"/>
                  </a:cubicBezTo>
                  <a:cubicBezTo>
                    <a:pt x="206" y="141"/>
                    <a:pt x="16" y="274"/>
                    <a:pt x="5" y="222"/>
                  </a:cubicBezTo>
                  <a:cubicBezTo>
                    <a:pt x="2" y="210"/>
                    <a:pt x="0" y="197"/>
                    <a:pt x="0" y="184"/>
                  </a:cubicBezTo>
                  <a:cubicBezTo>
                    <a:pt x="0" y="182"/>
                    <a:pt x="0" y="179"/>
                    <a:pt x="0" y="176"/>
                  </a:cubicBezTo>
                  <a:cubicBezTo>
                    <a:pt x="1" y="155"/>
                    <a:pt x="5" y="135"/>
                    <a:pt x="13" y="117"/>
                  </a:cubicBezTo>
                  <a:cubicBezTo>
                    <a:pt x="19" y="101"/>
                    <a:pt x="27" y="86"/>
                    <a:pt x="37" y="73"/>
                  </a:cubicBezTo>
                  <a:cubicBezTo>
                    <a:pt x="37" y="73"/>
                    <a:pt x="37" y="73"/>
                    <a:pt x="37" y="73"/>
                  </a:cubicBezTo>
                  <a:cubicBezTo>
                    <a:pt x="72" y="28"/>
                    <a:pt x="127" y="0"/>
                    <a:pt x="187" y="2"/>
                  </a:cubicBezTo>
                  <a:cubicBezTo>
                    <a:pt x="190" y="2"/>
                    <a:pt x="193" y="2"/>
                    <a:pt x="196" y="3"/>
                  </a:cubicBezTo>
                  <a:cubicBezTo>
                    <a:pt x="268" y="8"/>
                    <a:pt x="330" y="53"/>
                    <a:pt x="357" y="120"/>
                  </a:cubicBezTo>
                  <a:cubicBezTo>
                    <a:pt x="365" y="141"/>
                    <a:pt x="369" y="164"/>
                    <a:pt x="370" y="189"/>
                  </a:cubicBezTo>
                  <a:cubicBezTo>
                    <a:pt x="373" y="339"/>
                    <a:pt x="287" y="359"/>
                    <a:pt x="269" y="386"/>
                  </a:cubicBezTo>
                  <a:close/>
                </a:path>
              </a:pathLst>
            </a:custGeom>
            <a:solidFill>
              <a:srgbClr val="DB734C"/>
            </a:solidFill>
            <a:ln>
              <a:noFill/>
            </a:ln>
            <a:extLst>
              <a:ext uri="{91240B29-F687-4F45-9708-019B960494DF}">
                <a14:hiddenLine xmlns:a14="http://schemas.microsoft.com/office/drawing/2010/main" w="9525">
                  <a:solidFill>
                    <a:srgbClr val="000000"/>
                  </a:solidFill>
                  <a:round/>
                  <a:headEnd/>
                  <a:tailEnd/>
                </a14:hiddenLine>
              </a:ext>
            </a:extLst>
          </p:spPr>
          <p:txBody>
            <a:bodyPr anchor="ctr"/>
            <a:lstStyle/>
            <a:p>
              <a:pPr algn="ctr"/>
              <a:endParaRPr/>
            </a:p>
          </p:txBody>
        </p:sp>
        <p:sp>
          <p:nvSpPr>
            <p:cNvPr id="361" name="îṡlïďê">
              <a:extLst>
                <a:ext uri="{FF2B5EF4-FFF2-40B4-BE49-F238E27FC236}">
                  <a16:creationId xmlns:a16="http://schemas.microsoft.com/office/drawing/2014/main" id="{F819EB6E-E946-47CE-85BC-B26BF7CA542D}"/>
                </a:ext>
              </a:extLst>
            </p:cNvPr>
            <p:cNvSpPr/>
            <p:nvPr/>
          </p:nvSpPr>
          <p:spPr bwMode="auto">
            <a:xfrm>
              <a:off x="7998619" y="1505656"/>
              <a:ext cx="236538" cy="547688"/>
            </a:xfrm>
            <a:custGeom>
              <a:avLst/>
              <a:gdLst>
                <a:gd name="T0" fmla="*/ 1 w 117"/>
                <a:gd name="T1" fmla="*/ 270 h 271"/>
                <a:gd name="T2" fmla="*/ 5 w 117"/>
                <a:gd name="T3" fmla="*/ 231 h 271"/>
                <a:gd name="T4" fmla="*/ 6 w 117"/>
                <a:gd name="T5" fmla="*/ 226 h 271"/>
                <a:gd name="T6" fmla="*/ 83 w 117"/>
                <a:gd name="T7" fmla="*/ 110 h 271"/>
                <a:gd name="T8" fmla="*/ 93 w 117"/>
                <a:gd name="T9" fmla="*/ 0 h 271"/>
                <a:gd name="T10" fmla="*/ 114 w 117"/>
                <a:gd name="T11" fmla="*/ 80 h 271"/>
                <a:gd name="T12" fmla="*/ 1 w 117"/>
                <a:gd name="T13" fmla="*/ 270 h 271"/>
              </a:gdLst>
              <a:ahLst/>
              <a:cxnLst>
                <a:cxn ang="0">
                  <a:pos x="T0" y="T1"/>
                </a:cxn>
                <a:cxn ang="0">
                  <a:pos x="T2" y="T3"/>
                </a:cxn>
                <a:cxn ang="0">
                  <a:pos x="T4" y="T5"/>
                </a:cxn>
                <a:cxn ang="0">
                  <a:pos x="T6" y="T7"/>
                </a:cxn>
                <a:cxn ang="0">
                  <a:pos x="T8" y="T9"/>
                </a:cxn>
                <a:cxn ang="0">
                  <a:pos x="T10" y="T11"/>
                </a:cxn>
                <a:cxn ang="0">
                  <a:pos x="T12" y="T13"/>
                </a:cxn>
              </a:cxnLst>
              <a:rect l="0" t="0" r="r" b="b"/>
              <a:pathLst>
                <a:path w="117" h="271">
                  <a:moveTo>
                    <a:pt x="1" y="270"/>
                  </a:moveTo>
                  <a:cubicBezTo>
                    <a:pt x="0" y="271"/>
                    <a:pt x="5" y="253"/>
                    <a:pt x="5" y="231"/>
                  </a:cubicBezTo>
                  <a:cubicBezTo>
                    <a:pt x="6" y="226"/>
                    <a:pt x="6" y="226"/>
                    <a:pt x="6" y="226"/>
                  </a:cubicBezTo>
                  <a:cubicBezTo>
                    <a:pt x="6" y="226"/>
                    <a:pt x="64" y="189"/>
                    <a:pt x="83" y="110"/>
                  </a:cubicBezTo>
                  <a:cubicBezTo>
                    <a:pt x="97" y="54"/>
                    <a:pt x="95" y="17"/>
                    <a:pt x="93" y="0"/>
                  </a:cubicBezTo>
                  <a:cubicBezTo>
                    <a:pt x="106" y="25"/>
                    <a:pt x="113" y="55"/>
                    <a:pt x="114" y="80"/>
                  </a:cubicBezTo>
                  <a:cubicBezTo>
                    <a:pt x="117" y="230"/>
                    <a:pt x="19" y="243"/>
                    <a:pt x="1" y="270"/>
                  </a:cubicBezTo>
                  <a:close/>
                </a:path>
              </a:pathLst>
            </a:custGeom>
            <a:solidFill>
              <a:srgbClr val="B95241"/>
            </a:solidFill>
            <a:ln>
              <a:noFill/>
            </a:ln>
            <a:extLst>
              <a:ext uri="{91240B29-F687-4F45-9708-019B960494DF}">
                <a14:hiddenLine xmlns:a14="http://schemas.microsoft.com/office/drawing/2010/main" w="9525">
                  <a:solidFill>
                    <a:srgbClr val="000000"/>
                  </a:solidFill>
                  <a:round/>
                  <a:headEnd/>
                  <a:tailEnd/>
                </a14:hiddenLine>
              </a:ext>
            </a:extLst>
          </p:spPr>
          <p:txBody>
            <a:bodyPr anchor="ctr"/>
            <a:lstStyle/>
            <a:p>
              <a:pPr algn="ctr"/>
              <a:endParaRPr/>
            </a:p>
          </p:txBody>
        </p:sp>
        <p:sp>
          <p:nvSpPr>
            <p:cNvPr id="362" name="ïŝlîḑê">
              <a:extLst>
                <a:ext uri="{FF2B5EF4-FFF2-40B4-BE49-F238E27FC236}">
                  <a16:creationId xmlns:a16="http://schemas.microsoft.com/office/drawing/2014/main" id="{57C09189-9687-4CAC-85EC-C50854DF7E08}"/>
                </a:ext>
              </a:extLst>
            </p:cNvPr>
            <p:cNvSpPr/>
            <p:nvPr/>
          </p:nvSpPr>
          <p:spPr bwMode="auto">
            <a:xfrm>
              <a:off x="7755732" y="1894593"/>
              <a:ext cx="263525" cy="649288"/>
            </a:xfrm>
            <a:custGeom>
              <a:avLst/>
              <a:gdLst>
                <a:gd name="T0" fmla="*/ 47 w 130"/>
                <a:gd name="T1" fmla="*/ 320 h 322"/>
                <a:gd name="T2" fmla="*/ 47 w 130"/>
                <a:gd name="T3" fmla="*/ 320 h 322"/>
                <a:gd name="T4" fmla="*/ 102 w 130"/>
                <a:gd name="T5" fmla="*/ 275 h 322"/>
                <a:gd name="T6" fmla="*/ 127 w 130"/>
                <a:gd name="T7" fmla="*/ 32 h 322"/>
                <a:gd name="T8" fmla="*/ 81 w 130"/>
                <a:gd name="T9" fmla="*/ 3 h 322"/>
                <a:gd name="T10" fmla="*/ 26 w 130"/>
                <a:gd name="T11" fmla="*/ 48 h 322"/>
                <a:gd name="T12" fmla="*/ 3 w 130"/>
                <a:gd name="T13" fmla="*/ 265 h 322"/>
                <a:gd name="T14" fmla="*/ 47 w 130"/>
                <a:gd name="T15" fmla="*/ 320 h 32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30" h="322">
                  <a:moveTo>
                    <a:pt x="47" y="320"/>
                  </a:moveTo>
                  <a:cubicBezTo>
                    <a:pt x="47" y="320"/>
                    <a:pt x="47" y="320"/>
                    <a:pt x="47" y="320"/>
                  </a:cubicBezTo>
                  <a:cubicBezTo>
                    <a:pt x="75" y="322"/>
                    <a:pt x="99" y="303"/>
                    <a:pt x="102" y="275"/>
                  </a:cubicBezTo>
                  <a:cubicBezTo>
                    <a:pt x="127" y="32"/>
                    <a:pt x="127" y="32"/>
                    <a:pt x="127" y="32"/>
                  </a:cubicBezTo>
                  <a:cubicBezTo>
                    <a:pt x="130" y="4"/>
                    <a:pt x="108" y="6"/>
                    <a:pt x="81" y="3"/>
                  </a:cubicBezTo>
                  <a:cubicBezTo>
                    <a:pt x="54" y="0"/>
                    <a:pt x="29" y="20"/>
                    <a:pt x="26" y="48"/>
                  </a:cubicBezTo>
                  <a:cubicBezTo>
                    <a:pt x="3" y="265"/>
                    <a:pt x="3" y="265"/>
                    <a:pt x="3" y="265"/>
                  </a:cubicBezTo>
                  <a:cubicBezTo>
                    <a:pt x="0" y="292"/>
                    <a:pt x="20" y="317"/>
                    <a:pt x="47" y="320"/>
                  </a:cubicBezTo>
                  <a:close/>
                </a:path>
              </a:pathLst>
            </a:custGeom>
            <a:solidFill>
              <a:srgbClr val="F4A891"/>
            </a:solidFill>
            <a:ln>
              <a:noFill/>
            </a:ln>
            <a:extLst>
              <a:ext uri="{91240B29-F687-4F45-9708-019B960494DF}">
                <a14:hiddenLine xmlns:a14="http://schemas.microsoft.com/office/drawing/2010/main" w="9525">
                  <a:solidFill>
                    <a:srgbClr val="000000"/>
                  </a:solidFill>
                  <a:round/>
                  <a:headEnd/>
                  <a:tailEnd/>
                </a14:hiddenLine>
              </a:ext>
            </a:extLst>
          </p:spPr>
          <p:txBody>
            <a:bodyPr anchor="ctr"/>
            <a:lstStyle/>
            <a:p>
              <a:pPr algn="ctr"/>
              <a:endParaRPr/>
            </a:p>
          </p:txBody>
        </p:sp>
        <p:sp>
          <p:nvSpPr>
            <p:cNvPr id="363" name="îšḻïďê">
              <a:extLst>
                <a:ext uri="{FF2B5EF4-FFF2-40B4-BE49-F238E27FC236}">
                  <a16:creationId xmlns:a16="http://schemas.microsoft.com/office/drawing/2014/main" id="{40199C7E-4618-4922-A979-8B1AEFF71882}"/>
                </a:ext>
              </a:extLst>
            </p:cNvPr>
            <p:cNvSpPr/>
            <p:nvPr/>
          </p:nvSpPr>
          <p:spPr bwMode="auto">
            <a:xfrm>
              <a:off x="7466807" y="1372306"/>
              <a:ext cx="584200" cy="762000"/>
            </a:xfrm>
            <a:custGeom>
              <a:avLst/>
              <a:gdLst>
                <a:gd name="T0" fmla="*/ 284 w 289"/>
                <a:gd name="T1" fmla="*/ 244 h 377"/>
                <a:gd name="T2" fmla="*/ 283 w 289"/>
                <a:gd name="T3" fmla="*/ 249 h 377"/>
                <a:gd name="T4" fmla="*/ 283 w 289"/>
                <a:gd name="T5" fmla="*/ 251 h 377"/>
                <a:gd name="T6" fmla="*/ 262 w 289"/>
                <a:gd name="T7" fmla="*/ 309 h 377"/>
                <a:gd name="T8" fmla="*/ 260 w 289"/>
                <a:gd name="T9" fmla="*/ 311 h 377"/>
                <a:gd name="T10" fmla="*/ 189 w 289"/>
                <a:gd name="T11" fmla="*/ 369 h 377"/>
                <a:gd name="T12" fmla="*/ 189 w 289"/>
                <a:gd name="T13" fmla="*/ 369 h 377"/>
                <a:gd name="T14" fmla="*/ 153 w 289"/>
                <a:gd name="T15" fmla="*/ 377 h 377"/>
                <a:gd name="T16" fmla="*/ 139 w 289"/>
                <a:gd name="T17" fmla="*/ 377 h 377"/>
                <a:gd name="T18" fmla="*/ 135 w 289"/>
                <a:gd name="T19" fmla="*/ 377 h 377"/>
                <a:gd name="T20" fmla="*/ 134 w 289"/>
                <a:gd name="T21" fmla="*/ 377 h 377"/>
                <a:gd name="T22" fmla="*/ 114 w 289"/>
                <a:gd name="T23" fmla="*/ 375 h 377"/>
                <a:gd name="T24" fmla="*/ 109 w 289"/>
                <a:gd name="T25" fmla="*/ 374 h 377"/>
                <a:gd name="T26" fmla="*/ 1 w 289"/>
                <a:gd name="T27" fmla="*/ 243 h 377"/>
                <a:gd name="T28" fmla="*/ 0 w 289"/>
                <a:gd name="T29" fmla="*/ 223 h 377"/>
                <a:gd name="T30" fmla="*/ 1 w 289"/>
                <a:gd name="T31" fmla="*/ 212 h 377"/>
                <a:gd name="T32" fmla="*/ 5 w 289"/>
                <a:gd name="T33" fmla="*/ 142 h 377"/>
                <a:gd name="T34" fmla="*/ 9 w 289"/>
                <a:gd name="T35" fmla="*/ 111 h 377"/>
                <a:gd name="T36" fmla="*/ 16 w 289"/>
                <a:gd name="T37" fmla="*/ 88 h 377"/>
                <a:gd name="T38" fmla="*/ 50 w 289"/>
                <a:gd name="T39" fmla="*/ 40 h 377"/>
                <a:gd name="T40" fmla="*/ 153 w 289"/>
                <a:gd name="T41" fmla="*/ 2 h 377"/>
                <a:gd name="T42" fmla="*/ 231 w 289"/>
                <a:gd name="T43" fmla="*/ 31 h 377"/>
                <a:gd name="T44" fmla="*/ 240 w 289"/>
                <a:gd name="T45" fmla="*/ 39 h 377"/>
                <a:gd name="T46" fmla="*/ 275 w 289"/>
                <a:gd name="T47" fmla="*/ 88 h 377"/>
                <a:gd name="T48" fmla="*/ 275 w 289"/>
                <a:gd name="T49" fmla="*/ 88 h 377"/>
                <a:gd name="T50" fmla="*/ 281 w 289"/>
                <a:gd name="T51" fmla="*/ 103 h 377"/>
                <a:gd name="T52" fmla="*/ 282 w 289"/>
                <a:gd name="T53" fmla="*/ 106 h 377"/>
                <a:gd name="T54" fmla="*/ 287 w 289"/>
                <a:gd name="T55" fmla="*/ 126 h 377"/>
                <a:gd name="T56" fmla="*/ 287 w 289"/>
                <a:gd name="T57" fmla="*/ 130 h 377"/>
                <a:gd name="T58" fmla="*/ 289 w 289"/>
                <a:gd name="T59" fmla="*/ 155 h 377"/>
                <a:gd name="T60" fmla="*/ 289 w 289"/>
                <a:gd name="T61" fmla="*/ 156 h 377"/>
                <a:gd name="T62" fmla="*/ 289 w 289"/>
                <a:gd name="T63" fmla="*/ 162 h 377"/>
                <a:gd name="T64" fmla="*/ 288 w 289"/>
                <a:gd name="T65" fmla="*/ 168 h 377"/>
                <a:gd name="T66" fmla="*/ 288 w 289"/>
                <a:gd name="T67" fmla="*/ 176 h 377"/>
                <a:gd name="T68" fmla="*/ 288 w 289"/>
                <a:gd name="T69" fmla="*/ 176 h 377"/>
                <a:gd name="T70" fmla="*/ 288 w 289"/>
                <a:gd name="T71" fmla="*/ 177 h 377"/>
                <a:gd name="T72" fmla="*/ 288 w 289"/>
                <a:gd name="T73" fmla="*/ 178 h 377"/>
                <a:gd name="T74" fmla="*/ 287 w 289"/>
                <a:gd name="T75" fmla="*/ 182 h 377"/>
                <a:gd name="T76" fmla="*/ 287 w 289"/>
                <a:gd name="T77" fmla="*/ 182 h 377"/>
                <a:gd name="T78" fmla="*/ 285 w 289"/>
                <a:gd name="T79" fmla="*/ 220 h 377"/>
                <a:gd name="T80" fmla="*/ 285 w 289"/>
                <a:gd name="T81" fmla="*/ 233 h 377"/>
                <a:gd name="T82" fmla="*/ 284 w 289"/>
                <a:gd name="T83" fmla="*/ 237 h 377"/>
                <a:gd name="T84" fmla="*/ 284 w 289"/>
                <a:gd name="T85" fmla="*/ 238 h 377"/>
                <a:gd name="T86" fmla="*/ 284 w 289"/>
                <a:gd name="T87" fmla="*/ 240 h 377"/>
                <a:gd name="T88" fmla="*/ 284 w 289"/>
                <a:gd name="T89" fmla="*/ 244 h 3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289" h="377">
                  <a:moveTo>
                    <a:pt x="284" y="244"/>
                  </a:moveTo>
                  <a:cubicBezTo>
                    <a:pt x="283" y="246"/>
                    <a:pt x="283" y="248"/>
                    <a:pt x="283" y="249"/>
                  </a:cubicBezTo>
                  <a:cubicBezTo>
                    <a:pt x="283" y="250"/>
                    <a:pt x="283" y="251"/>
                    <a:pt x="283" y="251"/>
                  </a:cubicBezTo>
                  <a:cubicBezTo>
                    <a:pt x="280" y="272"/>
                    <a:pt x="272" y="291"/>
                    <a:pt x="262" y="309"/>
                  </a:cubicBezTo>
                  <a:cubicBezTo>
                    <a:pt x="261" y="309"/>
                    <a:pt x="261" y="310"/>
                    <a:pt x="260" y="311"/>
                  </a:cubicBezTo>
                  <a:cubicBezTo>
                    <a:pt x="243" y="338"/>
                    <a:pt x="218" y="358"/>
                    <a:pt x="189" y="369"/>
                  </a:cubicBezTo>
                  <a:cubicBezTo>
                    <a:pt x="189" y="369"/>
                    <a:pt x="189" y="369"/>
                    <a:pt x="189" y="369"/>
                  </a:cubicBezTo>
                  <a:cubicBezTo>
                    <a:pt x="177" y="373"/>
                    <a:pt x="165" y="376"/>
                    <a:pt x="153" y="377"/>
                  </a:cubicBezTo>
                  <a:cubicBezTo>
                    <a:pt x="148" y="377"/>
                    <a:pt x="144" y="377"/>
                    <a:pt x="139" y="377"/>
                  </a:cubicBezTo>
                  <a:cubicBezTo>
                    <a:pt x="138" y="377"/>
                    <a:pt x="136" y="377"/>
                    <a:pt x="135" y="377"/>
                  </a:cubicBezTo>
                  <a:cubicBezTo>
                    <a:pt x="134" y="377"/>
                    <a:pt x="134" y="377"/>
                    <a:pt x="134" y="377"/>
                  </a:cubicBezTo>
                  <a:cubicBezTo>
                    <a:pt x="127" y="377"/>
                    <a:pt x="121" y="376"/>
                    <a:pt x="114" y="375"/>
                  </a:cubicBezTo>
                  <a:cubicBezTo>
                    <a:pt x="112" y="374"/>
                    <a:pt x="111" y="374"/>
                    <a:pt x="109" y="374"/>
                  </a:cubicBezTo>
                  <a:cubicBezTo>
                    <a:pt x="49" y="359"/>
                    <a:pt x="5" y="307"/>
                    <a:pt x="1" y="243"/>
                  </a:cubicBezTo>
                  <a:cubicBezTo>
                    <a:pt x="0" y="237"/>
                    <a:pt x="0" y="230"/>
                    <a:pt x="0" y="223"/>
                  </a:cubicBezTo>
                  <a:cubicBezTo>
                    <a:pt x="1" y="212"/>
                    <a:pt x="1" y="212"/>
                    <a:pt x="1" y="212"/>
                  </a:cubicBezTo>
                  <a:cubicBezTo>
                    <a:pt x="5" y="142"/>
                    <a:pt x="5" y="142"/>
                    <a:pt x="5" y="142"/>
                  </a:cubicBezTo>
                  <a:cubicBezTo>
                    <a:pt x="6" y="131"/>
                    <a:pt x="7" y="121"/>
                    <a:pt x="9" y="111"/>
                  </a:cubicBezTo>
                  <a:cubicBezTo>
                    <a:pt x="11" y="103"/>
                    <a:pt x="13" y="96"/>
                    <a:pt x="16" y="88"/>
                  </a:cubicBezTo>
                  <a:cubicBezTo>
                    <a:pt x="25" y="70"/>
                    <a:pt x="35" y="53"/>
                    <a:pt x="50" y="40"/>
                  </a:cubicBezTo>
                  <a:cubicBezTo>
                    <a:pt x="77" y="14"/>
                    <a:pt x="114" y="0"/>
                    <a:pt x="153" y="2"/>
                  </a:cubicBezTo>
                  <a:cubicBezTo>
                    <a:pt x="182" y="3"/>
                    <a:pt x="209" y="14"/>
                    <a:pt x="231" y="31"/>
                  </a:cubicBezTo>
                  <a:cubicBezTo>
                    <a:pt x="234" y="33"/>
                    <a:pt x="237" y="36"/>
                    <a:pt x="240" y="39"/>
                  </a:cubicBezTo>
                  <a:cubicBezTo>
                    <a:pt x="255" y="52"/>
                    <a:pt x="267" y="69"/>
                    <a:pt x="275" y="88"/>
                  </a:cubicBezTo>
                  <a:cubicBezTo>
                    <a:pt x="275" y="88"/>
                    <a:pt x="275" y="88"/>
                    <a:pt x="275" y="88"/>
                  </a:cubicBezTo>
                  <a:cubicBezTo>
                    <a:pt x="278" y="93"/>
                    <a:pt x="280" y="98"/>
                    <a:pt x="281" y="103"/>
                  </a:cubicBezTo>
                  <a:cubicBezTo>
                    <a:pt x="281" y="104"/>
                    <a:pt x="282" y="105"/>
                    <a:pt x="282" y="106"/>
                  </a:cubicBezTo>
                  <a:cubicBezTo>
                    <a:pt x="284" y="112"/>
                    <a:pt x="286" y="119"/>
                    <a:pt x="287" y="126"/>
                  </a:cubicBezTo>
                  <a:cubicBezTo>
                    <a:pt x="287" y="127"/>
                    <a:pt x="287" y="129"/>
                    <a:pt x="287" y="130"/>
                  </a:cubicBezTo>
                  <a:cubicBezTo>
                    <a:pt x="289" y="138"/>
                    <a:pt x="289" y="146"/>
                    <a:pt x="289" y="155"/>
                  </a:cubicBezTo>
                  <a:cubicBezTo>
                    <a:pt x="289" y="156"/>
                    <a:pt x="289" y="156"/>
                    <a:pt x="289" y="156"/>
                  </a:cubicBezTo>
                  <a:cubicBezTo>
                    <a:pt x="289" y="162"/>
                    <a:pt x="289" y="162"/>
                    <a:pt x="289" y="162"/>
                  </a:cubicBezTo>
                  <a:cubicBezTo>
                    <a:pt x="288" y="168"/>
                    <a:pt x="288" y="168"/>
                    <a:pt x="288" y="168"/>
                  </a:cubicBezTo>
                  <a:cubicBezTo>
                    <a:pt x="288" y="176"/>
                    <a:pt x="288" y="176"/>
                    <a:pt x="288" y="176"/>
                  </a:cubicBezTo>
                  <a:cubicBezTo>
                    <a:pt x="288" y="176"/>
                    <a:pt x="288" y="176"/>
                    <a:pt x="288" y="176"/>
                  </a:cubicBezTo>
                  <a:cubicBezTo>
                    <a:pt x="288" y="177"/>
                    <a:pt x="288" y="177"/>
                    <a:pt x="288" y="177"/>
                  </a:cubicBezTo>
                  <a:cubicBezTo>
                    <a:pt x="288" y="178"/>
                    <a:pt x="288" y="178"/>
                    <a:pt x="288" y="178"/>
                  </a:cubicBezTo>
                  <a:cubicBezTo>
                    <a:pt x="287" y="182"/>
                    <a:pt x="287" y="182"/>
                    <a:pt x="287" y="182"/>
                  </a:cubicBezTo>
                  <a:cubicBezTo>
                    <a:pt x="287" y="182"/>
                    <a:pt x="287" y="182"/>
                    <a:pt x="287" y="182"/>
                  </a:cubicBezTo>
                  <a:cubicBezTo>
                    <a:pt x="285" y="220"/>
                    <a:pt x="285" y="220"/>
                    <a:pt x="285" y="220"/>
                  </a:cubicBezTo>
                  <a:cubicBezTo>
                    <a:pt x="285" y="233"/>
                    <a:pt x="285" y="233"/>
                    <a:pt x="285" y="233"/>
                  </a:cubicBezTo>
                  <a:cubicBezTo>
                    <a:pt x="284" y="237"/>
                    <a:pt x="284" y="237"/>
                    <a:pt x="284" y="237"/>
                  </a:cubicBezTo>
                  <a:cubicBezTo>
                    <a:pt x="284" y="238"/>
                    <a:pt x="284" y="238"/>
                    <a:pt x="284" y="238"/>
                  </a:cubicBezTo>
                  <a:cubicBezTo>
                    <a:pt x="284" y="240"/>
                    <a:pt x="284" y="240"/>
                    <a:pt x="284" y="240"/>
                  </a:cubicBezTo>
                  <a:cubicBezTo>
                    <a:pt x="284" y="241"/>
                    <a:pt x="284" y="243"/>
                    <a:pt x="284" y="244"/>
                  </a:cubicBezTo>
                  <a:close/>
                </a:path>
              </a:pathLst>
            </a:custGeom>
            <a:solidFill>
              <a:srgbClr val="FFC7B0"/>
            </a:solidFill>
            <a:ln>
              <a:noFill/>
            </a:ln>
            <a:extLst>
              <a:ext uri="{91240B29-F687-4F45-9708-019B960494DF}">
                <a14:hiddenLine xmlns:a14="http://schemas.microsoft.com/office/drawing/2010/main" w="9525">
                  <a:solidFill>
                    <a:srgbClr val="000000"/>
                  </a:solidFill>
                  <a:round/>
                  <a:headEnd/>
                  <a:tailEnd/>
                </a14:hiddenLine>
              </a:ext>
            </a:extLst>
          </p:spPr>
          <p:txBody>
            <a:bodyPr anchor="ctr"/>
            <a:lstStyle/>
            <a:p>
              <a:pPr algn="ctr"/>
              <a:endParaRPr/>
            </a:p>
          </p:txBody>
        </p:sp>
        <p:sp>
          <p:nvSpPr>
            <p:cNvPr id="364" name="isľíḋé">
              <a:extLst>
                <a:ext uri="{FF2B5EF4-FFF2-40B4-BE49-F238E27FC236}">
                  <a16:creationId xmlns:a16="http://schemas.microsoft.com/office/drawing/2014/main" id="{542C0E8B-195F-4DD0-8B1E-6A55C42776D9}"/>
                </a:ext>
              </a:extLst>
            </p:cNvPr>
            <p:cNvSpPr/>
            <p:nvPr/>
          </p:nvSpPr>
          <p:spPr bwMode="auto">
            <a:xfrm>
              <a:off x="8031957" y="1740606"/>
              <a:ext cx="80963" cy="117475"/>
            </a:xfrm>
            <a:custGeom>
              <a:avLst/>
              <a:gdLst>
                <a:gd name="T0" fmla="*/ 15 w 40"/>
                <a:gd name="T1" fmla="*/ 57 h 58"/>
                <a:gd name="T2" fmla="*/ 11 w 40"/>
                <a:gd name="T3" fmla="*/ 58 h 58"/>
                <a:gd name="T4" fmla="*/ 9 w 40"/>
                <a:gd name="T5" fmla="*/ 58 h 58"/>
                <a:gd name="T6" fmla="*/ 5 w 40"/>
                <a:gd name="T7" fmla="*/ 58 h 58"/>
                <a:gd name="T8" fmla="*/ 0 w 40"/>
                <a:gd name="T9" fmla="*/ 57 h 58"/>
                <a:gd name="T10" fmla="*/ 1 w 40"/>
                <a:gd name="T11" fmla="*/ 38 h 58"/>
                <a:gd name="T12" fmla="*/ 1 w 40"/>
                <a:gd name="T13" fmla="*/ 34 h 58"/>
                <a:gd name="T14" fmla="*/ 3 w 40"/>
                <a:gd name="T15" fmla="*/ 0 h 58"/>
                <a:gd name="T16" fmla="*/ 8 w 40"/>
                <a:gd name="T17" fmla="*/ 0 h 58"/>
                <a:gd name="T18" fmla="*/ 12 w 40"/>
                <a:gd name="T19" fmla="*/ 0 h 58"/>
                <a:gd name="T20" fmla="*/ 15 w 40"/>
                <a:gd name="T21" fmla="*/ 0 h 58"/>
                <a:gd name="T22" fmla="*/ 15 w 40"/>
                <a:gd name="T23" fmla="*/ 0 h 58"/>
                <a:gd name="T24" fmla="*/ 18 w 40"/>
                <a:gd name="T25" fmla="*/ 1 h 58"/>
                <a:gd name="T26" fmla="*/ 18 w 40"/>
                <a:gd name="T27" fmla="*/ 1 h 58"/>
                <a:gd name="T28" fmla="*/ 32 w 40"/>
                <a:gd name="T29" fmla="*/ 9 h 58"/>
                <a:gd name="T30" fmla="*/ 40 w 40"/>
                <a:gd name="T31" fmla="*/ 30 h 58"/>
                <a:gd name="T32" fmla="*/ 15 w 40"/>
                <a:gd name="T33" fmla="*/ 57 h 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40" h="58">
                  <a:moveTo>
                    <a:pt x="15" y="57"/>
                  </a:moveTo>
                  <a:cubicBezTo>
                    <a:pt x="14" y="58"/>
                    <a:pt x="12" y="58"/>
                    <a:pt x="11" y="58"/>
                  </a:cubicBezTo>
                  <a:cubicBezTo>
                    <a:pt x="10" y="58"/>
                    <a:pt x="10" y="58"/>
                    <a:pt x="9" y="58"/>
                  </a:cubicBezTo>
                  <a:cubicBezTo>
                    <a:pt x="5" y="58"/>
                    <a:pt x="5" y="58"/>
                    <a:pt x="5" y="58"/>
                  </a:cubicBezTo>
                  <a:cubicBezTo>
                    <a:pt x="0" y="57"/>
                    <a:pt x="0" y="57"/>
                    <a:pt x="0" y="57"/>
                  </a:cubicBezTo>
                  <a:cubicBezTo>
                    <a:pt x="1" y="38"/>
                    <a:pt x="1" y="38"/>
                    <a:pt x="1" y="38"/>
                  </a:cubicBezTo>
                  <a:cubicBezTo>
                    <a:pt x="1" y="34"/>
                    <a:pt x="1" y="34"/>
                    <a:pt x="1" y="34"/>
                  </a:cubicBezTo>
                  <a:cubicBezTo>
                    <a:pt x="3" y="0"/>
                    <a:pt x="3" y="0"/>
                    <a:pt x="3" y="0"/>
                  </a:cubicBezTo>
                  <a:cubicBezTo>
                    <a:pt x="8" y="0"/>
                    <a:pt x="8" y="0"/>
                    <a:pt x="8" y="0"/>
                  </a:cubicBezTo>
                  <a:cubicBezTo>
                    <a:pt x="12" y="0"/>
                    <a:pt x="12" y="0"/>
                    <a:pt x="12" y="0"/>
                  </a:cubicBezTo>
                  <a:cubicBezTo>
                    <a:pt x="13" y="0"/>
                    <a:pt x="14" y="0"/>
                    <a:pt x="15" y="0"/>
                  </a:cubicBezTo>
                  <a:cubicBezTo>
                    <a:pt x="15" y="0"/>
                    <a:pt x="15" y="0"/>
                    <a:pt x="15" y="0"/>
                  </a:cubicBezTo>
                  <a:cubicBezTo>
                    <a:pt x="16" y="0"/>
                    <a:pt x="17" y="1"/>
                    <a:pt x="18" y="1"/>
                  </a:cubicBezTo>
                  <a:cubicBezTo>
                    <a:pt x="18" y="1"/>
                    <a:pt x="18" y="1"/>
                    <a:pt x="18" y="1"/>
                  </a:cubicBezTo>
                  <a:cubicBezTo>
                    <a:pt x="24" y="2"/>
                    <a:pt x="29" y="5"/>
                    <a:pt x="32" y="9"/>
                  </a:cubicBezTo>
                  <a:cubicBezTo>
                    <a:pt x="37" y="15"/>
                    <a:pt x="40" y="22"/>
                    <a:pt x="40" y="30"/>
                  </a:cubicBezTo>
                  <a:cubicBezTo>
                    <a:pt x="39" y="44"/>
                    <a:pt x="28" y="55"/>
                    <a:pt x="15" y="57"/>
                  </a:cubicBezTo>
                  <a:close/>
                </a:path>
              </a:pathLst>
            </a:custGeom>
            <a:solidFill>
              <a:srgbClr val="FFC4BC"/>
            </a:solidFill>
            <a:ln>
              <a:noFill/>
            </a:ln>
            <a:extLst>
              <a:ext uri="{91240B29-F687-4F45-9708-019B960494DF}">
                <a14:hiddenLine xmlns:a14="http://schemas.microsoft.com/office/drawing/2010/main" w="9525">
                  <a:solidFill>
                    <a:srgbClr val="000000"/>
                  </a:solidFill>
                  <a:round/>
                  <a:headEnd/>
                  <a:tailEnd/>
                </a14:hiddenLine>
              </a:ext>
            </a:extLst>
          </p:spPr>
          <p:txBody>
            <a:bodyPr anchor="ctr"/>
            <a:lstStyle/>
            <a:p>
              <a:pPr algn="ctr"/>
              <a:endParaRPr/>
            </a:p>
          </p:txBody>
        </p:sp>
        <p:sp>
          <p:nvSpPr>
            <p:cNvPr id="365" name="îṣļiḑé">
              <a:extLst>
                <a:ext uri="{FF2B5EF4-FFF2-40B4-BE49-F238E27FC236}">
                  <a16:creationId xmlns:a16="http://schemas.microsoft.com/office/drawing/2014/main" id="{87898C82-DA4C-4CDF-9C1E-6D9FC0ADA000}"/>
                </a:ext>
              </a:extLst>
            </p:cNvPr>
            <p:cNvSpPr/>
            <p:nvPr/>
          </p:nvSpPr>
          <p:spPr bwMode="auto">
            <a:xfrm>
              <a:off x="7612857" y="1859668"/>
              <a:ext cx="61913" cy="25400"/>
            </a:xfrm>
            <a:custGeom>
              <a:avLst/>
              <a:gdLst>
                <a:gd name="T0" fmla="*/ 0 w 31"/>
                <a:gd name="T1" fmla="*/ 0 h 13"/>
                <a:gd name="T2" fmla="*/ 16 w 31"/>
                <a:gd name="T3" fmla="*/ 12 h 13"/>
                <a:gd name="T4" fmla="*/ 31 w 31"/>
                <a:gd name="T5" fmla="*/ 4 h 13"/>
                <a:gd name="T6" fmla="*/ 0 w 31"/>
                <a:gd name="T7" fmla="*/ 0 h 13"/>
              </a:gdLst>
              <a:ahLst/>
              <a:cxnLst>
                <a:cxn ang="0">
                  <a:pos x="T0" y="T1"/>
                </a:cxn>
                <a:cxn ang="0">
                  <a:pos x="T2" y="T3"/>
                </a:cxn>
                <a:cxn ang="0">
                  <a:pos x="T4" y="T5"/>
                </a:cxn>
                <a:cxn ang="0">
                  <a:pos x="T6" y="T7"/>
                </a:cxn>
              </a:cxnLst>
              <a:rect l="0" t="0" r="r" b="b"/>
              <a:pathLst>
                <a:path w="31" h="13">
                  <a:moveTo>
                    <a:pt x="0" y="0"/>
                  </a:moveTo>
                  <a:cubicBezTo>
                    <a:pt x="0" y="0"/>
                    <a:pt x="1" y="11"/>
                    <a:pt x="16" y="12"/>
                  </a:cubicBezTo>
                  <a:cubicBezTo>
                    <a:pt x="29" y="13"/>
                    <a:pt x="31" y="4"/>
                    <a:pt x="31" y="4"/>
                  </a:cubicBezTo>
                  <a:lnTo>
                    <a:pt x="0" y="0"/>
                  </a:lnTo>
                  <a:close/>
                </a:path>
              </a:pathLst>
            </a:custGeom>
            <a:solidFill>
              <a:srgbClr val="F4A891"/>
            </a:solidFill>
            <a:ln>
              <a:noFill/>
            </a:ln>
            <a:extLst>
              <a:ext uri="{91240B29-F687-4F45-9708-019B960494DF}">
                <a14:hiddenLine xmlns:a14="http://schemas.microsoft.com/office/drawing/2010/main" w="9525">
                  <a:solidFill>
                    <a:srgbClr val="000000"/>
                  </a:solidFill>
                  <a:round/>
                  <a:headEnd/>
                  <a:tailEnd/>
                </a14:hiddenLine>
              </a:ext>
            </a:extLst>
          </p:spPr>
          <p:txBody>
            <a:bodyPr anchor="ctr"/>
            <a:lstStyle/>
            <a:p>
              <a:pPr algn="ctr"/>
              <a:endParaRPr/>
            </a:p>
          </p:txBody>
        </p:sp>
        <p:sp>
          <p:nvSpPr>
            <p:cNvPr id="366" name="iṣ1iḋê">
              <a:extLst>
                <a:ext uri="{FF2B5EF4-FFF2-40B4-BE49-F238E27FC236}">
                  <a16:creationId xmlns:a16="http://schemas.microsoft.com/office/drawing/2014/main" id="{9DB54BF2-B39A-418B-8954-56A5CCF74F85}"/>
                </a:ext>
              </a:extLst>
            </p:cNvPr>
            <p:cNvSpPr/>
            <p:nvPr/>
          </p:nvSpPr>
          <p:spPr bwMode="auto">
            <a:xfrm>
              <a:off x="7466807" y="1286581"/>
              <a:ext cx="609600" cy="323850"/>
            </a:xfrm>
            <a:custGeom>
              <a:avLst/>
              <a:gdLst>
                <a:gd name="T0" fmla="*/ 280 w 301"/>
                <a:gd name="T1" fmla="*/ 161 h 161"/>
                <a:gd name="T2" fmla="*/ 4 w 301"/>
                <a:gd name="T3" fmla="*/ 151 h 161"/>
                <a:gd name="T4" fmla="*/ 80 w 301"/>
                <a:gd name="T5" fmla="*/ 48 h 161"/>
                <a:gd name="T6" fmla="*/ 293 w 301"/>
                <a:gd name="T7" fmla="*/ 85 h 161"/>
                <a:gd name="T8" fmla="*/ 298 w 301"/>
                <a:gd name="T9" fmla="*/ 129 h 161"/>
                <a:gd name="T10" fmla="*/ 280 w 301"/>
                <a:gd name="T11" fmla="*/ 161 h 161"/>
              </a:gdLst>
              <a:ahLst/>
              <a:cxnLst>
                <a:cxn ang="0">
                  <a:pos x="T0" y="T1"/>
                </a:cxn>
                <a:cxn ang="0">
                  <a:pos x="T2" y="T3"/>
                </a:cxn>
                <a:cxn ang="0">
                  <a:pos x="T4" y="T5"/>
                </a:cxn>
                <a:cxn ang="0">
                  <a:pos x="T6" y="T7"/>
                </a:cxn>
                <a:cxn ang="0">
                  <a:pos x="T8" y="T9"/>
                </a:cxn>
                <a:cxn ang="0">
                  <a:pos x="T10" y="T11"/>
                </a:cxn>
              </a:cxnLst>
              <a:rect l="0" t="0" r="r" b="b"/>
              <a:pathLst>
                <a:path w="301" h="161">
                  <a:moveTo>
                    <a:pt x="280" y="161"/>
                  </a:moveTo>
                  <a:cubicBezTo>
                    <a:pt x="280" y="161"/>
                    <a:pt x="28" y="99"/>
                    <a:pt x="4" y="151"/>
                  </a:cubicBezTo>
                  <a:cubicBezTo>
                    <a:pt x="4" y="151"/>
                    <a:pt x="0" y="96"/>
                    <a:pt x="80" y="48"/>
                  </a:cubicBezTo>
                  <a:cubicBezTo>
                    <a:pt x="159" y="0"/>
                    <a:pt x="285" y="60"/>
                    <a:pt x="293" y="85"/>
                  </a:cubicBezTo>
                  <a:cubicBezTo>
                    <a:pt x="301" y="110"/>
                    <a:pt x="298" y="129"/>
                    <a:pt x="298" y="129"/>
                  </a:cubicBezTo>
                  <a:lnTo>
                    <a:pt x="280" y="161"/>
                  </a:lnTo>
                  <a:close/>
                </a:path>
              </a:pathLst>
            </a:custGeom>
            <a:solidFill>
              <a:srgbClr val="DB734C"/>
            </a:solidFill>
            <a:ln>
              <a:noFill/>
            </a:ln>
            <a:extLst>
              <a:ext uri="{91240B29-F687-4F45-9708-019B960494DF}">
                <a14:hiddenLine xmlns:a14="http://schemas.microsoft.com/office/drawing/2010/main" w="9525">
                  <a:solidFill>
                    <a:srgbClr val="000000"/>
                  </a:solidFill>
                  <a:round/>
                  <a:headEnd/>
                  <a:tailEnd/>
                </a14:hiddenLine>
              </a:ext>
            </a:extLst>
          </p:spPr>
          <p:txBody>
            <a:bodyPr anchor="ctr"/>
            <a:lstStyle/>
            <a:p>
              <a:pPr algn="ctr"/>
              <a:endParaRPr/>
            </a:p>
          </p:txBody>
        </p:sp>
        <p:sp>
          <p:nvSpPr>
            <p:cNvPr id="367" name="ïṩ1idè">
              <a:extLst>
                <a:ext uri="{FF2B5EF4-FFF2-40B4-BE49-F238E27FC236}">
                  <a16:creationId xmlns:a16="http://schemas.microsoft.com/office/drawing/2014/main" id="{697D2765-F64F-4C2F-BEF7-0F0A5F7F7A47}"/>
                </a:ext>
              </a:extLst>
            </p:cNvPr>
            <p:cNvSpPr/>
            <p:nvPr/>
          </p:nvSpPr>
          <p:spPr bwMode="auto">
            <a:xfrm>
              <a:off x="7723982" y="1691393"/>
              <a:ext cx="130175" cy="41275"/>
            </a:xfrm>
            <a:custGeom>
              <a:avLst/>
              <a:gdLst>
                <a:gd name="T0" fmla="*/ 3 w 64"/>
                <a:gd name="T1" fmla="*/ 8 h 20"/>
                <a:gd name="T2" fmla="*/ 3 w 64"/>
                <a:gd name="T3" fmla="*/ 8 h 20"/>
                <a:gd name="T4" fmla="*/ 22 w 64"/>
                <a:gd name="T5" fmla="*/ 6 h 20"/>
                <a:gd name="T6" fmla="*/ 59 w 64"/>
                <a:gd name="T7" fmla="*/ 19 h 20"/>
                <a:gd name="T8" fmla="*/ 63 w 64"/>
                <a:gd name="T9" fmla="*/ 19 h 20"/>
                <a:gd name="T10" fmla="*/ 63 w 64"/>
                <a:gd name="T11" fmla="*/ 15 h 20"/>
                <a:gd name="T12" fmla="*/ 22 w 64"/>
                <a:gd name="T13" fmla="*/ 0 h 20"/>
                <a:gd name="T14" fmla="*/ 2 w 64"/>
                <a:gd name="T15" fmla="*/ 3 h 20"/>
                <a:gd name="T16" fmla="*/ 0 w 64"/>
                <a:gd name="T17" fmla="*/ 7 h 20"/>
                <a:gd name="T18" fmla="*/ 3 w 64"/>
                <a:gd name="T19" fmla="*/ 8 h 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64" h="20">
                  <a:moveTo>
                    <a:pt x="3" y="8"/>
                  </a:moveTo>
                  <a:cubicBezTo>
                    <a:pt x="3" y="8"/>
                    <a:pt x="3" y="8"/>
                    <a:pt x="3" y="8"/>
                  </a:cubicBezTo>
                  <a:cubicBezTo>
                    <a:pt x="4" y="8"/>
                    <a:pt x="12" y="6"/>
                    <a:pt x="22" y="6"/>
                  </a:cubicBezTo>
                  <a:cubicBezTo>
                    <a:pt x="33" y="6"/>
                    <a:pt x="47" y="8"/>
                    <a:pt x="59" y="19"/>
                  </a:cubicBezTo>
                  <a:cubicBezTo>
                    <a:pt x="60" y="20"/>
                    <a:pt x="62" y="20"/>
                    <a:pt x="63" y="19"/>
                  </a:cubicBezTo>
                  <a:cubicBezTo>
                    <a:pt x="64" y="18"/>
                    <a:pt x="64" y="16"/>
                    <a:pt x="63" y="15"/>
                  </a:cubicBezTo>
                  <a:cubicBezTo>
                    <a:pt x="49" y="3"/>
                    <a:pt x="34" y="0"/>
                    <a:pt x="22" y="0"/>
                  </a:cubicBezTo>
                  <a:cubicBezTo>
                    <a:pt x="10" y="0"/>
                    <a:pt x="2" y="3"/>
                    <a:pt x="2" y="3"/>
                  </a:cubicBezTo>
                  <a:cubicBezTo>
                    <a:pt x="0" y="4"/>
                    <a:pt x="0" y="5"/>
                    <a:pt x="0" y="7"/>
                  </a:cubicBezTo>
                  <a:cubicBezTo>
                    <a:pt x="0" y="8"/>
                    <a:pt x="2" y="9"/>
                    <a:pt x="3" y="8"/>
                  </a:cubicBezTo>
                  <a:close/>
                </a:path>
              </a:pathLst>
            </a:custGeom>
            <a:solidFill>
              <a:srgbClr val="B95241"/>
            </a:solidFill>
            <a:ln>
              <a:noFill/>
            </a:ln>
            <a:extLst>
              <a:ext uri="{91240B29-F687-4F45-9708-019B960494DF}">
                <a14:hiddenLine xmlns:a14="http://schemas.microsoft.com/office/drawing/2010/main" w="9525">
                  <a:solidFill>
                    <a:srgbClr val="000000"/>
                  </a:solidFill>
                  <a:round/>
                  <a:headEnd/>
                  <a:tailEnd/>
                </a14:hiddenLine>
              </a:ext>
            </a:extLst>
          </p:spPr>
          <p:txBody>
            <a:bodyPr anchor="ctr"/>
            <a:lstStyle/>
            <a:p>
              <a:pPr algn="ctr"/>
              <a:endParaRPr/>
            </a:p>
          </p:txBody>
        </p:sp>
        <p:sp>
          <p:nvSpPr>
            <p:cNvPr id="368" name="îṥḷïďè">
              <a:extLst>
                <a:ext uri="{FF2B5EF4-FFF2-40B4-BE49-F238E27FC236}">
                  <a16:creationId xmlns:a16="http://schemas.microsoft.com/office/drawing/2014/main" id="{A88BA432-069A-43D8-909A-0F4BBFE3ABC9}"/>
                </a:ext>
              </a:extLst>
            </p:cNvPr>
            <p:cNvSpPr/>
            <p:nvPr/>
          </p:nvSpPr>
          <p:spPr bwMode="auto">
            <a:xfrm>
              <a:off x="7496969" y="1662818"/>
              <a:ext cx="131763" cy="36513"/>
            </a:xfrm>
            <a:custGeom>
              <a:avLst/>
              <a:gdLst>
                <a:gd name="T0" fmla="*/ 4 w 65"/>
                <a:gd name="T1" fmla="*/ 8 h 18"/>
                <a:gd name="T2" fmla="*/ 4 w 65"/>
                <a:gd name="T3" fmla="*/ 8 h 18"/>
                <a:gd name="T4" fmla="*/ 24 w 65"/>
                <a:gd name="T5" fmla="*/ 5 h 18"/>
                <a:gd name="T6" fmla="*/ 60 w 65"/>
                <a:gd name="T7" fmla="*/ 17 h 18"/>
                <a:gd name="T8" fmla="*/ 64 w 65"/>
                <a:gd name="T9" fmla="*/ 16 h 18"/>
                <a:gd name="T10" fmla="*/ 63 w 65"/>
                <a:gd name="T11" fmla="*/ 13 h 18"/>
                <a:gd name="T12" fmla="*/ 24 w 65"/>
                <a:gd name="T13" fmla="*/ 0 h 18"/>
                <a:gd name="T14" fmla="*/ 2 w 65"/>
                <a:gd name="T15" fmla="*/ 3 h 18"/>
                <a:gd name="T16" fmla="*/ 0 w 65"/>
                <a:gd name="T17" fmla="*/ 7 h 18"/>
                <a:gd name="T18" fmla="*/ 4 w 65"/>
                <a:gd name="T19" fmla="*/ 8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65" h="18">
                  <a:moveTo>
                    <a:pt x="4" y="8"/>
                  </a:moveTo>
                  <a:cubicBezTo>
                    <a:pt x="4" y="8"/>
                    <a:pt x="4" y="8"/>
                    <a:pt x="4" y="8"/>
                  </a:cubicBezTo>
                  <a:cubicBezTo>
                    <a:pt x="5" y="8"/>
                    <a:pt x="13" y="5"/>
                    <a:pt x="24" y="5"/>
                  </a:cubicBezTo>
                  <a:cubicBezTo>
                    <a:pt x="35" y="5"/>
                    <a:pt x="48" y="8"/>
                    <a:pt x="60" y="17"/>
                  </a:cubicBezTo>
                  <a:cubicBezTo>
                    <a:pt x="61" y="18"/>
                    <a:pt x="63" y="18"/>
                    <a:pt x="64" y="16"/>
                  </a:cubicBezTo>
                  <a:cubicBezTo>
                    <a:pt x="65" y="15"/>
                    <a:pt x="64" y="14"/>
                    <a:pt x="63" y="13"/>
                  </a:cubicBezTo>
                  <a:cubicBezTo>
                    <a:pt x="50" y="3"/>
                    <a:pt x="35" y="0"/>
                    <a:pt x="24" y="0"/>
                  </a:cubicBezTo>
                  <a:cubicBezTo>
                    <a:pt x="11" y="0"/>
                    <a:pt x="2" y="3"/>
                    <a:pt x="2" y="3"/>
                  </a:cubicBezTo>
                  <a:cubicBezTo>
                    <a:pt x="0" y="4"/>
                    <a:pt x="0" y="5"/>
                    <a:pt x="0" y="7"/>
                  </a:cubicBezTo>
                  <a:cubicBezTo>
                    <a:pt x="1" y="8"/>
                    <a:pt x="2" y="9"/>
                    <a:pt x="4" y="8"/>
                  </a:cubicBezTo>
                  <a:close/>
                </a:path>
              </a:pathLst>
            </a:custGeom>
            <a:solidFill>
              <a:srgbClr val="B95241"/>
            </a:solidFill>
            <a:ln>
              <a:noFill/>
            </a:ln>
            <a:extLst>
              <a:ext uri="{91240B29-F687-4F45-9708-019B960494DF}">
                <a14:hiddenLine xmlns:a14="http://schemas.microsoft.com/office/drawing/2010/main" w="9525">
                  <a:solidFill>
                    <a:srgbClr val="000000"/>
                  </a:solidFill>
                  <a:round/>
                  <a:headEnd/>
                  <a:tailEnd/>
                </a14:hiddenLine>
              </a:ext>
            </a:extLst>
          </p:spPr>
          <p:txBody>
            <a:bodyPr anchor="ctr"/>
            <a:lstStyle/>
            <a:p>
              <a:pPr algn="ctr"/>
              <a:endParaRPr/>
            </a:p>
          </p:txBody>
        </p:sp>
        <p:sp>
          <p:nvSpPr>
            <p:cNvPr id="369" name="išḷîďè">
              <a:extLst>
                <a:ext uri="{FF2B5EF4-FFF2-40B4-BE49-F238E27FC236}">
                  <a16:creationId xmlns:a16="http://schemas.microsoft.com/office/drawing/2014/main" id="{C0742254-5AA4-46BC-AFE8-7465DBD81EC9}"/>
                </a:ext>
              </a:extLst>
            </p:cNvPr>
            <p:cNvSpPr/>
            <p:nvPr/>
          </p:nvSpPr>
          <p:spPr bwMode="auto">
            <a:xfrm>
              <a:off x="7754144" y="1751718"/>
              <a:ext cx="31750" cy="53975"/>
            </a:xfrm>
            <a:custGeom>
              <a:avLst/>
              <a:gdLst>
                <a:gd name="T0" fmla="*/ 6 w 16"/>
                <a:gd name="T1" fmla="*/ 26 h 26"/>
                <a:gd name="T2" fmla="*/ 7 w 16"/>
                <a:gd name="T3" fmla="*/ 26 h 26"/>
                <a:gd name="T4" fmla="*/ 14 w 16"/>
                <a:gd name="T5" fmla="*/ 21 h 26"/>
                <a:gd name="T6" fmla="*/ 15 w 16"/>
                <a:gd name="T7" fmla="*/ 7 h 26"/>
                <a:gd name="T8" fmla="*/ 10 w 16"/>
                <a:gd name="T9" fmla="*/ 1 h 26"/>
                <a:gd name="T10" fmla="*/ 9 w 16"/>
                <a:gd name="T11" fmla="*/ 0 h 26"/>
                <a:gd name="T12" fmla="*/ 2 w 16"/>
                <a:gd name="T13" fmla="*/ 6 h 26"/>
                <a:gd name="T14" fmla="*/ 1 w 16"/>
                <a:gd name="T15" fmla="*/ 19 h 26"/>
                <a:gd name="T16" fmla="*/ 6 w 16"/>
                <a:gd name="T17" fmla="*/ 26 h 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6" h="26">
                  <a:moveTo>
                    <a:pt x="6" y="26"/>
                  </a:moveTo>
                  <a:cubicBezTo>
                    <a:pt x="7" y="26"/>
                    <a:pt x="7" y="26"/>
                    <a:pt x="7" y="26"/>
                  </a:cubicBezTo>
                  <a:cubicBezTo>
                    <a:pt x="11" y="26"/>
                    <a:pt x="14" y="24"/>
                    <a:pt x="14" y="21"/>
                  </a:cubicBezTo>
                  <a:cubicBezTo>
                    <a:pt x="15" y="7"/>
                    <a:pt x="15" y="7"/>
                    <a:pt x="15" y="7"/>
                  </a:cubicBezTo>
                  <a:cubicBezTo>
                    <a:pt x="16" y="4"/>
                    <a:pt x="13" y="1"/>
                    <a:pt x="10" y="1"/>
                  </a:cubicBezTo>
                  <a:cubicBezTo>
                    <a:pt x="9" y="0"/>
                    <a:pt x="9" y="0"/>
                    <a:pt x="9" y="0"/>
                  </a:cubicBezTo>
                  <a:cubicBezTo>
                    <a:pt x="5" y="0"/>
                    <a:pt x="2" y="2"/>
                    <a:pt x="2" y="6"/>
                  </a:cubicBezTo>
                  <a:cubicBezTo>
                    <a:pt x="1" y="19"/>
                    <a:pt x="1" y="19"/>
                    <a:pt x="1" y="19"/>
                  </a:cubicBezTo>
                  <a:cubicBezTo>
                    <a:pt x="0" y="22"/>
                    <a:pt x="3" y="25"/>
                    <a:pt x="6" y="26"/>
                  </a:cubicBezTo>
                  <a:close/>
                </a:path>
              </a:pathLst>
            </a:custGeom>
            <a:solidFill>
              <a:srgbClr val="07113D"/>
            </a:solidFill>
            <a:ln>
              <a:noFill/>
            </a:ln>
            <a:extLst>
              <a:ext uri="{91240B29-F687-4F45-9708-019B960494DF}">
                <a14:hiddenLine xmlns:a14="http://schemas.microsoft.com/office/drawing/2010/main" w="9525">
                  <a:solidFill>
                    <a:srgbClr val="000000"/>
                  </a:solidFill>
                  <a:round/>
                  <a:headEnd/>
                  <a:tailEnd/>
                </a14:hiddenLine>
              </a:ext>
            </a:extLst>
          </p:spPr>
          <p:txBody>
            <a:bodyPr anchor="ctr"/>
            <a:lstStyle/>
            <a:p>
              <a:pPr algn="ctr"/>
              <a:endParaRPr/>
            </a:p>
          </p:txBody>
        </p:sp>
        <p:sp>
          <p:nvSpPr>
            <p:cNvPr id="370" name="í$1íḋè">
              <a:extLst>
                <a:ext uri="{FF2B5EF4-FFF2-40B4-BE49-F238E27FC236}">
                  <a16:creationId xmlns:a16="http://schemas.microsoft.com/office/drawing/2014/main" id="{316A2401-3067-45DD-AF33-515792878AA7}"/>
                </a:ext>
              </a:extLst>
            </p:cNvPr>
            <p:cNvSpPr/>
            <p:nvPr/>
          </p:nvSpPr>
          <p:spPr bwMode="auto">
            <a:xfrm>
              <a:off x="7547769" y="1729493"/>
              <a:ext cx="31750" cy="53975"/>
            </a:xfrm>
            <a:custGeom>
              <a:avLst/>
              <a:gdLst>
                <a:gd name="T0" fmla="*/ 6 w 16"/>
                <a:gd name="T1" fmla="*/ 26 h 26"/>
                <a:gd name="T2" fmla="*/ 7 w 16"/>
                <a:gd name="T3" fmla="*/ 26 h 26"/>
                <a:gd name="T4" fmla="*/ 14 w 16"/>
                <a:gd name="T5" fmla="*/ 21 h 26"/>
                <a:gd name="T6" fmla="*/ 15 w 16"/>
                <a:gd name="T7" fmla="*/ 7 h 26"/>
                <a:gd name="T8" fmla="*/ 10 w 16"/>
                <a:gd name="T9" fmla="*/ 1 h 26"/>
                <a:gd name="T10" fmla="*/ 9 w 16"/>
                <a:gd name="T11" fmla="*/ 1 h 26"/>
                <a:gd name="T12" fmla="*/ 2 w 16"/>
                <a:gd name="T13" fmla="*/ 6 h 26"/>
                <a:gd name="T14" fmla="*/ 1 w 16"/>
                <a:gd name="T15" fmla="*/ 19 h 26"/>
                <a:gd name="T16" fmla="*/ 6 w 16"/>
                <a:gd name="T17" fmla="*/ 26 h 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6" h="26">
                  <a:moveTo>
                    <a:pt x="6" y="26"/>
                  </a:moveTo>
                  <a:cubicBezTo>
                    <a:pt x="7" y="26"/>
                    <a:pt x="7" y="26"/>
                    <a:pt x="7" y="26"/>
                  </a:cubicBezTo>
                  <a:cubicBezTo>
                    <a:pt x="10" y="26"/>
                    <a:pt x="13" y="24"/>
                    <a:pt x="14" y="21"/>
                  </a:cubicBezTo>
                  <a:cubicBezTo>
                    <a:pt x="15" y="7"/>
                    <a:pt x="15" y="7"/>
                    <a:pt x="15" y="7"/>
                  </a:cubicBezTo>
                  <a:cubicBezTo>
                    <a:pt x="16" y="4"/>
                    <a:pt x="13" y="1"/>
                    <a:pt x="10" y="1"/>
                  </a:cubicBezTo>
                  <a:cubicBezTo>
                    <a:pt x="9" y="1"/>
                    <a:pt x="9" y="1"/>
                    <a:pt x="9" y="1"/>
                  </a:cubicBezTo>
                  <a:cubicBezTo>
                    <a:pt x="5" y="0"/>
                    <a:pt x="2" y="3"/>
                    <a:pt x="2" y="6"/>
                  </a:cubicBezTo>
                  <a:cubicBezTo>
                    <a:pt x="1" y="19"/>
                    <a:pt x="1" y="19"/>
                    <a:pt x="1" y="19"/>
                  </a:cubicBezTo>
                  <a:cubicBezTo>
                    <a:pt x="0" y="23"/>
                    <a:pt x="3" y="26"/>
                    <a:pt x="6" y="26"/>
                  </a:cubicBezTo>
                  <a:close/>
                </a:path>
              </a:pathLst>
            </a:custGeom>
            <a:solidFill>
              <a:srgbClr val="07113D"/>
            </a:solidFill>
            <a:ln>
              <a:noFill/>
            </a:ln>
            <a:extLst>
              <a:ext uri="{91240B29-F687-4F45-9708-019B960494DF}">
                <a14:hiddenLine xmlns:a14="http://schemas.microsoft.com/office/drawing/2010/main" w="9525">
                  <a:solidFill>
                    <a:srgbClr val="000000"/>
                  </a:solidFill>
                  <a:round/>
                  <a:headEnd/>
                  <a:tailEnd/>
                </a14:hiddenLine>
              </a:ext>
            </a:extLst>
          </p:spPr>
          <p:txBody>
            <a:bodyPr anchor="ctr"/>
            <a:lstStyle/>
            <a:p>
              <a:pPr algn="ctr"/>
              <a:endParaRPr/>
            </a:p>
          </p:txBody>
        </p:sp>
        <p:sp>
          <p:nvSpPr>
            <p:cNvPr id="371" name="íṧ1îḑe">
              <a:extLst>
                <a:ext uri="{FF2B5EF4-FFF2-40B4-BE49-F238E27FC236}">
                  <a16:creationId xmlns:a16="http://schemas.microsoft.com/office/drawing/2014/main" id="{EF3569FA-3CF7-4614-AB2F-F3F1F05148D0}"/>
                </a:ext>
              </a:extLst>
            </p:cNvPr>
            <p:cNvSpPr/>
            <p:nvPr/>
          </p:nvSpPr>
          <p:spPr bwMode="auto">
            <a:xfrm>
              <a:off x="7533482" y="2235906"/>
              <a:ext cx="687388" cy="1403350"/>
            </a:xfrm>
            <a:custGeom>
              <a:avLst/>
              <a:gdLst>
                <a:gd name="T0" fmla="*/ 340 w 340"/>
                <a:gd name="T1" fmla="*/ 242 h 695"/>
                <a:gd name="T2" fmla="*/ 337 w 340"/>
                <a:gd name="T3" fmla="*/ 295 h 695"/>
                <a:gd name="T4" fmla="*/ 314 w 340"/>
                <a:gd name="T5" fmla="*/ 680 h 695"/>
                <a:gd name="T6" fmla="*/ 313 w 340"/>
                <a:gd name="T7" fmla="*/ 695 h 695"/>
                <a:gd name="T8" fmla="*/ 313 w 340"/>
                <a:gd name="T9" fmla="*/ 695 h 695"/>
                <a:gd name="T10" fmla="*/ 220 w 340"/>
                <a:gd name="T11" fmla="*/ 691 h 695"/>
                <a:gd name="T12" fmla="*/ 0 w 340"/>
                <a:gd name="T13" fmla="*/ 682 h 695"/>
                <a:gd name="T14" fmla="*/ 19 w 340"/>
                <a:gd name="T15" fmla="*/ 451 h 695"/>
                <a:gd name="T16" fmla="*/ 2 w 340"/>
                <a:gd name="T17" fmla="*/ 238 h 695"/>
                <a:gd name="T18" fmla="*/ 2 w 340"/>
                <a:gd name="T19" fmla="*/ 229 h 695"/>
                <a:gd name="T20" fmla="*/ 135 w 340"/>
                <a:gd name="T21" fmla="*/ 0 h 695"/>
                <a:gd name="T22" fmla="*/ 127 w 340"/>
                <a:gd name="T23" fmla="*/ 146 h 695"/>
                <a:gd name="T24" fmla="*/ 220 w 340"/>
                <a:gd name="T25" fmla="*/ 2 h 695"/>
                <a:gd name="T26" fmla="*/ 259 w 340"/>
                <a:gd name="T27" fmla="*/ 18 h 695"/>
                <a:gd name="T28" fmla="*/ 340 w 340"/>
                <a:gd name="T29" fmla="*/ 242 h 6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340" h="695">
                  <a:moveTo>
                    <a:pt x="340" y="242"/>
                  </a:moveTo>
                  <a:cubicBezTo>
                    <a:pt x="337" y="295"/>
                    <a:pt x="337" y="295"/>
                    <a:pt x="337" y="295"/>
                  </a:cubicBezTo>
                  <a:cubicBezTo>
                    <a:pt x="314" y="680"/>
                    <a:pt x="314" y="680"/>
                    <a:pt x="314" y="680"/>
                  </a:cubicBezTo>
                  <a:cubicBezTo>
                    <a:pt x="313" y="695"/>
                    <a:pt x="313" y="695"/>
                    <a:pt x="313" y="695"/>
                  </a:cubicBezTo>
                  <a:cubicBezTo>
                    <a:pt x="313" y="695"/>
                    <a:pt x="313" y="695"/>
                    <a:pt x="313" y="695"/>
                  </a:cubicBezTo>
                  <a:cubicBezTo>
                    <a:pt x="220" y="691"/>
                    <a:pt x="220" y="691"/>
                    <a:pt x="220" y="691"/>
                  </a:cubicBezTo>
                  <a:cubicBezTo>
                    <a:pt x="0" y="682"/>
                    <a:pt x="0" y="682"/>
                    <a:pt x="0" y="682"/>
                  </a:cubicBezTo>
                  <a:cubicBezTo>
                    <a:pt x="19" y="451"/>
                    <a:pt x="19" y="451"/>
                    <a:pt x="19" y="451"/>
                  </a:cubicBezTo>
                  <a:cubicBezTo>
                    <a:pt x="2" y="238"/>
                    <a:pt x="2" y="238"/>
                    <a:pt x="2" y="238"/>
                  </a:cubicBezTo>
                  <a:cubicBezTo>
                    <a:pt x="2" y="235"/>
                    <a:pt x="2" y="232"/>
                    <a:pt x="2" y="229"/>
                  </a:cubicBezTo>
                  <a:cubicBezTo>
                    <a:pt x="9" y="112"/>
                    <a:pt x="52" y="25"/>
                    <a:pt x="135" y="0"/>
                  </a:cubicBezTo>
                  <a:cubicBezTo>
                    <a:pt x="127" y="146"/>
                    <a:pt x="127" y="146"/>
                    <a:pt x="127" y="146"/>
                  </a:cubicBezTo>
                  <a:cubicBezTo>
                    <a:pt x="137" y="146"/>
                    <a:pt x="211" y="1"/>
                    <a:pt x="220" y="2"/>
                  </a:cubicBezTo>
                  <a:cubicBezTo>
                    <a:pt x="234" y="5"/>
                    <a:pt x="247" y="10"/>
                    <a:pt x="259" y="18"/>
                  </a:cubicBezTo>
                  <a:cubicBezTo>
                    <a:pt x="311" y="54"/>
                    <a:pt x="338" y="140"/>
                    <a:pt x="340" y="242"/>
                  </a:cubicBezTo>
                </a:path>
              </a:pathLst>
            </a:custGeom>
            <a:solidFill>
              <a:srgbClr val="D93838"/>
            </a:solidFill>
            <a:ln>
              <a:noFill/>
            </a:ln>
            <a:extLst>
              <a:ext uri="{91240B29-F687-4F45-9708-019B960494DF}">
                <a14:hiddenLine xmlns:a14="http://schemas.microsoft.com/office/drawing/2010/main" w="9525">
                  <a:solidFill>
                    <a:srgbClr val="000000"/>
                  </a:solidFill>
                  <a:round/>
                  <a:headEnd/>
                  <a:tailEnd/>
                </a14:hiddenLine>
              </a:ext>
            </a:extLst>
          </p:spPr>
          <p:txBody>
            <a:bodyPr anchor="ctr"/>
            <a:lstStyle/>
            <a:p>
              <a:pPr algn="ctr"/>
              <a:endParaRPr/>
            </a:p>
          </p:txBody>
        </p:sp>
        <p:sp>
          <p:nvSpPr>
            <p:cNvPr id="372" name="ïṡḷidè">
              <a:extLst>
                <a:ext uri="{FF2B5EF4-FFF2-40B4-BE49-F238E27FC236}">
                  <a16:creationId xmlns:a16="http://schemas.microsoft.com/office/drawing/2014/main" id="{2ABD2F8A-F2B4-43C6-A649-5A0A571039A2}"/>
                </a:ext>
              </a:extLst>
            </p:cNvPr>
            <p:cNvSpPr/>
            <p:nvPr/>
          </p:nvSpPr>
          <p:spPr bwMode="auto">
            <a:xfrm>
              <a:off x="7584282" y="1924756"/>
              <a:ext cx="119063" cy="49213"/>
            </a:xfrm>
            <a:custGeom>
              <a:avLst/>
              <a:gdLst>
                <a:gd name="T0" fmla="*/ 0 w 59"/>
                <a:gd name="T1" fmla="*/ 0 h 25"/>
                <a:gd name="T2" fmla="*/ 59 w 59"/>
                <a:gd name="T3" fmla="*/ 9 h 25"/>
                <a:gd name="T4" fmla="*/ 26 w 59"/>
                <a:gd name="T5" fmla="*/ 23 h 25"/>
                <a:gd name="T6" fmla="*/ 0 w 59"/>
                <a:gd name="T7" fmla="*/ 0 h 25"/>
              </a:gdLst>
              <a:ahLst/>
              <a:cxnLst>
                <a:cxn ang="0">
                  <a:pos x="T0" y="T1"/>
                </a:cxn>
                <a:cxn ang="0">
                  <a:pos x="T2" y="T3"/>
                </a:cxn>
                <a:cxn ang="0">
                  <a:pos x="T4" y="T5"/>
                </a:cxn>
                <a:cxn ang="0">
                  <a:pos x="T6" y="T7"/>
                </a:cxn>
              </a:cxnLst>
              <a:rect l="0" t="0" r="r" b="b"/>
              <a:pathLst>
                <a:path w="59" h="25">
                  <a:moveTo>
                    <a:pt x="0" y="0"/>
                  </a:moveTo>
                  <a:cubicBezTo>
                    <a:pt x="59" y="9"/>
                    <a:pt x="59" y="9"/>
                    <a:pt x="59" y="9"/>
                  </a:cubicBezTo>
                  <a:cubicBezTo>
                    <a:pt x="59" y="9"/>
                    <a:pt x="49" y="25"/>
                    <a:pt x="26" y="23"/>
                  </a:cubicBezTo>
                  <a:cubicBezTo>
                    <a:pt x="7" y="21"/>
                    <a:pt x="0" y="0"/>
                    <a:pt x="0" y="0"/>
                  </a:cubicBezTo>
                  <a:close/>
                </a:path>
              </a:pathLst>
            </a:custGeom>
            <a:solidFill>
              <a:srgbClr val="D93838"/>
            </a:solidFill>
            <a:ln>
              <a:noFill/>
            </a:ln>
            <a:extLst>
              <a:ext uri="{91240B29-F687-4F45-9708-019B960494DF}">
                <a14:hiddenLine xmlns:a14="http://schemas.microsoft.com/office/drawing/2010/main" w="9525">
                  <a:solidFill>
                    <a:srgbClr val="000000"/>
                  </a:solidFill>
                  <a:round/>
                  <a:headEnd/>
                  <a:tailEnd/>
                </a14:hiddenLine>
              </a:ext>
            </a:extLst>
          </p:spPr>
          <p:txBody>
            <a:bodyPr anchor="ctr"/>
            <a:lstStyle/>
            <a:p>
              <a:pPr algn="ctr"/>
              <a:endParaRPr/>
            </a:p>
          </p:txBody>
        </p:sp>
        <p:sp>
          <p:nvSpPr>
            <p:cNvPr id="373" name="ïş1iḓé">
              <a:extLst>
                <a:ext uri="{FF2B5EF4-FFF2-40B4-BE49-F238E27FC236}">
                  <a16:creationId xmlns:a16="http://schemas.microsoft.com/office/drawing/2014/main" id="{B9E4942F-B022-4E72-A7E1-B7FCCFFB50DE}"/>
                </a:ext>
              </a:extLst>
            </p:cNvPr>
            <p:cNvSpPr/>
            <p:nvPr/>
          </p:nvSpPr>
          <p:spPr bwMode="auto">
            <a:xfrm>
              <a:off x="7739857" y="1623131"/>
              <a:ext cx="373063" cy="511175"/>
            </a:xfrm>
            <a:custGeom>
              <a:avLst/>
              <a:gdLst>
                <a:gd name="T0" fmla="*/ 159 w 184"/>
                <a:gd name="T1" fmla="*/ 115 h 253"/>
                <a:gd name="T2" fmla="*/ 155 w 184"/>
                <a:gd name="T3" fmla="*/ 116 h 253"/>
                <a:gd name="T4" fmla="*/ 153 w 184"/>
                <a:gd name="T5" fmla="*/ 116 h 253"/>
                <a:gd name="T6" fmla="*/ 149 w 184"/>
                <a:gd name="T7" fmla="*/ 116 h 253"/>
                <a:gd name="T8" fmla="*/ 149 w 184"/>
                <a:gd name="T9" fmla="*/ 120 h 253"/>
                <a:gd name="T10" fmla="*/ 148 w 184"/>
                <a:gd name="T11" fmla="*/ 125 h 253"/>
                <a:gd name="T12" fmla="*/ 148 w 184"/>
                <a:gd name="T13" fmla="*/ 127 h 253"/>
                <a:gd name="T14" fmla="*/ 127 w 184"/>
                <a:gd name="T15" fmla="*/ 185 h 253"/>
                <a:gd name="T16" fmla="*/ 125 w 184"/>
                <a:gd name="T17" fmla="*/ 187 h 253"/>
                <a:gd name="T18" fmla="*/ 54 w 184"/>
                <a:gd name="T19" fmla="*/ 245 h 253"/>
                <a:gd name="T20" fmla="*/ 54 w 184"/>
                <a:gd name="T21" fmla="*/ 245 h 253"/>
                <a:gd name="T22" fmla="*/ 18 w 184"/>
                <a:gd name="T23" fmla="*/ 253 h 253"/>
                <a:gd name="T24" fmla="*/ 4 w 184"/>
                <a:gd name="T25" fmla="*/ 253 h 253"/>
                <a:gd name="T26" fmla="*/ 0 w 184"/>
                <a:gd name="T27" fmla="*/ 253 h 253"/>
                <a:gd name="T28" fmla="*/ 83 w 184"/>
                <a:gd name="T29" fmla="*/ 200 h 253"/>
                <a:gd name="T30" fmla="*/ 132 w 184"/>
                <a:gd name="T31" fmla="*/ 44 h 253"/>
                <a:gd name="T32" fmla="*/ 134 w 184"/>
                <a:gd name="T33" fmla="*/ 0 h 253"/>
                <a:gd name="T34" fmla="*/ 152 w 184"/>
                <a:gd name="T35" fmla="*/ 6 h 253"/>
                <a:gd name="T36" fmla="*/ 154 w 184"/>
                <a:gd name="T37" fmla="*/ 31 h 253"/>
                <a:gd name="T38" fmla="*/ 154 w 184"/>
                <a:gd name="T39" fmla="*/ 32 h 253"/>
                <a:gd name="T40" fmla="*/ 154 w 184"/>
                <a:gd name="T41" fmla="*/ 38 h 253"/>
                <a:gd name="T42" fmla="*/ 153 w 184"/>
                <a:gd name="T43" fmla="*/ 44 h 253"/>
                <a:gd name="T44" fmla="*/ 153 w 184"/>
                <a:gd name="T45" fmla="*/ 52 h 253"/>
                <a:gd name="T46" fmla="*/ 153 w 184"/>
                <a:gd name="T47" fmla="*/ 52 h 253"/>
                <a:gd name="T48" fmla="*/ 153 w 184"/>
                <a:gd name="T49" fmla="*/ 53 h 253"/>
                <a:gd name="T50" fmla="*/ 153 w 184"/>
                <a:gd name="T51" fmla="*/ 54 h 253"/>
                <a:gd name="T52" fmla="*/ 152 w 184"/>
                <a:gd name="T53" fmla="*/ 58 h 253"/>
                <a:gd name="T54" fmla="*/ 156 w 184"/>
                <a:gd name="T55" fmla="*/ 58 h 253"/>
                <a:gd name="T56" fmla="*/ 159 w 184"/>
                <a:gd name="T57" fmla="*/ 58 h 253"/>
                <a:gd name="T58" fmla="*/ 159 w 184"/>
                <a:gd name="T59" fmla="*/ 58 h 253"/>
                <a:gd name="T60" fmla="*/ 162 w 184"/>
                <a:gd name="T61" fmla="*/ 59 h 253"/>
                <a:gd name="T62" fmla="*/ 162 w 184"/>
                <a:gd name="T63" fmla="*/ 59 h 253"/>
                <a:gd name="T64" fmla="*/ 176 w 184"/>
                <a:gd name="T65" fmla="*/ 67 h 253"/>
                <a:gd name="T66" fmla="*/ 184 w 184"/>
                <a:gd name="T67" fmla="*/ 88 h 253"/>
                <a:gd name="T68" fmla="*/ 159 w 184"/>
                <a:gd name="T69" fmla="*/ 115 h 2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184" h="253">
                  <a:moveTo>
                    <a:pt x="159" y="115"/>
                  </a:moveTo>
                  <a:cubicBezTo>
                    <a:pt x="158" y="116"/>
                    <a:pt x="156" y="116"/>
                    <a:pt x="155" y="116"/>
                  </a:cubicBezTo>
                  <a:cubicBezTo>
                    <a:pt x="154" y="116"/>
                    <a:pt x="154" y="116"/>
                    <a:pt x="153" y="116"/>
                  </a:cubicBezTo>
                  <a:cubicBezTo>
                    <a:pt x="149" y="116"/>
                    <a:pt x="149" y="116"/>
                    <a:pt x="149" y="116"/>
                  </a:cubicBezTo>
                  <a:cubicBezTo>
                    <a:pt x="149" y="117"/>
                    <a:pt x="149" y="119"/>
                    <a:pt x="149" y="120"/>
                  </a:cubicBezTo>
                  <a:cubicBezTo>
                    <a:pt x="148" y="122"/>
                    <a:pt x="148" y="124"/>
                    <a:pt x="148" y="125"/>
                  </a:cubicBezTo>
                  <a:cubicBezTo>
                    <a:pt x="148" y="126"/>
                    <a:pt x="148" y="127"/>
                    <a:pt x="148" y="127"/>
                  </a:cubicBezTo>
                  <a:cubicBezTo>
                    <a:pt x="145" y="148"/>
                    <a:pt x="137" y="167"/>
                    <a:pt x="127" y="185"/>
                  </a:cubicBezTo>
                  <a:cubicBezTo>
                    <a:pt x="126" y="185"/>
                    <a:pt x="126" y="186"/>
                    <a:pt x="125" y="187"/>
                  </a:cubicBezTo>
                  <a:cubicBezTo>
                    <a:pt x="108" y="214"/>
                    <a:pt x="83" y="234"/>
                    <a:pt x="54" y="245"/>
                  </a:cubicBezTo>
                  <a:cubicBezTo>
                    <a:pt x="54" y="245"/>
                    <a:pt x="54" y="245"/>
                    <a:pt x="54" y="245"/>
                  </a:cubicBezTo>
                  <a:cubicBezTo>
                    <a:pt x="42" y="249"/>
                    <a:pt x="30" y="252"/>
                    <a:pt x="18" y="253"/>
                  </a:cubicBezTo>
                  <a:cubicBezTo>
                    <a:pt x="13" y="253"/>
                    <a:pt x="9" y="253"/>
                    <a:pt x="4" y="253"/>
                  </a:cubicBezTo>
                  <a:cubicBezTo>
                    <a:pt x="3" y="253"/>
                    <a:pt x="1" y="253"/>
                    <a:pt x="0" y="253"/>
                  </a:cubicBezTo>
                  <a:cubicBezTo>
                    <a:pt x="7" y="253"/>
                    <a:pt x="49" y="248"/>
                    <a:pt x="83" y="200"/>
                  </a:cubicBezTo>
                  <a:cubicBezTo>
                    <a:pt x="119" y="148"/>
                    <a:pt x="132" y="44"/>
                    <a:pt x="132" y="44"/>
                  </a:cubicBezTo>
                  <a:cubicBezTo>
                    <a:pt x="132" y="44"/>
                    <a:pt x="132" y="0"/>
                    <a:pt x="134" y="0"/>
                  </a:cubicBezTo>
                  <a:cubicBezTo>
                    <a:pt x="135" y="0"/>
                    <a:pt x="143" y="3"/>
                    <a:pt x="152" y="6"/>
                  </a:cubicBezTo>
                  <a:cubicBezTo>
                    <a:pt x="154" y="14"/>
                    <a:pt x="154" y="22"/>
                    <a:pt x="154" y="31"/>
                  </a:cubicBezTo>
                  <a:cubicBezTo>
                    <a:pt x="154" y="32"/>
                    <a:pt x="154" y="32"/>
                    <a:pt x="154" y="32"/>
                  </a:cubicBezTo>
                  <a:cubicBezTo>
                    <a:pt x="154" y="38"/>
                    <a:pt x="154" y="38"/>
                    <a:pt x="154" y="38"/>
                  </a:cubicBezTo>
                  <a:cubicBezTo>
                    <a:pt x="153" y="44"/>
                    <a:pt x="153" y="44"/>
                    <a:pt x="153" y="44"/>
                  </a:cubicBezTo>
                  <a:cubicBezTo>
                    <a:pt x="153" y="52"/>
                    <a:pt x="153" y="52"/>
                    <a:pt x="153" y="52"/>
                  </a:cubicBezTo>
                  <a:cubicBezTo>
                    <a:pt x="153" y="52"/>
                    <a:pt x="153" y="52"/>
                    <a:pt x="153" y="52"/>
                  </a:cubicBezTo>
                  <a:cubicBezTo>
                    <a:pt x="153" y="53"/>
                    <a:pt x="153" y="53"/>
                    <a:pt x="153" y="53"/>
                  </a:cubicBezTo>
                  <a:cubicBezTo>
                    <a:pt x="153" y="54"/>
                    <a:pt x="153" y="54"/>
                    <a:pt x="153" y="54"/>
                  </a:cubicBezTo>
                  <a:cubicBezTo>
                    <a:pt x="152" y="58"/>
                    <a:pt x="152" y="58"/>
                    <a:pt x="152" y="58"/>
                  </a:cubicBezTo>
                  <a:cubicBezTo>
                    <a:pt x="156" y="58"/>
                    <a:pt x="156" y="58"/>
                    <a:pt x="156" y="58"/>
                  </a:cubicBezTo>
                  <a:cubicBezTo>
                    <a:pt x="157" y="58"/>
                    <a:pt x="158" y="58"/>
                    <a:pt x="159" y="58"/>
                  </a:cubicBezTo>
                  <a:cubicBezTo>
                    <a:pt x="159" y="58"/>
                    <a:pt x="159" y="58"/>
                    <a:pt x="159" y="58"/>
                  </a:cubicBezTo>
                  <a:cubicBezTo>
                    <a:pt x="160" y="58"/>
                    <a:pt x="161" y="59"/>
                    <a:pt x="162" y="59"/>
                  </a:cubicBezTo>
                  <a:cubicBezTo>
                    <a:pt x="162" y="59"/>
                    <a:pt x="162" y="59"/>
                    <a:pt x="162" y="59"/>
                  </a:cubicBezTo>
                  <a:cubicBezTo>
                    <a:pt x="168" y="60"/>
                    <a:pt x="173" y="63"/>
                    <a:pt x="176" y="67"/>
                  </a:cubicBezTo>
                  <a:cubicBezTo>
                    <a:pt x="181" y="73"/>
                    <a:pt x="184" y="80"/>
                    <a:pt x="184" y="88"/>
                  </a:cubicBezTo>
                  <a:cubicBezTo>
                    <a:pt x="183" y="102"/>
                    <a:pt x="172" y="113"/>
                    <a:pt x="159" y="115"/>
                  </a:cubicBezTo>
                  <a:close/>
                </a:path>
              </a:pathLst>
            </a:custGeom>
            <a:solidFill>
              <a:srgbClr val="F4A891"/>
            </a:solidFill>
            <a:ln>
              <a:noFill/>
            </a:ln>
            <a:extLst>
              <a:ext uri="{91240B29-F687-4F45-9708-019B960494DF}">
                <a14:hiddenLine xmlns:a14="http://schemas.microsoft.com/office/drawing/2010/main" w="9525">
                  <a:solidFill>
                    <a:srgbClr val="000000"/>
                  </a:solidFill>
                  <a:round/>
                  <a:headEnd/>
                  <a:tailEnd/>
                </a14:hiddenLine>
              </a:ext>
            </a:extLst>
          </p:spPr>
          <p:txBody>
            <a:bodyPr anchor="ctr"/>
            <a:lstStyle/>
            <a:p>
              <a:pPr algn="ctr"/>
              <a:endParaRPr/>
            </a:p>
          </p:txBody>
        </p:sp>
        <p:sp>
          <p:nvSpPr>
            <p:cNvPr id="374" name="ïšļiďé">
              <a:extLst>
                <a:ext uri="{FF2B5EF4-FFF2-40B4-BE49-F238E27FC236}">
                  <a16:creationId xmlns:a16="http://schemas.microsoft.com/office/drawing/2014/main" id="{1C0470F6-80CD-4844-9E85-CC20FE4DE7DA}"/>
                </a:ext>
              </a:extLst>
            </p:cNvPr>
            <p:cNvSpPr/>
            <p:nvPr/>
          </p:nvSpPr>
          <p:spPr bwMode="auto">
            <a:xfrm>
              <a:off x="7393782" y="1469143"/>
              <a:ext cx="155575" cy="155575"/>
            </a:xfrm>
            <a:custGeom>
              <a:avLst/>
              <a:gdLst>
                <a:gd name="T0" fmla="*/ 75 w 77"/>
                <a:gd name="T1" fmla="*/ 43 h 77"/>
                <a:gd name="T2" fmla="*/ 35 w 77"/>
                <a:gd name="T3" fmla="*/ 75 h 77"/>
                <a:gd name="T4" fmla="*/ 2 w 77"/>
                <a:gd name="T5" fmla="*/ 35 h 77"/>
                <a:gd name="T6" fmla="*/ 43 w 77"/>
                <a:gd name="T7" fmla="*/ 3 h 77"/>
                <a:gd name="T8" fmla="*/ 75 w 77"/>
                <a:gd name="T9" fmla="*/ 43 h 77"/>
              </a:gdLst>
              <a:ahLst/>
              <a:cxnLst>
                <a:cxn ang="0">
                  <a:pos x="T0" y="T1"/>
                </a:cxn>
                <a:cxn ang="0">
                  <a:pos x="T2" y="T3"/>
                </a:cxn>
                <a:cxn ang="0">
                  <a:pos x="T4" y="T5"/>
                </a:cxn>
                <a:cxn ang="0">
                  <a:pos x="T6" y="T7"/>
                </a:cxn>
                <a:cxn ang="0">
                  <a:pos x="T8" y="T9"/>
                </a:cxn>
              </a:cxnLst>
              <a:rect l="0" t="0" r="r" b="b"/>
              <a:pathLst>
                <a:path w="77" h="77">
                  <a:moveTo>
                    <a:pt x="75" y="43"/>
                  </a:moveTo>
                  <a:cubicBezTo>
                    <a:pt x="73" y="63"/>
                    <a:pt x="55" y="77"/>
                    <a:pt x="35" y="75"/>
                  </a:cubicBezTo>
                  <a:cubicBezTo>
                    <a:pt x="15" y="73"/>
                    <a:pt x="0" y="55"/>
                    <a:pt x="2" y="35"/>
                  </a:cubicBezTo>
                  <a:cubicBezTo>
                    <a:pt x="5" y="15"/>
                    <a:pt x="23" y="0"/>
                    <a:pt x="43" y="3"/>
                  </a:cubicBezTo>
                  <a:cubicBezTo>
                    <a:pt x="63" y="5"/>
                    <a:pt x="77" y="23"/>
                    <a:pt x="75" y="43"/>
                  </a:cubicBezTo>
                  <a:close/>
                </a:path>
              </a:pathLst>
            </a:custGeom>
            <a:solidFill>
              <a:srgbClr val="DB734C"/>
            </a:solidFill>
            <a:ln>
              <a:noFill/>
            </a:ln>
            <a:extLst>
              <a:ext uri="{91240B29-F687-4F45-9708-019B960494DF}">
                <a14:hiddenLine xmlns:a14="http://schemas.microsoft.com/office/drawing/2010/main" w="9525">
                  <a:solidFill>
                    <a:srgbClr val="000000"/>
                  </a:solidFill>
                  <a:round/>
                  <a:headEnd/>
                  <a:tailEnd/>
                </a14:hiddenLine>
              </a:ext>
            </a:extLst>
          </p:spPr>
          <p:txBody>
            <a:bodyPr anchor="ctr"/>
            <a:lstStyle/>
            <a:p>
              <a:pPr algn="ctr"/>
              <a:endParaRPr/>
            </a:p>
          </p:txBody>
        </p:sp>
        <p:sp>
          <p:nvSpPr>
            <p:cNvPr id="375" name="îśļîḓê">
              <a:extLst>
                <a:ext uri="{FF2B5EF4-FFF2-40B4-BE49-F238E27FC236}">
                  <a16:creationId xmlns:a16="http://schemas.microsoft.com/office/drawing/2014/main" id="{ED999E73-07A8-4D86-AF02-C0FEEC701EA9}"/>
                </a:ext>
              </a:extLst>
            </p:cNvPr>
            <p:cNvSpPr/>
            <p:nvPr/>
          </p:nvSpPr>
          <p:spPr bwMode="auto">
            <a:xfrm>
              <a:off x="7525544" y="1465968"/>
              <a:ext cx="155575" cy="155575"/>
            </a:xfrm>
            <a:custGeom>
              <a:avLst/>
              <a:gdLst>
                <a:gd name="T0" fmla="*/ 74 w 77"/>
                <a:gd name="T1" fmla="*/ 42 h 77"/>
                <a:gd name="T2" fmla="*/ 34 w 77"/>
                <a:gd name="T3" fmla="*/ 75 h 77"/>
                <a:gd name="T4" fmla="*/ 2 w 77"/>
                <a:gd name="T5" fmla="*/ 35 h 77"/>
                <a:gd name="T6" fmla="*/ 42 w 77"/>
                <a:gd name="T7" fmla="*/ 2 h 77"/>
                <a:gd name="T8" fmla="*/ 74 w 77"/>
                <a:gd name="T9" fmla="*/ 42 h 77"/>
              </a:gdLst>
              <a:ahLst/>
              <a:cxnLst>
                <a:cxn ang="0">
                  <a:pos x="T0" y="T1"/>
                </a:cxn>
                <a:cxn ang="0">
                  <a:pos x="T2" y="T3"/>
                </a:cxn>
                <a:cxn ang="0">
                  <a:pos x="T4" y="T5"/>
                </a:cxn>
                <a:cxn ang="0">
                  <a:pos x="T6" y="T7"/>
                </a:cxn>
                <a:cxn ang="0">
                  <a:pos x="T8" y="T9"/>
                </a:cxn>
              </a:cxnLst>
              <a:rect l="0" t="0" r="r" b="b"/>
              <a:pathLst>
                <a:path w="77" h="77">
                  <a:moveTo>
                    <a:pt x="74" y="42"/>
                  </a:moveTo>
                  <a:cubicBezTo>
                    <a:pt x="72" y="62"/>
                    <a:pt x="54" y="77"/>
                    <a:pt x="34" y="75"/>
                  </a:cubicBezTo>
                  <a:cubicBezTo>
                    <a:pt x="14" y="73"/>
                    <a:pt x="0" y="55"/>
                    <a:pt x="2" y="35"/>
                  </a:cubicBezTo>
                  <a:cubicBezTo>
                    <a:pt x="4" y="14"/>
                    <a:pt x="22" y="0"/>
                    <a:pt x="42" y="2"/>
                  </a:cubicBezTo>
                  <a:cubicBezTo>
                    <a:pt x="62" y="4"/>
                    <a:pt x="77" y="22"/>
                    <a:pt x="74" y="42"/>
                  </a:cubicBezTo>
                  <a:close/>
                </a:path>
              </a:pathLst>
            </a:custGeom>
            <a:solidFill>
              <a:srgbClr val="DB734C"/>
            </a:solidFill>
            <a:ln>
              <a:noFill/>
            </a:ln>
            <a:extLst>
              <a:ext uri="{91240B29-F687-4F45-9708-019B960494DF}">
                <a14:hiddenLine xmlns:a14="http://schemas.microsoft.com/office/drawing/2010/main" w="9525">
                  <a:solidFill>
                    <a:srgbClr val="000000"/>
                  </a:solidFill>
                  <a:round/>
                  <a:headEnd/>
                  <a:tailEnd/>
                </a14:hiddenLine>
              </a:ext>
            </a:extLst>
          </p:spPr>
          <p:txBody>
            <a:bodyPr anchor="ctr"/>
            <a:lstStyle/>
            <a:p>
              <a:pPr algn="ctr"/>
              <a:endParaRPr/>
            </a:p>
          </p:txBody>
        </p:sp>
        <p:sp>
          <p:nvSpPr>
            <p:cNvPr id="376" name="îślïḓè">
              <a:extLst>
                <a:ext uri="{FF2B5EF4-FFF2-40B4-BE49-F238E27FC236}">
                  <a16:creationId xmlns:a16="http://schemas.microsoft.com/office/drawing/2014/main" id="{FE9A4525-DAE2-4650-809D-AFBA302D361E}"/>
                </a:ext>
              </a:extLst>
            </p:cNvPr>
            <p:cNvSpPr/>
            <p:nvPr/>
          </p:nvSpPr>
          <p:spPr bwMode="auto">
            <a:xfrm>
              <a:off x="7665244" y="1473906"/>
              <a:ext cx="155575" cy="155575"/>
            </a:xfrm>
            <a:custGeom>
              <a:avLst/>
              <a:gdLst>
                <a:gd name="T0" fmla="*/ 75 w 77"/>
                <a:gd name="T1" fmla="*/ 42 h 77"/>
                <a:gd name="T2" fmla="*/ 35 w 77"/>
                <a:gd name="T3" fmla="*/ 75 h 77"/>
                <a:gd name="T4" fmla="*/ 2 w 77"/>
                <a:gd name="T5" fmla="*/ 35 h 77"/>
                <a:gd name="T6" fmla="*/ 43 w 77"/>
                <a:gd name="T7" fmla="*/ 2 h 77"/>
                <a:gd name="T8" fmla="*/ 75 w 77"/>
                <a:gd name="T9" fmla="*/ 42 h 77"/>
              </a:gdLst>
              <a:ahLst/>
              <a:cxnLst>
                <a:cxn ang="0">
                  <a:pos x="T0" y="T1"/>
                </a:cxn>
                <a:cxn ang="0">
                  <a:pos x="T2" y="T3"/>
                </a:cxn>
                <a:cxn ang="0">
                  <a:pos x="T4" y="T5"/>
                </a:cxn>
                <a:cxn ang="0">
                  <a:pos x="T6" y="T7"/>
                </a:cxn>
                <a:cxn ang="0">
                  <a:pos x="T8" y="T9"/>
                </a:cxn>
              </a:cxnLst>
              <a:rect l="0" t="0" r="r" b="b"/>
              <a:pathLst>
                <a:path w="77" h="77">
                  <a:moveTo>
                    <a:pt x="75" y="42"/>
                  </a:moveTo>
                  <a:cubicBezTo>
                    <a:pt x="73" y="63"/>
                    <a:pt x="55" y="77"/>
                    <a:pt x="35" y="75"/>
                  </a:cubicBezTo>
                  <a:cubicBezTo>
                    <a:pt x="15" y="73"/>
                    <a:pt x="0" y="55"/>
                    <a:pt x="2" y="35"/>
                  </a:cubicBezTo>
                  <a:cubicBezTo>
                    <a:pt x="4" y="15"/>
                    <a:pt x="22" y="0"/>
                    <a:pt x="43" y="2"/>
                  </a:cubicBezTo>
                  <a:cubicBezTo>
                    <a:pt x="63" y="4"/>
                    <a:pt x="77" y="22"/>
                    <a:pt x="75" y="42"/>
                  </a:cubicBezTo>
                  <a:close/>
                </a:path>
              </a:pathLst>
            </a:custGeom>
            <a:solidFill>
              <a:srgbClr val="DB734C"/>
            </a:solidFill>
            <a:ln>
              <a:noFill/>
            </a:ln>
            <a:extLst>
              <a:ext uri="{91240B29-F687-4F45-9708-019B960494DF}">
                <a14:hiddenLine xmlns:a14="http://schemas.microsoft.com/office/drawing/2010/main" w="9525">
                  <a:solidFill>
                    <a:srgbClr val="000000"/>
                  </a:solidFill>
                  <a:round/>
                  <a:headEnd/>
                  <a:tailEnd/>
                </a14:hiddenLine>
              </a:ext>
            </a:extLst>
          </p:spPr>
          <p:txBody>
            <a:bodyPr anchor="ctr"/>
            <a:lstStyle/>
            <a:p>
              <a:pPr algn="ctr"/>
              <a:endParaRPr/>
            </a:p>
          </p:txBody>
        </p:sp>
        <p:sp>
          <p:nvSpPr>
            <p:cNvPr id="377" name="iSḻîďé">
              <a:extLst>
                <a:ext uri="{FF2B5EF4-FFF2-40B4-BE49-F238E27FC236}">
                  <a16:creationId xmlns:a16="http://schemas.microsoft.com/office/drawing/2014/main" id="{5121689B-6F76-4660-9F7B-BD8B191B901C}"/>
                </a:ext>
              </a:extLst>
            </p:cNvPr>
            <p:cNvSpPr/>
            <p:nvPr/>
          </p:nvSpPr>
          <p:spPr bwMode="auto">
            <a:xfrm>
              <a:off x="7811294" y="1502481"/>
              <a:ext cx="155575" cy="155575"/>
            </a:xfrm>
            <a:custGeom>
              <a:avLst/>
              <a:gdLst>
                <a:gd name="T0" fmla="*/ 75 w 77"/>
                <a:gd name="T1" fmla="*/ 43 h 77"/>
                <a:gd name="T2" fmla="*/ 35 w 77"/>
                <a:gd name="T3" fmla="*/ 75 h 77"/>
                <a:gd name="T4" fmla="*/ 2 w 77"/>
                <a:gd name="T5" fmla="*/ 35 h 77"/>
                <a:gd name="T6" fmla="*/ 43 w 77"/>
                <a:gd name="T7" fmla="*/ 2 h 77"/>
                <a:gd name="T8" fmla="*/ 75 w 77"/>
                <a:gd name="T9" fmla="*/ 43 h 77"/>
              </a:gdLst>
              <a:ahLst/>
              <a:cxnLst>
                <a:cxn ang="0">
                  <a:pos x="T0" y="T1"/>
                </a:cxn>
                <a:cxn ang="0">
                  <a:pos x="T2" y="T3"/>
                </a:cxn>
                <a:cxn ang="0">
                  <a:pos x="T4" y="T5"/>
                </a:cxn>
                <a:cxn ang="0">
                  <a:pos x="T6" y="T7"/>
                </a:cxn>
                <a:cxn ang="0">
                  <a:pos x="T8" y="T9"/>
                </a:cxn>
              </a:cxnLst>
              <a:rect l="0" t="0" r="r" b="b"/>
              <a:pathLst>
                <a:path w="77" h="77">
                  <a:moveTo>
                    <a:pt x="75" y="43"/>
                  </a:moveTo>
                  <a:cubicBezTo>
                    <a:pt x="73" y="63"/>
                    <a:pt x="55" y="77"/>
                    <a:pt x="35" y="75"/>
                  </a:cubicBezTo>
                  <a:cubicBezTo>
                    <a:pt x="15" y="73"/>
                    <a:pt x="0" y="55"/>
                    <a:pt x="2" y="35"/>
                  </a:cubicBezTo>
                  <a:cubicBezTo>
                    <a:pt x="5" y="15"/>
                    <a:pt x="23" y="0"/>
                    <a:pt x="43" y="2"/>
                  </a:cubicBezTo>
                  <a:cubicBezTo>
                    <a:pt x="63" y="4"/>
                    <a:pt x="77" y="22"/>
                    <a:pt x="75" y="43"/>
                  </a:cubicBezTo>
                  <a:close/>
                </a:path>
              </a:pathLst>
            </a:custGeom>
            <a:solidFill>
              <a:srgbClr val="DB734C"/>
            </a:solidFill>
            <a:ln>
              <a:noFill/>
            </a:ln>
            <a:extLst>
              <a:ext uri="{91240B29-F687-4F45-9708-019B960494DF}">
                <a14:hiddenLine xmlns:a14="http://schemas.microsoft.com/office/drawing/2010/main" w="9525">
                  <a:solidFill>
                    <a:srgbClr val="000000"/>
                  </a:solidFill>
                  <a:round/>
                  <a:headEnd/>
                  <a:tailEnd/>
                </a14:hiddenLine>
              </a:ext>
            </a:extLst>
          </p:spPr>
          <p:txBody>
            <a:bodyPr anchor="ctr"/>
            <a:lstStyle/>
            <a:p>
              <a:pPr algn="ctr"/>
              <a:endParaRPr/>
            </a:p>
          </p:txBody>
        </p:sp>
        <p:sp>
          <p:nvSpPr>
            <p:cNvPr id="378" name="îSḷíďe">
              <a:extLst>
                <a:ext uri="{FF2B5EF4-FFF2-40B4-BE49-F238E27FC236}">
                  <a16:creationId xmlns:a16="http://schemas.microsoft.com/office/drawing/2014/main" id="{4E05BB81-F923-4452-B501-F973309C4DF2}"/>
                </a:ext>
              </a:extLst>
            </p:cNvPr>
            <p:cNvSpPr/>
            <p:nvPr/>
          </p:nvSpPr>
          <p:spPr bwMode="auto">
            <a:xfrm>
              <a:off x="7952582" y="1396118"/>
              <a:ext cx="169863" cy="417513"/>
            </a:xfrm>
            <a:custGeom>
              <a:avLst/>
              <a:gdLst>
                <a:gd name="T0" fmla="*/ 0 w 84"/>
                <a:gd name="T1" fmla="*/ 69 h 206"/>
                <a:gd name="T2" fmla="*/ 28 w 84"/>
                <a:gd name="T3" fmla="*/ 197 h 206"/>
                <a:gd name="T4" fmla="*/ 44 w 84"/>
                <a:gd name="T5" fmla="*/ 199 h 206"/>
                <a:gd name="T6" fmla="*/ 84 w 84"/>
                <a:gd name="T7" fmla="*/ 102 h 206"/>
                <a:gd name="T8" fmla="*/ 0 w 84"/>
                <a:gd name="T9" fmla="*/ 69 h 206"/>
              </a:gdLst>
              <a:ahLst/>
              <a:cxnLst>
                <a:cxn ang="0">
                  <a:pos x="T0" y="T1"/>
                </a:cxn>
                <a:cxn ang="0">
                  <a:pos x="T2" y="T3"/>
                </a:cxn>
                <a:cxn ang="0">
                  <a:pos x="T4" y="T5"/>
                </a:cxn>
                <a:cxn ang="0">
                  <a:pos x="T6" y="T7"/>
                </a:cxn>
                <a:cxn ang="0">
                  <a:pos x="T8" y="T9"/>
                </a:cxn>
              </a:cxnLst>
              <a:rect l="0" t="0" r="r" b="b"/>
              <a:pathLst>
                <a:path w="84" h="206">
                  <a:moveTo>
                    <a:pt x="0" y="69"/>
                  </a:moveTo>
                  <a:cubicBezTo>
                    <a:pt x="28" y="197"/>
                    <a:pt x="28" y="197"/>
                    <a:pt x="28" y="197"/>
                  </a:cubicBezTo>
                  <a:cubicBezTo>
                    <a:pt x="30" y="205"/>
                    <a:pt x="41" y="206"/>
                    <a:pt x="44" y="199"/>
                  </a:cubicBezTo>
                  <a:cubicBezTo>
                    <a:pt x="84" y="102"/>
                    <a:pt x="84" y="102"/>
                    <a:pt x="84" y="102"/>
                  </a:cubicBezTo>
                  <a:cubicBezTo>
                    <a:pt x="84" y="102"/>
                    <a:pt x="54" y="0"/>
                    <a:pt x="0" y="69"/>
                  </a:cubicBezTo>
                  <a:close/>
                </a:path>
              </a:pathLst>
            </a:custGeom>
            <a:solidFill>
              <a:srgbClr val="DB734C"/>
            </a:solidFill>
            <a:ln>
              <a:noFill/>
            </a:ln>
            <a:extLst>
              <a:ext uri="{91240B29-F687-4F45-9708-019B960494DF}">
                <a14:hiddenLine xmlns:a14="http://schemas.microsoft.com/office/drawing/2010/main" w="9525">
                  <a:solidFill>
                    <a:srgbClr val="000000"/>
                  </a:solidFill>
                  <a:round/>
                  <a:headEnd/>
                  <a:tailEnd/>
                </a14:hiddenLine>
              </a:ext>
            </a:extLst>
          </p:spPr>
          <p:txBody>
            <a:bodyPr anchor="ctr"/>
            <a:lstStyle/>
            <a:p>
              <a:pPr algn="ctr"/>
              <a:endParaRPr/>
            </a:p>
          </p:txBody>
        </p:sp>
        <p:sp>
          <p:nvSpPr>
            <p:cNvPr id="379" name="íṡļíḑè">
              <a:extLst>
                <a:ext uri="{FF2B5EF4-FFF2-40B4-BE49-F238E27FC236}">
                  <a16:creationId xmlns:a16="http://schemas.microsoft.com/office/drawing/2014/main" id="{7CC17C76-72FA-44B1-8AE2-29C7ADB181AE}"/>
                </a:ext>
              </a:extLst>
            </p:cNvPr>
            <p:cNvSpPr/>
            <p:nvPr/>
          </p:nvSpPr>
          <p:spPr bwMode="auto">
            <a:xfrm>
              <a:off x="7746207" y="2162881"/>
              <a:ext cx="260350" cy="528638"/>
            </a:xfrm>
            <a:custGeom>
              <a:avLst/>
              <a:gdLst>
                <a:gd name="T0" fmla="*/ 162 w 164"/>
                <a:gd name="T1" fmla="*/ 47 h 333"/>
                <a:gd name="T2" fmla="*/ 164 w 164"/>
                <a:gd name="T3" fmla="*/ 0 h 333"/>
                <a:gd name="T4" fmla="*/ 85 w 164"/>
                <a:gd name="T5" fmla="*/ 0 h 333"/>
                <a:gd name="T6" fmla="*/ 47 w 164"/>
                <a:gd name="T7" fmla="*/ 125 h 333"/>
                <a:gd name="T8" fmla="*/ 38 w 164"/>
                <a:gd name="T9" fmla="*/ 2 h 333"/>
                <a:gd name="T10" fmla="*/ 9 w 164"/>
                <a:gd name="T11" fmla="*/ 0 h 333"/>
                <a:gd name="T12" fmla="*/ 0 w 164"/>
                <a:gd name="T13" fmla="*/ 333 h 333"/>
                <a:gd name="T14" fmla="*/ 162 w 164"/>
                <a:gd name="T15" fmla="*/ 47 h 333"/>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64" h="333">
                  <a:moveTo>
                    <a:pt x="162" y="47"/>
                  </a:moveTo>
                  <a:lnTo>
                    <a:pt x="164" y="0"/>
                  </a:lnTo>
                  <a:lnTo>
                    <a:pt x="85" y="0"/>
                  </a:lnTo>
                  <a:lnTo>
                    <a:pt x="47" y="125"/>
                  </a:lnTo>
                  <a:lnTo>
                    <a:pt x="38" y="2"/>
                  </a:lnTo>
                  <a:lnTo>
                    <a:pt x="9" y="0"/>
                  </a:lnTo>
                  <a:lnTo>
                    <a:pt x="0" y="333"/>
                  </a:lnTo>
                  <a:lnTo>
                    <a:pt x="162" y="47"/>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nchor="ctr"/>
            <a:lstStyle/>
            <a:p>
              <a:pPr algn="ctr"/>
              <a:endParaRPr/>
            </a:p>
          </p:txBody>
        </p:sp>
        <p:sp>
          <p:nvSpPr>
            <p:cNvPr id="380" name="îsḻíďè">
              <a:extLst>
                <a:ext uri="{FF2B5EF4-FFF2-40B4-BE49-F238E27FC236}">
                  <a16:creationId xmlns:a16="http://schemas.microsoft.com/office/drawing/2014/main" id="{74189CC6-B2B6-48BD-9FBA-7AA4F3B280D3}"/>
                </a:ext>
              </a:extLst>
            </p:cNvPr>
            <p:cNvSpPr/>
            <p:nvPr/>
          </p:nvSpPr>
          <p:spPr bwMode="auto">
            <a:xfrm>
              <a:off x="7481094" y="3618618"/>
              <a:ext cx="685800" cy="288925"/>
            </a:xfrm>
            <a:custGeom>
              <a:avLst/>
              <a:gdLst>
                <a:gd name="T0" fmla="*/ 98 w 339"/>
                <a:gd name="T1" fmla="*/ 128 h 143"/>
                <a:gd name="T2" fmla="*/ 229 w 339"/>
                <a:gd name="T3" fmla="*/ 138 h 143"/>
                <a:gd name="T4" fmla="*/ 339 w 339"/>
                <a:gd name="T5" fmla="*/ 77 h 143"/>
                <a:gd name="T6" fmla="*/ 338 w 339"/>
                <a:gd name="T7" fmla="*/ 6 h 143"/>
                <a:gd name="T8" fmla="*/ 7 w 339"/>
                <a:gd name="T9" fmla="*/ 0 h 143"/>
                <a:gd name="T10" fmla="*/ 3 w 339"/>
                <a:gd name="T11" fmla="*/ 52 h 143"/>
                <a:gd name="T12" fmla="*/ 98 w 339"/>
                <a:gd name="T13" fmla="*/ 128 h 143"/>
              </a:gdLst>
              <a:ahLst/>
              <a:cxnLst>
                <a:cxn ang="0">
                  <a:pos x="T0" y="T1"/>
                </a:cxn>
                <a:cxn ang="0">
                  <a:pos x="T2" y="T3"/>
                </a:cxn>
                <a:cxn ang="0">
                  <a:pos x="T4" y="T5"/>
                </a:cxn>
                <a:cxn ang="0">
                  <a:pos x="T6" y="T7"/>
                </a:cxn>
                <a:cxn ang="0">
                  <a:pos x="T8" y="T9"/>
                </a:cxn>
                <a:cxn ang="0">
                  <a:pos x="T10" y="T11"/>
                </a:cxn>
                <a:cxn ang="0">
                  <a:pos x="T12" y="T13"/>
                </a:cxn>
              </a:cxnLst>
              <a:rect l="0" t="0" r="r" b="b"/>
              <a:pathLst>
                <a:path w="339" h="143">
                  <a:moveTo>
                    <a:pt x="98" y="128"/>
                  </a:moveTo>
                  <a:cubicBezTo>
                    <a:pt x="229" y="138"/>
                    <a:pt x="229" y="138"/>
                    <a:pt x="229" y="138"/>
                  </a:cubicBezTo>
                  <a:cubicBezTo>
                    <a:pt x="286" y="143"/>
                    <a:pt x="336" y="116"/>
                    <a:pt x="339" y="77"/>
                  </a:cubicBezTo>
                  <a:cubicBezTo>
                    <a:pt x="338" y="6"/>
                    <a:pt x="338" y="6"/>
                    <a:pt x="338" y="6"/>
                  </a:cubicBezTo>
                  <a:cubicBezTo>
                    <a:pt x="7" y="0"/>
                    <a:pt x="7" y="0"/>
                    <a:pt x="7" y="0"/>
                  </a:cubicBezTo>
                  <a:cubicBezTo>
                    <a:pt x="3" y="52"/>
                    <a:pt x="3" y="52"/>
                    <a:pt x="3" y="52"/>
                  </a:cubicBezTo>
                  <a:cubicBezTo>
                    <a:pt x="0" y="91"/>
                    <a:pt x="41" y="124"/>
                    <a:pt x="98" y="128"/>
                  </a:cubicBezTo>
                </a:path>
              </a:pathLst>
            </a:custGeom>
            <a:solidFill>
              <a:srgbClr val="07113D"/>
            </a:solidFill>
            <a:ln>
              <a:noFill/>
            </a:ln>
            <a:extLst>
              <a:ext uri="{91240B29-F687-4F45-9708-019B960494DF}">
                <a14:hiddenLine xmlns:a14="http://schemas.microsoft.com/office/drawing/2010/main" w="9525">
                  <a:solidFill>
                    <a:srgbClr val="000000"/>
                  </a:solidFill>
                  <a:round/>
                  <a:headEnd/>
                  <a:tailEnd/>
                </a14:hiddenLine>
              </a:ext>
            </a:extLst>
          </p:spPr>
          <p:txBody>
            <a:bodyPr anchor="ctr"/>
            <a:lstStyle/>
            <a:p>
              <a:pPr algn="ctr"/>
              <a:endParaRPr/>
            </a:p>
          </p:txBody>
        </p:sp>
        <p:sp>
          <p:nvSpPr>
            <p:cNvPr id="381" name="íśļîḍê">
              <a:extLst>
                <a:ext uri="{FF2B5EF4-FFF2-40B4-BE49-F238E27FC236}">
                  <a16:creationId xmlns:a16="http://schemas.microsoft.com/office/drawing/2014/main" id="{366CDAA3-E9B2-4E53-B912-23A56116312E}"/>
                </a:ext>
              </a:extLst>
            </p:cNvPr>
            <p:cNvSpPr/>
            <p:nvPr/>
          </p:nvSpPr>
          <p:spPr bwMode="auto">
            <a:xfrm>
              <a:off x="7628732" y="5504568"/>
              <a:ext cx="79375" cy="276225"/>
            </a:xfrm>
            <a:custGeom>
              <a:avLst/>
              <a:gdLst>
                <a:gd name="T0" fmla="*/ 18 w 39"/>
                <a:gd name="T1" fmla="*/ 137 h 137"/>
                <a:gd name="T2" fmla="*/ 10 w 39"/>
                <a:gd name="T3" fmla="*/ 137 h 137"/>
                <a:gd name="T4" fmla="*/ 0 w 39"/>
                <a:gd name="T5" fmla="*/ 127 h 137"/>
                <a:gd name="T6" fmla="*/ 0 w 39"/>
                <a:gd name="T7" fmla="*/ 0 h 137"/>
                <a:gd name="T8" fmla="*/ 39 w 39"/>
                <a:gd name="T9" fmla="*/ 8 h 137"/>
                <a:gd name="T10" fmla="*/ 27 w 39"/>
                <a:gd name="T11" fmla="*/ 128 h 137"/>
                <a:gd name="T12" fmla="*/ 18 w 39"/>
                <a:gd name="T13" fmla="*/ 137 h 137"/>
              </a:gdLst>
              <a:ahLst/>
              <a:cxnLst>
                <a:cxn ang="0">
                  <a:pos x="T0" y="T1"/>
                </a:cxn>
                <a:cxn ang="0">
                  <a:pos x="T2" y="T3"/>
                </a:cxn>
                <a:cxn ang="0">
                  <a:pos x="T4" y="T5"/>
                </a:cxn>
                <a:cxn ang="0">
                  <a:pos x="T6" y="T7"/>
                </a:cxn>
                <a:cxn ang="0">
                  <a:pos x="T8" y="T9"/>
                </a:cxn>
                <a:cxn ang="0">
                  <a:pos x="T10" y="T11"/>
                </a:cxn>
                <a:cxn ang="0">
                  <a:pos x="T12" y="T13"/>
                </a:cxn>
              </a:cxnLst>
              <a:rect l="0" t="0" r="r" b="b"/>
              <a:pathLst>
                <a:path w="39" h="137">
                  <a:moveTo>
                    <a:pt x="18" y="137"/>
                  </a:moveTo>
                  <a:cubicBezTo>
                    <a:pt x="10" y="137"/>
                    <a:pt x="10" y="137"/>
                    <a:pt x="10" y="137"/>
                  </a:cubicBezTo>
                  <a:cubicBezTo>
                    <a:pt x="5" y="137"/>
                    <a:pt x="0" y="133"/>
                    <a:pt x="0" y="127"/>
                  </a:cubicBezTo>
                  <a:cubicBezTo>
                    <a:pt x="0" y="0"/>
                    <a:pt x="0" y="0"/>
                    <a:pt x="0" y="0"/>
                  </a:cubicBezTo>
                  <a:cubicBezTo>
                    <a:pt x="39" y="8"/>
                    <a:pt x="39" y="8"/>
                    <a:pt x="39" y="8"/>
                  </a:cubicBezTo>
                  <a:cubicBezTo>
                    <a:pt x="27" y="128"/>
                    <a:pt x="27" y="128"/>
                    <a:pt x="27" y="128"/>
                  </a:cubicBezTo>
                  <a:cubicBezTo>
                    <a:pt x="27" y="133"/>
                    <a:pt x="23" y="137"/>
                    <a:pt x="18" y="137"/>
                  </a:cubicBezTo>
                  <a:close/>
                </a:path>
              </a:pathLst>
            </a:custGeom>
            <a:solidFill>
              <a:srgbClr val="07113D"/>
            </a:solidFill>
            <a:ln>
              <a:noFill/>
            </a:ln>
            <a:extLst>
              <a:ext uri="{91240B29-F687-4F45-9708-019B960494DF}">
                <a14:hiddenLine xmlns:a14="http://schemas.microsoft.com/office/drawing/2010/main" w="9525">
                  <a:solidFill>
                    <a:srgbClr val="000000"/>
                  </a:solidFill>
                  <a:round/>
                  <a:headEnd/>
                  <a:tailEnd/>
                </a14:hiddenLine>
              </a:ext>
            </a:extLst>
          </p:spPr>
          <p:txBody>
            <a:bodyPr anchor="ctr"/>
            <a:lstStyle/>
            <a:p>
              <a:pPr algn="ctr"/>
              <a:endParaRPr/>
            </a:p>
          </p:txBody>
        </p:sp>
        <p:sp>
          <p:nvSpPr>
            <p:cNvPr id="382" name="íS1îďé">
              <a:extLst>
                <a:ext uri="{FF2B5EF4-FFF2-40B4-BE49-F238E27FC236}">
                  <a16:creationId xmlns:a16="http://schemas.microsoft.com/office/drawing/2014/main" id="{65293BED-5A8C-461E-9F80-CDCD56DEC2EA}"/>
                </a:ext>
              </a:extLst>
            </p:cNvPr>
            <p:cNvSpPr/>
            <p:nvPr/>
          </p:nvSpPr>
          <p:spPr bwMode="auto">
            <a:xfrm>
              <a:off x="7266782" y="5452181"/>
              <a:ext cx="442913" cy="334963"/>
            </a:xfrm>
            <a:custGeom>
              <a:avLst/>
              <a:gdLst>
                <a:gd name="T0" fmla="*/ 104 w 219"/>
                <a:gd name="T1" fmla="*/ 18 h 166"/>
                <a:gd name="T2" fmla="*/ 59 w 219"/>
                <a:gd name="T3" fmla="*/ 99 h 166"/>
                <a:gd name="T4" fmla="*/ 23 w 219"/>
                <a:gd name="T5" fmla="*/ 120 h 166"/>
                <a:gd name="T6" fmla="*/ 1 w 219"/>
                <a:gd name="T7" fmla="*/ 142 h 166"/>
                <a:gd name="T8" fmla="*/ 1 w 219"/>
                <a:gd name="T9" fmla="*/ 142 h 166"/>
                <a:gd name="T10" fmla="*/ 24 w 219"/>
                <a:gd name="T11" fmla="*/ 166 h 166"/>
                <a:gd name="T12" fmla="*/ 61 w 219"/>
                <a:gd name="T13" fmla="*/ 166 h 166"/>
                <a:gd name="T14" fmla="*/ 112 w 219"/>
                <a:gd name="T15" fmla="*/ 146 h 166"/>
                <a:gd name="T16" fmla="*/ 212 w 219"/>
                <a:gd name="T17" fmla="*/ 53 h 166"/>
                <a:gd name="T18" fmla="*/ 218 w 219"/>
                <a:gd name="T19" fmla="*/ 31 h 166"/>
                <a:gd name="T20" fmla="*/ 183 w 219"/>
                <a:gd name="T21" fmla="*/ 3 h 166"/>
                <a:gd name="T22" fmla="*/ 104 w 219"/>
                <a:gd name="T23" fmla="*/ 18 h 1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219" h="166">
                  <a:moveTo>
                    <a:pt x="104" y="18"/>
                  </a:moveTo>
                  <a:cubicBezTo>
                    <a:pt x="59" y="99"/>
                    <a:pt x="59" y="99"/>
                    <a:pt x="59" y="99"/>
                  </a:cubicBezTo>
                  <a:cubicBezTo>
                    <a:pt x="51" y="112"/>
                    <a:pt x="38" y="120"/>
                    <a:pt x="23" y="120"/>
                  </a:cubicBezTo>
                  <a:cubicBezTo>
                    <a:pt x="11" y="121"/>
                    <a:pt x="1" y="130"/>
                    <a:pt x="1" y="142"/>
                  </a:cubicBezTo>
                  <a:cubicBezTo>
                    <a:pt x="1" y="142"/>
                    <a:pt x="1" y="142"/>
                    <a:pt x="1" y="142"/>
                  </a:cubicBezTo>
                  <a:cubicBezTo>
                    <a:pt x="0" y="155"/>
                    <a:pt x="11" y="166"/>
                    <a:pt x="24" y="166"/>
                  </a:cubicBezTo>
                  <a:cubicBezTo>
                    <a:pt x="61" y="166"/>
                    <a:pt x="61" y="166"/>
                    <a:pt x="61" y="166"/>
                  </a:cubicBezTo>
                  <a:cubicBezTo>
                    <a:pt x="80" y="166"/>
                    <a:pt x="98" y="159"/>
                    <a:pt x="112" y="146"/>
                  </a:cubicBezTo>
                  <a:cubicBezTo>
                    <a:pt x="212" y="53"/>
                    <a:pt x="212" y="53"/>
                    <a:pt x="212" y="53"/>
                  </a:cubicBezTo>
                  <a:cubicBezTo>
                    <a:pt x="217" y="46"/>
                    <a:pt x="219" y="38"/>
                    <a:pt x="218" y="31"/>
                  </a:cubicBezTo>
                  <a:cubicBezTo>
                    <a:pt x="217" y="13"/>
                    <a:pt x="200" y="0"/>
                    <a:pt x="183" y="3"/>
                  </a:cubicBezTo>
                  <a:lnTo>
                    <a:pt x="104" y="18"/>
                  </a:lnTo>
                  <a:close/>
                </a:path>
              </a:pathLst>
            </a:custGeom>
            <a:solidFill>
              <a:srgbClr val="07113D"/>
            </a:solidFill>
            <a:ln>
              <a:noFill/>
            </a:ln>
            <a:extLst>
              <a:ext uri="{91240B29-F687-4F45-9708-019B960494DF}">
                <a14:hiddenLine xmlns:a14="http://schemas.microsoft.com/office/drawing/2010/main" w="9525">
                  <a:solidFill>
                    <a:srgbClr val="000000"/>
                  </a:solidFill>
                  <a:round/>
                  <a:headEnd/>
                  <a:tailEnd/>
                </a14:hiddenLine>
              </a:ext>
            </a:extLst>
          </p:spPr>
          <p:txBody>
            <a:bodyPr anchor="ctr"/>
            <a:lstStyle/>
            <a:p>
              <a:pPr algn="ctr"/>
              <a:endParaRPr/>
            </a:p>
          </p:txBody>
        </p:sp>
        <p:sp>
          <p:nvSpPr>
            <p:cNvPr id="383" name="ï$ḻiḑê">
              <a:extLst>
                <a:ext uri="{FF2B5EF4-FFF2-40B4-BE49-F238E27FC236}">
                  <a16:creationId xmlns:a16="http://schemas.microsoft.com/office/drawing/2014/main" id="{48C18FA0-1CB2-4FFE-9F44-C7E4BFD8CFF6}"/>
                </a:ext>
              </a:extLst>
            </p:cNvPr>
            <p:cNvSpPr/>
            <p:nvPr/>
          </p:nvSpPr>
          <p:spPr bwMode="auto">
            <a:xfrm>
              <a:off x="7262019" y="5431543"/>
              <a:ext cx="442913" cy="334963"/>
            </a:xfrm>
            <a:custGeom>
              <a:avLst/>
              <a:gdLst>
                <a:gd name="T0" fmla="*/ 104 w 219"/>
                <a:gd name="T1" fmla="*/ 18 h 166"/>
                <a:gd name="T2" fmla="*/ 58 w 219"/>
                <a:gd name="T3" fmla="*/ 99 h 166"/>
                <a:gd name="T4" fmla="*/ 22 w 219"/>
                <a:gd name="T5" fmla="*/ 120 h 166"/>
                <a:gd name="T6" fmla="*/ 0 w 219"/>
                <a:gd name="T7" fmla="*/ 141 h 166"/>
                <a:gd name="T8" fmla="*/ 0 w 219"/>
                <a:gd name="T9" fmla="*/ 142 h 166"/>
                <a:gd name="T10" fmla="*/ 24 w 219"/>
                <a:gd name="T11" fmla="*/ 166 h 166"/>
                <a:gd name="T12" fmla="*/ 50 w 219"/>
                <a:gd name="T13" fmla="*/ 166 h 166"/>
                <a:gd name="T14" fmla="*/ 120 w 219"/>
                <a:gd name="T15" fmla="*/ 138 h 166"/>
                <a:gd name="T16" fmla="*/ 212 w 219"/>
                <a:gd name="T17" fmla="*/ 52 h 166"/>
                <a:gd name="T18" fmla="*/ 218 w 219"/>
                <a:gd name="T19" fmla="*/ 30 h 166"/>
                <a:gd name="T20" fmla="*/ 182 w 219"/>
                <a:gd name="T21" fmla="*/ 2 h 166"/>
                <a:gd name="T22" fmla="*/ 104 w 219"/>
                <a:gd name="T23" fmla="*/ 18 h 1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219" h="166">
                  <a:moveTo>
                    <a:pt x="104" y="18"/>
                  </a:moveTo>
                  <a:cubicBezTo>
                    <a:pt x="58" y="99"/>
                    <a:pt x="58" y="99"/>
                    <a:pt x="58" y="99"/>
                  </a:cubicBezTo>
                  <a:cubicBezTo>
                    <a:pt x="51" y="111"/>
                    <a:pt x="37" y="119"/>
                    <a:pt x="22" y="120"/>
                  </a:cubicBezTo>
                  <a:cubicBezTo>
                    <a:pt x="11" y="120"/>
                    <a:pt x="1" y="130"/>
                    <a:pt x="0" y="141"/>
                  </a:cubicBezTo>
                  <a:cubicBezTo>
                    <a:pt x="0" y="142"/>
                    <a:pt x="0" y="142"/>
                    <a:pt x="0" y="142"/>
                  </a:cubicBezTo>
                  <a:cubicBezTo>
                    <a:pt x="0" y="155"/>
                    <a:pt x="10" y="166"/>
                    <a:pt x="24" y="166"/>
                  </a:cubicBezTo>
                  <a:cubicBezTo>
                    <a:pt x="50" y="166"/>
                    <a:pt x="50" y="166"/>
                    <a:pt x="50" y="166"/>
                  </a:cubicBezTo>
                  <a:cubicBezTo>
                    <a:pt x="76" y="166"/>
                    <a:pt x="101" y="156"/>
                    <a:pt x="120" y="138"/>
                  </a:cubicBezTo>
                  <a:cubicBezTo>
                    <a:pt x="212" y="52"/>
                    <a:pt x="212" y="52"/>
                    <a:pt x="212" y="52"/>
                  </a:cubicBezTo>
                  <a:cubicBezTo>
                    <a:pt x="217" y="46"/>
                    <a:pt x="219" y="38"/>
                    <a:pt x="218" y="30"/>
                  </a:cubicBezTo>
                  <a:cubicBezTo>
                    <a:pt x="216" y="12"/>
                    <a:pt x="200" y="0"/>
                    <a:pt x="182" y="2"/>
                  </a:cubicBezTo>
                  <a:lnTo>
                    <a:pt x="104" y="18"/>
                  </a:lnTo>
                  <a:close/>
                </a:path>
              </a:pathLst>
            </a:custGeom>
            <a:solidFill>
              <a:srgbClr val="B95241"/>
            </a:solidFill>
            <a:ln>
              <a:noFill/>
            </a:ln>
            <a:extLst>
              <a:ext uri="{91240B29-F687-4F45-9708-019B960494DF}">
                <a14:hiddenLine xmlns:a14="http://schemas.microsoft.com/office/drawing/2010/main" w="9525">
                  <a:solidFill>
                    <a:srgbClr val="000000"/>
                  </a:solidFill>
                  <a:round/>
                  <a:headEnd/>
                  <a:tailEnd/>
                </a14:hiddenLine>
              </a:ext>
            </a:extLst>
          </p:spPr>
          <p:txBody>
            <a:bodyPr anchor="ctr"/>
            <a:lstStyle/>
            <a:p>
              <a:pPr algn="ctr"/>
              <a:endParaRPr/>
            </a:p>
          </p:txBody>
        </p:sp>
        <p:sp>
          <p:nvSpPr>
            <p:cNvPr id="384" name="ïṡľîdè">
              <a:extLst>
                <a:ext uri="{FF2B5EF4-FFF2-40B4-BE49-F238E27FC236}">
                  <a16:creationId xmlns:a16="http://schemas.microsoft.com/office/drawing/2014/main" id="{F86B6BDF-450B-4A00-9605-AB9E632704DD}"/>
                </a:ext>
              </a:extLst>
            </p:cNvPr>
            <p:cNvSpPr/>
            <p:nvPr/>
          </p:nvSpPr>
          <p:spPr bwMode="auto">
            <a:xfrm>
              <a:off x="7396957" y="5582356"/>
              <a:ext cx="53975" cy="38100"/>
            </a:xfrm>
            <a:custGeom>
              <a:avLst/>
              <a:gdLst>
                <a:gd name="T0" fmla="*/ 1 w 27"/>
                <a:gd name="T1" fmla="*/ 5 h 19"/>
                <a:gd name="T2" fmla="*/ 22 w 27"/>
                <a:gd name="T3" fmla="*/ 18 h 19"/>
                <a:gd name="T4" fmla="*/ 26 w 27"/>
                <a:gd name="T5" fmla="*/ 17 h 19"/>
                <a:gd name="T6" fmla="*/ 25 w 27"/>
                <a:gd name="T7" fmla="*/ 13 h 19"/>
                <a:gd name="T8" fmla="*/ 4 w 27"/>
                <a:gd name="T9" fmla="*/ 1 h 19"/>
                <a:gd name="T10" fmla="*/ 0 w 27"/>
                <a:gd name="T11" fmla="*/ 1 h 19"/>
                <a:gd name="T12" fmla="*/ 1 w 27"/>
                <a:gd name="T13" fmla="*/ 5 h 19"/>
              </a:gdLst>
              <a:ahLst/>
              <a:cxnLst>
                <a:cxn ang="0">
                  <a:pos x="T0" y="T1"/>
                </a:cxn>
                <a:cxn ang="0">
                  <a:pos x="T2" y="T3"/>
                </a:cxn>
                <a:cxn ang="0">
                  <a:pos x="T4" y="T5"/>
                </a:cxn>
                <a:cxn ang="0">
                  <a:pos x="T6" y="T7"/>
                </a:cxn>
                <a:cxn ang="0">
                  <a:pos x="T8" y="T9"/>
                </a:cxn>
                <a:cxn ang="0">
                  <a:pos x="T10" y="T11"/>
                </a:cxn>
                <a:cxn ang="0">
                  <a:pos x="T12" y="T13"/>
                </a:cxn>
              </a:cxnLst>
              <a:rect l="0" t="0" r="r" b="b"/>
              <a:pathLst>
                <a:path w="27" h="19">
                  <a:moveTo>
                    <a:pt x="1" y="5"/>
                  </a:moveTo>
                  <a:cubicBezTo>
                    <a:pt x="22" y="18"/>
                    <a:pt x="22" y="18"/>
                    <a:pt x="22" y="18"/>
                  </a:cubicBezTo>
                  <a:cubicBezTo>
                    <a:pt x="23" y="19"/>
                    <a:pt x="25" y="18"/>
                    <a:pt x="26" y="17"/>
                  </a:cubicBezTo>
                  <a:cubicBezTo>
                    <a:pt x="27" y="16"/>
                    <a:pt x="26" y="14"/>
                    <a:pt x="25" y="13"/>
                  </a:cubicBezTo>
                  <a:cubicBezTo>
                    <a:pt x="4" y="1"/>
                    <a:pt x="4" y="1"/>
                    <a:pt x="4" y="1"/>
                  </a:cubicBezTo>
                  <a:cubicBezTo>
                    <a:pt x="3" y="0"/>
                    <a:pt x="1" y="0"/>
                    <a:pt x="0" y="1"/>
                  </a:cubicBezTo>
                  <a:cubicBezTo>
                    <a:pt x="0" y="3"/>
                    <a:pt x="0" y="5"/>
                    <a:pt x="1" y="5"/>
                  </a:cubicBezTo>
                </a:path>
              </a:pathLst>
            </a:custGeom>
            <a:solidFill>
              <a:srgbClr val="07113D"/>
            </a:solidFill>
            <a:ln>
              <a:noFill/>
            </a:ln>
            <a:extLst>
              <a:ext uri="{91240B29-F687-4F45-9708-019B960494DF}">
                <a14:hiddenLine xmlns:a14="http://schemas.microsoft.com/office/drawing/2010/main" w="9525">
                  <a:solidFill>
                    <a:srgbClr val="000000"/>
                  </a:solidFill>
                  <a:round/>
                  <a:headEnd/>
                  <a:tailEnd/>
                </a14:hiddenLine>
              </a:ext>
            </a:extLst>
          </p:spPr>
          <p:txBody>
            <a:bodyPr anchor="ctr"/>
            <a:lstStyle/>
            <a:p>
              <a:pPr algn="ctr"/>
              <a:endParaRPr/>
            </a:p>
          </p:txBody>
        </p:sp>
        <p:sp>
          <p:nvSpPr>
            <p:cNvPr id="385" name="íśḷïdé">
              <a:extLst>
                <a:ext uri="{FF2B5EF4-FFF2-40B4-BE49-F238E27FC236}">
                  <a16:creationId xmlns:a16="http://schemas.microsoft.com/office/drawing/2014/main" id="{995D414A-B654-4985-9F05-0A4CC18310A4}"/>
                </a:ext>
              </a:extLst>
            </p:cNvPr>
            <p:cNvSpPr/>
            <p:nvPr/>
          </p:nvSpPr>
          <p:spPr bwMode="auto">
            <a:xfrm>
              <a:off x="7412832" y="5550606"/>
              <a:ext cx="53975" cy="38100"/>
            </a:xfrm>
            <a:custGeom>
              <a:avLst/>
              <a:gdLst>
                <a:gd name="T0" fmla="*/ 2 w 27"/>
                <a:gd name="T1" fmla="*/ 5 h 19"/>
                <a:gd name="T2" fmla="*/ 22 w 27"/>
                <a:gd name="T3" fmla="*/ 18 h 19"/>
                <a:gd name="T4" fmla="*/ 26 w 27"/>
                <a:gd name="T5" fmla="*/ 17 h 19"/>
                <a:gd name="T6" fmla="*/ 25 w 27"/>
                <a:gd name="T7" fmla="*/ 13 h 19"/>
                <a:gd name="T8" fmla="*/ 5 w 27"/>
                <a:gd name="T9" fmla="*/ 0 h 19"/>
                <a:gd name="T10" fmla="*/ 1 w 27"/>
                <a:gd name="T11" fmla="*/ 1 h 19"/>
                <a:gd name="T12" fmla="*/ 2 w 27"/>
                <a:gd name="T13" fmla="*/ 5 h 19"/>
              </a:gdLst>
              <a:ahLst/>
              <a:cxnLst>
                <a:cxn ang="0">
                  <a:pos x="T0" y="T1"/>
                </a:cxn>
                <a:cxn ang="0">
                  <a:pos x="T2" y="T3"/>
                </a:cxn>
                <a:cxn ang="0">
                  <a:pos x="T4" y="T5"/>
                </a:cxn>
                <a:cxn ang="0">
                  <a:pos x="T6" y="T7"/>
                </a:cxn>
                <a:cxn ang="0">
                  <a:pos x="T8" y="T9"/>
                </a:cxn>
                <a:cxn ang="0">
                  <a:pos x="T10" y="T11"/>
                </a:cxn>
                <a:cxn ang="0">
                  <a:pos x="T12" y="T13"/>
                </a:cxn>
              </a:cxnLst>
              <a:rect l="0" t="0" r="r" b="b"/>
              <a:pathLst>
                <a:path w="27" h="19">
                  <a:moveTo>
                    <a:pt x="2" y="5"/>
                  </a:moveTo>
                  <a:cubicBezTo>
                    <a:pt x="22" y="18"/>
                    <a:pt x="22" y="18"/>
                    <a:pt x="22" y="18"/>
                  </a:cubicBezTo>
                  <a:cubicBezTo>
                    <a:pt x="24" y="19"/>
                    <a:pt x="25" y="18"/>
                    <a:pt x="26" y="17"/>
                  </a:cubicBezTo>
                  <a:cubicBezTo>
                    <a:pt x="27" y="15"/>
                    <a:pt x="27" y="14"/>
                    <a:pt x="25" y="13"/>
                  </a:cubicBezTo>
                  <a:cubicBezTo>
                    <a:pt x="5" y="0"/>
                    <a:pt x="5" y="0"/>
                    <a:pt x="5" y="0"/>
                  </a:cubicBezTo>
                  <a:cubicBezTo>
                    <a:pt x="3" y="0"/>
                    <a:pt x="2" y="0"/>
                    <a:pt x="1" y="1"/>
                  </a:cubicBezTo>
                  <a:cubicBezTo>
                    <a:pt x="0" y="3"/>
                    <a:pt x="0" y="4"/>
                    <a:pt x="2" y="5"/>
                  </a:cubicBezTo>
                </a:path>
              </a:pathLst>
            </a:custGeom>
            <a:solidFill>
              <a:srgbClr val="07113D"/>
            </a:solidFill>
            <a:ln>
              <a:noFill/>
            </a:ln>
            <a:extLst>
              <a:ext uri="{91240B29-F687-4F45-9708-019B960494DF}">
                <a14:hiddenLine xmlns:a14="http://schemas.microsoft.com/office/drawing/2010/main" w="9525">
                  <a:solidFill>
                    <a:srgbClr val="000000"/>
                  </a:solidFill>
                  <a:round/>
                  <a:headEnd/>
                  <a:tailEnd/>
                </a14:hiddenLine>
              </a:ext>
            </a:extLst>
          </p:spPr>
          <p:txBody>
            <a:bodyPr anchor="ctr"/>
            <a:lstStyle/>
            <a:p>
              <a:pPr algn="ctr"/>
              <a:endParaRPr/>
            </a:p>
          </p:txBody>
        </p:sp>
        <p:sp>
          <p:nvSpPr>
            <p:cNvPr id="386" name="íŝ1îḍé">
              <a:extLst>
                <a:ext uri="{FF2B5EF4-FFF2-40B4-BE49-F238E27FC236}">
                  <a16:creationId xmlns:a16="http://schemas.microsoft.com/office/drawing/2014/main" id="{9166D60E-A6F0-4BDF-8121-E8603CCE99DE}"/>
                </a:ext>
              </a:extLst>
            </p:cNvPr>
            <p:cNvSpPr/>
            <p:nvPr/>
          </p:nvSpPr>
          <p:spPr bwMode="auto">
            <a:xfrm>
              <a:off x="7428707" y="5518856"/>
              <a:ext cx="53975" cy="38100"/>
            </a:xfrm>
            <a:custGeom>
              <a:avLst/>
              <a:gdLst>
                <a:gd name="T0" fmla="*/ 2 w 27"/>
                <a:gd name="T1" fmla="*/ 6 h 19"/>
                <a:gd name="T2" fmla="*/ 23 w 27"/>
                <a:gd name="T3" fmla="*/ 18 h 19"/>
                <a:gd name="T4" fmla="*/ 27 w 27"/>
                <a:gd name="T5" fmla="*/ 17 h 19"/>
                <a:gd name="T6" fmla="*/ 26 w 27"/>
                <a:gd name="T7" fmla="*/ 13 h 19"/>
                <a:gd name="T8" fmla="*/ 5 w 27"/>
                <a:gd name="T9" fmla="*/ 1 h 19"/>
                <a:gd name="T10" fmla="*/ 1 w 27"/>
                <a:gd name="T11" fmla="*/ 2 h 19"/>
                <a:gd name="T12" fmla="*/ 2 w 27"/>
                <a:gd name="T13" fmla="*/ 6 h 19"/>
              </a:gdLst>
              <a:ahLst/>
              <a:cxnLst>
                <a:cxn ang="0">
                  <a:pos x="T0" y="T1"/>
                </a:cxn>
                <a:cxn ang="0">
                  <a:pos x="T2" y="T3"/>
                </a:cxn>
                <a:cxn ang="0">
                  <a:pos x="T4" y="T5"/>
                </a:cxn>
                <a:cxn ang="0">
                  <a:pos x="T6" y="T7"/>
                </a:cxn>
                <a:cxn ang="0">
                  <a:pos x="T8" y="T9"/>
                </a:cxn>
                <a:cxn ang="0">
                  <a:pos x="T10" y="T11"/>
                </a:cxn>
                <a:cxn ang="0">
                  <a:pos x="T12" y="T13"/>
                </a:cxn>
              </a:cxnLst>
              <a:rect l="0" t="0" r="r" b="b"/>
              <a:pathLst>
                <a:path w="27" h="19">
                  <a:moveTo>
                    <a:pt x="2" y="6"/>
                  </a:moveTo>
                  <a:cubicBezTo>
                    <a:pt x="23" y="18"/>
                    <a:pt x="23" y="18"/>
                    <a:pt x="23" y="18"/>
                  </a:cubicBezTo>
                  <a:cubicBezTo>
                    <a:pt x="24" y="19"/>
                    <a:pt x="26" y="19"/>
                    <a:pt x="27" y="17"/>
                  </a:cubicBezTo>
                  <a:cubicBezTo>
                    <a:pt x="27" y="16"/>
                    <a:pt x="27" y="14"/>
                    <a:pt x="26" y="13"/>
                  </a:cubicBezTo>
                  <a:cubicBezTo>
                    <a:pt x="5" y="1"/>
                    <a:pt x="5" y="1"/>
                    <a:pt x="5" y="1"/>
                  </a:cubicBezTo>
                  <a:cubicBezTo>
                    <a:pt x="4" y="0"/>
                    <a:pt x="2" y="0"/>
                    <a:pt x="1" y="2"/>
                  </a:cubicBezTo>
                  <a:cubicBezTo>
                    <a:pt x="0" y="3"/>
                    <a:pt x="1" y="5"/>
                    <a:pt x="2" y="6"/>
                  </a:cubicBezTo>
                </a:path>
              </a:pathLst>
            </a:custGeom>
            <a:solidFill>
              <a:srgbClr val="07113D"/>
            </a:solidFill>
            <a:ln>
              <a:noFill/>
            </a:ln>
            <a:extLst>
              <a:ext uri="{91240B29-F687-4F45-9708-019B960494DF}">
                <a14:hiddenLine xmlns:a14="http://schemas.microsoft.com/office/drawing/2010/main" w="9525">
                  <a:solidFill>
                    <a:srgbClr val="000000"/>
                  </a:solidFill>
                  <a:round/>
                  <a:headEnd/>
                  <a:tailEnd/>
                </a14:hiddenLine>
              </a:ext>
            </a:extLst>
          </p:spPr>
          <p:txBody>
            <a:bodyPr anchor="ctr"/>
            <a:lstStyle/>
            <a:p>
              <a:pPr algn="ctr"/>
              <a:endParaRPr/>
            </a:p>
          </p:txBody>
        </p:sp>
        <p:sp>
          <p:nvSpPr>
            <p:cNvPr id="387" name="işļïdê">
              <a:extLst>
                <a:ext uri="{FF2B5EF4-FFF2-40B4-BE49-F238E27FC236}">
                  <a16:creationId xmlns:a16="http://schemas.microsoft.com/office/drawing/2014/main" id="{C365D903-840C-4992-A0A1-E9A3DB472BFE}"/>
                </a:ext>
              </a:extLst>
            </p:cNvPr>
            <p:cNvSpPr/>
            <p:nvPr/>
          </p:nvSpPr>
          <p:spPr bwMode="auto">
            <a:xfrm>
              <a:off x="7458869" y="5420431"/>
              <a:ext cx="241300" cy="50800"/>
            </a:xfrm>
            <a:prstGeom prst="rect">
              <a:avLst/>
            </a:prstGeom>
            <a:solidFill>
              <a:srgbClr val="D15B4B"/>
            </a:solidFill>
            <a:ln>
              <a:noFill/>
            </a:ln>
            <a:extLst>
              <a:ext uri="{91240B29-F687-4F45-9708-019B960494DF}">
                <a14:hiddenLine xmlns:a14="http://schemas.microsoft.com/office/drawing/2010/main" w="9525">
                  <a:solidFill>
                    <a:srgbClr val="000000"/>
                  </a:solidFill>
                  <a:miter lim="800000"/>
                  <a:headEnd/>
                  <a:tailEnd/>
                </a14:hiddenLine>
              </a:ext>
            </a:extLst>
          </p:spPr>
          <p:txBody>
            <a:bodyPr anchor="ctr"/>
            <a:lstStyle/>
            <a:p>
              <a:pPr algn="ctr"/>
              <a:endParaRPr/>
            </a:p>
          </p:txBody>
        </p:sp>
        <p:sp>
          <p:nvSpPr>
            <p:cNvPr id="388" name="ïŝľïḑè">
              <a:extLst>
                <a:ext uri="{FF2B5EF4-FFF2-40B4-BE49-F238E27FC236}">
                  <a16:creationId xmlns:a16="http://schemas.microsoft.com/office/drawing/2014/main" id="{20FBC087-9D31-4D04-AEC9-E2070AEB59D0}"/>
                </a:ext>
              </a:extLst>
            </p:cNvPr>
            <p:cNvSpPr/>
            <p:nvPr/>
          </p:nvSpPr>
          <p:spPr bwMode="auto">
            <a:xfrm>
              <a:off x="8095457" y="5518856"/>
              <a:ext cx="79375" cy="276225"/>
            </a:xfrm>
            <a:custGeom>
              <a:avLst/>
              <a:gdLst>
                <a:gd name="T0" fmla="*/ 18 w 39"/>
                <a:gd name="T1" fmla="*/ 137 h 137"/>
                <a:gd name="T2" fmla="*/ 10 w 39"/>
                <a:gd name="T3" fmla="*/ 137 h 137"/>
                <a:gd name="T4" fmla="*/ 0 w 39"/>
                <a:gd name="T5" fmla="*/ 128 h 137"/>
                <a:gd name="T6" fmla="*/ 0 w 39"/>
                <a:gd name="T7" fmla="*/ 0 h 137"/>
                <a:gd name="T8" fmla="*/ 39 w 39"/>
                <a:gd name="T9" fmla="*/ 8 h 137"/>
                <a:gd name="T10" fmla="*/ 27 w 39"/>
                <a:gd name="T11" fmla="*/ 129 h 137"/>
                <a:gd name="T12" fmla="*/ 18 w 39"/>
                <a:gd name="T13" fmla="*/ 137 h 137"/>
              </a:gdLst>
              <a:ahLst/>
              <a:cxnLst>
                <a:cxn ang="0">
                  <a:pos x="T0" y="T1"/>
                </a:cxn>
                <a:cxn ang="0">
                  <a:pos x="T2" y="T3"/>
                </a:cxn>
                <a:cxn ang="0">
                  <a:pos x="T4" y="T5"/>
                </a:cxn>
                <a:cxn ang="0">
                  <a:pos x="T6" y="T7"/>
                </a:cxn>
                <a:cxn ang="0">
                  <a:pos x="T8" y="T9"/>
                </a:cxn>
                <a:cxn ang="0">
                  <a:pos x="T10" y="T11"/>
                </a:cxn>
                <a:cxn ang="0">
                  <a:pos x="T12" y="T13"/>
                </a:cxn>
              </a:cxnLst>
              <a:rect l="0" t="0" r="r" b="b"/>
              <a:pathLst>
                <a:path w="39" h="137">
                  <a:moveTo>
                    <a:pt x="18" y="137"/>
                  </a:moveTo>
                  <a:cubicBezTo>
                    <a:pt x="10" y="137"/>
                    <a:pt x="10" y="137"/>
                    <a:pt x="10" y="137"/>
                  </a:cubicBezTo>
                  <a:cubicBezTo>
                    <a:pt x="5" y="137"/>
                    <a:pt x="0" y="133"/>
                    <a:pt x="0" y="128"/>
                  </a:cubicBezTo>
                  <a:cubicBezTo>
                    <a:pt x="0" y="0"/>
                    <a:pt x="0" y="0"/>
                    <a:pt x="0" y="0"/>
                  </a:cubicBezTo>
                  <a:cubicBezTo>
                    <a:pt x="39" y="8"/>
                    <a:pt x="39" y="8"/>
                    <a:pt x="39" y="8"/>
                  </a:cubicBezTo>
                  <a:cubicBezTo>
                    <a:pt x="27" y="129"/>
                    <a:pt x="27" y="129"/>
                    <a:pt x="27" y="129"/>
                  </a:cubicBezTo>
                  <a:cubicBezTo>
                    <a:pt x="27" y="133"/>
                    <a:pt x="23" y="137"/>
                    <a:pt x="18" y="137"/>
                  </a:cubicBezTo>
                  <a:close/>
                </a:path>
              </a:pathLst>
            </a:custGeom>
            <a:solidFill>
              <a:srgbClr val="07113D"/>
            </a:solidFill>
            <a:ln>
              <a:noFill/>
            </a:ln>
            <a:extLst>
              <a:ext uri="{91240B29-F687-4F45-9708-019B960494DF}">
                <a14:hiddenLine xmlns:a14="http://schemas.microsoft.com/office/drawing/2010/main" w="9525">
                  <a:solidFill>
                    <a:srgbClr val="000000"/>
                  </a:solidFill>
                  <a:round/>
                  <a:headEnd/>
                  <a:tailEnd/>
                </a14:hiddenLine>
              </a:ext>
            </a:extLst>
          </p:spPr>
          <p:txBody>
            <a:bodyPr anchor="ctr"/>
            <a:lstStyle/>
            <a:p>
              <a:pPr algn="ctr"/>
              <a:endParaRPr/>
            </a:p>
          </p:txBody>
        </p:sp>
        <p:sp>
          <p:nvSpPr>
            <p:cNvPr id="389" name="íṣļiḑé">
              <a:extLst>
                <a:ext uri="{FF2B5EF4-FFF2-40B4-BE49-F238E27FC236}">
                  <a16:creationId xmlns:a16="http://schemas.microsoft.com/office/drawing/2014/main" id="{AF8DA0FC-10E3-4301-BE2C-3907124CEE78}"/>
                </a:ext>
              </a:extLst>
            </p:cNvPr>
            <p:cNvSpPr/>
            <p:nvPr/>
          </p:nvSpPr>
          <p:spPr bwMode="auto">
            <a:xfrm>
              <a:off x="7733507" y="5464881"/>
              <a:ext cx="442913" cy="338138"/>
            </a:xfrm>
            <a:custGeom>
              <a:avLst/>
              <a:gdLst>
                <a:gd name="T0" fmla="*/ 104 w 219"/>
                <a:gd name="T1" fmla="*/ 18 h 167"/>
                <a:gd name="T2" fmla="*/ 59 w 219"/>
                <a:gd name="T3" fmla="*/ 99 h 167"/>
                <a:gd name="T4" fmla="*/ 23 w 219"/>
                <a:gd name="T5" fmla="*/ 121 h 167"/>
                <a:gd name="T6" fmla="*/ 1 w 219"/>
                <a:gd name="T7" fmla="*/ 142 h 167"/>
                <a:gd name="T8" fmla="*/ 1 w 219"/>
                <a:gd name="T9" fmla="*/ 142 h 167"/>
                <a:gd name="T10" fmla="*/ 24 w 219"/>
                <a:gd name="T11" fmla="*/ 167 h 167"/>
                <a:gd name="T12" fmla="*/ 61 w 219"/>
                <a:gd name="T13" fmla="*/ 167 h 167"/>
                <a:gd name="T14" fmla="*/ 112 w 219"/>
                <a:gd name="T15" fmla="*/ 146 h 167"/>
                <a:gd name="T16" fmla="*/ 212 w 219"/>
                <a:gd name="T17" fmla="*/ 53 h 167"/>
                <a:gd name="T18" fmla="*/ 218 w 219"/>
                <a:gd name="T19" fmla="*/ 31 h 167"/>
                <a:gd name="T20" fmla="*/ 183 w 219"/>
                <a:gd name="T21" fmla="*/ 3 h 167"/>
                <a:gd name="T22" fmla="*/ 104 w 219"/>
                <a:gd name="T23" fmla="*/ 18 h 1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219" h="167">
                  <a:moveTo>
                    <a:pt x="104" y="18"/>
                  </a:moveTo>
                  <a:cubicBezTo>
                    <a:pt x="59" y="99"/>
                    <a:pt x="59" y="99"/>
                    <a:pt x="59" y="99"/>
                  </a:cubicBezTo>
                  <a:cubicBezTo>
                    <a:pt x="51" y="112"/>
                    <a:pt x="37" y="120"/>
                    <a:pt x="23" y="121"/>
                  </a:cubicBezTo>
                  <a:cubicBezTo>
                    <a:pt x="11" y="121"/>
                    <a:pt x="1" y="130"/>
                    <a:pt x="1" y="142"/>
                  </a:cubicBezTo>
                  <a:cubicBezTo>
                    <a:pt x="1" y="142"/>
                    <a:pt x="1" y="142"/>
                    <a:pt x="1" y="142"/>
                  </a:cubicBezTo>
                  <a:cubicBezTo>
                    <a:pt x="0" y="156"/>
                    <a:pt x="11" y="167"/>
                    <a:pt x="24" y="167"/>
                  </a:cubicBezTo>
                  <a:cubicBezTo>
                    <a:pt x="61" y="167"/>
                    <a:pt x="61" y="167"/>
                    <a:pt x="61" y="167"/>
                  </a:cubicBezTo>
                  <a:cubicBezTo>
                    <a:pt x="80" y="167"/>
                    <a:pt x="98" y="159"/>
                    <a:pt x="112" y="146"/>
                  </a:cubicBezTo>
                  <a:cubicBezTo>
                    <a:pt x="212" y="53"/>
                    <a:pt x="212" y="53"/>
                    <a:pt x="212" y="53"/>
                  </a:cubicBezTo>
                  <a:cubicBezTo>
                    <a:pt x="217" y="47"/>
                    <a:pt x="219" y="39"/>
                    <a:pt x="218" y="31"/>
                  </a:cubicBezTo>
                  <a:cubicBezTo>
                    <a:pt x="216" y="13"/>
                    <a:pt x="200" y="0"/>
                    <a:pt x="183" y="3"/>
                  </a:cubicBezTo>
                  <a:lnTo>
                    <a:pt x="104" y="18"/>
                  </a:lnTo>
                  <a:close/>
                </a:path>
              </a:pathLst>
            </a:custGeom>
            <a:solidFill>
              <a:srgbClr val="07113D"/>
            </a:solidFill>
            <a:ln>
              <a:noFill/>
            </a:ln>
            <a:extLst>
              <a:ext uri="{91240B29-F687-4F45-9708-019B960494DF}">
                <a14:hiddenLine xmlns:a14="http://schemas.microsoft.com/office/drawing/2010/main" w="9525">
                  <a:solidFill>
                    <a:srgbClr val="000000"/>
                  </a:solidFill>
                  <a:round/>
                  <a:headEnd/>
                  <a:tailEnd/>
                </a14:hiddenLine>
              </a:ext>
            </a:extLst>
          </p:spPr>
          <p:txBody>
            <a:bodyPr anchor="ctr"/>
            <a:lstStyle/>
            <a:p>
              <a:pPr algn="ctr"/>
              <a:endParaRPr/>
            </a:p>
          </p:txBody>
        </p:sp>
        <p:sp>
          <p:nvSpPr>
            <p:cNvPr id="390" name="ïṧliḋe">
              <a:extLst>
                <a:ext uri="{FF2B5EF4-FFF2-40B4-BE49-F238E27FC236}">
                  <a16:creationId xmlns:a16="http://schemas.microsoft.com/office/drawing/2014/main" id="{789646E6-649C-4EC8-B3DB-23AF9AE94B53}"/>
                </a:ext>
              </a:extLst>
            </p:cNvPr>
            <p:cNvSpPr/>
            <p:nvPr/>
          </p:nvSpPr>
          <p:spPr bwMode="auto">
            <a:xfrm>
              <a:off x="7730332" y="5445831"/>
              <a:ext cx="442913" cy="334963"/>
            </a:xfrm>
            <a:custGeom>
              <a:avLst/>
              <a:gdLst>
                <a:gd name="T0" fmla="*/ 104 w 219"/>
                <a:gd name="T1" fmla="*/ 18 h 166"/>
                <a:gd name="T2" fmla="*/ 58 w 219"/>
                <a:gd name="T3" fmla="*/ 99 h 166"/>
                <a:gd name="T4" fmla="*/ 22 w 219"/>
                <a:gd name="T5" fmla="*/ 120 h 166"/>
                <a:gd name="T6" fmla="*/ 0 w 219"/>
                <a:gd name="T7" fmla="*/ 142 h 166"/>
                <a:gd name="T8" fmla="*/ 0 w 219"/>
                <a:gd name="T9" fmla="*/ 142 h 166"/>
                <a:gd name="T10" fmla="*/ 24 w 219"/>
                <a:gd name="T11" fmla="*/ 166 h 166"/>
                <a:gd name="T12" fmla="*/ 50 w 219"/>
                <a:gd name="T13" fmla="*/ 166 h 166"/>
                <a:gd name="T14" fmla="*/ 120 w 219"/>
                <a:gd name="T15" fmla="*/ 139 h 166"/>
                <a:gd name="T16" fmla="*/ 212 w 219"/>
                <a:gd name="T17" fmla="*/ 53 h 166"/>
                <a:gd name="T18" fmla="*/ 218 w 219"/>
                <a:gd name="T19" fmla="*/ 31 h 166"/>
                <a:gd name="T20" fmla="*/ 182 w 219"/>
                <a:gd name="T21" fmla="*/ 3 h 166"/>
                <a:gd name="T22" fmla="*/ 104 w 219"/>
                <a:gd name="T23" fmla="*/ 18 h 1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219" h="166">
                  <a:moveTo>
                    <a:pt x="104" y="18"/>
                  </a:moveTo>
                  <a:cubicBezTo>
                    <a:pt x="58" y="99"/>
                    <a:pt x="58" y="99"/>
                    <a:pt x="58" y="99"/>
                  </a:cubicBezTo>
                  <a:cubicBezTo>
                    <a:pt x="51" y="112"/>
                    <a:pt x="37" y="120"/>
                    <a:pt x="22" y="120"/>
                  </a:cubicBezTo>
                  <a:cubicBezTo>
                    <a:pt x="11" y="121"/>
                    <a:pt x="1" y="130"/>
                    <a:pt x="0" y="142"/>
                  </a:cubicBezTo>
                  <a:cubicBezTo>
                    <a:pt x="0" y="142"/>
                    <a:pt x="0" y="142"/>
                    <a:pt x="0" y="142"/>
                  </a:cubicBezTo>
                  <a:cubicBezTo>
                    <a:pt x="0" y="155"/>
                    <a:pt x="10" y="166"/>
                    <a:pt x="24" y="166"/>
                  </a:cubicBezTo>
                  <a:cubicBezTo>
                    <a:pt x="50" y="166"/>
                    <a:pt x="50" y="166"/>
                    <a:pt x="50" y="166"/>
                  </a:cubicBezTo>
                  <a:cubicBezTo>
                    <a:pt x="76" y="166"/>
                    <a:pt x="101" y="156"/>
                    <a:pt x="120" y="139"/>
                  </a:cubicBezTo>
                  <a:cubicBezTo>
                    <a:pt x="212" y="53"/>
                    <a:pt x="212" y="53"/>
                    <a:pt x="212" y="53"/>
                  </a:cubicBezTo>
                  <a:cubicBezTo>
                    <a:pt x="217" y="46"/>
                    <a:pt x="219" y="38"/>
                    <a:pt x="218" y="31"/>
                  </a:cubicBezTo>
                  <a:cubicBezTo>
                    <a:pt x="216" y="13"/>
                    <a:pt x="200" y="0"/>
                    <a:pt x="182" y="3"/>
                  </a:cubicBezTo>
                  <a:lnTo>
                    <a:pt x="104" y="18"/>
                  </a:lnTo>
                  <a:close/>
                </a:path>
              </a:pathLst>
            </a:custGeom>
            <a:solidFill>
              <a:srgbClr val="B95241"/>
            </a:solidFill>
            <a:ln>
              <a:noFill/>
            </a:ln>
            <a:extLst>
              <a:ext uri="{91240B29-F687-4F45-9708-019B960494DF}">
                <a14:hiddenLine xmlns:a14="http://schemas.microsoft.com/office/drawing/2010/main" w="9525">
                  <a:solidFill>
                    <a:srgbClr val="000000"/>
                  </a:solidFill>
                  <a:round/>
                  <a:headEnd/>
                  <a:tailEnd/>
                </a14:hiddenLine>
              </a:ext>
            </a:extLst>
          </p:spPr>
          <p:txBody>
            <a:bodyPr anchor="ctr"/>
            <a:lstStyle/>
            <a:p>
              <a:pPr algn="ctr"/>
              <a:endParaRPr/>
            </a:p>
          </p:txBody>
        </p:sp>
        <p:sp>
          <p:nvSpPr>
            <p:cNvPr id="391" name="iṡḻíḍe">
              <a:extLst>
                <a:ext uri="{FF2B5EF4-FFF2-40B4-BE49-F238E27FC236}">
                  <a16:creationId xmlns:a16="http://schemas.microsoft.com/office/drawing/2014/main" id="{726680AB-1C31-4237-91CD-C74AB803A5C0}"/>
                </a:ext>
              </a:extLst>
            </p:cNvPr>
            <p:cNvSpPr/>
            <p:nvPr/>
          </p:nvSpPr>
          <p:spPr bwMode="auto">
            <a:xfrm>
              <a:off x="7863682" y="5596643"/>
              <a:ext cx="53975" cy="38100"/>
            </a:xfrm>
            <a:custGeom>
              <a:avLst/>
              <a:gdLst>
                <a:gd name="T0" fmla="*/ 1 w 27"/>
                <a:gd name="T1" fmla="*/ 6 h 19"/>
                <a:gd name="T2" fmla="*/ 22 w 27"/>
                <a:gd name="T3" fmla="*/ 18 h 19"/>
                <a:gd name="T4" fmla="*/ 26 w 27"/>
                <a:gd name="T5" fmla="*/ 17 h 19"/>
                <a:gd name="T6" fmla="*/ 25 w 27"/>
                <a:gd name="T7" fmla="*/ 13 h 19"/>
                <a:gd name="T8" fmla="*/ 4 w 27"/>
                <a:gd name="T9" fmla="*/ 1 h 19"/>
                <a:gd name="T10" fmla="*/ 0 w 27"/>
                <a:gd name="T11" fmla="*/ 2 h 19"/>
                <a:gd name="T12" fmla="*/ 1 w 27"/>
                <a:gd name="T13" fmla="*/ 6 h 19"/>
              </a:gdLst>
              <a:ahLst/>
              <a:cxnLst>
                <a:cxn ang="0">
                  <a:pos x="T0" y="T1"/>
                </a:cxn>
                <a:cxn ang="0">
                  <a:pos x="T2" y="T3"/>
                </a:cxn>
                <a:cxn ang="0">
                  <a:pos x="T4" y="T5"/>
                </a:cxn>
                <a:cxn ang="0">
                  <a:pos x="T6" y="T7"/>
                </a:cxn>
                <a:cxn ang="0">
                  <a:pos x="T8" y="T9"/>
                </a:cxn>
                <a:cxn ang="0">
                  <a:pos x="T10" y="T11"/>
                </a:cxn>
                <a:cxn ang="0">
                  <a:pos x="T12" y="T13"/>
                </a:cxn>
              </a:cxnLst>
              <a:rect l="0" t="0" r="r" b="b"/>
              <a:pathLst>
                <a:path w="27" h="19">
                  <a:moveTo>
                    <a:pt x="1" y="6"/>
                  </a:moveTo>
                  <a:cubicBezTo>
                    <a:pt x="22" y="18"/>
                    <a:pt x="22" y="18"/>
                    <a:pt x="22" y="18"/>
                  </a:cubicBezTo>
                  <a:cubicBezTo>
                    <a:pt x="23" y="19"/>
                    <a:pt x="25" y="19"/>
                    <a:pt x="26" y="17"/>
                  </a:cubicBezTo>
                  <a:cubicBezTo>
                    <a:pt x="27" y="16"/>
                    <a:pt x="26" y="14"/>
                    <a:pt x="25" y="13"/>
                  </a:cubicBezTo>
                  <a:cubicBezTo>
                    <a:pt x="4" y="1"/>
                    <a:pt x="4" y="1"/>
                    <a:pt x="4" y="1"/>
                  </a:cubicBezTo>
                  <a:cubicBezTo>
                    <a:pt x="3" y="0"/>
                    <a:pt x="1" y="1"/>
                    <a:pt x="0" y="2"/>
                  </a:cubicBezTo>
                  <a:cubicBezTo>
                    <a:pt x="0" y="3"/>
                    <a:pt x="0" y="5"/>
                    <a:pt x="1" y="6"/>
                  </a:cubicBezTo>
                </a:path>
              </a:pathLst>
            </a:custGeom>
            <a:solidFill>
              <a:srgbClr val="07113D"/>
            </a:solidFill>
            <a:ln>
              <a:noFill/>
            </a:ln>
            <a:extLst>
              <a:ext uri="{91240B29-F687-4F45-9708-019B960494DF}">
                <a14:hiddenLine xmlns:a14="http://schemas.microsoft.com/office/drawing/2010/main" w="9525">
                  <a:solidFill>
                    <a:srgbClr val="000000"/>
                  </a:solidFill>
                  <a:round/>
                  <a:headEnd/>
                  <a:tailEnd/>
                </a14:hiddenLine>
              </a:ext>
            </a:extLst>
          </p:spPr>
          <p:txBody>
            <a:bodyPr anchor="ctr"/>
            <a:lstStyle/>
            <a:p>
              <a:pPr algn="ctr"/>
              <a:endParaRPr/>
            </a:p>
          </p:txBody>
        </p:sp>
        <p:sp>
          <p:nvSpPr>
            <p:cNvPr id="392" name="îSḻiďé">
              <a:extLst>
                <a:ext uri="{FF2B5EF4-FFF2-40B4-BE49-F238E27FC236}">
                  <a16:creationId xmlns:a16="http://schemas.microsoft.com/office/drawing/2014/main" id="{3D5BB4EE-11AB-4804-9744-5082B95D3C57}"/>
                </a:ext>
              </a:extLst>
            </p:cNvPr>
            <p:cNvSpPr/>
            <p:nvPr/>
          </p:nvSpPr>
          <p:spPr bwMode="auto">
            <a:xfrm>
              <a:off x="7879557" y="5564893"/>
              <a:ext cx="53975" cy="38100"/>
            </a:xfrm>
            <a:custGeom>
              <a:avLst/>
              <a:gdLst>
                <a:gd name="T0" fmla="*/ 2 w 27"/>
                <a:gd name="T1" fmla="*/ 6 h 19"/>
                <a:gd name="T2" fmla="*/ 22 w 27"/>
                <a:gd name="T3" fmla="*/ 18 h 19"/>
                <a:gd name="T4" fmla="*/ 26 w 27"/>
                <a:gd name="T5" fmla="*/ 17 h 19"/>
                <a:gd name="T6" fmla="*/ 25 w 27"/>
                <a:gd name="T7" fmla="*/ 13 h 19"/>
                <a:gd name="T8" fmla="*/ 5 w 27"/>
                <a:gd name="T9" fmla="*/ 1 h 19"/>
                <a:gd name="T10" fmla="*/ 1 w 27"/>
                <a:gd name="T11" fmla="*/ 2 h 19"/>
                <a:gd name="T12" fmla="*/ 2 w 27"/>
                <a:gd name="T13" fmla="*/ 6 h 19"/>
              </a:gdLst>
              <a:ahLst/>
              <a:cxnLst>
                <a:cxn ang="0">
                  <a:pos x="T0" y="T1"/>
                </a:cxn>
                <a:cxn ang="0">
                  <a:pos x="T2" y="T3"/>
                </a:cxn>
                <a:cxn ang="0">
                  <a:pos x="T4" y="T5"/>
                </a:cxn>
                <a:cxn ang="0">
                  <a:pos x="T6" y="T7"/>
                </a:cxn>
                <a:cxn ang="0">
                  <a:pos x="T8" y="T9"/>
                </a:cxn>
                <a:cxn ang="0">
                  <a:pos x="T10" y="T11"/>
                </a:cxn>
                <a:cxn ang="0">
                  <a:pos x="T12" y="T13"/>
                </a:cxn>
              </a:cxnLst>
              <a:rect l="0" t="0" r="r" b="b"/>
              <a:pathLst>
                <a:path w="27" h="19">
                  <a:moveTo>
                    <a:pt x="2" y="6"/>
                  </a:moveTo>
                  <a:cubicBezTo>
                    <a:pt x="22" y="18"/>
                    <a:pt x="22" y="18"/>
                    <a:pt x="22" y="18"/>
                  </a:cubicBezTo>
                  <a:cubicBezTo>
                    <a:pt x="24" y="19"/>
                    <a:pt x="25" y="19"/>
                    <a:pt x="26" y="17"/>
                  </a:cubicBezTo>
                  <a:cubicBezTo>
                    <a:pt x="27" y="16"/>
                    <a:pt x="27" y="14"/>
                    <a:pt x="25" y="13"/>
                  </a:cubicBezTo>
                  <a:cubicBezTo>
                    <a:pt x="5" y="1"/>
                    <a:pt x="5" y="1"/>
                    <a:pt x="5" y="1"/>
                  </a:cubicBezTo>
                  <a:cubicBezTo>
                    <a:pt x="3" y="0"/>
                    <a:pt x="2" y="0"/>
                    <a:pt x="1" y="2"/>
                  </a:cubicBezTo>
                  <a:cubicBezTo>
                    <a:pt x="0" y="3"/>
                    <a:pt x="0" y="5"/>
                    <a:pt x="2" y="6"/>
                  </a:cubicBezTo>
                </a:path>
              </a:pathLst>
            </a:custGeom>
            <a:solidFill>
              <a:srgbClr val="07113D"/>
            </a:solidFill>
            <a:ln>
              <a:noFill/>
            </a:ln>
            <a:extLst>
              <a:ext uri="{91240B29-F687-4F45-9708-019B960494DF}">
                <a14:hiddenLine xmlns:a14="http://schemas.microsoft.com/office/drawing/2010/main" w="9525">
                  <a:solidFill>
                    <a:srgbClr val="000000"/>
                  </a:solidFill>
                  <a:round/>
                  <a:headEnd/>
                  <a:tailEnd/>
                </a14:hiddenLine>
              </a:ext>
            </a:extLst>
          </p:spPr>
          <p:txBody>
            <a:bodyPr anchor="ctr"/>
            <a:lstStyle/>
            <a:p>
              <a:pPr algn="ctr"/>
              <a:endParaRPr/>
            </a:p>
          </p:txBody>
        </p:sp>
        <p:sp>
          <p:nvSpPr>
            <p:cNvPr id="393" name="işľîḑè">
              <a:extLst>
                <a:ext uri="{FF2B5EF4-FFF2-40B4-BE49-F238E27FC236}">
                  <a16:creationId xmlns:a16="http://schemas.microsoft.com/office/drawing/2014/main" id="{84FD88C6-0FF4-45E3-8B59-21B33F16DA14}"/>
                </a:ext>
              </a:extLst>
            </p:cNvPr>
            <p:cNvSpPr/>
            <p:nvPr/>
          </p:nvSpPr>
          <p:spPr bwMode="auto">
            <a:xfrm>
              <a:off x="7895432" y="5531556"/>
              <a:ext cx="55563" cy="39688"/>
            </a:xfrm>
            <a:custGeom>
              <a:avLst/>
              <a:gdLst>
                <a:gd name="T0" fmla="*/ 2 w 27"/>
                <a:gd name="T1" fmla="*/ 6 h 19"/>
                <a:gd name="T2" fmla="*/ 23 w 27"/>
                <a:gd name="T3" fmla="*/ 19 h 19"/>
                <a:gd name="T4" fmla="*/ 26 w 27"/>
                <a:gd name="T5" fmla="*/ 18 h 19"/>
                <a:gd name="T6" fmla="*/ 26 w 27"/>
                <a:gd name="T7" fmla="*/ 14 h 19"/>
                <a:gd name="T8" fmla="*/ 5 w 27"/>
                <a:gd name="T9" fmla="*/ 1 h 19"/>
                <a:gd name="T10" fmla="*/ 1 w 27"/>
                <a:gd name="T11" fmla="*/ 2 h 19"/>
                <a:gd name="T12" fmla="*/ 2 w 27"/>
                <a:gd name="T13" fmla="*/ 6 h 19"/>
              </a:gdLst>
              <a:ahLst/>
              <a:cxnLst>
                <a:cxn ang="0">
                  <a:pos x="T0" y="T1"/>
                </a:cxn>
                <a:cxn ang="0">
                  <a:pos x="T2" y="T3"/>
                </a:cxn>
                <a:cxn ang="0">
                  <a:pos x="T4" y="T5"/>
                </a:cxn>
                <a:cxn ang="0">
                  <a:pos x="T6" y="T7"/>
                </a:cxn>
                <a:cxn ang="0">
                  <a:pos x="T8" y="T9"/>
                </a:cxn>
                <a:cxn ang="0">
                  <a:pos x="T10" y="T11"/>
                </a:cxn>
                <a:cxn ang="0">
                  <a:pos x="T12" y="T13"/>
                </a:cxn>
              </a:cxnLst>
              <a:rect l="0" t="0" r="r" b="b"/>
              <a:pathLst>
                <a:path w="27" h="19">
                  <a:moveTo>
                    <a:pt x="2" y="6"/>
                  </a:moveTo>
                  <a:cubicBezTo>
                    <a:pt x="23" y="19"/>
                    <a:pt x="23" y="19"/>
                    <a:pt x="23" y="19"/>
                  </a:cubicBezTo>
                  <a:cubicBezTo>
                    <a:pt x="24" y="19"/>
                    <a:pt x="26" y="19"/>
                    <a:pt x="26" y="18"/>
                  </a:cubicBezTo>
                  <a:cubicBezTo>
                    <a:pt x="27" y="16"/>
                    <a:pt x="27" y="15"/>
                    <a:pt x="26" y="14"/>
                  </a:cubicBezTo>
                  <a:cubicBezTo>
                    <a:pt x="5" y="1"/>
                    <a:pt x="5" y="1"/>
                    <a:pt x="5" y="1"/>
                  </a:cubicBezTo>
                  <a:cubicBezTo>
                    <a:pt x="4" y="0"/>
                    <a:pt x="2" y="1"/>
                    <a:pt x="1" y="2"/>
                  </a:cubicBezTo>
                  <a:cubicBezTo>
                    <a:pt x="0" y="4"/>
                    <a:pt x="1" y="5"/>
                    <a:pt x="2" y="6"/>
                  </a:cubicBezTo>
                </a:path>
              </a:pathLst>
            </a:custGeom>
            <a:solidFill>
              <a:srgbClr val="07113D"/>
            </a:solidFill>
            <a:ln>
              <a:noFill/>
            </a:ln>
            <a:extLst>
              <a:ext uri="{91240B29-F687-4F45-9708-019B960494DF}">
                <a14:hiddenLine xmlns:a14="http://schemas.microsoft.com/office/drawing/2010/main" w="9525">
                  <a:solidFill>
                    <a:srgbClr val="000000"/>
                  </a:solidFill>
                  <a:round/>
                  <a:headEnd/>
                  <a:tailEnd/>
                </a14:hiddenLine>
              </a:ext>
            </a:extLst>
          </p:spPr>
          <p:txBody>
            <a:bodyPr anchor="ctr"/>
            <a:lstStyle/>
            <a:p>
              <a:pPr algn="ctr"/>
              <a:endParaRPr/>
            </a:p>
          </p:txBody>
        </p:sp>
        <p:sp>
          <p:nvSpPr>
            <p:cNvPr id="394" name="ïṥḷíḍé">
              <a:extLst>
                <a:ext uri="{FF2B5EF4-FFF2-40B4-BE49-F238E27FC236}">
                  <a16:creationId xmlns:a16="http://schemas.microsoft.com/office/drawing/2014/main" id="{9438F3F3-603D-4871-9A59-69C2525883A3}"/>
                </a:ext>
              </a:extLst>
            </p:cNvPr>
            <p:cNvSpPr/>
            <p:nvPr/>
          </p:nvSpPr>
          <p:spPr bwMode="auto">
            <a:xfrm>
              <a:off x="7938294" y="5431543"/>
              <a:ext cx="227013" cy="52388"/>
            </a:xfrm>
            <a:prstGeom prst="rect">
              <a:avLst/>
            </a:prstGeom>
            <a:solidFill>
              <a:srgbClr val="D15B4B"/>
            </a:solidFill>
            <a:ln>
              <a:noFill/>
            </a:ln>
            <a:extLst>
              <a:ext uri="{91240B29-F687-4F45-9708-019B960494DF}">
                <a14:hiddenLine xmlns:a14="http://schemas.microsoft.com/office/drawing/2010/main" w="9525">
                  <a:solidFill>
                    <a:srgbClr val="000000"/>
                  </a:solidFill>
                  <a:miter lim="800000"/>
                  <a:headEnd/>
                  <a:tailEnd/>
                </a14:hiddenLine>
              </a:ext>
            </a:extLst>
          </p:spPr>
          <p:txBody>
            <a:bodyPr anchor="ctr"/>
            <a:lstStyle/>
            <a:p>
              <a:pPr algn="ctr"/>
              <a:endParaRPr/>
            </a:p>
          </p:txBody>
        </p:sp>
        <p:sp>
          <p:nvSpPr>
            <p:cNvPr id="395" name="i$1îďé">
              <a:extLst>
                <a:ext uri="{FF2B5EF4-FFF2-40B4-BE49-F238E27FC236}">
                  <a16:creationId xmlns:a16="http://schemas.microsoft.com/office/drawing/2014/main" id="{0C2F2B86-B5AD-4AC1-B4B2-4A1357957D47}"/>
                </a:ext>
              </a:extLst>
            </p:cNvPr>
            <p:cNvSpPr/>
            <p:nvPr/>
          </p:nvSpPr>
          <p:spPr bwMode="auto">
            <a:xfrm>
              <a:off x="7530307" y="3593218"/>
              <a:ext cx="641350" cy="66675"/>
            </a:xfrm>
            <a:prstGeom prst="rect">
              <a:avLst/>
            </a:prstGeom>
            <a:solidFill>
              <a:srgbClr val="2C3765"/>
            </a:solidFill>
            <a:ln>
              <a:noFill/>
            </a:ln>
            <a:extLst>
              <a:ext uri="{91240B29-F687-4F45-9708-019B960494DF}">
                <a14:hiddenLine xmlns:a14="http://schemas.microsoft.com/office/drawing/2010/main" w="9525">
                  <a:solidFill>
                    <a:srgbClr val="000000"/>
                  </a:solidFill>
                  <a:miter lim="800000"/>
                  <a:headEnd/>
                  <a:tailEnd/>
                </a14:hiddenLine>
              </a:ext>
            </a:extLst>
          </p:spPr>
          <p:txBody>
            <a:bodyPr anchor="ctr"/>
            <a:lstStyle/>
            <a:p>
              <a:pPr algn="ctr"/>
              <a:endParaRPr/>
            </a:p>
          </p:txBody>
        </p:sp>
        <p:sp>
          <p:nvSpPr>
            <p:cNvPr id="396" name="íşļîḓé">
              <a:extLst>
                <a:ext uri="{FF2B5EF4-FFF2-40B4-BE49-F238E27FC236}">
                  <a16:creationId xmlns:a16="http://schemas.microsoft.com/office/drawing/2014/main" id="{4D34D849-98B0-4DBD-A144-EFAA73FFA65C}"/>
                </a:ext>
              </a:extLst>
            </p:cNvPr>
            <p:cNvSpPr/>
            <p:nvPr/>
          </p:nvSpPr>
          <p:spPr bwMode="auto">
            <a:xfrm>
              <a:off x="7530307" y="3593218"/>
              <a:ext cx="641350" cy="666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lstStyle/>
            <a:p>
              <a:pPr algn="ctr"/>
              <a:endParaRPr/>
            </a:p>
          </p:txBody>
        </p:sp>
        <p:sp>
          <p:nvSpPr>
            <p:cNvPr id="397" name="ïṩľíḋé">
              <a:extLst>
                <a:ext uri="{FF2B5EF4-FFF2-40B4-BE49-F238E27FC236}">
                  <a16:creationId xmlns:a16="http://schemas.microsoft.com/office/drawing/2014/main" id="{419AA612-E837-4996-829D-1DA8812F11C0}"/>
                </a:ext>
              </a:extLst>
            </p:cNvPr>
            <p:cNvSpPr/>
            <p:nvPr/>
          </p:nvSpPr>
          <p:spPr bwMode="auto">
            <a:xfrm>
              <a:off x="7960519" y="2588331"/>
              <a:ext cx="255588" cy="1004888"/>
            </a:xfrm>
            <a:custGeom>
              <a:avLst/>
              <a:gdLst>
                <a:gd name="T0" fmla="*/ 75 w 126"/>
                <a:gd name="T1" fmla="*/ 0 h 497"/>
                <a:gd name="T2" fmla="*/ 2 w 126"/>
                <a:gd name="T3" fmla="*/ 237 h 497"/>
                <a:gd name="T4" fmla="*/ 7 w 126"/>
                <a:gd name="T5" fmla="*/ 497 h 497"/>
                <a:gd name="T6" fmla="*/ 39 w 126"/>
                <a:gd name="T7" fmla="*/ 497 h 497"/>
                <a:gd name="T8" fmla="*/ 104 w 126"/>
                <a:gd name="T9" fmla="*/ 493 h 497"/>
                <a:gd name="T10" fmla="*/ 126 w 126"/>
                <a:gd name="T11" fmla="*/ 120 h 497"/>
                <a:gd name="T12" fmla="*/ 75 w 126"/>
                <a:gd name="T13" fmla="*/ 0 h 497"/>
              </a:gdLst>
              <a:ahLst/>
              <a:cxnLst>
                <a:cxn ang="0">
                  <a:pos x="T0" y="T1"/>
                </a:cxn>
                <a:cxn ang="0">
                  <a:pos x="T2" y="T3"/>
                </a:cxn>
                <a:cxn ang="0">
                  <a:pos x="T4" y="T5"/>
                </a:cxn>
                <a:cxn ang="0">
                  <a:pos x="T6" y="T7"/>
                </a:cxn>
                <a:cxn ang="0">
                  <a:pos x="T8" y="T9"/>
                </a:cxn>
                <a:cxn ang="0">
                  <a:pos x="T10" y="T11"/>
                </a:cxn>
                <a:cxn ang="0">
                  <a:pos x="T12" y="T13"/>
                </a:cxn>
              </a:cxnLst>
              <a:rect l="0" t="0" r="r" b="b"/>
              <a:pathLst>
                <a:path w="126" h="497">
                  <a:moveTo>
                    <a:pt x="75" y="0"/>
                  </a:moveTo>
                  <a:cubicBezTo>
                    <a:pt x="75" y="0"/>
                    <a:pt x="0" y="176"/>
                    <a:pt x="2" y="237"/>
                  </a:cubicBezTo>
                  <a:cubicBezTo>
                    <a:pt x="3" y="295"/>
                    <a:pt x="7" y="477"/>
                    <a:pt x="7" y="497"/>
                  </a:cubicBezTo>
                  <a:cubicBezTo>
                    <a:pt x="39" y="497"/>
                    <a:pt x="39" y="497"/>
                    <a:pt x="39" y="497"/>
                  </a:cubicBezTo>
                  <a:cubicBezTo>
                    <a:pt x="104" y="493"/>
                    <a:pt x="104" y="493"/>
                    <a:pt x="104" y="493"/>
                  </a:cubicBezTo>
                  <a:cubicBezTo>
                    <a:pt x="126" y="120"/>
                    <a:pt x="126" y="120"/>
                    <a:pt x="126" y="120"/>
                  </a:cubicBezTo>
                  <a:cubicBezTo>
                    <a:pt x="102" y="51"/>
                    <a:pt x="75" y="0"/>
                    <a:pt x="75" y="0"/>
                  </a:cubicBezTo>
                </a:path>
              </a:pathLst>
            </a:custGeom>
            <a:solidFill>
              <a:srgbClr val="AA2A38"/>
            </a:solidFill>
            <a:ln>
              <a:noFill/>
            </a:ln>
            <a:extLst>
              <a:ext uri="{91240B29-F687-4F45-9708-019B960494DF}">
                <a14:hiddenLine xmlns:a14="http://schemas.microsoft.com/office/drawing/2010/main" w="9525">
                  <a:solidFill>
                    <a:srgbClr val="000000"/>
                  </a:solidFill>
                  <a:round/>
                  <a:headEnd/>
                  <a:tailEnd/>
                </a14:hiddenLine>
              </a:ext>
            </a:extLst>
          </p:spPr>
          <p:txBody>
            <a:bodyPr anchor="ctr"/>
            <a:lstStyle/>
            <a:p>
              <a:pPr algn="ctr"/>
              <a:endParaRPr/>
            </a:p>
          </p:txBody>
        </p:sp>
        <p:sp>
          <p:nvSpPr>
            <p:cNvPr id="398" name="îsļiďé">
              <a:extLst>
                <a:ext uri="{FF2B5EF4-FFF2-40B4-BE49-F238E27FC236}">
                  <a16:creationId xmlns:a16="http://schemas.microsoft.com/office/drawing/2014/main" id="{8C6279E9-94AC-414B-89A1-9008910BAE79}"/>
                </a:ext>
              </a:extLst>
            </p:cNvPr>
            <p:cNvSpPr/>
            <p:nvPr/>
          </p:nvSpPr>
          <p:spPr bwMode="auto">
            <a:xfrm>
              <a:off x="7974807" y="3593218"/>
              <a:ext cx="65088" cy="3175"/>
            </a:xfrm>
            <a:custGeom>
              <a:avLst/>
              <a:gdLst>
                <a:gd name="T0" fmla="*/ 32 w 32"/>
                <a:gd name="T1" fmla="*/ 0 h 2"/>
                <a:gd name="T2" fmla="*/ 0 w 32"/>
                <a:gd name="T3" fmla="*/ 0 h 2"/>
                <a:gd name="T4" fmla="*/ 0 w 32"/>
                <a:gd name="T5" fmla="*/ 2 h 2"/>
                <a:gd name="T6" fmla="*/ 32 w 32"/>
                <a:gd name="T7" fmla="*/ 0 h 2"/>
              </a:gdLst>
              <a:ahLst/>
              <a:cxnLst>
                <a:cxn ang="0">
                  <a:pos x="T0" y="T1"/>
                </a:cxn>
                <a:cxn ang="0">
                  <a:pos x="T2" y="T3"/>
                </a:cxn>
                <a:cxn ang="0">
                  <a:pos x="T4" y="T5"/>
                </a:cxn>
                <a:cxn ang="0">
                  <a:pos x="T6" y="T7"/>
                </a:cxn>
              </a:cxnLst>
              <a:rect l="0" t="0" r="r" b="b"/>
              <a:pathLst>
                <a:path w="32" h="2">
                  <a:moveTo>
                    <a:pt x="32" y="0"/>
                  </a:moveTo>
                  <a:cubicBezTo>
                    <a:pt x="0" y="0"/>
                    <a:pt x="0" y="0"/>
                    <a:pt x="0" y="0"/>
                  </a:cubicBezTo>
                  <a:cubicBezTo>
                    <a:pt x="0" y="1"/>
                    <a:pt x="0" y="2"/>
                    <a:pt x="0" y="2"/>
                  </a:cubicBezTo>
                  <a:cubicBezTo>
                    <a:pt x="32" y="0"/>
                    <a:pt x="32" y="0"/>
                    <a:pt x="32" y="0"/>
                  </a:cubicBezTo>
                </a:path>
              </a:pathLst>
            </a:custGeom>
            <a:solidFill>
              <a:srgbClr val="3D2955"/>
            </a:solidFill>
            <a:ln>
              <a:noFill/>
            </a:ln>
            <a:extLst>
              <a:ext uri="{91240B29-F687-4F45-9708-019B960494DF}">
                <a14:hiddenLine xmlns:a14="http://schemas.microsoft.com/office/drawing/2010/main" w="9525">
                  <a:solidFill>
                    <a:srgbClr val="000000"/>
                  </a:solidFill>
                  <a:round/>
                  <a:headEnd/>
                  <a:tailEnd/>
                </a14:hiddenLine>
              </a:ext>
            </a:extLst>
          </p:spPr>
          <p:txBody>
            <a:bodyPr anchor="ctr"/>
            <a:lstStyle/>
            <a:p>
              <a:pPr algn="ctr"/>
              <a:endParaRPr/>
            </a:p>
          </p:txBody>
        </p:sp>
        <p:sp>
          <p:nvSpPr>
            <p:cNvPr id="399" name="islïḋé">
              <a:extLst>
                <a:ext uri="{FF2B5EF4-FFF2-40B4-BE49-F238E27FC236}">
                  <a16:creationId xmlns:a16="http://schemas.microsoft.com/office/drawing/2014/main" id="{813EF893-FF2B-4ADE-9686-8CF592975D0D}"/>
                </a:ext>
              </a:extLst>
            </p:cNvPr>
            <p:cNvSpPr/>
            <p:nvPr/>
          </p:nvSpPr>
          <p:spPr bwMode="auto">
            <a:xfrm>
              <a:off x="7628732" y="3507493"/>
              <a:ext cx="198438" cy="111125"/>
            </a:xfrm>
            <a:custGeom>
              <a:avLst/>
              <a:gdLst>
                <a:gd name="T0" fmla="*/ 12 w 98"/>
                <a:gd name="T1" fmla="*/ 26 h 55"/>
                <a:gd name="T2" fmla="*/ 77 w 98"/>
                <a:gd name="T3" fmla="*/ 3 h 55"/>
                <a:gd name="T4" fmla="*/ 95 w 98"/>
                <a:gd name="T5" fmla="*/ 11 h 55"/>
                <a:gd name="T6" fmla="*/ 95 w 98"/>
                <a:gd name="T7" fmla="*/ 12 h 55"/>
                <a:gd name="T8" fmla="*/ 86 w 98"/>
                <a:gd name="T9" fmla="*/ 29 h 55"/>
                <a:gd name="T10" fmla="*/ 21 w 98"/>
                <a:gd name="T11" fmla="*/ 52 h 55"/>
                <a:gd name="T12" fmla="*/ 3 w 98"/>
                <a:gd name="T13" fmla="*/ 45 h 55"/>
                <a:gd name="T14" fmla="*/ 2 w 98"/>
                <a:gd name="T15" fmla="*/ 44 h 55"/>
                <a:gd name="T16" fmla="*/ 12 w 98"/>
                <a:gd name="T17" fmla="*/ 26 h 5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98" h="55">
                  <a:moveTo>
                    <a:pt x="12" y="26"/>
                  </a:moveTo>
                  <a:cubicBezTo>
                    <a:pt x="77" y="3"/>
                    <a:pt x="77" y="3"/>
                    <a:pt x="77" y="3"/>
                  </a:cubicBezTo>
                  <a:cubicBezTo>
                    <a:pt x="84" y="0"/>
                    <a:pt x="92" y="4"/>
                    <a:pt x="95" y="11"/>
                  </a:cubicBezTo>
                  <a:cubicBezTo>
                    <a:pt x="95" y="12"/>
                    <a:pt x="95" y="12"/>
                    <a:pt x="95" y="12"/>
                  </a:cubicBezTo>
                  <a:cubicBezTo>
                    <a:pt x="98" y="19"/>
                    <a:pt x="93" y="27"/>
                    <a:pt x="86" y="29"/>
                  </a:cubicBezTo>
                  <a:cubicBezTo>
                    <a:pt x="21" y="52"/>
                    <a:pt x="21" y="52"/>
                    <a:pt x="21" y="52"/>
                  </a:cubicBezTo>
                  <a:cubicBezTo>
                    <a:pt x="13" y="55"/>
                    <a:pt x="5" y="52"/>
                    <a:pt x="3" y="45"/>
                  </a:cubicBezTo>
                  <a:cubicBezTo>
                    <a:pt x="2" y="44"/>
                    <a:pt x="2" y="44"/>
                    <a:pt x="2" y="44"/>
                  </a:cubicBezTo>
                  <a:cubicBezTo>
                    <a:pt x="0" y="37"/>
                    <a:pt x="4" y="29"/>
                    <a:pt x="12" y="26"/>
                  </a:cubicBezTo>
                </a:path>
              </a:pathLst>
            </a:custGeom>
            <a:solidFill>
              <a:srgbClr val="FFC7B0"/>
            </a:solidFill>
            <a:ln>
              <a:noFill/>
            </a:ln>
            <a:extLst>
              <a:ext uri="{91240B29-F687-4F45-9708-019B960494DF}">
                <a14:hiddenLine xmlns:a14="http://schemas.microsoft.com/office/drawing/2010/main" w="9525">
                  <a:solidFill>
                    <a:srgbClr val="000000"/>
                  </a:solidFill>
                  <a:round/>
                  <a:headEnd/>
                  <a:tailEnd/>
                </a14:hiddenLine>
              </a:ext>
            </a:extLst>
          </p:spPr>
          <p:txBody>
            <a:bodyPr anchor="ctr"/>
            <a:lstStyle/>
            <a:p>
              <a:pPr algn="ctr"/>
              <a:endParaRPr/>
            </a:p>
          </p:txBody>
        </p:sp>
        <p:sp>
          <p:nvSpPr>
            <p:cNvPr id="400" name="íṧḻíḍe">
              <a:extLst>
                <a:ext uri="{FF2B5EF4-FFF2-40B4-BE49-F238E27FC236}">
                  <a16:creationId xmlns:a16="http://schemas.microsoft.com/office/drawing/2014/main" id="{AB0BDF26-4A26-4C63-9630-4303F78969AD}"/>
                </a:ext>
              </a:extLst>
            </p:cNvPr>
            <p:cNvSpPr/>
            <p:nvPr/>
          </p:nvSpPr>
          <p:spPr bwMode="auto">
            <a:xfrm>
              <a:off x="7209632" y="3417006"/>
              <a:ext cx="657225" cy="715963"/>
            </a:xfrm>
            <a:custGeom>
              <a:avLst/>
              <a:gdLst>
                <a:gd name="T0" fmla="*/ 318 w 325"/>
                <a:gd name="T1" fmla="*/ 255 h 354"/>
                <a:gd name="T2" fmla="*/ 307 w 325"/>
                <a:gd name="T3" fmla="*/ 266 h 354"/>
                <a:gd name="T4" fmla="*/ 193 w 325"/>
                <a:gd name="T5" fmla="*/ 343 h 354"/>
                <a:gd name="T6" fmla="*/ 143 w 325"/>
                <a:gd name="T7" fmla="*/ 334 h 354"/>
                <a:gd name="T8" fmla="*/ 11 w 325"/>
                <a:gd name="T9" fmla="*/ 138 h 354"/>
                <a:gd name="T10" fmla="*/ 21 w 325"/>
                <a:gd name="T11" fmla="*/ 88 h 354"/>
                <a:gd name="T12" fmla="*/ 22 w 325"/>
                <a:gd name="T13" fmla="*/ 87 h 354"/>
                <a:gd name="T14" fmla="*/ 135 w 325"/>
                <a:gd name="T15" fmla="*/ 11 h 354"/>
                <a:gd name="T16" fmla="*/ 185 w 325"/>
                <a:gd name="T17" fmla="*/ 21 h 354"/>
                <a:gd name="T18" fmla="*/ 236 w 325"/>
                <a:gd name="T19" fmla="*/ 96 h 354"/>
                <a:gd name="T20" fmla="*/ 286 w 325"/>
                <a:gd name="T21" fmla="*/ 171 h 354"/>
                <a:gd name="T22" fmla="*/ 317 w 325"/>
                <a:gd name="T23" fmla="*/ 216 h 354"/>
                <a:gd name="T24" fmla="*/ 318 w 325"/>
                <a:gd name="T25" fmla="*/ 255 h 35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325" h="354">
                  <a:moveTo>
                    <a:pt x="318" y="255"/>
                  </a:moveTo>
                  <a:cubicBezTo>
                    <a:pt x="315" y="260"/>
                    <a:pt x="312" y="263"/>
                    <a:pt x="307" y="266"/>
                  </a:cubicBezTo>
                  <a:cubicBezTo>
                    <a:pt x="193" y="343"/>
                    <a:pt x="193" y="343"/>
                    <a:pt x="193" y="343"/>
                  </a:cubicBezTo>
                  <a:cubicBezTo>
                    <a:pt x="177" y="354"/>
                    <a:pt x="154" y="350"/>
                    <a:pt x="143" y="334"/>
                  </a:cubicBezTo>
                  <a:cubicBezTo>
                    <a:pt x="11" y="138"/>
                    <a:pt x="11" y="138"/>
                    <a:pt x="11" y="138"/>
                  </a:cubicBezTo>
                  <a:cubicBezTo>
                    <a:pt x="0" y="121"/>
                    <a:pt x="4" y="99"/>
                    <a:pt x="21" y="88"/>
                  </a:cubicBezTo>
                  <a:cubicBezTo>
                    <a:pt x="22" y="87"/>
                    <a:pt x="22" y="87"/>
                    <a:pt x="22" y="87"/>
                  </a:cubicBezTo>
                  <a:cubicBezTo>
                    <a:pt x="135" y="11"/>
                    <a:pt x="135" y="11"/>
                    <a:pt x="135" y="11"/>
                  </a:cubicBezTo>
                  <a:cubicBezTo>
                    <a:pt x="152" y="0"/>
                    <a:pt x="174" y="4"/>
                    <a:pt x="185" y="21"/>
                  </a:cubicBezTo>
                  <a:cubicBezTo>
                    <a:pt x="236" y="96"/>
                    <a:pt x="236" y="96"/>
                    <a:pt x="236" y="96"/>
                  </a:cubicBezTo>
                  <a:cubicBezTo>
                    <a:pt x="286" y="171"/>
                    <a:pt x="286" y="171"/>
                    <a:pt x="286" y="171"/>
                  </a:cubicBezTo>
                  <a:cubicBezTo>
                    <a:pt x="317" y="216"/>
                    <a:pt x="317" y="216"/>
                    <a:pt x="317" y="216"/>
                  </a:cubicBezTo>
                  <a:cubicBezTo>
                    <a:pt x="325" y="228"/>
                    <a:pt x="325" y="244"/>
                    <a:pt x="318" y="255"/>
                  </a:cubicBezTo>
                </a:path>
              </a:pathLst>
            </a:custGeom>
            <a:solidFill>
              <a:srgbClr val="C2C2C7"/>
            </a:solidFill>
            <a:ln>
              <a:noFill/>
            </a:ln>
            <a:extLst>
              <a:ext uri="{91240B29-F687-4F45-9708-019B960494DF}">
                <a14:hiddenLine xmlns:a14="http://schemas.microsoft.com/office/drawing/2010/main" w="9525">
                  <a:solidFill>
                    <a:srgbClr val="000000"/>
                  </a:solidFill>
                  <a:round/>
                  <a:headEnd/>
                  <a:tailEnd/>
                </a14:hiddenLine>
              </a:ext>
            </a:extLst>
          </p:spPr>
          <p:txBody>
            <a:bodyPr anchor="ctr"/>
            <a:lstStyle/>
            <a:p>
              <a:pPr algn="ctr"/>
              <a:endParaRPr/>
            </a:p>
          </p:txBody>
        </p:sp>
        <p:sp>
          <p:nvSpPr>
            <p:cNvPr id="401" name="iSlíďe">
              <a:extLst>
                <a:ext uri="{FF2B5EF4-FFF2-40B4-BE49-F238E27FC236}">
                  <a16:creationId xmlns:a16="http://schemas.microsoft.com/office/drawing/2014/main" id="{15040468-8179-4904-90CB-6EDB7FC52C7D}"/>
                </a:ext>
              </a:extLst>
            </p:cNvPr>
            <p:cNvSpPr/>
            <p:nvPr/>
          </p:nvSpPr>
          <p:spPr bwMode="auto">
            <a:xfrm>
              <a:off x="7435057" y="3645606"/>
              <a:ext cx="69850" cy="76200"/>
            </a:xfrm>
            <a:custGeom>
              <a:avLst/>
              <a:gdLst>
                <a:gd name="T0" fmla="*/ 29 w 35"/>
                <a:gd name="T1" fmla="*/ 10 h 38"/>
                <a:gd name="T2" fmla="*/ 28 w 35"/>
                <a:gd name="T3" fmla="*/ 33 h 38"/>
                <a:gd name="T4" fmla="*/ 6 w 35"/>
                <a:gd name="T5" fmla="*/ 27 h 38"/>
                <a:gd name="T6" fmla="*/ 8 w 35"/>
                <a:gd name="T7" fmla="*/ 4 h 38"/>
                <a:gd name="T8" fmla="*/ 29 w 35"/>
                <a:gd name="T9" fmla="*/ 10 h 38"/>
              </a:gdLst>
              <a:ahLst/>
              <a:cxnLst>
                <a:cxn ang="0">
                  <a:pos x="T0" y="T1"/>
                </a:cxn>
                <a:cxn ang="0">
                  <a:pos x="T2" y="T3"/>
                </a:cxn>
                <a:cxn ang="0">
                  <a:pos x="T4" y="T5"/>
                </a:cxn>
                <a:cxn ang="0">
                  <a:pos x="T6" y="T7"/>
                </a:cxn>
                <a:cxn ang="0">
                  <a:pos x="T8" y="T9"/>
                </a:cxn>
              </a:cxnLst>
              <a:rect l="0" t="0" r="r" b="b"/>
              <a:pathLst>
                <a:path w="35" h="38">
                  <a:moveTo>
                    <a:pt x="29" y="10"/>
                  </a:moveTo>
                  <a:cubicBezTo>
                    <a:pt x="35" y="18"/>
                    <a:pt x="34" y="29"/>
                    <a:pt x="28" y="33"/>
                  </a:cubicBezTo>
                  <a:cubicBezTo>
                    <a:pt x="21" y="38"/>
                    <a:pt x="11" y="35"/>
                    <a:pt x="6" y="27"/>
                  </a:cubicBezTo>
                  <a:cubicBezTo>
                    <a:pt x="0" y="19"/>
                    <a:pt x="1" y="9"/>
                    <a:pt x="8" y="4"/>
                  </a:cubicBezTo>
                  <a:cubicBezTo>
                    <a:pt x="14" y="0"/>
                    <a:pt x="24" y="2"/>
                    <a:pt x="29" y="10"/>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nchor="ctr"/>
            <a:lstStyle/>
            <a:p>
              <a:pPr algn="ctr"/>
              <a:endParaRPr/>
            </a:p>
          </p:txBody>
        </p:sp>
        <p:sp>
          <p:nvSpPr>
            <p:cNvPr id="402" name="ïṣ1îďe">
              <a:extLst>
                <a:ext uri="{FF2B5EF4-FFF2-40B4-BE49-F238E27FC236}">
                  <a16:creationId xmlns:a16="http://schemas.microsoft.com/office/drawing/2014/main" id="{0084132F-4D5E-4539-8FDB-9ED5C57C85C6}"/>
                </a:ext>
              </a:extLst>
            </p:cNvPr>
            <p:cNvSpPr/>
            <p:nvPr/>
          </p:nvSpPr>
          <p:spPr bwMode="auto">
            <a:xfrm>
              <a:off x="7557294" y="3610681"/>
              <a:ext cx="231775" cy="249238"/>
            </a:xfrm>
            <a:custGeom>
              <a:avLst/>
              <a:gdLst>
                <a:gd name="T0" fmla="*/ 64 w 114"/>
                <a:gd name="T1" fmla="*/ 0 h 123"/>
                <a:gd name="T2" fmla="*/ 59 w 114"/>
                <a:gd name="T3" fmla="*/ 7 h 123"/>
                <a:gd name="T4" fmla="*/ 58 w 114"/>
                <a:gd name="T5" fmla="*/ 8 h 123"/>
                <a:gd name="T6" fmla="*/ 8 w 114"/>
                <a:gd name="T7" fmla="*/ 52 h 123"/>
                <a:gd name="T8" fmla="*/ 0 w 114"/>
                <a:gd name="T9" fmla="*/ 68 h 123"/>
                <a:gd name="T10" fmla="*/ 2 w 114"/>
                <a:gd name="T11" fmla="*/ 75 h 123"/>
                <a:gd name="T12" fmla="*/ 10 w 114"/>
                <a:gd name="T13" fmla="*/ 78 h 123"/>
                <a:gd name="T14" fmla="*/ 25 w 114"/>
                <a:gd name="T15" fmla="*/ 71 h 123"/>
                <a:gd name="T16" fmla="*/ 63 w 114"/>
                <a:gd name="T17" fmla="*/ 37 h 123"/>
                <a:gd name="T18" fmla="*/ 65 w 114"/>
                <a:gd name="T19" fmla="*/ 42 h 123"/>
                <a:gd name="T20" fmla="*/ 66 w 114"/>
                <a:gd name="T21" fmla="*/ 42 h 123"/>
                <a:gd name="T22" fmla="*/ 17 w 114"/>
                <a:gd name="T23" fmla="*/ 85 h 123"/>
                <a:gd name="T24" fmla="*/ 8 w 114"/>
                <a:gd name="T25" fmla="*/ 101 h 123"/>
                <a:gd name="T26" fmla="*/ 10 w 114"/>
                <a:gd name="T27" fmla="*/ 108 h 123"/>
                <a:gd name="T28" fmla="*/ 18 w 114"/>
                <a:gd name="T29" fmla="*/ 111 h 123"/>
                <a:gd name="T30" fmla="*/ 33 w 114"/>
                <a:gd name="T31" fmla="*/ 104 h 123"/>
                <a:gd name="T32" fmla="*/ 80 w 114"/>
                <a:gd name="T33" fmla="*/ 64 h 123"/>
                <a:gd name="T34" fmla="*/ 83 w 114"/>
                <a:gd name="T35" fmla="*/ 68 h 123"/>
                <a:gd name="T36" fmla="*/ 50 w 114"/>
                <a:gd name="T37" fmla="*/ 97 h 123"/>
                <a:gd name="T38" fmla="*/ 41 w 114"/>
                <a:gd name="T39" fmla="*/ 113 h 123"/>
                <a:gd name="T40" fmla="*/ 44 w 114"/>
                <a:gd name="T41" fmla="*/ 120 h 123"/>
                <a:gd name="T42" fmla="*/ 51 w 114"/>
                <a:gd name="T43" fmla="*/ 123 h 123"/>
                <a:gd name="T44" fmla="*/ 66 w 114"/>
                <a:gd name="T45" fmla="*/ 116 h 123"/>
                <a:gd name="T46" fmla="*/ 114 w 114"/>
                <a:gd name="T47" fmla="*/ 75 h 123"/>
                <a:gd name="T48" fmla="*/ 64 w 114"/>
                <a:gd name="T49" fmla="*/ 0 h 1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114" h="123">
                  <a:moveTo>
                    <a:pt x="64" y="0"/>
                  </a:moveTo>
                  <a:cubicBezTo>
                    <a:pt x="62" y="2"/>
                    <a:pt x="60" y="5"/>
                    <a:pt x="59" y="7"/>
                  </a:cubicBezTo>
                  <a:cubicBezTo>
                    <a:pt x="58" y="8"/>
                    <a:pt x="58" y="8"/>
                    <a:pt x="58" y="8"/>
                  </a:cubicBezTo>
                  <a:cubicBezTo>
                    <a:pt x="8" y="52"/>
                    <a:pt x="8" y="52"/>
                    <a:pt x="8" y="52"/>
                  </a:cubicBezTo>
                  <a:cubicBezTo>
                    <a:pt x="3" y="57"/>
                    <a:pt x="0" y="63"/>
                    <a:pt x="0" y="68"/>
                  </a:cubicBezTo>
                  <a:cubicBezTo>
                    <a:pt x="0" y="71"/>
                    <a:pt x="0" y="73"/>
                    <a:pt x="2" y="75"/>
                  </a:cubicBezTo>
                  <a:cubicBezTo>
                    <a:pt x="4" y="77"/>
                    <a:pt x="6" y="78"/>
                    <a:pt x="10" y="78"/>
                  </a:cubicBezTo>
                  <a:cubicBezTo>
                    <a:pt x="14" y="78"/>
                    <a:pt x="20" y="76"/>
                    <a:pt x="25" y="71"/>
                  </a:cubicBezTo>
                  <a:cubicBezTo>
                    <a:pt x="63" y="37"/>
                    <a:pt x="63" y="37"/>
                    <a:pt x="63" y="37"/>
                  </a:cubicBezTo>
                  <a:cubicBezTo>
                    <a:pt x="64" y="39"/>
                    <a:pt x="65" y="40"/>
                    <a:pt x="65" y="42"/>
                  </a:cubicBezTo>
                  <a:cubicBezTo>
                    <a:pt x="66" y="42"/>
                    <a:pt x="66" y="42"/>
                    <a:pt x="66" y="42"/>
                  </a:cubicBezTo>
                  <a:cubicBezTo>
                    <a:pt x="17" y="85"/>
                    <a:pt x="17" y="85"/>
                    <a:pt x="17" y="85"/>
                  </a:cubicBezTo>
                  <a:cubicBezTo>
                    <a:pt x="11" y="90"/>
                    <a:pt x="8" y="96"/>
                    <a:pt x="8" y="101"/>
                  </a:cubicBezTo>
                  <a:cubicBezTo>
                    <a:pt x="8" y="104"/>
                    <a:pt x="9" y="106"/>
                    <a:pt x="10" y="108"/>
                  </a:cubicBezTo>
                  <a:cubicBezTo>
                    <a:pt x="12" y="110"/>
                    <a:pt x="15" y="111"/>
                    <a:pt x="18" y="111"/>
                  </a:cubicBezTo>
                  <a:cubicBezTo>
                    <a:pt x="23" y="111"/>
                    <a:pt x="28" y="109"/>
                    <a:pt x="33" y="104"/>
                  </a:cubicBezTo>
                  <a:cubicBezTo>
                    <a:pt x="80" y="64"/>
                    <a:pt x="80" y="64"/>
                    <a:pt x="80" y="64"/>
                  </a:cubicBezTo>
                  <a:cubicBezTo>
                    <a:pt x="83" y="68"/>
                    <a:pt x="83" y="68"/>
                    <a:pt x="83" y="68"/>
                  </a:cubicBezTo>
                  <a:cubicBezTo>
                    <a:pt x="50" y="97"/>
                    <a:pt x="50" y="97"/>
                    <a:pt x="50" y="97"/>
                  </a:cubicBezTo>
                  <a:cubicBezTo>
                    <a:pt x="44" y="102"/>
                    <a:pt x="41" y="108"/>
                    <a:pt x="41" y="113"/>
                  </a:cubicBezTo>
                  <a:cubicBezTo>
                    <a:pt x="41" y="116"/>
                    <a:pt x="42" y="118"/>
                    <a:pt x="44" y="120"/>
                  </a:cubicBezTo>
                  <a:cubicBezTo>
                    <a:pt x="45" y="122"/>
                    <a:pt x="48" y="123"/>
                    <a:pt x="51" y="123"/>
                  </a:cubicBezTo>
                  <a:cubicBezTo>
                    <a:pt x="56" y="123"/>
                    <a:pt x="61" y="121"/>
                    <a:pt x="66" y="116"/>
                  </a:cubicBezTo>
                  <a:cubicBezTo>
                    <a:pt x="114" y="75"/>
                    <a:pt x="114" y="75"/>
                    <a:pt x="114" y="75"/>
                  </a:cubicBezTo>
                  <a:cubicBezTo>
                    <a:pt x="64" y="0"/>
                    <a:pt x="64" y="0"/>
                    <a:pt x="64" y="0"/>
                  </a:cubicBezTo>
                </a:path>
              </a:pathLst>
            </a:custGeom>
            <a:solidFill>
              <a:srgbClr val="686F8C"/>
            </a:solidFill>
            <a:ln>
              <a:noFill/>
            </a:ln>
            <a:extLst>
              <a:ext uri="{91240B29-F687-4F45-9708-019B960494DF}">
                <a14:hiddenLine xmlns:a14="http://schemas.microsoft.com/office/drawing/2010/main" w="9525">
                  <a:solidFill>
                    <a:srgbClr val="000000"/>
                  </a:solidFill>
                  <a:round/>
                  <a:headEnd/>
                  <a:tailEnd/>
                </a14:hiddenLine>
              </a:ext>
            </a:extLst>
          </p:spPr>
          <p:txBody>
            <a:bodyPr anchor="ctr"/>
            <a:lstStyle/>
            <a:p>
              <a:pPr algn="ctr"/>
              <a:endParaRPr/>
            </a:p>
          </p:txBody>
        </p:sp>
        <p:sp>
          <p:nvSpPr>
            <p:cNvPr id="403" name="ïŝliḓè">
              <a:extLst>
                <a:ext uri="{FF2B5EF4-FFF2-40B4-BE49-F238E27FC236}">
                  <a16:creationId xmlns:a16="http://schemas.microsoft.com/office/drawing/2014/main" id="{511335E2-B80D-43B5-8982-1B20B536A37E}"/>
                </a:ext>
              </a:extLst>
            </p:cNvPr>
            <p:cNvSpPr/>
            <p:nvPr/>
          </p:nvSpPr>
          <p:spPr bwMode="auto">
            <a:xfrm>
              <a:off x="7660482" y="3505906"/>
              <a:ext cx="263525" cy="261938"/>
            </a:xfrm>
            <a:custGeom>
              <a:avLst/>
              <a:gdLst>
                <a:gd name="T0" fmla="*/ 120 w 130"/>
                <a:gd name="T1" fmla="*/ 68 h 130"/>
                <a:gd name="T2" fmla="*/ 76 w 130"/>
                <a:gd name="T3" fmla="*/ 108 h 130"/>
                <a:gd name="T4" fmla="*/ 30 w 130"/>
                <a:gd name="T5" fmla="*/ 120 h 130"/>
                <a:gd name="T6" fmla="*/ 11 w 130"/>
                <a:gd name="T7" fmla="*/ 93 h 130"/>
                <a:gd name="T8" fmla="*/ 10 w 130"/>
                <a:gd name="T9" fmla="*/ 56 h 130"/>
                <a:gd name="T10" fmla="*/ 43 w 130"/>
                <a:gd name="T11" fmla="*/ 15 h 130"/>
                <a:gd name="T12" fmla="*/ 85 w 130"/>
                <a:gd name="T13" fmla="*/ 10 h 130"/>
                <a:gd name="T14" fmla="*/ 110 w 130"/>
                <a:gd name="T15" fmla="*/ 30 h 130"/>
                <a:gd name="T16" fmla="*/ 120 w 130"/>
                <a:gd name="T17" fmla="*/ 68 h 1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30" h="130">
                  <a:moveTo>
                    <a:pt x="120" y="68"/>
                  </a:moveTo>
                  <a:cubicBezTo>
                    <a:pt x="120" y="68"/>
                    <a:pt x="85" y="99"/>
                    <a:pt x="76" y="108"/>
                  </a:cubicBezTo>
                  <a:cubicBezTo>
                    <a:pt x="57" y="126"/>
                    <a:pt x="43" y="130"/>
                    <a:pt x="30" y="120"/>
                  </a:cubicBezTo>
                  <a:cubicBezTo>
                    <a:pt x="11" y="93"/>
                    <a:pt x="11" y="93"/>
                    <a:pt x="11" y="93"/>
                  </a:cubicBezTo>
                  <a:cubicBezTo>
                    <a:pt x="3" y="77"/>
                    <a:pt x="0" y="68"/>
                    <a:pt x="10" y="56"/>
                  </a:cubicBezTo>
                  <a:cubicBezTo>
                    <a:pt x="43" y="15"/>
                    <a:pt x="43" y="15"/>
                    <a:pt x="43" y="15"/>
                  </a:cubicBezTo>
                  <a:cubicBezTo>
                    <a:pt x="54" y="2"/>
                    <a:pt x="72" y="0"/>
                    <a:pt x="85" y="10"/>
                  </a:cubicBezTo>
                  <a:cubicBezTo>
                    <a:pt x="110" y="30"/>
                    <a:pt x="110" y="30"/>
                    <a:pt x="110" y="30"/>
                  </a:cubicBezTo>
                  <a:cubicBezTo>
                    <a:pt x="123" y="40"/>
                    <a:pt x="130" y="56"/>
                    <a:pt x="120" y="68"/>
                  </a:cubicBezTo>
                  <a:close/>
                </a:path>
              </a:pathLst>
            </a:custGeom>
            <a:solidFill>
              <a:srgbClr val="FFC7B0"/>
            </a:solidFill>
            <a:ln>
              <a:noFill/>
            </a:ln>
            <a:extLst>
              <a:ext uri="{91240B29-F687-4F45-9708-019B960494DF}">
                <a14:hiddenLine xmlns:a14="http://schemas.microsoft.com/office/drawing/2010/main" w="9525">
                  <a:solidFill>
                    <a:srgbClr val="000000"/>
                  </a:solidFill>
                  <a:round/>
                  <a:headEnd/>
                  <a:tailEnd/>
                </a14:hiddenLine>
              </a:ext>
            </a:extLst>
          </p:spPr>
          <p:txBody>
            <a:bodyPr anchor="ctr"/>
            <a:lstStyle/>
            <a:p>
              <a:pPr algn="ctr"/>
              <a:endParaRPr/>
            </a:p>
          </p:txBody>
        </p:sp>
        <p:sp>
          <p:nvSpPr>
            <p:cNvPr id="404" name="ïşlíḍé">
              <a:extLst>
                <a:ext uri="{FF2B5EF4-FFF2-40B4-BE49-F238E27FC236}">
                  <a16:creationId xmlns:a16="http://schemas.microsoft.com/office/drawing/2014/main" id="{628D0D54-F298-426A-B7DD-7BF075EC8CCB}"/>
                </a:ext>
              </a:extLst>
            </p:cNvPr>
            <p:cNvSpPr/>
            <p:nvPr/>
          </p:nvSpPr>
          <p:spPr bwMode="auto">
            <a:xfrm>
              <a:off x="7555707" y="3618618"/>
              <a:ext cx="166688" cy="144463"/>
            </a:xfrm>
            <a:custGeom>
              <a:avLst/>
              <a:gdLst>
                <a:gd name="T0" fmla="*/ 72 w 82"/>
                <a:gd name="T1" fmla="*/ 25 h 71"/>
                <a:gd name="T2" fmla="*/ 25 w 82"/>
                <a:gd name="T3" fmla="*/ 63 h 71"/>
                <a:gd name="T4" fmla="*/ 4 w 82"/>
                <a:gd name="T5" fmla="*/ 66 h 71"/>
                <a:gd name="T6" fmla="*/ 10 w 82"/>
                <a:gd name="T7" fmla="*/ 46 h 71"/>
                <a:gd name="T8" fmla="*/ 57 w 82"/>
                <a:gd name="T9" fmla="*/ 8 h 71"/>
                <a:gd name="T10" fmla="*/ 78 w 82"/>
                <a:gd name="T11" fmla="*/ 4 h 71"/>
                <a:gd name="T12" fmla="*/ 72 w 82"/>
                <a:gd name="T13" fmla="*/ 25 h 71"/>
              </a:gdLst>
              <a:ahLst/>
              <a:cxnLst>
                <a:cxn ang="0">
                  <a:pos x="T0" y="T1"/>
                </a:cxn>
                <a:cxn ang="0">
                  <a:pos x="T2" y="T3"/>
                </a:cxn>
                <a:cxn ang="0">
                  <a:pos x="T4" y="T5"/>
                </a:cxn>
                <a:cxn ang="0">
                  <a:pos x="T6" y="T7"/>
                </a:cxn>
                <a:cxn ang="0">
                  <a:pos x="T8" y="T9"/>
                </a:cxn>
                <a:cxn ang="0">
                  <a:pos x="T10" y="T11"/>
                </a:cxn>
                <a:cxn ang="0">
                  <a:pos x="T12" y="T13"/>
                </a:cxn>
              </a:cxnLst>
              <a:rect l="0" t="0" r="r" b="b"/>
              <a:pathLst>
                <a:path w="82" h="71">
                  <a:moveTo>
                    <a:pt x="72" y="25"/>
                  </a:moveTo>
                  <a:cubicBezTo>
                    <a:pt x="25" y="63"/>
                    <a:pt x="25" y="63"/>
                    <a:pt x="25" y="63"/>
                  </a:cubicBezTo>
                  <a:cubicBezTo>
                    <a:pt x="18" y="69"/>
                    <a:pt x="8" y="71"/>
                    <a:pt x="4" y="66"/>
                  </a:cubicBezTo>
                  <a:cubicBezTo>
                    <a:pt x="0" y="61"/>
                    <a:pt x="3" y="52"/>
                    <a:pt x="10" y="46"/>
                  </a:cubicBezTo>
                  <a:cubicBezTo>
                    <a:pt x="57" y="8"/>
                    <a:pt x="57" y="8"/>
                    <a:pt x="57" y="8"/>
                  </a:cubicBezTo>
                  <a:cubicBezTo>
                    <a:pt x="64" y="1"/>
                    <a:pt x="74" y="0"/>
                    <a:pt x="78" y="4"/>
                  </a:cubicBezTo>
                  <a:cubicBezTo>
                    <a:pt x="82" y="9"/>
                    <a:pt x="79" y="18"/>
                    <a:pt x="72" y="25"/>
                  </a:cubicBezTo>
                  <a:close/>
                </a:path>
              </a:pathLst>
            </a:custGeom>
            <a:solidFill>
              <a:srgbClr val="FFC7B0"/>
            </a:solidFill>
            <a:ln>
              <a:noFill/>
            </a:ln>
            <a:extLst>
              <a:ext uri="{91240B29-F687-4F45-9708-019B960494DF}">
                <a14:hiddenLine xmlns:a14="http://schemas.microsoft.com/office/drawing/2010/main" w="9525">
                  <a:solidFill>
                    <a:srgbClr val="000000"/>
                  </a:solidFill>
                  <a:round/>
                  <a:headEnd/>
                  <a:tailEnd/>
                </a14:hiddenLine>
              </a:ext>
            </a:extLst>
          </p:spPr>
          <p:txBody>
            <a:bodyPr anchor="ctr"/>
            <a:lstStyle/>
            <a:p>
              <a:pPr algn="ctr"/>
              <a:endParaRPr/>
            </a:p>
          </p:txBody>
        </p:sp>
        <p:sp>
          <p:nvSpPr>
            <p:cNvPr id="405" name="íṩḷïde">
              <a:extLst>
                <a:ext uri="{FF2B5EF4-FFF2-40B4-BE49-F238E27FC236}">
                  <a16:creationId xmlns:a16="http://schemas.microsoft.com/office/drawing/2014/main" id="{418BB7D2-C820-466A-82FF-0D98C5720DC7}"/>
                </a:ext>
              </a:extLst>
            </p:cNvPr>
            <p:cNvSpPr/>
            <p:nvPr/>
          </p:nvSpPr>
          <p:spPr bwMode="auto">
            <a:xfrm>
              <a:off x="7571582" y="3677356"/>
              <a:ext cx="166688" cy="144463"/>
            </a:xfrm>
            <a:custGeom>
              <a:avLst/>
              <a:gdLst>
                <a:gd name="T0" fmla="*/ 72 w 82"/>
                <a:gd name="T1" fmla="*/ 25 h 71"/>
                <a:gd name="T2" fmla="*/ 25 w 82"/>
                <a:gd name="T3" fmla="*/ 63 h 71"/>
                <a:gd name="T4" fmla="*/ 4 w 82"/>
                <a:gd name="T5" fmla="*/ 66 h 71"/>
                <a:gd name="T6" fmla="*/ 10 w 82"/>
                <a:gd name="T7" fmla="*/ 46 h 71"/>
                <a:gd name="T8" fmla="*/ 57 w 82"/>
                <a:gd name="T9" fmla="*/ 8 h 71"/>
                <a:gd name="T10" fmla="*/ 78 w 82"/>
                <a:gd name="T11" fmla="*/ 5 h 71"/>
                <a:gd name="T12" fmla="*/ 72 w 82"/>
                <a:gd name="T13" fmla="*/ 25 h 71"/>
              </a:gdLst>
              <a:ahLst/>
              <a:cxnLst>
                <a:cxn ang="0">
                  <a:pos x="T0" y="T1"/>
                </a:cxn>
                <a:cxn ang="0">
                  <a:pos x="T2" y="T3"/>
                </a:cxn>
                <a:cxn ang="0">
                  <a:pos x="T4" y="T5"/>
                </a:cxn>
                <a:cxn ang="0">
                  <a:pos x="T6" y="T7"/>
                </a:cxn>
                <a:cxn ang="0">
                  <a:pos x="T8" y="T9"/>
                </a:cxn>
                <a:cxn ang="0">
                  <a:pos x="T10" y="T11"/>
                </a:cxn>
                <a:cxn ang="0">
                  <a:pos x="T12" y="T13"/>
                </a:cxn>
              </a:cxnLst>
              <a:rect l="0" t="0" r="r" b="b"/>
              <a:pathLst>
                <a:path w="82" h="71">
                  <a:moveTo>
                    <a:pt x="72" y="25"/>
                  </a:moveTo>
                  <a:cubicBezTo>
                    <a:pt x="25" y="63"/>
                    <a:pt x="25" y="63"/>
                    <a:pt x="25" y="63"/>
                  </a:cubicBezTo>
                  <a:cubicBezTo>
                    <a:pt x="18" y="70"/>
                    <a:pt x="8" y="71"/>
                    <a:pt x="4" y="66"/>
                  </a:cubicBezTo>
                  <a:cubicBezTo>
                    <a:pt x="0" y="62"/>
                    <a:pt x="2" y="53"/>
                    <a:pt x="10" y="46"/>
                  </a:cubicBezTo>
                  <a:cubicBezTo>
                    <a:pt x="57" y="8"/>
                    <a:pt x="57" y="8"/>
                    <a:pt x="57" y="8"/>
                  </a:cubicBezTo>
                  <a:cubicBezTo>
                    <a:pt x="64" y="1"/>
                    <a:pt x="74" y="0"/>
                    <a:pt x="78" y="5"/>
                  </a:cubicBezTo>
                  <a:cubicBezTo>
                    <a:pt x="82" y="9"/>
                    <a:pt x="79" y="19"/>
                    <a:pt x="72" y="25"/>
                  </a:cubicBezTo>
                  <a:close/>
                </a:path>
              </a:pathLst>
            </a:custGeom>
            <a:solidFill>
              <a:srgbClr val="FFC7B0"/>
            </a:solidFill>
            <a:ln>
              <a:noFill/>
            </a:ln>
            <a:extLst>
              <a:ext uri="{91240B29-F687-4F45-9708-019B960494DF}">
                <a14:hiddenLine xmlns:a14="http://schemas.microsoft.com/office/drawing/2010/main" w="9525">
                  <a:solidFill>
                    <a:srgbClr val="000000"/>
                  </a:solidFill>
                  <a:round/>
                  <a:headEnd/>
                  <a:tailEnd/>
                </a14:hiddenLine>
              </a:ext>
            </a:extLst>
          </p:spPr>
          <p:txBody>
            <a:bodyPr anchor="ctr"/>
            <a:lstStyle/>
            <a:p>
              <a:pPr algn="ctr"/>
              <a:endParaRPr/>
            </a:p>
          </p:txBody>
        </p:sp>
        <p:sp>
          <p:nvSpPr>
            <p:cNvPr id="406" name="ïṩḻíḋè">
              <a:extLst>
                <a:ext uri="{FF2B5EF4-FFF2-40B4-BE49-F238E27FC236}">
                  <a16:creationId xmlns:a16="http://schemas.microsoft.com/office/drawing/2014/main" id="{9280E9CB-0924-49DF-ABE3-8CF122B72AD3}"/>
                </a:ext>
              </a:extLst>
            </p:cNvPr>
            <p:cNvSpPr/>
            <p:nvPr/>
          </p:nvSpPr>
          <p:spPr bwMode="auto">
            <a:xfrm>
              <a:off x="7635082" y="3697993"/>
              <a:ext cx="165100" cy="146050"/>
            </a:xfrm>
            <a:custGeom>
              <a:avLst/>
              <a:gdLst>
                <a:gd name="T0" fmla="*/ 72 w 82"/>
                <a:gd name="T1" fmla="*/ 25 h 72"/>
                <a:gd name="T2" fmla="*/ 25 w 82"/>
                <a:gd name="T3" fmla="*/ 64 h 72"/>
                <a:gd name="T4" fmla="*/ 4 w 82"/>
                <a:gd name="T5" fmla="*/ 67 h 72"/>
                <a:gd name="T6" fmla="*/ 10 w 82"/>
                <a:gd name="T7" fmla="*/ 47 h 72"/>
                <a:gd name="T8" fmla="*/ 56 w 82"/>
                <a:gd name="T9" fmla="*/ 8 h 72"/>
                <a:gd name="T10" fmla="*/ 78 w 82"/>
                <a:gd name="T11" fmla="*/ 5 h 72"/>
                <a:gd name="T12" fmla="*/ 72 w 82"/>
                <a:gd name="T13" fmla="*/ 25 h 72"/>
              </a:gdLst>
              <a:ahLst/>
              <a:cxnLst>
                <a:cxn ang="0">
                  <a:pos x="T0" y="T1"/>
                </a:cxn>
                <a:cxn ang="0">
                  <a:pos x="T2" y="T3"/>
                </a:cxn>
                <a:cxn ang="0">
                  <a:pos x="T4" y="T5"/>
                </a:cxn>
                <a:cxn ang="0">
                  <a:pos x="T6" y="T7"/>
                </a:cxn>
                <a:cxn ang="0">
                  <a:pos x="T8" y="T9"/>
                </a:cxn>
                <a:cxn ang="0">
                  <a:pos x="T10" y="T11"/>
                </a:cxn>
                <a:cxn ang="0">
                  <a:pos x="T12" y="T13"/>
                </a:cxn>
              </a:cxnLst>
              <a:rect l="0" t="0" r="r" b="b"/>
              <a:pathLst>
                <a:path w="82" h="72">
                  <a:moveTo>
                    <a:pt x="72" y="25"/>
                  </a:moveTo>
                  <a:cubicBezTo>
                    <a:pt x="25" y="64"/>
                    <a:pt x="25" y="64"/>
                    <a:pt x="25" y="64"/>
                  </a:cubicBezTo>
                  <a:cubicBezTo>
                    <a:pt x="18" y="70"/>
                    <a:pt x="8" y="72"/>
                    <a:pt x="4" y="67"/>
                  </a:cubicBezTo>
                  <a:cubicBezTo>
                    <a:pt x="0" y="62"/>
                    <a:pt x="2" y="53"/>
                    <a:pt x="10" y="47"/>
                  </a:cubicBezTo>
                  <a:cubicBezTo>
                    <a:pt x="56" y="8"/>
                    <a:pt x="56" y="8"/>
                    <a:pt x="56" y="8"/>
                  </a:cubicBezTo>
                  <a:cubicBezTo>
                    <a:pt x="64" y="2"/>
                    <a:pt x="73" y="0"/>
                    <a:pt x="78" y="5"/>
                  </a:cubicBezTo>
                  <a:cubicBezTo>
                    <a:pt x="82" y="10"/>
                    <a:pt x="79" y="19"/>
                    <a:pt x="72" y="25"/>
                  </a:cubicBezTo>
                  <a:close/>
                </a:path>
              </a:pathLst>
            </a:custGeom>
            <a:solidFill>
              <a:srgbClr val="FFC7B0"/>
            </a:solidFill>
            <a:ln>
              <a:noFill/>
            </a:ln>
            <a:extLst>
              <a:ext uri="{91240B29-F687-4F45-9708-019B960494DF}">
                <a14:hiddenLine xmlns:a14="http://schemas.microsoft.com/office/drawing/2010/main" w="9525">
                  <a:solidFill>
                    <a:srgbClr val="000000"/>
                  </a:solidFill>
                  <a:round/>
                  <a:headEnd/>
                  <a:tailEnd/>
                </a14:hiddenLine>
              </a:ext>
            </a:extLst>
          </p:spPr>
          <p:txBody>
            <a:bodyPr anchor="ctr"/>
            <a:lstStyle/>
            <a:p>
              <a:pPr algn="ctr"/>
              <a:endParaRPr/>
            </a:p>
          </p:txBody>
        </p:sp>
        <p:sp>
          <p:nvSpPr>
            <p:cNvPr id="407" name="í$lîdè">
              <a:extLst>
                <a:ext uri="{FF2B5EF4-FFF2-40B4-BE49-F238E27FC236}">
                  <a16:creationId xmlns:a16="http://schemas.microsoft.com/office/drawing/2014/main" id="{E8E093EF-3A3E-4790-8965-1F81BDBF9778}"/>
                </a:ext>
              </a:extLst>
            </p:cNvPr>
            <p:cNvSpPr/>
            <p:nvPr/>
          </p:nvSpPr>
          <p:spPr bwMode="auto">
            <a:xfrm>
              <a:off x="7730332" y="2462918"/>
              <a:ext cx="568325" cy="1228725"/>
            </a:xfrm>
            <a:custGeom>
              <a:avLst/>
              <a:gdLst>
                <a:gd name="T0" fmla="*/ 235 w 281"/>
                <a:gd name="T1" fmla="*/ 407 h 608"/>
                <a:gd name="T2" fmla="*/ 198 w 281"/>
                <a:gd name="T3" fmla="*/ 468 h 608"/>
                <a:gd name="T4" fmla="*/ 172 w 281"/>
                <a:gd name="T5" fmla="*/ 497 h 608"/>
                <a:gd name="T6" fmla="*/ 73 w 281"/>
                <a:gd name="T7" fmla="*/ 596 h 608"/>
                <a:gd name="T8" fmla="*/ 53 w 281"/>
                <a:gd name="T9" fmla="*/ 606 h 608"/>
                <a:gd name="T10" fmla="*/ 15 w 281"/>
                <a:gd name="T11" fmla="*/ 589 h 608"/>
                <a:gd name="T12" fmla="*/ 31 w 281"/>
                <a:gd name="T13" fmla="*/ 535 h 608"/>
                <a:gd name="T14" fmla="*/ 119 w 281"/>
                <a:gd name="T15" fmla="*/ 437 h 608"/>
                <a:gd name="T16" fmla="*/ 144 w 281"/>
                <a:gd name="T17" fmla="*/ 403 h 608"/>
                <a:gd name="T18" fmla="*/ 163 w 281"/>
                <a:gd name="T19" fmla="*/ 369 h 608"/>
                <a:gd name="T20" fmla="*/ 182 w 281"/>
                <a:gd name="T21" fmla="*/ 173 h 608"/>
                <a:gd name="T22" fmla="*/ 159 w 281"/>
                <a:gd name="T23" fmla="*/ 63 h 608"/>
                <a:gd name="T24" fmla="*/ 189 w 281"/>
                <a:gd name="T25" fmla="*/ 5 h 608"/>
                <a:gd name="T26" fmla="*/ 239 w 281"/>
                <a:gd name="T27" fmla="*/ 44 h 608"/>
                <a:gd name="T28" fmla="*/ 262 w 281"/>
                <a:gd name="T29" fmla="*/ 153 h 608"/>
                <a:gd name="T30" fmla="*/ 235 w 281"/>
                <a:gd name="T31" fmla="*/ 407 h 60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281" h="608">
                  <a:moveTo>
                    <a:pt x="235" y="407"/>
                  </a:moveTo>
                  <a:cubicBezTo>
                    <a:pt x="225" y="429"/>
                    <a:pt x="212" y="450"/>
                    <a:pt x="198" y="468"/>
                  </a:cubicBezTo>
                  <a:cubicBezTo>
                    <a:pt x="190" y="478"/>
                    <a:pt x="181" y="488"/>
                    <a:pt x="172" y="497"/>
                  </a:cubicBezTo>
                  <a:cubicBezTo>
                    <a:pt x="73" y="596"/>
                    <a:pt x="73" y="596"/>
                    <a:pt x="73" y="596"/>
                  </a:cubicBezTo>
                  <a:cubicBezTo>
                    <a:pt x="68" y="602"/>
                    <a:pt x="61" y="605"/>
                    <a:pt x="53" y="606"/>
                  </a:cubicBezTo>
                  <a:cubicBezTo>
                    <a:pt x="40" y="608"/>
                    <a:pt x="25" y="602"/>
                    <a:pt x="15" y="589"/>
                  </a:cubicBezTo>
                  <a:cubicBezTo>
                    <a:pt x="0" y="568"/>
                    <a:pt x="14" y="552"/>
                    <a:pt x="31" y="535"/>
                  </a:cubicBezTo>
                  <a:cubicBezTo>
                    <a:pt x="119" y="437"/>
                    <a:pt x="119" y="437"/>
                    <a:pt x="119" y="437"/>
                  </a:cubicBezTo>
                  <a:cubicBezTo>
                    <a:pt x="128" y="426"/>
                    <a:pt x="137" y="414"/>
                    <a:pt x="144" y="403"/>
                  </a:cubicBezTo>
                  <a:cubicBezTo>
                    <a:pt x="151" y="392"/>
                    <a:pt x="157" y="381"/>
                    <a:pt x="163" y="369"/>
                  </a:cubicBezTo>
                  <a:cubicBezTo>
                    <a:pt x="191" y="308"/>
                    <a:pt x="197" y="240"/>
                    <a:pt x="182" y="173"/>
                  </a:cubicBezTo>
                  <a:cubicBezTo>
                    <a:pt x="159" y="63"/>
                    <a:pt x="159" y="63"/>
                    <a:pt x="159" y="63"/>
                  </a:cubicBezTo>
                  <a:cubicBezTo>
                    <a:pt x="153" y="36"/>
                    <a:pt x="167" y="11"/>
                    <a:pt x="189" y="5"/>
                  </a:cubicBezTo>
                  <a:cubicBezTo>
                    <a:pt x="211" y="0"/>
                    <a:pt x="233" y="17"/>
                    <a:pt x="239" y="44"/>
                  </a:cubicBezTo>
                  <a:cubicBezTo>
                    <a:pt x="262" y="153"/>
                    <a:pt x="262" y="153"/>
                    <a:pt x="262" y="153"/>
                  </a:cubicBezTo>
                  <a:cubicBezTo>
                    <a:pt x="281" y="242"/>
                    <a:pt x="271" y="333"/>
                    <a:pt x="235" y="407"/>
                  </a:cubicBezTo>
                  <a:close/>
                </a:path>
              </a:pathLst>
            </a:custGeom>
            <a:solidFill>
              <a:srgbClr val="FFC7B0"/>
            </a:solidFill>
            <a:ln>
              <a:noFill/>
            </a:ln>
            <a:extLst>
              <a:ext uri="{91240B29-F687-4F45-9708-019B960494DF}">
                <a14:hiddenLine xmlns:a14="http://schemas.microsoft.com/office/drawing/2010/main" w="9525">
                  <a:solidFill>
                    <a:srgbClr val="000000"/>
                  </a:solidFill>
                  <a:round/>
                  <a:headEnd/>
                  <a:tailEnd/>
                </a14:hiddenLine>
              </a:ext>
            </a:extLst>
          </p:spPr>
          <p:txBody>
            <a:bodyPr anchor="ctr"/>
            <a:lstStyle/>
            <a:p>
              <a:pPr algn="ctr"/>
              <a:endParaRPr/>
            </a:p>
          </p:txBody>
        </p:sp>
        <p:sp>
          <p:nvSpPr>
            <p:cNvPr id="408" name="îṥlïďé">
              <a:extLst>
                <a:ext uri="{FF2B5EF4-FFF2-40B4-BE49-F238E27FC236}">
                  <a16:creationId xmlns:a16="http://schemas.microsoft.com/office/drawing/2014/main" id="{A3816440-A0FD-4DB6-BF33-66D5F3A761DD}"/>
                </a:ext>
              </a:extLst>
            </p:cNvPr>
            <p:cNvSpPr/>
            <p:nvPr/>
          </p:nvSpPr>
          <p:spPr bwMode="auto">
            <a:xfrm>
              <a:off x="8028782" y="3178881"/>
              <a:ext cx="192088" cy="201613"/>
            </a:xfrm>
            <a:custGeom>
              <a:avLst/>
              <a:gdLst>
                <a:gd name="T0" fmla="*/ 22 w 95"/>
                <a:gd name="T1" fmla="*/ 0 h 100"/>
                <a:gd name="T2" fmla="*/ 95 w 95"/>
                <a:gd name="T3" fmla="*/ 38 h 100"/>
                <a:gd name="T4" fmla="*/ 60 w 95"/>
                <a:gd name="T5" fmla="*/ 100 h 100"/>
                <a:gd name="T6" fmla="*/ 0 w 95"/>
                <a:gd name="T7" fmla="*/ 42 h 100"/>
                <a:gd name="T8" fmla="*/ 22 w 95"/>
                <a:gd name="T9" fmla="*/ 0 h 100"/>
              </a:gdLst>
              <a:ahLst/>
              <a:cxnLst>
                <a:cxn ang="0">
                  <a:pos x="T0" y="T1"/>
                </a:cxn>
                <a:cxn ang="0">
                  <a:pos x="T2" y="T3"/>
                </a:cxn>
                <a:cxn ang="0">
                  <a:pos x="T4" y="T5"/>
                </a:cxn>
                <a:cxn ang="0">
                  <a:pos x="T6" y="T7"/>
                </a:cxn>
                <a:cxn ang="0">
                  <a:pos x="T8" y="T9"/>
                </a:cxn>
              </a:cxnLst>
              <a:rect l="0" t="0" r="r" b="b"/>
              <a:pathLst>
                <a:path w="95" h="100">
                  <a:moveTo>
                    <a:pt x="22" y="0"/>
                  </a:moveTo>
                  <a:cubicBezTo>
                    <a:pt x="95" y="38"/>
                    <a:pt x="95" y="38"/>
                    <a:pt x="95" y="38"/>
                  </a:cubicBezTo>
                  <a:cubicBezTo>
                    <a:pt x="84" y="60"/>
                    <a:pt x="74" y="81"/>
                    <a:pt x="60" y="100"/>
                  </a:cubicBezTo>
                  <a:cubicBezTo>
                    <a:pt x="0" y="42"/>
                    <a:pt x="0" y="42"/>
                    <a:pt x="0" y="42"/>
                  </a:cubicBezTo>
                  <a:lnTo>
                    <a:pt x="22" y="0"/>
                  </a:lnTo>
                  <a:close/>
                </a:path>
              </a:pathLst>
            </a:custGeom>
            <a:solidFill>
              <a:srgbClr val="F4A891"/>
            </a:solidFill>
            <a:ln>
              <a:noFill/>
            </a:ln>
            <a:extLst>
              <a:ext uri="{91240B29-F687-4F45-9708-019B960494DF}">
                <a14:hiddenLine xmlns:a14="http://schemas.microsoft.com/office/drawing/2010/main" w="9525">
                  <a:solidFill>
                    <a:srgbClr val="000000"/>
                  </a:solidFill>
                  <a:round/>
                  <a:headEnd/>
                  <a:tailEnd/>
                </a14:hiddenLine>
              </a:ext>
            </a:extLst>
          </p:spPr>
          <p:txBody>
            <a:bodyPr anchor="ctr"/>
            <a:lstStyle/>
            <a:p>
              <a:pPr algn="ctr"/>
              <a:endParaRPr/>
            </a:p>
          </p:txBody>
        </p:sp>
        <p:sp>
          <p:nvSpPr>
            <p:cNvPr id="409" name="í$ḻîḑè">
              <a:extLst>
                <a:ext uri="{FF2B5EF4-FFF2-40B4-BE49-F238E27FC236}">
                  <a16:creationId xmlns:a16="http://schemas.microsoft.com/office/drawing/2014/main" id="{855D0F51-43B0-43BF-836D-1781576F9710}"/>
                </a:ext>
              </a:extLst>
            </p:cNvPr>
            <p:cNvSpPr/>
            <p:nvPr/>
          </p:nvSpPr>
          <p:spPr bwMode="auto">
            <a:xfrm>
              <a:off x="8014494" y="2254956"/>
              <a:ext cx="295275" cy="1057275"/>
            </a:xfrm>
            <a:custGeom>
              <a:avLst/>
              <a:gdLst>
                <a:gd name="T0" fmla="*/ 38 w 146"/>
                <a:gd name="T1" fmla="*/ 393 h 523"/>
                <a:gd name="T2" fmla="*/ 35 w 146"/>
                <a:gd name="T3" fmla="*/ 301 h 523"/>
                <a:gd name="T4" fmla="*/ 14 w 146"/>
                <a:gd name="T5" fmla="*/ 123 h 523"/>
                <a:gd name="T6" fmla="*/ 54 w 146"/>
                <a:gd name="T7" fmla="*/ 43 h 523"/>
                <a:gd name="T8" fmla="*/ 140 w 146"/>
                <a:gd name="T9" fmla="*/ 385 h 523"/>
                <a:gd name="T10" fmla="*/ 98 w 146"/>
                <a:gd name="T11" fmla="*/ 523 h 523"/>
                <a:gd name="T12" fmla="*/ 9 w 146"/>
                <a:gd name="T13" fmla="*/ 467 h 523"/>
                <a:gd name="T14" fmla="*/ 38 w 146"/>
                <a:gd name="T15" fmla="*/ 393 h 523"/>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46" h="523">
                  <a:moveTo>
                    <a:pt x="38" y="393"/>
                  </a:moveTo>
                  <a:cubicBezTo>
                    <a:pt x="39" y="389"/>
                    <a:pt x="50" y="371"/>
                    <a:pt x="35" y="301"/>
                  </a:cubicBezTo>
                  <a:cubicBezTo>
                    <a:pt x="19" y="231"/>
                    <a:pt x="0" y="157"/>
                    <a:pt x="14" y="123"/>
                  </a:cubicBezTo>
                  <a:cubicBezTo>
                    <a:pt x="27" y="88"/>
                    <a:pt x="22" y="0"/>
                    <a:pt x="54" y="43"/>
                  </a:cubicBezTo>
                  <a:cubicBezTo>
                    <a:pt x="146" y="166"/>
                    <a:pt x="143" y="329"/>
                    <a:pt x="140" y="385"/>
                  </a:cubicBezTo>
                  <a:cubicBezTo>
                    <a:pt x="136" y="440"/>
                    <a:pt x="98" y="523"/>
                    <a:pt x="98" y="523"/>
                  </a:cubicBezTo>
                  <a:cubicBezTo>
                    <a:pt x="9" y="467"/>
                    <a:pt x="9" y="467"/>
                    <a:pt x="9" y="467"/>
                  </a:cubicBezTo>
                  <a:cubicBezTo>
                    <a:pt x="9" y="467"/>
                    <a:pt x="33" y="430"/>
                    <a:pt x="38" y="393"/>
                  </a:cubicBezTo>
                  <a:close/>
                </a:path>
              </a:pathLst>
            </a:custGeom>
            <a:solidFill>
              <a:srgbClr val="D93838"/>
            </a:solidFill>
            <a:ln>
              <a:noFill/>
            </a:ln>
            <a:extLst>
              <a:ext uri="{91240B29-F687-4F45-9708-019B960494DF}">
                <a14:hiddenLine xmlns:a14="http://schemas.microsoft.com/office/drawing/2010/main" w="9525">
                  <a:solidFill>
                    <a:srgbClr val="000000"/>
                  </a:solidFill>
                  <a:round/>
                  <a:headEnd/>
                  <a:tailEnd/>
                </a14:hiddenLine>
              </a:ext>
            </a:extLst>
          </p:spPr>
          <p:txBody>
            <a:bodyPr anchor="ctr"/>
            <a:lstStyle/>
            <a:p>
              <a:pPr algn="ctr"/>
              <a:endParaRPr/>
            </a:p>
          </p:txBody>
        </p:sp>
        <p:sp>
          <p:nvSpPr>
            <p:cNvPr id="410" name="ïṣḷíďè">
              <a:extLst>
                <a:ext uri="{FF2B5EF4-FFF2-40B4-BE49-F238E27FC236}">
                  <a16:creationId xmlns:a16="http://schemas.microsoft.com/office/drawing/2014/main" id="{21737859-FBB3-46AA-AD7F-24AFA76C7C28}"/>
                </a:ext>
              </a:extLst>
            </p:cNvPr>
            <p:cNvSpPr/>
            <p:nvPr/>
          </p:nvSpPr>
          <p:spPr bwMode="auto">
            <a:xfrm>
              <a:off x="8014494" y="3143956"/>
              <a:ext cx="231775" cy="200025"/>
            </a:xfrm>
            <a:custGeom>
              <a:avLst/>
              <a:gdLst>
                <a:gd name="T0" fmla="*/ 30 w 146"/>
                <a:gd name="T1" fmla="*/ 0 h 126"/>
                <a:gd name="T2" fmla="*/ 82 w 146"/>
                <a:gd name="T3" fmla="*/ 35 h 126"/>
                <a:gd name="T4" fmla="*/ 81 w 146"/>
                <a:gd name="T5" fmla="*/ 79 h 126"/>
                <a:gd name="T6" fmla="*/ 116 w 146"/>
                <a:gd name="T7" fmla="*/ 52 h 126"/>
                <a:gd name="T8" fmla="*/ 146 w 146"/>
                <a:gd name="T9" fmla="*/ 70 h 126"/>
                <a:gd name="T10" fmla="*/ 116 w 146"/>
                <a:gd name="T11" fmla="*/ 126 h 126"/>
                <a:gd name="T12" fmla="*/ 0 w 146"/>
                <a:gd name="T13" fmla="*/ 51 h 126"/>
                <a:gd name="T14" fmla="*/ 30 w 146"/>
                <a:gd name="T15" fmla="*/ 0 h 126"/>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46" h="126">
                  <a:moveTo>
                    <a:pt x="30" y="0"/>
                  </a:moveTo>
                  <a:lnTo>
                    <a:pt x="82" y="35"/>
                  </a:lnTo>
                  <a:lnTo>
                    <a:pt x="81" y="79"/>
                  </a:lnTo>
                  <a:lnTo>
                    <a:pt x="116" y="52"/>
                  </a:lnTo>
                  <a:lnTo>
                    <a:pt x="146" y="70"/>
                  </a:lnTo>
                  <a:lnTo>
                    <a:pt x="116" y="126"/>
                  </a:lnTo>
                  <a:lnTo>
                    <a:pt x="0" y="51"/>
                  </a:lnTo>
                  <a:lnTo>
                    <a:pt x="30" y="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nchor="ctr"/>
            <a:lstStyle/>
            <a:p>
              <a:pPr algn="ctr"/>
              <a:endParaRPr/>
            </a:p>
          </p:txBody>
        </p:sp>
      </p:grpSp>
      <p:pic>
        <p:nvPicPr>
          <p:cNvPr id="11" name="图片 10" descr="图示&#10;&#10;描述已自动生成">
            <a:extLst>
              <a:ext uri="{FF2B5EF4-FFF2-40B4-BE49-F238E27FC236}">
                <a16:creationId xmlns:a16="http://schemas.microsoft.com/office/drawing/2014/main" id="{42B6B587-5BB5-43A2-B4C7-C228AD1B9BE1}"/>
              </a:ext>
            </a:extLst>
          </p:cNvPr>
          <p:cNvPicPr>
            <a:picLocks noChangeAspect="1"/>
          </p:cNvPicPr>
          <p:nvPr/>
        </p:nvPicPr>
        <p:blipFill>
          <a:blip r:embed="rId3" cstate="print">
            <a:extLst>
              <a:ext uri="{28A0092B-C50C-407E-A947-70E740481C1C}">
                <a14:useLocalDpi xmlns:a14="http://schemas.microsoft.com/office/drawing/2010/main" val="0"/>
              </a:ext>
            </a:extLst>
          </a:blip>
          <a:stretch>
            <a:fillRect/>
          </a:stretch>
        </p:blipFill>
        <p:spPr>
          <a:xfrm>
            <a:off x="330091" y="3453651"/>
            <a:ext cx="5945568" cy="2655090"/>
          </a:xfrm>
          <a:prstGeom prst="rect">
            <a:avLst/>
          </a:prstGeom>
        </p:spPr>
      </p:pic>
    </p:spTree>
    <p:custDataLst>
      <p:tags r:id="rId1"/>
    </p:custDataLst>
    <p:extLst>
      <p:ext uri="{BB962C8B-B14F-4D97-AF65-F5344CB8AC3E}">
        <p14:creationId xmlns:p14="http://schemas.microsoft.com/office/powerpoint/2010/main" val="4131786621"/>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30" presetClass="entr" presetSubtype="0" fill="hold" nodeType="withEffect">
                                  <p:stCondLst>
                                    <p:cond delay="0"/>
                                  </p:stCondLst>
                                  <p:childTnLst>
                                    <p:set>
                                      <p:cBhvr>
                                        <p:cTn id="6" dur="1" fill="hold">
                                          <p:stCondLst>
                                            <p:cond delay="0"/>
                                          </p:stCondLst>
                                        </p:cTn>
                                        <p:tgtEl>
                                          <p:spTgt spid="273"/>
                                        </p:tgtEl>
                                        <p:attrNameLst>
                                          <p:attrName>style.visibility</p:attrName>
                                        </p:attrNameLst>
                                      </p:cBhvr>
                                      <p:to>
                                        <p:strVal val="visible"/>
                                      </p:to>
                                    </p:set>
                                    <p:animEffect transition="in" filter="fade">
                                      <p:cBhvr>
                                        <p:cTn id="7" dur="800" decel="100000"/>
                                        <p:tgtEl>
                                          <p:spTgt spid="273"/>
                                        </p:tgtEl>
                                      </p:cBhvr>
                                    </p:animEffect>
                                    <p:anim calcmode="lin" valueType="num">
                                      <p:cBhvr>
                                        <p:cTn id="8" dur="800" decel="100000" fill="hold"/>
                                        <p:tgtEl>
                                          <p:spTgt spid="273"/>
                                        </p:tgtEl>
                                        <p:attrNameLst>
                                          <p:attrName>style.rotation</p:attrName>
                                        </p:attrNameLst>
                                      </p:cBhvr>
                                      <p:tavLst>
                                        <p:tav tm="0">
                                          <p:val>
                                            <p:fltVal val="-90"/>
                                          </p:val>
                                        </p:tav>
                                        <p:tav tm="100000">
                                          <p:val>
                                            <p:fltVal val="0"/>
                                          </p:val>
                                        </p:tav>
                                      </p:tavLst>
                                    </p:anim>
                                    <p:anim calcmode="lin" valueType="num">
                                      <p:cBhvr>
                                        <p:cTn id="9" dur="800" decel="100000" fill="hold"/>
                                        <p:tgtEl>
                                          <p:spTgt spid="273"/>
                                        </p:tgtEl>
                                        <p:attrNameLst>
                                          <p:attrName>ppt_x</p:attrName>
                                        </p:attrNameLst>
                                      </p:cBhvr>
                                      <p:tavLst>
                                        <p:tav tm="0">
                                          <p:val>
                                            <p:strVal val="#ppt_x+0.4"/>
                                          </p:val>
                                        </p:tav>
                                        <p:tav tm="100000">
                                          <p:val>
                                            <p:strVal val="#ppt_x-0.05"/>
                                          </p:val>
                                        </p:tav>
                                      </p:tavLst>
                                    </p:anim>
                                    <p:anim calcmode="lin" valueType="num">
                                      <p:cBhvr>
                                        <p:cTn id="10" dur="800" decel="100000" fill="hold"/>
                                        <p:tgtEl>
                                          <p:spTgt spid="273"/>
                                        </p:tgtEl>
                                        <p:attrNameLst>
                                          <p:attrName>ppt_y</p:attrName>
                                        </p:attrNameLst>
                                      </p:cBhvr>
                                      <p:tavLst>
                                        <p:tav tm="0">
                                          <p:val>
                                            <p:strVal val="#ppt_y-0.4"/>
                                          </p:val>
                                        </p:tav>
                                        <p:tav tm="100000">
                                          <p:val>
                                            <p:strVal val="#ppt_y+0.1"/>
                                          </p:val>
                                        </p:tav>
                                      </p:tavLst>
                                    </p:anim>
                                    <p:anim calcmode="lin" valueType="num">
                                      <p:cBhvr>
                                        <p:cTn id="11" dur="200" accel="100000" fill="hold">
                                          <p:stCondLst>
                                            <p:cond delay="800"/>
                                          </p:stCondLst>
                                        </p:cTn>
                                        <p:tgtEl>
                                          <p:spTgt spid="273"/>
                                        </p:tgtEl>
                                        <p:attrNameLst>
                                          <p:attrName>ppt_x</p:attrName>
                                        </p:attrNameLst>
                                      </p:cBhvr>
                                      <p:tavLst>
                                        <p:tav tm="0">
                                          <p:val>
                                            <p:strVal val="#ppt_x-0.05"/>
                                          </p:val>
                                        </p:tav>
                                        <p:tav tm="100000">
                                          <p:val>
                                            <p:strVal val="#ppt_x"/>
                                          </p:val>
                                        </p:tav>
                                      </p:tavLst>
                                    </p:anim>
                                    <p:anim calcmode="lin" valueType="num">
                                      <p:cBhvr>
                                        <p:cTn id="12" dur="200" accel="100000" fill="hold">
                                          <p:stCondLst>
                                            <p:cond delay="800"/>
                                          </p:stCondLst>
                                        </p:cTn>
                                        <p:tgtEl>
                                          <p:spTgt spid="273"/>
                                        </p:tgtEl>
                                        <p:attrNameLst>
                                          <p:attrName>ppt_y</p:attrName>
                                        </p:attrNameLst>
                                      </p:cBhvr>
                                      <p:tavLst>
                                        <p:tav tm="0">
                                          <p:val>
                                            <p:strVal val="#ppt_y+0.1"/>
                                          </p:val>
                                        </p:tav>
                                        <p:tav tm="100000">
                                          <p:val>
                                            <p:strVal val="#ppt_y"/>
                                          </p:val>
                                        </p:tav>
                                      </p:tavLst>
                                    </p:anim>
                                  </p:childTnLst>
                                </p:cTn>
                              </p:par>
                              <p:par>
                                <p:cTn id="13" presetID="12" presetClass="entr" presetSubtype="4" fill="hold" nodeType="withEffect">
                                  <p:stCondLst>
                                    <p:cond delay="0"/>
                                  </p:stCondLst>
                                  <p:childTnLst>
                                    <p:set>
                                      <p:cBhvr>
                                        <p:cTn id="14" dur="1" fill="hold">
                                          <p:stCondLst>
                                            <p:cond delay="0"/>
                                          </p:stCondLst>
                                        </p:cTn>
                                        <p:tgtEl>
                                          <p:spTgt spid="11"/>
                                        </p:tgtEl>
                                        <p:attrNameLst>
                                          <p:attrName>style.visibility</p:attrName>
                                        </p:attrNameLst>
                                      </p:cBhvr>
                                      <p:to>
                                        <p:strVal val="visible"/>
                                      </p:to>
                                    </p:set>
                                    <p:anim calcmode="lin" valueType="num">
                                      <p:cBhvr additive="base">
                                        <p:cTn id="15" dur="500"/>
                                        <p:tgtEl>
                                          <p:spTgt spid="11"/>
                                        </p:tgtEl>
                                        <p:attrNameLst>
                                          <p:attrName>ppt_y</p:attrName>
                                        </p:attrNameLst>
                                      </p:cBhvr>
                                      <p:tavLst>
                                        <p:tav tm="0">
                                          <p:val>
                                            <p:strVal val="#ppt_y+#ppt_h*1.125000"/>
                                          </p:val>
                                        </p:tav>
                                        <p:tav tm="100000">
                                          <p:val>
                                            <p:strVal val="#ppt_y"/>
                                          </p:val>
                                        </p:tav>
                                      </p:tavLst>
                                    </p:anim>
                                    <p:animEffect transition="in" filter="wipe(up)">
                                      <p:cBhvr>
                                        <p:cTn id="16" dur="500"/>
                                        <p:tgtEl>
                                          <p:spTgt spid="11"/>
                                        </p:tgtEl>
                                      </p:cBhvr>
                                    </p:animEffect>
                                  </p:childTnLst>
                                </p:cTn>
                              </p:par>
                            </p:childTnLst>
                          </p:cTn>
                        </p:par>
                        <p:par>
                          <p:cTn id="17" fill="hold">
                            <p:stCondLst>
                              <p:cond delay="1000"/>
                            </p:stCondLst>
                            <p:childTnLst>
                              <p:par>
                                <p:cTn id="18" presetID="42" presetClass="entr" presetSubtype="0" fill="hold" grpId="0" nodeType="afterEffect">
                                  <p:stCondLst>
                                    <p:cond delay="0"/>
                                  </p:stCondLst>
                                  <p:childTnLst>
                                    <p:set>
                                      <p:cBhvr>
                                        <p:cTn id="19" dur="1" fill="hold">
                                          <p:stCondLst>
                                            <p:cond delay="0"/>
                                          </p:stCondLst>
                                        </p:cTn>
                                        <p:tgtEl>
                                          <p:spTgt spid="9"/>
                                        </p:tgtEl>
                                        <p:attrNameLst>
                                          <p:attrName>style.visibility</p:attrName>
                                        </p:attrNameLst>
                                      </p:cBhvr>
                                      <p:to>
                                        <p:strVal val="visible"/>
                                      </p:to>
                                    </p:set>
                                    <p:animEffect transition="in" filter="fade">
                                      <p:cBhvr>
                                        <p:cTn id="20" dur="1000"/>
                                        <p:tgtEl>
                                          <p:spTgt spid="9"/>
                                        </p:tgtEl>
                                      </p:cBhvr>
                                    </p:animEffect>
                                    <p:anim calcmode="lin" valueType="num">
                                      <p:cBhvr>
                                        <p:cTn id="21" dur="1000" fill="hold"/>
                                        <p:tgtEl>
                                          <p:spTgt spid="9"/>
                                        </p:tgtEl>
                                        <p:attrNameLst>
                                          <p:attrName>ppt_x</p:attrName>
                                        </p:attrNameLst>
                                      </p:cBhvr>
                                      <p:tavLst>
                                        <p:tav tm="0">
                                          <p:val>
                                            <p:strVal val="#ppt_x"/>
                                          </p:val>
                                        </p:tav>
                                        <p:tav tm="100000">
                                          <p:val>
                                            <p:strVal val="#ppt_x"/>
                                          </p:val>
                                        </p:tav>
                                      </p:tavLst>
                                    </p:anim>
                                    <p:anim calcmode="lin" valueType="num">
                                      <p:cBhvr>
                                        <p:cTn id="22" dur="1000" fill="hold"/>
                                        <p:tgtEl>
                                          <p:spTgt spid="9"/>
                                        </p:tgtEl>
                                        <p:attrNameLst>
                                          <p:attrName>ppt_y</p:attrName>
                                        </p:attrNameLst>
                                      </p:cBhvr>
                                      <p:tavLst>
                                        <p:tav tm="0">
                                          <p:val>
                                            <p:strVal val="#ppt_y+.1"/>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9" grpId="0" animBg="1"/>
    </p:bldLst>
  </p:timing>
</p:sld>
</file>

<file path=ppt/slides/slide47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 name="对话气泡: 椭圆形 6">
            <a:extLst>
              <a:ext uri="{FF2B5EF4-FFF2-40B4-BE49-F238E27FC236}">
                <a16:creationId xmlns:a16="http://schemas.microsoft.com/office/drawing/2014/main" id="{717E2EA5-527A-4547-BE36-8C06F770640B}"/>
              </a:ext>
            </a:extLst>
          </p:cNvPr>
          <p:cNvSpPr/>
          <p:nvPr/>
        </p:nvSpPr>
        <p:spPr>
          <a:xfrm>
            <a:off x="5743521" y="1268240"/>
            <a:ext cx="2850968" cy="1771658"/>
          </a:xfrm>
          <a:prstGeom prst="wedgeEllipseCallout">
            <a:avLst>
              <a:gd name="adj1" fmla="val 18165"/>
              <a:gd name="adj2" fmla="val 64658"/>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zh-CN" altLang="en-US" b="1" dirty="0"/>
              <a:t>然而，网络中会</a:t>
            </a:r>
            <a:endParaRPr lang="en-US" altLang="zh-CN" b="1" dirty="0"/>
          </a:p>
          <a:p>
            <a:pPr algn="ctr"/>
            <a:r>
              <a:rPr lang="zh-CN" altLang="en-US" b="1" dirty="0"/>
              <a:t>频繁出现广播信息</a:t>
            </a:r>
          </a:p>
        </p:txBody>
      </p:sp>
      <p:grpSp>
        <p:nvGrpSpPr>
          <p:cNvPr id="4" name="组合 3">
            <a:extLst>
              <a:ext uri="{FF2B5EF4-FFF2-40B4-BE49-F238E27FC236}">
                <a16:creationId xmlns:a16="http://schemas.microsoft.com/office/drawing/2014/main" id="{9A1EA9F2-FCB6-48C3-935F-7AE7E3AD14AC}"/>
              </a:ext>
            </a:extLst>
          </p:cNvPr>
          <p:cNvGrpSpPr/>
          <p:nvPr/>
        </p:nvGrpSpPr>
        <p:grpSpPr>
          <a:xfrm>
            <a:off x="304800" y="749300"/>
            <a:ext cx="4938199" cy="400110"/>
            <a:chOff x="424117" y="898245"/>
            <a:chExt cx="4938199" cy="400110"/>
          </a:xfrm>
        </p:grpSpPr>
        <p:sp>
          <p:nvSpPr>
            <p:cNvPr id="2" name="平行四边形 1">
              <a:extLst>
                <a:ext uri="{FF2B5EF4-FFF2-40B4-BE49-F238E27FC236}">
                  <a16:creationId xmlns:a16="http://schemas.microsoft.com/office/drawing/2014/main" id="{1F5BAA3F-9845-4F89-A2DD-8222D3E4EDAC}"/>
                </a:ext>
              </a:extLst>
            </p:cNvPr>
            <p:cNvSpPr/>
            <p:nvPr/>
          </p:nvSpPr>
          <p:spPr>
            <a:xfrm>
              <a:off x="424117" y="898245"/>
              <a:ext cx="628306" cy="387090"/>
            </a:xfrm>
            <a:prstGeom prst="parallelogram">
              <a:avLst/>
            </a:prstGeom>
            <a:solidFill>
              <a:schemeClr val="accent3">
                <a:lumMod val="75000"/>
              </a:schemeClr>
            </a:solidFill>
            <a:ln>
              <a:solidFill>
                <a:schemeClr val="accent3">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CN" sz="2200" dirty="0">
                  <a:latin typeface="Impact" panose="020B0806030902050204" pitchFamily="34" charset="0"/>
                </a:rPr>
                <a:t>01</a:t>
              </a:r>
              <a:endParaRPr lang="zh-CN" altLang="en-US" sz="2200" dirty="0">
                <a:latin typeface="Impact" panose="020B0806030902050204" pitchFamily="34" charset="0"/>
              </a:endParaRPr>
            </a:p>
          </p:txBody>
        </p:sp>
        <p:sp>
          <p:nvSpPr>
            <p:cNvPr id="3" name="文本框 2">
              <a:extLst>
                <a:ext uri="{FF2B5EF4-FFF2-40B4-BE49-F238E27FC236}">
                  <a16:creationId xmlns:a16="http://schemas.microsoft.com/office/drawing/2014/main" id="{4D6BD736-A4D3-4F26-AFED-36E11F50F70B}"/>
                </a:ext>
              </a:extLst>
            </p:cNvPr>
            <p:cNvSpPr txBox="1"/>
            <p:nvPr/>
          </p:nvSpPr>
          <p:spPr>
            <a:xfrm>
              <a:off x="1052423" y="898245"/>
              <a:ext cx="4309893" cy="400110"/>
            </a:xfrm>
            <a:prstGeom prst="rect">
              <a:avLst/>
            </a:prstGeom>
            <a:noFill/>
          </p:spPr>
          <p:txBody>
            <a:bodyPr wrap="square" rtlCol="0">
              <a:spAutoFit/>
            </a:bodyPr>
            <a:lstStyle/>
            <a:p>
              <a:r>
                <a:rPr lang="zh-CN" altLang="en-US" sz="2000" b="1" dirty="0">
                  <a:solidFill>
                    <a:schemeClr val="tx1"/>
                  </a:solidFill>
                  <a:latin typeface="Arial Narrow" panose="020B0606020202030204" pitchFamily="34" charset="0"/>
                </a:rPr>
                <a:t>虚拟局域网</a:t>
              </a:r>
              <a:r>
                <a:rPr lang="en-US" altLang="zh-CN" sz="2000" b="1" dirty="0">
                  <a:solidFill>
                    <a:schemeClr val="tx1"/>
                  </a:solidFill>
                  <a:latin typeface="Arial Narrow" panose="020B0606020202030204" pitchFamily="34" charset="0"/>
                </a:rPr>
                <a:t>VLAN</a:t>
              </a:r>
              <a:r>
                <a:rPr lang="zh-CN" altLang="en-US" sz="2000" b="1" dirty="0">
                  <a:solidFill>
                    <a:schemeClr val="tx1"/>
                  </a:solidFill>
                  <a:latin typeface="Arial Narrow" panose="020B0606020202030204" pitchFamily="34" charset="0"/>
                </a:rPr>
                <a:t>的诞生背景</a:t>
              </a:r>
              <a:endParaRPr lang="en-US" altLang="zh-CN" sz="2000" b="1" dirty="0">
                <a:solidFill>
                  <a:schemeClr val="tx1"/>
                </a:solidFill>
                <a:latin typeface="Arial Narrow" panose="020B0606020202030204" pitchFamily="34" charset="0"/>
              </a:endParaRPr>
            </a:p>
          </p:txBody>
        </p:sp>
      </p:grpSp>
      <p:grpSp>
        <p:nvGrpSpPr>
          <p:cNvPr id="273" name="组合 272" descr="本素材由iSlide™ 提供&#10;iSlide™尊重知识产权并注重保护用户享有的各项权利。郑重提醒您：&#10;iSlide™插件中提供的任何信息内容的所有权、知识产权归其原始权利人或权利受让人所有，您免费/购买获得的是信息内容的使用权，并受下述条款的约束；&#10;1. 您仅可以个人非商业用途使用该等信息内容，不可将信息内容的全部或部分用于出售，或以出租、出借、转让、分销、发布等其他任何方式供他人使用；&#10;2. 禁止在接入互联网或移动互联网的任何网站、平台、应用或程序上以任何方式为他人提供iSlide™插件资源内容的下载。&#10;The resource is supplied by iSlide™.&#10;iSlide™ respects all intellectual property rights and protects all the rights its users acquired.Solemnly remind you:&#10;The ownership and intellectual property of the resources supplied in iSlide Add-in belongs to its owner or the assignee of this ownership.you only acquired the usage of the resources supplied in iSlide Add-in, as well as respected the following restrain terms:&#10;1.You are only allowed to use such resource for personal and non-commercial aim, not allowed to use such resource or part of it for the sale; or rent, lend, transfer to others; or distribution or release it in any way.&#10;2.You are not permitted to provide the resource of iSlide Add-in in any website, platform, application access to the Internet or mobile Internet." title="iSlide™ 版权声明  COPYRIGHT NOTICE">
            <a:extLst>
              <a:ext uri="{FF2B5EF4-FFF2-40B4-BE49-F238E27FC236}">
                <a16:creationId xmlns:a16="http://schemas.microsoft.com/office/drawing/2014/main" id="{CCCC6703-825E-48C9-A9F3-4FF4C49B6B5F}"/>
              </a:ext>
            </a:extLst>
          </p:cNvPr>
          <p:cNvGrpSpPr>
            <a:grpSpLocks noChangeAspect="1"/>
          </p:cNvGrpSpPr>
          <p:nvPr/>
        </p:nvGrpSpPr>
        <p:grpSpPr>
          <a:xfrm>
            <a:off x="6740810" y="2884619"/>
            <a:ext cx="4052471" cy="3393413"/>
            <a:chOff x="3309144" y="1180218"/>
            <a:chExt cx="5573713" cy="4667253"/>
          </a:xfrm>
        </p:grpSpPr>
        <p:grpSp>
          <p:nvGrpSpPr>
            <p:cNvPr id="274" name="íSļiďè">
              <a:extLst>
                <a:ext uri="{FF2B5EF4-FFF2-40B4-BE49-F238E27FC236}">
                  <a16:creationId xmlns:a16="http://schemas.microsoft.com/office/drawing/2014/main" id="{284004E9-4E4C-4638-B6A4-BAECB69974DF}"/>
                </a:ext>
              </a:extLst>
            </p:cNvPr>
            <p:cNvGrpSpPr>
              <a:grpSpLocks/>
            </p:cNvGrpSpPr>
            <p:nvPr/>
          </p:nvGrpSpPr>
          <p:grpSpPr bwMode="auto">
            <a:xfrm>
              <a:off x="3309144" y="1732669"/>
              <a:ext cx="5573713" cy="4114802"/>
              <a:chOff x="2148" y="1128"/>
              <a:chExt cx="3511" cy="2592"/>
            </a:xfrm>
          </p:grpSpPr>
          <p:sp>
            <p:nvSpPr>
              <p:cNvPr id="411" name="îŝḷïďè">
                <a:extLst>
                  <a:ext uri="{FF2B5EF4-FFF2-40B4-BE49-F238E27FC236}">
                    <a16:creationId xmlns:a16="http://schemas.microsoft.com/office/drawing/2014/main" id="{64383D4F-EC88-4C5F-A3D5-3035C8A2CF8B}"/>
                  </a:ext>
                </a:extLst>
              </p:cNvPr>
              <p:cNvSpPr/>
              <p:nvPr/>
            </p:nvSpPr>
            <p:spPr bwMode="auto">
              <a:xfrm>
                <a:off x="2209" y="3679"/>
                <a:ext cx="3450" cy="30"/>
              </a:xfrm>
              <a:prstGeom prst="rect">
                <a:avLst/>
              </a:prstGeom>
              <a:solidFill>
                <a:srgbClr val="716F82"/>
              </a:solidFill>
              <a:ln>
                <a:noFill/>
              </a:ln>
              <a:extLst>
                <a:ext uri="{91240B29-F687-4F45-9708-019B960494DF}">
                  <a14:hiddenLine xmlns:a14="http://schemas.microsoft.com/office/drawing/2010/main" w="9525">
                    <a:solidFill>
                      <a:srgbClr val="000000"/>
                    </a:solidFill>
                    <a:miter lim="800000"/>
                    <a:headEnd/>
                    <a:tailEnd/>
                  </a14:hiddenLine>
                </a:ext>
              </a:extLst>
            </p:spPr>
            <p:txBody>
              <a:bodyPr anchor="ctr"/>
              <a:lstStyle/>
              <a:p>
                <a:pPr algn="ctr"/>
                <a:endParaRPr/>
              </a:p>
            </p:txBody>
          </p:sp>
          <p:sp>
            <p:nvSpPr>
              <p:cNvPr id="412" name="îSḷíďé">
                <a:extLst>
                  <a:ext uri="{FF2B5EF4-FFF2-40B4-BE49-F238E27FC236}">
                    <a16:creationId xmlns:a16="http://schemas.microsoft.com/office/drawing/2014/main" id="{90F02439-9D24-44E0-85B8-D0265E15A015}"/>
                  </a:ext>
                </a:extLst>
              </p:cNvPr>
              <p:cNvSpPr/>
              <p:nvPr/>
            </p:nvSpPr>
            <p:spPr bwMode="auto">
              <a:xfrm>
                <a:off x="2209" y="3679"/>
                <a:ext cx="3450" cy="30"/>
              </a:xfrm>
              <a:custGeom>
                <a:avLst/>
                <a:gdLst>
                  <a:gd name="T0" fmla="*/ 0 w 3450"/>
                  <a:gd name="T1" fmla="*/ 30 h 30"/>
                  <a:gd name="T2" fmla="*/ 3450 w 3450"/>
                  <a:gd name="T3" fmla="*/ 30 h 30"/>
                  <a:gd name="T4" fmla="*/ 3450 w 3450"/>
                  <a:gd name="T5" fmla="*/ 0 h 30"/>
                  <a:gd name="T6" fmla="*/ 0 w 3450"/>
                  <a:gd name="T7" fmla="*/ 0 h 30"/>
                </a:gdLst>
                <a:ahLst/>
                <a:cxnLst>
                  <a:cxn ang="0">
                    <a:pos x="T0" y="T1"/>
                  </a:cxn>
                  <a:cxn ang="0">
                    <a:pos x="T2" y="T3"/>
                  </a:cxn>
                  <a:cxn ang="0">
                    <a:pos x="T4" y="T5"/>
                  </a:cxn>
                  <a:cxn ang="0">
                    <a:pos x="T6" y="T7"/>
                  </a:cxn>
                </a:cxnLst>
                <a:rect l="0" t="0" r="r" b="b"/>
                <a:pathLst>
                  <a:path w="3450" h="30">
                    <a:moveTo>
                      <a:pt x="0" y="30"/>
                    </a:moveTo>
                    <a:lnTo>
                      <a:pt x="3450" y="30"/>
                    </a:lnTo>
                    <a:lnTo>
                      <a:pt x="3450" y="0"/>
                    </a:lnTo>
                    <a:lnTo>
                      <a:pt x="0"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anchor="ctr"/>
              <a:lstStyle/>
              <a:p>
                <a:pPr algn="ctr"/>
                <a:endParaRPr/>
              </a:p>
            </p:txBody>
          </p:sp>
          <p:sp>
            <p:nvSpPr>
              <p:cNvPr id="413" name="îṡļîḓe">
                <a:extLst>
                  <a:ext uri="{FF2B5EF4-FFF2-40B4-BE49-F238E27FC236}">
                    <a16:creationId xmlns:a16="http://schemas.microsoft.com/office/drawing/2014/main" id="{EBAE8615-945D-43BA-9C1C-B9A92C1B9A6E}"/>
                  </a:ext>
                </a:extLst>
              </p:cNvPr>
              <p:cNvSpPr/>
              <p:nvPr/>
            </p:nvSpPr>
            <p:spPr bwMode="auto">
              <a:xfrm>
                <a:off x="3362" y="2307"/>
                <a:ext cx="142" cy="65"/>
              </a:xfrm>
              <a:custGeom>
                <a:avLst/>
                <a:gdLst>
                  <a:gd name="T0" fmla="*/ 10 w 112"/>
                  <a:gd name="T1" fmla="*/ 24 h 51"/>
                  <a:gd name="T2" fmla="*/ 95 w 112"/>
                  <a:gd name="T3" fmla="*/ 49 h 51"/>
                  <a:gd name="T4" fmla="*/ 110 w 112"/>
                  <a:gd name="T5" fmla="*/ 41 h 51"/>
                  <a:gd name="T6" fmla="*/ 110 w 112"/>
                  <a:gd name="T7" fmla="*/ 41 h 51"/>
                  <a:gd name="T8" fmla="*/ 102 w 112"/>
                  <a:gd name="T9" fmla="*/ 26 h 51"/>
                  <a:gd name="T10" fmla="*/ 16 w 112"/>
                  <a:gd name="T11" fmla="*/ 2 h 51"/>
                  <a:gd name="T12" fmla="*/ 2 w 112"/>
                  <a:gd name="T13" fmla="*/ 10 h 51"/>
                  <a:gd name="T14" fmla="*/ 1 w 112"/>
                  <a:gd name="T15" fmla="*/ 10 h 51"/>
                  <a:gd name="T16" fmla="*/ 10 w 112"/>
                  <a:gd name="T17" fmla="*/ 24 h 5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12" h="51">
                    <a:moveTo>
                      <a:pt x="10" y="24"/>
                    </a:moveTo>
                    <a:cubicBezTo>
                      <a:pt x="95" y="49"/>
                      <a:pt x="95" y="49"/>
                      <a:pt x="95" y="49"/>
                    </a:cubicBezTo>
                    <a:cubicBezTo>
                      <a:pt x="102" y="51"/>
                      <a:pt x="108" y="47"/>
                      <a:pt x="110" y="41"/>
                    </a:cubicBezTo>
                    <a:cubicBezTo>
                      <a:pt x="110" y="41"/>
                      <a:pt x="110" y="41"/>
                      <a:pt x="110" y="41"/>
                    </a:cubicBezTo>
                    <a:cubicBezTo>
                      <a:pt x="112" y="34"/>
                      <a:pt x="108" y="28"/>
                      <a:pt x="102" y="26"/>
                    </a:cubicBezTo>
                    <a:cubicBezTo>
                      <a:pt x="16" y="2"/>
                      <a:pt x="16" y="2"/>
                      <a:pt x="16" y="2"/>
                    </a:cubicBezTo>
                    <a:cubicBezTo>
                      <a:pt x="10" y="0"/>
                      <a:pt x="3" y="3"/>
                      <a:pt x="2" y="10"/>
                    </a:cubicBezTo>
                    <a:cubicBezTo>
                      <a:pt x="1" y="10"/>
                      <a:pt x="1" y="10"/>
                      <a:pt x="1" y="10"/>
                    </a:cubicBezTo>
                    <a:cubicBezTo>
                      <a:pt x="0" y="16"/>
                      <a:pt x="3" y="23"/>
                      <a:pt x="10" y="24"/>
                    </a:cubicBezTo>
                  </a:path>
                </a:pathLst>
              </a:custGeom>
              <a:solidFill>
                <a:srgbClr val="F6AF97"/>
              </a:solidFill>
              <a:ln>
                <a:noFill/>
              </a:ln>
              <a:extLst>
                <a:ext uri="{91240B29-F687-4F45-9708-019B960494DF}">
                  <a14:hiddenLine xmlns:a14="http://schemas.microsoft.com/office/drawing/2010/main" w="9525">
                    <a:solidFill>
                      <a:srgbClr val="000000"/>
                    </a:solidFill>
                    <a:round/>
                    <a:headEnd/>
                    <a:tailEnd/>
                  </a14:hiddenLine>
                </a:ext>
              </a:extLst>
            </p:spPr>
            <p:txBody>
              <a:bodyPr anchor="ctr"/>
              <a:lstStyle/>
              <a:p>
                <a:pPr algn="ctr"/>
                <a:endParaRPr/>
              </a:p>
            </p:txBody>
          </p:sp>
          <p:sp>
            <p:nvSpPr>
              <p:cNvPr id="414" name="îŝļîdê">
                <a:extLst>
                  <a:ext uri="{FF2B5EF4-FFF2-40B4-BE49-F238E27FC236}">
                    <a16:creationId xmlns:a16="http://schemas.microsoft.com/office/drawing/2014/main" id="{2251FBEB-4755-4634-9494-D17E7C85814B}"/>
                  </a:ext>
                </a:extLst>
              </p:cNvPr>
              <p:cNvSpPr/>
              <p:nvPr/>
            </p:nvSpPr>
            <p:spPr bwMode="auto">
              <a:xfrm>
                <a:off x="3391" y="2343"/>
                <a:ext cx="122" cy="60"/>
              </a:xfrm>
              <a:custGeom>
                <a:avLst/>
                <a:gdLst>
                  <a:gd name="T0" fmla="*/ 7 w 96"/>
                  <a:gd name="T1" fmla="*/ 24 h 47"/>
                  <a:gd name="T2" fmla="*/ 83 w 96"/>
                  <a:gd name="T3" fmla="*/ 45 h 47"/>
                  <a:gd name="T4" fmla="*/ 93 w 96"/>
                  <a:gd name="T5" fmla="*/ 40 h 47"/>
                  <a:gd name="T6" fmla="*/ 95 w 96"/>
                  <a:gd name="T7" fmla="*/ 33 h 47"/>
                  <a:gd name="T8" fmla="*/ 89 w 96"/>
                  <a:gd name="T9" fmla="*/ 23 h 47"/>
                  <a:gd name="T10" fmla="*/ 13 w 96"/>
                  <a:gd name="T11" fmla="*/ 1 h 47"/>
                  <a:gd name="T12" fmla="*/ 3 w 96"/>
                  <a:gd name="T13" fmla="*/ 6 h 47"/>
                  <a:gd name="T14" fmla="*/ 1 w 96"/>
                  <a:gd name="T15" fmla="*/ 14 h 47"/>
                  <a:gd name="T16" fmla="*/ 7 w 96"/>
                  <a:gd name="T17" fmla="*/ 24 h 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96" h="47">
                    <a:moveTo>
                      <a:pt x="7" y="24"/>
                    </a:moveTo>
                    <a:cubicBezTo>
                      <a:pt x="83" y="45"/>
                      <a:pt x="83" y="45"/>
                      <a:pt x="83" y="45"/>
                    </a:cubicBezTo>
                    <a:cubicBezTo>
                      <a:pt x="87" y="47"/>
                      <a:pt x="91" y="44"/>
                      <a:pt x="93" y="40"/>
                    </a:cubicBezTo>
                    <a:cubicBezTo>
                      <a:pt x="95" y="33"/>
                      <a:pt x="95" y="33"/>
                      <a:pt x="95" y="33"/>
                    </a:cubicBezTo>
                    <a:cubicBezTo>
                      <a:pt x="96" y="28"/>
                      <a:pt x="93" y="24"/>
                      <a:pt x="89" y="23"/>
                    </a:cubicBezTo>
                    <a:cubicBezTo>
                      <a:pt x="13" y="1"/>
                      <a:pt x="13" y="1"/>
                      <a:pt x="13" y="1"/>
                    </a:cubicBezTo>
                    <a:cubicBezTo>
                      <a:pt x="9" y="0"/>
                      <a:pt x="4" y="2"/>
                      <a:pt x="3" y="6"/>
                    </a:cubicBezTo>
                    <a:cubicBezTo>
                      <a:pt x="1" y="14"/>
                      <a:pt x="1" y="14"/>
                      <a:pt x="1" y="14"/>
                    </a:cubicBezTo>
                    <a:cubicBezTo>
                      <a:pt x="0" y="18"/>
                      <a:pt x="2" y="22"/>
                      <a:pt x="7" y="24"/>
                    </a:cubicBezTo>
                  </a:path>
                </a:pathLst>
              </a:custGeom>
              <a:solidFill>
                <a:srgbClr val="F6AF97"/>
              </a:solidFill>
              <a:ln>
                <a:noFill/>
              </a:ln>
              <a:extLst>
                <a:ext uri="{91240B29-F687-4F45-9708-019B960494DF}">
                  <a14:hiddenLine xmlns:a14="http://schemas.microsoft.com/office/drawing/2010/main" w="9525">
                    <a:solidFill>
                      <a:srgbClr val="000000"/>
                    </a:solidFill>
                    <a:round/>
                    <a:headEnd/>
                    <a:tailEnd/>
                  </a14:hiddenLine>
                </a:ext>
              </a:extLst>
            </p:spPr>
            <p:txBody>
              <a:bodyPr anchor="ctr"/>
              <a:lstStyle/>
              <a:p>
                <a:pPr algn="ctr"/>
                <a:endParaRPr/>
              </a:p>
            </p:txBody>
          </p:sp>
          <p:sp>
            <p:nvSpPr>
              <p:cNvPr id="415" name="íṡḻiḑê">
                <a:extLst>
                  <a:ext uri="{FF2B5EF4-FFF2-40B4-BE49-F238E27FC236}">
                    <a16:creationId xmlns:a16="http://schemas.microsoft.com/office/drawing/2014/main" id="{EEEB8339-BAF4-46E8-9900-1AEF81DC66CF}"/>
                  </a:ext>
                </a:extLst>
              </p:cNvPr>
              <p:cNvSpPr/>
              <p:nvPr/>
            </p:nvSpPr>
            <p:spPr bwMode="auto">
              <a:xfrm>
                <a:off x="3366" y="2363"/>
                <a:ext cx="138" cy="64"/>
              </a:xfrm>
              <a:custGeom>
                <a:avLst/>
                <a:gdLst>
                  <a:gd name="T0" fmla="*/ 7 w 109"/>
                  <a:gd name="T1" fmla="*/ 24 h 50"/>
                  <a:gd name="T2" fmla="*/ 96 w 109"/>
                  <a:gd name="T3" fmla="*/ 49 h 50"/>
                  <a:gd name="T4" fmla="*/ 106 w 109"/>
                  <a:gd name="T5" fmla="*/ 43 h 50"/>
                  <a:gd name="T6" fmla="*/ 108 w 109"/>
                  <a:gd name="T7" fmla="*/ 36 h 50"/>
                  <a:gd name="T8" fmla="*/ 102 w 109"/>
                  <a:gd name="T9" fmla="*/ 26 h 50"/>
                  <a:gd name="T10" fmla="*/ 14 w 109"/>
                  <a:gd name="T11" fmla="*/ 1 h 50"/>
                  <a:gd name="T12" fmla="*/ 4 w 109"/>
                  <a:gd name="T13" fmla="*/ 6 h 50"/>
                  <a:gd name="T14" fmla="*/ 2 w 109"/>
                  <a:gd name="T15" fmla="*/ 14 h 50"/>
                  <a:gd name="T16" fmla="*/ 7 w 109"/>
                  <a:gd name="T17" fmla="*/ 24 h 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09" h="50">
                    <a:moveTo>
                      <a:pt x="7" y="24"/>
                    </a:moveTo>
                    <a:cubicBezTo>
                      <a:pt x="96" y="49"/>
                      <a:pt x="96" y="49"/>
                      <a:pt x="96" y="49"/>
                    </a:cubicBezTo>
                    <a:cubicBezTo>
                      <a:pt x="100" y="50"/>
                      <a:pt x="104" y="48"/>
                      <a:pt x="106" y="43"/>
                    </a:cubicBezTo>
                    <a:cubicBezTo>
                      <a:pt x="108" y="36"/>
                      <a:pt x="108" y="36"/>
                      <a:pt x="108" y="36"/>
                    </a:cubicBezTo>
                    <a:cubicBezTo>
                      <a:pt x="109" y="32"/>
                      <a:pt x="106" y="27"/>
                      <a:pt x="102" y="26"/>
                    </a:cubicBezTo>
                    <a:cubicBezTo>
                      <a:pt x="14" y="1"/>
                      <a:pt x="14" y="1"/>
                      <a:pt x="14" y="1"/>
                    </a:cubicBezTo>
                    <a:cubicBezTo>
                      <a:pt x="9" y="0"/>
                      <a:pt x="5" y="2"/>
                      <a:pt x="4" y="6"/>
                    </a:cubicBezTo>
                    <a:cubicBezTo>
                      <a:pt x="2" y="14"/>
                      <a:pt x="2" y="14"/>
                      <a:pt x="2" y="14"/>
                    </a:cubicBezTo>
                    <a:cubicBezTo>
                      <a:pt x="0" y="18"/>
                      <a:pt x="3" y="22"/>
                      <a:pt x="7" y="24"/>
                    </a:cubicBezTo>
                  </a:path>
                </a:pathLst>
              </a:custGeom>
              <a:solidFill>
                <a:srgbClr val="F6AF97"/>
              </a:solidFill>
              <a:ln>
                <a:noFill/>
              </a:ln>
              <a:extLst>
                <a:ext uri="{91240B29-F687-4F45-9708-019B960494DF}">
                  <a14:hiddenLine xmlns:a14="http://schemas.microsoft.com/office/drawing/2010/main" w="9525">
                    <a:solidFill>
                      <a:srgbClr val="000000"/>
                    </a:solidFill>
                    <a:round/>
                    <a:headEnd/>
                    <a:tailEnd/>
                  </a14:hiddenLine>
                </a:ext>
              </a:extLst>
            </p:spPr>
            <p:txBody>
              <a:bodyPr anchor="ctr"/>
              <a:lstStyle/>
              <a:p>
                <a:pPr algn="ctr"/>
                <a:endParaRPr/>
              </a:p>
            </p:txBody>
          </p:sp>
          <p:sp>
            <p:nvSpPr>
              <p:cNvPr id="416" name="íś1ïḓé">
                <a:extLst>
                  <a:ext uri="{FF2B5EF4-FFF2-40B4-BE49-F238E27FC236}">
                    <a16:creationId xmlns:a16="http://schemas.microsoft.com/office/drawing/2014/main" id="{51C770CF-CBC0-479F-8EC9-96A843A2A830}"/>
                  </a:ext>
                </a:extLst>
              </p:cNvPr>
              <p:cNvSpPr/>
              <p:nvPr/>
            </p:nvSpPr>
            <p:spPr bwMode="auto">
              <a:xfrm>
                <a:off x="3279" y="2371"/>
                <a:ext cx="144" cy="55"/>
              </a:xfrm>
              <a:custGeom>
                <a:avLst/>
                <a:gdLst>
                  <a:gd name="T0" fmla="*/ 11 w 113"/>
                  <a:gd name="T1" fmla="*/ 25 h 43"/>
                  <a:gd name="T2" fmla="*/ 98 w 113"/>
                  <a:gd name="T3" fmla="*/ 42 h 43"/>
                  <a:gd name="T4" fmla="*/ 112 w 113"/>
                  <a:gd name="T5" fmla="*/ 33 h 43"/>
                  <a:gd name="T6" fmla="*/ 112 w 113"/>
                  <a:gd name="T7" fmla="*/ 33 h 43"/>
                  <a:gd name="T8" fmla="*/ 103 w 113"/>
                  <a:gd name="T9" fmla="*/ 19 h 43"/>
                  <a:gd name="T10" fmla="*/ 15 w 113"/>
                  <a:gd name="T11" fmla="*/ 1 h 43"/>
                  <a:gd name="T12" fmla="*/ 2 w 113"/>
                  <a:gd name="T13" fmla="*/ 11 h 43"/>
                  <a:gd name="T14" fmla="*/ 2 w 113"/>
                  <a:gd name="T15" fmla="*/ 11 h 43"/>
                  <a:gd name="T16" fmla="*/ 11 w 113"/>
                  <a:gd name="T17" fmla="*/ 25 h 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13" h="43">
                    <a:moveTo>
                      <a:pt x="11" y="25"/>
                    </a:moveTo>
                    <a:cubicBezTo>
                      <a:pt x="98" y="42"/>
                      <a:pt x="98" y="42"/>
                      <a:pt x="98" y="42"/>
                    </a:cubicBezTo>
                    <a:cubicBezTo>
                      <a:pt x="105" y="43"/>
                      <a:pt x="111" y="39"/>
                      <a:pt x="112" y="33"/>
                    </a:cubicBezTo>
                    <a:cubicBezTo>
                      <a:pt x="112" y="33"/>
                      <a:pt x="112" y="33"/>
                      <a:pt x="112" y="33"/>
                    </a:cubicBezTo>
                    <a:cubicBezTo>
                      <a:pt x="113" y="26"/>
                      <a:pt x="109" y="20"/>
                      <a:pt x="103" y="19"/>
                    </a:cubicBezTo>
                    <a:cubicBezTo>
                      <a:pt x="15" y="1"/>
                      <a:pt x="15" y="1"/>
                      <a:pt x="15" y="1"/>
                    </a:cubicBezTo>
                    <a:cubicBezTo>
                      <a:pt x="9" y="0"/>
                      <a:pt x="3" y="4"/>
                      <a:pt x="2" y="11"/>
                    </a:cubicBezTo>
                    <a:cubicBezTo>
                      <a:pt x="2" y="11"/>
                      <a:pt x="2" y="11"/>
                      <a:pt x="2" y="11"/>
                    </a:cubicBezTo>
                    <a:cubicBezTo>
                      <a:pt x="0" y="17"/>
                      <a:pt x="4" y="23"/>
                      <a:pt x="11" y="25"/>
                    </a:cubicBezTo>
                    <a:close/>
                  </a:path>
                </a:pathLst>
              </a:custGeom>
              <a:solidFill>
                <a:srgbClr val="F6AF97"/>
              </a:solidFill>
              <a:ln>
                <a:noFill/>
              </a:ln>
              <a:extLst>
                <a:ext uri="{91240B29-F687-4F45-9708-019B960494DF}">
                  <a14:hiddenLine xmlns:a14="http://schemas.microsoft.com/office/drawing/2010/main" w="9525">
                    <a:solidFill>
                      <a:srgbClr val="000000"/>
                    </a:solidFill>
                    <a:round/>
                    <a:headEnd/>
                    <a:tailEnd/>
                  </a14:hiddenLine>
                </a:ext>
              </a:extLst>
            </p:spPr>
            <p:txBody>
              <a:bodyPr anchor="ctr"/>
              <a:lstStyle/>
              <a:p>
                <a:pPr algn="ctr"/>
                <a:endParaRPr/>
              </a:p>
            </p:txBody>
          </p:sp>
          <p:sp>
            <p:nvSpPr>
              <p:cNvPr id="417" name="ïṡlíḍê">
                <a:extLst>
                  <a:ext uri="{FF2B5EF4-FFF2-40B4-BE49-F238E27FC236}">
                    <a16:creationId xmlns:a16="http://schemas.microsoft.com/office/drawing/2014/main" id="{6BEB33E7-04FD-4168-B61D-4CC18E2F963F}"/>
                  </a:ext>
                </a:extLst>
              </p:cNvPr>
              <p:cNvSpPr/>
              <p:nvPr/>
            </p:nvSpPr>
            <p:spPr bwMode="auto">
              <a:xfrm>
                <a:off x="3297" y="2302"/>
                <a:ext cx="160" cy="101"/>
              </a:xfrm>
              <a:custGeom>
                <a:avLst/>
                <a:gdLst>
                  <a:gd name="T0" fmla="*/ 126 w 126"/>
                  <a:gd name="T1" fmla="*/ 23 h 79"/>
                  <a:gd name="T2" fmla="*/ 105 w 126"/>
                  <a:gd name="T3" fmla="*/ 13 h 79"/>
                  <a:gd name="T4" fmla="*/ 46 w 126"/>
                  <a:gd name="T5" fmla="*/ 0 h 79"/>
                  <a:gd name="T6" fmla="*/ 8 w 126"/>
                  <a:gd name="T7" fmla="*/ 1 h 79"/>
                  <a:gd name="T8" fmla="*/ 3 w 126"/>
                  <a:gd name="T9" fmla="*/ 64 h 79"/>
                  <a:gd name="T10" fmla="*/ 88 w 126"/>
                  <a:gd name="T11" fmla="*/ 79 h 79"/>
                  <a:gd name="T12" fmla="*/ 126 w 126"/>
                  <a:gd name="T13" fmla="*/ 23 h 79"/>
                </a:gdLst>
                <a:ahLst/>
                <a:cxnLst>
                  <a:cxn ang="0">
                    <a:pos x="T0" y="T1"/>
                  </a:cxn>
                  <a:cxn ang="0">
                    <a:pos x="T2" y="T3"/>
                  </a:cxn>
                  <a:cxn ang="0">
                    <a:pos x="T4" y="T5"/>
                  </a:cxn>
                  <a:cxn ang="0">
                    <a:pos x="T6" y="T7"/>
                  </a:cxn>
                  <a:cxn ang="0">
                    <a:pos x="T8" y="T9"/>
                  </a:cxn>
                  <a:cxn ang="0">
                    <a:pos x="T10" y="T11"/>
                  </a:cxn>
                  <a:cxn ang="0">
                    <a:pos x="T12" y="T13"/>
                  </a:cxn>
                </a:cxnLst>
                <a:rect l="0" t="0" r="r" b="b"/>
                <a:pathLst>
                  <a:path w="126" h="79">
                    <a:moveTo>
                      <a:pt x="126" y="23"/>
                    </a:moveTo>
                    <a:cubicBezTo>
                      <a:pt x="125" y="23"/>
                      <a:pt x="115" y="18"/>
                      <a:pt x="105" y="13"/>
                    </a:cubicBezTo>
                    <a:cubicBezTo>
                      <a:pt x="87" y="4"/>
                      <a:pt x="67" y="0"/>
                      <a:pt x="46" y="0"/>
                    </a:cubicBezTo>
                    <a:cubicBezTo>
                      <a:pt x="8" y="1"/>
                      <a:pt x="8" y="1"/>
                      <a:pt x="8" y="1"/>
                    </a:cubicBezTo>
                    <a:cubicBezTo>
                      <a:pt x="8" y="1"/>
                      <a:pt x="0" y="65"/>
                      <a:pt x="3" y="64"/>
                    </a:cubicBezTo>
                    <a:cubicBezTo>
                      <a:pt x="6" y="64"/>
                      <a:pt x="88" y="79"/>
                      <a:pt x="88" y="79"/>
                    </a:cubicBezTo>
                    <a:lnTo>
                      <a:pt x="126" y="23"/>
                    </a:lnTo>
                    <a:close/>
                  </a:path>
                </a:pathLst>
              </a:custGeom>
              <a:solidFill>
                <a:srgbClr val="F6AF97"/>
              </a:solidFill>
              <a:ln>
                <a:noFill/>
              </a:ln>
              <a:extLst>
                <a:ext uri="{91240B29-F687-4F45-9708-019B960494DF}">
                  <a14:hiddenLine xmlns:a14="http://schemas.microsoft.com/office/drawing/2010/main" w="9525">
                    <a:solidFill>
                      <a:srgbClr val="000000"/>
                    </a:solidFill>
                    <a:round/>
                    <a:headEnd/>
                    <a:tailEnd/>
                  </a14:hiddenLine>
                </a:ext>
              </a:extLst>
            </p:spPr>
            <p:txBody>
              <a:bodyPr anchor="ctr"/>
              <a:lstStyle/>
              <a:p>
                <a:pPr algn="ctr"/>
                <a:endParaRPr/>
              </a:p>
            </p:txBody>
          </p:sp>
          <p:sp>
            <p:nvSpPr>
              <p:cNvPr id="418" name="i$1îḍe">
                <a:extLst>
                  <a:ext uri="{FF2B5EF4-FFF2-40B4-BE49-F238E27FC236}">
                    <a16:creationId xmlns:a16="http://schemas.microsoft.com/office/drawing/2014/main" id="{AC4136FA-8BC9-47E4-9374-642C235B951D}"/>
                  </a:ext>
                </a:extLst>
              </p:cNvPr>
              <p:cNvSpPr/>
              <p:nvPr/>
            </p:nvSpPr>
            <p:spPr bwMode="auto">
              <a:xfrm>
                <a:off x="3276" y="2296"/>
                <a:ext cx="48" cy="126"/>
              </a:xfrm>
              <a:prstGeom prst="rect">
                <a:avLst/>
              </a:prstGeom>
              <a:solidFill>
                <a:srgbClr val="FFFFFF"/>
              </a:solidFill>
              <a:ln>
                <a:noFill/>
              </a:ln>
              <a:extLst>
                <a:ext uri="{91240B29-F687-4F45-9708-019B960494DF}">
                  <a14:hiddenLine xmlns:a14="http://schemas.microsoft.com/office/drawing/2010/main" w="9525">
                    <a:solidFill>
                      <a:srgbClr val="000000"/>
                    </a:solidFill>
                    <a:miter lim="800000"/>
                    <a:headEnd/>
                    <a:tailEnd/>
                  </a14:hiddenLine>
                </a:ext>
              </a:extLst>
            </p:spPr>
            <p:txBody>
              <a:bodyPr anchor="ctr"/>
              <a:lstStyle/>
              <a:p>
                <a:pPr algn="ctr"/>
                <a:endParaRPr/>
              </a:p>
            </p:txBody>
          </p:sp>
          <p:sp>
            <p:nvSpPr>
              <p:cNvPr id="419" name="iŝḻîḓe">
                <a:extLst>
                  <a:ext uri="{FF2B5EF4-FFF2-40B4-BE49-F238E27FC236}">
                    <a16:creationId xmlns:a16="http://schemas.microsoft.com/office/drawing/2014/main" id="{58E7C1F8-0CA6-439C-B9F9-A1685E2E0AE3}"/>
                  </a:ext>
                </a:extLst>
              </p:cNvPr>
              <p:cNvSpPr/>
              <p:nvPr/>
            </p:nvSpPr>
            <p:spPr bwMode="auto">
              <a:xfrm>
                <a:off x="2788" y="1923"/>
                <a:ext cx="509" cy="513"/>
              </a:xfrm>
              <a:custGeom>
                <a:avLst/>
                <a:gdLst>
                  <a:gd name="T0" fmla="*/ 202 w 399"/>
                  <a:gd name="T1" fmla="*/ 403 h 403"/>
                  <a:gd name="T2" fmla="*/ 69 w 399"/>
                  <a:gd name="T3" fmla="*/ 311 h 403"/>
                  <a:gd name="T4" fmla="*/ 66 w 399"/>
                  <a:gd name="T5" fmla="*/ 306 h 403"/>
                  <a:gd name="T6" fmla="*/ 0 w 399"/>
                  <a:gd name="T7" fmla="*/ 27 h 403"/>
                  <a:gd name="T8" fmla="*/ 116 w 399"/>
                  <a:gd name="T9" fmla="*/ 0 h 403"/>
                  <a:gd name="T10" fmla="*/ 179 w 399"/>
                  <a:gd name="T11" fmla="*/ 267 h 403"/>
                  <a:gd name="T12" fmla="*/ 188 w 399"/>
                  <a:gd name="T13" fmla="*/ 283 h 403"/>
                  <a:gd name="T14" fmla="*/ 203 w 399"/>
                  <a:gd name="T15" fmla="*/ 284 h 403"/>
                  <a:gd name="T16" fmla="*/ 398 w 399"/>
                  <a:gd name="T17" fmla="*/ 282 h 403"/>
                  <a:gd name="T18" fmla="*/ 399 w 399"/>
                  <a:gd name="T19" fmla="*/ 401 h 403"/>
                  <a:gd name="T20" fmla="*/ 205 w 399"/>
                  <a:gd name="T21" fmla="*/ 403 h 403"/>
                  <a:gd name="T22" fmla="*/ 202 w 399"/>
                  <a:gd name="T23" fmla="*/ 403 h 40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99" h="403">
                    <a:moveTo>
                      <a:pt x="202" y="403"/>
                    </a:moveTo>
                    <a:cubicBezTo>
                      <a:pt x="126" y="403"/>
                      <a:pt x="95" y="368"/>
                      <a:pt x="69" y="311"/>
                    </a:cubicBezTo>
                    <a:cubicBezTo>
                      <a:pt x="66" y="306"/>
                      <a:pt x="66" y="306"/>
                      <a:pt x="66" y="306"/>
                    </a:cubicBezTo>
                    <a:cubicBezTo>
                      <a:pt x="0" y="27"/>
                      <a:pt x="0" y="27"/>
                      <a:pt x="0" y="27"/>
                    </a:cubicBezTo>
                    <a:cubicBezTo>
                      <a:pt x="116" y="0"/>
                      <a:pt x="116" y="0"/>
                      <a:pt x="116" y="0"/>
                    </a:cubicBezTo>
                    <a:cubicBezTo>
                      <a:pt x="179" y="267"/>
                      <a:pt x="179" y="267"/>
                      <a:pt x="179" y="267"/>
                    </a:cubicBezTo>
                    <a:cubicBezTo>
                      <a:pt x="184" y="277"/>
                      <a:pt x="187" y="281"/>
                      <a:pt x="188" y="283"/>
                    </a:cubicBezTo>
                    <a:cubicBezTo>
                      <a:pt x="190" y="284"/>
                      <a:pt x="195" y="284"/>
                      <a:pt x="203" y="284"/>
                    </a:cubicBezTo>
                    <a:cubicBezTo>
                      <a:pt x="398" y="282"/>
                      <a:pt x="398" y="282"/>
                      <a:pt x="398" y="282"/>
                    </a:cubicBezTo>
                    <a:cubicBezTo>
                      <a:pt x="399" y="401"/>
                      <a:pt x="399" y="401"/>
                      <a:pt x="399" y="401"/>
                    </a:cubicBezTo>
                    <a:cubicBezTo>
                      <a:pt x="205" y="403"/>
                      <a:pt x="205" y="403"/>
                      <a:pt x="205" y="403"/>
                    </a:cubicBezTo>
                    <a:cubicBezTo>
                      <a:pt x="204" y="403"/>
                      <a:pt x="203" y="403"/>
                      <a:pt x="202" y="403"/>
                    </a:cubicBezTo>
                    <a:close/>
                  </a:path>
                </a:pathLst>
              </a:custGeom>
              <a:solidFill>
                <a:srgbClr val="1D1D2E"/>
              </a:solidFill>
              <a:ln>
                <a:noFill/>
              </a:ln>
              <a:extLst>
                <a:ext uri="{91240B29-F687-4F45-9708-019B960494DF}">
                  <a14:hiddenLine xmlns:a14="http://schemas.microsoft.com/office/drawing/2010/main" w="9525">
                    <a:solidFill>
                      <a:srgbClr val="000000"/>
                    </a:solidFill>
                    <a:round/>
                    <a:headEnd/>
                    <a:tailEnd/>
                  </a14:hiddenLine>
                </a:ext>
              </a:extLst>
            </p:spPr>
            <p:txBody>
              <a:bodyPr anchor="ctr"/>
              <a:lstStyle/>
              <a:p>
                <a:pPr algn="ctr"/>
                <a:endParaRPr/>
              </a:p>
            </p:txBody>
          </p:sp>
          <p:sp>
            <p:nvSpPr>
              <p:cNvPr id="420" name="íSļïḑé">
                <a:extLst>
                  <a:ext uri="{FF2B5EF4-FFF2-40B4-BE49-F238E27FC236}">
                    <a16:creationId xmlns:a16="http://schemas.microsoft.com/office/drawing/2014/main" id="{E9CC5321-322D-4ABF-936A-D7DCD80C49AE}"/>
                  </a:ext>
                </a:extLst>
              </p:cNvPr>
              <p:cNvSpPr/>
              <p:nvPr/>
            </p:nvSpPr>
            <p:spPr bwMode="auto">
              <a:xfrm>
                <a:off x="3414" y="1857"/>
                <a:ext cx="807" cy="607"/>
              </a:xfrm>
              <a:custGeom>
                <a:avLst/>
                <a:gdLst>
                  <a:gd name="T0" fmla="*/ 473 w 633"/>
                  <a:gd name="T1" fmla="*/ 477 h 477"/>
                  <a:gd name="T2" fmla="*/ 0 w 633"/>
                  <a:gd name="T3" fmla="*/ 477 h 477"/>
                  <a:gd name="T4" fmla="*/ 126 w 633"/>
                  <a:gd name="T5" fmla="*/ 22 h 477"/>
                  <a:gd name="T6" fmla="*/ 156 w 633"/>
                  <a:gd name="T7" fmla="*/ 0 h 477"/>
                  <a:gd name="T8" fmla="*/ 599 w 633"/>
                  <a:gd name="T9" fmla="*/ 0 h 477"/>
                  <a:gd name="T10" fmla="*/ 628 w 633"/>
                  <a:gd name="T11" fmla="*/ 38 h 477"/>
                  <a:gd name="T12" fmla="*/ 515 w 633"/>
                  <a:gd name="T13" fmla="*/ 445 h 477"/>
                  <a:gd name="T14" fmla="*/ 473 w 633"/>
                  <a:gd name="T15" fmla="*/ 477 h 477"/>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633" h="477">
                    <a:moveTo>
                      <a:pt x="473" y="477"/>
                    </a:moveTo>
                    <a:cubicBezTo>
                      <a:pt x="0" y="477"/>
                      <a:pt x="0" y="477"/>
                      <a:pt x="0" y="477"/>
                    </a:cubicBezTo>
                    <a:cubicBezTo>
                      <a:pt x="126" y="22"/>
                      <a:pt x="126" y="22"/>
                      <a:pt x="126" y="22"/>
                    </a:cubicBezTo>
                    <a:cubicBezTo>
                      <a:pt x="130" y="9"/>
                      <a:pt x="142" y="0"/>
                      <a:pt x="156" y="0"/>
                    </a:cubicBezTo>
                    <a:cubicBezTo>
                      <a:pt x="599" y="0"/>
                      <a:pt x="599" y="0"/>
                      <a:pt x="599" y="0"/>
                    </a:cubicBezTo>
                    <a:cubicBezTo>
                      <a:pt x="619" y="0"/>
                      <a:pt x="633" y="19"/>
                      <a:pt x="628" y="38"/>
                    </a:cubicBezTo>
                    <a:cubicBezTo>
                      <a:pt x="515" y="445"/>
                      <a:pt x="515" y="445"/>
                      <a:pt x="515" y="445"/>
                    </a:cubicBezTo>
                    <a:cubicBezTo>
                      <a:pt x="510" y="464"/>
                      <a:pt x="493" y="477"/>
                      <a:pt x="473" y="477"/>
                    </a:cubicBezTo>
                  </a:path>
                </a:pathLst>
              </a:custGeom>
              <a:solidFill>
                <a:srgbClr val="A2A6C6"/>
              </a:solidFill>
              <a:ln>
                <a:noFill/>
              </a:ln>
              <a:extLst>
                <a:ext uri="{91240B29-F687-4F45-9708-019B960494DF}">
                  <a14:hiddenLine xmlns:a14="http://schemas.microsoft.com/office/drawing/2010/main" w="9525">
                    <a:solidFill>
                      <a:srgbClr val="000000"/>
                    </a:solidFill>
                    <a:round/>
                    <a:headEnd/>
                    <a:tailEnd/>
                  </a14:hiddenLine>
                </a:ext>
              </a:extLst>
            </p:spPr>
            <p:txBody>
              <a:bodyPr anchor="ctr"/>
              <a:lstStyle/>
              <a:p>
                <a:pPr algn="ctr"/>
                <a:endParaRPr/>
              </a:p>
            </p:txBody>
          </p:sp>
          <p:sp>
            <p:nvSpPr>
              <p:cNvPr id="421" name="íśļïḋé">
                <a:extLst>
                  <a:ext uri="{FF2B5EF4-FFF2-40B4-BE49-F238E27FC236}">
                    <a16:creationId xmlns:a16="http://schemas.microsoft.com/office/drawing/2014/main" id="{FE611B3F-449C-48D7-B1BF-4157EA496D16}"/>
                  </a:ext>
                </a:extLst>
              </p:cNvPr>
              <p:cNvSpPr/>
              <p:nvPr/>
            </p:nvSpPr>
            <p:spPr bwMode="auto">
              <a:xfrm>
                <a:off x="3381" y="1843"/>
                <a:ext cx="806" cy="608"/>
              </a:xfrm>
              <a:custGeom>
                <a:avLst/>
                <a:gdLst>
                  <a:gd name="T0" fmla="*/ 473 w 633"/>
                  <a:gd name="T1" fmla="*/ 478 h 478"/>
                  <a:gd name="T2" fmla="*/ 0 w 633"/>
                  <a:gd name="T3" fmla="*/ 478 h 478"/>
                  <a:gd name="T4" fmla="*/ 126 w 633"/>
                  <a:gd name="T5" fmla="*/ 23 h 478"/>
                  <a:gd name="T6" fmla="*/ 155 w 633"/>
                  <a:gd name="T7" fmla="*/ 0 h 478"/>
                  <a:gd name="T8" fmla="*/ 598 w 633"/>
                  <a:gd name="T9" fmla="*/ 0 h 478"/>
                  <a:gd name="T10" fmla="*/ 628 w 633"/>
                  <a:gd name="T11" fmla="*/ 39 h 478"/>
                  <a:gd name="T12" fmla="*/ 515 w 633"/>
                  <a:gd name="T13" fmla="*/ 446 h 478"/>
                  <a:gd name="T14" fmla="*/ 473 w 633"/>
                  <a:gd name="T15" fmla="*/ 478 h 478"/>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633" h="478">
                    <a:moveTo>
                      <a:pt x="473" y="478"/>
                    </a:moveTo>
                    <a:cubicBezTo>
                      <a:pt x="0" y="478"/>
                      <a:pt x="0" y="478"/>
                      <a:pt x="0" y="478"/>
                    </a:cubicBezTo>
                    <a:cubicBezTo>
                      <a:pt x="126" y="23"/>
                      <a:pt x="126" y="23"/>
                      <a:pt x="126" y="23"/>
                    </a:cubicBezTo>
                    <a:cubicBezTo>
                      <a:pt x="130" y="10"/>
                      <a:pt x="142" y="0"/>
                      <a:pt x="155" y="0"/>
                    </a:cubicBezTo>
                    <a:cubicBezTo>
                      <a:pt x="598" y="0"/>
                      <a:pt x="598" y="0"/>
                      <a:pt x="598" y="0"/>
                    </a:cubicBezTo>
                    <a:cubicBezTo>
                      <a:pt x="619" y="0"/>
                      <a:pt x="633" y="20"/>
                      <a:pt x="628" y="39"/>
                    </a:cubicBezTo>
                    <a:cubicBezTo>
                      <a:pt x="515" y="446"/>
                      <a:pt x="515" y="446"/>
                      <a:pt x="515" y="446"/>
                    </a:cubicBezTo>
                    <a:cubicBezTo>
                      <a:pt x="510" y="465"/>
                      <a:pt x="492" y="478"/>
                      <a:pt x="473" y="478"/>
                    </a:cubicBezTo>
                  </a:path>
                </a:pathLst>
              </a:custGeom>
              <a:solidFill>
                <a:srgbClr val="2E2E3C"/>
              </a:solidFill>
              <a:ln>
                <a:noFill/>
              </a:ln>
              <a:extLst>
                <a:ext uri="{91240B29-F687-4F45-9708-019B960494DF}">
                  <a14:hiddenLine xmlns:a14="http://schemas.microsoft.com/office/drawing/2010/main" w="9525">
                    <a:solidFill>
                      <a:srgbClr val="000000"/>
                    </a:solidFill>
                    <a:round/>
                    <a:headEnd/>
                    <a:tailEnd/>
                  </a14:hiddenLine>
                </a:ext>
              </a:extLst>
            </p:spPr>
            <p:txBody>
              <a:bodyPr anchor="ctr"/>
              <a:lstStyle/>
              <a:p>
                <a:pPr algn="ctr"/>
                <a:endParaRPr/>
              </a:p>
            </p:txBody>
          </p:sp>
          <p:sp>
            <p:nvSpPr>
              <p:cNvPr id="422" name="íŝļïďè">
                <a:extLst>
                  <a:ext uri="{FF2B5EF4-FFF2-40B4-BE49-F238E27FC236}">
                    <a16:creationId xmlns:a16="http://schemas.microsoft.com/office/drawing/2014/main" id="{DE679394-E5C8-4E18-AFFF-D95F5C6E04C0}"/>
                  </a:ext>
                </a:extLst>
              </p:cNvPr>
              <p:cNvSpPr/>
              <p:nvPr/>
            </p:nvSpPr>
            <p:spPr bwMode="auto">
              <a:xfrm>
                <a:off x="3409" y="1870"/>
                <a:ext cx="745" cy="556"/>
              </a:xfrm>
              <a:custGeom>
                <a:avLst/>
                <a:gdLst>
                  <a:gd name="T0" fmla="*/ 580 w 585"/>
                  <a:gd name="T1" fmla="*/ 36 h 437"/>
                  <a:gd name="T2" fmla="*/ 469 w 585"/>
                  <a:gd name="T3" fmla="*/ 437 h 437"/>
                  <a:gd name="T4" fmla="*/ 0 w 585"/>
                  <a:gd name="T5" fmla="*/ 437 h 437"/>
                  <a:gd name="T6" fmla="*/ 6 w 585"/>
                  <a:gd name="T7" fmla="*/ 414 h 437"/>
                  <a:gd name="T8" fmla="*/ 116 w 585"/>
                  <a:gd name="T9" fmla="*/ 21 h 437"/>
                  <a:gd name="T10" fmla="*/ 143 w 585"/>
                  <a:gd name="T11" fmla="*/ 0 h 437"/>
                  <a:gd name="T12" fmla="*/ 553 w 585"/>
                  <a:gd name="T13" fmla="*/ 0 h 437"/>
                  <a:gd name="T14" fmla="*/ 580 w 585"/>
                  <a:gd name="T15" fmla="*/ 36 h 437"/>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585" h="437">
                    <a:moveTo>
                      <a:pt x="580" y="36"/>
                    </a:moveTo>
                    <a:cubicBezTo>
                      <a:pt x="469" y="437"/>
                      <a:pt x="469" y="437"/>
                      <a:pt x="469" y="437"/>
                    </a:cubicBezTo>
                    <a:cubicBezTo>
                      <a:pt x="0" y="437"/>
                      <a:pt x="0" y="437"/>
                      <a:pt x="0" y="437"/>
                    </a:cubicBezTo>
                    <a:cubicBezTo>
                      <a:pt x="6" y="414"/>
                      <a:pt x="6" y="414"/>
                      <a:pt x="6" y="414"/>
                    </a:cubicBezTo>
                    <a:cubicBezTo>
                      <a:pt x="116" y="21"/>
                      <a:pt x="116" y="21"/>
                      <a:pt x="116" y="21"/>
                    </a:cubicBezTo>
                    <a:cubicBezTo>
                      <a:pt x="119" y="9"/>
                      <a:pt x="130" y="0"/>
                      <a:pt x="143" y="0"/>
                    </a:cubicBezTo>
                    <a:cubicBezTo>
                      <a:pt x="553" y="0"/>
                      <a:pt x="553" y="0"/>
                      <a:pt x="553" y="0"/>
                    </a:cubicBezTo>
                    <a:cubicBezTo>
                      <a:pt x="572" y="0"/>
                      <a:pt x="585" y="18"/>
                      <a:pt x="580" y="36"/>
                    </a:cubicBezTo>
                  </a:path>
                </a:pathLst>
              </a:custGeom>
              <a:solidFill>
                <a:srgbClr val="305892"/>
              </a:solidFill>
              <a:ln>
                <a:noFill/>
              </a:ln>
              <a:extLst>
                <a:ext uri="{91240B29-F687-4F45-9708-019B960494DF}">
                  <a14:hiddenLine xmlns:a14="http://schemas.microsoft.com/office/drawing/2010/main" w="9525">
                    <a:solidFill>
                      <a:srgbClr val="000000"/>
                    </a:solidFill>
                    <a:round/>
                    <a:headEnd/>
                    <a:tailEnd/>
                  </a14:hiddenLine>
                </a:ext>
              </a:extLst>
            </p:spPr>
            <p:txBody>
              <a:bodyPr anchor="ctr"/>
              <a:lstStyle/>
              <a:p>
                <a:pPr algn="ctr"/>
                <a:endParaRPr/>
              </a:p>
            </p:txBody>
          </p:sp>
          <p:sp>
            <p:nvSpPr>
              <p:cNvPr id="423" name="ïślîḑê">
                <a:extLst>
                  <a:ext uri="{FF2B5EF4-FFF2-40B4-BE49-F238E27FC236}">
                    <a16:creationId xmlns:a16="http://schemas.microsoft.com/office/drawing/2014/main" id="{541FAF67-3714-49DF-BE35-6AC4710AFDCA}"/>
                  </a:ext>
                </a:extLst>
              </p:cNvPr>
              <p:cNvSpPr/>
              <p:nvPr/>
            </p:nvSpPr>
            <p:spPr bwMode="auto">
              <a:xfrm>
                <a:off x="3613" y="1914"/>
                <a:ext cx="187" cy="13"/>
              </a:xfrm>
              <a:custGeom>
                <a:avLst/>
                <a:gdLst>
                  <a:gd name="T0" fmla="*/ 183 w 187"/>
                  <a:gd name="T1" fmla="*/ 13 h 13"/>
                  <a:gd name="T2" fmla="*/ 0 w 187"/>
                  <a:gd name="T3" fmla="*/ 13 h 13"/>
                  <a:gd name="T4" fmla="*/ 4 w 187"/>
                  <a:gd name="T5" fmla="*/ 0 h 13"/>
                  <a:gd name="T6" fmla="*/ 187 w 187"/>
                  <a:gd name="T7" fmla="*/ 0 h 13"/>
                  <a:gd name="T8" fmla="*/ 183 w 187"/>
                  <a:gd name="T9" fmla="*/ 13 h 13"/>
                </a:gdLst>
                <a:ahLst/>
                <a:cxnLst>
                  <a:cxn ang="0">
                    <a:pos x="T0" y="T1"/>
                  </a:cxn>
                  <a:cxn ang="0">
                    <a:pos x="T2" y="T3"/>
                  </a:cxn>
                  <a:cxn ang="0">
                    <a:pos x="T4" y="T5"/>
                  </a:cxn>
                  <a:cxn ang="0">
                    <a:pos x="T6" y="T7"/>
                  </a:cxn>
                  <a:cxn ang="0">
                    <a:pos x="T8" y="T9"/>
                  </a:cxn>
                </a:cxnLst>
                <a:rect l="0" t="0" r="r" b="b"/>
                <a:pathLst>
                  <a:path w="187" h="13">
                    <a:moveTo>
                      <a:pt x="183" y="13"/>
                    </a:moveTo>
                    <a:lnTo>
                      <a:pt x="0" y="13"/>
                    </a:lnTo>
                    <a:lnTo>
                      <a:pt x="4" y="0"/>
                    </a:lnTo>
                    <a:lnTo>
                      <a:pt x="187" y="0"/>
                    </a:lnTo>
                    <a:lnTo>
                      <a:pt x="183" y="13"/>
                    </a:lnTo>
                    <a:close/>
                  </a:path>
                </a:pathLst>
              </a:custGeom>
              <a:solidFill>
                <a:srgbClr val="EDEFF1"/>
              </a:solidFill>
              <a:ln>
                <a:noFill/>
              </a:ln>
              <a:extLst>
                <a:ext uri="{91240B29-F687-4F45-9708-019B960494DF}">
                  <a14:hiddenLine xmlns:a14="http://schemas.microsoft.com/office/drawing/2010/main" w="9525">
                    <a:solidFill>
                      <a:srgbClr val="000000"/>
                    </a:solidFill>
                    <a:round/>
                    <a:headEnd/>
                    <a:tailEnd/>
                  </a14:hiddenLine>
                </a:ext>
              </a:extLst>
            </p:spPr>
            <p:txBody>
              <a:bodyPr anchor="ctr"/>
              <a:lstStyle/>
              <a:p>
                <a:pPr algn="ctr"/>
                <a:endParaRPr/>
              </a:p>
            </p:txBody>
          </p:sp>
          <p:sp>
            <p:nvSpPr>
              <p:cNvPr id="424" name="îŝḻîďê">
                <a:extLst>
                  <a:ext uri="{FF2B5EF4-FFF2-40B4-BE49-F238E27FC236}">
                    <a16:creationId xmlns:a16="http://schemas.microsoft.com/office/drawing/2014/main" id="{5C5222AD-533C-495A-AAF6-94F11C78E2C3}"/>
                  </a:ext>
                </a:extLst>
              </p:cNvPr>
              <p:cNvSpPr/>
              <p:nvPr/>
            </p:nvSpPr>
            <p:spPr bwMode="auto">
              <a:xfrm>
                <a:off x="3613" y="1914"/>
                <a:ext cx="187" cy="13"/>
              </a:xfrm>
              <a:custGeom>
                <a:avLst/>
                <a:gdLst>
                  <a:gd name="T0" fmla="*/ 183 w 187"/>
                  <a:gd name="T1" fmla="*/ 13 h 13"/>
                  <a:gd name="T2" fmla="*/ 0 w 187"/>
                  <a:gd name="T3" fmla="*/ 13 h 13"/>
                  <a:gd name="T4" fmla="*/ 4 w 187"/>
                  <a:gd name="T5" fmla="*/ 0 h 13"/>
                  <a:gd name="T6" fmla="*/ 187 w 187"/>
                  <a:gd name="T7" fmla="*/ 0 h 13"/>
                  <a:gd name="T8" fmla="*/ 183 w 187"/>
                  <a:gd name="T9" fmla="*/ 13 h 13"/>
                </a:gdLst>
                <a:ahLst/>
                <a:cxnLst>
                  <a:cxn ang="0">
                    <a:pos x="T0" y="T1"/>
                  </a:cxn>
                  <a:cxn ang="0">
                    <a:pos x="T2" y="T3"/>
                  </a:cxn>
                  <a:cxn ang="0">
                    <a:pos x="T4" y="T5"/>
                  </a:cxn>
                  <a:cxn ang="0">
                    <a:pos x="T6" y="T7"/>
                  </a:cxn>
                  <a:cxn ang="0">
                    <a:pos x="T8" y="T9"/>
                  </a:cxn>
                </a:cxnLst>
                <a:rect l="0" t="0" r="r" b="b"/>
                <a:pathLst>
                  <a:path w="187" h="13">
                    <a:moveTo>
                      <a:pt x="183" y="13"/>
                    </a:moveTo>
                    <a:lnTo>
                      <a:pt x="0" y="13"/>
                    </a:lnTo>
                    <a:lnTo>
                      <a:pt x="4" y="0"/>
                    </a:lnTo>
                    <a:lnTo>
                      <a:pt x="187" y="0"/>
                    </a:lnTo>
                    <a:lnTo>
                      <a:pt x="183" y="13"/>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anchor="ctr"/>
              <a:lstStyle/>
              <a:p>
                <a:pPr algn="ctr"/>
                <a:endParaRPr/>
              </a:p>
            </p:txBody>
          </p:sp>
          <p:sp>
            <p:nvSpPr>
              <p:cNvPr id="425" name="ïṣļiḍê">
                <a:extLst>
                  <a:ext uri="{FF2B5EF4-FFF2-40B4-BE49-F238E27FC236}">
                    <a16:creationId xmlns:a16="http://schemas.microsoft.com/office/drawing/2014/main" id="{B67BE7CF-D891-4FCF-8D7C-9F1D5352DD7E}"/>
                  </a:ext>
                </a:extLst>
              </p:cNvPr>
              <p:cNvSpPr/>
              <p:nvPr/>
            </p:nvSpPr>
            <p:spPr bwMode="auto">
              <a:xfrm>
                <a:off x="3876" y="1914"/>
                <a:ext cx="91" cy="13"/>
              </a:xfrm>
              <a:custGeom>
                <a:avLst/>
                <a:gdLst>
                  <a:gd name="T0" fmla="*/ 87 w 91"/>
                  <a:gd name="T1" fmla="*/ 13 h 13"/>
                  <a:gd name="T2" fmla="*/ 0 w 91"/>
                  <a:gd name="T3" fmla="*/ 13 h 13"/>
                  <a:gd name="T4" fmla="*/ 4 w 91"/>
                  <a:gd name="T5" fmla="*/ 0 h 13"/>
                  <a:gd name="T6" fmla="*/ 91 w 91"/>
                  <a:gd name="T7" fmla="*/ 0 h 13"/>
                  <a:gd name="T8" fmla="*/ 87 w 91"/>
                  <a:gd name="T9" fmla="*/ 13 h 13"/>
                </a:gdLst>
                <a:ahLst/>
                <a:cxnLst>
                  <a:cxn ang="0">
                    <a:pos x="T0" y="T1"/>
                  </a:cxn>
                  <a:cxn ang="0">
                    <a:pos x="T2" y="T3"/>
                  </a:cxn>
                  <a:cxn ang="0">
                    <a:pos x="T4" y="T5"/>
                  </a:cxn>
                  <a:cxn ang="0">
                    <a:pos x="T6" y="T7"/>
                  </a:cxn>
                  <a:cxn ang="0">
                    <a:pos x="T8" y="T9"/>
                  </a:cxn>
                </a:cxnLst>
                <a:rect l="0" t="0" r="r" b="b"/>
                <a:pathLst>
                  <a:path w="91" h="13">
                    <a:moveTo>
                      <a:pt x="87" y="13"/>
                    </a:moveTo>
                    <a:lnTo>
                      <a:pt x="0" y="13"/>
                    </a:lnTo>
                    <a:lnTo>
                      <a:pt x="4" y="0"/>
                    </a:lnTo>
                    <a:lnTo>
                      <a:pt x="91" y="0"/>
                    </a:lnTo>
                    <a:lnTo>
                      <a:pt x="87" y="13"/>
                    </a:lnTo>
                    <a:close/>
                  </a:path>
                </a:pathLst>
              </a:custGeom>
              <a:solidFill>
                <a:srgbClr val="DF3A3A"/>
              </a:solidFill>
              <a:ln>
                <a:noFill/>
              </a:ln>
              <a:extLst>
                <a:ext uri="{91240B29-F687-4F45-9708-019B960494DF}">
                  <a14:hiddenLine xmlns:a14="http://schemas.microsoft.com/office/drawing/2010/main" w="9525">
                    <a:solidFill>
                      <a:srgbClr val="000000"/>
                    </a:solidFill>
                    <a:round/>
                    <a:headEnd/>
                    <a:tailEnd/>
                  </a14:hiddenLine>
                </a:ext>
              </a:extLst>
            </p:spPr>
            <p:txBody>
              <a:bodyPr anchor="ctr"/>
              <a:lstStyle/>
              <a:p>
                <a:pPr algn="ctr"/>
                <a:endParaRPr/>
              </a:p>
            </p:txBody>
          </p:sp>
          <p:sp>
            <p:nvSpPr>
              <p:cNvPr id="426" name="išḷîde">
                <a:extLst>
                  <a:ext uri="{FF2B5EF4-FFF2-40B4-BE49-F238E27FC236}">
                    <a16:creationId xmlns:a16="http://schemas.microsoft.com/office/drawing/2014/main" id="{2FC1516C-4096-4CF7-BF00-D8C07B6067BE}"/>
                  </a:ext>
                </a:extLst>
              </p:cNvPr>
              <p:cNvSpPr/>
              <p:nvPr/>
            </p:nvSpPr>
            <p:spPr bwMode="auto">
              <a:xfrm>
                <a:off x="3876" y="1914"/>
                <a:ext cx="91" cy="13"/>
              </a:xfrm>
              <a:custGeom>
                <a:avLst/>
                <a:gdLst>
                  <a:gd name="T0" fmla="*/ 87 w 91"/>
                  <a:gd name="T1" fmla="*/ 13 h 13"/>
                  <a:gd name="T2" fmla="*/ 0 w 91"/>
                  <a:gd name="T3" fmla="*/ 13 h 13"/>
                  <a:gd name="T4" fmla="*/ 4 w 91"/>
                  <a:gd name="T5" fmla="*/ 0 h 13"/>
                  <a:gd name="T6" fmla="*/ 91 w 91"/>
                  <a:gd name="T7" fmla="*/ 0 h 13"/>
                  <a:gd name="T8" fmla="*/ 87 w 91"/>
                  <a:gd name="T9" fmla="*/ 13 h 13"/>
                </a:gdLst>
                <a:ahLst/>
                <a:cxnLst>
                  <a:cxn ang="0">
                    <a:pos x="T0" y="T1"/>
                  </a:cxn>
                  <a:cxn ang="0">
                    <a:pos x="T2" y="T3"/>
                  </a:cxn>
                  <a:cxn ang="0">
                    <a:pos x="T4" y="T5"/>
                  </a:cxn>
                  <a:cxn ang="0">
                    <a:pos x="T6" y="T7"/>
                  </a:cxn>
                  <a:cxn ang="0">
                    <a:pos x="T8" y="T9"/>
                  </a:cxn>
                </a:cxnLst>
                <a:rect l="0" t="0" r="r" b="b"/>
                <a:pathLst>
                  <a:path w="91" h="13">
                    <a:moveTo>
                      <a:pt x="87" y="13"/>
                    </a:moveTo>
                    <a:lnTo>
                      <a:pt x="0" y="13"/>
                    </a:lnTo>
                    <a:lnTo>
                      <a:pt x="4" y="0"/>
                    </a:lnTo>
                    <a:lnTo>
                      <a:pt x="91" y="0"/>
                    </a:lnTo>
                    <a:lnTo>
                      <a:pt x="87" y="13"/>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anchor="ctr"/>
              <a:lstStyle/>
              <a:p>
                <a:pPr algn="ctr"/>
                <a:endParaRPr/>
              </a:p>
            </p:txBody>
          </p:sp>
          <p:sp>
            <p:nvSpPr>
              <p:cNvPr id="427" name="ísḻídê">
                <a:extLst>
                  <a:ext uri="{FF2B5EF4-FFF2-40B4-BE49-F238E27FC236}">
                    <a16:creationId xmlns:a16="http://schemas.microsoft.com/office/drawing/2014/main" id="{E37CEB53-DF50-4B58-9F0E-99A7E0017462}"/>
                  </a:ext>
                </a:extLst>
              </p:cNvPr>
              <p:cNvSpPr/>
              <p:nvPr/>
            </p:nvSpPr>
            <p:spPr bwMode="auto">
              <a:xfrm>
                <a:off x="4001" y="1914"/>
                <a:ext cx="92" cy="13"/>
              </a:xfrm>
              <a:custGeom>
                <a:avLst/>
                <a:gdLst>
                  <a:gd name="T0" fmla="*/ 88 w 92"/>
                  <a:gd name="T1" fmla="*/ 13 h 13"/>
                  <a:gd name="T2" fmla="*/ 0 w 92"/>
                  <a:gd name="T3" fmla="*/ 13 h 13"/>
                  <a:gd name="T4" fmla="*/ 4 w 92"/>
                  <a:gd name="T5" fmla="*/ 0 h 13"/>
                  <a:gd name="T6" fmla="*/ 92 w 92"/>
                  <a:gd name="T7" fmla="*/ 0 h 13"/>
                  <a:gd name="T8" fmla="*/ 88 w 92"/>
                  <a:gd name="T9" fmla="*/ 13 h 13"/>
                </a:gdLst>
                <a:ahLst/>
                <a:cxnLst>
                  <a:cxn ang="0">
                    <a:pos x="T0" y="T1"/>
                  </a:cxn>
                  <a:cxn ang="0">
                    <a:pos x="T2" y="T3"/>
                  </a:cxn>
                  <a:cxn ang="0">
                    <a:pos x="T4" y="T5"/>
                  </a:cxn>
                  <a:cxn ang="0">
                    <a:pos x="T6" y="T7"/>
                  </a:cxn>
                  <a:cxn ang="0">
                    <a:pos x="T8" y="T9"/>
                  </a:cxn>
                </a:cxnLst>
                <a:rect l="0" t="0" r="r" b="b"/>
                <a:pathLst>
                  <a:path w="92" h="13">
                    <a:moveTo>
                      <a:pt x="88" y="13"/>
                    </a:moveTo>
                    <a:lnTo>
                      <a:pt x="0" y="13"/>
                    </a:lnTo>
                    <a:lnTo>
                      <a:pt x="4" y="0"/>
                    </a:lnTo>
                    <a:lnTo>
                      <a:pt x="92" y="0"/>
                    </a:lnTo>
                    <a:lnTo>
                      <a:pt x="88" y="13"/>
                    </a:lnTo>
                    <a:close/>
                  </a:path>
                </a:pathLst>
              </a:custGeom>
              <a:solidFill>
                <a:srgbClr val="A09CAE"/>
              </a:solidFill>
              <a:ln>
                <a:noFill/>
              </a:ln>
              <a:extLst>
                <a:ext uri="{91240B29-F687-4F45-9708-019B960494DF}">
                  <a14:hiddenLine xmlns:a14="http://schemas.microsoft.com/office/drawing/2010/main" w="9525">
                    <a:solidFill>
                      <a:srgbClr val="000000"/>
                    </a:solidFill>
                    <a:round/>
                    <a:headEnd/>
                    <a:tailEnd/>
                  </a14:hiddenLine>
                </a:ext>
              </a:extLst>
            </p:spPr>
            <p:txBody>
              <a:bodyPr anchor="ctr"/>
              <a:lstStyle/>
              <a:p>
                <a:pPr algn="ctr"/>
                <a:endParaRPr/>
              </a:p>
            </p:txBody>
          </p:sp>
          <p:sp>
            <p:nvSpPr>
              <p:cNvPr id="428" name="îṡḷîḓè">
                <a:extLst>
                  <a:ext uri="{FF2B5EF4-FFF2-40B4-BE49-F238E27FC236}">
                    <a16:creationId xmlns:a16="http://schemas.microsoft.com/office/drawing/2014/main" id="{CECA652E-DB5E-4294-9FC0-134FA8E8464C}"/>
                  </a:ext>
                </a:extLst>
              </p:cNvPr>
              <p:cNvSpPr/>
              <p:nvPr/>
            </p:nvSpPr>
            <p:spPr bwMode="auto">
              <a:xfrm>
                <a:off x="4001" y="1914"/>
                <a:ext cx="92" cy="13"/>
              </a:xfrm>
              <a:custGeom>
                <a:avLst/>
                <a:gdLst>
                  <a:gd name="T0" fmla="*/ 88 w 92"/>
                  <a:gd name="T1" fmla="*/ 13 h 13"/>
                  <a:gd name="T2" fmla="*/ 0 w 92"/>
                  <a:gd name="T3" fmla="*/ 13 h 13"/>
                  <a:gd name="T4" fmla="*/ 4 w 92"/>
                  <a:gd name="T5" fmla="*/ 0 h 13"/>
                  <a:gd name="T6" fmla="*/ 92 w 92"/>
                  <a:gd name="T7" fmla="*/ 0 h 13"/>
                  <a:gd name="T8" fmla="*/ 88 w 92"/>
                  <a:gd name="T9" fmla="*/ 13 h 13"/>
                </a:gdLst>
                <a:ahLst/>
                <a:cxnLst>
                  <a:cxn ang="0">
                    <a:pos x="T0" y="T1"/>
                  </a:cxn>
                  <a:cxn ang="0">
                    <a:pos x="T2" y="T3"/>
                  </a:cxn>
                  <a:cxn ang="0">
                    <a:pos x="T4" y="T5"/>
                  </a:cxn>
                  <a:cxn ang="0">
                    <a:pos x="T6" y="T7"/>
                  </a:cxn>
                  <a:cxn ang="0">
                    <a:pos x="T8" y="T9"/>
                  </a:cxn>
                </a:cxnLst>
                <a:rect l="0" t="0" r="r" b="b"/>
                <a:pathLst>
                  <a:path w="92" h="13">
                    <a:moveTo>
                      <a:pt x="88" y="13"/>
                    </a:moveTo>
                    <a:lnTo>
                      <a:pt x="0" y="13"/>
                    </a:lnTo>
                    <a:lnTo>
                      <a:pt x="4" y="0"/>
                    </a:lnTo>
                    <a:lnTo>
                      <a:pt x="92" y="0"/>
                    </a:lnTo>
                    <a:lnTo>
                      <a:pt x="88" y="13"/>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anchor="ctr"/>
              <a:lstStyle/>
              <a:p>
                <a:pPr algn="ctr"/>
                <a:endParaRPr/>
              </a:p>
            </p:txBody>
          </p:sp>
          <p:sp>
            <p:nvSpPr>
              <p:cNvPr id="429" name="ïṣľîḋê">
                <a:extLst>
                  <a:ext uri="{FF2B5EF4-FFF2-40B4-BE49-F238E27FC236}">
                    <a16:creationId xmlns:a16="http://schemas.microsoft.com/office/drawing/2014/main" id="{AEA0F78E-6F39-466D-9437-EDA3805ABBAC}"/>
                  </a:ext>
                </a:extLst>
              </p:cNvPr>
              <p:cNvSpPr/>
              <p:nvPr/>
            </p:nvSpPr>
            <p:spPr bwMode="auto">
              <a:xfrm>
                <a:off x="3971" y="1914"/>
                <a:ext cx="24" cy="13"/>
              </a:xfrm>
              <a:custGeom>
                <a:avLst/>
                <a:gdLst>
                  <a:gd name="T0" fmla="*/ 20 w 24"/>
                  <a:gd name="T1" fmla="*/ 13 h 13"/>
                  <a:gd name="T2" fmla="*/ 0 w 24"/>
                  <a:gd name="T3" fmla="*/ 13 h 13"/>
                  <a:gd name="T4" fmla="*/ 4 w 24"/>
                  <a:gd name="T5" fmla="*/ 0 h 13"/>
                  <a:gd name="T6" fmla="*/ 24 w 24"/>
                  <a:gd name="T7" fmla="*/ 0 h 13"/>
                  <a:gd name="T8" fmla="*/ 20 w 24"/>
                  <a:gd name="T9" fmla="*/ 13 h 13"/>
                </a:gdLst>
                <a:ahLst/>
                <a:cxnLst>
                  <a:cxn ang="0">
                    <a:pos x="T0" y="T1"/>
                  </a:cxn>
                  <a:cxn ang="0">
                    <a:pos x="T2" y="T3"/>
                  </a:cxn>
                  <a:cxn ang="0">
                    <a:pos x="T4" y="T5"/>
                  </a:cxn>
                  <a:cxn ang="0">
                    <a:pos x="T6" y="T7"/>
                  </a:cxn>
                  <a:cxn ang="0">
                    <a:pos x="T8" y="T9"/>
                  </a:cxn>
                </a:cxnLst>
                <a:rect l="0" t="0" r="r" b="b"/>
                <a:pathLst>
                  <a:path w="24" h="13">
                    <a:moveTo>
                      <a:pt x="20" y="13"/>
                    </a:moveTo>
                    <a:lnTo>
                      <a:pt x="0" y="13"/>
                    </a:lnTo>
                    <a:lnTo>
                      <a:pt x="4" y="0"/>
                    </a:lnTo>
                    <a:lnTo>
                      <a:pt x="24" y="0"/>
                    </a:lnTo>
                    <a:lnTo>
                      <a:pt x="20" y="13"/>
                    </a:lnTo>
                    <a:close/>
                  </a:path>
                </a:pathLst>
              </a:custGeom>
              <a:solidFill>
                <a:srgbClr val="7299E9"/>
              </a:solidFill>
              <a:ln>
                <a:noFill/>
              </a:ln>
              <a:extLst>
                <a:ext uri="{91240B29-F687-4F45-9708-019B960494DF}">
                  <a14:hiddenLine xmlns:a14="http://schemas.microsoft.com/office/drawing/2010/main" w="9525">
                    <a:solidFill>
                      <a:srgbClr val="000000"/>
                    </a:solidFill>
                    <a:round/>
                    <a:headEnd/>
                    <a:tailEnd/>
                  </a14:hiddenLine>
                </a:ext>
              </a:extLst>
            </p:spPr>
            <p:txBody>
              <a:bodyPr anchor="ctr"/>
              <a:lstStyle/>
              <a:p>
                <a:pPr algn="ctr"/>
                <a:endParaRPr/>
              </a:p>
            </p:txBody>
          </p:sp>
          <p:sp>
            <p:nvSpPr>
              <p:cNvPr id="430" name="îṣľîdé">
                <a:extLst>
                  <a:ext uri="{FF2B5EF4-FFF2-40B4-BE49-F238E27FC236}">
                    <a16:creationId xmlns:a16="http://schemas.microsoft.com/office/drawing/2014/main" id="{C6A9B3FC-0B01-4844-8800-316EAB628A8B}"/>
                  </a:ext>
                </a:extLst>
              </p:cNvPr>
              <p:cNvSpPr/>
              <p:nvPr/>
            </p:nvSpPr>
            <p:spPr bwMode="auto">
              <a:xfrm>
                <a:off x="3971" y="1914"/>
                <a:ext cx="24" cy="13"/>
              </a:xfrm>
              <a:custGeom>
                <a:avLst/>
                <a:gdLst>
                  <a:gd name="T0" fmla="*/ 20 w 24"/>
                  <a:gd name="T1" fmla="*/ 13 h 13"/>
                  <a:gd name="T2" fmla="*/ 0 w 24"/>
                  <a:gd name="T3" fmla="*/ 13 h 13"/>
                  <a:gd name="T4" fmla="*/ 4 w 24"/>
                  <a:gd name="T5" fmla="*/ 0 h 13"/>
                  <a:gd name="T6" fmla="*/ 24 w 24"/>
                  <a:gd name="T7" fmla="*/ 0 h 13"/>
                  <a:gd name="T8" fmla="*/ 20 w 24"/>
                  <a:gd name="T9" fmla="*/ 13 h 13"/>
                </a:gdLst>
                <a:ahLst/>
                <a:cxnLst>
                  <a:cxn ang="0">
                    <a:pos x="T0" y="T1"/>
                  </a:cxn>
                  <a:cxn ang="0">
                    <a:pos x="T2" y="T3"/>
                  </a:cxn>
                  <a:cxn ang="0">
                    <a:pos x="T4" y="T5"/>
                  </a:cxn>
                  <a:cxn ang="0">
                    <a:pos x="T6" y="T7"/>
                  </a:cxn>
                  <a:cxn ang="0">
                    <a:pos x="T8" y="T9"/>
                  </a:cxn>
                </a:cxnLst>
                <a:rect l="0" t="0" r="r" b="b"/>
                <a:pathLst>
                  <a:path w="24" h="13">
                    <a:moveTo>
                      <a:pt x="20" y="13"/>
                    </a:moveTo>
                    <a:lnTo>
                      <a:pt x="0" y="13"/>
                    </a:lnTo>
                    <a:lnTo>
                      <a:pt x="4" y="0"/>
                    </a:lnTo>
                    <a:lnTo>
                      <a:pt x="24" y="0"/>
                    </a:lnTo>
                    <a:lnTo>
                      <a:pt x="20" y="13"/>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anchor="ctr"/>
              <a:lstStyle/>
              <a:p>
                <a:pPr algn="ctr"/>
                <a:endParaRPr/>
              </a:p>
            </p:txBody>
          </p:sp>
          <p:sp>
            <p:nvSpPr>
              <p:cNvPr id="431" name="ïṡlïďe">
                <a:extLst>
                  <a:ext uri="{FF2B5EF4-FFF2-40B4-BE49-F238E27FC236}">
                    <a16:creationId xmlns:a16="http://schemas.microsoft.com/office/drawing/2014/main" id="{5A2210E1-D798-4EBE-9455-DBE8CE886D88}"/>
                  </a:ext>
                </a:extLst>
              </p:cNvPr>
              <p:cNvSpPr/>
              <p:nvPr/>
            </p:nvSpPr>
            <p:spPr bwMode="auto">
              <a:xfrm>
                <a:off x="3805" y="1914"/>
                <a:ext cx="65" cy="13"/>
              </a:xfrm>
              <a:custGeom>
                <a:avLst/>
                <a:gdLst>
                  <a:gd name="T0" fmla="*/ 61 w 65"/>
                  <a:gd name="T1" fmla="*/ 13 h 13"/>
                  <a:gd name="T2" fmla="*/ 0 w 65"/>
                  <a:gd name="T3" fmla="*/ 13 h 13"/>
                  <a:gd name="T4" fmla="*/ 4 w 65"/>
                  <a:gd name="T5" fmla="*/ 0 h 13"/>
                  <a:gd name="T6" fmla="*/ 65 w 65"/>
                  <a:gd name="T7" fmla="*/ 0 h 13"/>
                  <a:gd name="T8" fmla="*/ 61 w 65"/>
                  <a:gd name="T9" fmla="*/ 13 h 13"/>
                </a:gdLst>
                <a:ahLst/>
                <a:cxnLst>
                  <a:cxn ang="0">
                    <a:pos x="T0" y="T1"/>
                  </a:cxn>
                  <a:cxn ang="0">
                    <a:pos x="T2" y="T3"/>
                  </a:cxn>
                  <a:cxn ang="0">
                    <a:pos x="T4" y="T5"/>
                  </a:cxn>
                  <a:cxn ang="0">
                    <a:pos x="T6" y="T7"/>
                  </a:cxn>
                  <a:cxn ang="0">
                    <a:pos x="T8" y="T9"/>
                  </a:cxn>
                </a:cxnLst>
                <a:rect l="0" t="0" r="r" b="b"/>
                <a:pathLst>
                  <a:path w="65" h="13">
                    <a:moveTo>
                      <a:pt x="61" y="13"/>
                    </a:moveTo>
                    <a:lnTo>
                      <a:pt x="0" y="13"/>
                    </a:lnTo>
                    <a:lnTo>
                      <a:pt x="4" y="0"/>
                    </a:lnTo>
                    <a:lnTo>
                      <a:pt x="65" y="0"/>
                    </a:lnTo>
                    <a:lnTo>
                      <a:pt x="61" y="13"/>
                    </a:lnTo>
                    <a:close/>
                  </a:path>
                </a:pathLst>
              </a:custGeom>
              <a:solidFill>
                <a:srgbClr val="A09CAE"/>
              </a:solidFill>
              <a:ln>
                <a:noFill/>
              </a:ln>
              <a:extLst>
                <a:ext uri="{91240B29-F687-4F45-9708-019B960494DF}">
                  <a14:hiddenLine xmlns:a14="http://schemas.microsoft.com/office/drawing/2010/main" w="9525">
                    <a:solidFill>
                      <a:srgbClr val="000000"/>
                    </a:solidFill>
                    <a:round/>
                    <a:headEnd/>
                    <a:tailEnd/>
                  </a14:hiddenLine>
                </a:ext>
              </a:extLst>
            </p:spPr>
            <p:txBody>
              <a:bodyPr anchor="ctr"/>
              <a:lstStyle/>
              <a:p>
                <a:pPr algn="ctr"/>
                <a:endParaRPr/>
              </a:p>
            </p:txBody>
          </p:sp>
          <p:sp>
            <p:nvSpPr>
              <p:cNvPr id="432" name="îśliḍè">
                <a:extLst>
                  <a:ext uri="{FF2B5EF4-FFF2-40B4-BE49-F238E27FC236}">
                    <a16:creationId xmlns:a16="http://schemas.microsoft.com/office/drawing/2014/main" id="{2CCD46DF-5420-4B84-827D-0295F04301F4}"/>
                  </a:ext>
                </a:extLst>
              </p:cNvPr>
              <p:cNvSpPr/>
              <p:nvPr/>
            </p:nvSpPr>
            <p:spPr bwMode="auto">
              <a:xfrm>
                <a:off x="3805" y="1914"/>
                <a:ext cx="65" cy="13"/>
              </a:xfrm>
              <a:custGeom>
                <a:avLst/>
                <a:gdLst>
                  <a:gd name="T0" fmla="*/ 61 w 65"/>
                  <a:gd name="T1" fmla="*/ 13 h 13"/>
                  <a:gd name="T2" fmla="*/ 0 w 65"/>
                  <a:gd name="T3" fmla="*/ 13 h 13"/>
                  <a:gd name="T4" fmla="*/ 4 w 65"/>
                  <a:gd name="T5" fmla="*/ 0 h 13"/>
                  <a:gd name="T6" fmla="*/ 65 w 65"/>
                  <a:gd name="T7" fmla="*/ 0 h 13"/>
                  <a:gd name="T8" fmla="*/ 61 w 65"/>
                  <a:gd name="T9" fmla="*/ 13 h 13"/>
                </a:gdLst>
                <a:ahLst/>
                <a:cxnLst>
                  <a:cxn ang="0">
                    <a:pos x="T0" y="T1"/>
                  </a:cxn>
                  <a:cxn ang="0">
                    <a:pos x="T2" y="T3"/>
                  </a:cxn>
                  <a:cxn ang="0">
                    <a:pos x="T4" y="T5"/>
                  </a:cxn>
                  <a:cxn ang="0">
                    <a:pos x="T6" y="T7"/>
                  </a:cxn>
                  <a:cxn ang="0">
                    <a:pos x="T8" y="T9"/>
                  </a:cxn>
                </a:cxnLst>
                <a:rect l="0" t="0" r="r" b="b"/>
                <a:pathLst>
                  <a:path w="65" h="13">
                    <a:moveTo>
                      <a:pt x="61" y="13"/>
                    </a:moveTo>
                    <a:lnTo>
                      <a:pt x="0" y="13"/>
                    </a:lnTo>
                    <a:lnTo>
                      <a:pt x="4" y="0"/>
                    </a:lnTo>
                    <a:lnTo>
                      <a:pt x="65" y="0"/>
                    </a:lnTo>
                    <a:lnTo>
                      <a:pt x="61" y="13"/>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anchor="ctr"/>
              <a:lstStyle/>
              <a:p>
                <a:pPr algn="ctr"/>
                <a:endParaRPr/>
              </a:p>
            </p:txBody>
          </p:sp>
          <p:sp>
            <p:nvSpPr>
              <p:cNvPr id="433" name="ï$ļidé">
                <a:extLst>
                  <a:ext uri="{FF2B5EF4-FFF2-40B4-BE49-F238E27FC236}">
                    <a16:creationId xmlns:a16="http://schemas.microsoft.com/office/drawing/2014/main" id="{35432D97-658C-40FE-9CEA-60945499F466}"/>
                  </a:ext>
                </a:extLst>
              </p:cNvPr>
              <p:cNvSpPr/>
              <p:nvPr/>
            </p:nvSpPr>
            <p:spPr bwMode="auto">
              <a:xfrm>
                <a:off x="3507" y="2245"/>
                <a:ext cx="189" cy="13"/>
              </a:xfrm>
              <a:custGeom>
                <a:avLst/>
                <a:gdLst>
                  <a:gd name="T0" fmla="*/ 185 w 189"/>
                  <a:gd name="T1" fmla="*/ 13 h 13"/>
                  <a:gd name="T2" fmla="*/ 0 w 189"/>
                  <a:gd name="T3" fmla="*/ 13 h 13"/>
                  <a:gd name="T4" fmla="*/ 5 w 189"/>
                  <a:gd name="T5" fmla="*/ 0 h 13"/>
                  <a:gd name="T6" fmla="*/ 189 w 189"/>
                  <a:gd name="T7" fmla="*/ 0 h 13"/>
                  <a:gd name="T8" fmla="*/ 185 w 189"/>
                  <a:gd name="T9" fmla="*/ 13 h 13"/>
                </a:gdLst>
                <a:ahLst/>
                <a:cxnLst>
                  <a:cxn ang="0">
                    <a:pos x="T0" y="T1"/>
                  </a:cxn>
                  <a:cxn ang="0">
                    <a:pos x="T2" y="T3"/>
                  </a:cxn>
                  <a:cxn ang="0">
                    <a:pos x="T4" y="T5"/>
                  </a:cxn>
                  <a:cxn ang="0">
                    <a:pos x="T6" y="T7"/>
                  </a:cxn>
                  <a:cxn ang="0">
                    <a:pos x="T8" y="T9"/>
                  </a:cxn>
                </a:cxnLst>
                <a:rect l="0" t="0" r="r" b="b"/>
                <a:pathLst>
                  <a:path w="189" h="13">
                    <a:moveTo>
                      <a:pt x="185" y="13"/>
                    </a:moveTo>
                    <a:lnTo>
                      <a:pt x="0" y="13"/>
                    </a:lnTo>
                    <a:lnTo>
                      <a:pt x="5" y="0"/>
                    </a:lnTo>
                    <a:lnTo>
                      <a:pt x="189" y="0"/>
                    </a:lnTo>
                    <a:lnTo>
                      <a:pt x="185" y="13"/>
                    </a:lnTo>
                    <a:close/>
                  </a:path>
                </a:pathLst>
              </a:custGeom>
              <a:solidFill>
                <a:srgbClr val="7299E9"/>
              </a:solidFill>
              <a:ln>
                <a:noFill/>
              </a:ln>
              <a:extLst>
                <a:ext uri="{91240B29-F687-4F45-9708-019B960494DF}">
                  <a14:hiddenLine xmlns:a14="http://schemas.microsoft.com/office/drawing/2010/main" w="9525">
                    <a:solidFill>
                      <a:srgbClr val="000000"/>
                    </a:solidFill>
                    <a:round/>
                    <a:headEnd/>
                    <a:tailEnd/>
                  </a14:hiddenLine>
                </a:ext>
              </a:extLst>
            </p:spPr>
            <p:txBody>
              <a:bodyPr anchor="ctr"/>
              <a:lstStyle/>
              <a:p>
                <a:pPr algn="ctr"/>
                <a:endParaRPr/>
              </a:p>
            </p:txBody>
          </p:sp>
          <p:sp>
            <p:nvSpPr>
              <p:cNvPr id="434" name="iśḷiḋê">
                <a:extLst>
                  <a:ext uri="{FF2B5EF4-FFF2-40B4-BE49-F238E27FC236}">
                    <a16:creationId xmlns:a16="http://schemas.microsoft.com/office/drawing/2014/main" id="{E16CF671-A7BA-406E-AEAC-F799627C950B}"/>
                  </a:ext>
                </a:extLst>
              </p:cNvPr>
              <p:cNvSpPr/>
              <p:nvPr/>
            </p:nvSpPr>
            <p:spPr bwMode="auto">
              <a:xfrm>
                <a:off x="3507" y="2245"/>
                <a:ext cx="189" cy="13"/>
              </a:xfrm>
              <a:custGeom>
                <a:avLst/>
                <a:gdLst>
                  <a:gd name="T0" fmla="*/ 185 w 189"/>
                  <a:gd name="T1" fmla="*/ 13 h 13"/>
                  <a:gd name="T2" fmla="*/ 0 w 189"/>
                  <a:gd name="T3" fmla="*/ 13 h 13"/>
                  <a:gd name="T4" fmla="*/ 5 w 189"/>
                  <a:gd name="T5" fmla="*/ 0 h 13"/>
                  <a:gd name="T6" fmla="*/ 189 w 189"/>
                  <a:gd name="T7" fmla="*/ 0 h 13"/>
                  <a:gd name="T8" fmla="*/ 185 w 189"/>
                  <a:gd name="T9" fmla="*/ 13 h 13"/>
                </a:gdLst>
                <a:ahLst/>
                <a:cxnLst>
                  <a:cxn ang="0">
                    <a:pos x="T0" y="T1"/>
                  </a:cxn>
                  <a:cxn ang="0">
                    <a:pos x="T2" y="T3"/>
                  </a:cxn>
                  <a:cxn ang="0">
                    <a:pos x="T4" y="T5"/>
                  </a:cxn>
                  <a:cxn ang="0">
                    <a:pos x="T6" y="T7"/>
                  </a:cxn>
                  <a:cxn ang="0">
                    <a:pos x="T8" y="T9"/>
                  </a:cxn>
                </a:cxnLst>
                <a:rect l="0" t="0" r="r" b="b"/>
                <a:pathLst>
                  <a:path w="189" h="13">
                    <a:moveTo>
                      <a:pt x="185" y="13"/>
                    </a:moveTo>
                    <a:lnTo>
                      <a:pt x="0" y="13"/>
                    </a:lnTo>
                    <a:lnTo>
                      <a:pt x="5" y="0"/>
                    </a:lnTo>
                    <a:lnTo>
                      <a:pt x="189" y="0"/>
                    </a:lnTo>
                    <a:lnTo>
                      <a:pt x="185" y="13"/>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anchor="ctr"/>
              <a:lstStyle/>
              <a:p>
                <a:pPr algn="ctr"/>
                <a:endParaRPr/>
              </a:p>
            </p:txBody>
          </p:sp>
          <p:sp>
            <p:nvSpPr>
              <p:cNvPr id="435" name="íṡļîďè">
                <a:extLst>
                  <a:ext uri="{FF2B5EF4-FFF2-40B4-BE49-F238E27FC236}">
                    <a16:creationId xmlns:a16="http://schemas.microsoft.com/office/drawing/2014/main" id="{F71A7A15-075F-47ED-8E91-A8E2DA62D0C7}"/>
                  </a:ext>
                </a:extLst>
              </p:cNvPr>
              <p:cNvSpPr/>
              <p:nvPr/>
            </p:nvSpPr>
            <p:spPr bwMode="auto">
              <a:xfrm>
                <a:off x="3771" y="2245"/>
                <a:ext cx="91" cy="13"/>
              </a:xfrm>
              <a:custGeom>
                <a:avLst/>
                <a:gdLst>
                  <a:gd name="T0" fmla="*/ 88 w 91"/>
                  <a:gd name="T1" fmla="*/ 13 h 13"/>
                  <a:gd name="T2" fmla="*/ 0 w 91"/>
                  <a:gd name="T3" fmla="*/ 13 h 13"/>
                  <a:gd name="T4" fmla="*/ 5 w 91"/>
                  <a:gd name="T5" fmla="*/ 0 h 13"/>
                  <a:gd name="T6" fmla="*/ 91 w 91"/>
                  <a:gd name="T7" fmla="*/ 0 h 13"/>
                  <a:gd name="T8" fmla="*/ 88 w 91"/>
                  <a:gd name="T9" fmla="*/ 13 h 13"/>
                </a:gdLst>
                <a:ahLst/>
                <a:cxnLst>
                  <a:cxn ang="0">
                    <a:pos x="T0" y="T1"/>
                  </a:cxn>
                  <a:cxn ang="0">
                    <a:pos x="T2" y="T3"/>
                  </a:cxn>
                  <a:cxn ang="0">
                    <a:pos x="T4" y="T5"/>
                  </a:cxn>
                  <a:cxn ang="0">
                    <a:pos x="T6" y="T7"/>
                  </a:cxn>
                  <a:cxn ang="0">
                    <a:pos x="T8" y="T9"/>
                  </a:cxn>
                </a:cxnLst>
                <a:rect l="0" t="0" r="r" b="b"/>
                <a:pathLst>
                  <a:path w="91" h="13">
                    <a:moveTo>
                      <a:pt x="88" y="13"/>
                    </a:moveTo>
                    <a:lnTo>
                      <a:pt x="0" y="13"/>
                    </a:lnTo>
                    <a:lnTo>
                      <a:pt x="5" y="0"/>
                    </a:lnTo>
                    <a:lnTo>
                      <a:pt x="91" y="0"/>
                    </a:lnTo>
                    <a:lnTo>
                      <a:pt x="88" y="13"/>
                    </a:lnTo>
                    <a:close/>
                  </a:path>
                </a:pathLst>
              </a:custGeom>
              <a:solidFill>
                <a:srgbClr val="A09CAE"/>
              </a:solidFill>
              <a:ln>
                <a:noFill/>
              </a:ln>
              <a:extLst>
                <a:ext uri="{91240B29-F687-4F45-9708-019B960494DF}">
                  <a14:hiddenLine xmlns:a14="http://schemas.microsoft.com/office/drawing/2010/main" w="9525">
                    <a:solidFill>
                      <a:srgbClr val="000000"/>
                    </a:solidFill>
                    <a:round/>
                    <a:headEnd/>
                    <a:tailEnd/>
                  </a14:hiddenLine>
                </a:ext>
              </a:extLst>
            </p:spPr>
            <p:txBody>
              <a:bodyPr anchor="ctr"/>
              <a:lstStyle/>
              <a:p>
                <a:pPr algn="ctr"/>
                <a:endParaRPr/>
              </a:p>
            </p:txBody>
          </p:sp>
          <p:sp>
            <p:nvSpPr>
              <p:cNvPr id="436" name="îṥ1íḑé">
                <a:extLst>
                  <a:ext uri="{FF2B5EF4-FFF2-40B4-BE49-F238E27FC236}">
                    <a16:creationId xmlns:a16="http://schemas.microsoft.com/office/drawing/2014/main" id="{08E2DA51-978B-4654-BE94-B461D5B95AEE}"/>
                  </a:ext>
                </a:extLst>
              </p:cNvPr>
              <p:cNvSpPr/>
              <p:nvPr/>
            </p:nvSpPr>
            <p:spPr bwMode="auto">
              <a:xfrm>
                <a:off x="3771" y="2245"/>
                <a:ext cx="91" cy="13"/>
              </a:xfrm>
              <a:custGeom>
                <a:avLst/>
                <a:gdLst>
                  <a:gd name="T0" fmla="*/ 88 w 91"/>
                  <a:gd name="T1" fmla="*/ 13 h 13"/>
                  <a:gd name="T2" fmla="*/ 0 w 91"/>
                  <a:gd name="T3" fmla="*/ 13 h 13"/>
                  <a:gd name="T4" fmla="*/ 5 w 91"/>
                  <a:gd name="T5" fmla="*/ 0 h 13"/>
                  <a:gd name="T6" fmla="*/ 91 w 91"/>
                  <a:gd name="T7" fmla="*/ 0 h 13"/>
                  <a:gd name="T8" fmla="*/ 88 w 91"/>
                  <a:gd name="T9" fmla="*/ 13 h 13"/>
                </a:gdLst>
                <a:ahLst/>
                <a:cxnLst>
                  <a:cxn ang="0">
                    <a:pos x="T0" y="T1"/>
                  </a:cxn>
                  <a:cxn ang="0">
                    <a:pos x="T2" y="T3"/>
                  </a:cxn>
                  <a:cxn ang="0">
                    <a:pos x="T4" y="T5"/>
                  </a:cxn>
                  <a:cxn ang="0">
                    <a:pos x="T6" y="T7"/>
                  </a:cxn>
                  <a:cxn ang="0">
                    <a:pos x="T8" y="T9"/>
                  </a:cxn>
                </a:cxnLst>
                <a:rect l="0" t="0" r="r" b="b"/>
                <a:pathLst>
                  <a:path w="91" h="13">
                    <a:moveTo>
                      <a:pt x="88" y="13"/>
                    </a:moveTo>
                    <a:lnTo>
                      <a:pt x="0" y="13"/>
                    </a:lnTo>
                    <a:lnTo>
                      <a:pt x="5" y="0"/>
                    </a:lnTo>
                    <a:lnTo>
                      <a:pt x="91" y="0"/>
                    </a:lnTo>
                    <a:lnTo>
                      <a:pt x="88" y="13"/>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anchor="ctr"/>
              <a:lstStyle/>
              <a:p>
                <a:pPr algn="ctr"/>
                <a:endParaRPr/>
              </a:p>
            </p:txBody>
          </p:sp>
          <p:sp>
            <p:nvSpPr>
              <p:cNvPr id="437" name="îšľïďé">
                <a:extLst>
                  <a:ext uri="{FF2B5EF4-FFF2-40B4-BE49-F238E27FC236}">
                    <a16:creationId xmlns:a16="http://schemas.microsoft.com/office/drawing/2014/main" id="{F2AC697D-BBC0-4918-B903-F4B7C1769A63}"/>
                  </a:ext>
                </a:extLst>
              </p:cNvPr>
              <p:cNvSpPr/>
              <p:nvPr/>
            </p:nvSpPr>
            <p:spPr bwMode="auto">
              <a:xfrm>
                <a:off x="3897" y="2245"/>
                <a:ext cx="92" cy="13"/>
              </a:xfrm>
              <a:custGeom>
                <a:avLst/>
                <a:gdLst>
                  <a:gd name="T0" fmla="*/ 87 w 92"/>
                  <a:gd name="T1" fmla="*/ 13 h 13"/>
                  <a:gd name="T2" fmla="*/ 0 w 92"/>
                  <a:gd name="T3" fmla="*/ 13 h 13"/>
                  <a:gd name="T4" fmla="*/ 4 w 92"/>
                  <a:gd name="T5" fmla="*/ 0 h 13"/>
                  <a:gd name="T6" fmla="*/ 92 w 92"/>
                  <a:gd name="T7" fmla="*/ 0 h 13"/>
                  <a:gd name="T8" fmla="*/ 87 w 92"/>
                  <a:gd name="T9" fmla="*/ 13 h 13"/>
                </a:gdLst>
                <a:ahLst/>
                <a:cxnLst>
                  <a:cxn ang="0">
                    <a:pos x="T0" y="T1"/>
                  </a:cxn>
                  <a:cxn ang="0">
                    <a:pos x="T2" y="T3"/>
                  </a:cxn>
                  <a:cxn ang="0">
                    <a:pos x="T4" y="T5"/>
                  </a:cxn>
                  <a:cxn ang="0">
                    <a:pos x="T6" y="T7"/>
                  </a:cxn>
                  <a:cxn ang="0">
                    <a:pos x="T8" y="T9"/>
                  </a:cxn>
                </a:cxnLst>
                <a:rect l="0" t="0" r="r" b="b"/>
                <a:pathLst>
                  <a:path w="92" h="13">
                    <a:moveTo>
                      <a:pt x="87" y="13"/>
                    </a:moveTo>
                    <a:lnTo>
                      <a:pt x="0" y="13"/>
                    </a:lnTo>
                    <a:lnTo>
                      <a:pt x="4" y="0"/>
                    </a:lnTo>
                    <a:lnTo>
                      <a:pt x="92" y="0"/>
                    </a:lnTo>
                    <a:lnTo>
                      <a:pt x="87" y="13"/>
                    </a:lnTo>
                    <a:close/>
                  </a:path>
                </a:pathLst>
              </a:custGeom>
              <a:solidFill>
                <a:srgbClr val="EDAD52"/>
              </a:solidFill>
              <a:ln>
                <a:noFill/>
              </a:ln>
              <a:extLst>
                <a:ext uri="{91240B29-F687-4F45-9708-019B960494DF}">
                  <a14:hiddenLine xmlns:a14="http://schemas.microsoft.com/office/drawing/2010/main" w="9525">
                    <a:solidFill>
                      <a:srgbClr val="000000"/>
                    </a:solidFill>
                    <a:round/>
                    <a:headEnd/>
                    <a:tailEnd/>
                  </a14:hiddenLine>
                </a:ext>
              </a:extLst>
            </p:spPr>
            <p:txBody>
              <a:bodyPr anchor="ctr"/>
              <a:lstStyle/>
              <a:p>
                <a:pPr algn="ctr"/>
                <a:endParaRPr/>
              </a:p>
            </p:txBody>
          </p:sp>
          <p:sp>
            <p:nvSpPr>
              <p:cNvPr id="438" name="iṣlïḓê">
                <a:extLst>
                  <a:ext uri="{FF2B5EF4-FFF2-40B4-BE49-F238E27FC236}">
                    <a16:creationId xmlns:a16="http://schemas.microsoft.com/office/drawing/2014/main" id="{8832CD6D-1A68-430F-8FD1-BC3529BE6A1F}"/>
                  </a:ext>
                </a:extLst>
              </p:cNvPr>
              <p:cNvSpPr/>
              <p:nvPr/>
            </p:nvSpPr>
            <p:spPr bwMode="auto">
              <a:xfrm>
                <a:off x="3866" y="2245"/>
                <a:ext cx="25" cy="13"/>
              </a:xfrm>
              <a:custGeom>
                <a:avLst/>
                <a:gdLst>
                  <a:gd name="T0" fmla="*/ 21 w 25"/>
                  <a:gd name="T1" fmla="*/ 13 h 13"/>
                  <a:gd name="T2" fmla="*/ 0 w 25"/>
                  <a:gd name="T3" fmla="*/ 13 h 13"/>
                  <a:gd name="T4" fmla="*/ 4 w 25"/>
                  <a:gd name="T5" fmla="*/ 0 h 13"/>
                  <a:gd name="T6" fmla="*/ 25 w 25"/>
                  <a:gd name="T7" fmla="*/ 0 h 13"/>
                  <a:gd name="T8" fmla="*/ 21 w 25"/>
                  <a:gd name="T9" fmla="*/ 13 h 13"/>
                </a:gdLst>
                <a:ahLst/>
                <a:cxnLst>
                  <a:cxn ang="0">
                    <a:pos x="T0" y="T1"/>
                  </a:cxn>
                  <a:cxn ang="0">
                    <a:pos x="T2" y="T3"/>
                  </a:cxn>
                  <a:cxn ang="0">
                    <a:pos x="T4" y="T5"/>
                  </a:cxn>
                  <a:cxn ang="0">
                    <a:pos x="T6" y="T7"/>
                  </a:cxn>
                  <a:cxn ang="0">
                    <a:pos x="T8" y="T9"/>
                  </a:cxn>
                </a:cxnLst>
                <a:rect l="0" t="0" r="r" b="b"/>
                <a:pathLst>
                  <a:path w="25" h="13">
                    <a:moveTo>
                      <a:pt x="21" y="13"/>
                    </a:moveTo>
                    <a:lnTo>
                      <a:pt x="0" y="13"/>
                    </a:lnTo>
                    <a:lnTo>
                      <a:pt x="4" y="0"/>
                    </a:lnTo>
                    <a:lnTo>
                      <a:pt x="25" y="0"/>
                    </a:lnTo>
                    <a:lnTo>
                      <a:pt x="21" y="13"/>
                    </a:lnTo>
                    <a:close/>
                  </a:path>
                </a:pathLst>
              </a:custGeom>
              <a:solidFill>
                <a:srgbClr val="7299E9"/>
              </a:solidFill>
              <a:ln>
                <a:noFill/>
              </a:ln>
              <a:extLst>
                <a:ext uri="{91240B29-F687-4F45-9708-019B960494DF}">
                  <a14:hiddenLine xmlns:a14="http://schemas.microsoft.com/office/drawing/2010/main" w="9525">
                    <a:solidFill>
                      <a:srgbClr val="000000"/>
                    </a:solidFill>
                    <a:round/>
                    <a:headEnd/>
                    <a:tailEnd/>
                  </a14:hiddenLine>
                </a:ext>
              </a:extLst>
            </p:spPr>
            <p:txBody>
              <a:bodyPr anchor="ctr"/>
              <a:lstStyle/>
              <a:p>
                <a:pPr algn="ctr"/>
                <a:endParaRPr/>
              </a:p>
            </p:txBody>
          </p:sp>
          <p:sp>
            <p:nvSpPr>
              <p:cNvPr id="439" name="íṣļïḓê">
                <a:extLst>
                  <a:ext uri="{FF2B5EF4-FFF2-40B4-BE49-F238E27FC236}">
                    <a16:creationId xmlns:a16="http://schemas.microsoft.com/office/drawing/2014/main" id="{FE22D12D-26D4-48BF-9EAB-C9AFCE92CF72}"/>
                  </a:ext>
                </a:extLst>
              </p:cNvPr>
              <p:cNvSpPr/>
              <p:nvPr/>
            </p:nvSpPr>
            <p:spPr bwMode="auto">
              <a:xfrm>
                <a:off x="3701" y="2245"/>
                <a:ext cx="65" cy="13"/>
              </a:xfrm>
              <a:custGeom>
                <a:avLst/>
                <a:gdLst>
                  <a:gd name="T0" fmla="*/ 60 w 65"/>
                  <a:gd name="T1" fmla="*/ 13 h 13"/>
                  <a:gd name="T2" fmla="*/ 0 w 65"/>
                  <a:gd name="T3" fmla="*/ 13 h 13"/>
                  <a:gd name="T4" fmla="*/ 3 w 65"/>
                  <a:gd name="T5" fmla="*/ 0 h 13"/>
                  <a:gd name="T6" fmla="*/ 65 w 65"/>
                  <a:gd name="T7" fmla="*/ 0 h 13"/>
                  <a:gd name="T8" fmla="*/ 60 w 65"/>
                  <a:gd name="T9" fmla="*/ 13 h 13"/>
                </a:gdLst>
                <a:ahLst/>
                <a:cxnLst>
                  <a:cxn ang="0">
                    <a:pos x="T0" y="T1"/>
                  </a:cxn>
                  <a:cxn ang="0">
                    <a:pos x="T2" y="T3"/>
                  </a:cxn>
                  <a:cxn ang="0">
                    <a:pos x="T4" y="T5"/>
                  </a:cxn>
                  <a:cxn ang="0">
                    <a:pos x="T6" y="T7"/>
                  </a:cxn>
                  <a:cxn ang="0">
                    <a:pos x="T8" y="T9"/>
                  </a:cxn>
                </a:cxnLst>
                <a:rect l="0" t="0" r="r" b="b"/>
                <a:pathLst>
                  <a:path w="65" h="13">
                    <a:moveTo>
                      <a:pt x="60" y="13"/>
                    </a:moveTo>
                    <a:lnTo>
                      <a:pt x="0" y="13"/>
                    </a:lnTo>
                    <a:lnTo>
                      <a:pt x="3" y="0"/>
                    </a:lnTo>
                    <a:lnTo>
                      <a:pt x="65" y="0"/>
                    </a:lnTo>
                    <a:lnTo>
                      <a:pt x="60" y="13"/>
                    </a:lnTo>
                    <a:close/>
                  </a:path>
                </a:pathLst>
              </a:custGeom>
              <a:solidFill>
                <a:srgbClr val="A09CAE"/>
              </a:solidFill>
              <a:ln>
                <a:noFill/>
              </a:ln>
              <a:extLst>
                <a:ext uri="{91240B29-F687-4F45-9708-019B960494DF}">
                  <a14:hiddenLine xmlns:a14="http://schemas.microsoft.com/office/drawing/2010/main" w="9525">
                    <a:solidFill>
                      <a:srgbClr val="000000"/>
                    </a:solidFill>
                    <a:round/>
                    <a:headEnd/>
                    <a:tailEnd/>
                  </a14:hiddenLine>
                </a:ext>
              </a:extLst>
            </p:spPr>
            <p:txBody>
              <a:bodyPr anchor="ctr"/>
              <a:lstStyle/>
              <a:p>
                <a:pPr algn="ctr"/>
                <a:endParaRPr/>
              </a:p>
            </p:txBody>
          </p:sp>
          <p:sp>
            <p:nvSpPr>
              <p:cNvPr id="440" name="îŝ1íḍè">
                <a:extLst>
                  <a:ext uri="{FF2B5EF4-FFF2-40B4-BE49-F238E27FC236}">
                    <a16:creationId xmlns:a16="http://schemas.microsoft.com/office/drawing/2014/main" id="{40D7E87C-ABA8-4C0B-837C-F63F8C04F0A1}"/>
                  </a:ext>
                </a:extLst>
              </p:cNvPr>
              <p:cNvSpPr/>
              <p:nvPr/>
            </p:nvSpPr>
            <p:spPr bwMode="auto">
              <a:xfrm>
                <a:off x="3701" y="2245"/>
                <a:ext cx="65" cy="13"/>
              </a:xfrm>
              <a:custGeom>
                <a:avLst/>
                <a:gdLst>
                  <a:gd name="T0" fmla="*/ 60 w 65"/>
                  <a:gd name="T1" fmla="*/ 13 h 13"/>
                  <a:gd name="T2" fmla="*/ 0 w 65"/>
                  <a:gd name="T3" fmla="*/ 13 h 13"/>
                  <a:gd name="T4" fmla="*/ 3 w 65"/>
                  <a:gd name="T5" fmla="*/ 0 h 13"/>
                  <a:gd name="T6" fmla="*/ 65 w 65"/>
                  <a:gd name="T7" fmla="*/ 0 h 13"/>
                  <a:gd name="T8" fmla="*/ 60 w 65"/>
                  <a:gd name="T9" fmla="*/ 13 h 13"/>
                </a:gdLst>
                <a:ahLst/>
                <a:cxnLst>
                  <a:cxn ang="0">
                    <a:pos x="T0" y="T1"/>
                  </a:cxn>
                  <a:cxn ang="0">
                    <a:pos x="T2" y="T3"/>
                  </a:cxn>
                  <a:cxn ang="0">
                    <a:pos x="T4" y="T5"/>
                  </a:cxn>
                  <a:cxn ang="0">
                    <a:pos x="T6" y="T7"/>
                  </a:cxn>
                  <a:cxn ang="0">
                    <a:pos x="T8" y="T9"/>
                  </a:cxn>
                </a:cxnLst>
                <a:rect l="0" t="0" r="r" b="b"/>
                <a:pathLst>
                  <a:path w="65" h="13">
                    <a:moveTo>
                      <a:pt x="60" y="13"/>
                    </a:moveTo>
                    <a:lnTo>
                      <a:pt x="0" y="13"/>
                    </a:lnTo>
                    <a:lnTo>
                      <a:pt x="3" y="0"/>
                    </a:lnTo>
                    <a:lnTo>
                      <a:pt x="65" y="0"/>
                    </a:lnTo>
                    <a:lnTo>
                      <a:pt x="60" y="13"/>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anchor="ctr"/>
              <a:lstStyle/>
              <a:p>
                <a:pPr algn="ctr"/>
                <a:endParaRPr/>
              </a:p>
            </p:txBody>
          </p:sp>
          <p:sp>
            <p:nvSpPr>
              <p:cNvPr id="441" name="íşľïḍê">
                <a:extLst>
                  <a:ext uri="{FF2B5EF4-FFF2-40B4-BE49-F238E27FC236}">
                    <a16:creationId xmlns:a16="http://schemas.microsoft.com/office/drawing/2014/main" id="{2A6C48C2-443F-4D8B-A2ED-6EAEE17FBA6B}"/>
                  </a:ext>
                </a:extLst>
              </p:cNvPr>
              <p:cNvSpPr/>
              <p:nvPr/>
            </p:nvSpPr>
            <p:spPr bwMode="auto">
              <a:xfrm>
                <a:off x="3669" y="2134"/>
                <a:ext cx="90" cy="14"/>
              </a:xfrm>
              <a:custGeom>
                <a:avLst/>
                <a:gdLst>
                  <a:gd name="T0" fmla="*/ 0 w 90"/>
                  <a:gd name="T1" fmla="*/ 14 h 14"/>
                  <a:gd name="T2" fmla="*/ 86 w 90"/>
                  <a:gd name="T3" fmla="*/ 14 h 14"/>
                  <a:gd name="T4" fmla="*/ 90 w 90"/>
                  <a:gd name="T5" fmla="*/ 0 h 14"/>
                  <a:gd name="T6" fmla="*/ 4 w 90"/>
                  <a:gd name="T7" fmla="*/ 0 h 14"/>
                  <a:gd name="T8" fmla="*/ 0 w 90"/>
                  <a:gd name="T9" fmla="*/ 14 h 14"/>
                </a:gdLst>
                <a:ahLst/>
                <a:cxnLst>
                  <a:cxn ang="0">
                    <a:pos x="T0" y="T1"/>
                  </a:cxn>
                  <a:cxn ang="0">
                    <a:pos x="T2" y="T3"/>
                  </a:cxn>
                  <a:cxn ang="0">
                    <a:pos x="T4" y="T5"/>
                  </a:cxn>
                  <a:cxn ang="0">
                    <a:pos x="T6" y="T7"/>
                  </a:cxn>
                  <a:cxn ang="0">
                    <a:pos x="T8" y="T9"/>
                  </a:cxn>
                </a:cxnLst>
                <a:rect l="0" t="0" r="r" b="b"/>
                <a:pathLst>
                  <a:path w="90" h="14">
                    <a:moveTo>
                      <a:pt x="0" y="14"/>
                    </a:moveTo>
                    <a:lnTo>
                      <a:pt x="86" y="14"/>
                    </a:lnTo>
                    <a:lnTo>
                      <a:pt x="90" y="0"/>
                    </a:lnTo>
                    <a:lnTo>
                      <a:pt x="4" y="0"/>
                    </a:lnTo>
                    <a:lnTo>
                      <a:pt x="0" y="14"/>
                    </a:lnTo>
                    <a:close/>
                  </a:path>
                </a:pathLst>
              </a:custGeom>
              <a:solidFill>
                <a:srgbClr val="C9C9CE"/>
              </a:solidFill>
              <a:ln>
                <a:noFill/>
              </a:ln>
              <a:extLst>
                <a:ext uri="{91240B29-F687-4F45-9708-019B960494DF}">
                  <a14:hiddenLine xmlns:a14="http://schemas.microsoft.com/office/drawing/2010/main" w="9525">
                    <a:solidFill>
                      <a:srgbClr val="000000"/>
                    </a:solidFill>
                    <a:round/>
                    <a:headEnd/>
                    <a:tailEnd/>
                  </a14:hiddenLine>
                </a:ext>
              </a:extLst>
            </p:spPr>
            <p:txBody>
              <a:bodyPr anchor="ctr"/>
              <a:lstStyle/>
              <a:p>
                <a:pPr algn="ctr"/>
                <a:endParaRPr/>
              </a:p>
            </p:txBody>
          </p:sp>
          <p:sp>
            <p:nvSpPr>
              <p:cNvPr id="442" name="íṩḷïḑe">
                <a:extLst>
                  <a:ext uri="{FF2B5EF4-FFF2-40B4-BE49-F238E27FC236}">
                    <a16:creationId xmlns:a16="http://schemas.microsoft.com/office/drawing/2014/main" id="{955B816E-B525-4116-8FD0-BEB360173420}"/>
                  </a:ext>
                </a:extLst>
              </p:cNvPr>
              <p:cNvSpPr/>
              <p:nvPr/>
            </p:nvSpPr>
            <p:spPr bwMode="auto">
              <a:xfrm>
                <a:off x="3669" y="2134"/>
                <a:ext cx="90" cy="14"/>
              </a:xfrm>
              <a:custGeom>
                <a:avLst/>
                <a:gdLst>
                  <a:gd name="T0" fmla="*/ 0 w 90"/>
                  <a:gd name="T1" fmla="*/ 14 h 14"/>
                  <a:gd name="T2" fmla="*/ 86 w 90"/>
                  <a:gd name="T3" fmla="*/ 14 h 14"/>
                  <a:gd name="T4" fmla="*/ 90 w 90"/>
                  <a:gd name="T5" fmla="*/ 0 h 14"/>
                  <a:gd name="T6" fmla="*/ 4 w 90"/>
                  <a:gd name="T7" fmla="*/ 0 h 14"/>
                  <a:gd name="T8" fmla="*/ 0 w 90"/>
                  <a:gd name="T9" fmla="*/ 14 h 14"/>
                </a:gdLst>
                <a:ahLst/>
                <a:cxnLst>
                  <a:cxn ang="0">
                    <a:pos x="T0" y="T1"/>
                  </a:cxn>
                  <a:cxn ang="0">
                    <a:pos x="T2" y="T3"/>
                  </a:cxn>
                  <a:cxn ang="0">
                    <a:pos x="T4" y="T5"/>
                  </a:cxn>
                  <a:cxn ang="0">
                    <a:pos x="T6" y="T7"/>
                  </a:cxn>
                  <a:cxn ang="0">
                    <a:pos x="T8" y="T9"/>
                  </a:cxn>
                </a:cxnLst>
                <a:rect l="0" t="0" r="r" b="b"/>
                <a:pathLst>
                  <a:path w="90" h="14">
                    <a:moveTo>
                      <a:pt x="0" y="14"/>
                    </a:moveTo>
                    <a:lnTo>
                      <a:pt x="86" y="14"/>
                    </a:lnTo>
                    <a:lnTo>
                      <a:pt x="90" y="0"/>
                    </a:lnTo>
                    <a:lnTo>
                      <a:pt x="4" y="0"/>
                    </a:lnTo>
                    <a:lnTo>
                      <a:pt x="0" y="14"/>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anchor="ctr"/>
              <a:lstStyle/>
              <a:p>
                <a:pPr algn="ctr"/>
                <a:endParaRPr/>
              </a:p>
            </p:txBody>
          </p:sp>
          <p:sp>
            <p:nvSpPr>
              <p:cNvPr id="443" name="iśľídé">
                <a:extLst>
                  <a:ext uri="{FF2B5EF4-FFF2-40B4-BE49-F238E27FC236}">
                    <a16:creationId xmlns:a16="http://schemas.microsoft.com/office/drawing/2014/main" id="{BD57AA3D-564B-4027-8EA1-6486D923FA6D}"/>
                  </a:ext>
                </a:extLst>
              </p:cNvPr>
              <p:cNvSpPr/>
              <p:nvPr/>
            </p:nvSpPr>
            <p:spPr bwMode="auto">
              <a:xfrm>
                <a:off x="3543" y="2134"/>
                <a:ext cx="90" cy="14"/>
              </a:xfrm>
              <a:custGeom>
                <a:avLst/>
                <a:gdLst>
                  <a:gd name="T0" fmla="*/ 0 w 90"/>
                  <a:gd name="T1" fmla="*/ 14 h 14"/>
                  <a:gd name="T2" fmla="*/ 86 w 90"/>
                  <a:gd name="T3" fmla="*/ 14 h 14"/>
                  <a:gd name="T4" fmla="*/ 90 w 90"/>
                  <a:gd name="T5" fmla="*/ 0 h 14"/>
                  <a:gd name="T6" fmla="*/ 3 w 90"/>
                  <a:gd name="T7" fmla="*/ 0 h 14"/>
                  <a:gd name="T8" fmla="*/ 0 w 90"/>
                  <a:gd name="T9" fmla="*/ 14 h 14"/>
                </a:gdLst>
                <a:ahLst/>
                <a:cxnLst>
                  <a:cxn ang="0">
                    <a:pos x="T0" y="T1"/>
                  </a:cxn>
                  <a:cxn ang="0">
                    <a:pos x="T2" y="T3"/>
                  </a:cxn>
                  <a:cxn ang="0">
                    <a:pos x="T4" y="T5"/>
                  </a:cxn>
                  <a:cxn ang="0">
                    <a:pos x="T6" y="T7"/>
                  </a:cxn>
                  <a:cxn ang="0">
                    <a:pos x="T8" y="T9"/>
                  </a:cxn>
                </a:cxnLst>
                <a:rect l="0" t="0" r="r" b="b"/>
                <a:pathLst>
                  <a:path w="90" h="14">
                    <a:moveTo>
                      <a:pt x="0" y="14"/>
                    </a:moveTo>
                    <a:lnTo>
                      <a:pt x="86" y="14"/>
                    </a:lnTo>
                    <a:lnTo>
                      <a:pt x="90" y="0"/>
                    </a:lnTo>
                    <a:lnTo>
                      <a:pt x="3" y="0"/>
                    </a:lnTo>
                    <a:lnTo>
                      <a:pt x="0" y="14"/>
                    </a:lnTo>
                    <a:close/>
                  </a:path>
                </a:pathLst>
              </a:custGeom>
              <a:solidFill>
                <a:srgbClr val="EDAD52"/>
              </a:solidFill>
              <a:ln>
                <a:noFill/>
              </a:ln>
              <a:extLst>
                <a:ext uri="{91240B29-F687-4F45-9708-019B960494DF}">
                  <a14:hiddenLine xmlns:a14="http://schemas.microsoft.com/office/drawing/2010/main" w="9525">
                    <a:solidFill>
                      <a:srgbClr val="000000"/>
                    </a:solidFill>
                    <a:round/>
                    <a:headEnd/>
                    <a:tailEnd/>
                  </a14:hiddenLine>
                </a:ext>
              </a:extLst>
            </p:spPr>
            <p:txBody>
              <a:bodyPr anchor="ctr"/>
              <a:lstStyle/>
              <a:p>
                <a:pPr algn="ctr"/>
                <a:endParaRPr/>
              </a:p>
            </p:txBody>
          </p:sp>
          <p:sp>
            <p:nvSpPr>
              <p:cNvPr id="444" name="îṡļîḍè">
                <a:extLst>
                  <a:ext uri="{FF2B5EF4-FFF2-40B4-BE49-F238E27FC236}">
                    <a16:creationId xmlns:a16="http://schemas.microsoft.com/office/drawing/2014/main" id="{1AA5214D-1A5C-4A5B-8971-C5DE55796420}"/>
                  </a:ext>
                </a:extLst>
              </p:cNvPr>
              <p:cNvSpPr/>
              <p:nvPr/>
            </p:nvSpPr>
            <p:spPr bwMode="auto">
              <a:xfrm>
                <a:off x="3543" y="2134"/>
                <a:ext cx="90" cy="14"/>
              </a:xfrm>
              <a:custGeom>
                <a:avLst/>
                <a:gdLst>
                  <a:gd name="T0" fmla="*/ 0 w 90"/>
                  <a:gd name="T1" fmla="*/ 14 h 14"/>
                  <a:gd name="T2" fmla="*/ 86 w 90"/>
                  <a:gd name="T3" fmla="*/ 14 h 14"/>
                  <a:gd name="T4" fmla="*/ 90 w 90"/>
                  <a:gd name="T5" fmla="*/ 0 h 14"/>
                  <a:gd name="T6" fmla="*/ 3 w 90"/>
                  <a:gd name="T7" fmla="*/ 0 h 14"/>
                  <a:gd name="T8" fmla="*/ 0 w 90"/>
                  <a:gd name="T9" fmla="*/ 14 h 14"/>
                </a:gdLst>
                <a:ahLst/>
                <a:cxnLst>
                  <a:cxn ang="0">
                    <a:pos x="T0" y="T1"/>
                  </a:cxn>
                  <a:cxn ang="0">
                    <a:pos x="T2" y="T3"/>
                  </a:cxn>
                  <a:cxn ang="0">
                    <a:pos x="T4" y="T5"/>
                  </a:cxn>
                  <a:cxn ang="0">
                    <a:pos x="T6" y="T7"/>
                  </a:cxn>
                  <a:cxn ang="0">
                    <a:pos x="T8" y="T9"/>
                  </a:cxn>
                </a:cxnLst>
                <a:rect l="0" t="0" r="r" b="b"/>
                <a:pathLst>
                  <a:path w="90" h="14">
                    <a:moveTo>
                      <a:pt x="0" y="14"/>
                    </a:moveTo>
                    <a:lnTo>
                      <a:pt x="86" y="14"/>
                    </a:lnTo>
                    <a:lnTo>
                      <a:pt x="90" y="0"/>
                    </a:lnTo>
                    <a:lnTo>
                      <a:pt x="3" y="0"/>
                    </a:lnTo>
                    <a:lnTo>
                      <a:pt x="0" y="14"/>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anchor="ctr"/>
              <a:lstStyle/>
              <a:p>
                <a:pPr algn="ctr"/>
                <a:endParaRPr/>
              </a:p>
            </p:txBody>
          </p:sp>
          <p:sp>
            <p:nvSpPr>
              <p:cNvPr id="445" name="ïşḻiḓê">
                <a:extLst>
                  <a:ext uri="{FF2B5EF4-FFF2-40B4-BE49-F238E27FC236}">
                    <a16:creationId xmlns:a16="http://schemas.microsoft.com/office/drawing/2014/main" id="{27C7FD65-7B96-448D-9BF4-91E1CD434386}"/>
                  </a:ext>
                </a:extLst>
              </p:cNvPr>
              <p:cNvSpPr/>
              <p:nvPr/>
            </p:nvSpPr>
            <p:spPr bwMode="auto">
              <a:xfrm>
                <a:off x="3640" y="2134"/>
                <a:ext cx="25" cy="14"/>
              </a:xfrm>
              <a:custGeom>
                <a:avLst/>
                <a:gdLst>
                  <a:gd name="T0" fmla="*/ 0 w 25"/>
                  <a:gd name="T1" fmla="*/ 14 h 14"/>
                  <a:gd name="T2" fmla="*/ 20 w 25"/>
                  <a:gd name="T3" fmla="*/ 14 h 14"/>
                  <a:gd name="T4" fmla="*/ 25 w 25"/>
                  <a:gd name="T5" fmla="*/ 0 h 14"/>
                  <a:gd name="T6" fmla="*/ 3 w 25"/>
                  <a:gd name="T7" fmla="*/ 0 h 14"/>
                  <a:gd name="T8" fmla="*/ 0 w 25"/>
                  <a:gd name="T9" fmla="*/ 14 h 14"/>
                </a:gdLst>
                <a:ahLst/>
                <a:cxnLst>
                  <a:cxn ang="0">
                    <a:pos x="T0" y="T1"/>
                  </a:cxn>
                  <a:cxn ang="0">
                    <a:pos x="T2" y="T3"/>
                  </a:cxn>
                  <a:cxn ang="0">
                    <a:pos x="T4" y="T5"/>
                  </a:cxn>
                  <a:cxn ang="0">
                    <a:pos x="T6" y="T7"/>
                  </a:cxn>
                  <a:cxn ang="0">
                    <a:pos x="T8" y="T9"/>
                  </a:cxn>
                </a:cxnLst>
                <a:rect l="0" t="0" r="r" b="b"/>
                <a:pathLst>
                  <a:path w="25" h="14">
                    <a:moveTo>
                      <a:pt x="0" y="14"/>
                    </a:moveTo>
                    <a:lnTo>
                      <a:pt x="20" y="14"/>
                    </a:lnTo>
                    <a:lnTo>
                      <a:pt x="25" y="0"/>
                    </a:lnTo>
                    <a:lnTo>
                      <a:pt x="3" y="0"/>
                    </a:lnTo>
                    <a:lnTo>
                      <a:pt x="0" y="14"/>
                    </a:lnTo>
                    <a:close/>
                  </a:path>
                </a:pathLst>
              </a:custGeom>
              <a:solidFill>
                <a:srgbClr val="7299E9"/>
              </a:solidFill>
              <a:ln>
                <a:noFill/>
              </a:ln>
              <a:extLst>
                <a:ext uri="{91240B29-F687-4F45-9708-019B960494DF}">
                  <a14:hiddenLine xmlns:a14="http://schemas.microsoft.com/office/drawing/2010/main" w="9525">
                    <a:solidFill>
                      <a:srgbClr val="000000"/>
                    </a:solidFill>
                    <a:round/>
                    <a:headEnd/>
                    <a:tailEnd/>
                  </a14:hiddenLine>
                </a:ext>
              </a:extLst>
            </p:spPr>
            <p:txBody>
              <a:bodyPr anchor="ctr"/>
              <a:lstStyle/>
              <a:p>
                <a:pPr algn="ctr"/>
                <a:endParaRPr/>
              </a:p>
            </p:txBody>
          </p:sp>
          <p:sp>
            <p:nvSpPr>
              <p:cNvPr id="446" name="î$ļiḍê">
                <a:extLst>
                  <a:ext uri="{FF2B5EF4-FFF2-40B4-BE49-F238E27FC236}">
                    <a16:creationId xmlns:a16="http://schemas.microsoft.com/office/drawing/2014/main" id="{A082F62D-325B-490E-A084-80E2C07F2568}"/>
                  </a:ext>
                </a:extLst>
              </p:cNvPr>
              <p:cNvSpPr/>
              <p:nvPr/>
            </p:nvSpPr>
            <p:spPr bwMode="auto">
              <a:xfrm>
                <a:off x="3640" y="2134"/>
                <a:ext cx="25" cy="14"/>
              </a:xfrm>
              <a:custGeom>
                <a:avLst/>
                <a:gdLst>
                  <a:gd name="T0" fmla="*/ 0 w 25"/>
                  <a:gd name="T1" fmla="*/ 14 h 14"/>
                  <a:gd name="T2" fmla="*/ 20 w 25"/>
                  <a:gd name="T3" fmla="*/ 14 h 14"/>
                  <a:gd name="T4" fmla="*/ 25 w 25"/>
                  <a:gd name="T5" fmla="*/ 0 h 14"/>
                  <a:gd name="T6" fmla="*/ 3 w 25"/>
                  <a:gd name="T7" fmla="*/ 0 h 14"/>
                  <a:gd name="T8" fmla="*/ 0 w 25"/>
                  <a:gd name="T9" fmla="*/ 14 h 14"/>
                </a:gdLst>
                <a:ahLst/>
                <a:cxnLst>
                  <a:cxn ang="0">
                    <a:pos x="T0" y="T1"/>
                  </a:cxn>
                  <a:cxn ang="0">
                    <a:pos x="T2" y="T3"/>
                  </a:cxn>
                  <a:cxn ang="0">
                    <a:pos x="T4" y="T5"/>
                  </a:cxn>
                  <a:cxn ang="0">
                    <a:pos x="T6" y="T7"/>
                  </a:cxn>
                  <a:cxn ang="0">
                    <a:pos x="T8" y="T9"/>
                  </a:cxn>
                </a:cxnLst>
                <a:rect l="0" t="0" r="r" b="b"/>
                <a:pathLst>
                  <a:path w="25" h="14">
                    <a:moveTo>
                      <a:pt x="0" y="14"/>
                    </a:moveTo>
                    <a:lnTo>
                      <a:pt x="20" y="14"/>
                    </a:lnTo>
                    <a:lnTo>
                      <a:pt x="25" y="0"/>
                    </a:lnTo>
                    <a:lnTo>
                      <a:pt x="3" y="0"/>
                    </a:lnTo>
                    <a:lnTo>
                      <a:pt x="0" y="14"/>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anchor="ctr"/>
              <a:lstStyle/>
              <a:p>
                <a:pPr algn="ctr"/>
                <a:endParaRPr/>
              </a:p>
            </p:txBody>
          </p:sp>
          <p:sp>
            <p:nvSpPr>
              <p:cNvPr id="447" name="iṡ1íḑè">
                <a:extLst>
                  <a:ext uri="{FF2B5EF4-FFF2-40B4-BE49-F238E27FC236}">
                    <a16:creationId xmlns:a16="http://schemas.microsoft.com/office/drawing/2014/main" id="{6730E333-8E7C-431B-95AD-D662D18B8A14}"/>
                  </a:ext>
                </a:extLst>
              </p:cNvPr>
              <p:cNvSpPr/>
              <p:nvPr/>
            </p:nvSpPr>
            <p:spPr bwMode="auto">
              <a:xfrm>
                <a:off x="3595" y="1969"/>
                <a:ext cx="73" cy="14"/>
              </a:xfrm>
              <a:custGeom>
                <a:avLst/>
                <a:gdLst>
                  <a:gd name="T0" fmla="*/ 69 w 73"/>
                  <a:gd name="T1" fmla="*/ 14 h 14"/>
                  <a:gd name="T2" fmla="*/ 0 w 73"/>
                  <a:gd name="T3" fmla="*/ 14 h 14"/>
                  <a:gd name="T4" fmla="*/ 4 w 73"/>
                  <a:gd name="T5" fmla="*/ 0 h 14"/>
                  <a:gd name="T6" fmla="*/ 73 w 73"/>
                  <a:gd name="T7" fmla="*/ 0 h 14"/>
                  <a:gd name="T8" fmla="*/ 69 w 73"/>
                  <a:gd name="T9" fmla="*/ 14 h 14"/>
                </a:gdLst>
                <a:ahLst/>
                <a:cxnLst>
                  <a:cxn ang="0">
                    <a:pos x="T0" y="T1"/>
                  </a:cxn>
                  <a:cxn ang="0">
                    <a:pos x="T2" y="T3"/>
                  </a:cxn>
                  <a:cxn ang="0">
                    <a:pos x="T4" y="T5"/>
                  </a:cxn>
                  <a:cxn ang="0">
                    <a:pos x="T6" y="T7"/>
                  </a:cxn>
                  <a:cxn ang="0">
                    <a:pos x="T8" y="T9"/>
                  </a:cxn>
                </a:cxnLst>
                <a:rect l="0" t="0" r="r" b="b"/>
                <a:pathLst>
                  <a:path w="73" h="14">
                    <a:moveTo>
                      <a:pt x="69" y="14"/>
                    </a:moveTo>
                    <a:lnTo>
                      <a:pt x="0" y="14"/>
                    </a:lnTo>
                    <a:lnTo>
                      <a:pt x="4" y="0"/>
                    </a:lnTo>
                    <a:lnTo>
                      <a:pt x="73" y="0"/>
                    </a:lnTo>
                    <a:lnTo>
                      <a:pt x="69" y="14"/>
                    </a:lnTo>
                    <a:close/>
                  </a:path>
                </a:pathLst>
              </a:custGeom>
              <a:solidFill>
                <a:srgbClr val="DF3A3A"/>
              </a:solidFill>
              <a:ln>
                <a:noFill/>
              </a:ln>
              <a:extLst>
                <a:ext uri="{91240B29-F687-4F45-9708-019B960494DF}">
                  <a14:hiddenLine xmlns:a14="http://schemas.microsoft.com/office/drawing/2010/main" w="9525">
                    <a:solidFill>
                      <a:srgbClr val="000000"/>
                    </a:solidFill>
                    <a:round/>
                    <a:headEnd/>
                    <a:tailEnd/>
                  </a14:hiddenLine>
                </a:ext>
              </a:extLst>
            </p:spPr>
            <p:txBody>
              <a:bodyPr anchor="ctr"/>
              <a:lstStyle/>
              <a:p>
                <a:pPr algn="ctr"/>
                <a:endParaRPr/>
              </a:p>
            </p:txBody>
          </p:sp>
          <p:sp>
            <p:nvSpPr>
              <p:cNvPr id="448" name="íṥ1íḑè">
                <a:extLst>
                  <a:ext uri="{FF2B5EF4-FFF2-40B4-BE49-F238E27FC236}">
                    <a16:creationId xmlns:a16="http://schemas.microsoft.com/office/drawing/2014/main" id="{56AC82E3-DA5C-41BC-B4C0-BF91238B6B67}"/>
                  </a:ext>
                </a:extLst>
              </p:cNvPr>
              <p:cNvSpPr/>
              <p:nvPr/>
            </p:nvSpPr>
            <p:spPr bwMode="auto">
              <a:xfrm>
                <a:off x="3801" y="1969"/>
                <a:ext cx="33" cy="14"/>
              </a:xfrm>
              <a:custGeom>
                <a:avLst/>
                <a:gdLst>
                  <a:gd name="T0" fmla="*/ 30 w 33"/>
                  <a:gd name="T1" fmla="*/ 14 h 14"/>
                  <a:gd name="T2" fmla="*/ 0 w 33"/>
                  <a:gd name="T3" fmla="*/ 14 h 14"/>
                  <a:gd name="T4" fmla="*/ 4 w 33"/>
                  <a:gd name="T5" fmla="*/ 0 h 14"/>
                  <a:gd name="T6" fmla="*/ 33 w 33"/>
                  <a:gd name="T7" fmla="*/ 0 h 14"/>
                  <a:gd name="T8" fmla="*/ 30 w 33"/>
                  <a:gd name="T9" fmla="*/ 14 h 14"/>
                </a:gdLst>
                <a:ahLst/>
                <a:cxnLst>
                  <a:cxn ang="0">
                    <a:pos x="T0" y="T1"/>
                  </a:cxn>
                  <a:cxn ang="0">
                    <a:pos x="T2" y="T3"/>
                  </a:cxn>
                  <a:cxn ang="0">
                    <a:pos x="T4" y="T5"/>
                  </a:cxn>
                  <a:cxn ang="0">
                    <a:pos x="T6" y="T7"/>
                  </a:cxn>
                  <a:cxn ang="0">
                    <a:pos x="T8" y="T9"/>
                  </a:cxn>
                </a:cxnLst>
                <a:rect l="0" t="0" r="r" b="b"/>
                <a:pathLst>
                  <a:path w="33" h="14">
                    <a:moveTo>
                      <a:pt x="30" y="14"/>
                    </a:moveTo>
                    <a:lnTo>
                      <a:pt x="0" y="14"/>
                    </a:lnTo>
                    <a:lnTo>
                      <a:pt x="4" y="0"/>
                    </a:lnTo>
                    <a:lnTo>
                      <a:pt x="33" y="0"/>
                    </a:lnTo>
                    <a:lnTo>
                      <a:pt x="30" y="14"/>
                    </a:lnTo>
                    <a:close/>
                  </a:path>
                </a:pathLst>
              </a:custGeom>
              <a:solidFill>
                <a:srgbClr val="7299E9"/>
              </a:solidFill>
              <a:ln>
                <a:noFill/>
              </a:ln>
              <a:extLst>
                <a:ext uri="{91240B29-F687-4F45-9708-019B960494DF}">
                  <a14:hiddenLine xmlns:a14="http://schemas.microsoft.com/office/drawing/2010/main" w="9525">
                    <a:solidFill>
                      <a:srgbClr val="000000"/>
                    </a:solidFill>
                    <a:round/>
                    <a:headEnd/>
                    <a:tailEnd/>
                  </a14:hiddenLine>
                </a:ext>
              </a:extLst>
            </p:spPr>
            <p:txBody>
              <a:bodyPr anchor="ctr"/>
              <a:lstStyle/>
              <a:p>
                <a:pPr algn="ctr"/>
                <a:endParaRPr/>
              </a:p>
            </p:txBody>
          </p:sp>
          <p:sp>
            <p:nvSpPr>
              <p:cNvPr id="449" name="íṩḷíḓê">
                <a:extLst>
                  <a:ext uri="{FF2B5EF4-FFF2-40B4-BE49-F238E27FC236}">
                    <a16:creationId xmlns:a16="http://schemas.microsoft.com/office/drawing/2014/main" id="{973C86CA-53BF-4B14-BD41-51ED1025D1E2}"/>
                  </a:ext>
                </a:extLst>
              </p:cNvPr>
              <p:cNvSpPr/>
              <p:nvPr/>
            </p:nvSpPr>
            <p:spPr bwMode="auto">
              <a:xfrm>
                <a:off x="3801" y="1969"/>
                <a:ext cx="33" cy="14"/>
              </a:xfrm>
              <a:custGeom>
                <a:avLst/>
                <a:gdLst>
                  <a:gd name="T0" fmla="*/ 30 w 33"/>
                  <a:gd name="T1" fmla="*/ 14 h 14"/>
                  <a:gd name="T2" fmla="*/ 0 w 33"/>
                  <a:gd name="T3" fmla="*/ 14 h 14"/>
                  <a:gd name="T4" fmla="*/ 4 w 33"/>
                  <a:gd name="T5" fmla="*/ 0 h 14"/>
                  <a:gd name="T6" fmla="*/ 33 w 33"/>
                  <a:gd name="T7" fmla="*/ 0 h 14"/>
                  <a:gd name="T8" fmla="*/ 30 w 33"/>
                  <a:gd name="T9" fmla="*/ 14 h 14"/>
                </a:gdLst>
                <a:ahLst/>
                <a:cxnLst>
                  <a:cxn ang="0">
                    <a:pos x="T0" y="T1"/>
                  </a:cxn>
                  <a:cxn ang="0">
                    <a:pos x="T2" y="T3"/>
                  </a:cxn>
                  <a:cxn ang="0">
                    <a:pos x="T4" y="T5"/>
                  </a:cxn>
                  <a:cxn ang="0">
                    <a:pos x="T6" y="T7"/>
                  </a:cxn>
                  <a:cxn ang="0">
                    <a:pos x="T8" y="T9"/>
                  </a:cxn>
                </a:cxnLst>
                <a:rect l="0" t="0" r="r" b="b"/>
                <a:pathLst>
                  <a:path w="33" h="14">
                    <a:moveTo>
                      <a:pt x="30" y="14"/>
                    </a:moveTo>
                    <a:lnTo>
                      <a:pt x="0" y="14"/>
                    </a:lnTo>
                    <a:lnTo>
                      <a:pt x="4" y="0"/>
                    </a:lnTo>
                    <a:lnTo>
                      <a:pt x="33" y="0"/>
                    </a:lnTo>
                    <a:lnTo>
                      <a:pt x="30" y="14"/>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anchor="ctr"/>
              <a:lstStyle/>
              <a:p>
                <a:pPr algn="ctr"/>
                <a:endParaRPr/>
              </a:p>
            </p:txBody>
          </p:sp>
          <p:sp>
            <p:nvSpPr>
              <p:cNvPr id="450" name="ïṣļiďé">
                <a:extLst>
                  <a:ext uri="{FF2B5EF4-FFF2-40B4-BE49-F238E27FC236}">
                    <a16:creationId xmlns:a16="http://schemas.microsoft.com/office/drawing/2014/main" id="{7CF89669-E4ED-4505-8EAA-78212742AA71}"/>
                  </a:ext>
                </a:extLst>
              </p:cNvPr>
              <p:cNvSpPr/>
              <p:nvPr/>
            </p:nvSpPr>
            <p:spPr bwMode="auto">
              <a:xfrm>
                <a:off x="3926" y="1969"/>
                <a:ext cx="149" cy="14"/>
              </a:xfrm>
              <a:custGeom>
                <a:avLst/>
                <a:gdLst>
                  <a:gd name="T0" fmla="*/ 145 w 149"/>
                  <a:gd name="T1" fmla="*/ 14 h 14"/>
                  <a:gd name="T2" fmla="*/ 0 w 149"/>
                  <a:gd name="T3" fmla="*/ 14 h 14"/>
                  <a:gd name="T4" fmla="*/ 5 w 149"/>
                  <a:gd name="T5" fmla="*/ 0 h 14"/>
                  <a:gd name="T6" fmla="*/ 149 w 149"/>
                  <a:gd name="T7" fmla="*/ 0 h 14"/>
                  <a:gd name="T8" fmla="*/ 145 w 149"/>
                  <a:gd name="T9" fmla="*/ 14 h 14"/>
                </a:gdLst>
                <a:ahLst/>
                <a:cxnLst>
                  <a:cxn ang="0">
                    <a:pos x="T0" y="T1"/>
                  </a:cxn>
                  <a:cxn ang="0">
                    <a:pos x="T2" y="T3"/>
                  </a:cxn>
                  <a:cxn ang="0">
                    <a:pos x="T4" y="T5"/>
                  </a:cxn>
                  <a:cxn ang="0">
                    <a:pos x="T6" y="T7"/>
                  </a:cxn>
                  <a:cxn ang="0">
                    <a:pos x="T8" y="T9"/>
                  </a:cxn>
                </a:cxnLst>
                <a:rect l="0" t="0" r="r" b="b"/>
                <a:pathLst>
                  <a:path w="149" h="14">
                    <a:moveTo>
                      <a:pt x="145" y="14"/>
                    </a:moveTo>
                    <a:lnTo>
                      <a:pt x="0" y="14"/>
                    </a:lnTo>
                    <a:lnTo>
                      <a:pt x="5" y="0"/>
                    </a:lnTo>
                    <a:lnTo>
                      <a:pt x="149" y="0"/>
                    </a:lnTo>
                    <a:lnTo>
                      <a:pt x="145" y="14"/>
                    </a:lnTo>
                    <a:close/>
                  </a:path>
                </a:pathLst>
              </a:custGeom>
              <a:solidFill>
                <a:srgbClr val="DF3A3A"/>
              </a:solidFill>
              <a:ln>
                <a:noFill/>
              </a:ln>
              <a:extLst>
                <a:ext uri="{91240B29-F687-4F45-9708-019B960494DF}">
                  <a14:hiddenLine xmlns:a14="http://schemas.microsoft.com/office/drawing/2010/main" w="9525">
                    <a:solidFill>
                      <a:srgbClr val="000000"/>
                    </a:solidFill>
                    <a:round/>
                    <a:headEnd/>
                    <a:tailEnd/>
                  </a14:hiddenLine>
                </a:ext>
              </a:extLst>
            </p:spPr>
            <p:txBody>
              <a:bodyPr anchor="ctr"/>
              <a:lstStyle/>
              <a:p>
                <a:pPr algn="ctr"/>
                <a:endParaRPr/>
              </a:p>
            </p:txBody>
          </p:sp>
          <p:sp>
            <p:nvSpPr>
              <p:cNvPr id="451" name="i$ḷïḋè">
                <a:extLst>
                  <a:ext uri="{FF2B5EF4-FFF2-40B4-BE49-F238E27FC236}">
                    <a16:creationId xmlns:a16="http://schemas.microsoft.com/office/drawing/2014/main" id="{31451D1E-31DE-412B-AFF3-A5A1EDBA671C}"/>
                  </a:ext>
                </a:extLst>
              </p:cNvPr>
              <p:cNvSpPr/>
              <p:nvPr/>
            </p:nvSpPr>
            <p:spPr bwMode="auto">
              <a:xfrm>
                <a:off x="3926" y="1969"/>
                <a:ext cx="149" cy="14"/>
              </a:xfrm>
              <a:custGeom>
                <a:avLst/>
                <a:gdLst>
                  <a:gd name="T0" fmla="*/ 145 w 149"/>
                  <a:gd name="T1" fmla="*/ 14 h 14"/>
                  <a:gd name="T2" fmla="*/ 0 w 149"/>
                  <a:gd name="T3" fmla="*/ 14 h 14"/>
                  <a:gd name="T4" fmla="*/ 5 w 149"/>
                  <a:gd name="T5" fmla="*/ 0 h 14"/>
                  <a:gd name="T6" fmla="*/ 149 w 149"/>
                  <a:gd name="T7" fmla="*/ 0 h 14"/>
                  <a:gd name="T8" fmla="*/ 145 w 149"/>
                  <a:gd name="T9" fmla="*/ 14 h 14"/>
                </a:gdLst>
                <a:ahLst/>
                <a:cxnLst>
                  <a:cxn ang="0">
                    <a:pos x="T0" y="T1"/>
                  </a:cxn>
                  <a:cxn ang="0">
                    <a:pos x="T2" y="T3"/>
                  </a:cxn>
                  <a:cxn ang="0">
                    <a:pos x="T4" y="T5"/>
                  </a:cxn>
                  <a:cxn ang="0">
                    <a:pos x="T6" y="T7"/>
                  </a:cxn>
                  <a:cxn ang="0">
                    <a:pos x="T8" y="T9"/>
                  </a:cxn>
                </a:cxnLst>
                <a:rect l="0" t="0" r="r" b="b"/>
                <a:pathLst>
                  <a:path w="149" h="14">
                    <a:moveTo>
                      <a:pt x="145" y="14"/>
                    </a:moveTo>
                    <a:lnTo>
                      <a:pt x="0" y="14"/>
                    </a:lnTo>
                    <a:lnTo>
                      <a:pt x="5" y="0"/>
                    </a:lnTo>
                    <a:lnTo>
                      <a:pt x="149" y="0"/>
                    </a:lnTo>
                    <a:lnTo>
                      <a:pt x="145" y="14"/>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anchor="ctr"/>
              <a:lstStyle/>
              <a:p>
                <a:pPr algn="ctr"/>
                <a:endParaRPr/>
              </a:p>
            </p:txBody>
          </p:sp>
          <p:sp>
            <p:nvSpPr>
              <p:cNvPr id="452" name="îsḻîdé">
                <a:extLst>
                  <a:ext uri="{FF2B5EF4-FFF2-40B4-BE49-F238E27FC236}">
                    <a16:creationId xmlns:a16="http://schemas.microsoft.com/office/drawing/2014/main" id="{5047C599-51D5-4D3F-BF34-D2BFA8587651}"/>
                  </a:ext>
                </a:extLst>
              </p:cNvPr>
              <p:cNvSpPr/>
              <p:nvPr/>
            </p:nvSpPr>
            <p:spPr bwMode="auto">
              <a:xfrm>
                <a:off x="3838" y="1969"/>
                <a:ext cx="83" cy="14"/>
              </a:xfrm>
              <a:custGeom>
                <a:avLst/>
                <a:gdLst>
                  <a:gd name="T0" fmla="*/ 78 w 83"/>
                  <a:gd name="T1" fmla="*/ 14 h 14"/>
                  <a:gd name="T2" fmla="*/ 0 w 83"/>
                  <a:gd name="T3" fmla="*/ 14 h 14"/>
                  <a:gd name="T4" fmla="*/ 4 w 83"/>
                  <a:gd name="T5" fmla="*/ 0 h 14"/>
                  <a:gd name="T6" fmla="*/ 83 w 83"/>
                  <a:gd name="T7" fmla="*/ 0 h 14"/>
                  <a:gd name="T8" fmla="*/ 78 w 83"/>
                  <a:gd name="T9" fmla="*/ 14 h 14"/>
                </a:gdLst>
                <a:ahLst/>
                <a:cxnLst>
                  <a:cxn ang="0">
                    <a:pos x="T0" y="T1"/>
                  </a:cxn>
                  <a:cxn ang="0">
                    <a:pos x="T2" y="T3"/>
                  </a:cxn>
                  <a:cxn ang="0">
                    <a:pos x="T4" y="T5"/>
                  </a:cxn>
                  <a:cxn ang="0">
                    <a:pos x="T6" y="T7"/>
                  </a:cxn>
                  <a:cxn ang="0">
                    <a:pos x="T8" y="T9"/>
                  </a:cxn>
                </a:cxnLst>
                <a:rect l="0" t="0" r="r" b="b"/>
                <a:pathLst>
                  <a:path w="83" h="14">
                    <a:moveTo>
                      <a:pt x="78" y="14"/>
                    </a:moveTo>
                    <a:lnTo>
                      <a:pt x="0" y="14"/>
                    </a:lnTo>
                    <a:lnTo>
                      <a:pt x="4" y="0"/>
                    </a:lnTo>
                    <a:lnTo>
                      <a:pt x="83" y="0"/>
                    </a:lnTo>
                    <a:lnTo>
                      <a:pt x="78" y="14"/>
                    </a:lnTo>
                    <a:close/>
                  </a:path>
                </a:pathLst>
              </a:custGeom>
              <a:solidFill>
                <a:srgbClr val="7299E9"/>
              </a:solidFill>
              <a:ln>
                <a:noFill/>
              </a:ln>
              <a:extLst>
                <a:ext uri="{91240B29-F687-4F45-9708-019B960494DF}">
                  <a14:hiddenLine xmlns:a14="http://schemas.microsoft.com/office/drawing/2010/main" w="9525">
                    <a:solidFill>
                      <a:srgbClr val="000000"/>
                    </a:solidFill>
                    <a:round/>
                    <a:headEnd/>
                    <a:tailEnd/>
                  </a14:hiddenLine>
                </a:ext>
              </a:extLst>
            </p:spPr>
            <p:txBody>
              <a:bodyPr anchor="ctr"/>
              <a:lstStyle/>
              <a:p>
                <a:pPr algn="ctr"/>
                <a:endParaRPr/>
              </a:p>
            </p:txBody>
          </p:sp>
          <p:sp>
            <p:nvSpPr>
              <p:cNvPr id="453" name="îṡḷíḍê">
                <a:extLst>
                  <a:ext uri="{FF2B5EF4-FFF2-40B4-BE49-F238E27FC236}">
                    <a16:creationId xmlns:a16="http://schemas.microsoft.com/office/drawing/2014/main" id="{4DAA992B-6D97-4302-A20E-174F6A99C939}"/>
                  </a:ext>
                </a:extLst>
              </p:cNvPr>
              <p:cNvSpPr/>
              <p:nvPr/>
            </p:nvSpPr>
            <p:spPr bwMode="auto">
              <a:xfrm>
                <a:off x="3838" y="1969"/>
                <a:ext cx="83" cy="14"/>
              </a:xfrm>
              <a:custGeom>
                <a:avLst/>
                <a:gdLst>
                  <a:gd name="T0" fmla="*/ 78 w 83"/>
                  <a:gd name="T1" fmla="*/ 14 h 14"/>
                  <a:gd name="T2" fmla="*/ 0 w 83"/>
                  <a:gd name="T3" fmla="*/ 14 h 14"/>
                  <a:gd name="T4" fmla="*/ 4 w 83"/>
                  <a:gd name="T5" fmla="*/ 0 h 14"/>
                  <a:gd name="T6" fmla="*/ 83 w 83"/>
                  <a:gd name="T7" fmla="*/ 0 h 14"/>
                  <a:gd name="T8" fmla="*/ 78 w 83"/>
                  <a:gd name="T9" fmla="*/ 14 h 14"/>
                </a:gdLst>
                <a:ahLst/>
                <a:cxnLst>
                  <a:cxn ang="0">
                    <a:pos x="T0" y="T1"/>
                  </a:cxn>
                  <a:cxn ang="0">
                    <a:pos x="T2" y="T3"/>
                  </a:cxn>
                  <a:cxn ang="0">
                    <a:pos x="T4" y="T5"/>
                  </a:cxn>
                  <a:cxn ang="0">
                    <a:pos x="T6" y="T7"/>
                  </a:cxn>
                  <a:cxn ang="0">
                    <a:pos x="T8" y="T9"/>
                  </a:cxn>
                </a:cxnLst>
                <a:rect l="0" t="0" r="r" b="b"/>
                <a:pathLst>
                  <a:path w="83" h="14">
                    <a:moveTo>
                      <a:pt x="78" y="14"/>
                    </a:moveTo>
                    <a:lnTo>
                      <a:pt x="0" y="14"/>
                    </a:lnTo>
                    <a:lnTo>
                      <a:pt x="4" y="0"/>
                    </a:lnTo>
                    <a:lnTo>
                      <a:pt x="83" y="0"/>
                    </a:lnTo>
                    <a:lnTo>
                      <a:pt x="78" y="14"/>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anchor="ctr"/>
              <a:lstStyle/>
              <a:p>
                <a:pPr algn="ctr"/>
                <a:endParaRPr/>
              </a:p>
            </p:txBody>
          </p:sp>
          <p:sp>
            <p:nvSpPr>
              <p:cNvPr id="454" name="iṥlíḓe">
                <a:extLst>
                  <a:ext uri="{FF2B5EF4-FFF2-40B4-BE49-F238E27FC236}">
                    <a16:creationId xmlns:a16="http://schemas.microsoft.com/office/drawing/2014/main" id="{C7C6BA47-BE3C-47D5-A75F-0163C41A4A8E}"/>
                  </a:ext>
                </a:extLst>
              </p:cNvPr>
              <p:cNvSpPr/>
              <p:nvPr/>
            </p:nvSpPr>
            <p:spPr bwMode="auto">
              <a:xfrm>
                <a:off x="3673" y="1969"/>
                <a:ext cx="122" cy="14"/>
              </a:xfrm>
              <a:custGeom>
                <a:avLst/>
                <a:gdLst>
                  <a:gd name="T0" fmla="*/ 118 w 122"/>
                  <a:gd name="T1" fmla="*/ 14 h 14"/>
                  <a:gd name="T2" fmla="*/ 0 w 122"/>
                  <a:gd name="T3" fmla="*/ 14 h 14"/>
                  <a:gd name="T4" fmla="*/ 3 w 122"/>
                  <a:gd name="T5" fmla="*/ 0 h 14"/>
                  <a:gd name="T6" fmla="*/ 122 w 122"/>
                  <a:gd name="T7" fmla="*/ 0 h 14"/>
                  <a:gd name="T8" fmla="*/ 118 w 122"/>
                  <a:gd name="T9" fmla="*/ 14 h 14"/>
                </a:gdLst>
                <a:ahLst/>
                <a:cxnLst>
                  <a:cxn ang="0">
                    <a:pos x="T0" y="T1"/>
                  </a:cxn>
                  <a:cxn ang="0">
                    <a:pos x="T2" y="T3"/>
                  </a:cxn>
                  <a:cxn ang="0">
                    <a:pos x="T4" y="T5"/>
                  </a:cxn>
                  <a:cxn ang="0">
                    <a:pos x="T6" y="T7"/>
                  </a:cxn>
                  <a:cxn ang="0">
                    <a:pos x="T8" y="T9"/>
                  </a:cxn>
                </a:cxnLst>
                <a:rect l="0" t="0" r="r" b="b"/>
                <a:pathLst>
                  <a:path w="122" h="14">
                    <a:moveTo>
                      <a:pt x="118" y="14"/>
                    </a:moveTo>
                    <a:lnTo>
                      <a:pt x="0" y="14"/>
                    </a:lnTo>
                    <a:lnTo>
                      <a:pt x="3" y="0"/>
                    </a:lnTo>
                    <a:lnTo>
                      <a:pt x="122" y="0"/>
                    </a:lnTo>
                    <a:lnTo>
                      <a:pt x="118" y="14"/>
                    </a:lnTo>
                    <a:close/>
                  </a:path>
                </a:pathLst>
              </a:custGeom>
              <a:solidFill>
                <a:srgbClr val="7299E9"/>
              </a:solidFill>
              <a:ln>
                <a:noFill/>
              </a:ln>
              <a:extLst>
                <a:ext uri="{91240B29-F687-4F45-9708-019B960494DF}">
                  <a14:hiddenLine xmlns:a14="http://schemas.microsoft.com/office/drawing/2010/main" w="9525">
                    <a:solidFill>
                      <a:srgbClr val="000000"/>
                    </a:solidFill>
                    <a:round/>
                    <a:headEnd/>
                    <a:tailEnd/>
                  </a14:hiddenLine>
                </a:ext>
              </a:extLst>
            </p:spPr>
            <p:txBody>
              <a:bodyPr anchor="ctr"/>
              <a:lstStyle/>
              <a:p>
                <a:pPr algn="ctr"/>
                <a:endParaRPr/>
              </a:p>
            </p:txBody>
          </p:sp>
          <p:sp>
            <p:nvSpPr>
              <p:cNvPr id="455" name="i$ľîdé">
                <a:extLst>
                  <a:ext uri="{FF2B5EF4-FFF2-40B4-BE49-F238E27FC236}">
                    <a16:creationId xmlns:a16="http://schemas.microsoft.com/office/drawing/2014/main" id="{2DC0E13E-5D86-4C08-AA7B-F83A45CB9CF2}"/>
                  </a:ext>
                </a:extLst>
              </p:cNvPr>
              <p:cNvSpPr/>
              <p:nvPr/>
            </p:nvSpPr>
            <p:spPr bwMode="auto">
              <a:xfrm>
                <a:off x="3673" y="1969"/>
                <a:ext cx="122" cy="14"/>
              </a:xfrm>
              <a:custGeom>
                <a:avLst/>
                <a:gdLst>
                  <a:gd name="T0" fmla="*/ 118 w 122"/>
                  <a:gd name="T1" fmla="*/ 14 h 14"/>
                  <a:gd name="T2" fmla="*/ 0 w 122"/>
                  <a:gd name="T3" fmla="*/ 14 h 14"/>
                  <a:gd name="T4" fmla="*/ 3 w 122"/>
                  <a:gd name="T5" fmla="*/ 0 h 14"/>
                  <a:gd name="T6" fmla="*/ 122 w 122"/>
                  <a:gd name="T7" fmla="*/ 0 h 14"/>
                  <a:gd name="T8" fmla="*/ 118 w 122"/>
                  <a:gd name="T9" fmla="*/ 14 h 14"/>
                </a:gdLst>
                <a:ahLst/>
                <a:cxnLst>
                  <a:cxn ang="0">
                    <a:pos x="T0" y="T1"/>
                  </a:cxn>
                  <a:cxn ang="0">
                    <a:pos x="T2" y="T3"/>
                  </a:cxn>
                  <a:cxn ang="0">
                    <a:pos x="T4" y="T5"/>
                  </a:cxn>
                  <a:cxn ang="0">
                    <a:pos x="T6" y="T7"/>
                  </a:cxn>
                  <a:cxn ang="0">
                    <a:pos x="T8" y="T9"/>
                  </a:cxn>
                </a:cxnLst>
                <a:rect l="0" t="0" r="r" b="b"/>
                <a:pathLst>
                  <a:path w="122" h="14">
                    <a:moveTo>
                      <a:pt x="118" y="14"/>
                    </a:moveTo>
                    <a:lnTo>
                      <a:pt x="0" y="14"/>
                    </a:lnTo>
                    <a:lnTo>
                      <a:pt x="3" y="0"/>
                    </a:lnTo>
                    <a:lnTo>
                      <a:pt x="122" y="0"/>
                    </a:lnTo>
                    <a:lnTo>
                      <a:pt x="118" y="14"/>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anchor="ctr"/>
              <a:lstStyle/>
              <a:p>
                <a:pPr algn="ctr"/>
                <a:endParaRPr/>
              </a:p>
            </p:txBody>
          </p:sp>
          <p:sp>
            <p:nvSpPr>
              <p:cNvPr id="456" name="i$ľîḋè">
                <a:extLst>
                  <a:ext uri="{FF2B5EF4-FFF2-40B4-BE49-F238E27FC236}">
                    <a16:creationId xmlns:a16="http://schemas.microsoft.com/office/drawing/2014/main" id="{BC41C175-C93D-4549-907A-0804D9DC86E5}"/>
                  </a:ext>
                </a:extLst>
              </p:cNvPr>
              <p:cNvSpPr/>
              <p:nvPr/>
            </p:nvSpPr>
            <p:spPr bwMode="auto">
              <a:xfrm>
                <a:off x="3490" y="2300"/>
                <a:ext cx="73" cy="13"/>
              </a:xfrm>
              <a:custGeom>
                <a:avLst/>
                <a:gdLst>
                  <a:gd name="T0" fmla="*/ 69 w 73"/>
                  <a:gd name="T1" fmla="*/ 13 h 13"/>
                  <a:gd name="T2" fmla="*/ 0 w 73"/>
                  <a:gd name="T3" fmla="*/ 13 h 13"/>
                  <a:gd name="T4" fmla="*/ 4 w 73"/>
                  <a:gd name="T5" fmla="*/ 0 h 13"/>
                  <a:gd name="T6" fmla="*/ 73 w 73"/>
                  <a:gd name="T7" fmla="*/ 0 h 13"/>
                  <a:gd name="T8" fmla="*/ 69 w 73"/>
                  <a:gd name="T9" fmla="*/ 13 h 13"/>
                </a:gdLst>
                <a:ahLst/>
                <a:cxnLst>
                  <a:cxn ang="0">
                    <a:pos x="T0" y="T1"/>
                  </a:cxn>
                  <a:cxn ang="0">
                    <a:pos x="T2" y="T3"/>
                  </a:cxn>
                  <a:cxn ang="0">
                    <a:pos x="T4" y="T5"/>
                  </a:cxn>
                  <a:cxn ang="0">
                    <a:pos x="T6" y="T7"/>
                  </a:cxn>
                  <a:cxn ang="0">
                    <a:pos x="T8" y="T9"/>
                  </a:cxn>
                </a:cxnLst>
                <a:rect l="0" t="0" r="r" b="b"/>
                <a:pathLst>
                  <a:path w="73" h="13">
                    <a:moveTo>
                      <a:pt x="69" y="13"/>
                    </a:moveTo>
                    <a:lnTo>
                      <a:pt x="0" y="13"/>
                    </a:lnTo>
                    <a:lnTo>
                      <a:pt x="4" y="0"/>
                    </a:lnTo>
                    <a:lnTo>
                      <a:pt x="73" y="0"/>
                    </a:lnTo>
                    <a:lnTo>
                      <a:pt x="69" y="13"/>
                    </a:lnTo>
                    <a:close/>
                  </a:path>
                </a:pathLst>
              </a:custGeom>
              <a:solidFill>
                <a:srgbClr val="2D3969"/>
              </a:solidFill>
              <a:ln>
                <a:noFill/>
              </a:ln>
              <a:extLst>
                <a:ext uri="{91240B29-F687-4F45-9708-019B960494DF}">
                  <a14:hiddenLine xmlns:a14="http://schemas.microsoft.com/office/drawing/2010/main" w="9525">
                    <a:solidFill>
                      <a:srgbClr val="000000"/>
                    </a:solidFill>
                    <a:round/>
                    <a:headEnd/>
                    <a:tailEnd/>
                  </a14:hiddenLine>
                </a:ext>
              </a:extLst>
            </p:spPr>
            <p:txBody>
              <a:bodyPr anchor="ctr"/>
              <a:lstStyle/>
              <a:p>
                <a:pPr algn="ctr"/>
                <a:endParaRPr/>
              </a:p>
            </p:txBody>
          </p:sp>
          <p:sp>
            <p:nvSpPr>
              <p:cNvPr id="457" name="íṩlïḓé">
                <a:extLst>
                  <a:ext uri="{FF2B5EF4-FFF2-40B4-BE49-F238E27FC236}">
                    <a16:creationId xmlns:a16="http://schemas.microsoft.com/office/drawing/2014/main" id="{34B1BDF1-2DC3-43CB-A8DE-DF5C414BDFD8}"/>
                  </a:ext>
                </a:extLst>
              </p:cNvPr>
              <p:cNvSpPr/>
              <p:nvPr/>
            </p:nvSpPr>
            <p:spPr bwMode="auto">
              <a:xfrm>
                <a:off x="3490" y="2300"/>
                <a:ext cx="73" cy="13"/>
              </a:xfrm>
              <a:custGeom>
                <a:avLst/>
                <a:gdLst>
                  <a:gd name="T0" fmla="*/ 69 w 73"/>
                  <a:gd name="T1" fmla="*/ 13 h 13"/>
                  <a:gd name="T2" fmla="*/ 0 w 73"/>
                  <a:gd name="T3" fmla="*/ 13 h 13"/>
                  <a:gd name="T4" fmla="*/ 4 w 73"/>
                  <a:gd name="T5" fmla="*/ 0 h 13"/>
                  <a:gd name="T6" fmla="*/ 73 w 73"/>
                  <a:gd name="T7" fmla="*/ 0 h 13"/>
                  <a:gd name="T8" fmla="*/ 69 w 73"/>
                  <a:gd name="T9" fmla="*/ 13 h 13"/>
                </a:gdLst>
                <a:ahLst/>
                <a:cxnLst>
                  <a:cxn ang="0">
                    <a:pos x="T0" y="T1"/>
                  </a:cxn>
                  <a:cxn ang="0">
                    <a:pos x="T2" y="T3"/>
                  </a:cxn>
                  <a:cxn ang="0">
                    <a:pos x="T4" y="T5"/>
                  </a:cxn>
                  <a:cxn ang="0">
                    <a:pos x="T6" y="T7"/>
                  </a:cxn>
                  <a:cxn ang="0">
                    <a:pos x="T8" y="T9"/>
                  </a:cxn>
                </a:cxnLst>
                <a:rect l="0" t="0" r="r" b="b"/>
                <a:pathLst>
                  <a:path w="73" h="13">
                    <a:moveTo>
                      <a:pt x="69" y="13"/>
                    </a:moveTo>
                    <a:lnTo>
                      <a:pt x="0" y="13"/>
                    </a:lnTo>
                    <a:lnTo>
                      <a:pt x="4" y="0"/>
                    </a:lnTo>
                    <a:lnTo>
                      <a:pt x="73" y="0"/>
                    </a:lnTo>
                    <a:lnTo>
                      <a:pt x="69" y="13"/>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anchor="ctr"/>
              <a:lstStyle/>
              <a:p>
                <a:pPr algn="ctr"/>
                <a:endParaRPr/>
              </a:p>
            </p:txBody>
          </p:sp>
          <p:sp>
            <p:nvSpPr>
              <p:cNvPr id="458" name="îšľiďè">
                <a:extLst>
                  <a:ext uri="{FF2B5EF4-FFF2-40B4-BE49-F238E27FC236}">
                    <a16:creationId xmlns:a16="http://schemas.microsoft.com/office/drawing/2014/main" id="{8341D426-AED6-429E-9829-03F0A4D5EBF9}"/>
                  </a:ext>
                </a:extLst>
              </p:cNvPr>
              <p:cNvSpPr/>
              <p:nvPr/>
            </p:nvSpPr>
            <p:spPr bwMode="auto">
              <a:xfrm>
                <a:off x="3697" y="2300"/>
                <a:ext cx="33" cy="13"/>
              </a:xfrm>
              <a:custGeom>
                <a:avLst/>
                <a:gdLst>
                  <a:gd name="T0" fmla="*/ 29 w 33"/>
                  <a:gd name="T1" fmla="*/ 13 h 13"/>
                  <a:gd name="T2" fmla="*/ 0 w 33"/>
                  <a:gd name="T3" fmla="*/ 13 h 13"/>
                  <a:gd name="T4" fmla="*/ 4 w 33"/>
                  <a:gd name="T5" fmla="*/ 0 h 13"/>
                  <a:gd name="T6" fmla="*/ 33 w 33"/>
                  <a:gd name="T7" fmla="*/ 0 h 13"/>
                  <a:gd name="T8" fmla="*/ 29 w 33"/>
                  <a:gd name="T9" fmla="*/ 13 h 13"/>
                </a:gdLst>
                <a:ahLst/>
                <a:cxnLst>
                  <a:cxn ang="0">
                    <a:pos x="T0" y="T1"/>
                  </a:cxn>
                  <a:cxn ang="0">
                    <a:pos x="T2" y="T3"/>
                  </a:cxn>
                  <a:cxn ang="0">
                    <a:pos x="T4" y="T5"/>
                  </a:cxn>
                  <a:cxn ang="0">
                    <a:pos x="T6" y="T7"/>
                  </a:cxn>
                  <a:cxn ang="0">
                    <a:pos x="T8" y="T9"/>
                  </a:cxn>
                </a:cxnLst>
                <a:rect l="0" t="0" r="r" b="b"/>
                <a:pathLst>
                  <a:path w="33" h="13">
                    <a:moveTo>
                      <a:pt x="29" y="13"/>
                    </a:moveTo>
                    <a:lnTo>
                      <a:pt x="0" y="13"/>
                    </a:lnTo>
                    <a:lnTo>
                      <a:pt x="4" y="0"/>
                    </a:lnTo>
                    <a:lnTo>
                      <a:pt x="33" y="0"/>
                    </a:lnTo>
                    <a:lnTo>
                      <a:pt x="29" y="13"/>
                    </a:lnTo>
                    <a:close/>
                  </a:path>
                </a:pathLst>
              </a:custGeom>
              <a:solidFill>
                <a:srgbClr val="2D3969"/>
              </a:solidFill>
              <a:ln>
                <a:noFill/>
              </a:ln>
              <a:extLst>
                <a:ext uri="{91240B29-F687-4F45-9708-019B960494DF}">
                  <a14:hiddenLine xmlns:a14="http://schemas.microsoft.com/office/drawing/2010/main" w="9525">
                    <a:solidFill>
                      <a:srgbClr val="000000"/>
                    </a:solidFill>
                    <a:round/>
                    <a:headEnd/>
                    <a:tailEnd/>
                  </a14:hiddenLine>
                </a:ext>
              </a:extLst>
            </p:spPr>
            <p:txBody>
              <a:bodyPr anchor="ctr"/>
              <a:lstStyle/>
              <a:p>
                <a:pPr algn="ctr"/>
                <a:endParaRPr/>
              </a:p>
            </p:txBody>
          </p:sp>
          <p:sp>
            <p:nvSpPr>
              <p:cNvPr id="459" name="iṣlïḓè">
                <a:extLst>
                  <a:ext uri="{FF2B5EF4-FFF2-40B4-BE49-F238E27FC236}">
                    <a16:creationId xmlns:a16="http://schemas.microsoft.com/office/drawing/2014/main" id="{221B98ED-3C8B-46A3-977F-6238C621F83B}"/>
                  </a:ext>
                </a:extLst>
              </p:cNvPr>
              <p:cNvSpPr/>
              <p:nvPr/>
            </p:nvSpPr>
            <p:spPr bwMode="auto">
              <a:xfrm>
                <a:off x="3697" y="2300"/>
                <a:ext cx="33" cy="13"/>
              </a:xfrm>
              <a:custGeom>
                <a:avLst/>
                <a:gdLst>
                  <a:gd name="T0" fmla="*/ 29 w 33"/>
                  <a:gd name="T1" fmla="*/ 13 h 13"/>
                  <a:gd name="T2" fmla="*/ 0 w 33"/>
                  <a:gd name="T3" fmla="*/ 13 h 13"/>
                  <a:gd name="T4" fmla="*/ 4 w 33"/>
                  <a:gd name="T5" fmla="*/ 0 h 13"/>
                  <a:gd name="T6" fmla="*/ 33 w 33"/>
                  <a:gd name="T7" fmla="*/ 0 h 13"/>
                  <a:gd name="T8" fmla="*/ 29 w 33"/>
                  <a:gd name="T9" fmla="*/ 13 h 13"/>
                </a:gdLst>
                <a:ahLst/>
                <a:cxnLst>
                  <a:cxn ang="0">
                    <a:pos x="T0" y="T1"/>
                  </a:cxn>
                  <a:cxn ang="0">
                    <a:pos x="T2" y="T3"/>
                  </a:cxn>
                  <a:cxn ang="0">
                    <a:pos x="T4" y="T5"/>
                  </a:cxn>
                  <a:cxn ang="0">
                    <a:pos x="T6" y="T7"/>
                  </a:cxn>
                  <a:cxn ang="0">
                    <a:pos x="T8" y="T9"/>
                  </a:cxn>
                </a:cxnLst>
                <a:rect l="0" t="0" r="r" b="b"/>
                <a:pathLst>
                  <a:path w="33" h="13">
                    <a:moveTo>
                      <a:pt x="29" y="13"/>
                    </a:moveTo>
                    <a:lnTo>
                      <a:pt x="0" y="13"/>
                    </a:lnTo>
                    <a:lnTo>
                      <a:pt x="4" y="0"/>
                    </a:lnTo>
                    <a:lnTo>
                      <a:pt x="33" y="0"/>
                    </a:lnTo>
                    <a:lnTo>
                      <a:pt x="29" y="13"/>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anchor="ctr"/>
              <a:lstStyle/>
              <a:p>
                <a:pPr algn="ctr"/>
                <a:endParaRPr/>
              </a:p>
            </p:txBody>
          </p:sp>
          <p:sp>
            <p:nvSpPr>
              <p:cNvPr id="460" name="iṣľîḓe">
                <a:extLst>
                  <a:ext uri="{FF2B5EF4-FFF2-40B4-BE49-F238E27FC236}">
                    <a16:creationId xmlns:a16="http://schemas.microsoft.com/office/drawing/2014/main" id="{8E33BF70-E1AF-4519-AD9A-2F992CC45C63}"/>
                  </a:ext>
                </a:extLst>
              </p:cNvPr>
              <p:cNvSpPr/>
              <p:nvPr/>
            </p:nvSpPr>
            <p:spPr bwMode="auto">
              <a:xfrm>
                <a:off x="3822" y="2300"/>
                <a:ext cx="149" cy="13"/>
              </a:xfrm>
              <a:custGeom>
                <a:avLst/>
                <a:gdLst>
                  <a:gd name="T0" fmla="*/ 145 w 149"/>
                  <a:gd name="T1" fmla="*/ 13 h 13"/>
                  <a:gd name="T2" fmla="*/ 0 w 149"/>
                  <a:gd name="T3" fmla="*/ 13 h 13"/>
                  <a:gd name="T4" fmla="*/ 4 w 149"/>
                  <a:gd name="T5" fmla="*/ 0 h 13"/>
                  <a:gd name="T6" fmla="*/ 149 w 149"/>
                  <a:gd name="T7" fmla="*/ 0 h 13"/>
                  <a:gd name="T8" fmla="*/ 145 w 149"/>
                  <a:gd name="T9" fmla="*/ 13 h 13"/>
                </a:gdLst>
                <a:ahLst/>
                <a:cxnLst>
                  <a:cxn ang="0">
                    <a:pos x="T0" y="T1"/>
                  </a:cxn>
                  <a:cxn ang="0">
                    <a:pos x="T2" y="T3"/>
                  </a:cxn>
                  <a:cxn ang="0">
                    <a:pos x="T4" y="T5"/>
                  </a:cxn>
                  <a:cxn ang="0">
                    <a:pos x="T6" y="T7"/>
                  </a:cxn>
                  <a:cxn ang="0">
                    <a:pos x="T8" y="T9"/>
                  </a:cxn>
                </a:cxnLst>
                <a:rect l="0" t="0" r="r" b="b"/>
                <a:pathLst>
                  <a:path w="149" h="13">
                    <a:moveTo>
                      <a:pt x="145" y="13"/>
                    </a:moveTo>
                    <a:lnTo>
                      <a:pt x="0" y="13"/>
                    </a:lnTo>
                    <a:lnTo>
                      <a:pt x="4" y="0"/>
                    </a:lnTo>
                    <a:lnTo>
                      <a:pt x="149" y="0"/>
                    </a:lnTo>
                    <a:lnTo>
                      <a:pt x="145" y="13"/>
                    </a:lnTo>
                    <a:close/>
                  </a:path>
                </a:pathLst>
              </a:custGeom>
              <a:solidFill>
                <a:srgbClr val="7299E9"/>
              </a:solidFill>
              <a:ln>
                <a:noFill/>
              </a:ln>
              <a:extLst>
                <a:ext uri="{91240B29-F687-4F45-9708-019B960494DF}">
                  <a14:hiddenLine xmlns:a14="http://schemas.microsoft.com/office/drawing/2010/main" w="9525">
                    <a:solidFill>
                      <a:srgbClr val="000000"/>
                    </a:solidFill>
                    <a:round/>
                    <a:headEnd/>
                    <a:tailEnd/>
                  </a14:hiddenLine>
                </a:ext>
              </a:extLst>
            </p:spPr>
            <p:txBody>
              <a:bodyPr anchor="ctr"/>
              <a:lstStyle/>
              <a:p>
                <a:pPr algn="ctr"/>
                <a:endParaRPr/>
              </a:p>
            </p:txBody>
          </p:sp>
          <p:sp>
            <p:nvSpPr>
              <p:cNvPr id="461" name="ïS1iḋê">
                <a:extLst>
                  <a:ext uri="{FF2B5EF4-FFF2-40B4-BE49-F238E27FC236}">
                    <a16:creationId xmlns:a16="http://schemas.microsoft.com/office/drawing/2014/main" id="{8B177ABA-48F9-40E0-86C1-1EA30A4C7A5C}"/>
                  </a:ext>
                </a:extLst>
              </p:cNvPr>
              <p:cNvSpPr/>
              <p:nvPr/>
            </p:nvSpPr>
            <p:spPr bwMode="auto">
              <a:xfrm>
                <a:off x="3734" y="2300"/>
                <a:ext cx="81" cy="13"/>
              </a:xfrm>
              <a:custGeom>
                <a:avLst/>
                <a:gdLst>
                  <a:gd name="T0" fmla="*/ 78 w 81"/>
                  <a:gd name="T1" fmla="*/ 13 h 13"/>
                  <a:gd name="T2" fmla="*/ 0 w 81"/>
                  <a:gd name="T3" fmla="*/ 13 h 13"/>
                  <a:gd name="T4" fmla="*/ 4 w 81"/>
                  <a:gd name="T5" fmla="*/ 0 h 13"/>
                  <a:gd name="T6" fmla="*/ 81 w 81"/>
                  <a:gd name="T7" fmla="*/ 0 h 13"/>
                  <a:gd name="T8" fmla="*/ 78 w 81"/>
                  <a:gd name="T9" fmla="*/ 13 h 13"/>
                </a:gdLst>
                <a:ahLst/>
                <a:cxnLst>
                  <a:cxn ang="0">
                    <a:pos x="T0" y="T1"/>
                  </a:cxn>
                  <a:cxn ang="0">
                    <a:pos x="T2" y="T3"/>
                  </a:cxn>
                  <a:cxn ang="0">
                    <a:pos x="T4" y="T5"/>
                  </a:cxn>
                  <a:cxn ang="0">
                    <a:pos x="T6" y="T7"/>
                  </a:cxn>
                  <a:cxn ang="0">
                    <a:pos x="T8" y="T9"/>
                  </a:cxn>
                </a:cxnLst>
                <a:rect l="0" t="0" r="r" b="b"/>
                <a:pathLst>
                  <a:path w="81" h="13">
                    <a:moveTo>
                      <a:pt x="78" y="13"/>
                    </a:moveTo>
                    <a:lnTo>
                      <a:pt x="0" y="13"/>
                    </a:lnTo>
                    <a:lnTo>
                      <a:pt x="4" y="0"/>
                    </a:lnTo>
                    <a:lnTo>
                      <a:pt x="81" y="0"/>
                    </a:lnTo>
                    <a:lnTo>
                      <a:pt x="78" y="13"/>
                    </a:lnTo>
                    <a:close/>
                  </a:path>
                </a:pathLst>
              </a:custGeom>
              <a:solidFill>
                <a:srgbClr val="7299E9"/>
              </a:solidFill>
              <a:ln>
                <a:noFill/>
              </a:ln>
              <a:extLst>
                <a:ext uri="{91240B29-F687-4F45-9708-019B960494DF}">
                  <a14:hiddenLine xmlns:a14="http://schemas.microsoft.com/office/drawing/2010/main" w="9525">
                    <a:solidFill>
                      <a:srgbClr val="000000"/>
                    </a:solidFill>
                    <a:round/>
                    <a:headEnd/>
                    <a:tailEnd/>
                  </a14:hiddenLine>
                </a:ext>
              </a:extLst>
            </p:spPr>
            <p:txBody>
              <a:bodyPr anchor="ctr"/>
              <a:lstStyle/>
              <a:p>
                <a:pPr algn="ctr"/>
                <a:endParaRPr/>
              </a:p>
            </p:txBody>
          </p:sp>
          <p:sp>
            <p:nvSpPr>
              <p:cNvPr id="462" name="išlíďe">
                <a:extLst>
                  <a:ext uri="{FF2B5EF4-FFF2-40B4-BE49-F238E27FC236}">
                    <a16:creationId xmlns:a16="http://schemas.microsoft.com/office/drawing/2014/main" id="{0E2AE365-899E-41B1-A6D9-AEC1E649F90F}"/>
                  </a:ext>
                </a:extLst>
              </p:cNvPr>
              <p:cNvSpPr/>
              <p:nvPr/>
            </p:nvSpPr>
            <p:spPr bwMode="auto">
              <a:xfrm>
                <a:off x="3734" y="2300"/>
                <a:ext cx="81" cy="13"/>
              </a:xfrm>
              <a:custGeom>
                <a:avLst/>
                <a:gdLst>
                  <a:gd name="T0" fmla="*/ 78 w 81"/>
                  <a:gd name="T1" fmla="*/ 13 h 13"/>
                  <a:gd name="T2" fmla="*/ 0 w 81"/>
                  <a:gd name="T3" fmla="*/ 13 h 13"/>
                  <a:gd name="T4" fmla="*/ 4 w 81"/>
                  <a:gd name="T5" fmla="*/ 0 h 13"/>
                  <a:gd name="T6" fmla="*/ 81 w 81"/>
                  <a:gd name="T7" fmla="*/ 0 h 13"/>
                  <a:gd name="T8" fmla="*/ 78 w 81"/>
                  <a:gd name="T9" fmla="*/ 13 h 13"/>
                </a:gdLst>
                <a:ahLst/>
                <a:cxnLst>
                  <a:cxn ang="0">
                    <a:pos x="T0" y="T1"/>
                  </a:cxn>
                  <a:cxn ang="0">
                    <a:pos x="T2" y="T3"/>
                  </a:cxn>
                  <a:cxn ang="0">
                    <a:pos x="T4" y="T5"/>
                  </a:cxn>
                  <a:cxn ang="0">
                    <a:pos x="T6" y="T7"/>
                  </a:cxn>
                  <a:cxn ang="0">
                    <a:pos x="T8" y="T9"/>
                  </a:cxn>
                </a:cxnLst>
                <a:rect l="0" t="0" r="r" b="b"/>
                <a:pathLst>
                  <a:path w="81" h="13">
                    <a:moveTo>
                      <a:pt x="78" y="13"/>
                    </a:moveTo>
                    <a:lnTo>
                      <a:pt x="0" y="13"/>
                    </a:lnTo>
                    <a:lnTo>
                      <a:pt x="4" y="0"/>
                    </a:lnTo>
                    <a:lnTo>
                      <a:pt x="81" y="0"/>
                    </a:lnTo>
                    <a:lnTo>
                      <a:pt x="78" y="13"/>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anchor="ctr"/>
              <a:lstStyle/>
              <a:p>
                <a:pPr algn="ctr"/>
                <a:endParaRPr/>
              </a:p>
            </p:txBody>
          </p:sp>
          <p:sp>
            <p:nvSpPr>
              <p:cNvPr id="463" name="îṩḷïḓê">
                <a:extLst>
                  <a:ext uri="{FF2B5EF4-FFF2-40B4-BE49-F238E27FC236}">
                    <a16:creationId xmlns:a16="http://schemas.microsoft.com/office/drawing/2014/main" id="{3272EAB0-149C-48CD-B2C5-1A00FCEF1E33}"/>
                  </a:ext>
                </a:extLst>
              </p:cNvPr>
              <p:cNvSpPr/>
              <p:nvPr/>
            </p:nvSpPr>
            <p:spPr bwMode="auto">
              <a:xfrm>
                <a:off x="3568" y="2300"/>
                <a:ext cx="122" cy="13"/>
              </a:xfrm>
              <a:custGeom>
                <a:avLst/>
                <a:gdLst>
                  <a:gd name="T0" fmla="*/ 119 w 122"/>
                  <a:gd name="T1" fmla="*/ 13 h 13"/>
                  <a:gd name="T2" fmla="*/ 0 w 122"/>
                  <a:gd name="T3" fmla="*/ 13 h 13"/>
                  <a:gd name="T4" fmla="*/ 4 w 122"/>
                  <a:gd name="T5" fmla="*/ 0 h 13"/>
                  <a:gd name="T6" fmla="*/ 122 w 122"/>
                  <a:gd name="T7" fmla="*/ 0 h 13"/>
                  <a:gd name="T8" fmla="*/ 119 w 122"/>
                  <a:gd name="T9" fmla="*/ 13 h 13"/>
                </a:gdLst>
                <a:ahLst/>
                <a:cxnLst>
                  <a:cxn ang="0">
                    <a:pos x="T0" y="T1"/>
                  </a:cxn>
                  <a:cxn ang="0">
                    <a:pos x="T2" y="T3"/>
                  </a:cxn>
                  <a:cxn ang="0">
                    <a:pos x="T4" y="T5"/>
                  </a:cxn>
                  <a:cxn ang="0">
                    <a:pos x="T6" y="T7"/>
                  </a:cxn>
                  <a:cxn ang="0">
                    <a:pos x="T8" y="T9"/>
                  </a:cxn>
                </a:cxnLst>
                <a:rect l="0" t="0" r="r" b="b"/>
                <a:pathLst>
                  <a:path w="122" h="13">
                    <a:moveTo>
                      <a:pt x="119" y="13"/>
                    </a:moveTo>
                    <a:lnTo>
                      <a:pt x="0" y="13"/>
                    </a:lnTo>
                    <a:lnTo>
                      <a:pt x="4" y="0"/>
                    </a:lnTo>
                    <a:lnTo>
                      <a:pt x="122" y="0"/>
                    </a:lnTo>
                    <a:lnTo>
                      <a:pt x="119" y="13"/>
                    </a:lnTo>
                    <a:close/>
                  </a:path>
                </a:pathLst>
              </a:custGeom>
              <a:solidFill>
                <a:srgbClr val="7299E9"/>
              </a:solidFill>
              <a:ln>
                <a:noFill/>
              </a:ln>
              <a:extLst>
                <a:ext uri="{91240B29-F687-4F45-9708-019B960494DF}">
                  <a14:hiddenLine xmlns:a14="http://schemas.microsoft.com/office/drawing/2010/main" w="9525">
                    <a:solidFill>
                      <a:srgbClr val="000000"/>
                    </a:solidFill>
                    <a:round/>
                    <a:headEnd/>
                    <a:tailEnd/>
                  </a14:hiddenLine>
                </a:ext>
              </a:extLst>
            </p:spPr>
            <p:txBody>
              <a:bodyPr anchor="ctr"/>
              <a:lstStyle/>
              <a:p>
                <a:pPr algn="ctr"/>
                <a:endParaRPr/>
              </a:p>
            </p:txBody>
          </p:sp>
          <p:sp>
            <p:nvSpPr>
              <p:cNvPr id="464" name="ïsľiḍé">
                <a:extLst>
                  <a:ext uri="{FF2B5EF4-FFF2-40B4-BE49-F238E27FC236}">
                    <a16:creationId xmlns:a16="http://schemas.microsoft.com/office/drawing/2014/main" id="{A94FB8F5-4D1C-4AC1-B018-99BE4979BF22}"/>
                  </a:ext>
                </a:extLst>
              </p:cNvPr>
              <p:cNvSpPr/>
              <p:nvPr/>
            </p:nvSpPr>
            <p:spPr bwMode="auto">
              <a:xfrm>
                <a:off x="3568" y="2300"/>
                <a:ext cx="122" cy="13"/>
              </a:xfrm>
              <a:custGeom>
                <a:avLst/>
                <a:gdLst>
                  <a:gd name="T0" fmla="*/ 119 w 122"/>
                  <a:gd name="T1" fmla="*/ 13 h 13"/>
                  <a:gd name="T2" fmla="*/ 0 w 122"/>
                  <a:gd name="T3" fmla="*/ 13 h 13"/>
                  <a:gd name="T4" fmla="*/ 4 w 122"/>
                  <a:gd name="T5" fmla="*/ 0 h 13"/>
                  <a:gd name="T6" fmla="*/ 122 w 122"/>
                  <a:gd name="T7" fmla="*/ 0 h 13"/>
                  <a:gd name="T8" fmla="*/ 119 w 122"/>
                  <a:gd name="T9" fmla="*/ 13 h 13"/>
                </a:gdLst>
                <a:ahLst/>
                <a:cxnLst>
                  <a:cxn ang="0">
                    <a:pos x="T0" y="T1"/>
                  </a:cxn>
                  <a:cxn ang="0">
                    <a:pos x="T2" y="T3"/>
                  </a:cxn>
                  <a:cxn ang="0">
                    <a:pos x="T4" y="T5"/>
                  </a:cxn>
                  <a:cxn ang="0">
                    <a:pos x="T6" y="T7"/>
                  </a:cxn>
                  <a:cxn ang="0">
                    <a:pos x="T8" y="T9"/>
                  </a:cxn>
                </a:cxnLst>
                <a:rect l="0" t="0" r="r" b="b"/>
                <a:pathLst>
                  <a:path w="122" h="13">
                    <a:moveTo>
                      <a:pt x="119" y="13"/>
                    </a:moveTo>
                    <a:lnTo>
                      <a:pt x="0" y="13"/>
                    </a:lnTo>
                    <a:lnTo>
                      <a:pt x="4" y="0"/>
                    </a:lnTo>
                    <a:lnTo>
                      <a:pt x="122" y="0"/>
                    </a:lnTo>
                    <a:lnTo>
                      <a:pt x="119" y="13"/>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anchor="ctr"/>
              <a:lstStyle/>
              <a:p>
                <a:pPr algn="ctr"/>
                <a:endParaRPr/>
              </a:p>
            </p:txBody>
          </p:sp>
          <p:sp>
            <p:nvSpPr>
              <p:cNvPr id="465" name="îṡľiḍé">
                <a:extLst>
                  <a:ext uri="{FF2B5EF4-FFF2-40B4-BE49-F238E27FC236}">
                    <a16:creationId xmlns:a16="http://schemas.microsoft.com/office/drawing/2014/main" id="{EEA026A4-B8F5-442C-9133-4BC6DDDA999C}"/>
                  </a:ext>
                </a:extLst>
              </p:cNvPr>
              <p:cNvSpPr/>
              <p:nvPr/>
            </p:nvSpPr>
            <p:spPr bwMode="auto">
              <a:xfrm>
                <a:off x="3525" y="2190"/>
                <a:ext cx="72" cy="13"/>
              </a:xfrm>
              <a:custGeom>
                <a:avLst/>
                <a:gdLst>
                  <a:gd name="T0" fmla="*/ 69 w 72"/>
                  <a:gd name="T1" fmla="*/ 13 h 13"/>
                  <a:gd name="T2" fmla="*/ 0 w 72"/>
                  <a:gd name="T3" fmla="*/ 13 h 13"/>
                  <a:gd name="T4" fmla="*/ 4 w 72"/>
                  <a:gd name="T5" fmla="*/ 0 h 13"/>
                  <a:gd name="T6" fmla="*/ 72 w 72"/>
                  <a:gd name="T7" fmla="*/ 0 h 13"/>
                  <a:gd name="T8" fmla="*/ 69 w 72"/>
                  <a:gd name="T9" fmla="*/ 13 h 13"/>
                </a:gdLst>
                <a:ahLst/>
                <a:cxnLst>
                  <a:cxn ang="0">
                    <a:pos x="T0" y="T1"/>
                  </a:cxn>
                  <a:cxn ang="0">
                    <a:pos x="T2" y="T3"/>
                  </a:cxn>
                  <a:cxn ang="0">
                    <a:pos x="T4" y="T5"/>
                  </a:cxn>
                  <a:cxn ang="0">
                    <a:pos x="T6" y="T7"/>
                  </a:cxn>
                  <a:cxn ang="0">
                    <a:pos x="T8" y="T9"/>
                  </a:cxn>
                </a:cxnLst>
                <a:rect l="0" t="0" r="r" b="b"/>
                <a:pathLst>
                  <a:path w="72" h="13">
                    <a:moveTo>
                      <a:pt x="69" y="13"/>
                    </a:moveTo>
                    <a:lnTo>
                      <a:pt x="0" y="13"/>
                    </a:lnTo>
                    <a:lnTo>
                      <a:pt x="4" y="0"/>
                    </a:lnTo>
                    <a:lnTo>
                      <a:pt x="72" y="0"/>
                    </a:lnTo>
                    <a:lnTo>
                      <a:pt x="69" y="13"/>
                    </a:lnTo>
                    <a:close/>
                  </a:path>
                </a:pathLst>
              </a:custGeom>
              <a:solidFill>
                <a:srgbClr val="EDEFF1"/>
              </a:solidFill>
              <a:ln>
                <a:noFill/>
              </a:ln>
              <a:extLst>
                <a:ext uri="{91240B29-F687-4F45-9708-019B960494DF}">
                  <a14:hiddenLine xmlns:a14="http://schemas.microsoft.com/office/drawing/2010/main" w="9525">
                    <a:solidFill>
                      <a:srgbClr val="000000"/>
                    </a:solidFill>
                    <a:round/>
                    <a:headEnd/>
                    <a:tailEnd/>
                  </a14:hiddenLine>
                </a:ext>
              </a:extLst>
            </p:spPr>
            <p:txBody>
              <a:bodyPr anchor="ctr"/>
              <a:lstStyle/>
              <a:p>
                <a:pPr algn="ctr"/>
                <a:endParaRPr/>
              </a:p>
            </p:txBody>
          </p:sp>
          <p:sp>
            <p:nvSpPr>
              <p:cNvPr id="466" name="išḷíďé">
                <a:extLst>
                  <a:ext uri="{FF2B5EF4-FFF2-40B4-BE49-F238E27FC236}">
                    <a16:creationId xmlns:a16="http://schemas.microsoft.com/office/drawing/2014/main" id="{B052939E-AE3C-4C23-88E9-BDA879C9E455}"/>
                  </a:ext>
                </a:extLst>
              </p:cNvPr>
              <p:cNvSpPr/>
              <p:nvPr/>
            </p:nvSpPr>
            <p:spPr bwMode="auto">
              <a:xfrm>
                <a:off x="3731" y="2190"/>
                <a:ext cx="33" cy="13"/>
              </a:xfrm>
              <a:custGeom>
                <a:avLst/>
                <a:gdLst>
                  <a:gd name="T0" fmla="*/ 30 w 33"/>
                  <a:gd name="T1" fmla="*/ 13 h 13"/>
                  <a:gd name="T2" fmla="*/ 0 w 33"/>
                  <a:gd name="T3" fmla="*/ 13 h 13"/>
                  <a:gd name="T4" fmla="*/ 4 w 33"/>
                  <a:gd name="T5" fmla="*/ 0 h 13"/>
                  <a:gd name="T6" fmla="*/ 33 w 33"/>
                  <a:gd name="T7" fmla="*/ 0 h 13"/>
                  <a:gd name="T8" fmla="*/ 30 w 33"/>
                  <a:gd name="T9" fmla="*/ 13 h 13"/>
                </a:gdLst>
                <a:ahLst/>
                <a:cxnLst>
                  <a:cxn ang="0">
                    <a:pos x="T0" y="T1"/>
                  </a:cxn>
                  <a:cxn ang="0">
                    <a:pos x="T2" y="T3"/>
                  </a:cxn>
                  <a:cxn ang="0">
                    <a:pos x="T4" y="T5"/>
                  </a:cxn>
                  <a:cxn ang="0">
                    <a:pos x="T6" y="T7"/>
                  </a:cxn>
                  <a:cxn ang="0">
                    <a:pos x="T8" y="T9"/>
                  </a:cxn>
                </a:cxnLst>
                <a:rect l="0" t="0" r="r" b="b"/>
                <a:pathLst>
                  <a:path w="33" h="13">
                    <a:moveTo>
                      <a:pt x="30" y="13"/>
                    </a:moveTo>
                    <a:lnTo>
                      <a:pt x="0" y="13"/>
                    </a:lnTo>
                    <a:lnTo>
                      <a:pt x="4" y="0"/>
                    </a:lnTo>
                    <a:lnTo>
                      <a:pt x="33" y="0"/>
                    </a:lnTo>
                    <a:lnTo>
                      <a:pt x="30" y="13"/>
                    </a:lnTo>
                    <a:close/>
                  </a:path>
                </a:pathLst>
              </a:custGeom>
              <a:solidFill>
                <a:srgbClr val="7299E9"/>
              </a:solidFill>
              <a:ln>
                <a:noFill/>
              </a:ln>
              <a:extLst>
                <a:ext uri="{91240B29-F687-4F45-9708-019B960494DF}">
                  <a14:hiddenLine xmlns:a14="http://schemas.microsoft.com/office/drawing/2010/main" w="9525">
                    <a:solidFill>
                      <a:srgbClr val="000000"/>
                    </a:solidFill>
                    <a:round/>
                    <a:headEnd/>
                    <a:tailEnd/>
                  </a14:hiddenLine>
                </a:ext>
              </a:extLst>
            </p:spPr>
            <p:txBody>
              <a:bodyPr anchor="ctr"/>
              <a:lstStyle/>
              <a:p>
                <a:pPr algn="ctr"/>
                <a:endParaRPr/>
              </a:p>
            </p:txBody>
          </p:sp>
          <p:sp>
            <p:nvSpPr>
              <p:cNvPr id="467" name="îṩļîďê">
                <a:extLst>
                  <a:ext uri="{FF2B5EF4-FFF2-40B4-BE49-F238E27FC236}">
                    <a16:creationId xmlns:a16="http://schemas.microsoft.com/office/drawing/2014/main" id="{E02C092B-037A-4557-9E57-C5C1F39079A7}"/>
                  </a:ext>
                </a:extLst>
              </p:cNvPr>
              <p:cNvSpPr/>
              <p:nvPr/>
            </p:nvSpPr>
            <p:spPr bwMode="auto">
              <a:xfrm>
                <a:off x="3731" y="2190"/>
                <a:ext cx="33" cy="13"/>
              </a:xfrm>
              <a:custGeom>
                <a:avLst/>
                <a:gdLst>
                  <a:gd name="T0" fmla="*/ 30 w 33"/>
                  <a:gd name="T1" fmla="*/ 13 h 13"/>
                  <a:gd name="T2" fmla="*/ 0 w 33"/>
                  <a:gd name="T3" fmla="*/ 13 h 13"/>
                  <a:gd name="T4" fmla="*/ 4 w 33"/>
                  <a:gd name="T5" fmla="*/ 0 h 13"/>
                  <a:gd name="T6" fmla="*/ 33 w 33"/>
                  <a:gd name="T7" fmla="*/ 0 h 13"/>
                  <a:gd name="T8" fmla="*/ 30 w 33"/>
                  <a:gd name="T9" fmla="*/ 13 h 13"/>
                </a:gdLst>
                <a:ahLst/>
                <a:cxnLst>
                  <a:cxn ang="0">
                    <a:pos x="T0" y="T1"/>
                  </a:cxn>
                  <a:cxn ang="0">
                    <a:pos x="T2" y="T3"/>
                  </a:cxn>
                  <a:cxn ang="0">
                    <a:pos x="T4" y="T5"/>
                  </a:cxn>
                  <a:cxn ang="0">
                    <a:pos x="T6" y="T7"/>
                  </a:cxn>
                  <a:cxn ang="0">
                    <a:pos x="T8" y="T9"/>
                  </a:cxn>
                </a:cxnLst>
                <a:rect l="0" t="0" r="r" b="b"/>
                <a:pathLst>
                  <a:path w="33" h="13">
                    <a:moveTo>
                      <a:pt x="30" y="13"/>
                    </a:moveTo>
                    <a:lnTo>
                      <a:pt x="0" y="13"/>
                    </a:lnTo>
                    <a:lnTo>
                      <a:pt x="4" y="0"/>
                    </a:lnTo>
                    <a:lnTo>
                      <a:pt x="33" y="0"/>
                    </a:lnTo>
                    <a:lnTo>
                      <a:pt x="30" y="13"/>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anchor="ctr"/>
              <a:lstStyle/>
              <a:p>
                <a:pPr algn="ctr"/>
                <a:endParaRPr/>
              </a:p>
            </p:txBody>
          </p:sp>
          <p:sp>
            <p:nvSpPr>
              <p:cNvPr id="468" name="iṧḷiḋè">
                <a:extLst>
                  <a:ext uri="{FF2B5EF4-FFF2-40B4-BE49-F238E27FC236}">
                    <a16:creationId xmlns:a16="http://schemas.microsoft.com/office/drawing/2014/main" id="{FAE43BFF-47CF-45D7-AB91-FC894C78096D}"/>
                  </a:ext>
                </a:extLst>
              </p:cNvPr>
              <p:cNvSpPr/>
              <p:nvPr/>
            </p:nvSpPr>
            <p:spPr bwMode="auto">
              <a:xfrm>
                <a:off x="3857" y="2190"/>
                <a:ext cx="148" cy="13"/>
              </a:xfrm>
              <a:custGeom>
                <a:avLst/>
                <a:gdLst>
                  <a:gd name="T0" fmla="*/ 144 w 148"/>
                  <a:gd name="T1" fmla="*/ 13 h 13"/>
                  <a:gd name="T2" fmla="*/ 0 w 148"/>
                  <a:gd name="T3" fmla="*/ 13 h 13"/>
                  <a:gd name="T4" fmla="*/ 4 w 148"/>
                  <a:gd name="T5" fmla="*/ 0 h 13"/>
                  <a:gd name="T6" fmla="*/ 148 w 148"/>
                  <a:gd name="T7" fmla="*/ 0 h 13"/>
                  <a:gd name="T8" fmla="*/ 144 w 148"/>
                  <a:gd name="T9" fmla="*/ 13 h 13"/>
                </a:gdLst>
                <a:ahLst/>
                <a:cxnLst>
                  <a:cxn ang="0">
                    <a:pos x="T0" y="T1"/>
                  </a:cxn>
                  <a:cxn ang="0">
                    <a:pos x="T2" y="T3"/>
                  </a:cxn>
                  <a:cxn ang="0">
                    <a:pos x="T4" y="T5"/>
                  </a:cxn>
                  <a:cxn ang="0">
                    <a:pos x="T6" y="T7"/>
                  </a:cxn>
                  <a:cxn ang="0">
                    <a:pos x="T8" y="T9"/>
                  </a:cxn>
                </a:cxnLst>
                <a:rect l="0" t="0" r="r" b="b"/>
                <a:pathLst>
                  <a:path w="148" h="13">
                    <a:moveTo>
                      <a:pt x="144" y="13"/>
                    </a:moveTo>
                    <a:lnTo>
                      <a:pt x="0" y="13"/>
                    </a:lnTo>
                    <a:lnTo>
                      <a:pt x="4" y="0"/>
                    </a:lnTo>
                    <a:lnTo>
                      <a:pt x="148" y="0"/>
                    </a:lnTo>
                    <a:lnTo>
                      <a:pt x="144" y="13"/>
                    </a:lnTo>
                    <a:close/>
                  </a:path>
                </a:pathLst>
              </a:custGeom>
              <a:solidFill>
                <a:srgbClr val="A09CAE"/>
              </a:solidFill>
              <a:ln>
                <a:noFill/>
              </a:ln>
              <a:extLst>
                <a:ext uri="{91240B29-F687-4F45-9708-019B960494DF}">
                  <a14:hiddenLine xmlns:a14="http://schemas.microsoft.com/office/drawing/2010/main" w="9525">
                    <a:solidFill>
                      <a:srgbClr val="000000"/>
                    </a:solidFill>
                    <a:round/>
                    <a:headEnd/>
                    <a:tailEnd/>
                  </a14:hiddenLine>
                </a:ext>
              </a:extLst>
            </p:spPr>
            <p:txBody>
              <a:bodyPr anchor="ctr"/>
              <a:lstStyle/>
              <a:p>
                <a:pPr algn="ctr"/>
                <a:endParaRPr/>
              </a:p>
            </p:txBody>
          </p:sp>
          <p:sp>
            <p:nvSpPr>
              <p:cNvPr id="469" name="îṡḷíḓé">
                <a:extLst>
                  <a:ext uri="{FF2B5EF4-FFF2-40B4-BE49-F238E27FC236}">
                    <a16:creationId xmlns:a16="http://schemas.microsoft.com/office/drawing/2014/main" id="{01C1A113-D2EC-4423-9EFE-7AE68BE07963}"/>
                  </a:ext>
                </a:extLst>
              </p:cNvPr>
              <p:cNvSpPr/>
              <p:nvPr/>
            </p:nvSpPr>
            <p:spPr bwMode="auto">
              <a:xfrm>
                <a:off x="3857" y="2190"/>
                <a:ext cx="148" cy="13"/>
              </a:xfrm>
              <a:custGeom>
                <a:avLst/>
                <a:gdLst>
                  <a:gd name="T0" fmla="*/ 144 w 148"/>
                  <a:gd name="T1" fmla="*/ 13 h 13"/>
                  <a:gd name="T2" fmla="*/ 0 w 148"/>
                  <a:gd name="T3" fmla="*/ 13 h 13"/>
                  <a:gd name="T4" fmla="*/ 4 w 148"/>
                  <a:gd name="T5" fmla="*/ 0 h 13"/>
                  <a:gd name="T6" fmla="*/ 148 w 148"/>
                  <a:gd name="T7" fmla="*/ 0 h 13"/>
                  <a:gd name="T8" fmla="*/ 144 w 148"/>
                  <a:gd name="T9" fmla="*/ 13 h 13"/>
                </a:gdLst>
                <a:ahLst/>
                <a:cxnLst>
                  <a:cxn ang="0">
                    <a:pos x="T0" y="T1"/>
                  </a:cxn>
                  <a:cxn ang="0">
                    <a:pos x="T2" y="T3"/>
                  </a:cxn>
                  <a:cxn ang="0">
                    <a:pos x="T4" y="T5"/>
                  </a:cxn>
                  <a:cxn ang="0">
                    <a:pos x="T6" y="T7"/>
                  </a:cxn>
                  <a:cxn ang="0">
                    <a:pos x="T8" y="T9"/>
                  </a:cxn>
                </a:cxnLst>
                <a:rect l="0" t="0" r="r" b="b"/>
                <a:pathLst>
                  <a:path w="148" h="13">
                    <a:moveTo>
                      <a:pt x="144" y="13"/>
                    </a:moveTo>
                    <a:lnTo>
                      <a:pt x="0" y="13"/>
                    </a:lnTo>
                    <a:lnTo>
                      <a:pt x="4" y="0"/>
                    </a:lnTo>
                    <a:lnTo>
                      <a:pt x="148" y="0"/>
                    </a:lnTo>
                    <a:lnTo>
                      <a:pt x="144" y="13"/>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anchor="ctr"/>
              <a:lstStyle/>
              <a:p>
                <a:pPr algn="ctr"/>
                <a:endParaRPr/>
              </a:p>
            </p:txBody>
          </p:sp>
          <p:sp>
            <p:nvSpPr>
              <p:cNvPr id="470" name="îŝḷíḑê">
                <a:extLst>
                  <a:ext uri="{FF2B5EF4-FFF2-40B4-BE49-F238E27FC236}">
                    <a16:creationId xmlns:a16="http://schemas.microsoft.com/office/drawing/2014/main" id="{8292189D-FF2C-450E-9980-ACE475C4189A}"/>
                  </a:ext>
                </a:extLst>
              </p:cNvPr>
              <p:cNvSpPr/>
              <p:nvPr/>
            </p:nvSpPr>
            <p:spPr bwMode="auto">
              <a:xfrm>
                <a:off x="3768" y="2190"/>
                <a:ext cx="83" cy="13"/>
              </a:xfrm>
              <a:custGeom>
                <a:avLst/>
                <a:gdLst>
                  <a:gd name="T0" fmla="*/ 79 w 83"/>
                  <a:gd name="T1" fmla="*/ 13 h 13"/>
                  <a:gd name="T2" fmla="*/ 0 w 83"/>
                  <a:gd name="T3" fmla="*/ 13 h 13"/>
                  <a:gd name="T4" fmla="*/ 4 w 83"/>
                  <a:gd name="T5" fmla="*/ 0 h 13"/>
                  <a:gd name="T6" fmla="*/ 83 w 83"/>
                  <a:gd name="T7" fmla="*/ 0 h 13"/>
                  <a:gd name="T8" fmla="*/ 79 w 83"/>
                  <a:gd name="T9" fmla="*/ 13 h 13"/>
                </a:gdLst>
                <a:ahLst/>
                <a:cxnLst>
                  <a:cxn ang="0">
                    <a:pos x="T0" y="T1"/>
                  </a:cxn>
                  <a:cxn ang="0">
                    <a:pos x="T2" y="T3"/>
                  </a:cxn>
                  <a:cxn ang="0">
                    <a:pos x="T4" y="T5"/>
                  </a:cxn>
                  <a:cxn ang="0">
                    <a:pos x="T6" y="T7"/>
                  </a:cxn>
                  <a:cxn ang="0">
                    <a:pos x="T8" y="T9"/>
                  </a:cxn>
                </a:cxnLst>
                <a:rect l="0" t="0" r="r" b="b"/>
                <a:pathLst>
                  <a:path w="83" h="13">
                    <a:moveTo>
                      <a:pt x="79" y="13"/>
                    </a:moveTo>
                    <a:lnTo>
                      <a:pt x="0" y="13"/>
                    </a:lnTo>
                    <a:lnTo>
                      <a:pt x="4" y="0"/>
                    </a:lnTo>
                    <a:lnTo>
                      <a:pt x="83" y="0"/>
                    </a:lnTo>
                    <a:lnTo>
                      <a:pt x="79" y="13"/>
                    </a:lnTo>
                    <a:close/>
                  </a:path>
                </a:pathLst>
              </a:custGeom>
              <a:solidFill>
                <a:srgbClr val="7299E9"/>
              </a:solidFill>
              <a:ln>
                <a:noFill/>
              </a:ln>
              <a:extLst>
                <a:ext uri="{91240B29-F687-4F45-9708-019B960494DF}">
                  <a14:hiddenLine xmlns:a14="http://schemas.microsoft.com/office/drawing/2010/main" w="9525">
                    <a:solidFill>
                      <a:srgbClr val="000000"/>
                    </a:solidFill>
                    <a:round/>
                    <a:headEnd/>
                    <a:tailEnd/>
                  </a14:hiddenLine>
                </a:ext>
              </a:extLst>
            </p:spPr>
            <p:txBody>
              <a:bodyPr anchor="ctr"/>
              <a:lstStyle/>
              <a:p>
                <a:pPr algn="ctr"/>
                <a:endParaRPr/>
              </a:p>
            </p:txBody>
          </p:sp>
          <p:sp>
            <p:nvSpPr>
              <p:cNvPr id="471" name="îsľîḍê">
                <a:extLst>
                  <a:ext uri="{FF2B5EF4-FFF2-40B4-BE49-F238E27FC236}">
                    <a16:creationId xmlns:a16="http://schemas.microsoft.com/office/drawing/2014/main" id="{2176A198-0625-4E59-BD28-D8EA55819CCB}"/>
                  </a:ext>
                </a:extLst>
              </p:cNvPr>
              <p:cNvSpPr/>
              <p:nvPr/>
            </p:nvSpPr>
            <p:spPr bwMode="auto">
              <a:xfrm>
                <a:off x="3768" y="2190"/>
                <a:ext cx="83" cy="13"/>
              </a:xfrm>
              <a:custGeom>
                <a:avLst/>
                <a:gdLst>
                  <a:gd name="T0" fmla="*/ 79 w 83"/>
                  <a:gd name="T1" fmla="*/ 13 h 13"/>
                  <a:gd name="T2" fmla="*/ 0 w 83"/>
                  <a:gd name="T3" fmla="*/ 13 h 13"/>
                  <a:gd name="T4" fmla="*/ 4 w 83"/>
                  <a:gd name="T5" fmla="*/ 0 h 13"/>
                  <a:gd name="T6" fmla="*/ 83 w 83"/>
                  <a:gd name="T7" fmla="*/ 0 h 13"/>
                  <a:gd name="T8" fmla="*/ 79 w 83"/>
                  <a:gd name="T9" fmla="*/ 13 h 13"/>
                </a:gdLst>
                <a:ahLst/>
                <a:cxnLst>
                  <a:cxn ang="0">
                    <a:pos x="T0" y="T1"/>
                  </a:cxn>
                  <a:cxn ang="0">
                    <a:pos x="T2" y="T3"/>
                  </a:cxn>
                  <a:cxn ang="0">
                    <a:pos x="T4" y="T5"/>
                  </a:cxn>
                  <a:cxn ang="0">
                    <a:pos x="T6" y="T7"/>
                  </a:cxn>
                  <a:cxn ang="0">
                    <a:pos x="T8" y="T9"/>
                  </a:cxn>
                </a:cxnLst>
                <a:rect l="0" t="0" r="r" b="b"/>
                <a:pathLst>
                  <a:path w="83" h="13">
                    <a:moveTo>
                      <a:pt x="79" y="13"/>
                    </a:moveTo>
                    <a:lnTo>
                      <a:pt x="0" y="13"/>
                    </a:lnTo>
                    <a:lnTo>
                      <a:pt x="4" y="0"/>
                    </a:lnTo>
                    <a:lnTo>
                      <a:pt x="83" y="0"/>
                    </a:lnTo>
                    <a:lnTo>
                      <a:pt x="79" y="13"/>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anchor="ctr"/>
              <a:lstStyle/>
              <a:p>
                <a:pPr algn="ctr"/>
                <a:endParaRPr/>
              </a:p>
            </p:txBody>
          </p:sp>
          <p:sp>
            <p:nvSpPr>
              <p:cNvPr id="472" name="íśļïḋè">
                <a:extLst>
                  <a:ext uri="{FF2B5EF4-FFF2-40B4-BE49-F238E27FC236}">
                    <a16:creationId xmlns:a16="http://schemas.microsoft.com/office/drawing/2014/main" id="{84317D50-CC80-4F96-BA35-25812EA18A5F}"/>
                  </a:ext>
                </a:extLst>
              </p:cNvPr>
              <p:cNvSpPr/>
              <p:nvPr/>
            </p:nvSpPr>
            <p:spPr bwMode="auto">
              <a:xfrm>
                <a:off x="3603" y="2190"/>
                <a:ext cx="122" cy="13"/>
              </a:xfrm>
              <a:custGeom>
                <a:avLst/>
                <a:gdLst>
                  <a:gd name="T0" fmla="*/ 118 w 122"/>
                  <a:gd name="T1" fmla="*/ 13 h 13"/>
                  <a:gd name="T2" fmla="*/ 0 w 122"/>
                  <a:gd name="T3" fmla="*/ 13 h 13"/>
                  <a:gd name="T4" fmla="*/ 3 w 122"/>
                  <a:gd name="T5" fmla="*/ 0 h 13"/>
                  <a:gd name="T6" fmla="*/ 122 w 122"/>
                  <a:gd name="T7" fmla="*/ 0 h 13"/>
                  <a:gd name="T8" fmla="*/ 118 w 122"/>
                  <a:gd name="T9" fmla="*/ 13 h 13"/>
                </a:gdLst>
                <a:ahLst/>
                <a:cxnLst>
                  <a:cxn ang="0">
                    <a:pos x="T0" y="T1"/>
                  </a:cxn>
                  <a:cxn ang="0">
                    <a:pos x="T2" y="T3"/>
                  </a:cxn>
                  <a:cxn ang="0">
                    <a:pos x="T4" y="T5"/>
                  </a:cxn>
                  <a:cxn ang="0">
                    <a:pos x="T6" y="T7"/>
                  </a:cxn>
                  <a:cxn ang="0">
                    <a:pos x="T8" y="T9"/>
                  </a:cxn>
                </a:cxnLst>
                <a:rect l="0" t="0" r="r" b="b"/>
                <a:pathLst>
                  <a:path w="122" h="13">
                    <a:moveTo>
                      <a:pt x="118" y="13"/>
                    </a:moveTo>
                    <a:lnTo>
                      <a:pt x="0" y="13"/>
                    </a:lnTo>
                    <a:lnTo>
                      <a:pt x="3" y="0"/>
                    </a:lnTo>
                    <a:lnTo>
                      <a:pt x="122" y="0"/>
                    </a:lnTo>
                    <a:lnTo>
                      <a:pt x="118" y="13"/>
                    </a:lnTo>
                    <a:close/>
                  </a:path>
                </a:pathLst>
              </a:custGeom>
              <a:solidFill>
                <a:srgbClr val="DF3A3A"/>
              </a:solidFill>
              <a:ln>
                <a:noFill/>
              </a:ln>
              <a:extLst>
                <a:ext uri="{91240B29-F687-4F45-9708-019B960494DF}">
                  <a14:hiddenLine xmlns:a14="http://schemas.microsoft.com/office/drawing/2010/main" w="9525">
                    <a:solidFill>
                      <a:srgbClr val="000000"/>
                    </a:solidFill>
                    <a:round/>
                    <a:headEnd/>
                    <a:tailEnd/>
                  </a14:hiddenLine>
                </a:ext>
              </a:extLst>
            </p:spPr>
            <p:txBody>
              <a:bodyPr anchor="ctr"/>
              <a:lstStyle/>
              <a:p>
                <a:pPr algn="ctr"/>
                <a:endParaRPr/>
              </a:p>
            </p:txBody>
          </p:sp>
          <p:sp>
            <p:nvSpPr>
              <p:cNvPr id="473" name="íślíďé">
                <a:extLst>
                  <a:ext uri="{FF2B5EF4-FFF2-40B4-BE49-F238E27FC236}">
                    <a16:creationId xmlns:a16="http://schemas.microsoft.com/office/drawing/2014/main" id="{E13EB214-1C68-420D-ABBB-2D08C5800168}"/>
                  </a:ext>
                </a:extLst>
              </p:cNvPr>
              <p:cNvSpPr/>
              <p:nvPr/>
            </p:nvSpPr>
            <p:spPr bwMode="auto">
              <a:xfrm>
                <a:off x="3603" y="2190"/>
                <a:ext cx="122" cy="13"/>
              </a:xfrm>
              <a:custGeom>
                <a:avLst/>
                <a:gdLst>
                  <a:gd name="T0" fmla="*/ 118 w 122"/>
                  <a:gd name="T1" fmla="*/ 13 h 13"/>
                  <a:gd name="T2" fmla="*/ 0 w 122"/>
                  <a:gd name="T3" fmla="*/ 13 h 13"/>
                  <a:gd name="T4" fmla="*/ 3 w 122"/>
                  <a:gd name="T5" fmla="*/ 0 h 13"/>
                  <a:gd name="T6" fmla="*/ 122 w 122"/>
                  <a:gd name="T7" fmla="*/ 0 h 13"/>
                  <a:gd name="T8" fmla="*/ 118 w 122"/>
                  <a:gd name="T9" fmla="*/ 13 h 13"/>
                </a:gdLst>
                <a:ahLst/>
                <a:cxnLst>
                  <a:cxn ang="0">
                    <a:pos x="T0" y="T1"/>
                  </a:cxn>
                  <a:cxn ang="0">
                    <a:pos x="T2" y="T3"/>
                  </a:cxn>
                  <a:cxn ang="0">
                    <a:pos x="T4" y="T5"/>
                  </a:cxn>
                  <a:cxn ang="0">
                    <a:pos x="T6" y="T7"/>
                  </a:cxn>
                  <a:cxn ang="0">
                    <a:pos x="T8" y="T9"/>
                  </a:cxn>
                </a:cxnLst>
                <a:rect l="0" t="0" r="r" b="b"/>
                <a:pathLst>
                  <a:path w="122" h="13">
                    <a:moveTo>
                      <a:pt x="118" y="13"/>
                    </a:moveTo>
                    <a:lnTo>
                      <a:pt x="0" y="13"/>
                    </a:lnTo>
                    <a:lnTo>
                      <a:pt x="3" y="0"/>
                    </a:lnTo>
                    <a:lnTo>
                      <a:pt x="122" y="0"/>
                    </a:lnTo>
                    <a:lnTo>
                      <a:pt x="118" y="13"/>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anchor="ctr"/>
              <a:lstStyle/>
              <a:p>
                <a:pPr algn="ctr"/>
                <a:endParaRPr/>
              </a:p>
            </p:txBody>
          </p:sp>
          <p:sp>
            <p:nvSpPr>
              <p:cNvPr id="474" name="ïṡ1ïḍe">
                <a:extLst>
                  <a:ext uri="{FF2B5EF4-FFF2-40B4-BE49-F238E27FC236}">
                    <a16:creationId xmlns:a16="http://schemas.microsoft.com/office/drawing/2014/main" id="{B120E119-001A-42CE-98E3-DE4FBBFAB618}"/>
                  </a:ext>
                </a:extLst>
              </p:cNvPr>
              <p:cNvSpPr/>
              <p:nvPr/>
            </p:nvSpPr>
            <p:spPr bwMode="auto">
              <a:xfrm>
                <a:off x="3577" y="2025"/>
                <a:ext cx="74" cy="13"/>
              </a:xfrm>
              <a:custGeom>
                <a:avLst/>
                <a:gdLst>
                  <a:gd name="T0" fmla="*/ 69 w 74"/>
                  <a:gd name="T1" fmla="*/ 13 h 13"/>
                  <a:gd name="T2" fmla="*/ 0 w 74"/>
                  <a:gd name="T3" fmla="*/ 13 h 13"/>
                  <a:gd name="T4" fmla="*/ 4 w 74"/>
                  <a:gd name="T5" fmla="*/ 0 h 13"/>
                  <a:gd name="T6" fmla="*/ 74 w 74"/>
                  <a:gd name="T7" fmla="*/ 0 h 13"/>
                  <a:gd name="T8" fmla="*/ 69 w 74"/>
                  <a:gd name="T9" fmla="*/ 13 h 13"/>
                </a:gdLst>
                <a:ahLst/>
                <a:cxnLst>
                  <a:cxn ang="0">
                    <a:pos x="T0" y="T1"/>
                  </a:cxn>
                  <a:cxn ang="0">
                    <a:pos x="T2" y="T3"/>
                  </a:cxn>
                  <a:cxn ang="0">
                    <a:pos x="T4" y="T5"/>
                  </a:cxn>
                  <a:cxn ang="0">
                    <a:pos x="T6" y="T7"/>
                  </a:cxn>
                  <a:cxn ang="0">
                    <a:pos x="T8" y="T9"/>
                  </a:cxn>
                </a:cxnLst>
                <a:rect l="0" t="0" r="r" b="b"/>
                <a:pathLst>
                  <a:path w="74" h="13">
                    <a:moveTo>
                      <a:pt x="69" y="13"/>
                    </a:moveTo>
                    <a:lnTo>
                      <a:pt x="0" y="13"/>
                    </a:lnTo>
                    <a:lnTo>
                      <a:pt x="4" y="0"/>
                    </a:lnTo>
                    <a:lnTo>
                      <a:pt x="74" y="0"/>
                    </a:lnTo>
                    <a:lnTo>
                      <a:pt x="69" y="13"/>
                    </a:lnTo>
                    <a:close/>
                  </a:path>
                </a:pathLst>
              </a:custGeom>
              <a:solidFill>
                <a:srgbClr val="C9C9CE"/>
              </a:solidFill>
              <a:ln>
                <a:noFill/>
              </a:ln>
              <a:extLst>
                <a:ext uri="{91240B29-F687-4F45-9708-019B960494DF}">
                  <a14:hiddenLine xmlns:a14="http://schemas.microsoft.com/office/drawing/2010/main" w="9525">
                    <a:solidFill>
                      <a:srgbClr val="000000"/>
                    </a:solidFill>
                    <a:round/>
                    <a:headEnd/>
                    <a:tailEnd/>
                  </a14:hiddenLine>
                </a:ext>
              </a:extLst>
            </p:spPr>
            <p:txBody>
              <a:bodyPr anchor="ctr"/>
              <a:lstStyle/>
              <a:p>
                <a:pPr algn="ctr"/>
                <a:endParaRPr/>
              </a:p>
            </p:txBody>
          </p:sp>
          <p:sp>
            <p:nvSpPr>
              <p:cNvPr id="475" name="ïṣ1iḑe">
                <a:extLst>
                  <a:ext uri="{FF2B5EF4-FFF2-40B4-BE49-F238E27FC236}">
                    <a16:creationId xmlns:a16="http://schemas.microsoft.com/office/drawing/2014/main" id="{CAC1C0B6-633B-4DF5-B55C-F8CC1CC97099}"/>
                  </a:ext>
                </a:extLst>
              </p:cNvPr>
              <p:cNvSpPr/>
              <p:nvPr/>
            </p:nvSpPr>
            <p:spPr bwMode="auto">
              <a:xfrm>
                <a:off x="3690" y="2025"/>
                <a:ext cx="73" cy="13"/>
              </a:xfrm>
              <a:custGeom>
                <a:avLst/>
                <a:gdLst>
                  <a:gd name="T0" fmla="*/ 69 w 73"/>
                  <a:gd name="T1" fmla="*/ 13 h 13"/>
                  <a:gd name="T2" fmla="*/ 0 w 73"/>
                  <a:gd name="T3" fmla="*/ 13 h 13"/>
                  <a:gd name="T4" fmla="*/ 4 w 73"/>
                  <a:gd name="T5" fmla="*/ 0 h 13"/>
                  <a:gd name="T6" fmla="*/ 73 w 73"/>
                  <a:gd name="T7" fmla="*/ 0 h 13"/>
                  <a:gd name="T8" fmla="*/ 69 w 73"/>
                  <a:gd name="T9" fmla="*/ 13 h 13"/>
                </a:gdLst>
                <a:ahLst/>
                <a:cxnLst>
                  <a:cxn ang="0">
                    <a:pos x="T0" y="T1"/>
                  </a:cxn>
                  <a:cxn ang="0">
                    <a:pos x="T2" y="T3"/>
                  </a:cxn>
                  <a:cxn ang="0">
                    <a:pos x="T4" y="T5"/>
                  </a:cxn>
                  <a:cxn ang="0">
                    <a:pos x="T6" y="T7"/>
                  </a:cxn>
                  <a:cxn ang="0">
                    <a:pos x="T8" y="T9"/>
                  </a:cxn>
                </a:cxnLst>
                <a:rect l="0" t="0" r="r" b="b"/>
                <a:pathLst>
                  <a:path w="73" h="13">
                    <a:moveTo>
                      <a:pt x="69" y="13"/>
                    </a:moveTo>
                    <a:lnTo>
                      <a:pt x="0" y="13"/>
                    </a:lnTo>
                    <a:lnTo>
                      <a:pt x="4" y="0"/>
                    </a:lnTo>
                    <a:lnTo>
                      <a:pt x="73" y="0"/>
                    </a:lnTo>
                    <a:lnTo>
                      <a:pt x="69" y="13"/>
                    </a:lnTo>
                    <a:close/>
                  </a:path>
                </a:pathLst>
              </a:custGeom>
              <a:solidFill>
                <a:srgbClr val="C9C9CE"/>
              </a:solidFill>
              <a:ln>
                <a:noFill/>
              </a:ln>
              <a:extLst>
                <a:ext uri="{91240B29-F687-4F45-9708-019B960494DF}">
                  <a14:hiddenLine xmlns:a14="http://schemas.microsoft.com/office/drawing/2010/main" w="9525">
                    <a:solidFill>
                      <a:srgbClr val="000000"/>
                    </a:solidFill>
                    <a:round/>
                    <a:headEnd/>
                    <a:tailEnd/>
                  </a14:hiddenLine>
                </a:ext>
              </a:extLst>
            </p:spPr>
            <p:txBody>
              <a:bodyPr anchor="ctr"/>
              <a:lstStyle/>
              <a:p>
                <a:pPr algn="ctr"/>
                <a:endParaRPr/>
              </a:p>
            </p:txBody>
          </p:sp>
          <p:sp>
            <p:nvSpPr>
              <p:cNvPr id="476" name="iSḻîdê">
                <a:extLst>
                  <a:ext uri="{FF2B5EF4-FFF2-40B4-BE49-F238E27FC236}">
                    <a16:creationId xmlns:a16="http://schemas.microsoft.com/office/drawing/2014/main" id="{0C043CEA-1A8E-44E3-AA2C-21B36418C4D0}"/>
                  </a:ext>
                </a:extLst>
              </p:cNvPr>
              <p:cNvSpPr/>
              <p:nvPr/>
            </p:nvSpPr>
            <p:spPr bwMode="auto">
              <a:xfrm>
                <a:off x="3690" y="2025"/>
                <a:ext cx="73" cy="13"/>
              </a:xfrm>
              <a:custGeom>
                <a:avLst/>
                <a:gdLst>
                  <a:gd name="T0" fmla="*/ 69 w 73"/>
                  <a:gd name="T1" fmla="*/ 13 h 13"/>
                  <a:gd name="T2" fmla="*/ 0 w 73"/>
                  <a:gd name="T3" fmla="*/ 13 h 13"/>
                  <a:gd name="T4" fmla="*/ 4 w 73"/>
                  <a:gd name="T5" fmla="*/ 0 h 13"/>
                  <a:gd name="T6" fmla="*/ 73 w 73"/>
                  <a:gd name="T7" fmla="*/ 0 h 13"/>
                  <a:gd name="T8" fmla="*/ 69 w 73"/>
                  <a:gd name="T9" fmla="*/ 13 h 13"/>
                </a:gdLst>
                <a:ahLst/>
                <a:cxnLst>
                  <a:cxn ang="0">
                    <a:pos x="T0" y="T1"/>
                  </a:cxn>
                  <a:cxn ang="0">
                    <a:pos x="T2" y="T3"/>
                  </a:cxn>
                  <a:cxn ang="0">
                    <a:pos x="T4" y="T5"/>
                  </a:cxn>
                  <a:cxn ang="0">
                    <a:pos x="T6" y="T7"/>
                  </a:cxn>
                  <a:cxn ang="0">
                    <a:pos x="T8" y="T9"/>
                  </a:cxn>
                </a:cxnLst>
                <a:rect l="0" t="0" r="r" b="b"/>
                <a:pathLst>
                  <a:path w="73" h="13">
                    <a:moveTo>
                      <a:pt x="69" y="13"/>
                    </a:moveTo>
                    <a:lnTo>
                      <a:pt x="0" y="13"/>
                    </a:lnTo>
                    <a:lnTo>
                      <a:pt x="4" y="0"/>
                    </a:lnTo>
                    <a:lnTo>
                      <a:pt x="73" y="0"/>
                    </a:lnTo>
                    <a:lnTo>
                      <a:pt x="69" y="13"/>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anchor="ctr"/>
              <a:lstStyle/>
              <a:p>
                <a:pPr algn="ctr"/>
                <a:endParaRPr/>
              </a:p>
            </p:txBody>
          </p:sp>
          <p:sp>
            <p:nvSpPr>
              <p:cNvPr id="477" name="îṥľîḓe">
                <a:extLst>
                  <a:ext uri="{FF2B5EF4-FFF2-40B4-BE49-F238E27FC236}">
                    <a16:creationId xmlns:a16="http://schemas.microsoft.com/office/drawing/2014/main" id="{FD3C6EAD-8C2A-4F69-9BA8-45882808AA40}"/>
                  </a:ext>
                </a:extLst>
              </p:cNvPr>
              <p:cNvSpPr/>
              <p:nvPr/>
            </p:nvSpPr>
            <p:spPr bwMode="auto">
              <a:xfrm>
                <a:off x="3916" y="2025"/>
                <a:ext cx="122" cy="13"/>
              </a:xfrm>
              <a:custGeom>
                <a:avLst/>
                <a:gdLst>
                  <a:gd name="T0" fmla="*/ 118 w 122"/>
                  <a:gd name="T1" fmla="*/ 13 h 13"/>
                  <a:gd name="T2" fmla="*/ 0 w 122"/>
                  <a:gd name="T3" fmla="*/ 13 h 13"/>
                  <a:gd name="T4" fmla="*/ 4 w 122"/>
                  <a:gd name="T5" fmla="*/ 0 h 13"/>
                  <a:gd name="T6" fmla="*/ 122 w 122"/>
                  <a:gd name="T7" fmla="*/ 0 h 13"/>
                  <a:gd name="T8" fmla="*/ 118 w 122"/>
                  <a:gd name="T9" fmla="*/ 13 h 13"/>
                </a:gdLst>
                <a:ahLst/>
                <a:cxnLst>
                  <a:cxn ang="0">
                    <a:pos x="T0" y="T1"/>
                  </a:cxn>
                  <a:cxn ang="0">
                    <a:pos x="T2" y="T3"/>
                  </a:cxn>
                  <a:cxn ang="0">
                    <a:pos x="T4" y="T5"/>
                  </a:cxn>
                  <a:cxn ang="0">
                    <a:pos x="T6" y="T7"/>
                  </a:cxn>
                  <a:cxn ang="0">
                    <a:pos x="T8" y="T9"/>
                  </a:cxn>
                </a:cxnLst>
                <a:rect l="0" t="0" r="r" b="b"/>
                <a:pathLst>
                  <a:path w="122" h="13">
                    <a:moveTo>
                      <a:pt x="118" y="13"/>
                    </a:moveTo>
                    <a:lnTo>
                      <a:pt x="0" y="13"/>
                    </a:lnTo>
                    <a:lnTo>
                      <a:pt x="4" y="0"/>
                    </a:lnTo>
                    <a:lnTo>
                      <a:pt x="122" y="0"/>
                    </a:lnTo>
                    <a:lnTo>
                      <a:pt x="118" y="13"/>
                    </a:lnTo>
                    <a:close/>
                  </a:path>
                </a:pathLst>
              </a:custGeom>
              <a:solidFill>
                <a:srgbClr val="7299E9"/>
              </a:solidFill>
              <a:ln>
                <a:noFill/>
              </a:ln>
              <a:extLst>
                <a:ext uri="{91240B29-F687-4F45-9708-019B960494DF}">
                  <a14:hiddenLine xmlns:a14="http://schemas.microsoft.com/office/drawing/2010/main" w="9525">
                    <a:solidFill>
                      <a:srgbClr val="000000"/>
                    </a:solidFill>
                    <a:round/>
                    <a:headEnd/>
                    <a:tailEnd/>
                  </a14:hiddenLine>
                </a:ext>
              </a:extLst>
            </p:spPr>
            <p:txBody>
              <a:bodyPr anchor="ctr"/>
              <a:lstStyle/>
              <a:p>
                <a:pPr algn="ctr"/>
                <a:endParaRPr/>
              </a:p>
            </p:txBody>
          </p:sp>
          <p:sp>
            <p:nvSpPr>
              <p:cNvPr id="478" name="ïŝ1íďé">
                <a:extLst>
                  <a:ext uri="{FF2B5EF4-FFF2-40B4-BE49-F238E27FC236}">
                    <a16:creationId xmlns:a16="http://schemas.microsoft.com/office/drawing/2014/main" id="{89757027-1E84-466F-B79F-8422B38AB878}"/>
                  </a:ext>
                </a:extLst>
              </p:cNvPr>
              <p:cNvSpPr/>
              <p:nvPr/>
            </p:nvSpPr>
            <p:spPr bwMode="auto">
              <a:xfrm>
                <a:off x="3916" y="2025"/>
                <a:ext cx="122" cy="13"/>
              </a:xfrm>
              <a:custGeom>
                <a:avLst/>
                <a:gdLst>
                  <a:gd name="T0" fmla="*/ 118 w 122"/>
                  <a:gd name="T1" fmla="*/ 13 h 13"/>
                  <a:gd name="T2" fmla="*/ 0 w 122"/>
                  <a:gd name="T3" fmla="*/ 13 h 13"/>
                  <a:gd name="T4" fmla="*/ 4 w 122"/>
                  <a:gd name="T5" fmla="*/ 0 h 13"/>
                  <a:gd name="T6" fmla="*/ 122 w 122"/>
                  <a:gd name="T7" fmla="*/ 0 h 13"/>
                  <a:gd name="T8" fmla="*/ 118 w 122"/>
                  <a:gd name="T9" fmla="*/ 13 h 13"/>
                </a:gdLst>
                <a:ahLst/>
                <a:cxnLst>
                  <a:cxn ang="0">
                    <a:pos x="T0" y="T1"/>
                  </a:cxn>
                  <a:cxn ang="0">
                    <a:pos x="T2" y="T3"/>
                  </a:cxn>
                  <a:cxn ang="0">
                    <a:pos x="T4" y="T5"/>
                  </a:cxn>
                  <a:cxn ang="0">
                    <a:pos x="T6" y="T7"/>
                  </a:cxn>
                  <a:cxn ang="0">
                    <a:pos x="T8" y="T9"/>
                  </a:cxn>
                </a:cxnLst>
                <a:rect l="0" t="0" r="r" b="b"/>
                <a:pathLst>
                  <a:path w="122" h="13">
                    <a:moveTo>
                      <a:pt x="118" y="13"/>
                    </a:moveTo>
                    <a:lnTo>
                      <a:pt x="0" y="13"/>
                    </a:lnTo>
                    <a:lnTo>
                      <a:pt x="4" y="0"/>
                    </a:lnTo>
                    <a:lnTo>
                      <a:pt x="122" y="0"/>
                    </a:lnTo>
                    <a:lnTo>
                      <a:pt x="118" y="13"/>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anchor="ctr"/>
              <a:lstStyle/>
              <a:p>
                <a:pPr algn="ctr"/>
                <a:endParaRPr/>
              </a:p>
            </p:txBody>
          </p:sp>
          <p:sp>
            <p:nvSpPr>
              <p:cNvPr id="479" name="íśḷiḓe">
                <a:extLst>
                  <a:ext uri="{FF2B5EF4-FFF2-40B4-BE49-F238E27FC236}">
                    <a16:creationId xmlns:a16="http://schemas.microsoft.com/office/drawing/2014/main" id="{36F833DC-CEB4-48B7-821D-780CF7899C64}"/>
                  </a:ext>
                </a:extLst>
              </p:cNvPr>
              <p:cNvSpPr/>
              <p:nvPr/>
            </p:nvSpPr>
            <p:spPr bwMode="auto">
              <a:xfrm>
                <a:off x="3561" y="2080"/>
                <a:ext cx="122" cy="12"/>
              </a:xfrm>
              <a:custGeom>
                <a:avLst/>
                <a:gdLst>
                  <a:gd name="T0" fmla="*/ 0 w 122"/>
                  <a:gd name="T1" fmla="*/ 12 h 12"/>
                  <a:gd name="T2" fmla="*/ 118 w 122"/>
                  <a:gd name="T3" fmla="*/ 12 h 12"/>
                  <a:gd name="T4" fmla="*/ 122 w 122"/>
                  <a:gd name="T5" fmla="*/ 0 h 12"/>
                  <a:gd name="T6" fmla="*/ 3 w 122"/>
                  <a:gd name="T7" fmla="*/ 0 h 12"/>
                  <a:gd name="T8" fmla="*/ 0 w 122"/>
                  <a:gd name="T9" fmla="*/ 12 h 12"/>
                </a:gdLst>
                <a:ahLst/>
                <a:cxnLst>
                  <a:cxn ang="0">
                    <a:pos x="T0" y="T1"/>
                  </a:cxn>
                  <a:cxn ang="0">
                    <a:pos x="T2" y="T3"/>
                  </a:cxn>
                  <a:cxn ang="0">
                    <a:pos x="T4" y="T5"/>
                  </a:cxn>
                  <a:cxn ang="0">
                    <a:pos x="T6" y="T7"/>
                  </a:cxn>
                  <a:cxn ang="0">
                    <a:pos x="T8" y="T9"/>
                  </a:cxn>
                </a:cxnLst>
                <a:rect l="0" t="0" r="r" b="b"/>
                <a:pathLst>
                  <a:path w="122" h="12">
                    <a:moveTo>
                      <a:pt x="0" y="12"/>
                    </a:moveTo>
                    <a:lnTo>
                      <a:pt x="118" y="12"/>
                    </a:lnTo>
                    <a:lnTo>
                      <a:pt x="122" y="0"/>
                    </a:lnTo>
                    <a:lnTo>
                      <a:pt x="3" y="0"/>
                    </a:lnTo>
                    <a:lnTo>
                      <a:pt x="0" y="12"/>
                    </a:lnTo>
                    <a:close/>
                  </a:path>
                </a:pathLst>
              </a:custGeom>
              <a:solidFill>
                <a:srgbClr val="7299E9"/>
              </a:solidFill>
              <a:ln>
                <a:noFill/>
              </a:ln>
              <a:extLst>
                <a:ext uri="{91240B29-F687-4F45-9708-019B960494DF}">
                  <a14:hiddenLine xmlns:a14="http://schemas.microsoft.com/office/drawing/2010/main" w="9525">
                    <a:solidFill>
                      <a:srgbClr val="000000"/>
                    </a:solidFill>
                    <a:round/>
                    <a:headEnd/>
                    <a:tailEnd/>
                  </a14:hiddenLine>
                </a:ext>
              </a:extLst>
            </p:spPr>
            <p:txBody>
              <a:bodyPr anchor="ctr"/>
              <a:lstStyle/>
              <a:p>
                <a:pPr algn="ctr"/>
                <a:endParaRPr/>
              </a:p>
            </p:txBody>
          </p:sp>
          <p:sp>
            <p:nvSpPr>
              <p:cNvPr id="480" name="ïṥḷíďê">
                <a:extLst>
                  <a:ext uri="{FF2B5EF4-FFF2-40B4-BE49-F238E27FC236}">
                    <a16:creationId xmlns:a16="http://schemas.microsoft.com/office/drawing/2014/main" id="{E295F312-C14A-45A9-B986-060FE4050C05}"/>
                  </a:ext>
                </a:extLst>
              </p:cNvPr>
              <p:cNvSpPr/>
              <p:nvPr/>
            </p:nvSpPr>
            <p:spPr bwMode="auto">
              <a:xfrm>
                <a:off x="3561" y="2080"/>
                <a:ext cx="122" cy="12"/>
              </a:xfrm>
              <a:custGeom>
                <a:avLst/>
                <a:gdLst>
                  <a:gd name="T0" fmla="*/ 0 w 122"/>
                  <a:gd name="T1" fmla="*/ 12 h 12"/>
                  <a:gd name="T2" fmla="*/ 118 w 122"/>
                  <a:gd name="T3" fmla="*/ 12 h 12"/>
                  <a:gd name="T4" fmla="*/ 122 w 122"/>
                  <a:gd name="T5" fmla="*/ 0 h 12"/>
                  <a:gd name="T6" fmla="*/ 3 w 122"/>
                  <a:gd name="T7" fmla="*/ 0 h 12"/>
                  <a:gd name="T8" fmla="*/ 0 w 122"/>
                  <a:gd name="T9" fmla="*/ 12 h 12"/>
                </a:gdLst>
                <a:ahLst/>
                <a:cxnLst>
                  <a:cxn ang="0">
                    <a:pos x="T0" y="T1"/>
                  </a:cxn>
                  <a:cxn ang="0">
                    <a:pos x="T2" y="T3"/>
                  </a:cxn>
                  <a:cxn ang="0">
                    <a:pos x="T4" y="T5"/>
                  </a:cxn>
                  <a:cxn ang="0">
                    <a:pos x="T6" y="T7"/>
                  </a:cxn>
                  <a:cxn ang="0">
                    <a:pos x="T8" y="T9"/>
                  </a:cxn>
                </a:cxnLst>
                <a:rect l="0" t="0" r="r" b="b"/>
                <a:pathLst>
                  <a:path w="122" h="12">
                    <a:moveTo>
                      <a:pt x="0" y="12"/>
                    </a:moveTo>
                    <a:lnTo>
                      <a:pt x="118" y="12"/>
                    </a:lnTo>
                    <a:lnTo>
                      <a:pt x="122" y="0"/>
                    </a:lnTo>
                    <a:lnTo>
                      <a:pt x="3" y="0"/>
                    </a:lnTo>
                    <a:lnTo>
                      <a:pt x="0" y="12"/>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anchor="ctr"/>
              <a:lstStyle/>
              <a:p>
                <a:pPr algn="ctr"/>
                <a:endParaRPr/>
              </a:p>
            </p:txBody>
          </p:sp>
          <p:sp>
            <p:nvSpPr>
              <p:cNvPr id="481" name="ï$ļíďè">
                <a:extLst>
                  <a:ext uri="{FF2B5EF4-FFF2-40B4-BE49-F238E27FC236}">
                    <a16:creationId xmlns:a16="http://schemas.microsoft.com/office/drawing/2014/main" id="{8CDF60A2-C838-4562-9803-7AE172EB219A}"/>
                  </a:ext>
                </a:extLst>
              </p:cNvPr>
              <p:cNvSpPr/>
              <p:nvPr/>
            </p:nvSpPr>
            <p:spPr bwMode="auto">
              <a:xfrm>
                <a:off x="3743" y="2080"/>
                <a:ext cx="122" cy="12"/>
              </a:xfrm>
              <a:custGeom>
                <a:avLst/>
                <a:gdLst>
                  <a:gd name="T0" fmla="*/ 0 w 122"/>
                  <a:gd name="T1" fmla="*/ 12 h 12"/>
                  <a:gd name="T2" fmla="*/ 118 w 122"/>
                  <a:gd name="T3" fmla="*/ 12 h 12"/>
                  <a:gd name="T4" fmla="*/ 122 w 122"/>
                  <a:gd name="T5" fmla="*/ 0 h 12"/>
                  <a:gd name="T6" fmla="*/ 4 w 122"/>
                  <a:gd name="T7" fmla="*/ 0 h 12"/>
                  <a:gd name="T8" fmla="*/ 0 w 122"/>
                  <a:gd name="T9" fmla="*/ 12 h 12"/>
                </a:gdLst>
                <a:ahLst/>
                <a:cxnLst>
                  <a:cxn ang="0">
                    <a:pos x="T0" y="T1"/>
                  </a:cxn>
                  <a:cxn ang="0">
                    <a:pos x="T2" y="T3"/>
                  </a:cxn>
                  <a:cxn ang="0">
                    <a:pos x="T4" y="T5"/>
                  </a:cxn>
                  <a:cxn ang="0">
                    <a:pos x="T6" y="T7"/>
                  </a:cxn>
                  <a:cxn ang="0">
                    <a:pos x="T8" y="T9"/>
                  </a:cxn>
                </a:cxnLst>
                <a:rect l="0" t="0" r="r" b="b"/>
                <a:pathLst>
                  <a:path w="122" h="12">
                    <a:moveTo>
                      <a:pt x="0" y="12"/>
                    </a:moveTo>
                    <a:lnTo>
                      <a:pt x="118" y="12"/>
                    </a:lnTo>
                    <a:lnTo>
                      <a:pt x="122" y="0"/>
                    </a:lnTo>
                    <a:lnTo>
                      <a:pt x="4" y="0"/>
                    </a:lnTo>
                    <a:lnTo>
                      <a:pt x="0" y="12"/>
                    </a:lnTo>
                    <a:close/>
                  </a:path>
                </a:pathLst>
              </a:custGeom>
              <a:solidFill>
                <a:srgbClr val="7299E9"/>
              </a:solidFill>
              <a:ln>
                <a:noFill/>
              </a:ln>
              <a:extLst>
                <a:ext uri="{91240B29-F687-4F45-9708-019B960494DF}">
                  <a14:hiddenLine xmlns:a14="http://schemas.microsoft.com/office/drawing/2010/main" w="9525">
                    <a:solidFill>
                      <a:srgbClr val="000000"/>
                    </a:solidFill>
                    <a:round/>
                    <a:headEnd/>
                    <a:tailEnd/>
                  </a14:hiddenLine>
                </a:ext>
              </a:extLst>
            </p:spPr>
            <p:txBody>
              <a:bodyPr anchor="ctr"/>
              <a:lstStyle/>
              <a:p>
                <a:pPr algn="ctr"/>
                <a:endParaRPr/>
              </a:p>
            </p:txBody>
          </p:sp>
          <p:sp>
            <p:nvSpPr>
              <p:cNvPr id="482" name="íṧlíḓè">
                <a:extLst>
                  <a:ext uri="{FF2B5EF4-FFF2-40B4-BE49-F238E27FC236}">
                    <a16:creationId xmlns:a16="http://schemas.microsoft.com/office/drawing/2014/main" id="{D6DE3A1B-2205-4F74-9458-605A0BEA3F50}"/>
                  </a:ext>
                </a:extLst>
              </p:cNvPr>
              <p:cNvSpPr/>
              <p:nvPr/>
            </p:nvSpPr>
            <p:spPr bwMode="auto">
              <a:xfrm>
                <a:off x="3743" y="2080"/>
                <a:ext cx="122" cy="12"/>
              </a:xfrm>
              <a:custGeom>
                <a:avLst/>
                <a:gdLst>
                  <a:gd name="T0" fmla="*/ 0 w 122"/>
                  <a:gd name="T1" fmla="*/ 12 h 12"/>
                  <a:gd name="T2" fmla="*/ 118 w 122"/>
                  <a:gd name="T3" fmla="*/ 12 h 12"/>
                  <a:gd name="T4" fmla="*/ 122 w 122"/>
                  <a:gd name="T5" fmla="*/ 0 h 12"/>
                  <a:gd name="T6" fmla="*/ 4 w 122"/>
                  <a:gd name="T7" fmla="*/ 0 h 12"/>
                  <a:gd name="T8" fmla="*/ 0 w 122"/>
                  <a:gd name="T9" fmla="*/ 12 h 12"/>
                </a:gdLst>
                <a:ahLst/>
                <a:cxnLst>
                  <a:cxn ang="0">
                    <a:pos x="T0" y="T1"/>
                  </a:cxn>
                  <a:cxn ang="0">
                    <a:pos x="T2" y="T3"/>
                  </a:cxn>
                  <a:cxn ang="0">
                    <a:pos x="T4" y="T5"/>
                  </a:cxn>
                  <a:cxn ang="0">
                    <a:pos x="T6" y="T7"/>
                  </a:cxn>
                  <a:cxn ang="0">
                    <a:pos x="T8" y="T9"/>
                  </a:cxn>
                </a:cxnLst>
                <a:rect l="0" t="0" r="r" b="b"/>
                <a:pathLst>
                  <a:path w="122" h="12">
                    <a:moveTo>
                      <a:pt x="0" y="12"/>
                    </a:moveTo>
                    <a:lnTo>
                      <a:pt x="118" y="12"/>
                    </a:lnTo>
                    <a:lnTo>
                      <a:pt x="122" y="0"/>
                    </a:lnTo>
                    <a:lnTo>
                      <a:pt x="4" y="0"/>
                    </a:lnTo>
                    <a:lnTo>
                      <a:pt x="0" y="12"/>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anchor="ctr"/>
              <a:lstStyle/>
              <a:p>
                <a:pPr algn="ctr"/>
                <a:endParaRPr/>
              </a:p>
            </p:txBody>
          </p:sp>
          <p:sp>
            <p:nvSpPr>
              <p:cNvPr id="483" name="iSļidê">
                <a:extLst>
                  <a:ext uri="{FF2B5EF4-FFF2-40B4-BE49-F238E27FC236}">
                    <a16:creationId xmlns:a16="http://schemas.microsoft.com/office/drawing/2014/main" id="{A15DAAF7-A0F0-48F1-AEB3-29CF1A68E930}"/>
                  </a:ext>
                </a:extLst>
              </p:cNvPr>
              <p:cNvSpPr/>
              <p:nvPr/>
            </p:nvSpPr>
            <p:spPr bwMode="auto">
              <a:xfrm>
                <a:off x="3902" y="2080"/>
                <a:ext cx="122" cy="12"/>
              </a:xfrm>
              <a:custGeom>
                <a:avLst/>
                <a:gdLst>
                  <a:gd name="T0" fmla="*/ 0 w 122"/>
                  <a:gd name="T1" fmla="*/ 12 h 12"/>
                  <a:gd name="T2" fmla="*/ 118 w 122"/>
                  <a:gd name="T3" fmla="*/ 12 h 12"/>
                  <a:gd name="T4" fmla="*/ 122 w 122"/>
                  <a:gd name="T5" fmla="*/ 0 h 12"/>
                  <a:gd name="T6" fmla="*/ 4 w 122"/>
                  <a:gd name="T7" fmla="*/ 0 h 12"/>
                  <a:gd name="T8" fmla="*/ 0 w 122"/>
                  <a:gd name="T9" fmla="*/ 12 h 12"/>
                </a:gdLst>
                <a:ahLst/>
                <a:cxnLst>
                  <a:cxn ang="0">
                    <a:pos x="T0" y="T1"/>
                  </a:cxn>
                  <a:cxn ang="0">
                    <a:pos x="T2" y="T3"/>
                  </a:cxn>
                  <a:cxn ang="0">
                    <a:pos x="T4" y="T5"/>
                  </a:cxn>
                  <a:cxn ang="0">
                    <a:pos x="T6" y="T7"/>
                  </a:cxn>
                  <a:cxn ang="0">
                    <a:pos x="T8" y="T9"/>
                  </a:cxn>
                </a:cxnLst>
                <a:rect l="0" t="0" r="r" b="b"/>
                <a:pathLst>
                  <a:path w="122" h="12">
                    <a:moveTo>
                      <a:pt x="0" y="12"/>
                    </a:moveTo>
                    <a:lnTo>
                      <a:pt x="118" y="12"/>
                    </a:lnTo>
                    <a:lnTo>
                      <a:pt x="122" y="0"/>
                    </a:lnTo>
                    <a:lnTo>
                      <a:pt x="4" y="0"/>
                    </a:lnTo>
                    <a:lnTo>
                      <a:pt x="0" y="12"/>
                    </a:lnTo>
                    <a:close/>
                  </a:path>
                </a:pathLst>
              </a:custGeom>
              <a:solidFill>
                <a:srgbClr val="EDEFF1"/>
              </a:solidFill>
              <a:ln>
                <a:noFill/>
              </a:ln>
              <a:extLst>
                <a:ext uri="{91240B29-F687-4F45-9708-019B960494DF}">
                  <a14:hiddenLine xmlns:a14="http://schemas.microsoft.com/office/drawing/2010/main" w="9525">
                    <a:solidFill>
                      <a:srgbClr val="000000"/>
                    </a:solidFill>
                    <a:round/>
                    <a:headEnd/>
                    <a:tailEnd/>
                  </a14:hiddenLine>
                </a:ext>
              </a:extLst>
            </p:spPr>
            <p:txBody>
              <a:bodyPr anchor="ctr"/>
              <a:lstStyle/>
              <a:p>
                <a:pPr algn="ctr"/>
                <a:endParaRPr/>
              </a:p>
            </p:txBody>
          </p:sp>
          <p:sp>
            <p:nvSpPr>
              <p:cNvPr id="484" name="iśḷîḓè">
                <a:extLst>
                  <a:ext uri="{FF2B5EF4-FFF2-40B4-BE49-F238E27FC236}">
                    <a16:creationId xmlns:a16="http://schemas.microsoft.com/office/drawing/2014/main" id="{AFD09C28-4C2F-4776-80DF-AC482F9118D9}"/>
                  </a:ext>
                </a:extLst>
              </p:cNvPr>
              <p:cNvSpPr/>
              <p:nvPr/>
            </p:nvSpPr>
            <p:spPr bwMode="auto">
              <a:xfrm>
                <a:off x="3902" y="2080"/>
                <a:ext cx="122" cy="12"/>
              </a:xfrm>
              <a:custGeom>
                <a:avLst/>
                <a:gdLst>
                  <a:gd name="T0" fmla="*/ 0 w 122"/>
                  <a:gd name="T1" fmla="*/ 12 h 12"/>
                  <a:gd name="T2" fmla="*/ 118 w 122"/>
                  <a:gd name="T3" fmla="*/ 12 h 12"/>
                  <a:gd name="T4" fmla="*/ 122 w 122"/>
                  <a:gd name="T5" fmla="*/ 0 h 12"/>
                  <a:gd name="T6" fmla="*/ 4 w 122"/>
                  <a:gd name="T7" fmla="*/ 0 h 12"/>
                  <a:gd name="T8" fmla="*/ 0 w 122"/>
                  <a:gd name="T9" fmla="*/ 12 h 12"/>
                </a:gdLst>
                <a:ahLst/>
                <a:cxnLst>
                  <a:cxn ang="0">
                    <a:pos x="T0" y="T1"/>
                  </a:cxn>
                  <a:cxn ang="0">
                    <a:pos x="T2" y="T3"/>
                  </a:cxn>
                  <a:cxn ang="0">
                    <a:pos x="T4" y="T5"/>
                  </a:cxn>
                  <a:cxn ang="0">
                    <a:pos x="T6" y="T7"/>
                  </a:cxn>
                  <a:cxn ang="0">
                    <a:pos x="T8" y="T9"/>
                  </a:cxn>
                </a:cxnLst>
                <a:rect l="0" t="0" r="r" b="b"/>
                <a:pathLst>
                  <a:path w="122" h="12">
                    <a:moveTo>
                      <a:pt x="0" y="12"/>
                    </a:moveTo>
                    <a:lnTo>
                      <a:pt x="118" y="12"/>
                    </a:lnTo>
                    <a:lnTo>
                      <a:pt x="122" y="0"/>
                    </a:lnTo>
                    <a:lnTo>
                      <a:pt x="4" y="0"/>
                    </a:lnTo>
                    <a:lnTo>
                      <a:pt x="0" y="12"/>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anchor="ctr"/>
              <a:lstStyle/>
              <a:p>
                <a:pPr algn="ctr"/>
                <a:endParaRPr/>
              </a:p>
            </p:txBody>
          </p:sp>
          <p:sp>
            <p:nvSpPr>
              <p:cNvPr id="485" name="íšľïḓè">
                <a:extLst>
                  <a:ext uri="{FF2B5EF4-FFF2-40B4-BE49-F238E27FC236}">
                    <a16:creationId xmlns:a16="http://schemas.microsoft.com/office/drawing/2014/main" id="{BC46A4B6-F350-46C3-ADCB-FADC35636AB9}"/>
                  </a:ext>
                </a:extLst>
              </p:cNvPr>
              <p:cNvSpPr/>
              <p:nvPr/>
            </p:nvSpPr>
            <p:spPr bwMode="auto">
              <a:xfrm>
                <a:off x="3813" y="1843"/>
                <a:ext cx="255" cy="1"/>
              </a:xfrm>
              <a:prstGeom prst="rect">
                <a:avLst/>
              </a:prstGeom>
              <a:solidFill>
                <a:srgbClr val="CCD2F0"/>
              </a:solidFill>
              <a:ln>
                <a:noFill/>
              </a:ln>
              <a:extLst>
                <a:ext uri="{91240B29-F687-4F45-9708-019B960494DF}">
                  <a14:hiddenLine xmlns:a14="http://schemas.microsoft.com/office/drawing/2010/main" w="9525">
                    <a:solidFill>
                      <a:srgbClr val="000000"/>
                    </a:solidFill>
                    <a:miter lim="800000"/>
                    <a:headEnd/>
                    <a:tailEnd/>
                  </a14:hiddenLine>
                </a:ext>
              </a:extLst>
            </p:spPr>
            <p:txBody>
              <a:bodyPr anchor="ctr"/>
              <a:lstStyle/>
              <a:p>
                <a:pPr algn="ctr"/>
                <a:endParaRPr/>
              </a:p>
            </p:txBody>
          </p:sp>
          <p:sp>
            <p:nvSpPr>
              <p:cNvPr id="486" name="iśḷîďé">
                <a:extLst>
                  <a:ext uri="{FF2B5EF4-FFF2-40B4-BE49-F238E27FC236}">
                    <a16:creationId xmlns:a16="http://schemas.microsoft.com/office/drawing/2014/main" id="{C754AC14-097E-42A1-B632-341BECF4EA9B}"/>
                  </a:ext>
                </a:extLst>
              </p:cNvPr>
              <p:cNvSpPr/>
              <p:nvPr/>
            </p:nvSpPr>
            <p:spPr bwMode="auto">
              <a:xfrm>
                <a:off x="3813" y="1843"/>
                <a:ext cx="255" cy="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lstStyle/>
              <a:p>
                <a:pPr algn="ctr"/>
                <a:endParaRPr/>
              </a:p>
            </p:txBody>
          </p:sp>
          <p:sp>
            <p:nvSpPr>
              <p:cNvPr id="487" name="íṣḷïďe">
                <a:extLst>
                  <a:ext uri="{FF2B5EF4-FFF2-40B4-BE49-F238E27FC236}">
                    <a16:creationId xmlns:a16="http://schemas.microsoft.com/office/drawing/2014/main" id="{A03EF358-36F5-426D-A131-817EC21CFFC8}"/>
                  </a:ext>
                </a:extLst>
              </p:cNvPr>
              <p:cNvSpPr/>
              <p:nvPr/>
            </p:nvSpPr>
            <p:spPr bwMode="auto">
              <a:xfrm>
                <a:off x="3798" y="1843"/>
                <a:ext cx="270" cy="27"/>
              </a:xfrm>
              <a:custGeom>
                <a:avLst/>
                <a:gdLst>
                  <a:gd name="T0" fmla="*/ 270 w 270"/>
                  <a:gd name="T1" fmla="*/ 0 h 27"/>
                  <a:gd name="T2" fmla="*/ 15 w 270"/>
                  <a:gd name="T3" fmla="*/ 0 h 27"/>
                  <a:gd name="T4" fmla="*/ 0 w 270"/>
                  <a:gd name="T5" fmla="*/ 27 h 27"/>
                  <a:gd name="T6" fmla="*/ 254 w 270"/>
                  <a:gd name="T7" fmla="*/ 27 h 27"/>
                  <a:gd name="T8" fmla="*/ 270 w 270"/>
                  <a:gd name="T9" fmla="*/ 0 h 27"/>
                </a:gdLst>
                <a:ahLst/>
                <a:cxnLst>
                  <a:cxn ang="0">
                    <a:pos x="T0" y="T1"/>
                  </a:cxn>
                  <a:cxn ang="0">
                    <a:pos x="T2" y="T3"/>
                  </a:cxn>
                  <a:cxn ang="0">
                    <a:pos x="T4" y="T5"/>
                  </a:cxn>
                  <a:cxn ang="0">
                    <a:pos x="T6" y="T7"/>
                  </a:cxn>
                  <a:cxn ang="0">
                    <a:pos x="T8" y="T9"/>
                  </a:cxn>
                </a:cxnLst>
                <a:rect l="0" t="0" r="r" b="b"/>
                <a:pathLst>
                  <a:path w="270" h="27">
                    <a:moveTo>
                      <a:pt x="270" y="0"/>
                    </a:moveTo>
                    <a:lnTo>
                      <a:pt x="15" y="0"/>
                    </a:lnTo>
                    <a:lnTo>
                      <a:pt x="0" y="27"/>
                    </a:lnTo>
                    <a:lnTo>
                      <a:pt x="254" y="27"/>
                    </a:lnTo>
                    <a:lnTo>
                      <a:pt x="270" y="0"/>
                    </a:lnTo>
                    <a:close/>
                  </a:path>
                </a:pathLst>
              </a:custGeom>
              <a:solidFill>
                <a:srgbClr val="494B70"/>
              </a:solidFill>
              <a:ln>
                <a:noFill/>
              </a:ln>
              <a:extLst>
                <a:ext uri="{91240B29-F687-4F45-9708-019B960494DF}">
                  <a14:hiddenLine xmlns:a14="http://schemas.microsoft.com/office/drawing/2010/main" w="9525">
                    <a:solidFill>
                      <a:srgbClr val="000000"/>
                    </a:solidFill>
                    <a:round/>
                    <a:headEnd/>
                    <a:tailEnd/>
                  </a14:hiddenLine>
                </a:ext>
              </a:extLst>
            </p:spPr>
            <p:txBody>
              <a:bodyPr anchor="ctr"/>
              <a:lstStyle/>
              <a:p>
                <a:pPr algn="ctr"/>
                <a:endParaRPr/>
              </a:p>
            </p:txBody>
          </p:sp>
          <p:sp>
            <p:nvSpPr>
              <p:cNvPr id="488" name="íşľíďé">
                <a:extLst>
                  <a:ext uri="{FF2B5EF4-FFF2-40B4-BE49-F238E27FC236}">
                    <a16:creationId xmlns:a16="http://schemas.microsoft.com/office/drawing/2014/main" id="{153C13E2-C713-4CE8-9EA3-375D284D6BA9}"/>
                  </a:ext>
                </a:extLst>
              </p:cNvPr>
              <p:cNvSpPr/>
              <p:nvPr/>
            </p:nvSpPr>
            <p:spPr bwMode="auto">
              <a:xfrm>
                <a:off x="3798" y="1843"/>
                <a:ext cx="270" cy="27"/>
              </a:xfrm>
              <a:custGeom>
                <a:avLst/>
                <a:gdLst>
                  <a:gd name="T0" fmla="*/ 270 w 270"/>
                  <a:gd name="T1" fmla="*/ 0 h 27"/>
                  <a:gd name="T2" fmla="*/ 15 w 270"/>
                  <a:gd name="T3" fmla="*/ 0 h 27"/>
                  <a:gd name="T4" fmla="*/ 0 w 270"/>
                  <a:gd name="T5" fmla="*/ 27 h 27"/>
                  <a:gd name="T6" fmla="*/ 254 w 270"/>
                  <a:gd name="T7" fmla="*/ 27 h 27"/>
                  <a:gd name="T8" fmla="*/ 270 w 270"/>
                  <a:gd name="T9" fmla="*/ 0 h 27"/>
                </a:gdLst>
                <a:ahLst/>
                <a:cxnLst>
                  <a:cxn ang="0">
                    <a:pos x="T0" y="T1"/>
                  </a:cxn>
                  <a:cxn ang="0">
                    <a:pos x="T2" y="T3"/>
                  </a:cxn>
                  <a:cxn ang="0">
                    <a:pos x="T4" y="T5"/>
                  </a:cxn>
                  <a:cxn ang="0">
                    <a:pos x="T6" y="T7"/>
                  </a:cxn>
                  <a:cxn ang="0">
                    <a:pos x="T8" y="T9"/>
                  </a:cxn>
                </a:cxnLst>
                <a:rect l="0" t="0" r="r" b="b"/>
                <a:pathLst>
                  <a:path w="270" h="27">
                    <a:moveTo>
                      <a:pt x="270" y="0"/>
                    </a:moveTo>
                    <a:lnTo>
                      <a:pt x="15" y="0"/>
                    </a:lnTo>
                    <a:lnTo>
                      <a:pt x="0" y="27"/>
                    </a:lnTo>
                    <a:lnTo>
                      <a:pt x="254" y="27"/>
                    </a:lnTo>
                    <a:lnTo>
                      <a:pt x="270"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anchor="ctr"/>
              <a:lstStyle/>
              <a:p>
                <a:pPr algn="ctr"/>
                <a:endParaRPr/>
              </a:p>
            </p:txBody>
          </p:sp>
          <p:sp>
            <p:nvSpPr>
              <p:cNvPr id="489" name="îŝļïḋé">
                <a:extLst>
                  <a:ext uri="{FF2B5EF4-FFF2-40B4-BE49-F238E27FC236}">
                    <a16:creationId xmlns:a16="http://schemas.microsoft.com/office/drawing/2014/main" id="{21EFE9AE-DB24-4928-B972-99CD0A70C99A}"/>
                  </a:ext>
                </a:extLst>
              </p:cNvPr>
              <p:cNvSpPr/>
              <p:nvPr/>
            </p:nvSpPr>
            <p:spPr bwMode="auto">
              <a:xfrm>
                <a:off x="3489" y="1870"/>
                <a:ext cx="563" cy="520"/>
              </a:xfrm>
              <a:custGeom>
                <a:avLst/>
                <a:gdLst>
                  <a:gd name="T0" fmla="*/ 158 w 442"/>
                  <a:gd name="T1" fmla="*/ 338 h 409"/>
                  <a:gd name="T2" fmla="*/ 163 w 442"/>
                  <a:gd name="T3" fmla="*/ 348 h 409"/>
                  <a:gd name="T4" fmla="*/ 186 w 442"/>
                  <a:gd name="T5" fmla="*/ 348 h 409"/>
                  <a:gd name="T6" fmla="*/ 169 w 442"/>
                  <a:gd name="T7" fmla="*/ 295 h 409"/>
                  <a:gd name="T8" fmla="*/ 166 w 442"/>
                  <a:gd name="T9" fmla="*/ 305 h 409"/>
                  <a:gd name="T10" fmla="*/ 216 w 442"/>
                  <a:gd name="T11" fmla="*/ 252 h 409"/>
                  <a:gd name="T12" fmla="*/ 219 w 442"/>
                  <a:gd name="T13" fmla="*/ 262 h 409"/>
                  <a:gd name="T14" fmla="*/ 281 w 442"/>
                  <a:gd name="T15" fmla="*/ 262 h 409"/>
                  <a:gd name="T16" fmla="*/ 138 w 442"/>
                  <a:gd name="T17" fmla="*/ 208 h 409"/>
                  <a:gd name="T18" fmla="*/ 121 w 442"/>
                  <a:gd name="T19" fmla="*/ 208 h 409"/>
                  <a:gd name="T20" fmla="*/ 212 w 442"/>
                  <a:gd name="T21" fmla="*/ 208 h 409"/>
                  <a:gd name="T22" fmla="*/ 144 w 442"/>
                  <a:gd name="T23" fmla="*/ 208 h 409"/>
                  <a:gd name="T24" fmla="*/ 295 w 442"/>
                  <a:gd name="T25" fmla="*/ 165 h 409"/>
                  <a:gd name="T26" fmla="*/ 202 w 442"/>
                  <a:gd name="T27" fmla="*/ 165 h 409"/>
                  <a:gd name="T28" fmla="*/ 248 w 442"/>
                  <a:gd name="T29" fmla="*/ 78 h 409"/>
                  <a:gd name="T30" fmla="*/ 245 w 442"/>
                  <a:gd name="T31" fmla="*/ 89 h 409"/>
                  <a:gd name="T32" fmla="*/ 339 w 442"/>
                  <a:gd name="T33" fmla="*/ 78 h 409"/>
                  <a:gd name="T34" fmla="*/ 248 w 442"/>
                  <a:gd name="T35" fmla="*/ 45 h 409"/>
                  <a:gd name="T36" fmla="*/ 296 w 442"/>
                  <a:gd name="T37" fmla="*/ 45 h 409"/>
                  <a:gd name="T38" fmla="*/ 307 w 442"/>
                  <a:gd name="T39" fmla="*/ 35 h 409"/>
                  <a:gd name="T40" fmla="*/ 304 w 442"/>
                  <a:gd name="T41" fmla="*/ 45 h 409"/>
                  <a:gd name="T42" fmla="*/ 397 w 442"/>
                  <a:gd name="T43" fmla="*/ 35 h 409"/>
                  <a:gd name="T44" fmla="*/ 442 w 442"/>
                  <a:gd name="T45" fmla="*/ 0 h 409"/>
                  <a:gd name="T46" fmla="*/ 244 w 442"/>
                  <a:gd name="T47" fmla="*/ 35 h 409"/>
                  <a:gd name="T48" fmla="*/ 196 w 442"/>
                  <a:gd name="T49" fmla="*/ 78 h 409"/>
                  <a:gd name="T50" fmla="*/ 190 w 442"/>
                  <a:gd name="T51" fmla="*/ 89 h 409"/>
                  <a:gd name="T52" fmla="*/ 212 w 442"/>
                  <a:gd name="T53" fmla="*/ 132 h 409"/>
                  <a:gd name="T54" fmla="*/ 152 w 442"/>
                  <a:gd name="T55" fmla="*/ 165 h 409"/>
                  <a:gd name="T56" fmla="*/ 93 w 442"/>
                  <a:gd name="T57" fmla="*/ 252 h 409"/>
                  <a:gd name="T58" fmla="*/ 89 w 442"/>
                  <a:gd name="T59" fmla="*/ 262 h 409"/>
                  <a:gd name="T60" fmla="*/ 162 w 442"/>
                  <a:gd name="T61" fmla="*/ 295 h 409"/>
                  <a:gd name="T62" fmla="*/ 42 w 442"/>
                  <a:gd name="T63" fmla="*/ 338 h 409"/>
                  <a:gd name="T64" fmla="*/ 36 w 442"/>
                  <a:gd name="T65" fmla="*/ 348 h 409"/>
                  <a:gd name="T66" fmla="*/ 57 w 442"/>
                  <a:gd name="T67" fmla="*/ 407 h 409"/>
                  <a:gd name="T68" fmla="*/ 192 w 442"/>
                  <a:gd name="T69" fmla="*/ 348 h 409"/>
                  <a:gd name="T70" fmla="*/ 261 w 442"/>
                  <a:gd name="T71" fmla="*/ 305 h 409"/>
                  <a:gd name="T72" fmla="*/ 267 w 442"/>
                  <a:gd name="T73" fmla="*/ 295 h 409"/>
                  <a:gd name="T74" fmla="*/ 293 w 442"/>
                  <a:gd name="T75" fmla="*/ 252 h 409"/>
                  <a:gd name="T76" fmla="*/ 327 w 442"/>
                  <a:gd name="T77" fmla="*/ 165 h 409"/>
                  <a:gd name="T78" fmla="*/ 335 w 442"/>
                  <a:gd name="T79" fmla="*/ 132 h 409"/>
                  <a:gd name="T80" fmla="*/ 389 w 442"/>
                  <a:gd name="T81" fmla="*/ 89 h 409"/>
                  <a:gd name="T82" fmla="*/ 395 w 442"/>
                  <a:gd name="T83" fmla="*/ 78 h 409"/>
                  <a:gd name="T84" fmla="*/ 405 w 442"/>
                  <a:gd name="T85" fmla="*/ 35 h 40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442" h="409">
                    <a:moveTo>
                      <a:pt x="62" y="348"/>
                    </a:moveTo>
                    <a:cubicBezTo>
                      <a:pt x="65" y="338"/>
                      <a:pt x="65" y="338"/>
                      <a:pt x="65" y="338"/>
                    </a:cubicBezTo>
                    <a:cubicBezTo>
                      <a:pt x="158" y="338"/>
                      <a:pt x="158" y="338"/>
                      <a:pt x="158" y="338"/>
                    </a:cubicBezTo>
                    <a:cubicBezTo>
                      <a:pt x="155" y="348"/>
                      <a:pt x="155" y="348"/>
                      <a:pt x="155" y="348"/>
                    </a:cubicBezTo>
                    <a:cubicBezTo>
                      <a:pt x="62" y="348"/>
                      <a:pt x="62" y="348"/>
                      <a:pt x="62" y="348"/>
                    </a:cubicBezTo>
                    <a:moveTo>
                      <a:pt x="163" y="348"/>
                    </a:moveTo>
                    <a:cubicBezTo>
                      <a:pt x="166" y="338"/>
                      <a:pt x="166" y="338"/>
                      <a:pt x="166" y="338"/>
                    </a:cubicBezTo>
                    <a:cubicBezTo>
                      <a:pt x="189" y="338"/>
                      <a:pt x="189" y="338"/>
                      <a:pt x="189" y="338"/>
                    </a:cubicBezTo>
                    <a:cubicBezTo>
                      <a:pt x="186" y="348"/>
                      <a:pt x="186" y="348"/>
                      <a:pt x="186" y="348"/>
                    </a:cubicBezTo>
                    <a:cubicBezTo>
                      <a:pt x="163" y="348"/>
                      <a:pt x="163" y="348"/>
                      <a:pt x="163" y="348"/>
                    </a:cubicBezTo>
                    <a:moveTo>
                      <a:pt x="166" y="305"/>
                    </a:moveTo>
                    <a:cubicBezTo>
                      <a:pt x="169" y="295"/>
                      <a:pt x="169" y="295"/>
                      <a:pt x="169" y="295"/>
                    </a:cubicBezTo>
                    <a:cubicBezTo>
                      <a:pt x="217" y="295"/>
                      <a:pt x="217" y="295"/>
                      <a:pt x="217" y="295"/>
                    </a:cubicBezTo>
                    <a:cubicBezTo>
                      <a:pt x="213" y="305"/>
                      <a:pt x="213" y="305"/>
                      <a:pt x="213" y="305"/>
                    </a:cubicBezTo>
                    <a:cubicBezTo>
                      <a:pt x="166" y="305"/>
                      <a:pt x="166" y="305"/>
                      <a:pt x="166" y="305"/>
                    </a:cubicBezTo>
                    <a:moveTo>
                      <a:pt x="190" y="262"/>
                    </a:moveTo>
                    <a:cubicBezTo>
                      <a:pt x="193" y="252"/>
                      <a:pt x="193" y="252"/>
                      <a:pt x="193" y="252"/>
                    </a:cubicBezTo>
                    <a:cubicBezTo>
                      <a:pt x="216" y="252"/>
                      <a:pt x="216" y="252"/>
                      <a:pt x="216" y="252"/>
                    </a:cubicBezTo>
                    <a:cubicBezTo>
                      <a:pt x="213" y="262"/>
                      <a:pt x="213" y="262"/>
                      <a:pt x="213" y="262"/>
                    </a:cubicBezTo>
                    <a:cubicBezTo>
                      <a:pt x="190" y="262"/>
                      <a:pt x="190" y="262"/>
                      <a:pt x="190" y="262"/>
                    </a:cubicBezTo>
                    <a:moveTo>
                      <a:pt x="219" y="262"/>
                    </a:moveTo>
                    <a:cubicBezTo>
                      <a:pt x="222" y="252"/>
                      <a:pt x="222" y="252"/>
                      <a:pt x="222" y="252"/>
                    </a:cubicBezTo>
                    <a:cubicBezTo>
                      <a:pt x="284" y="252"/>
                      <a:pt x="284" y="252"/>
                      <a:pt x="284" y="252"/>
                    </a:cubicBezTo>
                    <a:cubicBezTo>
                      <a:pt x="281" y="262"/>
                      <a:pt x="281" y="262"/>
                      <a:pt x="281" y="262"/>
                    </a:cubicBezTo>
                    <a:cubicBezTo>
                      <a:pt x="219" y="262"/>
                      <a:pt x="219" y="262"/>
                      <a:pt x="219" y="262"/>
                    </a:cubicBezTo>
                    <a:moveTo>
                      <a:pt x="138" y="208"/>
                    </a:moveTo>
                    <a:cubicBezTo>
                      <a:pt x="138" y="208"/>
                      <a:pt x="138" y="208"/>
                      <a:pt x="138" y="208"/>
                    </a:cubicBezTo>
                    <a:cubicBezTo>
                      <a:pt x="134" y="219"/>
                      <a:pt x="134" y="219"/>
                      <a:pt x="134" y="219"/>
                    </a:cubicBezTo>
                    <a:cubicBezTo>
                      <a:pt x="118" y="219"/>
                      <a:pt x="118" y="219"/>
                      <a:pt x="118" y="219"/>
                    </a:cubicBezTo>
                    <a:cubicBezTo>
                      <a:pt x="121" y="208"/>
                      <a:pt x="121" y="208"/>
                      <a:pt x="121" y="208"/>
                    </a:cubicBezTo>
                    <a:cubicBezTo>
                      <a:pt x="138" y="208"/>
                      <a:pt x="138" y="208"/>
                      <a:pt x="138" y="208"/>
                    </a:cubicBezTo>
                    <a:moveTo>
                      <a:pt x="212" y="208"/>
                    </a:moveTo>
                    <a:cubicBezTo>
                      <a:pt x="212" y="208"/>
                      <a:pt x="212" y="208"/>
                      <a:pt x="212" y="208"/>
                    </a:cubicBezTo>
                    <a:cubicBezTo>
                      <a:pt x="209" y="219"/>
                      <a:pt x="209" y="219"/>
                      <a:pt x="209" y="219"/>
                    </a:cubicBezTo>
                    <a:cubicBezTo>
                      <a:pt x="141" y="219"/>
                      <a:pt x="141" y="219"/>
                      <a:pt x="141" y="219"/>
                    </a:cubicBezTo>
                    <a:cubicBezTo>
                      <a:pt x="144" y="208"/>
                      <a:pt x="144" y="208"/>
                      <a:pt x="144" y="208"/>
                    </a:cubicBezTo>
                    <a:cubicBezTo>
                      <a:pt x="212" y="208"/>
                      <a:pt x="212" y="208"/>
                      <a:pt x="212" y="208"/>
                    </a:cubicBezTo>
                    <a:moveTo>
                      <a:pt x="295" y="165"/>
                    </a:moveTo>
                    <a:cubicBezTo>
                      <a:pt x="295" y="165"/>
                      <a:pt x="295" y="165"/>
                      <a:pt x="295" y="165"/>
                    </a:cubicBezTo>
                    <a:cubicBezTo>
                      <a:pt x="292" y="175"/>
                      <a:pt x="292" y="175"/>
                      <a:pt x="292" y="175"/>
                    </a:cubicBezTo>
                    <a:cubicBezTo>
                      <a:pt x="199" y="175"/>
                      <a:pt x="199" y="175"/>
                      <a:pt x="199" y="175"/>
                    </a:cubicBezTo>
                    <a:cubicBezTo>
                      <a:pt x="202" y="165"/>
                      <a:pt x="202" y="165"/>
                      <a:pt x="202" y="165"/>
                    </a:cubicBezTo>
                    <a:cubicBezTo>
                      <a:pt x="295" y="165"/>
                      <a:pt x="295" y="165"/>
                      <a:pt x="295" y="165"/>
                    </a:cubicBezTo>
                    <a:moveTo>
                      <a:pt x="245" y="89"/>
                    </a:moveTo>
                    <a:cubicBezTo>
                      <a:pt x="248" y="78"/>
                      <a:pt x="248" y="78"/>
                      <a:pt x="248" y="78"/>
                    </a:cubicBezTo>
                    <a:cubicBezTo>
                      <a:pt x="271" y="78"/>
                      <a:pt x="271" y="78"/>
                      <a:pt x="271" y="78"/>
                    </a:cubicBezTo>
                    <a:cubicBezTo>
                      <a:pt x="268" y="89"/>
                      <a:pt x="268" y="89"/>
                      <a:pt x="268" y="89"/>
                    </a:cubicBezTo>
                    <a:cubicBezTo>
                      <a:pt x="245" y="89"/>
                      <a:pt x="245" y="89"/>
                      <a:pt x="245" y="89"/>
                    </a:cubicBezTo>
                    <a:moveTo>
                      <a:pt x="274" y="89"/>
                    </a:moveTo>
                    <a:cubicBezTo>
                      <a:pt x="277" y="78"/>
                      <a:pt x="277" y="78"/>
                      <a:pt x="277" y="78"/>
                    </a:cubicBezTo>
                    <a:cubicBezTo>
                      <a:pt x="339" y="78"/>
                      <a:pt x="339" y="78"/>
                      <a:pt x="339" y="78"/>
                    </a:cubicBezTo>
                    <a:cubicBezTo>
                      <a:pt x="335" y="89"/>
                      <a:pt x="335" y="89"/>
                      <a:pt x="335" y="89"/>
                    </a:cubicBezTo>
                    <a:cubicBezTo>
                      <a:pt x="274" y="89"/>
                      <a:pt x="274" y="89"/>
                      <a:pt x="274" y="89"/>
                    </a:cubicBezTo>
                    <a:moveTo>
                      <a:pt x="248" y="45"/>
                    </a:moveTo>
                    <a:cubicBezTo>
                      <a:pt x="251" y="35"/>
                      <a:pt x="251" y="35"/>
                      <a:pt x="251" y="35"/>
                    </a:cubicBezTo>
                    <a:cubicBezTo>
                      <a:pt x="299" y="35"/>
                      <a:pt x="299" y="35"/>
                      <a:pt x="299" y="35"/>
                    </a:cubicBezTo>
                    <a:cubicBezTo>
                      <a:pt x="296" y="45"/>
                      <a:pt x="296" y="45"/>
                      <a:pt x="296" y="45"/>
                    </a:cubicBezTo>
                    <a:cubicBezTo>
                      <a:pt x="248" y="45"/>
                      <a:pt x="248" y="45"/>
                      <a:pt x="248" y="45"/>
                    </a:cubicBezTo>
                    <a:moveTo>
                      <a:pt x="304" y="45"/>
                    </a:moveTo>
                    <a:cubicBezTo>
                      <a:pt x="307" y="35"/>
                      <a:pt x="307" y="35"/>
                      <a:pt x="307" y="35"/>
                    </a:cubicBezTo>
                    <a:cubicBezTo>
                      <a:pt x="375" y="35"/>
                      <a:pt x="375" y="35"/>
                      <a:pt x="375" y="35"/>
                    </a:cubicBezTo>
                    <a:cubicBezTo>
                      <a:pt x="372" y="45"/>
                      <a:pt x="372" y="45"/>
                      <a:pt x="372" y="45"/>
                    </a:cubicBezTo>
                    <a:cubicBezTo>
                      <a:pt x="304" y="45"/>
                      <a:pt x="304" y="45"/>
                      <a:pt x="304" y="45"/>
                    </a:cubicBezTo>
                    <a:moveTo>
                      <a:pt x="378" y="45"/>
                    </a:moveTo>
                    <a:cubicBezTo>
                      <a:pt x="381" y="35"/>
                      <a:pt x="381" y="35"/>
                      <a:pt x="381" y="35"/>
                    </a:cubicBezTo>
                    <a:cubicBezTo>
                      <a:pt x="397" y="35"/>
                      <a:pt x="397" y="35"/>
                      <a:pt x="397" y="35"/>
                    </a:cubicBezTo>
                    <a:cubicBezTo>
                      <a:pt x="394" y="45"/>
                      <a:pt x="394" y="45"/>
                      <a:pt x="394" y="45"/>
                    </a:cubicBezTo>
                    <a:cubicBezTo>
                      <a:pt x="378" y="45"/>
                      <a:pt x="378" y="45"/>
                      <a:pt x="378" y="45"/>
                    </a:cubicBezTo>
                    <a:moveTo>
                      <a:pt x="442" y="0"/>
                    </a:moveTo>
                    <a:cubicBezTo>
                      <a:pt x="242" y="0"/>
                      <a:pt x="242" y="0"/>
                      <a:pt x="242" y="0"/>
                    </a:cubicBezTo>
                    <a:cubicBezTo>
                      <a:pt x="221" y="35"/>
                      <a:pt x="221" y="35"/>
                      <a:pt x="221" y="35"/>
                    </a:cubicBezTo>
                    <a:cubicBezTo>
                      <a:pt x="244" y="35"/>
                      <a:pt x="244" y="35"/>
                      <a:pt x="244" y="35"/>
                    </a:cubicBezTo>
                    <a:cubicBezTo>
                      <a:pt x="241" y="45"/>
                      <a:pt x="241" y="45"/>
                      <a:pt x="241" y="45"/>
                    </a:cubicBezTo>
                    <a:cubicBezTo>
                      <a:pt x="215" y="45"/>
                      <a:pt x="215" y="45"/>
                      <a:pt x="215" y="45"/>
                    </a:cubicBezTo>
                    <a:cubicBezTo>
                      <a:pt x="196" y="78"/>
                      <a:pt x="196" y="78"/>
                      <a:pt x="196" y="78"/>
                    </a:cubicBezTo>
                    <a:cubicBezTo>
                      <a:pt x="240" y="78"/>
                      <a:pt x="240" y="78"/>
                      <a:pt x="240" y="78"/>
                    </a:cubicBezTo>
                    <a:cubicBezTo>
                      <a:pt x="237" y="89"/>
                      <a:pt x="237" y="89"/>
                      <a:pt x="237" y="89"/>
                    </a:cubicBezTo>
                    <a:cubicBezTo>
                      <a:pt x="190" y="89"/>
                      <a:pt x="190" y="89"/>
                      <a:pt x="190" y="89"/>
                    </a:cubicBezTo>
                    <a:cubicBezTo>
                      <a:pt x="170" y="122"/>
                      <a:pt x="170" y="122"/>
                      <a:pt x="170" y="122"/>
                    </a:cubicBezTo>
                    <a:cubicBezTo>
                      <a:pt x="215" y="122"/>
                      <a:pt x="215" y="122"/>
                      <a:pt x="215" y="122"/>
                    </a:cubicBezTo>
                    <a:cubicBezTo>
                      <a:pt x="212" y="132"/>
                      <a:pt x="212" y="132"/>
                      <a:pt x="212" y="132"/>
                    </a:cubicBezTo>
                    <a:cubicBezTo>
                      <a:pt x="164" y="132"/>
                      <a:pt x="164" y="132"/>
                      <a:pt x="164" y="132"/>
                    </a:cubicBezTo>
                    <a:cubicBezTo>
                      <a:pt x="144" y="165"/>
                      <a:pt x="144" y="165"/>
                      <a:pt x="144" y="165"/>
                    </a:cubicBezTo>
                    <a:cubicBezTo>
                      <a:pt x="152" y="165"/>
                      <a:pt x="152" y="165"/>
                      <a:pt x="152" y="165"/>
                    </a:cubicBezTo>
                    <a:cubicBezTo>
                      <a:pt x="149" y="175"/>
                      <a:pt x="149" y="175"/>
                      <a:pt x="149" y="175"/>
                    </a:cubicBezTo>
                    <a:cubicBezTo>
                      <a:pt x="138" y="175"/>
                      <a:pt x="138" y="175"/>
                      <a:pt x="138" y="175"/>
                    </a:cubicBezTo>
                    <a:cubicBezTo>
                      <a:pt x="93" y="252"/>
                      <a:pt x="93" y="252"/>
                      <a:pt x="93" y="252"/>
                    </a:cubicBezTo>
                    <a:cubicBezTo>
                      <a:pt x="185" y="252"/>
                      <a:pt x="185" y="252"/>
                      <a:pt x="185" y="252"/>
                    </a:cubicBezTo>
                    <a:cubicBezTo>
                      <a:pt x="182" y="262"/>
                      <a:pt x="182" y="262"/>
                      <a:pt x="182" y="262"/>
                    </a:cubicBezTo>
                    <a:cubicBezTo>
                      <a:pt x="89" y="262"/>
                      <a:pt x="89" y="262"/>
                      <a:pt x="89" y="262"/>
                    </a:cubicBezTo>
                    <a:cubicBezTo>
                      <a:pt x="91" y="255"/>
                      <a:pt x="91" y="255"/>
                      <a:pt x="91" y="255"/>
                    </a:cubicBezTo>
                    <a:cubicBezTo>
                      <a:pt x="68" y="295"/>
                      <a:pt x="68" y="295"/>
                      <a:pt x="68" y="295"/>
                    </a:cubicBezTo>
                    <a:cubicBezTo>
                      <a:pt x="162" y="295"/>
                      <a:pt x="162" y="295"/>
                      <a:pt x="162" y="295"/>
                    </a:cubicBezTo>
                    <a:cubicBezTo>
                      <a:pt x="159" y="305"/>
                      <a:pt x="159" y="305"/>
                      <a:pt x="159" y="305"/>
                    </a:cubicBezTo>
                    <a:cubicBezTo>
                      <a:pt x="62" y="305"/>
                      <a:pt x="62" y="305"/>
                      <a:pt x="62" y="305"/>
                    </a:cubicBezTo>
                    <a:cubicBezTo>
                      <a:pt x="42" y="338"/>
                      <a:pt x="42" y="338"/>
                      <a:pt x="42" y="338"/>
                    </a:cubicBezTo>
                    <a:cubicBezTo>
                      <a:pt x="58" y="338"/>
                      <a:pt x="58" y="338"/>
                      <a:pt x="58" y="338"/>
                    </a:cubicBezTo>
                    <a:cubicBezTo>
                      <a:pt x="55" y="348"/>
                      <a:pt x="55" y="348"/>
                      <a:pt x="55" y="348"/>
                    </a:cubicBezTo>
                    <a:cubicBezTo>
                      <a:pt x="36" y="348"/>
                      <a:pt x="36" y="348"/>
                      <a:pt x="36" y="348"/>
                    </a:cubicBezTo>
                    <a:cubicBezTo>
                      <a:pt x="0" y="409"/>
                      <a:pt x="0" y="409"/>
                      <a:pt x="0" y="409"/>
                    </a:cubicBezTo>
                    <a:cubicBezTo>
                      <a:pt x="49" y="409"/>
                      <a:pt x="49" y="409"/>
                      <a:pt x="49" y="409"/>
                    </a:cubicBezTo>
                    <a:cubicBezTo>
                      <a:pt x="52" y="408"/>
                      <a:pt x="55" y="407"/>
                      <a:pt x="57" y="407"/>
                    </a:cubicBezTo>
                    <a:cubicBezTo>
                      <a:pt x="201" y="407"/>
                      <a:pt x="201" y="407"/>
                      <a:pt x="201" y="407"/>
                    </a:cubicBezTo>
                    <a:cubicBezTo>
                      <a:pt x="236" y="348"/>
                      <a:pt x="236" y="348"/>
                      <a:pt x="236" y="348"/>
                    </a:cubicBezTo>
                    <a:cubicBezTo>
                      <a:pt x="192" y="348"/>
                      <a:pt x="192" y="348"/>
                      <a:pt x="192" y="348"/>
                    </a:cubicBezTo>
                    <a:cubicBezTo>
                      <a:pt x="195" y="338"/>
                      <a:pt x="195" y="338"/>
                      <a:pt x="195" y="338"/>
                    </a:cubicBezTo>
                    <a:cubicBezTo>
                      <a:pt x="242" y="338"/>
                      <a:pt x="242" y="338"/>
                      <a:pt x="242" y="338"/>
                    </a:cubicBezTo>
                    <a:cubicBezTo>
                      <a:pt x="261" y="305"/>
                      <a:pt x="261" y="305"/>
                      <a:pt x="261" y="305"/>
                    </a:cubicBezTo>
                    <a:cubicBezTo>
                      <a:pt x="221" y="305"/>
                      <a:pt x="221" y="305"/>
                      <a:pt x="221" y="305"/>
                    </a:cubicBezTo>
                    <a:cubicBezTo>
                      <a:pt x="225" y="295"/>
                      <a:pt x="225" y="295"/>
                      <a:pt x="225" y="295"/>
                    </a:cubicBezTo>
                    <a:cubicBezTo>
                      <a:pt x="267" y="295"/>
                      <a:pt x="267" y="295"/>
                      <a:pt x="267" y="295"/>
                    </a:cubicBezTo>
                    <a:cubicBezTo>
                      <a:pt x="290" y="256"/>
                      <a:pt x="290" y="256"/>
                      <a:pt x="290" y="256"/>
                    </a:cubicBezTo>
                    <a:cubicBezTo>
                      <a:pt x="292" y="252"/>
                      <a:pt x="292" y="252"/>
                      <a:pt x="292" y="252"/>
                    </a:cubicBezTo>
                    <a:cubicBezTo>
                      <a:pt x="293" y="252"/>
                      <a:pt x="293" y="252"/>
                      <a:pt x="293" y="252"/>
                    </a:cubicBezTo>
                    <a:cubicBezTo>
                      <a:pt x="338" y="175"/>
                      <a:pt x="338" y="175"/>
                      <a:pt x="338" y="175"/>
                    </a:cubicBezTo>
                    <a:cubicBezTo>
                      <a:pt x="324" y="175"/>
                      <a:pt x="324" y="175"/>
                      <a:pt x="324" y="175"/>
                    </a:cubicBezTo>
                    <a:cubicBezTo>
                      <a:pt x="327" y="165"/>
                      <a:pt x="327" y="165"/>
                      <a:pt x="327" y="165"/>
                    </a:cubicBezTo>
                    <a:cubicBezTo>
                      <a:pt x="344" y="165"/>
                      <a:pt x="344" y="165"/>
                      <a:pt x="344" y="165"/>
                    </a:cubicBezTo>
                    <a:cubicBezTo>
                      <a:pt x="364" y="132"/>
                      <a:pt x="364" y="132"/>
                      <a:pt x="364" y="132"/>
                    </a:cubicBezTo>
                    <a:cubicBezTo>
                      <a:pt x="335" y="132"/>
                      <a:pt x="335" y="132"/>
                      <a:pt x="335" y="132"/>
                    </a:cubicBezTo>
                    <a:cubicBezTo>
                      <a:pt x="338" y="122"/>
                      <a:pt x="338" y="122"/>
                      <a:pt x="338" y="122"/>
                    </a:cubicBezTo>
                    <a:cubicBezTo>
                      <a:pt x="370" y="122"/>
                      <a:pt x="370" y="122"/>
                      <a:pt x="370" y="122"/>
                    </a:cubicBezTo>
                    <a:cubicBezTo>
                      <a:pt x="389" y="89"/>
                      <a:pt x="389" y="89"/>
                      <a:pt x="389" y="89"/>
                    </a:cubicBezTo>
                    <a:cubicBezTo>
                      <a:pt x="343" y="89"/>
                      <a:pt x="343" y="89"/>
                      <a:pt x="343" y="89"/>
                    </a:cubicBezTo>
                    <a:cubicBezTo>
                      <a:pt x="347" y="78"/>
                      <a:pt x="347" y="78"/>
                      <a:pt x="347" y="78"/>
                    </a:cubicBezTo>
                    <a:cubicBezTo>
                      <a:pt x="395" y="78"/>
                      <a:pt x="395" y="78"/>
                      <a:pt x="395" y="78"/>
                    </a:cubicBezTo>
                    <a:cubicBezTo>
                      <a:pt x="415" y="45"/>
                      <a:pt x="415" y="45"/>
                      <a:pt x="415" y="45"/>
                    </a:cubicBezTo>
                    <a:cubicBezTo>
                      <a:pt x="402" y="45"/>
                      <a:pt x="402" y="45"/>
                      <a:pt x="402" y="45"/>
                    </a:cubicBezTo>
                    <a:cubicBezTo>
                      <a:pt x="405" y="35"/>
                      <a:pt x="405" y="35"/>
                      <a:pt x="405" y="35"/>
                    </a:cubicBezTo>
                    <a:cubicBezTo>
                      <a:pt x="421" y="35"/>
                      <a:pt x="421" y="35"/>
                      <a:pt x="421" y="35"/>
                    </a:cubicBezTo>
                    <a:cubicBezTo>
                      <a:pt x="442" y="0"/>
                      <a:pt x="442" y="0"/>
                      <a:pt x="442" y="0"/>
                    </a:cubicBezTo>
                  </a:path>
                </a:pathLst>
              </a:custGeom>
              <a:solidFill>
                <a:srgbClr val="4C90F3"/>
              </a:solidFill>
              <a:ln>
                <a:noFill/>
              </a:ln>
              <a:extLst>
                <a:ext uri="{91240B29-F687-4F45-9708-019B960494DF}">
                  <a14:hiddenLine xmlns:a14="http://schemas.microsoft.com/office/drawing/2010/main" w="9525">
                    <a:solidFill>
                      <a:srgbClr val="000000"/>
                    </a:solidFill>
                    <a:round/>
                    <a:headEnd/>
                    <a:tailEnd/>
                  </a14:hiddenLine>
                </a:ext>
              </a:extLst>
            </p:spPr>
            <p:txBody>
              <a:bodyPr anchor="ctr"/>
              <a:lstStyle/>
              <a:p>
                <a:pPr algn="ctr"/>
                <a:endParaRPr/>
              </a:p>
            </p:txBody>
          </p:sp>
          <p:sp>
            <p:nvSpPr>
              <p:cNvPr id="490" name="iśļíďe">
                <a:extLst>
                  <a:ext uri="{FF2B5EF4-FFF2-40B4-BE49-F238E27FC236}">
                    <a16:creationId xmlns:a16="http://schemas.microsoft.com/office/drawing/2014/main" id="{F2B7E761-09B2-4D7A-906F-4EC0BA6EB9A0}"/>
                  </a:ext>
                </a:extLst>
              </p:cNvPr>
              <p:cNvSpPr/>
              <p:nvPr/>
            </p:nvSpPr>
            <p:spPr bwMode="auto">
              <a:xfrm>
                <a:off x="3763" y="1914"/>
                <a:ext cx="37" cy="13"/>
              </a:xfrm>
              <a:custGeom>
                <a:avLst/>
                <a:gdLst>
                  <a:gd name="T0" fmla="*/ 37 w 37"/>
                  <a:gd name="T1" fmla="*/ 0 h 13"/>
                  <a:gd name="T2" fmla="*/ 8 w 37"/>
                  <a:gd name="T3" fmla="*/ 0 h 13"/>
                  <a:gd name="T4" fmla="*/ 0 w 37"/>
                  <a:gd name="T5" fmla="*/ 13 h 13"/>
                  <a:gd name="T6" fmla="*/ 33 w 37"/>
                  <a:gd name="T7" fmla="*/ 13 h 13"/>
                  <a:gd name="T8" fmla="*/ 37 w 37"/>
                  <a:gd name="T9" fmla="*/ 0 h 13"/>
                </a:gdLst>
                <a:ahLst/>
                <a:cxnLst>
                  <a:cxn ang="0">
                    <a:pos x="T0" y="T1"/>
                  </a:cxn>
                  <a:cxn ang="0">
                    <a:pos x="T2" y="T3"/>
                  </a:cxn>
                  <a:cxn ang="0">
                    <a:pos x="T4" y="T5"/>
                  </a:cxn>
                  <a:cxn ang="0">
                    <a:pos x="T6" y="T7"/>
                  </a:cxn>
                  <a:cxn ang="0">
                    <a:pos x="T8" y="T9"/>
                  </a:cxn>
                </a:cxnLst>
                <a:rect l="0" t="0" r="r" b="b"/>
                <a:pathLst>
                  <a:path w="37" h="13">
                    <a:moveTo>
                      <a:pt x="37" y="0"/>
                    </a:moveTo>
                    <a:lnTo>
                      <a:pt x="8" y="0"/>
                    </a:lnTo>
                    <a:lnTo>
                      <a:pt x="0" y="13"/>
                    </a:lnTo>
                    <a:lnTo>
                      <a:pt x="33" y="13"/>
                    </a:lnTo>
                    <a:lnTo>
                      <a:pt x="37" y="0"/>
                    </a:lnTo>
                    <a:close/>
                  </a:path>
                </a:pathLst>
              </a:custGeom>
              <a:solidFill>
                <a:srgbClr val="F8FAFE"/>
              </a:solidFill>
              <a:ln>
                <a:noFill/>
              </a:ln>
              <a:extLst>
                <a:ext uri="{91240B29-F687-4F45-9708-019B960494DF}">
                  <a14:hiddenLine xmlns:a14="http://schemas.microsoft.com/office/drawing/2010/main" w="9525">
                    <a:solidFill>
                      <a:srgbClr val="000000"/>
                    </a:solidFill>
                    <a:round/>
                    <a:headEnd/>
                    <a:tailEnd/>
                  </a14:hiddenLine>
                </a:ext>
              </a:extLst>
            </p:spPr>
            <p:txBody>
              <a:bodyPr anchor="ctr"/>
              <a:lstStyle/>
              <a:p>
                <a:pPr algn="ctr"/>
                <a:endParaRPr/>
              </a:p>
            </p:txBody>
          </p:sp>
          <p:sp>
            <p:nvSpPr>
              <p:cNvPr id="491" name="ïŝḻïḍé">
                <a:extLst>
                  <a:ext uri="{FF2B5EF4-FFF2-40B4-BE49-F238E27FC236}">
                    <a16:creationId xmlns:a16="http://schemas.microsoft.com/office/drawing/2014/main" id="{470A620D-8EEE-4AD4-833B-E9F10B6B6A3B}"/>
                  </a:ext>
                </a:extLst>
              </p:cNvPr>
              <p:cNvSpPr/>
              <p:nvPr/>
            </p:nvSpPr>
            <p:spPr bwMode="auto">
              <a:xfrm>
                <a:off x="3763" y="1914"/>
                <a:ext cx="37" cy="13"/>
              </a:xfrm>
              <a:custGeom>
                <a:avLst/>
                <a:gdLst>
                  <a:gd name="T0" fmla="*/ 37 w 37"/>
                  <a:gd name="T1" fmla="*/ 0 h 13"/>
                  <a:gd name="T2" fmla="*/ 8 w 37"/>
                  <a:gd name="T3" fmla="*/ 0 h 13"/>
                  <a:gd name="T4" fmla="*/ 0 w 37"/>
                  <a:gd name="T5" fmla="*/ 13 h 13"/>
                  <a:gd name="T6" fmla="*/ 33 w 37"/>
                  <a:gd name="T7" fmla="*/ 13 h 13"/>
                  <a:gd name="T8" fmla="*/ 37 w 37"/>
                  <a:gd name="T9" fmla="*/ 0 h 13"/>
                </a:gdLst>
                <a:ahLst/>
                <a:cxnLst>
                  <a:cxn ang="0">
                    <a:pos x="T0" y="T1"/>
                  </a:cxn>
                  <a:cxn ang="0">
                    <a:pos x="T2" y="T3"/>
                  </a:cxn>
                  <a:cxn ang="0">
                    <a:pos x="T4" y="T5"/>
                  </a:cxn>
                  <a:cxn ang="0">
                    <a:pos x="T6" y="T7"/>
                  </a:cxn>
                  <a:cxn ang="0">
                    <a:pos x="T8" y="T9"/>
                  </a:cxn>
                </a:cxnLst>
                <a:rect l="0" t="0" r="r" b="b"/>
                <a:pathLst>
                  <a:path w="37" h="13">
                    <a:moveTo>
                      <a:pt x="37" y="0"/>
                    </a:moveTo>
                    <a:lnTo>
                      <a:pt x="8" y="0"/>
                    </a:lnTo>
                    <a:lnTo>
                      <a:pt x="0" y="13"/>
                    </a:lnTo>
                    <a:lnTo>
                      <a:pt x="33" y="13"/>
                    </a:lnTo>
                    <a:lnTo>
                      <a:pt x="37"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anchor="ctr"/>
              <a:lstStyle/>
              <a:p>
                <a:pPr algn="ctr"/>
                <a:endParaRPr/>
              </a:p>
            </p:txBody>
          </p:sp>
          <p:sp>
            <p:nvSpPr>
              <p:cNvPr id="492" name="ïṣlïḓè">
                <a:extLst>
                  <a:ext uri="{FF2B5EF4-FFF2-40B4-BE49-F238E27FC236}">
                    <a16:creationId xmlns:a16="http://schemas.microsoft.com/office/drawing/2014/main" id="{64D4D85D-AF8A-4241-A39C-D05C6D505220}"/>
                  </a:ext>
                </a:extLst>
              </p:cNvPr>
              <p:cNvSpPr/>
              <p:nvPr/>
            </p:nvSpPr>
            <p:spPr bwMode="auto">
              <a:xfrm>
                <a:off x="3876" y="1914"/>
                <a:ext cx="91" cy="13"/>
              </a:xfrm>
              <a:custGeom>
                <a:avLst/>
                <a:gdLst>
                  <a:gd name="T0" fmla="*/ 91 w 91"/>
                  <a:gd name="T1" fmla="*/ 0 h 13"/>
                  <a:gd name="T2" fmla="*/ 4 w 91"/>
                  <a:gd name="T3" fmla="*/ 0 h 13"/>
                  <a:gd name="T4" fmla="*/ 0 w 91"/>
                  <a:gd name="T5" fmla="*/ 13 h 13"/>
                  <a:gd name="T6" fmla="*/ 87 w 91"/>
                  <a:gd name="T7" fmla="*/ 13 h 13"/>
                  <a:gd name="T8" fmla="*/ 91 w 91"/>
                  <a:gd name="T9" fmla="*/ 0 h 13"/>
                </a:gdLst>
                <a:ahLst/>
                <a:cxnLst>
                  <a:cxn ang="0">
                    <a:pos x="T0" y="T1"/>
                  </a:cxn>
                  <a:cxn ang="0">
                    <a:pos x="T2" y="T3"/>
                  </a:cxn>
                  <a:cxn ang="0">
                    <a:pos x="T4" y="T5"/>
                  </a:cxn>
                  <a:cxn ang="0">
                    <a:pos x="T6" y="T7"/>
                  </a:cxn>
                  <a:cxn ang="0">
                    <a:pos x="T8" y="T9"/>
                  </a:cxn>
                </a:cxnLst>
                <a:rect l="0" t="0" r="r" b="b"/>
                <a:pathLst>
                  <a:path w="91" h="13">
                    <a:moveTo>
                      <a:pt x="91" y="0"/>
                    </a:moveTo>
                    <a:lnTo>
                      <a:pt x="4" y="0"/>
                    </a:lnTo>
                    <a:lnTo>
                      <a:pt x="0" y="13"/>
                    </a:lnTo>
                    <a:lnTo>
                      <a:pt x="87" y="13"/>
                    </a:lnTo>
                    <a:lnTo>
                      <a:pt x="91" y="0"/>
                    </a:lnTo>
                    <a:close/>
                  </a:path>
                </a:pathLst>
              </a:custGeom>
              <a:solidFill>
                <a:srgbClr val="F35F6D"/>
              </a:solidFill>
              <a:ln>
                <a:noFill/>
              </a:ln>
              <a:extLst>
                <a:ext uri="{91240B29-F687-4F45-9708-019B960494DF}">
                  <a14:hiddenLine xmlns:a14="http://schemas.microsoft.com/office/drawing/2010/main" w="9525">
                    <a:solidFill>
                      <a:srgbClr val="000000"/>
                    </a:solidFill>
                    <a:round/>
                    <a:headEnd/>
                    <a:tailEnd/>
                  </a14:hiddenLine>
                </a:ext>
              </a:extLst>
            </p:spPr>
            <p:txBody>
              <a:bodyPr anchor="ctr"/>
              <a:lstStyle/>
              <a:p>
                <a:pPr algn="ctr"/>
                <a:endParaRPr/>
              </a:p>
            </p:txBody>
          </p:sp>
          <p:sp>
            <p:nvSpPr>
              <p:cNvPr id="493" name="iśľîḋê">
                <a:extLst>
                  <a:ext uri="{FF2B5EF4-FFF2-40B4-BE49-F238E27FC236}">
                    <a16:creationId xmlns:a16="http://schemas.microsoft.com/office/drawing/2014/main" id="{4CE32B5F-9F0C-413F-9DED-D7722DC9FF3F}"/>
                  </a:ext>
                </a:extLst>
              </p:cNvPr>
              <p:cNvSpPr/>
              <p:nvPr/>
            </p:nvSpPr>
            <p:spPr bwMode="auto">
              <a:xfrm>
                <a:off x="3876" y="1914"/>
                <a:ext cx="91" cy="13"/>
              </a:xfrm>
              <a:custGeom>
                <a:avLst/>
                <a:gdLst>
                  <a:gd name="T0" fmla="*/ 91 w 91"/>
                  <a:gd name="T1" fmla="*/ 0 h 13"/>
                  <a:gd name="T2" fmla="*/ 4 w 91"/>
                  <a:gd name="T3" fmla="*/ 0 h 13"/>
                  <a:gd name="T4" fmla="*/ 0 w 91"/>
                  <a:gd name="T5" fmla="*/ 13 h 13"/>
                  <a:gd name="T6" fmla="*/ 87 w 91"/>
                  <a:gd name="T7" fmla="*/ 13 h 13"/>
                  <a:gd name="T8" fmla="*/ 91 w 91"/>
                  <a:gd name="T9" fmla="*/ 0 h 13"/>
                </a:gdLst>
                <a:ahLst/>
                <a:cxnLst>
                  <a:cxn ang="0">
                    <a:pos x="T0" y="T1"/>
                  </a:cxn>
                  <a:cxn ang="0">
                    <a:pos x="T2" y="T3"/>
                  </a:cxn>
                  <a:cxn ang="0">
                    <a:pos x="T4" y="T5"/>
                  </a:cxn>
                  <a:cxn ang="0">
                    <a:pos x="T6" y="T7"/>
                  </a:cxn>
                  <a:cxn ang="0">
                    <a:pos x="T8" y="T9"/>
                  </a:cxn>
                </a:cxnLst>
                <a:rect l="0" t="0" r="r" b="b"/>
                <a:pathLst>
                  <a:path w="91" h="13">
                    <a:moveTo>
                      <a:pt x="91" y="0"/>
                    </a:moveTo>
                    <a:lnTo>
                      <a:pt x="4" y="0"/>
                    </a:lnTo>
                    <a:lnTo>
                      <a:pt x="0" y="13"/>
                    </a:lnTo>
                    <a:lnTo>
                      <a:pt x="87" y="13"/>
                    </a:lnTo>
                    <a:lnTo>
                      <a:pt x="91"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anchor="ctr"/>
              <a:lstStyle/>
              <a:p>
                <a:pPr algn="ctr"/>
                <a:endParaRPr/>
              </a:p>
            </p:txBody>
          </p:sp>
          <p:sp>
            <p:nvSpPr>
              <p:cNvPr id="494" name="ïs1îḋe">
                <a:extLst>
                  <a:ext uri="{FF2B5EF4-FFF2-40B4-BE49-F238E27FC236}">
                    <a16:creationId xmlns:a16="http://schemas.microsoft.com/office/drawing/2014/main" id="{DB0A99E4-BA8D-4BF6-8832-5A01EA963F2B}"/>
                  </a:ext>
                </a:extLst>
              </p:cNvPr>
              <p:cNvSpPr/>
              <p:nvPr/>
            </p:nvSpPr>
            <p:spPr bwMode="auto">
              <a:xfrm>
                <a:off x="4001" y="1914"/>
                <a:ext cx="25" cy="13"/>
              </a:xfrm>
              <a:custGeom>
                <a:avLst/>
                <a:gdLst>
                  <a:gd name="T0" fmla="*/ 25 w 25"/>
                  <a:gd name="T1" fmla="*/ 0 h 13"/>
                  <a:gd name="T2" fmla="*/ 4 w 25"/>
                  <a:gd name="T3" fmla="*/ 0 h 13"/>
                  <a:gd name="T4" fmla="*/ 0 w 25"/>
                  <a:gd name="T5" fmla="*/ 13 h 13"/>
                  <a:gd name="T6" fmla="*/ 17 w 25"/>
                  <a:gd name="T7" fmla="*/ 13 h 13"/>
                  <a:gd name="T8" fmla="*/ 25 w 25"/>
                  <a:gd name="T9" fmla="*/ 0 h 13"/>
                </a:gdLst>
                <a:ahLst/>
                <a:cxnLst>
                  <a:cxn ang="0">
                    <a:pos x="T0" y="T1"/>
                  </a:cxn>
                  <a:cxn ang="0">
                    <a:pos x="T2" y="T3"/>
                  </a:cxn>
                  <a:cxn ang="0">
                    <a:pos x="T4" y="T5"/>
                  </a:cxn>
                  <a:cxn ang="0">
                    <a:pos x="T6" y="T7"/>
                  </a:cxn>
                  <a:cxn ang="0">
                    <a:pos x="T8" y="T9"/>
                  </a:cxn>
                </a:cxnLst>
                <a:rect l="0" t="0" r="r" b="b"/>
                <a:pathLst>
                  <a:path w="25" h="13">
                    <a:moveTo>
                      <a:pt x="25" y="0"/>
                    </a:moveTo>
                    <a:lnTo>
                      <a:pt x="4" y="0"/>
                    </a:lnTo>
                    <a:lnTo>
                      <a:pt x="0" y="13"/>
                    </a:lnTo>
                    <a:lnTo>
                      <a:pt x="17" y="13"/>
                    </a:lnTo>
                    <a:lnTo>
                      <a:pt x="25" y="0"/>
                    </a:lnTo>
                    <a:close/>
                  </a:path>
                </a:pathLst>
              </a:custGeom>
              <a:solidFill>
                <a:srgbClr val="D9DDF6"/>
              </a:solidFill>
              <a:ln>
                <a:noFill/>
              </a:ln>
              <a:extLst>
                <a:ext uri="{91240B29-F687-4F45-9708-019B960494DF}">
                  <a14:hiddenLine xmlns:a14="http://schemas.microsoft.com/office/drawing/2010/main" w="9525">
                    <a:solidFill>
                      <a:srgbClr val="000000"/>
                    </a:solidFill>
                    <a:round/>
                    <a:headEnd/>
                    <a:tailEnd/>
                  </a14:hiddenLine>
                </a:ext>
              </a:extLst>
            </p:spPr>
            <p:txBody>
              <a:bodyPr anchor="ctr"/>
              <a:lstStyle/>
              <a:p>
                <a:pPr algn="ctr"/>
                <a:endParaRPr/>
              </a:p>
            </p:txBody>
          </p:sp>
          <p:sp>
            <p:nvSpPr>
              <p:cNvPr id="495" name="ï$1iḑé">
                <a:extLst>
                  <a:ext uri="{FF2B5EF4-FFF2-40B4-BE49-F238E27FC236}">
                    <a16:creationId xmlns:a16="http://schemas.microsoft.com/office/drawing/2014/main" id="{00708024-C4CD-4B48-A72D-8926FFE80DA3}"/>
                  </a:ext>
                </a:extLst>
              </p:cNvPr>
              <p:cNvSpPr/>
              <p:nvPr/>
            </p:nvSpPr>
            <p:spPr bwMode="auto">
              <a:xfrm>
                <a:off x="4001" y="1914"/>
                <a:ext cx="25" cy="13"/>
              </a:xfrm>
              <a:custGeom>
                <a:avLst/>
                <a:gdLst>
                  <a:gd name="T0" fmla="*/ 25 w 25"/>
                  <a:gd name="T1" fmla="*/ 0 h 13"/>
                  <a:gd name="T2" fmla="*/ 4 w 25"/>
                  <a:gd name="T3" fmla="*/ 0 h 13"/>
                  <a:gd name="T4" fmla="*/ 0 w 25"/>
                  <a:gd name="T5" fmla="*/ 13 h 13"/>
                  <a:gd name="T6" fmla="*/ 17 w 25"/>
                  <a:gd name="T7" fmla="*/ 13 h 13"/>
                  <a:gd name="T8" fmla="*/ 25 w 25"/>
                  <a:gd name="T9" fmla="*/ 0 h 13"/>
                </a:gdLst>
                <a:ahLst/>
                <a:cxnLst>
                  <a:cxn ang="0">
                    <a:pos x="T0" y="T1"/>
                  </a:cxn>
                  <a:cxn ang="0">
                    <a:pos x="T2" y="T3"/>
                  </a:cxn>
                  <a:cxn ang="0">
                    <a:pos x="T4" y="T5"/>
                  </a:cxn>
                  <a:cxn ang="0">
                    <a:pos x="T6" y="T7"/>
                  </a:cxn>
                  <a:cxn ang="0">
                    <a:pos x="T8" y="T9"/>
                  </a:cxn>
                </a:cxnLst>
                <a:rect l="0" t="0" r="r" b="b"/>
                <a:pathLst>
                  <a:path w="25" h="13">
                    <a:moveTo>
                      <a:pt x="25" y="0"/>
                    </a:moveTo>
                    <a:lnTo>
                      <a:pt x="4" y="0"/>
                    </a:lnTo>
                    <a:lnTo>
                      <a:pt x="0" y="13"/>
                    </a:lnTo>
                    <a:lnTo>
                      <a:pt x="17" y="13"/>
                    </a:lnTo>
                    <a:lnTo>
                      <a:pt x="25"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anchor="ctr"/>
              <a:lstStyle/>
              <a:p>
                <a:pPr algn="ctr"/>
                <a:endParaRPr/>
              </a:p>
            </p:txBody>
          </p:sp>
          <p:sp>
            <p:nvSpPr>
              <p:cNvPr id="496" name="isḷîďè">
                <a:extLst>
                  <a:ext uri="{FF2B5EF4-FFF2-40B4-BE49-F238E27FC236}">
                    <a16:creationId xmlns:a16="http://schemas.microsoft.com/office/drawing/2014/main" id="{8E2CA291-D0D1-44E6-B72F-C7B3375EF3FF}"/>
                  </a:ext>
                </a:extLst>
              </p:cNvPr>
              <p:cNvSpPr/>
              <p:nvPr/>
            </p:nvSpPr>
            <p:spPr bwMode="auto">
              <a:xfrm>
                <a:off x="3971" y="1914"/>
                <a:ext cx="24" cy="13"/>
              </a:xfrm>
              <a:custGeom>
                <a:avLst/>
                <a:gdLst>
                  <a:gd name="T0" fmla="*/ 24 w 24"/>
                  <a:gd name="T1" fmla="*/ 0 h 13"/>
                  <a:gd name="T2" fmla="*/ 4 w 24"/>
                  <a:gd name="T3" fmla="*/ 0 h 13"/>
                  <a:gd name="T4" fmla="*/ 0 w 24"/>
                  <a:gd name="T5" fmla="*/ 13 h 13"/>
                  <a:gd name="T6" fmla="*/ 20 w 24"/>
                  <a:gd name="T7" fmla="*/ 13 h 13"/>
                  <a:gd name="T8" fmla="*/ 24 w 24"/>
                  <a:gd name="T9" fmla="*/ 0 h 13"/>
                </a:gdLst>
                <a:ahLst/>
                <a:cxnLst>
                  <a:cxn ang="0">
                    <a:pos x="T0" y="T1"/>
                  </a:cxn>
                  <a:cxn ang="0">
                    <a:pos x="T2" y="T3"/>
                  </a:cxn>
                  <a:cxn ang="0">
                    <a:pos x="T4" y="T5"/>
                  </a:cxn>
                  <a:cxn ang="0">
                    <a:pos x="T6" y="T7"/>
                  </a:cxn>
                  <a:cxn ang="0">
                    <a:pos x="T8" y="T9"/>
                  </a:cxn>
                </a:cxnLst>
                <a:rect l="0" t="0" r="r" b="b"/>
                <a:pathLst>
                  <a:path w="24" h="13">
                    <a:moveTo>
                      <a:pt x="24" y="0"/>
                    </a:moveTo>
                    <a:lnTo>
                      <a:pt x="4" y="0"/>
                    </a:lnTo>
                    <a:lnTo>
                      <a:pt x="0" y="13"/>
                    </a:lnTo>
                    <a:lnTo>
                      <a:pt x="20" y="13"/>
                    </a:lnTo>
                    <a:lnTo>
                      <a:pt x="24" y="0"/>
                    </a:lnTo>
                    <a:close/>
                  </a:path>
                </a:pathLst>
              </a:custGeom>
              <a:solidFill>
                <a:srgbClr val="B6DBFD"/>
              </a:solidFill>
              <a:ln>
                <a:noFill/>
              </a:ln>
              <a:extLst>
                <a:ext uri="{91240B29-F687-4F45-9708-019B960494DF}">
                  <a14:hiddenLine xmlns:a14="http://schemas.microsoft.com/office/drawing/2010/main" w="9525">
                    <a:solidFill>
                      <a:srgbClr val="000000"/>
                    </a:solidFill>
                    <a:round/>
                    <a:headEnd/>
                    <a:tailEnd/>
                  </a14:hiddenLine>
                </a:ext>
              </a:extLst>
            </p:spPr>
            <p:txBody>
              <a:bodyPr anchor="ctr"/>
              <a:lstStyle/>
              <a:p>
                <a:pPr algn="ctr"/>
                <a:endParaRPr/>
              </a:p>
            </p:txBody>
          </p:sp>
          <p:sp>
            <p:nvSpPr>
              <p:cNvPr id="497" name="iṩļïḑe">
                <a:extLst>
                  <a:ext uri="{FF2B5EF4-FFF2-40B4-BE49-F238E27FC236}">
                    <a16:creationId xmlns:a16="http://schemas.microsoft.com/office/drawing/2014/main" id="{437EAF9E-0927-4F88-82AE-9FC231AD0317}"/>
                  </a:ext>
                </a:extLst>
              </p:cNvPr>
              <p:cNvSpPr/>
              <p:nvPr/>
            </p:nvSpPr>
            <p:spPr bwMode="auto">
              <a:xfrm>
                <a:off x="3971" y="1914"/>
                <a:ext cx="24" cy="13"/>
              </a:xfrm>
              <a:custGeom>
                <a:avLst/>
                <a:gdLst>
                  <a:gd name="T0" fmla="*/ 24 w 24"/>
                  <a:gd name="T1" fmla="*/ 0 h 13"/>
                  <a:gd name="T2" fmla="*/ 4 w 24"/>
                  <a:gd name="T3" fmla="*/ 0 h 13"/>
                  <a:gd name="T4" fmla="*/ 0 w 24"/>
                  <a:gd name="T5" fmla="*/ 13 h 13"/>
                  <a:gd name="T6" fmla="*/ 20 w 24"/>
                  <a:gd name="T7" fmla="*/ 13 h 13"/>
                  <a:gd name="T8" fmla="*/ 24 w 24"/>
                  <a:gd name="T9" fmla="*/ 0 h 13"/>
                </a:gdLst>
                <a:ahLst/>
                <a:cxnLst>
                  <a:cxn ang="0">
                    <a:pos x="T0" y="T1"/>
                  </a:cxn>
                  <a:cxn ang="0">
                    <a:pos x="T2" y="T3"/>
                  </a:cxn>
                  <a:cxn ang="0">
                    <a:pos x="T4" y="T5"/>
                  </a:cxn>
                  <a:cxn ang="0">
                    <a:pos x="T6" y="T7"/>
                  </a:cxn>
                  <a:cxn ang="0">
                    <a:pos x="T8" y="T9"/>
                  </a:cxn>
                </a:cxnLst>
                <a:rect l="0" t="0" r="r" b="b"/>
                <a:pathLst>
                  <a:path w="24" h="13">
                    <a:moveTo>
                      <a:pt x="24" y="0"/>
                    </a:moveTo>
                    <a:lnTo>
                      <a:pt x="4" y="0"/>
                    </a:lnTo>
                    <a:lnTo>
                      <a:pt x="0" y="13"/>
                    </a:lnTo>
                    <a:lnTo>
                      <a:pt x="20" y="13"/>
                    </a:lnTo>
                    <a:lnTo>
                      <a:pt x="24"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anchor="ctr"/>
              <a:lstStyle/>
              <a:p>
                <a:pPr algn="ctr"/>
                <a:endParaRPr/>
              </a:p>
            </p:txBody>
          </p:sp>
          <p:sp>
            <p:nvSpPr>
              <p:cNvPr id="498" name="íṣ1iďê">
                <a:extLst>
                  <a:ext uri="{FF2B5EF4-FFF2-40B4-BE49-F238E27FC236}">
                    <a16:creationId xmlns:a16="http://schemas.microsoft.com/office/drawing/2014/main" id="{AFAA7C1D-2A9F-4DC6-BE8A-B3EED22D7563}"/>
                  </a:ext>
                </a:extLst>
              </p:cNvPr>
              <p:cNvSpPr/>
              <p:nvPr/>
            </p:nvSpPr>
            <p:spPr bwMode="auto">
              <a:xfrm>
                <a:off x="3805" y="1914"/>
                <a:ext cx="65" cy="13"/>
              </a:xfrm>
              <a:custGeom>
                <a:avLst/>
                <a:gdLst>
                  <a:gd name="T0" fmla="*/ 65 w 65"/>
                  <a:gd name="T1" fmla="*/ 0 h 13"/>
                  <a:gd name="T2" fmla="*/ 4 w 65"/>
                  <a:gd name="T3" fmla="*/ 0 h 13"/>
                  <a:gd name="T4" fmla="*/ 0 w 65"/>
                  <a:gd name="T5" fmla="*/ 13 h 13"/>
                  <a:gd name="T6" fmla="*/ 61 w 65"/>
                  <a:gd name="T7" fmla="*/ 13 h 13"/>
                  <a:gd name="T8" fmla="*/ 65 w 65"/>
                  <a:gd name="T9" fmla="*/ 0 h 13"/>
                </a:gdLst>
                <a:ahLst/>
                <a:cxnLst>
                  <a:cxn ang="0">
                    <a:pos x="T0" y="T1"/>
                  </a:cxn>
                  <a:cxn ang="0">
                    <a:pos x="T2" y="T3"/>
                  </a:cxn>
                  <a:cxn ang="0">
                    <a:pos x="T4" y="T5"/>
                  </a:cxn>
                  <a:cxn ang="0">
                    <a:pos x="T6" y="T7"/>
                  </a:cxn>
                  <a:cxn ang="0">
                    <a:pos x="T8" y="T9"/>
                  </a:cxn>
                </a:cxnLst>
                <a:rect l="0" t="0" r="r" b="b"/>
                <a:pathLst>
                  <a:path w="65" h="13">
                    <a:moveTo>
                      <a:pt x="65" y="0"/>
                    </a:moveTo>
                    <a:lnTo>
                      <a:pt x="4" y="0"/>
                    </a:lnTo>
                    <a:lnTo>
                      <a:pt x="0" y="13"/>
                    </a:lnTo>
                    <a:lnTo>
                      <a:pt x="61" y="13"/>
                    </a:lnTo>
                    <a:lnTo>
                      <a:pt x="65" y="0"/>
                    </a:lnTo>
                    <a:close/>
                  </a:path>
                </a:pathLst>
              </a:custGeom>
              <a:solidFill>
                <a:srgbClr val="D9DDF6"/>
              </a:solidFill>
              <a:ln>
                <a:noFill/>
              </a:ln>
              <a:extLst>
                <a:ext uri="{91240B29-F687-4F45-9708-019B960494DF}">
                  <a14:hiddenLine xmlns:a14="http://schemas.microsoft.com/office/drawing/2010/main" w="9525">
                    <a:solidFill>
                      <a:srgbClr val="000000"/>
                    </a:solidFill>
                    <a:round/>
                    <a:headEnd/>
                    <a:tailEnd/>
                  </a14:hiddenLine>
                </a:ext>
              </a:extLst>
            </p:spPr>
            <p:txBody>
              <a:bodyPr anchor="ctr"/>
              <a:lstStyle/>
              <a:p>
                <a:pPr algn="ctr"/>
                <a:endParaRPr/>
              </a:p>
            </p:txBody>
          </p:sp>
          <p:sp>
            <p:nvSpPr>
              <p:cNvPr id="499" name="iṩ1îḍê">
                <a:extLst>
                  <a:ext uri="{FF2B5EF4-FFF2-40B4-BE49-F238E27FC236}">
                    <a16:creationId xmlns:a16="http://schemas.microsoft.com/office/drawing/2014/main" id="{28981A51-BF74-4B63-8788-31277D3C1103}"/>
                  </a:ext>
                </a:extLst>
              </p:cNvPr>
              <p:cNvSpPr/>
              <p:nvPr/>
            </p:nvSpPr>
            <p:spPr bwMode="auto">
              <a:xfrm>
                <a:off x="3805" y="1914"/>
                <a:ext cx="65" cy="13"/>
              </a:xfrm>
              <a:custGeom>
                <a:avLst/>
                <a:gdLst>
                  <a:gd name="T0" fmla="*/ 65 w 65"/>
                  <a:gd name="T1" fmla="*/ 0 h 13"/>
                  <a:gd name="T2" fmla="*/ 4 w 65"/>
                  <a:gd name="T3" fmla="*/ 0 h 13"/>
                  <a:gd name="T4" fmla="*/ 0 w 65"/>
                  <a:gd name="T5" fmla="*/ 13 h 13"/>
                  <a:gd name="T6" fmla="*/ 61 w 65"/>
                  <a:gd name="T7" fmla="*/ 13 h 13"/>
                  <a:gd name="T8" fmla="*/ 65 w 65"/>
                  <a:gd name="T9" fmla="*/ 0 h 13"/>
                </a:gdLst>
                <a:ahLst/>
                <a:cxnLst>
                  <a:cxn ang="0">
                    <a:pos x="T0" y="T1"/>
                  </a:cxn>
                  <a:cxn ang="0">
                    <a:pos x="T2" y="T3"/>
                  </a:cxn>
                  <a:cxn ang="0">
                    <a:pos x="T4" y="T5"/>
                  </a:cxn>
                  <a:cxn ang="0">
                    <a:pos x="T6" y="T7"/>
                  </a:cxn>
                  <a:cxn ang="0">
                    <a:pos x="T8" y="T9"/>
                  </a:cxn>
                </a:cxnLst>
                <a:rect l="0" t="0" r="r" b="b"/>
                <a:pathLst>
                  <a:path w="65" h="13">
                    <a:moveTo>
                      <a:pt x="65" y="0"/>
                    </a:moveTo>
                    <a:lnTo>
                      <a:pt x="4" y="0"/>
                    </a:lnTo>
                    <a:lnTo>
                      <a:pt x="0" y="13"/>
                    </a:lnTo>
                    <a:lnTo>
                      <a:pt x="61" y="13"/>
                    </a:lnTo>
                    <a:lnTo>
                      <a:pt x="65"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anchor="ctr"/>
              <a:lstStyle/>
              <a:p>
                <a:pPr algn="ctr"/>
                <a:endParaRPr/>
              </a:p>
            </p:txBody>
          </p:sp>
          <p:sp>
            <p:nvSpPr>
              <p:cNvPr id="500" name="i$ļïďe">
                <a:extLst>
                  <a:ext uri="{FF2B5EF4-FFF2-40B4-BE49-F238E27FC236}">
                    <a16:creationId xmlns:a16="http://schemas.microsoft.com/office/drawing/2014/main" id="{18F5E7B8-85DB-4DE5-B964-B912ACD3F4BC}"/>
                  </a:ext>
                </a:extLst>
              </p:cNvPr>
              <p:cNvSpPr/>
              <p:nvPr/>
            </p:nvSpPr>
            <p:spPr bwMode="auto">
              <a:xfrm>
                <a:off x="3568" y="2245"/>
                <a:ext cx="128" cy="13"/>
              </a:xfrm>
              <a:custGeom>
                <a:avLst/>
                <a:gdLst>
                  <a:gd name="T0" fmla="*/ 128 w 128"/>
                  <a:gd name="T1" fmla="*/ 0 h 13"/>
                  <a:gd name="T2" fmla="*/ 8 w 128"/>
                  <a:gd name="T3" fmla="*/ 0 h 13"/>
                  <a:gd name="T4" fmla="*/ 0 w 128"/>
                  <a:gd name="T5" fmla="*/ 13 h 13"/>
                  <a:gd name="T6" fmla="*/ 124 w 128"/>
                  <a:gd name="T7" fmla="*/ 13 h 13"/>
                  <a:gd name="T8" fmla="*/ 128 w 128"/>
                  <a:gd name="T9" fmla="*/ 0 h 13"/>
                </a:gdLst>
                <a:ahLst/>
                <a:cxnLst>
                  <a:cxn ang="0">
                    <a:pos x="T0" y="T1"/>
                  </a:cxn>
                  <a:cxn ang="0">
                    <a:pos x="T2" y="T3"/>
                  </a:cxn>
                  <a:cxn ang="0">
                    <a:pos x="T4" y="T5"/>
                  </a:cxn>
                  <a:cxn ang="0">
                    <a:pos x="T6" y="T7"/>
                  </a:cxn>
                  <a:cxn ang="0">
                    <a:pos x="T8" y="T9"/>
                  </a:cxn>
                </a:cxnLst>
                <a:rect l="0" t="0" r="r" b="b"/>
                <a:pathLst>
                  <a:path w="128" h="13">
                    <a:moveTo>
                      <a:pt x="128" y="0"/>
                    </a:moveTo>
                    <a:lnTo>
                      <a:pt x="8" y="0"/>
                    </a:lnTo>
                    <a:lnTo>
                      <a:pt x="0" y="13"/>
                    </a:lnTo>
                    <a:lnTo>
                      <a:pt x="124" y="13"/>
                    </a:lnTo>
                    <a:lnTo>
                      <a:pt x="128" y="0"/>
                    </a:lnTo>
                    <a:close/>
                  </a:path>
                </a:pathLst>
              </a:custGeom>
              <a:solidFill>
                <a:srgbClr val="B6DBFD"/>
              </a:solidFill>
              <a:ln>
                <a:noFill/>
              </a:ln>
              <a:extLst>
                <a:ext uri="{91240B29-F687-4F45-9708-019B960494DF}">
                  <a14:hiddenLine xmlns:a14="http://schemas.microsoft.com/office/drawing/2010/main" w="9525">
                    <a:solidFill>
                      <a:srgbClr val="000000"/>
                    </a:solidFill>
                    <a:round/>
                    <a:headEnd/>
                    <a:tailEnd/>
                  </a14:hiddenLine>
                </a:ext>
              </a:extLst>
            </p:spPr>
            <p:txBody>
              <a:bodyPr anchor="ctr"/>
              <a:lstStyle/>
              <a:p>
                <a:pPr algn="ctr"/>
                <a:endParaRPr/>
              </a:p>
            </p:txBody>
          </p:sp>
          <p:sp>
            <p:nvSpPr>
              <p:cNvPr id="501" name="íṣ1îďé">
                <a:extLst>
                  <a:ext uri="{FF2B5EF4-FFF2-40B4-BE49-F238E27FC236}">
                    <a16:creationId xmlns:a16="http://schemas.microsoft.com/office/drawing/2014/main" id="{D828A09A-B96A-4E40-8416-320976B4B7B7}"/>
                  </a:ext>
                </a:extLst>
              </p:cNvPr>
              <p:cNvSpPr/>
              <p:nvPr/>
            </p:nvSpPr>
            <p:spPr bwMode="auto">
              <a:xfrm>
                <a:off x="3568" y="2245"/>
                <a:ext cx="128" cy="13"/>
              </a:xfrm>
              <a:custGeom>
                <a:avLst/>
                <a:gdLst>
                  <a:gd name="T0" fmla="*/ 128 w 128"/>
                  <a:gd name="T1" fmla="*/ 0 h 13"/>
                  <a:gd name="T2" fmla="*/ 8 w 128"/>
                  <a:gd name="T3" fmla="*/ 0 h 13"/>
                  <a:gd name="T4" fmla="*/ 0 w 128"/>
                  <a:gd name="T5" fmla="*/ 13 h 13"/>
                  <a:gd name="T6" fmla="*/ 124 w 128"/>
                  <a:gd name="T7" fmla="*/ 13 h 13"/>
                  <a:gd name="T8" fmla="*/ 128 w 128"/>
                  <a:gd name="T9" fmla="*/ 0 h 13"/>
                </a:gdLst>
                <a:ahLst/>
                <a:cxnLst>
                  <a:cxn ang="0">
                    <a:pos x="T0" y="T1"/>
                  </a:cxn>
                  <a:cxn ang="0">
                    <a:pos x="T2" y="T3"/>
                  </a:cxn>
                  <a:cxn ang="0">
                    <a:pos x="T4" y="T5"/>
                  </a:cxn>
                  <a:cxn ang="0">
                    <a:pos x="T6" y="T7"/>
                  </a:cxn>
                  <a:cxn ang="0">
                    <a:pos x="T8" y="T9"/>
                  </a:cxn>
                </a:cxnLst>
                <a:rect l="0" t="0" r="r" b="b"/>
                <a:pathLst>
                  <a:path w="128" h="13">
                    <a:moveTo>
                      <a:pt x="128" y="0"/>
                    </a:moveTo>
                    <a:lnTo>
                      <a:pt x="8" y="0"/>
                    </a:lnTo>
                    <a:lnTo>
                      <a:pt x="0" y="13"/>
                    </a:lnTo>
                    <a:lnTo>
                      <a:pt x="124" y="13"/>
                    </a:lnTo>
                    <a:lnTo>
                      <a:pt x="128"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anchor="ctr"/>
              <a:lstStyle/>
              <a:p>
                <a:pPr algn="ctr"/>
                <a:endParaRPr/>
              </a:p>
            </p:txBody>
          </p:sp>
          <p:sp>
            <p:nvSpPr>
              <p:cNvPr id="502" name="ïṩľiḍê">
                <a:extLst>
                  <a:ext uri="{FF2B5EF4-FFF2-40B4-BE49-F238E27FC236}">
                    <a16:creationId xmlns:a16="http://schemas.microsoft.com/office/drawing/2014/main" id="{DBC63816-83C7-4CDE-9EF7-C24C66231D07}"/>
                  </a:ext>
                </a:extLst>
              </p:cNvPr>
              <p:cNvSpPr/>
              <p:nvPr/>
            </p:nvSpPr>
            <p:spPr bwMode="auto">
              <a:xfrm>
                <a:off x="3771" y="2245"/>
                <a:ext cx="58" cy="13"/>
              </a:xfrm>
              <a:custGeom>
                <a:avLst/>
                <a:gdLst>
                  <a:gd name="T0" fmla="*/ 58 w 58"/>
                  <a:gd name="T1" fmla="*/ 0 h 13"/>
                  <a:gd name="T2" fmla="*/ 5 w 58"/>
                  <a:gd name="T3" fmla="*/ 0 h 13"/>
                  <a:gd name="T4" fmla="*/ 0 w 58"/>
                  <a:gd name="T5" fmla="*/ 13 h 13"/>
                  <a:gd name="T6" fmla="*/ 51 w 58"/>
                  <a:gd name="T7" fmla="*/ 13 h 13"/>
                  <a:gd name="T8" fmla="*/ 58 w 58"/>
                  <a:gd name="T9" fmla="*/ 0 h 13"/>
                </a:gdLst>
                <a:ahLst/>
                <a:cxnLst>
                  <a:cxn ang="0">
                    <a:pos x="T0" y="T1"/>
                  </a:cxn>
                  <a:cxn ang="0">
                    <a:pos x="T2" y="T3"/>
                  </a:cxn>
                  <a:cxn ang="0">
                    <a:pos x="T4" y="T5"/>
                  </a:cxn>
                  <a:cxn ang="0">
                    <a:pos x="T6" y="T7"/>
                  </a:cxn>
                  <a:cxn ang="0">
                    <a:pos x="T8" y="T9"/>
                  </a:cxn>
                </a:cxnLst>
                <a:rect l="0" t="0" r="r" b="b"/>
                <a:pathLst>
                  <a:path w="58" h="13">
                    <a:moveTo>
                      <a:pt x="58" y="0"/>
                    </a:moveTo>
                    <a:lnTo>
                      <a:pt x="5" y="0"/>
                    </a:lnTo>
                    <a:lnTo>
                      <a:pt x="0" y="13"/>
                    </a:lnTo>
                    <a:lnTo>
                      <a:pt x="51" y="13"/>
                    </a:lnTo>
                    <a:lnTo>
                      <a:pt x="58" y="0"/>
                    </a:lnTo>
                    <a:close/>
                  </a:path>
                </a:pathLst>
              </a:custGeom>
              <a:solidFill>
                <a:srgbClr val="D9DDF6"/>
              </a:solidFill>
              <a:ln>
                <a:noFill/>
              </a:ln>
              <a:extLst>
                <a:ext uri="{91240B29-F687-4F45-9708-019B960494DF}">
                  <a14:hiddenLine xmlns:a14="http://schemas.microsoft.com/office/drawing/2010/main" w="9525">
                    <a:solidFill>
                      <a:srgbClr val="000000"/>
                    </a:solidFill>
                    <a:round/>
                    <a:headEnd/>
                    <a:tailEnd/>
                  </a14:hiddenLine>
                </a:ext>
              </a:extLst>
            </p:spPr>
            <p:txBody>
              <a:bodyPr anchor="ctr"/>
              <a:lstStyle/>
              <a:p>
                <a:pPr algn="ctr"/>
                <a:endParaRPr/>
              </a:p>
            </p:txBody>
          </p:sp>
          <p:sp>
            <p:nvSpPr>
              <p:cNvPr id="503" name="iSļïḋé">
                <a:extLst>
                  <a:ext uri="{FF2B5EF4-FFF2-40B4-BE49-F238E27FC236}">
                    <a16:creationId xmlns:a16="http://schemas.microsoft.com/office/drawing/2014/main" id="{F41127EF-D42E-4471-8F22-9037D23905B4}"/>
                  </a:ext>
                </a:extLst>
              </p:cNvPr>
              <p:cNvSpPr/>
              <p:nvPr/>
            </p:nvSpPr>
            <p:spPr bwMode="auto">
              <a:xfrm>
                <a:off x="3771" y="2245"/>
                <a:ext cx="58" cy="13"/>
              </a:xfrm>
              <a:custGeom>
                <a:avLst/>
                <a:gdLst>
                  <a:gd name="T0" fmla="*/ 58 w 58"/>
                  <a:gd name="T1" fmla="*/ 0 h 13"/>
                  <a:gd name="T2" fmla="*/ 5 w 58"/>
                  <a:gd name="T3" fmla="*/ 0 h 13"/>
                  <a:gd name="T4" fmla="*/ 0 w 58"/>
                  <a:gd name="T5" fmla="*/ 13 h 13"/>
                  <a:gd name="T6" fmla="*/ 51 w 58"/>
                  <a:gd name="T7" fmla="*/ 13 h 13"/>
                  <a:gd name="T8" fmla="*/ 58 w 58"/>
                  <a:gd name="T9" fmla="*/ 0 h 13"/>
                </a:gdLst>
                <a:ahLst/>
                <a:cxnLst>
                  <a:cxn ang="0">
                    <a:pos x="T0" y="T1"/>
                  </a:cxn>
                  <a:cxn ang="0">
                    <a:pos x="T2" y="T3"/>
                  </a:cxn>
                  <a:cxn ang="0">
                    <a:pos x="T4" y="T5"/>
                  </a:cxn>
                  <a:cxn ang="0">
                    <a:pos x="T6" y="T7"/>
                  </a:cxn>
                  <a:cxn ang="0">
                    <a:pos x="T8" y="T9"/>
                  </a:cxn>
                </a:cxnLst>
                <a:rect l="0" t="0" r="r" b="b"/>
                <a:pathLst>
                  <a:path w="58" h="13">
                    <a:moveTo>
                      <a:pt x="58" y="0"/>
                    </a:moveTo>
                    <a:lnTo>
                      <a:pt x="5" y="0"/>
                    </a:lnTo>
                    <a:lnTo>
                      <a:pt x="0" y="13"/>
                    </a:lnTo>
                    <a:lnTo>
                      <a:pt x="51" y="13"/>
                    </a:lnTo>
                    <a:lnTo>
                      <a:pt x="58"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anchor="ctr"/>
              <a:lstStyle/>
              <a:p>
                <a:pPr algn="ctr"/>
                <a:endParaRPr/>
              </a:p>
            </p:txBody>
          </p:sp>
          <p:sp>
            <p:nvSpPr>
              <p:cNvPr id="504" name="ïšľiďe">
                <a:extLst>
                  <a:ext uri="{FF2B5EF4-FFF2-40B4-BE49-F238E27FC236}">
                    <a16:creationId xmlns:a16="http://schemas.microsoft.com/office/drawing/2014/main" id="{C48BE4C3-8A05-41C5-B874-82D0958C1DC7}"/>
                  </a:ext>
                </a:extLst>
              </p:cNvPr>
              <p:cNvSpPr/>
              <p:nvPr/>
            </p:nvSpPr>
            <p:spPr bwMode="auto">
              <a:xfrm>
                <a:off x="3701" y="2245"/>
                <a:ext cx="65" cy="13"/>
              </a:xfrm>
              <a:custGeom>
                <a:avLst/>
                <a:gdLst>
                  <a:gd name="T0" fmla="*/ 65 w 65"/>
                  <a:gd name="T1" fmla="*/ 0 h 13"/>
                  <a:gd name="T2" fmla="*/ 3 w 65"/>
                  <a:gd name="T3" fmla="*/ 0 h 13"/>
                  <a:gd name="T4" fmla="*/ 0 w 65"/>
                  <a:gd name="T5" fmla="*/ 13 h 13"/>
                  <a:gd name="T6" fmla="*/ 60 w 65"/>
                  <a:gd name="T7" fmla="*/ 13 h 13"/>
                  <a:gd name="T8" fmla="*/ 65 w 65"/>
                  <a:gd name="T9" fmla="*/ 0 h 13"/>
                </a:gdLst>
                <a:ahLst/>
                <a:cxnLst>
                  <a:cxn ang="0">
                    <a:pos x="T0" y="T1"/>
                  </a:cxn>
                  <a:cxn ang="0">
                    <a:pos x="T2" y="T3"/>
                  </a:cxn>
                  <a:cxn ang="0">
                    <a:pos x="T4" y="T5"/>
                  </a:cxn>
                  <a:cxn ang="0">
                    <a:pos x="T6" y="T7"/>
                  </a:cxn>
                  <a:cxn ang="0">
                    <a:pos x="T8" y="T9"/>
                  </a:cxn>
                </a:cxnLst>
                <a:rect l="0" t="0" r="r" b="b"/>
                <a:pathLst>
                  <a:path w="65" h="13">
                    <a:moveTo>
                      <a:pt x="65" y="0"/>
                    </a:moveTo>
                    <a:lnTo>
                      <a:pt x="3" y="0"/>
                    </a:lnTo>
                    <a:lnTo>
                      <a:pt x="0" y="13"/>
                    </a:lnTo>
                    <a:lnTo>
                      <a:pt x="60" y="13"/>
                    </a:lnTo>
                    <a:lnTo>
                      <a:pt x="65" y="0"/>
                    </a:lnTo>
                    <a:close/>
                  </a:path>
                </a:pathLst>
              </a:custGeom>
              <a:solidFill>
                <a:srgbClr val="D9DDF6"/>
              </a:solidFill>
              <a:ln>
                <a:noFill/>
              </a:ln>
              <a:extLst>
                <a:ext uri="{91240B29-F687-4F45-9708-019B960494DF}">
                  <a14:hiddenLine xmlns:a14="http://schemas.microsoft.com/office/drawing/2010/main" w="9525">
                    <a:solidFill>
                      <a:srgbClr val="000000"/>
                    </a:solidFill>
                    <a:round/>
                    <a:headEnd/>
                    <a:tailEnd/>
                  </a14:hiddenLine>
                </a:ext>
              </a:extLst>
            </p:spPr>
            <p:txBody>
              <a:bodyPr anchor="ctr"/>
              <a:lstStyle/>
              <a:p>
                <a:pPr algn="ctr"/>
                <a:endParaRPr/>
              </a:p>
            </p:txBody>
          </p:sp>
          <p:sp>
            <p:nvSpPr>
              <p:cNvPr id="505" name="îṡḷïḑé">
                <a:extLst>
                  <a:ext uri="{FF2B5EF4-FFF2-40B4-BE49-F238E27FC236}">
                    <a16:creationId xmlns:a16="http://schemas.microsoft.com/office/drawing/2014/main" id="{1749538F-0235-42D8-BC12-BC54DD4E108C}"/>
                  </a:ext>
                </a:extLst>
              </p:cNvPr>
              <p:cNvSpPr/>
              <p:nvPr/>
            </p:nvSpPr>
            <p:spPr bwMode="auto">
              <a:xfrm>
                <a:off x="3701" y="2245"/>
                <a:ext cx="65" cy="13"/>
              </a:xfrm>
              <a:custGeom>
                <a:avLst/>
                <a:gdLst>
                  <a:gd name="T0" fmla="*/ 65 w 65"/>
                  <a:gd name="T1" fmla="*/ 0 h 13"/>
                  <a:gd name="T2" fmla="*/ 3 w 65"/>
                  <a:gd name="T3" fmla="*/ 0 h 13"/>
                  <a:gd name="T4" fmla="*/ 0 w 65"/>
                  <a:gd name="T5" fmla="*/ 13 h 13"/>
                  <a:gd name="T6" fmla="*/ 60 w 65"/>
                  <a:gd name="T7" fmla="*/ 13 h 13"/>
                  <a:gd name="T8" fmla="*/ 65 w 65"/>
                  <a:gd name="T9" fmla="*/ 0 h 13"/>
                </a:gdLst>
                <a:ahLst/>
                <a:cxnLst>
                  <a:cxn ang="0">
                    <a:pos x="T0" y="T1"/>
                  </a:cxn>
                  <a:cxn ang="0">
                    <a:pos x="T2" y="T3"/>
                  </a:cxn>
                  <a:cxn ang="0">
                    <a:pos x="T4" y="T5"/>
                  </a:cxn>
                  <a:cxn ang="0">
                    <a:pos x="T6" y="T7"/>
                  </a:cxn>
                  <a:cxn ang="0">
                    <a:pos x="T8" y="T9"/>
                  </a:cxn>
                </a:cxnLst>
                <a:rect l="0" t="0" r="r" b="b"/>
                <a:pathLst>
                  <a:path w="65" h="13">
                    <a:moveTo>
                      <a:pt x="65" y="0"/>
                    </a:moveTo>
                    <a:lnTo>
                      <a:pt x="3" y="0"/>
                    </a:lnTo>
                    <a:lnTo>
                      <a:pt x="0" y="13"/>
                    </a:lnTo>
                    <a:lnTo>
                      <a:pt x="60" y="13"/>
                    </a:lnTo>
                    <a:lnTo>
                      <a:pt x="65"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anchor="ctr"/>
              <a:lstStyle/>
              <a:p>
                <a:pPr algn="ctr"/>
                <a:endParaRPr/>
              </a:p>
            </p:txBody>
          </p:sp>
          <p:sp>
            <p:nvSpPr>
              <p:cNvPr id="506" name="î$ļíḍê">
                <a:extLst>
                  <a:ext uri="{FF2B5EF4-FFF2-40B4-BE49-F238E27FC236}">
                    <a16:creationId xmlns:a16="http://schemas.microsoft.com/office/drawing/2014/main" id="{38474A5C-EF98-4680-8327-DD3EC41B97CA}"/>
                  </a:ext>
                </a:extLst>
              </p:cNvPr>
              <p:cNvSpPr/>
              <p:nvPr/>
            </p:nvSpPr>
            <p:spPr bwMode="auto">
              <a:xfrm>
                <a:off x="3669" y="2134"/>
                <a:ext cx="90" cy="14"/>
              </a:xfrm>
              <a:custGeom>
                <a:avLst/>
                <a:gdLst>
                  <a:gd name="T0" fmla="*/ 90 w 90"/>
                  <a:gd name="T1" fmla="*/ 0 h 14"/>
                  <a:gd name="T2" fmla="*/ 4 w 90"/>
                  <a:gd name="T3" fmla="*/ 0 h 14"/>
                  <a:gd name="T4" fmla="*/ 0 w 90"/>
                  <a:gd name="T5" fmla="*/ 14 h 14"/>
                  <a:gd name="T6" fmla="*/ 86 w 90"/>
                  <a:gd name="T7" fmla="*/ 14 h 14"/>
                  <a:gd name="T8" fmla="*/ 90 w 90"/>
                  <a:gd name="T9" fmla="*/ 0 h 14"/>
                </a:gdLst>
                <a:ahLst/>
                <a:cxnLst>
                  <a:cxn ang="0">
                    <a:pos x="T0" y="T1"/>
                  </a:cxn>
                  <a:cxn ang="0">
                    <a:pos x="T2" y="T3"/>
                  </a:cxn>
                  <a:cxn ang="0">
                    <a:pos x="T4" y="T5"/>
                  </a:cxn>
                  <a:cxn ang="0">
                    <a:pos x="T6" y="T7"/>
                  </a:cxn>
                  <a:cxn ang="0">
                    <a:pos x="T8" y="T9"/>
                  </a:cxn>
                </a:cxnLst>
                <a:rect l="0" t="0" r="r" b="b"/>
                <a:pathLst>
                  <a:path w="90" h="14">
                    <a:moveTo>
                      <a:pt x="90" y="0"/>
                    </a:moveTo>
                    <a:lnTo>
                      <a:pt x="4" y="0"/>
                    </a:lnTo>
                    <a:lnTo>
                      <a:pt x="0" y="14"/>
                    </a:lnTo>
                    <a:lnTo>
                      <a:pt x="86" y="14"/>
                    </a:lnTo>
                    <a:lnTo>
                      <a:pt x="90" y="0"/>
                    </a:lnTo>
                    <a:close/>
                  </a:path>
                </a:pathLst>
              </a:custGeom>
              <a:solidFill>
                <a:srgbClr val="EAECFA"/>
              </a:solidFill>
              <a:ln>
                <a:noFill/>
              </a:ln>
              <a:extLst>
                <a:ext uri="{91240B29-F687-4F45-9708-019B960494DF}">
                  <a14:hiddenLine xmlns:a14="http://schemas.microsoft.com/office/drawing/2010/main" w="9525">
                    <a:solidFill>
                      <a:srgbClr val="000000"/>
                    </a:solidFill>
                    <a:round/>
                    <a:headEnd/>
                    <a:tailEnd/>
                  </a14:hiddenLine>
                </a:ext>
              </a:extLst>
            </p:spPr>
            <p:txBody>
              <a:bodyPr anchor="ctr"/>
              <a:lstStyle/>
              <a:p>
                <a:pPr algn="ctr"/>
                <a:endParaRPr/>
              </a:p>
            </p:txBody>
          </p:sp>
          <p:sp>
            <p:nvSpPr>
              <p:cNvPr id="507" name="iŝḷîḋè">
                <a:extLst>
                  <a:ext uri="{FF2B5EF4-FFF2-40B4-BE49-F238E27FC236}">
                    <a16:creationId xmlns:a16="http://schemas.microsoft.com/office/drawing/2014/main" id="{D537ED04-A1AC-49C2-AB95-3DBC5820E958}"/>
                  </a:ext>
                </a:extLst>
              </p:cNvPr>
              <p:cNvSpPr/>
              <p:nvPr/>
            </p:nvSpPr>
            <p:spPr bwMode="auto">
              <a:xfrm>
                <a:off x="3669" y="2134"/>
                <a:ext cx="90" cy="14"/>
              </a:xfrm>
              <a:custGeom>
                <a:avLst/>
                <a:gdLst>
                  <a:gd name="T0" fmla="*/ 90 w 90"/>
                  <a:gd name="T1" fmla="*/ 0 h 14"/>
                  <a:gd name="T2" fmla="*/ 4 w 90"/>
                  <a:gd name="T3" fmla="*/ 0 h 14"/>
                  <a:gd name="T4" fmla="*/ 0 w 90"/>
                  <a:gd name="T5" fmla="*/ 14 h 14"/>
                  <a:gd name="T6" fmla="*/ 86 w 90"/>
                  <a:gd name="T7" fmla="*/ 14 h 14"/>
                  <a:gd name="T8" fmla="*/ 90 w 90"/>
                  <a:gd name="T9" fmla="*/ 0 h 14"/>
                </a:gdLst>
                <a:ahLst/>
                <a:cxnLst>
                  <a:cxn ang="0">
                    <a:pos x="T0" y="T1"/>
                  </a:cxn>
                  <a:cxn ang="0">
                    <a:pos x="T2" y="T3"/>
                  </a:cxn>
                  <a:cxn ang="0">
                    <a:pos x="T4" y="T5"/>
                  </a:cxn>
                  <a:cxn ang="0">
                    <a:pos x="T6" y="T7"/>
                  </a:cxn>
                  <a:cxn ang="0">
                    <a:pos x="T8" y="T9"/>
                  </a:cxn>
                </a:cxnLst>
                <a:rect l="0" t="0" r="r" b="b"/>
                <a:pathLst>
                  <a:path w="90" h="14">
                    <a:moveTo>
                      <a:pt x="90" y="0"/>
                    </a:moveTo>
                    <a:lnTo>
                      <a:pt x="4" y="0"/>
                    </a:lnTo>
                    <a:lnTo>
                      <a:pt x="0" y="14"/>
                    </a:lnTo>
                    <a:lnTo>
                      <a:pt x="86" y="14"/>
                    </a:lnTo>
                    <a:lnTo>
                      <a:pt x="90"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anchor="ctr"/>
              <a:lstStyle/>
              <a:p>
                <a:pPr algn="ctr"/>
                <a:endParaRPr/>
              </a:p>
            </p:txBody>
          </p:sp>
          <p:sp>
            <p:nvSpPr>
              <p:cNvPr id="508" name="ís1iḑè">
                <a:extLst>
                  <a:ext uri="{FF2B5EF4-FFF2-40B4-BE49-F238E27FC236}">
                    <a16:creationId xmlns:a16="http://schemas.microsoft.com/office/drawing/2014/main" id="{6644ADC1-1EB0-417F-BF40-F891CE7872B0}"/>
                  </a:ext>
                </a:extLst>
              </p:cNvPr>
              <p:cNvSpPr/>
              <p:nvPr/>
            </p:nvSpPr>
            <p:spPr bwMode="auto">
              <a:xfrm>
                <a:off x="3640" y="2134"/>
                <a:ext cx="25" cy="14"/>
              </a:xfrm>
              <a:custGeom>
                <a:avLst/>
                <a:gdLst>
                  <a:gd name="T0" fmla="*/ 25 w 25"/>
                  <a:gd name="T1" fmla="*/ 0 h 14"/>
                  <a:gd name="T2" fmla="*/ 3 w 25"/>
                  <a:gd name="T3" fmla="*/ 0 h 14"/>
                  <a:gd name="T4" fmla="*/ 0 w 25"/>
                  <a:gd name="T5" fmla="*/ 14 h 14"/>
                  <a:gd name="T6" fmla="*/ 20 w 25"/>
                  <a:gd name="T7" fmla="*/ 14 h 14"/>
                  <a:gd name="T8" fmla="*/ 25 w 25"/>
                  <a:gd name="T9" fmla="*/ 0 h 14"/>
                </a:gdLst>
                <a:ahLst/>
                <a:cxnLst>
                  <a:cxn ang="0">
                    <a:pos x="T0" y="T1"/>
                  </a:cxn>
                  <a:cxn ang="0">
                    <a:pos x="T2" y="T3"/>
                  </a:cxn>
                  <a:cxn ang="0">
                    <a:pos x="T4" y="T5"/>
                  </a:cxn>
                  <a:cxn ang="0">
                    <a:pos x="T6" y="T7"/>
                  </a:cxn>
                  <a:cxn ang="0">
                    <a:pos x="T8" y="T9"/>
                  </a:cxn>
                </a:cxnLst>
                <a:rect l="0" t="0" r="r" b="b"/>
                <a:pathLst>
                  <a:path w="25" h="14">
                    <a:moveTo>
                      <a:pt x="25" y="0"/>
                    </a:moveTo>
                    <a:lnTo>
                      <a:pt x="3" y="0"/>
                    </a:lnTo>
                    <a:lnTo>
                      <a:pt x="0" y="14"/>
                    </a:lnTo>
                    <a:lnTo>
                      <a:pt x="20" y="14"/>
                    </a:lnTo>
                    <a:lnTo>
                      <a:pt x="25" y="0"/>
                    </a:lnTo>
                    <a:close/>
                  </a:path>
                </a:pathLst>
              </a:custGeom>
              <a:solidFill>
                <a:srgbClr val="B6DBFD"/>
              </a:solidFill>
              <a:ln>
                <a:noFill/>
              </a:ln>
              <a:extLst>
                <a:ext uri="{91240B29-F687-4F45-9708-019B960494DF}">
                  <a14:hiddenLine xmlns:a14="http://schemas.microsoft.com/office/drawing/2010/main" w="9525">
                    <a:solidFill>
                      <a:srgbClr val="000000"/>
                    </a:solidFill>
                    <a:round/>
                    <a:headEnd/>
                    <a:tailEnd/>
                  </a14:hiddenLine>
                </a:ext>
              </a:extLst>
            </p:spPr>
            <p:txBody>
              <a:bodyPr anchor="ctr"/>
              <a:lstStyle/>
              <a:p>
                <a:pPr algn="ctr"/>
                <a:endParaRPr/>
              </a:p>
            </p:txBody>
          </p:sp>
          <p:sp>
            <p:nvSpPr>
              <p:cNvPr id="509" name="íśḻïďê">
                <a:extLst>
                  <a:ext uri="{FF2B5EF4-FFF2-40B4-BE49-F238E27FC236}">
                    <a16:creationId xmlns:a16="http://schemas.microsoft.com/office/drawing/2014/main" id="{6D734090-A9FE-4D88-926E-895B2D6D006C}"/>
                  </a:ext>
                </a:extLst>
              </p:cNvPr>
              <p:cNvSpPr/>
              <p:nvPr/>
            </p:nvSpPr>
            <p:spPr bwMode="auto">
              <a:xfrm>
                <a:off x="3640" y="2134"/>
                <a:ext cx="25" cy="14"/>
              </a:xfrm>
              <a:custGeom>
                <a:avLst/>
                <a:gdLst>
                  <a:gd name="T0" fmla="*/ 25 w 25"/>
                  <a:gd name="T1" fmla="*/ 0 h 14"/>
                  <a:gd name="T2" fmla="*/ 3 w 25"/>
                  <a:gd name="T3" fmla="*/ 0 h 14"/>
                  <a:gd name="T4" fmla="*/ 0 w 25"/>
                  <a:gd name="T5" fmla="*/ 14 h 14"/>
                  <a:gd name="T6" fmla="*/ 20 w 25"/>
                  <a:gd name="T7" fmla="*/ 14 h 14"/>
                  <a:gd name="T8" fmla="*/ 25 w 25"/>
                  <a:gd name="T9" fmla="*/ 0 h 14"/>
                </a:gdLst>
                <a:ahLst/>
                <a:cxnLst>
                  <a:cxn ang="0">
                    <a:pos x="T0" y="T1"/>
                  </a:cxn>
                  <a:cxn ang="0">
                    <a:pos x="T2" y="T3"/>
                  </a:cxn>
                  <a:cxn ang="0">
                    <a:pos x="T4" y="T5"/>
                  </a:cxn>
                  <a:cxn ang="0">
                    <a:pos x="T6" y="T7"/>
                  </a:cxn>
                  <a:cxn ang="0">
                    <a:pos x="T8" y="T9"/>
                  </a:cxn>
                </a:cxnLst>
                <a:rect l="0" t="0" r="r" b="b"/>
                <a:pathLst>
                  <a:path w="25" h="14">
                    <a:moveTo>
                      <a:pt x="25" y="0"/>
                    </a:moveTo>
                    <a:lnTo>
                      <a:pt x="3" y="0"/>
                    </a:lnTo>
                    <a:lnTo>
                      <a:pt x="0" y="14"/>
                    </a:lnTo>
                    <a:lnTo>
                      <a:pt x="20" y="14"/>
                    </a:lnTo>
                    <a:lnTo>
                      <a:pt x="25"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anchor="ctr"/>
              <a:lstStyle/>
              <a:p>
                <a:pPr algn="ctr"/>
                <a:endParaRPr/>
              </a:p>
            </p:txBody>
          </p:sp>
          <p:sp>
            <p:nvSpPr>
              <p:cNvPr id="510" name="ïṡļidè">
                <a:extLst>
                  <a:ext uri="{FF2B5EF4-FFF2-40B4-BE49-F238E27FC236}">
                    <a16:creationId xmlns:a16="http://schemas.microsoft.com/office/drawing/2014/main" id="{9EB5E295-0803-4D34-9D15-55D5B59D0A5E}"/>
                  </a:ext>
                </a:extLst>
              </p:cNvPr>
              <p:cNvSpPr/>
              <p:nvPr/>
            </p:nvSpPr>
            <p:spPr bwMode="auto">
              <a:xfrm>
                <a:off x="3801" y="1969"/>
                <a:ext cx="33" cy="14"/>
              </a:xfrm>
              <a:custGeom>
                <a:avLst/>
                <a:gdLst>
                  <a:gd name="T0" fmla="*/ 33 w 33"/>
                  <a:gd name="T1" fmla="*/ 0 h 14"/>
                  <a:gd name="T2" fmla="*/ 4 w 33"/>
                  <a:gd name="T3" fmla="*/ 0 h 14"/>
                  <a:gd name="T4" fmla="*/ 0 w 33"/>
                  <a:gd name="T5" fmla="*/ 14 h 14"/>
                  <a:gd name="T6" fmla="*/ 30 w 33"/>
                  <a:gd name="T7" fmla="*/ 14 h 14"/>
                  <a:gd name="T8" fmla="*/ 33 w 33"/>
                  <a:gd name="T9" fmla="*/ 0 h 14"/>
                </a:gdLst>
                <a:ahLst/>
                <a:cxnLst>
                  <a:cxn ang="0">
                    <a:pos x="T0" y="T1"/>
                  </a:cxn>
                  <a:cxn ang="0">
                    <a:pos x="T2" y="T3"/>
                  </a:cxn>
                  <a:cxn ang="0">
                    <a:pos x="T4" y="T5"/>
                  </a:cxn>
                  <a:cxn ang="0">
                    <a:pos x="T6" y="T7"/>
                  </a:cxn>
                  <a:cxn ang="0">
                    <a:pos x="T8" y="T9"/>
                  </a:cxn>
                </a:cxnLst>
                <a:rect l="0" t="0" r="r" b="b"/>
                <a:pathLst>
                  <a:path w="33" h="14">
                    <a:moveTo>
                      <a:pt x="33" y="0"/>
                    </a:moveTo>
                    <a:lnTo>
                      <a:pt x="4" y="0"/>
                    </a:lnTo>
                    <a:lnTo>
                      <a:pt x="0" y="14"/>
                    </a:lnTo>
                    <a:lnTo>
                      <a:pt x="30" y="14"/>
                    </a:lnTo>
                    <a:lnTo>
                      <a:pt x="33" y="0"/>
                    </a:lnTo>
                    <a:close/>
                  </a:path>
                </a:pathLst>
              </a:custGeom>
              <a:solidFill>
                <a:srgbClr val="B6DBFD"/>
              </a:solidFill>
              <a:ln>
                <a:noFill/>
              </a:ln>
              <a:extLst>
                <a:ext uri="{91240B29-F687-4F45-9708-019B960494DF}">
                  <a14:hiddenLine xmlns:a14="http://schemas.microsoft.com/office/drawing/2010/main" w="9525">
                    <a:solidFill>
                      <a:srgbClr val="000000"/>
                    </a:solidFill>
                    <a:round/>
                    <a:headEnd/>
                    <a:tailEnd/>
                  </a14:hiddenLine>
                </a:ext>
              </a:extLst>
            </p:spPr>
            <p:txBody>
              <a:bodyPr anchor="ctr"/>
              <a:lstStyle/>
              <a:p>
                <a:pPr algn="ctr"/>
                <a:endParaRPr/>
              </a:p>
            </p:txBody>
          </p:sp>
          <p:sp>
            <p:nvSpPr>
              <p:cNvPr id="511" name="ïšḻïḍè">
                <a:extLst>
                  <a:ext uri="{FF2B5EF4-FFF2-40B4-BE49-F238E27FC236}">
                    <a16:creationId xmlns:a16="http://schemas.microsoft.com/office/drawing/2014/main" id="{3EAB5045-F679-4C0A-98E6-9C1CFC4C7E21}"/>
                  </a:ext>
                </a:extLst>
              </p:cNvPr>
              <p:cNvSpPr/>
              <p:nvPr/>
            </p:nvSpPr>
            <p:spPr bwMode="auto">
              <a:xfrm>
                <a:off x="3801" y="1969"/>
                <a:ext cx="33" cy="14"/>
              </a:xfrm>
              <a:custGeom>
                <a:avLst/>
                <a:gdLst>
                  <a:gd name="T0" fmla="*/ 33 w 33"/>
                  <a:gd name="T1" fmla="*/ 0 h 14"/>
                  <a:gd name="T2" fmla="*/ 4 w 33"/>
                  <a:gd name="T3" fmla="*/ 0 h 14"/>
                  <a:gd name="T4" fmla="*/ 0 w 33"/>
                  <a:gd name="T5" fmla="*/ 14 h 14"/>
                  <a:gd name="T6" fmla="*/ 30 w 33"/>
                  <a:gd name="T7" fmla="*/ 14 h 14"/>
                  <a:gd name="T8" fmla="*/ 33 w 33"/>
                  <a:gd name="T9" fmla="*/ 0 h 14"/>
                </a:gdLst>
                <a:ahLst/>
                <a:cxnLst>
                  <a:cxn ang="0">
                    <a:pos x="T0" y="T1"/>
                  </a:cxn>
                  <a:cxn ang="0">
                    <a:pos x="T2" y="T3"/>
                  </a:cxn>
                  <a:cxn ang="0">
                    <a:pos x="T4" y="T5"/>
                  </a:cxn>
                  <a:cxn ang="0">
                    <a:pos x="T6" y="T7"/>
                  </a:cxn>
                  <a:cxn ang="0">
                    <a:pos x="T8" y="T9"/>
                  </a:cxn>
                </a:cxnLst>
                <a:rect l="0" t="0" r="r" b="b"/>
                <a:pathLst>
                  <a:path w="33" h="14">
                    <a:moveTo>
                      <a:pt x="33" y="0"/>
                    </a:moveTo>
                    <a:lnTo>
                      <a:pt x="4" y="0"/>
                    </a:lnTo>
                    <a:lnTo>
                      <a:pt x="0" y="14"/>
                    </a:lnTo>
                    <a:lnTo>
                      <a:pt x="30" y="14"/>
                    </a:lnTo>
                    <a:lnTo>
                      <a:pt x="33"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anchor="ctr"/>
              <a:lstStyle/>
              <a:p>
                <a:pPr algn="ctr"/>
                <a:endParaRPr/>
              </a:p>
            </p:txBody>
          </p:sp>
          <p:sp>
            <p:nvSpPr>
              <p:cNvPr id="512" name="iṧļîḓé">
                <a:extLst>
                  <a:ext uri="{FF2B5EF4-FFF2-40B4-BE49-F238E27FC236}">
                    <a16:creationId xmlns:a16="http://schemas.microsoft.com/office/drawing/2014/main" id="{EC68C8A3-F731-4E36-A8D3-C72A6E3E69F1}"/>
                  </a:ext>
                </a:extLst>
              </p:cNvPr>
              <p:cNvSpPr/>
              <p:nvPr/>
            </p:nvSpPr>
            <p:spPr bwMode="auto">
              <a:xfrm>
                <a:off x="3926" y="1969"/>
                <a:ext cx="66" cy="14"/>
              </a:xfrm>
              <a:custGeom>
                <a:avLst/>
                <a:gdLst>
                  <a:gd name="T0" fmla="*/ 66 w 66"/>
                  <a:gd name="T1" fmla="*/ 0 h 14"/>
                  <a:gd name="T2" fmla="*/ 5 w 66"/>
                  <a:gd name="T3" fmla="*/ 0 h 14"/>
                  <a:gd name="T4" fmla="*/ 0 w 66"/>
                  <a:gd name="T5" fmla="*/ 14 h 14"/>
                  <a:gd name="T6" fmla="*/ 59 w 66"/>
                  <a:gd name="T7" fmla="*/ 14 h 14"/>
                  <a:gd name="T8" fmla="*/ 66 w 66"/>
                  <a:gd name="T9" fmla="*/ 0 h 14"/>
                </a:gdLst>
                <a:ahLst/>
                <a:cxnLst>
                  <a:cxn ang="0">
                    <a:pos x="T0" y="T1"/>
                  </a:cxn>
                  <a:cxn ang="0">
                    <a:pos x="T2" y="T3"/>
                  </a:cxn>
                  <a:cxn ang="0">
                    <a:pos x="T4" y="T5"/>
                  </a:cxn>
                  <a:cxn ang="0">
                    <a:pos x="T6" y="T7"/>
                  </a:cxn>
                  <a:cxn ang="0">
                    <a:pos x="T8" y="T9"/>
                  </a:cxn>
                </a:cxnLst>
                <a:rect l="0" t="0" r="r" b="b"/>
                <a:pathLst>
                  <a:path w="66" h="14">
                    <a:moveTo>
                      <a:pt x="66" y="0"/>
                    </a:moveTo>
                    <a:lnTo>
                      <a:pt x="5" y="0"/>
                    </a:lnTo>
                    <a:lnTo>
                      <a:pt x="0" y="14"/>
                    </a:lnTo>
                    <a:lnTo>
                      <a:pt x="59" y="14"/>
                    </a:lnTo>
                    <a:lnTo>
                      <a:pt x="66" y="0"/>
                    </a:lnTo>
                    <a:close/>
                  </a:path>
                </a:pathLst>
              </a:custGeom>
              <a:solidFill>
                <a:srgbClr val="F35F6D"/>
              </a:solidFill>
              <a:ln>
                <a:noFill/>
              </a:ln>
              <a:extLst>
                <a:ext uri="{91240B29-F687-4F45-9708-019B960494DF}">
                  <a14:hiddenLine xmlns:a14="http://schemas.microsoft.com/office/drawing/2010/main" w="9525">
                    <a:solidFill>
                      <a:srgbClr val="000000"/>
                    </a:solidFill>
                    <a:round/>
                    <a:headEnd/>
                    <a:tailEnd/>
                  </a14:hiddenLine>
                </a:ext>
              </a:extLst>
            </p:spPr>
            <p:txBody>
              <a:bodyPr anchor="ctr"/>
              <a:lstStyle/>
              <a:p>
                <a:pPr algn="ctr"/>
                <a:endParaRPr/>
              </a:p>
            </p:txBody>
          </p:sp>
          <p:sp>
            <p:nvSpPr>
              <p:cNvPr id="513" name="ïṩļïḓê">
                <a:extLst>
                  <a:ext uri="{FF2B5EF4-FFF2-40B4-BE49-F238E27FC236}">
                    <a16:creationId xmlns:a16="http://schemas.microsoft.com/office/drawing/2014/main" id="{12E36CBA-E6A5-43E1-BC3D-33DCD0A58416}"/>
                  </a:ext>
                </a:extLst>
              </p:cNvPr>
              <p:cNvSpPr/>
              <p:nvPr/>
            </p:nvSpPr>
            <p:spPr bwMode="auto">
              <a:xfrm>
                <a:off x="3926" y="1969"/>
                <a:ext cx="66" cy="14"/>
              </a:xfrm>
              <a:custGeom>
                <a:avLst/>
                <a:gdLst>
                  <a:gd name="T0" fmla="*/ 66 w 66"/>
                  <a:gd name="T1" fmla="*/ 0 h 14"/>
                  <a:gd name="T2" fmla="*/ 5 w 66"/>
                  <a:gd name="T3" fmla="*/ 0 h 14"/>
                  <a:gd name="T4" fmla="*/ 0 w 66"/>
                  <a:gd name="T5" fmla="*/ 14 h 14"/>
                  <a:gd name="T6" fmla="*/ 59 w 66"/>
                  <a:gd name="T7" fmla="*/ 14 h 14"/>
                  <a:gd name="T8" fmla="*/ 66 w 66"/>
                  <a:gd name="T9" fmla="*/ 0 h 14"/>
                </a:gdLst>
                <a:ahLst/>
                <a:cxnLst>
                  <a:cxn ang="0">
                    <a:pos x="T0" y="T1"/>
                  </a:cxn>
                  <a:cxn ang="0">
                    <a:pos x="T2" y="T3"/>
                  </a:cxn>
                  <a:cxn ang="0">
                    <a:pos x="T4" y="T5"/>
                  </a:cxn>
                  <a:cxn ang="0">
                    <a:pos x="T6" y="T7"/>
                  </a:cxn>
                  <a:cxn ang="0">
                    <a:pos x="T8" y="T9"/>
                  </a:cxn>
                </a:cxnLst>
                <a:rect l="0" t="0" r="r" b="b"/>
                <a:pathLst>
                  <a:path w="66" h="14">
                    <a:moveTo>
                      <a:pt x="66" y="0"/>
                    </a:moveTo>
                    <a:lnTo>
                      <a:pt x="5" y="0"/>
                    </a:lnTo>
                    <a:lnTo>
                      <a:pt x="0" y="14"/>
                    </a:lnTo>
                    <a:lnTo>
                      <a:pt x="59" y="14"/>
                    </a:lnTo>
                    <a:lnTo>
                      <a:pt x="66"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anchor="ctr"/>
              <a:lstStyle/>
              <a:p>
                <a:pPr algn="ctr"/>
                <a:endParaRPr/>
              </a:p>
            </p:txBody>
          </p:sp>
          <p:sp>
            <p:nvSpPr>
              <p:cNvPr id="514" name="iṡḷîḑè">
                <a:extLst>
                  <a:ext uri="{FF2B5EF4-FFF2-40B4-BE49-F238E27FC236}">
                    <a16:creationId xmlns:a16="http://schemas.microsoft.com/office/drawing/2014/main" id="{DD44AF1D-8EC5-445E-B3E7-03819704562A}"/>
                  </a:ext>
                </a:extLst>
              </p:cNvPr>
              <p:cNvSpPr/>
              <p:nvPr/>
            </p:nvSpPr>
            <p:spPr bwMode="auto">
              <a:xfrm>
                <a:off x="3838" y="1969"/>
                <a:ext cx="83" cy="14"/>
              </a:xfrm>
              <a:custGeom>
                <a:avLst/>
                <a:gdLst>
                  <a:gd name="T0" fmla="*/ 83 w 83"/>
                  <a:gd name="T1" fmla="*/ 0 h 14"/>
                  <a:gd name="T2" fmla="*/ 4 w 83"/>
                  <a:gd name="T3" fmla="*/ 0 h 14"/>
                  <a:gd name="T4" fmla="*/ 0 w 83"/>
                  <a:gd name="T5" fmla="*/ 14 h 14"/>
                  <a:gd name="T6" fmla="*/ 78 w 83"/>
                  <a:gd name="T7" fmla="*/ 14 h 14"/>
                  <a:gd name="T8" fmla="*/ 83 w 83"/>
                  <a:gd name="T9" fmla="*/ 0 h 14"/>
                </a:gdLst>
                <a:ahLst/>
                <a:cxnLst>
                  <a:cxn ang="0">
                    <a:pos x="T0" y="T1"/>
                  </a:cxn>
                  <a:cxn ang="0">
                    <a:pos x="T2" y="T3"/>
                  </a:cxn>
                  <a:cxn ang="0">
                    <a:pos x="T4" y="T5"/>
                  </a:cxn>
                  <a:cxn ang="0">
                    <a:pos x="T6" y="T7"/>
                  </a:cxn>
                  <a:cxn ang="0">
                    <a:pos x="T8" y="T9"/>
                  </a:cxn>
                </a:cxnLst>
                <a:rect l="0" t="0" r="r" b="b"/>
                <a:pathLst>
                  <a:path w="83" h="14">
                    <a:moveTo>
                      <a:pt x="83" y="0"/>
                    </a:moveTo>
                    <a:lnTo>
                      <a:pt x="4" y="0"/>
                    </a:lnTo>
                    <a:lnTo>
                      <a:pt x="0" y="14"/>
                    </a:lnTo>
                    <a:lnTo>
                      <a:pt x="78" y="14"/>
                    </a:lnTo>
                    <a:lnTo>
                      <a:pt x="83" y="0"/>
                    </a:lnTo>
                    <a:close/>
                  </a:path>
                </a:pathLst>
              </a:custGeom>
              <a:solidFill>
                <a:srgbClr val="B6DBFD"/>
              </a:solidFill>
              <a:ln>
                <a:noFill/>
              </a:ln>
              <a:extLst>
                <a:ext uri="{91240B29-F687-4F45-9708-019B960494DF}">
                  <a14:hiddenLine xmlns:a14="http://schemas.microsoft.com/office/drawing/2010/main" w="9525">
                    <a:solidFill>
                      <a:srgbClr val="000000"/>
                    </a:solidFill>
                    <a:round/>
                    <a:headEnd/>
                    <a:tailEnd/>
                  </a14:hiddenLine>
                </a:ext>
              </a:extLst>
            </p:spPr>
            <p:txBody>
              <a:bodyPr anchor="ctr"/>
              <a:lstStyle/>
              <a:p>
                <a:pPr algn="ctr"/>
                <a:endParaRPr/>
              </a:p>
            </p:txBody>
          </p:sp>
          <p:sp>
            <p:nvSpPr>
              <p:cNvPr id="515" name="îṧlîḑe">
                <a:extLst>
                  <a:ext uri="{FF2B5EF4-FFF2-40B4-BE49-F238E27FC236}">
                    <a16:creationId xmlns:a16="http://schemas.microsoft.com/office/drawing/2014/main" id="{9BA750DA-41C8-4FE7-90EF-91632C9223A4}"/>
                  </a:ext>
                </a:extLst>
              </p:cNvPr>
              <p:cNvSpPr/>
              <p:nvPr/>
            </p:nvSpPr>
            <p:spPr bwMode="auto">
              <a:xfrm>
                <a:off x="3838" y="1969"/>
                <a:ext cx="83" cy="14"/>
              </a:xfrm>
              <a:custGeom>
                <a:avLst/>
                <a:gdLst>
                  <a:gd name="T0" fmla="*/ 83 w 83"/>
                  <a:gd name="T1" fmla="*/ 0 h 14"/>
                  <a:gd name="T2" fmla="*/ 4 w 83"/>
                  <a:gd name="T3" fmla="*/ 0 h 14"/>
                  <a:gd name="T4" fmla="*/ 0 w 83"/>
                  <a:gd name="T5" fmla="*/ 14 h 14"/>
                  <a:gd name="T6" fmla="*/ 78 w 83"/>
                  <a:gd name="T7" fmla="*/ 14 h 14"/>
                  <a:gd name="T8" fmla="*/ 83 w 83"/>
                  <a:gd name="T9" fmla="*/ 0 h 14"/>
                </a:gdLst>
                <a:ahLst/>
                <a:cxnLst>
                  <a:cxn ang="0">
                    <a:pos x="T0" y="T1"/>
                  </a:cxn>
                  <a:cxn ang="0">
                    <a:pos x="T2" y="T3"/>
                  </a:cxn>
                  <a:cxn ang="0">
                    <a:pos x="T4" y="T5"/>
                  </a:cxn>
                  <a:cxn ang="0">
                    <a:pos x="T6" y="T7"/>
                  </a:cxn>
                  <a:cxn ang="0">
                    <a:pos x="T8" y="T9"/>
                  </a:cxn>
                </a:cxnLst>
                <a:rect l="0" t="0" r="r" b="b"/>
                <a:pathLst>
                  <a:path w="83" h="14">
                    <a:moveTo>
                      <a:pt x="83" y="0"/>
                    </a:moveTo>
                    <a:lnTo>
                      <a:pt x="4" y="0"/>
                    </a:lnTo>
                    <a:lnTo>
                      <a:pt x="0" y="14"/>
                    </a:lnTo>
                    <a:lnTo>
                      <a:pt x="78" y="14"/>
                    </a:lnTo>
                    <a:lnTo>
                      <a:pt x="83"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anchor="ctr"/>
              <a:lstStyle/>
              <a:p>
                <a:pPr algn="ctr"/>
                <a:endParaRPr/>
              </a:p>
            </p:txBody>
          </p:sp>
          <p:sp>
            <p:nvSpPr>
              <p:cNvPr id="516" name="íşļíḓè">
                <a:extLst>
                  <a:ext uri="{FF2B5EF4-FFF2-40B4-BE49-F238E27FC236}">
                    <a16:creationId xmlns:a16="http://schemas.microsoft.com/office/drawing/2014/main" id="{0E21A992-D93B-4C7C-8C1B-B2E9F33B5579}"/>
                  </a:ext>
                </a:extLst>
              </p:cNvPr>
              <p:cNvSpPr/>
              <p:nvPr/>
            </p:nvSpPr>
            <p:spPr bwMode="auto">
              <a:xfrm>
                <a:off x="3731" y="1969"/>
                <a:ext cx="64" cy="14"/>
              </a:xfrm>
              <a:custGeom>
                <a:avLst/>
                <a:gdLst>
                  <a:gd name="T0" fmla="*/ 64 w 64"/>
                  <a:gd name="T1" fmla="*/ 0 h 14"/>
                  <a:gd name="T2" fmla="*/ 8 w 64"/>
                  <a:gd name="T3" fmla="*/ 0 h 14"/>
                  <a:gd name="T4" fmla="*/ 0 w 64"/>
                  <a:gd name="T5" fmla="*/ 14 h 14"/>
                  <a:gd name="T6" fmla="*/ 60 w 64"/>
                  <a:gd name="T7" fmla="*/ 14 h 14"/>
                  <a:gd name="T8" fmla="*/ 64 w 64"/>
                  <a:gd name="T9" fmla="*/ 0 h 14"/>
                </a:gdLst>
                <a:ahLst/>
                <a:cxnLst>
                  <a:cxn ang="0">
                    <a:pos x="T0" y="T1"/>
                  </a:cxn>
                  <a:cxn ang="0">
                    <a:pos x="T2" y="T3"/>
                  </a:cxn>
                  <a:cxn ang="0">
                    <a:pos x="T4" y="T5"/>
                  </a:cxn>
                  <a:cxn ang="0">
                    <a:pos x="T6" y="T7"/>
                  </a:cxn>
                  <a:cxn ang="0">
                    <a:pos x="T8" y="T9"/>
                  </a:cxn>
                </a:cxnLst>
                <a:rect l="0" t="0" r="r" b="b"/>
                <a:pathLst>
                  <a:path w="64" h="14">
                    <a:moveTo>
                      <a:pt x="64" y="0"/>
                    </a:moveTo>
                    <a:lnTo>
                      <a:pt x="8" y="0"/>
                    </a:lnTo>
                    <a:lnTo>
                      <a:pt x="0" y="14"/>
                    </a:lnTo>
                    <a:lnTo>
                      <a:pt x="60" y="14"/>
                    </a:lnTo>
                    <a:lnTo>
                      <a:pt x="64" y="0"/>
                    </a:lnTo>
                    <a:close/>
                  </a:path>
                </a:pathLst>
              </a:custGeom>
              <a:solidFill>
                <a:srgbClr val="B6DBFD"/>
              </a:solidFill>
              <a:ln>
                <a:noFill/>
              </a:ln>
              <a:extLst>
                <a:ext uri="{91240B29-F687-4F45-9708-019B960494DF}">
                  <a14:hiddenLine xmlns:a14="http://schemas.microsoft.com/office/drawing/2010/main" w="9525">
                    <a:solidFill>
                      <a:srgbClr val="000000"/>
                    </a:solidFill>
                    <a:round/>
                    <a:headEnd/>
                    <a:tailEnd/>
                  </a14:hiddenLine>
                </a:ext>
              </a:extLst>
            </p:spPr>
            <p:txBody>
              <a:bodyPr anchor="ctr"/>
              <a:lstStyle/>
              <a:p>
                <a:pPr algn="ctr"/>
                <a:endParaRPr/>
              </a:p>
            </p:txBody>
          </p:sp>
          <p:sp>
            <p:nvSpPr>
              <p:cNvPr id="517" name="íṣḷîďê">
                <a:extLst>
                  <a:ext uri="{FF2B5EF4-FFF2-40B4-BE49-F238E27FC236}">
                    <a16:creationId xmlns:a16="http://schemas.microsoft.com/office/drawing/2014/main" id="{1D6BDE8F-8645-4C3D-8057-1220321293E3}"/>
                  </a:ext>
                </a:extLst>
              </p:cNvPr>
              <p:cNvSpPr/>
              <p:nvPr/>
            </p:nvSpPr>
            <p:spPr bwMode="auto">
              <a:xfrm>
                <a:off x="3731" y="1969"/>
                <a:ext cx="64" cy="14"/>
              </a:xfrm>
              <a:custGeom>
                <a:avLst/>
                <a:gdLst>
                  <a:gd name="T0" fmla="*/ 64 w 64"/>
                  <a:gd name="T1" fmla="*/ 0 h 14"/>
                  <a:gd name="T2" fmla="*/ 8 w 64"/>
                  <a:gd name="T3" fmla="*/ 0 h 14"/>
                  <a:gd name="T4" fmla="*/ 0 w 64"/>
                  <a:gd name="T5" fmla="*/ 14 h 14"/>
                  <a:gd name="T6" fmla="*/ 60 w 64"/>
                  <a:gd name="T7" fmla="*/ 14 h 14"/>
                  <a:gd name="T8" fmla="*/ 64 w 64"/>
                  <a:gd name="T9" fmla="*/ 0 h 14"/>
                </a:gdLst>
                <a:ahLst/>
                <a:cxnLst>
                  <a:cxn ang="0">
                    <a:pos x="T0" y="T1"/>
                  </a:cxn>
                  <a:cxn ang="0">
                    <a:pos x="T2" y="T3"/>
                  </a:cxn>
                  <a:cxn ang="0">
                    <a:pos x="T4" y="T5"/>
                  </a:cxn>
                  <a:cxn ang="0">
                    <a:pos x="T6" y="T7"/>
                  </a:cxn>
                  <a:cxn ang="0">
                    <a:pos x="T8" y="T9"/>
                  </a:cxn>
                </a:cxnLst>
                <a:rect l="0" t="0" r="r" b="b"/>
                <a:pathLst>
                  <a:path w="64" h="14">
                    <a:moveTo>
                      <a:pt x="64" y="0"/>
                    </a:moveTo>
                    <a:lnTo>
                      <a:pt x="8" y="0"/>
                    </a:lnTo>
                    <a:lnTo>
                      <a:pt x="0" y="14"/>
                    </a:lnTo>
                    <a:lnTo>
                      <a:pt x="60" y="14"/>
                    </a:lnTo>
                    <a:lnTo>
                      <a:pt x="64"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anchor="ctr"/>
              <a:lstStyle/>
              <a:p>
                <a:pPr algn="ctr"/>
                <a:endParaRPr/>
              </a:p>
            </p:txBody>
          </p:sp>
          <p:sp>
            <p:nvSpPr>
              <p:cNvPr id="518" name="îŝļídè">
                <a:extLst>
                  <a:ext uri="{FF2B5EF4-FFF2-40B4-BE49-F238E27FC236}">
                    <a16:creationId xmlns:a16="http://schemas.microsoft.com/office/drawing/2014/main" id="{DA5234BF-35DE-4DE0-BE5F-F4897446E85E}"/>
                  </a:ext>
                </a:extLst>
              </p:cNvPr>
              <p:cNvSpPr/>
              <p:nvPr/>
            </p:nvSpPr>
            <p:spPr bwMode="auto">
              <a:xfrm>
                <a:off x="3535" y="2300"/>
                <a:ext cx="28" cy="13"/>
              </a:xfrm>
              <a:custGeom>
                <a:avLst/>
                <a:gdLst>
                  <a:gd name="T0" fmla="*/ 28 w 28"/>
                  <a:gd name="T1" fmla="*/ 0 h 13"/>
                  <a:gd name="T2" fmla="*/ 8 w 28"/>
                  <a:gd name="T3" fmla="*/ 0 h 13"/>
                  <a:gd name="T4" fmla="*/ 0 w 28"/>
                  <a:gd name="T5" fmla="*/ 13 h 13"/>
                  <a:gd name="T6" fmla="*/ 24 w 28"/>
                  <a:gd name="T7" fmla="*/ 13 h 13"/>
                  <a:gd name="T8" fmla="*/ 28 w 28"/>
                  <a:gd name="T9" fmla="*/ 0 h 13"/>
                </a:gdLst>
                <a:ahLst/>
                <a:cxnLst>
                  <a:cxn ang="0">
                    <a:pos x="T0" y="T1"/>
                  </a:cxn>
                  <a:cxn ang="0">
                    <a:pos x="T2" y="T3"/>
                  </a:cxn>
                  <a:cxn ang="0">
                    <a:pos x="T4" y="T5"/>
                  </a:cxn>
                  <a:cxn ang="0">
                    <a:pos x="T6" y="T7"/>
                  </a:cxn>
                  <a:cxn ang="0">
                    <a:pos x="T8" y="T9"/>
                  </a:cxn>
                </a:cxnLst>
                <a:rect l="0" t="0" r="r" b="b"/>
                <a:pathLst>
                  <a:path w="28" h="13">
                    <a:moveTo>
                      <a:pt x="28" y="0"/>
                    </a:moveTo>
                    <a:lnTo>
                      <a:pt x="8" y="0"/>
                    </a:lnTo>
                    <a:lnTo>
                      <a:pt x="0" y="13"/>
                    </a:lnTo>
                    <a:lnTo>
                      <a:pt x="24" y="13"/>
                    </a:lnTo>
                    <a:lnTo>
                      <a:pt x="28" y="0"/>
                    </a:lnTo>
                    <a:close/>
                  </a:path>
                </a:pathLst>
              </a:custGeom>
              <a:solidFill>
                <a:srgbClr val="485DC5"/>
              </a:solidFill>
              <a:ln>
                <a:noFill/>
              </a:ln>
              <a:extLst>
                <a:ext uri="{91240B29-F687-4F45-9708-019B960494DF}">
                  <a14:hiddenLine xmlns:a14="http://schemas.microsoft.com/office/drawing/2010/main" w="9525">
                    <a:solidFill>
                      <a:srgbClr val="000000"/>
                    </a:solidFill>
                    <a:round/>
                    <a:headEnd/>
                    <a:tailEnd/>
                  </a14:hiddenLine>
                </a:ext>
              </a:extLst>
            </p:spPr>
            <p:txBody>
              <a:bodyPr anchor="ctr"/>
              <a:lstStyle/>
              <a:p>
                <a:pPr algn="ctr"/>
                <a:endParaRPr/>
              </a:p>
            </p:txBody>
          </p:sp>
          <p:sp>
            <p:nvSpPr>
              <p:cNvPr id="519" name="íšḷïdê">
                <a:extLst>
                  <a:ext uri="{FF2B5EF4-FFF2-40B4-BE49-F238E27FC236}">
                    <a16:creationId xmlns:a16="http://schemas.microsoft.com/office/drawing/2014/main" id="{D22BD3D5-D342-43AA-B6C8-4FF637402ED8}"/>
                  </a:ext>
                </a:extLst>
              </p:cNvPr>
              <p:cNvSpPr/>
              <p:nvPr/>
            </p:nvSpPr>
            <p:spPr bwMode="auto">
              <a:xfrm>
                <a:off x="3535" y="2300"/>
                <a:ext cx="28" cy="13"/>
              </a:xfrm>
              <a:custGeom>
                <a:avLst/>
                <a:gdLst>
                  <a:gd name="T0" fmla="*/ 28 w 28"/>
                  <a:gd name="T1" fmla="*/ 0 h 13"/>
                  <a:gd name="T2" fmla="*/ 8 w 28"/>
                  <a:gd name="T3" fmla="*/ 0 h 13"/>
                  <a:gd name="T4" fmla="*/ 0 w 28"/>
                  <a:gd name="T5" fmla="*/ 13 h 13"/>
                  <a:gd name="T6" fmla="*/ 24 w 28"/>
                  <a:gd name="T7" fmla="*/ 13 h 13"/>
                  <a:gd name="T8" fmla="*/ 28 w 28"/>
                  <a:gd name="T9" fmla="*/ 0 h 13"/>
                </a:gdLst>
                <a:ahLst/>
                <a:cxnLst>
                  <a:cxn ang="0">
                    <a:pos x="T0" y="T1"/>
                  </a:cxn>
                  <a:cxn ang="0">
                    <a:pos x="T2" y="T3"/>
                  </a:cxn>
                  <a:cxn ang="0">
                    <a:pos x="T4" y="T5"/>
                  </a:cxn>
                  <a:cxn ang="0">
                    <a:pos x="T6" y="T7"/>
                  </a:cxn>
                  <a:cxn ang="0">
                    <a:pos x="T8" y="T9"/>
                  </a:cxn>
                </a:cxnLst>
                <a:rect l="0" t="0" r="r" b="b"/>
                <a:pathLst>
                  <a:path w="28" h="13">
                    <a:moveTo>
                      <a:pt x="28" y="0"/>
                    </a:moveTo>
                    <a:lnTo>
                      <a:pt x="8" y="0"/>
                    </a:lnTo>
                    <a:lnTo>
                      <a:pt x="0" y="13"/>
                    </a:lnTo>
                    <a:lnTo>
                      <a:pt x="24" y="13"/>
                    </a:lnTo>
                    <a:lnTo>
                      <a:pt x="28"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anchor="ctr"/>
              <a:lstStyle/>
              <a:p>
                <a:pPr algn="ctr"/>
                <a:endParaRPr/>
              </a:p>
            </p:txBody>
          </p:sp>
          <p:sp>
            <p:nvSpPr>
              <p:cNvPr id="520" name="îślîdé">
                <a:extLst>
                  <a:ext uri="{FF2B5EF4-FFF2-40B4-BE49-F238E27FC236}">
                    <a16:creationId xmlns:a16="http://schemas.microsoft.com/office/drawing/2014/main" id="{143F140B-24B3-4F3F-9AA3-A5E08A37DAE3}"/>
                  </a:ext>
                </a:extLst>
              </p:cNvPr>
              <p:cNvSpPr/>
              <p:nvPr/>
            </p:nvSpPr>
            <p:spPr bwMode="auto">
              <a:xfrm>
                <a:off x="3697" y="2300"/>
                <a:ext cx="33" cy="13"/>
              </a:xfrm>
              <a:custGeom>
                <a:avLst/>
                <a:gdLst>
                  <a:gd name="T0" fmla="*/ 33 w 33"/>
                  <a:gd name="T1" fmla="*/ 0 h 13"/>
                  <a:gd name="T2" fmla="*/ 4 w 33"/>
                  <a:gd name="T3" fmla="*/ 0 h 13"/>
                  <a:gd name="T4" fmla="*/ 0 w 33"/>
                  <a:gd name="T5" fmla="*/ 13 h 13"/>
                  <a:gd name="T6" fmla="*/ 29 w 33"/>
                  <a:gd name="T7" fmla="*/ 13 h 13"/>
                  <a:gd name="T8" fmla="*/ 33 w 33"/>
                  <a:gd name="T9" fmla="*/ 0 h 13"/>
                </a:gdLst>
                <a:ahLst/>
                <a:cxnLst>
                  <a:cxn ang="0">
                    <a:pos x="T0" y="T1"/>
                  </a:cxn>
                  <a:cxn ang="0">
                    <a:pos x="T2" y="T3"/>
                  </a:cxn>
                  <a:cxn ang="0">
                    <a:pos x="T4" y="T5"/>
                  </a:cxn>
                  <a:cxn ang="0">
                    <a:pos x="T6" y="T7"/>
                  </a:cxn>
                  <a:cxn ang="0">
                    <a:pos x="T8" y="T9"/>
                  </a:cxn>
                </a:cxnLst>
                <a:rect l="0" t="0" r="r" b="b"/>
                <a:pathLst>
                  <a:path w="33" h="13">
                    <a:moveTo>
                      <a:pt x="33" y="0"/>
                    </a:moveTo>
                    <a:lnTo>
                      <a:pt x="4" y="0"/>
                    </a:lnTo>
                    <a:lnTo>
                      <a:pt x="0" y="13"/>
                    </a:lnTo>
                    <a:lnTo>
                      <a:pt x="29" y="13"/>
                    </a:lnTo>
                    <a:lnTo>
                      <a:pt x="33" y="0"/>
                    </a:lnTo>
                    <a:close/>
                  </a:path>
                </a:pathLst>
              </a:custGeom>
              <a:solidFill>
                <a:srgbClr val="485DC5"/>
              </a:solidFill>
              <a:ln>
                <a:noFill/>
              </a:ln>
              <a:extLst>
                <a:ext uri="{91240B29-F687-4F45-9708-019B960494DF}">
                  <a14:hiddenLine xmlns:a14="http://schemas.microsoft.com/office/drawing/2010/main" w="9525">
                    <a:solidFill>
                      <a:srgbClr val="000000"/>
                    </a:solidFill>
                    <a:round/>
                    <a:headEnd/>
                    <a:tailEnd/>
                  </a14:hiddenLine>
                </a:ext>
              </a:extLst>
            </p:spPr>
            <p:txBody>
              <a:bodyPr anchor="ctr"/>
              <a:lstStyle/>
              <a:p>
                <a:pPr algn="ctr"/>
                <a:endParaRPr/>
              </a:p>
            </p:txBody>
          </p:sp>
          <p:sp>
            <p:nvSpPr>
              <p:cNvPr id="521" name="iṣ1îḋê">
                <a:extLst>
                  <a:ext uri="{FF2B5EF4-FFF2-40B4-BE49-F238E27FC236}">
                    <a16:creationId xmlns:a16="http://schemas.microsoft.com/office/drawing/2014/main" id="{3F99EE2F-B3DB-4464-99B8-BD822939D3C3}"/>
                  </a:ext>
                </a:extLst>
              </p:cNvPr>
              <p:cNvSpPr/>
              <p:nvPr/>
            </p:nvSpPr>
            <p:spPr bwMode="auto">
              <a:xfrm>
                <a:off x="3697" y="2300"/>
                <a:ext cx="33" cy="13"/>
              </a:xfrm>
              <a:custGeom>
                <a:avLst/>
                <a:gdLst>
                  <a:gd name="T0" fmla="*/ 33 w 33"/>
                  <a:gd name="T1" fmla="*/ 0 h 13"/>
                  <a:gd name="T2" fmla="*/ 4 w 33"/>
                  <a:gd name="T3" fmla="*/ 0 h 13"/>
                  <a:gd name="T4" fmla="*/ 0 w 33"/>
                  <a:gd name="T5" fmla="*/ 13 h 13"/>
                  <a:gd name="T6" fmla="*/ 29 w 33"/>
                  <a:gd name="T7" fmla="*/ 13 h 13"/>
                  <a:gd name="T8" fmla="*/ 33 w 33"/>
                  <a:gd name="T9" fmla="*/ 0 h 13"/>
                </a:gdLst>
                <a:ahLst/>
                <a:cxnLst>
                  <a:cxn ang="0">
                    <a:pos x="T0" y="T1"/>
                  </a:cxn>
                  <a:cxn ang="0">
                    <a:pos x="T2" y="T3"/>
                  </a:cxn>
                  <a:cxn ang="0">
                    <a:pos x="T4" y="T5"/>
                  </a:cxn>
                  <a:cxn ang="0">
                    <a:pos x="T6" y="T7"/>
                  </a:cxn>
                  <a:cxn ang="0">
                    <a:pos x="T8" y="T9"/>
                  </a:cxn>
                </a:cxnLst>
                <a:rect l="0" t="0" r="r" b="b"/>
                <a:pathLst>
                  <a:path w="33" h="13">
                    <a:moveTo>
                      <a:pt x="33" y="0"/>
                    </a:moveTo>
                    <a:lnTo>
                      <a:pt x="4" y="0"/>
                    </a:lnTo>
                    <a:lnTo>
                      <a:pt x="0" y="13"/>
                    </a:lnTo>
                    <a:lnTo>
                      <a:pt x="29" y="13"/>
                    </a:lnTo>
                    <a:lnTo>
                      <a:pt x="33"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anchor="ctr"/>
              <a:lstStyle/>
              <a:p>
                <a:pPr algn="ctr"/>
                <a:endParaRPr/>
              </a:p>
            </p:txBody>
          </p:sp>
          <p:sp>
            <p:nvSpPr>
              <p:cNvPr id="522" name="ïṥḷiḑe">
                <a:extLst>
                  <a:ext uri="{FF2B5EF4-FFF2-40B4-BE49-F238E27FC236}">
                    <a16:creationId xmlns:a16="http://schemas.microsoft.com/office/drawing/2014/main" id="{A198B50C-7AF2-4073-A31D-338F13AE7BAE}"/>
                  </a:ext>
                </a:extLst>
              </p:cNvPr>
              <p:cNvSpPr/>
              <p:nvPr/>
            </p:nvSpPr>
            <p:spPr bwMode="auto">
              <a:xfrm>
                <a:off x="3734" y="2300"/>
                <a:ext cx="64" cy="13"/>
              </a:xfrm>
              <a:custGeom>
                <a:avLst/>
                <a:gdLst>
                  <a:gd name="T0" fmla="*/ 64 w 64"/>
                  <a:gd name="T1" fmla="*/ 0 h 13"/>
                  <a:gd name="T2" fmla="*/ 4 w 64"/>
                  <a:gd name="T3" fmla="*/ 0 h 13"/>
                  <a:gd name="T4" fmla="*/ 0 w 64"/>
                  <a:gd name="T5" fmla="*/ 13 h 13"/>
                  <a:gd name="T6" fmla="*/ 56 w 64"/>
                  <a:gd name="T7" fmla="*/ 13 h 13"/>
                  <a:gd name="T8" fmla="*/ 64 w 64"/>
                  <a:gd name="T9" fmla="*/ 0 h 13"/>
                </a:gdLst>
                <a:ahLst/>
                <a:cxnLst>
                  <a:cxn ang="0">
                    <a:pos x="T0" y="T1"/>
                  </a:cxn>
                  <a:cxn ang="0">
                    <a:pos x="T2" y="T3"/>
                  </a:cxn>
                  <a:cxn ang="0">
                    <a:pos x="T4" y="T5"/>
                  </a:cxn>
                  <a:cxn ang="0">
                    <a:pos x="T6" y="T7"/>
                  </a:cxn>
                  <a:cxn ang="0">
                    <a:pos x="T8" y="T9"/>
                  </a:cxn>
                </a:cxnLst>
                <a:rect l="0" t="0" r="r" b="b"/>
                <a:pathLst>
                  <a:path w="64" h="13">
                    <a:moveTo>
                      <a:pt x="64" y="0"/>
                    </a:moveTo>
                    <a:lnTo>
                      <a:pt x="4" y="0"/>
                    </a:lnTo>
                    <a:lnTo>
                      <a:pt x="0" y="13"/>
                    </a:lnTo>
                    <a:lnTo>
                      <a:pt x="56" y="13"/>
                    </a:lnTo>
                    <a:lnTo>
                      <a:pt x="64" y="0"/>
                    </a:lnTo>
                    <a:close/>
                  </a:path>
                </a:pathLst>
              </a:custGeom>
              <a:solidFill>
                <a:srgbClr val="B6DBFD"/>
              </a:solidFill>
              <a:ln>
                <a:noFill/>
              </a:ln>
              <a:extLst>
                <a:ext uri="{91240B29-F687-4F45-9708-019B960494DF}">
                  <a14:hiddenLine xmlns:a14="http://schemas.microsoft.com/office/drawing/2010/main" w="9525">
                    <a:solidFill>
                      <a:srgbClr val="000000"/>
                    </a:solidFill>
                    <a:round/>
                    <a:headEnd/>
                    <a:tailEnd/>
                  </a14:hiddenLine>
                </a:ext>
              </a:extLst>
            </p:spPr>
            <p:txBody>
              <a:bodyPr anchor="ctr"/>
              <a:lstStyle/>
              <a:p>
                <a:pPr algn="ctr"/>
                <a:endParaRPr/>
              </a:p>
            </p:txBody>
          </p:sp>
          <p:sp>
            <p:nvSpPr>
              <p:cNvPr id="523" name="iśľïďê">
                <a:extLst>
                  <a:ext uri="{FF2B5EF4-FFF2-40B4-BE49-F238E27FC236}">
                    <a16:creationId xmlns:a16="http://schemas.microsoft.com/office/drawing/2014/main" id="{FBE0B170-F997-4EF4-9C48-1B97DF5EC0C8}"/>
                  </a:ext>
                </a:extLst>
              </p:cNvPr>
              <p:cNvSpPr/>
              <p:nvPr/>
            </p:nvSpPr>
            <p:spPr bwMode="auto">
              <a:xfrm>
                <a:off x="3734" y="2300"/>
                <a:ext cx="64" cy="13"/>
              </a:xfrm>
              <a:custGeom>
                <a:avLst/>
                <a:gdLst>
                  <a:gd name="T0" fmla="*/ 64 w 64"/>
                  <a:gd name="T1" fmla="*/ 0 h 13"/>
                  <a:gd name="T2" fmla="*/ 4 w 64"/>
                  <a:gd name="T3" fmla="*/ 0 h 13"/>
                  <a:gd name="T4" fmla="*/ 0 w 64"/>
                  <a:gd name="T5" fmla="*/ 13 h 13"/>
                  <a:gd name="T6" fmla="*/ 56 w 64"/>
                  <a:gd name="T7" fmla="*/ 13 h 13"/>
                  <a:gd name="T8" fmla="*/ 64 w 64"/>
                  <a:gd name="T9" fmla="*/ 0 h 13"/>
                </a:gdLst>
                <a:ahLst/>
                <a:cxnLst>
                  <a:cxn ang="0">
                    <a:pos x="T0" y="T1"/>
                  </a:cxn>
                  <a:cxn ang="0">
                    <a:pos x="T2" y="T3"/>
                  </a:cxn>
                  <a:cxn ang="0">
                    <a:pos x="T4" y="T5"/>
                  </a:cxn>
                  <a:cxn ang="0">
                    <a:pos x="T6" y="T7"/>
                  </a:cxn>
                  <a:cxn ang="0">
                    <a:pos x="T8" y="T9"/>
                  </a:cxn>
                </a:cxnLst>
                <a:rect l="0" t="0" r="r" b="b"/>
                <a:pathLst>
                  <a:path w="64" h="13">
                    <a:moveTo>
                      <a:pt x="64" y="0"/>
                    </a:moveTo>
                    <a:lnTo>
                      <a:pt x="4" y="0"/>
                    </a:lnTo>
                    <a:lnTo>
                      <a:pt x="0" y="13"/>
                    </a:lnTo>
                    <a:lnTo>
                      <a:pt x="56" y="13"/>
                    </a:lnTo>
                    <a:lnTo>
                      <a:pt x="64"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anchor="ctr"/>
              <a:lstStyle/>
              <a:p>
                <a:pPr algn="ctr"/>
                <a:endParaRPr/>
              </a:p>
            </p:txBody>
          </p:sp>
          <p:sp>
            <p:nvSpPr>
              <p:cNvPr id="524" name="ïṡļïḋé">
                <a:extLst>
                  <a:ext uri="{FF2B5EF4-FFF2-40B4-BE49-F238E27FC236}">
                    <a16:creationId xmlns:a16="http://schemas.microsoft.com/office/drawing/2014/main" id="{8341F826-9AFD-485D-B6D3-A6739EF3CA81}"/>
                  </a:ext>
                </a:extLst>
              </p:cNvPr>
              <p:cNvSpPr/>
              <p:nvPr/>
            </p:nvSpPr>
            <p:spPr bwMode="auto">
              <a:xfrm>
                <a:off x="3568" y="2300"/>
                <a:ext cx="122" cy="13"/>
              </a:xfrm>
              <a:custGeom>
                <a:avLst/>
                <a:gdLst>
                  <a:gd name="T0" fmla="*/ 122 w 122"/>
                  <a:gd name="T1" fmla="*/ 0 h 13"/>
                  <a:gd name="T2" fmla="*/ 4 w 122"/>
                  <a:gd name="T3" fmla="*/ 0 h 13"/>
                  <a:gd name="T4" fmla="*/ 0 w 122"/>
                  <a:gd name="T5" fmla="*/ 13 h 13"/>
                  <a:gd name="T6" fmla="*/ 119 w 122"/>
                  <a:gd name="T7" fmla="*/ 13 h 13"/>
                  <a:gd name="T8" fmla="*/ 122 w 122"/>
                  <a:gd name="T9" fmla="*/ 0 h 13"/>
                </a:gdLst>
                <a:ahLst/>
                <a:cxnLst>
                  <a:cxn ang="0">
                    <a:pos x="T0" y="T1"/>
                  </a:cxn>
                  <a:cxn ang="0">
                    <a:pos x="T2" y="T3"/>
                  </a:cxn>
                  <a:cxn ang="0">
                    <a:pos x="T4" y="T5"/>
                  </a:cxn>
                  <a:cxn ang="0">
                    <a:pos x="T6" y="T7"/>
                  </a:cxn>
                  <a:cxn ang="0">
                    <a:pos x="T8" y="T9"/>
                  </a:cxn>
                </a:cxnLst>
                <a:rect l="0" t="0" r="r" b="b"/>
                <a:pathLst>
                  <a:path w="122" h="13">
                    <a:moveTo>
                      <a:pt x="122" y="0"/>
                    </a:moveTo>
                    <a:lnTo>
                      <a:pt x="4" y="0"/>
                    </a:lnTo>
                    <a:lnTo>
                      <a:pt x="0" y="13"/>
                    </a:lnTo>
                    <a:lnTo>
                      <a:pt x="119" y="13"/>
                    </a:lnTo>
                    <a:lnTo>
                      <a:pt x="122" y="0"/>
                    </a:lnTo>
                    <a:close/>
                  </a:path>
                </a:pathLst>
              </a:custGeom>
              <a:solidFill>
                <a:srgbClr val="B6DBFD"/>
              </a:solidFill>
              <a:ln>
                <a:noFill/>
              </a:ln>
              <a:extLst>
                <a:ext uri="{91240B29-F687-4F45-9708-019B960494DF}">
                  <a14:hiddenLine xmlns:a14="http://schemas.microsoft.com/office/drawing/2010/main" w="9525">
                    <a:solidFill>
                      <a:srgbClr val="000000"/>
                    </a:solidFill>
                    <a:round/>
                    <a:headEnd/>
                    <a:tailEnd/>
                  </a14:hiddenLine>
                </a:ext>
              </a:extLst>
            </p:spPr>
            <p:txBody>
              <a:bodyPr anchor="ctr"/>
              <a:lstStyle/>
              <a:p>
                <a:pPr algn="ctr"/>
                <a:endParaRPr/>
              </a:p>
            </p:txBody>
          </p:sp>
          <p:sp>
            <p:nvSpPr>
              <p:cNvPr id="525" name="íṣḻïḑé">
                <a:extLst>
                  <a:ext uri="{FF2B5EF4-FFF2-40B4-BE49-F238E27FC236}">
                    <a16:creationId xmlns:a16="http://schemas.microsoft.com/office/drawing/2014/main" id="{6DD8AE1E-528F-4833-A4E7-7B6AB0092EFB}"/>
                  </a:ext>
                </a:extLst>
              </p:cNvPr>
              <p:cNvSpPr/>
              <p:nvPr/>
            </p:nvSpPr>
            <p:spPr bwMode="auto">
              <a:xfrm>
                <a:off x="3568" y="2300"/>
                <a:ext cx="122" cy="13"/>
              </a:xfrm>
              <a:custGeom>
                <a:avLst/>
                <a:gdLst>
                  <a:gd name="T0" fmla="*/ 122 w 122"/>
                  <a:gd name="T1" fmla="*/ 0 h 13"/>
                  <a:gd name="T2" fmla="*/ 4 w 122"/>
                  <a:gd name="T3" fmla="*/ 0 h 13"/>
                  <a:gd name="T4" fmla="*/ 0 w 122"/>
                  <a:gd name="T5" fmla="*/ 13 h 13"/>
                  <a:gd name="T6" fmla="*/ 119 w 122"/>
                  <a:gd name="T7" fmla="*/ 13 h 13"/>
                  <a:gd name="T8" fmla="*/ 122 w 122"/>
                  <a:gd name="T9" fmla="*/ 0 h 13"/>
                </a:gdLst>
                <a:ahLst/>
                <a:cxnLst>
                  <a:cxn ang="0">
                    <a:pos x="T0" y="T1"/>
                  </a:cxn>
                  <a:cxn ang="0">
                    <a:pos x="T2" y="T3"/>
                  </a:cxn>
                  <a:cxn ang="0">
                    <a:pos x="T4" y="T5"/>
                  </a:cxn>
                  <a:cxn ang="0">
                    <a:pos x="T6" y="T7"/>
                  </a:cxn>
                  <a:cxn ang="0">
                    <a:pos x="T8" y="T9"/>
                  </a:cxn>
                </a:cxnLst>
                <a:rect l="0" t="0" r="r" b="b"/>
                <a:pathLst>
                  <a:path w="122" h="13">
                    <a:moveTo>
                      <a:pt x="122" y="0"/>
                    </a:moveTo>
                    <a:lnTo>
                      <a:pt x="4" y="0"/>
                    </a:lnTo>
                    <a:lnTo>
                      <a:pt x="0" y="13"/>
                    </a:lnTo>
                    <a:lnTo>
                      <a:pt x="119" y="13"/>
                    </a:lnTo>
                    <a:lnTo>
                      <a:pt x="122"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anchor="ctr"/>
              <a:lstStyle/>
              <a:p>
                <a:pPr algn="ctr"/>
                <a:endParaRPr/>
              </a:p>
            </p:txBody>
          </p:sp>
          <p:sp>
            <p:nvSpPr>
              <p:cNvPr id="526" name="iṧļiḓè">
                <a:extLst>
                  <a:ext uri="{FF2B5EF4-FFF2-40B4-BE49-F238E27FC236}">
                    <a16:creationId xmlns:a16="http://schemas.microsoft.com/office/drawing/2014/main" id="{8391F3A0-60C4-436E-B9CD-761B66D08F1A}"/>
                  </a:ext>
                </a:extLst>
              </p:cNvPr>
              <p:cNvSpPr/>
              <p:nvPr/>
            </p:nvSpPr>
            <p:spPr bwMode="auto">
              <a:xfrm>
                <a:off x="3731" y="2190"/>
                <a:ext cx="33" cy="13"/>
              </a:xfrm>
              <a:custGeom>
                <a:avLst/>
                <a:gdLst>
                  <a:gd name="T0" fmla="*/ 33 w 33"/>
                  <a:gd name="T1" fmla="*/ 0 h 13"/>
                  <a:gd name="T2" fmla="*/ 4 w 33"/>
                  <a:gd name="T3" fmla="*/ 0 h 13"/>
                  <a:gd name="T4" fmla="*/ 0 w 33"/>
                  <a:gd name="T5" fmla="*/ 13 h 13"/>
                  <a:gd name="T6" fmla="*/ 30 w 33"/>
                  <a:gd name="T7" fmla="*/ 13 h 13"/>
                  <a:gd name="T8" fmla="*/ 33 w 33"/>
                  <a:gd name="T9" fmla="*/ 0 h 13"/>
                </a:gdLst>
                <a:ahLst/>
                <a:cxnLst>
                  <a:cxn ang="0">
                    <a:pos x="T0" y="T1"/>
                  </a:cxn>
                  <a:cxn ang="0">
                    <a:pos x="T2" y="T3"/>
                  </a:cxn>
                  <a:cxn ang="0">
                    <a:pos x="T4" y="T5"/>
                  </a:cxn>
                  <a:cxn ang="0">
                    <a:pos x="T6" y="T7"/>
                  </a:cxn>
                  <a:cxn ang="0">
                    <a:pos x="T8" y="T9"/>
                  </a:cxn>
                </a:cxnLst>
                <a:rect l="0" t="0" r="r" b="b"/>
                <a:pathLst>
                  <a:path w="33" h="13">
                    <a:moveTo>
                      <a:pt x="33" y="0"/>
                    </a:moveTo>
                    <a:lnTo>
                      <a:pt x="4" y="0"/>
                    </a:lnTo>
                    <a:lnTo>
                      <a:pt x="0" y="13"/>
                    </a:lnTo>
                    <a:lnTo>
                      <a:pt x="30" y="13"/>
                    </a:lnTo>
                    <a:lnTo>
                      <a:pt x="33" y="0"/>
                    </a:lnTo>
                    <a:close/>
                  </a:path>
                </a:pathLst>
              </a:custGeom>
              <a:solidFill>
                <a:srgbClr val="B6DBFD"/>
              </a:solidFill>
              <a:ln>
                <a:noFill/>
              </a:ln>
              <a:extLst>
                <a:ext uri="{91240B29-F687-4F45-9708-019B960494DF}">
                  <a14:hiddenLine xmlns:a14="http://schemas.microsoft.com/office/drawing/2010/main" w="9525">
                    <a:solidFill>
                      <a:srgbClr val="000000"/>
                    </a:solidFill>
                    <a:round/>
                    <a:headEnd/>
                    <a:tailEnd/>
                  </a14:hiddenLine>
                </a:ext>
              </a:extLst>
            </p:spPr>
            <p:txBody>
              <a:bodyPr anchor="ctr"/>
              <a:lstStyle/>
              <a:p>
                <a:pPr algn="ctr"/>
                <a:endParaRPr/>
              </a:p>
            </p:txBody>
          </p:sp>
          <p:sp>
            <p:nvSpPr>
              <p:cNvPr id="527" name="îşľîḍé">
                <a:extLst>
                  <a:ext uri="{FF2B5EF4-FFF2-40B4-BE49-F238E27FC236}">
                    <a16:creationId xmlns:a16="http://schemas.microsoft.com/office/drawing/2014/main" id="{26238F32-D390-432C-9312-47C3CFAFA287}"/>
                  </a:ext>
                </a:extLst>
              </p:cNvPr>
              <p:cNvSpPr/>
              <p:nvPr/>
            </p:nvSpPr>
            <p:spPr bwMode="auto">
              <a:xfrm>
                <a:off x="3731" y="2190"/>
                <a:ext cx="33" cy="13"/>
              </a:xfrm>
              <a:custGeom>
                <a:avLst/>
                <a:gdLst>
                  <a:gd name="T0" fmla="*/ 33 w 33"/>
                  <a:gd name="T1" fmla="*/ 0 h 13"/>
                  <a:gd name="T2" fmla="*/ 4 w 33"/>
                  <a:gd name="T3" fmla="*/ 0 h 13"/>
                  <a:gd name="T4" fmla="*/ 0 w 33"/>
                  <a:gd name="T5" fmla="*/ 13 h 13"/>
                  <a:gd name="T6" fmla="*/ 30 w 33"/>
                  <a:gd name="T7" fmla="*/ 13 h 13"/>
                  <a:gd name="T8" fmla="*/ 33 w 33"/>
                  <a:gd name="T9" fmla="*/ 0 h 13"/>
                </a:gdLst>
                <a:ahLst/>
                <a:cxnLst>
                  <a:cxn ang="0">
                    <a:pos x="T0" y="T1"/>
                  </a:cxn>
                  <a:cxn ang="0">
                    <a:pos x="T2" y="T3"/>
                  </a:cxn>
                  <a:cxn ang="0">
                    <a:pos x="T4" y="T5"/>
                  </a:cxn>
                  <a:cxn ang="0">
                    <a:pos x="T6" y="T7"/>
                  </a:cxn>
                  <a:cxn ang="0">
                    <a:pos x="T8" y="T9"/>
                  </a:cxn>
                </a:cxnLst>
                <a:rect l="0" t="0" r="r" b="b"/>
                <a:pathLst>
                  <a:path w="33" h="13">
                    <a:moveTo>
                      <a:pt x="33" y="0"/>
                    </a:moveTo>
                    <a:lnTo>
                      <a:pt x="4" y="0"/>
                    </a:lnTo>
                    <a:lnTo>
                      <a:pt x="0" y="13"/>
                    </a:lnTo>
                    <a:lnTo>
                      <a:pt x="30" y="13"/>
                    </a:lnTo>
                    <a:lnTo>
                      <a:pt x="33"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anchor="ctr"/>
              <a:lstStyle/>
              <a:p>
                <a:pPr algn="ctr"/>
                <a:endParaRPr/>
              </a:p>
            </p:txBody>
          </p:sp>
          <p:sp>
            <p:nvSpPr>
              <p:cNvPr id="528" name="ï$ľîḑê">
                <a:extLst>
                  <a:ext uri="{FF2B5EF4-FFF2-40B4-BE49-F238E27FC236}">
                    <a16:creationId xmlns:a16="http://schemas.microsoft.com/office/drawing/2014/main" id="{115DD4A2-988B-4FDE-8240-B243BF6763F7}"/>
                  </a:ext>
                </a:extLst>
              </p:cNvPr>
              <p:cNvSpPr/>
              <p:nvPr/>
            </p:nvSpPr>
            <p:spPr bwMode="auto">
              <a:xfrm>
                <a:off x="3859" y="2190"/>
                <a:ext cx="3" cy="5"/>
              </a:xfrm>
              <a:custGeom>
                <a:avLst/>
                <a:gdLst>
                  <a:gd name="T0" fmla="*/ 3 w 3"/>
                  <a:gd name="T1" fmla="*/ 0 h 5"/>
                  <a:gd name="T2" fmla="*/ 2 w 3"/>
                  <a:gd name="T3" fmla="*/ 0 h 5"/>
                  <a:gd name="T4" fmla="*/ 0 w 3"/>
                  <a:gd name="T5" fmla="*/ 5 h 5"/>
                  <a:gd name="T6" fmla="*/ 3 w 3"/>
                  <a:gd name="T7" fmla="*/ 0 h 5"/>
                </a:gdLst>
                <a:ahLst/>
                <a:cxnLst>
                  <a:cxn ang="0">
                    <a:pos x="T0" y="T1"/>
                  </a:cxn>
                  <a:cxn ang="0">
                    <a:pos x="T2" y="T3"/>
                  </a:cxn>
                  <a:cxn ang="0">
                    <a:pos x="T4" y="T5"/>
                  </a:cxn>
                  <a:cxn ang="0">
                    <a:pos x="T6" y="T7"/>
                  </a:cxn>
                </a:cxnLst>
                <a:rect l="0" t="0" r="r" b="b"/>
                <a:pathLst>
                  <a:path w="3" h="5">
                    <a:moveTo>
                      <a:pt x="3" y="0"/>
                    </a:moveTo>
                    <a:lnTo>
                      <a:pt x="2" y="0"/>
                    </a:lnTo>
                    <a:lnTo>
                      <a:pt x="0" y="5"/>
                    </a:lnTo>
                    <a:lnTo>
                      <a:pt x="3" y="0"/>
                    </a:lnTo>
                    <a:close/>
                  </a:path>
                </a:pathLst>
              </a:custGeom>
              <a:solidFill>
                <a:srgbClr val="D9DDF6"/>
              </a:solidFill>
              <a:ln>
                <a:noFill/>
              </a:ln>
              <a:extLst>
                <a:ext uri="{91240B29-F687-4F45-9708-019B960494DF}">
                  <a14:hiddenLine xmlns:a14="http://schemas.microsoft.com/office/drawing/2010/main" w="9525">
                    <a:solidFill>
                      <a:srgbClr val="000000"/>
                    </a:solidFill>
                    <a:round/>
                    <a:headEnd/>
                    <a:tailEnd/>
                  </a14:hiddenLine>
                </a:ext>
              </a:extLst>
            </p:spPr>
            <p:txBody>
              <a:bodyPr anchor="ctr"/>
              <a:lstStyle/>
              <a:p>
                <a:pPr algn="ctr"/>
                <a:endParaRPr/>
              </a:p>
            </p:txBody>
          </p:sp>
          <p:sp>
            <p:nvSpPr>
              <p:cNvPr id="529" name="íṣľíďé">
                <a:extLst>
                  <a:ext uri="{FF2B5EF4-FFF2-40B4-BE49-F238E27FC236}">
                    <a16:creationId xmlns:a16="http://schemas.microsoft.com/office/drawing/2014/main" id="{B3C668EC-F15E-47D7-B137-5A7C7F8362AE}"/>
                  </a:ext>
                </a:extLst>
              </p:cNvPr>
              <p:cNvSpPr/>
              <p:nvPr/>
            </p:nvSpPr>
            <p:spPr bwMode="auto">
              <a:xfrm>
                <a:off x="3859" y="2190"/>
                <a:ext cx="3" cy="5"/>
              </a:xfrm>
              <a:custGeom>
                <a:avLst/>
                <a:gdLst>
                  <a:gd name="T0" fmla="*/ 3 w 3"/>
                  <a:gd name="T1" fmla="*/ 0 h 5"/>
                  <a:gd name="T2" fmla="*/ 2 w 3"/>
                  <a:gd name="T3" fmla="*/ 0 h 5"/>
                  <a:gd name="T4" fmla="*/ 0 w 3"/>
                  <a:gd name="T5" fmla="*/ 5 h 5"/>
                  <a:gd name="T6" fmla="*/ 3 w 3"/>
                  <a:gd name="T7" fmla="*/ 0 h 5"/>
                </a:gdLst>
                <a:ahLst/>
                <a:cxnLst>
                  <a:cxn ang="0">
                    <a:pos x="T0" y="T1"/>
                  </a:cxn>
                  <a:cxn ang="0">
                    <a:pos x="T2" y="T3"/>
                  </a:cxn>
                  <a:cxn ang="0">
                    <a:pos x="T4" y="T5"/>
                  </a:cxn>
                  <a:cxn ang="0">
                    <a:pos x="T6" y="T7"/>
                  </a:cxn>
                </a:cxnLst>
                <a:rect l="0" t="0" r="r" b="b"/>
                <a:pathLst>
                  <a:path w="3" h="5">
                    <a:moveTo>
                      <a:pt x="3" y="0"/>
                    </a:moveTo>
                    <a:lnTo>
                      <a:pt x="2" y="0"/>
                    </a:lnTo>
                    <a:lnTo>
                      <a:pt x="0" y="5"/>
                    </a:lnTo>
                    <a:lnTo>
                      <a:pt x="3"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anchor="ctr"/>
              <a:lstStyle/>
              <a:p>
                <a:pPr algn="ctr"/>
                <a:endParaRPr/>
              </a:p>
            </p:txBody>
          </p:sp>
          <p:sp>
            <p:nvSpPr>
              <p:cNvPr id="530" name="ï$ľíḋé">
                <a:extLst>
                  <a:ext uri="{FF2B5EF4-FFF2-40B4-BE49-F238E27FC236}">
                    <a16:creationId xmlns:a16="http://schemas.microsoft.com/office/drawing/2014/main" id="{13442ED0-7DEA-48B0-8EC8-E504F649657D}"/>
                  </a:ext>
                </a:extLst>
              </p:cNvPr>
              <p:cNvSpPr/>
              <p:nvPr/>
            </p:nvSpPr>
            <p:spPr bwMode="auto">
              <a:xfrm>
                <a:off x="3768" y="2190"/>
                <a:ext cx="83" cy="13"/>
              </a:xfrm>
              <a:custGeom>
                <a:avLst/>
                <a:gdLst>
                  <a:gd name="T0" fmla="*/ 83 w 83"/>
                  <a:gd name="T1" fmla="*/ 0 h 13"/>
                  <a:gd name="T2" fmla="*/ 4 w 83"/>
                  <a:gd name="T3" fmla="*/ 0 h 13"/>
                  <a:gd name="T4" fmla="*/ 0 w 83"/>
                  <a:gd name="T5" fmla="*/ 13 h 13"/>
                  <a:gd name="T6" fmla="*/ 79 w 83"/>
                  <a:gd name="T7" fmla="*/ 13 h 13"/>
                  <a:gd name="T8" fmla="*/ 83 w 83"/>
                  <a:gd name="T9" fmla="*/ 0 h 13"/>
                </a:gdLst>
                <a:ahLst/>
                <a:cxnLst>
                  <a:cxn ang="0">
                    <a:pos x="T0" y="T1"/>
                  </a:cxn>
                  <a:cxn ang="0">
                    <a:pos x="T2" y="T3"/>
                  </a:cxn>
                  <a:cxn ang="0">
                    <a:pos x="T4" y="T5"/>
                  </a:cxn>
                  <a:cxn ang="0">
                    <a:pos x="T6" y="T7"/>
                  </a:cxn>
                  <a:cxn ang="0">
                    <a:pos x="T8" y="T9"/>
                  </a:cxn>
                </a:cxnLst>
                <a:rect l="0" t="0" r="r" b="b"/>
                <a:pathLst>
                  <a:path w="83" h="13">
                    <a:moveTo>
                      <a:pt x="83" y="0"/>
                    </a:moveTo>
                    <a:lnTo>
                      <a:pt x="4" y="0"/>
                    </a:lnTo>
                    <a:lnTo>
                      <a:pt x="0" y="13"/>
                    </a:lnTo>
                    <a:lnTo>
                      <a:pt x="79" y="13"/>
                    </a:lnTo>
                    <a:lnTo>
                      <a:pt x="83" y="0"/>
                    </a:lnTo>
                    <a:close/>
                  </a:path>
                </a:pathLst>
              </a:custGeom>
              <a:solidFill>
                <a:srgbClr val="B6DBFD"/>
              </a:solidFill>
              <a:ln>
                <a:noFill/>
              </a:ln>
              <a:extLst>
                <a:ext uri="{91240B29-F687-4F45-9708-019B960494DF}">
                  <a14:hiddenLine xmlns:a14="http://schemas.microsoft.com/office/drawing/2010/main" w="9525">
                    <a:solidFill>
                      <a:srgbClr val="000000"/>
                    </a:solidFill>
                    <a:round/>
                    <a:headEnd/>
                    <a:tailEnd/>
                  </a14:hiddenLine>
                </a:ext>
              </a:extLst>
            </p:spPr>
            <p:txBody>
              <a:bodyPr anchor="ctr"/>
              <a:lstStyle/>
              <a:p>
                <a:pPr algn="ctr"/>
                <a:endParaRPr/>
              </a:p>
            </p:txBody>
          </p:sp>
          <p:sp>
            <p:nvSpPr>
              <p:cNvPr id="531" name="ïsḻidé">
                <a:extLst>
                  <a:ext uri="{FF2B5EF4-FFF2-40B4-BE49-F238E27FC236}">
                    <a16:creationId xmlns:a16="http://schemas.microsoft.com/office/drawing/2014/main" id="{EA5DAC6E-9C09-48A4-89CA-101B31F67C5E}"/>
                  </a:ext>
                </a:extLst>
              </p:cNvPr>
              <p:cNvSpPr/>
              <p:nvPr/>
            </p:nvSpPr>
            <p:spPr bwMode="auto">
              <a:xfrm>
                <a:off x="3768" y="2190"/>
                <a:ext cx="83" cy="13"/>
              </a:xfrm>
              <a:custGeom>
                <a:avLst/>
                <a:gdLst>
                  <a:gd name="T0" fmla="*/ 83 w 83"/>
                  <a:gd name="T1" fmla="*/ 0 h 13"/>
                  <a:gd name="T2" fmla="*/ 4 w 83"/>
                  <a:gd name="T3" fmla="*/ 0 h 13"/>
                  <a:gd name="T4" fmla="*/ 0 w 83"/>
                  <a:gd name="T5" fmla="*/ 13 h 13"/>
                  <a:gd name="T6" fmla="*/ 79 w 83"/>
                  <a:gd name="T7" fmla="*/ 13 h 13"/>
                  <a:gd name="T8" fmla="*/ 83 w 83"/>
                  <a:gd name="T9" fmla="*/ 0 h 13"/>
                </a:gdLst>
                <a:ahLst/>
                <a:cxnLst>
                  <a:cxn ang="0">
                    <a:pos x="T0" y="T1"/>
                  </a:cxn>
                  <a:cxn ang="0">
                    <a:pos x="T2" y="T3"/>
                  </a:cxn>
                  <a:cxn ang="0">
                    <a:pos x="T4" y="T5"/>
                  </a:cxn>
                  <a:cxn ang="0">
                    <a:pos x="T6" y="T7"/>
                  </a:cxn>
                  <a:cxn ang="0">
                    <a:pos x="T8" y="T9"/>
                  </a:cxn>
                </a:cxnLst>
                <a:rect l="0" t="0" r="r" b="b"/>
                <a:pathLst>
                  <a:path w="83" h="13">
                    <a:moveTo>
                      <a:pt x="83" y="0"/>
                    </a:moveTo>
                    <a:lnTo>
                      <a:pt x="4" y="0"/>
                    </a:lnTo>
                    <a:lnTo>
                      <a:pt x="0" y="13"/>
                    </a:lnTo>
                    <a:lnTo>
                      <a:pt x="79" y="13"/>
                    </a:lnTo>
                    <a:lnTo>
                      <a:pt x="83"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anchor="ctr"/>
              <a:lstStyle/>
              <a:p>
                <a:pPr algn="ctr"/>
                <a:endParaRPr/>
              </a:p>
            </p:txBody>
          </p:sp>
          <p:sp>
            <p:nvSpPr>
              <p:cNvPr id="532" name="íSļiḍê">
                <a:extLst>
                  <a:ext uri="{FF2B5EF4-FFF2-40B4-BE49-F238E27FC236}">
                    <a16:creationId xmlns:a16="http://schemas.microsoft.com/office/drawing/2014/main" id="{F147A05B-B1B9-45A1-8C8D-73C253ACAB7B}"/>
                  </a:ext>
                </a:extLst>
              </p:cNvPr>
              <p:cNvSpPr/>
              <p:nvPr/>
            </p:nvSpPr>
            <p:spPr bwMode="auto">
              <a:xfrm>
                <a:off x="3603" y="2190"/>
                <a:ext cx="122" cy="13"/>
              </a:xfrm>
              <a:custGeom>
                <a:avLst/>
                <a:gdLst>
                  <a:gd name="T0" fmla="*/ 122 w 122"/>
                  <a:gd name="T1" fmla="*/ 0 h 13"/>
                  <a:gd name="T2" fmla="*/ 5 w 122"/>
                  <a:gd name="T3" fmla="*/ 0 h 13"/>
                  <a:gd name="T4" fmla="*/ 2 w 122"/>
                  <a:gd name="T5" fmla="*/ 4 h 13"/>
                  <a:gd name="T6" fmla="*/ 0 w 122"/>
                  <a:gd name="T7" fmla="*/ 13 h 13"/>
                  <a:gd name="T8" fmla="*/ 118 w 122"/>
                  <a:gd name="T9" fmla="*/ 13 h 13"/>
                  <a:gd name="T10" fmla="*/ 122 w 122"/>
                  <a:gd name="T11" fmla="*/ 0 h 13"/>
                </a:gdLst>
                <a:ahLst/>
                <a:cxnLst>
                  <a:cxn ang="0">
                    <a:pos x="T0" y="T1"/>
                  </a:cxn>
                  <a:cxn ang="0">
                    <a:pos x="T2" y="T3"/>
                  </a:cxn>
                  <a:cxn ang="0">
                    <a:pos x="T4" y="T5"/>
                  </a:cxn>
                  <a:cxn ang="0">
                    <a:pos x="T6" y="T7"/>
                  </a:cxn>
                  <a:cxn ang="0">
                    <a:pos x="T8" y="T9"/>
                  </a:cxn>
                  <a:cxn ang="0">
                    <a:pos x="T10" y="T11"/>
                  </a:cxn>
                </a:cxnLst>
                <a:rect l="0" t="0" r="r" b="b"/>
                <a:pathLst>
                  <a:path w="122" h="13">
                    <a:moveTo>
                      <a:pt x="122" y="0"/>
                    </a:moveTo>
                    <a:lnTo>
                      <a:pt x="5" y="0"/>
                    </a:lnTo>
                    <a:lnTo>
                      <a:pt x="2" y="4"/>
                    </a:lnTo>
                    <a:lnTo>
                      <a:pt x="0" y="13"/>
                    </a:lnTo>
                    <a:lnTo>
                      <a:pt x="118" y="13"/>
                    </a:lnTo>
                    <a:lnTo>
                      <a:pt x="122" y="0"/>
                    </a:lnTo>
                    <a:close/>
                  </a:path>
                </a:pathLst>
              </a:custGeom>
              <a:solidFill>
                <a:srgbClr val="F35F6D"/>
              </a:solidFill>
              <a:ln>
                <a:noFill/>
              </a:ln>
              <a:extLst>
                <a:ext uri="{91240B29-F687-4F45-9708-019B960494DF}">
                  <a14:hiddenLine xmlns:a14="http://schemas.microsoft.com/office/drawing/2010/main" w="9525">
                    <a:solidFill>
                      <a:srgbClr val="000000"/>
                    </a:solidFill>
                    <a:round/>
                    <a:headEnd/>
                    <a:tailEnd/>
                  </a14:hiddenLine>
                </a:ext>
              </a:extLst>
            </p:spPr>
            <p:txBody>
              <a:bodyPr anchor="ctr"/>
              <a:lstStyle/>
              <a:p>
                <a:pPr algn="ctr"/>
                <a:endParaRPr/>
              </a:p>
            </p:txBody>
          </p:sp>
          <p:sp>
            <p:nvSpPr>
              <p:cNvPr id="533" name="íSḻide">
                <a:extLst>
                  <a:ext uri="{FF2B5EF4-FFF2-40B4-BE49-F238E27FC236}">
                    <a16:creationId xmlns:a16="http://schemas.microsoft.com/office/drawing/2014/main" id="{909F4A0C-E4D8-4620-8034-E9EF22D836F1}"/>
                  </a:ext>
                </a:extLst>
              </p:cNvPr>
              <p:cNvSpPr/>
              <p:nvPr/>
            </p:nvSpPr>
            <p:spPr bwMode="auto">
              <a:xfrm>
                <a:off x="3603" y="2190"/>
                <a:ext cx="122" cy="13"/>
              </a:xfrm>
              <a:custGeom>
                <a:avLst/>
                <a:gdLst>
                  <a:gd name="T0" fmla="*/ 122 w 122"/>
                  <a:gd name="T1" fmla="*/ 0 h 13"/>
                  <a:gd name="T2" fmla="*/ 5 w 122"/>
                  <a:gd name="T3" fmla="*/ 0 h 13"/>
                  <a:gd name="T4" fmla="*/ 2 w 122"/>
                  <a:gd name="T5" fmla="*/ 4 h 13"/>
                  <a:gd name="T6" fmla="*/ 0 w 122"/>
                  <a:gd name="T7" fmla="*/ 13 h 13"/>
                  <a:gd name="T8" fmla="*/ 118 w 122"/>
                  <a:gd name="T9" fmla="*/ 13 h 13"/>
                  <a:gd name="T10" fmla="*/ 122 w 122"/>
                  <a:gd name="T11" fmla="*/ 0 h 13"/>
                </a:gdLst>
                <a:ahLst/>
                <a:cxnLst>
                  <a:cxn ang="0">
                    <a:pos x="T0" y="T1"/>
                  </a:cxn>
                  <a:cxn ang="0">
                    <a:pos x="T2" y="T3"/>
                  </a:cxn>
                  <a:cxn ang="0">
                    <a:pos x="T4" y="T5"/>
                  </a:cxn>
                  <a:cxn ang="0">
                    <a:pos x="T6" y="T7"/>
                  </a:cxn>
                  <a:cxn ang="0">
                    <a:pos x="T8" y="T9"/>
                  </a:cxn>
                  <a:cxn ang="0">
                    <a:pos x="T10" y="T11"/>
                  </a:cxn>
                </a:cxnLst>
                <a:rect l="0" t="0" r="r" b="b"/>
                <a:pathLst>
                  <a:path w="122" h="13">
                    <a:moveTo>
                      <a:pt x="122" y="0"/>
                    </a:moveTo>
                    <a:lnTo>
                      <a:pt x="5" y="0"/>
                    </a:lnTo>
                    <a:lnTo>
                      <a:pt x="2" y="4"/>
                    </a:lnTo>
                    <a:lnTo>
                      <a:pt x="0" y="13"/>
                    </a:lnTo>
                    <a:lnTo>
                      <a:pt x="118" y="13"/>
                    </a:lnTo>
                    <a:lnTo>
                      <a:pt x="122"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anchor="ctr"/>
              <a:lstStyle/>
              <a:p>
                <a:pPr algn="ctr"/>
                <a:endParaRPr/>
              </a:p>
            </p:txBody>
          </p:sp>
          <p:sp>
            <p:nvSpPr>
              <p:cNvPr id="534" name="íŝḻiḍê">
                <a:extLst>
                  <a:ext uri="{FF2B5EF4-FFF2-40B4-BE49-F238E27FC236}">
                    <a16:creationId xmlns:a16="http://schemas.microsoft.com/office/drawing/2014/main" id="{5CF8E186-58DB-4720-AE7D-94A055F6B8C1}"/>
                  </a:ext>
                </a:extLst>
              </p:cNvPr>
              <p:cNvSpPr/>
              <p:nvPr/>
            </p:nvSpPr>
            <p:spPr bwMode="auto">
              <a:xfrm>
                <a:off x="3698" y="2025"/>
                <a:ext cx="65" cy="13"/>
              </a:xfrm>
              <a:custGeom>
                <a:avLst/>
                <a:gdLst>
                  <a:gd name="T0" fmla="*/ 65 w 65"/>
                  <a:gd name="T1" fmla="*/ 0 h 13"/>
                  <a:gd name="T2" fmla="*/ 8 w 65"/>
                  <a:gd name="T3" fmla="*/ 0 h 13"/>
                  <a:gd name="T4" fmla="*/ 0 w 65"/>
                  <a:gd name="T5" fmla="*/ 13 h 13"/>
                  <a:gd name="T6" fmla="*/ 61 w 65"/>
                  <a:gd name="T7" fmla="*/ 13 h 13"/>
                  <a:gd name="T8" fmla="*/ 65 w 65"/>
                  <a:gd name="T9" fmla="*/ 0 h 13"/>
                </a:gdLst>
                <a:ahLst/>
                <a:cxnLst>
                  <a:cxn ang="0">
                    <a:pos x="T0" y="T1"/>
                  </a:cxn>
                  <a:cxn ang="0">
                    <a:pos x="T2" y="T3"/>
                  </a:cxn>
                  <a:cxn ang="0">
                    <a:pos x="T4" y="T5"/>
                  </a:cxn>
                  <a:cxn ang="0">
                    <a:pos x="T6" y="T7"/>
                  </a:cxn>
                  <a:cxn ang="0">
                    <a:pos x="T8" y="T9"/>
                  </a:cxn>
                </a:cxnLst>
                <a:rect l="0" t="0" r="r" b="b"/>
                <a:pathLst>
                  <a:path w="65" h="13">
                    <a:moveTo>
                      <a:pt x="65" y="0"/>
                    </a:moveTo>
                    <a:lnTo>
                      <a:pt x="8" y="0"/>
                    </a:lnTo>
                    <a:lnTo>
                      <a:pt x="0" y="13"/>
                    </a:lnTo>
                    <a:lnTo>
                      <a:pt x="61" y="13"/>
                    </a:lnTo>
                    <a:lnTo>
                      <a:pt x="65" y="0"/>
                    </a:lnTo>
                    <a:close/>
                  </a:path>
                </a:pathLst>
              </a:custGeom>
              <a:solidFill>
                <a:srgbClr val="EAECFA"/>
              </a:solidFill>
              <a:ln>
                <a:noFill/>
              </a:ln>
              <a:extLst>
                <a:ext uri="{91240B29-F687-4F45-9708-019B960494DF}">
                  <a14:hiddenLine xmlns:a14="http://schemas.microsoft.com/office/drawing/2010/main" w="9525">
                    <a:solidFill>
                      <a:srgbClr val="000000"/>
                    </a:solidFill>
                    <a:round/>
                    <a:headEnd/>
                    <a:tailEnd/>
                  </a14:hiddenLine>
                </a:ext>
              </a:extLst>
            </p:spPr>
            <p:txBody>
              <a:bodyPr anchor="ctr"/>
              <a:lstStyle/>
              <a:p>
                <a:pPr algn="ctr"/>
                <a:endParaRPr/>
              </a:p>
            </p:txBody>
          </p:sp>
          <p:sp>
            <p:nvSpPr>
              <p:cNvPr id="535" name="išḻïḋé">
                <a:extLst>
                  <a:ext uri="{FF2B5EF4-FFF2-40B4-BE49-F238E27FC236}">
                    <a16:creationId xmlns:a16="http://schemas.microsoft.com/office/drawing/2014/main" id="{CB940377-DB91-47BE-8F2A-15DB8710AC1C}"/>
                  </a:ext>
                </a:extLst>
              </p:cNvPr>
              <p:cNvSpPr/>
              <p:nvPr/>
            </p:nvSpPr>
            <p:spPr bwMode="auto">
              <a:xfrm>
                <a:off x="3698" y="2025"/>
                <a:ext cx="65" cy="13"/>
              </a:xfrm>
              <a:custGeom>
                <a:avLst/>
                <a:gdLst>
                  <a:gd name="T0" fmla="*/ 65 w 65"/>
                  <a:gd name="T1" fmla="*/ 0 h 13"/>
                  <a:gd name="T2" fmla="*/ 8 w 65"/>
                  <a:gd name="T3" fmla="*/ 0 h 13"/>
                  <a:gd name="T4" fmla="*/ 0 w 65"/>
                  <a:gd name="T5" fmla="*/ 13 h 13"/>
                  <a:gd name="T6" fmla="*/ 61 w 65"/>
                  <a:gd name="T7" fmla="*/ 13 h 13"/>
                  <a:gd name="T8" fmla="*/ 65 w 65"/>
                  <a:gd name="T9" fmla="*/ 0 h 13"/>
                </a:gdLst>
                <a:ahLst/>
                <a:cxnLst>
                  <a:cxn ang="0">
                    <a:pos x="T0" y="T1"/>
                  </a:cxn>
                  <a:cxn ang="0">
                    <a:pos x="T2" y="T3"/>
                  </a:cxn>
                  <a:cxn ang="0">
                    <a:pos x="T4" y="T5"/>
                  </a:cxn>
                  <a:cxn ang="0">
                    <a:pos x="T6" y="T7"/>
                  </a:cxn>
                  <a:cxn ang="0">
                    <a:pos x="T8" y="T9"/>
                  </a:cxn>
                </a:cxnLst>
                <a:rect l="0" t="0" r="r" b="b"/>
                <a:pathLst>
                  <a:path w="65" h="13">
                    <a:moveTo>
                      <a:pt x="65" y="0"/>
                    </a:moveTo>
                    <a:lnTo>
                      <a:pt x="8" y="0"/>
                    </a:lnTo>
                    <a:lnTo>
                      <a:pt x="0" y="13"/>
                    </a:lnTo>
                    <a:lnTo>
                      <a:pt x="61" y="13"/>
                    </a:lnTo>
                    <a:lnTo>
                      <a:pt x="65"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anchor="ctr"/>
              <a:lstStyle/>
              <a:p>
                <a:pPr algn="ctr"/>
                <a:endParaRPr/>
              </a:p>
            </p:txBody>
          </p:sp>
          <p:sp>
            <p:nvSpPr>
              <p:cNvPr id="536" name="i$ḷïďè">
                <a:extLst>
                  <a:ext uri="{FF2B5EF4-FFF2-40B4-BE49-F238E27FC236}">
                    <a16:creationId xmlns:a16="http://schemas.microsoft.com/office/drawing/2014/main" id="{89257BF9-6918-4663-9A01-710071DED4C8}"/>
                  </a:ext>
                </a:extLst>
              </p:cNvPr>
              <p:cNvSpPr/>
              <p:nvPr/>
            </p:nvSpPr>
            <p:spPr bwMode="auto">
              <a:xfrm>
                <a:off x="3916" y="2025"/>
                <a:ext cx="45" cy="13"/>
              </a:xfrm>
              <a:custGeom>
                <a:avLst/>
                <a:gdLst>
                  <a:gd name="T0" fmla="*/ 45 w 45"/>
                  <a:gd name="T1" fmla="*/ 0 h 13"/>
                  <a:gd name="T2" fmla="*/ 4 w 45"/>
                  <a:gd name="T3" fmla="*/ 0 h 13"/>
                  <a:gd name="T4" fmla="*/ 0 w 45"/>
                  <a:gd name="T5" fmla="*/ 13 h 13"/>
                  <a:gd name="T6" fmla="*/ 37 w 45"/>
                  <a:gd name="T7" fmla="*/ 13 h 13"/>
                  <a:gd name="T8" fmla="*/ 45 w 45"/>
                  <a:gd name="T9" fmla="*/ 0 h 13"/>
                </a:gdLst>
                <a:ahLst/>
                <a:cxnLst>
                  <a:cxn ang="0">
                    <a:pos x="T0" y="T1"/>
                  </a:cxn>
                  <a:cxn ang="0">
                    <a:pos x="T2" y="T3"/>
                  </a:cxn>
                  <a:cxn ang="0">
                    <a:pos x="T4" y="T5"/>
                  </a:cxn>
                  <a:cxn ang="0">
                    <a:pos x="T6" y="T7"/>
                  </a:cxn>
                  <a:cxn ang="0">
                    <a:pos x="T8" y="T9"/>
                  </a:cxn>
                </a:cxnLst>
                <a:rect l="0" t="0" r="r" b="b"/>
                <a:pathLst>
                  <a:path w="45" h="13">
                    <a:moveTo>
                      <a:pt x="45" y="0"/>
                    </a:moveTo>
                    <a:lnTo>
                      <a:pt x="4" y="0"/>
                    </a:lnTo>
                    <a:lnTo>
                      <a:pt x="0" y="13"/>
                    </a:lnTo>
                    <a:lnTo>
                      <a:pt x="37" y="13"/>
                    </a:lnTo>
                    <a:lnTo>
                      <a:pt x="45" y="0"/>
                    </a:lnTo>
                    <a:close/>
                  </a:path>
                </a:pathLst>
              </a:custGeom>
              <a:solidFill>
                <a:srgbClr val="B6DBFD"/>
              </a:solidFill>
              <a:ln>
                <a:noFill/>
              </a:ln>
              <a:extLst>
                <a:ext uri="{91240B29-F687-4F45-9708-019B960494DF}">
                  <a14:hiddenLine xmlns:a14="http://schemas.microsoft.com/office/drawing/2010/main" w="9525">
                    <a:solidFill>
                      <a:srgbClr val="000000"/>
                    </a:solidFill>
                    <a:round/>
                    <a:headEnd/>
                    <a:tailEnd/>
                  </a14:hiddenLine>
                </a:ext>
              </a:extLst>
            </p:spPr>
            <p:txBody>
              <a:bodyPr anchor="ctr"/>
              <a:lstStyle/>
              <a:p>
                <a:pPr algn="ctr"/>
                <a:endParaRPr/>
              </a:p>
            </p:txBody>
          </p:sp>
          <p:sp>
            <p:nvSpPr>
              <p:cNvPr id="537" name="îṥlîḋé">
                <a:extLst>
                  <a:ext uri="{FF2B5EF4-FFF2-40B4-BE49-F238E27FC236}">
                    <a16:creationId xmlns:a16="http://schemas.microsoft.com/office/drawing/2014/main" id="{EB32948F-B401-47B0-94E3-F353B4EF3120}"/>
                  </a:ext>
                </a:extLst>
              </p:cNvPr>
              <p:cNvSpPr/>
              <p:nvPr/>
            </p:nvSpPr>
            <p:spPr bwMode="auto">
              <a:xfrm>
                <a:off x="3916" y="2025"/>
                <a:ext cx="45" cy="13"/>
              </a:xfrm>
              <a:custGeom>
                <a:avLst/>
                <a:gdLst>
                  <a:gd name="T0" fmla="*/ 45 w 45"/>
                  <a:gd name="T1" fmla="*/ 0 h 13"/>
                  <a:gd name="T2" fmla="*/ 4 w 45"/>
                  <a:gd name="T3" fmla="*/ 0 h 13"/>
                  <a:gd name="T4" fmla="*/ 0 w 45"/>
                  <a:gd name="T5" fmla="*/ 13 h 13"/>
                  <a:gd name="T6" fmla="*/ 37 w 45"/>
                  <a:gd name="T7" fmla="*/ 13 h 13"/>
                  <a:gd name="T8" fmla="*/ 45 w 45"/>
                  <a:gd name="T9" fmla="*/ 0 h 13"/>
                </a:gdLst>
                <a:ahLst/>
                <a:cxnLst>
                  <a:cxn ang="0">
                    <a:pos x="T0" y="T1"/>
                  </a:cxn>
                  <a:cxn ang="0">
                    <a:pos x="T2" y="T3"/>
                  </a:cxn>
                  <a:cxn ang="0">
                    <a:pos x="T4" y="T5"/>
                  </a:cxn>
                  <a:cxn ang="0">
                    <a:pos x="T6" y="T7"/>
                  </a:cxn>
                  <a:cxn ang="0">
                    <a:pos x="T8" y="T9"/>
                  </a:cxn>
                </a:cxnLst>
                <a:rect l="0" t="0" r="r" b="b"/>
                <a:pathLst>
                  <a:path w="45" h="13">
                    <a:moveTo>
                      <a:pt x="45" y="0"/>
                    </a:moveTo>
                    <a:lnTo>
                      <a:pt x="4" y="0"/>
                    </a:lnTo>
                    <a:lnTo>
                      <a:pt x="0" y="13"/>
                    </a:lnTo>
                    <a:lnTo>
                      <a:pt x="37" y="13"/>
                    </a:lnTo>
                    <a:lnTo>
                      <a:pt x="45"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anchor="ctr"/>
              <a:lstStyle/>
              <a:p>
                <a:pPr algn="ctr"/>
                <a:endParaRPr/>
              </a:p>
            </p:txBody>
          </p:sp>
          <p:sp>
            <p:nvSpPr>
              <p:cNvPr id="538" name="iślíḓê">
                <a:extLst>
                  <a:ext uri="{FF2B5EF4-FFF2-40B4-BE49-F238E27FC236}">
                    <a16:creationId xmlns:a16="http://schemas.microsoft.com/office/drawing/2014/main" id="{255053F1-693E-4163-83C3-E575C54D97D9}"/>
                  </a:ext>
                </a:extLst>
              </p:cNvPr>
              <p:cNvSpPr/>
              <p:nvPr/>
            </p:nvSpPr>
            <p:spPr bwMode="auto">
              <a:xfrm>
                <a:off x="3665" y="2080"/>
                <a:ext cx="18" cy="12"/>
              </a:xfrm>
              <a:custGeom>
                <a:avLst/>
                <a:gdLst>
                  <a:gd name="T0" fmla="*/ 18 w 18"/>
                  <a:gd name="T1" fmla="*/ 0 h 12"/>
                  <a:gd name="T2" fmla="*/ 8 w 18"/>
                  <a:gd name="T3" fmla="*/ 0 h 12"/>
                  <a:gd name="T4" fmla="*/ 0 w 18"/>
                  <a:gd name="T5" fmla="*/ 12 h 12"/>
                  <a:gd name="T6" fmla="*/ 14 w 18"/>
                  <a:gd name="T7" fmla="*/ 12 h 12"/>
                  <a:gd name="T8" fmla="*/ 18 w 18"/>
                  <a:gd name="T9" fmla="*/ 0 h 12"/>
                </a:gdLst>
                <a:ahLst/>
                <a:cxnLst>
                  <a:cxn ang="0">
                    <a:pos x="T0" y="T1"/>
                  </a:cxn>
                  <a:cxn ang="0">
                    <a:pos x="T2" y="T3"/>
                  </a:cxn>
                  <a:cxn ang="0">
                    <a:pos x="T4" y="T5"/>
                  </a:cxn>
                  <a:cxn ang="0">
                    <a:pos x="T6" y="T7"/>
                  </a:cxn>
                  <a:cxn ang="0">
                    <a:pos x="T8" y="T9"/>
                  </a:cxn>
                </a:cxnLst>
                <a:rect l="0" t="0" r="r" b="b"/>
                <a:pathLst>
                  <a:path w="18" h="12">
                    <a:moveTo>
                      <a:pt x="18" y="0"/>
                    </a:moveTo>
                    <a:lnTo>
                      <a:pt x="8" y="0"/>
                    </a:lnTo>
                    <a:lnTo>
                      <a:pt x="0" y="12"/>
                    </a:lnTo>
                    <a:lnTo>
                      <a:pt x="14" y="12"/>
                    </a:lnTo>
                    <a:lnTo>
                      <a:pt x="18" y="0"/>
                    </a:lnTo>
                    <a:close/>
                  </a:path>
                </a:pathLst>
              </a:custGeom>
              <a:solidFill>
                <a:srgbClr val="B6DBFD"/>
              </a:solidFill>
              <a:ln>
                <a:noFill/>
              </a:ln>
              <a:extLst>
                <a:ext uri="{91240B29-F687-4F45-9708-019B960494DF}">
                  <a14:hiddenLine xmlns:a14="http://schemas.microsoft.com/office/drawing/2010/main" w="9525">
                    <a:solidFill>
                      <a:srgbClr val="000000"/>
                    </a:solidFill>
                    <a:round/>
                    <a:headEnd/>
                    <a:tailEnd/>
                  </a14:hiddenLine>
                </a:ext>
              </a:extLst>
            </p:spPr>
            <p:txBody>
              <a:bodyPr anchor="ctr"/>
              <a:lstStyle/>
              <a:p>
                <a:pPr algn="ctr"/>
                <a:endParaRPr/>
              </a:p>
            </p:txBody>
          </p:sp>
          <p:sp>
            <p:nvSpPr>
              <p:cNvPr id="539" name="ïş1ídé">
                <a:extLst>
                  <a:ext uri="{FF2B5EF4-FFF2-40B4-BE49-F238E27FC236}">
                    <a16:creationId xmlns:a16="http://schemas.microsoft.com/office/drawing/2014/main" id="{553123AA-52A0-4128-A0DB-8A454ACF2B32}"/>
                  </a:ext>
                </a:extLst>
              </p:cNvPr>
              <p:cNvSpPr/>
              <p:nvPr/>
            </p:nvSpPr>
            <p:spPr bwMode="auto">
              <a:xfrm>
                <a:off x="3665" y="2080"/>
                <a:ext cx="18" cy="12"/>
              </a:xfrm>
              <a:custGeom>
                <a:avLst/>
                <a:gdLst>
                  <a:gd name="T0" fmla="*/ 18 w 18"/>
                  <a:gd name="T1" fmla="*/ 0 h 12"/>
                  <a:gd name="T2" fmla="*/ 8 w 18"/>
                  <a:gd name="T3" fmla="*/ 0 h 12"/>
                  <a:gd name="T4" fmla="*/ 0 w 18"/>
                  <a:gd name="T5" fmla="*/ 12 h 12"/>
                  <a:gd name="T6" fmla="*/ 14 w 18"/>
                  <a:gd name="T7" fmla="*/ 12 h 12"/>
                  <a:gd name="T8" fmla="*/ 18 w 18"/>
                  <a:gd name="T9" fmla="*/ 0 h 12"/>
                </a:gdLst>
                <a:ahLst/>
                <a:cxnLst>
                  <a:cxn ang="0">
                    <a:pos x="T0" y="T1"/>
                  </a:cxn>
                  <a:cxn ang="0">
                    <a:pos x="T2" y="T3"/>
                  </a:cxn>
                  <a:cxn ang="0">
                    <a:pos x="T4" y="T5"/>
                  </a:cxn>
                  <a:cxn ang="0">
                    <a:pos x="T6" y="T7"/>
                  </a:cxn>
                  <a:cxn ang="0">
                    <a:pos x="T8" y="T9"/>
                  </a:cxn>
                </a:cxnLst>
                <a:rect l="0" t="0" r="r" b="b"/>
                <a:pathLst>
                  <a:path w="18" h="12">
                    <a:moveTo>
                      <a:pt x="18" y="0"/>
                    </a:moveTo>
                    <a:lnTo>
                      <a:pt x="8" y="0"/>
                    </a:lnTo>
                    <a:lnTo>
                      <a:pt x="0" y="12"/>
                    </a:lnTo>
                    <a:lnTo>
                      <a:pt x="14" y="12"/>
                    </a:lnTo>
                    <a:lnTo>
                      <a:pt x="18"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anchor="ctr"/>
              <a:lstStyle/>
              <a:p>
                <a:pPr algn="ctr"/>
                <a:endParaRPr/>
              </a:p>
            </p:txBody>
          </p:sp>
          <p:sp>
            <p:nvSpPr>
              <p:cNvPr id="540" name="îṧḷïde">
                <a:extLst>
                  <a:ext uri="{FF2B5EF4-FFF2-40B4-BE49-F238E27FC236}">
                    <a16:creationId xmlns:a16="http://schemas.microsoft.com/office/drawing/2014/main" id="{19724323-C082-4782-819A-4512F2B1363C}"/>
                  </a:ext>
                </a:extLst>
              </p:cNvPr>
              <p:cNvSpPr/>
              <p:nvPr/>
            </p:nvSpPr>
            <p:spPr bwMode="auto">
              <a:xfrm>
                <a:off x="3743" y="2080"/>
                <a:ext cx="122" cy="12"/>
              </a:xfrm>
              <a:custGeom>
                <a:avLst/>
                <a:gdLst>
                  <a:gd name="T0" fmla="*/ 122 w 122"/>
                  <a:gd name="T1" fmla="*/ 0 h 12"/>
                  <a:gd name="T2" fmla="*/ 4 w 122"/>
                  <a:gd name="T3" fmla="*/ 0 h 12"/>
                  <a:gd name="T4" fmla="*/ 0 w 122"/>
                  <a:gd name="T5" fmla="*/ 12 h 12"/>
                  <a:gd name="T6" fmla="*/ 118 w 122"/>
                  <a:gd name="T7" fmla="*/ 12 h 12"/>
                  <a:gd name="T8" fmla="*/ 122 w 122"/>
                  <a:gd name="T9" fmla="*/ 0 h 12"/>
                </a:gdLst>
                <a:ahLst/>
                <a:cxnLst>
                  <a:cxn ang="0">
                    <a:pos x="T0" y="T1"/>
                  </a:cxn>
                  <a:cxn ang="0">
                    <a:pos x="T2" y="T3"/>
                  </a:cxn>
                  <a:cxn ang="0">
                    <a:pos x="T4" y="T5"/>
                  </a:cxn>
                  <a:cxn ang="0">
                    <a:pos x="T6" y="T7"/>
                  </a:cxn>
                  <a:cxn ang="0">
                    <a:pos x="T8" y="T9"/>
                  </a:cxn>
                </a:cxnLst>
                <a:rect l="0" t="0" r="r" b="b"/>
                <a:pathLst>
                  <a:path w="122" h="12">
                    <a:moveTo>
                      <a:pt x="122" y="0"/>
                    </a:moveTo>
                    <a:lnTo>
                      <a:pt x="4" y="0"/>
                    </a:lnTo>
                    <a:lnTo>
                      <a:pt x="0" y="12"/>
                    </a:lnTo>
                    <a:lnTo>
                      <a:pt x="118" y="12"/>
                    </a:lnTo>
                    <a:lnTo>
                      <a:pt x="122" y="0"/>
                    </a:lnTo>
                    <a:close/>
                  </a:path>
                </a:pathLst>
              </a:custGeom>
              <a:solidFill>
                <a:srgbClr val="B6DBFD"/>
              </a:solidFill>
              <a:ln>
                <a:noFill/>
              </a:ln>
              <a:extLst>
                <a:ext uri="{91240B29-F687-4F45-9708-019B960494DF}">
                  <a14:hiddenLine xmlns:a14="http://schemas.microsoft.com/office/drawing/2010/main" w="9525">
                    <a:solidFill>
                      <a:srgbClr val="000000"/>
                    </a:solidFill>
                    <a:round/>
                    <a:headEnd/>
                    <a:tailEnd/>
                  </a14:hiddenLine>
                </a:ext>
              </a:extLst>
            </p:spPr>
            <p:txBody>
              <a:bodyPr anchor="ctr"/>
              <a:lstStyle/>
              <a:p>
                <a:pPr algn="ctr"/>
                <a:endParaRPr/>
              </a:p>
            </p:txBody>
          </p:sp>
          <p:sp>
            <p:nvSpPr>
              <p:cNvPr id="541" name="ïṣḷide">
                <a:extLst>
                  <a:ext uri="{FF2B5EF4-FFF2-40B4-BE49-F238E27FC236}">
                    <a16:creationId xmlns:a16="http://schemas.microsoft.com/office/drawing/2014/main" id="{105C325D-DD93-49C0-A701-3AD1DE9A1662}"/>
                  </a:ext>
                </a:extLst>
              </p:cNvPr>
              <p:cNvSpPr/>
              <p:nvPr/>
            </p:nvSpPr>
            <p:spPr bwMode="auto">
              <a:xfrm>
                <a:off x="3743" y="2080"/>
                <a:ext cx="122" cy="12"/>
              </a:xfrm>
              <a:custGeom>
                <a:avLst/>
                <a:gdLst>
                  <a:gd name="T0" fmla="*/ 122 w 122"/>
                  <a:gd name="T1" fmla="*/ 0 h 12"/>
                  <a:gd name="T2" fmla="*/ 4 w 122"/>
                  <a:gd name="T3" fmla="*/ 0 h 12"/>
                  <a:gd name="T4" fmla="*/ 0 w 122"/>
                  <a:gd name="T5" fmla="*/ 12 h 12"/>
                  <a:gd name="T6" fmla="*/ 118 w 122"/>
                  <a:gd name="T7" fmla="*/ 12 h 12"/>
                  <a:gd name="T8" fmla="*/ 122 w 122"/>
                  <a:gd name="T9" fmla="*/ 0 h 12"/>
                </a:gdLst>
                <a:ahLst/>
                <a:cxnLst>
                  <a:cxn ang="0">
                    <a:pos x="T0" y="T1"/>
                  </a:cxn>
                  <a:cxn ang="0">
                    <a:pos x="T2" y="T3"/>
                  </a:cxn>
                  <a:cxn ang="0">
                    <a:pos x="T4" y="T5"/>
                  </a:cxn>
                  <a:cxn ang="0">
                    <a:pos x="T6" y="T7"/>
                  </a:cxn>
                  <a:cxn ang="0">
                    <a:pos x="T8" y="T9"/>
                  </a:cxn>
                </a:cxnLst>
                <a:rect l="0" t="0" r="r" b="b"/>
                <a:pathLst>
                  <a:path w="122" h="12">
                    <a:moveTo>
                      <a:pt x="122" y="0"/>
                    </a:moveTo>
                    <a:lnTo>
                      <a:pt x="4" y="0"/>
                    </a:lnTo>
                    <a:lnTo>
                      <a:pt x="0" y="12"/>
                    </a:lnTo>
                    <a:lnTo>
                      <a:pt x="118" y="12"/>
                    </a:lnTo>
                    <a:lnTo>
                      <a:pt x="122"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anchor="ctr"/>
              <a:lstStyle/>
              <a:p>
                <a:pPr algn="ctr"/>
                <a:endParaRPr/>
              </a:p>
            </p:txBody>
          </p:sp>
          <p:sp>
            <p:nvSpPr>
              <p:cNvPr id="542" name="iṣlîḋè">
                <a:extLst>
                  <a:ext uri="{FF2B5EF4-FFF2-40B4-BE49-F238E27FC236}">
                    <a16:creationId xmlns:a16="http://schemas.microsoft.com/office/drawing/2014/main" id="{F49AF3F9-1176-4C1E-9DAF-067B159291BA}"/>
                  </a:ext>
                </a:extLst>
              </p:cNvPr>
              <p:cNvSpPr/>
              <p:nvPr/>
            </p:nvSpPr>
            <p:spPr bwMode="auto">
              <a:xfrm>
                <a:off x="3902" y="2080"/>
                <a:ext cx="25" cy="12"/>
              </a:xfrm>
              <a:custGeom>
                <a:avLst/>
                <a:gdLst>
                  <a:gd name="T0" fmla="*/ 25 w 25"/>
                  <a:gd name="T1" fmla="*/ 0 h 12"/>
                  <a:gd name="T2" fmla="*/ 4 w 25"/>
                  <a:gd name="T3" fmla="*/ 0 h 12"/>
                  <a:gd name="T4" fmla="*/ 0 w 25"/>
                  <a:gd name="T5" fmla="*/ 12 h 12"/>
                  <a:gd name="T6" fmla="*/ 18 w 25"/>
                  <a:gd name="T7" fmla="*/ 12 h 12"/>
                  <a:gd name="T8" fmla="*/ 25 w 25"/>
                  <a:gd name="T9" fmla="*/ 0 h 12"/>
                </a:gdLst>
                <a:ahLst/>
                <a:cxnLst>
                  <a:cxn ang="0">
                    <a:pos x="T0" y="T1"/>
                  </a:cxn>
                  <a:cxn ang="0">
                    <a:pos x="T2" y="T3"/>
                  </a:cxn>
                  <a:cxn ang="0">
                    <a:pos x="T4" y="T5"/>
                  </a:cxn>
                  <a:cxn ang="0">
                    <a:pos x="T6" y="T7"/>
                  </a:cxn>
                  <a:cxn ang="0">
                    <a:pos x="T8" y="T9"/>
                  </a:cxn>
                </a:cxnLst>
                <a:rect l="0" t="0" r="r" b="b"/>
                <a:pathLst>
                  <a:path w="25" h="12">
                    <a:moveTo>
                      <a:pt x="25" y="0"/>
                    </a:moveTo>
                    <a:lnTo>
                      <a:pt x="4" y="0"/>
                    </a:lnTo>
                    <a:lnTo>
                      <a:pt x="0" y="12"/>
                    </a:lnTo>
                    <a:lnTo>
                      <a:pt x="18" y="12"/>
                    </a:lnTo>
                    <a:lnTo>
                      <a:pt x="25" y="0"/>
                    </a:lnTo>
                    <a:close/>
                  </a:path>
                </a:pathLst>
              </a:custGeom>
              <a:solidFill>
                <a:srgbClr val="F8FAFE"/>
              </a:solidFill>
              <a:ln>
                <a:noFill/>
              </a:ln>
              <a:extLst>
                <a:ext uri="{91240B29-F687-4F45-9708-019B960494DF}">
                  <a14:hiddenLine xmlns:a14="http://schemas.microsoft.com/office/drawing/2010/main" w="9525">
                    <a:solidFill>
                      <a:srgbClr val="000000"/>
                    </a:solidFill>
                    <a:round/>
                    <a:headEnd/>
                    <a:tailEnd/>
                  </a14:hiddenLine>
                </a:ext>
              </a:extLst>
            </p:spPr>
            <p:txBody>
              <a:bodyPr anchor="ctr"/>
              <a:lstStyle/>
              <a:p>
                <a:pPr algn="ctr"/>
                <a:endParaRPr/>
              </a:p>
            </p:txBody>
          </p:sp>
          <p:sp>
            <p:nvSpPr>
              <p:cNvPr id="543" name="ïŝľíďe">
                <a:extLst>
                  <a:ext uri="{FF2B5EF4-FFF2-40B4-BE49-F238E27FC236}">
                    <a16:creationId xmlns:a16="http://schemas.microsoft.com/office/drawing/2014/main" id="{B6FBA9FA-2E41-4C8D-99CC-EC23A87D079A}"/>
                  </a:ext>
                </a:extLst>
              </p:cNvPr>
              <p:cNvSpPr/>
              <p:nvPr/>
            </p:nvSpPr>
            <p:spPr bwMode="auto">
              <a:xfrm>
                <a:off x="3902" y="2080"/>
                <a:ext cx="25" cy="12"/>
              </a:xfrm>
              <a:custGeom>
                <a:avLst/>
                <a:gdLst>
                  <a:gd name="T0" fmla="*/ 25 w 25"/>
                  <a:gd name="T1" fmla="*/ 0 h 12"/>
                  <a:gd name="T2" fmla="*/ 4 w 25"/>
                  <a:gd name="T3" fmla="*/ 0 h 12"/>
                  <a:gd name="T4" fmla="*/ 0 w 25"/>
                  <a:gd name="T5" fmla="*/ 12 h 12"/>
                  <a:gd name="T6" fmla="*/ 18 w 25"/>
                  <a:gd name="T7" fmla="*/ 12 h 12"/>
                  <a:gd name="T8" fmla="*/ 25 w 25"/>
                  <a:gd name="T9" fmla="*/ 0 h 12"/>
                </a:gdLst>
                <a:ahLst/>
                <a:cxnLst>
                  <a:cxn ang="0">
                    <a:pos x="T0" y="T1"/>
                  </a:cxn>
                  <a:cxn ang="0">
                    <a:pos x="T2" y="T3"/>
                  </a:cxn>
                  <a:cxn ang="0">
                    <a:pos x="T4" y="T5"/>
                  </a:cxn>
                  <a:cxn ang="0">
                    <a:pos x="T6" y="T7"/>
                  </a:cxn>
                  <a:cxn ang="0">
                    <a:pos x="T8" y="T9"/>
                  </a:cxn>
                </a:cxnLst>
                <a:rect l="0" t="0" r="r" b="b"/>
                <a:pathLst>
                  <a:path w="25" h="12">
                    <a:moveTo>
                      <a:pt x="25" y="0"/>
                    </a:moveTo>
                    <a:lnTo>
                      <a:pt x="4" y="0"/>
                    </a:lnTo>
                    <a:lnTo>
                      <a:pt x="0" y="12"/>
                    </a:lnTo>
                    <a:lnTo>
                      <a:pt x="18" y="12"/>
                    </a:lnTo>
                    <a:lnTo>
                      <a:pt x="25"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anchor="ctr"/>
              <a:lstStyle/>
              <a:p>
                <a:pPr algn="ctr"/>
                <a:endParaRPr/>
              </a:p>
            </p:txBody>
          </p:sp>
          <p:sp>
            <p:nvSpPr>
              <p:cNvPr id="544" name="îŝ1ide">
                <a:extLst>
                  <a:ext uri="{FF2B5EF4-FFF2-40B4-BE49-F238E27FC236}">
                    <a16:creationId xmlns:a16="http://schemas.microsoft.com/office/drawing/2014/main" id="{966C5959-B880-4B24-8D14-3CD576D6E722}"/>
                  </a:ext>
                </a:extLst>
              </p:cNvPr>
              <p:cNvSpPr/>
              <p:nvPr/>
            </p:nvSpPr>
            <p:spPr bwMode="auto">
              <a:xfrm>
                <a:off x="2944" y="2390"/>
                <a:ext cx="796" cy="62"/>
              </a:xfrm>
              <a:custGeom>
                <a:avLst/>
                <a:gdLst>
                  <a:gd name="T0" fmla="*/ 600 w 625"/>
                  <a:gd name="T1" fmla="*/ 49 h 49"/>
                  <a:gd name="T2" fmla="*/ 25 w 625"/>
                  <a:gd name="T3" fmla="*/ 49 h 49"/>
                  <a:gd name="T4" fmla="*/ 0 w 625"/>
                  <a:gd name="T5" fmla="*/ 24 h 49"/>
                  <a:gd name="T6" fmla="*/ 25 w 625"/>
                  <a:gd name="T7" fmla="*/ 0 h 49"/>
                  <a:gd name="T8" fmla="*/ 600 w 625"/>
                  <a:gd name="T9" fmla="*/ 0 h 49"/>
                  <a:gd name="T10" fmla="*/ 625 w 625"/>
                  <a:gd name="T11" fmla="*/ 24 h 49"/>
                  <a:gd name="T12" fmla="*/ 600 w 625"/>
                  <a:gd name="T13" fmla="*/ 49 h 49"/>
                </a:gdLst>
                <a:ahLst/>
                <a:cxnLst>
                  <a:cxn ang="0">
                    <a:pos x="T0" y="T1"/>
                  </a:cxn>
                  <a:cxn ang="0">
                    <a:pos x="T2" y="T3"/>
                  </a:cxn>
                  <a:cxn ang="0">
                    <a:pos x="T4" y="T5"/>
                  </a:cxn>
                  <a:cxn ang="0">
                    <a:pos x="T6" y="T7"/>
                  </a:cxn>
                  <a:cxn ang="0">
                    <a:pos x="T8" y="T9"/>
                  </a:cxn>
                  <a:cxn ang="0">
                    <a:pos x="T10" y="T11"/>
                  </a:cxn>
                  <a:cxn ang="0">
                    <a:pos x="T12" y="T13"/>
                  </a:cxn>
                </a:cxnLst>
                <a:rect l="0" t="0" r="r" b="b"/>
                <a:pathLst>
                  <a:path w="625" h="49">
                    <a:moveTo>
                      <a:pt x="600" y="49"/>
                    </a:moveTo>
                    <a:cubicBezTo>
                      <a:pt x="25" y="49"/>
                      <a:pt x="25" y="49"/>
                      <a:pt x="25" y="49"/>
                    </a:cubicBezTo>
                    <a:cubicBezTo>
                      <a:pt x="11" y="49"/>
                      <a:pt x="0" y="38"/>
                      <a:pt x="0" y="24"/>
                    </a:cubicBezTo>
                    <a:cubicBezTo>
                      <a:pt x="0" y="11"/>
                      <a:pt x="11" y="0"/>
                      <a:pt x="25" y="0"/>
                    </a:cubicBezTo>
                    <a:cubicBezTo>
                      <a:pt x="600" y="0"/>
                      <a:pt x="600" y="0"/>
                      <a:pt x="600" y="0"/>
                    </a:cubicBezTo>
                    <a:cubicBezTo>
                      <a:pt x="614" y="0"/>
                      <a:pt x="625" y="11"/>
                      <a:pt x="625" y="24"/>
                    </a:cubicBezTo>
                    <a:cubicBezTo>
                      <a:pt x="625" y="38"/>
                      <a:pt x="614" y="49"/>
                      <a:pt x="600" y="49"/>
                    </a:cubicBezTo>
                  </a:path>
                </a:pathLst>
              </a:custGeom>
              <a:solidFill>
                <a:srgbClr val="807C89"/>
              </a:solidFill>
              <a:ln>
                <a:noFill/>
              </a:ln>
              <a:extLst>
                <a:ext uri="{91240B29-F687-4F45-9708-019B960494DF}">
                  <a14:hiddenLine xmlns:a14="http://schemas.microsoft.com/office/drawing/2010/main" w="9525">
                    <a:solidFill>
                      <a:srgbClr val="000000"/>
                    </a:solidFill>
                    <a:round/>
                    <a:headEnd/>
                    <a:tailEnd/>
                  </a14:hiddenLine>
                </a:ext>
              </a:extLst>
            </p:spPr>
            <p:txBody>
              <a:bodyPr anchor="ctr"/>
              <a:lstStyle/>
              <a:p>
                <a:pPr algn="ctr"/>
                <a:endParaRPr/>
              </a:p>
            </p:txBody>
          </p:sp>
          <p:sp>
            <p:nvSpPr>
              <p:cNvPr id="545" name="íŝ1iḋe">
                <a:extLst>
                  <a:ext uri="{FF2B5EF4-FFF2-40B4-BE49-F238E27FC236}">
                    <a16:creationId xmlns:a16="http://schemas.microsoft.com/office/drawing/2014/main" id="{B60764CB-6AD1-40CA-8E65-84F4EC02BE3B}"/>
                  </a:ext>
                </a:extLst>
              </p:cNvPr>
              <p:cNvSpPr/>
              <p:nvPr/>
            </p:nvSpPr>
            <p:spPr bwMode="auto">
              <a:xfrm>
                <a:off x="3531" y="2388"/>
                <a:ext cx="487" cy="62"/>
              </a:xfrm>
              <a:custGeom>
                <a:avLst/>
                <a:gdLst>
                  <a:gd name="T0" fmla="*/ 358 w 382"/>
                  <a:gd name="T1" fmla="*/ 49 h 49"/>
                  <a:gd name="T2" fmla="*/ 24 w 382"/>
                  <a:gd name="T3" fmla="*/ 49 h 49"/>
                  <a:gd name="T4" fmla="*/ 0 w 382"/>
                  <a:gd name="T5" fmla="*/ 25 h 49"/>
                  <a:gd name="T6" fmla="*/ 24 w 382"/>
                  <a:gd name="T7" fmla="*/ 0 h 49"/>
                  <a:gd name="T8" fmla="*/ 358 w 382"/>
                  <a:gd name="T9" fmla="*/ 0 h 49"/>
                  <a:gd name="T10" fmla="*/ 382 w 382"/>
                  <a:gd name="T11" fmla="*/ 25 h 49"/>
                  <a:gd name="T12" fmla="*/ 358 w 382"/>
                  <a:gd name="T13" fmla="*/ 49 h 49"/>
                </a:gdLst>
                <a:ahLst/>
                <a:cxnLst>
                  <a:cxn ang="0">
                    <a:pos x="T0" y="T1"/>
                  </a:cxn>
                  <a:cxn ang="0">
                    <a:pos x="T2" y="T3"/>
                  </a:cxn>
                  <a:cxn ang="0">
                    <a:pos x="T4" y="T5"/>
                  </a:cxn>
                  <a:cxn ang="0">
                    <a:pos x="T6" y="T7"/>
                  </a:cxn>
                  <a:cxn ang="0">
                    <a:pos x="T8" y="T9"/>
                  </a:cxn>
                  <a:cxn ang="0">
                    <a:pos x="T10" y="T11"/>
                  </a:cxn>
                  <a:cxn ang="0">
                    <a:pos x="T12" y="T13"/>
                  </a:cxn>
                </a:cxnLst>
                <a:rect l="0" t="0" r="r" b="b"/>
                <a:pathLst>
                  <a:path w="382" h="49">
                    <a:moveTo>
                      <a:pt x="358" y="49"/>
                    </a:moveTo>
                    <a:cubicBezTo>
                      <a:pt x="24" y="49"/>
                      <a:pt x="24" y="49"/>
                      <a:pt x="24" y="49"/>
                    </a:cubicBezTo>
                    <a:cubicBezTo>
                      <a:pt x="11" y="49"/>
                      <a:pt x="0" y="38"/>
                      <a:pt x="0" y="25"/>
                    </a:cubicBezTo>
                    <a:cubicBezTo>
                      <a:pt x="0" y="11"/>
                      <a:pt x="11" y="0"/>
                      <a:pt x="24" y="0"/>
                    </a:cubicBezTo>
                    <a:cubicBezTo>
                      <a:pt x="358" y="0"/>
                      <a:pt x="358" y="0"/>
                      <a:pt x="358" y="0"/>
                    </a:cubicBezTo>
                    <a:cubicBezTo>
                      <a:pt x="371" y="0"/>
                      <a:pt x="382" y="11"/>
                      <a:pt x="382" y="25"/>
                    </a:cubicBezTo>
                    <a:cubicBezTo>
                      <a:pt x="382" y="38"/>
                      <a:pt x="371" y="49"/>
                      <a:pt x="358" y="49"/>
                    </a:cubicBezTo>
                  </a:path>
                </a:pathLst>
              </a:custGeom>
              <a:solidFill>
                <a:srgbClr val="E2E2E2"/>
              </a:solidFill>
              <a:ln>
                <a:noFill/>
              </a:ln>
              <a:extLst>
                <a:ext uri="{91240B29-F687-4F45-9708-019B960494DF}">
                  <a14:hiddenLine xmlns:a14="http://schemas.microsoft.com/office/drawing/2010/main" w="9525">
                    <a:solidFill>
                      <a:srgbClr val="000000"/>
                    </a:solidFill>
                    <a:round/>
                    <a:headEnd/>
                    <a:tailEnd/>
                  </a14:hiddenLine>
                </a:ext>
              </a:extLst>
            </p:spPr>
            <p:txBody>
              <a:bodyPr anchor="ctr"/>
              <a:lstStyle/>
              <a:p>
                <a:pPr algn="ctr"/>
                <a:endParaRPr/>
              </a:p>
            </p:txBody>
          </p:sp>
          <p:sp>
            <p:nvSpPr>
              <p:cNvPr id="546" name="îṧľiḓé">
                <a:extLst>
                  <a:ext uri="{FF2B5EF4-FFF2-40B4-BE49-F238E27FC236}">
                    <a16:creationId xmlns:a16="http://schemas.microsoft.com/office/drawing/2014/main" id="{A3E0D4D4-DB2A-42FB-BB3D-95C8B6FDD0EA}"/>
                  </a:ext>
                </a:extLst>
              </p:cNvPr>
              <p:cNvSpPr/>
              <p:nvPr/>
            </p:nvSpPr>
            <p:spPr bwMode="auto">
              <a:xfrm>
                <a:off x="3699" y="2409"/>
                <a:ext cx="55" cy="31"/>
              </a:xfrm>
              <a:prstGeom prst="rect">
                <a:avLst/>
              </a:prstGeom>
              <a:solidFill>
                <a:srgbClr val="BEBCC1"/>
              </a:solidFill>
              <a:ln>
                <a:noFill/>
              </a:ln>
              <a:extLst>
                <a:ext uri="{91240B29-F687-4F45-9708-019B960494DF}">
                  <a14:hiddenLine xmlns:a14="http://schemas.microsoft.com/office/drawing/2010/main" w="9525">
                    <a:solidFill>
                      <a:srgbClr val="000000"/>
                    </a:solidFill>
                    <a:miter lim="800000"/>
                    <a:headEnd/>
                    <a:tailEnd/>
                  </a14:hiddenLine>
                </a:ext>
              </a:extLst>
            </p:spPr>
            <p:txBody>
              <a:bodyPr anchor="ctr"/>
              <a:lstStyle/>
              <a:p>
                <a:pPr algn="ctr"/>
                <a:endParaRPr/>
              </a:p>
            </p:txBody>
          </p:sp>
          <p:sp>
            <p:nvSpPr>
              <p:cNvPr id="547" name="ï$liḋe">
                <a:extLst>
                  <a:ext uri="{FF2B5EF4-FFF2-40B4-BE49-F238E27FC236}">
                    <a16:creationId xmlns:a16="http://schemas.microsoft.com/office/drawing/2014/main" id="{00477741-C233-42C0-93E5-2AE155130F11}"/>
                  </a:ext>
                </a:extLst>
              </p:cNvPr>
              <p:cNvSpPr/>
              <p:nvPr/>
            </p:nvSpPr>
            <p:spPr bwMode="auto">
              <a:xfrm>
                <a:off x="3699" y="2409"/>
                <a:ext cx="55" cy="3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lstStyle/>
              <a:p>
                <a:pPr algn="ctr"/>
                <a:endParaRPr/>
              </a:p>
            </p:txBody>
          </p:sp>
          <p:sp>
            <p:nvSpPr>
              <p:cNvPr id="548" name="îSḷîḍè">
                <a:extLst>
                  <a:ext uri="{FF2B5EF4-FFF2-40B4-BE49-F238E27FC236}">
                    <a16:creationId xmlns:a16="http://schemas.microsoft.com/office/drawing/2014/main" id="{9B627058-A7B0-4F32-B0D2-7866727FD60C}"/>
                  </a:ext>
                </a:extLst>
              </p:cNvPr>
              <p:cNvSpPr/>
              <p:nvPr/>
            </p:nvSpPr>
            <p:spPr bwMode="auto">
              <a:xfrm>
                <a:off x="3782" y="2409"/>
                <a:ext cx="54" cy="31"/>
              </a:xfrm>
              <a:prstGeom prst="rect">
                <a:avLst/>
              </a:prstGeom>
              <a:solidFill>
                <a:srgbClr val="BEBCC1"/>
              </a:solidFill>
              <a:ln>
                <a:noFill/>
              </a:ln>
              <a:extLst>
                <a:ext uri="{91240B29-F687-4F45-9708-019B960494DF}">
                  <a14:hiddenLine xmlns:a14="http://schemas.microsoft.com/office/drawing/2010/main" w="9525">
                    <a:solidFill>
                      <a:srgbClr val="000000"/>
                    </a:solidFill>
                    <a:miter lim="800000"/>
                    <a:headEnd/>
                    <a:tailEnd/>
                  </a14:hiddenLine>
                </a:ext>
              </a:extLst>
            </p:spPr>
            <p:txBody>
              <a:bodyPr anchor="ctr"/>
              <a:lstStyle/>
              <a:p>
                <a:pPr algn="ctr"/>
                <a:endParaRPr/>
              </a:p>
            </p:txBody>
          </p:sp>
          <p:sp>
            <p:nvSpPr>
              <p:cNvPr id="549" name="iśḻîḋè">
                <a:extLst>
                  <a:ext uri="{FF2B5EF4-FFF2-40B4-BE49-F238E27FC236}">
                    <a16:creationId xmlns:a16="http://schemas.microsoft.com/office/drawing/2014/main" id="{0CFAFF6D-2360-467B-AE14-46F9429A25F7}"/>
                  </a:ext>
                </a:extLst>
              </p:cNvPr>
              <p:cNvSpPr/>
              <p:nvPr/>
            </p:nvSpPr>
            <p:spPr bwMode="auto">
              <a:xfrm>
                <a:off x="3782" y="2409"/>
                <a:ext cx="54" cy="3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lstStyle/>
              <a:p>
                <a:pPr algn="ctr"/>
                <a:endParaRPr/>
              </a:p>
            </p:txBody>
          </p:sp>
          <p:sp>
            <p:nvSpPr>
              <p:cNvPr id="550" name="iŝļîḓè">
                <a:extLst>
                  <a:ext uri="{FF2B5EF4-FFF2-40B4-BE49-F238E27FC236}">
                    <a16:creationId xmlns:a16="http://schemas.microsoft.com/office/drawing/2014/main" id="{9935EFE1-62F9-4DFA-AED5-E9D22FC89AAE}"/>
                  </a:ext>
                </a:extLst>
              </p:cNvPr>
              <p:cNvSpPr/>
              <p:nvPr/>
            </p:nvSpPr>
            <p:spPr bwMode="auto">
              <a:xfrm>
                <a:off x="3796" y="2408"/>
                <a:ext cx="56" cy="19"/>
              </a:xfrm>
              <a:prstGeom prst="rect">
                <a:avLst/>
              </a:prstGeom>
              <a:solidFill>
                <a:srgbClr val="07123F"/>
              </a:solidFill>
              <a:ln>
                <a:noFill/>
              </a:ln>
              <a:extLst>
                <a:ext uri="{91240B29-F687-4F45-9708-019B960494DF}">
                  <a14:hiddenLine xmlns:a14="http://schemas.microsoft.com/office/drawing/2010/main" w="9525">
                    <a:solidFill>
                      <a:srgbClr val="000000"/>
                    </a:solidFill>
                    <a:miter lim="800000"/>
                    <a:headEnd/>
                    <a:tailEnd/>
                  </a14:hiddenLine>
                </a:ext>
              </a:extLst>
            </p:spPr>
            <p:txBody>
              <a:bodyPr anchor="ctr"/>
              <a:lstStyle/>
              <a:p>
                <a:pPr algn="ctr"/>
                <a:endParaRPr/>
              </a:p>
            </p:txBody>
          </p:sp>
          <p:sp>
            <p:nvSpPr>
              <p:cNvPr id="551" name="işľidè">
                <a:extLst>
                  <a:ext uri="{FF2B5EF4-FFF2-40B4-BE49-F238E27FC236}">
                    <a16:creationId xmlns:a16="http://schemas.microsoft.com/office/drawing/2014/main" id="{04A2BA6A-1EC3-4531-98D4-D9BCA7A83E83}"/>
                  </a:ext>
                </a:extLst>
              </p:cNvPr>
              <p:cNvSpPr/>
              <p:nvPr/>
            </p:nvSpPr>
            <p:spPr bwMode="auto">
              <a:xfrm>
                <a:off x="3712" y="2408"/>
                <a:ext cx="43" cy="19"/>
              </a:xfrm>
              <a:prstGeom prst="rect">
                <a:avLst/>
              </a:prstGeom>
              <a:solidFill>
                <a:srgbClr val="FFFFFF"/>
              </a:solidFill>
              <a:ln>
                <a:noFill/>
              </a:ln>
              <a:extLst>
                <a:ext uri="{91240B29-F687-4F45-9708-019B960494DF}">
                  <a14:hiddenLine xmlns:a14="http://schemas.microsoft.com/office/drawing/2010/main" w="9525">
                    <a:solidFill>
                      <a:srgbClr val="000000"/>
                    </a:solidFill>
                    <a:miter lim="800000"/>
                    <a:headEnd/>
                    <a:tailEnd/>
                  </a14:hiddenLine>
                </a:ext>
              </a:extLst>
            </p:spPr>
            <p:txBody>
              <a:bodyPr anchor="ctr"/>
              <a:lstStyle/>
              <a:p>
                <a:pPr algn="ctr"/>
                <a:endParaRPr/>
              </a:p>
            </p:txBody>
          </p:sp>
          <p:sp>
            <p:nvSpPr>
              <p:cNvPr id="552" name="ïšḻïḑé">
                <a:extLst>
                  <a:ext uri="{FF2B5EF4-FFF2-40B4-BE49-F238E27FC236}">
                    <a16:creationId xmlns:a16="http://schemas.microsoft.com/office/drawing/2014/main" id="{AC439AE1-6C7C-4A55-943F-B36840902977}"/>
                  </a:ext>
                </a:extLst>
              </p:cNvPr>
              <p:cNvSpPr/>
              <p:nvPr/>
            </p:nvSpPr>
            <p:spPr bwMode="auto">
              <a:xfrm>
                <a:off x="3970" y="2828"/>
                <a:ext cx="402" cy="81"/>
              </a:xfrm>
              <a:prstGeom prst="rect">
                <a:avLst/>
              </a:prstGeom>
              <a:solidFill>
                <a:srgbClr val="757387"/>
              </a:solidFill>
              <a:ln>
                <a:noFill/>
              </a:ln>
              <a:extLst>
                <a:ext uri="{91240B29-F687-4F45-9708-019B960494DF}">
                  <a14:hiddenLine xmlns:a14="http://schemas.microsoft.com/office/drawing/2010/main" w="9525">
                    <a:solidFill>
                      <a:srgbClr val="000000"/>
                    </a:solidFill>
                    <a:miter lim="800000"/>
                    <a:headEnd/>
                    <a:tailEnd/>
                  </a14:hiddenLine>
                </a:ext>
              </a:extLst>
            </p:spPr>
            <p:txBody>
              <a:bodyPr anchor="ctr"/>
              <a:lstStyle/>
              <a:p>
                <a:pPr algn="ctr"/>
                <a:endParaRPr/>
              </a:p>
            </p:txBody>
          </p:sp>
          <p:sp>
            <p:nvSpPr>
              <p:cNvPr id="553" name="ïṩľïḍê">
                <a:extLst>
                  <a:ext uri="{FF2B5EF4-FFF2-40B4-BE49-F238E27FC236}">
                    <a16:creationId xmlns:a16="http://schemas.microsoft.com/office/drawing/2014/main" id="{5B2BC482-B798-4741-9D57-24F14B2CB088}"/>
                  </a:ext>
                </a:extLst>
              </p:cNvPr>
              <p:cNvSpPr/>
              <p:nvPr/>
            </p:nvSpPr>
            <p:spPr bwMode="auto">
              <a:xfrm>
                <a:off x="4307" y="2553"/>
                <a:ext cx="92" cy="1129"/>
              </a:xfrm>
              <a:prstGeom prst="rect">
                <a:avLst/>
              </a:prstGeom>
              <a:solidFill>
                <a:srgbClr val="757387"/>
              </a:solidFill>
              <a:ln>
                <a:noFill/>
              </a:ln>
              <a:extLst>
                <a:ext uri="{91240B29-F687-4F45-9708-019B960494DF}">
                  <a14:hiddenLine xmlns:a14="http://schemas.microsoft.com/office/drawing/2010/main" w="9525">
                    <a:solidFill>
                      <a:srgbClr val="000000"/>
                    </a:solidFill>
                    <a:miter lim="800000"/>
                    <a:headEnd/>
                    <a:tailEnd/>
                  </a14:hiddenLine>
                </a:ext>
              </a:extLst>
            </p:spPr>
            <p:txBody>
              <a:bodyPr anchor="ctr"/>
              <a:lstStyle/>
              <a:p>
                <a:pPr algn="ctr"/>
                <a:endParaRPr/>
              </a:p>
            </p:txBody>
          </p:sp>
          <p:sp>
            <p:nvSpPr>
              <p:cNvPr id="554" name="îŝlîdê">
                <a:extLst>
                  <a:ext uri="{FF2B5EF4-FFF2-40B4-BE49-F238E27FC236}">
                    <a16:creationId xmlns:a16="http://schemas.microsoft.com/office/drawing/2014/main" id="{A5414C37-B632-47F2-BEF6-ADBF68034283}"/>
                  </a:ext>
                </a:extLst>
              </p:cNvPr>
              <p:cNvSpPr/>
              <p:nvPr/>
            </p:nvSpPr>
            <p:spPr bwMode="auto">
              <a:xfrm>
                <a:off x="3939" y="2547"/>
                <a:ext cx="92" cy="1132"/>
              </a:xfrm>
              <a:prstGeom prst="rect">
                <a:avLst/>
              </a:prstGeom>
              <a:solidFill>
                <a:srgbClr val="B9B5C8"/>
              </a:solidFill>
              <a:ln>
                <a:noFill/>
              </a:ln>
              <a:extLst>
                <a:ext uri="{91240B29-F687-4F45-9708-019B960494DF}">
                  <a14:hiddenLine xmlns:a14="http://schemas.microsoft.com/office/drawing/2010/main" w="9525">
                    <a:solidFill>
                      <a:srgbClr val="000000"/>
                    </a:solidFill>
                    <a:miter lim="800000"/>
                    <a:headEnd/>
                    <a:tailEnd/>
                  </a14:hiddenLine>
                </a:ext>
              </a:extLst>
            </p:spPr>
            <p:txBody>
              <a:bodyPr anchor="ctr"/>
              <a:lstStyle/>
              <a:p>
                <a:pPr algn="ctr"/>
                <a:endParaRPr/>
              </a:p>
            </p:txBody>
          </p:sp>
          <p:sp>
            <p:nvSpPr>
              <p:cNvPr id="555" name="iSļiďe">
                <a:extLst>
                  <a:ext uri="{FF2B5EF4-FFF2-40B4-BE49-F238E27FC236}">
                    <a16:creationId xmlns:a16="http://schemas.microsoft.com/office/drawing/2014/main" id="{5574B4F0-A7A3-4C06-B2A8-8D6BFABA2A2E}"/>
                  </a:ext>
                </a:extLst>
              </p:cNvPr>
              <p:cNvSpPr/>
              <p:nvPr/>
            </p:nvSpPr>
            <p:spPr bwMode="auto">
              <a:xfrm>
                <a:off x="3939" y="2483"/>
                <a:ext cx="92" cy="499"/>
              </a:xfrm>
              <a:prstGeom prst="rect">
                <a:avLst/>
              </a:prstGeom>
              <a:solidFill>
                <a:srgbClr val="757387"/>
              </a:solidFill>
              <a:ln>
                <a:noFill/>
              </a:ln>
              <a:extLst>
                <a:ext uri="{91240B29-F687-4F45-9708-019B960494DF}">
                  <a14:hiddenLine xmlns:a14="http://schemas.microsoft.com/office/drawing/2010/main" w="9525">
                    <a:solidFill>
                      <a:srgbClr val="000000"/>
                    </a:solidFill>
                    <a:miter lim="800000"/>
                    <a:headEnd/>
                    <a:tailEnd/>
                  </a14:hiddenLine>
                </a:ext>
              </a:extLst>
            </p:spPr>
            <p:txBody>
              <a:bodyPr anchor="ctr"/>
              <a:lstStyle/>
              <a:p>
                <a:pPr algn="ctr"/>
                <a:endParaRPr/>
              </a:p>
            </p:txBody>
          </p:sp>
          <p:sp>
            <p:nvSpPr>
              <p:cNvPr id="556" name="ïsļïḋè">
                <a:extLst>
                  <a:ext uri="{FF2B5EF4-FFF2-40B4-BE49-F238E27FC236}">
                    <a16:creationId xmlns:a16="http://schemas.microsoft.com/office/drawing/2014/main" id="{5868742A-77BD-4880-94B2-22950DD1F5BA}"/>
                  </a:ext>
                </a:extLst>
              </p:cNvPr>
              <p:cNvSpPr/>
              <p:nvPr/>
            </p:nvSpPr>
            <p:spPr bwMode="auto">
              <a:xfrm>
                <a:off x="3200" y="2450"/>
                <a:ext cx="1277" cy="102"/>
              </a:xfrm>
              <a:custGeom>
                <a:avLst/>
                <a:gdLst>
                  <a:gd name="T0" fmla="*/ 1002 w 1002"/>
                  <a:gd name="T1" fmla="*/ 80 h 80"/>
                  <a:gd name="T2" fmla="*/ 0 w 1002"/>
                  <a:gd name="T3" fmla="*/ 80 h 80"/>
                  <a:gd name="T4" fmla="*/ 0 w 1002"/>
                  <a:gd name="T5" fmla="*/ 19 h 80"/>
                  <a:gd name="T6" fmla="*/ 19 w 1002"/>
                  <a:gd name="T7" fmla="*/ 0 h 80"/>
                  <a:gd name="T8" fmla="*/ 983 w 1002"/>
                  <a:gd name="T9" fmla="*/ 0 h 80"/>
                  <a:gd name="T10" fmla="*/ 1002 w 1002"/>
                  <a:gd name="T11" fmla="*/ 19 h 80"/>
                  <a:gd name="T12" fmla="*/ 1002 w 1002"/>
                  <a:gd name="T13" fmla="*/ 80 h 80"/>
                </a:gdLst>
                <a:ahLst/>
                <a:cxnLst>
                  <a:cxn ang="0">
                    <a:pos x="T0" y="T1"/>
                  </a:cxn>
                  <a:cxn ang="0">
                    <a:pos x="T2" y="T3"/>
                  </a:cxn>
                  <a:cxn ang="0">
                    <a:pos x="T4" y="T5"/>
                  </a:cxn>
                  <a:cxn ang="0">
                    <a:pos x="T6" y="T7"/>
                  </a:cxn>
                  <a:cxn ang="0">
                    <a:pos x="T8" y="T9"/>
                  </a:cxn>
                  <a:cxn ang="0">
                    <a:pos x="T10" y="T11"/>
                  </a:cxn>
                  <a:cxn ang="0">
                    <a:pos x="T12" y="T13"/>
                  </a:cxn>
                </a:cxnLst>
                <a:rect l="0" t="0" r="r" b="b"/>
                <a:pathLst>
                  <a:path w="1002" h="80">
                    <a:moveTo>
                      <a:pt x="1002" y="80"/>
                    </a:moveTo>
                    <a:cubicBezTo>
                      <a:pt x="0" y="80"/>
                      <a:pt x="0" y="80"/>
                      <a:pt x="0" y="80"/>
                    </a:cubicBezTo>
                    <a:cubicBezTo>
                      <a:pt x="0" y="19"/>
                      <a:pt x="0" y="19"/>
                      <a:pt x="0" y="19"/>
                    </a:cubicBezTo>
                    <a:cubicBezTo>
                      <a:pt x="0" y="9"/>
                      <a:pt x="9" y="0"/>
                      <a:pt x="19" y="0"/>
                    </a:cubicBezTo>
                    <a:cubicBezTo>
                      <a:pt x="983" y="0"/>
                      <a:pt x="983" y="0"/>
                      <a:pt x="983" y="0"/>
                    </a:cubicBezTo>
                    <a:cubicBezTo>
                      <a:pt x="993" y="0"/>
                      <a:pt x="1002" y="9"/>
                      <a:pt x="1002" y="19"/>
                    </a:cubicBezTo>
                    <a:lnTo>
                      <a:pt x="1002" y="80"/>
                    </a:lnTo>
                    <a:close/>
                  </a:path>
                </a:pathLst>
              </a:custGeom>
              <a:solidFill>
                <a:srgbClr val="C15543"/>
              </a:solidFill>
              <a:ln>
                <a:noFill/>
              </a:ln>
              <a:extLst>
                <a:ext uri="{91240B29-F687-4F45-9708-019B960494DF}">
                  <a14:hiddenLine xmlns:a14="http://schemas.microsoft.com/office/drawing/2010/main" w="9525">
                    <a:solidFill>
                      <a:srgbClr val="000000"/>
                    </a:solidFill>
                    <a:round/>
                    <a:headEnd/>
                    <a:tailEnd/>
                  </a14:hiddenLine>
                </a:ext>
              </a:extLst>
            </p:spPr>
            <p:txBody>
              <a:bodyPr anchor="ctr"/>
              <a:lstStyle/>
              <a:p>
                <a:pPr algn="ctr"/>
                <a:endParaRPr/>
              </a:p>
            </p:txBody>
          </p:sp>
          <p:sp>
            <p:nvSpPr>
              <p:cNvPr id="557" name="ïṩḻíḓé">
                <a:extLst>
                  <a:ext uri="{FF2B5EF4-FFF2-40B4-BE49-F238E27FC236}">
                    <a16:creationId xmlns:a16="http://schemas.microsoft.com/office/drawing/2014/main" id="{125EA191-85D0-42EA-8789-22D64AC3B679}"/>
                  </a:ext>
                </a:extLst>
              </p:cNvPr>
              <p:cNvSpPr/>
              <p:nvPr/>
            </p:nvSpPr>
            <p:spPr bwMode="auto">
              <a:xfrm>
                <a:off x="2300" y="2450"/>
                <a:ext cx="1805" cy="102"/>
              </a:xfrm>
              <a:custGeom>
                <a:avLst/>
                <a:gdLst>
                  <a:gd name="T0" fmla="*/ 1416 w 1416"/>
                  <a:gd name="T1" fmla="*/ 27 h 80"/>
                  <a:gd name="T2" fmla="*/ 1416 w 1416"/>
                  <a:gd name="T3" fmla="*/ 80 h 80"/>
                  <a:gd name="T4" fmla="*/ 0 w 1416"/>
                  <a:gd name="T5" fmla="*/ 80 h 80"/>
                  <a:gd name="T6" fmla="*/ 0 w 1416"/>
                  <a:gd name="T7" fmla="*/ 27 h 80"/>
                  <a:gd name="T8" fmla="*/ 28 w 1416"/>
                  <a:gd name="T9" fmla="*/ 0 h 80"/>
                  <a:gd name="T10" fmla="*/ 1389 w 1416"/>
                  <a:gd name="T11" fmla="*/ 0 h 80"/>
                  <a:gd name="T12" fmla="*/ 1416 w 1416"/>
                  <a:gd name="T13" fmla="*/ 27 h 80"/>
                </a:gdLst>
                <a:ahLst/>
                <a:cxnLst>
                  <a:cxn ang="0">
                    <a:pos x="T0" y="T1"/>
                  </a:cxn>
                  <a:cxn ang="0">
                    <a:pos x="T2" y="T3"/>
                  </a:cxn>
                  <a:cxn ang="0">
                    <a:pos x="T4" y="T5"/>
                  </a:cxn>
                  <a:cxn ang="0">
                    <a:pos x="T6" y="T7"/>
                  </a:cxn>
                  <a:cxn ang="0">
                    <a:pos x="T8" y="T9"/>
                  </a:cxn>
                  <a:cxn ang="0">
                    <a:pos x="T10" y="T11"/>
                  </a:cxn>
                  <a:cxn ang="0">
                    <a:pos x="T12" y="T13"/>
                  </a:cxn>
                </a:cxnLst>
                <a:rect l="0" t="0" r="r" b="b"/>
                <a:pathLst>
                  <a:path w="1416" h="80">
                    <a:moveTo>
                      <a:pt x="1416" y="27"/>
                    </a:moveTo>
                    <a:cubicBezTo>
                      <a:pt x="1416" y="80"/>
                      <a:pt x="1416" y="80"/>
                      <a:pt x="1416" y="80"/>
                    </a:cubicBezTo>
                    <a:cubicBezTo>
                      <a:pt x="0" y="80"/>
                      <a:pt x="0" y="80"/>
                      <a:pt x="0" y="80"/>
                    </a:cubicBezTo>
                    <a:cubicBezTo>
                      <a:pt x="0" y="27"/>
                      <a:pt x="0" y="27"/>
                      <a:pt x="0" y="27"/>
                    </a:cubicBezTo>
                    <a:cubicBezTo>
                      <a:pt x="0" y="12"/>
                      <a:pt x="13" y="0"/>
                      <a:pt x="28" y="0"/>
                    </a:cubicBezTo>
                    <a:cubicBezTo>
                      <a:pt x="1389" y="0"/>
                      <a:pt x="1389" y="0"/>
                      <a:pt x="1389" y="0"/>
                    </a:cubicBezTo>
                    <a:cubicBezTo>
                      <a:pt x="1404" y="0"/>
                      <a:pt x="1416" y="12"/>
                      <a:pt x="1416" y="27"/>
                    </a:cubicBezTo>
                    <a:close/>
                  </a:path>
                </a:pathLst>
              </a:custGeom>
              <a:solidFill>
                <a:srgbClr val="E88E6B"/>
              </a:solidFill>
              <a:ln>
                <a:noFill/>
              </a:ln>
              <a:extLst>
                <a:ext uri="{91240B29-F687-4F45-9708-019B960494DF}">
                  <a14:hiddenLine xmlns:a14="http://schemas.microsoft.com/office/drawing/2010/main" w="9525">
                    <a:solidFill>
                      <a:srgbClr val="000000"/>
                    </a:solidFill>
                    <a:round/>
                    <a:headEnd/>
                    <a:tailEnd/>
                  </a14:hiddenLine>
                </a:ext>
              </a:extLst>
            </p:spPr>
            <p:txBody>
              <a:bodyPr anchor="ctr"/>
              <a:lstStyle/>
              <a:p>
                <a:pPr algn="ctr"/>
                <a:endParaRPr/>
              </a:p>
            </p:txBody>
          </p:sp>
          <p:sp>
            <p:nvSpPr>
              <p:cNvPr id="558" name="í$ḷiḑê">
                <a:extLst>
                  <a:ext uri="{FF2B5EF4-FFF2-40B4-BE49-F238E27FC236}">
                    <a16:creationId xmlns:a16="http://schemas.microsoft.com/office/drawing/2014/main" id="{86DFA400-52BC-41F3-98AD-C1B71F43912C}"/>
                  </a:ext>
                </a:extLst>
              </p:cNvPr>
              <p:cNvSpPr/>
              <p:nvPr/>
            </p:nvSpPr>
            <p:spPr bwMode="auto">
              <a:xfrm>
                <a:off x="2814" y="2450"/>
                <a:ext cx="382" cy="102"/>
              </a:xfrm>
              <a:custGeom>
                <a:avLst/>
                <a:gdLst>
                  <a:gd name="T0" fmla="*/ 382 w 382"/>
                  <a:gd name="T1" fmla="*/ 0 h 102"/>
                  <a:gd name="T2" fmla="*/ 329 w 382"/>
                  <a:gd name="T3" fmla="*/ 102 h 102"/>
                  <a:gd name="T4" fmla="*/ 0 w 382"/>
                  <a:gd name="T5" fmla="*/ 102 h 102"/>
                  <a:gd name="T6" fmla="*/ 0 w 382"/>
                  <a:gd name="T7" fmla="*/ 0 h 102"/>
                  <a:gd name="T8" fmla="*/ 382 w 382"/>
                  <a:gd name="T9" fmla="*/ 0 h 102"/>
                </a:gdLst>
                <a:ahLst/>
                <a:cxnLst>
                  <a:cxn ang="0">
                    <a:pos x="T0" y="T1"/>
                  </a:cxn>
                  <a:cxn ang="0">
                    <a:pos x="T2" y="T3"/>
                  </a:cxn>
                  <a:cxn ang="0">
                    <a:pos x="T4" y="T5"/>
                  </a:cxn>
                  <a:cxn ang="0">
                    <a:pos x="T6" y="T7"/>
                  </a:cxn>
                  <a:cxn ang="0">
                    <a:pos x="T8" y="T9"/>
                  </a:cxn>
                </a:cxnLst>
                <a:rect l="0" t="0" r="r" b="b"/>
                <a:pathLst>
                  <a:path w="382" h="102">
                    <a:moveTo>
                      <a:pt x="382" y="0"/>
                    </a:moveTo>
                    <a:lnTo>
                      <a:pt x="329" y="102"/>
                    </a:lnTo>
                    <a:lnTo>
                      <a:pt x="0" y="102"/>
                    </a:lnTo>
                    <a:lnTo>
                      <a:pt x="0" y="0"/>
                    </a:lnTo>
                    <a:lnTo>
                      <a:pt x="382" y="0"/>
                    </a:lnTo>
                    <a:close/>
                  </a:path>
                </a:pathLst>
              </a:custGeom>
              <a:solidFill>
                <a:srgbClr val="C15543"/>
              </a:solidFill>
              <a:ln>
                <a:noFill/>
              </a:ln>
              <a:extLst>
                <a:ext uri="{91240B29-F687-4F45-9708-019B960494DF}">
                  <a14:hiddenLine xmlns:a14="http://schemas.microsoft.com/office/drawing/2010/main" w="9525">
                    <a:solidFill>
                      <a:srgbClr val="000000"/>
                    </a:solidFill>
                    <a:round/>
                    <a:headEnd/>
                    <a:tailEnd/>
                  </a14:hiddenLine>
                </a:ext>
              </a:extLst>
            </p:spPr>
            <p:txBody>
              <a:bodyPr anchor="ctr"/>
              <a:lstStyle/>
              <a:p>
                <a:pPr algn="ctr"/>
                <a:endParaRPr/>
              </a:p>
            </p:txBody>
          </p:sp>
          <p:sp>
            <p:nvSpPr>
              <p:cNvPr id="559" name="iślîdê">
                <a:extLst>
                  <a:ext uri="{FF2B5EF4-FFF2-40B4-BE49-F238E27FC236}">
                    <a16:creationId xmlns:a16="http://schemas.microsoft.com/office/drawing/2014/main" id="{B19A5905-C0F6-4EDA-86AC-47EF8C6E06A2}"/>
                  </a:ext>
                </a:extLst>
              </p:cNvPr>
              <p:cNvSpPr/>
              <p:nvPr/>
            </p:nvSpPr>
            <p:spPr bwMode="auto">
              <a:xfrm>
                <a:off x="2386" y="2822"/>
                <a:ext cx="439" cy="80"/>
              </a:xfrm>
              <a:prstGeom prst="rect">
                <a:avLst/>
              </a:prstGeom>
              <a:solidFill>
                <a:srgbClr val="07123F"/>
              </a:solidFill>
              <a:ln>
                <a:noFill/>
              </a:ln>
              <a:extLst>
                <a:ext uri="{91240B29-F687-4F45-9708-019B960494DF}">
                  <a14:hiddenLine xmlns:a14="http://schemas.microsoft.com/office/drawing/2010/main" w="9525">
                    <a:solidFill>
                      <a:srgbClr val="000000"/>
                    </a:solidFill>
                    <a:miter lim="800000"/>
                    <a:headEnd/>
                    <a:tailEnd/>
                  </a14:hiddenLine>
                </a:ext>
              </a:extLst>
            </p:spPr>
            <p:txBody>
              <a:bodyPr anchor="ctr"/>
              <a:lstStyle/>
              <a:p>
                <a:pPr algn="ctr"/>
                <a:endParaRPr/>
              </a:p>
            </p:txBody>
          </p:sp>
          <p:sp>
            <p:nvSpPr>
              <p:cNvPr id="560" name="ïśḻíďe">
                <a:extLst>
                  <a:ext uri="{FF2B5EF4-FFF2-40B4-BE49-F238E27FC236}">
                    <a16:creationId xmlns:a16="http://schemas.microsoft.com/office/drawing/2014/main" id="{233B573E-5FE1-491E-B7F2-B2FB0774146B}"/>
                  </a:ext>
                </a:extLst>
              </p:cNvPr>
              <p:cNvSpPr/>
              <p:nvPr/>
            </p:nvSpPr>
            <p:spPr bwMode="auto">
              <a:xfrm>
                <a:off x="2760" y="2547"/>
                <a:ext cx="92" cy="1134"/>
              </a:xfrm>
              <a:prstGeom prst="rect">
                <a:avLst/>
              </a:prstGeom>
              <a:solidFill>
                <a:srgbClr val="757387"/>
              </a:solidFill>
              <a:ln>
                <a:noFill/>
              </a:ln>
              <a:extLst>
                <a:ext uri="{91240B29-F687-4F45-9708-019B960494DF}">
                  <a14:hiddenLine xmlns:a14="http://schemas.microsoft.com/office/drawing/2010/main" w="9525">
                    <a:solidFill>
                      <a:srgbClr val="000000"/>
                    </a:solidFill>
                    <a:miter lim="800000"/>
                    <a:headEnd/>
                    <a:tailEnd/>
                  </a14:hiddenLine>
                </a:ext>
              </a:extLst>
            </p:spPr>
            <p:txBody>
              <a:bodyPr anchor="ctr"/>
              <a:lstStyle/>
              <a:p>
                <a:pPr algn="ctr"/>
                <a:endParaRPr/>
              </a:p>
            </p:txBody>
          </p:sp>
          <p:sp>
            <p:nvSpPr>
              <p:cNvPr id="561" name="ïšḻïďè">
                <a:extLst>
                  <a:ext uri="{FF2B5EF4-FFF2-40B4-BE49-F238E27FC236}">
                    <a16:creationId xmlns:a16="http://schemas.microsoft.com/office/drawing/2014/main" id="{1318A776-8E15-444F-A08A-19D8161D4EBA}"/>
                  </a:ext>
                </a:extLst>
              </p:cNvPr>
              <p:cNvSpPr/>
              <p:nvPr/>
            </p:nvSpPr>
            <p:spPr bwMode="auto">
              <a:xfrm>
                <a:off x="2372" y="2547"/>
                <a:ext cx="91" cy="1128"/>
              </a:xfrm>
              <a:prstGeom prst="rect">
                <a:avLst/>
              </a:prstGeom>
              <a:solidFill>
                <a:srgbClr val="B9B5C8"/>
              </a:solidFill>
              <a:ln>
                <a:noFill/>
              </a:ln>
              <a:extLst>
                <a:ext uri="{91240B29-F687-4F45-9708-019B960494DF}">
                  <a14:hiddenLine xmlns:a14="http://schemas.microsoft.com/office/drawing/2010/main" w="9525">
                    <a:solidFill>
                      <a:srgbClr val="000000"/>
                    </a:solidFill>
                    <a:miter lim="800000"/>
                    <a:headEnd/>
                    <a:tailEnd/>
                  </a14:hiddenLine>
                </a:ext>
              </a:extLst>
            </p:spPr>
            <p:txBody>
              <a:bodyPr anchor="ctr"/>
              <a:lstStyle/>
              <a:p>
                <a:pPr algn="ctr"/>
                <a:endParaRPr/>
              </a:p>
            </p:txBody>
          </p:sp>
          <p:sp>
            <p:nvSpPr>
              <p:cNvPr id="562" name="išliďê">
                <a:extLst>
                  <a:ext uri="{FF2B5EF4-FFF2-40B4-BE49-F238E27FC236}">
                    <a16:creationId xmlns:a16="http://schemas.microsoft.com/office/drawing/2014/main" id="{D13C0672-D68E-4A13-9364-CD016E5DD3F4}"/>
                  </a:ext>
                </a:extLst>
              </p:cNvPr>
              <p:cNvSpPr/>
              <p:nvPr/>
            </p:nvSpPr>
            <p:spPr bwMode="auto">
              <a:xfrm>
                <a:off x="2211" y="2077"/>
                <a:ext cx="805" cy="890"/>
              </a:xfrm>
              <a:custGeom>
                <a:avLst/>
                <a:gdLst>
                  <a:gd name="T0" fmla="*/ 632 w 632"/>
                  <a:gd name="T1" fmla="*/ 661 h 699"/>
                  <a:gd name="T2" fmla="*/ 137 w 632"/>
                  <a:gd name="T3" fmla="*/ 699 h 699"/>
                  <a:gd name="T4" fmla="*/ 0 w 632"/>
                  <a:gd name="T5" fmla="*/ 2 h 699"/>
                  <a:gd name="T6" fmla="*/ 332 w 632"/>
                  <a:gd name="T7" fmla="*/ 1 h 699"/>
                  <a:gd name="T8" fmla="*/ 525 w 632"/>
                  <a:gd name="T9" fmla="*/ 157 h 699"/>
                  <a:gd name="T10" fmla="*/ 632 w 632"/>
                  <a:gd name="T11" fmla="*/ 661 h 699"/>
                </a:gdLst>
                <a:ahLst/>
                <a:cxnLst>
                  <a:cxn ang="0">
                    <a:pos x="T0" y="T1"/>
                  </a:cxn>
                  <a:cxn ang="0">
                    <a:pos x="T2" y="T3"/>
                  </a:cxn>
                  <a:cxn ang="0">
                    <a:pos x="T4" y="T5"/>
                  </a:cxn>
                  <a:cxn ang="0">
                    <a:pos x="T6" y="T7"/>
                  </a:cxn>
                  <a:cxn ang="0">
                    <a:pos x="T8" y="T9"/>
                  </a:cxn>
                  <a:cxn ang="0">
                    <a:pos x="T10" y="T11"/>
                  </a:cxn>
                </a:cxnLst>
                <a:rect l="0" t="0" r="r" b="b"/>
                <a:pathLst>
                  <a:path w="632" h="699">
                    <a:moveTo>
                      <a:pt x="632" y="661"/>
                    </a:moveTo>
                    <a:cubicBezTo>
                      <a:pt x="137" y="699"/>
                      <a:pt x="137" y="699"/>
                      <a:pt x="137" y="699"/>
                    </a:cubicBezTo>
                    <a:cubicBezTo>
                      <a:pt x="0" y="2"/>
                      <a:pt x="0" y="2"/>
                      <a:pt x="0" y="2"/>
                    </a:cubicBezTo>
                    <a:cubicBezTo>
                      <a:pt x="332" y="1"/>
                      <a:pt x="332" y="1"/>
                      <a:pt x="332" y="1"/>
                    </a:cubicBezTo>
                    <a:cubicBezTo>
                      <a:pt x="425" y="0"/>
                      <a:pt x="506" y="65"/>
                      <a:pt x="525" y="157"/>
                    </a:cubicBezTo>
                    <a:lnTo>
                      <a:pt x="632" y="661"/>
                    </a:lnTo>
                    <a:close/>
                  </a:path>
                </a:pathLst>
              </a:custGeom>
              <a:solidFill>
                <a:srgbClr val="5C133B"/>
              </a:solidFill>
              <a:ln>
                <a:noFill/>
              </a:ln>
              <a:extLst>
                <a:ext uri="{91240B29-F687-4F45-9708-019B960494DF}">
                  <a14:hiddenLine xmlns:a14="http://schemas.microsoft.com/office/drawing/2010/main" w="9525">
                    <a:solidFill>
                      <a:srgbClr val="000000"/>
                    </a:solidFill>
                    <a:round/>
                    <a:headEnd/>
                    <a:tailEnd/>
                  </a14:hiddenLine>
                </a:ext>
              </a:extLst>
            </p:spPr>
            <p:txBody>
              <a:bodyPr anchor="ctr"/>
              <a:lstStyle/>
              <a:p>
                <a:pPr algn="ctr"/>
                <a:endParaRPr/>
              </a:p>
            </p:txBody>
          </p:sp>
          <p:sp>
            <p:nvSpPr>
              <p:cNvPr id="563" name="iś1ïḋê">
                <a:extLst>
                  <a:ext uri="{FF2B5EF4-FFF2-40B4-BE49-F238E27FC236}">
                    <a16:creationId xmlns:a16="http://schemas.microsoft.com/office/drawing/2014/main" id="{5C82943F-92B7-4315-9FEA-C7D2A1B22052}"/>
                  </a:ext>
                </a:extLst>
              </p:cNvPr>
              <p:cNvSpPr/>
              <p:nvPr/>
            </p:nvSpPr>
            <p:spPr bwMode="auto">
              <a:xfrm>
                <a:off x="2148" y="2072"/>
                <a:ext cx="242" cy="912"/>
              </a:xfrm>
              <a:custGeom>
                <a:avLst/>
                <a:gdLst>
                  <a:gd name="T0" fmla="*/ 89 w 190"/>
                  <a:gd name="T1" fmla="*/ 686 h 717"/>
                  <a:gd name="T2" fmla="*/ 2 w 190"/>
                  <a:gd name="T3" fmla="*/ 45 h 717"/>
                  <a:gd name="T4" fmla="*/ 31 w 190"/>
                  <a:gd name="T5" fmla="*/ 6 h 717"/>
                  <a:gd name="T6" fmla="*/ 63 w 190"/>
                  <a:gd name="T7" fmla="*/ 2 h 717"/>
                  <a:gd name="T8" fmla="*/ 101 w 190"/>
                  <a:gd name="T9" fmla="*/ 31 h 717"/>
                  <a:gd name="T10" fmla="*/ 187 w 190"/>
                  <a:gd name="T11" fmla="*/ 672 h 717"/>
                  <a:gd name="T12" fmla="*/ 158 w 190"/>
                  <a:gd name="T13" fmla="*/ 711 h 717"/>
                  <a:gd name="T14" fmla="*/ 127 w 190"/>
                  <a:gd name="T15" fmla="*/ 715 h 717"/>
                  <a:gd name="T16" fmla="*/ 89 w 190"/>
                  <a:gd name="T17" fmla="*/ 686 h 7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90" h="717">
                    <a:moveTo>
                      <a:pt x="89" y="686"/>
                    </a:moveTo>
                    <a:cubicBezTo>
                      <a:pt x="2" y="45"/>
                      <a:pt x="2" y="45"/>
                      <a:pt x="2" y="45"/>
                    </a:cubicBezTo>
                    <a:cubicBezTo>
                      <a:pt x="0" y="26"/>
                      <a:pt x="13" y="9"/>
                      <a:pt x="31" y="6"/>
                    </a:cubicBezTo>
                    <a:cubicBezTo>
                      <a:pt x="63" y="2"/>
                      <a:pt x="63" y="2"/>
                      <a:pt x="63" y="2"/>
                    </a:cubicBezTo>
                    <a:cubicBezTo>
                      <a:pt x="81" y="0"/>
                      <a:pt x="98" y="13"/>
                      <a:pt x="101" y="31"/>
                    </a:cubicBezTo>
                    <a:cubicBezTo>
                      <a:pt x="187" y="672"/>
                      <a:pt x="187" y="672"/>
                      <a:pt x="187" y="672"/>
                    </a:cubicBezTo>
                    <a:cubicBezTo>
                      <a:pt x="190" y="691"/>
                      <a:pt x="177" y="708"/>
                      <a:pt x="158" y="711"/>
                    </a:cubicBezTo>
                    <a:cubicBezTo>
                      <a:pt x="127" y="715"/>
                      <a:pt x="127" y="715"/>
                      <a:pt x="127" y="715"/>
                    </a:cubicBezTo>
                    <a:cubicBezTo>
                      <a:pt x="108" y="717"/>
                      <a:pt x="91" y="704"/>
                      <a:pt x="89" y="686"/>
                    </a:cubicBezTo>
                    <a:close/>
                  </a:path>
                </a:pathLst>
              </a:custGeom>
              <a:solidFill>
                <a:srgbClr val="ED5746"/>
              </a:solidFill>
              <a:ln>
                <a:noFill/>
              </a:ln>
              <a:extLst>
                <a:ext uri="{91240B29-F687-4F45-9708-019B960494DF}">
                  <a14:hiddenLine xmlns:a14="http://schemas.microsoft.com/office/drawing/2010/main" w="9525">
                    <a:solidFill>
                      <a:srgbClr val="000000"/>
                    </a:solidFill>
                    <a:round/>
                    <a:headEnd/>
                    <a:tailEnd/>
                  </a14:hiddenLine>
                </a:ext>
              </a:extLst>
            </p:spPr>
            <p:txBody>
              <a:bodyPr anchor="ctr"/>
              <a:lstStyle/>
              <a:p>
                <a:pPr algn="ctr"/>
                <a:endParaRPr/>
              </a:p>
            </p:txBody>
          </p:sp>
          <p:sp>
            <p:nvSpPr>
              <p:cNvPr id="564" name="isľîdé">
                <a:extLst>
                  <a:ext uri="{FF2B5EF4-FFF2-40B4-BE49-F238E27FC236}">
                    <a16:creationId xmlns:a16="http://schemas.microsoft.com/office/drawing/2014/main" id="{D951496D-5A0F-488D-A4EA-8D47CA0C1C49}"/>
                  </a:ext>
                </a:extLst>
              </p:cNvPr>
              <p:cNvSpPr/>
              <p:nvPr/>
            </p:nvSpPr>
            <p:spPr bwMode="auto">
              <a:xfrm>
                <a:off x="2616" y="3030"/>
                <a:ext cx="74" cy="435"/>
              </a:xfrm>
              <a:prstGeom prst="rect">
                <a:avLst/>
              </a:prstGeom>
              <a:solidFill>
                <a:srgbClr val="B9B5C8"/>
              </a:solidFill>
              <a:ln>
                <a:noFill/>
              </a:ln>
              <a:extLst>
                <a:ext uri="{91240B29-F687-4F45-9708-019B960494DF}">
                  <a14:hiddenLine xmlns:a14="http://schemas.microsoft.com/office/drawing/2010/main" w="9525">
                    <a:solidFill>
                      <a:srgbClr val="000000"/>
                    </a:solidFill>
                    <a:miter lim="800000"/>
                    <a:headEnd/>
                    <a:tailEnd/>
                  </a14:hiddenLine>
                </a:ext>
              </a:extLst>
            </p:spPr>
            <p:txBody>
              <a:bodyPr anchor="ctr"/>
              <a:lstStyle/>
              <a:p>
                <a:pPr algn="ctr"/>
                <a:endParaRPr/>
              </a:p>
            </p:txBody>
          </p:sp>
          <p:sp>
            <p:nvSpPr>
              <p:cNvPr id="565" name="ïś1îdê">
                <a:extLst>
                  <a:ext uri="{FF2B5EF4-FFF2-40B4-BE49-F238E27FC236}">
                    <a16:creationId xmlns:a16="http://schemas.microsoft.com/office/drawing/2014/main" id="{0FE4B8B8-5183-4BA6-BA8F-AAD997EF4534}"/>
                  </a:ext>
                </a:extLst>
              </p:cNvPr>
              <p:cNvSpPr/>
              <p:nvPr/>
            </p:nvSpPr>
            <p:spPr bwMode="auto">
              <a:xfrm>
                <a:off x="2616" y="3056"/>
                <a:ext cx="74" cy="99"/>
              </a:xfrm>
              <a:custGeom>
                <a:avLst/>
                <a:gdLst>
                  <a:gd name="T0" fmla="*/ 58 w 58"/>
                  <a:gd name="T1" fmla="*/ 0 h 78"/>
                  <a:gd name="T2" fmla="*/ 58 w 58"/>
                  <a:gd name="T3" fmla="*/ 78 h 78"/>
                  <a:gd name="T4" fmla="*/ 0 w 58"/>
                  <a:gd name="T5" fmla="*/ 55 h 78"/>
                  <a:gd name="T6" fmla="*/ 0 w 58"/>
                  <a:gd name="T7" fmla="*/ 3 h 78"/>
                  <a:gd name="T8" fmla="*/ 58 w 58"/>
                  <a:gd name="T9" fmla="*/ 0 h 78"/>
                </a:gdLst>
                <a:ahLst/>
                <a:cxnLst>
                  <a:cxn ang="0">
                    <a:pos x="T0" y="T1"/>
                  </a:cxn>
                  <a:cxn ang="0">
                    <a:pos x="T2" y="T3"/>
                  </a:cxn>
                  <a:cxn ang="0">
                    <a:pos x="T4" y="T5"/>
                  </a:cxn>
                  <a:cxn ang="0">
                    <a:pos x="T6" y="T7"/>
                  </a:cxn>
                  <a:cxn ang="0">
                    <a:pos x="T8" y="T9"/>
                  </a:cxn>
                </a:cxnLst>
                <a:rect l="0" t="0" r="r" b="b"/>
                <a:pathLst>
                  <a:path w="58" h="78">
                    <a:moveTo>
                      <a:pt x="58" y="0"/>
                    </a:moveTo>
                    <a:cubicBezTo>
                      <a:pt x="58" y="78"/>
                      <a:pt x="58" y="78"/>
                      <a:pt x="58" y="78"/>
                    </a:cubicBezTo>
                    <a:cubicBezTo>
                      <a:pt x="0" y="55"/>
                      <a:pt x="0" y="55"/>
                      <a:pt x="0" y="55"/>
                    </a:cubicBezTo>
                    <a:cubicBezTo>
                      <a:pt x="0" y="3"/>
                      <a:pt x="0" y="3"/>
                      <a:pt x="0" y="3"/>
                    </a:cubicBezTo>
                    <a:cubicBezTo>
                      <a:pt x="15" y="2"/>
                      <a:pt x="43" y="1"/>
                      <a:pt x="58" y="0"/>
                    </a:cubicBezTo>
                    <a:close/>
                  </a:path>
                </a:pathLst>
              </a:custGeom>
              <a:solidFill>
                <a:srgbClr val="161624"/>
              </a:solidFill>
              <a:ln>
                <a:noFill/>
              </a:ln>
              <a:extLst>
                <a:ext uri="{91240B29-F687-4F45-9708-019B960494DF}">
                  <a14:hiddenLine xmlns:a14="http://schemas.microsoft.com/office/drawing/2010/main" w="9525">
                    <a:solidFill>
                      <a:srgbClr val="000000"/>
                    </a:solidFill>
                    <a:round/>
                    <a:headEnd/>
                    <a:tailEnd/>
                  </a14:hiddenLine>
                </a:ext>
              </a:extLst>
            </p:spPr>
            <p:txBody>
              <a:bodyPr anchor="ctr"/>
              <a:lstStyle/>
              <a:p>
                <a:pPr algn="ctr"/>
                <a:endParaRPr/>
              </a:p>
            </p:txBody>
          </p:sp>
          <p:sp>
            <p:nvSpPr>
              <p:cNvPr id="566" name="íṡļïḍê">
                <a:extLst>
                  <a:ext uri="{FF2B5EF4-FFF2-40B4-BE49-F238E27FC236}">
                    <a16:creationId xmlns:a16="http://schemas.microsoft.com/office/drawing/2014/main" id="{E2D8FC1B-CC36-45A2-95D5-08BE5F54D5DA}"/>
                  </a:ext>
                </a:extLst>
              </p:cNvPr>
              <p:cNvSpPr/>
              <p:nvPr/>
            </p:nvSpPr>
            <p:spPr bwMode="auto">
              <a:xfrm>
                <a:off x="2462" y="3000"/>
                <a:ext cx="395" cy="66"/>
              </a:xfrm>
              <a:custGeom>
                <a:avLst/>
                <a:gdLst>
                  <a:gd name="T0" fmla="*/ 293 w 310"/>
                  <a:gd name="T1" fmla="*/ 52 h 52"/>
                  <a:gd name="T2" fmla="*/ 17 w 310"/>
                  <a:gd name="T3" fmla="*/ 52 h 52"/>
                  <a:gd name="T4" fmla="*/ 0 w 310"/>
                  <a:gd name="T5" fmla="*/ 34 h 52"/>
                  <a:gd name="T6" fmla="*/ 0 w 310"/>
                  <a:gd name="T7" fmla="*/ 18 h 52"/>
                  <a:gd name="T8" fmla="*/ 17 w 310"/>
                  <a:gd name="T9" fmla="*/ 0 h 52"/>
                  <a:gd name="T10" fmla="*/ 293 w 310"/>
                  <a:gd name="T11" fmla="*/ 0 h 52"/>
                  <a:gd name="T12" fmla="*/ 310 w 310"/>
                  <a:gd name="T13" fmla="*/ 18 h 52"/>
                  <a:gd name="T14" fmla="*/ 310 w 310"/>
                  <a:gd name="T15" fmla="*/ 34 h 52"/>
                  <a:gd name="T16" fmla="*/ 293 w 310"/>
                  <a:gd name="T17" fmla="*/ 52 h 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10" h="52">
                    <a:moveTo>
                      <a:pt x="293" y="52"/>
                    </a:moveTo>
                    <a:cubicBezTo>
                      <a:pt x="17" y="52"/>
                      <a:pt x="17" y="52"/>
                      <a:pt x="17" y="52"/>
                    </a:cubicBezTo>
                    <a:cubicBezTo>
                      <a:pt x="8" y="52"/>
                      <a:pt x="0" y="44"/>
                      <a:pt x="0" y="34"/>
                    </a:cubicBezTo>
                    <a:cubicBezTo>
                      <a:pt x="0" y="18"/>
                      <a:pt x="0" y="18"/>
                      <a:pt x="0" y="18"/>
                    </a:cubicBezTo>
                    <a:cubicBezTo>
                      <a:pt x="0" y="8"/>
                      <a:pt x="8" y="0"/>
                      <a:pt x="17" y="0"/>
                    </a:cubicBezTo>
                    <a:cubicBezTo>
                      <a:pt x="293" y="0"/>
                      <a:pt x="293" y="0"/>
                      <a:pt x="293" y="0"/>
                    </a:cubicBezTo>
                    <a:cubicBezTo>
                      <a:pt x="302" y="0"/>
                      <a:pt x="310" y="8"/>
                      <a:pt x="310" y="18"/>
                    </a:cubicBezTo>
                    <a:cubicBezTo>
                      <a:pt x="310" y="34"/>
                      <a:pt x="310" y="34"/>
                      <a:pt x="310" y="34"/>
                    </a:cubicBezTo>
                    <a:cubicBezTo>
                      <a:pt x="310" y="44"/>
                      <a:pt x="302" y="52"/>
                      <a:pt x="293" y="52"/>
                    </a:cubicBezTo>
                    <a:close/>
                  </a:path>
                </a:pathLst>
              </a:custGeom>
              <a:solidFill>
                <a:srgbClr val="161624"/>
              </a:solidFill>
              <a:ln>
                <a:noFill/>
              </a:ln>
              <a:extLst>
                <a:ext uri="{91240B29-F687-4F45-9708-019B960494DF}">
                  <a14:hiddenLine xmlns:a14="http://schemas.microsoft.com/office/drawing/2010/main" w="9525">
                    <a:solidFill>
                      <a:srgbClr val="000000"/>
                    </a:solidFill>
                    <a:round/>
                    <a:headEnd/>
                    <a:tailEnd/>
                  </a14:hiddenLine>
                </a:ext>
              </a:extLst>
            </p:spPr>
            <p:txBody>
              <a:bodyPr anchor="ctr"/>
              <a:lstStyle/>
              <a:p>
                <a:pPr algn="ctr"/>
                <a:endParaRPr/>
              </a:p>
            </p:txBody>
          </p:sp>
          <p:sp>
            <p:nvSpPr>
              <p:cNvPr id="567" name="îṣlíďé">
                <a:extLst>
                  <a:ext uri="{FF2B5EF4-FFF2-40B4-BE49-F238E27FC236}">
                    <a16:creationId xmlns:a16="http://schemas.microsoft.com/office/drawing/2014/main" id="{9BB2F177-9EA7-4FF9-824A-1FCAC920529D}"/>
                  </a:ext>
                </a:extLst>
              </p:cNvPr>
              <p:cNvSpPr/>
              <p:nvPr/>
            </p:nvSpPr>
            <p:spPr bwMode="auto">
              <a:xfrm>
                <a:off x="2525" y="2862"/>
                <a:ext cx="544" cy="164"/>
              </a:xfrm>
              <a:custGeom>
                <a:avLst/>
                <a:gdLst>
                  <a:gd name="T0" fmla="*/ 383 w 427"/>
                  <a:gd name="T1" fmla="*/ 129 h 129"/>
                  <a:gd name="T2" fmla="*/ 44 w 427"/>
                  <a:gd name="T3" fmla="*/ 129 h 129"/>
                  <a:gd name="T4" fmla="*/ 0 w 427"/>
                  <a:gd name="T5" fmla="*/ 85 h 129"/>
                  <a:gd name="T6" fmla="*/ 0 w 427"/>
                  <a:gd name="T7" fmla="*/ 44 h 129"/>
                  <a:gd name="T8" fmla="*/ 44 w 427"/>
                  <a:gd name="T9" fmla="*/ 0 h 129"/>
                  <a:gd name="T10" fmla="*/ 383 w 427"/>
                  <a:gd name="T11" fmla="*/ 0 h 129"/>
                  <a:gd name="T12" fmla="*/ 427 w 427"/>
                  <a:gd name="T13" fmla="*/ 44 h 129"/>
                  <a:gd name="T14" fmla="*/ 427 w 427"/>
                  <a:gd name="T15" fmla="*/ 85 h 129"/>
                  <a:gd name="T16" fmla="*/ 383 w 427"/>
                  <a:gd name="T17" fmla="*/ 129 h 1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27" h="129">
                    <a:moveTo>
                      <a:pt x="383" y="129"/>
                    </a:moveTo>
                    <a:cubicBezTo>
                      <a:pt x="44" y="129"/>
                      <a:pt x="44" y="129"/>
                      <a:pt x="44" y="129"/>
                    </a:cubicBezTo>
                    <a:cubicBezTo>
                      <a:pt x="20" y="129"/>
                      <a:pt x="0" y="109"/>
                      <a:pt x="0" y="85"/>
                    </a:cubicBezTo>
                    <a:cubicBezTo>
                      <a:pt x="0" y="44"/>
                      <a:pt x="0" y="44"/>
                      <a:pt x="0" y="44"/>
                    </a:cubicBezTo>
                    <a:cubicBezTo>
                      <a:pt x="0" y="19"/>
                      <a:pt x="20" y="0"/>
                      <a:pt x="44" y="0"/>
                    </a:cubicBezTo>
                    <a:cubicBezTo>
                      <a:pt x="383" y="0"/>
                      <a:pt x="383" y="0"/>
                      <a:pt x="383" y="0"/>
                    </a:cubicBezTo>
                    <a:cubicBezTo>
                      <a:pt x="407" y="0"/>
                      <a:pt x="427" y="19"/>
                      <a:pt x="427" y="44"/>
                    </a:cubicBezTo>
                    <a:cubicBezTo>
                      <a:pt x="427" y="85"/>
                      <a:pt x="427" y="85"/>
                      <a:pt x="427" y="85"/>
                    </a:cubicBezTo>
                    <a:cubicBezTo>
                      <a:pt x="427" y="109"/>
                      <a:pt x="407" y="129"/>
                      <a:pt x="383" y="129"/>
                    </a:cubicBezTo>
                    <a:close/>
                  </a:path>
                </a:pathLst>
              </a:custGeom>
              <a:solidFill>
                <a:srgbClr val="5C133B"/>
              </a:solidFill>
              <a:ln>
                <a:noFill/>
              </a:ln>
              <a:extLst>
                <a:ext uri="{91240B29-F687-4F45-9708-019B960494DF}">
                  <a14:hiddenLine xmlns:a14="http://schemas.microsoft.com/office/drawing/2010/main" w="9525">
                    <a:solidFill>
                      <a:srgbClr val="000000"/>
                    </a:solidFill>
                    <a:round/>
                    <a:headEnd/>
                    <a:tailEnd/>
                  </a14:hiddenLine>
                </a:ext>
              </a:extLst>
            </p:spPr>
            <p:txBody>
              <a:bodyPr anchor="ctr"/>
              <a:lstStyle/>
              <a:p>
                <a:pPr algn="ctr"/>
                <a:endParaRPr/>
              </a:p>
            </p:txBody>
          </p:sp>
          <p:sp>
            <p:nvSpPr>
              <p:cNvPr id="568" name="îşlíḑê">
                <a:extLst>
                  <a:ext uri="{FF2B5EF4-FFF2-40B4-BE49-F238E27FC236}">
                    <a16:creationId xmlns:a16="http://schemas.microsoft.com/office/drawing/2014/main" id="{BFFA0335-C2DB-420F-9D9B-676850561D53}"/>
                  </a:ext>
                </a:extLst>
              </p:cNvPr>
              <p:cNvSpPr/>
              <p:nvPr/>
            </p:nvSpPr>
            <p:spPr bwMode="auto">
              <a:xfrm>
                <a:off x="2267" y="2864"/>
                <a:ext cx="468" cy="165"/>
              </a:xfrm>
              <a:custGeom>
                <a:avLst/>
                <a:gdLst>
                  <a:gd name="T0" fmla="*/ 323 w 367"/>
                  <a:gd name="T1" fmla="*/ 130 h 130"/>
                  <a:gd name="T2" fmla="*/ 44 w 367"/>
                  <a:gd name="T3" fmla="*/ 130 h 130"/>
                  <a:gd name="T4" fmla="*/ 0 w 367"/>
                  <a:gd name="T5" fmla="*/ 86 h 130"/>
                  <a:gd name="T6" fmla="*/ 0 w 367"/>
                  <a:gd name="T7" fmla="*/ 44 h 130"/>
                  <a:gd name="T8" fmla="*/ 44 w 367"/>
                  <a:gd name="T9" fmla="*/ 0 h 130"/>
                  <a:gd name="T10" fmla="*/ 323 w 367"/>
                  <a:gd name="T11" fmla="*/ 0 h 130"/>
                  <a:gd name="T12" fmla="*/ 367 w 367"/>
                  <a:gd name="T13" fmla="*/ 44 h 130"/>
                  <a:gd name="T14" fmla="*/ 367 w 367"/>
                  <a:gd name="T15" fmla="*/ 86 h 130"/>
                  <a:gd name="T16" fmla="*/ 323 w 367"/>
                  <a:gd name="T17" fmla="*/ 130 h 1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67" h="130">
                    <a:moveTo>
                      <a:pt x="323" y="130"/>
                    </a:moveTo>
                    <a:cubicBezTo>
                      <a:pt x="44" y="130"/>
                      <a:pt x="44" y="130"/>
                      <a:pt x="44" y="130"/>
                    </a:cubicBezTo>
                    <a:cubicBezTo>
                      <a:pt x="20" y="130"/>
                      <a:pt x="0" y="110"/>
                      <a:pt x="0" y="86"/>
                    </a:cubicBezTo>
                    <a:cubicBezTo>
                      <a:pt x="0" y="44"/>
                      <a:pt x="0" y="44"/>
                      <a:pt x="0" y="44"/>
                    </a:cubicBezTo>
                    <a:cubicBezTo>
                      <a:pt x="0" y="20"/>
                      <a:pt x="20" y="0"/>
                      <a:pt x="44" y="0"/>
                    </a:cubicBezTo>
                    <a:cubicBezTo>
                      <a:pt x="323" y="0"/>
                      <a:pt x="323" y="0"/>
                      <a:pt x="323" y="0"/>
                    </a:cubicBezTo>
                    <a:cubicBezTo>
                      <a:pt x="347" y="0"/>
                      <a:pt x="367" y="20"/>
                      <a:pt x="367" y="44"/>
                    </a:cubicBezTo>
                    <a:cubicBezTo>
                      <a:pt x="367" y="86"/>
                      <a:pt x="367" y="86"/>
                      <a:pt x="367" y="86"/>
                    </a:cubicBezTo>
                    <a:cubicBezTo>
                      <a:pt x="367" y="110"/>
                      <a:pt x="347" y="130"/>
                      <a:pt x="323" y="130"/>
                    </a:cubicBezTo>
                    <a:close/>
                  </a:path>
                </a:pathLst>
              </a:custGeom>
              <a:solidFill>
                <a:srgbClr val="ED5746"/>
              </a:solidFill>
              <a:ln>
                <a:noFill/>
              </a:ln>
              <a:extLst>
                <a:ext uri="{91240B29-F687-4F45-9708-019B960494DF}">
                  <a14:hiddenLine xmlns:a14="http://schemas.microsoft.com/office/drawing/2010/main" w="9525">
                    <a:solidFill>
                      <a:srgbClr val="000000"/>
                    </a:solidFill>
                    <a:round/>
                    <a:headEnd/>
                    <a:tailEnd/>
                  </a14:hiddenLine>
                </a:ext>
              </a:extLst>
            </p:spPr>
            <p:txBody>
              <a:bodyPr anchor="ctr"/>
              <a:lstStyle/>
              <a:p>
                <a:pPr algn="ctr"/>
                <a:endParaRPr/>
              </a:p>
            </p:txBody>
          </p:sp>
          <p:sp>
            <p:nvSpPr>
              <p:cNvPr id="569" name="ï$1ïḋê">
                <a:extLst>
                  <a:ext uri="{FF2B5EF4-FFF2-40B4-BE49-F238E27FC236}">
                    <a16:creationId xmlns:a16="http://schemas.microsoft.com/office/drawing/2014/main" id="{FC01135B-48A7-4F1B-AC42-2CDB7AEDBC19}"/>
                  </a:ext>
                </a:extLst>
              </p:cNvPr>
              <p:cNvSpPr/>
              <p:nvPr/>
            </p:nvSpPr>
            <p:spPr bwMode="auto">
              <a:xfrm>
                <a:off x="2337" y="3464"/>
                <a:ext cx="630" cy="147"/>
              </a:xfrm>
              <a:custGeom>
                <a:avLst/>
                <a:gdLst>
                  <a:gd name="T0" fmla="*/ 494 w 494"/>
                  <a:gd name="T1" fmla="*/ 115 h 115"/>
                  <a:gd name="T2" fmla="*/ 458 w 494"/>
                  <a:gd name="T3" fmla="*/ 115 h 115"/>
                  <a:gd name="T4" fmla="*/ 379 w 494"/>
                  <a:gd name="T5" fmla="*/ 37 h 115"/>
                  <a:gd name="T6" fmla="*/ 115 w 494"/>
                  <a:gd name="T7" fmla="*/ 37 h 115"/>
                  <a:gd name="T8" fmla="*/ 36 w 494"/>
                  <a:gd name="T9" fmla="*/ 115 h 115"/>
                  <a:gd name="T10" fmla="*/ 0 w 494"/>
                  <a:gd name="T11" fmla="*/ 115 h 115"/>
                  <a:gd name="T12" fmla="*/ 115 w 494"/>
                  <a:gd name="T13" fmla="*/ 0 h 115"/>
                  <a:gd name="T14" fmla="*/ 379 w 494"/>
                  <a:gd name="T15" fmla="*/ 0 h 115"/>
                  <a:gd name="T16" fmla="*/ 494 w 494"/>
                  <a:gd name="T17" fmla="*/ 115 h 1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94" h="115">
                    <a:moveTo>
                      <a:pt x="494" y="115"/>
                    </a:moveTo>
                    <a:cubicBezTo>
                      <a:pt x="458" y="115"/>
                      <a:pt x="458" y="115"/>
                      <a:pt x="458" y="115"/>
                    </a:cubicBezTo>
                    <a:cubicBezTo>
                      <a:pt x="458" y="72"/>
                      <a:pt x="422" y="37"/>
                      <a:pt x="379" y="37"/>
                    </a:cubicBezTo>
                    <a:cubicBezTo>
                      <a:pt x="115" y="37"/>
                      <a:pt x="115" y="37"/>
                      <a:pt x="115" y="37"/>
                    </a:cubicBezTo>
                    <a:cubicBezTo>
                      <a:pt x="72" y="37"/>
                      <a:pt x="36" y="72"/>
                      <a:pt x="36" y="115"/>
                    </a:cubicBezTo>
                    <a:cubicBezTo>
                      <a:pt x="0" y="115"/>
                      <a:pt x="0" y="115"/>
                      <a:pt x="0" y="115"/>
                    </a:cubicBezTo>
                    <a:cubicBezTo>
                      <a:pt x="0" y="52"/>
                      <a:pt x="52" y="0"/>
                      <a:pt x="115" y="0"/>
                    </a:cubicBezTo>
                    <a:cubicBezTo>
                      <a:pt x="379" y="0"/>
                      <a:pt x="379" y="0"/>
                      <a:pt x="379" y="0"/>
                    </a:cubicBezTo>
                    <a:cubicBezTo>
                      <a:pt x="442" y="0"/>
                      <a:pt x="494" y="52"/>
                      <a:pt x="494" y="115"/>
                    </a:cubicBezTo>
                    <a:close/>
                  </a:path>
                </a:pathLst>
              </a:custGeom>
              <a:solidFill>
                <a:srgbClr val="07123F"/>
              </a:solidFill>
              <a:ln>
                <a:noFill/>
              </a:ln>
              <a:extLst>
                <a:ext uri="{91240B29-F687-4F45-9708-019B960494DF}">
                  <a14:hiddenLine xmlns:a14="http://schemas.microsoft.com/office/drawing/2010/main" w="9525">
                    <a:solidFill>
                      <a:srgbClr val="000000"/>
                    </a:solidFill>
                    <a:round/>
                    <a:headEnd/>
                    <a:tailEnd/>
                  </a14:hiddenLine>
                </a:ext>
              </a:extLst>
            </p:spPr>
            <p:txBody>
              <a:bodyPr anchor="ctr"/>
              <a:lstStyle/>
              <a:p>
                <a:pPr algn="ctr"/>
                <a:endParaRPr/>
              </a:p>
            </p:txBody>
          </p:sp>
          <p:sp>
            <p:nvSpPr>
              <p:cNvPr id="570" name="îsḷídé">
                <a:extLst>
                  <a:ext uri="{FF2B5EF4-FFF2-40B4-BE49-F238E27FC236}">
                    <a16:creationId xmlns:a16="http://schemas.microsoft.com/office/drawing/2014/main" id="{042E5967-A32B-43A3-AAC9-CEAA0CB52256}"/>
                  </a:ext>
                </a:extLst>
              </p:cNvPr>
              <p:cNvSpPr/>
              <p:nvPr/>
            </p:nvSpPr>
            <p:spPr bwMode="auto">
              <a:xfrm>
                <a:off x="2599" y="3395"/>
                <a:ext cx="108" cy="70"/>
              </a:xfrm>
              <a:prstGeom prst="rect">
                <a:avLst/>
              </a:prstGeom>
              <a:solidFill>
                <a:srgbClr val="07123F"/>
              </a:solidFill>
              <a:ln>
                <a:noFill/>
              </a:ln>
              <a:extLst>
                <a:ext uri="{91240B29-F687-4F45-9708-019B960494DF}">
                  <a14:hiddenLine xmlns:a14="http://schemas.microsoft.com/office/drawing/2010/main" w="9525">
                    <a:solidFill>
                      <a:srgbClr val="000000"/>
                    </a:solidFill>
                    <a:miter lim="800000"/>
                    <a:headEnd/>
                    <a:tailEnd/>
                  </a14:hiddenLine>
                </a:ext>
              </a:extLst>
            </p:spPr>
            <p:txBody>
              <a:bodyPr anchor="ctr"/>
              <a:lstStyle/>
              <a:p>
                <a:pPr algn="ctr"/>
                <a:endParaRPr/>
              </a:p>
            </p:txBody>
          </p:sp>
          <p:sp>
            <p:nvSpPr>
              <p:cNvPr id="571" name="íṣḻíḑé">
                <a:extLst>
                  <a:ext uri="{FF2B5EF4-FFF2-40B4-BE49-F238E27FC236}">
                    <a16:creationId xmlns:a16="http://schemas.microsoft.com/office/drawing/2014/main" id="{59CA9C38-C76C-4A68-A518-82F529DEA5C0}"/>
                  </a:ext>
                </a:extLst>
              </p:cNvPr>
              <p:cNvSpPr/>
              <p:nvPr/>
            </p:nvSpPr>
            <p:spPr bwMode="auto">
              <a:xfrm>
                <a:off x="2321" y="3617"/>
                <a:ext cx="76" cy="76"/>
              </a:xfrm>
              <a:prstGeom prst="ellipse">
                <a:avLst/>
              </a:prstGeom>
              <a:solidFill>
                <a:srgbClr val="07123F"/>
              </a:solidFill>
              <a:ln>
                <a:noFill/>
              </a:ln>
              <a:extLst>
                <a:ext uri="{91240B29-F687-4F45-9708-019B960494DF}">
                  <a14:hiddenLine xmlns:a14="http://schemas.microsoft.com/office/drawing/2010/main" w="9525">
                    <a:solidFill>
                      <a:srgbClr val="000000"/>
                    </a:solidFill>
                    <a:round/>
                    <a:headEnd/>
                    <a:tailEnd/>
                  </a14:hiddenLine>
                </a:ext>
              </a:extLst>
            </p:spPr>
            <p:txBody>
              <a:bodyPr anchor="ctr"/>
              <a:lstStyle/>
              <a:p>
                <a:pPr algn="ctr"/>
                <a:endParaRPr/>
              </a:p>
            </p:txBody>
          </p:sp>
          <p:sp>
            <p:nvSpPr>
              <p:cNvPr id="572" name="í$ḻidé">
                <a:extLst>
                  <a:ext uri="{FF2B5EF4-FFF2-40B4-BE49-F238E27FC236}">
                    <a16:creationId xmlns:a16="http://schemas.microsoft.com/office/drawing/2014/main" id="{8E4D7849-F92F-4CFB-A3DE-27A75DC67C15}"/>
                  </a:ext>
                </a:extLst>
              </p:cNvPr>
              <p:cNvSpPr/>
              <p:nvPr/>
            </p:nvSpPr>
            <p:spPr bwMode="auto">
              <a:xfrm>
                <a:off x="2309" y="3590"/>
                <a:ext cx="105" cy="63"/>
              </a:xfrm>
              <a:custGeom>
                <a:avLst/>
                <a:gdLst>
                  <a:gd name="T0" fmla="*/ 82 w 82"/>
                  <a:gd name="T1" fmla="*/ 49 h 49"/>
                  <a:gd name="T2" fmla="*/ 0 w 82"/>
                  <a:gd name="T3" fmla="*/ 49 h 49"/>
                  <a:gd name="T4" fmla="*/ 0 w 82"/>
                  <a:gd name="T5" fmla="*/ 27 h 49"/>
                  <a:gd name="T6" fmla="*/ 27 w 82"/>
                  <a:gd name="T7" fmla="*/ 0 h 49"/>
                  <a:gd name="T8" fmla="*/ 55 w 82"/>
                  <a:gd name="T9" fmla="*/ 0 h 49"/>
                  <a:gd name="T10" fmla="*/ 82 w 82"/>
                  <a:gd name="T11" fmla="*/ 27 h 49"/>
                  <a:gd name="T12" fmla="*/ 82 w 82"/>
                  <a:gd name="T13" fmla="*/ 49 h 49"/>
                </a:gdLst>
                <a:ahLst/>
                <a:cxnLst>
                  <a:cxn ang="0">
                    <a:pos x="T0" y="T1"/>
                  </a:cxn>
                  <a:cxn ang="0">
                    <a:pos x="T2" y="T3"/>
                  </a:cxn>
                  <a:cxn ang="0">
                    <a:pos x="T4" y="T5"/>
                  </a:cxn>
                  <a:cxn ang="0">
                    <a:pos x="T6" y="T7"/>
                  </a:cxn>
                  <a:cxn ang="0">
                    <a:pos x="T8" y="T9"/>
                  </a:cxn>
                  <a:cxn ang="0">
                    <a:pos x="T10" y="T11"/>
                  </a:cxn>
                  <a:cxn ang="0">
                    <a:pos x="T12" y="T13"/>
                  </a:cxn>
                </a:cxnLst>
                <a:rect l="0" t="0" r="r" b="b"/>
                <a:pathLst>
                  <a:path w="82" h="49">
                    <a:moveTo>
                      <a:pt x="82" y="49"/>
                    </a:moveTo>
                    <a:cubicBezTo>
                      <a:pt x="0" y="49"/>
                      <a:pt x="0" y="49"/>
                      <a:pt x="0" y="49"/>
                    </a:cubicBezTo>
                    <a:cubicBezTo>
                      <a:pt x="0" y="27"/>
                      <a:pt x="0" y="27"/>
                      <a:pt x="0" y="27"/>
                    </a:cubicBezTo>
                    <a:cubicBezTo>
                      <a:pt x="0" y="12"/>
                      <a:pt x="12" y="0"/>
                      <a:pt x="27" y="0"/>
                    </a:cubicBezTo>
                    <a:cubicBezTo>
                      <a:pt x="55" y="0"/>
                      <a:pt x="55" y="0"/>
                      <a:pt x="55" y="0"/>
                    </a:cubicBezTo>
                    <a:cubicBezTo>
                      <a:pt x="70" y="0"/>
                      <a:pt x="82" y="12"/>
                      <a:pt x="82" y="27"/>
                    </a:cubicBezTo>
                    <a:lnTo>
                      <a:pt x="82" y="49"/>
                    </a:lnTo>
                    <a:close/>
                  </a:path>
                </a:pathLst>
              </a:custGeom>
              <a:solidFill>
                <a:srgbClr val="2D3969"/>
              </a:solidFill>
              <a:ln>
                <a:noFill/>
              </a:ln>
              <a:extLst>
                <a:ext uri="{91240B29-F687-4F45-9708-019B960494DF}">
                  <a14:hiddenLine xmlns:a14="http://schemas.microsoft.com/office/drawing/2010/main" w="9525">
                    <a:solidFill>
                      <a:srgbClr val="000000"/>
                    </a:solidFill>
                    <a:round/>
                    <a:headEnd/>
                    <a:tailEnd/>
                  </a14:hiddenLine>
                </a:ext>
              </a:extLst>
            </p:spPr>
            <p:txBody>
              <a:bodyPr anchor="ctr"/>
              <a:lstStyle/>
              <a:p>
                <a:pPr algn="ctr"/>
                <a:endParaRPr/>
              </a:p>
            </p:txBody>
          </p:sp>
          <p:sp>
            <p:nvSpPr>
              <p:cNvPr id="573" name="îšlîḋe">
                <a:extLst>
                  <a:ext uri="{FF2B5EF4-FFF2-40B4-BE49-F238E27FC236}">
                    <a16:creationId xmlns:a16="http://schemas.microsoft.com/office/drawing/2014/main" id="{877DD801-7A47-434A-B8DA-4E8033DCC823}"/>
                  </a:ext>
                </a:extLst>
              </p:cNvPr>
              <p:cNvSpPr/>
              <p:nvPr/>
            </p:nvSpPr>
            <p:spPr bwMode="auto">
              <a:xfrm>
                <a:off x="2907" y="3617"/>
                <a:ext cx="76" cy="76"/>
              </a:xfrm>
              <a:prstGeom prst="ellipse">
                <a:avLst/>
              </a:prstGeom>
              <a:solidFill>
                <a:srgbClr val="07123F"/>
              </a:solidFill>
              <a:ln>
                <a:noFill/>
              </a:ln>
              <a:extLst>
                <a:ext uri="{91240B29-F687-4F45-9708-019B960494DF}">
                  <a14:hiddenLine xmlns:a14="http://schemas.microsoft.com/office/drawing/2010/main" w="9525">
                    <a:solidFill>
                      <a:srgbClr val="000000"/>
                    </a:solidFill>
                    <a:round/>
                    <a:headEnd/>
                    <a:tailEnd/>
                  </a14:hiddenLine>
                </a:ext>
              </a:extLst>
            </p:spPr>
            <p:txBody>
              <a:bodyPr anchor="ctr"/>
              <a:lstStyle/>
              <a:p>
                <a:pPr algn="ctr"/>
                <a:endParaRPr/>
              </a:p>
            </p:txBody>
          </p:sp>
          <p:sp>
            <p:nvSpPr>
              <p:cNvPr id="574" name="íṩḷiḑê">
                <a:extLst>
                  <a:ext uri="{FF2B5EF4-FFF2-40B4-BE49-F238E27FC236}">
                    <a16:creationId xmlns:a16="http://schemas.microsoft.com/office/drawing/2014/main" id="{1D556FAE-97C3-4884-A239-812E05334778}"/>
                  </a:ext>
                </a:extLst>
              </p:cNvPr>
              <p:cNvSpPr/>
              <p:nvPr/>
            </p:nvSpPr>
            <p:spPr bwMode="auto">
              <a:xfrm>
                <a:off x="2895" y="3590"/>
                <a:ext cx="106" cy="63"/>
              </a:xfrm>
              <a:custGeom>
                <a:avLst/>
                <a:gdLst>
                  <a:gd name="T0" fmla="*/ 83 w 83"/>
                  <a:gd name="T1" fmla="*/ 49 h 49"/>
                  <a:gd name="T2" fmla="*/ 0 w 83"/>
                  <a:gd name="T3" fmla="*/ 49 h 49"/>
                  <a:gd name="T4" fmla="*/ 0 w 83"/>
                  <a:gd name="T5" fmla="*/ 27 h 49"/>
                  <a:gd name="T6" fmla="*/ 27 w 83"/>
                  <a:gd name="T7" fmla="*/ 0 h 49"/>
                  <a:gd name="T8" fmla="*/ 56 w 83"/>
                  <a:gd name="T9" fmla="*/ 0 h 49"/>
                  <a:gd name="T10" fmla="*/ 83 w 83"/>
                  <a:gd name="T11" fmla="*/ 27 h 49"/>
                  <a:gd name="T12" fmla="*/ 83 w 83"/>
                  <a:gd name="T13" fmla="*/ 49 h 49"/>
                </a:gdLst>
                <a:ahLst/>
                <a:cxnLst>
                  <a:cxn ang="0">
                    <a:pos x="T0" y="T1"/>
                  </a:cxn>
                  <a:cxn ang="0">
                    <a:pos x="T2" y="T3"/>
                  </a:cxn>
                  <a:cxn ang="0">
                    <a:pos x="T4" y="T5"/>
                  </a:cxn>
                  <a:cxn ang="0">
                    <a:pos x="T6" y="T7"/>
                  </a:cxn>
                  <a:cxn ang="0">
                    <a:pos x="T8" y="T9"/>
                  </a:cxn>
                  <a:cxn ang="0">
                    <a:pos x="T10" y="T11"/>
                  </a:cxn>
                  <a:cxn ang="0">
                    <a:pos x="T12" y="T13"/>
                  </a:cxn>
                </a:cxnLst>
                <a:rect l="0" t="0" r="r" b="b"/>
                <a:pathLst>
                  <a:path w="83" h="49">
                    <a:moveTo>
                      <a:pt x="83" y="49"/>
                    </a:moveTo>
                    <a:cubicBezTo>
                      <a:pt x="0" y="49"/>
                      <a:pt x="0" y="49"/>
                      <a:pt x="0" y="49"/>
                    </a:cubicBezTo>
                    <a:cubicBezTo>
                      <a:pt x="0" y="27"/>
                      <a:pt x="0" y="27"/>
                      <a:pt x="0" y="27"/>
                    </a:cubicBezTo>
                    <a:cubicBezTo>
                      <a:pt x="0" y="12"/>
                      <a:pt x="12" y="0"/>
                      <a:pt x="27" y="0"/>
                    </a:cubicBezTo>
                    <a:cubicBezTo>
                      <a:pt x="56" y="0"/>
                      <a:pt x="56" y="0"/>
                      <a:pt x="56" y="0"/>
                    </a:cubicBezTo>
                    <a:cubicBezTo>
                      <a:pt x="71" y="0"/>
                      <a:pt x="83" y="12"/>
                      <a:pt x="83" y="27"/>
                    </a:cubicBezTo>
                    <a:lnTo>
                      <a:pt x="83" y="49"/>
                    </a:lnTo>
                    <a:close/>
                  </a:path>
                </a:pathLst>
              </a:custGeom>
              <a:solidFill>
                <a:srgbClr val="2D3969"/>
              </a:solidFill>
              <a:ln>
                <a:noFill/>
              </a:ln>
              <a:extLst>
                <a:ext uri="{91240B29-F687-4F45-9708-019B960494DF}">
                  <a14:hiddenLine xmlns:a14="http://schemas.microsoft.com/office/drawing/2010/main" w="9525">
                    <a:solidFill>
                      <a:srgbClr val="000000"/>
                    </a:solidFill>
                    <a:round/>
                    <a:headEnd/>
                    <a:tailEnd/>
                  </a14:hiddenLine>
                </a:ext>
              </a:extLst>
            </p:spPr>
            <p:txBody>
              <a:bodyPr anchor="ctr"/>
              <a:lstStyle/>
              <a:p>
                <a:pPr algn="ctr"/>
                <a:endParaRPr/>
              </a:p>
            </p:txBody>
          </p:sp>
          <p:sp>
            <p:nvSpPr>
              <p:cNvPr id="575" name="ïṥ1ïḋe">
                <a:extLst>
                  <a:ext uri="{FF2B5EF4-FFF2-40B4-BE49-F238E27FC236}">
                    <a16:creationId xmlns:a16="http://schemas.microsoft.com/office/drawing/2014/main" id="{9B2B328F-D67F-4121-AF40-E1A42F16F690}"/>
                  </a:ext>
                </a:extLst>
              </p:cNvPr>
              <p:cNvSpPr/>
              <p:nvPr/>
            </p:nvSpPr>
            <p:spPr bwMode="auto">
              <a:xfrm>
                <a:off x="2624" y="3479"/>
                <a:ext cx="61" cy="138"/>
              </a:xfrm>
              <a:prstGeom prst="rect">
                <a:avLst/>
              </a:prstGeom>
              <a:solidFill>
                <a:srgbClr val="07123F"/>
              </a:solidFill>
              <a:ln>
                <a:noFill/>
              </a:ln>
              <a:extLst>
                <a:ext uri="{91240B29-F687-4F45-9708-019B960494DF}">
                  <a14:hiddenLine xmlns:a14="http://schemas.microsoft.com/office/drawing/2010/main" w="9525">
                    <a:solidFill>
                      <a:srgbClr val="000000"/>
                    </a:solidFill>
                    <a:miter lim="800000"/>
                    <a:headEnd/>
                    <a:tailEnd/>
                  </a14:hiddenLine>
                </a:ext>
              </a:extLst>
            </p:spPr>
            <p:txBody>
              <a:bodyPr anchor="ctr"/>
              <a:lstStyle/>
              <a:p>
                <a:pPr algn="ctr"/>
                <a:endParaRPr/>
              </a:p>
            </p:txBody>
          </p:sp>
          <p:sp>
            <p:nvSpPr>
              <p:cNvPr id="576" name="iṡļîďè">
                <a:extLst>
                  <a:ext uri="{FF2B5EF4-FFF2-40B4-BE49-F238E27FC236}">
                    <a16:creationId xmlns:a16="http://schemas.microsoft.com/office/drawing/2014/main" id="{733A1D90-530E-45F0-8942-79D9C9940A54}"/>
                  </a:ext>
                </a:extLst>
              </p:cNvPr>
              <p:cNvSpPr/>
              <p:nvPr/>
            </p:nvSpPr>
            <p:spPr bwMode="auto">
              <a:xfrm>
                <a:off x="2618" y="3617"/>
                <a:ext cx="77" cy="76"/>
              </a:xfrm>
              <a:prstGeom prst="ellipse">
                <a:avLst/>
              </a:prstGeom>
              <a:solidFill>
                <a:srgbClr val="07123F"/>
              </a:solidFill>
              <a:ln>
                <a:noFill/>
              </a:ln>
              <a:extLst>
                <a:ext uri="{91240B29-F687-4F45-9708-019B960494DF}">
                  <a14:hiddenLine xmlns:a14="http://schemas.microsoft.com/office/drawing/2010/main" w="9525">
                    <a:solidFill>
                      <a:srgbClr val="000000"/>
                    </a:solidFill>
                    <a:round/>
                    <a:headEnd/>
                    <a:tailEnd/>
                  </a14:hiddenLine>
                </a:ext>
              </a:extLst>
            </p:spPr>
            <p:txBody>
              <a:bodyPr anchor="ctr"/>
              <a:lstStyle/>
              <a:p>
                <a:pPr algn="ctr"/>
                <a:endParaRPr/>
              </a:p>
            </p:txBody>
          </p:sp>
          <p:sp>
            <p:nvSpPr>
              <p:cNvPr id="577" name="ï$ľîďè">
                <a:extLst>
                  <a:ext uri="{FF2B5EF4-FFF2-40B4-BE49-F238E27FC236}">
                    <a16:creationId xmlns:a16="http://schemas.microsoft.com/office/drawing/2014/main" id="{10DB0C0E-472C-4F0B-B058-D0ADB2049DA0}"/>
                  </a:ext>
                </a:extLst>
              </p:cNvPr>
              <p:cNvSpPr/>
              <p:nvPr/>
            </p:nvSpPr>
            <p:spPr bwMode="auto">
              <a:xfrm>
                <a:off x="2607" y="3590"/>
                <a:ext cx="105" cy="63"/>
              </a:xfrm>
              <a:custGeom>
                <a:avLst/>
                <a:gdLst>
                  <a:gd name="T0" fmla="*/ 82 w 82"/>
                  <a:gd name="T1" fmla="*/ 49 h 49"/>
                  <a:gd name="T2" fmla="*/ 0 w 82"/>
                  <a:gd name="T3" fmla="*/ 49 h 49"/>
                  <a:gd name="T4" fmla="*/ 0 w 82"/>
                  <a:gd name="T5" fmla="*/ 27 h 49"/>
                  <a:gd name="T6" fmla="*/ 27 w 82"/>
                  <a:gd name="T7" fmla="*/ 0 h 49"/>
                  <a:gd name="T8" fmla="*/ 55 w 82"/>
                  <a:gd name="T9" fmla="*/ 0 h 49"/>
                  <a:gd name="T10" fmla="*/ 82 w 82"/>
                  <a:gd name="T11" fmla="*/ 27 h 49"/>
                  <a:gd name="T12" fmla="*/ 82 w 82"/>
                  <a:gd name="T13" fmla="*/ 49 h 49"/>
                </a:gdLst>
                <a:ahLst/>
                <a:cxnLst>
                  <a:cxn ang="0">
                    <a:pos x="T0" y="T1"/>
                  </a:cxn>
                  <a:cxn ang="0">
                    <a:pos x="T2" y="T3"/>
                  </a:cxn>
                  <a:cxn ang="0">
                    <a:pos x="T4" y="T5"/>
                  </a:cxn>
                  <a:cxn ang="0">
                    <a:pos x="T6" y="T7"/>
                  </a:cxn>
                  <a:cxn ang="0">
                    <a:pos x="T8" y="T9"/>
                  </a:cxn>
                  <a:cxn ang="0">
                    <a:pos x="T10" y="T11"/>
                  </a:cxn>
                  <a:cxn ang="0">
                    <a:pos x="T12" y="T13"/>
                  </a:cxn>
                </a:cxnLst>
                <a:rect l="0" t="0" r="r" b="b"/>
                <a:pathLst>
                  <a:path w="82" h="49">
                    <a:moveTo>
                      <a:pt x="82" y="49"/>
                    </a:moveTo>
                    <a:cubicBezTo>
                      <a:pt x="0" y="49"/>
                      <a:pt x="0" y="49"/>
                      <a:pt x="0" y="49"/>
                    </a:cubicBezTo>
                    <a:cubicBezTo>
                      <a:pt x="0" y="27"/>
                      <a:pt x="0" y="27"/>
                      <a:pt x="0" y="27"/>
                    </a:cubicBezTo>
                    <a:cubicBezTo>
                      <a:pt x="0" y="12"/>
                      <a:pt x="12" y="0"/>
                      <a:pt x="27" y="0"/>
                    </a:cubicBezTo>
                    <a:cubicBezTo>
                      <a:pt x="55" y="0"/>
                      <a:pt x="55" y="0"/>
                      <a:pt x="55" y="0"/>
                    </a:cubicBezTo>
                    <a:cubicBezTo>
                      <a:pt x="70" y="0"/>
                      <a:pt x="82" y="12"/>
                      <a:pt x="82" y="27"/>
                    </a:cubicBezTo>
                    <a:lnTo>
                      <a:pt x="82" y="49"/>
                    </a:lnTo>
                    <a:close/>
                  </a:path>
                </a:pathLst>
              </a:custGeom>
              <a:solidFill>
                <a:srgbClr val="2D3969"/>
              </a:solidFill>
              <a:ln>
                <a:noFill/>
              </a:ln>
              <a:extLst>
                <a:ext uri="{91240B29-F687-4F45-9708-019B960494DF}">
                  <a14:hiddenLine xmlns:a14="http://schemas.microsoft.com/office/drawing/2010/main" w="9525">
                    <a:solidFill>
                      <a:srgbClr val="000000"/>
                    </a:solidFill>
                    <a:round/>
                    <a:headEnd/>
                    <a:tailEnd/>
                  </a14:hiddenLine>
                </a:ext>
              </a:extLst>
            </p:spPr>
            <p:txBody>
              <a:bodyPr anchor="ctr"/>
              <a:lstStyle/>
              <a:p>
                <a:pPr algn="ctr"/>
                <a:endParaRPr/>
              </a:p>
            </p:txBody>
          </p:sp>
          <p:sp>
            <p:nvSpPr>
              <p:cNvPr id="578" name="ïŝ1íḋè">
                <a:extLst>
                  <a:ext uri="{FF2B5EF4-FFF2-40B4-BE49-F238E27FC236}">
                    <a16:creationId xmlns:a16="http://schemas.microsoft.com/office/drawing/2014/main" id="{FF9879F1-772C-41C0-9254-F48E721C2F6A}"/>
                  </a:ext>
                </a:extLst>
              </p:cNvPr>
              <p:cNvSpPr/>
              <p:nvPr/>
            </p:nvSpPr>
            <p:spPr bwMode="auto">
              <a:xfrm>
                <a:off x="3137" y="3538"/>
                <a:ext cx="320" cy="116"/>
              </a:xfrm>
              <a:custGeom>
                <a:avLst/>
                <a:gdLst>
                  <a:gd name="T0" fmla="*/ 3 w 251"/>
                  <a:gd name="T1" fmla="*/ 91 h 91"/>
                  <a:gd name="T2" fmla="*/ 227 w 251"/>
                  <a:gd name="T3" fmla="*/ 83 h 91"/>
                  <a:gd name="T4" fmla="*/ 251 w 251"/>
                  <a:gd name="T5" fmla="*/ 57 h 91"/>
                  <a:gd name="T6" fmla="*/ 234 w 251"/>
                  <a:gd name="T7" fmla="*/ 35 h 91"/>
                  <a:gd name="T8" fmla="*/ 121 w 251"/>
                  <a:gd name="T9" fmla="*/ 0 h 91"/>
                  <a:gd name="T10" fmla="*/ 0 w 251"/>
                  <a:gd name="T11" fmla="*/ 8 h 91"/>
                  <a:gd name="T12" fmla="*/ 3 w 251"/>
                  <a:gd name="T13" fmla="*/ 91 h 91"/>
                </a:gdLst>
                <a:ahLst/>
                <a:cxnLst>
                  <a:cxn ang="0">
                    <a:pos x="T0" y="T1"/>
                  </a:cxn>
                  <a:cxn ang="0">
                    <a:pos x="T2" y="T3"/>
                  </a:cxn>
                  <a:cxn ang="0">
                    <a:pos x="T4" y="T5"/>
                  </a:cxn>
                  <a:cxn ang="0">
                    <a:pos x="T6" y="T7"/>
                  </a:cxn>
                  <a:cxn ang="0">
                    <a:pos x="T8" y="T9"/>
                  </a:cxn>
                  <a:cxn ang="0">
                    <a:pos x="T10" y="T11"/>
                  </a:cxn>
                  <a:cxn ang="0">
                    <a:pos x="T12" y="T13"/>
                  </a:cxn>
                </a:cxnLst>
                <a:rect l="0" t="0" r="r" b="b"/>
                <a:pathLst>
                  <a:path w="251" h="91">
                    <a:moveTo>
                      <a:pt x="3" y="91"/>
                    </a:moveTo>
                    <a:cubicBezTo>
                      <a:pt x="227" y="83"/>
                      <a:pt x="227" y="83"/>
                      <a:pt x="227" y="83"/>
                    </a:cubicBezTo>
                    <a:cubicBezTo>
                      <a:pt x="241" y="82"/>
                      <a:pt x="251" y="71"/>
                      <a:pt x="251" y="57"/>
                    </a:cubicBezTo>
                    <a:cubicBezTo>
                      <a:pt x="250" y="47"/>
                      <a:pt x="244" y="38"/>
                      <a:pt x="234" y="35"/>
                    </a:cubicBezTo>
                    <a:cubicBezTo>
                      <a:pt x="121" y="0"/>
                      <a:pt x="121" y="0"/>
                      <a:pt x="121" y="0"/>
                    </a:cubicBezTo>
                    <a:cubicBezTo>
                      <a:pt x="0" y="8"/>
                      <a:pt x="0" y="8"/>
                      <a:pt x="0" y="8"/>
                    </a:cubicBezTo>
                    <a:lnTo>
                      <a:pt x="3" y="91"/>
                    </a:lnTo>
                    <a:close/>
                  </a:path>
                </a:pathLst>
              </a:custGeom>
              <a:solidFill>
                <a:srgbClr val="AA6842"/>
              </a:solidFill>
              <a:ln>
                <a:noFill/>
              </a:ln>
              <a:extLst>
                <a:ext uri="{91240B29-F687-4F45-9708-019B960494DF}">
                  <a14:hiddenLine xmlns:a14="http://schemas.microsoft.com/office/drawing/2010/main" w="9525">
                    <a:solidFill>
                      <a:srgbClr val="000000"/>
                    </a:solidFill>
                    <a:round/>
                    <a:headEnd/>
                    <a:tailEnd/>
                  </a14:hiddenLine>
                </a:ext>
              </a:extLst>
            </p:spPr>
            <p:txBody>
              <a:bodyPr anchor="ctr"/>
              <a:lstStyle/>
              <a:p>
                <a:pPr algn="ctr"/>
                <a:endParaRPr/>
              </a:p>
            </p:txBody>
          </p:sp>
          <p:sp>
            <p:nvSpPr>
              <p:cNvPr id="579" name="îşḻîďé">
                <a:extLst>
                  <a:ext uri="{FF2B5EF4-FFF2-40B4-BE49-F238E27FC236}">
                    <a16:creationId xmlns:a16="http://schemas.microsoft.com/office/drawing/2014/main" id="{18095117-ECA0-41C2-9530-C0EE240DDE0D}"/>
                  </a:ext>
                </a:extLst>
              </p:cNvPr>
              <p:cNvSpPr/>
              <p:nvPr/>
            </p:nvSpPr>
            <p:spPr bwMode="auto">
              <a:xfrm>
                <a:off x="3143" y="3630"/>
                <a:ext cx="310" cy="34"/>
              </a:xfrm>
              <a:custGeom>
                <a:avLst/>
                <a:gdLst>
                  <a:gd name="T0" fmla="*/ 233 w 244"/>
                  <a:gd name="T1" fmla="*/ 16 h 27"/>
                  <a:gd name="T2" fmla="*/ 1 w 244"/>
                  <a:gd name="T3" fmla="*/ 27 h 27"/>
                  <a:gd name="T4" fmla="*/ 0 w 244"/>
                  <a:gd name="T5" fmla="*/ 11 h 27"/>
                  <a:gd name="T6" fmla="*/ 244 w 244"/>
                  <a:gd name="T7" fmla="*/ 0 h 27"/>
                  <a:gd name="T8" fmla="*/ 244 w 244"/>
                  <a:gd name="T9" fmla="*/ 5 h 27"/>
                  <a:gd name="T10" fmla="*/ 233 w 244"/>
                  <a:gd name="T11" fmla="*/ 16 h 27"/>
                </a:gdLst>
                <a:ahLst/>
                <a:cxnLst>
                  <a:cxn ang="0">
                    <a:pos x="T0" y="T1"/>
                  </a:cxn>
                  <a:cxn ang="0">
                    <a:pos x="T2" y="T3"/>
                  </a:cxn>
                  <a:cxn ang="0">
                    <a:pos x="T4" y="T5"/>
                  </a:cxn>
                  <a:cxn ang="0">
                    <a:pos x="T6" y="T7"/>
                  </a:cxn>
                  <a:cxn ang="0">
                    <a:pos x="T8" y="T9"/>
                  </a:cxn>
                  <a:cxn ang="0">
                    <a:pos x="T10" y="T11"/>
                  </a:cxn>
                </a:cxnLst>
                <a:rect l="0" t="0" r="r" b="b"/>
                <a:pathLst>
                  <a:path w="244" h="27">
                    <a:moveTo>
                      <a:pt x="233" y="16"/>
                    </a:moveTo>
                    <a:cubicBezTo>
                      <a:pt x="1" y="27"/>
                      <a:pt x="1" y="27"/>
                      <a:pt x="1" y="27"/>
                    </a:cubicBezTo>
                    <a:cubicBezTo>
                      <a:pt x="0" y="11"/>
                      <a:pt x="0" y="11"/>
                      <a:pt x="0" y="11"/>
                    </a:cubicBezTo>
                    <a:cubicBezTo>
                      <a:pt x="244" y="0"/>
                      <a:pt x="244" y="0"/>
                      <a:pt x="244" y="0"/>
                    </a:cubicBezTo>
                    <a:cubicBezTo>
                      <a:pt x="244" y="5"/>
                      <a:pt x="244" y="5"/>
                      <a:pt x="244" y="5"/>
                    </a:cubicBezTo>
                    <a:cubicBezTo>
                      <a:pt x="244" y="11"/>
                      <a:pt x="240" y="16"/>
                      <a:pt x="233" y="16"/>
                    </a:cubicBezTo>
                    <a:close/>
                  </a:path>
                </a:pathLst>
              </a:custGeom>
              <a:solidFill>
                <a:srgbClr val="07123F"/>
              </a:solidFill>
              <a:ln>
                <a:noFill/>
              </a:ln>
              <a:extLst>
                <a:ext uri="{91240B29-F687-4F45-9708-019B960494DF}">
                  <a14:hiddenLine xmlns:a14="http://schemas.microsoft.com/office/drawing/2010/main" w="9525">
                    <a:solidFill>
                      <a:srgbClr val="000000"/>
                    </a:solidFill>
                    <a:round/>
                    <a:headEnd/>
                    <a:tailEnd/>
                  </a14:hiddenLine>
                </a:ext>
              </a:extLst>
            </p:spPr>
            <p:txBody>
              <a:bodyPr anchor="ctr"/>
              <a:lstStyle/>
              <a:p>
                <a:pPr algn="ctr"/>
                <a:endParaRPr/>
              </a:p>
            </p:txBody>
          </p:sp>
          <p:sp>
            <p:nvSpPr>
              <p:cNvPr id="580" name="ïs1iḑe">
                <a:extLst>
                  <a:ext uri="{FF2B5EF4-FFF2-40B4-BE49-F238E27FC236}">
                    <a16:creationId xmlns:a16="http://schemas.microsoft.com/office/drawing/2014/main" id="{E95F702C-6CC5-4C88-9E61-65B7CA788429}"/>
                  </a:ext>
                </a:extLst>
              </p:cNvPr>
              <p:cNvSpPr/>
              <p:nvPr/>
            </p:nvSpPr>
            <p:spPr bwMode="auto">
              <a:xfrm>
                <a:off x="2441" y="2603"/>
                <a:ext cx="495" cy="263"/>
              </a:xfrm>
              <a:custGeom>
                <a:avLst/>
                <a:gdLst>
                  <a:gd name="T0" fmla="*/ 375 w 389"/>
                  <a:gd name="T1" fmla="*/ 105 h 207"/>
                  <a:gd name="T2" fmla="*/ 352 w 389"/>
                  <a:gd name="T3" fmla="*/ 170 h 207"/>
                  <a:gd name="T4" fmla="*/ 274 w 389"/>
                  <a:gd name="T5" fmla="*/ 207 h 207"/>
                  <a:gd name="T6" fmla="*/ 103 w 389"/>
                  <a:gd name="T7" fmla="*/ 207 h 207"/>
                  <a:gd name="T8" fmla="*/ 88 w 389"/>
                  <a:gd name="T9" fmla="*/ 206 h 207"/>
                  <a:gd name="T10" fmla="*/ 53 w 389"/>
                  <a:gd name="T11" fmla="*/ 194 h 207"/>
                  <a:gd name="T12" fmla="*/ 48 w 389"/>
                  <a:gd name="T13" fmla="*/ 190 h 207"/>
                  <a:gd name="T14" fmla="*/ 1 w 389"/>
                  <a:gd name="T15" fmla="*/ 105 h 207"/>
                  <a:gd name="T16" fmla="*/ 0 w 389"/>
                  <a:gd name="T17" fmla="*/ 55 h 207"/>
                  <a:gd name="T18" fmla="*/ 389 w 389"/>
                  <a:gd name="T19" fmla="*/ 0 h 207"/>
                  <a:gd name="T20" fmla="*/ 375 w 389"/>
                  <a:gd name="T21" fmla="*/ 105 h 20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389" h="207">
                    <a:moveTo>
                      <a:pt x="375" y="105"/>
                    </a:moveTo>
                    <a:cubicBezTo>
                      <a:pt x="375" y="130"/>
                      <a:pt x="366" y="152"/>
                      <a:pt x="352" y="170"/>
                    </a:cubicBezTo>
                    <a:cubicBezTo>
                      <a:pt x="333" y="192"/>
                      <a:pt x="305" y="207"/>
                      <a:pt x="274" y="207"/>
                    </a:cubicBezTo>
                    <a:cubicBezTo>
                      <a:pt x="103" y="207"/>
                      <a:pt x="103" y="207"/>
                      <a:pt x="103" y="207"/>
                    </a:cubicBezTo>
                    <a:cubicBezTo>
                      <a:pt x="98" y="207"/>
                      <a:pt x="93" y="206"/>
                      <a:pt x="88" y="206"/>
                    </a:cubicBezTo>
                    <a:cubicBezTo>
                      <a:pt x="76" y="204"/>
                      <a:pt x="64" y="200"/>
                      <a:pt x="53" y="194"/>
                    </a:cubicBezTo>
                    <a:cubicBezTo>
                      <a:pt x="51" y="193"/>
                      <a:pt x="49" y="192"/>
                      <a:pt x="48" y="190"/>
                    </a:cubicBezTo>
                    <a:cubicBezTo>
                      <a:pt x="20" y="172"/>
                      <a:pt x="1" y="141"/>
                      <a:pt x="1" y="105"/>
                    </a:cubicBezTo>
                    <a:cubicBezTo>
                      <a:pt x="0" y="55"/>
                      <a:pt x="0" y="55"/>
                      <a:pt x="0" y="55"/>
                    </a:cubicBezTo>
                    <a:cubicBezTo>
                      <a:pt x="389" y="0"/>
                      <a:pt x="389" y="0"/>
                      <a:pt x="389" y="0"/>
                    </a:cubicBezTo>
                    <a:lnTo>
                      <a:pt x="375" y="105"/>
                    </a:lnTo>
                    <a:close/>
                  </a:path>
                </a:pathLst>
              </a:custGeom>
              <a:solidFill>
                <a:srgbClr val="1D1D2E"/>
              </a:solidFill>
              <a:ln>
                <a:noFill/>
              </a:ln>
              <a:extLst>
                <a:ext uri="{91240B29-F687-4F45-9708-019B960494DF}">
                  <a14:hiddenLine xmlns:a14="http://schemas.microsoft.com/office/drawing/2010/main" w="9525">
                    <a:solidFill>
                      <a:srgbClr val="000000"/>
                    </a:solidFill>
                    <a:round/>
                    <a:headEnd/>
                    <a:tailEnd/>
                  </a14:hiddenLine>
                </a:ext>
              </a:extLst>
            </p:spPr>
            <p:txBody>
              <a:bodyPr anchor="ctr"/>
              <a:lstStyle/>
              <a:p>
                <a:pPr algn="ctr"/>
                <a:endParaRPr/>
              </a:p>
            </p:txBody>
          </p:sp>
          <p:sp>
            <p:nvSpPr>
              <p:cNvPr id="581" name="íṣ1îḋê">
                <a:extLst>
                  <a:ext uri="{FF2B5EF4-FFF2-40B4-BE49-F238E27FC236}">
                    <a16:creationId xmlns:a16="http://schemas.microsoft.com/office/drawing/2014/main" id="{83285675-BE2C-4465-9055-F323AC539855}"/>
                  </a:ext>
                </a:extLst>
              </p:cNvPr>
              <p:cNvSpPr/>
              <p:nvPr/>
            </p:nvSpPr>
            <p:spPr bwMode="auto">
              <a:xfrm>
                <a:off x="3287" y="3539"/>
                <a:ext cx="39" cy="45"/>
              </a:xfrm>
              <a:custGeom>
                <a:avLst/>
                <a:gdLst>
                  <a:gd name="T0" fmla="*/ 5 w 31"/>
                  <a:gd name="T1" fmla="*/ 34 h 35"/>
                  <a:gd name="T2" fmla="*/ 30 w 31"/>
                  <a:gd name="T3" fmla="*/ 5 h 35"/>
                  <a:gd name="T4" fmla="*/ 30 w 31"/>
                  <a:gd name="T5" fmla="*/ 1 h 35"/>
                  <a:gd name="T6" fmla="*/ 26 w 31"/>
                  <a:gd name="T7" fmla="*/ 1 h 35"/>
                  <a:gd name="T8" fmla="*/ 1 w 31"/>
                  <a:gd name="T9" fmla="*/ 31 h 35"/>
                  <a:gd name="T10" fmla="*/ 1 w 31"/>
                  <a:gd name="T11" fmla="*/ 35 h 35"/>
                  <a:gd name="T12" fmla="*/ 5 w 31"/>
                  <a:gd name="T13" fmla="*/ 34 h 35"/>
                </a:gdLst>
                <a:ahLst/>
                <a:cxnLst>
                  <a:cxn ang="0">
                    <a:pos x="T0" y="T1"/>
                  </a:cxn>
                  <a:cxn ang="0">
                    <a:pos x="T2" y="T3"/>
                  </a:cxn>
                  <a:cxn ang="0">
                    <a:pos x="T4" y="T5"/>
                  </a:cxn>
                  <a:cxn ang="0">
                    <a:pos x="T6" y="T7"/>
                  </a:cxn>
                  <a:cxn ang="0">
                    <a:pos x="T8" y="T9"/>
                  </a:cxn>
                  <a:cxn ang="0">
                    <a:pos x="T10" y="T11"/>
                  </a:cxn>
                  <a:cxn ang="0">
                    <a:pos x="T12" y="T13"/>
                  </a:cxn>
                </a:cxnLst>
                <a:rect l="0" t="0" r="r" b="b"/>
                <a:pathLst>
                  <a:path w="31" h="35">
                    <a:moveTo>
                      <a:pt x="5" y="34"/>
                    </a:moveTo>
                    <a:cubicBezTo>
                      <a:pt x="30" y="5"/>
                      <a:pt x="30" y="5"/>
                      <a:pt x="30" y="5"/>
                    </a:cubicBezTo>
                    <a:cubicBezTo>
                      <a:pt x="31" y="4"/>
                      <a:pt x="31" y="2"/>
                      <a:pt x="30" y="1"/>
                    </a:cubicBezTo>
                    <a:cubicBezTo>
                      <a:pt x="29" y="0"/>
                      <a:pt x="27" y="0"/>
                      <a:pt x="26" y="1"/>
                    </a:cubicBezTo>
                    <a:cubicBezTo>
                      <a:pt x="1" y="31"/>
                      <a:pt x="1" y="31"/>
                      <a:pt x="1" y="31"/>
                    </a:cubicBezTo>
                    <a:cubicBezTo>
                      <a:pt x="0" y="32"/>
                      <a:pt x="0" y="34"/>
                      <a:pt x="1" y="35"/>
                    </a:cubicBezTo>
                    <a:cubicBezTo>
                      <a:pt x="2" y="35"/>
                      <a:pt x="4" y="35"/>
                      <a:pt x="5" y="34"/>
                    </a:cubicBezTo>
                  </a:path>
                </a:pathLst>
              </a:custGeom>
              <a:solidFill>
                <a:srgbClr val="07123F"/>
              </a:solidFill>
              <a:ln>
                <a:noFill/>
              </a:ln>
              <a:extLst>
                <a:ext uri="{91240B29-F687-4F45-9708-019B960494DF}">
                  <a14:hiddenLine xmlns:a14="http://schemas.microsoft.com/office/drawing/2010/main" w="9525">
                    <a:solidFill>
                      <a:srgbClr val="000000"/>
                    </a:solidFill>
                    <a:round/>
                    <a:headEnd/>
                    <a:tailEnd/>
                  </a14:hiddenLine>
                </a:ext>
              </a:extLst>
            </p:spPr>
            <p:txBody>
              <a:bodyPr anchor="ctr"/>
              <a:lstStyle/>
              <a:p>
                <a:pPr algn="ctr"/>
                <a:endParaRPr/>
              </a:p>
            </p:txBody>
          </p:sp>
          <p:sp>
            <p:nvSpPr>
              <p:cNvPr id="582" name="iSḻïďê">
                <a:extLst>
                  <a:ext uri="{FF2B5EF4-FFF2-40B4-BE49-F238E27FC236}">
                    <a16:creationId xmlns:a16="http://schemas.microsoft.com/office/drawing/2014/main" id="{32F8568F-0622-4274-9F74-E0BDC376DAB7}"/>
                  </a:ext>
                </a:extLst>
              </p:cNvPr>
              <p:cNvSpPr/>
              <p:nvPr/>
            </p:nvSpPr>
            <p:spPr bwMode="auto">
              <a:xfrm>
                <a:off x="3311" y="3548"/>
                <a:ext cx="41" cy="46"/>
              </a:xfrm>
              <a:custGeom>
                <a:avLst/>
                <a:gdLst>
                  <a:gd name="T0" fmla="*/ 6 w 32"/>
                  <a:gd name="T1" fmla="*/ 34 h 36"/>
                  <a:gd name="T2" fmla="*/ 31 w 32"/>
                  <a:gd name="T3" fmla="*/ 5 h 36"/>
                  <a:gd name="T4" fmla="*/ 30 w 32"/>
                  <a:gd name="T5" fmla="*/ 1 h 36"/>
                  <a:gd name="T6" fmla="*/ 27 w 32"/>
                  <a:gd name="T7" fmla="*/ 2 h 36"/>
                  <a:gd name="T8" fmla="*/ 1 w 32"/>
                  <a:gd name="T9" fmla="*/ 31 h 36"/>
                  <a:gd name="T10" fmla="*/ 2 w 32"/>
                  <a:gd name="T11" fmla="*/ 35 h 36"/>
                  <a:gd name="T12" fmla="*/ 6 w 32"/>
                  <a:gd name="T13" fmla="*/ 34 h 36"/>
                </a:gdLst>
                <a:ahLst/>
                <a:cxnLst>
                  <a:cxn ang="0">
                    <a:pos x="T0" y="T1"/>
                  </a:cxn>
                  <a:cxn ang="0">
                    <a:pos x="T2" y="T3"/>
                  </a:cxn>
                  <a:cxn ang="0">
                    <a:pos x="T4" y="T5"/>
                  </a:cxn>
                  <a:cxn ang="0">
                    <a:pos x="T6" y="T7"/>
                  </a:cxn>
                  <a:cxn ang="0">
                    <a:pos x="T8" y="T9"/>
                  </a:cxn>
                  <a:cxn ang="0">
                    <a:pos x="T10" y="T11"/>
                  </a:cxn>
                  <a:cxn ang="0">
                    <a:pos x="T12" y="T13"/>
                  </a:cxn>
                </a:cxnLst>
                <a:rect l="0" t="0" r="r" b="b"/>
                <a:pathLst>
                  <a:path w="32" h="36">
                    <a:moveTo>
                      <a:pt x="6" y="34"/>
                    </a:moveTo>
                    <a:cubicBezTo>
                      <a:pt x="31" y="5"/>
                      <a:pt x="31" y="5"/>
                      <a:pt x="31" y="5"/>
                    </a:cubicBezTo>
                    <a:cubicBezTo>
                      <a:pt x="32" y="4"/>
                      <a:pt x="31" y="2"/>
                      <a:pt x="30" y="1"/>
                    </a:cubicBezTo>
                    <a:cubicBezTo>
                      <a:pt x="29" y="0"/>
                      <a:pt x="28" y="0"/>
                      <a:pt x="27" y="2"/>
                    </a:cubicBezTo>
                    <a:cubicBezTo>
                      <a:pt x="1" y="31"/>
                      <a:pt x="1" y="31"/>
                      <a:pt x="1" y="31"/>
                    </a:cubicBezTo>
                    <a:cubicBezTo>
                      <a:pt x="0" y="32"/>
                      <a:pt x="1" y="34"/>
                      <a:pt x="2" y="35"/>
                    </a:cubicBezTo>
                    <a:cubicBezTo>
                      <a:pt x="3" y="36"/>
                      <a:pt x="5" y="36"/>
                      <a:pt x="6" y="34"/>
                    </a:cubicBezTo>
                  </a:path>
                </a:pathLst>
              </a:custGeom>
              <a:solidFill>
                <a:srgbClr val="07123F"/>
              </a:solidFill>
              <a:ln>
                <a:noFill/>
              </a:ln>
              <a:extLst>
                <a:ext uri="{91240B29-F687-4F45-9708-019B960494DF}">
                  <a14:hiddenLine xmlns:a14="http://schemas.microsoft.com/office/drawing/2010/main" w="9525">
                    <a:solidFill>
                      <a:srgbClr val="000000"/>
                    </a:solidFill>
                    <a:round/>
                    <a:headEnd/>
                    <a:tailEnd/>
                  </a14:hiddenLine>
                </a:ext>
              </a:extLst>
            </p:spPr>
            <p:txBody>
              <a:bodyPr anchor="ctr"/>
              <a:lstStyle/>
              <a:p>
                <a:pPr algn="ctr"/>
                <a:endParaRPr/>
              </a:p>
            </p:txBody>
          </p:sp>
          <p:sp>
            <p:nvSpPr>
              <p:cNvPr id="583" name="îṣļíḋê">
                <a:extLst>
                  <a:ext uri="{FF2B5EF4-FFF2-40B4-BE49-F238E27FC236}">
                    <a16:creationId xmlns:a16="http://schemas.microsoft.com/office/drawing/2014/main" id="{734E36B8-9F52-44AC-864A-7862EA182D13}"/>
                  </a:ext>
                </a:extLst>
              </p:cNvPr>
              <p:cNvSpPr/>
              <p:nvPr/>
            </p:nvSpPr>
            <p:spPr bwMode="auto">
              <a:xfrm>
                <a:off x="3335" y="3556"/>
                <a:ext cx="45" cy="51"/>
              </a:xfrm>
              <a:custGeom>
                <a:avLst/>
                <a:gdLst>
                  <a:gd name="T0" fmla="*/ 6 w 35"/>
                  <a:gd name="T1" fmla="*/ 39 h 40"/>
                  <a:gd name="T2" fmla="*/ 34 w 35"/>
                  <a:gd name="T3" fmla="*/ 5 h 40"/>
                  <a:gd name="T4" fmla="*/ 33 w 35"/>
                  <a:gd name="T5" fmla="*/ 1 h 40"/>
                  <a:gd name="T6" fmla="*/ 30 w 35"/>
                  <a:gd name="T7" fmla="*/ 2 h 40"/>
                  <a:gd name="T8" fmla="*/ 1 w 35"/>
                  <a:gd name="T9" fmla="*/ 35 h 40"/>
                  <a:gd name="T10" fmla="*/ 2 w 35"/>
                  <a:gd name="T11" fmla="*/ 39 h 40"/>
                  <a:gd name="T12" fmla="*/ 6 w 35"/>
                  <a:gd name="T13" fmla="*/ 39 h 40"/>
                </a:gdLst>
                <a:ahLst/>
                <a:cxnLst>
                  <a:cxn ang="0">
                    <a:pos x="T0" y="T1"/>
                  </a:cxn>
                  <a:cxn ang="0">
                    <a:pos x="T2" y="T3"/>
                  </a:cxn>
                  <a:cxn ang="0">
                    <a:pos x="T4" y="T5"/>
                  </a:cxn>
                  <a:cxn ang="0">
                    <a:pos x="T6" y="T7"/>
                  </a:cxn>
                  <a:cxn ang="0">
                    <a:pos x="T8" y="T9"/>
                  </a:cxn>
                  <a:cxn ang="0">
                    <a:pos x="T10" y="T11"/>
                  </a:cxn>
                  <a:cxn ang="0">
                    <a:pos x="T12" y="T13"/>
                  </a:cxn>
                </a:cxnLst>
                <a:rect l="0" t="0" r="r" b="b"/>
                <a:pathLst>
                  <a:path w="35" h="40">
                    <a:moveTo>
                      <a:pt x="6" y="39"/>
                    </a:moveTo>
                    <a:cubicBezTo>
                      <a:pt x="34" y="5"/>
                      <a:pt x="34" y="5"/>
                      <a:pt x="34" y="5"/>
                    </a:cubicBezTo>
                    <a:cubicBezTo>
                      <a:pt x="35" y="4"/>
                      <a:pt x="35" y="2"/>
                      <a:pt x="33" y="1"/>
                    </a:cubicBezTo>
                    <a:cubicBezTo>
                      <a:pt x="32" y="0"/>
                      <a:pt x="31" y="1"/>
                      <a:pt x="30" y="2"/>
                    </a:cubicBezTo>
                    <a:cubicBezTo>
                      <a:pt x="1" y="35"/>
                      <a:pt x="1" y="35"/>
                      <a:pt x="1" y="35"/>
                    </a:cubicBezTo>
                    <a:cubicBezTo>
                      <a:pt x="0" y="36"/>
                      <a:pt x="1" y="38"/>
                      <a:pt x="2" y="39"/>
                    </a:cubicBezTo>
                    <a:cubicBezTo>
                      <a:pt x="3" y="40"/>
                      <a:pt x="5" y="40"/>
                      <a:pt x="6" y="39"/>
                    </a:cubicBezTo>
                  </a:path>
                </a:pathLst>
              </a:custGeom>
              <a:solidFill>
                <a:srgbClr val="07123F"/>
              </a:solidFill>
              <a:ln>
                <a:noFill/>
              </a:ln>
              <a:extLst>
                <a:ext uri="{91240B29-F687-4F45-9708-019B960494DF}">
                  <a14:hiddenLine xmlns:a14="http://schemas.microsoft.com/office/drawing/2010/main" w="9525">
                    <a:solidFill>
                      <a:srgbClr val="000000"/>
                    </a:solidFill>
                    <a:round/>
                    <a:headEnd/>
                    <a:tailEnd/>
                  </a14:hiddenLine>
                </a:ext>
              </a:extLst>
            </p:spPr>
            <p:txBody>
              <a:bodyPr anchor="ctr"/>
              <a:lstStyle/>
              <a:p>
                <a:pPr algn="ctr"/>
                <a:endParaRPr/>
              </a:p>
            </p:txBody>
          </p:sp>
          <p:sp>
            <p:nvSpPr>
              <p:cNvPr id="584" name="ïṩlîde">
                <a:extLst>
                  <a:ext uri="{FF2B5EF4-FFF2-40B4-BE49-F238E27FC236}">
                    <a16:creationId xmlns:a16="http://schemas.microsoft.com/office/drawing/2014/main" id="{F8AF1697-A60D-40A0-BDD2-855B86D9E631}"/>
                  </a:ext>
                </a:extLst>
              </p:cNvPr>
              <p:cNvSpPr/>
              <p:nvPr/>
            </p:nvSpPr>
            <p:spPr bwMode="auto">
              <a:xfrm>
                <a:off x="2860" y="2627"/>
                <a:ext cx="461" cy="922"/>
              </a:xfrm>
              <a:custGeom>
                <a:avLst/>
                <a:gdLst>
                  <a:gd name="T0" fmla="*/ 325 w 362"/>
                  <a:gd name="T1" fmla="*/ 193 h 725"/>
                  <a:gd name="T2" fmla="*/ 33 w 362"/>
                  <a:gd name="T3" fmla="*/ 0 h 725"/>
                  <a:gd name="T4" fmla="*/ 0 w 362"/>
                  <a:gd name="T5" fmla="*/ 74 h 725"/>
                  <a:gd name="T6" fmla="*/ 251 w 362"/>
                  <a:gd name="T7" fmla="*/ 227 h 725"/>
                  <a:gd name="T8" fmla="*/ 270 w 362"/>
                  <a:gd name="T9" fmla="*/ 725 h 725"/>
                  <a:gd name="T10" fmla="*/ 342 w 362"/>
                  <a:gd name="T11" fmla="*/ 721 h 725"/>
                  <a:gd name="T12" fmla="*/ 353 w 362"/>
                  <a:gd name="T13" fmla="*/ 512 h 725"/>
                  <a:gd name="T14" fmla="*/ 325 w 362"/>
                  <a:gd name="T15" fmla="*/ 193 h 725"/>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62" h="725">
                    <a:moveTo>
                      <a:pt x="325" y="193"/>
                    </a:moveTo>
                    <a:cubicBezTo>
                      <a:pt x="280" y="116"/>
                      <a:pt x="106" y="32"/>
                      <a:pt x="33" y="0"/>
                    </a:cubicBezTo>
                    <a:cubicBezTo>
                      <a:pt x="0" y="74"/>
                      <a:pt x="0" y="74"/>
                      <a:pt x="0" y="74"/>
                    </a:cubicBezTo>
                    <a:cubicBezTo>
                      <a:pt x="77" y="104"/>
                      <a:pt x="228" y="171"/>
                      <a:pt x="251" y="227"/>
                    </a:cubicBezTo>
                    <a:cubicBezTo>
                      <a:pt x="280" y="301"/>
                      <a:pt x="271" y="700"/>
                      <a:pt x="270" y="725"/>
                    </a:cubicBezTo>
                    <a:cubicBezTo>
                      <a:pt x="342" y="721"/>
                      <a:pt x="342" y="721"/>
                      <a:pt x="342" y="721"/>
                    </a:cubicBezTo>
                    <a:cubicBezTo>
                      <a:pt x="342" y="721"/>
                      <a:pt x="348" y="630"/>
                      <a:pt x="353" y="512"/>
                    </a:cubicBezTo>
                    <a:cubicBezTo>
                      <a:pt x="362" y="289"/>
                      <a:pt x="343" y="225"/>
                      <a:pt x="325" y="193"/>
                    </a:cubicBezTo>
                    <a:close/>
                  </a:path>
                </a:pathLst>
              </a:custGeom>
              <a:solidFill>
                <a:srgbClr val="1D1D2E"/>
              </a:solidFill>
              <a:ln>
                <a:noFill/>
              </a:ln>
              <a:extLst>
                <a:ext uri="{91240B29-F687-4F45-9708-019B960494DF}">
                  <a14:hiddenLine xmlns:a14="http://schemas.microsoft.com/office/drawing/2010/main" w="9525">
                    <a:solidFill>
                      <a:srgbClr val="000000"/>
                    </a:solidFill>
                    <a:round/>
                    <a:headEnd/>
                    <a:tailEnd/>
                  </a14:hiddenLine>
                </a:ext>
              </a:extLst>
            </p:spPr>
            <p:txBody>
              <a:bodyPr anchor="ctr"/>
              <a:lstStyle/>
              <a:p>
                <a:pPr algn="ctr"/>
                <a:endParaRPr/>
              </a:p>
            </p:txBody>
          </p:sp>
          <p:sp>
            <p:nvSpPr>
              <p:cNvPr id="585" name="íṡľïḓê">
                <a:extLst>
                  <a:ext uri="{FF2B5EF4-FFF2-40B4-BE49-F238E27FC236}">
                    <a16:creationId xmlns:a16="http://schemas.microsoft.com/office/drawing/2014/main" id="{0695E7BF-E6A6-4561-B653-213232D7156D}"/>
                  </a:ext>
                </a:extLst>
              </p:cNvPr>
              <p:cNvSpPr/>
              <p:nvPr/>
            </p:nvSpPr>
            <p:spPr bwMode="auto">
              <a:xfrm>
                <a:off x="2828" y="2721"/>
                <a:ext cx="388" cy="831"/>
              </a:xfrm>
              <a:custGeom>
                <a:avLst/>
                <a:gdLst>
                  <a:gd name="T0" fmla="*/ 276 w 305"/>
                  <a:gd name="T1" fmla="*/ 153 h 653"/>
                  <a:gd name="T2" fmla="*/ 25 w 305"/>
                  <a:gd name="T3" fmla="*/ 0 h 653"/>
                  <a:gd name="T4" fmla="*/ 0 w 305"/>
                  <a:gd name="T5" fmla="*/ 56 h 653"/>
                  <a:gd name="T6" fmla="*/ 226 w 305"/>
                  <a:gd name="T7" fmla="*/ 190 h 653"/>
                  <a:gd name="T8" fmla="*/ 234 w 305"/>
                  <a:gd name="T9" fmla="*/ 653 h 653"/>
                  <a:gd name="T10" fmla="*/ 295 w 305"/>
                  <a:gd name="T11" fmla="*/ 651 h 653"/>
                  <a:gd name="T12" fmla="*/ 276 w 305"/>
                  <a:gd name="T13" fmla="*/ 153 h 653"/>
                </a:gdLst>
                <a:ahLst/>
                <a:cxnLst>
                  <a:cxn ang="0">
                    <a:pos x="T0" y="T1"/>
                  </a:cxn>
                  <a:cxn ang="0">
                    <a:pos x="T2" y="T3"/>
                  </a:cxn>
                  <a:cxn ang="0">
                    <a:pos x="T4" y="T5"/>
                  </a:cxn>
                  <a:cxn ang="0">
                    <a:pos x="T6" y="T7"/>
                  </a:cxn>
                  <a:cxn ang="0">
                    <a:pos x="T8" y="T9"/>
                  </a:cxn>
                  <a:cxn ang="0">
                    <a:pos x="T10" y="T11"/>
                  </a:cxn>
                  <a:cxn ang="0">
                    <a:pos x="T12" y="T13"/>
                  </a:cxn>
                </a:cxnLst>
                <a:rect l="0" t="0" r="r" b="b"/>
                <a:pathLst>
                  <a:path w="305" h="653">
                    <a:moveTo>
                      <a:pt x="276" y="153"/>
                    </a:moveTo>
                    <a:cubicBezTo>
                      <a:pt x="253" y="97"/>
                      <a:pt x="102" y="30"/>
                      <a:pt x="25" y="0"/>
                    </a:cubicBezTo>
                    <a:cubicBezTo>
                      <a:pt x="0" y="56"/>
                      <a:pt x="0" y="56"/>
                      <a:pt x="0" y="56"/>
                    </a:cubicBezTo>
                    <a:cubicBezTo>
                      <a:pt x="104" y="102"/>
                      <a:pt x="209" y="165"/>
                      <a:pt x="226" y="190"/>
                    </a:cubicBezTo>
                    <a:cubicBezTo>
                      <a:pt x="243" y="231"/>
                      <a:pt x="247" y="434"/>
                      <a:pt x="234" y="653"/>
                    </a:cubicBezTo>
                    <a:cubicBezTo>
                      <a:pt x="295" y="651"/>
                      <a:pt x="295" y="651"/>
                      <a:pt x="295" y="651"/>
                    </a:cubicBezTo>
                    <a:cubicBezTo>
                      <a:pt x="296" y="626"/>
                      <a:pt x="305" y="227"/>
                      <a:pt x="276" y="153"/>
                    </a:cubicBezTo>
                    <a:close/>
                  </a:path>
                </a:pathLst>
              </a:custGeom>
              <a:solidFill>
                <a:srgbClr val="161624"/>
              </a:solidFill>
              <a:ln>
                <a:noFill/>
              </a:ln>
              <a:extLst>
                <a:ext uri="{91240B29-F687-4F45-9708-019B960494DF}">
                  <a14:hiddenLine xmlns:a14="http://schemas.microsoft.com/office/drawing/2010/main" w="9525">
                    <a:solidFill>
                      <a:srgbClr val="000000"/>
                    </a:solidFill>
                    <a:round/>
                    <a:headEnd/>
                    <a:tailEnd/>
                  </a14:hiddenLine>
                </a:ext>
              </a:extLst>
            </p:spPr>
            <p:txBody>
              <a:bodyPr anchor="ctr"/>
              <a:lstStyle/>
              <a:p>
                <a:pPr algn="ctr"/>
                <a:endParaRPr/>
              </a:p>
            </p:txBody>
          </p:sp>
          <p:sp>
            <p:nvSpPr>
              <p:cNvPr id="586" name="iṧļíḋè">
                <a:extLst>
                  <a:ext uri="{FF2B5EF4-FFF2-40B4-BE49-F238E27FC236}">
                    <a16:creationId xmlns:a16="http://schemas.microsoft.com/office/drawing/2014/main" id="{1F79D9EE-FF92-4109-A788-C55EBDC43E1C}"/>
                  </a:ext>
                </a:extLst>
              </p:cNvPr>
              <p:cNvSpPr/>
              <p:nvPr/>
            </p:nvSpPr>
            <p:spPr bwMode="auto">
              <a:xfrm>
                <a:off x="2783" y="3506"/>
                <a:ext cx="312" cy="206"/>
              </a:xfrm>
              <a:custGeom>
                <a:avLst/>
                <a:gdLst>
                  <a:gd name="T0" fmla="*/ 0 w 245"/>
                  <a:gd name="T1" fmla="*/ 77 h 162"/>
                  <a:gd name="T2" fmla="*/ 210 w 245"/>
                  <a:gd name="T3" fmla="*/ 157 h 162"/>
                  <a:gd name="T4" fmla="*/ 242 w 245"/>
                  <a:gd name="T5" fmla="*/ 143 h 162"/>
                  <a:gd name="T6" fmla="*/ 235 w 245"/>
                  <a:gd name="T7" fmla="*/ 116 h 162"/>
                  <a:gd name="T8" fmla="*/ 144 w 245"/>
                  <a:gd name="T9" fmla="*/ 40 h 162"/>
                  <a:gd name="T10" fmla="*/ 30 w 245"/>
                  <a:gd name="T11" fmla="*/ 0 h 162"/>
                  <a:gd name="T12" fmla="*/ 0 w 245"/>
                  <a:gd name="T13" fmla="*/ 77 h 162"/>
                </a:gdLst>
                <a:ahLst/>
                <a:cxnLst>
                  <a:cxn ang="0">
                    <a:pos x="T0" y="T1"/>
                  </a:cxn>
                  <a:cxn ang="0">
                    <a:pos x="T2" y="T3"/>
                  </a:cxn>
                  <a:cxn ang="0">
                    <a:pos x="T4" y="T5"/>
                  </a:cxn>
                  <a:cxn ang="0">
                    <a:pos x="T6" y="T7"/>
                  </a:cxn>
                  <a:cxn ang="0">
                    <a:pos x="T8" y="T9"/>
                  </a:cxn>
                  <a:cxn ang="0">
                    <a:pos x="T10" y="T11"/>
                  </a:cxn>
                  <a:cxn ang="0">
                    <a:pos x="T12" y="T13"/>
                  </a:cxn>
                </a:cxnLst>
                <a:rect l="0" t="0" r="r" b="b"/>
                <a:pathLst>
                  <a:path w="245" h="162">
                    <a:moveTo>
                      <a:pt x="0" y="77"/>
                    </a:moveTo>
                    <a:cubicBezTo>
                      <a:pt x="210" y="157"/>
                      <a:pt x="210" y="157"/>
                      <a:pt x="210" y="157"/>
                    </a:cubicBezTo>
                    <a:cubicBezTo>
                      <a:pt x="223" y="162"/>
                      <a:pt x="237" y="155"/>
                      <a:pt x="242" y="143"/>
                    </a:cubicBezTo>
                    <a:cubicBezTo>
                      <a:pt x="245" y="133"/>
                      <a:pt x="242" y="122"/>
                      <a:pt x="235" y="116"/>
                    </a:cubicBezTo>
                    <a:cubicBezTo>
                      <a:pt x="144" y="40"/>
                      <a:pt x="144" y="40"/>
                      <a:pt x="144" y="40"/>
                    </a:cubicBezTo>
                    <a:cubicBezTo>
                      <a:pt x="30" y="0"/>
                      <a:pt x="30" y="0"/>
                      <a:pt x="30" y="0"/>
                    </a:cubicBezTo>
                    <a:lnTo>
                      <a:pt x="0" y="77"/>
                    </a:lnTo>
                    <a:close/>
                  </a:path>
                </a:pathLst>
              </a:custGeom>
              <a:solidFill>
                <a:srgbClr val="AA6842"/>
              </a:solidFill>
              <a:ln>
                <a:noFill/>
              </a:ln>
              <a:extLst>
                <a:ext uri="{91240B29-F687-4F45-9708-019B960494DF}">
                  <a14:hiddenLine xmlns:a14="http://schemas.microsoft.com/office/drawing/2010/main" w="9525">
                    <a:solidFill>
                      <a:srgbClr val="000000"/>
                    </a:solidFill>
                    <a:round/>
                    <a:headEnd/>
                    <a:tailEnd/>
                  </a14:hiddenLine>
                </a:ext>
              </a:extLst>
            </p:spPr>
            <p:txBody>
              <a:bodyPr anchor="ctr"/>
              <a:lstStyle/>
              <a:p>
                <a:pPr algn="ctr"/>
                <a:endParaRPr/>
              </a:p>
            </p:txBody>
          </p:sp>
          <p:sp>
            <p:nvSpPr>
              <p:cNvPr id="587" name="íśļiḋe">
                <a:extLst>
                  <a:ext uri="{FF2B5EF4-FFF2-40B4-BE49-F238E27FC236}">
                    <a16:creationId xmlns:a16="http://schemas.microsoft.com/office/drawing/2014/main" id="{28046283-7222-4BA1-ACDE-75821516D0D2}"/>
                  </a:ext>
                </a:extLst>
              </p:cNvPr>
              <p:cNvSpPr/>
              <p:nvPr/>
            </p:nvSpPr>
            <p:spPr bwMode="auto">
              <a:xfrm>
                <a:off x="2782" y="3595"/>
                <a:ext cx="298" cy="125"/>
              </a:xfrm>
              <a:custGeom>
                <a:avLst/>
                <a:gdLst>
                  <a:gd name="T0" fmla="*/ 218 w 234"/>
                  <a:gd name="T1" fmla="*/ 96 h 98"/>
                  <a:gd name="T2" fmla="*/ 0 w 234"/>
                  <a:gd name="T3" fmla="*/ 15 h 98"/>
                  <a:gd name="T4" fmla="*/ 6 w 234"/>
                  <a:gd name="T5" fmla="*/ 0 h 98"/>
                  <a:gd name="T6" fmla="*/ 234 w 234"/>
                  <a:gd name="T7" fmla="*/ 85 h 98"/>
                  <a:gd name="T8" fmla="*/ 233 w 234"/>
                  <a:gd name="T9" fmla="*/ 90 h 98"/>
                  <a:gd name="T10" fmla="*/ 218 w 234"/>
                  <a:gd name="T11" fmla="*/ 96 h 98"/>
                </a:gdLst>
                <a:ahLst/>
                <a:cxnLst>
                  <a:cxn ang="0">
                    <a:pos x="T0" y="T1"/>
                  </a:cxn>
                  <a:cxn ang="0">
                    <a:pos x="T2" y="T3"/>
                  </a:cxn>
                  <a:cxn ang="0">
                    <a:pos x="T4" y="T5"/>
                  </a:cxn>
                  <a:cxn ang="0">
                    <a:pos x="T6" y="T7"/>
                  </a:cxn>
                  <a:cxn ang="0">
                    <a:pos x="T8" y="T9"/>
                  </a:cxn>
                  <a:cxn ang="0">
                    <a:pos x="T10" y="T11"/>
                  </a:cxn>
                </a:cxnLst>
                <a:rect l="0" t="0" r="r" b="b"/>
                <a:pathLst>
                  <a:path w="234" h="98">
                    <a:moveTo>
                      <a:pt x="218" y="96"/>
                    </a:moveTo>
                    <a:cubicBezTo>
                      <a:pt x="0" y="15"/>
                      <a:pt x="0" y="15"/>
                      <a:pt x="0" y="15"/>
                    </a:cubicBezTo>
                    <a:cubicBezTo>
                      <a:pt x="6" y="0"/>
                      <a:pt x="6" y="0"/>
                      <a:pt x="6" y="0"/>
                    </a:cubicBezTo>
                    <a:cubicBezTo>
                      <a:pt x="234" y="85"/>
                      <a:pt x="234" y="85"/>
                      <a:pt x="234" y="85"/>
                    </a:cubicBezTo>
                    <a:cubicBezTo>
                      <a:pt x="233" y="90"/>
                      <a:pt x="233" y="90"/>
                      <a:pt x="233" y="90"/>
                    </a:cubicBezTo>
                    <a:cubicBezTo>
                      <a:pt x="230" y="95"/>
                      <a:pt x="224" y="98"/>
                      <a:pt x="218" y="96"/>
                    </a:cubicBezTo>
                    <a:close/>
                  </a:path>
                </a:pathLst>
              </a:custGeom>
              <a:solidFill>
                <a:srgbClr val="07123F"/>
              </a:solidFill>
              <a:ln>
                <a:noFill/>
              </a:ln>
              <a:extLst>
                <a:ext uri="{91240B29-F687-4F45-9708-019B960494DF}">
                  <a14:hiddenLine xmlns:a14="http://schemas.microsoft.com/office/drawing/2010/main" w="9525">
                    <a:solidFill>
                      <a:srgbClr val="000000"/>
                    </a:solidFill>
                    <a:round/>
                    <a:headEnd/>
                    <a:tailEnd/>
                  </a14:hiddenLine>
                </a:ext>
              </a:extLst>
            </p:spPr>
            <p:txBody>
              <a:bodyPr anchor="ctr"/>
              <a:lstStyle/>
              <a:p>
                <a:pPr algn="ctr"/>
                <a:endParaRPr/>
              </a:p>
            </p:txBody>
          </p:sp>
          <p:sp>
            <p:nvSpPr>
              <p:cNvPr id="588" name="íŝ1ïďè">
                <a:extLst>
                  <a:ext uri="{FF2B5EF4-FFF2-40B4-BE49-F238E27FC236}">
                    <a16:creationId xmlns:a16="http://schemas.microsoft.com/office/drawing/2014/main" id="{CF80EB67-CB5C-4DD6-AE86-09978A56B98D}"/>
                  </a:ext>
                </a:extLst>
              </p:cNvPr>
              <p:cNvSpPr/>
              <p:nvPr/>
            </p:nvSpPr>
            <p:spPr bwMode="auto">
              <a:xfrm>
                <a:off x="2502" y="2689"/>
                <a:ext cx="509" cy="869"/>
              </a:xfrm>
              <a:custGeom>
                <a:avLst/>
                <a:gdLst>
                  <a:gd name="T0" fmla="*/ 394 w 400"/>
                  <a:gd name="T1" fmla="*/ 456 h 683"/>
                  <a:gd name="T2" fmla="*/ 381 w 400"/>
                  <a:gd name="T3" fmla="*/ 683 h 683"/>
                  <a:gd name="T4" fmla="*/ 305 w 400"/>
                  <a:gd name="T5" fmla="*/ 675 h 683"/>
                  <a:gd name="T6" fmla="*/ 239 w 400"/>
                  <a:gd name="T7" fmla="*/ 669 h 683"/>
                  <a:gd name="T8" fmla="*/ 237 w 400"/>
                  <a:gd name="T9" fmla="*/ 229 h 683"/>
                  <a:gd name="T10" fmla="*/ 40 w 400"/>
                  <a:gd name="T11" fmla="*/ 138 h 683"/>
                  <a:gd name="T12" fmla="*/ 7 w 400"/>
                  <a:gd name="T13" fmla="*/ 124 h 683"/>
                  <a:gd name="T14" fmla="*/ 2 w 400"/>
                  <a:gd name="T15" fmla="*/ 120 h 683"/>
                  <a:gd name="T16" fmla="*/ 0 w 400"/>
                  <a:gd name="T17" fmla="*/ 122 h 683"/>
                  <a:gd name="T18" fmla="*/ 216 w 400"/>
                  <a:gd name="T19" fmla="*/ 42 h 683"/>
                  <a:gd name="T20" fmla="*/ 304 w 400"/>
                  <a:gd name="T21" fmla="*/ 102 h 683"/>
                  <a:gd name="T22" fmla="*/ 345 w 400"/>
                  <a:gd name="T23" fmla="*/ 136 h 683"/>
                  <a:gd name="T24" fmla="*/ 394 w 400"/>
                  <a:gd name="T25" fmla="*/ 456 h 68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400" h="683">
                    <a:moveTo>
                      <a:pt x="394" y="456"/>
                    </a:moveTo>
                    <a:cubicBezTo>
                      <a:pt x="391" y="572"/>
                      <a:pt x="381" y="678"/>
                      <a:pt x="381" y="683"/>
                    </a:cubicBezTo>
                    <a:cubicBezTo>
                      <a:pt x="305" y="675"/>
                      <a:pt x="305" y="675"/>
                      <a:pt x="305" y="675"/>
                    </a:cubicBezTo>
                    <a:cubicBezTo>
                      <a:pt x="239" y="669"/>
                      <a:pt x="239" y="669"/>
                      <a:pt x="239" y="669"/>
                    </a:cubicBezTo>
                    <a:cubicBezTo>
                      <a:pt x="258" y="471"/>
                      <a:pt x="257" y="272"/>
                      <a:pt x="237" y="229"/>
                    </a:cubicBezTo>
                    <a:cubicBezTo>
                      <a:pt x="214" y="207"/>
                      <a:pt x="124" y="168"/>
                      <a:pt x="40" y="138"/>
                    </a:cubicBezTo>
                    <a:cubicBezTo>
                      <a:pt x="28" y="133"/>
                      <a:pt x="19" y="127"/>
                      <a:pt x="7" y="124"/>
                    </a:cubicBezTo>
                    <a:cubicBezTo>
                      <a:pt x="5" y="123"/>
                      <a:pt x="4" y="121"/>
                      <a:pt x="2" y="120"/>
                    </a:cubicBezTo>
                    <a:cubicBezTo>
                      <a:pt x="0" y="122"/>
                      <a:pt x="0" y="122"/>
                      <a:pt x="0" y="122"/>
                    </a:cubicBezTo>
                    <a:cubicBezTo>
                      <a:pt x="0" y="122"/>
                      <a:pt x="69" y="0"/>
                      <a:pt x="216" y="42"/>
                    </a:cubicBezTo>
                    <a:cubicBezTo>
                      <a:pt x="247" y="51"/>
                      <a:pt x="272" y="80"/>
                      <a:pt x="304" y="102"/>
                    </a:cubicBezTo>
                    <a:cubicBezTo>
                      <a:pt x="320" y="113"/>
                      <a:pt x="334" y="124"/>
                      <a:pt x="345" y="136"/>
                    </a:cubicBezTo>
                    <a:cubicBezTo>
                      <a:pt x="374" y="168"/>
                      <a:pt x="400" y="229"/>
                      <a:pt x="394" y="456"/>
                    </a:cubicBezTo>
                    <a:close/>
                  </a:path>
                </a:pathLst>
              </a:custGeom>
              <a:solidFill>
                <a:srgbClr val="1D1D2E"/>
              </a:solidFill>
              <a:ln>
                <a:noFill/>
              </a:ln>
              <a:extLst>
                <a:ext uri="{91240B29-F687-4F45-9708-019B960494DF}">
                  <a14:hiddenLine xmlns:a14="http://schemas.microsoft.com/office/drawing/2010/main" w="9525">
                    <a:solidFill>
                      <a:srgbClr val="000000"/>
                    </a:solidFill>
                    <a:round/>
                    <a:headEnd/>
                    <a:tailEnd/>
                  </a14:hiddenLine>
                </a:ext>
              </a:extLst>
            </p:spPr>
            <p:txBody>
              <a:bodyPr anchor="ctr"/>
              <a:lstStyle/>
              <a:p>
                <a:pPr algn="ctr"/>
                <a:endParaRPr/>
              </a:p>
            </p:txBody>
          </p:sp>
          <p:sp>
            <p:nvSpPr>
              <p:cNvPr id="589" name="iṥḻiḋe">
                <a:extLst>
                  <a:ext uri="{FF2B5EF4-FFF2-40B4-BE49-F238E27FC236}">
                    <a16:creationId xmlns:a16="http://schemas.microsoft.com/office/drawing/2014/main" id="{7565D1FA-2139-4A05-A491-06AE25F4705A}"/>
                  </a:ext>
                </a:extLst>
              </p:cNvPr>
              <p:cNvSpPr/>
              <p:nvPr/>
            </p:nvSpPr>
            <p:spPr bwMode="auto">
              <a:xfrm>
                <a:off x="2936" y="3561"/>
                <a:ext cx="52" cy="29"/>
              </a:xfrm>
              <a:custGeom>
                <a:avLst/>
                <a:gdLst>
                  <a:gd name="T0" fmla="*/ 4 w 41"/>
                  <a:gd name="T1" fmla="*/ 22 h 23"/>
                  <a:gd name="T2" fmla="*/ 39 w 41"/>
                  <a:gd name="T3" fmla="*/ 6 h 23"/>
                  <a:gd name="T4" fmla="*/ 41 w 41"/>
                  <a:gd name="T5" fmla="*/ 2 h 23"/>
                  <a:gd name="T6" fmla="*/ 37 w 41"/>
                  <a:gd name="T7" fmla="*/ 1 h 23"/>
                  <a:gd name="T8" fmla="*/ 2 w 41"/>
                  <a:gd name="T9" fmla="*/ 17 h 23"/>
                  <a:gd name="T10" fmla="*/ 1 w 41"/>
                  <a:gd name="T11" fmla="*/ 21 h 23"/>
                  <a:gd name="T12" fmla="*/ 4 w 41"/>
                  <a:gd name="T13" fmla="*/ 22 h 23"/>
                </a:gdLst>
                <a:ahLst/>
                <a:cxnLst>
                  <a:cxn ang="0">
                    <a:pos x="T0" y="T1"/>
                  </a:cxn>
                  <a:cxn ang="0">
                    <a:pos x="T2" y="T3"/>
                  </a:cxn>
                  <a:cxn ang="0">
                    <a:pos x="T4" y="T5"/>
                  </a:cxn>
                  <a:cxn ang="0">
                    <a:pos x="T6" y="T7"/>
                  </a:cxn>
                  <a:cxn ang="0">
                    <a:pos x="T8" y="T9"/>
                  </a:cxn>
                  <a:cxn ang="0">
                    <a:pos x="T10" y="T11"/>
                  </a:cxn>
                  <a:cxn ang="0">
                    <a:pos x="T12" y="T13"/>
                  </a:cxn>
                </a:cxnLst>
                <a:rect l="0" t="0" r="r" b="b"/>
                <a:pathLst>
                  <a:path w="41" h="23">
                    <a:moveTo>
                      <a:pt x="4" y="22"/>
                    </a:moveTo>
                    <a:cubicBezTo>
                      <a:pt x="39" y="6"/>
                      <a:pt x="39" y="6"/>
                      <a:pt x="39" y="6"/>
                    </a:cubicBezTo>
                    <a:cubicBezTo>
                      <a:pt x="41" y="5"/>
                      <a:pt x="41" y="4"/>
                      <a:pt x="41" y="2"/>
                    </a:cubicBezTo>
                    <a:cubicBezTo>
                      <a:pt x="40" y="1"/>
                      <a:pt x="38" y="0"/>
                      <a:pt x="37" y="1"/>
                    </a:cubicBezTo>
                    <a:cubicBezTo>
                      <a:pt x="2" y="17"/>
                      <a:pt x="2" y="17"/>
                      <a:pt x="2" y="17"/>
                    </a:cubicBezTo>
                    <a:cubicBezTo>
                      <a:pt x="1" y="18"/>
                      <a:pt x="0" y="19"/>
                      <a:pt x="1" y="21"/>
                    </a:cubicBezTo>
                    <a:cubicBezTo>
                      <a:pt x="1" y="22"/>
                      <a:pt x="3" y="23"/>
                      <a:pt x="4" y="22"/>
                    </a:cubicBezTo>
                  </a:path>
                </a:pathLst>
              </a:custGeom>
              <a:solidFill>
                <a:srgbClr val="07123F"/>
              </a:solidFill>
              <a:ln>
                <a:noFill/>
              </a:ln>
              <a:extLst>
                <a:ext uri="{91240B29-F687-4F45-9708-019B960494DF}">
                  <a14:hiddenLine xmlns:a14="http://schemas.microsoft.com/office/drawing/2010/main" w="9525">
                    <a:solidFill>
                      <a:srgbClr val="000000"/>
                    </a:solidFill>
                    <a:round/>
                    <a:headEnd/>
                    <a:tailEnd/>
                  </a14:hiddenLine>
                </a:ext>
              </a:extLst>
            </p:spPr>
            <p:txBody>
              <a:bodyPr anchor="ctr"/>
              <a:lstStyle/>
              <a:p>
                <a:pPr algn="ctr"/>
                <a:endParaRPr/>
              </a:p>
            </p:txBody>
          </p:sp>
          <p:sp>
            <p:nvSpPr>
              <p:cNvPr id="590" name="ïŝľïḍê">
                <a:extLst>
                  <a:ext uri="{FF2B5EF4-FFF2-40B4-BE49-F238E27FC236}">
                    <a16:creationId xmlns:a16="http://schemas.microsoft.com/office/drawing/2014/main" id="{3B969ECB-F28E-425B-8949-0EEE32F74BFB}"/>
                  </a:ext>
                </a:extLst>
              </p:cNvPr>
              <p:cNvSpPr/>
              <p:nvPr/>
            </p:nvSpPr>
            <p:spPr bwMode="auto">
              <a:xfrm>
                <a:off x="2955" y="3580"/>
                <a:ext cx="53" cy="29"/>
              </a:xfrm>
              <a:custGeom>
                <a:avLst/>
                <a:gdLst>
                  <a:gd name="T0" fmla="*/ 4 w 41"/>
                  <a:gd name="T1" fmla="*/ 22 h 23"/>
                  <a:gd name="T2" fmla="*/ 39 w 41"/>
                  <a:gd name="T3" fmla="*/ 6 h 23"/>
                  <a:gd name="T4" fmla="*/ 40 w 41"/>
                  <a:gd name="T5" fmla="*/ 2 h 23"/>
                  <a:gd name="T6" fmla="*/ 37 w 41"/>
                  <a:gd name="T7" fmla="*/ 1 h 23"/>
                  <a:gd name="T8" fmla="*/ 2 w 41"/>
                  <a:gd name="T9" fmla="*/ 17 h 23"/>
                  <a:gd name="T10" fmla="*/ 0 w 41"/>
                  <a:gd name="T11" fmla="*/ 21 h 23"/>
                  <a:gd name="T12" fmla="*/ 4 w 41"/>
                  <a:gd name="T13" fmla="*/ 22 h 23"/>
                </a:gdLst>
                <a:ahLst/>
                <a:cxnLst>
                  <a:cxn ang="0">
                    <a:pos x="T0" y="T1"/>
                  </a:cxn>
                  <a:cxn ang="0">
                    <a:pos x="T2" y="T3"/>
                  </a:cxn>
                  <a:cxn ang="0">
                    <a:pos x="T4" y="T5"/>
                  </a:cxn>
                  <a:cxn ang="0">
                    <a:pos x="T6" y="T7"/>
                  </a:cxn>
                  <a:cxn ang="0">
                    <a:pos x="T8" y="T9"/>
                  </a:cxn>
                  <a:cxn ang="0">
                    <a:pos x="T10" y="T11"/>
                  </a:cxn>
                  <a:cxn ang="0">
                    <a:pos x="T12" y="T13"/>
                  </a:cxn>
                </a:cxnLst>
                <a:rect l="0" t="0" r="r" b="b"/>
                <a:pathLst>
                  <a:path w="41" h="23">
                    <a:moveTo>
                      <a:pt x="4" y="22"/>
                    </a:moveTo>
                    <a:cubicBezTo>
                      <a:pt x="39" y="6"/>
                      <a:pt x="39" y="6"/>
                      <a:pt x="39" y="6"/>
                    </a:cubicBezTo>
                    <a:cubicBezTo>
                      <a:pt x="40" y="5"/>
                      <a:pt x="41" y="4"/>
                      <a:pt x="40" y="2"/>
                    </a:cubicBezTo>
                    <a:cubicBezTo>
                      <a:pt x="40" y="1"/>
                      <a:pt x="38" y="0"/>
                      <a:pt x="37" y="1"/>
                    </a:cubicBezTo>
                    <a:cubicBezTo>
                      <a:pt x="2" y="17"/>
                      <a:pt x="2" y="17"/>
                      <a:pt x="2" y="17"/>
                    </a:cubicBezTo>
                    <a:cubicBezTo>
                      <a:pt x="0" y="18"/>
                      <a:pt x="0" y="19"/>
                      <a:pt x="0" y="21"/>
                    </a:cubicBezTo>
                    <a:cubicBezTo>
                      <a:pt x="1" y="22"/>
                      <a:pt x="3" y="23"/>
                      <a:pt x="4" y="22"/>
                    </a:cubicBezTo>
                  </a:path>
                </a:pathLst>
              </a:custGeom>
              <a:solidFill>
                <a:srgbClr val="07123F"/>
              </a:solidFill>
              <a:ln>
                <a:noFill/>
              </a:ln>
              <a:extLst>
                <a:ext uri="{91240B29-F687-4F45-9708-019B960494DF}">
                  <a14:hiddenLine xmlns:a14="http://schemas.microsoft.com/office/drawing/2010/main" w="9525">
                    <a:solidFill>
                      <a:srgbClr val="000000"/>
                    </a:solidFill>
                    <a:round/>
                    <a:headEnd/>
                    <a:tailEnd/>
                  </a14:hiddenLine>
                </a:ext>
              </a:extLst>
            </p:spPr>
            <p:txBody>
              <a:bodyPr anchor="ctr"/>
              <a:lstStyle/>
              <a:p>
                <a:pPr algn="ctr"/>
                <a:endParaRPr/>
              </a:p>
            </p:txBody>
          </p:sp>
          <p:sp>
            <p:nvSpPr>
              <p:cNvPr id="591" name="í$liḓe">
                <a:extLst>
                  <a:ext uri="{FF2B5EF4-FFF2-40B4-BE49-F238E27FC236}">
                    <a16:creationId xmlns:a16="http://schemas.microsoft.com/office/drawing/2014/main" id="{CAD939DE-C44B-483D-9AEA-836F9E483EEE}"/>
                  </a:ext>
                </a:extLst>
              </p:cNvPr>
              <p:cNvSpPr/>
              <p:nvPr/>
            </p:nvSpPr>
            <p:spPr bwMode="auto">
              <a:xfrm>
                <a:off x="2972" y="3599"/>
                <a:ext cx="58" cy="32"/>
              </a:xfrm>
              <a:custGeom>
                <a:avLst/>
                <a:gdLst>
                  <a:gd name="T0" fmla="*/ 4 w 46"/>
                  <a:gd name="T1" fmla="*/ 24 h 25"/>
                  <a:gd name="T2" fmla="*/ 44 w 46"/>
                  <a:gd name="T3" fmla="*/ 6 h 25"/>
                  <a:gd name="T4" fmla="*/ 45 w 46"/>
                  <a:gd name="T5" fmla="*/ 2 h 25"/>
                  <a:gd name="T6" fmla="*/ 41 w 46"/>
                  <a:gd name="T7" fmla="*/ 1 h 25"/>
                  <a:gd name="T8" fmla="*/ 2 w 46"/>
                  <a:gd name="T9" fmla="*/ 19 h 25"/>
                  <a:gd name="T10" fmla="*/ 0 w 46"/>
                  <a:gd name="T11" fmla="*/ 23 h 25"/>
                  <a:gd name="T12" fmla="*/ 4 w 46"/>
                  <a:gd name="T13" fmla="*/ 24 h 25"/>
                </a:gdLst>
                <a:ahLst/>
                <a:cxnLst>
                  <a:cxn ang="0">
                    <a:pos x="T0" y="T1"/>
                  </a:cxn>
                  <a:cxn ang="0">
                    <a:pos x="T2" y="T3"/>
                  </a:cxn>
                  <a:cxn ang="0">
                    <a:pos x="T4" y="T5"/>
                  </a:cxn>
                  <a:cxn ang="0">
                    <a:pos x="T6" y="T7"/>
                  </a:cxn>
                  <a:cxn ang="0">
                    <a:pos x="T8" y="T9"/>
                  </a:cxn>
                  <a:cxn ang="0">
                    <a:pos x="T10" y="T11"/>
                  </a:cxn>
                  <a:cxn ang="0">
                    <a:pos x="T12" y="T13"/>
                  </a:cxn>
                </a:cxnLst>
                <a:rect l="0" t="0" r="r" b="b"/>
                <a:pathLst>
                  <a:path w="46" h="25">
                    <a:moveTo>
                      <a:pt x="4" y="24"/>
                    </a:moveTo>
                    <a:cubicBezTo>
                      <a:pt x="44" y="6"/>
                      <a:pt x="44" y="6"/>
                      <a:pt x="44" y="6"/>
                    </a:cubicBezTo>
                    <a:cubicBezTo>
                      <a:pt x="45" y="5"/>
                      <a:pt x="46" y="3"/>
                      <a:pt x="45" y="2"/>
                    </a:cubicBezTo>
                    <a:cubicBezTo>
                      <a:pt x="44" y="1"/>
                      <a:pt x="43" y="0"/>
                      <a:pt x="41" y="1"/>
                    </a:cubicBezTo>
                    <a:cubicBezTo>
                      <a:pt x="2" y="19"/>
                      <a:pt x="2" y="19"/>
                      <a:pt x="2" y="19"/>
                    </a:cubicBezTo>
                    <a:cubicBezTo>
                      <a:pt x="0" y="20"/>
                      <a:pt x="0" y="21"/>
                      <a:pt x="0" y="23"/>
                    </a:cubicBezTo>
                    <a:cubicBezTo>
                      <a:pt x="1" y="24"/>
                      <a:pt x="3" y="25"/>
                      <a:pt x="4" y="24"/>
                    </a:cubicBezTo>
                  </a:path>
                </a:pathLst>
              </a:custGeom>
              <a:solidFill>
                <a:srgbClr val="07123F"/>
              </a:solidFill>
              <a:ln>
                <a:noFill/>
              </a:ln>
              <a:extLst>
                <a:ext uri="{91240B29-F687-4F45-9708-019B960494DF}">
                  <a14:hiddenLine xmlns:a14="http://schemas.microsoft.com/office/drawing/2010/main" w="9525">
                    <a:solidFill>
                      <a:srgbClr val="000000"/>
                    </a:solidFill>
                    <a:round/>
                    <a:headEnd/>
                    <a:tailEnd/>
                  </a14:hiddenLine>
                </a:ext>
              </a:extLst>
            </p:spPr>
            <p:txBody>
              <a:bodyPr anchor="ctr"/>
              <a:lstStyle/>
              <a:p>
                <a:pPr algn="ctr"/>
                <a:endParaRPr/>
              </a:p>
            </p:txBody>
          </p:sp>
          <p:sp>
            <p:nvSpPr>
              <p:cNvPr id="592" name="íṡliďê">
                <a:extLst>
                  <a:ext uri="{FF2B5EF4-FFF2-40B4-BE49-F238E27FC236}">
                    <a16:creationId xmlns:a16="http://schemas.microsoft.com/office/drawing/2014/main" id="{446D0079-F1D5-4505-AA4F-3FAC90CBDA59}"/>
                  </a:ext>
                </a:extLst>
              </p:cNvPr>
              <p:cNvSpPr/>
              <p:nvPr/>
            </p:nvSpPr>
            <p:spPr bwMode="auto">
              <a:xfrm>
                <a:off x="2442" y="2668"/>
                <a:ext cx="476" cy="880"/>
              </a:xfrm>
              <a:custGeom>
                <a:avLst/>
                <a:gdLst>
                  <a:gd name="T0" fmla="*/ 352 w 374"/>
                  <a:gd name="T1" fmla="*/ 692 h 692"/>
                  <a:gd name="T2" fmla="*/ 286 w 374"/>
                  <a:gd name="T3" fmla="*/ 686 h 692"/>
                  <a:gd name="T4" fmla="*/ 284 w 374"/>
                  <a:gd name="T5" fmla="*/ 246 h 692"/>
                  <a:gd name="T6" fmla="*/ 87 w 374"/>
                  <a:gd name="T7" fmla="*/ 155 h 692"/>
                  <a:gd name="T8" fmla="*/ 47 w 374"/>
                  <a:gd name="T9" fmla="*/ 139 h 692"/>
                  <a:gd name="T10" fmla="*/ 0 w 374"/>
                  <a:gd name="T11" fmla="*/ 54 h 692"/>
                  <a:gd name="T12" fmla="*/ 4 w 374"/>
                  <a:gd name="T13" fmla="*/ 0 h 692"/>
                  <a:gd name="T14" fmla="*/ 62 w 374"/>
                  <a:gd name="T15" fmla="*/ 8 h 692"/>
                  <a:gd name="T16" fmla="*/ 67 w 374"/>
                  <a:gd name="T17" fmla="*/ 79 h 692"/>
                  <a:gd name="T18" fmla="*/ 86 w 374"/>
                  <a:gd name="T19" fmla="*/ 95 h 692"/>
                  <a:gd name="T20" fmla="*/ 265 w 374"/>
                  <a:gd name="T21" fmla="*/ 156 h 692"/>
                  <a:gd name="T22" fmla="*/ 356 w 374"/>
                  <a:gd name="T23" fmla="*/ 228 h 692"/>
                  <a:gd name="T24" fmla="*/ 352 w 374"/>
                  <a:gd name="T25" fmla="*/ 692 h 69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374" h="692">
                    <a:moveTo>
                      <a:pt x="352" y="692"/>
                    </a:moveTo>
                    <a:cubicBezTo>
                      <a:pt x="286" y="686"/>
                      <a:pt x="286" y="686"/>
                      <a:pt x="286" y="686"/>
                    </a:cubicBezTo>
                    <a:cubicBezTo>
                      <a:pt x="305" y="488"/>
                      <a:pt x="304" y="289"/>
                      <a:pt x="284" y="246"/>
                    </a:cubicBezTo>
                    <a:cubicBezTo>
                      <a:pt x="261" y="224"/>
                      <a:pt x="171" y="185"/>
                      <a:pt x="87" y="155"/>
                    </a:cubicBezTo>
                    <a:cubicBezTo>
                      <a:pt x="75" y="153"/>
                      <a:pt x="47" y="139"/>
                      <a:pt x="47" y="139"/>
                    </a:cubicBezTo>
                    <a:cubicBezTo>
                      <a:pt x="19" y="121"/>
                      <a:pt x="0" y="90"/>
                      <a:pt x="0" y="54"/>
                    </a:cubicBezTo>
                    <a:cubicBezTo>
                      <a:pt x="4" y="0"/>
                      <a:pt x="4" y="0"/>
                      <a:pt x="4" y="0"/>
                    </a:cubicBezTo>
                    <a:cubicBezTo>
                      <a:pt x="62" y="8"/>
                      <a:pt x="62" y="8"/>
                      <a:pt x="62" y="8"/>
                    </a:cubicBezTo>
                    <a:cubicBezTo>
                      <a:pt x="61" y="12"/>
                      <a:pt x="53" y="54"/>
                      <a:pt x="67" y="79"/>
                    </a:cubicBezTo>
                    <a:cubicBezTo>
                      <a:pt x="71" y="86"/>
                      <a:pt x="77" y="91"/>
                      <a:pt x="86" y="95"/>
                    </a:cubicBezTo>
                    <a:cubicBezTo>
                      <a:pt x="109" y="103"/>
                      <a:pt x="196" y="125"/>
                      <a:pt x="265" y="156"/>
                    </a:cubicBezTo>
                    <a:cubicBezTo>
                      <a:pt x="310" y="176"/>
                      <a:pt x="348" y="200"/>
                      <a:pt x="356" y="228"/>
                    </a:cubicBezTo>
                    <a:cubicBezTo>
                      <a:pt x="374" y="292"/>
                      <a:pt x="355" y="639"/>
                      <a:pt x="352" y="692"/>
                    </a:cubicBezTo>
                    <a:close/>
                  </a:path>
                </a:pathLst>
              </a:custGeom>
              <a:solidFill>
                <a:srgbClr val="161624"/>
              </a:solidFill>
              <a:ln>
                <a:noFill/>
              </a:ln>
              <a:extLst>
                <a:ext uri="{91240B29-F687-4F45-9708-019B960494DF}">
                  <a14:hiddenLine xmlns:a14="http://schemas.microsoft.com/office/drawing/2010/main" w="9525">
                    <a:solidFill>
                      <a:srgbClr val="000000"/>
                    </a:solidFill>
                    <a:round/>
                    <a:headEnd/>
                    <a:tailEnd/>
                  </a14:hiddenLine>
                </a:ext>
              </a:extLst>
            </p:spPr>
            <p:txBody>
              <a:bodyPr anchor="ctr"/>
              <a:lstStyle/>
              <a:p>
                <a:pPr algn="ctr"/>
                <a:endParaRPr/>
              </a:p>
            </p:txBody>
          </p:sp>
          <p:sp>
            <p:nvSpPr>
              <p:cNvPr id="593" name="íṥliḋè">
                <a:extLst>
                  <a:ext uri="{FF2B5EF4-FFF2-40B4-BE49-F238E27FC236}">
                    <a16:creationId xmlns:a16="http://schemas.microsoft.com/office/drawing/2014/main" id="{BE774673-794F-4C70-8369-07E481043BC5}"/>
                  </a:ext>
                </a:extLst>
              </p:cNvPr>
              <p:cNvSpPr/>
              <p:nvPr/>
            </p:nvSpPr>
            <p:spPr bwMode="auto">
              <a:xfrm>
                <a:off x="2642" y="1525"/>
                <a:ext cx="149" cy="275"/>
              </a:xfrm>
              <a:custGeom>
                <a:avLst/>
                <a:gdLst>
                  <a:gd name="T0" fmla="*/ 86 w 117"/>
                  <a:gd name="T1" fmla="*/ 216 h 216"/>
                  <a:gd name="T2" fmla="*/ 31 w 117"/>
                  <a:gd name="T3" fmla="*/ 216 h 216"/>
                  <a:gd name="T4" fmla="*/ 0 w 117"/>
                  <a:gd name="T5" fmla="*/ 185 h 216"/>
                  <a:gd name="T6" fmla="*/ 0 w 117"/>
                  <a:gd name="T7" fmla="*/ 30 h 216"/>
                  <a:gd name="T8" fmla="*/ 31 w 117"/>
                  <a:gd name="T9" fmla="*/ 0 h 216"/>
                  <a:gd name="T10" fmla="*/ 86 w 117"/>
                  <a:gd name="T11" fmla="*/ 0 h 216"/>
                  <a:gd name="T12" fmla="*/ 117 w 117"/>
                  <a:gd name="T13" fmla="*/ 30 h 216"/>
                  <a:gd name="T14" fmla="*/ 117 w 117"/>
                  <a:gd name="T15" fmla="*/ 185 h 216"/>
                  <a:gd name="T16" fmla="*/ 86 w 117"/>
                  <a:gd name="T17" fmla="*/ 216 h 2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17" h="216">
                    <a:moveTo>
                      <a:pt x="86" y="216"/>
                    </a:moveTo>
                    <a:cubicBezTo>
                      <a:pt x="31" y="216"/>
                      <a:pt x="31" y="216"/>
                      <a:pt x="31" y="216"/>
                    </a:cubicBezTo>
                    <a:cubicBezTo>
                      <a:pt x="14" y="216"/>
                      <a:pt x="0" y="202"/>
                      <a:pt x="0" y="185"/>
                    </a:cubicBezTo>
                    <a:cubicBezTo>
                      <a:pt x="0" y="30"/>
                      <a:pt x="0" y="30"/>
                      <a:pt x="0" y="30"/>
                    </a:cubicBezTo>
                    <a:cubicBezTo>
                      <a:pt x="0" y="14"/>
                      <a:pt x="14" y="0"/>
                      <a:pt x="31" y="0"/>
                    </a:cubicBezTo>
                    <a:cubicBezTo>
                      <a:pt x="86" y="0"/>
                      <a:pt x="86" y="0"/>
                      <a:pt x="86" y="0"/>
                    </a:cubicBezTo>
                    <a:cubicBezTo>
                      <a:pt x="103" y="0"/>
                      <a:pt x="117" y="14"/>
                      <a:pt x="117" y="30"/>
                    </a:cubicBezTo>
                    <a:cubicBezTo>
                      <a:pt x="117" y="185"/>
                      <a:pt x="117" y="185"/>
                      <a:pt x="117" y="185"/>
                    </a:cubicBezTo>
                    <a:cubicBezTo>
                      <a:pt x="117" y="202"/>
                      <a:pt x="103" y="216"/>
                      <a:pt x="86" y="216"/>
                    </a:cubicBezTo>
                    <a:close/>
                  </a:path>
                </a:pathLst>
              </a:custGeom>
              <a:solidFill>
                <a:srgbClr val="F6AF97"/>
              </a:solidFill>
              <a:ln>
                <a:noFill/>
              </a:ln>
              <a:extLst>
                <a:ext uri="{91240B29-F687-4F45-9708-019B960494DF}">
                  <a14:hiddenLine xmlns:a14="http://schemas.microsoft.com/office/drawing/2010/main" w="9525">
                    <a:solidFill>
                      <a:srgbClr val="000000"/>
                    </a:solidFill>
                    <a:round/>
                    <a:headEnd/>
                    <a:tailEnd/>
                  </a14:hiddenLine>
                </a:ext>
              </a:extLst>
            </p:spPr>
            <p:txBody>
              <a:bodyPr anchor="ctr"/>
              <a:lstStyle/>
              <a:p>
                <a:pPr algn="ctr"/>
                <a:endParaRPr/>
              </a:p>
            </p:txBody>
          </p:sp>
          <p:sp>
            <p:nvSpPr>
              <p:cNvPr id="594" name="iśľiďe">
                <a:extLst>
                  <a:ext uri="{FF2B5EF4-FFF2-40B4-BE49-F238E27FC236}">
                    <a16:creationId xmlns:a16="http://schemas.microsoft.com/office/drawing/2014/main" id="{9D6E17ED-51C5-45C9-93A6-B02C7DB1BB2A}"/>
                  </a:ext>
                </a:extLst>
              </p:cNvPr>
              <p:cNvSpPr/>
              <p:nvPr/>
            </p:nvSpPr>
            <p:spPr bwMode="auto">
              <a:xfrm>
                <a:off x="2544" y="1128"/>
                <a:ext cx="471" cy="477"/>
              </a:xfrm>
              <a:custGeom>
                <a:avLst/>
                <a:gdLst>
                  <a:gd name="T0" fmla="*/ 369 w 370"/>
                  <a:gd name="T1" fmla="*/ 199 h 375"/>
                  <a:gd name="T2" fmla="*/ 368 w 370"/>
                  <a:gd name="T3" fmla="*/ 207 h 375"/>
                  <a:gd name="T4" fmla="*/ 359 w 370"/>
                  <a:gd name="T5" fmla="*/ 245 h 375"/>
                  <a:gd name="T6" fmla="*/ 253 w 370"/>
                  <a:gd name="T7" fmla="*/ 357 h 375"/>
                  <a:gd name="T8" fmla="*/ 173 w 370"/>
                  <a:gd name="T9" fmla="*/ 369 h 375"/>
                  <a:gd name="T10" fmla="*/ 133 w 370"/>
                  <a:gd name="T11" fmla="*/ 370 h 375"/>
                  <a:gd name="T12" fmla="*/ 57 w 370"/>
                  <a:gd name="T13" fmla="*/ 354 h 375"/>
                  <a:gd name="T14" fmla="*/ 32 w 370"/>
                  <a:gd name="T15" fmla="*/ 322 h 375"/>
                  <a:gd name="T16" fmla="*/ 24 w 370"/>
                  <a:gd name="T17" fmla="*/ 308 h 375"/>
                  <a:gd name="T18" fmla="*/ 2 w 370"/>
                  <a:gd name="T19" fmla="*/ 173 h 375"/>
                  <a:gd name="T20" fmla="*/ 190 w 370"/>
                  <a:gd name="T21" fmla="*/ 3 h 375"/>
                  <a:gd name="T22" fmla="*/ 198 w 370"/>
                  <a:gd name="T23" fmla="*/ 3 h 375"/>
                  <a:gd name="T24" fmla="*/ 342 w 370"/>
                  <a:gd name="T25" fmla="*/ 91 h 375"/>
                  <a:gd name="T26" fmla="*/ 342 w 370"/>
                  <a:gd name="T27" fmla="*/ 91 h 375"/>
                  <a:gd name="T28" fmla="*/ 363 w 370"/>
                  <a:gd name="T29" fmla="*/ 137 h 375"/>
                  <a:gd name="T30" fmla="*/ 369 w 370"/>
                  <a:gd name="T31" fmla="*/ 199 h 3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370" h="375">
                    <a:moveTo>
                      <a:pt x="369" y="199"/>
                    </a:moveTo>
                    <a:cubicBezTo>
                      <a:pt x="368" y="202"/>
                      <a:pt x="368" y="205"/>
                      <a:pt x="368" y="207"/>
                    </a:cubicBezTo>
                    <a:cubicBezTo>
                      <a:pt x="366" y="220"/>
                      <a:pt x="364" y="233"/>
                      <a:pt x="359" y="245"/>
                    </a:cubicBezTo>
                    <a:cubicBezTo>
                      <a:pt x="342" y="297"/>
                      <a:pt x="303" y="337"/>
                      <a:pt x="253" y="357"/>
                    </a:cubicBezTo>
                    <a:cubicBezTo>
                      <a:pt x="228" y="367"/>
                      <a:pt x="201" y="371"/>
                      <a:pt x="173" y="369"/>
                    </a:cubicBezTo>
                    <a:cubicBezTo>
                      <a:pt x="159" y="368"/>
                      <a:pt x="145" y="369"/>
                      <a:pt x="133" y="370"/>
                    </a:cubicBezTo>
                    <a:cubicBezTo>
                      <a:pt x="104" y="373"/>
                      <a:pt x="78" y="375"/>
                      <a:pt x="57" y="354"/>
                    </a:cubicBezTo>
                    <a:cubicBezTo>
                      <a:pt x="48" y="344"/>
                      <a:pt x="39" y="334"/>
                      <a:pt x="32" y="322"/>
                    </a:cubicBezTo>
                    <a:cubicBezTo>
                      <a:pt x="29" y="317"/>
                      <a:pt x="26" y="313"/>
                      <a:pt x="24" y="308"/>
                    </a:cubicBezTo>
                    <a:cubicBezTo>
                      <a:pt x="9" y="279"/>
                      <a:pt x="0" y="208"/>
                      <a:pt x="2" y="173"/>
                    </a:cubicBezTo>
                    <a:cubicBezTo>
                      <a:pt x="9" y="75"/>
                      <a:pt x="92" y="0"/>
                      <a:pt x="190" y="3"/>
                    </a:cubicBezTo>
                    <a:cubicBezTo>
                      <a:pt x="193" y="3"/>
                      <a:pt x="196" y="3"/>
                      <a:pt x="198" y="3"/>
                    </a:cubicBezTo>
                    <a:cubicBezTo>
                      <a:pt x="260" y="7"/>
                      <a:pt x="312" y="42"/>
                      <a:pt x="342" y="91"/>
                    </a:cubicBezTo>
                    <a:cubicBezTo>
                      <a:pt x="342" y="91"/>
                      <a:pt x="342" y="91"/>
                      <a:pt x="342" y="91"/>
                    </a:cubicBezTo>
                    <a:cubicBezTo>
                      <a:pt x="351" y="105"/>
                      <a:pt x="358" y="121"/>
                      <a:pt x="363" y="137"/>
                    </a:cubicBezTo>
                    <a:cubicBezTo>
                      <a:pt x="368" y="157"/>
                      <a:pt x="370" y="178"/>
                      <a:pt x="369" y="199"/>
                    </a:cubicBezTo>
                  </a:path>
                </a:pathLst>
              </a:custGeom>
              <a:solidFill>
                <a:srgbClr val="C15543"/>
              </a:solidFill>
              <a:ln>
                <a:noFill/>
              </a:ln>
              <a:extLst>
                <a:ext uri="{91240B29-F687-4F45-9708-019B960494DF}">
                  <a14:hiddenLine xmlns:a14="http://schemas.microsoft.com/office/drawing/2010/main" w="9525">
                    <a:solidFill>
                      <a:srgbClr val="000000"/>
                    </a:solidFill>
                    <a:round/>
                    <a:headEnd/>
                    <a:tailEnd/>
                  </a14:hiddenLine>
                </a:ext>
              </a:extLst>
            </p:spPr>
            <p:txBody>
              <a:bodyPr anchor="ctr"/>
              <a:lstStyle/>
              <a:p>
                <a:pPr algn="ctr"/>
                <a:endParaRPr/>
              </a:p>
            </p:txBody>
          </p:sp>
          <p:sp>
            <p:nvSpPr>
              <p:cNvPr id="595" name="ïşľîḑé">
                <a:extLst>
                  <a:ext uri="{FF2B5EF4-FFF2-40B4-BE49-F238E27FC236}">
                    <a16:creationId xmlns:a16="http://schemas.microsoft.com/office/drawing/2014/main" id="{75281845-3D74-4920-8347-2209CCDAFF65}"/>
                  </a:ext>
                </a:extLst>
              </p:cNvPr>
              <p:cNvSpPr/>
              <p:nvPr/>
            </p:nvSpPr>
            <p:spPr bwMode="auto">
              <a:xfrm>
                <a:off x="2614" y="1384"/>
                <a:ext cx="88" cy="87"/>
              </a:xfrm>
              <a:custGeom>
                <a:avLst/>
                <a:gdLst>
                  <a:gd name="T0" fmla="*/ 69 w 69"/>
                  <a:gd name="T1" fmla="*/ 36 h 69"/>
                  <a:gd name="T2" fmla="*/ 66 w 69"/>
                  <a:gd name="T3" fmla="*/ 47 h 69"/>
                  <a:gd name="T4" fmla="*/ 58 w 69"/>
                  <a:gd name="T5" fmla="*/ 59 h 69"/>
                  <a:gd name="T6" fmla="*/ 35 w 69"/>
                  <a:gd name="T7" fmla="*/ 68 h 69"/>
                  <a:gd name="T8" fmla="*/ 15 w 69"/>
                  <a:gd name="T9" fmla="*/ 67 h 69"/>
                  <a:gd name="T10" fmla="*/ 0 w 69"/>
                  <a:gd name="T11" fmla="*/ 66 h 69"/>
                  <a:gd name="T12" fmla="*/ 2 w 69"/>
                  <a:gd name="T13" fmla="*/ 22 h 69"/>
                  <a:gd name="T14" fmla="*/ 2 w 69"/>
                  <a:gd name="T15" fmla="*/ 22 h 69"/>
                  <a:gd name="T16" fmla="*/ 3 w 69"/>
                  <a:gd name="T17" fmla="*/ 14 h 69"/>
                  <a:gd name="T18" fmla="*/ 3 w 69"/>
                  <a:gd name="T19" fmla="*/ 7 h 69"/>
                  <a:gd name="T20" fmla="*/ 3 w 69"/>
                  <a:gd name="T21" fmla="*/ 1 h 69"/>
                  <a:gd name="T22" fmla="*/ 3 w 69"/>
                  <a:gd name="T23" fmla="*/ 0 h 69"/>
                  <a:gd name="T24" fmla="*/ 4 w 69"/>
                  <a:gd name="T25" fmla="*/ 0 h 69"/>
                  <a:gd name="T26" fmla="*/ 38 w 69"/>
                  <a:gd name="T27" fmla="*/ 2 h 69"/>
                  <a:gd name="T28" fmla="*/ 60 w 69"/>
                  <a:gd name="T29" fmla="*/ 12 h 69"/>
                  <a:gd name="T30" fmla="*/ 67 w 69"/>
                  <a:gd name="T31" fmla="*/ 24 h 69"/>
                  <a:gd name="T32" fmla="*/ 69 w 69"/>
                  <a:gd name="T33" fmla="*/ 36 h 6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69" h="69">
                    <a:moveTo>
                      <a:pt x="69" y="36"/>
                    </a:moveTo>
                    <a:cubicBezTo>
                      <a:pt x="69" y="40"/>
                      <a:pt x="68" y="44"/>
                      <a:pt x="66" y="47"/>
                    </a:cubicBezTo>
                    <a:cubicBezTo>
                      <a:pt x="65" y="51"/>
                      <a:pt x="62" y="56"/>
                      <a:pt x="58" y="59"/>
                    </a:cubicBezTo>
                    <a:cubicBezTo>
                      <a:pt x="52" y="65"/>
                      <a:pt x="44" y="69"/>
                      <a:pt x="35" y="68"/>
                    </a:cubicBezTo>
                    <a:cubicBezTo>
                      <a:pt x="15" y="67"/>
                      <a:pt x="15" y="67"/>
                      <a:pt x="15" y="67"/>
                    </a:cubicBezTo>
                    <a:cubicBezTo>
                      <a:pt x="0" y="66"/>
                      <a:pt x="0" y="66"/>
                      <a:pt x="0" y="66"/>
                    </a:cubicBezTo>
                    <a:cubicBezTo>
                      <a:pt x="2" y="22"/>
                      <a:pt x="2" y="22"/>
                      <a:pt x="2" y="22"/>
                    </a:cubicBezTo>
                    <a:cubicBezTo>
                      <a:pt x="2" y="22"/>
                      <a:pt x="2" y="22"/>
                      <a:pt x="2" y="22"/>
                    </a:cubicBezTo>
                    <a:cubicBezTo>
                      <a:pt x="3" y="14"/>
                      <a:pt x="3" y="14"/>
                      <a:pt x="3" y="14"/>
                    </a:cubicBezTo>
                    <a:cubicBezTo>
                      <a:pt x="3" y="7"/>
                      <a:pt x="3" y="7"/>
                      <a:pt x="3" y="7"/>
                    </a:cubicBezTo>
                    <a:cubicBezTo>
                      <a:pt x="3" y="1"/>
                      <a:pt x="3" y="1"/>
                      <a:pt x="3" y="1"/>
                    </a:cubicBezTo>
                    <a:cubicBezTo>
                      <a:pt x="3" y="0"/>
                      <a:pt x="3" y="0"/>
                      <a:pt x="3" y="0"/>
                    </a:cubicBezTo>
                    <a:cubicBezTo>
                      <a:pt x="4" y="0"/>
                      <a:pt x="4" y="0"/>
                      <a:pt x="4" y="0"/>
                    </a:cubicBezTo>
                    <a:cubicBezTo>
                      <a:pt x="38" y="2"/>
                      <a:pt x="38" y="2"/>
                      <a:pt x="38" y="2"/>
                    </a:cubicBezTo>
                    <a:cubicBezTo>
                      <a:pt x="47" y="2"/>
                      <a:pt x="54" y="6"/>
                      <a:pt x="60" y="12"/>
                    </a:cubicBezTo>
                    <a:cubicBezTo>
                      <a:pt x="63" y="15"/>
                      <a:pt x="66" y="20"/>
                      <a:pt x="67" y="24"/>
                    </a:cubicBezTo>
                    <a:cubicBezTo>
                      <a:pt x="69" y="28"/>
                      <a:pt x="69" y="32"/>
                      <a:pt x="69" y="36"/>
                    </a:cubicBezTo>
                    <a:close/>
                  </a:path>
                </a:pathLst>
              </a:custGeom>
              <a:solidFill>
                <a:srgbClr val="FFCBC3"/>
              </a:solidFill>
              <a:ln>
                <a:noFill/>
              </a:ln>
              <a:extLst>
                <a:ext uri="{91240B29-F687-4F45-9708-019B960494DF}">
                  <a14:hiddenLine xmlns:a14="http://schemas.microsoft.com/office/drawing/2010/main" w="9525">
                    <a:solidFill>
                      <a:srgbClr val="000000"/>
                    </a:solidFill>
                    <a:round/>
                    <a:headEnd/>
                    <a:tailEnd/>
                  </a14:hiddenLine>
                </a:ext>
              </a:extLst>
            </p:spPr>
            <p:txBody>
              <a:bodyPr anchor="ctr"/>
              <a:lstStyle/>
              <a:p>
                <a:pPr algn="ctr"/>
                <a:endParaRPr/>
              </a:p>
            </p:txBody>
          </p:sp>
          <p:sp>
            <p:nvSpPr>
              <p:cNvPr id="596" name="ïṥḻîḓe">
                <a:extLst>
                  <a:ext uri="{FF2B5EF4-FFF2-40B4-BE49-F238E27FC236}">
                    <a16:creationId xmlns:a16="http://schemas.microsoft.com/office/drawing/2014/main" id="{5EB378E3-D980-496D-9B0B-388031482FAE}"/>
                  </a:ext>
                </a:extLst>
              </p:cNvPr>
              <p:cNvSpPr/>
              <p:nvPr/>
            </p:nvSpPr>
            <p:spPr bwMode="auto">
              <a:xfrm>
                <a:off x="2613" y="1203"/>
                <a:ext cx="391" cy="488"/>
              </a:xfrm>
              <a:custGeom>
                <a:avLst/>
                <a:gdLst>
                  <a:gd name="T0" fmla="*/ 307 w 307"/>
                  <a:gd name="T1" fmla="*/ 159 h 384"/>
                  <a:gd name="T2" fmla="*/ 303 w 307"/>
                  <a:gd name="T3" fmla="*/ 231 h 384"/>
                  <a:gd name="T4" fmla="*/ 303 w 307"/>
                  <a:gd name="T5" fmla="*/ 241 h 384"/>
                  <a:gd name="T6" fmla="*/ 300 w 307"/>
                  <a:gd name="T7" fmla="*/ 262 h 384"/>
                  <a:gd name="T8" fmla="*/ 171 w 307"/>
                  <a:gd name="T9" fmla="*/ 382 h 384"/>
                  <a:gd name="T10" fmla="*/ 165 w 307"/>
                  <a:gd name="T11" fmla="*/ 383 h 384"/>
                  <a:gd name="T12" fmla="*/ 144 w 307"/>
                  <a:gd name="T13" fmla="*/ 383 h 384"/>
                  <a:gd name="T14" fmla="*/ 124 w 307"/>
                  <a:gd name="T15" fmla="*/ 381 h 384"/>
                  <a:gd name="T16" fmla="*/ 87 w 307"/>
                  <a:gd name="T17" fmla="*/ 369 h 384"/>
                  <a:gd name="T18" fmla="*/ 87 w 307"/>
                  <a:gd name="T19" fmla="*/ 369 h 384"/>
                  <a:gd name="T20" fmla="*/ 0 w 307"/>
                  <a:gd name="T21" fmla="*/ 238 h 384"/>
                  <a:gd name="T22" fmla="*/ 0 w 307"/>
                  <a:gd name="T23" fmla="*/ 233 h 384"/>
                  <a:gd name="T24" fmla="*/ 0 w 307"/>
                  <a:gd name="T25" fmla="*/ 227 h 384"/>
                  <a:gd name="T26" fmla="*/ 0 w 307"/>
                  <a:gd name="T27" fmla="*/ 226 h 384"/>
                  <a:gd name="T28" fmla="*/ 0 w 307"/>
                  <a:gd name="T29" fmla="*/ 221 h 384"/>
                  <a:gd name="T30" fmla="*/ 1 w 307"/>
                  <a:gd name="T31" fmla="*/ 208 h 384"/>
                  <a:gd name="T32" fmla="*/ 3 w 307"/>
                  <a:gd name="T33" fmla="*/ 164 h 384"/>
                  <a:gd name="T34" fmla="*/ 3 w 307"/>
                  <a:gd name="T35" fmla="*/ 164 h 384"/>
                  <a:gd name="T36" fmla="*/ 3 w 307"/>
                  <a:gd name="T37" fmla="*/ 164 h 384"/>
                  <a:gd name="T38" fmla="*/ 4 w 307"/>
                  <a:gd name="T39" fmla="*/ 156 h 384"/>
                  <a:gd name="T40" fmla="*/ 4 w 307"/>
                  <a:gd name="T41" fmla="*/ 149 h 384"/>
                  <a:gd name="T42" fmla="*/ 4 w 307"/>
                  <a:gd name="T43" fmla="*/ 143 h 384"/>
                  <a:gd name="T44" fmla="*/ 5 w 307"/>
                  <a:gd name="T45" fmla="*/ 142 h 384"/>
                  <a:gd name="T46" fmla="*/ 10 w 307"/>
                  <a:gd name="T47" fmla="*/ 113 h 384"/>
                  <a:gd name="T48" fmla="*/ 17 w 307"/>
                  <a:gd name="T49" fmla="*/ 93 h 384"/>
                  <a:gd name="T50" fmla="*/ 19 w 307"/>
                  <a:gd name="T51" fmla="*/ 91 h 384"/>
                  <a:gd name="T52" fmla="*/ 26 w 307"/>
                  <a:gd name="T53" fmla="*/ 76 h 384"/>
                  <a:gd name="T54" fmla="*/ 26 w 307"/>
                  <a:gd name="T55" fmla="*/ 76 h 384"/>
                  <a:gd name="T56" fmla="*/ 69 w 307"/>
                  <a:gd name="T57" fmla="*/ 30 h 384"/>
                  <a:gd name="T58" fmla="*/ 80 w 307"/>
                  <a:gd name="T59" fmla="*/ 23 h 384"/>
                  <a:gd name="T60" fmla="*/ 166 w 307"/>
                  <a:gd name="T61" fmla="*/ 2 h 384"/>
                  <a:gd name="T62" fmla="*/ 271 w 307"/>
                  <a:gd name="T63" fmla="*/ 51 h 384"/>
                  <a:gd name="T64" fmla="*/ 301 w 307"/>
                  <a:gd name="T65" fmla="*/ 104 h 384"/>
                  <a:gd name="T66" fmla="*/ 306 w 307"/>
                  <a:gd name="T67" fmla="*/ 127 h 384"/>
                  <a:gd name="T68" fmla="*/ 307 w 307"/>
                  <a:gd name="T69" fmla="*/ 159 h 3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307" h="384">
                    <a:moveTo>
                      <a:pt x="307" y="159"/>
                    </a:moveTo>
                    <a:cubicBezTo>
                      <a:pt x="303" y="231"/>
                      <a:pt x="303" y="231"/>
                      <a:pt x="303" y="231"/>
                    </a:cubicBezTo>
                    <a:cubicBezTo>
                      <a:pt x="303" y="241"/>
                      <a:pt x="303" y="241"/>
                      <a:pt x="303" y="241"/>
                    </a:cubicBezTo>
                    <a:cubicBezTo>
                      <a:pt x="302" y="249"/>
                      <a:pt x="301" y="256"/>
                      <a:pt x="300" y="262"/>
                    </a:cubicBezTo>
                    <a:cubicBezTo>
                      <a:pt x="288" y="326"/>
                      <a:pt x="235" y="374"/>
                      <a:pt x="171" y="382"/>
                    </a:cubicBezTo>
                    <a:cubicBezTo>
                      <a:pt x="169" y="383"/>
                      <a:pt x="167" y="383"/>
                      <a:pt x="165" y="383"/>
                    </a:cubicBezTo>
                    <a:cubicBezTo>
                      <a:pt x="158" y="384"/>
                      <a:pt x="151" y="384"/>
                      <a:pt x="144" y="383"/>
                    </a:cubicBezTo>
                    <a:cubicBezTo>
                      <a:pt x="137" y="383"/>
                      <a:pt x="130" y="382"/>
                      <a:pt x="124" y="381"/>
                    </a:cubicBezTo>
                    <a:cubicBezTo>
                      <a:pt x="111" y="378"/>
                      <a:pt x="98" y="374"/>
                      <a:pt x="87" y="369"/>
                    </a:cubicBezTo>
                    <a:cubicBezTo>
                      <a:pt x="87" y="369"/>
                      <a:pt x="87" y="369"/>
                      <a:pt x="87" y="369"/>
                    </a:cubicBezTo>
                    <a:cubicBezTo>
                      <a:pt x="37" y="345"/>
                      <a:pt x="2" y="295"/>
                      <a:pt x="0" y="238"/>
                    </a:cubicBezTo>
                    <a:cubicBezTo>
                      <a:pt x="0" y="236"/>
                      <a:pt x="0" y="235"/>
                      <a:pt x="0" y="233"/>
                    </a:cubicBezTo>
                    <a:cubicBezTo>
                      <a:pt x="0" y="231"/>
                      <a:pt x="0" y="229"/>
                      <a:pt x="0" y="227"/>
                    </a:cubicBezTo>
                    <a:cubicBezTo>
                      <a:pt x="0" y="226"/>
                      <a:pt x="0" y="226"/>
                      <a:pt x="0" y="226"/>
                    </a:cubicBezTo>
                    <a:cubicBezTo>
                      <a:pt x="0" y="221"/>
                      <a:pt x="0" y="221"/>
                      <a:pt x="0" y="221"/>
                    </a:cubicBezTo>
                    <a:cubicBezTo>
                      <a:pt x="1" y="208"/>
                      <a:pt x="1" y="208"/>
                      <a:pt x="1" y="208"/>
                    </a:cubicBezTo>
                    <a:cubicBezTo>
                      <a:pt x="3" y="164"/>
                      <a:pt x="3" y="164"/>
                      <a:pt x="3" y="164"/>
                    </a:cubicBezTo>
                    <a:cubicBezTo>
                      <a:pt x="3" y="164"/>
                      <a:pt x="3" y="164"/>
                      <a:pt x="3" y="164"/>
                    </a:cubicBezTo>
                    <a:cubicBezTo>
                      <a:pt x="3" y="164"/>
                      <a:pt x="3" y="164"/>
                      <a:pt x="3" y="164"/>
                    </a:cubicBezTo>
                    <a:cubicBezTo>
                      <a:pt x="4" y="156"/>
                      <a:pt x="4" y="156"/>
                      <a:pt x="4" y="156"/>
                    </a:cubicBezTo>
                    <a:cubicBezTo>
                      <a:pt x="4" y="149"/>
                      <a:pt x="4" y="149"/>
                      <a:pt x="4" y="149"/>
                    </a:cubicBezTo>
                    <a:cubicBezTo>
                      <a:pt x="4" y="143"/>
                      <a:pt x="4" y="143"/>
                      <a:pt x="4" y="143"/>
                    </a:cubicBezTo>
                    <a:cubicBezTo>
                      <a:pt x="5" y="142"/>
                      <a:pt x="5" y="142"/>
                      <a:pt x="5" y="142"/>
                    </a:cubicBezTo>
                    <a:cubicBezTo>
                      <a:pt x="5" y="132"/>
                      <a:pt x="7" y="122"/>
                      <a:pt x="10" y="113"/>
                    </a:cubicBezTo>
                    <a:cubicBezTo>
                      <a:pt x="12" y="106"/>
                      <a:pt x="15" y="100"/>
                      <a:pt x="17" y="93"/>
                    </a:cubicBezTo>
                    <a:cubicBezTo>
                      <a:pt x="18" y="92"/>
                      <a:pt x="18" y="92"/>
                      <a:pt x="19" y="91"/>
                    </a:cubicBezTo>
                    <a:cubicBezTo>
                      <a:pt x="21" y="86"/>
                      <a:pt x="23" y="81"/>
                      <a:pt x="26" y="76"/>
                    </a:cubicBezTo>
                    <a:cubicBezTo>
                      <a:pt x="26" y="76"/>
                      <a:pt x="26" y="76"/>
                      <a:pt x="26" y="76"/>
                    </a:cubicBezTo>
                    <a:cubicBezTo>
                      <a:pt x="37" y="58"/>
                      <a:pt x="52" y="42"/>
                      <a:pt x="69" y="30"/>
                    </a:cubicBezTo>
                    <a:cubicBezTo>
                      <a:pt x="73" y="27"/>
                      <a:pt x="76" y="25"/>
                      <a:pt x="80" y="23"/>
                    </a:cubicBezTo>
                    <a:cubicBezTo>
                      <a:pt x="105" y="8"/>
                      <a:pt x="135" y="0"/>
                      <a:pt x="166" y="2"/>
                    </a:cubicBezTo>
                    <a:cubicBezTo>
                      <a:pt x="207" y="4"/>
                      <a:pt x="245" y="23"/>
                      <a:pt x="271" y="51"/>
                    </a:cubicBezTo>
                    <a:cubicBezTo>
                      <a:pt x="285" y="66"/>
                      <a:pt x="294" y="84"/>
                      <a:pt x="301" y="104"/>
                    </a:cubicBezTo>
                    <a:cubicBezTo>
                      <a:pt x="303" y="112"/>
                      <a:pt x="305" y="119"/>
                      <a:pt x="306" y="127"/>
                    </a:cubicBezTo>
                    <a:cubicBezTo>
                      <a:pt x="307" y="138"/>
                      <a:pt x="307" y="148"/>
                      <a:pt x="307" y="159"/>
                    </a:cubicBezTo>
                  </a:path>
                </a:pathLst>
              </a:custGeom>
              <a:solidFill>
                <a:srgbClr val="FFCEB8"/>
              </a:solidFill>
              <a:ln>
                <a:noFill/>
              </a:ln>
              <a:extLst>
                <a:ext uri="{91240B29-F687-4F45-9708-019B960494DF}">
                  <a14:hiddenLine xmlns:a14="http://schemas.microsoft.com/office/drawing/2010/main" w="9525">
                    <a:solidFill>
                      <a:srgbClr val="000000"/>
                    </a:solidFill>
                    <a:round/>
                    <a:headEnd/>
                    <a:tailEnd/>
                  </a14:hiddenLine>
                </a:ext>
              </a:extLst>
            </p:spPr>
            <p:txBody>
              <a:bodyPr anchor="ctr"/>
              <a:lstStyle/>
              <a:p>
                <a:pPr algn="ctr"/>
                <a:endParaRPr/>
              </a:p>
            </p:txBody>
          </p:sp>
          <p:sp>
            <p:nvSpPr>
              <p:cNvPr id="597" name="ïṡ1iḓé">
                <a:extLst>
                  <a:ext uri="{FF2B5EF4-FFF2-40B4-BE49-F238E27FC236}">
                    <a16:creationId xmlns:a16="http://schemas.microsoft.com/office/drawing/2014/main" id="{473F1F5B-0C46-422A-A846-100B20B8F64C}"/>
                  </a:ext>
                </a:extLst>
              </p:cNvPr>
              <p:cNvSpPr/>
              <p:nvPr/>
            </p:nvSpPr>
            <p:spPr bwMode="auto">
              <a:xfrm>
                <a:off x="2569" y="1412"/>
                <a:ext cx="66" cy="95"/>
              </a:xfrm>
              <a:custGeom>
                <a:avLst/>
                <a:gdLst>
                  <a:gd name="T0" fmla="*/ 52 w 52"/>
                  <a:gd name="T1" fmla="*/ 0 h 75"/>
                  <a:gd name="T2" fmla="*/ 50 w 52"/>
                  <a:gd name="T3" fmla="*/ 45 h 75"/>
                  <a:gd name="T4" fmla="*/ 49 w 52"/>
                  <a:gd name="T5" fmla="*/ 75 h 75"/>
                  <a:gd name="T6" fmla="*/ 37 w 52"/>
                  <a:gd name="T7" fmla="*/ 74 h 75"/>
                  <a:gd name="T8" fmla="*/ 34 w 52"/>
                  <a:gd name="T9" fmla="*/ 74 h 75"/>
                  <a:gd name="T10" fmla="*/ 1 w 52"/>
                  <a:gd name="T11" fmla="*/ 34 h 75"/>
                  <a:gd name="T12" fmla="*/ 13 w 52"/>
                  <a:gd name="T13" fmla="*/ 9 h 75"/>
                  <a:gd name="T14" fmla="*/ 37 w 52"/>
                  <a:gd name="T15" fmla="*/ 0 h 75"/>
                  <a:gd name="T16" fmla="*/ 37 w 52"/>
                  <a:gd name="T17" fmla="*/ 0 h 75"/>
                  <a:gd name="T18" fmla="*/ 40 w 52"/>
                  <a:gd name="T19" fmla="*/ 0 h 75"/>
                  <a:gd name="T20" fmla="*/ 52 w 52"/>
                  <a:gd name="T21" fmla="*/ 0 h 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52" h="75">
                    <a:moveTo>
                      <a:pt x="52" y="0"/>
                    </a:moveTo>
                    <a:cubicBezTo>
                      <a:pt x="50" y="45"/>
                      <a:pt x="50" y="45"/>
                      <a:pt x="50" y="45"/>
                    </a:cubicBezTo>
                    <a:cubicBezTo>
                      <a:pt x="49" y="75"/>
                      <a:pt x="49" y="75"/>
                      <a:pt x="49" y="75"/>
                    </a:cubicBezTo>
                    <a:cubicBezTo>
                      <a:pt x="37" y="74"/>
                      <a:pt x="37" y="74"/>
                      <a:pt x="37" y="74"/>
                    </a:cubicBezTo>
                    <a:cubicBezTo>
                      <a:pt x="36" y="74"/>
                      <a:pt x="35" y="74"/>
                      <a:pt x="34" y="74"/>
                    </a:cubicBezTo>
                    <a:cubicBezTo>
                      <a:pt x="14" y="72"/>
                      <a:pt x="0" y="54"/>
                      <a:pt x="1" y="34"/>
                    </a:cubicBezTo>
                    <a:cubicBezTo>
                      <a:pt x="1" y="24"/>
                      <a:pt x="6" y="15"/>
                      <a:pt x="13" y="9"/>
                    </a:cubicBezTo>
                    <a:cubicBezTo>
                      <a:pt x="20" y="3"/>
                      <a:pt x="28" y="0"/>
                      <a:pt x="37" y="0"/>
                    </a:cubicBezTo>
                    <a:cubicBezTo>
                      <a:pt x="37" y="0"/>
                      <a:pt x="37" y="0"/>
                      <a:pt x="37" y="0"/>
                    </a:cubicBezTo>
                    <a:cubicBezTo>
                      <a:pt x="38" y="0"/>
                      <a:pt x="39" y="0"/>
                      <a:pt x="40" y="0"/>
                    </a:cubicBezTo>
                    <a:lnTo>
                      <a:pt x="52" y="0"/>
                    </a:lnTo>
                    <a:close/>
                  </a:path>
                </a:pathLst>
              </a:custGeom>
              <a:solidFill>
                <a:srgbClr val="FFCBC3"/>
              </a:solidFill>
              <a:ln>
                <a:noFill/>
              </a:ln>
              <a:extLst>
                <a:ext uri="{91240B29-F687-4F45-9708-019B960494DF}">
                  <a14:hiddenLine xmlns:a14="http://schemas.microsoft.com/office/drawing/2010/main" w="9525">
                    <a:solidFill>
                      <a:srgbClr val="000000"/>
                    </a:solidFill>
                    <a:round/>
                    <a:headEnd/>
                    <a:tailEnd/>
                  </a14:hiddenLine>
                </a:ext>
              </a:extLst>
            </p:spPr>
            <p:txBody>
              <a:bodyPr anchor="ctr"/>
              <a:lstStyle/>
              <a:p>
                <a:pPr algn="ctr"/>
                <a:endParaRPr/>
              </a:p>
            </p:txBody>
          </p:sp>
          <p:sp>
            <p:nvSpPr>
              <p:cNvPr id="598" name="iṧļïďé">
                <a:extLst>
                  <a:ext uri="{FF2B5EF4-FFF2-40B4-BE49-F238E27FC236}">
                    <a16:creationId xmlns:a16="http://schemas.microsoft.com/office/drawing/2014/main" id="{582C7DB5-A6E9-4C9D-A6C9-F9A911546E0A}"/>
                  </a:ext>
                </a:extLst>
              </p:cNvPr>
              <p:cNvSpPr/>
              <p:nvPr/>
            </p:nvSpPr>
            <p:spPr bwMode="auto">
              <a:xfrm>
                <a:off x="2926" y="1437"/>
                <a:ext cx="17" cy="45"/>
              </a:xfrm>
              <a:custGeom>
                <a:avLst/>
                <a:gdLst>
                  <a:gd name="T0" fmla="*/ 9 w 13"/>
                  <a:gd name="T1" fmla="*/ 35 h 35"/>
                  <a:gd name="T2" fmla="*/ 4 w 13"/>
                  <a:gd name="T3" fmla="*/ 35 h 35"/>
                  <a:gd name="T4" fmla="*/ 0 w 13"/>
                  <a:gd name="T5" fmla="*/ 30 h 35"/>
                  <a:gd name="T6" fmla="*/ 0 w 13"/>
                  <a:gd name="T7" fmla="*/ 5 h 35"/>
                  <a:gd name="T8" fmla="*/ 4 w 13"/>
                  <a:gd name="T9" fmla="*/ 0 h 35"/>
                  <a:gd name="T10" fmla="*/ 9 w 13"/>
                  <a:gd name="T11" fmla="*/ 0 h 35"/>
                  <a:gd name="T12" fmla="*/ 13 w 13"/>
                  <a:gd name="T13" fmla="*/ 5 h 35"/>
                  <a:gd name="T14" fmla="*/ 13 w 13"/>
                  <a:gd name="T15" fmla="*/ 30 h 35"/>
                  <a:gd name="T16" fmla="*/ 9 w 13"/>
                  <a:gd name="T17" fmla="*/ 35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3" h="35">
                    <a:moveTo>
                      <a:pt x="9" y="35"/>
                    </a:moveTo>
                    <a:cubicBezTo>
                      <a:pt x="4" y="35"/>
                      <a:pt x="4" y="35"/>
                      <a:pt x="4" y="35"/>
                    </a:cubicBezTo>
                    <a:cubicBezTo>
                      <a:pt x="2" y="35"/>
                      <a:pt x="0" y="33"/>
                      <a:pt x="0" y="30"/>
                    </a:cubicBezTo>
                    <a:cubicBezTo>
                      <a:pt x="0" y="5"/>
                      <a:pt x="0" y="5"/>
                      <a:pt x="0" y="5"/>
                    </a:cubicBezTo>
                    <a:cubicBezTo>
                      <a:pt x="0" y="2"/>
                      <a:pt x="2" y="0"/>
                      <a:pt x="4" y="0"/>
                    </a:cubicBezTo>
                    <a:cubicBezTo>
                      <a:pt x="9" y="0"/>
                      <a:pt x="9" y="0"/>
                      <a:pt x="9" y="0"/>
                    </a:cubicBezTo>
                    <a:cubicBezTo>
                      <a:pt x="11" y="0"/>
                      <a:pt x="13" y="2"/>
                      <a:pt x="13" y="5"/>
                    </a:cubicBezTo>
                    <a:cubicBezTo>
                      <a:pt x="13" y="30"/>
                      <a:pt x="13" y="30"/>
                      <a:pt x="13" y="30"/>
                    </a:cubicBezTo>
                    <a:cubicBezTo>
                      <a:pt x="13" y="33"/>
                      <a:pt x="11" y="35"/>
                      <a:pt x="9" y="35"/>
                    </a:cubicBezTo>
                    <a:close/>
                  </a:path>
                </a:pathLst>
              </a:custGeom>
              <a:solidFill>
                <a:srgbClr val="07123F"/>
              </a:solidFill>
              <a:ln>
                <a:noFill/>
              </a:ln>
              <a:extLst>
                <a:ext uri="{91240B29-F687-4F45-9708-019B960494DF}">
                  <a14:hiddenLine xmlns:a14="http://schemas.microsoft.com/office/drawing/2010/main" w="9525">
                    <a:solidFill>
                      <a:srgbClr val="000000"/>
                    </a:solidFill>
                    <a:round/>
                    <a:headEnd/>
                    <a:tailEnd/>
                  </a14:hiddenLine>
                </a:ext>
              </a:extLst>
            </p:spPr>
            <p:txBody>
              <a:bodyPr anchor="ctr"/>
              <a:lstStyle/>
              <a:p>
                <a:pPr algn="ctr"/>
                <a:endParaRPr/>
              </a:p>
            </p:txBody>
          </p:sp>
          <p:sp>
            <p:nvSpPr>
              <p:cNvPr id="599" name="ïŝľiḓe">
                <a:extLst>
                  <a:ext uri="{FF2B5EF4-FFF2-40B4-BE49-F238E27FC236}">
                    <a16:creationId xmlns:a16="http://schemas.microsoft.com/office/drawing/2014/main" id="{3C2881D9-B8CD-4BD9-A50A-9576549B6E11}"/>
                  </a:ext>
                </a:extLst>
              </p:cNvPr>
              <p:cNvSpPr/>
              <p:nvPr/>
            </p:nvSpPr>
            <p:spPr bwMode="auto">
              <a:xfrm>
                <a:off x="2800" y="1437"/>
                <a:ext cx="16" cy="45"/>
              </a:xfrm>
              <a:custGeom>
                <a:avLst/>
                <a:gdLst>
                  <a:gd name="T0" fmla="*/ 9 w 13"/>
                  <a:gd name="T1" fmla="*/ 35 h 35"/>
                  <a:gd name="T2" fmla="*/ 4 w 13"/>
                  <a:gd name="T3" fmla="*/ 35 h 35"/>
                  <a:gd name="T4" fmla="*/ 0 w 13"/>
                  <a:gd name="T5" fmla="*/ 30 h 35"/>
                  <a:gd name="T6" fmla="*/ 0 w 13"/>
                  <a:gd name="T7" fmla="*/ 5 h 35"/>
                  <a:gd name="T8" fmla="*/ 4 w 13"/>
                  <a:gd name="T9" fmla="*/ 0 h 35"/>
                  <a:gd name="T10" fmla="*/ 9 w 13"/>
                  <a:gd name="T11" fmla="*/ 0 h 35"/>
                  <a:gd name="T12" fmla="*/ 13 w 13"/>
                  <a:gd name="T13" fmla="*/ 5 h 35"/>
                  <a:gd name="T14" fmla="*/ 13 w 13"/>
                  <a:gd name="T15" fmla="*/ 30 h 35"/>
                  <a:gd name="T16" fmla="*/ 9 w 13"/>
                  <a:gd name="T17" fmla="*/ 35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3" h="35">
                    <a:moveTo>
                      <a:pt x="9" y="35"/>
                    </a:moveTo>
                    <a:cubicBezTo>
                      <a:pt x="4" y="35"/>
                      <a:pt x="4" y="35"/>
                      <a:pt x="4" y="35"/>
                    </a:cubicBezTo>
                    <a:cubicBezTo>
                      <a:pt x="2" y="35"/>
                      <a:pt x="0" y="33"/>
                      <a:pt x="0" y="30"/>
                    </a:cubicBezTo>
                    <a:cubicBezTo>
                      <a:pt x="0" y="5"/>
                      <a:pt x="0" y="5"/>
                      <a:pt x="0" y="5"/>
                    </a:cubicBezTo>
                    <a:cubicBezTo>
                      <a:pt x="0" y="2"/>
                      <a:pt x="2" y="0"/>
                      <a:pt x="4" y="0"/>
                    </a:cubicBezTo>
                    <a:cubicBezTo>
                      <a:pt x="9" y="0"/>
                      <a:pt x="9" y="0"/>
                      <a:pt x="9" y="0"/>
                    </a:cubicBezTo>
                    <a:cubicBezTo>
                      <a:pt x="11" y="0"/>
                      <a:pt x="13" y="2"/>
                      <a:pt x="13" y="5"/>
                    </a:cubicBezTo>
                    <a:cubicBezTo>
                      <a:pt x="13" y="30"/>
                      <a:pt x="13" y="30"/>
                      <a:pt x="13" y="30"/>
                    </a:cubicBezTo>
                    <a:cubicBezTo>
                      <a:pt x="13" y="33"/>
                      <a:pt x="11" y="35"/>
                      <a:pt x="9" y="35"/>
                    </a:cubicBezTo>
                  </a:path>
                </a:pathLst>
              </a:custGeom>
              <a:solidFill>
                <a:srgbClr val="07123F"/>
              </a:solidFill>
              <a:ln>
                <a:noFill/>
              </a:ln>
              <a:extLst>
                <a:ext uri="{91240B29-F687-4F45-9708-019B960494DF}">
                  <a14:hiddenLine xmlns:a14="http://schemas.microsoft.com/office/drawing/2010/main" w="9525">
                    <a:solidFill>
                      <a:srgbClr val="000000"/>
                    </a:solidFill>
                    <a:round/>
                    <a:headEnd/>
                    <a:tailEnd/>
                  </a14:hiddenLine>
                </a:ext>
              </a:extLst>
            </p:spPr>
            <p:txBody>
              <a:bodyPr anchor="ctr"/>
              <a:lstStyle/>
              <a:p>
                <a:pPr algn="ctr"/>
                <a:endParaRPr/>
              </a:p>
            </p:txBody>
          </p:sp>
          <p:sp>
            <p:nvSpPr>
              <p:cNvPr id="600" name="íṡlidê">
                <a:extLst>
                  <a:ext uri="{FF2B5EF4-FFF2-40B4-BE49-F238E27FC236}">
                    <a16:creationId xmlns:a16="http://schemas.microsoft.com/office/drawing/2014/main" id="{D8037A0D-22B1-4EF0-9C7F-578700096E71}"/>
                  </a:ext>
                </a:extLst>
              </p:cNvPr>
              <p:cNvSpPr/>
              <p:nvPr/>
            </p:nvSpPr>
            <p:spPr bwMode="auto">
              <a:xfrm>
                <a:off x="2569" y="1329"/>
                <a:ext cx="222" cy="364"/>
              </a:xfrm>
              <a:custGeom>
                <a:avLst/>
                <a:gdLst>
                  <a:gd name="T0" fmla="*/ 174 w 174"/>
                  <a:gd name="T1" fmla="*/ 284 h 286"/>
                  <a:gd name="T2" fmla="*/ 121 w 174"/>
                  <a:gd name="T3" fmla="*/ 270 h 286"/>
                  <a:gd name="T4" fmla="*/ 121 w 174"/>
                  <a:gd name="T5" fmla="*/ 270 h 286"/>
                  <a:gd name="T6" fmla="*/ 34 w 174"/>
                  <a:gd name="T7" fmla="*/ 139 h 286"/>
                  <a:gd name="T8" fmla="*/ 1 w 174"/>
                  <a:gd name="T9" fmla="*/ 99 h 286"/>
                  <a:gd name="T10" fmla="*/ 13 w 174"/>
                  <a:gd name="T11" fmla="*/ 74 h 286"/>
                  <a:gd name="T12" fmla="*/ 37 w 174"/>
                  <a:gd name="T13" fmla="*/ 65 h 286"/>
                  <a:gd name="T14" fmla="*/ 37 w 174"/>
                  <a:gd name="T15" fmla="*/ 65 h 286"/>
                  <a:gd name="T16" fmla="*/ 38 w 174"/>
                  <a:gd name="T17" fmla="*/ 57 h 286"/>
                  <a:gd name="T18" fmla="*/ 38 w 174"/>
                  <a:gd name="T19" fmla="*/ 50 h 286"/>
                  <a:gd name="T20" fmla="*/ 38 w 174"/>
                  <a:gd name="T21" fmla="*/ 44 h 286"/>
                  <a:gd name="T22" fmla="*/ 38 w 174"/>
                  <a:gd name="T23" fmla="*/ 43 h 286"/>
                  <a:gd name="T24" fmla="*/ 39 w 174"/>
                  <a:gd name="T25" fmla="*/ 43 h 286"/>
                  <a:gd name="T26" fmla="*/ 44 w 174"/>
                  <a:gd name="T27" fmla="*/ 14 h 286"/>
                  <a:gd name="T28" fmla="*/ 97 w 174"/>
                  <a:gd name="T29" fmla="*/ 26 h 286"/>
                  <a:gd name="T30" fmla="*/ 95 w 174"/>
                  <a:gd name="T31" fmla="*/ 55 h 286"/>
                  <a:gd name="T32" fmla="*/ 93 w 174"/>
                  <a:gd name="T33" fmla="*/ 102 h 286"/>
                  <a:gd name="T34" fmla="*/ 104 w 174"/>
                  <a:gd name="T35" fmla="*/ 203 h 286"/>
                  <a:gd name="T36" fmla="*/ 174 w 174"/>
                  <a:gd name="T37" fmla="*/ 284 h 2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174" h="286">
                    <a:moveTo>
                      <a:pt x="174" y="284"/>
                    </a:moveTo>
                    <a:cubicBezTo>
                      <a:pt x="174" y="284"/>
                      <a:pt x="147" y="286"/>
                      <a:pt x="121" y="270"/>
                    </a:cubicBezTo>
                    <a:cubicBezTo>
                      <a:pt x="121" y="270"/>
                      <a:pt x="121" y="270"/>
                      <a:pt x="121" y="270"/>
                    </a:cubicBezTo>
                    <a:cubicBezTo>
                      <a:pt x="71" y="246"/>
                      <a:pt x="36" y="196"/>
                      <a:pt x="34" y="139"/>
                    </a:cubicBezTo>
                    <a:cubicBezTo>
                      <a:pt x="14" y="137"/>
                      <a:pt x="0" y="119"/>
                      <a:pt x="1" y="99"/>
                    </a:cubicBezTo>
                    <a:cubicBezTo>
                      <a:pt x="1" y="89"/>
                      <a:pt x="6" y="80"/>
                      <a:pt x="13" y="74"/>
                    </a:cubicBezTo>
                    <a:cubicBezTo>
                      <a:pt x="20" y="68"/>
                      <a:pt x="28" y="65"/>
                      <a:pt x="37" y="65"/>
                    </a:cubicBezTo>
                    <a:cubicBezTo>
                      <a:pt x="37" y="65"/>
                      <a:pt x="37" y="65"/>
                      <a:pt x="37" y="65"/>
                    </a:cubicBezTo>
                    <a:cubicBezTo>
                      <a:pt x="38" y="57"/>
                      <a:pt x="38" y="57"/>
                      <a:pt x="38" y="57"/>
                    </a:cubicBezTo>
                    <a:cubicBezTo>
                      <a:pt x="38" y="50"/>
                      <a:pt x="38" y="50"/>
                      <a:pt x="38" y="50"/>
                    </a:cubicBezTo>
                    <a:cubicBezTo>
                      <a:pt x="38" y="44"/>
                      <a:pt x="38" y="44"/>
                      <a:pt x="38" y="44"/>
                    </a:cubicBezTo>
                    <a:cubicBezTo>
                      <a:pt x="38" y="43"/>
                      <a:pt x="38" y="43"/>
                      <a:pt x="38" y="43"/>
                    </a:cubicBezTo>
                    <a:cubicBezTo>
                      <a:pt x="39" y="43"/>
                      <a:pt x="39" y="43"/>
                      <a:pt x="39" y="43"/>
                    </a:cubicBezTo>
                    <a:cubicBezTo>
                      <a:pt x="39" y="33"/>
                      <a:pt x="41" y="23"/>
                      <a:pt x="44" y="14"/>
                    </a:cubicBezTo>
                    <a:cubicBezTo>
                      <a:pt x="65" y="2"/>
                      <a:pt x="85" y="0"/>
                      <a:pt x="97" y="26"/>
                    </a:cubicBezTo>
                    <a:cubicBezTo>
                      <a:pt x="97" y="26"/>
                      <a:pt x="96" y="37"/>
                      <a:pt x="95" y="55"/>
                    </a:cubicBezTo>
                    <a:cubicBezTo>
                      <a:pt x="94" y="68"/>
                      <a:pt x="93" y="84"/>
                      <a:pt x="93" y="102"/>
                    </a:cubicBezTo>
                    <a:cubicBezTo>
                      <a:pt x="93" y="138"/>
                      <a:pt x="95" y="178"/>
                      <a:pt x="104" y="203"/>
                    </a:cubicBezTo>
                    <a:cubicBezTo>
                      <a:pt x="124" y="255"/>
                      <a:pt x="174" y="284"/>
                      <a:pt x="174" y="284"/>
                    </a:cubicBezTo>
                    <a:close/>
                  </a:path>
                </a:pathLst>
              </a:custGeom>
              <a:solidFill>
                <a:srgbClr val="F6AF97"/>
              </a:solidFill>
              <a:ln>
                <a:noFill/>
              </a:ln>
              <a:extLst>
                <a:ext uri="{91240B29-F687-4F45-9708-019B960494DF}">
                  <a14:hiddenLine xmlns:a14="http://schemas.microsoft.com/office/drawing/2010/main" w="9525">
                    <a:solidFill>
                      <a:srgbClr val="000000"/>
                    </a:solidFill>
                    <a:round/>
                    <a:headEnd/>
                    <a:tailEnd/>
                  </a14:hiddenLine>
                </a:ext>
              </a:extLst>
            </p:spPr>
            <p:txBody>
              <a:bodyPr anchor="ctr"/>
              <a:lstStyle/>
              <a:p>
                <a:pPr algn="ctr"/>
                <a:endParaRPr/>
              </a:p>
            </p:txBody>
          </p:sp>
          <p:sp>
            <p:nvSpPr>
              <p:cNvPr id="601" name="îŝḷïḍè">
                <a:extLst>
                  <a:ext uri="{FF2B5EF4-FFF2-40B4-BE49-F238E27FC236}">
                    <a16:creationId xmlns:a16="http://schemas.microsoft.com/office/drawing/2014/main" id="{6DE43E70-FB86-4B1D-8C69-1677DDC358CC}"/>
                  </a:ext>
                </a:extLst>
              </p:cNvPr>
              <p:cNvSpPr/>
              <p:nvPr/>
            </p:nvSpPr>
            <p:spPr bwMode="auto">
              <a:xfrm>
                <a:off x="2663" y="1199"/>
                <a:ext cx="385" cy="74"/>
              </a:xfrm>
              <a:custGeom>
                <a:avLst/>
                <a:gdLst>
                  <a:gd name="T0" fmla="*/ 282 w 302"/>
                  <a:gd name="T1" fmla="*/ 58 h 58"/>
                  <a:gd name="T2" fmla="*/ 20 w 302"/>
                  <a:gd name="T3" fmla="*/ 58 h 58"/>
                  <a:gd name="T4" fmla="*/ 0 w 302"/>
                  <a:gd name="T5" fmla="*/ 38 h 58"/>
                  <a:gd name="T6" fmla="*/ 0 w 302"/>
                  <a:gd name="T7" fmla="*/ 20 h 58"/>
                  <a:gd name="T8" fmla="*/ 20 w 302"/>
                  <a:gd name="T9" fmla="*/ 0 h 58"/>
                  <a:gd name="T10" fmla="*/ 282 w 302"/>
                  <a:gd name="T11" fmla="*/ 0 h 58"/>
                  <a:gd name="T12" fmla="*/ 302 w 302"/>
                  <a:gd name="T13" fmla="*/ 20 h 58"/>
                  <a:gd name="T14" fmla="*/ 302 w 302"/>
                  <a:gd name="T15" fmla="*/ 38 h 58"/>
                  <a:gd name="T16" fmla="*/ 282 w 302"/>
                  <a:gd name="T17" fmla="*/ 58 h 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02" h="58">
                    <a:moveTo>
                      <a:pt x="282" y="58"/>
                    </a:moveTo>
                    <a:cubicBezTo>
                      <a:pt x="20" y="58"/>
                      <a:pt x="20" y="58"/>
                      <a:pt x="20" y="58"/>
                    </a:cubicBezTo>
                    <a:cubicBezTo>
                      <a:pt x="9" y="58"/>
                      <a:pt x="0" y="49"/>
                      <a:pt x="0" y="38"/>
                    </a:cubicBezTo>
                    <a:cubicBezTo>
                      <a:pt x="0" y="20"/>
                      <a:pt x="0" y="20"/>
                      <a:pt x="0" y="20"/>
                    </a:cubicBezTo>
                    <a:cubicBezTo>
                      <a:pt x="0" y="9"/>
                      <a:pt x="9" y="0"/>
                      <a:pt x="20" y="0"/>
                    </a:cubicBezTo>
                    <a:cubicBezTo>
                      <a:pt x="282" y="0"/>
                      <a:pt x="282" y="0"/>
                      <a:pt x="282" y="0"/>
                    </a:cubicBezTo>
                    <a:cubicBezTo>
                      <a:pt x="293" y="0"/>
                      <a:pt x="302" y="9"/>
                      <a:pt x="302" y="20"/>
                    </a:cubicBezTo>
                    <a:cubicBezTo>
                      <a:pt x="302" y="38"/>
                      <a:pt x="302" y="38"/>
                      <a:pt x="302" y="38"/>
                    </a:cubicBezTo>
                    <a:cubicBezTo>
                      <a:pt x="302" y="49"/>
                      <a:pt x="293" y="58"/>
                      <a:pt x="282" y="58"/>
                    </a:cubicBezTo>
                    <a:close/>
                  </a:path>
                </a:pathLst>
              </a:custGeom>
              <a:solidFill>
                <a:srgbClr val="C15543"/>
              </a:solidFill>
              <a:ln>
                <a:noFill/>
              </a:ln>
              <a:extLst>
                <a:ext uri="{91240B29-F687-4F45-9708-019B960494DF}">
                  <a14:hiddenLine xmlns:a14="http://schemas.microsoft.com/office/drawing/2010/main" w="9525">
                    <a:solidFill>
                      <a:srgbClr val="000000"/>
                    </a:solidFill>
                    <a:round/>
                    <a:headEnd/>
                    <a:tailEnd/>
                  </a14:hiddenLine>
                </a:ext>
              </a:extLst>
            </p:spPr>
            <p:txBody>
              <a:bodyPr anchor="ctr"/>
              <a:lstStyle/>
              <a:p>
                <a:pPr algn="ctr"/>
                <a:endParaRPr/>
              </a:p>
            </p:txBody>
          </p:sp>
          <p:sp>
            <p:nvSpPr>
              <p:cNvPr id="602" name="iṥḷiḋê">
                <a:extLst>
                  <a:ext uri="{FF2B5EF4-FFF2-40B4-BE49-F238E27FC236}">
                    <a16:creationId xmlns:a16="http://schemas.microsoft.com/office/drawing/2014/main" id="{7C8E3830-6D54-489B-A01B-C3324BBD0939}"/>
                  </a:ext>
                </a:extLst>
              </p:cNvPr>
              <p:cNvSpPr/>
              <p:nvPr/>
            </p:nvSpPr>
            <p:spPr bwMode="auto">
              <a:xfrm>
                <a:off x="2605" y="1263"/>
                <a:ext cx="476" cy="244"/>
              </a:xfrm>
              <a:custGeom>
                <a:avLst/>
                <a:gdLst>
                  <a:gd name="T0" fmla="*/ 372 w 374"/>
                  <a:gd name="T1" fmla="*/ 32 h 192"/>
                  <a:gd name="T2" fmla="*/ 361 w 374"/>
                  <a:gd name="T3" fmla="*/ 65 h 192"/>
                  <a:gd name="T4" fmla="*/ 334 w 374"/>
                  <a:gd name="T5" fmla="*/ 77 h 192"/>
                  <a:gd name="T6" fmla="*/ 112 w 374"/>
                  <a:gd name="T7" fmla="*/ 77 h 192"/>
                  <a:gd name="T8" fmla="*/ 55 w 374"/>
                  <a:gd name="T9" fmla="*/ 134 h 192"/>
                  <a:gd name="T10" fmla="*/ 55 w 374"/>
                  <a:gd name="T11" fmla="*/ 170 h 192"/>
                  <a:gd name="T12" fmla="*/ 33 w 374"/>
                  <a:gd name="T13" fmla="*/ 192 h 192"/>
                  <a:gd name="T14" fmla="*/ 28 w 374"/>
                  <a:gd name="T15" fmla="*/ 192 h 192"/>
                  <a:gd name="T16" fmla="*/ 6 w 374"/>
                  <a:gd name="T17" fmla="*/ 170 h 192"/>
                  <a:gd name="T18" fmla="*/ 6 w 374"/>
                  <a:gd name="T19" fmla="*/ 62 h 192"/>
                  <a:gd name="T20" fmla="*/ 6 w 374"/>
                  <a:gd name="T21" fmla="*/ 60 h 192"/>
                  <a:gd name="T22" fmla="*/ 0 w 374"/>
                  <a:gd name="T23" fmla="*/ 38 h 192"/>
                  <a:gd name="T24" fmla="*/ 11 w 374"/>
                  <a:gd name="T25" fmla="*/ 11 h 192"/>
                  <a:gd name="T26" fmla="*/ 38 w 374"/>
                  <a:gd name="T27" fmla="*/ 0 h 192"/>
                  <a:gd name="T28" fmla="*/ 333 w 374"/>
                  <a:gd name="T29" fmla="*/ 0 h 192"/>
                  <a:gd name="T30" fmla="*/ 372 w 374"/>
                  <a:gd name="T31" fmla="*/ 32 h 19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374" h="192">
                    <a:moveTo>
                      <a:pt x="372" y="32"/>
                    </a:moveTo>
                    <a:cubicBezTo>
                      <a:pt x="374" y="45"/>
                      <a:pt x="370" y="57"/>
                      <a:pt x="361" y="65"/>
                    </a:cubicBezTo>
                    <a:cubicBezTo>
                      <a:pt x="354" y="72"/>
                      <a:pt x="345" y="77"/>
                      <a:pt x="334" y="77"/>
                    </a:cubicBezTo>
                    <a:cubicBezTo>
                      <a:pt x="112" y="77"/>
                      <a:pt x="112" y="77"/>
                      <a:pt x="112" y="77"/>
                    </a:cubicBezTo>
                    <a:cubicBezTo>
                      <a:pt x="80" y="77"/>
                      <a:pt x="55" y="102"/>
                      <a:pt x="55" y="134"/>
                    </a:cubicBezTo>
                    <a:cubicBezTo>
                      <a:pt x="55" y="170"/>
                      <a:pt x="55" y="170"/>
                      <a:pt x="55" y="170"/>
                    </a:cubicBezTo>
                    <a:cubicBezTo>
                      <a:pt x="55" y="182"/>
                      <a:pt x="45" y="192"/>
                      <a:pt x="33" y="192"/>
                    </a:cubicBezTo>
                    <a:cubicBezTo>
                      <a:pt x="28" y="192"/>
                      <a:pt x="28" y="192"/>
                      <a:pt x="28" y="192"/>
                    </a:cubicBezTo>
                    <a:cubicBezTo>
                      <a:pt x="16" y="192"/>
                      <a:pt x="6" y="182"/>
                      <a:pt x="6" y="170"/>
                    </a:cubicBezTo>
                    <a:cubicBezTo>
                      <a:pt x="6" y="62"/>
                      <a:pt x="6" y="62"/>
                      <a:pt x="6" y="62"/>
                    </a:cubicBezTo>
                    <a:cubicBezTo>
                      <a:pt x="6" y="61"/>
                      <a:pt x="6" y="60"/>
                      <a:pt x="6" y="60"/>
                    </a:cubicBezTo>
                    <a:cubicBezTo>
                      <a:pt x="2" y="54"/>
                      <a:pt x="0" y="46"/>
                      <a:pt x="0" y="38"/>
                    </a:cubicBezTo>
                    <a:cubicBezTo>
                      <a:pt x="0" y="28"/>
                      <a:pt x="4" y="18"/>
                      <a:pt x="11" y="11"/>
                    </a:cubicBezTo>
                    <a:cubicBezTo>
                      <a:pt x="18" y="4"/>
                      <a:pt x="28" y="0"/>
                      <a:pt x="38" y="0"/>
                    </a:cubicBezTo>
                    <a:cubicBezTo>
                      <a:pt x="333" y="0"/>
                      <a:pt x="333" y="0"/>
                      <a:pt x="333" y="0"/>
                    </a:cubicBezTo>
                    <a:cubicBezTo>
                      <a:pt x="351" y="0"/>
                      <a:pt x="368" y="13"/>
                      <a:pt x="372" y="32"/>
                    </a:cubicBezTo>
                    <a:close/>
                  </a:path>
                </a:pathLst>
              </a:custGeom>
              <a:solidFill>
                <a:srgbClr val="C15543"/>
              </a:solidFill>
              <a:ln>
                <a:noFill/>
              </a:ln>
              <a:extLst>
                <a:ext uri="{91240B29-F687-4F45-9708-019B960494DF}">
                  <a14:hiddenLine xmlns:a14="http://schemas.microsoft.com/office/drawing/2010/main" w="9525">
                    <a:solidFill>
                      <a:srgbClr val="000000"/>
                    </a:solidFill>
                    <a:round/>
                    <a:headEnd/>
                    <a:tailEnd/>
                  </a14:hiddenLine>
                </a:ext>
              </a:extLst>
            </p:spPr>
            <p:txBody>
              <a:bodyPr anchor="ctr"/>
              <a:lstStyle/>
              <a:p>
                <a:pPr algn="ctr"/>
                <a:endParaRPr/>
              </a:p>
            </p:txBody>
          </p:sp>
          <p:sp>
            <p:nvSpPr>
              <p:cNvPr id="603" name="íşļïde">
                <a:extLst>
                  <a:ext uri="{FF2B5EF4-FFF2-40B4-BE49-F238E27FC236}">
                    <a16:creationId xmlns:a16="http://schemas.microsoft.com/office/drawing/2014/main" id="{86490DEB-9D89-4273-ABA5-12BC0A5FFE79}"/>
                  </a:ext>
                </a:extLst>
              </p:cNvPr>
              <p:cNvSpPr/>
              <p:nvPr/>
            </p:nvSpPr>
            <p:spPr bwMode="auto">
              <a:xfrm>
                <a:off x="2911" y="1390"/>
                <a:ext cx="82" cy="22"/>
              </a:xfrm>
              <a:custGeom>
                <a:avLst/>
                <a:gdLst>
                  <a:gd name="T0" fmla="*/ 59 w 65"/>
                  <a:gd name="T1" fmla="*/ 17 h 17"/>
                  <a:gd name="T2" fmla="*/ 6 w 65"/>
                  <a:gd name="T3" fmla="*/ 17 h 17"/>
                  <a:gd name="T4" fmla="*/ 0 w 65"/>
                  <a:gd name="T5" fmla="*/ 11 h 17"/>
                  <a:gd name="T6" fmla="*/ 0 w 65"/>
                  <a:gd name="T7" fmla="*/ 6 h 17"/>
                  <a:gd name="T8" fmla="*/ 6 w 65"/>
                  <a:gd name="T9" fmla="*/ 0 h 17"/>
                  <a:gd name="T10" fmla="*/ 59 w 65"/>
                  <a:gd name="T11" fmla="*/ 0 h 17"/>
                  <a:gd name="T12" fmla="*/ 65 w 65"/>
                  <a:gd name="T13" fmla="*/ 6 h 17"/>
                  <a:gd name="T14" fmla="*/ 65 w 65"/>
                  <a:gd name="T15" fmla="*/ 11 h 17"/>
                  <a:gd name="T16" fmla="*/ 59 w 65"/>
                  <a:gd name="T17" fmla="*/ 17 h 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65" h="17">
                    <a:moveTo>
                      <a:pt x="59" y="17"/>
                    </a:moveTo>
                    <a:cubicBezTo>
                      <a:pt x="6" y="17"/>
                      <a:pt x="6" y="17"/>
                      <a:pt x="6" y="17"/>
                    </a:cubicBezTo>
                    <a:cubicBezTo>
                      <a:pt x="3" y="17"/>
                      <a:pt x="0" y="15"/>
                      <a:pt x="0" y="11"/>
                    </a:cubicBezTo>
                    <a:cubicBezTo>
                      <a:pt x="0" y="6"/>
                      <a:pt x="0" y="6"/>
                      <a:pt x="0" y="6"/>
                    </a:cubicBezTo>
                    <a:cubicBezTo>
                      <a:pt x="0" y="3"/>
                      <a:pt x="3" y="0"/>
                      <a:pt x="6" y="0"/>
                    </a:cubicBezTo>
                    <a:cubicBezTo>
                      <a:pt x="59" y="0"/>
                      <a:pt x="59" y="0"/>
                      <a:pt x="59" y="0"/>
                    </a:cubicBezTo>
                    <a:cubicBezTo>
                      <a:pt x="62" y="0"/>
                      <a:pt x="65" y="3"/>
                      <a:pt x="65" y="6"/>
                    </a:cubicBezTo>
                    <a:cubicBezTo>
                      <a:pt x="65" y="11"/>
                      <a:pt x="65" y="11"/>
                      <a:pt x="65" y="11"/>
                    </a:cubicBezTo>
                    <a:cubicBezTo>
                      <a:pt x="65" y="15"/>
                      <a:pt x="62" y="17"/>
                      <a:pt x="59" y="17"/>
                    </a:cubicBezTo>
                    <a:close/>
                  </a:path>
                </a:pathLst>
              </a:custGeom>
              <a:solidFill>
                <a:srgbClr val="C15543"/>
              </a:solidFill>
              <a:ln>
                <a:noFill/>
              </a:ln>
              <a:extLst>
                <a:ext uri="{91240B29-F687-4F45-9708-019B960494DF}">
                  <a14:hiddenLine xmlns:a14="http://schemas.microsoft.com/office/drawing/2010/main" w="9525">
                    <a:solidFill>
                      <a:srgbClr val="000000"/>
                    </a:solidFill>
                    <a:round/>
                    <a:headEnd/>
                    <a:tailEnd/>
                  </a14:hiddenLine>
                </a:ext>
              </a:extLst>
            </p:spPr>
            <p:txBody>
              <a:bodyPr anchor="ctr"/>
              <a:lstStyle/>
              <a:p>
                <a:pPr algn="ctr"/>
                <a:endParaRPr/>
              </a:p>
            </p:txBody>
          </p:sp>
          <p:sp>
            <p:nvSpPr>
              <p:cNvPr id="604" name="îsḻïḓê">
                <a:extLst>
                  <a:ext uri="{FF2B5EF4-FFF2-40B4-BE49-F238E27FC236}">
                    <a16:creationId xmlns:a16="http://schemas.microsoft.com/office/drawing/2014/main" id="{88B8A78F-12D2-4C2A-83AE-94F8FCD83505}"/>
                  </a:ext>
                </a:extLst>
              </p:cNvPr>
              <p:cNvSpPr/>
              <p:nvPr/>
            </p:nvSpPr>
            <p:spPr bwMode="auto">
              <a:xfrm>
                <a:off x="2763" y="1390"/>
                <a:ext cx="83" cy="22"/>
              </a:xfrm>
              <a:custGeom>
                <a:avLst/>
                <a:gdLst>
                  <a:gd name="T0" fmla="*/ 59 w 65"/>
                  <a:gd name="T1" fmla="*/ 17 h 17"/>
                  <a:gd name="T2" fmla="*/ 6 w 65"/>
                  <a:gd name="T3" fmla="*/ 17 h 17"/>
                  <a:gd name="T4" fmla="*/ 0 w 65"/>
                  <a:gd name="T5" fmla="*/ 11 h 17"/>
                  <a:gd name="T6" fmla="*/ 0 w 65"/>
                  <a:gd name="T7" fmla="*/ 6 h 17"/>
                  <a:gd name="T8" fmla="*/ 6 w 65"/>
                  <a:gd name="T9" fmla="*/ 0 h 17"/>
                  <a:gd name="T10" fmla="*/ 59 w 65"/>
                  <a:gd name="T11" fmla="*/ 0 h 17"/>
                  <a:gd name="T12" fmla="*/ 65 w 65"/>
                  <a:gd name="T13" fmla="*/ 6 h 17"/>
                  <a:gd name="T14" fmla="*/ 65 w 65"/>
                  <a:gd name="T15" fmla="*/ 11 h 17"/>
                  <a:gd name="T16" fmla="*/ 59 w 65"/>
                  <a:gd name="T17" fmla="*/ 17 h 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65" h="17">
                    <a:moveTo>
                      <a:pt x="59" y="17"/>
                    </a:moveTo>
                    <a:cubicBezTo>
                      <a:pt x="6" y="17"/>
                      <a:pt x="6" y="17"/>
                      <a:pt x="6" y="17"/>
                    </a:cubicBezTo>
                    <a:cubicBezTo>
                      <a:pt x="3" y="17"/>
                      <a:pt x="0" y="15"/>
                      <a:pt x="0" y="11"/>
                    </a:cubicBezTo>
                    <a:cubicBezTo>
                      <a:pt x="0" y="6"/>
                      <a:pt x="0" y="6"/>
                      <a:pt x="0" y="6"/>
                    </a:cubicBezTo>
                    <a:cubicBezTo>
                      <a:pt x="0" y="3"/>
                      <a:pt x="3" y="0"/>
                      <a:pt x="6" y="0"/>
                    </a:cubicBezTo>
                    <a:cubicBezTo>
                      <a:pt x="59" y="0"/>
                      <a:pt x="59" y="0"/>
                      <a:pt x="59" y="0"/>
                    </a:cubicBezTo>
                    <a:cubicBezTo>
                      <a:pt x="62" y="0"/>
                      <a:pt x="65" y="3"/>
                      <a:pt x="65" y="6"/>
                    </a:cubicBezTo>
                    <a:cubicBezTo>
                      <a:pt x="65" y="11"/>
                      <a:pt x="65" y="11"/>
                      <a:pt x="65" y="11"/>
                    </a:cubicBezTo>
                    <a:cubicBezTo>
                      <a:pt x="65" y="15"/>
                      <a:pt x="62" y="17"/>
                      <a:pt x="59" y="17"/>
                    </a:cubicBezTo>
                    <a:close/>
                  </a:path>
                </a:pathLst>
              </a:custGeom>
              <a:solidFill>
                <a:srgbClr val="C15543"/>
              </a:solidFill>
              <a:ln>
                <a:noFill/>
              </a:ln>
              <a:extLst>
                <a:ext uri="{91240B29-F687-4F45-9708-019B960494DF}">
                  <a14:hiddenLine xmlns:a14="http://schemas.microsoft.com/office/drawing/2010/main" w="9525">
                    <a:solidFill>
                      <a:srgbClr val="000000"/>
                    </a:solidFill>
                    <a:round/>
                    <a:headEnd/>
                    <a:tailEnd/>
                  </a14:hiddenLine>
                </a:ext>
              </a:extLst>
            </p:spPr>
            <p:txBody>
              <a:bodyPr anchor="ctr"/>
              <a:lstStyle/>
              <a:p>
                <a:pPr algn="ctr"/>
                <a:endParaRPr/>
              </a:p>
            </p:txBody>
          </p:sp>
          <p:sp>
            <p:nvSpPr>
              <p:cNvPr id="605" name="išḷïḍè">
                <a:extLst>
                  <a:ext uri="{FF2B5EF4-FFF2-40B4-BE49-F238E27FC236}">
                    <a16:creationId xmlns:a16="http://schemas.microsoft.com/office/drawing/2014/main" id="{B26E73D9-841F-4B22-98F4-FA404A437B8F}"/>
                  </a:ext>
                </a:extLst>
              </p:cNvPr>
              <p:cNvSpPr/>
              <p:nvPr/>
            </p:nvSpPr>
            <p:spPr bwMode="auto">
              <a:xfrm>
                <a:off x="2814" y="1433"/>
                <a:ext cx="50" cy="56"/>
              </a:xfrm>
              <a:custGeom>
                <a:avLst/>
                <a:gdLst>
                  <a:gd name="T0" fmla="*/ 20 w 50"/>
                  <a:gd name="T1" fmla="*/ 0 h 56"/>
                  <a:gd name="T2" fmla="*/ 0 w 50"/>
                  <a:gd name="T3" fmla="*/ 0 h 56"/>
                  <a:gd name="T4" fmla="*/ 28 w 50"/>
                  <a:gd name="T5" fmla="*/ 56 h 56"/>
                  <a:gd name="T6" fmla="*/ 50 w 50"/>
                  <a:gd name="T7" fmla="*/ 55 h 56"/>
                  <a:gd name="T8" fmla="*/ 20 w 50"/>
                  <a:gd name="T9" fmla="*/ 0 h 56"/>
                </a:gdLst>
                <a:ahLst/>
                <a:cxnLst>
                  <a:cxn ang="0">
                    <a:pos x="T0" y="T1"/>
                  </a:cxn>
                  <a:cxn ang="0">
                    <a:pos x="T2" y="T3"/>
                  </a:cxn>
                  <a:cxn ang="0">
                    <a:pos x="T4" y="T5"/>
                  </a:cxn>
                  <a:cxn ang="0">
                    <a:pos x="T6" y="T7"/>
                  </a:cxn>
                  <a:cxn ang="0">
                    <a:pos x="T8" y="T9"/>
                  </a:cxn>
                </a:cxnLst>
                <a:rect l="0" t="0" r="r" b="b"/>
                <a:pathLst>
                  <a:path w="50" h="56">
                    <a:moveTo>
                      <a:pt x="20" y="0"/>
                    </a:moveTo>
                    <a:lnTo>
                      <a:pt x="0" y="0"/>
                    </a:lnTo>
                    <a:lnTo>
                      <a:pt x="28" y="56"/>
                    </a:lnTo>
                    <a:lnTo>
                      <a:pt x="50" y="55"/>
                    </a:lnTo>
                    <a:lnTo>
                      <a:pt x="20" y="0"/>
                    </a:lnTo>
                    <a:close/>
                  </a:path>
                </a:pathLst>
              </a:custGeom>
              <a:solidFill>
                <a:srgbClr val="FFE6DB"/>
              </a:solidFill>
              <a:ln>
                <a:noFill/>
              </a:ln>
              <a:extLst>
                <a:ext uri="{91240B29-F687-4F45-9708-019B960494DF}">
                  <a14:hiddenLine xmlns:a14="http://schemas.microsoft.com/office/drawing/2010/main" w="9525">
                    <a:solidFill>
                      <a:srgbClr val="000000"/>
                    </a:solidFill>
                    <a:round/>
                    <a:headEnd/>
                    <a:tailEnd/>
                  </a14:hiddenLine>
                </a:ext>
              </a:extLst>
            </p:spPr>
            <p:txBody>
              <a:bodyPr anchor="ctr"/>
              <a:lstStyle/>
              <a:p>
                <a:pPr algn="ctr"/>
                <a:endParaRPr/>
              </a:p>
            </p:txBody>
          </p:sp>
          <p:sp>
            <p:nvSpPr>
              <p:cNvPr id="606" name="ïŝlíḑê">
                <a:extLst>
                  <a:ext uri="{FF2B5EF4-FFF2-40B4-BE49-F238E27FC236}">
                    <a16:creationId xmlns:a16="http://schemas.microsoft.com/office/drawing/2014/main" id="{9402C106-3B45-46EA-88BA-8BF2DED62CD4}"/>
                  </a:ext>
                </a:extLst>
              </p:cNvPr>
              <p:cNvSpPr/>
              <p:nvPr/>
            </p:nvSpPr>
            <p:spPr bwMode="auto">
              <a:xfrm>
                <a:off x="2814" y="1433"/>
                <a:ext cx="50" cy="56"/>
              </a:xfrm>
              <a:custGeom>
                <a:avLst/>
                <a:gdLst>
                  <a:gd name="T0" fmla="*/ 20 w 50"/>
                  <a:gd name="T1" fmla="*/ 0 h 56"/>
                  <a:gd name="T2" fmla="*/ 0 w 50"/>
                  <a:gd name="T3" fmla="*/ 0 h 56"/>
                  <a:gd name="T4" fmla="*/ 28 w 50"/>
                  <a:gd name="T5" fmla="*/ 56 h 56"/>
                  <a:gd name="T6" fmla="*/ 50 w 50"/>
                  <a:gd name="T7" fmla="*/ 55 h 56"/>
                  <a:gd name="T8" fmla="*/ 20 w 50"/>
                  <a:gd name="T9" fmla="*/ 0 h 56"/>
                </a:gdLst>
                <a:ahLst/>
                <a:cxnLst>
                  <a:cxn ang="0">
                    <a:pos x="T0" y="T1"/>
                  </a:cxn>
                  <a:cxn ang="0">
                    <a:pos x="T2" y="T3"/>
                  </a:cxn>
                  <a:cxn ang="0">
                    <a:pos x="T4" y="T5"/>
                  </a:cxn>
                  <a:cxn ang="0">
                    <a:pos x="T6" y="T7"/>
                  </a:cxn>
                  <a:cxn ang="0">
                    <a:pos x="T8" y="T9"/>
                  </a:cxn>
                </a:cxnLst>
                <a:rect l="0" t="0" r="r" b="b"/>
                <a:pathLst>
                  <a:path w="50" h="56">
                    <a:moveTo>
                      <a:pt x="20" y="0"/>
                    </a:moveTo>
                    <a:lnTo>
                      <a:pt x="0" y="0"/>
                    </a:lnTo>
                    <a:lnTo>
                      <a:pt x="28" y="56"/>
                    </a:lnTo>
                    <a:lnTo>
                      <a:pt x="50" y="55"/>
                    </a:lnTo>
                    <a:lnTo>
                      <a:pt x="20"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anchor="ctr"/>
              <a:lstStyle/>
              <a:p>
                <a:pPr algn="ctr"/>
                <a:endParaRPr/>
              </a:p>
            </p:txBody>
          </p:sp>
          <p:sp>
            <p:nvSpPr>
              <p:cNvPr id="607" name="ï$ľíḓè">
                <a:extLst>
                  <a:ext uri="{FF2B5EF4-FFF2-40B4-BE49-F238E27FC236}">
                    <a16:creationId xmlns:a16="http://schemas.microsoft.com/office/drawing/2014/main" id="{2A70C026-2C97-4488-BC1C-2679F172F2B0}"/>
                  </a:ext>
                </a:extLst>
              </p:cNvPr>
              <p:cNvSpPr/>
              <p:nvPr/>
            </p:nvSpPr>
            <p:spPr bwMode="auto">
              <a:xfrm>
                <a:off x="2948" y="1433"/>
                <a:ext cx="49" cy="56"/>
              </a:xfrm>
              <a:custGeom>
                <a:avLst/>
                <a:gdLst>
                  <a:gd name="T0" fmla="*/ 20 w 49"/>
                  <a:gd name="T1" fmla="*/ 0 h 56"/>
                  <a:gd name="T2" fmla="*/ 0 w 49"/>
                  <a:gd name="T3" fmla="*/ 0 h 56"/>
                  <a:gd name="T4" fmla="*/ 28 w 49"/>
                  <a:gd name="T5" fmla="*/ 56 h 56"/>
                  <a:gd name="T6" fmla="*/ 49 w 49"/>
                  <a:gd name="T7" fmla="*/ 55 h 56"/>
                  <a:gd name="T8" fmla="*/ 20 w 49"/>
                  <a:gd name="T9" fmla="*/ 0 h 56"/>
                </a:gdLst>
                <a:ahLst/>
                <a:cxnLst>
                  <a:cxn ang="0">
                    <a:pos x="T0" y="T1"/>
                  </a:cxn>
                  <a:cxn ang="0">
                    <a:pos x="T2" y="T3"/>
                  </a:cxn>
                  <a:cxn ang="0">
                    <a:pos x="T4" y="T5"/>
                  </a:cxn>
                  <a:cxn ang="0">
                    <a:pos x="T6" y="T7"/>
                  </a:cxn>
                  <a:cxn ang="0">
                    <a:pos x="T8" y="T9"/>
                  </a:cxn>
                </a:cxnLst>
                <a:rect l="0" t="0" r="r" b="b"/>
                <a:pathLst>
                  <a:path w="49" h="56">
                    <a:moveTo>
                      <a:pt x="20" y="0"/>
                    </a:moveTo>
                    <a:lnTo>
                      <a:pt x="0" y="0"/>
                    </a:lnTo>
                    <a:lnTo>
                      <a:pt x="28" y="56"/>
                    </a:lnTo>
                    <a:lnTo>
                      <a:pt x="49" y="55"/>
                    </a:lnTo>
                    <a:lnTo>
                      <a:pt x="20" y="0"/>
                    </a:lnTo>
                    <a:close/>
                  </a:path>
                </a:pathLst>
              </a:custGeom>
              <a:solidFill>
                <a:srgbClr val="FFE6DB"/>
              </a:solidFill>
              <a:ln>
                <a:noFill/>
              </a:ln>
              <a:extLst>
                <a:ext uri="{91240B29-F687-4F45-9708-019B960494DF}">
                  <a14:hiddenLine xmlns:a14="http://schemas.microsoft.com/office/drawing/2010/main" w="9525">
                    <a:solidFill>
                      <a:srgbClr val="000000"/>
                    </a:solidFill>
                    <a:round/>
                    <a:headEnd/>
                    <a:tailEnd/>
                  </a14:hiddenLine>
                </a:ext>
              </a:extLst>
            </p:spPr>
            <p:txBody>
              <a:bodyPr anchor="ctr"/>
              <a:lstStyle/>
              <a:p>
                <a:pPr algn="ctr"/>
                <a:endParaRPr/>
              </a:p>
            </p:txBody>
          </p:sp>
          <p:sp>
            <p:nvSpPr>
              <p:cNvPr id="608" name="ïŝľîḑê">
                <a:extLst>
                  <a:ext uri="{FF2B5EF4-FFF2-40B4-BE49-F238E27FC236}">
                    <a16:creationId xmlns:a16="http://schemas.microsoft.com/office/drawing/2014/main" id="{8F56E4A2-2E65-4C47-98FB-3A733AD6DA11}"/>
                  </a:ext>
                </a:extLst>
              </p:cNvPr>
              <p:cNvSpPr/>
              <p:nvPr/>
            </p:nvSpPr>
            <p:spPr bwMode="auto">
              <a:xfrm>
                <a:off x="2948" y="1433"/>
                <a:ext cx="49" cy="56"/>
              </a:xfrm>
              <a:custGeom>
                <a:avLst/>
                <a:gdLst>
                  <a:gd name="T0" fmla="*/ 20 w 49"/>
                  <a:gd name="T1" fmla="*/ 0 h 56"/>
                  <a:gd name="T2" fmla="*/ 0 w 49"/>
                  <a:gd name="T3" fmla="*/ 0 h 56"/>
                  <a:gd name="T4" fmla="*/ 28 w 49"/>
                  <a:gd name="T5" fmla="*/ 56 h 56"/>
                  <a:gd name="T6" fmla="*/ 49 w 49"/>
                  <a:gd name="T7" fmla="*/ 55 h 56"/>
                  <a:gd name="T8" fmla="*/ 20 w 49"/>
                  <a:gd name="T9" fmla="*/ 0 h 56"/>
                </a:gdLst>
                <a:ahLst/>
                <a:cxnLst>
                  <a:cxn ang="0">
                    <a:pos x="T0" y="T1"/>
                  </a:cxn>
                  <a:cxn ang="0">
                    <a:pos x="T2" y="T3"/>
                  </a:cxn>
                  <a:cxn ang="0">
                    <a:pos x="T4" y="T5"/>
                  </a:cxn>
                  <a:cxn ang="0">
                    <a:pos x="T6" y="T7"/>
                  </a:cxn>
                  <a:cxn ang="0">
                    <a:pos x="T8" y="T9"/>
                  </a:cxn>
                </a:cxnLst>
                <a:rect l="0" t="0" r="r" b="b"/>
                <a:pathLst>
                  <a:path w="49" h="56">
                    <a:moveTo>
                      <a:pt x="20" y="0"/>
                    </a:moveTo>
                    <a:lnTo>
                      <a:pt x="0" y="0"/>
                    </a:lnTo>
                    <a:lnTo>
                      <a:pt x="28" y="56"/>
                    </a:lnTo>
                    <a:lnTo>
                      <a:pt x="49" y="55"/>
                    </a:lnTo>
                    <a:lnTo>
                      <a:pt x="20"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anchor="ctr"/>
              <a:lstStyle/>
              <a:p>
                <a:pPr algn="ctr"/>
                <a:endParaRPr/>
              </a:p>
            </p:txBody>
          </p:sp>
          <p:sp>
            <p:nvSpPr>
              <p:cNvPr id="609" name="îṩľiḓe">
                <a:extLst>
                  <a:ext uri="{FF2B5EF4-FFF2-40B4-BE49-F238E27FC236}">
                    <a16:creationId xmlns:a16="http://schemas.microsoft.com/office/drawing/2014/main" id="{E93607F2-9A48-4BE7-BDC6-90C9E361B1F5}"/>
                  </a:ext>
                </a:extLst>
              </p:cNvPr>
              <p:cNvSpPr/>
              <p:nvPr/>
            </p:nvSpPr>
            <p:spPr bwMode="auto">
              <a:xfrm>
                <a:off x="2903" y="1428"/>
                <a:ext cx="97" cy="68"/>
              </a:xfrm>
              <a:custGeom>
                <a:avLst/>
                <a:gdLst>
                  <a:gd name="T0" fmla="*/ 66 w 76"/>
                  <a:gd name="T1" fmla="*/ 51 h 53"/>
                  <a:gd name="T2" fmla="*/ 66 w 76"/>
                  <a:gd name="T3" fmla="*/ 48 h 53"/>
                  <a:gd name="T4" fmla="*/ 9 w 76"/>
                  <a:gd name="T5" fmla="*/ 48 h 53"/>
                  <a:gd name="T6" fmla="*/ 4 w 76"/>
                  <a:gd name="T7" fmla="*/ 44 h 53"/>
                  <a:gd name="T8" fmla="*/ 4 w 76"/>
                  <a:gd name="T9" fmla="*/ 9 h 53"/>
                  <a:gd name="T10" fmla="*/ 9 w 76"/>
                  <a:gd name="T11" fmla="*/ 5 h 53"/>
                  <a:gd name="T12" fmla="*/ 66 w 76"/>
                  <a:gd name="T13" fmla="*/ 5 h 53"/>
                  <a:gd name="T14" fmla="*/ 71 w 76"/>
                  <a:gd name="T15" fmla="*/ 9 h 53"/>
                  <a:gd name="T16" fmla="*/ 71 w 76"/>
                  <a:gd name="T17" fmla="*/ 44 h 53"/>
                  <a:gd name="T18" fmla="*/ 66 w 76"/>
                  <a:gd name="T19" fmla="*/ 48 h 53"/>
                  <a:gd name="T20" fmla="*/ 66 w 76"/>
                  <a:gd name="T21" fmla="*/ 51 h 53"/>
                  <a:gd name="T22" fmla="*/ 66 w 76"/>
                  <a:gd name="T23" fmla="*/ 53 h 53"/>
                  <a:gd name="T24" fmla="*/ 76 w 76"/>
                  <a:gd name="T25" fmla="*/ 44 h 53"/>
                  <a:gd name="T26" fmla="*/ 76 w 76"/>
                  <a:gd name="T27" fmla="*/ 9 h 53"/>
                  <a:gd name="T28" fmla="*/ 66 w 76"/>
                  <a:gd name="T29" fmla="*/ 0 h 53"/>
                  <a:gd name="T30" fmla="*/ 9 w 76"/>
                  <a:gd name="T31" fmla="*/ 0 h 53"/>
                  <a:gd name="T32" fmla="*/ 0 w 76"/>
                  <a:gd name="T33" fmla="*/ 9 h 53"/>
                  <a:gd name="T34" fmla="*/ 0 w 76"/>
                  <a:gd name="T35" fmla="*/ 44 h 53"/>
                  <a:gd name="T36" fmla="*/ 9 w 76"/>
                  <a:gd name="T37" fmla="*/ 53 h 53"/>
                  <a:gd name="T38" fmla="*/ 66 w 76"/>
                  <a:gd name="T39" fmla="*/ 53 h 53"/>
                  <a:gd name="T40" fmla="*/ 66 w 76"/>
                  <a:gd name="T41" fmla="*/ 51 h 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76" h="53">
                    <a:moveTo>
                      <a:pt x="66" y="51"/>
                    </a:moveTo>
                    <a:cubicBezTo>
                      <a:pt x="66" y="48"/>
                      <a:pt x="66" y="48"/>
                      <a:pt x="66" y="48"/>
                    </a:cubicBezTo>
                    <a:cubicBezTo>
                      <a:pt x="9" y="48"/>
                      <a:pt x="9" y="48"/>
                      <a:pt x="9" y="48"/>
                    </a:cubicBezTo>
                    <a:cubicBezTo>
                      <a:pt x="6" y="48"/>
                      <a:pt x="4" y="46"/>
                      <a:pt x="4" y="44"/>
                    </a:cubicBezTo>
                    <a:cubicBezTo>
                      <a:pt x="4" y="9"/>
                      <a:pt x="4" y="9"/>
                      <a:pt x="4" y="9"/>
                    </a:cubicBezTo>
                    <a:cubicBezTo>
                      <a:pt x="4" y="7"/>
                      <a:pt x="6" y="5"/>
                      <a:pt x="9" y="5"/>
                    </a:cubicBezTo>
                    <a:cubicBezTo>
                      <a:pt x="66" y="5"/>
                      <a:pt x="66" y="5"/>
                      <a:pt x="66" y="5"/>
                    </a:cubicBezTo>
                    <a:cubicBezTo>
                      <a:pt x="69" y="5"/>
                      <a:pt x="71" y="7"/>
                      <a:pt x="71" y="9"/>
                    </a:cubicBezTo>
                    <a:cubicBezTo>
                      <a:pt x="71" y="44"/>
                      <a:pt x="71" y="44"/>
                      <a:pt x="71" y="44"/>
                    </a:cubicBezTo>
                    <a:cubicBezTo>
                      <a:pt x="71" y="46"/>
                      <a:pt x="69" y="48"/>
                      <a:pt x="66" y="48"/>
                    </a:cubicBezTo>
                    <a:cubicBezTo>
                      <a:pt x="66" y="51"/>
                      <a:pt x="66" y="51"/>
                      <a:pt x="66" y="51"/>
                    </a:cubicBezTo>
                    <a:cubicBezTo>
                      <a:pt x="66" y="53"/>
                      <a:pt x="66" y="53"/>
                      <a:pt x="66" y="53"/>
                    </a:cubicBezTo>
                    <a:cubicBezTo>
                      <a:pt x="72" y="53"/>
                      <a:pt x="76" y="49"/>
                      <a:pt x="76" y="44"/>
                    </a:cubicBezTo>
                    <a:cubicBezTo>
                      <a:pt x="76" y="9"/>
                      <a:pt x="76" y="9"/>
                      <a:pt x="76" y="9"/>
                    </a:cubicBezTo>
                    <a:cubicBezTo>
                      <a:pt x="76" y="4"/>
                      <a:pt x="72" y="0"/>
                      <a:pt x="66" y="0"/>
                    </a:cubicBezTo>
                    <a:cubicBezTo>
                      <a:pt x="9" y="0"/>
                      <a:pt x="9" y="0"/>
                      <a:pt x="9" y="0"/>
                    </a:cubicBezTo>
                    <a:cubicBezTo>
                      <a:pt x="4" y="0"/>
                      <a:pt x="0" y="4"/>
                      <a:pt x="0" y="9"/>
                    </a:cubicBezTo>
                    <a:cubicBezTo>
                      <a:pt x="0" y="44"/>
                      <a:pt x="0" y="44"/>
                      <a:pt x="0" y="44"/>
                    </a:cubicBezTo>
                    <a:cubicBezTo>
                      <a:pt x="0" y="49"/>
                      <a:pt x="4" y="53"/>
                      <a:pt x="9" y="53"/>
                    </a:cubicBezTo>
                    <a:cubicBezTo>
                      <a:pt x="66" y="53"/>
                      <a:pt x="66" y="53"/>
                      <a:pt x="66" y="53"/>
                    </a:cubicBezTo>
                    <a:lnTo>
                      <a:pt x="66" y="51"/>
                    </a:lnTo>
                    <a:close/>
                  </a:path>
                </a:pathLst>
              </a:custGeom>
              <a:solidFill>
                <a:srgbClr val="07123F"/>
              </a:solidFill>
              <a:ln>
                <a:noFill/>
              </a:ln>
              <a:extLst>
                <a:ext uri="{91240B29-F687-4F45-9708-019B960494DF}">
                  <a14:hiddenLine xmlns:a14="http://schemas.microsoft.com/office/drawing/2010/main" w="9525">
                    <a:solidFill>
                      <a:srgbClr val="000000"/>
                    </a:solidFill>
                    <a:round/>
                    <a:headEnd/>
                    <a:tailEnd/>
                  </a14:hiddenLine>
                </a:ext>
              </a:extLst>
            </p:spPr>
            <p:txBody>
              <a:bodyPr anchor="ctr"/>
              <a:lstStyle/>
              <a:p>
                <a:pPr algn="ctr"/>
                <a:endParaRPr/>
              </a:p>
            </p:txBody>
          </p:sp>
          <p:sp>
            <p:nvSpPr>
              <p:cNvPr id="610" name="ïṧḻïḓè">
                <a:extLst>
                  <a:ext uri="{FF2B5EF4-FFF2-40B4-BE49-F238E27FC236}">
                    <a16:creationId xmlns:a16="http://schemas.microsoft.com/office/drawing/2014/main" id="{A26CE808-3F3A-41C6-8A61-298CD784D869}"/>
                  </a:ext>
                </a:extLst>
              </p:cNvPr>
              <p:cNvSpPr/>
              <p:nvPr/>
            </p:nvSpPr>
            <p:spPr bwMode="auto">
              <a:xfrm>
                <a:off x="2769" y="1428"/>
                <a:ext cx="105" cy="68"/>
              </a:xfrm>
              <a:custGeom>
                <a:avLst/>
                <a:gdLst>
                  <a:gd name="T0" fmla="*/ 72 w 82"/>
                  <a:gd name="T1" fmla="*/ 51 h 53"/>
                  <a:gd name="T2" fmla="*/ 72 w 82"/>
                  <a:gd name="T3" fmla="*/ 48 h 53"/>
                  <a:gd name="T4" fmla="*/ 10 w 82"/>
                  <a:gd name="T5" fmla="*/ 48 h 53"/>
                  <a:gd name="T6" fmla="*/ 6 w 82"/>
                  <a:gd name="T7" fmla="*/ 47 h 53"/>
                  <a:gd name="T8" fmla="*/ 5 w 82"/>
                  <a:gd name="T9" fmla="*/ 43 h 53"/>
                  <a:gd name="T10" fmla="*/ 5 w 82"/>
                  <a:gd name="T11" fmla="*/ 9 h 53"/>
                  <a:gd name="T12" fmla="*/ 6 w 82"/>
                  <a:gd name="T13" fmla="*/ 6 h 53"/>
                  <a:gd name="T14" fmla="*/ 10 w 82"/>
                  <a:gd name="T15" fmla="*/ 5 h 53"/>
                  <a:gd name="T16" fmla="*/ 72 w 82"/>
                  <a:gd name="T17" fmla="*/ 5 h 53"/>
                  <a:gd name="T18" fmla="*/ 76 w 82"/>
                  <a:gd name="T19" fmla="*/ 6 h 53"/>
                  <a:gd name="T20" fmla="*/ 77 w 82"/>
                  <a:gd name="T21" fmla="*/ 9 h 53"/>
                  <a:gd name="T22" fmla="*/ 77 w 82"/>
                  <a:gd name="T23" fmla="*/ 43 h 53"/>
                  <a:gd name="T24" fmla="*/ 76 w 82"/>
                  <a:gd name="T25" fmla="*/ 47 h 53"/>
                  <a:gd name="T26" fmla="*/ 72 w 82"/>
                  <a:gd name="T27" fmla="*/ 48 h 53"/>
                  <a:gd name="T28" fmla="*/ 72 w 82"/>
                  <a:gd name="T29" fmla="*/ 51 h 53"/>
                  <a:gd name="T30" fmla="*/ 72 w 82"/>
                  <a:gd name="T31" fmla="*/ 53 h 53"/>
                  <a:gd name="T32" fmla="*/ 82 w 82"/>
                  <a:gd name="T33" fmla="*/ 43 h 53"/>
                  <a:gd name="T34" fmla="*/ 82 w 82"/>
                  <a:gd name="T35" fmla="*/ 9 h 53"/>
                  <a:gd name="T36" fmla="*/ 72 w 82"/>
                  <a:gd name="T37" fmla="*/ 0 h 53"/>
                  <a:gd name="T38" fmla="*/ 10 w 82"/>
                  <a:gd name="T39" fmla="*/ 0 h 53"/>
                  <a:gd name="T40" fmla="*/ 0 w 82"/>
                  <a:gd name="T41" fmla="*/ 9 h 53"/>
                  <a:gd name="T42" fmla="*/ 0 w 82"/>
                  <a:gd name="T43" fmla="*/ 43 h 53"/>
                  <a:gd name="T44" fmla="*/ 10 w 82"/>
                  <a:gd name="T45" fmla="*/ 53 h 53"/>
                  <a:gd name="T46" fmla="*/ 72 w 82"/>
                  <a:gd name="T47" fmla="*/ 53 h 53"/>
                  <a:gd name="T48" fmla="*/ 72 w 82"/>
                  <a:gd name="T49" fmla="*/ 51 h 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82" h="53">
                    <a:moveTo>
                      <a:pt x="72" y="51"/>
                    </a:moveTo>
                    <a:cubicBezTo>
                      <a:pt x="72" y="48"/>
                      <a:pt x="72" y="48"/>
                      <a:pt x="72" y="48"/>
                    </a:cubicBezTo>
                    <a:cubicBezTo>
                      <a:pt x="10" y="48"/>
                      <a:pt x="10" y="48"/>
                      <a:pt x="10" y="48"/>
                    </a:cubicBezTo>
                    <a:cubicBezTo>
                      <a:pt x="8" y="48"/>
                      <a:pt x="7" y="48"/>
                      <a:pt x="6" y="47"/>
                    </a:cubicBezTo>
                    <a:cubicBezTo>
                      <a:pt x="5" y="46"/>
                      <a:pt x="5" y="45"/>
                      <a:pt x="5" y="43"/>
                    </a:cubicBezTo>
                    <a:cubicBezTo>
                      <a:pt x="5" y="9"/>
                      <a:pt x="5" y="9"/>
                      <a:pt x="5" y="9"/>
                    </a:cubicBezTo>
                    <a:cubicBezTo>
                      <a:pt x="5" y="8"/>
                      <a:pt x="5" y="7"/>
                      <a:pt x="6" y="6"/>
                    </a:cubicBezTo>
                    <a:cubicBezTo>
                      <a:pt x="7" y="5"/>
                      <a:pt x="8" y="5"/>
                      <a:pt x="10" y="5"/>
                    </a:cubicBezTo>
                    <a:cubicBezTo>
                      <a:pt x="72" y="5"/>
                      <a:pt x="72" y="5"/>
                      <a:pt x="72" y="5"/>
                    </a:cubicBezTo>
                    <a:cubicBezTo>
                      <a:pt x="74" y="5"/>
                      <a:pt x="75" y="5"/>
                      <a:pt x="76" y="6"/>
                    </a:cubicBezTo>
                    <a:cubicBezTo>
                      <a:pt x="76" y="7"/>
                      <a:pt x="77" y="8"/>
                      <a:pt x="77" y="9"/>
                    </a:cubicBezTo>
                    <a:cubicBezTo>
                      <a:pt x="77" y="43"/>
                      <a:pt x="77" y="43"/>
                      <a:pt x="77" y="43"/>
                    </a:cubicBezTo>
                    <a:cubicBezTo>
                      <a:pt x="77" y="45"/>
                      <a:pt x="76" y="46"/>
                      <a:pt x="76" y="47"/>
                    </a:cubicBezTo>
                    <a:cubicBezTo>
                      <a:pt x="75" y="48"/>
                      <a:pt x="74" y="48"/>
                      <a:pt x="72" y="48"/>
                    </a:cubicBezTo>
                    <a:cubicBezTo>
                      <a:pt x="72" y="51"/>
                      <a:pt x="72" y="51"/>
                      <a:pt x="72" y="51"/>
                    </a:cubicBezTo>
                    <a:cubicBezTo>
                      <a:pt x="72" y="53"/>
                      <a:pt x="72" y="53"/>
                      <a:pt x="72" y="53"/>
                    </a:cubicBezTo>
                    <a:cubicBezTo>
                      <a:pt x="78" y="53"/>
                      <a:pt x="82" y="49"/>
                      <a:pt x="82" y="43"/>
                    </a:cubicBezTo>
                    <a:cubicBezTo>
                      <a:pt x="82" y="9"/>
                      <a:pt x="82" y="9"/>
                      <a:pt x="82" y="9"/>
                    </a:cubicBezTo>
                    <a:cubicBezTo>
                      <a:pt x="82" y="4"/>
                      <a:pt x="78" y="0"/>
                      <a:pt x="72" y="0"/>
                    </a:cubicBezTo>
                    <a:cubicBezTo>
                      <a:pt x="10" y="0"/>
                      <a:pt x="10" y="0"/>
                      <a:pt x="10" y="0"/>
                    </a:cubicBezTo>
                    <a:cubicBezTo>
                      <a:pt x="4" y="0"/>
                      <a:pt x="0" y="4"/>
                      <a:pt x="0" y="9"/>
                    </a:cubicBezTo>
                    <a:cubicBezTo>
                      <a:pt x="0" y="43"/>
                      <a:pt x="0" y="43"/>
                      <a:pt x="0" y="43"/>
                    </a:cubicBezTo>
                    <a:cubicBezTo>
                      <a:pt x="0" y="49"/>
                      <a:pt x="4" y="53"/>
                      <a:pt x="10" y="53"/>
                    </a:cubicBezTo>
                    <a:cubicBezTo>
                      <a:pt x="72" y="53"/>
                      <a:pt x="72" y="53"/>
                      <a:pt x="72" y="53"/>
                    </a:cubicBezTo>
                    <a:lnTo>
                      <a:pt x="72" y="51"/>
                    </a:lnTo>
                    <a:close/>
                  </a:path>
                </a:pathLst>
              </a:custGeom>
              <a:solidFill>
                <a:srgbClr val="07123F"/>
              </a:solidFill>
              <a:ln>
                <a:noFill/>
              </a:ln>
              <a:extLst>
                <a:ext uri="{91240B29-F687-4F45-9708-019B960494DF}">
                  <a14:hiddenLine xmlns:a14="http://schemas.microsoft.com/office/drawing/2010/main" w="9525">
                    <a:solidFill>
                      <a:srgbClr val="000000"/>
                    </a:solidFill>
                    <a:round/>
                    <a:headEnd/>
                    <a:tailEnd/>
                  </a14:hiddenLine>
                </a:ext>
              </a:extLst>
            </p:spPr>
            <p:txBody>
              <a:bodyPr anchor="ctr"/>
              <a:lstStyle/>
              <a:p>
                <a:pPr algn="ctr"/>
                <a:endParaRPr/>
              </a:p>
            </p:txBody>
          </p:sp>
        </p:grpSp>
        <p:sp>
          <p:nvSpPr>
            <p:cNvPr id="275" name="îślíḋé">
              <a:extLst>
                <a:ext uri="{FF2B5EF4-FFF2-40B4-BE49-F238E27FC236}">
                  <a16:creationId xmlns:a16="http://schemas.microsoft.com/office/drawing/2014/main" id="{F8490960-9B74-4ADF-AAEE-603566C57F7D}"/>
                </a:ext>
              </a:extLst>
            </p:cNvPr>
            <p:cNvSpPr/>
            <p:nvPr/>
          </p:nvSpPr>
          <p:spPr bwMode="auto">
            <a:xfrm>
              <a:off x="4382294" y="2424818"/>
              <a:ext cx="134938" cy="34925"/>
            </a:xfrm>
            <a:custGeom>
              <a:avLst/>
              <a:gdLst>
                <a:gd name="T0" fmla="*/ 63 w 67"/>
                <a:gd name="T1" fmla="*/ 0 h 17"/>
                <a:gd name="T2" fmla="*/ 34 w 67"/>
                <a:gd name="T3" fmla="*/ 12 h 17"/>
                <a:gd name="T4" fmla="*/ 31 w 67"/>
                <a:gd name="T5" fmla="*/ 11 h 17"/>
                <a:gd name="T6" fmla="*/ 4 w 67"/>
                <a:gd name="T7" fmla="*/ 1 h 17"/>
                <a:gd name="T8" fmla="*/ 0 w 67"/>
                <a:gd name="T9" fmla="*/ 4 h 17"/>
                <a:gd name="T10" fmla="*/ 31 w 67"/>
                <a:gd name="T11" fmla="*/ 17 h 17"/>
                <a:gd name="T12" fmla="*/ 34 w 67"/>
                <a:gd name="T13" fmla="*/ 17 h 17"/>
                <a:gd name="T14" fmla="*/ 67 w 67"/>
                <a:gd name="T15" fmla="*/ 4 h 17"/>
                <a:gd name="T16" fmla="*/ 63 w 67"/>
                <a:gd name="T17" fmla="*/ 0 h 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67" h="17">
                  <a:moveTo>
                    <a:pt x="63" y="0"/>
                  </a:moveTo>
                  <a:cubicBezTo>
                    <a:pt x="56" y="7"/>
                    <a:pt x="46" y="12"/>
                    <a:pt x="34" y="12"/>
                  </a:cubicBezTo>
                  <a:cubicBezTo>
                    <a:pt x="33" y="12"/>
                    <a:pt x="32" y="12"/>
                    <a:pt x="31" y="11"/>
                  </a:cubicBezTo>
                  <a:cubicBezTo>
                    <a:pt x="20" y="11"/>
                    <a:pt x="11" y="7"/>
                    <a:pt x="4" y="1"/>
                  </a:cubicBezTo>
                  <a:cubicBezTo>
                    <a:pt x="0" y="4"/>
                    <a:pt x="0" y="4"/>
                    <a:pt x="0" y="4"/>
                  </a:cubicBezTo>
                  <a:cubicBezTo>
                    <a:pt x="8" y="12"/>
                    <a:pt x="19" y="16"/>
                    <a:pt x="31" y="17"/>
                  </a:cubicBezTo>
                  <a:cubicBezTo>
                    <a:pt x="32" y="17"/>
                    <a:pt x="33" y="17"/>
                    <a:pt x="34" y="17"/>
                  </a:cubicBezTo>
                  <a:cubicBezTo>
                    <a:pt x="47" y="17"/>
                    <a:pt x="59" y="12"/>
                    <a:pt x="67" y="4"/>
                  </a:cubicBezTo>
                  <a:cubicBezTo>
                    <a:pt x="63" y="0"/>
                    <a:pt x="63" y="0"/>
                    <a:pt x="63" y="0"/>
                  </a:cubicBezTo>
                  <a:close/>
                </a:path>
              </a:pathLst>
            </a:custGeom>
            <a:solidFill>
              <a:srgbClr val="E88E6B"/>
            </a:solidFill>
            <a:ln>
              <a:noFill/>
            </a:ln>
            <a:extLst>
              <a:ext uri="{91240B29-F687-4F45-9708-019B960494DF}">
                <a14:hiddenLine xmlns:a14="http://schemas.microsoft.com/office/drawing/2010/main" w="9525">
                  <a:solidFill>
                    <a:srgbClr val="000000"/>
                  </a:solidFill>
                  <a:round/>
                  <a:headEnd/>
                  <a:tailEnd/>
                </a14:hiddenLine>
              </a:ext>
            </a:extLst>
          </p:spPr>
          <p:txBody>
            <a:bodyPr anchor="ctr"/>
            <a:lstStyle/>
            <a:p>
              <a:pPr algn="ctr"/>
              <a:endParaRPr/>
            </a:p>
          </p:txBody>
        </p:sp>
        <p:sp>
          <p:nvSpPr>
            <p:cNvPr id="276" name="îsľîdê">
              <a:extLst>
                <a:ext uri="{FF2B5EF4-FFF2-40B4-BE49-F238E27FC236}">
                  <a16:creationId xmlns:a16="http://schemas.microsoft.com/office/drawing/2014/main" id="{8E9B7B34-EC36-4713-AE84-28B957F0D7F8}"/>
                </a:ext>
              </a:extLst>
            </p:cNvPr>
            <p:cNvSpPr/>
            <p:nvPr/>
          </p:nvSpPr>
          <p:spPr bwMode="auto">
            <a:xfrm>
              <a:off x="4468019" y="2254956"/>
              <a:ext cx="52388" cy="123825"/>
            </a:xfrm>
            <a:custGeom>
              <a:avLst/>
              <a:gdLst>
                <a:gd name="T0" fmla="*/ 26 w 26"/>
                <a:gd name="T1" fmla="*/ 47 h 61"/>
                <a:gd name="T2" fmla="*/ 25 w 26"/>
                <a:gd name="T3" fmla="*/ 47 h 61"/>
                <a:gd name="T4" fmla="*/ 2 w 26"/>
                <a:gd name="T5" fmla="*/ 60 h 61"/>
                <a:gd name="T6" fmla="*/ 0 w 26"/>
                <a:gd name="T7" fmla="*/ 0 h 61"/>
                <a:gd name="T8" fmla="*/ 26 w 26"/>
                <a:gd name="T9" fmla="*/ 47 h 61"/>
              </a:gdLst>
              <a:ahLst/>
              <a:cxnLst>
                <a:cxn ang="0">
                  <a:pos x="T0" y="T1"/>
                </a:cxn>
                <a:cxn ang="0">
                  <a:pos x="T2" y="T3"/>
                </a:cxn>
                <a:cxn ang="0">
                  <a:pos x="T4" y="T5"/>
                </a:cxn>
                <a:cxn ang="0">
                  <a:pos x="T6" y="T7"/>
                </a:cxn>
                <a:cxn ang="0">
                  <a:pos x="T8" y="T9"/>
                </a:cxn>
              </a:cxnLst>
              <a:rect l="0" t="0" r="r" b="b"/>
              <a:pathLst>
                <a:path w="26" h="61">
                  <a:moveTo>
                    <a:pt x="26" y="47"/>
                  </a:moveTo>
                  <a:cubicBezTo>
                    <a:pt x="25" y="47"/>
                    <a:pt x="25" y="47"/>
                    <a:pt x="25" y="47"/>
                  </a:cubicBezTo>
                  <a:cubicBezTo>
                    <a:pt x="25" y="54"/>
                    <a:pt x="19" y="61"/>
                    <a:pt x="2" y="60"/>
                  </a:cubicBezTo>
                  <a:cubicBezTo>
                    <a:pt x="0" y="0"/>
                    <a:pt x="0" y="0"/>
                    <a:pt x="0" y="0"/>
                  </a:cubicBezTo>
                  <a:cubicBezTo>
                    <a:pt x="18" y="22"/>
                    <a:pt x="25" y="34"/>
                    <a:pt x="26" y="47"/>
                  </a:cubicBezTo>
                  <a:close/>
                </a:path>
              </a:pathLst>
            </a:custGeom>
            <a:solidFill>
              <a:srgbClr val="F6AF97"/>
            </a:solidFill>
            <a:ln>
              <a:noFill/>
            </a:ln>
            <a:extLst>
              <a:ext uri="{91240B29-F687-4F45-9708-019B960494DF}">
                <a14:hiddenLine xmlns:a14="http://schemas.microsoft.com/office/drawing/2010/main" w="9525">
                  <a:solidFill>
                    <a:srgbClr val="000000"/>
                  </a:solidFill>
                  <a:round/>
                  <a:headEnd/>
                  <a:tailEnd/>
                </a14:hiddenLine>
              </a:ext>
            </a:extLst>
          </p:spPr>
          <p:txBody>
            <a:bodyPr anchor="ctr"/>
            <a:lstStyle/>
            <a:p>
              <a:pPr algn="ctr"/>
              <a:endParaRPr/>
            </a:p>
          </p:txBody>
        </p:sp>
        <p:sp>
          <p:nvSpPr>
            <p:cNvPr id="277" name="î$lîďe">
              <a:extLst>
                <a:ext uri="{FF2B5EF4-FFF2-40B4-BE49-F238E27FC236}">
                  <a16:creationId xmlns:a16="http://schemas.microsoft.com/office/drawing/2014/main" id="{BEAD19FC-3620-4985-A9DA-511479B876D2}"/>
                </a:ext>
              </a:extLst>
            </p:cNvPr>
            <p:cNvSpPr/>
            <p:nvPr/>
          </p:nvSpPr>
          <p:spPr bwMode="auto">
            <a:xfrm>
              <a:off x="4456907" y="2258131"/>
              <a:ext cx="58738" cy="11113"/>
            </a:xfrm>
            <a:custGeom>
              <a:avLst/>
              <a:gdLst>
                <a:gd name="T0" fmla="*/ 0 w 37"/>
                <a:gd name="T1" fmla="*/ 6 h 7"/>
                <a:gd name="T2" fmla="*/ 37 w 37"/>
                <a:gd name="T3" fmla="*/ 7 h 7"/>
                <a:gd name="T4" fmla="*/ 37 w 37"/>
                <a:gd name="T5" fmla="*/ 1 h 7"/>
                <a:gd name="T6" fmla="*/ 1 w 37"/>
                <a:gd name="T7" fmla="*/ 0 h 7"/>
                <a:gd name="T8" fmla="*/ 0 w 37"/>
                <a:gd name="T9" fmla="*/ 6 h 7"/>
              </a:gdLst>
              <a:ahLst/>
              <a:cxnLst>
                <a:cxn ang="0">
                  <a:pos x="T0" y="T1"/>
                </a:cxn>
                <a:cxn ang="0">
                  <a:pos x="T2" y="T3"/>
                </a:cxn>
                <a:cxn ang="0">
                  <a:pos x="T4" y="T5"/>
                </a:cxn>
                <a:cxn ang="0">
                  <a:pos x="T6" y="T7"/>
                </a:cxn>
                <a:cxn ang="0">
                  <a:pos x="T8" y="T9"/>
                </a:cxn>
              </a:cxnLst>
              <a:rect l="0" t="0" r="r" b="b"/>
              <a:pathLst>
                <a:path w="37" h="7">
                  <a:moveTo>
                    <a:pt x="0" y="6"/>
                  </a:moveTo>
                  <a:lnTo>
                    <a:pt x="37" y="7"/>
                  </a:lnTo>
                  <a:lnTo>
                    <a:pt x="37" y="1"/>
                  </a:lnTo>
                  <a:lnTo>
                    <a:pt x="1" y="0"/>
                  </a:lnTo>
                  <a:lnTo>
                    <a:pt x="0" y="6"/>
                  </a:lnTo>
                  <a:close/>
                </a:path>
              </a:pathLst>
            </a:custGeom>
            <a:solidFill>
              <a:srgbClr val="07123F"/>
            </a:solidFill>
            <a:ln>
              <a:noFill/>
            </a:ln>
            <a:extLst>
              <a:ext uri="{91240B29-F687-4F45-9708-019B960494DF}">
                <a14:hiddenLine xmlns:a14="http://schemas.microsoft.com/office/drawing/2010/main" w="9525">
                  <a:solidFill>
                    <a:srgbClr val="000000"/>
                  </a:solidFill>
                  <a:round/>
                  <a:headEnd/>
                  <a:tailEnd/>
                </a14:hiddenLine>
              </a:ext>
            </a:extLst>
          </p:spPr>
          <p:txBody>
            <a:bodyPr anchor="ctr"/>
            <a:lstStyle/>
            <a:p>
              <a:pPr algn="ctr"/>
              <a:endParaRPr/>
            </a:p>
          </p:txBody>
        </p:sp>
        <p:sp>
          <p:nvSpPr>
            <p:cNvPr id="278" name="íṩlïḋê">
              <a:extLst>
                <a:ext uri="{FF2B5EF4-FFF2-40B4-BE49-F238E27FC236}">
                  <a16:creationId xmlns:a16="http://schemas.microsoft.com/office/drawing/2014/main" id="{BC12DF84-76C0-47F7-B16E-BBDC21683414}"/>
                </a:ext>
              </a:extLst>
            </p:cNvPr>
            <p:cNvSpPr/>
            <p:nvPr/>
          </p:nvSpPr>
          <p:spPr bwMode="auto">
            <a:xfrm>
              <a:off x="4456907" y="2258131"/>
              <a:ext cx="58738" cy="11113"/>
            </a:xfrm>
            <a:custGeom>
              <a:avLst/>
              <a:gdLst>
                <a:gd name="T0" fmla="*/ 0 w 37"/>
                <a:gd name="T1" fmla="*/ 6 h 7"/>
                <a:gd name="T2" fmla="*/ 37 w 37"/>
                <a:gd name="T3" fmla="*/ 7 h 7"/>
                <a:gd name="T4" fmla="*/ 37 w 37"/>
                <a:gd name="T5" fmla="*/ 1 h 7"/>
                <a:gd name="T6" fmla="*/ 1 w 37"/>
                <a:gd name="T7" fmla="*/ 0 h 7"/>
              </a:gdLst>
              <a:ahLst/>
              <a:cxnLst>
                <a:cxn ang="0">
                  <a:pos x="T0" y="T1"/>
                </a:cxn>
                <a:cxn ang="0">
                  <a:pos x="T2" y="T3"/>
                </a:cxn>
                <a:cxn ang="0">
                  <a:pos x="T4" y="T5"/>
                </a:cxn>
                <a:cxn ang="0">
                  <a:pos x="T6" y="T7"/>
                </a:cxn>
              </a:cxnLst>
              <a:rect l="0" t="0" r="r" b="b"/>
              <a:pathLst>
                <a:path w="37" h="7">
                  <a:moveTo>
                    <a:pt x="0" y="6"/>
                  </a:moveTo>
                  <a:lnTo>
                    <a:pt x="37" y="7"/>
                  </a:lnTo>
                  <a:lnTo>
                    <a:pt x="37" y="1"/>
                  </a:lnTo>
                  <a:lnTo>
                    <a:pt x="1"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anchor="ctr"/>
            <a:lstStyle/>
            <a:p>
              <a:pPr algn="ctr"/>
              <a:endParaRPr/>
            </a:p>
          </p:txBody>
        </p:sp>
        <p:sp>
          <p:nvSpPr>
            <p:cNvPr id="279" name="iŝ1iḑé">
              <a:extLst>
                <a:ext uri="{FF2B5EF4-FFF2-40B4-BE49-F238E27FC236}">
                  <a16:creationId xmlns:a16="http://schemas.microsoft.com/office/drawing/2014/main" id="{2015EFEE-6261-45A4-8D4C-B451E3E41CFD}"/>
                </a:ext>
              </a:extLst>
            </p:cNvPr>
            <p:cNvSpPr/>
            <p:nvPr/>
          </p:nvSpPr>
          <p:spPr bwMode="auto">
            <a:xfrm>
              <a:off x="3755232" y="2728031"/>
              <a:ext cx="849313" cy="1609725"/>
            </a:xfrm>
            <a:custGeom>
              <a:avLst/>
              <a:gdLst>
                <a:gd name="T0" fmla="*/ 420 w 420"/>
                <a:gd name="T1" fmla="*/ 697 h 797"/>
                <a:gd name="T2" fmla="*/ 140 w 420"/>
                <a:gd name="T3" fmla="*/ 740 h 797"/>
                <a:gd name="T4" fmla="*/ 48 w 420"/>
                <a:gd name="T5" fmla="*/ 773 h 797"/>
                <a:gd name="T6" fmla="*/ 9 w 420"/>
                <a:gd name="T7" fmla="*/ 797 h 797"/>
                <a:gd name="T8" fmla="*/ 0 w 420"/>
                <a:gd name="T9" fmla="*/ 178 h 797"/>
                <a:gd name="T10" fmla="*/ 0 w 420"/>
                <a:gd name="T11" fmla="*/ 169 h 797"/>
                <a:gd name="T12" fmla="*/ 83 w 420"/>
                <a:gd name="T13" fmla="*/ 27 h 797"/>
                <a:gd name="T14" fmla="*/ 147 w 420"/>
                <a:gd name="T15" fmla="*/ 3 h 797"/>
                <a:gd name="T16" fmla="*/ 178 w 420"/>
                <a:gd name="T17" fmla="*/ 0 h 797"/>
                <a:gd name="T18" fmla="*/ 238 w 420"/>
                <a:gd name="T19" fmla="*/ 0 h 797"/>
                <a:gd name="T20" fmla="*/ 416 w 420"/>
                <a:gd name="T21" fmla="*/ 178 h 797"/>
                <a:gd name="T22" fmla="*/ 418 w 420"/>
                <a:gd name="T23" fmla="*/ 446 h 797"/>
                <a:gd name="T24" fmla="*/ 419 w 420"/>
                <a:gd name="T25" fmla="*/ 565 h 797"/>
                <a:gd name="T26" fmla="*/ 420 w 420"/>
                <a:gd name="T27" fmla="*/ 697 h 79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420" h="797">
                  <a:moveTo>
                    <a:pt x="420" y="697"/>
                  </a:moveTo>
                  <a:cubicBezTo>
                    <a:pt x="140" y="740"/>
                    <a:pt x="140" y="740"/>
                    <a:pt x="140" y="740"/>
                  </a:cubicBezTo>
                  <a:cubicBezTo>
                    <a:pt x="107" y="745"/>
                    <a:pt x="76" y="756"/>
                    <a:pt x="48" y="773"/>
                  </a:cubicBezTo>
                  <a:cubicBezTo>
                    <a:pt x="9" y="797"/>
                    <a:pt x="9" y="797"/>
                    <a:pt x="9" y="797"/>
                  </a:cubicBezTo>
                  <a:cubicBezTo>
                    <a:pt x="0" y="178"/>
                    <a:pt x="0" y="178"/>
                    <a:pt x="0" y="178"/>
                  </a:cubicBezTo>
                  <a:cubicBezTo>
                    <a:pt x="0" y="175"/>
                    <a:pt x="0" y="172"/>
                    <a:pt x="0" y="169"/>
                  </a:cubicBezTo>
                  <a:cubicBezTo>
                    <a:pt x="3" y="109"/>
                    <a:pt x="35" y="57"/>
                    <a:pt x="83" y="27"/>
                  </a:cubicBezTo>
                  <a:cubicBezTo>
                    <a:pt x="102" y="15"/>
                    <a:pt x="124" y="7"/>
                    <a:pt x="147" y="3"/>
                  </a:cubicBezTo>
                  <a:cubicBezTo>
                    <a:pt x="157" y="1"/>
                    <a:pt x="167" y="0"/>
                    <a:pt x="178" y="0"/>
                  </a:cubicBezTo>
                  <a:cubicBezTo>
                    <a:pt x="238" y="0"/>
                    <a:pt x="238" y="0"/>
                    <a:pt x="238" y="0"/>
                  </a:cubicBezTo>
                  <a:cubicBezTo>
                    <a:pt x="336" y="0"/>
                    <a:pt x="416" y="80"/>
                    <a:pt x="416" y="178"/>
                  </a:cubicBezTo>
                  <a:cubicBezTo>
                    <a:pt x="418" y="446"/>
                    <a:pt x="418" y="446"/>
                    <a:pt x="418" y="446"/>
                  </a:cubicBezTo>
                  <a:cubicBezTo>
                    <a:pt x="419" y="565"/>
                    <a:pt x="419" y="565"/>
                    <a:pt x="419" y="565"/>
                  </a:cubicBezTo>
                  <a:lnTo>
                    <a:pt x="420" y="697"/>
                  </a:lnTo>
                  <a:close/>
                </a:path>
              </a:pathLst>
            </a:custGeom>
            <a:solidFill>
              <a:srgbClr val="26263C"/>
            </a:solidFill>
            <a:ln>
              <a:noFill/>
            </a:ln>
            <a:extLst>
              <a:ext uri="{91240B29-F687-4F45-9708-019B960494DF}">
                <a14:hiddenLine xmlns:a14="http://schemas.microsoft.com/office/drawing/2010/main" w="9525">
                  <a:solidFill>
                    <a:srgbClr val="000000"/>
                  </a:solidFill>
                  <a:round/>
                  <a:headEnd/>
                  <a:tailEnd/>
                </a14:hiddenLine>
              </a:ext>
            </a:extLst>
          </p:spPr>
          <p:txBody>
            <a:bodyPr anchor="ctr"/>
            <a:lstStyle/>
            <a:p>
              <a:pPr algn="ctr"/>
              <a:endParaRPr/>
            </a:p>
          </p:txBody>
        </p:sp>
        <p:sp>
          <p:nvSpPr>
            <p:cNvPr id="280" name="iSľïḑè">
              <a:extLst>
                <a:ext uri="{FF2B5EF4-FFF2-40B4-BE49-F238E27FC236}">
                  <a16:creationId xmlns:a16="http://schemas.microsoft.com/office/drawing/2014/main" id="{F0B2A7F0-659E-406F-806B-6ED5D3CD9AA3}"/>
                </a:ext>
              </a:extLst>
            </p:cNvPr>
            <p:cNvSpPr/>
            <p:nvPr/>
          </p:nvSpPr>
          <p:spPr bwMode="auto">
            <a:xfrm>
              <a:off x="3755232" y="2728031"/>
              <a:ext cx="776288" cy="749300"/>
            </a:xfrm>
            <a:custGeom>
              <a:avLst/>
              <a:gdLst>
                <a:gd name="T0" fmla="*/ 384 w 384"/>
                <a:gd name="T1" fmla="*/ 77 h 371"/>
                <a:gd name="T2" fmla="*/ 308 w 384"/>
                <a:gd name="T3" fmla="*/ 60 h 371"/>
                <a:gd name="T4" fmla="*/ 248 w 384"/>
                <a:gd name="T5" fmla="*/ 60 h 371"/>
                <a:gd name="T6" fmla="*/ 217 w 384"/>
                <a:gd name="T7" fmla="*/ 63 h 371"/>
                <a:gd name="T8" fmla="*/ 146 w 384"/>
                <a:gd name="T9" fmla="*/ 83 h 371"/>
                <a:gd name="T10" fmla="*/ 126 w 384"/>
                <a:gd name="T11" fmla="*/ 156 h 371"/>
                <a:gd name="T12" fmla="*/ 70 w 384"/>
                <a:gd name="T13" fmla="*/ 238 h 371"/>
                <a:gd name="T14" fmla="*/ 71 w 384"/>
                <a:gd name="T15" fmla="*/ 371 h 371"/>
                <a:gd name="T16" fmla="*/ 2 w 384"/>
                <a:gd name="T17" fmla="*/ 237 h 371"/>
                <a:gd name="T18" fmla="*/ 0 w 384"/>
                <a:gd name="T19" fmla="*/ 178 h 371"/>
                <a:gd name="T20" fmla="*/ 0 w 384"/>
                <a:gd name="T21" fmla="*/ 169 h 371"/>
                <a:gd name="T22" fmla="*/ 83 w 384"/>
                <a:gd name="T23" fmla="*/ 27 h 371"/>
                <a:gd name="T24" fmla="*/ 147 w 384"/>
                <a:gd name="T25" fmla="*/ 3 h 371"/>
                <a:gd name="T26" fmla="*/ 178 w 384"/>
                <a:gd name="T27" fmla="*/ 0 h 371"/>
                <a:gd name="T28" fmla="*/ 238 w 384"/>
                <a:gd name="T29" fmla="*/ 0 h 371"/>
                <a:gd name="T30" fmla="*/ 384 w 384"/>
                <a:gd name="T31" fmla="*/ 77 h 3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384" h="371">
                  <a:moveTo>
                    <a:pt x="384" y="77"/>
                  </a:moveTo>
                  <a:cubicBezTo>
                    <a:pt x="361" y="66"/>
                    <a:pt x="335" y="60"/>
                    <a:pt x="308" y="60"/>
                  </a:cubicBezTo>
                  <a:cubicBezTo>
                    <a:pt x="248" y="60"/>
                    <a:pt x="248" y="60"/>
                    <a:pt x="248" y="60"/>
                  </a:cubicBezTo>
                  <a:cubicBezTo>
                    <a:pt x="237" y="60"/>
                    <a:pt x="227" y="61"/>
                    <a:pt x="217" y="63"/>
                  </a:cubicBezTo>
                  <a:cubicBezTo>
                    <a:pt x="194" y="67"/>
                    <a:pt x="165" y="72"/>
                    <a:pt x="146" y="83"/>
                  </a:cubicBezTo>
                  <a:cubicBezTo>
                    <a:pt x="115" y="103"/>
                    <a:pt x="116" y="124"/>
                    <a:pt x="126" y="156"/>
                  </a:cubicBezTo>
                  <a:cubicBezTo>
                    <a:pt x="126" y="159"/>
                    <a:pt x="70" y="235"/>
                    <a:pt x="70" y="238"/>
                  </a:cubicBezTo>
                  <a:cubicBezTo>
                    <a:pt x="71" y="371"/>
                    <a:pt x="71" y="371"/>
                    <a:pt x="71" y="371"/>
                  </a:cubicBezTo>
                  <a:cubicBezTo>
                    <a:pt x="2" y="237"/>
                    <a:pt x="2" y="237"/>
                    <a:pt x="2" y="237"/>
                  </a:cubicBezTo>
                  <a:cubicBezTo>
                    <a:pt x="0" y="178"/>
                    <a:pt x="0" y="178"/>
                    <a:pt x="0" y="178"/>
                  </a:cubicBezTo>
                  <a:cubicBezTo>
                    <a:pt x="0" y="175"/>
                    <a:pt x="0" y="172"/>
                    <a:pt x="0" y="169"/>
                  </a:cubicBezTo>
                  <a:cubicBezTo>
                    <a:pt x="3" y="109"/>
                    <a:pt x="35" y="57"/>
                    <a:pt x="83" y="27"/>
                  </a:cubicBezTo>
                  <a:cubicBezTo>
                    <a:pt x="102" y="15"/>
                    <a:pt x="124" y="7"/>
                    <a:pt x="147" y="3"/>
                  </a:cubicBezTo>
                  <a:cubicBezTo>
                    <a:pt x="157" y="1"/>
                    <a:pt x="167" y="0"/>
                    <a:pt x="178" y="0"/>
                  </a:cubicBezTo>
                  <a:cubicBezTo>
                    <a:pt x="238" y="0"/>
                    <a:pt x="238" y="0"/>
                    <a:pt x="238" y="0"/>
                  </a:cubicBezTo>
                  <a:cubicBezTo>
                    <a:pt x="299" y="0"/>
                    <a:pt x="352" y="31"/>
                    <a:pt x="384" y="77"/>
                  </a:cubicBezTo>
                  <a:close/>
                </a:path>
              </a:pathLst>
            </a:custGeom>
            <a:solidFill>
              <a:srgbClr val="393952"/>
            </a:solidFill>
            <a:ln>
              <a:noFill/>
            </a:ln>
            <a:extLst>
              <a:ext uri="{91240B29-F687-4F45-9708-019B960494DF}">
                <a14:hiddenLine xmlns:a14="http://schemas.microsoft.com/office/drawing/2010/main" w="9525">
                  <a:solidFill>
                    <a:srgbClr val="000000"/>
                  </a:solidFill>
                  <a:round/>
                  <a:headEnd/>
                  <a:tailEnd/>
                </a14:hiddenLine>
              </a:ext>
            </a:extLst>
          </p:spPr>
          <p:txBody>
            <a:bodyPr anchor="ctr"/>
            <a:lstStyle/>
            <a:p>
              <a:pPr algn="ctr"/>
              <a:endParaRPr/>
            </a:p>
          </p:txBody>
        </p:sp>
        <p:sp>
          <p:nvSpPr>
            <p:cNvPr id="281" name="iṥľïďè">
              <a:extLst>
                <a:ext uri="{FF2B5EF4-FFF2-40B4-BE49-F238E27FC236}">
                  <a16:creationId xmlns:a16="http://schemas.microsoft.com/office/drawing/2014/main" id="{903A3DE6-B947-4641-B44D-27C20FDD2641}"/>
                </a:ext>
              </a:extLst>
            </p:cNvPr>
            <p:cNvSpPr/>
            <p:nvPr/>
          </p:nvSpPr>
          <p:spPr bwMode="auto">
            <a:xfrm>
              <a:off x="4056857" y="2705806"/>
              <a:ext cx="320675" cy="760413"/>
            </a:xfrm>
            <a:custGeom>
              <a:avLst/>
              <a:gdLst>
                <a:gd name="T0" fmla="*/ 148 w 202"/>
                <a:gd name="T1" fmla="*/ 323 h 479"/>
                <a:gd name="T2" fmla="*/ 121 w 202"/>
                <a:gd name="T3" fmla="*/ 479 h 479"/>
                <a:gd name="T4" fmla="*/ 0 w 202"/>
                <a:gd name="T5" fmla="*/ 0 h 479"/>
                <a:gd name="T6" fmla="*/ 202 w 202"/>
                <a:gd name="T7" fmla="*/ 0 h 479"/>
                <a:gd name="T8" fmla="*/ 148 w 202"/>
                <a:gd name="T9" fmla="*/ 323 h 479"/>
              </a:gdLst>
              <a:ahLst/>
              <a:cxnLst>
                <a:cxn ang="0">
                  <a:pos x="T0" y="T1"/>
                </a:cxn>
                <a:cxn ang="0">
                  <a:pos x="T2" y="T3"/>
                </a:cxn>
                <a:cxn ang="0">
                  <a:pos x="T4" y="T5"/>
                </a:cxn>
                <a:cxn ang="0">
                  <a:pos x="T6" y="T7"/>
                </a:cxn>
                <a:cxn ang="0">
                  <a:pos x="T8" y="T9"/>
                </a:cxn>
              </a:cxnLst>
              <a:rect l="0" t="0" r="r" b="b"/>
              <a:pathLst>
                <a:path w="202" h="479">
                  <a:moveTo>
                    <a:pt x="148" y="323"/>
                  </a:moveTo>
                  <a:lnTo>
                    <a:pt x="121" y="479"/>
                  </a:lnTo>
                  <a:lnTo>
                    <a:pt x="0" y="0"/>
                  </a:lnTo>
                  <a:lnTo>
                    <a:pt x="202" y="0"/>
                  </a:lnTo>
                  <a:lnTo>
                    <a:pt x="148" y="323"/>
                  </a:lnTo>
                  <a:close/>
                </a:path>
              </a:pathLst>
            </a:custGeom>
            <a:solidFill>
              <a:srgbClr val="EDEFF1"/>
            </a:solidFill>
            <a:ln>
              <a:noFill/>
            </a:ln>
            <a:extLst>
              <a:ext uri="{91240B29-F687-4F45-9708-019B960494DF}">
                <a14:hiddenLine xmlns:a14="http://schemas.microsoft.com/office/drawing/2010/main" w="9525">
                  <a:solidFill>
                    <a:srgbClr val="000000"/>
                  </a:solidFill>
                  <a:round/>
                  <a:headEnd/>
                  <a:tailEnd/>
                </a14:hiddenLine>
              </a:ext>
            </a:extLst>
          </p:spPr>
          <p:txBody>
            <a:bodyPr anchor="ctr"/>
            <a:lstStyle/>
            <a:p>
              <a:pPr algn="ctr"/>
              <a:endParaRPr/>
            </a:p>
          </p:txBody>
        </p:sp>
        <p:sp>
          <p:nvSpPr>
            <p:cNvPr id="282" name="íšľîḍè">
              <a:extLst>
                <a:ext uri="{FF2B5EF4-FFF2-40B4-BE49-F238E27FC236}">
                  <a16:creationId xmlns:a16="http://schemas.microsoft.com/office/drawing/2014/main" id="{B033CB2C-57AF-43E7-BA62-D75C791C138A}"/>
                </a:ext>
              </a:extLst>
            </p:cNvPr>
            <p:cNvSpPr/>
            <p:nvPr/>
          </p:nvSpPr>
          <p:spPr bwMode="auto">
            <a:xfrm>
              <a:off x="4056857" y="2688343"/>
              <a:ext cx="327025" cy="107950"/>
            </a:xfrm>
            <a:custGeom>
              <a:avLst/>
              <a:gdLst>
                <a:gd name="T0" fmla="*/ 206 w 206"/>
                <a:gd name="T1" fmla="*/ 68 h 68"/>
                <a:gd name="T2" fmla="*/ 111 w 206"/>
                <a:gd name="T3" fmla="*/ 12 h 68"/>
                <a:gd name="T4" fmla="*/ 0 w 206"/>
                <a:gd name="T5" fmla="*/ 68 h 68"/>
                <a:gd name="T6" fmla="*/ 0 w 206"/>
                <a:gd name="T7" fmla="*/ 0 h 68"/>
                <a:gd name="T8" fmla="*/ 206 w 206"/>
                <a:gd name="T9" fmla="*/ 0 h 68"/>
                <a:gd name="T10" fmla="*/ 206 w 206"/>
                <a:gd name="T11" fmla="*/ 68 h 68"/>
              </a:gdLst>
              <a:ahLst/>
              <a:cxnLst>
                <a:cxn ang="0">
                  <a:pos x="T0" y="T1"/>
                </a:cxn>
                <a:cxn ang="0">
                  <a:pos x="T2" y="T3"/>
                </a:cxn>
                <a:cxn ang="0">
                  <a:pos x="T4" y="T5"/>
                </a:cxn>
                <a:cxn ang="0">
                  <a:pos x="T6" y="T7"/>
                </a:cxn>
                <a:cxn ang="0">
                  <a:pos x="T8" y="T9"/>
                </a:cxn>
                <a:cxn ang="0">
                  <a:pos x="T10" y="T11"/>
                </a:cxn>
              </a:cxnLst>
              <a:rect l="0" t="0" r="r" b="b"/>
              <a:pathLst>
                <a:path w="206" h="68">
                  <a:moveTo>
                    <a:pt x="206" y="68"/>
                  </a:moveTo>
                  <a:lnTo>
                    <a:pt x="111" y="12"/>
                  </a:lnTo>
                  <a:lnTo>
                    <a:pt x="0" y="68"/>
                  </a:lnTo>
                  <a:lnTo>
                    <a:pt x="0" y="0"/>
                  </a:lnTo>
                  <a:lnTo>
                    <a:pt x="206" y="0"/>
                  </a:lnTo>
                  <a:lnTo>
                    <a:pt x="206" y="68"/>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nchor="ctr"/>
            <a:lstStyle/>
            <a:p>
              <a:pPr algn="ctr"/>
              <a:endParaRPr/>
            </a:p>
          </p:txBody>
        </p:sp>
        <p:sp>
          <p:nvSpPr>
            <p:cNvPr id="283" name="î$ḻïḍè">
              <a:extLst>
                <a:ext uri="{FF2B5EF4-FFF2-40B4-BE49-F238E27FC236}">
                  <a16:creationId xmlns:a16="http://schemas.microsoft.com/office/drawing/2014/main" id="{3C250EB1-2B01-47CA-AA1E-E2D5CFEC86B9}"/>
                </a:ext>
              </a:extLst>
            </p:cNvPr>
            <p:cNvSpPr/>
            <p:nvPr/>
          </p:nvSpPr>
          <p:spPr bwMode="auto">
            <a:xfrm>
              <a:off x="4741069" y="3624968"/>
              <a:ext cx="228600" cy="79375"/>
            </a:xfrm>
            <a:custGeom>
              <a:avLst/>
              <a:gdLst>
                <a:gd name="T0" fmla="*/ 14 w 113"/>
                <a:gd name="T1" fmla="*/ 38 h 39"/>
                <a:gd name="T2" fmla="*/ 102 w 113"/>
                <a:gd name="T3" fmla="*/ 24 h 39"/>
                <a:gd name="T4" fmla="*/ 112 w 113"/>
                <a:gd name="T5" fmla="*/ 11 h 39"/>
                <a:gd name="T6" fmla="*/ 112 w 113"/>
                <a:gd name="T7" fmla="*/ 10 h 39"/>
                <a:gd name="T8" fmla="*/ 99 w 113"/>
                <a:gd name="T9" fmla="*/ 1 h 39"/>
                <a:gd name="T10" fmla="*/ 10 w 113"/>
                <a:gd name="T11" fmla="*/ 15 h 39"/>
                <a:gd name="T12" fmla="*/ 1 w 113"/>
                <a:gd name="T13" fmla="*/ 28 h 39"/>
                <a:gd name="T14" fmla="*/ 1 w 113"/>
                <a:gd name="T15" fmla="*/ 28 h 39"/>
                <a:gd name="T16" fmla="*/ 14 w 113"/>
                <a:gd name="T17" fmla="*/ 38 h 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13" h="39">
                  <a:moveTo>
                    <a:pt x="14" y="38"/>
                  </a:moveTo>
                  <a:cubicBezTo>
                    <a:pt x="102" y="24"/>
                    <a:pt x="102" y="24"/>
                    <a:pt x="102" y="24"/>
                  </a:cubicBezTo>
                  <a:cubicBezTo>
                    <a:pt x="109" y="23"/>
                    <a:pt x="113" y="17"/>
                    <a:pt x="112" y="11"/>
                  </a:cubicBezTo>
                  <a:cubicBezTo>
                    <a:pt x="112" y="10"/>
                    <a:pt x="112" y="10"/>
                    <a:pt x="112" y="10"/>
                  </a:cubicBezTo>
                  <a:cubicBezTo>
                    <a:pt x="111" y="4"/>
                    <a:pt x="105" y="0"/>
                    <a:pt x="99" y="1"/>
                  </a:cubicBezTo>
                  <a:cubicBezTo>
                    <a:pt x="10" y="15"/>
                    <a:pt x="10" y="15"/>
                    <a:pt x="10" y="15"/>
                  </a:cubicBezTo>
                  <a:cubicBezTo>
                    <a:pt x="4" y="16"/>
                    <a:pt x="0" y="22"/>
                    <a:pt x="1" y="28"/>
                  </a:cubicBezTo>
                  <a:cubicBezTo>
                    <a:pt x="1" y="28"/>
                    <a:pt x="1" y="28"/>
                    <a:pt x="1" y="28"/>
                  </a:cubicBezTo>
                  <a:cubicBezTo>
                    <a:pt x="2" y="35"/>
                    <a:pt x="8" y="39"/>
                    <a:pt x="14" y="38"/>
                  </a:cubicBezTo>
                  <a:close/>
                </a:path>
              </a:pathLst>
            </a:custGeom>
            <a:solidFill>
              <a:srgbClr val="F6AF97"/>
            </a:solidFill>
            <a:ln>
              <a:noFill/>
            </a:ln>
            <a:extLst>
              <a:ext uri="{91240B29-F687-4F45-9708-019B960494DF}">
                <a14:hiddenLine xmlns:a14="http://schemas.microsoft.com/office/drawing/2010/main" w="9525">
                  <a:solidFill>
                    <a:srgbClr val="000000"/>
                  </a:solidFill>
                  <a:round/>
                  <a:headEnd/>
                  <a:tailEnd/>
                </a14:hiddenLine>
              </a:ext>
            </a:extLst>
          </p:spPr>
          <p:txBody>
            <a:bodyPr anchor="ctr"/>
            <a:lstStyle/>
            <a:p>
              <a:pPr algn="ctr"/>
              <a:endParaRPr/>
            </a:p>
          </p:txBody>
        </p:sp>
        <p:sp>
          <p:nvSpPr>
            <p:cNvPr id="284" name="iŝ1íḋé">
              <a:extLst>
                <a:ext uri="{FF2B5EF4-FFF2-40B4-BE49-F238E27FC236}">
                  <a16:creationId xmlns:a16="http://schemas.microsoft.com/office/drawing/2014/main" id="{2B8D3726-61FE-41A4-90A7-6BB5B4A5CBE4}"/>
                </a:ext>
              </a:extLst>
            </p:cNvPr>
            <p:cNvSpPr/>
            <p:nvPr/>
          </p:nvSpPr>
          <p:spPr bwMode="auto">
            <a:xfrm>
              <a:off x="4795044" y="3677356"/>
              <a:ext cx="196850" cy="74613"/>
            </a:xfrm>
            <a:custGeom>
              <a:avLst/>
              <a:gdLst>
                <a:gd name="T0" fmla="*/ 12 w 97"/>
                <a:gd name="T1" fmla="*/ 36 h 37"/>
                <a:gd name="T2" fmla="*/ 90 w 97"/>
                <a:gd name="T3" fmla="*/ 24 h 37"/>
                <a:gd name="T4" fmla="*/ 96 w 97"/>
                <a:gd name="T5" fmla="*/ 15 h 37"/>
                <a:gd name="T6" fmla="*/ 95 w 97"/>
                <a:gd name="T7" fmla="*/ 7 h 37"/>
                <a:gd name="T8" fmla="*/ 86 w 97"/>
                <a:gd name="T9" fmla="*/ 1 h 37"/>
                <a:gd name="T10" fmla="*/ 8 w 97"/>
                <a:gd name="T11" fmla="*/ 13 h 37"/>
                <a:gd name="T12" fmla="*/ 1 w 97"/>
                <a:gd name="T13" fmla="*/ 22 h 37"/>
                <a:gd name="T14" fmla="*/ 2 w 97"/>
                <a:gd name="T15" fmla="*/ 30 h 37"/>
                <a:gd name="T16" fmla="*/ 12 w 97"/>
                <a:gd name="T17" fmla="*/ 36 h 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97" h="37">
                  <a:moveTo>
                    <a:pt x="12" y="36"/>
                  </a:moveTo>
                  <a:cubicBezTo>
                    <a:pt x="90" y="24"/>
                    <a:pt x="90" y="24"/>
                    <a:pt x="90" y="24"/>
                  </a:cubicBezTo>
                  <a:cubicBezTo>
                    <a:pt x="94" y="23"/>
                    <a:pt x="97" y="19"/>
                    <a:pt x="96" y="15"/>
                  </a:cubicBezTo>
                  <a:cubicBezTo>
                    <a:pt x="95" y="7"/>
                    <a:pt x="95" y="7"/>
                    <a:pt x="95" y="7"/>
                  </a:cubicBezTo>
                  <a:cubicBezTo>
                    <a:pt x="94" y="3"/>
                    <a:pt x="90" y="0"/>
                    <a:pt x="86" y="1"/>
                  </a:cubicBezTo>
                  <a:cubicBezTo>
                    <a:pt x="8" y="13"/>
                    <a:pt x="8" y="13"/>
                    <a:pt x="8" y="13"/>
                  </a:cubicBezTo>
                  <a:cubicBezTo>
                    <a:pt x="3" y="14"/>
                    <a:pt x="0" y="18"/>
                    <a:pt x="1" y="22"/>
                  </a:cubicBezTo>
                  <a:cubicBezTo>
                    <a:pt x="2" y="30"/>
                    <a:pt x="2" y="30"/>
                    <a:pt x="2" y="30"/>
                  </a:cubicBezTo>
                  <a:cubicBezTo>
                    <a:pt x="3" y="34"/>
                    <a:pt x="7" y="37"/>
                    <a:pt x="12" y="36"/>
                  </a:cubicBezTo>
                  <a:close/>
                </a:path>
              </a:pathLst>
            </a:custGeom>
            <a:solidFill>
              <a:srgbClr val="F6AF97"/>
            </a:solidFill>
            <a:ln>
              <a:noFill/>
            </a:ln>
            <a:extLst>
              <a:ext uri="{91240B29-F687-4F45-9708-019B960494DF}">
                <a14:hiddenLine xmlns:a14="http://schemas.microsoft.com/office/drawing/2010/main" w="9525">
                  <a:solidFill>
                    <a:srgbClr val="000000"/>
                  </a:solidFill>
                  <a:round/>
                  <a:headEnd/>
                  <a:tailEnd/>
                </a14:hiddenLine>
              </a:ext>
            </a:extLst>
          </p:spPr>
          <p:txBody>
            <a:bodyPr anchor="ctr"/>
            <a:lstStyle/>
            <a:p>
              <a:pPr algn="ctr"/>
              <a:endParaRPr/>
            </a:p>
          </p:txBody>
        </p:sp>
        <p:sp>
          <p:nvSpPr>
            <p:cNvPr id="285" name="îṥļïḑe">
              <a:extLst>
                <a:ext uri="{FF2B5EF4-FFF2-40B4-BE49-F238E27FC236}">
                  <a16:creationId xmlns:a16="http://schemas.microsoft.com/office/drawing/2014/main" id="{8A7BD8FA-277D-41A2-B0ED-A3AD8949D3BF}"/>
                </a:ext>
              </a:extLst>
            </p:cNvPr>
            <p:cNvSpPr/>
            <p:nvPr/>
          </p:nvSpPr>
          <p:spPr bwMode="auto">
            <a:xfrm>
              <a:off x="4763294" y="3736093"/>
              <a:ext cx="219075" cy="79375"/>
            </a:xfrm>
            <a:custGeom>
              <a:avLst/>
              <a:gdLst>
                <a:gd name="T0" fmla="*/ 15 w 109"/>
                <a:gd name="T1" fmla="*/ 38 h 39"/>
                <a:gd name="T2" fmla="*/ 99 w 109"/>
                <a:gd name="T3" fmla="*/ 24 h 39"/>
                <a:gd name="T4" fmla="*/ 108 w 109"/>
                <a:gd name="T5" fmla="*/ 11 h 39"/>
                <a:gd name="T6" fmla="*/ 108 w 109"/>
                <a:gd name="T7" fmla="*/ 11 h 39"/>
                <a:gd name="T8" fmla="*/ 95 w 109"/>
                <a:gd name="T9" fmla="*/ 1 h 39"/>
                <a:gd name="T10" fmla="*/ 11 w 109"/>
                <a:gd name="T11" fmla="*/ 14 h 39"/>
                <a:gd name="T12" fmla="*/ 1 w 109"/>
                <a:gd name="T13" fmla="*/ 28 h 39"/>
                <a:gd name="T14" fmla="*/ 1 w 109"/>
                <a:gd name="T15" fmla="*/ 28 h 39"/>
                <a:gd name="T16" fmla="*/ 15 w 109"/>
                <a:gd name="T17" fmla="*/ 38 h 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09" h="39">
                  <a:moveTo>
                    <a:pt x="15" y="38"/>
                  </a:moveTo>
                  <a:cubicBezTo>
                    <a:pt x="99" y="24"/>
                    <a:pt x="99" y="24"/>
                    <a:pt x="99" y="24"/>
                  </a:cubicBezTo>
                  <a:cubicBezTo>
                    <a:pt x="105" y="23"/>
                    <a:pt x="109" y="17"/>
                    <a:pt x="108" y="11"/>
                  </a:cubicBezTo>
                  <a:cubicBezTo>
                    <a:pt x="108" y="11"/>
                    <a:pt x="108" y="11"/>
                    <a:pt x="108" y="11"/>
                  </a:cubicBezTo>
                  <a:cubicBezTo>
                    <a:pt x="107" y="4"/>
                    <a:pt x="101" y="0"/>
                    <a:pt x="95" y="1"/>
                  </a:cubicBezTo>
                  <a:cubicBezTo>
                    <a:pt x="11" y="14"/>
                    <a:pt x="11" y="14"/>
                    <a:pt x="11" y="14"/>
                  </a:cubicBezTo>
                  <a:cubicBezTo>
                    <a:pt x="5" y="15"/>
                    <a:pt x="0" y="21"/>
                    <a:pt x="1" y="28"/>
                  </a:cubicBezTo>
                  <a:cubicBezTo>
                    <a:pt x="1" y="28"/>
                    <a:pt x="1" y="28"/>
                    <a:pt x="1" y="28"/>
                  </a:cubicBezTo>
                  <a:cubicBezTo>
                    <a:pt x="2" y="34"/>
                    <a:pt x="9" y="39"/>
                    <a:pt x="15" y="38"/>
                  </a:cubicBezTo>
                  <a:close/>
                </a:path>
              </a:pathLst>
            </a:custGeom>
            <a:solidFill>
              <a:srgbClr val="F6AF97"/>
            </a:solidFill>
            <a:ln>
              <a:noFill/>
            </a:ln>
            <a:extLst>
              <a:ext uri="{91240B29-F687-4F45-9708-019B960494DF}">
                <a14:hiddenLine xmlns:a14="http://schemas.microsoft.com/office/drawing/2010/main" w="9525">
                  <a:solidFill>
                    <a:srgbClr val="000000"/>
                  </a:solidFill>
                  <a:round/>
                  <a:headEnd/>
                  <a:tailEnd/>
                </a14:hiddenLine>
              </a:ext>
            </a:extLst>
          </p:spPr>
          <p:txBody>
            <a:bodyPr anchor="ctr"/>
            <a:lstStyle/>
            <a:p>
              <a:pPr algn="ctr"/>
              <a:endParaRPr/>
            </a:p>
          </p:txBody>
        </p:sp>
        <p:sp>
          <p:nvSpPr>
            <p:cNvPr id="286" name="íŝļïḍè">
              <a:extLst>
                <a:ext uri="{FF2B5EF4-FFF2-40B4-BE49-F238E27FC236}">
                  <a16:creationId xmlns:a16="http://schemas.microsoft.com/office/drawing/2014/main" id="{BD43B26B-7FB5-4F42-B3B8-05353233D1CC}"/>
                </a:ext>
              </a:extLst>
            </p:cNvPr>
            <p:cNvSpPr/>
            <p:nvPr/>
          </p:nvSpPr>
          <p:spPr bwMode="auto">
            <a:xfrm>
              <a:off x="4610894" y="3655131"/>
              <a:ext cx="234950" cy="206375"/>
            </a:xfrm>
            <a:custGeom>
              <a:avLst/>
              <a:gdLst>
                <a:gd name="T0" fmla="*/ 116 w 116"/>
                <a:gd name="T1" fmla="*/ 0 h 102"/>
                <a:gd name="T2" fmla="*/ 93 w 116"/>
                <a:gd name="T3" fmla="*/ 0 h 102"/>
                <a:gd name="T4" fmla="*/ 35 w 116"/>
                <a:gd name="T5" fmla="*/ 13 h 102"/>
                <a:gd name="T6" fmla="*/ 0 w 116"/>
                <a:gd name="T7" fmla="*/ 30 h 102"/>
                <a:gd name="T8" fmla="*/ 23 w 116"/>
                <a:gd name="T9" fmla="*/ 90 h 102"/>
                <a:gd name="T10" fmla="*/ 112 w 116"/>
                <a:gd name="T11" fmla="*/ 71 h 102"/>
                <a:gd name="T12" fmla="*/ 116 w 116"/>
                <a:gd name="T13" fmla="*/ 0 h 102"/>
              </a:gdLst>
              <a:ahLst/>
              <a:cxnLst>
                <a:cxn ang="0">
                  <a:pos x="T0" y="T1"/>
                </a:cxn>
                <a:cxn ang="0">
                  <a:pos x="T2" y="T3"/>
                </a:cxn>
                <a:cxn ang="0">
                  <a:pos x="T4" y="T5"/>
                </a:cxn>
                <a:cxn ang="0">
                  <a:pos x="T6" y="T7"/>
                </a:cxn>
                <a:cxn ang="0">
                  <a:pos x="T8" y="T9"/>
                </a:cxn>
                <a:cxn ang="0">
                  <a:pos x="T10" y="T11"/>
                </a:cxn>
                <a:cxn ang="0">
                  <a:pos x="T12" y="T13"/>
                </a:cxn>
              </a:cxnLst>
              <a:rect l="0" t="0" r="r" b="b"/>
              <a:pathLst>
                <a:path w="116" h="102">
                  <a:moveTo>
                    <a:pt x="116" y="0"/>
                  </a:moveTo>
                  <a:cubicBezTo>
                    <a:pt x="115" y="0"/>
                    <a:pt x="105" y="0"/>
                    <a:pt x="93" y="0"/>
                  </a:cubicBezTo>
                  <a:cubicBezTo>
                    <a:pt x="73" y="0"/>
                    <a:pt x="53" y="4"/>
                    <a:pt x="35" y="13"/>
                  </a:cubicBezTo>
                  <a:cubicBezTo>
                    <a:pt x="0" y="30"/>
                    <a:pt x="0" y="30"/>
                    <a:pt x="0" y="30"/>
                  </a:cubicBezTo>
                  <a:cubicBezTo>
                    <a:pt x="0" y="30"/>
                    <a:pt x="20" y="89"/>
                    <a:pt x="23" y="90"/>
                  </a:cubicBezTo>
                  <a:cubicBezTo>
                    <a:pt x="89" y="102"/>
                    <a:pt x="112" y="71"/>
                    <a:pt x="112" y="71"/>
                  </a:cubicBezTo>
                  <a:lnTo>
                    <a:pt x="116" y="0"/>
                  </a:lnTo>
                  <a:close/>
                </a:path>
              </a:pathLst>
            </a:custGeom>
            <a:solidFill>
              <a:srgbClr val="F6AF97"/>
            </a:solidFill>
            <a:ln>
              <a:noFill/>
            </a:ln>
            <a:extLst>
              <a:ext uri="{91240B29-F687-4F45-9708-019B960494DF}">
                <a14:hiddenLine xmlns:a14="http://schemas.microsoft.com/office/drawing/2010/main" w="9525">
                  <a:solidFill>
                    <a:srgbClr val="000000"/>
                  </a:solidFill>
                  <a:round/>
                  <a:headEnd/>
                  <a:tailEnd/>
                </a14:hiddenLine>
              </a:ext>
            </a:extLst>
          </p:spPr>
          <p:txBody>
            <a:bodyPr anchor="ctr"/>
            <a:lstStyle/>
            <a:p>
              <a:pPr algn="ctr"/>
              <a:endParaRPr/>
            </a:p>
          </p:txBody>
        </p:sp>
        <p:sp>
          <p:nvSpPr>
            <p:cNvPr id="287" name="îṥļïḑè">
              <a:extLst>
                <a:ext uri="{FF2B5EF4-FFF2-40B4-BE49-F238E27FC236}">
                  <a16:creationId xmlns:a16="http://schemas.microsoft.com/office/drawing/2014/main" id="{CDE348D0-A1B7-4D42-BAA6-2F1925D47D77}"/>
                </a:ext>
              </a:extLst>
            </p:cNvPr>
            <p:cNvSpPr/>
            <p:nvPr/>
          </p:nvSpPr>
          <p:spPr bwMode="auto">
            <a:xfrm>
              <a:off x="4682332" y="3655131"/>
              <a:ext cx="60325" cy="196850"/>
            </a:xfrm>
            <a:prstGeom prst="rect">
              <a:avLst/>
            </a:prstGeom>
            <a:solidFill>
              <a:srgbClr val="FFFFFF"/>
            </a:solidFill>
            <a:ln>
              <a:noFill/>
            </a:ln>
            <a:extLst>
              <a:ext uri="{91240B29-F687-4F45-9708-019B960494DF}">
                <a14:hiddenLine xmlns:a14="http://schemas.microsoft.com/office/drawing/2010/main" w="9525">
                  <a:solidFill>
                    <a:srgbClr val="000000"/>
                  </a:solidFill>
                  <a:miter lim="800000"/>
                  <a:headEnd/>
                  <a:tailEnd/>
                </a14:hiddenLine>
              </a:ext>
            </a:extLst>
          </p:spPr>
          <p:txBody>
            <a:bodyPr anchor="ctr"/>
            <a:lstStyle/>
            <a:p>
              <a:pPr algn="ctr"/>
              <a:endParaRPr/>
            </a:p>
          </p:txBody>
        </p:sp>
        <p:sp>
          <p:nvSpPr>
            <p:cNvPr id="288" name="íṥlîḍè">
              <a:extLst>
                <a:ext uri="{FF2B5EF4-FFF2-40B4-BE49-F238E27FC236}">
                  <a16:creationId xmlns:a16="http://schemas.microsoft.com/office/drawing/2014/main" id="{E78AAE0A-6D13-4591-93A5-B14B4D3AB056}"/>
                </a:ext>
              </a:extLst>
            </p:cNvPr>
            <p:cNvSpPr/>
            <p:nvPr/>
          </p:nvSpPr>
          <p:spPr bwMode="auto">
            <a:xfrm>
              <a:off x="3755232" y="2782006"/>
              <a:ext cx="930275" cy="1089025"/>
            </a:xfrm>
            <a:custGeom>
              <a:avLst/>
              <a:gdLst>
                <a:gd name="T0" fmla="*/ 460 w 460"/>
                <a:gd name="T1" fmla="*/ 537 h 539"/>
                <a:gd name="T2" fmla="*/ 419 w 460"/>
                <a:gd name="T3" fmla="*/ 538 h 539"/>
                <a:gd name="T4" fmla="*/ 265 w 460"/>
                <a:gd name="T5" fmla="*/ 539 h 539"/>
                <a:gd name="T6" fmla="*/ 263 w 460"/>
                <a:gd name="T7" fmla="*/ 539 h 539"/>
                <a:gd name="T8" fmla="*/ 100 w 460"/>
                <a:gd name="T9" fmla="*/ 435 h 539"/>
                <a:gd name="T10" fmla="*/ 98 w 460"/>
                <a:gd name="T11" fmla="*/ 431 h 539"/>
                <a:gd name="T12" fmla="*/ 0 w 460"/>
                <a:gd name="T13" fmla="*/ 142 h 539"/>
                <a:gd name="T14" fmla="*/ 83 w 460"/>
                <a:gd name="T15" fmla="*/ 0 h 539"/>
                <a:gd name="T16" fmla="*/ 209 w 460"/>
                <a:gd name="T17" fmla="*/ 387 h 539"/>
                <a:gd name="T18" fmla="*/ 264 w 460"/>
                <a:gd name="T19" fmla="*/ 420 h 539"/>
                <a:gd name="T20" fmla="*/ 418 w 460"/>
                <a:gd name="T21" fmla="*/ 419 h 539"/>
                <a:gd name="T22" fmla="*/ 458 w 460"/>
                <a:gd name="T23" fmla="*/ 418 h 539"/>
                <a:gd name="T24" fmla="*/ 460 w 460"/>
                <a:gd name="T25" fmla="*/ 537 h 5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460" h="539">
                  <a:moveTo>
                    <a:pt x="460" y="537"/>
                  </a:moveTo>
                  <a:cubicBezTo>
                    <a:pt x="419" y="538"/>
                    <a:pt x="419" y="538"/>
                    <a:pt x="419" y="538"/>
                  </a:cubicBezTo>
                  <a:cubicBezTo>
                    <a:pt x="265" y="539"/>
                    <a:pt x="265" y="539"/>
                    <a:pt x="265" y="539"/>
                  </a:cubicBezTo>
                  <a:cubicBezTo>
                    <a:pt x="263" y="539"/>
                    <a:pt x="263" y="539"/>
                    <a:pt x="263" y="539"/>
                  </a:cubicBezTo>
                  <a:cubicBezTo>
                    <a:pt x="193" y="539"/>
                    <a:pt x="129" y="498"/>
                    <a:pt x="100" y="435"/>
                  </a:cubicBezTo>
                  <a:cubicBezTo>
                    <a:pt x="98" y="431"/>
                    <a:pt x="98" y="431"/>
                    <a:pt x="98" y="431"/>
                  </a:cubicBezTo>
                  <a:cubicBezTo>
                    <a:pt x="0" y="142"/>
                    <a:pt x="0" y="142"/>
                    <a:pt x="0" y="142"/>
                  </a:cubicBezTo>
                  <a:cubicBezTo>
                    <a:pt x="3" y="82"/>
                    <a:pt x="35" y="30"/>
                    <a:pt x="83" y="0"/>
                  </a:cubicBezTo>
                  <a:cubicBezTo>
                    <a:pt x="209" y="387"/>
                    <a:pt x="209" y="387"/>
                    <a:pt x="209" y="387"/>
                  </a:cubicBezTo>
                  <a:cubicBezTo>
                    <a:pt x="220" y="408"/>
                    <a:pt x="241" y="421"/>
                    <a:pt x="264" y="420"/>
                  </a:cubicBezTo>
                  <a:cubicBezTo>
                    <a:pt x="418" y="419"/>
                    <a:pt x="418" y="419"/>
                    <a:pt x="418" y="419"/>
                  </a:cubicBezTo>
                  <a:cubicBezTo>
                    <a:pt x="458" y="418"/>
                    <a:pt x="458" y="418"/>
                    <a:pt x="458" y="418"/>
                  </a:cubicBezTo>
                  <a:lnTo>
                    <a:pt x="460" y="537"/>
                  </a:lnTo>
                  <a:close/>
                </a:path>
              </a:pathLst>
            </a:custGeom>
            <a:solidFill>
              <a:srgbClr val="393952"/>
            </a:solidFill>
            <a:ln>
              <a:noFill/>
            </a:ln>
            <a:extLst>
              <a:ext uri="{91240B29-F687-4F45-9708-019B960494DF}">
                <a14:hiddenLine xmlns:a14="http://schemas.microsoft.com/office/drawing/2010/main" w="9525">
                  <a:solidFill>
                    <a:srgbClr val="000000"/>
                  </a:solidFill>
                  <a:round/>
                  <a:headEnd/>
                  <a:tailEnd/>
                </a14:hiddenLine>
              </a:ext>
            </a:extLst>
          </p:spPr>
          <p:txBody>
            <a:bodyPr anchor="ctr"/>
            <a:lstStyle/>
            <a:p>
              <a:pPr algn="ctr"/>
              <a:endParaRPr/>
            </a:p>
          </p:txBody>
        </p:sp>
        <p:sp>
          <p:nvSpPr>
            <p:cNvPr id="289" name="ïsļiḓê">
              <a:extLst>
                <a:ext uri="{FF2B5EF4-FFF2-40B4-BE49-F238E27FC236}">
                  <a16:creationId xmlns:a16="http://schemas.microsoft.com/office/drawing/2014/main" id="{184B6CA9-AFE7-4B95-93E2-579174E036C1}"/>
                </a:ext>
              </a:extLst>
            </p:cNvPr>
            <p:cNvSpPr/>
            <p:nvPr/>
          </p:nvSpPr>
          <p:spPr bwMode="auto">
            <a:xfrm>
              <a:off x="6477794" y="3691643"/>
              <a:ext cx="471488" cy="139700"/>
            </a:xfrm>
            <a:prstGeom prst="rect">
              <a:avLst/>
            </a:prstGeom>
            <a:solidFill>
              <a:srgbClr val="07123F"/>
            </a:solidFill>
            <a:ln>
              <a:noFill/>
            </a:ln>
            <a:extLst>
              <a:ext uri="{91240B29-F687-4F45-9708-019B960494DF}">
                <a14:hiddenLine xmlns:a14="http://schemas.microsoft.com/office/drawing/2010/main" w="9525">
                  <a:solidFill>
                    <a:srgbClr val="000000"/>
                  </a:solidFill>
                  <a:miter lim="800000"/>
                  <a:headEnd/>
                  <a:tailEnd/>
                </a14:hiddenLine>
              </a:ext>
            </a:extLst>
          </p:spPr>
          <p:txBody>
            <a:bodyPr anchor="ctr"/>
            <a:lstStyle/>
            <a:p>
              <a:pPr algn="ctr"/>
              <a:endParaRPr/>
            </a:p>
          </p:txBody>
        </p:sp>
        <p:sp>
          <p:nvSpPr>
            <p:cNvPr id="290" name="íšlïḍè">
              <a:extLst>
                <a:ext uri="{FF2B5EF4-FFF2-40B4-BE49-F238E27FC236}">
                  <a16:creationId xmlns:a16="http://schemas.microsoft.com/office/drawing/2014/main" id="{E418E093-EC7C-4DF2-A394-A0E1D5CAF8E0}"/>
                </a:ext>
              </a:extLst>
            </p:cNvPr>
            <p:cNvSpPr/>
            <p:nvPr/>
          </p:nvSpPr>
          <p:spPr bwMode="auto">
            <a:xfrm>
              <a:off x="6344444" y="3691643"/>
              <a:ext cx="471488" cy="139700"/>
            </a:xfrm>
            <a:prstGeom prst="rect">
              <a:avLst/>
            </a:prstGeom>
            <a:solidFill>
              <a:srgbClr val="5065A0"/>
            </a:solidFill>
            <a:ln>
              <a:noFill/>
            </a:ln>
            <a:extLst>
              <a:ext uri="{91240B29-F687-4F45-9708-019B960494DF}">
                <a14:hiddenLine xmlns:a14="http://schemas.microsoft.com/office/drawing/2010/main" w="9525">
                  <a:solidFill>
                    <a:srgbClr val="000000"/>
                  </a:solidFill>
                  <a:miter lim="800000"/>
                  <a:headEnd/>
                  <a:tailEnd/>
                </a14:hiddenLine>
              </a:ext>
            </a:extLst>
          </p:spPr>
          <p:txBody>
            <a:bodyPr anchor="ctr"/>
            <a:lstStyle/>
            <a:p>
              <a:pPr algn="ctr"/>
              <a:endParaRPr/>
            </a:p>
          </p:txBody>
        </p:sp>
        <p:sp>
          <p:nvSpPr>
            <p:cNvPr id="291" name="ïṣlíḋé">
              <a:extLst>
                <a:ext uri="{FF2B5EF4-FFF2-40B4-BE49-F238E27FC236}">
                  <a16:creationId xmlns:a16="http://schemas.microsoft.com/office/drawing/2014/main" id="{04E2C242-6D83-49B6-95AD-5A4201DAA7B5}"/>
                </a:ext>
              </a:extLst>
            </p:cNvPr>
            <p:cNvSpPr/>
            <p:nvPr/>
          </p:nvSpPr>
          <p:spPr bwMode="auto">
            <a:xfrm>
              <a:off x="5992019" y="3740856"/>
              <a:ext cx="630238" cy="763588"/>
            </a:xfrm>
            <a:custGeom>
              <a:avLst/>
              <a:gdLst>
                <a:gd name="T0" fmla="*/ 0 w 311"/>
                <a:gd name="T1" fmla="*/ 25 h 378"/>
                <a:gd name="T2" fmla="*/ 35 w 311"/>
                <a:gd name="T3" fmla="*/ 26 h 378"/>
                <a:gd name="T4" fmla="*/ 66 w 311"/>
                <a:gd name="T5" fmla="*/ 57 h 378"/>
                <a:gd name="T6" fmla="*/ 71 w 311"/>
                <a:gd name="T7" fmla="*/ 272 h 378"/>
                <a:gd name="T8" fmla="*/ 176 w 311"/>
                <a:gd name="T9" fmla="*/ 378 h 378"/>
                <a:gd name="T10" fmla="*/ 179 w 311"/>
                <a:gd name="T11" fmla="*/ 378 h 378"/>
                <a:gd name="T12" fmla="*/ 287 w 311"/>
                <a:gd name="T13" fmla="*/ 270 h 378"/>
                <a:gd name="T14" fmla="*/ 287 w 311"/>
                <a:gd name="T15" fmla="*/ 267 h 378"/>
                <a:gd name="T16" fmla="*/ 281 w 311"/>
                <a:gd name="T17" fmla="*/ 45 h 378"/>
                <a:gd name="T18" fmla="*/ 281 w 311"/>
                <a:gd name="T19" fmla="*/ 44 h 378"/>
                <a:gd name="T20" fmla="*/ 311 w 311"/>
                <a:gd name="T21" fmla="*/ 13 h 378"/>
                <a:gd name="T22" fmla="*/ 310 w 311"/>
                <a:gd name="T23" fmla="*/ 0 h 378"/>
                <a:gd name="T24" fmla="*/ 269 w 311"/>
                <a:gd name="T25" fmla="*/ 44 h 378"/>
                <a:gd name="T26" fmla="*/ 269 w 311"/>
                <a:gd name="T27" fmla="*/ 46 h 378"/>
                <a:gd name="T28" fmla="*/ 275 w 311"/>
                <a:gd name="T29" fmla="*/ 267 h 378"/>
                <a:gd name="T30" fmla="*/ 275 w 311"/>
                <a:gd name="T31" fmla="*/ 270 h 378"/>
                <a:gd name="T32" fmla="*/ 247 w 311"/>
                <a:gd name="T33" fmla="*/ 338 h 378"/>
                <a:gd name="T34" fmla="*/ 179 w 311"/>
                <a:gd name="T35" fmla="*/ 366 h 378"/>
                <a:gd name="T36" fmla="*/ 176 w 311"/>
                <a:gd name="T37" fmla="*/ 366 h 378"/>
                <a:gd name="T38" fmla="*/ 83 w 311"/>
                <a:gd name="T39" fmla="*/ 272 h 378"/>
                <a:gd name="T40" fmla="*/ 78 w 311"/>
                <a:gd name="T41" fmla="*/ 57 h 378"/>
                <a:gd name="T42" fmla="*/ 36 w 311"/>
                <a:gd name="T43" fmla="*/ 14 h 378"/>
                <a:gd name="T44" fmla="*/ 0 w 311"/>
                <a:gd name="T45" fmla="*/ 13 h 378"/>
                <a:gd name="T46" fmla="*/ 0 w 311"/>
                <a:gd name="T47" fmla="*/ 25 h 3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311" h="378">
                  <a:moveTo>
                    <a:pt x="0" y="25"/>
                  </a:moveTo>
                  <a:cubicBezTo>
                    <a:pt x="35" y="26"/>
                    <a:pt x="35" y="26"/>
                    <a:pt x="35" y="26"/>
                  </a:cubicBezTo>
                  <a:cubicBezTo>
                    <a:pt x="52" y="27"/>
                    <a:pt x="66" y="40"/>
                    <a:pt x="66" y="57"/>
                  </a:cubicBezTo>
                  <a:cubicBezTo>
                    <a:pt x="71" y="272"/>
                    <a:pt x="71" y="272"/>
                    <a:pt x="71" y="272"/>
                  </a:cubicBezTo>
                  <a:cubicBezTo>
                    <a:pt x="73" y="330"/>
                    <a:pt x="119" y="376"/>
                    <a:pt x="176" y="378"/>
                  </a:cubicBezTo>
                  <a:cubicBezTo>
                    <a:pt x="177" y="378"/>
                    <a:pt x="178" y="378"/>
                    <a:pt x="179" y="378"/>
                  </a:cubicBezTo>
                  <a:cubicBezTo>
                    <a:pt x="239" y="378"/>
                    <a:pt x="287" y="329"/>
                    <a:pt x="287" y="270"/>
                  </a:cubicBezTo>
                  <a:cubicBezTo>
                    <a:pt x="287" y="269"/>
                    <a:pt x="287" y="268"/>
                    <a:pt x="287" y="267"/>
                  </a:cubicBezTo>
                  <a:cubicBezTo>
                    <a:pt x="281" y="45"/>
                    <a:pt x="281" y="45"/>
                    <a:pt x="281" y="45"/>
                  </a:cubicBezTo>
                  <a:cubicBezTo>
                    <a:pt x="281" y="44"/>
                    <a:pt x="281" y="44"/>
                    <a:pt x="281" y="44"/>
                  </a:cubicBezTo>
                  <a:cubicBezTo>
                    <a:pt x="281" y="28"/>
                    <a:pt x="294" y="14"/>
                    <a:pt x="311" y="13"/>
                  </a:cubicBezTo>
                  <a:cubicBezTo>
                    <a:pt x="310" y="0"/>
                    <a:pt x="310" y="0"/>
                    <a:pt x="310" y="0"/>
                  </a:cubicBezTo>
                  <a:cubicBezTo>
                    <a:pt x="287" y="2"/>
                    <a:pt x="269" y="21"/>
                    <a:pt x="269" y="44"/>
                  </a:cubicBezTo>
                  <a:cubicBezTo>
                    <a:pt x="269" y="45"/>
                    <a:pt x="269" y="45"/>
                    <a:pt x="269" y="46"/>
                  </a:cubicBezTo>
                  <a:cubicBezTo>
                    <a:pt x="275" y="267"/>
                    <a:pt x="275" y="267"/>
                    <a:pt x="275" y="267"/>
                  </a:cubicBezTo>
                  <a:cubicBezTo>
                    <a:pt x="275" y="268"/>
                    <a:pt x="275" y="269"/>
                    <a:pt x="275" y="270"/>
                  </a:cubicBezTo>
                  <a:cubicBezTo>
                    <a:pt x="275" y="296"/>
                    <a:pt x="264" y="320"/>
                    <a:pt x="247" y="338"/>
                  </a:cubicBezTo>
                  <a:cubicBezTo>
                    <a:pt x="230" y="355"/>
                    <a:pt x="206" y="366"/>
                    <a:pt x="179" y="366"/>
                  </a:cubicBezTo>
                  <a:cubicBezTo>
                    <a:pt x="178" y="366"/>
                    <a:pt x="177" y="366"/>
                    <a:pt x="176" y="366"/>
                  </a:cubicBezTo>
                  <a:cubicBezTo>
                    <a:pt x="125" y="364"/>
                    <a:pt x="85" y="323"/>
                    <a:pt x="83" y="272"/>
                  </a:cubicBezTo>
                  <a:cubicBezTo>
                    <a:pt x="78" y="57"/>
                    <a:pt x="78" y="57"/>
                    <a:pt x="78" y="57"/>
                  </a:cubicBezTo>
                  <a:cubicBezTo>
                    <a:pt x="78" y="33"/>
                    <a:pt x="59" y="14"/>
                    <a:pt x="36" y="14"/>
                  </a:cubicBezTo>
                  <a:cubicBezTo>
                    <a:pt x="0" y="13"/>
                    <a:pt x="0" y="13"/>
                    <a:pt x="0" y="13"/>
                  </a:cubicBezTo>
                  <a:cubicBezTo>
                    <a:pt x="0" y="25"/>
                    <a:pt x="0" y="25"/>
                    <a:pt x="0" y="25"/>
                  </a:cubicBezTo>
                  <a:close/>
                </a:path>
              </a:pathLst>
            </a:custGeom>
            <a:solidFill>
              <a:srgbClr val="07123F"/>
            </a:solidFill>
            <a:ln>
              <a:noFill/>
            </a:ln>
            <a:extLst>
              <a:ext uri="{91240B29-F687-4F45-9708-019B960494DF}">
                <a14:hiddenLine xmlns:a14="http://schemas.microsoft.com/office/drawing/2010/main" w="9525">
                  <a:solidFill>
                    <a:srgbClr val="000000"/>
                  </a:solidFill>
                  <a:round/>
                  <a:headEnd/>
                  <a:tailEnd/>
                </a14:hiddenLine>
              </a:ext>
            </a:extLst>
          </p:spPr>
          <p:txBody>
            <a:bodyPr anchor="ctr"/>
            <a:lstStyle/>
            <a:p>
              <a:pPr algn="ctr"/>
              <a:endParaRPr/>
            </a:p>
          </p:txBody>
        </p:sp>
        <p:sp>
          <p:nvSpPr>
            <p:cNvPr id="292" name="ïšḷîḍê">
              <a:extLst>
                <a:ext uri="{FF2B5EF4-FFF2-40B4-BE49-F238E27FC236}">
                  <a16:creationId xmlns:a16="http://schemas.microsoft.com/office/drawing/2014/main" id="{1C162218-01BA-4551-9049-ACFCB40965E9}"/>
                </a:ext>
              </a:extLst>
            </p:cNvPr>
            <p:cNvSpPr/>
            <p:nvPr/>
          </p:nvSpPr>
          <p:spPr bwMode="auto">
            <a:xfrm>
              <a:off x="6579394" y="3736093"/>
              <a:ext cx="128588" cy="38100"/>
            </a:xfrm>
            <a:prstGeom prst="rect">
              <a:avLst/>
            </a:prstGeom>
            <a:solidFill>
              <a:srgbClr val="07123F"/>
            </a:solidFill>
            <a:ln>
              <a:noFill/>
            </a:ln>
            <a:extLst>
              <a:ext uri="{91240B29-F687-4F45-9708-019B960494DF}">
                <a14:hiddenLine xmlns:a14="http://schemas.microsoft.com/office/drawing/2010/main" w="9525">
                  <a:solidFill>
                    <a:srgbClr val="000000"/>
                  </a:solidFill>
                  <a:miter lim="800000"/>
                  <a:headEnd/>
                  <a:tailEnd/>
                </a14:hiddenLine>
              </a:ext>
            </a:extLst>
          </p:spPr>
          <p:txBody>
            <a:bodyPr anchor="ctr"/>
            <a:lstStyle/>
            <a:p>
              <a:pPr algn="ctr"/>
              <a:endParaRPr/>
            </a:p>
          </p:txBody>
        </p:sp>
        <p:sp>
          <p:nvSpPr>
            <p:cNvPr id="293" name="îṩlîďê">
              <a:extLst>
                <a:ext uri="{FF2B5EF4-FFF2-40B4-BE49-F238E27FC236}">
                  <a16:creationId xmlns:a16="http://schemas.microsoft.com/office/drawing/2014/main" id="{0184EF0B-4834-464C-8288-8B3A75D8B89E}"/>
                </a:ext>
              </a:extLst>
            </p:cNvPr>
            <p:cNvSpPr/>
            <p:nvPr/>
          </p:nvSpPr>
          <p:spPr bwMode="auto">
            <a:xfrm>
              <a:off x="6426994" y="3721806"/>
              <a:ext cx="130175" cy="36513"/>
            </a:xfrm>
            <a:prstGeom prst="rect">
              <a:avLst/>
            </a:prstGeom>
            <a:solidFill>
              <a:srgbClr val="FFFFFF"/>
            </a:solidFill>
            <a:ln>
              <a:noFill/>
            </a:ln>
            <a:extLst>
              <a:ext uri="{91240B29-F687-4F45-9708-019B960494DF}">
                <a14:hiddenLine xmlns:a14="http://schemas.microsoft.com/office/drawing/2010/main" w="9525">
                  <a:solidFill>
                    <a:srgbClr val="000000"/>
                  </a:solidFill>
                  <a:miter lim="800000"/>
                  <a:headEnd/>
                  <a:tailEnd/>
                </a14:hiddenLine>
              </a:ext>
            </a:extLst>
          </p:spPr>
          <p:txBody>
            <a:bodyPr anchor="ctr"/>
            <a:lstStyle/>
            <a:p>
              <a:pPr algn="ctr"/>
              <a:endParaRPr/>
            </a:p>
          </p:txBody>
        </p:sp>
        <p:sp>
          <p:nvSpPr>
            <p:cNvPr id="294" name="íş1íďé">
              <a:extLst>
                <a:ext uri="{FF2B5EF4-FFF2-40B4-BE49-F238E27FC236}">
                  <a16:creationId xmlns:a16="http://schemas.microsoft.com/office/drawing/2014/main" id="{0A269216-0472-44C9-B4C6-B3B1896881A2}"/>
                </a:ext>
              </a:extLst>
            </p:cNvPr>
            <p:cNvSpPr/>
            <p:nvPr/>
          </p:nvSpPr>
          <p:spPr bwMode="auto">
            <a:xfrm>
              <a:off x="5849144" y="3728156"/>
              <a:ext cx="688975" cy="349250"/>
            </a:xfrm>
            <a:custGeom>
              <a:avLst/>
              <a:gdLst>
                <a:gd name="T0" fmla="*/ 0 w 341"/>
                <a:gd name="T1" fmla="*/ 31 h 173"/>
                <a:gd name="T2" fmla="*/ 63 w 341"/>
                <a:gd name="T3" fmla="*/ 97 h 173"/>
                <a:gd name="T4" fmla="*/ 64 w 341"/>
                <a:gd name="T5" fmla="*/ 105 h 173"/>
                <a:gd name="T6" fmla="*/ 136 w 341"/>
                <a:gd name="T7" fmla="*/ 173 h 173"/>
                <a:gd name="T8" fmla="*/ 137 w 341"/>
                <a:gd name="T9" fmla="*/ 173 h 173"/>
                <a:gd name="T10" fmla="*/ 215 w 341"/>
                <a:gd name="T11" fmla="*/ 172 h 173"/>
                <a:gd name="T12" fmla="*/ 305 w 341"/>
                <a:gd name="T13" fmla="*/ 83 h 173"/>
                <a:gd name="T14" fmla="*/ 305 w 341"/>
                <a:gd name="T15" fmla="*/ 53 h 173"/>
                <a:gd name="T16" fmla="*/ 341 w 341"/>
                <a:gd name="T17" fmla="*/ 13 h 173"/>
                <a:gd name="T18" fmla="*/ 339 w 341"/>
                <a:gd name="T19" fmla="*/ 0 h 173"/>
                <a:gd name="T20" fmla="*/ 293 w 341"/>
                <a:gd name="T21" fmla="*/ 53 h 173"/>
                <a:gd name="T22" fmla="*/ 292 w 341"/>
                <a:gd name="T23" fmla="*/ 83 h 173"/>
                <a:gd name="T24" fmla="*/ 215 w 341"/>
                <a:gd name="T25" fmla="*/ 160 h 173"/>
                <a:gd name="T26" fmla="*/ 137 w 341"/>
                <a:gd name="T27" fmla="*/ 161 h 173"/>
                <a:gd name="T28" fmla="*/ 136 w 341"/>
                <a:gd name="T29" fmla="*/ 161 h 173"/>
                <a:gd name="T30" fmla="*/ 76 w 341"/>
                <a:gd name="T31" fmla="*/ 104 h 173"/>
                <a:gd name="T32" fmla="*/ 76 w 341"/>
                <a:gd name="T33" fmla="*/ 96 h 173"/>
                <a:gd name="T34" fmla="*/ 1 w 341"/>
                <a:gd name="T35" fmla="*/ 19 h 173"/>
                <a:gd name="T36" fmla="*/ 0 w 341"/>
                <a:gd name="T37" fmla="*/ 31 h 17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341" h="173">
                  <a:moveTo>
                    <a:pt x="0" y="31"/>
                  </a:moveTo>
                  <a:cubicBezTo>
                    <a:pt x="34" y="34"/>
                    <a:pt x="61" y="62"/>
                    <a:pt x="63" y="97"/>
                  </a:cubicBezTo>
                  <a:cubicBezTo>
                    <a:pt x="64" y="105"/>
                    <a:pt x="64" y="105"/>
                    <a:pt x="64" y="105"/>
                  </a:cubicBezTo>
                  <a:cubicBezTo>
                    <a:pt x="67" y="143"/>
                    <a:pt x="98" y="173"/>
                    <a:pt x="136" y="173"/>
                  </a:cubicBezTo>
                  <a:cubicBezTo>
                    <a:pt x="137" y="173"/>
                    <a:pt x="137" y="173"/>
                    <a:pt x="137" y="173"/>
                  </a:cubicBezTo>
                  <a:cubicBezTo>
                    <a:pt x="215" y="172"/>
                    <a:pt x="215" y="172"/>
                    <a:pt x="215" y="172"/>
                  </a:cubicBezTo>
                  <a:cubicBezTo>
                    <a:pt x="264" y="171"/>
                    <a:pt x="304" y="132"/>
                    <a:pt x="305" y="83"/>
                  </a:cubicBezTo>
                  <a:cubicBezTo>
                    <a:pt x="305" y="53"/>
                    <a:pt x="305" y="53"/>
                    <a:pt x="305" y="53"/>
                  </a:cubicBezTo>
                  <a:cubicBezTo>
                    <a:pt x="306" y="33"/>
                    <a:pt x="321" y="16"/>
                    <a:pt x="341" y="13"/>
                  </a:cubicBezTo>
                  <a:cubicBezTo>
                    <a:pt x="339" y="0"/>
                    <a:pt x="339" y="0"/>
                    <a:pt x="339" y="0"/>
                  </a:cubicBezTo>
                  <a:cubicBezTo>
                    <a:pt x="313" y="4"/>
                    <a:pt x="294" y="27"/>
                    <a:pt x="293" y="53"/>
                  </a:cubicBezTo>
                  <a:cubicBezTo>
                    <a:pt x="292" y="83"/>
                    <a:pt x="292" y="83"/>
                    <a:pt x="292" y="83"/>
                  </a:cubicBezTo>
                  <a:cubicBezTo>
                    <a:pt x="292" y="125"/>
                    <a:pt x="257" y="159"/>
                    <a:pt x="215" y="160"/>
                  </a:cubicBezTo>
                  <a:cubicBezTo>
                    <a:pt x="137" y="161"/>
                    <a:pt x="137" y="161"/>
                    <a:pt x="137" y="161"/>
                  </a:cubicBezTo>
                  <a:cubicBezTo>
                    <a:pt x="136" y="161"/>
                    <a:pt x="136" y="161"/>
                    <a:pt x="136" y="161"/>
                  </a:cubicBezTo>
                  <a:cubicBezTo>
                    <a:pt x="105" y="161"/>
                    <a:pt x="78" y="136"/>
                    <a:pt x="76" y="104"/>
                  </a:cubicBezTo>
                  <a:cubicBezTo>
                    <a:pt x="76" y="96"/>
                    <a:pt x="76" y="96"/>
                    <a:pt x="76" y="96"/>
                  </a:cubicBezTo>
                  <a:cubicBezTo>
                    <a:pt x="73" y="55"/>
                    <a:pt x="41" y="23"/>
                    <a:pt x="1" y="19"/>
                  </a:cubicBezTo>
                  <a:cubicBezTo>
                    <a:pt x="0" y="31"/>
                    <a:pt x="0" y="31"/>
                    <a:pt x="0" y="31"/>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nchor="ctr"/>
            <a:lstStyle/>
            <a:p>
              <a:pPr algn="ctr"/>
              <a:endParaRPr/>
            </a:p>
          </p:txBody>
        </p:sp>
        <p:sp>
          <p:nvSpPr>
            <p:cNvPr id="295" name="ís1îḑé">
              <a:extLst>
                <a:ext uri="{FF2B5EF4-FFF2-40B4-BE49-F238E27FC236}">
                  <a16:creationId xmlns:a16="http://schemas.microsoft.com/office/drawing/2014/main" id="{C3DFBE49-CD6B-4CBF-B90D-FC9AC6F27888}"/>
                </a:ext>
              </a:extLst>
            </p:cNvPr>
            <p:cNvSpPr/>
            <p:nvPr/>
          </p:nvSpPr>
          <p:spPr bwMode="auto">
            <a:xfrm>
              <a:off x="6527007" y="2289881"/>
              <a:ext cx="144463" cy="182563"/>
            </a:xfrm>
            <a:custGeom>
              <a:avLst/>
              <a:gdLst>
                <a:gd name="T0" fmla="*/ 28 w 72"/>
                <a:gd name="T1" fmla="*/ 9 h 90"/>
                <a:gd name="T2" fmla="*/ 67 w 72"/>
                <a:gd name="T3" fmla="*/ 65 h 90"/>
                <a:gd name="T4" fmla="*/ 64 w 72"/>
                <a:gd name="T5" fmla="*/ 85 h 90"/>
                <a:gd name="T6" fmla="*/ 63 w 72"/>
                <a:gd name="T7" fmla="*/ 86 h 90"/>
                <a:gd name="T8" fmla="*/ 44 w 72"/>
                <a:gd name="T9" fmla="*/ 81 h 90"/>
                <a:gd name="T10" fmla="*/ 5 w 72"/>
                <a:gd name="T11" fmla="*/ 24 h 90"/>
                <a:gd name="T12" fmla="*/ 7 w 72"/>
                <a:gd name="T13" fmla="*/ 5 h 90"/>
                <a:gd name="T14" fmla="*/ 8 w 72"/>
                <a:gd name="T15" fmla="*/ 4 h 90"/>
                <a:gd name="T16" fmla="*/ 28 w 72"/>
                <a:gd name="T17" fmla="*/ 9 h 9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72" h="90">
                  <a:moveTo>
                    <a:pt x="28" y="9"/>
                  </a:moveTo>
                  <a:cubicBezTo>
                    <a:pt x="67" y="65"/>
                    <a:pt x="67" y="65"/>
                    <a:pt x="67" y="65"/>
                  </a:cubicBezTo>
                  <a:cubicBezTo>
                    <a:pt x="72" y="72"/>
                    <a:pt x="70" y="81"/>
                    <a:pt x="64" y="85"/>
                  </a:cubicBezTo>
                  <a:cubicBezTo>
                    <a:pt x="63" y="86"/>
                    <a:pt x="63" y="86"/>
                    <a:pt x="63" y="86"/>
                  </a:cubicBezTo>
                  <a:cubicBezTo>
                    <a:pt x="57" y="90"/>
                    <a:pt x="49" y="88"/>
                    <a:pt x="44" y="81"/>
                  </a:cubicBezTo>
                  <a:cubicBezTo>
                    <a:pt x="5" y="24"/>
                    <a:pt x="5" y="24"/>
                    <a:pt x="5" y="24"/>
                  </a:cubicBezTo>
                  <a:cubicBezTo>
                    <a:pt x="0" y="18"/>
                    <a:pt x="1" y="9"/>
                    <a:pt x="7" y="5"/>
                  </a:cubicBezTo>
                  <a:cubicBezTo>
                    <a:pt x="8" y="4"/>
                    <a:pt x="8" y="4"/>
                    <a:pt x="8" y="4"/>
                  </a:cubicBezTo>
                  <a:cubicBezTo>
                    <a:pt x="15" y="0"/>
                    <a:pt x="23" y="2"/>
                    <a:pt x="28" y="9"/>
                  </a:cubicBezTo>
                  <a:close/>
                </a:path>
              </a:pathLst>
            </a:custGeom>
            <a:solidFill>
              <a:srgbClr val="F4A891"/>
            </a:solidFill>
            <a:ln>
              <a:noFill/>
            </a:ln>
            <a:extLst>
              <a:ext uri="{91240B29-F687-4F45-9708-019B960494DF}">
                <a14:hiddenLine xmlns:a14="http://schemas.microsoft.com/office/drawing/2010/main" w="9525">
                  <a:solidFill>
                    <a:srgbClr val="000000"/>
                  </a:solidFill>
                  <a:round/>
                  <a:headEnd/>
                  <a:tailEnd/>
                </a14:hiddenLine>
              </a:ext>
            </a:extLst>
          </p:spPr>
          <p:txBody>
            <a:bodyPr anchor="ctr"/>
            <a:lstStyle/>
            <a:p>
              <a:pPr algn="ctr"/>
              <a:endParaRPr/>
            </a:p>
          </p:txBody>
        </p:sp>
        <p:sp>
          <p:nvSpPr>
            <p:cNvPr id="296" name="iṣ1íďê">
              <a:extLst>
                <a:ext uri="{FF2B5EF4-FFF2-40B4-BE49-F238E27FC236}">
                  <a16:creationId xmlns:a16="http://schemas.microsoft.com/office/drawing/2014/main" id="{2824CEDB-C825-4D5D-97F2-AF8D8627FF97}"/>
                </a:ext>
              </a:extLst>
            </p:cNvPr>
            <p:cNvSpPr/>
            <p:nvPr/>
          </p:nvSpPr>
          <p:spPr bwMode="auto">
            <a:xfrm>
              <a:off x="6406357" y="2339093"/>
              <a:ext cx="269875" cy="246063"/>
            </a:xfrm>
            <a:custGeom>
              <a:avLst/>
              <a:gdLst>
                <a:gd name="T0" fmla="*/ 79 w 133"/>
                <a:gd name="T1" fmla="*/ 115 h 122"/>
                <a:gd name="T2" fmla="*/ 30 w 133"/>
                <a:gd name="T3" fmla="*/ 83 h 122"/>
                <a:gd name="T4" fmla="*/ 6 w 133"/>
                <a:gd name="T5" fmla="*/ 43 h 122"/>
                <a:gd name="T6" fmla="*/ 27 w 133"/>
                <a:gd name="T7" fmla="*/ 17 h 122"/>
                <a:gd name="T8" fmla="*/ 63 w 133"/>
                <a:gd name="T9" fmla="*/ 6 h 122"/>
                <a:gd name="T10" fmla="*/ 111 w 133"/>
                <a:gd name="T11" fmla="*/ 28 h 122"/>
                <a:gd name="T12" fmla="*/ 127 w 133"/>
                <a:gd name="T13" fmla="*/ 66 h 122"/>
                <a:gd name="T14" fmla="*/ 114 w 133"/>
                <a:gd name="T15" fmla="*/ 96 h 122"/>
                <a:gd name="T16" fmla="*/ 79 w 133"/>
                <a:gd name="T17" fmla="*/ 115 h 1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33" h="122">
                  <a:moveTo>
                    <a:pt x="79" y="115"/>
                  </a:moveTo>
                  <a:cubicBezTo>
                    <a:pt x="79" y="115"/>
                    <a:pt x="41" y="90"/>
                    <a:pt x="30" y="83"/>
                  </a:cubicBezTo>
                  <a:cubicBezTo>
                    <a:pt x="8" y="69"/>
                    <a:pt x="0" y="57"/>
                    <a:pt x="6" y="43"/>
                  </a:cubicBezTo>
                  <a:cubicBezTo>
                    <a:pt x="27" y="17"/>
                    <a:pt x="27" y="17"/>
                    <a:pt x="27" y="17"/>
                  </a:cubicBezTo>
                  <a:cubicBezTo>
                    <a:pt x="41" y="5"/>
                    <a:pt x="48" y="0"/>
                    <a:pt x="63" y="6"/>
                  </a:cubicBezTo>
                  <a:cubicBezTo>
                    <a:pt x="111" y="28"/>
                    <a:pt x="111" y="28"/>
                    <a:pt x="111" y="28"/>
                  </a:cubicBezTo>
                  <a:cubicBezTo>
                    <a:pt x="126" y="34"/>
                    <a:pt x="133" y="52"/>
                    <a:pt x="127" y="66"/>
                  </a:cubicBezTo>
                  <a:cubicBezTo>
                    <a:pt x="114" y="96"/>
                    <a:pt x="114" y="96"/>
                    <a:pt x="114" y="96"/>
                  </a:cubicBezTo>
                  <a:cubicBezTo>
                    <a:pt x="108" y="111"/>
                    <a:pt x="94" y="122"/>
                    <a:pt x="79" y="115"/>
                  </a:cubicBezTo>
                  <a:close/>
                </a:path>
              </a:pathLst>
            </a:custGeom>
            <a:solidFill>
              <a:srgbClr val="F4A891"/>
            </a:solidFill>
            <a:ln>
              <a:noFill/>
            </a:ln>
            <a:extLst>
              <a:ext uri="{91240B29-F687-4F45-9708-019B960494DF}">
                <a14:hiddenLine xmlns:a14="http://schemas.microsoft.com/office/drawing/2010/main" w="9525">
                  <a:solidFill>
                    <a:srgbClr val="000000"/>
                  </a:solidFill>
                  <a:round/>
                  <a:headEnd/>
                  <a:tailEnd/>
                </a14:hiddenLine>
              </a:ext>
            </a:extLst>
          </p:spPr>
          <p:txBody>
            <a:bodyPr anchor="ctr"/>
            <a:lstStyle/>
            <a:p>
              <a:pPr algn="ctr"/>
              <a:endParaRPr/>
            </a:p>
          </p:txBody>
        </p:sp>
        <p:sp>
          <p:nvSpPr>
            <p:cNvPr id="297" name="işľíḓé">
              <a:extLst>
                <a:ext uri="{FF2B5EF4-FFF2-40B4-BE49-F238E27FC236}">
                  <a16:creationId xmlns:a16="http://schemas.microsoft.com/office/drawing/2014/main" id="{395D6EE1-1117-4F4F-8CC4-9DE40E5A461A}"/>
                </a:ext>
              </a:extLst>
            </p:cNvPr>
            <p:cNvSpPr/>
            <p:nvPr/>
          </p:nvSpPr>
          <p:spPr bwMode="auto">
            <a:xfrm>
              <a:off x="6366669" y="2261306"/>
              <a:ext cx="174625" cy="133350"/>
            </a:xfrm>
            <a:custGeom>
              <a:avLst/>
              <a:gdLst>
                <a:gd name="T0" fmla="*/ 61 w 86"/>
                <a:gd name="T1" fmla="*/ 60 h 66"/>
                <a:gd name="T2" fmla="*/ 12 w 86"/>
                <a:gd name="T3" fmla="*/ 25 h 66"/>
                <a:gd name="T4" fmla="*/ 4 w 86"/>
                <a:gd name="T5" fmla="*/ 6 h 66"/>
                <a:gd name="T6" fmla="*/ 25 w 86"/>
                <a:gd name="T7" fmla="*/ 6 h 66"/>
                <a:gd name="T8" fmla="*/ 74 w 86"/>
                <a:gd name="T9" fmla="*/ 41 h 66"/>
                <a:gd name="T10" fmla="*/ 82 w 86"/>
                <a:gd name="T11" fmla="*/ 61 h 66"/>
                <a:gd name="T12" fmla="*/ 61 w 86"/>
                <a:gd name="T13" fmla="*/ 60 h 66"/>
              </a:gdLst>
              <a:ahLst/>
              <a:cxnLst>
                <a:cxn ang="0">
                  <a:pos x="T0" y="T1"/>
                </a:cxn>
                <a:cxn ang="0">
                  <a:pos x="T2" y="T3"/>
                </a:cxn>
                <a:cxn ang="0">
                  <a:pos x="T4" y="T5"/>
                </a:cxn>
                <a:cxn ang="0">
                  <a:pos x="T6" y="T7"/>
                </a:cxn>
                <a:cxn ang="0">
                  <a:pos x="T8" y="T9"/>
                </a:cxn>
                <a:cxn ang="0">
                  <a:pos x="T10" y="T11"/>
                </a:cxn>
                <a:cxn ang="0">
                  <a:pos x="T12" y="T13"/>
                </a:cxn>
              </a:cxnLst>
              <a:rect l="0" t="0" r="r" b="b"/>
              <a:pathLst>
                <a:path w="86" h="66">
                  <a:moveTo>
                    <a:pt x="61" y="60"/>
                  </a:moveTo>
                  <a:cubicBezTo>
                    <a:pt x="12" y="25"/>
                    <a:pt x="12" y="25"/>
                    <a:pt x="12" y="25"/>
                  </a:cubicBezTo>
                  <a:cubicBezTo>
                    <a:pt x="4" y="20"/>
                    <a:pt x="0" y="11"/>
                    <a:pt x="4" y="6"/>
                  </a:cubicBezTo>
                  <a:cubicBezTo>
                    <a:pt x="7" y="0"/>
                    <a:pt x="17" y="0"/>
                    <a:pt x="25" y="6"/>
                  </a:cubicBezTo>
                  <a:cubicBezTo>
                    <a:pt x="74" y="41"/>
                    <a:pt x="74" y="41"/>
                    <a:pt x="74" y="41"/>
                  </a:cubicBezTo>
                  <a:cubicBezTo>
                    <a:pt x="82" y="46"/>
                    <a:pt x="86" y="55"/>
                    <a:pt x="82" y="61"/>
                  </a:cubicBezTo>
                  <a:cubicBezTo>
                    <a:pt x="79" y="66"/>
                    <a:pt x="70" y="66"/>
                    <a:pt x="61" y="60"/>
                  </a:cubicBezTo>
                  <a:close/>
                </a:path>
              </a:pathLst>
            </a:custGeom>
            <a:solidFill>
              <a:srgbClr val="F4A891"/>
            </a:solidFill>
            <a:ln>
              <a:noFill/>
            </a:ln>
            <a:extLst>
              <a:ext uri="{91240B29-F687-4F45-9708-019B960494DF}">
                <a14:hiddenLine xmlns:a14="http://schemas.microsoft.com/office/drawing/2010/main" w="9525">
                  <a:solidFill>
                    <a:srgbClr val="000000"/>
                  </a:solidFill>
                  <a:round/>
                  <a:headEnd/>
                  <a:tailEnd/>
                </a14:hiddenLine>
              </a:ext>
            </a:extLst>
          </p:spPr>
          <p:txBody>
            <a:bodyPr anchor="ctr"/>
            <a:lstStyle/>
            <a:p>
              <a:pPr algn="ctr"/>
              <a:endParaRPr/>
            </a:p>
          </p:txBody>
        </p:sp>
        <p:sp>
          <p:nvSpPr>
            <p:cNvPr id="298" name="îsḷîḑè">
              <a:extLst>
                <a:ext uri="{FF2B5EF4-FFF2-40B4-BE49-F238E27FC236}">
                  <a16:creationId xmlns:a16="http://schemas.microsoft.com/office/drawing/2014/main" id="{45BB141A-184B-4592-8FE1-476A434852E6}"/>
                </a:ext>
              </a:extLst>
            </p:cNvPr>
            <p:cNvSpPr/>
            <p:nvPr/>
          </p:nvSpPr>
          <p:spPr bwMode="auto">
            <a:xfrm>
              <a:off x="6314282" y="2294643"/>
              <a:ext cx="173038" cy="130175"/>
            </a:xfrm>
            <a:custGeom>
              <a:avLst/>
              <a:gdLst>
                <a:gd name="T0" fmla="*/ 61 w 86"/>
                <a:gd name="T1" fmla="*/ 60 h 65"/>
                <a:gd name="T2" fmla="*/ 12 w 86"/>
                <a:gd name="T3" fmla="*/ 24 h 65"/>
                <a:gd name="T4" fmla="*/ 3 w 86"/>
                <a:gd name="T5" fmla="*/ 5 h 65"/>
                <a:gd name="T6" fmla="*/ 24 w 86"/>
                <a:gd name="T7" fmla="*/ 5 h 65"/>
                <a:gd name="T8" fmla="*/ 74 w 86"/>
                <a:gd name="T9" fmla="*/ 40 h 65"/>
                <a:gd name="T10" fmla="*/ 82 w 86"/>
                <a:gd name="T11" fmla="*/ 60 h 65"/>
                <a:gd name="T12" fmla="*/ 61 w 86"/>
                <a:gd name="T13" fmla="*/ 60 h 65"/>
              </a:gdLst>
              <a:ahLst/>
              <a:cxnLst>
                <a:cxn ang="0">
                  <a:pos x="T0" y="T1"/>
                </a:cxn>
                <a:cxn ang="0">
                  <a:pos x="T2" y="T3"/>
                </a:cxn>
                <a:cxn ang="0">
                  <a:pos x="T4" y="T5"/>
                </a:cxn>
                <a:cxn ang="0">
                  <a:pos x="T6" y="T7"/>
                </a:cxn>
                <a:cxn ang="0">
                  <a:pos x="T8" y="T9"/>
                </a:cxn>
                <a:cxn ang="0">
                  <a:pos x="T10" y="T11"/>
                </a:cxn>
                <a:cxn ang="0">
                  <a:pos x="T12" y="T13"/>
                </a:cxn>
              </a:cxnLst>
              <a:rect l="0" t="0" r="r" b="b"/>
              <a:pathLst>
                <a:path w="86" h="65">
                  <a:moveTo>
                    <a:pt x="61" y="60"/>
                  </a:moveTo>
                  <a:cubicBezTo>
                    <a:pt x="12" y="24"/>
                    <a:pt x="12" y="24"/>
                    <a:pt x="12" y="24"/>
                  </a:cubicBezTo>
                  <a:cubicBezTo>
                    <a:pt x="4" y="19"/>
                    <a:pt x="0" y="10"/>
                    <a:pt x="3" y="5"/>
                  </a:cubicBezTo>
                  <a:cubicBezTo>
                    <a:pt x="7" y="0"/>
                    <a:pt x="16" y="0"/>
                    <a:pt x="24" y="5"/>
                  </a:cubicBezTo>
                  <a:cubicBezTo>
                    <a:pt x="74" y="40"/>
                    <a:pt x="74" y="40"/>
                    <a:pt x="74" y="40"/>
                  </a:cubicBezTo>
                  <a:cubicBezTo>
                    <a:pt x="82" y="46"/>
                    <a:pt x="86" y="54"/>
                    <a:pt x="82" y="60"/>
                  </a:cubicBezTo>
                  <a:cubicBezTo>
                    <a:pt x="79" y="65"/>
                    <a:pt x="69" y="65"/>
                    <a:pt x="61" y="60"/>
                  </a:cubicBezTo>
                  <a:close/>
                </a:path>
              </a:pathLst>
            </a:custGeom>
            <a:solidFill>
              <a:srgbClr val="F4A891"/>
            </a:solidFill>
            <a:ln>
              <a:noFill/>
            </a:ln>
            <a:extLst>
              <a:ext uri="{91240B29-F687-4F45-9708-019B960494DF}">
                <a14:hiddenLine xmlns:a14="http://schemas.microsoft.com/office/drawing/2010/main" w="9525">
                  <a:solidFill>
                    <a:srgbClr val="000000"/>
                  </a:solidFill>
                  <a:round/>
                  <a:headEnd/>
                  <a:tailEnd/>
                </a14:hiddenLine>
              </a:ext>
            </a:extLst>
          </p:spPr>
          <p:txBody>
            <a:bodyPr anchor="ctr"/>
            <a:lstStyle/>
            <a:p>
              <a:pPr algn="ctr"/>
              <a:endParaRPr/>
            </a:p>
          </p:txBody>
        </p:sp>
        <p:sp>
          <p:nvSpPr>
            <p:cNvPr id="299" name="îŝḻíḑè">
              <a:extLst>
                <a:ext uri="{FF2B5EF4-FFF2-40B4-BE49-F238E27FC236}">
                  <a16:creationId xmlns:a16="http://schemas.microsoft.com/office/drawing/2014/main" id="{8AE84683-4E07-46C8-BCE7-53EBEBBC60A9}"/>
                </a:ext>
              </a:extLst>
            </p:cNvPr>
            <p:cNvSpPr/>
            <p:nvPr/>
          </p:nvSpPr>
          <p:spPr bwMode="auto">
            <a:xfrm>
              <a:off x="6309519" y="2358143"/>
              <a:ext cx="174625" cy="133350"/>
            </a:xfrm>
            <a:custGeom>
              <a:avLst/>
              <a:gdLst>
                <a:gd name="T0" fmla="*/ 61 w 86"/>
                <a:gd name="T1" fmla="*/ 60 h 66"/>
                <a:gd name="T2" fmla="*/ 12 w 86"/>
                <a:gd name="T3" fmla="*/ 25 h 66"/>
                <a:gd name="T4" fmla="*/ 3 w 86"/>
                <a:gd name="T5" fmla="*/ 5 h 66"/>
                <a:gd name="T6" fmla="*/ 24 w 86"/>
                <a:gd name="T7" fmla="*/ 6 h 66"/>
                <a:gd name="T8" fmla="*/ 74 w 86"/>
                <a:gd name="T9" fmla="*/ 41 h 66"/>
                <a:gd name="T10" fmla="*/ 82 w 86"/>
                <a:gd name="T11" fmla="*/ 60 h 66"/>
                <a:gd name="T12" fmla="*/ 61 w 86"/>
                <a:gd name="T13" fmla="*/ 60 h 66"/>
              </a:gdLst>
              <a:ahLst/>
              <a:cxnLst>
                <a:cxn ang="0">
                  <a:pos x="T0" y="T1"/>
                </a:cxn>
                <a:cxn ang="0">
                  <a:pos x="T2" y="T3"/>
                </a:cxn>
                <a:cxn ang="0">
                  <a:pos x="T4" y="T5"/>
                </a:cxn>
                <a:cxn ang="0">
                  <a:pos x="T6" y="T7"/>
                </a:cxn>
                <a:cxn ang="0">
                  <a:pos x="T8" y="T9"/>
                </a:cxn>
                <a:cxn ang="0">
                  <a:pos x="T10" y="T11"/>
                </a:cxn>
                <a:cxn ang="0">
                  <a:pos x="T12" y="T13"/>
                </a:cxn>
              </a:cxnLst>
              <a:rect l="0" t="0" r="r" b="b"/>
              <a:pathLst>
                <a:path w="86" h="66">
                  <a:moveTo>
                    <a:pt x="61" y="60"/>
                  </a:moveTo>
                  <a:cubicBezTo>
                    <a:pt x="12" y="25"/>
                    <a:pt x="12" y="25"/>
                    <a:pt x="12" y="25"/>
                  </a:cubicBezTo>
                  <a:cubicBezTo>
                    <a:pt x="4" y="19"/>
                    <a:pt x="0" y="11"/>
                    <a:pt x="3" y="5"/>
                  </a:cubicBezTo>
                  <a:cubicBezTo>
                    <a:pt x="7" y="0"/>
                    <a:pt x="16" y="0"/>
                    <a:pt x="24" y="6"/>
                  </a:cubicBezTo>
                  <a:cubicBezTo>
                    <a:pt x="74" y="41"/>
                    <a:pt x="74" y="41"/>
                    <a:pt x="74" y="41"/>
                  </a:cubicBezTo>
                  <a:cubicBezTo>
                    <a:pt x="82" y="46"/>
                    <a:pt x="86" y="55"/>
                    <a:pt x="82" y="60"/>
                  </a:cubicBezTo>
                  <a:cubicBezTo>
                    <a:pt x="79" y="66"/>
                    <a:pt x="69" y="65"/>
                    <a:pt x="61" y="60"/>
                  </a:cubicBezTo>
                  <a:close/>
                </a:path>
              </a:pathLst>
            </a:custGeom>
            <a:solidFill>
              <a:srgbClr val="F4A891"/>
            </a:solidFill>
            <a:ln>
              <a:noFill/>
            </a:ln>
            <a:extLst>
              <a:ext uri="{91240B29-F687-4F45-9708-019B960494DF}">
                <a14:hiddenLine xmlns:a14="http://schemas.microsoft.com/office/drawing/2010/main" w="9525">
                  <a:solidFill>
                    <a:srgbClr val="000000"/>
                  </a:solidFill>
                  <a:round/>
                  <a:headEnd/>
                  <a:tailEnd/>
                </a14:hiddenLine>
              </a:ext>
            </a:extLst>
          </p:spPr>
          <p:txBody>
            <a:bodyPr anchor="ctr"/>
            <a:lstStyle/>
            <a:p>
              <a:pPr algn="ctr"/>
              <a:endParaRPr/>
            </a:p>
          </p:txBody>
        </p:sp>
        <p:sp>
          <p:nvSpPr>
            <p:cNvPr id="300" name="iṣļîde">
              <a:extLst>
                <a:ext uri="{FF2B5EF4-FFF2-40B4-BE49-F238E27FC236}">
                  <a16:creationId xmlns:a16="http://schemas.microsoft.com/office/drawing/2014/main" id="{7CA89FB2-DF1C-40FA-8BDD-8B7B02040A60}"/>
                </a:ext>
              </a:extLst>
            </p:cNvPr>
            <p:cNvSpPr/>
            <p:nvPr/>
          </p:nvSpPr>
          <p:spPr bwMode="auto">
            <a:xfrm>
              <a:off x="6496844" y="2394656"/>
              <a:ext cx="1277938" cy="404813"/>
            </a:xfrm>
            <a:custGeom>
              <a:avLst/>
              <a:gdLst>
                <a:gd name="T0" fmla="*/ 245 w 632"/>
                <a:gd name="T1" fmla="*/ 185 h 200"/>
                <a:gd name="T2" fmla="*/ 177 w 632"/>
                <a:gd name="T3" fmla="*/ 165 h 200"/>
                <a:gd name="T4" fmla="*/ 142 w 632"/>
                <a:gd name="T5" fmla="*/ 148 h 200"/>
                <a:gd name="T6" fmla="*/ 21 w 632"/>
                <a:gd name="T7" fmla="*/ 78 h 200"/>
                <a:gd name="T8" fmla="*/ 6 w 632"/>
                <a:gd name="T9" fmla="*/ 62 h 200"/>
                <a:gd name="T10" fmla="*/ 13 w 632"/>
                <a:gd name="T11" fmla="*/ 21 h 200"/>
                <a:gd name="T12" fmla="*/ 69 w 632"/>
                <a:gd name="T13" fmla="*/ 21 h 200"/>
                <a:gd name="T14" fmla="*/ 186 w 632"/>
                <a:gd name="T15" fmla="*/ 81 h 200"/>
                <a:gd name="T16" fmla="*/ 226 w 632"/>
                <a:gd name="T17" fmla="*/ 96 h 200"/>
                <a:gd name="T18" fmla="*/ 263 w 632"/>
                <a:gd name="T19" fmla="*/ 105 h 200"/>
                <a:gd name="T20" fmla="*/ 458 w 632"/>
                <a:gd name="T21" fmla="*/ 73 h 200"/>
                <a:gd name="T22" fmla="*/ 558 w 632"/>
                <a:gd name="T23" fmla="*/ 22 h 200"/>
                <a:gd name="T24" fmla="*/ 621 w 632"/>
                <a:gd name="T25" fmla="*/ 36 h 200"/>
                <a:gd name="T26" fmla="*/ 597 w 632"/>
                <a:gd name="T27" fmla="*/ 94 h 200"/>
                <a:gd name="T28" fmla="*/ 497 w 632"/>
                <a:gd name="T29" fmla="*/ 145 h 200"/>
                <a:gd name="T30" fmla="*/ 245 w 632"/>
                <a:gd name="T31" fmla="*/ 185 h 2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632" h="200">
                  <a:moveTo>
                    <a:pt x="245" y="185"/>
                  </a:moveTo>
                  <a:cubicBezTo>
                    <a:pt x="222" y="181"/>
                    <a:pt x="199" y="174"/>
                    <a:pt x="177" y="165"/>
                  </a:cubicBezTo>
                  <a:cubicBezTo>
                    <a:pt x="165" y="160"/>
                    <a:pt x="153" y="155"/>
                    <a:pt x="142" y="148"/>
                  </a:cubicBezTo>
                  <a:cubicBezTo>
                    <a:pt x="21" y="78"/>
                    <a:pt x="21" y="78"/>
                    <a:pt x="21" y="78"/>
                  </a:cubicBezTo>
                  <a:cubicBezTo>
                    <a:pt x="14" y="74"/>
                    <a:pt x="9" y="68"/>
                    <a:pt x="6" y="62"/>
                  </a:cubicBezTo>
                  <a:cubicBezTo>
                    <a:pt x="0" y="49"/>
                    <a:pt x="2" y="34"/>
                    <a:pt x="13" y="21"/>
                  </a:cubicBezTo>
                  <a:cubicBezTo>
                    <a:pt x="29" y="0"/>
                    <a:pt x="48" y="9"/>
                    <a:pt x="69" y="21"/>
                  </a:cubicBezTo>
                  <a:cubicBezTo>
                    <a:pt x="186" y="81"/>
                    <a:pt x="186" y="81"/>
                    <a:pt x="186" y="81"/>
                  </a:cubicBezTo>
                  <a:cubicBezTo>
                    <a:pt x="199" y="87"/>
                    <a:pt x="213" y="92"/>
                    <a:pt x="226" y="96"/>
                  </a:cubicBezTo>
                  <a:cubicBezTo>
                    <a:pt x="238" y="100"/>
                    <a:pt x="251" y="103"/>
                    <a:pt x="263" y="105"/>
                  </a:cubicBezTo>
                  <a:cubicBezTo>
                    <a:pt x="329" y="116"/>
                    <a:pt x="397" y="104"/>
                    <a:pt x="458" y="73"/>
                  </a:cubicBezTo>
                  <a:cubicBezTo>
                    <a:pt x="558" y="22"/>
                    <a:pt x="558" y="22"/>
                    <a:pt x="558" y="22"/>
                  </a:cubicBezTo>
                  <a:cubicBezTo>
                    <a:pt x="582" y="10"/>
                    <a:pt x="610" y="16"/>
                    <a:pt x="621" y="36"/>
                  </a:cubicBezTo>
                  <a:cubicBezTo>
                    <a:pt x="632" y="55"/>
                    <a:pt x="621" y="82"/>
                    <a:pt x="597" y="94"/>
                  </a:cubicBezTo>
                  <a:cubicBezTo>
                    <a:pt x="497" y="145"/>
                    <a:pt x="497" y="145"/>
                    <a:pt x="497" y="145"/>
                  </a:cubicBezTo>
                  <a:cubicBezTo>
                    <a:pt x="416" y="187"/>
                    <a:pt x="327" y="200"/>
                    <a:pt x="245" y="185"/>
                  </a:cubicBezTo>
                  <a:close/>
                </a:path>
              </a:pathLst>
            </a:custGeom>
            <a:solidFill>
              <a:srgbClr val="F4A891"/>
            </a:solidFill>
            <a:ln>
              <a:noFill/>
            </a:ln>
            <a:extLst>
              <a:ext uri="{91240B29-F687-4F45-9708-019B960494DF}">
                <a14:hiddenLine xmlns:a14="http://schemas.microsoft.com/office/drawing/2010/main" w="9525">
                  <a:solidFill>
                    <a:srgbClr val="000000"/>
                  </a:solidFill>
                  <a:round/>
                  <a:headEnd/>
                  <a:tailEnd/>
                </a14:hiddenLine>
              </a:ext>
            </a:extLst>
          </p:spPr>
          <p:txBody>
            <a:bodyPr anchor="ctr"/>
            <a:lstStyle/>
            <a:p>
              <a:pPr algn="ctr"/>
              <a:endParaRPr/>
            </a:p>
          </p:txBody>
        </p:sp>
        <p:sp>
          <p:nvSpPr>
            <p:cNvPr id="301" name="îSľíḑê">
              <a:extLst>
                <a:ext uri="{FF2B5EF4-FFF2-40B4-BE49-F238E27FC236}">
                  <a16:creationId xmlns:a16="http://schemas.microsoft.com/office/drawing/2014/main" id="{F6C87BE2-B63A-41F2-97AE-2037614C7AD3}"/>
                </a:ext>
              </a:extLst>
            </p:cNvPr>
            <p:cNvSpPr/>
            <p:nvPr/>
          </p:nvSpPr>
          <p:spPr bwMode="auto">
            <a:xfrm>
              <a:off x="6885782" y="2594681"/>
              <a:ext cx="176213" cy="182563"/>
            </a:xfrm>
            <a:custGeom>
              <a:avLst/>
              <a:gdLst>
                <a:gd name="T0" fmla="*/ 87 w 87"/>
                <a:gd name="T1" fmla="*/ 10 h 90"/>
                <a:gd name="T2" fmla="*/ 69 w 87"/>
                <a:gd name="T3" fmla="*/ 90 h 90"/>
                <a:gd name="T4" fmla="*/ 0 w 87"/>
                <a:gd name="T5" fmla="*/ 72 h 90"/>
                <a:gd name="T6" fmla="*/ 40 w 87"/>
                <a:gd name="T7" fmla="*/ 0 h 90"/>
                <a:gd name="T8" fmla="*/ 87 w 87"/>
                <a:gd name="T9" fmla="*/ 10 h 90"/>
              </a:gdLst>
              <a:ahLst/>
              <a:cxnLst>
                <a:cxn ang="0">
                  <a:pos x="T0" y="T1"/>
                </a:cxn>
                <a:cxn ang="0">
                  <a:pos x="T2" y="T3"/>
                </a:cxn>
                <a:cxn ang="0">
                  <a:pos x="T4" y="T5"/>
                </a:cxn>
                <a:cxn ang="0">
                  <a:pos x="T6" y="T7"/>
                </a:cxn>
                <a:cxn ang="0">
                  <a:pos x="T8" y="T9"/>
                </a:cxn>
              </a:cxnLst>
              <a:rect l="0" t="0" r="r" b="b"/>
              <a:pathLst>
                <a:path w="87" h="90">
                  <a:moveTo>
                    <a:pt x="87" y="10"/>
                  </a:moveTo>
                  <a:cubicBezTo>
                    <a:pt x="69" y="90"/>
                    <a:pt x="69" y="90"/>
                    <a:pt x="69" y="90"/>
                  </a:cubicBezTo>
                  <a:cubicBezTo>
                    <a:pt x="45" y="85"/>
                    <a:pt x="22" y="81"/>
                    <a:pt x="0" y="72"/>
                  </a:cubicBezTo>
                  <a:cubicBezTo>
                    <a:pt x="40" y="0"/>
                    <a:pt x="40" y="0"/>
                    <a:pt x="40" y="0"/>
                  </a:cubicBezTo>
                  <a:lnTo>
                    <a:pt x="87" y="10"/>
                  </a:lnTo>
                  <a:close/>
                </a:path>
              </a:pathLst>
            </a:custGeom>
            <a:solidFill>
              <a:srgbClr val="F4A891"/>
            </a:solidFill>
            <a:ln>
              <a:noFill/>
            </a:ln>
            <a:extLst>
              <a:ext uri="{91240B29-F687-4F45-9708-019B960494DF}">
                <a14:hiddenLine xmlns:a14="http://schemas.microsoft.com/office/drawing/2010/main" w="9525">
                  <a:solidFill>
                    <a:srgbClr val="000000"/>
                  </a:solidFill>
                  <a:round/>
                  <a:headEnd/>
                  <a:tailEnd/>
                </a14:hiddenLine>
              </a:ext>
            </a:extLst>
          </p:spPr>
          <p:txBody>
            <a:bodyPr anchor="ctr"/>
            <a:lstStyle/>
            <a:p>
              <a:pPr algn="ctr"/>
              <a:endParaRPr/>
            </a:p>
          </p:txBody>
        </p:sp>
        <p:sp>
          <p:nvSpPr>
            <p:cNvPr id="302" name="î$ļíḑê">
              <a:extLst>
                <a:ext uri="{FF2B5EF4-FFF2-40B4-BE49-F238E27FC236}">
                  <a16:creationId xmlns:a16="http://schemas.microsoft.com/office/drawing/2014/main" id="{6EDC34B3-A820-4B39-AB4F-D8DCE29AD1DE}"/>
                </a:ext>
              </a:extLst>
            </p:cNvPr>
            <p:cNvSpPr/>
            <p:nvPr/>
          </p:nvSpPr>
          <p:spPr bwMode="auto">
            <a:xfrm>
              <a:off x="6934994" y="2570868"/>
              <a:ext cx="155575" cy="230188"/>
            </a:xfrm>
            <a:custGeom>
              <a:avLst/>
              <a:gdLst>
                <a:gd name="T0" fmla="*/ 98 w 98"/>
                <a:gd name="T1" fmla="*/ 14 h 145"/>
                <a:gd name="T2" fmla="*/ 79 w 98"/>
                <a:gd name="T3" fmla="*/ 74 h 145"/>
                <a:gd name="T4" fmla="*/ 36 w 98"/>
                <a:gd name="T5" fmla="*/ 84 h 145"/>
                <a:gd name="T6" fmla="*/ 71 w 98"/>
                <a:gd name="T7" fmla="*/ 111 h 145"/>
                <a:gd name="T8" fmla="*/ 61 w 98"/>
                <a:gd name="T9" fmla="*/ 145 h 145"/>
                <a:gd name="T10" fmla="*/ 0 w 98"/>
                <a:gd name="T11" fmla="*/ 130 h 145"/>
                <a:gd name="T12" fmla="*/ 42 w 98"/>
                <a:gd name="T13" fmla="*/ 0 h 145"/>
                <a:gd name="T14" fmla="*/ 98 w 98"/>
                <a:gd name="T15" fmla="*/ 14 h 145"/>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98" h="145">
                  <a:moveTo>
                    <a:pt x="98" y="14"/>
                  </a:moveTo>
                  <a:lnTo>
                    <a:pt x="79" y="74"/>
                  </a:lnTo>
                  <a:lnTo>
                    <a:pt x="36" y="84"/>
                  </a:lnTo>
                  <a:lnTo>
                    <a:pt x="71" y="111"/>
                  </a:lnTo>
                  <a:lnTo>
                    <a:pt x="61" y="145"/>
                  </a:lnTo>
                  <a:lnTo>
                    <a:pt x="0" y="130"/>
                  </a:lnTo>
                  <a:lnTo>
                    <a:pt x="42" y="0"/>
                  </a:lnTo>
                  <a:lnTo>
                    <a:pt x="98" y="14"/>
                  </a:lnTo>
                  <a:close/>
                </a:path>
              </a:pathLst>
            </a:custGeom>
            <a:solidFill>
              <a:srgbClr val="07113D"/>
            </a:solidFill>
            <a:ln>
              <a:noFill/>
            </a:ln>
            <a:extLst>
              <a:ext uri="{91240B29-F687-4F45-9708-019B960494DF}">
                <a14:hiddenLine xmlns:a14="http://schemas.microsoft.com/office/drawing/2010/main" w="9525">
                  <a:solidFill>
                    <a:srgbClr val="000000"/>
                  </a:solidFill>
                  <a:round/>
                  <a:headEnd/>
                  <a:tailEnd/>
                </a14:hiddenLine>
              </a:ext>
            </a:extLst>
          </p:spPr>
          <p:txBody>
            <a:bodyPr anchor="ctr"/>
            <a:lstStyle/>
            <a:p>
              <a:pPr algn="ctr"/>
              <a:endParaRPr/>
            </a:p>
          </p:txBody>
        </p:sp>
        <p:sp>
          <p:nvSpPr>
            <p:cNvPr id="303" name="íşlîḓê">
              <a:extLst>
                <a:ext uri="{FF2B5EF4-FFF2-40B4-BE49-F238E27FC236}">
                  <a16:creationId xmlns:a16="http://schemas.microsoft.com/office/drawing/2014/main" id="{D34A3A9A-0F3B-4AE2-BF95-2F09F97B3588}"/>
                </a:ext>
              </a:extLst>
            </p:cNvPr>
            <p:cNvSpPr/>
            <p:nvPr/>
          </p:nvSpPr>
          <p:spPr bwMode="auto">
            <a:xfrm>
              <a:off x="7873207" y="1180218"/>
              <a:ext cx="411163" cy="411163"/>
            </a:xfrm>
            <a:custGeom>
              <a:avLst/>
              <a:gdLst>
                <a:gd name="T0" fmla="*/ 198 w 203"/>
                <a:gd name="T1" fmla="*/ 112 h 203"/>
                <a:gd name="T2" fmla="*/ 92 w 203"/>
                <a:gd name="T3" fmla="*/ 197 h 203"/>
                <a:gd name="T4" fmla="*/ 6 w 203"/>
                <a:gd name="T5" fmla="*/ 91 h 203"/>
                <a:gd name="T6" fmla="*/ 112 w 203"/>
                <a:gd name="T7" fmla="*/ 6 h 203"/>
                <a:gd name="T8" fmla="*/ 198 w 203"/>
                <a:gd name="T9" fmla="*/ 112 h 203"/>
              </a:gdLst>
              <a:ahLst/>
              <a:cxnLst>
                <a:cxn ang="0">
                  <a:pos x="T0" y="T1"/>
                </a:cxn>
                <a:cxn ang="0">
                  <a:pos x="T2" y="T3"/>
                </a:cxn>
                <a:cxn ang="0">
                  <a:pos x="T4" y="T5"/>
                </a:cxn>
                <a:cxn ang="0">
                  <a:pos x="T6" y="T7"/>
                </a:cxn>
                <a:cxn ang="0">
                  <a:pos x="T8" y="T9"/>
                </a:cxn>
              </a:cxnLst>
              <a:rect l="0" t="0" r="r" b="b"/>
              <a:pathLst>
                <a:path w="203" h="203">
                  <a:moveTo>
                    <a:pt x="198" y="112"/>
                  </a:moveTo>
                  <a:cubicBezTo>
                    <a:pt x="192" y="165"/>
                    <a:pt x="145" y="203"/>
                    <a:pt x="92" y="197"/>
                  </a:cubicBezTo>
                  <a:cubicBezTo>
                    <a:pt x="39" y="192"/>
                    <a:pt x="0" y="144"/>
                    <a:pt x="6" y="91"/>
                  </a:cubicBezTo>
                  <a:cubicBezTo>
                    <a:pt x="12" y="39"/>
                    <a:pt x="59" y="0"/>
                    <a:pt x="112" y="6"/>
                  </a:cubicBezTo>
                  <a:cubicBezTo>
                    <a:pt x="165" y="12"/>
                    <a:pt x="203" y="59"/>
                    <a:pt x="198" y="112"/>
                  </a:cubicBezTo>
                  <a:close/>
                </a:path>
              </a:pathLst>
            </a:custGeom>
            <a:solidFill>
              <a:srgbClr val="B95241"/>
            </a:solidFill>
            <a:ln>
              <a:noFill/>
            </a:ln>
            <a:extLst>
              <a:ext uri="{91240B29-F687-4F45-9708-019B960494DF}">
                <a14:hiddenLine xmlns:a14="http://schemas.microsoft.com/office/drawing/2010/main" w="9525">
                  <a:solidFill>
                    <a:srgbClr val="000000"/>
                  </a:solidFill>
                  <a:round/>
                  <a:headEnd/>
                  <a:tailEnd/>
                </a14:hiddenLine>
              </a:ext>
            </a:extLst>
          </p:spPr>
          <p:txBody>
            <a:bodyPr anchor="ctr"/>
            <a:lstStyle/>
            <a:p>
              <a:pPr algn="ctr"/>
              <a:endParaRPr/>
            </a:p>
          </p:txBody>
        </p:sp>
        <p:sp>
          <p:nvSpPr>
            <p:cNvPr id="304" name="ïṣļîdê">
              <a:extLst>
                <a:ext uri="{FF2B5EF4-FFF2-40B4-BE49-F238E27FC236}">
                  <a16:creationId xmlns:a16="http://schemas.microsoft.com/office/drawing/2014/main" id="{133E4EAA-A8A3-43A4-83AA-159C44C90180}"/>
                </a:ext>
              </a:extLst>
            </p:cNvPr>
            <p:cNvSpPr/>
            <p:nvPr/>
          </p:nvSpPr>
          <p:spPr bwMode="auto">
            <a:xfrm>
              <a:off x="7465219" y="1264356"/>
              <a:ext cx="754063" cy="781050"/>
            </a:xfrm>
            <a:custGeom>
              <a:avLst/>
              <a:gdLst>
                <a:gd name="T0" fmla="*/ 269 w 373"/>
                <a:gd name="T1" fmla="*/ 386 h 387"/>
                <a:gd name="T2" fmla="*/ 269 w 373"/>
                <a:gd name="T3" fmla="*/ 351 h 387"/>
                <a:gd name="T4" fmla="*/ 252 w 373"/>
                <a:gd name="T5" fmla="*/ 166 h 387"/>
                <a:gd name="T6" fmla="*/ 5 w 373"/>
                <a:gd name="T7" fmla="*/ 222 h 387"/>
                <a:gd name="T8" fmla="*/ 0 w 373"/>
                <a:gd name="T9" fmla="*/ 184 h 387"/>
                <a:gd name="T10" fmla="*/ 0 w 373"/>
                <a:gd name="T11" fmla="*/ 176 h 387"/>
                <a:gd name="T12" fmla="*/ 13 w 373"/>
                <a:gd name="T13" fmla="*/ 117 h 387"/>
                <a:gd name="T14" fmla="*/ 37 w 373"/>
                <a:gd name="T15" fmla="*/ 73 h 387"/>
                <a:gd name="T16" fmla="*/ 37 w 373"/>
                <a:gd name="T17" fmla="*/ 73 h 387"/>
                <a:gd name="T18" fmla="*/ 187 w 373"/>
                <a:gd name="T19" fmla="*/ 2 h 387"/>
                <a:gd name="T20" fmla="*/ 196 w 373"/>
                <a:gd name="T21" fmla="*/ 3 h 387"/>
                <a:gd name="T22" fmla="*/ 357 w 373"/>
                <a:gd name="T23" fmla="*/ 120 h 387"/>
                <a:gd name="T24" fmla="*/ 370 w 373"/>
                <a:gd name="T25" fmla="*/ 189 h 387"/>
                <a:gd name="T26" fmla="*/ 269 w 373"/>
                <a:gd name="T27" fmla="*/ 386 h 3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373" h="387">
                  <a:moveTo>
                    <a:pt x="269" y="386"/>
                  </a:moveTo>
                  <a:cubicBezTo>
                    <a:pt x="269" y="387"/>
                    <a:pt x="269" y="373"/>
                    <a:pt x="269" y="351"/>
                  </a:cubicBezTo>
                  <a:cubicBezTo>
                    <a:pt x="269" y="291"/>
                    <a:pt x="269" y="175"/>
                    <a:pt x="252" y="166"/>
                  </a:cubicBezTo>
                  <a:cubicBezTo>
                    <a:pt x="206" y="141"/>
                    <a:pt x="16" y="274"/>
                    <a:pt x="5" y="222"/>
                  </a:cubicBezTo>
                  <a:cubicBezTo>
                    <a:pt x="2" y="210"/>
                    <a:pt x="0" y="197"/>
                    <a:pt x="0" y="184"/>
                  </a:cubicBezTo>
                  <a:cubicBezTo>
                    <a:pt x="0" y="182"/>
                    <a:pt x="0" y="179"/>
                    <a:pt x="0" y="176"/>
                  </a:cubicBezTo>
                  <a:cubicBezTo>
                    <a:pt x="1" y="155"/>
                    <a:pt x="5" y="135"/>
                    <a:pt x="13" y="117"/>
                  </a:cubicBezTo>
                  <a:cubicBezTo>
                    <a:pt x="19" y="101"/>
                    <a:pt x="27" y="86"/>
                    <a:pt x="37" y="73"/>
                  </a:cubicBezTo>
                  <a:cubicBezTo>
                    <a:pt x="37" y="73"/>
                    <a:pt x="37" y="73"/>
                    <a:pt x="37" y="73"/>
                  </a:cubicBezTo>
                  <a:cubicBezTo>
                    <a:pt x="72" y="28"/>
                    <a:pt x="127" y="0"/>
                    <a:pt x="187" y="2"/>
                  </a:cubicBezTo>
                  <a:cubicBezTo>
                    <a:pt x="190" y="2"/>
                    <a:pt x="193" y="2"/>
                    <a:pt x="196" y="3"/>
                  </a:cubicBezTo>
                  <a:cubicBezTo>
                    <a:pt x="268" y="8"/>
                    <a:pt x="330" y="53"/>
                    <a:pt x="357" y="120"/>
                  </a:cubicBezTo>
                  <a:cubicBezTo>
                    <a:pt x="365" y="141"/>
                    <a:pt x="369" y="164"/>
                    <a:pt x="370" y="189"/>
                  </a:cubicBezTo>
                  <a:cubicBezTo>
                    <a:pt x="373" y="339"/>
                    <a:pt x="287" y="359"/>
                    <a:pt x="269" y="386"/>
                  </a:cubicBezTo>
                  <a:close/>
                </a:path>
              </a:pathLst>
            </a:custGeom>
            <a:solidFill>
              <a:srgbClr val="DB734C"/>
            </a:solidFill>
            <a:ln>
              <a:noFill/>
            </a:ln>
            <a:extLst>
              <a:ext uri="{91240B29-F687-4F45-9708-019B960494DF}">
                <a14:hiddenLine xmlns:a14="http://schemas.microsoft.com/office/drawing/2010/main" w="9525">
                  <a:solidFill>
                    <a:srgbClr val="000000"/>
                  </a:solidFill>
                  <a:round/>
                  <a:headEnd/>
                  <a:tailEnd/>
                </a14:hiddenLine>
              </a:ext>
            </a:extLst>
          </p:spPr>
          <p:txBody>
            <a:bodyPr anchor="ctr"/>
            <a:lstStyle/>
            <a:p>
              <a:pPr algn="ctr"/>
              <a:endParaRPr/>
            </a:p>
          </p:txBody>
        </p:sp>
        <p:sp>
          <p:nvSpPr>
            <p:cNvPr id="305" name="îṣ1îḋe">
              <a:extLst>
                <a:ext uri="{FF2B5EF4-FFF2-40B4-BE49-F238E27FC236}">
                  <a16:creationId xmlns:a16="http://schemas.microsoft.com/office/drawing/2014/main" id="{47561314-3C3A-4BCF-B4B4-0E273D7231D6}"/>
                </a:ext>
              </a:extLst>
            </p:cNvPr>
            <p:cNvSpPr/>
            <p:nvPr/>
          </p:nvSpPr>
          <p:spPr bwMode="auto">
            <a:xfrm>
              <a:off x="8009732" y="1505656"/>
              <a:ext cx="209550" cy="539750"/>
            </a:xfrm>
            <a:custGeom>
              <a:avLst/>
              <a:gdLst>
                <a:gd name="T0" fmla="*/ 0 w 104"/>
                <a:gd name="T1" fmla="*/ 266 h 267"/>
                <a:gd name="T2" fmla="*/ 0 w 104"/>
                <a:gd name="T3" fmla="*/ 231 h 267"/>
                <a:gd name="T4" fmla="*/ 1 w 104"/>
                <a:gd name="T5" fmla="*/ 226 h 267"/>
                <a:gd name="T6" fmla="*/ 78 w 104"/>
                <a:gd name="T7" fmla="*/ 110 h 267"/>
                <a:gd name="T8" fmla="*/ 88 w 104"/>
                <a:gd name="T9" fmla="*/ 0 h 267"/>
                <a:gd name="T10" fmla="*/ 101 w 104"/>
                <a:gd name="T11" fmla="*/ 69 h 267"/>
                <a:gd name="T12" fmla="*/ 0 w 104"/>
                <a:gd name="T13" fmla="*/ 266 h 267"/>
              </a:gdLst>
              <a:ahLst/>
              <a:cxnLst>
                <a:cxn ang="0">
                  <a:pos x="T0" y="T1"/>
                </a:cxn>
                <a:cxn ang="0">
                  <a:pos x="T2" y="T3"/>
                </a:cxn>
                <a:cxn ang="0">
                  <a:pos x="T4" y="T5"/>
                </a:cxn>
                <a:cxn ang="0">
                  <a:pos x="T6" y="T7"/>
                </a:cxn>
                <a:cxn ang="0">
                  <a:pos x="T8" y="T9"/>
                </a:cxn>
                <a:cxn ang="0">
                  <a:pos x="T10" y="T11"/>
                </a:cxn>
                <a:cxn ang="0">
                  <a:pos x="T12" y="T13"/>
                </a:cxn>
              </a:cxnLst>
              <a:rect l="0" t="0" r="r" b="b"/>
              <a:pathLst>
                <a:path w="104" h="267">
                  <a:moveTo>
                    <a:pt x="0" y="266"/>
                  </a:moveTo>
                  <a:cubicBezTo>
                    <a:pt x="0" y="267"/>
                    <a:pt x="0" y="253"/>
                    <a:pt x="0" y="231"/>
                  </a:cubicBezTo>
                  <a:cubicBezTo>
                    <a:pt x="1" y="226"/>
                    <a:pt x="1" y="226"/>
                    <a:pt x="1" y="226"/>
                  </a:cubicBezTo>
                  <a:cubicBezTo>
                    <a:pt x="1" y="226"/>
                    <a:pt x="59" y="189"/>
                    <a:pt x="78" y="110"/>
                  </a:cubicBezTo>
                  <a:cubicBezTo>
                    <a:pt x="92" y="54"/>
                    <a:pt x="90" y="17"/>
                    <a:pt x="88" y="0"/>
                  </a:cubicBezTo>
                  <a:cubicBezTo>
                    <a:pt x="96" y="21"/>
                    <a:pt x="100" y="44"/>
                    <a:pt x="101" y="69"/>
                  </a:cubicBezTo>
                  <a:cubicBezTo>
                    <a:pt x="104" y="219"/>
                    <a:pt x="18" y="239"/>
                    <a:pt x="0" y="266"/>
                  </a:cubicBezTo>
                  <a:close/>
                </a:path>
              </a:pathLst>
            </a:custGeom>
            <a:solidFill>
              <a:srgbClr val="B95241"/>
            </a:solidFill>
            <a:ln>
              <a:noFill/>
            </a:ln>
            <a:extLst>
              <a:ext uri="{91240B29-F687-4F45-9708-019B960494DF}">
                <a14:hiddenLine xmlns:a14="http://schemas.microsoft.com/office/drawing/2010/main" w="9525">
                  <a:solidFill>
                    <a:srgbClr val="000000"/>
                  </a:solidFill>
                  <a:round/>
                  <a:headEnd/>
                  <a:tailEnd/>
                </a14:hiddenLine>
              </a:ext>
            </a:extLst>
          </p:spPr>
          <p:txBody>
            <a:bodyPr anchor="ctr"/>
            <a:lstStyle/>
            <a:p>
              <a:pPr algn="ctr"/>
              <a:endParaRPr/>
            </a:p>
          </p:txBody>
        </p:sp>
        <p:sp>
          <p:nvSpPr>
            <p:cNvPr id="306" name="íṡḻíḓé">
              <a:extLst>
                <a:ext uri="{FF2B5EF4-FFF2-40B4-BE49-F238E27FC236}">
                  <a16:creationId xmlns:a16="http://schemas.microsoft.com/office/drawing/2014/main" id="{D6E99057-0F06-4FCA-BD5B-ADB12E5DC516}"/>
                </a:ext>
              </a:extLst>
            </p:cNvPr>
            <p:cNvSpPr/>
            <p:nvPr/>
          </p:nvSpPr>
          <p:spPr bwMode="auto">
            <a:xfrm>
              <a:off x="7755732" y="1894593"/>
              <a:ext cx="261938" cy="652463"/>
            </a:xfrm>
            <a:custGeom>
              <a:avLst/>
              <a:gdLst>
                <a:gd name="T0" fmla="*/ 43 w 129"/>
                <a:gd name="T1" fmla="*/ 319 h 323"/>
                <a:gd name="T2" fmla="*/ 52 w 129"/>
                <a:gd name="T3" fmla="*/ 320 h 323"/>
                <a:gd name="T4" fmla="*/ 102 w 129"/>
                <a:gd name="T5" fmla="*/ 280 h 323"/>
                <a:gd name="T6" fmla="*/ 126 w 129"/>
                <a:gd name="T7" fmla="*/ 54 h 323"/>
                <a:gd name="T8" fmla="*/ 85 w 129"/>
                <a:gd name="T9" fmla="*/ 4 h 323"/>
                <a:gd name="T10" fmla="*/ 77 w 129"/>
                <a:gd name="T11" fmla="*/ 3 h 323"/>
                <a:gd name="T12" fmla="*/ 27 w 129"/>
                <a:gd name="T13" fmla="*/ 43 h 323"/>
                <a:gd name="T14" fmla="*/ 3 w 129"/>
                <a:gd name="T15" fmla="*/ 269 h 323"/>
                <a:gd name="T16" fmla="*/ 43 w 129"/>
                <a:gd name="T17" fmla="*/ 319 h 3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29" h="323">
                  <a:moveTo>
                    <a:pt x="43" y="319"/>
                  </a:moveTo>
                  <a:cubicBezTo>
                    <a:pt x="52" y="320"/>
                    <a:pt x="52" y="320"/>
                    <a:pt x="52" y="320"/>
                  </a:cubicBezTo>
                  <a:cubicBezTo>
                    <a:pt x="77" y="323"/>
                    <a:pt x="99" y="305"/>
                    <a:pt x="102" y="280"/>
                  </a:cubicBezTo>
                  <a:cubicBezTo>
                    <a:pt x="126" y="54"/>
                    <a:pt x="126" y="54"/>
                    <a:pt x="126" y="54"/>
                  </a:cubicBezTo>
                  <a:cubicBezTo>
                    <a:pt x="129" y="29"/>
                    <a:pt x="110" y="6"/>
                    <a:pt x="85" y="4"/>
                  </a:cubicBezTo>
                  <a:cubicBezTo>
                    <a:pt x="77" y="3"/>
                    <a:pt x="77" y="3"/>
                    <a:pt x="77" y="3"/>
                  </a:cubicBezTo>
                  <a:cubicBezTo>
                    <a:pt x="52" y="0"/>
                    <a:pt x="29" y="18"/>
                    <a:pt x="27" y="43"/>
                  </a:cubicBezTo>
                  <a:cubicBezTo>
                    <a:pt x="3" y="269"/>
                    <a:pt x="3" y="269"/>
                    <a:pt x="3" y="269"/>
                  </a:cubicBezTo>
                  <a:cubicBezTo>
                    <a:pt x="0" y="294"/>
                    <a:pt x="18" y="316"/>
                    <a:pt x="43" y="319"/>
                  </a:cubicBezTo>
                  <a:close/>
                </a:path>
              </a:pathLst>
            </a:custGeom>
            <a:solidFill>
              <a:srgbClr val="F4A891"/>
            </a:solidFill>
            <a:ln>
              <a:noFill/>
            </a:ln>
            <a:extLst>
              <a:ext uri="{91240B29-F687-4F45-9708-019B960494DF}">
                <a14:hiddenLine xmlns:a14="http://schemas.microsoft.com/office/drawing/2010/main" w="9525">
                  <a:solidFill>
                    <a:srgbClr val="000000"/>
                  </a:solidFill>
                  <a:round/>
                  <a:headEnd/>
                  <a:tailEnd/>
                </a14:hiddenLine>
              </a:ext>
            </a:extLst>
          </p:spPr>
          <p:txBody>
            <a:bodyPr anchor="ctr"/>
            <a:lstStyle/>
            <a:p>
              <a:pPr algn="ctr"/>
              <a:endParaRPr/>
            </a:p>
          </p:txBody>
        </p:sp>
        <p:sp>
          <p:nvSpPr>
            <p:cNvPr id="307" name="iśļïdè">
              <a:extLst>
                <a:ext uri="{FF2B5EF4-FFF2-40B4-BE49-F238E27FC236}">
                  <a16:creationId xmlns:a16="http://schemas.microsoft.com/office/drawing/2014/main" id="{CC2E1A1E-CCFB-4CE1-A090-C169B60950F6}"/>
                </a:ext>
              </a:extLst>
            </p:cNvPr>
            <p:cNvSpPr/>
            <p:nvPr/>
          </p:nvSpPr>
          <p:spPr bwMode="auto">
            <a:xfrm>
              <a:off x="7466807" y="1372306"/>
              <a:ext cx="584200" cy="762000"/>
            </a:xfrm>
            <a:custGeom>
              <a:avLst/>
              <a:gdLst>
                <a:gd name="T0" fmla="*/ 284 w 289"/>
                <a:gd name="T1" fmla="*/ 244 h 377"/>
                <a:gd name="T2" fmla="*/ 283 w 289"/>
                <a:gd name="T3" fmla="*/ 249 h 377"/>
                <a:gd name="T4" fmla="*/ 283 w 289"/>
                <a:gd name="T5" fmla="*/ 251 h 377"/>
                <a:gd name="T6" fmla="*/ 262 w 289"/>
                <a:gd name="T7" fmla="*/ 309 h 377"/>
                <a:gd name="T8" fmla="*/ 260 w 289"/>
                <a:gd name="T9" fmla="*/ 311 h 377"/>
                <a:gd name="T10" fmla="*/ 189 w 289"/>
                <a:gd name="T11" fmla="*/ 369 h 377"/>
                <a:gd name="T12" fmla="*/ 189 w 289"/>
                <a:gd name="T13" fmla="*/ 369 h 377"/>
                <a:gd name="T14" fmla="*/ 153 w 289"/>
                <a:gd name="T15" fmla="*/ 377 h 377"/>
                <a:gd name="T16" fmla="*/ 139 w 289"/>
                <a:gd name="T17" fmla="*/ 377 h 377"/>
                <a:gd name="T18" fmla="*/ 135 w 289"/>
                <a:gd name="T19" fmla="*/ 377 h 377"/>
                <a:gd name="T20" fmla="*/ 134 w 289"/>
                <a:gd name="T21" fmla="*/ 377 h 377"/>
                <a:gd name="T22" fmla="*/ 114 w 289"/>
                <a:gd name="T23" fmla="*/ 375 h 377"/>
                <a:gd name="T24" fmla="*/ 109 w 289"/>
                <a:gd name="T25" fmla="*/ 374 h 377"/>
                <a:gd name="T26" fmla="*/ 1 w 289"/>
                <a:gd name="T27" fmla="*/ 243 h 377"/>
                <a:gd name="T28" fmla="*/ 0 w 289"/>
                <a:gd name="T29" fmla="*/ 223 h 377"/>
                <a:gd name="T30" fmla="*/ 1 w 289"/>
                <a:gd name="T31" fmla="*/ 212 h 377"/>
                <a:gd name="T32" fmla="*/ 5 w 289"/>
                <a:gd name="T33" fmla="*/ 142 h 377"/>
                <a:gd name="T34" fmla="*/ 9 w 289"/>
                <a:gd name="T35" fmla="*/ 111 h 377"/>
                <a:gd name="T36" fmla="*/ 16 w 289"/>
                <a:gd name="T37" fmla="*/ 88 h 377"/>
                <a:gd name="T38" fmla="*/ 50 w 289"/>
                <a:gd name="T39" fmla="*/ 40 h 377"/>
                <a:gd name="T40" fmla="*/ 153 w 289"/>
                <a:gd name="T41" fmla="*/ 2 h 377"/>
                <a:gd name="T42" fmla="*/ 231 w 289"/>
                <a:gd name="T43" fmla="*/ 31 h 377"/>
                <a:gd name="T44" fmla="*/ 240 w 289"/>
                <a:gd name="T45" fmla="*/ 39 h 377"/>
                <a:gd name="T46" fmla="*/ 275 w 289"/>
                <a:gd name="T47" fmla="*/ 88 h 377"/>
                <a:gd name="T48" fmla="*/ 275 w 289"/>
                <a:gd name="T49" fmla="*/ 88 h 377"/>
                <a:gd name="T50" fmla="*/ 281 w 289"/>
                <a:gd name="T51" fmla="*/ 103 h 377"/>
                <a:gd name="T52" fmla="*/ 282 w 289"/>
                <a:gd name="T53" fmla="*/ 106 h 377"/>
                <a:gd name="T54" fmla="*/ 287 w 289"/>
                <a:gd name="T55" fmla="*/ 126 h 377"/>
                <a:gd name="T56" fmla="*/ 287 w 289"/>
                <a:gd name="T57" fmla="*/ 130 h 377"/>
                <a:gd name="T58" fmla="*/ 289 w 289"/>
                <a:gd name="T59" fmla="*/ 155 h 377"/>
                <a:gd name="T60" fmla="*/ 289 w 289"/>
                <a:gd name="T61" fmla="*/ 156 h 377"/>
                <a:gd name="T62" fmla="*/ 289 w 289"/>
                <a:gd name="T63" fmla="*/ 162 h 377"/>
                <a:gd name="T64" fmla="*/ 288 w 289"/>
                <a:gd name="T65" fmla="*/ 168 h 377"/>
                <a:gd name="T66" fmla="*/ 288 w 289"/>
                <a:gd name="T67" fmla="*/ 176 h 377"/>
                <a:gd name="T68" fmla="*/ 288 w 289"/>
                <a:gd name="T69" fmla="*/ 176 h 377"/>
                <a:gd name="T70" fmla="*/ 288 w 289"/>
                <a:gd name="T71" fmla="*/ 177 h 377"/>
                <a:gd name="T72" fmla="*/ 288 w 289"/>
                <a:gd name="T73" fmla="*/ 178 h 377"/>
                <a:gd name="T74" fmla="*/ 287 w 289"/>
                <a:gd name="T75" fmla="*/ 182 h 377"/>
                <a:gd name="T76" fmla="*/ 287 w 289"/>
                <a:gd name="T77" fmla="*/ 182 h 377"/>
                <a:gd name="T78" fmla="*/ 285 w 289"/>
                <a:gd name="T79" fmla="*/ 220 h 377"/>
                <a:gd name="T80" fmla="*/ 285 w 289"/>
                <a:gd name="T81" fmla="*/ 233 h 377"/>
                <a:gd name="T82" fmla="*/ 284 w 289"/>
                <a:gd name="T83" fmla="*/ 237 h 377"/>
                <a:gd name="T84" fmla="*/ 284 w 289"/>
                <a:gd name="T85" fmla="*/ 238 h 377"/>
                <a:gd name="T86" fmla="*/ 284 w 289"/>
                <a:gd name="T87" fmla="*/ 240 h 377"/>
                <a:gd name="T88" fmla="*/ 284 w 289"/>
                <a:gd name="T89" fmla="*/ 244 h 3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289" h="377">
                  <a:moveTo>
                    <a:pt x="284" y="244"/>
                  </a:moveTo>
                  <a:cubicBezTo>
                    <a:pt x="283" y="246"/>
                    <a:pt x="283" y="248"/>
                    <a:pt x="283" y="249"/>
                  </a:cubicBezTo>
                  <a:cubicBezTo>
                    <a:pt x="283" y="250"/>
                    <a:pt x="283" y="251"/>
                    <a:pt x="283" y="251"/>
                  </a:cubicBezTo>
                  <a:cubicBezTo>
                    <a:pt x="280" y="272"/>
                    <a:pt x="272" y="291"/>
                    <a:pt x="262" y="309"/>
                  </a:cubicBezTo>
                  <a:cubicBezTo>
                    <a:pt x="261" y="309"/>
                    <a:pt x="261" y="310"/>
                    <a:pt x="260" y="311"/>
                  </a:cubicBezTo>
                  <a:cubicBezTo>
                    <a:pt x="243" y="338"/>
                    <a:pt x="218" y="358"/>
                    <a:pt x="189" y="369"/>
                  </a:cubicBezTo>
                  <a:cubicBezTo>
                    <a:pt x="189" y="369"/>
                    <a:pt x="189" y="369"/>
                    <a:pt x="189" y="369"/>
                  </a:cubicBezTo>
                  <a:cubicBezTo>
                    <a:pt x="177" y="373"/>
                    <a:pt x="165" y="376"/>
                    <a:pt x="153" y="377"/>
                  </a:cubicBezTo>
                  <a:cubicBezTo>
                    <a:pt x="148" y="377"/>
                    <a:pt x="144" y="377"/>
                    <a:pt x="139" y="377"/>
                  </a:cubicBezTo>
                  <a:cubicBezTo>
                    <a:pt x="138" y="377"/>
                    <a:pt x="136" y="377"/>
                    <a:pt x="135" y="377"/>
                  </a:cubicBezTo>
                  <a:cubicBezTo>
                    <a:pt x="134" y="377"/>
                    <a:pt x="134" y="377"/>
                    <a:pt x="134" y="377"/>
                  </a:cubicBezTo>
                  <a:cubicBezTo>
                    <a:pt x="127" y="377"/>
                    <a:pt x="121" y="376"/>
                    <a:pt x="114" y="375"/>
                  </a:cubicBezTo>
                  <a:cubicBezTo>
                    <a:pt x="112" y="374"/>
                    <a:pt x="111" y="374"/>
                    <a:pt x="109" y="374"/>
                  </a:cubicBezTo>
                  <a:cubicBezTo>
                    <a:pt x="49" y="359"/>
                    <a:pt x="5" y="307"/>
                    <a:pt x="1" y="243"/>
                  </a:cubicBezTo>
                  <a:cubicBezTo>
                    <a:pt x="0" y="237"/>
                    <a:pt x="0" y="230"/>
                    <a:pt x="0" y="223"/>
                  </a:cubicBezTo>
                  <a:cubicBezTo>
                    <a:pt x="1" y="212"/>
                    <a:pt x="1" y="212"/>
                    <a:pt x="1" y="212"/>
                  </a:cubicBezTo>
                  <a:cubicBezTo>
                    <a:pt x="5" y="142"/>
                    <a:pt x="5" y="142"/>
                    <a:pt x="5" y="142"/>
                  </a:cubicBezTo>
                  <a:cubicBezTo>
                    <a:pt x="6" y="131"/>
                    <a:pt x="7" y="121"/>
                    <a:pt x="9" y="111"/>
                  </a:cubicBezTo>
                  <a:cubicBezTo>
                    <a:pt x="11" y="103"/>
                    <a:pt x="13" y="96"/>
                    <a:pt x="16" y="88"/>
                  </a:cubicBezTo>
                  <a:cubicBezTo>
                    <a:pt x="25" y="70"/>
                    <a:pt x="35" y="53"/>
                    <a:pt x="50" y="40"/>
                  </a:cubicBezTo>
                  <a:cubicBezTo>
                    <a:pt x="77" y="14"/>
                    <a:pt x="114" y="0"/>
                    <a:pt x="153" y="2"/>
                  </a:cubicBezTo>
                  <a:cubicBezTo>
                    <a:pt x="182" y="3"/>
                    <a:pt x="209" y="14"/>
                    <a:pt x="231" y="31"/>
                  </a:cubicBezTo>
                  <a:cubicBezTo>
                    <a:pt x="234" y="33"/>
                    <a:pt x="237" y="36"/>
                    <a:pt x="240" y="39"/>
                  </a:cubicBezTo>
                  <a:cubicBezTo>
                    <a:pt x="255" y="52"/>
                    <a:pt x="267" y="69"/>
                    <a:pt x="275" y="88"/>
                  </a:cubicBezTo>
                  <a:cubicBezTo>
                    <a:pt x="275" y="88"/>
                    <a:pt x="275" y="88"/>
                    <a:pt x="275" y="88"/>
                  </a:cubicBezTo>
                  <a:cubicBezTo>
                    <a:pt x="278" y="93"/>
                    <a:pt x="280" y="98"/>
                    <a:pt x="281" y="103"/>
                  </a:cubicBezTo>
                  <a:cubicBezTo>
                    <a:pt x="281" y="104"/>
                    <a:pt x="282" y="105"/>
                    <a:pt x="282" y="106"/>
                  </a:cubicBezTo>
                  <a:cubicBezTo>
                    <a:pt x="284" y="112"/>
                    <a:pt x="286" y="119"/>
                    <a:pt x="287" y="126"/>
                  </a:cubicBezTo>
                  <a:cubicBezTo>
                    <a:pt x="287" y="127"/>
                    <a:pt x="287" y="129"/>
                    <a:pt x="287" y="130"/>
                  </a:cubicBezTo>
                  <a:cubicBezTo>
                    <a:pt x="289" y="138"/>
                    <a:pt x="289" y="146"/>
                    <a:pt x="289" y="155"/>
                  </a:cubicBezTo>
                  <a:cubicBezTo>
                    <a:pt x="289" y="156"/>
                    <a:pt x="289" y="156"/>
                    <a:pt x="289" y="156"/>
                  </a:cubicBezTo>
                  <a:cubicBezTo>
                    <a:pt x="289" y="162"/>
                    <a:pt x="289" y="162"/>
                    <a:pt x="289" y="162"/>
                  </a:cubicBezTo>
                  <a:cubicBezTo>
                    <a:pt x="288" y="168"/>
                    <a:pt x="288" y="168"/>
                    <a:pt x="288" y="168"/>
                  </a:cubicBezTo>
                  <a:cubicBezTo>
                    <a:pt x="288" y="176"/>
                    <a:pt x="288" y="176"/>
                    <a:pt x="288" y="176"/>
                  </a:cubicBezTo>
                  <a:cubicBezTo>
                    <a:pt x="288" y="176"/>
                    <a:pt x="288" y="176"/>
                    <a:pt x="288" y="176"/>
                  </a:cubicBezTo>
                  <a:cubicBezTo>
                    <a:pt x="288" y="177"/>
                    <a:pt x="288" y="177"/>
                    <a:pt x="288" y="177"/>
                  </a:cubicBezTo>
                  <a:cubicBezTo>
                    <a:pt x="288" y="178"/>
                    <a:pt x="288" y="178"/>
                    <a:pt x="288" y="178"/>
                  </a:cubicBezTo>
                  <a:cubicBezTo>
                    <a:pt x="287" y="182"/>
                    <a:pt x="287" y="182"/>
                    <a:pt x="287" y="182"/>
                  </a:cubicBezTo>
                  <a:cubicBezTo>
                    <a:pt x="287" y="182"/>
                    <a:pt x="287" y="182"/>
                    <a:pt x="287" y="182"/>
                  </a:cubicBezTo>
                  <a:cubicBezTo>
                    <a:pt x="285" y="220"/>
                    <a:pt x="285" y="220"/>
                    <a:pt x="285" y="220"/>
                  </a:cubicBezTo>
                  <a:cubicBezTo>
                    <a:pt x="285" y="233"/>
                    <a:pt x="285" y="233"/>
                    <a:pt x="285" y="233"/>
                  </a:cubicBezTo>
                  <a:cubicBezTo>
                    <a:pt x="284" y="237"/>
                    <a:pt x="284" y="237"/>
                    <a:pt x="284" y="237"/>
                  </a:cubicBezTo>
                  <a:cubicBezTo>
                    <a:pt x="284" y="238"/>
                    <a:pt x="284" y="238"/>
                    <a:pt x="284" y="238"/>
                  </a:cubicBezTo>
                  <a:cubicBezTo>
                    <a:pt x="284" y="240"/>
                    <a:pt x="284" y="240"/>
                    <a:pt x="284" y="240"/>
                  </a:cubicBezTo>
                  <a:cubicBezTo>
                    <a:pt x="284" y="241"/>
                    <a:pt x="284" y="243"/>
                    <a:pt x="284" y="244"/>
                  </a:cubicBezTo>
                  <a:close/>
                </a:path>
              </a:pathLst>
            </a:custGeom>
            <a:solidFill>
              <a:srgbClr val="FFC7B0"/>
            </a:solidFill>
            <a:ln>
              <a:noFill/>
            </a:ln>
            <a:extLst>
              <a:ext uri="{91240B29-F687-4F45-9708-019B960494DF}">
                <a14:hiddenLine xmlns:a14="http://schemas.microsoft.com/office/drawing/2010/main" w="9525">
                  <a:solidFill>
                    <a:srgbClr val="000000"/>
                  </a:solidFill>
                  <a:round/>
                  <a:headEnd/>
                  <a:tailEnd/>
                </a14:hiddenLine>
              </a:ext>
            </a:extLst>
          </p:spPr>
          <p:txBody>
            <a:bodyPr anchor="ctr"/>
            <a:lstStyle/>
            <a:p>
              <a:pPr algn="ctr"/>
              <a:endParaRPr/>
            </a:p>
          </p:txBody>
        </p:sp>
        <p:sp>
          <p:nvSpPr>
            <p:cNvPr id="308" name="îṩ1ïdé">
              <a:extLst>
                <a:ext uri="{FF2B5EF4-FFF2-40B4-BE49-F238E27FC236}">
                  <a16:creationId xmlns:a16="http://schemas.microsoft.com/office/drawing/2014/main" id="{5DA02A1F-EFCE-478D-B328-1B94242A5C85}"/>
                </a:ext>
              </a:extLst>
            </p:cNvPr>
            <p:cNvSpPr/>
            <p:nvPr/>
          </p:nvSpPr>
          <p:spPr bwMode="auto">
            <a:xfrm>
              <a:off x="8031957" y="1740606"/>
              <a:ext cx="80963" cy="117475"/>
            </a:xfrm>
            <a:custGeom>
              <a:avLst/>
              <a:gdLst>
                <a:gd name="T0" fmla="*/ 15 w 40"/>
                <a:gd name="T1" fmla="*/ 57 h 58"/>
                <a:gd name="T2" fmla="*/ 11 w 40"/>
                <a:gd name="T3" fmla="*/ 58 h 58"/>
                <a:gd name="T4" fmla="*/ 9 w 40"/>
                <a:gd name="T5" fmla="*/ 58 h 58"/>
                <a:gd name="T6" fmla="*/ 5 w 40"/>
                <a:gd name="T7" fmla="*/ 58 h 58"/>
                <a:gd name="T8" fmla="*/ 0 w 40"/>
                <a:gd name="T9" fmla="*/ 57 h 58"/>
                <a:gd name="T10" fmla="*/ 1 w 40"/>
                <a:gd name="T11" fmla="*/ 38 h 58"/>
                <a:gd name="T12" fmla="*/ 1 w 40"/>
                <a:gd name="T13" fmla="*/ 34 h 58"/>
                <a:gd name="T14" fmla="*/ 3 w 40"/>
                <a:gd name="T15" fmla="*/ 0 h 58"/>
                <a:gd name="T16" fmla="*/ 8 w 40"/>
                <a:gd name="T17" fmla="*/ 0 h 58"/>
                <a:gd name="T18" fmla="*/ 12 w 40"/>
                <a:gd name="T19" fmla="*/ 0 h 58"/>
                <a:gd name="T20" fmla="*/ 15 w 40"/>
                <a:gd name="T21" fmla="*/ 0 h 58"/>
                <a:gd name="T22" fmla="*/ 15 w 40"/>
                <a:gd name="T23" fmla="*/ 0 h 58"/>
                <a:gd name="T24" fmla="*/ 18 w 40"/>
                <a:gd name="T25" fmla="*/ 1 h 58"/>
                <a:gd name="T26" fmla="*/ 18 w 40"/>
                <a:gd name="T27" fmla="*/ 1 h 58"/>
                <a:gd name="T28" fmla="*/ 32 w 40"/>
                <a:gd name="T29" fmla="*/ 9 h 58"/>
                <a:gd name="T30" fmla="*/ 40 w 40"/>
                <a:gd name="T31" fmla="*/ 30 h 58"/>
                <a:gd name="T32" fmla="*/ 15 w 40"/>
                <a:gd name="T33" fmla="*/ 57 h 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40" h="58">
                  <a:moveTo>
                    <a:pt x="15" y="57"/>
                  </a:moveTo>
                  <a:cubicBezTo>
                    <a:pt x="14" y="58"/>
                    <a:pt x="12" y="58"/>
                    <a:pt x="11" y="58"/>
                  </a:cubicBezTo>
                  <a:cubicBezTo>
                    <a:pt x="10" y="58"/>
                    <a:pt x="10" y="58"/>
                    <a:pt x="9" y="58"/>
                  </a:cubicBezTo>
                  <a:cubicBezTo>
                    <a:pt x="5" y="58"/>
                    <a:pt x="5" y="58"/>
                    <a:pt x="5" y="58"/>
                  </a:cubicBezTo>
                  <a:cubicBezTo>
                    <a:pt x="0" y="57"/>
                    <a:pt x="0" y="57"/>
                    <a:pt x="0" y="57"/>
                  </a:cubicBezTo>
                  <a:cubicBezTo>
                    <a:pt x="1" y="38"/>
                    <a:pt x="1" y="38"/>
                    <a:pt x="1" y="38"/>
                  </a:cubicBezTo>
                  <a:cubicBezTo>
                    <a:pt x="1" y="34"/>
                    <a:pt x="1" y="34"/>
                    <a:pt x="1" y="34"/>
                  </a:cubicBezTo>
                  <a:cubicBezTo>
                    <a:pt x="3" y="0"/>
                    <a:pt x="3" y="0"/>
                    <a:pt x="3" y="0"/>
                  </a:cubicBezTo>
                  <a:cubicBezTo>
                    <a:pt x="8" y="0"/>
                    <a:pt x="8" y="0"/>
                    <a:pt x="8" y="0"/>
                  </a:cubicBezTo>
                  <a:cubicBezTo>
                    <a:pt x="12" y="0"/>
                    <a:pt x="12" y="0"/>
                    <a:pt x="12" y="0"/>
                  </a:cubicBezTo>
                  <a:cubicBezTo>
                    <a:pt x="13" y="0"/>
                    <a:pt x="14" y="0"/>
                    <a:pt x="15" y="0"/>
                  </a:cubicBezTo>
                  <a:cubicBezTo>
                    <a:pt x="15" y="0"/>
                    <a:pt x="15" y="0"/>
                    <a:pt x="15" y="0"/>
                  </a:cubicBezTo>
                  <a:cubicBezTo>
                    <a:pt x="16" y="0"/>
                    <a:pt x="17" y="1"/>
                    <a:pt x="18" y="1"/>
                  </a:cubicBezTo>
                  <a:cubicBezTo>
                    <a:pt x="18" y="1"/>
                    <a:pt x="18" y="1"/>
                    <a:pt x="18" y="1"/>
                  </a:cubicBezTo>
                  <a:cubicBezTo>
                    <a:pt x="24" y="2"/>
                    <a:pt x="29" y="5"/>
                    <a:pt x="32" y="9"/>
                  </a:cubicBezTo>
                  <a:cubicBezTo>
                    <a:pt x="37" y="15"/>
                    <a:pt x="40" y="22"/>
                    <a:pt x="40" y="30"/>
                  </a:cubicBezTo>
                  <a:cubicBezTo>
                    <a:pt x="39" y="44"/>
                    <a:pt x="28" y="55"/>
                    <a:pt x="15" y="57"/>
                  </a:cubicBezTo>
                  <a:close/>
                </a:path>
              </a:pathLst>
            </a:custGeom>
            <a:solidFill>
              <a:srgbClr val="FFC4BC"/>
            </a:solidFill>
            <a:ln>
              <a:noFill/>
            </a:ln>
            <a:extLst>
              <a:ext uri="{91240B29-F687-4F45-9708-019B960494DF}">
                <a14:hiddenLine xmlns:a14="http://schemas.microsoft.com/office/drawing/2010/main" w="9525">
                  <a:solidFill>
                    <a:srgbClr val="000000"/>
                  </a:solidFill>
                  <a:round/>
                  <a:headEnd/>
                  <a:tailEnd/>
                </a14:hiddenLine>
              </a:ext>
            </a:extLst>
          </p:spPr>
          <p:txBody>
            <a:bodyPr anchor="ctr"/>
            <a:lstStyle/>
            <a:p>
              <a:pPr algn="ctr"/>
              <a:endParaRPr/>
            </a:p>
          </p:txBody>
        </p:sp>
        <p:sp>
          <p:nvSpPr>
            <p:cNvPr id="309" name="iṩḻïďè">
              <a:extLst>
                <a:ext uri="{FF2B5EF4-FFF2-40B4-BE49-F238E27FC236}">
                  <a16:creationId xmlns:a16="http://schemas.microsoft.com/office/drawing/2014/main" id="{512715D9-0A2A-4BB9-B03B-275E4783590C}"/>
                </a:ext>
              </a:extLst>
            </p:cNvPr>
            <p:cNvSpPr/>
            <p:nvPr/>
          </p:nvSpPr>
          <p:spPr bwMode="auto">
            <a:xfrm>
              <a:off x="7612857" y="1859668"/>
              <a:ext cx="61913" cy="25400"/>
            </a:xfrm>
            <a:custGeom>
              <a:avLst/>
              <a:gdLst>
                <a:gd name="T0" fmla="*/ 0 w 31"/>
                <a:gd name="T1" fmla="*/ 0 h 13"/>
                <a:gd name="T2" fmla="*/ 16 w 31"/>
                <a:gd name="T3" fmla="*/ 12 h 13"/>
                <a:gd name="T4" fmla="*/ 31 w 31"/>
                <a:gd name="T5" fmla="*/ 4 h 13"/>
                <a:gd name="T6" fmla="*/ 0 w 31"/>
                <a:gd name="T7" fmla="*/ 0 h 13"/>
              </a:gdLst>
              <a:ahLst/>
              <a:cxnLst>
                <a:cxn ang="0">
                  <a:pos x="T0" y="T1"/>
                </a:cxn>
                <a:cxn ang="0">
                  <a:pos x="T2" y="T3"/>
                </a:cxn>
                <a:cxn ang="0">
                  <a:pos x="T4" y="T5"/>
                </a:cxn>
                <a:cxn ang="0">
                  <a:pos x="T6" y="T7"/>
                </a:cxn>
              </a:cxnLst>
              <a:rect l="0" t="0" r="r" b="b"/>
              <a:pathLst>
                <a:path w="31" h="13">
                  <a:moveTo>
                    <a:pt x="0" y="0"/>
                  </a:moveTo>
                  <a:cubicBezTo>
                    <a:pt x="0" y="0"/>
                    <a:pt x="1" y="11"/>
                    <a:pt x="16" y="12"/>
                  </a:cubicBezTo>
                  <a:cubicBezTo>
                    <a:pt x="29" y="13"/>
                    <a:pt x="31" y="4"/>
                    <a:pt x="31" y="4"/>
                  </a:cubicBezTo>
                  <a:lnTo>
                    <a:pt x="0" y="0"/>
                  </a:lnTo>
                  <a:close/>
                </a:path>
              </a:pathLst>
            </a:custGeom>
            <a:solidFill>
              <a:srgbClr val="F4A891"/>
            </a:solidFill>
            <a:ln>
              <a:noFill/>
            </a:ln>
            <a:extLst>
              <a:ext uri="{91240B29-F687-4F45-9708-019B960494DF}">
                <a14:hiddenLine xmlns:a14="http://schemas.microsoft.com/office/drawing/2010/main" w="9525">
                  <a:solidFill>
                    <a:srgbClr val="000000"/>
                  </a:solidFill>
                  <a:round/>
                  <a:headEnd/>
                  <a:tailEnd/>
                </a14:hiddenLine>
              </a:ext>
            </a:extLst>
          </p:spPr>
          <p:txBody>
            <a:bodyPr anchor="ctr"/>
            <a:lstStyle/>
            <a:p>
              <a:pPr algn="ctr"/>
              <a:endParaRPr/>
            </a:p>
          </p:txBody>
        </p:sp>
        <p:sp>
          <p:nvSpPr>
            <p:cNvPr id="310" name="îS1îḓê">
              <a:extLst>
                <a:ext uri="{FF2B5EF4-FFF2-40B4-BE49-F238E27FC236}">
                  <a16:creationId xmlns:a16="http://schemas.microsoft.com/office/drawing/2014/main" id="{09B2ADD0-F2EE-4828-B7D7-943A9C80366A}"/>
                </a:ext>
              </a:extLst>
            </p:cNvPr>
            <p:cNvSpPr/>
            <p:nvPr/>
          </p:nvSpPr>
          <p:spPr bwMode="auto">
            <a:xfrm>
              <a:off x="7466807" y="1286581"/>
              <a:ext cx="609600" cy="323850"/>
            </a:xfrm>
            <a:custGeom>
              <a:avLst/>
              <a:gdLst>
                <a:gd name="T0" fmla="*/ 280 w 301"/>
                <a:gd name="T1" fmla="*/ 161 h 161"/>
                <a:gd name="T2" fmla="*/ 4 w 301"/>
                <a:gd name="T3" fmla="*/ 151 h 161"/>
                <a:gd name="T4" fmla="*/ 80 w 301"/>
                <a:gd name="T5" fmla="*/ 48 h 161"/>
                <a:gd name="T6" fmla="*/ 293 w 301"/>
                <a:gd name="T7" fmla="*/ 85 h 161"/>
                <a:gd name="T8" fmla="*/ 298 w 301"/>
                <a:gd name="T9" fmla="*/ 129 h 161"/>
                <a:gd name="T10" fmla="*/ 280 w 301"/>
                <a:gd name="T11" fmla="*/ 161 h 161"/>
              </a:gdLst>
              <a:ahLst/>
              <a:cxnLst>
                <a:cxn ang="0">
                  <a:pos x="T0" y="T1"/>
                </a:cxn>
                <a:cxn ang="0">
                  <a:pos x="T2" y="T3"/>
                </a:cxn>
                <a:cxn ang="0">
                  <a:pos x="T4" y="T5"/>
                </a:cxn>
                <a:cxn ang="0">
                  <a:pos x="T6" y="T7"/>
                </a:cxn>
                <a:cxn ang="0">
                  <a:pos x="T8" y="T9"/>
                </a:cxn>
                <a:cxn ang="0">
                  <a:pos x="T10" y="T11"/>
                </a:cxn>
              </a:cxnLst>
              <a:rect l="0" t="0" r="r" b="b"/>
              <a:pathLst>
                <a:path w="301" h="161">
                  <a:moveTo>
                    <a:pt x="280" y="161"/>
                  </a:moveTo>
                  <a:cubicBezTo>
                    <a:pt x="280" y="161"/>
                    <a:pt x="28" y="99"/>
                    <a:pt x="4" y="151"/>
                  </a:cubicBezTo>
                  <a:cubicBezTo>
                    <a:pt x="4" y="151"/>
                    <a:pt x="0" y="96"/>
                    <a:pt x="80" y="48"/>
                  </a:cubicBezTo>
                  <a:cubicBezTo>
                    <a:pt x="159" y="0"/>
                    <a:pt x="285" y="60"/>
                    <a:pt x="293" y="85"/>
                  </a:cubicBezTo>
                  <a:cubicBezTo>
                    <a:pt x="301" y="110"/>
                    <a:pt x="298" y="129"/>
                    <a:pt x="298" y="129"/>
                  </a:cubicBezTo>
                  <a:lnTo>
                    <a:pt x="280" y="161"/>
                  </a:lnTo>
                  <a:close/>
                </a:path>
              </a:pathLst>
            </a:custGeom>
            <a:solidFill>
              <a:srgbClr val="DB734C"/>
            </a:solidFill>
            <a:ln>
              <a:noFill/>
            </a:ln>
            <a:extLst>
              <a:ext uri="{91240B29-F687-4F45-9708-019B960494DF}">
                <a14:hiddenLine xmlns:a14="http://schemas.microsoft.com/office/drawing/2010/main" w="9525">
                  <a:solidFill>
                    <a:srgbClr val="000000"/>
                  </a:solidFill>
                  <a:round/>
                  <a:headEnd/>
                  <a:tailEnd/>
                </a14:hiddenLine>
              </a:ext>
            </a:extLst>
          </p:spPr>
          <p:txBody>
            <a:bodyPr anchor="ctr"/>
            <a:lstStyle/>
            <a:p>
              <a:pPr algn="ctr"/>
              <a:endParaRPr/>
            </a:p>
          </p:txBody>
        </p:sp>
        <p:sp>
          <p:nvSpPr>
            <p:cNvPr id="311" name="îşḻíďe">
              <a:extLst>
                <a:ext uri="{FF2B5EF4-FFF2-40B4-BE49-F238E27FC236}">
                  <a16:creationId xmlns:a16="http://schemas.microsoft.com/office/drawing/2014/main" id="{548132C3-54DE-4563-9FD9-C6B5F84DE0E9}"/>
                </a:ext>
              </a:extLst>
            </p:cNvPr>
            <p:cNvSpPr/>
            <p:nvPr/>
          </p:nvSpPr>
          <p:spPr bwMode="auto">
            <a:xfrm>
              <a:off x="7723982" y="1691393"/>
              <a:ext cx="130175" cy="41275"/>
            </a:xfrm>
            <a:custGeom>
              <a:avLst/>
              <a:gdLst>
                <a:gd name="T0" fmla="*/ 3 w 64"/>
                <a:gd name="T1" fmla="*/ 8 h 20"/>
                <a:gd name="T2" fmla="*/ 3 w 64"/>
                <a:gd name="T3" fmla="*/ 8 h 20"/>
                <a:gd name="T4" fmla="*/ 22 w 64"/>
                <a:gd name="T5" fmla="*/ 6 h 20"/>
                <a:gd name="T6" fmla="*/ 59 w 64"/>
                <a:gd name="T7" fmla="*/ 19 h 20"/>
                <a:gd name="T8" fmla="*/ 63 w 64"/>
                <a:gd name="T9" fmla="*/ 19 h 20"/>
                <a:gd name="T10" fmla="*/ 63 w 64"/>
                <a:gd name="T11" fmla="*/ 15 h 20"/>
                <a:gd name="T12" fmla="*/ 22 w 64"/>
                <a:gd name="T13" fmla="*/ 0 h 20"/>
                <a:gd name="T14" fmla="*/ 2 w 64"/>
                <a:gd name="T15" fmla="*/ 3 h 20"/>
                <a:gd name="T16" fmla="*/ 0 w 64"/>
                <a:gd name="T17" fmla="*/ 7 h 20"/>
                <a:gd name="T18" fmla="*/ 3 w 64"/>
                <a:gd name="T19" fmla="*/ 8 h 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64" h="20">
                  <a:moveTo>
                    <a:pt x="3" y="8"/>
                  </a:moveTo>
                  <a:cubicBezTo>
                    <a:pt x="3" y="8"/>
                    <a:pt x="3" y="8"/>
                    <a:pt x="3" y="8"/>
                  </a:cubicBezTo>
                  <a:cubicBezTo>
                    <a:pt x="4" y="8"/>
                    <a:pt x="12" y="6"/>
                    <a:pt x="22" y="6"/>
                  </a:cubicBezTo>
                  <a:cubicBezTo>
                    <a:pt x="33" y="6"/>
                    <a:pt x="47" y="8"/>
                    <a:pt x="59" y="19"/>
                  </a:cubicBezTo>
                  <a:cubicBezTo>
                    <a:pt x="60" y="20"/>
                    <a:pt x="62" y="20"/>
                    <a:pt x="63" y="19"/>
                  </a:cubicBezTo>
                  <a:cubicBezTo>
                    <a:pt x="64" y="18"/>
                    <a:pt x="64" y="16"/>
                    <a:pt x="63" y="15"/>
                  </a:cubicBezTo>
                  <a:cubicBezTo>
                    <a:pt x="49" y="3"/>
                    <a:pt x="34" y="0"/>
                    <a:pt x="22" y="0"/>
                  </a:cubicBezTo>
                  <a:cubicBezTo>
                    <a:pt x="10" y="0"/>
                    <a:pt x="2" y="3"/>
                    <a:pt x="2" y="3"/>
                  </a:cubicBezTo>
                  <a:cubicBezTo>
                    <a:pt x="0" y="4"/>
                    <a:pt x="0" y="5"/>
                    <a:pt x="0" y="7"/>
                  </a:cubicBezTo>
                  <a:cubicBezTo>
                    <a:pt x="0" y="8"/>
                    <a:pt x="2" y="9"/>
                    <a:pt x="3" y="8"/>
                  </a:cubicBezTo>
                  <a:close/>
                </a:path>
              </a:pathLst>
            </a:custGeom>
            <a:solidFill>
              <a:srgbClr val="B95241"/>
            </a:solidFill>
            <a:ln>
              <a:noFill/>
            </a:ln>
            <a:extLst>
              <a:ext uri="{91240B29-F687-4F45-9708-019B960494DF}">
                <a14:hiddenLine xmlns:a14="http://schemas.microsoft.com/office/drawing/2010/main" w="9525">
                  <a:solidFill>
                    <a:srgbClr val="000000"/>
                  </a:solidFill>
                  <a:round/>
                  <a:headEnd/>
                  <a:tailEnd/>
                </a14:hiddenLine>
              </a:ext>
            </a:extLst>
          </p:spPr>
          <p:txBody>
            <a:bodyPr anchor="ctr"/>
            <a:lstStyle/>
            <a:p>
              <a:pPr algn="ctr"/>
              <a:endParaRPr/>
            </a:p>
          </p:txBody>
        </p:sp>
        <p:sp>
          <p:nvSpPr>
            <p:cNvPr id="312" name="islíḍè">
              <a:extLst>
                <a:ext uri="{FF2B5EF4-FFF2-40B4-BE49-F238E27FC236}">
                  <a16:creationId xmlns:a16="http://schemas.microsoft.com/office/drawing/2014/main" id="{4CB8710D-EF41-4E22-BB3D-F3217B6C30DA}"/>
                </a:ext>
              </a:extLst>
            </p:cNvPr>
            <p:cNvSpPr/>
            <p:nvPr/>
          </p:nvSpPr>
          <p:spPr bwMode="auto">
            <a:xfrm>
              <a:off x="7496969" y="1662818"/>
              <a:ext cx="131763" cy="36513"/>
            </a:xfrm>
            <a:custGeom>
              <a:avLst/>
              <a:gdLst>
                <a:gd name="T0" fmla="*/ 4 w 65"/>
                <a:gd name="T1" fmla="*/ 8 h 18"/>
                <a:gd name="T2" fmla="*/ 4 w 65"/>
                <a:gd name="T3" fmla="*/ 8 h 18"/>
                <a:gd name="T4" fmla="*/ 24 w 65"/>
                <a:gd name="T5" fmla="*/ 5 h 18"/>
                <a:gd name="T6" fmla="*/ 60 w 65"/>
                <a:gd name="T7" fmla="*/ 17 h 18"/>
                <a:gd name="T8" fmla="*/ 64 w 65"/>
                <a:gd name="T9" fmla="*/ 16 h 18"/>
                <a:gd name="T10" fmla="*/ 63 w 65"/>
                <a:gd name="T11" fmla="*/ 13 h 18"/>
                <a:gd name="T12" fmla="*/ 24 w 65"/>
                <a:gd name="T13" fmla="*/ 0 h 18"/>
                <a:gd name="T14" fmla="*/ 2 w 65"/>
                <a:gd name="T15" fmla="*/ 3 h 18"/>
                <a:gd name="T16" fmla="*/ 0 w 65"/>
                <a:gd name="T17" fmla="*/ 7 h 18"/>
                <a:gd name="T18" fmla="*/ 4 w 65"/>
                <a:gd name="T19" fmla="*/ 8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65" h="18">
                  <a:moveTo>
                    <a:pt x="4" y="8"/>
                  </a:moveTo>
                  <a:cubicBezTo>
                    <a:pt x="4" y="8"/>
                    <a:pt x="4" y="8"/>
                    <a:pt x="4" y="8"/>
                  </a:cubicBezTo>
                  <a:cubicBezTo>
                    <a:pt x="5" y="8"/>
                    <a:pt x="13" y="5"/>
                    <a:pt x="24" y="5"/>
                  </a:cubicBezTo>
                  <a:cubicBezTo>
                    <a:pt x="35" y="5"/>
                    <a:pt x="48" y="8"/>
                    <a:pt x="60" y="17"/>
                  </a:cubicBezTo>
                  <a:cubicBezTo>
                    <a:pt x="61" y="18"/>
                    <a:pt x="63" y="18"/>
                    <a:pt x="64" y="16"/>
                  </a:cubicBezTo>
                  <a:cubicBezTo>
                    <a:pt x="65" y="15"/>
                    <a:pt x="64" y="14"/>
                    <a:pt x="63" y="13"/>
                  </a:cubicBezTo>
                  <a:cubicBezTo>
                    <a:pt x="50" y="3"/>
                    <a:pt x="35" y="0"/>
                    <a:pt x="24" y="0"/>
                  </a:cubicBezTo>
                  <a:cubicBezTo>
                    <a:pt x="11" y="0"/>
                    <a:pt x="2" y="3"/>
                    <a:pt x="2" y="3"/>
                  </a:cubicBezTo>
                  <a:cubicBezTo>
                    <a:pt x="0" y="4"/>
                    <a:pt x="0" y="5"/>
                    <a:pt x="0" y="7"/>
                  </a:cubicBezTo>
                  <a:cubicBezTo>
                    <a:pt x="1" y="8"/>
                    <a:pt x="2" y="9"/>
                    <a:pt x="4" y="8"/>
                  </a:cubicBezTo>
                  <a:close/>
                </a:path>
              </a:pathLst>
            </a:custGeom>
            <a:solidFill>
              <a:srgbClr val="B95241"/>
            </a:solidFill>
            <a:ln>
              <a:noFill/>
            </a:ln>
            <a:extLst>
              <a:ext uri="{91240B29-F687-4F45-9708-019B960494DF}">
                <a14:hiddenLine xmlns:a14="http://schemas.microsoft.com/office/drawing/2010/main" w="9525">
                  <a:solidFill>
                    <a:srgbClr val="000000"/>
                  </a:solidFill>
                  <a:round/>
                  <a:headEnd/>
                  <a:tailEnd/>
                </a14:hiddenLine>
              </a:ext>
            </a:extLst>
          </p:spPr>
          <p:txBody>
            <a:bodyPr anchor="ctr"/>
            <a:lstStyle/>
            <a:p>
              <a:pPr algn="ctr"/>
              <a:endParaRPr/>
            </a:p>
          </p:txBody>
        </p:sp>
        <p:sp>
          <p:nvSpPr>
            <p:cNvPr id="313" name="išļidé">
              <a:extLst>
                <a:ext uri="{FF2B5EF4-FFF2-40B4-BE49-F238E27FC236}">
                  <a16:creationId xmlns:a16="http://schemas.microsoft.com/office/drawing/2014/main" id="{9F57A33E-11D5-4A0C-AD2B-D98DFC5B0F21}"/>
                </a:ext>
              </a:extLst>
            </p:cNvPr>
            <p:cNvSpPr/>
            <p:nvPr/>
          </p:nvSpPr>
          <p:spPr bwMode="auto">
            <a:xfrm>
              <a:off x="7754144" y="1751718"/>
              <a:ext cx="31750" cy="53975"/>
            </a:xfrm>
            <a:custGeom>
              <a:avLst/>
              <a:gdLst>
                <a:gd name="T0" fmla="*/ 6 w 16"/>
                <a:gd name="T1" fmla="*/ 26 h 26"/>
                <a:gd name="T2" fmla="*/ 7 w 16"/>
                <a:gd name="T3" fmla="*/ 26 h 26"/>
                <a:gd name="T4" fmla="*/ 14 w 16"/>
                <a:gd name="T5" fmla="*/ 21 h 26"/>
                <a:gd name="T6" fmla="*/ 15 w 16"/>
                <a:gd name="T7" fmla="*/ 7 h 26"/>
                <a:gd name="T8" fmla="*/ 10 w 16"/>
                <a:gd name="T9" fmla="*/ 1 h 26"/>
                <a:gd name="T10" fmla="*/ 9 w 16"/>
                <a:gd name="T11" fmla="*/ 0 h 26"/>
                <a:gd name="T12" fmla="*/ 2 w 16"/>
                <a:gd name="T13" fmla="*/ 6 h 26"/>
                <a:gd name="T14" fmla="*/ 1 w 16"/>
                <a:gd name="T15" fmla="*/ 19 h 26"/>
                <a:gd name="T16" fmla="*/ 6 w 16"/>
                <a:gd name="T17" fmla="*/ 26 h 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6" h="26">
                  <a:moveTo>
                    <a:pt x="6" y="26"/>
                  </a:moveTo>
                  <a:cubicBezTo>
                    <a:pt x="7" y="26"/>
                    <a:pt x="7" y="26"/>
                    <a:pt x="7" y="26"/>
                  </a:cubicBezTo>
                  <a:cubicBezTo>
                    <a:pt x="11" y="26"/>
                    <a:pt x="14" y="24"/>
                    <a:pt x="14" y="21"/>
                  </a:cubicBezTo>
                  <a:cubicBezTo>
                    <a:pt x="15" y="7"/>
                    <a:pt x="15" y="7"/>
                    <a:pt x="15" y="7"/>
                  </a:cubicBezTo>
                  <a:cubicBezTo>
                    <a:pt x="16" y="4"/>
                    <a:pt x="13" y="1"/>
                    <a:pt x="10" y="1"/>
                  </a:cubicBezTo>
                  <a:cubicBezTo>
                    <a:pt x="9" y="0"/>
                    <a:pt x="9" y="0"/>
                    <a:pt x="9" y="0"/>
                  </a:cubicBezTo>
                  <a:cubicBezTo>
                    <a:pt x="5" y="0"/>
                    <a:pt x="2" y="2"/>
                    <a:pt x="2" y="6"/>
                  </a:cubicBezTo>
                  <a:cubicBezTo>
                    <a:pt x="1" y="19"/>
                    <a:pt x="1" y="19"/>
                    <a:pt x="1" y="19"/>
                  </a:cubicBezTo>
                  <a:cubicBezTo>
                    <a:pt x="0" y="22"/>
                    <a:pt x="3" y="25"/>
                    <a:pt x="6" y="26"/>
                  </a:cubicBezTo>
                  <a:close/>
                </a:path>
              </a:pathLst>
            </a:custGeom>
            <a:solidFill>
              <a:srgbClr val="07113D"/>
            </a:solidFill>
            <a:ln>
              <a:noFill/>
            </a:ln>
            <a:extLst>
              <a:ext uri="{91240B29-F687-4F45-9708-019B960494DF}">
                <a14:hiddenLine xmlns:a14="http://schemas.microsoft.com/office/drawing/2010/main" w="9525">
                  <a:solidFill>
                    <a:srgbClr val="000000"/>
                  </a:solidFill>
                  <a:round/>
                  <a:headEnd/>
                  <a:tailEnd/>
                </a14:hiddenLine>
              </a:ext>
            </a:extLst>
          </p:spPr>
          <p:txBody>
            <a:bodyPr anchor="ctr"/>
            <a:lstStyle/>
            <a:p>
              <a:pPr algn="ctr"/>
              <a:endParaRPr/>
            </a:p>
          </p:txBody>
        </p:sp>
        <p:sp>
          <p:nvSpPr>
            <p:cNvPr id="314" name="ïṣļíḑê">
              <a:extLst>
                <a:ext uri="{FF2B5EF4-FFF2-40B4-BE49-F238E27FC236}">
                  <a16:creationId xmlns:a16="http://schemas.microsoft.com/office/drawing/2014/main" id="{9CCEF4FA-B599-45B9-B341-04E2A2484A61}"/>
                </a:ext>
              </a:extLst>
            </p:cNvPr>
            <p:cNvSpPr/>
            <p:nvPr/>
          </p:nvSpPr>
          <p:spPr bwMode="auto">
            <a:xfrm>
              <a:off x="7547769" y="1729493"/>
              <a:ext cx="31750" cy="53975"/>
            </a:xfrm>
            <a:custGeom>
              <a:avLst/>
              <a:gdLst>
                <a:gd name="T0" fmla="*/ 6 w 16"/>
                <a:gd name="T1" fmla="*/ 26 h 26"/>
                <a:gd name="T2" fmla="*/ 7 w 16"/>
                <a:gd name="T3" fmla="*/ 26 h 26"/>
                <a:gd name="T4" fmla="*/ 14 w 16"/>
                <a:gd name="T5" fmla="*/ 21 h 26"/>
                <a:gd name="T6" fmla="*/ 15 w 16"/>
                <a:gd name="T7" fmla="*/ 7 h 26"/>
                <a:gd name="T8" fmla="*/ 10 w 16"/>
                <a:gd name="T9" fmla="*/ 1 h 26"/>
                <a:gd name="T10" fmla="*/ 9 w 16"/>
                <a:gd name="T11" fmla="*/ 1 h 26"/>
                <a:gd name="T12" fmla="*/ 2 w 16"/>
                <a:gd name="T13" fmla="*/ 6 h 26"/>
                <a:gd name="T14" fmla="*/ 1 w 16"/>
                <a:gd name="T15" fmla="*/ 19 h 26"/>
                <a:gd name="T16" fmla="*/ 6 w 16"/>
                <a:gd name="T17" fmla="*/ 26 h 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6" h="26">
                  <a:moveTo>
                    <a:pt x="6" y="26"/>
                  </a:moveTo>
                  <a:cubicBezTo>
                    <a:pt x="7" y="26"/>
                    <a:pt x="7" y="26"/>
                    <a:pt x="7" y="26"/>
                  </a:cubicBezTo>
                  <a:cubicBezTo>
                    <a:pt x="10" y="26"/>
                    <a:pt x="13" y="24"/>
                    <a:pt x="14" y="21"/>
                  </a:cubicBezTo>
                  <a:cubicBezTo>
                    <a:pt x="15" y="7"/>
                    <a:pt x="15" y="7"/>
                    <a:pt x="15" y="7"/>
                  </a:cubicBezTo>
                  <a:cubicBezTo>
                    <a:pt x="16" y="4"/>
                    <a:pt x="13" y="1"/>
                    <a:pt x="10" y="1"/>
                  </a:cubicBezTo>
                  <a:cubicBezTo>
                    <a:pt x="9" y="1"/>
                    <a:pt x="9" y="1"/>
                    <a:pt x="9" y="1"/>
                  </a:cubicBezTo>
                  <a:cubicBezTo>
                    <a:pt x="5" y="0"/>
                    <a:pt x="2" y="3"/>
                    <a:pt x="2" y="6"/>
                  </a:cubicBezTo>
                  <a:cubicBezTo>
                    <a:pt x="1" y="19"/>
                    <a:pt x="1" y="19"/>
                    <a:pt x="1" y="19"/>
                  </a:cubicBezTo>
                  <a:cubicBezTo>
                    <a:pt x="0" y="23"/>
                    <a:pt x="3" y="26"/>
                    <a:pt x="6" y="26"/>
                  </a:cubicBezTo>
                  <a:close/>
                </a:path>
              </a:pathLst>
            </a:custGeom>
            <a:solidFill>
              <a:srgbClr val="07113D"/>
            </a:solidFill>
            <a:ln>
              <a:noFill/>
            </a:ln>
            <a:extLst>
              <a:ext uri="{91240B29-F687-4F45-9708-019B960494DF}">
                <a14:hiddenLine xmlns:a14="http://schemas.microsoft.com/office/drawing/2010/main" w="9525">
                  <a:solidFill>
                    <a:srgbClr val="000000"/>
                  </a:solidFill>
                  <a:round/>
                  <a:headEnd/>
                  <a:tailEnd/>
                </a14:hiddenLine>
              </a:ext>
            </a:extLst>
          </p:spPr>
          <p:txBody>
            <a:bodyPr anchor="ctr"/>
            <a:lstStyle/>
            <a:p>
              <a:pPr algn="ctr"/>
              <a:endParaRPr/>
            </a:p>
          </p:txBody>
        </p:sp>
        <p:sp>
          <p:nvSpPr>
            <p:cNvPr id="315" name="íṩľîḓé">
              <a:extLst>
                <a:ext uri="{FF2B5EF4-FFF2-40B4-BE49-F238E27FC236}">
                  <a16:creationId xmlns:a16="http://schemas.microsoft.com/office/drawing/2014/main" id="{1C50E2DA-CA4F-474E-A173-51DD6B895094}"/>
                </a:ext>
              </a:extLst>
            </p:cNvPr>
            <p:cNvSpPr/>
            <p:nvPr/>
          </p:nvSpPr>
          <p:spPr bwMode="auto">
            <a:xfrm>
              <a:off x="7584282" y="1924756"/>
              <a:ext cx="119063" cy="49213"/>
            </a:xfrm>
            <a:custGeom>
              <a:avLst/>
              <a:gdLst>
                <a:gd name="T0" fmla="*/ 0 w 59"/>
                <a:gd name="T1" fmla="*/ 0 h 25"/>
                <a:gd name="T2" fmla="*/ 59 w 59"/>
                <a:gd name="T3" fmla="*/ 9 h 25"/>
                <a:gd name="T4" fmla="*/ 26 w 59"/>
                <a:gd name="T5" fmla="*/ 23 h 25"/>
                <a:gd name="T6" fmla="*/ 0 w 59"/>
                <a:gd name="T7" fmla="*/ 0 h 25"/>
              </a:gdLst>
              <a:ahLst/>
              <a:cxnLst>
                <a:cxn ang="0">
                  <a:pos x="T0" y="T1"/>
                </a:cxn>
                <a:cxn ang="0">
                  <a:pos x="T2" y="T3"/>
                </a:cxn>
                <a:cxn ang="0">
                  <a:pos x="T4" y="T5"/>
                </a:cxn>
                <a:cxn ang="0">
                  <a:pos x="T6" y="T7"/>
                </a:cxn>
              </a:cxnLst>
              <a:rect l="0" t="0" r="r" b="b"/>
              <a:pathLst>
                <a:path w="59" h="25">
                  <a:moveTo>
                    <a:pt x="0" y="0"/>
                  </a:moveTo>
                  <a:cubicBezTo>
                    <a:pt x="59" y="9"/>
                    <a:pt x="59" y="9"/>
                    <a:pt x="59" y="9"/>
                  </a:cubicBezTo>
                  <a:cubicBezTo>
                    <a:pt x="59" y="9"/>
                    <a:pt x="49" y="25"/>
                    <a:pt x="26" y="23"/>
                  </a:cubicBezTo>
                  <a:cubicBezTo>
                    <a:pt x="7" y="21"/>
                    <a:pt x="0" y="0"/>
                    <a:pt x="0" y="0"/>
                  </a:cubicBezTo>
                  <a:close/>
                </a:path>
              </a:pathLst>
            </a:custGeom>
            <a:solidFill>
              <a:srgbClr val="D93838"/>
            </a:solidFill>
            <a:ln>
              <a:noFill/>
            </a:ln>
            <a:extLst>
              <a:ext uri="{91240B29-F687-4F45-9708-019B960494DF}">
                <a14:hiddenLine xmlns:a14="http://schemas.microsoft.com/office/drawing/2010/main" w="9525">
                  <a:solidFill>
                    <a:srgbClr val="000000"/>
                  </a:solidFill>
                  <a:round/>
                  <a:headEnd/>
                  <a:tailEnd/>
                </a14:hiddenLine>
              </a:ext>
            </a:extLst>
          </p:spPr>
          <p:txBody>
            <a:bodyPr anchor="ctr"/>
            <a:lstStyle/>
            <a:p>
              <a:pPr algn="ctr"/>
              <a:endParaRPr/>
            </a:p>
          </p:txBody>
        </p:sp>
        <p:sp>
          <p:nvSpPr>
            <p:cNvPr id="316" name="îŝļîḋe">
              <a:extLst>
                <a:ext uri="{FF2B5EF4-FFF2-40B4-BE49-F238E27FC236}">
                  <a16:creationId xmlns:a16="http://schemas.microsoft.com/office/drawing/2014/main" id="{222132F7-1286-4C43-8B94-0C33F5FF3764}"/>
                </a:ext>
              </a:extLst>
            </p:cNvPr>
            <p:cNvSpPr/>
            <p:nvPr/>
          </p:nvSpPr>
          <p:spPr bwMode="auto">
            <a:xfrm>
              <a:off x="7739857" y="1623131"/>
              <a:ext cx="373063" cy="511175"/>
            </a:xfrm>
            <a:custGeom>
              <a:avLst/>
              <a:gdLst>
                <a:gd name="T0" fmla="*/ 159 w 184"/>
                <a:gd name="T1" fmla="*/ 115 h 253"/>
                <a:gd name="T2" fmla="*/ 155 w 184"/>
                <a:gd name="T3" fmla="*/ 116 h 253"/>
                <a:gd name="T4" fmla="*/ 153 w 184"/>
                <a:gd name="T5" fmla="*/ 116 h 253"/>
                <a:gd name="T6" fmla="*/ 149 w 184"/>
                <a:gd name="T7" fmla="*/ 116 h 253"/>
                <a:gd name="T8" fmla="*/ 149 w 184"/>
                <a:gd name="T9" fmla="*/ 120 h 253"/>
                <a:gd name="T10" fmla="*/ 148 w 184"/>
                <a:gd name="T11" fmla="*/ 125 h 253"/>
                <a:gd name="T12" fmla="*/ 148 w 184"/>
                <a:gd name="T13" fmla="*/ 127 h 253"/>
                <a:gd name="T14" fmla="*/ 127 w 184"/>
                <a:gd name="T15" fmla="*/ 185 h 253"/>
                <a:gd name="T16" fmla="*/ 125 w 184"/>
                <a:gd name="T17" fmla="*/ 187 h 253"/>
                <a:gd name="T18" fmla="*/ 54 w 184"/>
                <a:gd name="T19" fmla="*/ 245 h 253"/>
                <a:gd name="T20" fmla="*/ 54 w 184"/>
                <a:gd name="T21" fmla="*/ 245 h 253"/>
                <a:gd name="T22" fmla="*/ 18 w 184"/>
                <a:gd name="T23" fmla="*/ 253 h 253"/>
                <a:gd name="T24" fmla="*/ 4 w 184"/>
                <a:gd name="T25" fmla="*/ 253 h 253"/>
                <a:gd name="T26" fmla="*/ 0 w 184"/>
                <a:gd name="T27" fmla="*/ 253 h 253"/>
                <a:gd name="T28" fmla="*/ 83 w 184"/>
                <a:gd name="T29" fmla="*/ 200 h 253"/>
                <a:gd name="T30" fmla="*/ 132 w 184"/>
                <a:gd name="T31" fmla="*/ 44 h 253"/>
                <a:gd name="T32" fmla="*/ 134 w 184"/>
                <a:gd name="T33" fmla="*/ 0 h 253"/>
                <a:gd name="T34" fmla="*/ 152 w 184"/>
                <a:gd name="T35" fmla="*/ 6 h 253"/>
                <a:gd name="T36" fmla="*/ 154 w 184"/>
                <a:gd name="T37" fmla="*/ 31 h 253"/>
                <a:gd name="T38" fmla="*/ 154 w 184"/>
                <a:gd name="T39" fmla="*/ 32 h 253"/>
                <a:gd name="T40" fmla="*/ 154 w 184"/>
                <a:gd name="T41" fmla="*/ 38 h 253"/>
                <a:gd name="T42" fmla="*/ 153 w 184"/>
                <a:gd name="T43" fmla="*/ 44 h 253"/>
                <a:gd name="T44" fmla="*/ 153 w 184"/>
                <a:gd name="T45" fmla="*/ 52 h 253"/>
                <a:gd name="T46" fmla="*/ 153 w 184"/>
                <a:gd name="T47" fmla="*/ 52 h 253"/>
                <a:gd name="T48" fmla="*/ 153 w 184"/>
                <a:gd name="T49" fmla="*/ 53 h 253"/>
                <a:gd name="T50" fmla="*/ 153 w 184"/>
                <a:gd name="T51" fmla="*/ 54 h 253"/>
                <a:gd name="T52" fmla="*/ 152 w 184"/>
                <a:gd name="T53" fmla="*/ 58 h 253"/>
                <a:gd name="T54" fmla="*/ 156 w 184"/>
                <a:gd name="T55" fmla="*/ 58 h 253"/>
                <a:gd name="T56" fmla="*/ 159 w 184"/>
                <a:gd name="T57" fmla="*/ 58 h 253"/>
                <a:gd name="T58" fmla="*/ 159 w 184"/>
                <a:gd name="T59" fmla="*/ 58 h 253"/>
                <a:gd name="T60" fmla="*/ 162 w 184"/>
                <a:gd name="T61" fmla="*/ 59 h 253"/>
                <a:gd name="T62" fmla="*/ 162 w 184"/>
                <a:gd name="T63" fmla="*/ 59 h 253"/>
                <a:gd name="T64" fmla="*/ 176 w 184"/>
                <a:gd name="T65" fmla="*/ 67 h 253"/>
                <a:gd name="T66" fmla="*/ 184 w 184"/>
                <a:gd name="T67" fmla="*/ 88 h 253"/>
                <a:gd name="T68" fmla="*/ 159 w 184"/>
                <a:gd name="T69" fmla="*/ 115 h 2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184" h="253">
                  <a:moveTo>
                    <a:pt x="159" y="115"/>
                  </a:moveTo>
                  <a:cubicBezTo>
                    <a:pt x="158" y="116"/>
                    <a:pt x="156" y="116"/>
                    <a:pt x="155" y="116"/>
                  </a:cubicBezTo>
                  <a:cubicBezTo>
                    <a:pt x="154" y="116"/>
                    <a:pt x="154" y="116"/>
                    <a:pt x="153" y="116"/>
                  </a:cubicBezTo>
                  <a:cubicBezTo>
                    <a:pt x="149" y="116"/>
                    <a:pt x="149" y="116"/>
                    <a:pt x="149" y="116"/>
                  </a:cubicBezTo>
                  <a:cubicBezTo>
                    <a:pt x="149" y="117"/>
                    <a:pt x="149" y="119"/>
                    <a:pt x="149" y="120"/>
                  </a:cubicBezTo>
                  <a:cubicBezTo>
                    <a:pt x="148" y="122"/>
                    <a:pt x="148" y="124"/>
                    <a:pt x="148" y="125"/>
                  </a:cubicBezTo>
                  <a:cubicBezTo>
                    <a:pt x="148" y="126"/>
                    <a:pt x="148" y="127"/>
                    <a:pt x="148" y="127"/>
                  </a:cubicBezTo>
                  <a:cubicBezTo>
                    <a:pt x="145" y="148"/>
                    <a:pt x="137" y="167"/>
                    <a:pt x="127" y="185"/>
                  </a:cubicBezTo>
                  <a:cubicBezTo>
                    <a:pt x="126" y="185"/>
                    <a:pt x="126" y="186"/>
                    <a:pt x="125" y="187"/>
                  </a:cubicBezTo>
                  <a:cubicBezTo>
                    <a:pt x="108" y="214"/>
                    <a:pt x="83" y="234"/>
                    <a:pt x="54" y="245"/>
                  </a:cubicBezTo>
                  <a:cubicBezTo>
                    <a:pt x="54" y="245"/>
                    <a:pt x="54" y="245"/>
                    <a:pt x="54" y="245"/>
                  </a:cubicBezTo>
                  <a:cubicBezTo>
                    <a:pt x="42" y="249"/>
                    <a:pt x="30" y="252"/>
                    <a:pt x="18" y="253"/>
                  </a:cubicBezTo>
                  <a:cubicBezTo>
                    <a:pt x="13" y="253"/>
                    <a:pt x="9" y="253"/>
                    <a:pt x="4" y="253"/>
                  </a:cubicBezTo>
                  <a:cubicBezTo>
                    <a:pt x="3" y="253"/>
                    <a:pt x="1" y="253"/>
                    <a:pt x="0" y="253"/>
                  </a:cubicBezTo>
                  <a:cubicBezTo>
                    <a:pt x="7" y="253"/>
                    <a:pt x="49" y="248"/>
                    <a:pt x="83" y="200"/>
                  </a:cubicBezTo>
                  <a:cubicBezTo>
                    <a:pt x="119" y="148"/>
                    <a:pt x="132" y="44"/>
                    <a:pt x="132" y="44"/>
                  </a:cubicBezTo>
                  <a:cubicBezTo>
                    <a:pt x="132" y="44"/>
                    <a:pt x="132" y="0"/>
                    <a:pt x="134" y="0"/>
                  </a:cubicBezTo>
                  <a:cubicBezTo>
                    <a:pt x="135" y="0"/>
                    <a:pt x="143" y="3"/>
                    <a:pt x="152" y="6"/>
                  </a:cubicBezTo>
                  <a:cubicBezTo>
                    <a:pt x="154" y="14"/>
                    <a:pt x="154" y="22"/>
                    <a:pt x="154" y="31"/>
                  </a:cubicBezTo>
                  <a:cubicBezTo>
                    <a:pt x="154" y="32"/>
                    <a:pt x="154" y="32"/>
                    <a:pt x="154" y="32"/>
                  </a:cubicBezTo>
                  <a:cubicBezTo>
                    <a:pt x="154" y="38"/>
                    <a:pt x="154" y="38"/>
                    <a:pt x="154" y="38"/>
                  </a:cubicBezTo>
                  <a:cubicBezTo>
                    <a:pt x="153" y="44"/>
                    <a:pt x="153" y="44"/>
                    <a:pt x="153" y="44"/>
                  </a:cubicBezTo>
                  <a:cubicBezTo>
                    <a:pt x="153" y="52"/>
                    <a:pt x="153" y="52"/>
                    <a:pt x="153" y="52"/>
                  </a:cubicBezTo>
                  <a:cubicBezTo>
                    <a:pt x="153" y="52"/>
                    <a:pt x="153" y="52"/>
                    <a:pt x="153" y="52"/>
                  </a:cubicBezTo>
                  <a:cubicBezTo>
                    <a:pt x="153" y="53"/>
                    <a:pt x="153" y="53"/>
                    <a:pt x="153" y="53"/>
                  </a:cubicBezTo>
                  <a:cubicBezTo>
                    <a:pt x="153" y="54"/>
                    <a:pt x="153" y="54"/>
                    <a:pt x="153" y="54"/>
                  </a:cubicBezTo>
                  <a:cubicBezTo>
                    <a:pt x="152" y="58"/>
                    <a:pt x="152" y="58"/>
                    <a:pt x="152" y="58"/>
                  </a:cubicBezTo>
                  <a:cubicBezTo>
                    <a:pt x="156" y="58"/>
                    <a:pt x="156" y="58"/>
                    <a:pt x="156" y="58"/>
                  </a:cubicBezTo>
                  <a:cubicBezTo>
                    <a:pt x="157" y="58"/>
                    <a:pt x="158" y="58"/>
                    <a:pt x="159" y="58"/>
                  </a:cubicBezTo>
                  <a:cubicBezTo>
                    <a:pt x="159" y="58"/>
                    <a:pt x="159" y="58"/>
                    <a:pt x="159" y="58"/>
                  </a:cubicBezTo>
                  <a:cubicBezTo>
                    <a:pt x="160" y="58"/>
                    <a:pt x="161" y="59"/>
                    <a:pt x="162" y="59"/>
                  </a:cubicBezTo>
                  <a:cubicBezTo>
                    <a:pt x="162" y="59"/>
                    <a:pt x="162" y="59"/>
                    <a:pt x="162" y="59"/>
                  </a:cubicBezTo>
                  <a:cubicBezTo>
                    <a:pt x="168" y="60"/>
                    <a:pt x="173" y="63"/>
                    <a:pt x="176" y="67"/>
                  </a:cubicBezTo>
                  <a:cubicBezTo>
                    <a:pt x="181" y="73"/>
                    <a:pt x="184" y="80"/>
                    <a:pt x="184" y="88"/>
                  </a:cubicBezTo>
                  <a:cubicBezTo>
                    <a:pt x="183" y="102"/>
                    <a:pt x="172" y="113"/>
                    <a:pt x="159" y="115"/>
                  </a:cubicBezTo>
                  <a:close/>
                </a:path>
              </a:pathLst>
            </a:custGeom>
            <a:solidFill>
              <a:srgbClr val="F4A891"/>
            </a:solidFill>
            <a:ln>
              <a:noFill/>
            </a:ln>
            <a:extLst>
              <a:ext uri="{91240B29-F687-4F45-9708-019B960494DF}">
                <a14:hiddenLine xmlns:a14="http://schemas.microsoft.com/office/drawing/2010/main" w="9525">
                  <a:solidFill>
                    <a:srgbClr val="000000"/>
                  </a:solidFill>
                  <a:round/>
                  <a:headEnd/>
                  <a:tailEnd/>
                </a14:hiddenLine>
              </a:ext>
            </a:extLst>
          </p:spPr>
          <p:txBody>
            <a:bodyPr anchor="ctr"/>
            <a:lstStyle/>
            <a:p>
              <a:pPr algn="ctr"/>
              <a:endParaRPr/>
            </a:p>
          </p:txBody>
        </p:sp>
        <p:sp>
          <p:nvSpPr>
            <p:cNvPr id="317" name="îṡľïďê">
              <a:extLst>
                <a:ext uri="{FF2B5EF4-FFF2-40B4-BE49-F238E27FC236}">
                  <a16:creationId xmlns:a16="http://schemas.microsoft.com/office/drawing/2014/main" id="{60C2E3EC-5E20-40D8-BAFC-D36901314F93}"/>
                </a:ext>
              </a:extLst>
            </p:cNvPr>
            <p:cNvSpPr/>
            <p:nvPr/>
          </p:nvSpPr>
          <p:spPr bwMode="auto">
            <a:xfrm>
              <a:off x="7393782" y="1469143"/>
              <a:ext cx="155575" cy="155575"/>
            </a:xfrm>
            <a:custGeom>
              <a:avLst/>
              <a:gdLst>
                <a:gd name="T0" fmla="*/ 75 w 77"/>
                <a:gd name="T1" fmla="*/ 43 h 77"/>
                <a:gd name="T2" fmla="*/ 35 w 77"/>
                <a:gd name="T3" fmla="*/ 75 h 77"/>
                <a:gd name="T4" fmla="*/ 2 w 77"/>
                <a:gd name="T5" fmla="*/ 35 h 77"/>
                <a:gd name="T6" fmla="*/ 43 w 77"/>
                <a:gd name="T7" fmla="*/ 3 h 77"/>
                <a:gd name="T8" fmla="*/ 75 w 77"/>
                <a:gd name="T9" fmla="*/ 43 h 77"/>
              </a:gdLst>
              <a:ahLst/>
              <a:cxnLst>
                <a:cxn ang="0">
                  <a:pos x="T0" y="T1"/>
                </a:cxn>
                <a:cxn ang="0">
                  <a:pos x="T2" y="T3"/>
                </a:cxn>
                <a:cxn ang="0">
                  <a:pos x="T4" y="T5"/>
                </a:cxn>
                <a:cxn ang="0">
                  <a:pos x="T6" y="T7"/>
                </a:cxn>
                <a:cxn ang="0">
                  <a:pos x="T8" y="T9"/>
                </a:cxn>
              </a:cxnLst>
              <a:rect l="0" t="0" r="r" b="b"/>
              <a:pathLst>
                <a:path w="77" h="77">
                  <a:moveTo>
                    <a:pt x="75" y="43"/>
                  </a:moveTo>
                  <a:cubicBezTo>
                    <a:pt x="73" y="63"/>
                    <a:pt x="55" y="77"/>
                    <a:pt x="35" y="75"/>
                  </a:cubicBezTo>
                  <a:cubicBezTo>
                    <a:pt x="15" y="73"/>
                    <a:pt x="0" y="55"/>
                    <a:pt x="2" y="35"/>
                  </a:cubicBezTo>
                  <a:cubicBezTo>
                    <a:pt x="5" y="15"/>
                    <a:pt x="23" y="0"/>
                    <a:pt x="43" y="3"/>
                  </a:cubicBezTo>
                  <a:cubicBezTo>
                    <a:pt x="63" y="5"/>
                    <a:pt x="77" y="23"/>
                    <a:pt x="75" y="43"/>
                  </a:cubicBezTo>
                  <a:close/>
                </a:path>
              </a:pathLst>
            </a:custGeom>
            <a:solidFill>
              <a:srgbClr val="DB734C"/>
            </a:solidFill>
            <a:ln>
              <a:noFill/>
            </a:ln>
            <a:extLst>
              <a:ext uri="{91240B29-F687-4F45-9708-019B960494DF}">
                <a14:hiddenLine xmlns:a14="http://schemas.microsoft.com/office/drawing/2010/main" w="9525">
                  <a:solidFill>
                    <a:srgbClr val="000000"/>
                  </a:solidFill>
                  <a:round/>
                  <a:headEnd/>
                  <a:tailEnd/>
                </a14:hiddenLine>
              </a:ext>
            </a:extLst>
          </p:spPr>
          <p:txBody>
            <a:bodyPr anchor="ctr"/>
            <a:lstStyle/>
            <a:p>
              <a:pPr algn="ctr"/>
              <a:endParaRPr/>
            </a:p>
          </p:txBody>
        </p:sp>
        <p:sp>
          <p:nvSpPr>
            <p:cNvPr id="318" name="íṧ1îḑe">
              <a:extLst>
                <a:ext uri="{FF2B5EF4-FFF2-40B4-BE49-F238E27FC236}">
                  <a16:creationId xmlns:a16="http://schemas.microsoft.com/office/drawing/2014/main" id="{B8082C7C-D461-40C0-95A8-DACF85634C6B}"/>
                </a:ext>
              </a:extLst>
            </p:cNvPr>
            <p:cNvSpPr/>
            <p:nvPr/>
          </p:nvSpPr>
          <p:spPr bwMode="auto">
            <a:xfrm>
              <a:off x="7525544" y="1465968"/>
              <a:ext cx="155575" cy="155575"/>
            </a:xfrm>
            <a:custGeom>
              <a:avLst/>
              <a:gdLst>
                <a:gd name="T0" fmla="*/ 74 w 77"/>
                <a:gd name="T1" fmla="*/ 42 h 77"/>
                <a:gd name="T2" fmla="*/ 34 w 77"/>
                <a:gd name="T3" fmla="*/ 75 h 77"/>
                <a:gd name="T4" fmla="*/ 2 w 77"/>
                <a:gd name="T5" fmla="*/ 35 h 77"/>
                <a:gd name="T6" fmla="*/ 42 w 77"/>
                <a:gd name="T7" fmla="*/ 2 h 77"/>
                <a:gd name="T8" fmla="*/ 74 w 77"/>
                <a:gd name="T9" fmla="*/ 42 h 77"/>
              </a:gdLst>
              <a:ahLst/>
              <a:cxnLst>
                <a:cxn ang="0">
                  <a:pos x="T0" y="T1"/>
                </a:cxn>
                <a:cxn ang="0">
                  <a:pos x="T2" y="T3"/>
                </a:cxn>
                <a:cxn ang="0">
                  <a:pos x="T4" y="T5"/>
                </a:cxn>
                <a:cxn ang="0">
                  <a:pos x="T6" y="T7"/>
                </a:cxn>
                <a:cxn ang="0">
                  <a:pos x="T8" y="T9"/>
                </a:cxn>
              </a:cxnLst>
              <a:rect l="0" t="0" r="r" b="b"/>
              <a:pathLst>
                <a:path w="77" h="77">
                  <a:moveTo>
                    <a:pt x="74" y="42"/>
                  </a:moveTo>
                  <a:cubicBezTo>
                    <a:pt x="72" y="62"/>
                    <a:pt x="54" y="77"/>
                    <a:pt x="34" y="75"/>
                  </a:cubicBezTo>
                  <a:cubicBezTo>
                    <a:pt x="14" y="73"/>
                    <a:pt x="0" y="55"/>
                    <a:pt x="2" y="35"/>
                  </a:cubicBezTo>
                  <a:cubicBezTo>
                    <a:pt x="4" y="14"/>
                    <a:pt x="22" y="0"/>
                    <a:pt x="42" y="2"/>
                  </a:cubicBezTo>
                  <a:cubicBezTo>
                    <a:pt x="62" y="4"/>
                    <a:pt x="77" y="22"/>
                    <a:pt x="74" y="42"/>
                  </a:cubicBezTo>
                  <a:close/>
                </a:path>
              </a:pathLst>
            </a:custGeom>
            <a:solidFill>
              <a:srgbClr val="DB734C"/>
            </a:solidFill>
            <a:ln>
              <a:noFill/>
            </a:ln>
            <a:extLst>
              <a:ext uri="{91240B29-F687-4F45-9708-019B960494DF}">
                <a14:hiddenLine xmlns:a14="http://schemas.microsoft.com/office/drawing/2010/main" w="9525">
                  <a:solidFill>
                    <a:srgbClr val="000000"/>
                  </a:solidFill>
                  <a:round/>
                  <a:headEnd/>
                  <a:tailEnd/>
                </a14:hiddenLine>
              </a:ext>
            </a:extLst>
          </p:spPr>
          <p:txBody>
            <a:bodyPr anchor="ctr"/>
            <a:lstStyle/>
            <a:p>
              <a:pPr algn="ctr"/>
              <a:endParaRPr/>
            </a:p>
          </p:txBody>
        </p:sp>
        <p:sp>
          <p:nvSpPr>
            <p:cNvPr id="319" name="îṡḻíḓe">
              <a:extLst>
                <a:ext uri="{FF2B5EF4-FFF2-40B4-BE49-F238E27FC236}">
                  <a16:creationId xmlns:a16="http://schemas.microsoft.com/office/drawing/2014/main" id="{637DD28C-A745-4814-9E16-31302339FEBF}"/>
                </a:ext>
              </a:extLst>
            </p:cNvPr>
            <p:cNvSpPr/>
            <p:nvPr/>
          </p:nvSpPr>
          <p:spPr bwMode="auto">
            <a:xfrm>
              <a:off x="7665244" y="1473906"/>
              <a:ext cx="155575" cy="155575"/>
            </a:xfrm>
            <a:custGeom>
              <a:avLst/>
              <a:gdLst>
                <a:gd name="T0" fmla="*/ 75 w 77"/>
                <a:gd name="T1" fmla="*/ 42 h 77"/>
                <a:gd name="T2" fmla="*/ 35 w 77"/>
                <a:gd name="T3" fmla="*/ 75 h 77"/>
                <a:gd name="T4" fmla="*/ 2 w 77"/>
                <a:gd name="T5" fmla="*/ 35 h 77"/>
                <a:gd name="T6" fmla="*/ 43 w 77"/>
                <a:gd name="T7" fmla="*/ 2 h 77"/>
                <a:gd name="T8" fmla="*/ 75 w 77"/>
                <a:gd name="T9" fmla="*/ 42 h 77"/>
              </a:gdLst>
              <a:ahLst/>
              <a:cxnLst>
                <a:cxn ang="0">
                  <a:pos x="T0" y="T1"/>
                </a:cxn>
                <a:cxn ang="0">
                  <a:pos x="T2" y="T3"/>
                </a:cxn>
                <a:cxn ang="0">
                  <a:pos x="T4" y="T5"/>
                </a:cxn>
                <a:cxn ang="0">
                  <a:pos x="T6" y="T7"/>
                </a:cxn>
                <a:cxn ang="0">
                  <a:pos x="T8" y="T9"/>
                </a:cxn>
              </a:cxnLst>
              <a:rect l="0" t="0" r="r" b="b"/>
              <a:pathLst>
                <a:path w="77" h="77">
                  <a:moveTo>
                    <a:pt x="75" y="42"/>
                  </a:moveTo>
                  <a:cubicBezTo>
                    <a:pt x="73" y="63"/>
                    <a:pt x="55" y="77"/>
                    <a:pt x="35" y="75"/>
                  </a:cubicBezTo>
                  <a:cubicBezTo>
                    <a:pt x="15" y="73"/>
                    <a:pt x="0" y="55"/>
                    <a:pt x="2" y="35"/>
                  </a:cubicBezTo>
                  <a:cubicBezTo>
                    <a:pt x="4" y="15"/>
                    <a:pt x="22" y="0"/>
                    <a:pt x="43" y="2"/>
                  </a:cubicBezTo>
                  <a:cubicBezTo>
                    <a:pt x="63" y="4"/>
                    <a:pt x="77" y="22"/>
                    <a:pt x="75" y="42"/>
                  </a:cubicBezTo>
                  <a:close/>
                </a:path>
              </a:pathLst>
            </a:custGeom>
            <a:solidFill>
              <a:srgbClr val="DB734C"/>
            </a:solidFill>
            <a:ln>
              <a:noFill/>
            </a:ln>
            <a:extLst>
              <a:ext uri="{91240B29-F687-4F45-9708-019B960494DF}">
                <a14:hiddenLine xmlns:a14="http://schemas.microsoft.com/office/drawing/2010/main" w="9525">
                  <a:solidFill>
                    <a:srgbClr val="000000"/>
                  </a:solidFill>
                  <a:round/>
                  <a:headEnd/>
                  <a:tailEnd/>
                </a14:hiddenLine>
              </a:ext>
            </a:extLst>
          </p:spPr>
          <p:txBody>
            <a:bodyPr anchor="ctr"/>
            <a:lstStyle/>
            <a:p>
              <a:pPr algn="ctr"/>
              <a:endParaRPr/>
            </a:p>
          </p:txBody>
        </p:sp>
        <p:sp>
          <p:nvSpPr>
            <p:cNvPr id="320" name="í$ľidè">
              <a:extLst>
                <a:ext uri="{FF2B5EF4-FFF2-40B4-BE49-F238E27FC236}">
                  <a16:creationId xmlns:a16="http://schemas.microsoft.com/office/drawing/2014/main" id="{FAFFBA76-914F-4315-A109-1FB3FB95B3F7}"/>
                </a:ext>
              </a:extLst>
            </p:cNvPr>
            <p:cNvSpPr/>
            <p:nvPr/>
          </p:nvSpPr>
          <p:spPr bwMode="auto">
            <a:xfrm>
              <a:off x="7811294" y="1502481"/>
              <a:ext cx="155575" cy="155575"/>
            </a:xfrm>
            <a:custGeom>
              <a:avLst/>
              <a:gdLst>
                <a:gd name="T0" fmla="*/ 75 w 77"/>
                <a:gd name="T1" fmla="*/ 43 h 77"/>
                <a:gd name="T2" fmla="*/ 35 w 77"/>
                <a:gd name="T3" fmla="*/ 75 h 77"/>
                <a:gd name="T4" fmla="*/ 2 w 77"/>
                <a:gd name="T5" fmla="*/ 35 h 77"/>
                <a:gd name="T6" fmla="*/ 43 w 77"/>
                <a:gd name="T7" fmla="*/ 2 h 77"/>
                <a:gd name="T8" fmla="*/ 75 w 77"/>
                <a:gd name="T9" fmla="*/ 43 h 77"/>
              </a:gdLst>
              <a:ahLst/>
              <a:cxnLst>
                <a:cxn ang="0">
                  <a:pos x="T0" y="T1"/>
                </a:cxn>
                <a:cxn ang="0">
                  <a:pos x="T2" y="T3"/>
                </a:cxn>
                <a:cxn ang="0">
                  <a:pos x="T4" y="T5"/>
                </a:cxn>
                <a:cxn ang="0">
                  <a:pos x="T6" y="T7"/>
                </a:cxn>
                <a:cxn ang="0">
                  <a:pos x="T8" y="T9"/>
                </a:cxn>
              </a:cxnLst>
              <a:rect l="0" t="0" r="r" b="b"/>
              <a:pathLst>
                <a:path w="77" h="77">
                  <a:moveTo>
                    <a:pt x="75" y="43"/>
                  </a:moveTo>
                  <a:cubicBezTo>
                    <a:pt x="73" y="63"/>
                    <a:pt x="55" y="77"/>
                    <a:pt x="35" y="75"/>
                  </a:cubicBezTo>
                  <a:cubicBezTo>
                    <a:pt x="15" y="73"/>
                    <a:pt x="0" y="55"/>
                    <a:pt x="2" y="35"/>
                  </a:cubicBezTo>
                  <a:cubicBezTo>
                    <a:pt x="5" y="15"/>
                    <a:pt x="23" y="0"/>
                    <a:pt x="43" y="2"/>
                  </a:cubicBezTo>
                  <a:cubicBezTo>
                    <a:pt x="63" y="4"/>
                    <a:pt x="77" y="22"/>
                    <a:pt x="75" y="43"/>
                  </a:cubicBezTo>
                  <a:close/>
                </a:path>
              </a:pathLst>
            </a:custGeom>
            <a:solidFill>
              <a:srgbClr val="DB734C"/>
            </a:solidFill>
            <a:ln>
              <a:noFill/>
            </a:ln>
            <a:extLst>
              <a:ext uri="{91240B29-F687-4F45-9708-019B960494DF}">
                <a14:hiddenLine xmlns:a14="http://schemas.microsoft.com/office/drawing/2010/main" w="9525">
                  <a:solidFill>
                    <a:srgbClr val="000000"/>
                  </a:solidFill>
                  <a:round/>
                  <a:headEnd/>
                  <a:tailEnd/>
                </a14:hiddenLine>
              </a:ext>
            </a:extLst>
          </p:spPr>
          <p:txBody>
            <a:bodyPr anchor="ctr"/>
            <a:lstStyle/>
            <a:p>
              <a:pPr algn="ctr"/>
              <a:endParaRPr/>
            </a:p>
          </p:txBody>
        </p:sp>
        <p:sp>
          <p:nvSpPr>
            <p:cNvPr id="321" name="ïṩľîḓé">
              <a:extLst>
                <a:ext uri="{FF2B5EF4-FFF2-40B4-BE49-F238E27FC236}">
                  <a16:creationId xmlns:a16="http://schemas.microsoft.com/office/drawing/2014/main" id="{36D0EB45-40E8-42B2-89FB-A909115D197D}"/>
                </a:ext>
              </a:extLst>
            </p:cNvPr>
            <p:cNvSpPr/>
            <p:nvPr/>
          </p:nvSpPr>
          <p:spPr bwMode="auto">
            <a:xfrm>
              <a:off x="7952582" y="1396118"/>
              <a:ext cx="169863" cy="417513"/>
            </a:xfrm>
            <a:custGeom>
              <a:avLst/>
              <a:gdLst>
                <a:gd name="T0" fmla="*/ 0 w 84"/>
                <a:gd name="T1" fmla="*/ 69 h 206"/>
                <a:gd name="T2" fmla="*/ 28 w 84"/>
                <a:gd name="T3" fmla="*/ 197 h 206"/>
                <a:gd name="T4" fmla="*/ 44 w 84"/>
                <a:gd name="T5" fmla="*/ 199 h 206"/>
                <a:gd name="T6" fmla="*/ 84 w 84"/>
                <a:gd name="T7" fmla="*/ 102 h 206"/>
                <a:gd name="T8" fmla="*/ 0 w 84"/>
                <a:gd name="T9" fmla="*/ 69 h 206"/>
              </a:gdLst>
              <a:ahLst/>
              <a:cxnLst>
                <a:cxn ang="0">
                  <a:pos x="T0" y="T1"/>
                </a:cxn>
                <a:cxn ang="0">
                  <a:pos x="T2" y="T3"/>
                </a:cxn>
                <a:cxn ang="0">
                  <a:pos x="T4" y="T5"/>
                </a:cxn>
                <a:cxn ang="0">
                  <a:pos x="T6" y="T7"/>
                </a:cxn>
                <a:cxn ang="0">
                  <a:pos x="T8" y="T9"/>
                </a:cxn>
              </a:cxnLst>
              <a:rect l="0" t="0" r="r" b="b"/>
              <a:pathLst>
                <a:path w="84" h="206">
                  <a:moveTo>
                    <a:pt x="0" y="69"/>
                  </a:moveTo>
                  <a:cubicBezTo>
                    <a:pt x="28" y="197"/>
                    <a:pt x="28" y="197"/>
                    <a:pt x="28" y="197"/>
                  </a:cubicBezTo>
                  <a:cubicBezTo>
                    <a:pt x="30" y="205"/>
                    <a:pt x="41" y="206"/>
                    <a:pt x="44" y="199"/>
                  </a:cubicBezTo>
                  <a:cubicBezTo>
                    <a:pt x="84" y="102"/>
                    <a:pt x="84" y="102"/>
                    <a:pt x="84" y="102"/>
                  </a:cubicBezTo>
                  <a:cubicBezTo>
                    <a:pt x="84" y="102"/>
                    <a:pt x="54" y="0"/>
                    <a:pt x="0" y="69"/>
                  </a:cubicBezTo>
                  <a:close/>
                </a:path>
              </a:pathLst>
            </a:custGeom>
            <a:solidFill>
              <a:srgbClr val="DB734C"/>
            </a:solidFill>
            <a:ln>
              <a:noFill/>
            </a:ln>
            <a:extLst>
              <a:ext uri="{91240B29-F687-4F45-9708-019B960494DF}">
                <a14:hiddenLine xmlns:a14="http://schemas.microsoft.com/office/drawing/2010/main" w="9525">
                  <a:solidFill>
                    <a:srgbClr val="000000"/>
                  </a:solidFill>
                  <a:round/>
                  <a:headEnd/>
                  <a:tailEnd/>
                </a14:hiddenLine>
              </a:ext>
            </a:extLst>
          </p:spPr>
          <p:txBody>
            <a:bodyPr anchor="ctr"/>
            <a:lstStyle/>
            <a:p>
              <a:pPr algn="ctr"/>
              <a:endParaRPr/>
            </a:p>
          </p:txBody>
        </p:sp>
        <p:sp>
          <p:nvSpPr>
            <p:cNvPr id="322" name="îṥļîḑé">
              <a:extLst>
                <a:ext uri="{FF2B5EF4-FFF2-40B4-BE49-F238E27FC236}">
                  <a16:creationId xmlns:a16="http://schemas.microsoft.com/office/drawing/2014/main" id="{425371E6-52C4-4EF7-BE0C-EE1D9735F48B}"/>
                </a:ext>
              </a:extLst>
            </p:cNvPr>
            <p:cNvSpPr/>
            <p:nvPr/>
          </p:nvSpPr>
          <p:spPr bwMode="auto">
            <a:xfrm>
              <a:off x="7481094" y="3618618"/>
              <a:ext cx="685800" cy="288925"/>
            </a:xfrm>
            <a:custGeom>
              <a:avLst/>
              <a:gdLst>
                <a:gd name="T0" fmla="*/ 98 w 339"/>
                <a:gd name="T1" fmla="*/ 128 h 143"/>
                <a:gd name="T2" fmla="*/ 229 w 339"/>
                <a:gd name="T3" fmla="*/ 138 h 143"/>
                <a:gd name="T4" fmla="*/ 339 w 339"/>
                <a:gd name="T5" fmla="*/ 77 h 143"/>
                <a:gd name="T6" fmla="*/ 338 w 339"/>
                <a:gd name="T7" fmla="*/ 6 h 143"/>
                <a:gd name="T8" fmla="*/ 7 w 339"/>
                <a:gd name="T9" fmla="*/ 0 h 143"/>
                <a:gd name="T10" fmla="*/ 3 w 339"/>
                <a:gd name="T11" fmla="*/ 52 h 143"/>
                <a:gd name="T12" fmla="*/ 98 w 339"/>
                <a:gd name="T13" fmla="*/ 128 h 143"/>
              </a:gdLst>
              <a:ahLst/>
              <a:cxnLst>
                <a:cxn ang="0">
                  <a:pos x="T0" y="T1"/>
                </a:cxn>
                <a:cxn ang="0">
                  <a:pos x="T2" y="T3"/>
                </a:cxn>
                <a:cxn ang="0">
                  <a:pos x="T4" y="T5"/>
                </a:cxn>
                <a:cxn ang="0">
                  <a:pos x="T6" y="T7"/>
                </a:cxn>
                <a:cxn ang="0">
                  <a:pos x="T8" y="T9"/>
                </a:cxn>
                <a:cxn ang="0">
                  <a:pos x="T10" y="T11"/>
                </a:cxn>
                <a:cxn ang="0">
                  <a:pos x="T12" y="T13"/>
                </a:cxn>
              </a:cxnLst>
              <a:rect l="0" t="0" r="r" b="b"/>
              <a:pathLst>
                <a:path w="339" h="143">
                  <a:moveTo>
                    <a:pt x="98" y="128"/>
                  </a:moveTo>
                  <a:cubicBezTo>
                    <a:pt x="229" y="138"/>
                    <a:pt x="229" y="138"/>
                    <a:pt x="229" y="138"/>
                  </a:cubicBezTo>
                  <a:cubicBezTo>
                    <a:pt x="286" y="143"/>
                    <a:pt x="336" y="116"/>
                    <a:pt x="339" y="77"/>
                  </a:cubicBezTo>
                  <a:cubicBezTo>
                    <a:pt x="338" y="6"/>
                    <a:pt x="338" y="6"/>
                    <a:pt x="338" y="6"/>
                  </a:cubicBezTo>
                  <a:cubicBezTo>
                    <a:pt x="7" y="0"/>
                    <a:pt x="7" y="0"/>
                    <a:pt x="7" y="0"/>
                  </a:cubicBezTo>
                  <a:cubicBezTo>
                    <a:pt x="3" y="52"/>
                    <a:pt x="3" y="52"/>
                    <a:pt x="3" y="52"/>
                  </a:cubicBezTo>
                  <a:cubicBezTo>
                    <a:pt x="0" y="91"/>
                    <a:pt x="41" y="124"/>
                    <a:pt x="98" y="128"/>
                  </a:cubicBezTo>
                </a:path>
              </a:pathLst>
            </a:custGeom>
            <a:solidFill>
              <a:srgbClr val="07113D"/>
            </a:solidFill>
            <a:ln>
              <a:noFill/>
            </a:ln>
            <a:extLst>
              <a:ext uri="{91240B29-F687-4F45-9708-019B960494DF}">
                <a14:hiddenLine xmlns:a14="http://schemas.microsoft.com/office/drawing/2010/main" w="9525">
                  <a:solidFill>
                    <a:srgbClr val="000000"/>
                  </a:solidFill>
                  <a:round/>
                  <a:headEnd/>
                  <a:tailEnd/>
                </a14:hiddenLine>
              </a:ext>
            </a:extLst>
          </p:spPr>
          <p:txBody>
            <a:bodyPr anchor="ctr"/>
            <a:lstStyle/>
            <a:p>
              <a:pPr algn="ctr"/>
              <a:endParaRPr/>
            </a:p>
          </p:txBody>
        </p:sp>
        <p:sp>
          <p:nvSpPr>
            <p:cNvPr id="323" name="išļïdé">
              <a:extLst>
                <a:ext uri="{FF2B5EF4-FFF2-40B4-BE49-F238E27FC236}">
                  <a16:creationId xmlns:a16="http://schemas.microsoft.com/office/drawing/2014/main" id="{437DC26A-0829-427E-BCF5-F3296DAED36D}"/>
                </a:ext>
              </a:extLst>
            </p:cNvPr>
            <p:cNvSpPr/>
            <p:nvPr/>
          </p:nvSpPr>
          <p:spPr bwMode="auto">
            <a:xfrm>
              <a:off x="7628732" y="5504568"/>
              <a:ext cx="79375" cy="276225"/>
            </a:xfrm>
            <a:custGeom>
              <a:avLst/>
              <a:gdLst>
                <a:gd name="T0" fmla="*/ 18 w 39"/>
                <a:gd name="T1" fmla="*/ 137 h 137"/>
                <a:gd name="T2" fmla="*/ 10 w 39"/>
                <a:gd name="T3" fmla="*/ 137 h 137"/>
                <a:gd name="T4" fmla="*/ 0 w 39"/>
                <a:gd name="T5" fmla="*/ 127 h 137"/>
                <a:gd name="T6" fmla="*/ 0 w 39"/>
                <a:gd name="T7" fmla="*/ 0 h 137"/>
                <a:gd name="T8" fmla="*/ 39 w 39"/>
                <a:gd name="T9" fmla="*/ 8 h 137"/>
                <a:gd name="T10" fmla="*/ 27 w 39"/>
                <a:gd name="T11" fmla="*/ 128 h 137"/>
                <a:gd name="T12" fmla="*/ 18 w 39"/>
                <a:gd name="T13" fmla="*/ 137 h 137"/>
              </a:gdLst>
              <a:ahLst/>
              <a:cxnLst>
                <a:cxn ang="0">
                  <a:pos x="T0" y="T1"/>
                </a:cxn>
                <a:cxn ang="0">
                  <a:pos x="T2" y="T3"/>
                </a:cxn>
                <a:cxn ang="0">
                  <a:pos x="T4" y="T5"/>
                </a:cxn>
                <a:cxn ang="0">
                  <a:pos x="T6" y="T7"/>
                </a:cxn>
                <a:cxn ang="0">
                  <a:pos x="T8" y="T9"/>
                </a:cxn>
                <a:cxn ang="0">
                  <a:pos x="T10" y="T11"/>
                </a:cxn>
                <a:cxn ang="0">
                  <a:pos x="T12" y="T13"/>
                </a:cxn>
              </a:cxnLst>
              <a:rect l="0" t="0" r="r" b="b"/>
              <a:pathLst>
                <a:path w="39" h="137">
                  <a:moveTo>
                    <a:pt x="18" y="137"/>
                  </a:moveTo>
                  <a:cubicBezTo>
                    <a:pt x="10" y="137"/>
                    <a:pt x="10" y="137"/>
                    <a:pt x="10" y="137"/>
                  </a:cubicBezTo>
                  <a:cubicBezTo>
                    <a:pt x="5" y="137"/>
                    <a:pt x="0" y="133"/>
                    <a:pt x="0" y="127"/>
                  </a:cubicBezTo>
                  <a:cubicBezTo>
                    <a:pt x="0" y="0"/>
                    <a:pt x="0" y="0"/>
                    <a:pt x="0" y="0"/>
                  </a:cubicBezTo>
                  <a:cubicBezTo>
                    <a:pt x="39" y="8"/>
                    <a:pt x="39" y="8"/>
                    <a:pt x="39" y="8"/>
                  </a:cubicBezTo>
                  <a:cubicBezTo>
                    <a:pt x="27" y="128"/>
                    <a:pt x="27" y="128"/>
                    <a:pt x="27" y="128"/>
                  </a:cubicBezTo>
                  <a:cubicBezTo>
                    <a:pt x="27" y="133"/>
                    <a:pt x="23" y="137"/>
                    <a:pt x="18" y="137"/>
                  </a:cubicBezTo>
                  <a:close/>
                </a:path>
              </a:pathLst>
            </a:custGeom>
            <a:solidFill>
              <a:srgbClr val="07113D"/>
            </a:solidFill>
            <a:ln>
              <a:noFill/>
            </a:ln>
            <a:extLst>
              <a:ext uri="{91240B29-F687-4F45-9708-019B960494DF}">
                <a14:hiddenLine xmlns:a14="http://schemas.microsoft.com/office/drawing/2010/main" w="9525">
                  <a:solidFill>
                    <a:srgbClr val="000000"/>
                  </a:solidFill>
                  <a:round/>
                  <a:headEnd/>
                  <a:tailEnd/>
                </a14:hiddenLine>
              </a:ext>
            </a:extLst>
          </p:spPr>
          <p:txBody>
            <a:bodyPr anchor="ctr"/>
            <a:lstStyle/>
            <a:p>
              <a:pPr algn="ctr"/>
              <a:endParaRPr/>
            </a:p>
          </p:txBody>
        </p:sp>
        <p:sp>
          <p:nvSpPr>
            <p:cNvPr id="324" name="îŝḻíḓè">
              <a:extLst>
                <a:ext uri="{FF2B5EF4-FFF2-40B4-BE49-F238E27FC236}">
                  <a16:creationId xmlns:a16="http://schemas.microsoft.com/office/drawing/2014/main" id="{278CB063-B936-48B7-AD80-33B3E397B26D}"/>
                </a:ext>
              </a:extLst>
            </p:cNvPr>
            <p:cNvSpPr/>
            <p:nvPr/>
          </p:nvSpPr>
          <p:spPr bwMode="auto">
            <a:xfrm>
              <a:off x="7266782" y="5452181"/>
              <a:ext cx="442913" cy="334963"/>
            </a:xfrm>
            <a:custGeom>
              <a:avLst/>
              <a:gdLst>
                <a:gd name="T0" fmla="*/ 104 w 219"/>
                <a:gd name="T1" fmla="*/ 18 h 166"/>
                <a:gd name="T2" fmla="*/ 59 w 219"/>
                <a:gd name="T3" fmla="*/ 99 h 166"/>
                <a:gd name="T4" fmla="*/ 23 w 219"/>
                <a:gd name="T5" fmla="*/ 120 h 166"/>
                <a:gd name="T6" fmla="*/ 1 w 219"/>
                <a:gd name="T7" fmla="*/ 142 h 166"/>
                <a:gd name="T8" fmla="*/ 1 w 219"/>
                <a:gd name="T9" fmla="*/ 142 h 166"/>
                <a:gd name="T10" fmla="*/ 24 w 219"/>
                <a:gd name="T11" fmla="*/ 166 h 166"/>
                <a:gd name="T12" fmla="*/ 61 w 219"/>
                <a:gd name="T13" fmla="*/ 166 h 166"/>
                <a:gd name="T14" fmla="*/ 112 w 219"/>
                <a:gd name="T15" fmla="*/ 146 h 166"/>
                <a:gd name="T16" fmla="*/ 212 w 219"/>
                <a:gd name="T17" fmla="*/ 53 h 166"/>
                <a:gd name="T18" fmla="*/ 218 w 219"/>
                <a:gd name="T19" fmla="*/ 31 h 166"/>
                <a:gd name="T20" fmla="*/ 183 w 219"/>
                <a:gd name="T21" fmla="*/ 3 h 166"/>
                <a:gd name="T22" fmla="*/ 104 w 219"/>
                <a:gd name="T23" fmla="*/ 18 h 1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219" h="166">
                  <a:moveTo>
                    <a:pt x="104" y="18"/>
                  </a:moveTo>
                  <a:cubicBezTo>
                    <a:pt x="59" y="99"/>
                    <a:pt x="59" y="99"/>
                    <a:pt x="59" y="99"/>
                  </a:cubicBezTo>
                  <a:cubicBezTo>
                    <a:pt x="51" y="112"/>
                    <a:pt x="38" y="120"/>
                    <a:pt x="23" y="120"/>
                  </a:cubicBezTo>
                  <a:cubicBezTo>
                    <a:pt x="11" y="121"/>
                    <a:pt x="1" y="130"/>
                    <a:pt x="1" y="142"/>
                  </a:cubicBezTo>
                  <a:cubicBezTo>
                    <a:pt x="1" y="142"/>
                    <a:pt x="1" y="142"/>
                    <a:pt x="1" y="142"/>
                  </a:cubicBezTo>
                  <a:cubicBezTo>
                    <a:pt x="0" y="155"/>
                    <a:pt x="11" y="166"/>
                    <a:pt x="24" y="166"/>
                  </a:cubicBezTo>
                  <a:cubicBezTo>
                    <a:pt x="61" y="166"/>
                    <a:pt x="61" y="166"/>
                    <a:pt x="61" y="166"/>
                  </a:cubicBezTo>
                  <a:cubicBezTo>
                    <a:pt x="80" y="166"/>
                    <a:pt x="98" y="159"/>
                    <a:pt x="112" y="146"/>
                  </a:cubicBezTo>
                  <a:cubicBezTo>
                    <a:pt x="212" y="53"/>
                    <a:pt x="212" y="53"/>
                    <a:pt x="212" y="53"/>
                  </a:cubicBezTo>
                  <a:cubicBezTo>
                    <a:pt x="217" y="46"/>
                    <a:pt x="219" y="38"/>
                    <a:pt x="218" y="31"/>
                  </a:cubicBezTo>
                  <a:cubicBezTo>
                    <a:pt x="217" y="13"/>
                    <a:pt x="200" y="0"/>
                    <a:pt x="183" y="3"/>
                  </a:cubicBezTo>
                  <a:lnTo>
                    <a:pt x="104" y="18"/>
                  </a:lnTo>
                  <a:close/>
                </a:path>
              </a:pathLst>
            </a:custGeom>
            <a:solidFill>
              <a:srgbClr val="07113D"/>
            </a:solidFill>
            <a:ln>
              <a:noFill/>
            </a:ln>
            <a:extLst>
              <a:ext uri="{91240B29-F687-4F45-9708-019B960494DF}">
                <a14:hiddenLine xmlns:a14="http://schemas.microsoft.com/office/drawing/2010/main" w="9525">
                  <a:solidFill>
                    <a:srgbClr val="000000"/>
                  </a:solidFill>
                  <a:round/>
                  <a:headEnd/>
                  <a:tailEnd/>
                </a14:hiddenLine>
              </a:ext>
            </a:extLst>
          </p:spPr>
          <p:txBody>
            <a:bodyPr anchor="ctr"/>
            <a:lstStyle/>
            <a:p>
              <a:pPr algn="ctr"/>
              <a:endParaRPr/>
            </a:p>
          </p:txBody>
        </p:sp>
        <p:sp>
          <p:nvSpPr>
            <p:cNvPr id="325" name="î$ḻîḍe">
              <a:extLst>
                <a:ext uri="{FF2B5EF4-FFF2-40B4-BE49-F238E27FC236}">
                  <a16:creationId xmlns:a16="http://schemas.microsoft.com/office/drawing/2014/main" id="{C45F206F-CF02-4D80-896C-6B2BAC12A3EF}"/>
                </a:ext>
              </a:extLst>
            </p:cNvPr>
            <p:cNvSpPr/>
            <p:nvPr/>
          </p:nvSpPr>
          <p:spPr bwMode="auto">
            <a:xfrm>
              <a:off x="7262019" y="5431543"/>
              <a:ext cx="442913" cy="334963"/>
            </a:xfrm>
            <a:custGeom>
              <a:avLst/>
              <a:gdLst>
                <a:gd name="T0" fmla="*/ 104 w 219"/>
                <a:gd name="T1" fmla="*/ 18 h 166"/>
                <a:gd name="T2" fmla="*/ 58 w 219"/>
                <a:gd name="T3" fmla="*/ 99 h 166"/>
                <a:gd name="T4" fmla="*/ 22 w 219"/>
                <a:gd name="T5" fmla="*/ 120 h 166"/>
                <a:gd name="T6" fmla="*/ 0 w 219"/>
                <a:gd name="T7" fmla="*/ 141 h 166"/>
                <a:gd name="T8" fmla="*/ 0 w 219"/>
                <a:gd name="T9" fmla="*/ 142 h 166"/>
                <a:gd name="T10" fmla="*/ 24 w 219"/>
                <a:gd name="T11" fmla="*/ 166 h 166"/>
                <a:gd name="T12" fmla="*/ 50 w 219"/>
                <a:gd name="T13" fmla="*/ 166 h 166"/>
                <a:gd name="T14" fmla="*/ 120 w 219"/>
                <a:gd name="T15" fmla="*/ 138 h 166"/>
                <a:gd name="T16" fmla="*/ 212 w 219"/>
                <a:gd name="T17" fmla="*/ 52 h 166"/>
                <a:gd name="T18" fmla="*/ 218 w 219"/>
                <a:gd name="T19" fmla="*/ 30 h 166"/>
                <a:gd name="T20" fmla="*/ 182 w 219"/>
                <a:gd name="T21" fmla="*/ 2 h 166"/>
                <a:gd name="T22" fmla="*/ 104 w 219"/>
                <a:gd name="T23" fmla="*/ 18 h 1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219" h="166">
                  <a:moveTo>
                    <a:pt x="104" y="18"/>
                  </a:moveTo>
                  <a:cubicBezTo>
                    <a:pt x="58" y="99"/>
                    <a:pt x="58" y="99"/>
                    <a:pt x="58" y="99"/>
                  </a:cubicBezTo>
                  <a:cubicBezTo>
                    <a:pt x="51" y="111"/>
                    <a:pt x="37" y="119"/>
                    <a:pt x="22" y="120"/>
                  </a:cubicBezTo>
                  <a:cubicBezTo>
                    <a:pt x="11" y="120"/>
                    <a:pt x="1" y="130"/>
                    <a:pt x="0" y="141"/>
                  </a:cubicBezTo>
                  <a:cubicBezTo>
                    <a:pt x="0" y="142"/>
                    <a:pt x="0" y="142"/>
                    <a:pt x="0" y="142"/>
                  </a:cubicBezTo>
                  <a:cubicBezTo>
                    <a:pt x="0" y="155"/>
                    <a:pt x="10" y="166"/>
                    <a:pt x="24" y="166"/>
                  </a:cubicBezTo>
                  <a:cubicBezTo>
                    <a:pt x="50" y="166"/>
                    <a:pt x="50" y="166"/>
                    <a:pt x="50" y="166"/>
                  </a:cubicBezTo>
                  <a:cubicBezTo>
                    <a:pt x="76" y="166"/>
                    <a:pt x="101" y="156"/>
                    <a:pt x="120" y="138"/>
                  </a:cubicBezTo>
                  <a:cubicBezTo>
                    <a:pt x="212" y="52"/>
                    <a:pt x="212" y="52"/>
                    <a:pt x="212" y="52"/>
                  </a:cubicBezTo>
                  <a:cubicBezTo>
                    <a:pt x="217" y="46"/>
                    <a:pt x="219" y="38"/>
                    <a:pt x="218" y="30"/>
                  </a:cubicBezTo>
                  <a:cubicBezTo>
                    <a:pt x="216" y="12"/>
                    <a:pt x="200" y="0"/>
                    <a:pt x="182" y="2"/>
                  </a:cubicBezTo>
                  <a:lnTo>
                    <a:pt x="104" y="18"/>
                  </a:lnTo>
                  <a:close/>
                </a:path>
              </a:pathLst>
            </a:custGeom>
            <a:solidFill>
              <a:srgbClr val="B95241"/>
            </a:solidFill>
            <a:ln>
              <a:noFill/>
            </a:ln>
            <a:extLst>
              <a:ext uri="{91240B29-F687-4F45-9708-019B960494DF}">
                <a14:hiddenLine xmlns:a14="http://schemas.microsoft.com/office/drawing/2010/main" w="9525">
                  <a:solidFill>
                    <a:srgbClr val="000000"/>
                  </a:solidFill>
                  <a:round/>
                  <a:headEnd/>
                  <a:tailEnd/>
                </a14:hiddenLine>
              </a:ext>
            </a:extLst>
          </p:spPr>
          <p:txBody>
            <a:bodyPr anchor="ctr"/>
            <a:lstStyle/>
            <a:p>
              <a:pPr algn="ctr"/>
              <a:endParaRPr/>
            </a:p>
          </p:txBody>
        </p:sp>
        <p:sp>
          <p:nvSpPr>
            <p:cNvPr id="326" name="îṩlidè">
              <a:extLst>
                <a:ext uri="{FF2B5EF4-FFF2-40B4-BE49-F238E27FC236}">
                  <a16:creationId xmlns:a16="http://schemas.microsoft.com/office/drawing/2014/main" id="{C615D79E-9EAD-43C4-896B-964E51B2E36D}"/>
                </a:ext>
              </a:extLst>
            </p:cNvPr>
            <p:cNvSpPr/>
            <p:nvPr/>
          </p:nvSpPr>
          <p:spPr bwMode="auto">
            <a:xfrm>
              <a:off x="7396957" y="5582356"/>
              <a:ext cx="53975" cy="38100"/>
            </a:xfrm>
            <a:custGeom>
              <a:avLst/>
              <a:gdLst>
                <a:gd name="T0" fmla="*/ 1 w 27"/>
                <a:gd name="T1" fmla="*/ 5 h 19"/>
                <a:gd name="T2" fmla="*/ 22 w 27"/>
                <a:gd name="T3" fmla="*/ 18 h 19"/>
                <a:gd name="T4" fmla="*/ 26 w 27"/>
                <a:gd name="T5" fmla="*/ 17 h 19"/>
                <a:gd name="T6" fmla="*/ 25 w 27"/>
                <a:gd name="T7" fmla="*/ 13 h 19"/>
                <a:gd name="T8" fmla="*/ 4 w 27"/>
                <a:gd name="T9" fmla="*/ 1 h 19"/>
                <a:gd name="T10" fmla="*/ 0 w 27"/>
                <a:gd name="T11" fmla="*/ 1 h 19"/>
                <a:gd name="T12" fmla="*/ 1 w 27"/>
                <a:gd name="T13" fmla="*/ 5 h 19"/>
              </a:gdLst>
              <a:ahLst/>
              <a:cxnLst>
                <a:cxn ang="0">
                  <a:pos x="T0" y="T1"/>
                </a:cxn>
                <a:cxn ang="0">
                  <a:pos x="T2" y="T3"/>
                </a:cxn>
                <a:cxn ang="0">
                  <a:pos x="T4" y="T5"/>
                </a:cxn>
                <a:cxn ang="0">
                  <a:pos x="T6" y="T7"/>
                </a:cxn>
                <a:cxn ang="0">
                  <a:pos x="T8" y="T9"/>
                </a:cxn>
                <a:cxn ang="0">
                  <a:pos x="T10" y="T11"/>
                </a:cxn>
                <a:cxn ang="0">
                  <a:pos x="T12" y="T13"/>
                </a:cxn>
              </a:cxnLst>
              <a:rect l="0" t="0" r="r" b="b"/>
              <a:pathLst>
                <a:path w="27" h="19">
                  <a:moveTo>
                    <a:pt x="1" y="5"/>
                  </a:moveTo>
                  <a:cubicBezTo>
                    <a:pt x="22" y="18"/>
                    <a:pt x="22" y="18"/>
                    <a:pt x="22" y="18"/>
                  </a:cubicBezTo>
                  <a:cubicBezTo>
                    <a:pt x="23" y="19"/>
                    <a:pt x="25" y="18"/>
                    <a:pt x="26" y="17"/>
                  </a:cubicBezTo>
                  <a:cubicBezTo>
                    <a:pt x="27" y="16"/>
                    <a:pt x="26" y="14"/>
                    <a:pt x="25" y="13"/>
                  </a:cubicBezTo>
                  <a:cubicBezTo>
                    <a:pt x="4" y="1"/>
                    <a:pt x="4" y="1"/>
                    <a:pt x="4" y="1"/>
                  </a:cubicBezTo>
                  <a:cubicBezTo>
                    <a:pt x="3" y="0"/>
                    <a:pt x="1" y="0"/>
                    <a:pt x="0" y="1"/>
                  </a:cubicBezTo>
                  <a:cubicBezTo>
                    <a:pt x="0" y="3"/>
                    <a:pt x="0" y="5"/>
                    <a:pt x="1" y="5"/>
                  </a:cubicBezTo>
                </a:path>
              </a:pathLst>
            </a:custGeom>
            <a:solidFill>
              <a:srgbClr val="07113D"/>
            </a:solidFill>
            <a:ln>
              <a:noFill/>
            </a:ln>
            <a:extLst>
              <a:ext uri="{91240B29-F687-4F45-9708-019B960494DF}">
                <a14:hiddenLine xmlns:a14="http://schemas.microsoft.com/office/drawing/2010/main" w="9525">
                  <a:solidFill>
                    <a:srgbClr val="000000"/>
                  </a:solidFill>
                  <a:round/>
                  <a:headEnd/>
                  <a:tailEnd/>
                </a14:hiddenLine>
              </a:ext>
            </a:extLst>
          </p:spPr>
          <p:txBody>
            <a:bodyPr anchor="ctr"/>
            <a:lstStyle/>
            <a:p>
              <a:pPr algn="ctr"/>
              <a:endParaRPr/>
            </a:p>
          </p:txBody>
        </p:sp>
        <p:sp>
          <p:nvSpPr>
            <p:cNvPr id="327" name="íšḻíďe">
              <a:extLst>
                <a:ext uri="{FF2B5EF4-FFF2-40B4-BE49-F238E27FC236}">
                  <a16:creationId xmlns:a16="http://schemas.microsoft.com/office/drawing/2014/main" id="{6F10E2AD-8D6D-4401-9117-9592B2AD76E5}"/>
                </a:ext>
              </a:extLst>
            </p:cNvPr>
            <p:cNvSpPr/>
            <p:nvPr/>
          </p:nvSpPr>
          <p:spPr bwMode="auto">
            <a:xfrm>
              <a:off x="7412832" y="5550606"/>
              <a:ext cx="53975" cy="38100"/>
            </a:xfrm>
            <a:custGeom>
              <a:avLst/>
              <a:gdLst>
                <a:gd name="T0" fmla="*/ 2 w 27"/>
                <a:gd name="T1" fmla="*/ 5 h 19"/>
                <a:gd name="T2" fmla="*/ 22 w 27"/>
                <a:gd name="T3" fmla="*/ 18 h 19"/>
                <a:gd name="T4" fmla="*/ 26 w 27"/>
                <a:gd name="T5" fmla="*/ 17 h 19"/>
                <a:gd name="T6" fmla="*/ 25 w 27"/>
                <a:gd name="T7" fmla="*/ 13 h 19"/>
                <a:gd name="T8" fmla="*/ 5 w 27"/>
                <a:gd name="T9" fmla="*/ 0 h 19"/>
                <a:gd name="T10" fmla="*/ 1 w 27"/>
                <a:gd name="T11" fmla="*/ 1 h 19"/>
                <a:gd name="T12" fmla="*/ 2 w 27"/>
                <a:gd name="T13" fmla="*/ 5 h 19"/>
              </a:gdLst>
              <a:ahLst/>
              <a:cxnLst>
                <a:cxn ang="0">
                  <a:pos x="T0" y="T1"/>
                </a:cxn>
                <a:cxn ang="0">
                  <a:pos x="T2" y="T3"/>
                </a:cxn>
                <a:cxn ang="0">
                  <a:pos x="T4" y="T5"/>
                </a:cxn>
                <a:cxn ang="0">
                  <a:pos x="T6" y="T7"/>
                </a:cxn>
                <a:cxn ang="0">
                  <a:pos x="T8" y="T9"/>
                </a:cxn>
                <a:cxn ang="0">
                  <a:pos x="T10" y="T11"/>
                </a:cxn>
                <a:cxn ang="0">
                  <a:pos x="T12" y="T13"/>
                </a:cxn>
              </a:cxnLst>
              <a:rect l="0" t="0" r="r" b="b"/>
              <a:pathLst>
                <a:path w="27" h="19">
                  <a:moveTo>
                    <a:pt x="2" y="5"/>
                  </a:moveTo>
                  <a:cubicBezTo>
                    <a:pt x="22" y="18"/>
                    <a:pt x="22" y="18"/>
                    <a:pt x="22" y="18"/>
                  </a:cubicBezTo>
                  <a:cubicBezTo>
                    <a:pt x="24" y="19"/>
                    <a:pt x="25" y="18"/>
                    <a:pt x="26" y="17"/>
                  </a:cubicBezTo>
                  <a:cubicBezTo>
                    <a:pt x="27" y="15"/>
                    <a:pt x="27" y="14"/>
                    <a:pt x="25" y="13"/>
                  </a:cubicBezTo>
                  <a:cubicBezTo>
                    <a:pt x="5" y="0"/>
                    <a:pt x="5" y="0"/>
                    <a:pt x="5" y="0"/>
                  </a:cubicBezTo>
                  <a:cubicBezTo>
                    <a:pt x="3" y="0"/>
                    <a:pt x="2" y="0"/>
                    <a:pt x="1" y="1"/>
                  </a:cubicBezTo>
                  <a:cubicBezTo>
                    <a:pt x="0" y="3"/>
                    <a:pt x="0" y="4"/>
                    <a:pt x="2" y="5"/>
                  </a:cubicBezTo>
                </a:path>
              </a:pathLst>
            </a:custGeom>
            <a:solidFill>
              <a:srgbClr val="07113D"/>
            </a:solidFill>
            <a:ln>
              <a:noFill/>
            </a:ln>
            <a:extLst>
              <a:ext uri="{91240B29-F687-4F45-9708-019B960494DF}">
                <a14:hiddenLine xmlns:a14="http://schemas.microsoft.com/office/drawing/2010/main" w="9525">
                  <a:solidFill>
                    <a:srgbClr val="000000"/>
                  </a:solidFill>
                  <a:round/>
                  <a:headEnd/>
                  <a:tailEnd/>
                </a14:hiddenLine>
              </a:ext>
            </a:extLst>
          </p:spPr>
          <p:txBody>
            <a:bodyPr anchor="ctr"/>
            <a:lstStyle/>
            <a:p>
              <a:pPr algn="ctr"/>
              <a:endParaRPr/>
            </a:p>
          </p:txBody>
        </p:sp>
        <p:sp>
          <p:nvSpPr>
            <p:cNvPr id="328" name="îSḷíḍê">
              <a:extLst>
                <a:ext uri="{FF2B5EF4-FFF2-40B4-BE49-F238E27FC236}">
                  <a16:creationId xmlns:a16="http://schemas.microsoft.com/office/drawing/2014/main" id="{6731AF10-A675-4299-BEB9-9FAE9E5922A3}"/>
                </a:ext>
              </a:extLst>
            </p:cNvPr>
            <p:cNvSpPr/>
            <p:nvPr/>
          </p:nvSpPr>
          <p:spPr bwMode="auto">
            <a:xfrm>
              <a:off x="7428707" y="5518856"/>
              <a:ext cx="53975" cy="38100"/>
            </a:xfrm>
            <a:custGeom>
              <a:avLst/>
              <a:gdLst>
                <a:gd name="T0" fmla="*/ 2 w 27"/>
                <a:gd name="T1" fmla="*/ 6 h 19"/>
                <a:gd name="T2" fmla="*/ 23 w 27"/>
                <a:gd name="T3" fmla="*/ 18 h 19"/>
                <a:gd name="T4" fmla="*/ 27 w 27"/>
                <a:gd name="T5" fmla="*/ 17 h 19"/>
                <a:gd name="T6" fmla="*/ 26 w 27"/>
                <a:gd name="T7" fmla="*/ 13 h 19"/>
                <a:gd name="T8" fmla="*/ 5 w 27"/>
                <a:gd name="T9" fmla="*/ 1 h 19"/>
                <a:gd name="T10" fmla="*/ 1 w 27"/>
                <a:gd name="T11" fmla="*/ 2 h 19"/>
                <a:gd name="T12" fmla="*/ 2 w 27"/>
                <a:gd name="T13" fmla="*/ 6 h 19"/>
              </a:gdLst>
              <a:ahLst/>
              <a:cxnLst>
                <a:cxn ang="0">
                  <a:pos x="T0" y="T1"/>
                </a:cxn>
                <a:cxn ang="0">
                  <a:pos x="T2" y="T3"/>
                </a:cxn>
                <a:cxn ang="0">
                  <a:pos x="T4" y="T5"/>
                </a:cxn>
                <a:cxn ang="0">
                  <a:pos x="T6" y="T7"/>
                </a:cxn>
                <a:cxn ang="0">
                  <a:pos x="T8" y="T9"/>
                </a:cxn>
                <a:cxn ang="0">
                  <a:pos x="T10" y="T11"/>
                </a:cxn>
                <a:cxn ang="0">
                  <a:pos x="T12" y="T13"/>
                </a:cxn>
              </a:cxnLst>
              <a:rect l="0" t="0" r="r" b="b"/>
              <a:pathLst>
                <a:path w="27" h="19">
                  <a:moveTo>
                    <a:pt x="2" y="6"/>
                  </a:moveTo>
                  <a:cubicBezTo>
                    <a:pt x="23" y="18"/>
                    <a:pt x="23" y="18"/>
                    <a:pt x="23" y="18"/>
                  </a:cubicBezTo>
                  <a:cubicBezTo>
                    <a:pt x="24" y="19"/>
                    <a:pt x="26" y="19"/>
                    <a:pt x="27" y="17"/>
                  </a:cubicBezTo>
                  <a:cubicBezTo>
                    <a:pt x="27" y="16"/>
                    <a:pt x="27" y="14"/>
                    <a:pt x="26" y="13"/>
                  </a:cubicBezTo>
                  <a:cubicBezTo>
                    <a:pt x="5" y="1"/>
                    <a:pt x="5" y="1"/>
                    <a:pt x="5" y="1"/>
                  </a:cubicBezTo>
                  <a:cubicBezTo>
                    <a:pt x="4" y="0"/>
                    <a:pt x="2" y="0"/>
                    <a:pt x="1" y="2"/>
                  </a:cubicBezTo>
                  <a:cubicBezTo>
                    <a:pt x="0" y="3"/>
                    <a:pt x="1" y="5"/>
                    <a:pt x="2" y="6"/>
                  </a:cubicBezTo>
                </a:path>
              </a:pathLst>
            </a:custGeom>
            <a:solidFill>
              <a:srgbClr val="07113D"/>
            </a:solidFill>
            <a:ln>
              <a:noFill/>
            </a:ln>
            <a:extLst>
              <a:ext uri="{91240B29-F687-4F45-9708-019B960494DF}">
                <a14:hiddenLine xmlns:a14="http://schemas.microsoft.com/office/drawing/2010/main" w="9525">
                  <a:solidFill>
                    <a:srgbClr val="000000"/>
                  </a:solidFill>
                  <a:round/>
                  <a:headEnd/>
                  <a:tailEnd/>
                </a14:hiddenLine>
              </a:ext>
            </a:extLst>
          </p:spPr>
          <p:txBody>
            <a:bodyPr anchor="ctr"/>
            <a:lstStyle/>
            <a:p>
              <a:pPr algn="ctr"/>
              <a:endParaRPr/>
            </a:p>
          </p:txBody>
        </p:sp>
        <p:sp>
          <p:nvSpPr>
            <p:cNvPr id="329" name="íṥ1ïḍè">
              <a:extLst>
                <a:ext uri="{FF2B5EF4-FFF2-40B4-BE49-F238E27FC236}">
                  <a16:creationId xmlns:a16="http://schemas.microsoft.com/office/drawing/2014/main" id="{2D5E421A-720A-41DA-98BB-C1DE3296D893}"/>
                </a:ext>
              </a:extLst>
            </p:cNvPr>
            <p:cNvSpPr/>
            <p:nvPr/>
          </p:nvSpPr>
          <p:spPr bwMode="auto">
            <a:xfrm>
              <a:off x="7349332" y="3699581"/>
              <a:ext cx="428625" cy="1770063"/>
            </a:xfrm>
            <a:custGeom>
              <a:avLst/>
              <a:gdLst>
                <a:gd name="T0" fmla="*/ 65 w 212"/>
                <a:gd name="T1" fmla="*/ 873 h 876"/>
                <a:gd name="T2" fmla="*/ 164 w 212"/>
                <a:gd name="T3" fmla="*/ 876 h 876"/>
                <a:gd name="T4" fmla="*/ 133 w 212"/>
                <a:gd name="T5" fmla="*/ 522 h 876"/>
                <a:gd name="T6" fmla="*/ 132 w 212"/>
                <a:gd name="T7" fmla="*/ 485 h 876"/>
                <a:gd name="T8" fmla="*/ 212 w 212"/>
                <a:gd name="T9" fmla="*/ 16 h 876"/>
                <a:gd name="T10" fmla="*/ 70 w 212"/>
                <a:gd name="T11" fmla="*/ 0 h 876"/>
                <a:gd name="T12" fmla="*/ 3 w 212"/>
                <a:gd name="T13" fmla="*/ 448 h 876"/>
                <a:gd name="T14" fmla="*/ 4 w 212"/>
                <a:gd name="T15" fmla="*/ 527 h 876"/>
                <a:gd name="T16" fmla="*/ 65 w 212"/>
                <a:gd name="T17" fmla="*/ 873 h 8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12" h="876">
                  <a:moveTo>
                    <a:pt x="65" y="873"/>
                  </a:moveTo>
                  <a:cubicBezTo>
                    <a:pt x="164" y="876"/>
                    <a:pt x="164" y="876"/>
                    <a:pt x="164" y="876"/>
                  </a:cubicBezTo>
                  <a:cubicBezTo>
                    <a:pt x="133" y="522"/>
                    <a:pt x="133" y="522"/>
                    <a:pt x="133" y="522"/>
                  </a:cubicBezTo>
                  <a:cubicBezTo>
                    <a:pt x="131" y="510"/>
                    <a:pt x="131" y="497"/>
                    <a:pt x="132" y="485"/>
                  </a:cubicBezTo>
                  <a:cubicBezTo>
                    <a:pt x="212" y="16"/>
                    <a:pt x="212" y="16"/>
                    <a:pt x="212" y="16"/>
                  </a:cubicBezTo>
                  <a:cubicBezTo>
                    <a:pt x="70" y="0"/>
                    <a:pt x="70" y="0"/>
                    <a:pt x="70" y="0"/>
                  </a:cubicBezTo>
                  <a:cubicBezTo>
                    <a:pt x="3" y="448"/>
                    <a:pt x="3" y="448"/>
                    <a:pt x="3" y="448"/>
                  </a:cubicBezTo>
                  <a:cubicBezTo>
                    <a:pt x="0" y="475"/>
                    <a:pt x="0" y="501"/>
                    <a:pt x="4" y="527"/>
                  </a:cubicBezTo>
                  <a:cubicBezTo>
                    <a:pt x="65" y="873"/>
                    <a:pt x="65" y="873"/>
                    <a:pt x="65" y="873"/>
                  </a:cubicBezTo>
                </a:path>
              </a:pathLst>
            </a:custGeom>
            <a:solidFill>
              <a:srgbClr val="07113D"/>
            </a:solidFill>
            <a:ln>
              <a:noFill/>
            </a:ln>
            <a:extLst>
              <a:ext uri="{91240B29-F687-4F45-9708-019B960494DF}">
                <a14:hiddenLine xmlns:a14="http://schemas.microsoft.com/office/drawing/2010/main" w="9525">
                  <a:solidFill>
                    <a:srgbClr val="000000"/>
                  </a:solidFill>
                  <a:round/>
                  <a:headEnd/>
                  <a:tailEnd/>
                </a14:hiddenLine>
              </a:ext>
            </a:extLst>
          </p:spPr>
          <p:txBody>
            <a:bodyPr anchor="ctr"/>
            <a:lstStyle/>
            <a:p>
              <a:pPr algn="ctr"/>
              <a:endParaRPr/>
            </a:p>
          </p:txBody>
        </p:sp>
        <p:sp>
          <p:nvSpPr>
            <p:cNvPr id="330" name="îṩļiḓé">
              <a:extLst>
                <a:ext uri="{FF2B5EF4-FFF2-40B4-BE49-F238E27FC236}">
                  <a16:creationId xmlns:a16="http://schemas.microsoft.com/office/drawing/2014/main" id="{2DCE281C-AF6D-4013-8F1B-A60979B71295}"/>
                </a:ext>
              </a:extLst>
            </p:cNvPr>
            <p:cNvSpPr/>
            <p:nvPr/>
          </p:nvSpPr>
          <p:spPr bwMode="auto">
            <a:xfrm>
              <a:off x="7458869" y="5420431"/>
              <a:ext cx="241300" cy="50800"/>
            </a:xfrm>
            <a:prstGeom prst="rect">
              <a:avLst/>
            </a:prstGeom>
            <a:solidFill>
              <a:srgbClr val="9995A7"/>
            </a:solidFill>
            <a:ln>
              <a:noFill/>
            </a:ln>
            <a:extLst>
              <a:ext uri="{91240B29-F687-4F45-9708-019B960494DF}">
                <a14:hiddenLine xmlns:a14="http://schemas.microsoft.com/office/drawing/2010/main" w="9525">
                  <a:solidFill>
                    <a:srgbClr val="000000"/>
                  </a:solidFill>
                  <a:miter lim="800000"/>
                  <a:headEnd/>
                  <a:tailEnd/>
                </a14:hiddenLine>
              </a:ext>
            </a:extLst>
          </p:spPr>
          <p:txBody>
            <a:bodyPr anchor="ctr"/>
            <a:lstStyle/>
            <a:p>
              <a:pPr algn="ctr"/>
              <a:endParaRPr/>
            </a:p>
          </p:txBody>
        </p:sp>
        <p:sp>
          <p:nvSpPr>
            <p:cNvPr id="331" name="ïs1íde">
              <a:extLst>
                <a:ext uri="{FF2B5EF4-FFF2-40B4-BE49-F238E27FC236}">
                  <a16:creationId xmlns:a16="http://schemas.microsoft.com/office/drawing/2014/main" id="{FD5FD382-28A7-42F1-AB61-78834307EEB4}"/>
                </a:ext>
              </a:extLst>
            </p:cNvPr>
            <p:cNvSpPr/>
            <p:nvPr/>
          </p:nvSpPr>
          <p:spPr bwMode="auto">
            <a:xfrm>
              <a:off x="8095457" y="5518856"/>
              <a:ext cx="79375" cy="276225"/>
            </a:xfrm>
            <a:custGeom>
              <a:avLst/>
              <a:gdLst>
                <a:gd name="T0" fmla="*/ 18 w 39"/>
                <a:gd name="T1" fmla="*/ 137 h 137"/>
                <a:gd name="T2" fmla="*/ 10 w 39"/>
                <a:gd name="T3" fmla="*/ 137 h 137"/>
                <a:gd name="T4" fmla="*/ 0 w 39"/>
                <a:gd name="T5" fmla="*/ 128 h 137"/>
                <a:gd name="T6" fmla="*/ 0 w 39"/>
                <a:gd name="T7" fmla="*/ 0 h 137"/>
                <a:gd name="T8" fmla="*/ 39 w 39"/>
                <a:gd name="T9" fmla="*/ 8 h 137"/>
                <a:gd name="T10" fmla="*/ 27 w 39"/>
                <a:gd name="T11" fmla="*/ 129 h 137"/>
                <a:gd name="T12" fmla="*/ 18 w 39"/>
                <a:gd name="T13" fmla="*/ 137 h 137"/>
              </a:gdLst>
              <a:ahLst/>
              <a:cxnLst>
                <a:cxn ang="0">
                  <a:pos x="T0" y="T1"/>
                </a:cxn>
                <a:cxn ang="0">
                  <a:pos x="T2" y="T3"/>
                </a:cxn>
                <a:cxn ang="0">
                  <a:pos x="T4" y="T5"/>
                </a:cxn>
                <a:cxn ang="0">
                  <a:pos x="T6" y="T7"/>
                </a:cxn>
                <a:cxn ang="0">
                  <a:pos x="T8" y="T9"/>
                </a:cxn>
                <a:cxn ang="0">
                  <a:pos x="T10" y="T11"/>
                </a:cxn>
                <a:cxn ang="0">
                  <a:pos x="T12" y="T13"/>
                </a:cxn>
              </a:cxnLst>
              <a:rect l="0" t="0" r="r" b="b"/>
              <a:pathLst>
                <a:path w="39" h="137">
                  <a:moveTo>
                    <a:pt x="18" y="137"/>
                  </a:moveTo>
                  <a:cubicBezTo>
                    <a:pt x="10" y="137"/>
                    <a:pt x="10" y="137"/>
                    <a:pt x="10" y="137"/>
                  </a:cubicBezTo>
                  <a:cubicBezTo>
                    <a:pt x="5" y="137"/>
                    <a:pt x="0" y="133"/>
                    <a:pt x="0" y="128"/>
                  </a:cubicBezTo>
                  <a:cubicBezTo>
                    <a:pt x="0" y="0"/>
                    <a:pt x="0" y="0"/>
                    <a:pt x="0" y="0"/>
                  </a:cubicBezTo>
                  <a:cubicBezTo>
                    <a:pt x="39" y="8"/>
                    <a:pt x="39" y="8"/>
                    <a:pt x="39" y="8"/>
                  </a:cubicBezTo>
                  <a:cubicBezTo>
                    <a:pt x="27" y="129"/>
                    <a:pt x="27" y="129"/>
                    <a:pt x="27" y="129"/>
                  </a:cubicBezTo>
                  <a:cubicBezTo>
                    <a:pt x="27" y="133"/>
                    <a:pt x="23" y="137"/>
                    <a:pt x="18" y="137"/>
                  </a:cubicBezTo>
                  <a:close/>
                </a:path>
              </a:pathLst>
            </a:custGeom>
            <a:solidFill>
              <a:srgbClr val="07113D"/>
            </a:solidFill>
            <a:ln>
              <a:noFill/>
            </a:ln>
            <a:extLst>
              <a:ext uri="{91240B29-F687-4F45-9708-019B960494DF}">
                <a14:hiddenLine xmlns:a14="http://schemas.microsoft.com/office/drawing/2010/main" w="9525">
                  <a:solidFill>
                    <a:srgbClr val="000000"/>
                  </a:solidFill>
                  <a:round/>
                  <a:headEnd/>
                  <a:tailEnd/>
                </a14:hiddenLine>
              </a:ext>
            </a:extLst>
          </p:spPr>
          <p:txBody>
            <a:bodyPr anchor="ctr"/>
            <a:lstStyle/>
            <a:p>
              <a:pPr algn="ctr"/>
              <a:endParaRPr/>
            </a:p>
          </p:txBody>
        </p:sp>
        <p:sp>
          <p:nvSpPr>
            <p:cNvPr id="332" name="íSḷiḋe">
              <a:extLst>
                <a:ext uri="{FF2B5EF4-FFF2-40B4-BE49-F238E27FC236}">
                  <a16:creationId xmlns:a16="http://schemas.microsoft.com/office/drawing/2014/main" id="{39C49D95-891C-4619-956A-7B5848733156}"/>
                </a:ext>
              </a:extLst>
            </p:cNvPr>
            <p:cNvSpPr/>
            <p:nvPr/>
          </p:nvSpPr>
          <p:spPr bwMode="auto">
            <a:xfrm>
              <a:off x="7733507" y="5464881"/>
              <a:ext cx="442913" cy="338138"/>
            </a:xfrm>
            <a:custGeom>
              <a:avLst/>
              <a:gdLst>
                <a:gd name="T0" fmla="*/ 104 w 219"/>
                <a:gd name="T1" fmla="*/ 18 h 167"/>
                <a:gd name="T2" fmla="*/ 59 w 219"/>
                <a:gd name="T3" fmla="*/ 99 h 167"/>
                <a:gd name="T4" fmla="*/ 23 w 219"/>
                <a:gd name="T5" fmla="*/ 121 h 167"/>
                <a:gd name="T6" fmla="*/ 1 w 219"/>
                <a:gd name="T7" fmla="*/ 142 h 167"/>
                <a:gd name="T8" fmla="*/ 1 w 219"/>
                <a:gd name="T9" fmla="*/ 142 h 167"/>
                <a:gd name="T10" fmla="*/ 24 w 219"/>
                <a:gd name="T11" fmla="*/ 167 h 167"/>
                <a:gd name="T12" fmla="*/ 61 w 219"/>
                <a:gd name="T13" fmla="*/ 167 h 167"/>
                <a:gd name="T14" fmla="*/ 112 w 219"/>
                <a:gd name="T15" fmla="*/ 146 h 167"/>
                <a:gd name="T16" fmla="*/ 212 w 219"/>
                <a:gd name="T17" fmla="*/ 53 h 167"/>
                <a:gd name="T18" fmla="*/ 218 w 219"/>
                <a:gd name="T19" fmla="*/ 31 h 167"/>
                <a:gd name="T20" fmla="*/ 183 w 219"/>
                <a:gd name="T21" fmla="*/ 3 h 167"/>
                <a:gd name="T22" fmla="*/ 104 w 219"/>
                <a:gd name="T23" fmla="*/ 18 h 1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219" h="167">
                  <a:moveTo>
                    <a:pt x="104" y="18"/>
                  </a:moveTo>
                  <a:cubicBezTo>
                    <a:pt x="59" y="99"/>
                    <a:pt x="59" y="99"/>
                    <a:pt x="59" y="99"/>
                  </a:cubicBezTo>
                  <a:cubicBezTo>
                    <a:pt x="51" y="112"/>
                    <a:pt x="37" y="120"/>
                    <a:pt x="23" y="121"/>
                  </a:cubicBezTo>
                  <a:cubicBezTo>
                    <a:pt x="11" y="121"/>
                    <a:pt x="1" y="130"/>
                    <a:pt x="1" y="142"/>
                  </a:cubicBezTo>
                  <a:cubicBezTo>
                    <a:pt x="1" y="142"/>
                    <a:pt x="1" y="142"/>
                    <a:pt x="1" y="142"/>
                  </a:cubicBezTo>
                  <a:cubicBezTo>
                    <a:pt x="0" y="156"/>
                    <a:pt x="11" y="167"/>
                    <a:pt x="24" y="167"/>
                  </a:cubicBezTo>
                  <a:cubicBezTo>
                    <a:pt x="61" y="167"/>
                    <a:pt x="61" y="167"/>
                    <a:pt x="61" y="167"/>
                  </a:cubicBezTo>
                  <a:cubicBezTo>
                    <a:pt x="80" y="167"/>
                    <a:pt x="98" y="159"/>
                    <a:pt x="112" y="146"/>
                  </a:cubicBezTo>
                  <a:cubicBezTo>
                    <a:pt x="212" y="53"/>
                    <a:pt x="212" y="53"/>
                    <a:pt x="212" y="53"/>
                  </a:cubicBezTo>
                  <a:cubicBezTo>
                    <a:pt x="217" y="47"/>
                    <a:pt x="219" y="39"/>
                    <a:pt x="218" y="31"/>
                  </a:cubicBezTo>
                  <a:cubicBezTo>
                    <a:pt x="216" y="13"/>
                    <a:pt x="200" y="0"/>
                    <a:pt x="183" y="3"/>
                  </a:cubicBezTo>
                  <a:lnTo>
                    <a:pt x="104" y="18"/>
                  </a:lnTo>
                  <a:close/>
                </a:path>
              </a:pathLst>
            </a:custGeom>
            <a:solidFill>
              <a:srgbClr val="07113D"/>
            </a:solidFill>
            <a:ln>
              <a:noFill/>
            </a:ln>
            <a:extLst>
              <a:ext uri="{91240B29-F687-4F45-9708-019B960494DF}">
                <a14:hiddenLine xmlns:a14="http://schemas.microsoft.com/office/drawing/2010/main" w="9525">
                  <a:solidFill>
                    <a:srgbClr val="000000"/>
                  </a:solidFill>
                  <a:round/>
                  <a:headEnd/>
                  <a:tailEnd/>
                </a14:hiddenLine>
              </a:ext>
            </a:extLst>
          </p:spPr>
          <p:txBody>
            <a:bodyPr anchor="ctr"/>
            <a:lstStyle/>
            <a:p>
              <a:pPr algn="ctr"/>
              <a:endParaRPr/>
            </a:p>
          </p:txBody>
        </p:sp>
        <p:sp>
          <p:nvSpPr>
            <p:cNvPr id="333" name="ïśḷïḓê">
              <a:extLst>
                <a:ext uri="{FF2B5EF4-FFF2-40B4-BE49-F238E27FC236}">
                  <a16:creationId xmlns:a16="http://schemas.microsoft.com/office/drawing/2014/main" id="{434B7DE0-0B28-49AF-8037-8A12D2CFBB98}"/>
                </a:ext>
              </a:extLst>
            </p:cNvPr>
            <p:cNvSpPr/>
            <p:nvPr/>
          </p:nvSpPr>
          <p:spPr bwMode="auto">
            <a:xfrm>
              <a:off x="7730332" y="5445831"/>
              <a:ext cx="442913" cy="334963"/>
            </a:xfrm>
            <a:custGeom>
              <a:avLst/>
              <a:gdLst>
                <a:gd name="T0" fmla="*/ 104 w 219"/>
                <a:gd name="T1" fmla="*/ 18 h 166"/>
                <a:gd name="T2" fmla="*/ 58 w 219"/>
                <a:gd name="T3" fmla="*/ 99 h 166"/>
                <a:gd name="T4" fmla="*/ 22 w 219"/>
                <a:gd name="T5" fmla="*/ 120 h 166"/>
                <a:gd name="T6" fmla="*/ 0 w 219"/>
                <a:gd name="T7" fmla="*/ 142 h 166"/>
                <a:gd name="T8" fmla="*/ 0 w 219"/>
                <a:gd name="T9" fmla="*/ 142 h 166"/>
                <a:gd name="T10" fmla="*/ 24 w 219"/>
                <a:gd name="T11" fmla="*/ 166 h 166"/>
                <a:gd name="T12" fmla="*/ 50 w 219"/>
                <a:gd name="T13" fmla="*/ 166 h 166"/>
                <a:gd name="T14" fmla="*/ 120 w 219"/>
                <a:gd name="T15" fmla="*/ 139 h 166"/>
                <a:gd name="T16" fmla="*/ 212 w 219"/>
                <a:gd name="T17" fmla="*/ 53 h 166"/>
                <a:gd name="T18" fmla="*/ 218 w 219"/>
                <a:gd name="T19" fmla="*/ 31 h 166"/>
                <a:gd name="T20" fmla="*/ 182 w 219"/>
                <a:gd name="T21" fmla="*/ 3 h 166"/>
                <a:gd name="T22" fmla="*/ 104 w 219"/>
                <a:gd name="T23" fmla="*/ 18 h 1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219" h="166">
                  <a:moveTo>
                    <a:pt x="104" y="18"/>
                  </a:moveTo>
                  <a:cubicBezTo>
                    <a:pt x="58" y="99"/>
                    <a:pt x="58" y="99"/>
                    <a:pt x="58" y="99"/>
                  </a:cubicBezTo>
                  <a:cubicBezTo>
                    <a:pt x="51" y="112"/>
                    <a:pt x="37" y="120"/>
                    <a:pt x="22" y="120"/>
                  </a:cubicBezTo>
                  <a:cubicBezTo>
                    <a:pt x="11" y="121"/>
                    <a:pt x="1" y="130"/>
                    <a:pt x="0" y="142"/>
                  </a:cubicBezTo>
                  <a:cubicBezTo>
                    <a:pt x="0" y="142"/>
                    <a:pt x="0" y="142"/>
                    <a:pt x="0" y="142"/>
                  </a:cubicBezTo>
                  <a:cubicBezTo>
                    <a:pt x="0" y="155"/>
                    <a:pt x="10" y="166"/>
                    <a:pt x="24" y="166"/>
                  </a:cubicBezTo>
                  <a:cubicBezTo>
                    <a:pt x="50" y="166"/>
                    <a:pt x="50" y="166"/>
                    <a:pt x="50" y="166"/>
                  </a:cubicBezTo>
                  <a:cubicBezTo>
                    <a:pt x="76" y="166"/>
                    <a:pt x="101" y="156"/>
                    <a:pt x="120" y="139"/>
                  </a:cubicBezTo>
                  <a:cubicBezTo>
                    <a:pt x="212" y="53"/>
                    <a:pt x="212" y="53"/>
                    <a:pt x="212" y="53"/>
                  </a:cubicBezTo>
                  <a:cubicBezTo>
                    <a:pt x="217" y="46"/>
                    <a:pt x="219" y="38"/>
                    <a:pt x="218" y="31"/>
                  </a:cubicBezTo>
                  <a:cubicBezTo>
                    <a:pt x="216" y="13"/>
                    <a:pt x="200" y="0"/>
                    <a:pt x="182" y="3"/>
                  </a:cubicBezTo>
                  <a:lnTo>
                    <a:pt x="104" y="18"/>
                  </a:lnTo>
                  <a:close/>
                </a:path>
              </a:pathLst>
            </a:custGeom>
            <a:solidFill>
              <a:srgbClr val="B95241"/>
            </a:solidFill>
            <a:ln>
              <a:noFill/>
            </a:ln>
            <a:extLst>
              <a:ext uri="{91240B29-F687-4F45-9708-019B960494DF}">
                <a14:hiddenLine xmlns:a14="http://schemas.microsoft.com/office/drawing/2010/main" w="9525">
                  <a:solidFill>
                    <a:srgbClr val="000000"/>
                  </a:solidFill>
                  <a:round/>
                  <a:headEnd/>
                  <a:tailEnd/>
                </a14:hiddenLine>
              </a:ext>
            </a:extLst>
          </p:spPr>
          <p:txBody>
            <a:bodyPr anchor="ctr"/>
            <a:lstStyle/>
            <a:p>
              <a:pPr algn="ctr"/>
              <a:endParaRPr/>
            </a:p>
          </p:txBody>
        </p:sp>
        <p:sp>
          <p:nvSpPr>
            <p:cNvPr id="334" name="îṡḷidê">
              <a:extLst>
                <a:ext uri="{FF2B5EF4-FFF2-40B4-BE49-F238E27FC236}">
                  <a16:creationId xmlns:a16="http://schemas.microsoft.com/office/drawing/2014/main" id="{F5310A7B-653A-478B-BDBD-5707F59708EF}"/>
                </a:ext>
              </a:extLst>
            </p:cNvPr>
            <p:cNvSpPr/>
            <p:nvPr/>
          </p:nvSpPr>
          <p:spPr bwMode="auto">
            <a:xfrm>
              <a:off x="7863682" y="5596643"/>
              <a:ext cx="53975" cy="38100"/>
            </a:xfrm>
            <a:custGeom>
              <a:avLst/>
              <a:gdLst>
                <a:gd name="T0" fmla="*/ 1 w 27"/>
                <a:gd name="T1" fmla="*/ 6 h 19"/>
                <a:gd name="T2" fmla="*/ 22 w 27"/>
                <a:gd name="T3" fmla="*/ 18 h 19"/>
                <a:gd name="T4" fmla="*/ 26 w 27"/>
                <a:gd name="T5" fmla="*/ 17 h 19"/>
                <a:gd name="T6" fmla="*/ 25 w 27"/>
                <a:gd name="T7" fmla="*/ 13 h 19"/>
                <a:gd name="T8" fmla="*/ 4 w 27"/>
                <a:gd name="T9" fmla="*/ 1 h 19"/>
                <a:gd name="T10" fmla="*/ 0 w 27"/>
                <a:gd name="T11" fmla="*/ 2 h 19"/>
                <a:gd name="T12" fmla="*/ 1 w 27"/>
                <a:gd name="T13" fmla="*/ 6 h 19"/>
              </a:gdLst>
              <a:ahLst/>
              <a:cxnLst>
                <a:cxn ang="0">
                  <a:pos x="T0" y="T1"/>
                </a:cxn>
                <a:cxn ang="0">
                  <a:pos x="T2" y="T3"/>
                </a:cxn>
                <a:cxn ang="0">
                  <a:pos x="T4" y="T5"/>
                </a:cxn>
                <a:cxn ang="0">
                  <a:pos x="T6" y="T7"/>
                </a:cxn>
                <a:cxn ang="0">
                  <a:pos x="T8" y="T9"/>
                </a:cxn>
                <a:cxn ang="0">
                  <a:pos x="T10" y="T11"/>
                </a:cxn>
                <a:cxn ang="0">
                  <a:pos x="T12" y="T13"/>
                </a:cxn>
              </a:cxnLst>
              <a:rect l="0" t="0" r="r" b="b"/>
              <a:pathLst>
                <a:path w="27" h="19">
                  <a:moveTo>
                    <a:pt x="1" y="6"/>
                  </a:moveTo>
                  <a:cubicBezTo>
                    <a:pt x="22" y="18"/>
                    <a:pt x="22" y="18"/>
                    <a:pt x="22" y="18"/>
                  </a:cubicBezTo>
                  <a:cubicBezTo>
                    <a:pt x="23" y="19"/>
                    <a:pt x="25" y="19"/>
                    <a:pt x="26" y="17"/>
                  </a:cubicBezTo>
                  <a:cubicBezTo>
                    <a:pt x="27" y="16"/>
                    <a:pt x="26" y="14"/>
                    <a:pt x="25" y="13"/>
                  </a:cubicBezTo>
                  <a:cubicBezTo>
                    <a:pt x="4" y="1"/>
                    <a:pt x="4" y="1"/>
                    <a:pt x="4" y="1"/>
                  </a:cubicBezTo>
                  <a:cubicBezTo>
                    <a:pt x="3" y="0"/>
                    <a:pt x="1" y="1"/>
                    <a:pt x="0" y="2"/>
                  </a:cubicBezTo>
                  <a:cubicBezTo>
                    <a:pt x="0" y="3"/>
                    <a:pt x="0" y="5"/>
                    <a:pt x="1" y="6"/>
                  </a:cubicBezTo>
                </a:path>
              </a:pathLst>
            </a:custGeom>
            <a:solidFill>
              <a:srgbClr val="07113D"/>
            </a:solidFill>
            <a:ln>
              <a:noFill/>
            </a:ln>
            <a:extLst>
              <a:ext uri="{91240B29-F687-4F45-9708-019B960494DF}">
                <a14:hiddenLine xmlns:a14="http://schemas.microsoft.com/office/drawing/2010/main" w="9525">
                  <a:solidFill>
                    <a:srgbClr val="000000"/>
                  </a:solidFill>
                  <a:round/>
                  <a:headEnd/>
                  <a:tailEnd/>
                </a14:hiddenLine>
              </a:ext>
            </a:extLst>
          </p:spPr>
          <p:txBody>
            <a:bodyPr anchor="ctr"/>
            <a:lstStyle/>
            <a:p>
              <a:pPr algn="ctr"/>
              <a:endParaRPr/>
            </a:p>
          </p:txBody>
        </p:sp>
        <p:sp>
          <p:nvSpPr>
            <p:cNvPr id="335" name="iṧ1ïḍé">
              <a:extLst>
                <a:ext uri="{FF2B5EF4-FFF2-40B4-BE49-F238E27FC236}">
                  <a16:creationId xmlns:a16="http://schemas.microsoft.com/office/drawing/2014/main" id="{3AE18029-0E43-4D21-BEC2-21AC48C3E8C0}"/>
                </a:ext>
              </a:extLst>
            </p:cNvPr>
            <p:cNvSpPr/>
            <p:nvPr/>
          </p:nvSpPr>
          <p:spPr bwMode="auto">
            <a:xfrm>
              <a:off x="7879557" y="5564893"/>
              <a:ext cx="53975" cy="38100"/>
            </a:xfrm>
            <a:custGeom>
              <a:avLst/>
              <a:gdLst>
                <a:gd name="T0" fmla="*/ 2 w 27"/>
                <a:gd name="T1" fmla="*/ 6 h 19"/>
                <a:gd name="T2" fmla="*/ 22 w 27"/>
                <a:gd name="T3" fmla="*/ 18 h 19"/>
                <a:gd name="T4" fmla="*/ 26 w 27"/>
                <a:gd name="T5" fmla="*/ 17 h 19"/>
                <a:gd name="T6" fmla="*/ 25 w 27"/>
                <a:gd name="T7" fmla="*/ 13 h 19"/>
                <a:gd name="T8" fmla="*/ 5 w 27"/>
                <a:gd name="T9" fmla="*/ 1 h 19"/>
                <a:gd name="T10" fmla="*/ 1 w 27"/>
                <a:gd name="T11" fmla="*/ 2 h 19"/>
                <a:gd name="T12" fmla="*/ 2 w 27"/>
                <a:gd name="T13" fmla="*/ 6 h 19"/>
              </a:gdLst>
              <a:ahLst/>
              <a:cxnLst>
                <a:cxn ang="0">
                  <a:pos x="T0" y="T1"/>
                </a:cxn>
                <a:cxn ang="0">
                  <a:pos x="T2" y="T3"/>
                </a:cxn>
                <a:cxn ang="0">
                  <a:pos x="T4" y="T5"/>
                </a:cxn>
                <a:cxn ang="0">
                  <a:pos x="T6" y="T7"/>
                </a:cxn>
                <a:cxn ang="0">
                  <a:pos x="T8" y="T9"/>
                </a:cxn>
                <a:cxn ang="0">
                  <a:pos x="T10" y="T11"/>
                </a:cxn>
                <a:cxn ang="0">
                  <a:pos x="T12" y="T13"/>
                </a:cxn>
              </a:cxnLst>
              <a:rect l="0" t="0" r="r" b="b"/>
              <a:pathLst>
                <a:path w="27" h="19">
                  <a:moveTo>
                    <a:pt x="2" y="6"/>
                  </a:moveTo>
                  <a:cubicBezTo>
                    <a:pt x="22" y="18"/>
                    <a:pt x="22" y="18"/>
                    <a:pt x="22" y="18"/>
                  </a:cubicBezTo>
                  <a:cubicBezTo>
                    <a:pt x="24" y="19"/>
                    <a:pt x="25" y="19"/>
                    <a:pt x="26" y="17"/>
                  </a:cubicBezTo>
                  <a:cubicBezTo>
                    <a:pt x="27" y="16"/>
                    <a:pt x="27" y="14"/>
                    <a:pt x="25" y="13"/>
                  </a:cubicBezTo>
                  <a:cubicBezTo>
                    <a:pt x="5" y="1"/>
                    <a:pt x="5" y="1"/>
                    <a:pt x="5" y="1"/>
                  </a:cubicBezTo>
                  <a:cubicBezTo>
                    <a:pt x="3" y="0"/>
                    <a:pt x="2" y="0"/>
                    <a:pt x="1" y="2"/>
                  </a:cubicBezTo>
                  <a:cubicBezTo>
                    <a:pt x="0" y="3"/>
                    <a:pt x="0" y="5"/>
                    <a:pt x="2" y="6"/>
                  </a:cubicBezTo>
                </a:path>
              </a:pathLst>
            </a:custGeom>
            <a:solidFill>
              <a:srgbClr val="07113D"/>
            </a:solidFill>
            <a:ln>
              <a:noFill/>
            </a:ln>
            <a:extLst>
              <a:ext uri="{91240B29-F687-4F45-9708-019B960494DF}">
                <a14:hiddenLine xmlns:a14="http://schemas.microsoft.com/office/drawing/2010/main" w="9525">
                  <a:solidFill>
                    <a:srgbClr val="000000"/>
                  </a:solidFill>
                  <a:round/>
                  <a:headEnd/>
                  <a:tailEnd/>
                </a14:hiddenLine>
              </a:ext>
            </a:extLst>
          </p:spPr>
          <p:txBody>
            <a:bodyPr anchor="ctr"/>
            <a:lstStyle/>
            <a:p>
              <a:pPr algn="ctr"/>
              <a:endParaRPr/>
            </a:p>
          </p:txBody>
        </p:sp>
        <p:sp>
          <p:nvSpPr>
            <p:cNvPr id="336" name="ïṩ1íḑé">
              <a:extLst>
                <a:ext uri="{FF2B5EF4-FFF2-40B4-BE49-F238E27FC236}">
                  <a16:creationId xmlns:a16="http://schemas.microsoft.com/office/drawing/2014/main" id="{577B4A92-4618-4AFC-9D01-FF21333485FC}"/>
                </a:ext>
              </a:extLst>
            </p:cNvPr>
            <p:cNvSpPr/>
            <p:nvPr/>
          </p:nvSpPr>
          <p:spPr bwMode="auto">
            <a:xfrm>
              <a:off x="7895432" y="5531556"/>
              <a:ext cx="55563" cy="39688"/>
            </a:xfrm>
            <a:custGeom>
              <a:avLst/>
              <a:gdLst>
                <a:gd name="T0" fmla="*/ 2 w 27"/>
                <a:gd name="T1" fmla="*/ 6 h 19"/>
                <a:gd name="T2" fmla="*/ 23 w 27"/>
                <a:gd name="T3" fmla="*/ 19 h 19"/>
                <a:gd name="T4" fmla="*/ 26 w 27"/>
                <a:gd name="T5" fmla="*/ 18 h 19"/>
                <a:gd name="T6" fmla="*/ 26 w 27"/>
                <a:gd name="T7" fmla="*/ 14 h 19"/>
                <a:gd name="T8" fmla="*/ 5 w 27"/>
                <a:gd name="T9" fmla="*/ 1 h 19"/>
                <a:gd name="T10" fmla="*/ 1 w 27"/>
                <a:gd name="T11" fmla="*/ 2 h 19"/>
                <a:gd name="T12" fmla="*/ 2 w 27"/>
                <a:gd name="T13" fmla="*/ 6 h 19"/>
              </a:gdLst>
              <a:ahLst/>
              <a:cxnLst>
                <a:cxn ang="0">
                  <a:pos x="T0" y="T1"/>
                </a:cxn>
                <a:cxn ang="0">
                  <a:pos x="T2" y="T3"/>
                </a:cxn>
                <a:cxn ang="0">
                  <a:pos x="T4" y="T5"/>
                </a:cxn>
                <a:cxn ang="0">
                  <a:pos x="T6" y="T7"/>
                </a:cxn>
                <a:cxn ang="0">
                  <a:pos x="T8" y="T9"/>
                </a:cxn>
                <a:cxn ang="0">
                  <a:pos x="T10" y="T11"/>
                </a:cxn>
                <a:cxn ang="0">
                  <a:pos x="T12" y="T13"/>
                </a:cxn>
              </a:cxnLst>
              <a:rect l="0" t="0" r="r" b="b"/>
              <a:pathLst>
                <a:path w="27" h="19">
                  <a:moveTo>
                    <a:pt x="2" y="6"/>
                  </a:moveTo>
                  <a:cubicBezTo>
                    <a:pt x="23" y="19"/>
                    <a:pt x="23" y="19"/>
                    <a:pt x="23" y="19"/>
                  </a:cubicBezTo>
                  <a:cubicBezTo>
                    <a:pt x="24" y="19"/>
                    <a:pt x="26" y="19"/>
                    <a:pt x="26" y="18"/>
                  </a:cubicBezTo>
                  <a:cubicBezTo>
                    <a:pt x="27" y="16"/>
                    <a:pt x="27" y="15"/>
                    <a:pt x="26" y="14"/>
                  </a:cubicBezTo>
                  <a:cubicBezTo>
                    <a:pt x="5" y="1"/>
                    <a:pt x="5" y="1"/>
                    <a:pt x="5" y="1"/>
                  </a:cubicBezTo>
                  <a:cubicBezTo>
                    <a:pt x="4" y="0"/>
                    <a:pt x="2" y="1"/>
                    <a:pt x="1" y="2"/>
                  </a:cubicBezTo>
                  <a:cubicBezTo>
                    <a:pt x="0" y="4"/>
                    <a:pt x="1" y="5"/>
                    <a:pt x="2" y="6"/>
                  </a:cubicBezTo>
                </a:path>
              </a:pathLst>
            </a:custGeom>
            <a:solidFill>
              <a:srgbClr val="07113D"/>
            </a:solidFill>
            <a:ln>
              <a:noFill/>
            </a:ln>
            <a:extLst>
              <a:ext uri="{91240B29-F687-4F45-9708-019B960494DF}">
                <a14:hiddenLine xmlns:a14="http://schemas.microsoft.com/office/drawing/2010/main" w="9525">
                  <a:solidFill>
                    <a:srgbClr val="000000"/>
                  </a:solidFill>
                  <a:round/>
                  <a:headEnd/>
                  <a:tailEnd/>
                </a14:hiddenLine>
              </a:ext>
            </a:extLst>
          </p:spPr>
          <p:txBody>
            <a:bodyPr anchor="ctr"/>
            <a:lstStyle/>
            <a:p>
              <a:pPr algn="ctr"/>
              <a:endParaRPr/>
            </a:p>
          </p:txBody>
        </p:sp>
        <p:sp>
          <p:nvSpPr>
            <p:cNvPr id="337" name="ïsḻîďè">
              <a:extLst>
                <a:ext uri="{FF2B5EF4-FFF2-40B4-BE49-F238E27FC236}">
                  <a16:creationId xmlns:a16="http://schemas.microsoft.com/office/drawing/2014/main" id="{792B7816-D298-4D57-AE69-54C245371F74}"/>
                </a:ext>
              </a:extLst>
            </p:cNvPr>
            <p:cNvSpPr/>
            <p:nvPr/>
          </p:nvSpPr>
          <p:spPr bwMode="auto">
            <a:xfrm>
              <a:off x="7828757" y="3693231"/>
              <a:ext cx="333375" cy="1785938"/>
            </a:xfrm>
            <a:custGeom>
              <a:avLst/>
              <a:gdLst>
                <a:gd name="T0" fmla="*/ 75 w 210"/>
                <a:gd name="T1" fmla="*/ 1124 h 1125"/>
                <a:gd name="T2" fmla="*/ 203 w 210"/>
                <a:gd name="T3" fmla="*/ 1125 h 1125"/>
                <a:gd name="T4" fmla="*/ 210 w 210"/>
                <a:gd name="T5" fmla="*/ 11 h 1125"/>
                <a:gd name="T6" fmla="*/ 0 w 210"/>
                <a:gd name="T7" fmla="*/ 0 h 1125"/>
                <a:gd name="T8" fmla="*/ 75 w 210"/>
                <a:gd name="T9" fmla="*/ 1124 h 1125"/>
              </a:gdLst>
              <a:ahLst/>
              <a:cxnLst>
                <a:cxn ang="0">
                  <a:pos x="T0" y="T1"/>
                </a:cxn>
                <a:cxn ang="0">
                  <a:pos x="T2" y="T3"/>
                </a:cxn>
                <a:cxn ang="0">
                  <a:pos x="T4" y="T5"/>
                </a:cxn>
                <a:cxn ang="0">
                  <a:pos x="T6" y="T7"/>
                </a:cxn>
                <a:cxn ang="0">
                  <a:pos x="T8" y="T9"/>
                </a:cxn>
              </a:cxnLst>
              <a:rect l="0" t="0" r="r" b="b"/>
              <a:pathLst>
                <a:path w="210" h="1125">
                  <a:moveTo>
                    <a:pt x="75" y="1124"/>
                  </a:moveTo>
                  <a:lnTo>
                    <a:pt x="203" y="1125"/>
                  </a:lnTo>
                  <a:lnTo>
                    <a:pt x="210" y="11"/>
                  </a:lnTo>
                  <a:lnTo>
                    <a:pt x="0" y="0"/>
                  </a:lnTo>
                  <a:lnTo>
                    <a:pt x="75" y="1124"/>
                  </a:lnTo>
                  <a:close/>
                </a:path>
              </a:pathLst>
            </a:custGeom>
            <a:solidFill>
              <a:srgbClr val="07113D"/>
            </a:solidFill>
            <a:ln>
              <a:noFill/>
            </a:ln>
            <a:extLst>
              <a:ext uri="{91240B29-F687-4F45-9708-019B960494DF}">
                <a14:hiddenLine xmlns:a14="http://schemas.microsoft.com/office/drawing/2010/main" w="9525">
                  <a:solidFill>
                    <a:srgbClr val="000000"/>
                  </a:solidFill>
                  <a:round/>
                  <a:headEnd/>
                  <a:tailEnd/>
                </a14:hiddenLine>
              </a:ext>
            </a:extLst>
          </p:spPr>
          <p:txBody>
            <a:bodyPr anchor="ctr"/>
            <a:lstStyle/>
            <a:p>
              <a:pPr algn="ctr"/>
              <a:endParaRPr/>
            </a:p>
          </p:txBody>
        </p:sp>
        <p:sp>
          <p:nvSpPr>
            <p:cNvPr id="338" name="i$lïďe">
              <a:extLst>
                <a:ext uri="{FF2B5EF4-FFF2-40B4-BE49-F238E27FC236}">
                  <a16:creationId xmlns:a16="http://schemas.microsoft.com/office/drawing/2014/main" id="{66F56E91-2A94-4725-ACB8-BA9E0491A737}"/>
                </a:ext>
              </a:extLst>
            </p:cNvPr>
            <p:cNvSpPr/>
            <p:nvPr/>
          </p:nvSpPr>
          <p:spPr bwMode="auto">
            <a:xfrm>
              <a:off x="7938294" y="5431543"/>
              <a:ext cx="227013" cy="52388"/>
            </a:xfrm>
            <a:prstGeom prst="rect">
              <a:avLst/>
            </a:prstGeom>
            <a:solidFill>
              <a:srgbClr val="9995A7"/>
            </a:solidFill>
            <a:ln>
              <a:noFill/>
            </a:ln>
            <a:extLst>
              <a:ext uri="{91240B29-F687-4F45-9708-019B960494DF}">
                <a14:hiddenLine xmlns:a14="http://schemas.microsoft.com/office/drawing/2010/main" w="9525">
                  <a:solidFill>
                    <a:srgbClr val="000000"/>
                  </a:solidFill>
                  <a:miter lim="800000"/>
                  <a:headEnd/>
                  <a:tailEnd/>
                </a14:hiddenLine>
              </a:ext>
            </a:extLst>
          </p:spPr>
          <p:txBody>
            <a:bodyPr anchor="ctr"/>
            <a:lstStyle/>
            <a:p>
              <a:pPr algn="ctr"/>
              <a:endParaRPr/>
            </a:p>
          </p:txBody>
        </p:sp>
        <p:sp>
          <p:nvSpPr>
            <p:cNvPr id="339" name="îṧļïḑè">
              <a:extLst>
                <a:ext uri="{FF2B5EF4-FFF2-40B4-BE49-F238E27FC236}">
                  <a16:creationId xmlns:a16="http://schemas.microsoft.com/office/drawing/2014/main" id="{56480536-B175-4370-AE35-242EE0F26DAD}"/>
                </a:ext>
              </a:extLst>
            </p:cNvPr>
            <p:cNvSpPr/>
            <p:nvPr/>
          </p:nvSpPr>
          <p:spPr bwMode="auto">
            <a:xfrm>
              <a:off x="7530307" y="3593218"/>
              <a:ext cx="641350" cy="66675"/>
            </a:xfrm>
            <a:prstGeom prst="rect">
              <a:avLst/>
            </a:prstGeom>
            <a:solidFill>
              <a:srgbClr val="2C3765"/>
            </a:solidFill>
            <a:ln>
              <a:noFill/>
            </a:ln>
            <a:extLst>
              <a:ext uri="{91240B29-F687-4F45-9708-019B960494DF}">
                <a14:hiddenLine xmlns:a14="http://schemas.microsoft.com/office/drawing/2010/main" w="9525">
                  <a:solidFill>
                    <a:srgbClr val="000000"/>
                  </a:solidFill>
                  <a:miter lim="800000"/>
                  <a:headEnd/>
                  <a:tailEnd/>
                </a14:hiddenLine>
              </a:ext>
            </a:extLst>
          </p:spPr>
          <p:txBody>
            <a:bodyPr anchor="ctr"/>
            <a:lstStyle/>
            <a:p>
              <a:pPr algn="ctr"/>
              <a:endParaRPr/>
            </a:p>
          </p:txBody>
        </p:sp>
        <p:sp>
          <p:nvSpPr>
            <p:cNvPr id="340" name="ïŝ1iḍè">
              <a:extLst>
                <a:ext uri="{FF2B5EF4-FFF2-40B4-BE49-F238E27FC236}">
                  <a16:creationId xmlns:a16="http://schemas.microsoft.com/office/drawing/2014/main" id="{B014637B-1F21-4B5A-B46F-BAF640FF8066}"/>
                </a:ext>
              </a:extLst>
            </p:cNvPr>
            <p:cNvSpPr/>
            <p:nvPr/>
          </p:nvSpPr>
          <p:spPr bwMode="auto">
            <a:xfrm>
              <a:off x="7530307" y="3593218"/>
              <a:ext cx="641350" cy="666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lstStyle/>
            <a:p>
              <a:pPr algn="ctr"/>
              <a:endParaRPr/>
            </a:p>
          </p:txBody>
        </p:sp>
        <p:sp>
          <p:nvSpPr>
            <p:cNvPr id="341" name="iṥļiḍê">
              <a:extLst>
                <a:ext uri="{FF2B5EF4-FFF2-40B4-BE49-F238E27FC236}">
                  <a16:creationId xmlns:a16="http://schemas.microsoft.com/office/drawing/2014/main" id="{4482A1DC-C82A-44AB-8974-19CDCCDB0A17}"/>
                </a:ext>
              </a:extLst>
            </p:cNvPr>
            <p:cNvSpPr/>
            <p:nvPr/>
          </p:nvSpPr>
          <p:spPr bwMode="auto">
            <a:xfrm>
              <a:off x="7628732" y="3507493"/>
              <a:ext cx="198438" cy="111125"/>
            </a:xfrm>
            <a:custGeom>
              <a:avLst/>
              <a:gdLst>
                <a:gd name="T0" fmla="*/ 12 w 98"/>
                <a:gd name="T1" fmla="*/ 26 h 55"/>
                <a:gd name="T2" fmla="*/ 77 w 98"/>
                <a:gd name="T3" fmla="*/ 3 h 55"/>
                <a:gd name="T4" fmla="*/ 95 w 98"/>
                <a:gd name="T5" fmla="*/ 11 h 55"/>
                <a:gd name="T6" fmla="*/ 95 w 98"/>
                <a:gd name="T7" fmla="*/ 12 h 55"/>
                <a:gd name="T8" fmla="*/ 86 w 98"/>
                <a:gd name="T9" fmla="*/ 29 h 55"/>
                <a:gd name="T10" fmla="*/ 21 w 98"/>
                <a:gd name="T11" fmla="*/ 52 h 55"/>
                <a:gd name="T12" fmla="*/ 3 w 98"/>
                <a:gd name="T13" fmla="*/ 45 h 55"/>
                <a:gd name="T14" fmla="*/ 2 w 98"/>
                <a:gd name="T15" fmla="*/ 44 h 55"/>
                <a:gd name="T16" fmla="*/ 12 w 98"/>
                <a:gd name="T17" fmla="*/ 26 h 5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98" h="55">
                  <a:moveTo>
                    <a:pt x="12" y="26"/>
                  </a:moveTo>
                  <a:cubicBezTo>
                    <a:pt x="77" y="3"/>
                    <a:pt x="77" y="3"/>
                    <a:pt x="77" y="3"/>
                  </a:cubicBezTo>
                  <a:cubicBezTo>
                    <a:pt x="84" y="0"/>
                    <a:pt x="92" y="4"/>
                    <a:pt x="95" y="11"/>
                  </a:cubicBezTo>
                  <a:cubicBezTo>
                    <a:pt x="95" y="12"/>
                    <a:pt x="95" y="12"/>
                    <a:pt x="95" y="12"/>
                  </a:cubicBezTo>
                  <a:cubicBezTo>
                    <a:pt x="98" y="19"/>
                    <a:pt x="93" y="27"/>
                    <a:pt x="86" y="29"/>
                  </a:cubicBezTo>
                  <a:cubicBezTo>
                    <a:pt x="21" y="52"/>
                    <a:pt x="21" y="52"/>
                    <a:pt x="21" y="52"/>
                  </a:cubicBezTo>
                  <a:cubicBezTo>
                    <a:pt x="13" y="55"/>
                    <a:pt x="5" y="52"/>
                    <a:pt x="3" y="45"/>
                  </a:cubicBezTo>
                  <a:cubicBezTo>
                    <a:pt x="2" y="44"/>
                    <a:pt x="2" y="44"/>
                    <a:pt x="2" y="44"/>
                  </a:cubicBezTo>
                  <a:cubicBezTo>
                    <a:pt x="0" y="37"/>
                    <a:pt x="4" y="29"/>
                    <a:pt x="12" y="26"/>
                  </a:cubicBezTo>
                </a:path>
              </a:pathLst>
            </a:custGeom>
            <a:solidFill>
              <a:srgbClr val="FFC7B0"/>
            </a:solidFill>
            <a:ln>
              <a:noFill/>
            </a:ln>
            <a:extLst>
              <a:ext uri="{91240B29-F687-4F45-9708-019B960494DF}">
                <a14:hiddenLine xmlns:a14="http://schemas.microsoft.com/office/drawing/2010/main" w="9525">
                  <a:solidFill>
                    <a:srgbClr val="000000"/>
                  </a:solidFill>
                  <a:round/>
                  <a:headEnd/>
                  <a:tailEnd/>
                </a14:hiddenLine>
              </a:ext>
            </a:extLst>
          </p:spPr>
          <p:txBody>
            <a:bodyPr anchor="ctr"/>
            <a:lstStyle/>
            <a:p>
              <a:pPr algn="ctr"/>
              <a:endParaRPr/>
            </a:p>
          </p:txBody>
        </p:sp>
        <p:sp>
          <p:nvSpPr>
            <p:cNvPr id="342" name="iṩḷiďé">
              <a:extLst>
                <a:ext uri="{FF2B5EF4-FFF2-40B4-BE49-F238E27FC236}">
                  <a16:creationId xmlns:a16="http://schemas.microsoft.com/office/drawing/2014/main" id="{4CA1E3A1-C606-40D8-B67B-18726F25C8A6}"/>
                </a:ext>
              </a:extLst>
            </p:cNvPr>
            <p:cNvSpPr/>
            <p:nvPr/>
          </p:nvSpPr>
          <p:spPr bwMode="auto">
            <a:xfrm>
              <a:off x="7209632" y="3417006"/>
              <a:ext cx="657225" cy="715963"/>
            </a:xfrm>
            <a:custGeom>
              <a:avLst/>
              <a:gdLst>
                <a:gd name="T0" fmla="*/ 318 w 325"/>
                <a:gd name="T1" fmla="*/ 255 h 354"/>
                <a:gd name="T2" fmla="*/ 307 w 325"/>
                <a:gd name="T3" fmla="*/ 266 h 354"/>
                <a:gd name="T4" fmla="*/ 193 w 325"/>
                <a:gd name="T5" fmla="*/ 343 h 354"/>
                <a:gd name="T6" fmla="*/ 143 w 325"/>
                <a:gd name="T7" fmla="*/ 334 h 354"/>
                <a:gd name="T8" fmla="*/ 11 w 325"/>
                <a:gd name="T9" fmla="*/ 138 h 354"/>
                <a:gd name="T10" fmla="*/ 21 w 325"/>
                <a:gd name="T11" fmla="*/ 88 h 354"/>
                <a:gd name="T12" fmla="*/ 22 w 325"/>
                <a:gd name="T13" fmla="*/ 87 h 354"/>
                <a:gd name="T14" fmla="*/ 135 w 325"/>
                <a:gd name="T15" fmla="*/ 11 h 354"/>
                <a:gd name="T16" fmla="*/ 185 w 325"/>
                <a:gd name="T17" fmla="*/ 21 h 354"/>
                <a:gd name="T18" fmla="*/ 236 w 325"/>
                <a:gd name="T19" fmla="*/ 96 h 354"/>
                <a:gd name="T20" fmla="*/ 286 w 325"/>
                <a:gd name="T21" fmla="*/ 171 h 354"/>
                <a:gd name="T22" fmla="*/ 317 w 325"/>
                <a:gd name="T23" fmla="*/ 216 h 354"/>
                <a:gd name="T24" fmla="*/ 318 w 325"/>
                <a:gd name="T25" fmla="*/ 255 h 35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325" h="354">
                  <a:moveTo>
                    <a:pt x="318" y="255"/>
                  </a:moveTo>
                  <a:cubicBezTo>
                    <a:pt x="315" y="260"/>
                    <a:pt x="312" y="263"/>
                    <a:pt x="307" y="266"/>
                  </a:cubicBezTo>
                  <a:cubicBezTo>
                    <a:pt x="193" y="343"/>
                    <a:pt x="193" y="343"/>
                    <a:pt x="193" y="343"/>
                  </a:cubicBezTo>
                  <a:cubicBezTo>
                    <a:pt x="177" y="354"/>
                    <a:pt x="154" y="350"/>
                    <a:pt x="143" y="334"/>
                  </a:cubicBezTo>
                  <a:cubicBezTo>
                    <a:pt x="11" y="138"/>
                    <a:pt x="11" y="138"/>
                    <a:pt x="11" y="138"/>
                  </a:cubicBezTo>
                  <a:cubicBezTo>
                    <a:pt x="0" y="121"/>
                    <a:pt x="4" y="99"/>
                    <a:pt x="21" y="88"/>
                  </a:cubicBezTo>
                  <a:cubicBezTo>
                    <a:pt x="22" y="87"/>
                    <a:pt x="22" y="87"/>
                    <a:pt x="22" y="87"/>
                  </a:cubicBezTo>
                  <a:cubicBezTo>
                    <a:pt x="135" y="11"/>
                    <a:pt x="135" y="11"/>
                    <a:pt x="135" y="11"/>
                  </a:cubicBezTo>
                  <a:cubicBezTo>
                    <a:pt x="152" y="0"/>
                    <a:pt x="174" y="4"/>
                    <a:pt x="185" y="21"/>
                  </a:cubicBezTo>
                  <a:cubicBezTo>
                    <a:pt x="236" y="96"/>
                    <a:pt x="236" y="96"/>
                    <a:pt x="236" y="96"/>
                  </a:cubicBezTo>
                  <a:cubicBezTo>
                    <a:pt x="286" y="171"/>
                    <a:pt x="286" y="171"/>
                    <a:pt x="286" y="171"/>
                  </a:cubicBezTo>
                  <a:cubicBezTo>
                    <a:pt x="317" y="216"/>
                    <a:pt x="317" y="216"/>
                    <a:pt x="317" y="216"/>
                  </a:cubicBezTo>
                  <a:cubicBezTo>
                    <a:pt x="325" y="228"/>
                    <a:pt x="325" y="244"/>
                    <a:pt x="318" y="255"/>
                  </a:cubicBezTo>
                </a:path>
              </a:pathLst>
            </a:custGeom>
            <a:solidFill>
              <a:srgbClr val="C2C2C7"/>
            </a:solidFill>
            <a:ln>
              <a:noFill/>
            </a:ln>
            <a:extLst>
              <a:ext uri="{91240B29-F687-4F45-9708-019B960494DF}">
                <a14:hiddenLine xmlns:a14="http://schemas.microsoft.com/office/drawing/2010/main" w="9525">
                  <a:solidFill>
                    <a:srgbClr val="000000"/>
                  </a:solidFill>
                  <a:round/>
                  <a:headEnd/>
                  <a:tailEnd/>
                </a14:hiddenLine>
              </a:ext>
            </a:extLst>
          </p:spPr>
          <p:txBody>
            <a:bodyPr anchor="ctr"/>
            <a:lstStyle/>
            <a:p>
              <a:pPr algn="ctr"/>
              <a:endParaRPr/>
            </a:p>
          </p:txBody>
        </p:sp>
        <p:sp>
          <p:nvSpPr>
            <p:cNvPr id="343" name="ïšľíďê">
              <a:extLst>
                <a:ext uri="{FF2B5EF4-FFF2-40B4-BE49-F238E27FC236}">
                  <a16:creationId xmlns:a16="http://schemas.microsoft.com/office/drawing/2014/main" id="{2C808ECF-BD4A-4DCA-BB08-B513806C70C9}"/>
                </a:ext>
              </a:extLst>
            </p:cNvPr>
            <p:cNvSpPr/>
            <p:nvPr/>
          </p:nvSpPr>
          <p:spPr bwMode="auto">
            <a:xfrm>
              <a:off x="7435057" y="3645606"/>
              <a:ext cx="69850" cy="76200"/>
            </a:xfrm>
            <a:custGeom>
              <a:avLst/>
              <a:gdLst>
                <a:gd name="T0" fmla="*/ 29 w 35"/>
                <a:gd name="T1" fmla="*/ 10 h 38"/>
                <a:gd name="T2" fmla="*/ 28 w 35"/>
                <a:gd name="T3" fmla="*/ 33 h 38"/>
                <a:gd name="T4" fmla="*/ 6 w 35"/>
                <a:gd name="T5" fmla="*/ 27 h 38"/>
                <a:gd name="T6" fmla="*/ 8 w 35"/>
                <a:gd name="T7" fmla="*/ 4 h 38"/>
                <a:gd name="T8" fmla="*/ 29 w 35"/>
                <a:gd name="T9" fmla="*/ 10 h 38"/>
              </a:gdLst>
              <a:ahLst/>
              <a:cxnLst>
                <a:cxn ang="0">
                  <a:pos x="T0" y="T1"/>
                </a:cxn>
                <a:cxn ang="0">
                  <a:pos x="T2" y="T3"/>
                </a:cxn>
                <a:cxn ang="0">
                  <a:pos x="T4" y="T5"/>
                </a:cxn>
                <a:cxn ang="0">
                  <a:pos x="T6" y="T7"/>
                </a:cxn>
                <a:cxn ang="0">
                  <a:pos x="T8" y="T9"/>
                </a:cxn>
              </a:cxnLst>
              <a:rect l="0" t="0" r="r" b="b"/>
              <a:pathLst>
                <a:path w="35" h="38">
                  <a:moveTo>
                    <a:pt x="29" y="10"/>
                  </a:moveTo>
                  <a:cubicBezTo>
                    <a:pt x="35" y="18"/>
                    <a:pt x="34" y="29"/>
                    <a:pt x="28" y="33"/>
                  </a:cubicBezTo>
                  <a:cubicBezTo>
                    <a:pt x="21" y="38"/>
                    <a:pt x="11" y="35"/>
                    <a:pt x="6" y="27"/>
                  </a:cubicBezTo>
                  <a:cubicBezTo>
                    <a:pt x="0" y="19"/>
                    <a:pt x="1" y="9"/>
                    <a:pt x="8" y="4"/>
                  </a:cubicBezTo>
                  <a:cubicBezTo>
                    <a:pt x="14" y="0"/>
                    <a:pt x="24" y="2"/>
                    <a:pt x="29" y="10"/>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nchor="ctr"/>
            <a:lstStyle/>
            <a:p>
              <a:pPr algn="ctr"/>
              <a:endParaRPr/>
            </a:p>
          </p:txBody>
        </p:sp>
        <p:sp>
          <p:nvSpPr>
            <p:cNvPr id="344" name="îSḷïḋé">
              <a:extLst>
                <a:ext uri="{FF2B5EF4-FFF2-40B4-BE49-F238E27FC236}">
                  <a16:creationId xmlns:a16="http://schemas.microsoft.com/office/drawing/2014/main" id="{47788558-4696-4798-A3AF-E5CE2F84A171}"/>
                </a:ext>
              </a:extLst>
            </p:cNvPr>
            <p:cNvSpPr/>
            <p:nvPr/>
          </p:nvSpPr>
          <p:spPr bwMode="auto">
            <a:xfrm>
              <a:off x="7660482" y="3505906"/>
              <a:ext cx="263525" cy="261938"/>
            </a:xfrm>
            <a:custGeom>
              <a:avLst/>
              <a:gdLst>
                <a:gd name="T0" fmla="*/ 120 w 130"/>
                <a:gd name="T1" fmla="*/ 68 h 130"/>
                <a:gd name="T2" fmla="*/ 76 w 130"/>
                <a:gd name="T3" fmla="*/ 108 h 130"/>
                <a:gd name="T4" fmla="*/ 30 w 130"/>
                <a:gd name="T5" fmla="*/ 120 h 130"/>
                <a:gd name="T6" fmla="*/ 11 w 130"/>
                <a:gd name="T7" fmla="*/ 93 h 130"/>
                <a:gd name="T8" fmla="*/ 10 w 130"/>
                <a:gd name="T9" fmla="*/ 56 h 130"/>
                <a:gd name="T10" fmla="*/ 43 w 130"/>
                <a:gd name="T11" fmla="*/ 15 h 130"/>
                <a:gd name="T12" fmla="*/ 85 w 130"/>
                <a:gd name="T13" fmla="*/ 10 h 130"/>
                <a:gd name="T14" fmla="*/ 110 w 130"/>
                <a:gd name="T15" fmla="*/ 30 h 130"/>
                <a:gd name="T16" fmla="*/ 120 w 130"/>
                <a:gd name="T17" fmla="*/ 68 h 1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30" h="130">
                  <a:moveTo>
                    <a:pt x="120" y="68"/>
                  </a:moveTo>
                  <a:cubicBezTo>
                    <a:pt x="120" y="68"/>
                    <a:pt x="85" y="99"/>
                    <a:pt x="76" y="108"/>
                  </a:cubicBezTo>
                  <a:cubicBezTo>
                    <a:pt x="57" y="126"/>
                    <a:pt x="43" y="130"/>
                    <a:pt x="30" y="120"/>
                  </a:cubicBezTo>
                  <a:cubicBezTo>
                    <a:pt x="11" y="93"/>
                    <a:pt x="11" y="93"/>
                    <a:pt x="11" y="93"/>
                  </a:cubicBezTo>
                  <a:cubicBezTo>
                    <a:pt x="3" y="77"/>
                    <a:pt x="0" y="68"/>
                    <a:pt x="10" y="56"/>
                  </a:cubicBezTo>
                  <a:cubicBezTo>
                    <a:pt x="43" y="15"/>
                    <a:pt x="43" y="15"/>
                    <a:pt x="43" y="15"/>
                  </a:cubicBezTo>
                  <a:cubicBezTo>
                    <a:pt x="54" y="2"/>
                    <a:pt x="72" y="0"/>
                    <a:pt x="85" y="10"/>
                  </a:cubicBezTo>
                  <a:cubicBezTo>
                    <a:pt x="110" y="30"/>
                    <a:pt x="110" y="30"/>
                    <a:pt x="110" y="30"/>
                  </a:cubicBezTo>
                  <a:cubicBezTo>
                    <a:pt x="123" y="40"/>
                    <a:pt x="130" y="56"/>
                    <a:pt x="120" y="68"/>
                  </a:cubicBezTo>
                </a:path>
              </a:pathLst>
            </a:custGeom>
            <a:solidFill>
              <a:srgbClr val="FFC7B0"/>
            </a:solidFill>
            <a:ln>
              <a:noFill/>
            </a:ln>
            <a:extLst>
              <a:ext uri="{91240B29-F687-4F45-9708-019B960494DF}">
                <a14:hiddenLine xmlns:a14="http://schemas.microsoft.com/office/drawing/2010/main" w="9525">
                  <a:solidFill>
                    <a:srgbClr val="000000"/>
                  </a:solidFill>
                  <a:round/>
                  <a:headEnd/>
                  <a:tailEnd/>
                </a14:hiddenLine>
              </a:ext>
            </a:extLst>
          </p:spPr>
          <p:txBody>
            <a:bodyPr anchor="ctr"/>
            <a:lstStyle/>
            <a:p>
              <a:pPr algn="ctr"/>
              <a:endParaRPr/>
            </a:p>
          </p:txBody>
        </p:sp>
        <p:sp>
          <p:nvSpPr>
            <p:cNvPr id="345" name="išḻîḍê">
              <a:extLst>
                <a:ext uri="{FF2B5EF4-FFF2-40B4-BE49-F238E27FC236}">
                  <a16:creationId xmlns:a16="http://schemas.microsoft.com/office/drawing/2014/main" id="{3A439AA7-BD35-40AF-9C99-D0C9CACFEB45}"/>
                </a:ext>
              </a:extLst>
            </p:cNvPr>
            <p:cNvSpPr/>
            <p:nvPr/>
          </p:nvSpPr>
          <p:spPr bwMode="auto">
            <a:xfrm>
              <a:off x="7555707" y="3618618"/>
              <a:ext cx="166688" cy="144463"/>
            </a:xfrm>
            <a:custGeom>
              <a:avLst/>
              <a:gdLst>
                <a:gd name="T0" fmla="*/ 72 w 82"/>
                <a:gd name="T1" fmla="*/ 25 h 71"/>
                <a:gd name="T2" fmla="*/ 25 w 82"/>
                <a:gd name="T3" fmla="*/ 63 h 71"/>
                <a:gd name="T4" fmla="*/ 4 w 82"/>
                <a:gd name="T5" fmla="*/ 66 h 71"/>
                <a:gd name="T6" fmla="*/ 10 w 82"/>
                <a:gd name="T7" fmla="*/ 46 h 71"/>
                <a:gd name="T8" fmla="*/ 57 w 82"/>
                <a:gd name="T9" fmla="*/ 8 h 71"/>
                <a:gd name="T10" fmla="*/ 78 w 82"/>
                <a:gd name="T11" fmla="*/ 4 h 71"/>
                <a:gd name="T12" fmla="*/ 72 w 82"/>
                <a:gd name="T13" fmla="*/ 25 h 71"/>
              </a:gdLst>
              <a:ahLst/>
              <a:cxnLst>
                <a:cxn ang="0">
                  <a:pos x="T0" y="T1"/>
                </a:cxn>
                <a:cxn ang="0">
                  <a:pos x="T2" y="T3"/>
                </a:cxn>
                <a:cxn ang="0">
                  <a:pos x="T4" y="T5"/>
                </a:cxn>
                <a:cxn ang="0">
                  <a:pos x="T6" y="T7"/>
                </a:cxn>
                <a:cxn ang="0">
                  <a:pos x="T8" y="T9"/>
                </a:cxn>
                <a:cxn ang="0">
                  <a:pos x="T10" y="T11"/>
                </a:cxn>
                <a:cxn ang="0">
                  <a:pos x="T12" y="T13"/>
                </a:cxn>
              </a:cxnLst>
              <a:rect l="0" t="0" r="r" b="b"/>
              <a:pathLst>
                <a:path w="82" h="71">
                  <a:moveTo>
                    <a:pt x="72" y="25"/>
                  </a:moveTo>
                  <a:cubicBezTo>
                    <a:pt x="25" y="63"/>
                    <a:pt x="25" y="63"/>
                    <a:pt x="25" y="63"/>
                  </a:cubicBezTo>
                  <a:cubicBezTo>
                    <a:pt x="18" y="69"/>
                    <a:pt x="8" y="71"/>
                    <a:pt x="4" y="66"/>
                  </a:cubicBezTo>
                  <a:cubicBezTo>
                    <a:pt x="0" y="61"/>
                    <a:pt x="3" y="52"/>
                    <a:pt x="10" y="46"/>
                  </a:cubicBezTo>
                  <a:cubicBezTo>
                    <a:pt x="57" y="8"/>
                    <a:pt x="57" y="8"/>
                    <a:pt x="57" y="8"/>
                  </a:cubicBezTo>
                  <a:cubicBezTo>
                    <a:pt x="64" y="1"/>
                    <a:pt x="74" y="0"/>
                    <a:pt x="78" y="4"/>
                  </a:cubicBezTo>
                  <a:cubicBezTo>
                    <a:pt x="82" y="9"/>
                    <a:pt x="79" y="18"/>
                    <a:pt x="72" y="25"/>
                  </a:cubicBezTo>
                </a:path>
              </a:pathLst>
            </a:custGeom>
            <a:solidFill>
              <a:srgbClr val="FFC7B0"/>
            </a:solidFill>
            <a:ln>
              <a:noFill/>
            </a:ln>
            <a:extLst>
              <a:ext uri="{91240B29-F687-4F45-9708-019B960494DF}">
                <a14:hiddenLine xmlns:a14="http://schemas.microsoft.com/office/drawing/2010/main" w="9525">
                  <a:solidFill>
                    <a:srgbClr val="000000"/>
                  </a:solidFill>
                  <a:round/>
                  <a:headEnd/>
                  <a:tailEnd/>
                </a14:hiddenLine>
              </a:ext>
            </a:extLst>
          </p:spPr>
          <p:txBody>
            <a:bodyPr anchor="ctr"/>
            <a:lstStyle/>
            <a:p>
              <a:pPr algn="ctr"/>
              <a:endParaRPr/>
            </a:p>
          </p:txBody>
        </p:sp>
        <p:sp>
          <p:nvSpPr>
            <p:cNvPr id="346" name="îṧḷîḑè">
              <a:extLst>
                <a:ext uri="{FF2B5EF4-FFF2-40B4-BE49-F238E27FC236}">
                  <a16:creationId xmlns:a16="http://schemas.microsoft.com/office/drawing/2014/main" id="{8DD137E5-8084-475F-9BB8-7F4118F6C11F}"/>
                </a:ext>
              </a:extLst>
            </p:cNvPr>
            <p:cNvSpPr/>
            <p:nvPr/>
          </p:nvSpPr>
          <p:spPr bwMode="auto">
            <a:xfrm>
              <a:off x="7571582" y="3677356"/>
              <a:ext cx="166688" cy="144463"/>
            </a:xfrm>
            <a:custGeom>
              <a:avLst/>
              <a:gdLst>
                <a:gd name="T0" fmla="*/ 72 w 82"/>
                <a:gd name="T1" fmla="*/ 25 h 71"/>
                <a:gd name="T2" fmla="*/ 25 w 82"/>
                <a:gd name="T3" fmla="*/ 63 h 71"/>
                <a:gd name="T4" fmla="*/ 4 w 82"/>
                <a:gd name="T5" fmla="*/ 66 h 71"/>
                <a:gd name="T6" fmla="*/ 10 w 82"/>
                <a:gd name="T7" fmla="*/ 46 h 71"/>
                <a:gd name="T8" fmla="*/ 57 w 82"/>
                <a:gd name="T9" fmla="*/ 8 h 71"/>
                <a:gd name="T10" fmla="*/ 78 w 82"/>
                <a:gd name="T11" fmla="*/ 5 h 71"/>
                <a:gd name="T12" fmla="*/ 72 w 82"/>
                <a:gd name="T13" fmla="*/ 25 h 71"/>
              </a:gdLst>
              <a:ahLst/>
              <a:cxnLst>
                <a:cxn ang="0">
                  <a:pos x="T0" y="T1"/>
                </a:cxn>
                <a:cxn ang="0">
                  <a:pos x="T2" y="T3"/>
                </a:cxn>
                <a:cxn ang="0">
                  <a:pos x="T4" y="T5"/>
                </a:cxn>
                <a:cxn ang="0">
                  <a:pos x="T6" y="T7"/>
                </a:cxn>
                <a:cxn ang="0">
                  <a:pos x="T8" y="T9"/>
                </a:cxn>
                <a:cxn ang="0">
                  <a:pos x="T10" y="T11"/>
                </a:cxn>
                <a:cxn ang="0">
                  <a:pos x="T12" y="T13"/>
                </a:cxn>
              </a:cxnLst>
              <a:rect l="0" t="0" r="r" b="b"/>
              <a:pathLst>
                <a:path w="82" h="71">
                  <a:moveTo>
                    <a:pt x="72" y="25"/>
                  </a:moveTo>
                  <a:cubicBezTo>
                    <a:pt x="25" y="63"/>
                    <a:pt x="25" y="63"/>
                    <a:pt x="25" y="63"/>
                  </a:cubicBezTo>
                  <a:cubicBezTo>
                    <a:pt x="18" y="70"/>
                    <a:pt x="8" y="71"/>
                    <a:pt x="4" y="66"/>
                  </a:cubicBezTo>
                  <a:cubicBezTo>
                    <a:pt x="0" y="62"/>
                    <a:pt x="2" y="53"/>
                    <a:pt x="10" y="46"/>
                  </a:cubicBezTo>
                  <a:cubicBezTo>
                    <a:pt x="57" y="8"/>
                    <a:pt x="57" y="8"/>
                    <a:pt x="57" y="8"/>
                  </a:cubicBezTo>
                  <a:cubicBezTo>
                    <a:pt x="64" y="1"/>
                    <a:pt x="74" y="0"/>
                    <a:pt x="78" y="5"/>
                  </a:cubicBezTo>
                  <a:cubicBezTo>
                    <a:pt x="82" y="9"/>
                    <a:pt x="79" y="19"/>
                    <a:pt x="72" y="25"/>
                  </a:cubicBezTo>
                </a:path>
              </a:pathLst>
            </a:custGeom>
            <a:solidFill>
              <a:srgbClr val="FFC7B0"/>
            </a:solidFill>
            <a:ln>
              <a:noFill/>
            </a:ln>
            <a:extLst>
              <a:ext uri="{91240B29-F687-4F45-9708-019B960494DF}">
                <a14:hiddenLine xmlns:a14="http://schemas.microsoft.com/office/drawing/2010/main" w="9525">
                  <a:solidFill>
                    <a:srgbClr val="000000"/>
                  </a:solidFill>
                  <a:round/>
                  <a:headEnd/>
                  <a:tailEnd/>
                </a14:hiddenLine>
              </a:ext>
            </a:extLst>
          </p:spPr>
          <p:txBody>
            <a:bodyPr anchor="ctr"/>
            <a:lstStyle/>
            <a:p>
              <a:pPr algn="ctr"/>
              <a:endParaRPr/>
            </a:p>
          </p:txBody>
        </p:sp>
        <p:sp>
          <p:nvSpPr>
            <p:cNvPr id="347" name="îSḷíďé">
              <a:extLst>
                <a:ext uri="{FF2B5EF4-FFF2-40B4-BE49-F238E27FC236}">
                  <a16:creationId xmlns:a16="http://schemas.microsoft.com/office/drawing/2014/main" id="{8367DAC5-EB69-40EE-8B62-CCA44D062065}"/>
                </a:ext>
              </a:extLst>
            </p:cNvPr>
            <p:cNvSpPr/>
            <p:nvPr/>
          </p:nvSpPr>
          <p:spPr bwMode="auto">
            <a:xfrm>
              <a:off x="7635082" y="3697993"/>
              <a:ext cx="165100" cy="146050"/>
            </a:xfrm>
            <a:custGeom>
              <a:avLst/>
              <a:gdLst>
                <a:gd name="T0" fmla="*/ 72 w 82"/>
                <a:gd name="T1" fmla="*/ 25 h 72"/>
                <a:gd name="T2" fmla="*/ 25 w 82"/>
                <a:gd name="T3" fmla="*/ 64 h 72"/>
                <a:gd name="T4" fmla="*/ 4 w 82"/>
                <a:gd name="T5" fmla="*/ 67 h 72"/>
                <a:gd name="T6" fmla="*/ 10 w 82"/>
                <a:gd name="T7" fmla="*/ 47 h 72"/>
                <a:gd name="T8" fmla="*/ 56 w 82"/>
                <a:gd name="T9" fmla="*/ 8 h 72"/>
                <a:gd name="T10" fmla="*/ 78 w 82"/>
                <a:gd name="T11" fmla="*/ 5 h 72"/>
                <a:gd name="T12" fmla="*/ 72 w 82"/>
                <a:gd name="T13" fmla="*/ 25 h 72"/>
              </a:gdLst>
              <a:ahLst/>
              <a:cxnLst>
                <a:cxn ang="0">
                  <a:pos x="T0" y="T1"/>
                </a:cxn>
                <a:cxn ang="0">
                  <a:pos x="T2" y="T3"/>
                </a:cxn>
                <a:cxn ang="0">
                  <a:pos x="T4" y="T5"/>
                </a:cxn>
                <a:cxn ang="0">
                  <a:pos x="T6" y="T7"/>
                </a:cxn>
                <a:cxn ang="0">
                  <a:pos x="T8" y="T9"/>
                </a:cxn>
                <a:cxn ang="0">
                  <a:pos x="T10" y="T11"/>
                </a:cxn>
                <a:cxn ang="0">
                  <a:pos x="T12" y="T13"/>
                </a:cxn>
              </a:cxnLst>
              <a:rect l="0" t="0" r="r" b="b"/>
              <a:pathLst>
                <a:path w="82" h="72">
                  <a:moveTo>
                    <a:pt x="72" y="25"/>
                  </a:moveTo>
                  <a:cubicBezTo>
                    <a:pt x="25" y="64"/>
                    <a:pt x="25" y="64"/>
                    <a:pt x="25" y="64"/>
                  </a:cubicBezTo>
                  <a:cubicBezTo>
                    <a:pt x="18" y="70"/>
                    <a:pt x="8" y="72"/>
                    <a:pt x="4" y="67"/>
                  </a:cubicBezTo>
                  <a:cubicBezTo>
                    <a:pt x="0" y="62"/>
                    <a:pt x="2" y="53"/>
                    <a:pt x="10" y="47"/>
                  </a:cubicBezTo>
                  <a:cubicBezTo>
                    <a:pt x="56" y="8"/>
                    <a:pt x="56" y="8"/>
                    <a:pt x="56" y="8"/>
                  </a:cubicBezTo>
                  <a:cubicBezTo>
                    <a:pt x="64" y="2"/>
                    <a:pt x="73" y="0"/>
                    <a:pt x="78" y="5"/>
                  </a:cubicBezTo>
                  <a:cubicBezTo>
                    <a:pt x="82" y="10"/>
                    <a:pt x="79" y="19"/>
                    <a:pt x="72" y="25"/>
                  </a:cubicBezTo>
                </a:path>
              </a:pathLst>
            </a:custGeom>
            <a:solidFill>
              <a:srgbClr val="FFC7B0"/>
            </a:solidFill>
            <a:ln>
              <a:noFill/>
            </a:ln>
            <a:extLst>
              <a:ext uri="{91240B29-F687-4F45-9708-019B960494DF}">
                <a14:hiddenLine xmlns:a14="http://schemas.microsoft.com/office/drawing/2010/main" w="9525">
                  <a:solidFill>
                    <a:srgbClr val="000000"/>
                  </a:solidFill>
                  <a:round/>
                  <a:headEnd/>
                  <a:tailEnd/>
                </a14:hiddenLine>
              </a:ext>
            </a:extLst>
          </p:spPr>
          <p:txBody>
            <a:bodyPr anchor="ctr"/>
            <a:lstStyle/>
            <a:p>
              <a:pPr algn="ctr"/>
              <a:endParaRPr/>
            </a:p>
          </p:txBody>
        </p:sp>
        <p:sp>
          <p:nvSpPr>
            <p:cNvPr id="348" name="íṥḻidé">
              <a:extLst>
                <a:ext uri="{FF2B5EF4-FFF2-40B4-BE49-F238E27FC236}">
                  <a16:creationId xmlns:a16="http://schemas.microsoft.com/office/drawing/2014/main" id="{ECE68156-B413-4DAB-B708-645642192DFF}"/>
                </a:ext>
              </a:extLst>
            </p:cNvPr>
            <p:cNvSpPr/>
            <p:nvPr/>
          </p:nvSpPr>
          <p:spPr bwMode="auto">
            <a:xfrm>
              <a:off x="7730332" y="2462918"/>
              <a:ext cx="568325" cy="1228725"/>
            </a:xfrm>
            <a:custGeom>
              <a:avLst/>
              <a:gdLst>
                <a:gd name="T0" fmla="*/ 235 w 281"/>
                <a:gd name="T1" fmla="*/ 407 h 608"/>
                <a:gd name="T2" fmla="*/ 198 w 281"/>
                <a:gd name="T3" fmla="*/ 468 h 608"/>
                <a:gd name="T4" fmla="*/ 172 w 281"/>
                <a:gd name="T5" fmla="*/ 497 h 608"/>
                <a:gd name="T6" fmla="*/ 73 w 281"/>
                <a:gd name="T7" fmla="*/ 596 h 608"/>
                <a:gd name="T8" fmla="*/ 53 w 281"/>
                <a:gd name="T9" fmla="*/ 606 h 608"/>
                <a:gd name="T10" fmla="*/ 15 w 281"/>
                <a:gd name="T11" fmla="*/ 589 h 608"/>
                <a:gd name="T12" fmla="*/ 31 w 281"/>
                <a:gd name="T13" fmla="*/ 535 h 608"/>
                <a:gd name="T14" fmla="*/ 119 w 281"/>
                <a:gd name="T15" fmla="*/ 437 h 608"/>
                <a:gd name="T16" fmla="*/ 144 w 281"/>
                <a:gd name="T17" fmla="*/ 403 h 608"/>
                <a:gd name="T18" fmla="*/ 163 w 281"/>
                <a:gd name="T19" fmla="*/ 369 h 608"/>
                <a:gd name="T20" fmla="*/ 182 w 281"/>
                <a:gd name="T21" fmla="*/ 173 h 608"/>
                <a:gd name="T22" fmla="*/ 159 w 281"/>
                <a:gd name="T23" fmla="*/ 63 h 608"/>
                <a:gd name="T24" fmla="*/ 189 w 281"/>
                <a:gd name="T25" fmla="*/ 5 h 608"/>
                <a:gd name="T26" fmla="*/ 239 w 281"/>
                <a:gd name="T27" fmla="*/ 44 h 608"/>
                <a:gd name="T28" fmla="*/ 262 w 281"/>
                <a:gd name="T29" fmla="*/ 153 h 608"/>
                <a:gd name="T30" fmla="*/ 235 w 281"/>
                <a:gd name="T31" fmla="*/ 407 h 60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281" h="608">
                  <a:moveTo>
                    <a:pt x="235" y="407"/>
                  </a:moveTo>
                  <a:cubicBezTo>
                    <a:pt x="225" y="429"/>
                    <a:pt x="212" y="450"/>
                    <a:pt x="198" y="468"/>
                  </a:cubicBezTo>
                  <a:cubicBezTo>
                    <a:pt x="190" y="478"/>
                    <a:pt x="181" y="488"/>
                    <a:pt x="172" y="497"/>
                  </a:cubicBezTo>
                  <a:cubicBezTo>
                    <a:pt x="73" y="596"/>
                    <a:pt x="73" y="596"/>
                    <a:pt x="73" y="596"/>
                  </a:cubicBezTo>
                  <a:cubicBezTo>
                    <a:pt x="68" y="602"/>
                    <a:pt x="61" y="605"/>
                    <a:pt x="53" y="606"/>
                  </a:cubicBezTo>
                  <a:cubicBezTo>
                    <a:pt x="40" y="608"/>
                    <a:pt x="25" y="602"/>
                    <a:pt x="15" y="589"/>
                  </a:cubicBezTo>
                  <a:cubicBezTo>
                    <a:pt x="0" y="568"/>
                    <a:pt x="14" y="552"/>
                    <a:pt x="31" y="535"/>
                  </a:cubicBezTo>
                  <a:cubicBezTo>
                    <a:pt x="119" y="437"/>
                    <a:pt x="119" y="437"/>
                    <a:pt x="119" y="437"/>
                  </a:cubicBezTo>
                  <a:cubicBezTo>
                    <a:pt x="128" y="426"/>
                    <a:pt x="137" y="414"/>
                    <a:pt x="144" y="403"/>
                  </a:cubicBezTo>
                  <a:cubicBezTo>
                    <a:pt x="151" y="392"/>
                    <a:pt x="157" y="381"/>
                    <a:pt x="163" y="369"/>
                  </a:cubicBezTo>
                  <a:cubicBezTo>
                    <a:pt x="191" y="308"/>
                    <a:pt x="197" y="240"/>
                    <a:pt x="182" y="173"/>
                  </a:cubicBezTo>
                  <a:cubicBezTo>
                    <a:pt x="159" y="63"/>
                    <a:pt x="159" y="63"/>
                    <a:pt x="159" y="63"/>
                  </a:cubicBezTo>
                  <a:cubicBezTo>
                    <a:pt x="153" y="36"/>
                    <a:pt x="167" y="11"/>
                    <a:pt x="189" y="5"/>
                  </a:cubicBezTo>
                  <a:cubicBezTo>
                    <a:pt x="211" y="0"/>
                    <a:pt x="233" y="17"/>
                    <a:pt x="239" y="44"/>
                  </a:cubicBezTo>
                  <a:cubicBezTo>
                    <a:pt x="262" y="153"/>
                    <a:pt x="262" y="153"/>
                    <a:pt x="262" y="153"/>
                  </a:cubicBezTo>
                  <a:cubicBezTo>
                    <a:pt x="281" y="242"/>
                    <a:pt x="271" y="333"/>
                    <a:pt x="235" y="407"/>
                  </a:cubicBezTo>
                </a:path>
              </a:pathLst>
            </a:custGeom>
            <a:solidFill>
              <a:srgbClr val="FFC7B0"/>
            </a:solidFill>
            <a:ln>
              <a:noFill/>
            </a:ln>
            <a:extLst>
              <a:ext uri="{91240B29-F687-4F45-9708-019B960494DF}">
                <a14:hiddenLine xmlns:a14="http://schemas.microsoft.com/office/drawing/2010/main" w="9525">
                  <a:solidFill>
                    <a:srgbClr val="000000"/>
                  </a:solidFill>
                  <a:round/>
                  <a:headEnd/>
                  <a:tailEnd/>
                </a14:hiddenLine>
              </a:ext>
            </a:extLst>
          </p:spPr>
          <p:txBody>
            <a:bodyPr anchor="ctr"/>
            <a:lstStyle/>
            <a:p>
              <a:pPr algn="ctr"/>
              <a:endParaRPr/>
            </a:p>
          </p:txBody>
        </p:sp>
        <p:sp>
          <p:nvSpPr>
            <p:cNvPr id="349" name="ïṥḷiḍè">
              <a:extLst>
                <a:ext uri="{FF2B5EF4-FFF2-40B4-BE49-F238E27FC236}">
                  <a16:creationId xmlns:a16="http://schemas.microsoft.com/office/drawing/2014/main" id="{331BBBE0-80E2-4A94-ACE4-B05EDC9321DD}"/>
                </a:ext>
              </a:extLst>
            </p:cNvPr>
            <p:cNvSpPr/>
            <p:nvPr/>
          </p:nvSpPr>
          <p:spPr bwMode="auto">
            <a:xfrm>
              <a:off x="8028782" y="3178881"/>
              <a:ext cx="192088" cy="201613"/>
            </a:xfrm>
            <a:custGeom>
              <a:avLst/>
              <a:gdLst>
                <a:gd name="T0" fmla="*/ 22 w 95"/>
                <a:gd name="T1" fmla="*/ 0 h 100"/>
                <a:gd name="T2" fmla="*/ 95 w 95"/>
                <a:gd name="T3" fmla="*/ 38 h 100"/>
                <a:gd name="T4" fmla="*/ 60 w 95"/>
                <a:gd name="T5" fmla="*/ 100 h 100"/>
                <a:gd name="T6" fmla="*/ 0 w 95"/>
                <a:gd name="T7" fmla="*/ 42 h 100"/>
                <a:gd name="T8" fmla="*/ 22 w 95"/>
                <a:gd name="T9" fmla="*/ 0 h 100"/>
              </a:gdLst>
              <a:ahLst/>
              <a:cxnLst>
                <a:cxn ang="0">
                  <a:pos x="T0" y="T1"/>
                </a:cxn>
                <a:cxn ang="0">
                  <a:pos x="T2" y="T3"/>
                </a:cxn>
                <a:cxn ang="0">
                  <a:pos x="T4" y="T5"/>
                </a:cxn>
                <a:cxn ang="0">
                  <a:pos x="T6" y="T7"/>
                </a:cxn>
                <a:cxn ang="0">
                  <a:pos x="T8" y="T9"/>
                </a:cxn>
              </a:cxnLst>
              <a:rect l="0" t="0" r="r" b="b"/>
              <a:pathLst>
                <a:path w="95" h="100">
                  <a:moveTo>
                    <a:pt x="22" y="0"/>
                  </a:moveTo>
                  <a:cubicBezTo>
                    <a:pt x="95" y="38"/>
                    <a:pt x="95" y="38"/>
                    <a:pt x="95" y="38"/>
                  </a:cubicBezTo>
                  <a:cubicBezTo>
                    <a:pt x="84" y="60"/>
                    <a:pt x="74" y="81"/>
                    <a:pt x="60" y="100"/>
                  </a:cubicBezTo>
                  <a:cubicBezTo>
                    <a:pt x="0" y="42"/>
                    <a:pt x="0" y="42"/>
                    <a:pt x="0" y="42"/>
                  </a:cubicBezTo>
                  <a:cubicBezTo>
                    <a:pt x="22" y="0"/>
                    <a:pt x="22" y="0"/>
                    <a:pt x="22" y="0"/>
                  </a:cubicBezTo>
                </a:path>
              </a:pathLst>
            </a:custGeom>
            <a:solidFill>
              <a:srgbClr val="F4A891"/>
            </a:solidFill>
            <a:ln>
              <a:noFill/>
            </a:ln>
            <a:extLst>
              <a:ext uri="{91240B29-F687-4F45-9708-019B960494DF}">
                <a14:hiddenLine xmlns:a14="http://schemas.microsoft.com/office/drawing/2010/main" w="9525">
                  <a:solidFill>
                    <a:srgbClr val="000000"/>
                  </a:solidFill>
                  <a:round/>
                  <a:headEnd/>
                  <a:tailEnd/>
                </a14:hiddenLine>
              </a:ext>
            </a:extLst>
          </p:spPr>
          <p:txBody>
            <a:bodyPr anchor="ctr"/>
            <a:lstStyle/>
            <a:p>
              <a:pPr algn="ctr"/>
              <a:endParaRPr/>
            </a:p>
          </p:txBody>
        </p:sp>
        <p:sp>
          <p:nvSpPr>
            <p:cNvPr id="350" name="î$lïdé">
              <a:extLst>
                <a:ext uri="{FF2B5EF4-FFF2-40B4-BE49-F238E27FC236}">
                  <a16:creationId xmlns:a16="http://schemas.microsoft.com/office/drawing/2014/main" id="{A261BF0E-B449-46D1-A5A0-1636DD57A296}"/>
                </a:ext>
              </a:extLst>
            </p:cNvPr>
            <p:cNvSpPr/>
            <p:nvPr/>
          </p:nvSpPr>
          <p:spPr bwMode="auto">
            <a:xfrm>
              <a:off x="8014494" y="2393068"/>
              <a:ext cx="290513" cy="919163"/>
            </a:xfrm>
            <a:custGeom>
              <a:avLst/>
              <a:gdLst>
                <a:gd name="T0" fmla="*/ 38 w 143"/>
                <a:gd name="T1" fmla="*/ 325 h 455"/>
                <a:gd name="T2" fmla="*/ 35 w 143"/>
                <a:gd name="T3" fmla="*/ 233 h 455"/>
                <a:gd name="T4" fmla="*/ 14 w 143"/>
                <a:gd name="T5" fmla="*/ 55 h 455"/>
                <a:gd name="T6" fmla="*/ 94 w 143"/>
                <a:gd name="T7" fmla="*/ 46 h 455"/>
                <a:gd name="T8" fmla="*/ 140 w 143"/>
                <a:gd name="T9" fmla="*/ 317 h 455"/>
                <a:gd name="T10" fmla="*/ 98 w 143"/>
                <a:gd name="T11" fmla="*/ 455 h 455"/>
                <a:gd name="T12" fmla="*/ 9 w 143"/>
                <a:gd name="T13" fmla="*/ 399 h 455"/>
                <a:gd name="T14" fmla="*/ 38 w 143"/>
                <a:gd name="T15" fmla="*/ 325 h 455"/>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43" h="455">
                  <a:moveTo>
                    <a:pt x="38" y="325"/>
                  </a:moveTo>
                  <a:cubicBezTo>
                    <a:pt x="39" y="321"/>
                    <a:pt x="50" y="303"/>
                    <a:pt x="35" y="233"/>
                  </a:cubicBezTo>
                  <a:cubicBezTo>
                    <a:pt x="19" y="163"/>
                    <a:pt x="0" y="89"/>
                    <a:pt x="14" y="55"/>
                  </a:cubicBezTo>
                  <a:cubicBezTo>
                    <a:pt x="27" y="20"/>
                    <a:pt x="67" y="0"/>
                    <a:pt x="94" y="46"/>
                  </a:cubicBezTo>
                  <a:cubicBezTo>
                    <a:pt x="121" y="91"/>
                    <a:pt x="143" y="261"/>
                    <a:pt x="140" y="317"/>
                  </a:cubicBezTo>
                  <a:cubicBezTo>
                    <a:pt x="136" y="372"/>
                    <a:pt x="98" y="455"/>
                    <a:pt x="98" y="455"/>
                  </a:cubicBezTo>
                  <a:cubicBezTo>
                    <a:pt x="9" y="399"/>
                    <a:pt x="9" y="399"/>
                    <a:pt x="9" y="399"/>
                  </a:cubicBezTo>
                  <a:cubicBezTo>
                    <a:pt x="9" y="399"/>
                    <a:pt x="33" y="362"/>
                    <a:pt x="38" y="325"/>
                  </a:cubicBezTo>
                </a:path>
              </a:pathLst>
            </a:custGeom>
            <a:solidFill>
              <a:srgbClr val="D93838"/>
            </a:solidFill>
            <a:ln>
              <a:noFill/>
            </a:ln>
            <a:extLst>
              <a:ext uri="{91240B29-F687-4F45-9708-019B960494DF}">
                <a14:hiddenLine xmlns:a14="http://schemas.microsoft.com/office/drawing/2010/main" w="9525">
                  <a:solidFill>
                    <a:srgbClr val="000000"/>
                  </a:solidFill>
                  <a:round/>
                  <a:headEnd/>
                  <a:tailEnd/>
                </a14:hiddenLine>
              </a:ext>
            </a:extLst>
          </p:spPr>
          <p:txBody>
            <a:bodyPr anchor="ctr"/>
            <a:lstStyle/>
            <a:p>
              <a:pPr algn="ctr"/>
              <a:endParaRPr/>
            </a:p>
          </p:txBody>
        </p:sp>
        <p:sp>
          <p:nvSpPr>
            <p:cNvPr id="351" name="ïśḻïḍe">
              <a:extLst>
                <a:ext uri="{FF2B5EF4-FFF2-40B4-BE49-F238E27FC236}">
                  <a16:creationId xmlns:a16="http://schemas.microsoft.com/office/drawing/2014/main" id="{73BCD18C-4D5B-4114-8955-F72EAC2BA0BE}"/>
                </a:ext>
              </a:extLst>
            </p:cNvPr>
            <p:cNvSpPr/>
            <p:nvPr/>
          </p:nvSpPr>
          <p:spPr bwMode="auto">
            <a:xfrm>
              <a:off x="6527007" y="2289881"/>
              <a:ext cx="144463" cy="182563"/>
            </a:xfrm>
            <a:custGeom>
              <a:avLst/>
              <a:gdLst>
                <a:gd name="T0" fmla="*/ 28 w 72"/>
                <a:gd name="T1" fmla="*/ 9 h 90"/>
                <a:gd name="T2" fmla="*/ 67 w 72"/>
                <a:gd name="T3" fmla="*/ 65 h 90"/>
                <a:gd name="T4" fmla="*/ 64 w 72"/>
                <a:gd name="T5" fmla="*/ 85 h 90"/>
                <a:gd name="T6" fmla="*/ 63 w 72"/>
                <a:gd name="T7" fmla="*/ 86 h 90"/>
                <a:gd name="T8" fmla="*/ 44 w 72"/>
                <a:gd name="T9" fmla="*/ 81 h 90"/>
                <a:gd name="T10" fmla="*/ 5 w 72"/>
                <a:gd name="T11" fmla="*/ 24 h 90"/>
                <a:gd name="T12" fmla="*/ 7 w 72"/>
                <a:gd name="T13" fmla="*/ 5 h 90"/>
                <a:gd name="T14" fmla="*/ 8 w 72"/>
                <a:gd name="T15" fmla="*/ 4 h 90"/>
                <a:gd name="T16" fmla="*/ 28 w 72"/>
                <a:gd name="T17" fmla="*/ 9 h 9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72" h="90">
                  <a:moveTo>
                    <a:pt x="28" y="9"/>
                  </a:moveTo>
                  <a:cubicBezTo>
                    <a:pt x="67" y="65"/>
                    <a:pt x="67" y="65"/>
                    <a:pt x="67" y="65"/>
                  </a:cubicBezTo>
                  <a:cubicBezTo>
                    <a:pt x="72" y="72"/>
                    <a:pt x="70" y="81"/>
                    <a:pt x="64" y="85"/>
                  </a:cubicBezTo>
                  <a:cubicBezTo>
                    <a:pt x="63" y="86"/>
                    <a:pt x="63" y="86"/>
                    <a:pt x="63" y="86"/>
                  </a:cubicBezTo>
                  <a:cubicBezTo>
                    <a:pt x="57" y="90"/>
                    <a:pt x="49" y="88"/>
                    <a:pt x="44" y="81"/>
                  </a:cubicBezTo>
                  <a:cubicBezTo>
                    <a:pt x="5" y="24"/>
                    <a:pt x="5" y="24"/>
                    <a:pt x="5" y="24"/>
                  </a:cubicBezTo>
                  <a:cubicBezTo>
                    <a:pt x="0" y="18"/>
                    <a:pt x="1" y="9"/>
                    <a:pt x="7" y="5"/>
                  </a:cubicBezTo>
                  <a:cubicBezTo>
                    <a:pt x="8" y="4"/>
                    <a:pt x="8" y="4"/>
                    <a:pt x="8" y="4"/>
                  </a:cubicBezTo>
                  <a:cubicBezTo>
                    <a:pt x="15" y="0"/>
                    <a:pt x="23" y="2"/>
                    <a:pt x="28" y="9"/>
                  </a:cubicBezTo>
                  <a:close/>
                </a:path>
              </a:pathLst>
            </a:custGeom>
            <a:solidFill>
              <a:srgbClr val="F4A891"/>
            </a:solidFill>
            <a:ln>
              <a:noFill/>
            </a:ln>
            <a:extLst>
              <a:ext uri="{91240B29-F687-4F45-9708-019B960494DF}">
                <a14:hiddenLine xmlns:a14="http://schemas.microsoft.com/office/drawing/2010/main" w="9525">
                  <a:solidFill>
                    <a:srgbClr val="000000"/>
                  </a:solidFill>
                  <a:round/>
                  <a:headEnd/>
                  <a:tailEnd/>
                </a14:hiddenLine>
              </a:ext>
            </a:extLst>
          </p:spPr>
          <p:txBody>
            <a:bodyPr anchor="ctr"/>
            <a:lstStyle/>
            <a:p>
              <a:pPr algn="ctr"/>
              <a:endParaRPr/>
            </a:p>
          </p:txBody>
        </p:sp>
        <p:sp>
          <p:nvSpPr>
            <p:cNvPr id="352" name="ï$liḑê">
              <a:extLst>
                <a:ext uri="{FF2B5EF4-FFF2-40B4-BE49-F238E27FC236}">
                  <a16:creationId xmlns:a16="http://schemas.microsoft.com/office/drawing/2014/main" id="{84CAFB0F-39B9-4A96-8957-AC39D69281C0}"/>
                </a:ext>
              </a:extLst>
            </p:cNvPr>
            <p:cNvSpPr/>
            <p:nvPr/>
          </p:nvSpPr>
          <p:spPr bwMode="auto">
            <a:xfrm>
              <a:off x="6406357" y="2339093"/>
              <a:ext cx="269875" cy="246063"/>
            </a:xfrm>
            <a:custGeom>
              <a:avLst/>
              <a:gdLst>
                <a:gd name="T0" fmla="*/ 79 w 133"/>
                <a:gd name="T1" fmla="*/ 115 h 122"/>
                <a:gd name="T2" fmla="*/ 30 w 133"/>
                <a:gd name="T3" fmla="*/ 83 h 122"/>
                <a:gd name="T4" fmla="*/ 6 w 133"/>
                <a:gd name="T5" fmla="*/ 43 h 122"/>
                <a:gd name="T6" fmla="*/ 27 w 133"/>
                <a:gd name="T7" fmla="*/ 17 h 122"/>
                <a:gd name="T8" fmla="*/ 63 w 133"/>
                <a:gd name="T9" fmla="*/ 6 h 122"/>
                <a:gd name="T10" fmla="*/ 111 w 133"/>
                <a:gd name="T11" fmla="*/ 28 h 122"/>
                <a:gd name="T12" fmla="*/ 127 w 133"/>
                <a:gd name="T13" fmla="*/ 66 h 122"/>
                <a:gd name="T14" fmla="*/ 114 w 133"/>
                <a:gd name="T15" fmla="*/ 96 h 122"/>
                <a:gd name="T16" fmla="*/ 79 w 133"/>
                <a:gd name="T17" fmla="*/ 115 h 1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33" h="122">
                  <a:moveTo>
                    <a:pt x="79" y="115"/>
                  </a:moveTo>
                  <a:cubicBezTo>
                    <a:pt x="79" y="115"/>
                    <a:pt x="41" y="90"/>
                    <a:pt x="30" y="83"/>
                  </a:cubicBezTo>
                  <a:cubicBezTo>
                    <a:pt x="8" y="69"/>
                    <a:pt x="0" y="57"/>
                    <a:pt x="6" y="43"/>
                  </a:cubicBezTo>
                  <a:cubicBezTo>
                    <a:pt x="27" y="17"/>
                    <a:pt x="27" y="17"/>
                    <a:pt x="27" y="17"/>
                  </a:cubicBezTo>
                  <a:cubicBezTo>
                    <a:pt x="41" y="5"/>
                    <a:pt x="48" y="0"/>
                    <a:pt x="63" y="6"/>
                  </a:cubicBezTo>
                  <a:cubicBezTo>
                    <a:pt x="111" y="28"/>
                    <a:pt x="111" y="28"/>
                    <a:pt x="111" y="28"/>
                  </a:cubicBezTo>
                  <a:cubicBezTo>
                    <a:pt x="126" y="34"/>
                    <a:pt x="133" y="52"/>
                    <a:pt x="127" y="66"/>
                  </a:cubicBezTo>
                  <a:cubicBezTo>
                    <a:pt x="114" y="96"/>
                    <a:pt x="114" y="96"/>
                    <a:pt x="114" y="96"/>
                  </a:cubicBezTo>
                  <a:cubicBezTo>
                    <a:pt x="108" y="111"/>
                    <a:pt x="94" y="122"/>
                    <a:pt x="79" y="115"/>
                  </a:cubicBezTo>
                  <a:close/>
                </a:path>
              </a:pathLst>
            </a:custGeom>
            <a:solidFill>
              <a:srgbClr val="F4A891"/>
            </a:solidFill>
            <a:ln>
              <a:noFill/>
            </a:ln>
            <a:extLst>
              <a:ext uri="{91240B29-F687-4F45-9708-019B960494DF}">
                <a14:hiddenLine xmlns:a14="http://schemas.microsoft.com/office/drawing/2010/main" w="9525">
                  <a:solidFill>
                    <a:srgbClr val="000000"/>
                  </a:solidFill>
                  <a:round/>
                  <a:headEnd/>
                  <a:tailEnd/>
                </a14:hiddenLine>
              </a:ext>
            </a:extLst>
          </p:spPr>
          <p:txBody>
            <a:bodyPr anchor="ctr"/>
            <a:lstStyle/>
            <a:p>
              <a:pPr algn="ctr"/>
              <a:endParaRPr/>
            </a:p>
          </p:txBody>
        </p:sp>
        <p:sp>
          <p:nvSpPr>
            <p:cNvPr id="353" name="iṩ1iḑé">
              <a:extLst>
                <a:ext uri="{FF2B5EF4-FFF2-40B4-BE49-F238E27FC236}">
                  <a16:creationId xmlns:a16="http://schemas.microsoft.com/office/drawing/2014/main" id="{E3F2AFF6-33F1-4974-A8B7-F4A11B2EB42C}"/>
                </a:ext>
              </a:extLst>
            </p:cNvPr>
            <p:cNvSpPr/>
            <p:nvPr/>
          </p:nvSpPr>
          <p:spPr bwMode="auto">
            <a:xfrm>
              <a:off x="6366669" y="2261306"/>
              <a:ext cx="174625" cy="133350"/>
            </a:xfrm>
            <a:custGeom>
              <a:avLst/>
              <a:gdLst>
                <a:gd name="T0" fmla="*/ 61 w 86"/>
                <a:gd name="T1" fmla="*/ 60 h 66"/>
                <a:gd name="T2" fmla="*/ 12 w 86"/>
                <a:gd name="T3" fmla="*/ 25 h 66"/>
                <a:gd name="T4" fmla="*/ 4 w 86"/>
                <a:gd name="T5" fmla="*/ 6 h 66"/>
                <a:gd name="T6" fmla="*/ 25 w 86"/>
                <a:gd name="T7" fmla="*/ 6 h 66"/>
                <a:gd name="T8" fmla="*/ 74 w 86"/>
                <a:gd name="T9" fmla="*/ 41 h 66"/>
                <a:gd name="T10" fmla="*/ 82 w 86"/>
                <a:gd name="T11" fmla="*/ 61 h 66"/>
                <a:gd name="T12" fmla="*/ 61 w 86"/>
                <a:gd name="T13" fmla="*/ 60 h 66"/>
              </a:gdLst>
              <a:ahLst/>
              <a:cxnLst>
                <a:cxn ang="0">
                  <a:pos x="T0" y="T1"/>
                </a:cxn>
                <a:cxn ang="0">
                  <a:pos x="T2" y="T3"/>
                </a:cxn>
                <a:cxn ang="0">
                  <a:pos x="T4" y="T5"/>
                </a:cxn>
                <a:cxn ang="0">
                  <a:pos x="T6" y="T7"/>
                </a:cxn>
                <a:cxn ang="0">
                  <a:pos x="T8" y="T9"/>
                </a:cxn>
                <a:cxn ang="0">
                  <a:pos x="T10" y="T11"/>
                </a:cxn>
                <a:cxn ang="0">
                  <a:pos x="T12" y="T13"/>
                </a:cxn>
              </a:cxnLst>
              <a:rect l="0" t="0" r="r" b="b"/>
              <a:pathLst>
                <a:path w="86" h="66">
                  <a:moveTo>
                    <a:pt x="61" y="60"/>
                  </a:moveTo>
                  <a:cubicBezTo>
                    <a:pt x="12" y="25"/>
                    <a:pt x="12" y="25"/>
                    <a:pt x="12" y="25"/>
                  </a:cubicBezTo>
                  <a:cubicBezTo>
                    <a:pt x="4" y="20"/>
                    <a:pt x="0" y="11"/>
                    <a:pt x="4" y="6"/>
                  </a:cubicBezTo>
                  <a:cubicBezTo>
                    <a:pt x="7" y="0"/>
                    <a:pt x="17" y="0"/>
                    <a:pt x="25" y="6"/>
                  </a:cubicBezTo>
                  <a:cubicBezTo>
                    <a:pt x="74" y="41"/>
                    <a:pt x="74" y="41"/>
                    <a:pt x="74" y="41"/>
                  </a:cubicBezTo>
                  <a:cubicBezTo>
                    <a:pt x="82" y="46"/>
                    <a:pt x="86" y="55"/>
                    <a:pt x="82" y="61"/>
                  </a:cubicBezTo>
                  <a:cubicBezTo>
                    <a:pt x="79" y="66"/>
                    <a:pt x="70" y="66"/>
                    <a:pt x="61" y="60"/>
                  </a:cubicBezTo>
                  <a:close/>
                </a:path>
              </a:pathLst>
            </a:custGeom>
            <a:solidFill>
              <a:srgbClr val="F4A891"/>
            </a:solidFill>
            <a:ln>
              <a:noFill/>
            </a:ln>
            <a:extLst>
              <a:ext uri="{91240B29-F687-4F45-9708-019B960494DF}">
                <a14:hiddenLine xmlns:a14="http://schemas.microsoft.com/office/drawing/2010/main" w="9525">
                  <a:solidFill>
                    <a:srgbClr val="000000"/>
                  </a:solidFill>
                  <a:round/>
                  <a:headEnd/>
                  <a:tailEnd/>
                </a14:hiddenLine>
              </a:ext>
            </a:extLst>
          </p:spPr>
          <p:txBody>
            <a:bodyPr anchor="ctr"/>
            <a:lstStyle/>
            <a:p>
              <a:pPr algn="ctr"/>
              <a:endParaRPr/>
            </a:p>
          </p:txBody>
        </p:sp>
        <p:sp>
          <p:nvSpPr>
            <p:cNvPr id="354" name="îSḷíḓê">
              <a:extLst>
                <a:ext uri="{FF2B5EF4-FFF2-40B4-BE49-F238E27FC236}">
                  <a16:creationId xmlns:a16="http://schemas.microsoft.com/office/drawing/2014/main" id="{E29BEC41-4304-497E-9717-E8DDA2B3469C}"/>
                </a:ext>
              </a:extLst>
            </p:cNvPr>
            <p:cNvSpPr/>
            <p:nvPr/>
          </p:nvSpPr>
          <p:spPr bwMode="auto">
            <a:xfrm>
              <a:off x="6314282" y="2294643"/>
              <a:ext cx="173038" cy="130175"/>
            </a:xfrm>
            <a:custGeom>
              <a:avLst/>
              <a:gdLst>
                <a:gd name="T0" fmla="*/ 61 w 86"/>
                <a:gd name="T1" fmla="*/ 60 h 65"/>
                <a:gd name="T2" fmla="*/ 12 w 86"/>
                <a:gd name="T3" fmla="*/ 24 h 65"/>
                <a:gd name="T4" fmla="*/ 3 w 86"/>
                <a:gd name="T5" fmla="*/ 5 h 65"/>
                <a:gd name="T6" fmla="*/ 24 w 86"/>
                <a:gd name="T7" fmla="*/ 5 h 65"/>
                <a:gd name="T8" fmla="*/ 74 w 86"/>
                <a:gd name="T9" fmla="*/ 40 h 65"/>
                <a:gd name="T10" fmla="*/ 82 w 86"/>
                <a:gd name="T11" fmla="*/ 60 h 65"/>
                <a:gd name="T12" fmla="*/ 61 w 86"/>
                <a:gd name="T13" fmla="*/ 60 h 65"/>
              </a:gdLst>
              <a:ahLst/>
              <a:cxnLst>
                <a:cxn ang="0">
                  <a:pos x="T0" y="T1"/>
                </a:cxn>
                <a:cxn ang="0">
                  <a:pos x="T2" y="T3"/>
                </a:cxn>
                <a:cxn ang="0">
                  <a:pos x="T4" y="T5"/>
                </a:cxn>
                <a:cxn ang="0">
                  <a:pos x="T6" y="T7"/>
                </a:cxn>
                <a:cxn ang="0">
                  <a:pos x="T8" y="T9"/>
                </a:cxn>
                <a:cxn ang="0">
                  <a:pos x="T10" y="T11"/>
                </a:cxn>
                <a:cxn ang="0">
                  <a:pos x="T12" y="T13"/>
                </a:cxn>
              </a:cxnLst>
              <a:rect l="0" t="0" r="r" b="b"/>
              <a:pathLst>
                <a:path w="86" h="65">
                  <a:moveTo>
                    <a:pt x="61" y="60"/>
                  </a:moveTo>
                  <a:cubicBezTo>
                    <a:pt x="12" y="24"/>
                    <a:pt x="12" y="24"/>
                    <a:pt x="12" y="24"/>
                  </a:cubicBezTo>
                  <a:cubicBezTo>
                    <a:pt x="4" y="19"/>
                    <a:pt x="0" y="10"/>
                    <a:pt x="3" y="5"/>
                  </a:cubicBezTo>
                  <a:cubicBezTo>
                    <a:pt x="7" y="0"/>
                    <a:pt x="16" y="0"/>
                    <a:pt x="24" y="5"/>
                  </a:cubicBezTo>
                  <a:cubicBezTo>
                    <a:pt x="74" y="40"/>
                    <a:pt x="74" y="40"/>
                    <a:pt x="74" y="40"/>
                  </a:cubicBezTo>
                  <a:cubicBezTo>
                    <a:pt x="82" y="46"/>
                    <a:pt x="86" y="54"/>
                    <a:pt x="82" y="60"/>
                  </a:cubicBezTo>
                  <a:cubicBezTo>
                    <a:pt x="79" y="65"/>
                    <a:pt x="69" y="65"/>
                    <a:pt x="61" y="60"/>
                  </a:cubicBezTo>
                  <a:close/>
                </a:path>
              </a:pathLst>
            </a:custGeom>
            <a:solidFill>
              <a:srgbClr val="F4A891"/>
            </a:solidFill>
            <a:ln>
              <a:noFill/>
            </a:ln>
            <a:extLst>
              <a:ext uri="{91240B29-F687-4F45-9708-019B960494DF}">
                <a14:hiddenLine xmlns:a14="http://schemas.microsoft.com/office/drawing/2010/main" w="9525">
                  <a:solidFill>
                    <a:srgbClr val="000000"/>
                  </a:solidFill>
                  <a:round/>
                  <a:headEnd/>
                  <a:tailEnd/>
                </a14:hiddenLine>
              </a:ext>
            </a:extLst>
          </p:spPr>
          <p:txBody>
            <a:bodyPr anchor="ctr"/>
            <a:lstStyle/>
            <a:p>
              <a:pPr algn="ctr"/>
              <a:endParaRPr/>
            </a:p>
          </p:txBody>
        </p:sp>
        <p:sp>
          <p:nvSpPr>
            <p:cNvPr id="355" name="iṥľídè">
              <a:extLst>
                <a:ext uri="{FF2B5EF4-FFF2-40B4-BE49-F238E27FC236}">
                  <a16:creationId xmlns:a16="http://schemas.microsoft.com/office/drawing/2014/main" id="{5FFAA58C-E6C0-40F2-ADB4-2BAC28DE8D50}"/>
                </a:ext>
              </a:extLst>
            </p:cNvPr>
            <p:cNvSpPr/>
            <p:nvPr/>
          </p:nvSpPr>
          <p:spPr bwMode="auto">
            <a:xfrm>
              <a:off x="6309519" y="2358143"/>
              <a:ext cx="174625" cy="133350"/>
            </a:xfrm>
            <a:custGeom>
              <a:avLst/>
              <a:gdLst>
                <a:gd name="T0" fmla="*/ 61 w 86"/>
                <a:gd name="T1" fmla="*/ 60 h 66"/>
                <a:gd name="T2" fmla="*/ 12 w 86"/>
                <a:gd name="T3" fmla="*/ 25 h 66"/>
                <a:gd name="T4" fmla="*/ 3 w 86"/>
                <a:gd name="T5" fmla="*/ 5 h 66"/>
                <a:gd name="T6" fmla="*/ 24 w 86"/>
                <a:gd name="T7" fmla="*/ 6 h 66"/>
                <a:gd name="T8" fmla="*/ 74 w 86"/>
                <a:gd name="T9" fmla="*/ 41 h 66"/>
                <a:gd name="T10" fmla="*/ 82 w 86"/>
                <a:gd name="T11" fmla="*/ 60 h 66"/>
                <a:gd name="T12" fmla="*/ 61 w 86"/>
                <a:gd name="T13" fmla="*/ 60 h 66"/>
              </a:gdLst>
              <a:ahLst/>
              <a:cxnLst>
                <a:cxn ang="0">
                  <a:pos x="T0" y="T1"/>
                </a:cxn>
                <a:cxn ang="0">
                  <a:pos x="T2" y="T3"/>
                </a:cxn>
                <a:cxn ang="0">
                  <a:pos x="T4" y="T5"/>
                </a:cxn>
                <a:cxn ang="0">
                  <a:pos x="T6" y="T7"/>
                </a:cxn>
                <a:cxn ang="0">
                  <a:pos x="T8" y="T9"/>
                </a:cxn>
                <a:cxn ang="0">
                  <a:pos x="T10" y="T11"/>
                </a:cxn>
                <a:cxn ang="0">
                  <a:pos x="T12" y="T13"/>
                </a:cxn>
              </a:cxnLst>
              <a:rect l="0" t="0" r="r" b="b"/>
              <a:pathLst>
                <a:path w="86" h="66">
                  <a:moveTo>
                    <a:pt x="61" y="60"/>
                  </a:moveTo>
                  <a:cubicBezTo>
                    <a:pt x="12" y="25"/>
                    <a:pt x="12" y="25"/>
                    <a:pt x="12" y="25"/>
                  </a:cubicBezTo>
                  <a:cubicBezTo>
                    <a:pt x="4" y="19"/>
                    <a:pt x="0" y="11"/>
                    <a:pt x="3" y="5"/>
                  </a:cubicBezTo>
                  <a:cubicBezTo>
                    <a:pt x="7" y="0"/>
                    <a:pt x="16" y="0"/>
                    <a:pt x="24" y="6"/>
                  </a:cubicBezTo>
                  <a:cubicBezTo>
                    <a:pt x="74" y="41"/>
                    <a:pt x="74" y="41"/>
                    <a:pt x="74" y="41"/>
                  </a:cubicBezTo>
                  <a:cubicBezTo>
                    <a:pt x="82" y="46"/>
                    <a:pt x="86" y="55"/>
                    <a:pt x="82" y="60"/>
                  </a:cubicBezTo>
                  <a:cubicBezTo>
                    <a:pt x="79" y="66"/>
                    <a:pt x="69" y="65"/>
                    <a:pt x="61" y="60"/>
                  </a:cubicBezTo>
                  <a:close/>
                </a:path>
              </a:pathLst>
            </a:custGeom>
            <a:solidFill>
              <a:srgbClr val="F4A891"/>
            </a:solidFill>
            <a:ln>
              <a:noFill/>
            </a:ln>
            <a:extLst>
              <a:ext uri="{91240B29-F687-4F45-9708-019B960494DF}">
                <a14:hiddenLine xmlns:a14="http://schemas.microsoft.com/office/drawing/2010/main" w="9525">
                  <a:solidFill>
                    <a:srgbClr val="000000"/>
                  </a:solidFill>
                  <a:round/>
                  <a:headEnd/>
                  <a:tailEnd/>
                </a14:hiddenLine>
              </a:ext>
            </a:extLst>
          </p:spPr>
          <p:txBody>
            <a:bodyPr anchor="ctr"/>
            <a:lstStyle/>
            <a:p>
              <a:pPr algn="ctr"/>
              <a:endParaRPr/>
            </a:p>
          </p:txBody>
        </p:sp>
        <p:sp>
          <p:nvSpPr>
            <p:cNvPr id="356" name="iṧ1íḋé">
              <a:extLst>
                <a:ext uri="{FF2B5EF4-FFF2-40B4-BE49-F238E27FC236}">
                  <a16:creationId xmlns:a16="http://schemas.microsoft.com/office/drawing/2014/main" id="{CAD54C6D-B87A-4DB0-B159-7AF92B2783F7}"/>
                </a:ext>
              </a:extLst>
            </p:cNvPr>
            <p:cNvSpPr/>
            <p:nvPr/>
          </p:nvSpPr>
          <p:spPr bwMode="auto">
            <a:xfrm>
              <a:off x="6496844" y="2394656"/>
              <a:ext cx="1277938" cy="404813"/>
            </a:xfrm>
            <a:custGeom>
              <a:avLst/>
              <a:gdLst>
                <a:gd name="T0" fmla="*/ 245 w 632"/>
                <a:gd name="T1" fmla="*/ 185 h 200"/>
                <a:gd name="T2" fmla="*/ 177 w 632"/>
                <a:gd name="T3" fmla="*/ 165 h 200"/>
                <a:gd name="T4" fmla="*/ 142 w 632"/>
                <a:gd name="T5" fmla="*/ 148 h 200"/>
                <a:gd name="T6" fmla="*/ 21 w 632"/>
                <a:gd name="T7" fmla="*/ 78 h 200"/>
                <a:gd name="T8" fmla="*/ 6 w 632"/>
                <a:gd name="T9" fmla="*/ 62 h 200"/>
                <a:gd name="T10" fmla="*/ 13 w 632"/>
                <a:gd name="T11" fmla="*/ 21 h 200"/>
                <a:gd name="T12" fmla="*/ 69 w 632"/>
                <a:gd name="T13" fmla="*/ 21 h 200"/>
                <a:gd name="T14" fmla="*/ 186 w 632"/>
                <a:gd name="T15" fmla="*/ 81 h 200"/>
                <a:gd name="T16" fmla="*/ 226 w 632"/>
                <a:gd name="T17" fmla="*/ 96 h 200"/>
                <a:gd name="T18" fmla="*/ 263 w 632"/>
                <a:gd name="T19" fmla="*/ 105 h 200"/>
                <a:gd name="T20" fmla="*/ 458 w 632"/>
                <a:gd name="T21" fmla="*/ 73 h 200"/>
                <a:gd name="T22" fmla="*/ 558 w 632"/>
                <a:gd name="T23" fmla="*/ 22 h 200"/>
                <a:gd name="T24" fmla="*/ 621 w 632"/>
                <a:gd name="T25" fmla="*/ 36 h 200"/>
                <a:gd name="T26" fmla="*/ 597 w 632"/>
                <a:gd name="T27" fmla="*/ 94 h 200"/>
                <a:gd name="T28" fmla="*/ 497 w 632"/>
                <a:gd name="T29" fmla="*/ 145 h 200"/>
                <a:gd name="T30" fmla="*/ 245 w 632"/>
                <a:gd name="T31" fmla="*/ 185 h 2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632" h="200">
                  <a:moveTo>
                    <a:pt x="245" y="185"/>
                  </a:moveTo>
                  <a:cubicBezTo>
                    <a:pt x="222" y="181"/>
                    <a:pt x="199" y="174"/>
                    <a:pt x="177" y="165"/>
                  </a:cubicBezTo>
                  <a:cubicBezTo>
                    <a:pt x="165" y="160"/>
                    <a:pt x="153" y="155"/>
                    <a:pt x="142" y="148"/>
                  </a:cubicBezTo>
                  <a:cubicBezTo>
                    <a:pt x="21" y="78"/>
                    <a:pt x="21" y="78"/>
                    <a:pt x="21" y="78"/>
                  </a:cubicBezTo>
                  <a:cubicBezTo>
                    <a:pt x="14" y="74"/>
                    <a:pt x="9" y="68"/>
                    <a:pt x="6" y="62"/>
                  </a:cubicBezTo>
                  <a:cubicBezTo>
                    <a:pt x="0" y="49"/>
                    <a:pt x="2" y="34"/>
                    <a:pt x="13" y="21"/>
                  </a:cubicBezTo>
                  <a:cubicBezTo>
                    <a:pt x="29" y="0"/>
                    <a:pt x="48" y="9"/>
                    <a:pt x="69" y="21"/>
                  </a:cubicBezTo>
                  <a:cubicBezTo>
                    <a:pt x="186" y="81"/>
                    <a:pt x="186" y="81"/>
                    <a:pt x="186" y="81"/>
                  </a:cubicBezTo>
                  <a:cubicBezTo>
                    <a:pt x="199" y="87"/>
                    <a:pt x="213" y="92"/>
                    <a:pt x="226" y="96"/>
                  </a:cubicBezTo>
                  <a:cubicBezTo>
                    <a:pt x="238" y="100"/>
                    <a:pt x="251" y="103"/>
                    <a:pt x="263" y="105"/>
                  </a:cubicBezTo>
                  <a:cubicBezTo>
                    <a:pt x="329" y="116"/>
                    <a:pt x="397" y="104"/>
                    <a:pt x="458" y="73"/>
                  </a:cubicBezTo>
                  <a:cubicBezTo>
                    <a:pt x="558" y="22"/>
                    <a:pt x="558" y="22"/>
                    <a:pt x="558" y="22"/>
                  </a:cubicBezTo>
                  <a:cubicBezTo>
                    <a:pt x="582" y="10"/>
                    <a:pt x="610" y="16"/>
                    <a:pt x="621" y="36"/>
                  </a:cubicBezTo>
                  <a:cubicBezTo>
                    <a:pt x="632" y="55"/>
                    <a:pt x="621" y="82"/>
                    <a:pt x="597" y="94"/>
                  </a:cubicBezTo>
                  <a:cubicBezTo>
                    <a:pt x="497" y="145"/>
                    <a:pt x="497" y="145"/>
                    <a:pt x="497" y="145"/>
                  </a:cubicBezTo>
                  <a:cubicBezTo>
                    <a:pt x="416" y="187"/>
                    <a:pt x="327" y="200"/>
                    <a:pt x="245" y="185"/>
                  </a:cubicBezTo>
                  <a:close/>
                </a:path>
              </a:pathLst>
            </a:custGeom>
            <a:solidFill>
              <a:srgbClr val="F4A891"/>
            </a:solidFill>
            <a:ln>
              <a:noFill/>
            </a:ln>
            <a:extLst>
              <a:ext uri="{91240B29-F687-4F45-9708-019B960494DF}">
                <a14:hiddenLine xmlns:a14="http://schemas.microsoft.com/office/drawing/2010/main" w="9525">
                  <a:solidFill>
                    <a:srgbClr val="000000"/>
                  </a:solidFill>
                  <a:round/>
                  <a:headEnd/>
                  <a:tailEnd/>
                </a14:hiddenLine>
              </a:ext>
            </a:extLst>
          </p:spPr>
          <p:txBody>
            <a:bodyPr anchor="ctr"/>
            <a:lstStyle/>
            <a:p>
              <a:pPr algn="ctr"/>
              <a:endParaRPr/>
            </a:p>
          </p:txBody>
        </p:sp>
        <p:sp>
          <p:nvSpPr>
            <p:cNvPr id="357" name="îŝ1ïḋê">
              <a:extLst>
                <a:ext uri="{FF2B5EF4-FFF2-40B4-BE49-F238E27FC236}">
                  <a16:creationId xmlns:a16="http://schemas.microsoft.com/office/drawing/2014/main" id="{911A5B06-803C-4410-A9AB-6524A26CA09B}"/>
                </a:ext>
              </a:extLst>
            </p:cNvPr>
            <p:cNvSpPr/>
            <p:nvPr/>
          </p:nvSpPr>
          <p:spPr bwMode="auto">
            <a:xfrm>
              <a:off x="6885782" y="2594681"/>
              <a:ext cx="176213" cy="182563"/>
            </a:xfrm>
            <a:custGeom>
              <a:avLst/>
              <a:gdLst>
                <a:gd name="T0" fmla="*/ 87 w 87"/>
                <a:gd name="T1" fmla="*/ 10 h 90"/>
                <a:gd name="T2" fmla="*/ 69 w 87"/>
                <a:gd name="T3" fmla="*/ 90 h 90"/>
                <a:gd name="T4" fmla="*/ 0 w 87"/>
                <a:gd name="T5" fmla="*/ 72 h 90"/>
                <a:gd name="T6" fmla="*/ 40 w 87"/>
                <a:gd name="T7" fmla="*/ 0 h 90"/>
                <a:gd name="T8" fmla="*/ 87 w 87"/>
                <a:gd name="T9" fmla="*/ 10 h 90"/>
              </a:gdLst>
              <a:ahLst/>
              <a:cxnLst>
                <a:cxn ang="0">
                  <a:pos x="T0" y="T1"/>
                </a:cxn>
                <a:cxn ang="0">
                  <a:pos x="T2" y="T3"/>
                </a:cxn>
                <a:cxn ang="0">
                  <a:pos x="T4" y="T5"/>
                </a:cxn>
                <a:cxn ang="0">
                  <a:pos x="T6" y="T7"/>
                </a:cxn>
                <a:cxn ang="0">
                  <a:pos x="T8" y="T9"/>
                </a:cxn>
              </a:cxnLst>
              <a:rect l="0" t="0" r="r" b="b"/>
              <a:pathLst>
                <a:path w="87" h="90">
                  <a:moveTo>
                    <a:pt x="87" y="10"/>
                  </a:moveTo>
                  <a:cubicBezTo>
                    <a:pt x="69" y="90"/>
                    <a:pt x="69" y="90"/>
                    <a:pt x="69" y="90"/>
                  </a:cubicBezTo>
                  <a:cubicBezTo>
                    <a:pt x="45" y="85"/>
                    <a:pt x="22" y="81"/>
                    <a:pt x="0" y="72"/>
                  </a:cubicBezTo>
                  <a:cubicBezTo>
                    <a:pt x="40" y="0"/>
                    <a:pt x="40" y="0"/>
                    <a:pt x="40" y="0"/>
                  </a:cubicBezTo>
                  <a:lnTo>
                    <a:pt x="87" y="10"/>
                  </a:lnTo>
                  <a:close/>
                </a:path>
              </a:pathLst>
            </a:custGeom>
            <a:solidFill>
              <a:srgbClr val="F4A891"/>
            </a:solidFill>
            <a:ln>
              <a:noFill/>
            </a:ln>
            <a:extLst>
              <a:ext uri="{91240B29-F687-4F45-9708-019B960494DF}">
                <a14:hiddenLine xmlns:a14="http://schemas.microsoft.com/office/drawing/2010/main" w="9525">
                  <a:solidFill>
                    <a:srgbClr val="000000"/>
                  </a:solidFill>
                  <a:round/>
                  <a:headEnd/>
                  <a:tailEnd/>
                </a14:hiddenLine>
              </a:ext>
            </a:extLst>
          </p:spPr>
          <p:txBody>
            <a:bodyPr anchor="ctr"/>
            <a:lstStyle/>
            <a:p>
              <a:pPr algn="ctr"/>
              <a:endParaRPr/>
            </a:p>
          </p:txBody>
        </p:sp>
        <p:sp>
          <p:nvSpPr>
            <p:cNvPr id="358" name="íšḻïdê">
              <a:extLst>
                <a:ext uri="{FF2B5EF4-FFF2-40B4-BE49-F238E27FC236}">
                  <a16:creationId xmlns:a16="http://schemas.microsoft.com/office/drawing/2014/main" id="{AC9B0364-6C2B-4C33-839D-849DA4DBA580}"/>
                </a:ext>
              </a:extLst>
            </p:cNvPr>
            <p:cNvSpPr/>
            <p:nvPr/>
          </p:nvSpPr>
          <p:spPr bwMode="auto">
            <a:xfrm>
              <a:off x="6969919" y="2289881"/>
              <a:ext cx="863600" cy="525463"/>
            </a:xfrm>
            <a:custGeom>
              <a:avLst/>
              <a:gdLst>
                <a:gd name="T0" fmla="*/ 110 w 427"/>
                <a:gd name="T1" fmla="*/ 153 h 260"/>
                <a:gd name="T2" fmla="*/ 198 w 427"/>
                <a:gd name="T3" fmla="*/ 125 h 260"/>
                <a:gd name="T4" fmla="*/ 364 w 427"/>
                <a:gd name="T5" fmla="*/ 35 h 260"/>
                <a:gd name="T6" fmla="*/ 389 w 427"/>
                <a:gd name="T7" fmla="*/ 137 h 260"/>
                <a:gd name="T8" fmla="*/ 144 w 427"/>
                <a:gd name="T9" fmla="*/ 248 h 260"/>
                <a:gd name="T10" fmla="*/ 0 w 427"/>
                <a:gd name="T11" fmla="*/ 245 h 260"/>
                <a:gd name="T12" fmla="*/ 31 w 427"/>
                <a:gd name="T13" fmla="*/ 144 h 260"/>
                <a:gd name="T14" fmla="*/ 110 w 427"/>
                <a:gd name="T15" fmla="*/ 153 h 260"/>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427" h="260">
                  <a:moveTo>
                    <a:pt x="110" y="153"/>
                  </a:moveTo>
                  <a:cubicBezTo>
                    <a:pt x="114" y="152"/>
                    <a:pt x="132" y="155"/>
                    <a:pt x="198" y="125"/>
                  </a:cubicBezTo>
                  <a:cubicBezTo>
                    <a:pt x="276" y="91"/>
                    <a:pt x="333" y="56"/>
                    <a:pt x="364" y="35"/>
                  </a:cubicBezTo>
                  <a:cubicBezTo>
                    <a:pt x="415" y="0"/>
                    <a:pt x="427" y="99"/>
                    <a:pt x="389" y="137"/>
                  </a:cubicBezTo>
                  <a:cubicBezTo>
                    <a:pt x="352" y="175"/>
                    <a:pt x="199" y="237"/>
                    <a:pt x="144" y="248"/>
                  </a:cubicBezTo>
                  <a:cubicBezTo>
                    <a:pt x="90" y="260"/>
                    <a:pt x="0" y="245"/>
                    <a:pt x="0" y="245"/>
                  </a:cubicBezTo>
                  <a:cubicBezTo>
                    <a:pt x="31" y="144"/>
                    <a:pt x="31" y="144"/>
                    <a:pt x="31" y="144"/>
                  </a:cubicBezTo>
                  <a:cubicBezTo>
                    <a:pt x="31" y="144"/>
                    <a:pt x="72" y="157"/>
                    <a:pt x="110" y="153"/>
                  </a:cubicBezTo>
                  <a:close/>
                </a:path>
              </a:pathLst>
            </a:custGeom>
            <a:solidFill>
              <a:srgbClr val="C22D3C"/>
            </a:solidFill>
            <a:ln>
              <a:noFill/>
            </a:ln>
            <a:extLst>
              <a:ext uri="{91240B29-F687-4F45-9708-019B960494DF}">
                <a14:hiddenLine xmlns:a14="http://schemas.microsoft.com/office/drawing/2010/main" w="9525">
                  <a:solidFill>
                    <a:srgbClr val="000000"/>
                  </a:solidFill>
                  <a:round/>
                  <a:headEnd/>
                  <a:tailEnd/>
                </a14:hiddenLine>
              </a:ext>
            </a:extLst>
          </p:spPr>
          <p:txBody>
            <a:bodyPr anchor="ctr"/>
            <a:lstStyle/>
            <a:p>
              <a:pPr algn="ctr"/>
              <a:endParaRPr/>
            </a:p>
          </p:txBody>
        </p:sp>
        <p:sp>
          <p:nvSpPr>
            <p:cNvPr id="359" name="iṡļîḋe">
              <a:extLst>
                <a:ext uri="{FF2B5EF4-FFF2-40B4-BE49-F238E27FC236}">
                  <a16:creationId xmlns:a16="http://schemas.microsoft.com/office/drawing/2014/main" id="{37654DAD-9AEC-45E0-9F98-66782BE0DD22}"/>
                </a:ext>
              </a:extLst>
            </p:cNvPr>
            <p:cNvSpPr/>
            <p:nvPr/>
          </p:nvSpPr>
          <p:spPr bwMode="auto">
            <a:xfrm>
              <a:off x="6934994" y="2570868"/>
              <a:ext cx="155575" cy="230188"/>
            </a:xfrm>
            <a:custGeom>
              <a:avLst/>
              <a:gdLst>
                <a:gd name="T0" fmla="*/ 98 w 98"/>
                <a:gd name="T1" fmla="*/ 14 h 145"/>
                <a:gd name="T2" fmla="*/ 79 w 98"/>
                <a:gd name="T3" fmla="*/ 74 h 145"/>
                <a:gd name="T4" fmla="*/ 36 w 98"/>
                <a:gd name="T5" fmla="*/ 84 h 145"/>
                <a:gd name="T6" fmla="*/ 71 w 98"/>
                <a:gd name="T7" fmla="*/ 111 h 145"/>
                <a:gd name="T8" fmla="*/ 61 w 98"/>
                <a:gd name="T9" fmla="*/ 145 h 145"/>
                <a:gd name="T10" fmla="*/ 0 w 98"/>
                <a:gd name="T11" fmla="*/ 130 h 145"/>
                <a:gd name="T12" fmla="*/ 42 w 98"/>
                <a:gd name="T13" fmla="*/ 0 h 145"/>
                <a:gd name="T14" fmla="*/ 98 w 98"/>
                <a:gd name="T15" fmla="*/ 14 h 145"/>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98" h="145">
                  <a:moveTo>
                    <a:pt x="98" y="14"/>
                  </a:moveTo>
                  <a:lnTo>
                    <a:pt x="79" y="74"/>
                  </a:lnTo>
                  <a:lnTo>
                    <a:pt x="36" y="84"/>
                  </a:lnTo>
                  <a:lnTo>
                    <a:pt x="71" y="111"/>
                  </a:lnTo>
                  <a:lnTo>
                    <a:pt x="61" y="145"/>
                  </a:lnTo>
                  <a:lnTo>
                    <a:pt x="0" y="130"/>
                  </a:lnTo>
                  <a:lnTo>
                    <a:pt x="42" y="0"/>
                  </a:lnTo>
                  <a:lnTo>
                    <a:pt x="98" y="14"/>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nchor="ctr"/>
            <a:lstStyle/>
            <a:p>
              <a:pPr algn="ctr"/>
              <a:endParaRPr/>
            </a:p>
          </p:txBody>
        </p:sp>
        <p:sp>
          <p:nvSpPr>
            <p:cNvPr id="360" name="îŝļiḑê">
              <a:extLst>
                <a:ext uri="{FF2B5EF4-FFF2-40B4-BE49-F238E27FC236}">
                  <a16:creationId xmlns:a16="http://schemas.microsoft.com/office/drawing/2014/main" id="{73E3D8E0-07B6-4A55-9D55-7DEE01DD79C5}"/>
                </a:ext>
              </a:extLst>
            </p:cNvPr>
            <p:cNvSpPr/>
            <p:nvPr/>
          </p:nvSpPr>
          <p:spPr bwMode="auto">
            <a:xfrm>
              <a:off x="7465219" y="1264356"/>
              <a:ext cx="754063" cy="781050"/>
            </a:xfrm>
            <a:custGeom>
              <a:avLst/>
              <a:gdLst>
                <a:gd name="T0" fmla="*/ 269 w 373"/>
                <a:gd name="T1" fmla="*/ 386 h 387"/>
                <a:gd name="T2" fmla="*/ 269 w 373"/>
                <a:gd name="T3" fmla="*/ 351 h 387"/>
                <a:gd name="T4" fmla="*/ 252 w 373"/>
                <a:gd name="T5" fmla="*/ 166 h 387"/>
                <a:gd name="T6" fmla="*/ 5 w 373"/>
                <a:gd name="T7" fmla="*/ 222 h 387"/>
                <a:gd name="T8" fmla="*/ 0 w 373"/>
                <a:gd name="T9" fmla="*/ 184 h 387"/>
                <a:gd name="T10" fmla="*/ 0 w 373"/>
                <a:gd name="T11" fmla="*/ 176 h 387"/>
                <a:gd name="T12" fmla="*/ 13 w 373"/>
                <a:gd name="T13" fmla="*/ 117 h 387"/>
                <a:gd name="T14" fmla="*/ 37 w 373"/>
                <a:gd name="T15" fmla="*/ 73 h 387"/>
                <a:gd name="T16" fmla="*/ 37 w 373"/>
                <a:gd name="T17" fmla="*/ 73 h 387"/>
                <a:gd name="T18" fmla="*/ 187 w 373"/>
                <a:gd name="T19" fmla="*/ 2 h 387"/>
                <a:gd name="T20" fmla="*/ 196 w 373"/>
                <a:gd name="T21" fmla="*/ 3 h 387"/>
                <a:gd name="T22" fmla="*/ 357 w 373"/>
                <a:gd name="T23" fmla="*/ 120 h 387"/>
                <a:gd name="T24" fmla="*/ 370 w 373"/>
                <a:gd name="T25" fmla="*/ 189 h 387"/>
                <a:gd name="T26" fmla="*/ 269 w 373"/>
                <a:gd name="T27" fmla="*/ 386 h 3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373" h="387">
                  <a:moveTo>
                    <a:pt x="269" y="386"/>
                  </a:moveTo>
                  <a:cubicBezTo>
                    <a:pt x="269" y="387"/>
                    <a:pt x="269" y="373"/>
                    <a:pt x="269" y="351"/>
                  </a:cubicBezTo>
                  <a:cubicBezTo>
                    <a:pt x="269" y="291"/>
                    <a:pt x="269" y="175"/>
                    <a:pt x="252" y="166"/>
                  </a:cubicBezTo>
                  <a:cubicBezTo>
                    <a:pt x="206" y="141"/>
                    <a:pt x="16" y="274"/>
                    <a:pt x="5" y="222"/>
                  </a:cubicBezTo>
                  <a:cubicBezTo>
                    <a:pt x="2" y="210"/>
                    <a:pt x="0" y="197"/>
                    <a:pt x="0" y="184"/>
                  </a:cubicBezTo>
                  <a:cubicBezTo>
                    <a:pt x="0" y="182"/>
                    <a:pt x="0" y="179"/>
                    <a:pt x="0" y="176"/>
                  </a:cubicBezTo>
                  <a:cubicBezTo>
                    <a:pt x="1" y="155"/>
                    <a:pt x="5" y="135"/>
                    <a:pt x="13" y="117"/>
                  </a:cubicBezTo>
                  <a:cubicBezTo>
                    <a:pt x="19" y="101"/>
                    <a:pt x="27" y="86"/>
                    <a:pt x="37" y="73"/>
                  </a:cubicBezTo>
                  <a:cubicBezTo>
                    <a:pt x="37" y="73"/>
                    <a:pt x="37" y="73"/>
                    <a:pt x="37" y="73"/>
                  </a:cubicBezTo>
                  <a:cubicBezTo>
                    <a:pt x="72" y="28"/>
                    <a:pt x="127" y="0"/>
                    <a:pt x="187" y="2"/>
                  </a:cubicBezTo>
                  <a:cubicBezTo>
                    <a:pt x="190" y="2"/>
                    <a:pt x="193" y="2"/>
                    <a:pt x="196" y="3"/>
                  </a:cubicBezTo>
                  <a:cubicBezTo>
                    <a:pt x="268" y="8"/>
                    <a:pt x="330" y="53"/>
                    <a:pt x="357" y="120"/>
                  </a:cubicBezTo>
                  <a:cubicBezTo>
                    <a:pt x="365" y="141"/>
                    <a:pt x="369" y="164"/>
                    <a:pt x="370" y="189"/>
                  </a:cubicBezTo>
                  <a:cubicBezTo>
                    <a:pt x="373" y="339"/>
                    <a:pt x="287" y="359"/>
                    <a:pt x="269" y="386"/>
                  </a:cubicBezTo>
                  <a:close/>
                </a:path>
              </a:pathLst>
            </a:custGeom>
            <a:solidFill>
              <a:srgbClr val="DB734C"/>
            </a:solidFill>
            <a:ln>
              <a:noFill/>
            </a:ln>
            <a:extLst>
              <a:ext uri="{91240B29-F687-4F45-9708-019B960494DF}">
                <a14:hiddenLine xmlns:a14="http://schemas.microsoft.com/office/drawing/2010/main" w="9525">
                  <a:solidFill>
                    <a:srgbClr val="000000"/>
                  </a:solidFill>
                  <a:round/>
                  <a:headEnd/>
                  <a:tailEnd/>
                </a14:hiddenLine>
              </a:ext>
            </a:extLst>
          </p:spPr>
          <p:txBody>
            <a:bodyPr anchor="ctr"/>
            <a:lstStyle/>
            <a:p>
              <a:pPr algn="ctr"/>
              <a:endParaRPr/>
            </a:p>
          </p:txBody>
        </p:sp>
        <p:sp>
          <p:nvSpPr>
            <p:cNvPr id="361" name="îṡlïďê">
              <a:extLst>
                <a:ext uri="{FF2B5EF4-FFF2-40B4-BE49-F238E27FC236}">
                  <a16:creationId xmlns:a16="http://schemas.microsoft.com/office/drawing/2014/main" id="{F819EB6E-E946-47CE-85BC-B26BF7CA542D}"/>
                </a:ext>
              </a:extLst>
            </p:cNvPr>
            <p:cNvSpPr/>
            <p:nvPr/>
          </p:nvSpPr>
          <p:spPr bwMode="auto">
            <a:xfrm>
              <a:off x="7998619" y="1505656"/>
              <a:ext cx="236538" cy="547688"/>
            </a:xfrm>
            <a:custGeom>
              <a:avLst/>
              <a:gdLst>
                <a:gd name="T0" fmla="*/ 1 w 117"/>
                <a:gd name="T1" fmla="*/ 270 h 271"/>
                <a:gd name="T2" fmla="*/ 5 w 117"/>
                <a:gd name="T3" fmla="*/ 231 h 271"/>
                <a:gd name="T4" fmla="*/ 6 w 117"/>
                <a:gd name="T5" fmla="*/ 226 h 271"/>
                <a:gd name="T6" fmla="*/ 83 w 117"/>
                <a:gd name="T7" fmla="*/ 110 h 271"/>
                <a:gd name="T8" fmla="*/ 93 w 117"/>
                <a:gd name="T9" fmla="*/ 0 h 271"/>
                <a:gd name="T10" fmla="*/ 114 w 117"/>
                <a:gd name="T11" fmla="*/ 80 h 271"/>
                <a:gd name="T12" fmla="*/ 1 w 117"/>
                <a:gd name="T13" fmla="*/ 270 h 271"/>
              </a:gdLst>
              <a:ahLst/>
              <a:cxnLst>
                <a:cxn ang="0">
                  <a:pos x="T0" y="T1"/>
                </a:cxn>
                <a:cxn ang="0">
                  <a:pos x="T2" y="T3"/>
                </a:cxn>
                <a:cxn ang="0">
                  <a:pos x="T4" y="T5"/>
                </a:cxn>
                <a:cxn ang="0">
                  <a:pos x="T6" y="T7"/>
                </a:cxn>
                <a:cxn ang="0">
                  <a:pos x="T8" y="T9"/>
                </a:cxn>
                <a:cxn ang="0">
                  <a:pos x="T10" y="T11"/>
                </a:cxn>
                <a:cxn ang="0">
                  <a:pos x="T12" y="T13"/>
                </a:cxn>
              </a:cxnLst>
              <a:rect l="0" t="0" r="r" b="b"/>
              <a:pathLst>
                <a:path w="117" h="271">
                  <a:moveTo>
                    <a:pt x="1" y="270"/>
                  </a:moveTo>
                  <a:cubicBezTo>
                    <a:pt x="0" y="271"/>
                    <a:pt x="5" y="253"/>
                    <a:pt x="5" y="231"/>
                  </a:cubicBezTo>
                  <a:cubicBezTo>
                    <a:pt x="6" y="226"/>
                    <a:pt x="6" y="226"/>
                    <a:pt x="6" y="226"/>
                  </a:cubicBezTo>
                  <a:cubicBezTo>
                    <a:pt x="6" y="226"/>
                    <a:pt x="64" y="189"/>
                    <a:pt x="83" y="110"/>
                  </a:cubicBezTo>
                  <a:cubicBezTo>
                    <a:pt x="97" y="54"/>
                    <a:pt x="95" y="17"/>
                    <a:pt x="93" y="0"/>
                  </a:cubicBezTo>
                  <a:cubicBezTo>
                    <a:pt x="106" y="25"/>
                    <a:pt x="113" y="55"/>
                    <a:pt x="114" y="80"/>
                  </a:cubicBezTo>
                  <a:cubicBezTo>
                    <a:pt x="117" y="230"/>
                    <a:pt x="19" y="243"/>
                    <a:pt x="1" y="270"/>
                  </a:cubicBezTo>
                  <a:close/>
                </a:path>
              </a:pathLst>
            </a:custGeom>
            <a:solidFill>
              <a:srgbClr val="B95241"/>
            </a:solidFill>
            <a:ln>
              <a:noFill/>
            </a:ln>
            <a:extLst>
              <a:ext uri="{91240B29-F687-4F45-9708-019B960494DF}">
                <a14:hiddenLine xmlns:a14="http://schemas.microsoft.com/office/drawing/2010/main" w="9525">
                  <a:solidFill>
                    <a:srgbClr val="000000"/>
                  </a:solidFill>
                  <a:round/>
                  <a:headEnd/>
                  <a:tailEnd/>
                </a14:hiddenLine>
              </a:ext>
            </a:extLst>
          </p:spPr>
          <p:txBody>
            <a:bodyPr anchor="ctr"/>
            <a:lstStyle/>
            <a:p>
              <a:pPr algn="ctr"/>
              <a:endParaRPr/>
            </a:p>
          </p:txBody>
        </p:sp>
        <p:sp>
          <p:nvSpPr>
            <p:cNvPr id="362" name="ïŝlîḑê">
              <a:extLst>
                <a:ext uri="{FF2B5EF4-FFF2-40B4-BE49-F238E27FC236}">
                  <a16:creationId xmlns:a16="http://schemas.microsoft.com/office/drawing/2014/main" id="{57C09189-9687-4CAC-85EC-C50854DF7E08}"/>
                </a:ext>
              </a:extLst>
            </p:cNvPr>
            <p:cNvSpPr/>
            <p:nvPr/>
          </p:nvSpPr>
          <p:spPr bwMode="auto">
            <a:xfrm>
              <a:off x="7755732" y="1894593"/>
              <a:ext cx="263525" cy="649288"/>
            </a:xfrm>
            <a:custGeom>
              <a:avLst/>
              <a:gdLst>
                <a:gd name="T0" fmla="*/ 47 w 130"/>
                <a:gd name="T1" fmla="*/ 320 h 322"/>
                <a:gd name="T2" fmla="*/ 47 w 130"/>
                <a:gd name="T3" fmla="*/ 320 h 322"/>
                <a:gd name="T4" fmla="*/ 102 w 130"/>
                <a:gd name="T5" fmla="*/ 275 h 322"/>
                <a:gd name="T6" fmla="*/ 127 w 130"/>
                <a:gd name="T7" fmla="*/ 32 h 322"/>
                <a:gd name="T8" fmla="*/ 81 w 130"/>
                <a:gd name="T9" fmla="*/ 3 h 322"/>
                <a:gd name="T10" fmla="*/ 26 w 130"/>
                <a:gd name="T11" fmla="*/ 48 h 322"/>
                <a:gd name="T12" fmla="*/ 3 w 130"/>
                <a:gd name="T13" fmla="*/ 265 h 322"/>
                <a:gd name="T14" fmla="*/ 47 w 130"/>
                <a:gd name="T15" fmla="*/ 320 h 32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30" h="322">
                  <a:moveTo>
                    <a:pt x="47" y="320"/>
                  </a:moveTo>
                  <a:cubicBezTo>
                    <a:pt x="47" y="320"/>
                    <a:pt x="47" y="320"/>
                    <a:pt x="47" y="320"/>
                  </a:cubicBezTo>
                  <a:cubicBezTo>
                    <a:pt x="75" y="322"/>
                    <a:pt x="99" y="303"/>
                    <a:pt x="102" y="275"/>
                  </a:cubicBezTo>
                  <a:cubicBezTo>
                    <a:pt x="127" y="32"/>
                    <a:pt x="127" y="32"/>
                    <a:pt x="127" y="32"/>
                  </a:cubicBezTo>
                  <a:cubicBezTo>
                    <a:pt x="130" y="4"/>
                    <a:pt x="108" y="6"/>
                    <a:pt x="81" y="3"/>
                  </a:cubicBezTo>
                  <a:cubicBezTo>
                    <a:pt x="54" y="0"/>
                    <a:pt x="29" y="20"/>
                    <a:pt x="26" y="48"/>
                  </a:cubicBezTo>
                  <a:cubicBezTo>
                    <a:pt x="3" y="265"/>
                    <a:pt x="3" y="265"/>
                    <a:pt x="3" y="265"/>
                  </a:cubicBezTo>
                  <a:cubicBezTo>
                    <a:pt x="0" y="292"/>
                    <a:pt x="20" y="317"/>
                    <a:pt x="47" y="320"/>
                  </a:cubicBezTo>
                  <a:close/>
                </a:path>
              </a:pathLst>
            </a:custGeom>
            <a:solidFill>
              <a:srgbClr val="F4A891"/>
            </a:solidFill>
            <a:ln>
              <a:noFill/>
            </a:ln>
            <a:extLst>
              <a:ext uri="{91240B29-F687-4F45-9708-019B960494DF}">
                <a14:hiddenLine xmlns:a14="http://schemas.microsoft.com/office/drawing/2010/main" w="9525">
                  <a:solidFill>
                    <a:srgbClr val="000000"/>
                  </a:solidFill>
                  <a:round/>
                  <a:headEnd/>
                  <a:tailEnd/>
                </a14:hiddenLine>
              </a:ext>
            </a:extLst>
          </p:spPr>
          <p:txBody>
            <a:bodyPr anchor="ctr"/>
            <a:lstStyle/>
            <a:p>
              <a:pPr algn="ctr"/>
              <a:endParaRPr/>
            </a:p>
          </p:txBody>
        </p:sp>
        <p:sp>
          <p:nvSpPr>
            <p:cNvPr id="363" name="îšḻïďê">
              <a:extLst>
                <a:ext uri="{FF2B5EF4-FFF2-40B4-BE49-F238E27FC236}">
                  <a16:creationId xmlns:a16="http://schemas.microsoft.com/office/drawing/2014/main" id="{40199C7E-4618-4922-A979-8B1AEFF71882}"/>
                </a:ext>
              </a:extLst>
            </p:cNvPr>
            <p:cNvSpPr/>
            <p:nvPr/>
          </p:nvSpPr>
          <p:spPr bwMode="auto">
            <a:xfrm>
              <a:off x="7466807" y="1372306"/>
              <a:ext cx="584200" cy="762000"/>
            </a:xfrm>
            <a:custGeom>
              <a:avLst/>
              <a:gdLst>
                <a:gd name="T0" fmla="*/ 284 w 289"/>
                <a:gd name="T1" fmla="*/ 244 h 377"/>
                <a:gd name="T2" fmla="*/ 283 w 289"/>
                <a:gd name="T3" fmla="*/ 249 h 377"/>
                <a:gd name="T4" fmla="*/ 283 w 289"/>
                <a:gd name="T5" fmla="*/ 251 h 377"/>
                <a:gd name="T6" fmla="*/ 262 w 289"/>
                <a:gd name="T7" fmla="*/ 309 h 377"/>
                <a:gd name="T8" fmla="*/ 260 w 289"/>
                <a:gd name="T9" fmla="*/ 311 h 377"/>
                <a:gd name="T10" fmla="*/ 189 w 289"/>
                <a:gd name="T11" fmla="*/ 369 h 377"/>
                <a:gd name="T12" fmla="*/ 189 w 289"/>
                <a:gd name="T13" fmla="*/ 369 h 377"/>
                <a:gd name="T14" fmla="*/ 153 w 289"/>
                <a:gd name="T15" fmla="*/ 377 h 377"/>
                <a:gd name="T16" fmla="*/ 139 w 289"/>
                <a:gd name="T17" fmla="*/ 377 h 377"/>
                <a:gd name="T18" fmla="*/ 135 w 289"/>
                <a:gd name="T19" fmla="*/ 377 h 377"/>
                <a:gd name="T20" fmla="*/ 134 w 289"/>
                <a:gd name="T21" fmla="*/ 377 h 377"/>
                <a:gd name="T22" fmla="*/ 114 w 289"/>
                <a:gd name="T23" fmla="*/ 375 h 377"/>
                <a:gd name="T24" fmla="*/ 109 w 289"/>
                <a:gd name="T25" fmla="*/ 374 h 377"/>
                <a:gd name="T26" fmla="*/ 1 w 289"/>
                <a:gd name="T27" fmla="*/ 243 h 377"/>
                <a:gd name="T28" fmla="*/ 0 w 289"/>
                <a:gd name="T29" fmla="*/ 223 h 377"/>
                <a:gd name="T30" fmla="*/ 1 w 289"/>
                <a:gd name="T31" fmla="*/ 212 h 377"/>
                <a:gd name="T32" fmla="*/ 5 w 289"/>
                <a:gd name="T33" fmla="*/ 142 h 377"/>
                <a:gd name="T34" fmla="*/ 9 w 289"/>
                <a:gd name="T35" fmla="*/ 111 h 377"/>
                <a:gd name="T36" fmla="*/ 16 w 289"/>
                <a:gd name="T37" fmla="*/ 88 h 377"/>
                <a:gd name="T38" fmla="*/ 50 w 289"/>
                <a:gd name="T39" fmla="*/ 40 h 377"/>
                <a:gd name="T40" fmla="*/ 153 w 289"/>
                <a:gd name="T41" fmla="*/ 2 h 377"/>
                <a:gd name="T42" fmla="*/ 231 w 289"/>
                <a:gd name="T43" fmla="*/ 31 h 377"/>
                <a:gd name="T44" fmla="*/ 240 w 289"/>
                <a:gd name="T45" fmla="*/ 39 h 377"/>
                <a:gd name="T46" fmla="*/ 275 w 289"/>
                <a:gd name="T47" fmla="*/ 88 h 377"/>
                <a:gd name="T48" fmla="*/ 275 w 289"/>
                <a:gd name="T49" fmla="*/ 88 h 377"/>
                <a:gd name="T50" fmla="*/ 281 w 289"/>
                <a:gd name="T51" fmla="*/ 103 h 377"/>
                <a:gd name="T52" fmla="*/ 282 w 289"/>
                <a:gd name="T53" fmla="*/ 106 h 377"/>
                <a:gd name="T54" fmla="*/ 287 w 289"/>
                <a:gd name="T55" fmla="*/ 126 h 377"/>
                <a:gd name="T56" fmla="*/ 287 w 289"/>
                <a:gd name="T57" fmla="*/ 130 h 377"/>
                <a:gd name="T58" fmla="*/ 289 w 289"/>
                <a:gd name="T59" fmla="*/ 155 h 377"/>
                <a:gd name="T60" fmla="*/ 289 w 289"/>
                <a:gd name="T61" fmla="*/ 156 h 377"/>
                <a:gd name="T62" fmla="*/ 289 w 289"/>
                <a:gd name="T63" fmla="*/ 162 h 377"/>
                <a:gd name="T64" fmla="*/ 288 w 289"/>
                <a:gd name="T65" fmla="*/ 168 h 377"/>
                <a:gd name="T66" fmla="*/ 288 w 289"/>
                <a:gd name="T67" fmla="*/ 176 h 377"/>
                <a:gd name="T68" fmla="*/ 288 w 289"/>
                <a:gd name="T69" fmla="*/ 176 h 377"/>
                <a:gd name="T70" fmla="*/ 288 w 289"/>
                <a:gd name="T71" fmla="*/ 177 h 377"/>
                <a:gd name="T72" fmla="*/ 288 w 289"/>
                <a:gd name="T73" fmla="*/ 178 h 377"/>
                <a:gd name="T74" fmla="*/ 287 w 289"/>
                <a:gd name="T75" fmla="*/ 182 h 377"/>
                <a:gd name="T76" fmla="*/ 287 w 289"/>
                <a:gd name="T77" fmla="*/ 182 h 377"/>
                <a:gd name="T78" fmla="*/ 285 w 289"/>
                <a:gd name="T79" fmla="*/ 220 h 377"/>
                <a:gd name="T80" fmla="*/ 285 w 289"/>
                <a:gd name="T81" fmla="*/ 233 h 377"/>
                <a:gd name="T82" fmla="*/ 284 w 289"/>
                <a:gd name="T83" fmla="*/ 237 h 377"/>
                <a:gd name="T84" fmla="*/ 284 w 289"/>
                <a:gd name="T85" fmla="*/ 238 h 377"/>
                <a:gd name="T86" fmla="*/ 284 w 289"/>
                <a:gd name="T87" fmla="*/ 240 h 377"/>
                <a:gd name="T88" fmla="*/ 284 w 289"/>
                <a:gd name="T89" fmla="*/ 244 h 3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289" h="377">
                  <a:moveTo>
                    <a:pt x="284" y="244"/>
                  </a:moveTo>
                  <a:cubicBezTo>
                    <a:pt x="283" y="246"/>
                    <a:pt x="283" y="248"/>
                    <a:pt x="283" y="249"/>
                  </a:cubicBezTo>
                  <a:cubicBezTo>
                    <a:pt x="283" y="250"/>
                    <a:pt x="283" y="251"/>
                    <a:pt x="283" y="251"/>
                  </a:cubicBezTo>
                  <a:cubicBezTo>
                    <a:pt x="280" y="272"/>
                    <a:pt x="272" y="291"/>
                    <a:pt x="262" y="309"/>
                  </a:cubicBezTo>
                  <a:cubicBezTo>
                    <a:pt x="261" y="309"/>
                    <a:pt x="261" y="310"/>
                    <a:pt x="260" y="311"/>
                  </a:cubicBezTo>
                  <a:cubicBezTo>
                    <a:pt x="243" y="338"/>
                    <a:pt x="218" y="358"/>
                    <a:pt x="189" y="369"/>
                  </a:cubicBezTo>
                  <a:cubicBezTo>
                    <a:pt x="189" y="369"/>
                    <a:pt x="189" y="369"/>
                    <a:pt x="189" y="369"/>
                  </a:cubicBezTo>
                  <a:cubicBezTo>
                    <a:pt x="177" y="373"/>
                    <a:pt x="165" y="376"/>
                    <a:pt x="153" y="377"/>
                  </a:cubicBezTo>
                  <a:cubicBezTo>
                    <a:pt x="148" y="377"/>
                    <a:pt x="144" y="377"/>
                    <a:pt x="139" y="377"/>
                  </a:cubicBezTo>
                  <a:cubicBezTo>
                    <a:pt x="138" y="377"/>
                    <a:pt x="136" y="377"/>
                    <a:pt x="135" y="377"/>
                  </a:cubicBezTo>
                  <a:cubicBezTo>
                    <a:pt x="134" y="377"/>
                    <a:pt x="134" y="377"/>
                    <a:pt x="134" y="377"/>
                  </a:cubicBezTo>
                  <a:cubicBezTo>
                    <a:pt x="127" y="377"/>
                    <a:pt x="121" y="376"/>
                    <a:pt x="114" y="375"/>
                  </a:cubicBezTo>
                  <a:cubicBezTo>
                    <a:pt x="112" y="374"/>
                    <a:pt x="111" y="374"/>
                    <a:pt x="109" y="374"/>
                  </a:cubicBezTo>
                  <a:cubicBezTo>
                    <a:pt x="49" y="359"/>
                    <a:pt x="5" y="307"/>
                    <a:pt x="1" y="243"/>
                  </a:cubicBezTo>
                  <a:cubicBezTo>
                    <a:pt x="0" y="237"/>
                    <a:pt x="0" y="230"/>
                    <a:pt x="0" y="223"/>
                  </a:cubicBezTo>
                  <a:cubicBezTo>
                    <a:pt x="1" y="212"/>
                    <a:pt x="1" y="212"/>
                    <a:pt x="1" y="212"/>
                  </a:cubicBezTo>
                  <a:cubicBezTo>
                    <a:pt x="5" y="142"/>
                    <a:pt x="5" y="142"/>
                    <a:pt x="5" y="142"/>
                  </a:cubicBezTo>
                  <a:cubicBezTo>
                    <a:pt x="6" y="131"/>
                    <a:pt x="7" y="121"/>
                    <a:pt x="9" y="111"/>
                  </a:cubicBezTo>
                  <a:cubicBezTo>
                    <a:pt x="11" y="103"/>
                    <a:pt x="13" y="96"/>
                    <a:pt x="16" y="88"/>
                  </a:cubicBezTo>
                  <a:cubicBezTo>
                    <a:pt x="25" y="70"/>
                    <a:pt x="35" y="53"/>
                    <a:pt x="50" y="40"/>
                  </a:cubicBezTo>
                  <a:cubicBezTo>
                    <a:pt x="77" y="14"/>
                    <a:pt x="114" y="0"/>
                    <a:pt x="153" y="2"/>
                  </a:cubicBezTo>
                  <a:cubicBezTo>
                    <a:pt x="182" y="3"/>
                    <a:pt x="209" y="14"/>
                    <a:pt x="231" y="31"/>
                  </a:cubicBezTo>
                  <a:cubicBezTo>
                    <a:pt x="234" y="33"/>
                    <a:pt x="237" y="36"/>
                    <a:pt x="240" y="39"/>
                  </a:cubicBezTo>
                  <a:cubicBezTo>
                    <a:pt x="255" y="52"/>
                    <a:pt x="267" y="69"/>
                    <a:pt x="275" y="88"/>
                  </a:cubicBezTo>
                  <a:cubicBezTo>
                    <a:pt x="275" y="88"/>
                    <a:pt x="275" y="88"/>
                    <a:pt x="275" y="88"/>
                  </a:cubicBezTo>
                  <a:cubicBezTo>
                    <a:pt x="278" y="93"/>
                    <a:pt x="280" y="98"/>
                    <a:pt x="281" y="103"/>
                  </a:cubicBezTo>
                  <a:cubicBezTo>
                    <a:pt x="281" y="104"/>
                    <a:pt x="282" y="105"/>
                    <a:pt x="282" y="106"/>
                  </a:cubicBezTo>
                  <a:cubicBezTo>
                    <a:pt x="284" y="112"/>
                    <a:pt x="286" y="119"/>
                    <a:pt x="287" y="126"/>
                  </a:cubicBezTo>
                  <a:cubicBezTo>
                    <a:pt x="287" y="127"/>
                    <a:pt x="287" y="129"/>
                    <a:pt x="287" y="130"/>
                  </a:cubicBezTo>
                  <a:cubicBezTo>
                    <a:pt x="289" y="138"/>
                    <a:pt x="289" y="146"/>
                    <a:pt x="289" y="155"/>
                  </a:cubicBezTo>
                  <a:cubicBezTo>
                    <a:pt x="289" y="156"/>
                    <a:pt x="289" y="156"/>
                    <a:pt x="289" y="156"/>
                  </a:cubicBezTo>
                  <a:cubicBezTo>
                    <a:pt x="289" y="162"/>
                    <a:pt x="289" y="162"/>
                    <a:pt x="289" y="162"/>
                  </a:cubicBezTo>
                  <a:cubicBezTo>
                    <a:pt x="288" y="168"/>
                    <a:pt x="288" y="168"/>
                    <a:pt x="288" y="168"/>
                  </a:cubicBezTo>
                  <a:cubicBezTo>
                    <a:pt x="288" y="176"/>
                    <a:pt x="288" y="176"/>
                    <a:pt x="288" y="176"/>
                  </a:cubicBezTo>
                  <a:cubicBezTo>
                    <a:pt x="288" y="176"/>
                    <a:pt x="288" y="176"/>
                    <a:pt x="288" y="176"/>
                  </a:cubicBezTo>
                  <a:cubicBezTo>
                    <a:pt x="288" y="177"/>
                    <a:pt x="288" y="177"/>
                    <a:pt x="288" y="177"/>
                  </a:cubicBezTo>
                  <a:cubicBezTo>
                    <a:pt x="288" y="178"/>
                    <a:pt x="288" y="178"/>
                    <a:pt x="288" y="178"/>
                  </a:cubicBezTo>
                  <a:cubicBezTo>
                    <a:pt x="287" y="182"/>
                    <a:pt x="287" y="182"/>
                    <a:pt x="287" y="182"/>
                  </a:cubicBezTo>
                  <a:cubicBezTo>
                    <a:pt x="287" y="182"/>
                    <a:pt x="287" y="182"/>
                    <a:pt x="287" y="182"/>
                  </a:cubicBezTo>
                  <a:cubicBezTo>
                    <a:pt x="285" y="220"/>
                    <a:pt x="285" y="220"/>
                    <a:pt x="285" y="220"/>
                  </a:cubicBezTo>
                  <a:cubicBezTo>
                    <a:pt x="285" y="233"/>
                    <a:pt x="285" y="233"/>
                    <a:pt x="285" y="233"/>
                  </a:cubicBezTo>
                  <a:cubicBezTo>
                    <a:pt x="284" y="237"/>
                    <a:pt x="284" y="237"/>
                    <a:pt x="284" y="237"/>
                  </a:cubicBezTo>
                  <a:cubicBezTo>
                    <a:pt x="284" y="238"/>
                    <a:pt x="284" y="238"/>
                    <a:pt x="284" y="238"/>
                  </a:cubicBezTo>
                  <a:cubicBezTo>
                    <a:pt x="284" y="240"/>
                    <a:pt x="284" y="240"/>
                    <a:pt x="284" y="240"/>
                  </a:cubicBezTo>
                  <a:cubicBezTo>
                    <a:pt x="284" y="241"/>
                    <a:pt x="284" y="243"/>
                    <a:pt x="284" y="244"/>
                  </a:cubicBezTo>
                  <a:close/>
                </a:path>
              </a:pathLst>
            </a:custGeom>
            <a:solidFill>
              <a:srgbClr val="FFC7B0"/>
            </a:solidFill>
            <a:ln>
              <a:noFill/>
            </a:ln>
            <a:extLst>
              <a:ext uri="{91240B29-F687-4F45-9708-019B960494DF}">
                <a14:hiddenLine xmlns:a14="http://schemas.microsoft.com/office/drawing/2010/main" w="9525">
                  <a:solidFill>
                    <a:srgbClr val="000000"/>
                  </a:solidFill>
                  <a:round/>
                  <a:headEnd/>
                  <a:tailEnd/>
                </a14:hiddenLine>
              </a:ext>
            </a:extLst>
          </p:spPr>
          <p:txBody>
            <a:bodyPr anchor="ctr"/>
            <a:lstStyle/>
            <a:p>
              <a:pPr algn="ctr"/>
              <a:endParaRPr/>
            </a:p>
          </p:txBody>
        </p:sp>
        <p:sp>
          <p:nvSpPr>
            <p:cNvPr id="364" name="isľíḋé">
              <a:extLst>
                <a:ext uri="{FF2B5EF4-FFF2-40B4-BE49-F238E27FC236}">
                  <a16:creationId xmlns:a16="http://schemas.microsoft.com/office/drawing/2014/main" id="{542C0E8B-195F-4DD0-8B1E-6A55C42776D9}"/>
                </a:ext>
              </a:extLst>
            </p:cNvPr>
            <p:cNvSpPr/>
            <p:nvPr/>
          </p:nvSpPr>
          <p:spPr bwMode="auto">
            <a:xfrm>
              <a:off x="8031957" y="1740606"/>
              <a:ext cx="80963" cy="117475"/>
            </a:xfrm>
            <a:custGeom>
              <a:avLst/>
              <a:gdLst>
                <a:gd name="T0" fmla="*/ 15 w 40"/>
                <a:gd name="T1" fmla="*/ 57 h 58"/>
                <a:gd name="T2" fmla="*/ 11 w 40"/>
                <a:gd name="T3" fmla="*/ 58 h 58"/>
                <a:gd name="T4" fmla="*/ 9 w 40"/>
                <a:gd name="T5" fmla="*/ 58 h 58"/>
                <a:gd name="T6" fmla="*/ 5 w 40"/>
                <a:gd name="T7" fmla="*/ 58 h 58"/>
                <a:gd name="T8" fmla="*/ 0 w 40"/>
                <a:gd name="T9" fmla="*/ 57 h 58"/>
                <a:gd name="T10" fmla="*/ 1 w 40"/>
                <a:gd name="T11" fmla="*/ 38 h 58"/>
                <a:gd name="T12" fmla="*/ 1 w 40"/>
                <a:gd name="T13" fmla="*/ 34 h 58"/>
                <a:gd name="T14" fmla="*/ 3 w 40"/>
                <a:gd name="T15" fmla="*/ 0 h 58"/>
                <a:gd name="T16" fmla="*/ 8 w 40"/>
                <a:gd name="T17" fmla="*/ 0 h 58"/>
                <a:gd name="T18" fmla="*/ 12 w 40"/>
                <a:gd name="T19" fmla="*/ 0 h 58"/>
                <a:gd name="T20" fmla="*/ 15 w 40"/>
                <a:gd name="T21" fmla="*/ 0 h 58"/>
                <a:gd name="T22" fmla="*/ 15 w 40"/>
                <a:gd name="T23" fmla="*/ 0 h 58"/>
                <a:gd name="T24" fmla="*/ 18 w 40"/>
                <a:gd name="T25" fmla="*/ 1 h 58"/>
                <a:gd name="T26" fmla="*/ 18 w 40"/>
                <a:gd name="T27" fmla="*/ 1 h 58"/>
                <a:gd name="T28" fmla="*/ 32 w 40"/>
                <a:gd name="T29" fmla="*/ 9 h 58"/>
                <a:gd name="T30" fmla="*/ 40 w 40"/>
                <a:gd name="T31" fmla="*/ 30 h 58"/>
                <a:gd name="T32" fmla="*/ 15 w 40"/>
                <a:gd name="T33" fmla="*/ 57 h 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40" h="58">
                  <a:moveTo>
                    <a:pt x="15" y="57"/>
                  </a:moveTo>
                  <a:cubicBezTo>
                    <a:pt x="14" y="58"/>
                    <a:pt x="12" y="58"/>
                    <a:pt x="11" y="58"/>
                  </a:cubicBezTo>
                  <a:cubicBezTo>
                    <a:pt x="10" y="58"/>
                    <a:pt x="10" y="58"/>
                    <a:pt x="9" y="58"/>
                  </a:cubicBezTo>
                  <a:cubicBezTo>
                    <a:pt x="5" y="58"/>
                    <a:pt x="5" y="58"/>
                    <a:pt x="5" y="58"/>
                  </a:cubicBezTo>
                  <a:cubicBezTo>
                    <a:pt x="0" y="57"/>
                    <a:pt x="0" y="57"/>
                    <a:pt x="0" y="57"/>
                  </a:cubicBezTo>
                  <a:cubicBezTo>
                    <a:pt x="1" y="38"/>
                    <a:pt x="1" y="38"/>
                    <a:pt x="1" y="38"/>
                  </a:cubicBezTo>
                  <a:cubicBezTo>
                    <a:pt x="1" y="34"/>
                    <a:pt x="1" y="34"/>
                    <a:pt x="1" y="34"/>
                  </a:cubicBezTo>
                  <a:cubicBezTo>
                    <a:pt x="3" y="0"/>
                    <a:pt x="3" y="0"/>
                    <a:pt x="3" y="0"/>
                  </a:cubicBezTo>
                  <a:cubicBezTo>
                    <a:pt x="8" y="0"/>
                    <a:pt x="8" y="0"/>
                    <a:pt x="8" y="0"/>
                  </a:cubicBezTo>
                  <a:cubicBezTo>
                    <a:pt x="12" y="0"/>
                    <a:pt x="12" y="0"/>
                    <a:pt x="12" y="0"/>
                  </a:cubicBezTo>
                  <a:cubicBezTo>
                    <a:pt x="13" y="0"/>
                    <a:pt x="14" y="0"/>
                    <a:pt x="15" y="0"/>
                  </a:cubicBezTo>
                  <a:cubicBezTo>
                    <a:pt x="15" y="0"/>
                    <a:pt x="15" y="0"/>
                    <a:pt x="15" y="0"/>
                  </a:cubicBezTo>
                  <a:cubicBezTo>
                    <a:pt x="16" y="0"/>
                    <a:pt x="17" y="1"/>
                    <a:pt x="18" y="1"/>
                  </a:cubicBezTo>
                  <a:cubicBezTo>
                    <a:pt x="18" y="1"/>
                    <a:pt x="18" y="1"/>
                    <a:pt x="18" y="1"/>
                  </a:cubicBezTo>
                  <a:cubicBezTo>
                    <a:pt x="24" y="2"/>
                    <a:pt x="29" y="5"/>
                    <a:pt x="32" y="9"/>
                  </a:cubicBezTo>
                  <a:cubicBezTo>
                    <a:pt x="37" y="15"/>
                    <a:pt x="40" y="22"/>
                    <a:pt x="40" y="30"/>
                  </a:cubicBezTo>
                  <a:cubicBezTo>
                    <a:pt x="39" y="44"/>
                    <a:pt x="28" y="55"/>
                    <a:pt x="15" y="57"/>
                  </a:cubicBezTo>
                  <a:close/>
                </a:path>
              </a:pathLst>
            </a:custGeom>
            <a:solidFill>
              <a:srgbClr val="FFC4BC"/>
            </a:solidFill>
            <a:ln>
              <a:noFill/>
            </a:ln>
            <a:extLst>
              <a:ext uri="{91240B29-F687-4F45-9708-019B960494DF}">
                <a14:hiddenLine xmlns:a14="http://schemas.microsoft.com/office/drawing/2010/main" w="9525">
                  <a:solidFill>
                    <a:srgbClr val="000000"/>
                  </a:solidFill>
                  <a:round/>
                  <a:headEnd/>
                  <a:tailEnd/>
                </a14:hiddenLine>
              </a:ext>
            </a:extLst>
          </p:spPr>
          <p:txBody>
            <a:bodyPr anchor="ctr"/>
            <a:lstStyle/>
            <a:p>
              <a:pPr algn="ctr"/>
              <a:endParaRPr/>
            </a:p>
          </p:txBody>
        </p:sp>
        <p:sp>
          <p:nvSpPr>
            <p:cNvPr id="365" name="îṣļiḑé">
              <a:extLst>
                <a:ext uri="{FF2B5EF4-FFF2-40B4-BE49-F238E27FC236}">
                  <a16:creationId xmlns:a16="http://schemas.microsoft.com/office/drawing/2014/main" id="{87898C82-DA4C-4CDF-9C1E-6D9FC0ADA000}"/>
                </a:ext>
              </a:extLst>
            </p:cNvPr>
            <p:cNvSpPr/>
            <p:nvPr/>
          </p:nvSpPr>
          <p:spPr bwMode="auto">
            <a:xfrm>
              <a:off x="7612857" y="1859668"/>
              <a:ext cx="61913" cy="25400"/>
            </a:xfrm>
            <a:custGeom>
              <a:avLst/>
              <a:gdLst>
                <a:gd name="T0" fmla="*/ 0 w 31"/>
                <a:gd name="T1" fmla="*/ 0 h 13"/>
                <a:gd name="T2" fmla="*/ 16 w 31"/>
                <a:gd name="T3" fmla="*/ 12 h 13"/>
                <a:gd name="T4" fmla="*/ 31 w 31"/>
                <a:gd name="T5" fmla="*/ 4 h 13"/>
                <a:gd name="T6" fmla="*/ 0 w 31"/>
                <a:gd name="T7" fmla="*/ 0 h 13"/>
              </a:gdLst>
              <a:ahLst/>
              <a:cxnLst>
                <a:cxn ang="0">
                  <a:pos x="T0" y="T1"/>
                </a:cxn>
                <a:cxn ang="0">
                  <a:pos x="T2" y="T3"/>
                </a:cxn>
                <a:cxn ang="0">
                  <a:pos x="T4" y="T5"/>
                </a:cxn>
                <a:cxn ang="0">
                  <a:pos x="T6" y="T7"/>
                </a:cxn>
              </a:cxnLst>
              <a:rect l="0" t="0" r="r" b="b"/>
              <a:pathLst>
                <a:path w="31" h="13">
                  <a:moveTo>
                    <a:pt x="0" y="0"/>
                  </a:moveTo>
                  <a:cubicBezTo>
                    <a:pt x="0" y="0"/>
                    <a:pt x="1" y="11"/>
                    <a:pt x="16" y="12"/>
                  </a:cubicBezTo>
                  <a:cubicBezTo>
                    <a:pt x="29" y="13"/>
                    <a:pt x="31" y="4"/>
                    <a:pt x="31" y="4"/>
                  </a:cubicBezTo>
                  <a:lnTo>
                    <a:pt x="0" y="0"/>
                  </a:lnTo>
                  <a:close/>
                </a:path>
              </a:pathLst>
            </a:custGeom>
            <a:solidFill>
              <a:srgbClr val="F4A891"/>
            </a:solidFill>
            <a:ln>
              <a:noFill/>
            </a:ln>
            <a:extLst>
              <a:ext uri="{91240B29-F687-4F45-9708-019B960494DF}">
                <a14:hiddenLine xmlns:a14="http://schemas.microsoft.com/office/drawing/2010/main" w="9525">
                  <a:solidFill>
                    <a:srgbClr val="000000"/>
                  </a:solidFill>
                  <a:round/>
                  <a:headEnd/>
                  <a:tailEnd/>
                </a14:hiddenLine>
              </a:ext>
            </a:extLst>
          </p:spPr>
          <p:txBody>
            <a:bodyPr anchor="ctr"/>
            <a:lstStyle/>
            <a:p>
              <a:pPr algn="ctr"/>
              <a:endParaRPr/>
            </a:p>
          </p:txBody>
        </p:sp>
        <p:sp>
          <p:nvSpPr>
            <p:cNvPr id="366" name="iṣ1iḋê">
              <a:extLst>
                <a:ext uri="{FF2B5EF4-FFF2-40B4-BE49-F238E27FC236}">
                  <a16:creationId xmlns:a16="http://schemas.microsoft.com/office/drawing/2014/main" id="{9DB54BF2-B39A-418B-8954-56A5CCF74F85}"/>
                </a:ext>
              </a:extLst>
            </p:cNvPr>
            <p:cNvSpPr/>
            <p:nvPr/>
          </p:nvSpPr>
          <p:spPr bwMode="auto">
            <a:xfrm>
              <a:off x="7466807" y="1286581"/>
              <a:ext cx="609600" cy="323850"/>
            </a:xfrm>
            <a:custGeom>
              <a:avLst/>
              <a:gdLst>
                <a:gd name="T0" fmla="*/ 280 w 301"/>
                <a:gd name="T1" fmla="*/ 161 h 161"/>
                <a:gd name="T2" fmla="*/ 4 w 301"/>
                <a:gd name="T3" fmla="*/ 151 h 161"/>
                <a:gd name="T4" fmla="*/ 80 w 301"/>
                <a:gd name="T5" fmla="*/ 48 h 161"/>
                <a:gd name="T6" fmla="*/ 293 w 301"/>
                <a:gd name="T7" fmla="*/ 85 h 161"/>
                <a:gd name="T8" fmla="*/ 298 w 301"/>
                <a:gd name="T9" fmla="*/ 129 h 161"/>
                <a:gd name="T10" fmla="*/ 280 w 301"/>
                <a:gd name="T11" fmla="*/ 161 h 161"/>
              </a:gdLst>
              <a:ahLst/>
              <a:cxnLst>
                <a:cxn ang="0">
                  <a:pos x="T0" y="T1"/>
                </a:cxn>
                <a:cxn ang="0">
                  <a:pos x="T2" y="T3"/>
                </a:cxn>
                <a:cxn ang="0">
                  <a:pos x="T4" y="T5"/>
                </a:cxn>
                <a:cxn ang="0">
                  <a:pos x="T6" y="T7"/>
                </a:cxn>
                <a:cxn ang="0">
                  <a:pos x="T8" y="T9"/>
                </a:cxn>
                <a:cxn ang="0">
                  <a:pos x="T10" y="T11"/>
                </a:cxn>
              </a:cxnLst>
              <a:rect l="0" t="0" r="r" b="b"/>
              <a:pathLst>
                <a:path w="301" h="161">
                  <a:moveTo>
                    <a:pt x="280" y="161"/>
                  </a:moveTo>
                  <a:cubicBezTo>
                    <a:pt x="280" y="161"/>
                    <a:pt x="28" y="99"/>
                    <a:pt x="4" y="151"/>
                  </a:cubicBezTo>
                  <a:cubicBezTo>
                    <a:pt x="4" y="151"/>
                    <a:pt x="0" y="96"/>
                    <a:pt x="80" y="48"/>
                  </a:cubicBezTo>
                  <a:cubicBezTo>
                    <a:pt x="159" y="0"/>
                    <a:pt x="285" y="60"/>
                    <a:pt x="293" y="85"/>
                  </a:cubicBezTo>
                  <a:cubicBezTo>
                    <a:pt x="301" y="110"/>
                    <a:pt x="298" y="129"/>
                    <a:pt x="298" y="129"/>
                  </a:cubicBezTo>
                  <a:lnTo>
                    <a:pt x="280" y="161"/>
                  </a:lnTo>
                  <a:close/>
                </a:path>
              </a:pathLst>
            </a:custGeom>
            <a:solidFill>
              <a:srgbClr val="DB734C"/>
            </a:solidFill>
            <a:ln>
              <a:noFill/>
            </a:ln>
            <a:extLst>
              <a:ext uri="{91240B29-F687-4F45-9708-019B960494DF}">
                <a14:hiddenLine xmlns:a14="http://schemas.microsoft.com/office/drawing/2010/main" w="9525">
                  <a:solidFill>
                    <a:srgbClr val="000000"/>
                  </a:solidFill>
                  <a:round/>
                  <a:headEnd/>
                  <a:tailEnd/>
                </a14:hiddenLine>
              </a:ext>
            </a:extLst>
          </p:spPr>
          <p:txBody>
            <a:bodyPr anchor="ctr"/>
            <a:lstStyle/>
            <a:p>
              <a:pPr algn="ctr"/>
              <a:endParaRPr/>
            </a:p>
          </p:txBody>
        </p:sp>
        <p:sp>
          <p:nvSpPr>
            <p:cNvPr id="367" name="ïṩ1idè">
              <a:extLst>
                <a:ext uri="{FF2B5EF4-FFF2-40B4-BE49-F238E27FC236}">
                  <a16:creationId xmlns:a16="http://schemas.microsoft.com/office/drawing/2014/main" id="{697D2765-F64F-4C2F-BEF7-0F0A5F7F7A47}"/>
                </a:ext>
              </a:extLst>
            </p:cNvPr>
            <p:cNvSpPr/>
            <p:nvPr/>
          </p:nvSpPr>
          <p:spPr bwMode="auto">
            <a:xfrm>
              <a:off x="7723982" y="1691393"/>
              <a:ext cx="130175" cy="41275"/>
            </a:xfrm>
            <a:custGeom>
              <a:avLst/>
              <a:gdLst>
                <a:gd name="T0" fmla="*/ 3 w 64"/>
                <a:gd name="T1" fmla="*/ 8 h 20"/>
                <a:gd name="T2" fmla="*/ 3 w 64"/>
                <a:gd name="T3" fmla="*/ 8 h 20"/>
                <a:gd name="T4" fmla="*/ 22 w 64"/>
                <a:gd name="T5" fmla="*/ 6 h 20"/>
                <a:gd name="T6" fmla="*/ 59 w 64"/>
                <a:gd name="T7" fmla="*/ 19 h 20"/>
                <a:gd name="T8" fmla="*/ 63 w 64"/>
                <a:gd name="T9" fmla="*/ 19 h 20"/>
                <a:gd name="T10" fmla="*/ 63 w 64"/>
                <a:gd name="T11" fmla="*/ 15 h 20"/>
                <a:gd name="T12" fmla="*/ 22 w 64"/>
                <a:gd name="T13" fmla="*/ 0 h 20"/>
                <a:gd name="T14" fmla="*/ 2 w 64"/>
                <a:gd name="T15" fmla="*/ 3 h 20"/>
                <a:gd name="T16" fmla="*/ 0 w 64"/>
                <a:gd name="T17" fmla="*/ 7 h 20"/>
                <a:gd name="T18" fmla="*/ 3 w 64"/>
                <a:gd name="T19" fmla="*/ 8 h 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64" h="20">
                  <a:moveTo>
                    <a:pt x="3" y="8"/>
                  </a:moveTo>
                  <a:cubicBezTo>
                    <a:pt x="3" y="8"/>
                    <a:pt x="3" y="8"/>
                    <a:pt x="3" y="8"/>
                  </a:cubicBezTo>
                  <a:cubicBezTo>
                    <a:pt x="4" y="8"/>
                    <a:pt x="12" y="6"/>
                    <a:pt x="22" y="6"/>
                  </a:cubicBezTo>
                  <a:cubicBezTo>
                    <a:pt x="33" y="6"/>
                    <a:pt x="47" y="8"/>
                    <a:pt x="59" y="19"/>
                  </a:cubicBezTo>
                  <a:cubicBezTo>
                    <a:pt x="60" y="20"/>
                    <a:pt x="62" y="20"/>
                    <a:pt x="63" y="19"/>
                  </a:cubicBezTo>
                  <a:cubicBezTo>
                    <a:pt x="64" y="18"/>
                    <a:pt x="64" y="16"/>
                    <a:pt x="63" y="15"/>
                  </a:cubicBezTo>
                  <a:cubicBezTo>
                    <a:pt x="49" y="3"/>
                    <a:pt x="34" y="0"/>
                    <a:pt x="22" y="0"/>
                  </a:cubicBezTo>
                  <a:cubicBezTo>
                    <a:pt x="10" y="0"/>
                    <a:pt x="2" y="3"/>
                    <a:pt x="2" y="3"/>
                  </a:cubicBezTo>
                  <a:cubicBezTo>
                    <a:pt x="0" y="4"/>
                    <a:pt x="0" y="5"/>
                    <a:pt x="0" y="7"/>
                  </a:cubicBezTo>
                  <a:cubicBezTo>
                    <a:pt x="0" y="8"/>
                    <a:pt x="2" y="9"/>
                    <a:pt x="3" y="8"/>
                  </a:cubicBezTo>
                  <a:close/>
                </a:path>
              </a:pathLst>
            </a:custGeom>
            <a:solidFill>
              <a:srgbClr val="B95241"/>
            </a:solidFill>
            <a:ln>
              <a:noFill/>
            </a:ln>
            <a:extLst>
              <a:ext uri="{91240B29-F687-4F45-9708-019B960494DF}">
                <a14:hiddenLine xmlns:a14="http://schemas.microsoft.com/office/drawing/2010/main" w="9525">
                  <a:solidFill>
                    <a:srgbClr val="000000"/>
                  </a:solidFill>
                  <a:round/>
                  <a:headEnd/>
                  <a:tailEnd/>
                </a14:hiddenLine>
              </a:ext>
            </a:extLst>
          </p:spPr>
          <p:txBody>
            <a:bodyPr anchor="ctr"/>
            <a:lstStyle/>
            <a:p>
              <a:pPr algn="ctr"/>
              <a:endParaRPr/>
            </a:p>
          </p:txBody>
        </p:sp>
        <p:sp>
          <p:nvSpPr>
            <p:cNvPr id="368" name="îṥḷïďè">
              <a:extLst>
                <a:ext uri="{FF2B5EF4-FFF2-40B4-BE49-F238E27FC236}">
                  <a16:creationId xmlns:a16="http://schemas.microsoft.com/office/drawing/2014/main" id="{A88BA432-069A-43D8-909A-0F4BBFE3ABC9}"/>
                </a:ext>
              </a:extLst>
            </p:cNvPr>
            <p:cNvSpPr/>
            <p:nvPr/>
          </p:nvSpPr>
          <p:spPr bwMode="auto">
            <a:xfrm>
              <a:off x="7496969" y="1662818"/>
              <a:ext cx="131763" cy="36513"/>
            </a:xfrm>
            <a:custGeom>
              <a:avLst/>
              <a:gdLst>
                <a:gd name="T0" fmla="*/ 4 w 65"/>
                <a:gd name="T1" fmla="*/ 8 h 18"/>
                <a:gd name="T2" fmla="*/ 4 w 65"/>
                <a:gd name="T3" fmla="*/ 8 h 18"/>
                <a:gd name="T4" fmla="*/ 24 w 65"/>
                <a:gd name="T5" fmla="*/ 5 h 18"/>
                <a:gd name="T6" fmla="*/ 60 w 65"/>
                <a:gd name="T7" fmla="*/ 17 h 18"/>
                <a:gd name="T8" fmla="*/ 64 w 65"/>
                <a:gd name="T9" fmla="*/ 16 h 18"/>
                <a:gd name="T10" fmla="*/ 63 w 65"/>
                <a:gd name="T11" fmla="*/ 13 h 18"/>
                <a:gd name="T12" fmla="*/ 24 w 65"/>
                <a:gd name="T13" fmla="*/ 0 h 18"/>
                <a:gd name="T14" fmla="*/ 2 w 65"/>
                <a:gd name="T15" fmla="*/ 3 h 18"/>
                <a:gd name="T16" fmla="*/ 0 w 65"/>
                <a:gd name="T17" fmla="*/ 7 h 18"/>
                <a:gd name="T18" fmla="*/ 4 w 65"/>
                <a:gd name="T19" fmla="*/ 8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65" h="18">
                  <a:moveTo>
                    <a:pt x="4" y="8"/>
                  </a:moveTo>
                  <a:cubicBezTo>
                    <a:pt x="4" y="8"/>
                    <a:pt x="4" y="8"/>
                    <a:pt x="4" y="8"/>
                  </a:cubicBezTo>
                  <a:cubicBezTo>
                    <a:pt x="5" y="8"/>
                    <a:pt x="13" y="5"/>
                    <a:pt x="24" y="5"/>
                  </a:cubicBezTo>
                  <a:cubicBezTo>
                    <a:pt x="35" y="5"/>
                    <a:pt x="48" y="8"/>
                    <a:pt x="60" y="17"/>
                  </a:cubicBezTo>
                  <a:cubicBezTo>
                    <a:pt x="61" y="18"/>
                    <a:pt x="63" y="18"/>
                    <a:pt x="64" y="16"/>
                  </a:cubicBezTo>
                  <a:cubicBezTo>
                    <a:pt x="65" y="15"/>
                    <a:pt x="64" y="14"/>
                    <a:pt x="63" y="13"/>
                  </a:cubicBezTo>
                  <a:cubicBezTo>
                    <a:pt x="50" y="3"/>
                    <a:pt x="35" y="0"/>
                    <a:pt x="24" y="0"/>
                  </a:cubicBezTo>
                  <a:cubicBezTo>
                    <a:pt x="11" y="0"/>
                    <a:pt x="2" y="3"/>
                    <a:pt x="2" y="3"/>
                  </a:cubicBezTo>
                  <a:cubicBezTo>
                    <a:pt x="0" y="4"/>
                    <a:pt x="0" y="5"/>
                    <a:pt x="0" y="7"/>
                  </a:cubicBezTo>
                  <a:cubicBezTo>
                    <a:pt x="1" y="8"/>
                    <a:pt x="2" y="9"/>
                    <a:pt x="4" y="8"/>
                  </a:cubicBezTo>
                  <a:close/>
                </a:path>
              </a:pathLst>
            </a:custGeom>
            <a:solidFill>
              <a:srgbClr val="B95241"/>
            </a:solidFill>
            <a:ln>
              <a:noFill/>
            </a:ln>
            <a:extLst>
              <a:ext uri="{91240B29-F687-4F45-9708-019B960494DF}">
                <a14:hiddenLine xmlns:a14="http://schemas.microsoft.com/office/drawing/2010/main" w="9525">
                  <a:solidFill>
                    <a:srgbClr val="000000"/>
                  </a:solidFill>
                  <a:round/>
                  <a:headEnd/>
                  <a:tailEnd/>
                </a14:hiddenLine>
              </a:ext>
            </a:extLst>
          </p:spPr>
          <p:txBody>
            <a:bodyPr anchor="ctr"/>
            <a:lstStyle/>
            <a:p>
              <a:pPr algn="ctr"/>
              <a:endParaRPr/>
            </a:p>
          </p:txBody>
        </p:sp>
        <p:sp>
          <p:nvSpPr>
            <p:cNvPr id="369" name="išḷîďè">
              <a:extLst>
                <a:ext uri="{FF2B5EF4-FFF2-40B4-BE49-F238E27FC236}">
                  <a16:creationId xmlns:a16="http://schemas.microsoft.com/office/drawing/2014/main" id="{C0742254-5AA4-46BC-AFE8-7465DBD81EC9}"/>
                </a:ext>
              </a:extLst>
            </p:cNvPr>
            <p:cNvSpPr/>
            <p:nvPr/>
          </p:nvSpPr>
          <p:spPr bwMode="auto">
            <a:xfrm>
              <a:off x="7754144" y="1751718"/>
              <a:ext cx="31750" cy="53975"/>
            </a:xfrm>
            <a:custGeom>
              <a:avLst/>
              <a:gdLst>
                <a:gd name="T0" fmla="*/ 6 w 16"/>
                <a:gd name="T1" fmla="*/ 26 h 26"/>
                <a:gd name="T2" fmla="*/ 7 w 16"/>
                <a:gd name="T3" fmla="*/ 26 h 26"/>
                <a:gd name="T4" fmla="*/ 14 w 16"/>
                <a:gd name="T5" fmla="*/ 21 h 26"/>
                <a:gd name="T6" fmla="*/ 15 w 16"/>
                <a:gd name="T7" fmla="*/ 7 h 26"/>
                <a:gd name="T8" fmla="*/ 10 w 16"/>
                <a:gd name="T9" fmla="*/ 1 h 26"/>
                <a:gd name="T10" fmla="*/ 9 w 16"/>
                <a:gd name="T11" fmla="*/ 0 h 26"/>
                <a:gd name="T12" fmla="*/ 2 w 16"/>
                <a:gd name="T13" fmla="*/ 6 h 26"/>
                <a:gd name="T14" fmla="*/ 1 w 16"/>
                <a:gd name="T15" fmla="*/ 19 h 26"/>
                <a:gd name="T16" fmla="*/ 6 w 16"/>
                <a:gd name="T17" fmla="*/ 26 h 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6" h="26">
                  <a:moveTo>
                    <a:pt x="6" y="26"/>
                  </a:moveTo>
                  <a:cubicBezTo>
                    <a:pt x="7" y="26"/>
                    <a:pt x="7" y="26"/>
                    <a:pt x="7" y="26"/>
                  </a:cubicBezTo>
                  <a:cubicBezTo>
                    <a:pt x="11" y="26"/>
                    <a:pt x="14" y="24"/>
                    <a:pt x="14" y="21"/>
                  </a:cubicBezTo>
                  <a:cubicBezTo>
                    <a:pt x="15" y="7"/>
                    <a:pt x="15" y="7"/>
                    <a:pt x="15" y="7"/>
                  </a:cubicBezTo>
                  <a:cubicBezTo>
                    <a:pt x="16" y="4"/>
                    <a:pt x="13" y="1"/>
                    <a:pt x="10" y="1"/>
                  </a:cubicBezTo>
                  <a:cubicBezTo>
                    <a:pt x="9" y="0"/>
                    <a:pt x="9" y="0"/>
                    <a:pt x="9" y="0"/>
                  </a:cubicBezTo>
                  <a:cubicBezTo>
                    <a:pt x="5" y="0"/>
                    <a:pt x="2" y="2"/>
                    <a:pt x="2" y="6"/>
                  </a:cubicBezTo>
                  <a:cubicBezTo>
                    <a:pt x="1" y="19"/>
                    <a:pt x="1" y="19"/>
                    <a:pt x="1" y="19"/>
                  </a:cubicBezTo>
                  <a:cubicBezTo>
                    <a:pt x="0" y="22"/>
                    <a:pt x="3" y="25"/>
                    <a:pt x="6" y="26"/>
                  </a:cubicBezTo>
                  <a:close/>
                </a:path>
              </a:pathLst>
            </a:custGeom>
            <a:solidFill>
              <a:srgbClr val="07113D"/>
            </a:solidFill>
            <a:ln>
              <a:noFill/>
            </a:ln>
            <a:extLst>
              <a:ext uri="{91240B29-F687-4F45-9708-019B960494DF}">
                <a14:hiddenLine xmlns:a14="http://schemas.microsoft.com/office/drawing/2010/main" w="9525">
                  <a:solidFill>
                    <a:srgbClr val="000000"/>
                  </a:solidFill>
                  <a:round/>
                  <a:headEnd/>
                  <a:tailEnd/>
                </a14:hiddenLine>
              </a:ext>
            </a:extLst>
          </p:spPr>
          <p:txBody>
            <a:bodyPr anchor="ctr"/>
            <a:lstStyle/>
            <a:p>
              <a:pPr algn="ctr"/>
              <a:endParaRPr/>
            </a:p>
          </p:txBody>
        </p:sp>
        <p:sp>
          <p:nvSpPr>
            <p:cNvPr id="370" name="í$1íḋè">
              <a:extLst>
                <a:ext uri="{FF2B5EF4-FFF2-40B4-BE49-F238E27FC236}">
                  <a16:creationId xmlns:a16="http://schemas.microsoft.com/office/drawing/2014/main" id="{316A2401-3067-45DD-AF33-515792878AA7}"/>
                </a:ext>
              </a:extLst>
            </p:cNvPr>
            <p:cNvSpPr/>
            <p:nvPr/>
          </p:nvSpPr>
          <p:spPr bwMode="auto">
            <a:xfrm>
              <a:off x="7547769" y="1729493"/>
              <a:ext cx="31750" cy="53975"/>
            </a:xfrm>
            <a:custGeom>
              <a:avLst/>
              <a:gdLst>
                <a:gd name="T0" fmla="*/ 6 w 16"/>
                <a:gd name="T1" fmla="*/ 26 h 26"/>
                <a:gd name="T2" fmla="*/ 7 w 16"/>
                <a:gd name="T3" fmla="*/ 26 h 26"/>
                <a:gd name="T4" fmla="*/ 14 w 16"/>
                <a:gd name="T5" fmla="*/ 21 h 26"/>
                <a:gd name="T6" fmla="*/ 15 w 16"/>
                <a:gd name="T7" fmla="*/ 7 h 26"/>
                <a:gd name="T8" fmla="*/ 10 w 16"/>
                <a:gd name="T9" fmla="*/ 1 h 26"/>
                <a:gd name="T10" fmla="*/ 9 w 16"/>
                <a:gd name="T11" fmla="*/ 1 h 26"/>
                <a:gd name="T12" fmla="*/ 2 w 16"/>
                <a:gd name="T13" fmla="*/ 6 h 26"/>
                <a:gd name="T14" fmla="*/ 1 w 16"/>
                <a:gd name="T15" fmla="*/ 19 h 26"/>
                <a:gd name="T16" fmla="*/ 6 w 16"/>
                <a:gd name="T17" fmla="*/ 26 h 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6" h="26">
                  <a:moveTo>
                    <a:pt x="6" y="26"/>
                  </a:moveTo>
                  <a:cubicBezTo>
                    <a:pt x="7" y="26"/>
                    <a:pt x="7" y="26"/>
                    <a:pt x="7" y="26"/>
                  </a:cubicBezTo>
                  <a:cubicBezTo>
                    <a:pt x="10" y="26"/>
                    <a:pt x="13" y="24"/>
                    <a:pt x="14" y="21"/>
                  </a:cubicBezTo>
                  <a:cubicBezTo>
                    <a:pt x="15" y="7"/>
                    <a:pt x="15" y="7"/>
                    <a:pt x="15" y="7"/>
                  </a:cubicBezTo>
                  <a:cubicBezTo>
                    <a:pt x="16" y="4"/>
                    <a:pt x="13" y="1"/>
                    <a:pt x="10" y="1"/>
                  </a:cubicBezTo>
                  <a:cubicBezTo>
                    <a:pt x="9" y="1"/>
                    <a:pt x="9" y="1"/>
                    <a:pt x="9" y="1"/>
                  </a:cubicBezTo>
                  <a:cubicBezTo>
                    <a:pt x="5" y="0"/>
                    <a:pt x="2" y="3"/>
                    <a:pt x="2" y="6"/>
                  </a:cubicBezTo>
                  <a:cubicBezTo>
                    <a:pt x="1" y="19"/>
                    <a:pt x="1" y="19"/>
                    <a:pt x="1" y="19"/>
                  </a:cubicBezTo>
                  <a:cubicBezTo>
                    <a:pt x="0" y="23"/>
                    <a:pt x="3" y="26"/>
                    <a:pt x="6" y="26"/>
                  </a:cubicBezTo>
                  <a:close/>
                </a:path>
              </a:pathLst>
            </a:custGeom>
            <a:solidFill>
              <a:srgbClr val="07113D"/>
            </a:solidFill>
            <a:ln>
              <a:noFill/>
            </a:ln>
            <a:extLst>
              <a:ext uri="{91240B29-F687-4F45-9708-019B960494DF}">
                <a14:hiddenLine xmlns:a14="http://schemas.microsoft.com/office/drawing/2010/main" w="9525">
                  <a:solidFill>
                    <a:srgbClr val="000000"/>
                  </a:solidFill>
                  <a:round/>
                  <a:headEnd/>
                  <a:tailEnd/>
                </a14:hiddenLine>
              </a:ext>
            </a:extLst>
          </p:spPr>
          <p:txBody>
            <a:bodyPr anchor="ctr"/>
            <a:lstStyle/>
            <a:p>
              <a:pPr algn="ctr"/>
              <a:endParaRPr/>
            </a:p>
          </p:txBody>
        </p:sp>
        <p:sp>
          <p:nvSpPr>
            <p:cNvPr id="371" name="íṧ1îḑe">
              <a:extLst>
                <a:ext uri="{FF2B5EF4-FFF2-40B4-BE49-F238E27FC236}">
                  <a16:creationId xmlns:a16="http://schemas.microsoft.com/office/drawing/2014/main" id="{EF3569FA-3CF7-4614-AB2F-F3F1F05148D0}"/>
                </a:ext>
              </a:extLst>
            </p:cNvPr>
            <p:cNvSpPr/>
            <p:nvPr/>
          </p:nvSpPr>
          <p:spPr bwMode="auto">
            <a:xfrm>
              <a:off x="7533482" y="2235906"/>
              <a:ext cx="687388" cy="1403350"/>
            </a:xfrm>
            <a:custGeom>
              <a:avLst/>
              <a:gdLst>
                <a:gd name="T0" fmla="*/ 340 w 340"/>
                <a:gd name="T1" fmla="*/ 242 h 695"/>
                <a:gd name="T2" fmla="*/ 337 w 340"/>
                <a:gd name="T3" fmla="*/ 295 h 695"/>
                <a:gd name="T4" fmla="*/ 314 w 340"/>
                <a:gd name="T5" fmla="*/ 680 h 695"/>
                <a:gd name="T6" fmla="*/ 313 w 340"/>
                <a:gd name="T7" fmla="*/ 695 h 695"/>
                <a:gd name="T8" fmla="*/ 313 w 340"/>
                <a:gd name="T9" fmla="*/ 695 h 695"/>
                <a:gd name="T10" fmla="*/ 220 w 340"/>
                <a:gd name="T11" fmla="*/ 691 h 695"/>
                <a:gd name="T12" fmla="*/ 0 w 340"/>
                <a:gd name="T13" fmla="*/ 682 h 695"/>
                <a:gd name="T14" fmla="*/ 19 w 340"/>
                <a:gd name="T15" fmla="*/ 451 h 695"/>
                <a:gd name="T16" fmla="*/ 2 w 340"/>
                <a:gd name="T17" fmla="*/ 238 h 695"/>
                <a:gd name="T18" fmla="*/ 2 w 340"/>
                <a:gd name="T19" fmla="*/ 229 h 695"/>
                <a:gd name="T20" fmla="*/ 135 w 340"/>
                <a:gd name="T21" fmla="*/ 0 h 695"/>
                <a:gd name="T22" fmla="*/ 127 w 340"/>
                <a:gd name="T23" fmla="*/ 146 h 695"/>
                <a:gd name="T24" fmla="*/ 220 w 340"/>
                <a:gd name="T25" fmla="*/ 2 h 695"/>
                <a:gd name="T26" fmla="*/ 259 w 340"/>
                <a:gd name="T27" fmla="*/ 18 h 695"/>
                <a:gd name="T28" fmla="*/ 340 w 340"/>
                <a:gd name="T29" fmla="*/ 242 h 6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340" h="695">
                  <a:moveTo>
                    <a:pt x="340" y="242"/>
                  </a:moveTo>
                  <a:cubicBezTo>
                    <a:pt x="337" y="295"/>
                    <a:pt x="337" y="295"/>
                    <a:pt x="337" y="295"/>
                  </a:cubicBezTo>
                  <a:cubicBezTo>
                    <a:pt x="314" y="680"/>
                    <a:pt x="314" y="680"/>
                    <a:pt x="314" y="680"/>
                  </a:cubicBezTo>
                  <a:cubicBezTo>
                    <a:pt x="313" y="695"/>
                    <a:pt x="313" y="695"/>
                    <a:pt x="313" y="695"/>
                  </a:cubicBezTo>
                  <a:cubicBezTo>
                    <a:pt x="313" y="695"/>
                    <a:pt x="313" y="695"/>
                    <a:pt x="313" y="695"/>
                  </a:cubicBezTo>
                  <a:cubicBezTo>
                    <a:pt x="220" y="691"/>
                    <a:pt x="220" y="691"/>
                    <a:pt x="220" y="691"/>
                  </a:cubicBezTo>
                  <a:cubicBezTo>
                    <a:pt x="0" y="682"/>
                    <a:pt x="0" y="682"/>
                    <a:pt x="0" y="682"/>
                  </a:cubicBezTo>
                  <a:cubicBezTo>
                    <a:pt x="19" y="451"/>
                    <a:pt x="19" y="451"/>
                    <a:pt x="19" y="451"/>
                  </a:cubicBezTo>
                  <a:cubicBezTo>
                    <a:pt x="2" y="238"/>
                    <a:pt x="2" y="238"/>
                    <a:pt x="2" y="238"/>
                  </a:cubicBezTo>
                  <a:cubicBezTo>
                    <a:pt x="2" y="235"/>
                    <a:pt x="2" y="232"/>
                    <a:pt x="2" y="229"/>
                  </a:cubicBezTo>
                  <a:cubicBezTo>
                    <a:pt x="9" y="112"/>
                    <a:pt x="52" y="25"/>
                    <a:pt x="135" y="0"/>
                  </a:cubicBezTo>
                  <a:cubicBezTo>
                    <a:pt x="127" y="146"/>
                    <a:pt x="127" y="146"/>
                    <a:pt x="127" y="146"/>
                  </a:cubicBezTo>
                  <a:cubicBezTo>
                    <a:pt x="137" y="146"/>
                    <a:pt x="211" y="1"/>
                    <a:pt x="220" y="2"/>
                  </a:cubicBezTo>
                  <a:cubicBezTo>
                    <a:pt x="234" y="5"/>
                    <a:pt x="247" y="10"/>
                    <a:pt x="259" y="18"/>
                  </a:cubicBezTo>
                  <a:cubicBezTo>
                    <a:pt x="311" y="54"/>
                    <a:pt x="338" y="140"/>
                    <a:pt x="340" y="242"/>
                  </a:cubicBezTo>
                </a:path>
              </a:pathLst>
            </a:custGeom>
            <a:solidFill>
              <a:srgbClr val="D93838"/>
            </a:solidFill>
            <a:ln>
              <a:noFill/>
            </a:ln>
            <a:extLst>
              <a:ext uri="{91240B29-F687-4F45-9708-019B960494DF}">
                <a14:hiddenLine xmlns:a14="http://schemas.microsoft.com/office/drawing/2010/main" w="9525">
                  <a:solidFill>
                    <a:srgbClr val="000000"/>
                  </a:solidFill>
                  <a:round/>
                  <a:headEnd/>
                  <a:tailEnd/>
                </a14:hiddenLine>
              </a:ext>
            </a:extLst>
          </p:spPr>
          <p:txBody>
            <a:bodyPr anchor="ctr"/>
            <a:lstStyle/>
            <a:p>
              <a:pPr algn="ctr"/>
              <a:endParaRPr/>
            </a:p>
          </p:txBody>
        </p:sp>
        <p:sp>
          <p:nvSpPr>
            <p:cNvPr id="372" name="ïṡḷidè">
              <a:extLst>
                <a:ext uri="{FF2B5EF4-FFF2-40B4-BE49-F238E27FC236}">
                  <a16:creationId xmlns:a16="http://schemas.microsoft.com/office/drawing/2014/main" id="{2ABD2F8A-F2B4-43C6-A649-5A0A571039A2}"/>
                </a:ext>
              </a:extLst>
            </p:cNvPr>
            <p:cNvSpPr/>
            <p:nvPr/>
          </p:nvSpPr>
          <p:spPr bwMode="auto">
            <a:xfrm>
              <a:off x="7584282" y="1924756"/>
              <a:ext cx="119063" cy="49213"/>
            </a:xfrm>
            <a:custGeom>
              <a:avLst/>
              <a:gdLst>
                <a:gd name="T0" fmla="*/ 0 w 59"/>
                <a:gd name="T1" fmla="*/ 0 h 25"/>
                <a:gd name="T2" fmla="*/ 59 w 59"/>
                <a:gd name="T3" fmla="*/ 9 h 25"/>
                <a:gd name="T4" fmla="*/ 26 w 59"/>
                <a:gd name="T5" fmla="*/ 23 h 25"/>
                <a:gd name="T6" fmla="*/ 0 w 59"/>
                <a:gd name="T7" fmla="*/ 0 h 25"/>
              </a:gdLst>
              <a:ahLst/>
              <a:cxnLst>
                <a:cxn ang="0">
                  <a:pos x="T0" y="T1"/>
                </a:cxn>
                <a:cxn ang="0">
                  <a:pos x="T2" y="T3"/>
                </a:cxn>
                <a:cxn ang="0">
                  <a:pos x="T4" y="T5"/>
                </a:cxn>
                <a:cxn ang="0">
                  <a:pos x="T6" y="T7"/>
                </a:cxn>
              </a:cxnLst>
              <a:rect l="0" t="0" r="r" b="b"/>
              <a:pathLst>
                <a:path w="59" h="25">
                  <a:moveTo>
                    <a:pt x="0" y="0"/>
                  </a:moveTo>
                  <a:cubicBezTo>
                    <a:pt x="59" y="9"/>
                    <a:pt x="59" y="9"/>
                    <a:pt x="59" y="9"/>
                  </a:cubicBezTo>
                  <a:cubicBezTo>
                    <a:pt x="59" y="9"/>
                    <a:pt x="49" y="25"/>
                    <a:pt x="26" y="23"/>
                  </a:cubicBezTo>
                  <a:cubicBezTo>
                    <a:pt x="7" y="21"/>
                    <a:pt x="0" y="0"/>
                    <a:pt x="0" y="0"/>
                  </a:cubicBezTo>
                  <a:close/>
                </a:path>
              </a:pathLst>
            </a:custGeom>
            <a:solidFill>
              <a:srgbClr val="D93838"/>
            </a:solidFill>
            <a:ln>
              <a:noFill/>
            </a:ln>
            <a:extLst>
              <a:ext uri="{91240B29-F687-4F45-9708-019B960494DF}">
                <a14:hiddenLine xmlns:a14="http://schemas.microsoft.com/office/drawing/2010/main" w="9525">
                  <a:solidFill>
                    <a:srgbClr val="000000"/>
                  </a:solidFill>
                  <a:round/>
                  <a:headEnd/>
                  <a:tailEnd/>
                </a14:hiddenLine>
              </a:ext>
            </a:extLst>
          </p:spPr>
          <p:txBody>
            <a:bodyPr anchor="ctr"/>
            <a:lstStyle/>
            <a:p>
              <a:pPr algn="ctr"/>
              <a:endParaRPr/>
            </a:p>
          </p:txBody>
        </p:sp>
        <p:sp>
          <p:nvSpPr>
            <p:cNvPr id="373" name="ïş1iḓé">
              <a:extLst>
                <a:ext uri="{FF2B5EF4-FFF2-40B4-BE49-F238E27FC236}">
                  <a16:creationId xmlns:a16="http://schemas.microsoft.com/office/drawing/2014/main" id="{B9E4942F-B022-4E72-A7E1-B7FCCFFB50DE}"/>
                </a:ext>
              </a:extLst>
            </p:cNvPr>
            <p:cNvSpPr/>
            <p:nvPr/>
          </p:nvSpPr>
          <p:spPr bwMode="auto">
            <a:xfrm>
              <a:off x="7739857" y="1623131"/>
              <a:ext cx="373063" cy="511175"/>
            </a:xfrm>
            <a:custGeom>
              <a:avLst/>
              <a:gdLst>
                <a:gd name="T0" fmla="*/ 159 w 184"/>
                <a:gd name="T1" fmla="*/ 115 h 253"/>
                <a:gd name="T2" fmla="*/ 155 w 184"/>
                <a:gd name="T3" fmla="*/ 116 h 253"/>
                <a:gd name="T4" fmla="*/ 153 w 184"/>
                <a:gd name="T5" fmla="*/ 116 h 253"/>
                <a:gd name="T6" fmla="*/ 149 w 184"/>
                <a:gd name="T7" fmla="*/ 116 h 253"/>
                <a:gd name="T8" fmla="*/ 149 w 184"/>
                <a:gd name="T9" fmla="*/ 120 h 253"/>
                <a:gd name="T10" fmla="*/ 148 w 184"/>
                <a:gd name="T11" fmla="*/ 125 h 253"/>
                <a:gd name="T12" fmla="*/ 148 w 184"/>
                <a:gd name="T13" fmla="*/ 127 h 253"/>
                <a:gd name="T14" fmla="*/ 127 w 184"/>
                <a:gd name="T15" fmla="*/ 185 h 253"/>
                <a:gd name="T16" fmla="*/ 125 w 184"/>
                <a:gd name="T17" fmla="*/ 187 h 253"/>
                <a:gd name="T18" fmla="*/ 54 w 184"/>
                <a:gd name="T19" fmla="*/ 245 h 253"/>
                <a:gd name="T20" fmla="*/ 54 w 184"/>
                <a:gd name="T21" fmla="*/ 245 h 253"/>
                <a:gd name="T22" fmla="*/ 18 w 184"/>
                <a:gd name="T23" fmla="*/ 253 h 253"/>
                <a:gd name="T24" fmla="*/ 4 w 184"/>
                <a:gd name="T25" fmla="*/ 253 h 253"/>
                <a:gd name="T26" fmla="*/ 0 w 184"/>
                <a:gd name="T27" fmla="*/ 253 h 253"/>
                <a:gd name="T28" fmla="*/ 83 w 184"/>
                <a:gd name="T29" fmla="*/ 200 h 253"/>
                <a:gd name="T30" fmla="*/ 132 w 184"/>
                <a:gd name="T31" fmla="*/ 44 h 253"/>
                <a:gd name="T32" fmla="*/ 134 w 184"/>
                <a:gd name="T33" fmla="*/ 0 h 253"/>
                <a:gd name="T34" fmla="*/ 152 w 184"/>
                <a:gd name="T35" fmla="*/ 6 h 253"/>
                <a:gd name="T36" fmla="*/ 154 w 184"/>
                <a:gd name="T37" fmla="*/ 31 h 253"/>
                <a:gd name="T38" fmla="*/ 154 w 184"/>
                <a:gd name="T39" fmla="*/ 32 h 253"/>
                <a:gd name="T40" fmla="*/ 154 w 184"/>
                <a:gd name="T41" fmla="*/ 38 h 253"/>
                <a:gd name="T42" fmla="*/ 153 w 184"/>
                <a:gd name="T43" fmla="*/ 44 h 253"/>
                <a:gd name="T44" fmla="*/ 153 w 184"/>
                <a:gd name="T45" fmla="*/ 52 h 253"/>
                <a:gd name="T46" fmla="*/ 153 w 184"/>
                <a:gd name="T47" fmla="*/ 52 h 253"/>
                <a:gd name="T48" fmla="*/ 153 w 184"/>
                <a:gd name="T49" fmla="*/ 53 h 253"/>
                <a:gd name="T50" fmla="*/ 153 w 184"/>
                <a:gd name="T51" fmla="*/ 54 h 253"/>
                <a:gd name="T52" fmla="*/ 152 w 184"/>
                <a:gd name="T53" fmla="*/ 58 h 253"/>
                <a:gd name="T54" fmla="*/ 156 w 184"/>
                <a:gd name="T55" fmla="*/ 58 h 253"/>
                <a:gd name="T56" fmla="*/ 159 w 184"/>
                <a:gd name="T57" fmla="*/ 58 h 253"/>
                <a:gd name="T58" fmla="*/ 159 w 184"/>
                <a:gd name="T59" fmla="*/ 58 h 253"/>
                <a:gd name="T60" fmla="*/ 162 w 184"/>
                <a:gd name="T61" fmla="*/ 59 h 253"/>
                <a:gd name="T62" fmla="*/ 162 w 184"/>
                <a:gd name="T63" fmla="*/ 59 h 253"/>
                <a:gd name="T64" fmla="*/ 176 w 184"/>
                <a:gd name="T65" fmla="*/ 67 h 253"/>
                <a:gd name="T66" fmla="*/ 184 w 184"/>
                <a:gd name="T67" fmla="*/ 88 h 253"/>
                <a:gd name="T68" fmla="*/ 159 w 184"/>
                <a:gd name="T69" fmla="*/ 115 h 2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184" h="253">
                  <a:moveTo>
                    <a:pt x="159" y="115"/>
                  </a:moveTo>
                  <a:cubicBezTo>
                    <a:pt x="158" y="116"/>
                    <a:pt x="156" y="116"/>
                    <a:pt x="155" y="116"/>
                  </a:cubicBezTo>
                  <a:cubicBezTo>
                    <a:pt x="154" y="116"/>
                    <a:pt x="154" y="116"/>
                    <a:pt x="153" y="116"/>
                  </a:cubicBezTo>
                  <a:cubicBezTo>
                    <a:pt x="149" y="116"/>
                    <a:pt x="149" y="116"/>
                    <a:pt x="149" y="116"/>
                  </a:cubicBezTo>
                  <a:cubicBezTo>
                    <a:pt x="149" y="117"/>
                    <a:pt x="149" y="119"/>
                    <a:pt x="149" y="120"/>
                  </a:cubicBezTo>
                  <a:cubicBezTo>
                    <a:pt x="148" y="122"/>
                    <a:pt x="148" y="124"/>
                    <a:pt x="148" y="125"/>
                  </a:cubicBezTo>
                  <a:cubicBezTo>
                    <a:pt x="148" y="126"/>
                    <a:pt x="148" y="127"/>
                    <a:pt x="148" y="127"/>
                  </a:cubicBezTo>
                  <a:cubicBezTo>
                    <a:pt x="145" y="148"/>
                    <a:pt x="137" y="167"/>
                    <a:pt x="127" y="185"/>
                  </a:cubicBezTo>
                  <a:cubicBezTo>
                    <a:pt x="126" y="185"/>
                    <a:pt x="126" y="186"/>
                    <a:pt x="125" y="187"/>
                  </a:cubicBezTo>
                  <a:cubicBezTo>
                    <a:pt x="108" y="214"/>
                    <a:pt x="83" y="234"/>
                    <a:pt x="54" y="245"/>
                  </a:cubicBezTo>
                  <a:cubicBezTo>
                    <a:pt x="54" y="245"/>
                    <a:pt x="54" y="245"/>
                    <a:pt x="54" y="245"/>
                  </a:cubicBezTo>
                  <a:cubicBezTo>
                    <a:pt x="42" y="249"/>
                    <a:pt x="30" y="252"/>
                    <a:pt x="18" y="253"/>
                  </a:cubicBezTo>
                  <a:cubicBezTo>
                    <a:pt x="13" y="253"/>
                    <a:pt x="9" y="253"/>
                    <a:pt x="4" y="253"/>
                  </a:cubicBezTo>
                  <a:cubicBezTo>
                    <a:pt x="3" y="253"/>
                    <a:pt x="1" y="253"/>
                    <a:pt x="0" y="253"/>
                  </a:cubicBezTo>
                  <a:cubicBezTo>
                    <a:pt x="7" y="253"/>
                    <a:pt x="49" y="248"/>
                    <a:pt x="83" y="200"/>
                  </a:cubicBezTo>
                  <a:cubicBezTo>
                    <a:pt x="119" y="148"/>
                    <a:pt x="132" y="44"/>
                    <a:pt x="132" y="44"/>
                  </a:cubicBezTo>
                  <a:cubicBezTo>
                    <a:pt x="132" y="44"/>
                    <a:pt x="132" y="0"/>
                    <a:pt x="134" y="0"/>
                  </a:cubicBezTo>
                  <a:cubicBezTo>
                    <a:pt x="135" y="0"/>
                    <a:pt x="143" y="3"/>
                    <a:pt x="152" y="6"/>
                  </a:cubicBezTo>
                  <a:cubicBezTo>
                    <a:pt x="154" y="14"/>
                    <a:pt x="154" y="22"/>
                    <a:pt x="154" y="31"/>
                  </a:cubicBezTo>
                  <a:cubicBezTo>
                    <a:pt x="154" y="32"/>
                    <a:pt x="154" y="32"/>
                    <a:pt x="154" y="32"/>
                  </a:cubicBezTo>
                  <a:cubicBezTo>
                    <a:pt x="154" y="38"/>
                    <a:pt x="154" y="38"/>
                    <a:pt x="154" y="38"/>
                  </a:cubicBezTo>
                  <a:cubicBezTo>
                    <a:pt x="153" y="44"/>
                    <a:pt x="153" y="44"/>
                    <a:pt x="153" y="44"/>
                  </a:cubicBezTo>
                  <a:cubicBezTo>
                    <a:pt x="153" y="52"/>
                    <a:pt x="153" y="52"/>
                    <a:pt x="153" y="52"/>
                  </a:cubicBezTo>
                  <a:cubicBezTo>
                    <a:pt x="153" y="52"/>
                    <a:pt x="153" y="52"/>
                    <a:pt x="153" y="52"/>
                  </a:cubicBezTo>
                  <a:cubicBezTo>
                    <a:pt x="153" y="53"/>
                    <a:pt x="153" y="53"/>
                    <a:pt x="153" y="53"/>
                  </a:cubicBezTo>
                  <a:cubicBezTo>
                    <a:pt x="153" y="54"/>
                    <a:pt x="153" y="54"/>
                    <a:pt x="153" y="54"/>
                  </a:cubicBezTo>
                  <a:cubicBezTo>
                    <a:pt x="152" y="58"/>
                    <a:pt x="152" y="58"/>
                    <a:pt x="152" y="58"/>
                  </a:cubicBezTo>
                  <a:cubicBezTo>
                    <a:pt x="156" y="58"/>
                    <a:pt x="156" y="58"/>
                    <a:pt x="156" y="58"/>
                  </a:cubicBezTo>
                  <a:cubicBezTo>
                    <a:pt x="157" y="58"/>
                    <a:pt x="158" y="58"/>
                    <a:pt x="159" y="58"/>
                  </a:cubicBezTo>
                  <a:cubicBezTo>
                    <a:pt x="159" y="58"/>
                    <a:pt x="159" y="58"/>
                    <a:pt x="159" y="58"/>
                  </a:cubicBezTo>
                  <a:cubicBezTo>
                    <a:pt x="160" y="58"/>
                    <a:pt x="161" y="59"/>
                    <a:pt x="162" y="59"/>
                  </a:cubicBezTo>
                  <a:cubicBezTo>
                    <a:pt x="162" y="59"/>
                    <a:pt x="162" y="59"/>
                    <a:pt x="162" y="59"/>
                  </a:cubicBezTo>
                  <a:cubicBezTo>
                    <a:pt x="168" y="60"/>
                    <a:pt x="173" y="63"/>
                    <a:pt x="176" y="67"/>
                  </a:cubicBezTo>
                  <a:cubicBezTo>
                    <a:pt x="181" y="73"/>
                    <a:pt x="184" y="80"/>
                    <a:pt x="184" y="88"/>
                  </a:cubicBezTo>
                  <a:cubicBezTo>
                    <a:pt x="183" y="102"/>
                    <a:pt x="172" y="113"/>
                    <a:pt x="159" y="115"/>
                  </a:cubicBezTo>
                  <a:close/>
                </a:path>
              </a:pathLst>
            </a:custGeom>
            <a:solidFill>
              <a:srgbClr val="F4A891"/>
            </a:solidFill>
            <a:ln>
              <a:noFill/>
            </a:ln>
            <a:extLst>
              <a:ext uri="{91240B29-F687-4F45-9708-019B960494DF}">
                <a14:hiddenLine xmlns:a14="http://schemas.microsoft.com/office/drawing/2010/main" w="9525">
                  <a:solidFill>
                    <a:srgbClr val="000000"/>
                  </a:solidFill>
                  <a:round/>
                  <a:headEnd/>
                  <a:tailEnd/>
                </a14:hiddenLine>
              </a:ext>
            </a:extLst>
          </p:spPr>
          <p:txBody>
            <a:bodyPr anchor="ctr"/>
            <a:lstStyle/>
            <a:p>
              <a:pPr algn="ctr"/>
              <a:endParaRPr/>
            </a:p>
          </p:txBody>
        </p:sp>
        <p:sp>
          <p:nvSpPr>
            <p:cNvPr id="374" name="ïšļiďé">
              <a:extLst>
                <a:ext uri="{FF2B5EF4-FFF2-40B4-BE49-F238E27FC236}">
                  <a16:creationId xmlns:a16="http://schemas.microsoft.com/office/drawing/2014/main" id="{1C0470F6-80CD-4844-9E85-CC20FE4DE7DA}"/>
                </a:ext>
              </a:extLst>
            </p:cNvPr>
            <p:cNvSpPr/>
            <p:nvPr/>
          </p:nvSpPr>
          <p:spPr bwMode="auto">
            <a:xfrm>
              <a:off x="7393782" y="1469143"/>
              <a:ext cx="155575" cy="155575"/>
            </a:xfrm>
            <a:custGeom>
              <a:avLst/>
              <a:gdLst>
                <a:gd name="T0" fmla="*/ 75 w 77"/>
                <a:gd name="T1" fmla="*/ 43 h 77"/>
                <a:gd name="T2" fmla="*/ 35 w 77"/>
                <a:gd name="T3" fmla="*/ 75 h 77"/>
                <a:gd name="T4" fmla="*/ 2 w 77"/>
                <a:gd name="T5" fmla="*/ 35 h 77"/>
                <a:gd name="T6" fmla="*/ 43 w 77"/>
                <a:gd name="T7" fmla="*/ 3 h 77"/>
                <a:gd name="T8" fmla="*/ 75 w 77"/>
                <a:gd name="T9" fmla="*/ 43 h 77"/>
              </a:gdLst>
              <a:ahLst/>
              <a:cxnLst>
                <a:cxn ang="0">
                  <a:pos x="T0" y="T1"/>
                </a:cxn>
                <a:cxn ang="0">
                  <a:pos x="T2" y="T3"/>
                </a:cxn>
                <a:cxn ang="0">
                  <a:pos x="T4" y="T5"/>
                </a:cxn>
                <a:cxn ang="0">
                  <a:pos x="T6" y="T7"/>
                </a:cxn>
                <a:cxn ang="0">
                  <a:pos x="T8" y="T9"/>
                </a:cxn>
              </a:cxnLst>
              <a:rect l="0" t="0" r="r" b="b"/>
              <a:pathLst>
                <a:path w="77" h="77">
                  <a:moveTo>
                    <a:pt x="75" y="43"/>
                  </a:moveTo>
                  <a:cubicBezTo>
                    <a:pt x="73" y="63"/>
                    <a:pt x="55" y="77"/>
                    <a:pt x="35" y="75"/>
                  </a:cubicBezTo>
                  <a:cubicBezTo>
                    <a:pt x="15" y="73"/>
                    <a:pt x="0" y="55"/>
                    <a:pt x="2" y="35"/>
                  </a:cubicBezTo>
                  <a:cubicBezTo>
                    <a:pt x="5" y="15"/>
                    <a:pt x="23" y="0"/>
                    <a:pt x="43" y="3"/>
                  </a:cubicBezTo>
                  <a:cubicBezTo>
                    <a:pt x="63" y="5"/>
                    <a:pt x="77" y="23"/>
                    <a:pt x="75" y="43"/>
                  </a:cubicBezTo>
                  <a:close/>
                </a:path>
              </a:pathLst>
            </a:custGeom>
            <a:solidFill>
              <a:srgbClr val="DB734C"/>
            </a:solidFill>
            <a:ln>
              <a:noFill/>
            </a:ln>
            <a:extLst>
              <a:ext uri="{91240B29-F687-4F45-9708-019B960494DF}">
                <a14:hiddenLine xmlns:a14="http://schemas.microsoft.com/office/drawing/2010/main" w="9525">
                  <a:solidFill>
                    <a:srgbClr val="000000"/>
                  </a:solidFill>
                  <a:round/>
                  <a:headEnd/>
                  <a:tailEnd/>
                </a14:hiddenLine>
              </a:ext>
            </a:extLst>
          </p:spPr>
          <p:txBody>
            <a:bodyPr anchor="ctr"/>
            <a:lstStyle/>
            <a:p>
              <a:pPr algn="ctr"/>
              <a:endParaRPr/>
            </a:p>
          </p:txBody>
        </p:sp>
        <p:sp>
          <p:nvSpPr>
            <p:cNvPr id="375" name="îśļîḓê">
              <a:extLst>
                <a:ext uri="{FF2B5EF4-FFF2-40B4-BE49-F238E27FC236}">
                  <a16:creationId xmlns:a16="http://schemas.microsoft.com/office/drawing/2014/main" id="{ED999E73-07A8-4D86-AF02-C0FEEC701EA9}"/>
                </a:ext>
              </a:extLst>
            </p:cNvPr>
            <p:cNvSpPr/>
            <p:nvPr/>
          </p:nvSpPr>
          <p:spPr bwMode="auto">
            <a:xfrm>
              <a:off x="7525544" y="1465968"/>
              <a:ext cx="155575" cy="155575"/>
            </a:xfrm>
            <a:custGeom>
              <a:avLst/>
              <a:gdLst>
                <a:gd name="T0" fmla="*/ 74 w 77"/>
                <a:gd name="T1" fmla="*/ 42 h 77"/>
                <a:gd name="T2" fmla="*/ 34 w 77"/>
                <a:gd name="T3" fmla="*/ 75 h 77"/>
                <a:gd name="T4" fmla="*/ 2 w 77"/>
                <a:gd name="T5" fmla="*/ 35 h 77"/>
                <a:gd name="T6" fmla="*/ 42 w 77"/>
                <a:gd name="T7" fmla="*/ 2 h 77"/>
                <a:gd name="T8" fmla="*/ 74 w 77"/>
                <a:gd name="T9" fmla="*/ 42 h 77"/>
              </a:gdLst>
              <a:ahLst/>
              <a:cxnLst>
                <a:cxn ang="0">
                  <a:pos x="T0" y="T1"/>
                </a:cxn>
                <a:cxn ang="0">
                  <a:pos x="T2" y="T3"/>
                </a:cxn>
                <a:cxn ang="0">
                  <a:pos x="T4" y="T5"/>
                </a:cxn>
                <a:cxn ang="0">
                  <a:pos x="T6" y="T7"/>
                </a:cxn>
                <a:cxn ang="0">
                  <a:pos x="T8" y="T9"/>
                </a:cxn>
              </a:cxnLst>
              <a:rect l="0" t="0" r="r" b="b"/>
              <a:pathLst>
                <a:path w="77" h="77">
                  <a:moveTo>
                    <a:pt x="74" y="42"/>
                  </a:moveTo>
                  <a:cubicBezTo>
                    <a:pt x="72" y="62"/>
                    <a:pt x="54" y="77"/>
                    <a:pt x="34" y="75"/>
                  </a:cubicBezTo>
                  <a:cubicBezTo>
                    <a:pt x="14" y="73"/>
                    <a:pt x="0" y="55"/>
                    <a:pt x="2" y="35"/>
                  </a:cubicBezTo>
                  <a:cubicBezTo>
                    <a:pt x="4" y="14"/>
                    <a:pt x="22" y="0"/>
                    <a:pt x="42" y="2"/>
                  </a:cubicBezTo>
                  <a:cubicBezTo>
                    <a:pt x="62" y="4"/>
                    <a:pt x="77" y="22"/>
                    <a:pt x="74" y="42"/>
                  </a:cubicBezTo>
                  <a:close/>
                </a:path>
              </a:pathLst>
            </a:custGeom>
            <a:solidFill>
              <a:srgbClr val="DB734C"/>
            </a:solidFill>
            <a:ln>
              <a:noFill/>
            </a:ln>
            <a:extLst>
              <a:ext uri="{91240B29-F687-4F45-9708-019B960494DF}">
                <a14:hiddenLine xmlns:a14="http://schemas.microsoft.com/office/drawing/2010/main" w="9525">
                  <a:solidFill>
                    <a:srgbClr val="000000"/>
                  </a:solidFill>
                  <a:round/>
                  <a:headEnd/>
                  <a:tailEnd/>
                </a14:hiddenLine>
              </a:ext>
            </a:extLst>
          </p:spPr>
          <p:txBody>
            <a:bodyPr anchor="ctr"/>
            <a:lstStyle/>
            <a:p>
              <a:pPr algn="ctr"/>
              <a:endParaRPr/>
            </a:p>
          </p:txBody>
        </p:sp>
        <p:sp>
          <p:nvSpPr>
            <p:cNvPr id="376" name="îślïḓè">
              <a:extLst>
                <a:ext uri="{FF2B5EF4-FFF2-40B4-BE49-F238E27FC236}">
                  <a16:creationId xmlns:a16="http://schemas.microsoft.com/office/drawing/2014/main" id="{FE9A4525-DAE2-4650-809D-AFBA302D361E}"/>
                </a:ext>
              </a:extLst>
            </p:cNvPr>
            <p:cNvSpPr/>
            <p:nvPr/>
          </p:nvSpPr>
          <p:spPr bwMode="auto">
            <a:xfrm>
              <a:off x="7665244" y="1473906"/>
              <a:ext cx="155575" cy="155575"/>
            </a:xfrm>
            <a:custGeom>
              <a:avLst/>
              <a:gdLst>
                <a:gd name="T0" fmla="*/ 75 w 77"/>
                <a:gd name="T1" fmla="*/ 42 h 77"/>
                <a:gd name="T2" fmla="*/ 35 w 77"/>
                <a:gd name="T3" fmla="*/ 75 h 77"/>
                <a:gd name="T4" fmla="*/ 2 w 77"/>
                <a:gd name="T5" fmla="*/ 35 h 77"/>
                <a:gd name="T6" fmla="*/ 43 w 77"/>
                <a:gd name="T7" fmla="*/ 2 h 77"/>
                <a:gd name="T8" fmla="*/ 75 w 77"/>
                <a:gd name="T9" fmla="*/ 42 h 77"/>
              </a:gdLst>
              <a:ahLst/>
              <a:cxnLst>
                <a:cxn ang="0">
                  <a:pos x="T0" y="T1"/>
                </a:cxn>
                <a:cxn ang="0">
                  <a:pos x="T2" y="T3"/>
                </a:cxn>
                <a:cxn ang="0">
                  <a:pos x="T4" y="T5"/>
                </a:cxn>
                <a:cxn ang="0">
                  <a:pos x="T6" y="T7"/>
                </a:cxn>
                <a:cxn ang="0">
                  <a:pos x="T8" y="T9"/>
                </a:cxn>
              </a:cxnLst>
              <a:rect l="0" t="0" r="r" b="b"/>
              <a:pathLst>
                <a:path w="77" h="77">
                  <a:moveTo>
                    <a:pt x="75" y="42"/>
                  </a:moveTo>
                  <a:cubicBezTo>
                    <a:pt x="73" y="63"/>
                    <a:pt x="55" y="77"/>
                    <a:pt x="35" y="75"/>
                  </a:cubicBezTo>
                  <a:cubicBezTo>
                    <a:pt x="15" y="73"/>
                    <a:pt x="0" y="55"/>
                    <a:pt x="2" y="35"/>
                  </a:cubicBezTo>
                  <a:cubicBezTo>
                    <a:pt x="4" y="15"/>
                    <a:pt x="22" y="0"/>
                    <a:pt x="43" y="2"/>
                  </a:cubicBezTo>
                  <a:cubicBezTo>
                    <a:pt x="63" y="4"/>
                    <a:pt x="77" y="22"/>
                    <a:pt x="75" y="42"/>
                  </a:cubicBezTo>
                  <a:close/>
                </a:path>
              </a:pathLst>
            </a:custGeom>
            <a:solidFill>
              <a:srgbClr val="DB734C"/>
            </a:solidFill>
            <a:ln>
              <a:noFill/>
            </a:ln>
            <a:extLst>
              <a:ext uri="{91240B29-F687-4F45-9708-019B960494DF}">
                <a14:hiddenLine xmlns:a14="http://schemas.microsoft.com/office/drawing/2010/main" w="9525">
                  <a:solidFill>
                    <a:srgbClr val="000000"/>
                  </a:solidFill>
                  <a:round/>
                  <a:headEnd/>
                  <a:tailEnd/>
                </a14:hiddenLine>
              </a:ext>
            </a:extLst>
          </p:spPr>
          <p:txBody>
            <a:bodyPr anchor="ctr"/>
            <a:lstStyle/>
            <a:p>
              <a:pPr algn="ctr"/>
              <a:endParaRPr/>
            </a:p>
          </p:txBody>
        </p:sp>
        <p:sp>
          <p:nvSpPr>
            <p:cNvPr id="377" name="iSḻîďé">
              <a:extLst>
                <a:ext uri="{FF2B5EF4-FFF2-40B4-BE49-F238E27FC236}">
                  <a16:creationId xmlns:a16="http://schemas.microsoft.com/office/drawing/2014/main" id="{5121689B-6F76-4660-9F7B-BD8B191B901C}"/>
                </a:ext>
              </a:extLst>
            </p:cNvPr>
            <p:cNvSpPr/>
            <p:nvPr/>
          </p:nvSpPr>
          <p:spPr bwMode="auto">
            <a:xfrm>
              <a:off x="7811294" y="1502481"/>
              <a:ext cx="155575" cy="155575"/>
            </a:xfrm>
            <a:custGeom>
              <a:avLst/>
              <a:gdLst>
                <a:gd name="T0" fmla="*/ 75 w 77"/>
                <a:gd name="T1" fmla="*/ 43 h 77"/>
                <a:gd name="T2" fmla="*/ 35 w 77"/>
                <a:gd name="T3" fmla="*/ 75 h 77"/>
                <a:gd name="T4" fmla="*/ 2 w 77"/>
                <a:gd name="T5" fmla="*/ 35 h 77"/>
                <a:gd name="T6" fmla="*/ 43 w 77"/>
                <a:gd name="T7" fmla="*/ 2 h 77"/>
                <a:gd name="T8" fmla="*/ 75 w 77"/>
                <a:gd name="T9" fmla="*/ 43 h 77"/>
              </a:gdLst>
              <a:ahLst/>
              <a:cxnLst>
                <a:cxn ang="0">
                  <a:pos x="T0" y="T1"/>
                </a:cxn>
                <a:cxn ang="0">
                  <a:pos x="T2" y="T3"/>
                </a:cxn>
                <a:cxn ang="0">
                  <a:pos x="T4" y="T5"/>
                </a:cxn>
                <a:cxn ang="0">
                  <a:pos x="T6" y="T7"/>
                </a:cxn>
                <a:cxn ang="0">
                  <a:pos x="T8" y="T9"/>
                </a:cxn>
              </a:cxnLst>
              <a:rect l="0" t="0" r="r" b="b"/>
              <a:pathLst>
                <a:path w="77" h="77">
                  <a:moveTo>
                    <a:pt x="75" y="43"/>
                  </a:moveTo>
                  <a:cubicBezTo>
                    <a:pt x="73" y="63"/>
                    <a:pt x="55" y="77"/>
                    <a:pt x="35" y="75"/>
                  </a:cubicBezTo>
                  <a:cubicBezTo>
                    <a:pt x="15" y="73"/>
                    <a:pt x="0" y="55"/>
                    <a:pt x="2" y="35"/>
                  </a:cubicBezTo>
                  <a:cubicBezTo>
                    <a:pt x="5" y="15"/>
                    <a:pt x="23" y="0"/>
                    <a:pt x="43" y="2"/>
                  </a:cubicBezTo>
                  <a:cubicBezTo>
                    <a:pt x="63" y="4"/>
                    <a:pt x="77" y="22"/>
                    <a:pt x="75" y="43"/>
                  </a:cubicBezTo>
                  <a:close/>
                </a:path>
              </a:pathLst>
            </a:custGeom>
            <a:solidFill>
              <a:srgbClr val="DB734C"/>
            </a:solidFill>
            <a:ln>
              <a:noFill/>
            </a:ln>
            <a:extLst>
              <a:ext uri="{91240B29-F687-4F45-9708-019B960494DF}">
                <a14:hiddenLine xmlns:a14="http://schemas.microsoft.com/office/drawing/2010/main" w="9525">
                  <a:solidFill>
                    <a:srgbClr val="000000"/>
                  </a:solidFill>
                  <a:round/>
                  <a:headEnd/>
                  <a:tailEnd/>
                </a14:hiddenLine>
              </a:ext>
            </a:extLst>
          </p:spPr>
          <p:txBody>
            <a:bodyPr anchor="ctr"/>
            <a:lstStyle/>
            <a:p>
              <a:pPr algn="ctr"/>
              <a:endParaRPr/>
            </a:p>
          </p:txBody>
        </p:sp>
        <p:sp>
          <p:nvSpPr>
            <p:cNvPr id="378" name="îSḷíďe">
              <a:extLst>
                <a:ext uri="{FF2B5EF4-FFF2-40B4-BE49-F238E27FC236}">
                  <a16:creationId xmlns:a16="http://schemas.microsoft.com/office/drawing/2014/main" id="{4E05BB81-F923-4452-B501-F973309C4DF2}"/>
                </a:ext>
              </a:extLst>
            </p:cNvPr>
            <p:cNvSpPr/>
            <p:nvPr/>
          </p:nvSpPr>
          <p:spPr bwMode="auto">
            <a:xfrm>
              <a:off x="7952582" y="1396118"/>
              <a:ext cx="169863" cy="417513"/>
            </a:xfrm>
            <a:custGeom>
              <a:avLst/>
              <a:gdLst>
                <a:gd name="T0" fmla="*/ 0 w 84"/>
                <a:gd name="T1" fmla="*/ 69 h 206"/>
                <a:gd name="T2" fmla="*/ 28 w 84"/>
                <a:gd name="T3" fmla="*/ 197 h 206"/>
                <a:gd name="T4" fmla="*/ 44 w 84"/>
                <a:gd name="T5" fmla="*/ 199 h 206"/>
                <a:gd name="T6" fmla="*/ 84 w 84"/>
                <a:gd name="T7" fmla="*/ 102 h 206"/>
                <a:gd name="T8" fmla="*/ 0 w 84"/>
                <a:gd name="T9" fmla="*/ 69 h 206"/>
              </a:gdLst>
              <a:ahLst/>
              <a:cxnLst>
                <a:cxn ang="0">
                  <a:pos x="T0" y="T1"/>
                </a:cxn>
                <a:cxn ang="0">
                  <a:pos x="T2" y="T3"/>
                </a:cxn>
                <a:cxn ang="0">
                  <a:pos x="T4" y="T5"/>
                </a:cxn>
                <a:cxn ang="0">
                  <a:pos x="T6" y="T7"/>
                </a:cxn>
                <a:cxn ang="0">
                  <a:pos x="T8" y="T9"/>
                </a:cxn>
              </a:cxnLst>
              <a:rect l="0" t="0" r="r" b="b"/>
              <a:pathLst>
                <a:path w="84" h="206">
                  <a:moveTo>
                    <a:pt x="0" y="69"/>
                  </a:moveTo>
                  <a:cubicBezTo>
                    <a:pt x="28" y="197"/>
                    <a:pt x="28" y="197"/>
                    <a:pt x="28" y="197"/>
                  </a:cubicBezTo>
                  <a:cubicBezTo>
                    <a:pt x="30" y="205"/>
                    <a:pt x="41" y="206"/>
                    <a:pt x="44" y="199"/>
                  </a:cubicBezTo>
                  <a:cubicBezTo>
                    <a:pt x="84" y="102"/>
                    <a:pt x="84" y="102"/>
                    <a:pt x="84" y="102"/>
                  </a:cubicBezTo>
                  <a:cubicBezTo>
                    <a:pt x="84" y="102"/>
                    <a:pt x="54" y="0"/>
                    <a:pt x="0" y="69"/>
                  </a:cubicBezTo>
                  <a:close/>
                </a:path>
              </a:pathLst>
            </a:custGeom>
            <a:solidFill>
              <a:srgbClr val="DB734C"/>
            </a:solidFill>
            <a:ln>
              <a:noFill/>
            </a:ln>
            <a:extLst>
              <a:ext uri="{91240B29-F687-4F45-9708-019B960494DF}">
                <a14:hiddenLine xmlns:a14="http://schemas.microsoft.com/office/drawing/2010/main" w="9525">
                  <a:solidFill>
                    <a:srgbClr val="000000"/>
                  </a:solidFill>
                  <a:round/>
                  <a:headEnd/>
                  <a:tailEnd/>
                </a14:hiddenLine>
              </a:ext>
            </a:extLst>
          </p:spPr>
          <p:txBody>
            <a:bodyPr anchor="ctr"/>
            <a:lstStyle/>
            <a:p>
              <a:pPr algn="ctr"/>
              <a:endParaRPr/>
            </a:p>
          </p:txBody>
        </p:sp>
        <p:sp>
          <p:nvSpPr>
            <p:cNvPr id="379" name="íṡļíḑè">
              <a:extLst>
                <a:ext uri="{FF2B5EF4-FFF2-40B4-BE49-F238E27FC236}">
                  <a16:creationId xmlns:a16="http://schemas.microsoft.com/office/drawing/2014/main" id="{7CC17C76-72FA-44B1-8AE2-29C7ADB181AE}"/>
                </a:ext>
              </a:extLst>
            </p:cNvPr>
            <p:cNvSpPr/>
            <p:nvPr/>
          </p:nvSpPr>
          <p:spPr bwMode="auto">
            <a:xfrm>
              <a:off x="7746207" y="2162881"/>
              <a:ext cx="260350" cy="528638"/>
            </a:xfrm>
            <a:custGeom>
              <a:avLst/>
              <a:gdLst>
                <a:gd name="T0" fmla="*/ 162 w 164"/>
                <a:gd name="T1" fmla="*/ 47 h 333"/>
                <a:gd name="T2" fmla="*/ 164 w 164"/>
                <a:gd name="T3" fmla="*/ 0 h 333"/>
                <a:gd name="T4" fmla="*/ 85 w 164"/>
                <a:gd name="T5" fmla="*/ 0 h 333"/>
                <a:gd name="T6" fmla="*/ 47 w 164"/>
                <a:gd name="T7" fmla="*/ 125 h 333"/>
                <a:gd name="T8" fmla="*/ 38 w 164"/>
                <a:gd name="T9" fmla="*/ 2 h 333"/>
                <a:gd name="T10" fmla="*/ 9 w 164"/>
                <a:gd name="T11" fmla="*/ 0 h 333"/>
                <a:gd name="T12" fmla="*/ 0 w 164"/>
                <a:gd name="T13" fmla="*/ 333 h 333"/>
                <a:gd name="T14" fmla="*/ 162 w 164"/>
                <a:gd name="T15" fmla="*/ 47 h 333"/>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64" h="333">
                  <a:moveTo>
                    <a:pt x="162" y="47"/>
                  </a:moveTo>
                  <a:lnTo>
                    <a:pt x="164" y="0"/>
                  </a:lnTo>
                  <a:lnTo>
                    <a:pt x="85" y="0"/>
                  </a:lnTo>
                  <a:lnTo>
                    <a:pt x="47" y="125"/>
                  </a:lnTo>
                  <a:lnTo>
                    <a:pt x="38" y="2"/>
                  </a:lnTo>
                  <a:lnTo>
                    <a:pt x="9" y="0"/>
                  </a:lnTo>
                  <a:lnTo>
                    <a:pt x="0" y="333"/>
                  </a:lnTo>
                  <a:lnTo>
                    <a:pt x="162" y="47"/>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nchor="ctr"/>
            <a:lstStyle/>
            <a:p>
              <a:pPr algn="ctr"/>
              <a:endParaRPr/>
            </a:p>
          </p:txBody>
        </p:sp>
        <p:sp>
          <p:nvSpPr>
            <p:cNvPr id="380" name="îsḻíďè">
              <a:extLst>
                <a:ext uri="{FF2B5EF4-FFF2-40B4-BE49-F238E27FC236}">
                  <a16:creationId xmlns:a16="http://schemas.microsoft.com/office/drawing/2014/main" id="{74189CC6-B2B6-48BD-9FBA-7AA4F3B280D3}"/>
                </a:ext>
              </a:extLst>
            </p:cNvPr>
            <p:cNvSpPr/>
            <p:nvPr/>
          </p:nvSpPr>
          <p:spPr bwMode="auto">
            <a:xfrm>
              <a:off x="7481094" y="3618618"/>
              <a:ext cx="685800" cy="288925"/>
            </a:xfrm>
            <a:custGeom>
              <a:avLst/>
              <a:gdLst>
                <a:gd name="T0" fmla="*/ 98 w 339"/>
                <a:gd name="T1" fmla="*/ 128 h 143"/>
                <a:gd name="T2" fmla="*/ 229 w 339"/>
                <a:gd name="T3" fmla="*/ 138 h 143"/>
                <a:gd name="T4" fmla="*/ 339 w 339"/>
                <a:gd name="T5" fmla="*/ 77 h 143"/>
                <a:gd name="T6" fmla="*/ 338 w 339"/>
                <a:gd name="T7" fmla="*/ 6 h 143"/>
                <a:gd name="T8" fmla="*/ 7 w 339"/>
                <a:gd name="T9" fmla="*/ 0 h 143"/>
                <a:gd name="T10" fmla="*/ 3 w 339"/>
                <a:gd name="T11" fmla="*/ 52 h 143"/>
                <a:gd name="T12" fmla="*/ 98 w 339"/>
                <a:gd name="T13" fmla="*/ 128 h 143"/>
              </a:gdLst>
              <a:ahLst/>
              <a:cxnLst>
                <a:cxn ang="0">
                  <a:pos x="T0" y="T1"/>
                </a:cxn>
                <a:cxn ang="0">
                  <a:pos x="T2" y="T3"/>
                </a:cxn>
                <a:cxn ang="0">
                  <a:pos x="T4" y="T5"/>
                </a:cxn>
                <a:cxn ang="0">
                  <a:pos x="T6" y="T7"/>
                </a:cxn>
                <a:cxn ang="0">
                  <a:pos x="T8" y="T9"/>
                </a:cxn>
                <a:cxn ang="0">
                  <a:pos x="T10" y="T11"/>
                </a:cxn>
                <a:cxn ang="0">
                  <a:pos x="T12" y="T13"/>
                </a:cxn>
              </a:cxnLst>
              <a:rect l="0" t="0" r="r" b="b"/>
              <a:pathLst>
                <a:path w="339" h="143">
                  <a:moveTo>
                    <a:pt x="98" y="128"/>
                  </a:moveTo>
                  <a:cubicBezTo>
                    <a:pt x="229" y="138"/>
                    <a:pt x="229" y="138"/>
                    <a:pt x="229" y="138"/>
                  </a:cubicBezTo>
                  <a:cubicBezTo>
                    <a:pt x="286" y="143"/>
                    <a:pt x="336" y="116"/>
                    <a:pt x="339" y="77"/>
                  </a:cubicBezTo>
                  <a:cubicBezTo>
                    <a:pt x="338" y="6"/>
                    <a:pt x="338" y="6"/>
                    <a:pt x="338" y="6"/>
                  </a:cubicBezTo>
                  <a:cubicBezTo>
                    <a:pt x="7" y="0"/>
                    <a:pt x="7" y="0"/>
                    <a:pt x="7" y="0"/>
                  </a:cubicBezTo>
                  <a:cubicBezTo>
                    <a:pt x="3" y="52"/>
                    <a:pt x="3" y="52"/>
                    <a:pt x="3" y="52"/>
                  </a:cubicBezTo>
                  <a:cubicBezTo>
                    <a:pt x="0" y="91"/>
                    <a:pt x="41" y="124"/>
                    <a:pt x="98" y="128"/>
                  </a:cubicBezTo>
                </a:path>
              </a:pathLst>
            </a:custGeom>
            <a:solidFill>
              <a:srgbClr val="07113D"/>
            </a:solidFill>
            <a:ln>
              <a:noFill/>
            </a:ln>
            <a:extLst>
              <a:ext uri="{91240B29-F687-4F45-9708-019B960494DF}">
                <a14:hiddenLine xmlns:a14="http://schemas.microsoft.com/office/drawing/2010/main" w="9525">
                  <a:solidFill>
                    <a:srgbClr val="000000"/>
                  </a:solidFill>
                  <a:round/>
                  <a:headEnd/>
                  <a:tailEnd/>
                </a14:hiddenLine>
              </a:ext>
            </a:extLst>
          </p:spPr>
          <p:txBody>
            <a:bodyPr anchor="ctr"/>
            <a:lstStyle/>
            <a:p>
              <a:pPr algn="ctr"/>
              <a:endParaRPr/>
            </a:p>
          </p:txBody>
        </p:sp>
        <p:sp>
          <p:nvSpPr>
            <p:cNvPr id="381" name="íśļîḍê">
              <a:extLst>
                <a:ext uri="{FF2B5EF4-FFF2-40B4-BE49-F238E27FC236}">
                  <a16:creationId xmlns:a16="http://schemas.microsoft.com/office/drawing/2014/main" id="{366CDAA3-E9B2-4E53-B912-23A56116312E}"/>
                </a:ext>
              </a:extLst>
            </p:cNvPr>
            <p:cNvSpPr/>
            <p:nvPr/>
          </p:nvSpPr>
          <p:spPr bwMode="auto">
            <a:xfrm>
              <a:off x="7628732" y="5504568"/>
              <a:ext cx="79375" cy="276225"/>
            </a:xfrm>
            <a:custGeom>
              <a:avLst/>
              <a:gdLst>
                <a:gd name="T0" fmla="*/ 18 w 39"/>
                <a:gd name="T1" fmla="*/ 137 h 137"/>
                <a:gd name="T2" fmla="*/ 10 w 39"/>
                <a:gd name="T3" fmla="*/ 137 h 137"/>
                <a:gd name="T4" fmla="*/ 0 w 39"/>
                <a:gd name="T5" fmla="*/ 127 h 137"/>
                <a:gd name="T6" fmla="*/ 0 w 39"/>
                <a:gd name="T7" fmla="*/ 0 h 137"/>
                <a:gd name="T8" fmla="*/ 39 w 39"/>
                <a:gd name="T9" fmla="*/ 8 h 137"/>
                <a:gd name="T10" fmla="*/ 27 w 39"/>
                <a:gd name="T11" fmla="*/ 128 h 137"/>
                <a:gd name="T12" fmla="*/ 18 w 39"/>
                <a:gd name="T13" fmla="*/ 137 h 137"/>
              </a:gdLst>
              <a:ahLst/>
              <a:cxnLst>
                <a:cxn ang="0">
                  <a:pos x="T0" y="T1"/>
                </a:cxn>
                <a:cxn ang="0">
                  <a:pos x="T2" y="T3"/>
                </a:cxn>
                <a:cxn ang="0">
                  <a:pos x="T4" y="T5"/>
                </a:cxn>
                <a:cxn ang="0">
                  <a:pos x="T6" y="T7"/>
                </a:cxn>
                <a:cxn ang="0">
                  <a:pos x="T8" y="T9"/>
                </a:cxn>
                <a:cxn ang="0">
                  <a:pos x="T10" y="T11"/>
                </a:cxn>
                <a:cxn ang="0">
                  <a:pos x="T12" y="T13"/>
                </a:cxn>
              </a:cxnLst>
              <a:rect l="0" t="0" r="r" b="b"/>
              <a:pathLst>
                <a:path w="39" h="137">
                  <a:moveTo>
                    <a:pt x="18" y="137"/>
                  </a:moveTo>
                  <a:cubicBezTo>
                    <a:pt x="10" y="137"/>
                    <a:pt x="10" y="137"/>
                    <a:pt x="10" y="137"/>
                  </a:cubicBezTo>
                  <a:cubicBezTo>
                    <a:pt x="5" y="137"/>
                    <a:pt x="0" y="133"/>
                    <a:pt x="0" y="127"/>
                  </a:cubicBezTo>
                  <a:cubicBezTo>
                    <a:pt x="0" y="0"/>
                    <a:pt x="0" y="0"/>
                    <a:pt x="0" y="0"/>
                  </a:cubicBezTo>
                  <a:cubicBezTo>
                    <a:pt x="39" y="8"/>
                    <a:pt x="39" y="8"/>
                    <a:pt x="39" y="8"/>
                  </a:cubicBezTo>
                  <a:cubicBezTo>
                    <a:pt x="27" y="128"/>
                    <a:pt x="27" y="128"/>
                    <a:pt x="27" y="128"/>
                  </a:cubicBezTo>
                  <a:cubicBezTo>
                    <a:pt x="27" y="133"/>
                    <a:pt x="23" y="137"/>
                    <a:pt x="18" y="137"/>
                  </a:cubicBezTo>
                  <a:close/>
                </a:path>
              </a:pathLst>
            </a:custGeom>
            <a:solidFill>
              <a:srgbClr val="07113D"/>
            </a:solidFill>
            <a:ln>
              <a:noFill/>
            </a:ln>
            <a:extLst>
              <a:ext uri="{91240B29-F687-4F45-9708-019B960494DF}">
                <a14:hiddenLine xmlns:a14="http://schemas.microsoft.com/office/drawing/2010/main" w="9525">
                  <a:solidFill>
                    <a:srgbClr val="000000"/>
                  </a:solidFill>
                  <a:round/>
                  <a:headEnd/>
                  <a:tailEnd/>
                </a14:hiddenLine>
              </a:ext>
            </a:extLst>
          </p:spPr>
          <p:txBody>
            <a:bodyPr anchor="ctr"/>
            <a:lstStyle/>
            <a:p>
              <a:pPr algn="ctr"/>
              <a:endParaRPr/>
            </a:p>
          </p:txBody>
        </p:sp>
        <p:sp>
          <p:nvSpPr>
            <p:cNvPr id="382" name="íS1îďé">
              <a:extLst>
                <a:ext uri="{FF2B5EF4-FFF2-40B4-BE49-F238E27FC236}">
                  <a16:creationId xmlns:a16="http://schemas.microsoft.com/office/drawing/2014/main" id="{65293BED-5A8C-461E-9F80-CDCD56DEC2EA}"/>
                </a:ext>
              </a:extLst>
            </p:cNvPr>
            <p:cNvSpPr/>
            <p:nvPr/>
          </p:nvSpPr>
          <p:spPr bwMode="auto">
            <a:xfrm>
              <a:off x="7266782" y="5452181"/>
              <a:ext cx="442913" cy="334963"/>
            </a:xfrm>
            <a:custGeom>
              <a:avLst/>
              <a:gdLst>
                <a:gd name="T0" fmla="*/ 104 w 219"/>
                <a:gd name="T1" fmla="*/ 18 h 166"/>
                <a:gd name="T2" fmla="*/ 59 w 219"/>
                <a:gd name="T3" fmla="*/ 99 h 166"/>
                <a:gd name="T4" fmla="*/ 23 w 219"/>
                <a:gd name="T5" fmla="*/ 120 h 166"/>
                <a:gd name="T6" fmla="*/ 1 w 219"/>
                <a:gd name="T7" fmla="*/ 142 h 166"/>
                <a:gd name="T8" fmla="*/ 1 w 219"/>
                <a:gd name="T9" fmla="*/ 142 h 166"/>
                <a:gd name="T10" fmla="*/ 24 w 219"/>
                <a:gd name="T11" fmla="*/ 166 h 166"/>
                <a:gd name="T12" fmla="*/ 61 w 219"/>
                <a:gd name="T13" fmla="*/ 166 h 166"/>
                <a:gd name="T14" fmla="*/ 112 w 219"/>
                <a:gd name="T15" fmla="*/ 146 h 166"/>
                <a:gd name="T16" fmla="*/ 212 w 219"/>
                <a:gd name="T17" fmla="*/ 53 h 166"/>
                <a:gd name="T18" fmla="*/ 218 w 219"/>
                <a:gd name="T19" fmla="*/ 31 h 166"/>
                <a:gd name="T20" fmla="*/ 183 w 219"/>
                <a:gd name="T21" fmla="*/ 3 h 166"/>
                <a:gd name="T22" fmla="*/ 104 w 219"/>
                <a:gd name="T23" fmla="*/ 18 h 1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219" h="166">
                  <a:moveTo>
                    <a:pt x="104" y="18"/>
                  </a:moveTo>
                  <a:cubicBezTo>
                    <a:pt x="59" y="99"/>
                    <a:pt x="59" y="99"/>
                    <a:pt x="59" y="99"/>
                  </a:cubicBezTo>
                  <a:cubicBezTo>
                    <a:pt x="51" y="112"/>
                    <a:pt x="38" y="120"/>
                    <a:pt x="23" y="120"/>
                  </a:cubicBezTo>
                  <a:cubicBezTo>
                    <a:pt x="11" y="121"/>
                    <a:pt x="1" y="130"/>
                    <a:pt x="1" y="142"/>
                  </a:cubicBezTo>
                  <a:cubicBezTo>
                    <a:pt x="1" y="142"/>
                    <a:pt x="1" y="142"/>
                    <a:pt x="1" y="142"/>
                  </a:cubicBezTo>
                  <a:cubicBezTo>
                    <a:pt x="0" y="155"/>
                    <a:pt x="11" y="166"/>
                    <a:pt x="24" y="166"/>
                  </a:cubicBezTo>
                  <a:cubicBezTo>
                    <a:pt x="61" y="166"/>
                    <a:pt x="61" y="166"/>
                    <a:pt x="61" y="166"/>
                  </a:cubicBezTo>
                  <a:cubicBezTo>
                    <a:pt x="80" y="166"/>
                    <a:pt x="98" y="159"/>
                    <a:pt x="112" y="146"/>
                  </a:cubicBezTo>
                  <a:cubicBezTo>
                    <a:pt x="212" y="53"/>
                    <a:pt x="212" y="53"/>
                    <a:pt x="212" y="53"/>
                  </a:cubicBezTo>
                  <a:cubicBezTo>
                    <a:pt x="217" y="46"/>
                    <a:pt x="219" y="38"/>
                    <a:pt x="218" y="31"/>
                  </a:cubicBezTo>
                  <a:cubicBezTo>
                    <a:pt x="217" y="13"/>
                    <a:pt x="200" y="0"/>
                    <a:pt x="183" y="3"/>
                  </a:cubicBezTo>
                  <a:lnTo>
                    <a:pt x="104" y="18"/>
                  </a:lnTo>
                  <a:close/>
                </a:path>
              </a:pathLst>
            </a:custGeom>
            <a:solidFill>
              <a:srgbClr val="07113D"/>
            </a:solidFill>
            <a:ln>
              <a:noFill/>
            </a:ln>
            <a:extLst>
              <a:ext uri="{91240B29-F687-4F45-9708-019B960494DF}">
                <a14:hiddenLine xmlns:a14="http://schemas.microsoft.com/office/drawing/2010/main" w="9525">
                  <a:solidFill>
                    <a:srgbClr val="000000"/>
                  </a:solidFill>
                  <a:round/>
                  <a:headEnd/>
                  <a:tailEnd/>
                </a14:hiddenLine>
              </a:ext>
            </a:extLst>
          </p:spPr>
          <p:txBody>
            <a:bodyPr anchor="ctr"/>
            <a:lstStyle/>
            <a:p>
              <a:pPr algn="ctr"/>
              <a:endParaRPr/>
            </a:p>
          </p:txBody>
        </p:sp>
        <p:sp>
          <p:nvSpPr>
            <p:cNvPr id="383" name="ï$ḻiḑê">
              <a:extLst>
                <a:ext uri="{FF2B5EF4-FFF2-40B4-BE49-F238E27FC236}">
                  <a16:creationId xmlns:a16="http://schemas.microsoft.com/office/drawing/2014/main" id="{48C18FA0-1CB2-4FFE-9F44-C7E4BFD8CFF6}"/>
                </a:ext>
              </a:extLst>
            </p:cNvPr>
            <p:cNvSpPr/>
            <p:nvPr/>
          </p:nvSpPr>
          <p:spPr bwMode="auto">
            <a:xfrm>
              <a:off x="7262019" y="5431543"/>
              <a:ext cx="442913" cy="334963"/>
            </a:xfrm>
            <a:custGeom>
              <a:avLst/>
              <a:gdLst>
                <a:gd name="T0" fmla="*/ 104 w 219"/>
                <a:gd name="T1" fmla="*/ 18 h 166"/>
                <a:gd name="T2" fmla="*/ 58 w 219"/>
                <a:gd name="T3" fmla="*/ 99 h 166"/>
                <a:gd name="T4" fmla="*/ 22 w 219"/>
                <a:gd name="T5" fmla="*/ 120 h 166"/>
                <a:gd name="T6" fmla="*/ 0 w 219"/>
                <a:gd name="T7" fmla="*/ 141 h 166"/>
                <a:gd name="T8" fmla="*/ 0 w 219"/>
                <a:gd name="T9" fmla="*/ 142 h 166"/>
                <a:gd name="T10" fmla="*/ 24 w 219"/>
                <a:gd name="T11" fmla="*/ 166 h 166"/>
                <a:gd name="T12" fmla="*/ 50 w 219"/>
                <a:gd name="T13" fmla="*/ 166 h 166"/>
                <a:gd name="T14" fmla="*/ 120 w 219"/>
                <a:gd name="T15" fmla="*/ 138 h 166"/>
                <a:gd name="T16" fmla="*/ 212 w 219"/>
                <a:gd name="T17" fmla="*/ 52 h 166"/>
                <a:gd name="T18" fmla="*/ 218 w 219"/>
                <a:gd name="T19" fmla="*/ 30 h 166"/>
                <a:gd name="T20" fmla="*/ 182 w 219"/>
                <a:gd name="T21" fmla="*/ 2 h 166"/>
                <a:gd name="T22" fmla="*/ 104 w 219"/>
                <a:gd name="T23" fmla="*/ 18 h 1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219" h="166">
                  <a:moveTo>
                    <a:pt x="104" y="18"/>
                  </a:moveTo>
                  <a:cubicBezTo>
                    <a:pt x="58" y="99"/>
                    <a:pt x="58" y="99"/>
                    <a:pt x="58" y="99"/>
                  </a:cubicBezTo>
                  <a:cubicBezTo>
                    <a:pt x="51" y="111"/>
                    <a:pt x="37" y="119"/>
                    <a:pt x="22" y="120"/>
                  </a:cubicBezTo>
                  <a:cubicBezTo>
                    <a:pt x="11" y="120"/>
                    <a:pt x="1" y="130"/>
                    <a:pt x="0" y="141"/>
                  </a:cubicBezTo>
                  <a:cubicBezTo>
                    <a:pt x="0" y="142"/>
                    <a:pt x="0" y="142"/>
                    <a:pt x="0" y="142"/>
                  </a:cubicBezTo>
                  <a:cubicBezTo>
                    <a:pt x="0" y="155"/>
                    <a:pt x="10" y="166"/>
                    <a:pt x="24" y="166"/>
                  </a:cubicBezTo>
                  <a:cubicBezTo>
                    <a:pt x="50" y="166"/>
                    <a:pt x="50" y="166"/>
                    <a:pt x="50" y="166"/>
                  </a:cubicBezTo>
                  <a:cubicBezTo>
                    <a:pt x="76" y="166"/>
                    <a:pt x="101" y="156"/>
                    <a:pt x="120" y="138"/>
                  </a:cubicBezTo>
                  <a:cubicBezTo>
                    <a:pt x="212" y="52"/>
                    <a:pt x="212" y="52"/>
                    <a:pt x="212" y="52"/>
                  </a:cubicBezTo>
                  <a:cubicBezTo>
                    <a:pt x="217" y="46"/>
                    <a:pt x="219" y="38"/>
                    <a:pt x="218" y="30"/>
                  </a:cubicBezTo>
                  <a:cubicBezTo>
                    <a:pt x="216" y="12"/>
                    <a:pt x="200" y="0"/>
                    <a:pt x="182" y="2"/>
                  </a:cubicBezTo>
                  <a:lnTo>
                    <a:pt x="104" y="18"/>
                  </a:lnTo>
                  <a:close/>
                </a:path>
              </a:pathLst>
            </a:custGeom>
            <a:solidFill>
              <a:srgbClr val="B95241"/>
            </a:solidFill>
            <a:ln>
              <a:noFill/>
            </a:ln>
            <a:extLst>
              <a:ext uri="{91240B29-F687-4F45-9708-019B960494DF}">
                <a14:hiddenLine xmlns:a14="http://schemas.microsoft.com/office/drawing/2010/main" w="9525">
                  <a:solidFill>
                    <a:srgbClr val="000000"/>
                  </a:solidFill>
                  <a:round/>
                  <a:headEnd/>
                  <a:tailEnd/>
                </a14:hiddenLine>
              </a:ext>
            </a:extLst>
          </p:spPr>
          <p:txBody>
            <a:bodyPr anchor="ctr"/>
            <a:lstStyle/>
            <a:p>
              <a:pPr algn="ctr"/>
              <a:endParaRPr/>
            </a:p>
          </p:txBody>
        </p:sp>
        <p:sp>
          <p:nvSpPr>
            <p:cNvPr id="384" name="ïṡľîdè">
              <a:extLst>
                <a:ext uri="{FF2B5EF4-FFF2-40B4-BE49-F238E27FC236}">
                  <a16:creationId xmlns:a16="http://schemas.microsoft.com/office/drawing/2014/main" id="{F86B6BDF-450B-4A00-9605-AB9E632704DD}"/>
                </a:ext>
              </a:extLst>
            </p:cNvPr>
            <p:cNvSpPr/>
            <p:nvPr/>
          </p:nvSpPr>
          <p:spPr bwMode="auto">
            <a:xfrm>
              <a:off x="7396957" y="5582356"/>
              <a:ext cx="53975" cy="38100"/>
            </a:xfrm>
            <a:custGeom>
              <a:avLst/>
              <a:gdLst>
                <a:gd name="T0" fmla="*/ 1 w 27"/>
                <a:gd name="T1" fmla="*/ 5 h 19"/>
                <a:gd name="T2" fmla="*/ 22 w 27"/>
                <a:gd name="T3" fmla="*/ 18 h 19"/>
                <a:gd name="T4" fmla="*/ 26 w 27"/>
                <a:gd name="T5" fmla="*/ 17 h 19"/>
                <a:gd name="T6" fmla="*/ 25 w 27"/>
                <a:gd name="T7" fmla="*/ 13 h 19"/>
                <a:gd name="T8" fmla="*/ 4 w 27"/>
                <a:gd name="T9" fmla="*/ 1 h 19"/>
                <a:gd name="T10" fmla="*/ 0 w 27"/>
                <a:gd name="T11" fmla="*/ 1 h 19"/>
                <a:gd name="T12" fmla="*/ 1 w 27"/>
                <a:gd name="T13" fmla="*/ 5 h 19"/>
              </a:gdLst>
              <a:ahLst/>
              <a:cxnLst>
                <a:cxn ang="0">
                  <a:pos x="T0" y="T1"/>
                </a:cxn>
                <a:cxn ang="0">
                  <a:pos x="T2" y="T3"/>
                </a:cxn>
                <a:cxn ang="0">
                  <a:pos x="T4" y="T5"/>
                </a:cxn>
                <a:cxn ang="0">
                  <a:pos x="T6" y="T7"/>
                </a:cxn>
                <a:cxn ang="0">
                  <a:pos x="T8" y="T9"/>
                </a:cxn>
                <a:cxn ang="0">
                  <a:pos x="T10" y="T11"/>
                </a:cxn>
                <a:cxn ang="0">
                  <a:pos x="T12" y="T13"/>
                </a:cxn>
              </a:cxnLst>
              <a:rect l="0" t="0" r="r" b="b"/>
              <a:pathLst>
                <a:path w="27" h="19">
                  <a:moveTo>
                    <a:pt x="1" y="5"/>
                  </a:moveTo>
                  <a:cubicBezTo>
                    <a:pt x="22" y="18"/>
                    <a:pt x="22" y="18"/>
                    <a:pt x="22" y="18"/>
                  </a:cubicBezTo>
                  <a:cubicBezTo>
                    <a:pt x="23" y="19"/>
                    <a:pt x="25" y="18"/>
                    <a:pt x="26" y="17"/>
                  </a:cubicBezTo>
                  <a:cubicBezTo>
                    <a:pt x="27" y="16"/>
                    <a:pt x="26" y="14"/>
                    <a:pt x="25" y="13"/>
                  </a:cubicBezTo>
                  <a:cubicBezTo>
                    <a:pt x="4" y="1"/>
                    <a:pt x="4" y="1"/>
                    <a:pt x="4" y="1"/>
                  </a:cubicBezTo>
                  <a:cubicBezTo>
                    <a:pt x="3" y="0"/>
                    <a:pt x="1" y="0"/>
                    <a:pt x="0" y="1"/>
                  </a:cubicBezTo>
                  <a:cubicBezTo>
                    <a:pt x="0" y="3"/>
                    <a:pt x="0" y="5"/>
                    <a:pt x="1" y="5"/>
                  </a:cubicBezTo>
                </a:path>
              </a:pathLst>
            </a:custGeom>
            <a:solidFill>
              <a:srgbClr val="07113D"/>
            </a:solidFill>
            <a:ln>
              <a:noFill/>
            </a:ln>
            <a:extLst>
              <a:ext uri="{91240B29-F687-4F45-9708-019B960494DF}">
                <a14:hiddenLine xmlns:a14="http://schemas.microsoft.com/office/drawing/2010/main" w="9525">
                  <a:solidFill>
                    <a:srgbClr val="000000"/>
                  </a:solidFill>
                  <a:round/>
                  <a:headEnd/>
                  <a:tailEnd/>
                </a14:hiddenLine>
              </a:ext>
            </a:extLst>
          </p:spPr>
          <p:txBody>
            <a:bodyPr anchor="ctr"/>
            <a:lstStyle/>
            <a:p>
              <a:pPr algn="ctr"/>
              <a:endParaRPr/>
            </a:p>
          </p:txBody>
        </p:sp>
        <p:sp>
          <p:nvSpPr>
            <p:cNvPr id="385" name="íśḷïdé">
              <a:extLst>
                <a:ext uri="{FF2B5EF4-FFF2-40B4-BE49-F238E27FC236}">
                  <a16:creationId xmlns:a16="http://schemas.microsoft.com/office/drawing/2014/main" id="{995D414A-B654-4985-9F05-0A4CC18310A4}"/>
                </a:ext>
              </a:extLst>
            </p:cNvPr>
            <p:cNvSpPr/>
            <p:nvPr/>
          </p:nvSpPr>
          <p:spPr bwMode="auto">
            <a:xfrm>
              <a:off x="7412832" y="5550606"/>
              <a:ext cx="53975" cy="38100"/>
            </a:xfrm>
            <a:custGeom>
              <a:avLst/>
              <a:gdLst>
                <a:gd name="T0" fmla="*/ 2 w 27"/>
                <a:gd name="T1" fmla="*/ 5 h 19"/>
                <a:gd name="T2" fmla="*/ 22 w 27"/>
                <a:gd name="T3" fmla="*/ 18 h 19"/>
                <a:gd name="T4" fmla="*/ 26 w 27"/>
                <a:gd name="T5" fmla="*/ 17 h 19"/>
                <a:gd name="T6" fmla="*/ 25 w 27"/>
                <a:gd name="T7" fmla="*/ 13 h 19"/>
                <a:gd name="T8" fmla="*/ 5 w 27"/>
                <a:gd name="T9" fmla="*/ 0 h 19"/>
                <a:gd name="T10" fmla="*/ 1 w 27"/>
                <a:gd name="T11" fmla="*/ 1 h 19"/>
                <a:gd name="T12" fmla="*/ 2 w 27"/>
                <a:gd name="T13" fmla="*/ 5 h 19"/>
              </a:gdLst>
              <a:ahLst/>
              <a:cxnLst>
                <a:cxn ang="0">
                  <a:pos x="T0" y="T1"/>
                </a:cxn>
                <a:cxn ang="0">
                  <a:pos x="T2" y="T3"/>
                </a:cxn>
                <a:cxn ang="0">
                  <a:pos x="T4" y="T5"/>
                </a:cxn>
                <a:cxn ang="0">
                  <a:pos x="T6" y="T7"/>
                </a:cxn>
                <a:cxn ang="0">
                  <a:pos x="T8" y="T9"/>
                </a:cxn>
                <a:cxn ang="0">
                  <a:pos x="T10" y="T11"/>
                </a:cxn>
                <a:cxn ang="0">
                  <a:pos x="T12" y="T13"/>
                </a:cxn>
              </a:cxnLst>
              <a:rect l="0" t="0" r="r" b="b"/>
              <a:pathLst>
                <a:path w="27" h="19">
                  <a:moveTo>
                    <a:pt x="2" y="5"/>
                  </a:moveTo>
                  <a:cubicBezTo>
                    <a:pt x="22" y="18"/>
                    <a:pt x="22" y="18"/>
                    <a:pt x="22" y="18"/>
                  </a:cubicBezTo>
                  <a:cubicBezTo>
                    <a:pt x="24" y="19"/>
                    <a:pt x="25" y="18"/>
                    <a:pt x="26" y="17"/>
                  </a:cubicBezTo>
                  <a:cubicBezTo>
                    <a:pt x="27" y="15"/>
                    <a:pt x="27" y="14"/>
                    <a:pt x="25" y="13"/>
                  </a:cubicBezTo>
                  <a:cubicBezTo>
                    <a:pt x="5" y="0"/>
                    <a:pt x="5" y="0"/>
                    <a:pt x="5" y="0"/>
                  </a:cubicBezTo>
                  <a:cubicBezTo>
                    <a:pt x="3" y="0"/>
                    <a:pt x="2" y="0"/>
                    <a:pt x="1" y="1"/>
                  </a:cubicBezTo>
                  <a:cubicBezTo>
                    <a:pt x="0" y="3"/>
                    <a:pt x="0" y="4"/>
                    <a:pt x="2" y="5"/>
                  </a:cubicBezTo>
                </a:path>
              </a:pathLst>
            </a:custGeom>
            <a:solidFill>
              <a:srgbClr val="07113D"/>
            </a:solidFill>
            <a:ln>
              <a:noFill/>
            </a:ln>
            <a:extLst>
              <a:ext uri="{91240B29-F687-4F45-9708-019B960494DF}">
                <a14:hiddenLine xmlns:a14="http://schemas.microsoft.com/office/drawing/2010/main" w="9525">
                  <a:solidFill>
                    <a:srgbClr val="000000"/>
                  </a:solidFill>
                  <a:round/>
                  <a:headEnd/>
                  <a:tailEnd/>
                </a14:hiddenLine>
              </a:ext>
            </a:extLst>
          </p:spPr>
          <p:txBody>
            <a:bodyPr anchor="ctr"/>
            <a:lstStyle/>
            <a:p>
              <a:pPr algn="ctr"/>
              <a:endParaRPr/>
            </a:p>
          </p:txBody>
        </p:sp>
        <p:sp>
          <p:nvSpPr>
            <p:cNvPr id="386" name="íŝ1îḍé">
              <a:extLst>
                <a:ext uri="{FF2B5EF4-FFF2-40B4-BE49-F238E27FC236}">
                  <a16:creationId xmlns:a16="http://schemas.microsoft.com/office/drawing/2014/main" id="{9166D60E-A6F0-4BDF-8121-E8603CCE99DE}"/>
                </a:ext>
              </a:extLst>
            </p:cNvPr>
            <p:cNvSpPr/>
            <p:nvPr/>
          </p:nvSpPr>
          <p:spPr bwMode="auto">
            <a:xfrm>
              <a:off x="7428707" y="5518856"/>
              <a:ext cx="53975" cy="38100"/>
            </a:xfrm>
            <a:custGeom>
              <a:avLst/>
              <a:gdLst>
                <a:gd name="T0" fmla="*/ 2 w 27"/>
                <a:gd name="T1" fmla="*/ 6 h 19"/>
                <a:gd name="T2" fmla="*/ 23 w 27"/>
                <a:gd name="T3" fmla="*/ 18 h 19"/>
                <a:gd name="T4" fmla="*/ 27 w 27"/>
                <a:gd name="T5" fmla="*/ 17 h 19"/>
                <a:gd name="T6" fmla="*/ 26 w 27"/>
                <a:gd name="T7" fmla="*/ 13 h 19"/>
                <a:gd name="T8" fmla="*/ 5 w 27"/>
                <a:gd name="T9" fmla="*/ 1 h 19"/>
                <a:gd name="T10" fmla="*/ 1 w 27"/>
                <a:gd name="T11" fmla="*/ 2 h 19"/>
                <a:gd name="T12" fmla="*/ 2 w 27"/>
                <a:gd name="T13" fmla="*/ 6 h 19"/>
              </a:gdLst>
              <a:ahLst/>
              <a:cxnLst>
                <a:cxn ang="0">
                  <a:pos x="T0" y="T1"/>
                </a:cxn>
                <a:cxn ang="0">
                  <a:pos x="T2" y="T3"/>
                </a:cxn>
                <a:cxn ang="0">
                  <a:pos x="T4" y="T5"/>
                </a:cxn>
                <a:cxn ang="0">
                  <a:pos x="T6" y="T7"/>
                </a:cxn>
                <a:cxn ang="0">
                  <a:pos x="T8" y="T9"/>
                </a:cxn>
                <a:cxn ang="0">
                  <a:pos x="T10" y="T11"/>
                </a:cxn>
                <a:cxn ang="0">
                  <a:pos x="T12" y="T13"/>
                </a:cxn>
              </a:cxnLst>
              <a:rect l="0" t="0" r="r" b="b"/>
              <a:pathLst>
                <a:path w="27" h="19">
                  <a:moveTo>
                    <a:pt x="2" y="6"/>
                  </a:moveTo>
                  <a:cubicBezTo>
                    <a:pt x="23" y="18"/>
                    <a:pt x="23" y="18"/>
                    <a:pt x="23" y="18"/>
                  </a:cubicBezTo>
                  <a:cubicBezTo>
                    <a:pt x="24" y="19"/>
                    <a:pt x="26" y="19"/>
                    <a:pt x="27" y="17"/>
                  </a:cubicBezTo>
                  <a:cubicBezTo>
                    <a:pt x="27" y="16"/>
                    <a:pt x="27" y="14"/>
                    <a:pt x="26" y="13"/>
                  </a:cubicBezTo>
                  <a:cubicBezTo>
                    <a:pt x="5" y="1"/>
                    <a:pt x="5" y="1"/>
                    <a:pt x="5" y="1"/>
                  </a:cubicBezTo>
                  <a:cubicBezTo>
                    <a:pt x="4" y="0"/>
                    <a:pt x="2" y="0"/>
                    <a:pt x="1" y="2"/>
                  </a:cubicBezTo>
                  <a:cubicBezTo>
                    <a:pt x="0" y="3"/>
                    <a:pt x="1" y="5"/>
                    <a:pt x="2" y="6"/>
                  </a:cubicBezTo>
                </a:path>
              </a:pathLst>
            </a:custGeom>
            <a:solidFill>
              <a:srgbClr val="07113D"/>
            </a:solidFill>
            <a:ln>
              <a:noFill/>
            </a:ln>
            <a:extLst>
              <a:ext uri="{91240B29-F687-4F45-9708-019B960494DF}">
                <a14:hiddenLine xmlns:a14="http://schemas.microsoft.com/office/drawing/2010/main" w="9525">
                  <a:solidFill>
                    <a:srgbClr val="000000"/>
                  </a:solidFill>
                  <a:round/>
                  <a:headEnd/>
                  <a:tailEnd/>
                </a14:hiddenLine>
              </a:ext>
            </a:extLst>
          </p:spPr>
          <p:txBody>
            <a:bodyPr anchor="ctr"/>
            <a:lstStyle/>
            <a:p>
              <a:pPr algn="ctr"/>
              <a:endParaRPr/>
            </a:p>
          </p:txBody>
        </p:sp>
        <p:sp>
          <p:nvSpPr>
            <p:cNvPr id="387" name="işļïdê">
              <a:extLst>
                <a:ext uri="{FF2B5EF4-FFF2-40B4-BE49-F238E27FC236}">
                  <a16:creationId xmlns:a16="http://schemas.microsoft.com/office/drawing/2014/main" id="{C365D903-840C-4992-A0A1-E9A3DB472BFE}"/>
                </a:ext>
              </a:extLst>
            </p:cNvPr>
            <p:cNvSpPr/>
            <p:nvPr/>
          </p:nvSpPr>
          <p:spPr bwMode="auto">
            <a:xfrm>
              <a:off x="7458869" y="5420431"/>
              <a:ext cx="241300" cy="50800"/>
            </a:xfrm>
            <a:prstGeom prst="rect">
              <a:avLst/>
            </a:prstGeom>
            <a:solidFill>
              <a:srgbClr val="D15B4B"/>
            </a:solidFill>
            <a:ln>
              <a:noFill/>
            </a:ln>
            <a:extLst>
              <a:ext uri="{91240B29-F687-4F45-9708-019B960494DF}">
                <a14:hiddenLine xmlns:a14="http://schemas.microsoft.com/office/drawing/2010/main" w="9525">
                  <a:solidFill>
                    <a:srgbClr val="000000"/>
                  </a:solidFill>
                  <a:miter lim="800000"/>
                  <a:headEnd/>
                  <a:tailEnd/>
                </a14:hiddenLine>
              </a:ext>
            </a:extLst>
          </p:spPr>
          <p:txBody>
            <a:bodyPr anchor="ctr"/>
            <a:lstStyle/>
            <a:p>
              <a:pPr algn="ctr"/>
              <a:endParaRPr/>
            </a:p>
          </p:txBody>
        </p:sp>
        <p:sp>
          <p:nvSpPr>
            <p:cNvPr id="388" name="ïŝľïḑè">
              <a:extLst>
                <a:ext uri="{FF2B5EF4-FFF2-40B4-BE49-F238E27FC236}">
                  <a16:creationId xmlns:a16="http://schemas.microsoft.com/office/drawing/2014/main" id="{20FBC087-9D31-4D04-AEC9-E2070AEB59D0}"/>
                </a:ext>
              </a:extLst>
            </p:cNvPr>
            <p:cNvSpPr/>
            <p:nvPr/>
          </p:nvSpPr>
          <p:spPr bwMode="auto">
            <a:xfrm>
              <a:off x="8095457" y="5518856"/>
              <a:ext cx="79375" cy="276225"/>
            </a:xfrm>
            <a:custGeom>
              <a:avLst/>
              <a:gdLst>
                <a:gd name="T0" fmla="*/ 18 w 39"/>
                <a:gd name="T1" fmla="*/ 137 h 137"/>
                <a:gd name="T2" fmla="*/ 10 w 39"/>
                <a:gd name="T3" fmla="*/ 137 h 137"/>
                <a:gd name="T4" fmla="*/ 0 w 39"/>
                <a:gd name="T5" fmla="*/ 128 h 137"/>
                <a:gd name="T6" fmla="*/ 0 w 39"/>
                <a:gd name="T7" fmla="*/ 0 h 137"/>
                <a:gd name="T8" fmla="*/ 39 w 39"/>
                <a:gd name="T9" fmla="*/ 8 h 137"/>
                <a:gd name="T10" fmla="*/ 27 w 39"/>
                <a:gd name="T11" fmla="*/ 129 h 137"/>
                <a:gd name="T12" fmla="*/ 18 w 39"/>
                <a:gd name="T13" fmla="*/ 137 h 137"/>
              </a:gdLst>
              <a:ahLst/>
              <a:cxnLst>
                <a:cxn ang="0">
                  <a:pos x="T0" y="T1"/>
                </a:cxn>
                <a:cxn ang="0">
                  <a:pos x="T2" y="T3"/>
                </a:cxn>
                <a:cxn ang="0">
                  <a:pos x="T4" y="T5"/>
                </a:cxn>
                <a:cxn ang="0">
                  <a:pos x="T6" y="T7"/>
                </a:cxn>
                <a:cxn ang="0">
                  <a:pos x="T8" y="T9"/>
                </a:cxn>
                <a:cxn ang="0">
                  <a:pos x="T10" y="T11"/>
                </a:cxn>
                <a:cxn ang="0">
                  <a:pos x="T12" y="T13"/>
                </a:cxn>
              </a:cxnLst>
              <a:rect l="0" t="0" r="r" b="b"/>
              <a:pathLst>
                <a:path w="39" h="137">
                  <a:moveTo>
                    <a:pt x="18" y="137"/>
                  </a:moveTo>
                  <a:cubicBezTo>
                    <a:pt x="10" y="137"/>
                    <a:pt x="10" y="137"/>
                    <a:pt x="10" y="137"/>
                  </a:cubicBezTo>
                  <a:cubicBezTo>
                    <a:pt x="5" y="137"/>
                    <a:pt x="0" y="133"/>
                    <a:pt x="0" y="128"/>
                  </a:cubicBezTo>
                  <a:cubicBezTo>
                    <a:pt x="0" y="0"/>
                    <a:pt x="0" y="0"/>
                    <a:pt x="0" y="0"/>
                  </a:cubicBezTo>
                  <a:cubicBezTo>
                    <a:pt x="39" y="8"/>
                    <a:pt x="39" y="8"/>
                    <a:pt x="39" y="8"/>
                  </a:cubicBezTo>
                  <a:cubicBezTo>
                    <a:pt x="27" y="129"/>
                    <a:pt x="27" y="129"/>
                    <a:pt x="27" y="129"/>
                  </a:cubicBezTo>
                  <a:cubicBezTo>
                    <a:pt x="27" y="133"/>
                    <a:pt x="23" y="137"/>
                    <a:pt x="18" y="137"/>
                  </a:cubicBezTo>
                  <a:close/>
                </a:path>
              </a:pathLst>
            </a:custGeom>
            <a:solidFill>
              <a:srgbClr val="07113D"/>
            </a:solidFill>
            <a:ln>
              <a:noFill/>
            </a:ln>
            <a:extLst>
              <a:ext uri="{91240B29-F687-4F45-9708-019B960494DF}">
                <a14:hiddenLine xmlns:a14="http://schemas.microsoft.com/office/drawing/2010/main" w="9525">
                  <a:solidFill>
                    <a:srgbClr val="000000"/>
                  </a:solidFill>
                  <a:round/>
                  <a:headEnd/>
                  <a:tailEnd/>
                </a14:hiddenLine>
              </a:ext>
            </a:extLst>
          </p:spPr>
          <p:txBody>
            <a:bodyPr anchor="ctr"/>
            <a:lstStyle/>
            <a:p>
              <a:pPr algn="ctr"/>
              <a:endParaRPr/>
            </a:p>
          </p:txBody>
        </p:sp>
        <p:sp>
          <p:nvSpPr>
            <p:cNvPr id="389" name="íṣļiḑé">
              <a:extLst>
                <a:ext uri="{FF2B5EF4-FFF2-40B4-BE49-F238E27FC236}">
                  <a16:creationId xmlns:a16="http://schemas.microsoft.com/office/drawing/2014/main" id="{AF8DA0FC-10E3-4301-BE2C-3907124CEE78}"/>
                </a:ext>
              </a:extLst>
            </p:cNvPr>
            <p:cNvSpPr/>
            <p:nvPr/>
          </p:nvSpPr>
          <p:spPr bwMode="auto">
            <a:xfrm>
              <a:off x="7733507" y="5464881"/>
              <a:ext cx="442913" cy="338138"/>
            </a:xfrm>
            <a:custGeom>
              <a:avLst/>
              <a:gdLst>
                <a:gd name="T0" fmla="*/ 104 w 219"/>
                <a:gd name="T1" fmla="*/ 18 h 167"/>
                <a:gd name="T2" fmla="*/ 59 w 219"/>
                <a:gd name="T3" fmla="*/ 99 h 167"/>
                <a:gd name="T4" fmla="*/ 23 w 219"/>
                <a:gd name="T5" fmla="*/ 121 h 167"/>
                <a:gd name="T6" fmla="*/ 1 w 219"/>
                <a:gd name="T7" fmla="*/ 142 h 167"/>
                <a:gd name="T8" fmla="*/ 1 w 219"/>
                <a:gd name="T9" fmla="*/ 142 h 167"/>
                <a:gd name="T10" fmla="*/ 24 w 219"/>
                <a:gd name="T11" fmla="*/ 167 h 167"/>
                <a:gd name="T12" fmla="*/ 61 w 219"/>
                <a:gd name="T13" fmla="*/ 167 h 167"/>
                <a:gd name="T14" fmla="*/ 112 w 219"/>
                <a:gd name="T15" fmla="*/ 146 h 167"/>
                <a:gd name="T16" fmla="*/ 212 w 219"/>
                <a:gd name="T17" fmla="*/ 53 h 167"/>
                <a:gd name="T18" fmla="*/ 218 w 219"/>
                <a:gd name="T19" fmla="*/ 31 h 167"/>
                <a:gd name="T20" fmla="*/ 183 w 219"/>
                <a:gd name="T21" fmla="*/ 3 h 167"/>
                <a:gd name="T22" fmla="*/ 104 w 219"/>
                <a:gd name="T23" fmla="*/ 18 h 1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219" h="167">
                  <a:moveTo>
                    <a:pt x="104" y="18"/>
                  </a:moveTo>
                  <a:cubicBezTo>
                    <a:pt x="59" y="99"/>
                    <a:pt x="59" y="99"/>
                    <a:pt x="59" y="99"/>
                  </a:cubicBezTo>
                  <a:cubicBezTo>
                    <a:pt x="51" y="112"/>
                    <a:pt x="37" y="120"/>
                    <a:pt x="23" y="121"/>
                  </a:cubicBezTo>
                  <a:cubicBezTo>
                    <a:pt x="11" y="121"/>
                    <a:pt x="1" y="130"/>
                    <a:pt x="1" y="142"/>
                  </a:cubicBezTo>
                  <a:cubicBezTo>
                    <a:pt x="1" y="142"/>
                    <a:pt x="1" y="142"/>
                    <a:pt x="1" y="142"/>
                  </a:cubicBezTo>
                  <a:cubicBezTo>
                    <a:pt x="0" y="156"/>
                    <a:pt x="11" y="167"/>
                    <a:pt x="24" y="167"/>
                  </a:cubicBezTo>
                  <a:cubicBezTo>
                    <a:pt x="61" y="167"/>
                    <a:pt x="61" y="167"/>
                    <a:pt x="61" y="167"/>
                  </a:cubicBezTo>
                  <a:cubicBezTo>
                    <a:pt x="80" y="167"/>
                    <a:pt x="98" y="159"/>
                    <a:pt x="112" y="146"/>
                  </a:cubicBezTo>
                  <a:cubicBezTo>
                    <a:pt x="212" y="53"/>
                    <a:pt x="212" y="53"/>
                    <a:pt x="212" y="53"/>
                  </a:cubicBezTo>
                  <a:cubicBezTo>
                    <a:pt x="217" y="47"/>
                    <a:pt x="219" y="39"/>
                    <a:pt x="218" y="31"/>
                  </a:cubicBezTo>
                  <a:cubicBezTo>
                    <a:pt x="216" y="13"/>
                    <a:pt x="200" y="0"/>
                    <a:pt x="183" y="3"/>
                  </a:cubicBezTo>
                  <a:lnTo>
                    <a:pt x="104" y="18"/>
                  </a:lnTo>
                  <a:close/>
                </a:path>
              </a:pathLst>
            </a:custGeom>
            <a:solidFill>
              <a:srgbClr val="07113D"/>
            </a:solidFill>
            <a:ln>
              <a:noFill/>
            </a:ln>
            <a:extLst>
              <a:ext uri="{91240B29-F687-4F45-9708-019B960494DF}">
                <a14:hiddenLine xmlns:a14="http://schemas.microsoft.com/office/drawing/2010/main" w="9525">
                  <a:solidFill>
                    <a:srgbClr val="000000"/>
                  </a:solidFill>
                  <a:round/>
                  <a:headEnd/>
                  <a:tailEnd/>
                </a14:hiddenLine>
              </a:ext>
            </a:extLst>
          </p:spPr>
          <p:txBody>
            <a:bodyPr anchor="ctr"/>
            <a:lstStyle/>
            <a:p>
              <a:pPr algn="ctr"/>
              <a:endParaRPr/>
            </a:p>
          </p:txBody>
        </p:sp>
        <p:sp>
          <p:nvSpPr>
            <p:cNvPr id="390" name="ïṧliḋe">
              <a:extLst>
                <a:ext uri="{FF2B5EF4-FFF2-40B4-BE49-F238E27FC236}">
                  <a16:creationId xmlns:a16="http://schemas.microsoft.com/office/drawing/2014/main" id="{789646E6-649C-4EC8-B3DB-23AF9AE94B53}"/>
                </a:ext>
              </a:extLst>
            </p:cNvPr>
            <p:cNvSpPr/>
            <p:nvPr/>
          </p:nvSpPr>
          <p:spPr bwMode="auto">
            <a:xfrm>
              <a:off x="7730332" y="5445831"/>
              <a:ext cx="442913" cy="334963"/>
            </a:xfrm>
            <a:custGeom>
              <a:avLst/>
              <a:gdLst>
                <a:gd name="T0" fmla="*/ 104 w 219"/>
                <a:gd name="T1" fmla="*/ 18 h 166"/>
                <a:gd name="T2" fmla="*/ 58 w 219"/>
                <a:gd name="T3" fmla="*/ 99 h 166"/>
                <a:gd name="T4" fmla="*/ 22 w 219"/>
                <a:gd name="T5" fmla="*/ 120 h 166"/>
                <a:gd name="T6" fmla="*/ 0 w 219"/>
                <a:gd name="T7" fmla="*/ 142 h 166"/>
                <a:gd name="T8" fmla="*/ 0 w 219"/>
                <a:gd name="T9" fmla="*/ 142 h 166"/>
                <a:gd name="T10" fmla="*/ 24 w 219"/>
                <a:gd name="T11" fmla="*/ 166 h 166"/>
                <a:gd name="T12" fmla="*/ 50 w 219"/>
                <a:gd name="T13" fmla="*/ 166 h 166"/>
                <a:gd name="T14" fmla="*/ 120 w 219"/>
                <a:gd name="T15" fmla="*/ 139 h 166"/>
                <a:gd name="T16" fmla="*/ 212 w 219"/>
                <a:gd name="T17" fmla="*/ 53 h 166"/>
                <a:gd name="T18" fmla="*/ 218 w 219"/>
                <a:gd name="T19" fmla="*/ 31 h 166"/>
                <a:gd name="T20" fmla="*/ 182 w 219"/>
                <a:gd name="T21" fmla="*/ 3 h 166"/>
                <a:gd name="T22" fmla="*/ 104 w 219"/>
                <a:gd name="T23" fmla="*/ 18 h 1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219" h="166">
                  <a:moveTo>
                    <a:pt x="104" y="18"/>
                  </a:moveTo>
                  <a:cubicBezTo>
                    <a:pt x="58" y="99"/>
                    <a:pt x="58" y="99"/>
                    <a:pt x="58" y="99"/>
                  </a:cubicBezTo>
                  <a:cubicBezTo>
                    <a:pt x="51" y="112"/>
                    <a:pt x="37" y="120"/>
                    <a:pt x="22" y="120"/>
                  </a:cubicBezTo>
                  <a:cubicBezTo>
                    <a:pt x="11" y="121"/>
                    <a:pt x="1" y="130"/>
                    <a:pt x="0" y="142"/>
                  </a:cubicBezTo>
                  <a:cubicBezTo>
                    <a:pt x="0" y="142"/>
                    <a:pt x="0" y="142"/>
                    <a:pt x="0" y="142"/>
                  </a:cubicBezTo>
                  <a:cubicBezTo>
                    <a:pt x="0" y="155"/>
                    <a:pt x="10" y="166"/>
                    <a:pt x="24" y="166"/>
                  </a:cubicBezTo>
                  <a:cubicBezTo>
                    <a:pt x="50" y="166"/>
                    <a:pt x="50" y="166"/>
                    <a:pt x="50" y="166"/>
                  </a:cubicBezTo>
                  <a:cubicBezTo>
                    <a:pt x="76" y="166"/>
                    <a:pt x="101" y="156"/>
                    <a:pt x="120" y="139"/>
                  </a:cubicBezTo>
                  <a:cubicBezTo>
                    <a:pt x="212" y="53"/>
                    <a:pt x="212" y="53"/>
                    <a:pt x="212" y="53"/>
                  </a:cubicBezTo>
                  <a:cubicBezTo>
                    <a:pt x="217" y="46"/>
                    <a:pt x="219" y="38"/>
                    <a:pt x="218" y="31"/>
                  </a:cubicBezTo>
                  <a:cubicBezTo>
                    <a:pt x="216" y="13"/>
                    <a:pt x="200" y="0"/>
                    <a:pt x="182" y="3"/>
                  </a:cubicBezTo>
                  <a:lnTo>
                    <a:pt x="104" y="18"/>
                  </a:lnTo>
                  <a:close/>
                </a:path>
              </a:pathLst>
            </a:custGeom>
            <a:solidFill>
              <a:srgbClr val="B95241"/>
            </a:solidFill>
            <a:ln>
              <a:noFill/>
            </a:ln>
            <a:extLst>
              <a:ext uri="{91240B29-F687-4F45-9708-019B960494DF}">
                <a14:hiddenLine xmlns:a14="http://schemas.microsoft.com/office/drawing/2010/main" w="9525">
                  <a:solidFill>
                    <a:srgbClr val="000000"/>
                  </a:solidFill>
                  <a:round/>
                  <a:headEnd/>
                  <a:tailEnd/>
                </a14:hiddenLine>
              </a:ext>
            </a:extLst>
          </p:spPr>
          <p:txBody>
            <a:bodyPr anchor="ctr"/>
            <a:lstStyle/>
            <a:p>
              <a:pPr algn="ctr"/>
              <a:endParaRPr/>
            </a:p>
          </p:txBody>
        </p:sp>
        <p:sp>
          <p:nvSpPr>
            <p:cNvPr id="391" name="iṡḻíḍe">
              <a:extLst>
                <a:ext uri="{FF2B5EF4-FFF2-40B4-BE49-F238E27FC236}">
                  <a16:creationId xmlns:a16="http://schemas.microsoft.com/office/drawing/2014/main" id="{726680AB-1C31-4237-91CD-C74AB803A5C0}"/>
                </a:ext>
              </a:extLst>
            </p:cNvPr>
            <p:cNvSpPr/>
            <p:nvPr/>
          </p:nvSpPr>
          <p:spPr bwMode="auto">
            <a:xfrm>
              <a:off x="7863682" y="5596643"/>
              <a:ext cx="53975" cy="38100"/>
            </a:xfrm>
            <a:custGeom>
              <a:avLst/>
              <a:gdLst>
                <a:gd name="T0" fmla="*/ 1 w 27"/>
                <a:gd name="T1" fmla="*/ 6 h 19"/>
                <a:gd name="T2" fmla="*/ 22 w 27"/>
                <a:gd name="T3" fmla="*/ 18 h 19"/>
                <a:gd name="T4" fmla="*/ 26 w 27"/>
                <a:gd name="T5" fmla="*/ 17 h 19"/>
                <a:gd name="T6" fmla="*/ 25 w 27"/>
                <a:gd name="T7" fmla="*/ 13 h 19"/>
                <a:gd name="T8" fmla="*/ 4 w 27"/>
                <a:gd name="T9" fmla="*/ 1 h 19"/>
                <a:gd name="T10" fmla="*/ 0 w 27"/>
                <a:gd name="T11" fmla="*/ 2 h 19"/>
                <a:gd name="T12" fmla="*/ 1 w 27"/>
                <a:gd name="T13" fmla="*/ 6 h 19"/>
              </a:gdLst>
              <a:ahLst/>
              <a:cxnLst>
                <a:cxn ang="0">
                  <a:pos x="T0" y="T1"/>
                </a:cxn>
                <a:cxn ang="0">
                  <a:pos x="T2" y="T3"/>
                </a:cxn>
                <a:cxn ang="0">
                  <a:pos x="T4" y="T5"/>
                </a:cxn>
                <a:cxn ang="0">
                  <a:pos x="T6" y="T7"/>
                </a:cxn>
                <a:cxn ang="0">
                  <a:pos x="T8" y="T9"/>
                </a:cxn>
                <a:cxn ang="0">
                  <a:pos x="T10" y="T11"/>
                </a:cxn>
                <a:cxn ang="0">
                  <a:pos x="T12" y="T13"/>
                </a:cxn>
              </a:cxnLst>
              <a:rect l="0" t="0" r="r" b="b"/>
              <a:pathLst>
                <a:path w="27" h="19">
                  <a:moveTo>
                    <a:pt x="1" y="6"/>
                  </a:moveTo>
                  <a:cubicBezTo>
                    <a:pt x="22" y="18"/>
                    <a:pt x="22" y="18"/>
                    <a:pt x="22" y="18"/>
                  </a:cubicBezTo>
                  <a:cubicBezTo>
                    <a:pt x="23" y="19"/>
                    <a:pt x="25" y="19"/>
                    <a:pt x="26" y="17"/>
                  </a:cubicBezTo>
                  <a:cubicBezTo>
                    <a:pt x="27" y="16"/>
                    <a:pt x="26" y="14"/>
                    <a:pt x="25" y="13"/>
                  </a:cubicBezTo>
                  <a:cubicBezTo>
                    <a:pt x="4" y="1"/>
                    <a:pt x="4" y="1"/>
                    <a:pt x="4" y="1"/>
                  </a:cubicBezTo>
                  <a:cubicBezTo>
                    <a:pt x="3" y="0"/>
                    <a:pt x="1" y="1"/>
                    <a:pt x="0" y="2"/>
                  </a:cubicBezTo>
                  <a:cubicBezTo>
                    <a:pt x="0" y="3"/>
                    <a:pt x="0" y="5"/>
                    <a:pt x="1" y="6"/>
                  </a:cubicBezTo>
                </a:path>
              </a:pathLst>
            </a:custGeom>
            <a:solidFill>
              <a:srgbClr val="07113D"/>
            </a:solidFill>
            <a:ln>
              <a:noFill/>
            </a:ln>
            <a:extLst>
              <a:ext uri="{91240B29-F687-4F45-9708-019B960494DF}">
                <a14:hiddenLine xmlns:a14="http://schemas.microsoft.com/office/drawing/2010/main" w="9525">
                  <a:solidFill>
                    <a:srgbClr val="000000"/>
                  </a:solidFill>
                  <a:round/>
                  <a:headEnd/>
                  <a:tailEnd/>
                </a14:hiddenLine>
              </a:ext>
            </a:extLst>
          </p:spPr>
          <p:txBody>
            <a:bodyPr anchor="ctr"/>
            <a:lstStyle/>
            <a:p>
              <a:pPr algn="ctr"/>
              <a:endParaRPr/>
            </a:p>
          </p:txBody>
        </p:sp>
        <p:sp>
          <p:nvSpPr>
            <p:cNvPr id="392" name="îSḻiďé">
              <a:extLst>
                <a:ext uri="{FF2B5EF4-FFF2-40B4-BE49-F238E27FC236}">
                  <a16:creationId xmlns:a16="http://schemas.microsoft.com/office/drawing/2014/main" id="{3D5BB4EE-11AB-4804-9744-5082B95D3C57}"/>
                </a:ext>
              </a:extLst>
            </p:cNvPr>
            <p:cNvSpPr/>
            <p:nvPr/>
          </p:nvSpPr>
          <p:spPr bwMode="auto">
            <a:xfrm>
              <a:off x="7879557" y="5564893"/>
              <a:ext cx="53975" cy="38100"/>
            </a:xfrm>
            <a:custGeom>
              <a:avLst/>
              <a:gdLst>
                <a:gd name="T0" fmla="*/ 2 w 27"/>
                <a:gd name="T1" fmla="*/ 6 h 19"/>
                <a:gd name="T2" fmla="*/ 22 w 27"/>
                <a:gd name="T3" fmla="*/ 18 h 19"/>
                <a:gd name="T4" fmla="*/ 26 w 27"/>
                <a:gd name="T5" fmla="*/ 17 h 19"/>
                <a:gd name="T6" fmla="*/ 25 w 27"/>
                <a:gd name="T7" fmla="*/ 13 h 19"/>
                <a:gd name="T8" fmla="*/ 5 w 27"/>
                <a:gd name="T9" fmla="*/ 1 h 19"/>
                <a:gd name="T10" fmla="*/ 1 w 27"/>
                <a:gd name="T11" fmla="*/ 2 h 19"/>
                <a:gd name="T12" fmla="*/ 2 w 27"/>
                <a:gd name="T13" fmla="*/ 6 h 19"/>
              </a:gdLst>
              <a:ahLst/>
              <a:cxnLst>
                <a:cxn ang="0">
                  <a:pos x="T0" y="T1"/>
                </a:cxn>
                <a:cxn ang="0">
                  <a:pos x="T2" y="T3"/>
                </a:cxn>
                <a:cxn ang="0">
                  <a:pos x="T4" y="T5"/>
                </a:cxn>
                <a:cxn ang="0">
                  <a:pos x="T6" y="T7"/>
                </a:cxn>
                <a:cxn ang="0">
                  <a:pos x="T8" y="T9"/>
                </a:cxn>
                <a:cxn ang="0">
                  <a:pos x="T10" y="T11"/>
                </a:cxn>
                <a:cxn ang="0">
                  <a:pos x="T12" y="T13"/>
                </a:cxn>
              </a:cxnLst>
              <a:rect l="0" t="0" r="r" b="b"/>
              <a:pathLst>
                <a:path w="27" h="19">
                  <a:moveTo>
                    <a:pt x="2" y="6"/>
                  </a:moveTo>
                  <a:cubicBezTo>
                    <a:pt x="22" y="18"/>
                    <a:pt x="22" y="18"/>
                    <a:pt x="22" y="18"/>
                  </a:cubicBezTo>
                  <a:cubicBezTo>
                    <a:pt x="24" y="19"/>
                    <a:pt x="25" y="19"/>
                    <a:pt x="26" y="17"/>
                  </a:cubicBezTo>
                  <a:cubicBezTo>
                    <a:pt x="27" y="16"/>
                    <a:pt x="27" y="14"/>
                    <a:pt x="25" y="13"/>
                  </a:cubicBezTo>
                  <a:cubicBezTo>
                    <a:pt x="5" y="1"/>
                    <a:pt x="5" y="1"/>
                    <a:pt x="5" y="1"/>
                  </a:cubicBezTo>
                  <a:cubicBezTo>
                    <a:pt x="3" y="0"/>
                    <a:pt x="2" y="0"/>
                    <a:pt x="1" y="2"/>
                  </a:cubicBezTo>
                  <a:cubicBezTo>
                    <a:pt x="0" y="3"/>
                    <a:pt x="0" y="5"/>
                    <a:pt x="2" y="6"/>
                  </a:cubicBezTo>
                </a:path>
              </a:pathLst>
            </a:custGeom>
            <a:solidFill>
              <a:srgbClr val="07113D"/>
            </a:solidFill>
            <a:ln>
              <a:noFill/>
            </a:ln>
            <a:extLst>
              <a:ext uri="{91240B29-F687-4F45-9708-019B960494DF}">
                <a14:hiddenLine xmlns:a14="http://schemas.microsoft.com/office/drawing/2010/main" w="9525">
                  <a:solidFill>
                    <a:srgbClr val="000000"/>
                  </a:solidFill>
                  <a:round/>
                  <a:headEnd/>
                  <a:tailEnd/>
                </a14:hiddenLine>
              </a:ext>
            </a:extLst>
          </p:spPr>
          <p:txBody>
            <a:bodyPr anchor="ctr"/>
            <a:lstStyle/>
            <a:p>
              <a:pPr algn="ctr"/>
              <a:endParaRPr/>
            </a:p>
          </p:txBody>
        </p:sp>
        <p:sp>
          <p:nvSpPr>
            <p:cNvPr id="393" name="işľîḑè">
              <a:extLst>
                <a:ext uri="{FF2B5EF4-FFF2-40B4-BE49-F238E27FC236}">
                  <a16:creationId xmlns:a16="http://schemas.microsoft.com/office/drawing/2014/main" id="{84FD88C6-0FF4-45E3-8B59-21B33F16DA14}"/>
                </a:ext>
              </a:extLst>
            </p:cNvPr>
            <p:cNvSpPr/>
            <p:nvPr/>
          </p:nvSpPr>
          <p:spPr bwMode="auto">
            <a:xfrm>
              <a:off x="7895432" y="5531556"/>
              <a:ext cx="55563" cy="39688"/>
            </a:xfrm>
            <a:custGeom>
              <a:avLst/>
              <a:gdLst>
                <a:gd name="T0" fmla="*/ 2 w 27"/>
                <a:gd name="T1" fmla="*/ 6 h 19"/>
                <a:gd name="T2" fmla="*/ 23 w 27"/>
                <a:gd name="T3" fmla="*/ 19 h 19"/>
                <a:gd name="T4" fmla="*/ 26 w 27"/>
                <a:gd name="T5" fmla="*/ 18 h 19"/>
                <a:gd name="T6" fmla="*/ 26 w 27"/>
                <a:gd name="T7" fmla="*/ 14 h 19"/>
                <a:gd name="T8" fmla="*/ 5 w 27"/>
                <a:gd name="T9" fmla="*/ 1 h 19"/>
                <a:gd name="T10" fmla="*/ 1 w 27"/>
                <a:gd name="T11" fmla="*/ 2 h 19"/>
                <a:gd name="T12" fmla="*/ 2 w 27"/>
                <a:gd name="T13" fmla="*/ 6 h 19"/>
              </a:gdLst>
              <a:ahLst/>
              <a:cxnLst>
                <a:cxn ang="0">
                  <a:pos x="T0" y="T1"/>
                </a:cxn>
                <a:cxn ang="0">
                  <a:pos x="T2" y="T3"/>
                </a:cxn>
                <a:cxn ang="0">
                  <a:pos x="T4" y="T5"/>
                </a:cxn>
                <a:cxn ang="0">
                  <a:pos x="T6" y="T7"/>
                </a:cxn>
                <a:cxn ang="0">
                  <a:pos x="T8" y="T9"/>
                </a:cxn>
                <a:cxn ang="0">
                  <a:pos x="T10" y="T11"/>
                </a:cxn>
                <a:cxn ang="0">
                  <a:pos x="T12" y="T13"/>
                </a:cxn>
              </a:cxnLst>
              <a:rect l="0" t="0" r="r" b="b"/>
              <a:pathLst>
                <a:path w="27" h="19">
                  <a:moveTo>
                    <a:pt x="2" y="6"/>
                  </a:moveTo>
                  <a:cubicBezTo>
                    <a:pt x="23" y="19"/>
                    <a:pt x="23" y="19"/>
                    <a:pt x="23" y="19"/>
                  </a:cubicBezTo>
                  <a:cubicBezTo>
                    <a:pt x="24" y="19"/>
                    <a:pt x="26" y="19"/>
                    <a:pt x="26" y="18"/>
                  </a:cubicBezTo>
                  <a:cubicBezTo>
                    <a:pt x="27" y="16"/>
                    <a:pt x="27" y="15"/>
                    <a:pt x="26" y="14"/>
                  </a:cubicBezTo>
                  <a:cubicBezTo>
                    <a:pt x="5" y="1"/>
                    <a:pt x="5" y="1"/>
                    <a:pt x="5" y="1"/>
                  </a:cubicBezTo>
                  <a:cubicBezTo>
                    <a:pt x="4" y="0"/>
                    <a:pt x="2" y="1"/>
                    <a:pt x="1" y="2"/>
                  </a:cubicBezTo>
                  <a:cubicBezTo>
                    <a:pt x="0" y="4"/>
                    <a:pt x="1" y="5"/>
                    <a:pt x="2" y="6"/>
                  </a:cubicBezTo>
                </a:path>
              </a:pathLst>
            </a:custGeom>
            <a:solidFill>
              <a:srgbClr val="07113D"/>
            </a:solidFill>
            <a:ln>
              <a:noFill/>
            </a:ln>
            <a:extLst>
              <a:ext uri="{91240B29-F687-4F45-9708-019B960494DF}">
                <a14:hiddenLine xmlns:a14="http://schemas.microsoft.com/office/drawing/2010/main" w="9525">
                  <a:solidFill>
                    <a:srgbClr val="000000"/>
                  </a:solidFill>
                  <a:round/>
                  <a:headEnd/>
                  <a:tailEnd/>
                </a14:hiddenLine>
              </a:ext>
            </a:extLst>
          </p:spPr>
          <p:txBody>
            <a:bodyPr anchor="ctr"/>
            <a:lstStyle/>
            <a:p>
              <a:pPr algn="ctr"/>
              <a:endParaRPr/>
            </a:p>
          </p:txBody>
        </p:sp>
        <p:sp>
          <p:nvSpPr>
            <p:cNvPr id="394" name="ïṥḷíḍé">
              <a:extLst>
                <a:ext uri="{FF2B5EF4-FFF2-40B4-BE49-F238E27FC236}">
                  <a16:creationId xmlns:a16="http://schemas.microsoft.com/office/drawing/2014/main" id="{9438F3F3-603D-4871-9A59-69C2525883A3}"/>
                </a:ext>
              </a:extLst>
            </p:cNvPr>
            <p:cNvSpPr/>
            <p:nvPr/>
          </p:nvSpPr>
          <p:spPr bwMode="auto">
            <a:xfrm>
              <a:off x="7938294" y="5431543"/>
              <a:ext cx="227013" cy="52388"/>
            </a:xfrm>
            <a:prstGeom prst="rect">
              <a:avLst/>
            </a:prstGeom>
            <a:solidFill>
              <a:srgbClr val="D15B4B"/>
            </a:solidFill>
            <a:ln>
              <a:noFill/>
            </a:ln>
            <a:extLst>
              <a:ext uri="{91240B29-F687-4F45-9708-019B960494DF}">
                <a14:hiddenLine xmlns:a14="http://schemas.microsoft.com/office/drawing/2010/main" w="9525">
                  <a:solidFill>
                    <a:srgbClr val="000000"/>
                  </a:solidFill>
                  <a:miter lim="800000"/>
                  <a:headEnd/>
                  <a:tailEnd/>
                </a14:hiddenLine>
              </a:ext>
            </a:extLst>
          </p:spPr>
          <p:txBody>
            <a:bodyPr anchor="ctr"/>
            <a:lstStyle/>
            <a:p>
              <a:pPr algn="ctr"/>
              <a:endParaRPr/>
            </a:p>
          </p:txBody>
        </p:sp>
        <p:sp>
          <p:nvSpPr>
            <p:cNvPr id="395" name="i$1îďé">
              <a:extLst>
                <a:ext uri="{FF2B5EF4-FFF2-40B4-BE49-F238E27FC236}">
                  <a16:creationId xmlns:a16="http://schemas.microsoft.com/office/drawing/2014/main" id="{0C2F2B86-B5AD-4AC1-B4B2-4A1357957D47}"/>
                </a:ext>
              </a:extLst>
            </p:cNvPr>
            <p:cNvSpPr/>
            <p:nvPr/>
          </p:nvSpPr>
          <p:spPr bwMode="auto">
            <a:xfrm>
              <a:off x="7530307" y="3593218"/>
              <a:ext cx="641350" cy="66675"/>
            </a:xfrm>
            <a:prstGeom prst="rect">
              <a:avLst/>
            </a:prstGeom>
            <a:solidFill>
              <a:srgbClr val="2C3765"/>
            </a:solidFill>
            <a:ln>
              <a:noFill/>
            </a:ln>
            <a:extLst>
              <a:ext uri="{91240B29-F687-4F45-9708-019B960494DF}">
                <a14:hiddenLine xmlns:a14="http://schemas.microsoft.com/office/drawing/2010/main" w="9525">
                  <a:solidFill>
                    <a:srgbClr val="000000"/>
                  </a:solidFill>
                  <a:miter lim="800000"/>
                  <a:headEnd/>
                  <a:tailEnd/>
                </a14:hiddenLine>
              </a:ext>
            </a:extLst>
          </p:spPr>
          <p:txBody>
            <a:bodyPr anchor="ctr"/>
            <a:lstStyle/>
            <a:p>
              <a:pPr algn="ctr"/>
              <a:endParaRPr/>
            </a:p>
          </p:txBody>
        </p:sp>
        <p:sp>
          <p:nvSpPr>
            <p:cNvPr id="396" name="íşļîḓé">
              <a:extLst>
                <a:ext uri="{FF2B5EF4-FFF2-40B4-BE49-F238E27FC236}">
                  <a16:creationId xmlns:a16="http://schemas.microsoft.com/office/drawing/2014/main" id="{4D34D849-98B0-4DBD-A144-EFAA73FFA65C}"/>
                </a:ext>
              </a:extLst>
            </p:cNvPr>
            <p:cNvSpPr/>
            <p:nvPr/>
          </p:nvSpPr>
          <p:spPr bwMode="auto">
            <a:xfrm>
              <a:off x="7530307" y="3593218"/>
              <a:ext cx="641350" cy="666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lstStyle/>
            <a:p>
              <a:pPr algn="ctr"/>
              <a:endParaRPr/>
            </a:p>
          </p:txBody>
        </p:sp>
        <p:sp>
          <p:nvSpPr>
            <p:cNvPr id="397" name="ïṩľíḋé">
              <a:extLst>
                <a:ext uri="{FF2B5EF4-FFF2-40B4-BE49-F238E27FC236}">
                  <a16:creationId xmlns:a16="http://schemas.microsoft.com/office/drawing/2014/main" id="{419AA612-E837-4996-829D-1DA8812F11C0}"/>
                </a:ext>
              </a:extLst>
            </p:cNvPr>
            <p:cNvSpPr/>
            <p:nvPr/>
          </p:nvSpPr>
          <p:spPr bwMode="auto">
            <a:xfrm>
              <a:off x="7960519" y="2588331"/>
              <a:ext cx="255588" cy="1004888"/>
            </a:xfrm>
            <a:custGeom>
              <a:avLst/>
              <a:gdLst>
                <a:gd name="T0" fmla="*/ 75 w 126"/>
                <a:gd name="T1" fmla="*/ 0 h 497"/>
                <a:gd name="T2" fmla="*/ 2 w 126"/>
                <a:gd name="T3" fmla="*/ 237 h 497"/>
                <a:gd name="T4" fmla="*/ 7 w 126"/>
                <a:gd name="T5" fmla="*/ 497 h 497"/>
                <a:gd name="T6" fmla="*/ 39 w 126"/>
                <a:gd name="T7" fmla="*/ 497 h 497"/>
                <a:gd name="T8" fmla="*/ 104 w 126"/>
                <a:gd name="T9" fmla="*/ 493 h 497"/>
                <a:gd name="T10" fmla="*/ 126 w 126"/>
                <a:gd name="T11" fmla="*/ 120 h 497"/>
                <a:gd name="T12" fmla="*/ 75 w 126"/>
                <a:gd name="T13" fmla="*/ 0 h 497"/>
              </a:gdLst>
              <a:ahLst/>
              <a:cxnLst>
                <a:cxn ang="0">
                  <a:pos x="T0" y="T1"/>
                </a:cxn>
                <a:cxn ang="0">
                  <a:pos x="T2" y="T3"/>
                </a:cxn>
                <a:cxn ang="0">
                  <a:pos x="T4" y="T5"/>
                </a:cxn>
                <a:cxn ang="0">
                  <a:pos x="T6" y="T7"/>
                </a:cxn>
                <a:cxn ang="0">
                  <a:pos x="T8" y="T9"/>
                </a:cxn>
                <a:cxn ang="0">
                  <a:pos x="T10" y="T11"/>
                </a:cxn>
                <a:cxn ang="0">
                  <a:pos x="T12" y="T13"/>
                </a:cxn>
              </a:cxnLst>
              <a:rect l="0" t="0" r="r" b="b"/>
              <a:pathLst>
                <a:path w="126" h="497">
                  <a:moveTo>
                    <a:pt x="75" y="0"/>
                  </a:moveTo>
                  <a:cubicBezTo>
                    <a:pt x="75" y="0"/>
                    <a:pt x="0" y="176"/>
                    <a:pt x="2" y="237"/>
                  </a:cubicBezTo>
                  <a:cubicBezTo>
                    <a:pt x="3" y="295"/>
                    <a:pt x="7" y="477"/>
                    <a:pt x="7" y="497"/>
                  </a:cubicBezTo>
                  <a:cubicBezTo>
                    <a:pt x="39" y="497"/>
                    <a:pt x="39" y="497"/>
                    <a:pt x="39" y="497"/>
                  </a:cubicBezTo>
                  <a:cubicBezTo>
                    <a:pt x="104" y="493"/>
                    <a:pt x="104" y="493"/>
                    <a:pt x="104" y="493"/>
                  </a:cubicBezTo>
                  <a:cubicBezTo>
                    <a:pt x="126" y="120"/>
                    <a:pt x="126" y="120"/>
                    <a:pt x="126" y="120"/>
                  </a:cubicBezTo>
                  <a:cubicBezTo>
                    <a:pt x="102" y="51"/>
                    <a:pt x="75" y="0"/>
                    <a:pt x="75" y="0"/>
                  </a:cubicBezTo>
                </a:path>
              </a:pathLst>
            </a:custGeom>
            <a:solidFill>
              <a:srgbClr val="AA2A38"/>
            </a:solidFill>
            <a:ln>
              <a:noFill/>
            </a:ln>
            <a:extLst>
              <a:ext uri="{91240B29-F687-4F45-9708-019B960494DF}">
                <a14:hiddenLine xmlns:a14="http://schemas.microsoft.com/office/drawing/2010/main" w="9525">
                  <a:solidFill>
                    <a:srgbClr val="000000"/>
                  </a:solidFill>
                  <a:round/>
                  <a:headEnd/>
                  <a:tailEnd/>
                </a14:hiddenLine>
              </a:ext>
            </a:extLst>
          </p:spPr>
          <p:txBody>
            <a:bodyPr anchor="ctr"/>
            <a:lstStyle/>
            <a:p>
              <a:pPr algn="ctr"/>
              <a:endParaRPr/>
            </a:p>
          </p:txBody>
        </p:sp>
        <p:sp>
          <p:nvSpPr>
            <p:cNvPr id="398" name="îsļiďé">
              <a:extLst>
                <a:ext uri="{FF2B5EF4-FFF2-40B4-BE49-F238E27FC236}">
                  <a16:creationId xmlns:a16="http://schemas.microsoft.com/office/drawing/2014/main" id="{8C6279E9-94AC-414B-89A1-9008910BAE79}"/>
                </a:ext>
              </a:extLst>
            </p:cNvPr>
            <p:cNvSpPr/>
            <p:nvPr/>
          </p:nvSpPr>
          <p:spPr bwMode="auto">
            <a:xfrm>
              <a:off x="7974807" y="3593218"/>
              <a:ext cx="65088" cy="3175"/>
            </a:xfrm>
            <a:custGeom>
              <a:avLst/>
              <a:gdLst>
                <a:gd name="T0" fmla="*/ 32 w 32"/>
                <a:gd name="T1" fmla="*/ 0 h 2"/>
                <a:gd name="T2" fmla="*/ 0 w 32"/>
                <a:gd name="T3" fmla="*/ 0 h 2"/>
                <a:gd name="T4" fmla="*/ 0 w 32"/>
                <a:gd name="T5" fmla="*/ 2 h 2"/>
                <a:gd name="T6" fmla="*/ 32 w 32"/>
                <a:gd name="T7" fmla="*/ 0 h 2"/>
              </a:gdLst>
              <a:ahLst/>
              <a:cxnLst>
                <a:cxn ang="0">
                  <a:pos x="T0" y="T1"/>
                </a:cxn>
                <a:cxn ang="0">
                  <a:pos x="T2" y="T3"/>
                </a:cxn>
                <a:cxn ang="0">
                  <a:pos x="T4" y="T5"/>
                </a:cxn>
                <a:cxn ang="0">
                  <a:pos x="T6" y="T7"/>
                </a:cxn>
              </a:cxnLst>
              <a:rect l="0" t="0" r="r" b="b"/>
              <a:pathLst>
                <a:path w="32" h="2">
                  <a:moveTo>
                    <a:pt x="32" y="0"/>
                  </a:moveTo>
                  <a:cubicBezTo>
                    <a:pt x="0" y="0"/>
                    <a:pt x="0" y="0"/>
                    <a:pt x="0" y="0"/>
                  </a:cubicBezTo>
                  <a:cubicBezTo>
                    <a:pt x="0" y="1"/>
                    <a:pt x="0" y="2"/>
                    <a:pt x="0" y="2"/>
                  </a:cubicBezTo>
                  <a:cubicBezTo>
                    <a:pt x="32" y="0"/>
                    <a:pt x="32" y="0"/>
                    <a:pt x="32" y="0"/>
                  </a:cubicBezTo>
                </a:path>
              </a:pathLst>
            </a:custGeom>
            <a:solidFill>
              <a:srgbClr val="3D2955"/>
            </a:solidFill>
            <a:ln>
              <a:noFill/>
            </a:ln>
            <a:extLst>
              <a:ext uri="{91240B29-F687-4F45-9708-019B960494DF}">
                <a14:hiddenLine xmlns:a14="http://schemas.microsoft.com/office/drawing/2010/main" w="9525">
                  <a:solidFill>
                    <a:srgbClr val="000000"/>
                  </a:solidFill>
                  <a:round/>
                  <a:headEnd/>
                  <a:tailEnd/>
                </a14:hiddenLine>
              </a:ext>
            </a:extLst>
          </p:spPr>
          <p:txBody>
            <a:bodyPr anchor="ctr"/>
            <a:lstStyle/>
            <a:p>
              <a:pPr algn="ctr"/>
              <a:endParaRPr/>
            </a:p>
          </p:txBody>
        </p:sp>
        <p:sp>
          <p:nvSpPr>
            <p:cNvPr id="399" name="islïḋé">
              <a:extLst>
                <a:ext uri="{FF2B5EF4-FFF2-40B4-BE49-F238E27FC236}">
                  <a16:creationId xmlns:a16="http://schemas.microsoft.com/office/drawing/2014/main" id="{813EF893-FF2B-4ADE-9686-8CF592975D0D}"/>
                </a:ext>
              </a:extLst>
            </p:cNvPr>
            <p:cNvSpPr/>
            <p:nvPr/>
          </p:nvSpPr>
          <p:spPr bwMode="auto">
            <a:xfrm>
              <a:off x="7628732" y="3507493"/>
              <a:ext cx="198438" cy="111125"/>
            </a:xfrm>
            <a:custGeom>
              <a:avLst/>
              <a:gdLst>
                <a:gd name="T0" fmla="*/ 12 w 98"/>
                <a:gd name="T1" fmla="*/ 26 h 55"/>
                <a:gd name="T2" fmla="*/ 77 w 98"/>
                <a:gd name="T3" fmla="*/ 3 h 55"/>
                <a:gd name="T4" fmla="*/ 95 w 98"/>
                <a:gd name="T5" fmla="*/ 11 h 55"/>
                <a:gd name="T6" fmla="*/ 95 w 98"/>
                <a:gd name="T7" fmla="*/ 12 h 55"/>
                <a:gd name="T8" fmla="*/ 86 w 98"/>
                <a:gd name="T9" fmla="*/ 29 h 55"/>
                <a:gd name="T10" fmla="*/ 21 w 98"/>
                <a:gd name="T11" fmla="*/ 52 h 55"/>
                <a:gd name="T12" fmla="*/ 3 w 98"/>
                <a:gd name="T13" fmla="*/ 45 h 55"/>
                <a:gd name="T14" fmla="*/ 2 w 98"/>
                <a:gd name="T15" fmla="*/ 44 h 55"/>
                <a:gd name="T16" fmla="*/ 12 w 98"/>
                <a:gd name="T17" fmla="*/ 26 h 5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98" h="55">
                  <a:moveTo>
                    <a:pt x="12" y="26"/>
                  </a:moveTo>
                  <a:cubicBezTo>
                    <a:pt x="77" y="3"/>
                    <a:pt x="77" y="3"/>
                    <a:pt x="77" y="3"/>
                  </a:cubicBezTo>
                  <a:cubicBezTo>
                    <a:pt x="84" y="0"/>
                    <a:pt x="92" y="4"/>
                    <a:pt x="95" y="11"/>
                  </a:cubicBezTo>
                  <a:cubicBezTo>
                    <a:pt x="95" y="12"/>
                    <a:pt x="95" y="12"/>
                    <a:pt x="95" y="12"/>
                  </a:cubicBezTo>
                  <a:cubicBezTo>
                    <a:pt x="98" y="19"/>
                    <a:pt x="93" y="27"/>
                    <a:pt x="86" y="29"/>
                  </a:cubicBezTo>
                  <a:cubicBezTo>
                    <a:pt x="21" y="52"/>
                    <a:pt x="21" y="52"/>
                    <a:pt x="21" y="52"/>
                  </a:cubicBezTo>
                  <a:cubicBezTo>
                    <a:pt x="13" y="55"/>
                    <a:pt x="5" y="52"/>
                    <a:pt x="3" y="45"/>
                  </a:cubicBezTo>
                  <a:cubicBezTo>
                    <a:pt x="2" y="44"/>
                    <a:pt x="2" y="44"/>
                    <a:pt x="2" y="44"/>
                  </a:cubicBezTo>
                  <a:cubicBezTo>
                    <a:pt x="0" y="37"/>
                    <a:pt x="4" y="29"/>
                    <a:pt x="12" y="26"/>
                  </a:cubicBezTo>
                </a:path>
              </a:pathLst>
            </a:custGeom>
            <a:solidFill>
              <a:srgbClr val="FFC7B0"/>
            </a:solidFill>
            <a:ln>
              <a:noFill/>
            </a:ln>
            <a:extLst>
              <a:ext uri="{91240B29-F687-4F45-9708-019B960494DF}">
                <a14:hiddenLine xmlns:a14="http://schemas.microsoft.com/office/drawing/2010/main" w="9525">
                  <a:solidFill>
                    <a:srgbClr val="000000"/>
                  </a:solidFill>
                  <a:round/>
                  <a:headEnd/>
                  <a:tailEnd/>
                </a14:hiddenLine>
              </a:ext>
            </a:extLst>
          </p:spPr>
          <p:txBody>
            <a:bodyPr anchor="ctr"/>
            <a:lstStyle/>
            <a:p>
              <a:pPr algn="ctr"/>
              <a:endParaRPr/>
            </a:p>
          </p:txBody>
        </p:sp>
        <p:sp>
          <p:nvSpPr>
            <p:cNvPr id="400" name="íṧḻíḍe">
              <a:extLst>
                <a:ext uri="{FF2B5EF4-FFF2-40B4-BE49-F238E27FC236}">
                  <a16:creationId xmlns:a16="http://schemas.microsoft.com/office/drawing/2014/main" id="{AB0BDF26-4A26-4C63-9630-4303F78969AD}"/>
                </a:ext>
              </a:extLst>
            </p:cNvPr>
            <p:cNvSpPr/>
            <p:nvPr/>
          </p:nvSpPr>
          <p:spPr bwMode="auto">
            <a:xfrm>
              <a:off x="7209632" y="3417006"/>
              <a:ext cx="657225" cy="715963"/>
            </a:xfrm>
            <a:custGeom>
              <a:avLst/>
              <a:gdLst>
                <a:gd name="T0" fmla="*/ 318 w 325"/>
                <a:gd name="T1" fmla="*/ 255 h 354"/>
                <a:gd name="T2" fmla="*/ 307 w 325"/>
                <a:gd name="T3" fmla="*/ 266 h 354"/>
                <a:gd name="T4" fmla="*/ 193 w 325"/>
                <a:gd name="T5" fmla="*/ 343 h 354"/>
                <a:gd name="T6" fmla="*/ 143 w 325"/>
                <a:gd name="T7" fmla="*/ 334 h 354"/>
                <a:gd name="T8" fmla="*/ 11 w 325"/>
                <a:gd name="T9" fmla="*/ 138 h 354"/>
                <a:gd name="T10" fmla="*/ 21 w 325"/>
                <a:gd name="T11" fmla="*/ 88 h 354"/>
                <a:gd name="T12" fmla="*/ 22 w 325"/>
                <a:gd name="T13" fmla="*/ 87 h 354"/>
                <a:gd name="T14" fmla="*/ 135 w 325"/>
                <a:gd name="T15" fmla="*/ 11 h 354"/>
                <a:gd name="T16" fmla="*/ 185 w 325"/>
                <a:gd name="T17" fmla="*/ 21 h 354"/>
                <a:gd name="T18" fmla="*/ 236 w 325"/>
                <a:gd name="T19" fmla="*/ 96 h 354"/>
                <a:gd name="T20" fmla="*/ 286 w 325"/>
                <a:gd name="T21" fmla="*/ 171 h 354"/>
                <a:gd name="T22" fmla="*/ 317 w 325"/>
                <a:gd name="T23" fmla="*/ 216 h 354"/>
                <a:gd name="T24" fmla="*/ 318 w 325"/>
                <a:gd name="T25" fmla="*/ 255 h 35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325" h="354">
                  <a:moveTo>
                    <a:pt x="318" y="255"/>
                  </a:moveTo>
                  <a:cubicBezTo>
                    <a:pt x="315" y="260"/>
                    <a:pt x="312" y="263"/>
                    <a:pt x="307" y="266"/>
                  </a:cubicBezTo>
                  <a:cubicBezTo>
                    <a:pt x="193" y="343"/>
                    <a:pt x="193" y="343"/>
                    <a:pt x="193" y="343"/>
                  </a:cubicBezTo>
                  <a:cubicBezTo>
                    <a:pt x="177" y="354"/>
                    <a:pt x="154" y="350"/>
                    <a:pt x="143" y="334"/>
                  </a:cubicBezTo>
                  <a:cubicBezTo>
                    <a:pt x="11" y="138"/>
                    <a:pt x="11" y="138"/>
                    <a:pt x="11" y="138"/>
                  </a:cubicBezTo>
                  <a:cubicBezTo>
                    <a:pt x="0" y="121"/>
                    <a:pt x="4" y="99"/>
                    <a:pt x="21" y="88"/>
                  </a:cubicBezTo>
                  <a:cubicBezTo>
                    <a:pt x="22" y="87"/>
                    <a:pt x="22" y="87"/>
                    <a:pt x="22" y="87"/>
                  </a:cubicBezTo>
                  <a:cubicBezTo>
                    <a:pt x="135" y="11"/>
                    <a:pt x="135" y="11"/>
                    <a:pt x="135" y="11"/>
                  </a:cubicBezTo>
                  <a:cubicBezTo>
                    <a:pt x="152" y="0"/>
                    <a:pt x="174" y="4"/>
                    <a:pt x="185" y="21"/>
                  </a:cubicBezTo>
                  <a:cubicBezTo>
                    <a:pt x="236" y="96"/>
                    <a:pt x="236" y="96"/>
                    <a:pt x="236" y="96"/>
                  </a:cubicBezTo>
                  <a:cubicBezTo>
                    <a:pt x="286" y="171"/>
                    <a:pt x="286" y="171"/>
                    <a:pt x="286" y="171"/>
                  </a:cubicBezTo>
                  <a:cubicBezTo>
                    <a:pt x="317" y="216"/>
                    <a:pt x="317" y="216"/>
                    <a:pt x="317" y="216"/>
                  </a:cubicBezTo>
                  <a:cubicBezTo>
                    <a:pt x="325" y="228"/>
                    <a:pt x="325" y="244"/>
                    <a:pt x="318" y="255"/>
                  </a:cubicBezTo>
                </a:path>
              </a:pathLst>
            </a:custGeom>
            <a:solidFill>
              <a:srgbClr val="C2C2C7"/>
            </a:solidFill>
            <a:ln>
              <a:noFill/>
            </a:ln>
            <a:extLst>
              <a:ext uri="{91240B29-F687-4F45-9708-019B960494DF}">
                <a14:hiddenLine xmlns:a14="http://schemas.microsoft.com/office/drawing/2010/main" w="9525">
                  <a:solidFill>
                    <a:srgbClr val="000000"/>
                  </a:solidFill>
                  <a:round/>
                  <a:headEnd/>
                  <a:tailEnd/>
                </a14:hiddenLine>
              </a:ext>
            </a:extLst>
          </p:spPr>
          <p:txBody>
            <a:bodyPr anchor="ctr"/>
            <a:lstStyle/>
            <a:p>
              <a:pPr algn="ctr"/>
              <a:endParaRPr/>
            </a:p>
          </p:txBody>
        </p:sp>
        <p:sp>
          <p:nvSpPr>
            <p:cNvPr id="401" name="iSlíďe">
              <a:extLst>
                <a:ext uri="{FF2B5EF4-FFF2-40B4-BE49-F238E27FC236}">
                  <a16:creationId xmlns:a16="http://schemas.microsoft.com/office/drawing/2014/main" id="{15040468-8179-4904-90CB-6EDB7FC52C7D}"/>
                </a:ext>
              </a:extLst>
            </p:cNvPr>
            <p:cNvSpPr/>
            <p:nvPr/>
          </p:nvSpPr>
          <p:spPr bwMode="auto">
            <a:xfrm>
              <a:off x="7435057" y="3645606"/>
              <a:ext cx="69850" cy="76200"/>
            </a:xfrm>
            <a:custGeom>
              <a:avLst/>
              <a:gdLst>
                <a:gd name="T0" fmla="*/ 29 w 35"/>
                <a:gd name="T1" fmla="*/ 10 h 38"/>
                <a:gd name="T2" fmla="*/ 28 w 35"/>
                <a:gd name="T3" fmla="*/ 33 h 38"/>
                <a:gd name="T4" fmla="*/ 6 w 35"/>
                <a:gd name="T5" fmla="*/ 27 h 38"/>
                <a:gd name="T6" fmla="*/ 8 w 35"/>
                <a:gd name="T7" fmla="*/ 4 h 38"/>
                <a:gd name="T8" fmla="*/ 29 w 35"/>
                <a:gd name="T9" fmla="*/ 10 h 38"/>
              </a:gdLst>
              <a:ahLst/>
              <a:cxnLst>
                <a:cxn ang="0">
                  <a:pos x="T0" y="T1"/>
                </a:cxn>
                <a:cxn ang="0">
                  <a:pos x="T2" y="T3"/>
                </a:cxn>
                <a:cxn ang="0">
                  <a:pos x="T4" y="T5"/>
                </a:cxn>
                <a:cxn ang="0">
                  <a:pos x="T6" y="T7"/>
                </a:cxn>
                <a:cxn ang="0">
                  <a:pos x="T8" y="T9"/>
                </a:cxn>
              </a:cxnLst>
              <a:rect l="0" t="0" r="r" b="b"/>
              <a:pathLst>
                <a:path w="35" h="38">
                  <a:moveTo>
                    <a:pt x="29" y="10"/>
                  </a:moveTo>
                  <a:cubicBezTo>
                    <a:pt x="35" y="18"/>
                    <a:pt x="34" y="29"/>
                    <a:pt x="28" y="33"/>
                  </a:cubicBezTo>
                  <a:cubicBezTo>
                    <a:pt x="21" y="38"/>
                    <a:pt x="11" y="35"/>
                    <a:pt x="6" y="27"/>
                  </a:cubicBezTo>
                  <a:cubicBezTo>
                    <a:pt x="0" y="19"/>
                    <a:pt x="1" y="9"/>
                    <a:pt x="8" y="4"/>
                  </a:cubicBezTo>
                  <a:cubicBezTo>
                    <a:pt x="14" y="0"/>
                    <a:pt x="24" y="2"/>
                    <a:pt x="29" y="10"/>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nchor="ctr"/>
            <a:lstStyle/>
            <a:p>
              <a:pPr algn="ctr"/>
              <a:endParaRPr/>
            </a:p>
          </p:txBody>
        </p:sp>
        <p:sp>
          <p:nvSpPr>
            <p:cNvPr id="402" name="ïṣ1îďe">
              <a:extLst>
                <a:ext uri="{FF2B5EF4-FFF2-40B4-BE49-F238E27FC236}">
                  <a16:creationId xmlns:a16="http://schemas.microsoft.com/office/drawing/2014/main" id="{0084132F-4D5E-4539-8FDB-9ED5C57C85C6}"/>
                </a:ext>
              </a:extLst>
            </p:cNvPr>
            <p:cNvSpPr/>
            <p:nvPr/>
          </p:nvSpPr>
          <p:spPr bwMode="auto">
            <a:xfrm>
              <a:off x="7557294" y="3610681"/>
              <a:ext cx="231775" cy="249238"/>
            </a:xfrm>
            <a:custGeom>
              <a:avLst/>
              <a:gdLst>
                <a:gd name="T0" fmla="*/ 64 w 114"/>
                <a:gd name="T1" fmla="*/ 0 h 123"/>
                <a:gd name="T2" fmla="*/ 59 w 114"/>
                <a:gd name="T3" fmla="*/ 7 h 123"/>
                <a:gd name="T4" fmla="*/ 58 w 114"/>
                <a:gd name="T5" fmla="*/ 8 h 123"/>
                <a:gd name="T6" fmla="*/ 8 w 114"/>
                <a:gd name="T7" fmla="*/ 52 h 123"/>
                <a:gd name="T8" fmla="*/ 0 w 114"/>
                <a:gd name="T9" fmla="*/ 68 h 123"/>
                <a:gd name="T10" fmla="*/ 2 w 114"/>
                <a:gd name="T11" fmla="*/ 75 h 123"/>
                <a:gd name="T12" fmla="*/ 10 w 114"/>
                <a:gd name="T13" fmla="*/ 78 h 123"/>
                <a:gd name="T14" fmla="*/ 25 w 114"/>
                <a:gd name="T15" fmla="*/ 71 h 123"/>
                <a:gd name="T16" fmla="*/ 63 w 114"/>
                <a:gd name="T17" fmla="*/ 37 h 123"/>
                <a:gd name="T18" fmla="*/ 65 w 114"/>
                <a:gd name="T19" fmla="*/ 42 h 123"/>
                <a:gd name="T20" fmla="*/ 66 w 114"/>
                <a:gd name="T21" fmla="*/ 42 h 123"/>
                <a:gd name="T22" fmla="*/ 17 w 114"/>
                <a:gd name="T23" fmla="*/ 85 h 123"/>
                <a:gd name="T24" fmla="*/ 8 w 114"/>
                <a:gd name="T25" fmla="*/ 101 h 123"/>
                <a:gd name="T26" fmla="*/ 10 w 114"/>
                <a:gd name="T27" fmla="*/ 108 h 123"/>
                <a:gd name="T28" fmla="*/ 18 w 114"/>
                <a:gd name="T29" fmla="*/ 111 h 123"/>
                <a:gd name="T30" fmla="*/ 33 w 114"/>
                <a:gd name="T31" fmla="*/ 104 h 123"/>
                <a:gd name="T32" fmla="*/ 80 w 114"/>
                <a:gd name="T33" fmla="*/ 64 h 123"/>
                <a:gd name="T34" fmla="*/ 83 w 114"/>
                <a:gd name="T35" fmla="*/ 68 h 123"/>
                <a:gd name="T36" fmla="*/ 50 w 114"/>
                <a:gd name="T37" fmla="*/ 97 h 123"/>
                <a:gd name="T38" fmla="*/ 41 w 114"/>
                <a:gd name="T39" fmla="*/ 113 h 123"/>
                <a:gd name="T40" fmla="*/ 44 w 114"/>
                <a:gd name="T41" fmla="*/ 120 h 123"/>
                <a:gd name="T42" fmla="*/ 51 w 114"/>
                <a:gd name="T43" fmla="*/ 123 h 123"/>
                <a:gd name="T44" fmla="*/ 66 w 114"/>
                <a:gd name="T45" fmla="*/ 116 h 123"/>
                <a:gd name="T46" fmla="*/ 114 w 114"/>
                <a:gd name="T47" fmla="*/ 75 h 123"/>
                <a:gd name="T48" fmla="*/ 64 w 114"/>
                <a:gd name="T49" fmla="*/ 0 h 1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114" h="123">
                  <a:moveTo>
                    <a:pt x="64" y="0"/>
                  </a:moveTo>
                  <a:cubicBezTo>
                    <a:pt x="62" y="2"/>
                    <a:pt x="60" y="5"/>
                    <a:pt x="59" y="7"/>
                  </a:cubicBezTo>
                  <a:cubicBezTo>
                    <a:pt x="58" y="8"/>
                    <a:pt x="58" y="8"/>
                    <a:pt x="58" y="8"/>
                  </a:cubicBezTo>
                  <a:cubicBezTo>
                    <a:pt x="8" y="52"/>
                    <a:pt x="8" y="52"/>
                    <a:pt x="8" y="52"/>
                  </a:cubicBezTo>
                  <a:cubicBezTo>
                    <a:pt x="3" y="57"/>
                    <a:pt x="0" y="63"/>
                    <a:pt x="0" y="68"/>
                  </a:cubicBezTo>
                  <a:cubicBezTo>
                    <a:pt x="0" y="71"/>
                    <a:pt x="0" y="73"/>
                    <a:pt x="2" y="75"/>
                  </a:cubicBezTo>
                  <a:cubicBezTo>
                    <a:pt x="4" y="77"/>
                    <a:pt x="6" y="78"/>
                    <a:pt x="10" y="78"/>
                  </a:cubicBezTo>
                  <a:cubicBezTo>
                    <a:pt x="14" y="78"/>
                    <a:pt x="20" y="76"/>
                    <a:pt x="25" y="71"/>
                  </a:cubicBezTo>
                  <a:cubicBezTo>
                    <a:pt x="63" y="37"/>
                    <a:pt x="63" y="37"/>
                    <a:pt x="63" y="37"/>
                  </a:cubicBezTo>
                  <a:cubicBezTo>
                    <a:pt x="64" y="39"/>
                    <a:pt x="65" y="40"/>
                    <a:pt x="65" y="42"/>
                  </a:cubicBezTo>
                  <a:cubicBezTo>
                    <a:pt x="66" y="42"/>
                    <a:pt x="66" y="42"/>
                    <a:pt x="66" y="42"/>
                  </a:cubicBezTo>
                  <a:cubicBezTo>
                    <a:pt x="17" y="85"/>
                    <a:pt x="17" y="85"/>
                    <a:pt x="17" y="85"/>
                  </a:cubicBezTo>
                  <a:cubicBezTo>
                    <a:pt x="11" y="90"/>
                    <a:pt x="8" y="96"/>
                    <a:pt x="8" y="101"/>
                  </a:cubicBezTo>
                  <a:cubicBezTo>
                    <a:pt x="8" y="104"/>
                    <a:pt x="9" y="106"/>
                    <a:pt x="10" y="108"/>
                  </a:cubicBezTo>
                  <a:cubicBezTo>
                    <a:pt x="12" y="110"/>
                    <a:pt x="15" y="111"/>
                    <a:pt x="18" y="111"/>
                  </a:cubicBezTo>
                  <a:cubicBezTo>
                    <a:pt x="23" y="111"/>
                    <a:pt x="28" y="109"/>
                    <a:pt x="33" y="104"/>
                  </a:cubicBezTo>
                  <a:cubicBezTo>
                    <a:pt x="80" y="64"/>
                    <a:pt x="80" y="64"/>
                    <a:pt x="80" y="64"/>
                  </a:cubicBezTo>
                  <a:cubicBezTo>
                    <a:pt x="83" y="68"/>
                    <a:pt x="83" y="68"/>
                    <a:pt x="83" y="68"/>
                  </a:cubicBezTo>
                  <a:cubicBezTo>
                    <a:pt x="50" y="97"/>
                    <a:pt x="50" y="97"/>
                    <a:pt x="50" y="97"/>
                  </a:cubicBezTo>
                  <a:cubicBezTo>
                    <a:pt x="44" y="102"/>
                    <a:pt x="41" y="108"/>
                    <a:pt x="41" y="113"/>
                  </a:cubicBezTo>
                  <a:cubicBezTo>
                    <a:pt x="41" y="116"/>
                    <a:pt x="42" y="118"/>
                    <a:pt x="44" y="120"/>
                  </a:cubicBezTo>
                  <a:cubicBezTo>
                    <a:pt x="45" y="122"/>
                    <a:pt x="48" y="123"/>
                    <a:pt x="51" y="123"/>
                  </a:cubicBezTo>
                  <a:cubicBezTo>
                    <a:pt x="56" y="123"/>
                    <a:pt x="61" y="121"/>
                    <a:pt x="66" y="116"/>
                  </a:cubicBezTo>
                  <a:cubicBezTo>
                    <a:pt x="114" y="75"/>
                    <a:pt x="114" y="75"/>
                    <a:pt x="114" y="75"/>
                  </a:cubicBezTo>
                  <a:cubicBezTo>
                    <a:pt x="64" y="0"/>
                    <a:pt x="64" y="0"/>
                    <a:pt x="64" y="0"/>
                  </a:cubicBezTo>
                </a:path>
              </a:pathLst>
            </a:custGeom>
            <a:solidFill>
              <a:srgbClr val="686F8C"/>
            </a:solidFill>
            <a:ln>
              <a:noFill/>
            </a:ln>
            <a:extLst>
              <a:ext uri="{91240B29-F687-4F45-9708-019B960494DF}">
                <a14:hiddenLine xmlns:a14="http://schemas.microsoft.com/office/drawing/2010/main" w="9525">
                  <a:solidFill>
                    <a:srgbClr val="000000"/>
                  </a:solidFill>
                  <a:round/>
                  <a:headEnd/>
                  <a:tailEnd/>
                </a14:hiddenLine>
              </a:ext>
            </a:extLst>
          </p:spPr>
          <p:txBody>
            <a:bodyPr anchor="ctr"/>
            <a:lstStyle/>
            <a:p>
              <a:pPr algn="ctr"/>
              <a:endParaRPr/>
            </a:p>
          </p:txBody>
        </p:sp>
        <p:sp>
          <p:nvSpPr>
            <p:cNvPr id="403" name="ïŝliḓè">
              <a:extLst>
                <a:ext uri="{FF2B5EF4-FFF2-40B4-BE49-F238E27FC236}">
                  <a16:creationId xmlns:a16="http://schemas.microsoft.com/office/drawing/2014/main" id="{511335E2-B80D-43B5-8982-1B20B536A37E}"/>
                </a:ext>
              </a:extLst>
            </p:cNvPr>
            <p:cNvSpPr/>
            <p:nvPr/>
          </p:nvSpPr>
          <p:spPr bwMode="auto">
            <a:xfrm>
              <a:off x="7660482" y="3505906"/>
              <a:ext cx="263525" cy="261938"/>
            </a:xfrm>
            <a:custGeom>
              <a:avLst/>
              <a:gdLst>
                <a:gd name="T0" fmla="*/ 120 w 130"/>
                <a:gd name="T1" fmla="*/ 68 h 130"/>
                <a:gd name="T2" fmla="*/ 76 w 130"/>
                <a:gd name="T3" fmla="*/ 108 h 130"/>
                <a:gd name="T4" fmla="*/ 30 w 130"/>
                <a:gd name="T5" fmla="*/ 120 h 130"/>
                <a:gd name="T6" fmla="*/ 11 w 130"/>
                <a:gd name="T7" fmla="*/ 93 h 130"/>
                <a:gd name="T8" fmla="*/ 10 w 130"/>
                <a:gd name="T9" fmla="*/ 56 h 130"/>
                <a:gd name="T10" fmla="*/ 43 w 130"/>
                <a:gd name="T11" fmla="*/ 15 h 130"/>
                <a:gd name="T12" fmla="*/ 85 w 130"/>
                <a:gd name="T13" fmla="*/ 10 h 130"/>
                <a:gd name="T14" fmla="*/ 110 w 130"/>
                <a:gd name="T15" fmla="*/ 30 h 130"/>
                <a:gd name="T16" fmla="*/ 120 w 130"/>
                <a:gd name="T17" fmla="*/ 68 h 1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30" h="130">
                  <a:moveTo>
                    <a:pt x="120" y="68"/>
                  </a:moveTo>
                  <a:cubicBezTo>
                    <a:pt x="120" y="68"/>
                    <a:pt x="85" y="99"/>
                    <a:pt x="76" y="108"/>
                  </a:cubicBezTo>
                  <a:cubicBezTo>
                    <a:pt x="57" y="126"/>
                    <a:pt x="43" y="130"/>
                    <a:pt x="30" y="120"/>
                  </a:cubicBezTo>
                  <a:cubicBezTo>
                    <a:pt x="11" y="93"/>
                    <a:pt x="11" y="93"/>
                    <a:pt x="11" y="93"/>
                  </a:cubicBezTo>
                  <a:cubicBezTo>
                    <a:pt x="3" y="77"/>
                    <a:pt x="0" y="68"/>
                    <a:pt x="10" y="56"/>
                  </a:cubicBezTo>
                  <a:cubicBezTo>
                    <a:pt x="43" y="15"/>
                    <a:pt x="43" y="15"/>
                    <a:pt x="43" y="15"/>
                  </a:cubicBezTo>
                  <a:cubicBezTo>
                    <a:pt x="54" y="2"/>
                    <a:pt x="72" y="0"/>
                    <a:pt x="85" y="10"/>
                  </a:cubicBezTo>
                  <a:cubicBezTo>
                    <a:pt x="110" y="30"/>
                    <a:pt x="110" y="30"/>
                    <a:pt x="110" y="30"/>
                  </a:cubicBezTo>
                  <a:cubicBezTo>
                    <a:pt x="123" y="40"/>
                    <a:pt x="130" y="56"/>
                    <a:pt x="120" y="68"/>
                  </a:cubicBezTo>
                  <a:close/>
                </a:path>
              </a:pathLst>
            </a:custGeom>
            <a:solidFill>
              <a:srgbClr val="FFC7B0"/>
            </a:solidFill>
            <a:ln>
              <a:noFill/>
            </a:ln>
            <a:extLst>
              <a:ext uri="{91240B29-F687-4F45-9708-019B960494DF}">
                <a14:hiddenLine xmlns:a14="http://schemas.microsoft.com/office/drawing/2010/main" w="9525">
                  <a:solidFill>
                    <a:srgbClr val="000000"/>
                  </a:solidFill>
                  <a:round/>
                  <a:headEnd/>
                  <a:tailEnd/>
                </a14:hiddenLine>
              </a:ext>
            </a:extLst>
          </p:spPr>
          <p:txBody>
            <a:bodyPr anchor="ctr"/>
            <a:lstStyle/>
            <a:p>
              <a:pPr algn="ctr"/>
              <a:endParaRPr/>
            </a:p>
          </p:txBody>
        </p:sp>
        <p:sp>
          <p:nvSpPr>
            <p:cNvPr id="404" name="ïşlíḍé">
              <a:extLst>
                <a:ext uri="{FF2B5EF4-FFF2-40B4-BE49-F238E27FC236}">
                  <a16:creationId xmlns:a16="http://schemas.microsoft.com/office/drawing/2014/main" id="{628D0D54-F298-426A-B7DD-7BF075EC8CCB}"/>
                </a:ext>
              </a:extLst>
            </p:cNvPr>
            <p:cNvSpPr/>
            <p:nvPr/>
          </p:nvSpPr>
          <p:spPr bwMode="auto">
            <a:xfrm>
              <a:off x="7555707" y="3618618"/>
              <a:ext cx="166688" cy="144463"/>
            </a:xfrm>
            <a:custGeom>
              <a:avLst/>
              <a:gdLst>
                <a:gd name="T0" fmla="*/ 72 w 82"/>
                <a:gd name="T1" fmla="*/ 25 h 71"/>
                <a:gd name="T2" fmla="*/ 25 w 82"/>
                <a:gd name="T3" fmla="*/ 63 h 71"/>
                <a:gd name="T4" fmla="*/ 4 w 82"/>
                <a:gd name="T5" fmla="*/ 66 h 71"/>
                <a:gd name="T6" fmla="*/ 10 w 82"/>
                <a:gd name="T7" fmla="*/ 46 h 71"/>
                <a:gd name="T8" fmla="*/ 57 w 82"/>
                <a:gd name="T9" fmla="*/ 8 h 71"/>
                <a:gd name="T10" fmla="*/ 78 w 82"/>
                <a:gd name="T11" fmla="*/ 4 h 71"/>
                <a:gd name="T12" fmla="*/ 72 w 82"/>
                <a:gd name="T13" fmla="*/ 25 h 71"/>
              </a:gdLst>
              <a:ahLst/>
              <a:cxnLst>
                <a:cxn ang="0">
                  <a:pos x="T0" y="T1"/>
                </a:cxn>
                <a:cxn ang="0">
                  <a:pos x="T2" y="T3"/>
                </a:cxn>
                <a:cxn ang="0">
                  <a:pos x="T4" y="T5"/>
                </a:cxn>
                <a:cxn ang="0">
                  <a:pos x="T6" y="T7"/>
                </a:cxn>
                <a:cxn ang="0">
                  <a:pos x="T8" y="T9"/>
                </a:cxn>
                <a:cxn ang="0">
                  <a:pos x="T10" y="T11"/>
                </a:cxn>
                <a:cxn ang="0">
                  <a:pos x="T12" y="T13"/>
                </a:cxn>
              </a:cxnLst>
              <a:rect l="0" t="0" r="r" b="b"/>
              <a:pathLst>
                <a:path w="82" h="71">
                  <a:moveTo>
                    <a:pt x="72" y="25"/>
                  </a:moveTo>
                  <a:cubicBezTo>
                    <a:pt x="25" y="63"/>
                    <a:pt x="25" y="63"/>
                    <a:pt x="25" y="63"/>
                  </a:cubicBezTo>
                  <a:cubicBezTo>
                    <a:pt x="18" y="69"/>
                    <a:pt x="8" y="71"/>
                    <a:pt x="4" y="66"/>
                  </a:cubicBezTo>
                  <a:cubicBezTo>
                    <a:pt x="0" y="61"/>
                    <a:pt x="3" y="52"/>
                    <a:pt x="10" y="46"/>
                  </a:cubicBezTo>
                  <a:cubicBezTo>
                    <a:pt x="57" y="8"/>
                    <a:pt x="57" y="8"/>
                    <a:pt x="57" y="8"/>
                  </a:cubicBezTo>
                  <a:cubicBezTo>
                    <a:pt x="64" y="1"/>
                    <a:pt x="74" y="0"/>
                    <a:pt x="78" y="4"/>
                  </a:cubicBezTo>
                  <a:cubicBezTo>
                    <a:pt x="82" y="9"/>
                    <a:pt x="79" y="18"/>
                    <a:pt x="72" y="25"/>
                  </a:cubicBezTo>
                  <a:close/>
                </a:path>
              </a:pathLst>
            </a:custGeom>
            <a:solidFill>
              <a:srgbClr val="FFC7B0"/>
            </a:solidFill>
            <a:ln>
              <a:noFill/>
            </a:ln>
            <a:extLst>
              <a:ext uri="{91240B29-F687-4F45-9708-019B960494DF}">
                <a14:hiddenLine xmlns:a14="http://schemas.microsoft.com/office/drawing/2010/main" w="9525">
                  <a:solidFill>
                    <a:srgbClr val="000000"/>
                  </a:solidFill>
                  <a:round/>
                  <a:headEnd/>
                  <a:tailEnd/>
                </a14:hiddenLine>
              </a:ext>
            </a:extLst>
          </p:spPr>
          <p:txBody>
            <a:bodyPr anchor="ctr"/>
            <a:lstStyle/>
            <a:p>
              <a:pPr algn="ctr"/>
              <a:endParaRPr/>
            </a:p>
          </p:txBody>
        </p:sp>
        <p:sp>
          <p:nvSpPr>
            <p:cNvPr id="405" name="íṩḷïde">
              <a:extLst>
                <a:ext uri="{FF2B5EF4-FFF2-40B4-BE49-F238E27FC236}">
                  <a16:creationId xmlns:a16="http://schemas.microsoft.com/office/drawing/2014/main" id="{418BB7D2-C820-466A-82FF-0D98C5720DC7}"/>
                </a:ext>
              </a:extLst>
            </p:cNvPr>
            <p:cNvSpPr/>
            <p:nvPr/>
          </p:nvSpPr>
          <p:spPr bwMode="auto">
            <a:xfrm>
              <a:off x="7571582" y="3677356"/>
              <a:ext cx="166688" cy="144463"/>
            </a:xfrm>
            <a:custGeom>
              <a:avLst/>
              <a:gdLst>
                <a:gd name="T0" fmla="*/ 72 w 82"/>
                <a:gd name="T1" fmla="*/ 25 h 71"/>
                <a:gd name="T2" fmla="*/ 25 w 82"/>
                <a:gd name="T3" fmla="*/ 63 h 71"/>
                <a:gd name="T4" fmla="*/ 4 w 82"/>
                <a:gd name="T5" fmla="*/ 66 h 71"/>
                <a:gd name="T6" fmla="*/ 10 w 82"/>
                <a:gd name="T7" fmla="*/ 46 h 71"/>
                <a:gd name="T8" fmla="*/ 57 w 82"/>
                <a:gd name="T9" fmla="*/ 8 h 71"/>
                <a:gd name="T10" fmla="*/ 78 w 82"/>
                <a:gd name="T11" fmla="*/ 5 h 71"/>
                <a:gd name="T12" fmla="*/ 72 w 82"/>
                <a:gd name="T13" fmla="*/ 25 h 71"/>
              </a:gdLst>
              <a:ahLst/>
              <a:cxnLst>
                <a:cxn ang="0">
                  <a:pos x="T0" y="T1"/>
                </a:cxn>
                <a:cxn ang="0">
                  <a:pos x="T2" y="T3"/>
                </a:cxn>
                <a:cxn ang="0">
                  <a:pos x="T4" y="T5"/>
                </a:cxn>
                <a:cxn ang="0">
                  <a:pos x="T6" y="T7"/>
                </a:cxn>
                <a:cxn ang="0">
                  <a:pos x="T8" y="T9"/>
                </a:cxn>
                <a:cxn ang="0">
                  <a:pos x="T10" y="T11"/>
                </a:cxn>
                <a:cxn ang="0">
                  <a:pos x="T12" y="T13"/>
                </a:cxn>
              </a:cxnLst>
              <a:rect l="0" t="0" r="r" b="b"/>
              <a:pathLst>
                <a:path w="82" h="71">
                  <a:moveTo>
                    <a:pt x="72" y="25"/>
                  </a:moveTo>
                  <a:cubicBezTo>
                    <a:pt x="25" y="63"/>
                    <a:pt x="25" y="63"/>
                    <a:pt x="25" y="63"/>
                  </a:cubicBezTo>
                  <a:cubicBezTo>
                    <a:pt x="18" y="70"/>
                    <a:pt x="8" y="71"/>
                    <a:pt x="4" y="66"/>
                  </a:cubicBezTo>
                  <a:cubicBezTo>
                    <a:pt x="0" y="62"/>
                    <a:pt x="2" y="53"/>
                    <a:pt x="10" y="46"/>
                  </a:cubicBezTo>
                  <a:cubicBezTo>
                    <a:pt x="57" y="8"/>
                    <a:pt x="57" y="8"/>
                    <a:pt x="57" y="8"/>
                  </a:cubicBezTo>
                  <a:cubicBezTo>
                    <a:pt x="64" y="1"/>
                    <a:pt x="74" y="0"/>
                    <a:pt x="78" y="5"/>
                  </a:cubicBezTo>
                  <a:cubicBezTo>
                    <a:pt x="82" y="9"/>
                    <a:pt x="79" y="19"/>
                    <a:pt x="72" y="25"/>
                  </a:cubicBezTo>
                  <a:close/>
                </a:path>
              </a:pathLst>
            </a:custGeom>
            <a:solidFill>
              <a:srgbClr val="FFC7B0"/>
            </a:solidFill>
            <a:ln>
              <a:noFill/>
            </a:ln>
            <a:extLst>
              <a:ext uri="{91240B29-F687-4F45-9708-019B960494DF}">
                <a14:hiddenLine xmlns:a14="http://schemas.microsoft.com/office/drawing/2010/main" w="9525">
                  <a:solidFill>
                    <a:srgbClr val="000000"/>
                  </a:solidFill>
                  <a:round/>
                  <a:headEnd/>
                  <a:tailEnd/>
                </a14:hiddenLine>
              </a:ext>
            </a:extLst>
          </p:spPr>
          <p:txBody>
            <a:bodyPr anchor="ctr"/>
            <a:lstStyle/>
            <a:p>
              <a:pPr algn="ctr"/>
              <a:endParaRPr/>
            </a:p>
          </p:txBody>
        </p:sp>
        <p:sp>
          <p:nvSpPr>
            <p:cNvPr id="406" name="ïṩḻíḋè">
              <a:extLst>
                <a:ext uri="{FF2B5EF4-FFF2-40B4-BE49-F238E27FC236}">
                  <a16:creationId xmlns:a16="http://schemas.microsoft.com/office/drawing/2014/main" id="{9280E9CB-0924-49DF-ABE3-8CF122B72AD3}"/>
                </a:ext>
              </a:extLst>
            </p:cNvPr>
            <p:cNvSpPr/>
            <p:nvPr/>
          </p:nvSpPr>
          <p:spPr bwMode="auto">
            <a:xfrm>
              <a:off x="7635082" y="3697993"/>
              <a:ext cx="165100" cy="146050"/>
            </a:xfrm>
            <a:custGeom>
              <a:avLst/>
              <a:gdLst>
                <a:gd name="T0" fmla="*/ 72 w 82"/>
                <a:gd name="T1" fmla="*/ 25 h 72"/>
                <a:gd name="T2" fmla="*/ 25 w 82"/>
                <a:gd name="T3" fmla="*/ 64 h 72"/>
                <a:gd name="T4" fmla="*/ 4 w 82"/>
                <a:gd name="T5" fmla="*/ 67 h 72"/>
                <a:gd name="T6" fmla="*/ 10 w 82"/>
                <a:gd name="T7" fmla="*/ 47 h 72"/>
                <a:gd name="T8" fmla="*/ 56 w 82"/>
                <a:gd name="T9" fmla="*/ 8 h 72"/>
                <a:gd name="T10" fmla="*/ 78 w 82"/>
                <a:gd name="T11" fmla="*/ 5 h 72"/>
                <a:gd name="T12" fmla="*/ 72 w 82"/>
                <a:gd name="T13" fmla="*/ 25 h 72"/>
              </a:gdLst>
              <a:ahLst/>
              <a:cxnLst>
                <a:cxn ang="0">
                  <a:pos x="T0" y="T1"/>
                </a:cxn>
                <a:cxn ang="0">
                  <a:pos x="T2" y="T3"/>
                </a:cxn>
                <a:cxn ang="0">
                  <a:pos x="T4" y="T5"/>
                </a:cxn>
                <a:cxn ang="0">
                  <a:pos x="T6" y="T7"/>
                </a:cxn>
                <a:cxn ang="0">
                  <a:pos x="T8" y="T9"/>
                </a:cxn>
                <a:cxn ang="0">
                  <a:pos x="T10" y="T11"/>
                </a:cxn>
                <a:cxn ang="0">
                  <a:pos x="T12" y="T13"/>
                </a:cxn>
              </a:cxnLst>
              <a:rect l="0" t="0" r="r" b="b"/>
              <a:pathLst>
                <a:path w="82" h="72">
                  <a:moveTo>
                    <a:pt x="72" y="25"/>
                  </a:moveTo>
                  <a:cubicBezTo>
                    <a:pt x="25" y="64"/>
                    <a:pt x="25" y="64"/>
                    <a:pt x="25" y="64"/>
                  </a:cubicBezTo>
                  <a:cubicBezTo>
                    <a:pt x="18" y="70"/>
                    <a:pt x="8" y="72"/>
                    <a:pt x="4" y="67"/>
                  </a:cubicBezTo>
                  <a:cubicBezTo>
                    <a:pt x="0" y="62"/>
                    <a:pt x="2" y="53"/>
                    <a:pt x="10" y="47"/>
                  </a:cubicBezTo>
                  <a:cubicBezTo>
                    <a:pt x="56" y="8"/>
                    <a:pt x="56" y="8"/>
                    <a:pt x="56" y="8"/>
                  </a:cubicBezTo>
                  <a:cubicBezTo>
                    <a:pt x="64" y="2"/>
                    <a:pt x="73" y="0"/>
                    <a:pt x="78" y="5"/>
                  </a:cubicBezTo>
                  <a:cubicBezTo>
                    <a:pt x="82" y="10"/>
                    <a:pt x="79" y="19"/>
                    <a:pt x="72" y="25"/>
                  </a:cubicBezTo>
                  <a:close/>
                </a:path>
              </a:pathLst>
            </a:custGeom>
            <a:solidFill>
              <a:srgbClr val="FFC7B0"/>
            </a:solidFill>
            <a:ln>
              <a:noFill/>
            </a:ln>
            <a:extLst>
              <a:ext uri="{91240B29-F687-4F45-9708-019B960494DF}">
                <a14:hiddenLine xmlns:a14="http://schemas.microsoft.com/office/drawing/2010/main" w="9525">
                  <a:solidFill>
                    <a:srgbClr val="000000"/>
                  </a:solidFill>
                  <a:round/>
                  <a:headEnd/>
                  <a:tailEnd/>
                </a14:hiddenLine>
              </a:ext>
            </a:extLst>
          </p:spPr>
          <p:txBody>
            <a:bodyPr anchor="ctr"/>
            <a:lstStyle/>
            <a:p>
              <a:pPr algn="ctr"/>
              <a:endParaRPr/>
            </a:p>
          </p:txBody>
        </p:sp>
        <p:sp>
          <p:nvSpPr>
            <p:cNvPr id="407" name="í$lîdè">
              <a:extLst>
                <a:ext uri="{FF2B5EF4-FFF2-40B4-BE49-F238E27FC236}">
                  <a16:creationId xmlns:a16="http://schemas.microsoft.com/office/drawing/2014/main" id="{E8E093EF-3A3E-4790-8965-1F81BDBF9778}"/>
                </a:ext>
              </a:extLst>
            </p:cNvPr>
            <p:cNvSpPr/>
            <p:nvPr/>
          </p:nvSpPr>
          <p:spPr bwMode="auto">
            <a:xfrm>
              <a:off x="7730332" y="2462918"/>
              <a:ext cx="568325" cy="1228725"/>
            </a:xfrm>
            <a:custGeom>
              <a:avLst/>
              <a:gdLst>
                <a:gd name="T0" fmla="*/ 235 w 281"/>
                <a:gd name="T1" fmla="*/ 407 h 608"/>
                <a:gd name="T2" fmla="*/ 198 w 281"/>
                <a:gd name="T3" fmla="*/ 468 h 608"/>
                <a:gd name="T4" fmla="*/ 172 w 281"/>
                <a:gd name="T5" fmla="*/ 497 h 608"/>
                <a:gd name="T6" fmla="*/ 73 w 281"/>
                <a:gd name="T7" fmla="*/ 596 h 608"/>
                <a:gd name="T8" fmla="*/ 53 w 281"/>
                <a:gd name="T9" fmla="*/ 606 h 608"/>
                <a:gd name="T10" fmla="*/ 15 w 281"/>
                <a:gd name="T11" fmla="*/ 589 h 608"/>
                <a:gd name="T12" fmla="*/ 31 w 281"/>
                <a:gd name="T13" fmla="*/ 535 h 608"/>
                <a:gd name="T14" fmla="*/ 119 w 281"/>
                <a:gd name="T15" fmla="*/ 437 h 608"/>
                <a:gd name="T16" fmla="*/ 144 w 281"/>
                <a:gd name="T17" fmla="*/ 403 h 608"/>
                <a:gd name="T18" fmla="*/ 163 w 281"/>
                <a:gd name="T19" fmla="*/ 369 h 608"/>
                <a:gd name="T20" fmla="*/ 182 w 281"/>
                <a:gd name="T21" fmla="*/ 173 h 608"/>
                <a:gd name="T22" fmla="*/ 159 w 281"/>
                <a:gd name="T23" fmla="*/ 63 h 608"/>
                <a:gd name="T24" fmla="*/ 189 w 281"/>
                <a:gd name="T25" fmla="*/ 5 h 608"/>
                <a:gd name="T26" fmla="*/ 239 w 281"/>
                <a:gd name="T27" fmla="*/ 44 h 608"/>
                <a:gd name="T28" fmla="*/ 262 w 281"/>
                <a:gd name="T29" fmla="*/ 153 h 608"/>
                <a:gd name="T30" fmla="*/ 235 w 281"/>
                <a:gd name="T31" fmla="*/ 407 h 60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281" h="608">
                  <a:moveTo>
                    <a:pt x="235" y="407"/>
                  </a:moveTo>
                  <a:cubicBezTo>
                    <a:pt x="225" y="429"/>
                    <a:pt x="212" y="450"/>
                    <a:pt x="198" y="468"/>
                  </a:cubicBezTo>
                  <a:cubicBezTo>
                    <a:pt x="190" y="478"/>
                    <a:pt x="181" y="488"/>
                    <a:pt x="172" y="497"/>
                  </a:cubicBezTo>
                  <a:cubicBezTo>
                    <a:pt x="73" y="596"/>
                    <a:pt x="73" y="596"/>
                    <a:pt x="73" y="596"/>
                  </a:cubicBezTo>
                  <a:cubicBezTo>
                    <a:pt x="68" y="602"/>
                    <a:pt x="61" y="605"/>
                    <a:pt x="53" y="606"/>
                  </a:cubicBezTo>
                  <a:cubicBezTo>
                    <a:pt x="40" y="608"/>
                    <a:pt x="25" y="602"/>
                    <a:pt x="15" y="589"/>
                  </a:cubicBezTo>
                  <a:cubicBezTo>
                    <a:pt x="0" y="568"/>
                    <a:pt x="14" y="552"/>
                    <a:pt x="31" y="535"/>
                  </a:cubicBezTo>
                  <a:cubicBezTo>
                    <a:pt x="119" y="437"/>
                    <a:pt x="119" y="437"/>
                    <a:pt x="119" y="437"/>
                  </a:cubicBezTo>
                  <a:cubicBezTo>
                    <a:pt x="128" y="426"/>
                    <a:pt x="137" y="414"/>
                    <a:pt x="144" y="403"/>
                  </a:cubicBezTo>
                  <a:cubicBezTo>
                    <a:pt x="151" y="392"/>
                    <a:pt x="157" y="381"/>
                    <a:pt x="163" y="369"/>
                  </a:cubicBezTo>
                  <a:cubicBezTo>
                    <a:pt x="191" y="308"/>
                    <a:pt x="197" y="240"/>
                    <a:pt x="182" y="173"/>
                  </a:cubicBezTo>
                  <a:cubicBezTo>
                    <a:pt x="159" y="63"/>
                    <a:pt x="159" y="63"/>
                    <a:pt x="159" y="63"/>
                  </a:cubicBezTo>
                  <a:cubicBezTo>
                    <a:pt x="153" y="36"/>
                    <a:pt x="167" y="11"/>
                    <a:pt x="189" y="5"/>
                  </a:cubicBezTo>
                  <a:cubicBezTo>
                    <a:pt x="211" y="0"/>
                    <a:pt x="233" y="17"/>
                    <a:pt x="239" y="44"/>
                  </a:cubicBezTo>
                  <a:cubicBezTo>
                    <a:pt x="262" y="153"/>
                    <a:pt x="262" y="153"/>
                    <a:pt x="262" y="153"/>
                  </a:cubicBezTo>
                  <a:cubicBezTo>
                    <a:pt x="281" y="242"/>
                    <a:pt x="271" y="333"/>
                    <a:pt x="235" y="407"/>
                  </a:cubicBezTo>
                  <a:close/>
                </a:path>
              </a:pathLst>
            </a:custGeom>
            <a:solidFill>
              <a:srgbClr val="FFC7B0"/>
            </a:solidFill>
            <a:ln>
              <a:noFill/>
            </a:ln>
            <a:extLst>
              <a:ext uri="{91240B29-F687-4F45-9708-019B960494DF}">
                <a14:hiddenLine xmlns:a14="http://schemas.microsoft.com/office/drawing/2010/main" w="9525">
                  <a:solidFill>
                    <a:srgbClr val="000000"/>
                  </a:solidFill>
                  <a:round/>
                  <a:headEnd/>
                  <a:tailEnd/>
                </a14:hiddenLine>
              </a:ext>
            </a:extLst>
          </p:spPr>
          <p:txBody>
            <a:bodyPr anchor="ctr"/>
            <a:lstStyle/>
            <a:p>
              <a:pPr algn="ctr"/>
              <a:endParaRPr/>
            </a:p>
          </p:txBody>
        </p:sp>
        <p:sp>
          <p:nvSpPr>
            <p:cNvPr id="408" name="îṥlïďé">
              <a:extLst>
                <a:ext uri="{FF2B5EF4-FFF2-40B4-BE49-F238E27FC236}">
                  <a16:creationId xmlns:a16="http://schemas.microsoft.com/office/drawing/2014/main" id="{A3816440-A0FD-4DB6-BF33-66D5F3A761DD}"/>
                </a:ext>
              </a:extLst>
            </p:cNvPr>
            <p:cNvSpPr/>
            <p:nvPr/>
          </p:nvSpPr>
          <p:spPr bwMode="auto">
            <a:xfrm>
              <a:off x="8028782" y="3178881"/>
              <a:ext cx="192088" cy="201613"/>
            </a:xfrm>
            <a:custGeom>
              <a:avLst/>
              <a:gdLst>
                <a:gd name="T0" fmla="*/ 22 w 95"/>
                <a:gd name="T1" fmla="*/ 0 h 100"/>
                <a:gd name="T2" fmla="*/ 95 w 95"/>
                <a:gd name="T3" fmla="*/ 38 h 100"/>
                <a:gd name="T4" fmla="*/ 60 w 95"/>
                <a:gd name="T5" fmla="*/ 100 h 100"/>
                <a:gd name="T6" fmla="*/ 0 w 95"/>
                <a:gd name="T7" fmla="*/ 42 h 100"/>
                <a:gd name="T8" fmla="*/ 22 w 95"/>
                <a:gd name="T9" fmla="*/ 0 h 100"/>
              </a:gdLst>
              <a:ahLst/>
              <a:cxnLst>
                <a:cxn ang="0">
                  <a:pos x="T0" y="T1"/>
                </a:cxn>
                <a:cxn ang="0">
                  <a:pos x="T2" y="T3"/>
                </a:cxn>
                <a:cxn ang="0">
                  <a:pos x="T4" y="T5"/>
                </a:cxn>
                <a:cxn ang="0">
                  <a:pos x="T6" y="T7"/>
                </a:cxn>
                <a:cxn ang="0">
                  <a:pos x="T8" y="T9"/>
                </a:cxn>
              </a:cxnLst>
              <a:rect l="0" t="0" r="r" b="b"/>
              <a:pathLst>
                <a:path w="95" h="100">
                  <a:moveTo>
                    <a:pt x="22" y="0"/>
                  </a:moveTo>
                  <a:cubicBezTo>
                    <a:pt x="95" y="38"/>
                    <a:pt x="95" y="38"/>
                    <a:pt x="95" y="38"/>
                  </a:cubicBezTo>
                  <a:cubicBezTo>
                    <a:pt x="84" y="60"/>
                    <a:pt x="74" y="81"/>
                    <a:pt x="60" y="100"/>
                  </a:cubicBezTo>
                  <a:cubicBezTo>
                    <a:pt x="0" y="42"/>
                    <a:pt x="0" y="42"/>
                    <a:pt x="0" y="42"/>
                  </a:cubicBezTo>
                  <a:lnTo>
                    <a:pt x="22" y="0"/>
                  </a:lnTo>
                  <a:close/>
                </a:path>
              </a:pathLst>
            </a:custGeom>
            <a:solidFill>
              <a:srgbClr val="F4A891"/>
            </a:solidFill>
            <a:ln>
              <a:noFill/>
            </a:ln>
            <a:extLst>
              <a:ext uri="{91240B29-F687-4F45-9708-019B960494DF}">
                <a14:hiddenLine xmlns:a14="http://schemas.microsoft.com/office/drawing/2010/main" w="9525">
                  <a:solidFill>
                    <a:srgbClr val="000000"/>
                  </a:solidFill>
                  <a:round/>
                  <a:headEnd/>
                  <a:tailEnd/>
                </a14:hiddenLine>
              </a:ext>
            </a:extLst>
          </p:spPr>
          <p:txBody>
            <a:bodyPr anchor="ctr"/>
            <a:lstStyle/>
            <a:p>
              <a:pPr algn="ctr"/>
              <a:endParaRPr/>
            </a:p>
          </p:txBody>
        </p:sp>
        <p:sp>
          <p:nvSpPr>
            <p:cNvPr id="409" name="í$ḻîḑè">
              <a:extLst>
                <a:ext uri="{FF2B5EF4-FFF2-40B4-BE49-F238E27FC236}">
                  <a16:creationId xmlns:a16="http://schemas.microsoft.com/office/drawing/2014/main" id="{855D0F51-43B0-43BF-836D-1781576F9710}"/>
                </a:ext>
              </a:extLst>
            </p:cNvPr>
            <p:cNvSpPr/>
            <p:nvPr/>
          </p:nvSpPr>
          <p:spPr bwMode="auto">
            <a:xfrm>
              <a:off x="8014494" y="2254956"/>
              <a:ext cx="295275" cy="1057275"/>
            </a:xfrm>
            <a:custGeom>
              <a:avLst/>
              <a:gdLst>
                <a:gd name="T0" fmla="*/ 38 w 146"/>
                <a:gd name="T1" fmla="*/ 393 h 523"/>
                <a:gd name="T2" fmla="*/ 35 w 146"/>
                <a:gd name="T3" fmla="*/ 301 h 523"/>
                <a:gd name="T4" fmla="*/ 14 w 146"/>
                <a:gd name="T5" fmla="*/ 123 h 523"/>
                <a:gd name="T6" fmla="*/ 54 w 146"/>
                <a:gd name="T7" fmla="*/ 43 h 523"/>
                <a:gd name="T8" fmla="*/ 140 w 146"/>
                <a:gd name="T9" fmla="*/ 385 h 523"/>
                <a:gd name="T10" fmla="*/ 98 w 146"/>
                <a:gd name="T11" fmla="*/ 523 h 523"/>
                <a:gd name="T12" fmla="*/ 9 w 146"/>
                <a:gd name="T13" fmla="*/ 467 h 523"/>
                <a:gd name="T14" fmla="*/ 38 w 146"/>
                <a:gd name="T15" fmla="*/ 393 h 523"/>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46" h="523">
                  <a:moveTo>
                    <a:pt x="38" y="393"/>
                  </a:moveTo>
                  <a:cubicBezTo>
                    <a:pt x="39" y="389"/>
                    <a:pt x="50" y="371"/>
                    <a:pt x="35" y="301"/>
                  </a:cubicBezTo>
                  <a:cubicBezTo>
                    <a:pt x="19" y="231"/>
                    <a:pt x="0" y="157"/>
                    <a:pt x="14" y="123"/>
                  </a:cubicBezTo>
                  <a:cubicBezTo>
                    <a:pt x="27" y="88"/>
                    <a:pt x="22" y="0"/>
                    <a:pt x="54" y="43"/>
                  </a:cubicBezTo>
                  <a:cubicBezTo>
                    <a:pt x="146" y="166"/>
                    <a:pt x="143" y="329"/>
                    <a:pt x="140" y="385"/>
                  </a:cubicBezTo>
                  <a:cubicBezTo>
                    <a:pt x="136" y="440"/>
                    <a:pt x="98" y="523"/>
                    <a:pt x="98" y="523"/>
                  </a:cubicBezTo>
                  <a:cubicBezTo>
                    <a:pt x="9" y="467"/>
                    <a:pt x="9" y="467"/>
                    <a:pt x="9" y="467"/>
                  </a:cubicBezTo>
                  <a:cubicBezTo>
                    <a:pt x="9" y="467"/>
                    <a:pt x="33" y="430"/>
                    <a:pt x="38" y="393"/>
                  </a:cubicBezTo>
                  <a:close/>
                </a:path>
              </a:pathLst>
            </a:custGeom>
            <a:solidFill>
              <a:srgbClr val="D93838"/>
            </a:solidFill>
            <a:ln>
              <a:noFill/>
            </a:ln>
            <a:extLst>
              <a:ext uri="{91240B29-F687-4F45-9708-019B960494DF}">
                <a14:hiddenLine xmlns:a14="http://schemas.microsoft.com/office/drawing/2010/main" w="9525">
                  <a:solidFill>
                    <a:srgbClr val="000000"/>
                  </a:solidFill>
                  <a:round/>
                  <a:headEnd/>
                  <a:tailEnd/>
                </a14:hiddenLine>
              </a:ext>
            </a:extLst>
          </p:spPr>
          <p:txBody>
            <a:bodyPr anchor="ctr"/>
            <a:lstStyle/>
            <a:p>
              <a:pPr algn="ctr"/>
              <a:endParaRPr/>
            </a:p>
          </p:txBody>
        </p:sp>
        <p:sp>
          <p:nvSpPr>
            <p:cNvPr id="410" name="ïṣḷíďè">
              <a:extLst>
                <a:ext uri="{FF2B5EF4-FFF2-40B4-BE49-F238E27FC236}">
                  <a16:creationId xmlns:a16="http://schemas.microsoft.com/office/drawing/2014/main" id="{21737859-FBB3-46AA-AD7F-24AFA76C7C28}"/>
                </a:ext>
              </a:extLst>
            </p:cNvPr>
            <p:cNvSpPr/>
            <p:nvPr/>
          </p:nvSpPr>
          <p:spPr bwMode="auto">
            <a:xfrm>
              <a:off x="8014494" y="3143956"/>
              <a:ext cx="231775" cy="200025"/>
            </a:xfrm>
            <a:custGeom>
              <a:avLst/>
              <a:gdLst>
                <a:gd name="T0" fmla="*/ 30 w 146"/>
                <a:gd name="T1" fmla="*/ 0 h 126"/>
                <a:gd name="T2" fmla="*/ 82 w 146"/>
                <a:gd name="T3" fmla="*/ 35 h 126"/>
                <a:gd name="T4" fmla="*/ 81 w 146"/>
                <a:gd name="T5" fmla="*/ 79 h 126"/>
                <a:gd name="T6" fmla="*/ 116 w 146"/>
                <a:gd name="T7" fmla="*/ 52 h 126"/>
                <a:gd name="T8" fmla="*/ 146 w 146"/>
                <a:gd name="T9" fmla="*/ 70 h 126"/>
                <a:gd name="T10" fmla="*/ 116 w 146"/>
                <a:gd name="T11" fmla="*/ 126 h 126"/>
                <a:gd name="T12" fmla="*/ 0 w 146"/>
                <a:gd name="T13" fmla="*/ 51 h 126"/>
                <a:gd name="T14" fmla="*/ 30 w 146"/>
                <a:gd name="T15" fmla="*/ 0 h 126"/>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46" h="126">
                  <a:moveTo>
                    <a:pt x="30" y="0"/>
                  </a:moveTo>
                  <a:lnTo>
                    <a:pt x="82" y="35"/>
                  </a:lnTo>
                  <a:lnTo>
                    <a:pt x="81" y="79"/>
                  </a:lnTo>
                  <a:lnTo>
                    <a:pt x="116" y="52"/>
                  </a:lnTo>
                  <a:lnTo>
                    <a:pt x="146" y="70"/>
                  </a:lnTo>
                  <a:lnTo>
                    <a:pt x="116" y="126"/>
                  </a:lnTo>
                  <a:lnTo>
                    <a:pt x="0" y="51"/>
                  </a:lnTo>
                  <a:lnTo>
                    <a:pt x="30" y="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nchor="ctr"/>
            <a:lstStyle/>
            <a:p>
              <a:pPr algn="ctr"/>
              <a:endParaRPr/>
            </a:p>
          </p:txBody>
        </p:sp>
      </p:grpSp>
      <p:sp>
        <p:nvSpPr>
          <p:cNvPr id="613" name="对话气泡: 椭圆形 612">
            <a:extLst>
              <a:ext uri="{FF2B5EF4-FFF2-40B4-BE49-F238E27FC236}">
                <a16:creationId xmlns:a16="http://schemas.microsoft.com/office/drawing/2014/main" id="{C8BF74F0-F837-4738-BFD5-4D28B045AE6F}"/>
              </a:ext>
            </a:extLst>
          </p:cNvPr>
          <p:cNvSpPr/>
          <p:nvPr/>
        </p:nvSpPr>
        <p:spPr>
          <a:xfrm>
            <a:off x="8972914" y="886933"/>
            <a:ext cx="2901450" cy="1889766"/>
          </a:xfrm>
          <a:prstGeom prst="wedgeEllipseCallout">
            <a:avLst>
              <a:gd name="adj1" fmla="val -17677"/>
              <a:gd name="adj2" fmla="val 57974"/>
            </a:avLst>
          </a:prstGeom>
          <a:solidFill>
            <a:srgbClr val="B95241"/>
          </a:solidFill>
          <a:ln>
            <a:solidFill>
              <a:srgbClr val="B9524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r>
              <a:rPr lang="zh-CN" altLang="en-US" b="1" dirty="0"/>
              <a:t>如果网络中只是偶尔出现广播，那还是可以接受的！</a:t>
            </a:r>
          </a:p>
        </p:txBody>
      </p:sp>
      <p:sp>
        <p:nvSpPr>
          <p:cNvPr id="614" name="矩形 613">
            <a:extLst>
              <a:ext uri="{FF2B5EF4-FFF2-40B4-BE49-F238E27FC236}">
                <a16:creationId xmlns:a16="http://schemas.microsoft.com/office/drawing/2014/main" id="{C9B0AD5F-88BD-4786-AFD1-B8A5BEBFB43C}"/>
              </a:ext>
            </a:extLst>
          </p:cNvPr>
          <p:cNvSpPr/>
          <p:nvPr/>
        </p:nvSpPr>
        <p:spPr>
          <a:xfrm>
            <a:off x="1056633" y="1335374"/>
            <a:ext cx="256976" cy="256976"/>
          </a:xfrm>
          <a:prstGeom prst="rect">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615" name="íşlïḍè">
            <a:extLst>
              <a:ext uri="{FF2B5EF4-FFF2-40B4-BE49-F238E27FC236}">
                <a16:creationId xmlns:a16="http://schemas.microsoft.com/office/drawing/2014/main" id="{1889D603-F77E-458C-939E-708383BC2837}"/>
              </a:ext>
            </a:extLst>
          </p:cNvPr>
          <p:cNvSpPr txBox="1"/>
          <p:nvPr/>
        </p:nvSpPr>
        <p:spPr>
          <a:xfrm>
            <a:off x="1373862" y="1281052"/>
            <a:ext cx="4369660" cy="400110"/>
          </a:xfrm>
          <a:prstGeom prst="rect">
            <a:avLst/>
          </a:prstGeom>
          <a:noFill/>
        </p:spPr>
        <p:txBody>
          <a:bodyPr wrap="square" lIns="91440" tIns="45720" rIns="91440" bIns="45720" anchor="ctr">
            <a:noAutofit/>
          </a:bodyPr>
          <a:lstStyle/>
          <a:p>
            <a:r>
              <a:rPr lang="en-US" altLang="zh-CN" b="1" dirty="0">
                <a:latin typeface="Arial Narrow" panose="020B0606020202030204" pitchFamily="34" charset="0"/>
              </a:rPr>
              <a:t>TCP/IP</a:t>
            </a:r>
            <a:r>
              <a:rPr lang="zh-CN" altLang="en-US" b="1" dirty="0">
                <a:latin typeface="Arial Narrow" panose="020B0606020202030204" pitchFamily="34" charset="0"/>
              </a:rPr>
              <a:t>协议栈中的很多协议都会使用广播：</a:t>
            </a:r>
          </a:p>
        </p:txBody>
      </p:sp>
      <p:sp>
        <p:nvSpPr>
          <p:cNvPr id="616" name="矩形 615">
            <a:extLst>
              <a:ext uri="{FF2B5EF4-FFF2-40B4-BE49-F238E27FC236}">
                <a16:creationId xmlns:a16="http://schemas.microsoft.com/office/drawing/2014/main" id="{CA2E5221-659D-4BA0-9C6F-6EDFA103E690}"/>
              </a:ext>
            </a:extLst>
          </p:cNvPr>
          <p:cNvSpPr/>
          <p:nvPr/>
        </p:nvSpPr>
        <p:spPr>
          <a:xfrm>
            <a:off x="1535119" y="1800938"/>
            <a:ext cx="256976" cy="256976"/>
          </a:xfrm>
          <a:prstGeom prst="rect">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617" name="íşlïḍè">
            <a:extLst>
              <a:ext uri="{FF2B5EF4-FFF2-40B4-BE49-F238E27FC236}">
                <a16:creationId xmlns:a16="http://schemas.microsoft.com/office/drawing/2014/main" id="{52BB046E-0875-4A1F-B7B4-83911E4E4251}"/>
              </a:ext>
            </a:extLst>
          </p:cNvPr>
          <p:cNvSpPr txBox="1"/>
          <p:nvPr/>
        </p:nvSpPr>
        <p:spPr>
          <a:xfrm>
            <a:off x="1852348" y="1746616"/>
            <a:ext cx="3318288" cy="400110"/>
          </a:xfrm>
          <a:prstGeom prst="rect">
            <a:avLst/>
          </a:prstGeom>
          <a:noFill/>
        </p:spPr>
        <p:txBody>
          <a:bodyPr wrap="square" lIns="91440" tIns="45720" rIns="91440" bIns="45720" anchor="ctr">
            <a:noAutofit/>
          </a:bodyPr>
          <a:lstStyle/>
          <a:p>
            <a:r>
              <a:rPr lang="zh-CN" altLang="en-US" b="1" dirty="0">
                <a:latin typeface="Arial Narrow" panose="020B0606020202030204" pitchFamily="34" charset="0"/>
              </a:rPr>
              <a:t>地址解析协议</a:t>
            </a:r>
            <a:r>
              <a:rPr lang="en-US" altLang="zh-CN" b="1" dirty="0">
                <a:latin typeface="Arial Narrow" panose="020B0606020202030204" pitchFamily="34" charset="0"/>
              </a:rPr>
              <a:t>ARP</a:t>
            </a:r>
            <a:endParaRPr lang="zh-CN" altLang="en-US" b="1" dirty="0">
              <a:latin typeface="Arial Narrow" panose="020B0606020202030204" pitchFamily="34" charset="0"/>
            </a:endParaRPr>
          </a:p>
        </p:txBody>
      </p:sp>
      <p:sp>
        <p:nvSpPr>
          <p:cNvPr id="618" name="矩形 617">
            <a:extLst>
              <a:ext uri="{FF2B5EF4-FFF2-40B4-BE49-F238E27FC236}">
                <a16:creationId xmlns:a16="http://schemas.microsoft.com/office/drawing/2014/main" id="{3EC3AFDF-41FA-427D-9C76-4C1EEE1AFD61}"/>
              </a:ext>
            </a:extLst>
          </p:cNvPr>
          <p:cNvSpPr/>
          <p:nvPr/>
        </p:nvSpPr>
        <p:spPr>
          <a:xfrm>
            <a:off x="1535119" y="2320824"/>
            <a:ext cx="256976" cy="256976"/>
          </a:xfrm>
          <a:prstGeom prst="rect">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619" name="íşlïḍè">
            <a:extLst>
              <a:ext uri="{FF2B5EF4-FFF2-40B4-BE49-F238E27FC236}">
                <a16:creationId xmlns:a16="http://schemas.microsoft.com/office/drawing/2014/main" id="{17D007C2-09A8-4094-AAA3-89D5D25C10BA}"/>
              </a:ext>
            </a:extLst>
          </p:cNvPr>
          <p:cNvSpPr txBox="1"/>
          <p:nvPr/>
        </p:nvSpPr>
        <p:spPr>
          <a:xfrm>
            <a:off x="1852348" y="2266502"/>
            <a:ext cx="3318288" cy="400110"/>
          </a:xfrm>
          <a:prstGeom prst="rect">
            <a:avLst/>
          </a:prstGeom>
          <a:noFill/>
        </p:spPr>
        <p:txBody>
          <a:bodyPr wrap="square" lIns="91440" tIns="45720" rIns="91440" bIns="45720" anchor="ctr">
            <a:noAutofit/>
          </a:bodyPr>
          <a:lstStyle/>
          <a:p>
            <a:r>
              <a:rPr lang="zh-CN" altLang="en-US" b="1" dirty="0">
                <a:latin typeface="Arial Narrow" panose="020B0606020202030204" pitchFamily="34" charset="0"/>
              </a:rPr>
              <a:t>路由信息协议</a:t>
            </a:r>
            <a:r>
              <a:rPr lang="en-US" altLang="zh-CN" b="1" dirty="0">
                <a:latin typeface="Arial Narrow" panose="020B0606020202030204" pitchFamily="34" charset="0"/>
              </a:rPr>
              <a:t>RIPv1</a:t>
            </a:r>
            <a:endParaRPr lang="zh-CN" altLang="en-US" b="1" dirty="0">
              <a:latin typeface="Arial Narrow" panose="020B0606020202030204" pitchFamily="34" charset="0"/>
            </a:endParaRPr>
          </a:p>
        </p:txBody>
      </p:sp>
      <p:sp>
        <p:nvSpPr>
          <p:cNvPr id="620" name="矩形 619">
            <a:extLst>
              <a:ext uri="{FF2B5EF4-FFF2-40B4-BE49-F238E27FC236}">
                <a16:creationId xmlns:a16="http://schemas.microsoft.com/office/drawing/2014/main" id="{8458315F-E838-4BCE-8625-7E7F42C49055}"/>
              </a:ext>
            </a:extLst>
          </p:cNvPr>
          <p:cNvSpPr/>
          <p:nvPr/>
        </p:nvSpPr>
        <p:spPr>
          <a:xfrm>
            <a:off x="1535119" y="2840710"/>
            <a:ext cx="256976" cy="256976"/>
          </a:xfrm>
          <a:prstGeom prst="rect">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621" name="íşlïḍè">
            <a:extLst>
              <a:ext uri="{FF2B5EF4-FFF2-40B4-BE49-F238E27FC236}">
                <a16:creationId xmlns:a16="http://schemas.microsoft.com/office/drawing/2014/main" id="{B1BB160F-ADBC-4D5B-9181-1E39DA63E5B5}"/>
              </a:ext>
            </a:extLst>
          </p:cNvPr>
          <p:cNvSpPr txBox="1"/>
          <p:nvPr/>
        </p:nvSpPr>
        <p:spPr>
          <a:xfrm>
            <a:off x="1852348" y="2786388"/>
            <a:ext cx="2594662" cy="400110"/>
          </a:xfrm>
          <a:prstGeom prst="rect">
            <a:avLst/>
          </a:prstGeom>
          <a:noFill/>
        </p:spPr>
        <p:txBody>
          <a:bodyPr wrap="square" lIns="91440" tIns="45720" rIns="91440" bIns="45720" anchor="ctr">
            <a:noAutofit/>
          </a:bodyPr>
          <a:lstStyle/>
          <a:p>
            <a:r>
              <a:rPr lang="zh-CN" altLang="en-US" b="1" dirty="0">
                <a:latin typeface="Arial Narrow" panose="020B0606020202030204" pitchFamily="34" charset="0"/>
              </a:rPr>
              <a:t>动态主机配置协议</a:t>
            </a:r>
            <a:r>
              <a:rPr lang="en-US" altLang="zh-CN" b="1" dirty="0">
                <a:latin typeface="Arial Narrow" panose="020B0606020202030204" pitchFamily="34" charset="0"/>
              </a:rPr>
              <a:t>DHCP</a:t>
            </a:r>
            <a:endParaRPr lang="zh-CN" altLang="en-US" b="1" dirty="0">
              <a:latin typeface="Arial Narrow" panose="020B0606020202030204" pitchFamily="34" charset="0"/>
            </a:endParaRPr>
          </a:p>
        </p:txBody>
      </p:sp>
      <p:grpSp>
        <p:nvGrpSpPr>
          <p:cNvPr id="10" name="组合 9">
            <a:extLst>
              <a:ext uri="{FF2B5EF4-FFF2-40B4-BE49-F238E27FC236}">
                <a16:creationId xmlns:a16="http://schemas.microsoft.com/office/drawing/2014/main" id="{870E306A-FA4C-4CEA-8286-0D0FA530A853}"/>
              </a:ext>
            </a:extLst>
          </p:cNvPr>
          <p:cNvGrpSpPr/>
          <p:nvPr/>
        </p:nvGrpSpPr>
        <p:grpSpPr>
          <a:xfrm>
            <a:off x="1051682" y="3307776"/>
            <a:ext cx="4691840" cy="1618165"/>
            <a:chOff x="1051682" y="3307776"/>
            <a:chExt cx="4691840" cy="1618165"/>
          </a:xfrm>
        </p:grpSpPr>
        <p:sp>
          <p:nvSpPr>
            <p:cNvPr id="624" name="矩形 623">
              <a:extLst>
                <a:ext uri="{FF2B5EF4-FFF2-40B4-BE49-F238E27FC236}">
                  <a16:creationId xmlns:a16="http://schemas.microsoft.com/office/drawing/2014/main" id="{B86092A8-CC1F-4E48-81B0-04D343A8A77E}"/>
                </a:ext>
              </a:extLst>
            </p:cNvPr>
            <p:cNvSpPr/>
            <p:nvPr/>
          </p:nvSpPr>
          <p:spPr>
            <a:xfrm>
              <a:off x="1056633" y="3362098"/>
              <a:ext cx="256976" cy="256976"/>
            </a:xfrm>
            <a:prstGeom prst="rect">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625" name="íşlïḍè">
              <a:extLst>
                <a:ext uri="{FF2B5EF4-FFF2-40B4-BE49-F238E27FC236}">
                  <a16:creationId xmlns:a16="http://schemas.microsoft.com/office/drawing/2014/main" id="{F61599C9-3D93-4694-811F-E145E06DB1F1}"/>
                </a:ext>
              </a:extLst>
            </p:cNvPr>
            <p:cNvSpPr txBox="1"/>
            <p:nvPr/>
          </p:nvSpPr>
          <p:spPr>
            <a:xfrm>
              <a:off x="1373862" y="3307776"/>
              <a:ext cx="4369660" cy="400110"/>
            </a:xfrm>
            <a:prstGeom prst="rect">
              <a:avLst/>
            </a:prstGeom>
            <a:noFill/>
          </p:spPr>
          <p:txBody>
            <a:bodyPr wrap="square" lIns="91440" tIns="45720" rIns="91440" bIns="45720" anchor="ctr">
              <a:noAutofit/>
            </a:bodyPr>
            <a:lstStyle/>
            <a:p>
              <a:r>
                <a:rPr lang="en-US" altLang="zh-CN" b="1" dirty="0">
                  <a:latin typeface="Arial Narrow" panose="020B0606020202030204" pitchFamily="34" charset="0"/>
                </a:rPr>
                <a:t>NetBEUI</a:t>
              </a:r>
              <a:r>
                <a:rPr lang="zh-CN" altLang="en-US" b="1" dirty="0">
                  <a:latin typeface="Arial Narrow" panose="020B0606020202030204" pitchFamily="34" charset="0"/>
                </a:rPr>
                <a:t>：</a:t>
              </a:r>
              <a:r>
                <a:rPr lang="en-US" altLang="zh-CN" b="1" dirty="0">
                  <a:latin typeface="Arial Narrow" panose="020B0606020202030204" pitchFamily="34" charset="0"/>
                </a:rPr>
                <a:t>Windows</a:t>
              </a:r>
              <a:r>
                <a:rPr lang="zh-CN" altLang="en-US" b="1" dirty="0">
                  <a:latin typeface="Arial Narrow" panose="020B0606020202030204" pitchFamily="34" charset="0"/>
                </a:rPr>
                <a:t>下使用的广播型协议</a:t>
              </a:r>
            </a:p>
          </p:txBody>
        </p:sp>
        <p:sp>
          <p:nvSpPr>
            <p:cNvPr id="626" name="矩形 625">
              <a:extLst>
                <a:ext uri="{FF2B5EF4-FFF2-40B4-BE49-F238E27FC236}">
                  <a16:creationId xmlns:a16="http://schemas.microsoft.com/office/drawing/2014/main" id="{1A512121-A479-4C10-AA7B-0850F3969F36}"/>
                </a:ext>
              </a:extLst>
            </p:cNvPr>
            <p:cNvSpPr/>
            <p:nvPr/>
          </p:nvSpPr>
          <p:spPr>
            <a:xfrm>
              <a:off x="1051682" y="3965855"/>
              <a:ext cx="256976" cy="256976"/>
            </a:xfrm>
            <a:prstGeom prst="rect">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627" name="íşlïḍè">
              <a:extLst>
                <a:ext uri="{FF2B5EF4-FFF2-40B4-BE49-F238E27FC236}">
                  <a16:creationId xmlns:a16="http://schemas.microsoft.com/office/drawing/2014/main" id="{1C2FFC30-DFF8-4F7F-A176-865392923754}"/>
                </a:ext>
              </a:extLst>
            </p:cNvPr>
            <p:cNvSpPr txBox="1"/>
            <p:nvPr/>
          </p:nvSpPr>
          <p:spPr>
            <a:xfrm>
              <a:off x="1368911" y="3911533"/>
              <a:ext cx="4369660" cy="400110"/>
            </a:xfrm>
            <a:prstGeom prst="rect">
              <a:avLst/>
            </a:prstGeom>
            <a:noFill/>
          </p:spPr>
          <p:txBody>
            <a:bodyPr wrap="square" lIns="91440" tIns="45720" rIns="91440" bIns="45720" anchor="ctr">
              <a:noAutofit/>
            </a:bodyPr>
            <a:lstStyle/>
            <a:p>
              <a:r>
                <a:rPr lang="en-US" altLang="zh-CN" b="1" dirty="0">
                  <a:latin typeface="Arial Narrow" panose="020B0606020202030204" pitchFamily="34" charset="0"/>
                </a:rPr>
                <a:t>IPX/SPX</a:t>
              </a:r>
              <a:r>
                <a:rPr lang="zh-CN" altLang="en-US" b="1" dirty="0">
                  <a:latin typeface="Arial Narrow" panose="020B0606020202030204" pitchFamily="34" charset="0"/>
                </a:rPr>
                <a:t>：</a:t>
              </a:r>
              <a:r>
                <a:rPr lang="en-US" altLang="zh-CN" b="1" dirty="0">
                  <a:latin typeface="Arial Narrow" panose="020B0606020202030204" pitchFamily="34" charset="0"/>
                </a:rPr>
                <a:t>Novell</a:t>
              </a:r>
              <a:r>
                <a:rPr lang="zh-CN" altLang="en-US" b="1" dirty="0">
                  <a:latin typeface="Arial Narrow" panose="020B0606020202030204" pitchFamily="34" charset="0"/>
                </a:rPr>
                <a:t>网络的协议栈</a:t>
              </a:r>
            </a:p>
          </p:txBody>
        </p:sp>
        <p:sp>
          <p:nvSpPr>
            <p:cNvPr id="628" name="矩形 627">
              <a:extLst>
                <a:ext uri="{FF2B5EF4-FFF2-40B4-BE49-F238E27FC236}">
                  <a16:creationId xmlns:a16="http://schemas.microsoft.com/office/drawing/2014/main" id="{645CD91F-456A-4B01-BCBF-B36E32035191}"/>
                </a:ext>
              </a:extLst>
            </p:cNvPr>
            <p:cNvSpPr/>
            <p:nvPr/>
          </p:nvSpPr>
          <p:spPr>
            <a:xfrm>
              <a:off x="1051682" y="4580153"/>
              <a:ext cx="256976" cy="256976"/>
            </a:xfrm>
            <a:prstGeom prst="rect">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629" name="íşlïḍè">
              <a:extLst>
                <a:ext uri="{FF2B5EF4-FFF2-40B4-BE49-F238E27FC236}">
                  <a16:creationId xmlns:a16="http://schemas.microsoft.com/office/drawing/2014/main" id="{A862D1D8-3664-4295-AC5E-4A6DA654CE6F}"/>
                </a:ext>
              </a:extLst>
            </p:cNvPr>
            <p:cNvSpPr txBox="1"/>
            <p:nvPr/>
          </p:nvSpPr>
          <p:spPr>
            <a:xfrm>
              <a:off x="1368911" y="4525831"/>
              <a:ext cx="4369660" cy="400110"/>
            </a:xfrm>
            <a:prstGeom prst="rect">
              <a:avLst/>
            </a:prstGeom>
            <a:noFill/>
          </p:spPr>
          <p:txBody>
            <a:bodyPr wrap="square" lIns="91440" tIns="45720" rIns="91440" bIns="45720" anchor="ctr">
              <a:noAutofit/>
            </a:bodyPr>
            <a:lstStyle/>
            <a:p>
              <a:r>
                <a:rPr lang="en-US" altLang="zh-CN" b="1" dirty="0">
                  <a:latin typeface="Arial Narrow" panose="020B0606020202030204" pitchFamily="34" charset="0"/>
                </a:rPr>
                <a:t>Apple Talk</a:t>
              </a:r>
              <a:r>
                <a:rPr lang="zh-CN" altLang="en-US" b="1" dirty="0">
                  <a:latin typeface="Arial Narrow" panose="020B0606020202030204" pitchFamily="34" charset="0"/>
                </a:rPr>
                <a:t>：</a:t>
              </a:r>
              <a:r>
                <a:rPr lang="en-US" altLang="zh-CN" b="1" dirty="0">
                  <a:latin typeface="Arial Narrow" panose="020B0606020202030204" pitchFamily="34" charset="0"/>
                </a:rPr>
                <a:t>Apple</a:t>
              </a:r>
              <a:r>
                <a:rPr lang="zh-CN" altLang="en-US" b="1" dirty="0">
                  <a:latin typeface="Arial Narrow" panose="020B0606020202030204" pitchFamily="34" charset="0"/>
                </a:rPr>
                <a:t>公司的网络协议栈</a:t>
              </a:r>
            </a:p>
          </p:txBody>
        </p:sp>
      </p:grpSp>
    </p:spTree>
    <p:custDataLst>
      <p:tags r:id="rId1"/>
    </p:custDataLst>
    <p:extLst>
      <p:ext uri="{BB962C8B-B14F-4D97-AF65-F5344CB8AC3E}">
        <p14:creationId xmlns:p14="http://schemas.microsoft.com/office/powerpoint/2010/main" val="2720957239"/>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42" presetClass="entr" presetSubtype="0" fill="hold" grpId="0" nodeType="withEffect">
                                  <p:stCondLst>
                                    <p:cond delay="0"/>
                                  </p:stCondLst>
                                  <p:childTnLst>
                                    <p:set>
                                      <p:cBhvr>
                                        <p:cTn id="6" dur="1" fill="hold">
                                          <p:stCondLst>
                                            <p:cond delay="0"/>
                                          </p:stCondLst>
                                        </p:cTn>
                                        <p:tgtEl>
                                          <p:spTgt spid="7"/>
                                        </p:tgtEl>
                                        <p:attrNameLst>
                                          <p:attrName>style.visibility</p:attrName>
                                        </p:attrNameLst>
                                      </p:cBhvr>
                                      <p:to>
                                        <p:strVal val="visible"/>
                                      </p:to>
                                    </p:set>
                                    <p:animEffect transition="in" filter="fade">
                                      <p:cBhvr>
                                        <p:cTn id="7" dur="1000"/>
                                        <p:tgtEl>
                                          <p:spTgt spid="7"/>
                                        </p:tgtEl>
                                      </p:cBhvr>
                                    </p:animEffect>
                                    <p:anim calcmode="lin" valueType="num">
                                      <p:cBhvr>
                                        <p:cTn id="8" dur="1000" fill="hold"/>
                                        <p:tgtEl>
                                          <p:spTgt spid="7"/>
                                        </p:tgtEl>
                                        <p:attrNameLst>
                                          <p:attrName>ppt_x</p:attrName>
                                        </p:attrNameLst>
                                      </p:cBhvr>
                                      <p:tavLst>
                                        <p:tav tm="0">
                                          <p:val>
                                            <p:strVal val="#ppt_x"/>
                                          </p:val>
                                        </p:tav>
                                        <p:tav tm="100000">
                                          <p:val>
                                            <p:strVal val="#ppt_x"/>
                                          </p:val>
                                        </p:tav>
                                      </p:tavLst>
                                    </p:anim>
                                    <p:anim calcmode="lin" valueType="num">
                                      <p:cBhvr>
                                        <p:cTn id="9" dur="1000" fill="hold"/>
                                        <p:tgtEl>
                                          <p:spTgt spid="7"/>
                                        </p:tgtEl>
                                        <p:attrNameLst>
                                          <p:attrName>ppt_y</p:attrName>
                                        </p:attrNameLst>
                                      </p:cBhvr>
                                      <p:tavLst>
                                        <p:tav tm="0">
                                          <p:val>
                                            <p:strVal val="#ppt_y+.1"/>
                                          </p:val>
                                        </p:tav>
                                        <p:tav tm="100000">
                                          <p:val>
                                            <p:strVal val="#ppt_y"/>
                                          </p:val>
                                        </p:tav>
                                      </p:tavLst>
                                    </p:anim>
                                  </p:childTnLst>
                                </p:cTn>
                              </p:par>
                            </p:childTnLst>
                          </p:cTn>
                        </p:par>
                      </p:childTnLst>
                    </p:cTn>
                  </p:par>
                  <p:par>
                    <p:cTn id="10" fill="hold">
                      <p:stCondLst>
                        <p:cond delay="indefinite"/>
                      </p:stCondLst>
                      <p:childTnLst>
                        <p:par>
                          <p:cTn id="11" fill="hold">
                            <p:stCondLst>
                              <p:cond delay="0"/>
                            </p:stCondLst>
                            <p:childTnLst>
                              <p:par>
                                <p:cTn id="12" presetID="49" presetClass="entr" presetSubtype="0" decel="100000" fill="hold" grpId="0" nodeType="clickEffect">
                                  <p:stCondLst>
                                    <p:cond delay="0"/>
                                  </p:stCondLst>
                                  <p:childTnLst>
                                    <p:set>
                                      <p:cBhvr>
                                        <p:cTn id="13" dur="1" fill="hold">
                                          <p:stCondLst>
                                            <p:cond delay="0"/>
                                          </p:stCondLst>
                                        </p:cTn>
                                        <p:tgtEl>
                                          <p:spTgt spid="614"/>
                                        </p:tgtEl>
                                        <p:attrNameLst>
                                          <p:attrName>style.visibility</p:attrName>
                                        </p:attrNameLst>
                                      </p:cBhvr>
                                      <p:to>
                                        <p:strVal val="visible"/>
                                      </p:to>
                                    </p:set>
                                    <p:anim calcmode="lin" valueType="num">
                                      <p:cBhvr>
                                        <p:cTn id="14" dur="500" fill="hold"/>
                                        <p:tgtEl>
                                          <p:spTgt spid="614"/>
                                        </p:tgtEl>
                                        <p:attrNameLst>
                                          <p:attrName>ppt_w</p:attrName>
                                        </p:attrNameLst>
                                      </p:cBhvr>
                                      <p:tavLst>
                                        <p:tav tm="0">
                                          <p:val>
                                            <p:fltVal val="0"/>
                                          </p:val>
                                        </p:tav>
                                        <p:tav tm="100000">
                                          <p:val>
                                            <p:strVal val="#ppt_w"/>
                                          </p:val>
                                        </p:tav>
                                      </p:tavLst>
                                    </p:anim>
                                    <p:anim calcmode="lin" valueType="num">
                                      <p:cBhvr>
                                        <p:cTn id="15" dur="500" fill="hold"/>
                                        <p:tgtEl>
                                          <p:spTgt spid="614"/>
                                        </p:tgtEl>
                                        <p:attrNameLst>
                                          <p:attrName>ppt_h</p:attrName>
                                        </p:attrNameLst>
                                      </p:cBhvr>
                                      <p:tavLst>
                                        <p:tav tm="0">
                                          <p:val>
                                            <p:fltVal val="0"/>
                                          </p:val>
                                        </p:tav>
                                        <p:tav tm="100000">
                                          <p:val>
                                            <p:strVal val="#ppt_h"/>
                                          </p:val>
                                        </p:tav>
                                      </p:tavLst>
                                    </p:anim>
                                    <p:anim calcmode="lin" valueType="num">
                                      <p:cBhvr>
                                        <p:cTn id="16" dur="500" fill="hold"/>
                                        <p:tgtEl>
                                          <p:spTgt spid="614"/>
                                        </p:tgtEl>
                                        <p:attrNameLst>
                                          <p:attrName>style.rotation</p:attrName>
                                        </p:attrNameLst>
                                      </p:cBhvr>
                                      <p:tavLst>
                                        <p:tav tm="0">
                                          <p:val>
                                            <p:fltVal val="360"/>
                                          </p:val>
                                        </p:tav>
                                        <p:tav tm="100000">
                                          <p:val>
                                            <p:fltVal val="0"/>
                                          </p:val>
                                        </p:tav>
                                      </p:tavLst>
                                    </p:anim>
                                    <p:animEffect transition="in" filter="fade">
                                      <p:cBhvr>
                                        <p:cTn id="17" dur="500"/>
                                        <p:tgtEl>
                                          <p:spTgt spid="614"/>
                                        </p:tgtEl>
                                      </p:cBhvr>
                                    </p:animEffect>
                                  </p:childTnLst>
                                </p:cTn>
                              </p:par>
                            </p:childTnLst>
                          </p:cTn>
                        </p:par>
                        <p:par>
                          <p:cTn id="18" fill="hold">
                            <p:stCondLst>
                              <p:cond delay="500"/>
                            </p:stCondLst>
                            <p:childTnLst>
                              <p:par>
                                <p:cTn id="19" presetID="1" presetClass="entr" presetSubtype="0" fill="hold" grpId="0" nodeType="afterEffect">
                                  <p:stCondLst>
                                    <p:cond delay="0"/>
                                  </p:stCondLst>
                                  <p:iterate type="lt">
                                    <p:tmAbs val="100"/>
                                  </p:iterate>
                                  <p:childTnLst>
                                    <p:set>
                                      <p:cBhvr>
                                        <p:cTn id="20" dur="1" fill="hold">
                                          <p:stCondLst>
                                            <p:cond delay="0"/>
                                          </p:stCondLst>
                                        </p:cTn>
                                        <p:tgtEl>
                                          <p:spTgt spid="615"/>
                                        </p:tgtEl>
                                        <p:attrNameLst>
                                          <p:attrName>style.visibility</p:attrName>
                                        </p:attrNameLst>
                                      </p:cBhvr>
                                      <p:to>
                                        <p:strVal val="visible"/>
                                      </p:to>
                                    </p:set>
                                  </p:childTnLst>
                                </p:cTn>
                              </p:par>
                            </p:childTnLst>
                          </p:cTn>
                        </p:par>
                      </p:childTnLst>
                    </p:cTn>
                  </p:par>
                  <p:par>
                    <p:cTn id="21" fill="hold">
                      <p:stCondLst>
                        <p:cond delay="indefinite"/>
                      </p:stCondLst>
                      <p:childTnLst>
                        <p:par>
                          <p:cTn id="22" fill="hold">
                            <p:stCondLst>
                              <p:cond delay="0"/>
                            </p:stCondLst>
                            <p:childTnLst>
                              <p:par>
                                <p:cTn id="23" presetID="49" presetClass="entr" presetSubtype="0" decel="100000" fill="hold" grpId="0" nodeType="clickEffect">
                                  <p:stCondLst>
                                    <p:cond delay="0"/>
                                  </p:stCondLst>
                                  <p:childTnLst>
                                    <p:set>
                                      <p:cBhvr>
                                        <p:cTn id="24" dur="1" fill="hold">
                                          <p:stCondLst>
                                            <p:cond delay="0"/>
                                          </p:stCondLst>
                                        </p:cTn>
                                        <p:tgtEl>
                                          <p:spTgt spid="616"/>
                                        </p:tgtEl>
                                        <p:attrNameLst>
                                          <p:attrName>style.visibility</p:attrName>
                                        </p:attrNameLst>
                                      </p:cBhvr>
                                      <p:to>
                                        <p:strVal val="visible"/>
                                      </p:to>
                                    </p:set>
                                    <p:anim calcmode="lin" valueType="num">
                                      <p:cBhvr>
                                        <p:cTn id="25" dur="500" fill="hold"/>
                                        <p:tgtEl>
                                          <p:spTgt spid="616"/>
                                        </p:tgtEl>
                                        <p:attrNameLst>
                                          <p:attrName>ppt_w</p:attrName>
                                        </p:attrNameLst>
                                      </p:cBhvr>
                                      <p:tavLst>
                                        <p:tav tm="0">
                                          <p:val>
                                            <p:fltVal val="0"/>
                                          </p:val>
                                        </p:tav>
                                        <p:tav tm="100000">
                                          <p:val>
                                            <p:strVal val="#ppt_w"/>
                                          </p:val>
                                        </p:tav>
                                      </p:tavLst>
                                    </p:anim>
                                    <p:anim calcmode="lin" valueType="num">
                                      <p:cBhvr>
                                        <p:cTn id="26" dur="500" fill="hold"/>
                                        <p:tgtEl>
                                          <p:spTgt spid="616"/>
                                        </p:tgtEl>
                                        <p:attrNameLst>
                                          <p:attrName>ppt_h</p:attrName>
                                        </p:attrNameLst>
                                      </p:cBhvr>
                                      <p:tavLst>
                                        <p:tav tm="0">
                                          <p:val>
                                            <p:fltVal val="0"/>
                                          </p:val>
                                        </p:tav>
                                        <p:tav tm="100000">
                                          <p:val>
                                            <p:strVal val="#ppt_h"/>
                                          </p:val>
                                        </p:tav>
                                      </p:tavLst>
                                    </p:anim>
                                    <p:anim calcmode="lin" valueType="num">
                                      <p:cBhvr>
                                        <p:cTn id="27" dur="500" fill="hold"/>
                                        <p:tgtEl>
                                          <p:spTgt spid="616"/>
                                        </p:tgtEl>
                                        <p:attrNameLst>
                                          <p:attrName>style.rotation</p:attrName>
                                        </p:attrNameLst>
                                      </p:cBhvr>
                                      <p:tavLst>
                                        <p:tav tm="0">
                                          <p:val>
                                            <p:fltVal val="360"/>
                                          </p:val>
                                        </p:tav>
                                        <p:tav tm="100000">
                                          <p:val>
                                            <p:fltVal val="0"/>
                                          </p:val>
                                        </p:tav>
                                      </p:tavLst>
                                    </p:anim>
                                    <p:animEffect transition="in" filter="fade">
                                      <p:cBhvr>
                                        <p:cTn id="28" dur="500"/>
                                        <p:tgtEl>
                                          <p:spTgt spid="616"/>
                                        </p:tgtEl>
                                      </p:cBhvr>
                                    </p:animEffect>
                                  </p:childTnLst>
                                </p:cTn>
                              </p:par>
                            </p:childTnLst>
                          </p:cTn>
                        </p:par>
                        <p:par>
                          <p:cTn id="29" fill="hold">
                            <p:stCondLst>
                              <p:cond delay="500"/>
                            </p:stCondLst>
                            <p:childTnLst>
                              <p:par>
                                <p:cTn id="30" presetID="1" presetClass="entr" presetSubtype="0" fill="hold" grpId="0" nodeType="afterEffect">
                                  <p:stCondLst>
                                    <p:cond delay="0"/>
                                  </p:stCondLst>
                                  <p:iterate type="lt">
                                    <p:tmAbs val="100"/>
                                  </p:iterate>
                                  <p:childTnLst>
                                    <p:set>
                                      <p:cBhvr>
                                        <p:cTn id="31" dur="1" fill="hold">
                                          <p:stCondLst>
                                            <p:cond delay="0"/>
                                          </p:stCondLst>
                                        </p:cTn>
                                        <p:tgtEl>
                                          <p:spTgt spid="617"/>
                                        </p:tgtEl>
                                        <p:attrNameLst>
                                          <p:attrName>style.visibility</p:attrName>
                                        </p:attrNameLst>
                                      </p:cBhvr>
                                      <p:to>
                                        <p:strVal val="visible"/>
                                      </p:to>
                                    </p:set>
                                  </p:childTnLst>
                                </p:cTn>
                              </p:par>
                            </p:childTnLst>
                          </p:cTn>
                        </p:par>
                      </p:childTnLst>
                    </p:cTn>
                  </p:par>
                  <p:par>
                    <p:cTn id="32" fill="hold">
                      <p:stCondLst>
                        <p:cond delay="indefinite"/>
                      </p:stCondLst>
                      <p:childTnLst>
                        <p:par>
                          <p:cTn id="33" fill="hold">
                            <p:stCondLst>
                              <p:cond delay="0"/>
                            </p:stCondLst>
                            <p:childTnLst>
                              <p:par>
                                <p:cTn id="34" presetID="49" presetClass="entr" presetSubtype="0" decel="100000" fill="hold" grpId="0" nodeType="clickEffect">
                                  <p:stCondLst>
                                    <p:cond delay="0"/>
                                  </p:stCondLst>
                                  <p:childTnLst>
                                    <p:set>
                                      <p:cBhvr>
                                        <p:cTn id="35" dur="1" fill="hold">
                                          <p:stCondLst>
                                            <p:cond delay="0"/>
                                          </p:stCondLst>
                                        </p:cTn>
                                        <p:tgtEl>
                                          <p:spTgt spid="618"/>
                                        </p:tgtEl>
                                        <p:attrNameLst>
                                          <p:attrName>style.visibility</p:attrName>
                                        </p:attrNameLst>
                                      </p:cBhvr>
                                      <p:to>
                                        <p:strVal val="visible"/>
                                      </p:to>
                                    </p:set>
                                    <p:anim calcmode="lin" valueType="num">
                                      <p:cBhvr>
                                        <p:cTn id="36" dur="500" fill="hold"/>
                                        <p:tgtEl>
                                          <p:spTgt spid="618"/>
                                        </p:tgtEl>
                                        <p:attrNameLst>
                                          <p:attrName>ppt_w</p:attrName>
                                        </p:attrNameLst>
                                      </p:cBhvr>
                                      <p:tavLst>
                                        <p:tav tm="0">
                                          <p:val>
                                            <p:fltVal val="0"/>
                                          </p:val>
                                        </p:tav>
                                        <p:tav tm="100000">
                                          <p:val>
                                            <p:strVal val="#ppt_w"/>
                                          </p:val>
                                        </p:tav>
                                      </p:tavLst>
                                    </p:anim>
                                    <p:anim calcmode="lin" valueType="num">
                                      <p:cBhvr>
                                        <p:cTn id="37" dur="500" fill="hold"/>
                                        <p:tgtEl>
                                          <p:spTgt spid="618"/>
                                        </p:tgtEl>
                                        <p:attrNameLst>
                                          <p:attrName>ppt_h</p:attrName>
                                        </p:attrNameLst>
                                      </p:cBhvr>
                                      <p:tavLst>
                                        <p:tav tm="0">
                                          <p:val>
                                            <p:fltVal val="0"/>
                                          </p:val>
                                        </p:tav>
                                        <p:tav tm="100000">
                                          <p:val>
                                            <p:strVal val="#ppt_h"/>
                                          </p:val>
                                        </p:tav>
                                      </p:tavLst>
                                    </p:anim>
                                    <p:anim calcmode="lin" valueType="num">
                                      <p:cBhvr>
                                        <p:cTn id="38" dur="500" fill="hold"/>
                                        <p:tgtEl>
                                          <p:spTgt spid="618"/>
                                        </p:tgtEl>
                                        <p:attrNameLst>
                                          <p:attrName>style.rotation</p:attrName>
                                        </p:attrNameLst>
                                      </p:cBhvr>
                                      <p:tavLst>
                                        <p:tav tm="0">
                                          <p:val>
                                            <p:fltVal val="360"/>
                                          </p:val>
                                        </p:tav>
                                        <p:tav tm="100000">
                                          <p:val>
                                            <p:fltVal val="0"/>
                                          </p:val>
                                        </p:tav>
                                      </p:tavLst>
                                    </p:anim>
                                    <p:animEffect transition="in" filter="fade">
                                      <p:cBhvr>
                                        <p:cTn id="39" dur="500"/>
                                        <p:tgtEl>
                                          <p:spTgt spid="618"/>
                                        </p:tgtEl>
                                      </p:cBhvr>
                                    </p:animEffect>
                                  </p:childTnLst>
                                </p:cTn>
                              </p:par>
                            </p:childTnLst>
                          </p:cTn>
                        </p:par>
                        <p:par>
                          <p:cTn id="40" fill="hold">
                            <p:stCondLst>
                              <p:cond delay="500"/>
                            </p:stCondLst>
                            <p:childTnLst>
                              <p:par>
                                <p:cTn id="41" presetID="1" presetClass="entr" presetSubtype="0" fill="hold" grpId="0" nodeType="afterEffect">
                                  <p:stCondLst>
                                    <p:cond delay="0"/>
                                  </p:stCondLst>
                                  <p:iterate type="lt">
                                    <p:tmAbs val="100"/>
                                  </p:iterate>
                                  <p:childTnLst>
                                    <p:set>
                                      <p:cBhvr>
                                        <p:cTn id="42" dur="1" fill="hold">
                                          <p:stCondLst>
                                            <p:cond delay="0"/>
                                          </p:stCondLst>
                                        </p:cTn>
                                        <p:tgtEl>
                                          <p:spTgt spid="619"/>
                                        </p:tgtEl>
                                        <p:attrNameLst>
                                          <p:attrName>style.visibility</p:attrName>
                                        </p:attrNameLst>
                                      </p:cBhvr>
                                      <p:to>
                                        <p:strVal val="visible"/>
                                      </p:to>
                                    </p:set>
                                  </p:childTnLst>
                                </p:cTn>
                              </p:par>
                            </p:childTnLst>
                          </p:cTn>
                        </p:par>
                      </p:childTnLst>
                    </p:cTn>
                  </p:par>
                  <p:par>
                    <p:cTn id="43" fill="hold">
                      <p:stCondLst>
                        <p:cond delay="indefinite"/>
                      </p:stCondLst>
                      <p:childTnLst>
                        <p:par>
                          <p:cTn id="44" fill="hold">
                            <p:stCondLst>
                              <p:cond delay="0"/>
                            </p:stCondLst>
                            <p:childTnLst>
                              <p:par>
                                <p:cTn id="45" presetID="49" presetClass="entr" presetSubtype="0" decel="100000" fill="hold" grpId="0" nodeType="clickEffect">
                                  <p:stCondLst>
                                    <p:cond delay="0"/>
                                  </p:stCondLst>
                                  <p:childTnLst>
                                    <p:set>
                                      <p:cBhvr>
                                        <p:cTn id="46" dur="1" fill="hold">
                                          <p:stCondLst>
                                            <p:cond delay="0"/>
                                          </p:stCondLst>
                                        </p:cTn>
                                        <p:tgtEl>
                                          <p:spTgt spid="620"/>
                                        </p:tgtEl>
                                        <p:attrNameLst>
                                          <p:attrName>style.visibility</p:attrName>
                                        </p:attrNameLst>
                                      </p:cBhvr>
                                      <p:to>
                                        <p:strVal val="visible"/>
                                      </p:to>
                                    </p:set>
                                    <p:anim calcmode="lin" valueType="num">
                                      <p:cBhvr>
                                        <p:cTn id="47" dur="500" fill="hold"/>
                                        <p:tgtEl>
                                          <p:spTgt spid="620"/>
                                        </p:tgtEl>
                                        <p:attrNameLst>
                                          <p:attrName>ppt_w</p:attrName>
                                        </p:attrNameLst>
                                      </p:cBhvr>
                                      <p:tavLst>
                                        <p:tav tm="0">
                                          <p:val>
                                            <p:fltVal val="0"/>
                                          </p:val>
                                        </p:tav>
                                        <p:tav tm="100000">
                                          <p:val>
                                            <p:strVal val="#ppt_w"/>
                                          </p:val>
                                        </p:tav>
                                      </p:tavLst>
                                    </p:anim>
                                    <p:anim calcmode="lin" valueType="num">
                                      <p:cBhvr>
                                        <p:cTn id="48" dur="500" fill="hold"/>
                                        <p:tgtEl>
                                          <p:spTgt spid="620"/>
                                        </p:tgtEl>
                                        <p:attrNameLst>
                                          <p:attrName>ppt_h</p:attrName>
                                        </p:attrNameLst>
                                      </p:cBhvr>
                                      <p:tavLst>
                                        <p:tav tm="0">
                                          <p:val>
                                            <p:fltVal val="0"/>
                                          </p:val>
                                        </p:tav>
                                        <p:tav tm="100000">
                                          <p:val>
                                            <p:strVal val="#ppt_h"/>
                                          </p:val>
                                        </p:tav>
                                      </p:tavLst>
                                    </p:anim>
                                    <p:anim calcmode="lin" valueType="num">
                                      <p:cBhvr>
                                        <p:cTn id="49" dur="500" fill="hold"/>
                                        <p:tgtEl>
                                          <p:spTgt spid="620"/>
                                        </p:tgtEl>
                                        <p:attrNameLst>
                                          <p:attrName>style.rotation</p:attrName>
                                        </p:attrNameLst>
                                      </p:cBhvr>
                                      <p:tavLst>
                                        <p:tav tm="0">
                                          <p:val>
                                            <p:fltVal val="360"/>
                                          </p:val>
                                        </p:tav>
                                        <p:tav tm="100000">
                                          <p:val>
                                            <p:fltVal val="0"/>
                                          </p:val>
                                        </p:tav>
                                      </p:tavLst>
                                    </p:anim>
                                    <p:animEffect transition="in" filter="fade">
                                      <p:cBhvr>
                                        <p:cTn id="50" dur="500"/>
                                        <p:tgtEl>
                                          <p:spTgt spid="620"/>
                                        </p:tgtEl>
                                      </p:cBhvr>
                                    </p:animEffect>
                                  </p:childTnLst>
                                </p:cTn>
                              </p:par>
                            </p:childTnLst>
                          </p:cTn>
                        </p:par>
                        <p:par>
                          <p:cTn id="51" fill="hold">
                            <p:stCondLst>
                              <p:cond delay="500"/>
                            </p:stCondLst>
                            <p:childTnLst>
                              <p:par>
                                <p:cTn id="52" presetID="1" presetClass="entr" presetSubtype="0" fill="hold" grpId="0" nodeType="afterEffect">
                                  <p:stCondLst>
                                    <p:cond delay="0"/>
                                  </p:stCondLst>
                                  <p:iterate type="lt">
                                    <p:tmAbs val="100"/>
                                  </p:iterate>
                                  <p:childTnLst>
                                    <p:set>
                                      <p:cBhvr>
                                        <p:cTn id="53" dur="1" fill="hold">
                                          <p:stCondLst>
                                            <p:cond delay="0"/>
                                          </p:stCondLst>
                                        </p:cTn>
                                        <p:tgtEl>
                                          <p:spTgt spid="621"/>
                                        </p:tgtEl>
                                        <p:attrNameLst>
                                          <p:attrName>style.visibility</p:attrName>
                                        </p:attrNameLst>
                                      </p:cBhvr>
                                      <p:to>
                                        <p:strVal val="visible"/>
                                      </p:to>
                                    </p:set>
                                  </p:childTnLst>
                                </p:cTn>
                              </p:par>
                            </p:childTnLst>
                          </p:cTn>
                        </p:par>
                      </p:childTnLst>
                    </p:cTn>
                  </p:par>
                  <p:par>
                    <p:cTn id="54" fill="hold">
                      <p:stCondLst>
                        <p:cond delay="indefinite"/>
                      </p:stCondLst>
                      <p:childTnLst>
                        <p:par>
                          <p:cTn id="55" fill="hold">
                            <p:stCondLst>
                              <p:cond delay="0"/>
                            </p:stCondLst>
                            <p:childTnLst>
                              <p:par>
                                <p:cTn id="56" presetID="15" presetClass="entr" presetSubtype="0" fill="hold" nodeType="clickEffect">
                                  <p:stCondLst>
                                    <p:cond delay="0"/>
                                  </p:stCondLst>
                                  <p:childTnLst>
                                    <p:set>
                                      <p:cBhvr>
                                        <p:cTn id="57" dur="1" fill="hold">
                                          <p:stCondLst>
                                            <p:cond delay="0"/>
                                          </p:stCondLst>
                                        </p:cTn>
                                        <p:tgtEl>
                                          <p:spTgt spid="10"/>
                                        </p:tgtEl>
                                        <p:attrNameLst>
                                          <p:attrName>style.visibility</p:attrName>
                                        </p:attrNameLst>
                                      </p:cBhvr>
                                      <p:to>
                                        <p:strVal val="visible"/>
                                      </p:to>
                                    </p:set>
                                    <p:anim calcmode="lin" valueType="num">
                                      <p:cBhvr>
                                        <p:cTn id="58" dur="1000" fill="hold"/>
                                        <p:tgtEl>
                                          <p:spTgt spid="10"/>
                                        </p:tgtEl>
                                        <p:attrNameLst>
                                          <p:attrName>ppt_w</p:attrName>
                                        </p:attrNameLst>
                                      </p:cBhvr>
                                      <p:tavLst>
                                        <p:tav tm="0">
                                          <p:val>
                                            <p:fltVal val="0"/>
                                          </p:val>
                                        </p:tav>
                                        <p:tav tm="100000">
                                          <p:val>
                                            <p:strVal val="#ppt_w"/>
                                          </p:val>
                                        </p:tav>
                                      </p:tavLst>
                                    </p:anim>
                                    <p:anim calcmode="lin" valueType="num">
                                      <p:cBhvr>
                                        <p:cTn id="59" dur="1000" fill="hold"/>
                                        <p:tgtEl>
                                          <p:spTgt spid="10"/>
                                        </p:tgtEl>
                                        <p:attrNameLst>
                                          <p:attrName>ppt_h</p:attrName>
                                        </p:attrNameLst>
                                      </p:cBhvr>
                                      <p:tavLst>
                                        <p:tav tm="0">
                                          <p:val>
                                            <p:fltVal val="0"/>
                                          </p:val>
                                        </p:tav>
                                        <p:tav tm="100000">
                                          <p:val>
                                            <p:strVal val="#ppt_h"/>
                                          </p:val>
                                        </p:tav>
                                      </p:tavLst>
                                    </p:anim>
                                    <p:anim calcmode="lin" valueType="num">
                                      <p:cBhvr>
                                        <p:cTn id="60" dur="1000" fill="hold"/>
                                        <p:tgtEl>
                                          <p:spTgt spid="10"/>
                                        </p:tgtEl>
                                        <p:attrNameLst>
                                          <p:attrName>ppt_x</p:attrName>
                                        </p:attrNameLst>
                                      </p:cBhvr>
                                      <p:tavLst>
                                        <p:tav tm="0" fmla="#ppt_x+(cos(-2*pi*(1-$))*-#ppt_x-sin(-2*pi*(1-$))*(1-#ppt_y))*(1-$)">
                                          <p:val>
                                            <p:fltVal val="0"/>
                                          </p:val>
                                        </p:tav>
                                        <p:tav tm="100000">
                                          <p:val>
                                            <p:fltVal val="1"/>
                                          </p:val>
                                        </p:tav>
                                      </p:tavLst>
                                    </p:anim>
                                    <p:anim calcmode="lin" valueType="num">
                                      <p:cBhvr>
                                        <p:cTn id="61" dur="1000" fill="hold"/>
                                        <p:tgtEl>
                                          <p:spTgt spid="10"/>
                                        </p:tgtEl>
                                        <p:attrNameLst>
                                          <p:attrName>ppt_y</p:attrName>
                                        </p:attrNameLst>
                                      </p:cBhvr>
                                      <p:tavLst>
                                        <p:tav tm="0" fmla="#ppt_y+(sin(-2*pi*(1-$))*-#ppt_x+cos(-2*pi*(1-$))*(1-#ppt_y))*(1-$)">
                                          <p:val>
                                            <p:fltVal val="0"/>
                                          </p:val>
                                        </p:tav>
                                        <p:tav tm="100000">
                                          <p:val>
                                            <p:fltVal val="1"/>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7" grpId="0" animBg="1"/>
      <p:bldP spid="614" grpId="0" animBg="1"/>
      <p:bldP spid="615" grpId="0"/>
      <p:bldP spid="616" grpId="0" animBg="1"/>
      <p:bldP spid="617" grpId="0"/>
      <p:bldP spid="618" grpId="0" animBg="1"/>
      <p:bldP spid="619" grpId="0"/>
      <p:bldP spid="620" grpId="0" animBg="1"/>
      <p:bldP spid="621" grpId="0"/>
    </p:bldLst>
  </p:timing>
</p:sld>
</file>

<file path=ppt/slides/slide47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48" name="组合 47">
            <a:extLst>
              <a:ext uri="{FF2B5EF4-FFF2-40B4-BE49-F238E27FC236}">
                <a16:creationId xmlns:a16="http://schemas.microsoft.com/office/drawing/2014/main" id="{3D4F6601-85A8-4BBB-98BE-5CB292C9D1F7}"/>
              </a:ext>
            </a:extLst>
          </p:cNvPr>
          <p:cNvGrpSpPr/>
          <p:nvPr/>
        </p:nvGrpSpPr>
        <p:grpSpPr>
          <a:xfrm>
            <a:off x="2418213" y="2683994"/>
            <a:ext cx="7370469" cy="3768062"/>
            <a:chOff x="2418213" y="2683994"/>
            <a:chExt cx="7370469" cy="3768062"/>
          </a:xfrm>
        </p:grpSpPr>
        <p:sp>
          <p:nvSpPr>
            <p:cNvPr id="44" name="椭圆 43">
              <a:extLst>
                <a:ext uri="{FF2B5EF4-FFF2-40B4-BE49-F238E27FC236}">
                  <a16:creationId xmlns:a16="http://schemas.microsoft.com/office/drawing/2014/main" id="{B52117CC-099C-468B-B4C9-D21B12ABADCE}"/>
                </a:ext>
              </a:extLst>
            </p:cNvPr>
            <p:cNvSpPr/>
            <p:nvPr/>
          </p:nvSpPr>
          <p:spPr>
            <a:xfrm>
              <a:off x="2418213" y="2683994"/>
              <a:ext cx="7370469" cy="3768062"/>
            </a:xfrm>
            <a:prstGeom prst="ellipse">
              <a:avLst/>
            </a:prstGeom>
          </p:spPr>
          <p:style>
            <a:lnRef idx="2">
              <a:schemeClr val="accent4">
                <a:shade val="50000"/>
              </a:schemeClr>
            </a:lnRef>
            <a:fillRef idx="1">
              <a:schemeClr val="accent4"/>
            </a:fillRef>
            <a:effectRef idx="0">
              <a:schemeClr val="accent4"/>
            </a:effectRef>
            <a:fontRef idx="minor">
              <a:schemeClr val="lt1"/>
            </a:fontRef>
          </p:style>
          <p:txBody>
            <a:bodyPr rtlCol="0" anchor="ctr"/>
            <a:lstStyle/>
            <a:p>
              <a:pPr algn="ctr"/>
              <a:endParaRPr lang="zh-CN" altLang="en-US"/>
            </a:p>
          </p:txBody>
        </p:sp>
        <p:sp>
          <p:nvSpPr>
            <p:cNvPr id="47" name="íşlïḍè">
              <a:extLst>
                <a:ext uri="{FF2B5EF4-FFF2-40B4-BE49-F238E27FC236}">
                  <a16:creationId xmlns:a16="http://schemas.microsoft.com/office/drawing/2014/main" id="{8E40A7F2-BB64-4093-B301-8C08A2F070AE}"/>
                </a:ext>
              </a:extLst>
            </p:cNvPr>
            <p:cNvSpPr txBox="1"/>
            <p:nvPr/>
          </p:nvSpPr>
          <p:spPr>
            <a:xfrm>
              <a:off x="5461671" y="3232331"/>
              <a:ext cx="1275370" cy="400111"/>
            </a:xfrm>
            <a:prstGeom prst="rect">
              <a:avLst/>
            </a:prstGeom>
            <a:noFill/>
          </p:spPr>
          <p:txBody>
            <a:bodyPr wrap="square" lIns="91440" tIns="45720" rIns="91440" bIns="45720" anchor="ctr">
              <a:noAutofit/>
            </a:bodyPr>
            <a:lstStyle/>
            <a:p>
              <a:pPr algn="ctr"/>
              <a:r>
                <a:rPr lang="zh-CN" altLang="en-US" sz="2800" b="1" dirty="0">
                  <a:solidFill>
                    <a:schemeClr val="bg1"/>
                  </a:solidFill>
                  <a:latin typeface="Arial Narrow" panose="020B0606020202030204" pitchFamily="34" charset="0"/>
                </a:rPr>
                <a:t>广播域</a:t>
              </a:r>
            </a:p>
          </p:txBody>
        </p:sp>
      </p:grpSp>
      <p:grpSp>
        <p:nvGrpSpPr>
          <p:cNvPr id="4" name="组合 3">
            <a:extLst>
              <a:ext uri="{FF2B5EF4-FFF2-40B4-BE49-F238E27FC236}">
                <a16:creationId xmlns:a16="http://schemas.microsoft.com/office/drawing/2014/main" id="{9A1EA9F2-FCB6-48C3-935F-7AE7E3AD14AC}"/>
              </a:ext>
            </a:extLst>
          </p:cNvPr>
          <p:cNvGrpSpPr/>
          <p:nvPr/>
        </p:nvGrpSpPr>
        <p:grpSpPr>
          <a:xfrm>
            <a:off x="304800" y="749300"/>
            <a:ext cx="4938199" cy="400110"/>
            <a:chOff x="424117" y="898245"/>
            <a:chExt cx="4938199" cy="400110"/>
          </a:xfrm>
        </p:grpSpPr>
        <p:sp>
          <p:nvSpPr>
            <p:cNvPr id="2" name="平行四边形 1">
              <a:extLst>
                <a:ext uri="{FF2B5EF4-FFF2-40B4-BE49-F238E27FC236}">
                  <a16:creationId xmlns:a16="http://schemas.microsoft.com/office/drawing/2014/main" id="{1F5BAA3F-9845-4F89-A2DD-8222D3E4EDAC}"/>
                </a:ext>
              </a:extLst>
            </p:cNvPr>
            <p:cNvSpPr/>
            <p:nvPr/>
          </p:nvSpPr>
          <p:spPr>
            <a:xfrm>
              <a:off x="424117" y="898245"/>
              <a:ext cx="628306" cy="387090"/>
            </a:xfrm>
            <a:prstGeom prst="parallelogram">
              <a:avLst/>
            </a:prstGeom>
            <a:solidFill>
              <a:schemeClr val="accent3">
                <a:lumMod val="75000"/>
              </a:schemeClr>
            </a:solidFill>
            <a:ln>
              <a:solidFill>
                <a:schemeClr val="accent3">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CN" sz="2200" dirty="0">
                  <a:latin typeface="Impact" panose="020B0806030902050204" pitchFamily="34" charset="0"/>
                </a:rPr>
                <a:t>01</a:t>
              </a:r>
              <a:endParaRPr lang="zh-CN" altLang="en-US" sz="2200" dirty="0">
                <a:latin typeface="Impact" panose="020B0806030902050204" pitchFamily="34" charset="0"/>
              </a:endParaRPr>
            </a:p>
          </p:txBody>
        </p:sp>
        <p:sp>
          <p:nvSpPr>
            <p:cNvPr id="3" name="文本框 2">
              <a:extLst>
                <a:ext uri="{FF2B5EF4-FFF2-40B4-BE49-F238E27FC236}">
                  <a16:creationId xmlns:a16="http://schemas.microsoft.com/office/drawing/2014/main" id="{4D6BD736-A4D3-4F26-AFED-36E11F50F70B}"/>
                </a:ext>
              </a:extLst>
            </p:cNvPr>
            <p:cNvSpPr txBox="1"/>
            <p:nvPr/>
          </p:nvSpPr>
          <p:spPr>
            <a:xfrm>
              <a:off x="1052423" y="898245"/>
              <a:ext cx="4309893" cy="400110"/>
            </a:xfrm>
            <a:prstGeom prst="rect">
              <a:avLst/>
            </a:prstGeom>
            <a:noFill/>
          </p:spPr>
          <p:txBody>
            <a:bodyPr wrap="square" rtlCol="0">
              <a:spAutoFit/>
            </a:bodyPr>
            <a:lstStyle/>
            <a:p>
              <a:r>
                <a:rPr lang="zh-CN" altLang="en-US" sz="2000" b="1" dirty="0">
                  <a:solidFill>
                    <a:schemeClr val="tx1"/>
                  </a:solidFill>
                  <a:latin typeface="Arial Narrow" panose="020B0606020202030204" pitchFamily="34" charset="0"/>
                </a:rPr>
                <a:t>虚拟局域网</a:t>
              </a:r>
              <a:r>
                <a:rPr lang="en-US" altLang="zh-CN" sz="2000" b="1" dirty="0">
                  <a:solidFill>
                    <a:schemeClr val="tx1"/>
                  </a:solidFill>
                  <a:latin typeface="Arial Narrow" panose="020B0606020202030204" pitchFamily="34" charset="0"/>
                </a:rPr>
                <a:t>VLAN</a:t>
              </a:r>
              <a:r>
                <a:rPr lang="zh-CN" altLang="en-US" sz="2000" b="1" dirty="0">
                  <a:solidFill>
                    <a:schemeClr val="tx1"/>
                  </a:solidFill>
                  <a:latin typeface="Arial Narrow" panose="020B0606020202030204" pitchFamily="34" charset="0"/>
                </a:rPr>
                <a:t>的诞生背景</a:t>
              </a:r>
              <a:endParaRPr lang="en-US" altLang="zh-CN" sz="2000" b="1" dirty="0">
                <a:solidFill>
                  <a:schemeClr val="tx1"/>
                </a:solidFill>
                <a:latin typeface="Arial Narrow" panose="020B0606020202030204" pitchFamily="34" charset="0"/>
              </a:endParaRPr>
            </a:p>
          </p:txBody>
        </p:sp>
      </p:grpSp>
      <p:sp>
        <p:nvSpPr>
          <p:cNvPr id="614" name="矩形 613">
            <a:extLst>
              <a:ext uri="{FF2B5EF4-FFF2-40B4-BE49-F238E27FC236}">
                <a16:creationId xmlns:a16="http://schemas.microsoft.com/office/drawing/2014/main" id="{C9B0AD5F-88BD-4786-AFD1-B8A5BEBFB43C}"/>
              </a:ext>
            </a:extLst>
          </p:cNvPr>
          <p:cNvSpPr/>
          <p:nvPr/>
        </p:nvSpPr>
        <p:spPr>
          <a:xfrm>
            <a:off x="1056633" y="1335374"/>
            <a:ext cx="256976" cy="256976"/>
          </a:xfrm>
          <a:prstGeom prst="rect">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615" name="íşlïḍè">
            <a:extLst>
              <a:ext uri="{FF2B5EF4-FFF2-40B4-BE49-F238E27FC236}">
                <a16:creationId xmlns:a16="http://schemas.microsoft.com/office/drawing/2014/main" id="{1889D603-F77E-458C-939E-708383BC2837}"/>
              </a:ext>
            </a:extLst>
          </p:cNvPr>
          <p:cNvSpPr txBox="1"/>
          <p:nvPr/>
        </p:nvSpPr>
        <p:spPr>
          <a:xfrm>
            <a:off x="1373862" y="1281052"/>
            <a:ext cx="4369660" cy="400110"/>
          </a:xfrm>
          <a:prstGeom prst="rect">
            <a:avLst/>
          </a:prstGeom>
          <a:noFill/>
        </p:spPr>
        <p:txBody>
          <a:bodyPr wrap="square" lIns="91440" tIns="45720" rIns="91440" bIns="45720" anchor="ctr">
            <a:noAutofit/>
          </a:bodyPr>
          <a:lstStyle/>
          <a:p>
            <a:r>
              <a:rPr lang="zh-CN" altLang="en-US" b="1" dirty="0">
                <a:solidFill>
                  <a:schemeClr val="accent1">
                    <a:lumMod val="75000"/>
                  </a:schemeClr>
                </a:solidFill>
                <a:latin typeface="Arial Narrow" panose="020B0606020202030204" pitchFamily="34" charset="0"/>
              </a:rPr>
              <a:t>分割广播域</a:t>
            </a:r>
            <a:r>
              <a:rPr lang="zh-CN" altLang="en-US" b="1" dirty="0">
                <a:latin typeface="Arial Narrow" panose="020B0606020202030204" pitchFamily="34" charset="0"/>
              </a:rPr>
              <a:t>的方法：</a:t>
            </a:r>
          </a:p>
        </p:txBody>
      </p:sp>
      <p:sp>
        <p:nvSpPr>
          <p:cNvPr id="616" name="矩形 615">
            <a:extLst>
              <a:ext uri="{FF2B5EF4-FFF2-40B4-BE49-F238E27FC236}">
                <a16:creationId xmlns:a16="http://schemas.microsoft.com/office/drawing/2014/main" id="{CA2E5221-659D-4BA0-9C6F-6EDFA103E690}"/>
              </a:ext>
            </a:extLst>
          </p:cNvPr>
          <p:cNvSpPr/>
          <p:nvPr/>
        </p:nvSpPr>
        <p:spPr>
          <a:xfrm>
            <a:off x="1535119" y="1800938"/>
            <a:ext cx="256976" cy="256976"/>
          </a:xfrm>
          <a:prstGeom prst="rect">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617" name="íşlïḍè">
            <a:extLst>
              <a:ext uri="{FF2B5EF4-FFF2-40B4-BE49-F238E27FC236}">
                <a16:creationId xmlns:a16="http://schemas.microsoft.com/office/drawing/2014/main" id="{52BB046E-0875-4A1F-B7B4-83911E4E4251}"/>
              </a:ext>
            </a:extLst>
          </p:cNvPr>
          <p:cNvSpPr txBox="1"/>
          <p:nvPr/>
        </p:nvSpPr>
        <p:spPr>
          <a:xfrm>
            <a:off x="1852348" y="1746616"/>
            <a:ext cx="3318288" cy="400110"/>
          </a:xfrm>
          <a:prstGeom prst="rect">
            <a:avLst/>
          </a:prstGeom>
          <a:noFill/>
        </p:spPr>
        <p:txBody>
          <a:bodyPr wrap="square" lIns="91440" tIns="45720" rIns="91440" bIns="45720" anchor="ctr">
            <a:noAutofit/>
          </a:bodyPr>
          <a:lstStyle/>
          <a:p>
            <a:r>
              <a:rPr lang="zh-CN" altLang="en-US" b="1" dirty="0">
                <a:latin typeface="Arial Narrow" panose="020B0606020202030204" pitchFamily="34" charset="0"/>
              </a:rPr>
              <a:t>使用路由器可以隔离广播域</a:t>
            </a:r>
          </a:p>
        </p:txBody>
      </p:sp>
      <p:grpSp>
        <p:nvGrpSpPr>
          <p:cNvPr id="34" name="组合 33">
            <a:extLst>
              <a:ext uri="{FF2B5EF4-FFF2-40B4-BE49-F238E27FC236}">
                <a16:creationId xmlns:a16="http://schemas.microsoft.com/office/drawing/2014/main" id="{DA6479D0-C4E2-4AA4-B836-46A3FDEB5906}"/>
              </a:ext>
            </a:extLst>
          </p:cNvPr>
          <p:cNvGrpSpPr/>
          <p:nvPr/>
        </p:nvGrpSpPr>
        <p:grpSpPr>
          <a:xfrm>
            <a:off x="2637349" y="3134613"/>
            <a:ext cx="6932506" cy="2868342"/>
            <a:chOff x="2637349" y="3134613"/>
            <a:chExt cx="6932506" cy="2868342"/>
          </a:xfrm>
        </p:grpSpPr>
        <p:grpSp>
          <p:nvGrpSpPr>
            <p:cNvPr id="32" name="组合 31">
              <a:extLst>
                <a:ext uri="{FF2B5EF4-FFF2-40B4-BE49-F238E27FC236}">
                  <a16:creationId xmlns:a16="http://schemas.microsoft.com/office/drawing/2014/main" id="{949A25B6-8B2F-4863-B9CC-AA5F67D73876}"/>
                </a:ext>
              </a:extLst>
            </p:cNvPr>
            <p:cNvGrpSpPr/>
            <p:nvPr/>
          </p:nvGrpSpPr>
          <p:grpSpPr>
            <a:xfrm>
              <a:off x="2637349" y="3134613"/>
              <a:ext cx="6932506" cy="2868342"/>
              <a:chOff x="2920220" y="2956997"/>
              <a:chExt cx="6932506" cy="2868342"/>
            </a:xfrm>
          </p:grpSpPr>
          <p:grpSp>
            <p:nvGrpSpPr>
              <p:cNvPr id="29" name="组合 28">
                <a:extLst>
                  <a:ext uri="{FF2B5EF4-FFF2-40B4-BE49-F238E27FC236}">
                    <a16:creationId xmlns:a16="http://schemas.microsoft.com/office/drawing/2014/main" id="{D8B54956-83E9-479C-B2F1-5D127F003826}"/>
                  </a:ext>
                </a:extLst>
              </p:cNvPr>
              <p:cNvGrpSpPr/>
              <p:nvPr/>
            </p:nvGrpSpPr>
            <p:grpSpPr>
              <a:xfrm>
                <a:off x="2920220" y="2956997"/>
                <a:ext cx="5507099" cy="2868342"/>
                <a:chOff x="7452751" y="2087660"/>
                <a:chExt cx="5507099" cy="2868342"/>
              </a:xfrm>
            </p:grpSpPr>
            <p:cxnSp>
              <p:nvCxnSpPr>
                <p:cNvPr id="28" name="直接连接符 27">
                  <a:extLst>
                    <a:ext uri="{FF2B5EF4-FFF2-40B4-BE49-F238E27FC236}">
                      <a16:creationId xmlns:a16="http://schemas.microsoft.com/office/drawing/2014/main" id="{BDC71B78-7A2C-4255-9F30-796A29CC309D}"/>
                    </a:ext>
                  </a:extLst>
                </p:cNvPr>
                <p:cNvCxnSpPr/>
                <p:nvPr/>
              </p:nvCxnSpPr>
              <p:spPr>
                <a:xfrm>
                  <a:off x="8999956" y="2769514"/>
                  <a:ext cx="0" cy="1934054"/>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cxnSp>
              <p:nvCxnSpPr>
                <p:cNvPr id="11" name="直接连接符 10">
                  <a:extLst>
                    <a:ext uri="{FF2B5EF4-FFF2-40B4-BE49-F238E27FC236}">
                      <a16:creationId xmlns:a16="http://schemas.microsoft.com/office/drawing/2014/main" id="{7E7490CD-0FBF-448B-BE5C-1BC161066D44}"/>
                    </a:ext>
                  </a:extLst>
                </p:cNvPr>
                <p:cNvCxnSpPr>
                  <a:cxnSpLocks/>
                </p:cNvCxnSpPr>
                <p:nvPr/>
              </p:nvCxnSpPr>
              <p:spPr>
                <a:xfrm flipH="1">
                  <a:off x="7955196" y="3571909"/>
                  <a:ext cx="5004654"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pic>
              <p:nvPicPr>
                <p:cNvPr id="25" name="图形 10">
                  <a:extLst>
                    <a:ext uri="{FF2B5EF4-FFF2-40B4-BE49-F238E27FC236}">
                      <a16:creationId xmlns:a16="http://schemas.microsoft.com/office/drawing/2014/main" id="{8D802EA4-AA2C-4B22-8C8F-D853A4F03E7B}"/>
                    </a:ext>
                  </a:extLst>
                </p:cNvPr>
                <p:cNvPicPr>
                  <a:picLocks noChangeAspect="1"/>
                </p:cNvPicPr>
                <p:nvPr/>
              </p:nvPicPr>
              <p:blipFill>
                <a:blip r:embed="rId3">
                  <a:extLst>
                    <a:ext uri="{28A0092B-C50C-407E-A947-70E740481C1C}">
                      <a14:useLocalDpi xmlns:a14="http://schemas.microsoft.com/office/drawing/2010/main" val="0"/>
                    </a:ext>
                    <a:ext uri="{96DAC541-7B7A-43D3-8B79-37D633B846F1}">
                      <asvg:svgBlip xmlns:asvg="http://schemas.microsoft.com/office/drawing/2016/SVG/main" r:embed="rId4"/>
                    </a:ext>
                  </a:extLst>
                </a:blip>
                <a:stretch>
                  <a:fillRect/>
                </a:stretch>
              </p:blipFill>
              <p:spPr>
                <a:xfrm>
                  <a:off x="7452751" y="3273559"/>
                  <a:ext cx="662814" cy="641082"/>
                </a:xfrm>
                <a:prstGeom prst="rect">
                  <a:avLst/>
                </a:prstGeom>
              </p:spPr>
            </p:pic>
            <p:pic>
              <p:nvPicPr>
                <p:cNvPr id="17" name="图片 16" descr="图标&#10;&#10;描述已自动生成">
                  <a:extLst>
                    <a:ext uri="{FF2B5EF4-FFF2-40B4-BE49-F238E27FC236}">
                      <a16:creationId xmlns:a16="http://schemas.microsoft.com/office/drawing/2014/main" id="{9B6D2EFB-2EB3-4E76-AFD3-BCA2C164179F}"/>
                    </a:ext>
                  </a:extLst>
                </p:cNvPr>
                <p:cNvPicPr>
                  <a:picLocks noChangeAspect="1"/>
                </p:cNvPicPr>
                <p:nvPr/>
              </p:nvPicPr>
              <p:blipFill>
                <a:blip r:embed="rId5">
                  <a:extLst>
                    <a:ext uri="{28A0092B-C50C-407E-A947-70E740481C1C}">
                      <a14:useLocalDpi xmlns:a14="http://schemas.microsoft.com/office/drawing/2010/main" val="0"/>
                    </a:ext>
                  </a:extLst>
                </a:blip>
                <a:stretch>
                  <a:fillRect/>
                </a:stretch>
              </p:blipFill>
              <p:spPr>
                <a:xfrm>
                  <a:off x="8763638" y="3201290"/>
                  <a:ext cx="497392" cy="641082"/>
                </a:xfrm>
                <a:prstGeom prst="rect">
                  <a:avLst/>
                </a:prstGeom>
              </p:spPr>
            </p:pic>
            <p:sp>
              <p:nvSpPr>
                <p:cNvPr id="18" name="文本框 17">
                  <a:extLst>
                    <a:ext uri="{FF2B5EF4-FFF2-40B4-BE49-F238E27FC236}">
                      <a16:creationId xmlns:a16="http://schemas.microsoft.com/office/drawing/2014/main" id="{10B61881-F9AC-4984-8148-B009A26AAC0B}"/>
                    </a:ext>
                  </a:extLst>
                </p:cNvPr>
                <p:cNvSpPr txBox="1"/>
                <p:nvPr/>
              </p:nvSpPr>
              <p:spPr>
                <a:xfrm>
                  <a:off x="8103030" y="3709314"/>
                  <a:ext cx="927633" cy="369332"/>
                </a:xfrm>
                <a:prstGeom prst="rect">
                  <a:avLst/>
                </a:prstGeom>
                <a:noFill/>
              </p:spPr>
              <p:txBody>
                <a:bodyPr wrap="square" rtlCol="0">
                  <a:spAutoFit/>
                </a:bodyPr>
                <a:lstStyle/>
                <a:p>
                  <a:pPr algn="ctr"/>
                  <a:r>
                    <a:rPr lang="zh-CN" altLang="en-US" b="1" dirty="0">
                      <a:latin typeface="+mn-ea"/>
                    </a:rPr>
                    <a:t>交换机</a:t>
                  </a:r>
                </a:p>
              </p:txBody>
            </p:sp>
            <p:pic>
              <p:nvPicPr>
                <p:cNvPr id="27" name="图形 10">
                  <a:extLst>
                    <a:ext uri="{FF2B5EF4-FFF2-40B4-BE49-F238E27FC236}">
                      <a16:creationId xmlns:a16="http://schemas.microsoft.com/office/drawing/2014/main" id="{3A55FD8D-7C6B-49C6-B255-1560A99E828F}"/>
                    </a:ext>
                  </a:extLst>
                </p:cNvPr>
                <p:cNvPicPr>
                  <a:picLocks noChangeAspect="1"/>
                </p:cNvPicPr>
                <p:nvPr/>
              </p:nvPicPr>
              <p:blipFill>
                <a:blip r:embed="rId3">
                  <a:extLst>
                    <a:ext uri="{28A0092B-C50C-407E-A947-70E740481C1C}">
                      <a14:useLocalDpi xmlns:a14="http://schemas.microsoft.com/office/drawing/2010/main" val="0"/>
                    </a:ext>
                    <a:ext uri="{96DAC541-7B7A-43D3-8B79-37D633B846F1}">
                      <asvg:svgBlip xmlns:asvg="http://schemas.microsoft.com/office/drawing/2016/SVG/main" r:embed="rId4"/>
                    </a:ext>
                  </a:extLst>
                </a:blip>
                <a:stretch>
                  <a:fillRect/>
                </a:stretch>
              </p:blipFill>
              <p:spPr>
                <a:xfrm>
                  <a:off x="8566847" y="4314920"/>
                  <a:ext cx="662814" cy="641082"/>
                </a:xfrm>
                <a:prstGeom prst="rect">
                  <a:avLst/>
                </a:prstGeom>
              </p:spPr>
            </p:pic>
            <p:pic>
              <p:nvPicPr>
                <p:cNvPr id="31" name="图形 10">
                  <a:extLst>
                    <a:ext uri="{FF2B5EF4-FFF2-40B4-BE49-F238E27FC236}">
                      <a16:creationId xmlns:a16="http://schemas.microsoft.com/office/drawing/2014/main" id="{8AC662FA-6550-40FC-85E6-C8403E433691}"/>
                    </a:ext>
                  </a:extLst>
                </p:cNvPr>
                <p:cNvPicPr>
                  <a:picLocks noChangeAspect="1"/>
                </p:cNvPicPr>
                <p:nvPr/>
              </p:nvPicPr>
              <p:blipFill>
                <a:blip r:embed="rId3">
                  <a:extLst>
                    <a:ext uri="{28A0092B-C50C-407E-A947-70E740481C1C}">
                      <a14:useLocalDpi xmlns:a14="http://schemas.microsoft.com/office/drawing/2010/main" val="0"/>
                    </a:ext>
                    <a:ext uri="{96DAC541-7B7A-43D3-8B79-37D633B846F1}">
                      <asvg:svgBlip xmlns:asvg="http://schemas.microsoft.com/office/drawing/2016/SVG/main" r:embed="rId4"/>
                    </a:ext>
                  </a:extLst>
                </a:blip>
                <a:stretch>
                  <a:fillRect/>
                </a:stretch>
              </p:blipFill>
              <p:spPr>
                <a:xfrm>
                  <a:off x="8680927" y="2087660"/>
                  <a:ext cx="662814" cy="641082"/>
                </a:xfrm>
                <a:prstGeom prst="rect">
                  <a:avLst/>
                </a:prstGeom>
              </p:spPr>
            </p:pic>
          </p:grpSp>
          <p:grpSp>
            <p:nvGrpSpPr>
              <p:cNvPr id="35" name="组合 34">
                <a:extLst>
                  <a:ext uri="{FF2B5EF4-FFF2-40B4-BE49-F238E27FC236}">
                    <a16:creationId xmlns:a16="http://schemas.microsoft.com/office/drawing/2014/main" id="{FC5B017B-5DAC-41BD-922B-3134F9999F54}"/>
                  </a:ext>
                </a:extLst>
              </p:cNvPr>
              <p:cNvGrpSpPr/>
              <p:nvPr/>
            </p:nvGrpSpPr>
            <p:grpSpPr>
              <a:xfrm>
                <a:off x="7981832" y="2956997"/>
                <a:ext cx="1870894" cy="2868342"/>
                <a:chOff x="8566847" y="2087660"/>
                <a:chExt cx="1870894" cy="2868342"/>
              </a:xfrm>
            </p:grpSpPr>
            <p:cxnSp>
              <p:nvCxnSpPr>
                <p:cNvPr id="36" name="直接连接符 35">
                  <a:extLst>
                    <a:ext uri="{FF2B5EF4-FFF2-40B4-BE49-F238E27FC236}">
                      <a16:creationId xmlns:a16="http://schemas.microsoft.com/office/drawing/2014/main" id="{DE942823-6A53-4D04-A081-44C7CCEDD393}"/>
                    </a:ext>
                  </a:extLst>
                </p:cNvPr>
                <p:cNvCxnSpPr/>
                <p:nvPr/>
              </p:nvCxnSpPr>
              <p:spPr>
                <a:xfrm>
                  <a:off x="8999956" y="2769514"/>
                  <a:ext cx="0" cy="1934054"/>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cxnSp>
              <p:nvCxnSpPr>
                <p:cNvPr id="37" name="直接连接符 36">
                  <a:extLst>
                    <a:ext uri="{FF2B5EF4-FFF2-40B4-BE49-F238E27FC236}">
                      <a16:creationId xmlns:a16="http://schemas.microsoft.com/office/drawing/2014/main" id="{E3E211B7-3C89-461B-986E-BEF8542D35D8}"/>
                    </a:ext>
                  </a:extLst>
                </p:cNvPr>
                <p:cNvCxnSpPr>
                  <a:cxnSpLocks/>
                </p:cNvCxnSpPr>
                <p:nvPr/>
              </p:nvCxnSpPr>
              <p:spPr>
                <a:xfrm flipH="1">
                  <a:off x="8955117" y="3571909"/>
                  <a:ext cx="1057138"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pic>
              <p:nvPicPr>
                <p:cNvPr id="38" name="图形 10">
                  <a:extLst>
                    <a:ext uri="{FF2B5EF4-FFF2-40B4-BE49-F238E27FC236}">
                      <a16:creationId xmlns:a16="http://schemas.microsoft.com/office/drawing/2014/main" id="{BD95B71E-5F89-42D4-9231-78E2E0D36FBD}"/>
                    </a:ext>
                  </a:extLst>
                </p:cNvPr>
                <p:cNvPicPr>
                  <a:picLocks noChangeAspect="1"/>
                </p:cNvPicPr>
                <p:nvPr/>
              </p:nvPicPr>
              <p:blipFill>
                <a:blip r:embed="rId3">
                  <a:extLst>
                    <a:ext uri="{28A0092B-C50C-407E-A947-70E740481C1C}">
                      <a14:useLocalDpi xmlns:a14="http://schemas.microsoft.com/office/drawing/2010/main" val="0"/>
                    </a:ext>
                    <a:ext uri="{96DAC541-7B7A-43D3-8B79-37D633B846F1}">
                      <asvg:svgBlip xmlns:asvg="http://schemas.microsoft.com/office/drawing/2016/SVG/main" r:embed="rId4"/>
                    </a:ext>
                  </a:extLst>
                </a:blip>
                <a:stretch>
                  <a:fillRect/>
                </a:stretch>
              </p:blipFill>
              <p:spPr>
                <a:xfrm>
                  <a:off x="9774927" y="3273559"/>
                  <a:ext cx="662814" cy="641082"/>
                </a:xfrm>
                <a:prstGeom prst="rect">
                  <a:avLst/>
                </a:prstGeom>
              </p:spPr>
            </p:pic>
            <p:pic>
              <p:nvPicPr>
                <p:cNvPr id="39" name="图片 38" descr="图标&#10;&#10;描述已自动生成">
                  <a:extLst>
                    <a:ext uri="{FF2B5EF4-FFF2-40B4-BE49-F238E27FC236}">
                      <a16:creationId xmlns:a16="http://schemas.microsoft.com/office/drawing/2014/main" id="{6F2936E2-31E8-43C3-97E4-928109FB0088}"/>
                    </a:ext>
                  </a:extLst>
                </p:cNvPr>
                <p:cNvPicPr>
                  <a:picLocks noChangeAspect="1"/>
                </p:cNvPicPr>
                <p:nvPr/>
              </p:nvPicPr>
              <p:blipFill>
                <a:blip r:embed="rId5">
                  <a:extLst>
                    <a:ext uri="{28A0092B-C50C-407E-A947-70E740481C1C}">
                      <a14:useLocalDpi xmlns:a14="http://schemas.microsoft.com/office/drawing/2010/main" val="0"/>
                    </a:ext>
                  </a:extLst>
                </a:blip>
                <a:stretch>
                  <a:fillRect/>
                </a:stretch>
              </p:blipFill>
              <p:spPr>
                <a:xfrm>
                  <a:off x="8763638" y="3201290"/>
                  <a:ext cx="497392" cy="641082"/>
                </a:xfrm>
                <a:prstGeom prst="rect">
                  <a:avLst/>
                </a:prstGeom>
              </p:spPr>
            </p:pic>
            <p:sp>
              <p:nvSpPr>
                <p:cNvPr id="40" name="文本框 39">
                  <a:extLst>
                    <a:ext uri="{FF2B5EF4-FFF2-40B4-BE49-F238E27FC236}">
                      <a16:creationId xmlns:a16="http://schemas.microsoft.com/office/drawing/2014/main" id="{AFC411A9-8638-48BD-8CFD-369B6C3FCBEA}"/>
                    </a:ext>
                  </a:extLst>
                </p:cNvPr>
                <p:cNvSpPr txBox="1"/>
                <p:nvPr/>
              </p:nvSpPr>
              <p:spPr>
                <a:xfrm>
                  <a:off x="9017428" y="3709314"/>
                  <a:ext cx="927633" cy="369332"/>
                </a:xfrm>
                <a:prstGeom prst="rect">
                  <a:avLst/>
                </a:prstGeom>
                <a:noFill/>
              </p:spPr>
              <p:txBody>
                <a:bodyPr wrap="square" rtlCol="0">
                  <a:spAutoFit/>
                </a:bodyPr>
                <a:lstStyle/>
                <a:p>
                  <a:pPr algn="ctr"/>
                  <a:r>
                    <a:rPr lang="zh-CN" altLang="en-US" b="1" dirty="0">
                      <a:latin typeface="+mn-ea"/>
                    </a:rPr>
                    <a:t>交换机</a:t>
                  </a:r>
                </a:p>
              </p:txBody>
            </p:sp>
            <p:pic>
              <p:nvPicPr>
                <p:cNvPr id="41" name="图形 10">
                  <a:extLst>
                    <a:ext uri="{FF2B5EF4-FFF2-40B4-BE49-F238E27FC236}">
                      <a16:creationId xmlns:a16="http://schemas.microsoft.com/office/drawing/2014/main" id="{8D8F60E7-E486-4D9C-8501-4AAC3BD018DD}"/>
                    </a:ext>
                  </a:extLst>
                </p:cNvPr>
                <p:cNvPicPr>
                  <a:picLocks noChangeAspect="1"/>
                </p:cNvPicPr>
                <p:nvPr/>
              </p:nvPicPr>
              <p:blipFill>
                <a:blip r:embed="rId3">
                  <a:extLst>
                    <a:ext uri="{28A0092B-C50C-407E-A947-70E740481C1C}">
                      <a14:useLocalDpi xmlns:a14="http://schemas.microsoft.com/office/drawing/2010/main" val="0"/>
                    </a:ext>
                    <a:ext uri="{96DAC541-7B7A-43D3-8B79-37D633B846F1}">
                      <asvg:svgBlip xmlns:asvg="http://schemas.microsoft.com/office/drawing/2016/SVG/main" r:embed="rId4"/>
                    </a:ext>
                  </a:extLst>
                </a:blip>
                <a:stretch>
                  <a:fillRect/>
                </a:stretch>
              </p:blipFill>
              <p:spPr>
                <a:xfrm>
                  <a:off x="8566847" y="4314920"/>
                  <a:ext cx="662814" cy="641082"/>
                </a:xfrm>
                <a:prstGeom prst="rect">
                  <a:avLst/>
                </a:prstGeom>
              </p:spPr>
            </p:pic>
            <p:pic>
              <p:nvPicPr>
                <p:cNvPr id="42" name="图形 10">
                  <a:extLst>
                    <a:ext uri="{FF2B5EF4-FFF2-40B4-BE49-F238E27FC236}">
                      <a16:creationId xmlns:a16="http://schemas.microsoft.com/office/drawing/2014/main" id="{3262066E-49B9-4927-A0D6-A16A5EDBD986}"/>
                    </a:ext>
                  </a:extLst>
                </p:cNvPr>
                <p:cNvPicPr>
                  <a:picLocks noChangeAspect="1"/>
                </p:cNvPicPr>
                <p:nvPr/>
              </p:nvPicPr>
              <p:blipFill>
                <a:blip r:embed="rId3">
                  <a:extLst>
                    <a:ext uri="{28A0092B-C50C-407E-A947-70E740481C1C}">
                      <a14:useLocalDpi xmlns:a14="http://schemas.microsoft.com/office/drawing/2010/main" val="0"/>
                    </a:ext>
                    <a:ext uri="{96DAC541-7B7A-43D3-8B79-37D633B846F1}">
                      <asvg:svgBlip xmlns:asvg="http://schemas.microsoft.com/office/drawing/2016/SVG/main" r:embed="rId4"/>
                    </a:ext>
                  </a:extLst>
                </a:blip>
                <a:stretch>
                  <a:fillRect/>
                </a:stretch>
              </p:blipFill>
              <p:spPr>
                <a:xfrm>
                  <a:off x="8680927" y="2087660"/>
                  <a:ext cx="662814" cy="641082"/>
                </a:xfrm>
                <a:prstGeom prst="rect">
                  <a:avLst/>
                </a:prstGeom>
              </p:spPr>
            </p:pic>
          </p:grpSp>
        </p:grpSp>
        <p:sp>
          <p:nvSpPr>
            <p:cNvPr id="33" name="文本框 32">
              <a:extLst>
                <a:ext uri="{FF2B5EF4-FFF2-40B4-BE49-F238E27FC236}">
                  <a16:creationId xmlns:a16="http://schemas.microsoft.com/office/drawing/2014/main" id="{B86ED4CE-755B-41D7-A2CB-852833017A97}"/>
                </a:ext>
              </a:extLst>
            </p:cNvPr>
            <p:cNvSpPr txBox="1"/>
            <p:nvPr/>
          </p:nvSpPr>
          <p:spPr>
            <a:xfrm rot="19135047">
              <a:off x="3234316" y="3752911"/>
              <a:ext cx="631208" cy="523220"/>
            </a:xfrm>
            <a:prstGeom prst="rect">
              <a:avLst/>
            </a:prstGeom>
            <a:noFill/>
          </p:spPr>
          <p:txBody>
            <a:bodyPr wrap="square" rtlCol="0">
              <a:spAutoFit/>
            </a:bodyPr>
            <a:lstStyle/>
            <a:p>
              <a:pPr algn="ctr"/>
              <a:r>
                <a:rPr lang="en-US" altLang="zh-CN" sz="2800" dirty="0">
                  <a:latin typeface="宋体" panose="02010600030101010101" pitchFamily="2" charset="-122"/>
                  <a:ea typeface="宋体" panose="02010600030101010101" pitchFamily="2" charset="-122"/>
                </a:rPr>
                <a:t>…</a:t>
              </a:r>
              <a:endParaRPr lang="zh-CN" altLang="en-US" sz="2800" dirty="0">
                <a:latin typeface="宋体" panose="02010600030101010101" pitchFamily="2" charset="-122"/>
                <a:ea typeface="宋体" panose="02010600030101010101" pitchFamily="2" charset="-122"/>
              </a:endParaRPr>
            </a:p>
          </p:txBody>
        </p:sp>
        <p:sp>
          <p:nvSpPr>
            <p:cNvPr id="49" name="文本框 48">
              <a:extLst>
                <a:ext uri="{FF2B5EF4-FFF2-40B4-BE49-F238E27FC236}">
                  <a16:creationId xmlns:a16="http://schemas.microsoft.com/office/drawing/2014/main" id="{CFD90FFB-058E-4989-9BCC-B97378B4C781}"/>
                </a:ext>
              </a:extLst>
            </p:cNvPr>
            <p:cNvSpPr txBox="1"/>
            <p:nvPr/>
          </p:nvSpPr>
          <p:spPr>
            <a:xfrm rot="19135047">
              <a:off x="8389290" y="5115627"/>
              <a:ext cx="631208" cy="523220"/>
            </a:xfrm>
            <a:prstGeom prst="rect">
              <a:avLst/>
            </a:prstGeom>
            <a:noFill/>
          </p:spPr>
          <p:txBody>
            <a:bodyPr wrap="square" rtlCol="0">
              <a:spAutoFit/>
            </a:bodyPr>
            <a:lstStyle/>
            <a:p>
              <a:pPr algn="ctr"/>
              <a:r>
                <a:rPr lang="en-US" altLang="zh-CN" sz="2800" dirty="0">
                  <a:latin typeface="宋体" panose="02010600030101010101" pitchFamily="2" charset="-122"/>
                  <a:ea typeface="宋体" panose="02010600030101010101" pitchFamily="2" charset="-122"/>
                </a:rPr>
                <a:t>…</a:t>
              </a:r>
              <a:endParaRPr lang="zh-CN" altLang="en-US" sz="2800" dirty="0">
                <a:latin typeface="宋体" panose="02010600030101010101" pitchFamily="2" charset="-122"/>
                <a:ea typeface="宋体" panose="02010600030101010101" pitchFamily="2" charset="-122"/>
              </a:endParaRPr>
            </a:p>
          </p:txBody>
        </p:sp>
      </p:grpSp>
    </p:spTree>
    <p:custDataLst>
      <p:tags r:id="rId1"/>
    </p:custDataLst>
    <p:extLst>
      <p:ext uri="{BB962C8B-B14F-4D97-AF65-F5344CB8AC3E}">
        <p14:creationId xmlns:p14="http://schemas.microsoft.com/office/powerpoint/2010/main" val="2564665666"/>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49" presetClass="entr" presetSubtype="0" decel="100000" fill="hold" grpId="0" nodeType="withEffect">
                                  <p:stCondLst>
                                    <p:cond delay="0"/>
                                  </p:stCondLst>
                                  <p:childTnLst>
                                    <p:set>
                                      <p:cBhvr>
                                        <p:cTn id="6" dur="1" fill="hold">
                                          <p:stCondLst>
                                            <p:cond delay="0"/>
                                          </p:stCondLst>
                                        </p:cTn>
                                        <p:tgtEl>
                                          <p:spTgt spid="614"/>
                                        </p:tgtEl>
                                        <p:attrNameLst>
                                          <p:attrName>style.visibility</p:attrName>
                                        </p:attrNameLst>
                                      </p:cBhvr>
                                      <p:to>
                                        <p:strVal val="visible"/>
                                      </p:to>
                                    </p:set>
                                    <p:anim calcmode="lin" valueType="num">
                                      <p:cBhvr>
                                        <p:cTn id="7" dur="500" fill="hold"/>
                                        <p:tgtEl>
                                          <p:spTgt spid="614"/>
                                        </p:tgtEl>
                                        <p:attrNameLst>
                                          <p:attrName>ppt_w</p:attrName>
                                        </p:attrNameLst>
                                      </p:cBhvr>
                                      <p:tavLst>
                                        <p:tav tm="0">
                                          <p:val>
                                            <p:fltVal val="0"/>
                                          </p:val>
                                        </p:tav>
                                        <p:tav tm="100000">
                                          <p:val>
                                            <p:strVal val="#ppt_w"/>
                                          </p:val>
                                        </p:tav>
                                      </p:tavLst>
                                    </p:anim>
                                    <p:anim calcmode="lin" valueType="num">
                                      <p:cBhvr>
                                        <p:cTn id="8" dur="500" fill="hold"/>
                                        <p:tgtEl>
                                          <p:spTgt spid="614"/>
                                        </p:tgtEl>
                                        <p:attrNameLst>
                                          <p:attrName>ppt_h</p:attrName>
                                        </p:attrNameLst>
                                      </p:cBhvr>
                                      <p:tavLst>
                                        <p:tav tm="0">
                                          <p:val>
                                            <p:fltVal val="0"/>
                                          </p:val>
                                        </p:tav>
                                        <p:tav tm="100000">
                                          <p:val>
                                            <p:strVal val="#ppt_h"/>
                                          </p:val>
                                        </p:tav>
                                      </p:tavLst>
                                    </p:anim>
                                    <p:anim calcmode="lin" valueType="num">
                                      <p:cBhvr>
                                        <p:cTn id="9" dur="500" fill="hold"/>
                                        <p:tgtEl>
                                          <p:spTgt spid="614"/>
                                        </p:tgtEl>
                                        <p:attrNameLst>
                                          <p:attrName>style.rotation</p:attrName>
                                        </p:attrNameLst>
                                      </p:cBhvr>
                                      <p:tavLst>
                                        <p:tav tm="0">
                                          <p:val>
                                            <p:fltVal val="360"/>
                                          </p:val>
                                        </p:tav>
                                        <p:tav tm="100000">
                                          <p:val>
                                            <p:fltVal val="0"/>
                                          </p:val>
                                        </p:tav>
                                      </p:tavLst>
                                    </p:anim>
                                    <p:animEffect transition="in" filter="fade">
                                      <p:cBhvr>
                                        <p:cTn id="10" dur="500"/>
                                        <p:tgtEl>
                                          <p:spTgt spid="614"/>
                                        </p:tgtEl>
                                      </p:cBhvr>
                                    </p:animEffect>
                                  </p:childTnLst>
                                </p:cTn>
                              </p:par>
                            </p:childTnLst>
                          </p:cTn>
                        </p:par>
                        <p:par>
                          <p:cTn id="11" fill="hold">
                            <p:stCondLst>
                              <p:cond delay="500"/>
                            </p:stCondLst>
                            <p:childTnLst>
                              <p:par>
                                <p:cTn id="12" presetID="1" presetClass="entr" presetSubtype="0" fill="hold" grpId="0" nodeType="afterEffect">
                                  <p:stCondLst>
                                    <p:cond delay="0"/>
                                  </p:stCondLst>
                                  <p:iterate type="lt">
                                    <p:tmAbs val="100"/>
                                  </p:iterate>
                                  <p:childTnLst>
                                    <p:set>
                                      <p:cBhvr>
                                        <p:cTn id="13" dur="1" fill="hold">
                                          <p:stCondLst>
                                            <p:cond delay="0"/>
                                          </p:stCondLst>
                                        </p:cTn>
                                        <p:tgtEl>
                                          <p:spTgt spid="615"/>
                                        </p:tgtEl>
                                        <p:attrNameLst>
                                          <p:attrName>style.visibility</p:attrName>
                                        </p:attrNameLst>
                                      </p:cBhvr>
                                      <p:to>
                                        <p:strVal val="visible"/>
                                      </p:to>
                                    </p:set>
                                  </p:childTnLst>
                                </p:cTn>
                              </p:par>
                            </p:childTnLst>
                          </p:cTn>
                        </p:par>
                      </p:childTnLst>
                    </p:cTn>
                  </p:par>
                  <p:par>
                    <p:cTn id="14" fill="hold">
                      <p:stCondLst>
                        <p:cond delay="indefinite"/>
                      </p:stCondLst>
                      <p:childTnLst>
                        <p:par>
                          <p:cTn id="15" fill="hold">
                            <p:stCondLst>
                              <p:cond delay="0"/>
                            </p:stCondLst>
                            <p:childTnLst>
                              <p:par>
                                <p:cTn id="16" presetID="49" presetClass="entr" presetSubtype="0" decel="100000" fill="hold" grpId="0" nodeType="clickEffect">
                                  <p:stCondLst>
                                    <p:cond delay="0"/>
                                  </p:stCondLst>
                                  <p:childTnLst>
                                    <p:set>
                                      <p:cBhvr>
                                        <p:cTn id="17" dur="1" fill="hold">
                                          <p:stCondLst>
                                            <p:cond delay="0"/>
                                          </p:stCondLst>
                                        </p:cTn>
                                        <p:tgtEl>
                                          <p:spTgt spid="616"/>
                                        </p:tgtEl>
                                        <p:attrNameLst>
                                          <p:attrName>style.visibility</p:attrName>
                                        </p:attrNameLst>
                                      </p:cBhvr>
                                      <p:to>
                                        <p:strVal val="visible"/>
                                      </p:to>
                                    </p:set>
                                    <p:anim calcmode="lin" valueType="num">
                                      <p:cBhvr>
                                        <p:cTn id="18" dur="500" fill="hold"/>
                                        <p:tgtEl>
                                          <p:spTgt spid="616"/>
                                        </p:tgtEl>
                                        <p:attrNameLst>
                                          <p:attrName>ppt_w</p:attrName>
                                        </p:attrNameLst>
                                      </p:cBhvr>
                                      <p:tavLst>
                                        <p:tav tm="0">
                                          <p:val>
                                            <p:fltVal val="0"/>
                                          </p:val>
                                        </p:tav>
                                        <p:tav tm="100000">
                                          <p:val>
                                            <p:strVal val="#ppt_w"/>
                                          </p:val>
                                        </p:tav>
                                      </p:tavLst>
                                    </p:anim>
                                    <p:anim calcmode="lin" valueType="num">
                                      <p:cBhvr>
                                        <p:cTn id="19" dur="500" fill="hold"/>
                                        <p:tgtEl>
                                          <p:spTgt spid="616"/>
                                        </p:tgtEl>
                                        <p:attrNameLst>
                                          <p:attrName>ppt_h</p:attrName>
                                        </p:attrNameLst>
                                      </p:cBhvr>
                                      <p:tavLst>
                                        <p:tav tm="0">
                                          <p:val>
                                            <p:fltVal val="0"/>
                                          </p:val>
                                        </p:tav>
                                        <p:tav tm="100000">
                                          <p:val>
                                            <p:strVal val="#ppt_h"/>
                                          </p:val>
                                        </p:tav>
                                      </p:tavLst>
                                    </p:anim>
                                    <p:anim calcmode="lin" valueType="num">
                                      <p:cBhvr>
                                        <p:cTn id="20" dur="500" fill="hold"/>
                                        <p:tgtEl>
                                          <p:spTgt spid="616"/>
                                        </p:tgtEl>
                                        <p:attrNameLst>
                                          <p:attrName>style.rotation</p:attrName>
                                        </p:attrNameLst>
                                      </p:cBhvr>
                                      <p:tavLst>
                                        <p:tav tm="0">
                                          <p:val>
                                            <p:fltVal val="360"/>
                                          </p:val>
                                        </p:tav>
                                        <p:tav tm="100000">
                                          <p:val>
                                            <p:fltVal val="0"/>
                                          </p:val>
                                        </p:tav>
                                      </p:tavLst>
                                    </p:anim>
                                    <p:animEffect transition="in" filter="fade">
                                      <p:cBhvr>
                                        <p:cTn id="21" dur="500"/>
                                        <p:tgtEl>
                                          <p:spTgt spid="616"/>
                                        </p:tgtEl>
                                      </p:cBhvr>
                                    </p:animEffect>
                                  </p:childTnLst>
                                </p:cTn>
                              </p:par>
                            </p:childTnLst>
                          </p:cTn>
                        </p:par>
                        <p:par>
                          <p:cTn id="22" fill="hold">
                            <p:stCondLst>
                              <p:cond delay="500"/>
                            </p:stCondLst>
                            <p:childTnLst>
                              <p:par>
                                <p:cTn id="23" presetID="1" presetClass="entr" presetSubtype="0" fill="hold" grpId="0" nodeType="afterEffect">
                                  <p:stCondLst>
                                    <p:cond delay="0"/>
                                  </p:stCondLst>
                                  <p:iterate type="lt">
                                    <p:tmAbs val="100"/>
                                  </p:iterate>
                                  <p:childTnLst>
                                    <p:set>
                                      <p:cBhvr>
                                        <p:cTn id="24" dur="1" fill="hold">
                                          <p:stCondLst>
                                            <p:cond delay="0"/>
                                          </p:stCondLst>
                                        </p:cTn>
                                        <p:tgtEl>
                                          <p:spTgt spid="617"/>
                                        </p:tgtEl>
                                        <p:attrNameLst>
                                          <p:attrName>style.visibility</p:attrName>
                                        </p:attrNameLst>
                                      </p:cBhvr>
                                      <p:to>
                                        <p:strVal val="visible"/>
                                      </p:to>
                                    </p:set>
                                  </p:childTnLst>
                                </p:cTn>
                              </p:par>
                            </p:childTnLst>
                          </p:cTn>
                        </p:par>
                      </p:childTnLst>
                    </p:cTn>
                  </p:par>
                  <p:par>
                    <p:cTn id="25" fill="hold">
                      <p:stCondLst>
                        <p:cond delay="indefinite"/>
                      </p:stCondLst>
                      <p:childTnLst>
                        <p:par>
                          <p:cTn id="26" fill="hold">
                            <p:stCondLst>
                              <p:cond delay="0"/>
                            </p:stCondLst>
                            <p:childTnLst>
                              <p:par>
                                <p:cTn id="27" presetID="30" presetClass="entr" presetSubtype="0" fill="hold" nodeType="clickEffect">
                                  <p:stCondLst>
                                    <p:cond delay="0"/>
                                  </p:stCondLst>
                                  <p:childTnLst>
                                    <p:set>
                                      <p:cBhvr>
                                        <p:cTn id="28" dur="1" fill="hold">
                                          <p:stCondLst>
                                            <p:cond delay="0"/>
                                          </p:stCondLst>
                                        </p:cTn>
                                        <p:tgtEl>
                                          <p:spTgt spid="34"/>
                                        </p:tgtEl>
                                        <p:attrNameLst>
                                          <p:attrName>style.visibility</p:attrName>
                                        </p:attrNameLst>
                                      </p:cBhvr>
                                      <p:to>
                                        <p:strVal val="visible"/>
                                      </p:to>
                                    </p:set>
                                    <p:animEffect transition="in" filter="fade">
                                      <p:cBhvr>
                                        <p:cTn id="29" dur="800" decel="100000"/>
                                        <p:tgtEl>
                                          <p:spTgt spid="34"/>
                                        </p:tgtEl>
                                      </p:cBhvr>
                                    </p:animEffect>
                                    <p:anim calcmode="lin" valueType="num">
                                      <p:cBhvr>
                                        <p:cTn id="30" dur="800" decel="100000" fill="hold"/>
                                        <p:tgtEl>
                                          <p:spTgt spid="34"/>
                                        </p:tgtEl>
                                        <p:attrNameLst>
                                          <p:attrName>style.rotation</p:attrName>
                                        </p:attrNameLst>
                                      </p:cBhvr>
                                      <p:tavLst>
                                        <p:tav tm="0">
                                          <p:val>
                                            <p:fltVal val="-90"/>
                                          </p:val>
                                        </p:tav>
                                        <p:tav tm="100000">
                                          <p:val>
                                            <p:fltVal val="0"/>
                                          </p:val>
                                        </p:tav>
                                      </p:tavLst>
                                    </p:anim>
                                    <p:anim calcmode="lin" valueType="num">
                                      <p:cBhvr>
                                        <p:cTn id="31" dur="800" decel="100000" fill="hold"/>
                                        <p:tgtEl>
                                          <p:spTgt spid="34"/>
                                        </p:tgtEl>
                                        <p:attrNameLst>
                                          <p:attrName>ppt_x</p:attrName>
                                        </p:attrNameLst>
                                      </p:cBhvr>
                                      <p:tavLst>
                                        <p:tav tm="0">
                                          <p:val>
                                            <p:strVal val="#ppt_x+0.4"/>
                                          </p:val>
                                        </p:tav>
                                        <p:tav tm="100000">
                                          <p:val>
                                            <p:strVal val="#ppt_x-0.05"/>
                                          </p:val>
                                        </p:tav>
                                      </p:tavLst>
                                    </p:anim>
                                    <p:anim calcmode="lin" valueType="num">
                                      <p:cBhvr>
                                        <p:cTn id="32" dur="800" decel="100000" fill="hold"/>
                                        <p:tgtEl>
                                          <p:spTgt spid="34"/>
                                        </p:tgtEl>
                                        <p:attrNameLst>
                                          <p:attrName>ppt_y</p:attrName>
                                        </p:attrNameLst>
                                      </p:cBhvr>
                                      <p:tavLst>
                                        <p:tav tm="0">
                                          <p:val>
                                            <p:strVal val="#ppt_y-0.4"/>
                                          </p:val>
                                        </p:tav>
                                        <p:tav tm="100000">
                                          <p:val>
                                            <p:strVal val="#ppt_y+0.1"/>
                                          </p:val>
                                        </p:tav>
                                      </p:tavLst>
                                    </p:anim>
                                    <p:anim calcmode="lin" valueType="num">
                                      <p:cBhvr>
                                        <p:cTn id="33" dur="200" accel="100000" fill="hold">
                                          <p:stCondLst>
                                            <p:cond delay="800"/>
                                          </p:stCondLst>
                                        </p:cTn>
                                        <p:tgtEl>
                                          <p:spTgt spid="34"/>
                                        </p:tgtEl>
                                        <p:attrNameLst>
                                          <p:attrName>ppt_x</p:attrName>
                                        </p:attrNameLst>
                                      </p:cBhvr>
                                      <p:tavLst>
                                        <p:tav tm="0">
                                          <p:val>
                                            <p:strVal val="#ppt_x-0.05"/>
                                          </p:val>
                                        </p:tav>
                                        <p:tav tm="100000">
                                          <p:val>
                                            <p:strVal val="#ppt_x"/>
                                          </p:val>
                                        </p:tav>
                                      </p:tavLst>
                                    </p:anim>
                                    <p:anim calcmode="lin" valueType="num">
                                      <p:cBhvr>
                                        <p:cTn id="34" dur="200" accel="100000" fill="hold">
                                          <p:stCondLst>
                                            <p:cond delay="800"/>
                                          </p:stCondLst>
                                        </p:cTn>
                                        <p:tgtEl>
                                          <p:spTgt spid="34"/>
                                        </p:tgtEl>
                                        <p:attrNameLst>
                                          <p:attrName>ppt_y</p:attrName>
                                        </p:attrNameLst>
                                      </p:cBhvr>
                                      <p:tavLst>
                                        <p:tav tm="0">
                                          <p:val>
                                            <p:strVal val="#ppt_y+0.1"/>
                                          </p:val>
                                        </p:tav>
                                        <p:tav tm="100000">
                                          <p:val>
                                            <p:strVal val="#ppt_y"/>
                                          </p:val>
                                        </p:tav>
                                      </p:tavLst>
                                    </p:anim>
                                  </p:childTnLst>
                                </p:cTn>
                              </p:par>
                            </p:childTnLst>
                          </p:cTn>
                        </p:par>
                      </p:childTnLst>
                    </p:cTn>
                  </p:par>
                  <p:par>
                    <p:cTn id="35" fill="hold">
                      <p:stCondLst>
                        <p:cond delay="indefinite"/>
                      </p:stCondLst>
                      <p:childTnLst>
                        <p:par>
                          <p:cTn id="36" fill="hold">
                            <p:stCondLst>
                              <p:cond delay="0"/>
                            </p:stCondLst>
                            <p:childTnLst>
                              <p:par>
                                <p:cTn id="37" presetID="53" presetClass="entr" presetSubtype="16" fill="hold" nodeType="clickEffect">
                                  <p:stCondLst>
                                    <p:cond delay="0"/>
                                  </p:stCondLst>
                                  <p:childTnLst>
                                    <p:set>
                                      <p:cBhvr>
                                        <p:cTn id="38" dur="1" fill="hold">
                                          <p:stCondLst>
                                            <p:cond delay="0"/>
                                          </p:stCondLst>
                                        </p:cTn>
                                        <p:tgtEl>
                                          <p:spTgt spid="48"/>
                                        </p:tgtEl>
                                        <p:attrNameLst>
                                          <p:attrName>style.visibility</p:attrName>
                                        </p:attrNameLst>
                                      </p:cBhvr>
                                      <p:to>
                                        <p:strVal val="visible"/>
                                      </p:to>
                                    </p:set>
                                    <p:anim calcmode="lin" valueType="num">
                                      <p:cBhvr>
                                        <p:cTn id="39" dur="500" fill="hold"/>
                                        <p:tgtEl>
                                          <p:spTgt spid="48"/>
                                        </p:tgtEl>
                                        <p:attrNameLst>
                                          <p:attrName>ppt_w</p:attrName>
                                        </p:attrNameLst>
                                      </p:cBhvr>
                                      <p:tavLst>
                                        <p:tav tm="0">
                                          <p:val>
                                            <p:fltVal val="0"/>
                                          </p:val>
                                        </p:tav>
                                        <p:tav tm="100000">
                                          <p:val>
                                            <p:strVal val="#ppt_w"/>
                                          </p:val>
                                        </p:tav>
                                      </p:tavLst>
                                    </p:anim>
                                    <p:anim calcmode="lin" valueType="num">
                                      <p:cBhvr>
                                        <p:cTn id="40" dur="500" fill="hold"/>
                                        <p:tgtEl>
                                          <p:spTgt spid="48"/>
                                        </p:tgtEl>
                                        <p:attrNameLst>
                                          <p:attrName>ppt_h</p:attrName>
                                        </p:attrNameLst>
                                      </p:cBhvr>
                                      <p:tavLst>
                                        <p:tav tm="0">
                                          <p:val>
                                            <p:fltVal val="0"/>
                                          </p:val>
                                        </p:tav>
                                        <p:tav tm="100000">
                                          <p:val>
                                            <p:strVal val="#ppt_h"/>
                                          </p:val>
                                        </p:tav>
                                      </p:tavLst>
                                    </p:anim>
                                    <p:animEffect transition="in" filter="fade">
                                      <p:cBhvr>
                                        <p:cTn id="41" dur="500"/>
                                        <p:tgtEl>
                                          <p:spTgt spid="48"/>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614" grpId="0" animBg="1"/>
      <p:bldP spid="615" grpId="0"/>
      <p:bldP spid="616" grpId="0" animBg="1"/>
      <p:bldP spid="617" grpId="0"/>
    </p:bldLst>
  </p:timing>
</p:sld>
</file>

<file path=ppt/slides/slide47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48" name="组合 47">
            <a:extLst>
              <a:ext uri="{FF2B5EF4-FFF2-40B4-BE49-F238E27FC236}">
                <a16:creationId xmlns:a16="http://schemas.microsoft.com/office/drawing/2014/main" id="{3D4F6601-85A8-4BBB-98BE-5CB292C9D1F7}"/>
              </a:ext>
            </a:extLst>
          </p:cNvPr>
          <p:cNvGrpSpPr/>
          <p:nvPr/>
        </p:nvGrpSpPr>
        <p:grpSpPr>
          <a:xfrm>
            <a:off x="2418213" y="2683994"/>
            <a:ext cx="7370469" cy="3768062"/>
            <a:chOff x="2418213" y="2683994"/>
            <a:chExt cx="7370469" cy="3768062"/>
          </a:xfrm>
        </p:grpSpPr>
        <p:sp>
          <p:nvSpPr>
            <p:cNvPr id="44" name="椭圆 43">
              <a:extLst>
                <a:ext uri="{FF2B5EF4-FFF2-40B4-BE49-F238E27FC236}">
                  <a16:creationId xmlns:a16="http://schemas.microsoft.com/office/drawing/2014/main" id="{B52117CC-099C-468B-B4C9-D21B12ABADCE}"/>
                </a:ext>
              </a:extLst>
            </p:cNvPr>
            <p:cNvSpPr/>
            <p:nvPr/>
          </p:nvSpPr>
          <p:spPr>
            <a:xfrm>
              <a:off x="2418213" y="2683994"/>
              <a:ext cx="7370469" cy="3768062"/>
            </a:xfrm>
            <a:prstGeom prst="ellipse">
              <a:avLst/>
            </a:prstGeom>
          </p:spPr>
          <p:style>
            <a:lnRef idx="2">
              <a:schemeClr val="accent4">
                <a:shade val="50000"/>
              </a:schemeClr>
            </a:lnRef>
            <a:fillRef idx="1">
              <a:schemeClr val="accent4"/>
            </a:fillRef>
            <a:effectRef idx="0">
              <a:schemeClr val="accent4"/>
            </a:effectRef>
            <a:fontRef idx="minor">
              <a:schemeClr val="lt1"/>
            </a:fontRef>
          </p:style>
          <p:txBody>
            <a:bodyPr rtlCol="0" anchor="ctr"/>
            <a:lstStyle/>
            <a:p>
              <a:pPr algn="ctr"/>
              <a:endParaRPr lang="zh-CN" altLang="en-US"/>
            </a:p>
          </p:txBody>
        </p:sp>
        <p:sp>
          <p:nvSpPr>
            <p:cNvPr id="47" name="íşlïḍè">
              <a:extLst>
                <a:ext uri="{FF2B5EF4-FFF2-40B4-BE49-F238E27FC236}">
                  <a16:creationId xmlns:a16="http://schemas.microsoft.com/office/drawing/2014/main" id="{8E40A7F2-BB64-4093-B301-8C08A2F070AE}"/>
                </a:ext>
              </a:extLst>
            </p:cNvPr>
            <p:cNvSpPr txBox="1"/>
            <p:nvPr/>
          </p:nvSpPr>
          <p:spPr>
            <a:xfrm>
              <a:off x="5461671" y="3232331"/>
              <a:ext cx="1275370" cy="400111"/>
            </a:xfrm>
            <a:prstGeom prst="rect">
              <a:avLst/>
            </a:prstGeom>
            <a:noFill/>
          </p:spPr>
          <p:txBody>
            <a:bodyPr wrap="square" lIns="91440" tIns="45720" rIns="91440" bIns="45720" anchor="ctr">
              <a:noAutofit/>
            </a:bodyPr>
            <a:lstStyle/>
            <a:p>
              <a:pPr algn="ctr"/>
              <a:r>
                <a:rPr lang="zh-CN" altLang="en-US" sz="2800" b="1" dirty="0">
                  <a:solidFill>
                    <a:schemeClr val="bg1"/>
                  </a:solidFill>
                  <a:latin typeface="Arial Narrow" panose="020B0606020202030204" pitchFamily="34" charset="0"/>
                </a:rPr>
                <a:t>广播域</a:t>
              </a:r>
            </a:p>
          </p:txBody>
        </p:sp>
      </p:grpSp>
      <p:grpSp>
        <p:nvGrpSpPr>
          <p:cNvPr id="4" name="组合 3">
            <a:extLst>
              <a:ext uri="{FF2B5EF4-FFF2-40B4-BE49-F238E27FC236}">
                <a16:creationId xmlns:a16="http://schemas.microsoft.com/office/drawing/2014/main" id="{9A1EA9F2-FCB6-48C3-935F-7AE7E3AD14AC}"/>
              </a:ext>
            </a:extLst>
          </p:cNvPr>
          <p:cNvGrpSpPr/>
          <p:nvPr/>
        </p:nvGrpSpPr>
        <p:grpSpPr>
          <a:xfrm>
            <a:off x="304800" y="749300"/>
            <a:ext cx="4938199" cy="400110"/>
            <a:chOff x="424117" y="898245"/>
            <a:chExt cx="4938199" cy="400110"/>
          </a:xfrm>
        </p:grpSpPr>
        <p:sp>
          <p:nvSpPr>
            <p:cNvPr id="2" name="平行四边形 1">
              <a:extLst>
                <a:ext uri="{FF2B5EF4-FFF2-40B4-BE49-F238E27FC236}">
                  <a16:creationId xmlns:a16="http://schemas.microsoft.com/office/drawing/2014/main" id="{1F5BAA3F-9845-4F89-A2DD-8222D3E4EDAC}"/>
                </a:ext>
              </a:extLst>
            </p:cNvPr>
            <p:cNvSpPr/>
            <p:nvPr/>
          </p:nvSpPr>
          <p:spPr>
            <a:xfrm>
              <a:off x="424117" y="898245"/>
              <a:ext cx="628306" cy="387090"/>
            </a:xfrm>
            <a:prstGeom prst="parallelogram">
              <a:avLst/>
            </a:prstGeom>
            <a:solidFill>
              <a:schemeClr val="accent3">
                <a:lumMod val="75000"/>
              </a:schemeClr>
            </a:solidFill>
            <a:ln>
              <a:solidFill>
                <a:schemeClr val="accent3">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CN" sz="2200" dirty="0">
                  <a:latin typeface="Impact" panose="020B0806030902050204" pitchFamily="34" charset="0"/>
                </a:rPr>
                <a:t>01</a:t>
              </a:r>
              <a:endParaRPr lang="zh-CN" altLang="en-US" sz="2200" dirty="0">
                <a:latin typeface="Impact" panose="020B0806030902050204" pitchFamily="34" charset="0"/>
              </a:endParaRPr>
            </a:p>
          </p:txBody>
        </p:sp>
        <p:sp>
          <p:nvSpPr>
            <p:cNvPr id="3" name="文本框 2">
              <a:extLst>
                <a:ext uri="{FF2B5EF4-FFF2-40B4-BE49-F238E27FC236}">
                  <a16:creationId xmlns:a16="http://schemas.microsoft.com/office/drawing/2014/main" id="{4D6BD736-A4D3-4F26-AFED-36E11F50F70B}"/>
                </a:ext>
              </a:extLst>
            </p:cNvPr>
            <p:cNvSpPr txBox="1"/>
            <p:nvPr/>
          </p:nvSpPr>
          <p:spPr>
            <a:xfrm>
              <a:off x="1052423" y="898245"/>
              <a:ext cx="4309893" cy="400110"/>
            </a:xfrm>
            <a:prstGeom prst="rect">
              <a:avLst/>
            </a:prstGeom>
            <a:noFill/>
          </p:spPr>
          <p:txBody>
            <a:bodyPr wrap="square" rtlCol="0">
              <a:spAutoFit/>
            </a:bodyPr>
            <a:lstStyle/>
            <a:p>
              <a:r>
                <a:rPr lang="zh-CN" altLang="en-US" sz="2000" b="1" dirty="0">
                  <a:solidFill>
                    <a:schemeClr val="tx1"/>
                  </a:solidFill>
                  <a:latin typeface="Arial Narrow" panose="020B0606020202030204" pitchFamily="34" charset="0"/>
                </a:rPr>
                <a:t>虚拟局域网</a:t>
              </a:r>
              <a:r>
                <a:rPr lang="en-US" altLang="zh-CN" sz="2000" b="1" dirty="0">
                  <a:solidFill>
                    <a:schemeClr val="tx1"/>
                  </a:solidFill>
                  <a:latin typeface="Arial Narrow" panose="020B0606020202030204" pitchFamily="34" charset="0"/>
                </a:rPr>
                <a:t>VLAN</a:t>
              </a:r>
              <a:r>
                <a:rPr lang="zh-CN" altLang="en-US" sz="2000" b="1" dirty="0">
                  <a:solidFill>
                    <a:schemeClr val="tx1"/>
                  </a:solidFill>
                  <a:latin typeface="Arial Narrow" panose="020B0606020202030204" pitchFamily="34" charset="0"/>
                </a:rPr>
                <a:t>的诞生背景</a:t>
              </a:r>
              <a:endParaRPr lang="en-US" altLang="zh-CN" sz="2000" b="1" dirty="0">
                <a:solidFill>
                  <a:schemeClr val="tx1"/>
                </a:solidFill>
                <a:latin typeface="Arial Narrow" panose="020B0606020202030204" pitchFamily="34" charset="0"/>
              </a:endParaRPr>
            </a:p>
          </p:txBody>
        </p:sp>
      </p:grpSp>
      <p:sp>
        <p:nvSpPr>
          <p:cNvPr id="614" name="矩形 613">
            <a:extLst>
              <a:ext uri="{FF2B5EF4-FFF2-40B4-BE49-F238E27FC236}">
                <a16:creationId xmlns:a16="http://schemas.microsoft.com/office/drawing/2014/main" id="{C9B0AD5F-88BD-4786-AFD1-B8A5BEBFB43C}"/>
              </a:ext>
            </a:extLst>
          </p:cNvPr>
          <p:cNvSpPr/>
          <p:nvPr/>
        </p:nvSpPr>
        <p:spPr>
          <a:xfrm>
            <a:off x="1056633" y="1335374"/>
            <a:ext cx="256976" cy="256976"/>
          </a:xfrm>
          <a:prstGeom prst="rect">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615" name="íşlïḍè">
            <a:extLst>
              <a:ext uri="{FF2B5EF4-FFF2-40B4-BE49-F238E27FC236}">
                <a16:creationId xmlns:a16="http://schemas.microsoft.com/office/drawing/2014/main" id="{1889D603-F77E-458C-939E-708383BC2837}"/>
              </a:ext>
            </a:extLst>
          </p:cNvPr>
          <p:cNvSpPr txBox="1"/>
          <p:nvPr/>
        </p:nvSpPr>
        <p:spPr>
          <a:xfrm>
            <a:off x="1373862" y="1281052"/>
            <a:ext cx="4369660" cy="400110"/>
          </a:xfrm>
          <a:prstGeom prst="rect">
            <a:avLst/>
          </a:prstGeom>
          <a:noFill/>
        </p:spPr>
        <p:txBody>
          <a:bodyPr wrap="square" lIns="91440" tIns="45720" rIns="91440" bIns="45720" anchor="ctr">
            <a:noAutofit/>
          </a:bodyPr>
          <a:lstStyle/>
          <a:p>
            <a:r>
              <a:rPr lang="zh-CN" altLang="en-US" b="1" dirty="0">
                <a:solidFill>
                  <a:schemeClr val="accent1">
                    <a:lumMod val="75000"/>
                  </a:schemeClr>
                </a:solidFill>
                <a:latin typeface="Arial Narrow" panose="020B0606020202030204" pitchFamily="34" charset="0"/>
              </a:rPr>
              <a:t>分割广播域</a:t>
            </a:r>
            <a:r>
              <a:rPr lang="zh-CN" altLang="en-US" b="1" dirty="0">
                <a:latin typeface="Arial Narrow" panose="020B0606020202030204" pitchFamily="34" charset="0"/>
              </a:rPr>
              <a:t>的方法：</a:t>
            </a:r>
          </a:p>
        </p:txBody>
      </p:sp>
      <p:sp>
        <p:nvSpPr>
          <p:cNvPr id="616" name="矩形 615">
            <a:extLst>
              <a:ext uri="{FF2B5EF4-FFF2-40B4-BE49-F238E27FC236}">
                <a16:creationId xmlns:a16="http://schemas.microsoft.com/office/drawing/2014/main" id="{CA2E5221-659D-4BA0-9C6F-6EDFA103E690}"/>
              </a:ext>
            </a:extLst>
          </p:cNvPr>
          <p:cNvSpPr/>
          <p:nvPr/>
        </p:nvSpPr>
        <p:spPr>
          <a:xfrm>
            <a:off x="1535119" y="1800938"/>
            <a:ext cx="256976" cy="256976"/>
          </a:xfrm>
          <a:prstGeom prst="rect">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617" name="íşlïḍè">
            <a:extLst>
              <a:ext uri="{FF2B5EF4-FFF2-40B4-BE49-F238E27FC236}">
                <a16:creationId xmlns:a16="http://schemas.microsoft.com/office/drawing/2014/main" id="{52BB046E-0875-4A1F-B7B4-83911E4E4251}"/>
              </a:ext>
            </a:extLst>
          </p:cNvPr>
          <p:cNvSpPr txBox="1"/>
          <p:nvPr/>
        </p:nvSpPr>
        <p:spPr>
          <a:xfrm>
            <a:off x="1852348" y="1746616"/>
            <a:ext cx="3318288" cy="400110"/>
          </a:xfrm>
          <a:prstGeom prst="rect">
            <a:avLst/>
          </a:prstGeom>
          <a:noFill/>
        </p:spPr>
        <p:txBody>
          <a:bodyPr wrap="square" lIns="91440" tIns="45720" rIns="91440" bIns="45720" anchor="ctr">
            <a:noAutofit/>
          </a:bodyPr>
          <a:lstStyle/>
          <a:p>
            <a:r>
              <a:rPr lang="zh-CN" altLang="en-US" b="1" dirty="0">
                <a:latin typeface="Arial Narrow" panose="020B0606020202030204" pitchFamily="34" charset="0"/>
              </a:rPr>
              <a:t>使用路由器可以隔离广播域</a:t>
            </a:r>
          </a:p>
        </p:txBody>
      </p:sp>
      <p:grpSp>
        <p:nvGrpSpPr>
          <p:cNvPr id="34" name="组合 33">
            <a:extLst>
              <a:ext uri="{FF2B5EF4-FFF2-40B4-BE49-F238E27FC236}">
                <a16:creationId xmlns:a16="http://schemas.microsoft.com/office/drawing/2014/main" id="{DA6479D0-C4E2-4AA4-B836-46A3FDEB5906}"/>
              </a:ext>
            </a:extLst>
          </p:cNvPr>
          <p:cNvGrpSpPr/>
          <p:nvPr/>
        </p:nvGrpSpPr>
        <p:grpSpPr>
          <a:xfrm>
            <a:off x="2637349" y="3134613"/>
            <a:ext cx="6932506" cy="2868342"/>
            <a:chOff x="2637349" y="3134613"/>
            <a:chExt cx="6932506" cy="2868342"/>
          </a:xfrm>
        </p:grpSpPr>
        <p:grpSp>
          <p:nvGrpSpPr>
            <p:cNvPr id="32" name="组合 31">
              <a:extLst>
                <a:ext uri="{FF2B5EF4-FFF2-40B4-BE49-F238E27FC236}">
                  <a16:creationId xmlns:a16="http://schemas.microsoft.com/office/drawing/2014/main" id="{949A25B6-8B2F-4863-B9CC-AA5F67D73876}"/>
                </a:ext>
              </a:extLst>
            </p:cNvPr>
            <p:cNvGrpSpPr/>
            <p:nvPr/>
          </p:nvGrpSpPr>
          <p:grpSpPr>
            <a:xfrm>
              <a:off x="2637349" y="3134613"/>
              <a:ext cx="6932506" cy="2868342"/>
              <a:chOff x="2920220" y="2956997"/>
              <a:chExt cx="6932506" cy="2868342"/>
            </a:xfrm>
          </p:grpSpPr>
          <p:grpSp>
            <p:nvGrpSpPr>
              <p:cNvPr id="29" name="组合 28">
                <a:extLst>
                  <a:ext uri="{FF2B5EF4-FFF2-40B4-BE49-F238E27FC236}">
                    <a16:creationId xmlns:a16="http://schemas.microsoft.com/office/drawing/2014/main" id="{D8B54956-83E9-479C-B2F1-5D127F003826}"/>
                  </a:ext>
                </a:extLst>
              </p:cNvPr>
              <p:cNvGrpSpPr/>
              <p:nvPr/>
            </p:nvGrpSpPr>
            <p:grpSpPr>
              <a:xfrm>
                <a:off x="2920220" y="2956997"/>
                <a:ext cx="5507099" cy="2868342"/>
                <a:chOff x="7452751" y="2087660"/>
                <a:chExt cx="5507099" cy="2868342"/>
              </a:xfrm>
            </p:grpSpPr>
            <p:cxnSp>
              <p:nvCxnSpPr>
                <p:cNvPr id="28" name="直接连接符 27">
                  <a:extLst>
                    <a:ext uri="{FF2B5EF4-FFF2-40B4-BE49-F238E27FC236}">
                      <a16:creationId xmlns:a16="http://schemas.microsoft.com/office/drawing/2014/main" id="{BDC71B78-7A2C-4255-9F30-796A29CC309D}"/>
                    </a:ext>
                  </a:extLst>
                </p:cNvPr>
                <p:cNvCxnSpPr/>
                <p:nvPr/>
              </p:nvCxnSpPr>
              <p:spPr>
                <a:xfrm>
                  <a:off x="8999956" y="2769514"/>
                  <a:ext cx="0" cy="1934054"/>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cxnSp>
              <p:nvCxnSpPr>
                <p:cNvPr id="11" name="直接连接符 10">
                  <a:extLst>
                    <a:ext uri="{FF2B5EF4-FFF2-40B4-BE49-F238E27FC236}">
                      <a16:creationId xmlns:a16="http://schemas.microsoft.com/office/drawing/2014/main" id="{7E7490CD-0FBF-448B-BE5C-1BC161066D44}"/>
                    </a:ext>
                  </a:extLst>
                </p:cNvPr>
                <p:cNvCxnSpPr>
                  <a:cxnSpLocks/>
                </p:cNvCxnSpPr>
                <p:nvPr/>
              </p:nvCxnSpPr>
              <p:spPr>
                <a:xfrm flipH="1">
                  <a:off x="7955196" y="3571909"/>
                  <a:ext cx="5004654"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pic>
              <p:nvPicPr>
                <p:cNvPr id="25" name="图形 10">
                  <a:extLst>
                    <a:ext uri="{FF2B5EF4-FFF2-40B4-BE49-F238E27FC236}">
                      <a16:creationId xmlns:a16="http://schemas.microsoft.com/office/drawing/2014/main" id="{8D802EA4-AA2C-4B22-8C8F-D853A4F03E7B}"/>
                    </a:ext>
                  </a:extLst>
                </p:cNvPr>
                <p:cNvPicPr>
                  <a:picLocks noChangeAspect="1"/>
                </p:cNvPicPr>
                <p:nvPr/>
              </p:nvPicPr>
              <p:blipFill>
                <a:blip r:embed="rId3">
                  <a:extLst>
                    <a:ext uri="{28A0092B-C50C-407E-A947-70E740481C1C}">
                      <a14:useLocalDpi xmlns:a14="http://schemas.microsoft.com/office/drawing/2010/main" val="0"/>
                    </a:ext>
                    <a:ext uri="{96DAC541-7B7A-43D3-8B79-37D633B846F1}">
                      <asvg:svgBlip xmlns:asvg="http://schemas.microsoft.com/office/drawing/2016/SVG/main" r:embed="rId4"/>
                    </a:ext>
                  </a:extLst>
                </a:blip>
                <a:stretch>
                  <a:fillRect/>
                </a:stretch>
              </p:blipFill>
              <p:spPr>
                <a:xfrm>
                  <a:off x="7452751" y="3273559"/>
                  <a:ext cx="662814" cy="641082"/>
                </a:xfrm>
                <a:prstGeom prst="rect">
                  <a:avLst/>
                </a:prstGeom>
              </p:spPr>
            </p:pic>
            <p:pic>
              <p:nvPicPr>
                <p:cNvPr id="17" name="图片 16" descr="图标&#10;&#10;描述已自动生成">
                  <a:extLst>
                    <a:ext uri="{FF2B5EF4-FFF2-40B4-BE49-F238E27FC236}">
                      <a16:creationId xmlns:a16="http://schemas.microsoft.com/office/drawing/2014/main" id="{9B6D2EFB-2EB3-4E76-AFD3-BCA2C164179F}"/>
                    </a:ext>
                  </a:extLst>
                </p:cNvPr>
                <p:cNvPicPr>
                  <a:picLocks noChangeAspect="1"/>
                </p:cNvPicPr>
                <p:nvPr/>
              </p:nvPicPr>
              <p:blipFill>
                <a:blip r:embed="rId5">
                  <a:extLst>
                    <a:ext uri="{28A0092B-C50C-407E-A947-70E740481C1C}">
                      <a14:useLocalDpi xmlns:a14="http://schemas.microsoft.com/office/drawing/2010/main" val="0"/>
                    </a:ext>
                  </a:extLst>
                </a:blip>
                <a:stretch>
                  <a:fillRect/>
                </a:stretch>
              </p:blipFill>
              <p:spPr>
                <a:xfrm>
                  <a:off x="8763638" y="3201290"/>
                  <a:ext cx="497392" cy="641082"/>
                </a:xfrm>
                <a:prstGeom prst="rect">
                  <a:avLst/>
                </a:prstGeom>
              </p:spPr>
            </p:pic>
            <p:sp>
              <p:nvSpPr>
                <p:cNvPr id="18" name="文本框 17">
                  <a:extLst>
                    <a:ext uri="{FF2B5EF4-FFF2-40B4-BE49-F238E27FC236}">
                      <a16:creationId xmlns:a16="http://schemas.microsoft.com/office/drawing/2014/main" id="{10B61881-F9AC-4984-8148-B009A26AAC0B}"/>
                    </a:ext>
                  </a:extLst>
                </p:cNvPr>
                <p:cNvSpPr txBox="1"/>
                <p:nvPr/>
              </p:nvSpPr>
              <p:spPr>
                <a:xfrm>
                  <a:off x="8103030" y="3709314"/>
                  <a:ext cx="927633" cy="369332"/>
                </a:xfrm>
                <a:prstGeom prst="rect">
                  <a:avLst/>
                </a:prstGeom>
                <a:noFill/>
              </p:spPr>
              <p:txBody>
                <a:bodyPr wrap="square" rtlCol="0">
                  <a:spAutoFit/>
                </a:bodyPr>
                <a:lstStyle/>
                <a:p>
                  <a:pPr algn="ctr"/>
                  <a:r>
                    <a:rPr lang="zh-CN" altLang="en-US" b="1" dirty="0">
                      <a:latin typeface="+mn-ea"/>
                    </a:rPr>
                    <a:t>交换机</a:t>
                  </a:r>
                </a:p>
              </p:txBody>
            </p:sp>
            <p:pic>
              <p:nvPicPr>
                <p:cNvPr id="27" name="图形 10">
                  <a:extLst>
                    <a:ext uri="{FF2B5EF4-FFF2-40B4-BE49-F238E27FC236}">
                      <a16:creationId xmlns:a16="http://schemas.microsoft.com/office/drawing/2014/main" id="{3A55FD8D-7C6B-49C6-B255-1560A99E828F}"/>
                    </a:ext>
                  </a:extLst>
                </p:cNvPr>
                <p:cNvPicPr>
                  <a:picLocks noChangeAspect="1"/>
                </p:cNvPicPr>
                <p:nvPr/>
              </p:nvPicPr>
              <p:blipFill>
                <a:blip r:embed="rId3">
                  <a:extLst>
                    <a:ext uri="{28A0092B-C50C-407E-A947-70E740481C1C}">
                      <a14:useLocalDpi xmlns:a14="http://schemas.microsoft.com/office/drawing/2010/main" val="0"/>
                    </a:ext>
                    <a:ext uri="{96DAC541-7B7A-43D3-8B79-37D633B846F1}">
                      <asvg:svgBlip xmlns:asvg="http://schemas.microsoft.com/office/drawing/2016/SVG/main" r:embed="rId4"/>
                    </a:ext>
                  </a:extLst>
                </a:blip>
                <a:stretch>
                  <a:fillRect/>
                </a:stretch>
              </p:blipFill>
              <p:spPr>
                <a:xfrm>
                  <a:off x="8566847" y="4314920"/>
                  <a:ext cx="662814" cy="641082"/>
                </a:xfrm>
                <a:prstGeom prst="rect">
                  <a:avLst/>
                </a:prstGeom>
              </p:spPr>
            </p:pic>
            <p:pic>
              <p:nvPicPr>
                <p:cNvPr id="31" name="图形 10">
                  <a:extLst>
                    <a:ext uri="{FF2B5EF4-FFF2-40B4-BE49-F238E27FC236}">
                      <a16:creationId xmlns:a16="http://schemas.microsoft.com/office/drawing/2014/main" id="{8AC662FA-6550-40FC-85E6-C8403E433691}"/>
                    </a:ext>
                  </a:extLst>
                </p:cNvPr>
                <p:cNvPicPr>
                  <a:picLocks noChangeAspect="1"/>
                </p:cNvPicPr>
                <p:nvPr/>
              </p:nvPicPr>
              <p:blipFill>
                <a:blip r:embed="rId3">
                  <a:extLst>
                    <a:ext uri="{28A0092B-C50C-407E-A947-70E740481C1C}">
                      <a14:useLocalDpi xmlns:a14="http://schemas.microsoft.com/office/drawing/2010/main" val="0"/>
                    </a:ext>
                    <a:ext uri="{96DAC541-7B7A-43D3-8B79-37D633B846F1}">
                      <asvg:svgBlip xmlns:asvg="http://schemas.microsoft.com/office/drawing/2016/SVG/main" r:embed="rId4"/>
                    </a:ext>
                  </a:extLst>
                </a:blip>
                <a:stretch>
                  <a:fillRect/>
                </a:stretch>
              </p:blipFill>
              <p:spPr>
                <a:xfrm>
                  <a:off x="8680927" y="2087660"/>
                  <a:ext cx="662814" cy="641082"/>
                </a:xfrm>
                <a:prstGeom prst="rect">
                  <a:avLst/>
                </a:prstGeom>
              </p:spPr>
            </p:pic>
          </p:grpSp>
          <p:grpSp>
            <p:nvGrpSpPr>
              <p:cNvPr id="35" name="组合 34">
                <a:extLst>
                  <a:ext uri="{FF2B5EF4-FFF2-40B4-BE49-F238E27FC236}">
                    <a16:creationId xmlns:a16="http://schemas.microsoft.com/office/drawing/2014/main" id="{FC5B017B-5DAC-41BD-922B-3134F9999F54}"/>
                  </a:ext>
                </a:extLst>
              </p:cNvPr>
              <p:cNvGrpSpPr/>
              <p:nvPr/>
            </p:nvGrpSpPr>
            <p:grpSpPr>
              <a:xfrm>
                <a:off x="7981832" y="2956997"/>
                <a:ext cx="1870894" cy="2868342"/>
                <a:chOff x="8566847" y="2087660"/>
                <a:chExt cx="1870894" cy="2868342"/>
              </a:xfrm>
            </p:grpSpPr>
            <p:cxnSp>
              <p:nvCxnSpPr>
                <p:cNvPr id="36" name="直接连接符 35">
                  <a:extLst>
                    <a:ext uri="{FF2B5EF4-FFF2-40B4-BE49-F238E27FC236}">
                      <a16:creationId xmlns:a16="http://schemas.microsoft.com/office/drawing/2014/main" id="{DE942823-6A53-4D04-A081-44C7CCEDD393}"/>
                    </a:ext>
                  </a:extLst>
                </p:cNvPr>
                <p:cNvCxnSpPr/>
                <p:nvPr/>
              </p:nvCxnSpPr>
              <p:spPr>
                <a:xfrm>
                  <a:off x="8999956" y="2769514"/>
                  <a:ext cx="0" cy="1934054"/>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cxnSp>
              <p:nvCxnSpPr>
                <p:cNvPr id="37" name="直接连接符 36">
                  <a:extLst>
                    <a:ext uri="{FF2B5EF4-FFF2-40B4-BE49-F238E27FC236}">
                      <a16:creationId xmlns:a16="http://schemas.microsoft.com/office/drawing/2014/main" id="{E3E211B7-3C89-461B-986E-BEF8542D35D8}"/>
                    </a:ext>
                  </a:extLst>
                </p:cNvPr>
                <p:cNvCxnSpPr>
                  <a:cxnSpLocks/>
                </p:cNvCxnSpPr>
                <p:nvPr/>
              </p:nvCxnSpPr>
              <p:spPr>
                <a:xfrm flipH="1">
                  <a:off x="8955117" y="3571909"/>
                  <a:ext cx="1057138"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pic>
              <p:nvPicPr>
                <p:cNvPr id="38" name="图形 10">
                  <a:extLst>
                    <a:ext uri="{FF2B5EF4-FFF2-40B4-BE49-F238E27FC236}">
                      <a16:creationId xmlns:a16="http://schemas.microsoft.com/office/drawing/2014/main" id="{BD95B71E-5F89-42D4-9231-78E2E0D36FBD}"/>
                    </a:ext>
                  </a:extLst>
                </p:cNvPr>
                <p:cNvPicPr>
                  <a:picLocks noChangeAspect="1"/>
                </p:cNvPicPr>
                <p:nvPr/>
              </p:nvPicPr>
              <p:blipFill>
                <a:blip r:embed="rId3">
                  <a:extLst>
                    <a:ext uri="{28A0092B-C50C-407E-A947-70E740481C1C}">
                      <a14:useLocalDpi xmlns:a14="http://schemas.microsoft.com/office/drawing/2010/main" val="0"/>
                    </a:ext>
                    <a:ext uri="{96DAC541-7B7A-43D3-8B79-37D633B846F1}">
                      <asvg:svgBlip xmlns:asvg="http://schemas.microsoft.com/office/drawing/2016/SVG/main" r:embed="rId4"/>
                    </a:ext>
                  </a:extLst>
                </a:blip>
                <a:stretch>
                  <a:fillRect/>
                </a:stretch>
              </p:blipFill>
              <p:spPr>
                <a:xfrm>
                  <a:off x="9774927" y="3273559"/>
                  <a:ext cx="662814" cy="641082"/>
                </a:xfrm>
                <a:prstGeom prst="rect">
                  <a:avLst/>
                </a:prstGeom>
              </p:spPr>
            </p:pic>
            <p:pic>
              <p:nvPicPr>
                <p:cNvPr id="39" name="图片 38" descr="图标&#10;&#10;描述已自动生成">
                  <a:extLst>
                    <a:ext uri="{FF2B5EF4-FFF2-40B4-BE49-F238E27FC236}">
                      <a16:creationId xmlns:a16="http://schemas.microsoft.com/office/drawing/2014/main" id="{6F2936E2-31E8-43C3-97E4-928109FB0088}"/>
                    </a:ext>
                  </a:extLst>
                </p:cNvPr>
                <p:cNvPicPr>
                  <a:picLocks noChangeAspect="1"/>
                </p:cNvPicPr>
                <p:nvPr/>
              </p:nvPicPr>
              <p:blipFill>
                <a:blip r:embed="rId5">
                  <a:extLst>
                    <a:ext uri="{28A0092B-C50C-407E-A947-70E740481C1C}">
                      <a14:useLocalDpi xmlns:a14="http://schemas.microsoft.com/office/drawing/2010/main" val="0"/>
                    </a:ext>
                  </a:extLst>
                </a:blip>
                <a:stretch>
                  <a:fillRect/>
                </a:stretch>
              </p:blipFill>
              <p:spPr>
                <a:xfrm>
                  <a:off x="8763638" y="3201290"/>
                  <a:ext cx="497392" cy="641082"/>
                </a:xfrm>
                <a:prstGeom prst="rect">
                  <a:avLst/>
                </a:prstGeom>
              </p:spPr>
            </p:pic>
            <p:sp>
              <p:nvSpPr>
                <p:cNvPr id="40" name="文本框 39">
                  <a:extLst>
                    <a:ext uri="{FF2B5EF4-FFF2-40B4-BE49-F238E27FC236}">
                      <a16:creationId xmlns:a16="http://schemas.microsoft.com/office/drawing/2014/main" id="{AFC411A9-8638-48BD-8CFD-369B6C3FCBEA}"/>
                    </a:ext>
                  </a:extLst>
                </p:cNvPr>
                <p:cNvSpPr txBox="1"/>
                <p:nvPr/>
              </p:nvSpPr>
              <p:spPr>
                <a:xfrm>
                  <a:off x="9017428" y="3709314"/>
                  <a:ext cx="927633" cy="369332"/>
                </a:xfrm>
                <a:prstGeom prst="rect">
                  <a:avLst/>
                </a:prstGeom>
                <a:noFill/>
              </p:spPr>
              <p:txBody>
                <a:bodyPr wrap="square" rtlCol="0">
                  <a:spAutoFit/>
                </a:bodyPr>
                <a:lstStyle/>
                <a:p>
                  <a:pPr algn="ctr"/>
                  <a:r>
                    <a:rPr lang="zh-CN" altLang="en-US" b="1" dirty="0">
                      <a:latin typeface="+mn-ea"/>
                    </a:rPr>
                    <a:t>交换机</a:t>
                  </a:r>
                </a:p>
              </p:txBody>
            </p:sp>
            <p:pic>
              <p:nvPicPr>
                <p:cNvPr id="41" name="图形 10">
                  <a:extLst>
                    <a:ext uri="{FF2B5EF4-FFF2-40B4-BE49-F238E27FC236}">
                      <a16:creationId xmlns:a16="http://schemas.microsoft.com/office/drawing/2014/main" id="{8D8F60E7-E486-4D9C-8501-4AAC3BD018DD}"/>
                    </a:ext>
                  </a:extLst>
                </p:cNvPr>
                <p:cNvPicPr>
                  <a:picLocks noChangeAspect="1"/>
                </p:cNvPicPr>
                <p:nvPr/>
              </p:nvPicPr>
              <p:blipFill>
                <a:blip r:embed="rId3">
                  <a:extLst>
                    <a:ext uri="{28A0092B-C50C-407E-A947-70E740481C1C}">
                      <a14:useLocalDpi xmlns:a14="http://schemas.microsoft.com/office/drawing/2010/main" val="0"/>
                    </a:ext>
                    <a:ext uri="{96DAC541-7B7A-43D3-8B79-37D633B846F1}">
                      <asvg:svgBlip xmlns:asvg="http://schemas.microsoft.com/office/drawing/2016/SVG/main" r:embed="rId4"/>
                    </a:ext>
                  </a:extLst>
                </a:blip>
                <a:stretch>
                  <a:fillRect/>
                </a:stretch>
              </p:blipFill>
              <p:spPr>
                <a:xfrm>
                  <a:off x="8566847" y="4314920"/>
                  <a:ext cx="662814" cy="641082"/>
                </a:xfrm>
                <a:prstGeom prst="rect">
                  <a:avLst/>
                </a:prstGeom>
              </p:spPr>
            </p:pic>
            <p:pic>
              <p:nvPicPr>
                <p:cNvPr id="42" name="图形 10">
                  <a:extLst>
                    <a:ext uri="{FF2B5EF4-FFF2-40B4-BE49-F238E27FC236}">
                      <a16:creationId xmlns:a16="http://schemas.microsoft.com/office/drawing/2014/main" id="{3262066E-49B9-4927-A0D6-A16A5EDBD986}"/>
                    </a:ext>
                  </a:extLst>
                </p:cNvPr>
                <p:cNvPicPr>
                  <a:picLocks noChangeAspect="1"/>
                </p:cNvPicPr>
                <p:nvPr/>
              </p:nvPicPr>
              <p:blipFill>
                <a:blip r:embed="rId3">
                  <a:extLst>
                    <a:ext uri="{28A0092B-C50C-407E-A947-70E740481C1C}">
                      <a14:useLocalDpi xmlns:a14="http://schemas.microsoft.com/office/drawing/2010/main" val="0"/>
                    </a:ext>
                    <a:ext uri="{96DAC541-7B7A-43D3-8B79-37D633B846F1}">
                      <asvg:svgBlip xmlns:asvg="http://schemas.microsoft.com/office/drawing/2016/SVG/main" r:embed="rId4"/>
                    </a:ext>
                  </a:extLst>
                </a:blip>
                <a:stretch>
                  <a:fillRect/>
                </a:stretch>
              </p:blipFill>
              <p:spPr>
                <a:xfrm>
                  <a:off x="8680927" y="2087660"/>
                  <a:ext cx="662814" cy="641082"/>
                </a:xfrm>
                <a:prstGeom prst="rect">
                  <a:avLst/>
                </a:prstGeom>
              </p:spPr>
            </p:pic>
          </p:grpSp>
        </p:grpSp>
        <p:sp>
          <p:nvSpPr>
            <p:cNvPr id="33" name="文本框 32">
              <a:extLst>
                <a:ext uri="{FF2B5EF4-FFF2-40B4-BE49-F238E27FC236}">
                  <a16:creationId xmlns:a16="http://schemas.microsoft.com/office/drawing/2014/main" id="{B86ED4CE-755B-41D7-A2CB-852833017A97}"/>
                </a:ext>
              </a:extLst>
            </p:cNvPr>
            <p:cNvSpPr txBox="1"/>
            <p:nvPr/>
          </p:nvSpPr>
          <p:spPr>
            <a:xfrm rot="19135047">
              <a:off x="3234316" y="3752911"/>
              <a:ext cx="631208" cy="523220"/>
            </a:xfrm>
            <a:prstGeom prst="rect">
              <a:avLst/>
            </a:prstGeom>
            <a:noFill/>
          </p:spPr>
          <p:txBody>
            <a:bodyPr wrap="square" rtlCol="0">
              <a:spAutoFit/>
            </a:bodyPr>
            <a:lstStyle/>
            <a:p>
              <a:pPr algn="ctr"/>
              <a:r>
                <a:rPr lang="en-US" altLang="zh-CN" sz="2800" dirty="0">
                  <a:latin typeface="宋体" panose="02010600030101010101" pitchFamily="2" charset="-122"/>
                  <a:ea typeface="宋体" panose="02010600030101010101" pitchFamily="2" charset="-122"/>
                </a:rPr>
                <a:t>…</a:t>
              </a:r>
              <a:endParaRPr lang="zh-CN" altLang="en-US" sz="2800" dirty="0">
                <a:latin typeface="宋体" panose="02010600030101010101" pitchFamily="2" charset="-122"/>
                <a:ea typeface="宋体" panose="02010600030101010101" pitchFamily="2" charset="-122"/>
              </a:endParaRPr>
            </a:p>
          </p:txBody>
        </p:sp>
        <p:sp>
          <p:nvSpPr>
            <p:cNvPr id="49" name="文本框 48">
              <a:extLst>
                <a:ext uri="{FF2B5EF4-FFF2-40B4-BE49-F238E27FC236}">
                  <a16:creationId xmlns:a16="http://schemas.microsoft.com/office/drawing/2014/main" id="{CFD90FFB-058E-4989-9BCC-B97378B4C781}"/>
                </a:ext>
              </a:extLst>
            </p:cNvPr>
            <p:cNvSpPr txBox="1"/>
            <p:nvPr/>
          </p:nvSpPr>
          <p:spPr>
            <a:xfrm rot="19135047">
              <a:off x="8389290" y="5115627"/>
              <a:ext cx="631208" cy="523220"/>
            </a:xfrm>
            <a:prstGeom prst="rect">
              <a:avLst/>
            </a:prstGeom>
            <a:noFill/>
          </p:spPr>
          <p:txBody>
            <a:bodyPr wrap="square" rtlCol="0">
              <a:spAutoFit/>
            </a:bodyPr>
            <a:lstStyle/>
            <a:p>
              <a:pPr algn="ctr"/>
              <a:r>
                <a:rPr lang="en-US" altLang="zh-CN" sz="2800" dirty="0">
                  <a:latin typeface="宋体" panose="02010600030101010101" pitchFamily="2" charset="-122"/>
                  <a:ea typeface="宋体" panose="02010600030101010101" pitchFamily="2" charset="-122"/>
                </a:rPr>
                <a:t>…</a:t>
              </a:r>
              <a:endParaRPr lang="zh-CN" altLang="en-US" sz="2800" dirty="0">
                <a:latin typeface="宋体" panose="02010600030101010101" pitchFamily="2" charset="-122"/>
                <a:ea typeface="宋体" panose="02010600030101010101" pitchFamily="2" charset="-122"/>
              </a:endParaRPr>
            </a:p>
          </p:txBody>
        </p:sp>
      </p:grpSp>
      <p:grpSp>
        <p:nvGrpSpPr>
          <p:cNvPr id="5" name="组合 4">
            <a:extLst>
              <a:ext uri="{FF2B5EF4-FFF2-40B4-BE49-F238E27FC236}">
                <a16:creationId xmlns:a16="http://schemas.microsoft.com/office/drawing/2014/main" id="{62D0F837-3D32-4A19-98E2-1CD9F084BE82}"/>
              </a:ext>
            </a:extLst>
          </p:cNvPr>
          <p:cNvGrpSpPr/>
          <p:nvPr/>
        </p:nvGrpSpPr>
        <p:grpSpPr>
          <a:xfrm>
            <a:off x="5511478" y="4416363"/>
            <a:ext cx="1131314" cy="945510"/>
            <a:chOff x="8618196" y="1526451"/>
            <a:chExt cx="1131314" cy="945510"/>
          </a:xfrm>
        </p:grpSpPr>
        <p:pic>
          <p:nvPicPr>
            <p:cNvPr id="45" name="图形 44">
              <a:extLst>
                <a:ext uri="{FF2B5EF4-FFF2-40B4-BE49-F238E27FC236}">
                  <a16:creationId xmlns:a16="http://schemas.microsoft.com/office/drawing/2014/main" id="{0077476C-C8D9-4FE8-8023-6A8CAEF91F1C}"/>
                </a:ext>
              </a:extLst>
            </p:cNvPr>
            <p:cNvPicPr>
              <a:picLocks noChangeAspect="1"/>
            </p:cNvPicPr>
            <p:nvPr/>
          </p:nvPicPr>
          <p:blipFill>
            <a:blip r:embed="rId6">
              <a:extLst>
                <a:ext uri="{28A0092B-C50C-407E-A947-70E740481C1C}">
                  <a14:useLocalDpi xmlns:a14="http://schemas.microsoft.com/office/drawing/2010/main" val="0"/>
                </a:ext>
                <a:ext uri="{96DAC541-7B7A-43D3-8B79-37D633B846F1}">
                  <asvg:svgBlip xmlns:asvg="http://schemas.microsoft.com/office/drawing/2016/SVG/main" r:embed="rId7"/>
                </a:ext>
              </a:extLst>
            </a:blip>
            <a:stretch>
              <a:fillRect/>
            </a:stretch>
          </p:blipFill>
          <p:spPr>
            <a:xfrm>
              <a:off x="8883108" y="1526451"/>
              <a:ext cx="619273" cy="501316"/>
            </a:xfrm>
            <a:prstGeom prst="rect">
              <a:avLst/>
            </a:prstGeom>
          </p:spPr>
        </p:pic>
        <p:sp>
          <p:nvSpPr>
            <p:cNvPr id="46" name="íşlïḍè">
              <a:extLst>
                <a:ext uri="{FF2B5EF4-FFF2-40B4-BE49-F238E27FC236}">
                  <a16:creationId xmlns:a16="http://schemas.microsoft.com/office/drawing/2014/main" id="{7B9B167B-AC15-4722-A21F-4FA0A247B8D6}"/>
                </a:ext>
              </a:extLst>
            </p:cNvPr>
            <p:cNvSpPr txBox="1"/>
            <p:nvPr/>
          </p:nvSpPr>
          <p:spPr>
            <a:xfrm>
              <a:off x="8618196" y="2052861"/>
              <a:ext cx="1131314" cy="419100"/>
            </a:xfrm>
            <a:prstGeom prst="rect">
              <a:avLst/>
            </a:prstGeom>
            <a:noFill/>
          </p:spPr>
          <p:txBody>
            <a:bodyPr wrap="square" lIns="91440" tIns="45720" rIns="91440" bIns="45720" anchor="ctr">
              <a:noAutofit/>
            </a:bodyPr>
            <a:lstStyle/>
            <a:p>
              <a:pPr algn="ctr"/>
              <a:r>
                <a:rPr lang="zh-CN" altLang="en-US" sz="2000" b="1" dirty="0"/>
                <a:t>路由器</a:t>
              </a:r>
              <a:endParaRPr lang="en-US" altLang="zh-CN" sz="2000" b="1" dirty="0"/>
            </a:p>
          </p:txBody>
        </p:sp>
      </p:grpSp>
    </p:spTree>
    <p:custDataLst>
      <p:tags r:id="rId1"/>
    </p:custDataLst>
    <p:extLst>
      <p:ext uri="{BB962C8B-B14F-4D97-AF65-F5344CB8AC3E}">
        <p14:creationId xmlns:p14="http://schemas.microsoft.com/office/powerpoint/2010/main" val="2591624162"/>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4" fill="hold" nodeType="withEffect">
                                  <p:stCondLst>
                                    <p:cond delay="0"/>
                                  </p:stCondLst>
                                  <p:childTnLst>
                                    <p:set>
                                      <p:cBhvr>
                                        <p:cTn id="6" dur="1" fill="hold">
                                          <p:stCondLst>
                                            <p:cond delay="0"/>
                                          </p:stCondLst>
                                        </p:cTn>
                                        <p:tgtEl>
                                          <p:spTgt spid="5"/>
                                        </p:tgtEl>
                                        <p:attrNameLst>
                                          <p:attrName>style.visibility</p:attrName>
                                        </p:attrNameLst>
                                      </p:cBhvr>
                                      <p:to>
                                        <p:strVal val="visible"/>
                                      </p:to>
                                    </p:set>
                                    <p:anim calcmode="lin" valueType="num">
                                      <p:cBhvr additive="base">
                                        <p:cTn id="7" dur="500" fill="hold"/>
                                        <p:tgtEl>
                                          <p:spTgt spid="5"/>
                                        </p:tgtEl>
                                        <p:attrNameLst>
                                          <p:attrName>ppt_x</p:attrName>
                                        </p:attrNameLst>
                                      </p:cBhvr>
                                      <p:tavLst>
                                        <p:tav tm="0">
                                          <p:val>
                                            <p:strVal val="#ppt_x"/>
                                          </p:val>
                                        </p:tav>
                                        <p:tav tm="100000">
                                          <p:val>
                                            <p:strVal val="#ppt_x"/>
                                          </p:val>
                                        </p:tav>
                                      </p:tavLst>
                                    </p:anim>
                                    <p:anim calcmode="lin" valueType="num">
                                      <p:cBhvr additive="base">
                                        <p:cTn id="8" dur="500" fill="hold"/>
                                        <p:tgtEl>
                                          <p:spTgt spid="5"/>
                                        </p:tgtEl>
                                        <p:attrNameLst>
                                          <p:attrName>ppt_y</p:attrName>
                                        </p:attrNameLst>
                                      </p:cBhvr>
                                      <p:tavLst>
                                        <p:tav tm="0">
                                          <p:val>
                                            <p:strVal val="1+#ppt_h/2"/>
                                          </p:val>
                                        </p:tav>
                                        <p:tav tm="100000">
                                          <p:val>
                                            <p:strVal val="#ppt_y"/>
                                          </p:val>
                                        </p:tav>
                                      </p:tavLst>
                                    </p:anim>
                                  </p:childTnLst>
                                </p:cTn>
                              </p:par>
                            </p:childTnLst>
                          </p:cTn>
                        </p:par>
                      </p:childTnLst>
                    </p:cTn>
                  </p:par>
                  <p:par>
                    <p:cTn id="9" fill="hold">
                      <p:stCondLst>
                        <p:cond delay="indefinite"/>
                      </p:stCondLst>
                      <p:childTnLst>
                        <p:par>
                          <p:cTn id="10" fill="hold">
                            <p:stCondLst>
                              <p:cond delay="0"/>
                            </p:stCondLst>
                            <p:childTnLst>
                              <p:par>
                                <p:cTn id="11" presetID="37" presetClass="exit" presetSubtype="0" fill="hold" nodeType="clickEffect">
                                  <p:stCondLst>
                                    <p:cond delay="0"/>
                                  </p:stCondLst>
                                  <p:childTnLst>
                                    <p:animEffect transition="out" filter="fade">
                                      <p:cBhvr>
                                        <p:cTn id="12" dur="1000"/>
                                        <p:tgtEl>
                                          <p:spTgt spid="48"/>
                                        </p:tgtEl>
                                      </p:cBhvr>
                                    </p:animEffect>
                                    <p:anim calcmode="lin" valueType="num">
                                      <p:cBhvr>
                                        <p:cTn id="13" dur="1000"/>
                                        <p:tgtEl>
                                          <p:spTgt spid="48"/>
                                        </p:tgtEl>
                                        <p:attrNameLst>
                                          <p:attrName>ppt_x</p:attrName>
                                        </p:attrNameLst>
                                      </p:cBhvr>
                                      <p:tavLst>
                                        <p:tav tm="0">
                                          <p:val>
                                            <p:strVal val="ppt_x"/>
                                          </p:val>
                                        </p:tav>
                                        <p:tav tm="100000">
                                          <p:val>
                                            <p:strVal val="ppt_x"/>
                                          </p:val>
                                        </p:tav>
                                      </p:tavLst>
                                    </p:anim>
                                    <p:anim calcmode="lin" valueType="num">
                                      <p:cBhvr>
                                        <p:cTn id="14" dur="100" decel="100000"/>
                                        <p:tgtEl>
                                          <p:spTgt spid="48"/>
                                        </p:tgtEl>
                                        <p:attrNameLst>
                                          <p:attrName>ppt_y</p:attrName>
                                        </p:attrNameLst>
                                      </p:cBhvr>
                                      <p:tavLst>
                                        <p:tav tm="0">
                                          <p:val>
                                            <p:strVal val="ppt_y"/>
                                          </p:val>
                                        </p:tav>
                                        <p:tav tm="100000">
                                          <p:val>
                                            <p:strVal val="ppt_y-.03"/>
                                          </p:val>
                                        </p:tav>
                                      </p:tavLst>
                                    </p:anim>
                                    <p:anim calcmode="lin" valueType="num">
                                      <p:cBhvr>
                                        <p:cTn id="15" dur="900" accel="100000">
                                          <p:stCondLst>
                                            <p:cond delay="100"/>
                                          </p:stCondLst>
                                        </p:cTn>
                                        <p:tgtEl>
                                          <p:spTgt spid="48"/>
                                        </p:tgtEl>
                                        <p:attrNameLst>
                                          <p:attrName>ppt_y</p:attrName>
                                        </p:attrNameLst>
                                      </p:cBhvr>
                                      <p:tavLst>
                                        <p:tav tm="0">
                                          <p:val>
                                            <p:strVal val="ppt_y"/>
                                          </p:val>
                                        </p:tav>
                                        <p:tav tm="100000">
                                          <p:val>
                                            <p:strVal val="ppt_y+1"/>
                                          </p:val>
                                        </p:tav>
                                      </p:tavLst>
                                    </p:anim>
                                    <p:set>
                                      <p:cBhvr>
                                        <p:cTn id="16" dur="1" fill="hold">
                                          <p:stCondLst>
                                            <p:cond delay="999"/>
                                          </p:stCondLst>
                                        </p:cTn>
                                        <p:tgtEl>
                                          <p:spTgt spid="48"/>
                                        </p:tgtEl>
                                        <p:attrNameLst>
                                          <p:attrName>style.visibility</p:attrName>
                                        </p:attrNameLst>
                                      </p:cBhvr>
                                      <p:to>
                                        <p:strVal val="hidden"/>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47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8" name="组合 7">
            <a:extLst>
              <a:ext uri="{FF2B5EF4-FFF2-40B4-BE49-F238E27FC236}">
                <a16:creationId xmlns:a16="http://schemas.microsoft.com/office/drawing/2014/main" id="{30A8D967-EEA8-4A8D-A85F-8D006AE90B62}"/>
              </a:ext>
            </a:extLst>
          </p:cNvPr>
          <p:cNvGrpSpPr/>
          <p:nvPr/>
        </p:nvGrpSpPr>
        <p:grpSpPr>
          <a:xfrm>
            <a:off x="6386543" y="3072121"/>
            <a:ext cx="3763118" cy="3036579"/>
            <a:chOff x="6386543" y="3072121"/>
            <a:chExt cx="3763118" cy="3036579"/>
          </a:xfrm>
        </p:grpSpPr>
        <p:sp>
          <p:nvSpPr>
            <p:cNvPr id="43" name="椭圆 42">
              <a:extLst>
                <a:ext uri="{FF2B5EF4-FFF2-40B4-BE49-F238E27FC236}">
                  <a16:creationId xmlns:a16="http://schemas.microsoft.com/office/drawing/2014/main" id="{4305DE77-2C32-40D9-A6A5-7AED52A554A4}"/>
                </a:ext>
              </a:extLst>
            </p:cNvPr>
            <p:cNvSpPr/>
            <p:nvPr/>
          </p:nvSpPr>
          <p:spPr>
            <a:xfrm>
              <a:off x="6386543" y="3072121"/>
              <a:ext cx="3763118" cy="3036579"/>
            </a:xfrm>
            <a:prstGeom prst="ellipse">
              <a:avLst/>
            </a:prstGeom>
          </p:spPr>
          <p:style>
            <a:lnRef idx="2">
              <a:schemeClr val="accent4">
                <a:shade val="50000"/>
              </a:schemeClr>
            </a:lnRef>
            <a:fillRef idx="1">
              <a:schemeClr val="accent4"/>
            </a:fillRef>
            <a:effectRef idx="0">
              <a:schemeClr val="accent4"/>
            </a:effectRef>
            <a:fontRef idx="minor">
              <a:schemeClr val="lt1"/>
            </a:fontRef>
          </p:style>
          <p:txBody>
            <a:bodyPr rtlCol="0" anchor="ctr"/>
            <a:lstStyle/>
            <a:p>
              <a:pPr algn="ctr"/>
              <a:endParaRPr lang="zh-CN" altLang="en-US"/>
            </a:p>
          </p:txBody>
        </p:sp>
        <p:sp>
          <p:nvSpPr>
            <p:cNvPr id="51" name="íşlïḍè">
              <a:extLst>
                <a:ext uri="{FF2B5EF4-FFF2-40B4-BE49-F238E27FC236}">
                  <a16:creationId xmlns:a16="http://schemas.microsoft.com/office/drawing/2014/main" id="{34ED2FC9-1999-4AA7-BAB6-E1BA7C8A493A}"/>
                </a:ext>
              </a:extLst>
            </p:cNvPr>
            <p:cNvSpPr txBox="1"/>
            <p:nvPr/>
          </p:nvSpPr>
          <p:spPr>
            <a:xfrm>
              <a:off x="6508048" y="3917446"/>
              <a:ext cx="1003909" cy="400111"/>
            </a:xfrm>
            <a:prstGeom prst="rect">
              <a:avLst/>
            </a:prstGeom>
            <a:noFill/>
          </p:spPr>
          <p:txBody>
            <a:bodyPr wrap="square" lIns="91440" tIns="45720" rIns="91440" bIns="45720" anchor="ctr">
              <a:noAutofit/>
            </a:bodyPr>
            <a:lstStyle/>
            <a:p>
              <a:pPr algn="ctr"/>
              <a:r>
                <a:rPr lang="zh-CN" altLang="en-US" sz="2000" b="1" dirty="0">
                  <a:solidFill>
                    <a:schemeClr val="bg1"/>
                  </a:solidFill>
                  <a:latin typeface="Arial Narrow" panose="020B0606020202030204" pitchFamily="34" charset="0"/>
                </a:rPr>
                <a:t>广播域</a:t>
              </a:r>
            </a:p>
          </p:txBody>
        </p:sp>
      </p:grpSp>
      <p:grpSp>
        <p:nvGrpSpPr>
          <p:cNvPr id="7" name="组合 6">
            <a:extLst>
              <a:ext uri="{FF2B5EF4-FFF2-40B4-BE49-F238E27FC236}">
                <a16:creationId xmlns:a16="http://schemas.microsoft.com/office/drawing/2014/main" id="{37DD0E99-0C32-46CF-BFAC-FB249D31DD40}"/>
              </a:ext>
            </a:extLst>
          </p:cNvPr>
          <p:cNvGrpSpPr/>
          <p:nvPr/>
        </p:nvGrpSpPr>
        <p:grpSpPr>
          <a:xfrm>
            <a:off x="2013272" y="3072121"/>
            <a:ext cx="3763118" cy="3036579"/>
            <a:chOff x="2013272" y="3072121"/>
            <a:chExt cx="3763118" cy="3036579"/>
          </a:xfrm>
        </p:grpSpPr>
        <p:sp>
          <p:nvSpPr>
            <p:cNvPr id="6" name="椭圆 5">
              <a:extLst>
                <a:ext uri="{FF2B5EF4-FFF2-40B4-BE49-F238E27FC236}">
                  <a16:creationId xmlns:a16="http://schemas.microsoft.com/office/drawing/2014/main" id="{0231BF34-C0D7-47EC-A987-FD191D1AC3D8}"/>
                </a:ext>
              </a:extLst>
            </p:cNvPr>
            <p:cNvSpPr/>
            <p:nvPr/>
          </p:nvSpPr>
          <p:spPr>
            <a:xfrm>
              <a:off x="2013272" y="3072121"/>
              <a:ext cx="3763118" cy="3036579"/>
            </a:xfrm>
            <a:prstGeom prst="ellipse">
              <a:avLst/>
            </a:prstGeom>
          </p:spPr>
          <p:style>
            <a:lnRef idx="2">
              <a:schemeClr val="accent3">
                <a:shade val="50000"/>
              </a:schemeClr>
            </a:lnRef>
            <a:fillRef idx="1">
              <a:schemeClr val="accent3"/>
            </a:fillRef>
            <a:effectRef idx="0">
              <a:schemeClr val="accent3"/>
            </a:effectRef>
            <a:fontRef idx="minor">
              <a:schemeClr val="lt1"/>
            </a:fontRef>
          </p:style>
          <p:txBody>
            <a:bodyPr rtlCol="0" anchor="ctr"/>
            <a:lstStyle/>
            <a:p>
              <a:pPr algn="ctr"/>
              <a:endParaRPr lang="zh-CN" altLang="en-US"/>
            </a:p>
          </p:txBody>
        </p:sp>
        <p:sp>
          <p:nvSpPr>
            <p:cNvPr id="50" name="íşlïḍè">
              <a:extLst>
                <a:ext uri="{FF2B5EF4-FFF2-40B4-BE49-F238E27FC236}">
                  <a16:creationId xmlns:a16="http://schemas.microsoft.com/office/drawing/2014/main" id="{271825A1-5564-453D-A001-32A6AA9A23B4}"/>
                </a:ext>
              </a:extLst>
            </p:cNvPr>
            <p:cNvSpPr txBox="1"/>
            <p:nvPr/>
          </p:nvSpPr>
          <p:spPr>
            <a:xfrm>
              <a:off x="4415016" y="3917446"/>
              <a:ext cx="1003909" cy="400111"/>
            </a:xfrm>
            <a:prstGeom prst="rect">
              <a:avLst/>
            </a:prstGeom>
            <a:noFill/>
          </p:spPr>
          <p:txBody>
            <a:bodyPr wrap="square" lIns="91440" tIns="45720" rIns="91440" bIns="45720" anchor="ctr">
              <a:noAutofit/>
            </a:bodyPr>
            <a:lstStyle/>
            <a:p>
              <a:pPr algn="ctr"/>
              <a:r>
                <a:rPr lang="zh-CN" altLang="en-US" sz="2000" b="1" dirty="0">
                  <a:solidFill>
                    <a:schemeClr val="bg1"/>
                  </a:solidFill>
                  <a:latin typeface="Arial Narrow" panose="020B0606020202030204" pitchFamily="34" charset="0"/>
                </a:rPr>
                <a:t>广播域</a:t>
              </a:r>
            </a:p>
          </p:txBody>
        </p:sp>
      </p:grpSp>
      <p:grpSp>
        <p:nvGrpSpPr>
          <p:cNvPr id="4" name="组合 3">
            <a:extLst>
              <a:ext uri="{FF2B5EF4-FFF2-40B4-BE49-F238E27FC236}">
                <a16:creationId xmlns:a16="http://schemas.microsoft.com/office/drawing/2014/main" id="{9A1EA9F2-FCB6-48C3-935F-7AE7E3AD14AC}"/>
              </a:ext>
            </a:extLst>
          </p:cNvPr>
          <p:cNvGrpSpPr/>
          <p:nvPr/>
        </p:nvGrpSpPr>
        <p:grpSpPr>
          <a:xfrm>
            <a:off x="304800" y="749300"/>
            <a:ext cx="4938199" cy="400110"/>
            <a:chOff x="424117" y="898245"/>
            <a:chExt cx="4938199" cy="400110"/>
          </a:xfrm>
        </p:grpSpPr>
        <p:sp>
          <p:nvSpPr>
            <p:cNvPr id="2" name="平行四边形 1">
              <a:extLst>
                <a:ext uri="{FF2B5EF4-FFF2-40B4-BE49-F238E27FC236}">
                  <a16:creationId xmlns:a16="http://schemas.microsoft.com/office/drawing/2014/main" id="{1F5BAA3F-9845-4F89-A2DD-8222D3E4EDAC}"/>
                </a:ext>
              </a:extLst>
            </p:cNvPr>
            <p:cNvSpPr/>
            <p:nvPr/>
          </p:nvSpPr>
          <p:spPr>
            <a:xfrm>
              <a:off x="424117" y="898245"/>
              <a:ext cx="628306" cy="387090"/>
            </a:xfrm>
            <a:prstGeom prst="parallelogram">
              <a:avLst/>
            </a:prstGeom>
            <a:solidFill>
              <a:schemeClr val="accent3">
                <a:lumMod val="75000"/>
              </a:schemeClr>
            </a:solidFill>
            <a:ln>
              <a:solidFill>
                <a:schemeClr val="accent3">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CN" sz="2200" dirty="0">
                  <a:latin typeface="Impact" panose="020B0806030902050204" pitchFamily="34" charset="0"/>
                </a:rPr>
                <a:t>01</a:t>
              </a:r>
              <a:endParaRPr lang="zh-CN" altLang="en-US" sz="2200" dirty="0">
                <a:latin typeface="Impact" panose="020B0806030902050204" pitchFamily="34" charset="0"/>
              </a:endParaRPr>
            </a:p>
          </p:txBody>
        </p:sp>
        <p:sp>
          <p:nvSpPr>
            <p:cNvPr id="3" name="文本框 2">
              <a:extLst>
                <a:ext uri="{FF2B5EF4-FFF2-40B4-BE49-F238E27FC236}">
                  <a16:creationId xmlns:a16="http://schemas.microsoft.com/office/drawing/2014/main" id="{4D6BD736-A4D3-4F26-AFED-36E11F50F70B}"/>
                </a:ext>
              </a:extLst>
            </p:cNvPr>
            <p:cNvSpPr txBox="1"/>
            <p:nvPr/>
          </p:nvSpPr>
          <p:spPr>
            <a:xfrm>
              <a:off x="1052423" y="898245"/>
              <a:ext cx="4309893" cy="400110"/>
            </a:xfrm>
            <a:prstGeom prst="rect">
              <a:avLst/>
            </a:prstGeom>
            <a:noFill/>
          </p:spPr>
          <p:txBody>
            <a:bodyPr wrap="square" rtlCol="0">
              <a:spAutoFit/>
            </a:bodyPr>
            <a:lstStyle/>
            <a:p>
              <a:r>
                <a:rPr lang="zh-CN" altLang="en-US" sz="2000" b="1" dirty="0">
                  <a:solidFill>
                    <a:schemeClr val="tx1"/>
                  </a:solidFill>
                  <a:latin typeface="Arial Narrow" panose="020B0606020202030204" pitchFamily="34" charset="0"/>
                </a:rPr>
                <a:t>虚拟局域网</a:t>
              </a:r>
              <a:r>
                <a:rPr lang="en-US" altLang="zh-CN" sz="2000" b="1" dirty="0">
                  <a:solidFill>
                    <a:schemeClr val="tx1"/>
                  </a:solidFill>
                  <a:latin typeface="Arial Narrow" panose="020B0606020202030204" pitchFamily="34" charset="0"/>
                </a:rPr>
                <a:t>VLAN</a:t>
              </a:r>
              <a:r>
                <a:rPr lang="zh-CN" altLang="en-US" sz="2000" b="1" dirty="0">
                  <a:solidFill>
                    <a:schemeClr val="tx1"/>
                  </a:solidFill>
                  <a:latin typeface="Arial Narrow" panose="020B0606020202030204" pitchFamily="34" charset="0"/>
                </a:rPr>
                <a:t>的诞生背景</a:t>
              </a:r>
              <a:endParaRPr lang="en-US" altLang="zh-CN" sz="2000" b="1" dirty="0">
                <a:solidFill>
                  <a:schemeClr val="tx1"/>
                </a:solidFill>
                <a:latin typeface="Arial Narrow" panose="020B0606020202030204" pitchFamily="34" charset="0"/>
              </a:endParaRPr>
            </a:p>
          </p:txBody>
        </p:sp>
      </p:grpSp>
      <p:sp>
        <p:nvSpPr>
          <p:cNvPr id="614" name="矩形 613">
            <a:extLst>
              <a:ext uri="{FF2B5EF4-FFF2-40B4-BE49-F238E27FC236}">
                <a16:creationId xmlns:a16="http://schemas.microsoft.com/office/drawing/2014/main" id="{C9B0AD5F-88BD-4786-AFD1-B8A5BEBFB43C}"/>
              </a:ext>
            </a:extLst>
          </p:cNvPr>
          <p:cNvSpPr/>
          <p:nvPr/>
        </p:nvSpPr>
        <p:spPr>
          <a:xfrm>
            <a:off x="1056633" y="1335374"/>
            <a:ext cx="256976" cy="256976"/>
          </a:xfrm>
          <a:prstGeom prst="rect">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615" name="íşlïḍè">
            <a:extLst>
              <a:ext uri="{FF2B5EF4-FFF2-40B4-BE49-F238E27FC236}">
                <a16:creationId xmlns:a16="http://schemas.microsoft.com/office/drawing/2014/main" id="{1889D603-F77E-458C-939E-708383BC2837}"/>
              </a:ext>
            </a:extLst>
          </p:cNvPr>
          <p:cNvSpPr txBox="1"/>
          <p:nvPr/>
        </p:nvSpPr>
        <p:spPr>
          <a:xfrm>
            <a:off x="1373862" y="1281052"/>
            <a:ext cx="4369660" cy="400110"/>
          </a:xfrm>
          <a:prstGeom prst="rect">
            <a:avLst/>
          </a:prstGeom>
          <a:noFill/>
        </p:spPr>
        <p:txBody>
          <a:bodyPr wrap="square" lIns="91440" tIns="45720" rIns="91440" bIns="45720" anchor="ctr">
            <a:noAutofit/>
          </a:bodyPr>
          <a:lstStyle/>
          <a:p>
            <a:r>
              <a:rPr lang="zh-CN" altLang="en-US" b="1" dirty="0">
                <a:solidFill>
                  <a:schemeClr val="accent1">
                    <a:lumMod val="75000"/>
                  </a:schemeClr>
                </a:solidFill>
                <a:latin typeface="Arial Narrow" panose="020B0606020202030204" pitchFamily="34" charset="0"/>
              </a:rPr>
              <a:t>分割广播域</a:t>
            </a:r>
            <a:r>
              <a:rPr lang="zh-CN" altLang="en-US" b="1" dirty="0">
                <a:latin typeface="Arial Narrow" panose="020B0606020202030204" pitchFamily="34" charset="0"/>
              </a:rPr>
              <a:t>的方法：</a:t>
            </a:r>
          </a:p>
        </p:txBody>
      </p:sp>
      <p:sp>
        <p:nvSpPr>
          <p:cNvPr id="616" name="矩形 615">
            <a:extLst>
              <a:ext uri="{FF2B5EF4-FFF2-40B4-BE49-F238E27FC236}">
                <a16:creationId xmlns:a16="http://schemas.microsoft.com/office/drawing/2014/main" id="{CA2E5221-659D-4BA0-9C6F-6EDFA103E690}"/>
              </a:ext>
            </a:extLst>
          </p:cNvPr>
          <p:cNvSpPr/>
          <p:nvPr/>
        </p:nvSpPr>
        <p:spPr>
          <a:xfrm>
            <a:off x="1535119" y="1800938"/>
            <a:ext cx="256976" cy="256976"/>
          </a:xfrm>
          <a:prstGeom prst="rect">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617" name="íşlïḍè">
            <a:extLst>
              <a:ext uri="{FF2B5EF4-FFF2-40B4-BE49-F238E27FC236}">
                <a16:creationId xmlns:a16="http://schemas.microsoft.com/office/drawing/2014/main" id="{52BB046E-0875-4A1F-B7B4-83911E4E4251}"/>
              </a:ext>
            </a:extLst>
          </p:cNvPr>
          <p:cNvSpPr txBox="1"/>
          <p:nvPr/>
        </p:nvSpPr>
        <p:spPr>
          <a:xfrm>
            <a:off x="1852348" y="1746616"/>
            <a:ext cx="2982789" cy="400110"/>
          </a:xfrm>
          <a:prstGeom prst="rect">
            <a:avLst/>
          </a:prstGeom>
          <a:noFill/>
        </p:spPr>
        <p:txBody>
          <a:bodyPr wrap="square" lIns="91440" tIns="45720" rIns="91440" bIns="45720" anchor="ctr">
            <a:noAutofit/>
          </a:bodyPr>
          <a:lstStyle/>
          <a:p>
            <a:r>
              <a:rPr lang="zh-CN" altLang="en-US" b="1" dirty="0">
                <a:latin typeface="Arial Narrow" panose="020B0606020202030204" pitchFamily="34" charset="0"/>
              </a:rPr>
              <a:t>使用路由器可以隔离广播域</a:t>
            </a:r>
          </a:p>
        </p:txBody>
      </p:sp>
      <p:grpSp>
        <p:nvGrpSpPr>
          <p:cNvPr id="34" name="组合 33">
            <a:extLst>
              <a:ext uri="{FF2B5EF4-FFF2-40B4-BE49-F238E27FC236}">
                <a16:creationId xmlns:a16="http://schemas.microsoft.com/office/drawing/2014/main" id="{DA6479D0-C4E2-4AA4-B836-46A3FDEB5906}"/>
              </a:ext>
            </a:extLst>
          </p:cNvPr>
          <p:cNvGrpSpPr/>
          <p:nvPr/>
        </p:nvGrpSpPr>
        <p:grpSpPr>
          <a:xfrm>
            <a:off x="2637349" y="3134613"/>
            <a:ext cx="6932506" cy="2868342"/>
            <a:chOff x="2637349" y="3134613"/>
            <a:chExt cx="6932506" cy="2868342"/>
          </a:xfrm>
        </p:grpSpPr>
        <p:grpSp>
          <p:nvGrpSpPr>
            <p:cNvPr id="32" name="组合 31">
              <a:extLst>
                <a:ext uri="{FF2B5EF4-FFF2-40B4-BE49-F238E27FC236}">
                  <a16:creationId xmlns:a16="http://schemas.microsoft.com/office/drawing/2014/main" id="{949A25B6-8B2F-4863-B9CC-AA5F67D73876}"/>
                </a:ext>
              </a:extLst>
            </p:cNvPr>
            <p:cNvGrpSpPr/>
            <p:nvPr/>
          </p:nvGrpSpPr>
          <p:grpSpPr>
            <a:xfrm>
              <a:off x="2637349" y="3134613"/>
              <a:ext cx="6932506" cy="2868342"/>
              <a:chOff x="2920220" y="2956997"/>
              <a:chExt cx="6932506" cy="2868342"/>
            </a:xfrm>
          </p:grpSpPr>
          <p:grpSp>
            <p:nvGrpSpPr>
              <p:cNvPr id="29" name="组合 28">
                <a:extLst>
                  <a:ext uri="{FF2B5EF4-FFF2-40B4-BE49-F238E27FC236}">
                    <a16:creationId xmlns:a16="http://schemas.microsoft.com/office/drawing/2014/main" id="{D8B54956-83E9-479C-B2F1-5D127F003826}"/>
                  </a:ext>
                </a:extLst>
              </p:cNvPr>
              <p:cNvGrpSpPr/>
              <p:nvPr/>
            </p:nvGrpSpPr>
            <p:grpSpPr>
              <a:xfrm>
                <a:off x="2920220" y="2956997"/>
                <a:ext cx="5507099" cy="2868342"/>
                <a:chOff x="7452751" y="2087660"/>
                <a:chExt cx="5507099" cy="2868342"/>
              </a:xfrm>
            </p:grpSpPr>
            <p:cxnSp>
              <p:nvCxnSpPr>
                <p:cNvPr id="28" name="直接连接符 27">
                  <a:extLst>
                    <a:ext uri="{FF2B5EF4-FFF2-40B4-BE49-F238E27FC236}">
                      <a16:creationId xmlns:a16="http://schemas.microsoft.com/office/drawing/2014/main" id="{BDC71B78-7A2C-4255-9F30-796A29CC309D}"/>
                    </a:ext>
                  </a:extLst>
                </p:cNvPr>
                <p:cNvCxnSpPr/>
                <p:nvPr/>
              </p:nvCxnSpPr>
              <p:spPr>
                <a:xfrm>
                  <a:off x="8999956" y="2769514"/>
                  <a:ext cx="0" cy="1934054"/>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cxnSp>
              <p:nvCxnSpPr>
                <p:cNvPr id="11" name="直接连接符 10">
                  <a:extLst>
                    <a:ext uri="{FF2B5EF4-FFF2-40B4-BE49-F238E27FC236}">
                      <a16:creationId xmlns:a16="http://schemas.microsoft.com/office/drawing/2014/main" id="{7E7490CD-0FBF-448B-BE5C-1BC161066D44}"/>
                    </a:ext>
                  </a:extLst>
                </p:cNvPr>
                <p:cNvCxnSpPr>
                  <a:cxnSpLocks/>
                </p:cNvCxnSpPr>
                <p:nvPr/>
              </p:nvCxnSpPr>
              <p:spPr>
                <a:xfrm flipH="1">
                  <a:off x="7955196" y="3571909"/>
                  <a:ext cx="5004654"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pic>
              <p:nvPicPr>
                <p:cNvPr id="25" name="图形 10">
                  <a:extLst>
                    <a:ext uri="{FF2B5EF4-FFF2-40B4-BE49-F238E27FC236}">
                      <a16:creationId xmlns:a16="http://schemas.microsoft.com/office/drawing/2014/main" id="{8D802EA4-AA2C-4B22-8C8F-D853A4F03E7B}"/>
                    </a:ext>
                  </a:extLst>
                </p:cNvPr>
                <p:cNvPicPr>
                  <a:picLocks noChangeAspect="1"/>
                </p:cNvPicPr>
                <p:nvPr/>
              </p:nvPicPr>
              <p:blipFill>
                <a:blip r:embed="rId3">
                  <a:extLst>
                    <a:ext uri="{28A0092B-C50C-407E-A947-70E740481C1C}">
                      <a14:useLocalDpi xmlns:a14="http://schemas.microsoft.com/office/drawing/2010/main" val="0"/>
                    </a:ext>
                    <a:ext uri="{96DAC541-7B7A-43D3-8B79-37D633B846F1}">
                      <asvg:svgBlip xmlns:asvg="http://schemas.microsoft.com/office/drawing/2016/SVG/main" r:embed="rId4"/>
                    </a:ext>
                  </a:extLst>
                </a:blip>
                <a:stretch>
                  <a:fillRect/>
                </a:stretch>
              </p:blipFill>
              <p:spPr>
                <a:xfrm>
                  <a:off x="7452751" y="3273559"/>
                  <a:ext cx="662814" cy="641082"/>
                </a:xfrm>
                <a:prstGeom prst="rect">
                  <a:avLst/>
                </a:prstGeom>
              </p:spPr>
            </p:pic>
            <p:pic>
              <p:nvPicPr>
                <p:cNvPr id="17" name="图片 16" descr="图标&#10;&#10;描述已自动生成">
                  <a:extLst>
                    <a:ext uri="{FF2B5EF4-FFF2-40B4-BE49-F238E27FC236}">
                      <a16:creationId xmlns:a16="http://schemas.microsoft.com/office/drawing/2014/main" id="{9B6D2EFB-2EB3-4E76-AFD3-BCA2C164179F}"/>
                    </a:ext>
                  </a:extLst>
                </p:cNvPr>
                <p:cNvPicPr>
                  <a:picLocks noChangeAspect="1"/>
                </p:cNvPicPr>
                <p:nvPr/>
              </p:nvPicPr>
              <p:blipFill>
                <a:blip r:embed="rId5">
                  <a:extLst>
                    <a:ext uri="{28A0092B-C50C-407E-A947-70E740481C1C}">
                      <a14:useLocalDpi xmlns:a14="http://schemas.microsoft.com/office/drawing/2010/main" val="0"/>
                    </a:ext>
                  </a:extLst>
                </a:blip>
                <a:stretch>
                  <a:fillRect/>
                </a:stretch>
              </p:blipFill>
              <p:spPr>
                <a:xfrm>
                  <a:off x="8763638" y="3201290"/>
                  <a:ext cx="497392" cy="641082"/>
                </a:xfrm>
                <a:prstGeom prst="rect">
                  <a:avLst/>
                </a:prstGeom>
              </p:spPr>
            </p:pic>
            <p:sp>
              <p:nvSpPr>
                <p:cNvPr id="18" name="文本框 17">
                  <a:extLst>
                    <a:ext uri="{FF2B5EF4-FFF2-40B4-BE49-F238E27FC236}">
                      <a16:creationId xmlns:a16="http://schemas.microsoft.com/office/drawing/2014/main" id="{10B61881-F9AC-4984-8148-B009A26AAC0B}"/>
                    </a:ext>
                  </a:extLst>
                </p:cNvPr>
                <p:cNvSpPr txBox="1"/>
                <p:nvPr/>
              </p:nvSpPr>
              <p:spPr>
                <a:xfrm>
                  <a:off x="8103030" y="3709314"/>
                  <a:ext cx="927633" cy="369332"/>
                </a:xfrm>
                <a:prstGeom prst="rect">
                  <a:avLst/>
                </a:prstGeom>
                <a:noFill/>
              </p:spPr>
              <p:txBody>
                <a:bodyPr wrap="square" rtlCol="0">
                  <a:spAutoFit/>
                </a:bodyPr>
                <a:lstStyle/>
                <a:p>
                  <a:pPr algn="ctr"/>
                  <a:r>
                    <a:rPr lang="zh-CN" altLang="en-US" b="1" dirty="0">
                      <a:latin typeface="+mn-ea"/>
                    </a:rPr>
                    <a:t>交换机</a:t>
                  </a:r>
                </a:p>
              </p:txBody>
            </p:sp>
            <p:pic>
              <p:nvPicPr>
                <p:cNvPr id="27" name="图形 10">
                  <a:extLst>
                    <a:ext uri="{FF2B5EF4-FFF2-40B4-BE49-F238E27FC236}">
                      <a16:creationId xmlns:a16="http://schemas.microsoft.com/office/drawing/2014/main" id="{3A55FD8D-7C6B-49C6-B255-1560A99E828F}"/>
                    </a:ext>
                  </a:extLst>
                </p:cNvPr>
                <p:cNvPicPr>
                  <a:picLocks noChangeAspect="1"/>
                </p:cNvPicPr>
                <p:nvPr/>
              </p:nvPicPr>
              <p:blipFill>
                <a:blip r:embed="rId3">
                  <a:extLst>
                    <a:ext uri="{28A0092B-C50C-407E-A947-70E740481C1C}">
                      <a14:useLocalDpi xmlns:a14="http://schemas.microsoft.com/office/drawing/2010/main" val="0"/>
                    </a:ext>
                    <a:ext uri="{96DAC541-7B7A-43D3-8B79-37D633B846F1}">
                      <asvg:svgBlip xmlns:asvg="http://schemas.microsoft.com/office/drawing/2016/SVG/main" r:embed="rId4"/>
                    </a:ext>
                  </a:extLst>
                </a:blip>
                <a:stretch>
                  <a:fillRect/>
                </a:stretch>
              </p:blipFill>
              <p:spPr>
                <a:xfrm>
                  <a:off x="8566847" y="4314920"/>
                  <a:ext cx="662814" cy="641082"/>
                </a:xfrm>
                <a:prstGeom prst="rect">
                  <a:avLst/>
                </a:prstGeom>
              </p:spPr>
            </p:pic>
            <p:pic>
              <p:nvPicPr>
                <p:cNvPr id="31" name="图形 10">
                  <a:extLst>
                    <a:ext uri="{FF2B5EF4-FFF2-40B4-BE49-F238E27FC236}">
                      <a16:creationId xmlns:a16="http://schemas.microsoft.com/office/drawing/2014/main" id="{8AC662FA-6550-40FC-85E6-C8403E433691}"/>
                    </a:ext>
                  </a:extLst>
                </p:cNvPr>
                <p:cNvPicPr>
                  <a:picLocks noChangeAspect="1"/>
                </p:cNvPicPr>
                <p:nvPr/>
              </p:nvPicPr>
              <p:blipFill>
                <a:blip r:embed="rId3">
                  <a:extLst>
                    <a:ext uri="{28A0092B-C50C-407E-A947-70E740481C1C}">
                      <a14:useLocalDpi xmlns:a14="http://schemas.microsoft.com/office/drawing/2010/main" val="0"/>
                    </a:ext>
                    <a:ext uri="{96DAC541-7B7A-43D3-8B79-37D633B846F1}">
                      <asvg:svgBlip xmlns:asvg="http://schemas.microsoft.com/office/drawing/2016/SVG/main" r:embed="rId4"/>
                    </a:ext>
                  </a:extLst>
                </a:blip>
                <a:stretch>
                  <a:fillRect/>
                </a:stretch>
              </p:blipFill>
              <p:spPr>
                <a:xfrm>
                  <a:off x="8680927" y="2087660"/>
                  <a:ext cx="662814" cy="641082"/>
                </a:xfrm>
                <a:prstGeom prst="rect">
                  <a:avLst/>
                </a:prstGeom>
              </p:spPr>
            </p:pic>
          </p:grpSp>
          <p:grpSp>
            <p:nvGrpSpPr>
              <p:cNvPr id="35" name="组合 34">
                <a:extLst>
                  <a:ext uri="{FF2B5EF4-FFF2-40B4-BE49-F238E27FC236}">
                    <a16:creationId xmlns:a16="http://schemas.microsoft.com/office/drawing/2014/main" id="{FC5B017B-5DAC-41BD-922B-3134F9999F54}"/>
                  </a:ext>
                </a:extLst>
              </p:cNvPr>
              <p:cNvGrpSpPr/>
              <p:nvPr/>
            </p:nvGrpSpPr>
            <p:grpSpPr>
              <a:xfrm>
                <a:off x="7981832" y="2956997"/>
                <a:ext cx="1870894" cy="2868342"/>
                <a:chOff x="8566847" y="2087660"/>
                <a:chExt cx="1870894" cy="2868342"/>
              </a:xfrm>
            </p:grpSpPr>
            <p:cxnSp>
              <p:nvCxnSpPr>
                <p:cNvPr id="36" name="直接连接符 35">
                  <a:extLst>
                    <a:ext uri="{FF2B5EF4-FFF2-40B4-BE49-F238E27FC236}">
                      <a16:creationId xmlns:a16="http://schemas.microsoft.com/office/drawing/2014/main" id="{DE942823-6A53-4D04-A081-44C7CCEDD393}"/>
                    </a:ext>
                  </a:extLst>
                </p:cNvPr>
                <p:cNvCxnSpPr/>
                <p:nvPr/>
              </p:nvCxnSpPr>
              <p:spPr>
                <a:xfrm>
                  <a:off x="8999956" y="2769514"/>
                  <a:ext cx="0" cy="1934054"/>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cxnSp>
              <p:nvCxnSpPr>
                <p:cNvPr id="37" name="直接连接符 36">
                  <a:extLst>
                    <a:ext uri="{FF2B5EF4-FFF2-40B4-BE49-F238E27FC236}">
                      <a16:creationId xmlns:a16="http://schemas.microsoft.com/office/drawing/2014/main" id="{E3E211B7-3C89-461B-986E-BEF8542D35D8}"/>
                    </a:ext>
                  </a:extLst>
                </p:cNvPr>
                <p:cNvCxnSpPr>
                  <a:cxnSpLocks/>
                </p:cNvCxnSpPr>
                <p:nvPr/>
              </p:nvCxnSpPr>
              <p:spPr>
                <a:xfrm flipH="1">
                  <a:off x="8955117" y="3571909"/>
                  <a:ext cx="1057138"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pic>
              <p:nvPicPr>
                <p:cNvPr id="38" name="图形 10">
                  <a:extLst>
                    <a:ext uri="{FF2B5EF4-FFF2-40B4-BE49-F238E27FC236}">
                      <a16:creationId xmlns:a16="http://schemas.microsoft.com/office/drawing/2014/main" id="{BD95B71E-5F89-42D4-9231-78E2E0D36FBD}"/>
                    </a:ext>
                  </a:extLst>
                </p:cNvPr>
                <p:cNvPicPr>
                  <a:picLocks noChangeAspect="1"/>
                </p:cNvPicPr>
                <p:nvPr/>
              </p:nvPicPr>
              <p:blipFill>
                <a:blip r:embed="rId3">
                  <a:extLst>
                    <a:ext uri="{28A0092B-C50C-407E-A947-70E740481C1C}">
                      <a14:useLocalDpi xmlns:a14="http://schemas.microsoft.com/office/drawing/2010/main" val="0"/>
                    </a:ext>
                    <a:ext uri="{96DAC541-7B7A-43D3-8B79-37D633B846F1}">
                      <asvg:svgBlip xmlns:asvg="http://schemas.microsoft.com/office/drawing/2016/SVG/main" r:embed="rId4"/>
                    </a:ext>
                  </a:extLst>
                </a:blip>
                <a:stretch>
                  <a:fillRect/>
                </a:stretch>
              </p:blipFill>
              <p:spPr>
                <a:xfrm>
                  <a:off x="9774927" y="3273559"/>
                  <a:ext cx="662814" cy="641082"/>
                </a:xfrm>
                <a:prstGeom prst="rect">
                  <a:avLst/>
                </a:prstGeom>
              </p:spPr>
            </p:pic>
            <p:pic>
              <p:nvPicPr>
                <p:cNvPr id="39" name="图片 38" descr="图标&#10;&#10;描述已自动生成">
                  <a:extLst>
                    <a:ext uri="{FF2B5EF4-FFF2-40B4-BE49-F238E27FC236}">
                      <a16:creationId xmlns:a16="http://schemas.microsoft.com/office/drawing/2014/main" id="{6F2936E2-31E8-43C3-97E4-928109FB0088}"/>
                    </a:ext>
                  </a:extLst>
                </p:cNvPr>
                <p:cNvPicPr>
                  <a:picLocks noChangeAspect="1"/>
                </p:cNvPicPr>
                <p:nvPr/>
              </p:nvPicPr>
              <p:blipFill>
                <a:blip r:embed="rId5">
                  <a:extLst>
                    <a:ext uri="{28A0092B-C50C-407E-A947-70E740481C1C}">
                      <a14:useLocalDpi xmlns:a14="http://schemas.microsoft.com/office/drawing/2010/main" val="0"/>
                    </a:ext>
                  </a:extLst>
                </a:blip>
                <a:stretch>
                  <a:fillRect/>
                </a:stretch>
              </p:blipFill>
              <p:spPr>
                <a:xfrm>
                  <a:off x="8763638" y="3201290"/>
                  <a:ext cx="497392" cy="641082"/>
                </a:xfrm>
                <a:prstGeom prst="rect">
                  <a:avLst/>
                </a:prstGeom>
              </p:spPr>
            </p:pic>
            <p:sp>
              <p:nvSpPr>
                <p:cNvPr id="40" name="文本框 39">
                  <a:extLst>
                    <a:ext uri="{FF2B5EF4-FFF2-40B4-BE49-F238E27FC236}">
                      <a16:creationId xmlns:a16="http://schemas.microsoft.com/office/drawing/2014/main" id="{AFC411A9-8638-48BD-8CFD-369B6C3FCBEA}"/>
                    </a:ext>
                  </a:extLst>
                </p:cNvPr>
                <p:cNvSpPr txBox="1"/>
                <p:nvPr/>
              </p:nvSpPr>
              <p:spPr>
                <a:xfrm>
                  <a:off x="9017428" y="3709314"/>
                  <a:ext cx="927633" cy="369332"/>
                </a:xfrm>
                <a:prstGeom prst="rect">
                  <a:avLst/>
                </a:prstGeom>
                <a:noFill/>
              </p:spPr>
              <p:txBody>
                <a:bodyPr wrap="square" rtlCol="0">
                  <a:spAutoFit/>
                </a:bodyPr>
                <a:lstStyle/>
                <a:p>
                  <a:pPr algn="ctr"/>
                  <a:r>
                    <a:rPr lang="zh-CN" altLang="en-US" b="1" dirty="0">
                      <a:latin typeface="+mn-ea"/>
                    </a:rPr>
                    <a:t>交换机</a:t>
                  </a:r>
                </a:p>
              </p:txBody>
            </p:sp>
            <p:pic>
              <p:nvPicPr>
                <p:cNvPr id="41" name="图形 10">
                  <a:extLst>
                    <a:ext uri="{FF2B5EF4-FFF2-40B4-BE49-F238E27FC236}">
                      <a16:creationId xmlns:a16="http://schemas.microsoft.com/office/drawing/2014/main" id="{8D8F60E7-E486-4D9C-8501-4AAC3BD018DD}"/>
                    </a:ext>
                  </a:extLst>
                </p:cNvPr>
                <p:cNvPicPr>
                  <a:picLocks noChangeAspect="1"/>
                </p:cNvPicPr>
                <p:nvPr/>
              </p:nvPicPr>
              <p:blipFill>
                <a:blip r:embed="rId3">
                  <a:extLst>
                    <a:ext uri="{28A0092B-C50C-407E-A947-70E740481C1C}">
                      <a14:useLocalDpi xmlns:a14="http://schemas.microsoft.com/office/drawing/2010/main" val="0"/>
                    </a:ext>
                    <a:ext uri="{96DAC541-7B7A-43D3-8B79-37D633B846F1}">
                      <asvg:svgBlip xmlns:asvg="http://schemas.microsoft.com/office/drawing/2016/SVG/main" r:embed="rId4"/>
                    </a:ext>
                  </a:extLst>
                </a:blip>
                <a:stretch>
                  <a:fillRect/>
                </a:stretch>
              </p:blipFill>
              <p:spPr>
                <a:xfrm>
                  <a:off x="8566847" y="4314920"/>
                  <a:ext cx="662814" cy="641082"/>
                </a:xfrm>
                <a:prstGeom prst="rect">
                  <a:avLst/>
                </a:prstGeom>
              </p:spPr>
            </p:pic>
            <p:pic>
              <p:nvPicPr>
                <p:cNvPr id="42" name="图形 10">
                  <a:extLst>
                    <a:ext uri="{FF2B5EF4-FFF2-40B4-BE49-F238E27FC236}">
                      <a16:creationId xmlns:a16="http://schemas.microsoft.com/office/drawing/2014/main" id="{3262066E-49B9-4927-A0D6-A16A5EDBD986}"/>
                    </a:ext>
                  </a:extLst>
                </p:cNvPr>
                <p:cNvPicPr>
                  <a:picLocks noChangeAspect="1"/>
                </p:cNvPicPr>
                <p:nvPr/>
              </p:nvPicPr>
              <p:blipFill>
                <a:blip r:embed="rId3">
                  <a:extLst>
                    <a:ext uri="{28A0092B-C50C-407E-A947-70E740481C1C}">
                      <a14:useLocalDpi xmlns:a14="http://schemas.microsoft.com/office/drawing/2010/main" val="0"/>
                    </a:ext>
                    <a:ext uri="{96DAC541-7B7A-43D3-8B79-37D633B846F1}">
                      <asvg:svgBlip xmlns:asvg="http://schemas.microsoft.com/office/drawing/2016/SVG/main" r:embed="rId4"/>
                    </a:ext>
                  </a:extLst>
                </a:blip>
                <a:stretch>
                  <a:fillRect/>
                </a:stretch>
              </p:blipFill>
              <p:spPr>
                <a:xfrm>
                  <a:off x="8680927" y="2087660"/>
                  <a:ext cx="662814" cy="641082"/>
                </a:xfrm>
                <a:prstGeom prst="rect">
                  <a:avLst/>
                </a:prstGeom>
              </p:spPr>
            </p:pic>
          </p:grpSp>
        </p:grpSp>
        <p:sp>
          <p:nvSpPr>
            <p:cNvPr id="33" name="文本框 32">
              <a:extLst>
                <a:ext uri="{FF2B5EF4-FFF2-40B4-BE49-F238E27FC236}">
                  <a16:creationId xmlns:a16="http://schemas.microsoft.com/office/drawing/2014/main" id="{B86ED4CE-755B-41D7-A2CB-852833017A97}"/>
                </a:ext>
              </a:extLst>
            </p:cNvPr>
            <p:cNvSpPr txBox="1"/>
            <p:nvPr/>
          </p:nvSpPr>
          <p:spPr>
            <a:xfrm rot="19135047">
              <a:off x="3234316" y="3752911"/>
              <a:ext cx="631208" cy="523220"/>
            </a:xfrm>
            <a:prstGeom prst="rect">
              <a:avLst/>
            </a:prstGeom>
            <a:noFill/>
          </p:spPr>
          <p:txBody>
            <a:bodyPr wrap="square" rtlCol="0">
              <a:spAutoFit/>
            </a:bodyPr>
            <a:lstStyle/>
            <a:p>
              <a:pPr algn="ctr"/>
              <a:r>
                <a:rPr lang="en-US" altLang="zh-CN" sz="2800" dirty="0">
                  <a:latin typeface="宋体" panose="02010600030101010101" pitchFamily="2" charset="-122"/>
                  <a:ea typeface="宋体" panose="02010600030101010101" pitchFamily="2" charset="-122"/>
                </a:rPr>
                <a:t>…</a:t>
              </a:r>
              <a:endParaRPr lang="zh-CN" altLang="en-US" sz="2800" dirty="0">
                <a:latin typeface="宋体" panose="02010600030101010101" pitchFamily="2" charset="-122"/>
                <a:ea typeface="宋体" panose="02010600030101010101" pitchFamily="2" charset="-122"/>
              </a:endParaRPr>
            </a:p>
          </p:txBody>
        </p:sp>
        <p:sp>
          <p:nvSpPr>
            <p:cNvPr id="49" name="文本框 48">
              <a:extLst>
                <a:ext uri="{FF2B5EF4-FFF2-40B4-BE49-F238E27FC236}">
                  <a16:creationId xmlns:a16="http://schemas.microsoft.com/office/drawing/2014/main" id="{CFD90FFB-058E-4989-9BCC-B97378B4C781}"/>
                </a:ext>
              </a:extLst>
            </p:cNvPr>
            <p:cNvSpPr txBox="1"/>
            <p:nvPr/>
          </p:nvSpPr>
          <p:spPr>
            <a:xfrm rot="19135047">
              <a:off x="8389290" y="5115627"/>
              <a:ext cx="631208" cy="523220"/>
            </a:xfrm>
            <a:prstGeom prst="rect">
              <a:avLst/>
            </a:prstGeom>
            <a:noFill/>
          </p:spPr>
          <p:txBody>
            <a:bodyPr wrap="square" rtlCol="0">
              <a:spAutoFit/>
            </a:bodyPr>
            <a:lstStyle/>
            <a:p>
              <a:pPr algn="ctr"/>
              <a:r>
                <a:rPr lang="en-US" altLang="zh-CN" sz="2800" dirty="0">
                  <a:latin typeface="宋体" panose="02010600030101010101" pitchFamily="2" charset="-122"/>
                  <a:ea typeface="宋体" panose="02010600030101010101" pitchFamily="2" charset="-122"/>
                </a:rPr>
                <a:t>…</a:t>
              </a:r>
              <a:endParaRPr lang="zh-CN" altLang="en-US" sz="2800" dirty="0">
                <a:latin typeface="宋体" panose="02010600030101010101" pitchFamily="2" charset="-122"/>
                <a:ea typeface="宋体" panose="02010600030101010101" pitchFamily="2" charset="-122"/>
              </a:endParaRPr>
            </a:p>
          </p:txBody>
        </p:sp>
      </p:grpSp>
      <p:grpSp>
        <p:nvGrpSpPr>
          <p:cNvPr id="5" name="组合 4">
            <a:extLst>
              <a:ext uri="{FF2B5EF4-FFF2-40B4-BE49-F238E27FC236}">
                <a16:creationId xmlns:a16="http://schemas.microsoft.com/office/drawing/2014/main" id="{62D0F837-3D32-4A19-98E2-1CD9F084BE82}"/>
              </a:ext>
            </a:extLst>
          </p:cNvPr>
          <p:cNvGrpSpPr/>
          <p:nvPr/>
        </p:nvGrpSpPr>
        <p:grpSpPr>
          <a:xfrm>
            <a:off x="5511478" y="4416363"/>
            <a:ext cx="1131314" cy="945510"/>
            <a:chOff x="8618196" y="1526451"/>
            <a:chExt cx="1131314" cy="945510"/>
          </a:xfrm>
        </p:grpSpPr>
        <p:pic>
          <p:nvPicPr>
            <p:cNvPr id="45" name="图形 44">
              <a:extLst>
                <a:ext uri="{FF2B5EF4-FFF2-40B4-BE49-F238E27FC236}">
                  <a16:creationId xmlns:a16="http://schemas.microsoft.com/office/drawing/2014/main" id="{0077476C-C8D9-4FE8-8023-6A8CAEF91F1C}"/>
                </a:ext>
              </a:extLst>
            </p:cNvPr>
            <p:cNvPicPr>
              <a:picLocks noChangeAspect="1"/>
            </p:cNvPicPr>
            <p:nvPr/>
          </p:nvPicPr>
          <p:blipFill>
            <a:blip r:embed="rId6">
              <a:extLst>
                <a:ext uri="{28A0092B-C50C-407E-A947-70E740481C1C}">
                  <a14:useLocalDpi xmlns:a14="http://schemas.microsoft.com/office/drawing/2010/main" val="0"/>
                </a:ext>
                <a:ext uri="{96DAC541-7B7A-43D3-8B79-37D633B846F1}">
                  <asvg:svgBlip xmlns:asvg="http://schemas.microsoft.com/office/drawing/2016/SVG/main" r:embed="rId7"/>
                </a:ext>
              </a:extLst>
            </a:blip>
            <a:stretch>
              <a:fillRect/>
            </a:stretch>
          </p:blipFill>
          <p:spPr>
            <a:xfrm>
              <a:off x="8883108" y="1526451"/>
              <a:ext cx="619273" cy="501316"/>
            </a:xfrm>
            <a:prstGeom prst="rect">
              <a:avLst/>
            </a:prstGeom>
          </p:spPr>
        </p:pic>
        <p:sp>
          <p:nvSpPr>
            <p:cNvPr id="46" name="íşlïḍè">
              <a:extLst>
                <a:ext uri="{FF2B5EF4-FFF2-40B4-BE49-F238E27FC236}">
                  <a16:creationId xmlns:a16="http://schemas.microsoft.com/office/drawing/2014/main" id="{7B9B167B-AC15-4722-A21F-4FA0A247B8D6}"/>
                </a:ext>
              </a:extLst>
            </p:cNvPr>
            <p:cNvSpPr txBox="1"/>
            <p:nvPr/>
          </p:nvSpPr>
          <p:spPr>
            <a:xfrm>
              <a:off x="8618196" y="2052861"/>
              <a:ext cx="1131314" cy="419100"/>
            </a:xfrm>
            <a:prstGeom prst="rect">
              <a:avLst/>
            </a:prstGeom>
            <a:noFill/>
          </p:spPr>
          <p:txBody>
            <a:bodyPr wrap="square" lIns="91440" tIns="45720" rIns="91440" bIns="45720" anchor="ctr">
              <a:noAutofit/>
            </a:bodyPr>
            <a:lstStyle/>
            <a:p>
              <a:pPr algn="ctr"/>
              <a:r>
                <a:rPr lang="zh-CN" altLang="en-US" sz="2000" b="1" dirty="0"/>
                <a:t>路由器</a:t>
              </a:r>
              <a:endParaRPr lang="en-US" altLang="zh-CN" sz="2000" b="1" dirty="0"/>
            </a:p>
          </p:txBody>
        </p:sp>
      </p:grpSp>
      <p:sp>
        <p:nvSpPr>
          <p:cNvPr id="52" name="íşlïḍè">
            <a:extLst>
              <a:ext uri="{FF2B5EF4-FFF2-40B4-BE49-F238E27FC236}">
                <a16:creationId xmlns:a16="http://schemas.microsoft.com/office/drawing/2014/main" id="{F8FA50F7-E23E-4180-9D0F-93B7DAF9F32F}"/>
              </a:ext>
            </a:extLst>
          </p:cNvPr>
          <p:cNvSpPr txBox="1"/>
          <p:nvPr/>
        </p:nvSpPr>
        <p:spPr>
          <a:xfrm>
            <a:off x="4643222" y="1734716"/>
            <a:ext cx="1551405" cy="400110"/>
          </a:xfrm>
          <a:prstGeom prst="rect">
            <a:avLst/>
          </a:prstGeom>
          <a:noFill/>
        </p:spPr>
        <p:txBody>
          <a:bodyPr wrap="square" lIns="91440" tIns="45720" rIns="91440" bIns="45720" anchor="ctr">
            <a:noAutofit/>
          </a:bodyPr>
          <a:lstStyle/>
          <a:p>
            <a:r>
              <a:rPr lang="zh-CN" altLang="en-US" b="1" dirty="0">
                <a:solidFill>
                  <a:schemeClr val="accent5"/>
                </a:solidFill>
                <a:latin typeface="Arial Narrow" panose="020B0606020202030204" pitchFamily="34" charset="0"/>
              </a:rPr>
              <a:t>（成本较高）</a:t>
            </a:r>
          </a:p>
        </p:txBody>
      </p:sp>
      <p:sp>
        <p:nvSpPr>
          <p:cNvPr id="53" name="矩形 52">
            <a:extLst>
              <a:ext uri="{FF2B5EF4-FFF2-40B4-BE49-F238E27FC236}">
                <a16:creationId xmlns:a16="http://schemas.microsoft.com/office/drawing/2014/main" id="{2BBF2CF5-3236-4754-9930-A775D6BDB792}"/>
              </a:ext>
            </a:extLst>
          </p:cNvPr>
          <p:cNvSpPr/>
          <p:nvPr/>
        </p:nvSpPr>
        <p:spPr>
          <a:xfrm>
            <a:off x="1535119" y="2317092"/>
            <a:ext cx="256976" cy="256976"/>
          </a:xfrm>
          <a:prstGeom prst="rect">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54" name="íşlïḍè">
            <a:extLst>
              <a:ext uri="{FF2B5EF4-FFF2-40B4-BE49-F238E27FC236}">
                <a16:creationId xmlns:a16="http://schemas.microsoft.com/office/drawing/2014/main" id="{E2B19B8A-6CF7-4B3C-92C2-F2518AED71A0}"/>
              </a:ext>
            </a:extLst>
          </p:cNvPr>
          <p:cNvSpPr txBox="1"/>
          <p:nvPr/>
        </p:nvSpPr>
        <p:spPr>
          <a:xfrm>
            <a:off x="1852348" y="2262770"/>
            <a:ext cx="2982789" cy="400110"/>
          </a:xfrm>
          <a:prstGeom prst="rect">
            <a:avLst/>
          </a:prstGeom>
          <a:noFill/>
        </p:spPr>
        <p:txBody>
          <a:bodyPr wrap="square" lIns="91440" tIns="45720" rIns="91440" bIns="45720" anchor="ctr">
            <a:noAutofit/>
          </a:bodyPr>
          <a:lstStyle/>
          <a:p>
            <a:r>
              <a:rPr lang="zh-CN" altLang="en-US" b="1" dirty="0">
                <a:latin typeface="Arial Narrow" panose="020B0606020202030204" pitchFamily="34" charset="0"/>
              </a:rPr>
              <a:t>虚拟局域网技术应运而生</a:t>
            </a:r>
          </a:p>
        </p:txBody>
      </p:sp>
    </p:spTree>
    <p:custDataLst>
      <p:tags r:id="rId1"/>
    </p:custDataLst>
    <p:extLst>
      <p:ext uri="{BB962C8B-B14F-4D97-AF65-F5344CB8AC3E}">
        <p14:creationId xmlns:p14="http://schemas.microsoft.com/office/powerpoint/2010/main" val="521240500"/>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53" presetClass="entr" presetSubtype="16" fill="hold" nodeType="withEffect">
                                  <p:stCondLst>
                                    <p:cond delay="0"/>
                                  </p:stCondLst>
                                  <p:childTnLst>
                                    <p:set>
                                      <p:cBhvr>
                                        <p:cTn id="6" dur="1" fill="hold">
                                          <p:stCondLst>
                                            <p:cond delay="0"/>
                                          </p:stCondLst>
                                        </p:cTn>
                                        <p:tgtEl>
                                          <p:spTgt spid="7"/>
                                        </p:tgtEl>
                                        <p:attrNameLst>
                                          <p:attrName>style.visibility</p:attrName>
                                        </p:attrNameLst>
                                      </p:cBhvr>
                                      <p:to>
                                        <p:strVal val="visible"/>
                                      </p:to>
                                    </p:set>
                                    <p:anim calcmode="lin" valueType="num">
                                      <p:cBhvr>
                                        <p:cTn id="7" dur="500" fill="hold"/>
                                        <p:tgtEl>
                                          <p:spTgt spid="7"/>
                                        </p:tgtEl>
                                        <p:attrNameLst>
                                          <p:attrName>ppt_w</p:attrName>
                                        </p:attrNameLst>
                                      </p:cBhvr>
                                      <p:tavLst>
                                        <p:tav tm="0">
                                          <p:val>
                                            <p:fltVal val="0"/>
                                          </p:val>
                                        </p:tav>
                                        <p:tav tm="100000">
                                          <p:val>
                                            <p:strVal val="#ppt_w"/>
                                          </p:val>
                                        </p:tav>
                                      </p:tavLst>
                                    </p:anim>
                                    <p:anim calcmode="lin" valueType="num">
                                      <p:cBhvr>
                                        <p:cTn id="8" dur="500" fill="hold"/>
                                        <p:tgtEl>
                                          <p:spTgt spid="7"/>
                                        </p:tgtEl>
                                        <p:attrNameLst>
                                          <p:attrName>ppt_h</p:attrName>
                                        </p:attrNameLst>
                                      </p:cBhvr>
                                      <p:tavLst>
                                        <p:tav tm="0">
                                          <p:val>
                                            <p:fltVal val="0"/>
                                          </p:val>
                                        </p:tav>
                                        <p:tav tm="100000">
                                          <p:val>
                                            <p:strVal val="#ppt_h"/>
                                          </p:val>
                                        </p:tav>
                                      </p:tavLst>
                                    </p:anim>
                                    <p:animEffect transition="in" filter="fade">
                                      <p:cBhvr>
                                        <p:cTn id="9" dur="500"/>
                                        <p:tgtEl>
                                          <p:spTgt spid="7"/>
                                        </p:tgtEl>
                                      </p:cBhvr>
                                    </p:animEffect>
                                  </p:childTnLst>
                                </p:cTn>
                              </p:par>
                              <p:par>
                                <p:cTn id="10" presetID="53" presetClass="entr" presetSubtype="16" fill="hold" nodeType="withEffect">
                                  <p:stCondLst>
                                    <p:cond delay="0"/>
                                  </p:stCondLst>
                                  <p:childTnLst>
                                    <p:set>
                                      <p:cBhvr>
                                        <p:cTn id="11" dur="1" fill="hold">
                                          <p:stCondLst>
                                            <p:cond delay="0"/>
                                          </p:stCondLst>
                                        </p:cTn>
                                        <p:tgtEl>
                                          <p:spTgt spid="8"/>
                                        </p:tgtEl>
                                        <p:attrNameLst>
                                          <p:attrName>style.visibility</p:attrName>
                                        </p:attrNameLst>
                                      </p:cBhvr>
                                      <p:to>
                                        <p:strVal val="visible"/>
                                      </p:to>
                                    </p:set>
                                    <p:anim calcmode="lin" valueType="num">
                                      <p:cBhvr>
                                        <p:cTn id="12" dur="500" fill="hold"/>
                                        <p:tgtEl>
                                          <p:spTgt spid="8"/>
                                        </p:tgtEl>
                                        <p:attrNameLst>
                                          <p:attrName>ppt_w</p:attrName>
                                        </p:attrNameLst>
                                      </p:cBhvr>
                                      <p:tavLst>
                                        <p:tav tm="0">
                                          <p:val>
                                            <p:fltVal val="0"/>
                                          </p:val>
                                        </p:tav>
                                        <p:tav tm="100000">
                                          <p:val>
                                            <p:strVal val="#ppt_w"/>
                                          </p:val>
                                        </p:tav>
                                      </p:tavLst>
                                    </p:anim>
                                    <p:anim calcmode="lin" valueType="num">
                                      <p:cBhvr>
                                        <p:cTn id="13" dur="500" fill="hold"/>
                                        <p:tgtEl>
                                          <p:spTgt spid="8"/>
                                        </p:tgtEl>
                                        <p:attrNameLst>
                                          <p:attrName>ppt_h</p:attrName>
                                        </p:attrNameLst>
                                      </p:cBhvr>
                                      <p:tavLst>
                                        <p:tav tm="0">
                                          <p:val>
                                            <p:fltVal val="0"/>
                                          </p:val>
                                        </p:tav>
                                        <p:tav tm="100000">
                                          <p:val>
                                            <p:strVal val="#ppt_h"/>
                                          </p:val>
                                        </p:tav>
                                      </p:tavLst>
                                    </p:anim>
                                    <p:animEffect transition="in" filter="fade">
                                      <p:cBhvr>
                                        <p:cTn id="14" dur="500"/>
                                        <p:tgtEl>
                                          <p:spTgt spid="8"/>
                                        </p:tgtEl>
                                      </p:cBhvr>
                                    </p:animEffect>
                                  </p:childTnLst>
                                </p:cTn>
                              </p:par>
                            </p:childTnLst>
                          </p:cTn>
                        </p:par>
                      </p:childTnLst>
                    </p:cTn>
                  </p:par>
                  <p:par>
                    <p:cTn id="15" fill="hold">
                      <p:stCondLst>
                        <p:cond delay="indefinite"/>
                      </p:stCondLst>
                      <p:childTnLst>
                        <p:par>
                          <p:cTn id="16" fill="hold">
                            <p:stCondLst>
                              <p:cond delay="0"/>
                            </p:stCondLst>
                            <p:childTnLst>
                              <p:par>
                                <p:cTn id="17" presetID="12" presetClass="entr" presetSubtype="8" fill="hold" grpId="0" nodeType="clickEffect">
                                  <p:stCondLst>
                                    <p:cond delay="0"/>
                                  </p:stCondLst>
                                  <p:childTnLst>
                                    <p:set>
                                      <p:cBhvr>
                                        <p:cTn id="18" dur="1" fill="hold">
                                          <p:stCondLst>
                                            <p:cond delay="0"/>
                                          </p:stCondLst>
                                        </p:cTn>
                                        <p:tgtEl>
                                          <p:spTgt spid="52"/>
                                        </p:tgtEl>
                                        <p:attrNameLst>
                                          <p:attrName>style.visibility</p:attrName>
                                        </p:attrNameLst>
                                      </p:cBhvr>
                                      <p:to>
                                        <p:strVal val="visible"/>
                                      </p:to>
                                    </p:set>
                                    <p:anim calcmode="lin" valueType="num">
                                      <p:cBhvr additive="base">
                                        <p:cTn id="19" dur="500"/>
                                        <p:tgtEl>
                                          <p:spTgt spid="52"/>
                                        </p:tgtEl>
                                        <p:attrNameLst>
                                          <p:attrName>ppt_x</p:attrName>
                                        </p:attrNameLst>
                                      </p:cBhvr>
                                      <p:tavLst>
                                        <p:tav tm="0">
                                          <p:val>
                                            <p:strVal val="#ppt_x-#ppt_w*1.125000"/>
                                          </p:val>
                                        </p:tav>
                                        <p:tav tm="100000">
                                          <p:val>
                                            <p:strVal val="#ppt_x"/>
                                          </p:val>
                                        </p:tav>
                                      </p:tavLst>
                                    </p:anim>
                                    <p:animEffect transition="in" filter="wipe(right)">
                                      <p:cBhvr>
                                        <p:cTn id="20" dur="500"/>
                                        <p:tgtEl>
                                          <p:spTgt spid="52"/>
                                        </p:tgtEl>
                                      </p:cBhvr>
                                    </p:animEffect>
                                  </p:childTnLst>
                                </p:cTn>
                              </p:par>
                            </p:childTnLst>
                          </p:cTn>
                        </p:par>
                      </p:childTnLst>
                    </p:cTn>
                  </p:par>
                  <p:par>
                    <p:cTn id="21" fill="hold">
                      <p:stCondLst>
                        <p:cond delay="indefinite"/>
                      </p:stCondLst>
                      <p:childTnLst>
                        <p:par>
                          <p:cTn id="22" fill="hold">
                            <p:stCondLst>
                              <p:cond delay="0"/>
                            </p:stCondLst>
                            <p:childTnLst>
                              <p:par>
                                <p:cTn id="23" presetID="49" presetClass="entr" presetSubtype="0" decel="100000" fill="hold" grpId="0" nodeType="clickEffect">
                                  <p:stCondLst>
                                    <p:cond delay="0"/>
                                  </p:stCondLst>
                                  <p:childTnLst>
                                    <p:set>
                                      <p:cBhvr>
                                        <p:cTn id="24" dur="1" fill="hold">
                                          <p:stCondLst>
                                            <p:cond delay="0"/>
                                          </p:stCondLst>
                                        </p:cTn>
                                        <p:tgtEl>
                                          <p:spTgt spid="53"/>
                                        </p:tgtEl>
                                        <p:attrNameLst>
                                          <p:attrName>style.visibility</p:attrName>
                                        </p:attrNameLst>
                                      </p:cBhvr>
                                      <p:to>
                                        <p:strVal val="visible"/>
                                      </p:to>
                                    </p:set>
                                    <p:anim calcmode="lin" valueType="num">
                                      <p:cBhvr>
                                        <p:cTn id="25" dur="500" fill="hold"/>
                                        <p:tgtEl>
                                          <p:spTgt spid="53"/>
                                        </p:tgtEl>
                                        <p:attrNameLst>
                                          <p:attrName>ppt_w</p:attrName>
                                        </p:attrNameLst>
                                      </p:cBhvr>
                                      <p:tavLst>
                                        <p:tav tm="0">
                                          <p:val>
                                            <p:fltVal val="0"/>
                                          </p:val>
                                        </p:tav>
                                        <p:tav tm="100000">
                                          <p:val>
                                            <p:strVal val="#ppt_w"/>
                                          </p:val>
                                        </p:tav>
                                      </p:tavLst>
                                    </p:anim>
                                    <p:anim calcmode="lin" valueType="num">
                                      <p:cBhvr>
                                        <p:cTn id="26" dur="500" fill="hold"/>
                                        <p:tgtEl>
                                          <p:spTgt spid="53"/>
                                        </p:tgtEl>
                                        <p:attrNameLst>
                                          <p:attrName>ppt_h</p:attrName>
                                        </p:attrNameLst>
                                      </p:cBhvr>
                                      <p:tavLst>
                                        <p:tav tm="0">
                                          <p:val>
                                            <p:fltVal val="0"/>
                                          </p:val>
                                        </p:tav>
                                        <p:tav tm="100000">
                                          <p:val>
                                            <p:strVal val="#ppt_h"/>
                                          </p:val>
                                        </p:tav>
                                      </p:tavLst>
                                    </p:anim>
                                    <p:anim calcmode="lin" valueType="num">
                                      <p:cBhvr>
                                        <p:cTn id="27" dur="500" fill="hold"/>
                                        <p:tgtEl>
                                          <p:spTgt spid="53"/>
                                        </p:tgtEl>
                                        <p:attrNameLst>
                                          <p:attrName>style.rotation</p:attrName>
                                        </p:attrNameLst>
                                      </p:cBhvr>
                                      <p:tavLst>
                                        <p:tav tm="0">
                                          <p:val>
                                            <p:fltVal val="360"/>
                                          </p:val>
                                        </p:tav>
                                        <p:tav tm="100000">
                                          <p:val>
                                            <p:fltVal val="0"/>
                                          </p:val>
                                        </p:tav>
                                      </p:tavLst>
                                    </p:anim>
                                    <p:animEffect transition="in" filter="fade">
                                      <p:cBhvr>
                                        <p:cTn id="28" dur="500"/>
                                        <p:tgtEl>
                                          <p:spTgt spid="53"/>
                                        </p:tgtEl>
                                      </p:cBhvr>
                                    </p:animEffect>
                                  </p:childTnLst>
                                </p:cTn>
                              </p:par>
                            </p:childTnLst>
                          </p:cTn>
                        </p:par>
                        <p:par>
                          <p:cTn id="29" fill="hold">
                            <p:stCondLst>
                              <p:cond delay="500"/>
                            </p:stCondLst>
                            <p:childTnLst>
                              <p:par>
                                <p:cTn id="30" presetID="1" presetClass="entr" presetSubtype="0" fill="hold" grpId="0" nodeType="afterEffect">
                                  <p:stCondLst>
                                    <p:cond delay="0"/>
                                  </p:stCondLst>
                                  <p:iterate type="lt">
                                    <p:tmAbs val="100"/>
                                  </p:iterate>
                                  <p:childTnLst>
                                    <p:set>
                                      <p:cBhvr>
                                        <p:cTn id="31" dur="1" fill="hold">
                                          <p:stCondLst>
                                            <p:cond delay="0"/>
                                          </p:stCondLst>
                                        </p:cTn>
                                        <p:tgtEl>
                                          <p:spTgt spid="54"/>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2" grpId="0"/>
      <p:bldP spid="53" grpId="0" animBg="1"/>
      <p:bldP spid="54" grpId="0"/>
    </p:bldLst>
  </p:timing>
</p:sld>
</file>

<file path=ppt/slides/slide47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4" name="组合 3">
            <a:extLst>
              <a:ext uri="{FF2B5EF4-FFF2-40B4-BE49-F238E27FC236}">
                <a16:creationId xmlns:a16="http://schemas.microsoft.com/office/drawing/2014/main" id="{9A1EA9F2-FCB6-48C3-935F-7AE7E3AD14AC}"/>
              </a:ext>
            </a:extLst>
          </p:cNvPr>
          <p:cNvGrpSpPr/>
          <p:nvPr/>
        </p:nvGrpSpPr>
        <p:grpSpPr>
          <a:xfrm>
            <a:off x="304799" y="749300"/>
            <a:ext cx="4938200" cy="400110"/>
            <a:chOff x="424116" y="898245"/>
            <a:chExt cx="4938200" cy="400110"/>
          </a:xfrm>
        </p:grpSpPr>
        <p:sp>
          <p:nvSpPr>
            <p:cNvPr id="2" name="平行四边形 1">
              <a:extLst>
                <a:ext uri="{FF2B5EF4-FFF2-40B4-BE49-F238E27FC236}">
                  <a16:creationId xmlns:a16="http://schemas.microsoft.com/office/drawing/2014/main" id="{1F5BAA3F-9845-4F89-A2DD-8222D3E4EDAC}"/>
                </a:ext>
              </a:extLst>
            </p:cNvPr>
            <p:cNvSpPr/>
            <p:nvPr/>
          </p:nvSpPr>
          <p:spPr>
            <a:xfrm>
              <a:off x="424116" y="898245"/>
              <a:ext cx="681963" cy="387090"/>
            </a:xfrm>
            <a:prstGeom prst="parallelogram">
              <a:avLst/>
            </a:prstGeom>
            <a:solidFill>
              <a:schemeClr val="accent3">
                <a:lumMod val="75000"/>
              </a:schemeClr>
            </a:solidFill>
            <a:ln>
              <a:solidFill>
                <a:schemeClr val="accent3">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CN" sz="2200" dirty="0">
                  <a:latin typeface="Impact" panose="020B0806030902050204" pitchFamily="34" charset="0"/>
                </a:rPr>
                <a:t>02</a:t>
              </a:r>
              <a:endParaRPr lang="zh-CN" altLang="en-US" sz="2200" dirty="0">
                <a:latin typeface="Impact" panose="020B0806030902050204" pitchFamily="34" charset="0"/>
              </a:endParaRPr>
            </a:p>
          </p:txBody>
        </p:sp>
        <p:sp>
          <p:nvSpPr>
            <p:cNvPr id="3" name="文本框 2">
              <a:extLst>
                <a:ext uri="{FF2B5EF4-FFF2-40B4-BE49-F238E27FC236}">
                  <a16:creationId xmlns:a16="http://schemas.microsoft.com/office/drawing/2014/main" id="{4D6BD736-A4D3-4F26-AFED-36E11F50F70B}"/>
                </a:ext>
              </a:extLst>
            </p:cNvPr>
            <p:cNvSpPr txBox="1"/>
            <p:nvPr/>
          </p:nvSpPr>
          <p:spPr>
            <a:xfrm>
              <a:off x="1175950" y="898245"/>
              <a:ext cx="4186366" cy="400110"/>
            </a:xfrm>
            <a:prstGeom prst="rect">
              <a:avLst/>
            </a:prstGeom>
            <a:noFill/>
          </p:spPr>
          <p:txBody>
            <a:bodyPr wrap="square" rtlCol="0">
              <a:spAutoFit/>
            </a:bodyPr>
            <a:lstStyle/>
            <a:p>
              <a:r>
                <a:rPr lang="zh-CN" altLang="en-US" sz="2000" b="1" dirty="0">
                  <a:solidFill>
                    <a:schemeClr val="tx1"/>
                  </a:solidFill>
                  <a:latin typeface="Arial Narrow" panose="020B0606020202030204" pitchFamily="34" charset="0"/>
                </a:rPr>
                <a:t>虚拟局域网</a:t>
              </a:r>
              <a:r>
                <a:rPr lang="en-US" altLang="zh-CN" sz="2000" b="1" dirty="0">
                  <a:solidFill>
                    <a:schemeClr val="tx1"/>
                  </a:solidFill>
                  <a:latin typeface="Arial Narrow" panose="020B0606020202030204" pitchFamily="34" charset="0"/>
                </a:rPr>
                <a:t>VLAN</a:t>
              </a:r>
              <a:r>
                <a:rPr lang="zh-CN" altLang="en-US" sz="2000" b="1" dirty="0">
                  <a:solidFill>
                    <a:schemeClr val="tx1"/>
                  </a:solidFill>
                  <a:latin typeface="Arial Narrow" panose="020B0606020202030204" pitchFamily="34" charset="0"/>
                </a:rPr>
                <a:t>概述</a:t>
              </a:r>
              <a:endParaRPr lang="en-US" altLang="zh-CN" sz="2000" b="1" dirty="0">
                <a:solidFill>
                  <a:schemeClr val="tx1"/>
                </a:solidFill>
                <a:latin typeface="Arial Narrow" panose="020B0606020202030204" pitchFamily="34" charset="0"/>
              </a:endParaRPr>
            </a:p>
          </p:txBody>
        </p:sp>
      </p:grpSp>
      <p:sp>
        <p:nvSpPr>
          <p:cNvPr id="5" name="矩形 4">
            <a:extLst>
              <a:ext uri="{FF2B5EF4-FFF2-40B4-BE49-F238E27FC236}">
                <a16:creationId xmlns:a16="http://schemas.microsoft.com/office/drawing/2014/main" id="{8271A171-7EDC-422B-8B68-C7405045502A}"/>
              </a:ext>
            </a:extLst>
          </p:cNvPr>
          <p:cNvSpPr/>
          <p:nvPr/>
        </p:nvSpPr>
        <p:spPr>
          <a:xfrm>
            <a:off x="1056633" y="1335374"/>
            <a:ext cx="256976" cy="256976"/>
          </a:xfrm>
          <a:prstGeom prst="rect">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6" name="íşlïḍè">
            <a:extLst>
              <a:ext uri="{FF2B5EF4-FFF2-40B4-BE49-F238E27FC236}">
                <a16:creationId xmlns:a16="http://schemas.microsoft.com/office/drawing/2014/main" id="{E9505913-F1F9-4532-854A-E600AA0B20B0}"/>
              </a:ext>
            </a:extLst>
          </p:cNvPr>
          <p:cNvSpPr txBox="1"/>
          <p:nvPr/>
        </p:nvSpPr>
        <p:spPr>
          <a:xfrm>
            <a:off x="1373861" y="1281052"/>
            <a:ext cx="10513339" cy="633267"/>
          </a:xfrm>
          <a:prstGeom prst="rect">
            <a:avLst/>
          </a:prstGeom>
          <a:noFill/>
        </p:spPr>
        <p:txBody>
          <a:bodyPr wrap="square" lIns="91440" tIns="45720" rIns="91440" bIns="45720" anchor="ctr">
            <a:noAutofit/>
          </a:bodyPr>
          <a:lstStyle/>
          <a:p>
            <a:r>
              <a:rPr lang="zh-CN" altLang="en-US" b="1" dirty="0">
                <a:latin typeface="Arial Narrow" panose="020B0606020202030204" pitchFamily="34" charset="0"/>
              </a:rPr>
              <a:t>虚拟局域网（</a:t>
            </a:r>
            <a:r>
              <a:rPr lang="en-US" altLang="zh-CN" b="1" dirty="0">
                <a:solidFill>
                  <a:schemeClr val="accent1">
                    <a:lumMod val="75000"/>
                  </a:schemeClr>
                </a:solidFill>
                <a:latin typeface="Arial Narrow" panose="020B0606020202030204" pitchFamily="34" charset="0"/>
              </a:rPr>
              <a:t>V</a:t>
            </a:r>
            <a:r>
              <a:rPr lang="en-US" altLang="zh-CN" b="1" dirty="0">
                <a:latin typeface="Arial Narrow" panose="020B0606020202030204" pitchFamily="34" charset="0"/>
              </a:rPr>
              <a:t>irtual </a:t>
            </a:r>
            <a:r>
              <a:rPr lang="en-US" altLang="zh-CN" b="1" dirty="0">
                <a:solidFill>
                  <a:schemeClr val="accent1">
                    <a:lumMod val="75000"/>
                  </a:schemeClr>
                </a:solidFill>
                <a:latin typeface="Arial Narrow" panose="020B0606020202030204" pitchFamily="34" charset="0"/>
              </a:rPr>
              <a:t>L</a:t>
            </a:r>
            <a:r>
              <a:rPr lang="en-US" altLang="zh-CN" b="1" dirty="0">
                <a:latin typeface="Arial Narrow" panose="020B0606020202030204" pitchFamily="34" charset="0"/>
              </a:rPr>
              <a:t>ocal</a:t>
            </a:r>
            <a:r>
              <a:rPr lang="zh-CN" altLang="en-US" b="1" dirty="0">
                <a:latin typeface="Arial Narrow" panose="020B0606020202030204" pitchFamily="34" charset="0"/>
              </a:rPr>
              <a:t> </a:t>
            </a:r>
            <a:r>
              <a:rPr lang="en-US" altLang="zh-CN" b="1" dirty="0">
                <a:solidFill>
                  <a:schemeClr val="accent1">
                    <a:lumMod val="75000"/>
                  </a:schemeClr>
                </a:solidFill>
                <a:latin typeface="Arial Narrow" panose="020B0606020202030204" pitchFamily="34" charset="0"/>
              </a:rPr>
              <a:t>A</a:t>
            </a:r>
            <a:r>
              <a:rPr lang="en-US" altLang="zh-CN" b="1" dirty="0">
                <a:latin typeface="Arial Narrow" panose="020B0606020202030204" pitchFamily="34" charset="0"/>
              </a:rPr>
              <a:t>rea </a:t>
            </a:r>
            <a:r>
              <a:rPr lang="en-US" altLang="zh-CN" b="1" dirty="0">
                <a:solidFill>
                  <a:schemeClr val="accent1">
                    <a:lumMod val="75000"/>
                  </a:schemeClr>
                </a:solidFill>
                <a:latin typeface="Arial Narrow" panose="020B0606020202030204" pitchFamily="34" charset="0"/>
              </a:rPr>
              <a:t>N</a:t>
            </a:r>
            <a:r>
              <a:rPr lang="en-US" altLang="zh-CN" b="1" dirty="0">
                <a:latin typeface="Arial Narrow" panose="020B0606020202030204" pitchFamily="34" charset="0"/>
              </a:rPr>
              <a:t>etwork</a:t>
            </a:r>
            <a:r>
              <a:rPr lang="zh-CN" altLang="en-US" b="1" dirty="0">
                <a:latin typeface="Arial Narrow" panose="020B0606020202030204" pitchFamily="34" charset="0"/>
              </a:rPr>
              <a:t>，</a:t>
            </a:r>
            <a:r>
              <a:rPr lang="en-US" altLang="zh-CN" b="1" dirty="0">
                <a:solidFill>
                  <a:schemeClr val="accent1">
                    <a:lumMod val="75000"/>
                  </a:schemeClr>
                </a:solidFill>
                <a:latin typeface="Arial Narrow" panose="020B0606020202030204" pitchFamily="34" charset="0"/>
              </a:rPr>
              <a:t>VLAN</a:t>
            </a:r>
            <a:r>
              <a:rPr lang="zh-CN" altLang="en-US" b="1" dirty="0">
                <a:latin typeface="Arial Narrow" panose="020B0606020202030204" pitchFamily="34" charset="0"/>
              </a:rPr>
              <a:t>）是一种将局域网内的站点划分成</a:t>
            </a:r>
            <a:r>
              <a:rPr lang="zh-CN" altLang="en-US" b="1" dirty="0">
                <a:solidFill>
                  <a:schemeClr val="accent1">
                    <a:lumMod val="75000"/>
                  </a:schemeClr>
                </a:solidFill>
                <a:latin typeface="Arial Narrow" panose="020B0606020202030204" pitchFamily="34" charset="0"/>
              </a:rPr>
              <a:t>与物理位置无关的逻辑组</a:t>
            </a:r>
            <a:r>
              <a:rPr lang="zh-CN" altLang="en-US" b="1" dirty="0">
                <a:latin typeface="Arial Narrow" panose="020B0606020202030204" pitchFamily="34" charset="0"/>
              </a:rPr>
              <a:t>的技术，一个逻辑组就是一个</a:t>
            </a:r>
            <a:r>
              <a:rPr lang="en-US" altLang="zh-CN" b="1" dirty="0">
                <a:latin typeface="Arial Narrow" panose="020B0606020202030204" pitchFamily="34" charset="0"/>
              </a:rPr>
              <a:t>VLAN</a:t>
            </a:r>
            <a:r>
              <a:rPr lang="zh-CN" altLang="en-US" b="1" dirty="0">
                <a:latin typeface="Arial Narrow" panose="020B0606020202030204" pitchFamily="34" charset="0"/>
              </a:rPr>
              <a:t>，</a:t>
            </a:r>
            <a:r>
              <a:rPr lang="en-US" altLang="zh-CN" b="1" dirty="0">
                <a:latin typeface="Arial Narrow" panose="020B0606020202030204" pitchFamily="34" charset="0"/>
              </a:rPr>
              <a:t>VLAN</a:t>
            </a:r>
            <a:r>
              <a:rPr lang="zh-CN" altLang="en-US" b="1" dirty="0">
                <a:latin typeface="Arial Narrow" panose="020B0606020202030204" pitchFamily="34" charset="0"/>
              </a:rPr>
              <a:t>中的各站点具有某些共同的应用需求。</a:t>
            </a:r>
          </a:p>
        </p:txBody>
      </p:sp>
      <p:grpSp>
        <p:nvGrpSpPr>
          <p:cNvPr id="73" name="组合 72">
            <a:extLst>
              <a:ext uri="{FF2B5EF4-FFF2-40B4-BE49-F238E27FC236}">
                <a16:creationId xmlns:a16="http://schemas.microsoft.com/office/drawing/2014/main" id="{EC4079BF-E754-4E9B-97F7-01952FCF9450}"/>
              </a:ext>
            </a:extLst>
          </p:cNvPr>
          <p:cNvGrpSpPr/>
          <p:nvPr/>
        </p:nvGrpSpPr>
        <p:grpSpPr>
          <a:xfrm>
            <a:off x="2522676" y="2424221"/>
            <a:ext cx="452416" cy="3555559"/>
            <a:chOff x="2522676" y="2424221"/>
            <a:chExt cx="452416" cy="3555559"/>
          </a:xfrm>
        </p:grpSpPr>
        <p:cxnSp>
          <p:nvCxnSpPr>
            <p:cNvPr id="62" name="连接符: 肘形 61">
              <a:extLst>
                <a:ext uri="{FF2B5EF4-FFF2-40B4-BE49-F238E27FC236}">
                  <a16:creationId xmlns:a16="http://schemas.microsoft.com/office/drawing/2014/main" id="{3C2AD49F-3E77-4476-A72F-084668EF321A}"/>
                </a:ext>
              </a:extLst>
            </p:cNvPr>
            <p:cNvCxnSpPr>
              <a:cxnSpLocks/>
              <a:stCxn id="58" idx="1"/>
            </p:cNvCxnSpPr>
            <p:nvPr/>
          </p:nvCxnSpPr>
          <p:spPr>
            <a:xfrm rot="10800000" flipV="1">
              <a:off x="2716886" y="5000313"/>
              <a:ext cx="258206" cy="747360"/>
            </a:xfrm>
            <a:prstGeom prst="bentConnector2">
              <a:avLst/>
            </a:prstGeom>
            <a:ln w="12700">
              <a:solidFill>
                <a:schemeClr val="tx1"/>
              </a:solidFill>
              <a:tailEnd type="none"/>
            </a:ln>
          </p:spPr>
          <p:style>
            <a:lnRef idx="1">
              <a:schemeClr val="accent1"/>
            </a:lnRef>
            <a:fillRef idx="0">
              <a:schemeClr val="accent1"/>
            </a:fillRef>
            <a:effectRef idx="0">
              <a:schemeClr val="accent1"/>
            </a:effectRef>
            <a:fontRef idx="minor">
              <a:schemeClr val="tx1"/>
            </a:fontRef>
          </p:style>
        </p:cxnSp>
        <p:cxnSp>
          <p:nvCxnSpPr>
            <p:cNvPr id="65" name="连接符: 肘形 64">
              <a:extLst>
                <a:ext uri="{FF2B5EF4-FFF2-40B4-BE49-F238E27FC236}">
                  <a16:creationId xmlns:a16="http://schemas.microsoft.com/office/drawing/2014/main" id="{9DE8445F-35CF-48EA-9B18-B57BF1CD66EA}"/>
                </a:ext>
              </a:extLst>
            </p:cNvPr>
            <p:cNvCxnSpPr>
              <a:cxnSpLocks/>
              <a:stCxn id="48" idx="1"/>
            </p:cNvCxnSpPr>
            <p:nvPr/>
          </p:nvCxnSpPr>
          <p:spPr>
            <a:xfrm rot="10800000" flipV="1">
              <a:off x="2609382" y="3712266"/>
              <a:ext cx="365710" cy="2267513"/>
            </a:xfrm>
            <a:prstGeom prst="bentConnector2">
              <a:avLst/>
            </a:prstGeom>
            <a:ln w="12700">
              <a:solidFill>
                <a:schemeClr val="tx1"/>
              </a:solidFill>
              <a:tailEnd type="none"/>
            </a:ln>
          </p:spPr>
          <p:style>
            <a:lnRef idx="1">
              <a:schemeClr val="accent1"/>
            </a:lnRef>
            <a:fillRef idx="0">
              <a:schemeClr val="accent1"/>
            </a:fillRef>
            <a:effectRef idx="0">
              <a:schemeClr val="accent1"/>
            </a:effectRef>
            <a:fontRef idx="minor">
              <a:schemeClr val="tx1"/>
            </a:fontRef>
          </p:style>
        </p:cxnSp>
        <p:cxnSp>
          <p:nvCxnSpPr>
            <p:cNvPr id="68" name="连接符: 肘形 67">
              <a:extLst>
                <a:ext uri="{FF2B5EF4-FFF2-40B4-BE49-F238E27FC236}">
                  <a16:creationId xmlns:a16="http://schemas.microsoft.com/office/drawing/2014/main" id="{32807DB6-9144-4239-8B32-A9F787582128}"/>
                </a:ext>
              </a:extLst>
            </p:cNvPr>
            <p:cNvCxnSpPr>
              <a:cxnSpLocks/>
              <a:stCxn id="26" idx="1"/>
            </p:cNvCxnSpPr>
            <p:nvPr/>
          </p:nvCxnSpPr>
          <p:spPr>
            <a:xfrm rot="10800000" flipV="1">
              <a:off x="2522676" y="2424221"/>
              <a:ext cx="452416" cy="3555559"/>
            </a:xfrm>
            <a:prstGeom prst="bentConnector2">
              <a:avLst/>
            </a:prstGeom>
            <a:ln w="12700">
              <a:solidFill>
                <a:schemeClr val="tx1"/>
              </a:solidFill>
              <a:tailEnd type="none"/>
            </a:ln>
          </p:spPr>
          <p:style>
            <a:lnRef idx="1">
              <a:schemeClr val="accent1"/>
            </a:lnRef>
            <a:fillRef idx="0">
              <a:schemeClr val="accent1"/>
            </a:fillRef>
            <a:effectRef idx="0">
              <a:schemeClr val="accent1"/>
            </a:effectRef>
            <a:fontRef idx="minor">
              <a:schemeClr val="tx1"/>
            </a:fontRef>
          </p:style>
        </p:cxnSp>
      </p:grpSp>
      <p:pic>
        <p:nvPicPr>
          <p:cNvPr id="61" name="图片 60" descr="图标&#10;&#10;描述已自动生成">
            <a:extLst>
              <a:ext uri="{FF2B5EF4-FFF2-40B4-BE49-F238E27FC236}">
                <a16:creationId xmlns:a16="http://schemas.microsoft.com/office/drawing/2014/main" id="{CF6531C8-B391-4CC9-A2FA-037EE55F1B52}"/>
              </a:ext>
            </a:extLst>
          </p:cNvPr>
          <p:cNvPicPr>
            <a:picLocks noChangeAspect="1"/>
          </p:cNvPicPr>
          <p:nvPr/>
        </p:nvPicPr>
        <p:blipFill>
          <a:blip r:embed="rId3">
            <a:extLst>
              <a:ext uri="{28A0092B-C50C-407E-A947-70E740481C1C}">
                <a14:useLocalDpi xmlns:a14="http://schemas.microsoft.com/office/drawing/2010/main" val="0"/>
              </a:ext>
            </a:extLst>
          </a:blip>
          <a:stretch>
            <a:fillRect/>
          </a:stretch>
        </p:blipFill>
        <p:spPr>
          <a:xfrm>
            <a:off x="2331503" y="5587458"/>
            <a:ext cx="497392" cy="641082"/>
          </a:xfrm>
          <a:prstGeom prst="rect">
            <a:avLst/>
          </a:prstGeom>
        </p:spPr>
      </p:pic>
      <p:grpSp>
        <p:nvGrpSpPr>
          <p:cNvPr id="78" name="组合 77">
            <a:extLst>
              <a:ext uri="{FF2B5EF4-FFF2-40B4-BE49-F238E27FC236}">
                <a16:creationId xmlns:a16="http://schemas.microsoft.com/office/drawing/2014/main" id="{921C7A07-8EB2-401F-B574-0F3E2DC07E13}"/>
              </a:ext>
            </a:extLst>
          </p:cNvPr>
          <p:cNvGrpSpPr/>
          <p:nvPr/>
        </p:nvGrpSpPr>
        <p:grpSpPr>
          <a:xfrm>
            <a:off x="1268613" y="2103681"/>
            <a:ext cx="10555947" cy="3274186"/>
            <a:chOff x="1268613" y="2103681"/>
            <a:chExt cx="10555947" cy="3274186"/>
          </a:xfrm>
        </p:grpSpPr>
        <p:grpSp>
          <p:nvGrpSpPr>
            <p:cNvPr id="72" name="组合 71">
              <a:extLst>
                <a:ext uri="{FF2B5EF4-FFF2-40B4-BE49-F238E27FC236}">
                  <a16:creationId xmlns:a16="http://schemas.microsoft.com/office/drawing/2014/main" id="{09845D05-7BF0-4C5C-B63B-A282B6F94863}"/>
                </a:ext>
              </a:extLst>
            </p:cNvPr>
            <p:cNvGrpSpPr/>
            <p:nvPr/>
          </p:nvGrpSpPr>
          <p:grpSpPr>
            <a:xfrm>
              <a:off x="1268613" y="2103681"/>
              <a:ext cx="10548800" cy="3274186"/>
              <a:chOff x="1268613" y="2103681"/>
              <a:chExt cx="10548800" cy="3274186"/>
            </a:xfrm>
          </p:grpSpPr>
          <p:grpSp>
            <p:nvGrpSpPr>
              <p:cNvPr id="40" name="组合 39">
                <a:extLst>
                  <a:ext uri="{FF2B5EF4-FFF2-40B4-BE49-F238E27FC236}">
                    <a16:creationId xmlns:a16="http://schemas.microsoft.com/office/drawing/2014/main" id="{2BD28C5F-C880-4B46-81E9-369B1EC3485C}"/>
                  </a:ext>
                </a:extLst>
              </p:cNvPr>
              <p:cNvGrpSpPr/>
              <p:nvPr/>
            </p:nvGrpSpPr>
            <p:grpSpPr>
              <a:xfrm>
                <a:off x="1268613" y="2103681"/>
                <a:ext cx="10548800" cy="698095"/>
                <a:chOff x="1338400" y="2537854"/>
                <a:chExt cx="10548800" cy="698095"/>
              </a:xfrm>
            </p:grpSpPr>
            <p:cxnSp>
              <p:nvCxnSpPr>
                <p:cNvPr id="9" name="连接符: 肘形 8">
                  <a:extLst>
                    <a:ext uri="{FF2B5EF4-FFF2-40B4-BE49-F238E27FC236}">
                      <a16:creationId xmlns:a16="http://schemas.microsoft.com/office/drawing/2014/main" id="{B92B18AE-46F1-4460-BD82-B21DEDFD5C20}"/>
                    </a:ext>
                  </a:extLst>
                </p:cNvPr>
                <p:cNvCxnSpPr>
                  <a:cxnSpLocks/>
                </p:cNvCxnSpPr>
                <p:nvPr/>
              </p:nvCxnSpPr>
              <p:spPr>
                <a:xfrm rot="16200000" flipH="1">
                  <a:off x="4487551" y="1982738"/>
                  <a:ext cx="57013" cy="2335383"/>
                </a:xfrm>
                <a:prstGeom prst="bentConnector3">
                  <a:avLst>
                    <a:gd name="adj1" fmla="val 281730"/>
                  </a:avLst>
                </a:prstGeom>
                <a:ln w="12700">
                  <a:solidFill>
                    <a:schemeClr val="tx1"/>
                  </a:solidFill>
                  <a:tailEnd type="none"/>
                </a:ln>
              </p:spPr>
              <p:style>
                <a:lnRef idx="1">
                  <a:schemeClr val="accent1"/>
                </a:lnRef>
                <a:fillRef idx="0">
                  <a:schemeClr val="accent1"/>
                </a:fillRef>
                <a:effectRef idx="0">
                  <a:schemeClr val="accent1"/>
                </a:effectRef>
                <a:fontRef idx="minor">
                  <a:schemeClr val="tx1"/>
                </a:fontRef>
              </p:style>
            </p:cxnSp>
            <p:cxnSp>
              <p:nvCxnSpPr>
                <p:cNvPr id="27" name="连接符: 肘形 26">
                  <a:extLst>
                    <a:ext uri="{FF2B5EF4-FFF2-40B4-BE49-F238E27FC236}">
                      <a16:creationId xmlns:a16="http://schemas.microsoft.com/office/drawing/2014/main" id="{70021892-DA2B-4152-AB35-A1B4EEA6A666}"/>
                    </a:ext>
                  </a:extLst>
                </p:cNvPr>
                <p:cNvCxnSpPr>
                  <a:cxnSpLocks/>
                </p:cNvCxnSpPr>
                <p:nvPr/>
              </p:nvCxnSpPr>
              <p:spPr>
                <a:xfrm rot="16200000" flipH="1">
                  <a:off x="5594023" y="642609"/>
                  <a:ext cx="183222" cy="4832418"/>
                </a:xfrm>
                <a:prstGeom prst="bentConnector3">
                  <a:avLst>
                    <a:gd name="adj1" fmla="val 224767"/>
                  </a:avLst>
                </a:prstGeom>
                <a:ln w="12700">
                  <a:solidFill>
                    <a:schemeClr val="tx1"/>
                  </a:solidFill>
                  <a:tailEnd type="none"/>
                </a:ln>
              </p:spPr>
              <p:style>
                <a:lnRef idx="1">
                  <a:schemeClr val="accent1"/>
                </a:lnRef>
                <a:fillRef idx="0">
                  <a:schemeClr val="accent1"/>
                </a:fillRef>
                <a:effectRef idx="0">
                  <a:schemeClr val="accent1"/>
                </a:effectRef>
                <a:fontRef idx="minor">
                  <a:schemeClr val="tx1"/>
                </a:fontRef>
              </p:style>
            </p:cxnSp>
            <p:cxnSp>
              <p:nvCxnSpPr>
                <p:cNvPr id="32" name="连接符: 肘形 31">
                  <a:extLst>
                    <a:ext uri="{FF2B5EF4-FFF2-40B4-BE49-F238E27FC236}">
                      <a16:creationId xmlns:a16="http://schemas.microsoft.com/office/drawing/2014/main" id="{E46C65CA-B840-40CC-AA98-E00FE29C4120}"/>
                    </a:ext>
                  </a:extLst>
                </p:cNvPr>
                <p:cNvCxnSpPr>
                  <a:cxnSpLocks/>
                  <a:endCxn id="25" idx="2"/>
                </p:cNvCxnSpPr>
                <p:nvPr/>
              </p:nvCxnSpPr>
              <p:spPr>
                <a:xfrm rot="16200000" flipH="1">
                  <a:off x="6718550" y="-565439"/>
                  <a:ext cx="242768" cy="7360008"/>
                </a:xfrm>
                <a:prstGeom prst="bentConnector3">
                  <a:avLst>
                    <a:gd name="adj1" fmla="val 196874"/>
                  </a:avLst>
                </a:prstGeom>
                <a:ln w="12700">
                  <a:solidFill>
                    <a:schemeClr val="tx1"/>
                  </a:solidFill>
                  <a:tailEnd type="none"/>
                </a:ln>
              </p:spPr>
              <p:style>
                <a:lnRef idx="1">
                  <a:schemeClr val="accent1"/>
                </a:lnRef>
                <a:fillRef idx="0">
                  <a:schemeClr val="accent1"/>
                </a:fillRef>
                <a:effectRef idx="0">
                  <a:schemeClr val="accent1"/>
                </a:effectRef>
                <a:fontRef idx="minor">
                  <a:schemeClr val="tx1"/>
                </a:fontRef>
              </p:style>
            </p:cxnSp>
            <p:pic>
              <p:nvPicPr>
                <p:cNvPr id="23" name="图形 10">
                  <a:extLst>
                    <a:ext uri="{FF2B5EF4-FFF2-40B4-BE49-F238E27FC236}">
                      <a16:creationId xmlns:a16="http://schemas.microsoft.com/office/drawing/2014/main" id="{5A2137C2-AE55-4E03-84D2-6759FC32A2A3}"/>
                    </a:ext>
                  </a:extLst>
                </p:cNvPr>
                <p:cNvPicPr>
                  <a:picLocks noChangeAspect="1"/>
                </p:cNvPicPr>
                <p:nvPr/>
              </p:nvPicPr>
              <p:blipFill>
                <a:blip r:embed="rId4">
                  <a:extLst>
                    <a:ext uri="{28A0092B-C50C-407E-A947-70E740481C1C}">
                      <a14:useLocalDpi xmlns:a14="http://schemas.microsoft.com/office/drawing/2010/main" val="0"/>
                    </a:ext>
                    <a:ext uri="{96DAC541-7B7A-43D3-8B79-37D633B846F1}">
                      <asvg:svgBlip xmlns:asvg="http://schemas.microsoft.com/office/drawing/2016/SVG/main" r:embed="rId5"/>
                    </a:ext>
                  </a:extLst>
                </a:blip>
                <a:stretch>
                  <a:fillRect/>
                </a:stretch>
              </p:blipFill>
              <p:spPr>
                <a:xfrm>
                  <a:off x="5352342" y="2594867"/>
                  <a:ext cx="662814" cy="641082"/>
                </a:xfrm>
                <a:prstGeom prst="rect">
                  <a:avLst/>
                </a:prstGeom>
              </p:spPr>
            </p:pic>
            <p:pic>
              <p:nvPicPr>
                <p:cNvPr id="24" name="图形 10">
                  <a:extLst>
                    <a:ext uri="{FF2B5EF4-FFF2-40B4-BE49-F238E27FC236}">
                      <a16:creationId xmlns:a16="http://schemas.microsoft.com/office/drawing/2014/main" id="{8A4DCD72-63CA-42B3-81B9-D7606F77AE02}"/>
                    </a:ext>
                  </a:extLst>
                </p:cNvPr>
                <p:cNvPicPr>
                  <a:picLocks noChangeAspect="1"/>
                </p:cNvPicPr>
                <p:nvPr/>
              </p:nvPicPr>
              <p:blipFill>
                <a:blip r:embed="rId4">
                  <a:extLst>
                    <a:ext uri="{28A0092B-C50C-407E-A947-70E740481C1C}">
                      <a14:useLocalDpi xmlns:a14="http://schemas.microsoft.com/office/drawing/2010/main" val="0"/>
                    </a:ext>
                    <a:ext uri="{96DAC541-7B7A-43D3-8B79-37D633B846F1}">
                      <asvg:svgBlip xmlns:asvg="http://schemas.microsoft.com/office/drawing/2016/SVG/main" r:embed="rId5"/>
                    </a:ext>
                  </a:extLst>
                </a:blip>
                <a:stretch>
                  <a:fillRect/>
                </a:stretch>
              </p:blipFill>
              <p:spPr>
                <a:xfrm>
                  <a:off x="7770436" y="2594867"/>
                  <a:ext cx="662814" cy="641082"/>
                </a:xfrm>
                <a:prstGeom prst="rect">
                  <a:avLst/>
                </a:prstGeom>
              </p:spPr>
            </p:pic>
            <p:pic>
              <p:nvPicPr>
                <p:cNvPr id="25" name="图形 10">
                  <a:extLst>
                    <a:ext uri="{FF2B5EF4-FFF2-40B4-BE49-F238E27FC236}">
                      <a16:creationId xmlns:a16="http://schemas.microsoft.com/office/drawing/2014/main" id="{1C0F9901-7D3A-457F-90CA-B8C127BAA61C}"/>
                    </a:ext>
                  </a:extLst>
                </p:cNvPr>
                <p:cNvPicPr>
                  <a:picLocks noChangeAspect="1"/>
                </p:cNvPicPr>
                <p:nvPr/>
              </p:nvPicPr>
              <p:blipFill>
                <a:blip r:embed="rId4">
                  <a:extLst>
                    <a:ext uri="{28A0092B-C50C-407E-A947-70E740481C1C}">
                      <a14:useLocalDpi xmlns:a14="http://schemas.microsoft.com/office/drawing/2010/main" val="0"/>
                    </a:ext>
                    <a:ext uri="{96DAC541-7B7A-43D3-8B79-37D633B846F1}">
                      <asvg:svgBlip xmlns:asvg="http://schemas.microsoft.com/office/drawing/2016/SVG/main" r:embed="rId5"/>
                    </a:ext>
                  </a:extLst>
                </a:blip>
                <a:stretch>
                  <a:fillRect/>
                </a:stretch>
              </p:blipFill>
              <p:spPr>
                <a:xfrm>
                  <a:off x="10188531" y="2594867"/>
                  <a:ext cx="662814" cy="641082"/>
                </a:xfrm>
                <a:prstGeom prst="rect">
                  <a:avLst/>
                </a:prstGeom>
              </p:spPr>
            </p:pic>
            <p:pic>
              <p:nvPicPr>
                <p:cNvPr id="26" name="图片 25" descr="图标&#10;&#10;描述已自动生成">
                  <a:extLst>
                    <a:ext uri="{FF2B5EF4-FFF2-40B4-BE49-F238E27FC236}">
                      <a16:creationId xmlns:a16="http://schemas.microsoft.com/office/drawing/2014/main" id="{D271365E-9562-47F2-9DD3-BA4B6BF90554}"/>
                    </a:ext>
                  </a:extLst>
                </p:cNvPr>
                <p:cNvPicPr>
                  <a:picLocks noChangeAspect="1"/>
                </p:cNvPicPr>
                <p:nvPr/>
              </p:nvPicPr>
              <p:blipFill>
                <a:blip r:embed="rId3">
                  <a:extLst>
                    <a:ext uri="{28A0092B-C50C-407E-A947-70E740481C1C}">
                      <a14:useLocalDpi xmlns:a14="http://schemas.microsoft.com/office/drawing/2010/main" val="0"/>
                    </a:ext>
                  </a:extLst>
                </a:blip>
                <a:stretch>
                  <a:fillRect/>
                </a:stretch>
              </p:blipFill>
              <p:spPr>
                <a:xfrm>
                  <a:off x="3044879" y="2537854"/>
                  <a:ext cx="497392" cy="641082"/>
                </a:xfrm>
                <a:prstGeom prst="rect">
                  <a:avLst/>
                </a:prstGeom>
              </p:spPr>
            </p:pic>
            <p:sp>
              <p:nvSpPr>
                <p:cNvPr id="38" name="íşlïḍè">
                  <a:extLst>
                    <a:ext uri="{FF2B5EF4-FFF2-40B4-BE49-F238E27FC236}">
                      <a16:creationId xmlns:a16="http://schemas.microsoft.com/office/drawing/2014/main" id="{72EC9BB3-09AD-4441-B8A9-C6B2DDA3DD95}"/>
                    </a:ext>
                  </a:extLst>
                </p:cNvPr>
                <p:cNvSpPr txBox="1"/>
                <p:nvPr/>
              </p:nvSpPr>
              <p:spPr>
                <a:xfrm>
                  <a:off x="1338400" y="2652645"/>
                  <a:ext cx="1039321" cy="406173"/>
                </a:xfrm>
                <a:prstGeom prst="rect">
                  <a:avLst/>
                </a:prstGeom>
                <a:noFill/>
              </p:spPr>
              <p:txBody>
                <a:bodyPr wrap="square" lIns="91440" tIns="45720" rIns="91440" bIns="45720" anchor="ctr">
                  <a:noAutofit/>
                </a:bodyPr>
                <a:lstStyle/>
                <a:p>
                  <a:r>
                    <a:rPr lang="zh-CN" altLang="en-US" b="1" dirty="0">
                      <a:latin typeface="Arial Narrow" panose="020B0606020202030204" pitchFamily="34" charset="0"/>
                    </a:rPr>
                    <a:t>局域网</a:t>
                  </a:r>
                  <a:r>
                    <a:rPr lang="en-US" altLang="zh-CN" b="1" dirty="0">
                      <a:latin typeface="Arial Narrow" panose="020B0606020202030204" pitchFamily="34" charset="0"/>
                    </a:rPr>
                    <a:t>3</a:t>
                  </a:r>
                  <a:endParaRPr lang="zh-CN" altLang="en-US" b="1" dirty="0">
                    <a:latin typeface="Arial Narrow" panose="020B0606020202030204" pitchFamily="34" charset="0"/>
                  </a:endParaRPr>
                </a:p>
              </p:txBody>
            </p:sp>
            <p:sp>
              <p:nvSpPr>
                <p:cNvPr id="39" name="íşlïḍè">
                  <a:extLst>
                    <a:ext uri="{FF2B5EF4-FFF2-40B4-BE49-F238E27FC236}">
                      <a16:creationId xmlns:a16="http://schemas.microsoft.com/office/drawing/2014/main" id="{6E397B3E-0BBC-4910-A508-D77362179DA4}"/>
                    </a:ext>
                  </a:extLst>
                </p:cNvPr>
                <p:cNvSpPr txBox="1"/>
                <p:nvPr/>
              </p:nvSpPr>
              <p:spPr>
                <a:xfrm>
                  <a:off x="11332106" y="2652645"/>
                  <a:ext cx="555094" cy="406173"/>
                </a:xfrm>
                <a:prstGeom prst="rect">
                  <a:avLst/>
                </a:prstGeom>
                <a:noFill/>
              </p:spPr>
              <p:txBody>
                <a:bodyPr wrap="square" lIns="91440" tIns="45720" rIns="91440" bIns="45720" anchor="ctr">
                  <a:noAutofit/>
                </a:bodyPr>
                <a:lstStyle/>
                <a:p>
                  <a:r>
                    <a:rPr lang="en-US" altLang="zh-CN" b="1" dirty="0">
                      <a:latin typeface="Arial Narrow" panose="020B0606020202030204" pitchFamily="34" charset="0"/>
                    </a:rPr>
                    <a:t>3</a:t>
                  </a:r>
                  <a:r>
                    <a:rPr lang="zh-CN" altLang="en-US" b="1" dirty="0">
                      <a:latin typeface="Arial Narrow" panose="020B0606020202030204" pitchFamily="34" charset="0"/>
                    </a:rPr>
                    <a:t>楼</a:t>
                  </a:r>
                </a:p>
              </p:txBody>
            </p:sp>
          </p:grpSp>
          <p:grpSp>
            <p:nvGrpSpPr>
              <p:cNvPr id="41" name="组合 40">
                <a:extLst>
                  <a:ext uri="{FF2B5EF4-FFF2-40B4-BE49-F238E27FC236}">
                    <a16:creationId xmlns:a16="http://schemas.microsoft.com/office/drawing/2014/main" id="{22DD14FB-7ADB-4453-ADF0-9B34F4B0B023}"/>
                  </a:ext>
                </a:extLst>
              </p:cNvPr>
              <p:cNvGrpSpPr/>
              <p:nvPr/>
            </p:nvGrpSpPr>
            <p:grpSpPr>
              <a:xfrm>
                <a:off x="1268613" y="3391726"/>
                <a:ext cx="10548800" cy="698095"/>
                <a:chOff x="1338400" y="2537854"/>
                <a:chExt cx="10548800" cy="698095"/>
              </a:xfrm>
            </p:grpSpPr>
            <p:cxnSp>
              <p:nvCxnSpPr>
                <p:cNvPr id="42" name="连接符: 肘形 41">
                  <a:extLst>
                    <a:ext uri="{FF2B5EF4-FFF2-40B4-BE49-F238E27FC236}">
                      <a16:creationId xmlns:a16="http://schemas.microsoft.com/office/drawing/2014/main" id="{9AA63ACA-850B-48FA-843F-88BE2B98C2BF}"/>
                    </a:ext>
                  </a:extLst>
                </p:cNvPr>
                <p:cNvCxnSpPr>
                  <a:cxnSpLocks/>
                </p:cNvCxnSpPr>
                <p:nvPr/>
              </p:nvCxnSpPr>
              <p:spPr>
                <a:xfrm rot="16200000" flipH="1">
                  <a:off x="4487551" y="1982738"/>
                  <a:ext cx="57013" cy="2335383"/>
                </a:xfrm>
                <a:prstGeom prst="bentConnector3">
                  <a:avLst>
                    <a:gd name="adj1" fmla="val 281730"/>
                  </a:avLst>
                </a:prstGeom>
                <a:ln w="12700">
                  <a:solidFill>
                    <a:schemeClr val="tx1"/>
                  </a:solidFill>
                  <a:tailEnd type="none"/>
                </a:ln>
              </p:spPr>
              <p:style>
                <a:lnRef idx="1">
                  <a:schemeClr val="accent1"/>
                </a:lnRef>
                <a:fillRef idx="0">
                  <a:schemeClr val="accent1"/>
                </a:fillRef>
                <a:effectRef idx="0">
                  <a:schemeClr val="accent1"/>
                </a:effectRef>
                <a:fontRef idx="minor">
                  <a:schemeClr val="tx1"/>
                </a:fontRef>
              </p:style>
            </p:cxnSp>
            <p:cxnSp>
              <p:nvCxnSpPr>
                <p:cNvPr id="43" name="连接符: 肘形 42">
                  <a:extLst>
                    <a:ext uri="{FF2B5EF4-FFF2-40B4-BE49-F238E27FC236}">
                      <a16:creationId xmlns:a16="http://schemas.microsoft.com/office/drawing/2014/main" id="{1DB41ED9-64D0-47A7-B04B-4C5A1850D4BD}"/>
                    </a:ext>
                  </a:extLst>
                </p:cNvPr>
                <p:cNvCxnSpPr>
                  <a:cxnSpLocks/>
                </p:cNvCxnSpPr>
                <p:nvPr/>
              </p:nvCxnSpPr>
              <p:spPr>
                <a:xfrm rot="16200000" flipH="1">
                  <a:off x="5594023" y="642609"/>
                  <a:ext cx="183222" cy="4832418"/>
                </a:xfrm>
                <a:prstGeom prst="bentConnector3">
                  <a:avLst>
                    <a:gd name="adj1" fmla="val 224767"/>
                  </a:avLst>
                </a:prstGeom>
                <a:ln w="12700">
                  <a:solidFill>
                    <a:schemeClr val="tx1"/>
                  </a:solidFill>
                  <a:tailEnd type="none"/>
                </a:ln>
              </p:spPr>
              <p:style>
                <a:lnRef idx="1">
                  <a:schemeClr val="accent1"/>
                </a:lnRef>
                <a:fillRef idx="0">
                  <a:schemeClr val="accent1"/>
                </a:fillRef>
                <a:effectRef idx="0">
                  <a:schemeClr val="accent1"/>
                </a:effectRef>
                <a:fontRef idx="minor">
                  <a:schemeClr val="tx1"/>
                </a:fontRef>
              </p:style>
            </p:cxnSp>
            <p:cxnSp>
              <p:nvCxnSpPr>
                <p:cNvPr id="44" name="连接符: 肘形 43">
                  <a:extLst>
                    <a:ext uri="{FF2B5EF4-FFF2-40B4-BE49-F238E27FC236}">
                      <a16:creationId xmlns:a16="http://schemas.microsoft.com/office/drawing/2014/main" id="{73601D39-E37F-41F1-862E-148C10038A4D}"/>
                    </a:ext>
                  </a:extLst>
                </p:cNvPr>
                <p:cNvCxnSpPr>
                  <a:cxnSpLocks/>
                  <a:endCxn id="47" idx="2"/>
                </p:cNvCxnSpPr>
                <p:nvPr/>
              </p:nvCxnSpPr>
              <p:spPr>
                <a:xfrm rot="16200000" flipH="1">
                  <a:off x="6718550" y="-565439"/>
                  <a:ext cx="242768" cy="7360008"/>
                </a:xfrm>
                <a:prstGeom prst="bentConnector3">
                  <a:avLst>
                    <a:gd name="adj1" fmla="val 196874"/>
                  </a:avLst>
                </a:prstGeom>
                <a:ln w="12700">
                  <a:solidFill>
                    <a:schemeClr val="tx1"/>
                  </a:solidFill>
                  <a:tailEnd type="none"/>
                </a:ln>
              </p:spPr>
              <p:style>
                <a:lnRef idx="1">
                  <a:schemeClr val="accent1"/>
                </a:lnRef>
                <a:fillRef idx="0">
                  <a:schemeClr val="accent1"/>
                </a:fillRef>
                <a:effectRef idx="0">
                  <a:schemeClr val="accent1"/>
                </a:effectRef>
                <a:fontRef idx="minor">
                  <a:schemeClr val="tx1"/>
                </a:fontRef>
              </p:style>
            </p:cxnSp>
            <p:pic>
              <p:nvPicPr>
                <p:cNvPr id="45" name="图形 10">
                  <a:extLst>
                    <a:ext uri="{FF2B5EF4-FFF2-40B4-BE49-F238E27FC236}">
                      <a16:creationId xmlns:a16="http://schemas.microsoft.com/office/drawing/2014/main" id="{D08352ED-73A7-415F-A038-249EF0C20327}"/>
                    </a:ext>
                  </a:extLst>
                </p:cNvPr>
                <p:cNvPicPr>
                  <a:picLocks noChangeAspect="1"/>
                </p:cNvPicPr>
                <p:nvPr/>
              </p:nvPicPr>
              <p:blipFill>
                <a:blip r:embed="rId4">
                  <a:extLst>
                    <a:ext uri="{28A0092B-C50C-407E-A947-70E740481C1C}">
                      <a14:useLocalDpi xmlns:a14="http://schemas.microsoft.com/office/drawing/2010/main" val="0"/>
                    </a:ext>
                    <a:ext uri="{96DAC541-7B7A-43D3-8B79-37D633B846F1}">
                      <asvg:svgBlip xmlns:asvg="http://schemas.microsoft.com/office/drawing/2016/SVG/main" r:embed="rId5"/>
                    </a:ext>
                  </a:extLst>
                </a:blip>
                <a:stretch>
                  <a:fillRect/>
                </a:stretch>
              </p:blipFill>
              <p:spPr>
                <a:xfrm>
                  <a:off x="5352342" y="2594867"/>
                  <a:ext cx="662814" cy="641082"/>
                </a:xfrm>
                <a:prstGeom prst="rect">
                  <a:avLst/>
                </a:prstGeom>
              </p:spPr>
            </p:pic>
            <p:pic>
              <p:nvPicPr>
                <p:cNvPr id="46" name="图形 10">
                  <a:extLst>
                    <a:ext uri="{FF2B5EF4-FFF2-40B4-BE49-F238E27FC236}">
                      <a16:creationId xmlns:a16="http://schemas.microsoft.com/office/drawing/2014/main" id="{DB1C2CAA-7026-4742-9806-5E5B4D17100A}"/>
                    </a:ext>
                  </a:extLst>
                </p:cNvPr>
                <p:cNvPicPr>
                  <a:picLocks noChangeAspect="1"/>
                </p:cNvPicPr>
                <p:nvPr/>
              </p:nvPicPr>
              <p:blipFill>
                <a:blip r:embed="rId4">
                  <a:extLst>
                    <a:ext uri="{28A0092B-C50C-407E-A947-70E740481C1C}">
                      <a14:useLocalDpi xmlns:a14="http://schemas.microsoft.com/office/drawing/2010/main" val="0"/>
                    </a:ext>
                    <a:ext uri="{96DAC541-7B7A-43D3-8B79-37D633B846F1}">
                      <asvg:svgBlip xmlns:asvg="http://schemas.microsoft.com/office/drawing/2016/SVG/main" r:embed="rId5"/>
                    </a:ext>
                  </a:extLst>
                </a:blip>
                <a:stretch>
                  <a:fillRect/>
                </a:stretch>
              </p:blipFill>
              <p:spPr>
                <a:xfrm>
                  <a:off x="7770436" y="2594867"/>
                  <a:ext cx="662814" cy="641082"/>
                </a:xfrm>
                <a:prstGeom prst="rect">
                  <a:avLst/>
                </a:prstGeom>
              </p:spPr>
            </p:pic>
            <p:pic>
              <p:nvPicPr>
                <p:cNvPr id="47" name="图形 10">
                  <a:extLst>
                    <a:ext uri="{FF2B5EF4-FFF2-40B4-BE49-F238E27FC236}">
                      <a16:creationId xmlns:a16="http://schemas.microsoft.com/office/drawing/2014/main" id="{EA0EB8F7-8542-4D3D-90D8-6FEE54425547}"/>
                    </a:ext>
                  </a:extLst>
                </p:cNvPr>
                <p:cNvPicPr>
                  <a:picLocks noChangeAspect="1"/>
                </p:cNvPicPr>
                <p:nvPr/>
              </p:nvPicPr>
              <p:blipFill>
                <a:blip r:embed="rId4">
                  <a:extLst>
                    <a:ext uri="{28A0092B-C50C-407E-A947-70E740481C1C}">
                      <a14:useLocalDpi xmlns:a14="http://schemas.microsoft.com/office/drawing/2010/main" val="0"/>
                    </a:ext>
                    <a:ext uri="{96DAC541-7B7A-43D3-8B79-37D633B846F1}">
                      <asvg:svgBlip xmlns:asvg="http://schemas.microsoft.com/office/drawing/2016/SVG/main" r:embed="rId5"/>
                    </a:ext>
                  </a:extLst>
                </a:blip>
                <a:stretch>
                  <a:fillRect/>
                </a:stretch>
              </p:blipFill>
              <p:spPr>
                <a:xfrm>
                  <a:off x="10188531" y="2594867"/>
                  <a:ext cx="662814" cy="641082"/>
                </a:xfrm>
                <a:prstGeom prst="rect">
                  <a:avLst/>
                </a:prstGeom>
              </p:spPr>
            </p:pic>
            <p:pic>
              <p:nvPicPr>
                <p:cNvPr id="48" name="图片 47" descr="图标&#10;&#10;描述已自动生成">
                  <a:extLst>
                    <a:ext uri="{FF2B5EF4-FFF2-40B4-BE49-F238E27FC236}">
                      <a16:creationId xmlns:a16="http://schemas.microsoft.com/office/drawing/2014/main" id="{01E25913-E20B-4DD9-A851-3367C335732E}"/>
                    </a:ext>
                  </a:extLst>
                </p:cNvPr>
                <p:cNvPicPr>
                  <a:picLocks noChangeAspect="1"/>
                </p:cNvPicPr>
                <p:nvPr/>
              </p:nvPicPr>
              <p:blipFill>
                <a:blip r:embed="rId3">
                  <a:extLst>
                    <a:ext uri="{28A0092B-C50C-407E-A947-70E740481C1C}">
                      <a14:useLocalDpi xmlns:a14="http://schemas.microsoft.com/office/drawing/2010/main" val="0"/>
                    </a:ext>
                  </a:extLst>
                </a:blip>
                <a:stretch>
                  <a:fillRect/>
                </a:stretch>
              </p:blipFill>
              <p:spPr>
                <a:xfrm>
                  <a:off x="3044879" y="2537854"/>
                  <a:ext cx="497392" cy="641082"/>
                </a:xfrm>
                <a:prstGeom prst="rect">
                  <a:avLst/>
                </a:prstGeom>
              </p:spPr>
            </p:pic>
            <p:sp>
              <p:nvSpPr>
                <p:cNvPr id="49" name="íşlïḍè">
                  <a:extLst>
                    <a:ext uri="{FF2B5EF4-FFF2-40B4-BE49-F238E27FC236}">
                      <a16:creationId xmlns:a16="http://schemas.microsoft.com/office/drawing/2014/main" id="{2C0E4758-3D19-4F6E-B32F-92CF5DF44D2D}"/>
                    </a:ext>
                  </a:extLst>
                </p:cNvPr>
                <p:cNvSpPr txBox="1"/>
                <p:nvPr/>
              </p:nvSpPr>
              <p:spPr>
                <a:xfrm>
                  <a:off x="1338400" y="2652645"/>
                  <a:ext cx="1039321" cy="406173"/>
                </a:xfrm>
                <a:prstGeom prst="rect">
                  <a:avLst/>
                </a:prstGeom>
                <a:noFill/>
              </p:spPr>
              <p:txBody>
                <a:bodyPr wrap="square" lIns="91440" tIns="45720" rIns="91440" bIns="45720" anchor="ctr">
                  <a:noAutofit/>
                </a:bodyPr>
                <a:lstStyle/>
                <a:p>
                  <a:r>
                    <a:rPr lang="zh-CN" altLang="en-US" b="1" dirty="0">
                      <a:latin typeface="Arial Narrow" panose="020B0606020202030204" pitchFamily="34" charset="0"/>
                    </a:rPr>
                    <a:t>局域网</a:t>
                  </a:r>
                  <a:r>
                    <a:rPr lang="en-US" altLang="zh-CN" b="1" dirty="0">
                      <a:latin typeface="Arial Narrow" panose="020B0606020202030204" pitchFamily="34" charset="0"/>
                    </a:rPr>
                    <a:t>2</a:t>
                  </a:r>
                  <a:endParaRPr lang="zh-CN" altLang="en-US" b="1" dirty="0">
                    <a:latin typeface="Arial Narrow" panose="020B0606020202030204" pitchFamily="34" charset="0"/>
                  </a:endParaRPr>
                </a:p>
              </p:txBody>
            </p:sp>
            <p:sp>
              <p:nvSpPr>
                <p:cNvPr id="50" name="íşlïḍè">
                  <a:extLst>
                    <a:ext uri="{FF2B5EF4-FFF2-40B4-BE49-F238E27FC236}">
                      <a16:creationId xmlns:a16="http://schemas.microsoft.com/office/drawing/2014/main" id="{31D2E720-57F3-4AE7-B443-A039A06B5EC2}"/>
                    </a:ext>
                  </a:extLst>
                </p:cNvPr>
                <p:cNvSpPr txBox="1"/>
                <p:nvPr/>
              </p:nvSpPr>
              <p:spPr>
                <a:xfrm>
                  <a:off x="11332106" y="2652645"/>
                  <a:ext cx="555094" cy="406173"/>
                </a:xfrm>
                <a:prstGeom prst="rect">
                  <a:avLst/>
                </a:prstGeom>
                <a:noFill/>
              </p:spPr>
              <p:txBody>
                <a:bodyPr wrap="square" lIns="91440" tIns="45720" rIns="91440" bIns="45720" anchor="ctr">
                  <a:noAutofit/>
                </a:bodyPr>
                <a:lstStyle/>
                <a:p>
                  <a:r>
                    <a:rPr lang="en-US" altLang="zh-CN" b="1" dirty="0">
                      <a:latin typeface="Arial Narrow" panose="020B0606020202030204" pitchFamily="34" charset="0"/>
                    </a:rPr>
                    <a:t>2</a:t>
                  </a:r>
                  <a:r>
                    <a:rPr lang="zh-CN" altLang="en-US" b="1" dirty="0">
                      <a:latin typeface="Arial Narrow" panose="020B0606020202030204" pitchFamily="34" charset="0"/>
                    </a:rPr>
                    <a:t>楼</a:t>
                  </a:r>
                </a:p>
              </p:txBody>
            </p:sp>
          </p:grpSp>
          <p:grpSp>
            <p:nvGrpSpPr>
              <p:cNvPr id="51" name="组合 50">
                <a:extLst>
                  <a:ext uri="{FF2B5EF4-FFF2-40B4-BE49-F238E27FC236}">
                    <a16:creationId xmlns:a16="http://schemas.microsoft.com/office/drawing/2014/main" id="{8156AD0D-ECA9-4468-B6D5-7AFCA1EC2158}"/>
                  </a:ext>
                </a:extLst>
              </p:cNvPr>
              <p:cNvGrpSpPr/>
              <p:nvPr/>
            </p:nvGrpSpPr>
            <p:grpSpPr>
              <a:xfrm>
                <a:off x="1268613" y="4679772"/>
                <a:ext cx="10548800" cy="698095"/>
                <a:chOff x="1338400" y="2537854"/>
                <a:chExt cx="10548800" cy="698095"/>
              </a:xfrm>
            </p:grpSpPr>
            <p:cxnSp>
              <p:nvCxnSpPr>
                <p:cNvPr id="52" name="连接符: 肘形 51">
                  <a:extLst>
                    <a:ext uri="{FF2B5EF4-FFF2-40B4-BE49-F238E27FC236}">
                      <a16:creationId xmlns:a16="http://schemas.microsoft.com/office/drawing/2014/main" id="{1CA8C8B1-6209-498A-927B-2D766D9DB7D0}"/>
                    </a:ext>
                  </a:extLst>
                </p:cNvPr>
                <p:cNvCxnSpPr>
                  <a:cxnSpLocks/>
                </p:cNvCxnSpPr>
                <p:nvPr/>
              </p:nvCxnSpPr>
              <p:spPr>
                <a:xfrm rot="16200000" flipH="1">
                  <a:off x="4487551" y="1982738"/>
                  <a:ext cx="57013" cy="2335383"/>
                </a:xfrm>
                <a:prstGeom prst="bentConnector3">
                  <a:avLst>
                    <a:gd name="adj1" fmla="val 281730"/>
                  </a:avLst>
                </a:prstGeom>
                <a:ln w="12700">
                  <a:solidFill>
                    <a:schemeClr val="tx1"/>
                  </a:solidFill>
                  <a:tailEnd type="none"/>
                </a:ln>
              </p:spPr>
              <p:style>
                <a:lnRef idx="1">
                  <a:schemeClr val="accent1"/>
                </a:lnRef>
                <a:fillRef idx="0">
                  <a:schemeClr val="accent1"/>
                </a:fillRef>
                <a:effectRef idx="0">
                  <a:schemeClr val="accent1"/>
                </a:effectRef>
                <a:fontRef idx="minor">
                  <a:schemeClr val="tx1"/>
                </a:fontRef>
              </p:style>
            </p:cxnSp>
            <p:cxnSp>
              <p:nvCxnSpPr>
                <p:cNvPr id="53" name="连接符: 肘形 52">
                  <a:extLst>
                    <a:ext uri="{FF2B5EF4-FFF2-40B4-BE49-F238E27FC236}">
                      <a16:creationId xmlns:a16="http://schemas.microsoft.com/office/drawing/2014/main" id="{0CADAF48-9C8B-47E3-9D89-89D093752DE0}"/>
                    </a:ext>
                  </a:extLst>
                </p:cNvPr>
                <p:cNvCxnSpPr>
                  <a:cxnSpLocks/>
                </p:cNvCxnSpPr>
                <p:nvPr/>
              </p:nvCxnSpPr>
              <p:spPr>
                <a:xfrm rot="16200000" flipH="1">
                  <a:off x="5594023" y="642609"/>
                  <a:ext cx="183222" cy="4832418"/>
                </a:xfrm>
                <a:prstGeom prst="bentConnector3">
                  <a:avLst>
                    <a:gd name="adj1" fmla="val 224767"/>
                  </a:avLst>
                </a:prstGeom>
                <a:ln w="12700">
                  <a:solidFill>
                    <a:schemeClr val="tx1"/>
                  </a:solidFill>
                  <a:tailEnd type="none"/>
                </a:ln>
              </p:spPr>
              <p:style>
                <a:lnRef idx="1">
                  <a:schemeClr val="accent1"/>
                </a:lnRef>
                <a:fillRef idx="0">
                  <a:schemeClr val="accent1"/>
                </a:fillRef>
                <a:effectRef idx="0">
                  <a:schemeClr val="accent1"/>
                </a:effectRef>
                <a:fontRef idx="minor">
                  <a:schemeClr val="tx1"/>
                </a:fontRef>
              </p:style>
            </p:cxnSp>
            <p:cxnSp>
              <p:nvCxnSpPr>
                <p:cNvPr id="54" name="连接符: 肘形 53">
                  <a:extLst>
                    <a:ext uri="{FF2B5EF4-FFF2-40B4-BE49-F238E27FC236}">
                      <a16:creationId xmlns:a16="http://schemas.microsoft.com/office/drawing/2014/main" id="{CC1A1AFC-1E4D-4159-90B5-2AF2FCC2C978}"/>
                    </a:ext>
                  </a:extLst>
                </p:cNvPr>
                <p:cNvCxnSpPr>
                  <a:cxnSpLocks/>
                  <a:endCxn id="57" idx="2"/>
                </p:cNvCxnSpPr>
                <p:nvPr/>
              </p:nvCxnSpPr>
              <p:spPr>
                <a:xfrm rot="16200000" flipH="1">
                  <a:off x="6718550" y="-565439"/>
                  <a:ext cx="242768" cy="7360008"/>
                </a:xfrm>
                <a:prstGeom prst="bentConnector3">
                  <a:avLst>
                    <a:gd name="adj1" fmla="val 196874"/>
                  </a:avLst>
                </a:prstGeom>
                <a:ln w="12700">
                  <a:solidFill>
                    <a:schemeClr val="tx1"/>
                  </a:solidFill>
                  <a:tailEnd type="none"/>
                </a:ln>
              </p:spPr>
              <p:style>
                <a:lnRef idx="1">
                  <a:schemeClr val="accent1"/>
                </a:lnRef>
                <a:fillRef idx="0">
                  <a:schemeClr val="accent1"/>
                </a:fillRef>
                <a:effectRef idx="0">
                  <a:schemeClr val="accent1"/>
                </a:effectRef>
                <a:fontRef idx="minor">
                  <a:schemeClr val="tx1"/>
                </a:fontRef>
              </p:style>
            </p:cxnSp>
            <p:pic>
              <p:nvPicPr>
                <p:cNvPr id="55" name="图形 10">
                  <a:extLst>
                    <a:ext uri="{FF2B5EF4-FFF2-40B4-BE49-F238E27FC236}">
                      <a16:creationId xmlns:a16="http://schemas.microsoft.com/office/drawing/2014/main" id="{8A8DFBDE-A25A-453E-B28F-68E243FF7E4A}"/>
                    </a:ext>
                  </a:extLst>
                </p:cNvPr>
                <p:cNvPicPr>
                  <a:picLocks noChangeAspect="1"/>
                </p:cNvPicPr>
                <p:nvPr/>
              </p:nvPicPr>
              <p:blipFill>
                <a:blip r:embed="rId4">
                  <a:extLst>
                    <a:ext uri="{28A0092B-C50C-407E-A947-70E740481C1C}">
                      <a14:useLocalDpi xmlns:a14="http://schemas.microsoft.com/office/drawing/2010/main" val="0"/>
                    </a:ext>
                    <a:ext uri="{96DAC541-7B7A-43D3-8B79-37D633B846F1}">
                      <asvg:svgBlip xmlns:asvg="http://schemas.microsoft.com/office/drawing/2016/SVG/main" r:embed="rId5"/>
                    </a:ext>
                  </a:extLst>
                </a:blip>
                <a:stretch>
                  <a:fillRect/>
                </a:stretch>
              </p:blipFill>
              <p:spPr>
                <a:xfrm>
                  <a:off x="5352342" y="2594867"/>
                  <a:ext cx="662814" cy="641082"/>
                </a:xfrm>
                <a:prstGeom prst="rect">
                  <a:avLst/>
                </a:prstGeom>
              </p:spPr>
            </p:pic>
            <p:pic>
              <p:nvPicPr>
                <p:cNvPr id="56" name="图形 10">
                  <a:extLst>
                    <a:ext uri="{FF2B5EF4-FFF2-40B4-BE49-F238E27FC236}">
                      <a16:creationId xmlns:a16="http://schemas.microsoft.com/office/drawing/2014/main" id="{A264ED30-2E7A-4C7A-8B8A-906D94CEB8D9}"/>
                    </a:ext>
                  </a:extLst>
                </p:cNvPr>
                <p:cNvPicPr>
                  <a:picLocks noChangeAspect="1"/>
                </p:cNvPicPr>
                <p:nvPr/>
              </p:nvPicPr>
              <p:blipFill>
                <a:blip r:embed="rId4">
                  <a:extLst>
                    <a:ext uri="{28A0092B-C50C-407E-A947-70E740481C1C}">
                      <a14:useLocalDpi xmlns:a14="http://schemas.microsoft.com/office/drawing/2010/main" val="0"/>
                    </a:ext>
                    <a:ext uri="{96DAC541-7B7A-43D3-8B79-37D633B846F1}">
                      <asvg:svgBlip xmlns:asvg="http://schemas.microsoft.com/office/drawing/2016/SVG/main" r:embed="rId5"/>
                    </a:ext>
                  </a:extLst>
                </a:blip>
                <a:stretch>
                  <a:fillRect/>
                </a:stretch>
              </p:blipFill>
              <p:spPr>
                <a:xfrm>
                  <a:off x="7770436" y="2594867"/>
                  <a:ext cx="662814" cy="641082"/>
                </a:xfrm>
                <a:prstGeom prst="rect">
                  <a:avLst/>
                </a:prstGeom>
              </p:spPr>
            </p:pic>
            <p:pic>
              <p:nvPicPr>
                <p:cNvPr id="57" name="图形 10">
                  <a:extLst>
                    <a:ext uri="{FF2B5EF4-FFF2-40B4-BE49-F238E27FC236}">
                      <a16:creationId xmlns:a16="http://schemas.microsoft.com/office/drawing/2014/main" id="{D3E86342-A0F1-4872-8BD1-01E9E52C8FB6}"/>
                    </a:ext>
                  </a:extLst>
                </p:cNvPr>
                <p:cNvPicPr>
                  <a:picLocks noChangeAspect="1"/>
                </p:cNvPicPr>
                <p:nvPr/>
              </p:nvPicPr>
              <p:blipFill>
                <a:blip r:embed="rId4">
                  <a:extLst>
                    <a:ext uri="{28A0092B-C50C-407E-A947-70E740481C1C}">
                      <a14:useLocalDpi xmlns:a14="http://schemas.microsoft.com/office/drawing/2010/main" val="0"/>
                    </a:ext>
                    <a:ext uri="{96DAC541-7B7A-43D3-8B79-37D633B846F1}">
                      <asvg:svgBlip xmlns:asvg="http://schemas.microsoft.com/office/drawing/2016/SVG/main" r:embed="rId5"/>
                    </a:ext>
                  </a:extLst>
                </a:blip>
                <a:stretch>
                  <a:fillRect/>
                </a:stretch>
              </p:blipFill>
              <p:spPr>
                <a:xfrm>
                  <a:off x="10188531" y="2594867"/>
                  <a:ext cx="662814" cy="641082"/>
                </a:xfrm>
                <a:prstGeom prst="rect">
                  <a:avLst/>
                </a:prstGeom>
              </p:spPr>
            </p:pic>
            <p:pic>
              <p:nvPicPr>
                <p:cNvPr id="58" name="图片 57" descr="图标&#10;&#10;描述已自动生成">
                  <a:extLst>
                    <a:ext uri="{FF2B5EF4-FFF2-40B4-BE49-F238E27FC236}">
                      <a16:creationId xmlns:a16="http://schemas.microsoft.com/office/drawing/2014/main" id="{C2FED337-0E10-461D-B4C8-FBB2B692BFA0}"/>
                    </a:ext>
                  </a:extLst>
                </p:cNvPr>
                <p:cNvPicPr>
                  <a:picLocks noChangeAspect="1"/>
                </p:cNvPicPr>
                <p:nvPr/>
              </p:nvPicPr>
              <p:blipFill>
                <a:blip r:embed="rId3">
                  <a:extLst>
                    <a:ext uri="{28A0092B-C50C-407E-A947-70E740481C1C}">
                      <a14:useLocalDpi xmlns:a14="http://schemas.microsoft.com/office/drawing/2010/main" val="0"/>
                    </a:ext>
                  </a:extLst>
                </a:blip>
                <a:stretch>
                  <a:fillRect/>
                </a:stretch>
              </p:blipFill>
              <p:spPr>
                <a:xfrm>
                  <a:off x="3044879" y="2537854"/>
                  <a:ext cx="497392" cy="641082"/>
                </a:xfrm>
                <a:prstGeom prst="rect">
                  <a:avLst/>
                </a:prstGeom>
              </p:spPr>
            </p:pic>
            <p:sp>
              <p:nvSpPr>
                <p:cNvPr id="59" name="íşlïḍè">
                  <a:extLst>
                    <a:ext uri="{FF2B5EF4-FFF2-40B4-BE49-F238E27FC236}">
                      <a16:creationId xmlns:a16="http://schemas.microsoft.com/office/drawing/2014/main" id="{F09A1941-2173-4B65-8976-2B2A22C044CB}"/>
                    </a:ext>
                  </a:extLst>
                </p:cNvPr>
                <p:cNvSpPr txBox="1"/>
                <p:nvPr/>
              </p:nvSpPr>
              <p:spPr>
                <a:xfrm>
                  <a:off x="1338400" y="2652645"/>
                  <a:ext cx="1039321" cy="406173"/>
                </a:xfrm>
                <a:prstGeom prst="rect">
                  <a:avLst/>
                </a:prstGeom>
                <a:noFill/>
              </p:spPr>
              <p:txBody>
                <a:bodyPr wrap="square" lIns="91440" tIns="45720" rIns="91440" bIns="45720" anchor="ctr">
                  <a:noAutofit/>
                </a:bodyPr>
                <a:lstStyle/>
                <a:p>
                  <a:r>
                    <a:rPr lang="zh-CN" altLang="en-US" b="1" dirty="0">
                      <a:latin typeface="Arial Narrow" panose="020B0606020202030204" pitchFamily="34" charset="0"/>
                    </a:rPr>
                    <a:t>局域网</a:t>
                  </a:r>
                  <a:r>
                    <a:rPr lang="en-US" altLang="zh-CN" b="1" dirty="0">
                      <a:latin typeface="Arial Narrow" panose="020B0606020202030204" pitchFamily="34" charset="0"/>
                    </a:rPr>
                    <a:t>1</a:t>
                  </a:r>
                  <a:endParaRPr lang="zh-CN" altLang="en-US" b="1" dirty="0">
                    <a:latin typeface="Arial Narrow" panose="020B0606020202030204" pitchFamily="34" charset="0"/>
                  </a:endParaRPr>
                </a:p>
              </p:txBody>
            </p:sp>
            <p:sp>
              <p:nvSpPr>
                <p:cNvPr id="60" name="íşlïḍè">
                  <a:extLst>
                    <a:ext uri="{FF2B5EF4-FFF2-40B4-BE49-F238E27FC236}">
                      <a16:creationId xmlns:a16="http://schemas.microsoft.com/office/drawing/2014/main" id="{07647FEE-FA4C-43D9-AE24-AC0D7371F4FD}"/>
                    </a:ext>
                  </a:extLst>
                </p:cNvPr>
                <p:cNvSpPr txBox="1"/>
                <p:nvPr/>
              </p:nvSpPr>
              <p:spPr>
                <a:xfrm>
                  <a:off x="11332106" y="2652645"/>
                  <a:ext cx="555094" cy="406173"/>
                </a:xfrm>
                <a:prstGeom prst="rect">
                  <a:avLst/>
                </a:prstGeom>
                <a:noFill/>
              </p:spPr>
              <p:txBody>
                <a:bodyPr wrap="square" lIns="91440" tIns="45720" rIns="91440" bIns="45720" anchor="ctr">
                  <a:noAutofit/>
                </a:bodyPr>
                <a:lstStyle/>
                <a:p>
                  <a:r>
                    <a:rPr lang="en-US" altLang="zh-CN" b="1" dirty="0">
                      <a:latin typeface="Arial Narrow" panose="020B0606020202030204" pitchFamily="34" charset="0"/>
                    </a:rPr>
                    <a:t>1</a:t>
                  </a:r>
                  <a:r>
                    <a:rPr lang="zh-CN" altLang="en-US" b="1" dirty="0">
                      <a:latin typeface="Arial Narrow" panose="020B0606020202030204" pitchFamily="34" charset="0"/>
                    </a:rPr>
                    <a:t>楼</a:t>
                  </a:r>
                </a:p>
              </p:txBody>
            </p:sp>
          </p:grpSp>
        </p:grpSp>
        <p:cxnSp>
          <p:nvCxnSpPr>
            <p:cNvPr id="75" name="直接连接符 74">
              <a:extLst>
                <a:ext uri="{FF2B5EF4-FFF2-40B4-BE49-F238E27FC236}">
                  <a16:creationId xmlns:a16="http://schemas.microsoft.com/office/drawing/2014/main" id="{6E1E1FB1-2C62-4A29-814B-195E2A6D18B1}"/>
                </a:ext>
              </a:extLst>
            </p:cNvPr>
            <p:cNvCxnSpPr>
              <a:cxnSpLocks/>
            </p:cNvCxnSpPr>
            <p:nvPr/>
          </p:nvCxnSpPr>
          <p:spPr>
            <a:xfrm>
              <a:off x="1460977" y="3234827"/>
              <a:ext cx="10363583" cy="0"/>
            </a:xfrm>
            <a:prstGeom prst="line">
              <a:avLst/>
            </a:prstGeom>
            <a:ln w="12700">
              <a:solidFill>
                <a:schemeClr val="bg2">
                  <a:lumMod val="90000"/>
                </a:schemeClr>
              </a:solidFill>
              <a:prstDash val="dash"/>
              <a:tailEnd type="none"/>
            </a:ln>
          </p:spPr>
          <p:style>
            <a:lnRef idx="1">
              <a:schemeClr val="accent1"/>
            </a:lnRef>
            <a:fillRef idx="0">
              <a:schemeClr val="accent1"/>
            </a:fillRef>
            <a:effectRef idx="0">
              <a:schemeClr val="accent1"/>
            </a:effectRef>
            <a:fontRef idx="minor">
              <a:schemeClr val="tx1"/>
            </a:fontRef>
          </p:style>
        </p:cxnSp>
        <p:cxnSp>
          <p:nvCxnSpPr>
            <p:cNvPr id="77" name="直接连接符 76">
              <a:extLst>
                <a:ext uri="{FF2B5EF4-FFF2-40B4-BE49-F238E27FC236}">
                  <a16:creationId xmlns:a16="http://schemas.microsoft.com/office/drawing/2014/main" id="{784C1A30-0644-49EB-96CB-BF30DD541BCD}"/>
                </a:ext>
              </a:extLst>
            </p:cNvPr>
            <p:cNvCxnSpPr>
              <a:cxnSpLocks/>
            </p:cNvCxnSpPr>
            <p:nvPr/>
          </p:nvCxnSpPr>
          <p:spPr>
            <a:xfrm>
              <a:off x="1460977" y="4552240"/>
              <a:ext cx="10363583" cy="0"/>
            </a:xfrm>
            <a:prstGeom prst="line">
              <a:avLst/>
            </a:prstGeom>
            <a:ln w="12700">
              <a:solidFill>
                <a:schemeClr val="bg2">
                  <a:lumMod val="90000"/>
                </a:schemeClr>
              </a:solidFill>
              <a:prstDash val="dash"/>
              <a:tailEnd type="none"/>
            </a:ln>
          </p:spPr>
          <p:style>
            <a:lnRef idx="1">
              <a:schemeClr val="accent1"/>
            </a:lnRef>
            <a:fillRef idx="0">
              <a:schemeClr val="accent1"/>
            </a:fillRef>
            <a:effectRef idx="0">
              <a:schemeClr val="accent1"/>
            </a:effectRef>
            <a:fontRef idx="minor">
              <a:schemeClr val="tx1"/>
            </a:fontRef>
          </p:style>
        </p:cxnSp>
      </p:grpSp>
    </p:spTree>
    <p:custDataLst>
      <p:tags r:id="rId1"/>
    </p:custDataLst>
    <p:extLst>
      <p:ext uri="{BB962C8B-B14F-4D97-AF65-F5344CB8AC3E}">
        <p14:creationId xmlns:p14="http://schemas.microsoft.com/office/powerpoint/2010/main" val="2990914802"/>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2" presetClass="entr" presetSubtype="1" fill="hold" nodeType="withEffect">
                                  <p:stCondLst>
                                    <p:cond delay="0"/>
                                  </p:stCondLst>
                                  <p:childTnLst>
                                    <p:set>
                                      <p:cBhvr>
                                        <p:cTn id="6" dur="1" fill="hold">
                                          <p:stCondLst>
                                            <p:cond delay="0"/>
                                          </p:stCondLst>
                                        </p:cTn>
                                        <p:tgtEl>
                                          <p:spTgt spid="4"/>
                                        </p:tgtEl>
                                        <p:attrNameLst>
                                          <p:attrName>style.visibility</p:attrName>
                                        </p:attrNameLst>
                                      </p:cBhvr>
                                      <p:to>
                                        <p:strVal val="visible"/>
                                      </p:to>
                                    </p:set>
                                    <p:anim calcmode="lin" valueType="num">
                                      <p:cBhvr additive="base">
                                        <p:cTn id="7" dur="1000"/>
                                        <p:tgtEl>
                                          <p:spTgt spid="4"/>
                                        </p:tgtEl>
                                        <p:attrNameLst>
                                          <p:attrName>ppt_y</p:attrName>
                                        </p:attrNameLst>
                                      </p:cBhvr>
                                      <p:tavLst>
                                        <p:tav tm="0">
                                          <p:val>
                                            <p:strVal val="#ppt_y-#ppt_h*1.125000"/>
                                          </p:val>
                                        </p:tav>
                                        <p:tav tm="100000">
                                          <p:val>
                                            <p:strVal val="#ppt_y"/>
                                          </p:val>
                                        </p:tav>
                                      </p:tavLst>
                                    </p:anim>
                                    <p:animEffect transition="in" filter="wipe(down)">
                                      <p:cBhvr>
                                        <p:cTn id="8" dur="1000"/>
                                        <p:tgtEl>
                                          <p:spTgt spid="4"/>
                                        </p:tgtEl>
                                      </p:cBhvr>
                                    </p:animEffect>
                                  </p:childTnLst>
                                </p:cTn>
                              </p:par>
                            </p:childTnLst>
                          </p:cTn>
                        </p:par>
                        <p:par>
                          <p:cTn id="9" fill="hold">
                            <p:stCondLst>
                              <p:cond delay="1000"/>
                            </p:stCondLst>
                            <p:childTnLst>
                              <p:par>
                                <p:cTn id="10" presetID="49" presetClass="entr" presetSubtype="0" decel="100000" fill="hold" grpId="0" nodeType="afterEffect">
                                  <p:stCondLst>
                                    <p:cond delay="0"/>
                                  </p:stCondLst>
                                  <p:childTnLst>
                                    <p:set>
                                      <p:cBhvr>
                                        <p:cTn id="11" dur="1" fill="hold">
                                          <p:stCondLst>
                                            <p:cond delay="0"/>
                                          </p:stCondLst>
                                        </p:cTn>
                                        <p:tgtEl>
                                          <p:spTgt spid="5"/>
                                        </p:tgtEl>
                                        <p:attrNameLst>
                                          <p:attrName>style.visibility</p:attrName>
                                        </p:attrNameLst>
                                      </p:cBhvr>
                                      <p:to>
                                        <p:strVal val="visible"/>
                                      </p:to>
                                    </p:set>
                                    <p:anim calcmode="lin" valueType="num">
                                      <p:cBhvr>
                                        <p:cTn id="12" dur="500" fill="hold"/>
                                        <p:tgtEl>
                                          <p:spTgt spid="5"/>
                                        </p:tgtEl>
                                        <p:attrNameLst>
                                          <p:attrName>ppt_w</p:attrName>
                                        </p:attrNameLst>
                                      </p:cBhvr>
                                      <p:tavLst>
                                        <p:tav tm="0">
                                          <p:val>
                                            <p:fltVal val="0"/>
                                          </p:val>
                                        </p:tav>
                                        <p:tav tm="100000">
                                          <p:val>
                                            <p:strVal val="#ppt_w"/>
                                          </p:val>
                                        </p:tav>
                                      </p:tavLst>
                                    </p:anim>
                                    <p:anim calcmode="lin" valueType="num">
                                      <p:cBhvr>
                                        <p:cTn id="13" dur="500" fill="hold"/>
                                        <p:tgtEl>
                                          <p:spTgt spid="5"/>
                                        </p:tgtEl>
                                        <p:attrNameLst>
                                          <p:attrName>ppt_h</p:attrName>
                                        </p:attrNameLst>
                                      </p:cBhvr>
                                      <p:tavLst>
                                        <p:tav tm="0">
                                          <p:val>
                                            <p:fltVal val="0"/>
                                          </p:val>
                                        </p:tav>
                                        <p:tav tm="100000">
                                          <p:val>
                                            <p:strVal val="#ppt_h"/>
                                          </p:val>
                                        </p:tav>
                                      </p:tavLst>
                                    </p:anim>
                                    <p:anim calcmode="lin" valueType="num">
                                      <p:cBhvr>
                                        <p:cTn id="14" dur="500" fill="hold"/>
                                        <p:tgtEl>
                                          <p:spTgt spid="5"/>
                                        </p:tgtEl>
                                        <p:attrNameLst>
                                          <p:attrName>style.rotation</p:attrName>
                                        </p:attrNameLst>
                                      </p:cBhvr>
                                      <p:tavLst>
                                        <p:tav tm="0">
                                          <p:val>
                                            <p:fltVal val="360"/>
                                          </p:val>
                                        </p:tav>
                                        <p:tav tm="100000">
                                          <p:val>
                                            <p:fltVal val="0"/>
                                          </p:val>
                                        </p:tav>
                                      </p:tavLst>
                                    </p:anim>
                                    <p:animEffect transition="in" filter="fade">
                                      <p:cBhvr>
                                        <p:cTn id="15" dur="500"/>
                                        <p:tgtEl>
                                          <p:spTgt spid="5"/>
                                        </p:tgtEl>
                                      </p:cBhvr>
                                    </p:animEffect>
                                  </p:childTnLst>
                                </p:cTn>
                              </p:par>
                            </p:childTnLst>
                          </p:cTn>
                        </p:par>
                        <p:par>
                          <p:cTn id="16" fill="hold">
                            <p:stCondLst>
                              <p:cond delay="1500"/>
                            </p:stCondLst>
                            <p:childTnLst>
                              <p:par>
                                <p:cTn id="17" presetID="1" presetClass="entr" presetSubtype="0" fill="hold" grpId="0" nodeType="afterEffect">
                                  <p:stCondLst>
                                    <p:cond delay="0"/>
                                  </p:stCondLst>
                                  <p:iterate type="lt">
                                    <p:tmAbs val="100"/>
                                  </p:iterate>
                                  <p:childTnLst>
                                    <p:set>
                                      <p:cBhvr>
                                        <p:cTn id="18" dur="1" fill="hold">
                                          <p:stCondLst>
                                            <p:cond delay="0"/>
                                          </p:stCondLst>
                                        </p:cTn>
                                        <p:tgtEl>
                                          <p:spTgt spid="6"/>
                                        </p:tgtEl>
                                        <p:attrNameLst>
                                          <p:attrName>style.visibility</p:attrName>
                                        </p:attrNameLst>
                                      </p:cBhvr>
                                      <p:to>
                                        <p:strVal val="visible"/>
                                      </p:to>
                                    </p:set>
                                  </p:childTnLst>
                                </p:cTn>
                              </p:par>
                            </p:childTnLst>
                          </p:cTn>
                        </p:par>
                      </p:childTnLst>
                    </p:cTn>
                  </p:par>
                  <p:par>
                    <p:cTn id="19" fill="hold">
                      <p:stCondLst>
                        <p:cond delay="indefinite"/>
                      </p:stCondLst>
                      <p:childTnLst>
                        <p:par>
                          <p:cTn id="20" fill="hold">
                            <p:stCondLst>
                              <p:cond delay="0"/>
                            </p:stCondLst>
                            <p:childTnLst>
                              <p:par>
                                <p:cTn id="21" presetID="30" presetClass="entr" presetSubtype="0" fill="hold" nodeType="clickEffect">
                                  <p:stCondLst>
                                    <p:cond delay="0"/>
                                  </p:stCondLst>
                                  <p:childTnLst>
                                    <p:set>
                                      <p:cBhvr>
                                        <p:cTn id="22" dur="1" fill="hold">
                                          <p:stCondLst>
                                            <p:cond delay="0"/>
                                          </p:stCondLst>
                                        </p:cTn>
                                        <p:tgtEl>
                                          <p:spTgt spid="78"/>
                                        </p:tgtEl>
                                        <p:attrNameLst>
                                          <p:attrName>style.visibility</p:attrName>
                                        </p:attrNameLst>
                                      </p:cBhvr>
                                      <p:to>
                                        <p:strVal val="visible"/>
                                      </p:to>
                                    </p:set>
                                    <p:animEffect transition="in" filter="fade">
                                      <p:cBhvr>
                                        <p:cTn id="23" dur="800" decel="100000"/>
                                        <p:tgtEl>
                                          <p:spTgt spid="78"/>
                                        </p:tgtEl>
                                      </p:cBhvr>
                                    </p:animEffect>
                                    <p:anim calcmode="lin" valueType="num">
                                      <p:cBhvr>
                                        <p:cTn id="24" dur="800" decel="100000" fill="hold"/>
                                        <p:tgtEl>
                                          <p:spTgt spid="78"/>
                                        </p:tgtEl>
                                        <p:attrNameLst>
                                          <p:attrName>style.rotation</p:attrName>
                                        </p:attrNameLst>
                                      </p:cBhvr>
                                      <p:tavLst>
                                        <p:tav tm="0">
                                          <p:val>
                                            <p:fltVal val="-90"/>
                                          </p:val>
                                        </p:tav>
                                        <p:tav tm="100000">
                                          <p:val>
                                            <p:fltVal val="0"/>
                                          </p:val>
                                        </p:tav>
                                      </p:tavLst>
                                    </p:anim>
                                    <p:anim calcmode="lin" valueType="num">
                                      <p:cBhvr>
                                        <p:cTn id="25" dur="800" decel="100000" fill="hold"/>
                                        <p:tgtEl>
                                          <p:spTgt spid="78"/>
                                        </p:tgtEl>
                                        <p:attrNameLst>
                                          <p:attrName>ppt_x</p:attrName>
                                        </p:attrNameLst>
                                      </p:cBhvr>
                                      <p:tavLst>
                                        <p:tav tm="0">
                                          <p:val>
                                            <p:strVal val="#ppt_x+0.4"/>
                                          </p:val>
                                        </p:tav>
                                        <p:tav tm="100000">
                                          <p:val>
                                            <p:strVal val="#ppt_x-0.05"/>
                                          </p:val>
                                        </p:tav>
                                      </p:tavLst>
                                    </p:anim>
                                    <p:anim calcmode="lin" valueType="num">
                                      <p:cBhvr>
                                        <p:cTn id="26" dur="800" decel="100000" fill="hold"/>
                                        <p:tgtEl>
                                          <p:spTgt spid="78"/>
                                        </p:tgtEl>
                                        <p:attrNameLst>
                                          <p:attrName>ppt_y</p:attrName>
                                        </p:attrNameLst>
                                      </p:cBhvr>
                                      <p:tavLst>
                                        <p:tav tm="0">
                                          <p:val>
                                            <p:strVal val="#ppt_y-0.4"/>
                                          </p:val>
                                        </p:tav>
                                        <p:tav tm="100000">
                                          <p:val>
                                            <p:strVal val="#ppt_y+0.1"/>
                                          </p:val>
                                        </p:tav>
                                      </p:tavLst>
                                    </p:anim>
                                    <p:anim calcmode="lin" valueType="num">
                                      <p:cBhvr>
                                        <p:cTn id="27" dur="200" accel="100000" fill="hold">
                                          <p:stCondLst>
                                            <p:cond delay="800"/>
                                          </p:stCondLst>
                                        </p:cTn>
                                        <p:tgtEl>
                                          <p:spTgt spid="78"/>
                                        </p:tgtEl>
                                        <p:attrNameLst>
                                          <p:attrName>ppt_x</p:attrName>
                                        </p:attrNameLst>
                                      </p:cBhvr>
                                      <p:tavLst>
                                        <p:tav tm="0">
                                          <p:val>
                                            <p:strVal val="#ppt_x-0.05"/>
                                          </p:val>
                                        </p:tav>
                                        <p:tav tm="100000">
                                          <p:val>
                                            <p:strVal val="#ppt_x"/>
                                          </p:val>
                                        </p:tav>
                                      </p:tavLst>
                                    </p:anim>
                                    <p:anim calcmode="lin" valueType="num">
                                      <p:cBhvr>
                                        <p:cTn id="28" dur="200" accel="100000" fill="hold">
                                          <p:stCondLst>
                                            <p:cond delay="800"/>
                                          </p:stCondLst>
                                        </p:cTn>
                                        <p:tgtEl>
                                          <p:spTgt spid="78"/>
                                        </p:tgtEl>
                                        <p:attrNameLst>
                                          <p:attrName>ppt_y</p:attrName>
                                        </p:attrNameLst>
                                      </p:cBhvr>
                                      <p:tavLst>
                                        <p:tav tm="0">
                                          <p:val>
                                            <p:strVal val="#ppt_y+0.1"/>
                                          </p:val>
                                        </p:tav>
                                        <p:tav tm="100000">
                                          <p:val>
                                            <p:strVal val="#ppt_y"/>
                                          </p:val>
                                        </p:tav>
                                      </p:tavLst>
                                    </p:anim>
                                  </p:childTnLst>
                                </p:cTn>
                              </p:par>
                            </p:childTnLst>
                          </p:cTn>
                        </p:par>
                      </p:childTnLst>
                    </p:cTn>
                  </p:par>
                  <p:par>
                    <p:cTn id="29" fill="hold">
                      <p:stCondLst>
                        <p:cond delay="indefinite"/>
                      </p:stCondLst>
                      <p:childTnLst>
                        <p:par>
                          <p:cTn id="30" fill="hold">
                            <p:stCondLst>
                              <p:cond delay="0"/>
                            </p:stCondLst>
                            <p:childTnLst>
                              <p:par>
                                <p:cTn id="31" presetID="49" presetClass="entr" presetSubtype="0" decel="100000" fill="hold" nodeType="clickEffect">
                                  <p:stCondLst>
                                    <p:cond delay="0"/>
                                  </p:stCondLst>
                                  <p:childTnLst>
                                    <p:set>
                                      <p:cBhvr>
                                        <p:cTn id="32" dur="1" fill="hold">
                                          <p:stCondLst>
                                            <p:cond delay="0"/>
                                          </p:stCondLst>
                                        </p:cTn>
                                        <p:tgtEl>
                                          <p:spTgt spid="61"/>
                                        </p:tgtEl>
                                        <p:attrNameLst>
                                          <p:attrName>style.visibility</p:attrName>
                                        </p:attrNameLst>
                                      </p:cBhvr>
                                      <p:to>
                                        <p:strVal val="visible"/>
                                      </p:to>
                                    </p:set>
                                    <p:anim calcmode="lin" valueType="num">
                                      <p:cBhvr>
                                        <p:cTn id="33" dur="500" fill="hold"/>
                                        <p:tgtEl>
                                          <p:spTgt spid="61"/>
                                        </p:tgtEl>
                                        <p:attrNameLst>
                                          <p:attrName>ppt_w</p:attrName>
                                        </p:attrNameLst>
                                      </p:cBhvr>
                                      <p:tavLst>
                                        <p:tav tm="0">
                                          <p:val>
                                            <p:fltVal val="0"/>
                                          </p:val>
                                        </p:tav>
                                        <p:tav tm="100000">
                                          <p:val>
                                            <p:strVal val="#ppt_w"/>
                                          </p:val>
                                        </p:tav>
                                      </p:tavLst>
                                    </p:anim>
                                    <p:anim calcmode="lin" valueType="num">
                                      <p:cBhvr>
                                        <p:cTn id="34" dur="500" fill="hold"/>
                                        <p:tgtEl>
                                          <p:spTgt spid="61"/>
                                        </p:tgtEl>
                                        <p:attrNameLst>
                                          <p:attrName>ppt_h</p:attrName>
                                        </p:attrNameLst>
                                      </p:cBhvr>
                                      <p:tavLst>
                                        <p:tav tm="0">
                                          <p:val>
                                            <p:fltVal val="0"/>
                                          </p:val>
                                        </p:tav>
                                        <p:tav tm="100000">
                                          <p:val>
                                            <p:strVal val="#ppt_h"/>
                                          </p:val>
                                        </p:tav>
                                      </p:tavLst>
                                    </p:anim>
                                    <p:anim calcmode="lin" valueType="num">
                                      <p:cBhvr>
                                        <p:cTn id="35" dur="500" fill="hold"/>
                                        <p:tgtEl>
                                          <p:spTgt spid="61"/>
                                        </p:tgtEl>
                                        <p:attrNameLst>
                                          <p:attrName>style.rotation</p:attrName>
                                        </p:attrNameLst>
                                      </p:cBhvr>
                                      <p:tavLst>
                                        <p:tav tm="0">
                                          <p:val>
                                            <p:fltVal val="360"/>
                                          </p:val>
                                        </p:tav>
                                        <p:tav tm="100000">
                                          <p:val>
                                            <p:fltVal val="0"/>
                                          </p:val>
                                        </p:tav>
                                      </p:tavLst>
                                    </p:anim>
                                    <p:animEffect transition="in" filter="fade">
                                      <p:cBhvr>
                                        <p:cTn id="36" dur="500"/>
                                        <p:tgtEl>
                                          <p:spTgt spid="61"/>
                                        </p:tgtEl>
                                      </p:cBhvr>
                                    </p:animEffect>
                                  </p:childTnLst>
                                </p:cTn>
                              </p:par>
                            </p:childTnLst>
                          </p:cTn>
                        </p:par>
                        <p:par>
                          <p:cTn id="37" fill="hold">
                            <p:stCondLst>
                              <p:cond delay="500"/>
                            </p:stCondLst>
                            <p:childTnLst>
                              <p:par>
                                <p:cTn id="38" presetID="22" presetClass="entr" presetSubtype="4" fill="hold" nodeType="afterEffect">
                                  <p:stCondLst>
                                    <p:cond delay="0"/>
                                  </p:stCondLst>
                                  <p:childTnLst>
                                    <p:set>
                                      <p:cBhvr>
                                        <p:cTn id="39" dur="1" fill="hold">
                                          <p:stCondLst>
                                            <p:cond delay="0"/>
                                          </p:stCondLst>
                                        </p:cTn>
                                        <p:tgtEl>
                                          <p:spTgt spid="73"/>
                                        </p:tgtEl>
                                        <p:attrNameLst>
                                          <p:attrName>style.visibility</p:attrName>
                                        </p:attrNameLst>
                                      </p:cBhvr>
                                      <p:to>
                                        <p:strVal val="visible"/>
                                      </p:to>
                                    </p:set>
                                    <p:animEffect transition="in" filter="wipe(down)">
                                      <p:cBhvr>
                                        <p:cTn id="40" dur="1000"/>
                                        <p:tgtEl>
                                          <p:spTgt spid="73"/>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 grpId="0" animBg="1"/>
      <p:bldP spid="6" grpId="0"/>
    </p:bldLst>
  </p:timing>
</p:sld>
</file>

<file path=ppt/slides/slide47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10" name="组合 9">
            <a:extLst>
              <a:ext uri="{FF2B5EF4-FFF2-40B4-BE49-F238E27FC236}">
                <a16:creationId xmlns:a16="http://schemas.microsoft.com/office/drawing/2014/main" id="{183EBC4E-FBD8-4511-82DD-22BD19E0FB8A}"/>
              </a:ext>
            </a:extLst>
          </p:cNvPr>
          <p:cNvGrpSpPr/>
          <p:nvPr/>
        </p:nvGrpSpPr>
        <p:grpSpPr>
          <a:xfrm>
            <a:off x="2268295" y="2103686"/>
            <a:ext cx="8872274" cy="4231330"/>
            <a:chOff x="2268295" y="2103686"/>
            <a:chExt cx="8872274" cy="4231330"/>
          </a:xfrm>
        </p:grpSpPr>
        <p:sp>
          <p:nvSpPr>
            <p:cNvPr id="8" name="矩形: 圆角 7">
              <a:extLst>
                <a:ext uri="{FF2B5EF4-FFF2-40B4-BE49-F238E27FC236}">
                  <a16:creationId xmlns:a16="http://schemas.microsoft.com/office/drawing/2014/main" id="{3616E659-7BE0-431E-8DAA-7D160389A232}"/>
                </a:ext>
              </a:extLst>
            </p:cNvPr>
            <p:cNvSpPr/>
            <p:nvPr/>
          </p:nvSpPr>
          <p:spPr>
            <a:xfrm>
              <a:off x="2268295" y="2103686"/>
              <a:ext cx="8872274" cy="4231330"/>
            </a:xfrm>
            <a:prstGeom prst="roundRect">
              <a:avLst>
                <a:gd name="adj" fmla="val 8625"/>
              </a:avLst>
            </a:prstGeom>
          </p:spPr>
          <p:style>
            <a:lnRef idx="2">
              <a:schemeClr val="accent4">
                <a:shade val="50000"/>
              </a:schemeClr>
            </a:lnRef>
            <a:fillRef idx="1">
              <a:schemeClr val="accent4"/>
            </a:fillRef>
            <a:effectRef idx="0">
              <a:schemeClr val="accent4"/>
            </a:effectRef>
            <a:fontRef idx="minor">
              <a:schemeClr val="lt1"/>
            </a:fontRef>
          </p:style>
          <p:txBody>
            <a:bodyPr rtlCol="0" anchor="ctr"/>
            <a:lstStyle/>
            <a:p>
              <a:pPr algn="ctr"/>
              <a:endParaRPr lang="zh-CN" altLang="en-US"/>
            </a:p>
          </p:txBody>
        </p:sp>
        <p:sp>
          <p:nvSpPr>
            <p:cNvPr id="67" name="íşlïḍè">
              <a:extLst>
                <a:ext uri="{FF2B5EF4-FFF2-40B4-BE49-F238E27FC236}">
                  <a16:creationId xmlns:a16="http://schemas.microsoft.com/office/drawing/2014/main" id="{9D789065-B4DB-4984-971E-3FD45456FFB7}"/>
                </a:ext>
              </a:extLst>
            </p:cNvPr>
            <p:cNvSpPr txBox="1"/>
            <p:nvPr/>
          </p:nvSpPr>
          <p:spPr>
            <a:xfrm>
              <a:off x="6422746" y="5791637"/>
              <a:ext cx="1123971" cy="449635"/>
            </a:xfrm>
            <a:prstGeom prst="rect">
              <a:avLst/>
            </a:prstGeom>
            <a:noFill/>
          </p:spPr>
          <p:txBody>
            <a:bodyPr wrap="square" lIns="91440" tIns="45720" rIns="91440" bIns="45720" anchor="ctr">
              <a:noAutofit/>
            </a:bodyPr>
            <a:lstStyle/>
            <a:p>
              <a:pPr algn="ctr"/>
              <a:r>
                <a:rPr lang="zh-CN" altLang="en-US" sz="2400" b="1" dirty="0">
                  <a:solidFill>
                    <a:schemeClr val="bg1"/>
                  </a:solidFill>
                  <a:latin typeface="Arial Narrow" panose="020B0606020202030204" pitchFamily="34" charset="0"/>
                </a:rPr>
                <a:t>广播域</a:t>
              </a:r>
            </a:p>
          </p:txBody>
        </p:sp>
      </p:grpSp>
      <p:grpSp>
        <p:nvGrpSpPr>
          <p:cNvPr id="4" name="组合 3">
            <a:extLst>
              <a:ext uri="{FF2B5EF4-FFF2-40B4-BE49-F238E27FC236}">
                <a16:creationId xmlns:a16="http://schemas.microsoft.com/office/drawing/2014/main" id="{9A1EA9F2-FCB6-48C3-935F-7AE7E3AD14AC}"/>
              </a:ext>
            </a:extLst>
          </p:cNvPr>
          <p:cNvGrpSpPr/>
          <p:nvPr/>
        </p:nvGrpSpPr>
        <p:grpSpPr>
          <a:xfrm>
            <a:off x="304799" y="749300"/>
            <a:ext cx="4938200" cy="400110"/>
            <a:chOff x="424116" y="898245"/>
            <a:chExt cx="4938200" cy="400110"/>
          </a:xfrm>
        </p:grpSpPr>
        <p:sp>
          <p:nvSpPr>
            <p:cNvPr id="2" name="平行四边形 1">
              <a:extLst>
                <a:ext uri="{FF2B5EF4-FFF2-40B4-BE49-F238E27FC236}">
                  <a16:creationId xmlns:a16="http://schemas.microsoft.com/office/drawing/2014/main" id="{1F5BAA3F-9845-4F89-A2DD-8222D3E4EDAC}"/>
                </a:ext>
              </a:extLst>
            </p:cNvPr>
            <p:cNvSpPr/>
            <p:nvPr/>
          </p:nvSpPr>
          <p:spPr>
            <a:xfrm>
              <a:off x="424116" y="898245"/>
              <a:ext cx="681963" cy="387090"/>
            </a:xfrm>
            <a:prstGeom prst="parallelogram">
              <a:avLst/>
            </a:prstGeom>
            <a:solidFill>
              <a:schemeClr val="accent3">
                <a:lumMod val="75000"/>
              </a:schemeClr>
            </a:solidFill>
            <a:ln>
              <a:solidFill>
                <a:schemeClr val="accent3">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CN" sz="2200" dirty="0">
                  <a:latin typeface="Impact" panose="020B0806030902050204" pitchFamily="34" charset="0"/>
                </a:rPr>
                <a:t>02</a:t>
              </a:r>
              <a:endParaRPr lang="zh-CN" altLang="en-US" sz="2200" dirty="0">
                <a:latin typeface="Impact" panose="020B0806030902050204" pitchFamily="34" charset="0"/>
              </a:endParaRPr>
            </a:p>
          </p:txBody>
        </p:sp>
        <p:sp>
          <p:nvSpPr>
            <p:cNvPr id="3" name="文本框 2">
              <a:extLst>
                <a:ext uri="{FF2B5EF4-FFF2-40B4-BE49-F238E27FC236}">
                  <a16:creationId xmlns:a16="http://schemas.microsoft.com/office/drawing/2014/main" id="{4D6BD736-A4D3-4F26-AFED-36E11F50F70B}"/>
                </a:ext>
              </a:extLst>
            </p:cNvPr>
            <p:cNvSpPr txBox="1"/>
            <p:nvPr/>
          </p:nvSpPr>
          <p:spPr>
            <a:xfrm>
              <a:off x="1175950" y="898245"/>
              <a:ext cx="4186366" cy="400110"/>
            </a:xfrm>
            <a:prstGeom prst="rect">
              <a:avLst/>
            </a:prstGeom>
            <a:noFill/>
          </p:spPr>
          <p:txBody>
            <a:bodyPr wrap="square" rtlCol="0">
              <a:spAutoFit/>
            </a:bodyPr>
            <a:lstStyle/>
            <a:p>
              <a:r>
                <a:rPr lang="zh-CN" altLang="en-US" sz="2000" b="1" dirty="0">
                  <a:solidFill>
                    <a:schemeClr val="tx1"/>
                  </a:solidFill>
                  <a:latin typeface="Arial Narrow" panose="020B0606020202030204" pitchFamily="34" charset="0"/>
                </a:rPr>
                <a:t>虚拟局域网</a:t>
              </a:r>
              <a:r>
                <a:rPr lang="en-US" altLang="zh-CN" sz="2000" b="1" dirty="0">
                  <a:solidFill>
                    <a:schemeClr val="tx1"/>
                  </a:solidFill>
                  <a:latin typeface="Arial Narrow" panose="020B0606020202030204" pitchFamily="34" charset="0"/>
                </a:rPr>
                <a:t>VLAN</a:t>
              </a:r>
              <a:r>
                <a:rPr lang="zh-CN" altLang="en-US" sz="2000" b="1" dirty="0">
                  <a:solidFill>
                    <a:schemeClr val="tx1"/>
                  </a:solidFill>
                  <a:latin typeface="Arial Narrow" panose="020B0606020202030204" pitchFamily="34" charset="0"/>
                </a:rPr>
                <a:t>概述</a:t>
              </a:r>
              <a:endParaRPr lang="en-US" altLang="zh-CN" sz="2000" b="1" dirty="0">
                <a:solidFill>
                  <a:schemeClr val="tx1"/>
                </a:solidFill>
                <a:latin typeface="Arial Narrow" panose="020B0606020202030204" pitchFamily="34" charset="0"/>
              </a:endParaRPr>
            </a:p>
          </p:txBody>
        </p:sp>
      </p:grpSp>
      <p:sp>
        <p:nvSpPr>
          <p:cNvPr id="5" name="矩形 4">
            <a:extLst>
              <a:ext uri="{FF2B5EF4-FFF2-40B4-BE49-F238E27FC236}">
                <a16:creationId xmlns:a16="http://schemas.microsoft.com/office/drawing/2014/main" id="{8271A171-7EDC-422B-8B68-C7405045502A}"/>
              </a:ext>
            </a:extLst>
          </p:cNvPr>
          <p:cNvSpPr/>
          <p:nvPr/>
        </p:nvSpPr>
        <p:spPr>
          <a:xfrm>
            <a:off x="1056633" y="1335374"/>
            <a:ext cx="256976" cy="256976"/>
          </a:xfrm>
          <a:prstGeom prst="rect">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6" name="íşlïḍè">
            <a:extLst>
              <a:ext uri="{FF2B5EF4-FFF2-40B4-BE49-F238E27FC236}">
                <a16:creationId xmlns:a16="http://schemas.microsoft.com/office/drawing/2014/main" id="{E9505913-F1F9-4532-854A-E600AA0B20B0}"/>
              </a:ext>
            </a:extLst>
          </p:cNvPr>
          <p:cNvSpPr txBox="1"/>
          <p:nvPr/>
        </p:nvSpPr>
        <p:spPr>
          <a:xfrm>
            <a:off x="1373861" y="1281052"/>
            <a:ext cx="10513339" cy="633267"/>
          </a:xfrm>
          <a:prstGeom prst="rect">
            <a:avLst/>
          </a:prstGeom>
          <a:noFill/>
        </p:spPr>
        <p:txBody>
          <a:bodyPr wrap="square" lIns="91440" tIns="45720" rIns="91440" bIns="45720" anchor="ctr">
            <a:noAutofit/>
          </a:bodyPr>
          <a:lstStyle/>
          <a:p>
            <a:r>
              <a:rPr lang="zh-CN" altLang="en-US" b="1" dirty="0">
                <a:latin typeface="Arial Narrow" panose="020B0606020202030204" pitchFamily="34" charset="0"/>
              </a:rPr>
              <a:t>虚拟局域网（</a:t>
            </a:r>
            <a:r>
              <a:rPr lang="en-US" altLang="zh-CN" b="1" dirty="0">
                <a:solidFill>
                  <a:schemeClr val="accent1">
                    <a:lumMod val="75000"/>
                  </a:schemeClr>
                </a:solidFill>
                <a:latin typeface="Arial Narrow" panose="020B0606020202030204" pitchFamily="34" charset="0"/>
              </a:rPr>
              <a:t>V</a:t>
            </a:r>
            <a:r>
              <a:rPr lang="en-US" altLang="zh-CN" b="1" dirty="0">
                <a:latin typeface="Arial Narrow" panose="020B0606020202030204" pitchFamily="34" charset="0"/>
              </a:rPr>
              <a:t>irtual </a:t>
            </a:r>
            <a:r>
              <a:rPr lang="en-US" altLang="zh-CN" b="1" dirty="0">
                <a:solidFill>
                  <a:schemeClr val="accent1">
                    <a:lumMod val="75000"/>
                  </a:schemeClr>
                </a:solidFill>
                <a:latin typeface="Arial Narrow" panose="020B0606020202030204" pitchFamily="34" charset="0"/>
              </a:rPr>
              <a:t>L</a:t>
            </a:r>
            <a:r>
              <a:rPr lang="en-US" altLang="zh-CN" b="1" dirty="0">
                <a:latin typeface="Arial Narrow" panose="020B0606020202030204" pitchFamily="34" charset="0"/>
              </a:rPr>
              <a:t>ocal</a:t>
            </a:r>
            <a:r>
              <a:rPr lang="zh-CN" altLang="en-US" b="1" dirty="0">
                <a:latin typeface="Arial Narrow" panose="020B0606020202030204" pitchFamily="34" charset="0"/>
              </a:rPr>
              <a:t> </a:t>
            </a:r>
            <a:r>
              <a:rPr lang="en-US" altLang="zh-CN" b="1" dirty="0">
                <a:solidFill>
                  <a:schemeClr val="accent1">
                    <a:lumMod val="75000"/>
                  </a:schemeClr>
                </a:solidFill>
                <a:latin typeface="Arial Narrow" panose="020B0606020202030204" pitchFamily="34" charset="0"/>
              </a:rPr>
              <a:t>A</a:t>
            </a:r>
            <a:r>
              <a:rPr lang="en-US" altLang="zh-CN" b="1" dirty="0">
                <a:latin typeface="Arial Narrow" panose="020B0606020202030204" pitchFamily="34" charset="0"/>
              </a:rPr>
              <a:t>rea </a:t>
            </a:r>
            <a:r>
              <a:rPr lang="en-US" altLang="zh-CN" b="1" dirty="0">
                <a:solidFill>
                  <a:schemeClr val="accent1">
                    <a:lumMod val="75000"/>
                  </a:schemeClr>
                </a:solidFill>
                <a:latin typeface="Arial Narrow" panose="020B0606020202030204" pitchFamily="34" charset="0"/>
              </a:rPr>
              <a:t>N</a:t>
            </a:r>
            <a:r>
              <a:rPr lang="en-US" altLang="zh-CN" b="1" dirty="0">
                <a:latin typeface="Arial Narrow" panose="020B0606020202030204" pitchFamily="34" charset="0"/>
              </a:rPr>
              <a:t>etwork</a:t>
            </a:r>
            <a:r>
              <a:rPr lang="zh-CN" altLang="en-US" b="1" dirty="0">
                <a:latin typeface="Arial Narrow" panose="020B0606020202030204" pitchFamily="34" charset="0"/>
              </a:rPr>
              <a:t>，</a:t>
            </a:r>
            <a:r>
              <a:rPr lang="en-US" altLang="zh-CN" b="1" dirty="0">
                <a:solidFill>
                  <a:schemeClr val="accent1">
                    <a:lumMod val="75000"/>
                  </a:schemeClr>
                </a:solidFill>
                <a:latin typeface="Arial Narrow" panose="020B0606020202030204" pitchFamily="34" charset="0"/>
              </a:rPr>
              <a:t>VLAN</a:t>
            </a:r>
            <a:r>
              <a:rPr lang="zh-CN" altLang="en-US" b="1" dirty="0">
                <a:latin typeface="Arial Narrow" panose="020B0606020202030204" pitchFamily="34" charset="0"/>
              </a:rPr>
              <a:t>）是一种将局域网内的站点划分成</a:t>
            </a:r>
            <a:r>
              <a:rPr lang="zh-CN" altLang="en-US" b="1" dirty="0">
                <a:solidFill>
                  <a:schemeClr val="accent1">
                    <a:lumMod val="75000"/>
                  </a:schemeClr>
                </a:solidFill>
                <a:latin typeface="Arial Narrow" panose="020B0606020202030204" pitchFamily="34" charset="0"/>
              </a:rPr>
              <a:t>与物理位置无关的逻辑组</a:t>
            </a:r>
            <a:r>
              <a:rPr lang="zh-CN" altLang="en-US" b="1" dirty="0">
                <a:latin typeface="Arial Narrow" panose="020B0606020202030204" pitchFamily="34" charset="0"/>
              </a:rPr>
              <a:t>的技术，一个逻辑组就是一个</a:t>
            </a:r>
            <a:r>
              <a:rPr lang="en-US" altLang="zh-CN" b="1" dirty="0">
                <a:latin typeface="Arial Narrow" panose="020B0606020202030204" pitchFamily="34" charset="0"/>
              </a:rPr>
              <a:t>VLAN</a:t>
            </a:r>
            <a:r>
              <a:rPr lang="zh-CN" altLang="en-US" b="1" dirty="0">
                <a:latin typeface="Arial Narrow" panose="020B0606020202030204" pitchFamily="34" charset="0"/>
              </a:rPr>
              <a:t>，</a:t>
            </a:r>
            <a:r>
              <a:rPr lang="en-US" altLang="zh-CN" b="1" dirty="0">
                <a:latin typeface="Arial Narrow" panose="020B0606020202030204" pitchFamily="34" charset="0"/>
              </a:rPr>
              <a:t>VLAN</a:t>
            </a:r>
            <a:r>
              <a:rPr lang="zh-CN" altLang="en-US" b="1" dirty="0">
                <a:latin typeface="Arial Narrow" panose="020B0606020202030204" pitchFamily="34" charset="0"/>
              </a:rPr>
              <a:t>中的各站点具有某些共同的应用需求。</a:t>
            </a:r>
          </a:p>
        </p:txBody>
      </p:sp>
      <p:grpSp>
        <p:nvGrpSpPr>
          <p:cNvPr id="73" name="组合 72">
            <a:extLst>
              <a:ext uri="{FF2B5EF4-FFF2-40B4-BE49-F238E27FC236}">
                <a16:creationId xmlns:a16="http://schemas.microsoft.com/office/drawing/2014/main" id="{EC4079BF-E754-4E9B-97F7-01952FCF9450}"/>
              </a:ext>
            </a:extLst>
          </p:cNvPr>
          <p:cNvGrpSpPr/>
          <p:nvPr/>
        </p:nvGrpSpPr>
        <p:grpSpPr>
          <a:xfrm>
            <a:off x="2522676" y="2424221"/>
            <a:ext cx="452416" cy="3555559"/>
            <a:chOff x="2522676" y="2424221"/>
            <a:chExt cx="452416" cy="3555559"/>
          </a:xfrm>
        </p:grpSpPr>
        <p:cxnSp>
          <p:nvCxnSpPr>
            <p:cNvPr id="62" name="连接符: 肘形 61">
              <a:extLst>
                <a:ext uri="{FF2B5EF4-FFF2-40B4-BE49-F238E27FC236}">
                  <a16:creationId xmlns:a16="http://schemas.microsoft.com/office/drawing/2014/main" id="{3C2AD49F-3E77-4476-A72F-084668EF321A}"/>
                </a:ext>
              </a:extLst>
            </p:cNvPr>
            <p:cNvCxnSpPr>
              <a:cxnSpLocks/>
              <a:stCxn id="58" idx="1"/>
            </p:cNvCxnSpPr>
            <p:nvPr/>
          </p:nvCxnSpPr>
          <p:spPr>
            <a:xfrm rot="10800000" flipV="1">
              <a:off x="2716886" y="5000313"/>
              <a:ext cx="258206" cy="747360"/>
            </a:xfrm>
            <a:prstGeom prst="bentConnector2">
              <a:avLst/>
            </a:prstGeom>
            <a:ln w="12700">
              <a:solidFill>
                <a:schemeClr val="tx1"/>
              </a:solidFill>
              <a:tailEnd type="none"/>
            </a:ln>
          </p:spPr>
          <p:style>
            <a:lnRef idx="1">
              <a:schemeClr val="accent1"/>
            </a:lnRef>
            <a:fillRef idx="0">
              <a:schemeClr val="accent1"/>
            </a:fillRef>
            <a:effectRef idx="0">
              <a:schemeClr val="accent1"/>
            </a:effectRef>
            <a:fontRef idx="minor">
              <a:schemeClr val="tx1"/>
            </a:fontRef>
          </p:style>
        </p:cxnSp>
        <p:cxnSp>
          <p:nvCxnSpPr>
            <p:cNvPr id="65" name="连接符: 肘形 64">
              <a:extLst>
                <a:ext uri="{FF2B5EF4-FFF2-40B4-BE49-F238E27FC236}">
                  <a16:creationId xmlns:a16="http://schemas.microsoft.com/office/drawing/2014/main" id="{9DE8445F-35CF-48EA-9B18-B57BF1CD66EA}"/>
                </a:ext>
              </a:extLst>
            </p:cNvPr>
            <p:cNvCxnSpPr>
              <a:cxnSpLocks/>
              <a:stCxn id="48" idx="1"/>
            </p:cNvCxnSpPr>
            <p:nvPr/>
          </p:nvCxnSpPr>
          <p:spPr>
            <a:xfrm rot="10800000" flipV="1">
              <a:off x="2609382" y="3712266"/>
              <a:ext cx="365710" cy="2267513"/>
            </a:xfrm>
            <a:prstGeom prst="bentConnector2">
              <a:avLst/>
            </a:prstGeom>
            <a:ln w="12700">
              <a:solidFill>
                <a:schemeClr val="tx1"/>
              </a:solidFill>
              <a:tailEnd type="none"/>
            </a:ln>
          </p:spPr>
          <p:style>
            <a:lnRef idx="1">
              <a:schemeClr val="accent1"/>
            </a:lnRef>
            <a:fillRef idx="0">
              <a:schemeClr val="accent1"/>
            </a:fillRef>
            <a:effectRef idx="0">
              <a:schemeClr val="accent1"/>
            </a:effectRef>
            <a:fontRef idx="minor">
              <a:schemeClr val="tx1"/>
            </a:fontRef>
          </p:style>
        </p:cxnSp>
        <p:cxnSp>
          <p:nvCxnSpPr>
            <p:cNvPr id="68" name="连接符: 肘形 67">
              <a:extLst>
                <a:ext uri="{FF2B5EF4-FFF2-40B4-BE49-F238E27FC236}">
                  <a16:creationId xmlns:a16="http://schemas.microsoft.com/office/drawing/2014/main" id="{32807DB6-9144-4239-8B32-A9F787582128}"/>
                </a:ext>
              </a:extLst>
            </p:cNvPr>
            <p:cNvCxnSpPr>
              <a:cxnSpLocks/>
              <a:stCxn id="26" idx="1"/>
            </p:cNvCxnSpPr>
            <p:nvPr/>
          </p:nvCxnSpPr>
          <p:spPr>
            <a:xfrm rot="10800000" flipV="1">
              <a:off x="2522676" y="2424221"/>
              <a:ext cx="452416" cy="3555559"/>
            </a:xfrm>
            <a:prstGeom prst="bentConnector2">
              <a:avLst/>
            </a:prstGeom>
            <a:ln w="12700">
              <a:solidFill>
                <a:schemeClr val="tx1"/>
              </a:solidFill>
              <a:tailEnd type="none"/>
            </a:ln>
          </p:spPr>
          <p:style>
            <a:lnRef idx="1">
              <a:schemeClr val="accent1"/>
            </a:lnRef>
            <a:fillRef idx="0">
              <a:schemeClr val="accent1"/>
            </a:fillRef>
            <a:effectRef idx="0">
              <a:schemeClr val="accent1"/>
            </a:effectRef>
            <a:fontRef idx="minor">
              <a:schemeClr val="tx1"/>
            </a:fontRef>
          </p:style>
        </p:cxnSp>
      </p:grpSp>
      <p:pic>
        <p:nvPicPr>
          <p:cNvPr id="61" name="图片 60" descr="图标&#10;&#10;描述已自动生成">
            <a:extLst>
              <a:ext uri="{FF2B5EF4-FFF2-40B4-BE49-F238E27FC236}">
                <a16:creationId xmlns:a16="http://schemas.microsoft.com/office/drawing/2014/main" id="{CF6531C8-B391-4CC9-A2FA-037EE55F1B52}"/>
              </a:ext>
            </a:extLst>
          </p:cNvPr>
          <p:cNvPicPr>
            <a:picLocks noChangeAspect="1"/>
          </p:cNvPicPr>
          <p:nvPr/>
        </p:nvPicPr>
        <p:blipFill>
          <a:blip r:embed="rId3">
            <a:extLst>
              <a:ext uri="{28A0092B-C50C-407E-A947-70E740481C1C}">
                <a14:useLocalDpi xmlns:a14="http://schemas.microsoft.com/office/drawing/2010/main" val="0"/>
              </a:ext>
            </a:extLst>
          </a:blip>
          <a:stretch>
            <a:fillRect/>
          </a:stretch>
        </p:blipFill>
        <p:spPr>
          <a:xfrm>
            <a:off x="2331503" y="5587458"/>
            <a:ext cx="497392" cy="641082"/>
          </a:xfrm>
          <a:prstGeom prst="rect">
            <a:avLst/>
          </a:prstGeom>
        </p:spPr>
      </p:pic>
      <p:cxnSp>
        <p:nvCxnSpPr>
          <p:cNvPr id="9" name="连接符: 肘形 8">
            <a:extLst>
              <a:ext uri="{FF2B5EF4-FFF2-40B4-BE49-F238E27FC236}">
                <a16:creationId xmlns:a16="http://schemas.microsoft.com/office/drawing/2014/main" id="{B92B18AE-46F1-4460-BD82-B21DEDFD5C20}"/>
              </a:ext>
            </a:extLst>
          </p:cNvPr>
          <p:cNvCxnSpPr>
            <a:cxnSpLocks/>
          </p:cNvCxnSpPr>
          <p:nvPr/>
        </p:nvCxnSpPr>
        <p:spPr>
          <a:xfrm rot="16200000" flipH="1">
            <a:off x="4417764" y="1548565"/>
            <a:ext cx="57013" cy="2335383"/>
          </a:xfrm>
          <a:prstGeom prst="bentConnector3">
            <a:avLst>
              <a:gd name="adj1" fmla="val 281730"/>
            </a:avLst>
          </a:prstGeom>
          <a:ln w="12700">
            <a:solidFill>
              <a:schemeClr val="tx1"/>
            </a:solidFill>
            <a:tailEnd type="none"/>
          </a:ln>
        </p:spPr>
        <p:style>
          <a:lnRef idx="1">
            <a:schemeClr val="accent1"/>
          </a:lnRef>
          <a:fillRef idx="0">
            <a:schemeClr val="accent1"/>
          </a:fillRef>
          <a:effectRef idx="0">
            <a:schemeClr val="accent1"/>
          </a:effectRef>
          <a:fontRef idx="minor">
            <a:schemeClr val="tx1"/>
          </a:fontRef>
        </p:style>
      </p:cxnSp>
      <p:cxnSp>
        <p:nvCxnSpPr>
          <p:cNvPr id="27" name="连接符: 肘形 26">
            <a:extLst>
              <a:ext uri="{FF2B5EF4-FFF2-40B4-BE49-F238E27FC236}">
                <a16:creationId xmlns:a16="http://schemas.microsoft.com/office/drawing/2014/main" id="{70021892-DA2B-4152-AB35-A1B4EEA6A666}"/>
              </a:ext>
            </a:extLst>
          </p:cNvPr>
          <p:cNvCxnSpPr>
            <a:cxnSpLocks/>
          </p:cNvCxnSpPr>
          <p:nvPr/>
        </p:nvCxnSpPr>
        <p:spPr>
          <a:xfrm rot="16200000" flipH="1">
            <a:off x="5524236" y="208436"/>
            <a:ext cx="183222" cy="4832418"/>
          </a:xfrm>
          <a:prstGeom prst="bentConnector3">
            <a:avLst>
              <a:gd name="adj1" fmla="val 224767"/>
            </a:avLst>
          </a:prstGeom>
          <a:ln w="12700">
            <a:solidFill>
              <a:schemeClr val="tx1"/>
            </a:solidFill>
            <a:tailEnd type="none"/>
          </a:ln>
        </p:spPr>
        <p:style>
          <a:lnRef idx="1">
            <a:schemeClr val="accent1"/>
          </a:lnRef>
          <a:fillRef idx="0">
            <a:schemeClr val="accent1"/>
          </a:fillRef>
          <a:effectRef idx="0">
            <a:schemeClr val="accent1"/>
          </a:effectRef>
          <a:fontRef idx="minor">
            <a:schemeClr val="tx1"/>
          </a:fontRef>
        </p:style>
      </p:cxnSp>
      <p:cxnSp>
        <p:nvCxnSpPr>
          <p:cNvPr id="32" name="连接符: 肘形 31">
            <a:extLst>
              <a:ext uri="{FF2B5EF4-FFF2-40B4-BE49-F238E27FC236}">
                <a16:creationId xmlns:a16="http://schemas.microsoft.com/office/drawing/2014/main" id="{E46C65CA-B840-40CC-AA98-E00FE29C4120}"/>
              </a:ext>
            </a:extLst>
          </p:cNvPr>
          <p:cNvCxnSpPr>
            <a:cxnSpLocks/>
            <a:endCxn id="25" idx="2"/>
          </p:cNvCxnSpPr>
          <p:nvPr/>
        </p:nvCxnSpPr>
        <p:spPr>
          <a:xfrm rot="16200000" flipH="1">
            <a:off x="6648763" y="-999612"/>
            <a:ext cx="242768" cy="7360008"/>
          </a:xfrm>
          <a:prstGeom prst="bentConnector3">
            <a:avLst>
              <a:gd name="adj1" fmla="val 196874"/>
            </a:avLst>
          </a:prstGeom>
          <a:ln w="12700">
            <a:solidFill>
              <a:schemeClr val="tx1"/>
            </a:solidFill>
            <a:tailEnd type="none"/>
          </a:ln>
        </p:spPr>
        <p:style>
          <a:lnRef idx="1">
            <a:schemeClr val="accent1"/>
          </a:lnRef>
          <a:fillRef idx="0">
            <a:schemeClr val="accent1"/>
          </a:fillRef>
          <a:effectRef idx="0">
            <a:schemeClr val="accent1"/>
          </a:effectRef>
          <a:fontRef idx="minor">
            <a:schemeClr val="tx1"/>
          </a:fontRef>
        </p:style>
      </p:cxnSp>
      <p:pic>
        <p:nvPicPr>
          <p:cNvPr id="23" name="图形 10">
            <a:extLst>
              <a:ext uri="{FF2B5EF4-FFF2-40B4-BE49-F238E27FC236}">
                <a16:creationId xmlns:a16="http://schemas.microsoft.com/office/drawing/2014/main" id="{5A2137C2-AE55-4E03-84D2-6759FC32A2A3}"/>
              </a:ext>
            </a:extLst>
          </p:cNvPr>
          <p:cNvPicPr>
            <a:picLocks noChangeAspect="1"/>
          </p:cNvPicPr>
          <p:nvPr/>
        </p:nvPicPr>
        <p:blipFill>
          <a:blip r:embed="rId4">
            <a:extLst>
              <a:ext uri="{28A0092B-C50C-407E-A947-70E740481C1C}">
                <a14:useLocalDpi xmlns:a14="http://schemas.microsoft.com/office/drawing/2010/main" val="0"/>
              </a:ext>
              <a:ext uri="{96DAC541-7B7A-43D3-8B79-37D633B846F1}">
                <asvg:svgBlip xmlns:asvg="http://schemas.microsoft.com/office/drawing/2016/SVG/main" r:embed="rId5"/>
              </a:ext>
            </a:extLst>
          </a:blip>
          <a:stretch>
            <a:fillRect/>
          </a:stretch>
        </p:blipFill>
        <p:spPr>
          <a:xfrm>
            <a:off x="5282555" y="2160694"/>
            <a:ext cx="662814" cy="641082"/>
          </a:xfrm>
          <a:prstGeom prst="rect">
            <a:avLst/>
          </a:prstGeom>
        </p:spPr>
      </p:pic>
      <p:pic>
        <p:nvPicPr>
          <p:cNvPr id="24" name="图形 10">
            <a:extLst>
              <a:ext uri="{FF2B5EF4-FFF2-40B4-BE49-F238E27FC236}">
                <a16:creationId xmlns:a16="http://schemas.microsoft.com/office/drawing/2014/main" id="{8A4DCD72-63CA-42B3-81B9-D7606F77AE02}"/>
              </a:ext>
            </a:extLst>
          </p:cNvPr>
          <p:cNvPicPr>
            <a:picLocks noChangeAspect="1"/>
          </p:cNvPicPr>
          <p:nvPr/>
        </p:nvPicPr>
        <p:blipFill>
          <a:blip r:embed="rId4">
            <a:extLst>
              <a:ext uri="{28A0092B-C50C-407E-A947-70E740481C1C}">
                <a14:useLocalDpi xmlns:a14="http://schemas.microsoft.com/office/drawing/2010/main" val="0"/>
              </a:ext>
              <a:ext uri="{96DAC541-7B7A-43D3-8B79-37D633B846F1}">
                <asvg:svgBlip xmlns:asvg="http://schemas.microsoft.com/office/drawing/2016/SVG/main" r:embed="rId5"/>
              </a:ext>
            </a:extLst>
          </a:blip>
          <a:stretch>
            <a:fillRect/>
          </a:stretch>
        </p:blipFill>
        <p:spPr>
          <a:xfrm>
            <a:off x="7700649" y="2160694"/>
            <a:ext cx="662814" cy="641082"/>
          </a:xfrm>
          <a:prstGeom prst="rect">
            <a:avLst/>
          </a:prstGeom>
        </p:spPr>
      </p:pic>
      <p:pic>
        <p:nvPicPr>
          <p:cNvPr id="25" name="图形 10">
            <a:extLst>
              <a:ext uri="{FF2B5EF4-FFF2-40B4-BE49-F238E27FC236}">
                <a16:creationId xmlns:a16="http://schemas.microsoft.com/office/drawing/2014/main" id="{1C0F9901-7D3A-457F-90CA-B8C127BAA61C}"/>
              </a:ext>
            </a:extLst>
          </p:cNvPr>
          <p:cNvPicPr>
            <a:picLocks noChangeAspect="1"/>
          </p:cNvPicPr>
          <p:nvPr/>
        </p:nvPicPr>
        <p:blipFill>
          <a:blip r:embed="rId4">
            <a:extLst>
              <a:ext uri="{28A0092B-C50C-407E-A947-70E740481C1C}">
                <a14:useLocalDpi xmlns:a14="http://schemas.microsoft.com/office/drawing/2010/main" val="0"/>
              </a:ext>
              <a:ext uri="{96DAC541-7B7A-43D3-8B79-37D633B846F1}">
                <asvg:svgBlip xmlns:asvg="http://schemas.microsoft.com/office/drawing/2016/SVG/main" r:embed="rId5"/>
              </a:ext>
            </a:extLst>
          </a:blip>
          <a:stretch>
            <a:fillRect/>
          </a:stretch>
        </p:blipFill>
        <p:spPr>
          <a:xfrm>
            <a:off x="10118744" y="2160694"/>
            <a:ext cx="662814" cy="641082"/>
          </a:xfrm>
          <a:prstGeom prst="rect">
            <a:avLst/>
          </a:prstGeom>
        </p:spPr>
      </p:pic>
      <p:pic>
        <p:nvPicPr>
          <p:cNvPr id="26" name="图片 25" descr="图标&#10;&#10;描述已自动生成">
            <a:extLst>
              <a:ext uri="{FF2B5EF4-FFF2-40B4-BE49-F238E27FC236}">
                <a16:creationId xmlns:a16="http://schemas.microsoft.com/office/drawing/2014/main" id="{D271365E-9562-47F2-9DD3-BA4B6BF90554}"/>
              </a:ext>
            </a:extLst>
          </p:cNvPr>
          <p:cNvPicPr>
            <a:picLocks noChangeAspect="1"/>
          </p:cNvPicPr>
          <p:nvPr/>
        </p:nvPicPr>
        <p:blipFill>
          <a:blip r:embed="rId3">
            <a:extLst>
              <a:ext uri="{28A0092B-C50C-407E-A947-70E740481C1C}">
                <a14:useLocalDpi xmlns:a14="http://schemas.microsoft.com/office/drawing/2010/main" val="0"/>
              </a:ext>
            </a:extLst>
          </a:blip>
          <a:stretch>
            <a:fillRect/>
          </a:stretch>
        </p:blipFill>
        <p:spPr>
          <a:xfrm>
            <a:off x="2975092" y="2103681"/>
            <a:ext cx="497392" cy="641082"/>
          </a:xfrm>
          <a:prstGeom prst="rect">
            <a:avLst/>
          </a:prstGeom>
        </p:spPr>
      </p:pic>
      <p:sp>
        <p:nvSpPr>
          <p:cNvPr id="38" name="íşlïḍè">
            <a:extLst>
              <a:ext uri="{FF2B5EF4-FFF2-40B4-BE49-F238E27FC236}">
                <a16:creationId xmlns:a16="http://schemas.microsoft.com/office/drawing/2014/main" id="{72EC9BB3-09AD-4441-B8A9-C6B2DDA3DD95}"/>
              </a:ext>
            </a:extLst>
          </p:cNvPr>
          <p:cNvSpPr txBox="1"/>
          <p:nvPr/>
        </p:nvSpPr>
        <p:spPr>
          <a:xfrm>
            <a:off x="1268613" y="2218472"/>
            <a:ext cx="1039321" cy="406173"/>
          </a:xfrm>
          <a:prstGeom prst="rect">
            <a:avLst/>
          </a:prstGeom>
          <a:noFill/>
        </p:spPr>
        <p:txBody>
          <a:bodyPr wrap="square" lIns="91440" tIns="45720" rIns="91440" bIns="45720" anchor="ctr">
            <a:noAutofit/>
          </a:bodyPr>
          <a:lstStyle/>
          <a:p>
            <a:r>
              <a:rPr lang="zh-CN" altLang="en-US" b="1" dirty="0">
                <a:latin typeface="Arial Narrow" panose="020B0606020202030204" pitchFamily="34" charset="0"/>
              </a:rPr>
              <a:t>局域网</a:t>
            </a:r>
            <a:r>
              <a:rPr lang="en-US" altLang="zh-CN" b="1" dirty="0">
                <a:latin typeface="Arial Narrow" panose="020B0606020202030204" pitchFamily="34" charset="0"/>
              </a:rPr>
              <a:t>3</a:t>
            </a:r>
            <a:endParaRPr lang="zh-CN" altLang="en-US" b="1" dirty="0">
              <a:latin typeface="Arial Narrow" panose="020B0606020202030204" pitchFamily="34" charset="0"/>
            </a:endParaRPr>
          </a:p>
        </p:txBody>
      </p:sp>
      <p:sp>
        <p:nvSpPr>
          <p:cNvPr id="39" name="íşlïḍè">
            <a:extLst>
              <a:ext uri="{FF2B5EF4-FFF2-40B4-BE49-F238E27FC236}">
                <a16:creationId xmlns:a16="http://schemas.microsoft.com/office/drawing/2014/main" id="{6E397B3E-0BBC-4910-A508-D77362179DA4}"/>
              </a:ext>
            </a:extLst>
          </p:cNvPr>
          <p:cNvSpPr txBox="1"/>
          <p:nvPr/>
        </p:nvSpPr>
        <p:spPr>
          <a:xfrm>
            <a:off x="11262319" y="2218472"/>
            <a:ext cx="555094" cy="406173"/>
          </a:xfrm>
          <a:prstGeom prst="rect">
            <a:avLst/>
          </a:prstGeom>
          <a:noFill/>
        </p:spPr>
        <p:txBody>
          <a:bodyPr wrap="square" lIns="91440" tIns="45720" rIns="91440" bIns="45720" anchor="ctr">
            <a:noAutofit/>
          </a:bodyPr>
          <a:lstStyle/>
          <a:p>
            <a:r>
              <a:rPr lang="en-US" altLang="zh-CN" b="1" dirty="0">
                <a:latin typeface="Arial Narrow" panose="020B0606020202030204" pitchFamily="34" charset="0"/>
              </a:rPr>
              <a:t>3</a:t>
            </a:r>
            <a:r>
              <a:rPr lang="zh-CN" altLang="en-US" b="1" dirty="0">
                <a:latin typeface="Arial Narrow" panose="020B0606020202030204" pitchFamily="34" charset="0"/>
              </a:rPr>
              <a:t>楼</a:t>
            </a:r>
          </a:p>
        </p:txBody>
      </p:sp>
      <p:cxnSp>
        <p:nvCxnSpPr>
          <p:cNvPr id="42" name="连接符: 肘形 41">
            <a:extLst>
              <a:ext uri="{FF2B5EF4-FFF2-40B4-BE49-F238E27FC236}">
                <a16:creationId xmlns:a16="http://schemas.microsoft.com/office/drawing/2014/main" id="{9AA63ACA-850B-48FA-843F-88BE2B98C2BF}"/>
              </a:ext>
            </a:extLst>
          </p:cNvPr>
          <p:cNvCxnSpPr>
            <a:cxnSpLocks/>
          </p:cNvCxnSpPr>
          <p:nvPr/>
        </p:nvCxnSpPr>
        <p:spPr>
          <a:xfrm rot="16200000" flipH="1">
            <a:off x="4417764" y="2836610"/>
            <a:ext cx="57013" cy="2335383"/>
          </a:xfrm>
          <a:prstGeom prst="bentConnector3">
            <a:avLst>
              <a:gd name="adj1" fmla="val 281730"/>
            </a:avLst>
          </a:prstGeom>
          <a:ln w="12700">
            <a:solidFill>
              <a:schemeClr val="tx1"/>
            </a:solidFill>
            <a:tailEnd type="none"/>
          </a:ln>
        </p:spPr>
        <p:style>
          <a:lnRef idx="1">
            <a:schemeClr val="accent1"/>
          </a:lnRef>
          <a:fillRef idx="0">
            <a:schemeClr val="accent1"/>
          </a:fillRef>
          <a:effectRef idx="0">
            <a:schemeClr val="accent1"/>
          </a:effectRef>
          <a:fontRef idx="minor">
            <a:schemeClr val="tx1"/>
          </a:fontRef>
        </p:style>
      </p:cxnSp>
      <p:cxnSp>
        <p:nvCxnSpPr>
          <p:cNvPr id="43" name="连接符: 肘形 42">
            <a:extLst>
              <a:ext uri="{FF2B5EF4-FFF2-40B4-BE49-F238E27FC236}">
                <a16:creationId xmlns:a16="http://schemas.microsoft.com/office/drawing/2014/main" id="{1DB41ED9-64D0-47A7-B04B-4C5A1850D4BD}"/>
              </a:ext>
            </a:extLst>
          </p:cNvPr>
          <p:cNvCxnSpPr>
            <a:cxnSpLocks/>
          </p:cNvCxnSpPr>
          <p:nvPr/>
        </p:nvCxnSpPr>
        <p:spPr>
          <a:xfrm rot="16200000" flipH="1">
            <a:off x="5524236" y="1496481"/>
            <a:ext cx="183222" cy="4832418"/>
          </a:xfrm>
          <a:prstGeom prst="bentConnector3">
            <a:avLst>
              <a:gd name="adj1" fmla="val 224767"/>
            </a:avLst>
          </a:prstGeom>
          <a:ln w="12700">
            <a:solidFill>
              <a:schemeClr val="tx1"/>
            </a:solidFill>
            <a:tailEnd type="none"/>
          </a:ln>
        </p:spPr>
        <p:style>
          <a:lnRef idx="1">
            <a:schemeClr val="accent1"/>
          </a:lnRef>
          <a:fillRef idx="0">
            <a:schemeClr val="accent1"/>
          </a:fillRef>
          <a:effectRef idx="0">
            <a:schemeClr val="accent1"/>
          </a:effectRef>
          <a:fontRef idx="minor">
            <a:schemeClr val="tx1"/>
          </a:fontRef>
        </p:style>
      </p:cxnSp>
      <p:cxnSp>
        <p:nvCxnSpPr>
          <p:cNvPr id="44" name="连接符: 肘形 43">
            <a:extLst>
              <a:ext uri="{FF2B5EF4-FFF2-40B4-BE49-F238E27FC236}">
                <a16:creationId xmlns:a16="http://schemas.microsoft.com/office/drawing/2014/main" id="{73601D39-E37F-41F1-862E-148C10038A4D}"/>
              </a:ext>
            </a:extLst>
          </p:cNvPr>
          <p:cNvCxnSpPr>
            <a:cxnSpLocks/>
            <a:endCxn id="47" idx="2"/>
          </p:cNvCxnSpPr>
          <p:nvPr/>
        </p:nvCxnSpPr>
        <p:spPr>
          <a:xfrm rot="16200000" flipH="1">
            <a:off x="6648763" y="288433"/>
            <a:ext cx="242768" cy="7360008"/>
          </a:xfrm>
          <a:prstGeom prst="bentConnector3">
            <a:avLst>
              <a:gd name="adj1" fmla="val 196874"/>
            </a:avLst>
          </a:prstGeom>
          <a:ln w="12700">
            <a:solidFill>
              <a:schemeClr val="tx1"/>
            </a:solidFill>
            <a:tailEnd type="none"/>
          </a:ln>
        </p:spPr>
        <p:style>
          <a:lnRef idx="1">
            <a:schemeClr val="accent1"/>
          </a:lnRef>
          <a:fillRef idx="0">
            <a:schemeClr val="accent1"/>
          </a:fillRef>
          <a:effectRef idx="0">
            <a:schemeClr val="accent1"/>
          </a:effectRef>
          <a:fontRef idx="minor">
            <a:schemeClr val="tx1"/>
          </a:fontRef>
        </p:style>
      </p:cxnSp>
      <p:pic>
        <p:nvPicPr>
          <p:cNvPr id="45" name="图形 10">
            <a:extLst>
              <a:ext uri="{FF2B5EF4-FFF2-40B4-BE49-F238E27FC236}">
                <a16:creationId xmlns:a16="http://schemas.microsoft.com/office/drawing/2014/main" id="{D08352ED-73A7-415F-A038-249EF0C20327}"/>
              </a:ext>
            </a:extLst>
          </p:cNvPr>
          <p:cNvPicPr>
            <a:picLocks noChangeAspect="1"/>
          </p:cNvPicPr>
          <p:nvPr/>
        </p:nvPicPr>
        <p:blipFill>
          <a:blip r:embed="rId4">
            <a:extLst>
              <a:ext uri="{28A0092B-C50C-407E-A947-70E740481C1C}">
                <a14:useLocalDpi xmlns:a14="http://schemas.microsoft.com/office/drawing/2010/main" val="0"/>
              </a:ext>
              <a:ext uri="{96DAC541-7B7A-43D3-8B79-37D633B846F1}">
                <asvg:svgBlip xmlns:asvg="http://schemas.microsoft.com/office/drawing/2016/SVG/main" r:embed="rId5"/>
              </a:ext>
            </a:extLst>
          </a:blip>
          <a:stretch>
            <a:fillRect/>
          </a:stretch>
        </p:blipFill>
        <p:spPr>
          <a:xfrm>
            <a:off x="5282555" y="3448739"/>
            <a:ext cx="662814" cy="641082"/>
          </a:xfrm>
          <a:prstGeom prst="rect">
            <a:avLst/>
          </a:prstGeom>
        </p:spPr>
      </p:pic>
      <p:pic>
        <p:nvPicPr>
          <p:cNvPr id="46" name="图形 10">
            <a:extLst>
              <a:ext uri="{FF2B5EF4-FFF2-40B4-BE49-F238E27FC236}">
                <a16:creationId xmlns:a16="http://schemas.microsoft.com/office/drawing/2014/main" id="{DB1C2CAA-7026-4742-9806-5E5B4D17100A}"/>
              </a:ext>
            </a:extLst>
          </p:cNvPr>
          <p:cNvPicPr>
            <a:picLocks noChangeAspect="1"/>
          </p:cNvPicPr>
          <p:nvPr/>
        </p:nvPicPr>
        <p:blipFill>
          <a:blip r:embed="rId4">
            <a:extLst>
              <a:ext uri="{28A0092B-C50C-407E-A947-70E740481C1C}">
                <a14:useLocalDpi xmlns:a14="http://schemas.microsoft.com/office/drawing/2010/main" val="0"/>
              </a:ext>
              <a:ext uri="{96DAC541-7B7A-43D3-8B79-37D633B846F1}">
                <asvg:svgBlip xmlns:asvg="http://schemas.microsoft.com/office/drawing/2016/SVG/main" r:embed="rId5"/>
              </a:ext>
            </a:extLst>
          </a:blip>
          <a:stretch>
            <a:fillRect/>
          </a:stretch>
        </p:blipFill>
        <p:spPr>
          <a:xfrm>
            <a:off x="7700649" y="3448739"/>
            <a:ext cx="662814" cy="641082"/>
          </a:xfrm>
          <a:prstGeom prst="rect">
            <a:avLst/>
          </a:prstGeom>
        </p:spPr>
      </p:pic>
      <p:pic>
        <p:nvPicPr>
          <p:cNvPr id="47" name="图形 10">
            <a:extLst>
              <a:ext uri="{FF2B5EF4-FFF2-40B4-BE49-F238E27FC236}">
                <a16:creationId xmlns:a16="http://schemas.microsoft.com/office/drawing/2014/main" id="{EA0EB8F7-8542-4D3D-90D8-6FEE54425547}"/>
              </a:ext>
            </a:extLst>
          </p:cNvPr>
          <p:cNvPicPr>
            <a:picLocks noChangeAspect="1"/>
          </p:cNvPicPr>
          <p:nvPr/>
        </p:nvPicPr>
        <p:blipFill>
          <a:blip r:embed="rId4">
            <a:extLst>
              <a:ext uri="{28A0092B-C50C-407E-A947-70E740481C1C}">
                <a14:useLocalDpi xmlns:a14="http://schemas.microsoft.com/office/drawing/2010/main" val="0"/>
              </a:ext>
              <a:ext uri="{96DAC541-7B7A-43D3-8B79-37D633B846F1}">
                <asvg:svgBlip xmlns:asvg="http://schemas.microsoft.com/office/drawing/2016/SVG/main" r:embed="rId5"/>
              </a:ext>
            </a:extLst>
          </a:blip>
          <a:stretch>
            <a:fillRect/>
          </a:stretch>
        </p:blipFill>
        <p:spPr>
          <a:xfrm>
            <a:off x="10118744" y="3448739"/>
            <a:ext cx="662814" cy="641082"/>
          </a:xfrm>
          <a:prstGeom prst="rect">
            <a:avLst/>
          </a:prstGeom>
        </p:spPr>
      </p:pic>
      <p:pic>
        <p:nvPicPr>
          <p:cNvPr id="48" name="图片 47" descr="图标&#10;&#10;描述已自动生成">
            <a:extLst>
              <a:ext uri="{FF2B5EF4-FFF2-40B4-BE49-F238E27FC236}">
                <a16:creationId xmlns:a16="http://schemas.microsoft.com/office/drawing/2014/main" id="{01E25913-E20B-4DD9-A851-3367C335732E}"/>
              </a:ext>
            </a:extLst>
          </p:cNvPr>
          <p:cNvPicPr>
            <a:picLocks noChangeAspect="1"/>
          </p:cNvPicPr>
          <p:nvPr/>
        </p:nvPicPr>
        <p:blipFill>
          <a:blip r:embed="rId3">
            <a:extLst>
              <a:ext uri="{28A0092B-C50C-407E-A947-70E740481C1C}">
                <a14:useLocalDpi xmlns:a14="http://schemas.microsoft.com/office/drawing/2010/main" val="0"/>
              </a:ext>
            </a:extLst>
          </a:blip>
          <a:stretch>
            <a:fillRect/>
          </a:stretch>
        </p:blipFill>
        <p:spPr>
          <a:xfrm>
            <a:off x="2975092" y="3391726"/>
            <a:ext cx="497392" cy="641082"/>
          </a:xfrm>
          <a:prstGeom prst="rect">
            <a:avLst/>
          </a:prstGeom>
        </p:spPr>
      </p:pic>
      <p:sp>
        <p:nvSpPr>
          <p:cNvPr id="49" name="íşlïḍè">
            <a:extLst>
              <a:ext uri="{FF2B5EF4-FFF2-40B4-BE49-F238E27FC236}">
                <a16:creationId xmlns:a16="http://schemas.microsoft.com/office/drawing/2014/main" id="{2C0E4758-3D19-4F6E-B32F-92CF5DF44D2D}"/>
              </a:ext>
            </a:extLst>
          </p:cNvPr>
          <p:cNvSpPr txBox="1"/>
          <p:nvPr/>
        </p:nvSpPr>
        <p:spPr>
          <a:xfrm>
            <a:off x="1268613" y="3506517"/>
            <a:ext cx="1039321" cy="406173"/>
          </a:xfrm>
          <a:prstGeom prst="rect">
            <a:avLst/>
          </a:prstGeom>
          <a:noFill/>
        </p:spPr>
        <p:txBody>
          <a:bodyPr wrap="square" lIns="91440" tIns="45720" rIns="91440" bIns="45720" anchor="ctr">
            <a:noAutofit/>
          </a:bodyPr>
          <a:lstStyle/>
          <a:p>
            <a:r>
              <a:rPr lang="zh-CN" altLang="en-US" b="1" dirty="0">
                <a:latin typeface="Arial Narrow" panose="020B0606020202030204" pitchFamily="34" charset="0"/>
              </a:rPr>
              <a:t>局域网</a:t>
            </a:r>
            <a:r>
              <a:rPr lang="en-US" altLang="zh-CN" b="1" dirty="0">
                <a:latin typeface="Arial Narrow" panose="020B0606020202030204" pitchFamily="34" charset="0"/>
              </a:rPr>
              <a:t>2</a:t>
            </a:r>
            <a:endParaRPr lang="zh-CN" altLang="en-US" b="1" dirty="0">
              <a:latin typeface="Arial Narrow" panose="020B0606020202030204" pitchFamily="34" charset="0"/>
            </a:endParaRPr>
          </a:p>
        </p:txBody>
      </p:sp>
      <p:sp>
        <p:nvSpPr>
          <p:cNvPr id="50" name="íşlïḍè">
            <a:extLst>
              <a:ext uri="{FF2B5EF4-FFF2-40B4-BE49-F238E27FC236}">
                <a16:creationId xmlns:a16="http://schemas.microsoft.com/office/drawing/2014/main" id="{31D2E720-57F3-4AE7-B443-A039A06B5EC2}"/>
              </a:ext>
            </a:extLst>
          </p:cNvPr>
          <p:cNvSpPr txBox="1"/>
          <p:nvPr/>
        </p:nvSpPr>
        <p:spPr>
          <a:xfrm>
            <a:off x="11262319" y="3506517"/>
            <a:ext cx="555094" cy="406173"/>
          </a:xfrm>
          <a:prstGeom prst="rect">
            <a:avLst/>
          </a:prstGeom>
          <a:noFill/>
        </p:spPr>
        <p:txBody>
          <a:bodyPr wrap="square" lIns="91440" tIns="45720" rIns="91440" bIns="45720" anchor="ctr">
            <a:noAutofit/>
          </a:bodyPr>
          <a:lstStyle/>
          <a:p>
            <a:r>
              <a:rPr lang="en-US" altLang="zh-CN" b="1" dirty="0">
                <a:latin typeface="Arial Narrow" panose="020B0606020202030204" pitchFamily="34" charset="0"/>
              </a:rPr>
              <a:t>2</a:t>
            </a:r>
            <a:r>
              <a:rPr lang="zh-CN" altLang="en-US" b="1" dirty="0">
                <a:latin typeface="Arial Narrow" panose="020B0606020202030204" pitchFamily="34" charset="0"/>
              </a:rPr>
              <a:t>楼</a:t>
            </a:r>
          </a:p>
        </p:txBody>
      </p:sp>
      <p:cxnSp>
        <p:nvCxnSpPr>
          <p:cNvPr id="52" name="连接符: 肘形 51">
            <a:extLst>
              <a:ext uri="{FF2B5EF4-FFF2-40B4-BE49-F238E27FC236}">
                <a16:creationId xmlns:a16="http://schemas.microsoft.com/office/drawing/2014/main" id="{1CA8C8B1-6209-498A-927B-2D766D9DB7D0}"/>
              </a:ext>
            </a:extLst>
          </p:cNvPr>
          <p:cNvCxnSpPr>
            <a:cxnSpLocks/>
          </p:cNvCxnSpPr>
          <p:nvPr/>
        </p:nvCxnSpPr>
        <p:spPr>
          <a:xfrm rot="16200000" flipH="1">
            <a:off x="4417764" y="4124656"/>
            <a:ext cx="57013" cy="2335383"/>
          </a:xfrm>
          <a:prstGeom prst="bentConnector3">
            <a:avLst>
              <a:gd name="adj1" fmla="val 281730"/>
            </a:avLst>
          </a:prstGeom>
          <a:ln w="12700">
            <a:solidFill>
              <a:schemeClr val="tx1"/>
            </a:solidFill>
            <a:tailEnd type="none"/>
          </a:ln>
        </p:spPr>
        <p:style>
          <a:lnRef idx="1">
            <a:schemeClr val="accent1"/>
          </a:lnRef>
          <a:fillRef idx="0">
            <a:schemeClr val="accent1"/>
          </a:fillRef>
          <a:effectRef idx="0">
            <a:schemeClr val="accent1"/>
          </a:effectRef>
          <a:fontRef idx="minor">
            <a:schemeClr val="tx1"/>
          </a:fontRef>
        </p:style>
      </p:cxnSp>
      <p:cxnSp>
        <p:nvCxnSpPr>
          <p:cNvPr id="53" name="连接符: 肘形 52">
            <a:extLst>
              <a:ext uri="{FF2B5EF4-FFF2-40B4-BE49-F238E27FC236}">
                <a16:creationId xmlns:a16="http://schemas.microsoft.com/office/drawing/2014/main" id="{0CADAF48-9C8B-47E3-9D89-89D093752DE0}"/>
              </a:ext>
            </a:extLst>
          </p:cNvPr>
          <p:cNvCxnSpPr>
            <a:cxnSpLocks/>
          </p:cNvCxnSpPr>
          <p:nvPr/>
        </p:nvCxnSpPr>
        <p:spPr>
          <a:xfrm rot="16200000" flipH="1">
            <a:off x="5524236" y="2784527"/>
            <a:ext cx="183222" cy="4832418"/>
          </a:xfrm>
          <a:prstGeom prst="bentConnector3">
            <a:avLst>
              <a:gd name="adj1" fmla="val 224767"/>
            </a:avLst>
          </a:prstGeom>
          <a:ln w="12700">
            <a:solidFill>
              <a:schemeClr val="tx1"/>
            </a:solidFill>
            <a:tailEnd type="none"/>
          </a:ln>
        </p:spPr>
        <p:style>
          <a:lnRef idx="1">
            <a:schemeClr val="accent1"/>
          </a:lnRef>
          <a:fillRef idx="0">
            <a:schemeClr val="accent1"/>
          </a:fillRef>
          <a:effectRef idx="0">
            <a:schemeClr val="accent1"/>
          </a:effectRef>
          <a:fontRef idx="minor">
            <a:schemeClr val="tx1"/>
          </a:fontRef>
        </p:style>
      </p:cxnSp>
      <p:cxnSp>
        <p:nvCxnSpPr>
          <p:cNvPr id="54" name="连接符: 肘形 53">
            <a:extLst>
              <a:ext uri="{FF2B5EF4-FFF2-40B4-BE49-F238E27FC236}">
                <a16:creationId xmlns:a16="http://schemas.microsoft.com/office/drawing/2014/main" id="{CC1A1AFC-1E4D-4159-90B5-2AF2FCC2C978}"/>
              </a:ext>
            </a:extLst>
          </p:cNvPr>
          <p:cNvCxnSpPr>
            <a:cxnSpLocks/>
            <a:endCxn id="57" idx="2"/>
          </p:cNvCxnSpPr>
          <p:nvPr/>
        </p:nvCxnSpPr>
        <p:spPr>
          <a:xfrm rot="16200000" flipH="1">
            <a:off x="6648763" y="1576479"/>
            <a:ext cx="242768" cy="7360008"/>
          </a:xfrm>
          <a:prstGeom prst="bentConnector3">
            <a:avLst>
              <a:gd name="adj1" fmla="val 196874"/>
            </a:avLst>
          </a:prstGeom>
          <a:ln w="12700">
            <a:solidFill>
              <a:schemeClr val="tx1"/>
            </a:solidFill>
            <a:tailEnd type="none"/>
          </a:ln>
        </p:spPr>
        <p:style>
          <a:lnRef idx="1">
            <a:schemeClr val="accent1"/>
          </a:lnRef>
          <a:fillRef idx="0">
            <a:schemeClr val="accent1"/>
          </a:fillRef>
          <a:effectRef idx="0">
            <a:schemeClr val="accent1"/>
          </a:effectRef>
          <a:fontRef idx="minor">
            <a:schemeClr val="tx1"/>
          </a:fontRef>
        </p:style>
      </p:cxnSp>
      <p:pic>
        <p:nvPicPr>
          <p:cNvPr id="55" name="图形 10">
            <a:extLst>
              <a:ext uri="{FF2B5EF4-FFF2-40B4-BE49-F238E27FC236}">
                <a16:creationId xmlns:a16="http://schemas.microsoft.com/office/drawing/2014/main" id="{8A8DFBDE-A25A-453E-B28F-68E243FF7E4A}"/>
              </a:ext>
            </a:extLst>
          </p:cNvPr>
          <p:cNvPicPr>
            <a:picLocks noChangeAspect="1"/>
          </p:cNvPicPr>
          <p:nvPr/>
        </p:nvPicPr>
        <p:blipFill>
          <a:blip r:embed="rId4">
            <a:extLst>
              <a:ext uri="{28A0092B-C50C-407E-A947-70E740481C1C}">
                <a14:useLocalDpi xmlns:a14="http://schemas.microsoft.com/office/drawing/2010/main" val="0"/>
              </a:ext>
              <a:ext uri="{96DAC541-7B7A-43D3-8B79-37D633B846F1}">
                <asvg:svgBlip xmlns:asvg="http://schemas.microsoft.com/office/drawing/2016/SVG/main" r:embed="rId5"/>
              </a:ext>
            </a:extLst>
          </a:blip>
          <a:stretch>
            <a:fillRect/>
          </a:stretch>
        </p:blipFill>
        <p:spPr>
          <a:xfrm>
            <a:off x="5282555" y="4736785"/>
            <a:ext cx="662814" cy="641082"/>
          </a:xfrm>
          <a:prstGeom prst="rect">
            <a:avLst/>
          </a:prstGeom>
        </p:spPr>
      </p:pic>
      <p:pic>
        <p:nvPicPr>
          <p:cNvPr id="56" name="图形 10">
            <a:extLst>
              <a:ext uri="{FF2B5EF4-FFF2-40B4-BE49-F238E27FC236}">
                <a16:creationId xmlns:a16="http://schemas.microsoft.com/office/drawing/2014/main" id="{A264ED30-2E7A-4C7A-8B8A-906D94CEB8D9}"/>
              </a:ext>
            </a:extLst>
          </p:cNvPr>
          <p:cNvPicPr>
            <a:picLocks noChangeAspect="1"/>
          </p:cNvPicPr>
          <p:nvPr/>
        </p:nvPicPr>
        <p:blipFill>
          <a:blip r:embed="rId4">
            <a:extLst>
              <a:ext uri="{28A0092B-C50C-407E-A947-70E740481C1C}">
                <a14:useLocalDpi xmlns:a14="http://schemas.microsoft.com/office/drawing/2010/main" val="0"/>
              </a:ext>
              <a:ext uri="{96DAC541-7B7A-43D3-8B79-37D633B846F1}">
                <asvg:svgBlip xmlns:asvg="http://schemas.microsoft.com/office/drawing/2016/SVG/main" r:embed="rId5"/>
              </a:ext>
            </a:extLst>
          </a:blip>
          <a:stretch>
            <a:fillRect/>
          </a:stretch>
        </p:blipFill>
        <p:spPr>
          <a:xfrm>
            <a:off x="7700649" y="4736785"/>
            <a:ext cx="662814" cy="641082"/>
          </a:xfrm>
          <a:prstGeom prst="rect">
            <a:avLst/>
          </a:prstGeom>
        </p:spPr>
      </p:pic>
      <p:pic>
        <p:nvPicPr>
          <p:cNvPr id="57" name="图形 10">
            <a:extLst>
              <a:ext uri="{FF2B5EF4-FFF2-40B4-BE49-F238E27FC236}">
                <a16:creationId xmlns:a16="http://schemas.microsoft.com/office/drawing/2014/main" id="{D3E86342-A0F1-4872-8BD1-01E9E52C8FB6}"/>
              </a:ext>
            </a:extLst>
          </p:cNvPr>
          <p:cNvPicPr>
            <a:picLocks noChangeAspect="1"/>
          </p:cNvPicPr>
          <p:nvPr/>
        </p:nvPicPr>
        <p:blipFill>
          <a:blip r:embed="rId4">
            <a:extLst>
              <a:ext uri="{28A0092B-C50C-407E-A947-70E740481C1C}">
                <a14:useLocalDpi xmlns:a14="http://schemas.microsoft.com/office/drawing/2010/main" val="0"/>
              </a:ext>
              <a:ext uri="{96DAC541-7B7A-43D3-8B79-37D633B846F1}">
                <asvg:svgBlip xmlns:asvg="http://schemas.microsoft.com/office/drawing/2016/SVG/main" r:embed="rId5"/>
              </a:ext>
            </a:extLst>
          </a:blip>
          <a:stretch>
            <a:fillRect/>
          </a:stretch>
        </p:blipFill>
        <p:spPr>
          <a:xfrm>
            <a:off x="10118744" y="4736785"/>
            <a:ext cx="662814" cy="641082"/>
          </a:xfrm>
          <a:prstGeom prst="rect">
            <a:avLst/>
          </a:prstGeom>
        </p:spPr>
      </p:pic>
      <p:pic>
        <p:nvPicPr>
          <p:cNvPr id="58" name="图片 57" descr="图标&#10;&#10;描述已自动生成">
            <a:extLst>
              <a:ext uri="{FF2B5EF4-FFF2-40B4-BE49-F238E27FC236}">
                <a16:creationId xmlns:a16="http://schemas.microsoft.com/office/drawing/2014/main" id="{C2FED337-0E10-461D-B4C8-FBB2B692BFA0}"/>
              </a:ext>
            </a:extLst>
          </p:cNvPr>
          <p:cNvPicPr>
            <a:picLocks noChangeAspect="1"/>
          </p:cNvPicPr>
          <p:nvPr/>
        </p:nvPicPr>
        <p:blipFill>
          <a:blip r:embed="rId3">
            <a:extLst>
              <a:ext uri="{28A0092B-C50C-407E-A947-70E740481C1C}">
                <a14:useLocalDpi xmlns:a14="http://schemas.microsoft.com/office/drawing/2010/main" val="0"/>
              </a:ext>
            </a:extLst>
          </a:blip>
          <a:stretch>
            <a:fillRect/>
          </a:stretch>
        </p:blipFill>
        <p:spPr>
          <a:xfrm>
            <a:off x="2975092" y="4679772"/>
            <a:ext cx="497392" cy="641082"/>
          </a:xfrm>
          <a:prstGeom prst="rect">
            <a:avLst/>
          </a:prstGeom>
        </p:spPr>
      </p:pic>
      <p:sp>
        <p:nvSpPr>
          <p:cNvPr id="59" name="íşlïḍè">
            <a:extLst>
              <a:ext uri="{FF2B5EF4-FFF2-40B4-BE49-F238E27FC236}">
                <a16:creationId xmlns:a16="http://schemas.microsoft.com/office/drawing/2014/main" id="{F09A1941-2173-4B65-8976-2B2A22C044CB}"/>
              </a:ext>
            </a:extLst>
          </p:cNvPr>
          <p:cNvSpPr txBox="1"/>
          <p:nvPr/>
        </p:nvSpPr>
        <p:spPr>
          <a:xfrm>
            <a:off x="1268613" y="4794563"/>
            <a:ext cx="1039321" cy="406173"/>
          </a:xfrm>
          <a:prstGeom prst="rect">
            <a:avLst/>
          </a:prstGeom>
          <a:noFill/>
        </p:spPr>
        <p:txBody>
          <a:bodyPr wrap="square" lIns="91440" tIns="45720" rIns="91440" bIns="45720" anchor="ctr">
            <a:noAutofit/>
          </a:bodyPr>
          <a:lstStyle/>
          <a:p>
            <a:r>
              <a:rPr lang="zh-CN" altLang="en-US" b="1" dirty="0">
                <a:latin typeface="Arial Narrow" panose="020B0606020202030204" pitchFamily="34" charset="0"/>
              </a:rPr>
              <a:t>局域网</a:t>
            </a:r>
            <a:r>
              <a:rPr lang="en-US" altLang="zh-CN" b="1" dirty="0">
                <a:latin typeface="Arial Narrow" panose="020B0606020202030204" pitchFamily="34" charset="0"/>
              </a:rPr>
              <a:t>1</a:t>
            </a:r>
            <a:endParaRPr lang="zh-CN" altLang="en-US" b="1" dirty="0">
              <a:latin typeface="Arial Narrow" panose="020B0606020202030204" pitchFamily="34" charset="0"/>
            </a:endParaRPr>
          </a:p>
        </p:txBody>
      </p:sp>
      <p:sp>
        <p:nvSpPr>
          <p:cNvPr id="60" name="íşlïḍè">
            <a:extLst>
              <a:ext uri="{FF2B5EF4-FFF2-40B4-BE49-F238E27FC236}">
                <a16:creationId xmlns:a16="http://schemas.microsoft.com/office/drawing/2014/main" id="{07647FEE-FA4C-43D9-AE24-AC0D7371F4FD}"/>
              </a:ext>
            </a:extLst>
          </p:cNvPr>
          <p:cNvSpPr txBox="1"/>
          <p:nvPr/>
        </p:nvSpPr>
        <p:spPr>
          <a:xfrm>
            <a:off x="11262319" y="4794562"/>
            <a:ext cx="555094" cy="406173"/>
          </a:xfrm>
          <a:prstGeom prst="rect">
            <a:avLst/>
          </a:prstGeom>
          <a:noFill/>
        </p:spPr>
        <p:txBody>
          <a:bodyPr wrap="square" lIns="91440" tIns="45720" rIns="91440" bIns="45720" anchor="ctr">
            <a:noAutofit/>
          </a:bodyPr>
          <a:lstStyle/>
          <a:p>
            <a:r>
              <a:rPr lang="en-US" altLang="zh-CN" b="1" dirty="0">
                <a:latin typeface="Arial Narrow" panose="020B0606020202030204" pitchFamily="34" charset="0"/>
              </a:rPr>
              <a:t>1</a:t>
            </a:r>
            <a:r>
              <a:rPr lang="zh-CN" altLang="en-US" b="1" dirty="0">
                <a:latin typeface="Arial Narrow" panose="020B0606020202030204" pitchFamily="34" charset="0"/>
              </a:rPr>
              <a:t>楼</a:t>
            </a:r>
          </a:p>
        </p:txBody>
      </p:sp>
      <p:cxnSp>
        <p:nvCxnSpPr>
          <p:cNvPr id="75" name="直接连接符 74">
            <a:extLst>
              <a:ext uri="{FF2B5EF4-FFF2-40B4-BE49-F238E27FC236}">
                <a16:creationId xmlns:a16="http://schemas.microsoft.com/office/drawing/2014/main" id="{6E1E1FB1-2C62-4A29-814B-195E2A6D18B1}"/>
              </a:ext>
            </a:extLst>
          </p:cNvPr>
          <p:cNvCxnSpPr>
            <a:cxnSpLocks/>
          </p:cNvCxnSpPr>
          <p:nvPr/>
        </p:nvCxnSpPr>
        <p:spPr>
          <a:xfrm>
            <a:off x="1460977" y="3234827"/>
            <a:ext cx="10363583" cy="0"/>
          </a:xfrm>
          <a:prstGeom prst="line">
            <a:avLst/>
          </a:prstGeom>
          <a:ln w="12700">
            <a:solidFill>
              <a:schemeClr val="bg2">
                <a:lumMod val="90000"/>
              </a:schemeClr>
            </a:solidFill>
            <a:prstDash val="dash"/>
            <a:tailEnd type="none"/>
          </a:ln>
        </p:spPr>
        <p:style>
          <a:lnRef idx="1">
            <a:schemeClr val="accent1"/>
          </a:lnRef>
          <a:fillRef idx="0">
            <a:schemeClr val="accent1"/>
          </a:fillRef>
          <a:effectRef idx="0">
            <a:schemeClr val="accent1"/>
          </a:effectRef>
          <a:fontRef idx="minor">
            <a:schemeClr val="tx1"/>
          </a:fontRef>
        </p:style>
      </p:cxnSp>
      <p:cxnSp>
        <p:nvCxnSpPr>
          <p:cNvPr id="77" name="直接连接符 76">
            <a:extLst>
              <a:ext uri="{FF2B5EF4-FFF2-40B4-BE49-F238E27FC236}">
                <a16:creationId xmlns:a16="http://schemas.microsoft.com/office/drawing/2014/main" id="{784C1A30-0644-49EB-96CB-BF30DD541BCD}"/>
              </a:ext>
            </a:extLst>
          </p:cNvPr>
          <p:cNvCxnSpPr>
            <a:cxnSpLocks/>
          </p:cNvCxnSpPr>
          <p:nvPr/>
        </p:nvCxnSpPr>
        <p:spPr>
          <a:xfrm>
            <a:off x="1460977" y="4552240"/>
            <a:ext cx="10363583" cy="0"/>
          </a:xfrm>
          <a:prstGeom prst="line">
            <a:avLst/>
          </a:prstGeom>
          <a:ln w="12700">
            <a:solidFill>
              <a:schemeClr val="bg2">
                <a:lumMod val="90000"/>
              </a:schemeClr>
            </a:solidFill>
            <a:prstDash val="dash"/>
            <a:tailEnd type="none"/>
          </a:ln>
        </p:spPr>
        <p:style>
          <a:lnRef idx="1">
            <a:schemeClr val="accent1"/>
          </a:lnRef>
          <a:fillRef idx="0">
            <a:schemeClr val="accent1"/>
          </a:fillRef>
          <a:effectRef idx="0">
            <a:schemeClr val="accent1"/>
          </a:effectRef>
          <a:fontRef idx="minor">
            <a:schemeClr val="tx1"/>
          </a:fontRef>
        </p:style>
      </p:cxnSp>
      <p:sp>
        <p:nvSpPr>
          <p:cNvPr id="63" name="íşlïḍè">
            <a:extLst>
              <a:ext uri="{FF2B5EF4-FFF2-40B4-BE49-F238E27FC236}">
                <a16:creationId xmlns:a16="http://schemas.microsoft.com/office/drawing/2014/main" id="{DB2B610B-EE66-4D7B-B624-BDC7F2D876F2}"/>
              </a:ext>
            </a:extLst>
          </p:cNvPr>
          <p:cNvSpPr txBox="1"/>
          <p:nvPr/>
        </p:nvSpPr>
        <p:spPr>
          <a:xfrm>
            <a:off x="1211273" y="4794562"/>
            <a:ext cx="1052479" cy="406173"/>
          </a:xfrm>
          <a:prstGeom prst="rect">
            <a:avLst/>
          </a:prstGeom>
          <a:solidFill>
            <a:schemeClr val="bg1"/>
          </a:solidFill>
        </p:spPr>
        <p:txBody>
          <a:bodyPr wrap="square" lIns="91440" tIns="45720" rIns="91440" bIns="45720" anchor="ctr">
            <a:noAutofit/>
          </a:bodyPr>
          <a:lstStyle/>
          <a:p>
            <a:r>
              <a:rPr lang="zh-CN" altLang="en-US" b="1" dirty="0">
                <a:latin typeface="Arial Narrow" panose="020B0606020202030204" pitchFamily="34" charset="0"/>
              </a:rPr>
              <a:t>网段</a:t>
            </a:r>
            <a:r>
              <a:rPr lang="en-US" altLang="zh-CN" b="1" dirty="0">
                <a:latin typeface="Arial Narrow" panose="020B0606020202030204" pitchFamily="34" charset="0"/>
              </a:rPr>
              <a:t>1</a:t>
            </a:r>
            <a:endParaRPr lang="zh-CN" altLang="en-US" b="1" dirty="0">
              <a:latin typeface="Arial Narrow" panose="020B0606020202030204" pitchFamily="34" charset="0"/>
            </a:endParaRPr>
          </a:p>
        </p:txBody>
      </p:sp>
      <p:sp>
        <p:nvSpPr>
          <p:cNvPr id="64" name="íşlïḍè">
            <a:extLst>
              <a:ext uri="{FF2B5EF4-FFF2-40B4-BE49-F238E27FC236}">
                <a16:creationId xmlns:a16="http://schemas.microsoft.com/office/drawing/2014/main" id="{E6BEDDC8-968E-4BDB-8B20-5E29D64A94DD}"/>
              </a:ext>
            </a:extLst>
          </p:cNvPr>
          <p:cNvSpPr txBox="1"/>
          <p:nvPr/>
        </p:nvSpPr>
        <p:spPr>
          <a:xfrm>
            <a:off x="1205929" y="3506517"/>
            <a:ext cx="1052479" cy="406173"/>
          </a:xfrm>
          <a:prstGeom prst="rect">
            <a:avLst/>
          </a:prstGeom>
          <a:solidFill>
            <a:schemeClr val="bg1"/>
          </a:solidFill>
        </p:spPr>
        <p:txBody>
          <a:bodyPr wrap="square" lIns="91440" tIns="45720" rIns="91440" bIns="45720" anchor="ctr">
            <a:noAutofit/>
          </a:bodyPr>
          <a:lstStyle/>
          <a:p>
            <a:r>
              <a:rPr lang="zh-CN" altLang="en-US" b="1" dirty="0">
                <a:latin typeface="Arial Narrow" panose="020B0606020202030204" pitchFamily="34" charset="0"/>
              </a:rPr>
              <a:t>网段</a:t>
            </a:r>
            <a:r>
              <a:rPr lang="en-US" altLang="zh-CN" b="1" dirty="0">
                <a:latin typeface="Arial Narrow" panose="020B0606020202030204" pitchFamily="34" charset="0"/>
              </a:rPr>
              <a:t>2</a:t>
            </a:r>
            <a:endParaRPr lang="zh-CN" altLang="en-US" b="1" dirty="0">
              <a:latin typeface="Arial Narrow" panose="020B0606020202030204" pitchFamily="34" charset="0"/>
            </a:endParaRPr>
          </a:p>
        </p:txBody>
      </p:sp>
      <p:sp>
        <p:nvSpPr>
          <p:cNvPr id="66" name="íşlïḍè">
            <a:extLst>
              <a:ext uri="{FF2B5EF4-FFF2-40B4-BE49-F238E27FC236}">
                <a16:creationId xmlns:a16="http://schemas.microsoft.com/office/drawing/2014/main" id="{8CE61A19-5CB7-4AE0-BA28-CA634EAF833D}"/>
              </a:ext>
            </a:extLst>
          </p:cNvPr>
          <p:cNvSpPr txBox="1"/>
          <p:nvPr/>
        </p:nvSpPr>
        <p:spPr>
          <a:xfrm>
            <a:off x="1215816" y="2218472"/>
            <a:ext cx="1052479" cy="406173"/>
          </a:xfrm>
          <a:prstGeom prst="rect">
            <a:avLst/>
          </a:prstGeom>
          <a:solidFill>
            <a:schemeClr val="bg1"/>
          </a:solidFill>
        </p:spPr>
        <p:txBody>
          <a:bodyPr wrap="square" lIns="91440" tIns="45720" rIns="91440" bIns="45720" anchor="ctr">
            <a:noAutofit/>
          </a:bodyPr>
          <a:lstStyle/>
          <a:p>
            <a:r>
              <a:rPr lang="zh-CN" altLang="en-US" b="1" dirty="0">
                <a:latin typeface="Arial Narrow" panose="020B0606020202030204" pitchFamily="34" charset="0"/>
              </a:rPr>
              <a:t>网段</a:t>
            </a:r>
            <a:r>
              <a:rPr lang="en-US" altLang="zh-CN" b="1" dirty="0">
                <a:latin typeface="Arial Narrow" panose="020B0606020202030204" pitchFamily="34" charset="0"/>
              </a:rPr>
              <a:t>3</a:t>
            </a:r>
            <a:endParaRPr lang="zh-CN" altLang="en-US" b="1" dirty="0">
              <a:latin typeface="Arial Narrow" panose="020B0606020202030204" pitchFamily="34" charset="0"/>
            </a:endParaRPr>
          </a:p>
        </p:txBody>
      </p:sp>
      <p:grpSp>
        <p:nvGrpSpPr>
          <p:cNvPr id="12" name="组合 11">
            <a:extLst>
              <a:ext uri="{FF2B5EF4-FFF2-40B4-BE49-F238E27FC236}">
                <a16:creationId xmlns:a16="http://schemas.microsoft.com/office/drawing/2014/main" id="{1ACC25BE-FEC8-45DF-8EF1-CCC9A572471F}"/>
              </a:ext>
            </a:extLst>
          </p:cNvPr>
          <p:cNvGrpSpPr/>
          <p:nvPr/>
        </p:nvGrpSpPr>
        <p:grpSpPr>
          <a:xfrm>
            <a:off x="7169110" y="3322656"/>
            <a:ext cx="586330" cy="758779"/>
            <a:chOff x="7169110" y="3322656"/>
            <a:chExt cx="586330" cy="758779"/>
          </a:xfrm>
        </p:grpSpPr>
        <p:sp>
          <p:nvSpPr>
            <p:cNvPr id="11" name="箭头: 右 10">
              <a:extLst>
                <a:ext uri="{FF2B5EF4-FFF2-40B4-BE49-F238E27FC236}">
                  <a16:creationId xmlns:a16="http://schemas.microsoft.com/office/drawing/2014/main" id="{F4AED301-2DA2-486F-B8AD-C1ABEBBDA302}"/>
                </a:ext>
              </a:extLst>
            </p:cNvPr>
            <p:cNvSpPr/>
            <p:nvPr/>
          </p:nvSpPr>
          <p:spPr>
            <a:xfrm rot="5400000">
              <a:off x="7105732" y="3431727"/>
              <a:ext cx="713086" cy="586330"/>
            </a:xfrm>
            <a:prstGeom prst="rightArrow">
              <a:avLst/>
            </a:prstGeom>
          </p:spPr>
          <p:style>
            <a:lnRef idx="2">
              <a:schemeClr val="accent6">
                <a:shade val="50000"/>
              </a:schemeClr>
            </a:lnRef>
            <a:fillRef idx="1">
              <a:schemeClr val="accent6"/>
            </a:fillRef>
            <a:effectRef idx="0">
              <a:schemeClr val="accent6"/>
            </a:effectRef>
            <a:fontRef idx="minor">
              <a:schemeClr val="lt1"/>
            </a:fontRef>
          </p:style>
          <p:txBody>
            <a:bodyPr rtlCol="0" anchor="ctr"/>
            <a:lstStyle/>
            <a:p>
              <a:pPr algn="ctr"/>
              <a:endParaRPr lang="zh-CN" altLang="en-US"/>
            </a:p>
          </p:txBody>
        </p:sp>
        <p:sp>
          <p:nvSpPr>
            <p:cNvPr id="69" name="íşlïḍè">
              <a:extLst>
                <a:ext uri="{FF2B5EF4-FFF2-40B4-BE49-F238E27FC236}">
                  <a16:creationId xmlns:a16="http://schemas.microsoft.com/office/drawing/2014/main" id="{63594811-B2B6-4390-A67C-C90DB87EA7CC}"/>
                </a:ext>
              </a:extLst>
            </p:cNvPr>
            <p:cNvSpPr txBox="1"/>
            <p:nvPr/>
          </p:nvSpPr>
          <p:spPr>
            <a:xfrm>
              <a:off x="7264772" y="3322656"/>
              <a:ext cx="401730" cy="625437"/>
            </a:xfrm>
            <a:prstGeom prst="rect">
              <a:avLst/>
            </a:prstGeom>
            <a:noFill/>
          </p:spPr>
          <p:txBody>
            <a:bodyPr wrap="square" lIns="91440" tIns="45720" rIns="91440" bIns="45720" anchor="ctr">
              <a:noAutofit/>
            </a:bodyPr>
            <a:lstStyle/>
            <a:p>
              <a:pPr algn="ctr"/>
              <a:r>
                <a:rPr lang="zh-CN" altLang="en-US" b="1" dirty="0">
                  <a:latin typeface="Arial Narrow" panose="020B0606020202030204" pitchFamily="34" charset="0"/>
                </a:rPr>
                <a:t>广</a:t>
              </a:r>
              <a:endParaRPr lang="en-US" altLang="zh-CN" b="1" dirty="0">
                <a:latin typeface="Arial Narrow" panose="020B0606020202030204" pitchFamily="34" charset="0"/>
              </a:endParaRPr>
            </a:p>
            <a:p>
              <a:pPr algn="ctr"/>
              <a:r>
                <a:rPr lang="zh-CN" altLang="en-US" b="1" dirty="0">
                  <a:latin typeface="Arial Narrow" panose="020B0606020202030204" pitchFamily="34" charset="0"/>
                </a:rPr>
                <a:t>播</a:t>
              </a:r>
            </a:p>
          </p:txBody>
        </p:sp>
      </p:grpSp>
      <p:grpSp>
        <p:nvGrpSpPr>
          <p:cNvPr id="13" name="组合 12">
            <a:extLst>
              <a:ext uri="{FF2B5EF4-FFF2-40B4-BE49-F238E27FC236}">
                <a16:creationId xmlns:a16="http://schemas.microsoft.com/office/drawing/2014/main" id="{F1C6BBC8-046D-4157-8AD3-8DAB22BD4D28}"/>
              </a:ext>
            </a:extLst>
          </p:cNvPr>
          <p:cNvGrpSpPr/>
          <p:nvPr/>
        </p:nvGrpSpPr>
        <p:grpSpPr>
          <a:xfrm>
            <a:off x="4554401" y="2183135"/>
            <a:ext cx="773152" cy="586330"/>
            <a:chOff x="4469847" y="3486209"/>
            <a:chExt cx="773152" cy="586330"/>
          </a:xfrm>
        </p:grpSpPr>
        <p:sp>
          <p:nvSpPr>
            <p:cNvPr id="71" name="箭头: 右 70">
              <a:extLst>
                <a:ext uri="{FF2B5EF4-FFF2-40B4-BE49-F238E27FC236}">
                  <a16:creationId xmlns:a16="http://schemas.microsoft.com/office/drawing/2014/main" id="{7087702E-C09D-4F2B-ACE6-892E32089889}"/>
                </a:ext>
              </a:extLst>
            </p:cNvPr>
            <p:cNvSpPr/>
            <p:nvPr/>
          </p:nvSpPr>
          <p:spPr>
            <a:xfrm>
              <a:off x="4515340" y="3486209"/>
              <a:ext cx="713086" cy="586330"/>
            </a:xfrm>
            <a:prstGeom prst="rightArrow">
              <a:avLst/>
            </a:prstGeom>
          </p:spPr>
          <p:style>
            <a:lnRef idx="2">
              <a:schemeClr val="accent6">
                <a:shade val="50000"/>
              </a:schemeClr>
            </a:lnRef>
            <a:fillRef idx="1">
              <a:schemeClr val="accent6"/>
            </a:fillRef>
            <a:effectRef idx="0">
              <a:schemeClr val="accent6"/>
            </a:effectRef>
            <a:fontRef idx="minor">
              <a:schemeClr val="lt1"/>
            </a:fontRef>
          </p:style>
          <p:txBody>
            <a:bodyPr rtlCol="0" anchor="ctr"/>
            <a:lstStyle/>
            <a:p>
              <a:pPr algn="ctr"/>
              <a:endParaRPr lang="zh-CN" altLang="en-US"/>
            </a:p>
          </p:txBody>
        </p:sp>
        <p:sp>
          <p:nvSpPr>
            <p:cNvPr id="74" name="íşlïḍè">
              <a:extLst>
                <a:ext uri="{FF2B5EF4-FFF2-40B4-BE49-F238E27FC236}">
                  <a16:creationId xmlns:a16="http://schemas.microsoft.com/office/drawing/2014/main" id="{A9DE2EEF-1168-4938-AE71-86641F380202}"/>
                </a:ext>
              </a:extLst>
            </p:cNvPr>
            <p:cNvSpPr txBox="1"/>
            <p:nvPr/>
          </p:nvSpPr>
          <p:spPr>
            <a:xfrm>
              <a:off x="4469847" y="3627236"/>
              <a:ext cx="773152" cy="290719"/>
            </a:xfrm>
            <a:prstGeom prst="rect">
              <a:avLst/>
            </a:prstGeom>
            <a:noFill/>
          </p:spPr>
          <p:txBody>
            <a:bodyPr wrap="square" lIns="91440" tIns="45720" rIns="91440" bIns="45720" anchor="ctr">
              <a:noAutofit/>
            </a:bodyPr>
            <a:lstStyle/>
            <a:p>
              <a:pPr algn="ctr"/>
              <a:r>
                <a:rPr lang="zh-CN" altLang="en-US" b="1" dirty="0">
                  <a:latin typeface="Arial Narrow" panose="020B0606020202030204" pitchFamily="34" charset="0"/>
                </a:rPr>
                <a:t>广播</a:t>
              </a:r>
            </a:p>
          </p:txBody>
        </p:sp>
      </p:grpSp>
      <p:grpSp>
        <p:nvGrpSpPr>
          <p:cNvPr id="76" name="组合 75">
            <a:extLst>
              <a:ext uri="{FF2B5EF4-FFF2-40B4-BE49-F238E27FC236}">
                <a16:creationId xmlns:a16="http://schemas.microsoft.com/office/drawing/2014/main" id="{31042EA7-B542-4BE2-86EB-DE920C3C5B9B}"/>
              </a:ext>
            </a:extLst>
          </p:cNvPr>
          <p:cNvGrpSpPr/>
          <p:nvPr/>
        </p:nvGrpSpPr>
        <p:grpSpPr>
          <a:xfrm>
            <a:off x="6972773" y="2176620"/>
            <a:ext cx="773152" cy="586330"/>
            <a:chOff x="4469847" y="3486209"/>
            <a:chExt cx="773152" cy="586330"/>
          </a:xfrm>
        </p:grpSpPr>
        <p:sp>
          <p:nvSpPr>
            <p:cNvPr id="79" name="箭头: 右 78">
              <a:extLst>
                <a:ext uri="{FF2B5EF4-FFF2-40B4-BE49-F238E27FC236}">
                  <a16:creationId xmlns:a16="http://schemas.microsoft.com/office/drawing/2014/main" id="{A96C4A91-C327-452D-897A-55C314071C69}"/>
                </a:ext>
              </a:extLst>
            </p:cNvPr>
            <p:cNvSpPr/>
            <p:nvPr/>
          </p:nvSpPr>
          <p:spPr>
            <a:xfrm>
              <a:off x="4515340" y="3486209"/>
              <a:ext cx="713086" cy="586330"/>
            </a:xfrm>
            <a:prstGeom prst="rightArrow">
              <a:avLst/>
            </a:prstGeom>
          </p:spPr>
          <p:style>
            <a:lnRef idx="2">
              <a:schemeClr val="accent6">
                <a:shade val="50000"/>
              </a:schemeClr>
            </a:lnRef>
            <a:fillRef idx="1">
              <a:schemeClr val="accent6"/>
            </a:fillRef>
            <a:effectRef idx="0">
              <a:schemeClr val="accent6"/>
            </a:effectRef>
            <a:fontRef idx="minor">
              <a:schemeClr val="lt1"/>
            </a:fontRef>
          </p:style>
          <p:txBody>
            <a:bodyPr rtlCol="0" anchor="ctr"/>
            <a:lstStyle/>
            <a:p>
              <a:pPr algn="ctr"/>
              <a:endParaRPr lang="zh-CN" altLang="en-US"/>
            </a:p>
          </p:txBody>
        </p:sp>
        <p:sp>
          <p:nvSpPr>
            <p:cNvPr id="80" name="íşlïḍè">
              <a:extLst>
                <a:ext uri="{FF2B5EF4-FFF2-40B4-BE49-F238E27FC236}">
                  <a16:creationId xmlns:a16="http://schemas.microsoft.com/office/drawing/2014/main" id="{128B3900-C989-4D31-962A-096FFA573690}"/>
                </a:ext>
              </a:extLst>
            </p:cNvPr>
            <p:cNvSpPr txBox="1"/>
            <p:nvPr/>
          </p:nvSpPr>
          <p:spPr>
            <a:xfrm>
              <a:off x="4469847" y="3627236"/>
              <a:ext cx="773152" cy="290719"/>
            </a:xfrm>
            <a:prstGeom prst="rect">
              <a:avLst/>
            </a:prstGeom>
            <a:noFill/>
          </p:spPr>
          <p:txBody>
            <a:bodyPr wrap="square" lIns="91440" tIns="45720" rIns="91440" bIns="45720" anchor="ctr">
              <a:noAutofit/>
            </a:bodyPr>
            <a:lstStyle/>
            <a:p>
              <a:pPr algn="ctr"/>
              <a:r>
                <a:rPr lang="zh-CN" altLang="en-US" b="1" dirty="0">
                  <a:latin typeface="Arial Narrow" panose="020B0606020202030204" pitchFamily="34" charset="0"/>
                </a:rPr>
                <a:t>广播</a:t>
              </a:r>
            </a:p>
          </p:txBody>
        </p:sp>
      </p:grpSp>
      <p:grpSp>
        <p:nvGrpSpPr>
          <p:cNvPr id="81" name="组合 80">
            <a:extLst>
              <a:ext uri="{FF2B5EF4-FFF2-40B4-BE49-F238E27FC236}">
                <a16:creationId xmlns:a16="http://schemas.microsoft.com/office/drawing/2014/main" id="{69A7DD2C-6BF9-452D-B894-DA6333184982}"/>
              </a:ext>
            </a:extLst>
          </p:cNvPr>
          <p:cNvGrpSpPr/>
          <p:nvPr/>
        </p:nvGrpSpPr>
        <p:grpSpPr>
          <a:xfrm>
            <a:off x="9353371" y="2228510"/>
            <a:ext cx="773152" cy="586330"/>
            <a:chOff x="4469847" y="3486209"/>
            <a:chExt cx="773152" cy="586330"/>
          </a:xfrm>
        </p:grpSpPr>
        <p:sp>
          <p:nvSpPr>
            <p:cNvPr id="82" name="箭头: 右 81">
              <a:extLst>
                <a:ext uri="{FF2B5EF4-FFF2-40B4-BE49-F238E27FC236}">
                  <a16:creationId xmlns:a16="http://schemas.microsoft.com/office/drawing/2014/main" id="{FA59C9C5-EA21-4E0B-8ED9-0A0BC5D45F57}"/>
                </a:ext>
              </a:extLst>
            </p:cNvPr>
            <p:cNvSpPr/>
            <p:nvPr/>
          </p:nvSpPr>
          <p:spPr>
            <a:xfrm>
              <a:off x="4515340" y="3486209"/>
              <a:ext cx="713086" cy="586330"/>
            </a:xfrm>
            <a:prstGeom prst="rightArrow">
              <a:avLst/>
            </a:prstGeom>
          </p:spPr>
          <p:style>
            <a:lnRef idx="2">
              <a:schemeClr val="accent6">
                <a:shade val="50000"/>
              </a:schemeClr>
            </a:lnRef>
            <a:fillRef idx="1">
              <a:schemeClr val="accent6"/>
            </a:fillRef>
            <a:effectRef idx="0">
              <a:schemeClr val="accent6"/>
            </a:effectRef>
            <a:fontRef idx="minor">
              <a:schemeClr val="lt1"/>
            </a:fontRef>
          </p:style>
          <p:txBody>
            <a:bodyPr rtlCol="0" anchor="ctr"/>
            <a:lstStyle/>
            <a:p>
              <a:pPr algn="ctr"/>
              <a:endParaRPr lang="zh-CN" altLang="en-US"/>
            </a:p>
          </p:txBody>
        </p:sp>
        <p:sp>
          <p:nvSpPr>
            <p:cNvPr id="83" name="íşlïḍè">
              <a:extLst>
                <a:ext uri="{FF2B5EF4-FFF2-40B4-BE49-F238E27FC236}">
                  <a16:creationId xmlns:a16="http://schemas.microsoft.com/office/drawing/2014/main" id="{5D0893A8-4A16-412F-B0E9-B487B168BEB4}"/>
                </a:ext>
              </a:extLst>
            </p:cNvPr>
            <p:cNvSpPr txBox="1"/>
            <p:nvPr/>
          </p:nvSpPr>
          <p:spPr>
            <a:xfrm>
              <a:off x="4469847" y="3627236"/>
              <a:ext cx="773152" cy="290719"/>
            </a:xfrm>
            <a:prstGeom prst="rect">
              <a:avLst/>
            </a:prstGeom>
            <a:noFill/>
          </p:spPr>
          <p:txBody>
            <a:bodyPr wrap="square" lIns="91440" tIns="45720" rIns="91440" bIns="45720" anchor="ctr">
              <a:noAutofit/>
            </a:bodyPr>
            <a:lstStyle/>
            <a:p>
              <a:pPr algn="ctr"/>
              <a:r>
                <a:rPr lang="zh-CN" altLang="en-US" b="1" dirty="0">
                  <a:latin typeface="Arial Narrow" panose="020B0606020202030204" pitchFamily="34" charset="0"/>
                </a:rPr>
                <a:t>广播</a:t>
              </a:r>
            </a:p>
          </p:txBody>
        </p:sp>
      </p:grpSp>
      <p:grpSp>
        <p:nvGrpSpPr>
          <p:cNvPr id="84" name="组合 83">
            <a:extLst>
              <a:ext uri="{FF2B5EF4-FFF2-40B4-BE49-F238E27FC236}">
                <a16:creationId xmlns:a16="http://schemas.microsoft.com/office/drawing/2014/main" id="{E8513156-BF0E-4AE7-A19D-AD8184A2458C}"/>
              </a:ext>
            </a:extLst>
          </p:cNvPr>
          <p:cNvGrpSpPr/>
          <p:nvPr/>
        </p:nvGrpSpPr>
        <p:grpSpPr>
          <a:xfrm>
            <a:off x="4554401" y="4794582"/>
            <a:ext cx="773152" cy="586330"/>
            <a:chOff x="4469847" y="3486209"/>
            <a:chExt cx="773152" cy="586330"/>
          </a:xfrm>
        </p:grpSpPr>
        <p:sp>
          <p:nvSpPr>
            <p:cNvPr id="85" name="箭头: 右 84">
              <a:extLst>
                <a:ext uri="{FF2B5EF4-FFF2-40B4-BE49-F238E27FC236}">
                  <a16:creationId xmlns:a16="http://schemas.microsoft.com/office/drawing/2014/main" id="{60993E0D-4C3F-47A9-A1BF-AE6621F20543}"/>
                </a:ext>
              </a:extLst>
            </p:cNvPr>
            <p:cNvSpPr/>
            <p:nvPr/>
          </p:nvSpPr>
          <p:spPr>
            <a:xfrm>
              <a:off x="4515340" y="3486209"/>
              <a:ext cx="713086" cy="586330"/>
            </a:xfrm>
            <a:prstGeom prst="rightArrow">
              <a:avLst/>
            </a:prstGeom>
          </p:spPr>
          <p:style>
            <a:lnRef idx="2">
              <a:schemeClr val="accent6">
                <a:shade val="50000"/>
              </a:schemeClr>
            </a:lnRef>
            <a:fillRef idx="1">
              <a:schemeClr val="accent6"/>
            </a:fillRef>
            <a:effectRef idx="0">
              <a:schemeClr val="accent6"/>
            </a:effectRef>
            <a:fontRef idx="minor">
              <a:schemeClr val="lt1"/>
            </a:fontRef>
          </p:style>
          <p:txBody>
            <a:bodyPr rtlCol="0" anchor="ctr"/>
            <a:lstStyle/>
            <a:p>
              <a:pPr algn="ctr"/>
              <a:endParaRPr lang="zh-CN" altLang="en-US"/>
            </a:p>
          </p:txBody>
        </p:sp>
        <p:sp>
          <p:nvSpPr>
            <p:cNvPr id="86" name="íşlïḍè">
              <a:extLst>
                <a:ext uri="{FF2B5EF4-FFF2-40B4-BE49-F238E27FC236}">
                  <a16:creationId xmlns:a16="http://schemas.microsoft.com/office/drawing/2014/main" id="{737AF1E5-0B46-4700-B2F0-E7FCF7294CE5}"/>
                </a:ext>
              </a:extLst>
            </p:cNvPr>
            <p:cNvSpPr txBox="1"/>
            <p:nvPr/>
          </p:nvSpPr>
          <p:spPr>
            <a:xfrm>
              <a:off x="4469847" y="3627236"/>
              <a:ext cx="773152" cy="290719"/>
            </a:xfrm>
            <a:prstGeom prst="rect">
              <a:avLst/>
            </a:prstGeom>
            <a:noFill/>
          </p:spPr>
          <p:txBody>
            <a:bodyPr wrap="square" lIns="91440" tIns="45720" rIns="91440" bIns="45720" anchor="ctr">
              <a:noAutofit/>
            </a:bodyPr>
            <a:lstStyle/>
            <a:p>
              <a:pPr algn="ctr"/>
              <a:r>
                <a:rPr lang="zh-CN" altLang="en-US" b="1" dirty="0">
                  <a:latin typeface="Arial Narrow" panose="020B0606020202030204" pitchFamily="34" charset="0"/>
                </a:rPr>
                <a:t>广播</a:t>
              </a:r>
            </a:p>
          </p:txBody>
        </p:sp>
      </p:grpSp>
      <p:grpSp>
        <p:nvGrpSpPr>
          <p:cNvPr id="87" name="组合 86">
            <a:extLst>
              <a:ext uri="{FF2B5EF4-FFF2-40B4-BE49-F238E27FC236}">
                <a16:creationId xmlns:a16="http://schemas.microsoft.com/office/drawing/2014/main" id="{A66EAD8F-EB90-4513-A36A-1D5C11931C07}"/>
              </a:ext>
            </a:extLst>
          </p:cNvPr>
          <p:cNvGrpSpPr/>
          <p:nvPr/>
        </p:nvGrpSpPr>
        <p:grpSpPr>
          <a:xfrm>
            <a:off x="6972773" y="4788067"/>
            <a:ext cx="773152" cy="586330"/>
            <a:chOff x="4469847" y="3486209"/>
            <a:chExt cx="773152" cy="586330"/>
          </a:xfrm>
        </p:grpSpPr>
        <p:sp>
          <p:nvSpPr>
            <p:cNvPr id="88" name="箭头: 右 87">
              <a:extLst>
                <a:ext uri="{FF2B5EF4-FFF2-40B4-BE49-F238E27FC236}">
                  <a16:creationId xmlns:a16="http://schemas.microsoft.com/office/drawing/2014/main" id="{12D4EAD2-E30A-4F78-9BB2-219E89F18E18}"/>
                </a:ext>
              </a:extLst>
            </p:cNvPr>
            <p:cNvSpPr/>
            <p:nvPr/>
          </p:nvSpPr>
          <p:spPr>
            <a:xfrm>
              <a:off x="4515340" y="3486209"/>
              <a:ext cx="713086" cy="586330"/>
            </a:xfrm>
            <a:prstGeom prst="rightArrow">
              <a:avLst/>
            </a:prstGeom>
          </p:spPr>
          <p:style>
            <a:lnRef idx="2">
              <a:schemeClr val="accent6">
                <a:shade val="50000"/>
              </a:schemeClr>
            </a:lnRef>
            <a:fillRef idx="1">
              <a:schemeClr val="accent6"/>
            </a:fillRef>
            <a:effectRef idx="0">
              <a:schemeClr val="accent6"/>
            </a:effectRef>
            <a:fontRef idx="minor">
              <a:schemeClr val="lt1"/>
            </a:fontRef>
          </p:style>
          <p:txBody>
            <a:bodyPr rtlCol="0" anchor="ctr"/>
            <a:lstStyle/>
            <a:p>
              <a:pPr algn="ctr"/>
              <a:endParaRPr lang="zh-CN" altLang="en-US"/>
            </a:p>
          </p:txBody>
        </p:sp>
        <p:sp>
          <p:nvSpPr>
            <p:cNvPr id="89" name="íşlïḍè">
              <a:extLst>
                <a:ext uri="{FF2B5EF4-FFF2-40B4-BE49-F238E27FC236}">
                  <a16:creationId xmlns:a16="http://schemas.microsoft.com/office/drawing/2014/main" id="{4ABF14E5-10E9-4D7E-9DDC-8A0E7598163E}"/>
                </a:ext>
              </a:extLst>
            </p:cNvPr>
            <p:cNvSpPr txBox="1"/>
            <p:nvPr/>
          </p:nvSpPr>
          <p:spPr>
            <a:xfrm>
              <a:off x="4469847" y="3627236"/>
              <a:ext cx="773152" cy="290719"/>
            </a:xfrm>
            <a:prstGeom prst="rect">
              <a:avLst/>
            </a:prstGeom>
            <a:noFill/>
          </p:spPr>
          <p:txBody>
            <a:bodyPr wrap="square" lIns="91440" tIns="45720" rIns="91440" bIns="45720" anchor="ctr">
              <a:noAutofit/>
            </a:bodyPr>
            <a:lstStyle/>
            <a:p>
              <a:pPr algn="ctr"/>
              <a:r>
                <a:rPr lang="zh-CN" altLang="en-US" b="1" dirty="0">
                  <a:latin typeface="Arial Narrow" panose="020B0606020202030204" pitchFamily="34" charset="0"/>
                </a:rPr>
                <a:t>广播</a:t>
              </a:r>
            </a:p>
          </p:txBody>
        </p:sp>
      </p:grpSp>
      <p:grpSp>
        <p:nvGrpSpPr>
          <p:cNvPr id="90" name="组合 89">
            <a:extLst>
              <a:ext uri="{FF2B5EF4-FFF2-40B4-BE49-F238E27FC236}">
                <a16:creationId xmlns:a16="http://schemas.microsoft.com/office/drawing/2014/main" id="{314B19F0-5F47-45AE-BAF1-178A487A58AC}"/>
              </a:ext>
            </a:extLst>
          </p:cNvPr>
          <p:cNvGrpSpPr/>
          <p:nvPr/>
        </p:nvGrpSpPr>
        <p:grpSpPr>
          <a:xfrm>
            <a:off x="9353371" y="4839957"/>
            <a:ext cx="773152" cy="586330"/>
            <a:chOff x="4469847" y="3486209"/>
            <a:chExt cx="773152" cy="586330"/>
          </a:xfrm>
        </p:grpSpPr>
        <p:sp>
          <p:nvSpPr>
            <p:cNvPr id="91" name="箭头: 右 90">
              <a:extLst>
                <a:ext uri="{FF2B5EF4-FFF2-40B4-BE49-F238E27FC236}">
                  <a16:creationId xmlns:a16="http://schemas.microsoft.com/office/drawing/2014/main" id="{3D90CD7E-7F0E-473A-AED3-6A63CCDFF368}"/>
                </a:ext>
              </a:extLst>
            </p:cNvPr>
            <p:cNvSpPr/>
            <p:nvPr/>
          </p:nvSpPr>
          <p:spPr>
            <a:xfrm>
              <a:off x="4515340" y="3486209"/>
              <a:ext cx="713086" cy="586330"/>
            </a:xfrm>
            <a:prstGeom prst="rightArrow">
              <a:avLst/>
            </a:prstGeom>
          </p:spPr>
          <p:style>
            <a:lnRef idx="2">
              <a:schemeClr val="accent6">
                <a:shade val="50000"/>
              </a:schemeClr>
            </a:lnRef>
            <a:fillRef idx="1">
              <a:schemeClr val="accent6"/>
            </a:fillRef>
            <a:effectRef idx="0">
              <a:schemeClr val="accent6"/>
            </a:effectRef>
            <a:fontRef idx="minor">
              <a:schemeClr val="lt1"/>
            </a:fontRef>
          </p:style>
          <p:txBody>
            <a:bodyPr rtlCol="0" anchor="ctr"/>
            <a:lstStyle/>
            <a:p>
              <a:pPr algn="ctr"/>
              <a:endParaRPr lang="zh-CN" altLang="en-US"/>
            </a:p>
          </p:txBody>
        </p:sp>
        <p:sp>
          <p:nvSpPr>
            <p:cNvPr id="92" name="íşlïḍè">
              <a:extLst>
                <a:ext uri="{FF2B5EF4-FFF2-40B4-BE49-F238E27FC236}">
                  <a16:creationId xmlns:a16="http://schemas.microsoft.com/office/drawing/2014/main" id="{088E0235-AD4D-43AC-A864-760133351F70}"/>
                </a:ext>
              </a:extLst>
            </p:cNvPr>
            <p:cNvSpPr txBox="1"/>
            <p:nvPr/>
          </p:nvSpPr>
          <p:spPr>
            <a:xfrm>
              <a:off x="4469847" y="3627236"/>
              <a:ext cx="773152" cy="290719"/>
            </a:xfrm>
            <a:prstGeom prst="rect">
              <a:avLst/>
            </a:prstGeom>
            <a:noFill/>
          </p:spPr>
          <p:txBody>
            <a:bodyPr wrap="square" lIns="91440" tIns="45720" rIns="91440" bIns="45720" anchor="ctr">
              <a:noAutofit/>
            </a:bodyPr>
            <a:lstStyle/>
            <a:p>
              <a:pPr algn="ctr"/>
              <a:r>
                <a:rPr lang="zh-CN" altLang="en-US" b="1" dirty="0">
                  <a:latin typeface="Arial Narrow" panose="020B0606020202030204" pitchFamily="34" charset="0"/>
                </a:rPr>
                <a:t>广播</a:t>
              </a:r>
            </a:p>
          </p:txBody>
        </p:sp>
      </p:grpSp>
      <p:grpSp>
        <p:nvGrpSpPr>
          <p:cNvPr id="102" name="组合 101">
            <a:extLst>
              <a:ext uri="{FF2B5EF4-FFF2-40B4-BE49-F238E27FC236}">
                <a16:creationId xmlns:a16="http://schemas.microsoft.com/office/drawing/2014/main" id="{47F48E19-061A-476E-BFDA-5F599329AF96}"/>
              </a:ext>
            </a:extLst>
          </p:cNvPr>
          <p:cNvGrpSpPr/>
          <p:nvPr/>
        </p:nvGrpSpPr>
        <p:grpSpPr>
          <a:xfrm>
            <a:off x="4554401" y="3413425"/>
            <a:ext cx="773152" cy="586330"/>
            <a:chOff x="4469847" y="3486209"/>
            <a:chExt cx="773152" cy="586330"/>
          </a:xfrm>
        </p:grpSpPr>
        <p:sp>
          <p:nvSpPr>
            <p:cNvPr id="103" name="箭头: 右 102">
              <a:extLst>
                <a:ext uri="{FF2B5EF4-FFF2-40B4-BE49-F238E27FC236}">
                  <a16:creationId xmlns:a16="http://schemas.microsoft.com/office/drawing/2014/main" id="{8059E96A-26B4-4C1C-B971-5A2EC5FC4BE4}"/>
                </a:ext>
              </a:extLst>
            </p:cNvPr>
            <p:cNvSpPr/>
            <p:nvPr/>
          </p:nvSpPr>
          <p:spPr>
            <a:xfrm>
              <a:off x="4515340" y="3486209"/>
              <a:ext cx="713086" cy="586330"/>
            </a:xfrm>
            <a:prstGeom prst="rightArrow">
              <a:avLst/>
            </a:prstGeom>
          </p:spPr>
          <p:style>
            <a:lnRef idx="2">
              <a:schemeClr val="accent6">
                <a:shade val="50000"/>
              </a:schemeClr>
            </a:lnRef>
            <a:fillRef idx="1">
              <a:schemeClr val="accent6"/>
            </a:fillRef>
            <a:effectRef idx="0">
              <a:schemeClr val="accent6"/>
            </a:effectRef>
            <a:fontRef idx="minor">
              <a:schemeClr val="lt1"/>
            </a:fontRef>
          </p:style>
          <p:txBody>
            <a:bodyPr rtlCol="0" anchor="ctr"/>
            <a:lstStyle/>
            <a:p>
              <a:pPr algn="ctr"/>
              <a:endParaRPr lang="zh-CN" altLang="en-US"/>
            </a:p>
          </p:txBody>
        </p:sp>
        <p:sp>
          <p:nvSpPr>
            <p:cNvPr id="104" name="íşlïḍè">
              <a:extLst>
                <a:ext uri="{FF2B5EF4-FFF2-40B4-BE49-F238E27FC236}">
                  <a16:creationId xmlns:a16="http://schemas.microsoft.com/office/drawing/2014/main" id="{8E2734BA-ED1A-4F49-AD59-386FDCE4F810}"/>
                </a:ext>
              </a:extLst>
            </p:cNvPr>
            <p:cNvSpPr txBox="1"/>
            <p:nvPr/>
          </p:nvSpPr>
          <p:spPr>
            <a:xfrm>
              <a:off x="4469847" y="3627236"/>
              <a:ext cx="773152" cy="290719"/>
            </a:xfrm>
            <a:prstGeom prst="rect">
              <a:avLst/>
            </a:prstGeom>
            <a:noFill/>
          </p:spPr>
          <p:txBody>
            <a:bodyPr wrap="square" lIns="91440" tIns="45720" rIns="91440" bIns="45720" anchor="ctr">
              <a:noAutofit/>
            </a:bodyPr>
            <a:lstStyle/>
            <a:p>
              <a:pPr algn="ctr"/>
              <a:r>
                <a:rPr lang="zh-CN" altLang="en-US" b="1" dirty="0">
                  <a:latin typeface="Arial Narrow" panose="020B0606020202030204" pitchFamily="34" charset="0"/>
                </a:rPr>
                <a:t>广播</a:t>
              </a:r>
            </a:p>
          </p:txBody>
        </p:sp>
      </p:grpSp>
      <p:grpSp>
        <p:nvGrpSpPr>
          <p:cNvPr id="105" name="组合 104">
            <a:extLst>
              <a:ext uri="{FF2B5EF4-FFF2-40B4-BE49-F238E27FC236}">
                <a16:creationId xmlns:a16="http://schemas.microsoft.com/office/drawing/2014/main" id="{E246BEF8-59B1-4158-8A28-3228D9D182EA}"/>
              </a:ext>
            </a:extLst>
          </p:cNvPr>
          <p:cNvGrpSpPr/>
          <p:nvPr/>
        </p:nvGrpSpPr>
        <p:grpSpPr>
          <a:xfrm>
            <a:off x="9353371" y="3458800"/>
            <a:ext cx="773152" cy="586330"/>
            <a:chOff x="4469847" y="3486209"/>
            <a:chExt cx="773152" cy="586330"/>
          </a:xfrm>
        </p:grpSpPr>
        <p:sp>
          <p:nvSpPr>
            <p:cNvPr id="106" name="箭头: 右 105">
              <a:extLst>
                <a:ext uri="{FF2B5EF4-FFF2-40B4-BE49-F238E27FC236}">
                  <a16:creationId xmlns:a16="http://schemas.microsoft.com/office/drawing/2014/main" id="{0BB90CB7-3DAF-4F6B-8FF8-DE2B133ACAD0}"/>
                </a:ext>
              </a:extLst>
            </p:cNvPr>
            <p:cNvSpPr/>
            <p:nvPr/>
          </p:nvSpPr>
          <p:spPr>
            <a:xfrm>
              <a:off x="4515340" y="3486209"/>
              <a:ext cx="713086" cy="586330"/>
            </a:xfrm>
            <a:prstGeom prst="rightArrow">
              <a:avLst/>
            </a:prstGeom>
          </p:spPr>
          <p:style>
            <a:lnRef idx="2">
              <a:schemeClr val="accent6">
                <a:shade val="50000"/>
              </a:schemeClr>
            </a:lnRef>
            <a:fillRef idx="1">
              <a:schemeClr val="accent6"/>
            </a:fillRef>
            <a:effectRef idx="0">
              <a:schemeClr val="accent6"/>
            </a:effectRef>
            <a:fontRef idx="minor">
              <a:schemeClr val="lt1"/>
            </a:fontRef>
          </p:style>
          <p:txBody>
            <a:bodyPr rtlCol="0" anchor="ctr"/>
            <a:lstStyle/>
            <a:p>
              <a:pPr algn="ctr"/>
              <a:endParaRPr lang="zh-CN" altLang="en-US"/>
            </a:p>
          </p:txBody>
        </p:sp>
        <p:sp>
          <p:nvSpPr>
            <p:cNvPr id="107" name="íşlïḍè">
              <a:extLst>
                <a:ext uri="{FF2B5EF4-FFF2-40B4-BE49-F238E27FC236}">
                  <a16:creationId xmlns:a16="http://schemas.microsoft.com/office/drawing/2014/main" id="{3404E378-1315-48D6-9F2D-B16287263688}"/>
                </a:ext>
              </a:extLst>
            </p:cNvPr>
            <p:cNvSpPr txBox="1"/>
            <p:nvPr/>
          </p:nvSpPr>
          <p:spPr>
            <a:xfrm>
              <a:off x="4469847" y="3627236"/>
              <a:ext cx="773152" cy="290719"/>
            </a:xfrm>
            <a:prstGeom prst="rect">
              <a:avLst/>
            </a:prstGeom>
            <a:noFill/>
          </p:spPr>
          <p:txBody>
            <a:bodyPr wrap="square" lIns="91440" tIns="45720" rIns="91440" bIns="45720" anchor="ctr">
              <a:noAutofit/>
            </a:bodyPr>
            <a:lstStyle/>
            <a:p>
              <a:pPr algn="ctr"/>
              <a:r>
                <a:rPr lang="zh-CN" altLang="en-US" b="1" dirty="0">
                  <a:latin typeface="Arial Narrow" panose="020B0606020202030204" pitchFamily="34" charset="0"/>
                </a:rPr>
                <a:t>广播</a:t>
              </a:r>
            </a:p>
          </p:txBody>
        </p:sp>
      </p:grpSp>
    </p:spTree>
    <p:custDataLst>
      <p:tags r:id="rId1"/>
    </p:custDataLst>
    <p:extLst>
      <p:ext uri="{BB962C8B-B14F-4D97-AF65-F5344CB8AC3E}">
        <p14:creationId xmlns:p14="http://schemas.microsoft.com/office/powerpoint/2010/main" val="650287738"/>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2" presetClass="entr" presetSubtype="8" fill="hold" grpId="0" nodeType="withEffect">
                                  <p:stCondLst>
                                    <p:cond delay="0"/>
                                  </p:stCondLst>
                                  <p:childTnLst>
                                    <p:set>
                                      <p:cBhvr>
                                        <p:cTn id="6" dur="1" fill="hold">
                                          <p:stCondLst>
                                            <p:cond delay="0"/>
                                          </p:stCondLst>
                                        </p:cTn>
                                        <p:tgtEl>
                                          <p:spTgt spid="63"/>
                                        </p:tgtEl>
                                        <p:attrNameLst>
                                          <p:attrName>style.visibility</p:attrName>
                                        </p:attrNameLst>
                                      </p:cBhvr>
                                      <p:to>
                                        <p:strVal val="visible"/>
                                      </p:to>
                                    </p:set>
                                    <p:animEffect transition="in" filter="wipe(left)">
                                      <p:cBhvr>
                                        <p:cTn id="7" dur="500"/>
                                        <p:tgtEl>
                                          <p:spTgt spid="63"/>
                                        </p:tgtEl>
                                      </p:cBhvr>
                                    </p:animEffect>
                                  </p:childTnLst>
                                </p:cTn>
                              </p:par>
                              <p:par>
                                <p:cTn id="8" presetID="22" presetClass="entr" presetSubtype="8" fill="hold" grpId="0" nodeType="withEffect">
                                  <p:stCondLst>
                                    <p:cond delay="0"/>
                                  </p:stCondLst>
                                  <p:childTnLst>
                                    <p:set>
                                      <p:cBhvr>
                                        <p:cTn id="9" dur="1" fill="hold">
                                          <p:stCondLst>
                                            <p:cond delay="0"/>
                                          </p:stCondLst>
                                        </p:cTn>
                                        <p:tgtEl>
                                          <p:spTgt spid="64"/>
                                        </p:tgtEl>
                                        <p:attrNameLst>
                                          <p:attrName>style.visibility</p:attrName>
                                        </p:attrNameLst>
                                      </p:cBhvr>
                                      <p:to>
                                        <p:strVal val="visible"/>
                                      </p:to>
                                    </p:set>
                                    <p:animEffect transition="in" filter="wipe(left)">
                                      <p:cBhvr>
                                        <p:cTn id="10" dur="500"/>
                                        <p:tgtEl>
                                          <p:spTgt spid="64"/>
                                        </p:tgtEl>
                                      </p:cBhvr>
                                    </p:animEffect>
                                  </p:childTnLst>
                                </p:cTn>
                              </p:par>
                              <p:par>
                                <p:cTn id="11" presetID="22" presetClass="entr" presetSubtype="8" fill="hold" grpId="0" nodeType="withEffect">
                                  <p:stCondLst>
                                    <p:cond delay="0"/>
                                  </p:stCondLst>
                                  <p:childTnLst>
                                    <p:set>
                                      <p:cBhvr>
                                        <p:cTn id="12" dur="1" fill="hold">
                                          <p:stCondLst>
                                            <p:cond delay="0"/>
                                          </p:stCondLst>
                                        </p:cTn>
                                        <p:tgtEl>
                                          <p:spTgt spid="66"/>
                                        </p:tgtEl>
                                        <p:attrNameLst>
                                          <p:attrName>style.visibility</p:attrName>
                                        </p:attrNameLst>
                                      </p:cBhvr>
                                      <p:to>
                                        <p:strVal val="visible"/>
                                      </p:to>
                                    </p:set>
                                    <p:animEffect transition="in" filter="wipe(left)">
                                      <p:cBhvr>
                                        <p:cTn id="13" dur="500"/>
                                        <p:tgtEl>
                                          <p:spTgt spid="66"/>
                                        </p:tgtEl>
                                      </p:cBhvr>
                                    </p:animEffect>
                                  </p:childTnLst>
                                </p:cTn>
                              </p:par>
                            </p:childTnLst>
                          </p:cTn>
                        </p:par>
                      </p:childTnLst>
                    </p:cTn>
                  </p:par>
                  <p:par>
                    <p:cTn id="14" fill="hold">
                      <p:stCondLst>
                        <p:cond delay="indefinite"/>
                      </p:stCondLst>
                      <p:childTnLst>
                        <p:par>
                          <p:cTn id="15" fill="hold">
                            <p:stCondLst>
                              <p:cond delay="0"/>
                            </p:stCondLst>
                            <p:childTnLst>
                              <p:par>
                                <p:cTn id="16" presetID="53" presetClass="entr" presetSubtype="16" fill="hold" nodeType="clickEffect">
                                  <p:stCondLst>
                                    <p:cond delay="0"/>
                                  </p:stCondLst>
                                  <p:childTnLst>
                                    <p:set>
                                      <p:cBhvr>
                                        <p:cTn id="17" dur="1" fill="hold">
                                          <p:stCondLst>
                                            <p:cond delay="0"/>
                                          </p:stCondLst>
                                        </p:cTn>
                                        <p:tgtEl>
                                          <p:spTgt spid="10"/>
                                        </p:tgtEl>
                                        <p:attrNameLst>
                                          <p:attrName>style.visibility</p:attrName>
                                        </p:attrNameLst>
                                      </p:cBhvr>
                                      <p:to>
                                        <p:strVal val="visible"/>
                                      </p:to>
                                    </p:set>
                                    <p:anim calcmode="lin" valueType="num">
                                      <p:cBhvr>
                                        <p:cTn id="18" dur="500" fill="hold"/>
                                        <p:tgtEl>
                                          <p:spTgt spid="10"/>
                                        </p:tgtEl>
                                        <p:attrNameLst>
                                          <p:attrName>ppt_w</p:attrName>
                                        </p:attrNameLst>
                                      </p:cBhvr>
                                      <p:tavLst>
                                        <p:tav tm="0">
                                          <p:val>
                                            <p:fltVal val="0"/>
                                          </p:val>
                                        </p:tav>
                                        <p:tav tm="100000">
                                          <p:val>
                                            <p:strVal val="#ppt_w"/>
                                          </p:val>
                                        </p:tav>
                                      </p:tavLst>
                                    </p:anim>
                                    <p:anim calcmode="lin" valueType="num">
                                      <p:cBhvr>
                                        <p:cTn id="19" dur="500" fill="hold"/>
                                        <p:tgtEl>
                                          <p:spTgt spid="10"/>
                                        </p:tgtEl>
                                        <p:attrNameLst>
                                          <p:attrName>ppt_h</p:attrName>
                                        </p:attrNameLst>
                                      </p:cBhvr>
                                      <p:tavLst>
                                        <p:tav tm="0">
                                          <p:val>
                                            <p:fltVal val="0"/>
                                          </p:val>
                                        </p:tav>
                                        <p:tav tm="100000">
                                          <p:val>
                                            <p:strVal val="#ppt_h"/>
                                          </p:val>
                                        </p:tav>
                                      </p:tavLst>
                                    </p:anim>
                                    <p:animEffect transition="in" filter="fade">
                                      <p:cBhvr>
                                        <p:cTn id="20" dur="500"/>
                                        <p:tgtEl>
                                          <p:spTgt spid="10"/>
                                        </p:tgtEl>
                                      </p:cBhvr>
                                    </p:animEffect>
                                  </p:childTnLst>
                                </p:cTn>
                              </p:par>
                            </p:childTnLst>
                          </p:cTn>
                        </p:par>
                      </p:childTnLst>
                    </p:cTn>
                  </p:par>
                  <p:par>
                    <p:cTn id="21" fill="hold">
                      <p:stCondLst>
                        <p:cond delay="indefinite"/>
                      </p:stCondLst>
                      <p:childTnLst>
                        <p:par>
                          <p:cTn id="22" fill="hold">
                            <p:stCondLst>
                              <p:cond delay="0"/>
                            </p:stCondLst>
                            <p:childTnLst>
                              <p:par>
                                <p:cTn id="23" presetID="22" presetClass="entr" presetSubtype="1" fill="hold" nodeType="clickEffect">
                                  <p:stCondLst>
                                    <p:cond delay="0"/>
                                  </p:stCondLst>
                                  <p:childTnLst>
                                    <p:set>
                                      <p:cBhvr>
                                        <p:cTn id="24" dur="1" fill="hold">
                                          <p:stCondLst>
                                            <p:cond delay="0"/>
                                          </p:stCondLst>
                                        </p:cTn>
                                        <p:tgtEl>
                                          <p:spTgt spid="12"/>
                                        </p:tgtEl>
                                        <p:attrNameLst>
                                          <p:attrName>style.visibility</p:attrName>
                                        </p:attrNameLst>
                                      </p:cBhvr>
                                      <p:to>
                                        <p:strVal val="visible"/>
                                      </p:to>
                                    </p:set>
                                    <p:animEffect transition="in" filter="wipe(up)">
                                      <p:cBhvr>
                                        <p:cTn id="25" dur="500"/>
                                        <p:tgtEl>
                                          <p:spTgt spid="12"/>
                                        </p:tgtEl>
                                      </p:cBhvr>
                                    </p:animEffect>
                                  </p:childTnLst>
                                </p:cTn>
                              </p:par>
                            </p:childTnLst>
                          </p:cTn>
                        </p:par>
                      </p:childTnLst>
                    </p:cTn>
                  </p:par>
                  <p:par>
                    <p:cTn id="26" fill="hold">
                      <p:stCondLst>
                        <p:cond delay="indefinite"/>
                      </p:stCondLst>
                      <p:childTnLst>
                        <p:par>
                          <p:cTn id="27" fill="hold">
                            <p:stCondLst>
                              <p:cond delay="0"/>
                            </p:stCondLst>
                            <p:childTnLst>
                              <p:par>
                                <p:cTn id="28" presetID="12" presetClass="entr" presetSubtype="8" fill="hold" nodeType="clickEffect">
                                  <p:stCondLst>
                                    <p:cond delay="0"/>
                                  </p:stCondLst>
                                  <p:childTnLst>
                                    <p:set>
                                      <p:cBhvr>
                                        <p:cTn id="29" dur="1" fill="hold">
                                          <p:stCondLst>
                                            <p:cond delay="0"/>
                                          </p:stCondLst>
                                        </p:cTn>
                                        <p:tgtEl>
                                          <p:spTgt spid="13"/>
                                        </p:tgtEl>
                                        <p:attrNameLst>
                                          <p:attrName>style.visibility</p:attrName>
                                        </p:attrNameLst>
                                      </p:cBhvr>
                                      <p:to>
                                        <p:strVal val="visible"/>
                                      </p:to>
                                    </p:set>
                                    <p:anim calcmode="lin" valueType="num">
                                      <p:cBhvr additive="base">
                                        <p:cTn id="30" dur="500"/>
                                        <p:tgtEl>
                                          <p:spTgt spid="13"/>
                                        </p:tgtEl>
                                        <p:attrNameLst>
                                          <p:attrName>ppt_x</p:attrName>
                                        </p:attrNameLst>
                                      </p:cBhvr>
                                      <p:tavLst>
                                        <p:tav tm="0">
                                          <p:val>
                                            <p:strVal val="#ppt_x-#ppt_w*1.125000"/>
                                          </p:val>
                                        </p:tav>
                                        <p:tav tm="100000">
                                          <p:val>
                                            <p:strVal val="#ppt_x"/>
                                          </p:val>
                                        </p:tav>
                                      </p:tavLst>
                                    </p:anim>
                                    <p:animEffect transition="in" filter="wipe(right)">
                                      <p:cBhvr>
                                        <p:cTn id="31" dur="500"/>
                                        <p:tgtEl>
                                          <p:spTgt spid="13"/>
                                        </p:tgtEl>
                                      </p:cBhvr>
                                    </p:animEffect>
                                  </p:childTnLst>
                                </p:cTn>
                              </p:par>
                              <p:par>
                                <p:cTn id="32" presetID="12" presetClass="entr" presetSubtype="8" fill="hold" nodeType="withEffect">
                                  <p:stCondLst>
                                    <p:cond delay="0"/>
                                  </p:stCondLst>
                                  <p:childTnLst>
                                    <p:set>
                                      <p:cBhvr>
                                        <p:cTn id="33" dur="1" fill="hold">
                                          <p:stCondLst>
                                            <p:cond delay="0"/>
                                          </p:stCondLst>
                                        </p:cTn>
                                        <p:tgtEl>
                                          <p:spTgt spid="76"/>
                                        </p:tgtEl>
                                        <p:attrNameLst>
                                          <p:attrName>style.visibility</p:attrName>
                                        </p:attrNameLst>
                                      </p:cBhvr>
                                      <p:to>
                                        <p:strVal val="visible"/>
                                      </p:to>
                                    </p:set>
                                    <p:anim calcmode="lin" valueType="num">
                                      <p:cBhvr additive="base">
                                        <p:cTn id="34" dur="500"/>
                                        <p:tgtEl>
                                          <p:spTgt spid="76"/>
                                        </p:tgtEl>
                                        <p:attrNameLst>
                                          <p:attrName>ppt_x</p:attrName>
                                        </p:attrNameLst>
                                      </p:cBhvr>
                                      <p:tavLst>
                                        <p:tav tm="0">
                                          <p:val>
                                            <p:strVal val="#ppt_x-#ppt_w*1.125000"/>
                                          </p:val>
                                        </p:tav>
                                        <p:tav tm="100000">
                                          <p:val>
                                            <p:strVal val="#ppt_x"/>
                                          </p:val>
                                        </p:tav>
                                      </p:tavLst>
                                    </p:anim>
                                    <p:animEffect transition="in" filter="wipe(right)">
                                      <p:cBhvr>
                                        <p:cTn id="35" dur="500"/>
                                        <p:tgtEl>
                                          <p:spTgt spid="76"/>
                                        </p:tgtEl>
                                      </p:cBhvr>
                                    </p:animEffect>
                                  </p:childTnLst>
                                </p:cTn>
                              </p:par>
                              <p:par>
                                <p:cTn id="36" presetID="12" presetClass="entr" presetSubtype="8" fill="hold" nodeType="withEffect">
                                  <p:stCondLst>
                                    <p:cond delay="0"/>
                                  </p:stCondLst>
                                  <p:childTnLst>
                                    <p:set>
                                      <p:cBhvr>
                                        <p:cTn id="37" dur="1" fill="hold">
                                          <p:stCondLst>
                                            <p:cond delay="0"/>
                                          </p:stCondLst>
                                        </p:cTn>
                                        <p:tgtEl>
                                          <p:spTgt spid="81"/>
                                        </p:tgtEl>
                                        <p:attrNameLst>
                                          <p:attrName>style.visibility</p:attrName>
                                        </p:attrNameLst>
                                      </p:cBhvr>
                                      <p:to>
                                        <p:strVal val="visible"/>
                                      </p:to>
                                    </p:set>
                                    <p:anim calcmode="lin" valueType="num">
                                      <p:cBhvr additive="base">
                                        <p:cTn id="38" dur="500"/>
                                        <p:tgtEl>
                                          <p:spTgt spid="81"/>
                                        </p:tgtEl>
                                        <p:attrNameLst>
                                          <p:attrName>ppt_x</p:attrName>
                                        </p:attrNameLst>
                                      </p:cBhvr>
                                      <p:tavLst>
                                        <p:tav tm="0">
                                          <p:val>
                                            <p:strVal val="#ppt_x-#ppt_w*1.125000"/>
                                          </p:val>
                                        </p:tav>
                                        <p:tav tm="100000">
                                          <p:val>
                                            <p:strVal val="#ppt_x"/>
                                          </p:val>
                                        </p:tav>
                                      </p:tavLst>
                                    </p:anim>
                                    <p:animEffect transition="in" filter="wipe(right)">
                                      <p:cBhvr>
                                        <p:cTn id="39" dur="500"/>
                                        <p:tgtEl>
                                          <p:spTgt spid="81"/>
                                        </p:tgtEl>
                                      </p:cBhvr>
                                    </p:animEffect>
                                  </p:childTnLst>
                                </p:cTn>
                              </p:par>
                              <p:par>
                                <p:cTn id="40" presetID="12" presetClass="entr" presetSubtype="8" fill="hold" nodeType="withEffect">
                                  <p:stCondLst>
                                    <p:cond delay="0"/>
                                  </p:stCondLst>
                                  <p:childTnLst>
                                    <p:set>
                                      <p:cBhvr>
                                        <p:cTn id="41" dur="1" fill="hold">
                                          <p:stCondLst>
                                            <p:cond delay="0"/>
                                          </p:stCondLst>
                                        </p:cTn>
                                        <p:tgtEl>
                                          <p:spTgt spid="102"/>
                                        </p:tgtEl>
                                        <p:attrNameLst>
                                          <p:attrName>style.visibility</p:attrName>
                                        </p:attrNameLst>
                                      </p:cBhvr>
                                      <p:to>
                                        <p:strVal val="visible"/>
                                      </p:to>
                                    </p:set>
                                    <p:anim calcmode="lin" valueType="num">
                                      <p:cBhvr additive="base">
                                        <p:cTn id="42" dur="500"/>
                                        <p:tgtEl>
                                          <p:spTgt spid="102"/>
                                        </p:tgtEl>
                                        <p:attrNameLst>
                                          <p:attrName>ppt_x</p:attrName>
                                        </p:attrNameLst>
                                      </p:cBhvr>
                                      <p:tavLst>
                                        <p:tav tm="0">
                                          <p:val>
                                            <p:strVal val="#ppt_x-#ppt_w*1.125000"/>
                                          </p:val>
                                        </p:tav>
                                        <p:tav tm="100000">
                                          <p:val>
                                            <p:strVal val="#ppt_x"/>
                                          </p:val>
                                        </p:tav>
                                      </p:tavLst>
                                    </p:anim>
                                    <p:animEffect transition="in" filter="wipe(right)">
                                      <p:cBhvr>
                                        <p:cTn id="43" dur="500"/>
                                        <p:tgtEl>
                                          <p:spTgt spid="102"/>
                                        </p:tgtEl>
                                      </p:cBhvr>
                                    </p:animEffect>
                                  </p:childTnLst>
                                </p:cTn>
                              </p:par>
                              <p:par>
                                <p:cTn id="44" presetID="12" presetClass="entr" presetSubtype="8" fill="hold" nodeType="withEffect">
                                  <p:stCondLst>
                                    <p:cond delay="0"/>
                                  </p:stCondLst>
                                  <p:childTnLst>
                                    <p:set>
                                      <p:cBhvr>
                                        <p:cTn id="45" dur="1" fill="hold">
                                          <p:stCondLst>
                                            <p:cond delay="0"/>
                                          </p:stCondLst>
                                        </p:cTn>
                                        <p:tgtEl>
                                          <p:spTgt spid="105"/>
                                        </p:tgtEl>
                                        <p:attrNameLst>
                                          <p:attrName>style.visibility</p:attrName>
                                        </p:attrNameLst>
                                      </p:cBhvr>
                                      <p:to>
                                        <p:strVal val="visible"/>
                                      </p:to>
                                    </p:set>
                                    <p:anim calcmode="lin" valueType="num">
                                      <p:cBhvr additive="base">
                                        <p:cTn id="46" dur="500"/>
                                        <p:tgtEl>
                                          <p:spTgt spid="105"/>
                                        </p:tgtEl>
                                        <p:attrNameLst>
                                          <p:attrName>ppt_x</p:attrName>
                                        </p:attrNameLst>
                                      </p:cBhvr>
                                      <p:tavLst>
                                        <p:tav tm="0">
                                          <p:val>
                                            <p:strVal val="#ppt_x-#ppt_w*1.125000"/>
                                          </p:val>
                                        </p:tav>
                                        <p:tav tm="100000">
                                          <p:val>
                                            <p:strVal val="#ppt_x"/>
                                          </p:val>
                                        </p:tav>
                                      </p:tavLst>
                                    </p:anim>
                                    <p:animEffect transition="in" filter="wipe(right)">
                                      <p:cBhvr>
                                        <p:cTn id="47" dur="500"/>
                                        <p:tgtEl>
                                          <p:spTgt spid="105"/>
                                        </p:tgtEl>
                                      </p:cBhvr>
                                    </p:animEffect>
                                  </p:childTnLst>
                                </p:cTn>
                              </p:par>
                              <p:par>
                                <p:cTn id="48" presetID="12" presetClass="entr" presetSubtype="8" fill="hold" nodeType="withEffect">
                                  <p:stCondLst>
                                    <p:cond delay="0"/>
                                  </p:stCondLst>
                                  <p:childTnLst>
                                    <p:set>
                                      <p:cBhvr>
                                        <p:cTn id="49" dur="1" fill="hold">
                                          <p:stCondLst>
                                            <p:cond delay="0"/>
                                          </p:stCondLst>
                                        </p:cTn>
                                        <p:tgtEl>
                                          <p:spTgt spid="84"/>
                                        </p:tgtEl>
                                        <p:attrNameLst>
                                          <p:attrName>style.visibility</p:attrName>
                                        </p:attrNameLst>
                                      </p:cBhvr>
                                      <p:to>
                                        <p:strVal val="visible"/>
                                      </p:to>
                                    </p:set>
                                    <p:anim calcmode="lin" valueType="num">
                                      <p:cBhvr additive="base">
                                        <p:cTn id="50" dur="500"/>
                                        <p:tgtEl>
                                          <p:spTgt spid="84"/>
                                        </p:tgtEl>
                                        <p:attrNameLst>
                                          <p:attrName>ppt_x</p:attrName>
                                        </p:attrNameLst>
                                      </p:cBhvr>
                                      <p:tavLst>
                                        <p:tav tm="0">
                                          <p:val>
                                            <p:strVal val="#ppt_x-#ppt_w*1.125000"/>
                                          </p:val>
                                        </p:tav>
                                        <p:tav tm="100000">
                                          <p:val>
                                            <p:strVal val="#ppt_x"/>
                                          </p:val>
                                        </p:tav>
                                      </p:tavLst>
                                    </p:anim>
                                    <p:animEffect transition="in" filter="wipe(right)">
                                      <p:cBhvr>
                                        <p:cTn id="51" dur="500"/>
                                        <p:tgtEl>
                                          <p:spTgt spid="84"/>
                                        </p:tgtEl>
                                      </p:cBhvr>
                                    </p:animEffect>
                                  </p:childTnLst>
                                </p:cTn>
                              </p:par>
                              <p:par>
                                <p:cTn id="52" presetID="12" presetClass="entr" presetSubtype="8" fill="hold" nodeType="withEffect">
                                  <p:stCondLst>
                                    <p:cond delay="0"/>
                                  </p:stCondLst>
                                  <p:childTnLst>
                                    <p:set>
                                      <p:cBhvr>
                                        <p:cTn id="53" dur="1" fill="hold">
                                          <p:stCondLst>
                                            <p:cond delay="0"/>
                                          </p:stCondLst>
                                        </p:cTn>
                                        <p:tgtEl>
                                          <p:spTgt spid="87"/>
                                        </p:tgtEl>
                                        <p:attrNameLst>
                                          <p:attrName>style.visibility</p:attrName>
                                        </p:attrNameLst>
                                      </p:cBhvr>
                                      <p:to>
                                        <p:strVal val="visible"/>
                                      </p:to>
                                    </p:set>
                                    <p:anim calcmode="lin" valueType="num">
                                      <p:cBhvr additive="base">
                                        <p:cTn id="54" dur="500"/>
                                        <p:tgtEl>
                                          <p:spTgt spid="87"/>
                                        </p:tgtEl>
                                        <p:attrNameLst>
                                          <p:attrName>ppt_x</p:attrName>
                                        </p:attrNameLst>
                                      </p:cBhvr>
                                      <p:tavLst>
                                        <p:tav tm="0">
                                          <p:val>
                                            <p:strVal val="#ppt_x-#ppt_w*1.125000"/>
                                          </p:val>
                                        </p:tav>
                                        <p:tav tm="100000">
                                          <p:val>
                                            <p:strVal val="#ppt_x"/>
                                          </p:val>
                                        </p:tav>
                                      </p:tavLst>
                                    </p:anim>
                                    <p:animEffect transition="in" filter="wipe(right)">
                                      <p:cBhvr>
                                        <p:cTn id="55" dur="500"/>
                                        <p:tgtEl>
                                          <p:spTgt spid="87"/>
                                        </p:tgtEl>
                                      </p:cBhvr>
                                    </p:animEffect>
                                  </p:childTnLst>
                                </p:cTn>
                              </p:par>
                              <p:par>
                                <p:cTn id="56" presetID="12" presetClass="entr" presetSubtype="8" fill="hold" nodeType="withEffect">
                                  <p:stCondLst>
                                    <p:cond delay="0"/>
                                  </p:stCondLst>
                                  <p:childTnLst>
                                    <p:set>
                                      <p:cBhvr>
                                        <p:cTn id="57" dur="1" fill="hold">
                                          <p:stCondLst>
                                            <p:cond delay="0"/>
                                          </p:stCondLst>
                                        </p:cTn>
                                        <p:tgtEl>
                                          <p:spTgt spid="90"/>
                                        </p:tgtEl>
                                        <p:attrNameLst>
                                          <p:attrName>style.visibility</p:attrName>
                                        </p:attrNameLst>
                                      </p:cBhvr>
                                      <p:to>
                                        <p:strVal val="visible"/>
                                      </p:to>
                                    </p:set>
                                    <p:anim calcmode="lin" valueType="num">
                                      <p:cBhvr additive="base">
                                        <p:cTn id="58" dur="500"/>
                                        <p:tgtEl>
                                          <p:spTgt spid="90"/>
                                        </p:tgtEl>
                                        <p:attrNameLst>
                                          <p:attrName>ppt_x</p:attrName>
                                        </p:attrNameLst>
                                      </p:cBhvr>
                                      <p:tavLst>
                                        <p:tav tm="0">
                                          <p:val>
                                            <p:strVal val="#ppt_x-#ppt_w*1.125000"/>
                                          </p:val>
                                        </p:tav>
                                        <p:tav tm="100000">
                                          <p:val>
                                            <p:strVal val="#ppt_x"/>
                                          </p:val>
                                        </p:tav>
                                      </p:tavLst>
                                    </p:anim>
                                    <p:animEffect transition="in" filter="wipe(right)">
                                      <p:cBhvr>
                                        <p:cTn id="59" dur="500"/>
                                        <p:tgtEl>
                                          <p:spTgt spid="90"/>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63" grpId="0" animBg="1"/>
      <p:bldP spid="64" grpId="0" animBg="1"/>
      <p:bldP spid="66" grpId="0" animBg="1"/>
    </p:bldLst>
  </p:timing>
</p:sld>
</file>

<file path=ppt/slides/slide47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10" name="组合 9">
            <a:extLst>
              <a:ext uri="{FF2B5EF4-FFF2-40B4-BE49-F238E27FC236}">
                <a16:creationId xmlns:a16="http://schemas.microsoft.com/office/drawing/2014/main" id="{3A2FDB3E-645B-4EA9-A43E-1D654BC26D20}"/>
              </a:ext>
            </a:extLst>
          </p:cNvPr>
          <p:cNvGrpSpPr/>
          <p:nvPr/>
        </p:nvGrpSpPr>
        <p:grpSpPr>
          <a:xfrm>
            <a:off x="5190371" y="2037511"/>
            <a:ext cx="3256317" cy="2391536"/>
            <a:chOff x="5190371" y="2037511"/>
            <a:chExt cx="3256317" cy="2391536"/>
          </a:xfrm>
        </p:grpSpPr>
        <p:sp>
          <p:nvSpPr>
            <p:cNvPr id="7" name="矩形 6">
              <a:extLst>
                <a:ext uri="{FF2B5EF4-FFF2-40B4-BE49-F238E27FC236}">
                  <a16:creationId xmlns:a16="http://schemas.microsoft.com/office/drawing/2014/main" id="{035D2273-8855-474A-9711-0D2E9F9718D8}"/>
                </a:ext>
              </a:extLst>
            </p:cNvPr>
            <p:cNvSpPr/>
            <p:nvPr/>
          </p:nvSpPr>
          <p:spPr>
            <a:xfrm>
              <a:off x="5190371" y="2037511"/>
              <a:ext cx="3256317" cy="2391536"/>
            </a:xfrm>
            <a:prstGeom prst="rect">
              <a:avLst/>
            </a:prstGeom>
            <a:solidFill>
              <a:schemeClr val="accent4"/>
            </a:solidFill>
            <a:ln>
              <a:solidFill>
                <a:schemeClr val="accent4"/>
              </a:solidFill>
            </a:ln>
          </p:spPr>
          <p:style>
            <a:lnRef idx="2">
              <a:schemeClr val="accent4">
                <a:shade val="50000"/>
              </a:schemeClr>
            </a:lnRef>
            <a:fillRef idx="1">
              <a:schemeClr val="accent4"/>
            </a:fillRef>
            <a:effectRef idx="0">
              <a:schemeClr val="accent4"/>
            </a:effectRef>
            <a:fontRef idx="minor">
              <a:schemeClr val="lt1"/>
            </a:fontRef>
          </p:style>
          <p:txBody>
            <a:bodyPr rtlCol="0" anchor="ctr"/>
            <a:lstStyle/>
            <a:p>
              <a:pPr algn="ctr"/>
              <a:endParaRPr lang="zh-CN" altLang="en-US"/>
            </a:p>
          </p:txBody>
        </p:sp>
        <p:sp>
          <p:nvSpPr>
            <p:cNvPr id="67" name="íşlïḍè">
              <a:extLst>
                <a:ext uri="{FF2B5EF4-FFF2-40B4-BE49-F238E27FC236}">
                  <a16:creationId xmlns:a16="http://schemas.microsoft.com/office/drawing/2014/main" id="{452C0FDE-ED3A-4D75-A9AD-959D49DBF9AA}"/>
                </a:ext>
              </a:extLst>
            </p:cNvPr>
            <p:cNvSpPr txBox="1"/>
            <p:nvPr/>
          </p:nvSpPr>
          <p:spPr>
            <a:xfrm>
              <a:off x="6142540" y="2065896"/>
              <a:ext cx="1260342" cy="371358"/>
            </a:xfrm>
            <a:prstGeom prst="rect">
              <a:avLst/>
            </a:prstGeom>
            <a:noFill/>
          </p:spPr>
          <p:txBody>
            <a:bodyPr wrap="square" lIns="91440" tIns="45720" rIns="91440" bIns="45720" anchor="ctr">
              <a:noAutofit/>
            </a:bodyPr>
            <a:lstStyle/>
            <a:p>
              <a:pPr algn="ctr"/>
              <a:r>
                <a:rPr lang="en-US" altLang="zh-CN" sz="2800" b="1" dirty="0">
                  <a:solidFill>
                    <a:schemeClr val="bg1"/>
                  </a:solidFill>
                  <a:latin typeface="Arial Narrow" panose="020B0606020202030204" pitchFamily="34" charset="0"/>
                </a:rPr>
                <a:t>VLAN1</a:t>
              </a:r>
              <a:endParaRPr lang="zh-CN" altLang="en-US" sz="2800" b="1" dirty="0">
                <a:solidFill>
                  <a:schemeClr val="bg1"/>
                </a:solidFill>
                <a:latin typeface="Arial Narrow" panose="020B0606020202030204" pitchFamily="34" charset="0"/>
              </a:endParaRPr>
            </a:p>
          </p:txBody>
        </p:sp>
      </p:grpSp>
      <p:grpSp>
        <p:nvGrpSpPr>
          <p:cNvPr id="8" name="组合 7">
            <a:extLst>
              <a:ext uri="{FF2B5EF4-FFF2-40B4-BE49-F238E27FC236}">
                <a16:creationId xmlns:a16="http://schemas.microsoft.com/office/drawing/2014/main" id="{6A07D3C8-F3E6-4BEB-9D7C-823AFD0EDD0F}"/>
              </a:ext>
            </a:extLst>
          </p:cNvPr>
          <p:cNvGrpSpPr/>
          <p:nvPr/>
        </p:nvGrpSpPr>
        <p:grpSpPr>
          <a:xfrm>
            <a:off x="5190371" y="2030419"/>
            <a:ext cx="5790356" cy="3778311"/>
            <a:chOff x="5190371" y="2030419"/>
            <a:chExt cx="5790356" cy="3778311"/>
          </a:xfrm>
        </p:grpSpPr>
        <p:sp>
          <p:nvSpPr>
            <p:cNvPr id="51" name="矩形 50">
              <a:extLst>
                <a:ext uri="{FF2B5EF4-FFF2-40B4-BE49-F238E27FC236}">
                  <a16:creationId xmlns:a16="http://schemas.microsoft.com/office/drawing/2014/main" id="{0093AA98-AD71-4495-8AEA-DB7DEC8B8F80}"/>
                </a:ext>
              </a:extLst>
            </p:cNvPr>
            <p:cNvSpPr/>
            <p:nvPr/>
          </p:nvSpPr>
          <p:spPr>
            <a:xfrm>
              <a:off x="9582619" y="2030419"/>
              <a:ext cx="1393566" cy="3630323"/>
            </a:xfrm>
            <a:prstGeom prst="rect">
              <a:avLst/>
            </a:prstGeom>
            <a:solidFill>
              <a:schemeClr val="accent3"/>
            </a:solidFill>
            <a:ln>
              <a:solidFill>
                <a:schemeClr val="accent3"/>
              </a:solidFill>
            </a:ln>
          </p:spPr>
          <p:style>
            <a:lnRef idx="2">
              <a:schemeClr val="accent4">
                <a:shade val="50000"/>
              </a:schemeClr>
            </a:lnRef>
            <a:fillRef idx="1">
              <a:schemeClr val="accent4"/>
            </a:fillRef>
            <a:effectRef idx="0">
              <a:schemeClr val="accent4"/>
            </a:effectRef>
            <a:fontRef idx="minor">
              <a:schemeClr val="lt1"/>
            </a:fontRef>
          </p:style>
          <p:txBody>
            <a:bodyPr rtlCol="0" anchor="ctr"/>
            <a:lstStyle/>
            <a:p>
              <a:pPr algn="ctr"/>
              <a:endParaRPr lang="zh-CN" altLang="en-US"/>
            </a:p>
          </p:txBody>
        </p:sp>
        <p:sp>
          <p:nvSpPr>
            <p:cNvPr id="78" name="矩形 77">
              <a:extLst>
                <a:ext uri="{FF2B5EF4-FFF2-40B4-BE49-F238E27FC236}">
                  <a16:creationId xmlns:a16="http://schemas.microsoft.com/office/drawing/2014/main" id="{E93147F9-72BE-4F6D-8A45-75B4C290C1C6}"/>
                </a:ext>
              </a:extLst>
            </p:cNvPr>
            <p:cNvSpPr/>
            <p:nvPr/>
          </p:nvSpPr>
          <p:spPr>
            <a:xfrm>
              <a:off x="5190371" y="4545147"/>
              <a:ext cx="5790356" cy="1263583"/>
            </a:xfrm>
            <a:prstGeom prst="rect">
              <a:avLst/>
            </a:prstGeom>
            <a:solidFill>
              <a:schemeClr val="accent3"/>
            </a:solidFill>
            <a:ln>
              <a:solidFill>
                <a:schemeClr val="accent3"/>
              </a:solidFill>
            </a:ln>
          </p:spPr>
          <p:style>
            <a:lnRef idx="2">
              <a:schemeClr val="accent4">
                <a:shade val="50000"/>
              </a:schemeClr>
            </a:lnRef>
            <a:fillRef idx="1">
              <a:schemeClr val="accent4"/>
            </a:fillRef>
            <a:effectRef idx="0">
              <a:schemeClr val="accent4"/>
            </a:effectRef>
            <a:fontRef idx="minor">
              <a:schemeClr val="lt1"/>
            </a:fontRef>
          </p:style>
          <p:txBody>
            <a:bodyPr rtlCol="0" anchor="ctr"/>
            <a:lstStyle/>
            <a:p>
              <a:pPr algn="ctr"/>
              <a:endParaRPr lang="zh-CN" altLang="en-US"/>
            </a:p>
          </p:txBody>
        </p:sp>
        <p:sp>
          <p:nvSpPr>
            <p:cNvPr id="69" name="íşlïḍè">
              <a:extLst>
                <a:ext uri="{FF2B5EF4-FFF2-40B4-BE49-F238E27FC236}">
                  <a16:creationId xmlns:a16="http://schemas.microsoft.com/office/drawing/2014/main" id="{A7E9163A-E9BE-4A8D-95B1-CD841411FABF}"/>
                </a:ext>
              </a:extLst>
            </p:cNvPr>
            <p:cNvSpPr txBox="1"/>
            <p:nvPr/>
          </p:nvSpPr>
          <p:spPr>
            <a:xfrm>
              <a:off x="8477178" y="4626867"/>
              <a:ext cx="1260342" cy="371358"/>
            </a:xfrm>
            <a:prstGeom prst="rect">
              <a:avLst/>
            </a:prstGeom>
            <a:noFill/>
          </p:spPr>
          <p:txBody>
            <a:bodyPr wrap="square" lIns="91440" tIns="45720" rIns="91440" bIns="45720" anchor="ctr">
              <a:noAutofit/>
            </a:bodyPr>
            <a:lstStyle/>
            <a:p>
              <a:pPr algn="ctr"/>
              <a:r>
                <a:rPr lang="en-US" altLang="zh-CN" sz="2800" b="1" dirty="0">
                  <a:solidFill>
                    <a:schemeClr val="bg1"/>
                  </a:solidFill>
                  <a:latin typeface="Arial Narrow" panose="020B0606020202030204" pitchFamily="34" charset="0"/>
                </a:rPr>
                <a:t>VLAN2</a:t>
              </a:r>
              <a:endParaRPr lang="zh-CN" altLang="en-US" sz="2800" b="1" dirty="0">
                <a:solidFill>
                  <a:schemeClr val="bg1"/>
                </a:solidFill>
                <a:latin typeface="Arial Narrow" panose="020B0606020202030204" pitchFamily="34" charset="0"/>
              </a:endParaRPr>
            </a:p>
          </p:txBody>
        </p:sp>
      </p:grpSp>
      <p:grpSp>
        <p:nvGrpSpPr>
          <p:cNvPr id="4" name="组合 3">
            <a:extLst>
              <a:ext uri="{FF2B5EF4-FFF2-40B4-BE49-F238E27FC236}">
                <a16:creationId xmlns:a16="http://schemas.microsoft.com/office/drawing/2014/main" id="{9A1EA9F2-FCB6-48C3-935F-7AE7E3AD14AC}"/>
              </a:ext>
            </a:extLst>
          </p:cNvPr>
          <p:cNvGrpSpPr/>
          <p:nvPr/>
        </p:nvGrpSpPr>
        <p:grpSpPr>
          <a:xfrm>
            <a:off x="304799" y="749300"/>
            <a:ext cx="4938200" cy="400110"/>
            <a:chOff x="424116" y="898245"/>
            <a:chExt cx="4938200" cy="400110"/>
          </a:xfrm>
        </p:grpSpPr>
        <p:sp>
          <p:nvSpPr>
            <p:cNvPr id="2" name="平行四边形 1">
              <a:extLst>
                <a:ext uri="{FF2B5EF4-FFF2-40B4-BE49-F238E27FC236}">
                  <a16:creationId xmlns:a16="http://schemas.microsoft.com/office/drawing/2014/main" id="{1F5BAA3F-9845-4F89-A2DD-8222D3E4EDAC}"/>
                </a:ext>
              </a:extLst>
            </p:cNvPr>
            <p:cNvSpPr/>
            <p:nvPr/>
          </p:nvSpPr>
          <p:spPr>
            <a:xfrm>
              <a:off x="424116" y="898245"/>
              <a:ext cx="681963" cy="387090"/>
            </a:xfrm>
            <a:prstGeom prst="parallelogram">
              <a:avLst/>
            </a:prstGeom>
            <a:solidFill>
              <a:schemeClr val="accent3">
                <a:lumMod val="75000"/>
              </a:schemeClr>
            </a:solidFill>
            <a:ln>
              <a:solidFill>
                <a:schemeClr val="accent3">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CN" sz="2200" dirty="0">
                  <a:latin typeface="Impact" panose="020B0806030902050204" pitchFamily="34" charset="0"/>
                </a:rPr>
                <a:t>02</a:t>
              </a:r>
              <a:endParaRPr lang="zh-CN" altLang="en-US" sz="2200" dirty="0">
                <a:latin typeface="Impact" panose="020B0806030902050204" pitchFamily="34" charset="0"/>
              </a:endParaRPr>
            </a:p>
          </p:txBody>
        </p:sp>
        <p:sp>
          <p:nvSpPr>
            <p:cNvPr id="3" name="文本框 2">
              <a:extLst>
                <a:ext uri="{FF2B5EF4-FFF2-40B4-BE49-F238E27FC236}">
                  <a16:creationId xmlns:a16="http://schemas.microsoft.com/office/drawing/2014/main" id="{4D6BD736-A4D3-4F26-AFED-36E11F50F70B}"/>
                </a:ext>
              </a:extLst>
            </p:cNvPr>
            <p:cNvSpPr txBox="1"/>
            <p:nvPr/>
          </p:nvSpPr>
          <p:spPr>
            <a:xfrm>
              <a:off x="1175950" y="898245"/>
              <a:ext cx="4186366" cy="400110"/>
            </a:xfrm>
            <a:prstGeom prst="rect">
              <a:avLst/>
            </a:prstGeom>
            <a:noFill/>
          </p:spPr>
          <p:txBody>
            <a:bodyPr wrap="square" rtlCol="0">
              <a:spAutoFit/>
            </a:bodyPr>
            <a:lstStyle/>
            <a:p>
              <a:r>
                <a:rPr lang="zh-CN" altLang="en-US" sz="2000" b="1" dirty="0">
                  <a:solidFill>
                    <a:schemeClr val="tx1"/>
                  </a:solidFill>
                  <a:latin typeface="Arial Narrow" panose="020B0606020202030204" pitchFamily="34" charset="0"/>
                </a:rPr>
                <a:t>虚拟局域网</a:t>
              </a:r>
              <a:r>
                <a:rPr lang="en-US" altLang="zh-CN" sz="2000" b="1" dirty="0">
                  <a:solidFill>
                    <a:schemeClr val="tx1"/>
                  </a:solidFill>
                  <a:latin typeface="Arial Narrow" panose="020B0606020202030204" pitchFamily="34" charset="0"/>
                </a:rPr>
                <a:t>VLAN</a:t>
              </a:r>
              <a:r>
                <a:rPr lang="zh-CN" altLang="en-US" sz="2000" b="1" dirty="0">
                  <a:solidFill>
                    <a:schemeClr val="tx1"/>
                  </a:solidFill>
                  <a:latin typeface="Arial Narrow" panose="020B0606020202030204" pitchFamily="34" charset="0"/>
                </a:rPr>
                <a:t>概述</a:t>
              </a:r>
              <a:endParaRPr lang="en-US" altLang="zh-CN" sz="2000" b="1" dirty="0">
                <a:solidFill>
                  <a:schemeClr val="tx1"/>
                </a:solidFill>
                <a:latin typeface="Arial Narrow" panose="020B0606020202030204" pitchFamily="34" charset="0"/>
              </a:endParaRPr>
            </a:p>
          </p:txBody>
        </p:sp>
      </p:grpSp>
      <p:sp>
        <p:nvSpPr>
          <p:cNvPr id="5" name="矩形 4">
            <a:extLst>
              <a:ext uri="{FF2B5EF4-FFF2-40B4-BE49-F238E27FC236}">
                <a16:creationId xmlns:a16="http://schemas.microsoft.com/office/drawing/2014/main" id="{8271A171-7EDC-422B-8B68-C7405045502A}"/>
              </a:ext>
            </a:extLst>
          </p:cNvPr>
          <p:cNvSpPr/>
          <p:nvPr/>
        </p:nvSpPr>
        <p:spPr>
          <a:xfrm>
            <a:off x="1056633" y="1335374"/>
            <a:ext cx="256976" cy="256976"/>
          </a:xfrm>
          <a:prstGeom prst="rect">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6" name="íşlïḍè">
            <a:extLst>
              <a:ext uri="{FF2B5EF4-FFF2-40B4-BE49-F238E27FC236}">
                <a16:creationId xmlns:a16="http://schemas.microsoft.com/office/drawing/2014/main" id="{E9505913-F1F9-4532-854A-E600AA0B20B0}"/>
              </a:ext>
            </a:extLst>
          </p:cNvPr>
          <p:cNvSpPr txBox="1"/>
          <p:nvPr/>
        </p:nvSpPr>
        <p:spPr>
          <a:xfrm>
            <a:off x="1373861" y="1281052"/>
            <a:ext cx="10513339" cy="633267"/>
          </a:xfrm>
          <a:prstGeom prst="rect">
            <a:avLst/>
          </a:prstGeom>
          <a:noFill/>
        </p:spPr>
        <p:txBody>
          <a:bodyPr wrap="square" lIns="91440" tIns="45720" rIns="91440" bIns="45720" anchor="ctr">
            <a:noAutofit/>
          </a:bodyPr>
          <a:lstStyle/>
          <a:p>
            <a:r>
              <a:rPr lang="zh-CN" altLang="en-US" b="1" dirty="0">
                <a:latin typeface="Arial Narrow" panose="020B0606020202030204" pitchFamily="34" charset="0"/>
              </a:rPr>
              <a:t>虚拟局域网（</a:t>
            </a:r>
            <a:r>
              <a:rPr lang="en-US" altLang="zh-CN" b="1" dirty="0">
                <a:solidFill>
                  <a:schemeClr val="accent1">
                    <a:lumMod val="75000"/>
                  </a:schemeClr>
                </a:solidFill>
                <a:latin typeface="Arial Narrow" panose="020B0606020202030204" pitchFamily="34" charset="0"/>
              </a:rPr>
              <a:t>V</a:t>
            </a:r>
            <a:r>
              <a:rPr lang="en-US" altLang="zh-CN" b="1" dirty="0">
                <a:latin typeface="Arial Narrow" panose="020B0606020202030204" pitchFamily="34" charset="0"/>
              </a:rPr>
              <a:t>irtual </a:t>
            </a:r>
            <a:r>
              <a:rPr lang="en-US" altLang="zh-CN" b="1" dirty="0">
                <a:solidFill>
                  <a:schemeClr val="accent1">
                    <a:lumMod val="75000"/>
                  </a:schemeClr>
                </a:solidFill>
                <a:latin typeface="Arial Narrow" panose="020B0606020202030204" pitchFamily="34" charset="0"/>
              </a:rPr>
              <a:t>L</a:t>
            </a:r>
            <a:r>
              <a:rPr lang="en-US" altLang="zh-CN" b="1" dirty="0">
                <a:latin typeface="Arial Narrow" panose="020B0606020202030204" pitchFamily="34" charset="0"/>
              </a:rPr>
              <a:t>ocal</a:t>
            </a:r>
            <a:r>
              <a:rPr lang="zh-CN" altLang="en-US" b="1" dirty="0">
                <a:latin typeface="Arial Narrow" panose="020B0606020202030204" pitchFamily="34" charset="0"/>
              </a:rPr>
              <a:t> </a:t>
            </a:r>
            <a:r>
              <a:rPr lang="en-US" altLang="zh-CN" b="1" dirty="0">
                <a:solidFill>
                  <a:schemeClr val="accent1">
                    <a:lumMod val="75000"/>
                  </a:schemeClr>
                </a:solidFill>
                <a:latin typeface="Arial Narrow" panose="020B0606020202030204" pitchFamily="34" charset="0"/>
              </a:rPr>
              <a:t>A</a:t>
            </a:r>
            <a:r>
              <a:rPr lang="en-US" altLang="zh-CN" b="1" dirty="0">
                <a:latin typeface="Arial Narrow" panose="020B0606020202030204" pitchFamily="34" charset="0"/>
              </a:rPr>
              <a:t>rea </a:t>
            </a:r>
            <a:r>
              <a:rPr lang="en-US" altLang="zh-CN" b="1" dirty="0">
                <a:solidFill>
                  <a:schemeClr val="accent1">
                    <a:lumMod val="75000"/>
                  </a:schemeClr>
                </a:solidFill>
                <a:latin typeface="Arial Narrow" panose="020B0606020202030204" pitchFamily="34" charset="0"/>
              </a:rPr>
              <a:t>N</a:t>
            </a:r>
            <a:r>
              <a:rPr lang="en-US" altLang="zh-CN" b="1" dirty="0">
                <a:latin typeface="Arial Narrow" panose="020B0606020202030204" pitchFamily="34" charset="0"/>
              </a:rPr>
              <a:t>etwork</a:t>
            </a:r>
            <a:r>
              <a:rPr lang="zh-CN" altLang="en-US" b="1" dirty="0">
                <a:latin typeface="Arial Narrow" panose="020B0606020202030204" pitchFamily="34" charset="0"/>
              </a:rPr>
              <a:t>，</a:t>
            </a:r>
            <a:r>
              <a:rPr lang="en-US" altLang="zh-CN" b="1" dirty="0">
                <a:solidFill>
                  <a:schemeClr val="accent1">
                    <a:lumMod val="75000"/>
                  </a:schemeClr>
                </a:solidFill>
                <a:latin typeface="Arial Narrow" panose="020B0606020202030204" pitchFamily="34" charset="0"/>
              </a:rPr>
              <a:t>VLAN</a:t>
            </a:r>
            <a:r>
              <a:rPr lang="zh-CN" altLang="en-US" b="1" dirty="0">
                <a:latin typeface="Arial Narrow" panose="020B0606020202030204" pitchFamily="34" charset="0"/>
              </a:rPr>
              <a:t>）是一种将局域网内的站点划分成</a:t>
            </a:r>
            <a:r>
              <a:rPr lang="zh-CN" altLang="en-US" b="1" dirty="0">
                <a:solidFill>
                  <a:schemeClr val="accent1">
                    <a:lumMod val="75000"/>
                  </a:schemeClr>
                </a:solidFill>
                <a:latin typeface="Arial Narrow" panose="020B0606020202030204" pitchFamily="34" charset="0"/>
              </a:rPr>
              <a:t>与物理位置无关的逻辑组</a:t>
            </a:r>
            <a:r>
              <a:rPr lang="zh-CN" altLang="en-US" b="1" dirty="0">
                <a:latin typeface="Arial Narrow" panose="020B0606020202030204" pitchFamily="34" charset="0"/>
              </a:rPr>
              <a:t>的技术，一个逻辑组就是一个</a:t>
            </a:r>
            <a:r>
              <a:rPr lang="en-US" altLang="zh-CN" b="1" dirty="0">
                <a:latin typeface="Arial Narrow" panose="020B0606020202030204" pitchFamily="34" charset="0"/>
              </a:rPr>
              <a:t>VLAN</a:t>
            </a:r>
            <a:r>
              <a:rPr lang="zh-CN" altLang="en-US" b="1" dirty="0">
                <a:latin typeface="Arial Narrow" panose="020B0606020202030204" pitchFamily="34" charset="0"/>
              </a:rPr>
              <a:t>，</a:t>
            </a:r>
            <a:r>
              <a:rPr lang="en-US" altLang="zh-CN" b="1" dirty="0">
                <a:latin typeface="Arial Narrow" panose="020B0606020202030204" pitchFamily="34" charset="0"/>
              </a:rPr>
              <a:t>VLAN</a:t>
            </a:r>
            <a:r>
              <a:rPr lang="zh-CN" altLang="en-US" b="1" dirty="0">
                <a:latin typeface="Arial Narrow" panose="020B0606020202030204" pitchFamily="34" charset="0"/>
              </a:rPr>
              <a:t>中的各站点具有某些共同的应用需求。</a:t>
            </a:r>
          </a:p>
        </p:txBody>
      </p:sp>
      <p:grpSp>
        <p:nvGrpSpPr>
          <p:cNvPr id="73" name="组合 72">
            <a:extLst>
              <a:ext uri="{FF2B5EF4-FFF2-40B4-BE49-F238E27FC236}">
                <a16:creationId xmlns:a16="http://schemas.microsoft.com/office/drawing/2014/main" id="{EC4079BF-E754-4E9B-97F7-01952FCF9450}"/>
              </a:ext>
            </a:extLst>
          </p:cNvPr>
          <p:cNvGrpSpPr/>
          <p:nvPr/>
        </p:nvGrpSpPr>
        <p:grpSpPr>
          <a:xfrm>
            <a:off x="2522676" y="2424221"/>
            <a:ext cx="452416" cy="3555559"/>
            <a:chOff x="2522676" y="2424221"/>
            <a:chExt cx="452416" cy="3555559"/>
          </a:xfrm>
        </p:grpSpPr>
        <p:cxnSp>
          <p:nvCxnSpPr>
            <p:cNvPr id="62" name="连接符: 肘形 61">
              <a:extLst>
                <a:ext uri="{FF2B5EF4-FFF2-40B4-BE49-F238E27FC236}">
                  <a16:creationId xmlns:a16="http://schemas.microsoft.com/office/drawing/2014/main" id="{3C2AD49F-3E77-4476-A72F-084668EF321A}"/>
                </a:ext>
              </a:extLst>
            </p:cNvPr>
            <p:cNvCxnSpPr>
              <a:cxnSpLocks/>
              <a:stCxn id="58" idx="1"/>
            </p:cNvCxnSpPr>
            <p:nvPr/>
          </p:nvCxnSpPr>
          <p:spPr>
            <a:xfrm rot="10800000" flipV="1">
              <a:off x="2716886" y="5000313"/>
              <a:ext cx="258206" cy="747360"/>
            </a:xfrm>
            <a:prstGeom prst="bentConnector2">
              <a:avLst/>
            </a:prstGeom>
            <a:ln w="12700">
              <a:solidFill>
                <a:schemeClr val="tx1"/>
              </a:solidFill>
              <a:tailEnd type="none"/>
            </a:ln>
          </p:spPr>
          <p:style>
            <a:lnRef idx="1">
              <a:schemeClr val="accent1"/>
            </a:lnRef>
            <a:fillRef idx="0">
              <a:schemeClr val="accent1"/>
            </a:fillRef>
            <a:effectRef idx="0">
              <a:schemeClr val="accent1"/>
            </a:effectRef>
            <a:fontRef idx="minor">
              <a:schemeClr val="tx1"/>
            </a:fontRef>
          </p:style>
        </p:cxnSp>
        <p:cxnSp>
          <p:nvCxnSpPr>
            <p:cNvPr id="65" name="连接符: 肘形 64">
              <a:extLst>
                <a:ext uri="{FF2B5EF4-FFF2-40B4-BE49-F238E27FC236}">
                  <a16:creationId xmlns:a16="http://schemas.microsoft.com/office/drawing/2014/main" id="{9DE8445F-35CF-48EA-9B18-B57BF1CD66EA}"/>
                </a:ext>
              </a:extLst>
            </p:cNvPr>
            <p:cNvCxnSpPr>
              <a:cxnSpLocks/>
              <a:stCxn id="48" idx="1"/>
            </p:cNvCxnSpPr>
            <p:nvPr/>
          </p:nvCxnSpPr>
          <p:spPr>
            <a:xfrm rot="10800000" flipV="1">
              <a:off x="2609382" y="3712266"/>
              <a:ext cx="365710" cy="2267513"/>
            </a:xfrm>
            <a:prstGeom prst="bentConnector2">
              <a:avLst/>
            </a:prstGeom>
            <a:ln w="12700">
              <a:solidFill>
                <a:schemeClr val="tx1"/>
              </a:solidFill>
              <a:tailEnd type="none"/>
            </a:ln>
          </p:spPr>
          <p:style>
            <a:lnRef idx="1">
              <a:schemeClr val="accent1"/>
            </a:lnRef>
            <a:fillRef idx="0">
              <a:schemeClr val="accent1"/>
            </a:fillRef>
            <a:effectRef idx="0">
              <a:schemeClr val="accent1"/>
            </a:effectRef>
            <a:fontRef idx="minor">
              <a:schemeClr val="tx1"/>
            </a:fontRef>
          </p:style>
        </p:cxnSp>
        <p:cxnSp>
          <p:nvCxnSpPr>
            <p:cNvPr id="68" name="连接符: 肘形 67">
              <a:extLst>
                <a:ext uri="{FF2B5EF4-FFF2-40B4-BE49-F238E27FC236}">
                  <a16:creationId xmlns:a16="http://schemas.microsoft.com/office/drawing/2014/main" id="{32807DB6-9144-4239-8B32-A9F787582128}"/>
                </a:ext>
              </a:extLst>
            </p:cNvPr>
            <p:cNvCxnSpPr>
              <a:cxnSpLocks/>
              <a:stCxn id="26" idx="1"/>
            </p:cNvCxnSpPr>
            <p:nvPr/>
          </p:nvCxnSpPr>
          <p:spPr>
            <a:xfrm rot="10800000" flipV="1">
              <a:off x="2522676" y="2424221"/>
              <a:ext cx="452416" cy="3555559"/>
            </a:xfrm>
            <a:prstGeom prst="bentConnector2">
              <a:avLst/>
            </a:prstGeom>
            <a:ln w="12700">
              <a:solidFill>
                <a:schemeClr val="tx1"/>
              </a:solidFill>
              <a:tailEnd type="none"/>
            </a:ln>
          </p:spPr>
          <p:style>
            <a:lnRef idx="1">
              <a:schemeClr val="accent1"/>
            </a:lnRef>
            <a:fillRef idx="0">
              <a:schemeClr val="accent1"/>
            </a:fillRef>
            <a:effectRef idx="0">
              <a:schemeClr val="accent1"/>
            </a:effectRef>
            <a:fontRef idx="minor">
              <a:schemeClr val="tx1"/>
            </a:fontRef>
          </p:style>
        </p:cxnSp>
      </p:grpSp>
      <p:pic>
        <p:nvPicPr>
          <p:cNvPr id="61" name="图片 60" descr="图标&#10;&#10;描述已自动生成">
            <a:extLst>
              <a:ext uri="{FF2B5EF4-FFF2-40B4-BE49-F238E27FC236}">
                <a16:creationId xmlns:a16="http://schemas.microsoft.com/office/drawing/2014/main" id="{CF6531C8-B391-4CC9-A2FA-037EE55F1B52}"/>
              </a:ext>
            </a:extLst>
          </p:cNvPr>
          <p:cNvPicPr>
            <a:picLocks noChangeAspect="1"/>
          </p:cNvPicPr>
          <p:nvPr/>
        </p:nvPicPr>
        <p:blipFill>
          <a:blip r:embed="rId3">
            <a:extLst>
              <a:ext uri="{28A0092B-C50C-407E-A947-70E740481C1C}">
                <a14:useLocalDpi xmlns:a14="http://schemas.microsoft.com/office/drawing/2010/main" val="0"/>
              </a:ext>
            </a:extLst>
          </a:blip>
          <a:stretch>
            <a:fillRect/>
          </a:stretch>
        </p:blipFill>
        <p:spPr>
          <a:xfrm>
            <a:off x="2331503" y="5587458"/>
            <a:ext cx="497392" cy="641082"/>
          </a:xfrm>
          <a:prstGeom prst="rect">
            <a:avLst/>
          </a:prstGeom>
        </p:spPr>
      </p:pic>
      <p:cxnSp>
        <p:nvCxnSpPr>
          <p:cNvPr id="9" name="连接符: 肘形 8">
            <a:extLst>
              <a:ext uri="{FF2B5EF4-FFF2-40B4-BE49-F238E27FC236}">
                <a16:creationId xmlns:a16="http://schemas.microsoft.com/office/drawing/2014/main" id="{B92B18AE-46F1-4460-BD82-B21DEDFD5C20}"/>
              </a:ext>
            </a:extLst>
          </p:cNvPr>
          <p:cNvCxnSpPr>
            <a:cxnSpLocks/>
          </p:cNvCxnSpPr>
          <p:nvPr/>
        </p:nvCxnSpPr>
        <p:spPr>
          <a:xfrm rot="16200000" flipH="1">
            <a:off x="4417764" y="1548565"/>
            <a:ext cx="57013" cy="2335383"/>
          </a:xfrm>
          <a:prstGeom prst="bentConnector3">
            <a:avLst>
              <a:gd name="adj1" fmla="val 281730"/>
            </a:avLst>
          </a:prstGeom>
          <a:ln w="12700">
            <a:solidFill>
              <a:schemeClr val="tx1"/>
            </a:solidFill>
            <a:tailEnd type="none"/>
          </a:ln>
        </p:spPr>
        <p:style>
          <a:lnRef idx="1">
            <a:schemeClr val="accent1"/>
          </a:lnRef>
          <a:fillRef idx="0">
            <a:schemeClr val="accent1"/>
          </a:fillRef>
          <a:effectRef idx="0">
            <a:schemeClr val="accent1"/>
          </a:effectRef>
          <a:fontRef idx="minor">
            <a:schemeClr val="tx1"/>
          </a:fontRef>
        </p:style>
      </p:cxnSp>
      <p:cxnSp>
        <p:nvCxnSpPr>
          <p:cNvPr id="27" name="连接符: 肘形 26">
            <a:extLst>
              <a:ext uri="{FF2B5EF4-FFF2-40B4-BE49-F238E27FC236}">
                <a16:creationId xmlns:a16="http://schemas.microsoft.com/office/drawing/2014/main" id="{70021892-DA2B-4152-AB35-A1B4EEA6A666}"/>
              </a:ext>
            </a:extLst>
          </p:cNvPr>
          <p:cNvCxnSpPr>
            <a:cxnSpLocks/>
          </p:cNvCxnSpPr>
          <p:nvPr/>
        </p:nvCxnSpPr>
        <p:spPr>
          <a:xfrm rot="16200000" flipH="1">
            <a:off x="5524236" y="208436"/>
            <a:ext cx="183222" cy="4832418"/>
          </a:xfrm>
          <a:prstGeom prst="bentConnector3">
            <a:avLst>
              <a:gd name="adj1" fmla="val 224767"/>
            </a:avLst>
          </a:prstGeom>
          <a:ln w="12700">
            <a:solidFill>
              <a:schemeClr val="tx1"/>
            </a:solidFill>
            <a:tailEnd type="none"/>
          </a:ln>
        </p:spPr>
        <p:style>
          <a:lnRef idx="1">
            <a:schemeClr val="accent1"/>
          </a:lnRef>
          <a:fillRef idx="0">
            <a:schemeClr val="accent1"/>
          </a:fillRef>
          <a:effectRef idx="0">
            <a:schemeClr val="accent1"/>
          </a:effectRef>
          <a:fontRef idx="minor">
            <a:schemeClr val="tx1"/>
          </a:fontRef>
        </p:style>
      </p:cxnSp>
      <p:cxnSp>
        <p:nvCxnSpPr>
          <p:cNvPr id="32" name="连接符: 肘形 31">
            <a:extLst>
              <a:ext uri="{FF2B5EF4-FFF2-40B4-BE49-F238E27FC236}">
                <a16:creationId xmlns:a16="http://schemas.microsoft.com/office/drawing/2014/main" id="{E46C65CA-B840-40CC-AA98-E00FE29C4120}"/>
              </a:ext>
            </a:extLst>
          </p:cNvPr>
          <p:cNvCxnSpPr>
            <a:cxnSpLocks/>
            <a:endCxn id="25" idx="2"/>
          </p:cNvCxnSpPr>
          <p:nvPr/>
        </p:nvCxnSpPr>
        <p:spPr>
          <a:xfrm rot="16200000" flipH="1">
            <a:off x="6648763" y="-999612"/>
            <a:ext cx="242768" cy="7360008"/>
          </a:xfrm>
          <a:prstGeom prst="bentConnector3">
            <a:avLst>
              <a:gd name="adj1" fmla="val 196874"/>
            </a:avLst>
          </a:prstGeom>
          <a:ln w="12700">
            <a:solidFill>
              <a:schemeClr val="tx1"/>
            </a:solidFill>
            <a:tailEnd type="none"/>
          </a:ln>
        </p:spPr>
        <p:style>
          <a:lnRef idx="1">
            <a:schemeClr val="accent1"/>
          </a:lnRef>
          <a:fillRef idx="0">
            <a:schemeClr val="accent1"/>
          </a:fillRef>
          <a:effectRef idx="0">
            <a:schemeClr val="accent1"/>
          </a:effectRef>
          <a:fontRef idx="minor">
            <a:schemeClr val="tx1"/>
          </a:fontRef>
        </p:style>
      </p:cxnSp>
      <p:pic>
        <p:nvPicPr>
          <p:cNvPr id="23" name="图形 10">
            <a:extLst>
              <a:ext uri="{FF2B5EF4-FFF2-40B4-BE49-F238E27FC236}">
                <a16:creationId xmlns:a16="http://schemas.microsoft.com/office/drawing/2014/main" id="{5A2137C2-AE55-4E03-84D2-6759FC32A2A3}"/>
              </a:ext>
            </a:extLst>
          </p:cNvPr>
          <p:cNvPicPr>
            <a:picLocks noChangeAspect="1"/>
          </p:cNvPicPr>
          <p:nvPr/>
        </p:nvPicPr>
        <p:blipFill>
          <a:blip r:embed="rId4">
            <a:extLst>
              <a:ext uri="{28A0092B-C50C-407E-A947-70E740481C1C}">
                <a14:useLocalDpi xmlns:a14="http://schemas.microsoft.com/office/drawing/2010/main" val="0"/>
              </a:ext>
              <a:ext uri="{96DAC541-7B7A-43D3-8B79-37D633B846F1}">
                <asvg:svgBlip xmlns:asvg="http://schemas.microsoft.com/office/drawing/2016/SVG/main" r:embed="rId5"/>
              </a:ext>
            </a:extLst>
          </a:blip>
          <a:stretch>
            <a:fillRect/>
          </a:stretch>
        </p:blipFill>
        <p:spPr>
          <a:xfrm>
            <a:off x="5282555" y="2160694"/>
            <a:ext cx="662814" cy="641082"/>
          </a:xfrm>
          <a:prstGeom prst="rect">
            <a:avLst/>
          </a:prstGeom>
        </p:spPr>
      </p:pic>
      <p:pic>
        <p:nvPicPr>
          <p:cNvPr id="24" name="图形 10">
            <a:extLst>
              <a:ext uri="{FF2B5EF4-FFF2-40B4-BE49-F238E27FC236}">
                <a16:creationId xmlns:a16="http://schemas.microsoft.com/office/drawing/2014/main" id="{8A4DCD72-63CA-42B3-81B9-D7606F77AE02}"/>
              </a:ext>
            </a:extLst>
          </p:cNvPr>
          <p:cNvPicPr>
            <a:picLocks noChangeAspect="1"/>
          </p:cNvPicPr>
          <p:nvPr/>
        </p:nvPicPr>
        <p:blipFill>
          <a:blip r:embed="rId4">
            <a:extLst>
              <a:ext uri="{28A0092B-C50C-407E-A947-70E740481C1C}">
                <a14:useLocalDpi xmlns:a14="http://schemas.microsoft.com/office/drawing/2010/main" val="0"/>
              </a:ext>
              <a:ext uri="{96DAC541-7B7A-43D3-8B79-37D633B846F1}">
                <asvg:svgBlip xmlns:asvg="http://schemas.microsoft.com/office/drawing/2016/SVG/main" r:embed="rId5"/>
              </a:ext>
            </a:extLst>
          </a:blip>
          <a:stretch>
            <a:fillRect/>
          </a:stretch>
        </p:blipFill>
        <p:spPr>
          <a:xfrm>
            <a:off x="7700649" y="2160694"/>
            <a:ext cx="662814" cy="641082"/>
          </a:xfrm>
          <a:prstGeom prst="rect">
            <a:avLst/>
          </a:prstGeom>
        </p:spPr>
      </p:pic>
      <p:pic>
        <p:nvPicPr>
          <p:cNvPr id="25" name="图形 10">
            <a:extLst>
              <a:ext uri="{FF2B5EF4-FFF2-40B4-BE49-F238E27FC236}">
                <a16:creationId xmlns:a16="http://schemas.microsoft.com/office/drawing/2014/main" id="{1C0F9901-7D3A-457F-90CA-B8C127BAA61C}"/>
              </a:ext>
            </a:extLst>
          </p:cNvPr>
          <p:cNvPicPr>
            <a:picLocks noChangeAspect="1"/>
          </p:cNvPicPr>
          <p:nvPr/>
        </p:nvPicPr>
        <p:blipFill>
          <a:blip r:embed="rId4">
            <a:extLst>
              <a:ext uri="{28A0092B-C50C-407E-A947-70E740481C1C}">
                <a14:useLocalDpi xmlns:a14="http://schemas.microsoft.com/office/drawing/2010/main" val="0"/>
              </a:ext>
              <a:ext uri="{96DAC541-7B7A-43D3-8B79-37D633B846F1}">
                <asvg:svgBlip xmlns:asvg="http://schemas.microsoft.com/office/drawing/2016/SVG/main" r:embed="rId5"/>
              </a:ext>
            </a:extLst>
          </a:blip>
          <a:stretch>
            <a:fillRect/>
          </a:stretch>
        </p:blipFill>
        <p:spPr>
          <a:xfrm>
            <a:off x="10118744" y="2160694"/>
            <a:ext cx="662814" cy="641082"/>
          </a:xfrm>
          <a:prstGeom prst="rect">
            <a:avLst/>
          </a:prstGeom>
        </p:spPr>
      </p:pic>
      <p:pic>
        <p:nvPicPr>
          <p:cNvPr id="26" name="图片 25" descr="图标&#10;&#10;描述已自动生成">
            <a:extLst>
              <a:ext uri="{FF2B5EF4-FFF2-40B4-BE49-F238E27FC236}">
                <a16:creationId xmlns:a16="http://schemas.microsoft.com/office/drawing/2014/main" id="{D271365E-9562-47F2-9DD3-BA4B6BF90554}"/>
              </a:ext>
            </a:extLst>
          </p:cNvPr>
          <p:cNvPicPr>
            <a:picLocks noChangeAspect="1"/>
          </p:cNvPicPr>
          <p:nvPr/>
        </p:nvPicPr>
        <p:blipFill>
          <a:blip r:embed="rId3">
            <a:extLst>
              <a:ext uri="{28A0092B-C50C-407E-A947-70E740481C1C}">
                <a14:useLocalDpi xmlns:a14="http://schemas.microsoft.com/office/drawing/2010/main" val="0"/>
              </a:ext>
            </a:extLst>
          </a:blip>
          <a:stretch>
            <a:fillRect/>
          </a:stretch>
        </p:blipFill>
        <p:spPr>
          <a:xfrm>
            <a:off x="2975092" y="2103681"/>
            <a:ext cx="497392" cy="641082"/>
          </a:xfrm>
          <a:prstGeom prst="rect">
            <a:avLst/>
          </a:prstGeom>
        </p:spPr>
      </p:pic>
      <p:sp>
        <p:nvSpPr>
          <p:cNvPr id="38" name="íşlïḍè">
            <a:extLst>
              <a:ext uri="{FF2B5EF4-FFF2-40B4-BE49-F238E27FC236}">
                <a16:creationId xmlns:a16="http://schemas.microsoft.com/office/drawing/2014/main" id="{72EC9BB3-09AD-4441-B8A9-C6B2DDA3DD95}"/>
              </a:ext>
            </a:extLst>
          </p:cNvPr>
          <p:cNvSpPr txBox="1"/>
          <p:nvPr/>
        </p:nvSpPr>
        <p:spPr>
          <a:xfrm>
            <a:off x="1268613" y="2218472"/>
            <a:ext cx="1039321" cy="406173"/>
          </a:xfrm>
          <a:prstGeom prst="rect">
            <a:avLst/>
          </a:prstGeom>
          <a:noFill/>
        </p:spPr>
        <p:txBody>
          <a:bodyPr wrap="square" lIns="91440" tIns="45720" rIns="91440" bIns="45720" anchor="ctr">
            <a:noAutofit/>
          </a:bodyPr>
          <a:lstStyle/>
          <a:p>
            <a:r>
              <a:rPr lang="zh-CN" altLang="en-US" b="1" dirty="0">
                <a:latin typeface="Arial Narrow" panose="020B0606020202030204" pitchFamily="34" charset="0"/>
              </a:rPr>
              <a:t>局域网</a:t>
            </a:r>
            <a:r>
              <a:rPr lang="en-US" altLang="zh-CN" b="1" dirty="0">
                <a:latin typeface="Arial Narrow" panose="020B0606020202030204" pitchFamily="34" charset="0"/>
              </a:rPr>
              <a:t>3</a:t>
            </a:r>
            <a:endParaRPr lang="zh-CN" altLang="en-US" b="1" dirty="0">
              <a:latin typeface="Arial Narrow" panose="020B0606020202030204" pitchFamily="34" charset="0"/>
            </a:endParaRPr>
          </a:p>
        </p:txBody>
      </p:sp>
      <p:sp>
        <p:nvSpPr>
          <p:cNvPr id="39" name="íşlïḍè">
            <a:extLst>
              <a:ext uri="{FF2B5EF4-FFF2-40B4-BE49-F238E27FC236}">
                <a16:creationId xmlns:a16="http://schemas.microsoft.com/office/drawing/2014/main" id="{6E397B3E-0BBC-4910-A508-D77362179DA4}"/>
              </a:ext>
            </a:extLst>
          </p:cNvPr>
          <p:cNvSpPr txBox="1"/>
          <p:nvPr/>
        </p:nvSpPr>
        <p:spPr>
          <a:xfrm>
            <a:off x="11262319" y="2218472"/>
            <a:ext cx="555094" cy="406173"/>
          </a:xfrm>
          <a:prstGeom prst="rect">
            <a:avLst/>
          </a:prstGeom>
          <a:noFill/>
        </p:spPr>
        <p:txBody>
          <a:bodyPr wrap="square" lIns="91440" tIns="45720" rIns="91440" bIns="45720" anchor="ctr">
            <a:noAutofit/>
          </a:bodyPr>
          <a:lstStyle/>
          <a:p>
            <a:r>
              <a:rPr lang="en-US" altLang="zh-CN" b="1" dirty="0">
                <a:latin typeface="Arial Narrow" panose="020B0606020202030204" pitchFamily="34" charset="0"/>
              </a:rPr>
              <a:t>3</a:t>
            </a:r>
            <a:r>
              <a:rPr lang="zh-CN" altLang="en-US" b="1" dirty="0">
                <a:latin typeface="Arial Narrow" panose="020B0606020202030204" pitchFamily="34" charset="0"/>
              </a:rPr>
              <a:t>楼</a:t>
            </a:r>
          </a:p>
        </p:txBody>
      </p:sp>
      <p:cxnSp>
        <p:nvCxnSpPr>
          <p:cNvPr id="42" name="连接符: 肘形 41">
            <a:extLst>
              <a:ext uri="{FF2B5EF4-FFF2-40B4-BE49-F238E27FC236}">
                <a16:creationId xmlns:a16="http://schemas.microsoft.com/office/drawing/2014/main" id="{9AA63ACA-850B-48FA-843F-88BE2B98C2BF}"/>
              </a:ext>
            </a:extLst>
          </p:cNvPr>
          <p:cNvCxnSpPr>
            <a:cxnSpLocks/>
          </p:cNvCxnSpPr>
          <p:nvPr/>
        </p:nvCxnSpPr>
        <p:spPr>
          <a:xfrm rot="16200000" flipH="1">
            <a:off x="4417764" y="2836610"/>
            <a:ext cx="57013" cy="2335383"/>
          </a:xfrm>
          <a:prstGeom prst="bentConnector3">
            <a:avLst>
              <a:gd name="adj1" fmla="val 281730"/>
            </a:avLst>
          </a:prstGeom>
          <a:ln w="12700">
            <a:solidFill>
              <a:schemeClr val="tx1"/>
            </a:solidFill>
            <a:tailEnd type="none"/>
          </a:ln>
        </p:spPr>
        <p:style>
          <a:lnRef idx="1">
            <a:schemeClr val="accent1"/>
          </a:lnRef>
          <a:fillRef idx="0">
            <a:schemeClr val="accent1"/>
          </a:fillRef>
          <a:effectRef idx="0">
            <a:schemeClr val="accent1"/>
          </a:effectRef>
          <a:fontRef idx="minor">
            <a:schemeClr val="tx1"/>
          </a:fontRef>
        </p:style>
      </p:cxnSp>
      <p:cxnSp>
        <p:nvCxnSpPr>
          <p:cNvPr id="43" name="连接符: 肘形 42">
            <a:extLst>
              <a:ext uri="{FF2B5EF4-FFF2-40B4-BE49-F238E27FC236}">
                <a16:creationId xmlns:a16="http://schemas.microsoft.com/office/drawing/2014/main" id="{1DB41ED9-64D0-47A7-B04B-4C5A1850D4BD}"/>
              </a:ext>
            </a:extLst>
          </p:cNvPr>
          <p:cNvCxnSpPr>
            <a:cxnSpLocks/>
          </p:cNvCxnSpPr>
          <p:nvPr/>
        </p:nvCxnSpPr>
        <p:spPr>
          <a:xfrm rot="16200000" flipH="1">
            <a:off x="5524236" y="1496481"/>
            <a:ext cx="183222" cy="4832418"/>
          </a:xfrm>
          <a:prstGeom prst="bentConnector3">
            <a:avLst>
              <a:gd name="adj1" fmla="val 224767"/>
            </a:avLst>
          </a:prstGeom>
          <a:ln w="12700">
            <a:solidFill>
              <a:schemeClr val="tx1"/>
            </a:solidFill>
            <a:tailEnd type="none"/>
          </a:ln>
        </p:spPr>
        <p:style>
          <a:lnRef idx="1">
            <a:schemeClr val="accent1"/>
          </a:lnRef>
          <a:fillRef idx="0">
            <a:schemeClr val="accent1"/>
          </a:fillRef>
          <a:effectRef idx="0">
            <a:schemeClr val="accent1"/>
          </a:effectRef>
          <a:fontRef idx="minor">
            <a:schemeClr val="tx1"/>
          </a:fontRef>
        </p:style>
      </p:cxnSp>
      <p:cxnSp>
        <p:nvCxnSpPr>
          <p:cNvPr id="44" name="连接符: 肘形 43">
            <a:extLst>
              <a:ext uri="{FF2B5EF4-FFF2-40B4-BE49-F238E27FC236}">
                <a16:creationId xmlns:a16="http://schemas.microsoft.com/office/drawing/2014/main" id="{73601D39-E37F-41F1-862E-148C10038A4D}"/>
              </a:ext>
            </a:extLst>
          </p:cNvPr>
          <p:cNvCxnSpPr>
            <a:cxnSpLocks/>
            <a:endCxn id="47" idx="2"/>
          </p:cNvCxnSpPr>
          <p:nvPr/>
        </p:nvCxnSpPr>
        <p:spPr>
          <a:xfrm rot="16200000" flipH="1">
            <a:off x="6648763" y="288433"/>
            <a:ext cx="242768" cy="7360008"/>
          </a:xfrm>
          <a:prstGeom prst="bentConnector3">
            <a:avLst>
              <a:gd name="adj1" fmla="val 196874"/>
            </a:avLst>
          </a:prstGeom>
          <a:ln w="12700">
            <a:solidFill>
              <a:schemeClr val="tx1"/>
            </a:solidFill>
            <a:tailEnd type="none"/>
          </a:ln>
        </p:spPr>
        <p:style>
          <a:lnRef idx="1">
            <a:schemeClr val="accent1"/>
          </a:lnRef>
          <a:fillRef idx="0">
            <a:schemeClr val="accent1"/>
          </a:fillRef>
          <a:effectRef idx="0">
            <a:schemeClr val="accent1"/>
          </a:effectRef>
          <a:fontRef idx="minor">
            <a:schemeClr val="tx1"/>
          </a:fontRef>
        </p:style>
      </p:cxnSp>
      <p:pic>
        <p:nvPicPr>
          <p:cNvPr id="45" name="图形 10">
            <a:extLst>
              <a:ext uri="{FF2B5EF4-FFF2-40B4-BE49-F238E27FC236}">
                <a16:creationId xmlns:a16="http://schemas.microsoft.com/office/drawing/2014/main" id="{D08352ED-73A7-415F-A038-249EF0C20327}"/>
              </a:ext>
            </a:extLst>
          </p:cNvPr>
          <p:cNvPicPr>
            <a:picLocks noChangeAspect="1"/>
          </p:cNvPicPr>
          <p:nvPr/>
        </p:nvPicPr>
        <p:blipFill>
          <a:blip r:embed="rId4">
            <a:extLst>
              <a:ext uri="{28A0092B-C50C-407E-A947-70E740481C1C}">
                <a14:useLocalDpi xmlns:a14="http://schemas.microsoft.com/office/drawing/2010/main" val="0"/>
              </a:ext>
              <a:ext uri="{96DAC541-7B7A-43D3-8B79-37D633B846F1}">
                <asvg:svgBlip xmlns:asvg="http://schemas.microsoft.com/office/drawing/2016/SVG/main" r:embed="rId5"/>
              </a:ext>
            </a:extLst>
          </a:blip>
          <a:stretch>
            <a:fillRect/>
          </a:stretch>
        </p:blipFill>
        <p:spPr>
          <a:xfrm>
            <a:off x="5282555" y="3448739"/>
            <a:ext cx="662814" cy="641082"/>
          </a:xfrm>
          <a:prstGeom prst="rect">
            <a:avLst/>
          </a:prstGeom>
        </p:spPr>
      </p:pic>
      <p:pic>
        <p:nvPicPr>
          <p:cNvPr id="46" name="图形 10">
            <a:extLst>
              <a:ext uri="{FF2B5EF4-FFF2-40B4-BE49-F238E27FC236}">
                <a16:creationId xmlns:a16="http://schemas.microsoft.com/office/drawing/2014/main" id="{DB1C2CAA-7026-4742-9806-5E5B4D17100A}"/>
              </a:ext>
            </a:extLst>
          </p:cNvPr>
          <p:cNvPicPr>
            <a:picLocks noChangeAspect="1"/>
          </p:cNvPicPr>
          <p:nvPr/>
        </p:nvPicPr>
        <p:blipFill>
          <a:blip r:embed="rId4">
            <a:extLst>
              <a:ext uri="{28A0092B-C50C-407E-A947-70E740481C1C}">
                <a14:useLocalDpi xmlns:a14="http://schemas.microsoft.com/office/drawing/2010/main" val="0"/>
              </a:ext>
              <a:ext uri="{96DAC541-7B7A-43D3-8B79-37D633B846F1}">
                <asvg:svgBlip xmlns:asvg="http://schemas.microsoft.com/office/drawing/2016/SVG/main" r:embed="rId5"/>
              </a:ext>
            </a:extLst>
          </a:blip>
          <a:stretch>
            <a:fillRect/>
          </a:stretch>
        </p:blipFill>
        <p:spPr>
          <a:xfrm>
            <a:off x="7700649" y="3448739"/>
            <a:ext cx="662814" cy="641082"/>
          </a:xfrm>
          <a:prstGeom prst="rect">
            <a:avLst/>
          </a:prstGeom>
        </p:spPr>
      </p:pic>
      <p:pic>
        <p:nvPicPr>
          <p:cNvPr id="47" name="图形 10">
            <a:extLst>
              <a:ext uri="{FF2B5EF4-FFF2-40B4-BE49-F238E27FC236}">
                <a16:creationId xmlns:a16="http://schemas.microsoft.com/office/drawing/2014/main" id="{EA0EB8F7-8542-4D3D-90D8-6FEE54425547}"/>
              </a:ext>
            </a:extLst>
          </p:cNvPr>
          <p:cNvPicPr>
            <a:picLocks noChangeAspect="1"/>
          </p:cNvPicPr>
          <p:nvPr/>
        </p:nvPicPr>
        <p:blipFill>
          <a:blip r:embed="rId4">
            <a:extLst>
              <a:ext uri="{28A0092B-C50C-407E-A947-70E740481C1C}">
                <a14:useLocalDpi xmlns:a14="http://schemas.microsoft.com/office/drawing/2010/main" val="0"/>
              </a:ext>
              <a:ext uri="{96DAC541-7B7A-43D3-8B79-37D633B846F1}">
                <asvg:svgBlip xmlns:asvg="http://schemas.microsoft.com/office/drawing/2016/SVG/main" r:embed="rId5"/>
              </a:ext>
            </a:extLst>
          </a:blip>
          <a:stretch>
            <a:fillRect/>
          </a:stretch>
        </p:blipFill>
        <p:spPr>
          <a:xfrm>
            <a:off x="10118744" y="3448739"/>
            <a:ext cx="662814" cy="641082"/>
          </a:xfrm>
          <a:prstGeom prst="rect">
            <a:avLst/>
          </a:prstGeom>
        </p:spPr>
      </p:pic>
      <p:pic>
        <p:nvPicPr>
          <p:cNvPr id="48" name="图片 47" descr="图标&#10;&#10;描述已自动生成">
            <a:extLst>
              <a:ext uri="{FF2B5EF4-FFF2-40B4-BE49-F238E27FC236}">
                <a16:creationId xmlns:a16="http://schemas.microsoft.com/office/drawing/2014/main" id="{01E25913-E20B-4DD9-A851-3367C335732E}"/>
              </a:ext>
            </a:extLst>
          </p:cNvPr>
          <p:cNvPicPr>
            <a:picLocks noChangeAspect="1"/>
          </p:cNvPicPr>
          <p:nvPr/>
        </p:nvPicPr>
        <p:blipFill>
          <a:blip r:embed="rId3">
            <a:extLst>
              <a:ext uri="{28A0092B-C50C-407E-A947-70E740481C1C}">
                <a14:useLocalDpi xmlns:a14="http://schemas.microsoft.com/office/drawing/2010/main" val="0"/>
              </a:ext>
            </a:extLst>
          </a:blip>
          <a:stretch>
            <a:fillRect/>
          </a:stretch>
        </p:blipFill>
        <p:spPr>
          <a:xfrm>
            <a:off x="2975092" y="3391726"/>
            <a:ext cx="497392" cy="641082"/>
          </a:xfrm>
          <a:prstGeom prst="rect">
            <a:avLst/>
          </a:prstGeom>
        </p:spPr>
      </p:pic>
      <p:sp>
        <p:nvSpPr>
          <p:cNvPr id="49" name="íşlïḍè">
            <a:extLst>
              <a:ext uri="{FF2B5EF4-FFF2-40B4-BE49-F238E27FC236}">
                <a16:creationId xmlns:a16="http://schemas.microsoft.com/office/drawing/2014/main" id="{2C0E4758-3D19-4F6E-B32F-92CF5DF44D2D}"/>
              </a:ext>
            </a:extLst>
          </p:cNvPr>
          <p:cNvSpPr txBox="1"/>
          <p:nvPr/>
        </p:nvSpPr>
        <p:spPr>
          <a:xfrm>
            <a:off x="1268613" y="3506517"/>
            <a:ext cx="1039321" cy="406173"/>
          </a:xfrm>
          <a:prstGeom prst="rect">
            <a:avLst/>
          </a:prstGeom>
          <a:noFill/>
        </p:spPr>
        <p:txBody>
          <a:bodyPr wrap="square" lIns="91440" tIns="45720" rIns="91440" bIns="45720" anchor="ctr">
            <a:noAutofit/>
          </a:bodyPr>
          <a:lstStyle/>
          <a:p>
            <a:r>
              <a:rPr lang="zh-CN" altLang="en-US" b="1" dirty="0">
                <a:latin typeface="Arial Narrow" panose="020B0606020202030204" pitchFamily="34" charset="0"/>
              </a:rPr>
              <a:t>局域网</a:t>
            </a:r>
            <a:r>
              <a:rPr lang="en-US" altLang="zh-CN" b="1" dirty="0">
                <a:latin typeface="Arial Narrow" panose="020B0606020202030204" pitchFamily="34" charset="0"/>
              </a:rPr>
              <a:t>2</a:t>
            </a:r>
            <a:endParaRPr lang="zh-CN" altLang="en-US" b="1" dirty="0">
              <a:latin typeface="Arial Narrow" panose="020B0606020202030204" pitchFamily="34" charset="0"/>
            </a:endParaRPr>
          </a:p>
        </p:txBody>
      </p:sp>
      <p:sp>
        <p:nvSpPr>
          <p:cNvPr id="50" name="íşlïḍè">
            <a:extLst>
              <a:ext uri="{FF2B5EF4-FFF2-40B4-BE49-F238E27FC236}">
                <a16:creationId xmlns:a16="http://schemas.microsoft.com/office/drawing/2014/main" id="{31D2E720-57F3-4AE7-B443-A039A06B5EC2}"/>
              </a:ext>
            </a:extLst>
          </p:cNvPr>
          <p:cNvSpPr txBox="1"/>
          <p:nvPr/>
        </p:nvSpPr>
        <p:spPr>
          <a:xfrm>
            <a:off x="11262319" y="3506517"/>
            <a:ext cx="555094" cy="406173"/>
          </a:xfrm>
          <a:prstGeom prst="rect">
            <a:avLst/>
          </a:prstGeom>
          <a:noFill/>
        </p:spPr>
        <p:txBody>
          <a:bodyPr wrap="square" lIns="91440" tIns="45720" rIns="91440" bIns="45720" anchor="ctr">
            <a:noAutofit/>
          </a:bodyPr>
          <a:lstStyle/>
          <a:p>
            <a:r>
              <a:rPr lang="en-US" altLang="zh-CN" b="1" dirty="0">
                <a:latin typeface="Arial Narrow" panose="020B0606020202030204" pitchFamily="34" charset="0"/>
              </a:rPr>
              <a:t>2</a:t>
            </a:r>
            <a:r>
              <a:rPr lang="zh-CN" altLang="en-US" b="1" dirty="0">
                <a:latin typeface="Arial Narrow" panose="020B0606020202030204" pitchFamily="34" charset="0"/>
              </a:rPr>
              <a:t>楼</a:t>
            </a:r>
          </a:p>
        </p:txBody>
      </p:sp>
      <p:cxnSp>
        <p:nvCxnSpPr>
          <p:cNvPr id="52" name="连接符: 肘形 51">
            <a:extLst>
              <a:ext uri="{FF2B5EF4-FFF2-40B4-BE49-F238E27FC236}">
                <a16:creationId xmlns:a16="http://schemas.microsoft.com/office/drawing/2014/main" id="{1CA8C8B1-6209-498A-927B-2D766D9DB7D0}"/>
              </a:ext>
            </a:extLst>
          </p:cNvPr>
          <p:cNvCxnSpPr>
            <a:cxnSpLocks/>
          </p:cNvCxnSpPr>
          <p:nvPr/>
        </p:nvCxnSpPr>
        <p:spPr>
          <a:xfrm rot="16200000" flipH="1">
            <a:off x="4417764" y="4124656"/>
            <a:ext cx="57013" cy="2335383"/>
          </a:xfrm>
          <a:prstGeom prst="bentConnector3">
            <a:avLst>
              <a:gd name="adj1" fmla="val 281730"/>
            </a:avLst>
          </a:prstGeom>
          <a:ln w="12700">
            <a:solidFill>
              <a:schemeClr val="tx1"/>
            </a:solidFill>
            <a:tailEnd type="none"/>
          </a:ln>
        </p:spPr>
        <p:style>
          <a:lnRef idx="1">
            <a:schemeClr val="accent1"/>
          </a:lnRef>
          <a:fillRef idx="0">
            <a:schemeClr val="accent1"/>
          </a:fillRef>
          <a:effectRef idx="0">
            <a:schemeClr val="accent1"/>
          </a:effectRef>
          <a:fontRef idx="minor">
            <a:schemeClr val="tx1"/>
          </a:fontRef>
        </p:style>
      </p:cxnSp>
      <p:cxnSp>
        <p:nvCxnSpPr>
          <p:cNvPr id="53" name="连接符: 肘形 52">
            <a:extLst>
              <a:ext uri="{FF2B5EF4-FFF2-40B4-BE49-F238E27FC236}">
                <a16:creationId xmlns:a16="http://schemas.microsoft.com/office/drawing/2014/main" id="{0CADAF48-9C8B-47E3-9D89-89D093752DE0}"/>
              </a:ext>
            </a:extLst>
          </p:cNvPr>
          <p:cNvCxnSpPr>
            <a:cxnSpLocks/>
          </p:cNvCxnSpPr>
          <p:nvPr/>
        </p:nvCxnSpPr>
        <p:spPr>
          <a:xfrm rot="16200000" flipH="1">
            <a:off x="5524236" y="2784527"/>
            <a:ext cx="183222" cy="4832418"/>
          </a:xfrm>
          <a:prstGeom prst="bentConnector3">
            <a:avLst>
              <a:gd name="adj1" fmla="val 224767"/>
            </a:avLst>
          </a:prstGeom>
          <a:ln w="12700">
            <a:solidFill>
              <a:schemeClr val="tx1"/>
            </a:solidFill>
            <a:tailEnd type="none"/>
          </a:ln>
        </p:spPr>
        <p:style>
          <a:lnRef idx="1">
            <a:schemeClr val="accent1"/>
          </a:lnRef>
          <a:fillRef idx="0">
            <a:schemeClr val="accent1"/>
          </a:fillRef>
          <a:effectRef idx="0">
            <a:schemeClr val="accent1"/>
          </a:effectRef>
          <a:fontRef idx="minor">
            <a:schemeClr val="tx1"/>
          </a:fontRef>
        </p:style>
      </p:cxnSp>
      <p:cxnSp>
        <p:nvCxnSpPr>
          <p:cNvPr id="54" name="连接符: 肘形 53">
            <a:extLst>
              <a:ext uri="{FF2B5EF4-FFF2-40B4-BE49-F238E27FC236}">
                <a16:creationId xmlns:a16="http://schemas.microsoft.com/office/drawing/2014/main" id="{CC1A1AFC-1E4D-4159-90B5-2AF2FCC2C978}"/>
              </a:ext>
            </a:extLst>
          </p:cNvPr>
          <p:cNvCxnSpPr>
            <a:cxnSpLocks/>
            <a:endCxn id="57" idx="2"/>
          </p:cNvCxnSpPr>
          <p:nvPr/>
        </p:nvCxnSpPr>
        <p:spPr>
          <a:xfrm rot="16200000" flipH="1">
            <a:off x="6648763" y="1576479"/>
            <a:ext cx="242768" cy="7360008"/>
          </a:xfrm>
          <a:prstGeom prst="bentConnector3">
            <a:avLst>
              <a:gd name="adj1" fmla="val 196874"/>
            </a:avLst>
          </a:prstGeom>
          <a:ln w="12700">
            <a:solidFill>
              <a:schemeClr val="tx1"/>
            </a:solidFill>
            <a:tailEnd type="none"/>
          </a:ln>
        </p:spPr>
        <p:style>
          <a:lnRef idx="1">
            <a:schemeClr val="accent1"/>
          </a:lnRef>
          <a:fillRef idx="0">
            <a:schemeClr val="accent1"/>
          </a:fillRef>
          <a:effectRef idx="0">
            <a:schemeClr val="accent1"/>
          </a:effectRef>
          <a:fontRef idx="minor">
            <a:schemeClr val="tx1"/>
          </a:fontRef>
        </p:style>
      </p:cxnSp>
      <p:pic>
        <p:nvPicPr>
          <p:cNvPr id="55" name="图形 10">
            <a:extLst>
              <a:ext uri="{FF2B5EF4-FFF2-40B4-BE49-F238E27FC236}">
                <a16:creationId xmlns:a16="http://schemas.microsoft.com/office/drawing/2014/main" id="{8A8DFBDE-A25A-453E-B28F-68E243FF7E4A}"/>
              </a:ext>
            </a:extLst>
          </p:cNvPr>
          <p:cNvPicPr>
            <a:picLocks noChangeAspect="1"/>
          </p:cNvPicPr>
          <p:nvPr/>
        </p:nvPicPr>
        <p:blipFill>
          <a:blip r:embed="rId4">
            <a:extLst>
              <a:ext uri="{28A0092B-C50C-407E-A947-70E740481C1C}">
                <a14:useLocalDpi xmlns:a14="http://schemas.microsoft.com/office/drawing/2010/main" val="0"/>
              </a:ext>
              <a:ext uri="{96DAC541-7B7A-43D3-8B79-37D633B846F1}">
                <asvg:svgBlip xmlns:asvg="http://schemas.microsoft.com/office/drawing/2016/SVG/main" r:embed="rId5"/>
              </a:ext>
            </a:extLst>
          </a:blip>
          <a:stretch>
            <a:fillRect/>
          </a:stretch>
        </p:blipFill>
        <p:spPr>
          <a:xfrm>
            <a:off x="5282555" y="4736785"/>
            <a:ext cx="662814" cy="641082"/>
          </a:xfrm>
          <a:prstGeom prst="rect">
            <a:avLst/>
          </a:prstGeom>
        </p:spPr>
      </p:pic>
      <p:pic>
        <p:nvPicPr>
          <p:cNvPr id="56" name="图形 10">
            <a:extLst>
              <a:ext uri="{FF2B5EF4-FFF2-40B4-BE49-F238E27FC236}">
                <a16:creationId xmlns:a16="http://schemas.microsoft.com/office/drawing/2014/main" id="{A264ED30-2E7A-4C7A-8B8A-906D94CEB8D9}"/>
              </a:ext>
            </a:extLst>
          </p:cNvPr>
          <p:cNvPicPr>
            <a:picLocks noChangeAspect="1"/>
          </p:cNvPicPr>
          <p:nvPr/>
        </p:nvPicPr>
        <p:blipFill>
          <a:blip r:embed="rId4">
            <a:extLst>
              <a:ext uri="{28A0092B-C50C-407E-A947-70E740481C1C}">
                <a14:useLocalDpi xmlns:a14="http://schemas.microsoft.com/office/drawing/2010/main" val="0"/>
              </a:ext>
              <a:ext uri="{96DAC541-7B7A-43D3-8B79-37D633B846F1}">
                <asvg:svgBlip xmlns:asvg="http://schemas.microsoft.com/office/drawing/2016/SVG/main" r:embed="rId5"/>
              </a:ext>
            </a:extLst>
          </a:blip>
          <a:stretch>
            <a:fillRect/>
          </a:stretch>
        </p:blipFill>
        <p:spPr>
          <a:xfrm>
            <a:off x="7700649" y="4736785"/>
            <a:ext cx="662814" cy="641082"/>
          </a:xfrm>
          <a:prstGeom prst="rect">
            <a:avLst/>
          </a:prstGeom>
        </p:spPr>
      </p:pic>
      <p:pic>
        <p:nvPicPr>
          <p:cNvPr id="57" name="图形 10">
            <a:extLst>
              <a:ext uri="{FF2B5EF4-FFF2-40B4-BE49-F238E27FC236}">
                <a16:creationId xmlns:a16="http://schemas.microsoft.com/office/drawing/2014/main" id="{D3E86342-A0F1-4872-8BD1-01E9E52C8FB6}"/>
              </a:ext>
            </a:extLst>
          </p:cNvPr>
          <p:cNvPicPr>
            <a:picLocks noChangeAspect="1"/>
          </p:cNvPicPr>
          <p:nvPr/>
        </p:nvPicPr>
        <p:blipFill>
          <a:blip r:embed="rId4">
            <a:extLst>
              <a:ext uri="{28A0092B-C50C-407E-A947-70E740481C1C}">
                <a14:useLocalDpi xmlns:a14="http://schemas.microsoft.com/office/drawing/2010/main" val="0"/>
              </a:ext>
              <a:ext uri="{96DAC541-7B7A-43D3-8B79-37D633B846F1}">
                <asvg:svgBlip xmlns:asvg="http://schemas.microsoft.com/office/drawing/2016/SVG/main" r:embed="rId5"/>
              </a:ext>
            </a:extLst>
          </a:blip>
          <a:stretch>
            <a:fillRect/>
          </a:stretch>
        </p:blipFill>
        <p:spPr>
          <a:xfrm>
            <a:off x="10118744" y="4736785"/>
            <a:ext cx="662814" cy="641082"/>
          </a:xfrm>
          <a:prstGeom prst="rect">
            <a:avLst/>
          </a:prstGeom>
        </p:spPr>
      </p:pic>
      <p:pic>
        <p:nvPicPr>
          <p:cNvPr id="58" name="图片 57" descr="图标&#10;&#10;描述已自动生成">
            <a:extLst>
              <a:ext uri="{FF2B5EF4-FFF2-40B4-BE49-F238E27FC236}">
                <a16:creationId xmlns:a16="http://schemas.microsoft.com/office/drawing/2014/main" id="{C2FED337-0E10-461D-B4C8-FBB2B692BFA0}"/>
              </a:ext>
            </a:extLst>
          </p:cNvPr>
          <p:cNvPicPr>
            <a:picLocks noChangeAspect="1"/>
          </p:cNvPicPr>
          <p:nvPr/>
        </p:nvPicPr>
        <p:blipFill>
          <a:blip r:embed="rId3">
            <a:extLst>
              <a:ext uri="{28A0092B-C50C-407E-A947-70E740481C1C}">
                <a14:useLocalDpi xmlns:a14="http://schemas.microsoft.com/office/drawing/2010/main" val="0"/>
              </a:ext>
            </a:extLst>
          </a:blip>
          <a:stretch>
            <a:fillRect/>
          </a:stretch>
        </p:blipFill>
        <p:spPr>
          <a:xfrm>
            <a:off x="2975092" y="4679772"/>
            <a:ext cx="497392" cy="641082"/>
          </a:xfrm>
          <a:prstGeom prst="rect">
            <a:avLst/>
          </a:prstGeom>
        </p:spPr>
      </p:pic>
      <p:sp>
        <p:nvSpPr>
          <p:cNvPr id="59" name="íşlïḍè">
            <a:extLst>
              <a:ext uri="{FF2B5EF4-FFF2-40B4-BE49-F238E27FC236}">
                <a16:creationId xmlns:a16="http://schemas.microsoft.com/office/drawing/2014/main" id="{F09A1941-2173-4B65-8976-2B2A22C044CB}"/>
              </a:ext>
            </a:extLst>
          </p:cNvPr>
          <p:cNvSpPr txBox="1"/>
          <p:nvPr/>
        </p:nvSpPr>
        <p:spPr>
          <a:xfrm>
            <a:off x="1268613" y="4794563"/>
            <a:ext cx="1039321" cy="406173"/>
          </a:xfrm>
          <a:prstGeom prst="rect">
            <a:avLst/>
          </a:prstGeom>
          <a:noFill/>
        </p:spPr>
        <p:txBody>
          <a:bodyPr wrap="square" lIns="91440" tIns="45720" rIns="91440" bIns="45720" anchor="ctr">
            <a:noAutofit/>
          </a:bodyPr>
          <a:lstStyle/>
          <a:p>
            <a:r>
              <a:rPr lang="zh-CN" altLang="en-US" b="1" dirty="0">
                <a:latin typeface="Arial Narrow" panose="020B0606020202030204" pitchFamily="34" charset="0"/>
              </a:rPr>
              <a:t>局域网</a:t>
            </a:r>
            <a:r>
              <a:rPr lang="en-US" altLang="zh-CN" b="1" dirty="0">
                <a:latin typeface="Arial Narrow" panose="020B0606020202030204" pitchFamily="34" charset="0"/>
              </a:rPr>
              <a:t>1</a:t>
            </a:r>
            <a:endParaRPr lang="zh-CN" altLang="en-US" b="1" dirty="0">
              <a:latin typeface="Arial Narrow" panose="020B0606020202030204" pitchFamily="34" charset="0"/>
            </a:endParaRPr>
          </a:p>
        </p:txBody>
      </p:sp>
      <p:sp>
        <p:nvSpPr>
          <p:cNvPr id="60" name="íşlïḍè">
            <a:extLst>
              <a:ext uri="{FF2B5EF4-FFF2-40B4-BE49-F238E27FC236}">
                <a16:creationId xmlns:a16="http://schemas.microsoft.com/office/drawing/2014/main" id="{07647FEE-FA4C-43D9-AE24-AC0D7371F4FD}"/>
              </a:ext>
            </a:extLst>
          </p:cNvPr>
          <p:cNvSpPr txBox="1"/>
          <p:nvPr/>
        </p:nvSpPr>
        <p:spPr>
          <a:xfrm>
            <a:off x="11262319" y="4794562"/>
            <a:ext cx="555094" cy="406173"/>
          </a:xfrm>
          <a:prstGeom prst="rect">
            <a:avLst/>
          </a:prstGeom>
          <a:noFill/>
        </p:spPr>
        <p:txBody>
          <a:bodyPr wrap="square" lIns="91440" tIns="45720" rIns="91440" bIns="45720" anchor="ctr">
            <a:noAutofit/>
          </a:bodyPr>
          <a:lstStyle/>
          <a:p>
            <a:r>
              <a:rPr lang="en-US" altLang="zh-CN" b="1" dirty="0">
                <a:latin typeface="Arial Narrow" panose="020B0606020202030204" pitchFamily="34" charset="0"/>
              </a:rPr>
              <a:t>1</a:t>
            </a:r>
            <a:r>
              <a:rPr lang="zh-CN" altLang="en-US" b="1" dirty="0">
                <a:latin typeface="Arial Narrow" panose="020B0606020202030204" pitchFamily="34" charset="0"/>
              </a:rPr>
              <a:t>楼</a:t>
            </a:r>
          </a:p>
        </p:txBody>
      </p:sp>
      <p:cxnSp>
        <p:nvCxnSpPr>
          <p:cNvPr id="75" name="直接连接符 74">
            <a:extLst>
              <a:ext uri="{FF2B5EF4-FFF2-40B4-BE49-F238E27FC236}">
                <a16:creationId xmlns:a16="http://schemas.microsoft.com/office/drawing/2014/main" id="{6E1E1FB1-2C62-4A29-814B-195E2A6D18B1}"/>
              </a:ext>
            </a:extLst>
          </p:cNvPr>
          <p:cNvCxnSpPr>
            <a:cxnSpLocks/>
          </p:cNvCxnSpPr>
          <p:nvPr/>
        </p:nvCxnSpPr>
        <p:spPr>
          <a:xfrm>
            <a:off x="1460977" y="3234827"/>
            <a:ext cx="10363583" cy="0"/>
          </a:xfrm>
          <a:prstGeom prst="line">
            <a:avLst/>
          </a:prstGeom>
          <a:ln w="12700">
            <a:solidFill>
              <a:schemeClr val="bg2">
                <a:lumMod val="90000"/>
              </a:schemeClr>
            </a:solidFill>
            <a:prstDash val="dash"/>
            <a:tailEnd type="none"/>
          </a:ln>
        </p:spPr>
        <p:style>
          <a:lnRef idx="1">
            <a:schemeClr val="accent1"/>
          </a:lnRef>
          <a:fillRef idx="0">
            <a:schemeClr val="accent1"/>
          </a:fillRef>
          <a:effectRef idx="0">
            <a:schemeClr val="accent1"/>
          </a:effectRef>
          <a:fontRef idx="minor">
            <a:schemeClr val="tx1"/>
          </a:fontRef>
        </p:style>
      </p:cxnSp>
      <p:cxnSp>
        <p:nvCxnSpPr>
          <p:cNvPr id="77" name="直接连接符 76">
            <a:extLst>
              <a:ext uri="{FF2B5EF4-FFF2-40B4-BE49-F238E27FC236}">
                <a16:creationId xmlns:a16="http://schemas.microsoft.com/office/drawing/2014/main" id="{784C1A30-0644-49EB-96CB-BF30DD541BCD}"/>
              </a:ext>
            </a:extLst>
          </p:cNvPr>
          <p:cNvCxnSpPr>
            <a:cxnSpLocks/>
          </p:cNvCxnSpPr>
          <p:nvPr/>
        </p:nvCxnSpPr>
        <p:spPr>
          <a:xfrm>
            <a:off x="1460977" y="4552240"/>
            <a:ext cx="10363583" cy="0"/>
          </a:xfrm>
          <a:prstGeom prst="line">
            <a:avLst/>
          </a:prstGeom>
          <a:ln w="12700">
            <a:solidFill>
              <a:schemeClr val="bg2">
                <a:lumMod val="90000"/>
              </a:schemeClr>
            </a:solidFill>
            <a:prstDash val="dash"/>
            <a:tailEnd type="none"/>
          </a:ln>
        </p:spPr>
        <p:style>
          <a:lnRef idx="1">
            <a:schemeClr val="accent1"/>
          </a:lnRef>
          <a:fillRef idx="0">
            <a:schemeClr val="accent1"/>
          </a:fillRef>
          <a:effectRef idx="0">
            <a:schemeClr val="accent1"/>
          </a:effectRef>
          <a:fontRef idx="minor">
            <a:schemeClr val="tx1"/>
          </a:fontRef>
        </p:style>
      </p:cxnSp>
      <p:sp>
        <p:nvSpPr>
          <p:cNvPr id="63" name="íşlïḍè">
            <a:extLst>
              <a:ext uri="{FF2B5EF4-FFF2-40B4-BE49-F238E27FC236}">
                <a16:creationId xmlns:a16="http://schemas.microsoft.com/office/drawing/2014/main" id="{DB2B610B-EE66-4D7B-B624-BDC7F2D876F2}"/>
              </a:ext>
            </a:extLst>
          </p:cNvPr>
          <p:cNvSpPr txBox="1"/>
          <p:nvPr/>
        </p:nvSpPr>
        <p:spPr>
          <a:xfrm>
            <a:off x="1211273" y="4794562"/>
            <a:ext cx="1052479" cy="406173"/>
          </a:xfrm>
          <a:prstGeom prst="rect">
            <a:avLst/>
          </a:prstGeom>
          <a:solidFill>
            <a:schemeClr val="bg1"/>
          </a:solidFill>
        </p:spPr>
        <p:txBody>
          <a:bodyPr wrap="square" lIns="91440" tIns="45720" rIns="91440" bIns="45720" anchor="ctr">
            <a:noAutofit/>
          </a:bodyPr>
          <a:lstStyle/>
          <a:p>
            <a:r>
              <a:rPr lang="zh-CN" altLang="en-US" b="1" dirty="0">
                <a:latin typeface="Arial Narrow" panose="020B0606020202030204" pitchFamily="34" charset="0"/>
              </a:rPr>
              <a:t>网段</a:t>
            </a:r>
            <a:r>
              <a:rPr lang="en-US" altLang="zh-CN" b="1" dirty="0">
                <a:latin typeface="Arial Narrow" panose="020B0606020202030204" pitchFamily="34" charset="0"/>
              </a:rPr>
              <a:t>1</a:t>
            </a:r>
            <a:endParaRPr lang="zh-CN" altLang="en-US" b="1" dirty="0">
              <a:latin typeface="Arial Narrow" panose="020B0606020202030204" pitchFamily="34" charset="0"/>
            </a:endParaRPr>
          </a:p>
        </p:txBody>
      </p:sp>
      <p:sp>
        <p:nvSpPr>
          <p:cNvPr id="64" name="íşlïḍè">
            <a:extLst>
              <a:ext uri="{FF2B5EF4-FFF2-40B4-BE49-F238E27FC236}">
                <a16:creationId xmlns:a16="http://schemas.microsoft.com/office/drawing/2014/main" id="{E6BEDDC8-968E-4BDB-8B20-5E29D64A94DD}"/>
              </a:ext>
            </a:extLst>
          </p:cNvPr>
          <p:cNvSpPr txBox="1"/>
          <p:nvPr/>
        </p:nvSpPr>
        <p:spPr>
          <a:xfrm>
            <a:off x="1205929" y="3506517"/>
            <a:ext cx="1052479" cy="406173"/>
          </a:xfrm>
          <a:prstGeom prst="rect">
            <a:avLst/>
          </a:prstGeom>
          <a:solidFill>
            <a:schemeClr val="bg1"/>
          </a:solidFill>
        </p:spPr>
        <p:txBody>
          <a:bodyPr wrap="square" lIns="91440" tIns="45720" rIns="91440" bIns="45720" anchor="ctr">
            <a:noAutofit/>
          </a:bodyPr>
          <a:lstStyle/>
          <a:p>
            <a:r>
              <a:rPr lang="zh-CN" altLang="en-US" b="1" dirty="0">
                <a:latin typeface="Arial Narrow" panose="020B0606020202030204" pitchFamily="34" charset="0"/>
              </a:rPr>
              <a:t>网段</a:t>
            </a:r>
            <a:r>
              <a:rPr lang="en-US" altLang="zh-CN" b="1" dirty="0">
                <a:latin typeface="Arial Narrow" panose="020B0606020202030204" pitchFamily="34" charset="0"/>
              </a:rPr>
              <a:t>2</a:t>
            </a:r>
            <a:endParaRPr lang="zh-CN" altLang="en-US" b="1" dirty="0">
              <a:latin typeface="Arial Narrow" panose="020B0606020202030204" pitchFamily="34" charset="0"/>
            </a:endParaRPr>
          </a:p>
        </p:txBody>
      </p:sp>
      <p:sp>
        <p:nvSpPr>
          <p:cNvPr id="66" name="íşlïḍè">
            <a:extLst>
              <a:ext uri="{FF2B5EF4-FFF2-40B4-BE49-F238E27FC236}">
                <a16:creationId xmlns:a16="http://schemas.microsoft.com/office/drawing/2014/main" id="{8CE61A19-5CB7-4AE0-BA28-CA634EAF833D}"/>
              </a:ext>
            </a:extLst>
          </p:cNvPr>
          <p:cNvSpPr txBox="1"/>
          <p:nvPr/>
        </p:nvSpPr>
        <p:spPr>
          <a:xfrm>
            <a:off x="1215816" y="2218472"/>
            <a:ext cx="1052479" cy="406173"/>
          </a:xfrm>
          <a:prstGeom prst="rect">
            <a:avLst/>
          </a:prstGeom>
          <a:solidFill>
            <a:schemeClr val="bg1"/>
          </a:solidFill>
        </p:spPr>
        <p:txBody>
          <a:bodyPr wrap="square" lIns="91440" tIns="45720" rIns="91440" bIns="45720" anchor="ctr">
            <a:noAutofit/>
          </a:bodyPr>
          <a:lstStyle/>
          <a:p>
            <a:r>
              <a:rPr lang="zh-CN" altLang="en-US" b="1" dirty="0">
                <a:latin typeface="Arial Narrow" panose="020B0606020202030204" pitchFamily="34" charset="0"/>
              </a:rPr>
              <a:t>网段</a:t>
            </a:r>
            <a:r>
              <a:rPr lang="en-US" altLang="zh-CN" b="1" dirty="0">
                <a:latin typeface="Arial Narrow" panose="020B0606020202030204" pitchFamily="34" charset="0"/>
              </a:rPr>
              <a:t>3</a:t>
            </a:r>
            <a:endParaRPr lang="zh-CN" altLang="en-US" b="1" dirty="0">
              <a:latin typeface="Arial Narrow" panose="020B0606020202030204" pitchFamily="34" charset="0"/>
            </a:endParaRPr>
          </a:p>
        </p:txBody>
      </p:sp>
      <p:sp>
        <p:nvSpPr>
          <p:cNvPr id="70" name="íşlïḍè">
            <a:extLst>
              <a:ext uri="{FF2B5EF4-FFF2-40B4-BE49-F238E27FC236}">
                <a16:creationId xmlns:a16="http://schemas.microsoft.com/office/drawing/2014/main" id="{F377F0DE-DCA3-4B8F-81F8-186F61710A78}"/>
              </a:ext>
            </a:extLst>
          </p:cNvPr>
          <p:cNvSpPr txBox="1"/>
          <p:nvPr/>
        </p:nvSpPr>
        <p:spPr>
          <a:xfrm>
            <a:off x="7081300" y="3623173"/>
            <a:ext cx="647008" cy="358594"/>
          </a:xfrm>
          <a:prstGeom prst="rect">
            <a:avLst/>
          </a:prstGeom>
          <a:noFill/>
        </p:spPr>
        <p:txBody>
          <a:bodyPr wrap="square" lIns="91440" tIns="45720" rIns="91440" bIns="45720" anchor="ctr">
            <a:noAutofit/>
          </a:bodyPr>
          <a:lstStyle/>
          <a:p>
            <a:r>
              <a:rPr lang="zh-CN" altLang="en-US" b="1" dirty="0">
                <a:solidFill>
                  <a:schemeClr val="accent6"/>
                </a:solidFill>
                <a:latin typeface="Arial Narrow" panose="020B0606020202030204" pitchFamily="34" charset="0"/>
              </a:rPr>
              <a:t>广播</a:t>
            </a:r>
          </a:p>
        </p:txBody>
      </p:sp>
      <p:sp>
        <p:nvSpPr>
          <p:cNvPr id="71" name="íşlïḍè">
            <a:extLst>
              <a:ext uri="{FF2B5EF4-FFF2-40B4-BE49-F238E27FC236}">
                <a16:creationId xmlns:a16="http://schemas.microsoft.com/office/drawing/2014/main" id="{8522EB3E-B6ED-48F8-AB45-B8543A781F8C}"/>
              </a:ext>
            </a:extLst>
          </p:cNvPr>
          <p:cNvSpPr txBox="1"/>
          <p:nvPr/>
        </p:nvSpPr>
        <p:spPr>
          <a:xfrm>
            <a:off x="5871818" y="2446131"/>
            <a:ext cx="647008" cy="358594"/>
          </a:xfrm>
          <a:prstGeom prst="rect">
            <a:avLst/>
          </a:prstGeom>
          <a:noFill/>
        </p:spPr>
        <p:txBody>
          <a:bodyPr wrap="square" lIns="91440" tIns="45720" rIns="91440" bIns="45720" anchor="ctr">
            <a:noAutofit/>
          </a:bodyPr>
          <a:lstStyle/>
          <a:p>
            <a:r>
              <a:rPr lang="zh-CN" altLang="en-US" b="1" dirty="0">
                <a:solidFill>
                  <a:schemeClr val="bg1"/>
                </a:solidFill>
                <a:latin typeface="Arial Narrow" panose="020B0606020202030204" pitchFamily="34" charset="0"/>
              </a:rPr>
              <a:t>收到</a:t>
            </a:r>
          </a:p>
        </p:txBody>
      </p:sp>
      <p:sp>
        <p:nvSpPr>
          <p:cNvPr id="72" name="íşlïḍè">
            <a:extLst>
              <a:ext uri="{FF2B5EF4-FFF2-40B4-BE49-F238E27FC236}">
                <a16:creationId xmlns:a16="http://schemas.microsoft.com/office/drawing/2014/main" id="{9C03D8B1-A9CD-41F0-B3BE-80BC4766BD0F}"/>
              </a:ext>
            </a:extLst>
          </p:cNvPr>
          <p:cNvSpPr txBox="1"/>
          <p:nvPr/>
        </p:nvSpPr>
        <p:spPr>
          <a:xfrm>
            <a:off x="7128187" y="2440796"/>
            <a:ext cx="647008" cy="358594"/>
          </a:xfrm>
          <a:prstGeom prst="rect">
            <a:avLst/>
          </a:prstGeom>
          <a:noFill/>
        </p:spPr>
        <p:txBody>
          <a:bodyPr wrap="square" lIns="91440" tIns="45720" rIns="91440" bIns="45720" anchor="ctr">
            <a:noAutofit/>
          </a:bodyPr>
          <a:lstStyle/>
          <a:p>
            <a:r>
              <a:rPr lang="zh-CN" altLang="en-US" b="1" dirty="0">
                <a:solidFill>
                  <a:schemeClr val="bg1"/>
                </a:solidFill>
                <a:latin typeface="Arial Narrow" panose="020B0606020202030204" pitchFamily="34" charset="0"/>
              </a:rPr>
              <a:t>收到</a:t>
            </a:r>
          </a:p>
        </p:txBody>
      </p:sp>
      <p:sp>
        <p:nvSpPr>
          <p:cNvPr id="74" name="íşlïḍè">
            <a:extLst>
              <a:ext uri="{FF2B5EF4-FFF2-40B4-BE49-F238E27FC236}">
                <a16:creationId xmlns:a16="http://schemas.microsoft.com/office/drawing/2014/main" id="{ED1C6531-116C-4041-81C6-439F8DCF6B6A}"/>
              </a:ext>
            </a:extLst>
          </p:cNvPr>
          <p:cNvSpPr txBox="1"/>
          <p:nvPr/>
        </p:nvSpPr>
        <p:spPr>
          <a:xfrm>
            <a:off x="5871818" y="3641662"/>
            <a:ext cx="647008" cy="358594"/>
          </a:xfrm>
          <a:prstGeom prst="rect">
            <a:avLst/>
          </a:prstGeom>
          <a:noFill/>
        </p:spPr>
        <p:txBody>
          <a:bodyPr wrap="square" lIns="91440" tIns="45720" rIns="91440" bIns="45720" anchor="ctr">
            <a:noAutofit/>
          </a:bodyPr>
          <a:lstStyle/>
          <a:p>
            <a:r>
              <a:rPr lang="zh-CN" altLang="en-US" b="1" dirty="0">
                <a:solidFill>
                  <a:schemeClr val="bg1"/>
                </a:solidFill>
                <a:latin typeface="Arial Narrow" panose="020B0606020202030204" pitchFamily="34" charset="0"/>
              </a:rPr>
              <a:t>收到</a:t>
            </a:r>
          </a:p>
        </p:txBody>
      </p:sp>
    </p:spTree>
    <p:custDataLst>
      <p:tags r:id="rId1"/>
    </p:custDataLst>
    <p:extLst>
      <p:ext uri="{BB962C8B-B14F-4D97-AF65-F5344CB8AC3E}">
        <p14:creationId xmlns:p14="http://schemas.microsoft.com/office/powerpoint/2010/main" val="2981694676"/>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1" presetClass="entr" presetSubtype="1" fill="hold" nodeType="withEffect">
                                  <p:stCondLst>
                                    <p:cond delay="0"/>
                                  </p:stCondLst>
                                  <p:childTnLst>
                                    <p:set>
                                      <p:cBhvr>
                                        <p:cTn id="6" dur="1" fill="hold">
                                          <p:stCondLst>
                                            <p:cond delay="0"/>
                                          </p:stCondLst>
                                        </p:cTn>
                                        <p:tgtEl>
                                          <p:spTgt spid="10"/>
                                        </p:tgtEl>
                                        <p:attrNameLst>
                                          <p:attrName>style.visibility</p:attrName>
                                        </p:attrNameLst>
                                      </p:cBhvr>
                                      <p:to>
                                        <p:strVal val="visible"/>
                                      </p:to>
                                    </p:set>
                                    <p:animEffect transition="in" filter="wheel(1)">
                                      <p:cBhvr>
                                        <p:cTn id="7" dur="1000"/>
                                        <p:tgtEl>
                                          <p:spTgt spid="10"/>
                                        </p:tgtEl>
                                      </p:cBhvr>
                                    </p:animEffect>
                                  </p:childTnLst>
                                </p:cTn>
                              </p:par>
                            </p:childTnLst>
                          </p:cTn>
                        </p:par>
                      </p:childTnLst>
                    </p:cTn>
                  </p:par>
                  <p:par>
                    <p:cTn id="8" fill="hold">
                      <p:stCondLst>
                        <p:cond delay="indefinite"/>
                      </p:stCondLst>
                      <p:childTnLst>
                        <p:par>
                          <p:cTn id="9" fill="hold">
                            <p:stCondLst>
                              <p:cond delay="0"/>
                            </p:stCondLst>
                            <p:childTnLst>
                              <p:par>
                                <p:cTn id="10" presetID="21" presetClass="entr" presetSubtype="1" fill="hold" nodeType="clickEffect">
                                  <p:stCondLst>
                                    <p:cond delay="0"/>
                                  </p:stCondLst>
                                  <p:childTnLst>
                                    <p:set>
                                      <p:cBhvr>
                                        <p:cTn id="11" dur="1" fill="hold">
                                          <p:stCondLst>
                                            <p:cond delay="0"/>
                                          </p:stCondLst>
                                        </p:cTn>
                                        <p:tgtEl>
                                          <p:spTgt spid="8"/>
                                        </p:tgtEl>
                                        <p:attrNameLst>
                                          <p:attrName>style.visibility</p:attrName>
                                        </p:attrNameLst>
                                      </p:cBhvr>
                                      <p:to>
                                        <p:strVal val="visible"/>
                                      </p:to>
                                    </p:set>
                                    <p:animEffect transition="in" filter="wheel(1)">
                                      <p:cBhvr>
                                        <p:cTn id="12" dur="1000"/>
                                        <p:tgtEl>
                                          <p:spTgt spid="8"/>
                                        </p:tgtEl>
                                      </p:cBhvr>
                                    </p:animEffect>
                                  </p:childTnLst>
                                </p:cTn>
                              </p:par>
                            </p:childTnLst>
                          </p:cTn>
                        </p:par>
                      </p:childTnLst>
                    </p:cTn>
                  </p:par>
                  <p:par>
                    <p:cTn id="13" fill="hold">
                      <p:stCondLst>
                        <p:cond delay="indefinite"/>
                      </p:stCondLst>
                      <p:childTnLst>
                        <p:par>
                          <p:cTn id="14" fill="hold">
                            <p:stCondLst>
                              <p:cond delay="0"/>
                            </p:stCondLst>
                            <p:childTnLst>
                              <p:par>
                                <p:cTn id="15" presetID="12" presetClass="entr" presetSubtype="2" fill="hold" grpId="0" nodeType="clickEffect">
                                  <p:stCondLst>
                                    <p:cond delay="0"/>
                                  </p:stCondLst>
                                  <p:childTnLst>
                                    <p:set>
                                      <p:cBhvr>
                                        <p:cTn id="16" dur="1" fill="hold">
                                          <p:stCondLst>
                                            <p:cond delay="0"/>
                                          </p:stCondLst>
                                        </p:cTn>
                                        <p:tgtEl>
                                          <p:spTgt spid="70"/>
                                        </p:tgtEl>
                                        <p:attrNameLst>
                                          <p:attrName>style.visibility</p:attrName>
                                        </p:attrNameLst>
                                      </p:cBhvr>
                                      <p:to>
                                        <p:strVal val="visible"/>
                                      </p:to>
                                    </p:set>
                                    <p:anim calcmode="lin" valueType="num">
                                      <p:cBhvr additive="base">
                                        <p:cTn id="17" dur="500"/>
                                        <p:tgtEl>
                                          <p:spTgt spid="70"/>
                                        </p:tgtEl>
                                        <p:attrNameLst>
                                          <p:attrName>ppt_x</p:attrName>
                                        </p:attrNameLst>
                                      </p:cBhvr>
                                      <p:tavLst>
                                        <p:tav tm="0">
                                          <p:val>
                                            <p:strVal val="#ppt_x+#ppt_w*1.125000"/>
                                          </p:val>
                                        </p:tav>
                                        <p:tav tm="100000">
                                          <p:val>
                                            <p:strVal val="#ppt_x"/>
                                          </p:val>
                                        </p:tav>
                                      </p:tavLst>
                                    </p:anim>
                                    <p:animEffect transition="in" filter="wipe(left)">
                                      <p:cBhvr>
                                        <p:cTn id="18" dur="500"/>
                                        <p:tgtEl>
                                          <p:spTgt spid="70"/>
                                        </p:tgtEl>
                                      </p:cBhvr>
                                    </p:animEffect>
                                  </p:childTnLst>
                                </p:cTn>
                              </p:par>
                            </p:childTnLst>
                          </p:cTn>
                        </p:par>
                      </p:childTnLst>
                    </p:cTn>
                  </p:par>
                  <p:par>
                    <p:cTn id="19" fill="hold">
                      <p:stCondLst>
                        <p:cond delay="indefinite"/>
                      </p:stCondLst>
                      <p:childTnLst>
                        <p:par>
                          <p:cTn id="20" fill="hold">
                            <p:stCondLst>
                              <p:cond delay="0"/>
                            </p:stCondLst>
                            <p:childTnLst>
                              <p:par>
                                <p:cTn id="21" presetID="12" presetClass="entr" presetSubtype="2" fill="hold" grpId="0" nodeType="clickEffect">
                                  <p:stCondLst>
                                    <p:cond delay="0"/>
                                  </p:stCondLst>
                                  <p:childTnLst>
                                    <p:set>
                                      <p:cBhvr>
                                        <p:cTn id="22" dur="1" fill="hold">
                                          <p:stCondLst>
                                            <p:cond delay="0"/>
                                          </p:stCondLst>
                                        </p:cTn>
                                        <p:tgtEl>
                                          <p:spTgt spid="72"/>
                                        </p:tgtEl>
                                        <p:attrNameLst>
                                          <p:attrName>style.visibility</p:attrName>
                                        </p:attrNameLst>
                                      </p:cBhvr>
                                      <p:to>
                                        <p:strVal val="visible"/>
                                      </p:to>
                                    </p:set>
                                    <p:anim calcmode="lin" valueType="num">
                                      <p:cBhvr additive="base">
                                        <p:cTn id="23" dur="500"/>
                                        <p:tgtEl>
                                          <p:spTgt spid="72"/>
                                        </p:tgtEl>
                                        <p:attrNameLst>
                                          <p:attrName>ppt_x</p:attrName>
                                        </p:attrNameLst>
                                      </p:cBhvr>
                                      <p:tavLst>
                                        <p:tav tm="0">
                                          <p:val>
                                            <p:strVal val="#ppt_x+#ppt_w*1.125000"/>
                                          </p:val>
                                        </p:tav>
                                        <p:tav tm="100000">
                                          <p:val>
                                            <p:strVal val="#ppt_x"/>
                                          </p:val>
                                        </p:tav>
                                      </p:tavLst>
                                    </p:anim>
                                    <p:animEffect transition="in" filter="wipe(left)">
                                      <p:cBhvr>
                                        <p:cTn id="24" dur="500"/>
                                        <p:tgtEl>
                                          <p:spTgt spid="72"/>
                                        </p:tgtEl>
                                      </p:cBhvr>
                                    </p:animEffect>
                                  </p:childTnLst>
                                </p:cTn>
                              </p:par>
                              <p:par>
                                <p:cTn id="25" presetID="12" presetClass="entr" presetSubtype="8" fill="hold" grpId="0" nodeType="withEffect">
                                  <p:stCondLst>
                                    <p:cond delay="0"/>
                                  </p:stCondLst>
                                  <p:childTnLst>
                                    <p:set>
                                      <p:cBhvr>
                                        <p:cTn id="26" dur="1" fill="hold">
                                          <p:stCondLst>
                                            <p:cond delay="0"/>
                                          </p:stCondLst>
                                        </p:cTn>
                                        <p:tgtEl>
                                          <p:spTgt spid="71"/>
                                        </p:tgtEl>
                                        <p:attrNameLst>
                                          <p:attrName>style.visibility</p:attrName>
                                        </p:attrNameLst>
                                      </p:cBhvr>
                                      <p:to>
                                        <p:strVal val="visible"/>
                                      </p:to>
                                    </p:set>
                                    <p:anim calcmode="lin" valueType="num">
                                      <p:cBhvr additive="base">
                                        <p:cTn id="27" dur="500"/>
                                        <p:tgtEl>
                                          <p:spTgt spid="71"/>
                                        </p:tgtEl>
                                        <p:attrNameLst>
                                          <p:attrName>ppt_x</p:attrName>
                                        </p:attrNameLst>
                                      </p:cBhvr>
                                      <p:tavLst>
                                        <p:tav tm="0">
                                          <p:val>
                                            <p:strVal val="#ppt_x-#ppt_w*1.125000"/>
                                          </p:val>
                                        </p:tav>
                                        <p:tav tm="100000">
                                          <p:val>
                                            <p:strVal val="#ppt_x"/>
                                          </p:val>
                                        </p:tav>
                                      </p:tavLst>
                                    </p:anim>
                                    <p:animEffect transition="in" filter="wipe(right)">
                                      <p:cBhvr>
                                        <p:cTn id="28" dur="500"/>
                                        <p:tgtEl>
                                          <p:spTgt spid="71"/>
                                        </p:tgtEl>
                                      </p:cBhvr>
                                    </p:animEffect>
                                  </p:childTnLst>
                                </p:cTn>
                              </p:par>
                              <p:par>
                                <p:cTn id="29" presetID="12" presetClass="entr" presetSubtype="8" fill="hold" grpId="0" nodeType="withEffect">
                                  <p:stCondLst>
                                    <p:cond delay="0"/>
                                  </p:stCondLst>
                                  <p:childTnLst>
                                    <p:set>
                                      <p:cBhvr>
                                        <p:cTn id="30" dur="1" fill="hold">
                                          <p:stCondLst>
                                            <p:cond delay="0"/>
                                          </p:stCondLst>
                                        </p:cTn>
                                        <p:tgtEl>
                                          <p:spTgt spid="74"/>
                                        </p:tgtEl>
                                        <p:attrNameLst>
                                          <p:attrName>style.visibility</p:attrName>
                                        </p:attrNameLst>
                                      </p:cBhvr>
                                      <p:to>
                                        <p:strVal val="visible"/>
                                      </p:to>
                                    </p:set>
                                    <p:anim calcmode="lin" valueType="num">
                                      <p:cBhvr additive="base">
                                        <p:cTn id="31" dur="500"/>
                                        <p:tgtEl>
                                          <p:spTgt spid="74"/>
                                        </p:tgtEl>
                                        <p:attrNameLst>
                                          <p:attrName>ppt_x</p:attrName>
                                        </p:attrNameLst>
                                      </p:cBhvr>
                                      <p:tavLst>
                                        <p:tav tm="0">
                                          <p:val>
                                            <p:strVal val="#ppt_x-#ppt_w*1.125000"/>
                                          </p:val>
                                        </p:tav>
                                        <p:tav tm="100000">
                                          <p:val>
                                            <p:strVal val="#ppt_x"/>
                                          </p:val>
                                        </p:tav>
                                      </p:tavLst>
                                    </p:anim>
                                    <p:animEffect transition="in" filter="wipe(right)">
                                      <p:cBhvr>
                                        <p:cTn id="32" dur="500"/>
                                        <p:tgtEl>
                                          <p:spTgt spid="74"/>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70" grpId="0"/>
      <p:bldP spid="71" grpId="0"/>
      <p:bldP spid="72" grpId="0"/>
      <p:bldP spid="74" grpId="0"/>
    </p:bldLst>
  </p:timing>
</p:sld>
</file>

<file path=ppt/slides/slide47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4" name="组合 3">
            <a:extLst>
              <a:ext uri="{FF2B5EF4-FFF2-40B4-BE49-F238E27FC236}">
                <a16:creationId xmlns:a16="http://schemas.microsoft.com/office/drawing/2014/main" id="{9A1EA9F2-FCB6-48C3-935F-7AE7E3AD14AC}"/>
              </a:ext>
            </a:extLst>
          </p:cNvPr>
          <p:cNvGrpSpPr/>
          <p:nvPr/>
        </p:nvGrpSpPr>
        <p:grpSpPr>
          <a:xfrm>
            <a:off x="304799" y="749300"/>
            <a:ext cx="4938200" cy="400110"/>
            <a:chOff x="424116" y="898245"/>
            <a:chExt cx="4938200" cy="400110"/>
          </a:xfrm>
        </p:grpSpPr>
        <p:sp>
          <p:nvSpPr>
            <p:cNvPr id="2" name="平行四边形 1">
              <a:extLst>
                <a:ext uri="{FF2B5EF4-FFF2-40B4-BE49-F238E27FC236}">
                  <a16:creationId xmlns:a16="http://schemas.microsoft.com/office/drawing/2014/main" id="{1F5BAA3F-9845-4F89-A2DD-8222D3E4EDAC}"/>
                </a:ext>
              </a:extLst>
            </p:cNvPr>
            <p:cNvSpPr/>
            <p:nvPr/>
          </p:nvSpPr>
          <p:spPr>
            <a:xfrm>
              <a:off x="424116" y="898245"/>
              <a:ext cx="681963" cy="387090"/>
            </a:xfrm>
            <a:prstGeom prst="parallelogram">
              <a:avLst/>
            </a:prstGeom>
            <a:solidFill>
              <a:schemeClr val="accent3">
                <a:lumMod val="75000"/>
              </a:schemeClr>
            </a:solidFill>
            <a:ln>
              <a:solidFill>
                <a:schemeClr val="accent3">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CN" sz="2200" dirty="0">
                  <a:latin typeface="Impact" panose="020B0806030902050204" pitchFamily="34" charset="0"/>
                </a:rPr>
                <a:t>02</a:t>
              </a:r>
              <a:endParaRPr lang="zh-CN" altLang="en-US" sz="2200" dirty="0">
                <a:latin typeface="Impact" panose="020B0806030902050204" pitchFamily="34" charset="0"/>
              </a:endParaRPr>
            </a:p>
          </p:txBody>
        </p:sp>
        <p:sp>
          <p:nvSpPr>
            <p:cNvPr id="3" name="文本框 2">
              <a:extLst>
                <a:ext uri="{FF2B5EF4-FFF2-40B4-BE49-F238E27FC236}">
                  <a16:creationId xmlns:a16="http://schemas.microsoft.com/office/drawing/2014/main" id="{4D6BD736-A4D3-4F26-AFED-36E11F50F70B}"/>
                </a:ext>
              </a:extLst>
            </p:cNvPr>
            <p:cNvSpPr txBox="1"/>
            <p:nvPr/>
          </p:nvSpPr>
          <p:spPr>
            <a:xfrm>
              <a:off x="1175950" y="898245"/>
              <a:ext cx="4186366" cy="400110"/>
            </a:xfrm>
            <a:prstGeom prst="rect">
              <a:avLst/>
            </a:prstGeom>
            <a:noFill/>
          </p:spPr>
          <p:txBody>
            <a:bodyPr wrap="square" rtlCol="0">
              <a:spAutoFit/>
            </a:bodyPr>
            <a:lstStyle/>
            <a:p>
              <a:r>
                <a:rPr lang="zh-CN" altLang="en-US" sz="2000" b="1" dirty="0">
                  <a:solidFill>
                    <a:schemeClr val="tx1"/>
                  </a:solidFill>
                  <a:latin typeface="Arial Narrow" panose="020B0606020202030204" pitchFamily="34" charset="0"/>
                </a:rPr>
                <a:t>虚拟局域网</a:t>
              </a:r>
              <a:r>
                <a:rPr lang="en-US" altLang="zh-CN" sz="2000" b="1" dirty="0">
                  <a:solidFill>
                    <a:schemeClr val="tx1"/>
                  </a:solidFill>
                  <a:latin typeface="Arial Narrow" panose="020B0606020202030204" pitchFamily="34" charset="0"/>
                </a:rPr>
                <a:t>VLAN</a:t>
              </a:r>
              <a:r>
                <a:rPr lang="zh-CN" altLang="en-US" sz="2000" b="1" dirty="0">
                  <a:solidFill>
                    <a:schemeClr val="tx1"/>
                  </a:solidFill>
                  <a:latin typeface="Arial Narrow" panose="020B0606020202030204" pitchFamily="34" charset="0"/>
                </a:rPr>
                <a:t>概述</a:t>
              </a:r>
              <a:endParaRPr lang="en-US" altLang="zh-CN" sz="2000" b="1" dirty="0">
                <a:solidFill>
                  <a:schemeClr val="tx1"/>
                </a:solidFill>
                <a:latin typeface="Arial Narrow" panose="020B0606020202030204" pitchFamily="34" charset="0"/>
              </a:endParaRPr>
            </a:p>
          </p:txBody>
        </p:sp>
      </p:grpSp>
      <p:sp>
        <p:nvSpPr>
          <p:cNvPr id="5" name="矩形 4">
            <a:extLst>
              <a:ext uri="{FF2B5EF4-FFF2-40B4-BE49-F238E27FC236}">
                <a16:creationId xmlns:a16="http://schemas.microsoft.com/office/drawing/2014/main" id="{8271A171-7EDC-422B-8B68-C7405045502A}"/>
              </a:ext>
            </a:extLst>
          </p:cNvPr>
          <p:cNvSpPr/>
          <p:nvPr/>
        </p:nvSpPr>
        <p:spPr>
          <a:xfrm>
            <a:off x="1056633" y="1335374"/>
            <a:ext cx="256976" cy="256976"/>
          </a:xfrm>
          <a:prstGeom prst="rect">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6" name="íşlïḍè">
            <a:extLst>
              <a:ext uri="{FF2B5EF4-FFF2-40B4-BE49-F238E27FC236}">
                <a16:creationId xmlns:a16="http://schemas.microsoft.com/office/drawing/2014/main" id="{E9505913-F1F9-4532-854A-E600AA0B20B0}"/>
              </a:ext>
            </a:extLst>
          </p:cNvPr>
          <p:cNvSpPr txBox="1"/>
          <p:nvPr/>
        </p:nvSpPr>
        <p:spPr>
          <a:xfrm>
            <a:off x="1373861" y="1281052"/>
            <a:ext cx="10513339" cy="633267"/>
          </a:xfrm>
          <a:prstGeom prst="rect">
            <a:avLst/>
          </a:prstGeom>
          <a:noFill/>
        </p:spPr>
        <p:txBody>
          <a:bodyPr wrap="square" lIns="91440" tIns="45720" rIns="91440" bIns="45720" anchor="ctr">
            <a:noAutofit/>
          </a:bodyPr>
          <a:lstStyle/>
          <a:p>
            <a:r>
              <a:rPr lang="zh-CN" altLang="en-US" b="1" dirty="0">
                <a:latin typeface="Arial Narrow" panose="020B0606020202030204" pitchFamily="34" charset="0"/>
              </a:rPr>
              <a:t>虚拟局域网（</a:t>
            </a:r>
            <a:r>
              <a:rPr lang="en-US" altLang="zh-CN" b="1" dirty="0">
                <a:solidFill>
                  <a:schemeClr val="accent1">
                    <a:lumMod val="75000"/>
                  </a:schemeClr>
                </a:solidFill>
                <a:latin typeface="Arial Narrow" panose="020B0606020202030204" pitchFamily="34" charset="0"/>
              </a:rPr>
              <a:t>V</a:t>
            </a:r>
            <a:r>
              <a:rPr lang="en-US" altLang="zh-CN" b="1" dirty="0">
                <a:latin typeface="Arial Narrow" panose="020B0606020202030204" pitchFamily="34" charset="0"/>
              </a:rPr>
              <a:t>irtual </a:t>
            </a:r>
            <a:r>
              <a:rPr lang="en-US" altLang="zh-CN" b="1" dirty="0">
                <a:solidFill>
                  <a:schemeClr val="accent1">
                    <a:lumMod val="75000"/>
                  </a:schemeClr>
                </a:solidFill>
                <a:latin typeface="Arial Narrow" panose="020B0606020202030204" pitchFamily="34" charset="0"/>
              </a:rPr>
              <a:t>L</a:t>
            </a:r>
            <a:r>
              <a:rPr lang="en-US" altLang="zh-CN" b="1" dirty="0">
                <a:latin typeface="Arial Narrow" panose="020B0606020202030204" pitchFamily="34" charset="0"/>
              </a:rPr>
              <a:t>ocal</a:t>
            </a:r>
            <a:r>
              <a:rPr lang="zh-CN" altLang="en-US" b="1" dirty="0">
                <a:latin typeface="Arial Narrow" panose="020B0606020202030204" pitchFamily="34" charset="0"/>
              </a:rPr>
              <a:t> </a:t>
            </a:r>
            <a:r>
              <a:rPr lang="en-US" altLang="zh-CN" b="1" dirty="0">
                <a:solidFill>
                  <a:schemeClr val="accent1">
                    <a:lumMod val="75000"/>
                  </a:schemeClr>
                </a:solidFill>
                <a:latin typeface="Arial Narrow" panose="020B0606020202030204" pitchFamily="34" charset="0"/>
              </a:rPr>
              <a:t>A</a:t>
            </a:r>
            <a:r>
              <a:rPr lang="en-US" altLang="zh-CN" b="1" dirty="0">
                <a:latin typeface="Arial Narrow" panose="020B0606020202030204" pitchFamily="34" charset="0"/>
              </a:rPr>
              <a:t>rea </a:t>
            </a:r>
            <a:r>
              <a:rPr lang="en-US" altLang="zh-CN" b="1" dirty="0">
                <a:solidFill>
                  <a:schemeClr val="accent1">
                    <a:lumMod val="75000"/>
                  </a:schemeClr>
                </a:solidFill>
                <a:latin typeface="Arial Narrow" panose="020B0606020202030204" pitchFamily="34" charset="0"/>
              </a:rPr>
              <a:t>N</a:t>
            </a:r>
            <a:r>
              <a:rPr lang="en-US" altLang="zh-CN" b="1" dirty="0">
                <a:latin typeface="Arial Narrow" panose="020B0606020202030204" pitchFamily="34" charset="0"/>
              </a:rPr>
              <a:t>etwork</a:t>
            </a:r>
            <a:r>
              <a:rPr lang="zh-CN" altLang="en-US" b="1" dirty="0">
                <a:latin typeface="Arial Narrow" panose="020B0606020202030204" pitchFamily="34" charset="0"/>
              </a:rPr>
              <a:t>，</a:t>
            </a:r>
            <a:r>
              <a:rPr lang="en-US" altLang="zh-CN" b="1" dirty="0">
                <a:solidFill>
                  <a:schemeClr val="accent1">
                    <a:lumMod val="75000"/>
                  </a:schemeClr>
                </a:solidFill>
                <a:latin typeface="Arial Narrow" panose="020B0606020202030204" pitchFamily="34" charset="0"/>
              </a:rPr>
              <a:t>VLAN</a:t>
            </a:r>
            <a:r>
              <a:rPr lang="zh-CN" altLang="en-US" b="1" dirty="0">
                <a:latin typeface="Arial Narrow" panose="020B0606020202030204" pitchFamily="34" charset="0"/>
              </a:rPr>
              <a:t>）是一种将局域网内的站点划分成</a:t>
            </a:r>
            <a:r>
              <a:rPr lang="zh-CN" altLang="en-US" b="1" dirty="0">
                <a:solidFill>
                  <a:schemeClr val="accent1">
                    <a:lumMod val="75000"/>
                  </a:schemeClr>
                </a:solidFill>
                <a:latin typeface="Arial Narrow" panose="020B0606020202030204" pitchFamily="34" charset="0"/>
              </a:rPr>
              <a:t>与物理位置无关的逻辑组</a:t>
            </a:r>
            <a:r>
              <a:rPr lang="zh-CN" altLang="en-US" b="1" dirty="0">
                <a:latin typeface="Arial Narrow" panose="020B0606020202030204" pitchFamily="34" charset="0"/>
              </a:rPr>
              <a:t>的技术，一个逻辑组就是一个</a:t>
            </a:r>
            <a:r>
              <a:rPr lang="en-US" altLang="zh-CN" b="1" dirty="0">
                <a:latin typeface="Arial Narrow" panose="020B0606020202030204" pitchFamily="34" charset="0"/>
              </a:rPr>
              <a:t>VLAN</a:t>
            </a:r>
            <a:r>
              <a:rPr lang="zh-CN" altLang="en-US" b="1" dirty="0">
                <a:latin typeface="Arial Narrow" panose="020B0606020202030204" pitchFamily="34" charset="0"/>
              </a:rPr>
              <a:t>，</a:t>
            </a:r>
            <a:r>
              <a:rPr lang="en-US" altLang="zh-CN" b="1" dirty="0">
                <a:latin typeface="Arial Narrow" panose="020B0606020202030204" pitchFamily="34" charset="0"/>
              </a:rPr>
              <a:t>VLAN</a:t>
            </a:r>
            <a:r>
              <a:rPr lang="zh-CN" altLang="en-US" b="1" dirty="0">
                <a:latin typeface="Arial Narrow" panose="020B0606020202030204" pitchFamily="34" charset="0"/>
              </a:rPr>
              <a:t>中的各站点具有某些共同的应用需求。</a:t>
            </a:r>
          </a:p>
        </p:txBody>
      </p:sp>
      <p:sp>
        <p:nvSpPr>
          <p:cNvPr id="17" name="矩形 16">
            <a:extLst>
              <a:ext uri="{FF2B5EF4-FFF2-40B4-BE49-F238E27FC236}">
                <a16:creationId xmlns:a16="http://schemas.microsoft.com/office/drawing/2014/main" id="{8A02373B-DE97-4FB5-A6B6-410C006258FC}"/>
              </a:ext>
            </a:extLst>
          </p:cNvPr>
          <p:cNvSpPr/>
          <p:nvPr/>
        </p:nvSpPr>
        <p:spPr>
          <a:xfrm>
            <a:off x="1056633" y="2154605"/>
            <a:ext cx="256976" cy="256976"/>
          </a:xfrm>
          <a:prstGeom prst="rect">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18" name="íşlïḍè">
            <a:extLst>
              <a:ext uri="{FF2B5EF4-FFF2-40B4-BE49-F238E27FC236}">
                <a16:creationId xmlns:a16="http://schemas.microsoft.com/office/drawing/2014/main" id="{D428F3CB-AA71-4443-B954-8E9D345E44B3}"/>
              </a:ext>
            </a:extLst>
          </p:cNvPr>
          <p:cNvSpPr txBox="1"/>
          <p:nvPr/>
        </p:nvSpPr>
        <p:spPr>
          <a:xfrm>
            <a:off x="1373861" y="2100283"/>
            <a:ext cx="10513339" cy="366623"/>
          </a:xfrm>
          <a:prstGeom prst="rect">
            <a:avLst/>
          </a:prstGeom>
          <a:noFill/>
        </p:spPr>
        <p:txBody>
          <a:bodyPr wrap="square" lIns="91440" tIns="45720" rIns="91440" bIns="45720" anchor="ctr">
            <a:noAutofit/>
          </a:bodyPr>
          <a:lstStyle/>
          <a:p>
            <a:r>
              <a:rPr lang="zh-CN" altLang="en-US" b="1" dirty="0">
                <a:latin typeface="Arial Narrow" panose="020B0606020202030204" pitchFamily="34" charset="0"/>
              </a:rPr>
              <a:t>属于同一</a:t>
            </a:r>
            <a:r>
              <a:rPr lang="en-US" altLang="zh-CN" b="1" dirty="0">
                <a:latin typeface="Arial Narrow" panose="020B0606020202030204" pitchFamily="34" charset="0"/>
              </a:rPr>
              <a:t>VLAN</a:t>
            </a:r>
            <a:r>
              <a:rPr lang="zh-CN" altLang="en-US" b="1" dirty="0">
                <a:latin typeface="Arial Narrow" panose="020B0606020202030204" pitchFamily="34" charset="0"/>
              </a:rPr>
              <a:t>的站点之间可以直接进行通信，而不同</a:t>
            </a:r>
            <a:r>
              <a:rPr lang="en-US" altLang="zh-CN" b="1" dirty="0">
                <a:latin typeface="Arial Narrow" panose="020B0606020202030204" pitchFamily="34" charset="0"/>
              </a:rPr>
              <a:t>VLAN</a:t>
            </a:r>
            <a:r>
              <a:rPr lang="zh-CN" altLang="en-US" b="1" dirty="0">
                <a:latin typeface="Arial Narrow" panose="020B0606020202030204" pitchFamily="34" charset="0"/>
              </a:rPr>
              <a:t>中的站点之间不能直接通信。</a:t>
            </a:r>
          </a:p>
        </p:txBody>
      </p:sp>
      <p:sp>
        <p:nvSpPr>
          <p:cNvPr id="19" name="矩形 18">
            <a:extLst>
              <a:ext uri="{FF2B5EF4-FFF2-40B4-BE49-F238E27FC236}">
                <a16:creationId xmlns:a16="http://schemas.microsoft.com/office/drawing/2014/main" id="{F2F494A1-BB1C-46A3-97B0-F7572DF21E6E}"/>
              </a:ext>
            </a:extLst>
          </p:cNvPr>
          <p:cNvSpPr/>
          <p:nvPr/>
        </p:nvSpPr>
        <p:spPr>
          <a:xfrm>
            <a:off x="1056633" y="2707192"/>
            <a:ext cx="256976" cy="256976"/>
          </a:xfrm>
          <a:prstGeom prst="rect">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20" name="íşlïḍè">
            <a:extLst>
              <a:ext uri="{FF2B5EF4-FFF2-40B4-BE49-F238E27FC236}">
                <a16:creationId xmlns:a16="http://schemas.microsoft.com/office/drawing/2014/main" id="{017DD268-F492-4AA3-9514-3391BA9DDC21}"/>
              </a:ext>
            </a:extLst>
          </p:cNvPr>
          <p:cNvSpPr txBox="1"/>
          <p:nvPr/>
        </p:nvSpPr>
        <p:spPr>
          <a:xfrm>
            <a:off x="1373861" y="2652870"/>
            <a:ext cx="10513339" cy="366623"/>
          </a:xfrm>
          <a:prstGeom prst="rect">
            <a:avLst/>
          </a:prstGeom>
          <a:noFill/>
        </p:spPr>
        <p:txBody>
          <a:bodyPr wrap="square" lIns="91440" tIns="45720" rIns="91440" bIns="45720" anchor="ctr">
            <a:noAutofit/>
          </a:bodyPr>
          <a:lstStyle/>
          <a:p>
            <a:r>
              <a:rPr lang="zh-CN" altLang="en-US" b="1" dirty="0">
                <a:latin typeface="Arial Narrow" panose="020B0606020202030204" pitchFamily="34" charset="0"/>
              </a:rPr>
              <a:t>网络管理员可对局域网中的各交换机进行配置来建立多个逻辑上独立的</a:t>
            </a:r>
            <a:r>
              <a:rPr lang="en-US" altLang="zh-CN" b="1" dirty="0">
                <a:latin typeface="Arial Narrow" panose="020B0606020202030204" pitchFamily="34" charset="0"/>
              </a:rPr>
              <a:t>VLAN</a:t>
            </a:r>
            <a:r>
              <a:rPr lang="zh-CN" altLang="en-US" b="1" dirty="0">
                <a:latin typeface="Arial Narrow" panose="020B0606020202030204" pitchFamily="34" charset="0"/>
              </a:rPr>
              <a:t>。</a:t>
            </a:r>
          </a:p>
        </p:txBody>
      </p:sp>
      <p:sp>
        <p:nvSpPr>
          <p:cNvPr id="21" name="矩形 20">
            <a:extLst>
              <a:ext uri="{FF2B5EF4-FFF2-40B4-BE49-F238E27FC236}">
                <a16:creationId xmlns:a16="http://schemas.microsoft.com/office/drawing/2014/main" id="{9AFD1D92-DCAD-4DFD-9654-CC373B834804}"/>
              </a:ext>
            </a:extLst>
          </p:cNvPr>
          <p:cNvSpPr/>
          <p:nvPr/>
        </p:nvSpPr>
        <p:spPr>
          <a:xfrm>
            <a:off x="1478748" y="3259779"/>
            <a:ext cx="256976" cy="256976"/>
          </a:xfrm>
          <a:prstGeom prst="rect">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22" name="íşlïḍè">
            <a:extLst>
              <a:ext uri="{FF2B5EF4-FFF2-40B4-BE49-F238E27FC236}">
                <a16:creationId xmlns:a16="http://schemas.microsoft.com/office/drawing/2014/main" id="{081A32EE-4543-4BB9-AD45-6E1B847676C7}"/>
              </a:ext>
            </a:extLst>
          </p:cNvPr>
          <p:cNvSpPr txBox="1"/>
          <p:nvPr/>
        </p:nvSpPr>
        <p:spPr>
          <a:xfrm>
            <a:off x="1795977" y="3205457"/>
            <a:ext cx="10091224" cy="633051"/>
          </a:xfrm>
          <a:prstGeom prst="rect">
            <a:avLst/>
          </a:prstGeom>
          <a:noFill/>
        </p:spPr>
        <p:txBody>
          <a:bodyPr wrap="square" lIns="91440" tIns="45720" rIns="91440" bIns="45720" anchor="ctr">
            <a:noAutofit/>
          </a:bodyPr>
          <a:lstStyle/>
          <a:p>
            <a:r>
              <a:rPr lang="zh-CN" altLang="en-US" b="1" dirty="0">
                <a:latin typeface="Arial Narrow" panose="020B0606020202030204" pitchFamily="34" charset="0"/>
              </a:rPr>
              <a:t>连接在同一交换机上的多个站点可以属于不同的</a:t>
            </a:r>
            <a:r>
              <a:rPr lang="en-US" altLang="zh-CN" b="1" dirty="0">
                <a:latin typeface="Arial Narrow" panose="020B0606020202030204" pitchFamily="34" charset="0"/>
              </a:rPr>
              <a:t>VLAN</a:t>
            </a:r>
            <a:r>
              <a:rPr lang="zh-CN" altLang="en-US" b="1" dirty="0">
                <a:latin typeface="Arial Narrow" panose="020B0606020202030204" pitchFamily="34" charset="0"/>
              </a:rPr>
              <a:t>，而属于同一</a:t>
            </a:r>
            <a:r>
              <a:rPr lang="en-US" altLang="zh-CN" b="1" dirty="0">
                <a:latin typeface="Arial Narrow" panose="020B0606020202030204" pitchFamily="34" charset="0"/>
              </a:rPr>
              <a:t>VLAN</a:t>
            </a:r>
            <a:r>
              <a:rPr lang="zh-CN" altLang="en-US" b="1" dirty="0">
                <a:latin typeface="Arial Narrow" panose="020B0606020202030204" pitchFamily="34" charset="0"/>
              </a:rPr>
              <a:t>的多个站点可以连接在不同的交换机上。</a:t>
            </a:r>
          </a:p>
        </p:txBody>
      </p:sp>
      <p:sp>
        <p:nvSpPr>
          <p:cNvPr id="7" name="矩形 6">
            <a:extLst>
              <a:ext uri="{FF2B5EF4-FFF2-40B4-BE49-F238E27FC236}">
                <a16:creationId xmlns:a16="http://schemas.microsoft.com/office/drawing/2014/main" id="{0332130B-EB7A-4191-9299-7FECB371D388}"/>
              </a:ext>
            </a:extLst>
          </p:cNvPr>
          <p:cNvSpPr/>
          <p:nvPr/>
        </p:nvSpPr>
        <p:spPr>
          <a:xfrm>
            <a:off x="1681392" y="4466156"/>
            <a:ext cx="8829215" cy="1110792"/>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zh-CN" altLang="en-US" b="1" dirty="0"/>
              <a:t>虚拟局域网</a:t>
            </a:r>
            <a:r>
              <a:rPr lang="en-US" altLang="zh-CN" b="1" dirty="0"/>
              <a:t>VLAN</a:t>
            </a:r>
            <a:r>
              <a:rPr lang="zh-CN" altLang="en-US" b="1" dirty="0"/>
              <a:t>并不是一种新型网络，它只是局域网能够提供给用户的一种服务。</a:t>
            </a:r>
          </a:p>
        </p:txBody>
      </p:sp>
    </p:spTree>
    <p:custDataLst>
      <p:tags r:id="rId1"/>
    </p:custDataLst>
    <p:extLst>
      <p:ext uri="{BB962C8B-B14F-4D97-AF65-F5344CB8AC3E}">
        <p14:creationId xmlns:p14="http://schemas.microsoft.com/office/powerpoint/2010/main" val="1016535602"/>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49" presetClass="entr" presetSubtype="0" decel="100000" fill="hold" grpId="0" nodeType="withEffect">
                                  <p:stCondLst>
                                    <p:cond delay="0"/>
                                  </p:stCondLst>
                                  <p:childTnLst>
                                    <p:set>
                                      <p:cBhvr>
                                        <p:cTn id="6" dur="1" fill="hold">
                                          <p:stCondLst>
                                            <p:cond delay="0"/>
                                          </p:stCondLst>
                                        </p:cTn>
                                        <p:tgtEl>
                                          <p:spTgt spid="17"/>
                                        </p:tgtEl>
                                        <p:attrNameLst>
                                          <p:attrName>style.visibility</p:attrName>
                                        </p:attrNameLst>
                                      </p:cBhvr>
                                      <p:to>
                                        <p:strVal val="visible"/>
                                      </p:to>
                                    </p:set>
                                    <p:anim calcmode="lin" valueType="num">
                                      <p:cBhvr>
                                        <p:cTn id="7" dur="500" fill="hold"/>
                                        <p:tgtEl>
                                          <p:spTgt spid="17"/>
                                        </p:tgtEl>
                                        <p:attrNameLst>
                                          <p:attrName>ppt_w</p:attrName>
                                        </p:attrNameLst>
                                      </p:cBhvr>
                                      <p:tavLst>
                                        <p:tav tm="0">
                                          <p:val>
                                            <p:fltVal val="0"/>
                                          </p:val>
                                        </p:tav>
                                        <p:tav tm="100000">
                                          <p:val>
                                            <p:strVal val="#ppt_w"/>
                                          </p:val>
                                        </p:tav>
                                      </p:tavLst>
                                    </p:anim>
                                    <p:anim calcmode="lin" valueType="num">
                                      <p:cBhvr>
                                        <p:cTn id="8" dur="500" fill="hold"/>
                                        <p:tgtEl>
                                          <p:spTgt spid="17"/>
                                        </p:tgtEl>
                                        <p:attrNameLst>
                                          <p:attrName>ppt_h</p:attrName>
                                        </p:attrNameLst>
                                      </p:cBhvr>
                                      <p:tavLst>
                                        <p:tav tm="0">
                                          <p:val>
                                            <p:fltVal val="0"/>
                                          </p:val>
                                        </p:tav>
                                        <p:tav tm="100000">
                                          <p:val>
                                            <p:strVal val="#ppt_h"/>
                                          </p:val>
                                        </p:tav>
                                      </p:tavLst>
                                    </p:anim>
                                    <p:anim calcmode="lin" valueType="num">
                                      <p:cBhvr>
                                        <p:cTn id="9" dur="500" fill="hold"/>
                                        <p:tgtEl>
                                          <p:spTgt spid="17"/>
                                        </p:tgtEl>
                                        <p:attrNameLst>
                                          <p:attrName>style.rotation</p:attrName>
                                        </p:attrNameLst>
                                      </p:cBhvr>
                                      <p:tavLst>
                                        <p:tav tm="0">
                                          <p:val>
                                            <p:fltVal val="360"/>
                                          </p:val>
                                        </p:tav>
                                        <p:tav tm="100000">
                                          <p:val>
                                            <p:fltVal val="0"/>
                                          </p:val>
                                        </p:tav>
                                      </p:tavLst>
                                    </p:anim>
                                    <p:animEffect transition="in" filter="fade">
                                      <p:cBhvr>
                                        <p:cTn id="10" dur="500"/>
                                        <p:tgtEl>
                                          <p:spTgt spid="17"/>
                                        </p:tgtEl>
                                      </p:cBhvr>
                                    </p:animEffect>
                                  </p:childTnLst>
                                </p:cTn>
                              </p:par>
                            </p:childTnLst>
                          </p:cTn>
                        </p:par>
                        <p:par>
                          <p:cTn id="11" fill="hold">
                            <p:stCondLst>
                              <p:cond delay="500"/>
                            </p:stCondLst>
                            <p:childTnLst>
                              <p:par>
                                <p:cTn id="12" presetID="1" presetClass="entr" presetSubtype="0" fill="hold" grpId="0" nodeType="afterEffect">
                                  <p:stCondLst>
                                    <p:cond delay="0"/>
                                  </p:stCondLst>
                                  <p:iterate type="lt">
                                    <p:tmAbs val="100"/>
                                  </p:iterate>
                                  <p:childTnLst>
                                    <p:set>
                                      <p:cBhvr>
                                        <p:cTn id="13" dur="1" fill="hold">
                                          <p:stCondLst>
                                            <p:cond delay="0"/>
                                          </p:stCondLst>
                                        </p:cTn>
                                        <p:tgtEl>
                                          <p:spTgt spid="18"/>
                                        </p:tgtEl>
                                        <p:attrNameLst>
                                          <p:attrName>style.visibility</p:attrName>
                                        </p:attrNameLst>
                                      </p:cBhvr>
                                      <p:to>
                                        <p:strVal val="visible"/>
                                      </p:to>
                                    </p:set>
                                  </p:childTnLst>
                                </p:cTn>
                              </p:par>
                            </p:childTnLst>
                          </p:cTn>
                        </p:par>
                      </p:childTnLst>
                    </p:cTn>
                  </p:par>
                  <p:par>
                    <p:cTn id="14" fill="hold">
                      <p:stCondLst>
                        <p:cond delay="indefinite"/>
                      </p:stCondLst>
                      <p:childTnLst>
                        <p:par>
                          <p:cTn id="15" fill="hold">
                            <p:stCondLst>
                              <p:cond delay="0"/>
                            </p:stCondLst>
                            <p:childTnLst>
                              <p:par>
                                <p:cTn id="16" presetID="49" presetClass="entr" presetSubtype="0" decel="100000" fill="hold" grpId="0" nodeType="clickEffect">
                                  <p:stCondLst>
                                    <p:cond delay="0"/>
                                  </p:stCondLst>
                                  <p:childTnLst>
                                    <p:set>
                                      <p:cBhvr>
                                        <p:cTn id="17" dur="1" fill="hold">
                                          <p:stCondLst>
                                            <p:cond delay="0"/>
                                          </p:stCondLst>
                                        </p:cTn>
                                        <p:tgtEl>
                                          <p:spTgt spid="19"/>
                                        </p:tgtEl>
                                        <p:attrNameLst>
                                          <p:attrName>style.visibility</p:attrName>
                                        </p:attrNameLst>
                                      </p:cBhvr>
                                      <p:to>
                                        <p:strVal val="visible"/>
                                      </p:to>
                                    </p:set>
                                    <p:anim calcmode="lin" valueType="num">
                                      <p:cBhvr>
                                        <p:cTn id="18" dur="500" fill="hold"/>
                                        <p:tgtEl>
                                          <p:spTgt spid="19"/>
                                        </p:tgtEl>
                                        <p:attrNameLst>
                                          <p:attrName>ppt_w</p:attrName>
                                        </p:attrNameLst>
                                      </p:cBhvr>
                                      <p:tavLst>
                                        <p:tav tm="0">
                                          <p:val>
                                            <p:fltVal val="0"/>
                                          </p:val>
                                        </p:tav>
                                        <p:tav tm="100000">
                                          <p:val>
                                            <p:strVal val="#ppt_w"/>
                                          </p:val>
                                        </p:tav>
                                      </p:tavLst>
                                    </p:anim>
                                    <p:anim calcmode="lin" valueType="num">
                                      <p:cBhvr>
                                        <p:cTn id="19" dur="500" fill="hold"/>
                                        <p:tgtEl>
                                          <p:spTgt spid="19"/>
                                        </p:tgtEl>
                                        <p:attrNameLst>
                                          <p:attrName>ppt_h</p:attrName>
                                        </p:attrNameLst>
                                      </p:cBhvr>
                                      <p:tavLst>
                                        <p:tav tm="0">
                                          <p:val>
                                            <p:fltVal val="0"/>
                                          </p:val>
                                        </p:tav>
                                        <p:tav tm="100000">
                                          <p:val>
                                            <p:strVal val="#ppt_h"/>
                                          </p:val>
                                        </p:tav>
                                      </p:tavLst>
                                    </p:anim>
                                    <p:anim calcmode="lin" valueType="num">
                                      <p:cBhvr>
                                        <p:cTn id="20" dur="500" fill="hold"/>
                                        <p:tgtEl>
                                          <p:spTgt spid="19"/>
                                        </p:tgtEl>
                                        <p:attrNameLst>
                                          <p:attrName>style.rotation</p:attrName>
                                        </p:attrNameLst>
                                      </p:cBhvr>
                                      <p:tavLst>
                                        <p:tav tm="0">
                                          <p:val>
                                            <p:fltVal val="360"/>
                                          </p:val>
                                        </p:tav>
                                        <p:tav tm="100000">
                                          <p:val>
                                            <p:fltVal val="0"/>
                                          </p:val>
                                        </p:tav>
                                      </p:tavLst>
                                    </p:anim>
                                    <p:animEffect transition="in" filter="fade">
                                      <p:cBhvr>
                                        <p:cTn id="21" dur="500"/>
                                        <p:tgtEl>
                                          <p:spTgt spid="19"/>
                                        </p:tgtEl>
                                      </p:cBhvr>
                                    </p:animEffect>
                                  </p:childTnLst>
                                </p:cTn>
                              </p:par>
                            </p:childTnLst>
                          </p:cTn>
                        </p:par>
                        <p:par>
                          <p:cTn id="22" fill="hold">
                            <p:stCondLst>
                              <p:cond delay="500"/>
                            </p:stCondLst>
                            <p:childTnLst>
                              <p:par>
                                <p:cTn id="23" presetID="1" presetClass="entr" presetSubtype="0" fill="hold" grpId="0" nodeType="afterEffect">
                                  <p:stCondLst>
                                    <p:cond delay="0"/>
                                  </p:stCondLst>
                                  <p:iterate type="lt">
                                    <p:tmAbs val="100"/>
                                  </p:iterate>
                                  <p:childTnLst>
                                    <p:set>
                                      <p:cBhvr>
                                        <p:cTn id="24" dur="1" fill="hold">
                                          <p:stCondLst>
                                            <p:cond delay="0"/>
                                          </p:stCondLst>
                                        </p:cTn>
                                        <p:tgtEl>
                                          <p:spTgt spid="20"/>
                                        </p:tgtEl>
                                        <p:attrNameLst>
                                          <p:attrName>style.visibility</p:attrName>
                                        </p:attrNameLst>
                                      </p:cBhvr>
                                      <p:to>
                                        <p:strVal val="visible"/>
                                      </p:to>
                                    </p:set>
                                  </p:childTnLst>
                                </p:cTn>
                              </p:par>
                            </p:childTnLst>
                          </p:cTn>
                        </p:par>
                      </p:childTnLst>
                    </p:cTn>
                  </p:par>
                  <p:par>
                    <p:cTn id="25" fill="hold">
                      <p:stCondLst>
                        <p:cond delay="indefinite"/>
                      </p:stCondLst>
                      <p:childTnLst>
                        <p:par>
                          <p:cTn id="26" fill="hold">
                            <p:stCondLst>
                              <p:cond delay="0"/>
                            </p:stCondLst>
                            <p:childTnLst>
                              <p:par>
                                <p:cTn id="27" presetID="49" presetClass="entr" presetSubtype="0" decel="100000" fill="hold" grpId="0" nodeType="clickEffect">
                                  <p:stCondLst>
                                    <p:cond delay="0"/>
                                  </p:stCondLst>
                                  <p:childTnLst>
                                    <p:set>
                                      <p:cBhvr>
                                        <p:cTn id="28" dur="1" fill="hold">
                                          <p:stCondLst>
                                            <p:cond delay="0"/>
                                          </p:stCondLst>
                                        </p:cTn>
                                        <p:tgtEl>
                                          <p:spTgt spid="21"/>
                                        </p:tgtEl>
                                        <p:attrNameLst>
                                          <p:attrName>style.visibility</p:attrName>
                                        </p:attrNameLst>
                                      </p:cBhvr>
                                      <p:to>
                                        <p:strVal val="visible"/>
                                      </p:to>
                                    </p:set>
                                    <p:anim calcmode="lin" valueType="num">
                                      <p:cBhvr>
                                        <p:cTn id="29" dur="500" fill="hold"/>
                                        <p:tgtEl>
                                          <p:spTgt spid="21"/>
                                        </p:tgtEl>
                                        <p:attrNameLst>
                                          <p:attrName>ppt_w</p:attrName>
                                        </p:attrNameLst>
                                      </p:cBhvr>
                                      <p:tavLst>
                                        <p:tav tm="0">
                                          <p:val>
                                            <p:fltVal val="0"/>
                                          </p:val>
                                        </p:tav>
                                        <p:tav tm="100000">
                                          <p:val>
                                            <p:strVal val="#ppt_w"/>
                                          </p:val>
                                        </p:tav>
                                      </p:tavLst>
                                    </p:anim>
                                    <p:anim calcmode="lin" valueType="num">
                                      <p:cBhvr>
                                        <p:cTn id="30" dur="500" fill="hold"/>
                                        <p:tgtEl>
                                          <p:spTgt spid="21"/>
                                        </p:tgtEl>
                                        <p:attrNameLst>
                                          <p:attrName>ppt_h</p:attrName>
                                        </p:attrNameLst>
                                      </p:cBhvr>
                                      <p:tavLst>
                                        <p:tav tm="0">
                                          <p:val>
                                            <p:fltVal val="0"/>
                                          </p:val>
                                        </p:tav>
                                        <p:tav tm="100000">
                                          <p:val>
                                            <p:strVal val="#ppt_h"/>
                                          </p:val>
                                        </p:tav>
                                      </p:tavLst>
                                    </p:anim>
                                    <p:anim calcmode="lin" valueType="num">
                                      <p:cBhvr>
                                        <p:cTn id="31" dur="500" fill="hold"/>
                                        <p:tgtEl>
                                          <p:spTgt spid="21"/>
                                        </p:tgtEl>
                                        <p:attrNameLst>
                                          <p:attrName>style.rotation</p:attrName>
                                        </p:attrNameLst>
                                      </p:cBhvr>
                                      <p:tavLst>
                                        <p:tav tm="0">
                                          <p:val>
                                            <p:fltVal val="360"/>
                                          </p:val>
                                        </p:tav>
                                        <p:tav tm="100000">
                                          <p:val>
                                            <p:fltVal val="0"/>
                                          </p:val>
                                        </p:tav>
                                      </p:tavLst>
                                    </p:anim>
                                    <p:animEffect transition="in" filter="fade">
                                      <p:cBhvr>
                                        <p:cTn id="32" dur="500"/>
                                        <p:tgtEl>
                                          <p:spTgt spid="21"/>
                                        </p:tgtEl>
                                      </p:cBhvr>
                                    </p:animEffect>
                                  </p:childTnLst>
                                </p:cTn>
                              </p:par>
                            </p:childTnLst>
                          </p:cTn>
                        </p:par>
                        <p:par>
                          <p:cTn id="33" fill="hold">
                            <p:stCondLst>
                              <p:cond delay="500"/>
                            </p:stCondLst>
                            <p:childTnLst>
                              <p:par>
                                <p:cTn id="34" presetID="1" presetClass="entr" presetSubtype="0" fill="hold" grpId="0" nodeType="afterEffect">
                                  <p:stCondLst>
                                    <p:cond delay="0"/>
                                  </p:stCondLst>
                                  <p:iterate type="lt">
                                    <p:tmAbs val="100"/>
                                  </p:iterate>
                                  <p:childTnLst>
                                    <p:set>
                                      <p:cBhvr>
                                        <p:cTn id="35" dur="1" fill="hold">
                                          <p:stCondLst>
                                            <p:cond delay="0"/>
                                          </p:stCondLst>
                                        </p:cTn>
                                        <p:tgtEl>
                                          <p:spTgt spid="22"/>
                                        </p:tgtEl>
                                        <p:attrNameLst>
                                          <p:attrName>style.visibility</p:attrName>
                                        </p:attrNameLst>
                                      </p:cBhvr>
                                      <p:to>
                                        <p:strVal val="visible"/>
                                      </p:to>
                                    </p:set>
                                  </p:childTnLst>
                                </p:cTn>
                              </p:par>
                            </p:childTnLst>
                          </p:cTn>
                        </p:par>
                      </p:childTnLst>
                    </p:cTn>
                  </p:par>
                  <p:par>
                    <p:cTn id="36" fill="hold">
                      <p:stCondLst>
                        <p:cond delay="indefinite"/>
                      </p:stCondLst>
                      <p:childTnLst>
                        <p:par>
                          <p:cTn id="37" fill="hold">
                            <p:stCondLst>
                              <p:cond delay="0"/>
                            </p:stCondLst>
                            <p:childTnLst>
                              <p:par>
                                <p:cTn id="38" presetID="15" presetClass="entr" presetSubtype="0" fill="hold" grpId="0" nodeType="clickEffect">
                                  <p:stCondLst>
                                    <p:cond delay="0"/>
                                  </p:stCondLst>
                                  <p:childTnLst>
                                    <p:set>
                                      <p:cBhvr>
                                        <p:cTn id="39" dur="1" fill="hold">
                                          <p:stCondLst>
                                            <p:cond delay="0"/>
                                          </p:stCondLst>
                                        </p:cTn>
                                        <p:tgtEl>
                                          <p:spTgt spid="7"/>
                                        </p:tgtEl>
                                        <p:attrNameLst>
                                          <p:attrName>style.visibility</p:attrName>
                                        </p:attrNameLst>
                                      </p:cBhvr>
                                      <p:to>
                                        <p:strVal val="visible"/>
                                      </p:to>
                                    </p:set>
                                    <p:anim calcmode="lin" valueType="num">
                                      <p:cBhvr>
                                        <p:cTn id="40" dur="1000" fill="hold"/>
                                        <p:tgtEl>
                                          <p:spTgt spid="7"/>
                                        </p:tgtEl>
                                        <p:attrNameLst>
                                          <p:attrName>ppt_w</p:attrName>
                                        </p:attrNameLst>
                                      </p:cBhvr>
                                      <p:tavLst>
                                        <p:tav tm="0">
                                          <p:val>
                                            <p:fltVal val="0"/>
                                          </p:val>
                                        </p:tav>
                                        <p:tav tm="100000">
                                          <p:val>
                                            <p:strVal val="#ppt_w"/>
                                          </p:val>
                                        </p:tav>
                                      </p:tavLst>
                                    </p:anim>
                                    <p:anim calcmode="lin" valueType="num">
                                      <p:cBhvr>
                                        <p:cTn id="41" dur="1000" fill="hold"/>
                                        <p:tgtEl>
                                          <p:spTgt spid="7"/>
                                        </p:tgtEl>
                                        <p:attrNameLst>
                                          <p:attrName>ppt_h</p:attrName>
                                        </p:attrNameLst>
                                      </p:cBhvr>
                                      <p:tavLst>
                                        <p:tav tm="0">
                                          <p:val>
                                            <p:fltVal val="0"/>
                                          </p:val>
                                        </p:tav>
                                        <p:tav tm="100000">
                                          <p:val>
                                            <p:strVal val="#ppt_h"/>
                                          </p:val>
                                        </p:tav>
                                      </p:tavLst>
                                    </p:anim>
                                    <p:anim calcmode="lin" valueType="num">
                                      <p:cBhvr>
                                        <p:cTn id="42" dur="1000" fill="hold"/>
                                        <p:tgtEl>
                                          <p:spTgt spid="7"/>
                                        </p:tgtEl>
                                        <p:attrNameLst>
                                          <p:attrName>ppt_x</p:attrName>
                                        </p:attrNameLst>
                                      </p:cBhvr>
                                      <p:tavLst>
                                        <p:tav tm="0" fmla="#ppt_x+(cos(-2*pi*(1-$))*-#ppt_x-sin(-2*pi*(1-$))*(1-#ppt_y))*(1-$)">
                                          <p:val>
                                            <p:fltVal val="0"/>
                                          </p:val>
                                        </p:tav>
                                        <p:tav tm="100000">
                                          <p:val>
                                            <p:fltVal val="1"/>
                                          </p:val>
                                        </p:tav>
                                      </p:tavLst>
                                    </p:anim>
                                    <p:anim calcmode="lin" valueType="num">
                                      <p:cBhvr>
                                        <p:cTn id="43" dur="1000" fill="hold"/>
                                        <p:tgtEl>
                                          <p:spTgt spid="7"/>
                                        </p:tgtEl>
                                        <p:attrNameLst>
                                          <p:attrName>ppt_y</p:attrName>
                                        </p:attrNameLst>
                                      </p:cBhvr>
                                      <p:tavLst>
                                        <p:tav tm="0" fmla="#ppt_y+(sin(-2*pi*(1-$))*-#ppt_x+cos(-2*pi*(1-$))*(1-#ppt_y))*(1-$)">
                                          <p:val>
                                            <p:fltVal val="0"/>
                                          </p:val>
                                        </p:tav>
                                        <p:tav tm="100000">
                                          <p:val>
                                            <p:fltVal val="1"/>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7" grpId="0" animBg="1"/>
      <p:bldP spid="18" grpId="0"/>
      <p:bldP spid="19" grpId="0" animBg="1"/>
      <p:bldP spid="20" grpId="0"/>
      <p:bldP spid="21" grpId="0" animBg="1"/>
      <p:bldP spid="22" grpId="0"/>
      <p:bldP spid="7" grpId="0" animBg="1"/>
    </p:bldLst>
  </p:timing>
</p:sld>
</file>

<file path=ppt/slides/slide47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4" name="组合 3">
            <a:extLst>
              <a:ext uri="{FF2B5EF4-FFF2-40B4-BE49-F238E27FC236}">
                <a16:creationId xmlns:a16="http://schemas.microsoft.com/office/drawing/2014/main" id="{9A1EA9F2-FCB6-48C3-935F-7AE7E3AD14AC}"/>
              </a:ext>
            </a:extLst>
          </p:cNvPr>
          <p:cNvGrpSpPr/>
          <p:nvPr/>
        </p:nvGrpSpPr>
        <p:grpSpPr>
          <a:xfrm>
            <a:off x="304799" y="749300"/>
            <a:ext cx="4938200" cy="400110"/>
            <a:chOff x="424116" y="898245"/>
            <a:chExt cx="4938200" cy="400110"/>
          </a:xfrm>
        </p:grpSpPr>
        <p:sp>
          <p:nvSpPr>
            <p:cNvPr id="2" name="平行四边形 1">
              <a:extLst>
                <a:ext uri="{FF2B5EF4-FFF2-40B4-BE49-F238E27FC236}">
                  <a16:creationId xmlns:a16="http://schemas.microsoft.com/office/drawing/2014/main" id="{1F5BAA3F-9845-4F89-A2DD-8222D3E4EDAC}"/>
                </a:ext>
              </a:extLst>
            </p:cNvPr>
            <p:cNvSpPr/>
            <p:nvPr/>
          </p:nvSpPr>
          <p:spPr>
            <a:xfrm>
              <a:off x="424116" y="898245"/>
              <a:ext cx="678493" cy="387090"/>
            </a:xfrm>
            <a:prstGeom prst="parallelogram">
              <a:avLst/>
            </a:prstGeom>
            <a:solidFill>
              <a:schemeClr val="accent3">
                <a:lumMod val="75000"/>
              </a:schemeClr>
            </a:solidFill>
            <a:ln>
              <a:solidFill>
                <a:schemeClr val="accent3">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CN" sz="2200" dirty="0">
                  <a:latin typeface="Impact" panose="020B0806030902050204" pitchFamily="34" charset="0"/>
                </a:rPr>
                <a:t>03</a:t>
              </a:r>
              <a:endParaRPr lang="zh-CN" altLang="en-US" sz="2200" dirty="0">
                <a:latin typeface="Impact" panose="020B0806030902050204" pitchFamily="34" charset="0"/>
              </a:endParaRPr>
            </a:p>
          </p:txBody>
        </p:sp>
        <p:sp>
          <p:nvSpPr>
            <p:cNvPr id="3" name="文本框 2">
              <a:extLst>
                <a:ext uri="{FF2B5EF4-FFF2-40B4-BE49-F238E27FC236}">
                  <a16:creationId xmlns:a16="http://schemas.microsoft.com/office/drawing/2014/main" id="{4D6BD736-A4D3-4F26-AFED-36E11F50F70B}"/>
                </a:ext>
              </a:extLst>
            </p:cNvPr>
            <p:cNvSpPr txBox="1"/>
            <p:nvPr/>
          </p:nvSpPr>
          <p:spPr>
            <a:xfrm>
              <a:off x="1052423" y="898245"/>
              <a:ext cx="4309893" cy="400110"/>
            </a:xfrm>
            <a:prstGeom prst="rect">
              <a:avLst/>
            </a:prstGeom>
            <a:noFill/>
          </p:spPr>
          <p:txBody>
            <a:bodyPr wrap="square" rtlCol="0">
              <a:spAutoFit/>
            </a:bodyPr>
            <a:lstStyle/>
            <a:p>
              <a:r>
                <a:rPr lang="zh-CN" altLang="en-US" sz="2000" b="1" dirty="0">
                  <a:solidFill>
                    <a:schemeClr val="tx1"/>
                  </a:solidFill>
                  <a:latin typeface="Arial Narrow" panose="020B0606020202030204" pitchFamily="34" charset="0"/>
                </a:rPr>
                <a:t>虚拟局域网</a:t>
              </a:r>
              <a:r>
                <a:rPr lang="en-US" altLang="zh-CN" sz="2000" b="1" dirty="0">
                  <a:solidFill>
                    <a:schemeClr val="tx1"/>
                  </a:solidFill>
                  <a:latin typeface="Arial Narrow" panose="020B0606020202030204" pitchFamily="34" charset="0"/>
                </a:rPr>
                <a:t>VLAN</a:t>
              </a:r>
              <a:r>
                <a:rPr lang="zh-CN" altLang="en-US" sz="2000" b="1" dirty="0">
                  <a:solidFill>
                    <a:schemeClr val="tx1"/>
                  </a:solidFill>
                  <a:latin typeface="Arial Narrow" panose="020B0606020202030204" pitchFamily="34" charset="0"/>
                </a:rPr>
                <a:t>的</a:t>
              </a:r>
              <a:r>
                <a:rPr lang="zh-CN" altLang="en-US" sz="2000" b="1" dirty="0">
                  <a:latin typeface="Arial Narrow" panose="020B0606020202030204" pitchFamily="34" charset="0"/>
                </a:rPr>
                <a:t>实现机制</a:t>
              </a:r>
              <a:endParaRPr lang="en-US" altLang="zh-CN" sz="2000" b="1" dirty="0">
                <a:solidFill>
                  <a:schemeClr val="tx1"/>
                </a:solidFill>
                <a:latin typeface="Arial Narrow" panose="020B0606020202030204" pitchFamily="34" charset="0"/>
              </a:endParaRPr>
            </a:p>
          </p:txBody>
        </p:sp>
      </p:grpSp>
      <p:sp>
        <p:nvSpPr>
          <p:cNvPr id="17" name="矩形 16">
            <a:extLst>
              <a:ext uri="{FF2B5EF4-FFF2-40B4-BE49-F238E27FC236}">
                <a16:creationId xmlns:a16="http://schemas.microsoft.com/office/drawing/2014/main" id="{55DB4906-94DB-4710-97F2-680343FEE2F7}"/>
              </a:ext>
            </a:extLst>
          </p:cNvPr>
          <p:cNvSpPr/>
          <p:nvPr/>
        </p:nvSpPr>
        <p:spPr>
          <a:xfrm>
            <a:off x="1056633" y="1335374"/>
            <a:ext cx="256976" cy="256976"/>
          </a:xfrm>
          <a:prstGeom prst="rect">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18" name="íşlïḍè">
            <a:extLst>
              <a:ext uri="{FF2B5EF4-FFF2-40B4-BE49-F238E27FC236}">
                <a16:creationId xmlns:a16="http://schemas.microsoft.com/office/drawing/2014/main" id="{33FC602B-6AAF-44FC-A9EC-48938DD72608}"/>
              </a:ext>
            </a:extLst>
          </p:cNvPr>
          <p:cNvSpPr txBox="1"/>
          <p:nvPr/>
        </p:nvSpPr>
        <p:spPr>
          <a:xfrm>
            <a:off x="1373861" y="1281052"/>
            <a:ext cx="10513339" cy="630298"/>
          </a:xfrm>
          <a:prstGeom prst="rect">
            <a:avLst/>
          </a:prstGeom>
          <a:noFill/>
        </p:spPr>
        <p:txBody>
          <a:bodyPr wrap="square" lIns="91440" tIns="45720" rIns="91440" bIns="45720" anchor="ctr">
            <a:noAutofit/>
          </a:bodyPr>
          <a:lstStyle/>
          <a:p>
            <a:r>
              <a:rPr lang="zh-CN" altLang="en-US" b="1" dirty="0">
                <a:latin typeface="Arial Narrow" panose="020B0606020202030204" pitchFamily="34" charset="0"/>
              </a:rPr>
              <a:t>虚拟局域网</a:t>
            </a:r>
            <a:r>
              <a:rPr lang="en-US" altLang="zh-CN" b="1" dirty="0">
                <a:latin typeface="Arial Narrow" panose="020B0606020202030204" pitchFamily="34" charset="0"/>
              </a:rPr>
              <a:t>VLAN</a:t>
            </a:r>
            <a:r>
              <a:rPr lang="zh-CN" altLang="en-US" b="1" dirty="0">
                <a:latin typeface="Arial Narrow" panose="020B0606020202030204" pitchFamily="34" charset="0"/>
              </a:rPr>
              <a:t>有多种实现技术，最常见的就是</a:t>
            </a:r>
            <a:r>
              <a:rPr lang="zh-CN" altLang="en-US" b="1" dirty="0">
                <a:solidFill>
                  <a:schemeClr val="accent1">
                    <a:lumMod val="75000"/>
                  </a:schemeClr>
                </a:solidFill>
                <a:latin typeface="Arial Narrow" panose="020B0606020202030204" pitchFamily="34" charset="0"/>
              </a:rPr>
              <a:t>基于以太网交换机的接口来实现</a:t>
            </a:r>
            <a:r>
              <a:rPr lang="en-US" altLang="zh-CN" b="1" dirty="0">
                <a:solidFill>
                  <a:schemeClr val="accent1">
                    <a:lumMod val="75000"/>
                  </a:schemeClr>
                </a:solidFill>
                <a:latin typeface="Arial Narrow" panose="020B0606020202030204" pitchFamily="34" charset="0"/>
              </a:rPr>
              <a:t>VLAN</a:t>
            </a:r>
            <a:r>
              <a:rPr lang="zh-CN" altLang="en-US" b="1" dirty="0">
                <a:latin typeface="Arial Narrow" panose="020B0606020202030204" pitchFamily="34" charset="0"/>
              </a:rPr>
              <a:t>。这就需要以太网交换机能够实现以下两个功能：</a:t>
            </a:r>
          </a:p>
        </p:txBody>
      </p:sp>
      <p:sp>
        <p:nvSpPr>
          <p:cNvPr id="19" name="íşlïḍè">
            <a:extLst>
              <a:ext uri="{FF2B5EF4-FFF2-40B4-BE49-F238E27FC236}">
                <a16:creationId xmlns:a16="http://schemas.microsoft.com/office/drawing/2014/main" id="{267B9F39-EBA0-44F2-AD0C-3AF4CF8BF858}"/>
              </a:ext>
            </a:extLst>
          </p:cNvPr>
          <p:cNvSpPr txBox="1"/>
          <p:nvPr/>
        </p:nvSpPr>
        <p:spPr>
          <a:xfrm>
            <a:off x="1373860" y="2042992"/>
            <a:ext cx="10513339" cy="400110"/>
          </a:xfrm>
          <a:prstGeom prst="rect">
            <a:avLst/>
          </a:prstGeom>
          <a:noFill/>
        </p:spPr>
        <p:txBody>
          <a:bodyPr wrap="square" lIns="91440" tIns="45720" rIns="91440" bIns="45720" anchor="ctr">
            <a:noAutofit/>
          </a:bodyPr>
          <a:lstStyle/>
          <a:p>
            <a:r>
              <a:rPr lang="zh-CN" altLang="en-US" b="1" dirty="0">
                <a:latin typeface="Arial Narrow" panose="020B0606020202030204" pitchFamily="34" charset="0"/>
              </a:rPr>
              <a:t>❶  能够处理带有</a:t>
            </a:r>
            <a:r>
              <a:rPr lang="en-US" altLang="zh-CN" b="1" dirty="0">
                <a:latin typeface="Arial Narrow" panose="020B0606020202030204" pitchFamily="34" charset="0"/>
              </a:rPr>
              <a:t>VLAN</a:t>
            </a:r>
            <a:r>
              <a:rPr lang="zh-CN" altLang="en-US" b="1" dirty="0">
                <a:latin typeface="Arial Narrow" panose="020B0606020202030204" pitchFamily="34" charset="0"/>
              </a:rPr>
              <a:t>标记的帧，也就是</a:t>
            </a:r>
            <a:r>
              <a:rPr lang="en-US" altLang="zh-CN" b="1" dirty="0">
                <a:solidFill>
                  <a:schemeClr val="accent1">
                    <a:lumMod val="75000"/>
                  </a:schemeClr>
                </a:solidFill>
                <a:latin typeface="Arial Narrow" panose="020B0606020202030204" pitchFamily="34" charset="0"/>
              </a:rPr>
              <a:t>IEEE 802.1Q</a:t>
            </a:r>
            <a:r>
              <a:rPr lang="zh-CN" altLang="en-US" b="1" dirty="0">
                <a:solidFill>
                  <a:schemeClr val="accent1">
                    <a:lumMod val="75000"/>
                  </a:schemeClr>
                </a:solidFill>
                <a:latin typeface="Arial Narrow" panose="020B0606020202030204" pitchFamily="34" charset="0"/>
              </a:rPr>
              <a:t>帧</a:t>
            </a:r>
            <a:r>
              <a:rPr lang="zh-CN" altLang="en-US" b="1" dirty="0">
                <a:latin typeface="Arial Narrow" panose="020B0606020202030204" pitchFamily="34" charset="0"/>
              </a:rPr>
              <a:t>。</a:t>
            </a:r>
          </a:p>
        </p:txBody>
      </p:sp>
      <p:sp>
        <p:nvSpPr>
          <p:cNvPr id="20" name="íşlïḍè">
            <a:extLst>
              <a:ext uri="{FF2B5EF4-FFF2-40B4-BE49-F238E27FC236}">
                <a16:creationId xmlns:a16="http://schemas.microsoft.com/office/drawing/2014/main" id="{B40D434F-CEF7-4F43-B3AE-A5C4328AA265}"/>
              </a:ext>
            </a:extLst>
          </p:cNvPr>
          <p:cNvSpPr txBox="1"/>
          <p:nvPr/>
        </p:nvSpPr>
        <p:spPr>
          <a:xfrm>
            <a:off x="1373861" y="2574744"/>
            <a:ext cx="10513339" cy="400110"/>
          </a:xfrm>
          <a:prstGeom prst="rect">
            <a:avLst/>
          </a:prstGeom>
          <a:noFill/>
        </p:spPr>
        <p:txBody>
          <a:bodyPr wrap="square" lIns="91440" tIns="45720" rIns="91440" bIns="45720" anchor="ctr">
            <a:noAutofit/>
          </a:bodyPr>
          <a:lstStyle/>
          <a:p>
            <a:r>
              <a:rPr lang="zh-CN" altLang="en-US" b="1" dirty="0">
                <a:latin typeface="Arial Narrow" panose="020B0606020202030204" pitchFamily="34" charset="0"/>
              </a:rPr>
              <a:t>❷  交换机的各接口可以支持</a:t>
            </a:r>
            <a:r>
              <a:rPr lang="zh-CN" altLang="en-US" b="1" dirty="0">
                <a:solidFill>
                  <a:schemeClr val="accent1">
                    <a:lumMod val="75000"/>
                  </a:schemeClr>
                </a:solidFill>
                <a:latin typeface="Arial Narrow" panose="020B0606020202030204" pitchFamily="34" charset="0"/>
              </a:rPr>
              <a:t>不同的接口类型</a:t>
            </a:r>
            <a:r>
              <a:rPr lang="zh-CN" altLang="en-US" b="1" dirty="0">
                <a:latin typeface="Arial Narrow" panose="020B0606020202030204" pitchFamily="34" charset="0"/>
              </a:rPr>
              <a:t>，不同接口类型的接口对帧的处理方式有所不同。</a:t>
            </a:r>
          </a:p>
        </p:txBody>
      </p:sp>
    </p:spTree>
    <p:custDataLst>
      <p:tags r:id="rId1"/>
    </p:custDataLst>
    <p:extLst>
      <p:ext uri="{BB962C8B-B14F-4D97-AF65-F5344CB8AC3E}">
        <p14:creationId xmlns:p14="http://schemas.microsoft.com/office/powerpoint/2010/main" val="1270509282"/>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2" presetClass="entr" presetSubtype="1" fill="hold" nodeType="withEffect">
                                  <p:stCondLst>
                                    <p:cond delay="0"/>
                                  </p:stCondLst>
                                  <p:childTnLst>
                                    <p:set>
                                      <p:cBhvr>
                                        <p:cTn id="6" dur="1" fill="hold">
                                          <p:stCondLst>
                                            <p:cond delay="0"/>
                                          </p:stCondLst>
                                        </p:cTn>
                                        <p:tgtEl>
                                          <p:spTgt spid="4"/>
                                        </p:tgtEl>
                                        <p:attrNameLst>
                                          <p:attrName>style.visibility</p:attrName>
                                        </p:attrNameLst>
                                      </p:cBhvr>
                                      <p:to>
                                        <p:strVal val="visible"/>
                                      </p:to>
                                    </p:set>
                                    <p:anim calcmode="lin" valueType="num">
                                      <p:cBhvr additive="base">
                                        <p:cTn id="7" dur="1000"/>
                                        <p:tgtEl>
                                          <p:spTgt spid="4"/>
                                        </p:tgtEl>
                                        <p:attrNameLst>
                                          <p:attrName>ppt_y</p:attrName>
                                        </p:attrNameLst>
                                      </p:cBhvr>
                                      <p:tavLst>
                                        <p:tav tm="0">
                                          <p:val>
                                            <p:strVal val="#ppt_y-#ppt_h*1.125000"/>
                                          </p:val>
                                        </p:tav>
                                        <p:tav tm="100000">
                                          <p:val>
                                            <p:strVal val="#ppt_y"/>
                                          </p:val>
                                        </p:tav>
                                      </p:tavLst>
                                    </p:anim>
                                    <p:animEffect transition="in" filter="wipe(down)">
                                      <p:cBhvr>
                                        <p:cTn id="8" dur="1000"/>
                                        <p:tgtEl>
                                          <p:spTgt spid="4"/>
                                        </p:tgtEl>
                                      </p:cBhvr>
                                    </p:animEffect>
                                  </p:childTnLst>
                                </p:cTn>
                              </p:par>
                            </p:childTnLst>
                          </p:cTn>
                        </p:par>
                      </p:childTnLst>
                    </p:cTn>
                  </p:par>
                  <p:par>
                    <p:cTn id="9" fill="hold">
                      <p:stCondLst>
                        <p:cond delay="indefinite"/>
                      </p:stCondLst>
                      <p:childTnLst>
                        <p:par>
                          <p:cTn id="10" fill="hold">
                            <p:stCondLst>
                              <p:cond delay="0"/>
                            </p:stCondLst>
                            <p:childTnLst>
                              <p:par>
                                <p:cTn id="11" presetID="49" presetClass="entr" presetSubtype="0" decel="100000" fill="hold" grpId="0" nodeType="clickEffect">
                                  <p:stCondLst>
                                    <p:cond delay="0"/>
                                  </p:stCondLst>
                                  <p:childTnLst>
                                    <p:set>
                                      <p:cBhvr>
                                        <p:cTn id="12" dur="1" fill="hold">
                                          <p:stCondLst>
                                            <p:cond delay="0"/>
                                          </p:stCondLst>
                                        </p:cTn>
                                        <p:tgtEl>
                                          <p:spTgt spid="17"/>
                                        </p:tgtEl>
                                        <p:attrNameLst>
                                          <p:attrName>style.visibility</p:attrName>
                                        </p:attrNameLst>
                                      </p:cBhvr>
                                      <p:to>
                                        <p:strVal val="visible"/>
                                      </p:to>
                                    </p:set>
                                    <p:anim calcmode="lin" valueType="num">
                                      <p:cBhvr>
                                        <p:cTn id="13" dur="500" fill="hold"/>
                                        <p:tgtEl>
                                          <p:spTgt spid="17"/>
                                        </p:tgtEl>
                                        <p:attrNameLst>
                                          <p:attrName>ppt_w</p:attrName>
                                        </p:attrNameLst>
                                      </p:cBhvr>
                                      <p:tavLst>
                                        <p:tav tm="0">
                                          <p:val>
                                            <p:fltVal val="0"/>
                                          </p:val>
                                        </p:tav>
                                        <p:tav tm="100000">
                                          <p:val>
                                            <p:strVal val="#ppt_w"/>
                                          </p:val>
                                        </p:tav>
                                      </p:tavLst>
                                    </p:anim>
                                    <p:anim calcmode="lin" valueType="num">
                                      <p:cBhvr>
                                        <p:cTn id="14" dur="500" fill="hold"/>
                                        <p:tgtEl>
                                          <p:spTgt spid="17"/>
                                        </p:tgtEl>
                                        <p:attrNameLst>
                                          <p:attrName>ppt_h</p:attrName>
                                        </p:attrNameLst>
                                      </p:cBhvr>
                                      <p:tavLst>
                                        <p:tav tm="0">
                                          <p:val>
                                            <p:fltVal val="0"/>
                                          </p:val>
                                        </p:tav>
                                        <p:tav tm="100000">
                                          <p:val>
                                            <p:strVal val="#ppt_h"/>
                                          </p:val>
                                        </p:tav>
                                      </p:tavLst>
                                    </p:anim>
                                    <p:anim calcmode="lin" valueType="num">
                                      <p:cBhvr>
                                        <p:cTn id="15" dur="500" fill="hold"/>
                                        <p:tgtEl>
                                          <p:spTgt spid="17"/>
                                        </p:tgtEl>
                                        <p:attrNameLst>
                                          <p:attrName>style.rotation</p:attrName>
                                        </p:attrNameLst>
                                      </p:cBhvr>
                                      <p:tavLst>
                                        <p:tav tm="0">
                                          <p:val>
                                            <p:fltVal val="360"/>
                                          </p:val>
                                        </p:tav>
                                        <p:tav tm="100000">
                                          <p:val>
                                            <p:fltVal val="0"/>
                                          </p:val>
                                        </p:tav>
                                      </p:tavLst>
                                    </p:anim>
                                    <p:animEffect transition="in" filter="fade">
                                      <p:cBhvr>
                                        <p:cTn id="16" dur="500"/>
                                        <p:tgtEl>
                                          <p:spTgt spid="17"/>
                                        </p:tgtEl>
                                      </p:cBhvr>
                                    </p:animEffect>
                                  </p:childTnLst>
                                </p:cTn>
                              </p:par>
                            </p:childTnLst>
                          </p:cTn>
                        </p:par>
                        <p:par>
                          <p:cTn id="17" fill="hold">
                            <p:stCondLst>
                              <p:cond delay="500"/>
                            </p:stCondLst>
                            <p:childTnLst>
                              <p:par>
                                <p:cTn id="18" presetID="1" presetClass="entr" presetSubtype="0" fill="hold" grpId="0" nodeType="afterEffect">
                                  <p:stCondLst>
                                    <p:cond delay="0"/>
                                  </p:stCondLst>
                                  <p:iterate type="lt">
                                    <p:tmAbs val="100"/>
                                  </p:iterate>
                                  <p:childTnLst>
                                    <p:set>
                                      <p:cBhvr>
                                        <p:cTn id="19" dur="1" fill="hold">
                                          <p:stCondLst>
                                            <p:cond delay="0"/>
                                          </p:stCondLst>
                                        </p:cTn>
                                        <p:tgtEl>
                                          <p:spTgt spid="18"/>
                                        </p:tgtEl>
                                        <p:attrNameLst>
                                          <p:attrName>style.visibility</p:attrName>
                                        </p:attrNameLst>
                                      </p:cBhvr>
                                      <p:to>
                                        <p:strVal val="visible"/>
                                      </p:to>
                                    </p:set>
                                  </p:childTnLst>
                                </p:cTn>
                              </p:par>
                            </p:childTnLst>
                          </p:cTn>
                        </p:par>
                      </p:childTnLst>
                    </p:cTn>
                  </p:par>
                  <p:par>
                    <p:cTn id="20" fill="hold">
                      <p:stCondLst>
                        <p:cond delay="indefinite"/>
                      </p:stCondLst>
                      <p:childTnLst>
                        <p:par>
                          <p:cTn id="21" fill="hold">
                            <p:stCondLst>
                              <p:cond delay="0"/>
                            </p:stCondLst>
                            <p:childTnLst>
                              <p:par>
                                <p:cTn id="22" presetID="1" presetClass="entr" presetSubtype="0" fill="hold" grpId="0" nodeType="clickEffect">
                                  <p:stCondLst>
                                    <p:cond delay="0"/>
                                  </p:stCondLst>
                                  <p:iterate type="lt">
                                    <p:tmAbs val="100"/>
                                  </p:iterate>
                                  <p:childTnLst>
                                    <p:set>
                                      <p:cBhvr>
                                        <p:cTn id="23" dur="1" fill="hold">
                                          <p:stCondLst>
                                            <p:cond delay="0"/>
                                          </p:stCondLst>
                                        </p:cTn>
                                        <p:tgtEl>
                                          <p:spTgt spid="19"/>
                                        </p:tgtEl>
                                        <p:attrNameLst>
                                          <p:attrName>style.visibility</p:attrName>
                                        </p:attrNameLst>
                                      </p:cBhvr>
                                      <p:to>
                                        <p:strVal val="visible"/>
                                      </p:to>
                                    </p:set>
                                  </p:childTnLst>
                                </p:cTn>
                              </p:par>
                            </p:childTnLst>
                          </p:cTn>
                        </p:par>
                      </p:childTnLst>
                    </p:cTn>
                  </p:par>
                  <p:par>
                    <p:cTn id="24" fill="hold">
                      <p:stCondLst>
                        <p:cond delay="indefinite"/>
                      </p:stCondLst>
                      <p:childTnLst>
                        <p:par>
                          <p:cTn id="25" fill="hold">
                            <p:stCondLst>
                              <p:cond delay="0"/>
                            </p:stCondLst>
                            <p:childTnLst>
                              <p:par>
                                <p:cTn id="26" presetID="1" presetClass="entr" presetSubtype="0" fill="hold" grpId="0" nodeType="clickEffect">
                                  <p:stCondLst>
                                    <p:cond delay="0"/>
                                  </p:stCondLst>
                                  <p:iterate type="lt">
                                    <p:tmAbs val="100"/>
                                  </p:iterate>
                                  <p:childTnLst>
                                    <p:set>
                                      <p:cBhvr>
                                        <p:cTn id="27" dur="1" fill="hold">
                                          <p:stCondLst>
                                            <p:cond delay="0"/>
                                          </p:stCondLst>
                                        </p:cTn>
                                        <p:tgtEl>
                                          <p:spTgt spid="20"/>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7" grpId="0" animBg="1"/>
      <p:bldP spid="18" grpId="0"/>
      <p:bldP spid="19" grpId="0"/>
      <p:bldP spid="20" grpId="0"/>
    </p:bldLst>
  </p:timing>
</p:sld>
</file>

<file path=ppt/slides/slide47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4" name="组合 3">
            <a:extLst>
              <a:ext uri="{FF2B5EF4-FFF2-40B4-BE49-F238E27FC236}">
                <a16:creationId xmlns:a16="http://schemas.microsoft.com/office/drawing/2014/main" id="{9A1EA9F2-FCB6-48C3-935F-7AE7E3AD14AC}"/>
              </a:ext>
            </a:extLst>
          </p:cNvPr>
          <p:cNvGrpSpPr/>
          <p:nvPr/>
        </p:nvGrpSpPr>
        <p:grpSpPr>
          <a:xfrm>
            <a:off x="304800" y="749300"/>
            <a:ext cx="4938199" cy="400110"/>
            <a:chOff x="424117" y="898245"/>
            <a:chExt cx="4938199" cy="400110"/>
          </a:xfrm>
        </p:grpSpPr>
        <p:sp>
          <p:nvSpPr>
            <p:cNvPr id="2" name="平行四边形 1">
              <a:extLst>
                <a:ext uri="{FF2B5EF4-FFF2-40B4-BE49-F238E27FC236}">
                  <a16:creationId xmlns:a16="http://schemas.microsoft.com/office/drawing/2014/main" id="{1F5BAA3F-9845-4F89-A2DD-8222D3E4EDAC}"/>
                </a:ext>
              </a:extLst>
            </p:cNvPr>
            <p:cNvSpPr/>
            <p:nvPr/>
          </p:nvSpPr>
          <p:spPr>
            <a:xfrm>
              <a:off x="424117" y="898245"/>
              <a:ext cx="628306" cy="387090"/>
            </a:xfrm>
            <a:prstGeom prst="parallelogram">
              <a:avLst/>
            </a:prstGeom>
            <a:solidFill>
              <a:schemeClr val="accent3">
                <a:lumMod val="75000"/>
              </a:schemeClr>
            </a:solidFill>
            <a:ln>
              <a:solidFill>
                <a:schemeClr val="accent3">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CN" sz="2200" dirty="0">
                  <a:latin typeface="Impact" panose="020B0806030902050204" pitchFamily="34" charset="0"/>
                </a:rPr>
                <a:t>01</a:t>
              </a:r>
              <a:endParaRPr lang="zh-CN" altLang="en-US" sz="2200" dirty="0">
                <a:latin typeface="Impact" panose="020B0806030902050204" pitchFamily="34" charset="0"/>
              </a:endParaRPr>
            </a:p>
          </p:txBody>
        </p:sp>
        <p:sp>
          <p:nvSpPr>
            <p:cNvPr id="3" name="文本框 2">
              <a:extLst>
                <a:ext uri="{FF2B5EF4-FFF2-40B4-BE49-F238E27FC236}">
                  <a16:creationId xmlns:a16="http://schemas.microsoft.com/office/drawing/2014/main" id="{4D6BD736-A4D3-4F26-AFED-36E11F50F70B}"/>
                </a:ext>
              </a:extLst>
            </p:cNvPr>
            <p:cNvSpPr txBox="1"/>
            <p:nvPr/>
          </p:nvSpPr>
          <p:spPr>
            <a:xfrm>
              <a:off x="1052423" y="898245"/>
              <a:ext cx="4309893" cy="400110"/>
            </a:xfrm>
            <a:prstGeom prst="rect">
              <a:avLst/>
            </a:prstGeom>
            <a:noFill/>
          </p:spPr>
          <p:txBody>
            <a:bodyPr wrap="square" rtlCol="0">
              <a:spAutoFit/>
            </a:bodyPr>
            <a:lstStyle/>
            <a:p>
              <a:r>
                <a:rPr lang="zh-CN" altLang="en-US" sz="2000" b="1" dirty="0">
                  <a:solidFill>
                    <a:schemeClr val="tx1"/>
                  </a:solidFill>
                  <a:latin typeface="Arial Narrow" panose="020B0606020202030204" pitchFamily="34" charset="0"/>
                </a:rPr>
                <a:t>虚拟局域网</a:t>
              </a:r>
              <a:r>
                <a:rPr lang="en-US" altLang="zh-CN" sz="2000" b="1" dirty="0">
                  <a:solidFill>
                    <a:schemeClr val="tx1"/>
                  </a:solidFill>
                  <a:latin typeface="Arial Narrow" panose="020B0606020202030204" pitchFamily="34" charset="0"/>
                </a:rPr>
                <a:t>VLAN</a:t>
              </a:r>
              <a:r>
                <a:rPr lang="zh-CN" altLang="en-US" sz="2000" b="1" dirty="0">
                  <a:solidFill>
                    <a:schemeClr val="tx1"/>
                  </a:solidFill>
                  <a:latin typeface="Arial Narrow" panose="020B0606020202030204" pitchFamily="34" charset="0"/>
                </a:rPr>
                <a:t>的</a:t>
              </a:r>
              <a:r>
                <a:rPr lang="zh-CN" altLang="en-US" sz="2000" b="1" dirty="0">
                  <a:latin typeface="Arial Narrow" panose="020B0606020202030204" pitchFamily="34" charset="0"/>
                </a:rPr>
                <a:t>实现机制</a:t>
              </a:r>
              <a:endParaRPr lang="en-US" altLang="zh-CN" sz="2000" b="1" dirty="0">
                <a:solidFill>
                  <a:schemeClr val="tx1"/>
                </a:solidFill>
                <a:latin typeface="Arial Narrow" panose="020B0606020202030204" pitchFamily="34" charset="0"/>
              </a:endParaRPr>
            </a:p>
          </p:txBody>
        </p:sp>
      </p:grpSp>
      <p:sp>
        <p:nvSpPr>
          <p:cNvPr id="9" name="文本框 8">
            <a:extLst>
              <a:ext uri="{FF2B5EF4-FFF2-40B4-BE49-F238E27FC236}">
                <a16:creationId xmlns:a16="http://schemas.microsoft.com/office/drawing/2014/main" id="{7E01F55D-5303-4639-8DD9-B3123C1AE516}"/>
              </a:ext>
            </a:extLst>
          </p:cNvPr>
          <p:cNvSpPr txBox="1"/>
          <p:nvPr/>
        </p:nvSpPr>
        <p:spPr>
          <a:xfrm>
            <a:off x="4141958" y="742690"/>
            <a:ext cx="2354092" cy="400110"/>
          </a:xfrm>
          <a:prstGeom prst="rect">
            <a:avLst/>
          </a:prstGeom>
          <a:noFill/>
        </p:spPr>
        <p:txBody>
          <a:bodyPr wrap="square" rtlCol="0">
            <a:spAutoFit/>
          </a:bodyPr>
          <a:lstStyle/>
          <a:p>
            <a:r>
              <a:rPr lang="en-US" altLang="zh-CN" sz="2000" b="1" dirty="0">
                <a:solidFill>
                  <a:schemeClr val="accent3">
                    <a:lumMod val="75000"/>
                  </a:schemeClr>
                </a:solidFill>
                <a:latin typeface="Arial Narrow" panose="020B0606020202030204" pitchFamily="34" charset="0"/>
              </a:rPr>
              <a:t>——  IEEE 802.1Q</a:t>
            </a:r>
            <a:r>
              <a:rPr lang="zh-CN" altLang="en-US" sz="2000" b="1" dirty="0">
                <a:solidFill>
                  <a:schemeClr val="accent3">
                    <a:lumMod val="75000"/>
                  </a:schemeClr>
                </a:solidFill>
                <a:latin typeface="Arial Narrow" panose="020B0606020202030204" pitchFamily="34" charset="0"/>
              </a:rPr>
              <a:t>帧</a:t>
            </a:r>
            <a:endParaRPr lang="en-US" altLang="zh-CN" sz="2000" b="1" dirty="0">
              <a:solidFill>
                <a:schemeClr val="accent3">
                  <a:lumMod val="75000"/>
                </a:schemeClr>
              </a:solidFill>
              <a:latin typeface="Arial Narrow" panose="020B0606020202030204" pitchFamily="34" charset="0"/>
            </a:endParaRPr>
          </a:p>
        </p:txBody>
      </p:sp>
      <p:sp>
        <p:nvSpPr>
          <p:cNvPr id="10" name="矩形 9">
            <a:extLst>
              <a:ext uri="{FF2B5EF4-FFF2-40B4-BE49-F238E27FC236}">
                <a16:creationId xmlns:a16="http://schemas.microsoft.com/office/drawing/2014/main" id="{BE3995BD-AAF0-4F55-B345-4C1672FA0641}"/>
              </a:ext>
            </a:extLst>
          </p:cNvPr>
          <p:cNvSpPr/>
          <p:nvPr/>
        </p:nvSpPr>
        <p:spPr>
          <a:xfrm>
            <a:off x="1056633" y="1335374"/>
            <a:ext cx="256976" cy="256976"/>
          </a:xfrm>
          <a:prstGeom prst="rect">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11" name="íşlïḍè">
            <a:extLst>
              <a:ext uri="{FF2B5EF4-FFF2-40B4-BE49-F238E27FC236}">
                <a16:creationId xmlns:a16="http://schemas.microsoft.com/office/drawing/2014/main" id="{7AA3015A-52E8-4E4D-820F-06063E0CA2B4}"/>
              </a:ext>
            </a:extLst>
          </p:cNvPr>
          <p:cNvSpPr txBox="1"/>
          <p:nvPr/>
        </p:nvSpPr>
        <p:spPr>
          <a:xfrm>
            <a:off x="1373861" y="1281052"/>
            <a:ext cx="10513339" cy="630298"/>
          </a:xfrm>
          <a:prstGeom prst="rect">
            <a:avLst/>
          </a:prstGeom>
          <a:noFill/>
        </p:spPr>
        <p:txBody>
          <a:bodyPr wrap="square" lIns="91440" tIns="45720" rIns="91440" bIns="45720" anchor="ctr">
            <a:noAutofit/>
          </a:bodyPr>
          <a:lstStyle/>
          <a:p>
            <a:r>
              <a:rPr lang="en-US" altLang="zh-CN" b="1" dirty="0">
                <a:latin typeface="Arial Narrow" panose="020B0606020202030204" pitchFamily="34" charset="0"/>
              </a:rPr>
              <a:t>IEEE 802.1Q</a:t>
            </a:r>
            <a:r>
              <a:rPr lang="zh-CN" altLang="en-US" b="1" dirty="0">
                <a:latin typeface="Arial Narrow" panose="020B0606020202030204" pitchFamily="34" charset="0"/>
              </a:rPr>
              <a:t>帧也称为</a:t>
            </a:r>
            <a:r>
              <a:rPr lang="en-US" altLang="zh-CN" b="1" dirty="0">
                <a:latin typeface="Arial Narrow" panose="020B0606020202030204" pitchFamily="34" charset="0"/>
              </a:rPr>
              <a:t>Dot One</a:t>
            </a:r>
            <a:r>
              <a:rPr lang="zh-CN" altLang="en-US" b="1" dirty="0">
                <a:latin typeface="Arial Narrow" panose="020B0606020202030204" pitchFamily="34" charset="0"/>
              </a:rPr>
              <a:t> </a:t>
            </a:r>
            <a:r>
              <a:rPr lang="en-US" altLang="zh-CN" b="1" dirty="0">
                <a:latin typeface="Arial Narrow" panose="020B0606020202030204" pitchFamily="34" charset="0"/>
              </a:rPr>
              <a:t>Q</a:t>
            </a:r>
            <a:r>
              <a:rPr lang="zh-CN" altLang="en-US" b="1" dirty="0">
                <a:latin typeface="Arial Narrow" panose="020B0606020202030204" pitchFamily="34" charset="0"/>
              </a:rPr>
              <a:t>帧，它对以太网</a:t>
            </a:r>
            <a:r>
              <a:rPr lang="en-US" altLang="zh-CN" b="1" dirty="0">
                <a:latin typeface="Arial Narrow" panose="020B0606020202030204" pitchFamily="34" charset="0"/>
              </a:rPr>
              <a:t>V2</a:t>
            </a:r>
            <a:r>
              <a:rPr lang="zh-CN" altLang="en-US" b="1" dirty="0">
                <a:latin typeface="Arial Narrow" panose="020B0606020202030204" pitchFamily="34" charset="0"/>
              </a:rPr>
              <a:t>的</a:t>
            </a:r>
            <a:r>
              <a:rPr lang="en-US" altLang="zh-CN" b="1" dirty="0">
                <a:latin typeface="Arial Narrow" panose="020B0606020202030204" pitchFamily="34" charset="0"/>
              </a:rPr>
              <a:t>MAC</a:t>
            </a:r>
            <a:r>
              <a:rPr lang="zh-CN" altLang="en-US" b="1" dirty="0">
                <a:latin typeface="Arial Narrow" panose="020B0606020202030204" pitchFamily="34" charset="0"/>
              </a:rPr>
              <a:t>帧格式进行了扩展：在源地址字段和类型字段之间插入了</a:t>
            </a:r>
            <a:r>
              <a:rPr lang="en-US" altLang="zh-CN" b="1" dirty="0">
                <a:solidFill>
                  <a:schemeClr val="accent1">
                    <a:lumMod val="75000"/>
                  </a:schemeClr>
                </a:solidFill>
                <a:latin typeface="Arial Narrow" panose="020B0606020202030204" pitchFamily="34" charset="0"/>
              </a:rPr>
              <a:t>4</a:t>
            </a:r>
            <a:r>
              <a:rPr lang="zh-CN" altLang="en-US" b="1" dirty="0">
                <a:solidFill>
                  <a:schemeClr val="accent1">
                    <a:lumMod val="75000"/>
                  </a:schemeClr>
                </a:solidFill>
                <a:latin typeface="Arial Narrow" panose="020B0606020202030204" pitchFamily="34" charset="0"/>
              </a:rPr>
              <a:t>字节的</a:t>
            </a:r>
            <a:r>
              <a:rPr lang="en-US" altLang="zh-CN" b="1" dirty="0">
                <a:solidFill>
                  <a:schemeClr val="accent1">
                    <a:lumMod val="75000"/>
                  </a:schemeClr>
                </a:solidFill>
                <a:latin typeface="Arial Narrow" panose="020B0606020202030204" pitchFamily="34" charset="0"/>
              </a:rPr>
              <a:t>VLAN</a:t>
            </a:r>
            <a:r>
              <a:rPr lang="zh-CN" altLang="en-US" b="1" dirty="0">
                <a:solidFill>
                  <a:schemeClr val="accent1">
                    <a:lumMod val="75000"/>
                  </a:schemeClr>
                </a:solidFill>
                <a:latin typeface="Arial Narrow" panose="020B0606020202030204" pitchFamily="34" charset="0"/>
              </a:rPr>
              <a:t>标签</a:t>
            </a:r>
            <a:r>
              <a:rPr lang="zh-CN" altLang="en-US" b="1" dirty="0">
                <a:latin typeface="Arial Narrow" panose="020B0606020202030204" pitchFamily="34" charset="0"/>
              </a:rPr>
              <a:t>（</a:t>
            </a:r>
            <a:r>
              <a:rPr lang="en-US" altLang="zh-CN" b="1" dirty="0">
                <a:latin typeface="Arial Narrow" panose="020B0606020202030204" pitchFamily="34" charset="0"/>
              </a:rPr>
              <a:t>tag</a:t>
            </a:r>
            <a:r>
              <a:rPr lang="zh-CN" altLang="en-US" b="1" dirty="0">
                <a:latin typeface="Arial Narrow" panose="020B0606020202030204" pitchFamily="34" charset="0"/>
              </a:rPr>
              <a:t>）字段。</a:t>
            </a:r>
          </a:p>
        </p:txBody>
      </p:sp>
      <p:grpSp>
        <p:nvGrpSpPr>
          <p:cNvPr id="6" name="组合 5">
            <a:extLst>
              <a:ext uri="{FF2B5EF4-FFF2-40B4-BE49-F238E27FC236}">
                <a16:creationId xmlns:a16="http://schemas.microsoft.com/office/drawing/2014/main" id="{DF58FDAA-32E9-4DB9-9A10-C35CB1366BF0}"/>
              </a:ext>
            </a:extLst>
          </p:cNvPr>
          <p:cNvGrpSpPr/>
          <p:nvPr/>
        </p:nvGrpSpPr>
        <p:grpSpPr>
          <a:xfrm>
            <a:off x="62709" y="2438125"/>
            <a:ext cx="11388827" cy="875570"/>
            <a:chOff x="62709" y="2438125"/>
            <a:chExt cx="11388827" cy="875570"/>
          </a:xfrm>
        </p:grpSpPr>
        <p:sp>
          <p:nvSpPr>
            <p:cNvPr id="37" name="文本框 36">
              <a:extLst>
                <a:ext uri="{FF2B5EF4-FFF2-40B4-BE49-F238E27FC236}">
                  <a16:creationId xmlns:a16="http://schemas.microsoft.com/office/drawing/2014/main" id="{A87E07AB-BC61-4C94-B948-09E20C1F45A7}"/>
                </a:ext>
              </a:extLst>
            </p:cNvPr>
            <p:cNvSpPr txBox="1"/>
            <p:nvPr/>
          </p:nvSpPr>
          <p:spPr>
            <a:xfrm>
              <a:off x="62709" y="2662980"/>
              <a:ext cx="2917329" cy="646331"/>
            </a:xfrm>
            <a:prstGeom prst="rect">
              <a:avLst/>
            </a:prstGeom>
            <a:noFill/>
          </p:spPr>
          <p:txBody>
            <a:bodyPr wrap="square" rtlCol="0">
              <a:spAutoFit/>
            </a:bodyPr>
            <a:lstStyle/>
            <a:p>
              <a:pPr algn="ctr"/>
              <a:r>
                <a:rPr lang="zh-CN" altLang="en-US" b="1" dirty="0"/>
                <a:t>以太网</a:t>
              </a:r>
              <a:r>
                <a:rPr lang="en-US" altLang="zh-CN" b="1" dirty="0"/>
                <a:t>V2</a:t>
              </a:r>
              <a:r>
                <a:rPr lang="zh-CN" altLang="en-US" b="1" dirty="0"/>
                <a:t>的</a:t>
              </a:r>
              <a:r>
                <a:rPr lang="en-US" altLang="zh-CN" b="1" dirty="0"/>
                <a:t>MAC</a:t>
              </a:r>
              <a:r>
                <a:rPr lang="zh-CN" altLang="en-US" b="1" dirty="0"/>
                <a:t>帧</a:t>
              </a:r>
              <a:endParaRPr lang="en-US" altLang="zh-CN" b="1" dirty="0"/>
            </a:p>
            <a:p>
              <a:pPr algn="ctr"/>
              <a:r>
                <a:rPr lang="zh-CN" altLang="en-US" b="1" dirty="0"/>
                <a:t>（最大长度为</a:t>
              </a:r>
              <a:r>
                <a:rPr lang="en-US" altLang="zh-CN" b="1" dirty="0"/>
                <a:t>1518</a:t>
              </a:r>
              <a:r>
                <a:rPr lang="zh-CN" altLang="en-US" b="1" dirty="0"/>
                <a:t>字节）</a:t>
              </a:r>
            </a:p>
          </p:txBody>
        </p:sp>
        <p:grpSp>
          <p:nvGrpSpPr>
            <p:cNvPr id="5" name="组合 4">
              <a:extLst>
                <a:ext uri="{FF2B5EF4-FFF2-40B4-BE49-F238E27FC236}">
                  <a16:creationId xmlns:a16="http://schemas.microsoft.com/office/drawing/2014/main" id="{52EC9A61-E893-4167-953E-BEA8236B4413}"/>
                </a:ext>
              </a:extLst>
            </p:cNvPr>
            <p:cNvGrpSpPr/>
            <p:nvPr/>
          </p:nvGrpSpPr>
          <p:grpSpPr>
            <a:xfrm>
              <a:off x="3396134" y="2438125"/>
              <a:ext cx="8055402" cy="875570"/>
              <a:chOff x="3396134" y="2438125"/>
              <a:chExt cx="8055402" cy="875570"/>
            </a:xfrm>
          </p:grpSpPr>
          <p:sp>
            <p:nvSpPr>
              <p:cNvPr id="13" name="矩形 12">
                <a:extLst>
                  <a:ext uri="{FF2B5EF4-FFF2-40B4-BE49-F238E27FC236}">
                    <a16:creationId xmlns:a16="http://schemas.microsoft.com/office/drawing/2014/main" id="{B289EB74-4FEC-4686-BC97-DD53BCFBDB74}"/>
                  </a:ext>
                </a:extLst>
              </p:cNvPr>
              <p:cNvSpPr/>
              <p:nvPr/>
            </p:nvSpPr>
            <p:spPr>
              <a:xfrm>
                <a:off x="3396134" y="2872697"/>
                <a:ext cx="1229498" cy="440998"/>
              </a:xfrm>
              <a:prstGeom prst="rect">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zh-CN" altLang="en-US" b="1" dirty="0">
                    <a:solidFill>
                      <a:schemeClr val="tx1"/>
                    </a:solidFill>
                  </a:rPr>
                  <a:t>目的地址</a:t>
                </a:r>
              </a:p>
            </p:txBody>
          </p:sp>
          <p:sp>
            <p:nvSpPr>
              <p:cNvPr id="14" name="矩形 13">
                <a:extLst>
                  <a:ext uri="{FF2B5EF4-FFF2-40B4-BE49-F238E27FC236}">
                    <a16:creationId xmlns:a16="http://schemas.microsoft.com/office/drawing/2014/main" id="{6643A0AB-0F33-4CA6-9AB5-42D0616393F1}"/>
                  </a:ext>
                </a:extLst>
              </p:cNvPr>
              <p:cNvSpPr/>
              <p:nvPr/>
            </p:nvSpPr>
            <p:spPr>
              <a:xfrm>
                <a:off x="4625632" y="2872697"/>
                <a:ext cx="1229498" cy="440998"/>
              </a:xfrm>
              <a:prstGeom prst="rect">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zh-CN" altLang="en-US" b="1" dirty="0">
                    <a:solidFill>
                      <a:schemeClr val="tx1"/>
                    </a:solidFill>
                  </a:rPr>
                  <a:t>源地址</a:t>
                </a:r>
              </a:p>
            </p:txBody>
          </p:sp>
          <p:sp>
            <p:nvSpPr>
              <p:cNvPr id="15" name="矩形 14">
                <a:extLst>
                  <a:ext uri="{FF2B5EF4-FFF2-40B4-BE49-F238E27FC236}">
                    <a16:creationId xmlns:a16="http://schemas.microsoft.com/office/drawing/2014/main" id="{E5D4A745-2F98-4276-B318-589855BEFD7D}"/>
                  </a:ext>
                </a:extLst>
              </p:cNvPr>
              <p:cNvSpPr/>
              <p:nvPr/>
            </p:nvSpPr>
            <p:spPr>
              <a:xfrm>
                <a:off x="5855130" y="2872697"/>
                <a:ext cx="679934" cy="440998"/>
              </a:xfrm>
              <a:prstGeom prst="rect">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zh-CN" altLang="en-US" b="1" dirty="0">
                    <a:solidFill>
                      <a:schemeClr val="tx1"/>
                    </a:solidFill>
                  </a:rPr>
                  <a:t>类型</a:t>
                </a:r>
              </a:p>
            </p:txBody>
          </p:sp>
          <p:sp>
            <p:nvSpPr>
              <p:cNvPr id="16" name="矩形 15">
                <a:extLst>
                  <a:ext uri="{FF2B5EF4-FFF2-40B4-BE49-F238E27FC236}">
                    <a16:creationId xmlns:a16="http://schemas.microsoft.com/office/drawing/2014/main" id="{96B9CF81-681B-4D44-BAEA-7BF14F6EC4DE}"/>
                  </a:ext>
                </a:extLst>
              </p:cNvPr>
              <p:cNvSpPr/>
              <p:nvPr/>
            </p:nvSpPr>
            <p:spPr>
              <a:xfrm>
                <a:off x="9715928" y="2872697"/>
                <a:ext cx="890246" cy="440998"/>
              </a:xfrm>
              <a:prstGeom prst="rect">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CN" b="1" dirty="0">
                    <a:solidFill>
                      <a:schemeClr val="tx1"/>
                    </a:solidFill>
                  </a:rPr>
                  <a:t>FCS</a:t>
                </a:r>
                <a:endParaRPr lang="zh-CN" altLang="en-US" b="1" dirty="0">
                  <a:solidFill>
                    <a:schemeClr val="tx1"/>
                  </a:solidFill>
                </a:endParaRPr>
              </a:p>
            </p:txBody>
          </p:sp>
          <p:sp>
            <p:nvSpPr>
              <p:cNvPr id="21" name="矩形 20">
                <a:extLst>
                  <a:ext uri="{FF2B5EF4-FFF2-40B4-BE49-F238E27FC236}">
                    <a16:creationId xmlns:a16="http://schemas.microsoft.com/office/drawing/2014/main" id="{EA6CBBE3-C849-4389-A9DF-E0AB44664954}"/>
                  </a:ext>
                </a:extLst>
              </p:cNvPr>
              <p:cNvSpPr/>
              <p:nvPr/>
            </p:nvSpPr>
            <p:spPr>
              <a:xfrm>
                <a:off x="6535064" y="2872697"/>
                <a:ext cx="3180864" cy="440998"/>
              </a:xfrm>
              <a:prstGeom prst="rect">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zh-CN" altLang="en-US" b="1" dirty="0">
                    <a:solidFill>
                      <a:schemeClr val="tx1"/>
                    </a:solidFill>
                  </a:rPr>
                  <a:t>数据</a:t>
                </a:r>
              </a:p>
            </p:txBody>
          </p:sp>
          <p:cxnSp>
            <p:nvCxnSpPr>
              <p:cNvPr id="22" name="直接连接符 21">
                <a:extLst>
                  <a:ext uri="{FF2B5EF4-FFF2-40B4-BE49-F238E27FC236}">
                    <a16:creationId xmlns:a16="http://schemas.microsoft.com/office/drawing/2014/main" id="{F8CC49F1-53AA-4538-AB9F-39EFFDAD365A}"/>
                  </a:ext>
                </a:extLst>
              </p:cNvPr>
              <p:cNvCxnSpPr>
                <a:cxnSpLocks/>
              </p:cNvCxnSpPr>
              <p:nvPr/>
            </p:nvCxnSpPr>
            <p:spPr>
              <a:xfrm>
                <a:off x="4625632" y="2450544"/>
                <a:ext cx="0" cy="424873"/>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3" name="直接连接符 22">
                <a:extLst>
                  <a:ext uri="{FF2B5EF4-FFF2-40B4-BE49-F238E27FC236}">
                    <a16:creationId xmlns:a16="http://schemas.microsoft.com/office/drawing/2014/main" id="{CFE49837-8F57-4CC3-8F96-FD1E9A78B22B}"/>
                  </a:ext>
                </a:extLst>
              </p:cNvPr>
              <p:cNvCxnSpPr>
                <a:cxnSpLocks/>
              </p:cNvCxnSpPr>
              <p:nvPr/>
            </p:nvCxnSpPr>
            <p:spPr>
              <a:xfrm>
                <a:off x="5855800" y="2450544"/>
                <a:ext cx="0" cy="424873"/>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4" name="直接连接符 23">
                <a:extLst>
                  <a:ext uri="{FF2B5EF4-FFF2-40B4-BE49-F238E27FC236}">
                    <a16:creationId xmlns:a16="http://schemas.microsoft.com/office/drawing/2014/main" id="{D6F40560-D84E-4AC4-B265-5E345DACB1B1}"/>
                  </a:ext>
                </a:extLst>
              </p:cNvPr>
              <p:cNvCxnSpPr>
                <a:cxnSpLocks/>
              </p:cNvCxnSpPr>
              <p:nvPr/>
            </p:nvCxnSpPr>
            <p:spPr>
              <a:xfrm>
                <a:off x="6535064" y="2450544"/>
                <a:ext cx="0" cy="424873"/>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5" name="直接连接符 24">
                <a:extLst>
                  <a:ext uri="{FF2B5EF4-FFF2-40B4-BE49-F238E27FC236}">
                    <a16:creationId xmlns:a16="http://schemas.microsoft.com/office/drawing/2014/main" id="{203A5D6C-1F98-4D56-9149-D2CDDE9D55B6}"/>
                  </a:ext>
                </a:extLst>
              </p:cNvPr>
              <p:cNvCxnSpPr>
                <a:cxnSpLocks/>
              </p:cNvCxnSpPr>
              <p:nvPr/>
            </p:nvCxnSpPr>
            <p:spPr>
              <a:xfrm>
                <a:off x="9715928" y="2450544"/>
                <a:ext cx="0" cy="424873"/>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6" name="直接箭头连接符 25">
                <a:extLst>
                  <a:ext uri="{FF2B5EF4-FFF2-40B4-BE49-F238E27FC236}">
                    <a16:creationId xmlns:a16="http://schemas.microsoft.com/office/drawing/2014/main" id="{6A5B4011-1658-4A73-806C-6FC6823713E4}"/>
                  </a:ext>
                </a:extLst>
              </p:cNvPr>
              <p:cNvCxnSpPr/>
              <p:nvPr/>
            </p:nvCxnSpPr>
            <p:spPr>
              <a:xfrm>
                <a:off x="3396134" y="2662980"/>
                <a:ext cx="1229498" cy="0"/>
              </a:xfrm>
              <a:prstGeom prst="straightConnector1">
                <a:avLst/>
              </a:prstGeom>
              <a:ln w="12700">
                <a:solidFill>
                  <a:schemeClr val="tx1"/>
                </a:solidFill>
                <a:headEnd type="triangle"/>
                <a:tailEnd type="triangle"/>
              </a:ln>
            </p:spPr>
            <p:style>
              <a:lnRef idx="1">
                <a:schemeClr val="accent1"/>
              </a:lnRef>
              <a:fillRef idx="0">
                <a:schemeClr val="accent1"/>
              </a:fillRef>
              <a:effectRef idx="0">
                <a:schemeClr val="accent1"/>
              </a:effectRef>
              <a:fontRef idx="minor">
                <a:schemeClr val="tx1"/>
              </a:fontRef>
            </p:style>
          </p:cxnSp>
          <p:cxnSp>
            <p:nvCxnSpPr>
              <p:cNvPr id="27" name="直接箭头连接符 26">
                <a:extLst>
                  <a:ext uri="{FF2B5EF4-FFF2-40B4-BE49-F238E27FC236}">
                    <a16:creationId xmlns:a16="http://schemas.microsoft.com/office/drawing/2014/main" id="{1FE7E921-9BFA-4F7C-89D5-20BE9B55B079}"/>
                  </a:ext>
                </a:extLst>
              </p:cNvPr>
              <p:cNvCxnSpPr/>
              <p:nvPr/>
            </p:nvCxnSpPr>
            <p:spPr>
              <a:xfrm>
                <a:off x="4625632" y="2662980"/>
                <a:ext cx="1229498" cy="0"/>
              </a:xfrm>
              <a:prstGeom prst="straightConnector1">
                <a:avLst/>
              </a:prstGeom>
              <a:ln w="12700">
                <a:solidFill>
                  <a:schemeClr val="tx1"/>
                </a:solidFill>
                <a:headEnd type="triangle"/>
                <a:tailEnd type="triangle"/>
              </a:ln>
            </p:spPr>
            <p:style>
              <a:lnRef idx="1">
                <a:schemeClr val="accent1"/>
              </a:lnRef>
              <a:fillRef idx="0">
                <a:schemeClr val="accent1"/>
              </a:fillRef>
              <a:effectRef idx="0">
                <a:schemeClr val="accent1"/>
              </a:effectRef>
              <a:fontRef idx="minor">
                <a:schemeClr val="tx1"/>
              </a:fontRef>
            </p:style>
          </p:cxnSp>
          <p:cxnSp>
            <p:nvCxnSpPr>
              <p:cNvPr id="28" name="直接箭头连接符 27">
                <a:extLst>
                  <a:ext uri="{FF2B5EF4-FFF2-40B4-BE49-F238E27FC236}">
                    <a16:creationId xmlns:a16="http://schemas.microsoft.com/office/drawing/2014/main" id="{20BF80D0-61A6-433E-A8A9-DE8DD6D9E17B}"/>
                  </a:ext>
                </a:extLst>
              </p:cNvPr>
              <p:cNvCxnSpPr>
                <a:cxnSpLocks/>
              </p:cNvCxnSpPr>
              <p:nvPr/>
            </p:nvCxnSpPr>
            <p:spPr>
              <a:xfrm>
                <a:off x="5855130" y="2662980"/>
                <a:ext cx="679934" cy="0"/>
              </a:xfrm>
              <a:prstGeom prst="straightConnector1">
                <a:avLst/>
              </a:prstGeom>
              <a:ln w="12700">
                <a:solidFill>
                  <a:schemeClr val="tx1"/>
                </a:solidFill>
                <a:headEnd type="triangle"/>
                <a:tailEnd type="triangle"/>
              </a:ln>
            </p:spPr>
            <p:style>
              <a:lnRef idx="1">
                <a:schemeClr val="accent1"/>
              </a:lnRef>
              <a:fillRef idx="0">
                <a:schemeClr val="accent1"/>
              </a:fillRef>
              <a:effectRef idx="0">
                <a:schemeClr val="accent1"/>
              </a:effectRef>
              <a:fontRef idx="minor">
                <a:schemeClr val="tx1"/>
              </a:fontRef>
            </p:style>
          </p:cxnSp>
          <p:cxnSp>
            <p:nvCxnSpPr>
              <p:cNvPr id="29" name="直接箭头连接符 28">
                <a:extLst>
                  <a:ext uri="{FF2B5EF4-FFF2-40B4-BE49-F238E27FC236}">
                    <a16:creationId xmlns:a16="http://schemas.microsoft.com/office/drawing/2014/main" id="{7F7368DE-4F0A-4D39-85D4-5785BFFD4D9E}"/>
                  </a:ext>
                </a:extLst>
              </p:cNvPr>
              <p:cNvCxnSpPr>
                <a:cxnSpLocks/>
              </p:cNvCxnSpPr>
              <p:nvPr/>
            </p:nvCxnSpPr>
            <p:spPr>
              <a:xfrm>
                <a:off x="6535064" y="2662980"/>
                <a:ext cx="3180864" cy="0"/>
              </a:xfrm>
              <a:prstGeom prst="straightConnector1">
                <a:avLst/>
              </a:prstGeom>
              <a:ln w="12700">
                <a:solidFill>
                  <a:schemeClr val="tx1"/>
                </a:solidFill>
                <a:headEnd type="triangle"/>
                <a:tailEnd type="triangle"/>
              </a:ln>
            </p:spPr>
            <p:style>
              <a:lnRef idx="1">
                <a:schemeClr val="accent1"/>
              </a:lnRef>
              <a:fillRef idx="0">
                <a:schemeClr val="accent1"/>
              </a:fillRef>
              <a:effectRef idx="0">
                <a:schemeClr val="accent1"/>
              </a:effectRef>
              <a:fontRef idx="minor">
                <a:schemeClr val="tx1"/>
              </a:fontRef>
            </p:style>
          </p:cxnSp>
          <p:cxnSp>
            <p:nvCxnSpPr>
              <p:cNvPr id="30" name="直接箭头连接符 29">
                <a:extLst>
                  <a:ext uri="{FF2B5EF4-FFF2-40B4-BE49-F238E27FC236}">
                    <a16:creationId xmlns:a16="http://schemas.microsoft.com/office/drawing/2014/main" id="{BB1AEC99-4E6C-488D-BDEA-E95668303189}"/>
                  </a:ext>
                </a:extLst>
              </p:cNvPr>
              <p:cNvCxnSpPr>
                <a:cxnSpLocks/>
              </p:cNvCxnSpPr>
              <p:nvPr/>
            </p:nvCxnSpPr>
            <p:spPr>
              <a:xfrm>
                <a:off x="9715928" y="2662980"/>
                <a:ext cx="890246" cy="0"/>
              </a:xfrm>
              <a:prstGeom prst="straightConnector1">
                <a:avLst/>
              </a:prstGeom>
              <a:ln w="12700">
                <a:solidFill>
                  <a:schemeClr val="tx1"/>
                </a:solidFill>
                <a:headEnd type="triangle"/>
                <a:tailEnd type="triangle"/>
              </a:ln>
            </p:spPr>
            <p:style>
              <a:lnRef idx="1">
                <a:schemeClr val="accent1"/>
              </a:lnRef>
              <a:fillRef idx="0">
                <a:schemeClr val="accent1"/>
              </a:fillRef>
              <a:effectRef idx="0">
                <a:schemeClr val="accent1"/>
              </a:effectRef>
              <a:fontRef idx="minor">
                <a:schemeClr val="tx1"/>
              </a:fontRef>
            </p:style>
          </p:cxnSp>
          <p:sp>
            <p:nvSpPr>
              <p:cNvPr id="31" name="文本框 30">
                <a:extLst>
                  <a:ext uri="{FF2B5EF4-FFF2-40B4-BE49-F238E27FC236}">
                    <a16:creationId xmlns:a16="http://schemas.microsoft.com/office/drawing/2014/main" id="{E648DDAD-BDF5-4FF2-B991-681C61DCF8E7}"/>
                  </a:ext>
                </a:extLst>
              </p:cNvPr>
              <p:cNvSpPr txBox="1"/>
              <p:nvPr/>
            </p:nvSpPr>
            <p:spPr>
              <a:xfrm>
                <a:off x="10676344" y="2465895"/>
                <a:ext cx="775192" cy="369332"/>
              </a:xfrm>
              <a:prstGeom prst="rect">
                <a:avLst/>
              </a:prstGeom>
              <a:noFill/>
            </p:spPr>
            <p:txBody>
              <a:bodyPr wrap="square" rtlCol="0">
                <a:spAutoFit/>
              </a:bodyPr>
              <a:lstStyle/>
              <a:p>
                <a:r>
                  <a:rPr lang="zh-CN" altLang="en-US" b="1" dirty="0"/>
                  <a:t>字节</a:t>
                </a:r>
              </a:p>
            </p:txBody>
          </p:sp>
          <p:sp>
            <p:nvSpPr>
              <p:cNvPr id="32" name="文本框 31">
                <a:extLst>
                  <a:ext uri="{FF2B5EF4-FFF2-40B4-BE49-F238E27FC236}">
                    <a16:creationId xmlns:a16="http://schemas.microsoft.com/office/drawing/2014/main" id="{A29A16B6-41CE-4380-A7D1-3B1C979E895C}"/>
                  </a:ext>
                </a:extLst>
              </p:cNvPr>
              <p:cNvSpPr txBox="1"/>
              <p:nvPr/>
            </p:nvSpPr>
            <p:spPr>
              <a:xfrm>
                <a:off x="3889665" y="2478314"/>
                <a:ext cx="226720" cy="369332"/>
              </a:xfrm>
              <a:prstGeom prst="rect">
                <a:avLst/>
              </a:prstGeom>
              <a:solidFill>
                <a:schemeClr val="bg1"/>
              </a:solidFill>
            </p:spPr>
            <p:txBody>
              <a:bodyPr wrap="square" rtlCol="0">
                <a:spAutoFit/>
              </a:bodyPr>
              <a:lstStyle/>
              <a:p>
                <a:pPr algn="ctr"/>
                <a:r>
                  <a:rPr lang="en-US" altLang="zh-CN" b="1" dirty="0"/>
                  <a:t>6</a:t>
                </a:r>
                <a:endParaRPr lang="zh-CN" altLang="en-US" b="1" dirty="0"/>
              </a:p>
            </p:txBody>
          </p:sp>
          <p:sp>
            <p:nvSpPr>
              <p:cNvPr id="33" name="文本框 32">
                <a:extLst>
                  <a:ext uri="{FF2B5EF4-FFF2-40B4-BE49-F238E27FC236}">
                    <a16:creationId xmlns:a16="http://schemas.microsoft.com/office/drawing/2014/main" id="{000A8B93-7000-44D6-ABE6-D3683DE957B0}"/>
                  </a:ext>
                </a:extLst>
              </p:cNvPr>
              <p:cNvSpPr txBox="1"/>
              <p:nvPr/>
            </p:nvSpPr>
            <p:spPr>
              <a:xfrm>
                <a:off x="5119162" y="2478314"/>
                <a:ext cx="226720" cy="369332"/>
              </a:xfrm>
              <a:prstGeom prst="rect">
                <a:avLst/>
              </a:prstGeom>
              <a:solidFill>
                <a:schemeClr val="bg1"/>
              </a:solidFill>
            </p:spPr>
            <p:txBody>
              <a:bodyPr wrap="square" rtlCol="0">
                <a:spAutoFit/>
              </a:bodyPr>
              <a:lstStyle/>
              <a:p>
                <a:pPr algn="ctr"/>
                <a:r>
                  <a:rPr lang="en-US" altLang="zh-CN" b="1" dirty="0"/>
                  <a:t>6</a:t>
                </a:r>
                <a:endParaRPr lang="zh-CN" altLang="en-US" b="1" dirty="0"/>
              </a:p>
            </p:txBody>
          </p:sp>
          <p:sp>
            <p:nvSpPr>
              <p:cNvPr id="34" name="文本框 33">
                <a:extLst>
                  <a:ext uri="{FF2B5EF4-FFF2-40B4-BE49-F238E27FC236}">
                    <a16:creationId xmlns:a16="http://schemas.microsoft.com/office/drawing/2014/main" id="{A3B30002-BB4B-43D5-B964-BBF8CA8D4A11}"/>
                  </a:ext>
                </a:extLst>
              </p:cNvPr>
              <p:cNvSpPr txBox="1"/>
              <p:nvPr/>
            </p:nvSpPr>
            <p:spPr>
              <a:xfrm>
                <a:off x="6090200" y="2478314"/>
                <a:ext cx="226720" cy="369332"/>
              </a:xfrm>
              <a:prstGeom prst="rect">
                <a:avLst/>
              </a:prstGeom>
              <a:solidFill>
                <a:schemeClr val="bg1"/>
              </a:solidFill>
            </p:spPr>
            <p:txBody>
              <a:bodyPr wrap="square" rtlCol="0">
                <a:spAutoFit/>
              </a:bodyPr>
              <a:lstStyle/>
              <a:p>
                <a:pPr algn="ctr"/>
                <a:r>
                  <a:rPr lang="en-US" altLang="zh-CN" b="1" dirty="0"/>
                  <a:t>2</a:t>
                </a:r>
                <a:endParaRPr lang="zh-CN" altLang="en-US" b="1" dirty="0"/>
              </a:p>
            </p:txBody>
          </p:sp>
          <p:sp>
            <p:nvSpPr>
              <p:cNvPr id="35" name="文本框 34">
                <a:extLst>
                  <a:ext uri="{FF2B5EF4-FFF2-40B4-BE49-F238E27FC236}">
                    <a16:creationId xmlns:a16="http://schemas.microsoft.com/office/drawing/2014/main" id="{FE129844-27AC-49E8-B7AB-92FA5F7A6E41}"/>
                  </a:ext>
                </a:extLst>
              </p:cNvPr>
              <p:cNvSpPr txBox="1"/>
              <p:nvPr/>
            </p:nvSpPr>
            <p:spPr>
              <a:xfrm>
                <a:off x="7536384" y="2478314"/>
                <a:ext cx="1178223" cy="369332"/>
              </a:xfrm>
              <a:prstGeom prst="rect">
                <a:avLst/>
              </a:prstGeom>
              <a:solidFill>
                <a:schemeClr val="bg1"/>
              </a:solidFill>
            </p:spPr>
            <p:txBody>
              <a:bodyPr wrap="square" rtlCol="0">
                <a:spAutoFit/>
              </a:bodyPr>
              <a:lstStyle/>
              <a:p>
                <a:pPr algn="ctr"/>
                <a:r>
                  <a:rPr lang="en-US" altLang="zh-CN" b="1" dirty="0"/>
                  <a:t>46</a:t>
                </a:r>
                <a:r>
                  <a:rPr lang="zh-CN" altLang="en-US" b="1" dirty="0"/>
                  <a:t>～</a:t>
                </a:r>
                <a:r>
                  <a:rPr lang="en-US" altLang="zh-CN" b="1" dirty="0"/>
                  <a:t>1500</a:t>
                </a:r>
                <a:endParaRPr lang="zh-CN" altLang="en-US" b="1" dirty="0"/>
              </a:p>
            </p:txBody>
          </p:sp>
          <p:sp>
            <p:nvSpPr>
              <p:cNvPr id="36" name="文本框 35">
                <a:extLst>
                  <a:ext uri="{FF2B5EF4-FFF2-40B4-BE49-F238E27FC236}">
                    <a16:creationId xmlns:a16="http://schemas.microsoft.com/office/drawing/2014/main" id="{A419AD89-9E95-4AAF-9809-2BD1EEA5514B}"/>
                  </a:ext>
                </a:extLst>
              </p:cNvPr>
              <p:cNvSpPr txBox="1"/>
              <p:nvPr/>
            </p:nvSpPr>
            <p:spPr>
              <a:xfrm>
                <a:off x="10047691" y="2478314"/>
                <a:ext cx="226720" cy="369332"/>
              </a:xfrm>
              <a:prstGeom prst="rect">
                <a:avLst/>
              </a:prstGeom>
              <a:solidFill>
                <a:schemeClr val="bg1"/>
              </a:solidFill>
            </p:spPr>
            <p:txBody>
              <a:bodyPr wrap="square" rtlCol="0">
                <a:spAutoFit/>
              </a:bodyPr>
              <a:lstStyle/>
              <a:p>
                <a:pPr algn="ctr"/>
                <a:r>
                  <a:rPr lang="en-US" altLang="zh-CN" b="1" dirty="0"/>
                  <a:t>4</a:t>
                </a:r>
                <a:endParaRPr lang="zh-CN" altLang="en-US" b="1" dirty="0"/>
              </a:p>
            </p:txBody>
          </p:sp>
          <p:cxnSp>
            <p:nvCxnSpPr>
              <p:cNvPr id="56" name="直接连接符 55">
                <a:extLst>
                  <a:ext uri="{FF2B5EF4-FFF2-40B4-BE49-F238E27FC236}">
                    <a16:creationId xmlns:a16="http://schemas.microsoft.com/office/drawing/2014/main" id="{639067BD-1F6E-4AFE-9B1D-B74FFC0C2A5C}"/>
                  </a:ext>
                </a:extLst>
              </p:cNvPr>
              <p:cNvCxnSpPr>
                <a:cxnSpLocks/>
              </p:cNvCxnSpPr>
              <p:nvPr/>
            </p:nvCxnSpPr>
            <p:spPr>
              <a:xfrm>
                <a:off x="3399593" y="2438125"/>
                <a:ext cx="0" cy="424873"/>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7" name="直接连接符 56">
                <a:extLst>
                  <a:ext uri="{FF2B5EF4-FFF2-40B4-BE49-F238E27FC236}">
                    <a16:creationId xmlns:a16="http://schemas.microsoft.com/office/drawing/2014/main" id="{7FFF8FC2-663E-411D-BB9D-E9854C448CBF}"/>
                  </a:ext>
                </a:extLst>
              </p:cNvPr>
              <p:cNvCxnSpPr>
                <a:cxnSpLocks/>
              </p:cNvCxnSpPr>
              <p:nvPr/>
            </p:nvCxnSpPr>
            <p:spPr>
              <a:xfrm>
                <a:off x="10606174" y="2438125"/>
                <a:ext cx="0" cy="424873"/>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grpSp>
      </p:grpSp>
      <p:grpSp>
        <p:nvGrpSpPr>
          <p:cNvPr id="7" name="组合 6">
            <a:extLst>
              <a:ext uri="{FF2B5EF4-FFF2-40B4-BE49-F238E27FC236}">
                <a16:creationId xmlns:a16="http://schemas.microsoft.com/office/drawing/2014/main" id="{186E6A8F-E0CA-4D35-A357-C2698A6F75D7}"/>
              </a:ext>
            </a:extLst>
          </p:cNvPr>
          <p:cNvGrpSpPr/>
          <p:nvPr/>
        </p:nvGrpSpPr>
        <p:grpSpPr>
          <a:xfrm>
            <a:off x="241214" y="4297341"/>
            <a:ext cx="11709572" cy="1060234"/>
            <a:chOff x="241214" y="4297341"/>
            <a:chExt cx="11709572" cy="1060234"/>
          </a:xfrm>
        </p:grpSpPr>
        <p:sp>
          <p:nvSpPr>
            <p:cNvPr id="12" name="矩形 11">
              <a:extLst>
                <a:ext uri="{FF2B5EF4-FFF2-40B4-BE49-F238E27FC236}">
                  <a16:creationId xmlns:a16="http://schemas.microsoft.com/office/drawing/2014/main" id="{B8DBF6A1-ABB4-45CC-AF70-D9759BE1E260}"/>
                </a:ext>
              </a:extLst>
            </p:cNvPr>
            <p:cNvSpPr/>
            <p:nvPr/>
          </p:nvSpPr>
          <p:spPr>
            <a:xfrm>
              <a:off x="5315379" y="4500251"/>
              <a:ext cx="1161617" cy="440998"/>
            </a:xfrm>
            <a:prstGeom prst="rect">
              <a:avLst/>
            </a:prstGeom>
            <a:solidFill>
              <a:schemeClr val="accent1">
                <a:lumMod val="75000"/>
              </a:schemeClr>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CN" b="1" dirty="0">
                  <a:solidFill>
                    <a:schemeClr val="bg1"/>
                  </a:solidFill>
                </a:rPr>
                <a:t>VLAN</a:t>
              </a:r>
              <a:r>
                <a:rPr lang="zh-CN" altLang="en-US" b="1" dirty="0">
                  <a:solidFill>
                    <a:schemeClr val="bg1"/>
                  </a:solidFill>
                </a:rPr>
                <a:t>标签</a:t>
              </a:r>
            </a:p>
          </p:txBody>
        </p:sp>
        <p:sp>
          <p:nvSpPr>
            <p:cNvPr id="38" name="矩形 37">
              <a:extLst>
                <a:ext uri="{FF2B5EF4-FFF2-40B4-BE49-F238E27FC236}">
                  <a16:creationId xmlns:a16="http://schemas.microsoft.com/office/drawing/2014/main" id="{8F546EB0-D3B7-4242-8851-44B137BDA925}"/>
                </a:ext>
              </a:extLst>
            </p:cNvPr>
            <p:cNvSpPr/>
            <p:nvPr/>
          </p:nvSpPr>
          <p:spPr>
            <a:xfrm>
              <a:off x="2856384" y="4500251"/>
              <a:ext cx="1229498" cy="440998"/>
            </a:xfrm>
            <a:prstGeom prst="rect">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zh-CN" altLang="en-US" b="1" dirty="0">
                  <a:solidFill>
                    <a:schemeClr val="tx1"/>
                  </a:solidFill>
                </a:rPr>
                <a:t>目的地址</a:t>
              </a:r>
            </a:p>
          </p:txBody>
        </p:sp>
        <p:sp>
          <p:nvSpPr>
            <p:cNvPr id="39" name="矩形 38">
              <a:extLst>
                <a:ext uri="{FF2B5EF4-FFF2-40B4-BE49-F238E27FC236}">
                  <a16:creationId xmlns:a16="http://schemas.microsoft.com/office/drawing/2014/main" id="{99EA4B49-2C19-4F57-9033-5201802070E2}"/>
                </a:ext>
              </a:extLst>
            </p:cNvPr>
            <p:cNvSpPr/>
            <p:nvPr/>
          </p:nvSpPr>
          <p:spPr>
            <a:xfrm>
              <a:off x="4085882" y="4500251"/>
              <a:ext cx="1229498" cy="440998"/>
            </a:xfrm>
            <a:prstGeom prst="rect">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zh-CN" altLang="en-US" b="1" dirty="0">
                  <a:solidFill>
                    <a:schemeClr val="tx1"/>
                  </a:solidFill>
                </a:rPr>
                <a:t>源地址</a:t>
              </a:r>
            </a:p>
          </p:txBody>
        </p:sp>
        <p:sp>
          <p:nvSpPr>
            <p:cNvPr id="40" name="矩形 39">
              <a:extLst>
                <a:ext uri="{FF2B5EF4-FFF2-40B4-BE49-F238E27FC236}">
                  <a16:creationId xmlns:a16="http://schemas.microsoft.com/office/drawing/2014/main" id="{B5AB568A-FD63-4EDC-8B4F-B759515BE347}"/>
                </a:ext>
              </a:extLst>
            </p:cNvPr>
            <p:cNvSpPr/>
            <p:nvPr/>
          </p:nvSpPr>
          <p:spPr>
            <a:xfrm>
              <a:off x="6477430" y="4500251"/>
              <a:ext cx="679934" cy="440998"/>
            </a:xfrm>
            <a:prstGeom prst="rect">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zh-CN" altLang="en-US" b="1" dirty="0">
                  <a:solidFill>
                    <a:schemeClr val="tx1"/>
                  </a:solidFill>
                </a:rPr>
                <a:t>类型</a:t>
              </a:r>
            </a:p>
          </p:txBody>
        </p:sp>
        <p:sp>
          <p:nvSpPr>
            <p:cNvPr id="41" name="矩形 40">
              <a:extLst>
                <a:ext uri="{FF2B5EF4-FFF2-40B4-BE49-F238E27FC236}">
                  <a16:creationId xmlns:a16="http://schemas.microsoft.com/office/drawing/2014/main" id="{6A24D59B-E20C-4CE1-8571-7FA7C3654174}"/>
                </a:ext>
              </a:extLst>
            </p:cNvPr>
            <p:cNvSpPr/>
            <p:nvPr/>
          </p:nvSpPr>
          <p:spPr>
            <a:xfrm>
              <a:off x="10338228" y="4500251"/>
              <a:ext cx="890246" cy="440998"/>
            </a:xfrm>
            <a:prstGeom prst="rect">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CN" b="1" dirty="0">
                  <a:solidFill>
                    <a:schemeClr val="tx1"/>
                  </a:solidFill>
                </a:rPr>
                <a:t>FCS</a:t>
              </a:r>
              <a:endParaRPr lang="zh-CN" altLang="en-US" b="1" dirty="0">
                <a:solidFill>
                  <a:schemeClr val="tx1"/>
                </a:solidFill>
              </a:endParaRPr>
            </a:p>
          </p:txBody>
        </p:sp>
        <p:sp>
          <p:nvSpPr>
            <p:cNvPr id="42" name="矩形 41">
              <a:extLst>
                <a:ext uri="{FF2B5EF4-FFF2-40B4-BE49-F238E27FC236}">
                  <a16:creationId xmlns:a16="http://schemas.microsoft.com/office/drawing/2014/main" id="{B7D76F3D-3288-4BEC-9540-6926CD9F65EE}"/>
                </a:ext>
              </a:extLst>
            </p:cNvPr>
            <p:cNvSpPr/>
            <p:nvPr/>
          </p:nvSpPr>
          <p:spPr>
            <a:xfrm>
              <a:off x="7157364" y="4500251"/>
              <a:ext cx="3180864" cy="440998"/>
            </a:xfrm>
            <a:prstGeom prst="rect">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zh-CN" altLang="en-US" b="1" dirty="0">
                  <a:solidFill>
                    <a:schemeClr val="tx1"/>
                  </a:solidFill>
                </a:rPr>
                <a:t>数据</a:t>
              </a:r>
            </a:p>
          </p:txBody>
        </p:sp>
        <p:cxnSp>
          <p:nvCxnSpPr>
            <p:cNvPr id="43" name="直接连接符 42">
              <a:extLst>
                <a:ext uri="{FF2B5EF4-FFF2-40B4-BE49-F238E27FC236}">
                  <a16:creationId xmlns:a16="http://schemas.microsoft.com/office/drawing/2014/main" id="{EAF3CDA5-5070-4E28-88FE-AAABCB2A9851}"/>
                </a:ext>
              </a:extLst>
            </p:cNvPr>
            <p:cNvCxnSpPr>
              <a:cxnSpLocks/>
            </p:cNvCxnSpPr>
            <p:nvPr/>
          </p:nvCxnSpPr>
          <p:spPr>
            <a:xfrm>
              <a:off x="5312586" y="4897705"/>
              <a:ext cx="0" cy="424873"/>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4" name="直接连接符 43">
              <a:extLst>
                <a:ext uri="{FF2B5EF4-FFF2-40B4-BE49-F238E27FC236}">
                  <a16:creationId xmlns:a16="http://schemas.microsoft.com/office/drawing/2014/main" id="{2372F856-3918-4298-A001-EF418856AC7C}"/>
                </a:ext>
              </a:extLst>
            </p:cNvPr>
            <p:cNvCxnSpPr>
              <a:cxnSpLocks/>
            </p:cNvCxnSpPr>
            <p:nvPr/>
          </p:nvCxnSpPr>
          <p:spPr>
            <a:xfrm>
              <a:off x="7158881" y="4887048"/>
              <a:ext cx="0" cy="424873"/>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5" name="直接连接符 44">
              <a:extLst>
                <a:ext uri="{FF2B5EF4-FFF2-40B4-BE49-F238E27FC236}">
                  <a16:creationId xmlns:a16="http://schemas.microsoft.com/office/drawing/2014/main" id="{09B5D86D-E317-45AE-AC3C-4D18C4D73655}"/>
                </a:ext>
              </a:extLst>
            </p:cNvPr>
            <p:cNvCxnSpPr>
              <a:cxnSpLocks/>
            </p:cNvCxnSpPr>
            <p:nvPr/>
          </p:nvCxnSpPr>
          <p:spPr>
            <a:xfrm>
              <a:off x="10337428" y="4921841"/>
              <a:ext cx="0" cy="424873"/>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6" name="直接箭头连接符 45">
              <a:extLst>
                <a:ext uri="{FF2B5EF4-FFF2-40B4-BE49-F238E27FC236}">
                  <a16:creationId xmlns:a16="http://schemas.microsoft.com/office/drawing/2014/main" id="{F684F40B-095D-4A61-9BFA-237EC0CD54E5}"/>
                </a:ext>
              </a:extLst>
            </p:cNvPr>
            <p:cNvCxnSpPr>
              <a:cxnSpLocks/>
            </p:cNvCxnSpPr>
            <p:nvPr/>
          </p:nvCxnSpPr>
          <p:spPr>
            <a:xfrm>
              <a:off x="6468335" y="5171858"/>
              <a:ext cx="689198" cy="0"/>
            </a:xfrm>
            <a:prstGeom prst="straightConnector1">
              <a:avLst/>
            </a:prstGeom>
            <a:ln w="12700">
              <a:solidFill>
                <a:schemeClr val="tx1"/>
              </a:solidFill>
              <a:headEnd type="triangle"/>
              <a:tailEnd type="triangle"/>
            </a:ln>
          </p:spPr>
          <p:style>
            <a:lnRef idx="1">
              <a:schemeClr val="accent1"/>
            </a:lnRef>
            <a:fillRef idx="0">
              <a:schemeClr val="accent1"/>
            </a:fillRef>
            <a:effectRef idx="0">
              <a:schemeClr val="accent1"/>
            </a:effectRef>
            <a:fontRef idx="minor">
              <a:schemeClr val="tx1"/>
            </a:fontRef>
          </p:style>
        </p:cxnSp>
        <p:sp>
          <p:nvSpPr>
            <p:cNvPr id="47" name="文本框 46">
              <a:extLst>
                <a:ext uri="{FF2B5EF4-FFF2-40B4-BE49-F238E27FC236}">
                  <a16:creationId xmlns:a16="http://schemas.microsoft.com/office/drawing/2014/main" id="{86206810-5591-48ED-827A-B6342FB32812}"/>
                </a:ext>
              </a:extLst>
            </p:cNvPr>
            <p:cNvSpPr txBox="1"/>
            <p:nvPr/>
          </p:nvSpPr>
          <p:spPr>
            <a:xfrm>
              <a:off x="6679109" y="4974881"/>
              <a:ext cx="226720" cy="369332"/>
            </a:xfrm>
            <a:prstGeom prst="rect">
              <a:avLst/>
            </a:prstGeom>
            <a:solidFill>
              <a:schemeClr val="bg1"/>
            </a:solidFill>
          </p:spPr>
          <p:txBody>
            <a:bodyPr wrap="square" rtlCol="0">
              <a:spAutoFit/>
            </a:bodyPr>
            <a:lstStyle/>
            <a:p>
              <a:pPr algn="ctr"/>
              <a:r>
                <a:rPr lang="en-US" altLang="zh-CN" b="1" dirty="0"/>
                <a:t>2</a:t>
              </a:r>
              <a:endParaRPr lang="zh-CN" altLang="en-US" b="1" dirty="0"/>
            </a:p>
          </p:txBody>
        </p:sp>
        <p:cxnSp>
          <p:nvCxnSpPr>
            <p:cNvPr id="48" name="直接箭头连接符 47">
              <a:extLst>
                <a:ext uri="{FF2B5EF4-FFF2-40B4-BE49-F238E27FC236}">
                  <a16:creationId xmlns:a16="http://schemas.microsoft.com/office/drawing/2014/main" id="{E417AB30-76A9-4CCA-8C67-55EC2334ED63}"/>
                </a:ext>
              </a:extLst>
            </p:cNvPr>
            <p:cNvCxnSpPr>
              <a:cxnSpLocks/>
            </p:cNvCxnSpPr>
            <p:nvPr/>
          </p:nvCxnSpPr>
          <p:spPr>
            <a:xfrm>
              <a:off x="7164059" y="5171858"/>
              <a:ext cx="3180864" cy="0"/>
            </a:xfrm>
            <a:prstGeom prst="straightConnector1">
              <a:avLst/>
            </a:prstGeom>
            <a:ln w="12700">
              <a:solidFill>
                <a:schemeClr val="tx1"/>
              </a:solidFill>
              <a:headEnd type="triangle"/>
              <a:tailEnd type="triangle"/>
            </a:ln>
          </p:spPr>
          <p:style>
            <a:lnRef idx="1">
              <a:schemeClr val="accent1"/>
            </a:lnRef>
            <a:fillRef idx="0">
              <a:schemeClr val="accent1"/>
            </a:fillRef>
            <a:effectRef idx="0">
              <a:schemeClr val="accent1"/>
            </a:effectRef>
            <a:fontRef idx="minor">
              <a:schemeClr val="tx1"/>
            </a:fontRef>
          </p:style>
        </p:cxnSp>
        <p:sp>
          <p:nvSpPr>
            <p:cNvPr id="49" name="文本框 48">
              <a:extLst>
                <a:ext uri="{FF2B5EF4-FFF2-40B4-BE49-F238E27FC236}">
                  <a16:creationId xmlns:a16="http://schemas.microsoft.com/office/drawing/2014/main" id="{B4CE50FD-4286-4D48-837C-D4C18F9E9A0A}"/>
                </a:ext>
              </a:extLst>
            </p:cNvPr>
            <p:cNvSpPr txBox="1"/>
            <p:nvPr/>
          </p:nvSpPr>
          <p:spPr>
            <a:xfrm>
              <a:off x="8158684" y="4980255"/>
              <a:ext cx="1178223" cy="369332"/>
            </a:xfrm>
            <a:prstGeom prst="rect">
              <a:avLst/>
            </a:prstGeom>
            <a:solidFill>
              <a:schemeClr val="bg1"/>
            </a:solidFill>
          </p:spPr>
          <p:txBody>
            <a:bodyPr wrap="square" rtlCol="0">
              <a:spAutoFit/>
            </a:bodyPr>
            <a:lstStyle/>
            <a:p>
              <a:pPr algn="ctr"/>
              <a:r>
                <a:rPr lang="en-US" altLang="zh-CN" b="1" dirty="0"/>
                <a:t>46</a:t>
              </a:r>
              <a:r>
                <a:rPr lang="zh-CN" altLang="en-US" b="1" dirty="0"/>
                <a:t>～</a:t>
              </a:r>
              <a:r>
                <a:rPr lang="en-US" altLang="zh-CN" b="1" dirty="0"/>
                <a:t>1500</a:t>
              </a:r>
              <a:endParaRPr lang="zh-CN" altLang="en-US" b="1" dirty="0"/>
            </a:p>
          </p:txBody>
        </p:sp>
        <p:cxnSp>
          <p:nvCxnSpPr>
            <p:cNvPr id="50" name="直接箭头连接符 49">
              <a:extLst>
                <a:ext uri="{FF2B5EF4-FFF2-40B4-BE49-F238E27FC236}">
                  <a16:creationId xmlns:a16="http://schemas.microsoft.com/office/drawing/2014/main" id="{DAD33244-6F5C-4F61-AD41-A9C2F9EDEF1A}"/>
                </a:ext>
              </a:extLst>
            </p:cNvPr>
            <p:cNvCxnSpPr>
              <a:cxnSpLocks/>
            </p:cNvCxnSpPr>
            <p:nvPr/>
          </p:nvCxnSpPr>
          <p:spPr>
            <a:xfrm>
              <a:off x="10344923" y="5173946"/>
              <a:ext cx="890246" cy="0"/>
            </a:xfrm>
            <a:prstGeom prst="straightConnector1">
              <a:avLst/>
            </a:prstGeom>
            <a:ln w="12700">
              <a:solidFill>
                <a:schemeClr val="tx1"/>
              </a:solidFill>
              <a:headEnd type="triangle"/>
              <a:tailEnd type="triangle"/>
            </a:ln>
          </p:spPr>
          <p:style>
            <a:lnRef idx="1">
              <a:schemeClr val="accent1"/>
            </a:lnRef>
            <a:fillRef idx="0">
              <a:schemeClr val="accent1"/>
            </a:fillRef>
            <a:effectRef idx="0">
              <a:schemeClr val="accent1"/>
            </a:effectRef>
            <a:fontRef idx="minor">
              <a:schemeClr val="tx1"/>
            </a:fontRef>
          </p:style>
        </p:cxnSp>
        <p:sp>
          <p:nvSpPr>
            <p:cNvPr id="51" name="文本框 50">
              <a:extLst>
                <a:ext uri="{FF2B5EF4-FFF2-40B4-BE49-F238E27FC236}">
                  <a16:creationId xmlns:a16="http://schemas.microsoft.com/office/drawing/2014/main" id="{601345AA-D57E-4CC2-9D80-F8C7B245469A}"/>
                </a:ext>
              </a:extLst>
            </p:cNvPr>
            <p:cNvSpPr txBox="1"/>
            <p:nvPr/>
          </p:nvSpPr>
          <p:spPr>
            <a:xfrm>
              <a:off x="10670879" y="4959421"/>
              <a:ext cx="226720" cy="369332"/>
            </a:xfrm>
            <a:prstGeom prst="rect">
              <a:avLst/>
            </a:prstGeom>
            <a:solidFill>
              <a:schemeClr val="bg1"/>
            </a:solidFill>
          </p:spPr>
          <p:txBody>
            <a:bodyPr wrap="square" rtlCol="0">
              <a:spAutoFit/>
            </a:bodyPr>
            <a:lstStyle/>
            <a:p>
              <a:pPr algn="ctr"/>
              <a:r>
                <a:rPr lang="en-US" altLang="zh-CN" b="1" dirty="0"/>
                <a:t>4</a:t>
              </a:r>
              <a:endParaRPr lang="zh-CN" altLang="en-US" b="1" dirty="0"/>
            </a:p>
          </p:txBody>
        </p:sp>
        <p:sp>
          <p:nvSpPr>
            <p:cNvPr id="52" name="文本框 51">
              <a:extLst>
                <a:ext uri="{FF2B5EF4-FFF2-40B4-BE49-F238E27FC236}">
                  <a16:creationId xmlns:a16="http://schemas.microsoft.com/office/drawing/2014/main" id="{25ADDC42-FBDE-474A-8E90-1A610A689771}"/>
                </a:ext>
              </a:extLst>
            </p:cNvPr>
            <p:cNvSpPr txBox="1"/>
            <p:nvPr/>
          </p:nvSpPr>
          <p:spPr>
            <a:xfrm>
              <a:off x="11288405" y="4987192"/>
              <a:ext cx="662381" cy="369332"/>
            </a:xfrm>
            <a:prstGeom prst="rect">
              <a:avLst/>
            </a:prstGeom>
            <a:noFill/>
          </p:spPr>
          <p:txBody>
            <a:bodyPr wrap="square" rtlCol="0">
              <a:spAutoFit/>
            </a:bodyPr>
            <a:lstStyle/>
            <a:p>
              <a:r>
                <a:rPr lang="zh-CN" altLang="en-US" b="1" dirty="0"/>
                <a:t>字节</a:t>
              </a:r>
            </a:p>
          </p:txBody>
        </p:sp>
        <p:sp>
          <p:nvSpPr>
            <p:cNvPr id="55" name="文本框 54">
              <a:extLst>
                <a:ext uri="{FF2B5EF4-FFF2-40B4-BE49-F238E27FC236}">
                  <a16:creationId xmlns:a16="http://schemas.microsoft.com/office/drawing/2014/main" id="{CBC4E190-C99B-4CED-9CE0-76275C9DE5A0}"/>
                </a:ext>
              </a:extLst>
            </p:cNvPr>
            <p:cNvSpPr txBox="1"/>
            <p:nvPr/>
          </p:nvSpPr>
          <p:spPr>
            <a:xfrm>
              <a:off x="241214" y="4297341"/>
              <a:ext cx="2570157" cy="646331"/>
            </a:xfrm>
            <a:prstGeom prst="rect">
              <a:avLst/>
            </a:prstGeom>
            <a:noFill/>
          </p:spPr>
          <p:txBody>
            <a:bodyPr wrap="square" rtlCol="0">
              <a:spAutoFit/>
            </a:bodyPr>
            <a:lstStyle/>
            <a:p>
              <a:pPr algn="ctr"/>
              <a:r>
                <a:rPr lang="en-US" altLang="zh-CN" b="1" dirty="0"/>
                <a:t>IEEE 802.1Q</a:t>
              </a:r>
              <a:r>
                <a:rPr lang="zh-CN" altLang="en-US" b="1" dirty="0"/>
                <a:t>帧</a:t>
              </a:r>
              <a:endParaRPr lang="en-US" altLang="zh-CN" b="1" dirty="0"/>
            </a:p>
            <a:p>
              <a:pPr algn="ctr"/>
              <a:r>
                <a:rPr lang="zh-CN" altLang="en-US" b="1" dirty="0"/>
                <a:t>（最大长度为</a:t>
              </a:r>
              <a:r>
                <a:rPr lang="en-US" altLang="zh-CN" b="1" dirty="0"/>
                <a:t>1522</a:t>
              </a:r>
              <a:r>
                <a:rPr lang="zh-CN" altLang="en-US" b="1" dirty="0"/>
                <a:t>字节）</a:t>
              </a:r>
            </a:p>
          </p:txBody>
        </p:sp>
        <p:cxnSp>
          <p:nvCxnSpPr>
            <p:cNvPr id="58" name="直接连接符 57">
              <a:extLst>
                <a:ext uri="{FF2B5EF4-FFF2-40B4-BE49-F238E27FC236}">
                  <a16:creationId xmlns:a16="http://schemas.microsoft.com/office/drawing/2014/main" id="{9EB552BC-030C-4AC8-ACB6-D326A20D9967}"/>
                </a:ext>
              </a:extLst>
            </p:cNvPr>
            <p:cNvCxnSpPr>
              <a:cxnSpLocks/>
            </p:cNvCxnSpPr>
            <p:nvPr/>
          </p:nvCxnSpPr>
          <p:spPr>
            <a:xfrm>
              <a:off x="4084313" y="4921842"/>
              <a:ext cx="0" cy="424873"/>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9" name="直接箭头连接符 58">
              <a:extLst>
                <a:ext uri="{FF2B5EF4-FFF2-40B4-BE49-F238E27FC236}">
                  <a16:creationId xmlns:a16="http://schemas.microsoft.com/office/drawing/2014/main" id="{6C122E44-C7D8-4D0E-A6A5-F09B631DBB9D}"/>
                </a:ext>
              </a:extLst>
            </p:cNvPr>
            <p:cNvCxnSpPr/>
            <p:nvPr/>
          </p:nvCxnSpPr>
          <p:spPr>
            <a:xfrm>
              <a:off x="2854815" y="5171858"/>
              <a:ext cx="1229498" cy="0"/>
            </a:xfrm>
            <a:prstGeom prst="straightConnector1">
              <a:avLst/>
            </a:prstGeom>
            <a:ln w="12700">
              <a:solidFill>
                <a:schemeClr val="tx1"/>
              </a:solidFill>
              <a:headEnd type="triangle"/>
              <a:tailEnd type="triangle"/>
            </a:ln>
          </p:spPr>
          <p:style>
            <a:lnRef idx="1">
              <a:schemeClr val="accent1"/>
            </a:lnRef>
            <a:fillRef idx="0">
              <a:schemeClr val="accent1"/>
            </a:fillRef>
            <a:effectRef idx="0">
              <a:schemeClr val="accent1"/>
            </a:effectRef>
            <a:fontRef idx="minor">
              <a:schemeClr val="tx1"/>
            </a:fontRef>
          </p:style>
        </p:cxnSp>
        <p:sp>
          <p:nvSpPr>
            <p:cNvPr id="60" name="文本框 59">
              <a:extLst>
                <a:ext uri="{FF2B5EF4-FFF2-40B4-BE49-F238E27FC236}">
                  <a16:creationId xmlns:a16="http://schemas.microsoft.com/office/drawing/2014/main" id="{4987A6AE-6EC9-481D-94FB-B998D7970CF4}"/>
                </a:ext>
              </a:extLst>
            </p:cNvPr>
            <p:cNvSpPr txBox="1"/>
            <p:nvPr/>
          </p:nvSpPr>
          <p:spPr>
            <a:xfrm>
              <a:off x="3348346" y="4987192"/>
              <a:ext cx="226720" cy="369332"/>
            </a:xfrm>
            <a:prstGeom prst="rect">
              <a:avLst/>
            </a:prstGeom>
            <a:solidFill>
              <a:schemeClr val="bg1"/>
            </a:solidFill>
          </p:spPr>
          <p:txBody>
            <a:bodyPr wrap="square" rtlCol="0">
              <a:spAutoFit/>
            </a:bodyPr>
            <a:lstStyle/>
            <a:p>
              <a:pPr algn="ctr"/>
              <a:r>
                <a:rPr lang="en-US" altLang="zh-CN" b="1" dirty="0"/>
                <a:t>6</a:t>
              </a:r>
              <a:endParaRPr lang="zh-CN" altLang="en-US" b="1" dirty="0"/>
            </a:p>
          </p:txBody>
        </p:sp>
        <p:cxnSp>
          <p:nvCxnSpPr>
            <p:cNvPr id="61" name="直接连接符 60">
              <a:extLst>
                <a:ext uri="{FF2B5EF4-FFF2-40B4-BE49-F238E27FC236}">
                  <a16:creationId xmlns:a16="http://schemas.microsoft.com/office/drawing/2014/main" id="{5A7F721C-9248-4BB9-84D8-71CF35F82CEA}"/>
                </a:ext>
              </a:extLst>
            </p:cNvPr>
            <p:cNvCxnSpPr>
              <a:cxnSpLocks/>
            </p:cNvCxnSpPr>
            <p:nvPr/>
          </p:nvCxnSpPr>
          <p:spPr>
            <a:xfrm>
              <a:off x="2859953" y="4909423"/>
              <a:ext cx="0" cy="424873"/>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62" name="直接箭头连接符 61">
              <a:extLst>
                <a:ext uri="{FF2B5EF4-FFF2-40B4-BE49-F238E27FC236}">
                  <a16:creationId xmlns:a16="http://schemas.microsoft.com/office/drawing/2014/main" id="{1367DDED-565C-466F-B8FB-D84B9983352E}"/>
                </a:ext>
              </a:extLst>
            </p:cNvPr>
            <p:cNvCxnSpPr/>
            <p:nvPr/>
          </p:nvCxnSpPr>
          <p:spPr>
            <a:xfrm>
              <a:off x="4092738" y="5172909"/>
              <a:ext cx="1229498" cy="0"/>
            </a:xfrm>
            <a:prstGeom prst="straightConnector1">
              <a:avLst/>
            </a:prstGeom>
            <a:ln w="12700">
              <a:solidFill>
                <a:schemeClr val="tx1"/>
              </a:solidFill>
              <a:headEnd type="triangle"/>
              <a:tailEnd type="triangle"/>
            </a:ln>
          </p:spPr>
          <p:style>
            <a:lnRef idx="1">
              <a:schemeClr val="accent1"/>
            </a:lnRef>
            <a:fillRef idx="0">
              <a:schemeClr val="accent1"/>
            </a:fillRef>
            <a:effectRef idx="0">
              <a:schemeClr val="accent1"/>
            </a:effectRef>
            <a:fontRef idx="minor">
              <a:schemeClr val="tx1"/>
            </a:fontRef>
          </p:style>
        </p:cxnSp>
        <p:sp>
          <p:nvSpPr>
            <p:cNvPr id="63" name="文本框 62">
              <a:extLst>
                <a:ext uri="{FF2B5EF4-FFF2-40B4-BE49-F238E27FC236}">
                  <a16:creationId xmlns:a16="http://schemas.microsoft.com/office/drawing/2014/main" id="{DC32F068-881E-45C1-9668-4075B2EF6936}"/>
                </a:ext>
              </a:extLst>
            </p:cNvPr>
            <p:cNvSpPr txBox="1"/>
            <p:nvPr/>
          </p:nvSpPr>
          <p:spPr>
            <a:xfrm>
              <a:off x="4586269" y="4988243"/>
              <a:ext cx="226720" cy="369332"/>
            </a:xfrm>
            <a:prstGeom prst="rect">
              <a:avLst/>
            </a:prstGeom>
            <a:solidFill>
              <a:schemeClr val="bg1"/>
            </a:solidFill>
          </p:spPr>
          <p:txBody>
            <a:bodyPr wrap="square" rtlCol="0">
              <a:spAutoFit/>
            </a:bodyPr>
            <a:lstStyle/>
            <a:p>
              <a:pPr algn="ctr"/>
              <a:r>
                <a:rPr lang="en-US" altLang="zh-CN" b="1" dirty="0"/>
                <a:t>6</a:t>
              </a:r>
              <a:endParaRPr lang="zh-CN" altLang="en-US" b="1" dirty="0"/>
            </a:p>
          </p:txBody>
        </p:sp>
        <p:cxnSp>
          <p:nvCxnSpPr>
            <p:cNvPr id="64" name="直接箭头连接符 63">
              <a:extLst>
                <a:ext uri="{FF2B5EF4-FFF2-40B4-BE49-F238E27FC236}">
                  <a16:creationId xmlns:a16="http://schemas.microsoft.com/office/drawing/2014/main" id="{F68C6F8A-FAA3-469E-B015-30784A3FB4CA}"/>
                </a:ext>
              </a:extLst>
            </p:cNvPr>
            <p:cNvCxnSpPr>
              <a:cxnSpLocks/>
            </p:cNvCxnSpPr>
            <p:nvPr/>
          </p:nvCxnSpPr>
          <p:spPr>
            <a:xfrm>
              <a:off x="5322786" y="5171858"/>
              <a:ext cx="1154210" cy="0"/>
            </a:xfrm>
            <a:prstGeom prst="straightConnector1">
              <a:avLst/>
            </a:prstGeom>
            <a:ln w="12700">
              <a:solidFill>
                <a:schemeClr val="tx1"/>
              </a:solidFill>
              <a:headEnd type="triangle"/>
              <a:tailEnd type="triangle"/>
            </a:ln>
          </p:spPr>
          <p:style>
            <a:lnRef idx="1">
              <a:schemeClr val="accent1"/>
            </a:lnRef>
            <a:fillRef idx="0">
              <a:schemeClr val="accent1"/>
            </a:fillRef>
            <a:effectRef idx="0">
              <a:schemeClr val="accent1"/>
            </a:effectRef>
            <a:fontRef idx="minor">
              <a:schemeClr val="tx1"/>
            </a:fontRef>
          </p:style>
        </p:cxnSp>
        <p:sp>
          <p:nvSpPr>
            <p:cNvPr id="65" name="文本框 64">
              <a:extLst>
                <a:ext uri="{FF2B5EF4-FFF2-40B4-BE49-F238E27FC236}">
                  <a16:creationId xmlns:a16="http://schemas.microsoft.com/office/drawing/2014/main" id="{F22516F5-FA04-4FA8-AFE0-AE0FDD85A242}"/>
                </a:ext>
              </a:extLst>
            </p:cNvPr>
            <p:cNvSpPr txBox="1"/>
            <p:nvPr/>
          </p:nvSpPr>
          <p:spPr>
            <a:xfrm>
              <a:off x="5759616" y="4987192"/>
              <a:ext cx="226720" cy="369332"/>
            </a:xfrm>
            <a:prstGeom prst="rect">
              <a:avLst/>
            </a:prstGeom>
            <a:solidFill>
              <a:schemeClr val="bg1"/>
            </a:solidFill>
          </p:spPr>
          <p:txBody>
            <a:bodyPr wrap="square" rtlCol="0">
              <a:spAutoFit/>
            </a:bodyPr>
            <a:lstStyle/>
            <a:p>
              <a:pPr algn="ctr"/>
              <a:r>
                <a:rPr lang="en-US" altLang="zh-CN" b="1" dirty="0"/>
                <a:t>4</a:t>
              </a:r>
              <a:endParaRPr lang="zh-CN" altLang="en-US" b="1" dirty="0"/>
            </a:p>
          </p:txBody>
        </p:sp>
        <p:cxnSp>
          <p:nvCxnSpPr>
            <p:cNvPr id="66" name="直接连接符 65">
              <a:extLst>
                <a:ext uri="{FF2B5EF4-FFF2-40B4-BE49-F238E27FC236}">
                  <a16:creationId xmlns:a16="http://schemas.microsoft.com/office/drawing/2014/main" id="{243B4991-114F-4B6F-AEC5-BA899F15E85D}"/>
                </a:ext>
              </a:extLst>
            </p:cNvPr>
            <p:cNvCxnSpPr>
              <a:cxnSpLocks/>
            </p:cNvCxnSpPr>
            <p:nvPr/>
          </p:nvCxnSpPr>
          <p:spPr>
            <a:xfrm>
              <a:off x="6474516" y="4897705"/>
              <a:ext cx="0" cy="424873"/>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67" name="直接连接符 66">
              <a:extLst>
                <a:ext uri="{FF2B5EF4-FFF2-40B4-BE49-F238E27FC236}">
                  <a16:creationId xmlns:a16="http://schemas.microsoft.com/office/drawing/2014/main" id="{1BEC4275-0F17-4F73-9348-C2251EB8C0A6}"/>
                </a:ext>
              </a:extLst>
            </p:cNvPr>
            <p:cNvCxnSpPr>
              <a:cxnSpLocks/>
            </p:cNvCxnSpPr>
            <p:nvPr/>
          </p:nvCxnSpPr>
          <p:spPr>
            <a:xfrm>
              <a:off x="11224700" y="4883221"/>
              <a:ext cx="0" cy="424873"/>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92" name="组合 91">
            <a:extLst>
              <a:ext uri="{FF2B5EF4-FFF2-40B4-BE49-F238E27FC236}">
                <a16:creationId xmlns:a16="http://schemas.microsoft.com/office/drawing/2014/main" id="{655F3F0A-2380-4F86-8F1D-91206FAD0FC8}"/>
              </a:ext>
            </a:extLst>
          </p:cNvPr>
          <p:cNvGrpSpPr/>
          <p:nvPr/>
        </p:nvGrpSpPr>
        <p:grpSpPr>
          <a:xfrm>
            <a:off x="5312586" y="3309311"/>
            <a:ext cx="1155749" cy="1190940"/>
            <a:chOff x="5312586" y="3309311"/>
            <a:chExt cx="1155749" cy="1190940"/>
          </a:xfrm>
        </p:grpSpPr>
        <p:cxnSp>
          <p:nvCxnSpPr>
            <p:cNvPr id="88" name="直接连接符 87">
              <a:extLst>
                <a:ext uri="{FF2B5EF4-FFF2-40B4-BE49-F238E27FC236}">
                  <a16:creationId xmlns:a16="http://schemas.microsoft.com/office/drawing/2014/main" id="{CB003A91-B8EB-4F96-BEE3-5C2B82419EA7}"/>
                </a:ext>
              </a:extLst>
            </p:cNvPr>
            <p:cNvCxnSpPr/>
            <p:nvPr/>
          </p:nvCxnSpPr>
          <p:spPr>
            <a:xfrm flipV="1">
              <a:off x="5312586" y="3309311"/>
              <a:ext cx="542544" cy="1190940"/>
            </a:xfrm>
            <a:prstGeom prst="line">
              <a:avLst/>
            </a:prstGeom>
            <a:ln w="12700">
              <a:solidFill>
                <a:schemeClr val="accent1">
                  <a:lumMod val="75000"/>
                </a:schemeClr>
              </a:solidFill>
              <a:prstDash val="dash"/>
              <a:tailEnd type="none"/>
            </a:ln>
          </p:spPr>
          <p:style>
            <a:lnRef idx="1">
              <a:schemeClr val="accent1"/>
            </a:lnRef>
            <a:fillRef idx="0">
              <a:schemeClr val="accent1"/>
            </a:fillRef>
            <a:effectRef idx="0">
              <a:schemeClr val="accent1"/>
            </a:effectRef>
            <a:fontRef idx="minor">
              <a:schemeClr val="tx1"/>
            </a:fontRef>
          </p:style>
        </p:cxnSp>
        <p:cxnSp>
          <p:nvCxnSpPr>
            <p:cNvPr id="89" name="直接连接符 88">
              <a:extLst>
                <a:ext uri="{FF2B5EF4-FFF2-40B4-BE49-F238E27FC236}">
                  <a16:creationId xmlns:a16="http://schemas.microsoft.com/office/drawing/2014/main" id="{297A893B-4740-45F6-958A-EB63278107C8}"/>
                </a:ext>
              </a:extLst>
            </p:cNvPr>
            <p:cNvCxnSpPr>
              <a:cxnSpLocks/>
            </p:cNvCxnSpPr>
            <p:nvPr/>
          </p:nvCxnSpPr>
          <p:spPr>
            <a:xfrm flipH="1" flipV="1">
              <a:off x="5872976" y="3309311"/>
              <a:ext cx="595359" cy="1189890"/>
            </a:xfrm>
            <a:prstGeom prst="line">
              <a:avLst/>
            </a:prstGeom>
            <a:ln w="12700">
              <a:solidFill>
                <a:schemeClr val="accent1">
                  <a:lumMod val="75000"/>
                </a:schemeClr>
              </a:solidFill>
              <a:prstDash val="dash"/>
              <a:tailEnd type="none"/>
            </a:ln>
          </p:spPr>
          <p:style>
            <a:lnRef idx="1">
              <a:schemeClr val="accent1"/>
            </a:lnRef>
            <a:fillRef idx="0">
              <a:schemeClr val="accent1"/>
            </a:fillRef>
            <a:effectRef idx="0">
              <a:schemeClr val="accent1"/>
            </a:effectRef>
            <a:fontRef idx="minor">
              <a:schemeClr val="tx1"/>
            </a:fontRef>
          </p:style>
        </p:cxnSp>
      </p:grpSp>
      <p:sp>
        <p:nvSpPr>
          <p:cNvPr id="68" name="平行四边形 67">
            <a:extLst>
              <a:ext uri="{FF2B5EF4-FFF2-40B4-BE49-F238E27FC236}">
                <a16:creationId xmlns:a16="http://schemas.microsoft.com/office/drawing/2014/main" id="{EFF9AAE0-5B25-3D59-8E9D-890A554BF252}"/>
              </a:ext>
            </a:extLst>
          </p:cNvPr>
          <p:cNvSpPr/>
          <p:nvPr/>
        </p:nvSpPr>
        <p:spPr>
          <a:xfrm>
            <a:off x="304799" y="749300"/>
            <a:ext cx="678493" cy="387090"/>
          </a:xfrm>
          <a:prstGeom prst="parallelogram">
            <a:avLst/>
          </a:prstGeom>
          <a:solidFill>
            <a:schemeClr val="accent3">
              <a:lumMod val="75000"/>
            </a:schemeClr>
          </a:solidFill>
          <a:ln>
            <a:solidFill>
              <a:schemeClr val="accent3">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CN" sz="2200" dirty="0">
                <a:latin typeface="Impact" panose="020B0806030902050204" pitchFamily="34" charset="0"/>
              </a:rPr>
              <a:t>03</a:t>
            </a:r>
            <a:endParaRPr lang="zh-CN" altLang="en-US" sz="2200" dirty="0">
              <a:latin typeface="Impact" panose="020B0806030902050204" pitchFamily="34" charset="0"/>
            </a:endParaRPr>
          </a:p>
        </p:txBody>
      </p:sp>
    </p:spTree>
    <p:custDataLst>
      <p:tags r:id="rId1"/>
    </p:custDataLst>
    <p:extLst>
      <p:ext uri="{BB962C8B-B14F-4D97-AF65-F5344CB8AC3E}">
        <p14:creationId xmlns:p14="http://schemas.microsoft.com/office/powerpoint/2010/main" val="2249437030"/>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2" fill="hold" grpId="0" nodeType="withEffect">
                                  <p:stCondLst>
                                    <p:cond delay="0"/>
                                  </p:stCondLst>
                                  <p:childTnLst>
                                    <p:set>
                                      <p:cBhvr>
                                        <p:cTn id="6" dur="1" fill="hold">
                                          <p:stCondLst>
                                            <p:cond delay="0"/>
                                          </p:stCondLst>
                                        </p:cTn>
                                        <p:tgtEl>
                                          <p:spTgt spid="9"/>
                                        </p:tgtEl>
                                        <p:attrNameLst>
                                          <p:attrName>style.visibility</p:attrName>
                                        </p:attrNameLst>
                                      </p:cBhvr>
                                      <p:to>
                                        <p:strVal val="visible"/>
                                      </p:to>
                                    </p:set>
                                    <p:anim calcmode="lin" valueType="num">
                                      <p:cBhvr additive="base">
                                        <p:cTn id="7" dur="500" fill="hold"/>
                                        <p:tgtEl>
                                          <p:spTgt spid="9"/>
                                        </p:tgtEl>
                                        <p:attrNameLst>
                                          <p:attrName>ppt_x</p:attrName>
                                        </p:attrNameLst>
                                      </p:cBhvr>
                                      <p:tavLst>
                                        <p:tav tm="0">
                                          <p:val>
                                            <p:strVal val="1+#ppt_w/2"/>
                                          </p:val>
                                        </p:tav>
                                        <p:tav tm="100000">
                                          <p:val>
                                            <p:strVal val="#ppt_x"/>
                                          </p:val>
                                        </p:tav>
                                      </p:tavLst>
                                    </p:anim>
                                    <p:anim calcmode="lin" valueType="num">
                                      <p:cBhvr additive="base">
                                        <p:cTn id="8" dur="500" fill="hold"/>
                                        <p:tgtEl>
                                          <p:spTgt spid="9"/>
                                        </p:tgtEl>
                                        <p:attrNameLst>
                                          <p:attrName>ppt_y</p:attrName>
                                        </p:attrNameLst>
                                      </p:cBhvr>
                                      <p:tavLst>
                                        <p:tav tm="0">
                                          <p:val>
                                            <p:strVal val="#ppt_y"/>
                                          </p:val>
                                        </p:tav>
                                        <p:tav tm="100000">
                                          <p:val>
                                            <p:strVal val="#ppt_y"/>
                                          </p:val>
                                        </p:tav>
                                      </p:tavLst>
                                    </p:anim>
                                  </p:childTnLst>
                                </p:cTn>
                              </p:par>
                            </p:childTnLst>
                          </p:cTn>
                        </p:par>
                      </p:childTnLst>
                    </p:cTn>
                  </p:par>
                  <p:par>
                    <p:cTn id="9" fill="hold">
                      <p:stCondLst>
                        <p:cond delay="indefinite"/>
                      </p:stCondLst>
                      <p:childTnLst>
                        <p:par>
                          <p:cTn id="10" fill="hold">
                            <p:stCondLst>
                              <p:cond delay="0"/>
                            </p:stCondLst>
                            <p:childTnLst>
                              <p:par>
                                <p:cTn id="11" presetID="49" presetClass="entr" presetSubtype="0" decel="100000" fill="hold" grpId="0" nodeType="clickEffect">
                                  <p:stCondLst>
                                    <p:cond delay="0"/>
                                  </p:stCondLst>
                                  <p:childTnLst>
                                    <p:set>
                                      <p:cBhvr>
                                        <p:cTn id="12" dur="1" fill="hold">
                                          <p:stCondLst>
                                            <p:cond delay="0"/>
                                          </p:stCondLst>
                                        </p:cTn>
                                        <p:tgtEl>
                                          <p:spTgt spid="10"/>
                                        </p:tgtEl>
                                        <p:attrNameLst>
                                          <p:attrName>style.visibility</p:attrName>
                                        </p:attrNameLst>
                                      </p:cBhvr>
                                      <p:to>
                                        <p:strVal val="visible"/>
                                      </p:to>
                                    </p:set>
                                    <p:anim calcmode="lin" valueType="num">
                                      <p:cBhvr>
                                        <p:cTn id="13" dur="500" fill="hold"/>
                                        <p:tgtEl>
                                          <p:spTgt spid="10"/>
                                        </p:tgtEl>
                                        <p:attrNameLst>
                                          <p:attrName>ppt_w</p:attrName>
                                        </p:attrNameLst>
                                      </p:cBhvr>
                                      <p:tavLst>
                                        <p:tav tm="0">
                                          <p:val>
                                            <p:fltVal val="0"/>
                                          </p:val>
                                        </p:tav>
                                        <p:tav tm="100000">
                                          <p:val>
                                            <p:strVal val="#ppt_w"/>
                                          </p:val>
                                        </p:tav>
                                      </p:tavLst>
                                    </p:anim>
                                    <p:anim calcmode="lin" valueType="num">
                                      <p:cBhvr>
                                        <p:cTn id="14" dur="500" fill="hold"/>
                                        <p:tgtEl>
                                          <p:spTgt spid="10"/>
                                        </p:tgtEl>
                                        <p:attrNameLst>
                                          <p:attrName>ppt_h</p:attrName>
                                        </p:attrNameLst>
                                      </p:cBhvr>
                                      <p:tavLst>
                                        <p:tav tm="0">
                                          <p:val>
                                            <p:fltVal val="0"/>
                                          </p:val>
                                        </p:tav>
                                        <p:tav tm="100000">
                                          <p:val>
                                            <p:strVal val="#ppt_h"/>
                                          </p:val>
                                        </p:tav>
                                      </p:tavLst>
                                    </p:anim>
                                    <p:anim calcmode="lin" valueType="num">
                                      <p:cBhvr>
                                        <p:cTn id="15" dur="500" fill="hold"/>
                                        <p:tgtEl>
                                          <p:spTgt spid="10"/>
                                        </p:tgtEl>
                                        <p:attrNameLst>
                                          <p:attrName>style.rotation</p:attrName>
                                        </p:attrNameLst>
                                      </p:cBhvr>
                                      <p:tavLst>
                                        <p:tav tm="0">
                                          <p:val>
                                            <p:fltVal val="360"/>
                                          </p:val>
                                        </p:tav>
                                        <p:tav tm="100000">
                                          <p:val>
                                            <p:fltVal val="0"/>
                                          </p:val>
                                        </p:tav>
                                      </p:tavLst>
                                    </p:anim>
                                    <p:animEffect transition="in" filter="fade">
                                      <p:cBhvr>
                                        <p:cTn id="16" dur="500"/>
                                        <p:tgtEl>
                                          <p:spTgt spid="10"/>
                                        </p:tgtEl>
                                      </p:cBhvr>
                                    </p:animEffect>
                                  </p:childTnLst>
                                </p:cTn>
                              </p:par>
                            </p:childTnLst>
                          </p:cTn>
                        </p:par>
                        <p:par>
                          <p:cTn id="17" fill="hold">
                            <p:stCondLst>
                              <p:cond delay="500"/>
                            </p:stCondLst>
                            <p:childTnLst>
                              <p:par>
                                <p:cTn id="18" presetID="1" presetClass="entr" presetSubtype="0" fill="hold" grpId="0" nodeType="afterEffect">
                                  <p:stCondLst>
                                    <p:cond delay="0"/>
                                  </p:stCondLst>
                                  <p:iterate type="lt">
                                    <p:tmAbs val="100"/>
                                  </p:iterate>
                                  <p:childTnLst>
                                    <p:set>
                                      <p:cBhvr>
                                        <p:cTn id="19" dur="1" fill="hold">
                                          <p:stCondLst>
                                            <p:cond delay="0"/>
                                          </p:stCondLst>
                                        </p:cTn>
                                        <p:tgtEl>
                                          <p:spTgt spid="11"/>
                                        </p:tgtEl>
                                        <p:attrNameLst>
                                          <p:attrName>style.visibility</p:attrName>
                                        </p:attrNameLst>
                                      </p:cBhvr>
                                      <p:to>
                                        <p:strVal val="visible"/>
                                      </p:to>
                                    </p:set>
                                  </p:childTnLst>
                                </p:cTn>
                              </p:par>
                            </p:childTnLst>
                          </p:cTn>
                        </p:par>
                      </p:childTnLst>
                    </p:cTn>
                  </p:par>
                  <p:par>
                    <p:cTn id="20" fill="hold">
                      <p:stCondLst>
                        <p:cond delay="indefinite"/>
                      </p:stCondLst>
                      <p:childTnLst>
                        <p:par>
                          <p:cTn id="21" fill="hold">
                            <p:stCondLst>
                              <p:cond delay="0"/>
                            </p:stCondLst>
                            <p:childTnLst>
                              <p:par>
                                <p:cTn id="22" presetID="30" presetClass="entr" presetSubtype="0" fill="hold" nodeType="clickEffect">
                                  <p:stCondLst>
                                    <p:cond delay="0"/>
                                  </p:stCondLst>
                                  <p:childTnLst>
                                    <p:set>
                                      <p:cBhvr>
                                        <p:cTn id="23" dur="1" fill="hold">
                                          <p:stCondLst>
                                            <p:cond delay="0"/>
                                          </p:stCondLst>
                                        </p:cTn>
                                        <p:tgtEl>
                                          <p:spTgt spid="6"/>
                                        </p:tgtEl>
                                        <p:attrNameLst>
                                          <p:attrName>style.visibility</p:attrName>
                                        </p:attrNameLst>
                                      </p:cBhvr>
                                      <p:to>
                                        <p:strVal val="visible"/>
                                      </p:to>
                                    </p:set>
                                    <p:animEffect transition="in" filter="fade">
                                      <p:cBhvr>
                                        <p:cTn id="24" dur="800" decel="100000"/>
                                        <p:tgtEl>
                                          <p:spTgt spid="6"/>
                                        </p:tgtEl>
                                      </p:cBhvr>
                                    </p:animEffect>
                                    <p:anim calcmode="lin" valueType="num">
                                      <p:cBhvr>
                                        <p:cTn id="25" dur="800" decel="100000" fill="hold"/>
                                        <p:tgtEl>
                                          <p:spTgt spid="6"/>
                                        </p:tgtEl>
                                        <p:attrNameLst>
                                          <p:attrName>style.rotation</p:attrName>
                                        </p:attrNameLst>
                                      </p:cBhvr>
                                      <p:tavLst>
                                        <p:tav tm="0">
                                          <p:val>
                                            <p:fltVal val="-90"/>
                                          </p:val>
                                        </p:tav>
                                        <p:tav tm="100000">
                                          <p:val>
                                            <p:fltVal val="0"/>
                                          </p:val>
                                        </p:tav>
                                      </p:tavLst>
                                    </p:anim>
                                    <p:anim calcmode="lin" valueType="num">
                                      <p:cBhvr>
                                        <p:cTn id="26" dur="800" decel="100000" fill="hold"/>
                                        <p:tgtEl>
                                          <p:spTgt spid="6"/>
                                        </p:tgtEl>
                                        <p:attrNameLst>
                                          <p:attrName>ppt_x</p:attrName>
                                        </p:attrNameLst>
                                      </p:cBhvr>
                                      <p:tavLst>
                                        <p:tav tm="0">
                                          <p:val>
                                            <p:strVal val="#ppt_x+0.4"/>
                                          </p:val>
                                        </p:tav>
                                        <p:tav tm="100000">
                                          <p:val>
                                            <p:strVal val="#ppt_x-0.05"/>
                                          </p:val>
                                        </p:tav>
                                      </p:tavLst>
                                    </p:anim>
                                    <p:anim calcmode="lin" valueType="num">
                                      <p:cBhvr>
                                        <p:cTn id="27" dur="800" decel="100000" fill="hold"/>
                                        <p:tgtEl>
                                          <p:spTgt spid="6"/>
                                        </p:tgtEl>
                                        <p:attrNameLst>
                                          <p:attrName>ppt_y</p:attrName>
                                        </p:attrNameLst>
                                      </p:cBhvr>
                                      <p:tavLst>
                                        <p:tav tm="0">
                                          <p:val>
                                            <p:strVal val="#ppt_y-0.4"/>
                                          </p:val>
                                        </p:tav>
                                        <p:tav tm="100000">
                                          <p:val>
                                            <p:strVal val="#ppt_y+0.1"/>
                                          </p:val>
                                        </p:tav>
                                      </p:tavLst>
                                    </p:anim>
                                    <p:anim calcmode="lin" valueType="num">
                                      <p:cBhvr>
                                        <p:cTn id="28" dur="200" accel="100000" fill="hold">
                                          <p:stCondLst>
                                            <p:cond delay="800"/>
                                          </p:stCondLst>
                                        </p:cTn>
                                        <p:tgtEl>
                                          <p:spTgt spid="6"/>
                                        </p:tgtEl>
                                        <p:attrNameLst>
                                          <p:attrName>ppt_x</p:attrName>
                                        </p:attrNameLst>
                                      </p:cBhvr>
                                      <p:tavLst>
                                        <p:tav tm="0">
                                          <p:val>
                                            <p:strVal val="#ppt_x-0.05"/>
                                          </p:val>
                                        </p:tav>
                                        <p:tav tm="100000">
                                          <p:val>
                                            <p:strVal val="#ppt_x"/>
                                          </p:val>
                                        </p:tav>
                                      </p:tavLst>
                                    </p:anim>
                                    <p:anim calcmode="lin" valueType="num">
                                      <p:cBhvr>
                                        <p:cTn id="29" dur="200" accel="100000" fill="hold">
                                          <p:stCondLst>
                                            <p:cond delay="800"/>
                                          </p:stCondLst>
                                        </p:cTn>
                                        <p:tgtEl>
                                          <p:spTgt spid="6"/>
                                        </p:tgtEl>
                                        <p:attrNameLst>
                                          <p:attrName>ppt_y</p:attrName>
                                        </p:attrNameLst>
                                      </p:cBhvr>
                                      <p:tavLst>
                                        <p:tav tm="0">
                                          <p:val>
                                            <p:strVal val="#ppt_y+0.1"/>
                                          </p:val>
                                        </p:tav>
                                        <p:tav tm="100000">
                                          <p:val>
                                            <p:strVal val="#ppt_y"/>
                                          </p:val>
                                        </p:tav>
                                      </p:tavLst>
                                    </p:anim>
                                  </p:childTnLst>
                                </p:cTn>
                              </p:par>
                            </p:childTnLst>
                          </p:cTn>
                        </p:par>
                      </p:childTnLst>
                    </p:cTn>
                  </p:par>
                  <p:par>
                    <p:cTn id="30" fill="hold">
                      <p:stCondLst>
                        <p:cond delay="indefinite"/>
                      </p:stCondLst>
                      <p:childTnLst>
                        <p:par>
                          <p:cTn id="31" fill="hold">
                            <p:stCondLst>
                              <p:cond delay="0"/>
                            </p:stCondLst>
                            <p:childTnLst>
                              <p:par>
                                <p:cTn id="32" presetID="47" presetClass="entr" presetSubtype="0" fill="hold" nodeType="clickEffect">
                                  <p:stCondLst>
                                    <p:cond delay="0"/>
                                  </p:stCondLst>
                                  <p:childTnLst>
                                    <p:set>
                                      <p:cBhvr>
                                        <p:cTn id="33" dur="1" fill="hold">
                                          <p:stCondLst>
                                            <p:cond delay="0"/>
                                          </p:stCondLst>
                                        </p:cTn>
                                        <p:tgtEl>
                                          <p:spTgt spid="7"/>
                                        </p:tgtEl>
                                        <p:attrNameLst>
                                          <p:attrName>style.visibility</p:attrName>
                                        </p:attrNameLst>
                                      </p:cBhvr>
                                      <p:to>
                                        <p:strVal val="visible"/>
                                      </p:to>
                                    </p:set>
                                    <p:animEffect transition="in" filter="fade">
                                      <p:cBhvr>
                                        <p:cTn id="34" dur="1000"/>
                                        <p:tgtEl>
                                          <p:spTgt spid="7"/>
                                        </p:tgtEl>
                                      </p:cBhvr>
                                    </p:animEffect>
                                    <p:anim calcmode="lin" valueType="num">
                                      <p:cBhvr>
                                        <p:cTn id="35" dur="1000" fill="hold"/>
                                        <p:tgtEl>
                                          <p:spTgt spid="7"/>
                                        </p:tgtEl>
                                        <p:attrNameLst>
                                          <p:attrName>ppt_x</p:attrName>
                                        </p:attrNameLst>
                                      </p:cBhvr>
                                      <p:tavLst>
                                        <p:tav tm="0">
                                          <p:val>
                                            <p:strVal val="#ppt_x"/>
                                          </p:val>
                                        </p:tav>
                                        <p:tav tm="100000">
                                          <p:val>
                                            <p:strVal val="#ppt_x"/>
                                          </p:val>
                                        </p:tav>
                                      </p:tavLst>
                                    </p:anim>
                                    <p:anim calcmode="lin" valueType="num">
                                      <p:cBhvr>
                                        <p:cTn id="36" dur="1000" fill="hold"/>
                                        <p:tgtEl>
                                          <p:spTgt spid="7"/>
                                        </p:tgtEl>
                                        <p:attrNameLst>
                                          <p:attrName>ppt_y</p:attrName>
                                        </p:attrNameLst>
                                      </p:cBhvr>
                                      <p:tavLst>
                                        <p:tav tm="0">
                                          <p:val>
                                            <p:strVal val="#ppt_y-.1"/>
                                          </p:val>
                                        </p:tav>
                                        <p:tav tm="100000">
                                          <p:val>
                                            <p:strVal val="#ppt_y"/>
                                          </p:val>
                                        </p:tav>
                                      </p:tavLst>
                                    </p:anim>
                                  </p:childTnLst>
                                </p:cTn>
                              </p:par>
                            </p:childTnLst>
                          </p:cTn>
                        </p:par>
                      </p:childTnLst>
                    </p:cTn>
                  </p:par>
                  <p:par>
                    <p:cTn id="37" fill="hold">
                      <p:stCondLst>
                        <p:cond delay="indefinite"/>
                      </p:stCondLst>
                      <p:childTnLst>
                        <p:par>
                          <p:cTn id="38" fill="hold">
                            <p:stCondLst>
                              <p:cond delay="0"/>
                            </p:stCondLst>
                            <p:childTnLst>
                              <p:par>
                                <p:cTn id="39" presetID="22" presetClass="entr" presetSubtype="4" fill="hold" nodeType="clickEffect">
                                  <p:stCondLst>
                                    <p:cond delay="0"/>
                                  </p:stCondLst>
                                  <p:childTnLst>
                                    <p:set>
                                      <p:cBhvr>
                                        <p:cTn id="40" dur="1" fill="hold">
                                          <p:stCondLst>
                                            <p:cond delay="0"/>
                                          </p:stCondLst>
                                        </p:cTn>
                                        <p:tgtEl>
                                          <p:spTgt spid="92"/>
                                        </p:tgtEl>
                                        <p:attrNameLst>
                                          <p:attrName>style.visibility</p:attrName>
                                        </p:attrNameLst>
                                      </p:cBhvr>
                                      <p:to>
                                        <p:strVal val="visible"/>
                                      </p:to>
                                    </p:set>
                                    <p:animEffect transition="in" filter="wipe(down)">
                                      <p:cBhvr>
                                        <p:cTn id="41" dur="500"/>
                                        <p:tgtEl>
                                          <p:spTgt spid="92"/>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9" grpId="0"/>
      <p:bldP spid="10" grpId="0" animBg="1"/>
      <p:bldP spid="11" grpId="0"/>
    </p:bldLst>
  </p:timing>
</p:sld>
</file>

<file path=ppt/slides/slide48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4" name="组合 3">
            <a:extLst>
              <a:ext uri="{FF2B5EF4-FFF2-40B4-BE49-F238E27FC236}">
                <a16:creationId xmlns:a16="http://schemas.microsoft.com/office/drawing/2014/main" id="{9A1EA9F2-FCB6-48C3-935F-7AE7E3AD14AC}"/>
              </a:ext>
            </a:extLst>
          </p:cNvPr>
          <p:cNvGrpSpPr/>
          <p:nvPr/>
        </p:nvGrpSpPr>
        <p:grpSpPr>
          <a:xfrm>
            <a:off x="304800" y="749300"/>
            <a:ext cx="4938199" cy="400110"/>
            <a:chOff x="424117" y="898245"/>
            <a:chExt cx="4938199" cy="400110"/>
          </a:xfrm>
        </p:grpSpPr>
        <p:sp>
          <p:nvSpPr>
            <p:cNvPr id="2" name="平行四边形 1">
              <a:extLst>
                <a:ext uri="{FF2B5EF4-FFF2-40B4-BE49-F238E27FC236}">
                  <a16:creationId xmlns:a16="http://schemas.microsoft.com/office/drawing/2014/main" id="{1F5BAA3F-9845-4F89-A2DD-8222D3E4EDAC}"/>
                </a:ext>
              </a:extLst>
            </p:cNvPr>
            <p:cNvSpPr/>
            <p:nvPr/>
          </p:nvSpPr>
          <p:spPr>
            <a:xfrm>
              <a:off x="424117" y="898245"/>
              <a:ext cx="628306" cy="387090"/>
            </a:xfrm>
            <a:prstGeom prst="parallelogram">
              <a:avLst/>
            </a:prstGeom>
            <a:solidFill>
              <a:schemeClr val="accent3">
                <a:lumMod val="75000"/>
              </a:schemeClr>
            </a:solidFill>
            <a:ln>
              <a:solidFill>
                <a:schemeClr val="accent3">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CN" sz="2200" dirty="0">
                  <a:latin typeface="Impact" panose="020B0806030902050204" pitchFamily="34" charset="0"/>
                </a:rPr>
                <a:t>01</a:t>
              </a:r>
              <a:endParaRPr lang="zh-CN" altLang="en-US" sz="2200" dirty="0">
                <a:latin typeface="Impact" panose="020B0806030902050204" pitchFamily="34" charset="0"/>
              </a:endParaRPr>
            </a:p>
          </p:txBody>
        </p:sp>
        <p:sp>
          <p:nvSpPr>
            <p:cNvPr id="3" name="文本框 2">
              <a:extLst>
                <a:ext uri="{FF2B5EF4-FFF2-40B4-BE49-F238E27FC236}">
                  <a16:creationId xmlns:a16="http://schemas.microsoft.com/office/drawing/2014/main" id="{4D6BD736-A4D3-4F26-AFED-36E11F50F70B}"/>
                </a:ext>
              </a:extLst>
            </p:cNvPr>
            <p:cNvSpPr txBox="1"/>
            <p:nvPr/>
          </p:nvSpPr>
          <p:spPr>
            <a:xfrm>
              <a:off x="1052423" y="898245"/>
              <a:ext cx="4309893" cy="400110"/>
            </a:xfrm>
            <a:prstGeom prst="rect">
              <a:avLst/>
            </a:prstGeom>
            <a:noFill/>
          </p:spPr>
          <p:txBody>
            <a:bodyPr wrap="square" rtlCol="0">
              <a:spAutoFit/>
            </a:bodyPr>
            <a:lstStyle/>
            <a:p>
              <a:r>
                <a:rPr lang="zh-CN" altLang="en-US" sz="2000" b="1" dirty="0">
                  <a:solidFill>
                    <a:schemeClr val="tx1"/>
                  </a:solidFill>
                  <a:latin typeface="Arial Narrow" panose="020B0606020202030204" pitchFamily="34" charset="0"/>
                </a:rPr>
                <a:t>虚拟局域网</a:t>
              </a:r>
              <a:r>
                <a:rPr lang="en-US" altLang="zh-CN" sz="2000" b="1" dirty="0">
                  <a:solidFill>
                    <a:schemeClr val="tx1"/>
                  </a:solidFill>
                  <a:latin typeface="Arial Narrow" panose="020B0606020202030204" pitchFamily="34" charset="0"/>
                </a:rPr>
                <a:t>VLAN</a:t>
              </a:r>
              <a:r>
                <a:rPr lang="zh-CN" altLang="en-US" sz="2000" b="1" dirty="0">
                  <a:solidFill>
                    <a:schemeClr val="tx1"/>
                  </a:solidFill>
                  <a:latin typeface="Arial Narrow" panose="020B0606020202030204" pitchFamily="34" charset="0"/>
                </a:rPr>
                <a:t>的</a:t>
              </a:r>
              <a:r>
                <a:rPr lang="zh-CN" altLang="en-US" sz="2000" b="1" dirty="0">
                  <a:latin typeface="Arial Narrow" panose="020B0606020202030204" pitchFamily="34" charset="0"/>
                </a:rPr>
                <a:t>实现机制</a:t>
              </a:r>
              <a:endParaRPr lang="en-US" altLang="zh-CN" sz="2000" b="1" dirty="0">
                <a:solidFill>
                  <a:schemeClr val="tx1"/>
                </a:solidFill>
                <a:latin typeface="Arial Narrow" panose="020B0606020202030204" pitchFamily="34" charset="0"/>
              </a:endParaRPr>
            </a:p>
          </p:txBody>
        </p:sp>
      </p:grpSp>
      <p:sp>
        <p:nvSpPr>
          <p:cNvPr id="9" name="文本框 8">
            <a:extLst>
              <a:ext uri="{FF2B5EF4-FFF2-40B4-BE49-F238E27FC236}">
                <a16:creationId xmlns:a16="http://schemas.microsoft.com/office/drawing/2014/main" id="{7E01F55D-5303-4639-8DD9-B3123C1AE516}"/>
              </a:ext>
            </a:extLst>
          </p:cNvPr>
          <p:cNvSpPr txBox="1"/>
          <p:nvPr/>
        </p:nvSpPr>
        <p:spPr>
          <a:xfrm>
            <a:off x="4141958" y="742690"/>
            <a:ext cx="2354092" cy="400110"/>
          </a:xfrm>
          <a:prstGeom prst="rect">
            <a:avLst/>
          </a:prstGeom>
          <a:noFill/>
        </p:spPr>
        <p:txBody>
          <a:bodyPr wrap="square" rtlCol="0">
            <a:spAutoFit/>
          </a:bodyPr>
          <a:lstStyle/>
          <a:p>
            <a:r>
              <a:rPr lang="en-US" altLang="zh-CN" sz="2000" b="1" dirty="0">
                <a:solidFill>
                  <a:schemeClr val="accent3">
                    <a:lumMod val="75000"/>
                  </a:schemeClr>
                </a:solidFill>
                <a:latin typeface="Arial Narrow" panose="020B0606020202030204" pitchFamily="34" charset="0"/>
              </a:rPr>
              <a:t>——  IEEE 802.1Q</a:t>
            </a:r>
            <a:r>
              <a:rPr lang="zh-CN" altLang="en-US" sz="2000" b="1" dirty="0">
                <a:solidFill>
                  <a:schemeClr val="accent3">
                    <a:lumMod val="75000"/>
                  </a:schemeClr>
                </a:solidFill>
                <a:latin typeface="Arial Narrow" panose="020B0606020202030204" pitchFamily="34" charset="0"/>
              </a:rPr>
              <a:t>帧</a:t>
            </a:r>
            <a:endParaRPr lang="en-US" altLang="zh-CN" sz="2000" b="1" dirty="0">
              <a:solidFill>
                <a:schemeClr val="accent3">
                  <a:lumMod val="75000"/>
                </a:schemeClr>
              </a:solidFill>
              <a:latin typeface="Arial Narrow" panose="020B0606020202030204" pitchFamily="34" charset="0"/>
            </a:endParaRPr>
          </a:p>
        </p:txBody>
      </p:sp>
      <p:grpSp>
        <p:nvGrpSpPr>
          <p:cNvPr id="8" name="组合 7">
            <a:extLst>
              <a:ext uri="{FF2B5EF4-FFF2-40B4-BE49-F238E27FC236}">
                <a16:creationId xmlns:a16="http://schemas.microsoft.com/office/drawing/2014/main" id="{2B68B186-13FA-46D3-9FE8-26EE29FE21A9}"/>
              </a:ext>
            </a:extLst>
          </p:cNvPr>
          <p:cNvGrpSpPr/>
          <p:nvPr/>
        </p:nvGrpSpPr>
        <p:grpSpPr>
          <a:xfrm>
            <a:off x="241214" y="1251021"/>
            <a:ext cx="11709572" cy="873251"/>
            <a:chOff x="241214" y="1251021"/>
            <a:chExt cx="11709572" cy="873251"/>
          </a:xfrm>
        </p:grpSpPr>
        <p:sp>
          <p:nvSpPr>
            <p:cNvPr id="12" name="矩形 11">
              <a:extLst>
                <a:ext uri="{FF2B5EF4-FFF2-40B4-BE49-F238E27FC236}">
                  <a16:creationId xmlns:a16="http://schemas.microsoft.com/office/drawing/2014/main" id="{B8DBF6A1-ABB4-45CC-AF70-D9759BE1E260}"/>
                </a:ext>
              </a:extLst>
            </p:cNvPr>
            <p:cNvSpPr/>
            <p:nvPr/>
          </p:nvSpPr>
          <p:spPr>
            <a:xfrm>
              <a:off x="5315379" y="1680851"/>
              <a:ext cx="1161617" cy="440998"/>
            </a:xfrm>
            <a:prstGeom prst="rect">
              <a:avLst/>
            </a:prstGeom>
            <a:solidFill>
              <a:schemeClr val="accent1">
                <a:lumMod val="75000"/>
              </a:schemeClr>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CN" b="1" dirty="0">
                  <a:solidFill>
                    <a:schemeClr val="bg1"/>
                  </a:solidFill>
                </a:rPr>
                <a:t>VLAN</a:t>
              </a:r>
              <a:r>
                <a:rPr lang="zh-CN" altLang="en-US" b="1" dirty="0">
                  <a:solidFill>
                    <a:schemeClr val="bg1"/>
                  </a:solidFill>
                </a:rPr>
                <a:t>标签</a:t>
              </a:r>
            </a:p>
          </p:txBody>
        </p:sp>
        <p:sp>
          <p:nvSpPr>
            <p:cNvPr id="38" name="矩形 37">
              <a:extLst>
                <a:ext uri="{FF2B5EF4-FFF2-40B4-BE49-F238E27FC236}">
                  <a16:creationId xmlns:a16="http://schemas.microsoft.com/office/drawing/2014/main" id="{8F546EB0-D3B7-4242-8851-44B137BDA925}"/>
                </a:ext>
              </a:extLst>
            </p:cNvPr>
            <p:cNvSpPr/>
            <p:nvPr/>
          </p:nvSpPr>
          <p:spPr>
            <a:xfrm>
              <a:off x="2856384" y="1680851"/>
              <a:ext cx="1229498" cy="440998"/>
            </a:xfrm>
            <a:prstGeom prst="rect">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zh-CN" altLang="en-US" b="1" dirty="0">
                  <a:solidFill>
                    <a:schemeClr val="tx1"/>
                  </a:solidFill>
                </a:rPr>
                <a:t>目的地址</a:t>
              </a:r>
            </a:p>
          </p:txBody>
        </p:sp>
        <p:sp>
          <p:nvSpPr>
            <p:cNvPr id="39" name="矩形 38">
              <a:extLst>
                <a:ext uri="{FF2B5EF4-FFF2-40B4-BE49-F238E27FC236}">
                  <a16:creationId xmlns:a16="http://schemas.microsoft.com/office/drawing/2014/main" id="{99EA4B49-2C19-4F57-9033-5201802070E2}"/>
                </a:ext>
              </a:extLst>
            </p:cNvPr>
            <p:cNvSpPr/>
            <p:nvPr/>
          </p:nvSpPr>
          <p:spPr>
            <a:xfrm>
              <a:off x="4085882" y="1680851"/>
              <a:ext cx="1229498" cy="440998"/>
            </a:xfrm>
            <a:prstGeom prst="rect">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zh-CN" altLang="en-US" b="1" dirty="0">
                  <a:solidFill>
                    <a:schemeClr val="tx1"/>
                  </a:solidFill>
                </a:rPr>
                <a:t>源地址</a:t>
              </a:r>
            </a:p>
          </p:txBody>
        </p:sp>
        <p:sp>
          <p:nvSpPr>
            <p:cNvPr id="40" name="矩形 39">
              <a:extLst>
                <a:ext uri="{FF2B5EF4-FFF2-40B4-BE49-F238E27FC236}">
                  <a16:creationId xmlns:a16="http://schemas.microsoft.com/office/drawing/2014/main" id="{B5AB568A-FD63-4EDC-8B4F-B759515BE347}"/>
                </a:ext>
              </a:extLst>
            </p:cNvPr>
            <p:cNvSpPr/>
            <p:nvPr/>
          </p:nvSpPr>
          <p:spPr>
            <a:xfrm>
              <a:off x="6477430" y="1680851"/>
              <a:ext cx="679934" cy="440998"/>
            </a:xfrm>
            <a:prstGeom prst="rect">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zh-CN" altLang="en-US" b="1" dirty="0">
                  <a:solidFill>
                    <a:schemeClr val="tx1"/>
                  </a:solidFill>
                </a:rPr>
                <a:t>类型</a:t>
              </a:r>
            </a:p>
          </p:txBody>
        </p:sp>
        <p:sp>
          <p:nvSpPr>
            <p:cNvPr id="41" name="矩形 40">
              <a:extLst>
                <a:ext uri="{FF2B5EF4-FFF2-40B4-BE49-F238E27FC236}">
                  <a16:creationId xmlns:a16="http://schemas.microsoft.com/office/drawing/2014/main" id="{6A24D59B-E20C-4CE1-8571-7FA7C3654174}"/>
                </a:ext>
              </a:extLst>
            </p:cNvPr>
            <p:cNvSpPr/>
            <p:nvPr/>
          </p:nvSpPr>
          <p:spPr>
            <a:xfrm>
              <a:off x="10338228" y="1680851"/>
              <a:ext cx="890246" cy="440998"/>
            </a:xfrm>
            <a:prstGeom prst="rect">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CN" b="1" dirty="0">
                  <a:solidFill>
                    <a:schemeClr val="tx1"/>
                  </a:solidFill>
                </a:rPr>
                <a:t>FCS</a:t>
              </a:r>
              <a:endParaRPr lang="zh-CN" altLang="en-US" b="1" dirty="0">
                <a:solidFill>
                  <a:schemeClr val="tx1"/>
                </a:solidFill>
              </a:endParaRPr>
            </a:p>
          </p:txBody>
        </p:sp>
        <p:sp>
          <p:nvSpPr>
            <p:cNvPr id="42" name="矩形 41">
              <a:extLst>
                <a:ext uri="{FF2B5EF4-FFF2-40B4-BE49-F238E27FC236}">
                  <a16:creationId xmlns:a16="http://schemas.microsoft.com/office/drawing/2014/main" id="{B7D76F3D-3288-4BEC-9540-6926CD9F65EE}"/>
                </a:ext>
              </a:extLst>
            </p:cNvPr>
            <p:cNvSpPr/>
            <p:nvPr/>
          </p:nvSpPr>
          <p:spPr>
            <a:xfrm>
              <a:off x="7157364" y="1680851"/>
              <a:ext cx="3180864" cy="440998"/>
            </a:xfrm>
            <a:prstGeom prst="rect">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zh-CN" altLang="en-US" b="1" dirty="0">
                  <a:solidFill>
                    <a:schemeClr val="tx1"/>
                  </a:solidFill>
                </a:rPr>
                <a:t>数据</a:t>
              </a:r>
            </a:p>
          </p:txBody>
        </p:sp>
        <p:cxnSp>
          <p:nvCxnSpPr>
            <p:cNvPr id="43" name="直接连接符 42">
              <a:extLst>
                <a:ext uri="{FF2B5EF4-FFF2-40B4-BE49-F238E27FC236}">
                  <a16:creationId xmlns:a16="http://schemas.microsoft.com/office/drawing/2014/main" id="{EAF3CDA5-5070-4E28-88FE-AAABCB2A9851}"/>
                </a:ext>
              </a:extLst>
            </p:cNvPr>
            <p:cNvCxnSpPr>
              <a:cxnSpLocks/>
            </p:cNvCxnSpPr>
            <p:nvPr/>
          </p:nvCxnSpPr>
          <p:spPr>
            <a:xfrm>
              <a:off x="5312586" y="1251021"/>
              <a:ext cx="0" cy="424873"/>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4" name="直接连接符 43">
              <a:extLst>
                <a:ext uri="{FF2B5EF4-FFF2-40B4-BE49-F238E27FC236}">
                  <a16:creationId xmlns:a16="http://schemas.microsoft.com/office/drawing/2014/main" id="{2372F856-3918-4298-A001-EF418856AC7C}"/>
                </a:ext>
              </a:extLst>
            </p:cNvPr>
            <p:cNvCxnSpPr>
              <a:cxnSpLocks/>
            </p:cNvCxnSpPr>
            <p:nvPr/>
          </p:nvCxnSpPr>
          <p:spPr>
            <a:xfrm>
              <a:off x="7158881" y="1251021"/>
              <a:ext cx="0" cy="424873"/>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5" name="直接连接符 44">
              <a:extLst>
                <a:ext uri="{FF2B5EF4-FFF2-40B4-BE49-F238E27FC236}">
                  <a16:creationId xmlns:a16="http://schemas.microsoft.com/office/drawing/2014/main" id="{09B5D86D-E317-45AE-AC3C-4D18C4D73655}"/>
                </a:ext>
              </a:extLst>
            </p:cNvPr>
            <p:cNvCxnSpPr>
              <a:cxnSpLocks/>
            </p:cNvCxnSpPr>
            <p:nvPr/>
          </p:nvCxnSpPr>
          <p:spPr>
            <a:xfrm>
              <a:off x="10337428" y="1251021"/>
              <a:ext cx="0" cy="424873"/>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6" name="直接箭头连接符 45">
              <a:extLst>
                <a:ext uri="{FF2B5EF4-FFF2-40B4-BE49-F238E27FC236}">
                  <a16:creationId xmlns:a16="http://schemas.microsoft.com/office/drawing/2014/main" id="{F684F40B-095D-4A61-9BFA-237EC0CD54E5}"/>
                </a:ext>
              </a:extLst>
            </p:cNvPr>
            <p:cNvCxnSpPr>
              <a:cxnSpLocks/>
            </p:cNvCxnSpPr>
            <p:nvPr/>
          </p:nvCxnSpPr>
          <p:spPr>
            <a:xfrm>
              <a:off x="6468335" y="1476158"/>
              <a:ext cx="689198" cy="0"/>
            </a:xfrm>
            <a:prstGeom prst="straightConnector1">
              <a:avLst/>
            </a:prstGeom>
            <a:ln w="12700">
              <a:solidFill>
                <a:schemeClr val="tx1"/>
              </a:solidFill>
              <a:headEnd type="triangle"/>
              <a:tailEnd type="triangle"/>
            </a:ln>
          </p:spPr>
          <p:style>
            <a:lnRef idx="1">
              <a:schemeClr val="accent1"/>
            </a:lnRef>
            <a:fillRef idx="0">
              <a:schemeClr val="accent1"/>
            </a:fillRef>
            <a:effectRef idx="0">
              <a:schemeClr val="accent1"/>
            </a:effectRef>
            <a:fontRef idx="minor">
              <a:schemeClr val="tx1"/>
            </a:fontRef>
          </p:style>
        </p:cxnSp>
        <p:sp>
          <p:nvSpPr>
            <p:cNvPr id="47" name="文本框 46">
              <a:extLst>
                <a:ext uri="{FF2B5EF4-FFF2-40B4-BE49-F238E27FC236}">
                  <a16:creationId xmlns:a16="http://schemas.microsoft.com/office/drawing/2014/main" id="{86206810-5591-48ED-827A-B6342FB32812}"/>
                </a:ext>
              </a:extLst>
            </p:cNvPr>
            <p:cNvSpPr txBox="1"/>
            <p:nvPr/>
          </p:nvSpPr>
          <p:spPr>
            <a:xfrm>
              <a:off x="6679109" y="1279181"/>
              <a:ext cx="226720" cy="369332"/>
            </a:xfrm>
            <a:prstGeom prst="rect">
              <a:avLst/>
            </a:prstGeom>
            <a:solidFill>
              <a:schemeClr val="bg1"/>
            </a:solidFill>
          </p:spPr>
          <p:txBody>
            <a:bodyPr wrap="square" rtlCol="0">
              <a:spAutoFit/>
            </a:bodyPr>
            <a:lstStyle/>
            <a:p>
              <a:pPr algn="ctr"/>
              <a:r>
                <a:rPr lang="en-US" altLang="zh-CN" b="1" dirty="0"/>
                <a:t>2</a:t>
              </a:r>
              <a:endParaRPr lang="zh-CN" altLang="en-US" b="1" dirty="0"/>
            </a:p>
          </p:txBody>
        </p:sp>
        <p:cxnSp>
          <p:nvCxnSpPr>
            <p:cNvPr id="48" name="直接箭头连接符 47">
              <a:extLst>
                <a:ext uri="{FF2B5EF4-FFF2-40B4-BE49-F238E27FC236}">
                  <a16:creationId xmlns:a16="http://schemas.microsoft.com/office/drawing/2014/main" id="{E417AB30-76A9-4CCA-8C67-55EC2334ED63}"/>
                </a:ext>
              </a:extLst>
            </p:cNvPr>
            <p:cNvCxnSpPr>
              <a:cxnSpLocks/>
            </p:cNvCxnSpPr>
            <p:nvPr/>
          </p:nvCxnSpPr>
          <p:spPr>
            <a:xfrm>
              <a:off x="7164059" y="1476158"/>
              <a:ext cx="3180864" cy="0"/>
            </a:xfrm>
            <a:prstGeom prst="straightConnector1">
              <a:avLst/>
            </a:prstGeom>
            <a:ln w="12700">
              <a:solidFill>
                <a:schemeClr val="tx1"/>
              </a:solidFill>
              <a:headEnd type="triangle"/>
              <a:tailEnd type="triangle"/>
            </a:ln>
          </p:spPr>
          <p:style>
            <a:lnRef idx="1">
              <a:schemeClr val="accent1"/>
            </a:lnRef>
            <a:fillRef idx="0">
              <a:schemeClr val="accent1"/>
            </a:fillRef>
            <a:effectRef idx="0">
              <a:schemeClr val="accent1"/>
            </a:effectRef>
            <a:fontRef idx="minor">
              <a:schemeClr val="tx1"/>
            </a:fontRef>
          </p:style>
        </p:cxnSp>
        <p:sp>
          <p:nvSpPr>
            <p:cNvPr id="49" name="文本框 48">
              <a:extLst>
                <a:ext uri="{FF2B5EF4-FFF2-40B4-BE49-F238E27FC236}">
                  <a16:creationId xmlns:a16="http://schemas.microsoft.com/office/drawing/2014/main" id="{B4CE50FD-4286-4D48-837C-D4C18F9E9A0A}"/>
                </a:ext>
              </a:extLst>
            </p:cNvPr>
            <p:cNvSpPr txBox="1"/>
            <p:nvPr/>
          </p:nvSpPr>
          <p:spPr>
            <a:xfrm>
              <a:off x="8158684" y="1284555"/>
              <a:ext cx="1178223" cy="369332"/>
            </a:xfrm>
            <a:prstGeom prst="rect">
              <a:avLst/>
            </a:prstGeom>
            <a:solidFill>
              <a:schemeClr val="bg1"/>
            </a:solidFill>
          </p:spPr>
          <p:txBody>
            <a:bodyPr wrap="square" rtlCol="0">
              <a:spAutoFit/>
            </a:bodyPr>
            <a:lstStyle/>
            <a:p>
              <a:pPr algn="ctr"/>
              <a:r>
                <a:rPr lang="en-US" altLang="zh-CN" b="1" dirty="0"/>
                <a:t>46</a:t>
              </a:r>
              <a:r>
                <a:rPr lang="zh-CN" altLang="en-US" b="1" dirty="0"/>
                <a:t>～</a:t>
              </a:r>
              <a:r>
                <a:rPr lang="en-US" altLang="zh-CN" b="1" dirty="0"/>
                <a:t>1500</a:t>
              </a:r>
              <a:endParaRPr lang="zh-CN" altLang="en-US" b="1" dirty="0"/>
            </a:p>
          </p:txBody>
        </p:sp>
        <p:cxnSp>
          <p:nvCxnSpPr>
            <p:cNvPr id="50" name="直接箭头连接符 49">
              <a:extLst>
                <a:ext uri="{FF2B5EF4-FFF2-40B4-BE49-F238E27FC236}">
                  <a16:creationId xmlns:a16="http://schemas.microsoft.com/office/drawing/2014/main" id="{DAD33244-6F5C-4F61-AD41-A9C2F9EDEF1A}"/>
                </a:ext>
              </a:extLst>
            </p:cNvPr>
            <p:cNvCxnSpPr>
              <a:cxnSpLocks/>
            </p:cNvCxnSpPr>
            <p:nvPr/>
          </p:nvCxnSpPr>
          <p:spPr>
            <a:xfrm>
              <a:off x="10344923" y="1478246"/>
              <a:ext cx="890246" cy="0"/>
            </a:xfrm>
            <a:prstGeom prst="straightConnector1">
              <a:avLst/>
            </a:prstGeom>
            <a:ln w="12700">
              <a:solidFill>
                <a:schemeClr val="tx1"/>
              </a:solidFill>
              <a:headEnd type="triangle"/>
              <a:tailEnd type="triangle"/>
            </a:ln>
          </p:spPr>
          <p:style>
            <a:lnRef idx="1">
              <a:schemeClr val="accent1"/>
            </a:lnRef>
            <a:fillRef idx="0">
              <a:schemeClr val="accent1"/>
            </a:fillRef>
            <a:effectRef idx="0">
              <a:schemeClr val="accent1"/>
            </a:effectRef>
            <a:fontRef idx="minor">
              <a:schemeClr val="tx1"/>
            </a:fontRef>
          </p:style>
        </p:cxnSp>
        <p:sp>
          <p:nvSpPr>
            <p:cNvPr id="51" name="文本框 50">
              <a:extLst>
                <a:ext uri="{FF2B5EF4-FFF2-40B4-BE49-F238E27FC236}">
                  <a16:creationId xmlns:a16="http://schemas.microsoft.com/office/drawing/2014/main" id="{601345AA-D57E-4CC2-9D80-F8C7B245469A}"/>
                </a:ext>
              </a:extLst>
            </p:cNvPr>
            <p:cNvSpPr txBox="1"/>
            <p:nvPr/>
          </p:nvSpPr>
          <p:spPr>
            <a:xfrm>
              <a:off x="10670879" y="1263721"/>
              <a:ext cx="226720" cy="369332"/>
            </a:xfrm>
            <a:prstGeom prst="rect">
              <a:avLst/>
            </a:prstGeom>
            <a:solidFill>
              <a:schemeClr val="bg1"/>
            </a:solidFill>
          </p:spPr>
          <p:txBody>
            <a:bodyPr wrap="square" rtlCol="0">
              <a:spAutoFit/>
            </a:bodyPr>
            <a:lstStyle/>
            <a:p>
              <a:pPr algn="ctr"/>
              <a:r>
                <a:rPr lang="en-US" altLang="zh-CN" b="1" dirty="0"/>
                <a:t>4</a:t>
              </a:r>
              <a:endParaRPr lang="zh-CN" altLang="en-US" b="1" dirty="0"/>
            </a:p>
          </p:txBody>
        </p:sp>
        <p:sp>
          <p:nvSpPr>
            <p:cNvPr id="52" name="文本框 51">
              <a:extLst>
                <a:ext uri="{FF2B5EF4-FFF2-40B4-BE49-F238E27FC236}">
                  <a16:creationId xmlns:a16="http://schemas.microsoft.com/office/drawing/2014/main" id="{25ADDC42-FBDE-474A-8E90-1A610A689771}"/>
                </a:ext>
              </a:extLst>
            </p:cNvPr>
            <p:cNvSpPr txBox="1"/>
            <p:nvPr/>
          </p:nvSpPr>
          <p:spPr>
            <a:xfrm>
              <a:off x="11288405" y="1291492"/>
              <a:ext cx="662381" cy="369332"/>
            </a:xfrm>
            <a:prstGeom prst="rect">
              <a:avLst/>
            </a:prstGeom>
            <a:noFill/>
          </p:spPr>
          <p:txBody>
            <a:bodyPr wrap="square" rtlCol="0">
              <a:spAutoFit/>
            </a:bodyPr>
            <a:lstStyle/>
            <a:p>
              <a:r>
                <a:rPr lang="zh-CN" altLang="en-US" b="1" dirty="0"/>
                <a:t>字节</a:t>
              </a:r>
            </a:p>
          </p:txBody>
        </p:sp>
        <p:sp>
          <p:nvSpPr>
            <p:cNvPr id="55" name="文本框 54">
              <a:extLst>
                <a:ext uri="{FF2B5EF4-FFF2-40B4-BE49-F238E27FC236}">
                  <a16:creationId xmlns:a16="http://schemas.microsoft.com/office/drawing/2014/main" id="{CBC4E190-C99B-4CED-9CE0-76275C9DE5A0}"/>
                </a:ext>
              </a:extLst>
            </p:cNvPr>
            <p:cNvSpPr txBox="1"/>
            <p:nvPr/>
          </p:nvSpPr>
          <p:spPr>
            <a:xfrm>
              <a:off x="241214" y="1477941"/>
              <a:ext cx="2570157" cy="646331"/>
            </a:xfrm>
            <a:prstGeom prst="rect">
              <a:avLst/>
            </a:prstGeom>
            <a:noFill/>
          </p:spPr>
          <p:txBody>
            <a:bodyPr wrap="square" rtlCol="0">
              <a:spAutoFit/>
            </a:bodyPr>
            <a:lstStyle/>
            <a:p>
              <a:pPr algn="ctr"/>
              <a:r>
                <a:rPr lang="en-US" altLang="zh-CN" b="1" dirty="0"/>
                <a:t>IEEE 802.1Q</a:t>
              </a:r>
              <a:r>
                <a:rPr lang="zh-CN" altLang="en-US" b="1" dirty="0"/>
                <a:t>帧</a:t>
              </a:r>
              <a:endParaRPr lang="en-US" altLang="zh-CN" b="1" dirty="0"/>
            </a:p>
            <a:p>
              <a:pPr algn="ctr"/>
              <a:r>
                <a:rPr lang="zh-CN" altLang="en-US" b="1" dirty="0"/>
                <a:t>（最大长度为</a:t>
              </a:r>
              <a:r>
                <a:rPr lang="en-US" altLang="zh-CN" b="1" dirty="0"/>
                <a:t>1522</a:t>
              </a:r>
              <a:r>
                <a:rPr lang="zh-CN" altLang="en-US" b="1" dirty="0"/>
                <a:t>字节）</a:t>
              </a:r>
            </a:p>
          </p:txBody>
        </p:sp>
        <p:cxnSp>
          <p:nvCxnSpPr>
            <p:cNvPr id="58" name="直接连接符 57">
              <a:extLst>
                <a:ext uri="{FF2B5EF4-FFF2-40B4-BE49-F238E27FC236}">
                  <a16:creationId xmlns:a16="http://schemas.microsoft.com/office/drawing/2014/main" id="{9EB552BC-030C-4AC8-ACB6-D326A20D9967}"/>
                </a:ext>
              </a:extLst>
            </p:cNvPr>
            <p:cNvCxnSpPr>
              <a:cxnSpLocks/>
            </p:cNvCxnSpPr>
            <p:nvPr/>
          </p:nvCxnSpPr>
          <p:spPr>
            <a:xfrm>
              <a:off x="4084313" y="1251021"/>
              <a:ext cx="0" cy="424873"/>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9" name="直接箭头连接符 58">
              <a:extLst>
                <a:ext uri="{FF2B5EF4-FFF2-40B4-BE49-F238E27FC236}">
                  <a16:creationId xmlns:a16="http://schemas.microsoft.com/office/drawing/2014/main" id="{6C122E44-C7D8-4D0E-A6A5-F09B631DBB9D}"/>
                </a:ext>
              </a:extLst>
            </p:cNvPr>
            <p:cNvCxnSpPr/>
            <p:nvPr/>
          </p:nvCxnSpPr>
          <p:spPr>
            <a:xfrm>
              <a:off x="2854815" y="1476158"/>
              <a:ext cx="1229498" cy="0"/>
            </a:xfrm>
            <a:prstGeom prst="straightConnector1">
              <a:avLst/>
            </a:prstGeom>
            <a:ln w="12700">
              <a:solidFill>
                <a:schemeClr val="tx1"/>
              </a:solidFill>
              <a:headEnd type="triangle"/>
              <a:tailEnd type="triangle"/>
            </a:ln>
          </p:spPr>
          <p:style>
            <a:lnRef idx="1">
              <a:schemeClr val="accent1"/>
            </a:lnRef>
            <a:fillRef idx="0">
              <a:schemeClr val="accent1"/>
            </a:fillRef>
            <a:effectRef idx="0">
              <a:schemeClr val="accent1"/>
            </a:effectRef>
            <a:fontRef idx="minor">
              <a:schemeClr val="tx1"/>
            </a:fontRef>
          </p:style>
        </p:cxnSp>
        <p:sp>
          <p:nvSpPr>
            <p:cNvPr id="60" name="文本框 59">
              <a:extLst>
                <a:ext uri="{FF2B5EF4-FFF2-40B4-BE49-F238E27FC236}">
                  <a16:creationId xmlns:a16="http://schemas.microsoft.com/office/drawing/2014/main" id="{4987A6AE-6EC9-481D-94FB-B998D7970CF4}"/>
                </a:ext>
              </a:extLst>
            </p:cNvPr>
            <p:cNvSpPr txBox="1"/>
            <p:nvPr/>
          </p:nvSpPr>
          <p:spPr>
            <a:xfrm>
              <a:off x="3348346" y="1291492"/>
              <a:ext cx="226720" cy="369332"/>
            </a:xfrm>
            <a:prstGeom prst="rect">
              <a:avLst/>
            </a:prstGeom>
            <a:solidFill>
              <a:schemeClr val="bg1"/>
            </a:solidFill>
          </p:spPr>
          <p:txBody>
            <a:bodyPr wrap="square" rtlCol="0">
              <a:spAutoFit/>
            </a:bodyPr>
            <a:lstStyle/>
            <a:p>
              <a:pPr algn="ctr"/>
              <a:r>
                <a:rPr lang="en-US" altLang="zh-CN" b="1" dirty="0"/>
                <a:t>6</a:t>
              </a:r>
              <a:endParaRPr lang="zh-CN" altLang="en-US" b="1" dirty="0"/>
            </a:p>
          </p:txBody>
        </p:sp>
        <p:cxnSp>
          <p:nvCxnSpPr>
            <p:cNvPr id="61" name="直接连接符 60">
              <a:extLst>
                <a:ext uri="{FF2B5EF4-FFF2-40B4-BE49-F238E27FC236}">
                  <a16:creationId xmlns:a16="http://schemas.microsoft.com/office/drawing/2014/main" id="{5A7F721C-9248-4BB9-84D8-71CF35F82CEA}"/>
                </a:ext>
              </a:extLst>
            </p:cNvPr>
            <p:cNvCxnSpPr>
              <a:cxnSpLocks/>
            </p:cNvCxnSpPr>
            <p:nvPr/>
          </p:nvCxnSpPr>
          <p:spPr>
            <a:xfrm>
              <a:off x="2859953" y="1251021"/>
              <a:ext cx="0" cy="424873"/>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62" name="直接箭头连接符 61">
              <a:extLst>
                <a:ext uri="{FF2B5EF4-FFF2-40B4-BE49-F238E27FC236}">
                  <a16:creationId xmlns:a16="http://schemas.microsoft.com/office/drawing/2014/main" id="{1367DDED-565C-466F-B8FB-D84B9983352E}"/>
                </a:ext>
              </a:extLst>
            </p:cNvPr>
            <p:cNvCxnSpPr/>
            <p:nvPr/>
          </p:nvCxnSpPr>
          <p:spPr>
            <a:xfrm>
              <a:off x="4092738" y="1477209"/>
              <a:ext cx="1229498" cy="0"/>
            </a:xfrm>
            <a:prstGeom prst="straightConnector1">
              <a:avLst/>
            </a:prstGeom>
            <a:ln w="12700">
              <a:solidFill>
                <a:schemeClr val="tx1"/>
              </a:solidFill>
              <a:headEnd type="triangle"/>
              <a:tailEnd type="triangle"/>
            </a:ln>
          </p:spPr>
          <p:style>
            <a:lnRef idx="1">
              <a:schemeClr val="accent1"/>
            </a:lnRef>
            <a:fillRef idx="0">
              <a:schemeClr val="accent1"/>
            </a:fillRef>
            <a:effectRef idx="0">
              <a:schemeClr val="accent1"/>
            </a:effectRef>
            <a:fontRef idx="minor">
              <a:schemeClr val="tx1"/>
            </a:fontRef>
          </p:style>
        </p:cxnSp>
        <p:sp>
          <p:nvSpPr>
            <p:cNvPr id="63" name="文本框 62">
              <a:extLst>
                <a:ext uri="{FF2B5EF4-FFF2-40B4-BE49-F238E27FC236}">
                  <a16:creationId xmlns:a16="http://schemas.microsoft.com/office/drawing/2014/main" id="{DC32F068-881E-45C1-9668-4075B2EF6936}"/>
                </a:ext>
              </a:extLst>
            </p:cNvPr>
            <p:cNvSpPr txBox="1"/>
            <p:nvPr/>
          </p:nvSpPr>
          <p:spPr>
            <a:xfrm>
              <a:off x="4586269" y="1292543"/>
              <a:ext cx="226720" cy="369332"/>
            </a:xfrm>
            <a:prstGeom prst="rect">
              <a:avLst/>
            </a:prstGeom>
            <a:solidFill>
              <a:schemeClr val="bg1"/>
            </a:solidFill>
          </p:spPr>
          <p:txBody>
            <a:bodyPr wrap="square" rtlCol="0">
              <a:spAutoFit/>
            </a:bodyPr>
            <a:lstStyle/>
            <a:p>
              <a:pPr algn="ctr"/>
              <a:r>
                <a:rPr lang="en-US" altLang="zh-CN" b="1" dirty="0"/>
                <a:t>6</a:t>
              </a:r>
              <a:endParaRPr lang="zh-CN" altLang="en-US" b="1" dirty="0"/>
            </a:p>
          </p:txBody>
        </p:sp>
        <p:cxnSp>
          <p:nvCxnSpPr>
            <p:cNvPr id="64" name="直接箭头连接符 63">
              <a:extLst>
                <a:ext uri="{FF2B5EF4-FFF2-40B4-BE49-F238E27FC236}">
                  <a16:creationId xmlns:a16="http://schemas.microsoft.com/office/drawing/2014/main" id="{F68C6F8A-FAA3-469E-B015-30784A3FB4CA}"/>
                </a:ext>
              </a:extLst>
            </p:cNvPr>
            <p:cNvCxnSpPr>
              <a:cxnSpLocks/>
            </p:cNvCxnSpPr>
            <p:nvPr/>
          </p:nvCxnSpPr>
          <p:spPr>
            <a:xfrm>
              <a:off x="5322786" y="1476158"/>
              <a:ext cx="1154210" cy="0"/>
            </a:xfrm>
            <a:prstGeom prst="straightConnector1">
              <a:avLst/>
            </a:prstGeom>
            <a:ln w="12700">
              <a:solidFill>
                <a:schemeClr val="tx1"/>
              </a:solidFill>
              <a:headEnd type="triangle"/>
              <a:tailEnd type="triangle"/>
            </a:ln>
          </p:spPr>
          <p:style>
            <a:lnRef idx="1">
              <a:schemeClr val="accent1"/>
            </a:lnRef>
            <a:fillRef idx="0">
              <a:schemeClr val="accent1"/>
            </a:fillRef>
            <a:effectRef idx="0">
              <a:schemeClr val="accent1"/>
            </a:effectRef>
            <a:fontRef idx="minor">
              <a:schemeClr val="tx1"/>
            </a:fontRef>
          </p:style>
        </p:cxnSp>
        <p:sp>
          <p:nvSpPr>
            <p:cNvPr id="65" name="文本框 64">
              <a:extLst>
                <a:ext uri="{FF2B5EF4-FFF2-40B4-BE49-F238E27FC236}">
                  <a16:creationId xmlns:a16="http://schemas.microsoft.com/office/drawing/2014/main" id="{F22516F5-FA04-4FA8-AFE0-AE0FDD85A242}"/>
                </a:ext>
              </a:extLst>
            </p:cNvPr>
            <p:cNvSpPr txBox="1"/>
            <p:nvPr/>
          </p:nvSpPr>
          <p:spPr>
            <a:xfrm>
              <a:off x="5759616" y="1291492"/>
              <a:ext cx="226720" cy="369332"/>
            </a:xfrm>
            <a:prstGeom prst="rect">
              <a:avLst/>
            </a:prstGeom>
            <a:solidFill>
              <a:schemeClr val="bg1"/>
            </a:solidFill>
          </p:spPr>
          <p:txBody>
            <a:bodyPr wrap="square" rtlCol="0">
              <a:spAutoFit/>
            </a:bodyPr>
            <a:lstStyle/>
            <a:p>
              <a:pPr algn="ctr"/>
              <a:r>
                <a:rPr lang="en-US" altLang="zh-CN" b="1" dirty="0"/>
                <a:t>4</a:t>
              </a:r>
              <a:endParaRPr lang="zh-CN" altLang="en-US" b="1" dirty="0"/>
            </a:p>
          </p:txBody>
        </p:sp>
        <p:cxnSp>
          <p:nvCxnSpPr>
            <p:cNvPr id="66" name="直接连接符 65">
              <a:extLst>
                <a:ext uri="{FF2B5EF4-FFF2-40B4-BE49-F238E27FC236}">
                  <a16:creationId xmlns:a16="http://schemas.microsoft.com/office/drawing/2014/main" id="{243B4991-114F-4B6F-AEC5-BA899F15E85D}"/>
                </a:ext>
              </a:extLst>
            </p:cNvPr>
            <p:cNvCxnSpPr>
              <a:cxnSpLocks/>
            </p:cNvCxnSpPr>
            <p:nvPr/>
          </p:nvCxnSpPr>
          <p:spPr>
            <a:xfrm>
              <a:off x="6474516" y="1251021"/>
              <a:ext cx="0" cy="424873"/>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67" name="直接连接符 66">
              <a:extLst>
                <a:ext uri="{FF2B5EF4-FFF2-40B4-BE49-F238E27FC236}">
                  <a16:creationId xmlns:a16="http://schemas.microsoft.com/office/drawing/2014/main" id="{1BEC4275-0F17-4F73-9348-C2251EB8C0A6}"/>
                </a:ext>
              </a:extLst>
            </p:cNvPr>
            <p:cNvCxnSpPr>
              <a:cxnSpLocks/>
            </p:cNvCxnSpPr>
            <p:nvPr/>
          </p:nvCxnSpPr>
          <p:spPr>
            <a:xfrm>
              <a:off x="11224700" y="1251021"/>
              <a:ext cx="0" cy="424873"/>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7" name="组合 16">
            <a:extLst>
              <a:ext uri="{FF2B5EF4-FFF2-40B4-BE49-F238E27FC236}">
                <a16:creationId xmlns:a16="http://schemas.microsoft.com/office/drawing/2014/main" id="{F226FE40-0A0C-43E3-80E4-443CD71312F8}"/>
              </a:ext>
            </a:extLst>
          </p:cNvPr>
          <p:cNvGrpSpPr/>
          <p:nvPr/>
        </p:nvGrpSpPr>
        <p:grpSpPr>
          <a:xfrm>
            <a:off x="2122896" y="2121849"/>
            <a:ext cx="7388023" cy="1382844"/>
            <a:chOff x="2122896" y="2121849"/>
            <a:chExt cx="7388023" cy="1382844"/>
          </a:xfrm>
        </p:grpSpPr>
        <p:sp>
          <p:nvSpPr>
            <p:cNvPr id="68" name="矩形 67">
              <a:extLst>
                <a:ext uri="{FF2B5EF4-FFF2-40B4-BE49-F238E27FC236}">
                  <a16:creationId xmlns:a16="http://schemas.microsoft.com/office/drawing/2014/main" id="{7D18E68B-A2BD-46C3-A8B6-F389161C63AE}"/>
                </a:ext>
              </a:extLst>
            </p:cNvPr>
            <p:cNvSpPr/>
            <p:nvPr/>
          </p:nvSpPr>
          <p:spPr>
            <a:xfrm>
              <a:off x="6839615" y="3063696"/>
              <a:ext cx="509993" cy="440997"/>
            </a:xfrm>
            <a:prstGeom prst="rect">
              <a:avLst/>
            </a:prstGeom>
            <a:solidFill>
              <a:schemeClr val="accent1">
                <a:lumMod val="75000"/>
              </a:schemeClr>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en-US" altLang="zh-CN" b="1" dirty="0">
                  <a:solidFill>
                    <a:schemeClr val="bg1"/>
                  </a:solidFill>
                </a:rPr>
                <a:t>CFI</a:t>
              </a:r>
              <a:endParaRPr lang="zh-CN" altLang="en-US" b="1" dirty="0">
                <a:solidFill>
                  <a:schemeClr val="bg1"/>
                </a:solidFill>
              </a:endParaRPr>
            </a:p>
          </p:txBody>
        </p:sp>
        <p:sp>
          <p:nvSpPr>
            <p:cNvPr id="69" name="矩形 68">
              <a:extLst>
                <a:ext uri="{FF2B5EF4-FFF2-40B4-BE49-F238E27FC236}">
                  <a16:creationId xmlns:a16="http://schemas.microsoft.com/office/drawing/2014/main" id="{60ABBEE2-EE9A-4E97-8C2B-A16CD917F7FA}"/>
                </a:ext>
              </a:extLst>
            </p:cNvPr>
            <p:cNvSpPr/>
            <p:nvPr/>
          </p:nvSpPr>
          <p:spPr>
            <a:xfrm>
              <a:off x="5759616" y="3063696"/>
              <a:ext cx="1080000" cy="440997"/>
            </a:xfrm>
            <a:prstGeom prst="rect">
              <a:avLst/>
            </a:prstGeom>
            <a:solidFill>
              <a:schemeClr val="accent1">
                <a:lumMod val="75000"/>
              </a:schemeClr>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en-US" altLang="zh-CN" b="1" dirty="0">
                  <a:solidFill>
                    <a:schemeClr val="bg1"/>
                  </a:solidFill>
                </a:rPr>
                <a:t>PRI</a:t>
              </a:r>
              <a:endParaRPr lang="zh-CN" altLang="en-US" b="1" dirty="0">
                <a:solidFill>
                  <a:schemeClr val="bg1"/>
                </a:solidFill>
              </a:endParaRPr>
            </a:p>
          </p:txBody>
        </p:sp>
        <p:sp>
          <p:nvSpPr>
            <p:cNvPr id="70" name="矩形 69">
              <a:extLst>
                <a:ext uri="{FF2B5EF4-FFF2-40B4-BE49-F238E27FC236}">
                  <a16:creationId xmlns:a16="http://schemas.microsoft.com/office/drawing/2014/main" id="{87E6890E-CFF5-4B31-8D96-9FC1F63C8F09}"/>
                </a:ext>
              </a:extLst>
            </p:cNvPr>
            <p:cNvSpPr/>
            <p:nvPr/>
          </p:nvSpPr>
          <p:spPr>
            <a:xfrm>
              <a:off x="2879616" y="3063696"/>
              <a:ext cx="2880000" cy="440997"/>
            </a:xfrm>
            <a:prstGeom prst="rect">
              <a:avLst/>
            </a:prstGeom>
            <a:solidFill>
              <a:schemeClr val="accent1">
                <a:lumMod val="75000"/>
              </a:schemeClr>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en-US" altLang="zh-CN" b="1" dirty="0">
                  <a:solidFill>
                    <a:schemeClr val="bg1"/>
                  </a:solidFill>
                </a:rPr>
                <a:t>TPID</a:t>
              </a:r>
              <a:endParaRPr lang="zh-CN" altLang="en-US" b="1" dirty="0">
                <a:solidFill>
                  <a:schemeClr val="bg1"/>
                </a:solidFill>
              </a:endParaRPr>
            </a:p>
          </p:txBody>
        </p:sp>
        <p:sp>
          <p:nvSpPr>
            <p:cNvPr id="71" name="矩形 70">
              <a:extLst>
                <a:ext uri="{FF2B5EF4-FFF2-40B4-BE49-F238E27FC236}">
                  <a16:creationId xmlns:a16="http://schemas.microsoft.com/office/drawing/2014/main" id="{7F9BFB6C-3389-4E96-A588-2945A6A06C4E}"/>
                </a:ext>
              </a:extLst>
            </p:cNvPr>
            <p:cNvSpPr/>
            <p:nvPr/>
          </p:nvSpPr>
          <p:spPr>
            <a:xfrm>
              <a:off x="7338159" y="3063695"/>
              <a:ext cx="2160000" cy="440997"/>
            </a:xfrm>
            <a:prstGeom prst="rect">
              <a:avLst/>
            </a:prstGeom>
            <a:solidFill>
              <a:schemeClr val="accent1">
                <a:lumMod val="75000"/>
              </a:schemeClr>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en-US" altLang="zh-CN" b="1" dirty="0">
                  <a:solidFill>
                    <a:schemeClr val="bg1"/>
                  </a:solidFill>
                </a:rPr>
                <a:t>VID</a:t>
              </a:r>
              <a:endParaRPr lang="zh-CN" altLang="en-US" b="1" dirty="0">
                <a:solidFill>
                  <a:schemeClr val="bg1"/>
                </a:solidFill>
              </a:endParaRPr>
            </a:p>
          </p:txBody>
        </p:sp>
        <p:cxnSp>
          <p:nvCxnSpPr>
            <p:cNvPr id="72" name="直接连接符 71">
              <a:extLst>
                <a:ext uri="{FF2B5EF4-FFF2-40B4-BE49-F238E27FC236}">
                  <a16:creationId xmlns:a16="http://schemas.microsoft.com/office/drawing/2014/main" id="{1ACD5114-5675-44E0-9414-DBDA5F67DDB1}"/>
                </a:ext>
              </a:extLst>
            </p:cNvPr>
            <p:cNvCxnSpPr>
              <a:cxnSpLocks/>
            </p:cNvCxnSpPr>
            <p:nvPr/>
          </p:nvCxnSpPr>
          <p:spPr>
            <a:xfrm>
              <a:off x="2879182" y="2638823"/>
              <a:ext cx="0" cy="424873"/>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73" name="直接连接符 72">
              <a:extLst>
                <a:ext uri="{FF2B5EF4-FFF2-40B4-BE49-F238E27FC236}">
                  <a16:creationId xmlns:a16="http://schemas.microsoft.com/office/drawing/2014/main" id="{9C46441A-E9A8-472C-B92B-1CE021E1BB5C}"/>
                </a:ext>
              </a:extLst>
            </p:cNvPr>
            <p:cNvCxnSpPr>
              <a:cxnSpLocks/>
            </p:cNvCxnSpPr>
            <p:nvPr/>
          </p:nvCxnSpPr>
          <p:spPr>
            <a:xfrm>
              <a:off x="5759616" y="2638823"/>
              <a:ext cx="0" cy="424873"/>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74" name="直接连接符 73">
              <a:extLst>
                <a:ext uri="{FF2B5EF4-FFF2-40B4-BE49-F238E27FC236}">
                  <a16:creationId xmlns:a16="http://schemas.microsoft.com/office/drawing/2014/main" id="{F0F9A8B8-E8D6-4F85-B06B-6F2C3955E935}"/>
                </a:ext>
              </a:extLst>
            </p:cNvPr>
            <p:cNvCxnSpPr>
              <a:cxnSpLocks/>
            </p:cNvCxnSpPr>
            <p:nvPr/>
          </p:nvCxnSpPr>
          <p:spPr>
            <a:xfrm>
              <a:off x="6839616" y="2638822"/>
              <a:ext cx="0" cy="424873"/>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75" name="直接连接符 74">
              <a:extLst>
                <a:ext uri="{FF2B5EF4-FFF2-40B4-BE49-F238E27FC236}">
                  <a16:creationId xmlns:a16="http://schemas.microsoft.com/office/drawing/2014/main" id="{72678385-A7F7-4872-AD2B-B7FF0FE9C5CB}"/>
                </a:ext>
              </a:extLst>
            </p:cNvPr>
            <p:cNvCxnSpPr>
              <a:cxnSpLocks/>
            </p:cNvCxnSpPr>
            <p:nvPr/>
          </p:nvCxnSpPr>
          <p:spPr>
            <a:xfrm>
              <a:off x="7338159" y="2638822"/>
              <a:ext cx="0" cy="424873"/>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76" name="直接连接符 75">
              <a:extLst>
                <a:ext uri="{FF2B5EF4-FFF2-40B4-BE49-F238E27FC236}">
                  <a16:creationId xmlns:a16="http://schemas.microsoft.com/office/drawing/2014/main" id="{7CE1930A-6CBE-4B67-8B28-60A17942A560}"/>
                </a:ext>
              </a:extLst>
            </p:cNvPr>
            <p:cNvCxnSpPr>
              <a:cxnSpLocks/>
            </p:cNvCxnSpPr>
            <p:nvPr/>
          </p:nvCxnSpPr>
          <p:spPr>
            <a:xfrm>
              <a:off x="9498159" y="2638821"/>
              <a:ext cx="0" cy="424873"/>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sp>
          <p:nvSpPr>
            <p:cNvPr id="77" name="文本框 76">
              <a:extLst>
                <a:ext uri="{FF2B5EF4-FFF2-40B4-BE49-F238E27FC236}">
                  <a16:creationId xmlns:a16="http://schemas.microsoft.com/office/drawing/2014/main" id="{DDBF70D4-C1F2-47B7-99E2-C2274115C748}"/>
                </a:ext>
              </a:extLst>
            </p:cNvPr>
            <p:cNvSpPr txBox="1"/>
            <p:nvPr/>
          </p:nvSpPr>
          <p:spPr>
            <a:xfrm>
              <a:off x="2122896" y="2638090"/>
              <a:ext cx="775192" cy="369332"/>
            </a:xfrm>
            <a:prstGeom prst="rect">
              <a:avLst/>
            </a:prstGeom>
            <a:noFill/>
          </p:spPr>
          <p:txBody>
            <a:bodyPr wrap="square" rtlCol="0">
              <a:spAutoFit/>
            </a:bodyPr>
            <a:lstStyle/>
            <a:p>
              <a:pPr algn="r"/>
              <a:r>
                <a:rPr lang="zh-CN" altLang="en-US" b="1" dirty="0"/>
                <a:t>比特</a:t>
              </a:r>
            </a:p>
          </p:txBody>
        </p:sp>
        <p:cxnSp>
          <p:nvCxnSpPr>
            <p:cNvPr id="78" name="直接箭头连接符 77">
              <a:extLst>
                <a:ext uri="{FF2B5EF4-FFF2-40B4-BE49-F238E27FC236}">
                  <a16:creationId xmlns:a16="http://schemas.microsoft.com/office/drawing/2014/main" id="{C550261B-F5B4-452C-B16B-0EAFF5BA6FE9}"/>
                </a:ext>
              </a:extLst>
            </p:cNvPr>
            <p:cNvCxnSpPr>
              <a:cxnSpLocks/>
            </p:cNvCxnSpPr>
            <p:nvPr/>
          </p:nvCxnSpPr>
          <p:spPr>
            <a:xfrm>
              <a:off x="2877446" y="2801282"/>
              <a:ext cx="2882170" cy="0"/>
            </a:xfrm>
            <a:prstGeom prst="straightConnector1">
              <a:avLst/>
            </a:prstGeom>
            <a:ln w="12700">
              <a:solidFill>
                <a:schemeClr val="tx1"/>
              </a:solidFill>
              <a:headEnd type="triangle"/>
              <a:tailEnd type="triangle"/>
            </a:ln>
          </p:spPr>
          <p:style>
            <a:lnRef idx="1">
              <a:schemeClr val="accent1"/>
            </a:lnRef>
            <a:fillRef idx="0">
              <a:schemeClr val="accent1"/>
            </a:fillRef>
            <a:effectRef idx="0">
              <a:schemeClr val="accent1"/>
            </a:effectRef>
            <a:fontRef idx="minor">
              <a:schemeClr val="tx1"/>
            </a:fontRef>
          </p:style>
        </p:cxnSp>
        <p:sp>
          <p:nvSpPr>
            <p:cNvPr id="79" name="文本框 78">
              <a:extLst>
                <a:ext uri="{FF2B5EF4-FFF2-40B4-BE49-F238E27FC236}">
                  <a16:creationId xmlns:a16="http://schemas.microsoft.com/office/drawing/2014/main" id="{0AA5D617-0FDA-4D86-BAC7-D782F72F424E}"/>
                </a:ext>
              </a:extLst>
            </p:cNvPr>
            <p:cNvSpPr txBox="1"/>
            <p:nvPr/>
          </p:nvSpPr>
          <p:spPr>
            <a:xfrm>
              <a:off x="4065523" y="2614992"/>
              <a:ext cx="507753" cy="369332"/>
            </a:xfrm>
            <a:prstGeom prst="rect">
              <a:avLst/>
            </a:prstGeom>
            <a:solidFill>
              <a:schemeClr val="bg1"/>
            </a:solidFill>
          </p:spPr>
          <p:txBody>
            <a:bodyPr wrap="square" rtlCol="0">
              <a:spAutoFit/>
            </a:bodyPr>
            <a:lstStyle/>
            <a:p>
              <a:pPr algn="ctr"/>
              <a:r>
                <a:rPr lang="en-US" altLang="zh-CN" b="1" dirty="0"/>
                <a:t>16</a:t>
              </a:r>
              <a:endParaRPr lang="zh-CN" altLang="en-US" b="1" dirty="0"/>
            </a:p>
          </p:txBody>
        </p:sp>
        <p:cxnSp>
          <p:nvCxnSpPr>
            <p:cNvPr id="80" name="直接箭头连接符 79">
              <a:extLst>
                <a:ext uri="{FF2B5EF4-FFF2-40B4-BE49-F238E27FC236}">
                  <a16:creationId xmlns:a16="http://schemas.microsoft.com/office/drawing/2014/main" id="{3ADE4D30-7F7C-4D3F-BF0F-6A0F5D9C5916}"/>
                </a:ext>
              </a:extLst>
            </p:cNvPr>
            <p:cNvCxnSpPr>
              <a:cxnSpLocks/>
            </p:cNvCxnSpPr>
            <p:nvPr/>
          </p:nvCxnSpPr>
          <p:spPr>
            <a:xfrm>
              <a:off x="5759616" y="2801282"/>
              <a:ext cx="1079999" cy="0"/>
            </a:xfrm>
            <a:prstGeom prst="straightConnector1">
              <a:avLst/>
            </a:prstGeom>
            <a:ln w="12700">
              <a:solidFill>
                <a:schemeClr val="tx1"/>
              </a:solidFill>
              <a:headEnd type="triangle"/>
              <a:tailEnd type="triangle"/>
            </a:ln>
          </p:spPr>
          <p:style>
            <a:lnRef idx="1">
              <a:schemeClr val="accent1"/>
            </a:lnRef>
            <a:fillRef idx="0">
              <a:schemeClr val="accent1"/>
            </a:fillRef>
            <a:effectRef idx="0">
              <a:schemeClr val="accent1"/>
            </a:effectRef>
            <a:fontRef idx="minor">
              <a:schemeClr val="tx1"/>
            </a:fontRef>
          </p:style>
        </p:cxnSp>
        <p:sp>
          <p:nvSpPr>
            <p:cNvPr id="81" name="文本框 80">
              <a:extLst>
                <a:ext uri="{FF2B5EF4-FFF2-40B4-BE49-F238E27FC236}">
                  <a16:creationId xmlns:a16="http://schemas.microsoft.com/office/drawing/2014/main" id="{46628825-CE75-462D-BC32-FD650E4097A8}"/>
                </a:ext>
              </a:extLst>
            </p:cNvPr>
            <p:cNvSpPr txBox="1"/>
            <p:nvPr/>
          </p:nvSpPr>
          <p:spPr>
            <a:xfrm>
              <a:off x="6208258" y="2614992"/>
              <a:ext cx="188663" cy="369332"/>
            </a:xfrm>
            <a:prstGeom prst="rect">
              <a:avLst/>
            </a:prstGeom>
            <a:solidFill>
              <a:schemeClr val="bg1"/>
            </a:solidFill>
          </p:spPr>
          <p:txBody>
            <a:bodyPr wrap="square" rtlCol="0">
              <a:spAutoFit/>
            </a:bodyPr>
            <a:lstStyle/>
            <a:p>
              <a:pPr algn="ctr"/>
              <a:r>
                <a:rPr lang="en-US" altLang="zh-CN" b="1" dirty="0"/>
                <a:t>3</a:t>
              </a:r>
              <a:endParaRPr lang="zh-CN" altLang="en-US" b="1" dirty="0"/>
            </a:p>
          </p:txBody>
        </p:sp>
        <p:cxnSp>
          <p:nvCxnSpPr>
            <p:cNvPr id="82" name="直接箭头连接符 81">
              <a:extLst>
                <a:ext uri="{FF2B5EF4-FFF2-40B4-BE49-F238E27FC236}">
                  <a16:creationId xmlns:a16="http://schemas.microsoft.com/office/drawing/2014/main" id="{A85FA5E2-C506-4E04-94A8-2837A133F4C1}"/>
                </a:ext>
              </a:extLst>
            </p:cNvPr>
            <p:cNvCxnSpPr>
              <a:cxnSpLocks/>
            </p:cNvCxnSpPr>
            <p:nvPr/>
          </p:nvCxnSpPr>
          <p:spPr>
            <a:xfrm>
              <a:off x="6830379" y="2805179"/>
              <a:ext cx="509993" cy="0"/>
            </a:xfrm>
            <a:prstGeom prst="straightConnector1">
              <a:avLst/>
            </a:prstGeom>
            <a:ln w="12700">
              <a:solidFill>
                <a:schemeClr val="tx1"/>
              </a:solidFill>
              <a:headEnd type="triangle"/>
              <a:tailEnd type="triangle"/>
            </a:ln>
          </p:spPr>
          <p:style>
            <a:lnRef idx="1">
              <a:schemeClr val="accent1"/>
            </a:lnRef>
            <a:fillRef idx="0">
              <a:schemeClr val="accent1"/>
            </a:fillRef>
            <a:effectRef idx="0">
              <a:schemeClr val="accent1"/>
            </a:effectRef>
            <a:fontRef idx="minor">
              <a:schemeClr val="tx1"/>
            </a:fontRef>
          </p:style>
        </p:cxnSp>
        <p:sp>
          <p:nvSpPr>
            <p:cNvPr id="83" name="文本框 82">
              <a:extLst>
                <a:ext uri="{FF2B5EF4-FFF2-40B4-BE49-F238E27FC236}">
                  <a16:creationId xmlns:a16="http://schemas.microsoft.com/office/drawing/2014/main" id="{A0A379F8-04BE-4F71-B514-87B5FF8EAD54}"/>
                </a:ext>
              </a:extLst>
            </p:cNvPr>
            <p:cNvSpPr txBox="1"/>
            <p:nvPr/>
          </p:nvSpPr>
          <p:spPr>
            <a:xfrm>
              <a:off x="6988523" y="2614992"/>
              <a:ext cx="188663" cy="369332"/>
            </a:xfrm>
            <a:prstGeom prst="rect">
              <a:avLst/>
            </a:prstGeom>
            <a:solidFill>
              <a:schemeClr val="bg1"/>
            </a:solidFill>
          </p:spPr>
          <p:txBody>
            <a:bodyPr wrap="square" rtlCol="0">
              <a:spAutoFit/>
            </a:bodyPr>
            <a:lstStyle/>
            <a:p>
              <a:pPr algn="ctr"/>
              <a:r>
                <a:rPr lang="en-US" altLang="zh-CN" b="1" dirty="0"/>
                <a:t>1</a:t>
              </a:r>
              <a:endParaRPr lang="zh-CN" altLang="en-US" b="1" dirty="0"/>
            </a:p>
          </p:txBody>
        </p:sp>
        <p:cxnSp>
          <p:nvCxnSpPr>
            <p:cNvPr id="84" name="直接箭头连接符 83">
              <a:extLst>
                <a:ext uri="{FF2B5EF4-FFF2-40B4-BE49-F238E27FC236}">
                  <a16:creationId xmlns:a16="http://schemas.microsoft.com/office/drawing/2014/main" id="{FAFF39E0-92B7-4CB5-B64B-919A88F0EA99}"/>
                </a:ext>
              </a:extLst>
            </p:cNvPr>
            <p:cNvCxnSpPr>
              <a:cxnSpLocks/>
            </p:cNvCxnSpPr>
            <p:nvPr/>
          </p:nvCxnSpPr>
          <p:spPr>
            <a:xfrm>
              <a:off x="7340372" y="2801282"/>
              <a:ext cx="2170547" cy="0"/>
            </a:xfrm>
            <a:prstGeom prst="straightConnector1">
              <a:avLst/>
            </a:prstGeom>
            <a:ln w="12700">
              <a:solidFill>
                <a:schemeClr val="tx1"/>
              </a:solidFill>
              <a:headEnd type="triangle"/>
              <a:tailEnd type="triangle"/>
            </a:ln>
          </p:spPr>
          <p:style>
            <a:lnRef idx="1">
              <a:schemeClr val="accent1"/>
            </a:lnRef>
            <a:fillRef idx="0">
              <a:schemeClr val="accent1"/>
            </a:fillRef>
            <a:effectRef idx="0">
              <a:schemeClr val="accent1"/>
            </a:effectRef>
            <a:fontRef idx="minor">
              <a:schemeClr val="tx1"/>
            </a:fontRef>
          </p:style>
        </p:cxnSp>
        <p:sp>
          <p:nvSpPr>
            <p:cNvPr id="85" name="文本框 84">
              <a:extLst>
                <a:ext uri="{FF2B5EF4-FFF2-40B4-BE49-F238E27FC236}">
                  <a16:creationId xmlns:a16="http://schemas.microsoft.com/office/drawing/2014/main" id="{AD5D882B-F1DE-4196-A27F-7563181DA948}"/>
                </a:ext>
              </a:extLst>
            </p:cNvPr>
            <p:cNvSpPr txBox="1"/>
            <p:nvPr/>
          </p:nvSpPr>
          <p:spPr>
            <a:xfrm>
              <a:off x="8093034" y="2614992"/>
              <a:ext cx="486913" cy="369332"/>
            </a:xfrm>
            <a:prstGeom prst="rect">
              <a:avLst/>
            </a:prstGeom>
            <a:solidFill>
              <a:schemeClr val="bg1"/>
            </a:solidFill>
          </p:spPr>
          <p:txBody>
            <a:bodyPr wrap="square" rtlCol="0">
              <a:spAutoFit/>
            </a:bodyPr>
            <a:lstStyle/>
            <a:p>
              <a:pPr algn="ctr"/>
              <a:r>
                <a:rPr lang="en-US" altLang="zh-CN" b="1" dirty="0"/>
                <a:t>12</a:t>
              </a:r>
              <a:endParaRPr lang="zh-CN" altLang="en-US" b="1" dirty="0"/>
            </a:p>
          </p:txBody>
        </p:sp>
        <p:cxnSp>
          <p:nvCxnSpPr>
            <p:cNvPr id="86" name="直接连接符 85">
              <a:extLst>
                <a:ext uri="{FF2B5EF4-FFF2-40B4-BE49-F238E27FC236}">
                  <a16:creationId xmlns:a16="http://schemas.microsoft.com/office/drawing/2014/main" id="{797CF9FE-D6FD-4971-BDC9-F127CAF3C1E1}"/>
                </a:ext>
              </a:extLst>
            </p:cNvPr>
            <p:cNvCxnSpPr>
              <a:cxnSpLocks/>
            </p:cNvCxnSpPr>
            <p:nvPr/>
          </p:nvCxnSpPr>
          <p:spPr>
            <a:xfrm flipH="1">
              <a:off x="2898088" y="2121849"/>
              <a:ext cx="2439935" cy="516241"/>
            </a:xfrm>
            <a:prstGeom prst="line">
              <a:avLst/>
            </a:prstGeom>
            <a:ln w="12700">
              <a:solidFill>
                <a:schemeClr val="tx1"/>
              </a:solidFill>
              <a:prstDash val="dash"/>
            </a:ln>
          </p:spPr>
          <p:style>
            <a:lnRef idx="1">
              <a:schemeClr val="accent1"/>
            </a:lnRef>
            <a:fillRef idx="0">
              <a:schemeClr val="accent1"/>
            </a:fillRef>
            <a:effectRef idx="0">
              <a:schemeClr val="accent1"/>
            </a:effectRef>
            <a:fontRef idx="minor">
              <a:schemeClr val="tx1"/>
            </a:fontRef>
          </p:style>
        </p:cxnSp>
        <p:cxnSp>
          <p:nvCxnSpPr>
            <p:cNvPr id="87" name="直接连接符 86">
              <a:extLst>
                <a:ext uri="{FF2B5EF4-FFF2-40B4-BE49-F238E27FC236}">
                  <a16:creationId xmlns:a16="http://schemas.microsoft.com/office/drawing/2014/main" id="{48FD8CB4-8FC2-49D3-9429-9185581510B7}"/>
                </a:ext>
              </a:extLst>
            </p:cNvPr>
            <p:cNvCxnSpPr>
              <a:cxnSpLocks/>
            </p:cNvCxnSpPr>
            <p:nvPr/>
          </p:nvCxnSpPr>
          <p:spPr>
            <a:xfrm>
              <a:off x="6454823" y="2121849"/>
              <a:ext cx="3056096" cy="516241"/>
            </a:xfrm>
            <a:prstGeom prst="line">
              <a:avLst/>
            </a:prstGeom>
            <a:ln w="12700">
              <a:solidFill>
                <a:schemeClr val="tx1"/>
              </a:solidFill>
              <a:prstDash val="dash"/>
            </a:ln>
          </p:spPr>
          <p:style>
            <a:lnRef idx="1">
              <a:schemeClr val="accent1"/>
            </a:lnRef>
            <a:fillRef idx="0">
              <a:schemeClr val="accent1"/>
            </a:fillRef>
            <a:effectRef idx="0">
              <a:schemeClr val="accent1"/>
            </a:effectRef>
            <a:fontRef idx="minor">
              <a:schemeClr val="tx1"/>
            </a:fontRef>
          </p:style>
        </p:cxnSp>
      </p:grpSp>
      <p:sp>
        <p:nvSpPr>
          <p:cNvPr id="56" name="平行四边形 55">
            <a:extLst>
              <a:ext uri="{FF2B5EF4-FFF2-40B4-BE49-F238E27FC236}">
                <a16:creationId xmlns:a16="http://schemas.microsoft.com/office/drawing/2014/main" id="{4D1BDDDB-D10F-0A59-69B9-E4A991539FE6}"/>
              </a:ext>
            </a:extLst>
          </p:cNvPr>
          <p:cNvSpPr/>
          <p:nvPr/>
        </p:nvSpPr>
        <p:spPr>
          <a:xfrm>
            <a:off x="304799" y="749300"/>
            <a:ext cx="678493" cy="387090"/>
          </a:xfrm>
          <a:prstGeom prst="parallelogram">
            <a:avLst/>
          </a:prstGeom>
          <a:solidFill>
            <a:schemeClr val="accent3">
              <a:lumMod val="75000"/>
            </a:schemeClr>
          </a:solidFill>
          <a:ln>
            <a:solidFill>
              <a:schemeClr val="accent3">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CN" sz="2200" dirty="0">
                <a:latin typeface="Impact" panose="020B0806030902050204" pitchFamily="34" charset="0"/>
              </a:rPr>
              <a:t>03</a:t>
            </a:r>
            <a:endParaRPr lang="zh-CN" altLang="en-US" sz="2200" dirty="0">
              <a:latin typeface="Impact" panose="020B0806030902050204" pitchFamily="34" charset="0"/>
            </a:endParaRPr>
          </a:p>
        </p:txBody>
      </p:sp>
    </p:spTree>
    <p:custDataLst>
      <p:tags r:id="rId1"/>
    </p:custDataLst>
    <p:extLst>
      <p:ext uri="{BB962C8B-B14F-4D97-AF65-F5344CB8AC3E}">
        <p14:creationId xmlns:p14="http://schemas.microsoft.com/office/powerpoint/2010/main" val="2098358240"/>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42" presetClass="entr" presetSubtype="0" fill="hold" nodeType="withEffect">
                                  <p:stCondLst>
                                    <p:cond delay="0"/>
                                  </p:stCondLst>
                                  <p:childTnLst>
                                    <p:set>
                                      <p:cBhvr>
                                        <p:cTn id="6" dur="1" fill="hold">
                                          <p:stCondLst>
                                            <p:cond delay="0"/>
                                          </p:stCondLst>
                                        </p:cTn>
                                        <p:tgtEl>
                                          <p:spTgt spid="8"/>
                                        </p:tgtEl>
                                        <p:attrNameLst>
                                          <p:attrName>style.visibility</p:attrName>
                                        </p:attrNameLst>
                                      </p:cBhvr>
                                      <p:to>
                                        <p:strVal val="visible"/>
                                      </p:to>
                                    </p:set>
                                    <p:animEffect transition="in" filter="fade">
                                      <p:cBhvr>
                                        <p:cTn id="7" dur="1000"/>
                                        <p:tgtEl>
                                          <p:spTgt spid="8"/>
                                        </p:tgtEl>
                                      </p:cBhvr>
                                    </p:animEffect>
                                    <p:anim calcmode="lin" valueType="num">
                                      <p:cBhvr>
                                        <p:cTn id="8" dur="1000" fill="hold"/>
                                        <p:tgtEl>
                                          <p:spTgt spid="8"/>
                                        </p:tgtEl>
                                        <p:attrNameLst>
                                          <p:attrName>ppt_x</p:attrName>
                                        </p:attrNameLst>
                                      </p:cBhvr>
                                      <p:tavLst>
                                        <p:tav tm="0">
                                          <p:val>
                                            <p:strVal val="#ppt_x"/>
                                          </p:val>
                                        </p:tav>
                                        <p:tav tm="100000">
                                          <p:val>
                                            <p:strVal val="#ppt_x"/>
                                          </p:val>
                                        </p:tav>
                                      </p:tavLst>
                                    </p:anim>
                                    <p:anim calcmode="lin" valueType="num">
                                      <p:cBhvr>
                                        <p:cTn id="9" dur="1000" fill="hold"/>
                                        <p:tgtEl>
                                          <p:spTgt spid="8"/>
                                        </p:tgtEl>
                                        <p:attrNameLst>
                                          <p:attrName>ppt_y</p:attrName>
                                        </p:attrNameLst>
                                      </p:cBhvr>
                                      <p:tavLst>
                                        <p:tav tm="0">
                                          <p:val>
                                            <p:strVal val="#ppt_y+.1"/>
                                          </p:val>
                                        </p:tav>
                                        <p:tav tm="100000">
                                          <p:val>
                                            <p:strVal val="#ppt_y"/>
                                          </p:val>
                                        </p:tav>
                                      </p:tavLst>
                                    </p:anim>
                                  </p:childTnLst>
                                </p:cTn>
                              </p:par>
                            </p:childTnLst>
                          </p:cTn>
                        </p:par>
                        <p:par>
                          <p:cTn id="10" fill="hold">
                            <p:stCondLst>
                              <p:cond delay="1000"/>
                            </p:stCondLst>
                            <p:childTnLst>
                              <p:par>
                                <p:cTn id="11" presetID="22" presetClass="entr" presetSubtype="1" fill="hold" nodeType="afterEffect">
                                  <p:stCondLst>
                                    <p:cond delay="0"/>
                                  </p:stCondLst>
                                  <p:childTnLst>
                                    <p:set>
                                      <p:cBhvr>
                                        <p:cTn id="12" dur="1" fill="hold">
                                          <p:stCondLst>
                                            <p:cond delay="0"/>
                                          </p:stCondLst>
                                        </p:cTn>
                                        <p:tgtEl>
                                          <p:spTgt spid="17"/>
                                        </p:tgtEl>
                                        <p:attrNameLst>
                                          <p:attrName>style.visibility</p:attrName>
                                        </p:attrNameLst>
                                      </p:cBhvr>
                                      <p:to>
                                        <p:strVal val="visible"/>
                                      </p:to>
                                    </p:set>
                                    <p:animEffect transition="in" filter="wipe(up)">
                                      <p:cBhvr>
                                        <p:cTn id="13" dur="500"/>
                                        <p:tgtEl>
                                          <p:spTgt spid="17"/>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48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4" name="组合 3">
            <a:extLst>
              <a:ext uri="{FF2B5EF4-FFF2-40B4-BE49-F238E27FC236}">
                <a16:creationId xmlns:a16="http://schemas.microsoft.com/office/drawing/2014/main" id="{9A1EA9F2-FCB6-48C3-935F-7AE7E3AD14AC}"/>
              </a:ext>
            </a:extLst>
          </p:cNvPr>
          <p:cNvGrpSpPr/>
          <p:nvPr/>
        </p:nvGrpSpPr>
        <p:grpSpPr>
          <a:xfrm>
            <a:off x="304800" y="749300"/>
            <a:ext cx="4938199" cy="400110"/>
            <a:chOff x="424117" y="898245"/>
            <a:chExt cx="4938199" cy="400110"/>
          </a:xfrm>
        </p:grpSpPr>
        <p:sp>
          <p:nvSpPr>
            <p:cNvPr id="2" name="平行四边形 1">
              <a:extLst>
                <a:ext uri="{FF2B5EF4-FFF2-40B4-BE49-F238E27FC236}">
                  <a16:creationId xmlns:a16="http://schemas.microsoft.com/office/drawing/2014/main" id="{1F5BAA3F-9845-4F89-A2DD-8222D3E4EDAC}"/>
                </a:ext>
              </a:extLst>
            </p:cNvPr>
            <p:cNvSpPr/>
            <p:nvPr/>
          </p:nvSpPr>
          <p:spPr>
            <a:xfrm>
              <a:off x="424117" y="898245"/>
              <a:ext cx="628306" cy="387090"/>
            </a:xfrm>
            <a:prstGeom prst="parallelogram">
              <a:avLst/>
            </a:prstGeom>
            <a:solidFill>
              <a:schemeClr val="accent3">
                <a:lumMod val="75000"/>
              </a:schemeClr>
            </a:solidFill>
            <a:ln>
              <a:solidFill>
                <a:schemeClr val="accent3">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CN" sz="2200" dirty="0">
                  <a:latin typeface="Impact" panose="020B0806030902050204" pitchFamily="34" charset="0"/>
                </a:rPr>
                <a:t>01</a:t>
              </a:r>
              <a:endParaRPr lang="zh-CN" altLang="en-US" sz="2200" dirty="0">
                <a:latin typeface="Impact" panose="020B0806030902050204" pitchFamily="34" charset="0"/>
              </a:endParaRPr>
            </a:p>
          </p:txBody>
        </p:sp>
        <p:sp>
          <p:nvSpPr>
            <p:cNvPr id="3" name="文本框 2">
              <a:extLst>
                <a:ext uri="{FF2B5EF4-FFF2-40B4-BE49-F238E27FC236}">
                  <a16:creationId xmlns:a16="http://schemas.microsoft.com/office/drawing/2014/main" id="{4D6BD736-A4D3-4F26-AFED-36E11F50F70B}"/>
                </a:ext>
              </a:extLst>
            </p:cNvPr>
            <p:cNvSpPr txBox="1"/>
            <p:nvPr/>
          </p:nvSpPr>
          <p:spPr>
            <a:xfrm>
              <a:off x="1052423" y="898245"/>
              <a:ext cx="4309893" cy="400110"/>
            </a:xfrm>
            <a:prstGeom prst="rect">
              <a:avLst/>
            </a:prstGeom>
            <a:noFill/>
          </p:spPr>
          <p:txBody>
            <a:bodyPr wrap="square" rtlCol="0">
              <a:spAutoFit/>
            </a:bodyPr>
            <a:lstStyle/>
            <a:p>
              <a:r>
                <a:rPr lang="zh-CN" altLang="en-US" sz="2000" b="1" dirty="0">
                  <a:solidFill>
                    <a:schemeClr val="tx1"/>
                  </a:solidFill>
                  <a:latin typeface="Arial Narrow" panose="020B0606020202030204" pitchFamily="34" charset="0"/>
                </a:rPr>
                <a:t>虚拟局域网</a:t>
              </a:r>
              <a:r>
                <a:rPr lang="en-US" altLang="zh-CN" sz="2000" b="1" dirty="0">
                  <a:solidFill>
                    <a:schemeClr val="tx1"/>
                  </a:solidFill>
                  <a:latin typeface="Arial Narrow" panose="020B0606020202030204" pitchFamily="34" charset="0"/>
                </a:rPr>
                <a:t>VLAN</a:t>
              </a:r>
              <a:r>
                <a:rPr lang="zh-CN" altLang="en-US" sz="2000" b="1" dirty="0">
                  <a:solidFill>
                    <a:schemeClr val="tx1"/>
                  </a:solidFill>
                  <a:latin typeface="Arial Narrow" panose="020B0606020202030204" pitchFamily="34" charset="0"/>
                </a:rPr>
                <a:t>的</a:t>
              </a:r>
              <a:r>
                <a:rPr lang="zh-CN" altLang="en-US" sz="2000" b="1" dirty="0">
                  <a:latin typeface="Arial Narrow" panose="020B0606020202030204" pitchFamily="34" charset="0"/>
                </a:rPr>
                <a:t>实现机制</a:t>
              </a:r>
              <a:endParaRPr lang="en-US" altLang="zh-CN" sz="2000" b="1" dirty="0">
                <a:solidFill>
                  <a:schemeClr val="tx1"/>
                </a:solidFill>
                <a:latin typeface="Arial Narrow" panose="020B0606020202030204" pitchFamily="34" charset="0"/>
              </a:endParaRPr>
            </a:p>
          </p:txBody>
        </p:sp>
      </p:grpSp>
      <p:sp>
        <p:nvSpPr>
          <p:cNvPr id="9" name="文本框 8">
            <a:extLst>
              <a:ext uri="{FF2B5EF4-FFF2-40B4-BE49-F238E27FC236}">
                <a16:creationId xmlns:a16="http://schemas.microsoft.com/office/drawing/2014/main" id="{7E01F55D-5303-4639-8DD9-B3123C1AE516}"/>
              </a:ext>
            </a:extLst>
          </p:cNvPr>
          <p:cNvSpPr txBox="1"/>
          <p:nvPr/>
        </p:nvSpPr>
        <p:spPr>
          <a:xfrm>
            <a:off x="4141958" y="742690"/>
            <a:ext cx="2354092" cy="400110"/>
          </a:xfrm>
          <a:prstGeom prst="rect">
            <a:avLst/>
          </a:prstGeom>
          <a:noFill/>
        </p:spPr>
        <p:txBody>
          <a:bodyPr wrap="square" rtlCol="0">
            <a:spAutoFit/>
          </a:bodyPr>
          <a:lstStyle/>
          <a:p>
            <a:r>
              <a:rPr lang="en-US" altLang="zh-CN" sz="2000" b="1" dirty="0">
                <a:solidFill>
                  <a:schemeClr val="accent3">
                    <a:lumMod val="75000"/>
                  </a:schemeClr>
                </a:solidFill>
                <a:latin typeface="Arial Narrow" panose="020B0606020202030204" pitchFamily="34" charset="0"/>
              </a:rPr>
              <a:t>——  IEEE 802.1Q</a:t>
            </a:r>
            <a:r>
              <a:rPr lang="zh-CN" altLang="en-US" sz="2000" b="1" dirty="0">
                <a:solidFill>
                  <a:schemeClr val="accent3">
                    <a:lumMod val="75000"/>
                  </a:schemeClr>
                </a:solidFill>
                <a:latin typeface="Arial Narrow" panose="020B0606020202030204" pitchFamily="34" charset="0"/>
              </a:rPr>
              <a:t>帧</a:t>
            </a:r>
            <a:endParaRPr lang="en-US" altLang="zh-CN" sz="2000" b="1" dirty="0">
              <a:solidFill>
                <a:schemeClr val="accent3">
                  <a:lumMod val="75000"/>
                </a:schemeClr>
              </a:solidFill>
              <a:latin typeface="Arial Narrow" panose="020B0606020202030204" pitchFamily="34" charset="0"/>
            </a:endParaRPr>
          </a:p>
        </p:txBody>
      </p:sp>
      <p:grpSp>
        <p:nvGrpSpPr>
          <p:cNvPr id="8" name="组合 7">
            <a:extLst>
              <a:ext uri="{FF2B5EF4-FFF2-40B4-BE49-F238E27FC236}">
                <a16:creationId xmlns:a16="http://schemas.microsoft.com/office/drawing/2014/main" id="{2B68B186-13FA-46D3-9FE8-26EE29FE21A9}"/>
              </a:ext>
            </a:extLst>
          </p:cNvPr>
          <p:cNvGrpSpPr/>
          <p:nvPr/>
        </p:nvGrpSpPr>
        <p:grpSpPr>
          <a:xfrm>
            <a:off x="241214" y="1251021"/>
            <a:ext cx="11709572" cy="873251"/>
            <a:chOff x="241214" y="1251021"/>
            <a:chExt cx="11709572" cy="873251"/>
          </a:xfrm>
        </p:grpSpPr>
        <p:sp>
          <p:nvSpPr>
            <p:cNvPr id="12" name="矩形 11">
              <a:extLst>
                <a:ext uri="{FF2B5EF4-FFF2-40B4-BE49-F238E27FC236}">
                  <a16:creationId xmlns:a16="http://schemas.microsoft.com/office/drawing/2014/main" id="{B8DBF6A1-ABB4-45CC-AF70-D9759BE1E260}"/>
                </a:ext>
              </a:extLst>
            </p:cNvPr>
            <p:cNvSpPr/>
            <p:nvPr/>
          </p:nvSpPr>
          <p:spPr>
            <a:xfrm>
              <a:off x="5315379" y="1680851"/>
              <a:ext cx="1161617" cy="440998"/>
            </a:xfrm>
            <a:prstGeom prst="rect">
              <a:avLst/>
            </a:prstGeom>
            <a:solidFill>
              <a:schemeClr val="accent1">
                <a:lumMod val="75000"/>
              </a:schemeClr>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CN" b="1" dirty="0">
                  <a:solidFill>
                    <a:schemeClr val="bg1"/>
                  </a:solidFill>
                </a:rPr>
                <a:t>VLAN</a:t>
              </a:r>
              <a:r>
                <a:rPr lang="zh-CN" altLang="en-US" b="1" dirty="0">
                  <a:solidFill>
                    <a:schemeClr val="bg1"/>
                  </a:solidFill>
                </a:rPr>
                <a:t>标签</a:t>
              </a:r>
            </a:p>
          </p:txBody>
        </p:sp>
        <p:sp>
          <p:nvSpPr>
            <p:cNvPr id="38" name="矩形 37">
              <a:extLst>
                <a:ext uri="{FF2B5EF4-FFF2-40B4-BE49-F238E27FC236}">
                  <a16:creationId xmlns:a16="http://schemas.microsoft.com/office/drawing/2014/main" id="{8F546EB0-D3B7-4242-8851-44B137BDA925}"/>
                </a:ext>
              </a:extLst>
            </p:cNvPr>
            <p:cNvSpPr/>
            <p:nvPr/>
          </p:nvSpPr>
          <p:spPr>
            <a:xfrm>
              <a:off x="2856384" y="1680851"/>
              <a:ext cx="1229498" cy="440998"/>
            </a:xfrm>
            <a:prstGeom prst="rect">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zh-CN" altLang="en-US" b="1" dirty="0">
                  <a:solidFill>
                    <a:schemeClr val="tx1"/>
                  </a:solidFill>
                </a:rPr>
                <a:t>目的地址</a:t>
              </a:r>
            </a:p>
          </p:txBody>
        </p:sp>
        <p:sp>
          <p:nvSpPr>
            <p:cNvPr id="39" name="矩形 38">
              <a:extLst>
                <a:ext uri="{FF2B5EF4-FFF2-40B4-BE49-F238E27FC236}">
                  <a16:creationId xmlns:a16="http://schemas.microsoft.com/office/drawing/2014/main" id="{99EA4B49-2C19-4F57-9033-5201802070E2}"/>
                </a:ext>
              </a:extLst>
            </p:cNvPr>
            <p:cNvSpPr/>
            <p:nvPr/>
          </p:nvSpPr>
          <p:spPr>
            <a:xfrm>
              <a:off x="4085882" y="1680851"/>
              <a:ext cx="1229498" cy="440998"/>
            </a:xfrm>
            <a:prstGeom prst="rect">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zh-CN" altLang="en-US" b="1" dirty="0">
                  <a:solidFill>
                    <a:schemeClr val="tx1"/>
                  </a:solidFill>
                </a:rPr>
                <a:t>源地址</a:t>
              </a:r>
            </a:p>
          </p:txBody>
        </p:sp>
        <p:sp>
          <p:nvSpPr>
            <p:cNvPr id="40" name="矩形 39">
              <a:extLst>
                <a:ext uri="{FF2B5EF4-FFF2-40B4-BE49-F238E27FC236}">
                  <a16:creationId xmlns:a16="http://schemas.microsoft.com/office/drawing/2014/main" id="{B5AB568A-FD63-4EDC-8B4F-B759515BE347}"/>
                </a:ext>
              </a:extLst>
            </p:cNvPr>
            <p:cNvSpPr/>
            <p:nvPr/>
          </p:nvSpPr>
          <p:spPr>
            <a:xfrm>
              <a:off x="6477430" y="1680851"/>
              <a:ext cx="679934" cy="440998"/>
            </a:xfrm>
            <a:prstGeom prst="rect">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zh-CN" altLang="en-US" b="1" dirty="0">
                  <a:solidFill>
                    <a:schemeClr val="tx1"/>
                  </a:solidFill>
                </a:rPr>
                <a:t>类型</a:t>
              </a:r>
            </a:p>
          </p:txBody>
        </p:sp>
        <p:sp>
          <p:nvSpPr>
            <p:cNvPr id="41" name="矩形 40">
              <a:extLst>
                <a:ext uri="{FF2B5EF4-FFF2-40B4-BE49-F238E27FC236}">
                  <a16:creationId xmlns:a16="http://schemas.microsoft.com/office/drawing/2014/main" id="{6A24D59B-E20C-4CE1-8571-7FA7C3654174}"/>
                </a:ext>
              </a:extLst>
            </p:cNvPr>
            <p:cNvSpPr/>
            <p:nvPr/>
          </p:nvSpPr>
          <p:spPr>
            <a:xfrm>
              <a:off x="10338228" y="1680851"/>
              <a:ext cx="890246" cy="440998"/>
            </a:xfrm>
            <a:prstGeom prst="rect">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CN" b="1" dirty="0">
                  <a:solidFill>
                    <a:schemeClr val="tx1"/>
                  </a:solidFill>
                </a:rPr>
                <a:t>FCS</a:t>
              </a:r>
              <a:endParaRPr lang="zh-CN" altLang="en-US" b="1" dirty="0">
                <a:solidFill>
                  <a:schemeClr val="tx1"/>
                </a:solidFill>
              </a:endParaRPr>
            </a:p>
          </p:txBody>
        </p:sp>
        <p:sp>
          <p:nvSpPr>
            <p:cNvPr id="42" name="矩形 41">
              <a:extLst>
                <a:ext uri="{FF2B5EF4-FFF2-40B4-BE49-F238E27FC236}">
                  <a16:creationId xmlns:a16="http://schemas.microsoft.com/office/drawing/2014/main" id="{B7D76F3D-3288-4BEC-9540-6926CD9F65EE}"/>
                </a:ext>
              </a:extLst>
            </p:cNvPr>
            <p:cNvSpPr/>
            <p:nvPr/>
          </p:nvSpPr>
          <p:spPr>
            <a:xfrm>
              <a:off x="7157364" y="1680851"/>
              <a:ext cx="3180864" cy="440998"/>
            </a:xfrm>
            <a:prstGeom prst="rect">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zh-CN" altLang="en-US" b="1" dirty="0">
                  <a:solidFill>
                    <a:schemeClr val="tx1"/>
                  </a:solidFill>
                </a:rPr>
                <a:t>数据</a:t>
              </a:r>
            </a:p>
          </p:txBody>
        </p:sp>
        <p:cxnSp>
          <p:nvCxnSpPr>
            <p:cNvPr id="43" name="直接连接符 42">
              <a:extLst>
                <a:ext uri="{FF2B5EF4-FFF2-40B4-BE49-F238E27FC236}">
                  <a16:creationId xmlns:a16="http://schemas.microsoft.com/office/drawing/2014/main" id="{EAF3CDA5-5070-4E28-88FE-AAABCB2A9851}"/>
                </a:ext>
              </a:extLst>
            </p:cNvPr>
            <p:cNvCxnSpPr>
              <a:cxnSpLocks/>
            </p:cNvCxnSpPr>
            <p:nvPr/>
          </p:nvCxnSpPr>
          <p:spPr>
            <a:xfrm>
              <a:off x="5312586" y="1251021"/>
              <a:ext cx="0" cy="424873"/>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4" name="直接连接符 43">
              <a:extLst>
                <a:ext uri="{FF2B5EF4-FFF2-40B4-BE49-F238E27FC236}">
                  <a16:creationId xmlns:a16="http://schemas.microsoft.com/office/drawing/2014/main" id="{2372F856-3918-4298-A001-EF418856AC7C}"/>
                </a:ext>
              </a:extLst>
            </p:cNvPr>
            <p:cNvCxnSpPr>
              <a:cxnSpLocks/>
            </p:cNvCxnSpPr>
            <p:nvPr/>
          </p:nvCxnSpPr>
          <p:spPr>
            <a:xfrm>
              <a:off x="7158881" y="1251021"/>
              <a:ext cx="0" cy="424873"/>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5" name="直接连接符 44">
              <a:extLst>
                <a:ext uri="{FF2B5EF4-FFF2-40B4-BE49-F238E27FC236}">
                  <a16:creationId xmlns:a16="http://schemas.microsoft.com/office/drawing/2014/main" id="{09B5D86D-E317-45AE-AC3C-4D18C4D73655}"/>
                </a:ext>
              </a:extLst>
            </p:cNvPr>
            <p:cNvCxnSpPr>
              <a:cxnSpLocks/>
            </p:cNvCxnSpPr>
            <p:nvPr/>
          </p:nvCxnSpPr>
          <p:spPr>
            <a:xfrm>
              <a:off x="10337428" y="1251021"/>
              <a:ext cx="0" cy="424873"/>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6" name="直接箭头连接符 45">
              <a:extLst>
                <a:ext uri="{FF2B5EF4-FFF2-40B4-BE49-F238E27FC236}">
                  <a16:creationId xmlns:a16="http://schemas.microsoft.com/office/drawing/2014/main" id="{F684F40B-095D-4A61-9BFA-237EC0CD54E5}"/>
                </a:ext>
              </a:extLst>
            </p:cNvPr>
            <p:cNvCxnSpPr>
              <a:cxnSpLocks/>
            </p:cNvCxnSpPr>
            <p:nvPr/>
          </p:nvCxnSpPr>
          <p:spPr>
            <a:xfrm>
              <a:off x="6468335" y="1476158"/>
              <a:ext cx="689198" cy="0"/>
            </a:xfrm>
            <a:prstGeom prst="straightConnector1">
              <a:avLst/>
            </a:prstGeom>
            <a:ln w="12700">
              <a:solidFill>
                <a:schemeClr val="tx1"/>
              </a:solidFill>
              <a:headEnd type="triangle"/>
              <a:tailEnd type="triangle"/>
            </a:ln>
          </p:spPr>
          <p:style>
            <a:lnRef idx="1">
              <a:schemeClr val="accent1"/>
            </a:lnRef>
            <a:fillRef idx="0">
              <a:schemeClr val="accent1"/>
            </a:fillRef>
            <a:effectRef idx="0">
              <a:schemeClr val="accent1"/>
            </a:effectRef>
            <a:fontRef idx="minor">
              <a:schemeClr val="tx1"/>
            </a:fontRef>
          </p:style>
        </p:cxnSp>
        <p:sp>
          <p:nvSpPr>
            <p:cNvPr id="47" name="文本框 46">
              <a:extLst>
                <a:ext uri="{FF2B5EF4-FFF2-40B4-BE49-F238E27FC236}">
                  <a16:creationId xmlns:a16="http://schemas.microsoft.com/office/drawing/2014/main" id="{86206810-5591-48ED-827A-B6342FB32812}"/>
                </a:ext>
              </a:extLst>
            </p:cNvPr>
            <p:cNvSpPr txBox="1"/>
            <p:nvPr/>
          </p:nvSpPr>
          <p:spPr>
            <a:xfrm>
              <a:off x="6679109" y="1279181"/>
              <a:ext cx="226720" cy="369332"/>
            </a:xfrm>
            <a:prstGeom prst="rect">
              <a:avLst/>
            </a:prstGeom>
            <a:solidFill>
              <a:schemeClr val="bg1"/>
            </a:solidFill>
          </p:spPr>
          <p:txBody>
            <a:bodyPr wrap="square" rtlCol="0">
              <a:spAutoFit/>
            </a:bodyPr>
            <a:lstStyle/>
            <a:p>
              <a:pPr algn="ctr"/>
              <a:r>
                <a:rPr lang="en-US" altLang="zh-CN" b="1" dirty="0"/>
                <a:t>2</a:t>
              </a:r>
              <a:endParaRPr lang="zh-CN" altLang="en-US" b="1" dirty="0"/>
            </a:p>
          </p:txBody>
        </p:sp>
        <p:cxnSp>
          <p:nvCxnSpPr>
            <p:cNvPr id="48" name="直接箭头连接符 47">
              <a:extLst>
                <a:ext uri="{FF2B5EF4-FFF2-40B4-BE49-F238E27FC236}">
                  <a16:creationId xmlns:a16="http://schemas.microsoft.com/office/drawing/2014/main" id="{E417AB30-76A9-4CCA-8C67-55EC2334ED63}"/>
                </a:ext>
              </a:extLst>
            </p:cNvPr>
            <p:cNvCxnSpPr>
              <a:cxnSpLocks/>
            </p:cNvCxnSpPr>
            <p:nvPr/>
          </p:nvCxnSpPr>
          <p:spPr>
            <a:xfrm>
              <a:off x="7164059" y="1476158"/>
              <a:ext cx="3180864" cy="0"/>
            </a:xfrm>
            <a:prstGeom prst="straightConnector1">
              <a:avLst/>
            </a:prstGeom>
            <a:ln w="12700">
              <a:solidFill>
                <a:schemeClr val="tx1"/>
              </a:solidFill>
              <a:headEnd type="triangle"/>
              <a:tailEnd type="triangle"/>
            </a:ln>
          </p:spPr>
          <p:style>
            <a:lnRef idx="1">
              <a:schemeClr val="accent1"/>
            </a:lnRef>
            <a:fillRef idx="0">
              <a:schemeClr val="accent1"/>
            </a:fillRef>
            <a:effectRef idx="0">
              <a:schemeClr val="accent1"/>
            </a:effectRef>
            <a:fontRef idx="minor">
              <a:schemeClr val="tx1"/>
            </a:fontRef>
          </p:style>
        </p:cxnSp>
        <p:sp>
          <p:nvSpPr>
            <p:cNvPr id="49" name="文本框 48">
              <a:extLst>
                <a:ext uri="{FF2B5EF4-FFF2-40B4-BE49-F238E27FC236}">
                  <a16:creationId xmlns:a16="http://schemas.microsoft.com/office/drawing/2014/main" id="{B4CE50FD-4286-4D48-837C-D4C18F9E9A0A}"/>
                </a:ext>
              </a:extLst>
            </p:cNvPr>
            <p:cNvSpPr txBox="1"/>
            <p:nvPr/>
          </p:nvSpPr>
          <p:spPr>
            <a:xfrm>
              <a:off x="8158684" y="1284555"/>
              <a:ext cx="1178223" cy="369332"/>
            </a:xfrm>
            <a:prstGeom prst="rect">
              <a:avLst/>
            </a:prstGeom>
            <a:solidFill>
              <a:schemeClr val="bg1"/>
            </a:solidFill>
          </p:spPr>
          <p:txBody>
            <a:bodyPr wrap="square" rtlCol="0">
              <a:spAutoFit/>
            </a:bodyPr>
            <a:lstStyle/>
            <a:p>
              <a:pPr algn="ctr"/>
              <a:r>
                <a:rPr lang="en-US" altLang="zh-CN" b="1" dirty="0"/>
                <a:t>46</a:t>
              </a:r>
              <a:r>
                <a:rPr lang="zh-CN" altLang="en-US" b="1" dirty="0"/>
                <a:t>～</a:t>
              </a:r>
              <a:r>
                <a:rPr lang="en-US" altLang="zh-CN" b="1" dirty="0"/>
                <a:t>1500</a:t>
              </a:r>
              <a:endParaRPr lang="zh-CN" altLang="en-US" b="1" dirty="0"/>
            </a:p>
          </p:txBody>
        </p:sp>
        <p:cxnSp>
          <p:nvCxnSpPr>
            <p:cNvPr id="50" name="直接箭头连接符 49">
              <a:extLst>
                <a:ext uri="{FF2B5EF4-FFF2-40B4-BE49-F238E27FC236}">
                  <a16:creationId xmlns:a16="http://schemas.microsoft.com/office/drawing/2014/main" id="{DAD33244-6F5C-4F61-AD41-A9C2F9EDEF1A}"/>
                </a:ext>
              </a:extLst>
            </p:cNvPr>
            <p:cNvCxnSpPr>
              <a:cxnSpLocks/>
            </p:cNvCxnSpPr>
            <p:nvPr/>
          </p:nvCxnSpPr>
          <p:spPr>
            <a:xfrm>
              <a:off x="10344923" y="1478246"/>
              <a:ext cx="890246" cy="0"/>
            </a:xfrm>
            <a:prstGeom prst="straightConnector1">
              <a:avLst/>
            </a:prstGeom>
            <a:ln w="12700">
              <a:solidFill>
                <a:schemeClr val="tx1"/>
              </a:solidFill>
              <a:headEnd type="triangle"/>
              <a:tailEnd type="triangle"/>
            </a:ln>
          </p:spPr>
          <p:style>
            <a:lnRef idx="1">
              <a:schemeClr val="accent1"/>
            </a:lnRef>
            <a:fillRef idx="0">
              <a:schemeClr val="accent1"/>
            </a:fillRef>
            <a:effectRef idx="0">
              <a:schemeClr val="accent1"/>
            </a:effectRef>
            <a:fontRef idx="minor">
              <a:schemeClr val="tx1"/>
            </a:fontRef>
          </p:style>
        </p:cxnSp>
        <p:sp>
          <p:nvSpPr>
            <p:cNvPr id="51" name="文本框 50">
              <a:extLst>
                <a:ext uri="{FF2B5EF4-FFF2-40B4-BE49-F238E27FC236}">
                  <a16:creationId xmlns:a16="http://schemas.microsoft.com/office/drawing/2014/main" id="{601345AA-D57E-4CC2-9D80-F8C7B245469A}"/>
                </a:ext>
              </a:extLst>
            </p:cNvPr>
            <p:cNvSpPr txBox="1"/>
            <p:nvPr/>
          </p:nvSpPr>
          <p:spPr>
            <a:xfrm>
              <a:off x="10670879" y="1263721"/>
              <a:ext cx="226720" cy="369332"/>
            </a:xfrm>
            <a:prstGeom prst="rect">
              <a:avLst/>
            </a:prstGeom>
            <a:solidFill>
              <a:schemeClr val="bg1"/>
            </a:solidFill>
          </p:spPr>
          <p:txBody>
            <a:bodyPr wrap="square" rtlCol="0">
              <a:spAutoFit/>
            </a:bodyPr>
            <a:lstStyle/>
            <a:p>
              <a:pPr algn="ctr"/>
              <a:r>
                <a:rPr lang="en-US" altLang="zh-CN" b="1" dirty="0"/>
                <a:t>4</a:t>
              </a:r>
              <a:endParaRPr lang="zh-CN" altLang="en-US" b="1" dirty="0"/>
            </a:p>
          </p:txBody>
        </p:sp>
        <p:sp>
          <p:nvSpPr>
            <p:cNvPr id="52" name="文本框 51">
              <a:extLst>
                <a:ext uri="{FF2B5EF4-FFF2-40B4-BE49-F238E27FC236}">
                  <a16:creationId xmlns:a16="http://schemas.microsoft.com/office/drawing/2014/main" id="{25ADDC42-FBDE-474A-8E90-1A610A689771}"/>
                </a:ext>
              </a:extLst>
            </p:cNvPr>
            <p:cNvSpPr txBox="1"/>
            <p:nvPr/>
          </p:nvSpPr>
          <p:spPr>
            <a:xfrm>
              <a:off x="11288405" y="1291492"/>
              <a:ext cx="662381" cy="369332"/>
            </a:xfrm>
            <a:prstGeom prst="rect">
              <a:avLst/>
            </a:prstGeom>
            <a:noFill/>
          </p:spPr>
          <p:txBody>
            <a:bodyPr wrap="square" rtlCol="0">
              <a:spAutoFit/>
            </a:bodyPr>
            <a:lstStyle/>
            <a:p>
              <a:r>
                <a:rPr lang="zh-CN" altLang="en-US" b="1" dirty="0"/>
                <a:t>字节</a:t>
              </a:r>
            </a:p>
          </p:txBody>
        </p:sp>
        <p:sp>
          <p:nvSpPr>
            <p:cNvPr id="55" name="文本框 54">
              <a:extLst>
                <a:ext uri="{FF2B5EF4-FFF2-40B4-BE49-F238E27FC236}">
                  <a16:creationId xmlns:a16="http://schemas.microsoft.com/office/drawing/2014/main" id="{CBC4E190-C99B-4CED-9CE0-76275C9DE5A0}"/>
                </a:ext>
              </a:extLst>
            </p:cNvPr>
            <p:cNvSpPr txBox="1"/>
            <p:nvPr/>
          </p:nvSpPr>
          <p:spPr>
            <a:xfrm>
              <a:off x="241214" y="1477941"/>
              <a:ext cx="2570157" cy="646331"/>
            </a:xfrm>
            <a:prstGeom prst="rect">
              <a:avLst/>
            </a:prstGeom>
            <a:noFill/>
          </p:spPr>
          <p:txBody>
            <a:bodyPr wrap="square" rtlCol="0">
              <a:spAutoFit/>
            </a:bodyPr>
            <a:lstStyle/>
            <a:p>
              <a:pPr algn="ctr"/>
              <a:r>
                <a:rPr lang="en-US" altLang="zh-CN" b="1" dirty="0"/>
                <a:t>IEEE 802.1Q</a:t>
              </a:r>
              <a:r>
                <a:rPr lang="zh-CN" altLang="en-US" b="1" dirty="0"/>
                <a:t>帧</a:t>
              </a:r>
              <a:endParaRPr lang="en-US" altLang="zh-CN" b="1" dirty="0"/>
            </a:p>
            <a:p>
              <a:pPr algn="ctr"/>
              <a:r>
                <a:rPr lang="zh-CN" altLang="en-US" b="1" dirty="0"/>
                <a:t>（最大长度为</a:t>
              </a:r>
              <a:r>
                <a:rPr lang="en-US" altLang="zh-CN" b="1" dirty="0"/>
                <a:t>1522</a:t>
              </a:r>
              <a:r>
                <a:rPr lang="zh-CN" altLang="en-US" b="1" dirty="0"/>
                <a:t>字节）</a:t>
              </a:r>
            </a:p>
          </p:txBody>
        </p:sp>
        <p:cxnSp>
          <p:nvCxnSpPr>
            <p:cNvPr id="58" name="直接连接符 57">
              <a:extLst>
                <a:ext uri="{FF2B5EF4-FFF2-40B4-BE49-F238E27FC236}">
                  <a16:creationId xmlns:a16="http://schemas.microsoft.com/office/drawing/2014/main" id="{9EB552BC-030C-4AC8-ACB6-D326A20D9967}"/>
                </a:ext>
              </a:extLst>
            </p:cNvPr>
            <p:cNvCxnSpPr>
              <a:cxnSpLocks/>
            </p:cNvCxnSpPr>
            <p:nvPr/>
          </p:nvCxnSpPr>
          <p:spPr>
            <a:xfrm>
              <a:off x="4084313" y="1251021"/>
              <a:ext cx="0" cy="424873"/>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9" name="直接箭头连接符 58">
              <a:extLst>
                <a:ext uri="{FF2B5EF4-FFF2-40B4-BE49-F238E27FC236}">
                  <a16:creationId xmlns:a16="http://schemas.microsoft.com/office/drawing/2014/main" id="{6C122E44-C7D8-4D0E-A6A5-F09B631DBB9D}"/>
                </a:ext>
              </a:extLst>
            </p:cNvPr>
            <p:cNvCxnSpPr/>
            <p:nvPr/>
          </p:nvCxnSpPr>
          <p:spPr>
            <a:xfrm>
              <a:off x="2854815" y="1476158"/>
              <a:ext cx="1229498" cy="0"/>
            </a:xfrm>
            <a:prstGeom prst="straightConnector1">
              <a:avLst/>
            </a:prstGeom>
            <a:ln w="12700">
              <a:solidFill>
                <a:schemeClr val="tx1"/>
              </a:solidFill>
              <a:headEnd type="triangle"/>
              <a:tailEnd type="triangle"/>
            </a:ln>
          </p:spPr>
          <p:style>
            <a:lnRef idx="1">
              <a:schemeClr val="accent1"/>
            </a:lnRef>
            <a:fillRef idx="0">
              <a:schemeClr val="accent1"/>
            </a:fillRef>
            <a:effectRef idx="0">
              <a:schemeClr val="accent1"/>
            </a:effectRef>
            <a:fontRef idx="minor">
              <a:schemeClr val="tx1"/>
            </a:fontRef>
          </p:style>
        </p:cxnSp>
        <p:sp>
          <p:nvSpPr>
            <p:cNvPr id="60" name="文本框 59">
              <a:extLst>
                <a:ext uri="{FF2B5EF4-FFF2-40B4-BE49-F238E27FC236}">
                  <a16:creationId xmlns:a16="http://schemas.microsoft.com/office/drawing/2014/main" id="{4987A6AE-6EC9-481D-94FB-B998D7970CF4}"/>
                </a:ext>
              </a:extLst>
            </p:cNvPr>
            <p:cNvSpPr txBox="1"/>
            <p:nvPr/>
          </p:nvSpPr>
          <p:spPr>
            <a:xfrm>
              <a:off x="3348346" y="1291492"/>
              <a:ext cx="226720" cy="369332"/>
            </a:xfrm>
            <a:prstGeom prst="rect">
              <a:avLst/>
            </a:prstGeom>
            <a:solidFill>
              <a:schemeClr val="bg1"/>
            </a:solidFill>
          </p:spPr>
          <p:txBody>
            <a:bodyPr wrap="square" rtlCol="0">
              <a:spAutoFit/>
            </a:bodyPr>
            <a:lstStyle/>
            <a:p>
              <a:pPr algn="ctr"/>
              <a:r>
                <a:rPr lang="en-US" altLang="zh-CN" b="1" dirty="0"/>
                <a:t>6</a:t>
              </a:r>
              <a:endParaRPr lang="zh-CN" altLang="en-US" b="1" dirty="0"/>
            </a:p>
          </p:txBody>
        </p:sp>
        <p:cxnSp>
          <p:nvCxnSpPr>
            <p:cNvPr id="61" name="直接连接符 60">
              <a:extLst>
                <a:ext uri="{FF2B5EF4-FFF2-40B4-BE49-F238E27FC236}">
                  <a16:creationId xmlns:a16="http://schemas.microsoft.com/office/drawing/2014/main" id="{5A7F721C-9248-4BB9-84D8-71CF35F82CEA}"/>
                </a:ext>
              </a:extLst>
            </p:cNvPr>
            <p:cNvCxnSpPr>
              <a:cxnSpLocks/>
            </p:cNvCxnSpPr>
            <p:nvPr/>
          </p:nvCxnSpPr>
          <p:spPr>
            <a:xfrm>
              <a:off x="2859953" y="1251021"/>
              <a:ext cx="0" cy="424873"/>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62" name="直接箭头连接符 61">
              <a:extLst>
                <a:ext uri="{FF2B5EF4-FFF2-40B4-BE49-F238E27FC236}">
                  <a16:creationId xmlns:a16="http://schemas.microsoft.com/office/drawing/2014/main" id="{1367DDED-565C-466F-B8FB-D84B9983352E}"/>
                </a:ext>
              </a:extLst>
            </p:cNvPr>
            <p:cNvCxnSpPr/>
            <p:nvPr/>
          </p:nvCxnSpPr>
          <p:spPr>
            <a:xfrm>
              <a:off x="4092738" y="1477209"/>
              <a:ext cx="1229498" cy="0"/>
            </a:xfrm>
            <a:prstGeom prst="straightConnector1">
              <a:avLst/>
            </a:prstGeom>
            <a:ln w="12700">
              <a:solidFill>
                <a:schemeClr val="tx1"/>
              </a:solidFill>
              <a:headEnd type="triangle"/>
              <a:tailEnd type="triangle"/>
            </a:ln>
          </p:spPr>
          <p:style>
            <a:lnRef idx="1">
              <a:schemeClr val="accent1"/>
            </a:lnRef>
            <a:fillRef idx="0">
              <a:schemeClr val="accent1"/>
            </a:fillRef>
            <a:effectRef idx="0">
              <a:schemeClr val="accent1"/>
            </a:effectRef>
            <a:fontRef idx="minor">
              <a:schemeClr val="tx1"/>
            </a:fontRef>
          </p:style>
        </p:cxnSp>
        <p:sp>
          <p:nvSpPr>
            <p:cNvPr id="63" name="文本框 62">
              <a:extLst>
                <a:ext uri="{FF2B5EF4-FFF2-40B4-BE49-F238E27FC236}">
                  <a16:creationId xmlns:a16="http://schemas.microsoft.com/office/drawing/2014/main" id="{DC32F068-881E-45C1-9668-4075B2EF6936}"/>
                </a:ext>
              </a:extLst>
            </p:cNvPr>
            <p:cNvSpPr txBox="1"/>
            <p:nvPr/>
          </p:nvSpPr>
          <p:spPr>
            <a:xfrm>
              <a:off x="4586269" y="1292543"/>
              <a:ext cx="226720" cy="369332"/>
            </a:xfrm>
            <a:prstGeom prst="rect">
              <a:avLst/>
            </a:prstGeom>
            <a:solidFill>
              <a:schemeClr val="bg1"/>
            </a:solidFill>
          </p:spPr>
          <p:txBody>
            <a:bodyPr wrap="square" rtlCol="0">
              <a:spAutoFit/>
            </a:bodyPr>
            <a:lstStyle/>
            <a:p>
              <a:pPr algn="ctr"/>
              <a:r>
                <a:rPr lang="en-US" altLang="zh-CN" b="1" dirty="0"/>
                <a:t>6</a:t>
              </a:r>
              <a:endParaRPr lang="zh-CN" altLang="en-US" b="1" dirty="0"/>
            </a:p>
          </p:txBody>
        </p:sp>
        <p:cxnSp>
          <p:nvCxnSpPr>
            <p:cNvPr id="64" name="直接箭头连接符 63">
              <a:extLst>
                <a:ext uri="{FF2B5EF4-FFF2-40B4-BE49-F238E27FC236}">
                  <a16:creationId xmlns:a16="http://schemas.microsoft.com/office/drawing/2014/main" id="{F68C6F8A-FAA3-469E-B015-30784A3FB4CA}"/>
                </a:ext>
              </a:extLst>
            </p:cNvPr>
            <p:cNvCxnSpPr>
              <a:cxnSpLocks/>
            </p:cNvCxnSpPr>
            <p:nvPr/>
          </p:nvCxnSpPr>
          <p:spPr>
            <a:xfrm>
              <a:off x="5322786" y="1476158"/>
              <a:ext cx="1145549" cy="0"/>
            </a:xfrm>
            <a:prstGeom prst="straightConnector1">
              <a:avLst/>
            </a:prstGeom>
            <a:ln w="12700">
              <a:solidFill>
                <a:schemeClr val="tx1"/>
              </a:solidFill>
              <a:headEnd type="triangle"/>
              <a:tailEnd type="triangle"/>
            </a:ln>
          </p:spPr>
          <p:style>
            <a:lnRef idx="1">
              <a:schemeClr val="accent1"/>
            </a:lnRef>
            <a:fillRef idx="0">
              <a:schemeClr val="accent1"/>
            </a:fillRef>
            <a:effectRef idx="0">
              <a:schemeClr val="accent1"/>
            </a:effectRef>
            <a:fontRef idx="minor">
              <a:schemeClr val="tx1"/>
            </a:fontRef>
          </p:style>
        </p:cxnSp>
        <p:sp>
          <p:nvSpPr>
            <p:cNvPr id="65" name="文本框 64">
              <a:extLst>
                <a:ext uri="{FF2B5EF4-FFF2-40B4-BE49-F238E27FC236}">
                  <a16:creationId xmlns:a16="http://schemas.microsoft.com/office/drawing/2014/main" id="{F22516F5-FA04-4FA8-AFE0-AE0FDD85A242}"/>
                </a:ext>
              </a:extLst>
            </p:cNvPr>
            <p:cNvSpPr txBox="1"/>
            <p:nvPr/>
          </p:nvSpPr>
          <p:spPr>
            <a:xfrm>
              <a:off x="5759616" y="1291492"/>
              <a:ext cx="226720" cy="369332"/>
            </a:xfrm>
            <a:prstGeom prst="rect">
              <a:avLst/>
            </a:prstGeom>
            <a:solidFill>
              <a:schemeClr val="bg1"/>
            </a:solidFill>
          </p:spPr>
          <p:txBody>
            <a:bodyPr wrap="square" rtlCol="0">
              <a:spAutoFit/>
            </a:bodyPr>
            <a:lstStyle/>
            <a:p>
              <a:pPr algn="ctr"/>
              <a:r>
                <a:rPr lang="en-US" altLang="zh-CN" b="1" dirty="0"/>
                <a:t>4</a:t>
              </a:r>
              <a:endParaRPr lang="zh-CN" altLang="en-US" b="1" dirty="0"/>
            </a:p>
          </p:txBody>
        </p:sp>
        <p:cxnSp>
          <p:nvCxnSpPr>
            <p:cNvPr id="66" name="直接连接符 65">
              <a:extLst>
                <a:ext uri="{FF2B5EF4-FFF2-40B4-BE49-F238E27FC236}">
                  <a16:creationId xmlns:a16="http://schemas.microsoft.com/office/drawing/2014/main" id="{243B4991-114F-4B6F-AEC5-BA899F15E85D}"/>
                </a:ext>
              </a:extLst>
            </p:cNvPr>
            <p:cNvCxnSpPr>
              <a:cxnSpLocks/>
            </p:cNvCxnSpPr>
            <p:nvPr/>
          </p:nvCxnSpPr>
          <p:spPr>
            <a:xfrm>
              <a:off x="6474516" y="1251021"/>
              <a:ext cx="0" cy="424873"/>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67" name="直接连接符 66">
              <a:extLst>
                <a:ext uri="{FF2B5EF4-FFF2-40B4-BE49-F238E27FC236}">
                  <a16:creationId xmlns:a16="http://schemas.microsoft.com/office/drawing/2014/main" id="{1BEC4275-0F17-4F73-9348-C2251EB8C0A6}"/>
                </a:ext>
              </a:extLst>
            </p:cNvPr>
            <p:cNvCxnSpPr>
              <a:cxnSpLocks/>
            </p:cNvCxnSpPr>
            <p:nvPr/>
          </p:nvCxnSpPr>
          <p:spPr>
            <a:xfrm>
              <a:off x="11224700" y="1251021"/>
              <a:ext cx="0" cy="424873"/>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68" name="矩形 67">
            <a:extLst>
              <a:ext uri="{FF2B5EF4-FFF2-40B4-BE49-F238E27FC236}">
                <a16:creationId xmlns:a16="http://schemas.microsoft.com/office/drawing/2014/main" id="{7D18E68B-A2BD-46C3-A8B6-F389161C63AE}"/>
              </a:ext>
            </a:extLst>
          </p:cNvPr>
          <p:cNvSpPr/>
          <p:nvPr/>
        </p:nvSpPr>
        <p:spPr>
          <a:xfrm>
            <a:off x="6839615" y="3063696"/>
            <a:ext cx="509993" cy="440997"/>
          </a:xfrm>
          <a:prstGeom prst="rect">
            <a:avLst/>
          </a:prstGeom>
          <a:solidFill>
            <a:schemeClr val="accent1">
              <a:lumMod val="75000"/>
            </a:schemeClr>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en-US" altLang="zh-CN" b="1" dirty="0">
                <a:solidFill>
                  <a:schemeClr val="bg1"/>
                </a:solidFill>
              </a:rPr>
              <a:t>CFI</a:t>
            </a:r>
            <a:endParaRPr lang="zh-CN" altLang="en-US" b="1" dirty="0">
              <a:solidFill>
                <a:schemeClr val="bg1"/>
              </a:solidFill>
            </a:endParaRPr>
          </a:p>
        </p:txBody>
      </p:sp>
      <p:sp>
        <p:nvSpPr>
          <p:cNvPr id="69" name="矩形 68">
            <a:extLst>
              <a:ext uri="{FF2B5EF4-FFF2-40B4-BE49-F238E27FC236}">
                <a16:creationId xmlns:a16="http://schemas.microsoft.com/office/drawing/2014/main" id="{60ABBEE2-EE9A-4E97-8C2B-A16CD917F7FA}"/>
              </a:ext>
            </a:extLst>
          </p:cNvPr>
          <p:cNvSpPr/>
          <p:nvPr/>
        </p:nvSpPr>
        <p:spPr>
          <a:xfrm>
            <a:off x="5759616" y="3063696"/>
            <a:ext cx="1080000" cy="440997"/>
          </a:xfrm>
          <a:prstGeom prst="rect">
            <a:avLst/>
          </a:prstGeom>
          <a:solidFill>
            <a:schemeClr val="accent1">
              <a:lumMod val="75000"/>
            </a:schemeClr>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en-US" altLang="zh-CN" b="1" dirty="0">
                <a:solidFill>
                  <a:schemeClr val="bg1"/>
                </a:solidFill>
              </a:rPr>
              <a:t>PRI</a:t>
            </a:r>
            <a:endParaRPr lang="zh-CN" altLang="en-US" b="1" dirty="0">
              <a:solidFill>
                <a:schemeClr val="bg1"/>
              </a:solidFill>
            </a:endParaRPr>
          </a:p>
        </p:txBody>
      </p:sp>
      <p:sp>
        <p:nvSpPr>
          <p:cNvPr id="70" name="矩形 69">
            <a:extLst>
              <a:ext uri="{FF2B5EF4-FFF2-40B4-BE49-F238E27FC236}">
                <a16:creationId xmlns:a16="http://schemas.microsoft.com/office/drawing/2014/main" id="{87E6890E-CFF5-4B31-8D96-9FC1F63C8F09}"/>
              </a:ext>
            </a:extLst>
          </p:cNvPr>
          <p:cNvSpPr/>
          <p:nvPr/>
        </p:nvSpPr>
        <p:spPr>
          <a:xfrm>
            <a:off x="2879616" y="3063696"/>
            <a:ext cx="2880000" cy="440997"/>
          </a:xfrm>
          <a:prstGeom prst="rect">
            <a:avLst/>
          </a:prstGeom>
          <a:solidFill>
            <a:schemeClr val="accent1">
              <a:lumMod val="75000"/>
            </a:schemeClr>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en-US" altLang="zh-CN" b="1" dirty="0">
                <a:solidFill>
                  <a:schemeClr val="bg1"/>
                </a:solidFill>
              </a:rPr>
              <a:t>TPID</a:t>
            </a:r>
            <a:endParaRPr lang="zh-CN" altLang="en-US" b="1" dirty="0">
              <a:solidFill>
                <a:schemeClr val="bg1"/>
              </a:solidFill>
            </a:endParaRPr>
          </a:p>
        </p:txBody>
      </p:sp>
      <p:sp>
        <p:nvSpPr>
          <p:cNvPr id="71" name="矩形 70">
            <a:extLst>
              <a:ext uri="{FF2B5EF4-FFF2-40B4-BE49-F238E27FC236}">
                <a16:creationId xmlns:a16="http://schemas.microsoft.com/office/drawing/2014/main" id="{7F9BFB6C-3389-4E96-A588-2945A6A06C4E}"/>
              </a:ext>
            </a:extLst>
          </p:cNvPr>
          <p:cNvSpPr/>
          <p:nvPr/>
        </p:nvSpPr>
        <p:spPr>
          <a:xfrm>
            <a:off x="7338159" y="3063695"/>
            <a:ext cx="2160000" cy="440997"/>
          </a:xfrm>
          <a:prstGeom prst="rect">
            <a:avLst/>
          </a:prstGeom>
          <a:solidFill>
            <a:schemeClr val="accent1">
              <a:lumMod val="75000"/>
            </a:schemeClr>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en-US" altLang="zh-CN" b="1" dirty="0">
                <a:solidFill>
                  <a:schemeClr val="bg1"/>
                </a:solidFill>
              </a:rPr>
              <a:t>VID</a:t>
            </a:r>
            <a:endParaRPr lang="zh-CN" altLang="en-US" b="1" dirty="0">
              <a:solidFill>
                <a:schemeClr val="bg1"/>
              </a:solidFill>
            </a:endParaRPr>
          </a:p>
        </p:txBody>
      </p:sp>
      <p:cxnSp>
        <p:nvCxnSpPr>
          <p:cNvPr id="72" name="直接连接符 71">
            <a:extLst>
              <a:ext uri="{FF2B5EF4-FFF2-40B4-BE49-F238E27FC236}">
                <a16:creationId xmlns:a16="http://schemas.microsoft.com/office/drawing/2014/main" id="{1ACD5114-5675-44E0-9414-DBDA5F67DDB1}"/>
              </a:ext>
            </a:extLst>
          </p:cNvPr>
          <p:cNvCxnSpPr>
            <a:cxnSpLocks/>
          </p:cNvCxnSpPr>
          <p:nvPr/>
        </p:nvCxnSpPr>
        <p:spPr>
          <a:xfrm>
            <a:off x="2879182" y="2638823"/>
            <a:ext cx="0" cy="424873"/>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73" name="直接连接符 72">
            <a:extLst>
              <a:ext uri="{FF2B5EF4-FFF2-40B4-BE49-F238E27FC236}">
                <a16:creationId xmlns:a16="http://schemas.microsoft.com/office/drawing/2014/main" id="{9C46441A-E9A8-472C-B92B-1CE021E1BB5C}"/>
              </a:ext>
            </a:extLst>
          </p:cNvPr>
          <p:cNvCxnSpPr>
            <a:cxnSpLocks/>
          </p:cNvCxnSpPr>
          <p:nvPr/>
        </p:nvCxnSpPr>
        <p:spPr>
          <a:xfrm>
            <a:off x="5759616" y="2638823"/>
            <a:ext cx="0" cy="424873"/>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74" name="直接连接符 73">
            <a:extLst>
              <a:ext uri="{FF2B5EF4-FFF2-40B4-BE49-F238E27FC236}">
                <a16:creationId xmlns:a16="http://schemas.microsoft.com/office/drawing/2014/main" id="{F0F9A8B8-E8D6-4F85-B06B-6F2C3955E935}"/>
              </a:ext>
            </a:extLst>
          </p:cNvPr>
          <p:cNvCxnSpPr>
            <a:cxnSpLocks/>
          </p:cNvCxnSpPr>
          <p:nvPr/>
        </p:nvCxnSpPr>
        <p:spPr>
          <a:xfrm>
            <a:off x="6839616" y="2638822"/>
            <a:ext cx="0" cy="424873"/>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75" name="直接连接符 74">
            <a:extLst>
              <a:ext uri="{FF2B5EF4-FFF2-40B4-BE49-F238E27FC236}">
                <a16:creationId xmlns:a16="http://schemas.microsoft.com/office/drawing/2014/main" id="{72678385-A7F7-4872-AD2B-B7FF0FE9C5CB}"/>
              </a:ext>
            </a:extLst>
          </p:cNvPr>
          <p:cNvCxnSpPr>
            <a:cxnSpLocks/>
          </p:cNvCxnSpPr>
          <p:nvPr/>
        </p:nvCxnSpPr>
        <p:spPr>
          <a:xfrm>
            <a:off x="7338159" y="2638822"/>
            <a:ext cx="0" cy="424873"/>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76" name="直接连接符 75">
            <a:extLst>
              <a:ext uri="{FF2B5EF4-FFF2-40B4-BE49-F238E27FC236}">
                <a16:creationId xmlns:a16="http://schemas.microsoft.com/office/drawing/2014/main" id="{7CE1930A-6CBE-4B67-8B28-60A17942A560}"/>
              </a:ext>
            </a:extLst>
          </p:cNvPr>
          <p:cNvCxnSpPr>
            <a:cxnSpLocks/>
          </p:cNvCxnSpPr>
          <p:nvPr/>
        </p:nvCxnSpPr>
        <p:spPr>
          <a:xfrm>
            <a:off x="9498159" y="2638821"/>
            <a:ext cx="0" cy="424873"/>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sp>
        <p:nvSpPr>
          <p:cNvPr id="77" name="文本框 76">
            <a:extLst>
              <a:ext uri="{FF2B5EF4-FFF2-40B4-BE49-F238E27FC236}">
                <a16:creationId xmlns:a16="http://schemas.microsoft.com/office/drawing/2014/main" id="{DDBF70D4-C1F2-47B7-99E2-C2274115C748}"/>
              </a:ext>
            </a:extLst>
          </p:cNvPr>
          <p:cNvSpPr txBox="1"/>
          <p:nvPr/>
        </p:nvSpPr>
        <p:spPr>
          <a:xfrm>
            <a:off x="2122896" y="2638090"/>
            <a:ext cx="775192" cy="369332"/>
          </a:xfrm>
          <a:prstGeom prst="rect">
            <a:avLst/>
          </a:prstGeom>
          <a:noFill/>
        </p:spPr>
        <p:txBody>
          <a:bodyPr wrap="square" rtlCol="0">
            <a:spAutoFit/>
          </a:bodyPr>
          <a:lstStyle/>
          <a:p>
            <a:pPr algn="r"/>
            <a:r>
              <a:rPr lang="zh-CN" altLang="en-US" b="1" dirty="0"/>
              <a:t>比特</a:t>
            </a:r>
          </a:p>
        </p:txBody>
      </p:sp>
      <p:cxnSp>
        <p:nvCxnSpPr>
          <p:cNvPr id="78" name="直接箭头连接符 77">
            <a:extLst>
              <a:ext uri="{FF2B5EF4-FFF2-40B4-BE49-F238E27FC236}">
                <a16:creationId xmlns:a16="http://schemas.microsoft.com/office/drawing/2014/main" id="{C550261B-F5B4-452C-B16B-0EAFF5BA6FE9}"/>
              </a:ext>
            </a:extLst>
          </p:cNvPr>
          <p:cNvCxnSpPr>
            <a:cxnSpLocks/>
          </p:cNvCxnSpPr>
          <p:nvPr/>
        </p:nvCxnSpPr>
        <p:spPr>
          <a:xfrm>
            <a:off x="2877446" y="2801282"/>
            <a:ext cx="2882170" cy="0"/>
          </a:xfrm>
          <a:prstGeom prst="straightConnector1">
            <a:avLst/>
          </a:prstGeom>
          <a:ln w="12700">
            <a:solidFill>
              <a:schemeClr val="tx1"/>
            </a:solidFill>
            <a:headEnd type="triangle"/>
            <a:tailEnd type="triangle"/>
          </a:ln>
        </p:spPr>
        <p:style>
          <a:lnRef idx="1">
            <a:schemeClr val="accent1"/>
          </a:lnRef>
          <a:fillRef idx="0">
            <a:schemeClr val="accent1"/>
          </a:fillRef>
          <a:effectRef idx="0">
            <a:schemeClr val="accent1"/>
          </a:effectRef>
          <a:fontRef idx="minor">
            <a:schemeClr val="tx1"/>
          </a:fontRef>
        </p:style>
      </p:cxnSp>
      <p:sp>
        <p:nvSpPr>
          <p:cNvPr id="79" name="文本框 78">
            <a:extLst>
              <a:ext uri="{FF2B5EF4-FFF2-40B4-BE49-F238E27FC236}">
                <a16:creationId xmlns:a16="http://schemas.microsoft.com/office/drawing/2014/main" id="{0AA5D617-0FDA-4D86-BAC7-D782F72F424E}"/>
              </a:ext>
            </a:extLst>
          </p:cNvPr>
          <p:cNvSpPr txBox="1"/>
          <p:nvPr/>
        </p:nvSpPr>
        <p:spPr>
          <a:xfrm>
            <a:off x="4065523" y="2614992"/>
            <a:ext cx="507753" cy="369332"/>
          </a:xfrm>
          <a:prstGeom prst="rect">
            <a:avLst/>
          </a:prstGeom>
          <a:solidFill>
            <a:schemeClr val="bg1"/>
          </a:solidFill>
        </p:spPr>
        <p:txBody>
          <a:bodyPr wrap="square" rtlCol="0">
            <a:spAutoFit/>
          </a:bodyPr>
          <a:lstStyle/>
          <a:p>
            <a:pPr algn="ctr"/>
            <a:r>
              <a:rPr lang="en-US" altLang="zh-CN" b="1" dirty="0"/>
              <a:t>16</a:t>
            </a:r>
            <a:endParaRPr lang="zh-CN" altLang="en-US" b="1" dirty="0"/>
          </a:p>
        </p:txBody>
      </p:sp>
      <p:cxnSp>
        <p:nvCxnSpPr>
          <p:cNvPr id="80" name="直接箭头连接符 79">
            <a:extLst>
              <a:ext uri="{FF2B5EF4-FFF2-40B4-BE49-F238E27FC236}">
                <a16:creationId xmlns:a16="http://schemas.microsoft.com/office/drawing/2014/main" id="{3ADE4D30-7F7C-4D3F-BF0F-6A0F5D9C5916}"/>
              </a:ext>
            </a:extLst>
          </p:cNvPr>
          <p:cNvCxnSpPr>
            <a:cxnSpLocks/>
          </p:cNvCxnSpPr>
          <p:nvPr/>
        </p:nvCxnSpPr>
        <p:spPr>
          <a:xfrm>
            <a:off x="5759616" y="2801282"/>
            <a:ext cx="1079999" cy="0"/>
          </a:xfrm>
          <a:prstGeom prst="straightConnector1">
            <a:avLst/>
          </a:prstGeom>
          <a:ln w="12700">
            <a:solidFill>
              <a:schemeClr val="tx1"/>
            </a:solidFill>
            <a:headEnd type="triangle"/>
            <a:tailEnd type="triangle"/>
          </a:ln>
        </p:spPr>
        <p:style>
          <a:lnRef idx="1">
            <a:schemeClr val="accent1"/>
          </a:lnRef>
          <a:fillRef idx="0">
            <a:schemeClr val="accent1"/>
          </a:fillRef>
          <a:effectRef idx="0">
            <a:schemeClr val="accent1"/>
          </a:effectRef>
          <a:fontRef idx="minor">
            <a:schemeClr val="tx1"/>
          </a:fontRef>
        </p:style>
      </p:cxnSp>
      <p:sp>
        <p:nvSpPr>
          <p:cNvPr id="81" name="文本框 80">
            <a:extLst>
              <a:ext uri="{FF2B5EF4-FFF2-40B4-BE49-F238E27FC236}">
                <a16:creationId xmlns:a16="http://schemas.microsoft.com/office/drawing/2014/main" id="{46628825-CE75-462D-BC32-FD650E4097A8}"/>
              </a:ext>
            </a:extLst>
          </p:cNvPr>
          <p:cNvSpPr txBox="1"/>
          <p:nvPr/>
        </p:nvSpPr>
        <p:spPr>
          <a:xfrm>
            <a:off x="6208258" y="2614992"/>
            <a:ext cx="188663" cy="369332"/>
          </a:xfrm>
          <a:prstGeom prst="rect">
            <a:avLst/>
          </a:prstGeom>
          <a:solidFill>
            <a:schemeClr val="bg1"/>
          </a:solidFill>
        </p:spPr>
        <p:txBody>
          <a:bodyPr wrap="square" rtlCol="0">
            <a:spAutoFit/>
          </a:bodyPr>
          <a:lstStyle/>
          <a:p>
            <a:pPr algn="ctr"/>
            <a:r>
              <a:rPr lang="en-US" altLang="zh-CN" b="1" dirty="0"/>
              <a:t>3</a:t>
            </a:r>
            <a:endParaRPr lang="zh-CN" altLang="en-US" b="1" dirty="0"/>
          </a:p>
        </p:txBody>
      </p:sp>
      <p:cxnSp>
        <p:nvCxnSpPr>
          <p:cNvPr id="82" name="直接箭头连接符 81">
            <a:extLst>
              <a:ext uri="{FF2B5EF4-FFF2-40B4-BE49-F238E27FC236}">
                <a16:creationId xmlns:a16="http://schemas.microsoft.com/office/drawing/2014/main" id="{A85FA5E2-C506-4E04-94A8-2837A133F4C1}"/>
              </a:ext>
            </a:extLst>
          </p:cNvPr>
          <p:cNvCxnSpPr>
            <a:cxnSpLocks/>
          </p:cNvCxnSpPr>
          <p:nvPr/>
        </p:nvCxnSpPr>
        <p:spPr>
          <a:xfrm>
            <a:off x="6830379" y="2805179"/>
            <a:ext cx="509993" cy="0"/>
          </a:xfrm>
          <a:prstGeom prst="straightConnector1">
            <a:avLst/>
          </a:prstGeom>
          <a:ln w="12700">
            <a:solidFill>
              <a:schemeClr val="tx1"/>
            </a:solidFill>
            <a:headEnd type="triangle"/>
            <a:tailEnd type="triangle"/>
          </a:ln>
        </p:spPr>
        <p:style>
          <a:lnRef idx="1">
            <a:schemeClr val="accent1"/>
          </a:lnRef>
          <a:fillRef idx="0">
            <a:schemeClr val="accent1"/>
          </a:fillRef>
          <a:effectRef idx="0">
            <a:schemeClr val="accent1"/>
          </a:effectRef>
          <a:fontRef idx="minor">
            <a:schemeClr val="tx1"/>
          </a:fontRef>
        </p:style>
      </p:cxnSp>
      <p:sp>
        <p:nvSpPr>
          <p:cNvPr id="83" name="文本框 82">
            <a:extLst>
              <a:ext uri="{FF2B5EF4-FFF2-40B4-BE49-F238E27FC236}">
                <a16:creationId xmlns:a16="http://schemas.microsoft.com/office/drawing/2014/main" id="{A0A379F8-04BE-4F71-B514-87B5FF8EAD54}"/>
              </a:ext>
            </a:extLst>
          </p:cNvPr>
          <p:cNvSpPr txBox="1"/>
          <p:nvPr/>
        </p:nvSpPr>
        <p:spPr>
          <a:xfrm>
            <a:off x="6988523" y="2614992"/>
            <a:ext cx="188663" cy="369332"/>
          </a:xfrm>
          <a:prstGeom prst="rect">
            <a:avLst/>
          </a:prstGeom>
          <a:solidFill>
            <a:schemeClr val="bg1"/>
          </a:solidFill>
        </p:spPr>
        <p:txBody>
          <a:bodyPr wrap="square" rtlCol="0">
            <a:spAutoFit/>
          </a:bodyPr>
          <a:lstStyle/>
          <a:p>
            <a:pPr algn="ctr"/>
            <a:r>
              <a:rPr lang="en-US" altLang="zh-CN" b="1" dirty="0"/>
              <a:t>1</a:t>
            </a:r>
            <a:endParaRPr lang="zh-CN" altLang="en-US" b="1" dirty="0"/>
          </a:p>
        </p:txBody>
      </p:sp>
      <p:cxnSp>
        <p:nvCxnSpPr>
          <p:cNvPr id="84" name="直接箭头连接符 83">
            <a:extLst>
              <a:ext uri="{FF2B5EF4-FFF2-40B4-BE49-F238E27FC236}">
                <a16:creationId xmlns:a16="http://schemas.microsoft.com/office/drawing/2014/main" id="{FAFF39E0-92B7-4CB5-B64B-919A88F0EA99}"/>
              </a:ext>
            </a:extLst>
          </p:cNvPr>
          <p:cNvCxnSpPr>
            <a:cxnSpLocks/>
          </p:cNvCxnSpPr>
          <p:nvPr/>
        </p:nvCxnSpPr>
        <p:spPr>
          <a:xfrm>
            <a:off x="7340372" y="2801282"/>
            <a:ext cx="2170547" cy="0"/>
          </a:xfrm>
          <a:prstGeom prst="straightConnector1">
            <a:avLst/>
          </a:prstGeom>
          <a:ln w="12700">
            <a:solidFill>
              <a:schemeClr val="tx1"/>
            </a:solidFill>
            <a:headEnd type="triangle"/>
            <a:tailEnd type="triangle"/>
          </a:ln>
        </p:spPr>
        <p:style>
          <a:lnRef idx="1">
            <a:schemeClr val="accent1"/>
          </a:lnRef>
          <a:fillRef idx="0">
            <a:schemeClr val="accent1"/>
          </a:fillRef>
          <a:effectRef idx="0">
            <a:schemeClr val="accent1"/>
          </a:effectRef>
          <a:fontRef idx="minor">
            <a:schemeClr val="tx1"/>
          </a:fontRef>
        </p:style>
      </p:cxnSp>
      <p:sp>
        <p:nvSpPr>
          <p:cNvPr id="85" name="文本框 84">
            <a:extLst>
              <a:ext uri="{FF2B5EF4-FFF2-40B4-BE49-F238E27FC236}">
                <a16:creationId xmlns:a16="http://schemas.microsoft.com/office/drawing/2014/main" id="{AD5D882B-F1DE-4196-A27F-7563181DA948}"/>
              </a:ext>
            </a:extLst>
          </p:cNvPr>
          <p:cNvSpPr txBox="1"/>
          <p:nvPr/>
        </p:nvSpPr>
        <p:spPr>
          <a:xfrm>
            <a:off x="8093034" y="2614992"/>
            <a:ext cx="486913" cy="369332"/>
          </a:xfrm>
          <a:prstGeom prst="rect">
            <a:avLst/>
          </a:prstGeom>
          <a:solidFill>
            <a:schemeClr val="bg1"/>
          </a:solidFill>
        </p:spPr>
        <p:txBody>
          <a:bodyPr wrap="square" rtlCol="0">
            <a:spAutoFit/>
          </a:bodyPr>
          <a:lstStyle/>
          <a:p>
            <a:pPr algn="ctr"/>
            <a:r>
              <a:rPr lang="en-US" altLang="zh-CN" b="1" dirty="0"/>
              <a:t>12</a:t>
            </a:r>
            <a:endParaRPr lang="zh-CN" altLang="en-US" b="1" dirty="0"/>
          </a:p>
        </p:txBody>
      </p:sp>
      <p:cxnSp>
        <p:nvCxnSpPr>
          <p:cNvPr id="86" name="直接连接符 85">
            <a:extLst>
              <a:ext uri="{FF2B5EF4-FFF2-40B4-BE49-F238E27FC236}">
                <a16:creationId xmlns:a16="http://schemas.microsoft.com/office/drawing/2014/main" id="{797CF9FE-D6FD-4971-BDC9-F127CAF3C1E1}"/>
              </a:ext>
            </a:extLst>
          </p:cNvPr>
          <p:cNvCxnSpPr>
            <a:cxnSpLocks/>
          </p:cNvCxnSpPr>
          <p:nvPr/>
        </p:nvCxnSpPr>
        <p:spPr>
          <a:xfrm flipH="1">
            <a:off x="2898088" y="2121849"/>
            <a:ext cx="2439935" cy="516241"/>
          </a:xfrm>
          <a:prstGeom prst="line">
            <a:avLst/>
          </a:prstGeom>
          <a:ln w="12700">
            <a:solidFill>
              <a:schemeClr val="tx1"/>
            </a:solidFill>
            <a:prstDash val="dash"/>
          </a:ln>
        </p:spPr>
        <p:style>
          <a:lnRef idx="1">
            <a:schemeClr val="accent1"/>
          </a:lnRef>
          <a:fillRef idx="0">
            <a:schemeClr val="accent1"/>
          </a:fillRef>
          <a:effectRef idx="0">
            <a:schemeClr val="accent1"/>
          </a:effectRef>
          <a:fontRef idx="minor">
            <a:schemeClr val="tx1"/>
          </a:fontRef>
        </p:style>
      </p:cxnSp>
      <p:cxnSp>
        <p:nvCxnSpPr>
          <p:cNvPr id="87" name="直接连接符 86">
            <a:extLst>
              <a:ext uri="{FF2B5EF4-FFF2-40B4-BE49-F238E27FC236}">
                <a16:creationId xmlns:a16="http://schemas.microsoft.com/office/drawing/2014/main" id="{48FD8CB4-8FC2-49D3-9429-9185581510B7}"/>
              </a:ext>
            </a:extLst>
          </p:cNvPr>
          <p:cNvCxnSpPr>
            <a:cxnSpLocks/>
          </p:cNvCxnSpPr>
          <p:nvPr/>
        </p:nvCxnSpPr>
        <p:spPr>
          <a:xfrm>
            <a:off x="6454823" y="2121849"/>
            <a:ext cx="3056096" cy="516241"/>
          </a:xfrm>
          <a:prstGeom prst="line">
            <a:avLst/>
          </a:prstGeom>
          <a:ln w="12700">
            <a:solidFill>
              <a:schemeClr val="tx1"/>
            </a:solidFill>
            <a:prstDash val="dash"/>
          </a:ln>
        </p:spPr>
        <p:style>
          <a:lnRef idx="1">
            <a:schemeClr val="accent1"/>
          </a:lnRef>
          <a:fillRef idx="0">
            <a:schemeClr val="accent1"/>
          </a:fillRef>
          <a:effectRef idx="0">
            <a:schemeClr val="accent1"/>
          </a:effectRef>
          <a:fontRef idx="minor">
            <a:schemeClr val="tx1"/>
          </a:fontRef>
        </p:style>
      </p:cxnSp>
      <p:sp>
        <p:nvSpPr>
          <p:cNvPr id="90" name="íşlïḍè">
            <a:extLst>
              <a:ext uri="{FF2B5EF4-FFF2-40B4-BE49-F238E27FC236}">
                <a16:creationId xmlns:a16="http://schemas.microsoft.com/office/drawing/2014/main" id="{D8731DEA-9C51-4CBA-A6A8-907A8D5DB74E}"/>
              </a:ext>
            </a:extLst>
          </p:cNvPr>
          <p:cNvSpPr txBox="1"/>
          <p:nvPr/>
        </p:nvSpPr>
        <p:spPr>
          <a:xfrm>
            <a:off x="813182" y="3731915"/>
            <a:ext cx="8684977" cy="424871"/>
          </a:xfrm>
          <a:prstGeom prst="rect">
            <a:avLst/>
          </a:prstGeom>
          <a:noFill/>
        </p:spPr>
        <p:txBody>
          <a:bodyPr wrap="square" lIns="91440" tIns="45720" rIns="91440" bIns="45720" anchor="ctr">
            <a:noAutofit/>
          </a:bodyPr>
          <a:lstStyle/>
          <a:p>
            <a:r>
              <a:rPr lang="zh-CN" altLang="en-US" b="1" dirty="0">
                <a:solidFill>
                  <a:schemeClr val="accent1">
                    <a:lumMod val="75000"/>
                  </a:schemeClr>
                </a:solidFill>
                <a:latin typeface="Arial Narrow" panose="020B0606020202030204" pitchFamily="34" charset="0"/>
              </a:rPr>
              <a:t>标签协议标识符</a:t>
            </a:r>
            <a:r>
              <a:rPr lang="en-US" altLang="zh-CN" b="1" dirty="0">
                <a:solidFill>
                  <a:schemeClr val="accent1">
                    <a:lumMod val="75000"/>
                  </a:schemeClr>
                </a:solidFill>
                <a:latin typeface="Arial Narrow" panose="020B0606020202030204" pitchFamily="34" charset="0"/>
              </a:rPr>
              <a:t>TPID</a:t>
            </a:r>
            <a:r>
              <a:rPr lang="zh-CN" altLang="en-US" b="1" dirty="0">
                <a:latin typeface="Arial Narrow" panose="020B0606020202030204" pitchFamily="34" charset="0"/>
              </a:rPr>
              <a:t>：长度为</a:t>
            </a:r>
            <a:r>
              <a:rPr lang="en-US" altLang="zh-CN" b="1" dirty="0">
                <a:latin typeface="Arial Narrow" panose="020B0606020202030204" pitchFamily="34" charset="0"/>
              </a:rPr>
              <a:t>16</a:t>
            </a:r>
            <a:r>
              <a:rPr lang="zh-CN" altLang="en-US" b="1" dirty="0">
                <a:latin typeface="Arial Narrow" panose="020B0606020202030204" pitchFamily="34" charset="0"/>
              </a:rPr>
              <a:t>比特，其值固定为</a:t>
            </a:r>
            <a:r>
              <a:rPr lang="en-US" altLang="zh-CN" b="1" dirty="0">
                <a:latin typeface="Arial Narrow" panose="020B0606020202030204" pitchFamily="34" charset="0"/>
              </a:rPr>
              <a:t>0x8100</a:t>
            </a:r>
            <a:r>
              <a:rPr lang="zh-CN" altLang="en-US" b="1" dirty="0">
                <a:latin typeface="Arial Narrow" panose="020B0606020202030204" pitchFamily="34" charset="0"/>
              </a:rPr>
              <a:t>，表示该帧是</a:t>
            </a:r>
            <a:r>
              <a:rPr lang="en-US" altLang="zh-CN" b="1" dirty="0">
                <a:latin typeface="Arial Narrow" panose="020B0606020202030204" pitchFamily="34" charset="0"/>
              </a:rPr>
              <a:t>IEEE 802.1Q</a:t>
            </a:r>
            <a:r>
              <a:rPr lang="zh-CN" altLang="en-US" b="1" dirty="0">
                <a:latin typeface="Arial Narrow" panose="020B0606020202030204" pitchFamily="34" charset="0"/>
              </a:rPr>
              <a:t>帧。</a:t>
            </a:r>
          </a:p>
        </p:txBody>
      </p:sp>
      <p:sp>
        <p:nvSpPr>
          <p:cNvPr id="91" name="íşlïḍè">
            <a:extLst>
              <a:ext uri="{FF2B5EF4-FFF2-40B4-BE49-F238E27FC236}">
                <a16:creationId xmlns:a16="http://schemas.microsoft.com/office/drawing/2014/main" id="{EABEDC67-951E-4058-A473-464EAE6BB391}"/>
              </a:ext>
            </a:extLst>
          </p:cNvPr>
          <p:cNvSpPr txBox="1"/>
          <p:nvPr/>
        </p:nvSpPr>
        <p:spPr>
          <a:xfrm>
            <a:off x="813182" y="4231201"/>
            <a:ext cx="11061258" cy="623932"/>
          </a:xfrm>
          <a:prstGeom prst="rect">
            <a:avLst/>
          </a:prstGeom>
          <a:noFill/>
        </p:spPr>
        <p:txBody>
          <a:bodyPr wrap="square" lIns="91440" tIns="45720" rIns="91440" bIns="45720" anchor="ctr">
            <a:noAutofit/>
          </a:bodyPr>
          <a:lstStyle/>
          <a:p>
            <a:r>
              <a:rPr lang="zh-CN" altLang="en-US" b="1" dirty="0">
                <a:solidFill>
                  <a:schemeClr val="accent1">
                    <a:lumMod val="75000"/>
                  </a:schemeClr>
                </a:solidFill>
                <a:latin typeface="Arial Narrow" panose="020B0606020202030204" pitchFamily="34" charset="0"/>
              </a:rPr>
              <a:t>优先级</a:t>
            </a:r>
            <a:r>
              <a:rPr lang="en-US" altLang="zh-CN" b="1" dirty="0">
                <a:solidFill>
                  <a:schemeClr val="accent1">
                    <a:lumMod val="75000"/>
                  </a:schemeClr>
                </a:solidFill>
                <a:latin typeface="Arial Narrow" panose="020B0606020202030204" pitchFamily="34" charset="0"/>
              </a:rPr>
              <a:t>PRI</a:t>
            </a:r>
            <a:r>
              <a:rPr lang="zh-CN" altLang="en-US" b="1" dirty="0">
                <a:latin typeface="Arial Narrow" panose="020B0606020202030204" pitchFamily="34" charset="0"/>
              </a:rPr>
              <a:t>：长度为</a:t>
            </a:r>
            <a:r>
              <a:rPr lang="en-US" altLang="zh-CN" b="1" dirty="0">
                <a:latin typeface="Arial Narrow" panose="020B0606020202030204" pitchFamily="34" charset="0"/>
              </a:rPr>
              <a:t>3</a:t>
            </a:r>
            <a:r>
              <a:rPr lang="zh-CN" altLang="en-US" b="1" dirty="0">
                <a:latin typeface="Arial Narrow" panose="020B0606020202030204" pitchFamily="34" charset="0"/>
              </a:rPr>
              <a:t>比特，取值范围是</a:t>
            </a:r>
            <a:r>
              <a:rPr lang="en-US" altLang="zh-CN" b="1" dirty="0">
                <a:latin typeface="Arial Narrow" panose="020B0606020202030204" pitchFamily="34" charset="0"/>
              </a:rPr>
              <a:t>0~7</a:t>
            </a:r>
            <a:r>
              <a:rPr lang="zh-CN" altLang="en-US" b="1" dirty="0">
                <a:latin typeface="Arial Narrow" panose="020B0606020202030204" pitchFamily="34" charset="0"/>
              </a:rPr>
              <a:t>，值越大优先级越高。当网络阻塞时，设备优先发送优先级高的</a:t>
            </a:r>
            <a:endParaRPr lang="en-US" altLang="zh-CN" b="1" dirty="0">
              <a:latin typeface="Arial Narrow" panose="020B0606020202030204" pitchFamily="34" charset="0"/>
            </a:endParaRPr>
          </a:p>
          <a:p>
            <a:r>
              <a:rPr lang="en-US" altLang="zh-CN" b="1" dirty="0">
                <a:latin typeface="Arial Narrow" panose="020B0606020202030204" pitchFamily="34" charset="0"/>
              </a:rPr>
              <a:t>                        802.1Q</a:t>
            </a:r>
            <a:r>
              <a:rPr lang="zh-CN" altLang="en-US" b="1" dirty="0">
                <a:latin typeface="Arial Narrow" panose="020B0606020202030204" pitchFamily="34" charset="0"/>
              </a:rPr>
              <a:t>帧。</a:t>
            </a:r>
          </a:p>
        </p:txBody>
      </p:sp>
      <p:sp>
        <p:nvSpPr>
          <p:cNvPr id="93" name="íşlïḍè">
            <a:extLst>
              <a:ext uri="{FF2B5EF4-FFF2-40B4-BE49-F238E27FC236}">
                <a16:creationId xmlns:a16="http://schemas.microsoft.com/office/drawing/2014/main" id="{9522A386-89F3-4EDA-BB13-EC912AA5C1F3}"/>
              </a:ext>
            </a:extLst>
          </p:cNvPr>
          <p:cNvSpPr txBox="1"/>
          <p:nvPr/>
        </p:nvSpPr>
        <p:spPr>
          <a:xfrm>
            <a:off x="813182" y="4929548"/>
            <a:ext cx="11061258" cy="623932"/>
          </a:xfrm>
          <a:prstGeom prst="rect">
            <a:avLst/>
          </a:prstGeom>
          <a:noFill/>
        </p:spPr>
        <p:txBody>
          <a:bodyPr wrap="square" lIns="91440" tIns="45720" rIns="91440" bIns="45720" anchor="ctr">
            <a:noAutofit/>
          </a:bodyPr>
          <a:lstStyle/>
          <a:p>
            <a:r>
              <a:rPr lang="zh-CN" altLang="en-US" b="1" dirty="0">
                <a:solidFill>
                  <a:schemeClr val="accent1">
                    <a:lumMod val="75000"/>
                  </a:schemeClr>
                </a:solidFill>
                <a:latin typeface="Arial Narrow" panose="020B0606020202030204" pitchFamily="34" charset="0"/>
              </a:rPr>
              <a:t>规范格式指示符</a:t>
            </a:r>
            <a:r>
              <a:rPr lang="en-US" altLang="zh-CN" b="1" dirty="0">
                <a:solidFill>
                  <a:schemeClr val="accent1">
                    <a:lumMod val="75000"/>
                  </a:schemeClr>
                </a:solidFill>
                <a:latin typeface="Arial Narrow" panose="020B0606020202030204" pitchFamily="34" charset="0"/>
              </a:rPr>
              <a:t>CFI</a:t>
            </a:r>
            <a:r>
              <a:rPr lang="zh-CN" altLang="en-US" b="1" dirty="0">
                <a:latin typeface="Arial Narrow" panose="020B0606020202030204" pitchFamily="34" charset="0"/>
              </a:rPr>
              <a:t>：长度为</a:t>
            </a:r>
            <a:r>
              <a:rPr lang="en-US" altLang="zh-CN" b="1" dirty="0">
                <a:latin typeface="Arial Narrow" panose="020B0606020202030204" pitchFamily="34" charset="0"/>
              </a:rPr>
              <a:t>1</a:t>
            </a:r>
            <a:r>
              <a:rPr lang="zh-CN" altLang="en-US" b="1" dirty="0">
                <a:latin typeface="Arial Narrow" panose="020B0606020202030204" pitchFamily="34" charset="0"/>
              </a:rPr>
              <a:t>比特，取值为</a:t>
            </a:r>
            <a:r>
              <a:rPr lang="en-US" altLang="zh-CN" b="1" dirty="0">
                <a:latin typeface="Arial Narrow" panose="020B0606020202030204" pitchFamily="34" charset="0"/>
              </a:rPr>
              <a:t>0</a:t>
            </a:r>
            <a:r>
              <a:rPr lang="zh-CN" altLang="en-US" b="1" dirty="0">
                <a:latin typeface="Arial Narrow" panose="020B0606020202030204" pitchFamily="34" charset="0"/>
              </a:rPr>
              <a:t>表示</a:t>
            </a:r>
            <a:r>
              <a:rPr lang="en-US" altLang="zh-CN" b="1" dirty="0">
                <a:latin typeface="Arial Narrow" panose="020B0606020202030204" pitchFamily="34" charset="0"/>
              </a:rPr>
              <a:t>MAC</a:t>
            </a:r>
            <a:r>
              <a:rPr lang="zh-CN" altLang="en-US" b="1" dirty="0">
                <a:latin typeface="Arial Narrow" panose="020B0606020202030204" pitchFamily="34" charset="0"/>
              </a:rPr>
              <a:t>地址以规范格式封装，取值为</a:t>
            </a:r>
            <a:r>
              <a:rPr lang="en-US" altLang="zh-CN" b="1" dirty="0">
                <a:latin typeface="Arial Narrow" panose="020B0606020202030204" pitchFamily="34" charset="0"/>
              </a:rPr>
              <a:t>1</a:t>
            </a:r>
            <a:r>
              <a:rPr lang="zh-CN" altLang="en-US" b="1" dirty="0">
                <a:latin typeface="Arial Narrow" panose="020B0606020202030204" pitchFamily="34" charset="0"/>
              </a:rPr>
              <a:t>表示</a:t>
            </a:r>
            <a:r>
              <a:rPr lang="en-US" altLang="zh-CN" b="1" dirty="0">
                <a:latin typeface="Arial Narrow" panose="020B0606020202030204" pitchFamily="34" charset="0"/>
              </a:rPr>
              <a:t>MAC</a:t>
            </a:r>
            <a:r>
              <a:rPr lang="zh-CN" altLang="en-US" b="1" dirty="0">
                <a:latin typeface="Arial Narrow" panose="020B0606020202030204" pitchFamily="34" charset="0"/>
              </a:rPr>
              <a:t>地址以非规范格</a:t>
            </a:r>
            <a:endParaRPr lang="en-US" altLang="zh-CN" b="1" dirty="0">
              <a:latin typeface="Arial Narrow" panose="020B0606020202030204" pitchFamily="34" charset="0"/>
            </a:endParaRPr>
          </a:p>
          <a:p>
            <a:r>
              <a:rPr lang="en-US" altLang="zh-CN" b="1" dirty="0">
                <a:latin typeface="Arial Narrow" panose="020B0606020202030204" pitchFamily="34" charset="0"/>
              </a:rPr>
              <a:t>                                         </a:t>
            </a:r>
            <a:r>
              <a:rPr lang="zh-CN" altLang="en-US" b="1" dirty="0">
                <a:latin typeface="Arial Narrow" panose="020B0606020202030204" pitchFamily="34" charset="0"/>
              </a:rPr>
              <a:t>式封装。对于以太网，</a:t>
            </a:r>
            <a:r>
              <a:rPr lang="en-US" altLang="zh-CN" b="1" dirty="0">
                <a:latin typeface="Arial Narrow" panose="020B0606020202030204" pitchFamily="34" charset="0"/>
              </a:rPr>
              <a:t>CFI</a:t>
            </a:r>
            <a:r>
              <a:rPr lang="zh-CN" altLang="en-US" b="1" dirty="0">
                <a:latin typeface="Arial Narrow" panose="020B0606020202030204" pitchFamily="34" charset="0"/>
              </a:rPr>
              <a:t>的取值为</a:t>
            </a:r>
            <a:r>
              <a:rPr lang="en-US" altLang="zh-CN" b="1" dirty="0">
                <a:latin typeface="Arial Narrow" panose="020B0606020202030204" pitchFamily="34" charset="0"/>
              </a:rPr>
              <a:t>0</a:t>
            </a:r>
            <a:r>
              <a:rPr lang="zh-CN" altLang="en-US" b="1" dirty="0">
                <a:latin typeface="Arial Narrow" panose="020B0606020202030204" pitchFamily="34" charset="0"/>
              </a:rPr>
              <a:t>。</a:t>
            </a:r>
          </a:p>
        </p:txBody>
      </p:sp>
      <p:sp>
        <p:nvSpPr>
          <p:cNvPr id="88" name="íşlïḍè">
            <a:extLst>
              <a:ext uri="{FF2B5EF4-FFF2-40B4-BE49-F238E27FC236}">
                <a16:creationId xmlns:a16="http://schemas.microsoft.com/office/drawing/2014/main" id="{057214CF-FF90-4382-83A3-15EA4BF67D34}"/>
              </a:ext>
            </a:extLst>
          </p:cNvPr>
          <p:cNvSpPr txBox="1"/>
          <p:nvPr/>
        </p:nvSpPr>
        <p:spPr>
          <a:xfrm>
            <a:off x="813182" y="5627896"/>
            <a:ext cx="11061258" cy="430004"/>
          </a:xfrm>
          <a:prstGeom prst="rect">
            <a:avLst/>
          </a:prstGeom>
          <a:noFill/>
        </p:spPr>
        <p:txBody>
          <a:bodyPr wrap="square" lIns="91440" tIns="45720" rIns="91440" bIns="45720" anchor="ctr">
            <a:noAutofit/>
          </a:bodyPr>
          <a:lstStyle/>
          <a:p>
            <a:r>
              <a:rPr lang="zh-CN" altLang="en-US" b="1" dirty="0">
                <a:solidFill>
                  <a:schemeClr val="accent1">
                    <a:lumMod val="75000"/>
                  </a:schemeClr>
                </a:solidFill>
                <a:latin typeface="Arial Narrow" panose="020B0606020202030204" pitchFamily="34" charset="0"/>
              </a:rPr>
              <a:t>虚拟局域网标识符</a:t>
            </a:r>
            <a:r>
              <a:rPr lang="en-US" altLang="zh-CN" b="1" dirty="0">
                <a:solidFill>
                  <a:schemeClr val="accent1">
                    <a:lumMod val="75000"/>
                  </a:schemeClr>
                </a:solidFill>
                <a:latin typeface="Arial Narrow" panose="020B0606020202030204" pitchFamily="34" charset="0"/>
              </a:rPr>
              <a:t>VID</a:t>
            </a:r>
            <a:r>
              <a:rPr lang="zh-CN" altLang="en-US" b="1" dirty="0">
                <a:latin typeface="Arial Narrow" panose="020B0606020202030204" pitchFamily="34" charset="0"/>
              </a:rPr>
              <a:t>：长度为</a:t>
            </a:r>
            <a:r>
              <a:rPr lang="en-US" altLang="zh-CN" b="1" dirty="0">
                <a:latin typeface="Arial Narrow" panose="020B0606020202030204" pitchFamily="34" charset="0"/>
              </a:rPr>
              <a:t>12</a:t>
            </a:r>
            <a:r>
              <a:rPr lang="zh-CN" altLang="en-US" b="1" dirty="0">
                <a:latin typeface="Arial Narrow" panose="020B0606020202030204" pitchFamily="34" charset="0"/>
              </a:rPr>
              <a:t>比特，取值范围是</a:t>
            </a:r>
            <a:r>
              <a:rPr lang="en-US" altLang="zh-CN" b="1" dirty="0">
                <a:latin typeface="Arial Narrow" panose="020B0606020202030204" pitchFamily="34" charset="0"/>
              </a:rPr>
              <a:t>0~4095</a:t>
            </a:r>
            <a:r>
              <a:rPr lang="zh-CN" altLang="en-US" b="1" dirty="0">
                <a:latin typeface="Arial Narrow" panose="020B0606020202030204" pitchFamily="34" charset="0"/>
              </a:rPr>
              <a:t>，其中</a:t>
            </a:r>
            <a:r>
              <a:rPr lang="en-US" altLang="zh-CN" b="1" dirty="0">
                <a:latin typeface="Arial Narrow" panose="020B0606020202030204" pitchFamily="34" charset="0"/>
              </a:rPr>
              <a:t>0</a:t>
            </a:r>
            <a:r>
              <a:rPr lang="zh-CN" altLang="en-US" b="1" dirty="0">
                <a:latin typeface="Arial Narrow" panose="020B0606020202030204" pitchFamily="34" charset="0"/>
              </a:rPr>
              <a:t>和</a:t>
            </a:r>
            <a:r>
              <a:rPr lang="en-US" altLang="zh-CN" b="1" dirty="0">
                <a:latin typeface="Arial Narrow" panose="020B0606020202030204" pitchFamily="34" charset="0"/>
              </a:rPr>
              <a:t>4095</a:t>
            </a:r>
            <a:r>
              <a:rPr lang="zh-CN" altLang="en-US" b="1" dirty="0">
                <a:latin typeface="Arial Narrow" panose="020B0606020202030204" pitchFamily="34" charset="0"/>
              </a:rPr>
              <a:t>保留不使用。</a:t>
            </a:r>
          </a:p>
        </p:txBody>
      </p:sp>
      <p:sp>
        <p:nvSpPr>
          <p:cNvPr id="89" name="平行四边形 88">
            <a:extLst>
              <a:ext uri="{FF2B5EF4-FFF2-40B4-BE49-F238E27FC236}">
                <a16:creationId xmlns:a16="http://schemas.microsoft.com/office/drawing/2014/main" id="{97840EAC-6AD0-0DCB-3B38-21FB81DEB0C5}"/>
              </a:ext>
            </a:extLst>
          </p:cNvPr>
          <p:cNvSpPr/>
          <p:nvPr/>
        </p:nvSpPr>
        <p:spPr>
          <a:xfrm>
            <a:off x="304799" y="749300"/>
            <a:ext cx="678493" cy="387090"/>
          </a:xfrm>
          <a:prstGeom prst="parallelogram">
            <a:avLst/>
          </a:prstGeom>
          <a:solidFill>
            <a:schemeClr val="accent3">
              <a:lumMod val="75000"/>
            </a:schemeClr>
          </a:solidFill>
          <a:ln>
            <a:solidFill>
              <a:schemeClr val="accent3">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CN" sz="2200" dirty="0">
                <a:latin typeface="Impact" panose="020B0806030902050204" pitchFamily="34" charset="0"/>
              </a:rPr>
              <a:t>03</a:t>
            </a:r>
            <a:endParaRPr lang="zh-CN" altLang="en-US" sz="2200" dirty="0">
              <a:latin typeface="Impact" panose="020B0806030902050204" pitchFamily="34" charset="0"/>
            </a:endParaRPr>
          </a:p>
        </p:txBody>
      </p:sp>
    </p:spTree>
    <p:custDataLst>
      <p:tags r:id="rId1"/>
    </p:custDataLst>
    <p:extLst>
      <p:ext uri="{BB962C8B-B14F-4D97-AF65-F5344CB8AC3E}">
        <p14:creationId xmlns:p14="http://schemas.microsoft.com/office/powerpoint/2010/main" val="2573083652"/>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32" presetClass="emph" presetSubtype="0" fill="hold" grpId="0" nodeType="withEffect">
                                  <p:stCondLst>
                                    <p:cond delay="0"/>
                                  </p:stCondLst>
                                  <p:childTnLst>
                                    <p:animRot by="120000">
                                      <p:cBhvr>
                                        <p:cTn id="6" dur="100" fill="hold">
                                          <p:stCondLst>
                                            <p:cond delay="0"/>
                                          </p:stCondLst>
                                        </p:cTn>
                                        <p:tgtEl>
                                          <p:spTgt spid="70"/>
                                        </p:tgtEl>
                                        <p:attrNameLst>
                                          <p:attrName>r</p:attrName>
                                        </p:attrNameLst>
                                      </p:cBhvr>
                                    </p:animRot>
                                    <p:animRot by="-240000">
                                      <p:cBhvr>
                                        <p:cTn id="7" dur="200" fill="hold">
                                          <p:stCondLst>
                                            <p:cond delay="200"/>
                                          </p:stCondLst>
                                        </p:cTn>
                                        <p:tgtEl>
                                          <p:spTgt spid="70"/>
                                        </p:tgtEl>
                                        <p:attrNameLst>
                                          <p:attrName>r</p:attrName>
                                        </p:attrNameLst>
                                      </p:cBhvr>
                                    </p:animRot>
                                    <p:animRot by="240000">
                                      <p:cBhvr>
                                        <p:cTn id="8" dur="200" fill="hold">
                                          <p:stCondLst>
                                            <p:cond delay="400"/>
                                          </p:stCondLst>
                                        </p:cTn>
                                        <p:tgtEl>
                                          <p:spTgt spid="70"/>
                                        </p:tgtEl>
                                        <p:attrNameLst>
                                          <p:attrName>r</p:attrName>
                                        </p:attrNameLst>
                                      </p:cBhvr>
                                    </p:animRot>
                                    <p:animRot by="-240000">
                                      <p:cBhvr>
                                        <p:cTn id="9" dur="200" fill="hold">
                                          <p:stCondLst>
                                            <p:cond delay="600"/>
                                          </p:stCondLst>
                                        </p:cTn>
                                        <p:tgtEl>
                                          <p:spTgt spid="70"/>
                                        </p:tgtEl>
                                        <p:attrNameLst>
                                          <p:attrName>r</p:attrName>
                                        </p:attrNameLst>
                                      </p:cBhvr>
                                    </p:animRot>
                                    <p:animRot by="120000">
                                      <p:cBhvr>
                                        <p:cTn id="10" dur="200" fill="hold">
                                          <p:stCondLst>
                                            <p:cond delay="800"/>
                                          </p:stCondLst>
                                        </p:cTn>
                                        <p:tgtEl>
                                          <p:spTgt spid="70"/>
                                        </p:tgtEl>
                                        <p:attrNameLst>
                                          <p:attrName>r</p:attrName>
                                        </p:attrNameLst>
                                      </p:cBhvr>
                                    </p:animRot>
                                  </p:childTnLst>
                                </p:cTn>
                              </p:par>
                              <p:par>
                                <p:cTn id="11" presetID="1" presetClass="entr" presetSubtype="0" fill="hold" grpId="0" nodeType="withEffect">
                                  <p:stCondLst>
                                    <p:cond delay="0"/>
                                  </p:stCondLst>
                                  <p:iterate type="lt">
                                    <p:tmAbs val="100"/>
                                  </p:iterate>
                                  <p:childTnLst>
                                    <p:set>
                                      <p:cBhvr>
                                        <p:cTn id="12" dur="1" fill="hold">
                                          <p:stCondLst>
                                            <p:cond delay="0"/>
                                          </p:stCondLst>
                                        </p:cTn>
                                        <p:tgtEl>
                                          <p:spTgt spid="90"/>
                                        </p:tgtEl>
                                        <p:attrNameLst>
                                          <p:attrName>style.visibility</p:attrName>
                                        </p:attrNameLst>
                                      </p:cBhvr>
                                      <p:to>
                                        <p:strVal val="visible"/>
                                      </p:to>
                                    </p:set>
                                  </p:childTnLst>
                                </p:cTn>
                              </p:par>
                            </p:childTnLst>
                          </p:cTn>
                        </p:par>
                      </p:childTnLst>
                    </p:cTn>
                  </p:par>
                  <p:par>
                    <p:cTn id="13" fill="hold">
                      <p:stCondLst>
                        <p:cond delay="indefinite"/>
                      </p:stCondLst>
                      <p:childTnLst>
                        <p:par>
                          <p:cTn id="14" fill="hold">
                            <p:stCondLst>
                              <p:cond delay="0"/>
                            </p:stCondLst>
                            <p:childTnLst>
                              <p:par>
                                <p:cTn id="15" presetID="32" presetClass="emph" presetSubtype="0" fill="hold" grpId="0" nodeType="clickEffect">
                                  <p:stCondLst>
                                    <p:cond delay="0"/>
                                  </p:stCondLst>
                                  <p:childTnLst>
                                    <p:animRot by="120000">
                                      <p:cBhvr>
                                        <p:cTn id="16" dur="100" fill="hold">
                                          <p:stCondLst>
                                            <p:cond delay="0"/>
                                          </p:stCondLst>
                                        </p:cTn>
                                        <p:tgtEl>
                                          <p:spTgt spid="69"/>
                                        </p:tgtEl>
                                        <p:attrNameLst>
                                          <p:attrName>r</p:attrName>
                                        </p:attrNameLst>
                                      </p:cBhvr>
                                    </p:animRot>
                                    <p:animRot by="-240000">
                                      <p:cBhvr>
                                        <p:cTn id="17" dur="200" fill="hold">
                                          <p:stCondLst>
                                            <p:cond delay="200"/>
                                          </p:stCondLst>
                                        </p:cTn>
                                        <p:tgtEl>
                                          <p:spTgt spid="69"/>
                                        </p:tgtEl>
                                        <p:attrNameLst>
                                          <p:attrName>r</p:attrName>
                                        </p:attrNameLst>
                                      </p:cBhvr>
                                    </p:animRot>
                                    <p:animRot by="240000">
                                      <p:cBhvr>
                                        <p:cTn id="18" dur="200" fill="hold">
                                          <p:stCondLst>
                                            <p:cond delay="400"/>
                                          </p:stCondLst>
                                        </p:cTn>
                                        <p:tgtEl>
                                          <p:spTgt spid="69"/>
                                        </p:tgtEl>
                                        <p:attrNameLst>
                                          <p:attrName>r</p:attrName>
                                        </p:attrNameLst>
                                      </p:cBhvr>
                                    </p:animRot>
                                    <p:animRot by="-240000">
                                      <p:cBhvr>
                                        <p:cTn id="19" dur="200" fill="hold">
                                          <p:stCondLst>
                                            <p:cond delay="600"/>
                                          </p:stCondLst>
                                        </p:cTn>
                                        <p:tgtEl>
                                          <p:spTgt spid="69"/>
                                        </p:tgtEl>
                                        <p:attrNameLst>
                                          <p:attrName>r</p:attrName>
                                        </p:attrNameLst>
                                      </p:cBhvr>
                                    </p:animRot>
                                    <p:animRot by="120000">
                                      <p:cBhvr>
                                        <p:cTn id="20" dur="200" fill="hold">
                                          <p:stCondLst>
                                            <p:cond delay="800"/>
                                          </p:stCondLst>
                                        </p:cTn>
                                        <p:tgtEl>
                                          <p:spTgt spid="69"/>
                                        </p:tgtEl>
                                        <p:attrNameLst>
                                          <p:attrName>r</p:attrName>
                                        </p:attrNameLst>
                                      </p:cBhvr>
                                    </p:animRot>
                                  </p:childTnLst>
                                </p:cTn>
                              </p:par>
                              <p:par>
                                <p:cTn id="21" presetID="1" presetClass="entr" presetSubtype="0" fill="hold" grpId="0" nodeType="withEffect">
                                  <p:stCondLst>
                                    <p:cond delay="0"/>
                                  </p:stCondLst>
                                  <p:iterate type="lt">
                                    <p:tmAbs val="100"/>
                                  </p:iterate>
                                  <p:childTnLst>
                                    <p:set>
                                      <p:cBhvr>
                                        <p:cTn id="22" dur="1" fill="hold">
                                          <p:stCondLst>
                                            <p:cond delay="0"/>
                                          </p:stCondLst>
                                        </p:cTn>
                                        <p:tgtEl>
                                          <p:spTgt spid="91"/>
                                        </p:tgtEl>
                                        <p:attrNameLst>
                                          <p:attrName>style.visibility</p:attrName>
                                        </p:attrNameLst>
                                      </p:cBhvr>
                                      <p:to>
                                        <p:strVal val="visible"/>
                                      </p:to>
                                    </p:set>
                                  </p:childTnLst>
                                </p:cTn>
                              </p:par>
                            </p:childTnLst>
                          </p:cTn>
                        </p:par>
                      </p:childTnLst>
                    </p:cTn>
                  </p:par>
                  <p:par>
                    <p:cTn id="23" fill="hold">
                      <p:stCondLst>
                        <p:cond delay="indefinite"/>
                      </p:stCondLst>
                      <p:childTnLst>
                        <p:par>
                          <p:cTn id="24" fill="hold">
                            <p:stCondLst>
                              <p:cond delay="0"/>
                            </p:stCondLst>
                            <p:childTnLst>
                              <p:par>
                                <p:cTn id="25" presetID="32" presetClass="emph" presetSubtype="0" fill="hold" grpId="0" nodeType="clickEffect">
                                  <p:stCondLst>
                                    <p:cond delay="0"/>
                                  </p:stCondLst>
                                  <p:childTnLst>
                                    <p:animRot by="120000">
                                      <p:cBhvr>
                                        <p:cTn id="26" dur="100" fill="hold">
                                          <p:stCondLst>
                                            <p:cond delay="0"/>
                                          </p:stCondLst>
                                        </p:cTn>
                                        <p:tgtEl>
                                          <p:spTgt spid="68"/>
                                        </p:tgtEl>
                                        <p:attrNameLst>
                                          <p:attrName>r</p:attrName>
                                        </p:attrNameLst>
                                      </p:cBhvr>
                                    </p:animRot>
                                    <p:animRot by="-240000">
                                      <p:cBhvr>
                                        <p:cTn id="27" dur="200" fill="hold">
                                          <p:stCondLst>
                                            <p:cond delay="200"/>
                                          </p:stCondLst>
                                        </p:cTn>
                                        <p:tgtEl>
                                          <p:spTgt spid="68"/>
                                        </p:tgtEl>
                                        <p:attrNameLst>
                                          <p:attrName>r</p:attrName>
                                        </p:attrNameLst>
                                      </p:cBhvr>
                                    </p:animRot>
                                    <p:animRot by="240000">
                                      <p:cBhvr>
                                        <p:cTn id="28" dur="200" fill="hold">
                                          <p:stCondLst>
                                            <p:cond delay="400"/>
                                          </p:stCondLst>
                                        </p:cTn>
                                        <p:tgtEl>
                                          <p:spTgt spid="68"/>
                                        </p:tgtEl>
                                        <p:attrNameLst>
                                          <p:attrName>r</p:attrName>
                                        </p:attrNameLst>
                                      </p:cBhvr>
                                    </p:animRot>
                                    <p:animRot by="-240000">
                                      <p:cBhvr>
                                        <p:cTn id="29" dur="200" fill="hold">
                                          <p:stCondLst>
                                            <p:cond delay="600"/>
                                          </p:stCondLst>
                                        </p:cTn>
                                        <p:tgtEl>
                                          <p:spTgt spid="68"/>
                                        </p:tgtEl>
                                        <p:attrNameLst>
                                          <p:attrName>r</p:attrName>
                                        </p:attrNameLst>
                                      </p:cBhvr>
                                    </p:animRot>
                                    <p:animRot by="120000">
                                      <p:cBhvr>
                                        <p:cTn id="30" dur="200" fill="hold">
                                          <p:stCondLst>
                                            <p:cond delay="800"/>
                                          </p:stCondLst>
                                        </p:cTn>
                                        <p:tgtEl>
                                          <p:spTgt spid="68"/>
                                        </p:tgtEl>
                                        <p:attrNameLst>
                                          <p:attrName>r</p:attrName>
                                        </p:attrNameLst>
                                      </p:cBhvr>
                                    </p:animRot>
                                  </p:childTnLst>
                                </p:cTn>
                              </p:par>
                              <p:par>
                                <p:cTn id="31" presetID="1" presetClass="entr" presetSubtype="0" fill="hold" grpId="0" nodeType="withEffect">
                                  <p:stCondLst>
                                    <p:cond delay="0"/>
                                  </p:stCondLst>
                                  <p:iterate type="lt">
                                    <p:tmAbs val="100"/>
                                  </p:iterate>
                                  <p:childTnLst>
                                    <p:set>
                                      <p:cBhvr>
                                        <p:cTn id="32" dur="1" fill="hold">
                                          <p:stCondLst>
                                            <p:cond delay="0"/>
                                          </p:stCondLst>
                                        </p:cTn>
                                        <p:tgtEl>
                                          <p:spTgt spid="93"/>
                                        </p:tgtEl>
                                        <p:attrNameLst>
                                          <p:attrName>style.visibility</p:attrName>
                                        </p:attrNameLst>
                                      </p:cBhvr>
                                      <p:to>
                                        <p:strVal val="visible"/>
                                      </p:to>
                                    </p:set>
                                  </p:childTnLst>
                                </p:cTn>
                              </p:par>
                            </p:childTnLst>
                          </p:cTn>
                        </p:par>
                      </p:childTnLst>
                    </p:cTn>
                  </p:par>
                  <p:par>
                    <p:cTn id="33" fill="hold">
                      <p:stCondLst>
                        <p:cond delay="indefinite"/>
                      </p:stCondLst>
                      <p:childTnLst>
                        <p:par>
                          <p:cTn id="34" fill="hold">
                            <p:stCondLst>
                              <p:cond delay="0"/>
                            </p:stCondLst>
                            <p:childTnLst>
                              <p:par>
                                <p:cTn id="35" presetID="32" presetClass="emph" presetSubtype="0" fill="hold" grpId="0" nodeType="clickEffect">
                                  <p:stCondLst>
                                    <p:cond delay="0"/>
                                  </p:stCondLst>
                                  <p:childTnLst>
                                    <p:animRot by="120000">
                                      <p:cBhvr>
                                        <p:cTn id="36" dur="100" fill="hold">
                                          <p:stCondLst>
                                            <p:cond delay="0"/>
                                          </p:stCondLst>
                                        </p:cTn>
                                        <p:tgtEl>
                                          <p:spTgt spid="71"/>
                                        </p:tgtEl>
                                        <p:attrNameLst>
                                          <p:attrName>r</p:attrName>
                                        </p:attrNameLst>
                                      </p:cBhvr>
                                    </p:animRot>
                                    <p:animRot by="-240000">
                                      <p:cBhvr>
                                        <p:cTn id="37" dur="200" fill="hold">
                                          <p:stCondLst>
                                            <p:cond delay="200"/>
                                          </p:stCondLst>
                                        </p:cTn>
                                        <p:tgtEl>
                                          <p:spTgt spid="71"/>
                                        </p:tgtEl>
                                        <p:attrNameLst>
                                          <p:attrName>r</p:attrName>
                                        </p:attrNameLst>
                                      </p:cBhvr>
                                    </p:animRot>
                                    <p:animRot by="240000">
                                      <p:cBhvr>
                                        <p:cTn id="38" dur="200" fill="hold">
                                          <p:stCondLst>
                                            <p:cond delay="400"/>
                                          </p:stCondLst>
                                        </p:cTn>
                                        <p:tgtEl>
                                          <p:spTgt spid="71"/>
                                        </p:tgtEl>
                                        <p:attrNameLst>
                                          <p:attrName>r</p:attrName>
                                        </p:attrNameLst>
                                      </p:cBhvr>
                                    </p:animRot>
                                    <p:animRot by="-240000">
                                      <p:cBhvr>
                                        <p:cTn id="39" dur="200" fill="hold">
                                          <p:stCondLst>
                                            <p:cond delay="600"/>
                                          </p:stCondLst>
                                        </p:cTn>
                                        <p:tgtEl>
                                          <p:spTgt spid="71"/>
                                        </p:tgtEl>
                                        <p:attrNameLst>
                                          <p:attrName>r</p:attrName>
                                        </p:attrNameLst>
                                      </p:cBhvr>
                                    </p:animRot>
                                    <p:animRot by="120000">
                                      <p:cBhvr>
                                        <p:cTn id="40" dur="200" fill="hold">
                                          <p:stCondLst>
                                            <p:cond delay="800"/>
                                          </p:stCondLst>
                                        </p:cTn>
                                        <p:tgtEl>
                                          <p:spTgt spid="71"/>
                                        </p:tgtEl>
                                        <p:attrNameLst>
                                          <p:attrName>r</p:attrName>
                                        </p:attrNameLst>
                                      </p:cBhvr>
                                    </p:animRot>
                                  </p:childTnLst>
                                </p:cTn>
                              </p:par>
                              <p:par>
                                <p:cTn id="41" presetID="1" presetClass="entr" presetSubtype="0" fill="hold" grpId="0" nodeType="withEffect">
                                  <p:stCondLst>
                                    <p:cond delay="0"/>
                                  </p:stCondLst>
                                  <p:iterate type="lt">
                                    <p:tmAbs val="100"/>
                                  </p:iterate>
                                  <p:childTnLst>
                                    <p:set>
                                      <p:cBhvr>
                                        <p:cTn id="42" dur="1" fill="hold">
                                          <p:stCondLst>
                                            <p:cond delay="0"/>
                                          </p:stCondLst>
                                        </p:cTn>
                                        <p:tgtEl>
                                          <p:spTgt spid="88"/>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68" grpId="0" animBg="1"/>
      <p:bldP spid="69" grpId="0" animBg="1"/>
      <p:bldP spid="70" grpId="0" animBg="1"/>
      <p:bldP spid="71" grpId="0" animBg="1"/>
      <p:bldP spid="90" grpId="0"/>
      <p:bldP spid="91" grpId="0"/>
      <p:bldP spid="93" grpId="0"/>
      <p:bldP spid="88" grpId="0"/>
    </p:bldLst>
  </p:timing>
</p:sld>
</file>

<file path=ppt/slides/slide48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4" name="组合 3">
            <a:extLst>
              <a:ext uri="{FF2B5EF4-FFF2-40B4-BE49-F238E27FC236}">
                <a16:creationId xmlns:a16="http://schemas.microsoft.com/office/drawing/2014/main" id="{9A1EA9F2-FCB6-48C3-935F-7AE7E3AD14AC}"/>
              </a:ext>
            </a:extLst>
          </p:cNvPr>
          <p:cNvGrpSpPr/>
          <p:nvPr/>
        </p:nvGrpSpPr>
        <p:grpSpPr>
          <a:xfrm>
            <a:off x="304800" y="749300"/>
            <a:ext cx="4938199" cy="400110"/>
            <a:chOff x="424117" y="898245"/>
            <a:chExt cx="4938199" cy="400110"/>
          </a:xfrm>
        </p:grpSpPr>
        <p:sp>
          <p:nvSpPr>
            <p:cNvPr id="2" name="平行四边形 1">
              <a:extLst>
                <a:ext uri="{FF2B5EF4-FFF2-40B4-BE49-F238E27FC236}">
                  <a16:creationId xmlns:a16="http://schemas.microsoft.com/office/drawing/2014/main" id="{1F5BAA3F-9845-4F89-A2DD-8222D3E4EDAC}"/>
                </a:ext>
              </a:extLst>
            </p:cNvPr>
            <p:cNvSpPr/>
            <p:nvPr/>
          </p:nvSpPr>
          <p:spPr>
            <a:xfrm>
              <a:off x="424117" y="898245"/>
              <a:ext cx="628306" cy="387090"/>
            </a:xfrm>
            <a:prstGeom prst="parallelogram">
              <a:avLst/>
            </a:prstGeom>
            <a:solidFill>
              <a:schemeClr val="accent3">
                <a:lumMod val="75000"/>
              </a:schemeClr>
            </a:solidFill>
            <a:ln>
              <a:solidFill>
                <a:schemeClr val="accent3">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CN" sz="2200" dirty="0">
                  <a:latin typeface="Impact" panose="020B0806030902050204" pitchFamily="34" charset="0"/>
                </a:rPr>
                <a:t>01</a:t>
              </a:r>
              <a:endParaRPr lang="zh-CN" altLang="en-US" sz="2200" dirty="0">
                <a:latin typeface="Impact" panose="020B0806030902050204" pitchFamily="34" charset="0"/>
              </a:endParaRPr>
            </a:p>
          </p:txBody>
        </p:sp>
        <p:sp>
          <p:nvSpPr>
            <p:cNvPr id="3" name="文本框 2">
              <a:extLst>
                <a:ext uri="{FF2B5EF4-FFF2-40B4-BE49-F238E27FC236}">
                  <a16:creationId xmlns:a16="http://schemas.microsoft.com/office/drawing/2014/main" id="{4D6BD736-A4D3-4F26-AFED-36E11F50F70B}"/>
                </a:ext>
              </a:extLst>
            </p:cNvPr>
            <p:cNvSpPr txBox="1"/>
            <p:nvPr/>
          </p:nvSpPr>
          <p:spPr>
            <a:xfrm>
              <a:off x="1052423" y="898245"/>
              <a:ext cx="4309893" cy="400110"/>
            </a:xfrm>
            <a:prstGeom prst="rect">
              <a:avLst/>
            </a:prstGeom>
            <a:noFill/>
          </p:spPr>
          <p:txBody>
            <a:bodyPr wrap="square" rtlCol="0">
              <a:spAutoFit/>
            </a:bodyPr>
            <a:lstStyle/>
            <a:p>
              <a:r>
                <a:rPr lang="zh-CN" altLang="en-US" sz="2000" b="1" dirty="0">
                  <a:solidFill>
                    <a:schemeClr val="tx1"/>
                  </a:solidFill>
                  <a:latin typeface="Arial Narrow" panose="020B0606020202030204" pitchFamily="34" charset="0"/>
                </a:rPr>
                <a:t>虚拟局域网</a:t>
              </a:r>
              <a:r>
                <a:rPr lang="en-US" altLang="zh-CN" sz="2000" b="1" dirty="0">
                  <a:solidFill>
                    <a:schemeClr val="tx1"/>
                  </a:solidFill>
                  <a:latin typeface="Arial Narrow" panose="020B0606020202030204" pitchFamily="34" charset="0"/>
                </a:rPr>
                <a:t>VLAN</a:t>
              </a:r>
              <a:r>
                <a:rPr lang="zh-CN" altLang="en-US" sz="2000" b="1" dirty="0">
                  <a:solidFill>
                    <a:schemeClr val="tx1"/>
                  </a:solidFill>
                  <a:latin typeface="Arial Narrow" panose="020B0606020202030204" pitchFamily="34" charset="0"/>
                </a:rPr>
                <a:t>的</a:t>
              </a:r>
              <a:r>
                <a:rPr lang="zh-CN" altLang="en-US" sz="2000" b="1" dirty="0">
                  <a:latin typeface="Arial Narrow" panose="020B0606020202030204" pitchFamily="34" charset="0"/>
                </a:rPr>
                <a:t>实现机制</a:t>
              </a:r>
              <a:endParaRPr lang="en-US" altLang="zh-CN" sz="2000" b="1" dirty="0">
                <a:solidFill>
                  <a:schemeClr val="tx1"/>
                </a:solidFill>
                <a:latin typeface="Arial Narrow" panose="020B0606020202030204" pitchFamily="34" charset="0"/>
              </a:endParaRPr>
            </a:p>
          </p:txBody>
        </p:sp>
      </p:grpSp>
      <p:sp>
        <p:nvSpPr>
          <p:cNvPr id="9" name="文本框 8">
            <a:extLst>
              <a:ext uri="{FF2B5EF4-FFF2-40B4-BE49-F238E27FC236}">
                <a16:creationId xmlns:a16="http://schemas.microsoft.com/office/drawing/2014/main" id="{7E01F55D-5303-4639-8DD9-B3123C1AE516}"/>
              </a:ext>
            </a:extLst>
          </p:cNvPr>
          <p:cNvSpPr txBox="1"/>
          <p:nvPr/>
        </p:nvSpPr>
        <p:spPr>
          <a:xfrm>
            <a:off x="4141958" y="742690"/>
            <a:ext cx="2354092" cy="400110"/>
          </a:xfrm>
          <a:prstGeom prst="rect">
            <a:avLst/>
          </a:prstGeom>
          <a:noFill/>
        </p:spPr>
        <p:txBody>
          <a:bodyPr wrap="square" rtlCol="0">
            <a:spAutoFit/>
          </a:bodyPr>
          <a:lstStyle/>
          <a:p>
            <a:r>
              <a:rPr lang="en-US" altLang="zh-CN" sz="2000" b="1" dirty="0">
                <a:solidFill>
                  <a:schemeClr val="accent3">
                    <a:lumMod val="75000"/>
                  </a:schemeClr>
                </a:solidFill>
                <a:latin typeface="Arial Narrow" panose="020B0606020202030204" pitchFamily="34" charset="0"/>
              </a:rPr>
              <a:t>——  IEEE 802.1Q</a:t>
            </a:r>
            <a:r>
              <a:rPr lang="zh-CN" altLang="en-US" sz="2000" b="1" dirty="0">
                <a:solidFill>
                  <a:schemeClr val="accent3">
                    <a:lumMod val="75000"/>
                  </a:schemeClr>
                </a:solidFill>
                <a:latin typeface="Arial Narrow" panose="020B0606020202030204" pitchFamily="34" charset="0"/>
              </a:rPr>
              <a:t>帧</a:t>
            </a:r>
            <a:endParaRPr lang="en-US" altLang="zh-CN" sz="2000" b="1" dirty="0">
              <a:solidFill>
                <a:schemeClr val="accent3">
                  <a:lumMod val="75000"/>
                </a:schemeClr>
              </a:solidFill>
              <a:latin typeface="Arial Narrow" panose="020B0606020202030204" pitchFamily="34" charset="0"/>
            </a:endParaRPr>
          </a:p>
        </p:txBody>
      </p:sp>
      <p:grpSp>
        <p:nvGrpSpPr>
          <p:cNvPr id="8" name="组合 7">
            <a:extLst>
              <a:ext uri="{FF2B5EF4-FFF2-40B4-BE49-F238E27FC236}">
                <a16:creationId xmlns:a16="http://schemas.microsoft.com/office/drawing/2014/main" id="{2B68B186-13FA-46D3-9FE8-26EE29FE21A9}"/>
              </a:ext>
            </a:extLst>
          </p:cNvPr>
          <p:cNvGrpSpPr/>
          <p:nvPr/>
        </p:nvGrpSpPr>
        <p:grpSpPr>
          <a:xfrm>
            <a:off x="241214" y="1251021"/>
            <a:ext cx="11709572" cy="873251"/>
            <a:chOff x="241214" y="1251021"/>
            <a:chExt cx="11709572" cy="873251"/>
          </a:xfrm>
        </p:grpSpPr>
        <p:sp>
          <p:nvSpPr>
            <p:cNvPr id="12" name="矩形 11">
              <a:extLst>
                <a:ext uri="{FF2B5EF4-FFF2-40B4-BE49-F238E27FC236}">
                  <a16:creationId xmlns:a16="http://schemas.microsoft.com/office/drawing/2014/main" id="{B8DBF6A1-ABB4-45CC-AF70-D9759BE1E260}"/>
                </a:ext>
              </a:extLst>
            </p:cNvPr>
            <p:cNvSpPr/>
            <p:nvPr/>
          </p:nvSpPr>
          <p:spPr>
            <a:xfrm>
              <a:off x="5315379" y="1680851"/>
              <a:ext cx="1161617" cy="440998"/>
            </a:xfrm>
            <a:prstGeom prst="rect">
              <a:avLst/>
            </a:prstGeom>
            <a:solidFill>
              <a:schemeClr val="accent1">
                <a:lumMod val="75000"/>
              </a:schemeClr>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CN" b="1" dirty="0">
                  <a:solidFill>
                    <a:schemeClr val="bg1"/>
                  </a:solidFill>
                </a:rPr>
                <a:t>VLAN</a:t>
              </a:r>
              <a:r>
                <a:rPr lang="zh-CN" altLang="en-US" b="1" dirty="0">
                  <a:solidFill>
                    <a:schemeClr val="bg1"/>
                  </a:solidFill>
                </a:rPr>
                <a:t>标签</a:t>
              </a:r>
            </a:p>
          </p:txBody>
        </p:sp>
        <p:sp>
          <p:nvSpPr>
            <p:cNvPr id="38" name="矩形 37">
              <a:extLst>
                <a:ext uri="{FF2B5EF4-FFF2-40B4-BE49-F238E27FC236}">
                  <a16:creationId xmlns:a16="http://schemas.microsoft.com/office/drawing/2014/main" id="{8F546EB0-D3B7-4242-8851-44B137BDA925}"/>
                </a:ext>
              </a:extLst>
            </p:cNvPr>
            <p:cNvSpPr/>
            <p:nvPr/>
          </p:nvSpPr>
          <p:spPr>
            <a:xfrm>
              <a:off x="2856384" y="1680851"/>
              <a:ext cx="1229498" cy="440998"/>
            </a:xfrm>
            <a:prstGeom prst="rect">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zh-CN" altLang="en-US" b="1" dirty="0">
                  <a:solidFill>
                    <a:schemeClr val="tx1"/>
                  </a:solidFill>
                </a:rPr>
                <a:t>目的地址</a:t>
              </a:r>
            </a:p>
          </p:txBody>
        </p:sp>
        <p:sp>
          <p:nvSpPr>
            <p:cNvPr id="39" name="矩形 38">
              <a:extLst>
                <a:ext uri="{FF2B5EF4-FFF2-40B4-BE49-F238E27FC236}">
                  <a16:creationId xmlns:a16="http://schemas.microsoft.com/office/drawing/2014/main" id="{99EA4B49-2C19-4F57-9033-5201802070E2}"/>
                </a:ext>
              </a:extLst>
            </p:cNvPr>
            <p:cNvSpPr/>
            <p:nvPr/>
          </p:nvSpPr>
          <p:spPr>
            <a:xfrm>
              <a:off x="4085882" y="1680851"/>
              <a:ext cx="1229498" cy="440998"/>
            </a:xfrm>
            <a:prstGeom prst="rect">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zh-CN" altLang="en-US" b="1" dirty="0">
                  <a:solidFill>
                    <a:schemeClr val="tx1"/>
                  </a:solidFill>
                </a:rPr>
                <a:t>源地址</a:t>
              </a:r>
            </a:p>
          </p:txBody>
        </p:sp>
        <p:sp>
          <p:nvSpPr>
            <p:cNvPr id="40" name="矩形 39">
              <a:extLst>
                <a:ext uri="{FF2B5EF4-FFF2-40B4-BE49-F238E27FC236}">
                  <a16:creationId xmlns:a16="http://schemas.microsoft.com/office/drawing/2014/main" id="{B5AB568A-FD63-4EDC-8B4F-B759515BE347}"/>
                </a:ext>
              </a:extLst>
            </p:cNvPr>
            <p:cNvSpPr/>
            <p:nvPr/>
          </p:nvSpPr>
          <p:spPr>
            <a:xfrm>
              <a:off x="6477430" y="1680851"/>
              <a:ext cx="679934" cy="440998"/>
            </a:xfrm>
            <a:prstGeom prst="rect">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zh-CN" altLang="en-US" b="1" dirty="0">
                  <a:solidFill>
                    <a:schemeClr val="tx1"/>
                  </a:solidFill>
                </a:rPr>
                <a:t>类型</a:t>
              </a:r>
            </a:p>
          </p:txBody>
        </p:sp>
        <p:sp>
          <p:nvSpPr>
            <p:cNvPr id="41" name="矩形 40">
              <a:extLst>
                <a:ext uri="{FF2B5EF4-FFF2-40B4-BE49-F238E27FC236}">
                  <a16:creationId xmlns:a16="http://schemas.microsoft.com/office/drawing/2014/main" id="{6A24D59B-E20C-4CE1-8571-7FA7C3654174}"/>
                </a:ext>
              </a:extLst>
            </p:cNvPr>
            <p:cNvSpPr/>
            <p:nvPr/>
          </p:nvSpPr>
          <p:spPr>
            <a:xfrm>
              <a:off x="10338228" y="1680851"/>
              <a:ext cx="890246" cy="440998"/>
            </a:xfrm>
            <a:prstGeom prst="rect">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CN" b="1" dirty="0">
                  <a:solidFill>
                    <a:schemeClr val="tx1"/>
                  </a:solidFill>
                </a:rPr>
                <a:t>FCS</a:t>
              </a:r>
              <a:endParaRPr lang="zh-CN" altLang="en-US" b="1" dirty="0">
                <a:solidFill>
                  <a:schemeClr val="tx1"/>
                </a:solidFill>
              </a:endParaRPr>
            </a:p>
          </p:txBody>
        </p:sp>
        <p:sp>
          <p:nvSpPr>
            <p:cNvPr id="42" name="矩形 41">
              <a:extLst>
                <a:ext uri="{FF2B5EF4-FFF2-40B4-BE49-F238E27FC236}">
                  <a16:creationId xmlns:a16="http://schemas.microsoft.com/office/drawing/2014/main" id="{B7D76F3D-3288-4BEC-9540-6926CD9F65EE}"/>
                </a:ext>
              </a:extLst>
            </p:cNvPr>
            <p:cNvSpPr/>
            <p:nvPr/>
          </p:nvSpPr>
          <p:spPr>
            <a:xfrm>
              <a:off x="7157364" y="1680851"/>
              <a:ext cx="3180864" cy="440998"/>
            </a:xfrm>
            <a:prstGeom prst="rect">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zh-CN" altLang="en-US" b="1" dirty="0">
                  <a:solidFill>
                    <a:schemeClr val="tx1"/>
                  </a:solidFill>
                </a:rPr>
                <a:t>数据</a:t>
              </a:r>
            </a:p>
          </p:txBody>
        </p:sp>
        <p:cxnSp>
          <p:nvCxnSpPr>
            <p:cNvPr id="43" name="直接连接符 42">
              <a:extLst>
                <a:ext uri="{FF2B5EF4-FFF2-40B4-BE49-F238E27FC236}">
                  <a16:creationId xmlns:a16="http://schemas.microsoft.com/office/drawing/2014/main" id="{EAF3CDA5-5070-4E28-88FE-AAABCB2A9851}"/>
                </a:ext>
              </a:extLst>
            </p:cNvPr>
            <p:cNvCxnSpPr>
              <a:cxnSpLocks/>
            </p:cNvCxnSpPr>
            <p:nvPr/>
          </p:nvCxnSpPr>
          <p:spPr>
            <a:xfrm>
              <a:off x="5312586" y="1251021"/>
              <a:ext cx="0" cy="424873"/>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4" name="直接连接符 43">
              <a:extLst>
                <a:ext uri="{FF2B5EF4-FFF2-40B4-BE49-F238E27FC236}">
                  <a16:creationId xmlns:a16="http://schemas.microsoft.com/office/drawing/2014/main" id="{2372F856-3918-4298-A001-EF418856AC7C}"/>
                </a:ext>
              </a:extLst>
            </p:cNvPr>
            <p:cNvCxnSpPr>
              <a:cxnSpLocks/>
            </p:cNvCxnSpPr>
            <p:nvPr/>
          </p:nvCxnSpPr>
          <p:spPr>
            <a:xfrm>
              <a:off x="7158881" y="1251021"/>
              <a:ext cx="0" cy="424873"/>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5" name="直接连接符 44">
              <a:extLst>
                <a:ext uri="{FF2B5EF4-FFF2-40B4-BE49-F238E27FC236}">
                  <a16:creationId xmlns:a16="http://schemas.microsoft.com/office/drawing/2014/main" id="{09B5D86D-E317-45AE-AC3C-4D18C4D73655}"/>
                </a:ext>
              </a:extLst>
            </p:cNvPr>
            <p:cNvCxnSpPr>
              <a:cxnSpLocks/>
            </p:cNvCxnSpPr>
            <p:nvPr/>
          </p:nvCxnSpPr>
          <p:spPr>
            <a:xfrm>
              <a:off x="10337428" y="1251021"/>
              <a:ext cx="0" cy="424873"/>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6" name="直接箭头连接符 45">
              <a:extLst>
                <a:ext uri="{FF2B5EF4-FFF2-40B4-BE49-F238E27FC236}">
                  <a16:creationId xmlns:a16="http://schemas.microsoft.com/office/drawing/2014/main" id="{F684F40B-095D-4A61-9BFA-237EC0CD54E5}"/>
                </a:ext>
              </a:extLst>
            </p:cNvPr>
            <p:cNvCxnSpPr>
              <a:cxnSpLocks/>
            </p:cNvCxnSpPr>
            <p:nvPr/>
          </p:nvCxnSpPr>
          <p:spPr>
            <a:xfrm>
              <a:off x="6468335" y="1476158"/>
              <a:ext cx="689198" cy="0"/>
            </a:xfrm>
            <a:prstGeom prst="straightConnector1">
              <a:avLst/>
            </a:prstGeom>
            <a:ln w="12700">
              <a:solidFill>
                <a:schemeClr val="tx1"/>
              </a:solidFill>
              <a:headEnd type="triangle"/>
              <a:tailEnd type="triangle"/>
            </a:ln>
          </p:spPr>
          <p:style>
            <a:lnRef idx="1">
              <a:schemeClr val="accent1"/>
            </a:lnRef>
            <a:fillRef idx="0">
              <a:schemeClr val="accent1"/>
            </a:fillRef>
            <a:effectRef idx="0">
              <a:schemeClr val="accent1"/>
            </a:effectRef>
            <a:fontRef idx="minor">
              <a:schemeClr val="tx1"/>
            </a:fontRef>
          </p:style>
        </p:cxnSp>
        <p:sp>
          <p:nvSpPr>
            <p:cNvPr id="47" name="文本框 46">
              <a:extLst>
                <a:ext uri="{FF2B5EF4-FFF2-40B4-BE49-F238E27FC236}">
                  <a16:creationId xmlns:a16="http://schemas.microsoft.com/office/drawing/2014/main" id="{86206810-5591-48ED-827A-B6342FB32812}"/>
                </a:ext>
              </a:extLst>
            </p:cNvPr>
            <p:cNvSpPr txBox="1"/>
            <p:nvPr/>
          </p:nvSpPr>
          <p:spPr>
            <a:xfrm>
              <a:off x="6679109" y="1279181"/>
              <a:ext cx="226720" cy="369332"/>
            </a:xfrm>
            <a:prstGeom prst="rect">
              <a:avLst/>
            </a:prstGeom>
            <a:solidFill>
              <a:schemeClr val="bg1"/>
            </a:solidFill>
          </p:spPr>
          <p:txBody>
            <a:bodyPr wrap="square" rtlCol="0">
              <a:spAutoFit/>
            </a:bodyPr>
            <a:lstStyle/>
            <a:p>
              <a:pPr algn="ctr"/>
              <a:r>
                <a:rPr lang="en-US" altLang="zh-CN" b="1" dirty="0"/>
                <a:t>2</a:t>
              </a:r>
              <a:endParaRPr lang="zh-CN" altLang="en-US" b="1" dirty="0"/>
            </a:p>
          </p:txBody>
        </p:sp>
        <p:cxnSp>
          <p:nvCxnSpPr>
            <p:cNvPr id="48" name="直接箭头连接符 47">
              <a:extLst>
                <a:ext uri="{FF2B5EF4-FFF2-40B4-BE49-F238E27FC236}">
                  <a16:creationId xmlns:a16="http://schemas.microsoft.com/office/drawing/2014/main" id="{E417AB30-76A9-4CCA-8C67-55EC2334ED63}"/>
                </a:ext>
              </a:extLst>
            </p:cNvPr>
            <p:cNvCxnSpPr>
              <a:cxnSpLocks/>
            </p:cNvCxnSpPr>
            <p:nvPr/>
          </p:nvCxnSpPr>
          <p:spPr>
            <a:xfrm>
              <a:off x="7164059" y="1476158"/>
              <a:ext cx="3180864" cy="0"/>
            </a:xfrm>
            <a:prstGeom prst="straightConnector1">
              <a:avLst/>
            </a:prstGeom>
            <a:ln w="12700">
              <a:solidFill>
                <a:schemeClr val="tx1"/>
              </a:solidFill>
              <a:headEnd type="triangle"/>
              <a:tailEnd type="triangle"/>
            </a:ln>
          </p:spPr>
          <p:style>
            <a:lnRef idx="1">
              <a:schemeClr val="accent1"/>
            </a:lnRef>
            <a:fillRef idx="0">
              <a:schemeClr val="accent1"/>
            </a:fillRef>
            <a:effectRef idx="0">
              <a:schemeClr val="accent1"/>
            </a:effectRef>
            <a:fontRef idx="minor">
              <a:schemeClr val="tx1"/>
            </a:fontRef>
          </p:style>
        </p:cxnSp>
        <p:sp>
          <p:nvSpPr>
            <p:cNvPr id="49" name="文本框 48">
              <a:extLst>
                <a:ext uri="{FF2B5EF4-FFF2-40B4-BE49-F238E27FC236}">
                  <a16:creationId xmlns:a16="http://schemas.microsoft.com/office/drawing/2014/main" id="{B4CE50FD-4286-4D48-837C-D4C18F9E9A0A}"/>
                </a:ext>
              </a:extLst>
            </p:cNvPr>
            <p:cNvSpPr txBox="1"/>
            <p:nvPr/>
          </p:nvSpPr>
          <p:spPr>
            <a:xfrm>
              <a:off x="8158684" y="1284555"/>
              <a:ext cx="1178223" cy="369332"/>
            </a:xfrm>
            <a:prstGeom prst="rect">
              <a:avLst/>
            </a:prstGeom>
            <a:solidFill>
              <a:schemeClr val="bg1"/>
            </a:solidFill>
          </p:spPr>
          <p:txBody>
            <a:bodyPr wrap="square" rtlCol="0">
              <a:spAutoFit/>
            </a:bodyPr>
            <a:lstStyle/>
            <a:p>
              <a:pPr algn="ctr"/>
              <a:r>
                <a:rPr lang="en-US" altLang="zh-CN" b="1" dirty="0"/>
                <a:t>46</a:t>
              </a:r>
              <a:r>
                <a:rPr lang="zh-CN" altLang="en-US" b="1" dirty="0"/>
                <a:t>～</a:t>
              </a:r>
              <a:r>
                <a:rPr lang="en-US" altLang="zh-CN" b="1" dirty="0"/>
                <a:t>1500</a:t>
              </a:r>
              <a:endParaRPr lang="zh-CN" altLang="en-US" b="1" dirty="0"/>
            </a:p>
          </p:txBody>
        </p:sp>
        <p:cxnSp>
          <p:nvCxnSpPr>
            <p:cNvPr id="50" name="直接箭头连接符 49">
              <a:extLst>
                <a:ext uri="{FF2B5EF4-FFF2-40B4-BE49-F238E27FC236}">
                  <a16:creationId xmlns:a16="http://schemas.microsoft.com/office/drawing/2014/main" id="{DAD33244-6F5C-4F61-AD41-A9C2F9EDEF1A}"/>
                </a:ext>
              </a:extLst>
            </p:cNvPr>
            <p:cNvCxnSpPr>
              <a:cxnSpLocks/>
            </p:cNvCxnSpPr>
            <p:nvPr/>
          </p:nvCxnSpPr>
          <p:spPr>
            <a:xfrm>
              <a:off x="10344923" y="1478246"/>
              <a:ext cx="890246" cy="0"/>
            </a:xfrm>
            <a:prstGeom prst="straightConnector1">
              <a:avLst/>
            </a:prstGeom>
            <a:ln w="12700">
              <a:solidFill>
                <a:schemeClr val="tx1"/>
              </a:solidFill>
              <a:headEnd type="triangle"/>
              <a:tailEnd type="triangle"/>
            </a:ln>
          </p:spPr>
          <p:style>
            <a:lnRef idx="1">
              <a:schemeClr val="accent1"/>
            </a:lnRef>
            <a:fillRef idx="0">
              <a:schemeClr val="accent1"/>
            </a:fillRef>
            <a:effectRef idx="0">
              <a:schemeClr val="accent1"/>
            </a:effectRef>
            <a:fontRef idx="minor">
              <a:schemeClr val="tx1"/>
            </a:fontRef>
          </p:style>
        </p:cxnSp>
        <p:sp>
          <p:nvSpPr>
            <p:cNvPr id="51" name="文本框 50">
              <a:extLst>
                <a:ext uri="{FF2B5EF4-FFF2-40B4-BE49-F238E27FC236}">
                  <a16:creationId xmlns:a16="http://schemas.microsoft.com/office/drawing/2014/main" id="{601345AA-D57E-4CC2-9D80-F8C7B245469A}"/>
                </a:ext>
              </a:extLst>
            </p:cNvPr>
            <p:cNvSpPr txBox="1"/>
            <p:nvPr/>
          </p:nvSpPr>
          <p:spPr>
            <a:xfrm>
              <a:off x="10670879" y="1263721"/>
              <a:ext cx="226720" cy="369332"/>
            </a:xfrm>
            <a:prstGeom prst="rect">
              <a:avLst/>
            </a:prstGeom>
            <a:solidFill>
              <a:schemeClr val="bg1"/>
            </a:solidFill>
          </p:spPr>
          <p:txBody>
            <a:bodyPr wrap="square" rtlCol="0">
              <a:spAutoFit/>
            </a:bodyPr>
            <a:lstStyle/>
            <a:p>
              <a:pPr algn="ctr"/>
              <a:r>
                <a:rPr lang="en-US" altLang="zh-CN" b="1" dirty="0"/>
                <a:t>4</a:t>
              </a:r>
              <a:endParaRPr lang="zh-CN" altLang="en-US" b="1" dirty="0"/>
            </a:p>
          </p:txBody>
        </p:sp>
        <p:sp>
          <p:nvSpPr>
            <p:cNvPr id="52" name="文本框 51">
              <a:extLst>
                <a:ext uri="{FF2B5EF4-FFF2-40B4-BE49-F238E27FC236}">
                  <a16:creationId xmlns:a16="http://schemas.microsoft.com/office/drawing/2014/main" id="{25ADDC42-FBDE-474A-8E90-1A610A689771}"/>
                </a:ext>
              </a:extLst>
            </p:cNvPr>
            <p:cNvSpPr txBox="1"/>
            <p:nvPr/>
          </p:nvSpPr>
          <p:spPr>
            <a:xfrm>
              <a:off x="11288405" y="1291492"/>
              <a:ext cx="662381" cy="369332"/>
            </a:xfrm>
            <a:prstGeom prst="rect">
              <a:avLst/>
            </a:prstGeom>
            <a:noFill/>
          </p:spPr>
          <p:txBody>
            <a:bodyPr wrap="square" rtlCol="0">
              <a:spAutoFit/>
            </a:bodyPr>
            <a:lstStyle/>
            <a:p>
              <a:r>
                <a:rPr lang="zh-CN" altLang="en-US" b="1" dirty="0"/>
                <a:t>字节</a:t>
              </a:r>
            </a:p>
          </p:txBody>
        </p:sp>
        <p:sp>
          <p:nvSpPr>
            <p:cNvPr id="55" name="文本框 54">
              <a:extLst>
                <a:ext uri="{FF2B5EF4-FFF2-40B4-BE49-F238E27FC236}">
                  <a16:creationId xmlns:a16="http://schemas.microsoft.com/office/drawing/2014/main" id="{CBC4E190-C99B-4CED-9CE0-76275C9DE5A0}"/>
                </a:ext>
              </a:extLst>
            </p:cNvPr>
            <p:cNvSpPr txBox="1"/>
            <p:nvPr/>
          </p:nvSpPr>
          <p:spPr>
            <a:xfrm>
              <a:off x="241214" y="1477941"/>
              <a:ext cx="2570157" cy="646331"/>
            </a:xfrm>
            <a:prstGeom prst="rect">
              <a:avLst/>
            </a:prstGeom>
            <a:noFill/>
          </p:spPr>
          <p:txBody>
            <a:bodyPr wrap="square" rtlCol="0">
              <a:spAutoFit/>
            </a:bodyPr>
            <a:lstStyle/>
            <a:p>
              <a:pPr algn="ctr"/>
              <a:r>
                <a:rPr lang="en-US" altLang="zh-CN" b="1" dirty="0"/>
                <a:t>IEEE 802.1Q</a:t>
              </a:r>
              <a:r>
                <a:rPr lang="zh-CN" altLang="en-US" b="1" dirty="0"/>
                <a:t>帧</a:t>
              </a:r>
              <a:endParaRPr lang="en-US" altLang="zh-CN" b="1" dirty="0"/>
            </a:p>
            <a:p>
              <a:pPr algn="ctr"/>
              <a:r>
                <a:rPr lang="zh-CN" altLang="en-US" b="1" dirty="0"/>
                <a:t>（最大长度为</a:t>
              </a:r>
              <a:r>
                <a:rPr lang="en-US" altLang="zh-CN" b="1" dirty="0"/>
                <a:t>1522</a:t>
              </a:r>
              <a:r>
                <a:rPr lang="zh-CN" altLang="en-US" b="1" dirty="0"/>
                <a:t>字节）</a:t>
              </a:r>
            </a:p>
          </p:txBody>
        </p:sp>
        <p:cxnSp>
          <p:nvCxnSpPr>
            <p:cNvPr id="58" name="直接连接符 57">
              <a:extLst>
                <a:ext uri="{FF2B5EF4-FFF2-40B4-BE49-F238E27FC236}">
                  <a16:creationId xmlns:a16="http://schemas.microsoft.com/office/drawing/2014/main" id="{9EB552BC-030C-4AC8-ACB6-D326A20D9967}"/>
                </a:ext>
              </a:extLst>
            </p:cNvPr>
            <p:cNvCxnSpPr>
              <a:cxnSpLocks/>
            </p:cNvCxnSpPr>
            <p:nvPr/>
          </p:nvCxnSpPr>
          <p:spPr>
            <a:xfrm>
              <a:off x="4084313" y="1251021"/>
              <a:ext cx="0" cy="424873"/>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9" name="直接箭头连接符 58">
              <a:extLst>
                <a:ext uri="{FF2B5EF4-FFF2-40B4-BE49-F238E27FC236}">
                  <a16:creationId xmlns:a16="http://schemas.microsoft.com/office/drawing/2014/main" id="{6C122E44-C7D8-4D0E-A6A5-F09B631DBB9D}"/>
                </a:ext>
              </a:extLst>
            </p:cNvPr>
            <p:cNvCxnSpPr/>
            <p:nvPr/>
          </p:nvCxnSpPr>
          <p:spPr>
            <a:xfrm>
              <a:off x="2854815" y="1476158"/>
              <a:ext cx="1229498" cy="0"/>
            </a:xfrm>
            <a:prstGeom prst="straightConnector1">
              <a:avLst/>
            </a:prstGeom>
            <a:ln w="12700">
              <a:solidFill>
                <a:schemeClr val="tx1"/>
              </a:solidFill>
              <a:headEnd type="triangle"/>
              <a:tailEnd type="triangle"/>
            </a:ln>
          </p:spPr>
          <p:style>
            <a:lnRef idx="1">
              <a:schemeClr val="accent1"/>
            </a:lnRef>
            <a:fillRef idx="0">
              <a:schemeClr val="accent1"/>
            </a:fillRef>
            <a:effectRef idx="0">
              <a:schemeClr val="accent1"/>
            </a:effectRef>
            <a:fontRef idx="minor">
              <a:schemeClr val="tx1"/>
            </a:fontRef>
          </p:style>
        </p:cxnSp>
        <p:sp>
          <p:nvSpPr>
            <p:cNvPr id="60" name="文本框 59">
              <a:extLst>
                <a:ext uri="{FF2B5EF4-FFF2-40B4-BE49-F238E27FC236}">
                  <a16:creationId xmlns:a16="http://schemas.microsoft.com/office/drawing/2014/main" id="{4987A6AE-6EC9-481D-94FB-B998D7970CF4}"/>
                </a:ext>
              </a:extLst>
            </p:cNvPr>
            <p:cNvSpPr txBox="1"/>
            <p:nvPr/>
          </p:nvSpPr>
          <p:spPr>
            <a:xfrm>
              <a:off x="3348346" y="1291492"/>
              <a:ext cx="226720" cy="369332"/>
            </a:xfrm>
            <a:prstGeom prst="rect">
              <a:avLst/>
            </a:prstGeom>
            <a:solidFill>
              <a:schemeClr val="bg1"/>
            </a:solidFill>
          </p:spPr>
          <p:txBody>
            <a:bodyPr wrap="square" rtlCol="0">
              <a:spAutoFit/>
            </a:bodyPr>
            <a:lstStyle/>
            <a:p>
              <a:pPr algn="ctr"/>
              <a:r>
                <a:rPr lang="en-US" altLang="zh-CN" b="1" dirty="0"/>
                <a:t>6</a:t>
              </a:r>
              <a:endParaRPr lang="zh-CN" altLang="en-US" b="1" dirty="0"/>
            </a:p>
          </p:txBody>
        </p:sp>
        <p:cxnSp>
          <p:nvCxnSpPr>
            <p:cNvPr id="61" name="直接连接符 60">
              <a:extLst>
                <a:ext uri="{FF2B5EF4-FFF2-40B4-BE49-F238E27FC236}">
                  <a16:creationId xmlns:a16="http://schemas.microsoft.com/office/drawing/2014/main" id="{5A7F721C-9248-4BB9-84D8-71CF35F82CEA}"/>
                </a:ext>
              </a:extLst>
            </p:cNvPr>
            <p:cNvCxnSpPr>
              <a:cxnSpLocks/>
            </p:cNvCxnSpPr>
            <p:nvPr/>
          </p:nvCxnSpPr>
          <p:spPr>
            <a:xfrm>
              <a:off x="2859953" y="1251021"/>
              <a:ext cx="0" cy="424873"/>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62" name="直接箭头连接符 61">
              <a:extLst>
                <a:ext uri="{FF2B5EF4-FFF2-40B4-BE49-F238E27FC236}">
                  <a16:creationId xmlns:a16="http://schemas.microsoft.com/office/drawing/2014/main" id="{1367DDED-565C-466F-B8FB-D84B9983352E}"/>
                </a:ext>
              </a:extLst>
            </p:cNvPr>
            <p:cNvCxnSpPr/>
            <p:nvPr/>
          </p:nvCxnSpPr>
          <p:spPr>
            <a:xfrm>
              <a:off x="4092738" y="1477209"/>
              <a:ext cx="1229498" cy="0"/>
            </a:xfrm>
            <a:prstGeom prst="straightConnector1">
              <a:avLst/>
            </a:prstGeom>
            <a:ln w="12700">
              <a:solidFill>
                <a:schemeClr val="tx1"/>
              </a:solidFill>
              <a:headEnd type="triangle"/>
              <a:tailEnd type="triangle"/>
            </a:ln>
          </p:spPr>
          <p:style>
            <a:lnRef idx="1">
              <a:schemeClr val="accent1"/>
            </a:lnRef>
            <a:fillRef idx="0">
              <a:schemeClr val="accent1"/>
            </a:fillRef>
            <a:effectRef idx="0">
              <a:schemeClr val="accent1"/>
            </a:effectRef>
            <a:fontRef idx="minor">
              <a:schemeClr val="tx1"/>
            </a:fontRef>
          </p:style>
        </p:cxnSp>
        <p:sp>
          <p:nvSpPr>
            <p:cNvPr id="63" name="文本框 62">
              <a:extLst>
                <a:ext uri="{FF2B5EF4-FFF2-40B4-BE49-F238E27FC236}">
                  <a16:creationId xmlns:a16="http://schemas.microsoft.com/office/drawing/2014/main" id="{DC32F068-881E-45C1-9668-4075B2EF6936}"/>
                </a:ext>
              </a:extLst>
            </p:cNvPr>
            <p:cNvSpPr txBox="1"/>
            <p:nvPr/>
          </p:nvSpPr>
          <p:spPr>
            <a:xfrm>
              <a:off x="4586269" y="1292543"/>
              <a:ext cx="226720" cy="369332"/>
            </a:xfrm>
            <a:prstGeom prst="rect">
              <a:avLst/>
            </a:prstGeom>
            <a:solidFill>
              <a:schemeClr val="bg1"/>
            </a:solidFill>
          </p:spPr>
          <p:txBody>
            <a:bodyPr wrap="square" rtlCol="0">
              <a:spAutoFit/>
            </a:bodyPr>
            <a:lstStyle/>
            <a:p>
              <a:pPr algn="ctr"/>
              <a:r>
                <a:rPr lang="en-US" altLang="zh-CN" b="1" dirty="0"/>
                <a:t>6</a:t>
              </a:r>
              <a:endParaRPr lang="zh-CN" altLang="en-US" b="1" dirty="0"/>
            </a:p>
          </p:txBody>
        </p:sp>
        <p:cxnSp>
          <p:nvCxnSpPr>
            <p:cNvPr id="64" name="直接箭头连接符 63">
              <a:extLst>
                <a:ext uri="{FF2B5EF4-FFF2-40B4-BE49-F238E27FC236}">
                  <a16:creationId xmlns:a16="http://schemas.microsoft.com/office/drawing/2014/main" id="{F68C6F8A-FAA3-469E-B015-30784A3FB4CA}"/>
                </a:ext>
              </a:extLst>
            </p:cNvPr>
            <p:cNvCxnSpPr>
              <a:cxnSpLocks/>
            </p:cNvCxnSpPr>
            <p:nvPr/>
          </p:nvCxnSpPr>
          <p:spPr>
            <a:xfrm>
              <a:off x="5322786" y="1476158"/>
              <a:ext cx="1145549" cy="0"/>
            </a:xfrm>
            <a:prstGeom prst="straightConnector1">
              <a:avLst/>
            </a:prstGeom>
            <a:ln w="12700">
              <a:solidFill>
                <a:schemeClr val="tx1"/>
              </a:solidFill>
              <a:headEnd type="triangle"/>
              <a:tailEnd type="triangle"/>
            </a:ln>
          </p:spPr>
          <p:style>
            <a:lnRef idx="1">
              <a:schemeClr val="accent1"/>
            </a:lnRef>
            <a:fillRef idx="0">
              <a:schemeClr val="accent1"/>
            </a:fillRef>
            <a:effectRef idx="0">
              <a:schemeClr val="accent1"/>
            </a:effectRef>
            <a:fontRef idx="minor">
              <a:schemeClr val="tx1"/>
            </a:fontRef>
          </p:style>
        </p:cxnSp>
        <p:sp>
          <p:nvSpPr>
            <p:cNvPr id="65" name="文本框 64">
              <a:extLst>
                <a:ext uri="{FF2B5EF4-FFF2-40B4-BE49-F238E27FC236}">
                  <a16:creationId xmlns:a16="http://schemas.microsoft.com/office/drawing/2014/main" id="{F22516F5-FA04-4FA8-AFE0-AE0FDD85A242}"/>
                </a:ext>
              </a:extLst>
            </p:cNvPr>
            <p:cNvSpPr txBox="1"/>
            <p:nvPr/>
          </p:nvSpPr>
          <p:spPr>
            <a:xfrm>
              <a:off x="5759616" y="1291492"/>
              <a:ext cx="226720" cy="369332"/>
            </a:xfrm>
            <a:prstGeom prst="rect">
              <a:avLst/>
            </a:prstGeom>
            <a:solidFill>
              <a:schemeClr val="bg1"/>
            </a:solidFill>
          </p:spPr>
          <p:txBody>
            <a:bodyPr wrap="square" rtlCol="0">
              <a:spAutoFit/>
            </a:bodyPr>
            <a:lstStyle/>
            <a:p>
              <a:pPr algn="ctr"/>
              <a:r>
                <a:rPr lang="en-US" altLang="zh-CN" b="1" dirty="0"/>
                <a:t>4</a:t>
              </a:r>
              <a:endParaRPr lang="zh-CN" altLang="en-US" b="1" dirty="0"/>
            </a:p>
          </p:txBody>
        </p:sp>
        <p:cxnSp>
          <p:nvCxnSpPr>
            <p:cNvPr id="66" name="直接连接符 65">
              <a:extLst>
                <a:ext uri="{FF2B5EF4-FFF2-40B4-BE49-F238E27FC236}">
                  <a16:creationId xmlns:a16="http://schemas.microsoft.com/office/drawing/2014/main" id="{243B4991-114F-4B6F-AEC5-BA899F15E85D}"/>
                </a:ext>
              </a:extLst>
            </p:cNvPr>
            <p:cNvCxnSpPr>
              <a:cxnSpLocks/>
            </p:cNvCxnSpPr>
            <p:nvPr/>
          </p:nvCxnSpPr>
          <p:spPr>
            <a:xfrm>
              <a:off x="6474516" y="1251021"/>
              <a:ext cx="0" cy="424873"/>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67" name="直接连接符 66">
              <a:extLst>
                <a:ext uri="{FF2B5EF4-FFF2-40B4-BE49-F238E27FC236}">
                  <a16:creationId xmlns:a16="http://schemas.microsoft.com/office/drawing/2014/main" id="{1BEC4275-0F17-4F73-9348-C2251EB8C0A6}"/>
                </a:ext>
              </a:extLst>
            </p:cNvPr>
            <p:cNvCxnSpPr>
              <a:cxnSpLocks/>
            </p:cNvCxnSpPr>
            <p:nvPr/>
          </p:nvCxnSpPr>
          <p:spPr>
            <a:xfrm>
              <a:off x="11224700" y="1251021"/>
              <a:ext cx="0" cy="424873"/>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68" name="矩形 67">
            <a:extLst>
              <a:ext uri="{FF2B5EF4-FFF2-40B4-BE49-F238E27FC236}">
                <a16:creationId xmlns:a16="http://schemas.microsoft.com/office/drawing/2014/main" id="{7D18E68B-A2BD-46C3-A8B6-F389161C63AE}"/>
              </a:ext>
            </a:extLst>
          </p:cNvPr>
          <p:cNvSpPr/>
          <p:nvPr/>
        </p:nvSpPr>
        <p:spPr>
          <a:xfrm>
            <a:off x="6839615" y="3063696"/>
            <a:ext cx="509993" cy="440997"/>
          </a:xfrm>
          <a:prstGeom prst="rect">
            <a:avLst/>
          </a:prstGeom>
          <a:solidFill>
            <a:schemeClr val="accent1">
              <a:lumMod val="75000"/>
            </a:schemeClr>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en-US" altLang="zh-CN" b="1" dirty="0">
                <a:solidFill>
                  <a:schemeClr val="bg1"/>
                </a:solidFill>
              </a:rPr>
              <a:t>CFI</a:t>
            </a:r>
            <a:endParaRPr lang="zh-CN" altLang="en-US" b="1" dirty="0">
              <a:solidFill>
                <a:schemeClr val="bg1"/>
              </a:solidFill>
            </a:endParaRPr>
          </a:p>
        </p:txBody>
      </p:sp>
      <p:sp>
        <p:nvSpPr>
          <p:cNvPr id="69" name="矩形 68">
            <a:extLst>
              <a:ext uri="{FF2B5EF4-FFF2-40B4-BE49-F238E27FC236}">
                <a16:creationId xmlns:a16="http://schemas.microsoft.com/office/drawing/2014/main" id="{60ABBEE2-EE9A-4E97-8C2B-A16CD917F7FA}"/>
              </a:ext>
            </a:extLst>
          </p:cNvPr>
          <p:cNvSpPr/>
          <p:nvPr/>
        </p:nvSpPr>
        <p:spPr>
          <a:xfrm>
            <a:off x="5759616" y="3063696"/>
            <a:ext cx="1080000" cy="440997"/>
          </a:xfrm>
          <a:prstGeom prst="rect">
            <a:avLst/>
          </a:prstGeom>
          <a:solidFill>
            <a:schemeClr val="accent1">
              <a:lumMod val="75000"/>
            </a:schemeClr>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en-US" altLang="zh-CN" b="1" dirty="0">
                <a:solidFill>
                  <a:schemeClr val="bg1"/>
                </a:solidFill>
              </a:rPr>
              <a:t>PRI</a:t>
            </a:r>
            <a:endParaRPr lang="zh-CN" altLang="en-US" b="1" dirty="0">
              <a:solidFill>
                <a:schemeClr val="bg1"/>
              </a:solidFill>
            </a:endParaRPr>
          </a:p>
        </p:txBody>
      </p:sp>
      <p:sp>
        <p:nvSpPr>
          <p:cNvPr id="70" name="矩形 69">
            <a:extLst>
              <a:ext uri="{FF2B5EF4-FFF2-40B4-BE49-F238E27FC236}">
                <a16:creationId xmlns:a16="http://schemas.microsoft.com/office/drawing/2014/main" id="{87E6890E-CFF5-4B31-8D96-9FC1F63C8F09}"/>
              </a:ext>
            </a:extLst>
          </p:cNvPr>
          <p:cNvSpPr/>
          <p:nvPr/>
        </p:nvSpPr>
        <p:spPr>
          <a:xfrm>
            <a:off x="2879616" y="3063696"/>
            <a:ext cx="2880000" cy="440997"/>
          </a:xfrm>
          <a:prstGeom prst="rect">
            <a:avLst/>
          </a:prstGeom>
          <a:solidFill>
            <a:schemeClr val="accent1">
              <a:lumMod val="75000"/>
            </a:schemeClr>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en-US" altLang="zh-CN" b="1" dirty="0">
                <a:solidFill>
                  <a:schemeClr val="bg1"/>
                </a:solidFill>
              </a:rPr>
              <a:t>TPID</a:t>
            </a:r>
            <a:endParaRPr lang="zh-CN" altLang="en-US" b="1" dirty="0">
              <a:solidFill>
                <a:schemeClr val="bg1"/>
              </a:solidFill>
            </a:endParaRPr>
          </a:p>
        </p:txBody>
      </p:sp>
      <p:sp>
        <p:nvSpPr>
          <p:cNvPr id="71" name="矩形 70">
            <a:extLst>
              <a:ext uri="{FF2B5EF4-FFF2-40B4-BE49-F238E27FC236}">
                <a16:creationId xmlns:a16="http://schemas.microsoft.com/office/drawing/2014/main" id="{7F9BFB6C-3389-4E96-A588-2945A6A06C4E}"/>
              </a:ext>
            </a:extLst>
          </p:cNvPr>
          <p:cNvSpPr/>
          <p:nvPr/>
        </p:nvSpPr>
        <p:spPr>
          <a:xfrm>
            <a:off x="7338159" y="3063695"/>
            <a:ext cx="2160000" cy="440997"/>
          </a:xfrm>
          <a:prstGeom prst="rect">
            <a:avLst/>
          </a:prstGeom>
          <a:solidFill>
            <a:schemeClr val="accent1">
              <a:lumMod val="75000"/>
            </a:schemeClr>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en-US" altLang="zh-CN" b="1" dirty="0">
                <a:solidFill>
                  <a:schemeClr val="bg1"/>
                </a:solidFill>
              </a:rPr>
              <a:t>VID</a:t>
            </a:r>
            <a:endParaRPr lang="zh-CN" altLang="en-US" b="1" dirty="0">
              <a:solidFill>
                <a:schemeClr val="bg1"/>
              </a:solidFill>
            </a:endParaRPr>
          </a:p>
        </p:txBody>
      </p:sp>
      <p:cxnSp>
        <p:nvCxnSpPr>
          <p:cNvPr id="72" name="直接连接符 71">
            <a:extLst>
              <a:ext uri="{FF2B5EF4-FFF2-40B4-BE49-F238E27FC236}">
                <a16:creationId xmlns:a16="http://schemas.microsoft.com/office/drawing/2014/main" id="{1ACD5114-5675-44E0-9414-DBDA5F67DDB1}"/>
              </a:ext>
            </a:extLst>
          </p:cNvPr>
          <p:cNvCxnSpPr>
            <a:cxnSpLocks/>
          </p:cNvCxnSpPr>
          <p:nvPr/>
        </p:nvCxnSpPr>
        <p:spPr>
          <a:xfrm>
            <a:off x="2879182" y="2638823"/>
            <a:ext cx="0" cy="424873"/>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73" name="直接连接符 72">
            <a:extLst>
              <a:ext uri="{FF2B5EF4-FFF2-40B4-BE49-F238E27FC236}">
                <a16:creationId xmlns:a16="http://schemas.microsoft.com/office/drawing/2014/main" id="{9C46441A-E9A8-472C-B92B-1CE021E1BB5C}"/>
              </a:ext>
            </a:extLst>
          </p:cNvPr>
          <p:cNvCxnSpPr>
            <a:cxnSpLocks/>
          </p:cNvCxnSpPr>
          <p:nvPr/>
        </p:nvCxnSpPr>
        <p:spPr>
          <a:xfrm>
            <a:off x="5759616" y="2638823"/>
            <a:ext cx="0" cy="424873"/>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74" name="直接连接符 73">
            <a:extLst>
              <a:ext uri="{FF2B5EF4-FFF2-40B4-BE49-F238E27FC236}">
                <a16:creationId xmlns:a16="http://schemas.microsoft.com/office/drawing/2014/main" id="{F0F9A8B8-E8D6-4F85-B06B-6F2C3955E935}"/>
              </a:ext>
            </a:extLst>
          </p:cNvPr>
          <p:cNvCxnSpPr>
            <a:cxnSpLocks/>
          </p:cNvCxnSpPr>
          <p:nvPr/>
        </p:nvCxnSpPr>
        <p:spPr>
          <a:xfrm>
            <a:off x="6839616" y="2638822"/>
            <a:ext cx="0" cy="424873"/>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75" name="直接连接符 74">
            <a:extLst>
              <a:ext uri="{FF2B5EF4-FFF2-40B4-BE49-F238E27FC236}">
                <a16:creationId xmlns:a16="http://schemas.microsoft.com/office/drawing/2014/main" id="{72678385-A7F7-4872-AD2B-B7FF0FE9C5CB}"/>
              </a:ext>
            </a:extLst>
          </p:cNvPr>
          <p:cNvCxnSpPr>
            <a:cxnSpLocks/>
          </p:cNvCxnSpPr>
          <p:nvPr/>
        </p:nvCxnSpPr>
        <p:spPr>
          <a:xfrm>
            <a:off x="7338159" y="2638822"/>
            <a:ext cx="0" cy="424873"/>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76" name="直接连接符 75">
            <a:extLst>
              <a:ext uri="{FF2B5EF4-FFF2-40B4-BE49-F238E27FC236}">
                <a16:creationId xmlns:a16="http://schemas.microsoft.com/office/drawing/2014/main" id="{7CE1930A-6CBE-4B67-8B28-60A17942A560}"/>
              </a:ext>
            </a:extLst>
          </p:cNvPr>
          <p:cNvCxnSpPr>
            <a:cxnSpLocks/>
          </p:cNvCxnSpPr>
          <p:nvPr/>
        </p:nvCxnSpPr>
        <p:spPr>
          <a:xfrm>
            <a:off x="9498159" y="2638821"/>
            <a:ext cx="0" cy="424873"/>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sp>
        <p:nvSpPr>
          <p:cNvPr id="77" name="文本框 76">
            <a:extLst>
              <a:ext uri="{FF2B5EF4-FFF2-40B4-BE49-F238E27FC236}">
                <a16:creationId xmlns:a16="http://schemas.microsoft.com/office/drawing/2014/main" id="{DDBF70D4-C1F2-47B7-99E2-C2274115C748}"/>
              </a:ext>
            </a:extLst>
          </p:cNvPr>
          <p:cNvSpPr txBox="1"/>
          <p:nvPr/>
        </p:nvSpPr>
        <p:spPr>
          <a:xfrm>
            <a:off x="2122896" y="2638090"/>
            <a:ext cx="775192" cy="369332"/>
          </a:xfrm>
          <a:prstGeom prst="rect">
            <a:avLst/>
          </a:prstGeom>
          <a:noFill/>
        </p:spPr>
        <p:txBody>
          <a:bodyPr wrap="square" rtlCol="0">
            <a:spAutoFit/>
          </a:bodyPr>
          <a:lstStyle/>
          <a:p>
            <a:pPr algn="r"/>
            <a:r>
              <a:rPr lang="zh-CN" altLang="en-US" b="1" dirty="0"/>
              <a:t>比特</a:t>
            </a:r>
          </a:p>
        </p:txBody>
      </p:sp>
      <p:cxnSp>
        <p:nvCxnSpPr>
          <p:cNvPr id="78" name="直接箭头连接符 77">
            <a:extLst>
              <a:ext uri="{FF2B5EF4-FFF2-40B4-BE49-F238E27FC236}">
                <a16:creationId xmlns:a16="http://schemas.microsoft.com/office/drawing/2014/main" id="{C550261B-F5B4-452C-B16B-0EAFF5BA6FE9}"/>
              </a:ext>
            </a:extLst>
          </p:cNvPr>
          <p:cNvCxnSpPr>
            <a:cxnSpLocks/>
          </p:cNvCxnSpPr>
          <p:nvPr/>
        </p:nvCxnSpPr>
        <p:spPr>
          <a:xfrm>
            <a:off x="2877446" y="2801282"/>
            <a:ext cx="2882170" cy="0"/>
          </a:xfrm>
          <a:prstGeom prst="straightConnector1">
            <a:avLst/>
          </a:prstGeom>
          <a:ln w="12700">
            <a:solidFill>
              <a:schemeClr val="tx1"/>
            </a:solidFill>
            <a:headEnd type="triangle"/>
            <a:tailEnd type="triangle"/>
          </a:ln>
        </p:spPr>
        <p:style>
          <a:lnRef idx="1">
            <a:schemeClr val="accent1"/>
          </a:lnRef>
          <a:fillRef idx="0">
            <a:schemeClr val="accent1"/>
          </a:fillRef>
          <a:effectRef idx="0">
            <a:schemeClr val="accent1"/>
          </a:effectRef>
          <a:fontRef idx="minor">
            <a:schemeClr val="tx1"/>
          </a:fontRef>
        </p:style>
      </p:cxnSp>
      <p:sp>
        <p:nvSpPr>
          <p:cNvPr id="79" name="文本框 78">
            <a:extLst>
              <a:ext uri="{FF2B5EF4-FFF2-40B4-BE49-F238E27FC236}">
                <a16:creationId xmlns:a16="http://schemas.microsoft.com/office/drawing/2014/main" id="{0AA5D617-0FDA-4D86-BAC7-D782F72F424E}"/>
              </a:ext>
            </a:extLst>
          </p:cNvPr>
          <p:cNvSpPr txBox="1"/>
          <p:nvPr/>
        </p:nvSpPr>
        <p:spPr>
          <a:xfrm>
            <a:off x="4065523" y="2614992"/>
            <a:ext cx="507753" cy="369332"/>
          </a:xfrm>
          <a:prstGeom prst="rect">
            <a:avLst/>
          </a:prstGeom>
          <a:solidFill>
            <a:schemeClr val="bg1"/>
          </a:solidFill>
        </p:spPr>
        <p:txBody>
          <a:bodyPr wrap="square" rtlCol="0">
            <a:spAutoFit/>
          </a:bodyPr>
          <a:lstStyle/>
          <a:p>
            <a:pPr algn="ctr"/>
            <a:r>
              <a:rPr lang="en-US" altLang="zh-CN" b="1" dirty="0"/>
              <a:t>16</a:t>
            </a:r>
            <a:endParaRPr lang="zh-CN" altLang="en-US" b="1" dirty="0"/>
          </a:p>
        </p:txBody>
      </p:sp>
      <p:cxnSp>
        <p:nvCxnSpPr>
          <p:cNvPr id="80" name="直接箭头连接符 79">
            <a:extLst>
              <a:ext uri="{FF2B5EF4-FFF2-40B4-BE49-F238E27FC236}">
                <a16:creationId xmlns:a16="http://schemas.microsoft.com/office/drawing/2014/main" id="{3ADE4D30-7F7C-4D3F-BF0F-6A0F5D9C5916}"/>
              </a:ext>
            </a:extLst>
          </p:cNvPr>
          <p:cNvCxnSpPr>
            <a:cxnSpLocks/>
          </p:cNvCxnSpPr>
          <p:nvPr/>
        </p:nvCxnSpPr>
        <p:spPr>
          <a:xfrm>
            <a:off x="5759616" y="2801282"/>
            <a:ext cx="1079999" cy="0"/>
          </a:xfrm>
          <a:prstGeom prst="straightConnector1">
            <a:avLst/>
          </a:prstGeom>
          <a:ln w="12700">
            <a:solidFill>
              <a:schemeClr val="tx1"/>
            </a:solidFill>
            <a:headEnd type="triangle"/>
            <a:tailEnd type="triangle"/>
          </a:ln>
        </p:spPr>
        <p:style>
          <a:lnRef idx="1">
            <a:schemeClr val="accent1"/>
          </a:lnRef>
          <a:fillRef idx="0">
            <a:schemeClr val="accent1"/>
          </a:fillRef>
          <a:effectRef idx="0">
            <a:schemeClr val="accent1"/>
          </a:effectRef>
          <a:fontRef idx="minor">
            <a:schemeClr val="tx1"/>
          </a:fontRef>
        </p:style>
      </p:cxnSp>
      <p:sp>
        <p:nvSpPr>
          <p:cNvPr id="81" name="文本框 80">
            <a:extLst>
              <a:ext uri="{FF2B5EF4-FFF2-40B4-BE49-F238E27FC236}">
                <a16:creationId xmlns:a16="http://schemas.microsoft.com/office/drawing/2014/main" id="{46628825-CE75-462D-BC32-FD650E4097A8}"/>
              </a:ext>
            </a:extLst>
          </p:cNvPr>
          <p:cNvSpPr txBox="1"/>
          <p:nvPr/>
        </p:nvSpPr>
        <p:spPr>
          <a:xfrm>
            <a:off x="6208258" y="2614992"/>
            <a:ext cx="188663" cy="369332"/>
          </a:xfrm>
          <a:prstGeom prst="rect">
            <a:avLst/>
          </a:prstGeom>
          <a:solidFill>
            <a:schemeClr val="bg1"/>
          </a:solidFill>
        </p:spPr>
        <p:txBody>
          <a:bodyPr wrap="square" rtlCol="0">
            <a:spAutoFit/>
          </a:bodyPr>
          <a:lstStyle/>
          <a:p>
            <a:pPr algn="ctr"/>
            <a:r>
              <a:rPr lang="en-US" altLang="zh-CN" b="1" dirty="0"/>
              <a:t>3</a:t>
            </a:r>
            <a:endParaRPr lang="zh-CN" altLang="en-US" b="1" dirty="0"/>
          </a:p>
        </p:txBody>
      </p:sp>
      <p:cxnSp>
        <p:nvCxnSpPr>
          <p:cNvPr id="82" name="直接箭头连接符 81">
            <a:extLst>
              <a:ext uri="{FF2B5EF4-FFF2-40B4-BE49-F238E27FC236}">
                <a16:creationId xmlns:a16="http://schemas.microsoft.com/office/drawing/2014/main" id="{A85FA5E2-C506-4E04-94A8-2837A133F4C1}"/>
              </a:ext>
            </a:extLst>
          </p:cNvPr>
          <p:cNvCxnSpPr>
            <a:cxnSpLocks/>
          </p:cNvCxnSpPr>
          <p:nvPr/>
        </p:nvCxnSpPr>
        <p:spPr>
          <a:xfrm>
            <a:off x="6830379" y="2805179"/>
            <a:ext cx="509993" cy="0"/>
          </a:xfrm>
          <a:prstGeom prst="straightConnector1">
            <a:avLst/>
          </a:prstGeom>
          <a:ln w="12700">
            <a:solidFill>
              <a:schemeClr val="tx1"/>
            </a:solidFill>
            <a:headEnd type="triangle"/>
            <a:tailEnd type="triangle"/>
          </a:ln>
        </p:spPr>
        <p:style>
          <a:lnRef idx="1">
            <a:schemeClr val="accent1"/>
          </a:lnRef>
          <a:fillRef idx="0">
            <a:schemeClr val="accent1"/>
          </a:fillRef>
          <a:effectRef idx="0">
            <a:schemeClr val="accent1"/>
          </a:effectRef>
          <a:fontRef idx="minor">
            <a:schemeClr val="tx1"/>
          </a:fontRef>
        </p:style>
      </p:cxnSp>
      <p:sp>
        <p:nvSpPr>
          <p:cNvPr id="83" name="文本框 82">
            <a:extLst>
              <a:ext uri="{FF2B5EF4-FFF2-40B4-BE49-F238E27FC236}">
                <a16:creationId xmlns:a16="http://schemas.microsoft.com/office/drawing/2014/main" id="{A0A379F8-04BE-4F71-B514-87B5FF8EAD54}"/>
              </a:ext>
            </a:extLst>
          </p:cNvPr>
          <p:cNvSpPr txBox="1"/>
          <p:nvPr/>
        </p:nvSpPr>
        <p:spPr>
          <a:xfrm>
            <a:off x="6988523" y="2614992"/>
            <a:ext cx="188663" cy="369332"/>
          </a:xfrm>
          <a:prstGeom prst="rect">
            <a:avLst/>
          </a:prstGeom>
          <a:solidFill>
            <a:schemeClr val="bg1"/>
          </a:solidFill>
        </p:spPr>
        <p:txBody>
          <a:bodyPr wrap="square" rtlCol="0">
            <a:spAutoFit/>
          </a:bodyPr>
          <a:lstStyle/>
          <a:p>
            <a:pPr algn="ctr"/>
            <a:r>
              <a:rPr lang="en-US" altLang="zh-CN" b="1" dirty="0"/>
              <a:t>1</a:t>
            </a:r>
            <a:endParaRPr lang="zh-CN" altLang="en-US" b="1" dirty="0"/>
          </a:p>
        </p:txBody>
      </p:sp>
      <p:cxnSp>
        <p:nvCxnSpPr>
          <p:cNvPr id="84" name="直接箭头连接符 83">
            <a:extLst>
              <a:ext uri="{FF2B5EF4-FFF2-40B4-BE49-F238E27FC236}">
                <a16:creationId xmlns:a16="http://schemas.microsoft.com/office/drawing/2014/main" id="{FAFF39E0-92B7-4CB5-B64B-919A88F0EA99}"/>
              </a:ext>
            </a:extLst>
          </p:cNvPr>
          <p:cNvCxnSpPr>
            <a:cxnSpLocks/>
          </p:cNvCxnSpPr>
          <p:nvPr/>
        </p:nvCxnSpPr>
        <p:spPr>
          <a:xfrm>
            <a:off x="7340372" y="2801282"/>
            <a:ext cx="2170547" cy="0"/>
          </a:xfrm>
          <a:prstGeom prst="straightConnector1">
            <a:avLst/>
          </a:prstGeom>
          <a:ln w="12700">
            <a:solidFill>
              <a:schemeClr val="tx1"/>
            </a:solidFill>
            <a:headEnd type="triangle"/>
            <a:tailEnd type="triangle"/>
          </a:ln>
        </p:spPr>
        <p:style>
          <a:lnRef idx="1">
            <a:schemeClr val="accent1"/>
          </a:lnRef>
          <a:fillRef idx="0">
            <a:schemeClr val="accent1"/>
          </a:fillRef>
          <a:effectRef idx="0">
            <a:schemeClr val="accent1"/>
          </a:effectRef>
          <a:fontRef idx="minor">
            <a:schemeClr val="tx1"/>
          </a:fontRef>
        </p:style>
      </p:cxnSp>
      <p:sp>
        <p:nvSpPr>
          <p:cNvPr id="85" name="文本框 84">
            <a:extLst>
              <a:ext uri="{FF2B5EF4-FFF2-40B4-BE49-F238E27FC236}">
                <a16:creationId xmlns:a16="http://schemas.microsoft.com/office/drawing/2014/main" id="{AD5D882B-F1DE-4196-A27F-7563181DA948}"/>
              </a:ext>
            </a:extLst>
          </p:cNvPr>
          <p:cNvSpPr txBox="1"/>
          <p:nvPr/>
        </p:nvSpPr>
        <p:spPr>
          <a:xfrm>
            <a:off x="8093034" y="2614992"/>
            <a:ext cx="486913" cy="369332"/>
          </a:xfrm>
          <a:prstGeom prst="rect">
            <a:avLst/>
          </a:prstGeom>
          <a:solidFill>
            <a:schemeClr val="bg1"/>
          </a:solidFill>
        </p:spPr>
        <p:txBody>
          <a:bodyPr wrap="square" rtlCol="0">
            <a:spAutoFit/>
          </a:bodyPr>
          <a:lstStyle/>
          <a:p>
            <a:pPr algn="ctr"/>
            <a:r>
              <a:rPr lang="en-US" altLang="zh-CN" b="1" dirty="0"/>
              <a:t>12</a:t>
            </a:r>
            <a:endParaRPr lang="zh-CN" altLang="en-US" b="1" dirty="0"/>
          </a:p>
        </p:txBody>
      </p:sp>
      <p:cxnSp>
        <p:nvCxnSpPr>
          <p:cNvPr id="86" name="直接连接符 85">
            <a:extLst>
              <a:ext uri="{FF2B5EF4-FFF2-40B4-BE49-F238E27FC236}">
                <a16:creationId xmlns:a16="http://schemas.microsoft.com/office/drawing/2014/main" id="{797CF9FE-D6FD-4971-BDC9-F127CAF3C1E1}"/>
              </a:ext>
            </a:extLst>
          </p:cNvPr>
          <p:cNvCxnSpPr>
            <a:cxnSpLocks/>
          </p:cNvCxnSpPr>
          <p:nvPr/>
        </p:nvCxnSpPr>
        <p:spPr>
          <a:xfrm flipH="1">
            <a:off x="2898088" y="2121849"/>
            <a:ext cx="2439935" cy="516241"/>
          </a:xfrm>
          <a:prstGeom prst="line">
            <a:avLst/>
          </a:prstGeom>
          <a:ln w="12700">
            <a:solidFill>
              <a:schemeClr val="tx1"/>
            </a:solidFill>
            <a:prstDash val="dash"/>
          </a:ln>
        </p:spPr>
        <p:style>
          <a:lnRef idx="1">
            <a:schemeClr val="accent1"/>
          </a:lnRef>
          <a:fillRef idx="0">
            <a:schemeClr val="accent1"/>
          </a:fillRef>
          <a:effectRef idx="0">
            <a:schemeClr val="accent1"/>
          </a:effectRef>
          <a:fontRef idx="minor">
            <a:schemeClr val="tx1"/>
          </a:fontRef>
        </p:style>
      </p:cxnSp>
      <p:cxnSp>
        <p:nvCxnSpPr>
          <p:cNvPr id="87" name="直接连接符 86">
            <a:extLst>
              <a:ext uri="{FF2B5EF4-FFF2-40B4-BE49-F238E27FC236}">
                <a16:creationId xmlns:a16="http://schemas.microsoft.com/office/drawing/2014/main" id="{48FD8CB4-8FC2-49D3-9429-9185581510B7}"/>
              </a:ext>
            </a:extLst>
          </p:cNvPr>
          <p:cNvCxnSpPr>
            <a:cxnSpLocks/>
          </p:cNvCxnSpPr>
          <p:nvPr/>
        </p:nvCxnSpPr>
        <p:spPr>
          <a:xfrm>
            <a:off x="6454823" y="2121849"/>
            <a:ext cx="3056096" cy="516241"/>
          </a:xfrm>
          <a:prstGeom prst="line">
            <a:avLst/>
          </a:prstGeom>
          <a:ln w="12700">
            <a:solidFill>
              <a:schemeClr val="tx1"/>
            </a:solidFill>
            <a:prstDash val="dash"/>
          </a:ln>
        </p:spPr>
        <p:style>
          <a:lnRef idx="1">
            <a:schemeClr val="accent1"/>
          </a:lnRef>
          <a:fillRef idx="0">
            <a:schemeClr val="accent1"/>
          </a:fillRef>
          <a:effectRef idx="0">
            <a:schemeClr val="accent1"/>
          </a:effectRef>
          <a:fontRef idx="minor">
            <a:schemeClr val="tx1"/>
          </a:fontRef>
        </p:style>
      </p:cxnSp>
      <p:sp>
        <p:nvSpPr>
          <p:cNvPr id="88" name="íşlïḍè">
            <a:extLst>
              <a:ext uri="{FF2B5EF4-FFF2-40B4-BE49-F238E27FC236}">
                <a16:creationId xmlns:a16="http://schemas.microsoft.com/office/drawing/2014/main" id="{057214CF-FF90-4382-83A3-15EA4BF67D34}"/>
              </a:ext>
            </a:extLst>
          </p:cNvPr>
          <p:cNvSpPr txBox="1"/>
          <p:nvPr/>
        </p:nvSpPr>
        <p:spPr>
          <a:xfrm>
            <a:off x="813182" y="3640346"/>
            <a:ext cx="11061258" cy="430004"/>
          </a:xfrm>
          <a:prstGeom prst="rect">
            <a:avLst/>
          </a:prstGeom>
          <a:noFill/>
        </p:spPr>
        <p:txBody>
          <a:bodyPr wrap="square" lIns="91440" tIns="45720" rIns="91440" bIns="45720" anchor="ctr">
            <a:noAutofit/>
          </a:bodyPr>
          <a:lstStyle/>
          <a:p>
            <a:r>
              <a:rPr lang="zh-CN" altLang="en-US" b="1" dirty="0">
                <a:solidFill>
                  <a:schemeClr val="accent1">
                    <a:lumMod val="75000"/>
                  </a:schemeClr>
                </a:solidFill>
                <a:latin typeface="Arial Narrow" panose="020B0606020202030204" pitchFamily="34" charset="0"/>
              </a:rPr>
              <a:t>虚拟局域网标识符</a:t>
            </a:r>
            <a:r>
              <a:rPr lang="en-US" altLang="zh-CN" b="1" dirty="0">
                <a:solidFill>
                  <a:schemeClr val="accent1">
                    <a:lumMod val="75000"/>
                  </a:schemeClr>
                </a:solidFill>
                <a:latin typeface="Arial Narrow" panose="020B0606020202030204" pitchFamily="34" charset="0"/>
              </a:rPr>
              <a:t>VID</a:t>
            </a:r>
            <a:r>
              <a:rPr lang="zh-CN" altLang="en-US" b="1" dirty="0">
                <a:latin typeface="Arial Narrow" panose="020B0606020202030204" pitchFamily="34" charset="0"/>
              </a:rPr>
              <a:t>：长度为</a:t>
            </a:r>
            <a:r>
              <a:rPr lang="en-US" altLang="zh-CN" b="1" dirty="0">
                <a:latin typeface="Arial Narrow" panose="020B0606020202030204" pitchFamily="34" charset="0"/>
              </a:rPr>
              <a:t>12</a:t>
            </a:r>
            <a:r>
              <a:rPr lang="zh-CN" altLang="en-US" b="1" dirty="0">
                <a:latin typeface="Arial Narrow" panose="020B0606020202030204" pitchFamily="34" charset="0"/>
              </a:rPr>
              <a:t>比特，取值范围是</a:t>
            </a:r>
            <a:r>
              <a:rPr lang="en-US" altLang="zh-CN" b="1" dirty="0">
                <a:latin typeface="Arial Narrow" panose="020B0606020202030204" pitchFamily="34" charset="0"/>
              </a:rPr>
              <a:t>0~4095</a:t>
            </a:r>
            <a:r>
              <a:rPr lang="zh-CN" altLang="en-US" b="1" dirty="0">
                <a:latin typeface="Arial Narrow" panose="020B0606020202030204" pitchFamily="34" charset="0"/>
              </a:rPr>
              <a:t>，其中</a:t>
            </a:r>
            <a:r>
              <a:rPr lang="en-US" altLang="zh-CN" b="1" dirty="0">
                <a:latin typeface="Arial Narrow" panose="020B0606020202030204" pitchFamily="34" charset="0"/>
              </a:rPr>
              <a:t>0</a:t>
            </a:r>
            <a:r>
              <a:rPr lang="zh-CN" altLang="en-US" b="1" dirty="0">
                <a:latin typeface="Arial Narrow" panose="020B0606020202030204" pitchFamily="34" charset="0"/>
              </a:rPr>
              <a:t>和</a:t>
            </a:r>
            <a:r>
              <a:rPr lang="en-US" altLang="zh-CN" b="1" dirty="0">
                <a:latin typeface="Arial Narrow" panose="020B0606020202030204" pitchFamily="34" charset="0"/>
              </a:rPr>
              <a:t>4095</a:t>
            </a:r>
            <a:r>
              <a:rPr lang="zh-CN" altLang="en-US" b="1" dirty="0">
                <a:latin typeface="Arial Narrow" panose="020B0606020202030204" pitchFamily="34" charset="0"/>
              </a:rPr>
              <a:t>保留不使用。</a:t>
            </a:r>
          </a:p>
        </p:txBody>
      </p:sp>
      <p:sp>
        <p:nvSpPr>
          <p:cNvPr id="56" name="íşlïḍè">
            <a:extLst>
              <a:ext uri="{FF2B5EF4-FFF2-40B4-BE49-F238E27FC236}">
                <a16:creationId xmlns:a16="http://schemas.microsoft.com/office/drawing/2014/main" id="{3A6B9905-435F-4BAE-94E6-6C68CFF50433}"/>
              </a:ext>
            </a:extLst>
          </p:cNvPr>
          <p:cNvSpPr txBox="1"/>
          <p:nvPr/>
        </p:nvSpPr>
        <p:spPr>
          <a:xfrm>
            <a:off x="3191831" y="3974778"/>
            <a:ext cx="8692778" cy="883150"/>
          </a:xfrm>
          <a:prstGeom prst="rect">
            <a:avLst/>
          </a:prstGeom>
          <a:noFill/>
        </p:spPr>
        <p:txBody>
          <a:bodyPr wrap="square" lIns="91440" tIns="45720" rIns="91440" bIns="45720" anchor="ctr">
            <a:noAutofit/>
          </a:bodyPr>
          <a:lstStyle/>
          <a:p>
            <a:pPr>
              <a:lnSpc>
                <a:spcPct val="150000"/>
              </a:lnSpc>
            </a:pPr>
            <a:r>
              <a:rPr lang="en-US" altLang="zh-CN" b="1" dirty="0">
                <a:latin typeface="Arial Narrow" panose="020B0606020202030204" pitchFamily="34" charset="0"/>
              </a:rPr>
              <a:t>VID</a:t>
            </a:r>
            <a:r>
              <a:rPr lang="zh-CN" altLang="en-US" b="1" dirty="0">
                <a:latin typeface="Arial Narrow" panose="020B0606020202030204" pitchFamily="34" charset="0"/>
              </a:rPr>
              <a:t>是</a:t>
            </a:r>
            <a:r>
              <a:rPr lang="en-US" altLang="zh-CN" b="1" dirty="0">
                <a:solidFill>
                  <a:schemeClr val="accent1">
                    <a:lumMod val="75000"/>
                  </a:schemeClr>
                </a:solidFill>
                <a:latin typeface="Arial Narrow" panose="020B0606020202030204" pitchFamily="34" charset="0"/>
              </a:rPr>
              <a:t>802.1Q</a:t>
            </a:r>
            <a:r>
              <a:rPr lang="zh-CN" altLang="en-US" b="1" dirty="0">
                <a:solidFill>
                  <a:schemeClr val="accent1">
                    <a:lumMod val="75000"/>
                  </a:schemeClr>
                </a:solidFill>
                <a:latin typeface="Arial Narrow" panose="020B0606020202030204" pitchFamily="34" charset="0"/>
              </a:rPr>
              <a:t>帧所属</a:t>
            </a:r>
            <a:r>
              <a:rPr lang="en-US" altLang="zh-CN" b="1" dirty="0">
                <a:solidFill>
                  <a:schemeClr val="accent1">
                    <a:lumMod val="75000"/>
                  </a:schemeClr>
                </a:solidFill>
                <a:latin typeface="Arial Narrow" panose="020B0606020202030204" pitchFamily="34" charset="0"/>
              </a:rPr>
              <a:t>VLAN</a:t>
            </a:r>
            <a:r>
              <a:rPr lang="zh-CN" altLang="en-US" b="1" dirty="0">
                <a:solidFill>
                  <a:schemeClr val="accent1">
                    <a:lumMod val="75000"/>
                  </a:schemeClr>
                </a:solidFill>
                <a:latin typeface="Arial Narrow" panose="020B0606020202030204" pitchFamily="34" charset="0"/>
              </a:rPr>
              <a:t>的编号</a:t>
            </a:r>
            <a:r>
              <a:rPr lang="zh-CN" altLang="en-US" b="1" dirty="0">
                <a:latin typeface="Arial Narrow" panose="020B0606020202030204" pitchFamily="34" charset="0"/>
              </a:rPr>
              <a:t>，设备利用</a:t>
            </a:r>
            <a:r>
              <a:rPr lang="en-US" altLang="zh-CN" b="1" dirty="0">
                <a:latin typeface="Arial Narrow" panose="020B0606020202030204" pitchFamily="34" charset="0"/>
              </a:rPr>
              <a:t>VID</a:t>
            </a:r>
            <a:r>
              <a:rPr lang="zh-CN" altLang="en-US" b="1" dirty="0">
                <a:latin typeface="Arial Narrow" panose="020B0606020202030204" pitchFamily="34" charset="0"/>
              </a:rPr>
              <a:t>来识别帧所属的</a:t>
            </a:r>
            <a:r>
              <a:rPr lang="en-US" altLang="zh-CN" b="1" dirty="0">
                <a:latin typeface="Arial Narrow" panose="020B0606020202030204" pitchFamily="34" charset="0"/>
              </a:rPr>
              <a:t>VLAN</a:t>
            </a:r>
            <a:r>
              <a:rPr lang="zh-CN" altLang="en-US" b="1" dirty="0">
                <a:latin typeface="Arial Narrow" panose="020B0606020202030204" pitchFamily="34" charset="0"/>
              </a:rPr>
              <a:t>。</a:t>
            </a:r>
            <a:endParaRPr lang="en-US" altLang="zh-CN" b="1" dirty="0">
              <a:latin typeface="Arial Narrow" panose="020B0606020202030204" pitchFamily="34" charset="0"/>
            </a:endParaRPr>
          </a:p>
          <a:p>
            <a:pPr>
              <a:lnSpc>
                <a:spcPct val="150000"/>
              </a:lnSpc>
            </a:pPr>
            <a:r>
              <a:rPr lang="zh-CN" altLang="en-US" b="1" dirty="0">
                <a:latin typeface="Arial Narrow" panose="020B0606020202030204" pitchFamily="34" charset="0"/>
              </a:rPr>
              <a:t>广播帧只在同一</a:t>
            </a:r>
            <a:r>
              <a:rPr lang="en-US" altLang="zh-CN" b="1" dirty="0">
                <a:latin typeface="Arial Narrow" panose="020B0606020202030204" pitchFamily="34" charset="0"/>
              </a:rPr>
              <a:t>VLAN</a:t>
            </a:r>
            <a:r>
              <a:rPr lang="zh-CN" altLang="en-US" b="1" dirty="0">
                <a:latin typeface="Arial Narrow" panose="020B0606020202030204" pitchFamily="34" charset="0"/>
              </a:rPr>
              <a:t>内转发，这样就将</a:t>
            </a:r>
            <a:r>
              <a:rPr lang="zh-CN" altLang="en-US" b="1" dirty="0">
                <a:solidFill>
                  <a:schemeClr val="accent1">
                    <a:lumMod val="75000"/>
                  </a:schemeClr>
                </a:solidFill>
                <a:latin typeface="Arial Narrow" panose="020B0606020202030204" pitchFamily="34" charset="0"/>
              </a:rPr>
              <a:t>广播域限制在了一个</a:t>
            </a:r>
            <a:r>
              <a:rPr lang="en-US" altLang="zh-CN" b="1" dirty="0">
                <a:solidFill>
                  <a:schemeClr val="accent1">
                    <a:lumMod val="75000"/>
                  </a:schemeClr>
                </a:solidFill>
                <a:latin typeface="Arial Narrow" panose="020B0606020202030204" pitchFamily="34" charset="0"/>
              </a:rPr>
              <a:t>VLAN</a:t>
            </a:r>
            <a:r>
              <a:rPr lang="zh-CN" altLang="en-US" b="1" dirty="0">
                <a:solidFill>
                  <a:schemeClr val="accent1">
                    <a:lumMod val="75000"/>
                  </a:schemeClr>
                </a:solidFill>
                <a:latin typeface="Arial Narrow" panose="020B0606020202030204" pitchFamily="34" charset="0"/>
              </a:rPr>
              <a:t>内</a:t>
            </a:r>
            <a:r>
              <a:rPr lang="zh-CN" altLang="en-US" b="1" dirty="0">
                <a:latin typeface="Arial Narrow" panose="020B0606020202030204" pitchFamily="34" charset="0"/>
              </a:rPr>
              <a:t>。</a:t>
            </a:r>
          </a:p>
        </p:txBody>
      </p:sp>
      <p:sp>
        <p:nvSpPr>
          <p:cNvPr id="57" name="平行四边形 56">
            <a:extLst>
              <a:ext uri="{FF2B5EF4-FFF2-40B4-BE49-F238E27FC236}">
                <a16:creationId xmlns:a16="http://schemas.microsoft.com/office/drawing/2014/main" id="{DA8A3A52-0320-4540-755F-BA8AA408554C}"/>
              </a:ext>
            </a:extLst>
          </p:cNvPr>
          <p:cNvSpPr/>
          <p:nvPr/>
        </p:nvSpPr>
        <p:spPr>
          <a:xfrm>
            <a:off x="304799" y="749300"/>
            <a:ext cx="678493" cy="387090"/>
          </a:xfrm>
          <a:prstGeom prst="parallelogram">
            <a:avLst/>
          </a:prstGeom>
          <a:solidFill>
            <a:schemeClr val="accent3">
              <a:lumMod val="75000"/>
            </a:schemeClr>
          </a:solidFill>
          <a:ln>
            <a:solidFill>
              <a:schemeClr val="accent3">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CN" sz="2200" dirty="0">
                <a:latin typeface="Impact" panose="020B0806030902050204" pitchFamily="34" charset="0"/>
              </a:rPr>
              <a:t>03</a:t>
            </a:r>
            <a:endParaRPr lang="zh-CN" altLang="en-US" sz="2200" dirty="0">
              <a:latin typeface="Impact" panose="020B0806030902050204" pitchFamily="34" charset="0"/>
            </a:endParaRPr>
          </a:p>
        </p:txBody>
      </p:sp>
    </p:spTree>
    <p:custDataLst>
      <p:tags r:id="rId1"/>
    </p:custDataLst>
    <p:extLst>
      <p:ext uri="{BB962C8B-B14F-4D97-AF65-F5344CB8AC3E}">
        <p14:creationId xmlns:p14="http://schemas.microsoft.com/office/powerpoint/2010/main" val="2881082764"/>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42" presetClass="entr" presetSubtype="0" fill="hold" grpId="0" nodeType="withEffect">
                                  <p:stCondLst>
                                    <p:cond delay="0"/>
                                  </p:stCondLst>
                                  <p:childTnLst>
                                    <p:set>
                                      <p:cBhvr>
                                        <p:cTn id="6" dur="1" fill="hold">
                                          <p:stCondLst>
                                            <p:cond delay="0"/>
                                          </p:stCondLst>
                                        </p:cTn>
                                        <p:tgtEl>
                                          <p:spTgt spid="88"/>
                                        </p:tgtEl>
                                        <p:attrNameLst>
                                          <p:attrName>style.visibility</p:attrName>
                                        </p:attrNameLst>
                                      </p:cBhvr>
                                      <p:to>
                                        <p:strVal val="visible"/>
                                      </p:to>
                                    </p:set>
                                    <p:animEffect transition="in" filter="fade">
                                      <p:cBhvr>
                                        <p:cTn id="7" dur="1000"/>
                                        <p:tgtEl>
                                          <p:spTgt spid="88"/>
                                        </p:tgtEl>
                                      </p:cBhvr>
                                    </p:animEffect>
                                    <p:anim calcmode="lin" valueType="num">
                                      <p:cBhvr>
                                        <p:cTn id="8" dur="1000" fill="hold"/>
                                        <p:tgtEl>
                                          <p:spTgt spid="88"/>
                                        </p:tgtEl>
                                        <p:attrNameLst>
                                          <p:attrName>ppt_x</p:attrName>
                                        </p:attrNameLst>
                                      </p:cBhvr>
                                      <p:tavLst>
                                        <p:tav tm="0">
                                          <p:val>
                                            <p:strVal val="#ppt_x"/>
                                          </p:val>
                                        </p:tav>
                                        <p:tav tm="100000">
                                          <p:val>
                                            <p:strVal val="#ppt_x"/>
                                          </p:val>
                                        </p:tav>
                                      </p:tavLst>
                                    </p:anim>
                                    <p:anim calcmode="lin" valueType="num">
                                      <p:cBhvr>
                                        <p:cTn id="9" dur="1000" fill="hold"/>
                                        <p:tgtEl>
                                          <p:spTgt spid="88"/>
                                        </p:tgtEl>
                                        <p:attrNameLst>
                                          <p:attrName>ppt_y</p:attrName>
                                        </p:attrNameLst>
                                      </p:cBhvr>
                                      <p:tavLst>
                                        <p:tav tm="0">
                                          <p:val>
                                            <p:strVal val="#ppt_y+.1"/>
                                          </p:val>
                                        </p:tav>
                                        <p:tav tm="100000">
                                          <p:val>
                                            <p:strVal val="#ppt_y"/>
                                          </p:val>
                                        </p:tav>
                                      </p:tavLst>
                                    </p:anim>
                                  </p:childTnLst>
                                </p:cTn>
                              </p:par>
                            </p:childTnLst>
                          </p:cTn>
                        </p:par>
                        <p:par>
                          <p:cTn id="10" fill="hold">
                            <p:stCondLst>
                              <p:cond delay="1000"/>
                            </p:stCondLst>
                            <p:childTnLst>
                              <p:par>
                                <p:cTn id="11" presetID="1" presetClass="entr" presetSubtype="0" fill="hold" grpId="0" nodeType="afterEffect">
                                  <p:stCondLst>
                                    <p:cond delay="0"/>
                                  </p:stCondLst>
                                  <p:iterate type="lt">
                                    <p:tmAbs val="100"/>
                                  </p:iterate>
                                  <p:childTnLst>
                                    <p:set>
                                      <p:cBhvr>
                                        <p:cTn id="12" dur="1" fill="hold">
                                          <p:stCondLst>
                                            <p:cond delay="0"/>
                                          </p:stCondLst>
                                        </p:cTn>
                                        <p:tgtEl>
                                          <p:spTgt spid="56"/>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88" grpId="0"/>
      <p:bldP spid="56" grpId="0"/>
    </p:bldLst>
  </p:timing>
</p:sld>
</file>

<file path=ppt/slides/slide48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4" name="组合 3">
            <a:extLst>
              <a:ext uri="{FF2B5EF4-FFF2-40B4-BE49-F238E27FC236}">
                <a16:creationId xmlns:a16="http://schemas.microsoft.com/office/drawing/2014/main" id="{9A1EA9F2-FCB6-48C3-935F-7AE7E3AD14AC}"/>
              </a:ext>
            </a:extLst>
          </p:cNvPr>
          <p:cNvGrpSpPr/>
          <p:nvPr/>
        </p:nvGrpSpPr>
        <p:grpSpPr>
          <a:xfrm>
            <a:off x="304800" y="749300"/>
            <a:ext cx="4938199" cy="400110"/>
            <a:chOff x="424117" y="898245"/>
            <a:chExt cx="4938199" cy="400110"/>
          </a:xfrm>
        </p:grpSpPr>
        <p:sp>
          <p:nvSpPr>
            <p:cNvPr id="2" name="平行四边形 1">
              <a:extLst>
                <a:ext uri="{FF2B5EF4-FFF2-40B4-BE49-F238E27FC236}">
                  <a16:creationId xmlns:a16="http://schemas.microsoft.com/office/drawing/2014/main" id="{1F5BAA3F-9845-4F89-A2DD-8222D3E4EDAC}"/>
                </a:ext>
              </a:extLst>
            </p:cNvPr>
            <p:cNvSpPr/>
            <p:nvPr/>
          </p:nvSpPr>
          <p:spPr>
            <a:xfrm>
              <a:off x="424117" y="898245"/>
              <a:ext cx="628306" cy="387090"/>
            </a:xfrm>
            <a:prstGeom prst="parallelogram">
              <a:avLst/>
            </a:prstGeom>
            <a:solidFill>
              <a:schemeClr val="accent3">
                <a:lumMod val="75000"/>
              </a:schemeClr>
            </a:solidFill>
            <a:ln>
              <a:solidFill>
                <a:schemeClr val="accent3">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CN" sz="2200" dirty="0">
                  <a:latin typeface="Impact" panose="020B0806030902050204" pitchFamily="34" charset="0"/>
                </a:rPr>
                <a:t>01</a:t>
              </a:r>
              <a:endParaRPr lang="zh-CN" altLang="en-US" sz="2200" dirty="0">
                <a:latin typeface="Impact" panose="020B0806030902050204" pitchFamily="34" charset="0"/>
              </a:endParaRPr>
            </a:p>
          </p:txBody>
        </p:sp>
        <p:sp>
          <p:nvSpPr>
            <p:cNvPr id="3" name="文本框 2">
              <a:extLst>
                <a:ext uri="{FF2B5EF4-FFF2-40B4-BE49-F238E27FC236}">
                  <a16:creationId xmlns:a16="http://schemas.microsoft.com/office/drawing/2014/main" id="{4D6BD736-A4D3-4F26-AFED-36E11F50F70B}"/>
                </a:ext>
              </a:extLst>
            </p:cNvPr>
            <p:cNvSpPr txBox="1"/>
            <p:nvPr/>
          </p:nvSpPr>
          <p:spPr>
            <a:xfrm>
              <a:off x="1052423" y="898245"/>
              <a:ext cx="4309893" cy="400110"/>
            </a:xfrm>
            <a:prstGeom prst="rect">
              <a:avLst/>
            </a:prstGeom>
            <a:noFill/>
          </p:spPr>
          <p:txBody>
            <a:bodyPr wrap="square" rtlCol="0">
              <a:spAutoFit/>
            </a:bodyPr>
            <a:lstStyle/>
            <a:p>
              <a:r>
                <a:rPr lang="zh-CN" altLang="en-US" sz="2000" b="1" dirty="0">
                  <a:solidFill>
                    <a:schemeClr val="tx1"/>
                  </a:solidFill>
                  <a:latin typeface="Arial Narrow" panose="020B0606020202030204" pitchFamily="34" charset="0"/>
                </a:rPr>
                <a:t>虚拟局域网</a:t>
              </a:r>
              <a:r>
                <a:rPr lang="en-US" altLang="zh-CN" sz="2000" b="1" dirty="0">
                  <a:solidFill>
                    <a:schemeClr val="tx1"/>
                  </a:solidFill>
                  <a:latin typeface="Arial Narrow" panose="020B0606020202030204" pitchFamily="34" charset="0"/>
                </a:rPr>
                <a:t>VLAN</a:t>
              </a:r>
              <a:r>
                <a:rPr lang="zh-CN" altLang="en-US" sz="2000" b="1" dirty="0">
                  <a:solidFill>
                    <a:schemeClr val="tx1"/>
                  </a:solidFill>
                  <a:latin typeface="Arial Narrow" panose="020B0606020202030204" pitchFamily="34" charset="0"/>
                </a:rPr>
                <a:t>的</a:t>
              </a:r>
              <a:r>
                <a:rPr lang="zh-CN" altLang="en-US" sz="2000" b="1" dirty="0">
                  <a:latin typeface="Arial Narrow" panose="020B0606020202030204" pitchFamily="34" charset="0"/>
                </a:rPr>
                <a:t>实现机制</a:t>
              </a:r>
              <a:endParaRPr lang="en-US" altLang="zh-CN" sz="2000" b="1" dirty="0">
                <a:solidFill>
                  <a:schemeClr val="tx1"/>
                </a:solidFill>
                <a:latin typeface="Arial Narrow" panose="020B0606020202030204" pitchFamily="34" charset="0"/>
              </a:endParaRPr>
            </a:p>
          </p:txBody>
        </p:sp>
      </p:grpSp>
      <p:sp>
        <p:nvSpPr>
          <p:cNvPr id="9" name="文本框 8">
            <a:extLst>
              <a:ext uri="{FF2B5EF4-FFF2-40B4-BE49-F238E27FC236}">
                <a16:creationId xmlns:a16="http://schemas.microsoft.com/office/drawing/2014/main" id="{7E01F55D-5303-4639-8DD9-B3123C1AE516}"/>
              </a:ext>
            </a:extLst>
          </p:cNvPr>
          <p:cNvSpPr txBox="1"/>
          <p:nvPr/>
        </p:nvSpPr>
        <p:spPr>
          <a:xfrm>
            <a:off x="4141958" y="742690"/>
            <a:ext cx="2354092" cy="400110"/>
          </a:xfrm>
          <a:prstGeom prst="rect">
            <a:avLst/>
          </a:prstGeom>
          <a:noFill/>
        </p:spPr>
        <p:txBody>
          <a:bodyPr wrap="square" rtlCol="0">
            <a:spAutoFit/>
          </a:bodyPr>
          <a:lstStyle/>
          <a:p>
            <a:r>
              <a:rPr lang="en-US" altLang="zh-CN" sz="2000" b="1" dirty="0">
                <a:solidFill>
                  <a:schemeClr val="accent3">
                    <a:lumMod val="75000"/>
                  </a:schemeClr>
                </a:solidFill>
                <a:latin typeface="Arial Narrow" panose="020B0606020202030204" pitchFamily="34" charset="0"/>
              </a:rPr>
              <a:t>——  IEEE 802.1Q</a:t>
            </a:r>
            <a:r>
              <a:rPr lang="zh-CN" altLang="en-US" sz="2000" b="1" dirty="0">
                <a:solidFill>
                  <a:schemeClr val="accent3">
                    <a:lumMod val="75000"/>
                  </a:schemeClr>
                </a:solidFill>
                <a:latin typeface="Arial Narrow" panose="020B0606020202030204" pitchFamily="34" charset="0"/>
              </a:rPr>
              <a:t>帧</a:t>
            </a:r>
            <a:endParaRPr lang="en-US" altLang="zh-CN" sz="2000" b="1" dirty="0">
              <a:solidFill>
                <a:schemeClr val="accent3">
                  <a:lumMod val="75000"/>
                </a:schemeClr>
              </a:solidFill>
              <a:latin typeface="Arial Narrow" panose="020B0606020202030204" pitchFamily="34" charset="0"/>
            </a:endParaRPr>
          </a:p>
        </p:txBody>
      </p:sp>
      <p:sp>
        <p:nvSpPr>
          <p:cNvPr id="10" name="矩形 9">
            <a:extLst>
              <a:ext uri="{FF2B5EF4-FFF2-40B4-BE49-F238E27FC236}">
                <a16:creationId xmlns:a16="http://schemas.microsoft.com/office/drawing/2014/main" id="{BE3995BD-AAF0-4F55-B345-4C1672FA0641}"/>
              </a:ext>
            </a:extLst>
          </p:cNvPr>
          <p:cNvSpPr/>
          <p:nvPr/>
        </p:nvSpPr>
        <p:spPr>
          <a:xfrm>
            <a:off x="1056633" y="1335374"/>
            <a:ext cx="256976" cy="256976"/>
          </a:xfrm>
          <a:prstGeom prst="rect">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11" name="íşlïḍè">
            <a:extLst>
              <a:ext uri="{FF2B5EF4-FFF2-40B4-BE49-F238E27FC236}">
                <a16:creationId xmlns:a16="http://schemas.microsoft.com/office/drawing/2014/main" id="{7AA3015A-52E8-4E4D-820F-06063E0CA2B4}"/>
              </a:ext>
            </a:extLst>
          </p:cNvPr>
          <p:cNvSpPr txBox="1"/>
          <p:nvPr/>
        </p:nvSpPr>
        <p:spPr>
          <a:xfrm>
            <a:off x="1373861" y="1281052"/>
            <a:ext cx="10513339" cy="400110"/>
          </a:xfrm>
          <a:prstGeom prst="rect">
            <a:avLst/>
          </a:prstGeom>
          <a:noFill/>
        </p:spPr>
        <p:txBody>
          <a:bodyPr wrap="square" lIns="91440" tIns="45720" rIns="91440" bIns="45720" anchor="ctr">
            <a:noAutofit/>
          </a:bodyPr>
          <a:lstStyle/>
          <a:p>
            <a:r>
              <a:rPr lang="en-US" altLang="zh-CN" b="1" dirty="0">
                <a:latin typeface="Arial Narrow" panose="020B0606020202030204" pitchFamily="34" charset="0"/>
              </a:rPr>
              <a:t>802.1Q</a:t>
            </a:r>
            <a:r>
              <a:rPr lang="zh-CN" altLang="en-US" b="1" dirty="0">
                <a:latin typeface="Arial Narrow" panose="020B0606020202030204" pitchFamily="34" charset="0"/>
              </a:rPr>
              <a:t>帧一般不由用户主机处理，而是由以太网交换机来处理：</a:t>
            </a:r>
          </a:p>
        </p:txBody>
      </p:sp>
      <p:sp>
        <p:nvSpPr>
          <p:cNvPr id="68" name="矩形 67">
            <a:extLst>
              <a:ext uri="{FF2B5EF4-FFF2-40B4-BE49-F238E27FC236}">
                <a16:creationId xmlns:a16="http://schemas.microsoft.com/office/drawing/2014/main" id="{B6E8A85A-BDA9-4B4E-98E8-C9CCE3C9E77F}"/>
              </a:ext>
            </a:extLst>
          </p:cNvPr>
          <p:cNvSpPr/>
          <p:nvPr/>
        </p:nvSpPr>
        <p:spPr>
          <a:xfrm>
            <a:off x="1469383" y="1849724"/>
            <a:ext cx="256976" cy="256976"/>
          </a:xfrm>
          <a:prstGeom prst="rect">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69" name="íşlïḍè">
            <a:extLst>
              <a:ext uri="{FF2B5EF4-FFF2-40B4-BE49-F238E27FC236}">
                <a16:creationId xmlns:a16="http://schemas.microsoft.com/office/drawing/2014/main" id="{E692B4ED-6967-4E08-8D30-3BCB059CE0B8}"/>
              </a:ext>
            </a:extLst>
          </p:cNvPr>
          <p:cNvSpPr txBox="1"/>
          <p:nvPr/>
        </p:nvSpPr>
        <p:spPr>
          <a:xfrm>
            <a:off x="1786611" y="1795402"/>
            <a:ext cx="10100589" cy="668398"/>
          </a:xfrm>
          <a:prstGeom prst="rect">
            <a:avLst/>
          </a:prstGeom>
          <a:noFill/>
        </p:spPr>
        <p:txBody>
          <a:bodyPr wrap="square" lIns="91440" tIns="45720" rIns="91440" bIns="45720" anchor="ctr">
            <a:noAutofit/>
          </a:bodyPr>
          <a:lstStyle/>
          <a:p>
            <a:r>
              <a:rPr lang="zh-CN" altLang="en-US" b="1" dirty="0">
                <a:latin typeface="Arial Narrow" panose="020B0606020202030204" pitchFamily="34" charset="0"/>
              </a:rPr>
              <a:t>当交换机</a:t>
            </a:r>
            <a:r>
              <a:rPr lang="zh-CN" altLang="en-US" b="1" dirty="0">
                <a:solidFill>
                  <a:schemeClr val="accent1">
                    <a:lumMod val="75000"/>
                  </a:schemeClr>
                </a:solidFill>
                <a:latin typeface="Arial Narrow" panose="020B0606020202030204" pitchFamily="34" charset="0"/>
              </a:rPr>
              <a:t>收到普通的以太网</a:t>
            </a:r>
            <a:r>
              <a:rPr lang="en-US" altLang="zh-CN" b="1" dirty="0">
                <a:solidFill>
                  <a:schemeClr val="accent1">
                    <a:lumMod val="75000"/>
                  </a:schemeClr>
                </a:solidFill>
                <a:latin typeface="Arial Narrow" panose="020B0606020202030204" pitchFamily="34" charset="0"/>
              </a:rPr>
              <a:t>MAC</a:t>
            </a:r>
            <a:r>
              <a:rPr lang="zh-CN" altLang="en-US" b="1" dirty="0">
                <a:solidFill>
                  <a:schemeClr val="accent1">
                    <a:lumMod val="75000"/>
                  </a:schemeClr>
                </a:solidFill>
                <a:latin typeface="Arial Narrow" panose="020B0606020202030204" pitchFamily="34" charset="0"/>
              </a:rPr>
              <a:t>帧</a:t>
            </a:r>
            <a:r>
              <a:rPr lang="zh-CN" altLang="en-US" b="1" dirty="0">
                <a:latin typeface="Arial Narrow" panose="020B0606020202030204" pitchFamily="34" charset="0"/>
              </a:rPr>
              <a:t>时，会给其</a:t>
            </a:r>
            <a:r>
              <a:rPr lang="zh-CN" altLang="en-US" b="1" dirty="0">
                <a:solidFill>
                  <a:schemeClr val="accent1">
                    <a:lumMod val="75000"/>
                  </a:schemeClr>
                </a:solidFill>
                <a:latin typeface="Arial Narrow" panose="020B0606020202030204" pitchFamily="34" charset="0"/>
              </a:rPr>
              <a:t>插入</a:t>
            </a:r>
            <a:r>
              <a:rPr lang="en-US" altLang="zh-CN" b="1" dirty="0">
                <a:solidFill>
                  <a:schemeClr val="accent1">
                    <a:lumMod val="75000"/>
                  </a:schemeClr>
                </a:solidFill>
                <a:latin typeface="Arial Narrow" panose="020B0606020202030204" pitchFamily="34" charset="0"/>
              </a:rPr>
              <a:t>4</a:t>
            </a:r>
            <a:r>
              <a:rPr lang="zh-CN" altLang="en-US" b="1" dirty="0">
                <a:solidFill>
                  <a:schemeClr val="accent1">
                    <a:lumMod val="75000"/>
                  </a:schemeClr>
                </a:solidFill>
                <a:latin typeface="Arial Narrow" panose="020B0606020202030204" pitchFamily="34" charset="0"/>
              </a:rPr>
              <a:t>字节的</a:t>
            </a:r>
            <a:r>
              <a:rPr lang="en-US" altLang="zh-CN" b="1" dirty="0">
                <a:solidFill>
                  <a:schemeClr val="accent1">
                    <a:lumMod val="75000"/>
                  </a:schemeClr>
                </a:solidFill>
                <a:latin typeface="Arial Narrow" panose="020B0606020202030204" pitchFamily="34" charset="0"/>
              </a:rPr>
              <a:t>VLAN</a:t>
            </a:r>
            <a:r>
              <a:rPr lang="zh-CN" altLang="en-US" b="1" dirty="0">
                <a:solidFill>
                  <a:schemeClr val="accent1">
                    <a:lumMod val="75000"/>
                  </a:schemeClr>
                </a:solidFill>
                <a:latin typeface="Arial Narrow" panose="020B0606020202030204" pitchFamily="34" charset="0"/>
              </a:rPr>
              <a:t>标签使之成为</a:t>
            </a:r>
            <a:r>
              <a:rPr lang="en-US" altLang="zh-CN" b="1" dirty="0">
                <a:solidFill>
                  <a:schemeClr val="accent1">
                    <a:lumMod val="75000"/>
                  </a:schemeClr>
                </a:solidFill>
                <a:latin typeface="Arial Narrow" panose="020B0606020202030204" pitchFamily="34" charset="0"/>
              </a:rPr>
              <a:t>802.1Q</a:t>
            </a:r>
            <a:r>
              <a:rPr lang="zh-CN" altLang="en-US" b="1" dirty="0">
                <a:solidFill>
                  <a:schemeClr val="accent1">
                    <a:lumMod val="75000"/>
                  </a:schemeClr>
                </a:solidFill>
                <a:latin typeface="Arial Narrow" panose="020B0606020202030204" pitchFamily="34" charset="0"/>
              </a:rPr>
              <a:t>帧</a:t>
            </a:r>
            <a:r>
              <a:rPr lang="zh-CN" altLang="en-US" b="1" dirty="0">
                <a:latin typeface="Arial Narrow" panose="020B0606020202030204" pitchFamily="34" charset="0"/>
              </a:rPr>
              <a:t>，该处理简称为“</a:t>
            </a:r>
            <a:r>
              <a:rPr lang="zh-CN" altLang="en-US" b="1" dirty="0">
                <a:solidFill>
                  <a:schemeClr val="accent1">
                    <a:lumMod val="75000"/>
                  </a:schemeClr>
                </a:solidFill>
                <a:latin typeface="Arial Narrow" panose="020B0606020202030204" pitchFamily="34" charset="0"/>
              </a:rPr>
              <a:t>打标签</a:t>
            </a:r>
            <a:r>
              <a:rPr lang="zh-CN" altLang="en-US" b="1" dirty="0">
                <a:latin typeface="Arial Narrow" panose="020B0606020202030204" pitchFamily="34" charset="0"/>
              </a:rPr>
              <a:t>”。</a:t>
            </a:r>
          </a:p>
        </p:txBody>
      </p:sp>
      <p:sp>
        <p:nvSpPr>
          <p:cNvPr id="70" name="矩形 69">
            <a:extLst>
              <a:ext uri="{FF2B5EF4-FFF2-40B4-BE49-F238E27FC236}">
                <a16:creationId xmlns:a16="http://schemas.microsoft.com/office/drawing/2014/main" id="{1B4F7FC5-0E07-4E79-925C-0BE22E7F529F}"/>
              </a:ext>
            </a:extLst>
          </p:cNvPr>
          <p:cNvSpPr/>
          <p:nvPr/>
        </p:nvSpPr>
        <p:spPr>
          <a:xfrm>
            <a:off x="1469383" y="2638712"/>
            <a:ext cx="256976" cy="256976"/>
          </a:xfrm>
          <a:prstGeom prst="rect">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71" name="íşlïḍè">
            <a:extLst>
              <a:ext uri="{FF2B5EF4-FFF2-40B4-BE49-F238E27FC236}">
                <a16:creationId xmlns:a16="http://schemas.microsoft.com/office/drawing/2014/main" id="{4FE4E9A0-C582-48DC-AA17-9EAC0A8ECB39}"/>
              </a:ext>
            </a:extLst>
          </p:cNvPr>
          <p:cNvSpPr txBox="1"/>
          <p:nvPr/>
        </p:nvSpPr>
        <p:spPr>
          <a:xfrm>
            <a:off x="1786611" y="2584390"/>
            <a:ext cx="10100589" cy="939860"/>
          </a:xfrm>
          <a:prstGeom prst="rect">
            <a:avLst/>
          </a:prstGeom>
          <a:noFill/>
        </p:spPr>
        <p:txBody>
          <a:bodyPr wrap="square" lIns="91440" tIns="45720" rIns="91440" bIns="45720" anchor="ctr">
            <a:noAutofit/>
          </a:bodyPr>
          <a:lstStyle/>
          <a:p>
            <a:r>
              <a:rPr lang="zh-CN" altLang="en-US" b="1" dirty="0">
                <a:latin typeface="Arial Narrow" panose="020B0606020202030204" pitchFamily="34" charset="0"/>
              </a:rPr>
              <a:t>当交换机</a:t>
            </a:r>
            <a:r>
              <a:rPr lang="zh-CN" altLang="en-US" b="1" dirty="0">
                <a:solidFill>
                  <a:schemeClr val="accent1">
                    <a:lumMod val="75000"/>
                  </a:schemeClr>
                </a:solidFill>
                <a:latin typeface="Arial Narrow" panose="020B0606020202030204" pitchFamily="34" charset="0"/>
              </a:rPr>
              <a:t>转发</a:t>
            </a:r>
            <a:r>
              <a:rPr lang="en-US" altLang="zh-CN" b="1" dirty="0">
                <a:solidFill>
                  <a:schemeClr val="accent1">
                    <a:lumMod val="75000"/>
                  </a:schemeClr>
                </a:solidFill>
                <a:latin typeface="Arial Narrow" panose="020B0606020202030204" pitchFamily="34" charset="0"/>
              </a:rPr>
              <a:t>802.1Q</a:t>
            </a:r>
            <a:r>
              <a:rPr lang="zh-CN" altLang="en-US" b="1" dirty="0">
                <a:solidFill>
                  <a:schemeClr val="accent1">
                    <a:lumMod val="75000"/>
                  </a:schemeClr>
                </a:solidFill>
                <a:latin typeface="Arial Narrow" panose="020B0606020202030204" pitchFamily="34" charset="0"/>
              </a:rPr>
              <a:t>帧</a:t>
            </a:r>
            <a:r>
              <a:rPr lang="zh-CN" altLang="en-US" b="1" dirty="0">
                <a:latin typeface="Arial Narrow" panose="020B0606020202030204" pitchFamily="34" charset="0"/>
              </a:rPr>
              <a:t>时，</a:t>
            </a:r>
            <a:r>
              <a:rPr lang="zh-CN" altLang="en-US" b="1" dirty="0">
                <a:solidFill>
                  <a:schemeClr val="accent1">
                    <a:lumMod val="75000"/>
                  </a:schemeClr>
                </a:solidFill>
                <a:latin typeface="Arial Narrow" panose="020B0606020202030204" pitchFamily="34" charset="0"/>
              </a:rPr>
              <a:t>可能会删除其</a:t>
            </a:r>
            <a:r>
              <a:rPr lang="en-US" altLang="zh-CN" b="1" dirty="0">
                <a:solidFill>
                  <a:schemeClr val="accent1">
                    <a:lumMod val="75000"/>
                  </a:schemeClr>
                </a:solidFill>
                <a:latin typeface="Arial Narrow" panose="020B0606020202030204" pitchFamily="34" charset="0"/>
              </a:rPr>
              <a:t>4</a:t>
            </a:r>
            <a:r>
              <a:rPr lang="zh-CN" altLang="en-US" b="1" dirty="0">
                <a:solidFill>
                  <a:schemeClr val="accent1">
                    <a:lumMod val="75000"/>
                  </a:schemeClr>
                </a:solidFill>
                <a:latin typeface="Arial Narrow" panose="020B0606020202030204" pitchFamily="34" charset="0"/>
              </a:rPr>
              <a:t>字节的</a:t>
            </a:r>
            <a:r>
              <a:rPr lang="en-US" altLang="zh-CN" b="1" dirty="0">
                <a:solidFill>
                  <a:schemeClr val="accent1">
                    <a:lumMod val="75000"/>
                  </a:schemeClr>
                </a:solidFill>
                <a:latin typeface="Arial Narrow" panose="020B0606020202030204" pitchFamily="34" charset="0"/>
              </a:rPr>
              <a:t>VLAN</a:t>
            </a:r>
            <a:r>
              <a:rPr lang="zh-CN" altLang="en-US" b="1" dirty="0">
                <a:solidFill>
                  <a:schemeClr val="accent1">
                    <a:lumMod val="75000"/>
                  </a:schemeClr>
                </a:solidFill>
                <a:latin typeface="Arial Narrow" panose="020B0606020202030204" pitchFamily="34" charset="0"/>
              </a:rPr>
              <a:t>标签使之成为普通的以太网</a:t>
            </a:r>
            <a:r>
              <a:rPr lang="en-US" altLang="zh-CN" b="1" dirty="0">
                <a:solidFill>
                  <a:schemeClr val="accent1">
                    <a:lumMod val="75000"/>
                  </a:schemeClr>
                </a:solidFill>
                <a:latin typeface="Arial Narrow" panose="020B0606020202030204" pitchFamily="34" charset="0"/>
              </a:rPr>
              <a:t>MAC</a:t>
            </a:r>
            <a:r>
              <a:rPr lang="zh-CN" altLang="en-US" b="1" dirty="0">
                <a:solidFill>
                  <a:schemeClr val="accent1">
                    <a:lumMod val="75000"/>
                  </a:schemeClr>
                </a:solidFill>
                <a:latin typeface="Arial Narrow" panose="020B0606020202030204" pitchFamily="34" charset="0"/>
              </a:rPr>
              <a:t>帧</a:t>
            </a:r>
            <a:r>
              <a:rPr lang="zh-CN" altLang="en-US" b="1" dirty="0">
                <a:latin typeface="Arial Narrow" panose="020B0606020202030204" pitchFamily="34" charset="0"/>
              </a:rPr>
              <a:t>，该处理简称为“</a:t>
            </a:r>
            <a:r>
              <a:rPr lang="zh-CN" altLang="en-US" b="1" dirty="0">
                <a:solidFill>
                  <a:schemeClr val="accent1">
                    <a:lumMod val="75000"/>
                  </a:schemeClr>
                </a:solidFill>
                <a:latin typeface="Arial Narrow" panose="020B0606020202030204" pitchFamily="34" charset="0"/>
              </a:rPr>
              <a:t>去标签</a:t>
            </a:r>
            <a:r>
              <a:rPr lang="zh-CN" altLang="en-US" b="1" dirty="0">
                <a:latin typeface="Arial Narrow" panose="020B0606020202030204" pitchFamily="34" charset="0"/>
              </a:rPr>
              <a:t>”。交换机转发</a:t>
            </a:r>
            <a:r>
              <a:rPr lang="en-US" altLang="zh-CN" b="1" dirty="0">
                <a:latin typeface="Arial Narrow" panose="020B0606020202030204" pitchFamily="34" charset="0"/>
              </a:rPr>
              <a:t>802.1Q</a:t>
            </a:r>
            <a:r>
              <a:rPr lang="zh-CN" altLang="en-US" b="1" dirty="0">
                <a:latin typeface="Arial Narrow" panose="020B0606020202030204" pitchFamily="34" charset="0"/>
              </a:rPr>
              <a:t>帧时也有可能不进行“去标签”处理，是否进行“去标签”处理取决于交换机的接口类型。</a:t>
            </a:r>
          </a:p>
        </p:txBody>
      </p:sp>
      <p:sp>
        <p:nvSpPr>
          <p:cNvPr id="12" name="平行四边形 11">
            <a:extLst>
              <a:ext uri="{FF2B5EF4-FFF2-40B4-BE49-F238E27FC236}">
                <a16:creationId xmlns:a16="http://schemas.microsoft.com/office/drawing/2014/main" id="{4BB3695C-6B52-9D00-3A7B-17166D3D8489}"/>
              </a:ext>
            </a:extLst>
          </p:cNvPr>
          <p:cNvSpPr/>
          <p:nvPr/>
        </p:nvSpPr>
        <p:spPr>
          <a:xfrm>
            <a:off x="304799" y="749300"/>
            <a:ext cx="678493" cy="387090"/>
          </a:xfrm>
          <a:prstGeom prst="parallelogram">
            <a:avLst/>
          </a:prstGeom>
          <a:solidFill>
            <a:schemeClr val="accent3">
              <a:lumMod val="75000"/>
            </a:schemeClr>
          </a:solidFill>
          <a:ln>
            <a:solidFill>
              <a:schemeClr val="accent3">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CN" sz="2200" dirty="0">
                <a:latin typeface="Impact" panose="020B0806030902050204" pitchFamily="34" charset="0"/>
              </a:rPr>
              <a:t>03</a:t>
            </a:r>
            <a:endParaRPr lang="zh-CN" altLang="en-US" sz="2200" dirty="0">
              <a:latin typeface="Impact" panose="020B0806030902050204" pitchFamily="34" charset="0"/>
            </a:endParaRPr>
          </a:p>
        </p:txBody>
      </p:sp>
    </p:spTree>
    <p:custDataLst>
      <p:tags r:id="rId1"/>
    </p:custDataLst>
    <p:extLst>
      <p:ext uri="{BB962C8B-B14F-4D97-AF65-F5344CB8AC3E}">
        <p14:creationId xmlns:p14="http://schemas.microsoft.com/office/powerpoint/2010/main" val="1353214424"/>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49" presetClass="entr" presetSubtype="0" decel="100000" fill="hold" grpId="0" nodeType="withEffect">
                                  <p:stCondLst>
                                    <p:cond delay="0"/>
                                  </p:stCondLst>
                                  <p:childTnLst>
                                    <p:set>
                                      <p:cBhvr>
                                        <p:cTn id="6" dur="1" fill="hold">
                                          <p:stCondLst>
                                            <p:cond delay="0"/>
                                          </p:stCondLst>
                                        </p:cTn>
                                        <p:tgtEl>
                                          <p:spTgt spid="10"/>
                                        </p:tgtEl>
                                        <p:attrNameLst>
                                          <p:attrName>style.visibility</p:attrName>
                                        </p:attrNameLst>
                                      </p:cBhvr>
                                      <p:to>
                                        <p:strVal val="visible"/>
                                      </p:to>
                                    </p:set>
                                    <p:anim calcmode="lin" valueType="num">
                                      <p:cBhvr>
                                        <p:cTn id="7" dur="500" fill="hold"/>
                                        <p:tgtEl>
                                          <p:spTgt spid="10"/>
                                        </p:tgtEl>
                                        <p:attrNameLst>
                                          <p:attrName>ppt_w</p:attrName>
                                        </p:attrNameLst>
                                      </p:cBhvr>
                                      <p:tavLst>
                                        <p:tav tm="0">
                                          <p:val>
                                            <p:fltVal val="0"/>
                                          </p:val>
                                        </p:tav>
                                        <p:tav tm="100000">
                                          <p:val>
                                            <p:strVal val="#ppt_w"/>
                                          </p:val>
                                        </p:tav>
                                      </p:tavLst>
                                    </p:anim>
                                    <p:anim calcmode="lin" valueType="num">
                                      <p:cBhvr>
                                        <p:cTn id="8" dur="500" fill="hold"/>
                                        <p:tgtEl>
                                          <p:spTgt spid="10"/>
                                        </p:tgtEl>
                                        <p:attrNameLst>
                                          <p:attrName>ppt_h</p:attrName>
                                        </p:attrNameLst>
                                      </p:cBhvr>
                                      <p:tavLst>
                                        <p:tav tm="0">
                                          <p:val>
                                            <p:fltVal val="0"/>
                                          </p:val>
                                        </p:tav>
                                        <p:tav tm="100000">
                                          <p:val>
                                            <p:strVal val="#ppt_h"/>
                                          </p:val>
                                        </p:tav>
                                      </p:tavLst>
                                    </p:anim>
                                    <p:anim calcmode="lin" valueType="num">
                                      <p:cBhvr>
                                        <p:cTn id="9" dur="500" fill="hold"/>
                                        <p:tgtEl>
                                          <p:spTgt spid="10"/>
                                        </p:tgtEl>
                                        <p:attrNameLst>
                                          <p:attrName>style.rotation</p:attrName>
                                        </p:attrNameLst>
                                      </p:cBhvr>
                                      <p:tavLst>
                                        <p:tav tm="0">
                                          <p:val>
                                            <p:fltVal val="360"/>
                                          </p:val>
                                        </p:tav>
                                        <p:tav tm="100000">
                                          <p:val>
                                            <p:fltVal val="0"/>
                                          </p:val>
                                        </p:tav>
                                      </p:tavLst>
                                    </p:anim>
                                    <p:animEffect transition="in" filter="fade">
                                      <p:cBhvr>
                                        <p:cTn id="10" dur="500"/>
                                        <p:tgtEl>
                                          <p:spTgt spid="10"/>
                                        </p:tgtEl>
                                      </p:cBhvr>
                                    </p:animEffect>
                                  </p:childTnLst>
                                </p:cTn>
                              </p:par>
                            </p:childTnLst>
                          </p:cTn>
                        </p:par>
                        <p:par>
                          <p:cTn id="11" fill="hold">
                            <p:stCondLst>
                              <p:cond delay="500"/>
                            </p:stCondLst>
                            <p:childTnLst>
                              <p:par>
                                <p:cTn id="12" presetID="1" presetClass="entr" presetSubtype="0" fill="hold" grpId="0" nodeType="afterEffect">
                                  <p:stCondLst>
                                    <p:cond delay="0"/>
                                  </p:stCondLst>
                                  <p:iterate type="lt">
                                    <p:tmAbs val="100"/>
                                  </p:iterate>
                                  <p:childTnLst>
                                    <p:set>
                                      <p:cBhvr>
                                        <p:cTn id="13" dur="1" fill="hold">
                                          <p:stCondLst>
                                            <p:cond delay="0"/>
                                          </p:stCondLst>
                                        </p:cTn>
                                        <p:tgtEl>
                                          <p:spTgt spid="11"/>
                                        </p:tgtEl>
                                        <p:attrNameLst>
                                          <p:attrName>style.visibility</p:attrName>
                                        </p:attrNameLst>
                                      </p:cBhvr>
                                      <p:to>
                                        <p:strVal val="visible"/>
                                      </p:to>
                                    </p:set>
                                  </p:childTnLst>
                                </p:cTn>
                              </p:par>
                            </p:childTnLst>
                          </p:cTn>
                        </p:par>
                      </p:childTnLst>
                    </p:cTn>
                  </p:par>
                  <p:par>
                    <p:cTn id="14" fill="hold">
                      <p:stCondLst>
                        <p:cond delay="indefinite"/>
                      </p:stCondLst>
                      <p:childTnLst>
                        <p:par>
                          <p:cTn id="15" fill="hold">
                            <p:stCondLst>
                              <p:cond delay="0"/>
                            </p:stCondLst>
                            <p:childTnLst>
                              <p:par>
                                <p:cTn id="16" presetID="49" presetClass="entr" presetSubtype="0" decel="100000" fill="hold" grpId="0" nodeType="clickEffect">
                                  <p:stCondLst>
                                    <p:cond delay="0"/>
                                  </p:stCondLst>
                                  <p:childTnLst>
                                    <p:set>
                                      <p:cBhvr>
                                        <p:cTn id="17" dur="1" fill="hold">
                                          <p:stCondLst>
                                            <p:cond delay="0"/>
                                          </p:stCondLst>
                                        </p:cTn>
                                        <p:tgtEl>
                                          <p:spTgt spid="68"/>
                                        </p:tgtEl>
                                        <p:attrNameLst>
                                          <p:attrName>style.visibility</p:attrName>
                                        </p:attrNameLst>
                                      </p:cBhvr>
                                      <p:to>
                                        <p:strVal val="visible"/>
                                      </p:to>
                                    </p:set>
                                    <p:anim calcmode="lin" valueType="num">
                                      <p:cBhvr>
                                        <p:cTn id="18" dur="500" fill="hold"/>
                                        <p:tgtEl>
                                          <p:spTgt spid="68"/>
                                        </p:tgtEl>
                                        <p:attrNameLst>
                                          <p:attrName>ppt_w</p:attrName>
                                        </p:attrNameLst>
                                      </p:cBhvr>
                                      <p:tavLst>
                                        <p:tav tm="0">
                                          <p:val>
                                            <p:fltVal val="0"/>
                                          </p:val>
                                        </p:tav>
                                        <p:tav tm="100000">
                                          <p:val>
                                            <p:strVal val="#ppt_w"/>
                                          </p:val>
                                        </p:tav>
                                      </p:tavLst>
                                    </p:anim>
                                    <p:anim calcmode="lin" valueType="num">
                                      <p:cBhvr>
                                        <p:cTn id="19" dur="500" fill="hold"/>
                                        <p:tgtEl>
                                          <p:spTgt spid="68"/>
                                        </p:tgtEl>
                                        <p:attrNameLst>
                                          <p:attrName>ppt_h</p:attrName>
                                        </p:attrNameLst>
                                      </p:cBhvr>
                                      <p:tavLst>
                                        <p:tav tm="0">
                                          <p:val>
                                            <p:fltVal val="0"/>
                                          </p:val>
                                        </p:tav>
                                        <p:tav tm="100000">
                                          <p:val>
                                            <p:strVal val="#ppt_h"/>
                                          </p:val>
                                        </p:tav>
                                      </p:tavLst>
                                    </p:anim>
                                    <p:anim calcmode="lin" valueType="num">
                                      <p:cBhvr>
                                        <p:cTn id="20" dur="500" fill="hold"/>
                                        <p:tgtEl>
                                          <p:spTgt spid="68"/>
                                        </p:tgtEl>
                                        <p:attrNameLst>
                                          <p:attrName>style.rotation</p:attrName>
                                        </p:attrNameLst>
                                      </p:cBhvr>
                                      <p:tavLst>
                                        <p:tav tm="0">
                                          <p:val>
                                            <p:fltVal val="360"/>
                                          </p:val>
                                        </p:tav>
                                        <p:tav tm="100000">
                                          <p:val>
                                            <p:fltVal val="0"/>
                                          </p:val>
                                        </p:tav>
                                      </p:tavLst>
                                    </p:anim>
                                    <p:animEffect transition="in" filter="fade">
                                      <p:cBhvr>
                                        <p:cTn id="21" dur="500"/>
                                        <p:tgtEl>
                                          <p:spTgt spid="68"/>
                                        </p:tgtEl>
                                      </p:cBhvr>
                                    </p:animEffect>
                                  </p:childTnLst>
                                </p:cTn>
                              </p:par>
                            </p:childTnLst>
                          </p:cTn>
                        </p:par>
                        <p:par>
                          <p:cTn id="22" fill="hold">
                            <p:stCondLst>
                              <p:cond delay="500"/>
                            </p:stCondLst>
                            <p:childTnLst>
                              <p:par>
                                <p:cTn id="23" presetID="1" presetClass="entr" presetSubtype="0" fill="hold" grpId="0" nodeType="afterEffect">
                                  <p:stCondLst>
                                    <p:cond delay="0"/>
                                  </p:stCondLst>
                                  <p:iterate type="lt">
                                    <p:tmAbs val="100"/>
                                  </p:iterate>
                                  <p:childTnLst>
                                    <p:set>
                                      <p:cBhvr>
                                        <p:cTn id="24" dur="1" fill="hold">
                                          <p:stCondLst>
                                            <p:cond delay="0"/>
                                          </p:stCondLst>
                                        </p:cTn>
                                        <p:tgtEl>
                                          <p:spTgt spid="69"/>
                                        </p:tgtEl>
                                        <p:attrNameLst>
                                          <p:attrName>style.visibility</p:attrName>
                                        </p:attrNameLst>
                                      </p:cBhvr>
                                      <p:to>
                                        <p:strVal val="visible"/>
                                      </p:to>
                                    </p:set>
                                  </p:childTnLst>
                                </p:cTn>
                              </p:par>
                            </p:childTnLst>
                          </p:cTn>
                        </p:par>
                      </p:childTnLst>
                    </p:cTn>
                  </p:par>
                  <p:par>
                    <p:cTn id="25" fill="hold">
                      <p:stCondLst>
                        <p:cond delay="indefinite"/>
                      </p:stCondLst>
                      <p:childTnLst>
                        <p:par>
                          <p:cTn id="26" fill="hold">
                            <p:stCondLst>
                              <p:cond delay="0"/>
                            </p:stCondLst>
                            <p:childTnLst>
                              <p:par>
                                <p:cTn id="27" presetID="49" presetClass="entr" presetSubtype="0" decel="100000" fill="hold" grpId="0" nodeType="clickEffect">
                                  <p:stCondLst>
                                    <p:cond delay="0"/>
                                  </p:stCondLst>
                                  <p:childTnLst>
                                    <p:set>
                                      <p:cBhvr>
                                        <p:cTn id="28" dur="1" fill="hold">
                                          <p:stCondLst>
                                            <p:cond delay="0"/>
                                          </p:stCondLst>
                                        </p:cTn>
                                        <p:tgtEl>
                                          <p:spTgt spid="70"/>
                                        </p:tgtEl>
                                        <p:attrNameLst>
                                          <p:attrName>style.visibility</p:attrName>
                                        </p:attrNameLst>
                                      </p:cBhvr>
                                      <p:to>
                                        <p:strVal val="visible"/>
                                      </p:to>
                                    </p:set>
                                    <p:anim calcmode="lin" valueType="num">
                                      <p:cBhvr>
                                        <p:cTn id="29" dur="500" fill="hold"/>
                                        <p:tgtEl>
                                          <p:spTgt spid="70"/>
                                        </p:tgtEl>
                                        <p:attrNameLst>
                                          <p:attrName>ppt_w</p:attrName>
                                        </p:attrNameLst>
                                      </p:cBhvr>
                                      <p:tavLst>
                                        <p:tav tm="0">
                                          <p:val>
                                            <p:fltVal val="0"/>
                                          </p:val>
                                        </p:tav>
                                        <p:tav tm="100000">
                                          <p:val>
                                            <p:strVal val="#ppt_w"/>
                                          </p:val>
                                        </p:tav>
                                      </p:tavLst>
                                    </p:anim>
                                    <p:anim calcmode="lin" valueType="num">
                                      <p:cBhvr>
                                        <p:cTn id="30" dur="500" fill="hold"/>
                                        <p:tgtEl>
                                          <p:spTgt spid="70"/>
                                        </p:tgtEl>
                                        <p:attrNameLst>
                                          <p:attrName>ppt_h</p:attrName>
                                        </p:attrNameLst>
                                      </p:cBhvr>
                                      <p:tavLst>
                                        <p:tav tm="0">
                                          <p:val>
                                            <p:fltVal val="0"/>
                                          </p:val>
                                        </p:tav>
                                        <p:tav tm="100000">
                                          <p:val>
                                            <p:strVal val="#ppt_h"/>
                                          </p:val>
                                        </p:tav>
                                      </p:tavLst>
                                    </p:anim>
                                    <p:anim calcmode="lin" valueType="num">
                                      <p:cBhvr>
                                        <p:cTn id="31" dur="500" fill="hold"/>
                                        <p:tgtEl>
                                          <p:spTgt spid="70"/>
                                        </p:tgtEl>
                                        <p:attrNameLst>
                                          <p:attrName>style.rotation</p:attrName>
                                        </p:attrNameLst>
                                      </p:cBhvr>
                                      <p:tavLst>
                                        <p:tav tm="0">
                                          <p:val>
                                            <p:fltVal val="360"/>
                                          </p:val>
                                        </p:tav>
                                        <p:tav tm="100000">
                                          <p:val>
                                            <p:fltVal val="0"/>
                                          </p:val>
                                        </p:tav>
                                      </p:tavLst>
                                    </p:anim>
                                    <p:animEffect transition="in" filter="fade">
                                      <p:cBhvr>
                                        <p:cTn id="32" dur="500"/>
                                        <p:tgtEl>
                                          <p:spTgt spid="70"/>
                                        </p:tgtEl>
                                      </p:cBhvr>
                                    </p:animEffect>
                                  </p:childTnLst>
                                </p:cTn>
                              </p:par>
                            </p:childTnLst>
                          </p:cTn>
                        </p:par>
                        <p:par>
                          <p:cTn id="33" fill="hold">
                            <p:stCondLst>
                              <p:cond delay="500"/>
                            </p:stCondLst>
                            <p:childTnLst>
                              <p:par>
                                <p:cTn id="34" presetID="1" presetClass="entr" presetSubtype="0" fill="hold" grpId="0" nodeType="afterEffect">
                                  <p:stCondLst>
                                    <p:cond delay="0"/>
                                  </p:stCondLst>
                                  <p:iterate type="lt">
                                    <p:tmAbs val="100"/>
                                  </p:iterate>
                                  <p:childTnLst>
                                    <p:set>
                                      <p:cBhvr>
                                        <p:cTn id="35" dur="1" fill="hold">
                                          <p:stCondLst>
                                            <p:cond delay="0"/>
                                          </p:stCondLst>
                                        </p:cTn>
                                        <p:tgtEl>
                                          <p:spTgt spid="71"/>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0" grpId="0" animBg="1"/>
      <p:bldP spid="11" grpId="0"/>
      <p:bldP spid="68" grpId="0" animBg="1"/>
      <p:bldP spid="69" grpId="0"/>
      <p:bldP spid="70" grpId="0" animBg="1"/>
      <p:bldP spid="71" grpId="0"/>
    </p:bldLst>
  </p:timing>
</p:sld>
</file>

<file path=ppt/slides/slide48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4" name="组合 3">
            <a:extLst>
              <a:ext uri="{FF2B5EF4-FFF2-40B4-BE49-F238E27FC236}">
                <a16:creationId xmlns:a16="http://schemas.microsoft.com/office/drawing/2014/main" id="{9A1EA9F2-FCB6-48C3-935F-7AE7E3AD14AC}"/>
              </a:ext>
            </a:extLst>
          </p:cNvPr>
          <p:cNvGrpSpPr/>
          <p:nvPr/>
        </p:nvGrpSpPr>
        <p:grpSpPr>
          <a:xfrm>
            <a:off x="304800" y="749300"/>
            <a:ext cx="4938199" cy="400110"/>
            <a:chOff x="424117" y="898245"/>
            <a:chExt cx="4938199" cy="400110"/>
          </a:xfrm>
        </p:grpSpPr>
        <p:sp>
          <p:nvSpPr>
            <p:cNvPr id="2" name="平行四边形 1">
              <a:extLst>
                <a:ext uri="{FF2B5EF4-FFF2-40B4-BE49-F238E27FC236}">
                  <a16:creationId xmlns:a16="http://schemas.microsoft.com/office/drawing/2014/main" id="{1F5BAA3F-9845-4F89-A2DD-8222D3E4EDAC}"/>
                </a:ext>
              </a:extLst>
            </p:cNvPr>
            <p:cNvSpPr/>
            <p:nvPr/>
          </p:nvSpPr>
          <p:spPr>
            <a:xfrm>
              <a:off x="424117" y="898245"/>
              <a:ext cx="628306" cy="387090"/>
            </a:xfrm>
            <a:prstGeom prst="parallelogram">
              <a:avLst/>
            </a:prstGeom>
            <a:solidFill>
              <a:schemeClr val="accent3">
                <a:lumMod val="75000"/>
              </a:schemeClr>
            </a:solidFill>
            <a:ln>
              <a:solidFill>
                <a:schemeClr val="accent3">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CN" sz="2200" dirty="0">
                  <a:latin typeface="Impact" panose="020B0806030902050204" pitchFamily="34" charset="0"/>
                </a:rPr>
                <a:t>01</a:t>
              </a:r>
              <a:endParaRPr lang="zh-CN" altLang="en-US" sz="2200" dirty="0">
                <a:latin typeface="Impact" panose="020B0806030902050204" pitchFamily="34" charset="0"/>
              </a:endParaRPr>
            </a:p>
          </p:txBody>
        </p:sp>
        <p:sp>
          <p:nvSpPr>
            <p:cNvPr id="3" name="文本框 2">
              <a:extLst>
                <a:ext uri="{FF2B5EF4-FFF2-40B4-BE49-F238E27FC236}">
                  <a16:creationId xmlns:a16="http://schemas.microsoft.com/office/drawing/2014/main" id="{4D6BD736-A4D3-4F26-AFED-36E11F50F70B}"/>
                </a:ext>
              </a:extLst>
            </p:cNvPr>
            <p:cNvSpPr txBox="1"/>
            <p:nvPr/>
          </p:nvSpPr>
          <p:spPr>
            <a:xfrm>
              <a:off x="1052423" y="898245"/>
              <a:ext cx="4309893" cy="400110"/>
            </a:xfrm>
            <a:prstGeom prst="rect">
              <a:avLst/>
            </a:prstGeom>
            <a:noFill/>
          </p:spPr>
          <p:txBody>
            <a:bodyPr wrap="square" rtlCol="0">
              <a:spAutoFit/>
            </a:bodyPr>
            <a:lstStyle/>
            <a:p>
              <a:r>
                <a:rPr lang="zh-CN" altLang="en-US" sz="2000" b="1" dirty="0">
                  <a:solidFill>
                    <a:schemeClr val="tx1"/>
                  </a:solidFill>
                  <a:latin typeface="Arial Narrow" panose="020B0606020202030204" pitchFamily="34" charset="0"/>
                </a:rPr>
                <a:t>虚拟局域网</a:t>
              </a:r>
              <a:r>
                <a:rPr lang="en-US" altLang="zh-CN" sz="2000" b="1" dirty="0">
                  <a:solidFill>
                    <a:schemeClr val="tx1"/>
                  </a:solidFill>
                  <a:latin typeface="Arial Narrow" panose="020B0606020202030204" pitchFamily="34" charset="0"/>
                </a:rPr>
                <a:t>VLAN</a:t>
              </a:r>
              <a:r>
                <a:rPr lang="zh-CN" altLang="en-US" sz="2000" b="1" dirty="0">
                  <a:solidFill>
                    <a:schemeClr val="tx1"/>
                  </a:solidFill>
                  <a:latin typeface="Arial Narrow" panose="020B0606020202030204" pitchFamily="34" charset="0"/>
                </a:rPr>
                <a:t>的</a:t>
              </a:r>
              <a:r>
                <a:rPr lang="zh-CN" altLang="en-US" sz="2000" b="1" dirty="0">
                  <a:latin typeface="Arial Narrow" panose="020B0606020202030204" pitchFamily="34" charset="0"/>
                </a:rPr>
                <a:t>实现机制</a:t>
              </a:r>
              <a:endParaRPr lang="en-US" altLang="zh-CN" sz="2000" b="1" dirty="0">
                <a:solidFill>
                  <a:schemeClr val="tx1"/>
                </a:solidFill>
                <a:latin typeface="Arial Narrow" panose="020B0606020202030204" pitchFamily="34" charset="0"/>
              </a:endParaRPr>
            </a:p>
          </p:txBody>
        </p:sp>
      </p:grpSp>
      <p:sp>
        <p:nvSpPr>
          <p:cNvPr id="9" name="文本框 8">
            <a:extLst>
              <a:ext uri="{FF2B5EF4-FFF2-40B4-BE49-F238E27FC236}">
                <a16:creationId xmlns:a16="http://schemas.microsoft.com/office/drawing/2014/main" id="{7E01F55D-5303-4639-8DD9-B3123C1AE516}"/>
              </a:ext>
            </a:extLst>
          </p:cNvPr>
          <p:cNvSpPr txBox="1"/>
          <p:nvPr/>
        </p:nvSpPr>
        <p:spPr>
          <a:xfrm>
            <a:off x="4141958" y="742690"/>
            <a:ext cx="4443242" cy="400110"/>
          </a:xfrm>
          <a:prstGeom prst="rect">
            <a:avLst/>
          </a:prstGeom>
          <a:noFill/>
        </p:spPr>
        <p:txBody>
          <a:bodyPr wrap="square" rtlCol="0">
            <a:spAutoFit/>
          </a:bodyPr>
          <a:lstStyle/>
          <a:p>
            <a:r>
              <a:rPr lang="en-US" altLang="zh-CN" sz="2000" b="1" dirty="0">
                <a:solidFill>
                  <a:schemeClr val="accent3">
                    <a:lumMod val="75000"/>
                  </a:schemeClr>
                </a:solidFill>
                <a:latin typeface="Arial Narrow" panose="020B0606020202030204" pitchFamily="34" charset="0"/>
              </a:rPr>
              <a:t>——  </a:t>
            </a:r>
            <a:r>
              <a:rPr lang="zh-CN" altLang="en-US" sz="2000" b="1" dirty="0">
                <a:solidFill>
                  <a:schemeClr val="accent3">
                    <a:lumMod val="75000"/>
                  </a:schemeClr>
                </a:solidFill>
                <a:latin typeface="Arial Narrow" panose="020B0606020202030204" pitchFamily="34" charset="0"/>
              </a:rPr>
              <a:t>以太网交换机的接口类型</a:t>
            </a:r>
            <a:endParaRPr lang="en-US" altLang="zh-CN" sz="2000" b="1" dirty="0">
              <a:solidFill>
                <a:schemeClr val="accent3">
                  <a:lumMod val="75000"/>
                </a:schemeClr>
              </a:solidFill>
              <a:latin typeface="Arial Narrow" panose="020B0606020202030204" pitchFamily="34" charset="0"/>
            </a:endParaRPr>
          </a:p>
        </p:txBody>
      </p:sp>
      <p:sp>
        <p:nvSpPr>
          <p:cNvPr id="10" name="矩形 9">
            <a:extLst>
              <a:ext uri="{FF2B5EF4-FFF2-40B4-BE49-F238E27FC236}">
                <a16:creationId xmlns:a16="http://schemas.microsoft.com/office/drawing/2014/main" id="{BE3995BD-AAF0-4F55-B345-4C1672FA0641}"/>
              </a:ext>
            </a:extLst>
          </p:cNvPr>
          <p:cNvSpPr/>
          <p:nvPr/>
        </p:nvSpPr>
        <p:spPr>
          <a:xfrm>
            <a:off x="1056633" y="1335374"/>
            <a:ext cx="256976" cy="256976"/>
          </a:xfrm>
          <a:prstGeom prst="rect">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11" name="íşlïḍè">
            <a:extLst>
              <a:ext uri="{FF2B5EF4-FFF2-40B4-BE49-F238E27FC236}">
                <a16:creationId xmlns:a16="http://schemas.microsoft.com/office/drawing/2014/main" id="{7AA3015A-52E8-4E4D-820F-06063E0CA2B4}"/>
              </a:ext>
            </a:extLst>
          </p:cNvPr>
          <p:cNvSpPr txBox="1"/>
          <p:nvPr/>
        </p:nvSpPr>
        <p:spPr>
          <a:xfrm>
            <a:off x="1373861" y="1281052"/>
            <a:ext cx="10513339" cy="630298"/>
          </a:xfrm>
          <a:prstGeom prst="rect">
            <a:avLst/>
          </a:prstGeom>
          <a:noFill/>
        </p:spPr>
        <p:txBody>
          <a:bodyPr wrap="square" lIns="91440" tIns="45720" rIns="91440" bIns="45720" anchor="ctr">
            <a:noAutofit/>
          </a:bodyPr>
          <a:lstStyle/>
          <a:p>
            <a:r>
              <a:rPr lang="zh-CN" altLang="en-US" b="1" dirty="0">
                <a:latin typeface="Arial Narrow" panose="020B0606020202030204" pitchFamily="34" charset="0"/>
              </a:rPr>
              <a:t>根据接口在</a:t>
            </a:r>
            <a:r>
              <a:rPr lang="zh-CN" altLang="en-US" b="1" dirty="0">
                <a:solidFill>
                  <a:schemeClr val="accent1">
                    <a:lumMod val="75000"/>
                  </a:schemeClr>
                </a:solidFill>
                <a:latin typeface="Arial Narrow" panose="020B0606020202030204" pitchFamily="34" charset="0"/>
              </a:rPr>
              <a:t>接收帧和发送帧时对帧的处理方式</a:t>
            </a:r>
            <a:r>
              <a:rPr lang="zh-CN" altLang="en-US" b="1" dirty="0">
                <a:latin typeface="Arial Narrow" panose="020B0606020202030204" pitchFamily="34" charset="0"/>
              </a:rPr>
              <a:t>的不同，以及</a:t>
            </a:r>
            <a:r>
              <a:rPr lang="zh-CN" altLang="en-US" b="1" dirty="0">
                <a:solidFill>
                  <a:schemeClr val="accent1">
                    <a:lumMod val="75000"/>
                  </a:schemeClr>
                </a:solidFill>
                <a:latin typeface="Arial Narrow" panose="020B0606020202030204" pitchFamily="34" charset="0"/>
              </a:rPr>
              <a:t>接口连接对象</a:t>
            </a:r>
            <a:r>
              <a:rPr lang="zh-CN" altLang="en-US" b="1" dirty="0">
                <a:latin typeface="Arial Narrow" panose="020B0606020202030204" pitchFamily="34" charset="0"/>
              </a:rPr>
              <a:t>的不同，以太网交换机的接口类型一般分为</a:t>
            </a:r>
            <a:r>
              <a:rPr lang="en-US" altLang="zh-CN" b="1" dirty="0">
                <a:solidFill>
                  <a:schemeClr val="accent4"/>
                </a:solidFill>
                <a:latin typeface="Arial Narrow" panose="020B0606020202030204" pitchFamily="34" charset="0"/>
              </a:rPr>
              <a:t>Access</a:t>
            </a:r>
            <a:r>
              <a:rPr lang="zh-CN" altLang="en-US" b="1" dirty="0">
                <a:latin typeface="Arial Narrow" panose="020B0606020202030204" pitchFamily="34" charset="0"/>
              </a:rPr>
              <a:t>和</a:t>
            </a:r>
            <a:r>
              <a:rPr lang="en-US" altLang="zh-CN" b="1" dirty="0">
                <a:solidFill>
                  <a:schemeClr val="accent1"/>
                </a:solidFill>
                <a:latin typeface="Arial Narrow" panose="020B0606020202030204" pitchFamily="34" charset="0"/>
              </a:rPr>
              <a:t>Trunk</a:t>
            </a:r>
            <a:r>
              <a:rPr lang="zh-CN" altLang="en-US" b="1" dirty="0">
                <a:latin typeface="Arial Narrow" panose="020B0606020202030204" pitchFamily="34" charset="0"/>
              </a:rPr>
              <a:t>两种。</a:t>
            </a:r>
          </a:p>
        </p:txBody>
      </p:sp>
      <p:sp>
        <p:nvSpPr>
          <p:cNvPr id="8" name="矩形 7">
            <a:extLst>
              <a:ext uri="{FF2B5EF4-FFF2-40B4-BE49-F238E27FC236}">
                <a16:creationId xmlns:a16="http://schemas.microsoft.com/office/drawing/2014/main" id="{C23573DE-0010-4035-94FC-57CCC2F30D87}"/>
              </a:ext>
            </a:extLst>
          </p:cNvPr>
          <p:cNvSpPr/>
          <p:nvPr/>
        </p:nvSpPr>
        <p:spPr>
          <a:xfrm>
            <a:off x="1056633" y="2103924"/>
            <a:ext cx="256976" cy="256976"/>
          </a:xfrm>
          <a:prstGeom prst="rect">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12" name="íşlïḍè">
            <a:extLst>
              <a:ext uri="{FF2B5EF4-FFF2-40B4-BE49-F238E27FC236}">
                <a16:creationId xmlns:a16="http://schemas.microsoft.com/office/drawing/2014/main" id="{47942588-50AF-4C60-9BC9-DDE91C6020DD}"/>
              </a:ext>
            </a:extLst>
          </p:cNvPr>
          <p:cNvSpPr txBox="1"/>
          <p:nvPr/>
        </p:nvSpPr>
        <p:spPr>
          <a:xfrm>
            <a:off x="1373861" y="2049602"/>
            <a:ext cx="10513339" cy="630298"/>
          </a:xfrm>
          <a:prstGeom prst="rect">
            <a:avLst/>
          </a:prstGeom>
          <a:noFill/>
        </p:spPr>
        <p:txBody>
          <a:bodyPr wrap="square" lIns="91440" tIns="45720" rIns="91440" bIns="45720" anchor="ctr">
            <a:noAutofit/>
          </a:bodyPr>
          <a:lstStyle/>
          <a:p>
            <a:r>
              <a:rPr lang="zh-CN" altLang="en-US" b="1" dirty="0">
                <a:latin typeface="Arial Narrow" panose="020B0606020202030204" pitchFamily="34" charset="0"/>
              </a:rPr>
              <a:t>当以太网交换机上电启动后，若之前未对其各接口进行过</a:t>
            </a:r>
            <a:r>
              <a:rPr lang="en-US" altLang="zh-CN" b="1" dirty="0">
                <a:latin typeface="Arial Narrow" panose="020B0606020202030204" pitchFamily="34" charset="0"/>
              </a:rPr>
              <a:t>VLAN</a:t>
            </a:r>
            <a:r>
              <a:rPr lang="zh-CN" altLang="en-US" b="1" dirty="0">
                <a:latin typeface="Arial Narrow" panose="020B0606020202030204" pitchFamily="34" charset="0"/>
              </a:rPr>
              <a:t>的相关设置，则各接口的接口类型</a:t>
            </a:r>
            <a:r>
              <a:rPr lang="zh-CN" altLang="en-US" b="1" dirty="0">
                <a:solidFill>
                  <a:schemeClr val="accent1">
                    <a:lumMod val="75000"/>
                  </a:schemeClr>
                </a:solidFill>
                <a:latin typeface="Arial Narrow" panose="020B0606020202030204" pitchFamily="34" charset="0"/>
              </a:rPr>
              <a:t>默认为</a:t>
            </a:r>
            <a:r>
              <a:rPr lang="en-US" altLang="zh-CN" b="1" dirty="0">
                <a:solidFill>
                  <a:schemeClr val="accent1">
                    <a:lumMod val="75000"/>
                  </a:schemeClr>
                </a:solidFill>
                <a:latin typeface="Arial Narrow" panose="020B0606020202030204" pitchFamily="34" charset="0"/>
              </a:rPr>
              <a:t>Access</a:t>
            </a:r>
            <a:r>
              <a:rPr lang="zh-CN" altLang="en-US" b="1" dirty="0">
                <a:latin typeface="Arial Narrow" panose="020B0606020202030204" pitchFamily="34" charset="0"/>
              </a:rPr>
              <a:t>，并且各接口的缺省</a:t>
            </a:r>
            <a:r>
              <a:rPr lang="en-US" altLang="zh-CN" b="1" dirty="0">
                <a:latin typeface="Arial Narrow" panose="020B0606020202030204" pitchFamily="34" charset="0"/>
              </a:rPr>
              <a:t>VLAN ID</a:t>
            </a:r>
            <a:r>
              <a:rPr lang="zh-CN" altLang="en-US" b="1" dirty="0">
                <a:latin typeface="Arial Narrow" panose="020B0606020202030204" pitchFamily="34" charset="0"/>
              </a:rPr>
              <a:t>为</a:t>
            </a:r>
            <a:r>
              <a:rPr lang="en-US" altLang="zh-CN" b="1" dirty="0">
                <a:latin typeface="Arial Narrow" panose="020B0606020202030204" pitchFamily="34" charset="0"/>
              </a:rPr>
              <a:t>1</a:t>
            </a:r>
            <a:r>
              <a:rPr lang="zh-CN" altLang="en-US" b="1" dirty="0">
                <a:latin typeface="Arial Narrow" panose="020B0606020202030204" pitchFamily="34" charset="0"/>
              </a:rPr>
              <a:t>，即各接口</a:t>
            </a:r>
            <a:r>
              <a:rPr lang="zh-CN" altLang="en-US" b="1" dirty="0">
                <a:solidFill>
                  <a:schemeClr val="accent1">
                    <a:lumMod val="75000"/>
                  </a:schemeClr>
                </a:solidFill>
                <a:latin typeface="Arial Narrow" panose="020B0606020202030204" pitchFamily="34" charset="0"/>
              </a:rPr>
              <a:t>默认属于</a:t>
            </a:r>
            <a:r>
              <a:rPr lang="en-US" altLang="zh-CN" b="1" dirty="0">
                <a:solidFill>
                  <a:schemeClr val="accent1">
                    <a:lumMod val="75000"/>
                  </a:schemeClr>
                </a:solidFill>
                <a:latin typeface="Arial Narrow" panose="020B0606020202030204" pitchFamily="34" charset="0"/>
              </a:rPr>
              <a:t>VLAN1</a:t>
            </a:r>
            <a:r>
              <a:rPr lang="zh-CN" altLang="en-US" b="1" dirty="0">
                <a:latin typeface="Arial Narrow" panose="020B0606020202030204" pitchFamily="34" charset="0"/>
              </a:rPr>
              <a:t>。</a:t>
            </a:r>
          </a:p>
        </p:txBody>
      </p:sp>
      <p:sp>
        <p:nvSpPr>
          <p:cNvPr id="13" name="矩形 12">
            <a:extLst>
              <a:ext uri="{FF2B5EF4-FFF2-40B4-BE49-F238E27FC236}">
                <a16:creationId xmlns:a16="http://schemas.microsoft.com/office/drawing/2014/main" id="{553B6A8E-CE7A-4102-8E13-0C6012010D35}"/>
              </a:ext>
            </a:extLst>
          </p:cNvPr>
          <p:cNvSpPr/>
          <p:nvPr/>
        </p:nvSpPr>
        <p:spPr>
          <a:xfrm>
            <a:off x="1497131" y="2872474"/>
            <a:ext cx="256976" cy="256976"/>
          </a:xfrm>
          <a:prstGeom prst="rect">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14" name="íşlïḍè">
            <a:extLst>
              <a:ext uri="{FF2B5EF4-FFF2-40B4-BE49-F238E27FC236}">
                <a16:creationId xmlns:a16="http://schemas.microsoft.com/office/drawing/2014/main" id="{E6E17A51-330F-4AA0-BB91-AD0F377DBAF5}"/>
              </a:ext>
            </a:extLst>
          </p:cNvPr>
          <p:cNvSpPr txBox="1"/>
          <p:nvPr/>
        </p:nvSpPr>
        <p:spPr>
          <a:xfrm>
            <a:off x="1814359" y="2818152"/>
            <a:ext cx="10072841" cy="394774"/>
          </a:xfrm>
          <a:prstGeom prst="rect">
            <a:avLst/>
          </a:prstGeom>
          <a:noFill/>
        </p:spPr>
        <p:txBody>
          <a:bodyPr wrap="square" lIns="91440" tIns="45720" rIns="91440" bIns="45720" anchor="ctr">
            <a:noAutofit/>
          </a:bodyPr>
          <a:lstStyle/>
          <a:p>
            <a:r>
              <a:rPr lang="zh-CN" altLang="en-US" b="1" dirty="0">
                <a:latin typeface="Arial Narrow" panose="020B0606020202030204" pitchFamily="34" charset="0"/>
              </a:rPr>
              <a:t>对于思科交换机，接口的缺省</a:t>
            </a:r>
            <a:r>
              <a:rPr lang="en-US" altLang="zh-CN" b="1" dirty="0">
                <a:latin typeface="Arial Narrow" panose="020B0606020202030204" pitchFamily="34" charset="0"/>
              </a:rPr>
              <a:t>VLAN ID</a:t>
            </a:r>
            <a:r>
              <a:rPr lang="zh-CN" altLang="en-US" b="1" dirty="0">
                <a:latin typeface="Arial Narrow" panose="020B0606020202030204" pitchFamily="34" charset="0"/>
              </a:rPr>
              <a:t>称为本征</a:t>
            </a:r>
            <a:r>
              <a:rPr lang="en-US" altLang="zh-CN" b="1" dirty="0">
                <a:latin typeface="Arial Narrow" panose="020B0606020202030204" pitchFamily="34" charset="0"/>
              </a:rPr>
              <a:t>VLAN</a:t>
            </a:r>
            <a:r>
              <a:rPr lang="zh-CN" altLang="en-US" b="1" dirty="0">
                <a:latin typeface="Arial Narrow" panose="020B0606020202030204" pitchFamily="34" charset="0"/>
              </a:rPr>
              <a:t>（</a:t>
            </a:r>
            <a:r>
              <a:rPr lang="en-US" altLang="zh-CN" b="1" dirty="0">
                <a:latin typeface="Arial Narrow" panose="020B0606020202030204" pitchFamily="34" charset="0"/>
              </a:rPr>
              <a:t>Native VLAN</a:t>
            </a:r>
            <a:r>
              <a:rPr lang="zh-CN" altLang="en-US" b="1" dirty="0">
                <a:latin typeface="Arial Narrow" panose="020B0606020202030204" pitchFamily="34" charset="0"/>
              </a:rPr>
              <a:t>）。</a:t>
            </a:r>
          </a:p>
        </p:txBody>
      </p:sp>
      <p:sp>
        <p:nvSpPr>
          <p:cNvPr id="15" name="矩形 14">
            <a:extLst>
              <a:ext uri="{FF2B5EF4-FFF2-40B4-BE49-F238E27FC236}">
                <a16:creationId xmlns:a16="http://schemas.microsoft.com/office/drawing/2014/main" id="{A62BC5B2-005B-4DE0-A630-AA346218E168}"/>
              </a:ext>
            </a:extLst>
          </p:cNvPr>
          <p:cNvSpPr/>
          <p:nvPr/>
        </p:nvSpPr>
        <p:spPr>
          <a:xfrm>
            <a:off x="1497131" y="3405500"/>
            <a:ext cx="256976" cy="256976"/>
          </a:xfrm>
          <a:prstGeom prst="rect">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16" name="íşlïḍè">
            <a:extLst>
              <a:ext uri="{FF2B5EF4-FFF2-40B4-BE49-F238E27FC236}">
                <a16:creationId xmlns:a16="http://schemas.microsoft.com/office/drawing/2014/main" id="{67ABB105-DD60-4A17-A81F-D718C8D20E3A}"/>
              </a:ext>
            </a:extLst>
          </p:cNvPr>
          <p:cNvSpPr txBox="1"/>
          <p:nvPr/>
        </p:nvSpPr>
        <p:spPr>
          <a:xfrm>
            <a:off x="1814359" y="3351178"/>
            <a:ext cx="10072841" cy="394774"/>
          </a:xfrm>
          <a:prstGeom prst="rect">
            <a:avLst/>
          </a:prstGeom>
          <a:noFill/>
        </p:spPr>
        <p:txBody>
          <a:bodyPr wrap="square" lIns="91440" tIns="45720" rIns="91440" bIns="45720" anchor="ctr">
            <a:noAutofit/>
          </a:bodyPr>
          <a:lstStyle/>
          <a:p>
            <a:r>
              <a:rPr lang="zh-CN" altLang="en-US" b="1" dirty="0">
                <a:latin typeface="Arial Narrow" panose="020B0606020202030204" pitchFamily="34" charset="0"/>
              </a:rPr>
              <a:t>对于华为交换机，接口的缺省</a:t>
            </a:r>
            <a:r>
              <a:rPr lang="en-US" altLang="zh-CN" b="1" dirty="0">
                <a:latin typeface="Arial Narrow" panose="020B0606020202030204" pitchFamily="34" charset="0"/>
              </a:rPr>
              <a:t>VLAN ID</a:t>
            </a:r>
            <a:r>
              <a:rPr lang="zh-CN" altLang="en-US" b="1" dirty="0">
                <a:latin typeface="Arial Narrow" panose="020B0606020202030204" pitchFamily="34" charset="0"/>
              </a:rPr>
              <a:t>称为端口</a:t>
            </a:r>
            <a:r>
              <a:rPr lang="en-US" altLang="zh-CN" b="1" dirty="0">
                <a:latin typeface="Arial Narrow" panose="020B0606020202030204" pitchFamily="34" charset="0"/>
              </a:rPr>
              <a:t>VLAN ID</a:t>
            </a:r>
            <a:r>
              <a:rPr lang="zh-CN" altLang="en-US" b="1" dirty="0">
                <a:latin typeface="Arial Narrow" panose="020B0606020202030204" pitchFamily="34" charset="0"/>
              </a:rPr>
              <a:t>（</a:t>
            </a:r>
            <a:r>
              <a:rPr lang="en-US" altLang="zh-CN" b="1" dirty="0">
                <a:latin typeface="Arial Narrow" panose="020B0606020202030204" pitchFamily="34" charset="0"/>
              </a:rPr>
              <a:t>Port VLAN ID</a:t>
            </a:r>
            <a:r>
              <a:rPr lang="zh-CN" altLang="en-US" b="1" dirty="0">
                <a:latin typeface="Arial Narrow" panose="020B0606020202030204" pitchFamily="34" charset="0"/>
              </a:rPr>
              <a:t>），简记为</a:t>
            </a:r>
            <a:r>
              <a:rPr lang="en-US" altLang="zh-CN" b="1" dirty="0">
                <a:latin typeface="Arial Narrow" panose="020B0606020202030204" pitchFamily="34" charset="0"/>
              </a:rPr>
              <a:t>PVID</a:t>
            </a:r>
            <a:r>
              <a:rPr lang="zh-CN" altLang="en-US" b="1" dirty="0">
                <a:latin typeface="Arial Narrow" panose="020B0606020202030204" pitchFamily="34" charset="0"/>
              </a:rPr>
              <a:t>。</a:t>
            </a:r>
          </a:p>
        </p:txBody>
      </p:sp>
      <p:sp>
        <p:nvSpPr>
          <p:cNvPr id="5" name="矩形 4">
            <a:extLst>
              <a:ext uri="{FF2B5EF4-FFF2-40B4-BE49-F238E27FC236}">
                <a16:creationId xmlns:a16="http://schemas.microsoft.com/office/drawing/2014/main" id="{5F77A2B9-4506-44DB-9B56-DBB4383276DB}"/>
              </a:ext>
            </a:extLst>
          </p:cNvPr>
          <p:cNvSpPr/>
          <p:nvPr/>
        </p:nvSpPr>
        <p:spPr>
          <a:xfrm>
            <a:off x="3282091" y="4141192"/>
            <a:ext cx="5630179" cy="575062"/>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zh-CN" altLang="en-US" b="1" dirty="0"/>
              <a:t>交换机的每个接口有且仅有一个</a:t>
            </a:r>
            <a:r>
              <a:rPr lang="en-US" altLang="zh-CN" b="1" dirty="0"/>
              <a:t>PVID</a:t>
            </a:r>
            <a:endParaRPr lang="zh-CN" altLang="en-US" b="1" dirty="0"/>
          </a:p>
        </p:txBody>
      </p:sp>
      <p:sp>
        <p:nvSpPr>
          <p:cNvPr id="17" name="平行四边形 16">
            <a:extLst>
              <a:ext uri="{FF2B5EF4-FFF2-40B4-BE49-F238E27FC236}">
                <a16:creationId xmlns:a16="http://schemas.microsoft.com/office/drawing/2014/main" id="{F0138F90-BE6D-8251-553E-F33C286208A0}"/>
              </a:ext>
            </a:extLst>
          </p:cNvPr>
          <p:cNvSpPr/>
          <p:nvPr/>
        </p:nvSpPr>
        <p:spPr>
          <a:xfrm>
            <a:off x="304799" y="749300"/>
            <a:ext cx="678493" cy="387090"/>
          </a:xfrm>
          <a:prstGeom prst="parallelogram">
            <a:avLst/>
          </a:prstGeom>
          <a:solidFill>
            <a:schemeClr val="accent3">
              <a:lumMod val="75000"/>
            </a:schemeClr>
          </a:solidFill>
          <a:ln>
            <a:solidFill>
              <a:schemeClr val="accent3">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CN" sz="2200" dirty="0">
                <a:latin typeface="Impact" panose="020B0806030902050204" pitchFamily="34" charset="0"/>
              </a:rPr>
              <a:t>03</a:t>
            </a:r>
            <a:endParaRPr lang="zh-CN" altLang="en-US" sz="2200" dirty="0">
              <a:latin typeface="Impact" panose="020B0806030902050204" pitchFamily="34" charset="0"/>
            </a:endParaRPr>
          </a:p>
        </p:txBody>
      </p:sp>
    </p:spTree>
    <p:custDataLst>
      <p:tags r:id="rId1"/>
    </p:custDataLst>
    <p:extLst>
      <p:ext uri="{BB962C8B-B14F-4D97-AF65-F5344CB8AC3E}">
        <p14:creationId xmlns:p14="http://schemas.microsoft.com/office/powerpoint/2010/main" val="4019272697"/>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2" fill="hold" grpId="0" nodeType="withEffect">
                                  <p:stCondLst>
                                    <p:cond delay="0"/>
                                  </p:stCondLst>
                                  <p:childTnLst>
                                    <p:set>
                                      <p:cBhvr>
                                        <p:cTn id="6" dur="1" fill="hold">
                                          <p:stCondLst>
                                            <p:cond delay="0"/>
                                          </p:stCondLst>
                                        </p:cTn>
                                        <p:tgtEl>
                                          <p:spTgt spid="9"/>
                                        </p:tgtEl>
                                        <p:attrNameLst>
                                          <p:attrName>style.visibility</p:attrName>
                                        </p:attrNameLst>
                                      </p:cBhvr>
                                      <p:to>
                                        <p:strVal val="visible"/>
                                      </p:to>
                                    </p:set>
                                    <p:anim calcmode="lin" valueType="num">
                                      <p:cBhvr additive="base">
                                        <p:cTn id="7" dur="500" fill="hold"/>
                                        <p:tgtEl>
                                          <p:spTgt spid="9"/>
                                        </p:tgtEl>
                                        <p:attrNameLst>
                                          <p:attrName>ppt_x</p:attrName>
                                        </p:attrNameLst>
                                      </p:cBhvr>
                                      <p:tavLst>
                                        <p:tav tm="0">
                                          <p:val>
                                            <p:strVal val="1+#ppt_w/2"/>
                                          </p:val>
                                        </p:tav>
                                        <p:tav tm="100000">
                                          <p:val>
                                            <p:strVal val="#ppt_x"/>
                                          </p:val>
                                        </p:tav>
                                      </p:tavLst>
                                    </p:anim>
                                    <p:anim calcmode="lin" valueType="num">
                                      <p:cBhvr additive="base">
                                        <p:cTn id="8" dur="500" fill="hold"/>
                                        <p:tgtEl>
                                          <p:spTgt spid="9"/>
                                        </p:tgtEl>
                                        <p:attrNameLst>
                                          <p:attrName>ppt_y</p:attrName>
                                        </p:attrNameLst>
                                      </p:cBhvr>
                                      <p:tavLst>
                                        <p:tav tm="0">
                                          <p:val>
                                            <p:strVal val="#ppt_y"/>
                                          </p:val>
                                        </p:tav>
                                        <p:tav tm="100000">
                                          <p:val>
                                            <p:strVal val="#ppt_y"/>
                                          </p:val>
                                        </p:tav>
                                      </p:tavLst>
                                    </p:anim>
                                  </p:childTnLst>
                                </p:cTn>
                              </p:par>
                            </p:childTnLst>
                          </p:cTn>
                        </p:par>
                      </p:childTnLst>
                    </p:cTn>
                  </p:par>
                  <p:par>
                    <p:cTn id="9" fill="hold">
                      <p:stCondLst>
                        <p:cond delay="indefinite"/>
                      </p:stCondLst>
                      <p:childTnLst>
                        <p:par>
                          <p:cTn id="10" fill="hold">
                            <p:stCondLst>
                              <p:cond delay="0"/>
                            </p:stCondLst>
                            <p:childTnLst>
                              <p:par>
                                <p:cTn id="11" presetID="49" presetClass="entr" presetSubtype="0" decel="100000" fill="hold" grpId="0" nodeType="clickEffect">
                                  <p:stCondLst>
                                    <p:cond delay="0"/>
                                  </p:stCondLst>
                                  <p:childTnLst>
                                    <p:set>
                                      <p:cBhvr>
                                        <p:cTn id="12" dur="1" fill="hold">
                                          <p:stCondLst>
                                            <p:cond delay="0"/>
                                          </p:stCondLst>
                                        </p:cTn>
                                        <p:tgtEl>
                                          <p:spTgt spid="10"/>
                                        </p:tgtEl>
                                        <p:attrNameLst>
                                          <p:attrName>style.visibility</p:attrName>
                                        </p:attrNameLst>
                                      </p:cBhvr>
                                      <p:to>
                                        <p:strVal val="visible"/>
                                      </p:to>
                                    </p:set>
                                    <p:anim calcmode="lin" valueType="num">
                                      <p:cBhvr>
                                        <p:cTn id="13" dur="500" fill="hold"/>
                                        <p:tgtEl>
                                          <p:spTgt spid="10"/>
                                        </p:tgtEl>
                                        <p:attrNameLst>
                                          <p:attrName>ppt_w</p:attrName>
                                        </p:attrNameLst>
                                      </p:cBhvr>
                                      <p:tavLst>
                                        <p:tav tm="0">
                                          <p:val>
                                            <p:fltVal val="0"/>
                                          </p:val>
                                        </p:tav>
                                        <p:tav tm="100000">
                                          <p:val>
                                            <p:strVal val="#ppt_w"/>
                                          </p:val>
                                        </p:tav>
                                      </p:tavLst>
                                    </p:anim>
                                    <p:anim calcmode="lin" valueType="num">
                                      <p:cBhvr>
                                        <p:cTn id="14" dur="500" fill="hold"/>
                                        <p:tgtEl>
                                          <p:spTgt spid="10"/>
                                        </p:tgtEl>
                                        <p:attrNameLst>
                                          <p:attrName>ppt_h</p:attrName>
                                        </p:attrNameLst>
                                      </p:cBhvr>
                                      <p:tavLst>
                                        <p:tav tm="0">
                                          <p:val>
                                            <p:fltVal val="0"/>
                                          </p:val>
                                        </p:tav>
                                        <p:tav tm="100000">
                                          <p:val>
                                            <p:strVal val="#ppt_h"/>
                                          </p:val>
                                        </p:tav>
                                      </p:tavLst>
                                    </p:anim>
                                    <p:anim calcmode="lin" valueType="num">
                                      <p:cBhvr>
                                        <p:cTn id="15" dur="500" fill="hold"/>
                                        <p:tgtEl>
                                          <p:spTgt spid="10"/>
                                        </p:tgtEl>
                                        <p:attrNameLst>
                                          <p:attrName>style.rotation</p:attrName>
                                        </p:attrNameLst>
                                      </p:cBhvr>
                                      <p:tavLst>
                                        <p:tav tm="0">
                                          <p:val>
                                            <p:fltVal val="360"/>
                                          </p:val>
                                        </p:tav>
                                        <p:tav tm="100000">
                                          <p:val>
                                            <p:fltVal val="0"/>
                                          </p:val>
                                        </p:tav>
                                      </p:tavLst>
                                    </p:anim>
                                    <p:animEffect transition="in" filter="fade">
                                      <p:cBhvr>
                                        <p:cTn id="16" dur="500"/>
                                        <p:tgtEl>
                                          <p:spTgt spid="10"/>
                                        </p:tgtEl>
                                      </p:cBhvr>
                                    </p:animEffect>
                                  </p:childTnLst>
                                </p:cTn>
                              </p:par>
                            </p:childTnLst>
                          </p:cTn>
                        </p:par>
                        <p:par>
                          <p:cTn id="17" fill="hold">
                            <p:stCondLst>
                              <p:cond delay="500"/>
                            </p:stCondLst>
                            <p:childTnLst>
                              <p:par>
                                <p:cTn id="18" presetID="1" presetClass="entr" presetSubtype="0" fill="hold" grpId="0" nodeType="afterEffect">
                                  <p:stCondLst>
                                    <p:cond delay="0"/>
                                  </p:stCondLst>
                                  <p:iterate type="lt">
                                    <p:tmAbs val="100"/>
                                  </p:iterate>
                                  <p:childTnLst>
                                    <p:set>
                                      <p:cBhvr>
                                        <p:cTn id="19" dur="1" fill="hold">
                                          <p:stCondLst>
                                            <p:cond delay="0"/>
                                          </p:stCondLst>
                                        </p:cTn>
                                        <p:tgtEl>
                                          <p:spTgt spid="11"/>
                                        </p:tgtEl>
                                        <p:attrNameLst>
                                          <p:attrName>style.visibility</p:attrName>
                                        </p:attrNameLst>
                                      </p:cBhvr>
                                      <p:to>
                                        <p:strVal val="visible"/>
                                      </p:to>
                                    </p:set>
                                  </p:childTnLst>
                                </p:cTn>
                              </p:par>
                            </p:childTnLst>
                          </p:cTn>
                        </p:par>
                      </p:childTnLst>
                    </p:cTn>
                  </p:par>
                  <p:par>
                    <p:cTn id="20" fill="hold">
                      <p:stCondLst>
                        <p:cond delay="indefinite"/>
                      </p:stCondLst>
                      <p:childTnLst>
                        <p:par>
                          <p:cTn id="21" fill="hold">
                            <p:stCondLst>
                              <p:cond delay="0"/>
                            </p:stCondLst>
                            <p:childTnLst>
                              <p:par>
                                <p:cTn id="22" presetID="49" presetClass="entr" presetSubtype="0" decel="100000" fill="hold" grpId="0" nodeType="clickEffect">
                                  <p:stCondLst>
                                    <p:cond delay="0"/>
                                  </p:stCondLst>
                                  <p:childTnLst>
                                    <p:set>
                                      <p:cBhvr>
                                        <p:cTn id="23" dur="1" fill="hold">
                                          <p:stCondLst>
                                            <p:cond delay="0"/>
                                          </p:stCondLst>
                                        </p:cTn>
                                        <p:tgtEl>
                                          <p:spTgt spid="8"/>
                                        </p:tgtEl>
                                        <p:attrNameLst>
                                          <p:attrName>style.visibility</p:attrName>
                                        </p:attrNameLst>
                                      </p:cBhvr>
                                      <p:to>
                                        <p:strVal val="visible"/>
                                      </p:to>
                                    </p:set>
                                    <p:anim calcmode="lin" valueType="num">
                                      <p:cBhvr>
                                        <p:cTn id="24" dur="500" fill="hold"/>
                                        <p:tgtEl>
                                          <p:spTgt spid="8"/>
                                        </p:tgtEl>
                                        <p:attrNameLst>
                                          <p:attrName>ppt_w</p:attrName>
                                        </p:attrNameLst>
                                      </p:cBhvr>
                                      <p:tavLst>
                                        <p:tav tm="0">
                                          <p:val>
                                            <p:fltVal val="0"/>
                                          </p:val>
                                        </p:tav>
                                        <p:tav tm="100000">
                                          <p:val>
                                            <p:strVal val="#ppt_w"/>
                                          </p:val>
                                        </p:tav>
                                      </p:tavLst>
                                    </p:anim>
                                    <p:anim calcmode="lin" valueType="num">
                                      <p:cBhvr>
                                        <p:cTn id="25" dur="500" fill="hold"/>
                                        <p:tgtEl>
                                          <p:spTgt spid="8"/>
                                        </p:tgtEl>
                                        <p:attrNameLst>
                                          <p:attrName>ppt_h</p:attrName>
                                        </p:attrNameLst>
                                      </p:cBhvr>
                                      <p:tavLst>
                                        <p:tav tm="0">
                                          <p:val>
                                            <p:fltVal val="0"/>
                                          </p:val>
                                        </p:tav>
                                        <p:tav tm="100000">
                                          <p:val>
                                            <p:strVal val="#ppt_h"/>
                                          </p:val>
                                        </p:tav>
                                      </p:tavLst>
                                    </p:anim>
                                    <p:anim calcmode="lin" valueType="num">
                                      <p:cBhvr>
                                        <p:cTn id="26" dur="500" fill="hold"/>
                                        <p:tgtEl>
                                          <p:spTgt spid="8"/>
                                        </p:tgtEl>
                                        <p:attrNameLst>
                                          <p:attrName>style.rotation</p:attrName>
                                        </p:attrNameLst>
                                      </p:cBhvr>
                                      <p:tavLst>
                                        <p:tav tm="0">
                                          <p:val>
                                            <p:fltVal val="360"/>
                                          </p:val>
                                        </p:tav>
                                        <p:tav tm="100000">
                                          <p:val>
                                            <p:fltVal val="0"/>
                                          </p:val>
                                        </p:tav>
                                      </p:tavLst>
                                    </p:anim>
                                    <p:animEffect transition="in" filter="fade">
                                      <p:cBhvr>
                                        <p:cTn id="27" dur="500"/>
                                        <p:tgtEl>
                                          <p:spTgt spid="8"/>
                                        </p:tgtEl>
                                      </p:cBhvr>
                                    </p:animEffect>
                                  </p:childTnLst>
                                </p:cTn>
                              </p:par>
                            </p:childTnLst>
                          </p:cTn>
                        </p:par>
                        <p:par>
                          <p:cTn id="28" fill="hold">
                            <p:stCondLst>
                              <p:cond delay="500"/>
                            </p:stCondLst>
                            <p:childTnLst>
                              <p:par>
                                <p:cTn id="29" presetID="1" presetClass="entr" presetSubtype="0" fill="hold" grpId="0" nodeType="afterEffect">
                                  <p:stCondLst>
                                    <p:cond delay="0"/>
                                  </p:stCondLst>
                                  <p:iterate type="lt">
                                    <p:tmAbs val="100"/>
                                  </p:iterate>
                                  <p:childTnLst>
                                    <p:set>
                                      <p:cBhvr>
                                        <p:cTn id="30" dur="1" fill="hold">
                                          <p:stCondLst>
                                            <p:cond delay="0"/>
                                          </p:stCondLst>
                                        </p:cTn>
                                        <p:tgtEl>
                                          <p:spTgt spid="12"/>
                                        </p:tgtEl>
                                        <p:attrNameLst>
                                          <p:attrName>style.visibility</p:attrName>
                                        </p:attrNameLst>
                                      </p:cBhvr>
                                      <p:to>
                                        <p:strVal val="visible"/>
                                      </p:to>
                                    </p:set>
                                  </p:childTnLst>
                                </p:cTn>
                              </p:par>
                            </p:childTnLst>
                          </p:cTn>
                        </p:par>
                      </p:childTnLst>
                    </p:cTn>
                  </p:par>
                  <p:par>
                    <p:cTn id="31" fill="hold">
                      <p:stCondLst>
                        <p:cond delay="indefinite"/>
                      </p:stCondLst>
                      <p:childTnLst>
                        <p:par>
                          <p:cTn id="32" fill="hold">
                            <p:stCondLst>
                              <p:cond delay="0"/>
                            </p:stCondLst>
                            <p:childTnLst>
                              <p:par>
                                <p:cTn id="33" presetID="49" presetClass="entr" presetSubtype="0" decel="100000" fill="hold" grpId="0" nodeType="clickEffect">
                                  <p:stCondLst>
                                    <p:cond delay="0"/>
                                  </p:stCondLst>
                                  <p:childTnLst>
                                    <p:set>
                                      <p:cBhvr>
                                        <p:cTn id="34" dur="1" fill="hold">
                                          <p:stCondLst>
                                            <p:cond delay="0"/>
                                          </p:stCondLst>
                                        </p:cTn>
                                        <p:tgtEl>
                                          <p:spTgt spid="13"/>
                                        </p:tgtEl>
                                        <p:attrNameLst>
                                          <p:attrName>style.visibility</p:attrName>
                                        </p:attrNameLst>
                                      </p:cBhvr>
                                      <p:to>
                                        <p:strVal val="visible"/>
                                      </p:to>
                                    </p:set>
                                    <p:anim calcmode="lin" valueType="num">
                                      <p:cBhvr>
                                        <p:cTn id="35" dur="500" fill="hold"/>
                                        <p:tgtEl>
                                          <p:spTgt spid="13"/>
                                        </p:tgtEl>
                                        <p:attrNameLst>
                                          <p:attrName>ppt_w</p:attrName>
                                        </p:attrNameLst>
                                      </p:cBhvr>
                                      <p:tavLst>
                                        <p:tav tm="0">
                                          <p:val>
                                            <p:fltVal val="0"/>
                                          </p:val>
                                        </p:tav>
                                        <p:tav tm="100000">
                                          <p:val>
                                            <p:strVal val="#ppt_w"/>
                                          </p:val>
                                        </p:tav>
                                      </p:tavLst>
                                    </p:anim>
                                    <p:anim calcmode="lin" valueType="num">
                                      <p:cBhvr>
                                        <p:cTn id="36" dur="500" fill="hold"/>
                                        <p:tgtEl>
                                          <p:spTgt spid="13"/>
                                        </p:tgtEl>
                                        <p:attrNameLst>
                                          <p:attrName>ppt_h</p:attrName>
                                        </p:attrNameLst>
                                      </p:cBhvr>
                                      <p:tavLst>
                                        <p:tav tm="0">
                                          <p:val>
                                            <p:fltVal val="0"/>
                                          </p:val>
                                        </p:tav>
                                        <p:tav tm="100000">
                                          <p:val>
                                            <p:strVal val="#ppt_h"/>
                                          </p:val>
                                        </p:tav>
                                      </p:tavLst>
                                    </p:anim>
                                    <p:anim calcmode="lin" valueType="num">
                                      <p:cBhvr>
                                        <p:cTn id="37" dur="500" fill="hold"/>
                                        <p:tgtEl>
                                          <p:spTgt spid="13"/>
                                        </p:tgtEl>
                                        <p:attrNameLst>
                                          <p:attrName>style.rotation</p:attrName>
                                        </p:attrNameLst>
                                      </p:cBhvr>
                                      <p:tavLst>
                                        <p:tav tm="0">
                                          <p:val>
                                            <p:fltVal val="360"/>
                                          </p:val>
                                        </p:tav>
                                        <p:tav tm="100000">
                                          <p:val>
                                            <p:fltVal val="0"/>
                                          </p:val>
                                        </p:tav>
                                      </p:tavLst>
                                    </p:anim>
                                    <p:animEffect transition="in" filter="fade">
                                      <p:cBhvr>
                                        <p:cTn id="38" dur="500"/>
                                        <p:tgtEl>
                                          <p:spTgt spid="13"/>
                                        </p:tgtEl>
                                      </p:cBhvr>
                                    </p:animEffect>
                                  </p:childTnLst>
                                </p:cTn>
                              </p:par>
                            </p:childTnLst>
                          </p:cTn>
                        </p:par>
                        <p:par>
                          <p:cTn id="39" fill="hold">
                            <p:stCondLst>
                              <p:cond delay="500"/>
                            </p:stCondLst>
                            <p:childTnLst>
                              <p:par>
                                <p:cTn id="40" presetID="1" presetClass="entr" presetSubtype="0" fill="hold" grpId="0" nodeType="afterEffect">
                                  <p:stCondLst>
                                    <p:cond delay="0"/>
                                  </p:stCondLst>
                                  <p:iterate type="lt">
                                    <p:tmAbs val="100"/>
                                  </p:iterate>
                                  <p:childTnLst>
                                    <p:set>
                                      <p:cBhvr>
                                        <p:cTn id="41" dur="1" fill="hold">
                                          <p:stCondLst>
                                            <p:cond delay="0"/>
                                          </p:stCondLst>
                                        </p:cTn>
                                        <p:tgtEl>
                                          <p:spTgt spid="14"/>
                                        </p:tgtEl>
                                        <p:attrNameLst>
                                          <p:attrName>style.visibility</p:attrName>
                                        </p:attrNameLst>
                                      </p:cBhvr>
                                      <p:to>
                                        <p:strVal val="visible"/>
                                      </p:to>
                                    </p:set>
                                  </p:childTnLst>
                                </p:cTn>
                              </p:par>
                            </p:childTnLst>
                          </p:cTn>
                        </p:par>
                      </p:childTnLst>
                    </p:cTn>
                  </p:par>
                  <p:par>
                    <p:cTn id="42" fill="hold">
                      <p:stCondLst>
                        <p:cond delay="indefinite"/>
                      </p:stCondLst>
                      <p:childTnLst>
                        <p:par>
                          <p:cTn id="43" fill="hold">
                            <p:stCondLst>
                              <p:cond delay="0"/>
                            </p:stCondLst>
                            <p:childTnLst>
                              <p:par>
                                <p:cTn id="44" presetID="49" presetClass="entr" presetSubtype="0" decel="100000" fill="hold" grpId="0" nodeType="clickEffect">
                                  <p:stCondLst>
                                    <p:cond delay="0"/>
                                  </p:stCondLst>
                                  <p:childTnLst>
                                    <p:set>
                                      <p:cBhvr>
                                        <p:cTn id="45" dur="1" fill="hold">
                                          <p:stCondLst>
                                            <p:cond delay="0"/>
                                          </p:stCondLst>
                                        </p:cTn>
                                        <p:tgtEl>
                                          <p:spTgt spid="15"/>
                                        </p:tgtEl>
                                        <p:attrNameLst>
                                          <p:attrName>style.visibility</p:attrName>
                                        </p:attrNameLst>
                                      </p:cBhvr>
                                      <p:to>
                                        <p:strVal val="visible"/>
                                      </p:to>
                                    </p:set>
                                    <p:anim calcmode="lin" valueType="num">
                                      <p:cBhvr>
                                        <p:cTn id="46" dur="500" fill="hold"/>
                                        <p:tgtEl>
                                          <p:spTgt spid="15"/>
                                        </p:tgtEl>
                                        <p:attrNameLst>
                                          <p:attrName>ppt_w</p:attrName>
                                        </p:attrNameLst>
                                      </p:cBhvr>
                                      <p:tavLst>
                                        <p:tav tm="0">
                                          <p:val>
                                            <p:fltVal val="0"/>
                                          </p:val>
                                        </p:tav>
                                        <p:tav tm="100000">
                                          <p:val>
                                            <p:strVal val="#ppt_w"/>
                                          </p:val>
                                        </p:tav>
                                      </p:tavLst>
                                    </p:anim>
                                    <p:anim calcmode="lin" valueType="num">
                                      <p:cBhvr>
                                        <p:cTn id="47" dur="500" fill="hold"/>
                                        <p:tgtEl>
                                          <p:spTgt spid="15"/>
                                        </p:tgtEl>
                                        <p:attrNameLst>
                                          <p:attrName>ppt_h</p:attrName>
                                        </p:attrNameLst>
                                      </p:cBhvr>
                                      <p:tavLst>
                                        <p:tav tm="0">
                                          <p:val>
                                            <p:fltVal val="0"/>
                                          </p:val>
                                        </p:tav>
                                        <p:tav tm="100000">
                                          <p:val>
                                            <p:strVal val="#ppt_h"/>
                                          </p:val>
                                        </p:tav>
                                      </p:tavLst>
                                    </p:anim>
                                    <p:anim calcmode="lin" valueType="num">
                                      <p:cBhvr>
                                        <p:cTn id="48" dur="500" fill="hold"/>
                                        <p:tgtEl>
                                          <p:spTgt spid="15"/>
                                        </p:tgtEl>
                                        <p:attrNameLst>
                                          <p:attrName>style.rotation</p:attrName>
                                        </p:attrNameLst>
                                      </p:cBhvr>
                                      <p:tavLst>
                                        <p:tav tm="0">
                                          <p:val>
                                            <p:fltVal val="360"/>
                                          </p:val>
                                        </p:tav>
                                        <p:tav tm="100000">
                                          <p:val>
                                            <p:fltVal val="0"/>
                                          </p:val>
                                        </p:tav>
                                      </p:tavLst>
                                    </p:anim>
                                    <p:animEffect transition="in" filter="fade">
                                      <p:cBhvr>
                                        <p:cTn id="49" dur="500"/>
                                        <p:tgtEl>
                                          <p:spTgt spid="15"/>
                                        </p:tgtEl>
                                      </p:cBhvr>
                                    </p:animEffect>
                                  </p:childTnLst>
                                </p:cTn>
                              </p:par>
                            </p:childTnLst>
                          </p:cTn>
                        </p:par>
                        <p:par>
                          <p:cTn id="50" fill="hold">
                            <p:stCondLst>
                              <p:cond delay="500"/>
                            </p:stCondLst>
                            <p:childTnLst>
                              <p:par>
                                <p:cTn id="51" presetID="1" presetClass="entr" presetSubtype="0" fill="hold" grpId="0" nodeType="afterEffect">
                                  <p:stCondLst>
                                    <p:cond delay="0"/>
                                  </p:stCondLst>
                                  <p:iterate type="lt">
                                    <p:tmAbs val="100"/>
                                  </p:iterate>
                                  <p:childTnLst>
                                    <p:set>
                                      <p:cBhvr>
                                        <p:cTn id="52" dur="1" fill="hold">
                                          <p:stCondLst>
                                            <p:cond delay="0"/>
                                          </p:stCondLst>
                                        </p:cTn>
                                        <p:tgtEl>
                                          <p:spTgt spid="16"/>
                                        </p:tgtEl>
                                        <p:attrNameLst>
                                          <p:attrName>style.visibility</p:attrName>
                                        </p:attrNameLst>
                                      </p:cBhvr>
                                      <p:to>
                                        <p:strVal val="visible"/>
                                      </p:to>
                                    </p:set>
                                  </p:childTnLst>
                                </p:cTn>
                              </p:par>
                            </p:childTnLst>
                          </p:cTn>
                        </p:par>
                      </p:childTnLst>
                    </p:cTn>
                  </p:par>
                  <p:par>
                    <p:cTn id="53" fill="hold">
                      <p:stCondLst>
                        <p:cond delay="indefinite"/>
                      </p:stCondLst>
                      <p:childTnLst>
                        <p:par>
                          <p:cTn id="54" fill="hold">
                            <p:stCondLst>
                              <p:cond delay="0"/>
                            </p:stCondLst>
                            <p:childTnLst>
                              <p:par>
                                <p:cTn id="55" presetID="47" presetClass="entr" presetSubtype="0" fill="hold" grpId="0" nodeType="clickEffect">
                                  <p:stCondLst>
                                    <p:cond delay="0"/>
                                  </p:stCondLst>
                                  <p:childTnLst>
                                    <p:set>
                                      <p:cBhvr>
                                        <p:cTn id="56" dur="1" fill="hold">
                                          <p:stCondLst>
                                            <p:cond delay="0"/>
                                          </p:stCondLst>
                                        </p:cTn>
                                        <p:tgtEl>
                                          <p:spTgt spid="5"/>
                                        </p:tgtEl>
                                        <p:attrNameLst>
                                          <p:attrName>style.visibility</p:attrName>
                                        </p:attrNameLst>
                                      </p:cBhvr>
                                      <p:to>
                                        <p:strVal val="visible"/>
                                      </p:to>
                                    </p:set>
                                    <p:animEffect transition="in" filter="fade">
                                      <p:cBhvr>
                                        <p:cTn id="57" dur="1000"/>
                                        <p:tgtEl>
                                          <p:spTgt spid="5"/>
                                        </p:tgtEl>
                                      </p:cBhvr>
                                    </p:animEffect>
                                    <p:anim calcmode="lin" valueType="num">
                                      <p:cBhvr>
                                        <p:cTn id="58" dur="1000" fill="hold"/>
                                        <p:tgtEl>
                                          <p:spTgt spid="5"/>
                                        </p:tgtEl>
                                        <p:attrNameLst>
                                          <p:attrName>ppt_x</p:attrName>
                                        </p:attrNameLst>
                                      </p:cBhvr>
                                      <p:tavLst>
                                        <p:tav tm="0">
                                          <p:val>
                                            <p:strVal val="#ppt_x"/>
                                          </p:val>
                                        </p:tav>
                                        <p:tav tm="100000">
                                          <p:val>
                                            <p:strVal val="#ppt_x"/>
                                          </p:val>
                                        </p:tav>
                                      </p:tavLst>
                                    </p:anim>
                                    <p:anim calcmode="lin" valueType="num">
                                      <p:cBhvr>
                                        <p:cTn id="59" dur="1000" fill="hold"/>
                                        <p:tgtEl>
                                          <p:spTgt spid="5"/>
                                        </p:tgtEl>
                                        <p:attrNameLst>
                                          <p:attrName>ppt_y</p:attrName>
                                        </p:attrNameLst>
                                      </p:cBhvr>
                                      <p:tavLst>
                                        <p:tav tm="0">
                                          <p:val>
                                            <p:strVal val="#ppt_y-.1"/>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9" grpId="0"/>
      <p:bldP spid="10" grpId="0" animBg="1"/>
      <p:bldP spid="11" grpId="0"/>
      <p:bldP spid="8" grpId="0" animBg="1"/>
      <p:bldP spid="12" grpId="0"/>
      <p:bldP spid="13" grpId="0" animBg="1"/>
      <p:bldP spid="14" grpId="0"/>
      <p:bldP spid="15" grpId="0" animBg="1"/>
      <p:bldP spid="16" grpId="0"/>
      <p:bldP spid="5" grpId="0" animBg="1"/>
    </p:bldLst>
  </p:timing>
</p:sld>
</file>

<file path=ppt/slides/slide48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0" name="矩形 19">
            <a:extLst>
              <a:ext uri="{FF2B5EF4-FFF2-40B4-BE49-F238E27FC236}">
                <a16:creationId xmlns:a16="http://schemas.microsoft.com/office/drawing/2014/main" id="{B7E1855B-BB0E-4F7F-86D0-BB02329A21F2}"/>
              </a:ext>
            </a:extLst>
          </p:cNvPr>
          <p:cNvSpPr/>
          <p:nvPr/>
        </p:nvSpPr>
        <p:spPr>
          <a:xfrm>
            <a:off x="4448173" y="4062426"/>
            <a:ext cx="1050925" cy="331788"/>
          </a:xfrm>
          <a:prstGeom prst="rect">
            <a:avLst/>
          </a:prstGeom>
          <a:solidFill>
            <a:schemeClr val="accent4"/>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CN" sz="2000" b="1" dirty="0">
                <a:solidFill>
                  <a:schemeClr val="bg1"/>
                </a:solidFill>
                <a:latin typeface="Arial Narrow" panose="020B0606020202030204" pitchFamily="34" charset="0"/>
              </a:rPr>
              <a:t>Access</a:t>
            </a:r>
            <a:endParaRPr lang="zh-CN" altLang="en-US" sz="2000" b="1" dirty="0">
              <a:solidFill>
                <a:schemeClr val="bg1"/>
              </a:solidFill>
              <a:latin typeface="Arial Narrow" panose="020B0606020202030204" pitchFamily="34" charset="0"/>
            </a:endParaRPr>
          </a:p>
        </p:txBody>
      </p:sp>
      <p:sp>
        <p:nvSpPr>
          <p:cNvPr id="24" name="矩形 23">
            <a:extLst>
              <a:ext uri="{FF2B5EF4-FFF2-40B4-BE49-F238E27FC236}">
                <a16:creationId xmlns:a16="http://schemas.microsoft.com/office/drawing/2014/main" id="{A4E7391A-1751-4FC1-8717-F49F032890FD}"/>
              </a:ext>
            </a:extLst>
          </p:cNvPr>
          <p:cNvSpPr/>
          <p:nvPr/>
        </p:nvSpPr>
        <p:spPr>
          <a:xfrm>
            <a:off x="4448174" y="5665003"/>
            <a:ext cx="1050925" cy="331788"/>
          </a:xfrm>
          <a:prstGeom prst="rect">
            <a:avLst/>
          </a:prstGeom>
          <a:solidFill>
            <a:schemeClr val="accent4"/>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CN" sz="2000" b="1" dirty="0">
                <a:solidFill>
                  <a:schemeClr val="bg1"/>
                </a:solidFill>
                <a:latin typeface="Arial Narrow" panose="020B0606020202030204" pitchFamily="34" charset="0"/>
              </a:rPr>
              <a:t>Access</a:t>
            </a:r>
            <a:endParaRPr lang="zh-CN" altLang="en-US" sz="2000" b="1" dirty="0">
              <a:solidFill>
                <a:schemeClr val="bg1"/>
              </a:solidFill>
              <a:latin typeface="Arial Narrow" panose="020B0606020202030204" pitchFamily="34" charset="0"/>
            </a:endParaRPr>
          </a:p>
        </p:txBody>
      </p:sp>
      <p:sp>
        <p:nvSpPr>
          <p:cNvPr id="28" name="矩形 27">
            <a:extLst>
              <a:ext uri="{FF2B5EF4-FFF2-40B4-BE49-F238E27FC236}">
                <a16:creationId xmlns:a16="http://schemas.microsoft.com/office/drawing/2014/main" id="{470F44F1-DD3E-42C3-B3F3-DF5C2565B8F7}"/>
              </a:ext>
            </a:extLst>
          </p:cNvPr>
          <p:cNvSpPr/>
          <p:nvPr/>
        </p:nvSpPr>
        <p:spPr>
          <a:xfrm>
            <a:off x="6699250" y="4062426"/>
            <a:ext cx="1050925" cy="331788"/>
          </a:xfrm>
          <a:prstGeom prst="rect">
            <a:avLst/>
          </a:prstGeom>
          <a:solidFill>
            <a:schemeClr val="accent4"/>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CN" sz="2000" b="1" dirty="0">
                <a:solidFill>
                  <a:schemeClr val="bg1"/>
                </a:solidFill>
                <a:latin typeface="Arial Narrow" panose="020B0606020202030204" pitchFamily="34" charset="0"/>
              </a:rPr>
              <a:t>Access</a:t>
            </a:r>
            <a:endParaRPr lang="zh-CN" altLang="en-US" sz="2000" b="1" dirty="0">
              <a:solidFill>
                <a:schemeClr val="bg1"/>
              </a:solidFill>
              <a:latin typeface="Arial Narrow" panose="020B0606020202030204" pitchFamily="34" charset="0"/>
            </a:endParaRPr>
          </a:p>
        </p:txBody>
      </p:sp>
      <p:sp>
        <p:nvSpPr>
          <p:cNvPr id="32" name="矩形 31">
            <a:extLst>
              <a:ext uri="{FF2B5EF4-FFF2-40B4-BE49-F238E27FC236}">
                <a16:creationId xmlns:a16="http://schemas.microsoft.com/office/drawing/2014/main" id="{CB471B25-1E07-49B5-8232-C4D460EEECA0}"/>
              </a:ext>
            </a:extLst>
          </p:cNvPr>
          <p:cNvSpPr/>
          <p:nvPr/>
        </p:nvSpPr>
        <p:spPr>
          <a:xfrm>
            <a:off x="6699251" y="5665003"/>
            <a:ext cx="1050925" cy="331788"/>
          </a:xfrm>
          <a:prstGeom prst="rect">
            <a:avLst/>
          </a:prstGeom>
          <a:solidFill>
            <a:schemeClr val="accent4"/>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CN" sz="2000" b="1" dirty="0">
                <a:solidFill>
                  <a:schemeClr val="bg1"/>
                </a:solidFill>
                <a:latin typeface="Arial Narrow" panose="020B0606020202030204" pitchFamily="34" charset="0"/>
              </a:rPr>
              <a:t>Access</a:t>
            </a:r>
            <a:endParaRPr lang="zh-CN" altLang="en-US" sz="2000" b="1" dirty="0">
              <a:solidFill>
                <a:schemeClr val="bg1"/>
              </a:solidFill>
              <a:latin typeface="Arial Narrow" panose="020B0606020202030204" pitchFamily="34" charset="0"/>
            </a:endParaRPr>
          </a:p>
        </p:txBody>
      </p:sp>
      <p:sp>
        <p:nvSpPr>
          <p:cNvPr id="18" name="矩形 17">
            <a:extLst>
              <a:ext uri="{FF2B5EF4-FFF2-40B4-BE49-F238E27FC236}">
                <a16:creationId xmlns:a16="http://schemas.microsoft.com/office/drawing/2014/main" id="{9FF17DC4-7312-49F3-82F1-6543D08F7A97}"/>
              </a:ext>
            </a:extLst>
          </p:cNvPr>
          <p:cNvSpPr/>
          <p:nvPr/>
        </p:nvSpPr>
        <p:spPr>
          <a:xfrm>
            <a:off x="4448173" y="3398850"/>
            <a:ext cx="1050925" cy="331788"/>
          </a:xfrm>
          <a:prstGeom prst="rect">
            <a:avLst/>
          </a:prstGeom>
          <a:solidFill>
            <a:schemeClr val="tx2"/>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CN" sz="2000" b="1" dirty="0">
                <a:solidFill>
                  <a:schemeClr val="bg1"/>
                </a:solidFill>
                <a:latin typeface="Arial Narrow" panose="020B0606020202030204" pitchFamily="34" charset="0"/>
              </a:rPr>
              <a:t>PVID=1</a:t>
            </a:r>
            <a:endParaRPr lang="zh-CN" altLang="en-US" sz="2000" b="1" dirty="0">
              <a:solidFill>
                <a:schemeClr val="bg1"/>
              </a:solidFill>
              <a:latin typeface="Arial Narrow" panose="020B0606020202030204" pitchFamily="34" charset="0"/>
            </a:endParaRPr>
          </a:p>
        </p:txBody>
      </p:sp>
      <p:sp>
        <p:nvSpPr>
          <p:cNvPr id="22" name="矩形 21">
            <a:extLst>
              <a:ext uri="{FF2B5EF4-FFF2-40B4-BE49-F238E27FC236}">
                <a16:creationId xmlns:a16="http://schemas.microsoft.com/office/drawing/2014/main" id="{4F924B51-5424-48CF-AA09-489275DC4623}"/>
              </a:ext>
            </a:extLst>
          </p:cNvPr>
          <p:cNvSpPr/>
          <p:nvPr/>
        </p:nvSpPr>
        <p:spPr>
          <a:xfrm>
            <a:off x="4448174" y="5001427"/>
            <a:ext cx="1050925" cy="331788"/>
          </a:xfrm>
          <a:prstGeom prst="rect">
            <a:avLst/>
          </a:prstGeom>
          <a:solidFill>
            <a:schemeClr val="tx2"/>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CN" sz="2000" b="1" dirty="0">
                <a:solidFill>
                  <a:schemeClr val="bg1"/>
                </a:solidFill>
                <a:latin typeface="Arial Narrow" panose="020B0606020202030204" pitchFamily="34" charset="0"/>
              </a:rPr>
              <a:t>PVID=1</a:t>
            </a:r>
            <a:endParaRPr lang="zh-CN" altLang="en-US" sz="2000" b="1" dirty="0">
              <a:solidFill>
                <a:schemeClr val="bg1"/>
              </a:solidFill>
              <a:latin typeface="Arial Narrow" panose="020B0606020202030204" pitchFamily="34" charset="0"/>
            </a:endParaRPr>
          </a:p>
        </p:txBody>
      </p:sp>
      <p:sp>
        <p:nvSpPr>
          <p:cNvPr id="26" name="矩形 25">
            <a:extLst>
              <a:ext uri="{FF2B5EF4-FFF2-40B4-BE49-F238E27FC236}">
                <a16:creationId xmlns:a16="http://schemas.microsoft.com/office/drawing/2014/main" id="{F1B3D3B5-5935-4DF1-8637-BC378DCF6A03}"/>
              </a:ext>
            </a:extLst>
          </p:cNvPr>
          <p:cNvSpPr/>
          <p:nvPr/>
        </p:nvSpPr>
        <p:spPr>
          <a:xfrm>
            <a:off x="6699250" y="3398850"/>
            <a:ext cx="1050925" cy="331788"/>
          </a:xfrm>
          <a:prstGeom prst="rect">
            <a:avLst/>
          </a:prstGeom>
          <a:solidFill>
            <a:schemeClr val="tx2"/>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CN" sz="2000" b="1" dirty="0">
                <a:solidFill>
                  <a:schemeClr val="bg1"/>
                </a:solidFill>
                <a:latin typeface="Arial Narrow" panose="020B0606020202030204" pitchFamily="34" charset="0"/>
              </a:rPr>
              <a:t>PVID=1</a:t>
            </a:r>
            <a:endParaRPr lang="zh-CN" altLang="en-US" sz="2000" b="1" dirty="0">
              <a:solidFill>
                <a:schemeClr val="bg1"/>
              </a:solidFill>
              <a:latin typeface="Arial Narrow" panose="020B0606020202030204" pitchFamily="34" charset="0"/>
            </a:endParaRPr>
          </a:p>
        </p:txBody>
      </p:sp>
      <p:sp>
        <p:nvSpPr>
          <p:cNvPr id="30" name="矩形 29">
            <a:extLst>
              <a:ext uri="{FF2B5EF4-FFF2-40B4-BE49-F238E27FC236}">
                <a16:creationId xmlns:a16="http://schemas.microsoft.com/office/drawing/2014/main" id="{38614433-FAF6-4DF5-98A0-71D6FD64EA4B}"/>
              </a:ext>
            </a:extLst>
          </p:cNvPr>
          <p:cNvSpPr/>
          <p:nvPr/>
        </p:nvSpPr>
        <p:spPr>
          <a:xfrm>
            <a:off x="6699251" y="5001427"/>
            <a:ext cx="1050925" cy="331788"/>
          </a:xfrm>
          <a:prstGeom prst="rect">
            <a:avLst/>
          </a:prstGeom>
          <a:solidFill>
            <a:schemeClr val="tx2"/>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CN" sz="2000" b="1" dirty="0">
                <a:solidFill>
                  <a:schemeClr val="bg1"/>
                </a:solidFill>
                <a:latin typeface="Arial Narrow" panose="020B0606020202030204" pitchFamily="34" charset="0"/>
              </a:rPr>
              <a:t>PVID=1</a:t>
            </a:r>
            <a:endParaRPr lang="zh-CN" altLang="en-US" sz="2000" b="1" dirty="0">
              <a:solidFill>
                <a:schemeClr val="bg1"/>
              </a:solidFill>
              <a:latin typeface="Arial Narrow" panose="020B0606020202030204" pitchFamily="34" charset="0"/>
            </a:endParaRPr>
          </a:p>
        </p:txBody>
      </p:sp>
      <p:grpSp>
        <p:nvGrpSpPr>
          <p:cNvPr id="4" name="组合 3">
            <a:extLst>
              <a:ext uri="{FF2B5EF4-FFF2-40B4-BE49-F238E27FC236}">
                <a16:creationId xmlns:a16="http://schemas.microsoft.com/office/drawing/2014/main" id="{9A1EA9F2-FCB6-48C3-935F-7AE7E3AD14AC}"/>
              </a:ext>
            </a:extLst>
          </p:cNvPr>
          <p:cNvGrpSpPr/>
          <p:nvPr/>
        </p:nvGrpSpPr>
        <p:grpSpPr>
          <a:xfrm>
            <a:off x="304800" y="749300"/>
            <a:ext cx="4938199" cy="400110"/>
            <a:chOff x="424117" y="898245"/>
            <a:chExt cx="4938199" cy="400110"/>
          </a:xfrm>
        </p:grpSpPr>
        <p:sp>
          <p:nvSpPr>
            <p:cNvPr id="2" name="平行四边形 1">
              <a:extLst>
                <a:ext uri="{FF2B5EF4-FFF2-40B4-BE49-F238E27FC236}">
                  <a16:creationId xmlns:a16="http://schemas.microsoft.com/office/drawing/2014/main" id="{1F5BAA3F-9845-4F89-A2DD-8222D3E4EDAC}"/>
                </a:ext>
              </a:extLst>
            </p:cNvPr>
            <p:cNvSpPr/>
            <p:nvPr/>
          </p:nvSpPr>
          <p:spPr>
            <a:xfrm>
              <a:off x="424117" y="898245"/>
              <a:ext cx="628306" cy="387090"/>
            </a:xfrm>
            <a:prstGeom prst="parallelogram">
              <a:avLst/>
            </a:prstGeom>
            <a:solidFill>
              <a:schemeClr val="accent3">
                <a:lumMod val="75000"/>
              </a:schemeClr>
            </a:solidFill>
            <a:ln>
              <a:solidFill>
                <a:schemeClr val="accent3">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CN" sz="2200" dirty="0">
                  <a:latin typeface="Impact" panose="020B0806030902050204" pitchFamily="34" charset="0"/>
                </a:rPr>
                <a:t>01</a:t>
              </a:r>
              <a:endParaRPr lang="zh-CN" altLang="en-US" sz="2200" dirty="0">
                <a:latin typeface="Impact" panose="020B0806030902050204" pitchFamily="34" charset="0"/>
              </a:endParaRPr>
            </a:p>
          </p:txBody>
        </p:sp>
        <p:sp>
          <p:nvSpPr>
            <p:cNvPr id="3" name="文本框 2">
              <a:extLst>
                <a:ext uri="{FF2B5EF4-FFF2-40B4-BE49-F238E27FC236}">
                  <a16:creationId xmlns:a16="http://schemas.microsoft.com/office/drawing/2014/main" id="{4D6BD736-A4D3-4F26-AFED-36E11F50F70B}"/>
                </a:ext>
              </a:extLst>
            </p:cNvPr>
            <p:cNvSpPr txBox="1"/>
            <p:nvPr/>
          </p:nvSpPr>
          <p:spPr>
            <a:xfrm>
              <a:off x="1052423" y="898245"/>
              <a:ext cx="4309893" cy="400110"/>
            </a:xfrm>
            <a:prstGeom prst="rect">
              <a:avLst/>
            </a:prstGeom>
            <a:noFill/>
          </p:spPr>
          <p:txBody>
            <a:bodyPr wrap="square" rtlCol="0">
              <a:spAutoFit/>
            </a:bodyPr>
            <a:lstStyle/>
            <a:p>
              <a:r>
                <a:rPr lang="zh-CN" altLang="en-US" sz="2000" b="1" dirty="0">
                  <a:solidFill>
                    <a:schemeClr val="tx1"/>
                  </a:solidFill>
                  <a:latin typeface="Arial Narrow" panose="020B0606020202030204" pitchFamily="34" charset="0"/>
                </a:rPr>
                <a:t>虚拟局域网</a:t>
              </a:r>
              <a:r>
                <a:rPr lang="en-US" altLang="zh-CN" sz="2000" b="1" dirty="0">
                  <a:solidFill>
                    <a:schemeClr val="tx1"/>
                  </a:solidFill>
                  <a:latin typeface="Arial Narrow" panose="020B0606020202030204" pitchFamily="34" charset="0"/>
                </a:rPr>
                <a:t>VLAN</a:t>
              </a:r>
              <a:r>
                <a:rPr lang="zh-CN" altLang="en-US" sz="2000" b="1" dirty="0">
                  <a:solidFill>
                    <a:schemeClr val="tx1"/>
                  </a:solidFill>
                  <a:latin typeface="Arial Narrow" panose="020B0606020202030204" pitchFamily="34" charset="0"/>
                </a:rPr>
                <a:t>的</a:t>
              </a:r>
              <a:r>
                <a:rPr lang="zh-CN" altLang="en-US" sz="2000" b="1" dirty="0">
                  <a:latin typeface="Arial Narrow" panose="020B0606020202030204" pitchFamily="34" charset="0"/>
                </a:rPr>
                <a:t>实现机制</a:t>
              </a:r>
              <a:endParaRPr lang="en-US" altLang="zh-CN" sz="2000" b="1" dirty="0">
                <a:solidFill>
                  <a:schemeClr val="tx1"/>
                </a:solidFill>
                <a:latin typeface="Arial Narrow" panose="020B0606020202030204" pitchFamily="34" charset="0"/>
              </a:endParaRPr>
            </a:p>
          </p:txBody>
        </p:sp>
      </p:grpSp>
      <p:sp>
        <p:nvSpPr>
          <p:cNvPr id="9" name="文本框 8">
            <a:extLst>
              <a:ext uri="{FF2B5EF4-FFF2-40B4-BE49-F238E27FC236}">
                <a16:creationId xmlns:a16="http://schemas.microsoft.com/office/drawing/2014/main" id="{7E01F55D-5303-4639-8DD9-B3123C1AE516}"/>
              </a:ext>
            </a:extLst>
          </p:cNvPr>
          <p:cNvSpPr txBox="1"/>
          <p:nvPr/>
        </p:nvSpPr>
        <p:spPr>
          <a:xfrm>
            <a:off x="4141958" y="742690"/>
            <a:ext cx="4443242" cy="400110"/>
          </a:xfrm>
          <a:prstGeom prst="rect">
            <a:avLst/>
          </a:prstGeom>
          <a:noFill/>
        </p:spPr>
        <p:txBody>
          <a:bodyPr wrap="square" rtlCol="0">
            <a:spAutoFit/>
          </a:bodyPr>
          <a:lstStyle/>
          <a:p>
            <a:r>
              <a:rPr lang="en-US" altLang="zh-CN" sz="2000" b="1" dirty="0">
                <a:solidFill>
                  <a:schemeClr val="accent3">
                    <a:lumMod val="75000"/>
                  </a:schemeClr>
                </a:solidFill>
                <a:latin typeface="Arial Narrow" panose="020B0606020202030204" pitchFamily="34" charset="0"/>
              </a:rPr>
              <a:t>——  </a:t>
            </a:r>
            <a:r>
              <a:rPr lang="zh-CN" altLang="en-US" sz="2000" b="1" dirty="0">
                <a:solidFill>
                  <a:schemeClr val="accent3">
                    <a:lumMod val="75000"/>
                  </a:schemeClr>
                </a:solidFill>
                <a:latin typeface="Arial Narrow" panose="020B0606020202030204" pitchFamily="34" charset="0"/>
              </a:rPr>
              <a:t>以太网交换机的接口类型</a:t>
            </a:r>
            <a:endParaRPr lang="en-US" altLang="zh-CN" sz="2000" b="1" dirty="0">
              <a:solidFill>
                <a:schemeClr val="accent3">
                  <a:lumMod val="75000"/>
                </a:schemeClr>
              </a:solidFill>
              <a:latin typeface="Arial Narrow" panose="020B0606020202030204" pitchFamily="34" charset="0"/>
            </a:endParaRPr>
          </a:p>
        </p:txBody>
      </p:sp>
      <p:sp>
        <p:nvSpPr>
          <p:cNvPr id="11" name="íşlïḍè">
            <a:extLst>
              <a:ext uri="{FF2B5EF4-FFF2-40B4-BE49-F238E27FC236}">
                <a16:creationId xmlns:a16="http://schemas.microsoft.com/office/drawing/2014/main" id="{7AA3015A-52E8-4E4D-820F-06063E0CA2B4}"/>
              </a:ext>
            </a:extLst>
          </p:cNvPr>
          <p:cNvSpPr txBox="1"/>
          <p:nvPr/>
        </p:nvSpPr>
        <p:spPr>
          <a:xfrm>
            <a:off x="839330" y="1236602"/>
            <a:ext cx="10513339" cy="400110"/>
          </a:xfrm>
          <a:prstGeom prst="rect">
            <a:avLst/>
          </a:prstGeom>
          <a:noFill/>
        </p:spPr>
        <p:txBody>
          <a:bodyPr wrap="square" lIns="91440" tIns="45720" rIns="91440" bIns="45720" anchor="ctr">
            <a:noAutofit/>
          </a:bodyPr>
          <a:lstStyle/>
          <a:p>
            <a:r>
              <a:rPr lang="en-US" altLang="zh-CN" b="1" dirty="0">
                <a:latin typeface="Arial Narrow" panose="020B0606020202030204" pitchFamily="34" charset="0"/>
              </a:rPr>
              <a:t>【</a:t>
            </a:r>
            <a:r>
              <a:rPr lang="zh-CN" altLang="en-US" b="1" dirty="0">
                <a:latin typeface="Arial Narrow" panose="020B0606020202030204" pitchFamily="34" charset="0"/>
              </a:rPr>
              <a:t>例</a:t>
            </a:r>
            <a:r>
              <a:rPr lang="en-US" altLang="zh-CN" b="1" dirty="0">
                <a:latin typeface="Arial Narrow" panose="020B0606020202030204" pitchFamily="34" charset="0"/>
              </a:rPr>
              <a:t>1】</a:t>
            </a:r>
            <a:r>
              <a:rPr lang="zh-CN" altLang="en-US" b="1" dirty="0">
                <a:latin typeface="Arial Narrow" panose="020B0606020202030204" pitchFamily="34" charset="0"/>
              </a:rPr>
              <a:t>在一个交换机上不进行人为的</a:t>
            </a:r>
            <a:r>
              <a:rPr lang="en-US" altLang="zh-CN" b="1" dirty="0">
                <a:latin typeface="Arial Narrow" panose="020B0606020202030204" pitchFamily="34" charset="0"/>
              </a:rPr>
              <a:t>VLAN</a:t>
            </a:r>
            <a:r>
              <a:rPr lang="zh-CN" altLang="en-US" b="1" dirty="0">
                <a:latin typeface="Arial Narrow" panose="020B0606020202030204" pitchFamily="34" charset="0"/>
              </a:rPr>
              <a:t>划分，交换机各接口默认属于</a:t>
            </a:r>
            <a:r>
              <a:rPr lang="en-US" altLang="zh-CN" b="1" dirty="0">
                <a:latin typeface="Arial Narrow" panose="020B0606020202030204" pitchFamily="34" charset="0"/>
              </a:rPr>
              <a:t>VLAN1</a:t>
            </a:r>
            <a:r>
              <a:rPr lang="zh-CN" altLang="en-US" b="1" dirty="0">
                <a:latin typeface="Arial Narrow" panose="020B0606020202030204" pitchFamily="34" charset="0"/>
              </a:rPr>
              <a:t>且类型为</a:t>
            </a:r>
            <a:r>
              <a:rPr lang="en-US" altLang="zh-CN" b="1" dirty="0">
                <a:latin typeface="Arial Narrow" panose="020B0606020202030204" pitchFamily="34" charset="0"/>
              </a:rPr>
              <a:t>Access</a:t>
            </a:r>
            <a:r>
              <a:rPr lang="zh-CN" altLang="en-US" b="1" dirty="0">
                <a:latin typeface="Arial Narrow" panose="020B0606020202030204" pitchFamily="34" charset="0"/>
              </a:rPr>
              <a:t>的情况。</a:t>
            </a:r>
          </a:p>
        </p:txBody>
      </p:sp>
      <p:grpSp>
        <p:nvGrpSpPr>
          <p:cNvPr id="56" name="组合 55">
            <a:extLst>
              <a:ext uri="{FF2B5EF4-FFF2-40B4-BE49-F238E27FC236}">
                <a16:creationId xmlns:a16="http://schemas.microsoft.com/office/drawing/2014/main" id="{ED900606-F7CE-4824-8EA8-62FB879E7403}"/>
              </a:ext>
            </a:extLst>
          </p:cNvPr>
          <p:cNvGrpSpPr/>
          <p:nvPr/>
        </p:nvGrpSpPr>
        <p:grpSpPr>
          <a:xfrm>
            <a:off x="2236875" y="2045293"/>
            <a:ext cx="7718250" cy="4317407"/>
            <a:chOff x="2236875" y="2045293"/>
            <a:chExt cx="7718250" cy="4317407"/>
          </a:xfrm>
        </p:grpSpPr>
        <p:grpSp>
          <p:nvGrpSpPr>
            <p:cNvPr id="51" name="组合 50">
              <a:extLst>
                <a:ext uri="{FF2B5EF4-FFF2-40B4-BE49-F238E27FC236}">
                  <a16:creationId xmlns:a16="http://schemas.microsoft.com/office/drawing/2014/main" id="{4A24894D-B07F-49D4-9C66-0022E95368D2}"/>
                </a:ext>
              </a:extLst>
            </p:cNvPr>
            <p:cNvGrpSpPr/>
            <p:nvPr/>
          </p:nvGrpSpPr>
          <p:grpSpPr>
            <a:xfrm>
              <a:off x="2236875" y="2045293"/>
              <a:ext cx="7718250" cy="4317407"/>
              <a:chOff x="2236875" y="1791293"/>
              <a:chExt cx="7718250" cy="4317407"/>
            </a:xfrm>
          </p:grpSpPr>
          <p:grpSp>
            <p:nvGrpSpPr>
              <p:cNvPr id="49" name="组合 48">
                <a:extLst>
                  <a:ext uri="{FF2B5EF4-FFF2-40B4-BE49-F238E27FC236}">
                    <a16:creationId xmlns:a16="http://schemas.microsoft.com/office/drawing/2014/main" id="{9578F982-B46C-4F17-819E-EDABE967900E}"/>
                  </a:ext>
                </a:extLst>
              </p:cNvPr>
              <p:cNvGrpSpPr/>
              <p:nvPr/>
            </p:nvGrpSpPr>
            <p:grpSpPr>
              <a:xfrm>
                <a:off x="2236875" y="2197100"/>
                <a:ext cx="7718250" cy="3911600"/>
                <a:chOff x="2236875" y="2197100"/>
                <a:chExt cx="7718250" cy="3911600"/>
              </a:xfrm>
            </p:grpSpPr>
            <p:cxnSp>
              <p:nvCxnSpPr>
                <p:cNvPr id="35" name="直接连接符 34">
                  <a:extLst>
                    <a:ext uri="{FF2B5EF4-FFF2-40B4-BE49-F238E27FC236}">
                      <a16:creationId xmlns:a16="http://schemas.microsoft.com/office/drawing/2014/main" id="{7F1A5C97-32BC-4856-BF65-7AE987D8E4AC}"/>
                    </a:ext>
                  </a:extLst>
                </p:cNvPr>
                <p:cNvCxnSpPr>
                  <a:cxnSpLocks/>
                </p:cNvCxnSpPr>
                <p:nvPr/>
              </p:nvCxnSpPr>
              <p:spPr>
                <a:xfrm flipH="1">
                  <a:off x="2797387" y="3642532"/>
                  <a:ext cx="1650786" cy="0"/>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sp>
              <p:nvSpPr>
                <p:cNvPr id="6" name="矩形 5">
                  <a:extLst>
                    <a:ext uri="{FF2B5EF4-FFF2-40B4-BE49-F238E27FC236}">
                      <a16:creationId xmlns:a16="http://schemas.microsoft.com/office/drawing/2014/main" id="{B73795E7-AA4E-46BD-A009-E7B559FC741E}"/>
                    </a:ext>
                  </a:extLst>
                </p:cNvPr>
                <p:cNvSpPr/>
                <p:nvPr/>
              </p:nvSpPr>
              <p:spPr>
                <a:xfrm>
                  <a:off x="4441825" y="2197100"/>
                  <a:ext cx="3308350" cy="3911600"/>
                </a:xfrm>
                <a:prstGeom prst="rect">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19" name="矩形 18">
                  <a:extLst>
                    <a:ext uri="{FF2B5EF4-FFF2-40B4-BE49-F238E27FC236}">
                      <a16:creationId xmlns:a16="http://schemas.microsoft.com/office/drawing/2014/main" id="{77C24B11-AA44-4B22-9A14-1ED14C517EC7}"/>
                    </a:ext>
                  </a:extLst>
                </p:cNvPr>
                <p:cNvSpPr/>
                <p:nvPr/>
              </p:nvSpPr>
              <p:spPr>
                <a:xfrm>
                  <a:off x="4448173" y="3476638"/>
                  <a:ext cx="1050925" cy="331788"/>
                </a:xfrm>
                <a:prstGeom prst="rect">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CN" sz="2000" b="1" dirty="0">
                      <a:solidFill>
                        <a:schemeClr val="tx1"/>
                      </a:solidFill>
                      <a:latin typeface="Arial Black" panose="020B0A04020102020204" pitchFamily="34" charset="0"/>
                    </a:rPr>
                    <a:t>1</a:t>
                  </a:r>
                  <a:endParaRPr lang="zh-CN" altLang="en-US" sz="2000" b="1" dirty="0">
                    <a:solidFill>
                      <a:schemeClr val="tx1"/>
                    </a:solidFill>
                    <a:latin typeface="Arial Black" panose="020B0A04020102020204" pitchFamily="34" charset="0"/>
                  </a:endParaRPr>
                </a:p>
              </p:txBody>
            </p:sp>
            <p:sp>
              <p:nvSpPr>
                <p:cNvPr id="23" name="矩形 22">
                  <a:extLst>
                    <a:ext uri="{FF2B5EF4-FFF2-40B4-BE49-F238E27FC236}">
                      <a16:creationId xmlns:a16="http://schemas.microsoft.com/office/drawing/2014/main" id="{AB2385F7-9B60-4E01-9222-32199BF93FFE}"/>
                    </a:ext>
                  </a:extLst>
                </p:cNvPr>
                <p:cNvSpPr/>
                <p:nvPr/>
              </p:nvSpPr>
              <p:spPr>
                <a:xfrm>
                  <a:off x="4448174" y="5079215"/>
                  <a:ext cx="1050925" cy="331788"/>
                </a:xfrm>
                <a:prstGeom prst="rect">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CN" sz="2000" b="1" dirty="0">
                      <a:solidFill>
                        <a:schemeClr val="tx1"/>
                      </a:solidFill>
                      <a:latin typeface="Arial Black" panose="020B0A04020102020204" pitchFamily="34" charset="0"/>
                    </a:rPr>
                    <a:t>2</a:t>
                  </a:r>
                  <a:endParaRPr lang="zh-CN" altLang="en-US" sz="2000" b="1" dirty="0">
                    <a:solidFill>
                      <a:schemeClr val="tx1"/>
                    </a:solidFill>
                    <a:latin typeface="Arial Black" panose="020B0A04020102020204" pitchFamily="34" charset="0"/>
                  </a:endParaRPr>
                </a:p>
              </p:txBody>
            </p:sp>
            <p:sp>
              <p:nvSpPr>
                <p:cNvPr id="27" name="矩形 26">
                  <a:extLst>
                    <a:ext uri="{FF2B5EF4-FFF2-40B4-BE49-F238E27FC236}">
                      <a16:creationId xmlns:a16="http://schemas.microsoft.com/office/drawing/2014/main" id="{03E60741-BE28-4E2A-8520-4D9B8EF88A23}"/>
                    </a:ext>
                  </a:extLst>
                </p:cNvPr>
                <p:cNvSpPr/>
                <p:nvPr/>
              </p:nvSpPr>
              <p:spPr>
                <a:xfrm>
                  <a:off x="6699250" y="3476638"/>
                  <a:ext cx="1050925" cy="331788"/>
                </a:xfrm>
                <a:prstGeom prst="rect">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CN" sz="2000" b="1" dirty="0">
                      <a:solidFill>
                        <a:schemeClr val="tx1"/>
                      </a:solidFill>
                      <a:latin typeface="Arial Black" panose="020B0A04020102020204" pitchFamily="34" charset="0"/>
                    </a:rPr>
                    <a:t>3</a:t>
                  </a:r>
                  <a:endParaRPr lang="zh-CN" altLang="en-US" sz="2000" b="1" dirty="0">
                    <a:solidFill>
                      <a:schemeClr val="tx1"/>
                    </a:solidFill>
                    <a:latin typeface="Arial Black" panose="020B0A04020102020204" pitchFamily="34" charset="0"/>
                  </a:endParaRPr>
                </a:p>
              </p:txBody>
            </p:sp>
            <p:sp>
              <p:nvSpPr>
                <p:cNvPr id="31" name="矩形 30">
                  <a:extLst>
                    <a:ext uri="{FF2B5EF4-FFF2-40B4-BE49-F238E27FC236}">
                      <a16:creationId xmlns:a16="http://schemas.microsoft.com/office/drawing/2014/main" id="{9FDBF4C8-3C90-491A-A517-2E721072CA89}"/>
                    </a:ext>
                  </a:extLst>
                </p:cNvPr>
                <p:cNvSpPr/>
                <p:nvPr/>
              </p:nvSpPr>
              <p:spPr>
                <a:xfrm>
                  <a:off x="6699251" y="5079215"/>
                  <a:ext cx="1050925" cy="331788"/>
                </a:xfrm>
                <a:prstGeom prst="rect">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CN" sz="2000" b="1" dirty="0">
                      <a:solidFill>
                        <a:schemeClr val="tx1"/>
                      </a:solidFill>
                      <a:latin typeface="Arial Black" panose="020B0A04020102020204" pitchFamily="34" charset="0"/>
                    </a:rPr>
                    <a:t>4</a:t>
                  </a:r>
                  <a:endParaRPr lang="zh-CN" altLang="en-US" sz="2000" b="1" dirty="0">
                    <a:solidFill>
                      <a:schemeClr val="tx1"/>
                    </a:solidFill>
                    <a:latin typeface="Arial Black" panose="020B0A04020102020204" pitchFamily="34" charset="0"/>
                  </a:endParaRPr>
                </a:p>
              </p:txBody>
            </p:sp>
            <p:pic>
              <p:nvPicPr>
                <p:cNvPr id="33" name="图形 10">
                  <a:extLst>
                    <a:ext uri="{FF2B5EF4-FFF2-40B4-BE49-F238E27FC236}">
                      <a16:creationId xmlns:a16="http://schemas.microsoft.com/office/drawing/2014/main" id="{45EB2A5E-C932-4270-9B30-415951D6C935}"/>
                    </a:ext>
                  </a:extLst>
                </p:cNvPr>
                <p:cNvPicPr>
                  <a:picLocks noChangeAspect="1"/>
                </p:cNvPicPr>
                <p:nvPr/>
              </p:nvPicPr>
              <p:blipFill>
                <a:blip r:embed="rId3">
                  <a:extLst>
                    <a:ext uri="{28A0092B-C50C-407E-A947-70E740481C1C}">
                      <a14:useLocalDpi xmlns:a14="http://schemas.microsoft.com/office/drawing/2010/main" val="0"/>
                    </a:ext>
                    <a:ext uri="{96DAC541-7B7A-43D3-8B79-37D633B846F1}">
                      <asvg:svgBlip xmlns:asvg="http://schemas.microsoft.com/office/drawing/2016/SVG/main" r:embed="rId4"/>
                    </a:ext>
                  </a:extLst>
                </a:blip>
                <a:stretch>
                  <a:fillRect/>
                </a:stretch>
              </p:blipFill>
              <p:spPr>
                <a:xfrm>
                  <a:off x="2236875" y="3203316"/>
                  <a:ext cx="662814" cy="641082"/>
                </a:xfrm>
                <a:prstGeom prst="rect">
                  <a:avLst/>
                </a:prstGeom>
              </p:spPr>
            </p:pic>
            <p:cxnSp>
              <p:nvCxnSpPr>
                <p:cNvPr id="41" name="直接连接符 40">
                  <a:extLst>
                    <a:ext uri="{FF2B5EF4-FFF2-40B4-BE49-F238E27FC236}">
                      <a16:creationId xmlns:a16="http://schemas.microsoft.com/office/drawing/2014/main" id="{F5A16B36-DB81-469A-8082-FD28F2C01FA1}"/>
                    </a:ext>
                  </a:extLst>
                </p:cNvPr>
                <p:cNvCxnSpPr>
                  <a:cxnSpLocks/>
                </p:cNvCxnSpPr>
                <p:nvPr/>
              </p:nvCxnSpPr>
              <p:spPr>
                <a:xfrm flipH="1">
                  <a:off x="7750175" y="3642532"/>
                  <a:ext cx="1650786" cy="0"/>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cxnSp>
              <p:nvCxnSpPr>
                <p:cNvPr id="42" name="直接连接符 41">
                  <a:extLst>
                    <a:ext uri="{FF2B5EF4-FFF2-40B4-BE49-F238E27FC236}">
                      <a16:creationId xmlns:a16="http://schemas.microsoft.com/office/drawing/2014/main" id="{F91B5B0F-0779-4D3C-B788-C145A44A572C}"/>
                    </a:ext>
                  </a:extLst>
                </p:cNvPr>
                <p:cNvCxnSpPr>
                  <a:cxnSpLocks/>
                </p:cNvCxnSpPr>
                <p:nvPr/>
              </p:nvCxnSpPr>
              <p:spPr>
                <a:xfrm flipH="1">
                  <a:off x="2458720" y="5245109"/>
                  <a:ext cx="1989454" cy="0"/>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cxnSp>
              <p:nvCxnSpPr>
                <p:cNvPr id="45" name="直接连接符 44">
                  <a:extLst>
                    <a:ext uri="{FF2B5EF4-FFF2-40B4-BE49-F238E27FC236}">
                      <a16:creationId xmlns:a16="http://schemas.microsoft.com/office/drawing/2014/main" id="{37FC353E-A226-435F-A36D-5A521BBD87CC}"/>
                    </a:ext>
                  </a:extLst>
                </p:cNvPr>
                <p:cNvCxnSpPr>
                  <a:cxnSpLocks/>
                </p:cNvCxnSpPr>
                <p:nvPr/>
              </p:nvCxnSpPr>
              <p:spPr>
                <a:xfrm flipH="1">
                  <a:off x="7750175" y="5245109"/>
                  <a:ext cx="1989454" cy="0"/>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pic>
              <p:nvPicPr>
                <p:cNvPr id="46" name="图形 10">
                  <a:extLst>
                    <a:ext uri="{FF2B5EF4-FFF2-40B4-BE49-F238E27FC236}">
                      <a16:creationId xmlns:a16="http://schemas.microsoft.com/office/drawing/2014/main" id="{0C267CEC-7965-419C-856B-24593CBA3D8D}"/>
                    </a:ext>
                  </a:extLst>
                </p:cNvPr>
                <p:cNvPicPr>
                  <a:picLocks noChangeAspect="1"/>
                </p:cNvPicPr>
                <p:nvPr/>
              </p:nvPicPr>
              <p:blipFill>
                <a:blip r:embed="rId3">
                  <a:extLst>
                    <a:ext uri="{28A0092B-C50C-407E-A947-70E740481C1C}">
                      <a14:useLocalDpi xmlns:a14="http://schemas.microsoft.com/office/drawing/2010/main" val="0"/>
                    </a:ext>
                    <a:ext uri="{96DAC541-7B7A-43D3-8B79-37D633B846F1}">
                      <asvg:svgBlip xmlns:asvg="http://schemas.microsoft.com/office/drawing/2016/SVG/main" r:embed="rId4"/>
                    </a:ext>
                  </a:extLst>
                </a:blip>
                <a:stretch>
                  <a:fillRect/>
                </a:stretch>
              </p:blipFill>
              <p:spPr>
                <a:xfrm>
                  <a:off x="2236875" y="4769920"/>
                  <a:ext cx="662814" cy="641082"/>
                </a:xfrm>
                <a:prstGeom prst="rect">
                  <a:avLst/>
                </a:prstGeom>
              </p:spPr>
            </p:pic>
            <p:pic>
              <p:nvPicPr>
                <p:cNvPr id="47" name="图形 10">
                  <a:extLst>
                    <a:ext uri="{FF2B5EF4-FFF2-40B4-BE49-F238E27FC236}">
                      <a16:creationId xmlns:a16="http://schemas.microsoft.com/office/drawing/2014/main" id="{8E1F14D7-A86D-41CD-8F97-3C2EEC80AE92}"/>
                    </a:ext>
                  </a:extLst>
                </p:cNvPr>
                <p:cNvPicPr>
                  <a:picLocks noChangeAspect="1"/>
                </p:cNvPicPr>
                <p:nvPr/>
              </p:nvPicPr>
              <p:blipFill>
                <a:blip r:embed="rId3">
                  <a:extLst>
                    <a:ext uri="{28A0092B-C50C-407E-A947-70E740481C1C}">
                      <a14:useLocalDpi xmlns:a14="http://schemas.microsoft.com/office/drawing/2010/main" val="0"/>
                    </a:ext>
                    <a:ext uri="{96DAC541-7B7A-43D3-8B79-37D633B846F1}">
                      <asvg:svgBlip xmlns:asvg="http://schemas.microsoft.com/office/drawing/2016/SVG/main" r:embed="rId4"/>
                    </a:ext>
                  </a:extLst>
                </a:blip>
                <a:stretch>
                  <a:fillRect/>
                </a:stretch>
              </p:blipFill>
              <p:spPr>
                <a:xfrm>
                  <a:off x="9292311" y="3201795"/>
                  <a:ext cx="662814" cy="641082"/>
                </a:xfrm>
                <a:prstGeom prst="rect">
                  <a:avLst/>
                </a:prstGeom>
              </p:spPr>
            </p:pic>
            <p:pic>
              <p:nvPicPr>
                <p:cNvPr id="48" name="图形 10">
                  <a:extLst>
                    <a:ext uri="{FF2B5EF4-FFF2-40B4-BE49-F238E27FC236}">
                      <a16:creationId xmlns:a16="http://schemas.microsoft.com/office/drawing/2014/main" id="{5A547701-5E4A-47BC-90F2-C9711DC35C1B}"/>
                    </a:ext>
                  </a:extLst>
                </p:cNvPr>
                <p:cNvPicPr>
                  <a:picLocks noChangeAspect="1"/>
                </p:cNvPicPr>
                <p:nvPr/>
              </p:nvPicPr>
              <p:blipFill>
                <a:blip r:embed="rId3">
                  <a:extLst>
                    <a:ext uri="{28A0092B-C50C-407E-A947-70E740481C1C}">
                      <a14:useLocalDpi xmlns:a14="http://schemas.microsoft.com/office/drawing/2010/main" val="0"/>
                    </a:ext>
                    <a:ext uri="{96DAC541-7B7A-43D3-8B79-37D633B846F1}">
                      <asvg:svgBlip xmlns:asvg="http://schemas.microsoft.com/office/drawing/2016/SVG/main" r:embed="rId4"/>
                    </a:ext>
                  </a:extLst>
                </a:blip>
                <a:stretch>
                  <a:fillRect/>
                </a:stretch>
              </p:blipFill>
              <p:spPr>
                <a:xfrm>
                  <a:off x="9292311" y="4769920"/>
                  <a:ext cx="662814" cy="641082"/>
                </a:xfrm>
                <a:prstGeom prst="rect">
                  <a:avLst/>
                </a:prstGeom>
              </p:spPr>
            </p:pic>
          </p:grpSp>
          <p:sp>
            <p:nvSpPr>
              <p:cNvPr id="50" name="íşlïḍè">
                <a:extLst>
                  <a:ext uri="{FF2B5EF4-FFF2-40B4-BE49-F238E27FC236}">
                    <a16:creationId xmlns:a16="http://schemas.microsoft.com/office/drawing/2014/main" id="{78C95D91-AF44-4308-994D-348292466CE7}"/>
                  </a:ext>
                </a:extLst>
              </p:cNvPr>
              <p:cNvSpPr txBox="1"/>
              <p:nvPr/>
            </p:nvSpPr>
            <p:spPr>
              <a:xfrm>
                <a:off x="4441825" y="1791293"/>
                <a:ext cx="3308350" cy="400110"/>
              </a:xfrm>
              <a:prstGeom prst="rect">
                <a:avLst/>
              </a:prstGeom>
              <a:noFill/>
            </p:spPr>
            <p:txBody>
              <a:bodyPr wrap="square" lIns="91440" tIns="45720" rIns="91440" bIns="45720" anchor="ctr">
                <a:noAutofit/>
              </a:bodyPr>
              <a:lstStyle/>
              <a:p>
                <a:pPr algn="ctr"/>
                <a:r>
                  <a:rPr lang="zh-CN" altLang="en-US" b="1" dirty="0">
                    <a:latin typeface="Arial Narrow" panose="020B0606020202030204" pitchFamily="34" charset="0"/>
                  </a:rPr>
                  <a:t>以太网交换机</a:t>
                </a:r>
              </a:p>
            </p:txBody>
          </p:sp>
        </p:grpSp>
        <p:sp>
          <p:nvSpPr>
            <p:cNvPr id="52" name="文本框 51">
              <a:extLst>
                <a:ext uri="{FF2B5EF4-FFF2-40B4-BE49-F238E27FC236}">
                  <a16:creationId xmlns:a16="http://schemas.microsoft.com/office/drawing/2014/main" id="{8947492D-5FFE-40B8-8BD8-BFD9DEC380AC}"/>
                </a:ext>
              </a:extLst>
            </p:cNvPr>
            <p:cNvSpPr txBox="1"/>
            <p:nvPr/>
          </p:nvSpPr>
          <p:spPr>
            <a:xfrm>
              <a:off x="2499639" y="3474272"/>
              <a:ext cx="374650" cy="400110"/>
            </a:xfrm>
            <a:prstGeom prst="rect">
              <a:avLst/>
            </a:prstGeom>
            <a:noFill/>
          </p:spPr>
          <p:txBody>
            <a:bodyPr wrap="square" rtlCol="0">
              <a:spAutoFit/>
            </a:bodyPr>
            <a:lstStyle/>
            <a:p>
              <a:pPr algn="ctr"/>
              <a:r>
                <a:rPr lang="en-US" altLang="zh-CN" sz="2000" b="1" dirty="0">
                  <a:solidFill>
                    <a:schemeClr val="bg1"/>
                  </a:solidFill>
                </a:rPr>
                <a:t>A</a:t>
              </a:r>
              <a:endParaRPr lang="zh-CN" altLang="en-US" sz="2000" b="1" dirty="0">
                <a:solidFill>
                  <a:schemeClr val="bg1"/>
                </a:solidFill>
              </a:endParaRPr>
            </a:p>
          </p:txBody>
        </p:sp>
        <p:sp>
          <p:nvSpPr>
            <p:cNvPr id="53" name="文本框 52">
              <a:extLst>
                <a:ext uri="{FF2B5EF4-FFF2-40B4-BE49-F238E27FC236}">
                  <a16:creationId xmlns:a16="http://schemas.microsoft.com/office/drawing/2014/main" id="{FEFB5F2E-ED62-4FB4-BA66-2FAFD67A0229}"/>
                </a:ext>
              </a:extLst>
            </p:cNvPr>
            <p:cNvSpPr txBox="1"/>
            <p:nvPr/>
          </p:nvSpPr>
          <p:spPr>
            <a:xfrm>
              <a:off x="2499639" y="5040143"/>
              <a:ext cx="374650" cy="400110"/>
            </a:xfrm>
            <a:prstGeom prst="rect">
              <a:avLst/>
            </a:prstGeom>
            <a:noFill/>
          </p:spPr>
          <p:txBody>
            <a:bodyPr wrap="square" rtlCol="0">
              <a:spAutoFit/>
            </a:bodyPr>
            <a:lstStyle/>
            <a:p>
              <a:pPr algn="ctr"/>
              <a:r>
                <a:rPr lang="en-US" altLang="zh-CN" sz="2000" b="1" dirty="0">
                  <a:solidFill>
                    <a:schemeClr val="bg1"/>
                  </a:solidFill>
                </a:rPr>
                <a:t>B</a:t>
              </a:r>
              <a:endParaRPr lang="zh-CN" altLang="en-US" sz="2000" b="1" dirty="0">
                <a:solidFill>
                  <a:schemeClr val="bg1"/>
                </a:solidFill>
              </a:endParaRPr>
            </a:p>
          </p:txBody>
        </p:sp>
        <p:sp>
          <p:nvSpPr>
            <p:cNvPr id="54" name="文本框 53">
              <a:extLst>
                <a:ext uri="{FF2B5EF4-FFF2-40B4-BE49-F238E27FC236}">
                  <a16:creationId xmlns:a16="http://schemas.microsoft.com/office/drawing/2014/main" id="{0BC51C86-B65A-48DB-A27D-1A3216EB0435}"/>
                </a:ext>
              </a:extLst>
            </p:cNvPr>
            <p:cNvSpPr txBox="1"/>
            <p:nvPr/>
          </p:nvSpPr>
          <p:spPr>
            <a:xfrm>
              <a:off x="9552304" y="3474272"/>
              <a:ext cx="374650" cy="400110"/>
            </a:xfrm>
            <a:prstGeom prst="rect">
              <a:avLst/>
            </a:prstGeom>
            <a:noFill/>
          </p:spPr>
          <p:txBody>
            <a:bodyPr wrap="square" rtlCol="0">
              <a:spAutoFit/>
            </a:bodyPr>
            <a:lstStyle/>
            <a:p>
              <a:pPr algn="ctr"/>
              <a:r>
                <a:rPr lang="en-US" altLang="zh-CN" sz="2000" b="1" dirty="0">
                  <a:solidFill>
                    <a:schemeClr val="bg1"/>
                  </a:solidFill>
                </a:rPr>
                <a:t>C</a:t>
              </a:r>
              <a:endParaRPr lang="zh-CN" altLang="en-US" sz="2000" b="1" dirty="0">
                <a:solidFill>
                  <a:schemeClr val="bg1"/>
                </a:solidFill>
              </a:endParaRPr>
            </a:p>
          </p:txBody>
        </p:sp>
        <p:sp>
          <p:nvSpPr>
            <p:cNvPr id="55" name="文本框 54">
              <a:extLst>
                <a:ext uri="{FF2B5EF4-FFF2-40B4-BE49-F238E27FC236}">
                  <a16:creationId xmlns:a16="http://schemas.microsoft.com/office/drawing/2014/main" id="{EA9DC634-DCAF-4104-BCF4-2A3806101419}"/>
                </a:ext>
              </a:extLst>
            </p:cNvPr>
            <p:cNvSpPr txBox="1"/>
            <p:nvPr/>
          </p:nvSpPr>
          <p:spPr>
            <a:xfrm>
              <a:off x="9552304" y="5040143"/>
              <a:ext cx="374650" cy="400110"/>
            </a:xfrm>
            <a:prstGeom prst="rect">
              <a:avLst/>
            </a:prstGeom>
            <a:noFill/>
          </p:spPr>
          <p:txBody>
            <a:bodyPr wrap="square" rtlCol="0">
              <a:spAutoFit/>
            </a:bodyPr>
            <a:lstStyle/>
            <a:p>
              <a:pPr algn="ctr"/>
              <a:r>
                <a:rPr lang="en-US" altLang="zh-CN" sz="2000" b="1" dirty="0">
                  <a:solidFill>
                    <a:schemeClr val="bg1"/>
                  </a:solidFill>
                </a:rPr>
                <a:t>D</a:t>
              </a:r>
              <a:endParaRPr lang="zh-CN" altLang="en-US" sz="2000" b="1" dirty="0">
                <a:solidFill>
                  <a:schemeClr val="bg1"/>
                </a:solidFill>
              </a:endParaRPr>
            </a:p>
          </p:txBody>
        </p:sp>
      </p:grpSp>
      <p:sp>
        <p:nvSpPr>
          <p:cNvPr id="36" name="平行四边形 35">
            <a:extLst>
              <a:ext uri="{FF2B5EF4-FFF2-40B4-BE49-F238E27FC236}">
                <a16:creationId xmlns:a16="http://schemas.microsoft.com/office/drawing/2014/main" id="{F0D8A188-0A75-F39D-C581-39E20AD25A64}"/>
              </a:ext>
            </a:extLst>
          </p:cNvPr>
          <p:cNvSpPr/>
          <p:nvPr/>
        </p:nvSpPr>
        <p:spPr>
          <a:xfrm>
            <a:off x="304799" y="749300"/>
            <a:ext cx="678493" cy="387090"/>
          </a:xfrm>
          <a:prstGeom prst="parallelogram">
            <a:avLst/>
          </a:prstGeom>
          <a:solidFill>
            <a:schemeClr val="accent3">
              <a:lumMod val="75000"/>
            </a:schemeClr>
          </a:solidFill>
          <a:ln>
            <a:solidFill>
              <a:schemeClr val="accent3">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CN" sz="2200" dirty="0">
                <a:latin typeface="Impact" panose="020B0806030902050204" pitchFamily="34" charset="0"/>
              </a:rPr>
              <a:t>03</a:t>
            </a:r>
            <a:endParaRPr lang="zh-CN" altLang="en-US" sz="2200" dirty="0">
              <a:latin typeface="Impact" panose="020B0806030902050204" pitchFamily="34" charset="0"/>
            </a:endParaRPr>
          </a:p>
        </p:txBody>
      </p:sp>
    </p:spTree>
    <p:custDataLst>
      <p:tags r:id="rId1"/>
    </p:custDataLst>
    <p:extLst>
      <p:ext uri="{BB962C8B-B14F-4D97-AF65-F5344CB8AC3E}">
        <p14:creationId xmlns:p14="http://schemas.microsoft.com/office/powerpoint/2010/main" val="2241246072"/>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30" presetClass="entr" presetSubtype="0" fill="hold" grpId="0" nodeType="withEffect">
                                  <p:stCondLst>
                                    <p:cond delay="0"/>
                                  </p:stCondLst>
                                  <p:childTnLst>
                                    <p:set>
                                      <p:cBhvr>
                                        <p:cTn id="6" dur="1" fill="hold">
                                          <p:stCondLst>
                                            <p:cond delay="0"/>
                                          </p:stCondLst>
                                        </p:cTn>
                                        <p:tgtEl>
                                          <p:spTgt spid="11"/>
                                        </p:tgtEl>
                                        <p:attrNameLst>
                                          <p:attrName>style.visibility</p:attrName>
                                        </p:attrNameLst>
                                      </p:cBhvr>
                                      <p:to>
                                        <p:strVal val="visible"/>
                                      </p:to>
                                    </p:set>
                                    <p:animEffect transition="in" filter="fade">
                                      <p:cBhvr>
                                        <p:cTn id="7" dur="720" decel="100000"/>
                                        <p:tgtEl>
                                          <p:spTgt spid="11"/>
                                        </p:tgtEl>
                                      </p:cBhvr>
                                    </p:animEffect>
                                    <p:anim calcmode="lin" valueType="num">
                                      <p:cBhvr>
                                        <p:cTn id="8" dur="720" decel="100000" fill="hold"/>
                                        <p:tgtEl>
                                          <p:spTgt spid="11"/>
                                        </p:tgtEl>
                                        <p:attrNameLst>
                                          <p:attrName>style.rotation</p:attrName>
                                        </p:attrNameLst>
                                      </p:cBhvr>
                                      <p:tavLst>
                                        <p:tav tm="0">
                                          <p:val>
                                            <p:fltVal val="-90"/>
                                          </p:val>
                                        </p:tav>
                                        <p:tav tm="100000">
                                          <p:val>
                                            <p:fltVal val="0"/>
                                          </p:val>
                                        </p:tav>
                                      </p:tavLst>
                                    </p:anim>
                                    <p:anim calcmode="lin" valueType="num">
                                      <p:cBhvr>
                                        <p:cTn id="9" dur="720" decel="100000" fill="hold"/>
                                        <p:tgtEl>
                                          <p:spTgt spid="11"/>
                                        </p:tgtEl>
                                        <p:attrNameLst>
                                          <p:attrName>ppt_x</p:attrName>
                                        </p:attrNameLst>
                                      </p:cBhvr>
                                      <p:tavLst>
                                        <p:tav tm="0">
                                          <p:val>
                                            <p:strVal val="#ppt_x+0.4"/>
                                          </p:val>
                                        </p:tav>
                                        <p:tav tm="100000">
                                          <p:val>
                                            <p:strVal val="#ppt_x-0.05"/>
                                          </p:val>
                                        </p:tav>
                                      </p:tavLst>
                                    </p:anim>
                                    <p:anim calcmode="lin" valueType="num">
                                      <p:cBhvr>
                                        <p:cTn id="10" dur="720" decel="100000" fill="hold"/>
                                        <p:tgtEl>
                                          <p:spTgt spid="11"/>
                                        </p:tgtEl>
                                        <p:attrNameLst>
                                          <p:attrName>ppt_y</p:attrName>
                                        </p:attrNameLst>
                                      </p:cBhvr>
                                      <p:tavLst>
                                        <p:tav tm="0">
                                          <p:val>
                                            <p:strVal val="#ppt_y-0.4"/>
                                          </p:val>
                                        </p:tav>
                                        <p:tav tm="100000">
                                          <p:val>
                                            <p:strVal val="#ppt_y+0.1"/>
                                          </p:val>
                                        </p:tav>
                                      </p:tavLst>
                                    </p:anim>
                                    <p:anim calcmode="lin" valueType="num">
                                      <p:cBhvr>
                                        <p:cTn id="11" dur="180" accel="100000" fill="hold">
                                          <p:stCondLst>
                                            <p:cond delay="720"/>
                                          </p:stCondLst>
                                        </p:cTn>
                                        <p:tgtEl>
                                          <p:spTgt spid="11"/>
                                        </p:tgtEl>
                                        <p:attrNameLst>
                                          <p:attrName>ppt_x</p:attrName>
                                        </p:attrNameLst>
                                      </p:cBhvr>
                                      <p:tavLst>
                                        <p:tav tm="0">
                                          <p:val>
                                            <p:strVal val="#ppt_x-0.05"/>
                                          </p:val>
                                        </p:tav>
                                        <p:tav tm="100000">
                                          <p:val>
                                            <p:strVal val="#ppt_x"/>
                                          </p:val>
                                        </p:tav>
                                      </p:tavLst>
                                    </p:anim>
                                    <p:anim calcmode="lin" valueType="num">
                                      <p:cBhvr>
                                        <p:cTn id="12" dur="180" accel="100000" fill="hold">
                                          <p:stCondLst>
                                            <p:cond delay="720"/>
                                          </p:stCondLst>
                                        </p:cTn>
                                        <p:tgtEl>
                                          <p:spTgt spid="11"/>
                                        </p:tgtEl>
                                        <p:attrNameLst>
                                          <p:attrName>ppt_y</p:attrName>
                                        </p:attrNameLst>
                                      </p:cBhvr>
                                      <p:tavLst>
                                        <p:tav tm="0">
                                          <p:val>
                                            <p:strVal val="#ppt_y+0.1"/>
                                          </p:val>
                                        </p:tav>
                                        <p:tav tm="100000">
                                          <p:val>
                                            <p:strVal val="#ppt_y"/>
                                          </p:val>
                                        </p:tav>
                                      </p:tavLst>
                                    </p:anim>
                                  </p:childTnLst>
                                </p:cTn>
                              </p:par>
                            </p:childTnLst>
                          </p:cTn>
                        </p:par>
                      </p:childTnLst>
                    </p:cTn>
                  </p:par>
                  <p:par>
                    <p:cTn id="13" fill="hold">
                      <p:stCondLst>
                        <p:cond delay="indefinite"/>
                      </p:stCondLst>
                      <p:childTnLst>
                        <p:par>
                          <p:cTn id="14" fill="hold">
                            <p:stCondLst>
                              <p:cond delay="0"/>
                            </p:stCondLst>
                            <p:childTnLst>
                              <p:par>
                                <p:cTn id="15" presetID="15" presetClass="entr" presetSubtype="0" fill="hold" nodeType="clickEffect">
                                  <p:stCondLst>
                                    <p:cond delay="0"/>
                                  </p:stCondLst>
                                  <p:childTnLst>
                                    <p:set>
                                      <p:cBhvr>
                                        <p:cTn id="16" dur="1" fill="hold">
                                          <p:stCondLst>
                                            <p:cond delay="0"/>
                                          </p:stCondLst>
                                        </p:cTn>
                                        <p:tgtEl>
                                          <p:spTgt spid="56"/>
                                        </p:tgtEl>
                                        <p:attrNameLst>
                                          <p:attrName>style.visibility</p:attrName>
                                        </p:attrNameLst>
                                      </p:cBhvr>
                                      <p:to>
                                        <p:strVal val="visible"/>
                                      </p:to>
                                    </p:set>
                                    <p:anim calcmode="lin" valueType="num">
                                      <p:cBhvr>
                                        <p:cTn id="17" dur="1000" fill="hold"/>
                                        <p:tgtEl>
                                          <p:spTgt spid="56"/>
                                        </p:tgtEl>
                                        <p:attrNameLst>
                                          <p:attrName>ppt_w</p:attrName>
                                        </p:attrNameLst>
                                      </p:cBhvr>
                                      <p:tavLst>
                                        <p:tav tm="0">
                                          <p:val>
                                            <p:fltVal val="0"/>
                                          </p:val>
                                        </p:tav>
                                        <p:tav tm="100000">
                                          <p:val>
                                            <p:strVal val="#ppt_w"/>
                                          </p:val>
                                        </p:tav>
                                      </p:tavLst>
                                    </p:anim>
                                    <p:anim calcmode="lin" valueType="num">
                                      <p:cBhvr>
                                        <p:cTn id="18" dur="1000" fill="hold"/>
                                        <p:tgtEl>
                                          <p:spTgt spid="56"/>
                                        </p:tgtEl>
                                        <p:attrNameLst>
                                          <p:attrName>ppt_h</p:attrName>
                                        </p:attrNameLst>
                                      </p:cBhvr>
                                      <p:tavLst>
                                        <p:tav tm="0">
                                          <p:val>
                                            <p:fltVal val="0"/>
                                          </p:val>
                                        </p:tav>
                                        <p:tav tm="100000">
                                          <p:val>
                                            <p:strVal val="#ppt_h"/>
                                          </p:val>
                                        </p:tav>
                                      </p:tavLst>
                                    </p:anim>
                                    <p:anim calcmode="lin" valueType="num">
                                      <p:cBhvr>
                                        <p:cTn id="19" dur="1000" fill="hold"/>
                                        <p:tgtEl>
                                          <p:spTgt spid="56"/>
                                        </p:tgtEl>
                                        <p:attrNameLst>
                                          <p:attrName>ppt_x</p:attrName>
                                        </p:attrNameLst>
                                      </p:cBhvr>
                                      <p:tavLst>
                                        <p:tav tm="0" fmla="#ppt_x+(cos(-2*pi*(1-$))*-#ppt_x-sin(-2*pi*(1-$))*(1-#ppt_y))*(1-$)">
                                          <p:val>
                                            <p:fltVal val="0"/>
                                          </p:val>
                                        </p:tav>
                                        <p:tav tm="100000">
                                          <p:val>
                                            <p:fltVal val="1"/>
                                          </p:val>
                                        </p:tav>
                                      </p:tavLst>
                                    </p:anim>
                                    <p:anim calcmode="lin" valueType="num">
                                      <p:cBhvr>
                                        <p:cTn id="20" dur="1000" fill="hold"/>
                                        <p:tgtEl>
                                          <p:spTgt spid="56"/>
                                        </p:tgtEl>
                                        <p:attrNameLst>
                                          <p:attrName>ppt_y</p:attrName>
                                        </p:attrNameLst>
                                      </p:cBhvr>
                                      <p:tavLst>
                                        <p:tav tm="0" fmla="#ppt_y+(sin(-2*pi*(1-$))*-#ppt_x+cos(-2*pi*(1-$))*(1-#ppt_y))*(1-$)">
                                          <p:val>
                                            <p:fltVal val="0"/>
                                          </p:val>
                                        </p:tav>
                                        <p:tav tm="100000">
                                          <p:val>
                                            <p:fltVal val="1"/>
                                          </p:val>
                                        </p:tav>
                                      </p:tavLst>
                                    </p:anim>
                                  </p:childTnLst>
                                </p:cTn>
                              </p:par>
                            </p:childTnLst>
                          </p:cTn>
                        </p:par>
                      </p:childTnLst>
                    </p:cTn>
                  </p:par>
                  <p:par>
                    <p:cTn id="21" fill="hold">
                      <p:stCondLst>
                        <p:cond delay="indefinite"/>
                      </p:stCondLst>
                      <p:childTnLst>
                        <p:par>
                          <p:cTn id="22" fill="hold">
                            <p:stCondLst>
                              <p:cond delay="0"/>
                            </p:stCondLst>
                            <p:childTnLst>
                              <p:par>
                                <p:cTn id="23" presetID="12" presetClass="entr" presetSubtype="4" fill="hold" grpId="0" nodeType="clickEffect">
                                  <p:stCondLst>
                                    <p:cond delay="0"/>
                                  </p:stCondLst>
                                  <p:childTnLst>
                                    <p:set>
                                      <p:cBhvr>
                                        <p:cTn id="24" dur="1" fill="hold">
                                          <p:stCondLst>
                                            <p:cond delay="0"/>
                                          </p:stCondLst>
                                        </p:cTn>
                                        <p:tgtEl>
                                          <p:spTgt spid="18"/>
                                        </p:tgtEl>
                                        <p:attrNameLst>
                                          <p:attrName>style.visibility</p:attrName>
                                        </p:attrNameLst>
                                      </p:cBhvr>
                                      <p:to>
                                        <p:strVal val="visible"/>
                                      </p:to>
                                    </p:set>
                                    <p:anim calcmode="lin" valueType="num">
                                      <p:cBhvr additive="base">
                                        <p:cTn id="25" dur="500"/>
                                        <p:tgtEl>
                                          <p:spTgt spid="18"/>
                                        </p:tgtEl>
                                        <p:attrNameLst>
                                          <p:attrName>ppt_y</p:attrName>
                                        </p:attrNameLst>
                                      </p:cBhvr>
                                      <p:tavLst>
                                        <p:tav tm="0">
                                          <p:val>
                                            <p:strVal val="#ppt_y+#ppt_h*1.125000"/>
                                          </p:val>
                                        </p:tav>
                                        <p:tav tm="100000">
                                          <p:val>
                                            <p:strVal val="#ppt_y"/>
                                          </p:val>
                                        </p:tav>
                                      </p:tavLst>
                                    </p:anim>
                                    <p:animEffect transition="in" filter="wipe(up)">
                                      <p:cBhvr>
                                        <p:cTn id="26" dur="500"/>
                                        <p:tgtEl>
                                          <p:spTgt spid="18"/>
                                        </p:tgtEl>
                                      </p:cBhvr>
                                    </p:animEffect>
                                  </p:childTnLst>
                                </p:cTn>
                              </p:par>
                              <p:par>
                                <p:cTn id="27" presetID="12" presetClass="entr" presetSubtype="4" fill="hold" grpId="0" nodeType="withEffect">
                                  <p:stCondLst>
                                    <p:cond delay="0"/>
                                  </p:stCondLst>
                                  <p:childTnLst>
                                    <p:set>
                                      <p:cBhvr>
                                        <p:cTn id="28" dur="1" fill="hold">
                                          <p:stCondLst>
                                            <p:cond delay="0"/>
                                          </p:stCondLst>
                                        </p:cTn>
                                        <p:tgtEl>
                                          <p:spTgt spid="26"/>
                                        </p:tgtEl>
                                        <p:attrNameLst>
                                          <p:attrName>style.visibility</p:attrName>
                                        </p:attrNameLst>
                                      </p:cBhvr>
                                      <p:to>
                                        <p:strVal val="visible"/>
                                      </p:to>
                                    </p:set>
                                    <p:anim calcmode="lin" valueType="num">
                                      <p:cBhvr additive="base">
                                        <p:cTn id="29" dur="500"/>
                                        <p:tgtEl>
                                          <p:spTgt spid="26"/>
                                        </p:tgtEl>
                                        <p:attrNameLst>
                                          <p:attrName>ppt_y</p:attrName>
                                        </p:attrNameLst>
                                      </p:cBhvr>
                                      <p:tavLst>
                                        <p:tav tm="0">
                                          <p:val>
                                            <p:strVal val="#ppt_y+#ppt_h*1.125000"/>
                                          </p:val>
                                        </p:tav>
                                        <p:tav tm="100000">
                                          <p:val>
                                            <p:strVal val="#ppt_y"/>
                                          </p:val>
                                        </p:tav>
                                      </p:tavLst>
                                    </p:anim>
                                    <p:animEffect transition="in" filter="wipe(up)">
                                      <p:cBhvr>
                                        <p:cTn id="30" dur="500"/>
                                        <p:tgtEl>
                                          <p:spTgt spid="26"/>
                                        </p:tgtEl>
                                      </p:cBhvr>
                                    </p:animEffect>
                                  </p:childTnLst>
                                </p:cTn>
                              </p:par>
                              <p:par>
                                <p:cTn id="31" presetID="12" presetClass="entr" presetSubtype="4" fill="hold" grpId="0" nodeType="withEffect">
                                  <p:stCondLst>
                                    <p:cond delay="0"/>
                                  </p:stCondLst>
                                  <p:childTnLst>
                                    <p:set>
                                      <p:cBhvr>
                                        <p:cTn id="32" dur="1" fill="hold">
                                          <p:stCondLst>
                                            <p:cond delay="0"/>
                                          </p:stCondLst>
                                        </p:cTn>
                                        <p:tgtEl>
                                          <p:spTgt spid="22"/>
                                        </p:tgtEl>
                                        <p:attrNameLst>
                                          <p:attrName>style.visibility</p:attrName>
                                        </p:attrNameLst>
                                      </p:cBhvr>
                                      <p:to>
                                        <p:strVal val="visible"/>
                                      </p:to>
                                    </p:set>
                                    <p:anim calcmode="lin" valueType="num">
                                      <p:cBhvr additive="base">
                                        <p:cTn id="33" dur="500"/>
                                        <p:tgtEl>
                                          <p:spTgt spid="22"/>
                                        </p:tgtEl>
                                        <p:attrNameLst>
                                          <p:attrName>ppt_y</p:attrName>
                                        </p:attrNameLst>
                                      </p:cBhvr>
                                      <p:tavLst>
                                        <p:tav tm="0">
                                          <p:val>
                                            <p:strVal val="#ppt_y+#ppt_h*1.125000"/>
                                          </p:val>
                                        </p:tav>
                                        <p:tav tm="100000">
                                          <p:val>
                                            <p:strVal val="#ppt_y"/>
                                          </p:val>
                                        </p:tav>
                                      </p:tavLst>
                                    </p:anim>
                                    <p:animEffect transition="in" filter="wipe(up)">
                                      <p:cBhvr>
                                        <p:cTn id="34" dur="500"/>
                                        <p:tgtEl>
                                          <p:spTgt spid="22"/>
                                        </p:tgtEl>
                                      </p:cBhvr>
                                    </p:animEffect>
                                  </p:childTnLst>
                                </p:cTn>
                              </p:par>
                              <p:par>
                                <p:cTn id="35" presetID="12" presetClass="entr" presetSubtype="4" fill="hold" grpId="0" nodeType="withEffect">
                                  <p:stCondLst>
                                    <p:cond delay="0"/>
                                  </p:stCondLst>
                                  <p:childTnLst>
                                    <p:set>
                                      <p:cBhvr>
                                        <p:cTn id="36" dur="1" fill="hold">
                                          <p:stCondLst>
                                            <p:cond delay="0"/>
                                          </p:stCondLst>
                                        </p:cTn>
                                        <p:tgtEl>
                                          <p:spTgt spid="30"/>
                                        </p:tgtEl>
                                        <p:attrNameLst>
                                          <p:attrName>style.visibility</p:attrName>
                                        </p:attrNameLst>
                                      </p:cBhvr>
                                      <p:to>
                                        <p:strVal val="visible"/>
                                      </p:to>
                                    </p:set>
                                    <p:anim calcmode="lin" valueType="num">
                                      <p:cBhvr additive="base">
                                        <p:cTn id="37" dur="500"/>
                                        <p:tgtEl>
                                          <p:spTgt spid="30"/>
                                        </p:tgtEl>
                                        <p:attrNameLst>
                                          <p:attrName>ppt_y</p:attrName>
                                        </p:attrNameLst>
                                      </p:cBhvr>
                                      <p:tavLst>
                                        <p:tav tm="0">
                                          <p:val>
                                            <p:strVal val="#ppt_y+#ppt_h*1.125000"/>
                                          </p:val>
                                        </p:tav>
                                        <p:tav tm="100000">
                                          <p:val>
                                            <p:strVal val="#ppt_y"/>
                                          </p:val>
                                        </p:tav>
                                      </p:tavLst>
                                    </p:anim>
                                    <p:animEffect transition="in" filter="wipe(up)">
                                      <p:cBhvr>
                                        <p:cTn id="38" dur="500"/>
                                        <p:tgtEl>
                                          <p:spTgt spid="30"/>
                                        </p:tgtEl>
                                      </p:cBhvr>
                                    </p:animEffect>
                                  </p:childTnLst>
                                </p:cTn>
                              </p:par>
                            </p:childTnLst>
                          </p:cTn>
                        </p:par>
                      </p:childTnLst>
                    </p:cTn>
                  </p:par>
                  <p:par>
                    <p:cTn id="39" fill="hold">
                      <p:stCondLst>
                        <p:cond delay="indefinite"/>
                      </p:stCondLst>
                      <p:childTnLst>
                        <p:par>
                          <p:cTn id="40" fill="hold">
                            <p:stCondLst>
                              <p:cond delay="0"/>
                            </p:stCondLst>
                            <p:childTnLst>
                              <p:par>
                                <p:cTn id="41" presetID="12" presetClass="entr" presetSubtype="1" fill="hold" grpId="0" nodeType="clickEffect">
                                  <p:stCondLst>
                                    <p:cond delay="0"/>
                                  </p:stCondLst>
                                  <p:childTnLst>
                                    <p:set>
                                      <p:cBhvr>
                                        <p:cTn id="42" dur="1" fill="hold">
                                          <p:stCondLst>
                                            <p:cond delay="0"/>
                                          </p:stCondLst>
                                        </p:cTn>
                                        <p:tgtEl>
                                          <p:spTgt spid="20"/>
                                        </p:tgtEl>
                                        <p:attrNameLst>
                                          <p:attrName>style.visibility</p:attrName>
                                        </p:attrNameLst>
                                      </p:cBhvr>
                                      <p:to>
                                        <p:strVal val="visible"/>
                                      </p:to>
                                    </p:set>
                                    <p:anim calcmode="lin" valueType="num">
                                      <p:cBhvr additive="base">
                                        <p:cTn id="43" dur="500"/>
                                        <p:tgtEl>
                                          <p:spTgt spid="20"/>
                                        </p:tgtEl>
                                        <p:attrNameLst>
                                          <p:attrName>ppt_y</p:attrName>
                                        </p:attrNameLst>
                                      </p:cBhvr>
                                      <p:tavLst>
                                        <p:tav tm="0">
                                          <p:val>
                                            <p:strVal val="#ppt_y-#ppt_h*1.125000"/>
                                          </p:val>
                                        </p:tav>
                                        <p:tav tm="100000">
                                          <p:val>
                                            <p:strVal val="#ppt_y"/>
                                          </p:val>
                                        </p:tav>
                                      </p:tavLst>
                                    </p:anim>
                                    <p:animEffect transition="in" filter="wipe(down)">
                                      <p:cBhvr>
                                        <p:cTn id="44" dur="500"/>
                                        <p:tgtEl>
                                          <p:spTgt spid="20"/>
                                        </p:tgtEl>
                                      </p:cBhvr>
                                    </p:animEffect>
                                  </p:childTnLst>
                                </p:cTn>
                              </p:par>
                              <p:par>
                                <p:cTn id="45" presetID="12" presetClass="entr" presetSubtype="1" fill="hold" grpId="0" nodeType="withEffect">
                                  <p:stCondLst>
                                    <p:cond delay="0"/>
                                  </p:stCondLst>
                                  <p:childTnLst>
                                    <p:set>
                                      <p:cBhvr>
                                        <p:cTn id="46" dur="1" fill="hold">
                                          <p:stCondLst>
                                            <p:cond delay="0"/>
                                          </p:stCondLst>
                                        </p:cTn>
                                        <p:tgtEl>
                                          <p:spTgt spid="28"/>
                                        </p:tgtEl>
                                        <p:attrNameLst>
                                          <p:attrName>style.visibility</p:attrName>
                                        </p:attrNameLst>
                                      </p:cBhvr>
                                      <p:to>
                                        <p:strVal val="visible"/>
                                      </p:to>
                                    </p:set>
                                    <p:anim calcmode="lin" valueType="num">
                                      <p:cBhvr additive="base">
                                        <p:cTn id="47" dur="500"/>
                                        <p:tgtEl>
                                          <p:spTgt spid="28"/>
                                        </p:tgtEl>
                                        <p:attrNameLst>
                                          <p:attrName>ppt_y</p:attrName>
                                        </p:attrNameLst>
                                      </p:cBhvr>
                                      <p:tavLst>
                                        <p:tav tm="0">
                                          <p:val>
                                            <p:strVal val="#ppt_y-#ppt_h*1.125000"/>
                                          </p:val>
                                        </p:tav>
                                        <p:tav tm="100000">
                                          <p:val>
                                            <p:strVal val="#ppt_y"/>
                                          </p:val>
                                        </p:tav>
                                      </p:tavLst>
                                    </p:anim>
                                    <p:animEffect transition="in" filter="wipe(down)">
                                      <p:cBhvr>
                                        <p:cTn id="48" dur="500"/>
                                        <p:tgtEl>
                                          <p:spTgt spid="28"/>
                                        </p:tgtEl>
                                      </p:cBhvr>
                                    </p:animEffect>
                                  </p:childTnLst>
                                </p:cTn>
                              </p:par>
                              <p:par>
                                <p:cTn id="49" presetID="12" presetClass="entr" presetSubtype="1" fill="hold" grpId="0" nodeType="withEffect">
                                  <p:stCondLst>
                                    <p:cond delay="0"/>
                                  </p:stCondLst>
                                  <p:childTnLst>
                                    <p:set>
                                      <p:cBhvr>
                                        <p:cTn id="50" dur="1" fill="hold">
                                          <p:stCondLst>
                                            <p:cond delay="0"/>
                                          </p:stCondLst>
                                        </p:cTn>
                                        <p:tgtEl>
                                          <p:spTgt spid="24"/>
                                        </p:tgtEl>
                                        <p:attrNameLst>
                                          <p:attrName>style.visibility</p:attrName>
                                        </p:attrNameLst>
                                      </p:cBhvr>
                                      <p:to>
                                        <p:strVal val="visible"/>
                                      </p:to>
                                    </p:set>
                                    <p:anim calcmode="lin" valueType="num">
                                      <p:cBhvr additive="base">
                                        <p:cTn id="51" dur="500"/>
                                        <p:tgtEl>
                                          <p:spTgt spid="24"/>
                                        </p:tgtEl>
                                        <p:attrNameLst>
                                          <p:attrName>ppt_y</p:attrName>
                                        </p:attrNameLst>
                                      </p:cBhvr>
                                      <p:tavLst>
                                        <p:tav tm="0">
                                          <p:val>
                                            <p:strVal val="#ppt_y-#ppt_h*1.125000"/>
                                          </p:val>
                                        </p:tav>
                                        <p:tav tm="100000">
                                          <p:val>
                                            <p:strVal val="#ppt_y"/>
                                          </p:val>
                                        </p:tav>
                                      </p:tavLst>
                                    </p:anim>
                                    <p:animEffect transition="in" filter="wipe(down)">
                                      <p:cBhvr>
                                        <p:cTn id="52" dur="500"/>
                                        <p:tgtEl>
                                          <p:spTgt spid="24"/>
                                        </p:tgtEl>
                                      </p:cBhvr>
                                    </p:animEffect>
                                  </p:childTnLst>
                                </p:cTn>
                              </p:par>
                              <p:par>
                                <p:cTn id="53" presetID="12" presetClass="entr" presetSubtype="1" fill="hold" grpId="0" nodeType="withEffect">
                                  <p:stCondLst>
                                    <p:cond delay="0"/>
                                  </p:stCondLst>
                                  <p:childTnLst>
                                    <p:set>
                                      <p:cBhvr>
                                        <p:cTn id="54" dur="1" fill="hold">
                                          <p:stCondLst>
                                            <p:cond delay="0"/>
                                          </p:stCondLst>
                                        </p:cTn>
                                        <p:tgtEl>
                                          <p:spTgt spid="32"/>
                                        </p:tgtEl>
                                        <p:attrNameLst>
                                          <p:attrName>style.visibility</p:attrName>
                                        </p:attrNameLst>
                                      </p:cBhvr>
                                      <p:to>
                                        <p:strVal val="visible"/>
                                      </p:to>
                                    </p:set>
                                    <p:anim calcmode="lin" valueType="num">
                                      <p:cBhvr additive="base">
                                        <p:cTn id="55" dur="500"/>
                                        <p:tgtEl>
                                          <p:spTgt spid="32"/>
                                        </p:tgtEl>
                                        <p:attrNameLst>
                                          <p:attrName>ppt_y</p:attrName>
                                        </p:attrNameLst>
                                      </p:cBhvr>
                                      <p:tavLst>
                                        <p:tav tm="0">
                                          <p:val>
                                            <p:strVal val="#ppt_y-#ppt_h*1.125000"/>
                                          </p:val>
                                        </p:tav>
                                        <p:tav tm="100000">
                                          <p:val>
                                            <p:strVal val="#ppt_y"/>
                                          </p:val>
                                        </p:tav>
                                      </p:tavLst>
                                    </p:anim>
                                    <p:animEffect transition="in" filter="wipe(down)">
                                      <p:cBhvr>
                                        <p:cTn id="56" dur="500"/>
                                        <p:tgtEl>
                                          <p:spTgt spid="32"/>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0" grpId="0" animBg="1"/>
      <p:bldP spid="24" grpId="0" animBg="1"/>
      <p:bldP spid="28" grpId="0" animBg="1"/>
      <p:bldP spid="32" grpId="0" animBg="1"/>
      <p:bldP spid="18" grpId="0" animBg="1"/>
      <p:bldP spid="22" grpId="0" animBg="1"/>
      <p:bldP spid="26" grpId="0" animBg="1"/>
      <p:bldP spid="30" grpId="0" animBg="1"/>
      <p:bldP spid="11" grpId="0"/>
    </p:bldLst>
  </p:timing>
</p:sld>
</file>

<file path=ppt/slides/slide48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9" name="矩形 38">
            <a:extLst>
              <a:ext uri="{FF2B5EF4-FFF2-40B4-BE49-F238E27FC236}">
                <a16:creationId xmlns:a16="http://schemas.microsoft.com/office/drawing/2014/main" id="{DE031ADC-F9E8-4924-9BC9-E86AC65A15BE}"/>
              </a:ext>
            </a:extLst>
          </p:cNvPr>
          <p:cNvSpPr/>
          <p:nvPr/>
        </p:nvSpPr>
        <p:spPr>
          <a:xfrm>
            <a:off x="5548180" y="2862276"/>
            <a:ext cx="947871" cy="331788"/>
          </a:xfrm>
          <a:prstGeom prst="rect">
            <a:avLst/>
          </a:prstGeom>
          <a:solidFill>
            <a:schemeClr val="tx2"/>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CN" sz="2000" b="1" dirty="0">
                <a:solidFill>
                  <a:schemeClr val="bg1"/>
                </a:solidFill>
                <a:latin typeface="Arial Narrow" panose="020B0606020202030204" pitchFamily="34" charset="0"/>
              </a:rPr>
              <a:t>VID=1</a:t>
            </a:r>
            <a:endParaRPr lang="zh-CN" altLang="en-US" sz="2000" b="1" dirty="0">
              <a:solidFill>
                <a:schemeClr val="bg1"/>
              </a:solidFill>
              <a:latin typeface="Arial Narrow" panose="020B0606020202030204" pitchFamily="34" charset="0"/>
            </a:endParaRPr>
          </a:p>
        </p:txBody>
      </p:sp>
      <p:sp>
        <p:nvSpPr>
          <p:cNvPr id="37" name="标注: 右箭头 36">
            <a:extLst>
              <a:ext uri="{FF2B5EF4-FFF2-40B4-BE49-F238E27FC236}">
                <a16:creationId xmlns:a16="http://schemas.microsoft.com/office/drawing/2014/main" id="{0FA47188-A563-4B17-93EB-62A487E77DC7}"/>
              </a:ext>
            </a:extLst>
          </p:cNvPr>
          <p:cNvSpPr/>
          <p:nvPr/>
        </p:nvSpPr>
        <p:spPr>
          <a:xfrm>
            <a:off x="3185441" y="3512296"/>
            <a:ext cx="1095639" cy="331788"/>
          </a:xfrm>
          <a:prstGeom prst="rightArrowCallout">
            <a:avLst>
              <a:gd name="adj1" fmla="val 25000"/>
              <a:gd name="adj2" fmla="val 25000"/>
              <a:gd name="adj3" fmla="val 25000"/>
              <a:gd name="adj4" fmla="val 86735"/>
            </a:avLst>
          </a:prstGeom>
        </p:spPr>
        <p:style>
          <a:lnRef idx="2">
            <a:schemeClr val="accent3">
              <a:shade val="50000"/>
            </a:schemeClr>
          </a:lnRef>
          <a:fillRef idx="1">
            <a:schemeClr val="accent3"/>
          </a:fillRef>
          <a:effectRef idx="0">
            <a:schemeClr val="accent3"/>
          </a:effectRef>
          <a:fontRef idx="minor">
            <a:schemeClr val="lt1"/>
          </a:fontRef>
        </p:style>
        <p:txBody>
          <a:bodyPr rtlCol="0" anchor="ctr"/>
          <a:lstStyle/>
          <a:p>
            <a:pPr algn="ctr"/>
            <a:r>
              <a:rPr lang="zh-CN" altLang="en-US" b="1" dirty="0"/>
              <a:t>广播</a:t>
            </a:r>
          </a:p>
        </p:txBody>
      </p:sp>
      <p:sp>
        <p:nvSpPr>
          <p:cNvPr id="20" name="矩形 19">
            <a:extLst>
              <a:ext uri="{FF2B5EF4-FFF2-40B4-BE49-F238E27FC236}">
                <a16:creationId xmlns:a16="http://schemas.microsoft.com/office/drawing/2014/main" id="{B7E1855B-BB0E-4F7F-86D0-BB02329A21F2}"/>
              </a:ext>
            </a:extLst>
          </p:cNvPr>
          <p:cNvSpPr/>
          <p:nvPr/>
        </p:nvSpPr>
        <p:spPr>
          <a:xfrm>
            <a:off x="4448173" y="4062426"/>
            <a:ext cx="1050925" cy="331788"/>
          </a:xfrm>
          <a:prstGeom prst="rect">
            <a:avLst/>
          </a:prstGeom>
          <a:solidFill>
            <a:schemeClr val="accent4"/>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CN" sz="2000" b="1" dirty="0">
                <a:solidFill>
                  <a:schemeClr val="bg1"/>
                </a:solidFill>
                <a:latin typeface="Arial Narrow" panose="020B0606020202030204" pitchFamily="34" charset="0"/>
              </a:rPr>
              <a:t>Access</a:t>
            </a:r>
            <a:endParaRPr lang="zh-CN" altLang="en-US" sz="2000" b="1" dirty="0">
              <a:solidFill>
                <a:schemeClr val="bg1"/>
              </a:solidFill>
              <a:latin typeface="Arial Narrow" panose="020B0606020202030204" pitchFamily="34" charset="0"/>
            </a:endParaRPr>
          </a:p>
        </p:txBody>
      </p:sp>
      <p:sp>
        <p:nvSpPr>
          <p:cNvPr id="24" name="矩形 23">
            <a:extLst>
              <a:ext uri="{FF2B5EF4-FFF2-40B4-BE49-F238E27FC236}">
                <a16:creationId xmlns:a16="http://schemas.microsoft.com/office/drawing/2014/main" id="{A4E7391A-1751-4FC1-8717-F49F032890FD}"/>
              </a:ext>
            </a:extLst>
          </p:cNvPr>
          <p:cNvSpPr/>
          <p:nvPr/>
        </p:nvSpPr>
        <p:spPr>
          <a:xfrm>
            <a:off x="4448174" y="5665003"/>
            <a:ext cx="1050925" cy="331788"/>
          </a:xfrm>
          <a:prstGeom prst="rect">
            <a:avLst/>
          </a:prstGeom>
          <a:solidFill>
            <a:schemeClr val="accent4"/>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CN" sz="2000" b="1" dirty="0">
                <a:solidFill>
                  <a:schemeClr val="bg1"/>
                </a:solidFill>
                <a:latin typeface="Arial Narrow" panose="020B0606020202030204" pitchFamily="34" charset="0"/>
              </a:rPr>
              <a:t>Access</a:t>
            </a:r>
            <a:endParaRPr lang="zh-CN" altLang="en-US" sz="2000" b="1" dirty="0">
              <a:solidFill>
                <a:schemeClr val="bg1"/>
              </a:solidFill>
              <a:latin typeface="Arial Narrow" panose="020B0606020202030204" pitchFamily="34" charset="0"/>
            </a:endParaRPr>
          </a:p>
        </p:txBody>
      </p:sp>
      <p:sp>
        <p:nvSpPr>
          <p:cNvPr id="28" name="矩形 27">
            <a:extLst>
              <a:ext uri="{FF2B5EF4-FFF2-40B4-BE49-F238E27FC236}">
                <a16:creationId xmlns:a16="http://schemas.microsoft.com/office/drawing/2014/main" id="{470F44F1-DD3E-42C3-B3F3-DF5C2565B8F7}"/>
              </a:ext>
            </a:extLst>
          </p:cNvPr>
          <p:cNvSpPr/>
          <p:nvPr/>
        </p:nvSpPr>
        <p:spPr>
          <a:xfrm>
            <a:off x="6699250" y="4062426"/>
            <a:ext cx="1050925" cy="331788"/>
          </a:xfrm>
          <a:prstGeom prst="rect">
            <a:avLst/>
          </a:prstGeom>
          <a:solidFill>
            <a:schemeClr val="accent4"/>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CN" sz="2000" b="1" dirty="0">
                <a:solidFill>
                  <a:schemeClr val="bg1"/>
                </a:solidFill>
                <a:latin typeface="Arial Narrow" panose="020B0606020202030204" pitchFamily="34" charset="0"/>
              </a:rPr>
              <a:t>Access</a:t>
            </a:r>
            <a:endParaRPr lang="zh-CN" altLang="en-US" sz="2000" b="1" dirty="0">
              <a:solidFill>
                <a:schemeClr val="bg1"/>
              </a:solidFill>
              <a:latin typeface="Arial Narrow" panose="020B0606020202030204" pitchFamily="34" charset="0"/>
            </a:endParaRPr>
          </a:p>
        </p:txBody>
      </p:sp>
      <p:sp>
        <p:nvSpPr>
          <p:cNvPr id="32" name="矩形 31">
            <a:extLst>
              <a:ext uri="{FF2B5EF4-FFF2-40B4-BE49-F238E27FC236}">
                <a16:creationId xmlns:a16="http://schemas.microsoft.com/office/drawing/2014/main" id="{CB471B25-1E07-49B5-8232-C4D460EEECA0}"/>
              </a:ext>
            </a:extLst>
          </p:cNvPr>
          <p:cNvSpPr/>
          <p:nvPr/>
        </p:nvSpPr>
        <p:spPr>
          <a:xfrm>
            <a:off x="6699251" y="5665003"/>
            <a:ext cx="1050925" cy="331788"/>
          </a:xfrm>
          <a:prstGeom prst="rect">
            <a:avLst/>
          </a:prstGeom>
          <a:solidFill>
            <a:schemeClr val="accent4"/>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CN" sz="2000" b="1" dirty="0">
                <a:solidFill>
                  <a:schemeClr val="bg1"/>
                </a:solidFill>
                <a:latin typeface="Arial Narrow" panose="020B0606020202030204" pitchFamily="34" charset="0"/>
              </a:rPr>
              <a:t>Access</a:t>
            </a:r>
            <a:endParaRPr lang="zh-CN" altLang="en-US" sz="2000" b="1" dirty="0">
              <a:solidFill>
                <a:schemeClr val="bg1"/>
              </a:solidFill>
              <a:latin typeface="Arial Narrow" panose="020B0606020202030204" pitchFamily="34" charset="0"/>
            </a:endParaRPr>
          </a:p>
        </p:txBody>
      </p:sp>
      <p:sp>
        <p:nvSpPr>
          <p:cNvPr id="18" name="矩形 17">
            <a:extLst>
              <a:ext uri="{FF2B5EF4-FFF2-40B4-BE49-F238E27FC236}">
                <a16:creationId xmlns:a16="http://schemas.microsoft.com/office/drawing/2014/main" id="{9FF17DC4-7312-49F3-82F1-6543D08F7A97}"/>
              </a:ext>
            </a:extLst>
          </p:cNvPr>
          <p:cNvSpPr/>
          <p:nvPr/>
        </p:nvSpPr>
        <p:spPr>
          <a:xfrm>
            <a:off x="4448173" y="3398850"/>
            <a:ext cx="1050925" cy="331788"/>
          </a:xfrm>
          <a:prstGeom prst="rect">
            <a:avLst/>
          </a:prstGeom>
          <a:solidFill>
            <a:schemeClr val="tx2"/>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CN" sz="2000" b="1" dirty="0">
                <a:solidFill>
                  <a:schemeClr val="bg1"/>
                </a:solidFill>
                <a:latin typeface="Arial Narrow" panose="020B0606020202030204" pitchFamily="34" charset="0"/>
              </a:rPr>
              <a:t>PVID=1</a:t>
            </a:r>
            <a:endParaRPr lang="zh-CN" altLang="en-US" sz="2000" b="1" dirty="0">
              <a:solidFill>
                <a:schemeClr val="bg1"/>
              </a:solidFill>
              <a:latin typeface="Arial Narrow" panose="020B0606020202030204" pitchFamily="34" charset="0"/>
            </a:endParaRPr>
          </a:p>
        </p:txBody>
      </p:sp>
      <p:sp>
        <p:nvSpPr>
          <p:cNvPr id="22" name="矩形 21">
            <a:extLst>
              <a:ext uri="{FF2B5EF4-FFF2-40B4-BE49-F238E27FC236}">
                <a16:creationId xmlns:a16="http://schemas.microsoft.com/office/drawing/2014/main" id="{4F924B51-5424-48CF-AA09-489275DC4623}"/>
              </a:ext>
            </a:extLst>
          </p:cNvPr>
          <p:cNvSpPr/>
          <p:nvPr/>
        </p:nvSpPr>
        <p:spPr>
          <a:xfrm>
            <a:off x="4448174" y="5001427"/>
            <a:ext cx="1050925" cy="331788"/>
          </a:xfrm>
          <a:prstGeom prst="rect">
            <a:avLst/>
          </a:prstGeom>
          <a:solidFill>
            <a:schemeClr val="tx2"/>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CN" sz="2000" b="1" dirty="0">
                <a:solidFill>
                  <a:schemeClr val="bg1"/>
                </a:solidFill>
                <a:latin typeface="Arial Narrow" panose="020B0606020202030204" pitchFamily="34" charset="0"/>
              </a:rPr>
              <a:t>PVID=1</a:t>
            </a:r>
            <a:endParaRPr lang="zh-CN" altLang="en-US" sz="2000" b="1" dirty="0">
              <a:solidFill>
                <a:schemeClr val="bg1"/>
              </a:solidFill>
              <a:latin typeface="Arial Narrow" panose="020B0606020202030204" pitchFamily="34" charset="0"/>
            </a:endParaRPr>
          </a:p>
        </p:txBody>
      </p:sp>
      <p:sp>
        <p:nvSpPr>
          <p:cNvPr id="26" name="矩形 25">
            <a:extLst>
              <a:ext uri="{FF2B5EF4-FFF2-40B4-BE49-F238E27FC236}">
                <a16:creationId xmlns:a16="http://schemas.microsoft.com/office/drawing/2014/main" id="{F1B3D3B5-5935-4DF1-8637-BC378DCF6A03}"/>
              </a:ext>
            </a:extLst>
          </p:cNvPr>
          <p:cNvSpPr/>
          <p:nvPr/>
        </p:nvSpPr>
        <p:spPr>
          <a:xfrm>
            <a:off x="6699250" y="3398850"/>
            <a:ext cx="1050925" cy="331788"/>
          </a:xfrm>
          <a:prstGeom prst="rect">
            <a:avLst/>
          </a:prstGeom>
          <a:solidFill>
            <a:schemeClr val="tx2"/>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CN" sz="2000" b="1" dirty="0">
                <a:solidFill>
                  <a:schemeClr val="bg1"/>
                </a:solidFill>
                <a:latin typeface="Arial Narrow" panose="020B0606020202030204" pitchFamily="34" charset="0"/>
              </a:rPr>
              <a:t>PVID=1</a:t>
            </a:r>
            <a:endParaRPr lang="zh-CN" altLang="en-US" sz="2000" b="1" dirty="0">
              <a:solidFill>
                <a:schemeClr val="bg1"/>
              </a:solidFill>
              <a:latin typeface="Arial Narrow" panose="020B0606020202030204" pitchFamily="34" charset="0"/>
            </a:endParaRPr>
          </a:p>
        </p:txBody>
      </p:sp>
      <p:sp>
        <p:nvSpPr>
          <p:cNvPr id="30" name="矩形 29">
            <a:extLst>
              <a:ext uri="{FF2B5EF4-FFF2-40B4-BE49-F238E27FC236}">
                <a16:creationId xmlns:a16="http://schemas.microsoft.com/office/drawing/2014/main" id="{38614433-FAF6-4DF5-98A0-71D6FD64EA4B}"/>
              </a:ext>
            </a:extLst>
          </p:cNvPr>
          <p:cNvSpPr/>
          <p:nvPr/>
        </p:nvSpPr>
        <p:spPr>
          <a:xfrm>
            <a:off x="6699251" y="5001427"/>
            <a:ext cx="1050925" cy="331788"/>
          </a:xfrm>
          <a:prstGeom prst="rect">
            <a:avLst/>
          </a:prstGeom>
          <a:solidFill>
            <a:schemeClr val="tx2"/>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CN" sz="2000" b="1" dirty="0">
                <a:solidFill>
                  <a:schemeClr val="bg1"/>
                </a:solidFill>
                <a:latin typeface="Arial Narrow" panose="020B0606020202030204" pitchFamily="34" charset="0"/>
              </a:rPr>
              <a:t>PVID=1</a:t>
            </a:r>
            <a:endParaRPr lang="zh-CN" altLang="en-US" sz="2000" b="1" dirty="0">
              <a:solidFill>
                <a:schemeClr val="bg1"/>
              </a:solidFill>
              <a:latin typeface="Arial Narrow" panose="020B0606020202030204" pitchFamily="34" charset="0"/>
            </a:endParaRPr>
          </a:p>
        </p:txBody>
      </p:sp>
      <p:grpSp>
        <p:nvGrpSpPr>
          <p:cNvPr id="4" name="组合 3">
            <a:extLst>
              <a:ext uri="{FF2B5EF4-FFF2-40B4-BE49-F238E27FC236}">
                <a16:creationId xmlns:a16="http://schemas.microsoft.com/office/drawing/2014/main" id="{9A1EA9F2-FCB6-48C3-935F-7AE7E3AD14AC}"/>
              </a:ext>
            </a:extLst>
          </p:cNvPr>
          <p:cNvGrpSpPr/>
          <p:nvPr/>
        </p:nvGrpSpPr>
        <p:grpSpPr>
          <a:xfrm>
            <a:off x="304800" y="749300"/>
            <a:ext cx="4938199" cy="400110"/>
            <a:chOff x="424117" y="898245"/>
            <a:chExt cx="4938199" cy="400110"/>
          </a:xfrm>
        </p:grpSpPr>
        <p:sp>
          <p:nvSpPr>
            <p:cNvPr id="2" name="平行四边形 1">
              <a:extLst>
                <a:ext uri="{FF2B5EF4-FFF2-40B4-BE49-F238E27FC236}">
                  <a16:creationId xmlns:a16="http://schemas.microsoft.com/office/drawing/2014/main" id="{1F5BAA3F-9845-4F89-A2DD-8222D3E4EDAC}"/>
                </a:ext>
              </a:extLst>
            </p:cNvPr>
            <p:cNvSpPr/>
            <p:nvPr/>
          </p:nvSpPr>
          <p:spPr>
            <a:xfrm>
              <a:off x="424117" y="898245"/>
              <a:ext cx="628306" cy="387090"/>
            </a:xfrm>
            <a:prstGeom prst="parallelogram">
              <a:avLst/>
            </a:prstGeom>
            <a:solidFill>
              <a:schemeClr val="accent3">
                <a:lumMod val="75000"/>
              </a:schemeClr>
            </a:solidFill>
            <a:ln>
              <a:solidFill>
                <a:schemeClr val="accent3">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CN" sz="2200" dirty="0">
                  <a:latin typeface="Impact" panose="020B0806030902050204" pitchFamily="34" charset="0"/>
                </a:rPr>
                <a:t>01</a:t>
              </a:r>
              <a:endParaRPr lang="zh-CN" altLang="en-US" sz="2200" dirty="0">
                <a:latin typeface="Impact" panose="020B0806030902050204" pitchFamily="34" charset="0"/>
              </a:endParaRPr>
            </a:p>
          </p:txBody>
        </p:sp>
        <p:sp>
          <p:nvSpPr>
            <p:cNvPr id="3" name="文本框 2">
              <a:extLst>
                <a:ext uri="{FF2B5EF4-FFF2-40B4-BE49-F238E27FC236}">
                  <a16:creationId xmlns:a16="http://schemas.microsoft.com/office/drawing/2014/main" id="{4D6BD736-A4D3-4F26-AFED-36E11F50F70B}"/>
                </a:ext>
              </a:extLst>
            </p:cNvPr>
            <p:cNvSpPr txBox="1"/>
            <p:nvPr/>
          </p:nvSpPr>
          <p:spPr>
            <a:xfrm>
              <a:off x="1052423" y="898245"/>
              <a:ext cx="4309893" cy="400110"/>
            </a:xfrm>
            <a:prstGeom prst="rect">
              <a:avLst/>
            </a:prstGeom>
            <a:noFill/>
          </p:spPr>
          <p:txBody>
            <a:bodyPr wrap="square" rtlCol="0">
              <a:spAutoFit/>
            </a:bodyPr>
            <a:lstStyle/>
            <a:p>
              <a:r>
                <a:rPr lang="zh-CN" altLang="en-US" sz="2000" b="1" dirty="0">
                  <a:solidFill>
                    <a:schemeClr val="tx1"/>
                  </a:solidFill>
                  <a:latin typeface="Arial Narrow" panose="020B0606020202030204" pitchFamily="34" charset="0"/>
                </a:rPr>
                <a:t>虚拟局域网</a:t>
              </a:r>
              <a:r>
                <a:rPr lang="en-US" altLang="zh-CN" sz="2000" b="1" dirty="0">
                  <a:solidFill>
                    <a:schemeClr val="tx1"/>
                  </a:solidFill>
                  <a:latin typeface="Arial Narrow" panose="020B0606020202030204" pitchFamily="34" charset="0"/>
                </a:rPr>
                <a:t>VLAN</a:t>
              </a:r>
              <a:r>
                <a:rPr lang="zh-CN" altLang="en-US" sz="2000" b="1" dirty="0">
                  <a:solidFill>
                    <a:schemeClr val="tx1"/>
                  </a:solidFill>
                  <a:latin typeface="Arial Narrow" panose="020B0606020202030204" pitchFamily="34" charset="0"/>
                </a:rPr>
                <a:t>的</a:t>
              </a:r>
              <a:r>
                <a:rPr lang="zh-CN" altLang="en-US" sz="2000" b="1" dirty="0">
                  <a:latin typeface="Arial Narrow" panose="020B0606020202030204" pitchFamily="34" charset="0"/>
                </a:rPr>
                <a:t>实现机制</a:t>
              </a:r>
              <a:endParaRPr lang="en-US" altLang="zh-CN" sz="2000" b="1" dirty="0">
                <a:solidFill>
                  <a:schemeClr val="tx1"/>
                </a:solidFill>
                <a:latin typeface="Arial Narrow" panose="020B0606020202030204" pitchFamily="34" charset="0"/>
              </a:endParaRPr>
            </a:p>
          </p:txBody>
        </p:sp>
      </p:grpSp>
      <p:sp>
        <p:nvSpPr>
          <p:cNvPr id="9" name="文本框 8">
            <a:extLst>
              <a:ext uri="{FF2B5EF4-FFF2-40B4-BE49-F238E27FC236}">
                <a16:creationId xmlns:a16="http://schemas.microsoft.com/office/drawing/2014/main" id="{7E01F55D-5303-4639-8DD9-B3123C1AE516}"/>
              </a:ext>
            </a:extLst>
          </p:cNvPr>
          <p:cNvSpPr txBox="1"/>
          <p:nvPr/>
        </p:nvSpPr>
        <p:spPr>
          <a:xfrm>
            <a:off x="4141958" y="742690"/>
            <a:ext cx="4443242" cy="400110"/>
          </a:xfrm>
          <a:prstGeom prst="rect">
            <a:avLst/>
          </a:prstGeom>
          <a:noFill/>
        </p:spPr>
        <p:txBody>
          <a:bodyPr wrap="square" rtlCol="0">
            <a:spAutoFit/>
          </a:bodyPr>
          <a:lstStyle/>
          <a:p>
            <a:r>
              <a:rPr lang="en-US" altLang="zh-CN" sz="2000" b="1" dirty="0">
                <a:solidFill>
                  <a:schemeClr val="accent3">
                    <a:lumMod val="75000"/>
                  </a:schemeClr>
                </a:solidFill>
                <a:latin typeface="Arial Narrow" panose="020B0606020202030204" pitchFamily="34" charset="0"/>
              </a:rPr>
              <a:t>——  </a:t>
            </a:r>
            <a:r>
              <a:rPr lang="zh-CN" altLang="en-US" sz="2000" b="1" dirty="0">
                <a:solidFill>
                  <a:schemeClr val="accent3">
                    <a:lumMod val="75000"/>
                  </a:schemeClr>
                </a:solidFill>
                <a:latin typeface="Arial Narrow" panose="020B0606020202030204" pitchFamily="34" charset="0"/>
              </a:rPr>
              <a:t>以太网交换机的接口类型</a:t>
            </a:r>
            <a:endParaRPr lang="en-US" altLang="zh-CN" sz="2000" b="1" dirty="0">
              <a:solidFill>
                <a:schemeClr val="accent3">
                  <a:lumMod val="75000"/>
                </a:schemeClr>
              </a:solidFill>
              <a:latin typeface="Arial Narrow" panose="020B0606020202030204" pitchFamily="34" charset="0"/>
            </a:endParaRPr>
          </a:p>
        </p:txBody>
      </p:sp>
      <p:sp>
        <p:nvSpPr>
          <p:cNvPr id="11" name="íşlïḍè">
            <a:extLst>
              <a:ext uri="{FF2B5EF4-FFF2-40B4-BE49-F238E27FC236}">
                <a16:creationId xmlns:a16="http://schemas.microsoft.com/office/drawing/2014/main" id="{7AA3015A-52E8-4E4D-820F-06063E0CA2B4}"/>
              </a:ext>
            </a:extLst>
          </p:cNvPr>
          <p:cNvSpPr txBox="1"/>
          <p:nvPr/>
        </p:nvSpPr>
        <p:spPr>
          <a:xfrm>
            <a:off x="839330" y="1236602"/>
            <a:ext cx="10513339" cy="400110"/>
          </a:xfrm>
          <a:prstGeom prst="rect">
            <a:avLst/>
          </a:prstGeom>
          <a:noFill/>
        </p:spPr>
        <p:txBody>
          <a:bodyPr wrap="square" lIns="91440" tIns="45720" rIns="91440" bIns="45720" anchor="ctr">
            <a:noAutofit/>
          </a:bodyPr>
          <a:lstStyle/>
          <a:p>
            <a:r>
              <a:rPr lang="en-US" altLang="zh-CN" b="1" dirty="0">
                <a:latin typeface="Arial Narrow" panose="020B0606020202030204" pitchFamily="34" charset="0"/>
              </a:rPr>
              <a:t>【</a:t>
            </a:r>
            <a:r>
              <a:rPr lang="zh-CN" altLang="en-US" b="1" dirty="0">
                <a:latin typeface="Arial Narrow" panose="020B0606020202030204" pitchFamily="34" charset="0"/>
              </a:rPr>
              <a:t>例</a:t>
            </a:r>
            <a:r>
              <a:rPr lang="en-US" altLang="zh-CN" b="1" dirty="0">
                <a:latin typeface="Arial Narrow" panose="020B0606020202030204" pitchFamily="34" charset="0"/>
              </a:rPr>
              <a:t>1】</a:t>
            </a:r>
            <a:r>
              <a:rPr lang="zh-CN" altLang="en-US" b="1" dirty="0">
                <a:latin typeface="Arial Narrow" panose="020B0606020202030204" pitchFamily="34" charset="0"/>
              </a:rPr>
              <a:t>在一个交换机上不进行人为的</a:t>
            </a:r>
            <a:r>
              <a:rPr lang="en-US" altLang="zh-CN" b="1" dirty="0">
                <a:latin typeface="Arial Narrow" panose="020B0606020202030204" pitchFamily="34" charset="0"/>
              </a:rPr>
              <a:t>VLAN</a:t>
            </a:r>
            <a:r>
              <a:rPr lang="zh-CN" altLang="en-US" b="1" dirty="0">
                <a:latin typeface="Arial Narrow" panose="020B0606020202030204" pitchFamily="34" charset="0"/>
              </a:rPr>
              <a:t>划分，交换机各接口默认属于</a:t>
            </a:r>
            <a:r>
              <a:rPr lang="en-US" altLang="zh-CN" b="1" dirty="0">
                <a:latin typeface="Arial Narrow" panose="020B0606020202030204" pitchFamily="34" charset="0"/>
              </a:rPr>
              <a:t>VLAN1</a:t>
            </a:r>
            <a:r>
              <a:rPr lang="zh-CN" altLang="en-US" b="1" dirty="0">
                <a:latin typeface="Arial Narrow" panose="020B0606020202030204" pitchFamily="34" charset="0"/>
              </a:rPr>
              <a:t>且类型为</a:t>
            </a:r>
            <a:r>
              <a:rPr lang="en-US" altLang="zh-CN" b="1" dirty="0">
                <a:latin typeface="Arial Narrow" panose="020B0606020202030204" pitchFamily="34" charset="0"/>
              </a:rPr>
              <a:t>Access</a:t>
            </a:r>
            <a:r>
              <a:rPr lang="zh-CN" altLang="en-US" b="1" dirty="0">
                <a:latin typeface="Arial Narrow" panose="020B0606020202030204" pitchFamily="34" charset="0"/>
              </a:rPr>
              <a:t>的情况。</a:t>
            </a:r>
          </a:p>
        </p:txBody>
      </p:sp>
      <p:grpSp>
        <p:nvGrpSpPr>
          <p:cNvPr id="56" name="组合 55">
            <a:extLst>
              <a:ext uri="{FF2B5EF4-FFF2-40B4-BE49-F238E27FC236}">
                <a16:creationId xmlns:a16="http://schemas.microsoft.com/office/drawing/2014/main" id="{ED900606-F7CE-4824-8EA8-62FB879E7403}"/>
              </a:ext>
            </a:extLst>
          </p:cNvPr>
          <p:cNvGrpSpPr/>
          <p:nvPr/>
        </p:nvGrpSpPr>
        <p:grpSpPr>
          <a:xfrm>
            <a:off x="2236875" y="2045293"/>
            <a:ext cx="7718250" cy="4317407"/>
            <a:chOff x="2236875" y="2045293"/>
            <a:chExt cx="7718250" cy="4317407"/>
          </a:xfrm>
        </p:grpSpPr>
        <p:grpSp>
          <p:nvGrpSpPr>
            <p:cNvPr id="51" name="组合 50">
              <a:extLst>
                <a:ext uri="{FF2B5EF4-FFF2-40B4-BE49-F238E27FC236}">
                  <a16:creationId xmlns:a16="http://schemas.microsoft.com/office/drawing/2014/main" id="{4A24894D-B07F-49D4-9C66-0022E95368D2}"/>
                </a:ext>
              </a:extLst>
            </p:cNvPr>
            <p:cNvGrpSpPr/>
            <p:nvPr/>
          </p:nvGrpSpPr>
          <p:grpSpPr>
            <a:xfrm>
              <a:off x="2236875" y="2045293"/>
              <a:ext cx="7718250" cy="4317407"/>
              <a:chOff x="2236875" y="1791293"/>
              <a:chExt cx="7718250" cy="4317407"/>
            </a:xfrm>
          </p:grpSpPr>
          <p:grpSp>
            <p:nvGrpSpPr>
              <p:cNvPr id="49" name="组合 48">
                <a:extLst>
                  <a:ext uri="{FF2B5EF4-FFF2-40B4-BE49-F238E27FC236}">
                    <a16:creationId xmlns:a16="http://schemas.microsoft.com/office/drawing/2014/main" id="{9578F982-B46C-4F17-819E-EDABE967900E}"/>
                  </a:ext>
                </a:extLst>
              </p:cNvPr>
              <p:cNvGrpSpPr/>
              <p:nvPr/>
            </p:nvGrpSpPr>
            <p:grpSpPr>
              <a:xfrm>
                <a:off x="2236875" y="2197100"/>
                <a:ext cx="7718250" cy="3911600"/>
                <a:chOff x="2236875" y="2197100"/>
                <a:chExt cx="7718250" cy="3911600"/>
              </a:xfrm>
            </p:grpSpPr>
            <p:cxnSp>
              <p:nvCxnSpPr>
                <p:cNvPr id="35" name="直接连接符 34">
                  <a:extLst>
                    <a:ext uri="{FF2B5EF4-FFF2-40B4-BE49-F238E27FC236}">
                      <a16:creationId xmlns:a16="http://schemas.microsoft.com/office/drawing/2014/main" id="{7F1A5C97-32BC-4856-BF65-7AE987D8E4AC}"/>
                    </a:ext>
                  </a:extLst>
                </p:cNvPr>
                <p:cNvCxnSpPr>
                  <a:cxnSpLocks/>
                </p:cNvCxnSpPr>
                <p:nvPr/>
              </p:nvCxnSpPr>
              <p:spPr>
                <a:xfrm flipH="1">
                  <a:off x="2797387" y="3642532"/>
                  <a:ext cx="1650786" cy="0"/>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sp>
              <p:nvSpPr>
                <p:cNvPr id="6" name="矩形 5">
                  <a:extLst>
                    <a:ext uri="{FF2B5EF4-FFF2-40B4-BE49-F238E27FC236}">
                      <a16:creationId xmlns:a16="http://schemas.microsoft.com/office/drawing/2014/main" id="{B73795E7-AA4E-46BD-A009-E7B559FC741E}"/>
                    </a:ext>
                  </a:extLst>
                </p:cNvPr>
                <p:cNvSpPr/>
                <p:nvPr/>
              </p:nvSpPr>
              <p:spPr>
                <a:xfrm>
                  <a:off x="4441825" y="2197100"/>
                  <a:ext cx="3308350" cy="3911600"/>
                </a:xfrm>
                <a:prstGeom prst="rect">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19" name="矩形 18">
                  <a:extLst>
                    <a:ext uri="{FF2B5EF4-FFF2-40B4-BE49-F238E27FC236}">
                      <a16:creationId xmlns:a16="http://schemas.microsoft.com/office/drawing/2014/main" id="{77C24B11-AA44-4B22-9A14-1ED14C517EC7}"/>
                    </a:ext>
                  </a:extLst>
                </p:cNvPr>
                <p:cNvSpPr/>
                <p:nvPr/>
              </p:nvSpPr>
              <p:spPr>
                <a:xfrm>
                  <a:off x="4448173" y="3476638"/>
                  <a:ext cx="1050925" cy="331788"/>
                </a:xfrm>
                <a:prstGeom prst="rect">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CN" sz="2000" b="1" dirty="0">
                      <a:solidFill>
                        <a:schemeClr val="tx1"/>
                      </a:solidFill>
                      <a:latin typeface="Arial Black" panose="020B0A04020102020204" pitchFamily="34" charset="0"/>
                    </a:rPr>
                    <a:t>1</a:t>
                  </a:r>
                  <a:endParaRPr lang="zh-CN" altLang="en-US" sz="2000" b="1" dirty="0">
                    <a:solidFill>
                      <a:schemeClr val="tx1"/>
                    </a:solidFill>
                    <a:latin typeface="Arial Black" panose="020B0A04020102020204" pitchFamily="34" charset="0"/>
                  </a:endParaRPr>
                </a:p>
              </p:txBody>
            </p:sp>
            <p:sp>
              <p:nvSpPr>
                <p:cNvPr id="23" name="矩形 22">
                  <a:extLst>
                    <a:ext uri="{FF2B5EF4-FFF2-40B4-BE49-F238E27FC236}">
                      <a16:creationId xmlns:a16="http://schemas.microsoft.com/office/drawing/2014/main" id="{AB2385F7-9B60-4E01-9222-32199BF93FFE}"/>
                    </a:ext>
                  </a:extLst>
                </p:cNvPr>
                <p:cNvSpPr/>
                <p:nvPr/>
              </p:nvSpPr>
              <p:spPr>
                <a:xfrm>
                  <a:off x="4448174" y="5079215"/>
                  <a:ext cx="1050925" cy="331788"/>
                </a:xfrm>
                <a:prstGeom prst="rect">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CN" sz="2000" b="1" dirty="0">
                      <a:solidFill>
                        <a:schemeClr val="tx1"/>
                      </a:solidFill>
                      <a:latin typeface="Arial Black" panose="020B0A04020102020204" pitchFamily="34" charset="0"/>
                    </a:rPr>
                    <a:t>2</a:t>
                  </a:r>
                  <a:endParaRPr lang="zh-CN" altLang="en-US" sz="2000" b="1" dirty="0">
                    <a:solidFill>
                      <a:schemeClr val="tx1"/>
                    </a:solidFill>
                    <a:latin typeface="Arial Black" panose="020B0A04020102020204" pitchFamily="34" charset="0"/>
                  </a:endParaRPr>
                </a:p>
              </p:txBody>
            </p:sp>
            <p:sp>
              <p:nvSpPr>
                <p:cNvPr id="27" name="矩形 26">
                  <a:extLst>
                    <a:ext uri="{FF2B5EF4-FFF2-40B4-BE49-F238E27FC236}">
                      <a16:creationId xmlns:a16="http://schemas.microsoft.com/office/drawing/2014/main" id="{03E60741-BE28-4E2A-8520-4D9B8EF88A23}"/>
                    </a:ext>
                  </a:extLst>
                </p:cNvPr>
                <p:cNvSpPr/>
                <p:nvPr/>
              </p:nvSpPr>
              <p:spPr>
                <a:xfrm>
                  <a:off x="6699250" y="3476638"/>
                  <a:ext cx="1050925" cy="331788"/>
                </a:xfrm>
                <a:prstGeom prst="rect">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CN" sz="2000" b="1" dirty="0">
                      <a:solidFill>
                        <a:schemeClr val="tx1"/>
                      </a:solidFill>
                      <a:latin typeface="Arial Black" panose="020B0A04020102020204" pitchFamily="34" charset="0"/>
                    </a:rPr>
                    <a:t>3</a:t>
                  </a:r>
                  <a:endParaRPr lang="zh-CN" altLang="en-US" sz="2000" b="1" dirty="0">
                    <a:solidFill>
                      <a:schemeClr val="tx1"/>
                    </a:solidFill>
                    <a:latin typeface="Arial Black" panose="020B0A04020102020204" pitchFamily="34" charset="0"/>
                  </a:endParaRPr>
                </a:p>
              </p:txBody>
            </p:sp>
            <p:sp>
              <p:nvSpPr>
                <p:cNvPr id="31" name="矩形 30">
                  <a:extLst>
                    <a:ext uri="{FF2B5EF4-FFF2-40B4-BE49-F238E27FC236}">
                      <a16:creationId xmlns:a16="http://schemas.microsoft.com/office/drawing/2014/main" id="{9FDBF4C8-3C90-491A-A517-2E721072CA89}"/>
                    </a:ext>
                  </a:extLst>
                </p:cNvPr>
                <p:cNvSpPr/>
                <p:nvPr/>
              </p:nvSpPr>
              <p:spPr>
                <a:xfrm>
                  <a:off x="6699251" y="5079215"/>
                  <a:ext cx="1050925" cy="331788"/>
                </a:xfrm>
                <a:prstGeom prst="rect">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CN" sz="2000" b="1" dirty="0">
                      <a:solidFill>
                        <a:schemeClr val="tx1"/>
                      </a:solidFill>
                      <a:latin typeface="Arial Black" panose="020B0A04020102020204" pitchFamily="34" charset="0"/>
                    </a:rPr>
                    <a:t>4</a:t>
                  </a:r>
                  <a:endParaRPr lang="zh-CN" altLang="en-US" sz="2000" b="1" dirty="0">
                    <a:solidFill>
                      <a:schemeClr val="tx1"/>
                    </a:solidFill>
                    <a:latin typeface="Arial Black" panose="020B0A04020102020204" pitchFamily="34" charset="0"/>
                  </a:endParaRPr>
                </a:p>
              </p:txBody>
            </p:sp>
            <p:pic>
              <p:nvPicPr>
                <p:cNvPr id="33" name="图形 10">
                  <a:extLst>
                    <a:ext uri="{FF2B5EF4-FFF2-40B4-BE49-F238E27FC236}">
                      <a16:creationId xmlns:a16="http://schemas.microsoft.com/office/drawing/2014/main" id="{45EB2A5E-C932-4270-9B30-415951D6C935}"/>
                    </a:ext>
                  </a:extLst>
                </p:cNvPr>
                <p:cNvPicPr>
                  <a:picLocks noChangeAspect="1"/>
                </p:cNvPicPr>
                <p:nvPr/>
              </p:nvPicPr>
              <p:blipFill>
                <a:blip r:embed="rId3">
                  <a:extLst>
                    <a:ext uri="{28A0092B-C50C-407E-A947-70E740481C1C}">
                      <a14:useLocalDpi xmlns:a14="http://schemas.microsoft.com/office/drawing/2010/main" val="0"/>
                    </a:ext>
                    <a:ext uri="{96DAC541-7B7A-43D3-8B79-37D633B846F1}">
                      <asvg:svgBlip xmlns:asvg="http://schemas.microsoft.com/office/drawing/2016/SVG/main" r:embed="rId4"/>
                    </a:ext>
                  </a:extLst>
                </a:blip>
                <a:stretch>
                  <a:fillRect/>
                </a:stretch>
              </p:blipFill>
              <p:spPr>
                <a:xfrm>
                  <a:off x="2236875" y="3203316"/>
                  <a:ext cx="662814" cy="641082"/>
                </a:xfrm>
                <a:prstGeom prst="rect">
                  <a:avLst/>
                </a:prstGeom>
              </p:spPr>
            </p:pic>
            <p:cxnSp>
              <p:nvCxnSpPr>
                <p:cNvPr id="41" name="直接连接符 40">
                  <a:extLst>
                    <a:ext uri="{FF2B5EF4-FFF2-40B4-BE49-F238E27FC236}">
                      <a16:creationId xmlns:a16="http://schemas.microsoft.com/office/drawing/2014/main" id="{F5A16B36-DB81-469A-8082-FD28F2C01FA1}"/>
                    </a:ext>
                  </a:extLst>
                </p:cNvPr>
                <p:cNvCxnSpPr>
                  <a:cxnSpLocks/>
                </p:cNvCxnSpPr>
                <p:nvPr/>
              </p:nvCxnSpPr>
              <p:spPr>
                <a:xfrm flipH="1">
                  <a:off x="7750175" y="3642532"/>
                  <a:ext cx="1650786" cy="0"/>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cxnSp>
              <p:nvCxnSpPr>
                <p:cNvPr id="42" name="直接连接符 41">
                  <a:extLst>
                    <a:ext uri="{FF2B5EF4-FFF2-40B4-BE49-F238E27FC236}">
                      <a16:creationId xmlns:a16="http://schemas.microsoft.com/office/drawing/2014/main" id="{F91B5B0F-0779-4D3C-B788-C145A44A572C}"/>
                    </a:ext>
                  </a:extLst>
                </p:cNvPr>
                <p:cNvCxnSpPr>
                  <a:cxnSpLocks/>
                </p:cNvCxnSpPr>
                <p:nvPr/>
              </p:nvCxnSpPr>
              <p:spPr>
                <a:xfrm flipH="1">
                  <a:off x="2458720" y="5245109"/>
                  <a:ext cx="1989454" cy="0"/>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cxnSp>
              <p:nvCxnSpPr>
                <p:cNvPr id="45" name="直接连接符 44">
                  <a:extLst>
                    <a:ext uri="{FF2B5EF4-FFF2-40B4-BE49-F238E27FC236}">
                      <a16:creationId xmlns:a16="http://schemas.microsoft.com/office/drawing/2014/main" id="{37FC353E-A226-435F-A36D-5A521BBD87CC}"/>
                    </a:ext>
                  </a:extLst>
                </p:cNvPr>
                <p:cNvCxnSpPr>
                  <a:cxnSpLocks/>
                </p:cNvCxnSpPr>
                <p:nvPr/>
              </p:nvCxnSpPr>
              <p:spPr>
                <a:xfrm flipH="1">
                  <a:off x="7750175" y="5245109"/>
                  <a:ext cx="1989454" cy="0"/>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pic>
              <p:nvPicPr>
                <p:cNvPr id="46" name="图形 10">
                  <a:extLst>
                    <a:ext uri="{FF2B5EF4-FFF2-40B4-BE49-F238E27FC236}">
                      <a16:creationId xmlns:a16="http://schemas.microsoft.com/office/drawing/2014/main" id="{0C267CEC-7965-419C-856B-24593CBA3D8D}"/>
                    </a:ext>
                  </a:extLst>
                </p:cNvPr>
                <p:cNvPicPr>
                  <a:picLocks noChangeAspect="1"/>
                </p:cNvPicPr>
                <p:nvPr/>
              </p:nvPicPr>
              <p:blipFill>
                <a:blip r:embed="rId3">
                  <a:extLst>
                    <a:ext uri="{28A0092B-C50C-407E-A947-70E740481C1C}">
                      <a14:useLocalDpi xmlns:a14="http://schemas.microsoft.com/office/drawing/2010/main" val="0"/>
                    </a:ext>
                    <a:ext uri="{96DAC541-7B7A-43D3-8B79-37D633B846F1}">
                      <asvg:svgBlip xmlns:asvg="http://schemas.microsoft.com/office/drawing/2016/SVG/main" r:embed="rId4"/>
                    </a:ext>
                  </a:extLst>
                </a:blip>
                <a:stretch>
                  <a:fillRect/>
                </a:stretch>
              </p:blipFill>
              <p:spPr>
                <a:xfrm>
                  <a:off x="2236875" y="4769920"/>
                  <a:ext cx="662814" cy="641082"/>
                </a:xfrm>
                <a:prstGeom prst="rect">
                  <a:avLst/>
                </a:prstGeom>
              </p:spPr>
            </p:pic>
            <p:pic>
              <p:nvPicPr>
                <p:cNvPr id="47" name="图形 10">
                  <a:extLst>
                    <a:ext uri="{FF2B5EF4-FFF2-40B4-BE49-F238E27FC236}">
                      <a16:creationId xmlns:a16="http://schemas.microsoft.com/office/drawing/2014/main" id="{8E1F14D7-A86D-41CD-8F97-3C2EEC80AE92}"/>
                    </a:ext>
                  </a:extLst>
                </p:cNvPr>
                <p:cNvPicPr>
                  <a:picLocks noChangeAspect="1"/>
                </p:cNvPicPr>
                <p:nvPr/>
              </p:nvPicPr>
              <p:blipFill>
                <a:blip r:embed="rId3">
                  <a:extLst>
                    <a:ext uri="{28A0092B-C50C-407E-A947-70E740481C1C}">
                      <a14:useLocalDpi xmlns:a14="http://schemas.microsoft.com/office/drawing/2010/main" val="0"/>
                    </a:ext>
                    <a:ext uri="{96DAC541-7B7A-43D3-8B79-37D633B846F1}">
                      <asvg:svgBlip xmlns:asvg="http://schemas.microsoft.com/office/drawing/2016/SVG/main" r:embed="rId4"/>
                    </a:ext>
                  </a:extLst>
                </a:blip>
                <a:stretch>
                  <a:fillRect/>
                </a:stretch>
              </p:blipFill>
              <p:spPr>
                <a:xfrm>
                  <a:off x="9292311" y="3201795"/>
                  <a:ext cx="662814" cy="641082"/>
                </a:xfrm>
                <a:prstGeom prst="rect">
                  <a:avLst/>
                </a:prstGeom>
              </p:spPr>
            </p:pic>
            <p:pic>
              <p:nvPicPr>
                <p:cNvPr id="48" name="图形 10">
                  <a:extLst>
                    <a:ext uri="{FF2B5EF4-FFF2-40B4-BE49-F238E27FC236}">
                      <a16:creationId xmlns:a16="http://schemas.microsoft.com/office/drawing/2014/main" id="{5A547701-5E4A-47BC-90F2-C9711DC35C1B}"/>
                    </a:ext>
                  </a:extLst>
                </p:cNvPr>
                <p:cNvPicPr>
                  <a:picLocks noChangeAspect="1"/>
                </p:cNvPicPr>
                <p:nvPr/>
              </p:nvPicPr>
              <p:blipFill>
                <a:blip r:embed="rId3">
                  <a:extLst>
                    <a:ext uri="{28A0092B-C50C-407E-A947-70E740481C1C}">
                      <a14:useLocalDpi xmlns:a14="http://schemas.microsoft.com/office/drawing/2010/main" val="0"/>
                    </a:ext>
                    <a:ext uri="{96DAC541-7B7A-43D3-8B79-37D633B846F1}">
                      <asvg:svgBlip xmlns:asvg="http://schemas.microsoft.com/office/drawing/2016/SVG/main" r:embed="rId4"/>
                    </a:ext>
                  </a:extLst>
                </a:blip>
                <a:stretch>
                  <a:fillRect/>
                </a:stretch>
              </p:blipFill>
              <p:spPr>
                <a:xfrm>
                  <a:off x="9292311" y="4769920"/>
                  <a:ext cx="662814" cy="641082"/>
                </a:xfrm>
                <a:prstGeom prst="rect">
                  <a:avLst/>
                </a:prstGeom>
              </p:spPr>
            </p:pic>
          </p:grpSp>
          <p:sp>
            <p:nvSpPr>
              <p:cNvPr id="50" name="íşlïḍè">
                <a:extLst>
                  <a:ext uri="{FF2B5EF4-FFF2-40B4-BE49-F238E27FC236}">
                    <a16:creationId xmlns:a16="http://schemas.microsoft.com/office/drawing/2014/main" id="{78C95D91-AF44-4308-994D-348292466CE7}"/>
                  </a:ext>
                </a:extLst>
              </p:cNvPr>
              <p:cNvSpPr txBox="1"/>
              <p:nvPr/>
            </p:nvSpPr>
            <p:spPr>
              <a:xfrm>
                <a:off x="4441825" y="1791293"/>
                <a:ext cx="3308350" cy="400110"/>
              </a:xfrm>
              <a:prstGeom prst="rect">
                <a:avLst/>
              </a:prstGeom>
              <a:noFill/>
            </p:spPr>
            <p:txBody>
              <a:bodyPr wrap="square" lIns="91440" tIns="45720" rIns="91440" bIns="45720" anchor="ctr">
                <a:noAutofit/>
              </a:bodyPr>
              <a:lstStyle/>
              <a:p>
                <a:pPr algn="ctr"/>
                <a:r>
                  <a:rPr lang="zh-CN" altLang="en-US" b="1" dirty="0">
                    <a:latin typeface="Arial Narrow" panose="020B0606020202030204" pitchFamily="34" charset="0"/>
                  </a:rPr>
                  <a:t>以太网交换机</a:t>
                </a:r>
              </a:p>
            </p:txBody>
          </p:sp>
        </p:grpSp>
        <p:sp>
          <p:nvSpPr>
            <p:cNvPr id="52" name="文本框 51">
              <a:extLst>
                <a:ext uri="{FF2B5EF4-FFF2-40B4-BE49-F238E27FC236}">
                  <a16:creationId xmlns:a16="http://schemas.microsoft.com/office/drawing/2014/main" id="{8947492D-5FFE-40B8-8BD8-BFD9DEC380AC}"/>
                </a:ext>
              </a:extLst>
            </p:cNvPr>
            <p:cNvSpPr txBox="1"/>
            <p:nvPr/>
          </p:nvSpPr>
          <p:spPr>
            <a:xfrm>
              <a:off x="2499639" y="3474272"/>
              <a:ext cx="374650" cy="400110"/>
            </a:xfrm>
            <a:prstGeom prst="rect">
              <a:avLst/>
            </a:prstGeom>
            <a:noFill/>
          </p:spPr>
          <p:txBody>
            <a:bodyPr wrap="square" rtlCol="0">
              <a:spAutoFit/>
            </a:bodyPr>
            <a:lstStyle/>
            <a:p>
              <a:pPr algn="ctr"/>
              <a:r>
                <a:rPr lang="en-US" altLang="zh-CN" sz="2000" b="1" dirty="0">
                  <a:solidFill>
                    <a:schemeClr val="bg1"/>
                  </a:solidFill>
                </a:rPr>
                <a:t>A</a:t>
              </a:r>
              <a:endParaRPr lang="zh-CN" altLang="en-US" sz="2000" b="1" dirty="0">
                <a:solidFill>
                  <a:schemeClr val="bg1"/>
                </a:solidFill>
              </a:endParaRPr>
            </a:p>
          </p:txBody>
        </p:sp>
        <p:sp>
          <p:nvSpPr>
            <p:cNvPr id="53" name="文本框 52">
              <a:extLst>
                <a:ext uri="{FF2B5EF4-FFF2-40B4-BE49-F238E27FC236}">
                  <a16:creationId xmlns:a16="http://schemas.microsoft.com/office/drawing/2014/main" id="{FEFB5F2E-ED62-4FB4-BA66-2FAFD67A0229}"/>
                </a:ext>
              </a:extLst>
            </p:cNvPr>
            <p:cNvSpPr txBox="1"/>
            <p:nvPr/>
          </p:nvSpPr>
          <p:spPr>
            <a:xfrm>
              <a:off x="2499639" y="5040143"/>
              <a:ext cx="374650" cy="400110"/>
            </a:xfrm>
            <a:prstGeom prst="rect">
              <a:avLst/>
            </a:prstGeom>
            <a:noFill/>
          </p:spPr>
          <p:txBody>
            <a:bodyPr wrap="square" rtlCol="0">
              <a:spAutoFit/>
            </a:bodyPr>
            <a:lstStyle/>
            <a:p>
              <a:pPr algn="ctr"/>
              <a:r>
                <a:rPr lang="en-US" altLang="zh-CN" sz="2000" b="1" dirty="0">
                  <a:solidFill>
                    <a:schemeClr val="bg1"/>
                  </a:solidFill>
                </a:rPr>
                <a:t>B</a:t>
              </a:r>
              <a:endParaRPr lang="zh-CN" altLang="en-US" sz="2000" b="1" dirty="0">
                <a:solidFill>
                  <a:schemeClr val="bg1"/>
                </a:solidFill>
              </a:endParaRPr>
            </a:p>
          </p:txBody>
        </p:sp>
        <p:sp>
          <p:nvSpPr>
            <p:cNvPr id="54" name="文本框 53">
              <a:extLst>
                <a:ext uri="{FF2B5EF4-FFF2-40B4-BE49-F238E27FC236}">
                  <a16:creationId xmlns:a16="http://schemas.microsoft.com/office/drawing/2014/main" id="{0BC51C86-B65A-48DB-A27D-1A3216EB0435}"/>
                </a:ext>
              </a:extLst>
            </p:cNvPr>
            <p:cNvSpPr txBox="1"/>
            <p:nvPr/>
          </p:nvSpPr>
          <p:spPr>
            <a:xfrm>
              <a:off x="9552304" y="3474272"/>
              <a:ext cx="374650" cy="400110"/>
            </a:xfrm>
            <a:prstGeom prst="rect">
              <a:avLst/>
            </a:prstGeom>
            <a:noFill/>
          </p:spPr>
          <p:txBody>
            <a:bodyPr wrap="square" rtlCol="0">
              <a:spAutoFit/>
            </a:bodyPr>
            <a:lstStyle/>
            <a:p>
              <a:pPr algn="ctr"/>
              <a:r>
                <a:rPr lang="en-US" altLang="zh-CN" sz="2000" b="1" dirty="0">
                  <a:solidFill>
                    <a:schemeClr val="bg1"/>
                  </a:solidFill>
                </a:rPr>
                <a:t>C</a:t>
              </a:r>
              <a:endParaRPr lang="zh-CN" altLang="en-US" sz="2000" b="1" dirty="0">
                <a:solidFill>
                  <a:schemeClr val="bg1"/>
                </a:solidFill>
              </a:endParaRPr>
            </a:p>
          </p:txBody>
        </p:sp>
        <p:sp>
          <p:nvSpPr>
            <p:cNvPr id="55" name="文本框 54">
              <a:extLst>
                <a:ext uri="{FF2B5EF4-FFF2-40B4-BE49-F238E27FC236}">
                  <a16:creationId xmlns:a16="http://schemas.microsoft.com/office/drawing/2014/main" id="{EA9DC634-DCAF-4104-BCF4-2A3806101419}"/>
                </a:ext>
              </a:extLst>
            </p:cNvPr>
            <p:cNvSpPr txBox="1"/>
            <p:nvPr/>
          </p:nvSpPr>
          <p:spPr>
            <a:xfrm>
              <a:off x="9552304" y="5040143"/>
              <a:ext cx="374650" cy="400110"/>
            </a:xfrm>
            <a:prstGeom prst="rect">
              <a:avLst/>
            </a:prstGeom>
            <a:noFill/>
          </p:spPr>
          <p:txBody>
            <a:bodyPr wrap="square" rtlCol="0">
              <a:spAutoFit/>
            </a:bodyPr>
            <a:lstStyle/>
            <a:p>
              <a:pPr algn="ctr"/>
              <a:r>
                <a:rPr lang="en-US" altLang="zh-CN" sz="2000" b="1" dirty="0">
                  <a:solidFill>
                    <a:schemeClr val="bg1"/>
                  </a:solidFill>
                </a:rPr>
                <a:t>D</a:t>
              </a:r>
              <a:endParaRPr lang="zh-CN" altLang="en-US" sz="2000" b="1" dirty="0">
                <a:solidFill>
                  <a:schemeClr val="bg1"/>
                </a:solidFill>
              </a:endParaRPr>
            </a:p>
          </p:txBody>
        </p:sp>
      </p:grpSp>
      <p:sp>
        <p:nvSpPr>
          <p:cNvPr id="38" name="标注: 右箭头 37">
            <a:extLst>
              <a:ext uri="{FF2B5EF4-FFF2-40B4-BE49-F238E27FC236}">
                <a16:creationId xmlns:a16="http://schemas.microsoft.com/office/drawing/2014/main" id="{BB595183-A217-4484-BFB5-EAD981BFA5B6}"/>
              </a:ext>
            </a:extLst>
          </p:cNvPr>
          <p:cNvSpPr/>
          <p:nvPr/>
        </p:nvSpPr>
        <p:spPr>
          <a:xfrm>
            <a:off x="5548180" y="2530481"/>
            <a:ext cx="1095639" cy="331788"/>
          </a:xfrm>
          <a:prstGeom prst="rightArrowCallout">
            <a:avLst>
              <a:gd name="adj1" fmla="val 25000"/>
              <a:gd name="adj2" fmla="val 25000"/>
              <a:gd name="adj3" fmla="val 25000"/>
              <a:gd name="adj4" fmla="val 86735"/>
            </a:avLst>
          </a:prstGeom>
        </p:spPr>
        <p:style>
          <a:lnRef idx="2">
            <a:schemeClr val="accent3">
              <a:shade val="50000"/>
            </a:schemeClr>
          </a:lnRef>
          <a:fillRef idx="1">
            <a:schemeClr val="accent3"/>
          </a:fillRef>
          <a:effectRef idx="0">
            <a:schemeClr val="accent3"/>
          </a:effectRef>
          <a:fontRef idx="minor">
            <a:schemeClr val="lt1"/>
          </a:fontRef>
        </p:style>
        <p:txBody>
          <a:bodyPr rtlCol="0" anchor="ctr"/>
          <a:lstStyle/>
          <a:p>
            <a:pPr algn="ctr"/>
            <a:r>
              <a:rPr lang="zh-CN" altLang="en-US" b="1" dirty="0"/>
              <a:t>广播</a:t>
            </a:r>
          </a:p>
        </p:txBody>
      </p:sp>
      <p:grpSp>
        <p:nvGrpSpPr>
          <p:cNvPr id="66" name="组合 65">
            <a:extLst>
              <a:ext uri="{FF2B5EF4-FFF2-40B4-BE49-F238E27FC236}">
                <a16:creationId xmlns:a16="http://schemas.microsoft.com/office/drawing/2014/main" id="{74A6DAF1-50C9-41EC-A017-3BA0D765AEB0}"/>
              </a:ext>
            </a:extLst>
          </p:cNvPr>
          <p:cNvGrpSpPr/>
          <p:nvPr/>
        </p:nvGrpSpPr>
        <p:grpSpPr>
          <a:xfrm>
            <a:off x="4600310" y="2502805"/>
            <a:ext cx="947871" cy="896045"/>
            <a:chOff x="4600310" y="2502805"/>
            <a:chExt cx="947871" cy="896045"/>
          </a:xfrm>
        </p:grpSpPr>
        <p:cxnSp>
          <p:nvCxnSpPr>
            <p:cNvPr id="7" name="连接符: 肘形 6">
              <a:extLst>
                <a:ext uri="{FF2B5EF4-FFF2-40B4-BE49-F238E27FC236}">
                  <a16:creationId xmlns:a16="http://schemas.microsoft.com/office/drawing/2014/main" id="{24EC2267-2B76-4016-BF39-1AA4F2103CA5}"/>
                </a:ext>
              </a:extLst>
            </p:cNvPr>
            <p:cNvCxnSpPr>
              <a:stCxn id="18" idx="0"/>
              <a:endCxn id="38" idx="1"/>
            </p:cNvCxnSpPr>
            <p:nvPr/>
          </p:nvCxnSpPr>
          <p:spPr>
            <a:xfrm rot="5400000" flipH="1" flipV="1">
              <a:off x="4909671" y="2760341"/>
              <a:ext cx="702475" cy="574544"/>
            </a:xfrm>
            <a:prstGeom prst="bentConnector2">
              <a:avLst/>
            </a:prstGeom>
            <a:ln w="12700">
              <a:solidFill>
                <a:schemeClr val="tx1"/>
              </a:solidFill>
              <a:prstDash val="dash"/>
              <a:tailEnd type="triangle"/>
            </a:ln>
          </p:spPr>
          <p:style>
            <a:lnRef idx="1">
              <a:schemeClr val="accent1"/>
            </a:lnRef>
            <a:fillRef idx="0">
              <a:schemeClr val="accent1"/>
            </a:fillRef>
            <a:effectRef idx="0">
              <a:schemeClr val="accent1"/>
            </a:effectRef>
            <a:fontRef idx="minor">
              <a:schemeClr val="tx1"/>
            </a:fontRef>
          </p:style>
        </p:cxnSp>
        <p:sp>
          <p:nvSpPr>
            <p:cNvPr id="43" name="íşlïḍè">
              <a:extLst>
                <a:ext uri="{FF2B5EF4-FFF2-40B4-BE49-F238E27FC236}">
                  <a16:creationId xmlns:a16="http://schemas.microsoft.com/office/drawing/2014/main" id="{A7857336-C324-4C07-B035-993C3088D0C7}"/>
                </a:ext>
              </a:extLst>
            </p:cNvPr>
            <p:cNvSpPr txBox="1"/>
            <p:nvPr/>
          </p:nvSpPr>
          <p:spPr>
            <a:xfrm>
              <a:off x="4600310" y="2502805"/>
              <a:ext cx="452121" cy="861924"/>
            </a:xfrm>
            <a:prstGeom prst="rect">
              <a:avLst/>
            </a:prstGeom>
            <a:noFill/>
          </p:spPr>
          <p:txBody>
            <a:bodyPr wrap="square" lIns="91440" tIns="45720" rIns="91440" bIns="45720" anchor="ctr">
              <a:noAutofit/>
            </a:bodyPr>
            <a:lstStyle/>
            <a:p>
              <a:pPr algn="ctr"/>
              <a:r>
                <a:rPr lang="zh-CN" altLang="en-US" b="1" dirty="0">
                  <a:solidFill>
                    <a:schemeClr val="accent1">
                      <a:lumMod val="75000"/>
                    </a:schemeClr>
                  </a:solidFill>
                  <a:latin typeface="Arial Narrow" panose="020B0606020202030204" pitchFamily="34" charset="0"/>
                </a:rPr>
                <a:t>打</a:t>
              </a:r>
              <a:endParaRPr lang="en-US" altLang="zh-CN" b="1" dirty="0">
                <a:solidFill>
                  <a:schemeClr val="accent1">
                    <a:lumMod val="75000"/>
                  </a:schemeClr>
                </a:solidFill>
                <a:latin typeface="Arial Narrow" panose="020B0606020202030204" pitchFamily="34" charset="0"/>
              </a:endParaRPr>
            </a:p>
            <a:p>
              <a:pPr algn="ctr"/>
              <a:r>
                <a:rPr lang="zh-CN" altLang="en-US" b="1" dirty="0">
                  <a:solidFill>
                    <a:schemeClr val="accent1">
                      <a:lumMod val="75000"/>
                    </a:schemeClr>
                  </a:solidFill>
                  <a:latin typeface="Arial Narrow" panose="020B0606020202030204" pitchFamily="34" charset="0"/>
                </a:rPr>
                <a:t>标</a:t>
              </a:r>
              <a:endParaRPr lang="en-US" altLang="zh-CN" b="1" dirty="0">
                <a:solidFill>
                  <a:schemeClr val="accent1">
                    <a:lumMod val="75000"/>
                  </a:schemeClr>
                </a:solidFill>
                <a:latin typeface="Arial Narrow" panose="020B0606020202030204" pitchFamily="34" charset="0"/>
              </a:endParaRPr>
            </a:p>
            <a:p>
              <a:pPr algn="ctr"/>
              <a:r>
                <a:rPr lang="zh-CN" altLang="en-US" b="1" dirty="0">
                  <a:solidFill>
                    <a:schemeClr val="accent1">
                      <a:lumMod val="75000"/>
                    </a:schemeClr>
                  </a:solidFill>
                  <a:latin typeface="Arial Narrow" panose="020B0606020202030204" pitchFamily="34" charset="0"/>
                </a:rPr>
                <a:t>签</a:t>
              </a:r>
            </a:p>
          </p:txBody>
        </p:sp>
      </p:grpSp>
      <p:cxnSp>
        <p:nvCxnSpPr>
          <p:cNvPr id="44" name="连接符: 肘形 43">
            <a:extLst>
              <a:ext uri="{FF2B5EF4-FFF2-40B4-BE49-F238E27FC236}">
                <a16:creationId xmlns:a16="http://schemas.microsoft.com/office/drawing/2014/main" id="{18B06A1E-75CB-4FF1-9996-0911C90FBED1}"/>
              </a:ext>
            </a:extLst>
          </p:cNvPr>
          <p:cNvCxnSpPr>
            <a:cxnSpLocks/>
            <a:stCxn id="39" idx="2"/>
            <a:endCxn id="22" idx="3"/>
          </p:cNvCxnSpPr>
          <p:nvPr/>
        </p:nvCxnSpPr>
        <p:spPr>
          <a:xfrm rot="5400000">
            <a:off x="4773980" y="3919184"/>
            <a:ext cx="1973257" cy="523017"/>
          </a:xfrm>
          <a:prstGeom prst="bentConnector2">
            <a:avLst/>
          </a:prstGeom>
          <a:ln w="12700">
            <a:solidFill>
              <a:schemeClr val="tx1"/>
            </a:solidFill>
            <a:prstDash val="dash"/>
            <a:tailEnd type="triangle"/>
          </a:ln>
        </p:spPr>
        <p:style>
          <a:lnRef idx="1">
            <a:schemeClr val="accent1"/>
          </a:lnRef>
          <a:fillRef idx="0">
            <a:schemeClr val="accent1"/>
          </a:fillRef>
          <a:effectRef idx="0">
            <a:schemeClr val="accent1"/>
          </a:effectRef>
          <a:fontRef idx="minor">
            <a:schemeClr val="tx1"/>
          </a:fontRef>
        </p:style>
      </p:cxnSp>
      <p:cxnSp>
        <p:nvCxnSpPr>
          <p:cNvPr id="57" name="连接符: 肘形 56">
            <a:extLst>
              <a:ext uri="{FF2B5EF4-FFF2-40B4-BE49-F238E27FC236}">
                <a16:creationId xmlns:a16="http://schemas.microsoft.com/office/drawing/2014/main" id="{288767DE-A1D8-42F4-B033-CE541E3B79A5}"/>
              </a:ext>
            </a:extLst>
          </p:cNvPr>
          <p:cNvCxnSpPr>
            <a:cxnSpLocks/>
            <a:endCxn id="30" idx="1"/>
          </p:cNvCxnSpPr>
          <p:nvPr/>
        </p:nvCxnSpPr>
        <p:spPr>
          <a:xfrm rot="16200000" flipH="1">
            <a:off x="5448778" y="3916848"/>
            <a:ext cx="1973264" cy="527682"/>
          </a:xfrm>
          <a:prstGeom prst="bentConnector2">
            <a:avLst/>
          </a:prstGeom>
          <a:ln w="12700">
            <a:solidFill>
              <a:schemeClr val="tx1"/>
            </a:solidFill>
            <a:prstDash val="dash"/>
            <a:tailEnd type="triangle"/>
          </a:ln>
        </p:spPr>
        <p:style>
          <a:lnRef idx="1">
            <a:schemeClr val="accent1"/>
          </a:lnRef>
          <a:fillRef idx="0">
            <a:schemeClr val="accent1"/>
          </a:fillRef>
          <a:effectRef idx="0">
            <a:schemeClr val="accent1"/>
          </a:effectRef>
          <a:fontRef idx="minor">
            <a:schemeClr val="tx1"/>
          </a:fontRef>
        </p:style>
      </p:cxnSp>
      <p:cxnSp>
        <p:nvCxnSpPr>
          <p:cNvPr id="58" name="连接符: 肘形 57">
            <a:extLst>
              <a:ext uri="{FF2B5EF4-FFF2-40B4-BE49-F238E27FC236}">
                <a16:creationId xmlns:a16="http://schemas.microsoft.com/office/drawing/2014/main" id="{7B2E04D8-C293-406B-B57F-66C413DDF35B}"/>
              </a:ext>
            </a:extLst>
          </p:cNvPr>
          <p:cNvCxnSpPr>
            <a:cxnSpLocks/>
            <a:stCxn id="39" idx="3"/>
            <a:endCxn id="26" idx="0"/>
          </p:cNvCxnSpPr>
          <p:nvPr/>
        </p:nvCxnSpPr>
        <p:spPr>
          <a:xfrm>
            <a:off x="6496051" y="3028170"/>
            <a:ext cx="728662" cy="370680"/>
          </a:xfrm>
          <a:prstGeom prst="bentConnector2">
            <a:avLst/>
          </a:prstGeom>
          <a:ln w="12700">
            <a:solidFill>
              <a:schemeClr val="tx1"/>
            </a:solidFill>
            <a:prstDash val="dash"/>
            <a:tailEnd type="triangle"/>
          </a:ln>
        </p:spPr>
        <p:style>
          <a:lnRef idx="1">
            <a:schemeClr val="accent1"/>
          </a:lnRef>
          <a:fillRef idx="0">
            <a:schemeClr val="accent1"/>
          </a:fillRef>
          <a:effectRef idx="0">
            <a:schemeClr val="accent1"/>
          </a:effectRef>
          <a:fontRef idx="minor">
            <a:schemeClr val="tx1"/>
          </a:fontRef>
        </p:style>
      </p:cxnSp>
      <p:sp>
        <p:nvSpPr>
          <p:cNvPr id="59" name="标注: 右箭头 58">
            <a:extLst>
              <a:ext uri="{FF2B5EF4-FFF2-40B4-BE49-F238E27FC236}">
                <a16:creationId xmlns:a16="http://schemas.microsoft.com/office/drawing/2014/main" id="{F2852264-4525-4936-8B9B-E2F50AC2F25B}"/>
              </a:ext>
            </a:extLst>
          </p:cNvPr>
          <p:cNvSpPr/>
          <p:nvPr/>
        </p:nvSpPr>
        <p:spPr>
          <a:xfrm>
            <a:off x="8010168" y="3512296"/>
            <a:ext cx="1095639" cy="331788"/>
          </a:xfrm>
          <a:prstGeom prst="rightArrowCallout">
            <a:avLst>
              <a:gd name="adj1" fmla="val 25000"/>
              <a:gd name="adj2" fmla="val 25000"/>
              <a:gd name="adj3" fmla="val 25000"/>
              <a:gd name="adj4" fmla="val 86735"/>
            </a:avLst>
          </a:prstGeom>
        </p:spPr>
        <p:style>
          <a:lnRef idx="2">
            <a:schemeClr val="accent3">
              <a:shade val="50000"/>
            </a:schemeClr>
          </a:lnRef>
          <a:fillRef idx="1">
            <a:schemeClr val="accent3"/>
          </a:fillRef>
          <a:effectRef idx="0">
            <a:schemeClr val="accent3"/>
          </a:effectRef>
          <a:fontRef idx="minor">
            <a:schemeClr val="lt1"/>
          </a:fontRef>
        </p:style>
        <p:txBody>
          <a:bodyPr rtlCol="0" anchor="ctr"/>
          <a:lstStyle/>
          <a:p>
            <a:pPr algn="ctr"/>
            <a:r>
              <a:rPr lang="zh-CN" altLang="en-US" b="1" dirty="0"/>
              <a:t>广播</a:t>
            </a:r>
          </a:p>
        </p:txBody>
      </p:sp>
      <p:sp>
        <p:nvSpPr>
          <p:cNvPr id="60" name="标注: 右箭头 59">
            <a:extLst>
              <a:ext uri="{FF2B5EF4-FFF2-40B4-BE49-F238E27FC236}">
                <a16:creationId xmlns:a16="http://schemas.microsoft.com/office/drawing/2014/main" id="{06FB9963-0E76-4DA9-BD6C-B91A3D8C5175}"/>
              </a:ext>
            </a:extLst>
          </p:cNvPr>
          <p:cNvSpPr/>
          <p:nvPr/>
        </p:nvSpPr>
        <p:spPr>
          <a:xfrm>
            <a:off x="8010168" y="5108465"/>
            <a:ext cx="1095639" cy="331788"/>
          </a:xfrm>
          <a:prstGeom prst="rightArrowCallout">
            <a:avLst>
              <a:gd name="adj1" fmla="val 25000"/>
              <a:gd name="adj2" fmla="val 25000"/>
              <a:gd name="adj3" fmla="val 25000"/>
              <a:gd name="adj4" fmla="val 86735"/>
            </a:avLst>
          </a:prstGeom>
        </p:spPr>
        <p:style>
          <a:lnRef idx="2">
            <a:schemeClr val="accent3">
              <a:shade val="50000"/>
            </a:schemeClr>
          </a:lnRef>
          <a:fillRef idx="1">
            <a:schemeClr val="accent3"/>
          </a:fillRef>
          <a:effectRef idx="0">
            <a:schemeClr val="accent3"/>
          </a:effectRef>
          <a:fontRef idx="minor">
            <a:schemeClr val="lt1"/>
          </a:fontRef>
        </p:style>
        <p:txBody>
          <a:bodyPr rtlCol="0" anchor="ctr"/>
          <a:lstStyle/>
          <a:p>
            <a:pPr algn="ctr"/>
            <a:r>
              <a:rPr lang="zh-CN" altLang="en-US" b="1" dirty="0"/>
              <a:t>广播</a:t>
            </a:r>
          </a:p>
        </p:txBody>
      </p:sp>
      <p:sp>
        <p:nvSpPr>
          <p:cNvPr id="40" name="标注: 左箭头 39">
            <a:extLst>
              <a:ext uri="{FF2B5EF4-FFF2-40B4-BE49-F238E27FC236}">
                <a16:creationId xmlns:a16="http://schemas.microsoft.com/office/drawing/2014/main" id="{1E990AD4-B12D-48CF-A29C-89B410E9882B}"/>
              </a:ext>
            </a:extLst>
          </p:cNvPr>
          <p:cNvSpPr/>
          <p:nvPr/>
        </p:nvSpPr>
        <p:spPr>
          <a:xfrm>
            <a:off x="3185441" y="5102058"/>
            <a:ext cx="1069880" cy="338195"/>
          </a:xfrm>
          <a:prstGeom prst="leftArrowCallout">
            <a:avLst>
              <a:gd name="adj1" fmla="val 25000"/>
              <a:gd name="adj2" fmla="val 25000"/>
              <a:gd name="adj3" fmla="val 25000"/>
              <a:gd name="adj4" fmla="val 87531"/>
            </a:avLst>
          </a:prstGeom>
        </p:spPr>
        <p:style>
          <a:lnRef idx="2">
            <a:schemeClr val="accent3">
              <a:shade val="50000"/>
            </a:schemeClr>
          </a:lnRef>
          <a:fillRef idx="1">
            <a:schemeClr val="accent3"/>
          </a:fillRef>
          <a:effectRef idx="0">
            <a:schemeClr val="accent3"/>
          </a:effectRef>
          <a:fontRef idx="minor">
            <a:schemeClr val="lt1"/>
          </a:fontRef>
        </p:style>
        <p:txBody>
          <a:bodyPr rtlCol="0" anchor="ctr"/>
          <a:lstStyle/>
          <a:p>
            <a:pPr algn="ctr"/>
            <a:r>
              <a:rPr lang="zh-CN" altLang="en-US" b="1" dirty="0"/>
              <a:t>广播</a:t>
            </a:r>
          </a:p>
        </p:txBody>
      </p:sp>
      <p:sp>
        <p:nvSpPr>
          <p:cNvPr id="62" name="íşlïḍè">
            <a:extLst>
              <a:ext uri="{FF2B5EF4-FFF2-40B4-BE49-F238E27FC236}">
                <a16:creationId xmlns:a16="http://schemas.microsoft.com/office/drawing/2014/main" id="{C4A427A6-3373-4827-8A37-5A7DBD16D384}"/>
              </a:ext>
            </a:extLst>
          </p:cNvPr>
          <p:cNvSpPr txBox="1"/>
          <p:nvPr/>
        </p:nvSpPr>
        <p:spPr>
          <a:xfrm>
            <a:off x="6084202" y="4666790"/>
            <a:ext cx="978114" cy="331788"/>
          </a:xfrm>
          <a:prstGeom prst="rect">
            <a:avLst/>
          </a:prstGeom>
          <a:noFill/>
        </p:spPr>
        <p:txBody>
          <a:bodyPr wrap="square" lIns="91440" tIns="45720" rIns="91440" bIns="45720" anchor="ctr">
            <a:noAutofit/>
          </a:bodyPr>
          <a:lstStyle/>
          <a:p>
            <a:pPr algn="ctr"/>
            <a:r>
              <a:rPr lang="zh-CN" altLang="en-US" b="1" dirty="0">
                <a:solidFill>
                  <a:schemeClr val="accent1">
                    <a:lumMod val="75000"/>
                  </a:schemeClr>
                </a:solidFill>
                <a:latin typeface="Arial Narrow" panose="020B0606020202030204" pitchFamily="34" charset="0"/>
              </a:rPr>
              <a:t>去标签</a:t>
            </a:r>
          </a:p>
        </p:txBody>
      </p:sp>
      <p:sp>
        <p:nvSpPr>
          <p:cNvPr id="64" name="íşlïḍè">
            <a:extLst>
              <a:ext uri="{FF2B5EF4-FFF2-40B4-BE49-F238E27FC236}">
                <a16:creationId xmlns:a16="http://schemas.microsoft.com/office/drawing/2014/main" id="{3B7B6B7E-248E-460A-ADA7-79DFB10BC9F1}"/>
              </a:ext>
            </a:extLst>
          </p:cNvPr>
          <p:cNvSpPr txBox="1"/>
          <p:nvPr/>
        </p:nvSpPr>
        <p:spPr>
          <a:xfrm>
            <a:off x="5113083" y="4666791"/>
            <a:ext cx="978114" cy="331788"/>
          </a:xfrm>
          <a:prstGeom prst="rect">
            <a:avLst/>
          </a:prstGeom>
          <a:noFill/>
        </p:spPr>
        <p:txBody>
          <a:bodyPr wrap="square" lIns="91440" tIns="45720" rIns="91440" bIns="45720" anchor="ctr">
            <a:noAutofit/>
          </a:bodyPr>
          <a:lstStyle/>
          <a:p>
            <a:pPr algn="ctr"/>
            <a:r>
              <a:rPr lang="zh-CN" altLang="en-US" b="1" dirty="0">
                <a:solidFill>
                  <a:schemeClr val="accent1">
                    <a:lumMod val="75000"/>
                  </a:schemeClr>
                </a:solidFill>
                <a:latin typeface="Arial Narrow" panose="020B0606020202030204" pitchFamily="34" charset="0"/>
              </a:rPr>
              <a:t>去标签</a:t>
            </a:r>
          </a:p>
        </p:txBody>
      </p:sp>
      <p:sp>
        <p:nvSpPr>
          <p:cNvPr id="65" name="íşlïḍè">
            <a:extLst>
              <a:ext uri="{FF2B5EF4-FFF2-40B4-BE49-F238E27FC236}">
                <a16:creationId xmlns:a16="http://schemas.microsoft.com/office/drawing/2014/main" id="{614A76D8-1700-4B87-B42B-129A435AC306}"/>
              </a:ext>
            </a:extLst>
          </p:cNvPr>
          <p:cNvSpPr txBox="1"/>
          <p:nvPr/>
        </p:nvSpPr>
        <p:spPr>
          <a:xfrm>
            <a:off x="6830823" y="2684461"/>
            <a:ext cx="978114" cy="331788"/>
          </a:xfrm>
          <a:prstGeom prst="rect">
            <a:avLst/>
          </a:prstGeom>
          <a:noFill/>
        </p:spPr>
        <p:txBody>
          <a:bodyPr wrap="square" lIns="91440" tIns="45720" rIns="91440" bIns="45720" anchor="ctr">
            <a:noAutofit/>
          </a:bodyPr>
          <a:lstStyle/>
          <a:p>
            <a:pPr algn="ctr"/>
            <a:r>
              <a:rPr lang="zh-CN" altLang="en-US" b="1" dirty="0">
                <a:solidFill>
                  <a:schemeClr val="accent1">
                    <a:lumMod val="75000"/>
                  </a:schemeClr>
                </a:solidFill>
                <a:latin typeface="Arial Narrow" panose="020B0606020202030204" pitchFamily="34" charset="0"/>
              </a:rPr>
              <a:t>去标签</a:t>
            </a:r>
          </a:p>
        </p:txBody>
      </p:sp>
      <p:sp>
        <p:nvSpPr>
          <p:cNvPr id="61" name="平行四边形 60">
            <a:extLst>
              <a:ext uri="{FF2B5EF4-FFF2-40B4-BE49-F238E27FC236}">
                <a16:creationId xmlns:a16="http://schemas.microsoft.com/office/drawing/2014/main" id="{D35F2D1D-75F2-26DA-9433-7CF13521F3BF}"/>
              </a:ext>
            </a:extLst>
          </p:cNvPr>
          <p:cNvSpPr/>
          <p:nvPr/>
        </p:nvSpPr>
        <p:spPr>
          <a:xfrm>
            <a:off x="304799" y="749300"/>
            <a:ext cx="678493" cy="387090"/>
          </a:xfrm>
          <a:prstGeom prst="parallelogram">
            <a:avLst/>
          </a:prstGeom>
          <a:solidFill>
            <a:schemeClr val="accent3">
              <a:lumMod val="75000"/>
            </a:schemeClr>
          </a:solidFill>
          <a:ln>
            <a:solidFill>
              <a:schemeClr val="accent3">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CN" sz="2200" dirty="0">
                <a:latin typeface="Impact" panose="020B0806030902050204" pitchFamily="34" charset="0"/>
              </a:rPr>
              <a:t>03</a:t>
            </a:r>
            <a:endParaRPr lang="zh-CN" altLang="en-US" sz="2200" dirty="0">
              <a:latin typeface="Impact" panose="020B0806030902050204" pitchFamily="34" charset="0"/>
            </a:endParaRPr>
          </a:p>
        </p:txBody>
      </p:sp>
    </p:spTree>
    <p:custDataLst>
      <p:tags r:id="rId1"/>
    </p:custDataLst>
    <p:extLst>
      <p:ext uri="{BB962C8B-B14F-4D97-AF65-F5344CB8AC3E}">
        <p14:creationId xmlns:p14="http://schemas.microsoft.com/office/powerpoint/2010/main" val="3358502133"/>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2" presetClass="entr" presetSubtype="8" fill="hold" grpId="0" nodeType="withEffect">
                                  <p:stCondLst>
                                    <p:cond delay="0"/>
                                  </p:stCondLst>
                                  <p:childTnLst>
                                    <p:set>
                                      <p:cBhvr>
                                        <p:cTn id="6" dur="1" fill="hold">
                                          <p:stCondLst>
                                            <p:cond delay="0"/>
                                          </p:stCondLst>
                                        </p:cTn>
                                        <p:tgtEl>
                                          <p:spTgt spid="37"/>
                                        </p:tgtEl>
                                        <p:attrNameLst>
                                          <p:attrName>style.visibility</p:attrName>
                                        </p:attrNameLst>
                                      </p:cBhvr>
                                      <p:to>
                                        <p:strVal val="visible"/>
                                      </p:to>
                                    </p:set>
                                    <p:anim calcmode="lin" valueType="num">
                                      <p:cBhvr additive="base">
                                        <p:cTn id="7" dur="500"/>
                                        <p:tgtEl>
                                          <p:spTgt spid="37"/>
                                        </p:tgtEl>
                                        <p:attrNameLst>
                                          <p:attrName>ppt_x</p:attrName>
                                        </p:attrNameLst>
                                      </p:cBhvr>
                                      <p:tavLst>
                                        <p:tav tm="0">
                                          <p:val>
                                            <p:strVal val="#ppt_x-#ppt_w*1.125000"/>
                                          </p:val>
                                        </p:tav>
                                        <p:tav tm="100000">
                                          <p:val>
                                            <p:strVal val="#ppt_x"/>
                                          </p:val>
                                        </p:tav>
                                      </p:tavLst>
                                    </p:anim>
                                    <p:animEffect transition="in" filter="wipe(right)">
                                      <p:cBhvr>
                                        <p:cTn id="8" dur="500"/>
                                        <p:tgtEl>
                                          <p:spTgt spid="37"/>
                                        </p:tgtEl>
                                      </p:cBhvr>
                                    </p:animEffect>
                                  </p:childTnLst>
                                </p:cTn>
                              </p:par>
                            </p:childTnLst>
                          </p:cTn>
                        </p:par>
                      </p:childTnLst>
                    </p:cTn>
                  </p:par>
                  <p:par>
                    <p:cTn id="9" fill="hold">
                      <p:stCondLst>
                        <p:cond delay="indefinite"/>
                      </p:stCondLst>
                      <p:childTnLst>
                        <p:par>
                          <p:cTn id="10" fill="hold">
                            <p:stCondLst>
                              <p:cond delay="0"/>
                            </p:stCondLst>
                            <p:childTnLst>
                              <p:par>
                                <p:cTn id="11" presetID="12" presetClass="entr" presetSubtype="8" fill="hold" grpId="0" nodeType="clickEffect">
                                  <p:stCondLst>
                                    <p:cond delay="0"/>
                                  </p:stCondLst>
                                  <p:childTnLst>
                                    <p:set>
                                      <p:cBhvr>
                                        <p:cTn id="12" dur="1" fill="hold">
                                          <p:stCondLst>
                                            <p:cond delay="0"/>
                                          </p:stCondLst>
                                        </p:cTn>
                                        <p:tgtEl>
                                          <p:spTgt spid="38"/>
                                        </p:tgtEl>
                                        <p:attrNameLst>
                                          <p:attrName>style.visibility</p:attrName>
                                        </p:attrNameLst>
                                      </p:cBhvr>
                                      <p:to>
                                        <p:strVal val="visible"/>
                                      </p:to>
                                    </p:set>
                                    <p:anim calcmode="lin" valueType="num">
                                      <p:cBhvr additive="base">
                                        <p:cTn id="13" dur="500"/>
                                        <p:tgtEl>
                                          <p:spTgt spid="38"/>
                                        </p:tgtEl>
                                        <p:attrNameLst>
                                          <p:attrName>ppt_x</p:attrName>
                                        </p:attrNameLst>
                                      </p:cBhvr>
                                      <p:tavLst>
                                        <p:tav tm="0">
                                          <p:val>
                                            <p:strVal val="#ppt_x-#ppt_w*1.125000"/>
                                          </p:val>
                                        </p:tav>
                                        <p:tav tm="100000">
                                          <p:val>
                                            <p:strVal val="#ppt_x"/>
                                          </p:val>
                                        </p:tav>
                                      </p:tavLst>
                                    </p:anim>
                                    <p:animEffect transition="in" filter="wipe(right)">
                                      <p:cBhvr>
                                        <p:cTn id="14" dur="500"/>
                                        <p:tgtEl>
                                          <p:spTgt spid="38"/>
                                        </p:tgtEl>
                                      </p:cBhvr>
                                    </p:animEffect>
                                  </p:childTnLst>
                                </p:cTn>
                              </p:par>
                            </p:childTnLst>
                          </p:cTn>
                        </p:par>
                      </p:childTnLst>
                    </p:cTn>
                  </p:par>
                  <p:par>
                    <p:cTn id="15" fill="hold">
                      <p:stCondLst>
                        <p:cond delay="indefinite"/>
                      </p:stCondLst>
                      <p:childTnLst>
                        <p:par>
                          <p:cTn id="16" fill="hold">
                            <p:stCondLst>
                              <p:cond delay="0"/>
                            </p:stCondLst>
                            <p:childTnLst>
                              <p:par>
                                <p:cTn id="17" presetID="22" presetClass="entr" presetSubtype="4" fill="hold" nodeType="clickEffect">
                                  <p:stCondLst>
                                    <p:cond delay="0"/>
                                  </p:stCondLst>
                                  <p:childTnLst>
                                    <p:set>
                                      <p:cBhvr>
                                        <p:cTn id="18" dur="1" fill="hold">
                                          <p:stCondLst>
                                            <p:cond delay="0"/>
                                          </p:stCondLst>
                                        </p:cTn>
                                        <p:tgtEl>
                                          <p:spTgt spid="66"/>
                                        </p:tgtEl>
                                        <p:attrNameLst>
                                          <p:attrName>style.visibility</p:attrName>
                                        </p:attrNameLst>
                                      </p:cBhvr>
                                      <p:to>
                                        <p:strVal val="visible"/>
                                      </p:to>
                                    </p:set>
                                    <p:animEffect transition="in" filter="wipe(down)">
                                      <p:cBhvr>
                                        <p:cTn id="19" dur="500"/>
                                        <p:tgtEl>
                                          <p:spTgt spid="66"/>
                                        </p:tgtEl>
                                      </p:cBhvr>
                                    </p:animEffect>
                                  </p:childTnLst>
                                </p:cTn>
                              </p:par>
                            </p:childTnLst>
                          </p:cTn>
                        </p:par>
                      </p:childTnLst>
                    </p:cTn>
                  </p:par>
                  <p:par>
                    <p:cTn id="20" fill="hold">
                      <p:stCondLst>
                        <p:cond delay="indefinite"/>
                      </p:stCondLst>
                      <p:childTnLst>
                        <p:par>
                          <p:cTn id="21" fill="hold">
                            <p:stCondLst>
                              <p:cond delay="0"/>
                            </p:stCondLst>
                            <p:childTnLst>
                              <p:par>
                                <p:cTn id="22" presetID="12" presetClass="entr" presetSubtype="1" fill="hold" grpId="0" nodeType="clickEffect">
                                  <p:stCondLst>
                                    <p:cond delay="0"/>
                                  </p:stCondLst>
                                  <p:childTnLst>
                                    <p:set>
                                      <p:cBhvr>
                                        <p:cTn id="23" dur="1" fill="hold">
                                          <p:stCondLst>
                                            <p:cond delay="0"/>
                                          </p:stCondLst>
                                        </p:cTn>
                                        <p:tgtEl>
                                          <p:spTgt spid="39"/>
                                        </p:tgtEl>
                                        <p:attrNameLst>
                                          <p:attrName>style.visibility</p:attrName>
                                        </p:attrNameLst>
                                      </p:cBhvr>
                                      <p:to>
                                        <p:strVal val="visible"/>
                                      </p:to>
                                    </p:set>
                                    <p:anim calcmode="lin" valueType="num">
                                      <p:cBhvr additive="base">
                                        <p:cTn id="24" dur="500"/>
                                        <p:tgtEl>
                                          <p:spTgt spid="39"/>
                                        </p:tgtEl>
                                        <p:attrNameLst>
                                          <p:attrName>ppt_y</p:attrName>
                                        </p:attrNameLst>
                                      </p:cBhvr>
                                      <p:tavLst>
                                        <p:tav tm="0">
                                          <p:val>
                                            <p:strVal val="#ppt_y-#ppt_h*1.125000"/>
                                          </p:val>
                                        </p:tav>
                                        <p:tav tm="100000">
                                          <p:val>
                                            <p:strVal val="#ppt_y"/>
                                          </p:val>
                                        </p:tav>
                                      </p:tavLst>
                                    </p:anim>
                                    <p:animEffect transition="in" filter="wipe(down)">
                                      <p:cBhvr>
                                        <p:cTn id="25" dur="500"/>
                                        <p:tgtEl>
                                          <p:spTgt spid="39"/>
                                        </p:tgtEl>
                                      </p:cBhvr>
                                    </p:animEffect>
                                  </p:childTnLst>
                                </p:cTn>
                              </p:par>
                            </p:childTnLst>
                          </p:cTn>
                        </p:par>
                      </p:childTnLst>
                    </p:cTn>
                  </p:par>
                  <p:par>
                    <p:cTn id="26" fill="hold">
                      <p:stCondLst>
                        <p:cond delay="indefinite"/>
                      </p:stCondLst>
                      <p:childTnLst>
                        <p:par>
                          <p:cTn id="27" fill="hold">
                            <p:stCondLst>
                              <p:cond delay="0"/>
                            </p:stCondLst>
                            <p:childTnLst>
                              <p:par>
                                <p:cTn id="28" presetID="22" presetClass="entr" presetSubtype="8" fill="hold" nodeType="clickEffect">
                                  <p:stCondLst>
                                    <p:cond delay="0"/>
                                  </p:stCondLst>
                                  <p:childTnLst>
                                    <p:set>
                                      <p:cBhvr>
                                        <p:cTn id="29" dur="1" fill="hold">
                                          <p:stCondLst>
                                            <p:cond delay="0"/>
                                          </p:stCondLst>
                                        </p:cTn>
                                        <p:tgtEl>
                                          <p:spTgt spid="58"/>
                                        </p:tgtEl>
                                        <p:attrNameLst>
                                          <p:attrName>style.visibility</p:attrName>
                                        </p:attrNameLst>
                                      </p:cBhvr>
                                      <p:to>
                                        <p:strVal val="visible"/>
                                      </p:to>
                                    </p:set>
                                    <p:animEffect transition="in" filter="wipe(left)">
                                      <p:cBhvr>
                                        <p:cTn id="30" dur="500"/>
                                        <p:tgtEl>
                                          <p:spTgt spid="58"/>
                                        </p:tgtEl>
                                      </p:cBhvr>
                                    </p:animEffect>
                                  </p:childTnLst>
                                </p:cTn>
                              </p:par>
                              <p:par>
                                <p:cTn id="31" presetID="22" presetClass="entr" presetSubtype="1" fill="hold" nodeType="withEffect">
                                  <p:stCondLst>
                                    <p:cond delay="0"/>
                                  </p:stCondLst>
                                  <p:childTnLst>
                                    <p:set>
                                      <p:cBhvr>
                                        <p:cTn id="32" dur="1" fill="hold">
                                          <p:stCondLst>
                                            <p:cond delay="0"/>
                                          </p:stCondLst>
                                        </p:cTn>
                                        <p:tgtEl>
                                          <p:spTgt spid="57"/>
                                        </p:tgtEl>
                                        <p:attrNameLst>
                                          <p:attrName>style.visibility</p:attrName>
                                        </p:attrNameLst>
                                      </p:cBhvr>
                                      <p:to>
                                        <p:strVal val="visible"/>
                                      </p:to>
                                    </p:set>
                                    <p:animEffect transition="in" filter="wipe(up)">
                                      <p:cBhvr>
                                        <p:cTn id="33" dur="500"/>
                                        <p:tgtEl>
                                          <p:spTgt spid="57"/>
                                        </p:tgtEl>
                                      </p:cBhvr>
                                    </p:animEffect>
                                  </p:childTnLst>
                                </p:cTn>
                              </p:par>
                              <p:par>
                                <p:cTn id="34" presetID="22" presetClass="entr" presetSubtype="1" fill="hold" nodeType="withEffect">
                                  <p:stCondLst>
                                    <p:cond delay="0"/>
                                  </p:stCondLst>
                                  <p:childTnLst>
                                    <p:set>
                                      <p:cBhvr>
                                        <p:cTn id="35" dur="1" fill="hold">
                                          <p:stCondLst>
                                            <p:cond delay="0"/>
                                          </p:stCondLst>
                                        </p:cTn>
                                        <p:tgtEl>
                                          <p:spTgt spid="44"/>
                                        </p:tgtEl>
                                        <p:attrNameLst>
                                          <p:attrName>style.visibility</p:attrName>
                                        </p:attrNameLst>
                                      </p:cBhvr>
                                      <p:to>
                                        <p:strVal val="visible"/>
                                      </p:to>
                                    </p:set>
                                    <p:animEffect transition="in" filter="wipe(up)">
                                      <p:cBhvr>
                                        <p:cTn id="36" dur="500"/>
                                        <p:tgtEl>
                                          <p:spTgt spid="44"/>
                                        </p:tgtEl>
                                      </p:cBhvr>
                                    </p:animEffect>
                                  </p:childTnLst>
                                </p:cTn>
                              </p:par>
                            </p:childTnLst>
                          </p:cTn>
                        </p:par>
                      </p:childTnLst>
                    </p:cTn>
                  </p:par>
                  <p:par>
                    <p:cTn id="37" fill="hold">
                      <p:stCondLst>
                        <p:cond delay="indefinite"/>
                      </p:stCondLst>
                      <p:childTnLst>
                        <p:par>
                          <p:cTn id="38" fill="hold">
                            <p:stCondLst>
                              <p:cond delay="0"/>
                            </p:stCondLst>
                            <p:childTnLst>
                              <p:par>
                                <p:cTn id="39" presetID="53" presetClass="entr" presetSubtype="16" fill="hold" grpId="0" nodeType="clickEffect">
                                  <p:stCondLst>
                                    <p:cond delay="0"/>
                                  </p:stCondLst>
                                  <p:childTnLst>
                                    <p:set>
                                      <p:cBhvr>
                                        <p:cTn id="40" dur="1" fill="hold">
                                          <p:stCondLst>
                                            <p:cond delay="0"/>
                                          </p:stCondLst>
                                        </p:cTn>
                                        <p:tgtEl>
                                          <p:spTgt spid="65"/>
                                        </p:tgtEl>
                                        <p:attrNameLst>
                                          <p:attrName>style.visibility</p:attrName>
                                        </p:attrNameLst>
                                      </p:cBhvr>
                                      <p:to>
                                        <p:strVal val="visible"/>
                                      </p:to>
                                    </p:set>
                                    <p:anim calcmode="lin" valueType="num">
                                      <p:cBhvr>
                                        <p:cTn id="41" dur="500" fill="hold"/>
                                        <p:tgtEl>
                                          <p:spTgt spid="65"/>
                                        </p:tgtEl>
                                        <p:attrNameLst>
                                          <p:attrName>ppt_w</p:attrName>
                                        </p:attrNameLst>
                                      </p:cBhvr>
                                      <p:tavLst>
                                        <p:tav tm="0">
                                          <p:val>
                                            <p:fltVal val="0"/>
                                          </p:val>
                                        </p:tav>
                                        <p:tav tm="100000">
                                          <p:val>
                                            <p:strVal val="#ppt_w"/>
                                          </p:val>
                                        </p:tav>
                                      </p:tavLst>
                                    </p:anim>
                                    <p:anim calcmode="lin" valueType="num">
                                      <p:cBhvr>
                                        <p:cTn id="42" dur="500" fill="hold"/>
                                        <p:tgtEl>
                                          <p:spTgt spid="65"/>
                                        </p:tgtEl>
                                        <p:attrNameLst>
                                          <p:attrName>ppt_h</p:attrName>
                                        </p:attrNameLst>
                                      </p:cBhvr>
                                      <p:tavLst>
                                        <p:tav tm="0">
                                          <p:val>
                                            <p:fltVal val="0"/>
                                          </p:val>
                                        </p:tav>
                                        <p:tav tm="100000">
                                          <p:val>
                                            <p:strVal val="#ppt_h"/>
                                          </p:val>
                                        </p:tav>
                                      </p:tavLst>
                                    </p:anim>
                                    <p:animEffect transition="in" filter="fade">
                                      <p:cBhvr>
                                        <p:cTn id="43" dur="500"/>
                                        <p:tgtEl>
                                          <p:spTgt spid="65"/>
                                        </p:tgtEl>
                                      </p:cBhvr>
                                    </p:animEffect>
                                  </p:childTnLst>
                                </p:cTn>
                              </p:par>
                              <p:par>
                                <p:cTn id="44" presetID="53" presetClass="entr" presetSubtype="16" fill="hold" grpId="0" nodeType="withEffect">
                                  <p:stCondLst>
                                    <p:cond delay="0"/>
                                  </p:stCondLst>
                                  <p:childTnLst>
                                    <p:set>
                                      <p:cBhvr>
                                        <p:cTn id="45" dur="1" fill="hold">
                                          <p:stCondLst>
                                            <p:cond delay="0"/>
                                          </p:stCondLst>
                                        </p:cTn>
                                        <p:tgtEl>
                                          <p:spTgt spid="62"/>
                                        </p:tgtEl>
                                        <p:attrNameLst>
                                          <p:attrName>style.visibility</p:attrName>
                                        </p:attrNameLst>
                                      </p:cBhvr>
                                      <p:to>
                                        <p:strVal val="visible"/>
                                      </p:to>
                                    </p:set>
                                    <p:anim calcmode="lin" valueType="num">
                                      <p:cBhvr>
                                        <p:cTn id="46" dur="500" fill="hold"/>
                                        <p:tgtEl>
                                          <p:spTgt spid="62"/>
                                        </p:tgtEl>
                                        <p:attrNameLst>
                                          <p:attrName>ppt_w</p:attrName>
                                        </p:attrNameLst>
                                      </p:cBhvr>
                                      <p:tavLst>
                                        <p:tav tm="0">
                                          <p:val>
                                            <p:fltVal val="0"/>
                                          </p:val>
                                        </p:tav>
                                        <p:tav tm="100000">
                                          <p:val>
                                            <p:strVal val="#ppt_w"/>
                                          </p:val>
                                        </p:tav>
                                      </p:tavLst>
                                    </p:anim>
                                    <p:anim calcmode="lin" valueType="num">
                                      <p:cBhvr>
                                        <p:cTn id="47" dur="500" fill="hold"/>
                                        <p:tgtEl>
                                          <p:spTgt spid="62"/>
                                        </p:tgtEl>
                                        <p:attrNameLst>
                                          <p:attrName>ppt_h</p:attrName>
                                        </p:attrNameLst>
                                      </p:cBhvr>
                                      <p:tavLst>
                                        <p:tav tm="0">
                                          <p:val>
                                            <p:fltVal val="0"/>
                                          </p:val>
                                        </p:tav>
                                        <p:tav tm="100000">
                                          <p:val>
                                            <p:strVal val="#ppt_h"/>
                                          </p:val>
                                        </p:tav>
                                      </p:tavLst>
                                    </p:anim>
                                    <p:animEffect transition="in" filter="fade">
                                      <p:cBhvr>
                                        <p:cTn id="48" dur="500"/>
                                        <p:tgtEl>
                                          <p:spTgt spid="62"/>
                                        </p:tgtEl>
                                      </p:cBhvr>
                                    </p:animEffect>
                                  </p:childTnLst>
                                </p:cTn>
                              </p:par>
                              <p:par>
                                <p:cTn id="49" presetID="53" presetClass="entr" presetSubtype="16" fill="hold" grpId="0" nodeType="withEffect">
                                  <p:stCondLst>
                                    <p:cond delay="0"/>
                                  </p:stCondLst>
                                  <p:childTnLst>
                                    <p:set>
                                      <p:cBhvr>
                                        <p:cTn id="50" dur="1" fill="hold">
                                          <p:stCondLst>
                                            <p:cond delay="0"/>
                                          </p:stCondLst>
                                        </p:cTn>
                                        <p:tgtEl>
                                          <p:spTgt spid="64"/>
                                        </p:tgtEl>
                                        <p:attrNameLst>
                                          <p:attrName>style.visibility</p:attrName>
                                        </p:attrNameLst>
                                      </p:cBhvr>
                                      <p:to>
                                        <p:strVal val="visible"/>
                                      </p:to>
                                    </p:set>
                                    <p:anim calcmode="lin" valueType="num">
                                      <p:cBhvr>
                                        <p:cTn id="51" dur="500" fill="hold"/>
                                        <p:tgtEl>
                                          <p:spTgt spid="64"/>
                                        </p:tgtEl>
                                        <p:attrNameLst>
                                          <p:attrName>ppt_w</p:attrName>
                                        </p:attrNameLst>
                                      </p:cBhvr>
                                      <p:tavLst>
                                        <p:tav tm="0">
                                          <p:val>
                                            <p:fltVal val="0"/>
                                          </p:val>
                                        </p:tav>
                                        <p:tav tm="100000">
                                          <p:val>
                                            <p:strVal val="#ppt_w"/>
                                          </p:val>
                                        </p:tav>
                                      </p:tavLst>
                                    </p:anim>
                                    <p:anim calcmode="lin" valueType="num">
                                      <p:cBhvr>
                                        <p:cTn id="52" dur="500" fill="hold"/>
                                        <p:tgtEl>
                                          <p:spTgt spid="64"/>
                                        </p:tgtEl>
                                        <p:attrNameLst>
                                          <p:attrName>ppt_h</p:attrName>
                                        </p:attrNameLst>
                                      </p:cBhvr>
                                      <p:tavLst>
                                        <p:tav tm="0">
                                          <p:val>
                                            <p:fltVal val="0"/>
                                          </p:val>
                                        </p:tav>
                                        <p:tav tm="100000">
                                          <p:val>
                                            <p:strVal val="#ppt_h"/>
                                          </p:val>
                                        </p:tav>
                                      </p:tavLst>
                                    </p:anim>
                                    <p:animEffect transition="in" filter="fade">
                                      <p:cBhvr>
                                        <p:cTn id="53" dur="500"/>
                                        <p:tgtEl>
                                          <p:spTgt spid="64"/>
                                        </p:tgtEl>
                                      </p:cBhvr>
                                    </p:animEffect>
                                  </p:childTnLst>
                                </p:cTn>
                              </p:par>
                            </p:childTnLst>
                          </p:cTn>
                        </p:par>
                      </p:childTnLst>
                    </p:cTn>
                  </p:par>
                  <p:par>
                    <p:cTn id="54" fill="hold">
                      <p:stCondLst>
                        <p:cond delay="indefinite"/>
                      </p:stCondLst>
                      <p:childTnLst>
                        <p:par>
                          <p:cTn id="55" fill="hold">
                            <p:stCondLst>
                              <p:cond delay="0"/>
                            </p:stCondLst>
                            <p:childTnLst>
                              <p:par>
                                <p:cTn id="56" presetID="12" presetClass="entr" presetSubtype="8" fill="hold" grpId="0" nodeType="clickEffect">
                                  <p:stCondLst>
                                    <p:cond delay="0"/>
                                  </p:stCondLst>
                                  <p:childTnLst>
                                    <p:set>
                                      <p:cBhvr>
                                        <p:cTn id="57" dur="1" fill="hold">
                                          <p:stCondLst>
                                            <p:cond delay="0"/>
                                          </p:stCondLst>
                                        </p:cTn>
                                        <p:tgtEl>
                                          <p:spTgt spid="59"/>
                                        </p:tgtEl>
                                        <p:attrNameLst>
                                          <p:attrName>style.visibility</p:attrName>
                                        </p:attrNameLst>
                                      </p:cBhvr>
                                      <p:to>
                                        <p:strVal val="visible"/>
                                      </p:to>
                                    </p:set>
                                    <p:anim calcmode="lin" valueType="num">
                                      <p:cBhvr additive="base">
                                        <p:cTn id="58" dur="500"/>
                                        <p:tgtEl>
                                          <p:spTgt spid="59"/>
                                        </p:tgtEl>
                                        <p:attrNameLst>
                                          <p:attrName>ppt_x</p:attrName>
                                        </p:attrNameLst>
                                      </p:cBhvr>
                                      <p:tavLst>
                                        <p:tav tm="0">
                                          <p:val>
                                            <p:strVal val="#ppt_x-#ppt_w*1.125000"/>
                                          </p:val>
                                        </p:tav>
                                        <p:tav tm="100000">
                                          <p:val>
                                            <p:strVal val="#ppt_x"/>
                                          </p:val>
                                        </p:tav>
                                      </p:tavLst>
                                    </p:anim>
                                    <p:animEffect transition="in" filter="wipe(right)">
                                      <p:cBhvr>
                                        <p:cTn id="59" dur="500"/>
                                        <p:tgtEl>
                                          <p:spTgt spid="59"/>
                                        </p:tgtEl>
                                      </p:cBhvr>
                                    </p:animEffect>
                                  </p:childTnLst>
                                </p:cTn>
                              </p:par>
                              <p:par>
                                <p:cTn id="60" presetID="12" presetClass="entr" presetSubtype="8" fill="hold" grpId="0" nodeType="withEffect">
                                  <p:stCondLst>
                                    <p:cond delay="0"/>
                                  </p:stCondLst>
                                  <p:childTnLst>
                                    <p:set>
                                      <p:cBhvr>
                                        <p:cTn id="61" dur="1" fill="hold">
                                          <p:stCondLst>
                                            <p:cond delay="0"/>
                                          </p:stCondLst>
                                        </p:cTn>
                                        <p:tgtEl>
                                          <p:spTgt spid="60"/>
                                        </p:tgtEl>
                                        <p:attrNameLst>
                                          <p:attrName>style.visibility</p:attrName>
                                        </p:attrNameLst>
                                      </p:cBhvr>
                                      <p:to>
                                        <p:strVal val="visible"/>
                                      </p:to>
                                    </p:set>
                                    <p:anim calcmode="lin" valueType="num">
                                      <p:cBhvr additive="base">
                                        <p:cTn id="62" dur="500"/>
                                        <p:tgtEl>
                                          <p:spTgt spid="60"/>
                                        </p:tgtEl>
                                        <p:attrNameLst>
                                          <p:attrName>ppt_x</p:attrName>
                                        </p:attrNameLst>
                                      </p:cBhvr>
                                      <p:tavLst>
                                        <p:tav tm="0">
                                          <p:val>
                                            <p:strVal val="#ppt_x-#ppt_w*1.125000"/>
                                          </p:val>
                                        </p:tav>
                                        <p:tav tm="100000">
                                          <p:val>
                                            <p:strVal val="#ppt_x"/>
                                          </p:val>
                                        </p:tav>
                                      </p:tavLst>
                                    </p:anim>
                                    <p:animEffect transition="in" filter="wipe(right)">
                                      <p:cBhvr>
                                        <p:cTn id="63" dur="500"/>
                                        <p:tgtEl>
                                          <p:spTgt spid="60"/>
                                        </p:tgtEl>
                                      </p:cBhvr>
                                    </p:animEffect>
                                  </p:childTnLst>
                                </p:cTn>
                              </p:par>
                              <p:par>
                                <p:cTn id="64" presetID="12" presetClass="entr" presetSubtype="2" fill="hold" grpId="0" nodeType="withEffect">
                                  <p:stCondLst>
                                    <p:cond delay="0"/>
                                  </p:stCondLst>
                                  <p:childTnLst>
                                    <p:set>
                                      <p:cBhvr>
                                        <p:cTn id="65" dur="1" fill="hold">
                                          <p:stCondLst>
                                            <p:cond delay="0"/>
                                          </p:stCondLst>
                                        </p:cTn>
                                        <p:tgtEl>
                                          <p:spTgt spid="40"/>
                                        </p:tgtEl>
                                        <p:attrNameLst>
                                          <p:attrName>style.visibility</p:attrName>
                                        </p:attrNameLst>
                                      </p:cBhvr>
                                      <p:to>
                                        <p:strVal val="visible"/>
                                      </p:to>
                                    </p:set>
                                    <p:anim calcmode="lin" valueType="num">
                                      <p:cBhvr additive="base">
                                        <p:cTn id="66" dur="500"/>
                                        <p:tgtEl>
                                          <p:spTgt spid="40"/>
                                        </p:tgtEl>
                                        <p:attrNameLst>
                                          <p:attrName>ppt_x</p:attrName>
                                        </p:attrNameLst>
                                      </p:cBhvr>
                                      <p:tavLst>
                                        <p:tav tm="0">
                                          <p:val>
                                            <p:strVal val="#ppt_x+#ppt_w*1.125000"/>
                                          </p:val>
                                        </p:tav>
                                        <p:tav tm="100000">
                                          <p:val>
                                            <p:strVal val="#ppt_x"/>
                                          </p:val>
                                        </p:tav>
                                      </p:tavLst>
                                    </p:anim>
                                    <p:animEffect transition="in" filter="wipe(left)">
                                      <p:cBhvr>
                                        <p:cTn id="67" dur="500"/>
                                        <p:tgtEl>
                                          <p:spTgt spid="40"/>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9" grpId="0" animBg="1"/>
      <p:bldP spid="37" grpId="0" animBg="1"/>
      <p:bldP spid="38" grpId="0" animBg="1"/>
      <p:bldP spid="59" grpId="0" animBg="1"/>
      <p:bldP spid="60" grpId="0" animBg="1"/>
      <p:bldP spid="40" grpId="0" animBg="1"/>
      <p:bldP spid="62" grpId="0"/>
      <p:bldP spid="64" grpId="0"/>
      <p:bldP spid="65" grpId="0"/>
    </p:bldLst>
  </p:timing>
</p:sld>
</file>

<file path=ppt/slides/slide48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63" name="组合 62">
            <a:extLst>
              <a:ext uri="{FF2B5EF4-FFF2-40B4-BE49-F238E27FC236}">
                <a16:creationId xmlns:a16="http://schemas.microsoft.com/office/drawing/2014/main" id="{03F57396-5C97-4514-8889-855D168223B6}"/>
              </a:ext>
            </a:extLst>
          </p:cNvPr>
          <p:cNvGrpSpPr/>
          <p:nvPr/>
        </p:nvGrpSpPr>
        <p:grpSpPr>
          <a:xfrm>
            <a:off x="9208649" y="2724150"/>
            <a:ext cx="865823" cy="3041650"/>
            <a:chOff x="2135370" y="2724150"/>
            <a:chExt cx="865823" cy="3041650"/>
          </a:xfrm>
        </p:grpSpPr>
        <p:sp>
          <p:nvSpPr>
            <p:cNvPr id="67" name="矩形: 圆角 66">
              <a:extLst>
                <a:ext uri="{FF2B5EF4-FFF2-40B4-BE49-F238E27FC236}">
                  <a16:creationId xmlns:a16="http://schemas.microsoft.com/office/drawing/2014/main" id="{1018795D-BFF7-4E0F-BD81-D06491322307}"/>
                </a:ext>
              </a:extLst>
            </p:cNvPr>
            <p:cNvSpPr/>
            <p:nvPr/>
          </p:nvSpPr>
          <p:spPr>
            <a:xfrm>
              <a:off x="2146299" y="2724150"/>
              <a:ext cx="844551" cy="3041650"/>
            </a:xfrm>
            <a:prstGeom prst="roundRect">
              <a:avLst/>
            </a:prstGeom>
          </p:spPr>
          <p:style>
            <a:lnRef idx="2">
              <a:schemeClr val="accent5">
                <a:shade val="50000"/>
              </a:schemeClr>
            </a:lnRef>
            <a:fillRef idx="1">
              <a:schemeClr val="accent5"/>
            </a:fillRef>
            <a:effectRef idx="0">
              <a:schemeClr val="accent5"/>
            </a:effectRef>
            <a:fontRef idx="minor">
              <a:schemeClr val="lt1"/>
            </a:fontRef>
          </p:style>
          <p:txBody>
            <a:bodyPr rtlCol="0" anchor="ctr"/>
            <a:lstStyle/>
            <a:p>
              <a:pPr algn="ctr"/>
              <a:endParaRPr lang="zh-CN" altLang="en-US"/>
            </a:p>
          </p:txBody>
        </p:sp>
        <p:sp>
          <p:nvSpPr>
            <p:cNvPr id="68" name="íşlïḍè">
              <a:extLst>
                <a:ext uri="{FF2B5EF4-FFF2-40B4-BE49-F238E27FC236}">
                  <a16:creationId xmlns:a16="http://schemas.microsoft.com/office/drawing/2014/main" id="{1718D427-6351-45D3-90F9-0D412C05107C}"/>
                </a:ext>
              </a:extLst>
            </p:cNvPr>
            <p:cNvSpPr txBox="1"/>
            <p:nvPr/>
          </p:nvSpPr>
          <p:spPr>
            <a:xfrm>
              <a:off x="2135370" y="2761413"/>
              <a:ext cx="865823" cy="400110"/>
            </a:xfrm>
            <a:prstGeom prst="rect">
              <a:avLst/>
            </a:prstGeom>
            <a:noFill/>
          </p:spPr>
          <p:txBody>
            <a:bodyPr wrap="square" lIns="91440" tIns="45720" rIns="91440" bIns="45720" anchor="ctr">
              <a:noAutofit/>
            </a:bodyPr>
            <a:lstStyle/>
            <a:p>
              <a:pPr algn="ctr"/>
              <a:r>
                <a:rPr lang="en-US" altLang="zh-CN" b="1" dirty="0">
                  <a:solidFill>
                    <a:schemeClr val="bg1"/>
                  </a:solidFill>
                  <a:latin typeface="Arial Narrow" panose="020B0606020202030204" pitchFamily="34" charset="0"/>
                </a:rPr>
                <a:t>VLAN3</a:t>
              </a:r>
              <a:endParaRPr lang="zh-CN" altLang="en-US" b="1" dirty="0">
                <a:solidFill>
                  <a:schemeClr val="bg1"/>
                </a:solidFill>
                <a:latin typeface="Arial Narrow" panose="020B0606020202030204" pitchFamily="34" charset="0"/>
              </a:endParaRPr>
            </a:p>
          </p:txBody>
        </p:sp>
      </p:grpSp>
      <p:grpSp>
        <p:nvGrpSpPr>
          <p:cNvPr id="10" name="组合 9">
            <a:extLst>
              <a:ext uri="{FF2B5EF4-FFF2-40B4-BE49-F238E27FC236}">
                <a16:creationId xmlns:a16="http://schemas.microsoft.com/office/drawing/2014/main" id="{F8D767E8-38BB-4372-B88B-2EA238FAC431}"/>
              </a:ext>
            </a:extLst>
          </p:cNvPr>
          <p:cNvGrpSpPr/>
          <p:nvPr/>
        </p:nvGrpSpPr>
        <p:grpSpPr>
          <a:xfrm>
            <a:off x="2135370" y="2724150"/>
            <a:ext cx="865823" cy="3041650"/>
            <a:chOff x="2135370" y="2724150"/>
            <a:chExt cx="865823" cy="3041650"/>
          </a:xfrm>
        </p:grpSpPr>
        <p:sp>
          <p:nvSpPr>
            <p:cNvPr id="8" name="矩形: 圆角 7">
              <a:extLst>
                <a:ext uri="{FF2B5EF4-FFF2-40B4-BE49-F238E27FC236}">
                  <a16:creationId xmlns:a16="http://schemas.microsoft.com/office/drawing/2014/main" id="{EAAC964B-B5C7-4352-B8EA-30B4C68FB5BE}"/>
                </a:ext>
              </a:extLst>
            </p:cNvPr>
            <p:cNvSpPr/>
            <p:nvPr/>
          </p:nvSpPr>
          <p:spPr>
            <a:xfrm>
              <a:off x="2146299" y="2724150"/>
              <a:ext cx="844551" cy="3041650"/>
            </a:xfrm>
            <a:prstGeom prst="roundRect">
              <a:avLst/>
            </a:prstGeom>
            <a:solidFill>
              <a:schemeClr val="accent6"/>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61" name="íşlïḍè">
              <a:extLst>
                <a:ext uri="{FF2B5EF4-FFF2-40B4-BE49-F238E27FC236}">
                  <a16:creationId xmlns:a16="http://schemas.microsoft.com/office/drawing/2014/main" id="{89CA5AB4-FFCA-4A10-ADE8-A57272C5E251}"/>
                </a:ext>
              </a:extLst>
            </p:cNvPr>
            <p:cNvSpPr txBox="1"/>
            <p:nvPr/>
          </p:nvSpPr>
          <p:spPr>
            <a:xfrm>
              <a:off x="2135370" y="2761413"/>
              <a:ext cx="865823" cy="400110"/>
            </a:xfrm>
            <a:prstGeom prst="rect">
              <a:avLst/>
            </a:prstGeom>
            <a:noFill/>
          </p:spPr>
          <p:txBody>
            <a:bodyPr wrap="square" lIns="91440" tIns="45720" rIns="91440" bIns="45720" anchor="ctr">
              <a:noAutofit/>
            </a:bodyPr>
            <a:lstStyle/>
            <a:p>
              <a:pPr algn="ctr"/>
              <a:r>
                <a:rPr lang="en-US" altLang="zh-CN" b="1" dirty="0">
                  <a:solidFill>
                    <a:schemeClr val="bg1"/>
                  </a:solidFill>
                  <a:latin typeface="Arial Narrow" panose="020B0606020202030204" pitchFamily="34" charset="0"/>
                </a:rPr>
                <a:t>VLAN2</a:t>
              </a:r>
              <a:endParaRPr lang="zh-CN" altLang="en-US" b="1" dirty="0">
                <a:solidFill>
                  <a:schemeClr val="bg1"/>
                </a:solidFill>
                <a:latin typeface="Arial Narrow" panose="020B0606020202030204" pitchFamily="34" charset="0"/>
              </a:endParaRPr>
            </a:p>
          </p:txBody>
        </p:sp>
      </p:grpSp>
      <p:grpSp>
        <p:nvGrpSpPr>
          <p:cNvPr id="4" name="组合 3">
            <a:extLst>
              <a:ext uri="{FF2B5EF4-FFF2-40B4-BE49-F238E27FC236}">
                <a16:creationId xmlns:a16="http://schemas.microsoft.com/office/drawing/2014/main" id="{9A1EA9F2-FCB6-48C3-935F-7AE7E3AD14AC}"/>
              </a:ext>
            </a:extLst>
          </p:cNvPr>
          <p:cNvGrpSpPr/>
          <p:nvPr/>
        </p:nvGrpSpPr>
        <p:grpSpPr>
          <a:xfrm>
            <a:off x="304800" y="749300"/>
            <a:ext cx="4938199" cy="400110"/>
            <a:chOff x="424117" y="898245"/>
            <a:chExt cx="4938199" cy="400110"/>
          </a:xfrm>
        </p:grpSpPr>
        <p:sp>
          <p:nvSpPr>
            <p:cNvPr id="2" name="平行四边形 1">
              <a:extLst>
                <a:ext uri="{FF2B5EF4-FFF2-40B4-BE49-F238E27FC236}">
                  <a16:creationId xmlns:a16="http://schemas.microsoft.com/office/drawing/2014/main" id="{1F5BAA3F-9845-4F89-A2DD-8222D3E4EDAC}"/>
                </a:ext>
              </a:extLst>
            </p:cNvPr>
            <p:cNvSpPr/>
            <p:nvPr/>
          </p:nvSpPr>
          <p:spPr>
            <a:xfrm>
              <a:off x="424117" y="898245"/>
              <a:ext cx="628306" cy="387090"/>
            </a:xfrm>
            <a:prstGeom prst="parallelogram">
              <a:avLst/>
            </a:prstGeom>
            <a:solidFill>
              <a:schemeClr val="accent3">
                <a:lumMod val="75000"/>
              </a:schemeClr>
            </a:solidFill>
            <a:ln>
              <a:solidFill>
                <a:schemeClr val="accent3">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CN" sz="2200" dirty="0">
                  <a:latin typeface="Impact" panose="020B0806030902050204" pitchFamily="34" charset="0"/>
                </a:rPr>
                <a:t>01</a:t>
              </a:r>
              <a:endParaRPr lang="zh-CN" altLang="en-US" sz="2200" dirty="0">
                <a:latin typeface="Impact" panose="020B0806030902050204" pitchFamily="34" charset="0"/>
              </a:endParaRPr>
            </a:p>
          </p:txBody>
        </p:sp>
        <p:sp>
          <p:nvSpPr>
            <p:cNvPr id="3" name="文本框 2">
              <a:extLst>
                <a:ext uri="{FF2B5EF4-FFF2-40B4-BE49-F238E27FC236}">
                  <a16:creationId xmlns:a16="http://schemas.microsoft.com/office/drawing/2014/main" id="{4D6BD736-A4D3-4F26-AFED-36E11F50F70B}"/>
                </a:ext>
              </a:extLst>
            </p:cNvPr>
            <p:cNvSpPr txBox="1"/>
            <p:nvPr/>
          </p:nvSpPr>
          <p:spPr>
            <a:xfrm>
              <a:off x="1052423" y="898245"/>
              <a:ext cx="4309893" cy="400110"/>
            </a:xfrm>
            <a:prstGeom prst="rect">
              <a:avLst/>
            </a:prstGeom>
            <a:noFill/>
          </p:spPr>
          <p:txBody>
            <a:bodyPr wrap="square" rtlCol="0">
              <a:spAutoFit/>
            </a:bodyPr>
            <a:lstStyle/>
            <a:p>
              <a:r>
                <a:rPr lang="zh-CN" altLang="en-US" sz="2000" b="1" dirty="0">
                  <a:solidFill>
                    <a:schemeClr val="tx1"/>
                  </a:solidFill>
                  <a:latin typeface="Arial Narrow" panose="020B0606020202030204" pitchFamily="34" charset="0"/>
                </a:rPr>
                <a:t>虚拟局域网</a:t>
              </a:r>
              <a:r>
                <a:rPr lang="en-US" altLang="zh-CN" sz="2000" b="1" dirty="0">
                  <a:solidFill>
                    <a:schemeClr val="tx1"/>
                  </a:solidFill>
                  <a:latin typeface="Arial Narrow" panose="020B0606020202030204" pitchFamily="34" charset="0"/>
                </a:rPr>
                <a:t>VLAN</a:t>
              </a:r>
              <a:r>
                <a:rPr lang="zh-CN" altLang="en-US" sz="2000" b="1" dirty="0">
                  <a:solidFill>
                    <a:schemeClr val="tx1"/>
                  </a:solidFill>
                  <a:latin typeface="Arial Narrow" panose="020B0606020202030204" pitchFamily="34" charset="0"/>
                </a:rPr>
                <a:t>的</a:t>
              </a:r>
              <a:r>
                <a:rPr lang="zh-CN" altLang="en-US" sz="2000" b="1" dirty="0">
                  <a:latin typeface="Arial Narrow" panose="020B0606020202030204" pitchFamily="34" charset="0"/>
                </a:rPr>
                <a:t>实现机制</a:t>
              </a:r>
              <a:endParaRPr lang="en-US" altLang="zh-CN" sz="2000" b="1" dirty="0">
                <a:solidFill>
                  <a:schemeClr val="tx1"/>
                </a:solidFill>
                <a:latin typeface="Arial Narrow" panose="020B0606020202030204" pitchFamily="34" charset="0"/>
              </a:endParaRPr>
            </a:p>
          </p:txBody>
        </p:sp>
      </p:grpSp>
      <p:sp>
        <p:nvSpPr>
          <p:cNvPr id="9" name="文本框 8">
            <a:extLst>
              <a:ext uri="{FF2B5EF4-FFF2-40B4-BE49-F238E27FC236}">
                <a16:creationId xmlns:a16="http://schemas.microsoft.com/office/drawing/2014/main" id="{7E01F55D-5303-4639-8DD9-B3123C1AE516}"/>
              </a:ext>
            </a:extLst>
          </p:cNvPr>
          <p:cNvSpPr txBox="1"/>
          <p:nvPr/>
        </p:nvSpPr>
        <p:spPr>
          <a:xfrm>
            <a:off x="4141958" y="742690"/>
            <a:ext cx="4443242" cy="400110"/>
          </a:xfrm>
          <a:prstGeom prst="rect">
            <a:avLst/>
          </a:prstGeom>
          <a:noFill/>
        </p:spPr>
        <p:txBody>
          <a:bodyPr wrap="square" rtlCol="0">
            <a:spAutoFit/>
          </a:bodyPr>
          <a:lstStyle/>
          <a:p>
            <a:r>
              <a:rPr lang="en-US" altLang="zh-CN" sz="2000" b="1" dirty="0">
                <a:solidFill>
                  <a:schemeClr val="accent3">
                    <a:lumMod val="75000"/>
                  </a:schemeClr>
                </a:solidFill>
                <a:latin typeface="Arial Narrow" panose="020B0606020202030204" pitchFamily="34" charset="0"/>
              </a:rPr>
              <a:t>——  </a:t>
            </a:r>
            <a:r>
              <a:rPr lang="zh-CN" altLang="en-US" sz="2000" b="1" dirty="0">
                <a:solidFill>
                  <a:schemeClr val="accent3">
                    <a:lumMod val="75000"/>
                  </a:schemeClr>
                </a:solidFill>
                <a:latin typeface="Arial Narrow" panose="020B0606020202030204" pitchFamily="34" charset="0"/>
              </a:rPr>
              <a:t>以太网交换机的接口类型</a:t>
            </a:r>
            <a:endParaRPr lang="en-US" altLang="zh-CN" sz="2000" b="1" dirty="0">
              <a:solidFill>
                <a:schemeClr val="accent3">
                  <a:lumMod val="75000"/>
                </a:schemeClr>
              </a:solidFill>
              <a:latin typeface="Arial Narrow" panose="020B0606020202030204" pitchFamily="34" charset="0"/>
            </a:endParaRPr>
          </a:p>
        </p:txBody>
      </p:sp>
      <p:sp>
        <p:nvSpPr>
          <p:cNvPr id="11" name="íşlïḍè">
            <a:extLst>
              <a:ext uri="{FF2B5EF4-FFF2-40B4-BE49-F238E27FC236}">
                <a16:creationId xmlns:a16="http://schemas.microsoft.com/office/drawing/2014/main" id="{7AA3015A-52E8-4E4D-820F-06063E0CA2B4}"/>
              </a:ext>
            </a:extLst>
          </p:cNvPr>
          <p:cNvSpPr txBox="1"/>
          <p:nvPr/>
        </p:nvSpPr>
        <p:spPr>
          <a:xfrm>
            <a:off x="839330" y="1236602"/>
            <a:ext cx="10513339" cy="400110"/>
          </a:xfrm>
          <a:prstGeom prst="rect">
            <a:avLst/>
          </a:prstGeom>
          <a:noFill/>
        </p:spPr>
        <p:txBody>
          <a:bodyPr wrap="square" lIns="91440" tIns="45720" rIns="91440" bIns="45720" anchor="ctr">
            <a:noAutofit/>
          </a:bodyPr>
          <a:lstStyle/>
          <a:p>
            <a:r>
              <a:rPr lang="en-US" altLang="zh-CN" b="1" dirty="0">
                <a:latin typeface="Arial Narrow" panose="020B0606020202030204" pitchFamily="34" charset="0"/>
              </a:rPr>
              <a:t>【</a:t>
            </a:r>
            <a:r>
              <a:rPr lang="zh-CN" altLang="en-US" b="1" dirty="0">
                <a:latin typeface="Arial Narrow" panose="020B0606020202030204" pitchFamily="34" charset="0"/>
              </a:rPr>
              <a:t>例</a:t>
            </a:r>
            <a:r>
              <a:rPr lang="en-US" altLang="zh-CN" b="1" dirty="0">
                <a:latin typeface="Arial Narrow" panose="020B0606020202030204" pitchFamily="34" charset="0"/>
              </a:rPr>
              <a:t>2】</a:t>
            </a:r>
            <a:r>
              <a:rPr lang="zh-CN" altLang="en-US" b="1" dirty="0">
                <a:latin typeface="Arial Narrow" panose="020B0606020202030204" pitchFamily="34" charset="0"/>
              </a:rPr>
              <a:t>在一个交换机上划分两个不同</a:t>
            </a:r>
            <a:r>
              <a:rPr lang="en-US" altLang="zh-CN" b="1" dirty="0">
                <a:latin typeface="Arial Narrow" panose="020B0606020202030204" pitchFamily="34" charset="0"/>
              </a:rPr>
              <a:t>VLAN</a:t>
            </a:r>
            <a:r>
              <a:rPr lang="zh-CN" altLang="en-US" b="1" dirty="0">
                <a:latin typeface="Arial Narrow" panose="020B0606020202030204" pitchFamily="34" charset="0"/>
              </a:rPr>
              <a:t>的情况。</a:t>
            </a:r>
          </a:p>
        </p:txBody>
      </p:sp>
      <p:grpSp>
        <p:nvGrpSpPr>
          <p:cNvPr id="5" name="组合 4">
            <a:extLst>
              <a:ext uri="{FF2B5EF4-FFF2-40B4-BE49-F238E27FC236}">
                <a16:creationId xmlns:a16="http://schemas.microsoft.com/office/drawing/2014/main" id="{707353F8-E850-45A0-BA72-8CD28112F263}"/>
              </a:ext>
            </a:extLst>
          </p:cNvPr>
          <p:cNvGrpSpPr/>
          <p:nvPr/>
        </p:nvGrpSpPr>
        <p:grpSpPr>
          <a:xfrm>
            <a:off x="2236875" y="2045293"/>
            <a:ext cx="7718250" cy="4317407"/>
            <a:chOff x="2236875" y="2045293"/>
            <a:chExt cx="7718250" cy="4317407"/>
          </a:xfrm>
        </p:grpSpPr>
        <p:sp>
          <p:nvSpPr>
            <p:cNvPr id="20" name="矩形 19">
              <a:extLst>
                <a:ext uri="{FF2B5EF4-FFF2-40B4-BE49-F238E27FC236}">
                  <a16:creationId xmlns:a16="http://schemas.microsoft.com/office/drawing/2014/main" id="{B7E1855B-BB0E-4F7F-86D0-BB02329A21F2}"/>
                </a:ext>
              </a:extLst>
            </p:cNvPr>
            <p:cNvSpPr/>
            <p:nvPr/>
          </p:nvSpPr>
          <p:spPr>
            <a:xfrm>
              <a:off x="4448173" y="4062426"/>
              <a:ext cx="1050925" cy="331788"/>
            </a:xfrm>
            <a:prstGeom prst="rect">
              <a:avLst/>
            </a:prstGeom>
            <a:solidFill>
              <a:schemeClr val="accent4"/>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CN" sz="2000" b="1" dirty="0">
                  <a:solidFill>
                    <a:schemeClr val="bg1"/>
                  </a:solidFill>
                  <a:latin typeface="Arial Narrow" panose="020B0606020202030204" pitchFamily="34" charset="0"/>
                </a:rPr>
                <a:t>Access</a:t>
              </a:r>
              <a:endParaRPr lang="zh-CN" altLang="en-US" sz="2000" b="1" dirty="0">
                <a:solidFill>
                  <a:schemeClr val="bg1"/>
                </a:solidFill>
                <a:latin typeface="Arial Narrow" panose="020B0606020202030204" pitchFamily="34" charset="0"/>
              </a:endParaRPr>
            </a:p>
          </p:txBody>
        </p:sp>
        <p:sp>
          <p:nvSpPr>
            <p:cNvPr id="24" name="矩形 23">
              <a:extLst>
                <a:ext uri="{FF2B5EF4-FFF2-40B4-BE49-F238E27FC236}">
                  <a16:creationId xmlns:a16="http://schemas.microsoft.com/office/drawing/2014/main" id="{A4E7391A-1751-4FC1-8717-F49F032890FD}"/>
                </a:ext>
              </a:extLst>
            </p:cNvPr>
            <p:cNvSpPr/>
            <p:nvPr/>
          </p:nvSpPr>
          <p:spPr>
            <a:xfrm>
              <a:off x="4448174" y="5665003"/>
              <a:ext cx="1050925" cy="331788"/>
            </a:xfrm>
            <a:prstGeom prst="rect">
              <a:avLst/>
            </a:prstGeom>
            <a:solidFill>
              <a:schemeClr val="accent4"/>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CN" sz="2000" b="1" dirty="0">
                  <a:solidFill>
                    <a:schemeClr val="bg1"/>
                  </a:solidFill>
                  <a:latin typeface="Arial Narrow" panose="020B0606020202030204" pitchFamily="34" charset="0"/>
                </a:rPr>
                <a:t>Access</a:t>
              </a:r>
              <a:endParaRPr lang="zh-CN" altLang="en-US" sz="2000" b="1" dirty="0">
                <a:solidFill>
                  <a:schemeClr val="bg1"/>
                </a:solidFill>
                <a:latin typeface="Arial Narrow" panose="020B0606020202030204" pitchFamily="34" charset="0"/>
              </a:endParaRPr>
            </a:p>
          </p:txBody>
        </p:sp>
        <p:sp>
          <p:nvSpPr>
            <p:cNvPr id="28" name="矩形 27">
              <a:extLst>
                <a:ext uri="{FF2B5EF4-FFF2-40B4-BE49-F238E27FC236}">
                  <a16:creationId xmlns:a16="http://schemas.microsoft.com/office/drawing/2014/main" id="{470F44F1-DD3E-42C3-B3F3-DF5C2565B8F7}"/>
                </a:ext>
              </a:extLst>
            </p:cNvPr>
            <p:cNvSpPr/>
            <p:nvPr/>
          </p:nvSpPr>
          <p:spPr>
            <a:xfrm>
              <a:off x="6699250" y="4062426"/>
              <a:ext cx="1050925" cy="331788"/>
            </a:xfrm>
            <a:prstGeom prst="rect">
              <a:avLst/>
            </a:prstGeom>
            <a:solidFill>
              <a:schemeClr val="accent4"/>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CN" sz="2000" b="1" dirty="0">
                  <a:solidFill>
                    <a:schemeClr val="bg1"/>
                  </a:solidFill>
                  <a:latin typeface="Arial Narrow" panose="020B0606020202030204" pitchFamily="34" charset="0"/>
                </a:rPr>
                <a:t>Access</a:t>
              </a:r>
              <a:endParaRPr lang="zh-CN" altLang="en-US" sz="2000" b="1" dirty="0">
                <a:solidFill>
                  <a:schemeClr val="bg1"/>
                </a:solidFill>
                <a:latin typeface="Arial Narrow" panose="020B0606020202030204" pitchFamily="34" charset="0"/>
              </a:endParaRPr>
            </a:p>
          </p:txBody>
        </p:sp>
        <p:sp>
          <p:nvSpPr>
            <p:cNvPr id="32" name="矩形 31">
              <a:extLst>
                <a:ext uri="{FF2B5EF4-FFF2-40B4-BE49-F238E27FC236}">
                  <a16:creationId xmlns:a16="http://schemas.microsoft.com/office/drawing/2014/main" id="{CB471B25-1E07-49B5-8232-C4D460EEECA0}"/>
                </a:ext>
              </a:extLst>
            </p:cNvPr>
            <p:cNvSpPr/>
            <p:nvPr/>
          </p:nvSpPr>
          <p:spPr>
            <a:xfrm>
              <a:off x="6699251" y="5665003"/>
              <a:ext cx="1050925" cy="331788"/>
            </a:xfrm>
            <a:prstGeom prst="rect">
              <a:avLst/>
            </a:prstGeom>
            <a:solidFill>
              <a:schemeClr val="accent4"/>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CN" sz="2000" b="1" dirty="0">
                  <a:solidFill>
                    <a:schemeClr val="bg1"/>
                  </a:solidFill>
                  <a:latin typeface="Arial Narrow" panose="020B0606020202030204" pitchFamily="34" charset="0"/>
                </a:rPr>
                <a:t>Access</a:t>
              </a:r>
              <a:endParaRPr lang="zh-CN" altLang="en-US" sz="2000" b="1" dirty="0">
                <a:solidFill>
                  <a:schemeClr val="bg1"/>
                </a:solidFill>
                <a:latin typeface="Arial Narrow" panose="020B0606020202030204" pitchFamily="34" charset="0"/>
              </a:endParaRPr>
            </a:p>
          </p:txBody>
        </p:sp>
        <p:sp>
          <p:nvSpPr>
            <p:cNvPr id="18" name="矩形 17">
              <a:extLst>
                <a:ext uri="{FF2B5EF4-FFF2-40B4-BE49-F238E27FC236}">
                  <a16:creationId xmlns:a16="http://schemas.microsoft.com/office/drawing/2014/main" id="{9FF17DC4-7312-49F3-82F1-6543D08F7A97}"/>
                </a:ext>
              </a:extLst>
            </p:cNvPr>
            <p:cNvSpPr/>
            <p:nvPr/>
          </p:nvSpPr>
          <p:spPr>
            <a:xfrm>
              <a:off x="4448173" y="3398850"/>
              <a:ext cx="1050925" cy="331788"/>
            </a:xfrm>
            <a:prstGeom prst="rect">
              <a:avLst/>
            </a:prstGeom>
            <a:solidFill>
              <a:schemeClr val="tx2"/>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CN" sz="2000" b="1" dirty="0">
                  <a:solidFill>
                    <a:schemeClr val="bg1"/>
                  </a:solidFill>
                  <a:latin typeface="Arial Narrow" panose="020B0606020202030204" pitchFamily="34" charset="0"/>
                </a:rPr>
                <a:t>PVID=1</a:t>
              </a:r>
              <a:endParaRPr lang="zh-CN" altLang="en-US" sz="2000" b="1" dirty="0">
                <a:solidFill>
                  <a:schemeClr val="bg1"/>
                </a:solidFill>
                <a:latin typeface="Arial Narrow" panose="020B0606020202030204" pitchFamily="34" charset="0"/>
              </a:endParaRPr>
            </a:p>
          </p:txBody>
        </p:sp>
        <p:sp>
          <p:nvSpPr>
            <p:cNvPr id="22" name="矩形 21">
              <a:extLst>
                <a:ext uri="{FF2B5EF4-FFF2-40B4-BE49-F238E27FC236}">
                  <a16:creationId xmlns:a16="http://schemas.microsoft.com/office/drawing/2014/main" id="{4F924B51-5424-48CF-AA09-489275DC4623}"/>
                </a:ext>
              </a:extLst>
            </p:cNvPr>
            <p:cNvSpPr/>
            <p:nvPr/>
          </p:nvSpPr>
          <p:spPr>
            <a:xfrm>
              <a:off x="4448174" y="5001427"/>
              <a:ext cx="1050925" cy="331788"/>
            </a:xfrm>
            <a:prstGeom prst="rect">
              <a:avLst/>
            </a:prstGeom>
            <a:solidFill>
              <a:schemeClr val="tx2"/>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CN" sz="2000" b="1" dirty="0">
                  <a:solidFill>
                    <a:schemeClr val="bg1"/>
                  </a:solidFill>
                  <a:latin typeface="Arial Narrow" panose="020B0606020202030204" pitchFamily="34" charset="0"/>
                </a:rPr>
                <a:t>PVID=1</a:t>
              </a:r>
              <a:endParaRPr lang="zh-CN" altLang="en-US" sz="2000" b="1" dirty="0">
                <a:solidFill>
                  <a:schemeClr val="bg1"/>
                </a:solidFill>
                <a:latin typeface="Arial Narrow" panose="020B0606020202030204" pitchFamily="34" charset="0"/>
              </a:endParaRPr>
            </a:p>
          </p:txBody>
        </p:sp>
        <p:sp>
          <p:nvSpPr>
            <p:cNvPr id="26" name="矩形 25">
              <a:extLst>
                <a:ext uri="{FF2B5EF4-FFF2-40B4-BE49-F238E27FC236}">
                  <a16:creationId xmlns:a16="http://schemas.microsoft.com/office/drawing/2014/main" id="{F1B3D3B5-5935-4DF1-8637-BC378DCF6A03}"/>
                </a:ext>
              </a:extLst>
            </p:cNvPr>
            <p:cNvSpPr/>
            <p:nvPr/>
          </p:nvSpPr>
          <p:spPr>
            <a:xfrm>
              <a:off x="6699250" y="3398850"/>
              <a:ext cx="1050925" cy="331788"/>
            </a:xfrm>
            <a:prstGeom prst="rect">
              <a:avLst/>
            </a:prstGeom>
            <a:solidFill>
              <a:schemeClr val="tx2"/>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CN" sz="2000" b="1" dirty="0">
                  <a:solidFill>
                    <a:schemeClr val="bg1"/>
                  </a:solidFill>
                  <a:latin typeface="Arial Narrow" panose="020B0606020202030204" pitchFamily="34" charset="0"/>
                </a:rPr>
                <a:t>PVID=1</a:t>
              </a:r>
              <a:endParaRPr lang="zh-CN" altLang="en-US" sz="2000" b="1" dirty="0">
                <a:solidFill>
                  <a:schemeClr val="bg1"/>
                </a:solidFill>
                <a:latin typeface="Arial Narrow" panose="020B0606020202030204" pitchFamily="34" charset="0"/>
              </a:endParaRPr>
            </a:p>
          </p:txBody>
        </p:sp>
        <p:sp>
          <p:nvSpPr>
            <p:cNvPr id="30" name="矩形 29">
              <a:extLst>
                <a:ext uri="{FF2B5EF4-FFF2-40B4-BE49-F238E27FC236}">
                  <a16:creationId xmlns:a16="http://schemas.microsoft.com/office/drawing/2014/main" id="{38614433-FAF6-4DF5-98A0-71D6FD64EA4B}"/>
                </a:ext>
              </a:extLst>
            </p:cNvPr>
            <p:cNvSpPr/>
            <p:nvPr/>
          </p:nvSpPr>
          <p:spPr>
            <a:xfrm>
              <a:off x="6699251" y="5001427"/>
              <a:ext cx="1050925" cy="331788"/>
            </a:xfrm>
            <a:prstGeom prst="rect">
              <a:avLst/>
            </a:prstGeom>
            <a:solidFill>
              <a:schemeClr val="tx2"/>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CN" sz="2000" b="1" dirty="0">
                  <a:solidFill>
                    <a:schemeClr val="bg1"/>
                  </a:solidFill>
                  <a:latin typeface="Arial Narrow" panose="020B0606020202030204" pitchFamily="34" charset="0"/>
                </a:rPr>
                <a:t>PVID=1</a:t>
              </a:r>
              <a:endParaRPr lang="zh-CN" altLang="en-US" sz="2000" b="1" dirty="0">
                <a:solidFill>
                  <a:schemeClr val="bg1"/>
                </a:solidFill>
                <a:latin typeface="Arial Narrow" panose="020B0606020202030204" pitchFamily="34" charset="0"/>
              </a:endParaRPr>
            </a:p>
          </p:txBody>
        </p:sp>
        <p:grpSp>
          <p:nvGrpSpPr>
            <p:cNvPr id="56" name="组合 55">
              <a:extLst>
                <a:ext uri="{FF2B5EF4-FFF2-40B4-BE49-F238E27FC236}">
                  <a16:creationId xmlns:a16="http://schemas.microsoft.com/office/drawing/2014/main" id="{ED900606-F7CE-4824-8EA8-62FB879E7403}"/>
                </a:ext>
              </a:extLst>
            </p:cNvPr>
            <p:cNvGrpSpPr/>
            <p:nvPr/>
          </p:nvGrpSpPr>
          <p:grpSpPr>
            <a:xfrm>
              <a:off x="2236875" y="2045293"/>
              <a:ext cx="7718250" cy="4317407"/>
              <a:chOff x="2236875" y="2045293"/>
              <a:chExt cx="7718250" cy="4317407"/>
            </a:xfrm>
          </p:grpSpPr>
          <p:grpSp>
            <p:nvGrpSpPr>
              <p:cNvPr id="51" name="组合 50">
                <a:extLst>
                  <a:ext uri="{FF2B5EF4-FFF2-40B4-BE49-F238E27FC236}">
                    <a16:creationId xmlns:a16="http://schemas.microsoft.com/office/drawing/2014/main" id="{4A24894D-B07F-49D4-9C66-0022E95368D2}"/>
                  </a:ext>
                </a:extLst>
              </p:cNvPr>
              <p:cNvGrpSpPr/>
              <p:nvPr/>
            </p:nvGrpSpPr>
            <p:grpSpPr>
              <a:xfrm>
                <a:off x="2236875" y="2045293"/>
                <a:ext cx="7718250" cy="4317407"/>
                <a:chOff x="2236875" y="1791293"/>
                <a:chExt cx="7718250" cy="4317407"/>
              </a:xfrm>
            </p:grpSpPr>
            <p:grpSp>
              <p:nvGrpSpPr>
                <p:cNvPr id="49" name="组合 48">
                  <a:extLst>
                    <a:ext uri="{FF2B5EF4-FFF2-40B4-BE49-F238E27FC236}">
                      <a16:creationId xmlns:a16="http://schemas.microsoft.com/office/drawing/2014/main" id="{9578F982-B46C-4F17-819E-EDABE967900E}"/>
                    </a:ext>
                  </a:extLst>
                </p:cNvPr>
                <p:cNvGrpSpPr/>
                <p:nvPr/>
              </p:nvGrpSpPr>
              <p:grpSpPr>
                <a:xfrm>
                  <a:off x="2236875" y="2197100"/>
                  <a:ext cx="7718250" cy="3911600"/>
                  <a:chOff x="2236875" y="2197100"/>
                  <a:chExt cx="7718250" cy="3911600"/>
                </a:xfrm>
              </p:grpSpPr>
              <p:cxnSp>
                <p:nvCxnSpPr>
                  <p:cNvPr id="35" name="直接连接符 34">
                    <a:extLst>
                      <a:ext uri="{FF2B5EF4-FFF2-40B4-BE49-F238E27FC236}">
                        <a16:creationId xmlns:a16="http://schemas.microsoft.com/office/drawing/2014/main" id="{7F1A5C97-32BC-4856-BF65-7AE987D8E4AC}"/>
                      </a:ext>
                    </a:extLst>
                  </p:cNvPr>
                  <p:cNvCxnSpPr>
                    <a:cxnSpLocks/>
                  </p:cNvCxnSpPr>
                  <p:nvPr/>
                </p:nvCxnSpPr>
                <p:spPr>
                  <a:xfrm flipH="1">
                    <a:off x="2797387" y="3642532"/>
                    <a:ext cx="1650786" cy="0"/>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sp>
                <p:nvSpPr>
                  <p:cNvPr id="6" name="矩形 5">
                    <a:extLst>
                      <a:ext uri="{FF2B5EF4-FFF2-40B4-BE49-F238E27FC236}">
                        <a16:creationId xmlns:a16="http://schemas.microsoft.com/office/drawing/2014/main" id="{B73795E7-AA4E-46BD-A009-E7B559FC741E}"/>
                      </a:ext>
                    </a:extLst>
                  </p:cNvPr>
                  <p:cNvSpPr/>
                  <p:nvPr/>
                </p:nvSpPr>
                <p:spPr>
                  <a:xfrm>
                    <a:off x="4441825" y="2197100"/>
                    <a:ext cx="3308350" cy="3911600"/>
                  </a:xfrm>
                  <a:prstGeom prst="rect">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19" name="矩形 18">
                    <a:extLst>
                      <a:ext uri="{FF2B5EF4-FFF2-40B4-BE49-F238E27FC236}">
                        <a16:creationId xmlns:a16="http://schemas.microsoft.com/office/drawing/2014/main" id="{77C24B11-AA44-4B22-9A14-1ED14C517EC7}"/>
                      </a:ext>
                    </a:extLst>
                  </p:cNvPr>
                  <p:cNvSpPr/>
                  <p:nvPr/>
                </p:nvSpPr>
                <p:spPr>
                  <a:xfrm>
                    <a:off x="4448173" y="3476638"/>
                    <a:ext cx="1050925" cy="331788"/>
                  </a:xfrm>
                  <a:prstGeom prst="rect">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CN" sz="2000" b="1" dirty="0">
                        <a:solidFill>
                          <a:schemeClr val="tx1"/>
                        </a:solidFill>
                        <a:latin typeface="Arial Black" panose="020B0A04020102020204" pitchFamily="34" charset="0"/>
                      </a:rPr>
                      <a:t>1</a:t>
                    </a:r>
                    <a:endParaRPr lang="zh-CN" altLang="en-US" sz="2000" b="1" dirty="0">
                      <a:solidFill>
                        <a:schemeClr val="tx1"/>
                      </a:solidFill>
                      <a:latin typeface="Arial Black" panose="020B0A04020102020204" pitchFamily="34" charset="0"/>
                    </a:endParaRPr>
                  </a:p>
                </p:txBody>
              </p:sp>
              <p:sp>
                <p:nvSpPr>
                  <p:cNvPr id="23" name="矩形 22">
                    <a:extLst>
                      <a:ext uri="{FF2B5EF4-FFF2-40B4-BE49-F238E27FC236}">
                        <a16:creationId xmlns:a16="http://schemas.microsoft.com/office/drawing/2014/main" id="{AB2385F7-9B60-4E01-9222-32199BF93FFE}"/>
                      </a:ext>
                    </a:extLst>
                  </p:cNvPr>
                  <p:cNvSpPr/>
                  <p:nvPr/>
                </p:nvSpPr>
                <p:spPr>
                  <a:xfrm>
                    <a:off x="4448174" y="5079215"/>
                    <a:ext cx="1050925" cy="331788"/>
                  </a:xfrm>
                  <a:prstGeom prst="rect">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CN" sz="2000" b="1" dirty="0">
                        <a:solidFill>
                          <a:schemeClr val="tx1"/>
                        </a:solidFill>
                        <a:latin typeface="Arial Black" panose="020B0A04020102020204" pitchFamily="34" charset="0"/>
                      </a:rPr>
                      <a:t>2</a:t>
                    </a:r>
                    <a:endParaRPr lang="zh-CN" altLang="en-US" sz="2000" b="1" dirty="0">
                      <a:solidFill>
                        <a:schemeClr val="tx1"/>
                      </a:solidFill>
                      <a:latin typeface="Arial Black" panose="020B0A04020102020204" pitchFamily="34" charset="0"/>
                    </a:endParaRPr>
                  </a:p>
                </p:txBody>
              </p:sp>
              <p:sp>
                <p:nvSpPr>
                  <p:cNvPr id="27" name="矩形 26">
                    <a:extLst>
                      <a:ext uri="{FF2B5EF4-FFF2-40B4-BE49-F238E27FC236}">
                        <a16:creationId xmlns:a16="http://schemas.microsoft.com/office/drawing/2014/main" id="{03E60741-BE28-4E2A-8520-4D9B8EF88A23}"/>
                      </a:ext>
                    </a:extLst>
                  </p:cNvPr>
                  <p:cNvSpPr/>
                  <p:nvPr/>
                </p:nvSpPr>
                <p:spPr>
                  <a:xfrm>
                    <a:off x="6699250" y="3476638"/>
                    <a:ext cx="1050925" cy="331788"/>
                  </a:xfrm>
                  <a:prstGeom prst="rect">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CN" sz="2000" b="1" dirty="0">
                        <a:solidFill>
                          <a:schemeClr val="tx1"/>
                        </a:solidFill>
                        <a:latin typeface="Arial Black" panose="020B0A04020102020204" pitchFamily="34" charset="0"/>
                      </a:rPr>
                      <a:t>3</a:t>
                    </a:r>
                    <a:endParaRPr lang="zh-CN" altLang="en-US" sz="2000" b="1" dirty="0">
                      <a:solidFill>
                        <a:schemeClr val="tx1"/>
                      </a:solidFill>
                      <a:latin typeface="Arial Black" panose="020B0A04020102020204" pitchFamily="34" charset="0"/>
                    </a:endParaRPr>
                  </a:p>
                </p:txBody>
              </p:sp>
              <p:sp>
                <p:nvSpPr>
                  <p:cNvPr id="31" name="矩形 30">
                    <a:extLst>
                      <a:ext uri="{FF2B5EF4-FFF2-40B4-BE49-F238E27FC236}">
                        <a16:creationId xmlns:a16="http://schemas.microsoft.com/office/drawing/2014/main" id="{9FDBF4C8-3C90-491A-A517-2E721072CA89}"/>
                      </a:ext>
                    </a:extLst>
                  </p:cNvPr>
                  <p:cNvSpPr/>
                  <p:nvPr/>
                </p:nvSpPr>
                <p:spPr>
                  <a:xfrm>
                    <a:off x="6699251" y="5079215"/>
                    <a:ext cx="1050925" cy="331788"/>
                  </a:xfrm>
                  <a:prstGeom prst="rect">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CN" sz="2000" b="1" dirty="0">
                        <a:solidFill>
                          <a:schemeClr val="tx1"/>
                        </a:solidFill>
                        <a:latin typeface="Arial Black" panose="020B0A04020102020204" pitchFamily="34" charset="0"/>
                      </a:rPr>
                      <a:t>4</a:t>
                    </a:r>
                    <a:endParaRPr lang="zh-CN" altLang="en-US" sz="2000" b="1" dirty="0">
                      <a:solidFill>
                        <a:schemeClr val="tx1"/>
                      </a:solidFill>
                      <a:latin typeface="Arial Black" panose="020B0A04020102020204" pitchFamily="34" charset="0"/>
                    </a:endParaRPr>
                  </a:p>
                </p:txBody>
              </p:sp>
              <p:pic>
                <p:nvPicPr>
                  <p:cNvPr id="33" name="图形 10">
                    <a:extLst>
                      <a:ext uri="{FF2B5EF4-FFF2-40B4-BE49-F238E27FC236}">
                        <a16:creationId xmlns:a16="http://schemas.microsoft.com/office/drawing/2014/main" id="{45EB2A5E-C932-4270-9B30-415951D6C935}"/>
                      </a:ext>
                    </a:extLst>
                  </p:cNvPr>
                  <p:cNvPicPr>
                    <a:picLocks noChangeAspect="1"/>
                  </p:cNvPicPr>
                  <p:nvPr/>
                </p:nvPicPr>
                <p:blipFill>
                  <a:blip r:embed="rId3">
                    <a:extLst>
                      <a:ext uri="{28A0092B-C50C-407E-A947-70E740481C1C}">
                        <a14:useLocalDpi xmlns:a14="http://schemas.microsoft.com/office/drawing/2010/main" val="0"/>
                      </a:ext>
                      <a:ext uri="{96DAC541-7B7A-43D3-8B79-37D633B846F1}">
                        <asvg:svgBlip xmlns:asvg="http://schemas.microsoft.com/office/drawing/2016/SVG/main" r:embed="rId4"/>
                      </a:ext>
                    </a:extLst>
                  </a:blip>
                  <a:stretch>
                    <a:fillRect/>
                  </a:stretch>
                </p:blipFill>
                <p:spPr>
                  <a:xfrm>
                    <a:off x="2236875" y="3203316"/>
                    <a:ext cx="662814" cy="641082"/>
                  </a:xfrm>
                  <a:prstGeom prst="rect">
                    <a:avLst/>
                  </a:prstGeom>
                </p:spPr>
              </p:pic>
              <p:cxnSp>
                <p:nvCxnSpPr>
                  <p:cNvPr id="41" name="直接连接符 40">
                    <a:extLst>
                      <a:ext uri="{FF2B5EF4-FFF2-40B4-BE49-F238E27FC236}">
                        <a16:creationId xmlns:a16="http://schemas.microsoft.com/office/drawing/2014/main" id="{F5A16B36-DB81-469A-8082-FD28F2C01FA1}"/>
                      </a:ext>
                    </a:extLst>
                  </p:cNvPr>
                  <p:cNvCxnSpPr>
                    <a:cxnSpLocks/>
                  </p:cNvCxnSpPr>
                  <p:nvPr/>
                </p:nvCxnSpPr>
                <p:spPr>
                  <a:xfrm flipH="1">
                    <a:off x="7750175" y="3642532"/>
                    <a:ext cx="1650786" cy="0"/>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cxnSp>
                <p:nvCxnSpPr>
                  <p:cNvPr id="42" name="直接连接符 41">
                    <a:extLst>
                      <a:ext uri="{FF2B5EF4-FFF2-40B4-BE49-F238E27FC236}">
                        <a16:creationId xmlns:a16="http://schemas.microsoft.com/office/drawing/2014/main" id="{F91B5B0F-0779-4D3C-B788-C145A44A572C}"/>
                      </a:ext>
                    </a:extLst>
                  </p:cNvPr>
                  <p:cNvCxnSpPr>
                    <a:cxnSpLocks/>
                  </p:cNvCxnSpPr>
                  <p:nvPr/>
                </p:nvCxnSpPr>
                <p:spPr>
                  <a:xfrm flipH="1">
                    <a:off x="2458720" y="5245109"/>
                    <a:ext cx="1989454" cy="0"/>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cxnSp>
                <p:nvCxnSpPr>
                  <p:cNvPr id="45" name="直接连接符 44">
                    <a:extLst>
                      <a:ext uri="{FF2B5EF4-FFF2-40B4-BE49-F238E27FC236}">
                        <a16:creationId xmlns:a16="http://schemas.microsoft.com/office/drawing/2014/main" id="{37FC353E-A226-435F-A36D-5A521BBD87CC}"/>
                      </a:ext>
                    </a:extLst>
                  </p:cNvPr>
                  <p:cNvCxnSpPr>
                    <a:cxnSpLocks/>
                  </p:cNvCxnSpPr>
                  <p:nvPr/>
                </p:nvCxnSpPr>
                <p:spPr>
                  <a:xfrm flipH="1">
                    <a:off x="7750175" y="5245109"/>
                    <a:ext cx="1989454" cy="0"/>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pic>
                <p:nvPicPr>
                  <p:cNvPr id="46" name="图形 10">
                    <a:extLst>
                      <a:ext uri="{FF2B5EF4-FFF2-40B4-BE49-F238E27FC236}">
                        <a16:creationId xmlns:a16="http://schemas.microsoft.com/office/drawing/2014/main" id="{0C267CEC-7965-419C-856B-24593CBA3D8D}"/>
                      </a:ext>
                    </a:extLst>
                  </p:cNvPr>
                  <p:cNvPicPr>
                    <a:picLocks noChangeAspect="1"/>
                  </p:cNvPicPr>
                  <p:nvPr/>
                </p:nvPicPr>
                <p:blipFill>
                  <a:blip r:embed="rId3">
                    <a:extLst>
                      <a:ext uri="{28A0092B-C50C-407E-A947-70E740481C1C}">
                        <a14:useLocalDpi xmlns:a14="http://schemas.microsoft.com/office/drawing/2010/main" val="0"/>
                      </a:ext>
                      <a:ext uri="{96DAC541-7B7A-43D3-8B79-37D633B846F1}">
                        <asvg:svgBlip xmlns:asvg="http://schemas.microsoft.com/office/drawing/2016/SVG/main" r:embed="rId4"/>
                      </a:ext>
                    </a:extLst>
                  </a:blip>
                  <a:stretch>
                    <a:fillRect/>
                  </a:stretch>
                </p:blipFill>
                <p:spPr>
                  <a:xfrm>
                    <a:off x="2236875" y="4769920"/>
                    <a:ext cx="662814" cy="641082"/>
                  </a:xfrm>
                  <a:prstGeom prst="rect">
                    <a:avLst/>
                  </a:prstGeom>
                </p:spPr>
              </p:pic>
              <p:pic>
                <p:nvPicPr>
                  <p:cNvPr id="47" name="图形 10">
                    <a:extLst>
                      <a:ext uri="{FF2B5EF4-FFF2-40B4-BE49-F238E27FC236}">
                        <a16:creationId xmlns:a16="http://schemas.microsoft.com/office/drawing/2014/main" id="{8E1F14D7-A86D-41CD-8F97-3C2EEC80AE92}"/>
                      </a:ext>
                    </a:extLst>
                  </p:cNvPr>
                  <p:cNvPicPr>
                    <a:picLocks noChangeAspect="1"/>
                  </p:cNvPicPr>
                  <p:nvPr/>
                </p:nvPicPr>
                <p:blipFill>
                  <a:blip r:embed="rId3">
                    <a:extLst>
                      <a:ext uri="{28A0092B-C50C-407E-A947-70E740481C1C}">
                        <a14:useLocalDpi xmlns:a14="http://schemas.microsoft.com/office/drawing/2010/main" val="0"/>
                      </a:ext>
                      <a:ext uri="{96DAC541-7B7A-43D3-8B79-37D633B846F1}">
                        <asvg:svgBlip xmlns:asvg="http://schemas.microsoft.com/office/drawing/2016/SVG/main" r:embed="rId4"/>
                      </a:ext>
                    </a:extLst>
                  </a:blip>
                  <a:stretch>
                    <a:fillRect/>
                  </a:stretch>
                </p:blipFill>
                <p:spPr>
                  <a:xfrm>
                    <a:off x="9292311" y="3201795"/>
                    <a:ext cx="662814" cy="641082"/>
                  </a:xfrm>
                  <a:prstGeom prst="rect">
                    <a:avLst/>
                  </a:prstGeom>
                </p:spPr>
              </p:pic>
              <p:pic>
                <p:nvPicPr>
                  <p:cNvPr id="48" name="图形 10">
                    <a:extLst>
                      <a:ext uri="{FF2B5EF4-FFF2-40B4-BE49-F238E27FC236}">
                        <a16:creationId xmlns:a16="http://schemas.microsoft.com/office/drawing/2014/main" id="{5A547701-5E4A-47BC-90F2-C9711DC35C1B}"/>
                      </a:ext>
                    </a:extLst>
                  </p:cNvPr>
                  <p:cNvPicPr>
                    <a:picLocks noChangeAspect="1"/>
                  </p:cNvPicPr>
                  <p:nvPr/>
                </p:nvPicPr>
                <p:blipFill>
                  <a:blip r:embed="rId3">
                    <a:extLst>
                      <a:ext uri="{28A0092B-C50C-407E-A947-70E740481C1C}">
                        <a14:useLocalDpi xmlns:a14="http://schemas.microsoft.com/office/drawing/2010/main" val="0"/>
                      </a:ext>
                      <a:ext uri="{96DAC541-7B7A-43D3-8B79-37D633B846F1}">
                        <asvg:svgBlip xmlns:asvg="http://schemas.microsoft.com/office/drawing/2016/SVG/main" r:embed="rId4"/>
                      </a:ext>
                    </a:extLst>
                  </a:blip>
                  <a:stretch>
                    <a:fillRect/>
                  </a:stretch>
                </p:blipFill>
                <p:spPr>
                  <a:xfrm>
                    <a:off x="9292311" y="4769920"/>
                    <a:ext cx="662814" cy="641082"/>
                  </a:xfrm>
                  <a:prstGeom prst="rect">
                    <a:avLst/>
                  </a:prstGeom>
                </p:spPr>
              </p:pic>
            </p:grpSp>
            <p:sp>
              <p:nvSpPr>
                <p:cNvPr id="50" name="íşlïḍè">
                  <a:extLst>
                    <a:ext uri="{FF2B5EF4-FFF2-40B4-BE49-F238E27FC236}">
                      <a16:creationId xmlns:a16="http://schemas.microsoft.com/office/drawing/2014/main" id="{78C95D91-AF44-4308-994D-348292466CE7}"/>
                    </a:ext>
                  </a:extLst>
                </p:cNvPr>
                <p:cNvSpPr txBox="1"/>
                <p:nvPr/>
              </p:nvSpPr>
              <p:spPr>
                <a:xfrm>
                  <a:off x="4441825" y="1791293"/>
                  <a:ext cx="3308350" cy="400110"/>
                </a:xfrm>
                <a:prstGeom prst="rect">
                  <a:avLst/>
                </a:prstGeom>
                <a:noFill/>
              </p:spPr>
              <p:txBody>
                <a:bodyPr wrap="square" lIns="91440" tIns="45720" rIns="91440" bIns="45720" anchor="ctr">
                  <a:noAutofit/>
                </a:bodyPr>
                <a:lstStyle/>
                <a:p>
                  <a:pPr algn="ctr"/>
                  <a:r>
                    <a:rPr lang="zh-CN" altLang="en-US" b="1" dirty="0">
                      <a:latin typeface="Arial Narrow" panose="020B0606020202030204" pitchFamily="34" charset="0"/>
                    </a:rPr>
                    <a:t>以太网交换机</a:t>
                  </a:r>
                </a:p>
              </p:txBody>
            </p:sp>
          </p:grpSp>
          <p:sp>
            <p:nvSpPr>
              <p:cNvPr id="52" name="文本框 51">
                <a:extLst>
                  <a:ext uri="{FF2B5EF4-FFF2-40B4-BE49-F238E27FC236}">
                    <a16:creationId xmlns:a16="http://schemas.microsoft.com/office/drawing/2014/main" id="{8947492D-5FFE-40B8-8BD8-BFD9DEC380AC}"/>
                  </a:ext>
                </a:extLst>
              </p:cNvPr>
              <p:cNvSpPr txBox="1"/>
              <p:nvPr/>
            </p:nvSpPr>
            <p:spPr>
              <a:xfrm>
                <a:off x="2499639" y="3474272"/>
                <a:ext cx="374650" cy="400110"/>
              </a:xfrm>
              <a:prstGeom prst="rect">
                <a:avLst/>
              </a:prstGeom>
              <a:noFill/>
            </p:spPr>
            <p:txBody>
              <a:bodyPr wrap="square" rtlCol="0">
                <a:spAutoFit/>
              </a:bodyPr>
              <a:lstStyle/>
              <a:p>
                <a:pPr algn="ctr"/>
                <a:r>
                  <a:rPr lang="en-US" altLang="zh-CN" sz="2000" b="1" dirty="0">
                    <a:solidFill>
                      <a:schemeClr val="bg1"/>
                    </a:solidFill>
                  </a:rPr>
                  <a:t>A</a:t>
                </a:r>
                <a:endParaRPr lang="zh-CN" altLang="en-US" sz="2000" b="1" dirty="0">
                  <a:solidFill>
                    <a:schemeClr val="bg1"/>
                  </a:solidFill>
                </a:endParaRPr>
              </a:p>
            </p:txBody>
          </p:sp>
          <p:sp>
            <p:nvSpPr>
              <p:cNvPr id="53" name="文本框 52">
                <a:extLst>
                  <a:ext uri="{FF2B5EF4-FFF2-40B4-BE49-F238E27FC236}">
                    <a16:creationId xmlns:a16="http://schemas.microsoft.com/office/drawing/2014/main" id="{FEFB5F2E-ED62-4FB4-BA66-2FAFD67A0229}"/>
                  </a:ext>
                </a:extLst>
              </p:cNvPr>
              <p:cNvSpPr txBox="1"/>
              <p:nvPr/>
            </p:nvSpPr>
            <p:spPr>
              <a:xfrm>
                <a:off x="2499639" y="5040143"/>
                <a:ext cx="374650" cy="400110"/>
              </a:xfrm>
              <a:prstGeom prst="rect">
                <a:avLst/>
              </a:prstGeom>
              <a:noFill/>
            </p:spPr>
            <p:txBody>
              <a:bodyPr wrap="square" rtlCol="0">
                <a:spAutoFit/>
              </a:bodyPr>
              <a:lstStyle/>
              <a:p>
                <a:pPr algn="ctr"/>
                <a:r>
                  <a:rPr lang="en-US" altLang="zh-CN" sz="2000" b="1" dirty="0">
                    <a:solidFill>
                      <a:schemeClr val="bg1"/>
                    </a:solidFill>
                  </a:rPr>
                  <a:t>B</a:t>
                </a:r>
                <a:endParaRPr lang="zh-CN" altLang="en-US" sz="2000" b="1" dirty="0">
                  <a:solidFill>
                    <a:schemeClr val="bg1"/>
                  </a:solidFill>
                </a:endParaRPr>
              </a:p>
            </p:txBody>
          </p:sp>
          <p:sp>
            <p:nvSpPr>
              <p:cNvPr id="54" name="文本框 53">
                <a:extLst>
                  <a:ext uri="{FF2B5EF4-FFF2-40B4-BE49-F238E27FC236}">
                    <a16:creationId xmlns:a16="http://schemas.microsoft.com/office/drawing/2014/main" id="{0BC51C86-B65A-48DB-A27D-1A3216EB0435}"/>
                  </a:ext>
                </a:extLst>
              </p:cNvPr>
              <p:cNvSpPr txBox="1"/>
              <p:nvPr/>
            </p:nvSpPr>
            <p:spPr>
              <a:xfrm>
                <a:off x="9552304" y="3474272"/>
                <a:ext cx="374650" cy="400110"/>
              </a:xfrm>
              <a:prstGeom prst="rect">
                <a:avLst/>
              </a:prstGeom>
              <a:noFill/>
            </p:spPr>
            <p:txBody>
              <a:bodyPr wrap="square" rtlCol="0">
                <a:spAutoFit/>
              </a:bodyPr>
              <a:lstStyle/>
              <a:p>
                <a:pPr algn="ctr"/>
                <a:r>
                  <a:rPr lang="en-US" altLang="zh-CN" sz="2000" b="1" dirty="0">
                    <a:solidFill>
                      <a:schemeClr val="bg1"/>
                    </a:solidFill>
                  </a:rPr>
                  <a:t>C</a:t>
                </a:r>
                <a:endParaRPr lang="zh-CN" altLang="en-US" sz="2000" b="1" dirty="0">
                  <a:solidFill>
                    <a:schemeClr val="bg1"/>
                  </a:solidFill>
                </a:endParaRPr>
              </a:p>
            </p:txBody>
          </p:sp>
          <p:sp>
            <p:nvSpPr>
              <p:cNvPr id="55" name="文本框 54">
                <a:extLst>
                  <a:ext uri="{FF2B5EF4-FFF2-40B4-BE49-F238E27FC236}">
                    <a16:creationId xmlns:a16="http://schemas.microsoft.com/office/drawing/2014/main" id="{EA9DC634-DCAF-4104-BCF4-2A3806101419}"/>
                  </a:ext>
                </a:extLst>
              </p:cNvPr>
              <p:cNvSpPr txBox="1"/>
              <p:nvPr/>
            </p:nvSpPr>
            <p:spPr>
              <a:xfrm>
                <a:off x="9552304" y="5040143"/>
                <a:ext cx="374650" cy="400110"/>
              </a:xfrm>
              <a:prstGeom prst="rect">
                <a:avLst/>
              </a:prstGeom>
              <a:noFill/>
            </p:spPr>
            <p:txBody>
              <a:bodyPr wrap="square" rtlCol="0">
                <a:spAutoFit/>
              </a:bodyPr>
              <a:lstStyle/>
              <a:p>
                <a:pPr algn="ctr"/>
                <a:r>
                  <a:rPr lang="en-US" altLang="zh-CN" sz="2000" b="1" dirty="0">
                    <a:solidFill>
                      <a:schemeClr val="bg1"/>
                    </a:solidFill>
                  </a:rPr>
                  <a:t>D</a:t>
                </a:r>
                <a:endParaRPr lang="zh-CN" altLang="en-US" sz="2000" b="1" dirty="0">
                  <a:solidFill>
                    <a:schemeClr val="bg1"/>
                  </a:solidFill>
                </a:endParaRPr>
              </a:p>
            </p:txBody>
          </p:sp>
        </p:grpSp>
      </p:grpSp>
      <p:sp>
        <p:nvSpPr>
          <p:cNvPr id="12" name="对话气泡: 矩形 11">
            <a:extLst>
              <a:ext uri="{FF2B5EF4-FFF2-40B4-BE49-F238E27FC236}">
                <a16:creationId xmlns:a16="http://schemas.microsoft.com/office/drawing/2014/main" id="{182D3A04-A9D4-490C-A0D3-1C8DDFED20D5}"/>
              </a:ext>
            </a:extLst>
          </p:cNvPr>
          <p:cNvSpPr/>
          <p:nvPr/>
        </p:nvSpPr>
        <p:spPr>
          <a:xfrm>
            <a:off x="6496050" y="1127582"/>
            <a:ext cx="5391150" cy="980813"/>
          </a:xfrm>
          <a:prstGeom prst="wedgeRectCallout">
            <a:avLst>
              <a:gd name="adj1" fmla="val -29840"/>
              <a:gd name="adj2" fmla="val 83532"/>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r>
              <a:rPr lang="zh-CN" altLang="en-US" b="1" dirty="0"/>
              <a:t>对交换机进行配置（通过界面或配置命令）</a:t>
            </a:r>
            <a:endParaRPr lang="en-US" altLang="zh-CN" b="1" dirty="0"/>
          </a:p>
          <a:p>
            <a:r>
              <a:rPr lang="en-US" altLang="zh-CN" b="1" dirty="0"/>
              <a:t>❶  </a:t>
            </a:r>
            <a:r>
              <a:rPr lang="zh-CN" altLang="en-US" b="1" dirty="0"/>
              <a:t>创建</a:t>
            </a:r>
            <a:r>
              <a:rPr lang="en-US" altLang="zh-CN" b="1" dirty="0"/>
              <a:t>VLAN2</a:t>
            </a:r>
            <a:r>
              <a:rPr lang="zh-CN" altLang="en-US" b="1" dirty="0"/>
              <a:t>和</a:t>
            </a:r>
            <a:r>
              <a:rPr lang="en-US" altLang="zh-CN" b="1" dirty="0"/>
              <a:t>VLAN3</a:t>
            </a:r>
          </a:p>
          <a:p>
            <a:r>
              <a:rPr lang="zh-CN" altLang="en-US" b="1" dirty="0"/>
              <a:t>❷</a:t>
            </a:r>
            <a:r>
              <a:rPr lang="en-US" altLang="zh-CN" b="1" dirty="0"/>
              <a:t>  </a:t>
            </a:r>
            <a:r>
              <a:rPr lang="zh-CN" altLang="en-US" b="1" dirty="0"/>
              <a:t>将接口</a:t>
            </a:r>
            <a:r>
              <a:rPr lang="en-US" altLang="zh-CN" b="1" dirty="0"/>
              <a:t>1</a:t>
            </a:r>
            <a:r>
              <a:rPr lang="zh-CN" altLang="en-US" b="1" dirty="0"/>
              <a:t>和</a:t>
            </a:r>
            <a:r>
              <a:rPr lang="en-US" altLang="zh-CN" b="1" dirty="0"/>
              <a:t>2</a:t>
            </a:r>
            <a:r>
              <a:rPr lang="zh-CN" altLang="en-US" b="1" dirty="0"/>
              <a:t>划归到</a:t>
            </a:r>
            <a:r>
              <a:rPr lang="en-US" altLang="zh-CN" b="1" dirty="0"/>
              <a:t>VLAN2</a:t>
            </a:r>
            <a:r>
              <a:rPr lang="zh-CN" altLang="en-US" b="1" dirty="0"/>
              <a:t>，接口</a:t>
            </a:r>
            <a:r>
              <a:rPr lang="en-US" altLang="zh-CN" b="1" dirty="0"/>
              <a:t>3</a:t>
            </a:r>
            <a:r>
              <a:rPr lang="zh-CN" altLang="en-US" b="1" dirty="0"/>
              <a:t>和</a:t>
            </a:r>
            <a:r>
              <a:rPr lang="en-US" altLang="zh-CN" b="1" dirty="0"/>
              <a:t>4</a:t>
            </a:r>
            <a:r>
              <a:rPr lang="zh-CN" altLang="en-US" b="1" dirty="0"/>
              <a:t>划归到</a:t>
            </a:r>
            <a:r>
              <a:rPr lang="en-US" altLang="zh-CN" b="1" dirty="0"/>
              <a:t>VLAN3</a:t>
            </a:r>
            <a:endParaRPr lang="zh-CN" altLang="en-US" b="1" dirty="0"/>
          </a:p>
        </p:txBody>
      </p:sp>
      <p:sp>
        <p:nvSpPr>
          <p:cNvPr id="44" name="平行四边形 43">
            <a:extLst>
              <a:ext uri="{FF2B5EF4-FFF2-40B4-BE49-F238E27FC236}">
                <a16:creationId xmlns:a16="http://schemas.microsoft.com/office/drawing/2014/main" id="{FD1950F5-C9D1-78C0-D1CE-5C42F64B8AA2}"/>
              </a:ext>
            </a:extLst>
          </p:cNvPr>
          <p:cNvSpPr/>
          <p:nvPr/>
        </p:nvSpPr>
        <p:spPr>
          <a:xfrm>
            <a:off x="304799" y="749300"/>
            <a:ext cx="678493" cy="387090"/>
          </a:xfrm>
          <a:prstGeom prst="parallelogram">
            <a:avLst/>
          </a:prstGeom>
          <a:solidFill>
            <a:schemeClr val="accent3">
              <a:lumMod val="75000"/>
            </a:schemeClr>
          </a:solidFill>
          <a:ln>
            <a:solidFill>
              <a:schemeClr val="accent3">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CN" sz="2200" dirty="0">
                <a:latin typeface="Impact" panose="020B0806030902050204" pitchFamily="34" charset="0"/>
              </a:rPr>
              <a:t>03</a:t>
            </a:r>
            <a:endParaRPr lang="zh-CN" altLang="en-US" sz="2200" dirty="0">
              <a:latin typeface="Impact" panose="020B0806030902050204" pitchFamily="34" charset="0"/>
            </a:endParaRPr>
          </a:p>
        </p:txBody>
      </p:sp>
    </p:spTree>
    <p:custDataLst>
      <p:tags r:id="rId1"/>
    </p:custDataLst>
    <p:extLst>
      <p:ext uri="{BB962C8B-B14F-4D97-AF65-F5344CB8AC3E}">
        <p14:creationId xmlns:p14="http://schemas.microsoft.com/office/powerpoint/2010/main" val="1682769947"/>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30" presetClass="entr" presetSubtype="0" fill="hold" grpId="0" nodeType="withEffect">
                                  <p:stCondLst>
                                    <p:cond delay="0"/>
                                  </p:stCondLst>
                                  <p:childTnLst>
                                    <p:set>
                                      <p:cBhvr>
                                        <p:cTn id="6" dur="1" fill="hold">
                                          <p:stCondLst>
                                            <p:cond delay="0"/>
                                          </p:stCondLst>
                                        </p:cTn>
                                        <p:tgtEl>
                                          <p:spTgt spid="11"/>
                                        </p:tgtEl>
                                        <p:attrNameLst>
                                          <p:attrName>style.visibility</p:attrName>
                                        </p:attrNameLst>
                                      </p:cBhvr>
                                      <p:to>
                                        <p:strVal val="visible"/>
                                      </p:to>
                                    </p:set>
                                    <p:animEffect transition="in" filter="fade">
                                      <p:cBhvr>
                                        <p:cTn id="7" dur="800" decel="100000"/>
                                        <p:tgtEl>
                                          <p:spTgt spid="11"/>
                                        </p:tgtEl>
                                      </p:cBhvr>
                                    </p:animEffect>
                                    <p:anim calcmode="lin" valueType="num">
                                      <p:cBhvr>
                                        <p:cTn id="8" dur="800" decel="100000" fill="hold"/>
                                        <p:tgtEl>
                                          <p:spTgt spid="11"/>
                                        </p:tgtEl>
                                        <p:attrNameLst>
                                          <p:attrName>style.rotation</p:attrName>
                                        </p:attrNameLst>
                                      </p:cBhvr>
                                      <p:tavLst>
                                        <p:tav tm="0">
                                          <p:val>
                                            <p:fltVal val="-90"/>
                                          </p:val>
                                        </p:tav>
                                        <p:tav tm="100000">
                                          <p:val>
                                            <p:fltVal val="0"/>
                                          </p:val>
                                        </p:tav>
                                      </p:tavLst>
                                    </p:anim>
                                    <p:anim calcmode="lin" valueType="num">
                                      <p:cBhvr>
                                        <p:cTn id="9" dur="800" decel="100000" fill="hold"/>
                                        <p:tgtEl>
                                          <p:spTgt spid="11"/>
                                        </p:tgtEl>
                                        <p:attrNameLst>
                                          <p:attrName>ppt_x</p:attrName>
                                        </p:attrNameLst>
                                      </p:cBhvr>
                                      <p:tavLst>
                                        <p:tav tm="0">
                                          <p:val>
                                            <p:strVal val="#ppt_x+0.4"/>
                                          </p:val>
                                        </p:tav>
                                        <p:tav tm="100000">
                                          <p:val>
                                            <p:strVal val="#ppt_x-0.05"/>
                                          </p:val>
                                        </p:tav>
                                      </p:tavLst>
                                    </p:anim>
                                    <p:anim calcmode="lin" valueType="num">
                                      <p:cBhvr>
                                        <p:cTn id="10" dur="800" decel="100000" fill="hold"/>
                                        <p:tgtEl>
                                          <p:spTgt spid="11"/>
                                        </p:tgtEl>
                                        <p:attrNameLst>
                                          <p:attrName>ppt_y</p:attrName>
                                        </p:attrNameLst>
                                      </p:cBhvr>
                                      <p:tavLst>
                                        <p:tav tm="0">
                                          <p:val>
                                            <p:strVal val="#ppt_y-0.4"/>
                                          </p:val>
                                        </p:tav>
                                        <p:tav tm="100000">
                                          <p:val>
                                            <p:strVal val="#ppt_y+0.1"/>
                                          </p:val>
                                        </p:tav>
                                      </p:tavLst>
                                    </p:anim>
                                    <p:anim calcmode="lin" valueType="num">
                                      <p:cBhvr>
                                        <p:cTn id="11" dur="200" accel="100000" fill="hold">
                                          <p:stCondLst>
                                            <p:cond delay="800"/>
                                          </p:stCondLst>
                                        </p:cTn>
                                        <p:tgtEl>
                                          <p:spTgt spid="11"/>
                                        </p:tgtEl>
                                        <p:attrNameLst>
                                          <p:attrName>ppt_x</p:attrName>
                                        </p:attrNameLst>
                                      </p:cBhvr>
                                      <p:tavLst>
                                        <p:tav tm="0">
                                          <p:val>
                                            <p:strVal val="#ppt_x-0.05"/>
                                          </p:val>
                                        </p:tav>
                                        <p:tav tm="100000">
                                          <p:val>
                                            <p:strVal val="#ppt_x"/>
                                          </p:val>
                                        </p:tav>
                                      </p:tavLst>
                                    </p:anim>
                                    <p:anim calcmode="lin" valueType="num">
                                      <p:cBhvr>
                                        <p:cTn id="12" dur="200" accel="100000" fill="hold">
                                          <p:stCondLst>
                                            <p:cond delay="800"/>
                                          </p:stCondLst>
                                        </p:cTn>
                                        <p:tgtEl>
                                          <p:spTgt spid="11"/>
                                        </p:tgtEl>
                                        <p:attrNameLst>
                                          <p:attrName>ppt_y</p:attrName>
                                        </p:attrNameLst>
                                      </p:cBhvr>
                                      <p:tavLst>
                                        <p:tav tm="0">
                                          <p:val>
                                            <p:strVal val="#ppt_y+0.1"/>
                                          </p:val>
                                        </p:tav>
                                        <p:tav tm="100000">
                                          <p:val>
                                            <p:strVal val="#ppt_y"/>
                                          </p:val>
                                        </p:tav>
                                      </p:tavLst>
                                    </p:anim>
                                  </p:childTnLst>
                                </p:cTn>
                              </p:par>
                            </p:childTnLst>
                          </p:cTn>
                        </p:par>
                      </p:childTnLst>
                    </p:cTn>
                  </p:par>
                  <p:par>
                    <p:cTn id="13" fill="hold">
                      <p:stCondLst>
                        <p:cond delay="indefinite"/>
                      </p:stCondLst>
                      <p:childTnLst>
                        <p:par>
                          <p:cTn id="14" fill="hold">
                            <p:stCondLst>
                              <p:cond delay="0"/>
                            </p:stCondLst>
                            <p:childTnLst>
                              <p:par>
                                <p:cTn id="15" presetID="15" presetClass="entr" presetSubtype="0" fill="hold" nodeType="clickEffect">
                                  <p:stCondLst>
                                    <p:cond delay="0"/>
                                  </p:stCondLst>
                                  <p:childTnLst>
                                    <p:set>
                                      <p:cBhvr>
                                        <p:cTn id="16" dur="1" fill="hold">
                                          <p:stCondLst>
                                            <p:cond delay="0"/>
                                          </p:stCondLst>
                                        </p:cTn>
                                        <p:tgtEl>
                                          <p:spTgt spid="5"/>
                                        </p:tgtEl>
                                        <p:attrNameLst>
                                          <p:attrName>style.visibility</p:attrName>
                                        </p:attrNameLst>
                                      </p:cBhvr>
                                      <p:to>
                                        <p:strVal val="visible"/>
                                      </p:to>
                                    </p:set>
                                    <p:anim calcmode="lin" valueType="num">
                                      <p:cBhvr>
                                        <p:cTn id="17" dur="1000" fill="hold"/>
                                        <p:tgtEl>
                                          <p:spTgt spid="5"/>
                                        </p:tgtEl>
                                        <p:attrNameLst>
                                          <p:attrName>ppt_w</p:attrName>
                                        </p:attrNameLst>
                                      </p:cBhvr>
                                      <p:tavLst>
                                        <p:tav tm="0">
                                          <p:val>
                                            <p:fltVal val="0"/>
                                          </p:val>
                                        </p:tav>
                                        <p:tav tm="100000">
                                          <p:val>
                                            <p:strVal val="#ppt_w"/>
                                          </p:val>
                                        </p:tav>
                                      </p:tavLst>
                                    </p:anim>
                                    <p:anim calcmode="lin" valueType="num">
                                      <p:cBhvr>
                                        <p:cTn id="18" dur="1000" fill="hold"/>
                                        <p:tgtEl>
                                          <p:spTgt spid="5"/>
                                        </p:tgtEl>
                                        <p:attrNameLst>
                                          <p:attrName>ppt_h</p:attrName>
                                        </p:attrNameLst>
                                      </p:cBhvr>
                                      <p:tavLst>
                                        <p:tav tm="0">
                                          <p:val>
                                            <p:fltVal val="0"/>
                                          </p:val>
                                        </p:tav>
                                        <p:tav tm="100000">
                                          <p:val>
                                            <p:strVal val="#ppt_h"/>
                                          </p:val>
                                        </p:tav>
                                      </p:tavLst>
                                    </p:anim>
                                    <p:anim calcmode="lin" valueType="num">
                                      <p:cBhvr>
                                        <p:cTn id="19" dur="1000" fill="hold"/>
                                        <p:tgtEl>
                                          <p:spTgt spid="5"/>
                                        </p:tgtEl>
                                        <p:attrNameLst>
                                          <p:attrName>ppt_x</p:attrName>
                                        </p:attrNameLst>
                                      </p:cBhvr>
                                      <p:tavLst>
                                        <p:tav tm="0" fmla="#ppt_x+(cos(-2*pi*(1-$))*-#ppt_x-sin(-2*pi*(1-$))*(1-#ppt_y))*(1-$)">
                                          <p:val>
                                            <p:fltVal val="0"/>
                                          </p:val>
                                        </p:tav>
                                        <p:tav tm="100000">
                                          <p:val>
                                            <p:fltVal val="1"/>
                                          </p:val>
                                        </p:tav>
                                      </p:tavLst>
                                    </p:anim>
                                    <p:anim calcmode="lin" valueType="num">
                                      <p:cBhvr>
                                        <p:cTn id="20" dur="1000" fill="hold"/>
                                        <p:tgtEl>
                                          <p:spTgt spid="5"/>
                                        </p:tgtEl>
                                        <p:attrNameLst>
                                          <p:attrName>ppt_y</p:attrName>
                                        </p:attrNameLst>
                                      </p:cBhvr>
                                      <p:tavLst>
                                        <p:tav tm="0" fmla="#ppt_y+(sin(-2*pi*(1-$))*-#ppt_x+cos(-2*pi*(1-$))*(1-#ppt_y))*(1-$)">
                                          <p:val>
                                            <p:fltVal val="0"/>
                                          </p:val>
                                        </p:tav>
                                        <p:tav tm="100000">
                                          <p:val>
                                            <p:fltVal val="1"/>
                                          </p:val>
                                        </p:tav>
                                      </p:tavLst>
                                    </p:anim>
                                  </p:childTnLst>
                                </p:cTn>
                              </p:par>
                            </p:childTnLst>
                          </p:cTn>
                        </p:par>
                      </p:childTnLst>
                    </p:cTn>
                  </p:par>
                  <p:par>
                    <p:cTn id="21" fill="hold">
                      <p:stCondLst>
                        <p:cond delay="indefinite"/>
                      </p:stCondLst>
                      <p:childTnLst>
                        <p:par>
                          <p:cTn id="22" fill="hold">
                            <p:stCondLst>
                              <p:cond delay="0"/>
                            </p:stCondLst>
                            <p:childTnLst>
                              <p:par>
                                <p:cTn id="23" presetID="53" presetClass="entr" presetSubtype="16" fill="hold" nodeType="clickEffect">
                                  <p:stCondLst>
                                    <p:cond delay="0"/>
                                  </p:stCondLst>
                                  <p:childTnLst>
                                    <p:set>
                                      <p:cBhvr>
                                        <p:cTn id="24" dur="1" fill="hold">
                                          <p:stCondLst>
                                            <p:cond delay="0"/>
                                          </p:stCondLst>
                                        </p:cTn>
                                        <p:tgtEl>
                                          <p:spTgt spid="10"/>
                                        </p:tgtEl>
                                        <p:attrNameLst>
                                          <p:attrName>style.visibility</p:attrName>
                                        </p:attrNameLst>
                                      </p:cBhvr>
                                      <p:to>
                                        <p:strVal val="visible"/>
                                      </p:to>
                                    </p:set>
                                    <p:anim calcmode="lin" valueType="num">
                                      <p:cBhvr>
                                        <p:cTn id="25" dur="500" fill="hold"/>
                                        <p:tgtEl>
                                          <p:spTgt spid="10"/>
                                        </p:tgtEl>
                                        <p:attrNameLst>
                                          <p:attrName>ppt_w</p:attrName>
                                        </p:attrNameLst>
                                      </p:cBhvr>
                                      <p:tavLst>
                                        <p:tav tm="0">
                                          <p:val>
                                            <p:fltVal val="0"/>
                                          </p:val>
                                        </p:tav>
                                        <p:tav tm="100000">
                                          <p:val>
                                            <p:strVal val="#ppt_w"/>
                                          </p:val>
                                        </p:tav>
                                      </p:tavLst>
                                    </p:anim>
                                    <p:anim calcmode="lin" valueType="num">
                                      <p:cBhvr>
                                        <p:cTn id="26" dur="500" fill="hold"/>
                                        <p:tgtEl>
                                          <p:spTgt spid="10"/>
                                        </p:tgtEl>
                                        <p:attrNameLst>
                                          <p:attrName>ppt_h</p:attrName>
                                        </p:attrNameLst>
                                      </p:cBhvr>
                                      <p:tavLst>
                                        <p:tav tm="0">
                                          <p:val>
                                            <p:fltVal val="0"/>
                                          </p:val>
                                        </p:tav>
                                        <p:tav tm="100000">
                                          <p:val>
                                            <p:strVal val="#ppt_h"/>
                                          </p:val>
                                        </p:tav>
                                      </p:tavLst>
                                    </p:anim>
                                    <p:animEffect transition="in" filter="fade">
                                      <p:cBhvr>
                                        <p:cTn id="27" dur="500"/>
                                        <p:tgtEl>
                                          <p:spTgt spid="10"/>
                                        </p:tgtEl>
                                      </p:cBhvr>
                                    </p:animEffect>
                                  </p:childTnLst>
                                </p:cTn>
                              </p:par>
                            </p:childTnLst>
                          </p:cTn>
                        </p:par>
                      </p:childTnLst>
                    </p:cTn>
                  </p:par>
                  <p:par>
                    <p:cTn id="28" fill="hold">
                      <p:stCondLst>
                        <p:cond delay="indefinite"/>
                      </p:stCondLst>
                      <p:childTnLst>
                        <p:par>
                          <p:cTn id="29" fill="hold">
                            <p:stCondLst>
                              <p:cond delay="0"/>
                            </p:stCondLst>
                            <p:childTnLst>
                              <p:par>
                                <p:cTn id="30" presetID="53" presetClass="entr" presetSubtype="16" fill="hold" nodeType="clickEffect">
                                  <p:stCondLst>
                                    <p:cond delay="0"/>
                                  </p:stCondLst>
                                  <p:childTnLst>
                                    <p:set>
                                      <p:cBhvr>
                                        <p:cTn id="31" dur="1" fill="hold">
                                          <p:stCondLst>
                                            <p:cond delay="0"/>
                                          </p:stCondLst>
                                        </p:cTn>
                                        <p:tgtEl>
                                          <p:spTgt spid="63"/>
                                        </p:tgtEl>
                                        <p:attrNameLst>
                                          <p:attrName>style.visibility</p:attrName>
                                        </p:attrNameLst>
                                      </p:cBhvr>
                                      <p:to>
                                        <p:strVal val="visible"/>
                                      </p:to>
                                    </p:set>
                                    <p:anim calcmode="lin" valueType="num">
                                      <p:cBhvr>
                                        <p:cTn id="32" dur="500" fill="hold"/>
                                        <p:tgtEl>
                                          <p:spTgt spid="63"/>
                                        </p:tgtEl>
                                        <p:attrNameLst>
                                          <p:attrName>ppt_w</p:attrName>
                                        </p:attrNameLst>
                                      </p:cBhvr>
                                      <p:tavLst>
                                        <p:tav tm="0">
                                          <p:val>
                                            <p:fltVal val="0"/>
                                          </p:val>
                                        </p:tav>
                                        <p:tav tm="100000">
                                          <p:val>
                                            <p:strVal val="#ppt_w"/>
                                          </p:val>
                                        </p:tav>
                                      </p:tavLst>
                                    </p:anim>
                                    <p:anim calcmode="lin" valueType="num">
                                      <p:cBhvr>
                                        <p:cTn id="33" dur="500" fill="hold"/>
                                        <p:tgtEl>
                                          <p:spTgt spid="63"/>
                                        </p:tgtEl>
                                        <p:attrNameLst>
                                          <p:attrName>ppt_h</p:attrName>
                                        </p:attrNameLst>
                                      </p:cBhvr>
                                      <p:tavLst>
                                        <p:tav tm="0">
                                          <p:val>
                                            <p:fltVal val="0"/>
                                          </p:val>
                                        </p:tav>
                                        <p:tav tm="100000">
                                          <p:val>
                                            <p:strVal val="#ppt_h"/>
                                          </p:val>
                                        </p:tav>
                                      </p:tavLst>
                                    </p:anim>
                                    <p:animEffect transition="in" filter="fade">
                                      <p:cBhvr>
                                        <p:cTn id="34" dur="500"/>
                                        <p:tgtEl>
                                          <p:spTgt spid="63"/>
                                        </p:tgtEl>
                                      </p:cBhvr>
                                    </p:animEffect>
                                  </p:childTnLst>
                                </p:cTn>
                              </p:par>
                            </p:childTnLst>
                          </p:cTn>
                        </p:par>
                      </p:childTnLst>
                    </p:cTn>
                  </p:par>
                  <p:par>
                    <p:cTn id="35" fill="hold">
                      <p:stCondLst>
                        <p:cond delay="indefinite"/>
                      </p:stCondLst>
                      <p:childTnLst>
                        <p:par>
                          <p:cTn id="36" fill="hold">
                            <p:stCondLst>
                              <p:cond delay="0"/>
                            </p:stCondLst>
                            <p:childTnLst>
                              <p:par>
                                <p:cTn id="37" presetID="12" presetClass="entr" presetSubtype="4" fill="hold" grpId="0" nodeType="clickEffect">
                                  <p:stCondLst>
                                    <p:cond delay="0"/>
                                  </p:stCondLst>
                                  <p:childTnLst>
                                    <p:set>
                                      <p:cBhvr>
                                        <p:cTn id="38" dur="1" fill="hold">
                                          <p:stCondLst>
                                            <p:cond delay="0"/>
                                          </p:stCondLst>
                                        </p:cTn>
                                        <p:tgtEl>
                                          <p:spTgt spid="12"/>
                                        </p:tgtEl>
                                        <p:attrNameLst>
                                          <p:attrName>style.visibility</p:attrName>
                                        </p:attrNameLst>
                                      </p:cBhvr>
                                      <p:to>
                                        <p:strVal val="visible"/>
                                      </p:to>
                                    </p:set>
                                    <p:anim calcmode="lin" valueType="num">
                                      <p:cBhvr additive="base">
                                        <p:cTn id="39" dur="500"/>
                                        <p:tgtEl>
                                          <p:spTgt spid="12"/>
                                        </p:tgtEl>
                                        <p:attrNameLst>
                                          <p:attrName>ppt_y</p:attrName>
                                        </p:attrNameLst>
                                      </p:cBhvr>
                                      <p:tavLst>
                                        <p:tav tm="0">
                                          <p:val>
                                            <p:strVal val="#ppt_y+#ppt_h*1.125000"/>
                                          </p:val>
                                        </p:tav>
                                        <p:tav tm="100000">
                                          <p:val>
                                            <p:strVal val="#ppt_y"/>
                                          </p:val>
                                        </p:tav>
                                      </p:tavLst>
                                    </p:anim>
                                    <p:animEffect transition="in" filter="wipe(up)">
                                      <p:cBhvr>
                                        <p:cTn id="40" dur="500"/>
                                        <p:tgtEl>
                                          <p:spTgt spid="12"/>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1" grpId="0"/>
      <p:bldP spid="12" grpId="0" animBg="1"/>
    </p:bldLst>
  </p:timing>
</p:sld>
</file>

<file path=ppt/slides/slide48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63" name="组合 62">
            <a:extLst>
              <a:ext uri="{FF2B5EF4-FFF2-40B4-BE49-F238E27FC236}">
                <a16:creationId xmlns:a16="http://schemas.microsoft.com/office/drawing/2014/main" id="{03F57396-5C97-4514-8889-855D168223B6}"/>
              </a:ext>
            </a:extLst>
          </p:cNvPr>
          <p:cNvGrpSpPr/>
          <p:nvPr/>
        </p:nvGrpSpPr>
        <p:grpSpPr>
          <a:xfrm>
            <a:off x="9208649" y="2724150"/>
            <a:ext cx="865823" cy="3041650"/>
            <a:chOff x="2135370" y="2724150"/>
            <a:chExt cx="865823" cy="3041650"/>
          </a:xfrm>
        </p:grpSpPr>
        <p:sp>
          <p:nvSpPr>
            <p:cNvPr id="67" name="矩形: 圆角 66">
              <a:extLst>
                <a:ext uri="{FF2B5EF4-FFF2-40B4-BE49-F238E27FC236}">
                  <a16:creationId xmlns:a16="http://schemas.microsoft.com/office/drawing/2014/main" id="{1018795D-BFF7-4E0F-BD81-D06491322307}"/>
                </a:ext>
              </a:extLst>
            </p:cNvPr>
            <p:cNvSpPr/>
            <p:nvPr/>
          </p:nvSpPr>
          <p:spPr>
            <a:xfrm>
              <a:off x="2146299" y="2724150"/>
              <a:ext cx="844551" cy="3041650"/>
            </a:xfrm>
            <a:prstGeom prst="roundRect">
              <a:avLst/>
            </a:prstGeom>
          </p:spPr>
          <p:style>
            <a:lnRef idx="2">
              <a:schemeClr val="accent5">
                <a:shade val="50000"/>
              </a:schemeClr>
            </a:lnRef>
            <a:fillRef idx="1">
              <a:schemeClr val="accent5"/>
            </a:fillRef>
            <a:effectRef idx="0">
              <a:schemeClr val="accent5"/>
            </a:effectRef>
            <a:fontRef idx="minor">
              <a:schemeClr val="lt1"/>
            </a:fontRef>
          </p:style>
          <p:txBody>
            <a:bodyPr rtlCol="0" anchor="ctr"/>
            <a:lstStyle/>
            <a:p>
              <a:pPr algn="ctr"/>
              <a:endParaRPr lang="zh-CN" altLang="en-US"/>
            </a:p>
          </p:txBody>
        </p:sp>
        <p:sp>
          <p:nvSpPr>
            <p:cNvPr id="68" name="íşlïḍè">
              <a:extLst>
                <a:ext uri="{FF2B5EF4-FFF2-40B4-BE49-F238E27FC236}">
                  <a16:creationId xmlns:a16="http://schemas.microsoft.com/office/drawing/2014/main" id="{1718D427-6351-45D3-90F9-0D412C05107C}"/>
                </a:ext>
              </a:extLst>
            </p:cNvPr>
            <p:cNvSpPr txBox="1"/>
            <p:nvPr/>
          </p:nvSpPr>
          <p:spPr>
            <a:xfrm>
              <a:off x="2135370" y="2761413"/>
              <a:ext cx="865823" cy="400110"/>
            </a:xfrm>
            <a:prstGeom prst="rect">
              <a:avLst/>
            </a:prstGeom>
            <a:noFill/>
          </p:spPr>
          <p:txBody>
            <a:bodyPr wrap="square" lIns="91440" tIns="45720" rIns="91440" bIns="45720" anchor="ctr">
              <a:noAutofit/>
            </a:bodyPr>
            <a:lstStyle/>
            <a:p>
              <a:pPr algn="ctr"/>
              <a:r>
                <a:rPr lang="en-US" altLang="zh-CN" b="1" dirty="0">
                  <a:solidFill>
                    <a:schemeClr val="bg1"/>
                  </a:solidFill>
                  <a:latin typeface="Arial Narrow" panose="020B0606020202030204" pitchFamily="34" charset="0"/>
                </a:rPr>
                <a:t>VLAN3</a:t>
              </a:r>
              <a:endParaRPr lang="zh-CN" altLang="en-US" b="1" dirty="0">
                <a:solidFill>
                  <a:schemeClr val="bg1"/>
                </a:solidFill>
                <a:latin typeface="Arial Narrow" panose="020B0606020202030204" pitchFamily="34" charset="0"/>
              </a:endParaRPr>
            </a:p>
          </p:txBody>
        </p:sp>
      </p:grpSp>
      <p:grpSp>
        <p:nvGrpSpPr>
          <p:cNvPr id="10" name="组合 9">
            <a:extLst>
              <a:ext uri="{FF2B5EF4-FFF2-40B4-BE49-F238E27FC236}">
                <a16:creationId xmlns:a16="http://schemas.microsoft.com/office/drawing/2014/main" id="{F8D767E8-38BB-4372-B88B-2EA238FAC431}"/>
              </a:ext>
            </a:extLst>
          </p:cNvPr>
          <p:cNvGrpSpPr/>
          <p:nvPr/>
        </p:nvGrpSpPr>
        <p:grpSpPr>
          <a:xfrm>
            <a:off x="2135370" y="2724150"/>
            <a:ext cx="865823" cy="3041650"/>
            <a:chOff x="2135370" y="2724150"/>
            <a:chExt cx="865823" cy="3041650"/>
          </a:xfrm>
        </p:grpSpPr>
        <p:sp>
          <p:nvSpPr>
            <p:cNvPr id="8" name="矩形: 圆角 7">
              <a:extLst>
                <a:ext uri="{FF2B5EF4-FFF2-40B4-BE49-F238E27FC236}">
                  <a16:creationId xmlns:a16="http://schemas.microsoft.com/office/drawing/2014/main" id="{EAAC964B-B5C7-4352-B8EA-30B4C68FB5BE}"/>
                </a:ext>
              </a:extLst>
            </p:cNvPr>
            <p:cNvSpPr/>
            <p:nvPr/>
          </p:nvSpPr>
          <p:spPr>
            <a:xfrm>
              <a:off x="2146299" y="2724150"/>
              <a:ext cx="844551" cy="3041650"/>
            </a:xfrm>
            <a:prstGeom prst="roundRect">
              <a:avLst/>
            </a:prstGeom>
            <a:solidFill>
              <a:schemeClr val="accent6"/>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61" name="íşlïḍè">
              <a:extLst>
                <a:ext uri="{FF2B5EF4-FFF2-40B4-BE49-F238E27FC236}">
                  <a16:creationId xmlns:a16="http://schemas.microsoft.com/office/drawing/2014/main" id="{89CA5AB4-FFCA-4A10-ADE8-A57272C5E251}"/>
                </a:ext>
              </a:extLst>
            </p:cNvPr>
            <p:cNvSpPr txBox="1"/>
            <p:nvPr/>
          </p:nvSpPr>
          <p:spPr>
            <a:xfrm>
              <a:off x="2135370" y="2761413"/>
              <a:ext cx="865823" cy="400110"/>
            </a:xfrm>
            <a:prstGeom prst="rect">
              <a:avLst/>
            </a:prstGeom>
            <a:noFill/>
          </p:spPr>
          <p:txBody>
            <a:bodyPr wrap="square" lIns="91440" tIns="45720" rIns="91440" bIns="45720" anchor="ctr">
              <a:noAutofit/>
            </a:bodyPr>
            <a:lstStyle/>
            <a:p>
              <a:pPr algn="ctr"/>
              <a:r>
                <a:rPr lang="en-US" altLang="zh-CN" b="1" dirty="0">
                  <a:solidFill>
                    <a:schemeClr val="bg1"/>
                  </a:solidFill>
                  <a:latin typeface="Arial Narrow" panose="020B0606020202030204" pitchFamily="34" charset="0"/>
                </a:rPr>
                <a:t>VLAN2</a:t>
              </a:r>
              <a:endParaRPr lang="zh-CN" altLang="en-US" b="1" dirty="0">
                <a:solidFill>
                  <a:schemeClr val="bg1"/>
                </a:solidFill>
                <a:latin typeface="Arial Narrow" panose="020B0606020202030204" pitchFamily="34" charset="0"/>
              </a:endParaRPr>
            </a:p>
          </p:txBody>
        </p:sp>
      </p:grpSp>
      <p:grpSp>
        <p:nvGrpSpPr>
          <p:cNvPr id="4" name="组合 3">
            <a:extLst>
              <a:ext uri="{FF2B5EF4-FFF2-40B4-BE49-F238E27FC236}">
                <a16:creationId xmlns:a16="http://schemas.microsoft.com/office/drawing/2014/main" id="{9A1EA9F2-FCB6-48C3-935F-7AE7E3AD14AC}"/>
              </a:ext>
            </a:extLst>
          </p:cNvPr>
          <p:cNvGrpSpPr/>
          <p:nvPr/>
        </p:nvGrpSpPr>
        <p:grpSpPr>
          <a:xfrm>
            <a:off x="304800" y="749300"/>
            <a:ext cx="4938199" cy="400110"/>
            <a:chOff x="424117" y="898245"/>
            <a:chExt cx="4938199" cy="400110"/>
          </a:xfrm>
        </p:grpSpPr>
        <p:sp>
          <p:nvSpPr>
            <p:cNvPr id="2" name="平行四边形 1">
              <a:extLst>
                <a:ext uri="{FF2B5EF4-FFF2-40B4-BE49-F238E27FC236}">
                  <a16:creationId xmlns:a16="http://schemas.microsoft.com/office/drawing/2014/main" id="{1F5BAA3F-9845-4F89-A2DD-8222D3E4EDAC}"/>
                </a:ext>
              </a:extLst>
            </p:cNvPr>
            <p:cNvSpPr/>
            <p:nvPr/>
          </p:nvSpPr>
          <p:spPr>
            <a:xfrm>
              <a:off x="424117" y="898245"/>
              <a:ext cx="628306" cy="387090"/>
            </a:xfrm>
            <a:prstGeom prst="parallelogram">
              <a:avLst/>
            </a:prstGeom>
            <a:solidFill>
              <a:schemeClr val="accent3">
                <a:lumMod val="75000"/>
              </a:schemeClr>
            </a:solidFill>
            <a:ln>
              <a:solidFill>
                <a:schemeClr val="accent3">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CN" sz="2200" dirty="0">
                  <a:latin typeface="Impact" panose="020B0806030902050204" pitchFamily="34" charset="0"/>
                </a:rPr>
                <a:t>01</a:t>
              </a:r>
              <a:endParaRPr lang="zh-CN" altLang="en-US" sz="2200" dirty="0">
                <a:latin typeface="Impact" panose="020B0806030902050204" pitchFamily="34" charset="0"/>
              </a:endParaRPr>
            </a:p>
          </p:txBody>
        </p:sp>
        <p:sp>
          <p:nvSpPr>
            <p:cNvPr id="3" name="文本框 2">
              <a:extLst>
                <a:ext uri="{FF2B5EF4-FFF2-40B4-BE49-F238E27FC236}">
                  <a16:creationId xmlns:a16="http://schemas.microsoft.com/office/drawing/2014/main" id="{4D6BD736-A4D3-4F26-AFED-36E11F50F70B}"/>
                </a:ext>
              </a:extLst>
            </p:cNvPr>
            <p:cNvSpPr txBox="1"/>
            <p:nvPr/>
          </p:nvSpPr>
          <p:spPr>
            <a:xfrm>
              <a:off x="1052423" y="898245"/>
              <a:ext cx="4309893" cy="400110"/>
            </a:xfrm>
            <a:prstGeom prst="rect">
              <a:avLst/>
            </a:prstGeom>
            <a:noFill/>
          </p:spPr>
          <p:txBody>
            <a:bodyPr wrap="square" rtlCol="0">
              <a:spAutoFit/>
            </a:bodyPr>
            <a:lstStyle/>
            <a:p>
              <a:r>
                <a:rPr lang="zh-CN" altLang="en-US" sz="2000" b="1" dirty="0">
                  <a:solidFill>
                    <a:schemeClr val="tx1"/>
                  </a:solidFill>
                  <a:latin typeface="Arial Narrow" panose="020B0606020202030204" pitchFamily="34" charset="0"/>
                </a:rPr>
                <a:t>虚拟局域网</a:t>
              </a:r>
              <a:r>
                <a:rPr lang="en-US" altLang="zh-CN" sz="2000" b="1" dirty="0">
                  <a:solidFill>
                    <a:schemeClr val="tx1"/>
                  </a:solidFill>
                  <a:latin typeface="Arial Narrow" panose="020B0606020202030204" pitchFamily="34" charset="0"/>
                </a:rPr>
                <a:t>VLAN</a:t>
              </a:r>
              <a:r>
                <a:rPr lang="zh-CN" altLang="en-US" sz="2000" b="1" dirty="0">
                  <a:solidFill>
                    <a:schemeClr val="tx1"/>
                  </a:solidFill>
                  <a:latin typeface="Arial Narrow" panose="020B0606020202030204" pitchFamily="34" charset="0"/>
                </a:rPr>
                <a:t>的</a:t>
              </a:r>
              <a:r>
                <a:rPr lang="zh-CN" altLang="en-US" sz="2000" b="1" dirty="0">
                  <a:latin typeface="Arial Narrow" panose="020B0606020202030204" pitchFamily="34" charset="0"/>
                </a:rPr>
                <a:t>实现机制</a:t>
              </a:r>
              <a:endParaRPr lang="en-US" altLang="zh-CN" sz="2000" b="1" dirty="0">
                <a:solidFill>
                  <a:schemeClr val="tx1"/>
                </a:solidFill>
                <a:latin typeface="Arial Narrow" panose="020B0606020202030204" pitchFamily="34" charset="0"/>
              </a:endParaRPr>
            </a:p>
          </p:txBody>
        </p:sp>
      </p:grpSp>
      <p:sp>
        <p:nvSpPr>
          <p:cNvPr id="9" name="文本框 8">
            <a:extLst>
              <a:ext uri="{FF2B5EF4-FFF2-40B4-BE49-F238E27FC236}">
                <a16:creationId xmlns:a16="http://schemas.microsoft.com/office/drawing/2014/main" id="{7E01F55D-5303-4639-8DD9-B3123C1AE516}"/>
              </a:ext>
            </a:extLst>
          </p:cNvPr>
          <p:cNvSpPr txBox="1"/>
          <p:nvPr/>
        </p:nvSpPr>
        <p:spPr>
          <a:xfrm>
            <a:off x="4141958" y="742690"/>
            <a:ext cx="4443242" cy="400110"/>
          </a:xfrm>
          <a:prstGeom prst="rect">
            <a:avLst/>
          </a:prstGeom>
          <a:noFill/>
        </p:spPr>
        <p:txBody>
          <a:bodyPr wrap="square" rtlCol="0">
            <a:spAutoFit/>
          </a:bodyPr>
          <a:lstStyle/>
          <a:p>
            <a:r>
              <a:rPr lang="en-US" altLang="zh-CN" sz="2000" b="1" dirty="0">
                <a:solidFill>
                  <a:schemeClr val="accent3">
                    <a:lumMod val="75000"/>
                  </a:schemeClr>
                </a:solidFill>
                <a:latin typeface="Arial Narrow" panose="020B0606020202030204" pitchFamily="34" charset="0"/>
              </a:rPr>
              <a:t>——  </a:t>
            </a:r>
            <a:r>
              <a:rPr lang="zh-CN" altLang="en-US" sz="2000" b="1" dirty="0">
                <a:solidFill>
                  <a:schemeClr val="accent3">
                    <a:lumMod val="75000"/>
                  </a:schemeClr>
                </a:solidFill>
                <a:latin typeface="Arial Narrow" panose="020B0606020202030204" pitchFamily="34" charset="0"/>
              </a:rPr>
              <a:t>以太网交换机的接口类型</a:t>
            </a:r>
            <a:endParaRPr lang="en-US" altLang="zh-CN" sz="2000" b="1" dirty="0">
              <a:solidFill>
                <a:schemeClr val="accent3">
                  <a:lumMod val="75000"/>
                </a:schemeClr>
              </a:solidFill>
              <a:latin typeface="Arial Narrow" panose="020B0606020202030204" pitchFamily="34" charset="0"/>
            </a:endParaRPr>
          </a:p>
        </p:txBody>
      </p:sp>
      <p:sp>
        <p:nvSpPr>
          <p:cNvPr id="11" name="íşlïḍè">
            <a:extLst>
              <a:ext uri="{FF2B5EF4-FFF2-40B4-BE49-F238E27FC236}">
                <a16:creationId xmlns:a16="http://schemas.microsoft.com/office/drawing/2014/main" id="{7AA3015A-52E8-4E4D-820F-06063E0CA2B4}"/>
              </a:ext>
            </a:extLst>
          </p:cNvPr>
          <p:cNvSpPr txBox="1"/>
          <p:nvPr/>
        </p:nvSpPr>
        <p:spPr>
          <a:xfrm>
            <a:off x="839330" y="1236602"/>
            <a:ext cx="10513339" cy="400110"/>
          </a:xfrm>
          <a:prstGeom prst="rect">
            <a:avLst/>
          </a:prstGeom>
          <a:noFill/>
        </p:spPr>
        <p:txBody>
          <a:bodyPr wrap="square" lIns="91440" tIns="45720" rIns="91440" bIns="45720" anchor="ctr">
            <a:noAutofit/>
          </a:bodyPr>
          <a:lstStyle/>
          <a:p>
            <a:r>
              <a:rPr lang="en-US" altLang="zh-CN" b="1" dirty="0">
                <a:latin typeface="Arial Narrow" panose="020B0606020202030204" pitchFamily="34" charset="0"/>
              </a:rPr>
              <a:t>【</a:t>
            </a:r>
            <a:r>
              <a:rPr lang="zh-CN" altLang="en-US" b="1" dirty="0">
                <a:latin typeface="Arial Narrow" panose="020B0606020202030204" pitchFamily="34" charset="0"/>
              </a:rPr>
              <a:t>例</a:t>
            </a:r>
            <a:r>
              <a:rPr lang="en-US" altLang="zh-CN" b="1" dirty="0">
                <a:latin typeface="Arial Narrow" panose="020B0606020202030204" pitchFamily="34" charset="0"/>
              </a:rPr>
              <a:t>2】</a:t>
            </a:r>
            <a:r>
              <a:rPr lang="zh-CN" altLang="en-US" b="1" dirty="0">
                <a:latin typeface="Arial Narrow" panose="020B0606020202030204" pitchFamily="34" charset="0"/>
              </a:rPr>
              <a:t>在一个交换机上划分两个不同</a:t>
            </a:r>
            <a:r>
              <a:rPr lang="en-US" altLang="zh-CN" b="1" dirty="0">
                <a:latin typeface="Arial Narrow" panose="020B0606020202030204" pitchFamily="34" charset="0"/>
              </a:rPr>
              <a:t>VLAN</a:t>
            </a:r>
            <a:r>
              <a:rPr lang="zh-CN" altLang="en-US" b="1" dirty="0">
                <a:latin typeface="Arial Narrow" panose="020B0606020202030204" pitchFamily="34" charset="0"/>
              </a:rPr>
              <a:t>的情况。</a:t>
            </a:r>
          </a:p>
        </p:txBody>
      </p:sp>
      <p:sp>
        <p:nvSpPr>
          <p:cNvPr id="20" name="矩形 19">
            <a:extLst>
              <a:ext uri="{FF2B5EF4-FFF2-40B4-BE49-F238E27FC236}">
                <a16:creationId xmlns:a16="http://schemas.microsoft.com/office/drawing/2014/main" id="{B7E1855B-BB0E-4F7F-86D0-BB02329A21F2}"/>
              </a:ext>
            </a:extLst>
          </p:cNvPr>
          <p:cNvSpPr/>
          <p:nvPr/>
        </p:nvSpPr>
        <p:spPr>
          <a:xfrm>
            <a:off x="4448173" y="4062426"/>
            <a:ext cx="1050925" cy="331788"/>
          </a:xfrm>
          <a:prstGeom prst="rect">
            <a:avLst/>
          </a:prstGeom>
          <a:solidFill>
            <a:schemeClr val="accent4"/>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CN" sz="2000" b="1" dirty="0">
                <a:solidFill>
                  <a:schemeClr val="bg1"/>
                </a:solidFill>
                <a:latin typeface="Arial Narrow" panose="020B0606020202030204" pitchFamily="34" charset="0"/>
              </a:rPr>
              <a:t>Access</a:t>
            </a:r>
            <a:endParaRPr lang="zh-CN" altLang="en-US" sz="2000" b="1" dirty="0">
              <a:solidFill>
                <a:schemeClr val="bg1"/>
              </a:solidFill>
              <a:latin typeface="Arial Narrow" panose="020B0606020202030204" pitchFamily="34" charset="0"/>
            </a:endParaRPr>
          </a:p>
        </p:txBody>
      </p:sp>
      <p:sp>
        <p:nvSpPr>
          <p:cNvPr id="24" name="矩形 23">
            <a:extLst>
              <a:ext uri="{FF2B5EF4-FFF2-40B4-BE49-F238E27FC236}">
                <a16:creationId xmlns:a16="http://schemas.microsoft.com/office/drawing/2014/main" id="{A4E7391A-1751-4FC1-8717-F49F032890FD}"/>
              </a:ext>
            </a:extLst>
          </p:cNvPr>
          <p:cNvSpPr/>
          <p:nvPr/>
        </p:nvSpPr>
        <p:spPr>
          <a:xfrm>
            <a:off x="4448174" y="5665003"/>
            <a:ext cx="1050925" cy="331788"/>
          </a:xfrm>
          <a:prstGeom prst="rect">
            <a:avLst/>
          </a:prstGeom>
          <a:solidFill>
            <a:schemeClr val="accent4"/>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CN" sz="2000" b="1" dirty="0">
                <a:solidFill>
                  <a:schemeClr val="bg1"/>
                </a:solidFill>
                <a:latin typeface="Arial Narrow" panose="020B0606020202030204" pitchFamily="34" charset="0"/>
              </a:rPr>
              <a:t>Access</a:t>
            </a:r>
            <a:endParaRPr lang="zh-CN" altLang="en-US" sz="2000" b="1" dirty="0">
              <a:solidFill>
                <a:schemeClr val="bg1"/>
              </a:solidFill>
              <a:latin typeface="Arial Narrow" panose="020B0606020202030204" pitchFamily="34" charset="0"/>
            </a:endParaRPr>
          </a:p>
        </p:txBody>
      </p:sp>
      <p:sp>
        <p:nvSpPr>
          <p:cNvPr id="28" name="矩形 27">
            <a:extLst>
              <a:ext uri="{FF2B5EF4-FFF2-40B4-BE49-F238E27FC236}">
                <a16:creationId xmlns:a16="http://schemas.microsoft.com/office/drawing/2014/main" id="{470F44F1-DD3E-42C3-B3F3-DF5C2565B8F7}"/>
              </a:ext>
            </a:extLst>
          </p:cNvPr>
          <p:cNvSpPr/>
          <p:nvPr/>
        </p:nvSpPr>
        <p:spPr>
          <a:xfrm>
            <a:off x="6699250" y="4062426"/>
            <a:ext cx="1050925" cy="331788"/>
          </a:xfrm>
          <a:prstGeom prst="rect">
            <a:avLst/>
          </a:prstGeom>
          <a:solidFill>
            <a:schemeClr val="accent4"/>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CN" sz="2000" b="1" dirty="0">
                <a:solidFill>
                  <a:schemeClr val="bg1"/>
                </a:solidFill>
                <a:latin typeface="Arial Narrow" panose="020B0606020202030204" pitchFamily="34" charset="0"/>
              </a:rPr>
              <a:t>Access</a:t>
            </a:r>
            <a:endParaRPr lang="zh-CN" altLang="en-US" sz="2000" b="1" dirty="0">
              <a:solidFill>
                <a:schemeClr val="bg1"/>
              </a:solidFill>
              <a:latin typeface="Arial Narrow" panose="020B0606020202030204" pitchFamily="34" charset="0"/>
            </a:endParaRPr>
          </a:p>
        </p:txBody>
      </p:sp>
      <p:sp>
        <p:nvSpPr>
          <p:cNvPr id="32" name="矩形 31">
            <a:extLst>
              <a:ext uri="{FF2B5EF4-FFF2-40B4-BE49-F238E27FC236}">
                <a16:creationId xmlns:a16="http://schemas.microsoft.com/office/drawing/2014/main" id="{CB471B25-1E07-49B5-8232-C4D460EEECA0}"/>
              </a:ext>
            </a:extLst>
          </p:cNvPr>
          <p:cNvSpPr/>
          <p:nvPr/>
        </p:nvSpPr>
        <p:spPr>
          <a:xfrm>
            <a:off x="6699251" y="5665003"/>
            <a:ext cx="1050925" cy="331788"/>
          </a:xfrm>
          <a:prstGeom prst="rect">
            <a:avLst/>
          </a:prstGeom>
          <a:solidFill>
            <a:schemeClr val="accent4"/>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CN" sz="2000" b="1" dirty="0">
                <a:solidFill>
                  <a:schemeClr val="bg1"/>
                </a:solidFill>
                <a:latin typeface="Arial Narrow" panose="020B0606020202030204" pitchFamily="34" charset="0"/>
              </a:rPr>
              <a:t>Access</a:t>
            </a:r>
            <a:endParaRPr lang="zh-CN" altLang="en-US" sz="2000" b="1" dirty="0">
              <a:solidFill>
                <a:schemeClr val="bg1"/>
              </a:solidFill>
              <a:latin typeface="Arial Narrow" panose="020B0606020202030204" pitchFamily="34" charset="0"/>
            </a:endParaRPr>
          </a:p>
        </p:txBody>
      </p:sp>
      <p:sp>
        <p:nvSpPr>
          <p:cNvPr id="18" name="矩形 17">
            <a:extLst>
              <a:ext uri="{FF2B5EF4-FFF2-40B4-BE49-F238E27FC236}">
                <a16:creationId xmlns:a16="http://schemas.microsoft.com/office/drawing/2014/main" id="{9FF17DC4-7312-49F3-82F1-6543D08F7A97}"/>
              </a:ext>
            </a:extLst>
          </p:cNvPr>
          <p:cNvSpPr/>
          <p:nvPr/>
        </p:nvSpPr>
        <p:spPr>
          <a:xfrm>
            <a:off x="4448173" y="3398850"/>
            <a:ext cx="1050925" cy="331788"/>
          </a:xfrm>
          <a:prstGeom prst="rect">
            <a:avLst/>
          </a:prstGeom>
          <a:solidFill>
            <a:schemeClr val="tx2"/>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CN" sz="2000" b="1" dirty="0">
                <a:solidFill>
                  <a:schemeClr val="bg1"/>
                </a:solidFill>
                <a:latin typeface="Arial Narrow" panose="020B0606020202030204" pitchFamily="34" charset="0"/>
              </a:rPr>
              <a:t>PVID=1</a:t>
            </a:r>
            <a:endParaRPr lang="zh-CN" altLang="en-US" sz="2000" b="1" dirty="0">
              <a:solidFill>
                <a:schemeClr val="bg1"/>
              </a:solidFill>
              <a:latin typeface="Arial Narrow" panose="020B0606020202030204" pitchFamily="34" charset="0"/>
            </a:endParaRPr>
          </a:p>
        </p:txBody>
      </p:sp>
      <p:sp>
        <p:nvSpPr>
          <p:cNvPr id="22" name="矩形 21">
            <a:extLst>
              <a:ext uri="{FF2B5EF4-FFF2-40B4-BE49-F238E27FC236}">
                <a16:creationId xmlns:a16="http://schemas.microsoft.com/office/drawing/2014/main" id="{4F924B51-5424-48CF-AA09-489275DC4623}"/>
              </a:ext>
            </a:extLst>
          </p:cNvPr>
          <p:cNvSpPr/>
          <p:nvPr/>
        </p:nvSpPr>
        <p:spPr>
          <a:xfrm>
            <a:off x="4448174" y="5001427"/>
            <a:ext cx="1050925" cy="331788"/>
          </a:xfrm>
          <a:prstGeom prst="rect">
            <a:avLst/>
          </a:prstGeom>
          <a:solidFill>
            <a:schemeClr val="tx2"/>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CN" sz="2000" b="1" dirty="0">
                <a:solidFill>
                  <a:schemeClr val="bg1"/>
                </a:solidFill>
                <a:latin typeface="Arial Narrow" panose="020B0606020202030204" pitchFamily="34" charset="0"/>
              </a:rPr>
              <a:t>PVID=1</a:t>
            </a:r>
            <a:endParaRPr lang="zh-CN" altLang="en-US" sz="2000" b="1" dirty="0">
              <a:solidFill>
                <a:schemeClr val="bg1"/>
              </a:solidFill>
              <a:latin typeface="Arial Narrow" panose="020B0606020202030204" pitchFamily="34" charset="0"/>
            </a:endParaRPr>
          </a:p>
        </p:txBody>
      </p:sp>
      <p:sp>
        <p:nvSpPr>
          <p:cNvPr id="26" name="矩形 25">
            <a:extLst>
              <a:ext uri="{FF2B5EF4-FFF2-40B4-BE49-F238E27FC236}">
                <a16:creationId xmlns:a16="http://schemas.microsoft.com/office/drawing/2014/main" id="{F1B3D3B5-5935-4DF1-8637-BC378DCF6A03}"/>
              </a:ext>
            </a:extLst>
          </p:cNvPr>
          <p:cNvSpPr/>
          <p:nvPr/>
        </p:nvSpPr>
        <p:spPr>
          <a:xfrm>
            <a:off x="6699250" y="3398850"/>
            <a:ext cx="1050925" cy="331788"/>
          </a:xfrm>
          <a:prstGeom prst="rect">
            <a:avLst/>
          </a:prstGeom>
          <a:solidFill>
            <a:schemeClr val="tx2"/>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CN" sz="2000" b="1" dirty="0">
                <a:solidFill>
                  <a:schemeClr val="bg1"/>
                </a:solidFill>
                <a:latin typeface="Arial Narrow" panose="020B0606020202030204" pitchFamily="34" charset="0"/>
              </a:rPr>
              <a:t>PVID=1</a:t>
            </a:r>
            <a:endParaRPr lang="zh-CN" altLang="en-US" sz="2000" b="1" dirty="0">
              <a:solidFill>
                <a:schemeClr val="bg1"/>
              </a:solidFill>
              <a:latin typeface="Arial Narrow" panose="020B0606020202030204" pitchFamily="34" charset="0"/>
            </a:endParaRPr>
          </a:p>
        </p:txBody>
      </p:sp>
      <p:sp>
        <p:nvSpPr>
          <p:cNvPr id="30" name="矩形 29">
            <a:extLst>
              <a:ext uri="{FF2B5EF4-FFF2-40B4-BE49-F238E27FC236}">
                <a16:creationId xmlns:a16="http://schemas.microsoft.com/office/drawing/2014/main" id="{38614433-FAF6-4DF5-98A0-71D6FD64EA4B}"/>
              </a:ext>
            </a:extLst>
          </p:cNvPr>
          <p:cNvSpPr/>
          <p:nvPr/>
        </p:nvSpPr>
        <p:spPr>
          <a:xfrm>
            <a:off x="6699251" y="5001427"/>
            <a:ext cx="1050925" cy="331788"/>
          </a:xfrm>
          <a:prstGeom prst="rect">
            <a:avLst/>
          </a:prstGeom>
          <a:solidFill>
            <a:schemeClr val="tx2"/>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CN" sz="2000" b="1" dirty="0">
                <a:solidFill>
                  <a:schemeClr val="bg1"/>
                </a:solidFill>
                <a:latin typeface="Arial Narrow" panose="020B0606020202030204" pitchFamily="34" charset="0"/>
              </a:rPr>
              <a:t>PVID=1</a:t>
            </a:r>
            <a:endParaRPr lang="zh-CN" altLang="en-US" sz="2000" b="1" dirty="0">
              <a:solidFill>
                <a:schemeClr val="bg1"/>
              </a:solidFill>
              <a:latin typeface="Arial Narrow" panose="020B0606020202030204" pitchFamily="34" charset="0"/>
            </a:endParaRPr>
          </a:p>
        </p:txBody>
      </p:sp>
      <p:grpSp>
        <p:nvGrpSpPr>
          <p:cNvPr id="56" name="组合 55">
            <a:extLst>
              <a:ext uri="{FF2B5EF4-FFF2-40B4-BE49-F238E27FC236}">
                <a16:creationId xmlns:a16="http://schemas.microsoft.com/office/drawing/2014/main" id="{ED900606-F7CE-4824-8EA8-62FB879E7403}"/>
              </a:ext>
            </a:extLst>
          </p:cNvPr>
          <p:cNvGrpSpPr/>
          <p:nvPr/>
        </p:nvGrpSpPr>
        <p:grpSpPr>
          <a:xfrm>
            <a:off x="2236875" y="2045293"/>
            <a:ext cx="7718250" cy="4317407"/>
            <a:chOff x="2236875" y="2045293"/>
            <a:chExt cx="7718250" cy="4317407"/>
          </a:xfrm>
        </p:grpSpPr>
        <p:grpSp>
          <p:nvGrpSpPr>
            <p:cNvPr id="51" name="组合 50">
              <a:extLst>
                <a:ext uri="{FF2B5EF4-FFF2-40B4-BE49-F238E27FC236}">
                  <a16:creationId xmlns:a16="http://schemas.microsoft.com/office/drawing/2014/main" id="{4A24894D-B07F-49D4-9C66-0022E95368D2}"/>
                </a:ext>
              </a:extLst>
            </p:cNvPr>
            <p:cNvGrpSpPr/>
            <p:nvPr/>
          </p:nvGrpSpPr>
          <p:grpSpPr>
            <a:xfrm>
              <a:off x="2236875" y="2045293"/>
              <a:ext cx="7718250" cy="4317407"/>
              <a:chOff x="2236875" y="1791293"/>
              <a:chExt cx="7718250" cy="4317407"/>
            </a:xfrm>
          </p:grpSpPr>
          <p:grpSp>
            <p:nvGrpSpPr>
              <p:cNvPr id="49" name="组合 48">
                <a:extLst>
                  <a:ext uri="{FF2B5EF4-FFF2-40B4-BE49-F238E27FC236}">
                    <a16:creationId xmlns:a16="http://schemas.microsoft.com/office/drawing/2014/main" id="{9578F982-B46C-4F17-819E-EDABE967900E}"/>
                  </a:ext>
                </a:extLst>
              </p:cNvPr>
              <p:cNvGrpSpPr/>
              <p:nvPr/>
            </p:nvGrpSpPr>
            <p:grpSpPr>
              <a:xfrm>
                <a:off x="2236875" y="2197100"/>
                <a:ext cx="7718250" cy="3911600"/>
                <a:chOff x="2236875" y="2197100"/>
                <a:chExt cx="7718250" cy="3911600"/>
              </a:xfrm>
            </p:grpSpPr>
            <p:cxnSp>
              <p:nvCxnSpPr>
                <p:cNvPr id="35" name="直接连接符 34">
                  <a:extLst>
                    <a:ext uri="{FF2B5EF4-FFF2-40B4-BE49-F238E27FC236}">
                      <a16:creationId xmlns:a16="http://schemas.microsoft.com/office/drawing/2014/main" id="{7F1A5C97-32BC-4856-BF65-7AE987D8E4AC}"/>
                    </a:ext>
                  </a:extLst>
                </p:cNvPr>
                <p:cNvCxnSpPr>
                  <a:cxnSpLocks/>
                </p:cNvCxnSpPr>
                <p:nvPr/>
              </p:nvCxnSpPr>
              <p:spPr>
                <a:xfrm flipH="1">
                  <a:off x="2797387" y="3642532"/>
                  <a:ext cx="1650786" cy="0"/>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sp>
              <p:nvSpPr>
                <p:cNvPr id="6" name="矩形 5">
                  <a:extLst>
                    <a:ext uri="{FF2B5EF4-FFF2-40B4-BE49-F238E27FC236}">
                      <a16:creationId xmlns:a16="http://schemas.microsoft.com/office/drawing/2014/main" id="{B73795E7-AA4E-46BD-A009-E7B559FC741E}"/>
                    </a:ext>
                  </a:extLst>
                </p:cNvPr>
                <p:cNvSpPr/>
                <p:nvPr/>
              </p:nvSpPr>
              <p:spPr>
                <a:xfrm>
                  <a:off x="4441825" y="2197100"/>
                  <a:ext cx="3308350" cy="3911600"/>
                </a:xfrm>
                <a:prstGeom prst="rect">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19" name="矩形 18">
                  <a:extLst>
                    <a:ext uri="{FF2B5EF4-FFF2-40B4-BE49-F238E27FC236}">
                      <a16:creationId xmlns:a16="http://schemas.microsoft.com/office/drawing/2014/main" id="{77C24B11-AA44-4B22-9A14-1ED14C517EC7}"/>
                    </a:ext>
                  </a:extLst>
                </p:cNvPr>
                <p:cNvSpPr/>
                <p:nvPr/>
              </p:nvSpPr>
              <p:spPr>
                <a:xfrm>
                  <a:off x="4448173" y="3476638"/>
                  <a:ext cx="1050925" cy="331788"/>
                </a:xfrm>
                <a:prstGeom prst="rect">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CN" sz="2000" b="1" dirty="0">
                      <a:solidFill>
                        <a:schemeClr val="tx1"/>
                      </a:solidFill>
                      <a:latin typeface="Arial Black" panose="020B0A04020102020204" pitchFamily="34" charset="0"/>
                    </a:rPr>
                    <a:t>1</a:t>
                  </a:r>
                  <a:endParaRPr lang="zh-CN" altLang="en-US" sz="2000" b="1" dirty="0">
                    <a:solidFill>
                      <a:schemeClr val="tx1"/>
                    </a:solidFill>
                    <a:latin typeface="Arial Black" panose="020B0A04020102020204" pitchFamily="34" charset="0"/>
                  </a:endParaRPr>
                </a:p>
              </p:txBody>
            </p:sp>
            <p:sp>
              <p:nvSpPr>
                <p:cNvPr id="23" name="矩形 22">
                  <a:extLst>
                    <a:ext uri="{FF2B5EF4-FFF2-40B4-BE49-F238E27FC236}">
                      <a16:creationId xmlns:a16="http://schemas.microsoft.com/office/drawing/2014/main" id="{AB2385F7-9B60-4E01-9222-32199BF93FFE}"/>
                    </a:ext>
                  </a:extLst>
                </p:cNvPr>
                <p:cNvSpPr/>
                <p:nvPr/>
              </p:nvSpPr>
              <p:spPr>
                <a:xfrm>
                  <a:off x="4448174" y="5079215"/>
                  <a:ext cx="1050925" cy="331788"/>
                </a:xfrm>
                <a:prstGeom prst="rect">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CN" sz="2000" b="1" dirty="0">
                      <a:solidFill>
                        <a:schemeClr val="tx1"/>
                      </a:solidFill>
                      <a:latin typeface="Arial Black" panose="020B0A04020102020204" pitchFamily="34" charset="0"/>
                    </a:rPr>
                    <a:t>2</a:t>
                  </a:r>
                  <a:endParaRPr lang="zh-CN" altLang="en-US" sz="2000" b="1" dirty="0">
                    <a:solidFill>
                      <a:schemeClr val="tx1"/>
                    </a:solidFill>
                    <a:latin typeface="Arial Black" panose="020B0A04020102020204" pitchFamily="34" charset="0"/>
                  </a:endParaRPr>
                </a:p>
              </p:txBody>
            </p:sp>
            <p:sp>
              <p:nvSpPr>
                <p:cNvPr id="27" name="矩形 26">
                  <a:extLst>
                    <a:ext uri="{FF2B5EF4-FFF2-40B4-BE49-F238E27FC236}">
                      <a16:creationId xmlns:a16="http://schemas.microsoft.com/office/drawing/2014/main" id="{03E60741-BE28-4E2A-8520-4D9B8EF88A23}"/>
                    </a:ext>
                  </a:extLst>
                </p:cNvPr>
                <p:cNvSpPr/>
                <p:nvPr/>
              </p:nvSpPr>
              <p:spPr>
                <a:xfrm>
                  <a:off x="6699250" y="3476638"/>
                  <a:ext cx="1050925" cy="331788"/>
                </a:xfrm>
                <a:prstGeom prst="rect">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CN" sz="2000" b="1" dirty="0">
                      <a:solidFill>
                        <a:schemeClr val="tx1"/>
                      </a:solidFill>
                      <a:latin typeface="Arial Black" panose="020B0A04020102020204" pitchFamily="34" charset="0"/>
                    </a:rPr>
                    <a:t>3</a:t>
                  </a:r>
                  <a:endParaRPr lang="zh-CN" altLang="en-US" sz="2000" b="1" dirty="0">
                    <a:solidFill>
                      <a:schemeClr val="tx1"/>
                    </a:solidFill>
                    <a:latin typeface="Arial Black" panose="020B0A04020102020204" pitchFamily="34" charset="0"/>
                  </a:endParaRPr>
                </a:p>
              </p:txBody>
            </p:sp>
            <p:sp>
              <p:nvSpPr>
                <p:cNvPr id="31" name="矩形 30">
                  <a:extLst>
                    <a:ext uri="{FF2B5EF4-FFF2-40B4-BE49-F238E27FC236}">
                      <a16:creationId xmlns:a16="http://schemas.microsoft.com/office/drawing/2014/main" id="{9FDBF4C8-3C90-491A-A517-2E721072CA89}"/>
                    </a:ext>
                  </a:extLst>
                </p:cNvPr>
                <p:cNvSpPr/>
                <p:nvPr/>
              </p:nvSpPr>
              <p:spPr>
                <a:xfrm>
                  <a:off x="6699251" y="5079215"/>
                  <a:ext cx="1050925" cy="331788"/>
                </a:xfrm>
                <a:prstGeom prst="rect">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CN" sz="2000" b="1" dirty="0">
                      <a:solidFill>
                        <a:schemeClr val="tx1"/>
                      </a:solidFill>
                      <a:latin typeface="Arial Black" panose="020B0A04020102020204" pitchFamily="34" charset="0"/>
                    </a:rPr>
                    <a:t>4</a:t>
                  </a:r>
                  <a:endParaRPr lang="zh-CN" altLang="en-US" sz="2000" b="1" dirty="0">
                    <a:solidFill>
                      <a:schemeClr val="tx1"/>
                    </a:solidFill>
                    <a:latin typeface="Arial Black" panose="020B0A04020102020204" pitchFamily="34" charset="0"/>
                  </a:endParaRPr>
                </a:p>
              </p:txBody>
            </p:sp>
            <p:pic>
              <p:nvPicPr>
                <p:cNvPr id="33" name="图形 10">
                  <a:extLst>
                    <a:ext uri="{FF2B5EF4-FFF2-40B4-BE49-F238E27FC236}">
                      <a16:creationId xmlns:a16="http://schemas.microsoft.com/office/drawing/2014/main" id="{45EB2A5E-C932-4270-9B30-415951D6C935}"/>
                    </a:ext>
                  </a:extLst>
                </p:cNvPr>
                <p:cNvPicPr>
                  <a:picLocks noChangeAspect="1"/>
                </p:cNvPicPr>
                <p:nvPr/>
              </p:nvPicPr>
              <p:blipFill>
                <a:blip r:embed="rId3">
                  <a:extLst>
                    <a:ext uri="{28A0092B-C50C-407E-A947-70E740481C1C}">
                      <a14:useLocalDpi xmlns:a14="http://schemas.microsoft.com/office/drawing/2010/main" val="0"/>
                    </a:ext>
                    <a:ext uri="{96DAC541-7B7A-43D3-8B79-37D633B846F1}">
                      <asvg:svgBlip xmlns:asvg="http://schemas.microsoft.com/office/drawing/2016/SVG/main" r:embed="rId4"/>
                    </a:ext>
                  </a:extLst>
                </a:blip>
                <a:stretch>
                  <a:fillRect/>
                </a:stretch>
              </p:blipFill>
              <p:spPr>
                <a:xfrm>
                  <a:off x="2236875" y="3203316"/>
                  <a:ext cx="662814" cy="641082"/>
                </a:xfrm>
                <a:prstGeom prst="rect">
                  <a:avLst/>
                </a:prstGeom>
              </p:spPr>
            </p:pic>
            <p:cxnSp>
              <p:nvCxnSpPr>
                <p:cNvPr id="41" name="直接连接符 40">
                  <a:extLst>
                    <a:ext uri="{FF2B5EF4-FFF2-40B4-BE49-F238E27FC236}">
                      <a16:creationId xmlns:a16="http://schemas.microsoft.com/office/drawing/2014/main" id="{F5A16B36-DB81-469A-8082-FD28F2C01FA1}"/>
                    </a:ext>
                  </a:extLst>
                </p:cNvPr>
                <p:cNvCxnSpPr>
                  <a:cxnSpLocks/>
                </p:cNvCxnSpPr>
                <p:nvPr/>
              </p:nvCxnSpPr>
              <p:spPr>
                <a:xfrm flipH="1">
                  <a:off x="7750175" y="3642532"/>
                  <a:ext cx="1650786" cy="0"/>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cxnSp>
              <p:nvCxnSpPr>
                <p:cNvPr id="42" name="直接连接符 41">
                  <a:extLst>
                    <a:ext uri="{FF2B5EF4-FFF2-40B4-BE49-F238E27FC236}">
                      <a16:creationId xmlns:a16="http://schemas.microsoft.com/office/drawing/2014/main" id="{F91B5B0F-0779-4D3C-B788-C145A44A572C}"/>
                    </a:ext>
                  </a:extLst>
                </p:cNvPr>
                <p:cNvCxnSpPr>
                  <a:cxnSpLocks/>
                </p:cNvCxnSpPr>
                <p:nvPr/>
              </p:nvCxnSpPr>
              <p:spPr>
                <a:xfrm flipH="1">
                  <a:off x="2458720" y="5245109"/>
                  <a:ext cx="1989454" cy="0"/>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cxnSp>
              <p:nvCxnSpPr>
                <p:cNvPr id="45" name="直接连接符 44">
                  <a:extLst>
                    <a:ext uri="{FF2B5EF4-FFF2-40B4-BE49-F238E27FC236}">
                      <a16:creationId xmlns:a16="http://schemas.microsoft.com/office/drawing/2014/main" id="{37FC353E-A226-435F-A36D-5A521BBD87CC}"/>
                    </a:ext>
                  </a:extLst>
                </p:cNvPr>
                <p:cNvCxnSpPr>
                  <a:cxnSpLocks/>
                </p:cNvCxnSpPr>
                <p:nvPr/>
              </p:nvCxnSpPr>
              <p:spPr>
                <a:xfrm flipH="1">
                  <a:off x="7750175" y="5245109"/>
                  <a:ext cx="1989454" cy="0"/>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pic>
              <p:nvPicPr>
                <p:cNvPr id="46" name="图形 10">
                  <a:extLst>
                    <a:ext uri="{FF2B5EF4-FFF2-40B4-BE49-F238E27FC236}">
                      <a16:creationId xmlns:a16="http://schemas.microsoft.com/office/drawing/2014/main" id="{0C267CEC-7965-419C-856B-24593CBA3D8D}"/>
                    </a:ext>
                  </a:extLst>
                </p:cNvPr>
                <p:cNvPicPr>
                  <a:picLocks noChangeAspect="1"/>
                </p:cNvPicPr>
                <p:nvPr/>
              </p:nvPicPr>
              <p:blipFill>
                <a:blip r:embed="rId3">
                  <a:extLst>
                    <a:ext uri="{28A0092B-C50C-407E-A947-70E740481C1C}">
                      <a14:useLocalDpi xmlns:a14="http://schemas.microsoft.com/office/drawing/2010/main" val="0"/>
                    </a:ext>
                    <a:ext uri="{96DAC541-7B7A-43D3-8B79-37D633B846F1}">
                      <asvg:svgBlip xmlns:asvg="http://schemas.microsoft.com/office/drawing/2016/SVG/main" r:embed="rId4"/>
                    </a:ext>
                  </a:extLst>
                </a:blip>
                <a:stretch>
                  <a:fillRect/>
                </a:stretch>
              </p:blipFill>
              <p:spPr>
                <a:xfrm>
                  <a:off x="2236875" y="4769920"/>
                  <a:ext cx="662814" cy="641082"/>
                </a:xfrm>
                <a:prstGeom prst="rect">
                  <a:avLst/>
                </a:prstGeom>
              </p:spPr>
            </p:pic>
            <p:pic>
              <p:nvPicPr>
                <p:cNvPr id="47" name="图形 10">
                  <a:extLst>
                    <a:ext uri="{FF2B5EF4-FFF2-40B4-BE49-F238E27FC236}">
                      <a16:creationId xmlns:a16="http://schemas.microsoft.com/office/drawing/2014/main" id="{8E1F14D7-A86D-41CD-8F97-3C2EEC80AE92}"/>
                    </a:ext>
                  </a:extLst>
                </p:cNvPr>
                <p:cNvPicPr>
                  <a:picLocks noChangeAspect="1"/>
                </p:cNvPicPr>
                <p:nvPr/>
              </p:nvPicPr>
              <p:blipFill>
                <a:blip r:embed="rId3">
                  <a:extLst>
                    <a:ext uri="{28A0092B-C50C-407E-A947-70E740481C1C}">
                      <a14:useLocalDpi xmlns:a14="http://schemas.microsoft.com/office/drawing/2010/main" val="0"/>
                    </a:ext>
                    <a:ext uri="{96DAC541-7B7A-43D3-8B79-37D633B846F1}">
                      <asvg:svgBlip xmlns:asvg="http://schemas.microsoft.com/office/drawing/2016/SVG/main" r:embed="rId4"/>
                    </a:ext>
                  </a:extLst>
                </a:blip>
                <a:stretch>
                  <a:fillRect/>
                </a:stretch>
              </p:blipFill>
              <p:spPr>
                <a:xfrm>
                  <a:off x="9292311" y="3201795"/>
                  <a:ext cx="662814" cy="641082"/>
                </a:xfrm>
                <a:prstGeom prst="rect">
                  <a:avLst/>
                </a:prstGeom>
              </p:spPr>
            </p:pic>
            <p:pic>
              <p:nvPicPr>
                <p:cNvPr id="48" name="图形 10">
                  <a:extLst>
                    <a:ext uri="{FF2B5EF4-FFF2-40B4-BE49-F238E27FC236}">
                      <a16:creationId xmlns:a16="http://schemas.microsoft.com/office/drawing/2014/main" id="{5A547701-5E4A-47BC-90F2-C9711DC35C1B}"/>
                    </a:ext>
                  </a:extLst>
                </p:cNvPr>
                <p:cNvPicPr>
                  <a:picLocks noChangeAspect="1"/>
                </p:cNvPicPr>
                <p:nvPr/>
              </p:nvPicPr>
              <p:blipFill>
                <a:blip r:embed="rId3">
                  <a:extLst>
                    <a:ext uri="{28A0092B-C50C-407E-A947-70E740481C1C}">
                      <a14:useLocalDpi xmlns:a14="http://schemas.microsoft.com/office/drawing/2010/main" val="0"/>
                    </a:ext>
                    <a:ext uri="{96DAC541-7B7A-43D3-8B79-37D633B846F1}">
                      <asvg:svgBlip xmlns:asvg="http://schemas.microsoft.com/office/drawing/2016/SVG/main" r:embed="rId4"/>
                    </a:ext>
                  </a:extLst>
                </a:blip>
                <a:stretch>
                  <a:fillRect/>
                </a:stretch>
              </p:blipFill>
              <p:spPr>
                <a:xfrm>
                  <a:off x="9292311" y="4769920"/>
                  <a:ext cx="662814" cy="641082"/>
                </a:xfrm>
                <a:prstGeom prst="rect">
                  <a:avLst/>
                </a:prstGeom>
              </p:spPr>
            </p:pic>
          </p:grpSp>
          <p:sp>
            <p:nvSpPr>
              <p:cNvPr id="50" name="íşlïḍè">
                <a:extLst>
                  <a:ext uri="{FF2B5EF4-FFF2-40B4-BE49-F238E27FC236}">
                    <a16:creationId xmlns:a16="http://schemas.microsoft.com/office/drawing/2014/main" id="{78C95D91-AF44-4308-994D-348292466CE7}"/>
                  </a:ext>
                </a:extLst>
              </p:cNvPr>
              <p:cNvSpPr txBox="1"/>
              <p:nvPr/>
            </p:nvSpPr>
            <p:spPr>
              <a:xfrm>
                <a:off x="4441825" y="1791293"/>
                <a:ext cx="3308350" cy="400110"/>
              </a:xfrm>
              <a:prstGeom prst="rect">
                <a:avLst/>
              </a:prstGeom>
              <a:noFill/>
            </p:spPr>
            <p:txBody>
              <a:bodyPr wrap="square" lIns="91440" tIns="45720" rIns="91440" bIns="45720" anchor="ctr">
                <a:noAutofit/>
              </a:bodyPr>
              <a:lstStyle/>
              <a:p>
                <a:pPr algn="ctr"/>
                <a:r>
                  <a:rPr lang="zh-CN" altLang="en-US" b="1" dirty="0">
                    <a:latin typeface="Arial Narrow" panose="020B0606020202030204" pitchFamily="34" charset="0"/>
                  </a:rPr>
                  <a:t>以太网交换机</a:t>
                </a:r>
              </a:p>
            </p:txBody>
          </p:sp>
        </p:grpSp>
        <p:sp>
          <p:nvSpPr>
            <p:cNvPr id="52" name="文本框 51">
              <a:extLst>
                <a:ext uri="{FF2B5EF4-FFF2-40B4-BE49-F238E27FC236}">
                  <a16:creationId xmlns:a16="http://schemas.microsoft.com/office/drawing/2014/main" id="{8947492D-5FFE-40B8-8BD8-BFD9DEC380AC}"/>
                </a:ext>
              </a:extLst>
            </p:cNvPr>
            <p:cNvSpPr txBox="1"/>
            <p:nvPr/>
          </p:nvSpPr>
          <p:spPr>
            <a:xfrm>
              <a:off x="2499639" y="3474272"/>
              <a:ext cx="374650" cy="400110"/>
            </a:xfrm>
            <a:prstGeom prst="rect">
              <a:avLst/>
            </a:prstGeom>
            <a:noFill/>
          </p:spPr>
          <p:txBody>
            <a:bodyPr wrap="square" rtlCol="0">
              <a:spAutoFit/>
            </a:bodyPr>
            <a:lstStyle/>
            <a:p>
              <a:pPr algn="ctr"/>
              <a:r>
                <a:rPr lang="en-US" altLang="zh-CN" sz="2000" b="1" dirty="0">
                  <a:solidFill>
                    <a:schemeClr val="bg1"/>
                  </a:solidFill>
                </a:rPr>
                <a:t>A</a:t>
              </a:r>
              <a:endParaRPr lang="zh-CN" altLang="en-US" sz="2000" b="1" dirty="0">
                <a:solidFill>
                  <a:schemeClr val="bg1"/>
                </a:solidFill>
              </a:endParaRPr>
            </a:p>
          </p:txBody>
        </p:sp>
        <p:sp>
          <p:nvSpPr>
            <p:cNvPr id="53" name="文本框 52">
              <a:extLst>
                <a:ext uri="{FF2B5EF4-FFF2-40B4-BE49-F238E27FC236}">
                  <a16:creationId xmlns:a16="http://schemas.microsoft.com/office/drawing/2014/main" id="{FEFB5F2E-ED62-4FB4-BA66-2FAFD67A0229}"/>
                </a:ext>
              </a:extLst>
            </p:cNvPr>
            <p:cNvSpPr txBox="1"/>
            <p:nvPr/>
          </p:nvSpPr>
          <p:spPr>
            <a:xfrm>
              <a:off x="2499639" y="5040143"/>
              <a:ext cx="374650" cy="400110"/>
            </a:xfrm>
            <a:prstGeom prst="rect">
              <a:avLst/>
            </a:prstGeom>
            <a:noFill/>
          </p:spPr>
          <p:txBody>
            <a:bodyPr wrap="square" rtlCol="0">
              <a:spAutoFit/>
            </a:bodyPr>
            <a:lstStyle/>
            <a:p>
              <a:pPr algn="ctr"/>
              <a:r>
                <a:rPr lang="en-US" altLang="zh-CN" sz="2000" b="1" dirty="0">
                  <a:solidFill>
                    <a:schemeClr val="bg1"/>
                  </a:solidFill>
                </a:rPr>
                <a:t>B</a:t>
              </a:r>
              <a:endParaRPr lang="zh-CN" altLang="en-US" sz="2000" b="1" dirty="0">
                <a:solidFill>
                  <a:schemeClr val="bg1"/>
                </a:solidFill>
              </a:endParaRPr>
            </a:p>
          </p:txBody>
        </p:sp>
        <p:sp>
          <p:nvSpPr>
            <p:cNvPr id="54" name="文本框 53">
              <a:extLst>
                <a:ext uri="{FF2B5EF4-FFF2-40B4-BE49-F238E27FC236}">
                  <a16:creationId xmlns:a16="http://schemas.microsoft.com/office/drawing/2014/main" id="{0BC51C86-B65A-48DB-A27D-1A3216EB0435}"/>
                </a:ext>
              </a:extLst>
            </p:cNvPr>
            <p:cNvSpPr txBox="1"/>
            <p:nvPr/>
          </p:nvSpPr>
          <p:spPr>
            <a:xfrm>
              <a:off x="9552304" y="3474272"/>
              <a:ext cx="374650" cy="400110"/>
            </a:xfrm>
            <a:prstGeom prst="rect">
              <a:avLst/>
            </a:prstGeom>
            <a:noFill/>
          </p:spPr>
          <p:txBody>
            <a:bodyPr wrap="square" rtlCol="0">
              <a:spAutoFit/>
            </a:bodyPr>
            <a:lstStyle/>
            <a:p>
              <a:pPr algn="ctr"/>
              <a:r>
                <a:rPr lang="en-US" altLang="zh-CN" sz="2000" b="1" dirty="0">
                  <a:solidFill>
                    <a:schemeClr val="bg1"/>
                  </a:solidFill>
                </a:rPr>
                <a:t>C</a:t>
              </a:r>
              <a:endParaRPr lang="zh-CN" altLang="en-US" sz="2000" b="1" dirty="0">
                <a:solidFill>
                  <a:schemeClr val="bg1"/>
                </a:solidFill>
              </a:endParaRPr>
            </a:p>
          </p:txBody>
        </p:sp>
        <p:sp>
          <p:nvSpPr>
            <p:cNvPr id="55" name="文本框 54">
              <a:extLst>
                <a:ext uri="{FF2B5EF4-FFF2-40B4-BE49-F238E27FC236}">
                  <a16:creationId xmlns:a16="http://schemas.microsoft.com/office/drawing/2014/main" id="{EA9DC634-DCAF-4104-BCF4-2A3806101419}"/>
                </a:ext>
              </a:extLst>
            </p:cNvPr>
            <p:cNvSpPr txBox="1"/>
            <p:nvPr/>
          </p:nvSpPr>
          <p:spPr>
            <a:xfrm>
              <a:off x="9552304" y="5040143"/>
              <a:ext cx="374650" cy="400110"/>
            </a:xfrm>
            <a:prstGeom prst="rect">
              <a:avLst/>
            </a:prstGeom>
            <a:noFill/>
          </p:spPr>
          <p:txBody>
            <a:bodyPr wrap="square" rtlCol="0">
              <a:spAutoFit/>
            </a:bodyPr>
            <a:lstStyle/>
            <a:p>
              <a:pPr algn="ctr"/>
              <a:r>
                <a:rPr lang="en-US" altLang="zh-CN" sz="2000" b="1" dirty="0">
                  <a:solidFill>
                    <a:schemeClr val="bg1"/>
                  </a:solidFill>
                </a:rPr>
                <a:t>D</a:t>
              </a:r>
              <a:endParaRPr lang="zh-CN" altLang="en-US" sz="2000" b="1" dirty="0">
                <a:solidFill>
                  <a:schemeClr val="bg1"/>
                </a:solidFill>
              </a:endParaRPr>
            </a:p>
          </p:txBody>
        </p:sp>
      </p:grpSp>
      <p:sp>
        <p:nvSpPr>
          <p:cNvPr id="12" name="对话气泡: 矩形 11">
            <a:extLst>
              <a:ext uri="{FF2B5EF4-FFF2-40B4-BE49-F238E27FC236}">
                <a16:creationId xmlns:a16="http://schemas.microsoft.com/office/drawing/2014/main" id="{182D3A04-A9D4-490C-A0D3-1C8DDFED20D5}"/>
              </a:ext>
            </a:extLst>
          </p:cNvPr>
          <p:cNvSpPr/>
          <p:nvPr/>
        </p:nvSpPr>
        <p:spPr>
          <a:xfrm>
            <a:off x="6496050" y="1127582"/>
            <a:ext cx="5391150" cy="980813"/>
          </a:xfrm>
          <a:prstGeom prst="wedgeRectCallout">
            <a:avLst>
              <a:gd name="adj1" fmla="val -29840"/>
              <a:gd name="adj2" fmla="val 83532"/>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r>
              <a:rPr lang="zh-CN" altLang="en-US" b="1" dirty="0"/>
              <a:t>对交换机进行配置（通过界面或配置命令）</a:t>
            </a:r>
            <a:endParaRPr lang="en-US" altLang="zh-CN" b="1" dirty="0"/>
          </a:p>
          <a:p>
            <a:r>
              <a:rPr lang="en-US" altLang="zh-CN" b="1" dirty="0"/>
              <a:t>❶  </a:t>
            </a:r>
            <a:r>
              <a:rPr lang="zh-CN" altLang="en-US" b="1" dirty="0"/>
              <a:t>创建</a:t>
            </a:r>
            <a:r>
              <a:rPr lang="en-US" altLang="zh-CN" b="1" dirty="0"/>
              <a:t>VLAN2</a:t>
            </a:r>
            <a:r>
              <a:rPr lang="zh-CN" altLang="en-US" b="1" dirty="0"/>
              <a:t>和</a:t>
            </a:r>
            <a:r>
              <a:rPr lang="en-US" altLang="zh-CN" b="1" dirty="0"/>
              <a:t>VLAN3</a:t>
            </a:r>
          </a:p>
          <a:p>
            <a:r>
              <a:rPr lang="zh-CN" altLang="en-US" b="1" dirty="0"/>
              <a:t>❷</a:t>
            </a:r>
            <a:r>
              <a:rPr lang="en-US" altLang="zh-CN" b="1" dirty="0"/>
              <a:t>  </a:t>
            </a:r>
            <a:r>
              <a:rPr lang="zh-CN" altLang="en-US" b="1" dirty="0"/>
              <a:t>将接口</a:t>
            </a:r>
            <a:r>
              <a:rPr lang="en-US" altLang="zh-CN" b="1" dirty="0"/>
              <a:t>1</a:t>
            </a:r>
            <a:r>
              <a:rPr lang="zh-CN" altLang="en-US" b="1" dirty="0"/>
              <a:t>和</a:t>
            </a:r>
            <a:r>
              <a:rPr lang="en-US" altLang="zh-CN" b="1" dirty="0"/>
              <a:t>2</a:t>
            </a:r>
            <a:r>
              <a:rPr lang="zh-CN" altLang="en-US" b="1" dirty="0"/>
              <a:t>划归到</a:t>
            </a:r>
            <a:r>
              <a:rPr lang="en-US" altLang="zh-CN" b="1" dirty="0"/>
              <a:t>VLAN2</a:t>
            </a:r>
            <a:r>
              <a:rPr lang="zh-CN" altLang="en-US" b="1" dirty="0"/>
              <a:t>，接口</a:t>
            </a:r>
            <a:r>
              <a:rPr lang="en-US" altLang="zh-CN" b="1" dirty="0"/>
              <a:t>3</a:t>
            </a:r>
            <a:r>
              <a:rPr lang="zh-CN" altLang="en-US" b="1" dirty="0"/>
              <a:t>和</a:t>
            </a:r>
            <a:r>
              <a:rPr lang="en-US" altLang="zh-CN" b="1" dirty="0"/>
              <a:t>4</a:t>
            </a:r>
            <a:r>
              <a:rPr lang="zh-CN" altLang="en-US" b="1" dirty="0"/>
              <a:t>划归到</a:t>
            </a:r>
            <a:r>
              <a:rPr lang="en-US" altLang="zh-CN" b="1" dirty="0"/>
              <a:t>VLAN3</a:t>
            </a:r>
            <a:endParaRPr lang="zh-CN" altLang="en-US" b="1" dirty="0"/>
          </a:p>
        </p:txBody>
      </p:sp>
      <p:sp>
        <p:nvSpPr>
          <p:cNvPr id="44" name="矩形 43">
            <a:extLst>
              <a:ext uri="{FF2B5EF4-FFF2-40B4-BE49-F238E27FC236}">
                <a16:creationId xmlns:a16="http://schemas.microsoft.com/office/drawing/2014/main" id="{83F91C97-9A2E-42B5-ABE0-670C113B7982}"/>
              </a:ext>
            </a:extLst>
          </p:cNvPr>
          <p:cNvSpPr/>
          <p:nvPr/>
        </p:nvSpPr>
        <p:spPr>
          <a:xfrm>
            <a:off x="4448173" y="3398850"/>
            <a:ext cx="1050925" cy="331788"/>
          </a:xfrm>
          <a:prstGeom prst="rect">
            <a:avLst/>
          </a:prstGeom>
          <a:solidFill>
            <a:schemeClr val="accent6"/>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CN" sz="2000" b="1" dirty="0">
                <a:solidFill>
                  <a:schemeClr val="bg1"/>
                </a:solidFill>
                <a:latin typeface="Arial Narrow" panose="020B0606020202030204" pitchFamily="34" charset="0"/>
              </a:rPr>
              <a:t>PVID=2</a:t>
            </a:r>
            <a:endParaRPr lang="zh-CN" altLang="en-US" sz="2000" b="1" dirty="0">
              <a:solidFill>
                <a:schemeClr val="bg1"/>
              </a:solidFill>
              <a:latin typeface="Arial Narrow" panose="020B0606020202030204" pitchFamily="34" charset="0"/>
            </a:endParaRPr>
          </a:p>
        </p:txBody>
      </p:sp>
      <p:sp>
        <p:nvSpPr>
          <p:cNvPr id="57" name="矩形 56">
            <a:extLst>
              <a:ext uri="{FF2B5EF4-FFF2-40B4-BE49-F238E27FC236}">
                <a16:creationId xmlns:a16="http://schemas.microsoft.com/office/drawing/2014/main" id="{0F82C598-3C33-4C46-989D-83C4ADFD2C03}"/>
              </a:ext>
            </a:extLst>
          </p:cNvPr>
          <p:cNvSpPr/>
          <p:nvPr/>
        </p:nvSpPr>
        <p:spPr>
          <a:xfrm>
            <a:off x="4448174" y="5001427"/>
            <a:ext cx="1050925" cy="331788"/>
          </a:xfrm>
          <a:prstGeom prst="rect">
            <a:avLst/>
          </a:prstGeom>
          <a:solidFill>
            <a:schemeClr val="accent6"/>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CN" sz="2000" b="1" dirty="0">
                <a:solidFill>
                  <a:schemeClr val="bg1"/>
                </a:solidFill>
                <a:latin typeface="Arial Narrow" panose="020B0606020202030204" pitchFamily="34" charset="0"/>
              </a:rPr>
              <a:t>PVID=2</a:t>
            </a:r>
            <a:endParaRPr lang="zh-CN" altLang="en-US" sz="2000" b="1" dirty="0">
              <a:solidFill>
                <a:schemeClr val="bg1"/>
              </a:solidFill>
              <a:latin typeface="Arial Narrow" panose="020B0606020202030204" pitchFamily="34" charset="0"/>
            </a:endParaRPr>
          </a:p>
        </p:txBody>
      </p:sp>
      <p:sp>
        <p:nvSpPr>
          <p:cNvPr id="58" name="矩形 57">
            <a:extLst>
              <a:ext uri="{FF2B5EF4-FFF2-40B4-BE49-F238E27FC236}">
                <a16:creationId xmlns:a16="http://schemas.microsoft.com/office/drawing/2014/main" id="{942EDD77-832F-451D-B104-EA04BCC10F1F}"/>
              </a:ext>
            </a:extLst>
          </p:cNvPr>
          <p:cNvSpPr/>
          <p:nvPr/>
        </p:nvSpPr>
        <p:spPr>
          <a:xfrm>
            <a:off x="6699250" y="3398850"/>
            <a:ext cx="1050925" cy="331788"/>
          </a:xfrm>
          <a:prstGeom prst="rect">
            <a:avLst/>
          </a:prstGeom>
          <a:solidFill>
            <a:schemeClr val="accent5"/>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CN" sz="2000" b="1" dirty="0">
                <a:solidFill>
                  <a:schemeClr val="bg1"/>
                </a:solidFill>
                <a:latin typeface="Arial Narrow" panose="020B0606020202030204" pitchFamily="34" charset="0"/>
              </a:rPr>
              <a:t>PVID=3</a:t>
            </a:r>
            <a:endParaRPr lang="zh-CN" altLang="en-US" sz="2000" b="1" dirty="0">
              <a:solidFill>
                <a:schemeClr val="bg1"/>
              </a:solidFill>
              <a:latin typeface="Arial Narrow" panose="020B0606020202030204" pitchFamily="34" charset="0"/>
            </a:endParaRPr>
          </a:p>
        </p:txBody>
      </p:sp>
      <p:sp>
        <p:nvSpPr>
          <p:cNvPr id="59" name="矩形 58">
            <a:extLst>
              <a:ext uri="{FF2B5EF4-FFF2-40B4-BE49-F238E27FC236}">
                <a16:creationId xmlns:a16="http://schemas.microsoft.com/office/drawing/2014/main" id="{FEABB7A0-CF0D-41CD-8D52-E68479AA9C98}"/>
              </a:ext>
            </a:extLst>
          </p:cNvPr>
          <p:cNvSpPr/>
          <p:nvPr/>
        </p:nvSpPr>
        <p:spPr>
          <a:xfrm>
            <a:off x="6699251" y="5001427"/>
            <a:ext cx="1050925" cy="331788"/>
          </a:xfrm>
          <a:prstGeom prst="rect">
            <a:avLst/>
          </a:prstGeom>
          <a:solidFill>
            <a:schemeClr val="accent5"/>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CN" sz="2000" b="1" dirty="0">
                <a:solidFill>
                  <a:schemeClr val="bg1"/>
                </a:solidFill>
                <a:latin typeface="Arial Narrow" panose="020B0606020202030204" pitchFamily="34" charset="0"/>
              </a:rPr>
              <a:t>PVID=3</a:t>
            </a:r>
            <a:endParaRPr lang="zh-CN" altLang="en-US" sz="2000" b="1" dirty="0">
              <a:solidFill>
                <a:schemeClr val="bg1"/>
              </a:solidFill>
              <a:latin typeface="Arial Narrow" panose="020B0606020202030204" pitchFamily="34" charset="0"/>
            </a:endParaRPr>
          </a:p>
        </p:txBody>
      </p:sp>
      <p:sp>
        <p:nvSpPr>
          <p:cNvPr id="60" name="平行四边形 59">
            <a:extLst>
              <a:ext uri="{FF2B5EF4-FFF2-40B4-BE49-F238E27FC236}">
                <a16:creationId xmlns:a16="http://schemas.microsoft.com/office/drawing/2014/main" id="{C58E3051-E89F-43C7-7BBA-806AB5090F3A}"/>
              </a:ext>
            </a:extLst>
          </p:cNvPr>
          <p:cNvSpPr/>
          <p:nvPr/>
        </p:nvSpPr>
        <p:spPr>
          <a:xfrm>
            <a:off x="304799" y="749300"/>
            <a:ext cx="678493" cy="387090"/>
          </a:xfrm>
          <a:prstGeom prst="parallelogram">
            <a:avLst/>
          </a:prstGeom>
          <a:solidFill>
            <a:schemeClr val="accent3">
              <a:lumMod val="75000"/>
            </a:schemeClr>
          </a:solidFill>
          <a:ln>
            <a:solidFill>
              <a:schemeClr val="accent3">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CN" sz="2200" dirty="0">
                <a:latin typeface="Impact" panose="020B0806030902050204" pitchFamily="34" charset="0"/>
              </a:rPr>
              <a:t>03</a:t>
            </a:r>
            <a:endParaRPr lang="zh-CN" altLang="en-US" sz="2200" dirty="0">
              <a:latin typeface="Impact" panose="020B0806030902050204" pitchFamily="34" charset="0"/>
            </a:endParaRPr>
          </a:p>
        </p:txBody>
      </p:sp>
    </p:spTree>
    <p:custDataLst>
      <p:tags r:id="rId1"/>
    </p:custDataLst>
    <p:extLst>
      <p:ext uri="{BB962C8B-B14F-4D97-AF65-F5344CB8AC3E}">
        <p14:creationId xmlns:p14="http://schemas.microsoft.com/office/powerpoint/2010/main" val="2619431222"/>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2" presetClass="entr" presetSubtype="8" fill="hold" grpId="0" nodeType="withEffect">
                                  <p:stCondLst>
                                    <p:cond delay="0"/>
                                  </p:stCondLst>
                                  <p:childTnLst>
                                    <p:set>
                                      <p:cBhvr>
                                        <p:cTn id="6" dur="1" fill="hold">
                                          <p:stCondLst>
                                            <p:cond delay="0"/>
                                          </p:stCondLst>
                                        </p:cTn>
                                        <p:tgtEl>
                                          <p:spTgt spid="44"/>
                                        </p:tgtEl>
                                        <p:attrNameLst>
                                          <p:attrName>style.visibility</p:attrName>
                                        </p:attrNameLst>
                                      </p:cBhvr>
                                      <p:to>
                                        <p:strVal val="visible"/>
                                      </p:to>
                                    </p:set>
                                    <p:animEffect transition="in" filter="wipe(left)">
                                      <p:cBhvr>
                                        <p:cTn id="7" dur="1000"/>
                                        <p:tgtEl>
                                          <p:spTgt spid="44"/>
                                        </p:tgtEl>
                                      </p:cBhvr>
                                    </p:animEffect>
                                  </p:childTnLst>
                                </p:cTn>
                              </p:par>
                              <p:par>
                                <p:cTn id="8" presetID="22" presetClass="entr" presetSubtype="8" fill="hold" grpId="0" nodeType="withEffect">
                                  <p:stCondLst>
                                    <p:cond delay="0"/>
                                  </p:stCondLst>
                                  <p:childTnLst>
                                    <p:set>
                                      <p:cBhvr>
                                        <p:cTn id="9" dur="1" fill="hold">
                                          <p:stCondLst>
                                            <p:cond delay="0"/>
                                          </p:stCondLst>
                                        </p:cTn>
                                        <p:tgtEl>
                                          <p:spTgt spid="57"/>
                                        </p:tgtEl>
                                        <p:attrNameLst>
                                          <p:attrName>style.visibility</p:attrName>
                                        </p:attrNameLst>
                                      </p:cBhvr>
                                      <p:to>
                                        <p:strVal val="visible"/>
                                      </p:to>
                                    </p:set>
                                    <p:animEffect transition="in" filter="wipe(left)">
                                      <p:cBhvr>
                                        <p:cTn id="10" dur="1000"/>
                                        <p:tgtEl>
                                          <p:spTgt spid="57"/>
                                        </p:tgtEl>
                                      </p:cBhvr>
                                    </p:animEffect>
                                  </p:childTnLst>
                                </p:cTn>
                              </p:par>
                            </p:childTnLst>
                          </p:cTn>
                        </p:par>
                      </p:childTnLst>
                    </p:cTn>
                  </p:par>
                  <p:par>
                    <p:cTn id="11" fill="hold">
                      <p:stCondLst>
                        <p:cond delay="indefinite"/>
                      </p:stCondLst>
                      <p:childTnLst>
                        <p:par>
                          <p:cTn id="12" fill="hold">
                            <p:stCondLst>
                              <p:cond delay="0"/>
                            </p:stCondLst>
                            <p:childTnLst>
                              <p:par>
                                <p:cTn id="13" presetID="22" presetClass="entr" presetSubtype="8" fill="hold" grpId="0" nodeType="clickEffect">
                                  <p:stCondLst>
                                    <p:cond delay="0"/>
                                  </p:stCondLst>
                                  <p:childTnLst>
                                    <p:set>
                                      <p:cBhvr>
                                        <p:cTn id="14" dur="1" fill="hold">
                                          <p:stCondLst>
                                            <p:cond delay="0"/>
                                          </p:stCondLst>
                                        </p:cTn>
                                        <p:tgtEl>
                                          <p:spTgt spid="58"/>
                                        </p:tgtEl>
                                        <p:attrNameLst>
                                          <p:attrName>style.visibility</p:attrName>
                                        </p:attrNameLst>
                                      </p:cBhvr>
                                      <p:to>
                                        <p:strVal val="visible"/>
                                      </p:to>
                                    </p:set>
                                    <p:animEffect transition="in" filter="wipe(left)">
                                      <p:cBhvr>
                                        <p:cTn id="15" dur="1000"/>
                                        <p:tgtEl>
                                          <p:spTgt spid="58"/>
                                        </p:tgtEl>
                                      </p:cBhvr>
                                    </p:animEffect>
                                  </p:childTnLst>
                                </p:cTn>
                              </p:par>
                              <p:par>
                                <p:cTn id="16" presetID="22" presetClass="entr" presetSubtype="8" fill="hold" grpId="0" nodeType="withEffect">
                                  <p:stCondLst>
                                    <p:cond delay="0"/>
                                  </p:stCondLst>
                                  <p:childTnLst>
                                    <p:set>
                                      <p:cBhvr>
                                        <p:cTn id="17" dur="1" fill="hold">
                                          <p:stCondLst>
                                            <p:cond delay="0"/>
                                          </p:stCondLst>
                                        </p:cTn>
                                        <p:tgtEl>
                                          <p:spTgt spid="59"/>
                                        </p:tgtEl>
                                        <p:attrNameLst>
                                          <p:attrName>style.visibility</p:attrName>
                                        </p:attrNameLst>
                                      </p:cBhvr>
                                      <p:to>
                                        <p:strVal val="visible"/>
                                      </p:to>
                                    </p:set>
                                    <p:animEffect transition="in" filter="wipe(left)">
                                      <p:cBhvr>
                                        <p:cTn id="18" dur="1000"/>
                                        <p:tgtEl>
                                          <p:spTgt spid="59"/>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4" grpId="0" animBg="1"/>
      <p:bldP spid="57" grpId="0" animBg="1"/>
      <p:bldP spid="58" grpId="0" animBg="1"/>
      <p:bldP spid="59" grpId="0" animBg="1"/>
    </p:bldLst>
  </p:timing>
</p:sld>
</file>

<file path=ppt/slides/slide48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63" name="组合 62">
            <a:extLst>
              <a:ext uri="{FF2B5EF4-FFF2-40B4-BE49-F238E27FC236}">
                <a16:creationId xmlns:a16="http://schemas.microsoft.com/office/drawing/2014/main" id="{03F57396-5C97-4514-8889-855D168223B6}"/>
              </a:ext>
            </a:extLst>
          </p:cNvPr>
          <p:cNvGrpSpPr/>
          <p:nvPr/>
        </p:nvGrpSpPr>
        <p:grpSpPr>
          <a:xfrm>
            <a:off x="9208649" y="2724150"/>
            <a:ext cx="865823" cy="3041650"/>
            <a:chOff x="2135370" y="2724150"/>
            <a:chExt cx="865823" cy="3041650"/>
          </a:xfrm>
        </p:grpSpPr>
        <p:sp>
          <p:nvSpPr>
            <p:cNvPr id="67" name="矩形: 圆角 66">
              <a:extLst>
                <a:ext uri="{FF2B5EF4-FFF2-40B4-BE49-F238E27FC236}">
                  <a16:creationId xmlns:a16="http://schemas.microsoft.com/office/drawing/2014/main" id="{1018795D-BFF7-4E0F-BD81-D06491322307}"/>
                </a:ext>
              </a:extLst>
            </p:cNvPr>
            <p:cNvSpPr/>
            <p:nvPr/>
          </p:nvSpPr>
          <p:spPr>
            <a:xfrm>
              <a:off x="2146299" y="2724150"/>
              <a:ext cx="844551" cy="3041650"/>
            </a:xfrm>
            <a:prstGeom prst="roundRect">
              <a:avLst/>
            </a:prstGeom>
          </p:spPr>
          <p:style>
            <a:lnRef idx="2">
              <a:schemeClr val="accent5">
                <a:shade val="50000"/>
              </a:schemeClr>
            </a:lnRef>
            <a:fillRef idx="1">
              <a:schemeClr val="accent5"/>
            </a:fillRef>
            <a:effectRef idx="0">
              <a:schemeClr val="accent5"/>
            </a:effectRef>
            <a:fontRef idx="minor">
              <a:schemeClr val="lt1"/>
            </a:fontRef>
          </p:style>
          <p:txBody>
            <a:bodyPr rtlCol="0" anchor="ctr"/>
            <a:lstStyle/>
            <a:p>
              <a:pPr algn="ctr"/>
              <a:endParaRPr lang="zh-CN" altLang="en-US"/>
            </a:p>
          </p:txBody>
        </p:sp>
        <p:sp>
          <p:nvSpPr>
            <p:cNvPr id="68" name="íşlïḍè">
              <a:extLst>
                <a:ext uri="{FF2B5EF4-FFF2-40B4-BE49-F238E27FC236}">
                  <a16:creationId xmlns:a16="http://schemas.microsoft.com/office/drawing/2014/main" id="{1718D427-6351-45D3-90F9-0D412C05107C}"/>
                </a:ext>
              </a:extLst>
            </p:cNvPr>
            <p:cNvSpPr txBox="1"/>
            <p:nvPr/>
          </p:nvSpPr>
          <p:spPr>
            <a:xfrm>
              <a:off x="2135370" y="2761413"/>
              <a:ext cx="865823" cy="400110"/>
            </a:xfrm>
            <a:prstGeom prst="rect">
              <a:avLst/>
            </a:prstGeom>
            <a:noFill/>
          </p:spPr>
          <p:txBody>
            <a:bodyPr wrap="square" lIns="91440" tIns="45720" rIns="91440" bIns="45720" anchor="ctr">
              <a:noAutofit/>
            </a:bodyPr>
            <a:lstStyle/>
            <a:p>
              <a:pPr algn="ctr"/>
              <a:r>
                <a:rPr lang="en-US" altLang="zh-CN" b="1" dirty="0">
                  <a:solidFill>
                    <a:schemeClr val="bg1"/>
                  </a:solidFill>
                  <a:latin typeface="Arial Narrow" panose="020B0606020202030204" pitchFamily="34" charset="0"/>
                </a:rPr>
                <a:t>VLAN3</a:t>
              </a:r>
              <a:endParaRPr lang="zh-CN" altLang="en-US" b="1" dirty="0">
                <a:solidFill>
                  <a:schemeClr val="bg1"/>
                </a:solidFill>
                <a:latin typeface="Arial Narrow" panose="020B0606020202030204" pitchFamily="34" charset="0"/>
              </a:endParaRPr>
            </a:p>
          </p:txBody>
        </p:sp>
      </p:grpSp>
      <p:grpSp>
        <p:nvGrpSpPr>
          <p:cNvPr id="10" name="组合 9">
            <a:extLst>
              <a:ext uri="{FF2B5EF4-FFF2-40B4-BE49-F238E27FC236}">
                <a16:creationId xmlns:a16="http://schemas.microsoft.com/office/drawing/2014/main" id="{F8D767E8-38BB-4372-B88B-2EA238FAC431}"/>
              </a:ext>
            </a:extLst>
          </p:cNvPr>
          <p:cNvGrpSpPr/>
          <p:nvPr/>
        </p:nvGrpSpPr>
        <p:grpSpPr>
          <a:xfrm>
            <a:off x="2135370" y="2724150"/>
            <a:ext cx="865823" cy="3041650"/>
            <a:chOff x="2135370" y="2724150"/>
            <a:chExt cx="865823" cy="3041650"/>
          </a:xfrm>
        </p:grpSpPr>
        <p:sp>
          <p:nvSpPr>
            <p:cNvPr id="8" name="矩形: 圆角 7">
              <a:extLst>
                <a:ext uri="{FF2B5EF4-FFF2-40B4-BE49-F238E27FC236}">
                  <a16:creationId xmlns:a16="http://schemas.microsoft.com/office/drawing/2014/main" id="{EAAC964B-B5C7-4352-B8EA-30B4C68FB5BE}"/>
                </a:ext>
              </a:extLst>
            </p:cNvPr>
            <p:cNvSpPr/>
            <p:nvPr/>
          </p:nvSpPr>
          <p:spPr>
            <a:xfrm>
              <a:off x="2146299" y="2724150"/>
              <a:ext cx="844551" cy="3041650"/>
            </a:xfrm>
            <a:prstGeom prst="roundRect">
              <a:avLst/>
            </a:prstGeom>
            <a:solidFill>
              <a:schemeClr val="accent6"/>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61" name="íşlïḍè">
              <a:extLst>
                <a:ext uri="{FF2B5EF4-FFF2-40B4-BE49-F238E27FC236}">
                  <a16:creationId xmlns:a16="http://schemas.microsoft.com/office/drawing/2014/main" id="{89CA5AB4-FFCA-4A10-ADE8-A57272C5E251}"/>
                </a:ext>
              </a:extLst>
            </p:cNvPr>
            <p:cNvSpPr txBox="1"/>
            <p:nvPr/>
          </p:nvSpPr>
          <p:spPr>
            <a:xfrm>
              <a:off x="2135370" y="2761413"/>
              <a:ext cx="865823" cy="400110"/>
            </a:xfrm>
            <a:prstGeom prst="rect">
              <a:avLst/>
            </a:prstGeom>
            <a:noFill/>
          </p:spPr>
          <p:txBody>
            <a:bodyPr wrap="square" lIns="91440" tIns="45720" rIns="91440" bIns="45720" anchor="ctr">
              <a:noAutofit/>
            </a:bodyPr>
            <a:lstStyle/>
            <a:p>
              <a:pPr algn="ctr"/>
              <a:r>
                <a:rPr lang="en-US" altLang="zh-CN" b="1" dirty="0">
                  <a:solidFill>
                    <a:schemeClr val="bg1"/>
                  </a:solidFill>
                  <a:latin typeface="Arial Narrow" panose="020B0606020202030204" pitchFamily="34" charset="0"/>
                </a:rPr>
                <a:t>VLAN2</a:t>
              </a:r>
              <a:endParaRPr lang="zh-CN" altLang="en-US" b="1" dirty="0">
                <a:solidFill>
                  <a:schemeClr val="bg1"/>
                </a:solidFill>
                <a:latin typeface="Arial Narrow" panose="020B0606020202030204" pitchFamily="34" charset="0"/>
              </a:endParaRPr>
            </a:p>
          </p:txBody>
        </p:sp>
      </p:grpSp>
      <p:grpSp>
        <p:nvGrpSpPr>
          <p:cNvPr id="4" name="组合 3">
            <a:extLst>
              <a:ext uri="{FF2B5EF4-FFF2-40B4-BE49-F238E27FC236}">
                <a16:creationId xmlns:a16="http://schemas.microsoft.com/office/drawing/2014/main" id="{9A1EA9F2-FCB6-48C3-935F-7AE7E3AD14AC}"/>
              </a:ext>
            </a:extLst>
          </p:cNvPr>
          <p:cNvGrpSpPr/>
          <p:nvPr/>
        </p:nvGrpSpPr>
        <p:grpSpPr>
          <a:xfrm>
            <a:off x="304800" y="749300"/>
            <a:ext cx="4938199" cy="400110"/>
            <a:chOff x="424117" y="898245"/>
            <a:chExt cx="4938199" cy="400110"/>
          </a:xfrm>
        </p:grpSpPr>
        <p:sp>
          <p:nvSpPr>
            <p:cNvPr id="2" name="平行四边形 1">
              <a:extLst>
                <a:ext uri="{FF2B5EF4-FFF2-40B4-BE49-F238E27FC236}">
                  <a16:creationId xmlns:a16="http://schemas.microsoft.com/office/drawing/2014/main" id="{1F5BAA3F-9845-4F89-A2DD-8222D3E4EDAC}"/>
                </a:ext>
              </a:extLst>
            </p:cNvPr>
            <p:cNvSpPr/>
            <p:nvPr/>
          </p:nvSpPr>
          <p:spPr>
            <a:xfrm>
              <a:off x="424117" y="898245"/>
              <a:ext cx="628306" cy="387090"/>
            </a:xfrm>
            <a:prstGeom prst="parallelogram">
              <a:avLst/>
            </a:prstGeom>
            <a:solidFill>
              <a:schemeClr val="accent3">
                <a:lumMod val="75000"/>
              </a:schemeClr>
            </a:solidFill>
            <a:ln>
              <a:solidFill>
                <a:schemeClr val="accent3">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CN" sz="2200" dirty="0">
                  <a:latin typeface="Impact" panose="020B0806030902050204" pitchFamily="34" charset="0"/>
                </a:rPr>
                <a:t>01</a:t>
              </a:r>
              <a:endParaRPr lang="zh-CN" altLang="en-US" sz="2200" dirty="0">
                <a:latin typeface="Impact" panose="020B0806030902050204" pitchFamily="34" charset="0"/>
              </a:endParaRPr>
            </a:p>
          </p:txBody>
        </p:sp>
        <p:sp>
          <p:nvSpPr>
            <p:cNvPr id="3" name="文本框 2">
              <a:extLst>
                <a:ext uri="{FF2B5EF4-FFF2-40B4-BE49-F238E27FC236}">
                  <a16:creationId xmlns:a16="http://schemas.microsoft.com/office/drawing/2014/main" id="{4D6BD736-A4D3-4F26-AFED-36E11F50F70B}"/>
                </a:ext>
              </a:extLst>
            </p:cNvPr>
            <p:cNvSpPr txBox="1"/>
            <p:nvPr/>
          </p:nvSpPr>
          <p:spPr>
            <a:xfrm>
              <a:off x="1052423" y="898245"/>
              <a:ext cx="4309893" cy="400110"/>
            </a:xfrm>
            <a:prstGeom prst="rect">
              <a:avLst/>
            </a:prstGeom>
            <a:noFill/>
          </p:spPr>
          <p:txBody>
            <a:bodyPr wrap="square" rtlCol="0">
              <a:spAutoFit/>
            </a:bodyPr>
            <a:lstStyle/>
            <a:p>
              <a:r>
                <a:rPr lang="zh-CN" altLang="en-US" sz="2000" b="1" dirty="0">
                  <a:solidFill>
                    <a:schemeClr val="tx1"/>
                  </a:solidFill>
                  <a:latin typeface="Arial Narrow" panose="020B0606020202030204" pitchFamily="34" charset="0"/>
                </a:rPr>
                <a:t>虚拟局域网</a:t>
              </a:r>
              <a:r>
                <a:rPr lang="en-US" altLang="zh-CN" sz="2000" b="1" dirty="0">
                  <a:solidFill>
                    <a:schemeClr val="tx1"/>
                  </a:solidFill>
                  <a:latin typeface="Arial Narrow" panose="020B0606020202030204" pitchFamily="34" charset="0"/>
                </a:rPr>
                <a:t>VLAN</a:t>
              </a:r>
              <a:r>
                <a:rPr lang="zh-CN" altLang="en-US" sz="2000" b="1" dirty="0">
                  <a:solidFill>
                    <a:schemeClr val="tx1"/>
                  </a:solidFill>
                  <a:latin typeface="Arial Narrow" panose="020B0606020202030204" pitchFamily="34" charset="0"/>
                </a:rPr>
                <a:t>的</a:t>
              </a:r>
              <a:r>
                <a:rPr lang="zh-CN" altLang="en-US" sz="2000" b="1" dirty="0">
                  <a:latin typeface="Arial Narrow" panose="020B0606020202030204" pitchFamily="34" charset="0"/>
                </a:rPr>
                <a:t>实现机制</a:t>
              </a:r>
              <a:endParaRPr lang="en-US" altLang="zh-CN" sz="2000" b="1" dirty="0">
                <a:solidFill>
                  <a:schemeClr val="tx1"/>
                </a:solidFill>
                <a:latin typeface="Arial Narrow" panose="020B0606020202030204" pitchFamily="34" charset="0"/>
              </a:endParaRPr>
            </a:p>
          </p:txBody>
        </p:sp>
      </p:grpSp>
      <p:sp>
        <p:nvSpPr>
          <p:cNvPr id="9" name="文本框 8">
            <a:extLst>
              <a:ext uri="{FF2B5EF4-FFF2-40B4-BE49-F238E27FC236}">
                <a16:creationId xmlns:a16="http://schemas.microsoft.com/office/drawing/2014/main" id="{7E01F55D-5303-4639-8DD9-B3123C1AE516}"/>
              </a:ext>
            </a:extLst>
          </p:cNvPr>
          <p:cNvSpPr txBox="1"/>
          <p:nvPr/>
        </p:nvSpPr>
        <p:spPr>
          <a:xfrm>
            <a:off x="4141958" y="742690"/>
            <a:ext cx="4443242" cy="400110"/>
          </a:xfrm>
          <a:prstGeom prst="rect">
            <a:avLst/>
          </a:prstGeom>
          <a:noFill/>
        </p:spPr>
        <p:txBody>
          <a:bodyPr wrap="square" rtlCol="0">
            <a:spAutoFit/>
          </a:bodyPr>
          <a:lstStyle/>
          <a:p>
            <a:r>
              <a:rPr lang="en-US" altLang="zh-CN" sz="2000" b="1" dirty="0">
                <a:solidFill>
                  <a:schemeClr val="accent3">
                    <a:lumMod val="75000"/>
                  </a:schemeClr>
                </a:solidFill>
                <a:latin typeface="Arial Narrow" panose="020B0606020202030204" pitchFamily="34" charset="0"/>
              </a:rPr>
              <a:t>——  </a:t>
            </a:r>
            <a:r>
              <a:rPr lang="zh-CN" altLang="en-US" sz="2000" b="1" dirty="0">
                <a:solidFill>
                  <a:schemeClr val="accent3">
                    <a:lumMod val="75000"/>
                  </a:schemeClr>
                </a:solidFill>
                <a:latin typeface="Arial Narrow" panose="020B0606020202030204" pitchFamily="34" charset="0"/>
              </a:rPr>
              <a:t>以太网交换机的接口类型</a:t>
            </a:r>
            <a:endParaRPr lang="en-US" altLang="zh-CN" sz="2000" b="1" dirty="0">
              <a:solidFill>
                <a:schemeClr val="accent3">
                  <a:lumMod val="75000"/>
                </a:schemeClr>
              </a:solidFill>
              <a:latin typeface="Arial Narrow" panose="020B0606020202030204" pitchFamily="34" charset="0"/>
            </a:endParaRPr>
          </a:p>
        </p:txBody>
      </p:sp>
      <p:sp>
        <p:nvSpPr>
          <p:cNvPr id="11" name="íşlïḍè">
            <a:extLst>
              <a:ext uri="{FF2B5EF4-FFF2-40B4-BE49-F238E27FC236}">
                <a16:creationId xmlns:a16="http://schemas.microsoft.com/office/drawing/2014/main" id="{7AA3015A-52E8-4E4D-820F-06063E0CA2B4}"/>
              </a:ext>
            </a:extLst>
          </p:cNvPr>
          <p:cNvSpPr txBox="1"/>
          <p:nvPr/>
        </p:nvSpPr>
        <p:spPr>
          <a:xfrm>
            <a:off x="839330" y="1236602"/>
            <a:ext cx="10513339" cy="400110"/>
          </a:xfrm>
          <a:prstGeom prst="rect">
            <a:avLst/>
          </a:prstGeom>
          <a:noFill/>
        </p:spPr>
        <p:txBody>
          <a:bodyPr wrap="square" lIns="91440" tIns="45720" rIns="91440" bIns="45720" anchor="ctr">
            <a:noAutofit/>
          </a:bodyPr>
          <a:lstStyle/>
          <a:p>
            <a:r>
              <a:rPr lang="en-US" altLang="zh-CN" b="1" dirty="0">
                <a:latin typeface="Arial Narrow" panose="020B0606020202030204" pitchFamily="34" charset="0"/>
              </a:rPr>
              <a:t>【</a:t>
            </a:r>
            <a:r>
              <a:rPr lang="zh-CN" altLang="en-US" b="1" dirty="0">
                <a:latin typeface="Arial Narrow" panose="020B0606020202030204" pitchFamily="34" charset="0"/>
              </a:rPr>
              <a:t>例</a:t>
            </a:r>
            <a:r>
              <a:rPr lang="en-US" altLang="zh-CN" b="1" dirty="0">
                <a:latin typeface="Arial Narrow" panose="020B0606020202030204" pitchFamily="34" charset="0"/>
              </a:rPr>
              <a:t>2】</a:t>
            </a:r>
            <a:r>
              <a:rPr lang="zh-CN" altLang="en-US" b="1" dirty="0">
                <a:latin typeface="Arial Narrow" panose="020B0606020202030204" pitchFamily="34" charset="0"/>
              </a:rPr>
              <a:t>在一个交换机上划分两个不同</a:t>
            </a:r>
            <a:r>
              <a:rPr lang="en-US" altLang="zh-CN" b="1" dirty="0">
                <a:latin typeface="Arial Narrow" panose="020B0606020202030204" pitchFamily="34" charset="0"/>
              </a:rPr>
              <a:t>VLAN</a:t>
            </a:r>
            <a:r>
              <a:rPr lang="zh-CN" altLang="en-US" b="1" dirty="0">
                <a:latin typeface="Arial Narrow" panose="020B0606020202030204" pitchFamily="34" charset="0"/>
              </a:rPr>
              <a:t>的情况。</a:t>
            </a:r>
          </a:p>
        </p:txBody>
      </p:sp>
      <p:sp>
        <p:nvSpPr>
          <p:cNvPr id="20" name="矩形 19">
            <a:extLst>
              <a:ext uri="{FF2B5EF4-FFF2-40B4-BE49-F238E27FC236}">
                <a16:creationId xmlns:a16="http://schemas.microsoft.com/office/drawing/2014/main" id="{B7E1855B-BB0E-4F7F-86D0-BB02329A21F2}"/>
              </a:ext>
            </a:extLst>
          </p:cNvPr>
          <p:cNvSpPr/>
          <p:nvPr/>
        </p:nvSpPr>
        <p:spPr>
          <a:xfrm>
            <a:off x="4448173" y="4062426"/>
            <a:ext cx="1050925" cy="331788"/>
          </a:xfrm>
          <a:prstGeom prst="rect">
            <a:avLst/>
          </a:prstGeom>
          <a:solidFill>
            <a:schemeClr val="accent4"/>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CN" sz="2000" b="1" dirty="0">
                <a:solidFill>
                  <a:schemeClr val="bg1"/>
                </a:solidFill>
                <a:latin typeface="Arial Narrow" panose="020B0606020202030204" pitchFamily="34" charset="0"/>
              </a:rPr>
              <a:t>Access</a:t>
            </a:r>
            <a:endParaRPr lang="zh-CN" altLang="en-US" sz="2000" b="1" dirty="0">
              <a:solidFill>
                <a:schemeClr val="bg1"/>
              </a:solidFill>
              <a:latin typeface="Arial Narrow" panose="020B0606020202030204" pitchFamily="34" charset="0"/>
            </a:endParaRPr>
          </a:p>
        </p:txBody>
      </p:sp>
      <p:sp>
        <p:nvSpPr>
          <p:cNvPr id="24" name="矩形 23">
            <a:extLst>
              <a:ext uri="{FF2B5EF4-FFF2-40B4-BE49-F238E27FC236}">
                <a16:creationId xmlns:a16="http://schemas.microsoft.com/office/drawing/2014/main" id="{A4E7391A-1751-4FC1-8717-F49F032890FD}"/>
              </a:ext>
            </a:extLst>
          </p:cNvPr>
          <p:cNvSpPr/>
          <p:nvPr/>
        </p:nvSpPr>
        <p:spPr>
          <a:xfrm>
            <a:off x="4448174" y="5665003"/>
            <a:ext cx="1050925" cy="331788"/>
          </a:xfrm>
          <a:prstGeom prst="rect">
            <a:avLst/>
          </a:prstGeom>
          <a:solidFill>
            <a:schemeClr val="accent4"/>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CN" sz="2000" b="1" dirty="0">
                <a:solidFill>
                  <a:schemeClr val="bg1"/>
                </a:solidFill>
                <a:latin typeface="Arial Narrow" panose="020B0606020202030204" pitchFamily="34" charset="0"/>
              </a:rPr>
              <a:t>Access</a:t>
            </a:r>
            <a:endParaRPr lang="zh-CN" altLang="en-US" sz="2000" b="1" dirty="0">
              <a:solidFill>
                <a:schemeClr val="bg1"/>
              </a:solidFill>
              <a:latin typeface="Arial Narrow" panose="020B0606020202030204" pitchFamily="34" charset="0"/>
            </a:endParaRPr>
          </a:p>
        </p:txBody>
      </p:sp>
      <p:sp>
        <p:nvSpPr>
          <p:cNvPr id="28" name="矩形 27">
            <a:extLst>
              <a:ext uri="{FF2B5EF4-FFF2-40B4-BE49-F238E27FC236}">
                <a16:creationId xmlns:a16="http://schemas.microsoft.com/office/drawing/2014/main" id="{470F44F1-DD3E-42C3-B3F3-DF5C2565B8F7}"/>
              </a:ext>
            </a:extLst>
          </p:cNvPr>
          <p:cNvSpPr/>
          <p:nvPr/>
        </p:nvSpPr>
        <p:spPr>
          <a:xfrm>
            <a:off x="6699250" y="4062426"/>
            <a:ext cx="1050925" cy="331788"/>
          </a:xfrm>
          <a:prstGeom prst="rect">
            <a:avLst/>
          </a:prstGeom>
          <a:solidFill>
            <a:schemeClr val="accent4"/>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CN" sz="2000" b="1" dirty="0">
                <a:solidFill>
                  <a:schemeClr val="bg1"/>
                </a:solidFill>
                <a:latin typeface="Arial Narrow" panose="020B0606020202030204" pitchFamily="34" charset="0"/>
              </a:rPr>
              <a:t>Access</a:t>
            </a:r>
            <a:endParaRPr lang="zh-CN" altLang="en-US" sz="2000" b="1" dirty="0">
              <a:solidFill>
                <a:schemeClr val="bg1"/>
              </a:solidFill>
              <a:latin typeface="Arial Narrow" panose="020B0606020202030204" pitchFamily="34" charset="0"/>
            </a:endParaRPr>
          </a:p>
        </p:txBody>
      </p:sp>
      <p:sp>
        <p:nvSpPr>
          <p:cNvPr id="32" name="矩形 31">
            <a:extLst>
              <a:ext uri="{FF2B5EF4-FFF2-40B4-BE49-F238E27FC236}">
                <a16:creationId xmlns:a16="http://schemas.microsoft.com/office/drawing/2014/main" id="{CB471B25-1E07-49B5-8232-C4D460EEECA0}"/>
              </a:ext>
            </a:extLst>
          </p:cNvPr>
          <p:cNvSpPr/>
          <p:nvPr/>
        </p:nvSpPr>
        <p:spPr>
          <a:xfrm>
            <a:off x="6699251" y="5665003"/>
            <a:ext cx="1050925" cy="331788"/>
          </a:xfrm>
          <a:prstGeom prst="rect">
            <a:avLst/>
          </a:prstGeom>
          <a:solidFill>
            <a:schemeClr val="accent4"/>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CN" sz="2000" b="1" dirty="0">
                <a:solidFill>
                  <a:schemeClr val="bg1"/>
                </a:solidFill>
                <a:latin typeface="Arial Narrow" panose="020B0606020202030204" pitchFamily="34" charset="0"/>
              </a:rPr>
              <a:t>Access</a:t>
            </a:r>
            <a:endParaRPr lang="zh-CN" altLang="en-US" sz="2000" b="1" dirty="0">
              <a:solidFill>
                <a:schemeClr val="bg1"/>
              </a:solidFill>
              <a:latin typeface="Arial Narrow" panose="020B0606020202030204" pitchFamily="34" charset="0"/>
            </a:endParaRPr>
          </a:p>
        </p:txBody>
      </p:sp>
      <p:sp>
        <p:nvSpPr>
          <p:cNvPr id="18" name="矩形 17">
            <a:extLst>
              <a:ext uri="{FF2B5EF4-FFF2-40B4-BE49-F238E27FC236}">
                <a16:creationId xmlns:a16="http://schemas.microsoft.com/office/drawing/2014/main" id="{9FF17DC4-7312-49F3-82F1-6543D08F7A97}"/>
              </a:ext>
            </a:extLst>
          </p:cNvPr>
          <p:cNvSpPr/>
          <p:nvPr/>
        </p:nvSpPr>
        <p:spPr>
          <a:xfrm>
            <a:off x="4448173" y="3398850"/>
            <a:ext cx="1050925" cy="331788"/>
          </a:xfrm>
          <a:prstGeom prst="rect">
            <a:avLst/>
          </a:prstGeom>
          <a:solidFill>
            <a:schemeClr val="accent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CN" sz="2000" b="1" dirty="0">
                <a:solidFill>
                  <a:schemeClr val="bg1"/>
                </a:solidFill>
                <a:latin typeface="Arial Narrow" panose="020B0606020202030204" pitchFamily="34" charset="0"/>
              </a:rPr>
              <a:t>PVID=1</a:t>
            </a:r>
            <a:endParaRPr lang="zh-CN" altLang="en-US" sz="2000" b="1" dirty="0">
              <a:solidFill>
                <a:schemeClr val="bg1"/>
              </a:solidFill>
              <a:latin typeface="Arial Narrow" panose="020B0606020202030204" pitchFamily="34" charset="0"/>
            </a:endParaRPr>
          </a:p>
        </p:txBody>
      </p:sp>
      <p:sp>
        <p:nvSpPr>
          <p:cNvPr id="22" name="矩形 21">
            <a:extLst>
              <a:ext uri="{FF2B5EF4-FFF2-40B4-BE49-F238E27FC236}">
                <a16:creationId xmlns:a16="http://schemas.microsoft.com/office/drawing/2014/main" id="{4F924B51-5424-48CF-AA09-489275DC4623}"/>
              </a:ext>
            </a:extLst>
          </p:cNvPr>
          <p:cNvSpPr/>
          <p:nvPr/>
        </p:nvSpPr>
        <p:spPr>
          <a:xfrm>
            <a:off x="4448174" y="5001427"/>
            <a:ext cx="1050925" cy="331788"/>
          </a:xfrm>
          <a:prstGeom prst="rect">
            <a:avLst/>
          </a:prstGeom>
          <a:solidFill>
            <a:schemeClr val="accent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CN" sz="2000" b="1" dirty="0">
                <a:solidFill>
                  <a:schemeClr val="bg1"/>
                </a:solidFill>
                <a:latin typeface="Arial Narrow" panose="020B0606020202030204" pitchFamily="34" charset="0"/>
              </a:rPr>
              <a:t>PVID=1</a:t>
            </a:r>
            <a:endParaRPr lang="zh-CN" altLang="en-US" sz="2000" b="1" dirty="0">
              <a:solidFill>
                <a:schemeClr val="bg1"/>
              </a:solidFill>
              <a:latin typeface="Arial Narrow" panose="020B0606020202030204" pitchFamily="34" charset="0"/>
            </a:endParaRPr>
          </a:p>
        </p:txBody>
      </p:sp>
      <p:sp>
        <p:nvSpPr>
          <p:cNvPr id="26" name="矩形 25">
            <a:extLst>
              <a:ext uri="{FF2B5EF4-FFF2-40B4-BE49-F238E27FC236}">
                <a16:creationId xmlns:a16="http://schemas.microsoft.com/office/drawing/2014/main" id="{F1B3D3B5-5935-4DF1-8637-BC378DCF6A03}"/>
              </a:ext>
            </a:extLst>
          </p:cNvPr>
          <p:cNvSpPr/>
          <p:nvPr/>
        </p:nvSpPr>
        <p:spPr>
          <a:xfrm>
            <a:off x="6699250" y="3398850"/>
            <a:ext cx="1050925" cy="331788"/>
          </a:xfrm>
          <a:prstGeom prst="rect">
            <a:avLst/>
          </a:prstGeom>
          <a:solidFill>
            <a:schemeClr val="accent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CN" sz="2000" b="1" dirty="0">
                <a:solidFill>
                  <a:schemeClr val="bg1"/>
                </a:solidFill>
                <a:latin typeface="Arial Narrow" panose="020B0606020202030204" pitchFamily="34" charset="0"/>
              </a:rPr>
              <a:t>PVID=1</a:t>
            </a:r>
            <a:endParaRPr lang="zh-CN" altLang="en-US" sz="2000" b="1" dirty="0">
              <a:solidFill>
                <a:schemeClr val="bg1"/>
              </a:solidFill>
              <a:latin typeface="Arial Narrow" panose="020B0606020202030204" pitchFamily="34" charset="0"/>
            </a:endParaRPr>
          </a:p>
        </p:txBody>
      </p:sp>
      <p:sp>
        <p:nvSpPr>
          <p:cNvPr id="30" name="矩形 29">
            <a:extLst>
              <a:ext uri="{FF2B5EF4-FFF2-40B4-BE49-F238E27FC236}">
                <a16:creationId xmlns:a16="http://schemas.microsoft.com/office/drawing/2014/main" id="{38614433-FAF6-4DF5-98A0-71D6FD64EA4B}"/>
              </a:ext>
            </a:extLst>
          </p:cNvPr>
          <p:cNvSpPr/>
          <p:nvPr/>
        </p:nvSpPr>
        <p:spPr>
          <a:xfrm>
            <a:off x="6699251" y="5001427"/>
            <a:ext cx="1050925" cy="331788"/>
          </a:xfrm>
          <a:prstGeom prst="rect">
            <a:avLst/>
          </a:prstGeom>
          <a:solidFill>
            <a:schemeClr val="accent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CN" sz="2000" b="1" dirty="0">
                <a:solidFill>
                  <a:schemeClr val="bg1"/>
                </a:solidFill>
                <a:latin typeface="Arial Narrow" panose="020B0606020202030204" pitchFamily="34" charset="0"/>
              </a:rPr>
              <a:t>PVID=1</a:t>
            </a:r>
            <a:endParaRPr lang="zh-CN" altLang="en-US" sz="2000" b="1" dirty="0">
              <a:solidFill>
                <a:schemeClr val="bg1"/>
              </a:solidFill>
              <a:latin typeface="Arial Narrow" panose="020B0606020202030204" pitchFamily="34" charset="0"/>
            </a:endParaRPr>
          </a:p>
        </p:txBody>
      </p:sp>
      <p:grpSp>
        <p:nvGrpSpPr>
          <p:cNvPr id="56" name="组合 55">
            <a:extLst>
              <a:ext uri="{FF2B5EF4-FFF2-40B4-BE49-F238E27FC236}">
                <a16:creationId xmlns:a16="http://schemas.microsoft.com/office/drawing/2014/main" id="{ED900606-F7CE-4824-8EA8-62FB879E7403}"/>
              </a:ext>
            </a:extLst>
          </p:cNvPr>
          <p:cNvGrpSpPr/>
          <p:nvPr/>
        </p:nvGrpSpPr>
        <p:grpSpPr>
          <a:xfrm>
            <a:off x="2236875" y="2045293"/>
            <a:ext cx="7718250" cy="4317407"/>
            <a:chOff x="2236875" y="2045293"/>
            <a:chExt cx="7718250" cy="4317407"/>
          </a:xfrm>
        </p:grpSpPr>
        <p:grpSp>
          <p:nvGrpSpPr>
            <p:cNvPr id="51" name="组合 50">
              <a:extLst>
                <a:ext uri="{FF2B5EF4-FFF2-40B4-BE49-F238E27FC236}">
                  <a16:creationId xmlns:a16="http://schemas.microsoft.com/office/drawing/2014/main" id="{4A24894D-B07F-49D4-9C66-0022E95368D2}"/>
                </a:ext>
              </a:extLst>
            </p:cNvPr>
            <p:cNvGrpSpPr/>
            <p:nvPr/>
          </p:nvGrpSpPr>
          <p:grpSpPr>
            <a:xfrm>
              <a:off x="2236875" y="2045293"/>
              <a:ext cx="7718250" cy="4317407"/>
              <a:chOff x="2236875" y="1791293"/>
              <a:chExt cx="7718250" cy="4317407"/>
            </a:xfrm>
          </p:grpSpPr>
          <p:grpSp>
            <p:nvGrpSpPr>
              <p:cNvPr id="49" name="组合 48">
                <a:extLst>
                  <a:ext uri="{FF2B5EF4-FFF2-40B4-BE49-F238E27FC236}">
                    <a16:creationId xmlns:a16="http://schemas.microsoft.com/office/drawing/2014/main" id="{9578F982-B46C-4F17-819E-EDABE967900E}"/>
                  </a:ext>
                </a:extLst>
              </p:cNvPr>
              <p:cNvGrpSpPr/>
              <p:nvPr/>
            </p:nvGrpSpPr>
            <p:grpSpPr>
              <a:xfrm>
                <a:off x="2236875" y="2197100"/>
                <a:ext cx="7718250" cy="3911600"/>
                <a:chOff x="2236875" y="2197100"/>
                <a:chExt cx="7718250" cy="3911600"/>
              </a:xfrm>
            </p:grpSpPr>
            <p:cxnSp>
              <p:nvCxnSpPr>
                <p:cNvPr id="35" name="直接连接符 34">
                  <a:extLst>
                    <a:ext uri="{FF2B5EF4-FFF2-40B4-BE49-F238E27FC236}">
                      <a16:creationId xmlns:a16="http://schemas.microsoft.com/office/drawing/2014/main" id="{7F1A5C97-32BC-4856-BF65-7AE987D8E4AC}"/>
                    </a:ext>
                  </a:extLst>
                </p:cNvPr>
                <p:cNvCxnSpPr>
                  <a:cxnSpLocks/>
                </p:cNvCxnSpPr>
                <p:nvPr/>
              </p:nvCxnSpPr>
              <p:spPr>
                <a:xfrm flipH="1">
                  <a:off x="2797387" y="3642532"/>
                  <a:ext cx="1650786" cy="0"/>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sp>
              <p:nvSpPr>
                <p:cNvPr id="6" name="矩形 5">
                  <a:extLst>
                    <a:ext uri="{FF2B5EF4-FFF2-40B4-BE49-F238E27FC236}">
                      <a16:creationId xmlns:a16="http://schemas.microsoft.com/office/drawing/2014/main" id="{B73795E7-AA4E-46BD-A009-E7B559FC741E}"/>
                    </a:ext>
                  </a:extLst>
                </p:cNvPr>
                <p:cNvSpPr/>
                <p:nvPr/>
              </p:nvSpPr>
              <p:spPr>
                <a:xfrm>
                  <a:off x="4441825" y="2197100"/>
                  <a:ext cx="3308350" cy="3911600"/>
                </a:xfrm>
                <a:prstGeom prst="rect">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19" name="矩形 18">
                  <a:extLst>
                    <a:ext uri="{FF2B5EF4-FFF2-40B4-BE49-F238E27FC236}">
                      <a16:creationId xmlns:a16="http://schemas.microsoft.com/office/drawing/2014/main" id="{77C24B11-AA44-4B22-9A14-1ED14C517EC7}"/>
                    </a:ext>
                  </a:extLst>
                </p:cNvPr>
                <p:cNvSpPr/>
                <p:nvPr/>
              </p:nvSpPr>
              <p:spPr>
                <a:xfrm>
                  <a:off x="4448173" y="3476638"/>
                  <a:ext cx="1050925" cy="331788"/>
                </a:xfrm>
                <a:prstGeom prst="rect">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CN" sz="2000" b="1" dirty="0">
                      <a:solidFill>
                        <a:schemeClr val="tx1"/>
                      </a:solidFill>
                      <a:latin typeface="Arial Black" panose="020B0A04020102020204" pitchFamily="34" charset="0"/>
                    </a:rPr>
                    <a:t>1</a:t>
                  </a:r>
                  <a:endParaRPr lang="zh-CN" altLang="en-US" sz="2000" b="1" dirty="0">
                    <a:solidFill>
                      <a:schemeClr val="tx1"/>
                    </a:solidFill>
                    <a:latin typeface="Arial Black" panose="020B0A04020102020204" pitchFamily="34" charset="0"/>
                  </a:endParaRPr>
                </a:p>
              </p:txBody>
            </p:sp>
            <p:sp>
              <p:nvSpPr>
                <p:cNvPr id="23" name="矩形 22">
                  <a:extLst>
                    <a:ext uri="{FF2B5EF4-FFF2-40B4-BE49-F238E27FC236}">
                      <a16:creationId xmlns:a16="http://schemas.microsoft.com/office/drawing/2014/main" id="{AB2385F7-9B60-4E01-9222-32199BF93FFE}"/>
                    </a:ext>
                  </a:extLst>
                </p:cNvPr>
                <p:cNvSpPr/>
                <p:nvPr/>
              </p:nvSpPr>
              <p:spPr>
                <a:xfrm>
                  <a:off x="4448174" y="5079215"/>
                  <a:ext cx="1050925" cy="331788"/>
                </a:xfrm>
                <a:prstGeom prst="rect">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CN" sz="2000" b="1" dirty="0">
                      <a:solidFill>
                        <a:schemeClr val="tx1"/>
                      </a:solidFill>
                      <a:latin typeface="Arial Black" panose="020B0A04020102020204" pitchFamily="34" charset="0"/>
                    </a:rPr>
                    <a:t>2</a:t>
                  </a:r>
                  <a:endParaRPr lang="zh-CN" altLang="en-US" sz="2000" b="1" dirty="0">
                    <a:solidFill>
                      <a:schemeClr val="tx1"/>
                    </a:solidFill>
                    <a:latin typeface="Arial Black" panose="020B0A04020102020204" pitchFamily="34" charset="0"/>
                  </a:endParaRPr>
                </a:p>
              </p:txBody>
            </p:sp>
            <p:sp>
              <p:nvSpPr>
                <p:cNvPr id="27" name="矩形 26">
                  <a:extLst>
                    <a:ext uri="{FF2B5EF4-FFF2-40B4-BE49-F238E27FC236}">
                      <a16:creationId xmlns:a16="http://schemas.microsoft.com/office/drawing/2014/main" id="{03E60741-BE28-4E2A-8520-4D9B8EF88A23}"/>
                    </a:ext>
                  </a:extLst>
                </p:cNvPr>
                <p:cNvSpPr/>
                <p:nvPr/>
              </p:nvSpPr>
              <p:spPr>
                <a:xfrm>
                  <a:off x="6699250" y="3476638"/>
                  <a:ext cx="1050925" cy="331788"/>
                </a:xfrm>
                <a:prstGeom prst="rect">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CN" sz="2000" b="1" dirty="0">
                      <a:solidFill>
                        <a:schemeClr val="tx1"/>
                      </a:solidFill>
                      <a:latin typeface="Arial Black" panose="020B0A04020102020204" pitchFamily="34" charset="0"/>
                    </a:rPr>
                    <a:t>3</a:t>
                  </a:r>
                  <a:endParaRPr lang="zh-CN" altLang="en-US" sz="2000" b="1" dirty="0">
                    <a:solidFill>
                      <a:schemeClr val="tx1"/>
                    </a:solidFill>
                    <a:latin typeface="Arial Black" panose="020B0A04020102020204" pitchFamily="34" charset="0"/>
                  </a:endParaRPr>
                </a:p>
              </p:txBody>
            </p:sp>
            <p:sp>
              <p:nvSpPr>
                <p:cNvPr id="31" name="矩形 30">
                  <a:extLst>
                    <a:ext uri="{FF2B5EF4-FFF2-40B4-BE49-F238E27FC236}">
                      <a16:creationId xmlns:a16="http://schemas.microsoft.com/office/drawing/2014/main" id="{9FDBF4C8-3C90-491A-A517-2E721072CA89}"/>
                    </a:ext>
                  </a:extLst>
                </p:cNvPr>
                <p:cNvSpPr/>
                <p:nvPr/>
              </p:nvSpPr>
              <p:spPr>
                <a:xfrm>
                  <a:off x="6699251" y="5079215"/>
                  <a:ext cx="1050925" cy="331788"/>
                </a:xfrm>
                <a:prstGeom prst="rect">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CN" sz="2000" b="1" dirty="0">
                      <a:solidFill>
                        <a:schemeClr val="tx1"/>
                      </a:solidFill>
                      <a:latin typeface="Arial Black" panose="020B0A04020102020204" pitchFamily="34" charset="0"/>
                    </a:rPr>
                    <a:t>4</a:t>
                  </a:r>
                  <a:endParaRPr lang="zh-CN" altLang="en-US" sz="2000" b="1" dirty="0">
                    <a:solidFill>
                      <a:schemeClr val="tx1"/>
                    </a:solidFill>
                    <a:latin typeface="Arial Black" panose="020B0A04020102020204" pitchFamily="34" charset="0"/>
                  </a:endParaRPr>
                </a:p>
              </p:txBody>
            </p:sp>
            <p:pic>
              <p:nvPicPr>
                <p:cNvPr id="33" name="图形 10">
                  <a:extLst>
                    <a:ext uri="{FF2B5EF4-FFF2-40B4-BE49-F238E27FC236}">
                      <a16:creationId xmlns:a16="http://schemas.microsoft.com/office/drawing/2014/main" id="{45EB2A5E-C932-4270-9B30-415951D6C935}"/>
                    </a:ext>
                  </a:extLst>
                </p:cNvPr>
                <p:cNvPicPr>
                  <a:picLocks noChangeAspect="1"/>
                </p:cNvPicPr>
                <p:nvPr/>
              </p:nvPicPr>
              <p:blipFill>
                <a:blip r:embed="rId3">
                  <a:extLst>
                    <a:ext uri="{28A0092B-C50C-407E-A947-70E740481C1C}">
                      <a14:useLocalDpi xmlns:a14="http://schemas.microsoft.com/office/drawing/2010/main" val="0"/>
                    </a:ext>
                    <a:ext uri="{96DAC541-7B7A-43D3-8B79-37D633B846F1}">
                      <asvg:svgBlip xmlns:asvg="http://schemas.microsoft.com/office/drawing/2016/SVG/main" r:embed="rId4"/>
                    </a:ext>
                  </a:extLst>
                </a:blip>
                <a:stretch>
                  <a:fillRect/>
                </a:stretch>
              </p:blipFill>
              <p:spPr>
                <a:xfrm>
                  <a:off x="2236875" y="3203316"/>
                  <a:ext cx="662814" cy="641082"/>
                </a:xfrm>
                <a:prstGeom prst="rect">
                  <a:avLst/>
                </a:prstGeom>
              </p:spPr>
            </p:pic>
            <p:cxnSp>
              <p:nvCxnSpPr>
                <p:cNvPr id="41" name="直接连接符 40">
                  <a:extLst>
                    <a:ext uri="{FF2B5EF4-FFF2-40B4-BE49-F238E27FC236}">
                      <a16:creationId xmlns:a16="http://schemas.microsoft.com/office/drawing/2014/main" id="{F5A16B36-DB81-469A-8082-FD28F2C01FA1}"/>
                    </a:ext>
                  </a:extLst>
                </p:cNvPr>
                <p:cNvCxnSpPr>
                  <a:cxnSpLocks/>
                </p:cNvCxnSpPr>
                <p:nvPr/>
              </p:nvCxnSpPr>
              <p:spPr>
                <a:xfrm flipH="1">
                  <a:off x="7750175" y="3642532"/>
                  <a:ext cx="1650786" cy="0"/>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cxnSp>
              <p:nvCxnSpPr>
                <p:cNvPr id="42" name="直接连接符 41">
                  <a:extLst>
                    <a:ext uri="{FF2B5EF4-FFF2-40B4-BE49-F238E27FC236}">
                      <a16:creationId xmlns:a16="http://schemas.microsoft.com/office/drawing/2014/main" id="{F91B5B0F-0779-4D3C-B788-C145A44A572C}"/>
                    </a:ext>
                  </a:extLst>
                </p:cNvPr>
                <p:cNvCxnSpPr>
                  <a:cxnSpLocks/>
                </p:cNvCxnSpPr>
                <p:nvPr/>
              </p:nvCxnSpPr>
              <p:spPr>
                <a:xfrm flipH="1">
                  <a:off x="2458720" y="5245109"/>
                  <a:ext cx="1989454" cy="0"/>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cxnSp>
              <p:nvCxnSpPr>
                <p:cNvPr id="45" name="直接连接符 44">
                  <a:extLst>
                    <a:ext uri="{FF2B5EF4-FFF2-40B4-BE49-F238E27FC236}">
                      <a16:creationId xmlns:a16="http://schemas.microsoft.com/office/drawing/2014/main" id="{37FC353E-A226-435F-A36D-5A521BBD87CC}"/>
                    </a:ext>
                  </a:extLst>
                </p:cNvPr>
                <p:cNvCxnSpPr>
                  <a:cxnSpLocks/>
                </p:cNvCxnSpPr>
                <p:nvPr/>
              </p:nvCxnSpPr>
              <p:spPr>
                <a:xfrm flipH="1">
                  <a:off x="7750175" y="5245109"/>
                  <a:ext cx="1989454" cy="0"/>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pic>
              <p:nvPicPr>
                <p:cNvPr id="46" name="图形 10">
                  <a:extLst>
                    <a:ext uri="{FF2B5EF4-FFF2-40B4-BE49-F238E27FC236}">
                      <a16:creationId xmlns:a16="http://schemas.microsoft.com/office/drawing/2014/main" id="{0C267CEC-7965-419C-856B-24593CBA3D8D}"/>
                    </a:ext>
                  </a:extLst>
                </p:cNvPr>
                <p:cNvPicPr>
                  <a:picLocks noChangeAspect="1"/>
                </p:cNvPicPr>
                <p:nvPr/>
              </p:nvPicPr>
              <p:blipFill>
                <a:blip r:embed="rId3">
                  <a:extLst>
                    <a:ext uri="{28A0092B-C50C-407E-A947-70E740481C1C}">
                      <a14:useLocalDpi xmlns:a14="http://schemas.microsoft.com/office/drawing/2010/main" val="0"/>
                    </a:ext>
                    <a:ext uri="{96DAC541-7B7A-43D3-8B79-37D633B846F1}">
                      <asvg:svgBlip xmlns:asvg="http://schemas.microsoft.com/office/drawing/2016/SVG/main" r:embed="rId4"/>
                    </a:ext>
                  </a:extLst>
                </a:blip>
                <a:stretch>
                  <a:fillRect/>
                </a:stretch>
              </p:blipFill>
              <p:spPr>
                <a:xfrm>
                  <a:off x="2236875" y="4769920"/>
                  <a:ext cx="662814" cy="641082"/>
                </a:xfrm>
                <a:prstGeom prst="rect">
                  <a:avLst/>
                </a:prstGeom>
              </p:spPr>
            </p:pic>
            <p:pic>
              <p:nvPicPr>
                <p:cNvPr id="47" name="图形 10">
                  <a:extLst>
                    <a:ext uri="{FF2B5EF4-FFF2-40B4-BE49-F238E27FC236}">
                      <a16:creationId xmlns:a16="http://schemas.microsoft.com/office/drawing/2014/main" id="{8E1F14D7-A86D-41CD-8F97-3C2EEC80AE92}"/>
                    </a:ext>
                  </a:extLst>
                </p:cNvPr>
                <p:cNvPicPr>
                  <a:picLocks noChangeAspect="1"/>
                </p:cNvPicPr>
                <p:nvPr/>
              </p:nvPicPr>
              <p:blipFill>
                <a:blip r:embed="rId3">
                  <a:extLst>
                    <a:ext uri="{28A0092B-C50C-407E-A947-70E740481C1C}">
                      <a14:useLocalDpi xmlns:a14="http://schemas.microsoft.com/office/drawing/2010/main" val="0"/>
                    </a:ext>
                    <a:ext uri="{96DAC541-7B7A-43D3-8B79-37D633B846F1}">
                      <asvg:svgBlip xmlns:asvg="http://schemas.microsoft.com/office/drawing/2016/SVG/main" r:embed="rId4"/>
                    </a:ext>
                  </a:extLst>
                </a:blip>
                <a:stretch>
                  <a:fillRect/>
                </a:stretch>
              </p:blipFill>
              <p:spPr>
                <a:xfrm>
                  <a:off x="9292311" y="3201795"/>
                  <a:ext cx="662814" cy="641082"/>
                </a:xfrm>
                <a:prstGeom prst="rect">
                  <a:avLst/>
                </a:prstGeom>
              </p:spPr>
            </p:pic>
            <p:pic>
              <p:nvPicPr>
                <p:cNvPr id="48" name="图形 10">
                  <a:extLst>
                    <a:ext uri="{FF2B5EF4-FFF2-40B4-BE49-F238E27FC236}">
                      <a16:creationId xmlns:a16="http://schemas.microsoft.com/office/drawing/2014/main" id="{5A547701-5E4A-47BC-90F2-C9711DC35C1B}"/>
                    </a:ext>
                  </a:extLst>
                </p:cNvPr>
                <p:cNvPicPr>
                  <a:picLocks noChangeAspect="1"/>
                </p:cNvPicPr>
                <p:nvPr/>
              </p:nvPicPr>
              <p:blipFill>
                <a:blip r:embed="rId3">
                  <a:extLst>
                    <a:ext uri="{28A0092B-C50C-407E-A947-70E740481C1C}">
                      <a14:useLocalDpi xmlns:a14="http://schemas.microsoft.com/office/drawing/2010/main" val="0"/>
                    </a:ext>
                    <a:ext uri="{96DAC541-7B7A-43D3-8B79-37D633B846F1}">
                      <asvg:svgBlip xmlns:asvg="http://schemas.microsoft.com/office/drawing/2016/SVG/main" r:embed="rId4"/>
                    </a:ext>
                  </a:extLst>
                </a:blip>
                <a:stretch>
                  <a:fillRect/>
                </a:stretch>
              </p:blipFill>
              <p:spPr>
                <a:xfrm>
                  <a:off x="9292311" y="4769920"/>
                  <a:ext cx="662814" cy="641082"/>
                </a:xfrm>
                <a:prstGeom prst="rect">
                  <a:avLst/>
                </a:prstGeom>
              </p:spPr>
            </p:pic>
          </p:grpSp>
          <p:sp>
            <p:nvSpPr>
              <p:cNvPr id="50" name="íşlïḍè">
                <a:extLst>
                  <a:ext uri="{FF2B5EF4-FFF2-40B4-BE49-F238E27FC236}">
                    <a16:creationId xmlns:a16="http://schemas.microsoft.com/office/drawing/2014/main" id="{78C95D91-AF44-4308-994D-348292466CE7}"/>
                  </a:ext>
                </a:extLst>
              </p:cNvPr>
              <p:cNvSpPr txBox="1"/>
              <p:nvPr/>
            </p:nvSpPr>
            <p:spPr>
              <a:xfrm>
                <a:off x="4441825" y="1791293"/>
                <a:ext cx="3308350" cy="400110"/>
              </a:xfrm>
              <a:prstGeom prst="rect">
                <a:avLst/>
              </a:prstGeom>
              <a:noFill/>
            </p:spPr>
            <p:txBody>
              <a:bodyPr wrap="square" lIns="91440" tIns="45720" rIns="91440" bIns="45720" anchor="ctr">
                <a:noAutofit/>
              </a:bodyPr>
              <a:lstStyle/>
              <a:p>
                <a:pPr algn="ctr"/>
                <a:r>
                  <a:rPr lang="zh-CN" altLang="en-US" b="1" dirty="0">
                    <a:latin typeface="Arial Narrow" panose="020B0606020202030204" pitchFamily="34" charset="0"/>
                  </a:rPr>
                  <a:t>以太网交换机</a:t>
                </a:r>
              </a:p>
            </p:txBody>
          </p:sp>
        </p:grpSp>
        <p:sp>
          <p:nvSpPr>
            <p:cNvPr id="52" name="文本框 51">
              <a:extLst>
                <a:ext uri="{FF2B5EF4-FFF2-40B4-BE49-F238E27FC236}">
                  <a16:creationId xmlns:a16="http://schemas.microsoft.com/office/drawing/2014/main" id="{8947492D-5FFE-40B8-8BD8-BFD9DEC380AC}"/>
                </a:ext>
              </a:extLst>
            </p:cNvPr>
            <p:cNvSpPr txBox="1"/>
            <p:nvPr/>
          </p:nvSpPr>
          <p:spPr>
            <a:xfrm>
              <a:off x="2499639" y="3474272"/>
              <a:ext cx="374650" cy="400110"/>
            </a:xfrm>
            <a:prstGeom prst="rect">
              <a:avLst/>
            </a:prstGeom>
            <a:noFill/>
          </p:spPr>
          <p:txBody>
            <a:bodyPr wrap="square" rtlCol="0">
              <a:spAutoFit/>
            </a:bodyPr>
            <a:lstStyle/>
            <a:p>
              <a:pPr algn="ctr"/>
              <a:r>
                <a:rPr lang="en-US" altLang="zh-CN" sz="2000" b="1" dirty="0">
                  <a:solidFill>
                    <a:schemeClr val="bg1"/>
                  </a:solidFill>
                </a:rPr>
                <a:t>A</a:t>
              </a:r>
              <a:endParaRPr lang="zh-CN" altLang="en-US" sz="2000" b="1" dirty="0">
                <a:solidFill>
                  <a:schemeClr val="bg1"/>
                </a:solidFill>
              </a:endParaRPr>
            </a:p>
          </p:txBody>
        </p:sp>
        <p:sp>
          <p:nvSpPr>
            <p:cNvPr id="53" name="文本框 52">
              <a:extLst>
                <a:ext uri="{FF2B5EF4-FFF2-40B4-BE49-F238E27FC236}">
                  <a16:creationId xmlns:a16="http://schemas.microsoft.com/office/drawing/2014/main" id="{FEFB5F2E-ED62-4FB4-BA66-2FAFD67A0229}"/>
                </a:ext>
              </a:extLst>
            </p:cNvPr>
            <p:cNvSpPr txBox="1"/>
            <p:nvPr/>
          </p:nvSpPr>
          <p:spPr>
            <a:xfrm>
              <a:off x="2499639" y="5040143"/>
              <a:ext cx="374650" cy="400110"/>
            </a:xfrm>
            <a:prstGeom prst="rect">
              <a:avLst/>
            </a:prstGeom>
            <a:noFill/>
          </p:spPr>
          <p:txBody>
            <a:bodyPr wrap="square" rtlCol="0">
              <a:spAutoFit/>
            </a:bodyPr>
            <a:lstStyle/>
            <a:p>
              <a:pPr algn="ctr"/>
              <a:r>
                <a:rPr lang="en-US" altLang="zh-CN" sz="2000" b="1" dirty="0">
                  <a:solidFill>
                    <a:schemeClr val="bg1"/>
                  </a:solidFill>
                </a:rPr>
                <a:t>B</a:t>
              </a:r>
              <a:endParaRPr lang="zh-CN" altLang="en-US" sz="2000" b="1" dirty="0">
                <a:solidFill>
                  <a:schemeClr val="bg1"/>
                </a:solidFill>
              </a:endParaRPr>
            </a:p>
          </p:txBody>
        </p:sp>
        <p:sp>
          <p:nvSpPr>
            <p:cNvPr id="54" name="文本框 53">
              <a:extLst>
                <a:ext uri="{FF2B5EF4-FFF2-40B4-BE49-F238E27FC236}">
                  <a16:creationId xmlns:a16="http://schemas.microsoft.com/office/drawing/2014/main" id="{0BC51C86-B65A-48DB-A27D-1A3216EB0435}"/>
                </a:ext>
              </a:extLst>
            </p:cNvPr>
            <p:cNvSpPr txBox="1"/>
            <p:nvPr/>
          </p:nvSpPr>
          <p:spPr>
            <a:xfrm>
              <a:off x="9552304" y="3474272"/>
              <a:ext cx="374650" cy="400110"/>
            </a:xfrm>
            <a:prstGeom prst="rect">
              <a:avLst/>
            </a:prstGeom>
            <a:noFill/>
          </p:spPr>
          <p:txBody>
            <a:bodyPr wrap="square" rtlCol="0">
              <a:spAutoFit/>
            </a:bodyPr>
            <a:lstStyle/>
            <a:p>
              <a:pPr algn="ctr"/>
              <a:r>
                <a:rPr lang="en-US" altLang="zh-CN" sz="2000" b="1" dirty="0">
                  <a:solidFill>
                    <a:schemeClr val="bg1"/>
                  </a:solidFill>
                </a:rPr>
                <a:t>C</a:t>
              </a:r>
              <a:endParaRPr lang="zh-CN" altLang="en-US" sz="2000" b="1" dirty="0">
                <a:solidFill>
                  <a:schemeClr val="bg1"/>
                </a:solidFill>
              </a:endParaRPr>
            </a:p>
          </p:txBody>
        </p:sp>
        <p:sp>
          <p:nvSpPr>
            <p:cNvPr id="55" name="文本框 54">
              <a:extLst>
                <a:ext uri="{FF2B5EF4-FFF2-40B4-BE49-F238E27FC236}">
                  <a16:creationId xmlns:a16="http://schemas.microsoft.com/office/drawing/2014/main" id="{EA9DC634-DCAF-4104-BCF4-2A3806101419}"/>
                </a:ext>
              </a:extLst>
            </p:cNvPr>
            <p:cNvSpPr txBox="1"/>
            <p:nvPr/>
          </p:nvSpPr>
          <p:spPr>
            <a:xfrm>
              <a:off x="9552304" y="5040143"/>
              <a:ext cx="374650" cy="400110"/>
            </a:xfrm>
            <a:prstGeom prst="rect">
              <a:avLst/>
            </a:prstGeom>
            <a:noFill/>
          </p:spPr>
          <p:txBody>
            <a:bodyPr wrap="square" rtlCol="0">
              <a:spAutoFit/>
            </a:bodyPr>
            <a:lstStyle/>
            <a:p>
              <a:pPr algn="ctr"/>
              <a:r>
                <a:rPr lang="en-US" altLang="zh-CN" sz="2000" b="1" dirty="0">
                  <a:solidFill>
                    <a:schemeClr val="bg1"/>
                  </a:solidFill>
                </a:rPr>
                <a:t>D</a:t>
              </a:r>
              <a:endParaRPr lang="zh-CN" altLang="en-US" sz="2000" b="1" dirty="0">
                <a:solidFill>
                  <a:schemeClr val="bg1"/>
                </a:solidFill>
              </a:endParaRPr>
            </a:p>
          </p:txBody>
        </p:sp>
      </p:grpSp>
      <p:sp>
        <p:nvSpPr>
          <p:cNvPr id="44" name="矩形 43">
            <a:extLst>
              <a:ext uri="{FF2B5EF4-FFF2-40B4-BE49-F238E27FC236}">
                <a16:creationId xmlns:a16="http://schemas.microsoft.com/office/drawing/2014/main" id="{83F91C97-9A2E-42B5-ABE0-670C113B7982}"/>
              </a:ext>
            </a:extLst>
          </p:cNvPr>
          <p:cNvSpPr/>
          <p:nvPr/>
        </p:nvSpPr>
        <p:spPr>
          <a:xfrm>
            <a:off x="4448173" y="3398850"/>
            <a:ext cx="1050925" cy="331788"/>
          </a:xfrm>
          <a:prstGeom prst="rect">
            <a:avLst/>
          </a:prstGeom>
          <a:solidFill>
            <a:schemeClr val="accent6"/>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CN" sz="2000" b="1" dirty="0">
                <a:solidFill>
                  <a:schemeClr val="bg1"/>
                </a:solidFill>
                <a:latin typeface="Arial Narrow" panose="020B0606020202030204" pitchFamily="34" charset="0"/>
              </a:rPr>
              <a:t>PVID=2</a:t>
            </a:r>
            <a:endParaRPr lang="zh-CN" altLang="en-US" sz="2000" b="1" dirty="0">
              <a:solidFill>
                <a:schemeClr val="bg1"/>
              </a:solidFill>
              <a:latin typeface="Arial Narrow" panose="020B0606020202030204" pitchFamily="34" charset="0"/>
            </a:endParaRPr>
          </a:p>
        </p:txBody>
      </p:sp>
      <p:sp>
        <p:nvSpPr>
          <p:cNvPr id="57" name="矩形 56">
            <a:extLst>
              <a:ext uri="{FF2B5EF4-FFF2-40B4-BE49-F238E27FC236}">
                <a16:creationId xmlns:a16="http://schemas.microsoft.com/office/drawing/2014/main" id="{0F82C598-3C33-4C46-989D-83C4ADFD2C03}"/>
              </a:ext>
            </a:extLst>
          </p:cNvPr>
          <p:cNvSpPr/>
          <p:nvPr/>
        </p:nvSpPr>
        <p:spPr>
          <a:xfrm>
            <a:off x="4448174" y="5001427"/>
            <a:ext cx="1050925" cy="331788"/>
          </a:xfrm>
          <a:prstGeom prst="rect">
            <a:avLst/>
          </a:prstGeom>
          <a:solidFill>
            <a:schemeClr val="accent6"/>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CN" sz="2000" b="1" dirty="0">
                <a:solidFill>
                  <a:schemeClr val="bg1"/>
                </a:solidFill>
                <a:latin typeface="Arial Narrow" panose="020B0606020202030204" pitchFamily="34" charset="0"/>
              </a:rPr>
              <a:t>PVID=2</a:t>
            </a:r>
            <a:endParaRPr lang="zh-CN" altLang="en-US" sz="2000" b="1" dirty="0">
              <a:solidFill>
                <a:schemeClr val="bg1"/>
              </a:solidFill>
              <a:latin typeface="Arial Narrow" panose="020B0606020202030204" pitchFamily="34" charset="0"/>
            </a:endParaRPr>
          </a:p>
        </p:txBody>
      </p:sp>
      <p:sp>
        <p:nvSpPr>
          <p:cNvPr id="58" name="矩形 57">
            <a:extLst>
              <a:ext uri="{FF2B5EF4-FFF2-40B4-BE49-F238E27FC236}">
                <a16:creationId xmlns:a16="http://schemas.microsoft.com/office/drawing/2014/main" id="{942EDD77-832F-451D-B104-EA04BCC10F1F}"/>
              </a:ext>
            </a:extLst>
          </p:cNvPr>
          <p:cNvSpPr/>
          <p:nvPr/>
        </p:nvSpPr>
        <p:spPr>
          <a:xfrm>
            <a:off x="6699250" y="3398850"/>
            <a:ext cx="1050925" cy="331788"/>
          </a:xfrm>
          <a:prstGeom prst="rect">
            <a:avLst/>
          </a:prstGeom>
          <a:solidFill>
            <a:schemeClr val="accent5"/>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CN" sz="2000" b="1" dirty="0">
                <a:solidFill>
                  <a:schemeClr val="bg1"/>
                </a:solidFill>
                <a:latin typeface="Arial Narrow" panose="020B0606020202030204" pitchFamily="34" charset="0"/>
              </a:rPr>
              <a:t>PVID=3</a:t>
            </a:r>
            <a:endParaRPr lang="zh-CN" altLang="en-US" sz="2000" b="1" dirty="0">
              <a:solidFill>
                <a:schemeClr val="bg1"/>
              </a:solidFill>
              <a:latin typeface="Arial Narrow" panose="020B0606020202030204" pitchFamily="34" charset="0"/>
            </a:endParaRPr>
          </a:p>
        </p:txBody>
      </p:sp>
      <p:sp>
        <p:nvSpPr>
          <p:cNvPr id="59" name="矩形 58">
            <a:extLst>
              <a:ext uri="{FF2B5EF4-FFF2-40B4-BE49-F238E27FC236}">
                <a16:creationId xmlns:a16="http://schemas.microsoft.com/office/drawing/2014/main" id="{FEABB7A0-CF0D-41CD-8D52-E68479AA9C98}"/>
              </a:ext>
            </a:extLst>
          </p:cNvPr>
          <p:cNvSpPr/>
          <p:nvPr/>
        </p:nvSpPr>
        <p:spPr>
          <a:xfrm>
            <a:off x="6699251" y="5001427"/>
            <a:ext cx="1050925" cy="331788"/>
          </a:xfrm>
          <a:prstGeom prst="rect">
            <a:avLst/>
          </a:prstGeom>
          <a:solidFill>
            <a:schemeClr val="accent5"/>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CN" sz="2000" b="1" dirty="0">
                <a:solidFill>
                  <a:schemeClr val="bg1"/>
                </a:solidFill>
                <a:latin typeface="Arial Narrow" panose="020B0606020202030204" pitchFamily="34" charset="0"/>
              </a:rPr>
              <a:t>PVID=3</a:t>
            </a:r>
            <a:endParaRPr lang="zh-CN" altLang="en-US" sz="2000" b="1" dirty="0">
              <a:solidFill>
                <a:schemeClr val="bg1"/>
              </a:solidFill>
              <a:latin typeface="Arial Narrow" panose="020B0606020202030204" pitchFamily="34" charset="0"/>
            </a:endParaRPr>
          </a:p>
        </p:txBody>
      </p:sp>
      <p:sp>
        <p:nvSpPr>
          <p:cNvPr id="74" name="矩形 73">
            <a:extLst>
              <a:ext uri="{FF2B5EF4-FFF2-40B4-BE49-F238E27FC236}">
                <a16:creationId xmlns:a16="http://schemas.microsoft.com/office/drawing/2014/main" id="{5ED43DB0-C8CA-4055-BA3E-9796DD63B461}"/>
              </a:ext>
            </a:extLst>
          </p:cNvPr>
          <p:cNvSpPr/>
          <p:nvPr/>
        </p:nvSpPr>
        <p:spPr>
          <a:xfrm>
            <a:off x="5548180" y="2862276"/>
            <a:ext cx="947871" cy="331788"/>
          </a:xfrm>
          <a:prstGeom prst="rect">
            <a:avLst/>
          </a:prstGeom>
          <a:solidFill>
            <a:schemeClr val="accent6"/>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CN" sz="2000" b="1" dirty="0">
                <a:solidFill>
                  <a:schemeClr val="bg1"/>
                </a:solidFill>
                <a:latin typeface="Arial Narrow" panose="020B0606020202030204" pitchFamily="34" charset="0"/>
              </a:rPr>
              <a:t>VID=2</a:t>
            </a:r>
            <a:endParaRPr lang="zh-CN" altLang="en-US" sz="2000" b="1" dirty="0">
              <a:solidFill>
                <a:schemeClr val="bg1"/>
              </a:solidFill>
              <a:latin typeface="Arial Narrow" panose="020B0606020202030204" pitchFamily="34" charset="0"/>
            </a:endParaRPr>
          </a:p>
        </p:txBody>
      </p:sp>
      <p:sp>
        <p:nvSpPr>
          <p:cNvPr id="75" name="标注: 右箭头 74">
            <a:extLst>
              <a:ext uri="{FF2B5EF4-FFF2-40B4-BE49-F238E27FC236}">
                <a16:creationId xmlns:a16="http://schemas.microsoft.com/office/drawing/2014/main" id="{ED3DDB12-72F3-41A5-A261-7FAB09C701FC}"/>
              </a:ext>
            </a:extLst>
          </p:cNvPr>
          <p:cNvSpPr/>
          <p:nvPr/>
        </p:nvSpPr>
        <p:spPr>
          <a:xfrm>
            <a:off x="3185441" y="3512296"/>
            <a:ext cx="1095639" cy="331788"/>
          </a:xfrm>
          <a:prstGeom prst="rightArrowCallout">
            <a:avLst>
              <a:gd name="adj1" fmla="val 25000"/>
              <a:gd name="adj2" fmla="val 25000"/>
              <a:gd name="adj3" fmla="val 25000"/>
              <a:gd name="adj4" fmla="val 86735"/>
            </a:avLst>
          </a:prstGeom>
        </p:spPr>
        <p:style>
          <a:lnRef idx="2">
            <a:schemeClr val="accent3">
              <a:shade val="50000"/>
            </a:schemeClr>
          </a:lnRef>
          <a:fillRef idx="1">
            <a:schemeClr val="accent3"/>
          </a:fillRef>
          <a:effectRef idx="0">
            <a:schemeClr val="accent3"/>
          </a:effectRef>
          <a:fontRef idx="minor">
            <a:schemeClr val="lt1"/>
          </a:fontRef>
        </p:style>
        <p:txBody>
          <a:bodyPr rtlCol="0" anchor="ctr"/>
          <a:lstStyle/>
          <a:p>
            <a:pPr algn="ctr"/>
            <a:r>
              <a:rPr lang="zh-CN" altLang="en-US" b="1" dirty="0"/>
              <a:t>广播</a:t>
            </a:r>
          </a:p>
        </p:txBody>
      </p:sp>
      <p:sp>
        <p:nvSpPr>
          <p:cNvPr id="76" name="标注: 右箭头 75">
            <a:extLst>
              <a:ext uri="{FF2B5EF4-FFF2-40B4-BE49-F238E27FC236}">
                <a16:creationId xmlns:a16="http://schemas.microsoft.com/office/drawing/2014/main" id="{33496CA9-4B0D-4D71-954A-E433CFDF3788}"/>
              </a:ext>
            </a:extLst>
          </p:cNvPr>
          <p:cNvSpPr/>
          <p:nvPr/>
        </p:nvSpPr>
        <p:spPr>
          <a:xfrm>
            <a:off x="5548180" y="2530481"/>
            <a:ext cx="1095639" cy="331788"/>
          </a:xfrm>
          <a:prstGeom prst="rightArrowCallout">
            <a:avLst>
              <a:gd name="adj1" fmla="val 25000"/>
              <a:gd name="adj2" fmla="val 25000"/>
              <a:gd name="adj3" fmla="val 25000"/>
              <a:gd name="adj4" fmla="val 86735"/>
            </a:avLst>
          </a:prstGeom>
        </p:spPr>
        <p:style>
          <a:lnRef idx="2">
            <a:schemeClr val="accent3">
              <a:shade val="50000"/>
            </a:schemeClr>
          </a:lnRef>
          <a:fillRef idx="1">
            <a:schemeClr val="accent3"/>
          </a:fillRef>
          <a:effectRef idx="0">
            <a:schemeClr val="accent3"/>
          </a:effectRef>
          <a:fontRef idx="minor">
            <a:schemeClr val="lt1"/>
          </a:fontRef>
        </p:style>
        <p:txBody>
          <a:bodyPr rtlCol="0" anchor="ctr"/>
          <a:lstStyle/>
          <a:p>
            <a:pPr algn="ctr"/>
            <a:r>
              <a:rPr lang="zh-CN" altLang="en-US" b="1" dirty="0"/>
              <a:t>广播</a:t>
            </a:r>
          </a:p>
        </p:txBody>
      </p:sp>
      <p:grpSp>
        <p:nvGrpSpPr>
          <p:cNvPr id="77" name="组合 76">
            <a:extLst>
              <a:ext uri="{FF2B5EF4-FFF2-40B4-BE49-F238E27FC236}">
                <a16:creationId xmlns:a16="http://schemas.microsoft.com/office/drawing/2014/main" id="{7810DCB5-27A4-41EB-A964-1B563064A089}"/>
              </a:ext>
            </a:extLst>
          </p:cNvPr>
          <p:cNvGrpSpPr/>
          <p:nvPr/>
        </p:nvGrpSpPr>
        <p:grpSpPr>
          <a:xfrm>
            <a:off x="4600310" y="2502805"/>
            <a:ext cx="947871" cy="896045"/>
            <a:chOff x="4600310" y="2502805"/>
            <a:chExt cx="947871" cy="896045"/>
          </a:xfrm>
        </p:grpSpPr>
        <p:cxnSp>
          <p:nvCxnSpPr>
            <p:cNvPr id="78" name="连接符: 肘形 77">
              <a:extLst>
                <a:ext uri="{FF2B5EF4-FFF2-40B4-BE49-F238E27FC236}">
                  <a16:creationId xmlns:a16="http://schemas.microsoft.com/office/drawing/2014/main" id="{0CD5DF8A-8B67-4763-A27D-38EE87521A66}"/>
                </a:ext>
              </a:extLst>
            </p:cNvPr>
            <p:cNvCxnSpPr>
              <a:endCxn id="76" idx="1"/>
            </p:cNvCxnSpPr>
            <p:nvPr/>
          </p:nvCxnSpPr>
          <p:spPr>
            <a:xfrm rot="5400000" flipH="1" flipV="1">
              <a:off x="4909671" y="2760341"/>
              <a:ext cx="702475" cy="574544"/>
            </a:xfrm>
            <a:prstGeom prst="bentConnector2">
              <a:avLst/>
            </a:prstGeom>
            <a:ln w="12700">
              <a:solidFill>
                <a:schemeClr val="tx1"/>
              </a:solidFill>
              <a:prstDash val="dash"/>
              <a:tailEnd type="triangle"/>
            </a:ln>
          </p:spPr>
          <p:style>
            <a:lnRef idx="1">
              <a:schemeClr val="accent1"/>
            </a:lnRef>
            <a:fillRef idx="0">
              <a:schemeClr val="accent1"/>
            </a:fillRef>
            <a:effectRef idx="0">
              <a:schemeClr val="accent1"/>
            </a:effectRef>
            <a:fontRef idx="minor">
              <a:schemeClr val="tx1"/>
            </a:fontRef>
          </p:style>
        </p:cxnSp>
        <p:sp>
          <p:nvSpPr>
            <p:cNvPr id="79" name="íşlïḍè">
              <a:extLst>
                <a:ext uri="{FF2B5EF4-FFF2-40B4-BE49-F238E27FC236}">
                  <a16:creationId xmlns:a16="http://schemas.microsoft.com/office/drawing/2014/main" id="{34FAB637-611F-48A9-9565-D5894E9A0E12}"/>
                </a:ext>
              </a:extLst>
            </p:cNvPr>
            <p:cNvSpPr txBox="1"/>
            <p:nvPr/>
          </p:nvSpPr>
          <p:spPr>
            <a:xfrm>
              <a:off x="4600310" y="2502805"/>
              <a:ext cx="452121" cy="861924"/>
            </a:xfrm>
            <a:prstGeom prst="rect">
              <a:avLst/>
            </a:prstGeom>
            <a:noFill/>
          </p:spPr>
          <p:txBody>
            <a:bodyPr wrap="square" lIns="91440" tIns="45720" rIns="91440" bIns="45720" anchor="ctr">
              <a:noAutofit/>
            </a:bodyPr>
            <a:lstStyle/>
            <a:p>
              <a:pPr algn="ctr"/>
              <a:r>
                <a:rPr lang="zh-CN" altLang="en-US" b="1" dirty="0">
                  <a:solidFill>
                    <a:schemeClr val="accent1">
                      <a:lumMod val="75000"/>
                    </a:schemeClr>
                  </a:solidFill>
                  <a:latin typeface="Arial Narrow" panose="020B0606020202030204" pitchFamily="34" charset="0"/>
                </a:rPr>
                <a:t>打</a:t>
              </a:r>
              <a:endParaRPr lang="en-US" altLang="zh-CN" b="1" dirty="0">
                <a:solidFill>
                  <a:schemeClr val="accent1">
                    <a:lumMod val="75000"/>
                  </a:schemeClr>
                </a:solidFill>
                <a:latin typeface="Arial Narrow" panose="020B0606020202030204" pitchFamily="34" charset="0"/>
              </a:endParaRPr>
            </a:p>
            <a:p>
              <a:pPr algn="ctr"/>
              <a:r>
                <a:rPr lang="zh-CN" altLang="en-US" b="1" dirty="0">
                  <a:solidFill>
                    <a:schemeClr val="accent1">
                      <a:lumMod val="75000"/>
                    </a:schemeClr>
                  </a:solidFill>
                  <a:latin typeface="Arial Narrow" panose="020B0606020202030204" pitchFamily="34" charset="0"/>
                </a:rPr>
                <a:t>标</a:t>
              </a:r>
              <a:endParaRPr lang="en-US" altLang="zh-CN" b="1" dirty="0">
                <a:solidFill>
                  <a:schemeClr val="accent1">
                    <a:lumMod val="75000"/>
                  </a:schemeClr>
                </a:solidFill>
                <a:latin typeface="Arial Narrow" panose="020B0606020202030204" pitchFamily="34" charset="0"/>
              </a:endParaRPr>
            </a:p>
            <a:p>
              <a:pPr algn="ctr"/>
              <a:r>
                <a:rPr lang="zh-CN" altLang="en-US" b="1" dirty="0">
                  <a:solidFill>
                    <a:schemeClr val="accent1">
                      <a:lumMod val="75000"/>
                    </a:schemeClr>
                  </a:solidFill>
                  <a:latin typeface="Arial Narrow" panose="020B0606020202030204" pitchFamily="34" charset="0"/>
                </a:rPr>
                <a:t>签</a:t>
              </a:r>
            </a:p>
          </p:txBody>
        </p:sp>
      </p:grpSp>
      <p:cxnSp>
        <p:nvCxnSpPr>
          <p:cNvPr id="80" name="连接符: 肘形 79">
            <a:extLst>
              <a:ext uri="{FF2B5EF4-FFF2-40B4-BE49-F238E27FC236}">
                <a16:creationId xmlns:a16="http://schemas.microsoft.com/office/drawing/2014/main" id="{70A68A97-AFF7-4240-8394-5C5363661052}"/>
              </a:ext>
            </a:extLst>
          </p:cNvPr>
          <p:cNvCxnSpPr>
            <a:cxnSpLocks/>
            <a:stCxn id="74" idx="2"/>
          </p:cNvCxnSpPr>
          <p:nvPr/>
        </p:nvCxnSpPr>
        <p:spPr>
          <a:xfrm rot="5400000">
            <a:off x="4773980" y="3919184"/>
            <a:ext cx="1973257" cy="523017"/>
          </a:xfrm>
          <a:prstGeom prst="bentConnector2">
            <a:avLst/>
          </a:prstGeom>
          <a:ln w="12700">
            <a:solidFill>
              <a:schemeClr val="tx1"/>
            </a:solidFill>
            <a:prstDash val="dash"/>
            <a:tailEnd type="triangle"/>
          </a:ln>
        </p:spPr>
        <p:style>
          <a:lnRef idx="1">
            <a:schemeClr val="accent1"/>
          </a:lnRef>
          <a:fillRef idx="0">
            <a:schemeClr val="accent1"/>
          </a:fillRef>
          <a:effectRef idx="0">
            <a:schemeClr val="accent1"/>
          </a:effectRef>
          <a:fontRef idx="minor">
            <a:schemeClr val="tx1"/>
          </a:fontRef>
        </p:style>
      </p:cxnSp>
      <p:sp>
        <p:nvSpPr>
          <p:cNvPr id="81" name="标注: 左箭头 80">
            <a:extLst>
              <a:ext uri="{FF2B5EF4-FFF2-40B4-BE49-F238E27FC236}">
                <a16:creationId xmlns:a16="http://schemas.microsoft.com/office/drawing/2014/main" id="{C6325996-6044-468D-B959-028037D22B42}"/>
              </a:ext>
            </a:extLst>
          </p:cNvPr>
          <p:cNvSpPr/>
          <p:nvPr/>
        </p:nvSpPr>
        <p:spPr>
          <a:xfrm>
            <a:off x="3185441" y="5102058"/>
            <a:ext cx="1069880" cy="338195"/>
          </a:xfrm>
          <a:prstGeom prst="leftArrowCallout">
            <a:avLst>
              <a:gd name="adj1" fmla="val 25000"/>
              <a:gd name="adj2" fmla="val 25000"/>
              <a:gd name="adj3" fmla="val 25000"/>
              <a:gd name="adj4" fmla="val 87531"/>
            </a:avLst>
          </a:prstGeom>
        </p:spPr>
        <p:style>
          <a:lnRef idx="2">
            <a:schemeClr val="accent3">
              <a:shade val="50000"/>
            </a:schemeClr>
          </a:lnRef>
          <a:fillRef idx="1">
            <a:schemeClr val="accent3"/>
          </a:fillRef>
          <a:effectRef idx="0">
            <a:schemeClr val="accent3"/>
          </a:effectRef>
          <a:fontRef idx="minor">
            <a:schemeClr val="lt1"/>
          </a:fontRef>
        </p:style>
        <p:txBody>
          <a:bodyPr rtlCol="0" anchor="ctr"/>
          <a:lstStyle/>
          <a:p>
            <a:pPr algn="ctr"/>
            <a:r>
              <a:rPr lang="zh-CN" altLang="en-US" b="1" dirty="0"/>
              <a:t>广播</a:t>
            </a:r>
          </a:p>
        </p:txBody>
      </p:sp>
      <p:sp>
        <p:nvSpPr>
          <p:cNvPr id="82" name="íşlïḍè">
            <a:extLst>
              <a:ext uri="{FF2B5EF4-FFF2-40B4-BE49-F238E27FC236}">
                <a16:creationId xmlns:a16="http://schemas.microsoft.com/office/drawing/2014/main" id="{69A7DD6A-5A6F-41AC-A488-2C0C3262E7FD}"/>
              </a:ext>
            </a:extLst>
          </p:cNvPr>
          <p:cNvSpPr txBox="1"/>
          <p:nvPr/>
        </p:nvSpPr>
        <p:spPr>
          <a:xfrm>
            <a:off x="5113083" y="4666791"/>
            <a:ext cx="978114" cy="331788"/>
          </a:xfrm>
          <a:prstGeom prst="rect">
            <a:avLst/>
          </a:prstGeom>
          <a:noFill/>
        </p:spPr>
        <p:txBody>
          <a:bodyPr wrap="square" lIns="91440" tIns="45720" rIns="91440" bIns="45720" anchor="ctr">
            <a:noAutofit/>
          </a:bodyPr>
          <a:lstStyle/>
          <a:p>
            <a:pPr algn="ctr"/>
            <a:r>
              <a:rPr lang="zh-CN" altLang="en-US" b="1" dirty="0">
                <a:solidFill>
                  <a:schemeClr val="accent1">
                    <a:lumMod val="75000"/>
                  </a:schemeClr>
                </a:solidFill>
                <a:latin typeface="Arial Narrow" panose="020B0606020202030204" pitchFamily="34" charset="0"/>
              </a:rPr>
              <a:t>去标签</a:t>
            </a:r>
          </a:p>
        </p:txBody>
      </p:sp>
      <p:sp>
        <p:nvSpPr>
          <p:cNvPr id="60" name="平行四边形 59">
            <a:extLst>
              <a:ext uri="{FF2B5EF4-FFF2-40B4-BE49-F238E27FC236}">
                <a16:creationId xmlns:a16="http://schemas.microsoft.com/office/drawing/2014/main" id="{78DA0B69-C353-CCA5-8371-00CC716319C3}"/>
              </a:ext>
            </a:extLst>
          </p:cNvPr>
          <p:cNvSpPr/>
          <p:nvPr/>
        </p:nvSpPr>
        <p:spPr>
          <a:xfrm>
            <a:off x="304799" y="749300"/>
            <a:ext cx="678493" cy="387090"/>
          </a:xfrm>
          <a:prstGeom prst="parallelogram">
            <a:avLst/>
          </a:prstGeom>
          <a:solidFill>
            <a:schemeClr val="accent3">
              <a:lumMod val="75000"/>
            </a:schemeClr>
          </a:solidFill>
          <a:ln>
            <a:solidFill>
              <a:schemeClr val="accent3">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CN" sz="2200" dirty="0">
                <a:latin typeface="Impact" panose="020B0806030902050204" pitchFamily="34" charset="0"/>
              </a:rPr>
              <a:t>03</a:t>
            </a:r>
            <a:endParaRPr lang="zh-CN" altLang="en-US" sz="2200" dirty="0">
              <a:latin typeface="Impact" panose="020B0806030902050204" pitchFamily="34" charset="0"/>
            </a:endParaRPr>
          </a:p>
        </p:txBody>
      </p:sp>
    </p:spTree>
    <p:custDataLst>
      <p:tags r:id="rId1"/>
    </p:custDataLst>
    <p:extLst>
      <p:ext uri="{BB962C8B-B14F-4D97-AF65-F5344CB8AC3E}">
        <p14:creationId xmlns:p14="http://schemas.microsoft.com/office/powerpoint/2010/main" val="2507508739"/>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2" presetClass="entr" presetSubtype="8" fill="hold" grpId="0" nodeType="withEffect">
                                  <p:stCondLst>
                                    <p:cond delay="0"/>
                                  </p:stCondLst>
                                  <p:childTnLst>
                                    <p:set>
                                      <p:cBhvr>
                                        <p:cTn id="6" dur="1" fill="hold">
                                          <p:stCondLst>
                                            <p:cond delay="0"/>
                                          </p:stCondLst>
                                        </p:cTn>
                                        <p:tgtEl>
                                          <p:spTgt spid="75"/>
                                        </p:tgtEl>
                                        <p:attrNameLst>
                                          <p:attrName>style.visibility</p:attrName>
                                        </p:attrNameLst>
                                      </p:cBhvr>
                                      <p:to>
                                        <p:strVal val="visible"/>
                                      </p:to>
                                    </p:set>
                                    <p:anim calcmode="lin" valueType="num">
                                      <p:cBhvr additive="base">
                                        <p:cTn id="7" dur="500"/>
                                        <p:tgtEl>
                                          <p:spTgt spid="75"/>
                                        </p:tgtEl>
                                        <p:attrNameLst>
                                          <p:attrName>ppt_x</p:attrName>
                                        </p:attrNameLst>
                                      </p:cBhvr>
                                      <p:tavLst>
                                        <p:tav tm="0">
                                          <p:val>
                                            <p:strVal val="#ppt_x-#ppt_w*1.125000"/>
                                          </p:val>
                                        </p:tav>
                                        <p:tav tm="100000">
                                          <p:val>
                                            <p:strVal val="#ppt_x"/>
                                          </p:val>
                                        </p:tav>
                                      </p:tavLst>
                                    </p:anim>
                                    <p:animEffect transition="in" filter="wipe(right)">
                                      <p:cBhvr>
                                        <p:cTn id="8" dur="500"/>
                                        <p:tgtEl>
                                          <p:spTgt spid="75"/>
                                        </p:tgtEl>
                                      </p:cBhvr>
                                    </p:animEffect>
                                  </p:childTnLst>
                                </p:cTn>
                              </p:par>
                            </p:childTnLst>
                          </p:cTn>
                        </p:par>
                      </p:childTnLst>
                    </p:cTn>
                  </p:par>
                  <p:par>
                    <p:cTn id="9" fill="hold">
                      <p:stCondLst>
                        <p:cond delay="indefinite"/>
                      </p:stCondLst>
                      <p:childTnLst>
                        <p:par>
                          <p:cTn id="10" fill="hold">
                            <p:stCondLst>
                              <p:cond delay="0"/>
                            </p:stCondLst>
                            <p:childTnLst>
                              <p:par>
                                <p:cTn id="11" presetID="12" presetClass="entr" presetSubtype="8" fill="hold" grpId="0" nodeType="clickEffect">
                                  <p:stCondLst>
                                    <p:cond delay="0"/>
                                  </p:stCondLst>
                                  <p:childTnLst>
                                    <p:set>
                                      <p:cBhvr>
                                        <p:cTn id="12" dur="1" fill="hold">
                                          <p:stCondLst>
                                            <p:cond delay="0"/>
                                          </p:stCondLst>
                                        </p:cTn>
                                        <p:tgtEl>
                                          <p:spTgt spid="76"/>
                                        </p:tgtEl>
                                        <p:attrNameLst>
                                          <p:attrName>style.visibility</p:attrName>
                                        </p:attrNameLst>
                                      </p:cBhvr>
                                      <p:to>
                                        <p:strVal val="visible"/>
                                      </p:to>
                                    </p:set>
                                    <p:anim calcmode="lin" valueType="num">
                                      <p:cBhvr additive="base">
                                        <p:cTn id="13" dur="500"/>
                                        <p:tgtEl>
                                          <p:spTgt spid="76"/>
                                        </p:tgtEl>
                                        <p:attrNameLst>
                                          <p:attrName>ppt_x</p:attrName>
                                        </p:attrNameLst>
                                      </p:cBhvr>
                                      <p:tavLst>
                                        <p:tav tm="0">
                                          <p:val>
                                            <p:strVal val="#ppt_x-#ppt_w*1.125000"/>
                                          </p:val>
                                        </p:tav>
                                        <p:tav tm="100000">
                                          <p:val>
                                            <p:strVal val="#ppt_x"/>
                                          </p:val>
                                        </p:tav>
                                      </p:tavLst>
                                    </p:anim>
                                    <p:animEffect transition="in" filter="wipe(right)">
                                      <p:cBhvr>
                                        <p:cTn id="14" dur="500"/>
                                        <p:tgtEl>
                                          <p:spTgt spid="76"/>
                                        </p:tgtEl>
                                      </p:cBhvr>
                                    </p:animEffect>
                                  </p:childTnLst>
                                </p:cTn>
                              </p:par>
                            </p:childTnLst>
                          </p:cTn>
                        </p:par>
                      </p:childTnLst>
                    </p:cTn>
                  </p:par>
                  <p:par>
                    <p:cTn id="15" fill="hold">
                      <p:stCondLst>
                        <p:cond delay="indefinite"/>
                      </p:stCondLst>
                      <p:childTnLst>
                        <p:par>
                          <p:cTn id="16" fill="hold">
                            <p:stCondLst>
                              <p:cond delay="0"/>
                            </p:stCondLst>
                            <p:childTnLst>
                              <p:par>
                                <p:cTn id="17" presetID="22" presetClass="entr" presetSubtype="4" fill="hold" nodeType="clickEffect">
                                  <p:stCondLst>
                                    <p:cond delay="0"/>
                                  </p:stCondLst>
                                  <p:childTnLst>
                                    <p:set>
                                      <p:cBhvr>
                                        <p:cTn id="18" dur="1" fill="hold">
                                          <p:stCondLst>
                                            <p:cond delay="0"/>
                                          </p:stCondLst>
                                        </p:cTn>
                                        <p:tgtEl>
                                          <p:spTgt spid="77"/>
                                        </p:tgtEl>
                                        <p:attrNameLst>
                                          <p:attrName>style.visibility</p:attrName>
                                        </p:attrNameLst>
                                      </p:cBhvr>
                                      <p:to>
                                        <p:strVal val="visible"/>
                                      </p:to>
                                    </p:set>
                                    <p:animEffect transition="in" filter="wipe(down)">
                                      <p:cBhvr>
                                        <p:cTn id="19" dur="500"/>
                                        <p:tgtEl>
                                          <p:spTgt spid="77"/>
                                        </p:tgtEl>
                                      </p:cBhvr>
                                    </p:animEffect>
                                  </p:childTnLst>
                                </p:cTn>
                              </p:par>
                            </p:childTnLst>
                          </p:cTn>
                        </p:par>
                      </p:childTnLst>
                    </p:cTn>
                  </p:par>
                  <p:par>
                    <p:cTn id="20" fill="hold">
                      <p:stCondLst>
                        <p:cond delay="indefinite"/>
                      </p:stCondLst>
                      <p:childTnLst>
                        <p:par>
                          <p:cTn id="21" fill="hold">
                            <p:stCondLst>
                              <p:cond delay="0"/>
                            </p:stCondLst>
                            <p:childTnLst>
                              <p:par>
                                <p:cTn id="22" presetID="12" presetClass="entr" presetSubtype="1" fill="hold" grpId="0" nodeType="clickEffect">
                                  <p:stCondLst>
                                    <p:cond delay="0"/>
                                  </p:stCondLst>
                                  <p:childTnLst>
                                    <p:set>
                                      <p:cBhvr>
                                        <p:cTn id="23" dur="1" fill="hold">
                                          <p:stCondLst>
                                            <p:cond delay="0"/>
                                          </p:stCondLst>
                                        </p:cTn>
                                        <p:tgtEl>
                                          <p:spTgt spid="74"/>
                                        </p:tgtEl>
                                        <p:attrNameLst>
                                          <p:attrName>style.visibility</p:attrName>
                                        </p:attrNameLst>
                                      </p:cBhvr>
                                      <p:to>
                                        <p:strVal val="visible"/>
                                      </p:to>
                                    </p:set>
                                    <p:anim calcmode="lin" valueType="num">
                                      <p:cBhvr additive="base">
                                        <p:cTn id="24" dur="500"/>
                                        <p:tgtEl>
                                          <p:spTgt spid="74"/>
                                        </p:tgtEl>
                                        <p:attrNameLst>
                                          <p:attrName>ppt_y</p:attrName>
                                        </p:attrNameLst>
                                      </p:cBhvr>
                                      <p:tavLst>
                                        <p:tav tm="0">
                                          <p:val>
                                            <p:strVal val="#ppt_y-#ppt_h*1.125000"/>
                                          </p:val>
                                        </p:tav>
                                        <p:tav tm="100000">
                                          <p:val>
                                            <p:strVal val="#ppt_y"/>
                                          </p:val>
                                        </p:tav>
                                      </p:tavLst>
                                    </p:anim>
                                    <p:animEffect transition="in" filter="wipe(down)">
                                      <p:cBhvr>
                                        <p:cTn id="25" dur="500"/>
                                        <p:tgtEl>
                                          <p:spTgt spid="74"/>
                                        </p:tgtEl>
                                      </p:cBhvr>
                                    </p:animEffect>
                                  </p:childTnLst>
                                </p:cTn>
                              </p:par>
                            </p:childTnLst>
                          </p:cTn>
                        </p:par>
                      </p:childTnLst>
                    </p:cTn>
                  </p:par>
                  <p:par>
                    <p:cTn id="26" fill="hold">
                      <p:stCondLst>
                        <p:cond delay="indefinite"/>
                      </p:stCondLst>
                      <p:childTnLst>
                        <p:par>
                          <p:cTn id="27" fill="hold">
                            <p:stCondLst>
                              <p:cond delay="0"/>
                            </p:stCondLst>
                            <p:childTnLst>
                              <p:par>
                                <p:cTn id="28" presetID="22" presetClass="entr" presetSubtype="1" fill="hold" nodeType="clickEffect">
                                  <p:stCondLst>
                                    <p:cond delay="0"/>
                                  </p:stCondLst>
                                  <p:childTnLst>
                                    <p:set>
                                      <p:cBhvr>
                                        <p:cTn id="29" dur="1" fill="hold">
                                          <p:stCondLst>
                                            <p:cond delay="0"/>
                                          </p:stCondLst>
                                        </p:cTn>
                                        <p:tgtEl>
                                          <p:spTgt spid="80"/>
                                        </p:tgtEl>
                                        <p:attrNameLst>
                                          <p:attrName>style.visibility</p:attrName>
                                        </p:attrNameLst>
                                      </p:cBhvr>
                                      <p:to>
                                        <p:strVal val="visible"/>
                                      </p:to>
                                    </p:set>
                                    <p:animEffect transition="in" filter="wipe(up)">
                                      <p:cBhvr>
                                        <p:cTn id="30" dur="500"/>
                                        <p:tgtEl>
                                          <p:spTgt spid="80"/>
                                        </p:tgtEl>
                                      </p:cBhvr>
                                    </p:animEffect>
                                  </p:childTnLst>
                                </p:cTn>
                              </p:par>
                            </p:childTnLst>
                          </p:cTn>
                        </p:par>
                      </p:childTnLst>
                    </p:cTn>
                  </p:par>
                  <p:par>
                    <p:cTn id="31" fill="hold">
                      <p:stCondLst>
                        <p:cond delay="indefinite"/>
                      </p:stCondLst>
                      <p:childTnLst>
                        <p:par>
                          <p:cTn id="32" fill="hold">
                            <p:stCondLst>
                              <p:cond delay="0"/>
                            </p:stCondLst>
                            <p:childTnLst>
                              <p:par>
                                <p:cTn id="33" presetID="53" presetClass="entr" presetSubtype="16" fill="hold" grpId="0" nodeType="clickEffect">
                                  <p:stCondLst>
                                    <p:cond delay="0"/>
                                  </p:stCondLst>
                                  <p:childTnLst>
                                    <p:set>
                                      <p:cBhvr>
                                        <p:cTn id="34" dur="1" fill="hold">
                                          <p:stCondLst>
                                            <p:cond delay="0"/>
                                          </p:stCondLst>
                                        </p:cTn>
                                        <p:tgtEl>
                                          <p:spTgt spid="82"/>
                                        </p:tgtEl>
                                        <p:attrNameLst>
                                          <p:attrName>style.visibility</p:attrName>
                                        </p:attrNameLst>
                                      </p:cBhvr>
                                      <p:to>
                                        <p:strVal val="visible"/>
                                      </p:to>
                                    </p:set>
                                    <p:anim calcmode="lin" valueType="num">
                                      <p:cBhvr>
                                        <p:cTn id="35" dur="500" fill="hold"/>
                                        <p:tgtEl>
                                          <p:spTgt spid="82"/>
                                        </p:tgtEl>
                                        <p:attrNameLst>
                                          <p:attrName>ppt_w</p:attrName>
                                        </p:attrNameLst>
                                      </p:cBhvr>
                                      <p:tavLst>
                                        <p:tav tm="0">
                                          <p:val>
                                            <p:fltVal val="0"/>
                                          </p:val>
                                        </p:tav>
                                        <p:tav tm="100000">
                                          <p:val>
                                            <p:strVal val="#ppt_w"/>
                                          </p:val>
                                        </p:tav>
                                      </p:tavLst>
                                    </p:anim>
                                    <p:anim calcmode="lin" valueType="num">
                                      <p:cBhvr>
                                        <p:cTn id="36" dur="500" fill="hold"/>
                                        <p:tgtEl>
                                          <p:spTgt spid="82"/>
                                        </p:tgtEl>
                                        <p:attrNameLst>
                                          <p:attrName>ppt_h</p:attrName>
                                        </p:attrNameLst>
                                      </p:cBhvr>
                                      <p:tavLst>
                                        <p:tav tm="0">
                                          <p:val>
                                            <p:fltVal val="0"/>
                                          </p:val>
                                        </p:tav>
                                        <p:tav tm="100000">
                                          <p:val>
                                            <p:strVal val="#ppt_h"/>
                                          </p:val>
                                        </p:tav>
                                      </p:tavLst>
                                    </p:anim>
                                    <p:animEffect transition="in" filter="fade">
                                      <p:cBhvr>
                                        <p:cTn id="37" dur="500"/>
                                        <p:tgtEl>
                                          <p:spTgt spid="82"/>
                                        </p:tgtEl>
                                      </p:cBhvr>
                                    </p:animEffect>
                                  </p:childTnLst>
                                </p:cTn>
                              </p:par>
                            </p:childTnLst>
                          </p:cTn>
                        </p:par>
                      </p:childTnLst>
                    </p:cTn>
                  </p:par>
                  <p:par>
                    <p:cTn id="38" fill="hold">
                      <p:stCondLst>
                        <p:cond delay="indefinite"/>
                      </p:stCondLst>
                      <p:childTnLst>
                        <p:par>
                          <p:cTn id="39" fill="hold">
                            <p:stCondLst>
                              <p:cond delay="0"/>
                            </p:stCondLst>
                            <p:childTnLst>
                              <p:par>
                                <p:cTn id="40" presetID="12" presetClass="entr" presetSubtype="2" fill="hold" grpId="0" nodeType="clickEffect">
                                  <p:stCondLst>
                                    <p:cond delay="0"/>
                                  </p:stCondLst>
                                  <p:childTnLst>
                                    <p:set>
                                      <p:cBhvr>
                                        <p:cTn id="41" dur="1" fill="hold">
                                          <p:stCondLst>
                                            <p:cond delay="0"/>
                                          </p:stCondLst>
                                        </p:cTn>
                                        <p:tgtEl>
                                          <p:spTgt spid="81"/>
                                        </p:tgtEl>
                                        <p:attrNameLst>
                                          <p:attrName>style.visibility</p:attrName>
                                        </p:attrNameLst>
                                      </p:cBhvr>
                                      <p:to>
                                        <p:strVal val="visible"/>
                                      </p:to>
                                    </p:set>
                                    <p:anim calcmode="lin" valueType="num">
                                      <p:cBhvr additive="base">
                                        <p:cTn id="42" dur="500"/>
                                        <p:tgtEl>
                                          <p:spTgt spid="81"/>
                                        </p:tgtEl>
                                        <p:attrNameLst>
                                          <p:attrName>ppt_x</p:attrName>
                                        </p:attrNameLst>
                                      </p:cBhvr>
                                      <p:tavLst>
                                        <p:tav tm="0">
                                          <p:val>
                                            <p:strVal val="#ppt_x+#ppt_w*1.125000"/>
                                          </p:val>
                                        </p:tav>
                                        <p:tav tm="100000">
                                          <p:val>
                                            <p:strVal val="#ppt_x"/>
                                          </p:val>
                                        </p:tav>
                                      </p:tavLst>
                                    </p:anim>
                                    <p:animEffect transition="in" filter="wipe(left)">
                                      <p:cBhvr>
                                        <p:cTn id="43" dur="500"/>
                                        <p:tgtEl>
                                          <p:spTgt spid="81"/>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74" grpId="0" animBg="1"/>
      <p:bldP spid="75" grpId="0" animBg="1"/>
      <p:bldP spid="76" grpId="0" animBg="1"/>
      <p:bldP spid="81" grpId="0" animBg="1"/>
      <p:bldP spid="82" grpId="0"/>
    </p:bldLst>
  </p:timing>
</p:sld>
</file>

<file path=ppt/slides/slide49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1" name="标注: 左箭头 80">
            <a:extLst>
              <a:ext uri="{FF2B5EF4-FFF2-40B4-BE49-F238E27FC236}">
                <a16:creationId xmlns:a16="http://schemas.microsoft.com/office/drawing/2014/main" id="{C6325996-6044-468D-B959-028037D22B42}"/>
              </a:ext>
            </a:extLst>
          </p:cNvPr>
          <p:cNvSpPr/>
          <p:nvPr/>
        </p:nvSpPr>
        <p:spPr>
          <a:xfrm>
            <a:off x="7892368" y="3507066"/>
            <a:ext cx="1069880" cy="338195"/>
          </a:xfrm>
          <a:prstGeom prst="leftArrowCallout">
            <a:avLst>
              <a:gd name="adj1" fmla="val 25000"/>
              <a:gd name="adj2" fmla="val 25000"/>
              <a:gd name="adj3" fmla="val 25000"/>
              <a:gd name="adj4" fmla="val 87531"/>
            </a:avLst>
          </a:prstGeom>
        </p:spPr>
        <p:style>
          <a:lnRef idx="2">
            <a:schemeClr val="accent3">
              <a:shade val="50000"/>
            </a:schemeClr>
          </a:lnRef>
          <a:fillRef idx="1">
            <a:schemeClr val="accent3"/>
          </a:fillRef>
          <a:effectRef idx="0">
            <a:schemeClr val="accent3"/>
          </a:effectRef>
          <a:fontRef idx="minor">
            <a:schemeClr val="lt1"/>
          </a:fontRef>
        </p:style>
        <p:txBody>
          <a:bodyPr rtlCol="0" anchor="ctr"/>
          <a:lstStyle/>
          <a:p>
            <a:pPr algn="ctr"/>
            <a:r>
              <a:rPr lang="zh-CN" altLang="en-US" b="1" dirty="0"/>
              <a:t>广播</a:t>
            </a:r>
          </a:p>
        </p:txBody>
      </p:sp>
      <p:sp>
        <p:nvSpPr>
          <p:cNvPr id="62" name="标注: 右箭头 61">
            <a:extLst>
              <a:ext uri="{FF2B5EF4-FFF2-40B4-BE49-F238E27FC236}">
                <a16:creationId xmlns:a16="http://schemas.microsoft.com/office/drawing/2014/main" id="{E2148F9B-C38A-4A31-8922-D460BF63B987}"/>
              </a:ext>
            </a:extLst>
          </p:cNvPr>
          <p:cNvSpPr/>
          <p:nvPr/>
        </p:nvSpPr>
        <p:spPr>
          <a:xfrm>
            <a:off x="8010168" y="5108465"/>
            <a:ext cx="1095639" cy="331788"/>
          </a:xfrm>
          <a:prstGeom prst="rightArrowCallout">
            <a:avLst>
              <a:gd name="adj1" fmla="val 25000"/>
              <a:gd name="adj2" fmla="val 25000"/>
              <a:gd name="adj3" fmla="val 25000"/>
              <a:gd name="adj4" fmla="val 86735"/>
            </a:avLst>
          </a:prstGeom>
        </p:spPr>
        <p:style>
          <a:lnRef idx="2">
            <a:schemeClr val="accent3">
              <a:shade val="50000"/>
            </a:schemeClr>
          </a:lnRef>
          <a:fillRef idx="1">
            <a:schemeClr val="accent3"/>
          </a:fillRef>
          <a:effectRef idx="0">
            <a:schemeClr val="accent3"/>
          </a:effectRef>
          <a:fontRef idx="minor">
            <a:schemeClr val="lt1"/>
          </a:fontRef>
        </p:style>
        <p:txBody>
          <a:bodyPr rtlCol="0" anchor="ctr"/>
          <a:lstStyle/>
          <a:p>
            <a:pPr algn="ctr"/>
            <a:r>
              <a:rPr lang="zh-CN" altLang="en-US" b="1" dirty="0"/>
              <a:t>广播</a:t>
            </a:r>
          </a:p>
        </p:txBody>
      </p:sp>
      <p:grpSp>
        <p:nvGrpSpPr>
          <p:cNvPr id="63" name="组合 62">
            <a:extLst>
              <a:ext uri="{FF2B5EF4-FFF2-40B4-BE49-F238E27FC236}">
                <a16:creationId xmlns:a16="http://schemas.microsoft.com/office/drawing/2014/main" id="{03F57396-5C97-4514-8889-855D168223B6}"/>
              </a:ext>
            </a:extLst>
          </p:cNvPr>
          <p:cNvGrpSpPr/>
          <p:nvPr/>
        </p:nvGrpSpPr>
        <p:grpSpPr>
          <a:xfrm>
            <a:off x="9208649" y="2724150"/>
            <a:ext cx="865823" cy="3041650"/>
            <a:chOff x="2135370" y="2724150"/>
            <a:chExt cx="865823" cy="3041650"/>
          </a:xfrm>
        </p:grpSpPr>
        <p:sp>
          <p:nvSpPr>
            <p:cNvPr id="67" name="矩形: 圆角 66">
              <a:extLst>
                <a:ext uri="{FF2B5EF4-FFF2-40B4-BE49-F238E27FC236}">
                  <a16:creationId xmlns:a16="http://schemas.microsoft.com/office/drawing/2014/main" id="{1018795D-BFF7-4E0F-BD81-D06491322307}"/>
                </a:ext>
              </a:extLst>
            </p:cNvPr>
            <p:cNvSpPr/>
            <p:nvPr/>
          </p:nvSpPr>
          <p:spPr>
            <a:xfrm>
              <a:off x="2146299" y="2724150"/>
              <a:ext cx="844551" cy="3041650"/>
            </a:xfrm>
            <a:prstGeom prst="roundRect">
              <a:avLst/>
            </a:prstGeom>
          </p:spPr>
          <p:style>
            <a:lnRef idx="2">
              <a:schemeClr val="accent5">
                <a:shade val="50000"/>
              </a:schemeClr>
            </a:lnRef>
            <a:fillRef idx="1">
              <a:schemeClr val="accent5"/>
            </a:fillRef>
            <a:effectRef idx="0">
              <a:schemeClr val="accent5"/>
            </a:effectRef>
            <a:fontRef idx="minor">
              <a:schemeClr val="lt1"/>
            </a:fontRef>
          </p:style>
          <p:txBody>
            <a:bodyPr rtlCol="0" anchor="ctr"/>
            <a:lstStyle/>
            <a:p>
              <a:pPr algn="ctr"/>
              <a:endParaRPr lang="zh-CN" altLang="en-US"/>
            </a:p>
          </p:txBody>
        </p:sp>
        <p:sp>
          <p:nvSpPr>
            <p:cNvPr id="68" name="íşlïḍè">
              <a:extLst>
                <a:ext uri="{FF2B5EF4-FFF2-40B4-BE49-F238E27FC236}">
                  <a16:creationId xmlns:a16="http://schemas.microsoft.com/office/drawing/2014/main" id="{1718D427-6351-45D3-90F9-0D412C05107C}"/>
                </a:ext>
              </a:extLst>
            </p:cNvPr>
            <p:cNvSpPr txBox="1"/>
            <p:nvPr/>
          </p:nvSpPr>
          <p:spPr>
            <a:xfrm>
              <a:off x="2135370" y="2761413"/>
              <a:ext cx="865823" cy="400110"/>
            </a:xfrm>
            <a:prstGeom prst="rect">
              <a:avLst/>
            </a:prstGeom>
            <a:noFill/>
          </p:spPr>
          <p:txBody>
            <a:bodyPr wrap="square" lIns="91440" tIns="45720" rIns="91440" bIns="45720" anchor="ctr">
              <a:noAutofit/>
            </a:bodyPr>
            <a:lstStyle/>
            <a:p>
              <a:pPr algn="ctr"/>
              <a:r>
                <a:rPr lang="en-US" altLang="zh-CN" b="1" dirty="0">
                  <a:solidFill>
                    <a:schemeClr val="bg1"/>
                  </a:solidFill>
                  <a:latin typeface="Arial Narrow" panose="020B0606020202030204" pitchFamily="34" charset="0"/>
                </a:rPr>
                <a:t>VLAN3</a:t>
              </a:r>
              <a:endParaRPr lang="zh-CN" altLang="en-US" b="1" dirty="0">
                <a:solidFill>
                  <a:schemeClr val="bg1"/>
                </a:solidFill>
                <a:latin typeface="Arial Narrow" panose="020B0606020202030204" pitchFamily="34" charset="0"/>
              </a:endParaRPr>
            </a:p>
          </p:txBody>
        </p:sp>
      </p:grpSp>
      <p:grpSp>
        <p:nvGrpSpPr>
          <p:cNvPr id="10" name="组合 9">
            <a:extLst>
              <a:ext uri="{FF2B5EF4-FFF2-40B4-BE49-F238E27FC236}">
                <a16:creationId xmlns:a16="http://schemas.microsoft.com/office/drawing/2014/main" id="{F8D767E8-38BB-4372-B88B-2EA238FAC431}"/>
              </a:ext>
            </a:extLst>
          </p:cNvPr>
          <p:cNvGrpSpPr/>
          <p:nvPr/>
        </p:nvGrpSpPr>
        <p:grpSpPr>
          <a:xfrm>
            <a:off x="2135370" y="2724150"/>
            <a:ext cx="865823" cy="3041650"/>
            <a:chOff x="2135370" y="2724150"/>
            <a:chExt cx="865823" cy="3041650"/>
          </a:xfrm>
        </p:grpSpPr>
        <p:sp>
          <p:nvSpPr>
            <p:cNvPr id="8" name="矩形: 圆角 7">
              <a:extLst>
                <a:ext uri="{FF2B5EF4-FFF2-40B4-BE49-F238E27FC236}">
                  <a16:creationId xmlns:a16="http://schemas.microsoft.com/office/drawing/2014/main" id="{EAAC964B-B5C7-4352-B8EA-30B4C68FB5BE}"/>
                </a:ext>
              </a:extLst>
            </p:cNvPr>
            <p:cNvSpPr/>
            <p:nvPr/>
          </p:nvSpPr>
          <p:spPr>
            <a:xfrm>
              <a:off x="2146299" y="2724150"/>
              <a:ext cx="844551" cy="3041650"/>
            </a:xfrm>
            <a:prstGeom prst="roundRect">
              <a:avLst/>
            </a:prstGeom>
            <a:solidFill>
              <a:schemeClr val="accent6"/>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61" name="íşlïḍè">
              <a:extLst>
                <a:ext uri="{FF2B5EF4-FFF2-40B4-BE49-F238E27FC236}">
                  <a16:creationId xmlns:a16="http://schemas.microsoft.com/office/drawing/2014/main" id="{89CA5AB4-FFCA-4A10-ADE8-A57272C5E251}"/>
                </a:ext>
              </a:extLst>
            </p:cNvPr>
            <p:cNvSpPr txBox="1"/>
            <p:nvPr/>
          </p:nvSpPr>
          <p:spPr>
            <a:xfrm>
              <a:off x="2135370" y="2761413"/>
              <a:ext cx="865823" cy="400110"/>
            </a:xfrm>
            <a:prstGeom prst="rect">
              <a:avLst/>
            </a:prstGeom>
            <a:noFill/>
          </p:spPr>
          <p:txBody>
            <a:bodyPr wrap="square" lIns="91440" tIns="45720" rIns="91440" bIns="45720" anchor="ctr">
              <a:noAutofit/>
            </a:bodyPr>
            <a:lstStyle/>
            <a:p>
              <a:pPr algn="ctr"/>
              <a:r>
                <a:rPr lang="en-US" altLang="zh-CN" b="1" dirty="0">
                  <a:solidFill>
                    <a:schemeClr val="bg1"/>
                  </a:solidFill>
                  <a:latin typeface="Arial Narrow" panose="020B0606020202030204" pitchFamily="34" charset="0"/>
                </a:rPr>
                <a:t>VLAN2</a:t>
              </a:r>
              <a:endParaRPr lang="zh-CN" altLang="en-US" b="1" dirty="0">
                <a:solidFill>
                  <a:schemeClr val="bg1"/>
                </a:solidFill>
                <a:latin typeface="Arial Narrow" panose="020B0606020202030204" pitchFamily="34" charset="0"/>
              </a:endParaRPr>
            </a:p>
          </p:txBody>
        </p:sp>
      </p:grpSp>
      <p:grpSp>
        <p:nvGrpSpPr>
          <p:cNvPr id="4" name="组合 3">
            <a:extLst>
              <a:ext uri="{FF2B5EF4-FFF2-40B4-BE49-F238E27FC236}">
                <a16:creationId xmlns:a16="http://schemas.microsoft.com/office/drawing/2014/main" id="{9A1EA9F2-FCB6-48C3-935F-7AE7E3AD14AC}"/>
              </a:ext>
            </a:extLst>
          </p:cNvPr>
          <p:cNvGrpSpPr/>
          <p:nvPr/>
        </p:nvGrpSpPr>
        <p:grpSpPr>
          <a:xfrm>
            <a:off x="304800" y="749300"/>
            <a:ext cx="4938199" cy="400110"/>
            <a:chOff x="424117" y="898245"/>
            <a:chExt cx="4938199" cy="400110"/>
          </a:xfrm>
        </p:grpSpPr>
        <p:sp>
          <p:nvSpPr>
            <p:cNvPr id="2" name="平行四边形 1">
              <a:extLst>
                <a:ext uri="{FF2B5EF4-FFF2-40B4-BE49-F238E27FC236}">
                  <a16:creationId xmlns:a16="http://schemas.microsoft.com/office/drawing/2014/main" id="{1F5BAA3F-9845-4F89-A2DD-8222D3E4EDAC}"/>
                </a:ext>
              </a:extLst>
            </p:cNvPr>
            <p:cNvSpPr/>
            <p:nvPr/>
          </p:nvSpPr>
          <p:spPr>
            <a:xfrm>
              <a:off x="424117" y="898245"/>
              <a:ext cx="628306" cy="387090"/>
            </a:xfrm>
            <a:prstGeom prst="parallelogram">
              <a:avLst/>
            </a:prstGeom>
            <a:solidFill>
              <a:schemeClr val="accent3">
                <a:lumMod val="75000"/>
              </a:schemeClr>
            </a:solidFill>
            <a:ln>
              <a:solidFill>
                <a:schemeClr val="accent3">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CN" sz="2200" dirty="0">
                  <a:latin typeface="Impact" panose="020B0806030902050204" pitchFamily="34" charset="0"/>
                </a:rPr>
                <a:t>01</a:t>
              </a:r>
              <a:endParaRPr lang="zh-CN" altLang="en-US" sz="2200" dirty="0">
                <a:latin typeface="Impact" panose="020B0806030902050204" pitchFamily="34" charset="0"/>
              </a:endParaRPr>
            </a:p>
          </p:txBody>
        </p:sp>
        <p:sp>
          <p:nvSpPr>
            <p:cNvPr id="3" name="文本框 2">
              <a:extLst>
                <a:ext uri="{FF2B5EF4-FFF2-40B4-BE49-F238E27FC236}">
                  <a16:creationId xmlns:a16="http://schemas.microsoft.com/office/drawing/2014/main" id="{4D6BD736-A4D3-4F26-AFED-36E11F50F70B}"/>
                </a:ext>
              </a:extLst>
            </p:cNvPr>
            <p:cNvSpPr txBox="1"/>
            <p:nvPr/>
          </p:nvSpPr>
          <p:spPr>
            <a:xfrm>
              <a:off x="1052423" y="898245"/>
              <a:ext cx="4309893" cy="400110"/>
            </a:xfrm>
            <a:prstGeom prst="rect">
              <a:avLst/>
            </a:prstGeom>
            <a:noFill/>
          </p:spPr>
          <p:txBody>
            <a:bodyPr wrap="square" rtlCol="0">
              <a:spAutoFit/>
            </a:bodyPr>
            <a:lstStyle/>
            <a:p>
              <a:r>
                <a:rPr lang="zh-CN" altLang="en-US" sz="2000" b="1" dirty="0">
                  <a:solidFill>
                    <a:schemeClr val="tx1"/>
                  </a:solidFill>
                  <a:latin typeface="Arial Narrow" panose="020B0606020202030204" pitchFamily="34" charset="0"/>
                </a:rPr>
                <a:t>虚拟局域网</a:t>
              </a:r>
              <a:r>
                <a:rPr lang="en-US" altLang="zh-CN" sz="2000" b="1" dirty="0">
                  <a:solidFill>
                    <a:schemeClr val="tx1"/>
                  </a:solidFill>
                  <a:latin typeface="Arial Narrow" panose="020B0606020202030204" pitchFamily="34" charset="0"/>
                </a:rPr>
                <a:t>VLAN</a:t>
              </a:r>
              <a:r>
                <a:rPr lang="zh-CN" altLang="en-US" sz="2000" b="1" dirty="0">
                  <a:solidFill>
                    <a:schemeClr val="tx1"/>
                  </a:solidFill>
                  <a:latin typeface="Arial Narrow" panose="020B0606020202030204" pitchFamily="34" charset="0"/>
                </a:rPr>
                <a:t>的</a:t>
              </a:r>
              <a:r>
                <a:rPr lang="zh-CN" altLang="en-US" sz="2000" b="1" dirty="0">
                  <a:latin typeface="Arial Narrow" panose="020B0606020202030204" pitchFamily="34" charset="0"/>
                </a:rPr>
                <a:t>实现机制</a:t>
              </a:r>
              <a:endParaRPr lang="en-US" altLang="zh-CN" sz="2000" b="1" dirty="0">
                <a:solidFill>
                  <a:schemeClr val="tx1"/>
                </a:solidFill>
                <a:latin typeface="Arial Narrow" panose="020B0606020202030204" pitchFamily="34" charset="0"/>
              </a:endParaRPr>
            </a:p>
          </p:txBody>
        </p:sp>
      </p:grpSp>
      <p:sp>
        <p:nvSpPr>
          <p:cNvPr id="9" name="文本框 8">
            <a:extLst>
              <a:ext uri="{FF2B5EF4-FFF2-40B4-BE49-F238E27FC236}">
                <a16:creationId xmlns:a16="http://schemas.microsoft.com/office/drawing/2014/main" id="{7E01F55D-5303-4639-8DD9-B3123C1AE516}"/>
              </a:ext>
            </a:extLst>
          </p:cNvPr>
          <p:cNvSpPr txBox="1"/>
          <p:nvPr/>
        </p:nvSpPr>
        <p:spPr>
          <a:xfrm>
            <a:off x="4141958" y="742690"/>
            <a:ext cx="4443242" cy="400110"/>
          </a:xfrm>
          <a:prstGeom prst="rect">
            <a:avLst/>
          </a:prstGeom>
          <a:noFill/>
        </p:spPr>
        <p:txBody>
          <a:bodyPr wrap="square" rtlCol="0">
            <a:spAutoFit/>
          </a:bodyPr>
          <a:lstStyle/>
          <a:p>
            <a:r>
              <a:rPr lang="en-US" altLang="zh-CN" sz="2000" b="1" dirty="0">
                <a:solidFill>
                  <a:schemeClr val="accent3">
                    <a:lumMod val="75000"/>
                  </a:schemeClr>
                </a:solidFill>
                <a:latin typeface="Arial Narrow" panose="020B0606020202030204" pitchFamily="34" charset="0"/>
              </a:rPr>
              <a:t>——  </a:t>
            </a:r>
            <a:r>
              <a:rPr lang="zh-CN" altLang="en-US" sz="2000" b="1" dirty="0">
                <a:solidFill>
                  <a:schemeClr val="accent3">
                    <a:lumMod val="75000"/>
                  </a:schemeClr>
                </a:solidFill>
                <a:latin typeface="Arial Narrow" panose="020B0606020202030204" pitchFamily="34" charset="0"/>
              </a:rPr>
              <a:t>以太网交换机的接口类型</a:t>
            </a:r>
            <a:endParaRPr lang="en-US" altLang="zh-CN" sz="2000" b="1" dirty="0">
              <a:solidFill>
                <a:schemeClr val="accent3">
                  <a:lumMod val="75000"/>
                </a:schemeClr>
              </a:solidFill>
              <a:latin typeface="Arial Narrow" panose="020B0606020202030204" pitchFamily="34" charset="0"/>
            </a:endParaRPr>
          </a:p>
        </p:txBody>
      </p:sp>
      <p:sp>
        <p:nvSpPr>
          <p:cNvPr id="11" name="íşlïḍè">
            <a:extLst>
              <a:ext uri="{FF2B5EF4-FFF2-40B4-BE49-F238E27FC236}">
                <a16:creationId xmlns:a16="http://schemas.microsoft.com/office/drawing/2014/main" id="{7AA3015A-52E8-4E4D-820F-06063E0CA2B4}"/>
              </a:ext>
            </a:extLst>
          </p:cNvPr>
          <p:cNvSpPr txBox="1"/>
          <p:nvPr/>
        </p:nvSpPr>
        <p:spPr>
          <a:xfrm>
            <a:off x="839330" y="1236602"/>
            <a:ext cx="10513339" cy="400110"/>
          </a:xfrm>
          <a:prstGeom prst="rect">
            <a:avLst/>
          </a:prstGeom>
          <a:noFill/>
        </p:spPr>
        <p:txBody>
          <a:bodyPr wrap="square" lIns="91440" tIns="45720" rIns="91440" bIns="45720" anchor="ctr">
            <a:noAutofit/>
          </a:bodyPr>
          <a:lstStyle/>
          <a:p>
            <a:r>
              <a:rPr lang="en-US" altLang="zh-CN" b="1" dirty="0">
                <a:latin typeface="Arial Narrow" panose="020B0606020202030204" pitchFamily="34" charset="0"/>
              </a:rPr>
              <a:t>【</a:t>
            </a:r>
            <a:r>
              <a:rPr lang="zh-CN" altLang="en-US" b="1" dirty="0">
                <a:latin typeface="Arial Narrow" panose="020B0606020202030204" pitchFamily="34" charset="0"/>
              </a:rPr>
              <a:t>例</a:t>
            </a:r>
            <a:r>
              <a:rPr lang="en-US" altLang="zh-CN" b="1" dirty="0">
                <a:latin typeface="Arial Narrow" panose="020B0606020202030204" pitchFamily="34" charset="0"/>
              </a:rPr>
              <a:t>2】</a:t>
            </a:r>
            <a:r>
              <a:rPr lang="zh-CN" altLang="en-US" b="1" dirty="0">
                <a:latin typeface="Arial Narrow" panose="020B0606020202030204" pitchFamily="34" charset="0"/>
              </a:rPr>
              <a:t>在一个交换机上划分两个不同</a:t>
            </a:r>
            <a:r>
              <a:rPr lang="en-US" altLang="zh-CN" b="1" dirty="0">
                <a:latin typeface="Arial Narrow" panose="020B0606020202030204" pitchFamily="34" charset="0"/>
              </a:rPr>
              <a:t>VLAN</a:t>
            </a:r>
            <a:r>
              <a:rPr lang="zh-CN" altLang="en-US" b="1" dirty="0">
                <a:latin typeface="Arial Narrow" panose="020B0606020202030204" pitchFamily="34" charset="0"/>
              </a:rPr>
              <a:t>的情况。</a:t>
            </a:r>
          </a:p>
        </p:txBody>
      </p:sp>
      <p:sp>
        <p:nvSpPr>
          <p:cNvPr id="20" name="矩形 19">
            <a:extLst>
              <a:ext uri="{FF2B5EF4-FFF2-40B4-BE49-F238E27FC236}">
                <a16:creationId xmlns:a16="http://schemas.microsoft.com/office/drawing/2014/main" id="{B7E1855B-BB0E-4F7F-86D0-BB02329A21F2}"/>
              </a:ext>
            </a:extLst>
          </p:cNvPr>
          <p:cNvSpPr/>
          <p:nvPr/>
        </p:nvSpPr>
        <p:spPr>
          <a:xfrm>
            <a:off x="4448173" y="4062426"/>
            <a:ext cx="1050925" cy="331788"/>
          </a:xfrm>
          <a:prstGeom prst="rect">
            <a:avLst/>
          </a:prstGeom>
          <a:solidFill>
            <a:schemeClr val="accent4"/>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CN" sz="2000" b="1" dirty="0">
                <a:solidFill>
                  <a:schemeClr val="bg1"/>
                </a:solidFill>
                <a:latin typeface="Arial Narrow" panose="020B0606020202030204" pitchFamily="34" charset="0"/>
              </a:rPr>
              <a:t>Access</a:t>
            </a:r>
            <a:endParaRPr lang="zh-CN" altLang="en-US" sz="2000" b="1" dirty="0">
              <a:solidFill>
                <a:schemeClr val="bg1"/>
              </a:solidFill>
              <a:latin typeface="Arial Narrow" panose="020B0606020202030204" pitchFamily="34" charset="0"/>
            </a:endParaRPr>
          </a:p>
        </p:txBody>
      </p:sp>
      <p:sp>
        <p:nvSpPr>
          <p:cNvPr id="24" name="矩形 23">
            <a:extLst>
              <a:ext uri="{FF2B5EF4-FFF2-40B4-BE49-F238E27FC236}">
                <a16:creationId xmlns:a16="http://schemas.microsoft.com/office/drawing/2014/main" id="{A4E7391A-1751-4FC1-8717-F49F032890FD}"/>
              </a:ext>
            </a:extLst>
          </p:cNvPr>
          <p:cNvSpPr/>
          <p:nvPr/>
        </p:nvSpPr>
        <p:spPr>
          <a:xfrm>
            <a:off x="4448174" y="5665003"/>
            <a:ext cx="1050925" cy="331788"/>
          </a:xfrm>
          <a:prstGeom prst="rect">
            <a:avLst/>
          </a:prstGeom>
          <a:solidFill>
            <a:schemeClr val="accent4"/>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CN" sz="2000" b="1" dirty="0">
                <a:solidFill>
                  <a:schemeClr val="bg1"/>
                </a:solidFill>
                <a:latin typeface="Arial Narrow" panose="020B0606020202030204" pitchFamily="34" charset="0"/>
              </a:rPr>
              <a:t>Access</a:t>
            </a:r>
            <a:endParaRPr lang="zh-CN" altLang="en-US" sz="2000" b="1" dirty="0">
              <a:solidFill>
                <a:schemeClr val="bg1"/>
              </a:solidFill>
              <a:latin typeface="Arial Narrow" panose="020B0606020202030204" pitchFamily="34" charset="0"/>
            </a:endParaRPr>
          </a:p>
        </p:txBody>
      </p:sp>
      <p:sp>
        <p:nvSpPr>
          <p:cNvPr id="28" name="矩形 27">
            <a:extLst>
              <a:ext uri="{FF2B5EF4-FFF2-40B4-BE49-F238E27FC236}">
                <a16:creationId xmlns:a16="http://schemas.microsoft.com/office/drawing/2014/main" id="{470F44F1-DD3E-42C3-B3F3-DF5C2565B8F7}"/>
              </a:ext>
            </a:extLst>
          </p:cNvPr>
          <p:cNvSpPr/>
          <p:nvPr/>
        </p:nvSpPr>
        <p:spPr>
          <a:xfrm>
            <a:off x="6699250" y="4062426"/>
            <a:ext cx="1050925" cy="331788"/>
          </a:xfrm>
          <a:prstGeom prst="rect">
            <a:avLst/>
          </a:prstGeom>
          <a:solidFill>
            <a:schemeClr val="accent4"/>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CN" sz="2000" b="1" dirty="0">
                <a:solidFill>
                  <a:schemeClr val="bg1"/>
                </a:solidFill>
                <a:latin typeface="Arial Narrow" panose="020B0606020202030204" pitchFamily="34" charset="0"/>
              </a:rPr>
              <a:t>Access</a:t>
            </a:r>
            <a:endParaRPr lang="zh-CN" altLang="en-US" sz="2000" b="1" dirty="0">
              <a:solidFill>
                <a:schemeClr val="bg1"/>
              </a:solidFill>
              <a:latin typeface="Arial Narrow" panose="020B0606020202030204" pitchFamily="34" charset="0"/>
            </a:endParaRPr>
          </a:p>
        </p:txBody>
      </p:sp>
      <p:sp>
        <p:nvSpPr>
          <p:cNvPr id="32" name="矩形 31">
            <a:extLst>
              <a:ext uri="{FF2B5EF4-FFF2-40B4-BE49-F238E27FC236}">
                <a16:creationId xmlns:a16="http://schemas.microsoft.com/office/drawing/2014/main" id="{CB471B25-1E07-49B5-8232-C4D460EEECA0}"/>
              </a:ext>
            </a:extLst>
          </p:cNvPr>
          <p:cNvSpPr/>
          <p:nvPr/>
        </p:nvSpPr>
        <p:spPr>
          <a:xfrm>
            <a:off x="6699251" y="5665003"/>
            <a:ext cx="1050925" cy="331788"/>
          </a:xfrm>
          <a:prstGeom prst="rect">
            <a:avLst/>
          </a:prstGeom>
          <a:solidFill>
            <a:schemeClr val="accent4"/>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CN" sz="2000" b="1" dirty="0">
                <a:solidFill>
                  <a:schemeClr val="bg1"/>
                </a:solidFill>
                <a:latin typeface="Arial Narrow" panose="020B0606020202030204" pitchFamily="34" charset="0"/>
              </a:rPr>
              <a:t>Access</a:t>
            </a:r>
            <a:endParaRPr lang="zh-CN" altLang="en-US" sz="2000" b="1" dirty="0">
              <a:solidFill>
                <a:schemeClr val="bg1"/>
              </a:solidFill>
              <a:latin typeface="Arial Narrow" panose="020B0606020202030204" pitchFamily="34" charset="0"/>
            </a:endParaRPr>
          </a:p>
        </p:txBody>
      </p:sp>
      <p:sp>
        <p:nvSpPr>
          <p:cNvPr id="18" name="矩形 17">
            <a:extLst>
              <a:ext uri="{FF2B5EF4-FFF2-40B4-BE49-F238E27FC236}">
                <a16:creationId xmlns:a16="http://schemas.microsoft.com/office/drawing/2014/main" id="{9FF17DC4-7312-49F3-82F1-6543D08F7A97}"/>
              </a:ext>
            </a:extLst>
          </p:cNvPr>
          <p:cNvSpPr/>
          <p:nvPr/>
        </p:nvSpPr>
        <p:spPr>
          <a:xfrm>
            <a:off x="4448173" y="3398850"/>
            <a:ext cx="1050925" cy="331788"/>
          </a:xfrm>
          <a:prstGeom prst="rect">
            <a:avLst/>
          </a:prstGeom>
          <a:solidFill>
            <a:schemeClr val="accent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CN" sz="2000" b="1" dirty="0">
                <a:solidFill>
                  <a:schemeClr val="bg1"/>
                </a:solidFill>
                <a:latin typeface="Arial Narrow" panose="020B0606020202030204" pitchFamily="34" charset="0"/>
              </a:rPr>
              <a:t>PVID=1</a:t>
            </a:r>
            <a:endParaRPr lang="zh-CN" altLang="en-US" sz="2000" b="1" dirty="0">
              <a:solidFill>
                <a:schemeClr val="bg1"/>
              </a:solidFill>
              <a:latin typeface="Arial Narrow" panose="020B0606020202030204" pitchFamily="34" charset="0"/>
            </a:endParaRPr>
          </a:p>
        </p:txBody>
      </p:sp>
      <p:sp>
        <p:nvSpPr>
          <p:cNvPr id="22" name="矩形 21">
            <a:extLst>
              <a:ext uri="{FF2B5EF4-FFF2-40B4-BE49-F238E27FC236}">
                <a16:creationId xmlns:a16="http://schemas.microsoft.com/office/drawing/2014/main" id="{4F924B51-5424-48CF-AA09-489275DC4623}"/>
              </a:ext>
            </a:extLst>
          </p:cNvPr>
          <p:cNvSpPr/>
          <p:nvPr/>
        </p:nvSpPr>
        <p:spPr>
          <a:xfrm>
            <a:off x="4448174" y="5001427"/>
            <a:ext cx="1050925" cy="331788"/>
          </a:xfrm>
          <a:prstGeom prst="rect">
            <a:avLst/>
          </a:prstGeom>
          <a:solidFill>
            <a:schemeClr val="accent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CN" sz="2000" b="1" dirty="0">
                <a:solidFill>
                  <a:schemeClr val="bg1"/>
                </a:solidFill>
                <a:latin typeface="Arial Narrow" panose="020B0606020202030204" pitchFamily="34" charset="0"/>
              </a:rPr>
              <a:t>PVID=1</a:t>
            </a:r>
            <a:endParaRPr lang="zh-CN" altLang="en-US" sz="2000" b="1" dirty="0">
              <a:solidFill>
                <a:schemeClr val="bg1"/>
              </a:solidFill>
              <a:latin typeface="Arial Narrow" panose="020B0606020202030204" pitchFamily="34" charset="0"/>
            </a:endParaRPr>
          </a:p>
        </p:txBody>
      </p:sp>
      <p:sp>
        <p:nvSpPr>
          <p:cNvPr id="26" name="矩形 25">
            <a:extLst>
              <a:ext uri="{FF2B5EF4-FFF2-40B4-BE49-F238E27FC236}">
                <a16:creationId xmlns:a16="http://schemas.microsoft.com/office/drawing/2014/main" id="{F1B3D3B5-5935-4DF1-8637-BC378DCF6A03}"/>
              </a:ext>
            </a:extLst>
          </p:cNvPr>
          <p:cNvSpPr/>
          <p:nvPr/>
        </p:nvSpPr>
        <p:spPr>
          <a:xfrm>
            <a:off x="6699250" y="3398850"/>
            <a:ext cx="1050925" cy="331788"/>
          </a:xfrm>
          <a:prstGeom prst="rect">
            <a:avLst/>
          </a:prstGeom>
          <a:solidFill>
            <a:schemeClr val="accent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CN" sz="2000" b="1" dirty="0">
                <a:solidFill>
                  <a:schemeClr val="bg1"/>
                </a:solidFill>
                <a:latin typeface="Arial Narrow" panose="020B0606020202030204" pitchFamily="34" charset="0"/>
              </a:rPr>
              <a:t>PVID=1</a:t>
            </a:r>
            <a:endParaRPr lang="zh-CN" altLang="en-US" sz="2000" b="1" dirty="0">
              <a:solidFill>
                <a:schemeClr val="bg1"/>
              </a:solidFill>
              <a:latin typeface="Arial Narrow" panose="020B0606020202030204" pitchFamily="34" charset="0"/>
            </a:endParaRPr>
          </a:p>
        </p:txBody>
      </p:sp>
      <p:sp>
        <p:nvSpPr>
          <p:cNvPr id="30" name="矩形 29">
            <a:extLst>
              <a:ext uri="{FF2B5EF4-FFF2-40B4-BE49-F238E27FC236}">
                <a16:creationId xmlns:a16="http://schemas.microsoft.com/office/drawing/2014/main" id="{38614433-FAF6-4DF5-98A0-71D6FD64EA4B}"/>
              </a:ext>
            </a:extLst>
          </p:cNvPr>
          <p:cNvSpPr/>
          <p:nvPr/>
        </p:nvSpPr>
        <p:spPr>
          <a:xfrm>
            <a:off x="6699251" y="5001427"/>
            <a:ext cx="1050925" cy="331788"/>
          </a:xfrm>
          <a:prstGeom prst="rect">
            <a:avLst/>
          </a:prstGeom>
          <a:solidFill>
            <a:schemeClr val="accent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CN" sz="2000" b="1" dirty="0">
                <a:solidFill>
                  <a:schemeClr val="bg1"/>
                </a:solidFill>
                <a:latin typeface="Arial Narrow" panose="020B0606020202030204" pitchFamily="34" charset="0"/>
              </a:rPr>
              <a:t>PVID=1</a:t>
            </a:r>
            <a:endParaRPr lang="zh-CN" altLang="en-US" sz="2000" b="1" dirty="0">
              <a:solidFill>
                <a:schemeClr val="bg1"/>
              </a:solidFill>
              <a:latin typeface="Arial Narrow" panose="020B0606020202030204" pitchFamily="34" charset="0"/>
            </a:endParaRPr>
          </a:p>
        </p:txBody>
      </p:sp>
      <p:grpSp>
        <p:nvGrpSpPr>
          <p:cNvPr id="56" name="组合 55">
            <a:extLst>
              <a:ext uri="{FF2B5EF4-FFF2-40B4-BE49-F238E27FC236}">
                <a16:creationId xmlns:a16="http://schemas.microsoft.com/office/drawing/2014/main" id="{ED900606-F7CE-4824-8EA8-62FB879E7403}"/>
              </a:ext>
            </a:extLst>
          </p:cNvPr>
          <p:cNvGrpSpPr/>
          <p:nvPr/>
        </p:nvGrpSpPr>
        <p:grpSpPr>
          <a:xfrm>
            <a:off x="2236875" y="2045293"/>
            <a:ext cx="7718250" cy="4317407"/>
            <a:chOff x="2236875" y="2045293"/>
            <a:chExt cx="7718250" cy="4317407"/>
          </a:xfrm>
        </p:grpSpPr>
        <p:grpSp>
          <p:nvGrpSpPr>
            <p:cNvPr id="51" name="组合 50">
              <a:extLst>
                <a:ext uri="{FF2B5EF4-FFF2-40B4-BE49-F238E27FC236}">
                  <a16:creationId xmlns:a16="http://schemas.microsoft.com/office/drawing/2014/main" id="{4A24894D-B07F-49D4-9C66-0022E95368D2}"/>
                </a:ext>
              </a:extLst>
            </p:cNvPr>
            <p:cNvGrpSpPr/>
            <p:nvPr/>
          </p:nvGrpSpPr>
          <p:grpSpPr>
            <a:xfrm>
              <a:off x="2236875" y="2045293"/>
              <a:ext cx="7718250" cy="4317407"/>
              <a:chOff x="2236875" y="1791293"/>
              <a:chExt cx="7718250" cy="4317407"/>
            </a:xfrm>
          </p:grpSpPr>
          <p:grpSp>
            <p:nvGrpSpPr>
              <p:cNvPr id="49" name="组合 48">
                <a:extLst>
                  <a:ext uri="{FF2B5EF4-FFF2-40B4-BE49-F238E27FC236}">
                    <a16:creationId xmlns:a16="http://schemas.microsoft.com/office/drawing/2014/main" id="{9578F982-B46C-4F17-819E-EDABE967900E}"/>
                  </a:ext>
                </a:extLst>
              </p:cNvPr>
              <p:cNvGrpSpPr/>
              <p:nvPr/>
            </p:nvGrpSpPr>
            <p:grpSpPr>
              <a:xfrm>
                <a:off x="2236875" y="2197100"/>
                <a:ext cx="7718250" cy="3911600"/>
                <a:chOff x="2236875" y="2197100"/>
                <a:chExt cx="7718250" cy="3911600"/>
              </a:xfrm>
            </p:grpSpPr>
            <p:cxnSp>
              <p:nvCxnSpPr>
                <p:cNvPr id="35" name="直接连接符 34">
                  <a:extLst>
                    <a:ext uri="{FF2B5EF4-FFF2-40B4-BE49-F238E27FC236}">
                      <a16:creationId xmlns:a16="http://schemas.microsoft.com/office/drawing/2014/main" id="{7F1A5C97-32BC-4856-BF65-7AE987D8E4AC}"/>
                    </a:ext>
                  </a:extLst>
                </p:cNvPr>
                <p:cNvCxnSpPr>
                  <a:cxnSpLocks/>
                </p:cNvCxnSpPr>
                <p:nvPr/>
              </p:nvCxnSpPr>
              <p:spPr>
                <a:xfrm flipH="1">
                  <a:off x="2797387" y="3642532"/>
                  <a:ext cx="1650786" cy="0"/>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sp>
              <p:nvSpPr>
                <p:cNvPr id="6" name="矩形 5">
                  <a:extLst>
                    <a:ext uri="{FF2B5EF4-FFF2-40B4-BE49-F238E27FC236}">
                      <a16:creationId xmlns:a16="http://schemas.microsoft.com/office/drawing/2014/main" id="{B73795E7-AA4E-46BD-A009-E7B559FC741E}"/>
                    </a:ext>
                  </a:extLst>
                </p:cNvPr>
                <p:cNvSpPr/>
                <p:nvPr/>
              </p:nvSpPr>
              <p:spPr>
                <a:xfrm>
                  <a:off x="4441825" y="2197100"/>
                  <a:ext cx="3308350" cy="3911600"/>
                </a:xfrm>
                <a:prstGeom prst="rect">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19" name="矩形 18">
                  <a:extLst>
                    <a:ext uri="{FF2B5EF4-FFF2-40B4-BE49-F238E27FC236}">
                      <a16:creationId xmlns:a16="http://schemas.microsoft.com/office/drawing/2014/main" id="{77C24B11-AA44-4B22-9A14-1ED14C517EC7}"/>
                    </a:ext>
                  </a:extLst>
                </p:cNvPr>
                <p:cNvSpPr/>
                <p:nvPr/>
              </p:nvSpPr>
              <p:spPr>
                <a:xfrm>
                  <a:off x="4448173" y="3476638"/>
                  <a:ext cx="1050925" cy="331788"/>
                </a:xfrm>
                <a:prstGeom prst="rect">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CN" sz="2000" b="1" dirty="0">
                      <a:solidFill>
                        <a:schemeClr val="tx1"/>
                      </a:solidFill>
                      <a:latin typeface="Arial Black" panose="020B0A04020102020204" pitchFamily="34" charset="0"/>
                    </a:rPr>
                    <a:t>1</a:t>
                  </a:r>
                  <a:endParaRPr lang="zh-CN" altLang="en-US" sz="2000" b="1" dirty="0">
                    <a:solidFill>
                      <a:schemeClr val="tx1"/>
                    </a:solidFill>
                    <a:latin typeface="Arial Black" panose="020B0A04020102020204" pitchFamily="34" charset="0"/>
                  </a:endParaRPr>
                </a:p>
              </p:txBody>
            </p:sp>
            <p:sp>
              <p:nvSpPr>
                <p:cNvPr id="23" name="矩形 22">
                  <a:extLst>
                    <a:ext uri="{FF2B5EF4-FFF2-40B4-BE49-F238E27FC236}">
                      <a16:creationId xmlns:a16="http://schemas.microsoft.com/office/drawing/2014/main" id="{AB2385F7-9B60-4E01-9222-32199BF93FFE}"/>
                    </a:ext>
                  </a:extLst>
                </p:cNvPr>
                <p:cNvSpPr/>
                <p:nvPr/>
              </p:nvSpPr>
              <p:spPr>
                <a:xfrm>
                  <a:off x="4448174" y="5079215"/>
                  <a:ext cx="1050925" cy="331788"/>
                </a:xfrm>
                <a:prstGeom prst="rect">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CN" sz="2000" b="1" dirty="0">
                      <a:solidFill>
                        <a:schemeClr val="tx1"/>
                      </a:solidFill>
                      <a:latin typeface="Arial Black" panose="020B0A04020102020204" pitchFamily="34" charset="0"/>
                    </a:rPr>
                    <a:t>2</a:t>
                  </a:r>
                  <a:endParaRPr lang="zh-CN" altLang="en-US" sz="2000" b="1" dirty="0">
                    <a:solidFill>
                      <a:schemeClr val="tx1"/>
                    </a:solidFill>
                    <a:latin typeface="Arial Black" panose="020B0A04020102020204" pitchFamily="34" charset="0"/>
                  </a:endParaRPr>
                </a:p>
              </p:txBody>
            </p:sp>
            <p:sp>
              <p:nvSpPr>
                <p:cNvPr id="27" name="矩形 26">
                  <a:extLst>
                    <a:ext uri="{FF2B5EF4-FFF2-40B4-BE49-F238E27FC236}">
                      <a16:creationId xmlns:a16="http://schemas.microsoft.com/office/drawing/2014/main" id="{03E60741-BE28-4E2A-8520-4D9B8EF88A23}"/>
                    </a:ext>
                  </a:extLst>
                </p:cNvPr>
                <p:cNvSpPr/>
                <p:nvPr/>
              </p:nvSpPr>
              <p:spPr>
                <a:xfrm>
                  <a:off x="6699250" y="3476638"/>
                  <a:ext cx="1050925" cy="331788"/>
                </a:xfrm>
                <a:prstGeom prst="rect">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CN" sz="2000" b="1" dirty="0">
                      <a:solidFill>
                        <a:schemeClr val="tx1"/>
                      </a:solidFill>
                      <a:latin typeface="Arial Black" panose="020B0A04020102020204" pitchFamily="34" charset="0"/>
                    </a:rPr>
                    <a:t>3</a:t>
                  </a:r>
                  <a:endParaRPr lang="zh-CN" altLang="en-US" sz="2000" b="1" dirty="0">
                    <a:solidFill>
                      <a:schemeClr val="tx1"/>
                    </a:solidFill>
                    <a:latin typeface="Arial Black" panose="020B0A04020102020204" pitchFamily="34" charset="0"/>
                  </a:endParaRPr>
                </a:p>
              </p:txBody>
            </p:sp>
            <p:sp>
              <p:nvSpPr>
                <p:cNvPr id="31" name="矩形 30">
                  <a:extLst>
                    <a:ext uri="{FF2B5EF4-FFF2-40B4-BE49-F238E27FC236}">
                      <a16:creationId xmlns:a16="http://schemas.microsoft.com/office/drawing/2014/main" id="{9FDBF4C8-3C90-491A-A517-2E721072CA89}"/>
                    </a:ext>
                  </a:extLst>
                </p:cNvPr>
                <p:cNvSpPr/>
                <p:nvPr/>
              </p:nvSpPr>
              <p:spPr>
                <a:xfrm>
                  <a:off x="6699251" y="5079215"/>
                  <a:ext cx="1050925" cy="331788"/>
                </a:xfrm>
                <a:prstGeom prst="rect">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CN" sz="2000" b="1" dirty="0">
                      <a:solidFill>
                        <a:schemeClr val="tx1"/>
                      </a:solidFill>
                      <a:latin typeface="Arial Black" panose="020B0A04020102020204" pitchFamily="34" charset="0"/>
                    </a:rPr>
                    <a:t>4</a:t>
                  </a:r>
                  <a:endParaRPr lang="zh-CN" altLang="en-US" sz="2000" b="1" dirty="0">
                    <a:solidFill>
                      <a:schemeClr val="tx1"/>
                    </a:solidFill>
                    <a:latin typeface="Arial Black" panose="020B0A04020102020204" pitchFamily="34" charset="0"/>
                  </a:endParaRPr>
                </a:p>
              </p:txBody>
            </p:sp>
            <p:pic>
              <p:nvPicPr>
                <p:cNvPr id="33" name="图形 10">
                  <a:extLst>
                    <a:ext uri="{FF2B5EF4-FFF2-40B4-BE49-F238E27FC236}">
                      <a16:creationId xmlns:a16="http://schemas.microsoft.com/office/drawing/2014/main" id="{45EB2A5E-C932-4270-9B30-415951D6C935}"/>
                    </a:ext>
                  </a:extLst>
                </p:cNvPr>
                <p:cNvPicPr>
                  <a:picLocks noChangeAspect="1"/>
                </p:cNvPicPr>
                <p:nvPr/>
              </p:nvPicPr>
              <p:blipFill>
                <a:blip r:embed="rId3">
                  <a:extLst>
                    <a:ext uri="{28A0092B-C50C-407E-A947-70E740481C1C}">
                      <a14:useLocalDpi xmlns:a14="http://schemas.microsoft.com/office/drawing/2010/main" val="0"/>
                    </a:ext>
                    <a:ext uri="{96DAC541-7B7A-43D3-8B79-37D633B846F1}">
                      <asvg:svgBlip xmlns:asvg="http://schemas.microsoft.com/office/drawing/2016/SVG/main" r:embed="rId4"/>
                    </a:ext>
                  </a:extLst>
                </a:blip>
                <a:stretch>
                  <a:fillRect/>
                </a:stretch>
              </p:blipFill>
              <p:spPr>
                <a:xfrm>
                  <a:off x="2236875" y="3203316"/>
                  <a:ext cx="662814" cy="641082"/>
                </a:xfrm>
                <a:prstGeom prst="rect">
                  <a:avLst/>
                </a:prstGeom>
              </p:spPr>
            </p:pic>
            <p:cxnSp>
              <p:nvCxnSpPr>
                <p:cNvPr id="41" name="直接连接符 40">
                  <a:extLst>
                    <a:ext uri="{FF2B5EF4-FFF2-40B4-BE49-F238E27FC236}">
                      <a16:creationId xmlns:a16="http://schemas.microsoft.com/office/drawing/2014/main" id="{F5A16B36-DB81-469A-8082-FD28F2C01FA1}"/>
                    </a:ext>
                  </a:extLst>
                </p:cNvPr>
                <p:cNvCxnSpPr>
                  <a:cxnSpLocks/>
                </p:cNvCxnSpPr>
                <p:nvPr/>
              </p:nvCxnSpPr>
              <p:spPr>
                <a:xfrm flipH="1">
                  <a:off x="7750175" y="3642532"/>
                  <a:ext cx="1650786" cy="0"/>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cxnSp>
              <p:nvCxnSpPr>
                <p:cNvPr id="42" name="直接连接符 41">
                  <a:extLst>
                    <a:ext uri="{FF2B5EF4-FFF2-40B4-BE49-F238E27FC236}">
                      <a16:creationId xmlns:a16="http://schemas.microsoft.com/office/drawing/2014/main" id="{F91B5B0F-0779-4D3C-B788-C145A44A572C}"/>
                    </a:ext>
                  </a:extLst>
                </p:cNvPr>
                <p:cNvCxnSpPr>
                  <a:cxnSpLocks/>
                </p:cNvCxnSpPr>
                <p:nvPr/>
              </p:nvCxnSpPr>
              <p:spPr>
                <a:xfrm flipH="1">
                  <a:off x="2458720" y="5245109"/>
                  <a:ext cx="1989454" cy="0"/>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cxnSp>
              <p:nvCxnSpPr>
                <p:cNvPr id="45" name="直接连接符 44">
                  <a:extLst>
                    <a:ext uri="{FF2B5EF4-FFF2-40B4-BE49-F238E27FC236}">
                      <a16:creationId xmlns:a16="http://schemas.microsoft.com/office/drawing/2014/main" id="{37FC353E-A226-435F-A36D-5A521BBD87CC}"/>
                    </a:ext>
                  </a:extLst>
                </p:cNvPr>
                <p:cNvCxnSpPr>
                  <a:cxnSpLocks/>
                </p:cNvCxnSpPr>
                <p:nvPr/>
              </p:nvCxnSpPr>
              <p:spPr>
                <a:xfrm flipH="1">
                  <a:off x="7750175" y="5245109"/>
                  <a:ext cx="1989454" cy="0"/>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pic>
              <p:nvPicPr>
                <p:cNvPr id="46" name="图形 10">
                  <a:extLst>
                    <a:ext uri="{FF2B5EF4-FFF2-40B4-BE49-F238E27FC236}">
                      <a16:creationId xmlns:a16="http://schemas.microsoft.com/office/drawing/2014/main" id="{0C267CEC-7965-419C-856B-24593CBA3D8D}"/>
                    </a:ext>
                  </a:extLst>
                </p:cNvPr>
                <p:cNvPicPr>
                  <a:picLocks noChangeAspect="1"/>
                </p:cNvPicPr>
                <p:nvPr/>
              </p:nvPicPr>
              <p:blipFill>
                <a:blip r:embed="rId3">
                  <a:extLst>
                    <a:ext uri="{28A0092B-C50C-407E-A947-70E740481C1C}">
                      <a14:useLocalDpi xmlns:a14="http://schemas.microsoft.com/office/drawing/2010/main" val="0"/>
                    </a:ext>
                    <a:ext uri="{96DAC541-7B7A-43D3-8B79-37D633B846F1}">
                      <asvg:svgBlip xmlns:asvg="http://schemas.microsoft.com/office/drawing/2016/SVG/main" r:embed="rId4"/>
                    </a:ext>
                  </a:extLst>
                </a:blip>
                <a:stretch>
                  <a:fillRect/>
                </a:stretch>
              </p:blipFill>
              <p:spPr>
                <a:xfrm>
                  <a:off x="2236875" y="4769920"/>
                  <a:ext cx="662814" cy="641082"/>
                </a:xfrm>
                <a:prstGeom prst="rect">
                  <a:avLst/>
                </a:prstGeom>
              </p:spPr>
            </p:pic>
            <p:pic>
              <p:nvPicPr>
                <p:cNvPr id="47" name="图形 10">
                  <a:extLst>
                    <a:ext uri="{FF2B5EF4-FFF2-40B4-BE49-F238E27FC236}">
                      <a16:creationId xmlns:a16="http://schemas.microsoft.com/office/drawing/2014/main" id="{8E1F14D7-A86D-41CD-8F97-3C2EEC80AE92}"/>
                    </a:ext>
                  </a:extLst>
                </p:cNvPr>
                <p:cNvPicPr>
                  <a:picLocks noChangeAspect="1"/>
                </p:cNvPicPr>
                <p:nvPr/>
              </p:nvPicPr>
              <p:blipFill>
                <a:blip r:embed="rId3">
                  <a:extLst>
                    <a:ext uri="{28A0092B-C50C-407E-A947-70E740481C1C}">
                      <a14:useLocalDpi xmlns:a14="http://schemas.microsoft.com/office/drawing/2010/main" val="0"/>
                    </a:ext>
                    <a:ext uri="{96DAC541-7B7A-43D3-8B79-37D633B846F1}">
                      <asvg:svgBlip xmlns:asvg="http://schemas.microsoft.com/office/drawing/2016/SVG/main" r:embed="rId4"/>
                    </a:ext>
                  </a:extLst>
                </a:blip>
                <a:stretch>
                  <a:fillRect/>
                </a:stretch>
              </p:blipFill>
              <p:spPr>
                <a:xfrm>
                  <a:off x="9292311" y="3201795"/>
                  <a:ext cx="662814" cy="641082"/>
                </a:xfrm>
                <a:prstGeom prst="rect">
                  <a:avLst/>
                </a:prstGeom>
              </p:spPr>
            </p:pic>
            <p:pic>
              <p:nvPicPr>
                <p:cNvPr id="48" name="图形 10">
                  <a:extLst>
                    <a:ext uri="{FF2B5EF4-FFF2-40B4-BE49-F238E27FC236}">
                      <a16:creationId xmlns:a16="http://schemas.microsoft.com/office/drawing/2014/main" id="{5A547701-5E4A-47BC-90F2-C9711DC35C1B}"/>
                    </a:ext>
                  </a:extLst>
                </p:cNvPr>
                <p:cNvPicPr>
                  <a:picLocks noChangeAspect="1"/>
                </p:cNvPicPr>
                <p:nvPr/>
              </p:nvPicPr>
              <p:blipFill>
                <a:blip r:embed="rId3">
                  <a:extLst>
                    <a:ext uri="{28A0092B-C50C-407E-A947-70E740481C1C}">
                      <a14:useLocalDpi xmlns:a14="http://schemas.microsoft.com/office/drawing/2010/main" val="0"/>
                    </a:ext>
                    <a:ext uri="{96DAC541-7B7A-43D3-8B79-37D633B846F1}">
                      <asvg:svgBlip xmlns:asvg="http://schemas.microsoft.com/office/drawing/2016/SVG/main" r:embed="rId4"/>
                    </a:ext>
                  </a:extLst>
                </a:blip>
                <a:stretch>
                  <a:fillRect/>
                </a:stretch>
              </p:blipFill>
              <p:spPr>
                <a:xfrm>
                  <a:off x="9292311" y="4769920"/>
                  <a:ext cx="662814" cy="641082"/>
                </a:xfrm>
                <a:prstGeom prst="rect">
                  <a:avLst/>
                </a:prstGeom>
              </p:spPr>
            </p:pic>
          </p:grpSp>
          <p:sp>
            <p:nvSpPr>
              <p:cNvPr id="50" name="íşlïḍè">
                <a:extLst>
                  <a:ext uri="{FF2B5EF4-FFF2-40B4-BE49-F238E27FC236}">
                    <a16:creationId xmlns:a16="http://schemas.microsoft.com/office/drawing/2014/main" id="{78C95D91-AF44-4308-994D-348292466CE7}"/>
                  </a:ext>
                </a:extLst>
              </p:cNvPr>
              <p:cNvSpPr txBox="1"/>
              <p:nvPr/>
            </p:nvSpPr>
            <p:spPr>
              <a:xfrm>
                <a:off x="4441825" y="1791293"/>
                <a:ext cx="3308350" cy="400110"/>
              </a:xfrm>
              <a:prstGeom prst="rect">
                <a:avLst/>
              </a:prstGeom>
              <a:noFill/>
            </p:spPr>
            <p:txBody>
              <a:bodyPr wrap="square" lIns="91440" tIns="45720" rIns="91440" bIns="45720" anchor="ctr">
                <a:noAutofit/>
              </a:bodyPr>
              <a:lstStyle/>
              <a:p>
                <a:pPr algn="ctr"/>
                <a:r>
                  <a:rPr lang="zh-CN" altLang="en-US" b="1" dirty="0">
                    <a:latin typeface="Arial Narrow" panose="020B0606020202030204" pitchFamily="34" charset="0"/>
                  </a:rPr>
                  <a:t>以太网交换机</a:t>
                </a:r>
              </a:p>
            </p:txBody>
          </p:sp>
        </p:grpSp>
        <p:sp>
          <p:nvSpPr>
            <p:cNvPr id="52" name="文本框 51">
              <a:extLst>
                <a:ext uri="{FF2B5EF4-FFF2-40B4-BE49-F238E27FC236}">
                  <a16:creationId xmlns:a16="http://schemas.microsoft.com/office/drawing/2014/main" id="{8947492D-5FFE-40B8-8BD8-BFD9DEC380AC}"/>
                </a:ext>
              </a:extLst>
            </p:cNvPr>
            <p:cNvSpPr txBox="1"/>
            <p:nvPr/>
          </p:nvSpPr>
          <p:spPr>
            <a:xfrm>
              <a:off x="2499639" y="3474272"/>
              <a:ext cx="374650" cy="400110"/>
            </a:xfrm>
            <a:prstGeom prst="rect">
              <a:avLst/>
            </a:prstGeom>
            <a:noFill/>
          </p:spPr>
          <p:txBody>
            <a:bodyPr wrap="square" rtlCol="0">
              <a:spAutoFit/>
            </a:bodyPr>
            <a:lstStyle/>
            <a:p>
              <a:pPr algn="ctr"/>
              <a:r>
                <a:rPr lang="en-US" altLang="zh-CN" sz="2000" b="1" dirty="0">
                  <a:solidFill>
                    <a:schemeClr val="bg1"/>
                  </a:solidFill>
                </a:rPr>
                <a:t>A</a:t>
              </a:r>
              <a:endParaRPr lang="zh-CN" altLang="en-US" sz="2000" b="1" dirty="0">
                <a:solidFill>
                  <a:schemeClr val="bg1"/>
                </a:solidFill>
              </a:endParaRPr>
            </a:p>
          </p:txBody>
        </p:sp>
        <p:sp>
          <p:nvSpPr>
            <p:cNvPr id="53" name="文本框 52">
              <a:extLst>
                <a:ext uri="{FF2B5EF4-FFF2-40B4-BE49-F238E27FC236}">
                  <a16:creationId xmlns:a16="http://schemas.microsoft.com/office/drawing/2014/main" id="{FEFB5F2E-ED62-4FB4-BA66-2FAFD67A0229}"/>
                </a:ext>
              </a:extLst>
            </p:cNvPr>
            <p:cNvSpPr txBox="1"/>
            <p:nvPr/>
          </p:nvSpPr>
          <p:spPr>
            <a:xfrm>
              <a:off x="2499639" y="5040143"/>
              <a:ext cx="374650" cy="400110"/>
            </a:xfrm>
            <a:prstGeom prst="rect">
              <a:avLst/>
            </a:prstGeom>
            <a:noFill/>
          </p:spPr>
          <p:txBody>
            <a:bodyPr wrap="square" rtlCol="0">
              <a:spAutoFit/>
            </a:bodyPr>
            <a:lstStyle/>
            <a:p>
              <a:pPr algn="ctr"/>
              <a:r>
                <a:rPr lang="en-US" altLang="zh-CN" sz="2000" b="1" dirty="0">
                  <a:solidFill>
                    <a:schemeClr val="bg1"/>
                  </a:solidFill>
                </a:rPr>
                <a:t>B</a:t>
              </a:r>
              <a:endParaRPr lang="zh-CN" altLang="en-US" sz="2000" b="1" dirty="0">
                <a:solidFill>
                  <a:schemeClr val="bg1"/>
                </a:solidFill>
              </a:endParaRPr>
            </a:p>
          </p:txBody>
        </p:sp>
        <p:sp>
          <p:nvSpPr>
            <p:cNvPr id="54" name="文本框 53">
              <a:extLst>
                <a:ext uri="{FF2B5EF4-FFF2-40B4-BE49-F238E27FC236}">
                  <a16:creationId xmlns:a16="http://schemas.microsoft.com/office/drawing/2014/main" id="{0BC51C86-B65A-48DB-A27D-1A3216EB0435}"/>
                </a:ext>
              </a:extLst>
            </p:cNvPr>
            <p:cNvSpPr txBox="1"/>
            <p:nvPr/>
          </p:nvSpPr>
          <p:spPr>
            <a:xfrm>
              <a:off x="9552304" y="3474272"/>
              <a:ext cx="374650" cy="400110"/>
            </a:xfrm>
            <a:prstGeom prst="rect">
              <a:avLst/>
            </a:prstGeom>
            <a:noFill/>
          </p:spPr>
          <p:txBody>
            <a:bodyPr wrap="square" rtlCol="0">
              <a:spAutoFit/>
            </a:bodyPr>
            <a:lstStyle/>
            <a:p>
              <a:pPr algn="ctr"/>
              <a:r>
                <a:rPr lang="en-US" altLang="zh-CN" sz="2000" b="1" dirty="0">
                  <a:solidFill>
                    <a:schemeClr val="bg1"/>
                  </a:solidFill>
                </a:rPr>
                <a:t>C</a:t>
              </a:r>
              <a:endParaRPr lang="zh-CN" altLang="en-US" sz="2000" b="1" dirty="0">
                <a:solidFill>
                  <a:schemeClr val="bg1"/>
                </a:solidFill>
              </a:endParaRPr>
            </a:p>
          </p:txBody>
        </p:sp>
        <p:sp>
          <p:nvSpPr>
            <p:cNvPr id="55" name="文本框 54">
              <a:extLst>
                <a:ext uri="{FF2B5EF4-FFF2-40B4-BE49-F238E27FC236}">
                  <a16:creationId xmlns:a16="http://schemas.microsoft.com/office/drawing/2014/main" id="{EA9DC634-DCAF-4104-BCF4-2A3806101419}"/>
                </a:ext>
              </a:extLst>
            </p:cNvPr>
            <p:cNvSpPr txBox="1"/>
            <p:nvPr/>
          </p:nvSpPr>
          <p:spPr>
            <a:xfrm>
              <a:off x="9552304" y="5040143"/>
              <a:ext cx="374650" cy="400110"/>
            </a:xfrm>
            <a:prstGeom prst="rect">
              <a:avLst/>
            </a:prstGeom>
            <a:noFill/>
          </p:spPr>
          <p:txBody>
            <a:bodyPr wrap="square" rtlCol="0">
              <a:spAutoFit/>
            </a:bodyPr>
            <a:lstStyle/>
            <a:p>
              <a:pPr algn="ctr"/>
              <a:r>
                <a:rPr lang="en-US" altLang="zh-CN" sz="2000" b="1" dirty="0">
                  <a:solidFill>
                    <a:schemeClr val="bg1"/>
                  </a:solidFill>
                </a:rPr>
                <a:t>D</a:t>
              </a:r>
              <a:endParaRPr lang="zh-CN" altLang="en-US" sz="2000" b="1" dirty="0">
                <a:solidFill>
                  <a:schemeClr val="bg1"/>
                </a:solidFill>
              </a:endParaRPr>
            </a:p>
          </p:txBody>
        </p:sp>
      </p:grpSp>
      <p:sp>
        <p:nvSpPr>
          <p:cNvPr id="44" name="矩形 43">
            <a:extLst>
              <a:ext uri="{FF2B5EF4-FFF2-40B4-BE49-F238E27FC236}">
                <a16:creationId xmlns:a16="http://schemas.microsoft.com/office/drawing/2014/main" id="{83F91C97-9A2E-42B5-ABE0-670C113B7982}"/>
              </a:ext>
            </a:extLst>
          </p:cNvPr>
          <p:cNvSpPr/>
          <p:nvPr/>
        </p:nvSpPr>
        <p:spPr>
          <a:xfrm>
            <a:off x="4448173" y="3398850"/>
            <a:ext cx="1050925" cy="331788"/>
          </a:xfrm>
          <a:prstGeom prst="rect">
            <a:avLst/>
          </a:prstGeom>
          <a:solidFill>
            <a:schemeClr val="accent6"/>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CN" sz="2000" b="1" dirty="0">
                <a:solidFill>
                  <a:schemeClr val="bg1"/>
                </a:solidFill>
                <a:latin typeface="Arial Narrow" panose="020B0606020202030204" pitchFamily="34" charset="0"/>
              </a:rPr>
              <a:t>PVID=2</a:t>
            </a:r>
            <a:endParaRPr lang="zh-CN" altLang="en-US" sz="2000" b="1" dirty="0">
              <a:solidFill>
                <a:schemeClr val="bg1"/>
              </a:solidFill>
              <a:latin typeface="Arial Narrow" panose="020B0606020202030204" pitchFamily="34" charset="0"/>
            </a:endParaRPr>
          </a:p>
        </p:txBody>
      </p:sp>
      <p:sp>
        <p:nvSpPr>
          <p:cNvPr id="57" name="矩形 56">
            <a:extLst>
              <a:ext uri="{FF2B5EF4-FFF2-40B4-BE49-F238E27FC236}">
                <a16:creationId xmlns:a16="http://schemas.microsoft.com/office/drawing/2014/main" id="{0F82C598-3C33-4C46-989D-83C4ADFD2C03}"/>
              </a:ext>
            </a:extLst>
          </p:cNvPr>
          <p:cNvSpPr/>
          <p:nvPr/>
        </p:nvSpPr>
        <p:spPr>
          <a:xfrm>
            <a:off x="4448174" y="5001427"/>
            <a:ext cx="1050925" cy="331788"/>
          </a:xfrm>
          <a:prstGeom prst="rect">
            <a:avLst/>
          </a:prstGeom>
          <a:solidFill>
            <a:schemeClr val="accent6"/>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CN" sz="2000" b="1" dirty="0">
                <a:solidFill>
                  <a:schemeClr val="bg1"/>
                </a:solidFill>
                <a:latin typeface="Arial Narrow" panose="020B0606020202030204" pitchFamily="34" charset="0"/>
              </a:rPr>
              <a:t>PVID=2</a:t>
            </a:r>
            <a:endParaRPr lang="zh-CN" altLang="en-US" sz="2000" b="1" dirty="0">
              <a:solidFill>
                <a:schemeClr val="bg1"/>
              </a:solidFill>
              <a:latin typeface="Arial Narrow" panose="020B0606020202030204" pitchFamily="34" charset="0"/>
            </a:endParaRPr>
          </a:p>
        </p:txBody>
      </p:sp>
      <p:sp>
        <p:nvSpPr>
          <p:cNvPr id="58" name="矩形 57">
            <a:extLst>
              <a:ext uri="{FF2B5EF4-FFF2-40B4-BE49-F238E27FC236}">
                <a16:creationId xmlns:a16="http://schemas.microsoft.com/office/drawing/2014/main" id="{942EDD77-832F-451D-B104-EA04BCC10F1F}"/>
              </a:ext>
            </a:extLst>
          </p:cNvPr>
          <p:cNvSpPr/>
          <p:nvPr/>
        </p:nvSpPr>
        <p:spPr>
          <a:xfrm>
            <a:off x="6699250" y="3398850"/>
            <a:ext cx="1050925" cy="331788"/>
          </a:xfrm>
          <a:prstGeom prst="rect">
            <a:avLst/>
          </a:prstGeom>
          <a:solidFill>
            <a:schemeClr val="accent5"/>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CN" sz="2000" b="1" dirty="0">
                <a:solidFill>
                  <a:schemeClr val="bg1"/>
                </a:solidFill>
                <a:latin typeface="Arial Narrow" panose="020B0606020202030204" pitchFamily="34" charset="0"/>
              </a:rPr>
              <a:t>PVID=3</a:t>
            </a:r>
            <a:endParaRPr lang="zh-CN" altLang="en-US" sz="2000" b="1" dirty="0">
              <a:solidFill>
                <a:schemeClr val="bg1"/>
              </a:solidFill>
              <a:latin typeface="Arial Narrow" panose="020B0606020202030204" pitchFamily="34" charset="0"/>
            </a:endParaRPr>
          </a:p>
        </p:txBody>
      </p:sp>
      <p:sp>
        <p:nvSpPr>
          <p:cNvPr id="59" name="矩形 58">
            <a:extLst>
              <a:ext uri="{FF2B5EF4-FFF2-40B4-BE49-F238E27FC236}">
                <a16:creationId xmlns:a16="http://schemas.microsoft.com/office/drawing/2014/main" id="{FEABB7A0-CF0D-41CD-8D52-E68479AA9C98}"/>
              </a:ext>
            </a:extLst>
          </p:cNvPr>
          <p:cNvSpPr/>
          <p:nvPr/>
        </p:nvSpPr>
        <p:spPr>
          <a:xfrm>
            <a:off x="6699251" y="5001427"/>
            <a:ext cx="1050925" cy="331788"/>
          </a:xfrm>
          <a:prstGeom prst="rect">
            <a:avLst/>
          </a:prstGeom>
          <a:solidFill>
            <a:schemeClr val="accent5"/>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CN" sz="2000" b="1" dirty="0">
                <a:solidFill>
                  <a:schemeClr val="bg1"/>
                </a:solidFill>
                <a:latin typeface="Arial Narrow" panose="020B0606020202030204" pitchFamily="34" charset="0"/>
              </a:rPr>
              <a:t>PVID=3</a:t>
            </a:r>
            <a:endParaRPr lang="zh-CN" altLang="en-US" sz="2000" b="1" dirty="0">
              <a:solidFill>
                <a:schemeClr val="bg1"/>
              </a:solidFill>
              <a:latin typeface="Arial Narrow" panose="020B0606020202030204" pitchFamily="34" charset="0"/>
            </a:endParaRPr>
          </a:p>
        </p:txBody>
      </p:sp>
      <p:sp>
        <p:nvSpPr>
          <p:cNvPr id="74" name="矩形 73">
            <a:extLst>
              <a:ext uri="{FF2B5EF4-FFF2-40B4-BE49-F238E27FC236}">
                <a16:creationId xmlns:a16="http://schemas.microsoft.com/office/drawing/2014/main" id="{5ED43DB0-C8CA-4055-BA3E-9796DD63B461}"/>
              </a:ext>
            </a:extLst>
          </p:cNvPr>
          <p:cNvSpPr/>
          <p:nvPr/>
        </p:nvSpPr>
        <p:spPr>
          <a:xfrm>
            <a:off x="5554530" y="2862276"/>
            <a:ext cx="947871" cy="331788"/>
          </a:xfrm>
          <a:prstGeom prst="rect">
            <a:avLst/>
          </a:prstGeom>
          <a:solidFill>
            <a:schemeClr val="accent5"/>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CN" sz="2000" b="1" dirty="0">
                <a:solidFill>
                  <a:schemeClr val="bg1"/>
                </a:solidFill>
                <a:latin typeface="Arial Narrow" panose="020B0606020202030204" pitchFamily="34" charset="0"/>
              </a:rPr>
              <a:t>VID=3</a:t>
            </a:r>
            <a:endParaRPr lang="zh-CN" altLang="en-US" sz="2000" b="1" dirty="0">
              <a:solidFill>
                <a:schemeClr val="bg1"/>
              </a:solidFill>
              <a:latin typeface="Arial Narrow" panose="020B0606020202030204" pitchFamily="34" charset="0"/>
            </a:endParaRPr>
          </a:p>
        </p:txBody>
      </p:sp>
      <p:grpSp>
        <p:nvGrpSpPr>
          <p:cNvPr id="77" name="组合 76">
            <a:extLst>
              <a:ext uri="{FF2B5EF4-FFF2-40B4-BE49-F238E27FC236}">
                <a16:creationId xmlns:a16="http://schemas.microsoft.com/office/drawing/2014/main" id="{7810DCB5-27A4-41EB-A964-1B563064A089}"/>
              </a:ext>
            </a:extLst>
          </p:cNvPr>
          <p:cNvGrpSpPr/>
          <p:nvPr/>
        </p:nvGrpSpPr>
        <p:grpSpPr>
          <a:xfrm>
            <a:off x="6493064" y="2520699"/>
            <a:ext cx="1109342" cy="878151"/>
            <a:chOff x="4148877" y="2758026"/>
            <a:chExt cx="1109342" cy="878151"/>
          </a:xfrm>
        </p:grpSpPr>
        <p:cxnSp>
          <p:nvCxnSpPr>
            <p:cNvPr id="78" name="连接符: 肘形 77">
              <a:extLst>
                <a:ext uri="{FF2B5EF4-FFF2-40B4-BE49-F238E27FC236}">
                  <a16:creationId xmlns:a16="http://schemas.microsoft.com/office/drawing/2014/main" id="{0CD5DF8A-8B67-4763-A27D-38EE87521A66}"/>
                </a:ext>
              </a:extLst>
            </p:cNvPr>
            <p:cNvCxnSpPr>
              <a:cxnSpLocks/>
              <a:stCxn id="58" idx="0"/>
              <a:endCxn id="60" idx="3"/>
            </p:cNvCxnSpPr>
            <p:nvPr/>
          </p:nvCxnSpPr>
          <p:spPr>
            <a:xfrm rot="16200000" flipV="1">
              <a:off x="4157908" y="2913559"/>
              <a:ext cx="713587" cy="731650"/>
            </a:xfrm>
            <a:prstGeom prst="bentConnector2">
              <a:avLst/>
            </a:prstGeom>
            <a:ln w="12700">
              <a:solidFill>
                <a:schemeClr val="tx1"/>
              </a:solidFill>
              <a:prstDash val="dash"/>
              <a:tailEnd type="triangle"/>
            </a:ln>
          </p:spPr>
          <p:style>
            <a:lnRef idx="1">
              <a:schemeClr val="accent1"/>
            </a:lnRef>
            <a:fillRef idx="0">
              <a:schemeClr val="accent1"/>
            </a:fillRef>
            <a:effectRef idx="0">
              <a:schemeClr val="accent1"/>
            </a:effectRef>
            <a:fontRef idx="minor">
              <a:schemeClr val="tx1"/>
            </a:fontRef>
          </p:style>
        </p:cxnSp>
        <p:sp>
          <p:nvSpPr>
            <p:cNvPr id="79" name="íşlïḍè">
              <a:extLst>
                <a:ext uri="{FF2B5EF4-FFF2-40B4-BE49-F238E27FC236}">
                  <a16:creationId xmlns:a16="http://schemas.microsoft.com/office/drawing/2014/main" id="{34FAB637-611F-48A9-9565-D5894E9A0E12}"/>
                </a:ext>
              </a:extLst>
            </p:cNvPr>
            <p:cNvSpPr txBox="1"/>
            <p:nvPr/>
          </p:nvSpPr>
          <p:spPr>
            <a:xfrm>
              <a:off x="4806098" y="2758026"/>
              <a:ext cx="452121" cy="861924"/>
            </a:xfrm>
            <a:prstGeom prst="rect">
              <a:avLst/>
            </a:prstGeom>
            <a:noFill/>
          </p:spPr>
          <p:txBody>
            <a:bodyPr wrap="square" lIns="91440" tIns="45720" rIns="91440" bIns="45720" anchor="ctr">
              <a:noAutofit/>
            </a:bodyPr>
            <a:lstStyle/>
            <a:p>
              <a:pPr algn="ctr"/>
              <a:r>
                <a:rPr lang="zh-CN" altLang="en-US" b="1" dirty="0">
                  <a:solidFill>
                    <a:schemeClr val="accent1">
                      <a:lumMod val="75000"/>
                    </a:schemeClr>
                  </a:solidFill>
                  <a:latin typeface="Arial Narrow" panose="020B0606020202030204" pitchFamily="34" charset="0"/>
                </a:rPr>
                <a:t>打</a:t>
              </a:r>
              <a:endParaRPr lang="en-US" altLang="zh-CN" b="1" dirty="0">
                <a:solidFill>
                  <a:schemeClr val="accent1">
                    <a:lumMod val="75000"/>
                  </a:schemeClr>
                </a:solidFill>
                <a:latin typeface="Arial Narrow" panose="020B0606020202030204" pitchFamily="34" charset="0"/>
              </a:endParaRPr>
            </a:p>
            <a:p>
              <a:pPr algn="ctr"/>
              <a:r>
                <a:rPr lang="zh-CN" altLang="en-US" b="1" dirty="0">
                  <a:solidFill>
                    <a:schemeClr val="accent1">
                      <a:lumMod val="75000"/>
                    </a:schemeClr>
                  </a:solidFill>
                  <a:latin typeface="Arial Narrow" panose="020B0606020202030204" pitchFamily="34" charset="0"/>
                </a:rPr>
                <a:t>标</a:t>
              </a:r>
              <a:endParaRPr lang="en-US" altLang="zh-CN" b="1" dirty="0">
                <a:solidFill>
                  <a:schemeClr val="accent1">
                    <a:lumMod val="75000"/>
                  </a:schemeClr>
                </a:solidFill>
                <a:latin typeface="Arial Narrow" panose="020B0606020202030204" pitchFamily="34" charset="0"/>
              </a:endParaRPr>
            </a:p>
            <a:p>
              <a:pPr algn="ctr"/>
              <a:r>
                <a:rPr lang="zh-CN" altLang="en-US" b="1" dirty="0">
                  <a:solidFill>
                    <a:schemeClr val="accent1">
                      <a:lumMod val="75000"/>
                    </a:schemeClr>
                  </a:solidFill>
                  <a:latin typeface="Arial Narrow" panose="020B0606020202030204" pitchFamily="34" charset="0"/>
                </a:rPr>
                <a:t>签</a:t>
              </a:r>
            </a:p>
          </p:txBody>
        </p:sp>
      </p:grpSp>
      <p:cxnSp>
        <p:nvCxnSpPr>
          <p:cNvPr id="80" name="连接符: 肘形 79">
            <a:extLst>
              <a:ext uri="{FF2B5EF4-FFF2-40B4-BE49-F238E27FC236}">
                <a16:creationId xmlns:a16="http://schemas.microsoft.com/office/drawing/2014/main" id="{70A68A97-AFF7-4240-8394-5C5363661052}"/>
              </a:ext>
            </a:extLst>
          </p:cNvPr>
          <p:cNvCxnSpPr>
            <a:cxnSpLocks/>
            <a:stCxn id="74" idx="2"/>
            <a:endCxn id="59" idx="1"/>
          </p:cNvCxnSpPr>
          <p:nvPr/>
        </p:nvCxnSpPr>
        <p:spPr>
          <a:xfrm rot="16200000" flipH="1">
            <a:off x="5377230" y="3845299"/>
            <a:ext cx="1973257" cy="670785"/>
          </a:xfrm>
          <a:prstGeom prst="bentConnector2">
            <a:avLst/>
          </a:prstGeom>
          <a:ln w="12700">
            <a:solidFill>
              <a:schemeClr val="tx1"/>
            </a:solidFill>
            <a:prstDash val="dash"/>
            <a:tailEnd type="triangle"/>
          </a:ln>
        </p:spPr>
        <p:style>
          <a:lnRef idx="1">
            <a:schemeClr val="accent1"/>
          </a:lnRef>
          <a:fillRef idx="0">
            <a:schemeClr val="accent1"/>
          </a:fillRef>
          <a:effectRef idx="0">
            <a:schemeClr val="accent1"/>
          </a:effectRef>
          <a:fontRef idx="minor">
            <a:schemeClr val="tx1"/>
          </a:fontRef>
        </p:style>
      </p:cxnSp>
      <p:sp>
        <p:nvSpPr>
          <p:cNvPr id="82" name="íşlïḍè">
            <a:extLst>
              <a:ext uri="{FF2B5EF4-FFF2-40B4-BE49-F238E27FC236}">
                <a16:creationId xmlns:a16="http://schemas.microsoft.com/office/drawing/2014/main" id="{69A7DD6A-5A6F-41AC-A488-2C0C3262E7FD}"/>
              </a:ext>
            </a:extLst>
          </p:cNvPr>
          <p:cNvSpPr txBox="1"/>
          <p:nvPr/>
        </p:nvSpPr>
        <p:spPr>
          <a:xfrm>
            <a:off x="5954761" y="4613617"/>
            <a:ext cx="978114" cy="331788"/>
          </a:xfrm>
          <a:prstGeom prst="rect">
            <a:avLst/>
          </a:prstGeom>
          <a:noFill/>
        </p:spPr>
        <p:txBody>
          <a:bodyPr wrap="square" lIns="91440" tIns="45720" rIns="91440" bIns="45720" anchor="ctr">
            <a:noAutofit/>
          </a:bodyPr>
          <a:lstStyle/>
          <a:p>
            <a:pPr algn="ctr"/>
            <a:r>
              <a:rPr lang="zh-CN" altLang="en-US" b="1" dirty="0">
                <a:solidFill>
                  <a:schemeClr val="accent1">
                    <a:lumMod val="75000"/>
                  </a:schemeClr>
                </a:solidFill>
                <a:latin typeface="Arial Narrow" panose="020B0606020202030204" pitchFamily="34" charset="0"/>
              </a:rPr>
              <a:t>去标签</a:t>
            </a:r>
          </a:p>
        </p:txBody>
      </p:sp>
      <p:sp>
        <p:nvSpPr>
          <p:cNvPr id="60" name="标注: 左箭头 59">
            <a:extLst>
              <a:ext uri="{FF2B5EF4-FFF2-40B4-BE49-F238E27FC236}">
                <a16:creationId xmlns:a16="http://schemas.microsoft.com/office/drawing/2014/main" id="{AA8C5A6E-6496-4BE4-BF20-A370E833D8C4}"/>
              </a:ext>
            </a:extLst>
          </p:cNvPr>
          <p:cNvSpPr/>
          <p:nvPr/>
        </p:nvSpPr>
        <p:spPr>
          <a:xfrm>
            <a:off x="5423183" y="2516165"/>
            <a:ext cx="1069880" cy="338195"/>
          </a:xfrm>
          <a:prstGeom prst="leftArrowCallout">
            <a:avLst>
              <a:gd name="adj1" fmla="val 25000"/>
              <a:gd name="adj2" fmla="val 25000"/>
              <a:gd name="adj3" fmla="val 25000"/>
              <a:gd name="adj4" fmla="val 87531"/>
            </a:avLst>
          </a:prstGeom>
        </p:spPr>
        <p:style>
          <a:lnRef idx="2">
            <a:schemeClr val="accent3">
              <a:shade val="50000"/>
            </a:schemeClr>
          </a:lnRef>
          <a:fillRef idx="1">
            <a:schemeClr val="accent3"/>
          </a:fillRef>
          <a:effectRef idx="0">
            <a:schemeClr val="accent3"/>
          </a:effectRef>
          <a:fontRef idx="minor">
            <a:schemeClr val="lt1"/>
          </a:fontRef>
        </p:style>
        <p:txBody>
          <a:bodyPr rtlCol="0" anchor="ctr"/>
          <a:lstStyle/>
          <a:p>
            <a:pPr algn="ctr"/>
            <a:r>
              <a:rPr lang="zh-CN" altLang="en-US" b="1" dirty="0"/>
              <a:t>广播</a:t>
            </a:r>
          </a:p>
        </p:txBody>
      </p:sp>
      <p:sp>
        <p:nvSpPr>
          <p:cNvPr id="64" name="平行四边形 63">
            <a:extLst>
              <a:ext uri="{FF2B5EF4-FFF2-40B4-BE49-F238E27FC236}">
                <a16:creationId xmlns:a16="http://schemas.microsoft.com/office/drawing/2014/main" id="{D199E7AA-B7A5-7AF8-40ED-D6B83903D714}"/>
              </a:ext>
            </a:extLst>
          </p:cNvPr>
          <p:cNvSpPr/>
          <p:nvPr/>
        </p:nvSpPr>
        <p:spPr>
          <a:xfrm>
            <a:off x="304799" y="749300"/>
            <a:ext cx="678493" cy="387090"/>
          </a:xfrm>
          <a:prstGeom prst="parallelogram">
            <a:avLst/>
          </a:prstGeom>
          <a:solidFill>
            <a:schemeClr val="accent3">
              <a:lumMod val="75000"/>
            </a:schemeClr>
          </a:solidFill>
          <a:ln>
            <a:solidFill>
              <a:schemeClr val="accent3">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CN" sz="2200" dirty="0">
                <a:latin typeface="Impact" panose="020B0806030902050204" pitchFamily="34" charset="0"/>
              </a:rPr>
              <a:t>03</a:t>
            </a:r>
            <a:endParaRPr lang="zh-CN" altLang="en-US" sz="2200" dirty="0">
              <a:latin typeface="Impact" panose="020B0806030902050204" pitchFamily="34" charset="0"/>
            </a:endParaRPr>
          </a:p>
        </p:txBody>
      </p:sp>
    </p:spTree>
    <p:custDataLst>
      <p:tags r:id="rId1"/>
    </p:custDataLst>
    <p:extLst>
      <p:ext uri="{BB962C8B-B14F-4D97-AF65-F5344CB8AC3E}">
        <p14:creationId xmlns:p14="http://schemas.microsoft.com/office/powerpoint/2010/main" val="2310477434"/>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2" presetClass="entr" presetSubtype="2" fill="hold" grpId="0" nodeType="withEffect">
                                  <p:stCondLst>
                                    <p:cond delay="0"/>
                                  </p:stCondLst>
                                  <p:childTnLst>
                                    <p:set>
                                      <p:cBhvr>
                                        <p:cTn id="6" dur="1" fill="hold">
                                          <p:stCondLst>
                                            <p:cond delay="0"/>
                                          </p:stCondLst>
                                        </p:cTn>
                                        <p:tgtEl>
                                          <p:spTgt spid="81"/>
                                        </p:tgtEl>
                                        <p:attrNameLst>
                                          <p:attrName>style.visibility</p:attrName>
                                        </p:attrNameLst>
                                      </p:cBhvr>
                                      <p:to>
                                        <p:strVal val="visible"/>
                                      </p:to>
                                    </p:set>
                                    <p:anim calcmode="lin" valueType="num">
                                      <p:cBhvr additive="base">
                                        <p:cTn id="7" dur="500"/>
                                        <p:tgtEl>
                                          <p:spTgt spid="81"/>
                                        </p:tgtEl>
                                        <p:attrNameLst>
                                          <p:attrName>ppt_x</p:attrName>
                                        </p:attrNameLst>
                                      </p:cBhvr>
                                      <p:tavLst>
                                        <p:tav tm="0">
                                          <p:val>
                                            <p:strVal val="#ppt_x+#ppt_w*1.125000"/>
                                          </p:val>
                                        </p:tav>
                                        <p:tav tm="100000">
                                          <p:val>
                                            <p:strVal val="#ppt_x"/>
                                          </p:val>
                                        </p:tav>
                                      </p:tavLst>
                                    </p:anim>
                                    <p:animEffect transition="in" filter="wipe(left)">
                                      <p:cBhvr>
                                        <p:cTn id="8" dur="500"/>
                                        <p:tgtEl>
                                          <p:spTgt spid="81"/>
                                        </p:tgtEl>
                                      </p:cBhvr>
                                    </p:animEffect>
                                  </p:childTnLst>
                                </p:cTn>
                              </p:par>
                            </p:childTnLst>
                          </p:cTn>
                        </p:par>
                      </p:childTnLst>
                    </p:cTn>
                  </p:par>
                  <p:par>
                    <p:cTn id="9" fill="hold">
                      <p:stCondLst>
                        <p:cond delay="indefinite"/>
                      </p:stCondLst>
                      <p:childTnLst>
                        <p:par>
                          <p:cTn id="10" fill="hold">
                            <p:stCondLst>
                              <p:cond delay="0"/>
                            </p:stCondLst>
                            <p:childTnLst>
                              <p:par>
                                <p:cTn id="11" presetID="12" presetClass="entr" presetSubtype="2" fill="hold" grpId="0" nodeType="clickEffect">
                                  <p:stCondLst>
                                    <p:cond delay="0"/>
                                  </p:stCondLst>
                                  <p:childTnLst>
                                    <p:set>
                                      <p:cBhvr>
                                        <p:cTn id="12" dur="1" fill="hold">
                                          <p:stCondLst>
                                            <p:cond delay="0"/>
                                          </p:stCondLst>
                                        </p:cTn>
                                        <p:tgtEl>
                                          <p:spTgt spid="60"/>
                                        </p:tgtEl>
                                        <p:attrNameLst>
                                          <p:attrName>style.visibility</p:attrName>
                                        </p:attrNameLst>
                                      </p:cBhvr>
                                      <p:to>
                                        <p:strVal val="visible"/>
                                      </p:to>
                                    </p:set>
                                    <p:anim calcmode="lin" valueType="num">
                                      <p:cBhvr additive="base">
                                        <p:cTn id="13" dur="500"/>
                                        <p:tgtEl>
                                          <p:spTgt spid="60"/>
                                        </p:tgtEl>
                                        <p:attrNameLst>
                                          <p:attrName>ppt_x</p:attrName>
                                        </p:attrNameLst>
                                      </p:cBhvr>
                                      <p:tavLst>
                                        <p:tav tm="0">
                                          <p:val>
                                            <p:strVal val="#ppt_x+#ppt_w*1.125000"/>
                                          </p:val>
                                        </p:tav>
                                        <p:tav tm="100000">
                                          <p:val>
                                            <p:strVal val="#ppt_x"/>
                                          </p:val>
                                        </p:tav>
                                      </p:tavLst>
                                    </p:anim>
                                    <p:animEffect transition="in" filter="wipe(left)">
                                      <p:cBhvr>
                                        <p:cTn id="14" dur="500"/>
                                        <p:tgtEl>
                                          <p:spTgt spid="60"/>
                                        </p:tgtEl>
                                      </p:cBhvr>
                                    </p:animEffect>
                                  </p:childTnLst>
                                </p:cTn>
                              </p:par>
                            </p:childTnLst>
                          </p:cTn>
                        </p:par>
                      </p:childTnLst>
                    </p:cTn>
                  </p:par>
                  <p:par>
                    <p:cTn id="15" fill="hold">
                      <p:stCondLst>
                        <p:cond delay="indefinite"/>
                      </p:stCondLst>
                      <p:childTnLst>
                        <p:par>
                          <p:cTn id="16" fill="hold">
                            <p:stCondLst>
                              <p:cond delay="0"/>
                            </p:stCondLst>
                            <p:childTnLst>
                              <p:par>
                                <p:cTn id="17" presetID="22" presetClass="entr" presetSubtype="4" fill="hold" nodeType="clickEffect">
                                  <p:stCondLst>
                                    <p:cond delay="0"/>
                                  </p:stCondLst>
                                  <p:childTnLst>
                                    <p:set>
                                      <p:cBhvr>
                                        <p:cTn id="18" dur="1" fill="hold">
                                          <p:stCondLst>
                                            <p:cond delay="0"/>
                                          </p:stCondLst>
                                        </p:cTn>
                                        <p:tgtEl>
                                          <p:spTgt spid="77"/>
                                        </p:tgtEl>
                                        <p:attrNameLst>
                                          <p:attrName>style.visibility</p:attrName>
                                        </p:attrNameLst>
                                      </p:cBhvr>
                                      <p:to>
                                        <p:strVal val="visible"/>
                                      </p:to>
                                    </p:set>
                                    <p:animEffect transition="in" filter="wipe(down)">
                                      <p:cBhvr>
                                        <p:cTn id="19" dur="500"/>
                                        <p:tgtEl>
                                          <p:spTgt spid="77"/>
                                        </p:tgtEl>
                                      </p:cBhvr>
                                    </p:animEffect>
                                  </p:childTnLst>
                                </p:cTn>
                              </p:par>
                            </p:childTnLst>
                          </p:cTn>
                        </p:par>
                      </p:childTnLst>
                    </p:cTn>
                  </p:par>
                  <p:par>
                    <p:cTn id="20" fill="hold">
                      <p:stCondLst>
                        <p:cond delay="indefinite"/>
                      </p:stCondLst>
                      <p:childTnLst>
                        <p:par>
                          <p:cTn id="21" fill="hold">
                            <p:stCondLst>
                              <p:cond delay="0"/>
                            </p:stCondLst>
                            <p:childTnLst>
                              <p:par>
                                <p:cTn id="22" presetID="12" presetClass="entr" presetSubtype="1" fill="hold" grpId="0" nodeType="clickEffect">
                                  <p:stCondLst>
                                    <p:cond delay="0"/>
                                  </p:stCondLst>
                                  <p:childTnLst>
                                    <p:set>
                                      <p:cBhvr>
                                        <p:cTn id="23" dur="1" fill="hold">
                                          <p:stCondLst>
                                            <p:cond delay="0"/>
                                          </p:stCondLst>
                                        </p:cTn>
                                        <p:tgtEl>
                                          <p:spTgt spid="74"/>
                                        </p:tgtEl>
                                        <p:attrNameLst>
                                          <p:attrName>style.visibility</p:attrName>
                                        </p:attrNameLst>
                                      </p:cBhvr>
                                      <p:to>
                                        <p:strVal val="visible"/>
                                      </p:to>
                                    </p:set>
                                    <p:anim calcmode="lin" valueType="num">
                                      <p:cBhvr additive="base">
                                        <p:cTn id="24" dur="500"/>
                                        <p:tgtEl>
                                          <p:spTgt spid="74"/>
                                        </p:tgtEl>
                                        <p:attrNameLst>
                                          <p:attrName>ppt_y</p:attrName>
                                        </p:attrNameLst>
                                      </p:cBhvr>
                                      <p:tavLst>
                                        <p:tav tm="0">
                                          <p:val>
                                            <p:strVal val="#ppt_y-#ppt_h*1.125000"/>
                                          </p:val>
                                        </p:tav>
                                        <p:tav tm="100000">
                                          <p:val>
                                            <p:strVal val="#ppt_y"/>
                                          </p:val>
                                        </p:tav>
                                      </p:tavLst>
                                    </p:anim>
                                    <p:animEffect transition="in" filter="wipe(down)">
                                      <p:cBhvr>
                                        <p:cTn id="25" dur="500"/>
                                        <p:tgtEl>
                                          <p:spTgt spid="74"/>
                                        </p:tgtEl>
                                      </p:cBhvr>
                                    </p:animEffect>
                                  </p:childTnLst>
                                </p:cTn>
                              </p:par>
                            </p:childTnLst>
                          </p:cTn>
                        </p:par>
                      </p:childTnLst>
                    </p:cTn>
                  </p:par>
                  <p:par>
                    <p:cTn id="26" fill="hold">
                      <p:stCondLst>
                        <p:cond delay="indefinite"/>
                      </p:stCondLst>
                      <p:childTnLst>
                        <p:par>
                          <p:cTn id="27" fill="hold">
                            <p:stCondLst>
                              <p:cond delay="0"/>
                            </p:stCondLst>
                            <p:childTnLst>
                              <p:par>
                                <p:cTn id="28" presetID="22" presetClass="entr" presetSubtype="1" fill="hold" nodeType="clickEffect">
                                  <p:stCondLst>
                                    <p:cond delay="0"/>
                                  </p:stCondLst>
                                  <p:childTnLst>
                                    <p:set>
                                      <p:cBhvr>
                                        <p:cTn id="29" dur="1" fill="hold">
                                          <p:stCondLst>
                                            <p:cond delay="0"/>
                                          </p:stCondLst>
                                        </p:cTn>
                                        <p:tgtEl>
                                          <p:spTgt spid="80"/>
                                        </p:tgtEl>
                                        <p:attrNameLst>
                                          <p:attrName>style.visibility</p:attrName>
                                        </p:attrNameLst>
                                      </p:cBhvr>
                                      <p:to>
                                        <p:strVal val="visible"/>
                                      </p:to>
                                    </p:set>
                                    <p:animEffect transition="in" filter="wipe(up)">
                                      <p:cBhvr>
                                        <p:cTn id="30" dur="500"/>
                                        <p:tgtEl>
                                          <p:spTgt spid="80"/>
                                        </p:tgtEl>
                                      </p:cBhvr>
                                    </p:animEffect>
                                  </p:childTnLst>
                                </p:cTn>
                              </p:par>
                            </p:childTnLst>
                          </p:cTn>
                        </p:par>
                      </p:childTnLst>
                    </p:cTn>
                  </p:par>
                  <p:par>
                    <p:cTn id="31" fill="hold">
                      <p:stCondLst>
                        <p:cond delay="indefinite"/>
                      </p:stCondLst>
                      <p:childTnLst>
                        <p:par>
                          <p:cTn id="32" fill="hold">
                            <p:stCondLst>
                              <p:cond delay="0"/>
                            </p:stCondLst>
                            <p:childTnLst>
                              <p:par>
                                <p:cTn id="33" presetID="53" presetClass="entr" presetSubtype="16" fill="hold" grpId="0" nodeType="clickEffect">
                                  <p:stCondLst>
                                    <p:cond delay="0"/>
                                  </p:stCondLst>
                                  <p:childTnLst>
                                    <p:set>
                                      <p:cBhvr>
                                        <p:cTn id="34" dur="1" fill="hold">
                                          <p:stCondLst>
                                            <p:cond delay="0"/>
                                          </p:stCondLst>
                                        </p:cTn>
                                        <p:tgtEl>
                                          <p:spTgt spid="82"/>
                                        </p:tgtEl>
                                        <p:attrNameLst>
                                          <p:attrName>style.visibility</p:attrName>
                                        </p:attrNameLst>
                                      </p:cBhvr>
                                      <p:to>
                                        <p:strVal val="visible"/>
                                      </p:to>
                                    </p:set>
                                    <p:anim calcmode="lin" valueType="num">
                                      <p:cBhvr>
                                        <p:cTn id="35" dur="500" fill="hold"/>
                                        <p:tgtEl>
                                          <p:spTgt spid="82"/>
                                        </p:tgtEl>
                                        <p:attrNameLst>
                                          <p:attrName>ppt_w</p:attrName>
                                        </p:attrNameLst>
                                      </p:cBhvr>
                                      <p:tavLst>
                                        <p:tav tm="0">
                                          <p:val>
                                            <p:fltVal val="0"/>
                                          </p:val>
                                        </p:tav>
                                        <p:tav tm="100000">
                                          <p:val>
                                            <p:strVal val="#ppt_w"/>
                                          </p:val>
                                        </p:tav>
                                      </p:tavLst>
                                    </p:anim>
                                    <p:anim calcmode="lin" valueType="num">
                                      <p:cBhvr>
                                        <p:cTn id="36" dur="500" fill="hold"/>
                                        <p:tgtEl>
                                          <p:spTgt spid="82"/>
                                        </p:tgtEl>
                                        <p:attrNameLst>
                                          <p:attrName>ppt_h</p:attrName>
                                        </p:attrNameLst>
                                      </p:cBhvr>
                                      <p:tavLst>
                                        <p:tav tm="0">
                                          <p:val>
                                            <p:fltVal val="0"/>
                                          </p:val>
                                        </p:tav>
                                        <p:tav tm="100000">
                                          <p:val>
                                            <p:strVal val="#ppt_h"/>
                                          </p:val>
                                        </p:tav>
                                      </p:tavLst>
                                    </p:anim>
                                    <p:animEffect transition="in" filter="fade">
                                      <p:cBhvr>
                                        <p:cTn id="37" dur="500"/>
                                        <p:tgtEl>
                                          <p:spTgt spid="82"/>
                                        </p:tgtEl>
                                      </p:cBhvr>
                                    </p:animEffect>
                                  </p:childTnLst>
                                </p:cTn>
                              </p:par>
                            </p:childTnLst>
                          </p:cTn>
                        </p:par>
                      </p:childTnLst>
                    </p:cTn>
                  </p:par>
                  <p:par>
                    <p:cTn id="38" fill="hold">
                      <p:stCondLst>
                        <p:cond delay="indefinite"/>
                      </p:stCondLst>
                      <p:childTnLst>
                        <p:par>
                          <p:cTn id="39" fill="hold">
                            <p:stCondLst>
                              <p:cond delay="0"/>
                            </p:stCondLst>
                            <p:childTnLst>
                              <p:par>
                                <p:cTn id="40" presetID="12" presetClass="entr" presetSubtype="8" fill="hold" grpId="0" nodeType="clickEffect">
                                  <p:stCondLst>
                                    <p:cond delay="0"/>
                                  </p:stCondLst>
                                  <p:childTnLst>
                                    <p:set>
                                      <p:cBhvr>
                                        <p:cTn id="41" dur="1" fill="hold">
                                          <p:stCondLst>
                                            <p:cond delay="0"/>
                                          </p:stCondLst>
                                        </p:cTn>
                                        <p:tgtEl>
                                          <p:spTgt spid="62"/>
                                        </p:tgtEl>
                                        <p:attrNameLst>
                                          <p:attrName>style.visibility</p:attrName>
                                        </p:attrNameLst>
                                      </p:cBhvr>
                                      <p:to>
                                        <p:strVal val="visible"/>
                                      </p:to>
                                    </p:set>
                                    <p:anim calcmode="lin" valueType="num">
                                      <p:cBhvr additive="base">
                                        <p:cTn id="42" dur="500"/>
                                        <p:tgtEl>
                                          <p:spTgt spid="62"/>
                                        </p:tgtEl>
                                        <p:attrNameLst>
                                          <p:attrName>ppt_x</p:attrName>
                                        </p:attrNameLst>
                                      </p:cBhvr>
                                      <p:tavLst>
                                        <p:tav tm="0">
                                          <p:val>
                                            <p:strVal val="#ppt_x-#ppt_w*1.125000"/>
                                          </p:val>
                                        </p:tav>
                                        <p:tav tm="100000">
                                          <p:val>
                                            <p:strVal val="#ppt_x"/>
                                          </p:val>
                                        </p:tav>
                                      </p:tavLst>
                                    </p:anim>
                                    <p:animEffect transition="in" filter="wipe(right)">
                                      <p:cBhvr>
                                        <p:cTn id="43" dur="500"/>
                                        <p:tgtEl>
                                          <p:spTgt spid="62"/>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81" grpId="0" animBg="1"/>
      <p:bldP spid="62" grpId="0" animBg="1"/>
      <p:bldP spid="74" grpId="0" animBg="1"/>
      <p:bldP spid="82" grpId="0"/>
      <p:bldP spid="60" grpId="0" animBg="1"/>
    </p:bldLst>
  </p:timing>
</p:sld>
</file>

<file path=ppt/slides/slide49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267" name="组合 266">
            <a:extLst>
              <a:ext uri="{FF2B5EF4-FFF2-40B4-BE49-F238E27FC236}">
                <a16:creationId xmlns:a16="http://schemas.microsoft.com/office/drawing/2014/main" id="{479D3933-13E1-462F-B353-8ED9566AAEA9}"/>
              </a:ext>
            </a:extLst>
          </p:cNvPr>
          <p:cNvGrpSpPr/>
          <p:nvPr/>
        </p:nvGrpSpPr>
        <p:grpSpPr>
          <a:xfrm>
            <a:off x="9540287" y="1544310"/>
            <a:ext cx="871757" cy="4656863"/>
            <a:chOff x="1851565" y="1544310"/>
            <a:chExt cx="871757" cy="4656863"/>
          </a:xfrm>
        </p:grpSpPr>
        <p:sp>
          <p:nvSpPr>
            <p:cNvPr id="268" name="矩形: 圆角 267">
              <a:extLst>
                <a:ext uri="{FF2B5EF4-FFF2-40B4-BE49-F238E27FC236}">
                  <a16:creationId xmlns:a16="http://schemas.microsoft.com/office/drawing/2014/main" id="{7015E7DE-7383-432C-9E45-8BDE9467E4EA}"/>
                </a:ext>
              </a:extLst>
            </p:cNvPr>
            <p:cNvSpPr/>
            <p:nvPr/>
          </p:nvSpPr>
          <p:spPr>
            <a:xfrm>
              <a:off x="1878771" y="1544310"/>
              <a:ext cx="844551" cy="4656863"/>
            </a:xfrm>
            <a:prstGeom prst="roundRect">
              <a:avLst/>
            </a:prstGeom>
            <a:solidFill>
              <a:schemeClr val="accent6"/>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269" name="íşlïḍè">
              <a:extLst>
                <a:ext uri="{FF2B5EF4-FFF2-40B4-BE49-F238E27FC236}">
                  <a16:creationId xmlns:a16="http://schemas.microsoft.com/office/drawing/2014/main" id="{4E383C4B-9919-44A8-BBA9-D4EFD4DBCEB6}"/>
                </a:ext>
              </a:extLst>
            </p:cNvPr>
            <p:cNvSpPr txBox="1"/>
            <p:nvPr/>
          </p:nvSpPr>
          <p:spPr>
            <a:xfrm>
              <a:off x="1851565" y="3713821"/>
              <a:ext cx="865823" cy="400110"/>
            </a:xfrm>
            <a:prstGeom prst="rect">
              <a:avLst/>
            </a:prstGeom>
            <a:noFill/>
          </p:spPr>
          <p:txBody>
            <a:bodyPr wrap="square" lIns="91440" tIns="45720" rIns="91440" bIns="45720" anchor="ctr">
              <a:noAutofit/>
            </a:bodyPr>
            <a:lstStyle/>
            <a:p>
              <a:pPr algn="ctr"/>
              <a:r>
                <a:rPr lang="en-US" altLang="zh-CN" b="1" dirty="0">
                  <a:solidFill>
                    <a:schemeClr val="bg1"/>
                  </a:solidFill>
                  <a:latin typeface="Arial Narrow" panose="020B0606020202030204" pitchFamily="34" charset="0"/>
                </a:rPr>
                <a:t>VLAN2</a:t>
              </a:r>
              <a:endParaRPr lang="zh-CN" altLang="en-US" b="1" dirty="0">
                <a:solidFill>
                  <a:schemeClr val="bg1"/>
                </a:solidFill>
                <a:latin typeface="Arial Narrow" panose="020B0606020202030204" pitchFamily="34" charset="0"/>
              </a:endParaRPr>
            </a:p>
          </p:txBody>
        </p:sp>
      </p:grpSp>
      <p:grpSp>
        <p:nvGrpSpPr>
          <p:cNvPr id="38" name="组合 37">
            <a:extLst>
              <a:ext uri="{FF2B5EF4-FFF2-40B4-BE49-F238E27FC236}">
                <a16:creationId xmlns:a16="http://schemas.microsoft.com/office/drawing/2014/main" id="{41AF02FF-733C-4DCE-8845-F312754F4E0C}"/>
              </a:ext>
            </a:extLst>
          </p:cNvPr>
          <p:cNvGrpSpPr/>
          <p:nvPr/>
        </p:nvGrpSpPr>
        <p:grpSpPr>
          <a:xfrm>
            <a:off x="1851565" y="1544310"/>
            <a:ext cx="871757" cy="4656863"/>
            <a:chOff x="1851565" y="1544310"/>
            <a:chExt cx="871757" cy="4656863"/>
          </a:xfrm>
        </p:grpSpPr>
        <p:sp>
          <p:nvSpPr>
            <p:cNvPr id="265" name="矩形: 圆角 264">
              <a:extLst>
                <a:ext uri="{FF2B5EF4-FFF2-40B4-BE49-F238E27FC236}">
                  <a16:creationId xmlns:a16="http://schemas.microsoft.com/office/drawing/2014/main" id="{0F1BF7C4-A3D6-4438-BB0C-0B99EC044278}"/>
                </a:ext>
              </a:extLst>
            </p:cNvPr>
            <p:cNvSpPr/>
            <p:nvPr/>
          </p:nvSpPr>
          <p:spPr>
            <a:xfrm>
              <a:off x="1878771" y="1544310"/>
              <a:ext cx="844551" cy="4656863"/>
            </a:xfrm>
            <a:prstGeom prst="roundRect">
              <a:avLst/>
            </a:prstGeom>
            <a:solidFill>
              <a:schemeClr val="tx2"/>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266" name="íşlïḍè">
              <a:extLst>
                <a:ext uri="{FF2B5EF4-FFF2-40B4-BE49-F238E27FC236}">
                  <a16:creationId xmlns:a16="http://schemas.microsoft.com/office/drawing/2014/main" id="{79BB9389-6610-4E7F-B26A-DA73DB168E64}"/>
                </a:ext>
              </a:extLst>
            </p:cNvPr>
            <p:cNvSpPr txBox="1"/>
            <p:nvPr/>
          </p:nvSpPr>
          <p:spPr>
            <a:xfrm>
              <a:off x="1851565" y="3713821"/>
              <a:ext cx="865823" cy="400110"/>
            </a:xfrm>
            <a:prstGeom prst="rect">
              <a:avLst/>
            </a:prstGeom>
            <a:noFill/>
          </p:spPr>
          <p:txBody>
            <a:bodyPr wrap="square" lIns="91440" tIns="45720" rIns="91440" bIns="45720" anchor="ctr">
              <a:noAutofit/>
            </a:bodyPr>
            <a:lstStyle/>
            <a:p>
              <a:pPr algn="ctr"/>
              <a:r>
                <a:rPr lang="en-US" altLang="zh-CN" b="1" dirty="0">
                  <a:solidFill>
                    <a:schemeClr val="bg1"/>
                  </a:solidFill>
                  <a:latin typeface="Arial Narrow" panose="020B0606020202030204" pitchFamily="34" charset="0"/>
                </a:rPr>
                <a:t>VLAN1</a:t>
              </a:r>
              <a:endParaRPr lang="zh-CN" altLang="en-US" b="1" dirty="0">
                <a:solidFill>
                  <a:schemeClr val="bg1"/>
                </a:solidFill>
                <a:latin typeface="Arial Narrow" panose="020B0606020202030204" pitchFamily="34" charset="0"/>
              </a:endParaRPr>
            </a:p>
          </p:txBody>
        </p:sp>
      </p:grpSp>
      <p:grpSp>
        <p:nvGrpSpPr>
          <p:cNvPr id="4" name="组合 3">
            <a:extLst>
              <a:ext uri="{FF2B5EF4-FFF2-40B4-BE49-F238E27FC236}">
                <a16:creationId xmlns:a16="http://schemas.microsoft.com/office/drawing/2014/main" id="{9A1EA9F2-FCB6-48C3-935F-7AE7E3AD14AC}"/>
              </a:ext>
            </a:extLst>
          </p:cNvPr>
          <p:cNvGrpSpPr/>
          <p:nvPr/>
        </p:nvGrpSpPr>
        <p:grpSpPr>
          <a:xfrm>
            <a:off x="304800" y="749300"/>
            <a:ext cx="4938199" cy="400110"/>
            <a:chOff x="424117" y="898245"/>
            <a:chExt cx="4938199" cy="400110"/>
          </a:xfrm>
        </p:grpSpPr>
        <p:sp>
          <p:nvSpPr>
            <p:cNvPr id="2" name="平行四边形 1">
              <a:extLst>
                <a:ext uri="{FF2B5EF4-FFF2-40B4-BE49-F238E27FC236}">
                  <a16:creationId xmlns:a16="http://schemas.microsoft.com/office/drawing/2014/main" id="{1F5BAA3F-9845-4F89-A2DD-8222D3E4EDAC}"/>
                </a:ext>
              </a:extLst>
            </p:cNvPr>
            <p:cNvSpPr/>
            <p:nvPr/>
          </p:nvSpPr>
          <p:spPr>
            <a:xfrm>
              <a:off x="424117" y="898245"/>
              <a:ext cx="628306" cy="387090"/>
            </a:xfrm>
            <a:prstGeom prst="parallelogram">
              <a:avLst/>
            </a:prstGeom>
            <a:solidFill>
              <a:schemeClr val="accent3">
                <a:lumMod val="75000"/>
              </a:schemeClr>
            </a:solidFill>
            <a:ln>
              <a:solidFill>
                <a:schemeClr val="accent3">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CN" sz="2200" dirty="0">
                  <a:latin typeface="Impact" panose="020B0806030902050204" pitchFamily="34" charset="0"/>
                </a:rPr>
                <a:t>01</a:t>
              </a:r>
              <a:endParaRPr lang="zh-CN" altLang="en-US" sz="2200" dirty="0">
                <a:latin typeface="Impact" panose="020B0806030902050204" pitchFamily="34" charset="0"/>
              </a:endParaRPr>
            </a:p>
          </p:txBody>
        </p:sp>
        <p:sp>
          <p:nvSpPr>
            <p:cNvPr id="3" name="文本框 2">
              <a:extLst>
                <a:ext uri="{FF2B5EF4-FFF2-40B4-BE49-F238E27FC236}">
                  <a16:creationId xmlns:a16="http://schemas.microsoft.com/office/drawing/2014/main" id="{4D6BD736-A4D3-4F26-AFED-36E11F50F70B}"/>
                </a:ext>
              </a:extLst>
            </p:cNvPr>
            <p:cNvSpPr txBox="1"/>
            <p:nvPr/>
          </p:nvSpPr>
          <p:spPr>
            <a:xfrm>
              <a:off x="1052423" y="898245"/>
              <a:ext cx="4309893" cy="400110"/>
            </a:xfrm>
            <a:prstGeom prst="rect">
              <a:avLst/>
            </a:prstGeom>
            <a:noFill/>
          </p:spPr>
          <p:txBody>
            <a:bodyPr wrap="square" rtlCol="0">
              <a:spAutoFit/>
            </a:bodyPr>
            <a:lstStyle/>
            <a:p>
              <a:r>
                <a:rPr lang="zh-CN" altLang="en-US" sz="2000" b="1" dirty="0">
                  <a:solidFill>
                    <a:schemeClr val="tx1"/>
                  </a:solidFill>
                  <a:latin typeface="Arial Narrow" panose="020B0606020202030204" pitchFamily="34" charset="0"/>
                </a:rPr>
                <a:t>虚拟局域网</a:t>
              </a:r>
              <a:r>
                <a:rPr lang="en-US" altLang="zh-CN" sz="2000" b="1" dirty="0">
                  <a:solidFill>
                    <a:schemeClr val="tx1"/>
                  </a:solidFill>
                  <a:latin typeface="Arial Narrow" panose="020B0606020202030204" pitchFamily="34" charset="0"/>
                </a:rPr>
                <a:t>VLAN</a:t>
              </a:r>
              <a:r>
                <a:rPr lang="zh-CN" altLang="en-US" sz="2000" b="1" dirty="0">
                  <a:solidFill>
                    <a:schemeClr val="tx1"/>
                  </a:solidFill>
                  <a:latin typeface="Arial Narrow" panose="020B0606020202030204" pitchFamily="34" charset="0"/>
                </a:rPr>
                <a:t>的</a:t>
              </a:r>
              <a:r>
                <a:rPr lang="zh-CN" altLang="en-US" sz="2000" b="1" dirty="0">
                  <a:latin typeface="Arial Narrow" panose="020B0606020202030204" pitchFamily="34" charset="0"/>
                </a:rPr>
                <a:t>实现机制</a:t>
              </a:r>
              <a:endParaRPr lang="en-US" altLang="zh-CN" sz="2000" b="1" dirty="0">
                <a:solidFill>
                  <a:schemeClr val="tx1"/>
                </a:solidFill>
                <a:latin typeface="Arial Narrow" panose="020B0606020202030204" pitchFamily="34" charset="0"/>
              </a:endParaRPr>
            </a:p>
          </p:txBody>
        </p:sp>
      </p:grpSp>
      <p:sp>
        <p:nvSpPr>
          <p:cNvPr id="9" name="文本框 8">
            <a:extLst>
              <a:ext uri="{FF2B5EF4-FFF2-40B4-BE49-F238E27FC236}">
                <a16:creationId xmlns:a16="http://schemas.microsoft.com/office/drawing/2014/main" id="{7E01F55D-5303-4639-8DD9-B3123C1AE516}"/>
              </a:ext>
            </a:extLst>
          </p:cNvPr>
          <p:cNvSpPr txBox="1"/>
          <p:nvPr/>
        </p:nvSpPr>
        <p:spPr>
          <a:xfrm>
            <a:off x="4141958" y="742690"/>
            <a:ext cx="4443242" cy="400110"/>
          </a:xfrm>
          <a:prstGeom prst="rect">
            <a:avLst/>
          </a:prstGeom>
          <a:noFill/>
        </p:spPr>
        <p:txBody>
          <a:bodyPr wrap="square" rtlCol="0">
            <a:spAutoFit/>
          </a:bodyPr>
          <a:lstStyle/>
          <a:p>
            <a:r>
              <a:rPr lang="en-US" altLang="zh-CN" sz="2000" b="1" dirty="0">
                <a:solidFill>
                  <a:schemeClr val="accent3">
                    <a:lumMod val="75000"/>
                  </a:schemeClr>
                </a:solidFill>
                <a:latin typeface="Arial Narrow" panose="020B0606020202030204" pitchFamily="34" charset="0"/>
              </a:rPr>
              <a:t>——  </a:t>
            </a:r>
            <a:r>
              <a:rPr lang="zh-CN" altLang="en-US" sz="2000" b="1" dirty="0">
                <a:solidFill>
                  <a:schemeClr val="accent3">
                    <a:lumMod val="75000"/>
                  </a:schemeClr>
                </a:solidFill>
                <a:latin typeface="Arial Narrow" panose="020B0606020202030204" pitchFamily="34" charset="0"/>
              </a:rPr>
              <a:t>以太网交换机的接口类型</a:t>
            </a:r>
            <a:endParaRPr lang="en-US" altLang="zh-CN" sz="2000" b="1" dirty="0">
              <a:solidFill>
                <a:schemeClr val="accent3">
                  <a:lumMod val="75000"/>
                </a:schemeClr>
              </a:solidFill>
              <a:latin typeface="Arial Narrow" panose="020B0606020202030204" pitchFamily="34" charset="0"/>
            </a:endParaRPr>
          </a:p>
        </p:txBody>
      </p:sp>
      <p:sp>
        <p:nvSpPr>
          <p:cNvPr id="11" name="íşlïḍè">
            <a:extLst>
              <a:ext uri="{FF2B5EF4-FFF2-40B4-BE49-F238E27FC236}">
                <a16:creationId xmlns:a16="http://schemas.microsoft.com/office/drawing/2014/main" id="{7AA3015A-52E8-4E4D-820F-06063E0CA2B4}"/>
              </a:ext>
            </a:extLst>
          </p:cNvPr>
          <p:cNvSpPr txBox="1"/>
          <p:nvPr/>
        </p:nvSpPr>
        <p:spPr>
          <a:xfrm>
            <a:off x="839330" y="1101375"/>
            <a:ext cx="10513339" cy="400110"/>
          </a:xfrm>
          <a:prstGeom prst="rect">
            <a:avLst/>
          </a:prstGeom>
          <a:noFill/>
        </p:spPr>
        <p:txBody>
          <a:bodyPr wrap="square" lIns="91440" tIns="45720" rIns="91440" bIns="45720" anchor="ctr">
            <a:noAutofit/>
          </a:bodyPr>
          <a:lstStyle/>
          <a:p>
            <a:r>
              <a:rPr lang="en-US" altLang="zh-CN" b="1" dirty="0">
                <a:latin typeface="Arial Narrow" panose="020B0606020202030204" pitchFamily="34" charset="0"/>
              </a:rPr>
              <a:t>【</a:t>
            </a:r>
            <a:r>
              <a:rPr lang="zh-CN" altLang="en-US" b="1" dirty="0">
                <a:latin typeface="Arial Narrow" panose="020B0606020202030204" pitchFamily="34" charset="0"/>
              </a:rPr>
              <a:t>例</a:t>
            </a:r>
            <a:r>
              <a:rPr lang="en-US" altLang="zh-CN" b="1" dirty="0">
                <a:latin typeface="Arial Narrow" panose="020B0606020202030204" pitchFamily="34" charset="0"/>
              </a:rPr>
              <a:t>3】</a:t>
            </a:r>
            <a:r>
              <a:rPr lang="zh-CN" altLang="en-US" b="1" dirty="0">
                <a:latin typeface="Arial Narrow" panose="020B0606020202030204" pitchFamily="34" charset="0"/>
              </a:rPr>
              <a:t>两个交换机通过</a:t>
            </a:r>
            <a:r>
              <a:rPr lang="en-US" altLang="zh-CN" b="1" dirty="0">
                <a:latin typeface="Arial Narrow" panose="020B0606020202030204" pitchFamily="34" charset="0"/>
              </a:rPr>
              <a:t>Trunk</a:t>
            </a:r>
            <a:r>
              <a:rPr lang="zh-CN" altLang="en-US" b="1" dirty="0">
                <a:latin typeface="Arial Narrow" panose="020B0606020202030204" pitchFamily="34" charset="0"/>
              </a:rPr>
              <a:t>类型的接口互连，</a:t>
            </a:r>
            <a:r>
              <a:rPr lang="en-US" altLang="zh-CN" b="1" dirty="0">
                <a:latin typeface="Arial Narrow" panose="020B0606020202030204" pitchFamily="34" charset="0"/>
              </a:rPr>
              <a:t>Trunk</a:t>
            </a:r>
            <a:r>
              <a:rPr lang="zh-CN" altLang="en-US" b="1" dirty="0">
                <a:latin typeface="Arial Narrow" panose="020B0606020202030204" pitchFamily="34" charset="0"/>
              </a:rPr>
              <a:t>接口将</a:t>
            </a:r>
            <a:r>
              <a:rPr lang="en-US" altLang="zh-CN" b="1" dirty="0">
                <a:latin typeface="Arial Narrow" panose="020B0606020202030204" pitchFamily="34" charset="0"/>
              </a:rPr>
              <a:t>802.1Q</a:t>
            </a:r>
            <a:r>
              <a:rPr lang="zh-CN" altLang="en-US" b="1" dirty="0">
                <a:latin typeface="Arial Narrow" panose="020B0606020202030204" pitchFamily="34" charset="0"/>
              </a:rPr>
              <a:t>帧“去标签”后进行转发的情况。</a:t>
            </a:r>
          </a:p>
        </p:txBody>
      </p:sp>
      <p:grpSp>
        <p:nvGrpSpPr>
          <p:cNvPr id="37" name="组合 36">
            <a:extLst>
              <a:ext uri="{FF2B5EF4-FFF2-40B4-BE49-F238E27FC236}">
                <a16:creationId xmlns:a16="http://schemas.microsoft.com/office/drawing/2014/main" id="{9259DDCB-A17F-4000-9233-F901D99D8082}"/>
              </a:ext>
            </a:extLst>
          </p:cNvPr>
          <p:cNvGrpSpPr/>
          <p:nvPr/>
        </p:nvGrpSpPr>
        <p:grpSpPr>
          <a:xfrm>
            <a:off x="1953070" y="1668302"/>
            <a:ext cx="8335026" cy="4749843"/>
            <a:chOff x="1953070" y="1668302"/>
            <a:chExt cx="8335026" cy="4749843"/>
          </a:xfrm>
        </p:grpSpPr>
        <p:sp>
          <p:nvSpPr>
            <p:cNvPr id="50" name="íşlïḍè">
              <a:extLst>
                <a:ext uri="{FF2B5EF4-FFF2-40B4-BE49-F238E27FC236}">
                  <a16:creationId xmlns:a16="http://schemas.microsoft.com/office/drawing/2014/main" id="{78C95D91-AF44-4308-994D-348292466CE7}"/>
                </a:ext>
              </a:extLst>
            </p:cNvPr>
            <p:cNvSpPr txBox="1"/>
            <p:nvPr/>
          </p:nvSpPr>
          <p:spPr>
            <a:xfrm>
              <a:off x="3891208" y="3495435"/>
              <a:ext cx="1062582" cy="400110"/>
            </a:xfrm>
            <a:prstGeom prst="rect">
              <a:avLst/>
            </a:prstGeom>
            <a:noFill/>
          </p:spPr>
          <p:txBody>
            <a:bodyPr wrap="square" lIns="91440" tIns="45720" rIns="91440" bIns="45720" anchor="ctr">
              <a:noAutofit/>
            </a:bodyPr>
            <a:lstStyle/>
            <a:p>
              <a:pPr algn="ctr"/>
              <a:r>
                <a:rPr lang="zh-CN" altLang="en-US" b="1" dirty="0">
                  <a:latin typeface="Arial Narrow" panose="020B0606020202030204" pitchFamily="34" charset="0"/>
                </a:rPr>
                <a:t>交换机</a:t>
              </a:r>
              <a:r>
                <a:rPr lang="en-US" altLang="zh-CN" b="1" dirty="0">
                  <a:latin typeface="Arial Narrow" panose="020B0606020202030204" pitchFamily="34" charset="0"/>
                </a:rPr>
                <a:t>1</a:t>
              </a:r>
              <a:endParaRPr lang="zh-CN" altLang="en-US" b="1" dirty="0">
                <a:latin typeface="Arial Narrow" panose="020B0606020202030204" pitchFamily="34" charset="0"/>
              </a:endParaRPr>
            </a:p>
          </p:txBody>
        </p:sp>
        <p:cxnSp>
          <p:nvCxnSpPr>
            <p:cNvPr id="21" name="直接连接符 20">
              <a:extLst>
                <a:ext uri="{FF2B5EF4-FFF2-40B4-BE49-F238E27FC236}">
                  <a16:creationId xmlns:a16="http://schemas.microsoft.com/office/drawing/2014/main" id="{3C2E62E0-55E4-42CD-8A69-55A0C42AB499}"/>
                </a:ext>
              </a:extLst>
            </p:cNvPr>
            <p:cNvCxnSpPr>
              <a:stCxn id="19" idx="1"/>
            </p:cNvCxnSpPr>
            <p:nvPr/>
          </p:nvCxnSpPr>
          <p:spPr>
            <a:xfrm flipH="1">
              <a:off x="2545888" y="2146975"/>
              <a:ext cx="1477948" cy="0"/>
            </a:xfrm>
            <a:prstGeom prst="line">
              <a:avLst/>
            </a:prstGeom>
            <a:ln w="12700">
              <a:solidFill>
                <a:schemeClr val="tx1"/>
              </a:solidFill>
              <a:tailEnd type="none"/>
            </a:ln>
          </p:spPr>
          <p:style>
            <a:lnRef idx="1">
              <a:schemeClr val="accent1"/>
            </a:lnRef>
            <a:fillRef idx="0">
              <a:schemeClr val="accent1"/>
            </a:fillRef>
            <a:effectRef idx="0">
              <a:schemeClr val="accent1"/>
            </a:effectRef>
            <a:fontRef idx="minor">
              <a:schemeClr val="tx1"/>
            </a:fontRef>
          </p:style>
        </p:cxnSp>
        <p:grpSp>
          <p:nvGrpSpPr>
            <p:cNvPr id="13" name="组合 12">
              <a:extLst>
                <a:ext uri="{FF2B5EF4-FFF2-40B4-BE49-F238E27FC236}">
                  <a16:creationId xmlns:a16="http://schemas.microsoft.com/office/drawing/2014/main" id="{FE78395F-376C-4EB3-8DA7-80FB6DB1B165}"/>
                </a:ext>
              </a:extLst>
            </p:cNvPr>
            <p:cNvGrpSpPr/>
            <p:nvPr/>
          </p:nvGrpSpPr>
          <p:grpSpPr>
            <a:xfrm>
              <a:off x="1953070" y="1702998"/>
              <a:ext cx="662814" cy="641082"/>
              <a:chOff x="7183525" y="3429000"/>
              <a:chExt cx="662814" cy="641082"/>
            </a:xfrm>
          </p:grpSpPr>
          <p:pic>
            <p:nvPicPr>
              <p:cNvPr id="84" name="图形 10">
                <a:extLst>
                  <a:ext uri="{FF2B5EF4-FFF2-40B4-BE49-F238E27FC236}">
                    <a16:creationId xmlns:a16="http://schemas.microsoft.com/office/drawing/2014/main" id="{541EA6DB-393F-4FA9-97F9-D2673B0420F5}"/>
                  </a:ext>
                </a:extLst>
              </p:cNvPr>
              <p:cNvPicPr>
                <a:picLocks noChangeAspect="1"/>
              </p:cNvPicPr>
              <p:nvPr/>
            </p:nvPicPr>
            <p:blipFill>
              <a:blip r:embed="rId3">
                <a:extLst>
                  <a:ext uri="{28A0092B-C50C-407E-A947-70E740481C1C}">
                    <a14:useLocalDpi xmlns:a14="http://schemas.microsoft.com/office/drawing/2010/main" val="0"/>
                  </a:ext>
                  <a:ext uri="{96DAC541-7B7A-43D3-8B79-37D633B846F1}">
                    <asvg:svgBlip xmlns:asvg="http://schemas.microsoft.com/office/drawing/2016/SVG/main" r:embed="rId4"/>
                  </a:ext>
                </a:extLst>
              </a:blip>
              <a:stretch>
                <a:fillRect/>
              </a:stretch>
            </p:blipFill>
            <p:spPr>
              <a:xfrm>
                <a:off x="7183525" y="3429000"/>
                <a:ext cx="662814" cy="641082"/>
              </a:xfrm>
              <a:prstGeom prst="rect">
                <a:avLst/>
              </a:prstGeom>
            </p:spPr>
          </p:pic>
          <p:sp>
            <p:nvSpPr>
              <p:cNvPr id="85" name="文本框 84">
                <a:extLst>
                  <a:ext uri="{FF2B5EF4-FFF2-40B4-BE49-F238E27FC236}">
                    <a16:creationId xmlns:a16="http://schemas.microsoft.com/office/drawing/2014/main" id="{86FCD01F-958F-46BC-845E-18231D9D5711}"/>
                  </a:ext>
                </a:extLst>
              </p:cNvPr>
              <p:cNvSpPr txBox="1"/>
              <p:nvPr/>
            </p:nvSpPr>
            <p:spPr>
              <a:xfrm>
                <a:off x="7446289" y="3445956"/>
                <a:ext cx="374650" cy="400110"/>
              </a:xfrm>
              <a:prstGeom prst="rect">
                <a:avLst/>
              </a:prstGeom>
              <a:noFill/>
            </p:spPr>
            <p:txBody>
              <a:bodyPr wrap="square" rtlCol="0">
                <a:spAutoFit/>
              </a:bodyPr>
              <a:lstStyle/>
              <a:p>
                <a:pPr algn="ctr"/>
                <a:r>
                  <a:rPr lang="en-US" altLang="zh-CN" sz="2000" b="1" dirty="0">
                    <a:solidFill>
                      <a:schemeClr val="bg1"/>
                    </a:solidFill>
                  </a:rPr>
                  <a:t>A</a:t>
                </a:r>
                <a:endParaRPr lang="zh-CN" altLang="en-US" sz="2000" b="1" dirty="0">
                  <a:solidFill>
                    <a:schemeClr val="bg1"/>
                  </a:solidFill>
                </a:endParaRPr>
              </a:p>
            </p:txBody>
          </p:sp>
        </p:grpSp>
        <p:grpSp>
          <p:nvGrpSpPr>
            <p:cNvPr id="86" name="组合 85">
              <a:extLst>
                <a:ext uri="{FF2B5EF4-FFF2-40B4-BE49-F238E27FC236}">
                  <a16:creationId xmlns:a16="http://schemas.microsoft.com/office/drawing/2014/main" id="{549A2F68-A4B1-4731-BB53-B150574EC564}"/>
                </a:ext>
              </a:extLst>
            </p:cNvPr>
            <p:cNvGrpSpPr/>
            <p:nvPr/>
          </p:nvGrpSpPr>
          <p:grpSpPr>
            <a:xfrm>
              <a:off x="1953070" y="2625649"/>
              <a:ext cx="662814" cy="641082"/>
              <a:chOff x="7183525" y="3429000"/>
              <a:chExt cx="662814" cy="641082"/>
            </a:xfrm>
          </p:grpSpPr>
          <p:pic>
            <p:nvPicPr>
              <p:cNvPr id="87" name="图形 10">
                <a:extLst>
                  <a:ext uri="{FF2B5EF4-FFF2-40B4-BE49-F238E27FC236}">
                    <a16:creationId xmlns:a16="http://schemas.microsoft.com/office/drawing/2014/main" id="{25E82F10-6864-4D3F-97AC-D2986406F491}"/>
                  </a:ext>
                </a:extLst>
              </p:cNvPr>
              <p:cNvPicPr>
                <a:picLocks noChangeAspect="1"/>
              </p:cNvPicPr>
              <p:nvPr/>
            </p:nvPicPr>
            <p:blipFill>
              <a:blip r:embed="rId3">
                <a:extLst>
                  <a:ext uri="{28A0092B-C50C-407E-A947-70E740481C1C}">
                    <a14:useLocalDpi xmlns:a14="http://schemas.microsoft.com/office/drawing/2010/main" val="0"/>
                  </a:ext>
                  <a:ext uri="{96DAC541-7B7A-43D3-8B79-37D633B846F1}">
                    <asvg:svgBlip xmlns:asvg="http://schemas.microsoft.com/office/drawing/2016/SVG/main" r:embed="rId4"/>
                  </a:ext>
                </a:extLst>
              </a:blip>
              <a:stretch>
                <a:fillRect/>
              </a:stretch>
            </p:blipFill>
            <p:spPr>
              <a:xfrm>
                <a:off x="7183525" y="3429000"/>
                <a:ext cx="662814" cy="641082"/>
              </a:xfrm>
              <a:prstGeom prst="rect">
                <a:avLst/>
              </a:prstGeom>
            </p:spPr>
          </p:pic>
          <p:sp>
            <p:nvSpPr>
              <p:cNvPr id="88" name="文本框 87">
                <a:extLst>
                  <a:ext uri="{FF2B5EF4-FFF2-40B4-BE49-F238E27FC236}">
                    <a16:creationId xmlns:a16="http://schemas.microsoft.com/office/drawing/2014/main" id="{D7AA108F-9B64-49D5-944F-6F080EB4F7A2}"/>
                  </a:ext>
                </a:extLst>
              </p:cNvPr>
              <p:cNvSpPr txBox="1"/>
              <p:nvPr/>
            </p:nvSpPr>
            <p:spPr>
              <a:xfrm>
                <a:off x="7446289" y="3445956"/>
                <a:ext cx="374650" cy="400110"/>
              </a:xfrm>
              <a:prstGeom prst="rect">
                <a:avLst/>
              </a:prstGeom>
              <a:noFill/>
            </p:spPr>
            <p:txBody>
              <a:bodyPr wrap="square" rtlCol="0">
                <a:spAutoFit/>
              </a:bodyPr>
              <a:lstStyle/>
              <a:p>
                <a:pPr algn="ctr"/>
                <a:r>
                  <a:rPr lang="en-US" altLang="zh-CN" sz="2000" b="1" dirty="0">
                    <a:solidFill>
                      <a:schemeClr val="bg1"/>
                    </a:solidFill>
                  </a:rPr>
                  <a:t>B</a:t>
                </a:r>
                <a:endParaRPr lang="zh-CN" altLang="en-US" sz="2000" b="1" dirty="0">
                  <a:solidFill>
                    <a:schemeClr val="bg1"/>
                  </a:solidFill>
                </a:endParaRPr>
              </a:p>
            </p:txBody>
          </p:sp>
        </p:grpSp>
        <p:grpSp>
          <p:nvGrpSpPr>
            <p:cNvPr id="89" name="组合 88">
              <a:extLst>
                <a:ext uri="{FF2B5EF4-FFF2-40B4-BE49-F238E27FC236}">
                  <a16:creationId xmlns:a16="http://schemas.microsoft.com/office/drawing/2014/main" id="{EC8328A9-646A-4FF0-A76E-43D05A2B00D3}"/>
                </a:ext>
              </a:extLst>
            </p:cNvPr>
            <p:cNvGrpSpPr/>
            <p:nvPr/>
          </p:nvGrpSpPr>
          <p:grpSpPr>
            <a:xfrm>
              <a:off x="9611400" y="1702998"/>
              <a:ext cx="662814" cy="641082"/>
              <a:chOff x="7183525" y="3429000"/>
              <a:chExt cx="662814" cy="641082"/>
            </a:xfrm>
          </p:grpSpPr>
          <p:pic>
            <p:nvPicPr>
              <p:cNvPr id="90" name="图形 10">
                <a:extLst>
                  <a:ext uri="{FF2B5EF4-FFF2-40B4-BE49-F238E27FC236}">
                    <a16:creationId xmlns:a16="http://schemas.microsoft.com/office/drawing/2014/main" id="{DEDE7E91-75D2-4F59-9EA5-8BE3E785ECEA}"/>
                  </a:ext>
                </a:extLst>
              </p:cNvPr>
              <p:cNvPicPr>
                <a:picLocks noChangeAspect="1"/>
              </p:cNvPicPr>
              <p:nvPr/>
            </p:nvPicPr>
            <p:blipFill>
              <a:blip r:embed="rId3">
                <a:extLst>
                  <a:ext uri="{28A0092B-C50C-407E-A947-70E740481C1C}">
                    <a14:useLocalDpi xmlns:a14="http://schemas.microsoft.com/office/drawing/2010/main" val="0"/>
                  </a:ext>
                  <a:ext uri="{96DAC541-7B7A-43D3-8B79-37D633B846F1}">
                    <asvg:svgBlip xmlns:asvg="http://schemas.microsoft.com/office/drawing/2016/SVG/main" r:embed="rId4"/>
                  </a:ext>
                </a:extLst>
              </a:blip>
              <a:stretch>
                <a:fillRect/>
              </a:stretch>
            </p:blipFill>
            <p:spPr>
              <a:xfrm>
                <a:off x="7183525" y="3429000"/>
                <a:ext cx="662814" cy="641082"/>
              </a:xfrm>
              <a:prstGeom prst="rect">
                <a:avLst/>
              </a:prstGeom>
            </p:spPr>
          </p:pic>
          <p:sp>
            <p:nvSpPr>
              <p:cNvPr id="91" name="文本框 90">
                <a:extLst>
                  <a:ext uri="{FF2B5EF4-FFF2-40B4-BE49-F238E27FC236}">
                    <a16:creationId xmlns:a16="http://schemas.microsoft.com/office/drawing/2014/main" id="{94C10625-662C-45D0-8F7A-56A0ADA3A1F8}"/>
                  </a:ext>
                </a:extLst>
              </p:cNvPr>
              <p:cNvSpPr txBox="1"/>
              <p:nvPr/>
            </p:nvSpPr>
            <p:spPr>
              <a:xfrm>
                <a:off x="7446289" y="3445956"/>
                <a:ext cx="374650" cy="400110"/>
              </a:xfrm>
              <a:prstGeom prst="rect">
                <a:avLst/>
              </a:prstGeom>
              <a:noFill/>
            </p:spPr>
            <p:txBody>
              <a:bodyPr wrap="square" rtlCol="0">
                <a:spAutoFit/>
              </a:bodyPr>
              <a:lstStyle/>
              <a:p>
                <a:pPr algn="ctr"/>
                <a:r>
                  <a:rPr lang="en-US" altLang="zh-CN" sz="2000" b="1" dirty="0">
                    <a:solidFill>
                      <a:schemeClr val="bg1"/>
                    </a:solidFill>
                  </a:rPr>
                  <a:t>C</a:t>
                </a:r>
                <a:endParaRPr lang="zh-CN" altLang="en-US" sz="2000" b="1" dirty="0">
                  <a:solidFill>
                    <a:schemeClr val="bg1"/>
                  </a:solidFill>
                </a:endParaRPr>
              </a:p>
            </p:txBody>
          </p:sp>
        </p:grpSp>
        <p:grpSp>
          <p:nvGrpSpPr>
            <p:cNvPr id="92" name="组合 91">
              <a:extLst>
                <a:ext uri="{FF2B5EF4-FFF2-40B4-BE49-F238E27FC236}">
                  <a16:creationId xmlns:a16="http://schemas.microsoft.com/office/drawing/2014/main" id="{3C9FB7C5-0D7E-4A69-8A19-332DC98C39FE}"/>
                </a:ext>
              </a:extLst>
            </p:cNvPr>
            <p:cNvGrpSpPr/>
            <p:nvPr/>
          </p:nvGrpSpPr>
          <p:grpSpPr>
            <a:xfrm>
              <a:off x="9625282" y="2625649"/>
              <a:ext cx="662814" cy="641082"/>
              <a:chOff x="7183525" y="3429000"/>
              <a:chExt cx="662814" cy="641082"/>
            </a:xfrm>
          </p:grpSpPr>
          <p:pic>
            <p:nvPicPr>
              <p:cNvPr id="93" name="图形 10">
                <a:extLst>
                  <a:ext uri="{FF2B5EF4-FFF2-40B4-BE49-F238E27FC236}">
                    <a16:creationId xmlns:a16="http://schemas.microsoft.com/office/drawing/2014/main" id="{A9779869-2DE8-4714-8F60-97DC1AFA26D6}"/>
                  </a:ext>
                </a:extLst>
              </p:cNvPr>
              <p:cNvPicPr>
                <a:picLocks noChangeAspect="1"/>
              </p:cNvPicPr>
              <p:nvPr/>
            </p:nvPicPr>
            <p:blipFill>
              <a:blip r:embed="rId3">
                <a:extLst>
                  <a:ext uri="{28A0092B-C50C-407E-A947-70E740481C1C}">
                    <a14:useLocalDpi xmlns:a14="http://schemas.microsoft.com/office/drawing/2010/main" val="0"/>
                  </a:ext>
                  <a:ext uri="{96DAC541-7B7A-43D3-8B79-37D633B846F1}">
                    <asvg:svgBlip xmlns:asvg="http://schemas.microsoft.com/office/drawing/2016/SVG/main" r:embed="rId4"/>
                  </a:ext>
                </a:extLst>
              </a:blip>
              <a:stretch>
                <a:fillRect/>
              </a:stretch>
            </p:blipFill>
            <p:spPr>
              <a:xfrm>
                <a:off x="7183525" y="3429000"/>
                <a:ext cx="662814" cy="641082"/>
              </a:xfrm>
              <a:prstGeom prst="rect">
                <a:avLst/>
              </a:prstGeom>
            </p:spPr>
          </p:pic>
          <p:sp>
            <p:nvSpPr>
              <p:cNvPr id="94" name="文本框 93">
                <a:extLst>
                  <a:ext uri="{FF2B5EF4-FFF2-40B4-BE49-F238E27FC236}">
                    <a16:creationId xmlns:a16="http://schemas.microsoft.com/office/drawing/2014/main" id="{0B23B7CE-67C8-4D7B-A4C7-EF8AB1AEE5E9}"/>
                  </a:ext>
                </a:extLst>
              </p:cNvPr>
              <p:cNvSpPr txBox="1"/>
              <p:nvPr/>
            </p:nvSpPr>
            <p:spPr>
              <a:xfrm>
                <a:off x="7446289" y="3445956"/>
                <a:ext cx="374650" cy="400110"/>
              </a:xfrm>
              <a:prstGeom prst="rect">
                <a:avLst/>
              </a:prstGeom>
              <a:noFill/>
            </p:spPr>
            <p:txBody>
              <a:bodyPr wrap="square" rtlCol="0">
                <a:spAutoFit/>
              </a:bodyPr>
              <a:lstStyle/>
              <a:p>
                <a:pPr algn="ctr"/>
                <a:r>
                  <a:rPr lang="en-US" altLang="zh-CN" sz="2000" b="1" dirty="0">
                    <a:solidFill>
                      <a:schemeClr val="bg1"/>
                    </a:solidFill>
                  </a:rPr>
                  <a:t>D</a:t>
                </a:r>
                <a:endParaRPr lang="zh-CN" altLang="en-US" sz="2000" b="1" dirty="0">
                  <a:solidFill>
                    <a:schemeClr val="bg1"/>
                  </a:solidFill>
                </a:endParaRPr>
              </a:p>
            </p:txBody>
          </p:sp>
        </p:grpSp>
        <p:sp>
          <p:nvSpPr>
            <p:cNvPr id="6" name="矩形 5">
              <a:extLst>
                <a:ext uri="{FF2B5EF4-FFF2-40B4-BE49-F238E27FC236}">
                  <a16:creationId xmlns:a16="http://schemas.microsoft.com/office/drawing/2014/main" id="{B73795E7-AA4E-46BD-A009-E7B559FC741E}"/>
                </a:ext>
              </a:extLst>
            </p:cNvPr>
            <p:cNvSpPr/>
            <p:nvPr/>
          </p:nvSpPr>
          <p:spPr>
            <a:xfrm>
              <a:off x="4023836" y="1668302"/>
              <a:ext cx="4123499" cy="1873250"/>
            </a:xfrm>
            <a:prstGeom prst="rect">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20" name="矩形 19">
              <a:extLst>
                <a:ext uri="{FF2B5EF4-FFF2-40B4-BE49-F238E27FC236}">
                  <a16:creationId xmlns:a16="http://schemas.microsoft.com/office/drawing/2014/main" id="{B7E1855B-BB0E-4F7F-86D0-BB02329A21F2}"/>
                </a:ext>
              </a:extLst>
            </p:cNvPr>
            <p:cNvSpPr/>
            <p:nvPr/>
          </p:nvSpPr>
          <p:spPr>
            <a:xfrm>
              <a:off x="4023836" y="2268556"/>
              <a:ext cx="949331" cy="246054"/>
            </a:xfrm>
            <a:prstGeom prst="rect">
              <a:avLst/>
            </a:prstGeom>
            <a:solidFill>
              <a:schemeClr val="accent4"/>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CN" sz="2000" b="1" dirty="0">
                  <a:solidFill>
                    <a:schemeClr val="bg1"/>
                  </a:solidFill>
                  <a:latin typeface="Arial Narrow" panose="020B0606020202030204" pitchFamily="34" charset="0"/>
                </a:rPr>
                <a:t>Access</a:t>
              </a:r>
              <a:endParaRPr lang="zh-CN" altLang="en-US" sz="2000" b="1" dirty="0">
                <a:solidFill>
                  <a:schemeClr val="bg1"/>
                </a:solidFill>
                <a:latin typeface="Arial Narrow" panose="020B0606020202030204" pitchFamily="34" charset="0"/>
              </a:endParaRPr>
            </a:p>
          </p:txBody>
        </p:sp>
        <p:sp>
          <p:nvSpPr>
            <p:cNvPr id="18" name="矩形 17">
              <a:extLst>
                <a:ext uri="{FF2B5EF4-FFF2-40B4-BE49-F238E27FC236}">
                  <a16:creationId xmlns:a16="http://schemas.microsoft.com/office/drawing/2014/main" id="{9FF17DC4-7312-49F3-82F1-6543D08F7A97}"/>
                </a:ext>
              </a:extLst>
            </p:cNvPr>
            <p:cNvSpPr/>
            <p:nvPr/>
          </p:nvSpPr>
          <p:spPr>
            <a:xfrm>
              <a:off x="4023836" y="1778617"/>
              <a:ext cx="949331" cy="246054"/>
            </a:xfrm>
            <a:prstGeom prst="rect">
              <a:avLst/>
            </a:prstGeom>
            <a:solidFill>
              <a:schemeClr val="tx2"/>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CN" sz="2000" b="1" dirty="0">
                  <a:solidFill>
                    <a:schemeClr val="bg1"/>
                  </a:solidFill>
                  <a:latin typeface="Arial Narrow" panose="020B0606020202030204" pitchFamily="34" charset="0"/>
                </a:rPr>
                <a:t>PVID=1</a:t>
              </a:r>
              <a:endParaRPr lang="zh-CN" altLang="en-US" sz="2000" b="1" dirty="0">
                <a:solidFill>
                  <a:schemeClr val="bg1"/>
                </a:solidFill>
                <a:latin typeface="Arial Narrow" panose="020B0606020202030204" pitchFamily="34" charset="0"/>
              </a:endParaRPr>
            </a:p>
          </p:txBody>
        </p:sp>
        <p:sp>
          <p:nvSpPr>
            <p:cNvPr id="19" name="矩形 18">
              <a:extLst>
                <a:ext uri="{FF2B5EF4-FFF2-40B4-BE49-F238E27FC236}">
                  <a16:creationId xmlns:a16="http://schemas.microsoft.com/office/drawing/2014/main" id="{77C24B11-AA44-4B22-9A14-1ED14C517EC7}"/>
                </a:ext>
              </a:extLst>
            </p:cNvPr>
            <p:cNvSpPr/>
            <p:nvPr/>
          </p:nvSpPr>
          <p:spPr>
            <a:xfrm>
              <a:off x="4023836" y="2023948"/>
              <a:ext cx="949331" cy="246054"/>
            </a:xfrm>
            <a:prstGeom prst="rect">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CN" sz="2000" b="1" dirty="0">
                  <a:solidFill>
                    <a:schemeClr val="tx1"/>
                  </a:solidFill>
                  <a:latin typeface="Arial Black" panose="020B0A04020102020204" pitchFamily="34" charset="0"/>
                </a:rPr>
                <a:t>1</a:t>
              </a:r>
              <a:endParaRPr lang="zh-CN" altLang="en-US" sz="2000" b="1" dirty="0">
                <a:solidFill>
                  <a:schemeClr val="tx1"/>
                </a:solidFill>
                <a:latin typeface="Arial Black" panose="020B0A04020102020204" pitchFamily="34" charset="0"/>
              </a:endParaRPr>
            </a:p>
          </p:txBody>
        </p:sp>
        <p:sp>
          <p:nvSpPr>
            <p:cNvPr id="97" name="矩形 96">
              <a:extLst>
                <a:ext uri="{FF2B5EF4-FFF2-40B4-BE49-F238E27FC236}">
                  <a16:creationId xmlns:a16="http://schemas.microsoft.com/office/drawing/2014/main" id="{3BBF2F85-5254-4C5E-B9C9-22DB14274499}"/>
                </a:ext>
              </a:extLst>
            </p:cNvPr>
            <p:cNvSpPr/>
            <p:nvPr/>
          </p:nvSpPr>
          <p:spPr>
            <a:xfrm>
              <a:off x="7198003" y="2268556"/>
              <a:ext cx="949331" cy="246054"/>
            </a:xfrm>
            <a:prstGeom prst="rect">
              <a:avLst/>
            </a:prstGeom>
            <a:solidFill>
              <a:schemeClr val="accent4"/>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CN" sz="2000" b="1" dirty="0">
                  <a:solidFill>
                    <a:schemeClr val="bg1"/>
                  </a:solidFill>
                  <a:latin typeface="Arial Narrow" panose="020B0606020202030204" pitchFamily="34" charset="0"/>
                </a:rPr>
                <a:t>Access</a:t>
              </a:r>
              <a:endParaRPr lang="zh-CN" altLang="en-US" sz="2000" b="1" dirty="0">
                <a:solidFill>
                  <a:schemeClr val="bg1"/>
                </a:solidFill>
                <a:latin typeface="Arial Narrow" panose="020B0606020202030204" pitchFamily="34" charset="0"/>
              </a:endParaRPr>
            </a:p>
          </p:txBody>
        </p:sp>
        <p:sp>
          <p:nvSpPr>
            <p:cNvPr id="98" name="矩形 97">
              <a:extLst>
                <a:ext uri="{FF2B5EF4-FFF2-40B4-BE49-F238E27FC236}">
                  <a16:creationId xmlns:a16="http://schemas.microsoft.com/office/drawing/2014/main" id="{FA0A74E5-CA39-49B2-866C-E709E2EDDE3F}"/>
                </a:ext>
              </a:extLst>
            </p:cNvPr>
            <p:cNvSpPr/>
            <p:nvPr/>
          </p:nvSpPr>
          <p:spPr>
            <a:xfrm>
              <a:off x="7198003" y="1778617"/>
              <a:ext cx="949331" cy="246054"/>
            </a:xfrm>
            <a:prstGeom prst="rect">
              <a:avLst/>
            </a:prstGeom>
            <a:solidFill>
              <a:schemeClr val="accent6"/>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CN" sz="2000" b="1" dirty="0">
                  <a:solidFill>
                    <a:schemeClr val="bg1"/>
                  </a:solidFill>
                  <a:latin typeface="Arial Narrow" panose="020B0606020202030204" pitchFamily="34" charset="0"/>
                </a:rPr>
                <a:t>PVID=2</a:t>
              </a:r>
              <a:endParaRPr lang="zh-CN" altLang="en-US" sz="2000" b="1" dirty="0">
                <a:solidFill>
                  <a:schemeClr val="bg1"/>
                </a:solidFill>
                <a:latin typeface="Arial Narrow" panose="020B0606020202030204" pitchFamily="34" charset="0"/>
              </a:endParaRPr>
            </a:p>
          </p:txBody>
        </p:sp>
        <p:sp>
          <p:nvSpPr>
            <p:cNvPr id="99" name="矩形 98">
              <a:extLst>
                <a:ext uri="{FF2B5EF4-FFF2-40B4-BE49-F238E27FC236}">
                  <a16:creationId xmlns:a16="http://schemas.microsoft.com/office/drawing/2014/main" id="{43589477-E598-4560-B96A-389DBBA7491E}"/>
                </a:ext>
              </a:extLst>
            </p:cNvPr>
            <p:cNvSpPr/>
            <p:nvPr/>
          </p:nvSpPr>
          <p:spPr>
            <a:xfrm>
              <a:off x="7198003" y="2023948"/>
              <a:ext cx="949331" cy="246054"/>
            </a:xfrm>
            <a:prstGeom prst="rect">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CN" sz="2000" b="1" dirty="0">
                  <a:solidFill>
                    <a:schemeClr val="tx1"/>
                  </a:solidFill>
                  <a:latin typeface="Arial Black" panose="020B0A04020102020204" pitchFamily="34" charset="0"/>
                </a:rPr>
                <a:t>3</a:t>
              </a:r>
              <a:endParaRPr lang="zh-CN" altLang="en-US" sz="2000" b="1" dirty="0">
                <a:solidFill>
                  <a:schemeClr val="tx1"/>
                </a:solidFill>
                <a:latin typeface="Arial Black" panose="020B0A04020102020204" pitchFamily="34" charset="0"/>
              </a:endParaRPr>
            </a:p>
          </p:txBody>
        </p:sp>
        <p:sp>
          <p:nvSpPr>
            <p:cNvPr id="101" name="矩形 100">
              <a:extLst>
                <a:ext uri="{FF2B5EF4-FFF2-40B4-BE49-F238E27FC236}">
                  <a16:creationId xmlns:a16="http://schemas.microsoft.com/office/drawing/2014/main" id="{8409FF2B-377F-49BE-9851-B1DFD97BA154}"/>
                </a:ext>
              </a:extLst>
            </p:cNvPr>
            <p:cNvSpPr/>
            <p:nvPr/>
          </p:nvSpPr>
          <p:spPr>
            <a:xfrm>
              <a:off x="4023836" y="3196333"/>
              <a:ext cx="949331" cy="246054"/>
            </a:xfrm>
            <a:prstGeom prst="rect">
              <a:avLst/>
            </a:prstGeom>
            <a:solidFill>
              <a:schemeClr val="accent4"/>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CN" sz="2000" b="1" dirty="0">
                  <a:solidFill>
                    <a:schemeClr val="bg1"/>
                  </a:solidFill>
                  <a:latin typeface="Arial Narrow" panose="020B0606020202030204" pitchFamily="34" charset="0"/>
                </a:rPr>
                <a:t>Access</a:t>
              </a:r>
              <a:endParaRPr lang="zh-CN" altLang="en-US" sz="2000" b="1" dirty="0">
                <a:solidFill>
                  <a:schemeClr val="bg1"/>
                </a:solidFill>
                <a:latin typeface="Arial Narrow" panose="020B0606020202030204" pitchFamily="34" charset="0"/>
              </a:endParaRPr>
            </a:p>
          </p:txBody>
        </p:sp>
        <p:sp>
          <p:nvSpPr>
            <p:cNvPr id="102" name="矩形 101">
              <a:extLst>
                <a:ext uri="{FF2B5EF4-FFF2-40B4-BE49-F238E27FC236}">
                  <a16:creationId xmlns:a16="http://schemas.microsoft.com/office/drawing/2014/main" id="{D4897C53-5E49-49CB-BB29-21C020F51F09}"/>
                </a:ext>
              </a:extLst>
            </p:cNvPr>
            <p:cNvSpPr/>
            <p:nvPr/>
          </p:nvSpPr>
          <p:spPr>
            <a:xfrm>
              <a:off x="4023836" y="2706394"/>
              <a:ext cx="949331" cy="246054"/>
            </a:xfrm>
            <a:prstGeom prst="rect">
              <a:avLst/>
            </a:prstGeom>
            <a:solidFill>
              <a:schemeClr val="tx2"/>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CN" sz="2000" b="1" dirty="0">
                  <a:solidFill>
                    <a:schemeClr val="bg1"/>
                  </a:solidFill>
                  <a:latin typeface="Arial Narrow" panose="020B0606020202030204" pitchFamily="34" charset="0"/>
                </a:rPr>
                <a:t>PVID=1</a:t>
              </a:r>
              <a:endParaRPr lang="zh-CN" altLang="en-US" sz="2000" b="1" dirty="0">
                <a:solidFill>
                  <a:schemeClr val="bg1"/>
                </a:solidFill>
                <a:latin typeface="Arial Narrow" panose="020B0606020202030204" pitchFamily="34" charset="0"/>
              </a:endParaRPr>
            </a:p>
          </p:txBody>
        </p:sp>
        <p:sp>
          <p:nvSpPr>
            <p:cNvPr id="103" name="矩形 102">
              <a:extLst>
                <a:ext uri="{FF2B5EF4-FFF2-40B4-BE49-F238E27FC236}">
                  <a16:creationId xmlns:a16="http://schemas.microsoft.com/office/drawing/2014/main" id="{1567836D-A76C-4418-B7C7-D96BA725C4D4}"/>
                </a:ext>
              </a:extLst>
            </p:cNvPr>
            <p:cNvSpPr/>
            <p:nvPr/>
          </p:nvSpPr>
          <p:spPr>
            <a:xfrm>
              <a:off x="4023836" y="2951725"/>
              <a:ext cx="949331" cy="246054"/>
            </a:xfrm>
            <a:prstGeom prst="rect">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CN" sz="2000" b="1" dirty="0">
                  <a:solidFill>
                    <a:schemeClr val="tx1"/>
                  </a:solidFill>
                  <a:latin typeface="Arial Black" panose="020B0A04020102020204" pitchFamily="34" charset="0"/>
                </a:rPr>
                <a:t>2</a:t>
              </a:r>
              <a:endParaRPr lang="zh-CN" altLang="en-US" sz="2000" b="1" dirty="0">
                <a:solidFill>
                  <a:schemeClr val="tx1"/>
                </a:solidFill>
                <a:latin typeface="Arial Black" panose="020B0A04020102020204" pitchFamily="34" charset="0"/>
              </a:endParaRPr>
            </a:p>
          </p:txBody>
        </p:sp>
        <p:sp>
          <p:nvSpPr>
            <p:cNvPr id="105" name="矩形 104">
              <a:extLst>
                <a:ext uri="{FF2B5EF4-FFF2-40B4-BE49-F238E27FC236}">
                  <a16:creationId xmlns:a16="http://schemas.microsoft.com/office/drawing/2014/main" id="{FDD83916-FC6B-463D-882A-FB297753262F}"/>
                </a:ext>
              </a:extLst>
            </p:cNvPr>
            <p:cNvSpPr/>
            <p:nvPr/>
          </p:nvSpPr>
          <p:spPr>
            <a:xfrm>
              <a:off x="7198003" y="3196333"/>
              <a:ext cx="949331" cy="246054"/>
            </a:xfrm>
            <a:prstGeom prst="rect">
              <a:avLst/>
            </a:prstGeom>
            <a:solidFill>
              <a:schemeClr val="accent4"/>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CN" sz="2000" b="1" dirty="0">
                  <a:solidFill>
                    <a:schemeClr val="bg1"/>
                  </a:solidFill>
                  <a:latin typeface="Arial Narrow" panose="020B0606020202030204" pitchFamily="34" charset="0"/>
                </a:rPr>
                <a:t>Access</a:t>
              </a:r>
              <a:endParaRPr lang="zh-CN" altLang="en-US" sz="2000" b="1" dirty="0">
                <a:solidFill>
                  <a:schemeClr val="bg1"/>
                </a:solidFill>
                <a:latin typeface="Arial Narrow" panose="020B0606020202030204" pitchFamily="34" charset="0"/>
              </a:endParaRPr>
            </a:p>
          </p:txBody>
        </p:sp>
        <p:sp>
          <p:nvSpPr>
            <p:cNvPr id="106" name="矩形 105">
              <a:extLst>
                <a:ext uri="{FF2B5EF4-FFF2-40B4-BE49-F238E27FC236}">
                  <a16:creationId xmlns:a16="http://schemas.microsoft.com/office/drawing/2014/main" id="{7778D31A-9997-42F1-BFE6-70B76EDEA33E}"/>
                </a:ext>
              </a:extLst>
            </p:cNvPr>
            <p:cNvSpPr/>
            <p:nvPr/>
          </p:nvSpPr>
          <p:spPr>
            <a:xfrm>
              <a:off x="7198003" y="2706394"/>
              <a:ext cx="949331" cy="246054"/>
            </a:xfrm>
            <a:prstGeom prst="rect">
              <a:avLst/>
            </a:prstGeom>
            <a:solidFill>
              <a:schemeClr val="accent6"/>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CN" sz="2000" b="1" dirty="0">
                  <a:solidFill>
                    <a:schemeClr val="bg1"/>
                  </a:solidFill>
                  <a:latin typeface="Arial Narrow" panose="020B0606020202030204" pitchFamily="34" charset="0"/>
                </a:rPr>
                <a:t>PVID=2</a:t>
              </a:r>
              <a:endParaRPr lang="zh-CN" altLang="en-US" sz="2000" b="1" dirty="0">
                <a:solidFill>
                  <a:schemeClr val="bg1"/>
                </a:solidFill>
                <a:latin typeface="Arial Narrow" panose="020B0606020202030204" pitchFamily="34" charset="0"/>
              </a:endParaRPr>
            </a:p>
          </p:txBody>
        </p:sp>
        <p:sp>
          <p:nvSpPr>
            <p:cNvPr id="107" name="矩形 106">
              <a:extLst>
                <a:ext uri="{FF2B5EF4-FFF2-40B4-BE49-F238E27FC236}">
                  <a16:creationId xmlns:a16="http://schemas.microsoft.com/office/drawing/2014/main" id="{A0A12A57-44DD-4F8D-BFAD-6354726866AB}"/>
                </a:ext>
              </a:extLst>
            </p:cNvPr>
            <p:cNvSpPr/>
            <p:nvPr/>
          </p:nvSpPr>
          <p:spPr>
            <a:xfrm>
              <a:off x="7198003" y="2951725"/>
              <a:ext cx="949331" cy="246054"/>
            </a:xfrm>
            <a:prstGeom prst="rect">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CN" sz="2000" b="1" dirty="0">
                  <a:solidFill>
                    <a:schemeClr val="tx1"/>
                  </a:solidFill>
                  <a:latin typeface="Arial Black" panose="020B0A04020102020204" pitchFamily="34" charset="0"/>
                </a:rPr>
                <a:t>4</a:t>
              </a:r>
              <a:endParaRPr lang="zh-CN" altLang="en-US" sz="2000" b="1" dirty="0">
                <a:solidFill>
                  <a:schemeClr val="tx1"/>
                </a:solidFill>
                <a:latin typeface="Arial Black" panose="020B0A04020102020204" pitchFamily="34" charset="0"/>
              </a:endParaRPr>
            </a:p>
          </p:txBody>
        </p:sp>
        <p:sp>
          <p:nvSpPr>
            <p:cNvPr id="109" name="矩形 108">
              <a:extLst>
                <a:ext uri="{FF2B5EF4-FFF2-40B4-BE49-F238E27FC236}">
                  <a16:creationId xmlns:a16="http://schemas.microsoft.com/office/drawing/2014/main" id="{2D028005-2FDE-42EC-8504-0DE3BA3255E9}"/>
                </a:ext>
              </a:extLst>
            </p:cNvPr>
            <p:cNvSpPr/>
            <p:nvPr/>
          </p:nvSpPr>
          <p:spPr>
            <a:xfrm>
              <a:off x="5610918" y="2804318"/>
              <a:ext cx="949331" cy="246054"/>
            </a:xfrm>
            <a:prstGeom prst="rect">
              <a:avLst/>
            </a:prstGeom>
            <a:solidFill>
              <a:schemeClr val="accent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CN" sz="2000" b="1" dirty="0">
                  <a:solidFill>
                    <a:schemeClr val="bg1"/>
                  </a:solidFill>
                  <a:latin typeface="Arial Narrow" panose="020B0606020202030204" pitchFamily="34" charset="0"/>
                </a:rPr>
                <a:t>Trunk</a:t>
              </a:r>
              <a:endParaRPr lang="zh-CN" altLang="en-US" sz="2000" b="1" dirty="0">
                <a:solidFill>
                  <a:schemeClr val="bg1"/>
                </a:solidFill>
                <a:latin typeface="Arial Narrow" panose="020B0606020202030204" pitchFamily="34" charset="0"/>
              </a:endParaRPr>
            </a:p>
          </p:txBody>
        </p:sp>
        <p:sp>
          <p:nvSpPr>
            <p:cNvPr id="110" name="矩形 109">
              <a:extLst>
                <a:ext uri="{FF2B5EF4-FFF2-40B4-BE49-F238E27FC236}">
                  <a16:creationId xmlns:a16="http://schemas.microsoft.com/office/drawing/2014/main" id="{2EE73AC5-B9E6-4DB2-8CFD-324ECC5941CA}"/>
                </a:ext>
              </a:extLst>
            </p:cNvPr>
            <p:cNvSpPr/>
            <p:nvPr/>
          </p:nvSpPr>
          <p:spPr>
            <a:xfrm>
              <a:off x="5610918" y="3050372"/>
              <a:ext cx="949331" cy="246054"/>
            </a:xfrm>
            <a:prstGeom prst="rect">
              <a:avLst/>
            </a:prstGeom>
            <a:solidFill>
              <a:schemeClr val="tx2"/>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CN" sz="2000" b="1" dirty="0">
                  <a:solidFill>
                    <a:schemeClr val="bg1"/>
                  </a:solidFill>
                  <a:latin typeface="Arial Narrow" panose="020B0606020202030204" pitchFamily="34" charset="0"/>
                </a:rPr>
                <a:t>PVID=1</a:t>
              </a:r>
              <a:endParaRPr lang="zh-CN" altLang="en-US" sz="2000" b="1" dirty="0">
                <a:solidFill>
                  <a:schemeClr val="bg1"/>
                </a:solidFill>
                <a:latin typeface="Arial Narrow" panose="020B0606020202030204" pitchFamily="34" charset="0"/>
              </a:endParaRPr>
            </a:p>
          </p:txBody>
        </p:sp>
        <p:sp>
          <p:nvSpPr>
            <p:cNvPr id="111" name="矩形 110">
              <a:extLst>
                <a:ext uri="{FF2B5EF4-FFF2-40B4-BE49-F238E27FC236}">
                  <a16:creationId xmlns:a16="http://schemas.microsoft.com/office/drawing/2014/main" id="{48D07A9B-FF6B-4A6D-8BB2-DD662BB124DE}"/>
                </a:ext>
              </a:extLst>
            </p:cNvPr>
            <p:cNvSpPr/>
            <p:nvPr/>
          </p:nvSpPr>
          <p:spPr>
            <a:xfrm>
              <a:off x="5610919" y="3296426"/>
              <a:ext cx="949331" cy="246054"/>
            </a:xfrm>
            <a:prstGeom prst="rect">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CN" sz="2000" b="1" dirty="0">
                  <a:solidFill>
                    <a:schemeClr val="tx1"/>
                  </a:solidFill>
                  <a:latin typeface="Arial Black" panose="020B0A04020102020204" pitchFamily="34" charset="0"/>
                </a:rPr>
                <a:t>5</a:t>
              </a:r>
              <a:endParaRPr lang="zh-CN" altLang="en-US" sz="2000" b="1" dirty="0">
                <a:solidFill>
                  <a:schemeClr val="tx1"/>
                </a:solidFill>
                <a:latin typeface="Arial Black" panose="020B0A04020102020204" pitchFamily="34" charset="0"/>
              </a:endParaRPr>
            </a:p>
          </p:txBody>
        </p:sp>
        <p:cxnSp>
          <p:nvCxnSpPr>
            <p:cNvPr id="222" name="直接连接符 221">
              <a:extLst>
                <a:ext uri="{FF2B5EF4-FFF2-40B4-BE49-F238E27FC236}">
                  <a16:creationId xmlns:a16="http://schemas.microsoft.com/office/drawing/2014/main" id="{60A41105-926B-47A5-B245-8FEE53FC3B2D}"/>
                </a:ext>
              </a:extLst>
            </p:cNvPr>
            <p:cNvCxnSpPr/>
            <p:nvPr/>
          </p:nvCxnSpPr>
          <p:spPr>
            <a:xfrm flipH="1">
              <a:off x="2545888" y="3087122"/>
              <a:ext cx="1477948" cy="0"/>
            </a:xfrm>
            <a:prstGeom prst="line">
              <a:avLst/>
            </a:prstGeom>
            <a:ln w="12700">
              <a:solidFill>
                <a:schemeClr val="tx1"/>
              </a:solidFill>
              <a:tailEnd type="none"/>
            </a:ln>
          </p:spPr>
          <p:style>
            <a:lnRef idx="1">
              <a:schemeClr val="accent1"/>
            </a:lnRef>
            <a:fillRef idx="0">
              <a:schemeClr val="accent1"/>
            </a:fillRef>
            <a:effectRef idx="0">
              <a:schemeClr val="accent1"/>
            </a:effectRef>
            <a:fontRef idx="minor">
              <a:schemeClr val="tx1"/>
            </a:fontRef>
          </p:style>
        </p:cxnSp>
        <p:cxnSp>
          <p:nvCxnSpPr>
            <p:cNvPr id="223" name="直接连接符 222">
              <a:extLst>
                <a:ext uri="{FF2B5EF4-FFF2-40B4-BE49-F238E27FC236}">
                  <a16:creationId xmlns:a16="http://schemas.microsoft.com/office/drawing/2014/main" id="{101F5038-0587-4D0E-A975-45B335349352}"/>
                </a:ext>
              </a:extLst>
            </p:cNvPr>
            <p:cNvCxnSpPr/>
            <p:nvPr/>
          </p:nvCxnSpPr>
          <p:spPr>
            <a:xfrm flipH="1">
              <a:off x="8147334" y="2138649"/>
              <a:ext cx="1477948" cy="0"/>
            </a:xfrm>
            <a:prstGeom prst="line">
              <a:avLst/>
            </a:prstGeom>
            <a:ln w="12700">
              <a:solidFill>
                <a:schemeClr val="tx1"/>
              </a:solidFill>
              <a:tailEnd type="none"/>
            </a:ln>
          </p:spPr>
          <p:style>
            <a:lnRef idx="1">
              <a:schemeClr val="accent1"/>
            </a:lnRef>
            <a:fillRef idx="0">
              <a:schemeClr val="accent1"/>
            </a:fillRef>
            <a:effectRef idx="0">
              <a:schemeClr val="accent1"/>
            </a:effectRef>
            <a:fontRef idx="minor">
              <a:schemeClr val="tx1"/>
            </a:fontRef>
          </p:style>
        </p:cxnSp>
        <p:cxnSp>
          <p:nvCxnSpPr>
            <p:cNvPr id="224" name="直接连接符 223">
              <a:extLst>
                <a:ext uri="{FF2B5EF4-FFF2-40B4-BE49-F238E27FC236}">
                  <a16:creationId xmlns:a16="http://schemas.microsoft.com/office/drawing/2014/main" id="{69F775AE-E7F4-4AB6-8008-A55887E9800E}"/>
                </a:ext>
              </a:extLst>
            </p:cNvPr>
            <p:cNvCxnSpPr/>
            <p:nvPr/>
          </p:nvCxnSpPr>
          <p:spPr>
            <a:xfrm flipH="1">
              <a:off x="8147334" y="3077418"/>
              <a:ext cx="1477948" cy="0"/>
            </a:xfrm>
            <a:prstGeom prst="line">
              <a:avLst/>
            </a:prstGeom>
            <a:ln w="12700">
              <a:solidFill>
                <a:schemeClr val="tx1"/>
              </a:solidFill>
              <a:tailEnd type="none"/>
            </a:ln>
          </p:spPr>
          <p:style>
            <a:lnRef idx="1">
              <a:schemeClr val="accent1"/>
            </a:lnRef>
            <a:fillRef idx="0">
              <a:schemeClr val="accent1"/>
            </a:fillRef>
            <a:effectRef idx="0">
              <a:schemeClr val="accent1"/>
            </a:effectRef>
            <a:fontRef idx="minor">
              <a:schemeClr val="tx1"/>
            </a:fontRef>
          </p:style>
        </p:cxnSp>
        <p:cxnSp>
          <p:nvCxnSpPr>
            <p:cNvPr id="225" name="直接连接符 224">
              <a:extLst>
                <a:ext uri="{FF2B5EF4-FFF2-40B4-BE49-F238E27FC236}">
                  <a16:creationId xmlns:a16="http://schemas.microsoft.com/office/drawing/2014/main" id="{7839C853-AB9A-4936-8D64-D490278B2B4A}"/>
                </a:ext>
              </a:extLst>
            </p:cNvPr>
            <p:cNvCxnSpPr>
              <a:stCxn id="258" idx="1"/>
            </p:cNvCxnSpPr>
            <p:nvPr/>
          </p:nvCxnSpPr>
          <p:spPr>
            <a:xfrm flipH="1">
              <a:off x="2545888" y="5023568"/>
              <a:ext cx="1477948" cy="0"/>
            </a:xfrm>
            <a:prstGeom prst="line">
              <a:avLst/>
            </a:prstGeom>
            <a:ln w="12700">
              <a:solidFill>
                <a:schemeClr val="tx1"/>
              </a:solidFill>
              <a:tailEnd type="none"/>
            </a:ln>
          </p:spPr>
          <p:style>
            <a:lnRef idx="1">
              <a:schemeClr val="accent1"/>
            </a:lnRef>
            <a:fillRef idx="0">
              <a:schemeClr val="accent1"/>
            </a:fillRef>
            <a:effectRef idx="0">
              <a:schemeClr val="accent1"/>
            </a:effectRef>
            <a:fontRef idx="minor">
              <a:schemeClr val="tx1"/>
            </a:fontRef>
          </p:style>
        </p:cxnSp>
        <p:grpSp>
          <p:nvGrpSpPr>
            <p:cNvPr id="226" name="组合 225">
              <a:extLst>
                <a:ext uri="{FF2B5EF4-FFF2-40B4-BE49-F238E27FC236}">
                  <a16:creationId xmlns:a16="http://schemas.microsoft.com/office/drawing/2014/main" id="{DF3CEA24-EB4E-4D90-AE3D-FA8BAC16A18B}"/>
                </a:ext>
              </a:extLst>
            </p:cNvPr>
            <p:cNvGrpSpPr/>
            <p:nvPr/>
          </p:nvGrpSpPr>
          <p:grpSpPr>
            <a:xfrm>
              <a:off x="1953070" y="4579591"/>
              <a:ext cx="662814" cy="641082"/>
              <a:chOff x="7183525" y="3429000"/>
              <a:chExt cx="662814" cy="641082"/>
            </a:xfrm>
          </p:grpSpPr>
          <p:pic>
            <p:nvPicPr>
              <p:cNvPr id="227" name="图形 10">
                <a:extLst>
                  <a:ext uri="{FF2B5EF4-FFF2-40B4-BE49-F238E27FC236}">
                    <a16:creationId xmlns:a16="http://schemas.microsoft.com/office/drawing/2014/main" id="{367D4F80-9369-4A21-BA1C-355A8865EEAF}"/>
                  </a:ext>
                </a:extLst>
              </p:cNvPr>
              <p:cNvPicPr>
                <a:picLocks noChangeAspect="1"/>
              </p:cNvPicPr>
              <p:nvPr/>
            </p:nvPicPr>
            <p:blipFill>
              <a:blip r:embed="rId3">
                <a:extLst>
                  <a:ext uri="{28A0092B-C50C-407E-A947-70E740481C1C}">
                    <a14:useLocalDpi xmlns:a14="http://schemas.microsoft.com/office/drawing/2010/main" val="0"/>
                  </a:ext>
                  <a:ext uri="{96DAC541-7B7A-43D3-8B79-37D633B846F1}">
                    <asvg:svgBlip xmlns:asvg="http://schemas.microsoft.com/office/drawing/2016/SVG/main" r:embed="rId4"/>
                  </a:ext>
                </a:extLst>
              </a:blip>
              <a:stretch>
                <a:fillRect/>
              </a:stretch>
            </p:blipFill>
            <p:spPr>
              <a:xfrm>
                <a:off x="7183525" y="3429000"/>
                <a:ext cx="662814" cy="641082"/>
              </a:xfrm>
              <a:prstGeom prst="rect">
                <a:avLst/>
              </a:prstGeom>
            </p:spPr>
          </p:pic>
          <p:sp>
            <p:nvSpPr>
              <p:cNvPr id="228" name="文本框 227">
                <a:extLst>
                  <a:ext uri="{FF2B5EF4-FFF2-40B4-BE49-F238E27FC236}">
                    <a16:creationId xmlns:a16="http://schemas.microsoft.com/office/drawing/2014/main" id="{0222755B-D29F-4F96-8B42-484C4C566965}"/>
                  </a:ext>
                </a:extLst>
              </p:cNvPr>
              <p:cNvSpPr txBox="1"/>
              <p:nvPr/>
            </p:nvSpPr>
            <p:spPr>
              <a:xfrm>
                <a:off x="7446289" y="3445956"/>
                <a:ext cx="374650" cy="400110"/>
              </a:xfrm>
              <a:prstGeom prst="rect">
                <a:avLst/>
              </a:prstGeom>
              <a:noFill/>
            </p:spPr>
            <p:txBody>
              <a:bodyPr wrap="square" rtlCol="0">
                <a:spAutoFit/>
              </a:bodyPr>
              <a:lstStyle/>
              <a:p>
                <a:pPr algn="ctr"/>
                <a:r>
                  <a:rPr lang="en-US" altLang="zh-CN" sz="2000" b="1" dirty="0">
                    <a:solidFill>
                      <a:schemeClr val="bg1"/>
                    </a:solidFill>
                  </a:rPr>
                  <a:t>E</a:t>
                </a:r>
                <a:endParaRPr lang="zh-CN" altLang="en-US" sz="2000" b="1" dirty="0">
                  <a:solidFill>
                    <a:schemeClr val="bg1"/>
                  </a:solidFill>
                </a:endParaRPr>
              </a:p>
            </p:txBody>
          </p:sp>
        </p:grpSp>
        <p:grpSp>
          <p:nvGrpSpPr>
            <p:cNvPr id="229" name="组合 228">
              <a:extLst>
                <a:ext uri="{FF2B5EF4-FFF2-40B4-BE49-F238E27FC236}">
                  <a16:creationId xmlns:a16="http://schemas.microsoft.com/office/drawing/2014/main" id="{6E427F88-C67B-471A-B33B-CE1A963ACDED}"/>
                </a:ext>
              </a:extLst>
            </p:cNvPr>
            <p:cNvGrpSpPr/>
            <p:nvPr/>
          </p:nvGrpSpPr>
          <p:grpSpPr>
            <a:xfrm>
              <a:off x="1953070" y="5502242"/>
              <a:ext cx="662814" cy="641082"/>
              <a:chOff x="7183525" y="3429000"/>
              <a:chExt cx="662814" cy="641082"/>
            </a:xfrm>
          </p:grpSpPr>
          <p:pic>
            <p:nvPicPr>
              <p:cNvPr id="230" name="图形 10">
                <a:extLst>
                  <a:ext uri="{FF2B5EF4-FFF2-40B4-BE49-F238E27FC236}">
                    <a16:creationId xmlns:a16="http://schemas.microsoft.com/office/drawing/2014/main" id="{5FD50AFD-E9D0-4E74-B04A-A8BACB80B202}"/>
                  </a:ext>
                </a:extLst>
              </p:cNvPr>
              <p:cNvPicPr>
                <a:picLocks noChangeAspect="1"/>
              </p:cNvPicPr>
              <p:nvPr/>
            </p:nvPicPr>
            <p:blipFill>
              <a:blip r:embed="rId3">
                <a:extLst>
                  <a:ext uri="{28A0092B-C50C-407E-A947-70E740481C1C}">
                    <a14:useLocalDpi xmlns:a14="http://schemas.microsoft.com/office/drawing/2010/main" val="0"/>
                  </a:ext>
                  <a:ext uri="{96DAC541-7B7A-43D3-8B79-37D633B846F1}">
                    <asvg:svgBlip xmlns:asvg="http://schemas.microsoft.com/office/drawing/2016/SVG/main" r:embed="rId4"/>
                  </a:ext>
                </a:extLst>
              </a:blip>
              <a:stretch>
                <a:fillRect/>
              </a:stretch>
            </p:blipFill>
            <p:spPr>
              <a:xfrm>
                <a:off x="7183525" y="3429000"/>
                <a:ext cx="662814" cy="641082"/>
              </a:xfrm>
              <a:prstGeom prst="rect">
                <a:avLst/>
              </a:prstGeom>
            </p:spPr>
          </p:pic>
          <p:sp>
            <p:nvSpPr>
              <p:cNvPr id="231" name="文本框 230">
                <a:extLst>
                  <a:ext uri="{FF2B5EF4-FFF2-40B4-BE49-F238E27FC236}">
                    <a16:creationId xmlns:a16="http://schemas.microsoft.com/office/drawing/2014/main" id="{15A71D4D-90A5-48A0-AC27-394B1CB699EA}"/>
                  </a:ext>
                </a:extLst>
              </p:cNvPr>
              <p:cNvSpPr txBox="1"/>
              <p:nvPr/>
            </p:nvSpPr>
            <p:spPr>
              <a:xfrm>
                <a:off x="7446289" y="3445956"/>
                <a:ext cx="374650" cy="400110"/>
              </a:xfrm>
              <a:prstGeom prst="rect">
                <a:avLst/>
              </a:prstGeom>
              <a:noFill/>
            </p:spPr>
            <p:txBody>
              <a:bodyPr wrap="square" rtlCol="0">
                <a:spAutoFit/>
              </a:bodyPr>
              <a:lstStyle/>
              <a:p>
                <a:pPr algn="ctr"/>
                <a:r>
                  <a:rPr lang="en-US" altLang="zh-CN" sz="2000" b="1" dirty="0">
                    <a:solidFill>
                      <a:schemeClr val="bg1"/>
                    </a:solidFill>
                  </a:rPr>
                  <a:t>F</a:t>
                </a:r>
                <a:endParaRPr lang="zh-CN" altLang="en-US" sz="2000" b="1" dirty="0">
                  <a:solidFill>
                    <a:schemeClr val="bg1"/>
                  </a:solidFill>
                </a:endParaRPr>
              </a:p>
            </p:txBody>
          </p:sp>
        </p:grpSp>
        <p:grpSp>
          <p:nvGrpSpPr>
            <p:cNvPr id="232" name="组合 231">
              <a:extLst>
                <a:ext uri="{FF2B5EF4-FFF2-40B4-BE49-F238E27FC236}">
                  <a16:creationId xmlns:a16="http://schemas.microsoft.com/office/drawing/2014/main" id="{E220E302-AA0A-4A74-8ED7-8D238DA50CE4}"/>
                </a:ext>
              </a:extLst>
            </p:cNvPr>
            <p:cNvGrpSpPr/>
            <p:nvPr/>
          </p:nvGrpSpPr>
          <p:grpSpPr>
            <a:xfrm>
              <a:off x="9611400" y="4579591"/>
              <a:ext cx="662814" cy="641082"/>
              <a:chOff x="7183525" y="3429000"/>
              <a:chExt cx="662814" cy="641082"/>
            </a:xfrm>
          </p:grpSpPr>
          <p:pic>
            <p:nvPicPr>
              <p:cNvPr id="233" name="图形 10">
                <a:extLst>
                  <a:ext uri="{FF2B5EF4-FFF2-40B4-BE49-F238E27FC236}">
                    <a16:creationId xmlns:a16="http://schemas.microsoft.com/office/drawing/2014/main" id="{02C977D6-81BF-44E7-AAF1-A997F2539E4A}"/>
                  </a:ext>
                </a:extLst>
              </p:cNvPr>
              <p:cNvPicPr>
                <a:picLocks noChangeAspect="1"/>
              </p:cNvPicPr>
              <p:nvPr/>
            </p:nvPicPr>
            <p:blipFill>
              <a:blip r:embed="rId3">
                <a:extLst>
                  <a:ext uri="{28A0092B-C50C-407E-A947-70E740481C1C}">
                    <a14:useLocalDpi xmlns:a14="http://schemas.microsoft.com/office/drawing/2010/main" val="0"/>
                  </a:ext>
                  <a:ext uri="{96DAC541-7B7A-43D3-8B79-37D633B846F1}">
                    <asvg:svgBlip xmlns:asvg="http://schemas.microsoft.com/office/drawing/2016/SVG/main" r:embed="rId4"/>
                  </a:ext>
                </a:extLst>
              </a:blip>
              <a:stretch>
                <a:fillRect/>
              </a:stretch>
            </p:blipFill>
            <p:spPr>
              <a:xfrm>
                <a:off x="7183525" y="3429000"/>
                <a:ext cx="662814" cy="641082"/>
              </a:xfrm>
              <a:prstGeom prst="rect">
                <a:avLst/>
              </a:prstGeom>
            </p:spPr>
          </p:pic>
          <p:sp>
            <p:nvSpPr>
              <p:cNvPr id="234" name="文本框 233">
                <a:extLst>
                  <a:ext uri="{FF2B5EF4-FFF2-40B4-BE49-F238E27FC236}">
                    <a16:creationId xmlns:a16="http://schemas.microsoft.com/office/drawing/2014/main" id="{D9B1B277-0BAF-4320-A426-7D2D1937B07C}"/>
                  </a:ext>
                </a:extLst>
              </p:cNvPr>
              <p:cNvSpPr txBox="1"/>
              <p:nvPr/>
            </p:nvSpPr>
            <p:spPr>
              <a:xfrm>
                <a:off x="7446289" y="3445956"/>
                <a:ext cx="374650" cy="400110"/>
              </a:xfrm>
              <a:prstGeom prst="rect">
                <a:avLst/>
              </a:prstGeom>
              <a:noFill/>
            </p:spPr>
            <p:txBody>
              <a:bodyPr wrap="square" rtlCol="0">
                <a:spAutoFit/>
              </a:bodyPr>
              <a:lstStyle/>
              <a:p>
                <a:pPr algn="ctr"/>
                <a:r>
                  <a:rPr lang="en-US" altLang="zh-CN" sz="2000" b="1" dirty="0">
                    <a:solidFill>
                      <a:schemeClr val="bg1"/>
                    </a:solidFill>
                  </a:rPr>
                  <a:t>G</a:t>
                </a:r>
                <a:endParaRPr lang="zh-CN" altLang="en-US" sz="2000" b="1" dirty="0">
                  <a:solidFill>
                    <a:schemeClr val="bg1"/>
                  </a:solidFill>
                </a:endParaRPr>
              </a:p>
            </p:txBody>
          </p:sp>
        </p:grpSp>
        <p:grpSp>
          <p:nvGrpSpPr>
            <p:cNvPr id="235" name="组合 234">
              <a:extLst>
                <a:ext uri="{FF2B5EF4-FFF2-40B4-BE49-F238E27FC236}">
                  <a16:creationId xmlns:a16="http://schemas.microsoft.com/office/drawing/2014/main" id="{20407DF2-281E-43C8-9544-31BDEE3C0C8A}"/>
                </a:ext>
              </a:extLst>
            </p:cNvPr>
            <p:cNvGrpSpPr/>
            <p:nvPr/>
          </p:nvGrpSpPr>
          <p:grpSpPr>
            <a:xfrm>
              <a:off x="9625282" y="5502242"/>
              <a:ext cx="662814" cy="641082"/>
              <a:chOff x="7183525" y="3429000"/>
              <a:chExt cx="662814" cy="641082"/>
            </a:xfrm>
          </p:grpSpPr>
          <p:pic>
            <p:nvPicPr>
              <p:cNvPr id="236" name="图形 10">
                <a:extLst>
                  <a:ext uri="{FF2B5EF4-FFF2-40B4-BE49-F238E27FC236}">
                    <a16:creationId xmlns:a16="http://schemas.microsoft.com/office/drawing/2014/main" id="{F67445AB-978C-4EEC-AAFB-D2DFA44E6B0F}"/>
                  </a:ext>
                </a:extLst>
              </p:cNvPr>
              <p:cNvPicPr>
                <a:picLocks noChangeAspect="1"/>
              </p:cNvPicPr>
              <p:nvPr/>
            </p:nvPicPr>
            <p:blipFill>
              <a:blip r:embed="rId3">
                <a:extLst>
                  <a:ext uri="{28A0092B-C50C-407E-A947-70E740481C1C}">
                    <a14:useLocalDpi xmlns:a14="http://schemas.microsoft.com/office/drawing/2010/main" val="0"/>
                  </a:ext>
                  <a:ext uri="{96DAC541-7B7A-43D3-8B79-37D633B846F1}">
                    <asvg:svgBlip xmlns:asvg="http://schemas.microsoft.com/office/drawing/2016/SVG/main" r:embed="rId4"/>
                  </a:ext>
                </a:extLst>
              </a:blip>
              <a:stretch>
                <a:fillRect/>
              </a:stretch>
            </p:blipFill>
            <p:spPr>
              <a:xfrm>
                <a:off x="7183525" y="3429000"/>
                <a:ext cx="662814" cy="641082"/>
              </a:xfrm>
              <a:prstGeom prst="rect">
                <a:avLst/>
              </a:prstGeom>
            </p:spPr>
          </p:pic>
          <p:sp>
            <p:nvSpPr>
              <p:cNvPr id="237" name="文本框 236">
                <a:extLst>
                  <a:ext uri="{FF2B5EF4-FFF2-40B4-BE49-F238E27FC236}">
                    <a16:creationId xmlns:a16="http://schemas.microsoft.com/office/drawing/2014/main" id="{33F732E5-24B9-4DD1-98D4-0494A9567DCD}"/>
                  </a:ext>
                </a:extLst>
              </p:cNvPr>
              <p:cNvSpPr txBox="1"/>
              <p:nvPr/>
            </p:nvSpPr>
            <p:spPr>
              <a:xfrm>
                <a:off x="7446289" y="3445956"/>
                <a:ext cx="374650" cy="400110"/>
              </a:xfrm>
              <a:prstGeom prst="rect">
                <a:avLst/>
              </a:prstGeom>
              <a:noFill/>
            </p:spPr>
            <p:txBody>
              <a:bodyPr wrap="square" rtlCol="0">
                <a:spAutoFit/>
              </a:bodyPr>
              <a:lstStyle/>
              <a:p>
                <a:pPr algn="ctr"/>
                <a:r>
                  <a:rPr lang="en-US" altLang="zh-CN" sz="2000" b="1" dirty="0">
                    <a:solidFill>
                      <a:schemeClr val="bg1"/>
                    </a:solidFill>
                  </a:rPr>
                  <a:t>H</a:t>
                </a:r>
                <a:endParaRPr lang="zh-CN" altLang="en-US" sz="2000" b="1" dirty="0">
                  <a:solidFill>
                    <a:schemeClr val="bg1"/>
                  </a:solidFill>
                </a:endParaRPr>
              </a:p>
            </p:txBody>
          </p:sp>
        </p:grpSp>
        <p:sp>
          <p:nvSpPr>
            <p:cNvPr id="239" name="矩形 238">
              <a:extLst>
                <a:ext uri="{FF2B5EF4-FFF2-40B4-BE49-F238E27FC236}">
                  <a16:creationId xmlns:a16="http://schemas.microsoft.com/office/drawing/2014/main" id="{7C7B0ACC-D3D4-4120-8501-260D6DBBE8DE}"/>
                </a:ext>
              </a:extLst>
            </p:cNvPr>
            <p:cNvSpPr/>
            <p:nvPr/>
          </p:nvSpPr>
          <p:spPr>
            <a:xfrm>
              <a:off x="4023836" y="4544895"/>
              <a:ext cx="4123499" cy="1873250"/>
            </a:xfrm>
            <a:prstGeom prst="rect">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256" name="矩形 255">
              <a:extLst>
                <a:ext uri="{FF2B5EF4-FFF2-40B4-BE49-F238E27FC236}">
                  <a16:creationId xmlns:a16="http://schemas.microsoft.com/office/drawing/2014/main" id="{B84A381A-189B-4FD4-B8E3-E4AD89F1BA29}"/>
                </a:ext>
              </a:extLst>
            </p:cNvPr>
            <p:cNvSpPr/>
            <p:nvPr/>
          </p:nvSpPr>
          <p:spPr>
            <a:xfrm>
              <a:off x="4023836" y="5145149"/>
              <a:ext cx="949331" cy="246054"/>
            </a:xfrm>
            <a:prstGeom prst="rect">
              <a:avLst/>
            </a:prstGeom>
            <a:solidFill>
              <a:schemeClr val="accent4"/>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CN" sz="2000" b="1" dirty="0">
                  <a:solidFill>
                    <a:schemeClr val="bg1"/>
                  </a:solidFill>
                  <a:latin typeface="Arial Narrow" panose="020B0606020202030204" pitchFamily="34" charset="0"/>
                </a:rPr>
                <a:t>Access</a:t>
              </a:r>
              <a:endParaRPr lang="zh-CN" altLang="en-US" sz="2000" b="1" dirty="0">
                <a:solidFill>
                  <a:schemeClr val="bg1"/>
                </a:solidFill>
                <a:latin typeface="Arial Narrow" panose="020B0606020202030204" pitchFamily="34" charset="0"/>
              </a:endParaRPr>
            </a:p>
          </p:txBody>
        </p:sp>
        <p:sp>
          <p:nvSpPr>
            <p:cNvPr id="257" name="矩形 256">
              <a:extLst>
                <a:ext uri="{FF2B5EF4-FFF2-40B4-BE49-F238E27FC236}">
                  <a16:creationId xmlns:a16="http://schemas.microsoft.com/office/drawing/2014/main" id="{3E2A3BD9-6E55-443E-AFD3-155471AEE4D2}"/>
                </a:ext>
              </a:extLst>
            </p:cNvPr>
            <p:cNvSpPr/>
            <p:nvPr/>
          </p:nvSpPr>
          <p:spPr>
            <a:xfrm>
              <a:off x="4023836" y="4655210"/>
              <a:ext cx="949331" cy="246054"/>
            </a:xfrm>
            <a:prstGeom prst="rect">
              <a:avLst/>
            </a:prstGeom>
            <a:solidFill>
              <a:schemeClr val="tx2"/>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CN" sz="2000" b="1" dirty="0">
                  <a:solidFill>
                    <a:schemeClr val="bg1"/>
                  </a:solidFill>
                  <a:latin typeface="Arial Narrow" panose="020B0606020202030204" pitchFamily="34" charset="0"/>
                </a:rPr>
                <a:t>PVID=1</a:t>
              </a:r>
              <a:endParaRPr lang="zh-CN" altLang="en-US" sz="2000" b="1" dirty="0">
                <a:solidFill>
                  <a:schemeClr val="bg1"/>
                </a:solidFill>
                <a:latin typeface="Arial Narrow" panose="020B0606020202030204" pitchFamily="34" charset="0"/>
              </a:endParaRPr>
            </a:p>
          </p:txBody>
        </p:sp>
        <p:sp>
          <p:nvSpPr>
            <p:cNvPr id="258" name="矩形 257">
              <a:extLst>
                <a:ext uri="{FF2B5EF4-FFF2-40B4-BE49-F238E27FC236}">
                  <a16:creationId xmlns:a16="http://schemas.microsoft.com/office/drawing/2014/main" id="{998F2179-3C9B-4A3B-BB18-B6AF194E81DB}"/>
                </a:ext>
              </a:extLst>
            </p:cNvPr>
            <p:cNvSpPr/>
            <p:nvPr/>
          </p:nvSpPr>
          <p:spPr>
            <a:xfrm>
              <a:off x="4023836" y="4900541"/>
              <a:ext cx="949331" cy="246054"/>
            </a:xfrm>
            <a:prstGeom prst="rect">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CN" sz="2000" b="1" dirty="0">
                  <a:solidFill>
                    <a:schemeClr val="tx1"/>
                  </a:solidFill>
                  <a:latin typeface="Arial Black" panose="020B0A04020102020204" pitchFamily="34" charset="0"/>
                </a:rPr>
                <a:t>1</a:t>
              </a:r>
              <a:endParaRPr lang="zh-CN" altLang="en-US" sz="2000" b="1" dirty="0">
                <a:solidFill>
                  <a:schemeClr val="tx1"/>
                </a:solidFill>
                <a:latin typeface="Arial Black" panose="020B0A04020102020204" pitchFamily="34" charset="0"/>
              </a:endParaRPr>
            </a:p>
          </p:txBody>
        </p:sp>
        <p:sp>
          <p:nvSpPr>
            <p:cNvPr id="253" name="矩形 252">
              <a:extLst>
                <a:ext uri="{FF2B5EF4-FFF2-40B4-BE49-F238E27FC236}">
                  <a16:creationId xmlns:a16="http://schemas.microsoft.com/office/drawing/2014/main" id="{3F06AA5C-2E4A-4792-BFA2-7ADDF680035C}"/>
                </a:ext>
              </a:extLst>
            </p:cNvPr>
            <p:cNvSpPr/>
            <p:nvPr/>
          </p:nvSpPr>
          <p:spPr>
            <a:xfrm>
              <a:off x="7198003" y="5145149"/>
              <a:ext cx="949331" cy="246054"/>
            </a:xfrm>
            <a:prstGeom prst="rect">
              <a:avLst/>
            </a:prstGeom>
            <a:solidFill>
              <a:schemeClr val="accent4"/>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CN" sz="2000" b="1" dirty="0">
                  <a:solidFill>
                    <a:schemeClr val="bg1"/>
                  </a:solidFill>
                  <a:latin typeface="Arial Narrow" panose="020B0606020202030204" pitchFamily="34" charset="0"/>
                </a:rPr>
                <a:t>Access</a:t>
              </a:r>
              <a:endParaRPr lang="zh-CN" altLang="en-US" sz="2000" b="1" dirty="0">
                <a:solidFill>
                  <a:schemeClr val="bg1"/>
                </a:solidFill>
                <a:latin typeface="Arial Narrow" panose="020B0606020202030204" pitchFamily="34" charset="0"/>
              </a:endParaRPr>
            </a:p>
          </p:txBody>
        </p:sp>
        <p:sp>
          <p:nvSpPr>
            <p:cNvPr id="254" name="矩形 253">
              <a:extLst>
                <a:ext uri="{FF2B5EF4-FFF2-40B4-BE49-F238E27FC236}">
                  <a16:creationId xmlns:a16="http://schemas.microsoft.com/office/drawing/2014/main" id="{AD777FCE-7191-4C6C-AE6B-DABD40795101}"/>
                </a:ext>
              </a:extLst>
            </p:cNvPr>
            <p:cNvSpPr/>
            <p:nvPr/>
          </p:nvSpPr>
          <p:spPr>
            <a:xfrm>
              <a:off x="7198003" y="4655210"/>
              <a:ext cx="949331" cy="246054"/>
            </a:xfrm>
            <a:prstGeom prst="rect">
              <a:avLst/>
            </a:prstGeom>
            <a:solidFill>
              <a:schemeClr val="accent6"/>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CN" sz="2000" b="1" dirty="0">
                  <a:solidFill>
                    <a:schemeClr val="bg1"/>
                  </a:solidFill>
                  <a:latin typeface="Arial Narrow" panose="020B0606020202030204" pitchFamily="34" charset="0"/>
                </a:rPr>
                <a:t>PVID=2</a:t>
              </a:r>
              <a:endParaRPr lang="zh-CN" altLang="en-US" sz="2000" b="1" dirty="0">
                <a:solidFill>
                  <a:schemeClr val="bg1"/>
                </a:solidFill>
                <a:latin typeface="Arial Narrow" panose="020B0606020202030204" pitchFamily="34" charset="0"/>
              </a:endParaRPr>
            </a:p>
          </p:txBody>
        </p:sp>
        <p:sp>
          <p:nvSpPr>
            <p:cNvPr id="255" name="矩形 254">
              <a:extLst>
                <a:ext uri="{FF2B5EF4-FFF2-40B4-BE49-F238E27FC236}">
                  <a16:creationId xmlns:a16="http://schemas.microsoft.com/office/drawing/2014/main" id="{1F612AEE-ED4F-4DEB-BF4D-531FA184F91A}"/>
                </a:ext>
              </a:extLst>
            </p:cNvPr>
            <p:cNvSpPr/>
            <p:nvPr/>
          </p:nvSpPr>
          <p:spPr>
            <a:xfrm>
              <a:off x="7198003" y="4900541"/>
              <a:ext cx="949331" cy="246054"/>
            </a:xfrm>
            <a:prstGeom prst="rect">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CN" sz="2000" b="1" dirty="0">
                  <a:solidFill>
                    <a:schemeClr val="tx1"/>
                  </a:solidFill>
                  <a:latin typeface="Arial Black" panose="020B0A04020102020204" pitchFamily="34" charset="0"/>
                </a:rPr>
                <a:t>3</a:t>
              </a:r>
              <a:endParaRPr lang="zh-CN" altLang="en-US" sz="2000" b="1" dirty="0">
                <a:solidFill>
                  <a:schemeClr val="tx1"/>
                </a:solidFill>
                <a:latin typeface="Arial Black" panose="020B0A04020102020204" pitchFamily="34" charset="0"/>
              </a:endParaRPr>
            </a:p>
          </p:txBody>
        </p:sp>
        <p:sp>
          <p:nvSpPr>
            <p:cNvPr id="250" name="矩形 249">
              <a:extLst>
                <a:ext uri="{FF2B5EF4-FFF2-40B4-BE49-F238E27FC236}">
                  <a16:creationId xmlns:a16="http://schemas.microsoft.com/office/drawing/2014/main" id="{3E91ADCE-49F1-4F93-B295-F60388B05EEA}"/>
                </a:ext>
              </a:extLst>
            </p:cNvPr>
            <p:cNvSpPr/>
            <p:nvPr/>
          </p:nvSpPr>
          <p:spPr>
            <a:xfrm>
              <a:off x="4023836" y="6072926"/>
              <a:ext cx="949331" cy="246054"/>
            </a:xfrm>
            <a:prstGeom prst="rect">
              <a:avLst/>
            </a:prstGeom>
            <a:solidFill>
              <a:schemeClr val="accent4"/>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CN" sz="2000" b="1" dirty="0">
                  <a:solidFill>
                    <a:schemeClr val="bg1"/>
                  </a:solidFill>
                  <a:latin typeface="Arial Narrow" panose="020B0606020202030204" pitchFamily="34" charset="0"/>
                </a:rPr>
                <a:t>Access</a:t>
              </a:r>
              <a:endParaRPr lang="zh-CN" altLang="en-US" sz="2000" b="1" dirty="0">
                <a:solidFill>
                  <a:schemeClr val="bg1"/>
                </a:solidFill>
                <a:latin typeface="Arial Narrow" panose="020B0606020202030204" pitchFamily="34" charset="0"/>
              </a:endParaRPr>
            </a:p>
          </p:txBody>
        </p:sp>
        <p:sp>
          <p:nvSpPr>
            <p:cNvPr id="251" name="矩形 250">
              <a:extLst>
                <a:ext uri="{FF2B5EF4-FFF2-40B4-BE49-F238E27FC236}">
                  <a16:creationId xmlns:a16="http://schemas.microsoft.com/office/drawing/2014/main" id="{A45CC7F9-BF3B-4EF4-A509-FA79A066C5A9}"/>
                </a:ext>
              </a:extLst>
            </p:cNvPr>
            <p:cNvSpPr/>
            <p:nvPr/>
          </p:nvSpPr>
          <p:spPr>
            <a:xfrm>
              <a:off x="4023836" y="5582987"/>
              <a:ext cx="949331" cy="246054"/>
            </a:xfrm>
            <a:prstGeom prst="rect">
              <a:avLst/>
            </a:prstGeom>
            <a:solidFill>
              <a:schemeClr val="tx2"/>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CN" sz="2000" b="1" dirty="0">
                  <a:solidFill>
                    <a:schemeClr val="bg1"/>
                  </a:solidFill>
                  <a:latin typeface="Arial Narrow" panose="020B0606020202030204" pitchFamily="34" charset="0"/>
                </a:rPr>
                <a:t>PVID=1</a:t>
              </a:r>
              <a:endParaRPr lang="zh-CN" altLang="en-US" sz="2000" b="1" dirty="0">
                <a:solidFill>
                  <a:schemeClr val="bg1"/>
                </a:solidFill>
                <a:latin typeface="Arial Narrow" panose="020B0606020202030204" pitchFamily="34" charset="0"/>
              </a:endParaRPr>
            </a:p>
          </p:txBody>
        </p:sp>
        <p:sp>
          <p:nvSpPr>
            <p:cNvPr id="252" name="矩形 251">
              <a:extLst>
                <a:ext uri="{FF2B5EF4-FFF2-40B4-BE49-F238E27FC236}">
                  <a16:creationId xmlns:a16="http://schemas.microsoft.com/office/drawing/2014/main" id="{EB4EA82B-D0BE-4BB7-B2BB-B6C11C7E5284}"/>
                </a:ext>
              </a:extLst>
            </p:cNvPr>
            <p:cNvSpPr/>
            <p:nvPr/>
          </p:nvSpPr>
          <p:spPr>
            <a:xfrm>
              <a:off x="4023836" y="5828318"/>
              <a:ext cx="949331" cy="246054"/>
            </a:xfrm>
            <a:prstGeom prst="rect">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CN" sz="2000" b="1" dirty="0">
                  <a:solidFill>
                    <a:schemeClr val="tx1"/>
                  </a:solidFill>
                  <a:latin typeface="Arial Black" panose="020B0A04020102020204" pitchFamily="34" charset="0"/>
                </a:rPr>
                <a:t>2</a:t>
              </a:r>
              <a:endParaRPr lang="zh-CN" altLang="en-US" sz="2000" b="1" dirty="0">
                <a:solidFill>
                  <a:schemeClr val="tx1"/>
                </a:solidFill>
                <a:latin typeface="Arial Black" panose="020B0A04020102020204" pitchFamily="34" charset="0"/>
              </a:endParaRPr>
            </a:p>
          </p:txBody>
        </p:sp>
        <p:sp>
          <p:nvSpPr>
            <p:cNvPr id="247" name="矩形 246">
              <a:extLst>
                <a:ext uri="{FF2B5EF4-FFF2-40B4-BE49-F238E27FC236}">
                  <a16:creationId xmlns:a16="http://schemas.microsoft.com/office/drawing/2014/main" id="{D8AD790D-E2A3-437D-AD1D-0B6B12FD75A6}"/>
                </a:ext>
              </a:extLst>
            </p:cNvPr>
            <p:cNvSpPr/>
            <p:nvPr/>
          </p:nvSpPr>
          <p:spPr>
            <a:xfrm>
              <a:off x="7198003" y="6072926"/>
              <a:ext cx="949331" cy="246054"/>
            </a:xfrm>
            <a:prstGeom prst="rect">
              <a:avLst/>
            </a:prstGeom>
            <a:solidFill>
              <a:schemeClr val="accent4"/>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CN" sz="2000" b="1" dirty="0">
                  <a:solidFill>
                    <a:schemeClr val="bg1"/>
                  </a:solidFill>
                  <a:latin typeface="Arial Narrow" panose="020B0606020202030204" pitchFamily="34" charset="0"/>
                </a:rPr>
                <a:t>Access</a:t>
              </a:r>
              <a:endParaRPr lang="zh-CN" altLang="en-US" sz="2000" b="1" dirty="0">
                <a:solidFill>
                  <a:schemeClr val="bg1"/>
                </a:solidFill>
                <a:latin typeface="Arial Narrow" panose="020B0606020202030204" pitchFamily="34" charset="0"/>
              </a:endParaRPr>
            </a:p>
          </p:txBody>
        </p:sp>
        <p:sp>
          <p:nvSpPr>
            <p:cNvPr id="248" name="矩形 247">
              <a:extLst>
                <a:ext uri="{FF2B5EF4-FFF2-40B4-BE49-F238E27FC236}">
                  <a16:creationId xmlns:a16="http://schemas.microsoft.com/office/drawing/2014/main" id="{A1C18209-DF3B-4B92-BE36-4F002379F79B}"/>
                </a:ext>
              </a:extLst>
            </p:cNvPr>
            <p:cNvSpPr/>
            <p:nvPr/>
          </p:nvSpPr>
          <p:spPr>
            <a:xfrm>
              <a:off x="7198003" y="5582987"/>
              <a:ext cx="949331" cy="246054"/>
            </a:xfrm>
            <a:prstGeom prst="rect">
              <a:avLst/>
            </a:prstGeom>
            <a:solidFill>
              <a:schemeClr val="accent6"/>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CN" sz="2000" b="1" dirty="0">
                  <a:solidFill>
                    <a:schemeClr val="bg1"/>
                  </a:solidFill>
                  <a:latin typeface="Arial Narrow" panose="020B0606020202030204" pitchFamily="34" charset="0"/>
                </a:rPr>
                <a:t>PVID=2</a:t>
              </a:r>
              <a:endParaRPr lang="zh-CN" altLang="en-US" sz="2000" b="1" dirty="0">
                <a:solidFill>
                  <a:schemeClr val="bg1"/>
                </a:solidFill>
                <a:latin typeface="Arial Narrow" panose="020B0606020202030204" pitchFamily="34" charset="0"/>
              </a:endParaRPr>
            </a:p>
          </p:txBody>
        </p:sp>
        <p:sp>
          <p:nvSpPr>
            <p:cNvPr id="249" name="矩形 248">
              <a:extLst>
                <a:ext uri="{FF2B5EF4-FFF2-40B4-BE49-F238E27FC236}">
                  <a16:creationId xmlns:a16="http://schemas.microsoft.com/office/drawing/2014/main" id="{F1BE5A49-E7B4-47A9-831F-C8A03198CB6D}"/>
                </a:ext>
              </a:extLst>
            </p:cNvPr>
            <p:cNvSpPr/>
            <p:nvPr/>
          </p:nvSpPr>
          <p:spPr>
            <a:xfrm>
              <a:off x="7198003" y="5828318"/>
              <a:ext cx="949331" cy="246054"/>
            </a:xfrm>
            <a:prstGeom prst="rect">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CN" sz="2000" b="1" dirty="0">
                  <a:solidFill>
                    <a:schemeClr val="tx1"/>
                  </a:solidFill>
                  <a:latin typeface="Arial Black" panose="020B0A04020102020204" pitchFamily="34" charset="0"/>
                </a:rPr>
                <a:t>4</a:t>
              </a:r>
              <a:endParaRPr lang="zh-CN" altLang="en-US" sz="2000" b="1" dirty="0">
                <a:solidFill>
                  <a:schemeClr val="tx1"/>
                </a:solidFill>
                <a:latin typeface="Arial Black" panose="020B0A04020102020204" pitchFamily="34" charset="0"/>
              </a:endParaRPr>
            </a:p>
          </p:txBody>
        </p:sp>
        <p:sp>
          <p:nvSpPr>
            <p:cNvPr id="244" name="矩形 243">
              <a:extLst>
                <a:ext uri="{FF2B5EF4-FFF2-40B4-BE49-F238E27FC236}">
                  <a16:creationId xmlns:a16="http://schemas.microsoft.com/office/drawing/2014/main" id="{7FD738B5-9A12-4722-A45B-7E5E694323AF}"/>
                </a:ext>
              </a:extLst>
            </p:cNvPr>
            <p:cNvSpPr/>
            <p:nvPr/>
          </p:nvSpPr>
          <p:spPr>
            <a:xfrm>
              <a:off x="5609671" y="5033364"/>
              <a:ext cx="947504" cy="246054"/>
            </a:xfrm>
            <a:prstGeom prst="rect">
              <a:avLst/>
            </a:prstGeom>
            <a:solidFill>
              <a:schemeClr val="accent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CN" sz="2000" b="1" dirty="0">
                  <a:solidFill>
                    <a:schemeClr val="bg1"/>
                  </a:solidFill>
                  <a:latin typeface="Arial Narrow" panose="020B0606020202030204" pitchFamily="34" charset="0"/>
                </a:rPr>
                <a:t>Trunk</a:t>
              </a:r>
              <a:endParaRPr lang="zh-CN" altLang="en-US" sz="2000" b="1" dirty="0">
                <a:solidFill>
                  <a:schemeClr val="bg1"/>
                </a:solidFill>
                <a:latin typeface="Arial Narrow" panose="020B0606020202030204" pitchFamily="34" charset="0"/>
              </a:endParaRPr>
            </a:p>
          </p:txBody>
        </p:sp>
        <p:sp>
          <p:nvSpPr>
            <p:cNvPr id="245" name="矩形 244">
              <a:extLst>
                <a:ext uri="{FF2B5EF4-FFF2-40B4-BE49-F238E27FC236}">
                  <a16:creationId xmlns:a16="http://schemas.microsoft.com/office/drawing/2014/main" id="{31DE84A6-0DB1-4404-8513-15921FD2A72F}"/>
                </a:ext>
              </a:extLst>
            </p:cNvPr>
            <p:cNvSpPr/>
            <p:nvPr/>
          </p:nvSpPr>
          <p:spPr>
            <a:xfrm>
              <a:off x="5607843" y="4788238"/>
              <a:ext cx="949331" cy="246054"/>
            </a:xfrm>
            <a:prstGeom prst="rect">
              <a:avLst/>
            </a:prstGeom>
            <a:solidFill>
              <a:schemeClr val="tx2"/>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CN" sz="2000" b="1" dirty="0">
                  <a:solidFill>
                    <a:schemeClr val="bg1"/>
                  </a:solidFill>
                  <a:latin typeface="Arial Narrow" panose="020B0606020202030204" pitchFamily="34" charset="0"/>
                </a:rPr>
                <a:t>PVID=1</a:t>
              </a:r>
              <a:endParaRPr lang="zh-CN" altLang="en-US" sz="2000" b="1" dirty="0">
                <a:solidFill>
                  <a:schemeClr val="bg1"/>
                </a:solidFill>
                <a:latin typeface="Arial Narrow" panose="020B0606020202030204" pitchFamily="34" charset="0"/>
              </a:endParaRPr>
            </a:p>
          </p:txBody>
        </p:sp>
        <p:sp>
          <p:nvSpPr>
            <p:cNvPr id="246" name="矩形 245">
              <a:extLst>
                <a:ext uri="{FF2B5EF4-FFF2-40B4-BE49-F238E27FC236}">
                  <a16:creationId xmlns:a16="http://schemas.microsoft.com/office/drawing/2014/main" id="{E3242AAA-B75C-4099-B992-6BA53AFC36C5}"/>
                </a:ext>
              </a:extLst>
            </p:cNvPr>
            <p:cNvSpPr/>
            <p:nvPr/>
          </p:nvSpPr>
          <p:spPr>
            <a:xfrm>
              <a:off x="5609382" y="4543967"/>
              <a:ext cx="947792" cy="246054"/>
            </a:xfrm>
            <a:prstGeom prst="rect">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CN" sz="2000" b="1" dirty="0">
                  <a:solidFill>
                    <a:schemeClr val="tx1"/>
                  </a:solidFill>
                  <a:latin typeface="Arial Black" panose="020B0A04020102020204" pitchFamily="34" charset="0"/>
                </a:rPr>
                <a:t>5</a:t>
              </a:r>
              <a:endParaRPr lang="zh-CN" altLang="en-US" sz="2000" b="1" dirty="0">
                <a:solidFill>
                  <a:schemeClr val="tx1"/>
                </a:solidFill>
                <a:latin typeface="Arial Black" panose="020B0A04020102020204" pitchFamily="34" charset="0"/>
              </a:endParaRPr>
            </a:p>
          </p:txBody>
        </p:sp>
        <p:cxnSp>
          <p:nvCxnSpPr>
            <p:cNvPr id="259" name="直接连接符 258">
              <a:extLst>
                <a:ext uri="{FF2B5EF4-FFF2-40B4-BE49-F238E27FC236}">
                  <a16:creationId xmlns:a16="http://schemas.microsoft.com/office/drawing/2014/main" id="{79EDAD90-DE16-4A14-B3E6-106686DB65E1}"/>
                </a:ext>
              </a:extLst>
            </p:cNvPr>
            <p:cNvCxnSpPr/>
            <p:nvPr/>
          </p:nvCxnSpPr>
          <p:spPr>
            <a:xfrm flipH="1">
              <a:off x="2545888" y="5963715"/>
              <a:ext cx="1477948" cy="0"/>
            </a:xfrm>
            <a:prstGeom prst="line">
              <a:avLst/>
            </a:prstGeom>
            <a:ln w="12700">
              <a:solidFill>
                <a:schemeClr val="tx1"/>
              </a:solidFill>
              <a:tailEnd type="none"/>
            </a:ln>
          </p:spPr>
          <p:style>
            <a:lnRef idx="1">
              <a:schemeClr val="accent1"/>
            </a:lnRef>
            <a:fillRef idx="0">
              <a:schemeClr val="accent1"/>
            </a:fillRef>
            <a:effectRef idx="0">
              <a:schemeClr val="accent1"/>
            </a:effectRef>
            <a:fontRef idx="minor">
              <a:schemeClr val="tx1"/>
            </a:fontRef>
          </p:style>
        </p:cxnSp>
        <p:cxnSp>
          <p:nvCxnSpPr>
            <p:cNvPr id="260" name="直接连接符 259">
              <a:extLst>
                <a:ext uri="{FF2B5EF4-FFF2-40B4-BE49-F238E27FC236}">
                  <a16:creationId xmlns:a16="http://schemas.microsoft.com/office/drawing/2014/main" id="{F1DC30DC-823E-43BC-A738-316054E3E37A}"/>
                </a:ext>
              </a:extLst>
            </p:cNvPr>
            <p:cNvCxnSpPr/>
            <p:nvPr/>
          </p:nvCxnSpPr>
          <p:spPr>
            <a:xfrm flipH="1">
              <a:off x="8147334" y="5015242"/>
              <a:ext cx="1477948" cy="0"/>
            </a:xfrm>
            <a:prstGeom prst="line">
              <a:avLst/>
            </a:prstGeom>
            <a:ln w="12700">
              <a:solidFill>
                <a:schemeClr val="tx1"/>
              </a:solidFill>
              <a:tailEnd type="none"/>
            </a:ln>
          </p:spPr>
          <p:style>
            <a:lnRef idx="1">
              <a:schemeClr val="accent1"/>
            </a:lnRef>
            <a:fillRef idx="0">
              <a:schemeClr val="accent1"/>
            </a:fillRef>
            <a:effectRef idx="0">
              <a:schemeClr val="accent1"/>
            </a:effectRef>
            <a:fontRef idx="minor">
              <a:schemeClr val="tx1"/>
            </a:fontRef>
          </p:style>
        </p:cxnSp>
        <p:cxnSp>
          <p:nvCxnSpPr>
            <p:cNvPr id="261" name="直接连接符 260">
              <a:extLst>
                <a:ext uri="{FF2B5EF4-FFF2-40B4-BE49-F238E27FC236}">
                  <a16:creationId xmlns:a16="http://schemas.microsoft.com/office/drawing/2014/main" id="{0FEE886F-1951-43D6-8BD3-7F47DCB133DD}"/>
                </a:ext>
              </a:extLst>
            </p:cNvPr>
            <p:cNvCxnSpPr/>
            <p:nvPr/>
          </p:nvCxnSpPr>
          <p:spPr>
            <a:xfrm flipH="1">
              <a:off x="8147334" y="5954011"/>
              <a:ext cx="1477948" cy="0"/>
            </a:xfrm>
            <a:prstGeom prst="line">
              <a:avLst/>
            </a:prstGeom>
            <a:ln w="12700">
              <a:solidFill>
                <a:schemeClr val="tx1"/>
              </a:solidFill>
              <a:tailEnd type="none"/>
            </a:ln>
          </p:spPr>
          <p:style>
            <a:lnRef idx="1">
              <a:schemeClr val="accent1"/>
            </a:lnRef>
            <a:fillRef idx="0">
              <a:schemeClr val="accent1"/>
            </a:fillRef>
            <a:effectRef idx="0">
              <a:schemeClr val="accent1"/>
            </a:effectRef>
            <a:fontRef idx="minor">
              <a:schemeClr val="tx1"/>
            </a:fontRef>
          </p:style>
        </p:cxnSp>
        <p:cxnSp>
          <p:nvCxnSpPr>
            <p:cNvPr id="262" name="直接连接符 261">
              <a:extLst>
                <a:ext uri="{FF2B5EF4-FFF2-40B4-BE49-F238E27FC236}">
                  <a16:creationId xmlns:a16="http://schemas.microsoft.com/office/drawing/2014/main" id="{C8287F62-69B1-4B04-BBB4-F7EAF06BAFD5}"/>
                </a:ext>
              </a:extLst>
            </p:cNvPr>
            <p:cNvCxnSpPr>
              <a:cxnSpLocks/>
              <a:stCxn id="246" idx="0"/>
              <a:endCxn id="111" idx="2"/>
            </p:cNvCxnSpPr>
            <p:nvPr/>
          </p:nvCxnSpPr>
          <p:spPr>
            <a:xfrm flipV="1">
              <a:off x="6083278" y="3542480"/>
              <a:ext cx="2307" cy="1001487"/>
            </a:xfrm>
            <a:prstGeom prst="line">
              <a:avLst/>
            </a:prstGeom>
            <a:ln w="12700">
              <a:solidFill>
                <a:schemeClr val="tx1"/>
              </a:solidFill>
              <a:tailEnd type="none"/>
            </a:ln>
          </p:spPr>
          <p:style>
            <a:lnRef idx="1">
              <a:schemeClr val="accent1"/>
            </a:lnRef>
            <a:fillRef idx="0">
              <a:schemeClr val="accent1"/>
            </a:fillRef>
            <a:effectRef idx="0">
              <a:schemeClr val="accent1"/>
            </a:effectRef>
            <a:fontRef idx="minor">
              <a:schemeClr val="tx1"/>
            </a:fontRef>
          </p:style>
        </p:cxnSp>
        <p:sp>
          <p:nvSpPr>
            <p:cNvPr id="263" name="íşlïḍè">
              <a:extLst>
                <a:ext uri="{FF2B5EF4-FFF2-40B4-BE49-F238E27FC236}">
                  <a16:creationId xmlns:a16="http://schemas.microsoft.com/office/drawing/2014/main" id="{58CCFB73-C67D-4529-A61A-EB3079B6E202}"/>
                </a:ext>
              </a:extLst>
            </p:cNvPr>
            <p:cNvSpPr txBox="1"/>
            <p:nvPr/>
          </p:nvSpPr>
          <p:spPr>
            <a:xfrm>
              <a:off x="3891208" y="4176537"/>
              <a:ext cx="1062582" cy="400110"/>
            </a:xfrm>
            <a:prstGeom prst="rect">
              <a:avLst/>
            </a:prstGeom>
            <a:noFill/>
          </p:spPr>
          <p:txBody>
            <a:bodyPr wrap="square" lIns="91440" tIns="45720" rIns="91440" bIns="45720" anchor="ctr">
              <a:noAutofit/>
            </a:bodyPr>
            <a:lstStyle/>
            <a:p>
              <a:pPr algn="ctr"/>
              <a:r>
                <a:rPr lang="zh-CN" altLang="en-US" b="1" dirty="0">
                  <a:latin typeface="Arial Narrow" panose="020B0606020202030204" pitchFamily="34" charset="0"/>
                </a:rPr>
                <a:t>交换机</a:t>
              </a:r>
              <a:r>
                <a:rPr lang="en-US" altLang="zh-CN" b="1" dirty="0">
                  <a:latin typeface="Arial Narrow" panose="020B0606020202030204" pitchFamily="34" charset="0"/>
                </a:rPr>
                <a:t>2</a:t>
              </a:r>
              <a:endParaRPr lang="zh-CN" altLang="en-US" b="1" dirty="0">
                <a:latin typeface="Arial Narrow" panose="020B0606020202030204" pitchFamily="34" charset="0"/>
              </a:endParaRPr>
            </a:p>
          </p:txBody>
        </p:sp>
      </p:grpSp>
      <p:sp>
        <p:nvSpPr>
          <p:cNvPr id="81" name="平行四边形 80">
            <a:extLst>
              <a:ext uri="{FF2B5EF4-FFF2-40B4-BE49-F238E27FC236}">
                <a16:creationId xmlns:a16="http://schemas.microsoft.com/office/drawing/2014/main" id="{3EFA4CDF-3C6D-8BBC-9109-6321811C39BE}"/>
              </a:ext>
            </a:extLst>
          </p:cNvPr>
          <p:cNvSpPr/>
          <p:nvPr/>
        </p:nvSpPr>
        <p:spPr>
          <a:xfrm>
            <a:off x="304799" y="749300"/>
            <a:ext cx="678493" cy="387090"/>
          </a:xfrm>
          <a:prstGeom prst="parallelogram">
            <a:avLst/>
          </a:prstGeom>
          <a:solidFill>
            <a:schemeClr val="accent3">
              <a:lumMod val="75000"/>
            </a:schemeClr>
          </a:solidFill>
          <a:ln>
            <a:solidFill>
              <a:schemeClr val="accent3">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CN" sz="2200" dirty="0">
                <a:latin typeface="Impact" panose="020B0806030902050204" pitchFamily="34" charset="0"/>
              </a:rPr>
              <a:t>03</a:t>
            </a:r>
            <a:endParaRPr lang="zh-CN" altLang="en-US" sz="2200" dirty="0">
              <a:latin typeface="Impact" panose="020B0806030902050204" pitchFamily="34" charset="0"/>
            </a:endParaRPr>
          </a:p>
        </p:txBody>
      </p:sp>
    </p:spTree>
    <p:custDataLst>
      <p:tags r:id="rId1"/>
    </p:custDataLst>
    <p:extLst>
      <p:ext uri="{BB962C8B-B14F-4D97-AF65-F5344CB8AC3E}">
        <p14:creationId xmlns:p14="http://schemas.microsoft.com/office/powerpoint/2010/main" val="2860652385"/>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30" presetClass="entr" presetSubtype="0" fill="hold" grpId="0" nodeType="withEffect">
                                  <p:stCondLst>
                                    <p:cond delay="0"/>
                                  </p:stCondLst>
                                  <p:childTnLst>
                                    <p:set>
                                      <p:cBhvr>
                                        <p:cTn id="6" dur="1" fill="hold">
                                          <p:stCondLst>
                                            <p:cond delay="0"/>
                                          </p:stCondLst>
                                        </p:cTn>
                                        <p:tgtEl>
                                          <p:spTgt spid="11"/>
                                        </p:tgtEl>
                                        <p:attrNameLst>
                                          <p:attrName>style.visibility</p:attrName>
                                        </p:attrNameLst>
                                      </p:cBhvr>
                                      <p:to>
                                        <p:strVal val="visible"/>
                                      </p:to>
                                    </p:set>
                                    <p:animEffect transition="in" filter="fade">
                                      <p:cBhvr>
                                        <p:cTn id="7" dur="800" decel="100000"/>
                                        <p:tgtEl>
                                          <p:spTgt spid="11"/>
                                        </p:tgtEl>
                                      </p:cBhvr>
                                    </p:animEffect>
                                    <p:anim calcmode="lin" valueType="num">
                                      <p:cBhvr>
                                        <p:cTn id="8" dur="800" decel="100000" fill="hold"/>
                                        <p:tgtEl>
                                          <p:spTgt spid="11"/>
                                        </p:tgtEl>
                                        <p:attrNameLst>
                                          <p:attrName>style.rotation</p:attrName>
                                        </p:attrNameLst>
                                      </p:cBhvr>
                                      <p:tavLst>
                                        <p:tav tm="0">
                                          <p:val>
                                            <p:fltVal val="-90"/>
                                          </p:val>
                                        </p:tav>
                                        <p:tav tm="100000">
                                          <p:val>
                                            <p:fltVal val="0"/>
                                          </p:val>
                                        </p:tav>
                                      </p:tavLst>
                                    </p:anim>
                                    <p:anim calcmode="lin" valueType="num">
                                      <p:cBhvr>
                                        <p:cTn id="9" dur="800" decel="100000" fill="hold"/>
                                        <p:tgtEl>
                                          <p:spTgt spid="11"/>
                                        </p:tgtEl>
                                        <p:attrNameLst>
                                          <p:attrName>ppt_x</p:attrName>
                                        </p:attrNameLst>
                                      </p:cBhvr>
                                      <p:tavLst>
                                        <p:tav tm="0">
                                          <p:val>
                                            <p:strVal val="#ppt_x+0.4"/>
                                          </p:val>
                                        </p:tav>
                                        <p:tav tm="100000">
                                          <p:val>
                                            <p:strVal val="#ppt_x-0.05"/>
                                          </p:val>
                                        </p:tav>
                                      </p:tavLst>
                                    </p:anim>
                                    <p:anim calcmode="lin" valueType="num">
                                      <p:cBhvr>
                                        <p:cTn id="10" dur="800" decel="100000" fill="hold"/>
                                        <p:tgtEl>
                                          <p:spTgt spid="11"/>
                                        </p:tgtEl>
                                        <p:attrNameLst>
                                          <p:attrName>ppt_y</p:attrName>
                                        </p:attrNameLst>
                                      </p:cBhvr>
                                      <p:tavLst>
                                        <p:tav tm="0">
                                          <p:val>
                                            <p:strVal val="#ppt_y-0.4"/>
                                          </p:val>
                                        </p:tav>
                                        <p:tav tm="100000">
                                          <p:val>
                                            <p:strVal val="#ppt_y+0.1"/>
                                          </p:val>
                                        </p:tav>
                                      </p:tavLst>
                                    </p:anim>
                                    <p:anim calcmode="lin" valueType="num">
                                      <p:cBhvr>
                                        <p:cTn id="11" dur="200" accel="100000" fill="hold">
                                          <p:stCondLst>
                                            <p:cond delay="800"/>
                                          </p:stCondLst>
                                        </p:cTn>
                                        <p:tgtEl>
                                          <p:spTgt spid="11"/>
                                        </p:tgtEl>
                                        <p:attrNameLst>
                                          <p:attrName>ppt_x</p:attrName>
                                        </p:attrNameLst>
                                      </p:cBhvr>
                                      <p:tavLst>
                                        <p:tav tm="0">
                                          <p:val>
                                            <p:strVal val="#ppt_x-0.05"/>
                                          </p:val>
                                        </p:tav>
                                        <p:tav tm="100000">
                                          <p:val>
                                            <p:strVal val="#ppt_x"/>
                                          </p:val>
                                        </p:tav>
                                      </p:tavLst>
                                    </p:anim>
                                    <p:anim calcmode="lin" valueType="num">
                                      <p:cBhvr>
                                        <p:cTn id="12" dur="200" accel="100000" fill="hold">
                                          <p:stCondLst>
                                            <p:cond delay="800"/>
                                          </p:stCondLst>
                                        </p:cTn>
                                        <p:tgtEl>
                                          <p:spTgt spid="11"/>
                                        </p:tgtEl>
                                        <p:attrNameLst>
                                          <p:attrName>ppt_y</p:attrName>
                                        </p:attrNameLst>
                                      </p:cBhvr>
                                      <p:tavLst>
                                        <p:tav tm="0">
                                          <p:val>
                                            <p:strVal val="#ppt_y+0.1"/>
                                          </p:val>
                                        </p:tav>
                                        <p:tav tm="100000">
                                          <p:val>
                                            <p:strVal val="#ppt_y"/>
                                          </p:val>
                                        </p:tav>
                                      </p:tavLst>
                                    </p:anim>
                                  </p:childTnLst>
                                </p:cTn>
                              </p:par>
                            </p:childTnLst>
                          </p:cTn>
                        </p:par>
                      </p:childTnLst>
                    </p:cTn>
                  </p:par>
                  <p:par>
                    <p:cTn id="13" fill="hold">
                      <p:stCondLst>
                        <p:cond delay="indefinite"/>
                      </p:stCondLst>
                      <p:childTnLst>
                        <p:par>
                          <p:cTn id="14" fill="hold">
                            <p:stCondLst>
                              <p:cond delay="0"/>
                            </p:stCondLst>
                            <p:childTnLst>
                              <p:par>
                                <p:cTn id="15" presetID="15" presetClass="entr" presetSubtype="0" fill="hold" nodeType="clickEffect">
                                  <p:stCondLst>
                                    <p:cond delay="0"/>
                                  </p:stCondLst>
                                  <p:childTnLst>
                                    <p:set>
                                      <p:cBhvr>
                                        <p:cTn id="16" dur="1" fill="hold">
                                          <p:stCondLst>
                                            <p:cond delay="0"/>
                                          </p:stCondLst>
                                        </p:cTn>
                                        <p:tgtEl>
                                          <p:spTgt spid="37"/>
                                        </p:tgtEl>
                                        <p:attrNameLst>
                                          <p:attrName>style.visibility</p:attrName>
                                        </p:attrNameLst>
                                      </p:cBhvr>
                                      <p:to>
                                        <p:strVal val="visible"/>
                                      </p:to>
                                    </p:set>
                                    <p:anim calcmode="lin" valueType="num">
                                      <p:cBhvr>
                                        <p:cTn id="17" dur="1000" fill="hold"/>
                                        <p:tgtEl>
                                          <p:spTgt spid="37"/>
                                        </p:tgtEl>
                                        <p:attrNameLst>
                                          <p:attrName>ppt_w</p:attrName>
                                        </p:attrNameLst>
                                      </p:cBhvr>
                                      <p:tavLst>
                                        <p:tav tm="0">
                                          <p:val>
                                            <p:fltVal val="0"/>
                                          </p:val>
                                        </p:tav>
                                        <p:tav tm="100000">
                                          <p:val>
                                            <p:strVal val="#ppt_w"/>
                                          </p:val>
                                        </p:tav>
                                      </p:tavLst>
                                    </p:anim>
                                    <p:anim calcmode="lin" valueType="num">
                                      <p:cBhvr>
                                        <p:cTn id="18" dur="1000" fill="hold"/>
                                        <p:tgtEl>
                                          <p:spTgt spid="37"/>
                                        </p:tgtEl>
                                        <p:attrNameLst>
                                          <p:attrName>ppt_h</p:attrName>
                                        </p:attrNameLst>
                                      </p:cBhvr>
                                      <p:tavLst>
                                        <p:tav tm="0">
                                          <p:val>
                                            <p:fltVal val="0"/>
                                          </p:val>
                                        </p:tav>
                                        <p:tav tm="100000">
                                          <p:val>
                                            <p:strVal val="#ppt_h"/>
                                          </p:val>
                                        </p:tav>
                                      </p:tavLst>
                                    </p:anim>
                                    <p:anim calcmode="lin" valueType="num">
                                      <p:cBhvr>
                                        <p:cTn id="19" dur="1000" fill="hold"/>
                                        <p:tgtEl>
                                          <p:spTgt spid="37"/>
                                        </p:tgtEl>
                                        <p:attrNameLst>
                                          <p:attrName>ppt_x</p:attrName>
                                        </p:attrNameLst>
                                      </p:cBhvr>
                                      <p:tavLst>
                                        <p:tav tm="0" fmla="#ppt_x+(cos(-2*pi*(1-$))*-#ppt_x-sin(-2*pi*(1-$))*(1-#ppt_y))*(1-$)">
                                          <p:val>
                                            <p:fltVal val="0"/>
                                          </p:val>
                                        </p:tav>
                                        <p:tav tm="100000">
                                          <p:val>
                                            <p:fltVal val="1"/>
                                          </p:val>
                                        </p:tav>
                                      </p:tavLst>
                                    </p:anim>
                                    <p:anim calcmode="lin" valueType="num">
                                      <p:cBhvr>
                                        <p:cTn id="20" dur="1000" fill="hold"/>
                                        <p:tgtEl>
                                          <p:spTgt spid="37"/>
                                        </p:tgtEl>
                                        <p:attrNameLst>
                                          <p:attrName>ppt_y</p:attrName>
                                        </p:attrNameLst>
                                      </p:cBhvr>
                                      <p:tavLst>
                                        <p:tav tm="0" fmla="#ppt_y+(sin(-2*pi*(1-$))*-#ppt_x+cos(-2*pi*(1-$))*(1-#ppt_y))*(1-$)">
                                          <p:val>
                                            <p:fltVal val="0"/>
                                          </p:val>
                                        </p:tav>
                                        <p:tav tm="100000">
                                          <p:val>
                                            <p:fltVal val="1"/>
                                          </p:val>
                                        </p:tav>
                                      </p:tavLst>
                                    </p:anim>
                                  </p:childTnLst>
                                </p:cTn>
                              </p:par>
                            </p:childTnLst>
                          </p:cTn>
                        </p:par>
                      </p:childTnLst>
                    </p:cTn>
                  </p:par>
                  <p:par>
                    <p:cTn id="21" fill="hold">
                      <p:stCondLst>
                        <p:cond delay="indefinite"/>
                      </p:stCondLst>
                      <p:childTnLst>
                        <p:par>
                          <p:cTn id="22" fill="hold">
                            <p:stCondLst>
                              <p:cond delay="0"/>
                            </p:stCondLst>
                            <p:childTnLst>
                              <p:par>
                                <p:cTn id="23" presetID="53" presetClass="entr" presetSubtype="16" fill="hold" nodeType="clickEffect">
                                  <p:stCondLst>
                                    <p:cond delay="0"/>
                                  </p:stCondLst>
                                  <p:childTnLst>
                                    <p:set>
                                      <p:cBhvr>
                                        <p:cTn id="24" dur="1" fill="hold">
                                          <p:stCondLst>
                                            <p:cond delay="0"/>
                                          </p:stCondLst>
                                        </p:cTn>
                                        <p:tgtEl>
                                          <p:spTgt spid="38"/>
                                        </p:tgtEl>
                                        <p:attrNameLst>
                                          <p:attrName>style.visibility</p:attrName>
                                        </p:attrNameLst>
                                      </p:cBhvr>
                                      <p:to>
                                        <p:strVal val="visible"/>
                                      </p:to>
                                    </p:set>
                                    <p:anim calcmode="lin" valueType="num">
                                      <p:cBhvr>
                                        <p:cTn id="25" dur="500" fill="hold"/>
                                        <p:tgtEl>
                                          <p:spTgt spid="38"/>
                                        </p:tgtEl>
                                        <p:attrNameLst>
                                          <p:attrName>ppt_w</p:attrName>
                                        </p:attrNameLst>
                                      </p:cBhvr>
                                      <p:tavLst>
                                        <p:tav tm="0">
                                          <p:val>
                                            <p:fltVal val="0"/>
                                          </p:val>
                                        </p:tav>
                                        <p:tav tm="100000">
                                          <p:val>
                                            <p:strVal val="#ppt_w"/>
                                          </p:val>
                                        </p:tav>
                                      </p:tavLst>
                                    </p:anim>
                                    <p:anim calcmode="lin" valueType="num">
                                      <p:cBhvr>
                                        <p:cTn id="26" dur="500" fill="hold"/>
                                        <p:tgtEl>
                                          <p:spTgt spid="38"/>
                                        </p:tgtEl>
                                        <p:attrNameLst>
                                          <p:attrName>ppt_h</p:attrName>
                                        </p:attrNameLst>
                                      </p:cBhvr>
                                      <p:tavLst>
                                        <p:tav tm="0">
                                          <p:val>
                                            <p:fltVal val="0"/>
                                          </p:val>
                                        </p:tav>
                                        <p:tav tm="100000">
                                          <p:val>
                                            <p:strVal val="#ppt_h"/>
                                          </p:val>
                                        </p:tav>
                                      </p:tavLst>
                                    </p:anim>
                                    <p:animEffect transition="in" filter="fade">
                                      <p:cBhvr>
                                        <p:cTn id="27" dur="500"/>
                                        <p:tgtEl>
                                          <p:spTgt spid="38"/>
                                        </p:tgtEl>
                                      </p:cBhvr>
                                    </p:animEffect>
                                  </p:childTnLst>
                                </p:cTn>
                              </p:par>
                            </p:childTnLst>
                          </p:cTn>
                        </p:par>
                      </p:childTnLst>
                    </p:cTn>
                  </p:par>
                  <p:par>
                    <p:cTn id="28" fill="hold">
                      <p:stCondLst>
                        <p:cond delay="indefinite"/>
                      </p:stCondLst>
                      <p:childTnLst>
                        <p:par>
                          <p:cTn id="29" fill="hold">
                            <p:stCondLst>
                              <p:cond delay="0"/>
                            </p:stCondLst>
                            <p:childTnLst>
                              <p:par>
                                <p:cTn id="30" presetID="53" presetClass="entr" presetSubtype="16" fill="hold" nodeType="clickEffect">
                                  <p:stCondLst>
                                    <p:cond delay="0"/>
                                  </p:stCondLst>
                                  <p:childTnLst>
                                    <p:set>
                                      <p:cBhvr>
                                        <p:cTn id="31" dur="1" fill="hold">
                                          <p:stCondLst>
                                            <p:cond delay="0"/>
                                          </p:stCondLst>
                                        </p:cTn>
                                        <p:tgtEl>
                                          <p:spTgt spid="267"/>
                                        </p:tgtEl>
                                        <p:attrNameLst>
                                          <p:attrName>style.visibility</p:attrName>
                                        </p:attrNameLst>
                                      </p:cBhvr>
                                      <p:to>
                                        <p:strVal val="visible"/>
                                      </p:to>
                                    </p:set>
                                    <p:anim calcmode="lin" valueType="num">
                                      <p:cBhvr>
                                        <p:cTn id="32" dur="500" fill="hold"/>
                                        <p:tgtEl>
                                          <p:spTgt spid="267"/>
                                        </p:tgtEl>
                                        <p:attrNameLst>
                                          <p:attrName>ppt_w</p:attrName>
                                        </p:attrNameLst>
                                      </p:cBhvr>
                                      <p:tavLst>
                                        <p:tav tm="0">
                                          <p:val>
                                            <p:fltVal val="0"/>
                                          </p:val>
                                        </p:tav>
                                        <p:tav tm="100000">
                                          <p:val>
                                            <p:strVal val="#ppt_w"/>
                                          </p:val>
                                        </p:tav>
                                      </p:tavLst>
                                    </p:anim>
                                    <p:anim calcmode="lin" valueType="num">
                                      <p:cBhvr>
                                        <p:cTn id="33" dur="500" fill="hold"/>
                                        <p:tgtEl>
                                          <p:spTgt spid="267"/>
                                        </p:tgtEl>
                                        <p:attrNameLst>
                                          <p:attrName>ppt_h</p:attrName>
                                        </p:attrNameLst>
                                      </p:cBhvr>
                                      <p:tavLst>
                                        <p:tav tm="0">
                                          <p:val>
                                            <p:fltVal val="0"/>
                                          </p:val>
                                        </p:tav>
                                        <p:tav tm="100000">
                                          <p:val>
                                            <p:strVal val="#ppt_h"/>
                                          </p:val>
                                        </p:tav>
                                      </p:tavLst>
                                    </p:anim>
                                    <p:animEffect transition="in" filter="fade">
                                      <p:cBhvr>
                                        <p:cTn id="34" dur="500"/>
                                        <p:tgtEl>
                                          <p:spTgt spid="267"/>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1" grpId="0"/>
    </p:bldLst>
  </p:timing>
</p:sld>
</file>

<file path=ppt/slides/slide49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267" name="组合 266">
            <a:extLst>
              <a:ext uri="{FF2B5EF4-FFF2-40B4-BE49-F238E27FC236}">
                <a16:creationId xmlns:a16="http://schemas.microsoft.com/office/drawing/2014/main" id="{479D3933-13E1-462F-B353-8ED9566AAEA9}"/>
              </a:ext>
            </a:extLst>
          </p:cNvPr>
          <p:cNvGrpSpPr/>
          <p:nvPr/>
        </p:nvGrpSpPr>
        <p:grpSpPr>
          <a:xfrm>
            <a:off x="9540287" y="1544310"/>
            <a:ext cx="871757" cy="4656863"/>
            <a:chOff x="1851565" y="1544310"/>
            <a:chExt cx="871757" cy="4656863"/>
          </a:xfrm>
        </p:grpSpPr>
        <p:sp>
          <p:nvSpPr>
            <p:cNvPr id="268" name="矩形: 圆角 267">
              <a:extLst>
                <a:ext uri="{FF2B5EF4-FFF2-40B4-BE49-F238E27FC236}">
                  <a16:creationId xmlns:a16="http://schemas.microsoft.com/office/drawing/2014/main" id="{7015E7DE-7383-432C-9E45-8BDE9467E4EA}"/>
                </a:ext>
              </a:extLst>
            </p:cNvPr>
            <p:cNvSpPr/>
            <p:nvPr/>
          </p:nvSpPr>
          <p:spPr>
            <a:xfrm>
              <a:off x="1878771" y="1544310"/>
              <a:ext cx="844551" cy="4656863"/>
            </a:xfrm>
            <a:prstGeom prst="roundRect">
              <a:avLst/>
            </a:prstGeom>
            <a:solidFill>
              <a:schemeClr val="accent6"/>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p>
          </p:txBody>
        </p:sp>
        <p:sp>
          <p:nvSpPr>
            <p:cNvPr id="269" name="íşlïḍè">
              <a:extLst>
                <a:ext uri="{FF2B5EF4-FFF2-40B4-BE49-F238E27FC236}">
                  <a16:creationId xmlns:a16="http://schemas.microsoft.com/office/drawing/2014/main" id="{4E383C4B-9919-44A8-BBA9-D4EFD4DBCEB6}"/>
                </a:ext>
              </a:extLst>
            </p:cNvPr>
            <p:cNvSpPr txBox="1"/>
            <p:nvPr/>
          </p:nvSpPr>
          <p:spPr>
            <a:xfrm>
              <a:off x="1851565" y="3713821"/>
              <a:ext cx="865823" cy="400110"/>
            </a:xfrm>
            <a:prstGeom prst="rect">
              <a:avLst/>
            </a:prstGeom>
            <a:noFill/>
          </p:spPr>
          <p:txBody>
            <a:bodyPr wrap="square" lIns="91440" tIns="45720" rIns="91440" bIns="45720" anchor="ctr">
              <a:noAutofit/>
            </a:bodyPr>
            <a:lstStyle/>
            <a:p>
              <a:pPr algn="ctr"/>
              <a:r>
                <a:rPr lang="en-US" altLang="zh-CN" b="1" dirty="0">
                  <a:solidFill>
                    <a:schemeClr val="bg1"/>
                  </a:solidFill>
                  <a:latin typeface="Arial Narrow" panose="020B0606020202030204" pitchFamily="34" charset="0"/>
                </a:rPr>
                <a:t>VLAN2</a:t>
              </a:r>
              <a:endParaRPr lang="zh-CN" altLang="en-US" b="1" dirty="0">
                <a:solidFill>
                  <a:schemeClr val="bg1"/>
                </a:solidFill>
                <a:latin typeface="Arial Narrow" panose="020B0606020202030204" pitchFamily="34" charset="0"/>
              </a:endParaRPr>
            </a:p>
          </p:txBody>
        </p:sp>
      </p:grpSp>
      <p:grpSp>
        <p:nvGrpSpPr>
          <p:cNvPr id="38" name="组合 37">
            <a:extLst>
              <a:ext uri="{FF2B5EF4-FFF2-40B4-BE49-F238E27FC236}">
                <a16:creationId xmlns:a16="http://schemas.microsoft.com/office/drawing/2014/main" id="{41AF02FF-733C-4DCE-8845-F312754F4E0C}"/>
              </a:ext>
            </a:extLst>
          </p:cNvPr>
          <p:cNvGrpSpPr/>
          <p:nvPr/>
        </p:nvGrpSpPr>
        <p:grpSpPr>
          <a:xfrm>
            <a:off x="1851565" y="1544310"/>
            <a:ext cx="871757" cy="4656863"/>
            <a:chOff x="1851565" y="1544310"/>
            <a:chExt cx="871757" cy="4656863"/>
          </a:xfrm>
        </p:grpSpPr>
        <p:sp>
          <p:nvSpPr>
            <p:cNvPr id="265" name="矩形: 圆角 264">
              <a:extLst>
                <a:ext uri="{FF2B5EF4-FFF2-40B4-BE49-F238E27FC236}">
                  <a16:creationId xmlns:a16="http://schemas.microsoft.com/office/drawing/2014/main" id="{0F1BF7C4-A3D6-4438-BB0C-0B99EC044278}"/>
                </a:ext>
              </a:extLst>
            </p:cNvPr>
            <p:cNvSpPr/>
            <p:nvPr/>
          </p:nvSpPr>
          <p:spPr>
            <a:xfrm>
              <a:off x="1878771" y="1544310"/>
              <a:ext cx="844551" cy="4656863"/>
            </a:xfrm>
            <a:prstGeom prst="roundRect">
              <a:avLst/>
            </a:prstGeom>
            <a:solidFill>
              <a:schemeClr val="tx2"/>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266" name="íşlïḍè">
              <a:extLst>
                <a:ext uri="{FF2B5EF4-FFF2-40B4-BE49-F238E27FC236}">
                  <a16:creationId xmlns:a16="http://schemas.microsoft.com/office/drawing/2014/main" id="{79BB9389-6610-4E7F-B26A-DA73DB168E64}"/>
                </a:ext>
              </a:extLst>
            </p:cNvPr>
            <p:cNvSpPr txBox="1"/>
            <p:nvPr/>
          </p:nvSpPr>
          <p:spPr>
            <a:xfrm>
              <a:off x="1851565" y="3713821"/>
              <a:ext cx="865823" cy="400110"/>
            </a:xfrm>
            <a:prstGeom prst="rect">
              <a:avLst/>
            </a:prstGeom>
            <a:noFill/>
          </p:spPr>
          <p:txBody>
            <a:bodyPr wrap="square" lIns="91440" tIns="45720" rIns="91440" bIns="45720" anchor="ctr">
              <a:noAutofit/>
            </a:bodyPr>
            <a:lstStyle/>
            <a:p>
              <a:pPr algn="ctr"/>
              <a:r>
                <a:rPr lang="en-US" altLang="zh-CN" b="1" dirty="0">
                  <a:solidFill>
                    <a:schemeClr val="bg1"/>
                  </a:solidFill>
                  <a:latin typeface="Arial Narrow" panose="020B0606020202030204" pitchFamily="34" charset="0"/>
                </a:rPr>
                <a:t>VLAN1</a:t>
              </a:r>
              <a:endParaRPr lang="zh-CN" altLang="en-US" b="1" dirty="0">
                <a:solidFill>
                  <a:schemeClr val="bg1"/>
                </a:solidFill>
                <a:latin typeface="Arial Narrow" panose="020B0606020202030204" pitchFamily="34" charset="0"/>
              </a:endParaRPr>
            </a:p>
          </p:txBody>
        </p:sp>
      </p:grpSp>
      <p:grpSp>
        <p:nvGrpSpPr>
          <p:cNvPr id="4" name="组合 3">
            <a:extLst>
              <a:ext uri="{FF2B5EF4-FFF2-40B4-BE49-F238E27FC236}">
                <a16:creationId xmlns:a16="http://schemas.microsoft.com/office/drawing/2014/main" id="{9A1EA9F2-FCB6-48C3-935F-7AE7E3AD14AC}"/>
              </a:ext>
            </a:extLst>
          </p:cNvPr>
          <p:cNvGrpSpPr/>
          <p:nvPr/>
        </p:nvGrpSpPr>
        <p:grpSpPr>
          <a:xfrm>
            <a:off x="304800" y="749300"/>
            <a:ext cx="4938199" cy="400110"/>
            <a:chOff x="424117" y="898245"/>
            <a:chExt cx="4938199" cy="400110"/>
          </a:xfrm>
        </p:grpSpPr>
        <p:sp>
          <p:nvSpPr>
            <p:cNvPr id="2" name="平行四边形 1">
              <a:extLst>
                <a:ext uri="{FF2B5EF4-FFF2-40B4-BE49-F238E27FC236}">
                  <a16:creationId xmlns:a16="http://schemas.microsoft.com/office/drawing/2014/main" id="{1F5BAA3F-9845-4F89-A2DD-8222D3E4EDAC}"/>
                </a:ext>
              </a:extLst>
            </p:cNvPr>
            <p:cNvSpPr/>
            <p:nvPr/>
          </p:nvSpPr>
          <p:spPr>
            <a:xfrm>
              <a:off x="424117" y="898245"/>
              <a:ext cx="628306" cy="387090"/>
            </a:xfrm>
            <a:prstGeom prst="parallelogram">
              <a:avLst/>
            </a:prstGeom>
            <a:solidFill>
              <a:schemeClr val="accent3">
                <a:lumMod val="75000"/>
              </a:schemeClr>
            </a:solidFill>
            <a:ln>
              <a:solidFill>
                <a:schemeClr val="accent3">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CN" sz="2200" dirty="0">
                  <a:latin typeface="Impact" panose="020B0806030902050204" pitchFamily="34" charset="0"/>
                </a:rPr>
                <a:t>01</a:t>
              </a:r>
              <a:endParaRPr lang="zh-CN" altLang="en-US" sz="2200" dirty="0">
                <a:latin typeface="Impact" panose="020B0806030902050204" pitchFamily="34" charset="0"/>
              </a:endParaRPr>
            </a:p>
          </p:txBody>
        </p:sp>
        <p:sp>
          <p:nvSpPr>
            <p:cNvPr id="3" name="文本框 2">
              <a:extLst>
                <a:ext uri="{FF2B5EF4-FFF2-40B4-BE49-F238E27FC236}">
                  <a16:creationId xmlns:a16="http://schemas.microsoft.com/office/drawing/2014/main" id="{4D6BD736-A4D3-4F26-AFED-36E11F50F70B}"/>
                </a:ext>
              </a:extLst>
            </p:cNvPr>
            <p:cNvSpPr txBox="1"/>
            <p:nvPr/>
          </p:nvSpPr>
          <p:spPr>
            <a:xfrm>
              <a:off x="1052423" y="898245"/>
              <a:ext cx="4309893" cy="400110"/>
            </a:xfrm>
            <a:prstGeom prst="rect">
              <a:avLst/>
            </a:prstGeom>
            <a:noFill/>
          </p:spPr>
          <p:txBody>
            <a:bodyPr wrap="square" rtlCol="0">
              <a:spAutoFit/>
            </a:bodyPr>
            <a:lstStyle/>
            <a:p>
              <a:r>
                <a:rPr lang="zh-CN" altLang="en-US" sz="2000" b="1" dirty="0">
                  <a:solidFill>
                    <a:schemeClr val="tx1"/>
                  </a:solidFill>
                  <a:latin typeface="Arial Narrow" panose="020B0606020202030204" pitchFamily="34" charset="0"/>
                </a:rPr>
                <a:t>虚拟局域网</a:t>
              </a:r>
              <a:r>
                <a:rPr lang="en-US" altLang="zh-CN" sz="2000" b="1" dirty="0">
                  <a:solidFill>
                    <a:schemeClr val="tx1"/>
                  </a:solidFill>
                  <a:latin typeface="Arial Narrow" panose="020B0606020202030204" pitchFamily="34" charset="0"/>
                </a:rPr>
                <a:t>VLAN</a:t>
              </a:r>
              <a:r>
                <a:rPr lang="zh-CN" altLang="en-US" sz="2000" b="1" dirty="0">
                  <a:solidFill>
                    <a:schemeClr val="tx1"/>
                  </a:solidFill>
                  <a:latin typeface="Arial Narrow" panose="020B0606020202030204" pitchFamily="34" charset="0"/>
                </a:rPr>
                <a:t>的</a:t>
              </a:r>
              <a:r>
                <a:rPr lang="zh-CN" altLang="en-US" sz="2000" b="1" dirty="0">
                  <a:latin typeface="Arial Narrow" panose="020B0606020202030204" pitchFamily="34" charset="0"/>
                </a:rPr>
                <a:t>实现机制</a:t>
              </a:r>
              <a:endParaRPr lang="en-US" altLang="zh-CN" sz="2000" b="1" dirty="0">
                <a:solidFill>
                  <a:schemeClr val="tx1"/>
                </a:solidFill>
                <a:latin typeface="Arial Narrow" panose="020B0606020202030204" pitchFamily="34" charset="0"/>
              </a:endParaRPr>
            </a:p>
          </p:txBody>
        </p:sp>
      </p:grpSp>
      <p:sp>
        <p:nvSpPr>
          <p:cNvPr id="9" name="文本框 8">
            <a:extLst>
              <a:ext uri="{FF2B5EF4-FFF2-40B4-BE49-F238E27FC236}">
                <a16:creationId xmlns:a16="http://schemas.microsoft.com/office/drawing/2014/main" id="{7E01F55D-5303-4639-8DD9-B3123C1AE516}"/>
              </a:ext>
            </a:extLst>
          </p:cNvPr>
          <p:cNvSpPr txBox="1"/>
          <p:nvPr/>
        </p:nvSpPr>
        <p:spPr>
          <a:xfrm>
            <a:off x="4141958" y="742690"/>
            <a:ext cx="4443242" cy="400110"/>
          </a:xfrm>
          <a:prstGeom prst="rect">
            <a:avLst/>
          </a:prstGeom>
          <a:noFill/>
        </p:spPr>
        <p:txBody>
          <a:bodyPr wrap="square" rtlCol="0">
            <a:spAutoFit/>
          </a:bodyPr>
          <a:lstStyle/>
          <a:p>
            <a:r>
              <a:rPr lang="en-US" altLang="zh-CN" sz="2000" b="1" dirty="0">
                <a:solidFill>
                  <a:schemeClr val="accent3">
                    <a:lumMod val="75000"/>
                  </a:schemeClr>
                </a:solidFill>
                <a:latin typeface="Arial Narrow" panose="020B0606020202030204" pitchFamily="34" charset="0"/>
              </a:rPr>
              <a:t>——  </a:t>
            </a:r>
            <a:r>
              <a:rPr lang="zh-CN" altLang="en-US" sz="2000" b="1" dirty="0">
                <a:solidFill>
                  <a:schemeClr val="accent3">
                    <a:lumMod val="75000"/>
                  </a:schemeClr>
                </a:solidFill>
                <a:latin typeface="Arial Narrow" panose="020B0606020202030204" pitchFamily="34" charset="0"/>
              </a:rPr>
              <a:t>以太网交换机的接口类型</a:t>
            </a:r>
            <a:endParaRPr lang="en-US" altLang="zh-CN" sz="2000" b="1" dirty="0">
              <a:solidFill>
                <a:schemeClr val="accent3">
                  <a:lumMod val="75000"/>
                </a:schemeClr>
              </a:solidFill>
              <a:latin typeface="Arial Narrow" panose="020B0606020202030204" pitchFamily="34" charset="0"/>
            </a:endParaRPr>
          </a:p>
        </p:txBody>
      </p:sp>
      <p:sp>
        <p:nvSpPr>
          <p:cNvPr id="11" name="íşlïḍè">
            <a:extLst>
              <a:ext uri="{FF2B5EF4-FFF2-40B4-BE49-F238E27FC236}">
                <a16:creationId xmlns:a16="http://schemas.microsoft.com/office/drawing/2014/main" id="{7AA3015A-52E8-4E4D-820F-06063E0CA2B4}"/>
              </a:ext>
            </a:extLst>
          </p:cNvPr>
          <p:cNvSpPr txBox="1"/>
          <p:nvPr/>
        </p:nvSpPr>
        <p:spPr>
          <a:xfrm>
            <a:off x="839330" y="1101375"/>
            <a:ext cx="10513339" cy="400110"/>
          </a:xfrm>
          <a:prstGeom prst="rect">
            <a:avLst/>
          </a:prstGeom>
          <a:noFill/>
        </p:spPr>
        <p:txBody>
          <a:bodyPr wrap="square" lIns="91440" tIns="45720" rIns="91440" bIns="45720" anchor="ctr">
            <a:noAutofit/>
          </a:bodyPr>
          <a:lstStyle/>
          <a:p>
            <a:r>
              <a:rPr lang="en-US" altLang="zh-CN" b="1" dirty="0">
                <a:latin typeface="Arial Narrow" panose="020B0606020202030204" pitchFamily="34" charset="0"/>
              </a:rPr>
              <a:t>【</a:t>
            </a:r>
            <a:r>
              <a:rPr lang="zh-CN" altLang="en-US" b="1" dirty="0">
                <a:latin typeface="Arial Narrow" panose="020B0606020202030204" pitchFamily="34" charset="0"/>
              </a:rPr>
              <a:t>例</a:t>
            </a:r>
            <a:r>
              <a:rPr lang="en-US" altLang="zh-CN" b="1" dirty="0">
                <a:latin typeface="Arial Narrow" panose="020B0606020202030204" pitchFamily="34" charset="0"/>
              </a:rPr>
              <a:t>3】</a:t>
            </a:r>
            <a:r>
              <a:rPr lang="zh-CN" altLang="en-US" b="1" dirty="0">
                <a:latin typeface="Arial Narrow" panose="020B0606020202030204" pitchFamily="34" charset="0"/>
              </a:rPr>
              <a:t>两个交换机通过</a:t>
            </a:r>
            <a:r>
              <a:rPr lang="en-US" altLang="zh-CN" b="1" dirty="0">
                <a:latin typeface="Arial Narrow" panose="020B0606020202030204" pitchFamily="34" charset="0"/>
              </a:rPr>
              <a:t>Trunk</a:t>
            </a:r>
            <a:r>
              <a:rPr lang="zh-CN" altLang="en-US" b="1" dirty="0">
                <a:latin typeface="Arial Narrow" panose="020B0606020202030204" pitchFamily="34" charset="0"/>
              </a:rPr>
              <a:t>类型的接口互连，</a:t>
            </a:r>
            <a:r>
              <a:rPr lang="en-US" altLang="zh-CN" b="1" dirty="0">
                <a:latin typeface="Arial Narrow" panose="020B0606020202030204" pitchFamily="34" charset="0"/>
              </a:rPr>
              <a:t>Trunk</a:t>
            </a:r>
            <a:r>
              <a:rPr lang="zh-CN" altLang="en-US" b="1" dirty="0">
                <a:latin typeface="Arial Narrow" panose="020B0606020202030204" pitchFamily="34" charset="0"/>
              </a:rPr>
              <a:t>接口将</a:t>
            </a:r>
            <a:r>
              <a:rPr lang="en-US" altLang="zh-CN" b="1" dirty="0">
                <a:latin typeface="Arial Narrow" panose="020B0606020202030204" pitchFamily="34" charset="0"/>
              </a:rPr>
              <a:t>802.1Q</a:t>
            </a:r>
            <a:r>
              <a:rPr lang="zh-CN" altLang="en-US" b="1" dirty="0">
                <a:latin typeface="Arial Narrow" panose="020B0606020202030204" pitchFamily="34" charset="0"/>
              </a:rPr>
              <a:t>帧“去标签”后进行转发的情况。</a:t>
            </a:r>
          </a:p>
        </p:txBody>
      </p:sp>
      <p:sp>
        <p:nvSpPr>
          <p:cNvPr id="50" name="íşlïḍè">
            <a:extLst>
              <a:ext uri="{FF2B5EF4-FFF2-40B4-BE49-F238E27FC236}">
                <a16:creationId xmlns:a16="http://schemas.microsoft.com/office/drawing/2014/main" id="{78C95D91-AF44-4308-994D-348292466CE7}"/>
              </a:ext>
            </a:extLst>
          </p:cNvPr>
          <p:cNvSpPr txBox="1"/>
          <p:nvPr/>
        </p:nvSpPr>
        <p:spPr>
          <a:xfrm>
            <a:off x="3891208" y="3495435"/>
            <a:ext cx="1062582" cy="400110"/>
          </a:xfrm>
          <a:prstGeom prst="rect">
            <a:avLst/>
          </a:prstGeom>
          <a:noFill/>
        </p:spPr>
        <p:txBody>
          <a:bodyPr wrap="square" lIns="91440" tIns="45720" rIns="91440" bIns="45720" anchor="ctr">
            <a:noAutofit/>
          </a:bodyPr>
          <a:lstStyle/>
          <a:p>
            <a:pPr algn="ctr"/>
            <a:r>
              <a:rPr lang="zh-CN" altLang="en-US" b="1" dirty="0">
                <a:latin typeface="Arial Narrow" panose="020B0606020202030204" pitchFamily="34" charset="0"/>
              </a:rPr>
              <a:t>交换机</a:t>
            </a:r>
            <a:r>
              <a:rPr lang="en-US" altLang="zh-CN" b="1" dirty="0">
                <a:latin typeface="Arial Narrow" panose="020B0606020202030204" pitchFamily="34" charset="0"/>
              </a:rPr>
              <a:t>1</a:t>
            </a:r>
            <a:endParaRPr lang="zh-CN" altLang="en-US" b="1" dirty="0">
              <a:latin typeface="Arial Narrow" panose="020B0606020202030204" pitchFamily="34" charset="0"/>
            </a:endParaRPr>
          </a:p>
        </p:txBody>
      </p:sp>
      <p:cxnSp>
        <p:nvCxnSpPr>
          <p:cNvPr id="21" name="直接连接符 20">
            <a:extLst>
              <a:ext uri="{FF2B5EF4-FFF2-40B4-BE49-F238E27FC236}">
                <a16:creationId xmlns:a16="http://schemas.microsoft.com/office/drawing/2014/main" id="{3C2E62E0-55E4-42CD-8A69-55A0C42AB499}"/>
              </a:ext>
            </a:extLst>
          </p:cNvPr>
          <p:cNvCxnSpPr>
            <a:stCxn id="19" idx="1"/>
          </p:cNvCxnSpPr>
          <p:nvPr/>
        </p:nvCxnSpPr>
        <p:spPr>
          <a:xfrm flipH="1">
            <a:off x="2545888" y="2146975"/>
            <a:ext cx="1477948" cy="0"/>
          </a:xfrm>
          <a:prstGeom prst="line">
            <a:avLst/>
          </a:prstGeom>
          <a:ln w="12700">
            <a:solidFill>
              <a:schemeClr val="tx1"/>
            </a:solidFill>
            <a:tailEnd type="none"/>
          </a:ln>
        </p:spPr>
        <p:style>
          <a:lnRef idx="1">
            <a:schemeClr val="accent1"/>
          </a:lnRef>
          <a:fillRef idx="0">
            <a:schemeClr val="accent1"/>
          </a:fillRef>
          <a:effectRef idx="0">
            <a:schemeClr val="accent1"/>
          </a:effectRef>
          <a:fontRef idx="minor">
            <a:schemeClr val="tx1"/>
          </a:fontRef>
        </p:style>
      </p:cxnSp>
      <p:grpSp>
        <p:nvGrpSpPr>
          <p:cNvPr id="13" name="组合 12">
            <a:extLst>
              <a:ext uri="{FF2B5EF4-FFF2-40B4-BE49-F238E27FC236}">
                <a16:creationId xmlns:a16="http://schemas.microsoft.com/office/drawing/2014/main" id="{FE78395F-376C-4EB3-8DA7-80FB6DB1B165}"/>
              </a:ext>
            </a:extLst>
          </p:cNvPr>
          <p:cNvGrpSpPr/>
          <p:nvPr/>
        </p:nvGrpSpPr>
        <p:grpSpPr>
          <a:xfrm>
            <a:off x="1953070" y="1702998"/>
            <a:ext cx="662814" cy="641082"/>
            <a:chOff x="7183525" y="3429000"/>
            <a:chExt cx="662814" cy="641082"/>
          </a:xfrm>
        </p:grpSpPr>
        <p:pic>
          <p:nvPicPr>
            <p:cNvPr id="84" name="图形 10">
              <a:extLst>
                <a:ext uri="{FF2B5EF4-FFF2-40B4-BE49-F238E27FC236}">
                  <a16:creationId xmlns:a16="http://schemas.microsoft.com/office/drawing/2014/main" id="{541EA6DB-393F-4FA9-97F9-D2673B0420F5}"/>
                </a:ext>
              </a:extLst>
            </p:cNvPr>
            <p:cNvPicPr>
              <a:picLocks noChangeAspect="1"/>
            </p:cNvPicPr>
            <p:nvPr/>
          </p:nvPicPr>
          <p:blipFill>
            <a:blip r:embed="rId3">
              <a:extLst>
                <a:ext uri="{28A0092B-C50C-407E-A947-70E740481C1C}">
                  <a14:useLocalDpi xmlns:a14="http://schemas.microsoft.com/office/drawing/2010/main" val="0"/>
                </a:ext>
                <a:ext uri="{96DAC541-7B7A-43D3-8B79-37D633B846F1}">
                  <asvg:svgBlip xmlns:asvg="http://schemas.microsoft.com/office/drawing/2016/SVG/main" r:embed="rId4"/>
                </a:ext>
              </a:extLst>
            </a:blip>
            <a:stretch>
              <a:fillRect/>
            </a:stretch>
          </p:blipFill>
          <p:spPr>
            <a:xfrm>
              <a:off x="7183525" y="3429000"/>
              <a:ext cx="662814" cy="641082"/>
            </a:xfrm>
            <a:prstGeom prst="rect">
              <a:avLst/>
            </a:prstGeom>
          </p:spPr>
        </p:pic>
        <p:sp>
          <p:nvSpPr>
            <p:cNvPr id="85" name="文本框 84">
              <a:extLst>
                <a:ext uri="{FF2B5EF4-FFF2-40B4-BE49-F238E27FC236}">
                  <a16:creationId xmlns:a16="http://schemas.microsoft.com/office/drawing/2014/main" id="{86FCD01F-958F-46BC-845E-18231D9D5711}"/>
                </a:ext>
              </a:extLst>
            </p:cNvPr>
            <p:cNvSpPr txBox="1"/>
            <p:nvPr/>
          </p:nvSpPr>
          <p:spPr>
            <a:xfrm>
              <a:off x="7446289" y="3445956"/>
              <a:ext cx="374650" cy="400110"/>
            </a:xfrm>
            <a:prstGeom prst="rect">
              <a:avLst/>
            </a:prstGeom>
            <a:noFill/>
          </p:spPr>
          <p:txBody>
            <a:bodyPr wrap="square" rtlCol="0">
              <a:spAutoFit/>
            </a:bodyPr>
            <a:lstStyle/>
            <a:p>
              <a:pPr algn="ctr"/>
              <a:r>
                <a:rPr lang="en-US" altLang="zh-CN" sz="2000" b="1" dirty="0">
                  <a:solidFill>
                    <a:schemeClr val="bg1"/>
                  </a:solidFill>
                </a:rPr>
                <a:t>A</a:t>
              </a:r>
              <a:endParaRPr lang="zh-CN" altLang="en-US" sz="2000" b="1" dirty="0">
                <a:solidFill>
                  <a:schemeClr val="bg1"/>
                </a:solidFill>
              </a:endParaRPr>
            </a:p>
          </p:txBody>
        </p:sp>
      </p:grpSp>
      <p:grpSp>
        <p:nvGrpSpPr>
          <p:cNvPr id="86" name="组合 85">
            <a:extLst>
              <a:ext uri="{FF2B5EF4-FFF2-40B4-BE49-F238E27FC236}">
                <a16:creationId xmlns:a16="http://schemas.microsoft.com/office/drawing/2014/main" id="{549A2F68-A4B1-4731-BB53-B150574EC564}"/>
              </a:ext>
            </a:extLst>
          </p:cNvPr>
          <p:cNvGrpSpPr/>
          <p:nvPr/>
        </p:nvGrpSpPr>
        <p:grpSpPr>
          <a:xfrm>
            <a:off x="1953070" y="2625649"/>
            <a:ext cx="662814" cy="641082"/>
            <a:chOff x="7183525" y="3429000"/>
            <a:chExt cx="662814" cy="641082"/>
          </a:xfrm>
        </p:grpSpPr>
        <p:pic>
          <p:nvPicPr>
            <p:cNvPr id="87" name="图形 10">
              <a:extLst>
                <a:ext uri="{FF2B5EF4-FFF2-40B4-BE49-F238E27FC236}">
                  <a16:creationId xmlns:a16="http://schemas.microsoft.com/office/drawing/2014/main" id="{25E82F10-6864-4D3F-97AC-D2986406F491}"/>
                </a:ext>
              </a:extLst>
            </p:cNvPr>
            <p:cNvPicPr>
              <a:picLocks noChangeAspect="1"/>
            </p:cNvPicPr>
            <p:nvPr/>
          </p:nvPicPr>
          <p:blipFill>
            <a:blip r:embed="rId3">
              <a:extLst>
                <a:ext uri="{28A0092B-C50C-407E-A947-70E740481C1C}">
                  <a14:useLocalDpi xmlns:a14="http://schemas.microsoft.com/office/drawing/2010/main" val="0"/>
                </a:ext>
                <a:ext uri="{96DAC541-7B7A-43D3-8B79-37D633B846F1}">
                  <asvg:svgBlip xmlns:asvg="http://schemas.microsoft.com/office/drawing/2016/SVG/main" r:embed="rId4"/>
                </a:ext>
              </a:extLst>
            </a:blip>
            <a:stretch>
              <a:fillRect/>
            </a:stretch>
          </p:blipFill>
          <p:spPr>
            <a:xfrm>
              <a:off x="7183525" y="3429000"/>
              <a:ext cx="662814" cy="641082"/>
            </a:xfrm>
            <a:prstGeom prst="rect">
              <a:avLst/>
            </a:prstGeom>
          </p:spPr>
        </p:pic>
        <p:sp>
          <p:nvSpPr>
            <p:cNvPr id="88" name="文本框 87">
              <a:extLst>
                <a:ext uri="{FF2B5EF4-FFF2-40B4-BE49-F238E27FC236}">
                  <a16:creationId xmlns:a16="http://schemas.microsoft.com/office/drawing/2014/main" id="{D7AA108F-9B64-49D5-944F-6F080EB4F7A2}"/>
                </a:ext>
              </a:extLst>
            </p:cNvPr>
            <p:cNvSpPr txBox="1"/>
            <p:nvPr/>
          </p:nvSpPr>
          <p:spPr>
            <a:xfrm>
              <a:off x="7446289" y="3445956"/>
              <a:ext cx="374650" cy="400110"/>
            </a:xfrm>
            <a:prstGeom prst="rect">
              <a:avLst/>
            </a:prstGeom>
            <a:noFill/>
          </p:spPr>
          <p:txBody>
            <a:bodyPr wrap="square" rtlCol="0">
              <a:spAutoFit/>
            </a:bodyPr>
            <a:lstStyle/>
            <a:p>
              <a:pPr algn="ctr"/>
              <a:r>
                <a:rPr lang="en-US" altLang="zh-CN" sz="2000" b="1" dirty="0">
                  <a:solidFill>
                    <a:schemeClr val="bg1"/>
                  </a:solidFill>
                </a:rPr>
                <a:t>B</a:t>
              </a:r>
              <a:endParaRPr lang="zh-CN" altLang="en-US" sz="2000" b="1" dirty="0">
                <a:solidFill>
                  <a:schemeClr val="bg1"/>
                </a:solidFill>
              </a:endParaRPr>
            </a:p>
          </p:txBody>
        </p:sp>
      </p:grpSp>
      <p:grpSp>
        <p:nvGrpSpPr>
          <p:cNvPr id="89" name="组合 88">
            <a:extLst>
              <a:ext uri="{FF2B5EF4-FFF2-40B4-BE49-F238E27FC236}">
                <a16:creationId xmlns:a16="http://schemas.microsoft.com/office/drawing/2014/main" id="{EC8328A9-646A-4FF0-A76E-43D05A2B00D3}"/>
              </a:ext>
            </a:extLst>
          </p:cNvPr>
          <p:cNvGrpSpPr/>
          <p:nvPr/>
        </p:nvGrpSpPr>
        <p:grpSpPr>
          <a:xfrm>
            <a:off x="9611400" y="1702998"/>
            <a:ext cx="662814" cy="641082"/>
            <a:chOff x="7183525" y="3429000"/>
            <a:chExt cx="662814" cy="641082"/>
          </a:xfrm>
        </p:grpSpPr>
        <p:pic>
          <p:nvPicPr>
            <p:cNvPr id="90" name="图形 10">
              <a:extLst>
                <a:ext uri="{FF2B5EF4-FFF2-40B4-BE49-F238E27FC236}">
                  <a16:creationId xmlns:a16="http://schemas.microsoft.com/office/drawing/2014/main" id="{DEDE7E91-75D2-4F59-9EA5-8BE3E785ECEA}"/>
                </a:ext>
              </a:extLst>
            </p:cNvPr>
            <p:cNvPicPr>
              <a:picLocks noChangeAspect="1"/>
            </p:cNvPicPr>
            <p:nvPr/>
          </p:nvPicPr>
          <p:blipFill>
            <a:blip r:embed="rId3">
              <a:extLst>
                <a:ext uri="{28A0092B-C50C-407E-A947-70E740481C1C}">
                  <a14:useLocalDpi xmlns:a14="http://schemas.microsoft.com/office/drawing/2010/main" val="0"/>
                </a:ext>
                <a:ext uri="{96DAC541-7B7A-43D3-8B79-37D633B846F1}">
                  <asvg:svgBlip xmlns:asvg="http://schemas.microsoft.com/office/drawing/2016/SVG/main" r:embed="rId4"/>
                </a:ext>
              </a:extLst>
            </a:blip>
            <a:stretch>
              <a:fillRect/>
            </a:stretch>
          </p:blipFill>
          <p:spPr>
            <a:xfrm>
              <a:off x="7183525" y="3429000"/>
              <a:ext cx="662814" cy="641082"/>
            </a:xfrm>
            <a:prstGeom prst="rect">
              <a:avLst/>
            </a:prstGeom>
          </p:spPr>
        </p:pic>
        <p:sp>
          <p:nvSpPr>
            <p:cNvPr id="91" name="文本框 90">
              <a:extLst>
                <a:ext uri="{FF2B5EF4-FFF2-40B4-BE49-F238E27FC236}">
                  <a16:creationId xmlns:a16="http://schemas.microsoft.com/office/drawing/2014/main" id="{94C10625-662C-45D0-8F7A-56A0ADA3A1F8}"/>
                </a:ext>
              </a:extLst>
            </p:cNvPr>
            <p:cNvSpPr txBox="1"/>
            <p:nvPr/>
          </p:nvSpPr>
          <p:spPr>
            <a:xfrm>
              <a:off x="7446289" y="3445956"/>
              <a:ext cx="374650" cy="400110"/>
            </a:xfrm>
            <a:prstGeom prst="rect">
              <a:avLst/>
            </a:prstGeom>
            <a:noFill/>
          </p:spPr>
          <p:txBody>
            <a:bodyPr wrap="square" rtlCol="0">
              <a:spAutoFit/>
            </a:bodyPr>
            <a:lstStyle/>
            <a:p>
              <a:pPr algn="ctr"/>
              <a:r>
                <a:rPr lang="en-US" altLang="zh-CN" sz="2000" b="1" dirty="0">
                  <a:solidFill>
                    <a:schemeClr val="bg1"/>
                  </a:solidFill>
                </a:rPr>
                <a:t>C</a:t>
              </a:r>
              <a:endParaRPr lang="zh-CN" altLang="en-US" sz="2000" b="1" dirty="0">
                <a:solidFill>
                  <a:schemeClr val="bg1"/>
                </a:solidFill>
              </a:endParaRPr>
            </a:p>
          </p:txBody>
        </p:sp>
      </p:grpSp>
      <p:grpSp>
        <p:nvGrpSpPr>
          <p:cNvPr id="92" name="组合 91">
            <a:extLst>
              <a:ext uri="{FF2B5EF4-FFF2-40B4-BE49-F238E27FC236}">
                <a16:creationId xmlns:a16="http://schemas.microsoft.com/office/drawing/2014/main" id="{3C9FB7C5-0D7E-4A69-8A19-332DC98C39FE}"/>
              </a:ext>
            </a:extLst>
          </p:cNvPr>
          <p:cNvGrpSpPr/>
          <p:nvPr/>
        </p:nvGrpSpPr>
        <p:grpSpPr>
          <a:xfrm>
            <a:off x="9625282" y="2625649"/>
            <a:ext cx="662814" cy="641082"/>
            <a:chOff x="7183525" y="3429000"/>
            <a:chExt cx="662814" cy="641082"/>
          </a:xfrm>
        </p:grpSpPr>
        <p:pic>
          <p:nvPicPr>
            <p:cNvPr id="93" name="图形 10">
              <a:extLst>
                <a:ext uri="{FF2B5EF4-FFF2-40B4-BE49-F238E27FC236}">
                  <a16:creationId xmlns:a16="http://schemas.microsoft.com/office/drawing/2014/main" id="{A9779869-2DE8-4714-8F60-97DC1AFA26D6}"/>
                </a:ext>
              </a:extLst>
            </p:cNvPr>
            <p:cNvPicPr>
              <a:picLocks noChangeAspect="1"/>
            </p:cNvPicPr>
            <p:nvPr/>
          </p:nvPicPr>
          <p:blipFill>
            <a:blip r:embed="rId3">
              <a:extLst>
                <a:ext uri="{28A0092B-C50C-407E-A947-70E740481C1C}">
                  <a14:useLocalDpi xmlns:a14="http://schemas.microsoft.com/office/drawing/2010/main" val="0"/>
                </a:ext>
                <a:ext uri="{96DAC541-7B7A-43D3-8B79-37D633B846F1}">
                  <asvg:svgBlip xmlns:asvg="http://schemas.microsoft.com/office/drawing/2016/SVG/main" r:embed="rId4"/>
                </a:ext>
              </a:extLst>
            </a:blip>
            <a:stretch>
              <a:fillRect/>
            </a:stretch>
          </p:blipFill>
          <p:spPr>
            <a:xfrm>
              <a:off x="7183525" y="3429000"/>
              <a:ext cx="662814" cy="641082"/>
            </a:xfrm>
            <a:prstGeom prst="rect">
              <a:avLst/>
            </a:prstGeom>
          </p:spPr>
        </p:pic>
        <p:sp>
          <p:nvSpPr>
            <p:cNvPr id="94" name="文本框 93">
              <a:extLst>
                <a:ext uri="{FF2B5EF4-FFF2-40B4-BE49-F238E27FC236}">
                  <a16:creationId xmlns:a16="http://schemas.microsoft.com/office/drawing/2014/main" id="{0B23B7CE-67C8-4D7B-A4C7-EF8AB1AEE5E9}"/>
                </a:ext>
              </a:extLst>
            </p:cNvPr>
            <p:cNvSpPr txBox="1"/>
            <p:nvPr/>
          </p:nvSpPr>
          <p:spPr>
            <a:xfrm>
              <a:off x="7446289" y="3445956"/>
              <a:ext cx="374650" cy="400110"/>
            </a:xfrm>
            <a:prstGeom prst="rect">
              <a:avLst/>
            </a:prstGeom>
            <a:noFill/>
          </p:spPr>
          <p:txBody>
            <a:bodyPr wrap="square" rtlCol="0">
              <a:spAutoFit/>
            </a:bodyPr>
            <a:lstStyle/>
            <a:p>
              <a:pPr algn="ctr"/>
              <a:r>
                <a:rPr lang="en-US" altLang="zh-CN" sz="2000" b="1" dirty="0">
                  <a:solidFill>
                    <a:schemeClr val="bg1"/>
                  </a:solidFill>
                </a:rPr>
                <a:t>D</a:t>
              </a:r>
              <a:endParaRPr lang="zh-CN" altLang="en-US" sz="2000" b="1" dirty="0">
                <a:solidFill>
                  <a:schemeClr val="bg1"/>
                </a:solidFill>
              </a:endParaRPr>
            </a:p>
          </p:txBody>
        </p:sp>
      </p:grpSp>
      <p:sp>
        <p:nvSpPr>
          <p:cNvPr id="6" name="矩形 5">
            <a:extLst>
              <a:ext uri="{FF2B5EF4-FFF2-40B4-BE49-F238E27FC236}">
                <a16:creationId xmlns:a16="http://schemas.microsoft.com/office/drawing/2014/main" id="{B73795E7-AA4E-46BD-A009-E7B559FC741E}"/>
              </a:ext>
            </a:extLst>
          </p:cNvPr>
          <p:cNvSpPr/>
          <p:nvPr/>
        </p:nvSpPr>
        <p:spPr>
          <a:xfrm>
            <a:off x="4023836" y="1668302"/>
            <a:ext cx="4123499" cy="1873250"/>
          </a:xfrm>
          <a:prstGeom prst="rect">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cxnSp>
        <p:nvCxnSpPr>
          <p:cNvPr id="222" name="直接连接符 221">
            <a:extLst>
              <a:ext uri="{FF2B5EF4-FFF2-40B4-BE49-F238E27FC236}">
                <a16:creationId xmlns:a16="http://schemas.microsoft.com/office/drawing/2014/main" id="{60A41105-926B-47A5-B245-8FEE53FC3B2D}"/>
              </a:ext>
            </a:extLst>
          </p:cNvPr>
          <p:cNvCxnSpPr/>
          <p:nvPr/>
        </p:nvCxnSpPr>
        <p:spPr>
          <a:xfrm flipH="1">
            <a:off x="2545888" y="3087122"/>
            <a:ext cx="1477948" cy="0"/>
          </a:xfrm>
          <a:prstGeom prst="line">
            <a:avLst/>
          </a:prstGeom>
          <a:ln w="12700">
            <a:solidFill>
              <a:schemeClr val="tx1"/>
            </a:solidFill>
            <a:tailEnd type="none"/>
          </a:ln>
        </p:spPr>
        <p:style>
          <a:lnRef idx="1">
            <a:schemeClr val="accent1"/>
          </a:lnRef>
          <a:fillRef idx="0">
            <a:schemeClr val="accent1"/>
          </a:fillRef>
          <a:effectRef idx="0">
            <a:schemeClr val="accent1"/>
          </a:effectRef>
          <a:fontRef idx="minor">
            <a:schemeClr val="tx1"/>
          </a:fontRef>
        </p:style>
      </p:cxnSp>
      <p:cxnSp>
        <p:nvCxnSpPr>
          <p:cNvPr id="223" name="直接连接符 222">
            <a:extLst>
              <a:ext uri="{FF2B5EF4-FFF2-40B4-BE49-F238E27FC236}">
                <a16:creationId xmlns:a16="http://schemas.microsoft.com/office/drawing/2014/main" id="{101F5038-0587-4D0E-A975-45B335349352}"/>
              </a:ext>
            </a:extLst>
          </p:cNvPr>
          <p:cNvCxnSpPr/>
          <p:nvPr/>
        </p:nvCxnSpPr>
        <p:spPr>
          <a:xfrm flipH="1">
            <a:off x="8147334" y="2138649"/>
            <a:ext cx="1477948" cy="0"/>
          </a:xfrm>
          <a:prstGeom prst="line">
            <a:avLst/>
          </a:prstGeom>
          <a:ln w="12700">
            <a:solidFill>
              <a:schemeClr val="tx1"/>
            </a:solidFill>
            <a:tailEnd type="none"/>
          </a:ln>
        </p:spPr>
        <p:style>
          <a:lnRef idx="1">
            <a:schemeClr val="accent1"/>
          </a:lnRef>
          <a:fillRef idx="0">
            <a:schemeClr val="accent1"/>
          </a:fillRef>
          <a:effectRef idx="0">
            <a:schemeClr val="accent1"/>
          </a:effectRef>
          <a:fontRef idx="minor">
            <a:schemeClr val="tx1"/>
          </a:fontRef>
        </p:style>
      </p:cxnSp>
      <p:cxnSp>
        <p:nvCxnSpPr>
          <p:cNvPr id="224" name="直接连接符 223">
            <a:extLst>
              <a:ext uri="{FF2B5EF4-FFF2-40B4-BE49-F238E27FC236}">
                <a16:creationId xmlns:a16="http://schemas.microsoft.com/office/drawing/2014/main" id="{69F775AE-E7F4-4AB6-8008-A55887E9800E}"/>
              </a:ext>
            </a:extLst>
          </p:cNvPr>
          <p:cNvCxnSpPr/>
          <p:nvPr/>
        </p:nvCxnSpPr>
        <p:spPr>
          <a:xfrm flipH="1">
            <a:off x="8147334" y="3077418"/>
            <a:ext cx="1477948" cy="0"/>
          </a:xfrm>
          <a:prstGeom prst="line">
            <a:avLst/>
          </a:prstGeom>
          <a:ln w="12700">
            <a:solidFill>
              <a:schemeClr val="tx1"/>
            </a:solidFill>
            <a:tailEnd type="none"/>
          </a:ln>
        </p:spPr>
        <p:style>
          <a:lnRef idx="1">
            <a:schemeClr val="accent1"/>
          </a:lnRef>
          <a:fillRef idx="0">
            <a:schemeClr val="accent1"/>
          </a:fillRef>
          <a:effectRef idx="0">
            <a:schemeClr val="accent1"/>
          </a:effectRef>
          <a:fontRef idx="minor">
            <a:schemeClr val="tx1"/>
          </a:fontRef>
        </p:style>
      </p:cxnSp>
      <p:cxnSp>
        <p:nvCxnSpPr>
          <p:cNvPr id="225" name="直接连接符 224">
            <a:extLst>
              <a:ext uri="{FF2B5EF4-FFF2-40B4-BE49-F238E27FC236}">
                <a16:creationId xmlns:a16="http://schemas.microsoft.com/office/drawing/2014/main" id="{7839C853-AB9A-4936-8D64-D490278B2B4A}"/>
              </a:ext>
            </a:extLst>
          </p:cNvPr>
          <p:cNvCxnSpPr>
            <a:stCxn id="258" idx="1"/>
          </p:cNvCxnSpPr>
          <p:nvPr/>
        </p:nvCxnSpPr>
        <p:spPr>
          <a:xfrm flipH="1">
            <a:off x="2545888" y="5023568"/>
            <a:ext cx="1477948" cy="0"/>
          </a:xfrm>
          <a:prstGeom prst="line">
            <a:avLst/>
          </a:prstGeom>
          <a:ln w="12700">
            <a:solidFill>
              <a:schemeClr val="tx1"/>
            </a:solidFill>
            <a:tailEnd type="none"/>
          </a:ln>
        </p:spPr>
        <p:style>
          <a:lnRef idx="1">
            <a:schemeClr val="accent1"/>
          </a:lnRef>
          <a:fillRef idx="0">
            <a:schemeClr val="accent1"/>
          </a:fillRef>
          <a:effectRef idx="0">
            <a:schemeClr val="accent1"/>
          </a:effectRef>
          <a:fontRef idx="minor">
            <a:schemeClr val="tx1"/>
          </a:fontRef>
        </p:style>
      </p:cxnSp>
      <p:grpSp>
        <p:nvGrpSpPr>
          <p:cNvPr id="226" name="组合 225">
            <a:extLst>
              <a:ext uri="{FF2B5EF4-FFF2-40B4-BE49-F238E27FC236}">
                <a16:creationId xmlns:a16="http://schemas.microsoft.com/office/drawing/2014/main" id="{DF3CEA24-EB4E-4D90-AE3D-FA8BAC16A18B}"/>
              </a:ext>
            </a:extLst>
          </p:cNvPr>
          <p:cNvGrpSpPr/>
          <p:nvPr/>
        </p:nvGrpSpPr>
        <p:grpSpPr>
          <a:xfrm>
            <a:off x="1953070" y="4579591"/>
            <a:ext cx="662814" cy="641082"/>
            <a:chOff x="7183525" y="3429000"/>
            <a:chExt cx="662814" cy="641082"/>
          </a:xfrm>
        </p:grpSpPr>
        <p:pic>
          <p:nvPicPr>
            <p:cNvPr id="227" name="图形 10">
              <a:extLst>
                <a:ext uri="{FF2B5EF4-FFF2-40B4-BE49-F238E27FC236}">
                  <a16:creationId xmlns:a16="http://schemas.microsoft.com/office/drawing/2014/main" id="{367D4F80-9369-4A21-BA1C-355A8865EEAF}"/>
                </a:ext>
              </a:extLst>
            </p:cNvPr>
            <p:cNvPicPr>
              <a:picLocks noChangeAspect="1"/>
            </p:cNvPicPr>
            <p:nvPr/>
          </p:nvPicPr>
          <p:blipFill>
            <a:blip r:embed="rId3">
              <a:extLst>
                <a:ext uri="{28A0092B-C50C-407E-A947-70E740481C1C}">
                  <a14:useLocalDpi xmlns:a14="http://schemas.microsoft.com/office/drawing/2010/main" val="0"/>
                </a:ext>
                <a:ext uri="{96DAC541-7B7A-43D3-8B79-37D633B846F1}">
                  <asvg:svgBlip xmlns:asvg="http://schemas.microsoft.com/office/drawing/2016/SVG/main" r:embed="rId4"/>
                </a:ext>
              </a:extLst>
            </a:blip>
            <a:stretch>
              <a:fillRect/>
            </a:stretch>
          </p:blipFill>
          <p:spPr>
            <a:xfrm>
              <a:off x="7183525" y="3429000"/>
              <a:ext cx="662814" cy="641082"/>
            </a:xfrm>
            <a:prstGeom prst="rect">
              <a:avLst/>
            </a:prstGeom>
          </p:spPr>
        </p:pic>
        <p:sp>
          <p:nvSpPr>
            <p:cNvPr id="228" name="文本框 227">
              <a:extLst>
                <a:ext uri="{FF2B5EF4-FFF2-40B4-BE49-F238E27FC236}">
                  <a16:creationId xmlns:a16="http://schemas.microsoft.com/office/drawing/2014/main" id="{0222755B-D29F-4F96-8B42-484C4C566965}"/>
                </a:ext>
              </a:extLst>
            </p:cNvPr>
            <p:cNvSpPr txBox="1"/>
            <p:nvPr/>
          </p:nvSpPr>
          <p:spPr>
            <a:xfrm>
              <a:off x="7446289" y="3445956"/>
              <a:ext cx="374650" cy="400110"/>
            </a:xfrm>
            <a:prstGeom prst="rect">
              <a:avLst/>
            </a:prstGeom>
            <a:noFill/>
          </p:spPr>
          <p:txBody>
            <a:bodyPr wrap="square" rtlCol="0">
              <a:spAutoFit/>
            </a:bodyPr>
            <a:lstStyle/>
            <a:p>
              <a:pPr algn="ctr"/>
              <a:r>
                <a:rPr lang="en-US" altLang="zh-CN" sz="2000" b="1" dirty="0">
                  <a:solidFill>
                    <a:schemeClr val="bg1"/>
                  </a:solidFill>
                </a:rPr>
                <a:t>E</a:t>
              </a:r>
              <a:endParaRPr lang="zh-CN" altLang="en-US" sz="2000" b="1" dirty="0">
                <a:solidFill>
                  <a:schemeClr val="bg1"/>
                </a:solidFill>
              </a:endParaRPr>
            </a:p>
          </p:txBody>
        </p:sp>
      </p:grpSp>
      <p:grpSp>
        <p:nvGrpSpPr>
          <p:cNvPr id="229" name="组合 228">
            <a:extLst>
              <a:ext uri="{FF2B5EF4-FFF2-40B4-BE49-F238E27FC236}">
                <a16:creationId xmlns:a16="http://schemas.microsoft.com/office/drawing/2014/main" id="{6E427F88-C67B-471A-B33B-CE1A963ACDED}"/>
              </a:ext>
            </a:extLst>
          </p:cNvPr>
          <p:cNvGrpSpPr/>
          <p:nvPr/>
        </p:nvGrpSpPr>
        <p:grpSpPr>
          <a:xfrm>
            <a:off x="1953070" y="5502242"/>
            <a:ext cx="662814" cy="641082"/>
            <a:chOff x="7183525" y="3429000"/>
            <a:chExt cx="662814" cy="641082"/>
          </a:xfrm>
        </p:grpSpPr>
        <p:pic>
          <p:nvPicPr>
            <p:cNvPr id="230" name="图形 10">
              <a:extLst>
                <a:ext uri="{FF2B5EF4-FFF2-40B4-BE49-F238E27FC236}">
                  <a16:creationId xmlns:a16="http://schemas.microsoft.com/office/drawing/2014/main" id="{5FD50AFD-E9D0-4E74-B04A-A8BACB80B202}"/>
                </a:ext>
              </a:extLst>
            </p:cNvPr>
            <p:cNvPicPr>
              <a:picLocks noChangeAspect="1"/>
            </p:cNvPicPr>
            <p:nvPr/>
          </p:nvPicPr>
          <p:blipFill>
            <a:blip r:embed="rId3">
              <a:extLst>
                <a:ext uri="{28A0092B-C50C-407E-A947-70E740481C1C}">
                  <a14:useLocalDpi xmlns:a14="http://schemas.microsoft.com/office/drawing/2010/main" val="0"/>
                </a:ext>
                <a:ext uri="{96DAC541-7B7A-43D3-8B79-37D633B846F1}">
                  <asvg:svgBlip xmlns:asvg="http://schemas.microsoft.com/office/drawing/2016/SVG/main" r:embed="rId4"/>
                </a:ext>
              </a:extLst>
            </a:blip>
            <a:stretch>
              <a:fillRect/>
            </a:stretch>
          </p:blipFill>
          <p:spPr>
            <a:xfrm>
              <a:off x="7183525" y="3429000"/>
              <a:ext cx="662814" cy="641082"/>
            </a:xfrm>
            <a:prstGeom prst="rect">
              <a:avLst/>
            </a:prstGeom>
          </p:spPr>
        </p:pic>
        <p:sp>
          <p:nvSpPr>
            <p:cNvPr id="231" name="文本框 230">
              <a:extLst>
                <a:ext uri="{FF2B5EF4-FFF2-40B4-BE49-F238E27FC236}">
                  <a16:creationId xmlns:a16="http://schemas.microsoft.com/office/drawing/2014/main" id="{15A71D4D-90A5-48A0-AC27-394B1CB699EA}"/>
                </a:ext>
              </a:extLst>
            </p:cNvPr>
            <p:cNvSpPr txBox="1"/>
            <p:nvPr/>
          </p:nvSpPr>
          <p:spPr>
            <a:xfrm>
              <a:off x="7446289" y="3445956"/>
              <a:ext cx="374650" cy="400110"/>
            </a:xfrm>
            <a:prstGeom prst="rect">
              <a:avLst/>
            </a:prstGeom>
            <a:noFill/>
          </p:spPr>
          <p:txBody>
            <a:bodyPr wrap="square" rtlCol="0">
              <a:spAutoFit/>
            </a:bodyPr>
            <a:lstStyle/>
            <a:p>
              <a:pPr algn="ctr"/>
              <a:r>
                <a:rPr lang="en-US" altLang="zh-CN" sz="2000" b="1" dirty="0">
                  <a:solidFill>
                    <a:schemeClr val="bg1"/>
                  </a:solidFill>
                </a:rPr>
                <a:t>F</a:t>
              </a:r>
              <a:endParaRPr lang="zh-CN" altLang="en-US" sz="2000" b="1" dirty="0">
                <a:solidFill>
                  <a:schemeClr val="bg1"/>
                </a:solidFill>
              </a:endParaRPr>
            </a:p>
          </p:txBody>
        </p:sp>
      </p:grpSp>
      <p:grpSp>
        <p:nvGrpSpPr>
          <p:cNvPr id="232" name="组合 231">
            <a:extLst>
              <a:ext uri="{FF2B5EF4-FFF2-40B4-BE49-F238E27FC236}">
                <a16:creationId xmlns:a16="http://schemas.microsoft.com/office/drawing/2014/main" id="{E220E302-AA0A-4A74-8ED7-8D238DA50CE4}"/>
              </a:ext>
            </a:extLst>
          </p:cNvPr>
          <p:cNvGrpSpPr/>
          <p:nvPr/>
        </p:nvGrpSpPr>
        <p:grpSpPr>
          <a:xfrm>
            <a:off x="9611400" y="4579591"/>
            <a:ext cx="662814" cy="641082"/>
            <a:chOff x="7183525" y="3429000"/>
            <a:chExt cx="662814" cy="641082"/>
          </a:xfrm>
        </p:grpSpPr>
        <p:pic>
          <p:nvPicPr>
            <p:cNvPr id="233" name="图形 10">
              <a:extLst>
                <a:ext uri="{FF2B5EF4-FFF2-40B4-BE49-F238E27FC236}">
                  <a16:creationId xmlns:a16="http://schemas.microsoft.com/office/drawing/2014/main" id="{02C977D6-81BF-44E7-AAF1-A997F2539E4A}"/>
                </a:ext>
              </a:extLst>
            </p:cNvPr>
            <p:cNvPicPr>
              <a:picLocks noChangeAspect="1"/>
            </p:cNvPicPr>
            <p:nvPr/>
          </p:nvPicPr>
          <p:blipFill>
            <a:blip r:embed="rId3">
              <a:extLst>
                <a:ext uri="{28A0092B-C50C-407E-A947-70E740481C1C}">
                  <a14:useLocalDpi xmlns:a14="http://schemas.microsoft.com/office/drawing/2010/main" val="0"/>
                </a:ext>
                <a:ext uri="{96DAC541-7B7A-43D3-8B79-37D633B846F1}">
                  <asvg:svgBlip xmlns:asvg="http://schemas.microsoft.com/office/drawing/2016/SVG/main" r:embed="rId4"/>
                </a:ext>
              </a:extLst>
            </a:blip>
            <a:stretch>
              <a:fillRect/>
            </a:stretch>
          </p:blipFill>
          <p:spPr>
            <a:xfrm>
              <a:off x="7183525" y="3429000"/>
              <a:ext cx="662814" cy="641082"/>
            </a:xfrm>
            <a:prstGeom prst="rect">
              <a:avLst/>
            </a:prstGeom>
          </p:spPr>
        </p:pic>
        <p:sp>
          <p:nvSpPr>
            <p:cNvPr id="234" name="文本框 233">
              <a:extLst>
                <a:ext uri="{FF2B5EF4-FFF2-40B4-BE49-F238E27FC236}">
                  <a16:creationId xmlns:a16="http://schemas.microsoft.com/office/drawing/2014/main" id="{D9B1B277-0BAF-4320-A426-7D2D1937B07C}"/>
                </a:ext>
              </a:extLst>
            </p:cNvPr>
            <p:cNvSpPr txBox="1"/>
            <p:nvPr/>
          </p:nvSpPr>
          <p:spPr>
            <a:xfrm>
              <a:off x="7446289" y="3445956"/>
              <a:ext cx="374650" cy="400110"/>
            </a:xfrm>
            <a:prstGeom prst="rect">
              <a:avLst/>
            </a:prstGeom>
            <a:noFill/>
          </p:spPr>
          <p:txBody>
            <a:bodyPr wrap="square" rtlCol="0">
              <a:spAutoFit/>
            </a:bodyPr>
            <a:lstStyle/>
            <a:p>
              <a:pPr algn="ctr"/>
              <a:r>
                <a:rPr lang="en-US" altLang="zh-CN" sz="2000" b="1" dirty="0">
                  <a:solidFill>
                    <a:schemeClr val="bg1"/>
                  </a:solidFill>
                </a:rPr>
                <a:t>G</a:t>
              </a:r>
              <a:endParaRPr lang="zh-CN" altLang="en-US" sz="2000" b="1" dirty="0">
                <a:solidFill>
                  <a:schemeClr val="bg1"/>
                </a:solidFill>
              </a:endParaRPr>
            </a:p>
          </p:txBody>
        </p:sp>
      </p:grpSp>
      <p:grpSp>
        <p:nvGrpSpPr>
          <p:cNvPr id="235" name="组合 234">
            <a:extLst>
              <a:ext uri="{FF2B5EF4-FFF2-40B4-BE49-F238E27FC236}">
                <a16:creationId xmlns:a16="http://schemas.microsoft.com/office/drawing/2014/main" id="{20407DF2-281E-43C8-9544-31BDEE3C0C8A}"/>
              </a:ext>
            </a:extLst>
          </p:cNvPr>
          <p:cNvGrpSpPr/>
          <p:nvPr/>
        </p:nvGrpSpPr>
        <p:grpSpPr>
          <a:xfrm>
            <a:off x="9625282" y="5502242"/>
            <a:ext cx="662814" cy="641082"/>
            <a:chOff x="7183525" y="3429000"/>
            <a:chExt cx="662814" cy="641082"/>
          </a:xfrm>
        </p:grpSpPr>
        <p:pic>
          <p:nvPicPr>
            <p:cNvPr id="236" name="图形 10">
              <a:extLst>
                <a:ext uri="{FF2B5EF4-FFF2-40B4-BE49-F238E27FC236}">
                  <a16:creationId xmlns:a16="http://schemas.microsoft.com/office/drawing/2014/main" id="{F67445AB-978C-4EEC-AAFB-D2DFA44E6B0F}"/>
                </a:ext>
              </a:extLst>
            </p:cNvPr>
            <p:cNvPicPr>
              <a:picLocks noChangeAspect="1"/>
            </p:cNvPicPr>
            <p:nvPr/>
          </p:nvPicPr>
          <p:blipFill>
            <a:blip r:embed="rId3">
              <a:extLst>
                <a:ext uri="{28A0092B-C50C-407E-A947-70E740481C1C}">
                  <a14:useLocalDpi xmlns:a14="http://schemas.microsoft.com/office/drawing/2010/main" val="0"/>
                </a:ext>
                <a:ext uri="{96DAC541-7B7A-43D3-8B79-37D633B846F1}">
                  <asvg:svgBlip xmlns:asvg="http://schemas.microsoft.com/office/drawing/2016/SVG/main" r:embed="rId4"/>
                </a:ext>
              </a:extLst>
            </a:blip>
            <a:stretch>
              <a:fillRect/>
            </a:stretch>
          </p:blipFill>
          <p:spPr>
            <a:xfrm>
              <a:off x="7183525" y="3429000"/>
              <a:ext cx="662814" cy="641082"/>
            </a:xfrm>
            <a:prstGeom prst="rect">
              <a:avLst/>
            </a:prstGeom>
          </p:spPr>
        </p:pic>
        <p:sp>
          <p:nvSpPr>
            <p:cNvPr id="237" name="文本框 236">
              <a:extLst>
                <a:ext uri="{FF2B5EF4-FFF2-40B4-BE49-F238E27FC236}">
                  <a16:creationId xmlns:a16="http://schemas.microsoft.com/office/drawing/2014/main" id="{33F732E5-24B9-4DD1-98D4-0494A9567DCD}"/>
                </a:ext>
              </a:extLst>
            </p:cNvPr>
            <p:cNvSpPr txBox="1"/>
            <p:nvPr/>
          </p:nvSpPr>
          <p:spPr>
            <a:xfrm>
              <a:off x="7446289" y="3445956"/>
              <a:ext cx="374650" cy="400110"/>
            </a:xfrm>
            <a:prstGeom prst="rect">
              <a:avLst/>
            </a:prstGeom>
            <a:noFill/>
          </p:spPr>
          <p:txBody>
            <a:bodyPr wrap="square" rtlCol="0">
              <a:spAutoFit/>
            </a:bodyPr>
            <a:lstStyle/>
            <a:p>
              <a:pPr algn="ctr"/>
              <a:r>
                <a:rPr lang="en-US" altLang="zh-CN" sz="2000" b="1" dirty="0">
                  <a:solidFill>
                    <a:schemeClr val="bg1"/>
                  </a:solidFill>
                </a:rPr>
                <a:t>H</a:t>
              </a:r>
              <a:endParaRPr lang="zh-CN" altLang="en-US" sz="2000" b="1" dirty="0">
                <a:solidFill>
                  <a:schemeClr val="bg1"/>
                </a:solidFill>
              </a:endParaRPr>
            </a:p>
          </p:txBody>
        </p:sp>
      </p:grpSp>
      <p:sp>
        <p:nvSpPr>
          <p:cNvPr id="239" name="矩形 238">
            <a:extLst>
              <a:ext uri="{FF2B5EF4-FFF2-40B4-BE49-F238E27FC236}">
                <a16:creationId xmlns:a16="http://schemas.microsoft.com/office/drawing/2014/main" id="{7C7B0ACC-D3D4-4120-8501-260D6DBBE8DE}"/>
              </a:ext>
            </a:extLst>
          </p:cNvPr>
          <p:cNvSpPr/>
          <p:nvPr/>
        </p:nvSpPr>
        <p:spPr>
          <a:xfrm>
            <a:off x="4023836" y="4544895"/>
            <a:ext cx="4123499" cy="1873250"/>
          </a:xfrm>
          <a:prstGeom prst="rect">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grpSp>
        <p:nvGrpSpPr>
          <p:cNvPr id="7" name="组合 6">
            <a:extLst>
              <a:ext uri="{FF2B5EF4-FFF2-40B4-BE49-F238E27FC236}">
                <a16:creationId xmlns:a16="http://schemas.microsoft.com/office/drawing/2014/main" id="{9F1FB753-2E88-4630-887E-DF963583F405}"/>
              </a:ext>
            </a:extLst>
          </p:cNvPr>
          <p:cNvGrpSpPr/>
          <p:nvPr/>
        </p:nvGrpSpPr>
        <p:grpSpPr>
          <a:xfrm>
            <a:off x="4023836" y="1778617"/>
            <a:ext cx="949331" cy="4540363"/>
            <a:chOff x="4023836" y="1778617"/>
            <a:chExt cx="949331" cy="4540363"/>
          </a:xfrm>
        </p:grpSpPr>
        <p:sp>
          <p:nvSpPr>
            <p:cNvPr id="20" name="矩形 19">
              <a:extLst>
                <a:ext uri="{FF2B5EF4-FFF2-40B4-BE49-F238E27FC236}">
                  <a16:creationId xmlns:a16="http://schemas.microsoft.com/office/drawing/2014/main" id="{B7E1855B-BB0E-4F7F-86D0-BB02329A21F2}"/>
                </a:ext>
              </a:extLst>
            </p:cNvPr>
            <p:cNvSpPr/>
            <p:nvPr/>
          </p:nvSpPr>
          <p:spPr>
            <a:xfrm>
              <a:off x="4023836" y="2268556"/>
              <a:ext cx="949331" cy="246054"/>
            </a:xfrm>
            <a:prstGeom prst="rect">
              <a:avLst/>
            </a:prstGeom>
            <a:solidFill>
              <a:schemeClr val="accent4"/>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CN" sz="2000" b="1" dirty="0">
                  <a:solidFill>
                    <a:schemeClr val="bg1"/>
                  </a:solidFill>
                  <a:latin typeface="Arial Narrow" panose="020B0606020202030204" pitchFamily="34" charset="0"/>
                </a:rPr>
                <a:t>Access</a:t>
              </a:r>
              <a:endParaRPr lang="zh-CN" altLang="en-US" sz="2000" b="1" dirty="0">
                <a:solidFill>
                  <a:schemeClr val="bg1"/>
                </a:solidFill>
                <a:latin typeface="Arial Narrow" panose="020B0606020202030204" pitchFamily="34" charset="0"/>
              </a:endParaRPr>
            </a:p>
          </p:txBody>
        </p:sp>
        <p:sp>
          <p:nvSpPr>
            <p:cNvPr id="18" name="矩形 17">
              <a:extLst>
                <a:ext uri="{FF2B5EF4-FFF2-40B4-BE49-F238E27FC236}">
                  <a16:creationId xmlns:a16="http://schemas.microsoft.com/office/drawing/2014/main" id="{9FF17DC4-7312-49F3-82F1-6543D08F7A97}"/>
                </a:ext>
              </a:extLst>
            </p:cNvPr>
            <p:cNvSpPr/>
            <p:nvPr/>
          </p:nvSpPr>
          <p:spPr>
            <a:xfrm>
              <a:off x="4023836" y="1778617"/>
              <a:ext cx="949331" cy="246054"/>
            </a:xfrm>
            <a:prstGeom prst="rect">
              <a:avLst/>
            </a:prstGeom>
            <a:solidFill>
              <a:schemeClr val="tx2"/>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CN" sz="2000" b="1" dirty="0">
                  <a:solidFill>
                    <a:schemeClr val="bg1"/>
                  </a:solidFill>
                  <a:latin typeface="Arial Narrow" panose="020B0606020202030204" pitchFamily="34" charset="0"/>
                </a:rPr>
                <a:t>PVID=1</a:t>
              </a:r>
              <a:endParaRPr lang="zh-CN" altLang="en-US" sz="2000" b="1" dirty="0">
                <a:solidFill>
                  <a:schemeClr val="bg1"/>
                </a:solidFill>
                <a:latin typeface="Arial Narrow" panose="020B0606020202030204" pitchFamily="34" charset="0"/>
              </a:endParaRPr>
            </a:p>
          </p:txBody>
        </p:sp>
        <p:sp>
          <p:nvSpPr>
            <p:cNvPr id="19" name="矩形 18">
              <a:extLst>
                <a:ext uri="{FF2B5EF4-FFF2-40B4-BE49-F238E27FC236}">
                  <a16:creationId xmlns:a16="http://schemas.microsoft.com/office/drawing/2014/main" id="{77C24B11-AA44-4B22-9A14-1ED14C517EC7}"/>
                </a:ext>
              </a:extLst>
            </p:cNvPr>
            <p:cNvSpPr/>
            <p:nvPr/>
          </p:nvSpPr>
          <p:spPr>
            <a:xfrm>
              <a:off x="4023836" y="2023948"/>
              <a:ext cx="949331" cy="246054"/>
            </a:xfrm>
            <a:prstGeom prst="rect">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CN" sz="2000" b="1" dirty="0">
                  <a:solidFill>
                    <a:schemeClr val="tx1"/>
                  </a:solidFill>
                  <a:latin typeface="Arial Black" panose="020B0A04020102020204" pitchFamily="34" charset="0"/>
                </a:rPr>
                <a:t>1</a:t>
              </a:r>
              <a:endParaRPr lang="zh-CN" altLang="en-US" sz="2000" b="1" dirty="0">
                <a:solidFill>
                  <a:schemeClr val="tx1"/>
                </a:solidFill>
                <a:latin typeface="Arial Black" panose="020B0A04020102020204" pitchFamily="34" charset="0"/>
              </a:endParaRPr>
            </a:p>
          </p:txBody>
        </p:sp>
        <p:sp>
          <p:nvSpPr>
            <p:cNvPr id="101" name="矩形 100">
              <a:extLst>
                <a:ext uri="{FF2B5EF4-FFF2-40B4-BE49-F238E27FC236}">
                  <a16:creationId xmlns:a16="http://schemas.microsoft.com/office/drawing/2014/main" id="{8409FF2B-377F-49BE-9851-B1DFD97BA154}"/>
                </a:ext>
              </a:extLst>
            </p:cNvPr>
            <p:cNvSpPr/>
            <p:nvPr/>
          </p:nvSpPr>
          <p:spPr>
            <a:xfrm>
              <a:off x="4023836" y="3196333"/>
              <a:ext cx="949331" cy="246054"/>
            </a:xfrm>
            <a:prstGeom prst="rect">
              <a:avLst/>
            </a:prstGeom>
            <a:solidFill>
              <a:schemeClr val="accent4"/>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CN" sz="2000" b="1" dirty="0">
                  <a:solidFill>
                    <a:schemeClr val="bg1"/>
                  </a:solidFill>
                  <a:latin typeface="Arial Narrow" panose="020B0606020202030204" pitchFamily="34" charset="0"/>
                </a:rPr>
                <a:t>Access</a:t>
              </a:r>
              <a:endParaRPr lang="zh-CN" altLang="en-US" sz="2000" b="1" dirty="0">
                <a:solidFill>
                  <a:schemeClr val="bg1"/>
                </a:solidFill>
                <a:latin typeface="Arial Narrow" panose="020B0606020202030204" pitchFamily="34" charset="0"/>
              </a:endParaRPr>
            </a:p>
          </p:txBody>
        </p:sp>
        <p:sp>
          <p:nvSpPr>
            <p:cNvPr id="102" name="矩形 101">
              <a:extLst>
                <a:ext uri="{FF2B5EF4-FFF2-40B4-BE49-F238E27FC236}">
                  <a16:creationId xmlns:a16="http://schemas.microsoft.com/office/drawing/2014/main" id="{D4897C53-5E49-49CB-BB29-21C020F51F09}"/>
                </a:ext>
              </a:extLst>
            </p:cNvPr>
            <p:cNvSpPr/>
            <p:nvPr/>
          </p:nvSpPr>
          <p:spPr>
            <a:xfrm>
              <a:off x="4023836" y="2706394"/>
              <a:ext cx="949331" cy="246054"/>
            </a:xfrm>
            <a:prstGeom prst="rect">
              <a:avLst/>
            </a:prstGeom>
            <a:solidFill>
              <a:schemeClr val="tx2"/>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CN" sz="2000" b="1" dirty="0">
                  <a:solidFill>
                    <a:schemeClr val="bg1"/>
                  </a:solidFill>
                  <a:latin typeface="Arial Narrow" panose="020B0606020202030204" pitchFamily="34" charset="0"/>
                </a:rPr>
                <a:t>PVID=1</a:t>
              </a:r>
              <a:endParaRPr lang="zh-CN" altLang="en-US" sz="2000" b="1" dirty="0">
                <a:solidFill>
                  <a:schemeClr val="bg1"/>
                </a:solidFill>
                <a:latin typeface="Arial Narrow" panose="020B0606020202030204" pitchFamily="34" charset="0"/>
              </a:endParaRPr>
            </a:p>
          </p:txBody>
        </p:sp>
        <p:sp>
          <p:nvSpPr>
            <p:cNvPr id="103" name="矩形 102">
              <a:extLst>
                <a:ext uri="{FF2B5EF4-FFF2-40B4-BE49-F238E27FC236}">
                  <a16:creationId xmlns:a16="http://schemas.microsoft.com/office/drawing/2014/main" id="{1567836D-A76C-4418-B7C7-D96BA725C4D4}"/>
                </a:ext>
              </a:extLst>
            </p:cNvPr>
            <p:cNvSpPr/>
            <p:nvPr/>
          </p:nvSpPr>
          <p:spPr>
            <a:xfrm>
              <a:off x="4023836" y="2951725"/>
              <a:ext cx="949331" cy="246054"/>
            </a:xfrm>
            <a:prstGeom prst="rect">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CN" sz="2000" b="1" dirty="0">
                  <a:solidFill>
                    <a:schemeClr val="tx1"/>
                  </a:solidFill>
                  <a:latin typeface="Arial Black" panose="020B0A04020102020204" pitchFamily="34" charset="0"/>
                </a:rPr>
                <a:t>2</a:t>
              </a:r>
              <a:endParaRPr lang="zh-CN" altLang="en-US" sz="2000" b="1" dirty="0">
                <a:solidFill>
                  <a:schemeClr val="tx1"/>
                </a:solidFill>
                <a:latin typeface="Arial Black" panose="020B0A04020102020204" pitchFamily="34" charset="0"/>
              </a:endParaRPr>
            </a:p>
          </p:txBody>
        </p:sp>
        <p:sp>
          <p:nvSpPr>
            <p:cNvPr id="256" name="矩形 255">
              <a:extLst>
                <a:ext uri="{FF2B5EF4-FFF2-40B4-BE49-F238E27FC236}">
                  <a16:creationId xmlns:a16="http://schemas.microsoft.com/office/drawing/2014/main" id="{B84A381A-189B-4FD4-B8E3-E4AD89F1BA29}"/>
                </a:ext>
              </a:extLst>
            </p:cNvPr>
            <p:cNvSpPr/>
            <p:nvPr/>
          </p:nvSpPr>
          <p:spPr>
            <a:xfrm>
              <a:off x="4023836" y="5145149"/>
              <a:ext cx="949331" cy="246054"/>
            </a:xfrm>
            <a:prstGeom prst="rect">
              <a:avLst/>
            </a:prstGeom>
            <a:solidFill>
              <a:schemeClr val="accent4"/>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CN" sz="2000" b="1" dirty="0">
                  <a:solidFill>
                    <a:schemeClr val="bg1"/>
                  </a:solidFill>
                  <a:latin typeface="Arial Narrow" panose="020B0606020202030204" pitchFamily="34" charset="0"/>
                </a:rPr>
                <a:t>Access</a:t>
              </a:r>
              <a:endParaRPr lang="zh-CN" altLang="en-US" sz="2000" b="1" dirty="0">
                <a:solidFill>
                  <a:schemeClr val="bg1"/>
                </a:solidFill>
                <a:latin typeface="Arial Narrow" panose="020B0606020202030204" pitchFamily="34" charset="0"/>
              </a:endParaRPr>
            </a:p>
          </p:txBody>
        </p:sp>
        <p:sp>
          <p:nvSpPr>
            <p:cNvPr id="257" name="矩形 256">
              <a:extLst>
                <a:ext uri="{FF2B5EF4-FFF2-40B4-BE49-F238E27FC236}">
                  <a16:creationId xmlns:a16="http://schemas.microsoft.com/office/drawing/2014/main" id="{3E2A3BD9-6E55-443E-AFD3-155471AEE4D2}"/>
                </a:ext>
              </a:extLst>
            </p:cNvPr>
            <p:cNvSpPr/>
            <p:nvPr/>
          </p:nvSpPr>
          <p:spPr>
            <a:xfrm>
              <a:off x="4023836" y="4655210"/>
              <a:ext cx="949331" cy="246054"/>
            </a:xfrm>
            <a:prstGeom prst="rect">
              <a:avLst/>
            </a:prstGeom>
            <a:solidFill>
              <a:schemeClr val="tx2"/>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CN" sz="2000" b="1" dirty="0">
                  <a:solidFill>
                    <a:schemeClr val="bg1"/>
                  </a:solidFill>
                  <a:latin typeface="Arial Narrow" panose="020B0606020202030204" pitchFamily="34" charset="0"/>
                </a:rPr>
                <a:t>PVID=1</a:t>
              </a:r>
              <a:endParaRPr lang="zh-CN" altLang="en-US" sz="2000" b="1" dirty="0">
                <a:solidFill>
                  <a:schemeClr val="bg1"/>
                </a:solidFill>
                <a:latin typeface="Arial Narrow" panose="020B0606020202030204" pitchFamily="34" charset="0"/>
              </a:endParaRPr>
            </a:p>
          </p:txBody>
        </p:sp>
        <p:sp>
          <p:nvSpPr>
            <p:cNvPr id="258" name="矩形 257">
              <a:extLst>
                <a:ext uri="{FF2B5EF4-FFF2-40B4-BE49-F238E27FC236}">
                  <a16:creationId xmlns:a16="http://schemas.microsoft.com/office/drawing/2014/main" id="{998F2179-3C9B-4A3B-BB18-B6AF194E81DB}"/>
                </a:ext>
              </a:extLst>
            </p:cNvPr>
            <p:cNvSpPr/>
            <p:nvPr/>
          </p:nvSpPr>
          <p:spPr>
            <a:xfrm>
              <a:off x="4023836" y="4900541"/>
              <a:ext cx="949331" cy="246054"/>
            </a:xfrm>
            <a:prstGeom prst="rect">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CN" sz="2000" b="1" dirty="0">
                  <a:solidFill>
                    <a:schemeClr val="tx1"/>
                  </a:solidFill>
                  <a:latin typeface="Arial Black" panose="020B0A04020102020204" pitchFamily="34" charset="0"/>
                </a:rPr>
                <a:t>1</a:t>
              </a:r>
              <a:endParaRPr lang="zh-CN" altLang="en-US" sz="2000" b="1" dirty="0">
                <a:solidFill>
                  <a:schemeClr val="tx1"/>
                </a:solidFill>
                <a:latin typeface="Arial Black" panose="020B0A04020102020204" pitchFamily="34" charset="0"/>
              </a:endParaRPr>
            </a:p>
          </p:txBody>
        </p:sp>
        <p:sp>
          <p:nvSpPr>
            <p:cNvPr id="250" name="矩形 249">
              <a:extLst>
                <a:ext uri="{FF2B5EF4-FFF2-40B4-BE49-F238E27FC236}">
                  <a16:creationId xmlns:a16="http://schemas.microsoft.com/office/drawing/2014/main" id="{3E91ADCE-49F1-4F93-B295-F60388B05EEA}"/>
                </a:ext>
              </a:extLst>
            </p:cNvPr>
            <p:cNvSpPr/>
            <p:nvPr/>
          </p:nvSpPr>
          <p:spPr>
            <a:xfrm>
              <a:off x="4023836" y="6072926"/>
              <a:ext cx="949331" cy="246054"/>
            </a:xfrm>
            <a:prstGeom prst="rect">
              <a:avLst/>
            </a:prstGeom>
            <a:solidFill>
              <a:schemeClr val="accent4"/>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CN" sz="2000" b="1" dirty="0">
                  <a:solidFill>
                    <a:schemeClr val="bg1"/>
                  </a:solidFill>
                  <a:latin typeface="Arial Narrow" panose="020B0606020202030204" pitchFamily="34" charset="0"/>
                </a:rPr>
                <a:t>Access</a:t>
              </a:r>
              <a:endParaRPr lang="zh-CN" altLang="en-US" sz="2000" b="1" dirty="0">
                <a:solidFill>
                  <a:schemeClr val="bg1"/>
                </a:solidFill>
                <a:latin typeface="Arial Narrow" panose="020B0606020202030204" pitchFamily="34" charset="0"/>
              </a:endParaRPr>
            </a:p>
          </p:txBody>
        </p:sp>
        <p:sp>
          <p:nvSpPr>
            <p:cNvPr id="251" name="矩形 250">
              <a:extLst>
                <a:ext uri="{FF2B5EF4-FFF2-40B4-BE49-F238E27FC236}">
                  <a16:creationId xmlns:a16="http://schemas.microsoft.com/office/drawing/2014/main" id="{A45CC7F9-BF3B-4EF4-A509-FA79A066C5A9}"/>
                </a:ext>
              </a:extLst>
            </p:cNvPr>
            <p:cNvSpPr/>
            <p:nvPr/>
          </p:nvSpPr>
          <p:spPr>
            <a:xfrm>
              <a:off x="4023836" y="5582987"/>
              <a:ext cx="949331" cy="246054"/>
            </a:xfrm>
            <a:prstGeom prst="rect">
              <a:avLst/>
            </a:prstGeom>
            <a:solidFill>
              <a:schemeClr val="tx2"/>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CN" sz="2000" b="1" dirty="0">
                  <a:solidFill>
                    <a:schemeClr val="bg1"/>
                  </a:solidFill>
                  <a:latin typeface="Arial Narrow" panose="020B0606020202030204" pitchFamily="34" charset="0"/>
                </a:rPr>
                <a:t>PVID=1</a:t>
              </a:r>
              <a:endParaRPr lang="zh-CN" altLang="en-US" sz="2000" b="1" dirty="0">
                <a:solidFill>
                  <a:schemeClr val="bg1"/>
                </a:solidFill>
                <a:latin typeface="Arial Narrow" panose="020B0606020202030204" pitchFamily="34" charset="0"/>
              </a:endParaRPr>
            </a:p>
          </p:txBody>
        </p:sp>
        <p:sp>
          <p:nvSpPr>
            <p:cNvPr id="252" name="矩形 251">
              <a:extLst>
                <a:ext uri="{FF2B5EF4-FFF2-40B4-BE49-F238E27FC236}">
                  <a16:creationId xmlns:a16="http://schemas.microsoft.com/office/drawing/2014/main" id="{EB4EA82B-D0BE-4BB7-B2BB-B6C11C7E5284}"/>
                </a:ext>
              </a:extLst>
            </p:cNvPr>
            <p:cNvSpPr/>
            <p:nvPr/>
          </p:nvSpPr>
          <p:spPr>
            <a:xfrm>
              <a:off x="4023836" y="5828318"/>
              <a:ext cx="949331" cy="246054"/>
            </a:xfrm>
            <a:prstGeom prst="rect">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CN" sz="2000" b="1" dirty="0">
                  <a:solidFill>
                    <a:schemeClr val="tx1"/>
                  </a:solidFill>
                  <a:latin typeface="Arial Black" panose="020B0A04020102020204" pitchFamily="34" charset="0"/>
                </a:rPr>
                <a:t>2</a:t>
              </a:r>
              <a:endParaRPr lang="zh-CN" altLang="en-US" sz="2000" b="1" dirty="0">
                <a:solidFill>
                  <a:schemeClr val="tx1"/>
                </a:solidFill>
                <a:latin typeface="Arial Black" panose="020B0A04020102020204" pitchFamily="34" charset="0"/>
              </a:endParaRPr>
            </a:p>
          </p:txBody>
        </p:sp>
      </p:grpSp>
      <p:grpSp>
        <p:nvGrpSpPr>
          <p:cNvPr id="5" name="组合 4">
            <a:extLst>
              <a:ext uri="{FF2B5EF4-FFF2-40B4-BE49-F238E27FC236}">
                <a16:creationId xmlns:a16="http://schemas.microsoft.com/office/drawing/2014/main" id="{2A18030F-293B-4C0E-A942-8155C97A7264}"/>
              </a:ext>
            </a:extLst>
          </p:cNvPr>
          <p:cNvGrpSpPr/>
          <p:nvPr/>
        </p:nvGrpSpPr>
        <p:grpSpPr>
          <a:xfrm>
            <a:off x="7198003" y="1778617"/>
            <a:ext cx="949331" cy="4540363"/>
            <a:chOff x="7198003" y="1778617"/>
            <a:chExt cx="949331" cy="4540363"/>
          </a:xfrm>
        </p:grpSpPr>
        <p:sp>
          <p:nvSpPr>
            <p:cNvPr id="97" name="矩形 96">
              <a:extLst>
                <a:ext uri="{FF2B5EF4-FFF2-40B4-BE49-F238E27FC236}">
                  <a16:creationId xmlns:a16="http://schemas.microsoft.com/office/drawing/2014/main" id="{3BBF2F85-5254-4C5E-B9C9-22DB14274499}"/>
                </a:ext>
              </a:extLst>
            </p:cNvPr>
            <p:cNvSpPr/>
            <p:nvPr/>
          </p:nvSpPr>
          <p:spPr>
            <a:xfrm>
              <a:off x="7198003" y="2268556"/>
              <a:ext cx="949331" cy="246054"/>
            </a:xfrm>
            <a:prstGeom prst="rect">
              <a:avLst/>
            </a:prstGeom>
            <a:solidFill>
              <a:schemeClr val="accent4"/>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CN" sz="2000" b="1" dirty="0">
                  <a:solidFill>
                    <a:schemeClr val="bg1"/>
                  </a:solidFill>
                  <a:latin typeface="Arial Narrow" panose="020B0606020202030204" pitchFamily="34" charset="0"/>
                </a:rPr>
                <a:t>Access</a:t>
              </a:r>
              <a:endParaRPr lang="zh-CN" altLang="en-US" sz="2000" b="1" dirty="0">
                <a:solidFill>
                  <a:schemeClr val="bg1"/>
                </a:solidFill>
                <a:latin typeface="Arial Narrow" panose="020B0606020202030204" pitchFamily="34" charset="0"/>
              </a:endParaRPr>
            </a:p>
          </p:txBody>
        </p:sp>
        <p:sp>
          <p:nvSpPr>
            <p:cNvPr id="98" name="矩形 97">
              <a:extLst>
                <a:ext uri="{FF2B5EF4-FFF2-40B4-BE49-F238E27FC236}">
                  <a16:creationId xmlns:a16="http://schemas.microsoft.com/office/drawing/2014/main" id="{FA0A74E5-CA39-49B2-866C-E709E2EDDE3F}"/>
                </a:ext>
              </a:extLst>
            </p:cNvPr>
            <p:cNvSpPr/>
            <p:nvPr/>
          </p:nvSpPr>
          <p:spPr>
            <a:xfrm>
              <a:off x="7198003" y="1778617"/>
              <a:ext cx="949331" cy="246054"/>
            </a:xfrm>
            <a:prstGeom prst="rect">
              <a:avLst/>
            </a:prstGeom>
            <a:solidFill>
              <a:schemeClr val="accent6"/>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CN" sz="2000" b="1" dirty="0">
                  <a:solidFill>
                    <a:schemeClr val="bg1"/>
                  </a:solidFill>
                  <a:latin typeface="Arial Narrow" panose="020B0606020202030204" pitchFamily="34" charset="0"/>
                </a:rPr>
                <a:t>PVID=2</a:t>
              </a:r>
              <a:endParaRPr lang="zh-CN" altLang="en-US" sz="2000" b="1" dirty="0">
                <a:solidFill>
                  <a:schemeClr val="bg1"/>
                </a:solidFill>
                <a:latin typeface="Arial Narrow" panose="020B0606020202030204" pitchFamily="34" charset="0"/>
              </a:endParaRPr>
            </a:p>
          </p:txBody>
        </p:sp>
        <p:sp>
          <p:nvSpPr>
            <p:cNvPr id="99" name="矩形 98">
              <a:extLst>
                <a:ext uri="{FF2B5EF4-FFF2-40B4-BE49-F238E27FC236}">
                  <a16:creationId xmlns:a16="http://schemas.microsoft.com/office/drawing/2014/main" id="{43589477-E598-4560-B96A-389DBBA7491E}"/>
                </a:ext>
              </a:extLst>
            </p:cNvPr>
            <p:cNvSpPr/>
            <p:nvPr/>
          </p:nvSpPr>
          <p:spPr>
            <a:xfrm>
              <a:off x="7198003" y="2023948"/>
              <a:ext cx="949331" cy="246054"/>
            </a:xfrm>
            <a:prstGeom prst="rect">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CN" sz="2000" b="1" dirty="0">
                  <a:solidFill>
                    <a:schemeClr val="tx1"/>
                  </a:solidFill>
                  <a:latin typeface="Arial Black" panose="020B0A04020102020204" pitchFamily="34" charset="0"/>
                </a:rPr>
                <a:t>3</a:t>
              </a:r>
              <a:endParaRPr lang="zh-CN" altLang="en-US" sz="2000" b="1" dirty="0">
                <a:solidFill>
                  <a:schemeClr val="tx1"/>
                </a:solidFill>
                <a:latin typeface="Arial Black" panose="020B0A04020102020204" pitchFamily="34" charset="0"/>
              </a:endParaRPr>
            </a:p>
          </p:txBody>
        </p:sp>
        <p:sp>
          <p:nvSpPr>
            <p:cNvPr id="105" name="矩形 104">
              <a:extLst>
                <a:ext uri="{FF2B5EF4-FFF2-40B4-BE49-F238E27FC236}">
                  <a16:creationId xmlns:a16="http://schemas.microsoft.com/office/drawing/2014/main" id="{FDD83916-FC6B-463D-882A-FB297753262F}"/>
                </a:ext>
              </a:extLst>
            </p:cNvPr>
            <p:cNvSpPr/>
            <p:nvPr/>
          </p:nvSpPr>
          <p:spPr>
            <a:xfrm>
              <a:off x="7198003" y="3196333"/>
              <a:ext cx="949331" cy="246054"/>
            </a:xfrm>
            <a:prstGeom prst="rect">
              <a:avLst/>
            </a:prstGeom>
            <a:solidFill>
              <a:schemeClr val="accent4"/>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CN" sz="2000" b="1" dirty="0">
                  <a:solidFill>
                    <a:schemeClr val="bg1"/>
                  </a:solidFill>
                  <a:latin typeface="Arial Narrow" panose="020B0606020202030204" pitchFamily="34" charset="0"/>
                </a:rPr>
                <a:t>Access</a:t>
              </a:r>
              <a:endParaRPr lang="zh-CN" altLang="en-US" sz="2000" b="1" dirty="0">
                <a:solidFill>
                  <a:schemeClr val="bg1"/>
                </a:solidFill>
                <a:latin typeface="Arial Narrow" panose="020B0606020202030204" pitchFamily="34" charset="0"/>
              </a:endParaRPr>
            </a:p>
          </p:txBody>
        </p:sp>
        <p:sp>
          <p:nvSpPr>
            <p:cNvPr id="106" name="矩形 105">
              <a:extLst>
                <a:ext uri="{FF2B5EF4-FFF2-40B4-BE49-F238E27FC236}">
                  <a16:creationId xmlns:a16="http://schemas.microsoft.com/office/drawing/2014/main" id="{7778D31A-9997-42F1-BFE6-70B76EDEA33E}"/>
                </a:ext>
              </a:extLst>
            </p:cNvPr>
            <p:cNvSpPr/>
            <p:nvPr/>
          </p:nvSpPr>
          <p:spPr>
            <a:xfrm>
              <a:off x="7198003" y="2706394"/>
              <a:ext cx="949331" cy="246054"/>
            </a:xfrm>
            <a:prstGeom prst="rect">
              <a:avLst/>
            </a:prstGeom>
            <a:solidFill>
              <a:schemeClr val="accent6"/>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CN" sz="2000" b="1" dirty="0">
                  <a:solidFill>
                    <a:schemeClr val="bg1"/>
                  </a:solidFill>
                  <a:latin typeface="Arial Narrow" panose="020B0606020202030204" pitchFamily="34" charset="0"/>
                </a:rPr>
                <a:t>PVID=2</a:t>
              </a:r>
              <a:endParaRPr lang="zh-CN" altLang="en-US" sz="2000" b="1" dirty="0">
                <a:solidFill>
                  <a:schemeClr val="bg1"/>
                </a:solidFill>
                <a:latin typeface="Arial Narrow" panose="020B0606020202030204" pitchFamily="34" charset="0"/>
              </a:endParaRPr>
            </a:p>
          </p:txBody>
        </p:sp>
        <p:sp>
          <p:nvSpPr>
            <p:cNvPr id="107" name="矩形 106">
              <a:extLst>
                <a:ext uri="{FF2B5EF4-FFF2-40B4-BE49-F238E27FC236}">
                  <a16:creationId xmlns:a16="http://schemas.microsoft.com/office/drawing/2014/main" id="{A0A12A57-44DD-4F8D-BFAD-6354726866AB}"/>
                </a:ext>
              </a:extLst>
            </p:cNvPr>
            <p:cNvSpPr/>
            <p:nvPr/>
          </p:nvSpPr>
          <p:spPr>
            <a:xfrm>
              <a:off x="7198003" y="2951725"/>
              <a:ext cx="949331" cy="246054"/>
            </a:xfrm>
            <a:prstGeom prst="rect">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CN" sz="2000" b="1" dirty="0">
                  <a:solidFill>
                    <a:schemeClr val="tx1"/>
                  </a:solidFill>
                  <a:latin typeface="Arial Black" panose="020B0A04020102020204" pitchFamily="34" charset="0"/>
                </a:rPr>
                <a:t>4</a:t>
              </a:r>
              <a:endParaRPr lang="zh-CN" altLang="en-US" sz="2000" b="1" dirty="0">
                <a:solidFill>
                  <a:schemeClr val="tx1"/>
                </a:solidFill>
                <a:latin typeface="Arial Black" panose="020B0A04020102020204" pitchFamily="34" charset="0"/>
              </a:endParaRPr>
            </a:p>
          </p:txBody>
        </p:sp>
        <p:sp>
          <p:nvSpPr>
            <p:cNvPr id="253" name="矩形 252">
              <a:extLst>
                <a:ext uri="{FF2B5EF4-FFF2-40B4-BE49-F238E27FC236}">
                  <a16:creationId xmlns:a16="http://schemas.microsoft.com/office/drawing/2014/main" id="{3F06AA5C-2E4A-4792-BFA2-7ADDF680035C}"/>
                </a:ext>
              </a:extLst>
            </p:cNvPr>
            <p:cNvSpPr/>
            <p:nvPr/>
          </p:nvSpPr>
          <p:spPr>
            <a:xfrm>
              <a:off x="7198003" y="5145149"/>
              <a:ext cx="949331" cy="246054"/>
            </a:xfrm>
            <a:prstGeom prst="rect">
              <a:avLst/>
            </a:prstGeom>
            <a:solidFill>
              <a:schemeClr val="accent4"/>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CN" sz="2000" b="1" dirty="0">
                  <a:solidFill>
                    <a:schemeClr val="bg1"/>
                  </a:solidFill>
                  <a:latin typeface="Arial Narrow" panose="020B0606020202030204" pitchFamily="34" charset="0"/>
                </a:rPr>
                <a:t>Access</a:t>
              </a:r>
              <a:endParaRPr lang="zh-CN" altLang="en-US" sz="2000" b="1" dirty="0">
                <a:solidFill>
                  <a:schemeClr val="bg1"/>
                </a:solidFill>
                <a:latin typeface="Arial Narrow" panose="020B0606020202030204" pitchFamily="34" charset="0"/>
              </a:endParaRPr>
            </a:p>
          </p:txBody>
        </p:sp>
        <p:sp>
          <p:nvSpPr>
            <p:cNvPr id="254" name="矩形 253">
              <a:extLst>
                <a:ext uri="{FF2B5EF4-FFF2-40B4-BE49-F238E27FC236}">
                  <a16:creationId xmlns:a16="http://schemas.microsoft.com/office/drawing/2014/main" id="{AD777FCE-7191-4C6C-AE6B-DABD40795101}"/>
                </a:ext>
              </a:extLst>
            </p:cNvPr>
            <p:cNvSpPr/>
            <p:nvPr/>
          </p:nvSpPr>
          <p:spPr>
            <a:xfrm>
              <a:off x="7198003" y="4655210"/>
              <a:ext cx="949331" cy="246054"/>
            </a:xfrm>
            <a:prstGeom prst="rect">
              <a:avLst/>
            </a:prstGeom>
            <a:solidFill>
              <a:schemeClr val="accent6"/>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CN" sz="2000" b="1" dirty="0">
                  <a:solidFill>
                    <a:schemeClr val="bg1"/>
                  </a:solidFill>
                  <a:latin typeface="Arial Narrow" panose="020B0606020202030204" pitchFamily="34" charset="0"/>
                </a:rPr>
                <a:t>PVID=2</a:t>
              </a:r>
              <a:endParaRPr lang="zh-CN" altLang="en-US" sz="2000" b="1" dirty="0">
                <a:solidFill>
                  <a:schemeClr val="bg1"/>
                </a:solidFill>
                <a:latin typeface="Arial Narrow" panose="020B0606020202030204" pitchFamily="34" charset="0"/>
              </a:endParaRPr>
            </a:p>
          </p:txBody>
        </p:sp>
        <p:sp>
          <p:nvSpPr>
            <p:cNvPr id="255" name="矩形 254">
              <a:extLst>
                <a:ext uri="{FF2B5EF4-FFF2-40B4-BE49-F238E27FC236}">
                  <a16:creationId xmlns:a16="http://schemas.microsoft.com/office/drawing/2014/main" id="{1F612AEE-ED4F-4DEB-BF4D-531FA184F91A}"/>
                </a:ext>
              </a:extLst>
            </p:cNvPr>
            <p:cNvSpPr/>
            <p:nvPr/>
          </p:nvSpPr>
          <p:spPr>
            <a:xfrm>
              <a:off x="7198003" y="4900541"/>
              <a:ext cx="949331" cy="246054"/>
            </a:xfrm>
            <a:prstGeom prst="rect">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CN" sz="2000" b="1" dirty="0">
                  <a:solidFill>
                    <a:schemeClr val="tx1"/>
                  </a:solidFill>
                  <a:latin typeface="Arial Black" panose="020B0A04020102020204" pitchFamily="34" charset="0"/>
                </a:rPr>
                <a:t>3</a:t>
              </a:r>
              <a:endParaRPr lang="zh-CN" altLang="en-US" sz="2000" b="1" dirty="0">
                <a:solidFill>
                  <a:schemeClr val="tx1"/>
                </a:solidFill>
                <a:latin typeface="Arial Black" panose="020B0A04020102020204" pitchFamily="34" charset="0"/>
              </a:endParaRPr>
            </a:p>
          </p:txBody>
        </p:sp>
        <p:sp>
          <p:nvSpPr>
            <p:cNvPr id="247" name="矩形 246">
              <a:extLst>
                <a:ext uri="{FF2B5EF4-FFF2-40B4-BE49-F238E27FC236}">
                  <a16:creationId xmlns:a16="http://schemas.microsoft.com/office/drawing/2014/main" id="{D8AD790D-E2A3-437D-AD1D-0B6B12FD75A6}"/>
                </a:ext>
              </a:extLst>
            </p:cNvPr>
            <p:cNvSpPr/>
            <p:nvPr/>
          </p:nvSpPr>
          <p:spPr>
            <a:xfrm>
              <a:off x="7198003" y="6072926"/>
              <a:ext cx="949331" cy="246054"/>
            </a:xfrm>
            <a:prstGeom prst="rect">
              <a:avLst/>
            </a:prstGeom>
            <a:solidFill>
              <a:schemeClr val="accent4"/>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CN" sz="2000" b="1" dirty="0">
                  <a:solidFill>
                    <a:schemeClr val="bg1"/>
                  </a:solidFill>
                  <a:latin typeface="Arial Narrow" panose="020B0606020202030204" pitchFamily="34" charset="0"/>
                </a:rPr>
                <a:t>Access</a:t>
              </a:r>
              <a:endParaRPr lang="zh-CN" altLang="en-US" sz="2000" b="1" dirty="0">
                <a:solidFill>
                  <a:schemeClr val="bg1"/>
                </a:solidFill>
                <a:latin typeface="Arial Narrow" panose="020B0606020202030204" pitchFamily="34" charset="0"/>
              </a:endParaRPr>
            </a:p>
          </p:txBody>
        </p:sp>
        <p:sp>
          <p:nvSpPr>
            <p:cNvPr id="248" name="矩形 247">
              <a:extLst>
                <a:ext uri="{FF2B5EF4-FFF2-40B4-BE49-F238E27FC236}">
                  <a16:creationId xmlns:a16="http://schemas.microsoft.com/office/drawing/2014/main" id="{A1C18209-DF3B-4B92-BE36-4F002379F79B}"/>
                </a:ext>
              </a:extLst>
            </p:cNvPr>
            <p:cNvSpPr/>
            <p:nvPr/>
          </p:nvSpPr>
          <p:spPr>
            <a:xfrm>
              <a:off x="7198003" y="5582987"/>
              <a:ext cx="949331" cy="246054"/>
            </a:xfrm>
            <a:prstGeom prst="rect">
              <a:avLst/>
            </a:prstGeom>
            <a:solidFill>
              <a:schemeClr val="accent6"/>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CN" sz="2000" b="1" dirty="0">
                  <a:solidFill>
                    <a:schemeClr val="bg1"/>
                  </a:solidFill>
                  <a:latin typeface="Arial Narrow" panose="020B0606020202030204" pitchFamily="34" charset="0"/>
                </a:rPr>
                <a:t>PVID=2</a:t>
              </a:r>
              <a:endParaRPr lang="zh-CN" altLang="en-US" sz="2000" b="1" dirty="0">
                <a:solidFill>
                  <a:schemeClr val="bg1"/>
                </a:solidFill>
                <a:latin typeface="Arial Narrow" panose="020B0606020202030204" pitchFamily="34" charset="0"/>
              </a:endParaRPr>
            </a:p>
          </p:txBody>
        </p:sp>
        <p:sp>
          <p:nvSpPr>
            <p:cNvPr id="249" name="矩形 248">
              <a:extLst>
                <a:ext uri="{FF2B5EF4-FFF2-40B4-BE49-F238E27FC236}">
                  <a16:creationId xmlns:a16="http://schemas.microsoft.com/office/drawing/2014/main" id="{F1BE5A49-E7B4-47A9-831F-C8A03198CB6D}"/>
                </a:ext>
              </a:extLst>
            </p:cNvPr>
            <p:cNvSpPr/>
            <p:nvPr/>
          </p:nvSpPr>
          <p:spPr>
            <a:xfrm>
              <a:off x="7198003" y="5828318"/>
              <a:ext cx="949331" cy="246054"/>
            </a:xfrm>
            <a:prstGeom prst="rect">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CN" sz="2000" b="1" dirty="0">
                  <a:solidFill>
                    <a:schemeClr val="tx1"/>
                  </a:solidFill>
                  <a:latin typeface="Arial Black" panose="020B0A04020102020204" pitchFamily="34" charset="0"/>
                </a:rPr>
                <a:t>4</a:t>
              </a:r>
              <a:endParaRPr lang="zh-CN" altLang="en-US" sz="2000" b="1" dirty="0">
                <a:solidFill>
                  <a:schemeClr val="tx1"/>
                </a:solidFill>
                <a:latin typeface="Arial Black" panose="020B0A04020102020204" pitchFamily="34" charset="0"/>
              </a:endParaRPr>
            </a:p>
          </p:txBody>
        </p:sp>
      </p:grpSp>
      <p:grpSp>
        <p:nvGrpSpPr>
          <p:cNvPr id="8" name="组合 7">
            <a:extLst>
              <a:ext uri="{FF2B5EF4-FFF2-40B4-BE49-F238E27FC236}">
                <a16:creationId xmlns:a16="http://schemas.microsoft.com/office/drawing/2014/main" id="{AB54A022-DB2B-43F7-9D13-440C8A514DD9}"/>
              </a:ext>
            </a:extLst>
          </p:cNvPr>
          <p:cNvGrpSpPr/>
          <p:nvPr/>
        </p:nvGrpSpPr>
        <p:grpSpPr>
          <a:xfrm>
            <a:off x="5607843" y="2804318"/>
            <a:ext cx="952407" cy="2475100"/>
            <a:chOff x="5607843" y="2804318"/>
            <a:chExt cx="952407" cy="2475100"/>
          </a:xfrm>
        </p:grpSpPr>
        <p:sp>
          <p:nvSpPr>
            <p:cNvPr id="109" name="矩形 108">
              <a:extLst>
                <a:ext uri="{FF2B5EF4-FFF2-40B4-BE49-F238E27FC236}">
                  <a16:creationId xmlns:a16="http://schemas.microsoft.com/office/drawing/2014/main" id="{2D028005-2FDE-42EC-8504-0DE3BA3255E9}"/>
                </a:ext>
              </a:extLst>
            </p:cNvPr>
            <p:cNvSpPr/>
            <p:nvPr/>
          </p:nvSpPr>
          <p:spPr>
            <a:xfrm>
              <a:off x="5610918" y="2804318"/>
              <a:ext cx="949331" cy="246054"/>
            </a:xfrm>
            <a:prstGeom prst="rect">
              <a:avLst/>
            </a:prstGeom>
            <a:solidFill>
              <a:schemeClr val="accent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CN" sz="2000" b="1" dirty="0">
                  <a:solidFill>
                    <a:schemeClr val="bg1"/>
                  </a:solidFill>
                  <a:latin typeface="Arial Narrow" panose="020B0606020202030204" pitchFamily="34" charset="0"/>
                </a:rPr>
                <a:t>Trunk</a:t>
              </a:r>
              <a:endParaRPr lang="zh-CN" altLang="en-US" sz="2000" b="1" dirty="0">
                <a:solidFill>
                  <a:schemeClr val="bg1"/>
                </a:solidFill>
                <a:latin typeface="Arial Narrow" panose="020B0606020202030204" pitchFamily="34" charset="0"/>
              </a:endParaRPr>
            </a:p>
          </p:txBody>
        </p:sp>
        <p:sp>
          <p:nvSpPr>
            <p:cNvPr id="110" name="矩形 109">
              <a:extLst>
                <a:ext uri="{FF2B5EF4-FFF2-40B4-BE49-F238E27FC236}">
                  <a16:creationId xmlns:a16="http://schemas.microsoft.com/office/drawing/2014/main" id="{2EE73AC5-B9E6-4DB2-8CFD-324ECC5941CA}"/>
                </a:ext>
              </a:extLst>
            </p:cNvPr>
            <p:cNvSpPr/>
            <p:nvPr/>
          </p:nvSpPr>
          <p:spPr>
            <a:xfrm>
              <a:off x="5610918" y="3050372"/>
              <a:ext cx="949331" cy="246054"/>
            </a:xfrm>
            <a:prstGeom prst="rect">
              <a:avLst/>
            </a:prstGeom>
            <a:solidFill>
              <a:schemeClr val="tx2"/>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CN" sz="2000" b="1" dirty="0">
                  <a:solidFill>
                    <a:schemeClr val="bg1"/>
                  </a:solidFill>
                  <a:latin typeface="Arial Narrow" panose="020B0606020202030204" pitchFamily="34" charset="0"/>
                </a:rPr>
                <a:t>PVID=1</a:t>
              </a:r>
              <a:endParaRPr lang="zh-CN" altLang="en-US" sz="2000" b="1" dirty="0">
                <a:solidFill>
                  <a:schemeClr val="bg1"/>
                </a:solidFill>
                <a:latin typeface="Arial Narrow" panose="020B0606020202030204" pitchFamily="34" charset="0"/>
              </a:endParaRPr>
            </a:p>
          </p:txBody>
        </p:sp>
        <p:sp>
          <p:nvSpPr>
            <p:cNvPr id="111" name="矩形 110">
              <a:extLst>
                <a:ext uri="{FF2B5EF4-FFF2-40B4-BE49-F238E27FC236}">
                  <a16:creationId xmlns:a16="http://schemas.microsoft.com/office/drawing/2014/main" id="{48D07A9B-FF6B-4A6D-8BB2-DD662BB124DE}"/>
                </a:ext>
              </a:extLst>
            </p:cNvPr>
            <p:cNvSpPr/>
            <p:nvPr/>
          </p:nvSpPr>
          <p:spPr>
            <a:xfrm>
              <a:off x="5610919" y="3296426"/>
              <a:ext cx="949331" cy="246054"/>
            </a:xfrm>
            <a:prstGeom prst="rect">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CN" sz="2000" b="1" dirty="0">
                  <a:solidFill>
                    <a:schemeClr val="tx1"/>
                  </a:solidFill>
                  <a:latin typeface="Arial Black" panose="020B0A04020102020204" pitchFamily="34" charset="0"/>
                </a:rPr>
                <a:t>5</a:t>
              </a:r>
              <a:endParaRPr lang="zh-CN" altLang="en-US" sz="2000" b="1" dirty="0">
                <a:solidFill>
                  <a:schemeClr val="tx1"/>
                </a:solidFill>
                <a:latin typeface="Arial Black" panose="020B0A04020102020204" pitchFamily="34" charset="0"/>
              </a:endParaRPr>
            </a:p>
          </p:txBody>
        </p:sp>
        <p:sp>
          <p:nvSpPr>
            <p:cNvPr id="244" name="矩形 243">
              <a:extLst>
                <a:ext uri="{FF2B5EF4-FFF2-40B4-BE49-F238E27FC236}">
                  <a16:creationId xmlns:a16="http://schemas.microsoft.com/office/drawing/2014/main" id="{7FD738B5-9A12-4722-A45B-7E5E694323AF}"/>
                </a:ext>
              </a:extLst>
            </p:cNvPr>
            <p:cNvSpPr/>
            <p:nvPr/>
          </p:nvSpPr>
          <p:spPr>
            <a:xfrm>
              <a:off x="5609671" y="5033364"/>
              <a:ext cx="947504" cy="246054"/>
            </a:xfrm>
            <a:prstGeom prst="rect">
              <a:avLst/>
            </a:prstGeom>
            <a:solidFill>
              <a:schemeClr val="accent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CN" sz="2000" b="1" dirty="0">
                  <a:solidFill>
                    <a:schemeClr val="bg1"/>
                  </a:solidFill>
                  <a:latin typeface="Arial Narrow" panose="020B0606020202030204" pitchFamily="34" charset="0"/>
                </a:rPr>
                <a:t>Trunk</a:t>
              </a:r>
              <a:endParaRPr lang="zh-CN" altLang="en-US" sz="2000" b="1" dirty="0">
                <a:solidFill>
                  <a:schemeClr val="bg1"/>
                </a:solidFill>
                <a:latin typeface="Arial Narrow" panose="020B0606020202030204" pitchFamily="34" charset="0"/>
              </a:endParaRPr>
            </a:p>
          </p:txBody>
        </p:sp>
        <p:sp>
          <p:nvSpPr>
            <p:cNvPr id="245" name="矩形 244">
              <a:extLst>
                <a:ext uri="{FF2B5EF4-FFF2-40B4-BE49-F238E27FC236}">
                  <a16:creationId xmlns:a16="http://schemas.microsoft.com/office/drawing/2014/main" id="{31DE84A6-0DB1-4404-8513-15921FD2A72F}"/>
                </a:ext>
              </a:extLst>
            </p:cNvPr>
            <p:cNvSpPr/>
            <p:nvPr/>
          </p:nvSpPr>
          <p:spPr>
            <a:xfrm>
              <a:off x="5607843" y="4788238"/>
              <a:ext cx="949331" cy="246054"/>
            </a:xfrm>
            <a:prstGeom prst="rect">
              <a:avLst/>
            </a:prstGeom>
            <a:solidFill>
              <a:schemeClr val="tx2"/>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CN" sz="2000" b="1" dirty="0">
                  <a:solidFill>
                    <a:schemeClr val="bg1"/>
                  </a:solidFill>
                  <a:latin typeface="Arial Narrow" panose="020B0606020202030204" pitchFamily="34" charset="0"/>
                </a:rPr>
                <a:t>PVID=1</a:t>
              </a:r>
              <a:endParaRPr lang="zh-CN" altLang="en-US" sz="2000" b="1" dirty="0">
                <a:solidFill>
                  <a:schemeClr val="bg1"/>
                </a:solidFill>
                <a:latin typeface="Arial Narrow" panose="020B0606020202030204" pitchFamily="34" charset="0"/>
              </a:endParaRPr>
            </a:p>
          </p:txBody>
        </p:sp>
        <p:sp>
          <p:nvSpPr>
            <p:cNvPr id="246" name="矩形 245">
              <a:extLst>
                <a:ext uri="{FF2B5EF4-FFF2-40B4-BE49-F238E27FC236}">
                  <a16:creationId xmlns:a16="http://schemas.microsoft.com/office/drawing/2014/main" id="{E3242AAA-B75C-4099-B992-6BA53AFC36C5}"/>
                </a:ext>
              </a:extLst>
            </p:cNvPr>
            <p:cNvSpPr/>
            <p:nvPr/>
          </p:nvSpPr>
          <p:spPr>
            <a:xfrm>
              <a:off x="5609382" y="4543967"/>
              <a:ext cx="947792" cy="246054"/>
            </a:xfrm>
            <a:prstGeom prst="rect">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CN" sz="2000" b="1" dirty="0">
                  <a:solidFill>
                    <a:schemeClr val="tx1"/>
                  </a:solidFill>
                  <a:latin typeface="Arial Black" panose="020B0A04020102020204" pitchFamily="34" charset="0"/>
                </a:rPr>
                <a:t>5</a:t>
              </a:r>
              <a:endParaRPr lang="zh-CN" altLang="en-US" sz="2000" b="1" dirty="0">
                <a:solidFill>
                  <a:schemeClr val="tx1"/>
                </a:solidFill>
                <a:latin typeface="Arial Black" panose="020B0A04020102020204" pitchFamily="34" charset="0"/>
              </a:endParaRPr>
            </a:p>
          </p:txBody>
        </p:sp>
      </p:grpSp>
      <p:cxnSp>
        <p:nvCxnSpPr>
          <p:cNvPr id="259" name="直接连接符 258">
            <a:extLst>
              <a:ext uri="{FF2B5EF4-FFF2-40B4-BE49-F238E27FC236}">
                <a16:creationId xmlns:a16="http://schemas.microsoft.com/office/drawing/2014/main" id="{79EDAD90-DE16-4A14-B3E6-106686DB65E1}"/>
              </a:ext>
            </a:extLst>
          </p:cNvPr>
          <p:cNvCxnSpPr/>
          <p:nvPr/>
        </p:nvCxnSpPr>
        <p:spPr>
          <a:xfrm flipH="1">
            <a:off x="2545888" y="5963715"/>
            <a:ext cx="1477948" cy="0"/>
          </a:xfrm>
          <a:prstGeom prst="line">
            <a:avLst/>
          </a:prstGeom>
          <a:ln w="12700">
            <a:solidFill>
              <a:schemeClr val="tx1"/>
            </a:solidFill>
            <a:tailEnd type="none"/>
          </a:ln>
        </p:spPr>
        <p:style>
          <a:lnRef idx="1">
            <a:schemeClr val="accent1"/>
          </a:lnRef>
          <a:fillRef idx="0">
            <a:schemeClr val="accent1"/>
          </a:fillRef>
          <a:effectRef idx="0">
            <a:schemeClr val="accent1"/>
          </a:effectRef>
          <a:fontRef idx="minor">
            <a:schemeClr val="tx1"/>
          </a:fontRef>
        </p:style>
      </p:cxnSp>
      <p:cxnSp>
        <p:nvCxnSpPr>
          <p:cNvPr id="260" name="直接连接符 259">
            <a:extLst>
              <a:ext uri="{FF2B5EF4-FFF2-40B4-BE49-F238E27FC236}">
                <a16:creationId xmlns:a16="http://schemas.microsoft.com/office/drawing/2014/main" id="{F1DC30DC-823E-43BC-A738-316054E3E37A}"/>
              </a:ext>
            </a:extLst>
          </p:cNvPr>
          <p:cNvCxnSpPr/>
          <p:nvPr/>
        </p:nvCxnSpPr>
        <p:spPr>
          <a:xfrm flipH="1">
            <a:off x="8147334" y="5015242"/>
            <a:ext cx="1477948" cy="0"/>
          </a:xfrm>
          <a:prstGeom prst="line">
            <a:avLst/>
          </a:prstGeom>
          <a:ln w="12700">
            <a:solidFill>
              <a:schemeClr val="tx1"/>
            </a:solidFill>
            <a:tailEnd type="none"/>
          </a:ln>
        </p:spPr>
        <p:style>
          <a:lnRef idx="1">
            <a:schemeClr val="accent1"/>
          </a:lnRef>
          <a:fillRef idx="0">
            <a:schemeClr val="accent1"/>
          </a:fillRef>
          <a:effectRef idx="0">
            <a:schemeClr val="accent1"/>
          </a:effectRef>
          <a:fontRef idx="minor">
            <a:schemeClr val="tx1"/>
          </a:fontRef>
        </p:style>
      </p:cxnSp>
      <p:cxnSp>
        <p:nvCxnSpPr>
          <p:cNvPr id="261" name="直接连接符 260">
            <a:extLst>
              <a:ext uri="{FF2B5EF4-FFF2-40B4-BE49-F238E27FC236}">
                <a16:creationId xmlns:a16="http://schemas.microsoft.com/office/drawing/2014/main" id="{0FEE886F-1951-43D6-8BD3-7F47DCB133DD}"/>
              </a:ext>
            </a:extLst>
          </p:cNvPr>
          <p:cNvCxnSpPr/>
          <p:nvPr/>
        </p:nvCxnSpPr>
        <p:spPr>
          <a:xfrm flipH="1">
            <a:off x="8147334" y="5954011"/>
            <a:ext cx="1477948" cy="0"/>
          </a:xfrm>
          <a:prstGeom prst="line">
            <a:avLst/>
          </a:prstGeom>
          <a:ln w="12700">
            <a:solidFill>
              <a:schemeClr val="tx1"/>
            </a:solidFill>
            <a:tailEnd type="none"/>
          </a:ln>
        </p:spPr>
        <p:style>
          <a:lnRef idx="1">
            <a:schemeClr val="accent1"/>
          </a:lnRef>
          <a:fillRef idx="0">
            <a:schemeClr val="accent1"/>
          </a:fillRef>
          <a:effectRef idx="0">
            <a:schemeClr val="accent1"/>
          </a:effectRef>
          <a:fontRef idx="minor">
            <a:schemeClr val="tx1"/>
          </a:fontRef>
        </p:style>
      </p:cxnSp>
      <p:cxnSp>
        <p:nvCxnSpPr>
          <p:cNvPr id="262" name="直接连接符 261">
            <a:extLst>
              <a:ext uri="{FF2B5EF4-FFF2-40B4-BE49-F238E27FC236}">
                <a16:creationId xmlns:a16="http://schemas.microsoft.com/office/drawing/2014/main" id="{C8287F62-69B1-4B04-BBB4-F7EAF06BAFD5}"/>
              </a:ext>
            </a:extLst>
          </p:cNvPr>
          <p:cNvCxnSpPr>
            <a:cxnSpLocks/>
            <a:stCxn id="246" idx="0"/>
            <a:endCxn id="111" idx="2"/>
          </p:cNvCxnSpPr>
          <p:nvPr/>
        </p:nvCxnSpPr>
        <p:spPr>
          <a:xfrm flipV="1">
            <a:off x="6083278" y="3542480"/>
            <a:ext cx="2307" cy="1001487"/>
          </a:xfrm>
          <a:prstGeom prst="line">
            <a:avLst/>
          </a:prstGeom>
          <a:ln w="12700">
            <a:solidFill>
              <a:schemeClr val="tx1"/>
            </a:solidFill>
            <a:tailEnd type="none"/>
          </a:ln>
        </p:spPr>
        <p:style>
          <a:lnRef idx="1">
            <a:schemeClr val="accent1"/>
          </a:lnRef>
          <a:fillRef idx="0">
            <a:schemeClr val="accent1"/>
          </a:fillRef>
          <a:effectRef idx="0">
            <a:schemeClr val="accent1"/>
          </a:effectRef>
          <a:fontRef idx="minor">
            <a:schemeClr val="tx1"/>
          </a:fontRef>
        </p:style>
      </p:cxnSp>
      <p:sp>
        <p:nvSpPr>
          <p:cNvPr id="263" name="íşlïḍè">
            <a:extLst>
              <a:ext uri="{FF2B5EF4-FFF2-40B4-BE49-F238E27FC236}">
                <a16:creationId xmlns:a16="http://schemas.microsoft.com/office/drawing/2014/main" id="{58CCFB73-C67D-4529-A61A-EB3079B6E202}"/>
              </a:ext>
            </a:extLst>
          </p:cNvPr>
          <p:cNvSpPr txBox="1"/>
          <p:nvPr/>
        </p:nvSpPr>
        <p:spPr>
          <a:xfrm>
            <a:off x="3891208" y="4176537"/>
            <a:ext cx="1062582" cy="400110"/>
          </a:xfrm>
          <a:prstGeom prst="rect">
            <a:avLst/>
          </a:prstGeom>
          <a:noFill/>
        </p:spPr>
        <p:txBody>
          <a:bodyPr wrap="square" lIns="91440" tIns="45720" rIns="91440" bIns="45720" anchor="ctr">
            <a:noAutofit/>
          </a:bodyPr>
          <a:lstStyle/>
          <a:p>
            <a:pPr algn="ctr"/>
            <a:r>
              <a:rPr lang="zh-CN" altLang="en-US" b="1" dirty="0">
                <a:latin typeface="Arial Narrow" panose="020B0606020202030204" pitchFamily="34" charset="0"/>
              </a:rPr>
              <a:t>交换机</a:t>
            </a:r>
            <a:r>
              <a:rPr lang="en-US" altLang="zh-CN" b="1" dirty="0">
                <a:latin typeface="Arial Narrow" panose="020B0606020202030204" pitchFamily="34" charset="0"/>
              </a:rPr>
              <a:t>2</a:t>
            </a:r>
            <a:endParaRPr lang="zh-CN" altLang="en-US" b="1" dirty="0">
              <a:latin typeface="Arial Narrow" panose="020B0606020202030204" pitchFamily="34" charset="0"/>
            </a:endParaRPr>
          </a:p>
        </p:txBody>
      </p:sp>
      <p:sp>
        <p:nvSpPr>
          <p:cNvPr id="83" name="平行四边形 82">
            <a:extLst>
              <a:ext uri="{FF2B5EF4-FFF2-40B4-BE49-F238E27FC236}">
                <a16:creationId xmlns:a16="http://schemas.microsoft.com/office/drawing/2014/main" id="{3AF33F2D-C6E4-DB2B-87A7-8C9D44FC9122}"/>
              </a:ext>
            </a:extLst>
          </p:cNvPr>
          <p:cNvSpPr/>
          <p:nvPr/>
        </p:nvSpPr>
        <p:spPr>
          <a:xfrm>
            <a:off x="304799" y="749300"/>
            <a:ext cx="678493" cy="387090"/>
          </a:xfrm>
          <a:prstGeom prst="parallelogram">
            <a:avLst/>
          </a:prstGeom>
          <a:solidFill>
            <a:schemeClr val="accent3">
              <a:lumMod val="75000"/>
            </a:schemeClr>
          </a:solidFill>
          <a:ln>
            <a:solidFill>
              <a:schemeClr val="accent3">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CN" sz="2200" dirty="0">
                <a:latin typeface="Impact" panose="020B0806030902050204" pitchFamily="34" charset="0"/>
              </a:rPr>
              <a:t>03</a:t>
            </a:r>
            <a:endParaRPr lang="zh-CN" altLang="en-US" sz="2200" dirty="0">
              <a:latin typeface="Impact" panose="020B0806030902050204" pitchFamily="34" charset="0"/>
            </a:endParaRPr>
          </a:p>
        </p:txBody>
      </p:sp>
    </p:spTree>
    <p:custDataLst>
      <p:tags r:id="rId1"/>
    </p:custDataLst>
    <p:extLst>
      <p:ext uri="{BB962C8B-B14F-4D97-AF65-F5344CB8AC3E}">
        <p14:creationId xmlns:p14="http://schemas.microsoft.com/office/powerpoint/2010/main" val="4026284055"/>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35" presetClass="emph" presetSubtype="0" repeatCount="8000" fill="hold" nodeType="withEffect">
                                  <p:stCondLst>
                                    <p:cond delay="0"/>
                                  </p:stCondLst>
                                  <p:childTnLst>
                                    <p:anim calcmode="discrete" valueType="str">
                                      <p:cBhvr>
                                        <p:cTn id="6" dur="400" fill="hold"/>
                                        <p:tgtEl>
                                          <p:spTgt spid="5"/>
                                        </p:tgtEl>
                                        <p:attrNameLst>
                                          <p:attrName>style.visibility</p:attrName>
                                        </p:attrNameLst>
                                      </p:cBhvr>
                                      <p:tavLst>
                                        <p:tav tm="0">
                                          <p:val>
                                            <p:strVal val="hidden"/>
                                          </p:val>
                                        </p:tav>
                                        <p:tav tm="50000">
                                          <p:val>
                                            <p:strVal val="visible"/>
                                          </p:val>
                                        </p:tav>
                                      </p:tavLst>
                                    </p:anim>
                                  </p:childTnLst>
                                </p:cTn>
                              </p:par>
                            </p:childTnLst>
                          </p:cTn>
                        </p:par>
                      </p:childTnLst>
                    </p:cTn>
                  </p:par>
                  <p:par>
                    <p:cTn id="7" fill="hold">
                      <p:stCondLst>
                        <p:cond delay="indefinite"/>
                      </p:stCondLst>
                      <p:childTnLst>
                        <p:par>
                          <p:cTn id="8" fill="hold">
                            <p:stCondLst>
                              <p:cond delay="0"/>
                            </p:stCondLst>
                            <p:childTnLst>
                              <p:par>
                                <p:cTn id="9" presetID="35" presetClass="emph" presetSubtype="0" repeatCount="4000" fill="hold" nodeType="clickEffect">
                                  <p:stCondLst>
                                    <p:cond delay="0"/>
                                  </p:stCondLst>
                                  <p:childTnLst>
                                    <p:anim calcmode="discrete" valueType="str">
                                      <p:cBhvr>
                                        <p:cTn id="10" dur="400" fill="hold"/>
                                        <p:tgtEl>
                                          <p:spTgt spid="7"/>
                                        </p:tgtEl>
                                        <p:attrNameLst>
                                          <p:attrName>style.visibility</p:attrName>
                                        </p:attrNameLst>
                                      </p:cBhvr>
                                      <p:tavLst>
                                        <p:tav tm="0">
                                          <p:val>
                                            <p:strVal val="hidden"/>
                                          </p:val>
                                        </p:tav>
                                        <p:tav tm="50000">
                                          <p:val>
                                            <p:strVal val="visible"/>
                                          </p:val>
                                        </p:tav>
                                      </p:tavLst>
                                    </p:anim>
                                  </p:childTnLst>
                                </p:cTn>
                              </p:par>
                            </p:childTnLst>
                          </p:cTn>
                        </p:par>
                      </p:childTnLst>
                    </p:cTn>
                  </p:par>
                  <p:par>
                    <p:cTn id="11" fill="hold">
                      <p:stCondLst>
                        <p:cond delay="indefinite"/>
                      </p:stCondLst>
                      <p:childTnLst>
                        <p:par>
                          <p:cTn id="12" fill="hold">
                            <p:stCondLst>
                              <p:cond delay="0"/>
                            </p:stCondLst>
                            <p:childTnLst>
                              <p:par>
                                <p:cTn id="13" presetID="35" presetClass="emph" presetSubtype="0" repeatCount="8000" fill="hold" nodeType="clickEffect">
                                  <p:stCondLst>
                                    <p:cond delay="0"/>
                                  </p:stCondLst>
                                  <p:childTnLst>
                                    <p:anim calcmode="discrete" valueType="str">
                                      <p:cBhvr>
                                        <p:cTn id="14" dur="400" fill="hold"/>
                                        <p:tgtEl>
                                          <p:spTgt spid="8"/>
                                        </p:tgtEl>
                                        <p:attrNameLst>
                                          <p:attrName>style.visibility</p:attrName>
                                        </p:attrNameLst>
                                      </p:cBhvr>
                                      <p:tavLst>
                                        <p:tav tm="0">
                                          <p:val>
                                            <p:strVal val="hidden"/>
                                          </p:val>
                                        </p:tav>
                                        <p:tav tm="50000">
                                          <p:val>
                                            <p:strVal val="visible"/>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49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20" name="矩形 119">
            <a:extLst>
              <a:ext uri="{FF2B5EF4-FFF2-40B4-BE49-F238E27FC236}">
                <a16:creationId xmlns:a16="http://schemas.microsoft.com/office/drawing/2014/main" id="{B44C7DCF-1C02-4065-AAED-4F367B79F98A}"/>
              </a:ext>
            </a:extLst>
          </p:cNvPr>
          <p:cNvSpPr/>
          <p:nvPr/>
        </p:nvSpPr>
        <p:spPr>
          <a:xfrm>
            <a:off x="5632118" y="5539028"/>
            <a:ext cx="947871" cy="331788"/>
          </a:xfrm>
          <a:prstGeom prst="rect">
            <a:avLst/>
          </a:prstGeom>
          <a:solidFill>
            <a:schemeClr val="tx2"/>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CN" sz="2000" b="1" dirty="0">
                <a:solidFill>
                  <a:schemeClr val="bg1"/>
                </a:solidFill>
                <a:latin typeface="Arial Narrow" panose="020B0606020202030204" pitchFamily="34" charset="0"/>
              </a:rPr>
              <a:t>VID=1</a:t>
            </a:r>
            <a:endParaRPr lang="zh-CN" altLang="en-US" sz="2000" b="1" dirty="0">
              <a:solidFill>
                <a:schemeClr val="bg1"/>
              </a:solidFill>
              <a:latin typeface="Arial Narrow" panose="020B0606020202030204" pitchFamily="34" charset="0"/>
            </a:endParaRPr>
          </a:p>
        </p:txBody>
      </p:sp>
      <p:sp>
        <p:nvSpPr>
          <p:cNvPr id="119" name="标注: 下箭头 118">
            <a:extLst>
              <a:ext uri="{FF2B5EF4-FFF2-40B4-BE49-F238E27FC236}">
                <a16:creationId xmlns:a16="http://schemas.microsoft.com/office/drawing/2014/main" id="{86AF3AB6-5C9E-4B42-B9EC-24ACD2A14D2B}"/>
              </a:ext>
            </a:extLst>
          </p:cNvPr>
          <p:cNvSpPr/>
          <p:nvPr/>
        </p:nvSpPr>
        <p:spPr>
          <a:xfrm>
            <a:off x="5635428" y="5862635"/>
            <a:ext cx="944561" cy="543983"/>
          </a:xfrm>
          <a:prstGeom prst="downArrowCallout">
            <a:avLst/>
          </a:prstGeom>
        </p:spPr>
        <p:style>
          <a:lnRef idx="2">
            <a:schemeClr val="accent3">
              <a:shade val="50000"/>
            </a:schemeClr>
          </a:lnRef>
          <a:fillRef idx="1">
            <a:schemeClr val="accent3"/>
          </a:fillRef>
          <a:effectRef idx="0">
            <a:schemeClr val="accent3"/>
          </a:effectRef>
          <a:fontRef idx="minor">
            <a:schemeClr val="lt1"/>
          </a:fontRef>
        </p:style>
        <p:txBody>
          <a:bodyPr rtlCol="0" anchor="ctr"/>
          <a:lstStyle/>
          <a:p>
            <a:pPr algn="ctr"/>
            <a:r>
              <a:rPr lang="zh-CN" altLang="en-US" b="1" dirty="0"/>
              <a:t>广播</a:t>
            </a:r>
          </a:p>
        </p:txBody>
      </p:sp>
      <p:sp>
        <p:nvSpPr>
          <p:cNvPr id="121" name="标注: 下箭头 120">
            <a:extLst>
              <a:ext uri="{FF2B5EF4-FFF2-40B4-BE49-F238E27FC236}">
                <a16:creationId xmlns:a16="http://schemas.microsoft.com/office/drawing/2014/main" id="{AC8D9559-CBE6-4E17-A504-5CECC708B25C}"/>
              </a:ext>
            </a:extLst>
          </p:cNvPr>
          <p:cNvSpPr/>
          <p:nvPr/>
        </p:nvSpPr>
        <p:spPr>
          <a:xfrm>
            <a:off x="6158424" y="3632554"/>
            <a:ext cx="944561" cy="543983"/>
          </a:xfrm>
          <a:prstGeom prst="downArrowCallout">
            <a:avLst/>
          </a:prstGeom>
        </p:spPr>
        <p:style>
          <a:lnRef idx="2">
            <a:schemeClr val="accent3">
              <a:shade val="50000"/>
            </a:schemeClr>
          </a:lnRef>
          <a:fillRef idx="1">
            <a:schemeClr val="accent3"/>
          </a:fillRef>
          <a:effectRef idx="0">
            <a:schemeClr val="accent3"/>
          </a:effectRef>
          <a:fontRef idx="minor">
            <a:schemeClr val="lt1"/>
          </a:fontRef>
        </p:style>
        <p:txBody>
          <a:bodyPr rtlCol="0" anchor="ctr"/>
          <a:lstStyle/>
          <a:p>
            <a:pPr algn="ctr"/>
            <a:r>
              <a:rPr lang="zh-CN" altLang="en-US" b="1" dirty="0"/>
              <a:t>广播</a:t>
            </a:r>
          </a:p>
        </p:txBody>
      </p:sp>
      <p:sp>
        <p:nvSpPr>
          <p:cNvPr id="116" name="标注: 左箭头 115">
            <a:extLst>
              <a:ext uri="{FF2B5EF4-FFF2-40B4-BE49-F238E27FC236}">
                <a16:creationId xmlns:a16="http://schemas.microsoft.com/office/drawing/2014/main" id="{F7D04923-D217-42A0-910F-BA9A33863365}"/>
              </a:ext>
            </a:extLst>
          </p:cNvPr>
          <p:cNvSpPr/>
          <p:nvPr/>
        </p:nvSpPr>
        <p:spPr>
          <a:xfrm>
            <a:off x="2786142" y="2712177"/>
            <a:ext cx="1069880" cy="338195"/>
          </a:xfrm>
          <a:prstGeom prst="leftArrowCallout">
            <a:avLst>
              <a:gd name="adj1" fmla="val 25000"/>
              <a:gd name="adj2" fmla="val 25000"/>
              <a:gd name="adj3" fmla="val 25000"/>
              <a:gd name="adj4" fmla="val 87531"/>
            </a:avLst>
          </a:prstGeom>
        </p:spPr>
        <p:style>
          <a:lnRef idx="2">
            <a:schemeClr val="accent3">
              <a:shade val="50000"/>
            </a:schemeClr>
          </a:lnRef>
          <a:fillRef idx="1">
            <a:schemeClr val="accent3"/>
          </a:fillRef>
          <a:effectRef idx="0">
            <a:schemeClr val="accent3"/>
          </a:effectRef>
          <a:fontRef idx="minor">
            <a:schemeClr val="lt1"/>
          </a:fontRef>
        </p:style>
        <p:txBody>
          <a:bodyPr rtlCol="0" anchor="ctr"/>
          <a:lstStyle/>
          <a:p>
            <a:pPr algn="ctr"/>
            <a:r>
              <a:rPr lang="zh-CN" altLang="en-US" b="1" dirty="0"/>
              <a:t>广播</a:t>
            </a:r>
          </a:p>
        </p:txBody>
      </p:sp>
      <p:grpSp>
        <p:nvGrpSpPr>
          <p:cNvPr id="267" name="组合 266">
            <a:extLst>
              <a:ext uri="{FF2B5EF4-FFF2-40B4-BE49-F238E27FC236}">
                <a16:creationId xmlns:a16="http://schemas.microsoft.com/office/drawing/2014/main" id="{479D3933-13E1-462F-B353-8ED9566AAEA9}"/>
              </a:ext>
            </a:extLst>
          </p:cNvPr>
          <p:cNvGrpSpPr/>
          <p:nvPr/>
        </p:nvGrpSpPr>
        <p:grpSpPr>
          <a:xfrm>
            <a:off x="9540287" y="1544310"/>
            <a:ext cx="871757" cy="4656863"/>
            <a:chOff x="1851565" y="1544310"/>
            <a:chExt cx="871757" cy="4656863"/>
          </a:xfrm>
        </p:grpSpPr>
        <p:sp>
          <p:nvSpPr>
            <p:cNvPr id="268" name="矩形: 圆角 267">
              <a:extLst>
                <a:ext uri="{FF2B5EF4-FFF2-40B4-BE49-F238E27FC236}">
                  <a16:creationId xmlns:a16="http://schemas.microsoft.com/office/drawing/2014/main" id="{7015E7DE-7383-432C-9E45-8BDE9467E4EA}"/>
                </a:ext>
              </a:extLst>
            </p:cNvPr>
            <p:cNvSpPr/>
            <p:nvPr/>
          </p:nvSpPr>
          <p:spPr>
            <a:xfrm>
              <a:off x="1878771" y="1544310"/>
              <a:ext cx="844551" cy="4656863"/>
            </a:xfrm>
            <a:prstGeom prst="roundRect">
              <a:avLst/>
            </a:prstGeom>
            <a:solidFill>
              <a:schemeClr val="accent6"/>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269" name="íşlïḍè">
              <a:extLst>
                <a:ext uri="{FF2B5EF4-FFF2-40B4-BE49-F238E27FC236}">
                  <a16:creationId xmlns:a16="http://schemas.microsoft.com/office/drawing/2014/main" id="{4E383C4B-9919-44A8-BBA9-D4EFD4DBCEB6}"/>
                </a:ext>
              </a:extLst>
            </p:cNvPr>
            <p:cNvSpPr txBox="1"/>
            <p:nvPr/>
          </p:nvSpPr>
          <p:spPr>
            <a:xfrm>
              <a:off x="1851565" y="3713821"/>
              <a:ext cx="865823" cy="400110"/>
            </a:xfrm>
            <a:prstGeom prst="rect">
              <a:avLst/>
            </a:prstGeom>
            <a:noFill/>
          </p:spPr>
          <p:txBody>
            <a:bodyPr wrap="square" lIns="91440" tIns="45720" rIns="91440" bIns="45720" anchor="ctr">
              <a:noAutofit/>
            </a:bodyPr>
            <a:lstStyle/>
            <a:p>
              <a:pPr algn="ctr"/>
              <a:r>
                <a:rPr lang="en-US" altLang="zh-CN" b="1" dirty="0">
                  <a:solidFill>
                    <a:schemeClr val="bg1"/>
                  </a:solidFill>
                  <a:latin typeface="Arial Narrow" panose="020B0606020202030204" pitchFamily="34" charset="0"/>
                </a:rPr>
                <a:t>VLAN2</a:t>
              </a:r>
              <a:endParaRPr lang="zh-CN" altLang="en-US" b="1" dirty="0">
                <a:solidFill>
                  <a:schemeClr val="bg1"/>
                </a:solidFill>
                <a:latin typeface="Arial Narrow" panose="020B0606020202030204" pitchFamily="34" charset="0"/>
              </a:endParaRPr>
            </a:p>
          </p:txBody>
        </p:sp>
      </p:grpSp>
      <p:grpSp>
        <p:nvGrpSpPr>
          <p:cNvPr id="38" name="组合 37">
            <a:extLst>
              <a:ext uri="{FF2B5EF4-FFF2-40B4-BE49-F238E27FC236}">
                <a16:creationId xmlns:a16="http://schemas.microsoft.com/office/drawing/2014/main" id="{41AF02FF-733C-4DCE-8845-F312754F4E0C}"/>
              </a:ext>
            </a:extLst>
          </p:cNvPr>
          <p:cNvGrpSpPr/>
          <p:nvPr/>
        </p:nvGrpSpPr>
        <p:grpSpPr>
          <a:xfrm>
            <a:off x="1851565" y="1544310"/>
            <a:ext cx="871757" cy="4656863"/>
            <a:chOff x="1851565" y="1544310"/>
            <a:chExt cx="871757" cy="4656863"/>
          </a:xfrm>
        </p:grpSpPr>
        <p:sp>
          <p:nvSpPr>
            <p:cNvPr id="265" name="矩形: 圆角 264">
              <a:extLst>
                <a:ext uri="{FF2B5EF4-FFF2-40B4-BE49-F238E27FC236}">
                  <a16:creationId xmlns:a16="http://schemas.microsoft.com/office/drawing/2014/main" id="{0F1BF7C4-A3D6-4438-BB0C-0B99EC044278}"/>
                </a:ext>
              </a:extLst>
            </p:cNvPr>
            <p:cNvSpPr/>
            <p:nvPr/>
          </p:nvSpPr>
          <p:spPr>
            <a:xfrm>
              <a:off x="1878771" y="1544310"/>
              <a:ext cx="844551" cy="4656863"/>
            </a:xfrm>
            <a:prstGeom prst="roundRect">
              <a:avLst/>
            </a:prstGeom>
            <a:solidFill>
              <a:schemeClr val="tx2"/>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266" name="íşlïḍè">
              <a:extLst>
                <a:ext uri="{FF2B5EF4-FFF2-40B4-BE49-F238E27FC236}">
                  <a16:creationId xmlns:a16="http://schemas.microsoft.com/office/drawing/2014/main" id="{79BB9389-6610-4E7F-B26A-DA73DB168E64}"/>
                </a:ext>
              </a:extLst>
            </p:cNvPr>
            <p:cNvSpPr txBox="1"/>
            <p:nvPr/>
          </p:nvSpPr>
          <p:spPr>
            <a:xfrm>
              <a:off x="1851565" y="3713821"/>
              <a:ext cx="865823" cy="400110"/>
            </a:xfrm>
            <a:prstGeom prst="rect">
              <a:avLst/>
            </a:prstGeom>
            <a:noFill/>
          </p:spPr>
          <p:txBody>
            <a:bodyPr wrap="square" lIns="91440" tIns="45720" rIns="91440" bIns="45720" anchor="ctr">
              <a:noAutofit/>
            </a:bodyPr>
            <a:lstStyle/>
            <a:p>
              <a:pPr algn="ctr"/>
              <a:r>
                <a:rPr lang="en-US" altLang="zh-CN" b="1" dirty="0">
                  <a:solidFill>
                    <a:schemeClr val="bg1"/>
                  </a:solidFill>
                  <a:latin typeface="Arial Narrow" panose="020B0606020202030204" pitchFamily="34" charset="0"/>
                </a:rPr>
                <a:t>VLAN1</a:t>
              </a:r>
              <a:endParaRPr lang="zh-CN" altLang="en-US" b="1" dirty="0">
                <a:solidFill>
                  <a:schemeClr val="bg1"/>
                </a:solidFill>
                <a:latin typeface="Arial Narrow" panose="020B0606020202030204" pitchFamily="34" charset="0"/>
              </a:endParaRPr>
            </a:p>
          </p:txBody>
        </p:sp>
      </p:grpSp>
      <p:grpSp>
        <p:nvGrpSpPr>
          <p:cNvPr id="4" name="组合 3">
            <a:extLst>
              <a:ext uri="{FF2B5EF4-FFF2-40B4-BE49-F238E27FC236}">
                <a16:creationId xmlns:a16="http://schemas.microsoft.com/office/drawing/2014/main" id="{9A1EA9F2-FCB6-48C3-935F-7AE7E3AD14AC}"/>
              </a:ext>
            </a:extLst>
          </p:cNvPr>
          <p:cNvGrpSpPr/>
          <p:nvPr/>
        </p:nvGrpSpPr>
        <p:grpSpPr>
          <a:xfrm>
            <a:off x="304800" y="749300"/>
            <a:ext cx="4938199" cy="400110"/>
            <a:chOff x="424117" y="898245"/>
            <a:chExt cx="4938199" cy="400110"/>
          </a:xfrm>
        </p:grpSpPr>
        <p:sp>
          <p:nvSpPr>
            <p:cNvPr id="2" name="平行四边形 1">
              <a:extLst>
                <a:ext uri="{FF2B5EF4-FFF2-40B4-BE49-F238E27FC236}">
                  <a16:creationId xmlns:a16="http://schemas.microsoft.com/office/drawing/2014/main" id="{1F5BAA3F-9845-4F89-A2DD-8222D3E4EDAC}"/>
                </a:ext>
              </a:extLst>
            </p:cNvPr>
            <p:cNvSpPr/>
            <p:nvPr/>
          </p:nvSpPr>
          <p:spPr>
            <a:xfrm>
              <a:off x="424117" y="898245"/>
              <a:ext cx="628306" cy="387090"/>
            </a:xfrm>
            <a:prstGeom prst="parallelogram">
              <a:avLst/>
            </a:prstGeom>
            <a:solidFill>
              <a:schemeClr val="accent3">
                <a:lumMod val="75000"/>
              </a:schemeClr>
            </a:solidFill>
            <a:ln>
              <a:solidFill>
                <a:schemeClr val="accent3">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CN" sz="2200" dirty="0">
                  <a:latin typeface="Impact" panose="020B0806030902050204" pitchFamily="34" charset="0"/>
                </a:rPr>
                <a:t>01</a:t>
              </a:r>
              <a:endParaRPr lang="zh-CN" altLang="en-US" sz="2200" dirty="0">
                <a:latin typeface="Impact" panose="020B0806030902050204" pitchFamily="34" charset="0"/>
              </a:endParaRPr>
            </a:p>
          </p:txBody>
        </p:sp>
        <p:sp>
          <p:nvSpPr>
            <p:cNvPr id="3" name="文本框 2">
              <a:extLst>
                <a:ext uri="{FF2B5EF4-FFF2-40B4-BE49-F238E27FC236}">
                  <a16:creationId xmlns:a16="http://schemas.microsoft.com/office/drawing/2014/main" id="{4D6BD736-A4D3-4F26-AFED-36E11F50F70B}"/>
                </a:ext>
              </a:extLst>
            </p:cNvPr>
            <p:cNvSpPr txBox="1"/>
            <p:nvPr/>
          </p:nvSpPr>
          <p:spPr>
            <a:xfrm>
              <a:off x="1052423" y="898245"/>
              <a:ext cx="4309893" cy="400110"/>
            </a:xfrm>
            <a:prstGeom prst="rect">
              <a:avLst/>
            </a:prstGeom>
            <a:noFill/>
          </p:spPr>
          <p:txBody>
            <a:bodyPr wrap="square" rtlCol="0">
              <a:spAutoFit/>
            </a:bodyPr>
            <a:lstStyle/>
            <a:p>
              <a:r>
                <a:rPr lang="zh-CN" altLang="en-US" sz="2000" b="1" dirty="0">
                  <a:solidFill>
                    <a:schemeClr val="tx1"/>
                  </a:solidFill>
                  <a:latin typeface="Arial Narrow" panose="020B0606020202030204" pitchFamily="34" charset="0"/>
                </a:rPr>
                <a:t>虚拟局域网</a:t>
              </a:r>
              <a:r>
                <a:rPr lang="en-US" altLang="zh-CN" sz="2000" b="1" dirty="0">
                  <a:solidFill>
                    <a:schemeClr val="tx1"/>
                  </a:solidFill>
                  <a:latin typeface="Arial Narrow" panose="020B0606020202030204" pitchFamily="34" charset="0"/>
                </a:rPr>
                <a:t>VLAN</a:t>
              </a:r>
              <a:r>
                <a:rPr lang="zh-CN" altLang="en-US" sz="2000" b="1" dirty="0">
                  <a:solidFill>
                    <a:schemeClr val="tx1"/>
                  </a:solidFill>
                  <a:latin typeface="Arial Narrow" panose="020B0606020202030204" pitchFamily="34" charset="0"/>
                </a:rPr>
                <a:t>的</a:t>
              </a:r>
              <a:r>
                <a:rPr lang="zh-CN" altLang="en-US" sz="2000" b="1" dirty="0">
                  <a:latin typeface="Arial Narrow" panose="020B0606020202030204" pitchFamily="34" charset="0"/>
                </a:rPr>
                <a:t>实现机制</a:t>
              </a:r>
              <a:endParaRPr lang="en-US" altLang="zh-CN" sz="2000" b="1" dirty="0">
                <a:solidFill>
                  <a:schemeClr val="tx1"/>
                </a:solidFill>
                <a:latin typeface="Arial Narrow" panose="020B0606020202030204" pitchFamily="34" charset="0"/>
              </a:endParaRPr>
            </a:p>
          </p:txBody>
        </p:sp>
      </p:grpSp>
      <p:sp>
        <p:nvSpPr>
          <p:cNvPr id="9" name="文本框 8">
            <a:extLst>
              <a:ext uri="{FF2B5EF4-FFF2-40B4-BE49-F238E27FC236}">
                <a16:creationId xmlns:a16="http://schemas.microsoft.com/office/drawing/2014/main" id="{7E01F55D-5303-4639-8DD9-B3123C1AE516}"/>
              </a:ext>
            </a:extLst>
          </p:cNvPr>
          <p:cNvSpPr txBox="1"/>
          <p:nvPr/>
        </p:nvSpPr>
        <p:spPr>
          <a:xfrm>
            <a:off x="4141958" y="742690"/>
            <a:ext cx="4443242" cy="400110"/>
          </a:xfrm>
          <a:prstGeom prst="rect">
            <a:avLst/>
          </a:prstGeom>
          <a:noFill/>
        </p:spPr>
        <p:txBody>
          <a:bodyPr wrap="square" rtlCol="0">
            <a:spAutoFit/>
          </a:bodyPr>
          <a:lstStyle/>
          <a:p>
            <a:r>
              <a:rPr lang="en-US" altLang="zh-CN" sz="2000" b="1" dirty="0">
                <a:solidFill>
                  <a:schemeClr val="accent3">
                    <a:lumMod val="75000"/>
                  </a:schemeClr>
                </a:solidFill>
                <a:latin typeface="Arial Narrow" panose="020B0606020202030204" pitchFamily="34" charset="0"/>
              </a:rPr>
              <a:t>——  </a:t>
            </a:r>
            <a:r>
              <a:rPr lang="zh-CN" altLang="en-US" sz="2000" b="1" dirty="0">
                <a:solidFill>
                  <a:schemeClr val="accent3">
                    <a:lumMod val="75000"/>
                  </a:schemeClr>
                </a:solidFill>
                <a:latin typeface="Arial Narrow" panose="020B0606020202030204" pitchFamily="34" charset="0"/>
              </a:rPr>
              <a:t>以太网交换机的接口类型</a:t>
            </a:r>
            <a:endParaRPr lang="en-US" altLang="zh-CN" sz="2000" b="1" dirty="0">
              <a:solidFill>
                <a:schemeClr val="accent3">
                  <a:lumMod val="75000"/>
                </a:schemeClr>
              </a:solidFill>
              <a:latin typeface="Arial Narrow" panose="020B0606020202030204" pitchFamily="34" charset="0"/>
            </a:endParaRPr>
          </a:p>
        </p:txBody>
      </p:sp>
      <p:sp>
        <p:nvSpPr>
          <p:cNvPr id="11" name="íşlïḍè">
            <a:extLst>
              <a:ext uri="{FF2B5EF4-FFF2-40B4-BE49-F238E27FC236}">
                <a16:creationId xmlns:a16="http://schemas.microsoft.com/office/drawing/2014/main" id="{7AA3015A-52E8-4E4D-820F-06063E0CA2B4}"/>
              </a:ext>
            </a:extLst>
          </p:cNvPr>
          <p:cNvSpPr txBox="1"/>
          <p:nvPr/>
        </p:nvSpPr>
        <p:spPr>
          <a:xfrm>
            <a:off x="839330" y="1101375"/>
            <a:ext cx="10513339" cy="400110"/>
          </a:xfrm>
          <a:prstGeom prst="rect">
            <a:avLst/>
          </a:prstGeom>
          <a:noFill/>
        </p:spPr>
        <p:txBody>
          <a:bodyPr wrap="square" lIns="91440" tIns="45720" rIns="91440" bIns="45720" anchor="ctr">
            <a:noAutofit/>
          </a:bodyPr>
          <a:lstStyle/>
          <a:p>
            <a:r>
              <a:rPr lang="en-US" altLang="zh-CN" b="1" dirty="0">
                <a:latin typeface="Arial Narrow" panose="020B0606020202030204" pitchFamily="34" charset="0"/>
              </a:rPr>
              <a:t>【</a:t>
            </a:r>
            <a:r>
              <a:rPr lang="zh-CN" altLang="en-US" b="1" dirty="0">
                <a:latin typeface="Arial Narrow" panose="020B0606020202030204" pitchFamily="34" charset="0"/>
              </a:rPr>
              <a:t>例</a:t>
            </a:r>
            <a:r>
              <a:rPr lang="en-US" altLang="zh-CN" b="1" dirty="0">
                <a:latin typeface="Arial Narrow" panose="020B0606020202030204" pitchFamily="34" charset="0"/>
              </a:rPr>
              <a:t>3】</a:t>
            </a:r>
            <a:r>
              <a:rPr lang="zh-CN" altLang="en-US" b="1" dirty="0">
                <a:latin typeface="Arial Narrow" panose="020B0606020202030204" pitchFamily="34" charset="0"/>
              </a:rPr>
              <a:t>两个交换机通过</a:t>
            </a:r>
            <a:r>
              <a:rPr lang="en-US" altLang="zh-CN" b="1" dirty="0">
                <a:latin typeface="Arial Narrow" panose="020B0606020202030204" pitchFamily="34" charset="0"/>
              </a:rPr>
              <a:t>Trunk</a:t>
            </a:r>
            <a:r>
              <a:rPr lang="zh-CN" altLang="en-US" b="1" dirty="0">
                <a:latin typeface="Arial Narrow" panose="020B0606020202030204" pitchFamily="34" charset="0"/>
              </a:rPr>
              <a:t>类型的接口互连，</a:t>
            </a:r>
            <a:r>
              <a:rPr lang="en-US" altLang="zh-CN" b="1" dirty="0">
                <a:latin typeface="Arial Narrow" panose="020B0606020202030204" pitchFamily="34" charset="0"/>
              </a:rPr>
              <a:t>Trunk</a:t>
            </a:r>
            <a:r>
              <a:rPr lang="zh-CN" altLang="en-US" b="1" dirty="0">
                <a:latin typeface="Arial Narrow" panose="020B0606020202030204" pitchFamily="34" charset="0"/>
              </a:rPr>
              <a:t>接口将</a:t>
            </a:r>
            <a:r>
              <a:rPr lang="en-US" altLang="zh-CN" b="1" dirty="0">
                <a:latin typeface="Arial Narrow" panose="020B0606020202030204" pitchFamily="34" charset="0"/>
              </a:rPr>
              <a:t>802.1Q</a:t>
            </a:r>
            <a:r>
              <a:rPr lang="zh-CN" altLang="en-US" b="1" dirty="0">
                <a:latin typeface="Arial Narrow" panose="020B0606020202030204" pitchFamily="34" charset="0"/>
              </a:rPr>
              <a:t>帧“去标签”后进行转发的情况。</a:t>
            </a:r>
          </a:p>
        </p:txBody>
      </p:sp>
      <p:sp>
        <p:nvSpPr>
          <p:cNvPr id="50" name="íşlïḍè">
            <a:extLst>
              <a:ext uri="{FF2B5EF4-FFF2-40B4-BE49-F238E27FC236}">
                <a16:creationId xmlns:a16="http://schemas.microsoft.com/office/drawing/2014/main" id="{78C95D91-AF44-4308-994D-348292466CE7}"/>
              </a:ext>
            </a:extLst>
          </p:cNvPr>
          <p:cNvSpPr txBox="1"/>
          <p:nvPr/>
        </p:nvSpPr>
        <p:spPr>
          <a:xfrm>
            <a:off x="3891208" y="3495435"/>
            <a:ext cx="1062582" cy="400110"/>
          </a:xfrm>
          <a:prstGeom prst="rect">
            <a:avLst/>
          </a:prstGeom>
          <a:noFill/>
        </p:spPr>
        <p:txBody>
          <a:bodyPr wrap="square" lIns="91440" tIns="45720" rIns="91440" bIns="45720" anchor="ctr">
            <a:noAutofit/>
          </a:bodyPr>
          <a:lstStyle/>
          <a:p>
            <a:pPr algn="ctr"/>
            <a:r>
              <a:rPr lang="zh-CN" altLang="en-US" b="1" dirty="0">
                <a:latin typeface="Arial Narrow" panose="020B0606020202030204" pitchFamily="34" charset="0"/>
              </a:rPr>
              <a:t>交换机</a:t>
            </a:r>
            <a:r>
              <a:rPr lang="en-US" altLang="zh-CN" b="1" dirty="0">
                <a:latin typeface="Arial Narrow" panose="020B0606020202030204" pitchFamily="34" charset="0"/>
              </a:rPr>
              <a:t>1</a:t>
            </a:r>
            <a:endParaRPr lang="zh-CN" altLang="en-US" b="1" dirty="0">
              <a:latin typeface="Arial Narrow" panose="020B0606020202030204" pitchFamily="34" charset="0"/>
            </a:endParaRPr>
          </a:p>
        </p:txBody>
      </p:sp>
      <p:cxnSp>
        <p:nvCxnSpPr>
          <p:cNvPr id="21" name="直接连接符 20">
            <a:extLst>
              <a:ext uri="{FF2B5EF4-FFF2-40B4-BE49-F238E27FC236}">
                <a16:creationId xmlns:a16="http://schemas.microsoft.com/office/drawing/2014/main" id="{3C2E62E0-55E4-42CD-8A69-55A0C42AB499}"/>
              </a:ext>
            </a:extLst>
          </p:cNvPr>
          <p:cNvCxnSpPr>
            <a:stCxn id="19" idx="1"/>
          </p:cNvCxnSpPr>
          <p:nvPr/>
        </p:nvCxnSpPr>
        <p:spPr>
          <a:xfrm flipH="1">
            <a:off x="2545888" y="2146975"/>
            <a:ext cx="1477948" cy="0"/>
          </a:xfrm>
          <a:prstGeom prst="line">
            <a:avLst/>
          </a:prstGeom>
          <a:ln w="12700">
            <a:solidFill>
              <a:schemeClr val="tx1"/>
            </a:solidFill>
            <a:tailEnd type="none"/>
          </a:ln>
        </p:spPr>
        <p:style>
          <a:lnRef idx="1">
            <a:schemeClr val="accent1"/>
          </a:lnRef>
          <a:fillRef idx="0">
            <a:schemeClr val="accent1"/>
          </a:fillRef>
          <a:effectRef idx="0">
            <a:schemeClr val="accent1"/>
          </a:effectRef>
          <a:fontRef idx="minor">
            <a:schemeClr val="tx1"/>
          </a:fontRef>
        </p:style>
      </p:cxnSp>
      <p:grpSp>
        <p:nvGrpSpPr>
          <p:cNvPr id="13" name="组合 12">
            <a:extLst>
              <a:ext uri="{FF2B5EF4-FFF2-40B4-BE49-F238E27FC236}">
                <a16:creationId xmlns:a16="http://schemas.microsoft.com/office/drawing/2014/main" id="{FE78395F-376C-4EB3-8DA7-80FB6DB1B165}"/>
              </a:ext>
            </a:extLst>
          </p:cNvPr>
          <p:cNvGrpSpPr/>
          <p:nvPr/>
        </p:nvGrpSpPr>
        <p:grpSpPr>
          <a:xfrm>
            <a:off x="1953070" y="1702998"/>
            <a:ext cx="662814" cy="641082"/>
            <a:chOff x="7183525" y="3429000"/>
            <a:chExt cx="662814" cy="641082"/>
          </a:xfrm>
        </p:grpSpPr>
        <p:pic>
          <p:nvPicPr>
            <p:cNvPr id="84" name="图形 10">
              <a:extLst>
                <a:ext uri="{FF2B5EF4-FFF2-40B4-BE49-F238E27FC236}">
                  <a16:creationId xmlns:a16="http://schemas.microsoft.com/office/drawing/2014/main" id="{541EA6DB-393F-4FA9-97F9-D2673B0420F5}"/>
                </a:ext>
              </a:extLst>
            </p:cNvPr>
            <p:cNvPicPr>
              <a:picLocks noChangeAspect="1"/>
            </p:cNvPicPr>
            <p:nvPr/>
          </p:nvPicPr>
          <p:blipFill>
            <a:blip r:embed="rId3">
              <a:extLst>
                <a:ext uri="{28A0092B-C50C-407E-A947-70E740481C1C}">
                  <a14:useLocalDpi xmlns:a14="http://schemas.microsoft.com/office/drawing/2010/main" val="0"/>
                </a:ext>
                <a:ext uri="{96DAC541-7B7A-43D3-8B79-37D633B846F1}">
                  <asvg:svgBlip xmlns:asvg="http://schemas.microsoft.com/office/drawing/2016/SVG/main" r:embed="rId4"/>
                </a:ext>
              </a:extLst>
            </a:blip>
            <a:stretch>
              <a:fillRect/>
            </a:stretch>
          </p:blipFill>
          <p:spPr>
            <a:xfrm>
              <a:off x="7183525" y="3429000"/>
              <a:ext cx="662814" cy="641082"/>
            </a:xfrm>
            <a:prstGeom prst="rect">
              <a:avLst/>
            </a:prstGeom>
          </p:spPr>
        </p:pic>
        <p:sp>
          <p:nvSpPr>
            <p:cNvPr id="85" name="文本框 84">
              <a:extLst>
                <a:ext uri="{FF2B5EF4-FFF2-40B4-BE49-F238E27FC236}">
                  <a16:creationId xmlns:a16="http://schemas.microsoft.com/office/drawing/2014/main" id="{86FCD01F-958F-46BC-845E-18231D9D5711}"/>
                </a:ext>
              </a:extLst>
            </p:cNvPr>
            <p:cNvSpPr txBox="1"/>
            <p:nvPr/>
          </p:nvSpPr>
          <p:spPr>
            <a:xfrm>
              <a:off x="7446289" y="3445956"/>
              <a:ext cx="374650" cy="400110"/>
            </a:xfrm>
            <a:prstGeom prst="rect">
              <a:avLst/>
            </a:prstGeom>
            <a:noFill/>
          </p:spPr>
          <p:txBody>
            <a:bodyPr wrap="square" rtlCol="0">
              <a:spAutoFit/>
            </a:bodyPr>
            <a:lstStyle/>
            <a:p>
              <a:pPr algn="ctr"/>
              <a:r>
                <a:rPr lang="en-US" altLang="zh-CN" sz="2000" b="1" dirty="0">
                  <a:solidFill>
                    <a:schemeClr val="bg1"/>
                  </a:solidFill>
                </a:rPr>
                <a:t>A</a:t>
              </a:r>
              <a:endParaRPr lang="zh-CN" altLang="en-US" sz="2000" b="1" dirty="0">
                <a:solidFill>
                  <a:schemeClr val="bg1"/>
                </a:solidFill>
              </a:endParaRPr>
            </a:p>
          </p:txBody>
        </p:sp>
      </p:grpSp>
      <p:grpSp>
        <p:nvGrpSpPr>
          <p:cNvPr id="86" name="组合 85">
            <a:extLst>
              <a:ext uri="{FF2B5EF4-FFF2-40B4-BE49-F238E27FC236}">
                <a16:creationId xmlns:a16="http://schemas.microsoft.com/office/drawing/2014/main" id="{549A2F68-A4B1-4731-BB53-B150574EC564}"/>
              </a:ext>
            </a:extLst>
          </p:cNvPr>
          <p:cNvGrpSpPr/>
          <p:nvPr/>
        </p:nvGrpSpPr>
        <p:grpSpPr>
          <a:xfrm>
            <a:off x="1953070" y="2625649"/>
            <a:ext cx="662814" cy="641082"/>
            <a:chOff x="7183525" y="3429000"/>
            <a:chExt cx="662814" cy="641082"/>
          </a:xfrm>
        </p:grpSpPr>
        <p:pic>
          <p:nvPicPr>
            <p:cNvPr id="87" name="图形 10">
              <a:extLst>
                <a:ext uri="{FF2B5EF4-FFF2-40B4-BE49-F238E27FC236}">
                  <a16:creationId xmlns:a16="http://schemas.microsoft.com/office/drawing/2014/main" id="{25E82F10-6864-4D3F-97AC-D2986406F491}"/>
                </a:ext>
              </a:extLst>
            </p:cNvPr>
            <p:cNvPicPr>
              <a:picLocks noChangeAspect="1"/>
            </p:cNvPicPr>
            <p:nvPr/>
          </p:nvPicPr>
          <p:blipFill>
            <a:blip r:embed="rId3">
              <a:extLst>
                <a:ext uri="{28A0092B-C50C-407E-A947-70E740481C1C}">
                  <a14:useLocalDpi xmlns:a14="http://schemas.microsoft.com/office/drawing/2010/main" val="0"/>
                </a:ext>
                <a:ext uri="{96DAC541-7B7A-43D3-8B79-37D633B846F1}">
                  <asvg:svgBlip xmlns:asvg="http://schemas.microsoft.com/office/drawing/2016/SVG/main" r:embed="rId4"/>
                </a:ext>
              </a:extLst>
            </a:blip>
            <a:stretch>
              <a:fillRect/>
            </a:stretch>
          </p:blipFill>
          <p:spPr>
            <a:xfrm>
              <a:off x="7183525" y="3429000"/>
              <a:ext cx="662814" cy="641082"/>
            </a:xfrm>
            <a:prstGeom prst="rect">
              <a:avLst/>
            </a:prstGeom>
          </p:spPr>
        </p:pic>
        <p:sp>
          <p:nvSpPr>
            <p:cNvPr id="88" name="文本框 87">
              <a:extLst>
                <a:ext uri="{FF2B5EF4-FFF2-40B4-BE49-F238E27FC236}">
                  <a16:creationId xmlns:a16="http://schemas.microsoft.com/office/drawing/2014/main" id="{D7AA108F-9B64-49D5-944F-6F080EB4F7A2}"/>
                </a:ext>
              </a:extLst>
            </p:cNvPr>
            <p:cNvSpPr txBox="1"/>
            <p:nvPr/>
          </p:nvSpPr>
          <p:spPr>
            <a:xfrm>
              <a:off x="7446289" y="3445956"/>
              <a:ext cx="374650" cy="400110"/>
            </a:xfrm>
            <a:prstGeom prst="rect">
              <a:avLst/>
            </a:prstGeom>
            <a:noFill/>
          </p:spPr>
          <p:txBody>
            <a:bodyPr wrap="square" rtlCol="0">
              <a:spAutoFit/>
            </a:bodyPr>
            <a:lstStyle/>
            <a:p>
              <a:pPr algn="ctr"/>
              <a:r>
                <a:rPr lang="en-US" altLang="zh-CN" sz="2000" b="1" dirty="0">
                  <a:solidFill>
                    <a:schemeClr val="bg1"/>
                  </a:solidFill>
                </a:rPr>
                <a:t>B</a:t>
              </a:r>
              <a:endParaRPr lang="zh-CN" altLang="en-US" sz="2000" b="1" dirty="0">
                <a:solidFill>
                  <a:schemeClr val="bg1"/>
                </a:solidFill>
              </a:endParaRPr>
            </a:p>
          </p:txBody>
        </p:sp>
      </p:grpSp>
      <p:grpSp>
        <p:nvGrpSpPr>
          <p:cNvPr id="89" name="组合 88">
            <a:extLst>
              <a:ext uri="{FF2B5EF4-FFF2-40B4-BE49-F238E27FC236}">
                <a16:creationId xmlns:a16="http://schemas.microsoft.com/office/drawing/2014/main" id="{EC8328A9-646A-4FF0-A76E-43D05A2B00D3}"/>
              </a:ext>
            </a:extLst>
          </p:cNvPr>
          <p:cNvGrpSpPr/>
          <p:nvPr/>
        </p:nvGrpSpPr>
        <p:grpSpPr>
          <a:xfrm>
            <a:off x="9611400" y="1702998"/>
            <a:ext cx="662814" cy="641082"/>
            <a:chOff x="7183525" y="3429000"/>
            <a:chExt cx="662814" cy="641082"/>
          </a:xfrm>
        </p:grpSpPr>
        <p:pic>
          <p:nvPicPr>
            <p:cNvPr id="90" name="图形 10">
              <a:extLst>
                <a:ext uri="{FF2B5EF4-FFF2-40B4-BE49-F238E27FC236}">
                  <a16:creationId xmlns:a16="http://schemas.microsoft.com/office/drawing/2014/main" id="{DEDE7E91-75D2-4F59-9EA5-8BE3E785ECEA}"/>
                </a:ext>
              </a:extLst>
            </p:cNvPr>
            <p:cNvPicPr>
              <a:picLocks noChangeAspect="1"/>
            </p:cNvPicPr>
            <p:nvPr/>
          </p:nvPicPr>
          <p:blipFill>
            <a:blip r:embed="rId3">
              <a:extLst>
                <a:ext uri="{28A0092B-C50C-407E-A947-70E740481C1C}">
                  <a14:useLocalDpi xmlns:a14="http://schemas.microsoft.com/office/drawing/2010/main" val="0"/>
                </a:ext>
                <a:ext uri="{96DAC541-7B7A-43D3-8B79-37D633B846F1}">
                  <asvg:svgBlip xmlns:asvg="http://schemas.microsoft.com/office/drawing/2016/SVG/main" r:embed="rId4"/>
                </a:ext>
              </a:extLst>
            </a:blip>
            <a:stretch>
              <a:fillRect/>
            </a:stretch>
          </p:blipFill>
          <p:spPr>
            <a:xfrm>
              <a:off x="7183525" y="3429000"/>
              <a:ext cx="662814" cy="641082"/>
            </a:xfrm>
            <a:prstGeom prst="rect">
              <a:avLst/>
            </a:prstGeom>
          </p:spPr>
        </p:pic>
        <p:sp>
          <p:nvSpPr>
            <p:cNvPr id="91" name="文本框 90">
              <a:extLst>
                <a:ext uri="{FF2B5EF4-FFF2-40B4-BE49-F238E27FC236}">
                  <a16:creationId xmlns:a16="http://schemas.microsoft.com/office/drawing/2014/main" id="{94C10625-662C-45D0-8F7A-56A0ADA3A1F8}"/>
                </a:ext>
              </a:extLst>
            </p:cNvPr>
            <p:cNvSpPr txBox="1"/>
            <p:nvPr/>
          </p:nvSpPr>
          <p:spPr>
            <a:xfrm>
              <a:off x="7446289" y="3445956"/>
              <a:ext cx="374650" cy="400110"/>
            </a:xfrm>
            <a:prstGeom prst="rect">
              <a:avLst/>
            </a:prstGeom>
            <a:noFill/>
          </p:spPr>
          <p:txBody>
            <a:bodyPr wrap="square" rtlCol="0">
              <a:spAutoFit/>
            </a:bodyPr>
            <a:lstStyle/>
            <a:p>
              <a:pPr algn="ctr"/>
              <a:r>
                <a:rPr lang="en-US" altLang="zh-CN" sz="2000" b="1" dirty="0">
                  <a:solidFill>
                    <a:schemeClr val="bg1"/>
                  </a:solidFill>
                </a:rPr>
                <a:t>C</a:t>
              </a:r>
              <a:endParaRPr lang="zh-CN" altLang="en-US" sz="2000" b="1" dirty="0">
                <a:solidFill>
                  <a:schemeClr val="bg1"/>
                </a:solidFill>
              </a:endParaRPr>
            </a:p>
          </p:txBody>
        </p:sp>
      </p:grpSp>
      <p:grpSp>
        <p:nvGrpSpPr>
          <p:cNvPr id="92" name="组合 91">
            <a:extLst>
              <a:ext uri="{FF2B5EF4-FFF2-40B4-BE49-F238E27FC236}">
                <a16:creationId xmlns:a16="http://schemas.microsoft.com/office/drawing/2014/main" id="{3C9FB7C5-0D7E-4A69-8A19-332DC98C39FE}"/>
              </a:ext>
            </a:extLst>
          </p:cNvPr>
          <p:cNvGrpSpPr/>
          <p:nvPr/>
        </p:nvGrpSpPr>
        <p:grpSpPr>
          <a:xfrm>
            <a:off x="9625282" y="2625649"/>
            <a:ext cx="662814" cy="641082"/>
            <a:chOff x="7183525" y="3429000"/>
            <a:chExt cx="662814" cy="641082"/>
          </a:xfrm>
        </p:grpSpPr>
        <p:pic>
          <p:nvPicPr>
            <p:cNvPr id="93" name="图形 10">
              <a:extLst>
                <a:ext uri="{FF2B5EF4-FFF2-40B4-BE49-F238E27FC236}">
                  <a16:creationId xmlns:a16="http://schemas.microsoft.com/office/drawing/2014/main" id="{A9779869-2DE8-4714-8F60-97DC1AFA26D6}"/>
                </a:ext>
              </a:extLst>
            </p:cNvPr>
            <p:cNvPicPr>
              <a:picLocks noChangeAspect="1"/>
            </p:cNvPicPr>
            <p:nvPr/>
          </p:nvPicPr>
          <p:blipFill>
            <a:blip r:embed="rId3">
              <a:extLst>
                <a:ext uri="{28A0092B-C50C-407E-A947-70E740481C1C}">
                  <a14:useLocalDpi xmlns:a14="http://schemas.microsoft.com/office/drawing/2010/main" val="0"/>
                </a:ext>
                <a:ext uri="{96DAC541-7B7A-43D3-8B79-37D633B846F1}">
                  <asvg:svgBlip xmlns:asvg="http://schemas.microsoft.com/office/drawing/2016/SVG/main" r:embed="rId4"/>
                </a:ext>
              </a:extLst>
            </a:blip>
            <a:stretch>
              <a:fillRect/>
            </a:stretch>
          </p:blipFill>
          <p:spPr>
            <a:xfrm>
              <a:off x="7183525" y="3429000"/>
              <a:ext cx="662814" cy="641082"/>
            </a:xfrm>
            <a:prstGeom prst="rect">
              <a:avLst/>
            </a:prstGeom>
          </p:spPr>
        </p:pic>
        <p:sp>
          <p:nvSpPr>
            <p:cNvPr id="94" name="文本框 93">
              <a:extLst>
                <a:ext uri="{FF2B5EF4-FFF2-40B4-BE49-F238E27FC236}">
                  <a16:creationId xmlns:a16="http://schemas.microsoft.com/office/drawing/2014/main" id="{0B23B7CE-67C8-4D7B-A4C7-EF8AB1AEE5E9}"/>
                </a:ext>
              </a:extLst>
            </p:cNvPr>
            <p:cNvSpPr txBox="1"/>
            <p:nvPr/>
          </p:nvSpPr>
          <p:spPr>
            <a:xfrm>
              <a:off x="7446289" y="3445956"/>
              <a:ext cx="374650" cy="400110"/>
            </a:xfrm>
            <a:prstGeom prst="rect">
              <a:avLst/>
            </a:prstGeom>
            <a:noFill/>
          </p:spPr>
          <p:txBody>
            <a:bodyPr wrap="square" rtlCol="0">
              <a:spAutoFit/>
            </a:bodyPr>
            <a:lstStyle/>
            <a:p>
              <a:pPr algn="ctr"/>
              <a:r>
                <a:rPr lang="en-US" altLang="zh-CN" sz="2000" b="1" dirty="0">
                  <a:solidFill>
                    <a:schemeClr val="bg1"/>
                  </a:solidFill>
                </a:rPr>
                <a:t>D</a:t>
              </a:r>
              <a:endParaRPr lang="zh-CN" altLang="en-US" sz="2000" b="1" dirty="0">
                <a:solidFill>
                  <a:schemeClr val="bg1"/>
                </a:solidFill>
              </a:endParaRPr>
            </a:p>
          </p:txBody>
        </p:sp>
      </p:grpSp>
      <p:sp>
        <p:nvSpPr>
          <p:cNvPr id="6" name="矩形 5">
            <a:extLst>
              <a:ext uri="{FF2B5EF4-FFF2-40B4-BE49-F238E27FC236}">
                <a16:creationId xmlns:a16="http://schemas.microsoft.com/office/drawing/2014/main" id="{B73795E7-AA4E-46BD-A009-E7B559FC741E}"/>
              </a:ext>
            </a:extLst>
          </p:cNvPr>
          <p:cNvSpPr/>
          <p:nvPr/>
        </p:nvSpPr>
        <p:spPr>
          <a:xfrm>
            <a:off x="4023836" y="1668302"/>
            <a:ext cx="4123499" cy="1873250"/>
          </a:xfrm>
          <a:prstGeom prst="rect">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cxnSp>
        <p:nvCxnSpPr>
          <p:cNvPr id="222" name="直接连接符 221">
            <a:extLst>
              <a:ext uri="{FF2B5EF4-FFF2-40B4-BE49-F238E27FC236}">
                <a16:creationId xmlns:a16="http://schemas.microsoft.com/office/drawing/2014/main" id="{60A41105-926B-47A5-B245-8FEE53FC3B2D}"/>
              </a:ext>
            </a:extLst>
          </p:cNvPr>
          <p:cNvCxnSpPr/>
          <p:nvPr/>
        </p:nvCxnSpPr>
        <p:spPr>
          <a:xfrm flipH="1">
            <a:off x="2545888" y="3087122"/>
            <a:ext cx="1477948" cy="0"/>
          </a:xfrm>
          <a:prstGeom prst="line">
            <a:avLst/>
          </a:prstGeom>
          <a:ln w="12700">
            <a:solidFill>
              <a:schemeClr val="tx1"/>
            </a:solidFill>
            <a:tailEnd type="none"/>
          </a:ln>
        </p:spPr>
        <p:style>
          <a:lnRef idx="1">
            <a:schemeClr val="accent1"/>
          </a:lnRef>
          <a:fillRef idx="0">
            <a:schemeClr val="accent1"/>
          </a:fillRef>
          <a:effectRef idx="0">
            <a:schemeClr val="accent1"/>
          </a:effectRef>
          <a:fontRef idx="minor">
            <a:schemeClr val="tx1"/>
          </a:fontRef>
        </p:style>
      </p:cxnSp>
      <p:cxnSp>
        <p:nvCxnSpPr>
          <p:cNvPr id="223" name="直接连接符 222">
            <a:extLst>
              <a:ext uri="{FF2B5EF4-FFF2-40B4-BE49-F238E27FC236}">
                <a16:creationId xmlns:a16="http://schemas.microsoft.com/office/drawing/2014/main" id="{101F5038-0587-4D0E-A975-45B335349352}"/>
              </a:ext>
            </a:extLst>
          </p:cNvPr>
          <p:cNvCxnSpPr/>
          <p:nvPr/>
        </p:nvCxnSpPr>
        <p:spPr>
          <a:xfrm flipH="1">
            <a:off x="8147334" y="2138649"/>
            <a:ext cx="1477948" cy="0"/>
          </a:xfrm>
          <a:prstGeom prst="line">
            <a:avLst/>
          </a:prstGeom>
          <a:ln w="12700">
            <a:solidFill>
              <a:schemeClr val="tx1"/>
            </a:solidFill>
            <a:tailEnd type="none"/>
          </a:ln>
        </p:spPr>
        <p:style>
          <a:lnRef idx="1">
            <a:schemeClr val="accent1"/>
          </a:lnRef>
          <a:fillRef idx="0">
            <a:schemeClr val="accent1"/>
          </a:fillRef>
          <a:effectRef idx="0">
            <a:schemeClr val="accent1"/>
          </a:effectRef>
          <a:fontRef idx="minor">
            <a:schemeClr val="tx1"/>
          </a:fontRef>
        </p:style>
      </p:cxnSp>
      <p:cxnSp>
        <p:nvCxnSpPr>
          <p:cNvPr id="224" name="直接连接符 223">
            <a:extLst>
              <a:ext uri="{FF2B5EF4-FFF2-40B4-BE49-F238E27FC236}">
                <a16:creationId xmlns:a16="http://schemas.microsoft.com/office/drawing/2014/main" id="{69F775AE-E7F4-4AB6-8008-A55887E9800E}"/>
              </a:ext>
            </a:extLst>
          </p:cNvPr>
          <p:cNvCxnSpPr/>
          <p:nvPr/>
        </p:nvCxnSpPr>
        <p:spPr>
          <a:xfrm flipH="1">
            <a:off x="8147334" y="3077418"/>
            <a:ext cx="1477948" cy="0"/>
          </a:xfrm>
          <a:prstGeom prst="line">
            <a:avLst/>
          </a:prstGeom>
          <a:ln w="12700">
            <a:solidFill>
              <a:schemeClr val="tx1"/>
            </a:solidFill>
            <a:tailEnd type="none"/>
          </a:ln>
        </p:spPr>
        <p:style>
          <a:lnRef idx="1">
            <a:schemeClr val="accent1"/>
          </a:lnRef>
          <a:fillRef idx="0">
            <a:schemeClr val="accent1"/>
          </a:fillRef>
          <a:effectRef idx="0">
            <a:schemeClr val="accent1"/>
          </a:effectRef>
          <a:fontRef idx="minor">
            <a:schemeClr val="tx1"/>
          </a:fontRef>
        </p:style>
      </p:cxnSp>
      <p:cxnSp>
        <p:nvCxnSpPr>
          <p:cNvPr id="225" name="直接连接符 224">
            <a:extLst>
              <a:ext uri="{FF2B5EF4-FFF2-40B4-BE49-F238E27FC236}">
                <a16:creationId xmlns:a16="http://schemas.microsoft.com/office/drawing/2014/main" id="{7839C853-AB9A-4936-8D64-D490278B2B4A}"/>
              </a:ext>
            </a:extLst>
          </p:cNvPr>
          <p:cNvCxnSpPr>
            <a:stCxn id="258" idx="1"/>
          </p:cNvCxnSpPr>
          <p:nvPr/>
        </p:nvCxnSpPr>
        <p:spPr>
          <a:xfrm flipH="1">
            <a:off x="2545888" y="5023568"/>
            <a:ext cx="1477948" cy="0"/>
          </a:xfrm>
          <a:prstGeom prst="line">
            <a:avLst/>
          </a:prstGeom>
          <a:ln w="12700">
            <a:solidFill>
              <a:schemeClr val="tx1"/>
            </a:solidFill>
            <a:tailEnd type="none"/>
          </a:ln>
        </p:spPr>
        <p:style>
          <a:lnRef idx="1">
            <a:schemeClr val="accent1"/>
          </a:lnRef>
          <a:fillRef idx="0">
            <a:schemeClr val="accent1"/>
          </a:fillRef>
          <a:effectRef idx="0">
            <a:schemeClr val="accent1"/>
          </a:effectRef>
          <a:fontRef idx="minor">
            <a:schemeClr val="tx1"/>
          </a:fontRef>
        </p:style>
      </p:cxnSp>
      <p:grpSp>
        <p:nvGrpSpPr>
          <p:cNvPr id="226" name="组合 225">
            <a:extLst>
              <a:ext uri="{FF2B5EF4-FFF2-40B4-BE49-F238E27FC236}">
                <a16:creationId xmlns:a16="http://schemas.microsoft.com/office/drawing/2014/main" id="{DF3CEA24-EB4E-4D90-AE3D-FA8BAC16A18B}"/>
              </a:ext>
            </a:extLst>
          </p:cNvPr>
          <p:cNvGrpSpPr/>
          <p:nvPr/>
        </p:nvGrpSpPr>
        <p:grpSpPr>
          <a:xfrm>
            <a:off x="1953070" y="4579591"/>
            <a:ext cx="662814" cy="641082"/>
            <a:chOff x="7183525" y="3429000"/>
            <a:chExt cx="662814" cy="641082"/>
          </a:xfrm>
        </p:grpSpPr>
        <p:pic>
          <p:nvPicPr>
            <p:cNvPr id="227" name="图形 10">
              <a:extLst>
                <a:ext uri="{FF2B5EF4-FFF2-40B4-BE49-F238E27FC236}">
                  <a16:creationId xmlns:a16="http://schemas.microsoft.com/office/drawing/2014/main" id="{367D4F80-9369-4A21-BA1C-355A8865EEAF}"/>
                </a:ext>
              </a:extLst>
            </p:cNvPr>
            <p:cNvPicPr>
              <a:picLocks noChangeAspect="1"/>
            </p:cNvPicPr>
            <p:nvPr/>
          </p:nvPicPr>
          <p:blipFill>
            <a:blip r:embed="rId3">
              <a:extLst>
                <a:ext uri="{28A0092B-C50C-407E-A947-70E740481C1C}">
                  <a14:useLocalDpi xmlns:a14="http://schemas.microsoft.com/office/drawing/2010/main" val="0"/>
                </a:ext>
                <a:ext uri="{96DAC541-7B7A-43D3-8B79-37D633B846F1}">
                  <asvg:svgBlip xmlns:asvg="http://schemas.microsoft.com/office/drawing/2016/SVG/main" r:embed="rId4"/>
                </a:ext>
              </a:extLst>
            </a:blip>
            <a:stretch>
              <a:fillRect/>
            </a:stretch>
          </p:blipFill>
          <p:spPr>
            <a:xfrm>
              <a:off x="7183525" y="3429000"/>
              <a:ext cx="662814" cy="641082"/>
            </a:xfrm>
            <a:prstGeom prst="rect">
              <a:avLst/>
            </a:prstGeom>
          </p:spPr>
        </p:pic>
        <p:sp>
          <p:nvSpPr>
            <p:cNvPr id="228" name="文本框 227">
              <a:extLst>
                <a:ext uri="{FF2B5EF4-FFF2-40B4-BE49-F238E27FC236}">
                  <a16:creationId xmlns:a16="http://schemas.microsoft.com/office/drawing/2014/main" id="{0222755B-D29F-4F96-8B42-484C4C566965}"/>
                </a:ext>
              </a:extLst>
            </p:cNvPr>
            <p:cNvSpPr txBox="1"/>
            <p:nvPr/>
          </p:nvSpPr>
          <p:spPr>
            <a:xfrm>
              <a:off x="7446289" y="3445956"/>
              <a:ext cx="374650" cy="400110"/>
            </a:xfrm>
            <a:prstGeom prst="rect">
              <a:avLst/>
            </a:prstGeom>
            <a:noFill/>
          </p:spPr>
          <p:txBody>
            <a:bodyPr wrap="square" rtlCol="0">
              <a:spAutoFit/>
            </a:bodyPr>
            <a:lstStyle/>
            <a:p>
              <a:pPr algn="ctr"/>
              <a:r>
                <a:rPr lang="en-US" altLang="zh-CN" sz="2000" b="1" dirty="0">
                  <a:solidFill>
                    <a:schemeClr val="bg1"/>
                  </a:solidFill>
                </a:rPr>
                <a:t>E</a:t>
              </a:r>
              <a:endParaRPr lang="zh-CN" altLang="en-US" sz="2000" b="1" dirty="0">
                <a:solidFill>
                  <a:schemeClr val="bg1"/>
                </a:solidFill>
              </a:endParaRPr>
            </a:p>
          </p:txBody>
        </p:sp>
      </p:grpSp>
      <p:grpSp>
        <p:nvGrpSpPr>
          <p:cNvPr id="229" name="组合 228">
            <a:extLst>
              <a:ext uri="{FF2B5EF4-FFF2-40B4-BE49-F238E27FC236}">
                <a16:creationId xmlns:a16="http://schemas.microsoft.com/office/drawing/2014/main" id="{6E427F88-C67B-471A-B33B-CE1A963ACDED}"/>
              </a:ext>
            </a:extLst>
          </p:cNvPr>
          <p:cNvGrpSpPr/>
          <p:nvPr/>
        </p:nvGrpSpPr>
        <p:grpSpPr>
          <a:xfrm>
            <a:off x="1953070" y="5502242"/>
            <a:ext cx="662814" cy="641082"/>
            <a:chOff x="7183525" y="3429000"/>
            <a:chExt cx="662814" cy="641082"/>
          </a:xfrm>
        </p:grpSpPr>
        <p:pic>
          <p:nvPicPr>
            <p:cNvPr id="230" name="图形 10">
              <a:extLst>
                <a:ext uri="{FF2B5EF4-FFF2-40B4-BE49-F238E27FC236}">
                  <a16:creationId xmlns:a16="http://schemas.microsoft.com/office/drawing/2014/main" id="{5FD50AFD-E9D0-4E74-B04A-A8BACB80B202}"/>
                </a:ext>
              </a:extLst>
            </p:cNvPr>
            <p:cNvPicPr>
              <a:picLocks noChangeAspect="1"/>
            </p:cNvPicPr>
            <p:nvPr/>
          </p:nvPicPr>
          <p:blipFill>
            <a:blip r:embed="rId3">
              <a:extLst>
                <a:ext uri="{28A0092B-C50C-407E-A947-70E740481C1C}">
                  <a14:useLocalDpi xmlns:a14="http://schemas.microsoft.com/office/drawing/2010/main" val="0"/>
                </a:ext>
                <a:ext uri="{96DAC541-7B7A-43D3-8B79-37D633B846F1}">
                  <asvg:svgBlip xmlns:asvg="http://schemas.microsoft.com/office/drawing/2016/SVG/main" r:embed="rId4"/>
                </a:ext>
              </a:extLst>
            </a:blip>
            <a:stretch>
              <a:fillRect/>
            </a:stretch>
          </p:blipFill>
          <p:spPr>
            <a:xfrm>
              <a:off x="7183525" y="3429000"/>
              <a:ext cx="662814" cy="641082"/>
            </a:xfrm>
            <a:prstGeom prst="rect">
              <a:avLst/>
            </a:prstGeom>
          </p:spPr>
        </p:pic>
        <p:sp>
          <p:nvSpPr>
            <p:cNvPr id="231" name="文本框 230">
              <a:extLst>
                <a:ext uri="{FF2B5EF4-FFF2-40B4-BE49-F238E27FC236}">
                  <a16:creationId xmlns:a16="http://schemas.microsoft.com/office/drawing/2014/main" id="{15A71D4D-90A5-48A0-AC27-394B1CB699EA}"/>
                </a:ext>
              </a:extLst>
            </p:cNvPr>
            <p:cNvSpPr txBox="1"/>
            <p:nvPr/>
          </p:nvSpPr>
          <p:spPr>
            <a:xfrm>
              <a:off x="7446289" y="3445956"/>
              <a:ext cx="374650" cy="400110"/>
            </a:xfrm>
            <a:prstGeom prst="rect">
              <a:avLst/>
            </a:prstGeom>
            <a:noFill/>
          </p:spPr>
          <p:txBody>
            <a:bodyPr wrap="square" rtlCol="0">
              <a:spAutoFit/>
            </a:bodyPr>
            <a:lstStyle/>
            <a:p>
              <a:pPr algn="ctr"/>
              <a:r>
                <a:rPr lang="en-US" altLang="zh-CN" sz="2000" b="1" dirty="0">
                  <a:solidFill>
                    <a:schemeClr val="bg1"/>
                  </a:solidFill>
                </a:rPr>
                <a:t>F</a:t>
              </a:r>
              <a:endParaRPr lang="zh-CN" altLang="en-US" sz="2000" b="1" dirty="0">
                <a:solidFill>
                  <a:schemeClr val="bg1"/>
                </a:solidFill>
              </a:endParaRPr>
            </a:p>
          </p:txBody>
        </p:sp>
      </p:grpSp>
      <p:grpSp>
        <p:nvGrpSpPr>
          <p:cNvPr id="232" name="组合 231">
            <a:extLst>
              <a:ext uri="{FF2B5EF4-FFF2-40B4-BE49-F238E27FC236}">
                <a16:creationId xmlns:a16="http://schemas.microsoft.com/office/drawing/2014/main" id="{E220E302-AA0A-4A74-8ED7-8D238DA50CE4}"/>
              </a:ext>
            </a:extLst>
          </p:cNvPr>
          <p:cNvGrpSpPr/>
          <p:nvPr/>
        </p:nvGrpSpPr>
        <p:grpSpPr>
          <a:xfrm>
            <a:off x="9611400" y="4579591"/>
            <a:ext cx="662814" cy="641082"/>
            <a:chOff x="7183525" y="3429000"/>
            <a:chExt cx="662814" cy="641082"/>
          </a:xfrm>
        </p:grpSpPr>
        <p:pic>
          <p:nvPicPr>
            <p:cNvPr id="233" name="图形 10">
              <a:extLst>
                <a:ext uri="{FF2B5EF4-FFF2-40B4-BE49-F238E27FC236}">
                  <a16:creationId xmlns:a16="http://schemas.microsoft.com/office/drawing/2014/main" id="{02C977D6-81BF-44E7-AAF1-A997F2539E4A}"/>
                </a:ext>
              </a:extLst>
            </p:cNvPr>
            <p:cNvPicPr>
              <a:picLocks noChangeAspect="1"/>
            </p:cNvPicPr>
            <p:nvPr/>
          </p:nvPicPr>
          <p:blipFill>
            <a:blip r:embed="rId3">
              <a:extLst>
                <a:ext uri="{28A0092B-C50C-407E-A947-70E740481C1C}">
                  <a14:useLocalDpi xmlns:a14="http://schemas.microsoft.com/office/drawing/2010/main" val="0"/>
                </a:ext>
                <a:ext uri="{96DAC541-7B7A-43D3-8B79-37D633B846F1}">
                  <asvg:svgBlip xmlns:asvg="http://schemas.microsoft.com/office/drawing/2016/SVG/main" r:embed="rId4"/>
                </a:ext>
              </a:extLst>
            </a:blip>
            <a:stretch>
              <a:fillRect/>
            </a:stretch>
          </p:blipFill>
          <p:spPr>
            <a:xfrm>
              <a:off x="7183525" y="3429000"/>
              <a:ext cx="662814" cy="641082"/>
            </a:xfrm>
            <a:prstGeom prst="rect">
              <a:avLst/>
            </a:prstGeom>
          </p:spPr>
        </p:pic>
        <p:sp>
          <p:nvSpPr>
            <p:cNvPr id="234" name="文本框 233">
              <a:extLst>
                <a:ext uri="{FF2B5EF4-FFF2-40B4-BE49-F238E27FC236}">
                  <a16:creationId xmlns:a16="http://schemas.microsoft.com/office/drawing/2014/main" id="{D9B1B277-0BAF-4320-A426-7D2D1937B07C}"/>
                </a:ext>
              </a:extLst>
            </p:cNvPr>
            <p:cNvSpPr txBox="1"/>
            <p:nvPr/>
          </p:nvSpPr>
          <p:spPr>
            <a:xfrm>
              <a:off x="7446289" y="3445956"/>
              <a:ext cx="374650" cy="400110"/>
            </a:xfrm>
            <a:prstGeom prst="rect">
              <a:avLst/>
            </a:prstGeom>
            <a:noFill/>
          </p:spPr>
          <p:txBody>
            <a:bodyPr wrap="square" rtlCol="0">
              <a:spAutoFit/>
            </a:bodyPr>
            <a:lstStyle/>
            <a:p>
              <a:pPr algn="ctr"/>
              <a:r>
                <a:rPr lang="en-US" altLang="zh-CN" sz="2000" b="1" dirty="0">
                  <a:solidFill>
                    <a:schemeClr val="bg1"/>
                  </a:solidFill>
                </a:rPr>
                <a:t>G</a:t>
              </a:r>
              <a:endParaRPr lang="zh-CN" altLang="en-US" sz="2000" b="1" dirty="0">
                <a:solidFill>
                  <a:schemeClr val="bg1"/>
                </a:solidFill>
              </a:endParaRPr>
            </a:p>
          </p:txBody>
        </p:sp>
      </p:grpSp>
      <p:grpSp>
        <p:nvGrpSpPr>
          <p:cNvPr id="235" name="组合 234">
            <a:extLst>
              <a:ext uri="{FF2B5EF4-FFF2-40B4-BE49-F238E27FC236}">
                <a16:creationId xmlns:a16="http://schemas.microsoft.com/office/drawing/2014/main" id="{20407DF2-281E-43C8-9544-31BDEE3C0C8A}"/>
              </a:ext>
            </a:extLst>
          </p:cNvPr>
          <p:cNvGrpSpPr/>
          <p:nvPr/>
        </p:nvGrpSpPr>
        <p:grpSpPr>
          <a:xfrm>
            <a:off x="9625282" y="5502242"/>
            <a:ext cx="662814" cy="641082"/>
            <a:chOff x="7183525" y="3429000"/>
            <a:chExt cx="662814" cy="641082"/>
          </a:xfrm>
        </p:grpSpPr>
        <p:pic>
          <p:nvPicPr>
            <p:cNvPr id="236" name="图形 10">
              <a:extLst>
                <a:ext uri="{FF2B5EF4-FFF2-40B4-BE49-F238E27FC236}">
                  <a16:creationId xmlns:a16="http://schemas.microsoft.com/office/drawing/2014/main" id="{F67445AB-978C-4EEC-AAFB-D2DFA44E6B0F}"/>
                </a:ext>
              </a:extLst>
            </p:cNvPr>
            <p:cNvPicPr>
              <a:picLocks noChangeAspect="1"/>
            </p:cNvPicPr>
            <p:nvPr/>
          </p:nvPicPr>
          <p:blipFill>
            <a:blip r:embed="rId3">
              <a:extLst>
                <a:ext uri="{28A0092B-C50C-407E-A947-70E740481C1C}">
                  <a14:useLocalDpi xmlns:a14="http://schemas.microsoft.com/office/drawing/2010/main" val="0"/>
                </a:ext>
                <a:ext uri="{96DAC541-7B7A-43D3-8B79-37D633B846F1}">
                  <asvg:svgBlip xmlns:asvg="http://schemas.microsoft.com/office/drawing/2016/SVG/main" r:embed="rId4"/>
                </a:ext>
              </a:extLst>
            </a:blip>
            <a:stretch>
              <a:fillRect/>
            </a:stretch>
          </p:blipFill>
          <p:spPr>
            <a:xfrm>
              <a:off x="7183525" y="3429000"/>
              <a:ext cx="662814" cy="641082"/>
            </a:xfrm>
            <a:prstGeom prst="rect">
              <a:avLst/>
            </a:prstGeom>
          </p:spPr>
        </p:pic>
        <p:sp>
          <p:nvSpPr>
            <p:cNvPr id="237" name="文本框 236">
              <a:extLst>
                <a:ext uri="{FF2B5EF4-FFF2-40B4-BE49-F238E27FC236}">
                  <a16:creationId xmlns:a16="http://schemas.microsoft.com/office/drawing/2014/main" id="{33F732E5-24B9-4DD1-98D4-0494A9567DCD}"/>
                </a:ext>
              </a:extLst>
            </p:cNvPr>
            <p:cNvSpPr txBox="1"/>
            <p:nvPr/>
          </p:nvSpPr>
          <p:spPr>
            <a:xfrm>
              <a:off x="7446289" y="3445956"/>
              <a:ext cx="374650" cy="400110"/>
            </a:xfrm>
            <a:prstGeom prst="rect">
              <a:avLst/>
            </a:prstGeom>
            <a:noFill/>
          </p:spPr>
          <p:txBody>
            <a:bodyPr wrap="square" rtlCol="0">
              <a:spAutoFit/>
            </a:bodyPr>
            <a:lstStyle/>
            <a:p>
              <a:pPr algn="ctr"/>
              <a:r>
                <a:rPr lang="en-US" altLang="zh-CN" sz="2000" b="1" dirty="0">
                  <a:solidFill>
                    <a:schemeClr val="bg1"/>
                  </a:solidFill>
                </a:rPr>
                <a:t>H</a:t>
              </a:r>
              <a:endParaRPr lang="zh-CN" altLang="en-US" sz="2000" b="1" dirty="0">
                <a:solidFill>
                  <a:schemeClr val="bg1"/>
                </a:solidFill>
              </a:endParaRPr>
            </a:p>
          </p:txBody>
        </p:sp>
      </p:grpSp>
      <p:sp>
        <p:nvSpPr>
          <p:cNvPr id="239" name="矩形 238">
            <a:extLst>
              <a:ext uri="{FF2B5EF4-FFF2-40B4-BE49-F238E27FC236}">
                <a16:creationId xmlns:a16="http://schemas.microsoft.com/office/drawing/2014/main" id="{7C7B0ACC-D3D4-4120-8501-260D6DBBE8DE}"/>
              </a:ext>
            </a:extLst>
          </p:cNvPr>
          <p:cNvSpPr/>
          <p:nvPr/>
        </p:nvSpPr>
        <p:spPr>
          <a:xfrm>
            <a:off x="4023836" y="4544895"/>
            <a:ext cx="4123499" cy="1873250"/>
          </a:xfrm>
          <a:prstGeom prst="rect">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20" name="矩形 19">
            <a:extLst>
              <a:ext uri="{FF2B5EF4-FFF2-40B4-BE49-F238E27FC236}">
                <a16:creationId xmlns:a16="http://schemas.microsoft.com/office/drawing/2014/main" id="{B7E1855B-BB0E-4F7F-86D0-BB02329A21F2}"/>
              </a:ext>
            </a:extLst>
          </p:cNvPr>
          <p:cNvSpPr/>
          <p:nvPr/>
        </p:nvSpPr>
        <p:spPr>
          <a:xfrm>
            <a:off x="4023836" y="2268556"/>
            <a:ext cx="949331" cy="246054"/>
          </a:xfrm>
          <a:prstGeom prst="rect">
            <a:avLst/>
          </a:prstGeom>
          <a:solidFill>
            <a:schemeClr val="accent4"/>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CN" sz="2000" b="1" dirty="0">
                <a:solidFill>
                  <a:schemeClr val="bg1"/>
                </a:solidFill>
                <a:latin typeface="Arial Narrow" panose="020B0606020202030204" pitchFamily="34" charset="0"/>
              </a:rPr>
              <a:t>Access</a:t>
            </a:r>
            <a:endParaRPr lang="zh-CN" altLang="en-US" sz="2000" b="1" dirty="0">
              <a:solidFill>
                <a:schemeClr val="bg1"/>
              </a:solidFill>
              <a:latin typeface="Arial Narrow" panose="020B0606020202030204" pitchFamily="34" charset="0"/>
            </a:endParaRPr>
          </a:p>
        </p:txBody>
      </p:sp>
      <p:sp>
        <p:nvSpPr>
          <p:cNvPr id="18" name="矩形 17">
            <a:extLst>
              <a:ext uri="{FF2B5EF4-FFF2-40B4-BE49-F238E27FC236}">
                <a16:creationId xmlns:a16="http://schemas.microsoft.com/office/drawing/2014/main" id="{9FF17DC4-7312-49F3-82F1-6543D08F7A97}"/>
              </a:ext>
            </a:extLst>
          </p:cNvPr>
          <p:cNvSpPr/>
          <p:nvPr/>
        </p:nvSpPr>
        <p:spPr>
          <a:xfrm>
            <a:off x="4023836" y="1778617"/>
            <a:ext cx="949331" cy="246054"/>
          </a:xfrm>
          <a:prstGeom prst="rect">
            <a:avLst/>
          </a:prstGeom>
          <a:solidFill>
            <a:schemeClr val="tx2"/>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CN" sz="2000" b="1" dirty="0">
                <a:solidFill>
                  <a:schemeClr val="bg1"/>
                </a:solidFill>
                <a:latin typeface="Arial Narrow" panose="020B0606020202030204" pitchFamily="34" charset="0"/>
              </a:rPr>
              <a:t>PVID=1</a:t>
            </a:r>
            <a:endParaRPr lang="zh-CN" altLang="en-US" sz="2000" b="1" dirty="0">
              <a:solidFill>
                <a:schemeClr val="bg1"/>
              </a:solidFill>
              <a:latin typeface="Arial Narrow" panose="020B0606020202030204" pitchFamily="34" charset="0"/>
            </a:endParaRPr>
          </a:p>
        </p:txBody>
      </p:sp>
      <p:sp>
        <p:nvSpPr>
          <p:cNvPr id="19" name="矩形 18">
            <a:extLst>
              <a:ext uri="{FF2B5EF4-FFF2-40B4-BE49-F238E27FC236}">
                <a16:creationId xmlns:a16="http://schemas.microsoft.com/office/drawing/2014/main" id="{77C24B11-AA44-4B22-9A14-1ED14C517EC7}"/>
              </a:ext>
            </a:extLst>
          </p:cNvPr>
          <p:cNvSpPr/>
          <p:nvPr/>
        </p:nvSpPr>
        <p:spPr>
          <a:xfrm>
            <a:off x="4023836" y="2023948"/>
            <a:ext cx="949331" cy="246054"/>
          </a:xfrm>
          <a:prstGeom prst="rect">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CN" sz="2000" b="1" dirty="0">
                <a:solidFill>
                  <a:schemeClr val="tx1"/>
                </a:solidFill>
                <a:latin typeface="Arial Black" panose="020B0A04020102020204" pitchFamily="34" charset="0"/>
              </a:rPr>
              <a:t>1</a:t>
            </a:r>
            <a:endParaRPr lang="zh-CN" altLang="en-US" sz="2000" b="1" dirty="0">
              <a:solidFill>
                <a:schemeClr val="tx1"/>
              </a:solidFill>
              <a:latin typeface="Arial Black" panose="020B0A04020102020204" pitchFamily="34" charset="0"/>
            </a:endParaRPr>
          </a:p>
        </p:txBody>
      </p:sp>
      <p:sp>
        <p:nvSpPr>
          <p:cNvPr id="101" name="矩形 100">
            <a:extLst>
              <a:ext uri="{FF2B5EF4-FFF2-40B4-BE49-F238E27FC236}">
                <a16:creationId xmlns:a16="http://schemas.microsoft.com/office/drawing/2014/main" id="{8409FF2B-377F-49BE-9851-B1DFD97BA154}"/>
              </a:ext>
            </a:extLst>
          </p:cNvPr>
          <p:cNvSpPr/>
          <p:nvPr/>
        </p:nvSpPr>
        <p:spPr>
          <a:xfrm>
            <a:off x="4023836" y="3196333"/>
            <a:ext cx="949331" cy="246054"/>
          </a:xfrm>
          <a:prstGeom prst="rect">
            <a:avLst/>
          </a:prstGeom>
          <a:solidFill>
            <a:schemeClr val="accent4"/>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CN" sz="2000" b="1" dirty="0">
                <a:solidFill>
                  <a:schemeClr val="bg1"/>
                </a:solidFill>
                <a:latin typeface="Arial Narrow" panose="020B0606020202030204" pitchFamily="34" charset="0"/>
              </a:rPr>
              <a:t>Access</a:t>
            </a:r>
            <a:endParaRPr lang="zh-CN" altLang="en-US" sz="2000" b="1" dirty="0">
              <a:solidFill>
                <a:schemeClr val="bg1"/>
              </a:solidFill>
              <a:latin typeface="Arial Narrow" panose="020B0606020202030204" pitchFamily="34" charset="0"/>
            </a:endParaRPr>
          </a:p>
        </p:txBody>
      </p:sp>
      <p:sp>
        <p:nvSpPr>
          <p:cNvPr id="102" name="矩形 101">
            <a:extLst>
              <a:ext uri="{FF2B5EF4-FFF2-40B4-BE49-F238E27FC236}">
                <a16:creationId xmlns:a16="http://schemas.microsoft.com/office/drawing/2014/main" id="{D4897C53-5E49-49CB-BB29-21C020F51F09}"/>
              </a:ext>
            </a:extLst>
          </p:cNvPr>
          <p:cNvSpPr/>
          <p:nvPr/>
        </p:nvSpPr>
        <p:spPr>
          <a:xfrm>
            <a:off x="4023836" y="2706394"/>
            <a:ext cx="949331" cy="246054"/>
          </a:xfrm>
          <a:prstGeom prst="rect">
            <a:avLst/>
          </a:prstGeom>
          <a:solidFill>
            <a:schemeClr val="tx2"/>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CN" sz="2000" b="1" dirty="0">
                <a:solidFill>
                  <a:schemeClr val="bg1"/>
                </a:solidFill>
                <a:latin typeface="Arial Narrow" panose="020B0606020202030204" pitchFamily="34" charset="0"/>
              </a:rPr>
              <a:t>PVID=1</a:t>
            </a:r>
            <a:endParaRPr lang="zh-CN" altLang="en-US" sz="2000" b="1" dirty="0">
              <a:solidFill>
                <a:schemeClr val="bg1"/>
              </a:solidFill>
              <a:latin typeface="Arial Narrow" panose="020B0606020202030204" pitchFamily="34" charset="0"/>
            </a:endParaRPr>
          </a:p>
        </p:txBody>
      </p:sp>
      <p:sp>
        <p:nvSpPr>
          <p:cNvPr id="103" name="矩形 102">
            <a:extLst>
              <a:ext uri="{FF2B5EF4-FFF2-40B4-BE49-F238E27FC236}">
                <a16:creationId xmlns:a16="http://schemas.microsoft.com/office/drawing/2014/main" id="{1567836D-A76C-4418-B7C7-D96BA725C4D4}"/>
              </a:ext>
            </a:extLst>
          </p:cNvPr>
          <p:cNvSpPr/>
          <p:nvPr/>
        </p:nvSpPr>
        <p:spPr>
          <a:xfrm>
            <a:off x="4023836" y="2951725"/>
            <a:ext cx="949331" cy="246054"/>
          </a:xfrm>
          <a:prstGeom prst="rect">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CN" sz="2000" b="1" dirty="0">
                <a:solidFill>
                  <a:schemeClr val="tx1"/>
                </a:solidFill>
                <a:latin typeface="Arial Black" panose="020B0A04020102020204" pitchFamily="34" charset="0"/>
              </a:rPr>
              <a:t>2</a:t>
            </a:r>
            <a:endParaRPr lang="zh-CN" altLang="en-US" sz="2000" b="1" dirty="0">
              <a:solidFill>
                <a:schemeClr val="tx1"/>
              </a:solidFill>
              <a:latin typeface="Arial Black" panose="020B0A04020102020204" pitchFamily="34" charset="0"/>
            </a:endParaRPr>
          </a:p>
        </p:txBody>
      </p:sp>
      <p:sp>
        <p:nvSpPr>
          <p:cNvPr id="256" name="矩形 255">
            <a:extLst>
              <a:ext uri="{FF2B5EF4-FFF2-40B4-BE49-F238E27FC236}">
                <a16:creationId xmlns:a16="http://schemas.microsoft.com/office/drawing/2014/main" id="{B84A381A-189B-4FD4-B8E3-E4AD89F1BA29}"/>
              </a:ext>
            </a:extLst>
          </p:cNvPr>
          <p:cNvSpPr/>
          <p:nvPr/>
        </p:nvSpPr>
        <p:spPr>
          <a:xfrm>
            <a:off x="4023836" y="5145149"/>
            <a:ext cx="949331" cy="246054"/>
          </a:xfrm>
          <a:prstGeom prst="rect">
            <a:avLst/>
          </a:prstGeom>
          <a:solidFill>
            <a:schemeClr val="accent4"/>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CN" sz="2000" b="1" dirty="0">
                <a:solidFill>
                  <a:schemeClr val="bg1"/>
                </a:solidFill>
                <a:latin typeface="Arial Narrow" panose="020B0606020202030204" pitchFamily="34" charset="0"/>
              </a:rPr>
              <a:t>Access</a:t>
            </a:r>
            <a:endParaRPr lang="zh-CN" altLang="en-US" sz="2000" b="1" dirty="0">
              <a:solidFill>
                <a:schemeClr val="bg1"/>
              </a:solidFill>
              <a:latin typeface="Arial Narrow" panose="020B0606020202030204" pitchFamily="34" charset="0"/>
            </a:endParaRPr>
          </a:p>
        </p:txBody>
      </p:sp>
      <p:sp>
        <p:nvSpPr>
          <p:cNvPr id="257" name="矩形 256">
            <a:extLst>
              <a:ext uri="{FF2B5EF4-FFF2-40B4-BE49-F238E27FC236}">
                <a16:creationId xmlns:a16="http://schemas.microsoft.com/office/drawing/2014/main" id="{3E2A3BD9-6E55-443E-AFD3-155471AEE4D2}"/>
              </a:ext>
            </a:extLst>
          </p:cNvPr>
          <p:cNvSpPr/>
          <p:nvPr/>
        </p:nvSpPr>
        <p:spPr>
          <a:xfrm>
            <a:off x="4023836" y="4655210"/>
            <a:ext cx="949331" cy="246054"/>
          </a:xfrm>
          <a:prstGeom prst="rect">
            <a:avLst/>
          </a:prstGeom>
          <a:solidFill>
            <a:schemeClr val="tx2"/>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CN" sz="2000" b="1" dirty="0">
                <a:solidFill>
                  <a:schemeClr val="bg1"/>
                </a:solidFill>
                <a:latin typeface="Arial Narrow" panose="020B0606020202030204" pitchFamily="34" charset="0"/>
              </a:rPr>
              <a:t>PVID=1</a:t>
            </a:r>
            <a:endParaRPr lang="zh-CN" altLang="en-US" sz="2000" b="1" dirty="0">
              <a:solidFill>
                <a:schemeClr val="bg1"/>
              </a:solidFill>
              <a:latin typeface="Arial Narrow" panose="020B0606020202030204" pitchFamily="34" charset="0"/>
            </a:endParaRPr>
          </a:p>
        </p:txBody>
      </p:sp>
      <p:sp>
        <p:nvSpPr>
          <p:cNvPr id="258" name="矩形 257">
            <a:extLst>
              <a:ext uri="{FF2B5EF4-FFF2-40B4-BE49-F238E27FC236}">
                <a16:creationId xmlns:a16="http://schemas.microsoft.com/office/drawing/2014/main" id="{998F2179-3C9B-4A3B-BB18-B6AF194E81DB}"/>
              </a:ext>
            </a:extLst>
          </p:cNvPr>
          <p:cNvSpPr/>
          <p:nvPr/>
        </p:nvSpPr>
        <p:spPr>
          <a:xfrm>
            <a:off x="4023836" y="4900541"/>
            <a:ext cx="949331" cy="246054"/>
          </a:xfrm>
          <a:prstGeom prst="rect">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CN" sz="2000" b="1" dirty="0">
                <a:solidFill>
                  <a:schemeClr val="tx1"/>
                </a:solidFill>
                <a:latin typeface="Arial Black" panose="020B0A04020102020204" pitchFamily="34" charset="0"/>
              </a:rPr>
              <a:t>1</a:t>
            </a:r>
            <a:endParaRPr lang="zh-CN" altLang="en-US" sz="2000" b="1" dirty="0">
              <a:solidFill>
                <a:schemeClr val="tx1"/>
              </a:solidFill>
              <a:latin typeface="Arial Black" panose="020B0A04020102020204" pitchFamily="34" charset="0"/>
            </a:endParaRPr>
          </a:p>
        </p:txBody>
      </p:sp>
      <p:sp>
        <p:nvSpPr>
          <p:cNvPr id="250" name="矩形 249">
            <a:extLst>
              <a:ext uri="{FF2B5EF4-FFF2-40B4-BE49-F238E27FC236}">
                <a16:creationId xmlns:a16="http://schemas.microsoft.com/office/drawing/2014/main" id="{3E91ADCE-49F1-4F93-B295-F60388B05EEA}"/>
              </a:ext>
            </a:extLst>
          </p:cNvPr>
          <p:cNvSpPr/>
          <p:nvPr/>
        </p:nvSpPr>
        <p:spPr>
          <a:xfrm>
            <a:off x="4023836" y="6072926"/>
            <a:ext cx="949331" cy="246054"/>
          </a:xfrm>
          <a:prstGeom prst="rect">
            <a:avLst/>
          </a:prstGeom>
          <a:solidFill>
            <a:schemeClr val="accent4"/>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CN" sz="2000" b="1" dirty="0">
                <a:solidFill>
                  <a:schemeClr val="bg1"/>
                </a:solidFill>
                <a:latin typeface="Arial Narrow" panose="020B0606020202030204" pitchFamily="34" charset="0"/>
              </a:rPr>
              <a:t>Access</a:t>
            </a:r>
            <a:endParaRPr lang="zh-CN" altLang="en-US" sz="2000" b="1" dirty="0">
              <a:solidFill>
                <a:schemeClr val="bg1"/>
              </a:solidFill>
              <a:latin typeface="Arial Narrow" panose="020B0606020202030204" pitchFamily="34" charset="0"/>
            </a:endParaRPr>
          </a:p>
        </p:txBody>
      </p:sp>
      <p:sp>
        <p:nvSpPr>
          <p:cNvPr id="251" name="矩形 250">
            <a:extLst>
              <a:ext uri="{FF2B5EF4-FFF2-40B4-BE49-F238E27FC236}">
                <a16:creationId xmlns:a16="http://schemas.microsoft.com/office/drawing/2014/main" id="{A45CC7F9-BF3B-4EF4-A509-FA79A066C5A9}"/>
              </a:ext>
            </a:extLst>
          </p:cNvPr>
          <p:cNvSpPr/>
          <p:nvPr/>
        </p:nvSpPr>
        <p:spPr>
          <a:xfrm>
            <a:off x="4023836" y="5582987"/>
            <a:ext cx="949331" cy="246054"/>
          </a:xfrm>
          <a:prstGeom prst="rect">
            <a:avLst/>
          </a:prstGeom>
          <a:solidFill>
            <a:schemeClr val="tx2"/>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CN" sz="2000" b="1" dirty="0">
                <a:solidFill>
                  <a:schemeClr val="bg1"/>
                </a:solidFill>
                <a:latin typeface="Arial Narrow" panose="020B0606020202030204" pitchFamily="34" charset="0"/>
              </a:rPr>
              <a:t>PVID=1</a:t>
            </a:r>
            <a:endParaRPr lang="zh-CN" altLang="en-US" sz="2000" b="1" dirty="0">
              <a:solidFill>
                <a:schemeClr val="bg1"/>
              </a:solidFill>
              <a:latin typeface="Arial Narrow" panose="020B0606020202030204" pitchFamily="34" charset="0"/>
            </a:endParaRPr>
          </a:p>
        </p:txBody>
      </p:sp>
      <p:sp>
        <p:nvSpPr>
          <p:cNvPr id="252" name="矩形 251">
            <a:extLst>
              <a:ext uri="{FF2B5EF4-FFF2-40B4-BE49-F238E27FC236}">
                <a16:creationId xmlns:a16="http://schemas.microsoft.com/office/drawing/2014/main" id="{EB4EA82B-D0BE-4BB7-B2BB-B6C11C7E5284}"/>
              </a:ext>
            </a:extLst>
          </p:cNvPr>
          <p:cNvSpPr/>
          <p:nvPr/>
        </p:nvSpPr>
        <p:spPr>
          <a:xfrm>
            <a:off x="4023836" y="5828318"/>
            <a:ext cx="949331" cy="246054"/>
          </a:xfrm>
          <a:prstGeom prst="rect">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CN" sz="2000" b="1" dirty="0">
                <a:solidFill>
                  <a:schemeClr val="tx1"/>
                </a:solidFill>
                <a:latin typeface="Arial Black" panose="020B0A04020102020204" pitchFamily="34" charset="0"/>
              </a:rPr>
              <a:t>2</a:t>
            </a:r>
            <a:endParaRPr lang="zh-CN" altLang="en-US" sz="2000" b="1" dirty="0">
              <a:solidFill>
                <a:schemeClr val="tx1"/>
              </a:solidFill>
              <a:latin typeface="Arial Black" panose="020B0A04020102020204" pitchFamily="34" charset="0"/>
            </a:endParaRPr>
          </a:p>
        </p:txBody>
      </p:sp>
      <p:sp>
        <p:nvSpPr>
          <p:cNvPr id="97" name="矩形 96">
            <a:extLst>
              <a:ext uri="{FF2B5EF4-FFF2-40B4-BE49-F238E27FC236}">
                <a16:creationId xmlns:a16="http://schemas.microsoft.com/office/drawing/2014/main" id="{3BBF2F85-5254-4C5E-B9C9-22DB14274499}"/>
              </a:ext>
            </a:extLst>
          </p:cNvPr>
          <p:cNvSpPr/>
          <p:nvPr/>
        </p:nvSpPr>
        <p:spPr>
          <a:xfrm>
            <a:off x="7198003" y="2268556"/>
            <a:ext cx="949331" cy="246054"/>
          </a:xfrm>
          <a:prstGeom prst="rect">
            <a:avLst/>
          </a:prstGeom>
          <a:solidFill>
            <a:schemeClr val="accent4"/>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CN" sz="2000" b="1" dirty="0">
                <a:solidFill>
                  <a:schemeClr val="bg1"/>
                </a:solidFill>
                <a:latin typeface="Arial Narrow" panose="020B0606020202030204" pitchFamily="34" charset="0"/>
              </a:rPr>
              <a:t>Access</a:t>
            </a:r>
            <a:endParaRPr lang="zh-CN" altLang="en-US" sz="2000" b="1" dirty="0">
              <a:solidFill>
                <a:schemeClr val="bg1"/>
              </a:solidFill>
              <a:latin typeface="Arial Narrow" panose="020B0606020202030204" pitchFamily="34" charset="0"/>
            </a:endParaRPr>
          </a:p>
        </p:txBody>
      </p:sp>
      <p:sp>
        <p:nvSpPr>
          <p:cNvPr id="98" name="矩形 97">
            <a:extLst>
              <a:ext uri="{FF2B5EF4-FFF2-40B4-BE49-F238E27FC236}">
                <a16:creationId xmlns:a16="http://schemas.microsoft.com/office/drawing/2014/main" id="{FA0A74E5-CA39-49B2-866C-E709E2EDDE3F}"/>
              </a:ext>
            </a:extLst>
          </p:cNvPr>
          <p:cNvSpPr/>
          <p:nvPr/>
        </p:nvSpPr>
        <p:spPr>
          <a:xfrm>
            <a:off x="7198003" y="1778617"/>
            <a:ext cx="949331" cy="246054"/>
          </a:xfrm>
          <a:prstGeom prst="rect">
            <a:avLst/>
          </a:prstGeom>
          <a:solidFill>
            <a:schemeClr val="accent6"/>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CN" sz="2000" b="1" dirty="0">
                <a:solidFill>
                  <a:schemeClr val="bg1"/>
                </a:solidFill>
                <a:latin typeface="Arial Narrow" panose="020B0606020202030204" pitchFamily="34" charset="0"/>
              </a:rPr>
              <a:t>PVID=2</a:t>
            </a:r>
            <a:endParaRPr lang="zh-CN" altLang="en-US" sz="2000" b="1" dirty="0">
              <a:solidFill>
                <a:schemeClr val="bg1"/>
              </a:solidFill>
              <a:latin typeface="Arial Narrow" panose="020B0606020202030204" pitchFamily="34" charset="0"/>
            </a:endParaRPr>
          </a:p>
        </p:txBody>
      </p:sp>
      <p:sp>
        <p:nvSpPr>
          <p:cNvPr id="99" name="矩形 98">
            <a:extLst>
              <a:ext uri="{FF2B5EF4-FFF2-40B4-BE49-F238E27FC236}">
                <a16:creationId xmlns:a16="http://schemas.microsoft.com/office/drawing/2014/main" id="{43589477-E598-4560-B96A-389DBBA7491E}"/>
              </a:ext>
            </a:extLst>
          </p:cNvPr>
          <p:cNvSpPr/>
          <p:nvPr/>
        </p:nvSpPr>
        <p:spPr>
          <a:xfrm>
            <a:off x="7198003" y="2023948"/>
            <a:ext cx="949331" cy="246054"/>
          </a:xfrm>
          <a:prstGeom prst="rect">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CN" sz="2000" b="1" dirty="0">
                <a:solidFill>
                  <a:schemeClr val="tx1"/>
                </a:solidFill>
                <a:latin typeface="Arial Black" panose="020B0A04020102020204" pitchFamily="34" charset="0"/>
              </a:rPr>
              <a:t>3</a:t>
            </a:r>
            <a:endParaRPr lang="zh-CN" altLang="en-US" sz="2000" b="1" dirty="0">
              <a:solidFill>
                <a:schemeClr val="tx1"/>
              </a:solidFill>
              <a:latin typeface="Arial Black" panose="020B0A04020102020204" pitchFamily="34" charset="0"/>
            </a:endParaRPr>
          </a:p>
        </p:txBody>
      </p:sp>
      <p:sp>
        <p:nvSpPr>
          <p:cNvPr id="105" name="矩形 104">
            <a:extLst>
              <a:ext uri="{FF2B5EF4-FFF2-40B4-BE49-F238E27FC236}">
                <a16:creationId xmlns:a16="http://schemas.microsoft.com/office/drawing/2014/main" id="{FDD83916-FC6B-463D-882A-FB297753262F}"/>
              </a:ext>
            </a:extLst>
          </p:cNvPr>
          <p:cNvSpPr/>
          <p:nvPr/>
        </p:nvSpPr>
        <p:spPr>
          <a:xfrm>
            <a:off x="7198003" y="3196333"/>
            <a:ext cx="949331" cy="246054"/>
          </a:xfrm>
          <a:prstGeom prst="rect">
            <a:avLst/>
          </a:prstGeom>
          <a:solidFill>
            <a:schemeClr val="accent4"/>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CN" sz="2000" b="1" dirty="0">
                <a:solidFill>
                  <a:schemeClr val="bg1"/>
                </a:solidFill>
                <a:latin typeface="Arial Narrow" panose="020B0606020202030204" pitchFamily="34" charset="0"/>
              </a:rPr>
              <a:t>Access</a:t>
            </a:r>
            <a:endParaRPr lang="zh-CN" altLang="en-US" sz="2000" b="1" dirty="0">
              <a:solidFill>
                <a:schemeClr val="bg1"/>
              </a:solidFill>
              <a:latin typeface="Arial Narrow" panose="020B0606020202030204" pitchFamily="34" charset="0"/>
            </a:endParaRPr>
          </a:p>
        </p:txBody>
      </p:sp>
      <p:sp>
        <p:nvSpPr>
          <p:cNvPr id="106" name="矩形 105">
            <a:extLst>
              <a:ext uri="{FF2B5EF4-FFF2-40B4-BE49-F238E27FC236}">
                <a16:creationId xmlns:a16="http://schemas.microsoft.com/office/drawing/2014/main" id="{7778D31A-9997-42F1-BFE6-70B76EDEA33E}"/>
              </a:ext>
            </a:extLst>
          </p:cNvPr>
          <p:cNvSpPr/>
          <p:nvPr/>
        </p:nvSpPr>
        <p:spPr>
          <a:xfrm>
            <a:off x="7198003" y="2706394"/>
            <a:ext cx="949331" cy="246054"/>
          </a:xfrm>
          <a:prstGeom prst="rect">
            <a:avLst/>
          </a:prstGeom>
          <a:solidFill>
            <a:schemeClr val="accent6"/>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CN" sz="2000" b="1" dirty="0">
                <a:solidFill>
                  <a:schemeClr val="bg1"/>
                </a:solidFill>
                <a:latin typeface="Arial Narrow" panose="020B0606020202030204" pitchFamily="34" charset="0"/>
              </a:rPr>
              <a:t>PVID=2</a:t>
            </a:r>
            <a:endParaRPr lang="zh-CN" altLang="en-US" sz="2000" b="1" dirty="0">
              <a:solidFill>
                <a:schemeClr val="bg1"/>
              </a:solidFill>
              <a:latin typeface="Arial Narrow" panose="020B0606020202030204" pitchFamily="34" charset="0"/>
            </a:endParaRPr>
          </a:p>
        </p:txBody>
      </p:sp>
      <p:sp>
        <p:nvSpPr>
          <p:cNvPr id="107" name="矩形 106">
            <a:extLst>
              <a:ext uri="{FF2B5EF4-FFF2-40B4-BE49-F238E27FC236}">
                <a16:creationId xmlns:a16="http://schemas.microsoft.com/office/drawing/2014/main" id="{A0A12A57-44DD-4F8D-BFAD-6354726866AB}"/>
              </a:ext>
            </a:extLst>
          </p:cNvPr>
          <p:cNvSpPr/>
          <p:nvPr/>
        </p:nvSpPr>
        <p:spPr>
          <a:xfrm>
            <a:off x="7198003" y="2951725"/>
            <a:ext cx="949331" cy="246054"/>
          </a:xfrm>
          <a:prstGeom prst="rect">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CN" sz="2000" b="1" dirty="0">
                <a:solidFill>
                  <a:schemeClr val="tx1"/>
                </a:solidFill>
                <a:latin typeface="Arial Black" panose="020B0A04020102020204" pitchFamily="34" charset="0"/>
              </a:rPr>
              <a:t>4</a:t>
            </a:r>
            <a:endParaRPr lang="zh-CN" altLang="en-US" sz="2000" b="1" dirty="0">
              <a:solidFill>
                <a:schemeClr val="tx1"/>
              </a:solidFill>
              <a:latin typeface="Arial Black" panose="020B0A04020102020204" pitchFamily="34" charset="0"/>
            </a:endParaRPr>
          </a:p>
        </p:txBody>
      </p:sp>
      <p:sp>
        <p:nvSpPr>
          <p:cNvPr id="253" name="矩形 252">
            <a:extLst>
              <a:ext uri="{FF2B5EF4-FFF2-40B4-BE49-F238E27FC236}">
                <a16:creationId xmlns:a16="http://schemas.microsoft.com/office/drawing/2014/main" id="{3F06AA5C-2E4A-4792-BFA2-7ADDF680035C}"/>
              </a:ext>
            </a:extLst>
          </p:cNvPr>
          <p:cNvSpPr/>
          <p:nvPr/>
        </p:nvSpPr>
        <p:spPr>
          <a:xfrm>
            <a:off x="7198003" y="5145149"/>
            <a:ext cx="949331" cy="246054"/>
          </a:xfrm>
          <a:prstGeom prst="rect">
            <a:avLst/>
          </a:prstGeom>
          <a:solidFill>
            <a:schemeClr val="accent4"/>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CN" sz="2000" b="1" dirty="0">
                <a:solidFill>
                  <a:schemeClr val="bg1"/>
                </a:solidFill>
                <a:latin typeface="Arial Narrow" panose="020B0606020202030204" pitchFamily="34" charset="0"/>
              </a:rPr>
              <a:t>Access</a:t>
            </a:r>
            <a:endParaRPr lang="zh-CN" altLang="en-US" sz="2000" b="1" dirty="0">
              <a:solidFill>
                <a:schemeClr val="bg1"/>
              </a:solidFill>
              <a:latin typeface="Arial Narrow" panose="020B0606020202030204" pitchFamily="34" charset="0"/>
            </a:endParaRPr>
          </a:p>
        </p:txBody>
      </p:sp>
      <p:sp>
        <p:nvSpPr>
          <p:cNvPr id="254" name="矩形 253">
            <a:extLst>
              <a:ext uri="{FF2B5EF4-FFF2-40B4-BE49-F238E27FC236}">
                <a16:creationId xmlns:a16="http://schemas.microsoft.com/office/drawing/2014/main" id="{AD777FCE-7191-4C6C-AE6B-DABD40795101}"/>
              </a:ext>
            </a:extLst>
          </p:cNvPr>
          <p:cNvSpPr/>
          <p:nvPr/>
        </p:nvSpPr>
        <p:spPr>
          <a:xfrm>
            <a:off x="7198003" y="4655210"/>
            <a:ext cx="949331" cy="246054"/>
          </a:xfrm>
          <a:prstGeom prst="rect">
            <a:avLst/>
          </a:prstGeom>
          <a:solidFill>
            <a:schemeClr val="accent6"/>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CN" sz="2000" b="1" dirty="0">
                <a:solidFill>
                  <a:schemeClr val="bg1"/>
                </a:solidFill>
                <a:latin typeface="Arial Narrow" panose="020B0606020202030204" pitchFamily="34" charset="0"/>
              </a:rPr>
              <a:t>PVID=2</a:t>
            </a:r>
            <a:endParaRPr lang="zh-CN" altLang="en-US" sz="2000" b="1" dirty="0">
              <a:solidFill>
                <a:schemeClr val="bg1"/>
              </a:solidFill>
              <a:latin typeface="Arial Narrow" panose="020B0606020202030204" pitchFamily="34" charset="0"/>
            </a:endParaRPr>
          </a:p>
        </p:txBody>
      </p:sp>
      <p:sp>
        <p:nvSpPr>
          <p:cNvPr id="255" name="矩形 254">
            <a:extLst>
              <a:ext uri="{FF2B5EF4-FFF2-40B4-BE49-F238E27FC236}">
                <a16:creationId xmlns:a16="http://schemas.microsoft.com/office/drawing/2014/main" id="{1F612AEE-ED4F-4DEB-BF4D-531FA184F91A}"/>
              </a:ext>
            </a:extLst>
          </p:cNvPr>
          <p:cNvSpPr/>
          <p:nvPr/>
        </p:nvSpPr>
        <p:spPr>
          <a:xfrm>
            <a:off x="7198003" y="4900541"/>
            <a:ext cx="949331" cy="246054"/>
          </a:xfrm>
          <a:prstGeom prst="rect">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CN" sz="2000" b="1" dirty="0">
                <a:solidFill>
                  <a:schemeClr val="tx1"/>
                </a:solidFill>
                <a:latin typeface="Arial Black" panose="020B0A04020102020204" pitchFamily="34" charset="0"/>
              </a:rPr>
              <a:t>3</a:t>
            </a:r>
            <a:endParaRPr lang="zh-CN" altLang="en-US" sz="2000" b="1" dirty="0">
              <a:solidFill>
                <a:schemeClr val="tx1"/>
              </a:solidFill>
              <a:latin typeface="Arial Black" panose="020B0A04020102020204" pitchFamily="34" charset="0"/>
            </a:endParaRPr>
          </a:p>
        </p:txBody>
      </p:sp>
      <p:sp>
        <p:nvSpPr>
          <p:cNvPr id="247" name="矩形 246">
            <a:extLst>
              <a:ext uri="{FF2B5EF4-FFF2-40B4-BE49-F238E27FC236}">
                <a16:creationId xmlns:a16="http://schemas.microsoft.com/office/drawing/2014/main" id="{D8AD790D-E2A3-437D-AD1D-0B6B12FD75A6}"/>
              </a:ext>
            </a:extLst>
          </p:cNvPr>
          <p:cNvSpPr/>
          <p:nvPr/>
        </p:nvSpPr>
        <p:spPr>
          <a:xfrm>
            <a:off x="7198003" y="6072926"/>
            <a:ext cx="949331" cy="246054"/>
          </a:xfrm>
          <a:prstGeom prst="rect">
            <a:avLst/>
          </a:prstGeom>
          <a:solidFill>
            <a:schemeClr val="accent4"/>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CN" sz="2000" b="1" dirty="0">
                <a:solidFill>
                  <a:schemeClr val="bg1"/>
                </a:solidFill>
                <a:latin typeface="Arial Narrow" panose="020B0606020202030204" pitchFamily="34" charset="0"/>
              </a:rPr>
              <a:t>Access</a:t>
            </a:r>
            <a:endParaRPr lang="zh-CN" altLang="en-US" sz="2000" b="1" dirty="0">
              <a:solidFill>
                <a:schemeClr val="bg1"/>
              </a:solidFill>
              <a:latin typeface="Arial Narrow" panose="020B0606020202030204" pitchFamily="34" charset="0"/>
            </a:endParaRPr>
          </a:p>
        </p:txBody>
      </p:sp>
      <p:sp>
        <p:nvSpPr>
          <p:cNvPr id="248" name="矩形 247">
            <a:extLst>
              <a:ext uri="{FF2B5EF4-FFF2-40B4-BE49-F238E27FC236}">
                <a16:creationId xmlns:a16="http://schemas.microsoft.com/office/drawing/2014/main" id="{A1C18209-DF3B-4B92-BE36-4F002379F79B}"/>
              </a:ext>
            </a:extLst>
          </p:cNvPr>
          <p:cNvSpPr/>
          <p:nvPr/>
        </p:nvSpPr>
        <p:spPr>
          <a:xfrm>
            <a:off x="7198003" y="5582987"/>
            <a:ext cx="949331" cy="246054"/>
          </a:xfrm>
          <a:prstGeom prst="rect">
            <a:avLst/>
          </a:prstGeom>
          <a:solidFill>
            <a:schemeClr val="accent6"/>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CN" sz="2000" b="1" dirty="0">
                <a:solidFill>
                  <a:schemeClr val="bg1"/>
                </a:solidFill>
                <a:latin typeface="Arial Narrow" panose="020B0606020202030204" pitchFamily="34" charset="0"/>
              </a:rPr>
              <a:t>PVID=2</a:t>
            </a:r>
            <a:endParaRPr lang="zh-CN" altLang="en-US" sz="2000" b="1" dirty="0">
              <a:solidFill>
                <a:schemeClr val="bg1"/>
              </a:solidFill>
              <a:latin typeface="Arial Narrow" panose="020B0606020202030204" pitchFamily="34" charset="0"/>
            </a:endParaRPr>
          </a:p>
        </p:txBody>
      </p:sp>
      <p:sp>
        <p:nvSpPr>
          <p:cNvPr id="249" name="矩形 248">
            <a:extLst>
              <a:ext uri="{FF2B5EF4-FFF2-40B4-BE49-F238E27FC236}">
                <a16:creationId xmlns:a16="http://schemas.microsoft.com/office/drawing/2014/main" id="{F1BE5A49-E7B4-47A9-831F-C8A03198CB6D}"/>
              </a:ext>
            </a:extLst>
          </p:cNvPr>
          <p:cNvSpPr/>
          <p:nvPr/>
        </p:nvSpPr>
        <p:spPr>
          <a:xfrm>
            <a:off x="7198003" y="5828318"/>
            <a:ext cx="949331" cy="246054"/>
          </a:xfrm>
          <a:prstGeom prst="rect">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CN" sz="2000" b="1" dirty="0">
                <a:solidFill>
                  <a:schemeClr val="tx1"/>
                </a:solidFill>
                <a:latin typeface="Arial Black" panose="020B0A04020102020204" pitchFamily="34" charset="0"/>
              </a:rPr>
              <a:t>4</a:t>
            </a:r>
            <a:endParaRPr lang="zh-CN" altLang="en-US" sz="2000" b="1" dirty="0">
              <a:solidFill>
                <a:schemeClr val="tx1"/>
              </a:solidFill>
              <a:latin typeface="Arial Black" panose="020B0A04020102020204" pitchFamily="34" charset="0"/>
            </a:endParaRPr>
          </a:p>
        </p:txBody>
      </p:sp>
      <p:sp>
        <p:nvSpPr>
          <p:cNvPr id="109" name="矩形 108">
            <a:extLst>
              <a:ext uri="{FF2B5EF4-FFF2-40B4-BE49-F238E27FC236}">
                <a16:creationId xmlns:a16="http://schemas.microsoft.com/office/drawing/2014/main" id="{2D028005-2FDE-42EC-8504-0DE3BA3255E9}"/>
              </a:ext>
            </a:extLst>
          </p:cNvPr>
          <p:cNvSpPr/>
          <p:nvPr/>
        </p:nvSpPr>
        <p:spPr>
          <a:xfrm>
            <a:off x="5610918" y="2804318"/>
            <a:ext cx="949331" cy="246054"/>
          </a:xfrm>
          <a:prstGeom prst="rect">
            <a:avLst/>
          </a:prstGeom>
          <a:solidFill>
            <a:schemeClr val="accent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CN" sz="2000" b="1" dirty="0">
                <a:solidFill>
                  <a:schemeClr val="bg1"/>
                </a:solidFill>
                <a:latin typeface="Arial Narrow" panose="020B0606020202030204" pitchFamily="34" charset="0"/>
              </a:rPr>
              <a:t>Trunk</a:t>
            </a:r>
            <a:endParaRPr lang="zh-CN" altLang="en-US" sz="2000" b="1" dirty="0">
              <a:solidFill>
                <a:schemeClr val="bg1"/>
              </a:solidFill>
              <a:latin typeface="Arial Narrow" panose="020B0606020202030204" pitchFamily="34" charset="0"/>
            </a:endParaRPr>
          </a:p>
        </p:txBody>
      </p:sp>
      <p:sp>
        <p:nvSpPr>
          <p:cNvPr id="110" name="矩形 109">
            <a:extLst>
              <a:ext uri="{FF2B5EF4-FFF2-40B4-BE49-F238E27FC236}">
                <a16:creationId xmlns:a16="http://schemas.microsoft.com/office/drawing/2014/main" id="{2EE73AC5-B9E6-4DB2-8CFD-324ECC5941CA}"/>
              </a:ext>
            </a:extLst>
          </p:cNvPr>
          <p:cNvSpPr/>
          <p:nvPr/>
        </p:nvSpPr>
        <p:spPr>
          <a:xfrm>
            <a:off x="5610918" y="3050372"/>
            <a:ext cx="949331" cy="246054"/>
          </a:xfrm>
          <a:prstGeom prst="rect">
            <a:avLst/>
          </a:prstGeom>
          <a:solidFill>
            <a:schemeClr val="tx2"/>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CN" sz="2000" b="1" dirty="0">
                <a:solidFill>
                  <a:schemeClr val="bg1"/>
                </a:solidFill>
                <a:latin typeface="Arial Narrow" panose="020B0606020202030204" pitchFamily="34" charset="0"/>
              </a:rPr>
              <a:t>PVID=1</a:t>
            </a:r>
            <a:endParaRPr lang="zh-CN" altLang="en-US" sz="2000" b="1" dirty="0">
              <a:solidFill>
                <a:schemeClr val="bg1"/>
              </a:solidFill>
              <a:latin typeface="Arial Narrow" panose="020B0606020202030204" pitchFamily="34" charset="0"/>
            </a:endParaRPr>
          </a:p>
        </p:txBody>
      </p:sp>
      <p:sp>
        <p:nvSpPr>
          <p:cNvPr id="111" name="矩形 110">
            <a:extLst>
              <a:ext uri="{FF2B5EF4-FFF2-40B4-BE49-F238E27FC236}">
                <a16:creationId xmlns:a16="http://schemas.microsoft.com/office/drawing/2014/main" id="{48D07A9B-FF6B-4A6D-8BB2-DD662BB124DE}"/>
              </a:ext>
            </a:extLst>
          </p:cNvPr>
          <p:cNvSpPr/>
          <p:nvPr/>
        </p:nvSpPr>
        <p:spPr>
          <a:xfrm>
            <a:off x="5610919" y="3296426"/>
            <a:ext cx="949331" cy="246054"/>
          </a:xfrm>
          <a:prstGeom prst="rect">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CN" sz="2000" b="1" dirty="0">
                <a:solidFill>
                  <a:schemeClr val="tx1"/>
                </a:solidFill>
                <a:latin typeface="Arial Black" panose="020B0A04020102020204" pitchFamily="34" charset="0"/>
              </a:rPr>
              <a:t>5</a:t>
            </a:r>
            <a:endParaRPr lang="zh-CN" altLang="en-US" sz="2000" b="1" dirty="0">
              <a:solidFill>
                <a:schemeClr val="tx1"/>
              </a:solidFill>
              <a:latin typeface="Arial Black" panose="020B0A04020102020204" pitchFamily="34" charset="0"/>
            </a:endParaRPr>
          </a:p>
        </p:txBody>
      </p:sp>
      <p:sp>
        <p:nvSpPr>
          <p:cNvPr id="244" name="矩形 243">
            <a:extLst>
              <a:ext uri="{FF2B5EF4-FFF2-40B4-BE49-F238E27FC236}">
                <a16:creationId xmlns:a16="http://schemas.microsoft.com/office/drawing/2014/main" id="{7FD738B5-9A12-4722-A45B-7E5E694323AF}"/>
              </a:ext>
            </a:extLst>
          </p:cNvPr>
          <p:cNvSpPr/>
          <p:nvPr/>
        </p:nvSpPr>
        <p:spPr>
          <a:xfrm>
            <a:off x="5609671" y="5033364"/>
            <a:ext cx="947504" cy="246054"/>
          </a:xfrm>
          <a:prstGeom prst="rect">
            <a:avLst/>
          </a:prstGeom>
          <a:solidFill>
            <a:schemeClr val="accent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CN" sz="2000" b="1" dirty="0">
                <a:solidFill>
                  <a:schemeClr val="bg1"/>
                </a:solidFill>
                <a:latin typeface="Arial Narrow" panose="020B0606020202030204" pitchFamily="34" charset="0"/>
              </a:rPr>
              <a:t>Trunk</a:t>
            </a:r>
            <a:endParaRPr lang="zh-CN" altLang="en-US" sz="2000" b="1" dirty="0">
              <a:solidFill>
                <a:schemeClr val="bg1"/>
              </a:solidFill>
              <a:latin typeface="Arial Narrow" panose="020B0606020202030204" pitchFamily="34" charset="0"/>
            </a:endParaRPr>
          </a:p>
        </p:txBody>
      </p:sp>
      <p:sp>
        <p:nvSpPr>
          <p:cNvPr id="245" name="矩形 244">
            <a:extLst>
              <a:ext uri="{FF2B5EF4-FFF2-40B4-BE49-F238E27FC236}">
                <a16:creationId xmlns:a16="http://schemas.microsoft.com/office/drawing/2014/main" id="{31DE84A6-0DB1-4404-8513-15921FD2A72F}"/>
              </a:ext>
            </a:extLst>
          </p:cNvPr>
          <p:cNvSpPr/>
          <p:nvPr/>
        </p:nvSpPr>
        <p:spPr>
          <a:xfrm>
            <a:off x="5607843" y="4788238"/>
            <a:ext cx="949331" cy="246054"/>
          </a:xfrm>
          <a:prstGeom prst="rect">
            <a:avLst/>
          </a:prstGeom>
          <a:solidFill>
            <a:schemeClr val="tx2"/>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CN" sz="2000" b="1" dirty="0">
                <a:solidFill>
                  <a:schemeClr val="bg1"/>
                </a:solidFill>
                <a:latin typeface="Arial Narrow" panose="020B0606020202030204" pitchFamily="34" charset="0"/>
              </a:rPr>
              <a:t>PVID=1</a:t>
            </a:r>
            <a:endParaRPr lang="zh-CN" altLang="en-US" sz="2000" b="1" dirty="0">
              <a:solidFill>
                <a:schemeClr val="bg1"/>
              </a:solidFill>
              <a:latin typeface="Arial Narrow" panose="020B0606020202030204" pitchFamily="34" charset="0"/>
            </a:endParaRPr>
          </a:p>
        </p:txBody>
      </p:sp>
      <p:sp>
        <p:nvSpPr>
          <p:cNvPr id="246" name="矩形 245">
            <a:extLst>
              <a:ext uri="{FF2B5EF4-FFF2-40B4-BE49-F238E27FC236}">
                <a16:creationId xmlns:a16="http://schemas.microsoft.com/office/drawing/2014/main" id="{E3242AAA-B75C-4099-B992-6BA53AFC36C5}"/>
              </a:ext>
            </a:extLst>
          </p:cNvPr>
          <p:cNvSpPr/>
          <p:nvPr/>
        </p:nvSpPr>
        <p:spPr>
          <a:xfrm>
            <a:off x="5609382" y="4543967"/>
            <a:ext cx="947792" cy="246054"/>
          </a:xfrm>
          <a:prstGeom prst="rect">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CN" sz="2000" b="1" dirty="0">
                <a:solidFill>
                  <a:schemeClr val="tx1"/>
                </a:solidFill>
                <a:latin typeface="Arial Black" panose="020B0A04020102020204" pitchFamily="34" charset="0"/>
              </a:rPr>
              <a:t>5</a:t>
            </a:r>
            <a:endParaRPr lang="zh-CN" altLang="en-US" sz="2000" b="1" dirty="0">
              <a:solidFill>
                <a:schemeClr val="tx1"/>
              </a:solidFill>
              <a:latin typeface="Arial Black" panose="020B0A04020102020204" pitchFamily="34" charset="0"/>
            </a:endParaRPr>
          </a:p>
        </p:txBody>
      </p:sp>
      <p:cxnSp>
        <p:nvCxnSpPr>
          <p:cNvPr id="259" name="直接连接符 258">
            <a:extLst>
              <a:ext uri="{FF2B5EF4-FFF2-40B4-BE49-F238E27FC236}">
                <a16:creationId xmlns:a16="http://schemas.microsoft.com/office/drawing/2014/main" id="{79EDAD90-DE16-4A14-B3E6-106686DB65E1}"/>
              </a:ext>
            </a:extLst>
          </p:cNvPr>
          <p:cNvCxnSpPr/>
          <p:nvPr/>
        </p:nvCxnSpPr>
        <p:spPr>
          <a:xfrm flipH="1">
            <a:off x="2545888" y="5963715"/>
            <a:ext cx="1477948" cy="0"/>
          </a:xfrm>
          <a:prstGeom prst="line">
            <a:avLst/>
          </a:prstGeom>
          <a:ln w="12700">
            <a:solidFill>
              <a:schemeClr val="tx1"/>
            </a:solidFill>
            <a:tailEnd type="none"/>
          </a:ln>
        </p:spPr>
        <p:style>
          <a:lnRef idx="1">
            <a:schemeClr val="accent1"/>
          </a:lnRef>
          <a:fillRef idx="0">
            <a:schemeClr val="accent1"/>
          </a:fillRef>
          <a:effectRef idx="0">
            <a:schemeClr val="accent1"/>
          </a:effectRef>
          <a:fontRef idx="minor">
            <a:schemeClr val="tx1"/>
          </a:fontRef>
        </p:style>
      </p:cxnSp>
      <p:cxnSp>
        <p:nvCxnSpPr>
          <p:cNvPr id="260" name="直接连接符 259">
            <a:extLst>
              <a:ext uri="{FF2B5EF4-FFF2-40B4-BE49-F238E27FC236}">
                <a16:creationId xmlns:a16="http://schemas.microsoft.com/office/drawing/2014/main" id="{F1DC30DC-823E-43BC-A738-316054E3E37A}"/>
              </a:ext>
            </a:extLst>
          </p:cNvPr>
          <p:cNvCxnSpPr/>
          <p:nvPr/>
        </p:nvCxnSpPr>
        <p:spPr>
          <a:xfrm flipH="1">
            <a:off x="8147334" y="5015242"/>
            <a:ext cx="1477948" cy="0"/>
          </a:xfrm>
          <a:prstGeom prst="line">
            <a:avLst/>
          </a:prstGeom>
          <a:ln w="12700">
            <a:solidFill>
              <a:schemeClr val="tx1"/>
            </a:solidFill>
            <a:tailEnd type="none"/>
          </a:ln>
        </p:spPr>
        <p:style>
          <a:lnRef idx="1">
            <a:schemeClr val="accent1"/>
          </a:lnRef>
          <a:fillRef idx="0">
            <a:schemeClr val="accent1"/>
          </a:fillRef>
          <a:effectRef idx="0">
            <a:schemeClr val="accent1"/>
          </a:effectRef>
          <a:fontRef idx="minor">
            <a:schemeClr val="tx1"/>
          </a:fontRef>
        </p:style>
      </p:cxnSp>
      <p:cxnSp>
        <p:nvCxnSpPr>
          <p:cNvPr id="261" name="直接连接符 260">
            <a:extLst>
              <a:ext uri="{FF2B5EF4-FFF2-40B4-BE49-F238E27FC236}">
                <a16:creationId xmlns:a16="http://schemas.microsoft.com/office/drawing/2014/main" id="{0FEE886F-1951-43D6-8BD3-7F47DCB133DD}"/>
              </a:ext>
            </a:extLst>
          </p:cNvPr>
          <p:cNvCxnSpPr/>
          <p:nvPr/>
        </p:nvCxnSpPr>
        <p:spPr>
          <a:xfrm flipH="1">
            <a:off x="8147334" y="5954011"/>
            <a:ext cx="1477948" cy="0"/>
          </a:xfrm>
          <a:prstGeom prst="line">
            <a:avLst/>
          </a:prstGeom>
          <a:ln w="12700">
            <a:solidFill>
              <a:schemeClr val="tx1"/>
            </a:solidFill>
            <a:tailEnd type="none"/>
          </a:ln>
        </p:spPr>
        <p:style>
          <a:lnRef idx="1">
            <a:schemeClr val="accent1"/>
          </a:lnRef>
          <a:fillRef idx="0">
            <a:schemeClr val="accent1"/>
          </a:fillRef>
          <a:effectRef idx="0">
            <a:schemeClr val="accent1"/>
          </a:effectRef>
          <a:fontRef idx="minor">
            <a:schemeClr val="tx1"/>
          </a:fontRef>
        </p:style>
      </p:cxnSp>
      <p:cxnSp>
        <p:nvCxnSpPr>
          <p:cNvPr id="262" name="直接连接符 261">
            <a:extLst>
              <a:ext uri="{FF2B5EF4-FFF2-40B4-BE49-F238E27FC236}">
                <a16:creationId xmlns:a16="http://schemas.microsoft.com/office/drawing/2014/main" id="{C8287F62-69B1-4B04-BBB4-F7EAF06BAFD5}"/>
              </a:ext>
            </a:extLst>
          </p:cNvPr>
          <p:cNvCxnSpPr>
            <a:cxnSpLocks/>
            <a:stCxn id="246" idx="0"/>
            <a:endCxn id="111" idx="2"/>
          </p:cNvCxnSpPr>
          <p:nvPr/>
        </p:nvCxnSpPr>
        <p:spPr>
          <a:xfrm flipV="1">
            <a:off x="6083278" y="3542480"/>
            <a:ext cx="2307" cy="1001487"/>
          </a:xfrm>
          <a:prstGeom prst="line">
            <a:avLst/>
          </a:prstGeom>
          <a:ln w="12700">
            <a:solidFill>
              <a:schemeClr val="tx1"/>
            </a:solidFill>
            <a:tailEnd type="none"/>
          </a:ln>
        </p:spPr>
        <p:style>
          <a:lnRef idx="1">
            <a:schemeClr val="accent1"/>
          </a:lnRef>
          <a:fillRef idx="0">
            <a:schemeClr val="accent1"/>
          </a:fillRef>
          <a:effectRef idx="0">
            <a:schemeClr val="accent1"/>
          </a:effectRef>
          <a:fontRef idx="minor">
            <a:schemeClr val="tx1"/>
          </a:fontRef>
        </p:style>
      </p:cxnSp>
      <p:sp>
        <p:nvSpPr>
          <p:cNvPr id="263" name="íşlïḍè">
            <a:extLst>
              <a:ext uri="{FF2B5EF4-FFF2-40B4-BE49-F238E27FC236}">
                <a16:creationId xmlns:a16="http://schemas.microsoft.com/office/drawing/2014/main" id="{58CCFB73-C67D-4529-A61A-EB3079B6E202}"/>
              </a:ext>
            </a:extLst>
          </p:cNvPr>
          <p:cNvSpPr txBox="1"/>
          <p:nvPr/>
        </p:nvSpPr>
        <p:spPr>
          <a:xfrm>
            <a:off x="3891208" y="4176537"/>
            <a:ext cx="1062582" cy="400110"/>
          </a:xfrm>
          <a:prstGeom prst="rect">
            <a:avLst/>
          </a:prstGeom>
          <a:noFill/>
        </p:spPr>
        <p:txBody>
          <a:bodyPr wrap="square" lIns="91440" tIns="45720" rIns="91440" bIns="45720" anchor="ctr">
            <a:noAutofit/>
          </a:bodyPr>
          <a:lstStyle/>
          <a:p>
            <a:pPr algn="ctr"/>
            <a:r>
              <a:rPr lang="zh-CN" altLang="en-US" b="1" dirty="0">
                <a:latin typeface="Arial Narrow" panose="020B0606020202030204" pitchFamily="34" charset="0"/>
              </a:rPr>
              <a:t>交换机</a:t>
            </a:r>
            <a:r>
              <a:rPr lang="en-US" altLang="zh-CN" b="1" dirty="0">
                <a:latin typeface="Arial Narrow" panose="020B0606020202030204" pitchFamily="34" charset="0"/>
              </a:rPr>
              <a:t>2</a:t>
            </a:r>
            <a:endParaRPr lang="zh-CN" altLang="en-US" b="1" dirty="0">
              <a:latin typeface="Arial Narrow" panose="020B0606020202030204" pitchFamily="34" charset="0"/>
            </a:endParaRPr>
          </a:p>
        </p:txBody>
      </p:sp>
      <p:sp>
        <p:nvSpPr>
          <p:cNvPr id="83" name="矩形 82">
            <a:extLst>
              <a:ext uri="{FF2B5EF4-FFF2-40B4-BE49-F238E27FC236}">
                <a16:creationId xmlns:a16="http://schemas.microsoft.com/office/drawing/2014/main" id="{2E905597-149D-4086-BDE7-38F4A0F1AB7B}"/>
              </a:ext>
            </a:extLst>
          </p:cNvPr>
          <p:cNvSpPr/>
          <p:nvPr/>
        </p:nvSpPr>
        <p:spPr>
          <a:xfrm>
            <a:off x="5610605" y="2071965"/>
            <a:ext cx="947871" cy="331788"/>
          </a:xfrm>
          <a:prstGeom prst="rect">
            <a:avLst/>
          </a:prstGeom>
          <a:solidFill>
            <a:schemeClr val="tx2"/>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CN" sz="2000" b="1" dirty="0">
                <a:solidFill>
                  <a:schemeClr val="bg1"/>
                </a:solidFill>
                <a:latin typeface="Arial Narrow" panose="020B0606020202030204" pitchFamily="34" charset="0"/>
              </a:rPr>
              <a:t>VID=1</a:t>
            </a:r>
            <a:endParaRPr lang="zh-CN" altLang="en-US" sz="2000" b="1" dirty="0">
              <a:solidFill>
                <a:schemeClr val="bg1"/>
              </a:solidFill>
              <a:latin typeface="Arial Narrow" panose="020B0606020202030204" pitchFamily="34" charset="0"/>
            </a:endParaRPr>
          </a:p>
        </p:txBody>
      </p:sp>
      <p:sp>
        <p:nvSpPr>
          <p:cNvPr id="95" name="标注: 右箭头 94">
            <a:extLst>
              <a:ext uri="{FF2B5EF4-FFF2-40B4-BE49-F238E27FC236}">
                <a16:creationId xmlns:a16="http://schemas.microsoft.com/office/drawing/2014/main" id="{CAD22D98-C6BD-4953-9A2F-0F54DF89C9AE}"/>
              </a:ext>
            </a:extLst>
          </p:cNvPr>
          <p:cNvSpPr/>
          <p:nvPr/>
        </p:nvSpPr>
        <p:spPr>
          <a:xfrm>
            <a:off x="2878648" y="1792984"/>
            <a:ext cx="1095639" cy="331788"/>
          </a:xfrm>
          <a:prstGeom prst="rightArrowCallout">
            <a:avLst>
              <a:gd name="adj1" fmla="val 25000"/>
              <a:gd name="adj2" fmla="val 25000"/>
              <a:gd name="adj3" fmla="val 25000"/>
              <a:gd name="adj4" fmla="val 86735"/>
            </a:avLst>
          </a:prstGeom>
        </p:spPr>
        <p:style>
          <a:lnRef idx="2">
            <a:schemeClr val="accent3">
              <a:shade val="50000"/>
            </a:schemeClr>
          </a:lnRef>
          <a:fillRef idx="1">
            <a:schemeClr val="accent3"/>
          </a:fillRef>
          <a:effectRef idx="0">
            <a:schemeClr val="accent3"/>
          </a:effectRef>
          <a:fontRef idx="minor">
            <a:schemeClr val="lt1"/>
          </a:fontRef>
        </p:style>
        <p:txBody>
          <a:bodyPr rtlCol="0" anchor="ctr"/>
          <a:lstStyle/>
          <a:p>
            <a:pPr algn="ctr"/>
            <a:r>
              <a:rPr lang="zh-CN" altLang="en-US" b="1" dirty="0"/>
              <a:t>广播</a:t>
            </a:r>
          </a:p>
        </p:txBody>
      </p:sp>
      <p:sp>
        <p:nvSpPr>
          <p:cNvPr id="96" name="标注: 右箭头 95">
            <a:extLst>
              <a:ext uri="{FF2B5EF4-FFF2-40B4-BE49-F238E27FC236}">
                <a16:creationId xmlns:a16="http://schemas.microsoft.com/office/drawing/2014/main" id="{277DEAA0-C483-4976-A61E-CE2540205FA1}"/>
              </a:ext>
            </a:extLst>
          </p:cNvPr>
          <p:cNvSpPr/>
          <p:nvPr/>
        </p:nvSpPr>
        <p:spPr>
          <a:xfrm>
            <a:off x="5610605" y="1733410"/>
            <a:ext cx="1095639" cy="331788"/>
          </a:xfrm>
          <a:prstGeom prst="rightArrowCallout">
            <a:avLst>
              <a:gd name="adj1" fmla="val 25000"/>
              <a:gd name="adj2" fmla="val 25000"/>
              <a:gd name="adj3" fmla="val 25000"/>
              <a:gd name="adj4" fmla="val 86735"/>
            </a:avLst>
          </a:prstGeom>
        </p:spPr>
        <p:style>
          <a:lnRef idx="2">
            <a:schemeClr val="accent3">
              <a:shade val="50000"/>
            </a:schemeClr>
          </a:lnRef>
          <a:fillRef idx="1">
            <a:schemeClr val="accent3"/>
          </a:fillRef>
          <a:effectRef idx="0">
            <a:schemeClr val="accent3"/>
          </a:effectRef>
          <a:fontRef idx="minor">
            <a:schemeClr val="lt1"/>
          </a:fontRef>
        </p:style>
        <p:txBody>
          <a:bodyPr rtlCol="0" anchor="ctr"/>
          <a:lstStyle/>
          <a:p>
            <a:pPr algn="ctr"/>
            <a:r>
              <a:rPr lang="zh-CN" altLang="en-US" b="1" dirty="0"/>
              <a:t>广播</a:t>
            </a:r>
          </a:p>
        </p:txBody>
      </p:sp>
      <p:cxnSp>
        <p:nvCxnSpPr>
          <p:cNvPr id="115" name="连接符: 肘形 114">
            <a:extLst>
              <a:ext uri="{FF2B5EF4-FFF2-40B4-BE49-F238E27FC236}">
                <a16:creationId xmlns:a16="http://schemas.microsoft.com/office/drawing/2014/main" id="{8932A031-3CF8-43E3-8B08-06311310388B}"/>
              </a:ext>
            </a:extLst>
          </p:cNvPr>
          <p:cNvCxnSpPr>
            <a:cxnSpLocks/>
            <a:stCxn id="83" idx="1"/>
            <a:endCxn id="102" idx="3"/>
          </p:cNvCxnSpPr>
          <p:nvPr/>
        </p:nvCxnSpPr>
        <p:spPr>
          <a:xfrm rot="10800000" flipV="1">
            <a:off x="4973167" y="2237859"/>
            <a:ext cx="637438" cy="591562"/>
          </a:xfrm>
          <a:prstGeom prst="bentConnector3">
            <a:avLst>
              <a:gd name="adj1" fmla="val 50000"/>
            </a:avLst>
          </a:prstGeom>
          <a:ln w="12700">
            <a:solidFill>
              <a:schemeClr val="tx1"/>
            </a:solidFill>
            <a:prstDash val="dash"/>
            <a:tailEnd type="triangle"/>
          </a:ln>
        </p:spPr>
        <p:style>
          <a:lnRef idx="1">
            <a:schemeClr val="accent1"/>
          </a:lnRef>
          <a:fillRef idx="0">
            <a:schemeClr val="accent1"/>
          </a:fillRef>
          <a:effectRef idx="0">
            <a:schemeClr val="accent1"/>
          </a:effectRef>
          <a:fontRef idx="minor">
            <a:schemeClr val="tx1"/>
          </a:fontRef>
        </p:style>
      </p:cxnSp>
      <p:cxnSp>
        <p:nvCxnSpPr>
          <p:cNvPr id="118" name="连接符: 肘形 117">
            <a:extLst>
              <a:ext uri="{FF2B5EF4-FFF2-40B4-BE49-F238E27FC236}">
                <a16:creationId xmlns:a16="http://schemas.microsoft.com/office/drawing/2014/main" id="{949FEDF0-54F6-45DB-8E4A-6F7065C3006F}"/>
              </a:ext>
            </a:extLst>
          </p:cNvPr>
          <p:cNvCxnSpPr>
            <a:cxnSpLocks/>
            <a:stCxn id="83" idx="2"/>
            <a:endCxn id="109" idx="0"/>
          </p:cNvCxnSpPr>
          <p:nvPr/>
        </p:nvCxnSpPr>
        <p:spPr>
          <a:xfrm rot="16200000" flipH="1">
            <a:off x="5884780" y="2603513"/>
            <a:ext cx="400565" cy="1043"/>
          </a:xfrm>
          <a:prstGeom prst="bentConnector3">
            <a:avLst>
              <a:gd name="adj1" fmla="val 50000"/>
            </a:avLst>
          </a:prstGeom>
          <a:ln w="12700">
            <a:solidFill>
              <a:schemeClr val="tx1"/>
            </a:solidFill>
            <a:prstDash val="dash"/>
            <a:tailEnd type="triangle"/>
          </a:ln>
        </p:spPr>
        <p:style>
          <a:lnRef idx="1">
            <a:schemeClr val="accent1"/>
          </a:lnRef>
          <a:fillRef idx="0">
            <a:schemeClr val="accent1"/>
          </a:fillRef>
          <a:effectRef idx="0">
            <a:schemeClr val="accent1"/>
          </a:effectRef>
          <a:fontRef idx="minor">
            <a:schemeClr val="tx1"/>
          </a:fontRef>
        </p:style>
      </p:cxnSp>
      <p:grpSp>
        <p:nvGrpSpPr>
          <p:cNvPr id="33" name="组合 32">
            <a:extLst>
              <a:ext uri="{FF2B5EF4-FFF2-40B4-BE49-F238E27FC236}">
                <a16:creationId xmlns:a16="http://schemas.microsoft.com/office/drawing/2014/main" id="{823F67AC-7B42-4394-9568-DACB99817AD1}"/>
              </a:ext>
            </a:extLst>
          </p:cNvPr>
          <p:cNvGrpSpPr/>
          <p:nvPr/>
        </p:nvGrpSpPr>
        <p:grpSpPr>
          <a:xfrm>
            <a:off x="4973168" y="4778238"/>
            <a:ext cx="658951" cy="927776"/>
            <a:chOff x="4973168" y="4778238"/>
            <a:chExt cx="658951" cy="927776"/>
          </a:xfrm>
        </p:grpSpPr>
        <p:cxnSp>
          <p:nvCxnSpPr>
            <p:cNvPr id="122" name="连接符: 肘形 121">
              <a:extLst>
                <a:ext uri="{FF2B5EF4-FFF2-40B4-BE49-F238E27FC236}">
                  <a16:creationId xmlns:a16="http://schemas.microsoft.com/office/drawing/2014/main" id="{355A83D1-B0AD-4EEC-A0CB-1350FD3CC034}"/>
                </a:ext>
              </a:extLst>
            </p:cNvPr>
            <p:cNvCxnSpPr>
              <a:cxnSpLocks/>
              <a:stCxn id="120" idx="1"/>
              <a:endCxn id="257" idx="3"/>
            </p:cNvCxnSpPr>
            <p:nvPr/>
          </p:nvCxnSpPr>
          <p:spPr>
            <a:xfrm rot="10800000">
              <a:off x="4973168" y="4778238"/>
              <a:ext cx="658951" cy="926685"/>
            </a:xfrm>
            <a:prstGeom prst="bentConnector3">
              <a:avLst>
                <a:gd name="adj1" fmla="val 50000"/>
              </a:avLst>
            </a:prstGeom>
            <a:ln w="12700">
              <a:solidFill>
                <a:schemeClr val="tx1"/>
              </a:solidFill>
              <a:prstDash val="dash"/>
              <a:tailEnd type="triangle"/>
            </a:ln>
          </p:spPr>
          <p:style>
            <a:lnRef idx="1">
              <a:schemeClr val="accent1"/>
            </a:lnRef>
            <a:fillRef idx="0">
              <a:schemeClr val="accent1"/>
            </a:fillRef>
            <a:effectRef idx="0">
              <a:schemeClr val="accent1"/>
            </a:effectRef>
            <a:fontRef idx="minor">
              <a:schemeClr val="tx1"/>
            </a:fontRef>
          </p:style>
        </p:cxnSp>
        <p:cxnSp>
          <p:nvCxnSpPr>
            <p:cNvPr id="123" name="连接符: 肘形 122">
              <a:extLst>
                <a:ext uri="{FF2B5EF4-FFF2-40B4-BE49-F238E27FC236}">
                  <a16:creationId xmlns:a16="http://schemas.microsoft.com/office/drawing/2014/main" id="{1C31894A-A3D1-4C34-AA17-721451A567B4}"/>
                </a:ext>
              </a:extLst>
            </p:cNvPr>
            <p:cNvCxnSpPr>
              <a:cxnSpLocks/>
              <a:stCxn id="120" idx="1"/>
              <a:endCxn id="251" idx="3"/>
            </p:cNvCxnSpPr>
            <p:nvPr/>
          </p:nvCxnSpPr>
          <p:spPr>
            <a:xfrm rot="10800000" flipV="1">
              <a:off x="4973168" y="5704922"/>
              <a:ext cx="658951" cy="1092"/>
            </a:xfrm>
            <a:prstGeom prst="bentConnector3">
              <a:avLst>
                <a:gd name="adj1" fmla="val 50000"/>
              </a:avLst>
            </a:prstGeom>
            <a:ln w="12700">
              <a:solidFill>
                <a:schemeClr val="tx1"/>
              </a:solidFill>
              <a:prstDash val="dash"/>
              <a:tailEnd type="triangle"/>
            </a:ln>
          </p:spPr>
          <p:style>
            <a:lnRef idx="1">
              <a:schemeClr val="accent1"/>
            </a:lnRef>
            <a:fillRef idx="0">
              <a:schemeClr val="accent1"/>
            </a:fillRef>
            <a:effectRef idx="0">
              <a:schemeClr val="accent1"/>
            </a:effectRef>
            <a:fontRef idx="minor">
              <a:schemeClr val="tx1"/>
            </a:fontRef>
          </p:style>
        </p:cxnSp>
      </p:grpSp>
      <p:sp>
        <p:nvSpPr>
          <p:cNvPr id="124" name="标注: 左箭头 123">
            <a:extLst>
              <a:ext uri="{FF2B5EF4-FFF2-40B4-BE49-F238E27FC236}">
                <a16:creationId xmlns:a16="http://schemas.microsoft.com/office/drawing/2014/main" id="{07D7C4EC-06A5-4127-BA72-B7CF93297168}"/>
              </a:ext>
            </a:extLst>
          </p:cNvPr>
          <p:cNvSpPr/>
          <p:nvPr/>
        </p:nvSpPr>
        <p:spPr>
          <a:xfrm>
            <a:off x="2786142" y="4655210"/>
            <a:ext cx="1069880" cy="338195"/>
          </a:xfrm>
          <a:prstGeom prst="leftArrowCallout">
            <a:avLst>
              <a:gd name="adj1" fmla="val 25000"/>
              <a:gd name="adj2" fmla="val 25000"/>
              <a:gd name="adj3" fmla="val 25000"/>
              <a:gd name="adj4" fmla="val 87531"/>
            </a:avLst>
          </a:prstGeom>
        </p:spPr>
        <p:style>
          <a:lnRef idx="2">
            <a:schemeClr val="accent3">
              <a:shade val="50000"/>
            </a:schemeClr>
          </a:lnRef>
          <a:fillRef idx="1">
            <a:schemeClr val="accent3"/>
          </a:fillRef>
          <a:effectRef idx="0">
            <a:schemeClr val="accent3"/>
          </a:effectRef>
          <a:fontRef idx="minor">
            <a:schemeClr val="lt1"/>
          </a:fontRef>
        </p:style>
        <p:txBody>
          <a:bodyPr rtlCol="0" anchor="ctr"/>
          <a:lstStyle/>
          <a:p>
            <a:pPr algn="ctr"/>
            <a:r>
              <a:rPr lang="zh-CN" altLang="en-US" b="1" dirty="0"/>
              <a:t>广播</a:t>
            </a:r>
          </a:p>
        </p:txBody>
      </p:sp>
      <p:sp>
        <p:nvSpPr>
          <p:cNvPr id="125" name="标注: 左箭头 124">
            <a:extLst>
              <a:ext uri="{FF2B5EF4-FFF2-40B4-BE49-F238E27FC236}">
                <a16:creationId xmlns:a16="http://schemas.microsoft.com/office/drawing/2014/main" id="{442F6B0E-11DC-42AE-9F64-84BC8E993EEA}"/>
              </a:ext>
            </a:extLst>
          </p:cNvPr>
          <p:cNvSpPr/>
          <p:nvPr/>
        </p:nvSpPr>
        <p:spPr>
          <a:xfrm>
            <a:off x="2786142" y="5582987"/>
            <a:ext cx="1069880" cy="338195"/>
          </a:xfrm>
          <a:prstGeom prst="leftArrowCallout">
            <a:avLst>
              <a:gd name="adj1" fmla="val 25000"/>
              <a:gd name="adj2" fmla="val 25000"/>
              <a:gd name="adj3" fmla="val 25000"/>
              <a:gd name="adj4" fmla="val 87531"/>
            </a:avLst>
          </a:prstGeom>
        </p:spPr>
        <p:style>
          <a:lnRef idx="2">
            <a:schemeClr val="accent3">
              <a:shade val="50000"/>
            </a:schemeClr>
          </a:lnRef>
          <a:fillRef idx="1">
            <a:schemeClr val="accent3"/>
          </a:fillRef>
          <a:effectRef idx="0">
            <a:schemeClr val="accent3"/>
          </a:effectRef>
          <a:fontRef idx="minor">
            <a:schemeClr val="lt1"/>
          </a:fontRef>
        </p:style>
        <p:txBody>
          <a:bodyPr rtlCol="0" anchor="ctr"/>
          <a:lstStyle/>
          <a:p>
            <a:pPr algn="ctr"/>
            <a:r>
              <a:rPr lang="zh-CN" altLang="en-US" b="1" dirty="0"/>
              <a:t>广播</a:t>
            </a:r>
          </a:p>
        </p:txBody>
      </p:sp>
      <p:sp>
        <p:nvSpPr>
          <p:cNvPr id="100" name="平行四边形 99">
            <a:extLst>
              <a:ext uri="{FF2B5EF4-FFF2-40B4-BE49-F238E27FC236}">
                <a16:creationId xmlns:a16="http://schemas.microsoft.com/office/drawing/2014/main" id="{5F134EBC-2569-093E-7272-07AB0750C7DA}"/>
              </a:ext>
            </a:extLst>
          </p:cNvPr>
          <p:cNvSpPr/>
          <p:nvPr/>
        </p:nvSpPr>
        <p:spPr>
          <a:xfrm>
            <a:off x="304799" y="749300"/>
            <a:ext cx="678493" cy="387090"/>
          </a:xfrm>
          <a:prstGeom prst="parallelogram">
            <a:avLst/>
          </a:prstGeom>
          <a:solidFill>
            <a:schemeClr val="accent3">
              <a:lumMod val="75000"/>
            </a:schemeClr>
          </a:solidFill>
          <a:ln>
            <a:solidFill>
              <a:schemeClr val="accent3">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CN" sz="2200" dirty="0">
                <a:latin typeface="Impact" panose="020B0806030902050204" pitchFamily="34" charset="0"/>
              </a:rPr>
              <a:t>03</a:t>
            </a:r>
            <a:endParaRPr lang="zh-CN" altLang="en-US" sz="2200" dirty="0">
              <a:latin typeface="Impact" panose="020B0806030902050204" pitchFamily="34" charset="0"/>
            </a:endParaRPr>
          </a:p>
        </p:txBody>
      </p:sp>
    </p:spTree>
    <p:custDataLst>
      <p:tags r:id="rId1"/>
    </p:custDataLst>
    <p:extLst>
      <p:ext uri="{BB962C8B-B14F-4D97-AF65-F5344CB8AC3E}">
        <p14:creationId xmlns:p14="http://schemas.microsoft.com/office/powerpoint/2010/main" val="961914148"/>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2" presetClass="entr" presetSubtype="8" fill="hold" grpId="0" nodeType="withEffect">
                                  <p:stCondLst>
                                    <p:cond delay="0"/>
                                  </p:stCondLst>
                                  <p:childTnLst>
                                    <p:set>
                                      <p:cBhvr>
                                        <p:cTn id="6" dur="1" fill="hold">
                                          <p:stCondLst>
                                            <p:cond delay="0"/>
                                          </p:stCondLst>
                                        </p:cTn>
                                        <p:tgtEl>
                                          <p:spTgt spid="95"/>
                                        </p:tgtEl>
                                        <p:attrNameLst>
                                          <p:attrName>style.visibility</p:attrName>
                                        </p:attrNameLst>
                                      </p:cBhvr>
                                      <p:to>
                                        <p:strVal val="visible"/>
                                      </p:to>
                                    </p:set>
                                    <p:anim calcmode="lin" valueType="num">
                                      <p:cBhvr additive="base">
                                        <p:cTn id="7" dur="500"/>
                                        <p:tgtEl>
                                          <p:spTgt spid="95"/>
                                        </p:tgtEl>
                                        <p:attrNameLst>
                                          <p:attrName>ppt_x</p:attrName>
                                        </p:attrNameLst>
                                      </p:cBhvr>
                                      <p:tavLst>
                                        <p:tav tm="0">
                                          <p:val>
                                            <p:strVal val="#ppt_x-#ppt_w*1.125000"/>
                                          </p:val>
                                        </p:tav>
                                        <p:tav tm="100000">
                                          <p:val>
                                            <p:strVal val="#ppt_x"/>
                                          </p:val>
                                        </p:tav>
                                      </p:tavLst>
                                    </p:anim>
                                    <p:animEffect transition="in" filter="wipe(right)">
                                      <p:cBhvr>
                                        <p:cTn id="8" dur="500"/>
                                        <p:tgtEl>
                                          <p:spTgt spid="95"/>
                                        </p:tgtEl>
                                      </p:cBhvr>
                                    </p:animEffect>
                                  </p:childTnLst>
                                </p:cTn>
                              </p:par>
                            </p:childTnLst>
                          </p:cTn>
                        </p:par>
                      </p:childTnLst>
                    </p:cTn>
                  </p:par>
                  <p:par>
                    <p:cTn id="9" fill="hold">
                      <p:stCondLst>
                        <p:cond delay="indefinite"/>
                      </p:stCondLst>
                      <p:childTnLst>
                        <p:par>
                          <p:cTn id="10" fill="hold">
                            <p:stCondLst>
                              <p:cond delay="0"/>
                            </p:stCondLst>
                            <p:childTnLst>
                              <p:par>
                                <p:cTn id="11" presetID="12" presetClass="entr" presetSubtype="8" fill="hold" grpId="0" nodeType="clickEffect">
                                  <p:stCondLst>
                                    <p:cond delay="0"/>
                                  </p:stCondLst>
                                  <p:childTnLst>
                                    <p:set>
                                      <p:cBhvr>
                                        <p:cTn id="12" dur="1" fill="hold">
                                          <p:stCondLst>
                                            <p:cond delay="0"/>
                                          </p:stCondLst>
                                        </p:cTn>
                                        <p:tgtEl>
                                          <p:spTgt spid="96"/>
                                        </p:tgtEl>
                                        <p:attrNameLst>
                                          <p:attrName>style.visibility</p:attrName>
                                        </p:attrNameLst>
                                      </p:cBhvr>
                                      <p:to>
                                        <p:strVal val="visible"/>
                                      </p:to>
                                    </p:set>
                                    <p:anim calcmode="lin" valueType="num">
                                      <p:cBhvr additive="base">
                                        <p:cTn id="13" dur="500"/>
                                        <p:tgtEl>
                                          <p:spTgt spid="96"/>
                                        </p:tgtEl>
                                        <p:attrNameLst>
                                          <p:attrName>ppt_x</p:attrName>
                                        </p:attrNameLst>
                                      </p:cBhvr>
                                      <p:tavLst>
                                        <p:tav tm="0">
                                          <p:val>
                                            <p:strVal val="#ppt_x-#ppt_w*1.125000"/>
                                          </p:val>
                                        </p:tav>
                                        <p:tav tm="100000">
                                          <p:val>
                                            <p:strVal val="#ppt_x"/>
                                          </p:val>
                                        </p:tav>
                                      </p:tavLst>
                                    </p:anim>
                                    <p:animEffect transition="in" filter="wipe(right)">
                                      <p:cBhvr>
                                        <p:cTn id="14" dur="500"/>
                                        <p:tgtEl>
                                          <p:spTgt spid="96"/>
                                        </p:tgtEl>
                                      </p:cBhvr>
                                    </p:animEffect>
                                  </p:childTnLst>
                                </p:cTn>
                              </p:par>
                            </p:childTnLst>
                          </p:cTn>
                        </p:par>
                      </p:childTnLst>
                    </p:cTn>
                  </p:par>
                  <p:par>
                    <p:cTn id="15" fill="hold">
                      <p:stCondLst>
                        <p:cond delay="indefinite"/>
                      </p:stCondLst>
                      <p:childTnLst>
                        <p:par>
                          <p:cTn id="16" fill="hold">
                            <p:stCondLst>
                              <p:cond delay="0"/>
                            </p:stCondLst>
                            <p:childTnLst>
                              <p:par>
                                <p:cTn id="17" presetID="8" presetClass="emph" presetSubtype="0" fill="hold" grpId="0" nodeType="clickEffect">
                                  <p:stCondLst>
                                    <p:cond delay="0"/>
                                  </p:stCondLst>
                                  <p:childTnLst>
                                    <p:animRot by="21600000">
                                      <p:cBhvr>
                                        <p:cTn id="18" dur="1000" fill="hold"/>
                                        <p:tgtEl>
                                          <p:spTgt spid="18"/>
                                        </p:tgtEl>
                                        <p:attrNameLst>
                                          <p:attrName>r</p:attrName>
                                        </p:attrNameLst>
                                      </p:cBhvr>
                                    </p:animRot>
                                  </p:childTnLst>
                                </p:cTn>
                              </p:par>
                            </p:childTnLst>
                          </p:cTn>
                        </p:par>
                      </p:childTnLst>
                    </p:cTn>
                  </p:par>
                  <p:par>
                    <p:cTn id="19" fill="hold">
                      <p:stCondLst>
                        <p:cond delay="indefinite"/>
                      </p:stCondLst>
                      <p:childTnLst>
                        <p:par>
                          <p:cTn id="20" fill="hold">
                            <p:stCondLst>
                              <p:cond delay="0"/>
                            </p:stCondLst>
                            <p:childTnLst>
                              <p:par>
                                <p:cTn id="21" presetID="12" presetClass="entr" presetSubtype="1" fill="hold" grpId="0" nodeType="clickEffect">
                                  <p:stCondLst>
                                    <p:cond delay="0"/>
                                  </p:stCondLst>
                                  <p:childTnLst>
                                    <p:set>
                                      <p:cBhvr>
                                        <p:cTn id="22" dur="1" fill="hold">
                                          <p:stCondLst>
                                            <p:cond delay="0"/>
                                          </p:stCondLst>
                                        </p:cTn>
                                        <p:tgtEl>
                                          <p:spTgt spid="83"/>
                                        </p:tgtEl>
                                        <p:attrNameLst>
                                          <p:attrName>style.visibility</p:attrName>
                                        </p:attrNameLst>
                                      </p:cBhvr>
                                      <p:to>
                                        <p:strVal val="visible"/>
                                      </p:to>
                                    </p:set>
                                    <p:anim calcmode="lin" valueType="num">
                                      <p:cBhvr additive="base">
                                        <p:cTn id="23" dur="500"/>
                                        <p:tgtEl>
                                          <p:spTgt spid="83"/>
                                        </p:tgtEl>
                                        <p:attrNameLst>
                                          <p:attrName>ppt_y</p:attrName>
                                        </p:attrNameLst>
                                      </p:cBhvr>
                                      <p:tavLst>
                                        <p:tav tm="0">
                                          <p:val>
                                            <p:strVal val="#ppt_y-#ppt_h*1.125000"/>
                                          </p:val>
                                        </p:tav>
                                        <p:tav tm="100000">
                                          <p:val>
                                            <p:strVal val="#ppt_y"/>
                                          </p:val>
                                        </p:tav>
                                      </p:tavLst>
                                    </p:anim>
                                    <p:animEffect transition="in" filter="wipe(down)">
                                      <p:cBhvr>
                                        <p:cTn id="24" dur="500"/>
                                        <p:tgtEl>
                                          <p:spTgt spid="83"/>
                                        </p:tgtEl>
                                      </p:cBhvr>
                                    </p:animEffect>
                                  </p:childTnLst>
                                </p:cTn>
                              </p:par>
                            </p:childTnLst>
                          </p:cTn>
                        </p:par>
                      </p:childTnLst>
                    </p:cTn>
                  </p:par>
                  <p:par>
                    <p:cTn id="25" fill="hold">
                      <p:stCondLst>
                        <p:cond delay="indefinite"/>
                      </p:stCondLst>
                      <p:childTnLst>
                        <p:par>
                          <p:cTn id="26" fill="hold">
                            <p:stCondLst>
                              <p:cond delay="0"/>
                            </p:stCondLst>
                            <p:childTnLst>
                              <p:par>
                                <p:cTn id="27" presetID="22" presetClass="entr" presetSubtype="2" fill="hold" nodeType="clickEffect">
                                  <p:stCondLst>
                                    <p:cond delay="0"/>
                                  </p:stCondLst>
                                  <p:childTnLst>
                                    <p:set>
                                      <p:cBhvr>
                                        <p:cTn id="28" dur="1" fill="hold">
                                          <p:stCondLst>
                                            <p:cond delay="0"/>
                                          </p:stCondLst>
                                        </p:cTn>
                                        <p:tgtEl>
                                          <p:spTgt spid="115"/>
                                        </p:tgtEl>
                                        <p:attrNameLst>
                                          <p:attrName>style.visibility</p:attrName>
                                        </p:attrNameLst>
                                      </p:cBhvr>
                                      <p:to>
                                        <p:strVal val="visible"/>
                                      </p:to>
                                    </p:set>
                                    <p:animEffect transition="in" filter="wipe(right)">
                                      <p:cBhvr>
                                        <p:cTn id="29" dur="500"/>
                                        <p:tgtEl>
                                          <p:spTgt spid="115"/>
                                        </p:tgtEl>
                                      </p:cBhvr>
                                    </p:animEffect>
                                  </p:childTnLst>
                                </p:cTn>
                              </p:par>
                            </p:childTnLst>
                          </p:cTn>
                        </p:par>
                      </p:childTnLst>
                    </p:cTn>
                  </p:par>
                  <p:par>
                    <p:cTn id="30" fill="hold">
                      <p:stCondLst>
                        <p:cond delay="indefinite"/>
                      </p:stCondLst>
                      <p:childTnLst>
                        <p:par>
                          <p:cTn id="31" fill="hold">
                            <p:stCondLst>
                              <p:cond delay="0"/>
                            </p:stCondLst>
                            <p:childTnLst>
                              <p:par>
                                <p:cTn id="32" presetID="12" presetClass="entr" presetSubtype="2" fill="hold" grpId="0" nodeType="clickEffect">
                                  <p:stCondLst>
                                    <p:cond delay="0"/>
                                  </p:stCondLst>
                                  <p:childTnLst>
                                    <p:set>
                                      <p:cBhvr>
                                        <p:cTn id="33" dur="1" fill="hold">
                                          <p:stCondLst>
                                            <p:cond delay="0"/>
                                          </p:stCondLst>
                                        </p:cTn>
                                        <p:tgtEl>
                                          <p:spTgt spid="116"/>
                                        </p:tgtEl>
                                        <p:attrNameLst>
                                          <p:attrName>style.visibility</p:attrName>
                                        </p:attrNameLst>
                                      </p:cBhvr>
                                      <p:to>
                                        <p:strVal val="visible"/>
                                      </p:to>
                                    </p:set>
                                    <p:anim calcmode="lin" valueType="num">
                                      <p:cBhvr additive="base">
                                        <p:cTn id="34" dur="500"/>
                                        <p:tgtEl>
                                          <p:spTgt spid="116"/>
                                        </p:tgtEl>
                                        <p:attrNameLst>
                                          <p:attrName>ppt_x</p:attrName>
                                        </p:attrNameLst>
                                      </p:cBhvr>
                                      <p:tavLst>
                                        <p:tav tm="0">
                                          <p:val>
                                            <p:strVal val="#ppt_x+#ppt_w*1.125000"/>
                                          </p:val>
                                        </p:tav>
                                        <p:tav tm="100000">
                                          <p:val>
                                            <p:strVal val="#ppt_x"/>
                                          </p:val>
                                        </p:tav>
                                      </p:tavLst>
                                    </p:anim>
                                    <p:animEffect transition="in" filter="wipe(left)">
                                      <p:cBhvr>
                                        <p:cTn id="35" dur="500"/>
                                        <p:tgtEl>
                                          <p:spTgt spid="116"/>
                                        </p:tgtEl>
                                      </p:cBhvr>
                                    </p:animEffect>
                                  </p:childTnLst>
                                </p:cTn>
                              </p:par>
                            </p:childTnLst>
                          </p:cTn>
                        </p:par>
                      </p:childTnLst>
                    </p:cTn>
                  </p:par>
                  <p:par>
                    <p:cTn id="36" fill="hold">
                      <p:stCondLst>
                        <p:cond delay="indefinite"/>
                      </p:stCondLst>
                      <p:childTnLst>
                        <p:par>
                          <p:cTn id="37" fill="hold">
                            <p:stCondLst>
                              <p:cond delay="0"/>
                            </p:stCondLst>
                            <p:childTnLst>
                              <p:par>
                                <p:cTn id="38" presetID="22" presetClass="entr" presetSubtype="1" fill="hold" nodeType="clickEffect">
                                  <p:stCondLst>
                                    <p:cond delay="0"/>
                                  </p:stCondLst>
                                  <p:childTnLst>
                                    <p:set>
                                      <p:cBhvr>
                                        <p:cTn id="39" dur="1" fill="hold">
                                          <p:stCondLst>
                                            <p:cond delay="0"/>
                                          </p:stCondLst>
                                        </p:cTn>
                                        <p:tgtEl>
                                          <p:spTgt spid="118"/>
                                        </p:tgtEl>
                                        <p:attrNameLst>
                                          <p:attrName>style.visibility</p:attrName>
                                        </p:attrNameLst>
                                      </p:cBhvr>
                                      <p:to>
                                        <p:strVal val="visible"/>
                                      </p:to>
                                    </p:set>
                                    <p:animEffect transition="in" filter="wipe(up)">
                                      <p:cBhvr>
                                        <p:cTn id="40" dur="500"/>
                                        <p:tgtEl>
                                          <p:spTgt spid="118"/>
                                        </p:tgtEl>
                                      </p:cBhvr>
                                    </p:animEffect>
                                  </p:childTnLst>
                                </p:cTn>
                              </p:par>
                            </p:childTnLst>
                          </p:cTn>
                        </p:par>
                      </p:childTnLst>
                    </p:cTn>
                  </p:par>
                  <p:par>
                    <p:cTn id="41" fill="hold">
                      <p:stCondLst>
                        <p:cond delay="indefinite"/>
                      </p:stCondLst>
                      <p:childTnLst>
                        <p:par>
                          <p:cTn id="42" fill="hold">
                            <p:stCondLst>
                              <p:cond delay="0"/>
                            </p:stCondLst>
                            <p:childTnLst>
                              <p:par>
                                <p:cTn id="43" presetID="12" presetClass="entr" presetSubtype="1" fill="hold" grpId="0" nodeType="clickEffect">
                                  <p:stCondLst>
                                    <p:cond delay="0"/>
                                  </p:stCondLst>
                                  <p:childTnLst>
                                    <p:set>
                                      <p:cBhvr>
                                        <p:cTn id="44" dur="1" fill="hold">
                                          <p:stCondLst>
                                            <p:cond delay="0"/>
                                          </p:stCondLst>
                                        </p:cTn>
                                        <p:tgtEl>
                                          <p:spTgt spid="121"/>
                                        </p:tgtEl>
                                        <p:attrNameLst>
                                          <p:attrName>style.visibility</p:attrName>
                                        </p:attrNameLst>
                                      </p:cBhvr>
                                      <p:to>
                                        <p:strVal val="visible"/>
                                      </p:to>
                                    </p:set>
                                    <p:anim calcmode="lin" valueType="num">
                                      <p:cBhvr additive="base">
                                        <p:cTn id="45" dur="500"/>
                                        <p:tgtEl>
                                          <p:spTgt spid="121"/>
                                        </p:tgtEl>
                                        <p:attrNameLst>
                                          <p:attrName>ppt_y</p:attrName>
                                        </p:attrNameLst>
                                      </p:cBhvr>
                                      <p:tavLst>
                                        <p:tav tm="0">
                                          <p:val>
                                            <p:strVal val="#ppt_y-#ppt_h*1.125000"/>
                                          </p:val>
                                        </p:tav>
                                        <p:tav tm="100000">
                                          <p:val>
                                            <p:strVal val="#ppt_y"/>
                                          </p:val>
                                        </p:tav>
                                      </p:tavLst>
                                    </p:anim>
                                    <p:animEffect transition="in" filter="wipe(down)">
                                      <p:cBhvr>
                                        <p:cTn id="46" dur="500"/>
                                        <p:tgtEl>
                                          <p:spTgt spid="121"/>
                                        </p:tgtEl>
                                      </p:cBhvr>
                                    </p:animEffect>
                                  </p:childTnLst>
                                </p:cTn>
                              </p:par>
                            </p:childTnLst>
                          </p:cTn>
                        </p:par>
                      </p:childTnLst>
                    </p:cTn>
                  </p:par>
                  <p:par>
                    <p:cTn id="47" fill="hold">
                      <p:stCondLst>
                        <p:cond delay="indefinite"/>
                      </p:stCondLst>
                      <p:childTnLst>
                        <p:par>
                          <p:cTn id="48" fill="hold">
                            <p:stCondLst>
                              <p:cond delay="0"/>
                            </p:stCondLst>
                            <p:childTnLst>
                              <p:par>
                                <p:cTn id="49" presetID="12" presetClass="entr" presetSubtype="1" fill="hold" grpId="0" nodeType="clickEffect">
                                  <p:stCondLst>
                                    <p:cond delay="0"/>
                                  </p:stCondLst>
                                  <p:childTnLst>
                                    <p:set>
                                      <p:cBhvr>
                                        <p:cTn id="50" dur="1" fill="hold">
                                          <p:stCondLst>
                                            <p:cond delay="0"/>
                                          </p:stCondLst>
                                        </p:cTn>
                                        <p:tgtEl>
                                          <p:spTgt spid="119"/>
                                        </p:tgtEl>
                                        <p:attrNameLst>
                                          <p:attrName>style.visibility</p:attrName>
                                        </p:attrNameLst>
                                      </p:cBhvr>
                                      <p:to>
                                        <p:strVal val="visible"/>
                                      </p:to>
                                    </p:set>
                                    <p:anim calcmode="lin" valueType="num">
                                      <p:cBhvr additive="base">
                                        <p:cTn id="51" dur="500"/>
                                        <p:tgtEl>
                                          <p:spTgt spid="119"/>
                                        </p:tgtEl>
                                        <p:attrNameLst>
                                          <p:attrName>ppt_y</p:attrName>
                                        </p:attrNameLst>
                                      </p:cBhvr>
                                      <p:tavLst>
                                        <p:tav tm="0">
                                          <p:val>
                                            <p:strVal val="#ppt_y-#ppt_h*1.125000"/>
                                          </p:val>
                                        </p:tav>
                                        <p:tav tm="100000">
                                          <p:val>
                                            <p:strVal val="#ppt_y"/>
                                          </p:val>
                                        </p:tav>
                                      </p:tavLst>
                                    </p:anim>
                                    <p:animEffect transition="in" filter="wipe(down)">
                                      <p:cBhvr>
                                        <p:cTn id="52" dur="500"/>
                                        <p:tgtEl>
                                          <p:spTgt spid="119"/>
                                        </p:tgtEl>
                                      </p:cBhvr>
                                    </p:animEffect>
                                  </p:childTnLst>
                                </p:cTn>
                              </p:par>
                            </p:childTnLst>
                          </p:cTn>
                        </p:par>
                      </p:childTnLst>
                    </p:cTn>
                  </p:par>
                  <p:par>
                    <p:cTn id="53" fill="hold">
                      <p:stCondLst>
                        <p:cond delay="indefinite"/>
                      </p:stCondLst>
                      <p:childTnLst>
                        <p:par>
                          <p:cTn id="54" fill="hold">
                            <p:stCondLst>
                              <p:cond delay="0"/>
                            </p:stCondLst>
                            <p:childTnLst>
                              <p:par>
                                <p:cTn id="55" presetID="8" presetClass="emph" presetSubtype="0" fill="hold" grpId="0" nodeType="clickEffect">
                                  <p:stCondLst>
                                    <p:cond delay="0"/>
                                  </p:stCondLst>
                                  <p:childTnLst>
                                    <p:animRot by="21600000">
                                      <p:cBhvr>
                                        <p:cTn id="56" dur="1000" fill="hold"/>
                                        <p:tgtEl>
                                          <p:spTgt spid="245"/>
                                        </p:tgtEl>
                                        <p:attrNameLst>
                                          <p:attrName>r</p:attrName>
                                        </p:attrNameLst>
                                      </p:cBhvr>
                                    </p:animRot>
                                  </p:childTnLst>
                                </p:cTn>
                              </p:par>
                            </p:childTnLst>
                          </p:cTn>
                        </p:par>
                      </p:childTnLst>
                    </p:cTn>
                  </p:par>
                  <p:par>
                    <p:cTn id="57" fill="hold">
                      <p:stCondLst>
                        <p:cond delay="indefinite"/>
                      </p:stCondLst>
                      <p:childTnLst>
                        <p:par>
                          <p:cTn id="58" fill="hold">
                            <p:stCondLst>
                              <p:cond delay="0"/>
                            </p:stCondLst>
                            <p:childTnLst>
                              <p:par>
                                <p:cTn id="59" presetID="12" presetClass="entr" presetSubtype="4" fill="hold" grpId="0" nodeType="clickEffect">
                                  <p:stCondLst>
                                    <p:cond delay="0"/>
                                  </p:stCondLst>
                                  <p:childTnLst>
                                    <p:set>
                                      <p:cBhvr>
                                        <p:cTn id="60" dur="1" fill="hold">
                                          <p:stCondLst>
                                            <p:cond delay="0"/>
                                          </p:stCondLst>
                                        </p:cTn>
                                        <p:tgtEl>
                                          <p:spTgt spid="120"/>
                                        </p:tgtEl>
                                        <p:attrNameLst>
                                          <p:attrName>style.visibility</p:attrName>
                                        </p:attrNameLst>
                                      </p:cBhvr>
                                      <p:to>
                                        <p:strVal val="visible"/>
                                      </p:to>
                                    </p:set>
                                    <p:anim calcmode="lin" valueType="num">
                                      <p:cBhvr additive="base">
                                        <p:cTn id="61" dur="500"/>
                                        <p:tgtEl>
                                          <p:spTgt spid="120"/>
                                        </p:tgtEl>
                                        <p:attrNameLst>
                                          <p:attrName>ppt_y</p:attrName>
                                        </p:attrNameLst>
                                      </p:cBhvr>
                                      <p:tavLst>
                                        <p:tav tm="0">
                                          <p:val>
                                            <p:strVal val="#ppt_y+#ppt_h*1.125000"/>
                                          </p:val>
                                        </p:tav>
                                        <p:tav tm="100000">
                                          <p:val>
                                            <p:strVal val="#ppt_y"/>
                                          </p:val>
                                        </p:tav>
                                      </p:tavLst>
                                    </p:anim>
                                    <p:animEffect transition="in" filter="wipe(up)">
                                      <p:cBhvr>
                                        <p:cTn id="62" dur="500"/>
                                        <p:tgtEl>
                                          <p:spTgt spid="120"/>
                                        </p:tgtEl>
                                      </p:cBhvr>
                                    </p:animEffect>
                                  </p:childTnLst>
                                </p:cTn>
                              </p:par>
                            </p:childTnLst>
                          </p:cTn>
                        </p:par>
                      </p:childTnLst>
                    </p:cTn>
                  </p:par>
                  <p:par>
                    <p:cTn id="63" fill="hold">
                      <p:stCondLst>
                        <p:cond delay="indefinite"/>
                      </p:stCondLst>
                      <p:childTnLst>
                        <p:par>
                          <p:cTn id="64" fill="hold">
                            <p:stCondLst>
                              <p:cond delay="0"/>
                            </p:stCondLst>
                            <p:childTnLst>
                              <p:par>
                                <p:cTn id="65" presetID="22" presetClass="entr" presetSubtype="2" fill="hold" nodeType="clickEffect">
                                  <p:stCondLst>
                                    <p:cond delay="0"/>
                                  </p:stCondLst>
                                  <p:childTnLst>
                                    <p:set>
                                      <p:cBhvr>
                                        <p:cTn id="66" dur="1" fill="hold">
                                          <p:stCondLst>
                                            <p:cond delay="0"/>
                                          </p:stCondLst>
                                        </p:cTn>
                                        <p:tgtEl>
                                          <p:spTgt spid="33"/>
                                        </p:tgtEl>
                                        <p:attrNameLst>
                                          <p:attrName>style.visibility</p:attrName>
                                        </p:attrNameLst>
                                      </p:cBhvr>
                                      <p:to>
                                        <p:strVal val="visible"/>
                                      </p:to>
                                    </p:set>
                                    <p:animEffect transition="in" filter="wipe(right)">
                                      <p:cBhvr>
                                        <p:cTn id="67" dur="500"/>
                                        <p:tgtEl>
                                          <p:spTgt spid="33"/>
                                        </p:tgtEl>
                                      </p:cBhvr>
                                    </p:animEffect>
                                  </p:childTnLst>
                                </p:cTn>
                              </p:par>
                            </p:childTnLst>
                          </p:cTn>
                        </p:par>
                      </p:childTnLst>
                    </p:cTn>
                  </p:par>
                  <p:par>
                    <p:cTn id="68" fill="hold">
                      <p:stCondLst>
                        <p:cond delay="indefinite"/>
                      </p:stCondLst>
                      <p:childTnLst>
                        <p:par>
                          <p:cTn id="69" fill="hold">
                            <p:stCondLst>
                              <p:cond delay="0"/>
                            </p:stCondLst>
                            <p:childTnLst>
                              <p:par>
                                <p:cTn id="70" presetID="12" presetClass="entr" presetSubtype="2" fill="hold" grpId="0" nodeType="clickEffect">
                                  <p:stCondLst>
                                    <p:cond delay="0"/>
                                  </p:stCondLst>
                                  <p:childTnLst>
                                    <p:set>
                                      <p:cBhvr>
                                        <p:cTn id="71" dur="1" fill="hold">
                                          <p:stCondLst>
                                            <p:cond delay="0"/>
                                          </p:stCondLst>
                                        </p:cTn>
                                        <p:tgtEl>
                                          <p:spTgt spid="124"/>
                                        </p:tgtEl>
                                        <p:attrNameLst>
                                          <p:attrName>style.visibility</p:attrName>
                                        </p:attrNameLst>
                                      </p:cBhvr>
                                      <p:to>
                                        <p:strVal val="visible"/>
                                      </p:to>
                                    </p:set>
                                    <p:anim calcmode="lin" valueType="num">
                                      <p:cBhvr additive="base">
                                        <p:cTn id="72" dur="500"/>
                                        <p:tgtEl>
                                          <p:spTgt spid="124"/>
                                        </p:tgtEl>
                                        <p:attrNameLst>
                                          <p:attrName>ppt_x</p:attrName>
                                        </p:attrNameLst>
                                      </p:cBhvr>
                                      <p:tavLst>
                                        <p:tav tm="0">
                                          <p:val>
                                            <p:strVal val="#ppt_x+#ppt_w*1.125000"/>
                                          </p:val>
                                        </p:tav>
                                        <p:tav tm="100000">
                                          <p:val>
                                            <p:strVal val="#ppt_x"/>
                                          </p:val>
                                        </p:tav>
                                      </p:tavLst>
                                    </p:anim>
                                    <p:animEffect transition="in" filter="wipe(left)">
                                      <p:cBhvr>
                                        <p:cTn id="73" dur="500"/>
                                        <p:tgtEl>
                                          <p:spTgt spid="124"/>
                                        </p:tgtEl>
                                      </p:cBhvr>
                                    </p:animEffect>
                                  </p:childTnLst>
                                </p:cTn>
                              </p:par>
                              <p:par>
                                <p:cTn id="74" presetID="12" presetClass="entr" presetSubtype="2" fill="hold" grpId="0" nodeType="withEffect">
                                  <p:stCondLst>
                                    <p:cond delay="0"/>
                                  </p:stCondLst>
                                  <p:childTnLst>
                                    <p:set>
                                      <p:cBhvr>
                                        <p:cTn id="75" dur="1" fill="hold">
                                          <p:stCondLst>
                                            <p:cond delay="0"/>
                                          </p:stCondLst>
                                        </p:cTn>
                                        <p:tgtEl>
                                          <p:spTgt spid="125"/>
                                        </p:tgtEl>
                                        <p:attrNameLst>
                                          <p:attrName>style.visibility</p:attrName>
                                        </p:attrNameLst>
                                      </p:cBhvr>
                                      <p:to>
                                        <p:strVal val="visible"/>
                                      </p:to>
                                    </p:set>
                                    <p:anim calcmode="lin" valueType="num">
                                      <p:cBhvr additive="base">
                                        <p:cTn id="76" dur="500"/>
                                        <p:tgtEl>
                                          <p:spTgt spid="125"/>
                                        </p:tgtEl>
                                        <p:attrNameLst>
                                          <p:attrName>ppt_x</p:attrName>
                                        </p:attrNameLst>
                                      </p:cBhvr>
                                      <p:tavLst>
                                        <p:tav tm="0">
                                          <p:val>
                                            <p:strVal val="#ppt_x+#ppt_w*1.125000"/>
                                          </p:val>
                                        </p:tav>
                                        <p:tav tm="100000">
                                          <p:val>
                                            <p:strVal val="#ppt_x"/>
                                          </p:val>
                                        </p:tav>
                                      </p:tavLst>
                                    </p:anim>
                                    <p:animEffect transition="in" filter="wipe(left)">
                                      <p:cBhvr>
                                        <p:cTn id="77" dur="500"/>
                                        <p:tgtEl>
                                          <p:spTgt spid="125"/>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20" grpId="0" animBg="1"/>
      <p:bldP spid="119" grpId="0" animBg="1"/>
      <p:bldP spid="121" grpId="0" animBg="1"/>
      <p:bldP spid="116" grpId="0" animBg="1"/>
      <p:bldP spid="18" grpId="0" animBg="1"/>
      <p:bldP spid="245" grpId="0" animBg="1"/>
      <p:bldP spid="83" grpId="0" animBg="1"/>
      <p:bldP spid="95" grpId="0" animBg="1"/>
      <p:bldP spid="96" grpId="0" animBg="1"/>
      <p:bldP spid="124" grpId="0" animBg="1"/>
      <p:bldP spid="125" grpId="0" animBg="1"/>
    </p:bldLst>
  </p:timing>
</p:sld>
</file>

<file path=ppt/slides/slide49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127" name="组合 126">
            <a:extLst>
              <a:ext uri="{FF2B5EF4-FFF2-40B4-BE49-F238E27FC236}">
                <a16:creationId xmlns:a16="http://schemas.microsoft.com/office/drawing/2014/main" id="{8D7534EE-5887-4408-AA83-B6F30187E141}"/>
              </a:ext>
            </a:extLst>
          </p:cNvPr>
          <p:cNvGrpSpPr/>
          <p:nvPr/>
        </p:nvGrpSpPr>
        <p:grpSpPr>
          <a:xfrm>
            <a:off x="5623127" y="5545454"/>
            <a:ext cx="944561" cy="868073"/>
            <a:chOff x="6171898" y="3637397"/>
            <a:chExt cx="944561" cy="868073"/>
          </a:xfrm>
        </p:grpSpPr>
        <p:sp>
          <p:nvSpPr>
            <p:cNvPr id="128" name="标注: 下箭头 127">
              <a:extLst>
                <a:ext uri="{FF2B5EF4-FFF2-40B4-BE49-F238E27FC236}">
                  <a16:creationId xmlns:a16="http://schemas.microsoft.com/office/drawing/2014/main" id="{B2B488BB-B3E3-49AA-8CB2-21BFADBEC1B1}"/>
                </a:ext>
              </a:extLst>
            </p:cNvPr>
            <p:cNvSpPr/>
            <p:nvPr/>
          </p:nvSpPr>
          <p:spPr>
            <a:xfrm>
              <a:off x="6171898" y="3961487"/>
              <a:ext cx="944561" cy="543983"/>
            </a:xfrm>
            <a:prstGeom prst="downArrowCallout">
              <a:avLst/>
            </a:prstGeom>
          </p:spPr>
          <p:style>
            <a:lnRef idx="2">
              <a:schemeClr val="accent3">
                <a:shade val="50000"/>
              </a:schemeClr>
            </a:lnRef>
            <a:fillRef idx="1">
              <a:schemeClr val="accent3"/>
            </a:fillRef>
            <a:effectRef idx="0">
              <a:schemeClr val="accent3"/>
            </a:effectRef>
            <a:fontRef idx="minor">
              <a:schemeClr val="lt1"/>
            </a:fontRef>
          </p:style>
          <p:txBody>
            <a:bodyPr rtlCol="0" anchor="ctr"/>
            <a:lstStyle/>
            <a:p>
              <a:pPr algn="ctr"/>
              <a:r>
                <a:rPr lang="zh-CN" altLang="en-US" b="1" dirty="0"/>
                <a:t>广播</a:t>
              </a:r>
            </a:p>
          </p:txBody>
        </p:sp>
        <p:sp>
          <p:nvSpPr>
            <p:cNvPr id="129" name="矩形 128">
              <a:extLst>
                <a:ext uri="{FF2B5EF4-FFF2-40B4-BE49-F238E27FC236}">
                  <a16:creationId xmlns:a16="http://schemas.microsoft.com/office/drawing/2014/main" id="{A2BDD6C6-E966-4985-AB07-6EFA6368DA9D}"/>
                </a:ext>
              </a:extLst>
            </p:cNvPr>
            <p:cNvSpPr/>
            <p:nvPr/>
          </p:nvSpPr>
          <p:spPr>
            <a:xfrm>
              <a:off x="6171898" y="3637397"/>
              <a:ext cx="944561" cy="331788"/>
            </a:xfrm>
            <a:prstGeom prst="rect">
              <a:avLst/>
            </a:prstGeom>
            <a:solidFill>
              <a:schemeClr val="accent6"/>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CN" sz="2000" b="1" dirty="0">
                  <a:solidFill>
                    <a:schemeClr val="bg1"/>
                  </a:solidFill>
                  <a:latin typeface="Arial Narrow" panose="020B0606020202030204" pitchFamily="34" charset="0"/>
                </a:rPr>
                <a:t>VID=2</a:t>
              </a:r>
              <a:endParaRPr lang="zh-CN" altLang="en-US" sz="2000" b="1" dirty="0">
                <a:solidFill>
                  <a:schemeClr val="bg1"/>
                </a:solidFill>
                <a:latin typeface="Arial Narrow" panose="020B0606020202030204" pitchFamily="34" charset="0"/>
              </a:endParaRPr>
            </a:p>
          </p:txBody>
        </p:sp>
      </p:grpSp>
      <p:grpSp>
        <p:nvGrpSpPr>
          <p:cNvPr id="10" name="组合 9">
            <a:extLst>
              <a:ext uri="{FF2B5EF4-FFF2-40B4-BE49-F238E27FC236}">
                <a16:creationId xmlns:a16="http://schemas.microsoft.com/office/drawing/2014/main" id="{C40B8DDB-B3CC-49A6-88CD-21B9E1F80C08}"/>
              </a:ext>
            </a:extLst>
          </p:cNvPr>
          <p:cNvGrpSpPr/>
          <p:nvPr/>
        </p:nvGrpSpPr>
        <p:grpSpPr>
          <a:xfrm>
            <a:off x="6121676" y="3575050"/>
            <a:ext cx="944561" cy="868073"/>
            <a:chOff x="6171898" y="3637397"/>
            <a:chExt cx="944561" cy="868073"/>
          </a:xfrm>
        </p:grpSpPr>
        <p:sp>
          <p:nvSpPr>
            <p:cNvPr id="117" name="标注: 下箭头 116">
              <a:extLst>
                <a:ext uri="{FF2B5EF4-FFF2-40B4-BE49-F238E27FC236}">
                  <a16:creationId xmlns:a16="http://schemas.microsoft.com/office/drawing/2014/main" id="{AA19E934-7E2F-44EC-BB42-42CC3FE547A2}"/>
                </a:ext>
              </a:extLst>
            </p:cNvPr>
            <p:cNvSpPr/>
            <p:nvPr/>
          </p:nvSpPr>
          <p:spPr>
            <a:xfrm>
              <a:off x="6171898" y="3961487"/>
              <a:ext cx="944561" cy="543983"/>
            </a:xfrm>
            <a:prstGeom prst="downArrowCallout">
              <a:avLst/>
            </a:prstGeom>
          </p:spPr>
          <p:style>
            <a:lnRef idx="2">
              <a:schemeClr val="accent3">
                <a:shade val="50000"/>
              </a:schemeClr>
            </a:lnRef>
            <a:fillRef idx="1">
              <a:schemeClr val="accent3"/>
            </a:fillRef>
            <a:effectRef idx="0">
              <a:schemeClr val="accent3"/>
            </a:effectRef>
            <a:fontRef idx="minor">
              <a:schemeClr val="lt1"/>
            </a:fontRef>
          </p:style>
          <p:txBody>
            <a:bodyPr rtlCol="0" anchor="ctr"/>
            <a:lstStyle/>
            <a:p>
              <a:pPr algn="ctr"/>
              <a:r>
                <a:rPr lang="zh-CN" altLang="en-US" b="1" dirty="0"/>
                <a:t>广播</a:t>
              </a:r>
            </a:p>
          </p:txBody>
        </p:sp>
        <p:sp>
          <p:nvSpPr>
            <p:cNvPr id="126" name="矩形 125">
              <a:extLst>
                <a:ext uri="{FF2B5EF4-FFF2-40B4-BE49-F238E27FC236}">
                  <a16:creationId xmlns:a16="http://schemas.microsoft.com/office/drawing/2014/main" id="{62B13C6B-A7F7-4DCF-9E47-1DF6DA7F60B2}"/>
                </a:ext>
              </a:extLst>
            </p:cNvPr>
            <p:cNvSpPr/>
            <p:nvPr/>
          </p:nvSpPr>
          <p:spPr>
            <a:xfrm>
              <a:off x="6171898" y="3637397"/>
              <a:ext cx="944561" cy="331788"/>
            </a:xfrm>
            <a:prstGeom prst="rect">
              <a:avLst/>
            </a:prstGeom>
            <a:solidFill>
              <a:schemeClr val="accent6"/>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CN" sz="2000" b="1" dirty="0">
                  <a:solidFill>
                    <a:schemeClr val="bg1"/>
                  </a:solidFill>
                  <a:latin typeface="Arial Narrow" panose="020B0606020202030204" pitchFamily="34" charset="0"/>
                </a:rPr>
                <a:t>VID=2</a:t>
              </a:r>
              <a:endParaRPr lang="zh-CN" altLang="en-US" sz="2000" b="1" dirty="0">
                <a:solidFill>
                  <a:schemeClr val="bg1"/>
                </a:solidFill>
                <a:latin typeface="Arial Narrow" panose="020B0606020202030204" pitchFamily="34" charset="0"/>
              </a:endParaRPr>
            </a:p>
          </p:txBody>
        </p:sp>
      </p:grpSp>
      <p:sp>
        <p:nvSpPr>
          <p:cNvPr id="113" name="标注: 右箭头 112">
            <a:extLst>
              <a:ext uri="{FF2B5EF4-FFF2-40B4-BE49-F238E27FC236}">
                <a16:creationId xmlns:a16="http://schemas.microsoft.com/office/drawing/2014/main" id="{57763729-3967-4E78-976F-E20F7F730BAA}"/>
              </a:ext>
            </a:extLst>
          </p:cNvPr>
          <p:cNvSpPr/>
          <p:nvPr/>
        </p:nvSpPr>
        <p:spPr>
          <a:xfrm>
            <a:off x="8384284" y="2710927"/>
            <a:ext cx="1095639" cy="331788"/>
          </a:xfrm>
          <a:prstGeom prst="rightArrowCallout">
            <a:avLst>
              <a:gd name="adj1" fmla="val 25000"/>
              <a:gd name="adj2" fmla="val 25000"/>
              <a:gd name="adj3" fmla="val 25000"/>
              <a:gd name="adj4" fmla="val 86735"/>
            </a:avLst>
          </a:prstGeom>
        </p:spPr>
        <p:style>
          <a:lnRef idx="2">
            <a:schemeClr val="accent3">
              <a:shade val="50000"/>
            </a:schemeClr>
          </a:lnRef>
          <a:fillRef idx="1">
            <a:schemeClr val="accent3"/>
          </a:fillRef>
          <a:effectRef idx="0">
            <a:schemeClr val="accent3"/>
          </a:effectRef>
          <a:fontRef idx="minor">
            <a:schemeClr val="lt1"/>
          </a:fontRef>
        </p:style>
        <p:txBody>
          <a:bodyPr rtlCol="0" anchor="ctr"/>
          <a:lstStyle/>
          <a:p>
            <a:pPr algn="ctr"/>
            <a:r>
              <a:rPr lang="zh-CN" altLang="en-US" b="1" dirty="0"/>
              <a:t>广播</a:t>
            </a:r>
          </a:p>
        </p:txBody>
      </p:sp>
      <p:sp>
        <p:nvSpPr>
          <p:cNvPr id="108" name="矩形 107">
            <a:extLst>
              <a:ext uri="{FF2B5EF4-FFF2-40B4-BE49-F238E27FC236}">
                <a16:creationId xmlns:a16="http://schemas.microsoft.com/office/drawing/2014/main" id="{3EF7E0E3-7290-458F-B9F4-15A9CA38BFB6}"/>
              </a:ext>
            </a:extLst>
          </p:cNvPr>
          <p:cNvSpPr/>
          <p:nvPr/>
        </p:nvSpPr>
        <p:spPr>
          <a:xfrm>
            <a:off x="5607843" y="2128525"/>
            <a:ext cx="947871" cy="331788"/>
          </a:xfrm>
          <a:prstGeom prst="rect">
            <a:avLst/>
          </a:prstGeom>
          <a:solidFill>
            <a:schemeClr val="accent6"/>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CN" sz="2000" b="1" dirty="0">
                <a:solidFill>
                  <a:schemeClr val="bg1"/>
                </a:solidFill>
                <a:latin typeface="Arial Narrow" panose="020B0606020202030204" pitchFamily="34" charset="0"/>
              </a:rPr>
              <a:t>VID=2</a:t>
            </a:r>
            <a:endParaRPr lang="zh-CN" altLang="en-US" sz="2000" b="1" dirty="0">
              <a:solidFill>
                <a:schemeClr val="bg1"/>
              </a:solidFill>
              <a:latin typeface="Arial Narrow" panose="020B0606020202030204" pitchFamily="34" charset="0"/>
            </a:endParaRPr>
          </a:p>
        </p:txBody>
      </p:sp>
      <p:sp>
        <p:nvSpPr>
          <p:cNvPr id="100" name="标注: 左箭头 99">
            <a:extLst>
              <a:ext uri="{FF2B5EF4-FFF2-40B4-BE49-F238E27FC236}">
                <a16:creationId xmlns:a16="http://schemas.microsoft.com/office/drawing/2014/main" id="{07058753-A6A0-41E5-B105-71E5ABF1DB22}"/>
              </a:ext>
            </a:extLst>
          </p:cNvPr>
          <p:cNvSpPr/>
          <p:nvPr/>
        </p:nvSpPr>
        <p:spPr>
          <a:xfrm>
            <a:off x="8322474" y="1766613"/>
            <a:ext cx="1069880" cy="338195"/>
          </a:xfrm>
          <a:prstGeom prst="leftArrowCallout">
            <a:avLst>
              <a:gd name="adj1" fmla="val 25000"/>
              <a:gd name="adj2" fmla="val 25000"/>
              <a:gd name="adj3" fmla="val 25000"/>
              <a:gd name="adj4" fmla="val 87531"/>
            </a:avLst>
          </a:prstGeom>
        </p:spPr>
        <p:style>
          <a:lnRef idx="2">
            <a:schemeClr val="accent3">
              <a:shade val="50000"/>
            </a:schemeClr>
          </a:lnRef>
          <a:fillRef idx="1">
            <a:schemeClr val="accent3"/>
          </a:fillRef>
          <a:effectRef idx="0">
            <a:schemeClr val="accent3"/>
          </a:effectRef>
          <a:fontRef idx="minor">
            <a:schemeClr val="lt1"/>
          </a:fontRef>
        </p:style>
        <p:txBody>
          <a:bodyPr rtlCol="0" anchor="ctr"/>
          <a:lstStyle/>
          <a:p>
            <a:pPr algn="ctr"/>
            <a:r>
              <a:rPr lang="zh-CN" altLang="en-US" b="1" dirty="0"/>
              <a:t>广播</a:t>
            </a:r>
          </a:p>
        </p:txBody>
      </p:sp>
      <p:grpSp>
        <p:nvGrpSpPr>
          <p:cNvPr id="267" name="组合 266">
            <a:extLst>
              <a:ext uri="{FF2B5EF4-FFF2-40B4-BE49-F238E27FC236}">
                <a16:creationId xmlns:a16="http://schemas.microsoft.com/office/drawing/2014/main" id="{479D3933-13E1-462F-B353-8ED9566AAEA9}"/>
              </a:ext>
            </a:extLst>
          </p:cNvPr>
          <p:cNvGrpSpPr/>
          <p:nvPr/>
        </p:nvGrpSpPr>
        <p:grpSpPr>
          <a:xfrm>
            <a:off x="9540287" y="1544310"/>
            <a:ext cx="871757" cy="4656863"/>
            <a:chOff x="1851565" y="1544310"/>
            <a:chExt cx="871757" cy="4656863"/>
          </a:xfrm>
        </p:grpSpPr>
        <p:sp>
          <p:nvSpPr>
            <p:cNvPr id="268" name="矩形: 圆角 267">
              <a:extLst>
                <a:ext uri="{FF2B5EF4-FFF2-40B4-BE49-F238E27FC236}">
                  <a16:creationId xmlns:a16="http://schemas.microsoft.com/office/drawing/2014/main" id="{7015E7DE-7383-432C-9E45-8BDE9467E4EA}"/>
                </a:ext>
              </a:extLst>
            </p:cNvPr>
            <p:cNvSpPr/>
            <p:nvPr/>
          </p:nvSpPr>
          <p:spPr>
            <a:xfrm>
              <a:off x="1878771" y="1544310"/>
              <a:ext cx="844551" cy="4656863"/>
            </a:xfrm>
            <a:prstGeom prst="roundRect">
              <a:avLst/>
            </a:prstGeom>
            <a:solidFill>
              <a:schemeClr val="accent6"/>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269" name="íşlïḍè">
              <a:extLst>
                <a:ext uri="{FF2B5EF4-FFF2-40B4-BE49-F238E27FC236}">
                  <a16:creationId xmlns:a16="http://schemas.microsoft.com/office/drawing/2014/main" id="{4E383C4B-9919-44A8-BBA9-D4EFD4DBCEB6}"/>
                </a:ext>
              </a:extLst>
            </p:cNvPr>
            <p:cNvSpPr txBox="1"/>
            <p:nvPr/>
          </p:nvSpPr>
          <p:spPr>
            <a:xfrm>
              <a:off x="1851565" y="3713821"/>
              <a:ext cx="865823" cy="400110"/>
            </a:xfrm>
            <a:prstGeom prst="rect">
              <a:avLst/>
            </a:prstGeom>
            <a:noFill/>
          </p:spPr>
          <p:txBody>
            <a:bodyPr wrap="square" lIns="91440" tIns="45720" rIns="91440" bIns="45720" anchor="ctr">
              <a:noAutofit/>
            </a:bodyPr>
            <a:lstStyle/>
            <a:p>
              <a:pPr algn="ctr"/>
              <a:r>
                <a:rPr lang="en-US" altLang="zh-CN" b="1" dirty="0">
                  <a:solidFill>
                    <a:schemeClr val="bg1"/>
                  </a:solidFill>
                  <a:latin typeface="Arial Narrow" panose="020B0606020202030204" pitchFamily="34" charset="0"/>
                </a:rPr>
                <a:t>VLAN2</a:t>
              </a:r>
              <a:endParaRPr lang="zh-CN" altLang="en-US" b="1" dirty="0">
                <a:solidFill>
                  <a:schemeClr val="bg1"/>
                </a:solidFill>
                <a:latin typeface="Arial Narrow" panose="020B0606020202030204" pitchFamily="34" charset="0"/>
              </a:endParaRPr>
            </a:p>
          </p:txBody>
        </p:sp>
      </p:grpSp>
      <p:grpSp>
        <p:nvGrpSpPr>
          <p:cNvPr id="38" name="组合 37">
            <a:extLst>
              <a:ext uri="{FF2B5EF4-FFF2-40B4-BE49-F238E27FC236}">
                <a16:creationId xmlns:a16="http://schemas.microsoft.com/office/drawing/2014/main" id="{41AF02FF-733C-4DCE-8845-F312754F4E0C}"/>
              </a:ext>
            </a:extLst>
          </p:cNvPr>
          <p:cNvGrpSpPr/>
          <p:nvPr/>
        </p:nvGrpSpPr>
        <p:grpSpPr>
          <a:xfrm>
            <a:off x="1851565" y="1544310"/>
            <a:ext cx="871757" cy="4656863"/>
            <a:chOff x="1851565" y="1544310"/>
            <a:chExt cx="871757" cy="4656863"/>
          </a:xfrm>
        </p:grpSpPr>
        <p:sp>
          <p:nvSpPr>
            <p:cNvPr id="265" name="矩形: 圆角 264">
              <a:extLst>
                <a:ext uri="{FF2B5EF4-FFF2-40B4-BE49-F238E27FC236}">
                  <a16:creationId xmlns:a16="http://schemas.microsoft.com/office/drawing/2014/main" id="{0F1BF7C4-A3D6-4438-BB0C-0B99EC044278}"/>
                </a:ext>
              </a:extLst>
            </p:cNvPr>
            <p:cNvSpPr/>
            <p:nvPr/>
          </p:nvSpPr>
          <p:spPr>
            <a:xfrm>
              <a:off x="1878771" y="1544310"/>
              <a:ext cx="844551" cy="4656863"/>
            </a:xfrm>
            <a:prstGeom prst="roundRect">
              <a:avLst/>
            </a:prstGeom>
            <a:solidFill>
              <a:schemeClr val="tx2"/>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266" name="íşlïḍè">
              <a:extLst>
                <a:ext uri="{FF2B5EF4-FFF2-40B4-BE49-F238E27FC236}">
                  <a16:creationId xmlns:a16="http://schemas.microsoft.com/office/drawing/2014/main" id="{79BB9389-6610-4E7F-B26A-DA73DB168E64}"/>
                </a:ext>
              </a:extLst>
            </p:cNvPr>
            <p:cNvSpPr txBox="1"/>
            <p:nvPr/>
          </p:nvSpPr>
          <p:spPr>
            <a:xfrm>
              <a:off x="1851565" y="3713821"/>
              <a:ext cx="865823" cy="400110"/>
            </a:xfrm>
            <a:prstGeom prst="rect">
              <a:avLst/>
            </a:prstGeom>
            <a:noFill/>
          </p:spPr>
          <p:txBody>
            <a:bodyPr wrap="square" lIns="91440" tIns="45720" rIns="91440" bIns="45720" anchor="ctr">
              <a:noAutofit/>
            </a:bodyPr>
            <a:lstStyle/>
            <a:p>
              <a:pPr algn="ctr"/>
              <a:r>
                <a:rPr lang="en-US" altLang="zh-CN" b="1" dirty="0">
                  <a:solidFill>
                    <a:schemeClr val="bg1"/>
                  </a:solidFill>
                  <a:latin typeface="Arial Narrow" panose="020B0606020202030204" pitchFamily="34" charset="0"/>
                </a:rPr>
                <a:t>VLAN1</a:t>
              </a:r>
              <a:endParaRPr lang="zh-CN" altLang="en-US" b="1" dirty="0">
                <a:solidFill>
                  <a:schemeClr val="bg1"/>
                </a:solidFill>
                <a:latin typeface="Arial Narrow" panose="020B0606020202030204" pitchFamily="34" charset="0"/>
              </a:endParaRPr>
            </a:p>
          </p:txBody>
        </p:sp>
      </p:grpSp>
      <p:grpSp>
        <p:nvGrpSpPr>
          <p:cNvPr id="4" name="组合 3">
            <a:extLst>
              <a:ext uri="{FF2B5EF4-FFF2-40B4-BE49-F238E27FC236}">
                <a16:creationId xmlns:a16="http://schemas.microsoft.com/office/drawing/2014/main" id="{9A1EA9F2-FCB6-48C3-935F-7AE7E3AD14AC}"/>
              </a:ext>
            </a:extLst>
          </p:cNvPr>
          <p:cNvGrpSpPr/>
          <p:nvPr/>
        </p:nvGrpSpPr>
        <p:grpSpPr>
          <a:xfrm>
            <a:off x="304800" y="749300"/>
            <a:ext cx="4938199" cy="400110"/>
            <a:chOff x="424117" y="898245"/>
            <a:chExt cx="4938199" cy="400110"/>
          </a:xfrm>
        </p:grpSpPr>
        <p:sp>
          <p:nvSpPr>
            <p:cNvPr id="2" name="平行四边形 1">
              <a:extLst>
                <a:ext uri="{FF2B5EF4-FFF2-40B4-BE49-F238E27FC236}">
                  <a16:creationId xmlns:a16="http://schemas.microsoft.com/office/drawing/2014/main" id="{1F5BAA3F-9845-4F89-A2DD-8222D3E4EDAC}"/>
                </a:ext>
              </a:extLst>
            </p:cNvPr>
            <p:cNvSpPr/>
            <p:nvPr/>
          </p:nvSpPr>
          <p:spPr>
            <a:xfrm>
              <a:off x="424117" y="898245"/>
              <a:ext cx="628306" cy="387090"/>
            </a:xfrm>
            <a:prstGeom prst="parallelogram">
              <a:avLst/>
            </a:prstGeom>
            <a:solidFill>
              <a:schemeClr val="accent3">
                <a:lumMod val="75000"/>
              </a:schemeClr>
            </a:solidFill>
            <a:ln>
              <a:solidFill>
                <a:schemeClr val="accent3">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CN" sz="2200" dirty="0">
                  <a:latin typeface="Impact" panose="020B0806030902050204" pitchFamily="34" charset="0"/>
                </a:rPr>
                <a:t>01</a:t>
              </a:r>
              <a:endParaRPr lang="zh-CN" altLang="en-US" sz="2200" dirty="0">
                <a:latin typeface="Impact" panose="020B0806030902050204" pitchFamily="34" charset="0"/>
              </a:endParaRPr>
            </a:p>
          </p:txBody>
        </p:sp>
        <p:sp>
          <p:nvSpPr>
            <p:cNvPr id="3" name="文本框 2">
              <a:extLst>
                <a:ext uri="{FF2B5EF4-FFF2-40B4-BE49-F238E27FC236}">
                  <a16:creationId xmlns:a16="http://schemas.microsoft.com/office/drawing/2014/main" id="{4D6BD736-A4D3-4F26-AFED-36E11F50F70B}"/>
                </a:ext>
              </a:extLst>
            </p:cNvPr>
            <p:cNvSpPr txBox="1"/>
            <p:nvPr/>
          </p:nvSpPr>
          <p:spPr>
            <a:xfrm>
              <a:off x="1052423" y="898245"/>
              <a:ext cx="4309893" cy="400110"/>
            </a:xfrm>
            <a:prstGeom prst="rect">
              <a:avLst/>
            </a:prstGeom>
            <a:noFill/>
          </p:spPr>
          <p:txBody>
            <a:bodyPr wrap="square" rtlCol="0">
              <a:spAutoFit/>
            </a:bodyPr>
            <a:lstStyle/>
            <a:p>
              <a:r>
                <a:rPr lang="zh-CN" altLang="en-US" sz="2000" b="1" dirty="0">
                  <a:solidFill>
                    <a:schemeClr val="tx1"/>
                  </a:solidFill>
                  <a:latin typeface="Arial Narrow" panose="020B0606020202030204" pitchFamily="34" charset="0"/>
                </a:rPr>
                <a:t>虚拟局域网</a:t>
              </a:r>
              <a:r>
                <a:rPr lang="en-US" altLang="zh-CN" sz="2000" b="1" dirty="0">
                  <a:solidFill>
                    <a:schemeClr val="tx1"/>
                  </a:solidFill>
                  <a:latin typeface="Arial Narrow" panose="020B0606020202030204" pitchFamily="34" charset="0"/>
                </a:rPr>
                <a:t>VLAN</a:t>
              </a:r>
              <a:r>
                <a:rPr lang="zh-CN" altLang="en-US" sz="2000" b="1" dirty="0">
                  <a:solidFill>
                    <a:schemeClr val="tx1"/>
                  </a:solidFill>
                  <a:latin typeface="Arial Narrow" panose="020B0606020202030204" pitchFamily="34" charset="0"/>
                </a:rPr>
                <a:t>的</a:t>
              </a:r>
              <a:r>
                <a:rPr lang="zh-CN" altLang="en-US" sz="2000" b="1" dirty="0">
                  <a:latin typeface="Arial Narrow" panose="020B0606020202030204" pitchFamily="34" charset="0"/>
                </a:rPr>
                <a:t>实现机制</a:t>
              </a:r>
              <a:endParaRPr lang="en-US" altLang="zh-CN" sz="2000" b="1" dirty="0">
                <a:solidFill>
                  <a:schemeClr val="tx1"/>
                </a:solidFill>
                <a:latin typeface="Arial Narrow" panose="020B0606020202030204" pitchFamily="34" charset="0"/>
              </a:endParaRPr>
            </a:p>
          </p:txBody>
        </p:sp>
      </p:grpSp>
      <p:sp>
        <p:nvSpPr>
          <p:cNvPr id="9" name="文本框 8">
            <a:extLst>
              <a:ext uri="{FF2B5EF4-FFF2-40B4-BE49-F238E27FC236}">
                <a16:creationId xmlns:a16="http://schemas.microsoft.com/office/drawing/2014/main" id="{7E01F55D-5303-4639-8DD9-B3123C1AE516}"/>
              </a:ext>
            </a:extLst>
          </p:cNvPr>
          <p:cNvSpPr txBox="1"/>
          <p:nvPr/>
        </p:nvSpPr>
        <p:spPr>
          <a:xfrm>
            <a:off x="4141958" y="742690"/>
            <a:ext cx="4443242" cy="400110"/>
          </a:xfrm>
          <a:prstGeom prst="rect">
            <a:avLst/>
          </a:prstGeom>
          <a:noFill/>
        </p:spPr>
        <p:txBody>
          <a:bodyPr wrap="square" rtlCol="0">
            <a:spAutoFit/>
          </a:bodyPr>
          <a:lstStyle/>
          <a:p>
            <a:r>
              <a:rPr lang="en-US" altLang="zh-CN" sz="2000" b="1" dirty="0">
                <a:solidFill>
                  <a:schemeClr val="accent3">
                    <a:lumMod val="75000"/>
                  </a:schemeClr>
                </a:solidFill>
                <a:latin typeface="Arial Narrow" panose="020B0606020202030204" pitchFamily="34" charset="0"/>
              </a:rPr>
              <a:t>——  </a:t>
            </a:r>
            <a:r>
              <a:rPr lang="zh-CN" altLang="en-US" sz="2000" b="1" dirty="0">
                <a:solidFill>
                  <a:schemeClr val="accent3">
                    <a:lumMod val="75000"/>
                  </a:schemeClr>
                </a:solidFill>
                <a:latin typeface="Arial Narrow" panose="020B0606020202030204" pitchFamily="34" charset="0"/>
              </a:rPr>
              <a:t>以太网交换机的接口类型</a:t>
            </a:r>
            <a:endParaRPr lang="en-US" altLang="zh-CN" sz="2000" b="1" dirty="0">
              <a:solidFill>
                <a:schemeClr val="accent3">
                  <a:lumMod val="75000"/>
                </a:schemeClr>
              </a:solidFill>
              <a:latin typeface="Arial Narrow" panose="020B0606020202030204" pitchFamily="34" charset="0"/>
            </a:endParaRPr>
          </a:p>
        </p:txBody>
      </p:sp>
      <p:sp>
        <p:nvSpPr>
          <p:cNvPr id="11" name="íşlïḍè">
            <a:extLst>
              <a:ext uri="{FF2B5EF4-FFF2-40B4-BE49-F238E27FC236}">
                <a16:creationId xmlns:a16="http://schemas.microsoft.com/office/drawing/2014/main" id="{7AA3015A-52E8-4E4D-820F-06063E0CA2B4}"/>
              </a:ext>
            </a:extLst>
          </p:cNvPr>
          <p:cNvSpPr txBox="1"/>
          <p:nvPr/>
        </p:nvSpPr>
        <p:spPr>
          <a:xfrm>
            <a:off x="839330" y="1101375"/>
            <a:ext cx="10513339" cy="400110"/>
          </a:xfrm>
          <a:prstGeom prst="rect">
            <a:avLst/>
          </a:prstGeom>
          <a:noFill/>
        </p:spPr>
        <p:txBody>
          <a:bodyPr wrap="square" lIns="91440" tIns="45720" rIns="91440" bIns="45720" anchor="ctr">
            <a:noAutofit/>
          </a:bodyPr>
          <a:lstStyle/>
          <a:p>
            <a:r>
              <a:rPr lang="en-US" altLang="zh-CN" b="1" dirty="0">
                <a:latin typeface="Arial Narrow" panose="020B0606020202030204" pitchFamily="34" charset="0"/>
              </a:rPr>
              <a:t>【</a:t>
            </a:r>
            <a:r>
              <a:rPr lang="zh-CN" altLang="en-US" b="1" dirty="0">
                <a:latin typeface="Arial Narrow" panose="020B0606020202030204" pitchFamily="34" charset="0"/>
              </a:rPr>
              <a:t>例</a:t>
            </a:r>
            <a:r>
              <a:rPr lang="en-US" altLang="zh-CN" b="1" dirty="0">
                <a:latin typeface="Arial Narrow" panose="020B0606020202030204" pitchFamily="34" charset="0"/>
              </a:rPr>
              <a:t>4】</a:t>
            </a:r>
            <a:r>
              <a:rPr lang="zh-CN" altLang="en-US" b="1" dirty="0">
                <a:latin typeface="Arial Narrow" panose="020B0606020202030204" pitchFamily="34" charset="0"/>
              </a:rPr>
              <a:t>两个交换机通过</a:t>
            </a:r>
            <a:r>
              <a:rPr lang="en-US" altLang="zh-CN" b="1" dirty="0">
                <a:latin typeface="Arial Narrow" panose="020B0606020202030204" pitchFamily="34" charset="0"/>
              </a:rPr>
              <a:t>Trunk</a:t>
            </a:r>
            <a:r>
              <a:rPr lang="zh-CN" altLang="en-US" b="1" dirty="0">
                <a:latin typeface="Arial Narrow" panose="020B0606020202030204" pitchFamily="34" charset="0"/>
              </a:rPr>
              <a:t>类型的接口互连，</a:t>
            </a:r>
            <a:r>
              <a:rPr lang="en-US" altLang="zh-CN" b="1" dirty="0">
                <a:latin typeface="Arial Narrow" panose="020B0606020202030204" pitchFamily="34" charset="0"/>
              </a:rPr>
              <a:t>Trunk</a:t>
            </a:r>
            <a:r>
              <a:rPr lang="zh-CN" altLang="en-US" b="1" dirty="0">
                <a:latin typeface="Arial Narrow" panose="020B0606020202030204" pitchFamily="34" charset="0"/>
              </a:rPr>
              <a:t>接口将</a:t>
            </a:r>
            <a:r>
              <a:rPr lang="en-US" altLang="zh-CN" b="1" dirty="0">
                <a:latin typeface="Arial Narrow" panose="020B0606020202030204" pitchFamily="34" charset="0"/>
              </a:rPr>
              <a:t>802.1Q</a:t>
            </a:r>
            <a:r>
              <a:rPr lang="zh-CN" altLang="en-US" b="1" dirty="0">
                <a:latin typeface="Arial Narrow" panose="020B0606020202030204" pitchFamily="34" charset="0"/>
              </a:rPr>
              <a:t>帧直接转发的情况。</a:t>
            </a:r>
          </a:p>
        </p:txBody>
      </p:sp>
      <p:sp>
        <p:nvSpPr>
          <p:cNvPr id="50" name="íşlïḍè">
            <a:extLst>
              <a:ext uri="{FF2B5EF4-FFF2-40B4-BE49-F238E27FC236}">
                <a16:creationId xmlns:a16="http://schemas.microsoft.com/office/drawing/2014/main" id="{78C95D91-AF44-4308-994D-348292466CE7}"/>
              </a:ext>
            </a:extLst>
          </p:cNvPr>
          <p:cNvSpPr txBox="1"/>
          <p:nvPr/>
        </p:nvSpPr>
        <p:spPr>
          <a:xfrm>
            <a:off x="3891208" y="3495435"/>
            <a:ext cx="1062582" cy="400110"/>
          </a:xfrm>
          <a:prstGeom prst="rect">
            <a:avLst/>
          </a:prstGeom>
          <a:noFill/>
        </p:spPr>
        <p:txBody>
          <a:bodyPr wrap="square" lIns="91440" tIns="45720" rIns="91440" bIns="45720" anchor="ctr">
            <a:noAutofit/>
          </a:bodyPr>
          <a:lstStyle/>
          <a:p>
            <a:pPr algn="ctr"/>
            <a:r>
              <a:rPr lang="zh-CN" altLang="en-US" b="1" dirty="0">
                <a:latin typeface="Arial Narrow" panose="020B0606020202030204" pitchFamily="34" charset="0"/>
              </a:rPr>
              <a:t>交换机</a:t>
            </a:r>
            <a:r>
              <a:rPr lang="en-US" altLang="zh-CN" b="1" dirty="0">
                <a:latin typeface="Arial Narrow" panose="020B0606020202030204" pitchFamily="34" charset="0"/>
              </a:rPr>
              <a:t>1</a:t>
            </a:r>
            <a:endParaRPr lang="zh-CN" altLang="en-US" b="1" dirty="0">
              <a:latin typeface="Arial Narrow" panose="020B0606020202030204" pitchFamily="34" charset="0"/>
            </a:endParaRPr>
          </a:p>
        </p:txBody>
      </p:sp>
      <p:cxnSp>
        <p:nvCxnSpPr>
          <p:cNvPr id="21" name="直接连接符 20">
            <a:extLst>
              <a:ext uri="{FF2B5EF4-FFF2-40B4-BE49-F238E27FC236}">
                <a16:creationId xmlns:a16="http://schemas.microsoft.com/office/drawing/2014/main" id="{3C2E62E0-55E4-42CD-8A69-55A0C42AB499}"/>
              </a:ext>
            </a:extLst>
          </p:cNvPr>
          <p:cNvCxnSpPr>
            <a:stCxn id="19" idx="1"/>
          </p:cNvCxnSpPr>
          <p:nvPr/>
        </p:nvCxnSpPr>
        <p:spPr>
          <a:xfrm flipH="1">
            <a:off x="2545888" y="2146975"/>
            <a:ext cx="1477948" cy="0"/>
          </a:xfrm>
          <a:prstGeom prst="line">
            <a:avLst/>
          </a:prstGeom>
          <a:ln w="12700">
            <a:solidFill>
              <a:schemeClr val="tx1"/>
            </a:solidFill>
            <a:tailEnd type="none"/>
          </a:ln>
        </p:spPr>
        <p:style>
          <a:lnRef idx="1">
            <a:schemeClr val="accent1"/>
          </a:lnRef>
          <a:fillRef idx="0">
            <a:schemeClr val="accent1"/>
          </a:fillRef>
          <a:effectRef idx="0">
            <a:schemeClr val="accent1"/>
          </a:effectRef>
          <a:fontRef idx="minor">
            <a:schemeClr val="tx1"/>
          </a:fontRef>
        </p:style>
      </p:cxnSp>
      <p:grpSp>
        <p:nvGrpSpPr>
          <p:cNvPr id="13" name="组合 12">
            <a:extLst>
              <a:ext uri="{FF2B5EF4-FFF2-40B4-BE49-F238E27FC236}">
                <a16:creationId xmlns:a16="http://schemas.microsoft.com/office/drawing/2014/main" id="{FE78395F-376C-4EB3-8DA7-80FB6DB1B165}"/>
              </a:ext>
            </a:extLst>
          </p:cNvPr>
          <p:cNvGrpSpPr/>
          <p:nvPr/>
        </p:nvGrpSpPr>
        <p:grpSpPr>
          <a:xfrm>
            <a:off x="1953070" y="1702998"/>
            <a:ext cx="662814" cy="641082"/>
            <a:chOff x="7183525" y="3429000"/>
            <a:chExt cx="662814" cy="641082"/>
          </a:xfrm>
        </p:grpSpPr>
        <p:pic>
          <p:nvPicPr>
            <p:cNvPr id="84" name="图形 10">
              <a:extLst>
                <a:ext uri="{FF2B5EF4-FFF2-40B4-BE49-F238E27FC236}">
                  <a16:creationId xmlns:a16="http://schemas.microsoft.com/office/drawing/2014/main" id="{541EA6DB-393F-4FA9-97F9-D2673B0420F5}"/>
                </a:ext>
              </a:extLst>
            </p:cNvPr>
            <p:cNvPicPr>
              <a:picLocks noChangeAspect="1"/>
            </p:cNvPicPr>
            <p:nvPr/>
          </p:nvPicPr>
          <p:blipFill>
            <a:blip r:embed="rId3">
              <a:extLst>
                <a:ext uri="{28A0092B-C50C-407E-A947-70E740481C1C}">
                  <a14:useLocalDpi xmlns:a14="http://schemas.microsoft.com/office/drawing/2010/main" val="0"/>
                </a:ext>
                <a:ext uri="{96DAC541-7B7A-43D3-8B79-37D633B846F1}">
                  <asvg:svgBlip xmlns:asvg="http://schemas.microsoft.com/office/drawing/2016/SVG/main" r:embed="rId4"/>
                </a:ext>
              </a:extLst>
            </a:blip>
            <a:stretch>
              <a:fillRect/>
            </a:stretch>
          </p:blipFill>
          <p:spPr>
            <a:xfrm>
              <a:off x="7183525" y="3429000"/>
              <a:ext cx="662814" cy="641082"/>
            </a:xfrm>
            <a:prstGeom prst="rect">
              <a:avLst/>
            </a:prstGeom>
          </p:spPr>
        </p:pic>
        <p:sp>
          <p:nvSpPr>
            <p:cNvPr id="85" name="文本框 84">
              <a:extLst>
                <a:ext uri="{FF2B5EF4-FFF2-40B4-BE49-F238E27FC236}">
                  <a16:creationId xmlns:a16="http://schemas.microsoft.com/office/drawing/2014/main" id="{86FCD01F-958F-46BC-845E-18231D9D5711}"/>
                </a:ext>
              </a:extLst>
            </p:cNvPr>
            <p:cNvSpPr txBox="1"/>
            <p:nvPr/>
          </p:nvSpPr>
          <p:spPr>
            <a:xfrm>
              <a:off x="7446289" y="3445956"/>
              <a:ext cx="374650" cy="400110"/>
            </a:xfrm>
            <a:prstGeom prst="rect">
              <a:avLst/>
            </a:prstGeom>
            <a:noFill/>
          </p:spPr>
          <p:txBody>
            <a:bodyPr wrap="square" rtlCol="0">
              <a:spAutoFit/>
            </a:bodyPr>
            <a:lstStyle/>
            <a:p>
              <a:pPr algn="ctr"/>
              <a:r>
                <a:rPr lang="en-US" altLang="zh-CN" sz="2000" b="1" dirty="0">
                  <a:solidFill>
                    <a:schemeClr val="bg1"/>
                  </a:solidFill>
                </a:rPr>
                <a:t>A</a:t>
              </a:r>
              <a:endParaRPr lang="zh-CN" altLang="en-US" sz="2000" b="1" dirty="0">
                <a:solidFill>
                  <a:schemeClr val="bg1"/>
                </a:solidFill>
              </a:endParaRPr>
            </a:p>
          </p:txBody>
        </p:sp>
      </p:grpSp>
      <p:grpSp>
        <p:nvGrpSpPr>
          <p:cNvPr id="86" name="组合 85">
            <a:extLst>
              <a:ext uri="{FF2B5EF4-FFF2-40B4-BE49-F238E27FC236}">
                <a16:creationId xmlns:a16="http://schemas.microsoft.com/office/drawing/2014/main" id="{549A2F68-A4B1-4731-BB53-B150574EC564}"/>
              </a:ext>
            </a:extLst>
          </p:cNvPr>
          <p:cNvGrpSpPr/>
          <p:nvPr/>
        </p:nvGrpSpPr>
        <p:grpSpPr>
          <a:xfrm>
            <a:off x="1953070" y="2625649"/>
            <a:ext cx="662814" cy="641082"/>
            <a:chOff x="7183525" y="3429000"/>
            <a:chExt cx="662814" cy="641082"/>
          </a:xfrm>
        </p:grpSpPr>
        <p:pic>
          <p:nvPicPr>
            <p:cNvPr id="87" name="图形 10">
              <a:extLst>
                <a:ext uri="{FF2B5EF4-FFF2-40B4-BE49-F238E27FC236}">
                  <a16:creationId xmlns:a16="http://schemas.microsoft.com/office/drawing/2014/main" id="{25E82F10-6864-4D3F-97AC-D2986406F491}"/>
                </a:ext>
              </a:extLst>
            </p:cNvPr>
            <p:cNvPicPr>
              <a:picLocks noChangeAspect="1"/>
            </p:cNvPicPr>
            <p:nvPr/>
          </p:nvPicPr>
          <p:blipFill>
            <a:blip r:embed="rId3">
              <a:extLst>
                <a:ext uri="{28A0092B-C50C-407E-A947-70E740481C1C}">
                  <a14:useLocalDpi xmlns:a14="http://schemas.microsoft.com/office/drawing/2010/main" val="0"/>
                </a:ext>
                <a:ext uri="{96DAC541-7B7A-43D3-8B79-37D633B846F1}">
                  <asvg:svgBlip xmlns:asvg="http://schemas.microsoft.com/office/drawing/2016/SVG/main" r:embed="rId4"/>
                </a:ext>
              </a:extLst>
            </a:blip>
            <a:stretch>
              <a:fillRect/>
            </a:stretch>
          </p:blipFill>
          <p:spPr>
            <a:xfrm>
              <a:off x="7183525" y="3429000"/>
              <a:ext cx="662814" cy="641082"/>
            </a:xfrm>
            <a:prstGeom prst="rect">
              <a:avLst/>
            </a:prstGeom>
          </p:spPr>
        </p:pic>
        <p:sp>
          <p:nvSpPr>
            <p:cNvPr id="88" name="文本框 87">
              <a:extLst>
                <a:ext uri="{FF2B5EF4-FFF2-40B4-BE49-F238E27FC236}">
                  <a16:creationId xmlns:a16="http://schemas.microsoft.com/office/drawing/2014/main" id="{D7AA108F-9B64-49D5-944F-6F080EB4F7A2}"/>
                </a:ext>
              </a:extLst>
            </p:cNvPr>
            <p:cNvSpPr txBox="1"/>
            <p:nvPr/>
          </p:nvSpPr>
          <p:spPr>
            <a:xfrm>
              <a:off x="7446289" y="3445956"/>
              <a:ext cx="374650" cy="400110"/>
            </a:xfrm>
            <a:prstGeom prst="rect">
              <a:avLst/>
            </a:prstGeom>
            <a:noFill/>
          </p:spPr>
          <p:txBody>
            <a:bodyPr wrap="square" rtlCol="0">
              <a:spAutoFit/>
            </a:bodyPr>
            <a:lstStyle/>
            <a:p>
              <a:pPr algn="ctr"/>
              <a:r>
                <a:rPr lang="en-US" altLang="zh-CN" sz="2000" b="1" dirty="0">
                  <a:solidFill>
                    <a:schemeClr val="bg1"/>
                  </a:solidFill>
                </a:rPr>
                <a:t>B</a:t>
              </a:r>
              <a:endParaRPr lang="zh-CN" altLang="en-US" sz="2000" b="1" dirty="0">
                <a:solidFill>
                  <a:schemeClr val="bg1"/>
                </a:solidFill>
              </a:endParaRPr>
            </a:p>
          </p:txBody>
        </p:sp>
      </p:grpSp>
      <p:grpSp>
        <p:nvGrpSpPr>
          <p:cNvPr id="89" name="组合 88">
            <a:extLst>
              <a:ext uri="{FF2B5EF4-FFF2-40B4-BE49-F238E27FC236}">
                <a16:creationId xmlns:a16="http://schemas.microsoft.com/office/drawing/2014/main" id="{EC8328A9-646A-4FF0-A76E-43D05A2B00D3}"/>
              </a:ext>
            </a:extLst>
          </p:cNvPr>
          <p:cNvGrpSpPr/>
          <p:nvPr/>
        </p:nvGrpSpPr>
        <p:grpSpPr>
          <a:xfrm>
            <a:off x="9611400" y="1702998"/>
            <a:ext cx="662814" cy="641082"/>
            <a:chOff x="7183525" y="3429000"/>
            <a:chExt cx="662814" cy="641082"/>
          </a:xfrm>
        </p:grpSpPr>
        <p:pic>
          <p:nvPicPr>
            <p:cNvPr id="90" name="图形 10">
              <a:extLst>
                <a:ext uri="{FF2B5EF4-FFF2-40B4-BE49-F238E27FC236}">
                  <a16:creationId xmlns:a16="http://schemas.microsoft.com/office/drawing/2014/main" id="{DEDE7E91-75D2-4F59-9EA5-8BE3E785ECEA}"/>
                </a:ext>
              </a:extLst>
            </p:cNvPr>
            <p:cNvPicPr>
              <a:picLocks noChangeAspect="1"/>
            </p:cNvPicPr>
            <p:nvPr/>
          </p:nvPicPr>
          <p:blipFill>
            <a:blip r:embed="rId3">
              <a:extLst>
                <a:ext uri="{28A0092B-C50C-407E-A947-70E740481C1C}">
                  <a14:useLocalDpi xmlns:a14="http://schemas.microsoft.com/office/drawing/2010/main" val="0"/>
                </a:ext>
                <a:ext uri="{96DAC541-7B7A-43D3-8B79-37D633B846F1}">
                  <asvg:svgBlip xmlns:asvg="http://schemas.microsoft.com/office/drawing/2016/SVG/main" r:embed="rId4"/>
                </a:ext>
              </a:extLst>
            </a:blip>
            <a:stretch>
              <a:fillRect/>
            </a:stretch>
          </p:blipFill>
          <p:spPr>
            <a:xfrm>
              <a:off x="7183525" y="3429000"/>
              <a:ext cx="662814" cy="641082"/>
            </a:xfrm>
            <a:prstGeom prst="rect">
              <a:avLst/>
            </a:prstGeom>
          </p:spPr>
        </p:pic>
        <p:sp>
          <p:nvSpPr>
            <p:cNvPr id="91" name="文本框 90">
              <a:extLst>
                <a:ext uri="{FF2B5EF4-FFF2-40B4-BE49-F238E27FC236}">
                  <a16:creationId xmlns:a16="http://schemas.microsoft.com/office/drawing/2014/main" id="{94C10625-662C-45D0-8F7A-56A0ADA3A1F8}"/>
                </a:ext>
              </a:extLst>
            </p:cNvPr>
            <p:cNvSpPr txBox="1"/>
            <p:nvPr/>
          </p:nvSpPr>
          <p:spPr>
            <a:xfrm>
              <a:off x="7446289" y="3445956"/>
              <a:ext cx="374650" cy="400110"/>
            </a:xfrm>
            <a:prstGeom prst="rect">
              <a:avLst/>
            </a:prstGeom>
            <a:noFill/>
          </p:spPr>
          <p:txBody>
            <a:bodyPr wrap="square" rtlCol="0">
              <a:spAutoFit/>
            </a:bodyPr>
            <a:lstStyle/>
            <a:p>
              <a:pPr algn="ctr"/>
              <a:r>
                <a:rPr lang="en-US" altLang="zh-CN" sz="2000" b="1" dirty="0">
                  <a:solidFill>
                    <a:schemeClr val="bg1"/>
                  </a:solidFill>
                </a:rPr>
                <a:t>C</a:t>
              </a:r>
              <a:endParaRPr lang="zh-CN" altLang="en-US" sz="2000" b="1" dirty="0">
                <a:solidFill>
                  <a:schemeClr val="bg1"/>
                </a:solidFill>
              </a:endParaRPr>
            </a:p>
          </p:txBody>
        </p:sp>
      </p:grpSp>
      <p:grpSp>
        <p:nvGrpSpPr>
          <p:cNvPr id="92" name="组合 91">
            <a:extLst>
              <a:ext uri="{FF2B5EF4-FFF2-40B4-BE49-F238E27FC236}">
                <a16:creationId xmlns:a16="http://schemas.microsoft.com/office/drawing/2014/main" id="{3C9FB7C5-0D7E-4A69-8A19-332DC98C39FE}"/>
              </a:ext>
            </a:extLst>
          </p:cNvPr>
          <p:cNvGrpSpPr/>
          <p:nvPr/>
        </p:nvGrpSpPr>
        <p:grpSpPr>
          <a:xfrm>
            <a:off x="9625282" y="2625649"/>
            <a:ext cx="662814" cy="641082"/>
            <a:chOff x="7183525" y="3429000"/>
            <a:chExt cx="662814" cy="641082"/>
          </a:xfrm>
        </p:grpSpPr>
        <p:pic>
          <p:nvPicPr>
            <p:cNvPr id="93" name="图形 10">
              <a:extLst>
                <a:ext uri="{FF2B5EF4-FFF2-40B4-BE49-F238E27FC236}">
                  <a16:creationId xmlns:a16="http://schemas.microsoft.com/office/drawing/2014/main" id="{A9779869-2DE8-4714-8F60-97DC1AFA26D6}"/>
                </a:ext>
              </a:extLst>
            </p:cNvPr>
            <p:cNvPicPr>
              <a:picLocks noChangeAspect="1"/>
            </p:cNvPicPr>
            <p:nvPr/>
          </p:nvPicPr>
          <p:blipFill>
            <a:blip r:embed="rId3">
              <a:extLst>
                <a:ext uri="{28A0092B-C50C-407E-A947-70E740481C1C}">
                  <a14:useLocalDpi xmlns:a14="http://schemas.microsoft.com/office/drawing/2010/main" val="0"/>
                </a:ext>
                <a:ext uri="{96DAC541-7B7A-43D3-8B79-37D633B846F1}">
                  <asvg:svgBlip xmlns:asvg="http://schemas.microsoft.com/office/drawing/2016/SVG/main" r:embed="rId4"/>
                </a:ext>
              </a:extLst>
            </a:blip>
            <a:stretch>
              <a:fillRect/>
            </a:stretch>
          </p:blipFill>
          <p:spPr>
            <a:xfrm>
              <a:off x="7183525" y="3429000"/>
              <a:ext cx="662814" cy="641082"/>
            </a:xfrm>
            <a:prstGeom prst="rect">
              <a:avLst/>
            </a:prstGeom>
          </p:spPr>
        </p:pic>
        <p:sp>
          <p:nvSpPr>
            <p:cNvPr id="94" name="文本框 93">
              <a:extLst>
                <a:ext uri="{FF2B5EF4-FFF2-40B4-BE49-F238E27FC236}">
                  <a16:creationId xmlns:a16="http://schemas.microsoft.com/office/drawing/2014/main" id="{0B23B7CE-67C8-4D7B-A4C7-EF8AB1AEE5E9}"/>
                </a:ext>
              </a:extLst>
            </p:cNvPr>
            <p:cNvSpPr txBox="1"/>
            <p:nvPr/>
          </p:nvSpPr>
          <p:spPr>
            <a:xfrm>
              <a:off x="7446289" y="3445956"/>
              <a:ext cx="374650" cy="400110"/>
            </a:xfrm>
            <a:prstGeom prst="rect">
              <a:avLst/>
            </a:prstGeom>
            <a:noFill/>
          </p:spPr>
          <p:txBody>
            <a:bodyPr wrap="square" rtlCol="0">
              <a:spAutoFit/>
            </a:bodyPr>
            <a:lstStyle/>
            <a:p>
              <a:pPr algn="ctr"/>
              <a:r>
                <a:rPr lang="en-US" altLang="zh-CN" sz="2000" b="1" dirty="0">
                  <a:solidFill>
                    <a:schemeClr val="bg1"/>
                  </a:solidFill>
                </a:rPr>
                <a:t>D</a:t>
              </a:r>
              <a:endParaRPr lang="zh-CN" altLang="en-US" sz="2000" b="1" dirty="0">
                <a:solidFill>
                  <a:schemeClr val="bg1"/>
                </a:solidFill>
              </a:endParaRPr>
            </a:p>
          </p:txBody>
        </p:sp>
      </p:grpSp>
      <p:sp>
        <p:nvSpPr>
          <p:cNvPr id="6" name="矩形 5">
            <a:extLst>
              <a:ext uri="{FF2B5EF4-FFF2-40B4-BE49-F238E27FC236}">
                <a16:creationId xmlns:a16="http://schemas.microsoft.com/office/drawing/2014/main" id="{B73795E7-AA4E-46BD-A009-E7B559FC741E}"/>
              </a:ext>
            </a:extLst>
          </p:cNvPr>
          <p:cNvSpPr/>
          <p:nvPr/>
        </p:nvSpPr>
        <p:spPr>
          <a:xfrm>
            <a:off x="4023836" y="1668302"/>
            <a:ext cx="4123499" cy="1873250"/>
          </a:xfrm>
          <a:prstGeom prst="rect">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cxnSp>
        <p:nvCxnSpPr>
          <p:cNvPr id="222" name="直接连接符 221">
            <a:extLst>
              <a:ext uri="{FF2B5EF4-FFF2-40B4-BE49-F238E27FC236}">
                <a16:creationId xmlns:a16="http://schemas.microsoft.com/office/drawing/2014/main" id="{60A41105-926B-47A5-B245-8FEE53FC3B2D}"/>
              </a:ext>
            </a:extLst>
          </p:cNvPr>
          <p:cNvCxnSpPr/>
          <p:nvPr/>
        </p:nvCxnSpPr>
        <p:spPr>
          <a:xfrm flipH="1">
            <a:off x="2545888" y="3087122"/>
            <a:ext cx="1477948" cy="0"/>
          </a:xfrm>
          <a:prstGeom prst="line">
            <a:avLst/>
          </a:prstGeom>
          <a:ln w="12700">
            <a:solidFill>
              <a:schemeClr val="tx1"/>
            </a:solidFill>
            <a:tailEnd type="none"/>
          </a:ln>
        </p:spPr>
        <p:style>
          <a:lnRef idx="1">
            <a:schemeClr val="accent1"/>
          </a:lnRef>
          <a:fillRef idx="0">
            <a:schemeClr val="accent1"/>
          </a:fillRef>
          <a:effectRef idx="0">
            <a:schemeClr val="accent1"/>
          </a:effectRef>
          <a:fontRef idx="minor">
            <a:schemeClr val="tx1"/>
          </a:fontRef>
        </p:style>
      </p:cxnSp>
      <p:cxnSp>
        <p:nvCxnSpPr>
          <p:cNvPr id="223" name="直接连接符 222">
            <a:extLst>
              <a:ext uri="{FF2B5EF4-FFF2-40B4-BE49-F238E27FC236}">
                <a16:creationId xmlns:a16="http://schemas.microsoft.com/office/drawing/2014/main" id="{101F5038-0587-4D0E-A975-45B335349352}"/>
              </a:ext>
            </a:extLst>
          </p:cNvPr>
          <p:cNvCxnSpPr/>
          <p:nvPr/>
        </p:nvCxnSpPr>
        <p:spPr>
          <a:xfrm flipH="1">
            <a:off x="8147334" y="2138649"/>
            <a:ext cx="1477948" cy="0"/>
          </a:xfrm>
          <a:prstGeom prst="line">
            <a:avLst/>
          </a:prstGeom>
          <a:ln w="12700">
            <a:solidFill>
              <a:schemeClr val="tx1"/>
            </a:solidFill>
            <a:tailEnd type="none"/>
          </a:ln>
        </p:spPr>
        <p:style>
          <a:lnRef idx="1">
            <a:schemeClr val="accent1"/>
          </a:lnRef>
          <a:fillRef idx="0">
            <a:schemeClr val="accent1"/>
          </a:fillRef>
          <a:effectRef idx="0">
            <a:schemeClr val="accent1"/>
          </a:effectRef>
          <a:fontRef idx="minor">
            <a:schemeClr val="tx1"/>
          </a:fontRef>
        </p:style>
      </p:cxnSp>
      <p:cxnSp>
        <p:nvCxnSpPr>
          <p:cNvPr id="224" name="直接连接符 223">
            <a:extLst>
              <a:ext uri="{FF2B5EF4-FFF2-40B4-BE49-F238E27FC236}">
                <a16:creationId xmlns:a16="http://schemas.microsoft.com/office/drawing/2014/main" id="{69F775AE-E7F4-4AB6-8008-A55887E9800E}"/>
              </a:ext>
            </a:extLst>
          </p:cNvPr>
          <p:cNvCxnSpPr/>
          <p:nvPr/>
        </p:nvCxnSpPr>
        <p:spPr>
          <a:xfrm flipH="1">
            <a:off x="8147334" y="3077418"/>
            <a:ext cx="1477948" cy="0"/>
          </a:xfrm>
          <a:prstGeom prst="line">
            <a:avLst/>
          </a:prstGeom>
          <a:ln w="12700">
            <a:solidFill>
              <a:schemeClr val="tx1"/>
            </a:solidFill>
            <a:tailEnd type="none"/>
          </a:ln>
        </p:spPr>
        <p:style>
          <a:lnRef idx="1">
            <a:schemeClr val="accent1"/>
          </a:lnRef>
          <a:fillRef idx="0">
            <a:schemeClr val="accent1"/>
          </a:fillRef>
          <a:effectRef idx="0">
            <a:schemeClr val="accent1"/>
          </a:effectRef>
          <a:fontRef idx="minor">
            <a:schemeClr val="tx1"/>
          </a:fontRef>
        </p:style>
      </p:cxnSp>
      <p:cxnSp>
        <p:nvCxnSpPr>
          <p:cNvPr id="225" name="直接连接符 224">
            <a:extLst>
              <a:ext uri="{FF2B5EF4-FFF2-40B4-BE49-F238E27FC236}">
                <a16:creationId xmlns:a16="http://schemas.microsoft.com/office/drawing/2014/main" id="{7839C853-AB9A-4936-8D64-D490278B2B4A}"/>
              </a:ext>
            </a:extLst>
          </p:cNvPr>
          <p:cNvCxnSpPr>
            <a:stCxn id="258" idx="1"/>
          </p:cNvCxnSpPr>
          <p:nvPr/>
        </p:nvCxnSpPr>
        <p:spPr>
          <a:xfrm flipH="1">
            <a:off x="2545888" y="5023568"/>
            <a:ext cx="1477948" cy="0"/>
          </a:xfrm>
          <a:prstGeom prst="line">
            <a:avLst/>
          </a:prstGeom>
          <a:ln w="12700">
            <a:solidFill>
              <a:schemeClr val="tx1"/>
            </a:solidFill>
            <a:tailEnd type="none"/>
          </a:ln>
        </p:spPr>
        <p:style>
          <a:lnRef idx="1">
            <a:schemeClr val="accent1"/>
          </a:lnRef>
          <a:fillRef idx="0">
            <a:schemeClr val="accent1"/>
          </a:fillRef>
          <a:effectRef idx="0">
            <a:schemeClr val="accent1"/>
          </a:effectRef>
          <a:fontRef idx="minor">
            <a:schemeClr val="tx1"/>
          </a:fontRef>
        </p:style>
      </p:cxnSp>
      <p:grpSp>
        <p:nvGrpSpPr>
          <p:cNvPr id="226" name="组合 225">
            <a:extLst>
              <a:ext uri="{FF2B5EF4-FFF2-40B4-BE49-F238E27FC236}">
                <a16:creationId xmlns:a16="http://schemas.microsoft.com/office/drawing/2014/main" id="{DF3CEA24-EB4E-4D90-AE3D-FA8BAC16A18B}"/>
              </a:ext>
            </a:extLst>
          </p:cNvPr>
          <p:cNvGrpSpPr/>
          <p:nvPr/>
        </p:nvGrpSpPr>
        <p:grpSpPr>
          <a:xfrm>
            <a:off x="1953070" y="4579591"/>
            <a:ext cx="662814" cy="641082"/>
            <a:chOff x="7183525" y="3429000"/>
            <a:chExt cx="662814" cy="641082"/>
          </a:xfrm>
        </p:grpSpPr>
        <p:pic>
          <p:nvPicPr>
            <p:cNvPr id="227" name="图形 10">
              <a:extLst>
                <a:ext uri="{FF2B5EF4-FFF2-40B4-BE49-F238E27FC236}">
                  <a16:creationId xmlns:a16="http://schemas.microsoft.com/office/drawing/2014/main" id="{367D4F80-9369-4A21-BA1C-355A8865EEAF}"/>
                </a:ext>
              </a:extLst>
            </p:cNvPr>
            <p:cNvPicPr>
              <a:picLocks noChangeAspect="1"/>
            </p:cNvPicPr>
            <p:nvPr/>
          </p:nvPicPr>
          <p:blipFill>
            <a:blip r:embed="rId3">
              <a:extLst>
                <a:ext uri="{28A0092B-C50C-407E-A947-70E740481C1C}">
                  <a14:useLocalDpi xmlns:a14="http://schemas.microsoft.com/office/drawing/2010/main" val="0"/>
                </a:ext>
                <a:ext uri="{96DAC541-7B7A-43D3-8B79-37D633B846F1}">
                  <asvg:svgBlip xmlns:asvg="http://schemas.microsoft.com/office/drawing/2016/SVG/main" r:embed="rId4"/>
                </a:ext>
              </a:extLst>
            </a:blip>
            <a:stretch>
              <a:fillRect/>
            </a:stretch>
          </p:blipFill>
          <p:spPr>
            <a:xfrm>
              <a:off x="7183525" y="3429000"/>
              <a:ext cx="662814" cy="641082"/>
            </a:xfrm>
            <a:prstGeom prst="rect">
              <a:avLst/>
            </a:prstGeom>
          </p:spPr>
        </p:pic>
        <p:sp>
          <p:nvSpPr>
            <p:cNvPr id="228" name="文本框 227">
              <a:extLst>
                <a:ext uri="{FF2B5EF4-FFF2-40B4-BE49-F238E27FC236}">
                  <a16:creationId xmlns:a16="http://schemas.microsoft.com/office/drawing/2014/main" id="{0222755B-D29F-4F96-8B42-484C4C566965}"/>
                </a:ext>
              </a:extLst>
            </p:cNvPr>
            <p:cNvSpPr txBox="1"/>
            <p:nvPr/>
          </p:nvSpPr>
          <p:spPr>
            <a:xfrm>
              <a:off x="7446289" y="3445956"/>
              <a:ext cx="374650" cy="400110"/>
            </a:xfrm>
            <a:prstGeom prst="rect">
              <a:avLst/>
            </a:prstGeom>
            <a:noFill/>
          </p:spPr>
          <p:txBody>
            <a:bodyPr wrap="square" rtlCol="0">
              <a:spAutoFit/>
            </a:bodyPr>
            <a:lstStyle/>
            <a:p>
              <a:pPr algn="ctr"/>
              <a:r>
                <a:rPr lang="en-US" altLang="zh-CN" sz="2000" b="1" dirty="0">
                  <a:solidFill>
                    <a:schemeClr val="bg1"/>
                  </a:solidFill>
                </a:rPr>
                <a:t>E</a:t>
              </a:r>
              <a:endParaRPr lang="zh-CN" altLang="en-US" sz="2000" b="1" dirty="0">
                <a:solidFill>
                  <a:schemeClr val="bg1"/>
                </a:solidFill>
              </a:endParaRPr>
            </a:p>
          </p:txBody>
        </p:sp>
      </p:grpSp>
      <p:grpSp>
        <p:nvGrpSpPr>
          <p:cNvPr id="229" name="组合 228">
            <a:extLst>
              <a:ext uri="{FF2B5EF4-FFF2-40B4-BE49-F238E27FC236}">
                <a16:creationId xmlns:a16="http://schemas.microsoft.com/office/drawing/2014/main" id="{6E427F88-C67B-471A-B33B-CE1A963ACDED}"/>
              </a:ext>
            </a:extLst>
          </p:cNvPr>
          <p:cNvGrpSpPr/>
          <p:nvPr/>
        </p:nvGrpSpPr>
        <p:grpSpPr>
          <a:xfrm>
            <a:off x="1953070" y="5502242"/>
            <a:ext cx="662814" cy="641082"/>
            <a:chOff x="7183525" y="3429000"/>
            <a:chExt cx="662814" cy="641082"/>
          </a:xfrm>
        </p:grpSpPr>
        <p:pic>
          <p:nvPicPr>
            <p:cNvPr id="230" name="图形 10">
              <a:extLst>
                <a:ext uri="{FF2B5EF4-FFF2-40B4-BE49-F238E27FC236}">
                  <a16:creationId xmlns:a16="http://schemas.microsoft.com/office/drawing/2014/main" id="{5FD50AFD-E9D0-4E74-B04A-A8BACB80B202}"/>
                </a:ext>
              </a:extLst>
            </p:cNvPr>
            <p:cNvPicPr>
              <a:picLocks noChangeAspect="1"/>
            </p:cNvPicPr>
            <p:nvPr/>
          </p:nvPicPr>
          <p:blipFill>
            <a:blip r:embed="rId3">
              <a:extLst>
                <a:ext uri="{28A0092B-C50C-407E-A947-70E740481C1C}">
                  <a14:useLocalDpi xmlns:a14="http://schemas.microsoft.com/office/drawing/2010/main" val="0"/>
                </a:ext>
                <a:ext uri="{96DAC541-7B7A-43D3-8B79-37D633B846F1}">
                  <asvg:svgBlip xmlns:asvg="http://schemas.microsoft.com/office/drawing/2016/SVG/main" r:embed="rId4"/>
                </a:ext>
              </a:extLst>
            </a:blip>
            <a:stretch>
              <a:fillRect/>
            </a:stretch>
          </p:blipFill>
          <p:spPr>
            <a:xfrm>
              <a:off x="7183525" y="3429000"/>
              <a:ext cx="662814" cy="641082"/>
            </a:xfrm>
            <a:prstGeom prst="rect">
              <a:avLst/>
            </a:prstGeom>
          </p:spPr>
        </p:pic>
        <p:sp>
          <p:nvSpPr>
            <p:cNvPr id="231" name="文本框 230">
              <a:extLst>
                <a:ext uri="{FF2B5EF4-FFF2-40B4-BE49-F238E27FC236}">
                  <a16:creationId xmlns:a16="http://schemas.microsoft.com/office/drawing/2014/main" id="{15A71D4D-90A5-48A0-AC27-394B1CB699EA}"/>
                </a:ext>
              </a:extLst>
            </p:cNvPr>
            <p:cNvSpPr txBox="1"/>
            <p:nvPr/>
          </p:nvSpPr>
          <p:spPr>
            <a:xfrm>
              <a:off x="7446289" y="3445956"/>
              <a:ext cx="374650" cy="400110"/>
            </a:xfrm>
            <a:prstGeom prst="rect">
              <a:avLst/>
            </a:prstGeom>
            <a:noFill/>
          </p:spPr>
          <p:txBody>
            <a:bodyPr wrap="square" rtlCol="0">
              <a:spAutoFit/>
            </a:bodyPr>
            <a:lstStyle/>
            <a:p>
              <a:pPr algn="ctr"/>
              <a:r>
                <a:rPr lang="en-US" altLang="zh-CN" sz="2000" b="1" dirty="0">
                  <a:solidFill>
                    <a:schemeClr val="bg1"/>
                  </a:solidFill>
                </a:rPr>
                <a:t>F</a:t>
              </a:r>
              <a:endParaRPr lang="zh-CN" altLang="en-US" sz="2000" b="1" dirty="0">
                <a:solidFill>
                  <a:schemeClr val="bg1"/>
                </a:solidFill>
              </a:endParaRPr>
            </a:p>
          </p:txBody>
        </p:sp>
      </p:grpSp>
      <p:grpSp>
        <p:nvGrpSpPr>
          <p:cNvPr id="232" name="组合 231">
            <a:extLst>
              <a:ext uri="{FF2B5EF4-FFF2-40B4-BE49-F238E27FC236}">
                <a16:creationId xmlns:a16="http://schemas.microsoft.com/office/drawing/2014/main" id="{E220E302-AA0A-4A74-8ED7-8D238DA50CE4}"/>
              </a:ext>
            </a:extLst>
          </p:cNvPr>
          <p:cNvGrpSpPr/>
          <p:nvPr/>
        </p:nvGrpSpPr>
        <p:grpSpPr>
          <a:xfrm>
            <a:off x="9611400" y="4579591"/>
            <a:ext cx="662814" cy="641082"/>
            <a:chOff x="7183525" y="3429000"/>
            <a:chExt cx="662814" cy="641082"/>
          </a:xfrm>
        </p:grpSpPr>
        <p:pic>
          <p:nvPicPr>
            <p:cNvPr id="233" name="图形 10">
              <a:extLst>
                <a:ext uri="{FF2B5EF4-FFF2-40B4-BE49-F238E27FC236}">
                  <a16:creationId xmlns:a16="http://schemas.microsoft.com/office/drawing/2014/main" id="{02C977D6-81BF-44E7-AAF1-A997F2539E4A}"/>
                </a:ext>
              </a:extLst>
            </p:cNvPr>
            <p:cNvPicPr>
              <a:picLocks noChangeAspect="1"/>
            </p:cNvPicPr>
            <p:nvPr/>
          </p:nvPicPr>
          <p:blipFill>
            <a:blip r:embed="rId3">
              <a:extLst>
                <a:ext uri="{28A0092B-C50C-407E-A947-70E740481C1C}">
                  <a14:useLocalDpi xmlns:a14="http://schemas.microsoft.com/office/drawing/2010/main" val="0"/>
                </a:ext>
                <a:ext uri="{96DAC541-7B7A-43D3-8B79-37D633B846F1}">
                  <asvg:svgBlip xmlns:asvg="http://schemas.microsoft.com/office/drawing/2016/SVG/main" r:embed="rId4"/>
                </a:ext>
              </a:extLst>
            </a:blip>
            <a:stretch>
              <a:fillRect/>
            </a:stretch>
          </p:blipFill>
          <p:spPr>
            <a:xfrm>
              <a:off x="7183525" y="3429000"/>
              <a:ext cx="662814" cy="641082"/>
            </a:xfrm>
            <a:prstGeom prst="rect">
              <a:avLst/>
            </a:prstGeom>
          </p:spPr>
        </p:pic>
        <p:sp>
          <p:nvSpPr>
            <p:cNvPr id="234" name="文本框 233">
              <a:extLst>
                <a:ext uri="{FF2B5EF4-FFF2-40B4-BE49-F238E27FC236}">
                  <a16:creationId xmlns:a16="http://schemas.microsoft.com/office/drawing/2014/main" id="{D9B1B277-0BAF-4320-A426-7D2D1937B07C}"/>
                </a:ext>
              </a:extLst>
            </p:cNvPr>
            <p:cNvSpPr txBox="1"/>
            <p:nvPr/>
          </p:nvSpPr>
          <p:spPr>
            <a:xfrm>
              <a:off x="7446289" y="3445956"/>
              <a:ext cx="374650" cy="400110"/>
            </a:xfrm>
            <a:prstGeom prst="rect">
              <a:avLst/>
            </a:prstGeom>
            <a:noFill/>
          </p:spPr>
          <p:txBody>
            <a:bodyPr wrap="square" rtlCol="0">
              <a:spAutoFit/>
            </a:bodyPr>
            <a:lstStyle/>
            <a:p>
              <a:pPr algn="ctr"/>
              <a:r>
                <a:rPr lang="en-US" altLang="zh-CN" sz="2000" b="1" dirty="0">
                  <a:solidFill>
                    <a:schemeClr val="bg1"/>
                  </a:solidFill>
                </a:rPr>
                <a:t>G</a:t>
              </a:r>
              <a:endParaRPr lang="zh-CN" altLang="en-US" sz="2000" b="1" dirty="0">
                <a:solidFill>
                  <a:schemeClr val="bg1"/>
                </a:solidFill>
              </a:endParaRPr>
            </a:p>
          </p:txBody>
        </p:sp>
      </p:grpSp>
      <p:grpSp>
        <p:nvGrpSpPr>
          <p:cNvPr id="235" name="组合 234">
            <a:extLst>
              <a:ext uri="{FF2B5EF4-FFF2-40B4-BE49-F238E27FC236}">
                <a16:creationId xmlns:a16="http://schemas.microsoft.com/office/drawing/2014/main" id="{20407DF2-281E-43C8-9544-31BDEE3C0C8A}"/>
              </a:ext>
            </a:extLst>
          </p:cNvPr>
          <p:cNvGrpSpPr/>
          <p:nvPr/>
        </p:nvGrpSpPr>
        <p:grpSpPr>
          <a:xfrm>
            <a:off x="9625282" y="5502242"/>
            <a:ext cx="662814" cy="641082"/>
            <a:chOff x="7183525" y="3429000"/>
            <a:chExt cx="662814" cy="641082"/>
          </a:xfrm>
        </p:grpSpPr>
        <p:pic>
          <p:nvPicPr>
            <p:cNvPr id="236" name="图形 10">
              <a:extLst>
                <a:ext uri="{FF2B5EF4-FFF2-40B4-BE49-F238E27FC236}">
                  <a16:creationId xmlns:a16="http://schemas.microsoft.com/office/drawing/2014/main" id="{F67445AB-978C-4EEC-AAFB-D2DFA44E6B0F}"/>
                </a:ext>
              </a:extLst>
            </p:cNvPr>
            <p:cNvPicPr>
              <a:picLocks noChangeAspect="1"/>
            </p:cNvPicPr>
            <p:nvPr/>
          </p:nvPicPr>
          <p:blipFill>
            <a:blip r:embed="rId3">
              <a:extLst>
                <a:ext uri="{28A0092B-C50C-407E-A947-70E740481C1C}">
                  <a14:useLocalDpi xmlns:a14="http://schemas.microsoft.com/office/drawing/2010/main" val="0"/>
                </a:ext>
                <a:ext uri="{96DAC541-7B7A-43D3-8B79-37D633B846F1}">
                  <asvg:svgBlip xmlns:asvg="http://schemas.microsoft.com/office/drawing/2016/SVG/main" r:embed="rId4"/>
                </a:ext>
              </a:extLst>
            </a:blip>
            <a:stretch>
              <a:fillRect/>
            </a:stretch>
          </p:blipFill>
          <p:spPr>
            <a:xfrm>
              <a:off x="7183525" y="3429000"/>
              <a:ext cx="662814" cy="641082"/>
            </a:xfrm>
            <a:prstGeom prst="rect">
              <a:avLst/>
            </a:prstGeom>
          </p:spPr>
        </p:pic>
        <p:sp>
          <p:nvSpPr>
            <p:cNvPr id="237" name="文本框 236">
              <a:extLst>
                <a:ext uri="{FF2B5EF4-FFF2-40B4-BE49-F238E27FC236}">
                  <a16:creationId xmlns:a16="http://schemas.microsoft.com/office/drawing/2014/main" id="{33F732E5-24B9-4DD1-98D4-0494A9567DCD}"/>
                </a:ext>
              </a:extLst>
            </p:cNvPr>
            <p:cNvSpPr txBox="1"/>
            <p:nvPr/>
          </p:nvSpPr>
          <p:spPr>
            <a:xfrm>
              <a:off x="7446289" y="3445956"/>
              <a:ext cx="374650" cy="400110"/>
            </a:xfrm>
            <a:prstGeom prst="rect">
              <a:avLst/>
            </a:prstGeom>
            <a:noFill/>
          </p:spPr>
          <p:txBody>
            <a:bodyPr wrap="square" rtlCol="0">
              <a:spAutoFit/>
            </a:bodyPr>
            <a:lstStyle/>
            <a:p>
              <a:pPr algn="ctr"/>
              <a:r>
                <a:rPr lang="en-US" altLang="zh-CN" sz="2000" b="1" dirty="0">
                  <a:solidFill>
                    <a:schemeClr val="bg1"/>
                  </a:solidFill>
                </a:rPr>
                <a:t>H</a:t>
              </a:r>
              <a:endParaRPr lang="zh-CN" altLang="en-US" sz="2000" b="1" dirty="0">
                <a:solidFill>
                  <a:schemeClr val="bg1"/>
                </a:solidFill>
              </a:endParaRPr>
            </a:p>
          </p:txBody>
        </p:sp>
      </p:grpSp>
      <p:sp>
        <p:nvSpPr>
          <p:cNvPr id="239" name="矩形 238">
            <a:extLst>
              <a:ext uri="{FF2B5EF4-FFF2-40B4-BE49-F238E27FC236}">
                <a16:creationId xmlns:a16="http://schemas.microsoft.com/office/drawing/2014/main" id="{7C7B0ACC-D3D4-4120-8501-260D6DBBE8DE}"/>
              </a:ext>
            </a:extLst>
          </p:cNvPr>
          <p:cNvSpPr/>
          <p:nvPr/>
        </p:nvSpPr>
        <p:spPr>
          <a:xfrm>
            <a:off x="4023836" y="4544895"/>
            <a:ext cx="4123499" cy="1873250"/>
          </a:xfrm>
          <a:prstGeom prst="rect">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20" name="矩形 19">
            <a:extLst>
              <a:ext uri="{FF2B5EF4-FFF2-40B4-BE49-F238E27FC236}">
                <a16:creationId xmlns:a16="http://schemas.microsoft.com/office/drawing/2014/main" id="{B7E1855B-BB0E-4F7F-86D0-BB02329A21F2}"/>
              </a:ext>
            </a:extLst>
          </p:cNvPr>
          <p:cNvSpPr/>
          <p:nvPr/>
        </p:nvSpPr>
        <p:spPr>
          <a:xfrm>
            <a:off x="4023836" y="2268556"/>
            <a:ext cx="949331" cy="246054"/>
          </a:xfrm>
          <a:prstGeom prst="rect">
            <a:avLst/>
          </a:prstGeom>
          <a:solidFill>
            <a:schemeClr val="accent4"/>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CN" sz="2000" b="1" dirty="0">
                <a:solidFill>
                  <a:schemeClr val="bg1"/>
                </a:solidFill>
                <a:latin typeface="Arial Narrow" panose="020B0606020202030204" pitchFamily="34" charset="0"/>
              </a:rPr>
              <a:t>Access</a:t>
            </a:r>
            <a:endParaRPr lang="zh-CN" altLang="en-US" sz="2000" b="1" dirty="0">
              <a:solidFill>
                <a:schemeClr val="bg1"/>
              </a:solidFill>
              <a:latin typeface="Arial Narrow" panose="020B0606020202030204" pitchFamily="34" charset="0"/>
            </a:endParaRPr>
          </a:p>
        </p:txBody>
      </p:sp>
      <p:sp>
        <p:nvSpPr>
          <p:cNvPr id="18" name="矩形 17">
            <a:extLst>
              <a:ext uri="{FF2B5EF4-FFF2-40B4-BE49-F238E27FC236}">
                <a16:creationId xmlns:a16="http://schemas.microsoft.com/office/drawing/2014/main" id="{9FF17DC4-7312-49F3-82F1-6543D08F7A97}"/>
              </a:ext>
            </a:extLst>
          </p:cNvPr>
          <p:cNvSpPr/>
          <p:nvPr/>
        </p:nvSpPr>
        <p:spPr>
          <a:xfrm>
            <a:off x="4023836" y="1778617"/>
            <a:ext cx="949331" cy="246054"/>
          </a:xfrm>
          <a:prstGeom prst="rect">
            <a:avLst/>
          </a:prstGeom>
          <a:solidFill>
            <a:schemeClr val="tx2"/>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CN" sz="2000" b="1" dirty="0">
                <a:solidFill>
                  <a:schemeClr val="bg1"/>
                </a:solidFill>
                <a:latin typeface="Arial Narrow" panose="020B0606020202030204" pitchFamily="34" charset="0"/>
              </a:rPr>
              <a:t>PVID=1</a:t>
            </a:r>
            <a:endParaRPr lang="zh-CN" altLang="en-US" sz="2000" b="1" dirty="0">
              <a:solidFill>
                <a:schemeClr val="bg1"/>
              </a:solidFill>
              <a:latin typeface="Arial Narrow" panose="020B0606020202030204" pitchFamily="34" charset="0"/>
            </a:endParaRPr>
          </a:p>
        </p:txBody>
      </p:sp>
      <p:sp>
        <p:nvSpPr>
          <p:cNvPr id="19" name="矩形 18">
            <a:extLst>
              <a:ext uri="{FF2B5EF4-FFF2-40B4-BE49-F238E27FC236}">
                <a16:creationId xmlns:a16="http://schemas.microsoft.com/office/drawing/2014/main" id="{77C24B11-AA44-4B22-9A14-1ED14C517EC7}"/>
              </a:ext>
            </a:extLst>
          </p:cNvPr>
          <p:cNvSpPr/>
          <p:nvPr/>
        </p:nvSpPr>
        <p:spPr>
          <a:xfrm>
            <a:off x="4023836" y="2023948"/>
            <a:ext cx="949331" cy="246054"/>
          </a:xfrm>
          <a:prstGeom prst="rect">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CN" sz="2000" b="1" dirty="0">
                <a:solidFill>
                  <a:schemeClr val="tx1"/>
                </a:solidFill>
                <a:latin typeface="Arial Black" panose="020B0A04020102020204" pitchFamily="34" charset="0"/>
              </a:rPr>
              <a:t>1</a:t>
            </a:r>
            <a:endParaRPr lang="zh-CN" altLang="en-US" sz="2000" b="1" dirty="0">
              <a:solidFill>
                <a:schemeClr val="tx1"/>
              </a:solidFill>
              <a:latin typeface="Arial Black" panose="020B0A04020102020204" pitchFamily="34" charset="0"/>
            </a:endParaRPr>
          </a:p>
        </p:txBody>
      </p:sp>
      <p:sp>
        <p:nvSpPr>
          <p:cNvPr id="101" name="矩形 100">
            <a:extLst>
              <a:ext uri="{FF2B5EF4-FFF2-40B4-BE49-F238E27FC236}">
                <a16:creationId xmlns:a16="http://schemas.microsoft.com/office/drawing/2014/main" id="{8409FF2B-377F-49BE-9851-B1DFD97BA154}"/>
              </a:ext>
            </a:extLst>
          </p:cNvPr>
          <p:cNvSpPr/>
          <p:nvPr/>
        </p:nvSpPr>
        <p:spPr>
          <a:xfrm>
            <a:off x="4023836" y="3196333"/>
            <a:ext cx="949331" cy="246054"/>
          </a:xfrm>
          <a:prstGeom prst="rect">
            <a:avLst/>
          </a:prstGeom>
          <a:solidFill>
            <a:schemeClr val="accent4"/>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CN" sz="2000" b="1" dirty="0">
                <a:solidFill>
                  <a:schemeClr val="bg1"/>
                </a:solidFill>
                <a:latin typeface="Arial Narrow" panose="020B0606020202030204" pitchFamily="34" charset="0"/>
              </a:rPr>
              <a:t>Access</a:t>
            </a:r>
            <a:endParaRPr lang="zh-CN" altLang="en-US" sz="2000" b="1" dirty="0">
              <a:solidFill>
                <a:schemeClr val="bg1"/>
              </a:solidFill>
              <a:latin typeface="Arial Narrow" panose="020B0606020202030204" pitchFamily="34" charset="0"/>
            </a:endParaRPr>
          </a:p>
        </p:txBody>
      </p:sp>
      <p:sp>
        <p:nvSpPr>
          <p:cNvPr id="102" name="矩形 101">
            <a:extLst>
              <a:ext uri="{FF2B5EF4-FFF2-40B4-BE49-F238E27FC236}">
                <a16:creationId xmlns:a16="http://schemas.microsoft.com/office/drawing/2014/main" id="{D4897C53-5E49-49CB-BB29-21C020F51F09}"/>
              </a:ext>
            </a:extLst>
          </p:cNvPr>
          <p:cNvSpPr/>
          <p:nvPr/>
        </p:nvSpPr>
        <p:spPr>
          <a:xfrm>
            <a:off x="4023836" y="2706394"/>
            <a:ext cx="949331" cy="246054"/>
          </a:xfrm>
          <a:prstGeom prst="rect">
            <a:avLst/>
          </a:prstGeom>
          <a:solidFill>
            <a:schemeClr val="tx2"/>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CN" sz="2000" b="1" dirty="0">
                <a:solidFill>
                  <a:schemeClr val="bg1"/>
                </a:solidFill>
                <a:latin typeface="Arial Narrow" panose="020B0606020202030204" pitchFamily="34" charset="0"/>
              </a:rPr>
              <a:t>PVID=1</a:t>
            </a:r>
            <a:endParaRPr lang="zh-CN" altLang="en-US" sz="2000" b="1" dirty="0">
              <a:solidFill>
                <a:schemeClr val="bg1"/>
              </a:solidFill>
              <a:latin typeface="Arial Narrow" panose="020B0606020202030204" pitchFamily="34" charset="0"/>
            </a:endParaRPr>
          </a:p>
        </p:txBody>
      </p:sp>
      <p:sp>
        <p:nvSpPr>
          <p:cNvPr id="103" name="矩形 102">
            <a:extLst>
              <a:ext uri="{FF2B5EF4-FFF2-40B4-BE49-F238E27FC236}">
                <a16:creationId xmlns:a16="http://schemas.microsoft.com/office/drawing/2014/main" id="{1567836D-A76C-4418-B7C7-D96BA725C4D4}"/>
              </a:ext>
            </a:extLst>
          </p:cNvPr>
          <p:cNvSpPr/>
          <p:nvPr/>
        </p:nvSpPr>
        <p:spPr>
          <a:xfrm>
            <a:off x="4023836" y="2951725"/>
            <a:ext cx="949331" cy="246054"/>
          </a:xfrm>
          <a:prstGeom prst="rect">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CN" sz="2000" b="1" dirty="0">
                <a:solidFill>
                  <a:schemeClr val="tx1"/>
                </a:solidFill>
                <a:latin typeface="Arial Black" panose="020B0A04020102020204" pitchFamily="34" charset="0"/>
              </a:rPr>
              <a:t>2</a:t>
            </a:r>
            <a:endParaRPr lang="zh-CN" altLang="en-US" sz="2000" b="1" dirty="0">
              <a:solidFill>
                <a:schemeClr val="tx1"/>
              </a:solidFill>
              <a:latin typeface="Arial Black" panose="020B0A04020102020204" pitchFamily="34" charset="0"/>
            </a:endParaRPr>
          </a:p>
        </p:txBody>
      </p:sp>
      <p:sp>
        <p:nvSpPr>
          <p:cNvPr id="256" name="矩形 255">
            <a:extLst>
              <a:ext uri="{FF2B5EF4-FFF2-40B4-BE49-F238E27FC236}">
                <a16:creationId xmlns:a16="http://schemas.microsoft.com/office/drawing/2014/main" id="{B84A381A-189B-4FD4-B8E3-E4AD89F1BA29}"/>
              </a:ext>
            </a:extLst>
          </p:cNvPr>
          <p:cNvSpPr/>
          <p:nvPr/>
        </p:nvSpPr>
        <p:spPr>
          <a:xfrm>
            <a:off x="4023836" y="5145149"/>
            <a:ext cx="949331" cy="246054"/>
          </a:xfrm>
          <a:prstGeom prst="rect">
            <a:avLst/>
          </a:prstGeom>
          <a:solidFill>
            <a:schemeClr val="accent4"/>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CN" sz="2000" b="1" dirty="0">
                <a:solidFill>
                  <a:schemeClr val="bg1"/>
                </a:solidFill>
                <a:latin typeface="Arial Narrow" panose="020B0606020202030204" pitchFamily="34" charset="0"/>
              </a:rPr>
              <a:t>Access</a:t>
            </a:r>
            <a:endParaRPr lang="zh-CN" altLang="en-US" sz="2000" b="1" dirty="0">
              <a:solidFill>
                <a:schemeClr val="bg1"/>
              </a:solidFill>
              <a:latin typeface="Arial Narrow" panose="020B0606020202030204" pitchFamily="34" charset="0"/>
            </a:endParaRPr>
          </a:p>
        </p:txBody>
      </p:sp>
      <p:sp>
        <p:nvSpPr>
          <p:cNvPr id="257" name="矩形 256">
            <a:extLst>
              <a:ext uri="{FF2B5EF4-FFF2-40B4-BE49-F238E27FC236}">
                <a16:creationId xmlns:a16="http://schemas.microsoft.com/office/drawing/2014/main" id="{3E2A3BD9-6E55-443E-AFD3-155471AEE4D2}"/>
              </a:ext>
            </a:extLst>
          </p:cNvPr>
          <p:cNvSpPr/>
          <p:nvPr/>
        </p:nvSpPr>
        <p:spPr>
          <a:xfrm>
            <a:off x="4023836" y="4655210"/>
            <a:ext cx="949331" cy="246054"/>
          </a:xfrm>
          <a:prstGeom prst="rect">
            <a:avLst/>
          </a:prstGeom>
          <a:solidFill>
            <a:schemeClr val="tx2"/>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CN" sz="2000" b="1" dirty="0">
                <a:solidFill>
                  <a:schemeClr val="bg1"/>
                </a:solidFill>
                <a:latin typeface="Arial Narrow" panose="020B0606020202030204" pitchFamily="34" charset="0"/>
              </a:rPr>
              <a:t>PVID=1</a:t>
            </a:r>
            <a:endParaRPr lang="zh-CN" altLang="en-US" sz="2000" b="1" dirty="0">
              <a:solidFill>
                <a:schemeClr val="bg1"/>
              </a:solidFill>
              <a:latin typeface="Arial Narrow" panose="020B0606020202030204" pitchFamily="34" charset="0"/>
            </a:endParaRPr>
          </a:p>
        </p:txBody>
      </p:sp>
      <p:sp>
        <p:nvSpPr>
          <p:cNvPr id="258" name="矩形 257">
            <a:extLst>
              <a:ext uri="{FF2B5EF4-FFF2-40B4-BE49-F238E27FC236}">
                <a16:creationId xmlns:a16="http://schemas.microsoft.com/office/drawing/2014/main" id="{998F2179-3C9B-4A3B-BB18-B6AF194E81DB}"/>
              </a:ext>
            </a:extLst>
          </p:cNvPr>
          <p:cNvSpPr/>
          <p:nvPr/>
        </p:nvSpPr>
        <p:spPr>
          <a:xfrm>
            <a:off x="4023836" y="4900541"/>
            <a:ext cx="949331" cy="246054"/>
          </a:xfrm>
          <a:prstGeom prst="rect">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CN" sz="2000" b="1" dirty="0">
                <a:solidFill>
                  <a:schemeClr val="tx1"/>
                </a:solidFill>
                <a:latin typeface="Arial Black" panose="020B0A04020102020204" pitchFamily="34" charset="0"/>
              </a:rPr>
              <a:t>1</a:t>
            </a:r>
            <a:endParaRPr lang="zh-CN" altLang="en-US" sz="2000" b="1" dirty="0">
              <a:solidFill>
                <a:schemeClr val="tx1"/>
              </a:solidFill>
              <a:latin typeface="Arial Black" panose="020B0A04020102020204" pitchFamily="34" charset="0"/>
            </a:endParaRPr>
          </a:p>
        </p:txBody>
      </p:sp>
      <p:sp>
        <p:nvSpPr>
          <p:cNvPr id="250" name="矩形 249">
            <a:extLst>
              <a:ext uri="{FF2B5EF4-FFF2-40B4-BE49-F238E27FC236}">
                <a16:creationId xmlns:a16="http://schemas.microsoft.com/office/drawing/2014/main" id="{3E91ADCE-49F1-4F93-B295-F60388B05EEA}"/>
              </a:ext>
            </a:extLst>
          </p:cNvPr>
          <p:cNvSpPr/>
          <p:nvPr/>
        </p:nvSpPr>
        <p:spPr>
          <a:xfrm>
            <a:off x="4023836" y="6072926"/>
            <a:ext cx="949331" cy="246054"/>
          </a:xfrm>
          <a:prstGeom prst="rect">
            <a:avLst/>
          </a:prstGeom>
          <a:solidFill>
            <a:schemeClr val="accent4"/>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CN" sz="2000" b="1" dirty="0">
                <a:solidFill>
                  <a:schemeClr val="bg1"/>
                </a:solidFill>
                <a:latin typeface="Arial Narrow" panose="020B0606020202030204" pitchFamily="34" charset="0"/>
              </a:rPr>
              <a:t>Access</a:t>
            </a:r>
            <a:endParaRPr lang="zh-CN" altLang="en-US" sz="2000" b="1" dirty="0">
              <a:solidFill>
                <a:schemeClr val="bg1"/>
              </a:solidFill>
              <a:latin typeface="Arial Narrow" panose="020B0606020202030204" pitchFamily="34" charset="0"/>
            </a:endParaRPr>
          </a:p>
        </p:txBody>
      </p:sp>
      <p:sp>
        <p:nvSpPr>
          <p:cNvPr id="251" name="矩形 250">
            <a:extLst>
              <a:ext uri="{FF2B5EF4-FFF2-40B4-BE49-F238E27FC236}">
                <a16:creationId xmlns:a16="http://schemas.microsoft.com/office/drawing/2014/main" id="{A45CC7F9-BF3B-4EF4-A509-FA79A066C5A9}"/>
              </a:ext>
            </a:extLst>
          </p:cNvPr>
          <p:cNvSpPr/>
          <p:nvPr/>
        </p:nvSpPr>
        <p:spPr>
          <a:xfrm>
            <a:off x="4023836" y="5582987"/>
            <a:ext cx="949331" cy="246054"/>
          </a:xfrm>
          <a:prstGeom prst="rect">
            <a:avLst/>
          </a:prstGeom>
          <a:solidFill>
            <a:schemeClr val="tx2"/>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CN" sz="2000" b="1" dirty="0">
                <a:solidFill>
                  <a:schemeClr val="bg1"/>
                </a:solidFill>
                <a:latin typeface="Arial Narrow" panose="020B0606020202030204" pitchFamily="34" charset="0"/>
              </a:rPr>
              <a:t>PVID=1</a:t>
            </a:r>
            <a:endParaRPr lang="zh-CN" altLang="en-US" sz="2000" b="1" dirty="0">
              <a:solidFill>
                <a:schemeClr val="bg1"/>
              </a:solidFill>
              <a:latin typeface="Arial Narrow" panose="020B0606020202030204" pitchFamily="34" charset="0"/>
            </a:endParaRPr>
          </a:p>
        </p:txBody>
      </p:sp>
      <p:sp>
        <p:nvSpPr>
          <p:cNvPr id="252" name="矩形 251">
            <a:extLst>
              <a:ext uri="{FF2B5EF4-FFF2-40B4-BE49-F238E27FC236}">
                <a16:creationId xmlns:a16="http://schemas.microsoft.com/office/drawing/2014/main" id="{EB4EA82B-D0BE-4BB7-B2BB-B6C11C7E5284}"/>
              </a:ext>
            </a:extLst>
          </p:cNvPr>
          <p:cNvSpPr/>
          <p:nvPr/>
        </p:nvSpPr>
        <p:spPr>
          <a:xfrm>
            <a:off x="4023836" y="5828318"/>
            <a:ext cx="949331" cy="246054"/>
          </a:xfrm>
          <a:prstGeom prst="rect">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CN" sz="2000" b="1" dirty="0">
                <a:solidFill>
                  <a:schemeClr val="tx1"/>
                </a:solidFill>
                <a:latin typeface="Arial Black" panose="020B0A04020102020204" pitchFamily="34" charset="0"/>
              </a:rPr>
              <a:t>2</a:t>
            </a:r>
            <a:endParaRPr lang="zh-CN" altLang="en-US" sz="2000" b="1" dirty="0">
              <a:solidFill>
                <a:schemeClr val="tx1"/>
              </a:solidFill>
              <a:latin typeface="Arial Black" panose="020B0A04020102020204" pitchFamily="34" charset="0"/>
            </a:endParaRPr>
          </a:p>
        </p:txBody>
      </p:sp>
      <p:sp>
        <p:nvSpPr>
          <p:cNvPr id="97" name="矩形 96">
            <a:extLst>
              <a:ext uri="{FF2B5EF4-FFF2-40B4-BE49-F238E27FC236}">
                <a16:creationId xmlns:a16="http://schemas.microsoft.com/office/drawing/2014/main" id="{3BBF2F85-5254-4C5E-B9C9-22DB14274499}"/>
              </a:ext>
            </a:extLst>
          </p:cNvPr>
          <p:cNvSpPr/>
          <p:nvPr/>
        </p:nvSpPr>
        <p:spPr>
          <a:xfrm>
            <a:off x="7198003" y="2268556"/>
            <a:ext cx="949331" cy="246054"/>
          </a:xfrm>
          <a:prstGeom prst="rect">
            <a:avLst/>
          </a:prstGeom>
          <a:solidFill>
            <a:schemeClr val="accent4"/>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CN" sz="2000" b="1" dirty="0">
                <a:solidFill>
                  <a:schemeClr val="bg1"/>
                </a:solidFill>
                <a:latin typeface="Arial Narrow" panose="020B0606020202030204" pitchFamily="34" charset="0"/>
              </a:rPr>
              <a:t>Access</a:t>
            </a:r>
            <a:endParaRPr lang="zh-CN" altLang="en-US" sz="2000" b="1" dirty="0">
              <a:solidFill>
                <a:schemeClr val="bg1"/>
              </a:solidFill>
              <a:latin typeface="Arial Narrow" panose="020B0606020202030204" pitchFamily="34" charset="0"/>
            </a:endParaRPr>
          </a:p>
        </p:txBody>
      </p:sp>
      <p:sp>
        <p:nvSpPr>
          <p:cNvPr id="98" name="矩形 97">
            <a:extLst>
              <a:ext uri="{FF2B5EF4-FFF2-40B4-BE49-F238E27FC236}">
                <a16:creationId xmlns:a16="http://schemas.microsoft.com/office/drawing/2014/main" id="{FA0A74E5-CA39-49B2-866C-E709E2EDDE3F}"/>
              </a:ext>
            </a:extLst>
          </p:cNvPr>
          <p:cNvSpPr/>
          <p:nvPr/>
        </p:nvSpPr>
        <p:spPr>
          <a:xfrm>
            <a:off x="7198003" y="1778617"/>
            <a:ext cx="949331" cy="246054"/>
          </a:xfrm>
          <a:prstGeom prst="rect">
            <a:avLst/>
          </a:prstGeom>
          <a:solidFill>
            <a:schemeClr val="accent6"/>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CN" sz="2000" b="1" dirty="0">
                <a:solidFill>
                  <a:schemeClr val="bg1"/>
                </a:solidFill>
                <a:latin typeface="Arial Narrow" panose="020B0606020202030204" pitchFamily="34" charset="0"/>
              </a:rPr>
              <a:t>PVID=2</a:t>
            </a:r>
            <a:endParaRPr lang="zh-CN" altLang="en-US" sz="2000" b="1" dirty="0">
              <a:solidFill>
                <a:schemeClr val="bg1"/>
              </a:solidFill>
              <a:latin typeface="Arial Narrow" panose="020B0606020202030204" pitchFamily="34" charset="0"/>
            </a:endParaRPr>
          </a:p>
        </p:txBody>
      </p:sp>
      <p:sp>
        <p:nvSpPr>
          <p:cNvPr id="99" name="矩形 98">
            <a:extLst>
              <a:ext uri="{FF2B5EF4-FFF2-40B4-BE49-F238E27FC236}">
                <a16:creationId xmlns:a16="http://schemas.microsoft.com/office/drawing/2014/main" id="{43589477-E598-4560-B96A-389DBBA7491E}"/>
              </a:ext>
            </a:extLst>
          </p:cNvPr>
          <p:cNvSpPr/>
          <p:nvPr/>
        </p:nvSpPr>
        <p:spPr>
          <a:xfrm>
            <a:off x="7198003" y="2023948"/>
            <a:ext cx="949331" cy="246054"/>
          </a:xfrm>
          <a:prstGeom prst="rect">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CN" sz="2000" b="1" dirty="0">
                <a:solidFill>
                  <a:schemeClr val="tx1"/>
                </a:solidFill>
                <a:latin typeface="Arial Black" panose="020B0A04020102020204" pitchFamily="34" charset="0"/>
              </a:rPr>
              <a:t>3</a:t>
            </a:r>
            <a:endParaRPr lang="zh-CN" altLang="en-US" sz="2000" b="1" dirty="0">
              <a:solidFill>
                <a:schemeClr val="tx1"/>
              </a:solidFill>
              <a:latin typeface="Arial Black" panose="020B0A04020102020204" pitchFamily="34" charset="0"/>
            </a:endParaRPr>
          </a:p>
        </p:txBody>
      </p:sp>
      <p:sp>
        <p:nvSpPr>
          <p:cNvPr id="105" name="矩形 104">
            <a:extLst>
              <a:ext uri="{FF2B5EF4-FFF2-40B4-BE49-F238E27FC236}">
                <a16:creationId xmlns:a16="http://schemas.microsoft.com/office/drawing/2014/main" id="{FDD83916-FC6B-463D-882A-FB297753262F}"/>
              </a:ext>
            </a:extLst>
          </p:cNvPr>
          <p:cNvSpPr/>
          <p:nvPr/>
        </p:nvSpPr>
        <p:spPr>
          <a:xfrm>
            <a:off x="7198003" y="3196333"/>
            <a:ext cx="949331" cy="246054"/>
          </a:xfrm>
          <a:prstGeom prst="rect">
            <a:avLst/>
          </a:prstGeom>
          <a:solidFill>
            <a:schemeClr val="accent4"/>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CN" sz="2000" b="1" dirty="0">
                <a:solidFill>
                  <a:schemeClr val="bg1"/>
                </a:solidFill>
                <a:latin typeface="Arial Narrow" panose="020B0606020202030204" pitchFamily="34" charset="0"/>
              </a:rPr>
              <a:t>Access</a:t>
            </a:r>
            <a:endParaRPr lang="zh-CN" altLang="en-US" sz="2000" b="1" dirty="0">
              <a:solidFill>
                <a:schemeClr val="bg1"/>
              </a:solidFill>
              <a:latin typeface="Arial Narrow" panose="020B0606020202030204" pitchFamily="34" charset="0"/>
            </a:endParaRPr>
          </a:p>
        </p:txBody>
      </p:sp>
      <p:sp>
        <p:nvSpPr>
          <p:cNvPr id="106" name="矩形 105">
            <a:extLst>
              <a:ext uri="{FF2B5EF4-FFF2-40B4-BE49-F238E27FC236}">
                <a16:creationId xmlns:a16="http://schemas.microsoft.com/office/drawing/2014/main" id="{7778D31A-9997-42F1-BFE6-70B76EDEA33E}"/>
              </a:ext>
            </a:extLst>
          </p:cNvPr>
          <p:cNvSpPr/>
          <p:nvPr/>
        </p:nvSpPr>
        <p:spPr>
          <a:xfrm>
            <a:off x="7198003" y="2706394"/>
            <a:ext cx="949331" cy="246054"/>
          </a:xfrm>
          <a:prstGeom prst="rect">
            <a:avLst/>
          </a:prstGeom>
          <a:solidFill>
            <a:schemeClr val="accent6"/>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CN" sz="2000" b="1" dirty="0">
                <a:solidFill>
                  <a:schemeClr val="bg1"/>
                </a:solidFill>
                <a:latin typeface="Arial Narrow" panose="020B0606020202030204" pitchFamily="34" charset="0"/>
              </a:rPr>
              <a:t>PVID=2</a:t>
            </a:r>
            <a:endParaRPr lang="zh-CN" altLang="en-US" sz="2000" b="1" dirty="0">
              <a:solidFill>
                <a:schemeClr val="bg1"/>
              </a:solidFill>
              <a:latin typeface="Arial Narrow" panose="020B0606020202030204" pitchFamily="34" charset="0"/>
            </a:endParaRPr>
          </a:p>
        </p:txBody>
      </p:sp>
      <p:sp>
        <p:nvSpPr>
          <p:cNvPr id="107" name="矩形 106">
            <a:extLst>
              <a:ext uri="{FF2B5EF4-FFF2-40B4-BE49-F238E27FC236}">
                <a16:creationId xmlns:a16="http://schemas.microsoft.com/office/drawing/2014/main" id="{A0A12A57-44DD-4F8D-BFAD-6354726866AB}"/>
              </a:ext>
            </a:extLst>
          </p:cNvPr>
          <p:cNvSpPr/>
          <p:nvPr/>
        </p:nvSpPr>
        <p:spPr>
          <a:xfrm>
            <a:off x="7198003" y="2951725"/>
            <a:ext cx="949331" cy="246054"/>
          </a:xfrm>
          <a:prstGeom prst="rect">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CN" sz="2000" b="1" dirty="0">
                <a:solidFill>
                  <a:schemeClr val="tx1"/>
                </a:solidFill>
                <a:latin typeface="Arial Black" panose="020B0A04020102020204" pitchFamily="34" charset="0"/>
              </a:rPr>
              <a:t>4</a:t>
            </a:r>
            <a:endParaRPr lang="zh-CN" altLang="en-US" sz="2000" b="1" dirty="0">
              <a:solidFill>
                <a:schemeClr val="tx1"/>
              </a:solidFill>
              <a:latin typeface="Arial Black" panose="020B0A04020102020204" pitchFamily="34" charset="0"/>
            </a:endParaRPr>
          </a:p>
        </p:txBody>
      </p:sp>
      <p:sp>
        <p:nvSpPr>
          <p:cNvPr id="253" name="矩形 252">
            <a:extLst>
              <a:ext uri="{FF2B5EF4-FFF2-40B4-BE49-F238E27FC236}">
                <a16:creationId xmlns:a16="http://schemas.microsoft.com/office/drawing/2014/main" id="{3F06AA5C-2E4A-4792-BFA2-7ADDF680035C}"/>
              </a:ext>
            </a:extLst>
          </p:cNvPr>
          <p:cNvSpPr/>
          <p:nvPr/>
        </p:nvSpPr>
        <p:spPr>
          <a:xfrm>
            <a:off x="7198003" y="5145149"/>
            <a:ext cx="949331" cy="246054"/>
          </a:xfrm>
          <a:prstGeom prst="rect">
            <a:avLst/>
          </a:prstGeom>
          <a:solidFill>
            <a:schemeClr val="accent4"/>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CN" sz="2000" b="1" dirty="0">
                <a:solidFill>
                  <a:schemeClr val="bg1"/>
                </a:solidFill>
                <a:latin typeface="Arial Narrow" panose="020B0606020202030204" pitchFamily="34" charset="0"/>
              </a:rPr>
              <a:t>Access</a:t>
            </a:r>
            <a:endParaRPr lang="zh-CN" altLang="en-US" sz="2000" b="1" dirty="0">
              <a:solidFill>
                <a:schemeClr val="bg1"/>
              </a:solidFill>
              <a:latin typeface="Arial Narrow" panose="020B0606020202030204" pitchFamily="34" charset="0"/>
            </a:endParaRPr>
          </a:p>
        </p:txBody>
      </p:sp>
      <p:sp>
        <p:nvSpPr>
          <p:cNvPr id="254" name="矩形 253">
            <a:extLst>
              <a:ext uri="{FF2B5EF4-FFF2-40B4-BE49-F238E27FC236}">
                <a16:creationId xmlns:a16="http://schemas.microsoft.com/office/drawing/2014/main" id="{AD777FCE-7191-4C6C-AE6B-DABD40795101}"/>
              </a:ext>
            </a:extLst>
          </p:cNvPr>
          <p:cNvSpPr/>
          <p:nvPr/>
        </p:nvSpPr>
        <p:spPr>
          <a:xfrm>
            <a:off x="7198003" y="4655210"/>
            <a:ext cx="949331" cy="246054"/>
          </a:xfrm>
          <a:prstGeom prst="rect">
            <a:avLst/>
          </a:prstGeom>
          <a:solidFill>
            <a:schemeClr val="accent6"/>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CN" sz="2000" b="1" dirty="0">
                <a:solidFill>
                  <a:schemeClr val="bg1"/>
                </a:solidFill>
                <a:latin typeface="Arial Narrow" panose="020B0606020202030204" pitchFamily="34" charset="0"/>
              </a:rPr>
              <a:t>PVID=2</a:t>
            </a:r>
            <a:endParaRPr lang="zh-CN" altLang="en-US" sz="2000" b="1" dirty="0">
              <a:solidFill>
                <a:schemeClr val="bg1"/>
              </a:solidFill>
              <a:latin typeface="Arial Narrow" panose="020B0606020202030204" pitchFamily="34" charset="0"/>
            </a:endParaRPr>
          </a:p>
        </p:txBody>
      </p:sp>
      <p:sp>
        <p:nvSpPr>
          <p:cNvPr id="255" name="矩形 254">
            <a:extLst>
              <a:ext uri="{FF2B5EF4-FFF2-40B4-BE49-F238E27FC236}">
                <a16:creationId xmlns:a16="http://schemas.microsoft.com/office/drawing/2014/main" id="{1F612AEE-ED4F-4DEB-BF4D-531FA184F91A}"/>
              </a:ext>
            </a:extLst>
          </p:cNvPr>
          <p:cNvSpPr/>
          <p:nvPr/>
        </p:nvSpPr>
        <p:spPr>
          <a:xfrm>
            <a:off x="7198003" y="4900541"/>
            <a:ext cx="949331" cy="246054"/>
          </a:xfrm>
          <a:prstGeom prst="rect">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CN" sz="2000" b="1" dirty="0">
                <a:solidFill>
                  <a:schemeClr val="tx1"/>
                </a:solidFill>
                <a:latin typeface="Arial Black" panose="020B0A04020102020204" pitchFamily="34" charset="0"/>
              </a:rPr>
              <a:t>3</a:t>
            </a:r>
            <a:endParaRPr lang="zh-CN" altLang="en-US" sz="2000" b="1" dirty="0">
              <a:solidFill>
                <a:schemeClr val="tx1"/>
              </a:solidFill>
              <a:latin typeface="Arial Black" panose="020B0A04020102020204" pitchFamily="34" charset="0"/>
            </a:endParaRPr>
          </a:p>
        </p:txBody>
      </p:sp>
      <p:sp>
        <p:nvSpPr>
          <p:cNvPr id="247" name="矩形 246">
            <a:extLst>
              <a:ext uri="{FF2B5EF4-FFF2-40B4-BE49-F238E27FC236}">
                <a16:creationId xmlns:a16="http://schemas.microsoft.com/office/drawing/2014/main" id="{D8AD790D-E2A3-437D-AD1D-0B6B12FD75A6}"/>
              </a:ext>
            </a:extLst>
          </p:cNvPr>
          <p:cNvSpPr/>
          <p:nvPr/>
        </p:nvSpPr>
        <p:spPr>
          <a:xfrm>
            <a:off x="7198003" y="6072926"/>
            <a:ext cx="949331" cy="246054"/>
          </a:xfrm>
          <a:prstGeom prst="rect">
            <a:avLst/>
          </a:prstGeom>
          <a:solidFill>
            <a:schemeClr val="accent4"/>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CN" sz="2000" b="1" dirty="0">
                <a:solidFill>
                  <a:schemeClr val="bg1"/>
                </a:solidFill>
                <a:latin typeface="Arial Narrow" panose="020B0606020202030204" pitchFamily="34" charset="0"/>
              </a:rPr>
              <a:t>Access</a:t>
            </a:r>
            <a:endParaRPr lang="zh-CN" altLang="en-US" sz="2000" b="1" dirty="0">
              <a:solidFill>
                <a:schemeClr val="bg1"/>
              </a:solidFill>
              <a:latin typeface="Arial Narrow" panose="020B0606020202030204" pitchFamily="34" charset="0"/>
            </a:endParaRPr>
          </a:p>
        </p:txBody>
      </p:sp>
      <p:sp>
        <p:nvSpPr>
          <p:cNvPr id="248" name="矩形 247">
            <a:extLst>
              <a:ext uri="{FF2B5EF4-FFF2-40B4-BE49-F238E27FC236}">
                <a16:creationId xmlns:a16="http://schemas.microsoft.com/office/drawing/2014/main" id="{A1C18209-DF3B-4B92-BE36-4F002379F79B}"/>
              </a:ext>
            </a:extLst>
          </p:cNvPr>
          <p:cNvSpPr/>
          <p:nvPr/>
        </p:nvSpPr>
        <p:spPr>
          <a:xfrm>
            <a:off x="7198003" y="5582987"/>
            <a:ext cx="949331" cy="246054"/>
          </a:xfrm>
          <a:prstGeom prst="rect">
            <a:avLst/>
          </a:prstGeom>
          <a:solidFill>
            <a:schemeClr val="accent6"/>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CN" sz="2000" b="1" dirty="0">
                <a:solidFill>
                  <a:schemeClr val="bg1"/>
                </a:solidFill>
                <a:latin typeface="Arial Narrow" panose="020B0606020202030204" pitchFamily="34" charset="0"/>
              </a:rPr>
              <a:t>PVID=2</a:t>
            </a:r>
            <a:endParaRPr lang="zh-CN" altLang="en-US" sz="2000" b="1" dirty="0">
              <a:solidFill>
                <a:schemeClr val="bg1"/>
              </a:solidFill>
              <a:latin typeface="Arial Narrow" panose="020B0606020202030204" pitchFamily="34" charset="0"/>
            </a:endParaRPr>
          </a:p>
        </p:txBody>
      </p:sp>
      <p:sp>
        <p:nvSpPr>
          <p:cNvPr id="249" name="矩形 248">
            <a:extLst>
              <a:ext uri="{FF2B5EF4-FFF2-40B4-BE49-F238E27FC236}">
                <a16:creationId xmlns:a16="http://schemas.microsoft.com/office/drawing/2014/main" id="{F1BE5A49-E7B4-47A9-831F-C8A03198CB6D}"/>
              </a:ext>
            </a:extLst>
          </p:cNvPr>
          <p:cNvSpPr/>
          <p:nvPr/>
        </p:nvSpPr>
        <p:spPr>
          <a:xfrm>
            <a:off x="7198003" y="5828318"/>
            <a:ext cx="949331" cy="246054"/>
          </a:xfrm>
          <a:prstGeom prst="rect">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CN" sz="2000" b="1" dirty="0">
                <a:solidFill>
                  <a:schemeClr val="tx1"/>
                </a:solidFill>
                <a:latin typeface="Arial Black" panose="020B0A04020102020204" pitchFamily="34" charset="0"/>
              </a:rPr>
              <a:t>4</a:t>
            </a:r>
            <a:endParaRPr lang="zh-CN" altLang="en-US" sz="2000" b="1" dirty="0">
              <a:solidFill>
                <a:schemeClr val="tx1"/>
              </a:solidFill>
              <a:latin typeface="Arial Black" panose="020B0A04020102020204" pitchFamily="34" charset="0"/>
            </a:endParaRPr>
          </a:p>
        </p:txBody>
      </p:sp>
      <p:sp>
        <p:nvSpPr>
          <p:cNvPr id="109" name="矩形 108">
            <a:extLst>
              <a:ext uri="{FF2B5EF4-FFF2-40B4-BE49-F238E27FC236}">
                <a16:creationId xmlns:a16="http://schemas.microsoft.com/office/drawing/2014/main" id="{2D028005-2FDE-42EC-8504-0DE3BA3255E9}"/>
              </a:ext>
            </a:extLst>
          </p:cNvPr>
          <p:cNvSpPr/>
          <p:nvPr/>
        </p:nvSpPr>
        <p:spPr>
          <a:xfrm>
            <a:off x="5610918" y="2804318"/>
            <a:ext cx="949331" cy="246054"/>
          </a:xfrm>
          <a:prstGeom prst="rect">
            <a:avLst/>
          </a:prstGeom>
          <a:solidFill>
            <a:schemeClr val="accent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CN" sz="2000" b="1" dirty="0">
                <a:solidFill>
                  <a:schemeClr val="bg1"/>
                </a:solidFill>
                <a:latin typeface="Arial Narrow" panose="020B0606020202030204" pitchFamily="34" charset="0"/>
              </a:rPr>
              <a:t>Trunk</a:t>
            </a:r>
            <a:endParaRPr lang="zh-CN" altLang="en-US" sz="2000" b="1" dirty="0">
              <a:solidFill>
                <a:schemeClr val="bg1"/>
              </a:solidFill>
              <a:latin typeface="Arial Narrow" panose="020B0606020202030204" pitchFamily="34" charset="0"/>
            </a:endParaRPr>
          </a:p>
        </p:txBody>
      </p:sp>
      <p:sp>
        <p:nvSpPr>
          <p:cNvPr id="110" name="矩形 109">
            <a:extLst>
              <a:ext uri="{FF2B5EF4-FFF2-40B4-BE49-F238E27FC236}">
                <a16:creationId xmlns:a16="http://schemas.microsoft.com/office/drawing/2014/main" id="{2EE73AC5-B9E6-4DB2-8CFD-324ECC5941CA}"/>
              </a:ext>
            </a:extLst>
          </p:cNvPr>
          <p:cNvSpPr/>
          <p:nvPr/>
        </p:nvSpPr>
        <p:spPr>
          <a:xfrm>
            <a:off x="5610918" y="3050372"/>
            <a:ext cx="949331" cy="246054"/>
          </a:xfrm>
          <a:prstGeom prst="rect">
            <a:avLst/>
          </a:prstGeom>
          <a:solidFill>
            <a:schemeClr val="tx2"/>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CN" sz="2000" b="1" dirty="0">
                <a:solidFill>
                  <a:schemeClr val="bg1"/>
                </a:solidFill>
                <a:latin typeface="Arial Narrow" panose="020B0606020202030204" pitchFamily="34" charset="0"/>
              </a:rPr>
              <a:t>PVID=1</a:t>
            </a:r>
            <a:endParaRPr lang="zh-CN" altLang="en-US" sz="2000" b="1" dirty="0">
              <a:solidFill>
                <a:schemeClr val="bg1"/>
              </a:solidFill>
              <a:latin typeface="Arial Narrow" panose="020B0606020202030204" pitchFamily="34" charset="0"/>
            </a:endParaRPr>
          </a:p>
        </p:txBody>
      </p:sp>
      <p:sp>
        <p:nvSpPr>
          <p:cNvPr id="111" name="矩形 110">
            <a:extLst>
              <a:ext uri="{FF2B5EF4-FFF2-40B4-BE49-F238E27FC236}">
                <a16:creationId xmlns:a16="http://schemas.microsoft.com/office/drawing/2014/main" id="{48D07A9B-FF6B-4A6D-8BB2-DD662BB124DE}"/>
              </a:ext>
            </a:extLst>
          </p:cNvPr>
          <p:cNvSpPr/>
          <p:nvPr/>
        </p:nvSpPr>
        <p:spPr>
          <a:xfrm>
            <a:off x="5610919" y="3296426"/>
            <a:ext cx="949331" cy="246054"/>
          </a:xfrm>
          <a:prstGeom prst="rect">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CN" sz="2000" b="1" dirty="0">
                <a:solidFill>
                  <a:schemeClr val="tx1"/>
                </a:solidFill>
                <a:latin typeface="Arial Black" panose="020B0A04020102020204" pitchFamily="34" charset="0"/>
              </a:rPr>
              <a:t>5</a:t>
            </a:r>
            <a:endParaRPr lang="zh-CN" altLang="en-US" sz="2000" b="1" dirty="0">
              <a:solidFill>
                <a:schemeClr val="tx1"/>
              </a:solidFill>
              <a:latin typeface="Arial Black" panose="020B0A04020102020204" pitchFamily="34" charset="0"/>
            </a:endParaRPr>
          </a:p>
        </p:txBody>
      </p:sp>
      <p:sp>
        <p:nvSpPr>
          <p:cNvPr id="244" name="矩形 243">
            <a:extLst>
              <a:ext uri="{FF2B5EF4-FFF2-40B4-BE49-F238E27FC236}">
                <a16:creationId xmlns:a16="http://schemas.microsoft.com/office/drawing/2014/main" id="{7FD738B5-9A12-4722-A45B-7E5E694323AF}"/>
              </a:ext>
            </a:extLst>
          </p:cNvPr>
          <p:cNvSpPr/>
          <p:nvPr/>
        </p:nvSpPr>
        <p:spPr>
          <a:xfrm>
            <a:off x="5609671" y="5033364"/>
            <a:ext cx="947504" cy="246054"/>
          </a:xfrm>
          <a:prstGeom prst="rect">
            <a:avLst/>
          </a:prstGeom>
          <a:solidFill>
            <a:schemeClr val="accent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CN" sz="2000" b="1" dirty="0">
                <a:solidFill>
                  <a:schemeClr val="bg1"/>
                </a:solidFill>
                <a:latin typeface="Arial Narrow" panose="020B0606020202030204" pitchFamily="34" charset="0"/>
              </a:rPr>
              <a:t>Trunk</a:t>
            </a:r>
            <a:endParaRPr lang="zh-CN" altLang="en-US" sz="2000" b="1" dirty="0">
              <a:solidFill>
                <a:schemeClr val="bg1"/>
              </a:solidFill>
              <a:latin typeface="Arial Narrow" panose="020B0606020202030204" pitchFamily="34" charset="0"/>
            </a:endParaRPr>
          </a:p>
        </p:txBody>
      </p:sp>
      <p:sp>
        <p:nvSpPr>
          <p:cNvPr id="245" name="矩形 244">
            <a:extLst>
              <a:ext uri="{FF2B5EF4-FFF2-40B4-BE49-F238E27FC236}">
                <a16:creationId xmlns:a16="http://schemas.microsoft.com/office/drawing/2014/main" id="{31DE84A6-0DB1-4404-8513-15921FD2A72F}"/>
              </a:ext>
            </a:extLst>
          </p:cNvPr>
          <p:cNvSpPr/>
          <p:nvPr/>
        </p:nvSpPr>
        <p:spPr>
          <a:xfrm>
            <a:off x="5607843" y="4788238"/>
            <a:ext cx="949331" cy="246054"/>
          </a:xfrm>
          <a:prstGeom prst="rect">
            <a:avLst/>
          </a:prstGeom>
          <a:solidFill>
            <a:schemeClr val="tx2"/>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CN" sz="2000" b="1" dirty="0">
                <a:solidFill>
                  <a:schemeClr val="bg1"/>
                </a:solidFill>
                <a:latin typeface="Arial Narrow" panose="020B0606020202030204" pitchFamily="34" charset="0"/>
              </a:rPr>
              <a:t>PVID=1</a:t>
            </a:r>
            <a:endParaRPr lang="zh-CN" altLang="en-US" sz="2000" b="1" dirty="0">
              <a:solidFill>
                <a:schemeClr val="bg1"/>
              </a:solidFill>
              <a:latin typeface="Arial Narrow" panose="020B0606020202030204" pitchFamily="34" charset="0"/>
            </a:endParaRPr>
          </a:p>
        </p:txBody>
      </p:sp>
      <p:sp>
        <p:nvSpPr>
          <p:cNvPr id="246" name="矩形 245">
            <a:extLst>
              <a:ext uri="{FF2B5EF4-FFF2-40B4-BE49-F238E27FC236}">
                <a16:creationId xmlns:a16="http://schemas.microsoft.com/office/drawing/2014/main" id="{E3242AAA-B75C-4099-B992-6BA53AFC36C5}"/>
              </a:ext>
            </a:extLst>
          </p:cNvPr>
          <p:cNvSpPr/>
          <p:nvPr/>
        </p:nvSpPr>
        <p:spPr>
          <a:xfrm>
            <a:off x="5609382" y="4543967"/>
            <a:ext cx="947792" cy="246054"/>
          </a:xfrm>
          <a:prstGeom prst="rect">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CN" sz="2000" b="1" dirty="0">
                <a:solidFill>
                  <a:schemeClr val="tx1"/>
                </a:solidFill>
                <a:latin typeface="Arial Black" panose="020B0A04020102020204" pitchFamily="34" charset="0"/>
              </a:rPr>
              <a:t>5</a:t>
            </a:r>
            <a:endParaRPr lang="zh-CN" altLang="en-US" sz="2000" b="1" dirty="0">
              <a:solidFill>
                <a:schemeClr val="tx1"/>
              </a:solidFill>
              <a:latin typeface="Arial Black" panose="020B0A04020102020204" pitchFamily="34" charset="0"/>
            </a:endParaRPr>
          </a:p>
        </p:txBody>
      </p:sp>
      <p:cxnSp>
        <p:nvCxnSpPr>
          <p:cNvPr id="259" name="直接连接符 258">
            <a:extLst>
              <a:ext uri="{FF2B5EF4-FFF2-40B4-BE49-F238E27FC236}">
                <a16:creationId xmlns:a16="http://schemas.microsoft.com/office/drawing/2014/main" id="{79EDAD90-DE16-4A14-B3E6-106686DB65E1}"/>
              </a:ext>
            </a:extLst>
          </p:cNvPr>
          <p:cNvCxnSpPr/>
          <p:nvPr/>
        </p:nvCxnSpPr>
        <p:spPr>
          <a:xfrm flipH="1">
            <a:off x="2545888" y="5963715"/>
            <a:ext cx="1477948" cy="0"/>
          </a:xfrm>
          <a:prstGeom prst="line">
            <a:avLst/>
          </a:prstGeom>
          <a:ln w="12700">
            <a:solidFill>
              <a:schemeClr val="tx1"/>
            </a:solidFill>
            <a:tailEnd type="none"/>
          </a:ln>
        </p:spPr>
        <p:style>
          <a:lnRef idx="1">
            <a:schemeClr val="accent1"/>
          </a:lnRef>
          <a:fillRef idx="0">
            <a:schemeClr val="accent1"/>
          </a:fillRef>
          <a:effectRef idx="0">
            <a:schemeClr val="accent1"/>
          </a:effectRef>
          <a:fontRef idx="minor">
            <a:schemeClr val="tx1"/>
          </a:fontRef>
        </p:style>
      </p:cxnSp>
      <p:cxnSp>
        <p:nvCxnSpPr>
          <p:cNvPr id="260" name="直接连接符 259">
            <a:extLst>
              <a:ext uri="{FF2B5EF4-FFF2-40B4-BE49-F238E27FC236}">
                <a16:creationId xmlns:a16="http://schemas.microsoft.com/office/drawing/2014/main" id="{F1DC30DC-823E-43BC-A738-316054E3E37A}"/>
              </a:ext>
            </a:extLst>
          </p:cNvPr>
          <p:cNvCxnSpPr/>
          <p:nvPr/>
        </p:nvCxnSpPr>
        <p:spPr>
          <a:xfrm flipH="1">
            <a:off x="8147334" y="5015242"/>
            <a:ext cx="1477948" cy="0"/>
          </a:xfrm>
          <a:prstGeom prst="line">
            <a:avLst/>
          </a:prstGeom>
          <a:ln w="12700">
            <a:solidFill>
              <a:schemeClr val="tx1"/>
            </a:solidFill>
            <a:tailEnd type="none"/>
          </a:ln>
        </p:spPr>
        <p:style>
          <a:lnRef idx="1">
            <a:schemeClr val="accent1"/>
          </a:lnRef>
          <a:fillRef idx="0">
            <a:schemeClr val="accent1"/>
          </a:fillRef>
          <a:effectRef idx="0">
            <a:schemeClr val="accent1"/>
          </a:effectRef>
          <a:fontRef idx="minor">
            <a:schemeClr val="tx1"/>
          </a:fontRef>
        </p:style>
      </p:cxnSp>
      <p:cxnSp>
        <p:nvCxnSpPr>
          <p:cNvPr id="261" name="直接连接符 260">
            <a:extLst>
              <a:ext uri="{FF2B5EF4-FFF2-40B4-BE49-F238E27FC236}">
                <a16:creationId xmlns:a16="http://schemas.microsoft.com/office/drawing/2014/main" id="{0FEE886F-1951-43D6-8BD3-7F47DCB133DD}"/>
              </a:ext>
            </a:extLst>
          </p:cNvPr>
          <p:cNvCxnSpPr/>
          <p:nvPr/>
        </p:nvCxnSpPr>
        <p:spPr>
          <a:xfrm flipH="1">
            <a:off x="8147334" y="5954011"/>
            <a:ext cx="1477948" cy="0"/>
          </a:xfrm>
          <a:prstGeom prst="line">
            <a:avLst/>
          </a:prstGeom>
          <a:ln w="12700">
            <a:solidFill>
              <a:schemeClr val="tx1"/>
            </a:solidFill>
            <a:tailEnd type="none"/>
          </a:ln>
        </p:spPr>
        <p:style>
          <a:lnRef idx="1">
            <a:schemeClr val="accent1"/>
          </a:lnRef>
          <a:fillRef idx="0">
            <a:schemeClr val="accent1"/>
          </a:fillRef>
          <a:effectRef idx="0">
            <a:schemeClr val="accent1"/>
          </a:effectRef>
          <a:fontRef idx="minor">
            <a:schemeClr val="tx1"/>
          </a:fontRef>
        </p:style>
      </p:cxnSp>
      <p:cxnSp>
        <p:nvCxnSpPr>
          <p:cNvPr id="262" name="直接连接符 261">
            <a:extLst>
              <a:ext uri="{FF2B5EF4-FFF2-40B4-BE49-F238E27FC236}">
                <a16:creationId xmlns:a16="http://schemas.microsoft.com/office/drawing/2014/main" id="{C8287F62-69B1-4B04-BBB4-F7EAF06BAFD5}"/>
              </a:ext>
            </a:extLst>
          </p:cNvPr>
          <p:cNvCxnSpPr>
            <a:cxnSpLocks/>
            <a:stCxn id="246" idx="0"/>
            <a:endCxn id="111" idx="2"/>
          </p:cNvCxnSpPr>
          <p:nvPr/>
        </p:nvCxnSpPr>
        <p:spPr>
          <a:xfrm flipV="1">
            <a:off x="6083278" y="3542480"/>
            <a:ext cx="2307" cy="1001487"/>
          </a:xfrm>
          <a:prstGeom prst="line">
            <a:avLst/>
          </a:prstGeom>
          <a:ln w="12700">
            <a:solidFill>
              <a:schemeClr val="tx1"/>
            </a:solidFill>
            <a:tailEnd type="none"/>
          </a:ln>
        </p:spPr>
        <p:style>
          <a:lnRef idx="1">
            <a:schemeClr val="accent1"/>
          </a:lnRef>
          <a:fillRef idx="0">
            <a:schemeClr val="accent1"/>
          </a:fillRef>
          <a:effectRef idx="0">
            <a:schemeClr val="accent1"/>
          </a:effectRef>
          <a:fontRef idx="minor">
            <a:schemeClr val="tx1"/>
          </a:fontRef>
        </p:style>
      </p:cxnSp>
      <p:sp>
        <p:nvSpPr>
          <p:cNvPr id="263" name="íşlïḍè">
            <a:extLst>
              <a:ext uri="{FF2B5EF4-FFF2-40B4-BE49-F238E27FC236}">
                <a16:creationId xmlns:a16="http://schemas.microsoft.com/office/drawing/2014/main" id="{58CCFB73-C67D-4529-A61A-EB3079B6E202}"/>
              </a:ext>
            </a:extLst>
          </p:cNvPr>
          <p:cNvSpPr txBox="1"/>
          <p:nvPr/>
        </p:nvSpPr>
        <p:spPr>
          <a:xfrm>
            <a:off x="3891208" y="4176537"/>
            <a:ext cx="1062582" cy="400110"/>
          </a:xfrm>
          <a:prstGeom prst="rect">
            <a:avLst/>
          </a:prstGeom>
          <a:noFill/>
        </p:spPr>
        <p:txBody>
          <a:bodyPr wrap="square" lIns="91440" tIns="45720" rIns="91440" bIns="45720" anchor="ctr">
            <a:noAutofit/>
          </a:bodyPr>
          <a:lstStyle/>
          <a:p>
            <a:pPr algn="ctr"/>
            <a:r>
              <a:rPr lang="zh-CN" altLang="en-US" b="1" dirty="0">
                <a:latin typeface="Arial Narrow" panose="020B0606020202030204" pitchFamily="34" charset="0"/>
              </a:rPr>
              <a:t>交换机</a:t>
            </a:r>
            <a:r>
              <a:rPr lang="en-US" altLang="zh-CN" b="1" dirty="0">
                <a:latin typeface="Arial Narrow" panose="020B0606020202030204" pitchFamily="34" charset="0"/>
              </a:rPr>
              <a:t>2</a:t>
            </a:r>
            <a:endParaRPr lang="zh-CN" altLang="en-US" b="1" dirty="0">
              <a:latin typeface="Arial Narrow" panose="020B0606020202030204" pitchFamily="34" charset="0"/>
            </a:endParaRPr>
          </a:p>
        </p:txBody>
      </p:sp>
      <p:sp>
        <p:nvSpPr>
          <p:cNvPr id="104" name="标注: 左箭头 103">
            <a:extLst>
              <a:ext uri="{FF2B5EF4-FFF2-40B4-BE49-F238E27FC236}">
                <a16:creationId xmlns:a16="http://schemas.microsoft.com/office/drawing/2014/main" id="{E50C1871-0288-4F39-A719-B491CC6ACBD1}"/>
              </a:ext>
            </a:extLst>
          </p:cNvPr>
          <p:cNvSpPr/>
          <p:nvPr/>
        </p:nvSpPr>
        <p:spPr>
          <a:xfrm>
            <a:off x="5473964" y="1785663"/>
            <a:ext cx="1069880" cy="338195"/>
          </a:xfrm>
          <a:prstGeom prst="leftArrowCallout">
            <a:avLst>
              <a:gd name="adj1" fmla="val 25000"/>
              <a:gd name="adj2" fmla="val 25000"/>
              <a:gd name="adj3" fmla="val 25000"/>
              <a:gd name="adj4" fmla="val 87531"/>
            </a:avLst>
          </a:prstGeom>
        </p:spPr>
        <p:style>
          <a:lnRef idx="2">
            <a:schemeClr val="accent3">
              <a:shade val="50000"/>
            </a:schemeClr>
          </a:lnRef>
          <a:fillRef idx="1">
            <a:schemeClr val="accent3"/>
          </a:fillRef>
          <a:effectRef idx="0">
            <a:schemeClr val="accent3"/>
          </a:effectRef>
          <a:fontRef idx="minor">
            <a:schemeClr val="lt1"/>
          </a:fontRef>
        </p:style>
        <p:txBody>
          <a:bodyPr rtlCol="0" anchor="ctr"/>
          <a:lstStyle/>
          <a:p>
            <a:pPr algn="ctr"/>
            <a:r>
              <a:rPr lang="zh-CN" altLang="en-US" b="1" dirty="0"/>
              <a:t>广播</a:t>
            </a:r>
          </a:p>
        </p:txBody>
      </p:sp>
      <p:cxnSp>
        <p:nvCxnSpPr>
          <p:cNvPr id="112" name="连接符: 肘形 111">
            <a:extLst>
              <a:ext uri="{FF2B5EF4-FFF2-40B4-BE49-F238E27FC236}">
                <a16:creationId xmlns:a16="http://schemas.microsoft.com/office/drawing/2014/main" id="{8C1D468A-37D7-40EF-88E6-610C1B7EE567}"/>
              </a:ext>
            </a:extLst>
          </p:cNvPr>
          <p:cNvCxnSpPr>
            <a:cxnSpLocks/>
            <a:stCxn id="108" idx="3"/>
            <a:endCxn id="106" idx="1"/>
          </p:cNvCxnSpPr>
          <p:nvPr/>
        </p:nvCxnSpPr>
        <p:spPr>
          <a:xfrm>
            <a:off x="6555714" y="2294419"/>
            <a:ext cx="642289" cy="535002"/>
          </a:xfrm>
          <a:prstGeom prst="bentConnector3">
            <a:avLst>
              <a:gd name="adj1" fmla="val 50000"/>
            </a:avLst>
          </a:prstGeom>
          <a:ln w="12700">
            <a:solidFill>
              <a:schemeClr val="tx1"/>
            </a:solidFill>
            <a:prstDash val="dash"/>
            <a:tailEnd type="triangle"/>
          </a:ln>
        </p:spPr>
        <p:style>
          <a:lnRef idx="1">
            <a:schemeClr val="accent1"/>
          </a:lnRef>
          <a:fillRef idx="0">
            <a:schemeClr val="accent1"/>
          </a:fillRef>
          <a:effectRef idx="0">
            <a:schemeClr val="accent1"/>
          </a:effectRef>
          <a:fontRef idx="minor">
            <a:schemeClr val="tx1"/>
          </a:fontRef>
        </p:style>
      </p:cxnSp>
      <p:cxnSp>
        <p:nvCxnSpPr>
          <p:cNvPr id="114" name="连接符: 肘形 113">
            <a:extLst>
              <a:ext uri="{FF2B5EF4-FFF2-40B4-BE49-F238E27FC236}">
                <a16:creationId xmlns:a16="http://schemas.microsoft.com/office/drawing/2014/main" id="{D83A537F-5C4B-435D-A8E9-5D23C25F4664}"/>
              </a:ext>
            </a:extLst>
          </p:cNvPr>
          <p:cNvCxnSpPr>
            <a:cxnSpLocks/>
            <a:stCxn id="108" idx="2"/>
          </p:cNvCxnSpPr>
          <p:nvPr/>
        </p:nvCxnSpPr>
        <p:spPr>
          <a:xfrm rot="16200000" flipH="1">
            <a:off x="5911679" y="2630413"/>
            <a:ext cx="344004" cy="3804"/>
          </a:xfrm>
          <a:prstGeom prst="bentConnector3">
            <a:avLst>
              <a:gd name="adj1" fmla="val 50000"/>
            </a:avLst>
          </a:prstGeom>
          <a:ln w="12700">
            <a:solidFill>
              <a:schemeClr val="tx1"/>
            </a:solidFill>
            <a:prstDash val="dash"/>
            <a:tailEnd type="triangle"/>
          </a:ln>
        </p:spPr>
        <p:style>
          <a:lnRef idx="1">
            <a:schemeClr val="accent1"/>
          </a:lnRef>
          <a:fillRef idx="0">
            <a:schemeClr val="accent1"/>
          </a:fillRef>
          <a:effectRef idx="0">
            <a:schemeClr val="accent1"/>
          </a:effectRef>
          <a:fontRef idx="minor">
            <a:schemeClr val="tx1"/>
          </a:fontRef>
        </p:style>
      </p:cxnSp>
      <p:grpSp>
        <p:nvGrpSpPr>
          <p:cNvPr id="17" name="组合 16">
            <a:extLst>
              <a:ext uri="{FF2B5EF4-FFF2-40B4-BE49-F238E27FC236}">
                <a16:creationId xmlns:a16="http://schemas.microsoft.com/office/drawing/2014/main" id="{93C0F25E-F019-48C5-91C8-651D86B0C1CC}"/>
              </a:ext>
            </a:extLst>
          </p:cNvPr>
          <p:cNvGrpSpPr/>
          <p:nvPr/>
        </p:nvGrpSpPr>
        <p:grpSpPr>
          <a:xfrm>
            <a:off x="6567688" y="4778237"/>
            <a:ext cx="630315" cy="933111"/>
            <a:chOff x="6567688" y="4778237"/>
            <a:chExt cx="630315" cy="933111"/>
          </a:xfrm>
        </p:grpSpPr>
        <p:cxnSp>
          <p:nvCxnSpPr>
            <p:cNvPr id="130" name="连接符: 肘形 129">
              <a:extLst>
                <a:ext uri="{FF2B5EF4-FFF2-40B4-BE49-F238E27FC236}">
                  <a16:creationId xmlns:a16="http://schemas.microsoft.com/office/drawing/2014/main" id="{AD68E992-6C9E-497B-B7D9-2D4EC2FA4FE1}"/>
                </a:ext>
              </a:extLst>
            </p:cNvPr>
            <p:cNvCxnSpPr>
              <a:cxnSpLocks/>
              <a:stCxn id="129" idx="3"/>
              <a:endCxn id="254" idx="1"/>
            </p:cNvCxnSpPr>
            <p:nvPr/>
          </p:nvCxnSpPr>
          <p:spPr>
            <a:xfrm flipV="1">
              <a:off x="6567688" y="4778237"/>
              <a:ext cx="630315" cy="933111"/>
            </a:xfrm>
            <a:prstGeom prst="bentConnector3">
              <a:avLst>
                <a:gd name="adj1" fmla="val 50000"/>
              </a:avLst>
            </a:prstGeom>
            <a:ln w="12700">
              <a:solidFill>
                <a:schemeClr val="tx1"/>
              </a:solidFill>
              <a:prstDash val="dash"/>
              <a:tailEnd type="triangle"/>
            </a:ln>
          </p:spPr>
          <p:style>
            <a:lnRef idx="1">
              <a:schemeClr val="accent1"/>
            </a:lnRef>
            <a:fillRef idx="0">
              <a:schemeClr val="accent1"/>
            </a:fillRef>
            <a:effectRef idx="0">
              <a:schemeClr val="accent1"/>
            </a:effectRef>
            <a:fontRef idx="minor">
              <a:schemeClr val="tx1"/>
            </a:fontRef>
          </p:style>
        </p:cxnSp>
        <p:cxnSp>
          <p:nvCxnSpPr>
            <p:cNvPr id="131" name="连接符: 肘形 130">
              <a:extLst>
                <a:ext uri="{FF2B5EF4-FFF2-40B4-BE49-F238E27FC236}">
                  <a16:creationId xmlns:a16="http://schemas.microsoft.com/office/drawing/2014/main" id="{EB072EF5-3027-436F-A05B-E95343F72751}"/>
                </a:ext>
              </a:extLst>
            </p:cNvPr>
            <p:cNvCxnSpPr>
              <a:cxnSpLocks/>
              <a:stCxn id="129" idx="3"/>
              <a:endCxn id="248" idx="1"/>
            </p:cNvCxnSpPr>
            <p:nvPr/>
          </p:nvCxnSpPr>
          <p:spPr>
            <a:xfrm flipV="1">
              <a:off x="6567688" y="5706014"/>
              <a:ext cx="630315" cy="5334"/>
            </a:xfrm>
            <a:prstGeom prst="bentConnector3">
              <a:avLst>
                <a:gd name="adj1" fmla="val 50000"/>
              </a:avLst>
            </a:prstGeom>
            <a:ln w="12700">
              <a:solidFill>
                <a:schemeClr val="tx1"/>
              </a:solidFill>
              <a:prstDash val="dash"/>
              <a:tailEnd type="triangle"/>
            </a:ln>
          </p:spPr>
          <p:style>
            <a:lnRef idx="1">
              <a:schemeClr val="accent1"/>
            </a:lnRef>
            <a:fillRef idx="0">
              <a:schemeClr val="accent1"/>
            </a:fillRef>
            <a:effectRef idx="0">
              <a:schemeClr val="accent1"/>
            </a:effectRef>
            <a:fontRef idx="minor">
              <a:schemeClr val="tx1"/>
            </a:fontRef>
          </p:style>
        </p:cxnSp>
      </p:grpSp>
      <p:sp>
        <p:nvSpPr>
          <p:cNvPr id="132" name="标注: 右箭头 131">
            <a:extLst>
              <a:ext uri="{FF2B5EF4-FFF2-40B4-BE49-F238E27FC236}">
                <a16:creationId xmlns:a16="http://schemas.microsoft.com/office/drawing/2014/main" id="{278D7B30-E065-4D76-9FBC-4351357F50D8}"/>
              </a:ext>
            </a:extLst>
          </p:cNvPr>
          <p:cNvSpPr/>
          <p:nvPr/>
        </p:nvSpPr>
        <p:spPr>
          <a:xfrm>
            <a:off x="8384284" y="4641142"/>
            <a:ext cx="1095639" cy="331788"/>
          </a:xfrm>
          <a:prstGeom prst="rightArrowCallout">
            <a:avLst>
              <a:gd name="adj1" fmla="val 25000"/>
              <a:gd name="adj2" fmla="val 25000"/>
              <a:gd name="adj3" fmla="val 25000"/>
              <a:gd name="adj4" fmla="val 86735"/>
            </a:avLst>
          </a:prstGeom>
        </p:spPr>
        <p:style>
          <a:lnRef idx="2">
            <a:schemeClr val="accent3">
              <a:shade val="50000"/>
            </a:schemeClr>
          </a:lnRef>
          <a:fillRef idx="1">
            <a:schemeClr val="accent3"/>
          </a:fillRef>
          <a:effectRef idx="0">
            <a:schemeClr val="accent3"/>
          </a:effectRef>
          <a:fontRef idx="minor">
            <a:schemeClr val="lt1"/>
          </a:fontRef>
        </p:style>
        <p:txBody>
          <a:bodyPr rtlCol="0" anchor="ctr"/>
          <a:lstStyle/>
          <a:p>
            <a:pPr algn="ctr"/>
            <a:r>
              <a:rPr lang="zh-CN" altLang="en-US" b="1" dirty="0"/>
              <a:t>广播</a:t>
            </a:r>
          </a:p>
        </p:txBody>
      </p:sp>
      <p:sp>
        <p:nvSpPr>
          <p:cNvPr id="133" name="标注: 右箭头 132">
            <a:extLst>
              <a:ext uri="{FF2B5EF4-FFF2-40B4-BE49-F238E27FC236}">
                <a16:creationId xmlns:a16="http://schemas.microsoft.com/office/drawing/2014/main" id="{46638DD7-2D41-4419-8BBB-0A0325D22ECC}"/>
              </a:ext>
            </a:extLst>
          </p:cNvPr>
          <p:cNvSpPr/>
          <p:nvPr/>
        </p:nvSpPr>
        <p:spPr>
          <a:xfrm>
            <a:off x="8384284" y="5572919"/>
            <a:ext cx="1095639" cy="331788"/>
          </a:xfrm>
          <a:prstGeom prst="rightArrowCallout">
            <a:avLst>
              <a:gd name="adj1" fmla="val 25000"/>
              <a:gd name="adj2" fmla="val 25000"/>
              <a:gd name="adj3" fmla="val 25000"/>
              <a:gd name="adj4" fmla="val 86735"/>
            </a:avLst>
          </a:prstGeom>
        </p:spPr>
        <p:style>
          <a:lnRef idx="2">
            <a:schemeClr val="accent3">
              <a:shade val="50000"/>
            </a:schemeClr>
          </a:lnRef>
          <a:fillRef idx="1">
            <a:schemeClr val="accent3"/>
          </a:fillRef>
          <a:effectRef idx="0">
            <a:schemeClr val="accent3"/>
          </a:effectRef>
          <a:fontRef idx="minor">
            <a:schemeClr val="lt1"/>
          </a:fontRef>
        </p:style>
        <p:txBody>
          <a:bodyPr rtlCol="0" anchor="ctr"/>
          <a:lstStyle/>
          <a:p>
            <a:pPr algn="ctr"/>
            <a:r>
              <a:rPr lang="zh-CN" altLang="en-US" b="1" dirty="0"/>
              <a:t>广播</a:t>
            </a:r>
          </a:p>
        </p:txBody>
      </p:sp>
      <p:sp>
        <p:nvSpPr>
          <p:cNvPr id="115" name="平行四边形 114">
            <a:extLst>
              <a:ext uri="{FF2B5EF4-FFF2-40B4-BE49-F238E27FC236}">
                <a16:creationId xmlns:a16="http://schemas.microsoft.com/office/drawing/2014/main" id="{982B6A7B-191A-6D5D-0988-A989A19CC9EB}"/>
              </a:ext>
            </a:extLst>
          </p:cNvPr>
          <p:cNvSpPr/>
          <p:nvPr/>
        </p:nvSpPr>
        <p:spPr>
          <a:xfrm>
            <a:off x="304799" y="749300"/>
            <a:ext cx="678493" cy="387090"/>
          </a:xfrm>
          <a:prstGeom prst="parallelogram">
            <a:avLst/>
          </a:prstGeom>
          <a:solidFill>
            <a:schemeClr val="accent3">
              <a:lumMod val="75000"/>
            </a:schemeClr>
          </a:solidFill>
          <a:ln>
            <a:solidFill>
              <a:schemeClr val="accent3">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CN" sz="2200" dirty="0">
                <a:latin typeface="Impact" panose="020B0806030902050204" pitchFamily="34" charset="0"/>
              </a:rPr>
              <a:t>03</a:t>
            </a:r>
            <a:endParaRPr lang="zh-CN" altLang="en-US" sz="2200" dirty="0">
              <a:latin typeface="Impact" panose="020B0806030902050204" pitchFamily="34" charset="0"/>
            </a:endParaRPr>
          </a:p>
        </p:txBody>
      </p:sp>
    </p:spTree>
    <p:custDataLst>
      <p:tags r:id="rId1"/>
    </p:custDataLst>
    <p:extLst>
      <p:ext uri="{BB962C8B-B14F-4D97-AF65-F5344CB8AC3E}">
        <p14:creationId xmlns:p14="http://schemas.microsoft.com/office/powerpoint/2010/main" val="2566910040"/>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2" fill="hold" grpId="0" nodeType="withEffect">
                                  <p:stCondLst>
                                    <p:cond delay="0"/>
                                  </p:stCondLst>
                                  <p:childTnLst>
                                    <p:set>
                                      <p:cBhvr>
                                        <p:cTn id="6" dur="1" fill="hold">
                                          <p:stCondLst>
                                            <p:cond delay="0"/>
                                          </p:stCondLst>
                                        </p:cTn>
                                        <p:tgtEl>
                                          <p:spTgt spid="11"/>
                                        </p:tgtEl>
                                        <p:attrNameLst>
                                          <p:attrName>style.visibility</p:attrName>
                                        </p:attrNameLst>
                                      </p:cBhvr>
                                      <p:to>
                                        <p:strVal val="visible"/>
                                      </p:to>
                                    </p:set>
                                    <p:anim calcmode="lin" valueType="num">
                                      <p:cBhvr additive="base">
                                        <p:cTn id="7" dur="500" fill="hold"/>
                                        <p:tgtEl>
                                          <p:spTgt spid="11"/>
                                        </p:tgtEl>
                                        <p:attrNameLst>
                                          <p:attrName>ppt_x</p:attrName>
                                        </p:attrNameLst>
                                      </p:cBhvr>
                                      <p:tavLst>
                                        <p:tav tm="0">
                                          <p:val>
                                            <p:strVal val="1+#ppt_w/2"/>
                                          </p:val>
                                        </p:tav>
                                        <p:tav tm="100000">
                                          <p:val>
                                            <p:strVal val="#ppt_x"/>
                                          </p:val>
                                        </p:tav>
                                      </p:tavLst>
                                    </p:anim>
                                    <p:anim calcmode="lin" valueType="num">
                                      <p:cBhvr additive="base">
                                        <p:cTn id="8" dur="500" fill="hold"/>
                                        <p:tgtEl>
                                          <p:spTgt spid="11"/>
                                        </p:tgtEl>
                                        <p:attrNameLst>
                                          <p:attrName>ppt_y</p:attrName>
                                        </p:attrNameLst>
                                      </p:cBhvr>
                                      <p:tavLst>
                                        <p:tav tm="0">
                                          <p:val>
                                            <p:strVal val="#ppt_y"/>
                                          </p:val>
                                        </p:tav>
                                        <p:tav tm="100000">
                                          <p:val>
                                            <p:strVal val="#ppt_y"/>
                                          </p:val>
                                        </p:tav>
                                      </p:tavLst>
                                    </p:anim>
                                  </p:childTnLst>
                                </p:cTn>
                              </p:par>
                            </p:childTnLst>
                          </p:cTn>
                        </p:par>
                      </p:childTnLst>
                    </p:cTn>
                  </p:par>
                  <p:par>
                    <p:cTn id="9" fill="hold">
                      <p:stCondLst>
                        <p:cond delay="indefinite"/>
                      </p:stCondLst>
                      <p:childTnLst>
                        <p:par>
                          <p:cTn id="10" fill="hold">
                            <p:stCondLst>
                              <p:cond delay="0"/>
                            </p:stCondLst>
                            <p:childTnLst>
                              <p:par>
                                <p:cTn id="11" presetID="12" presetClass="entr" presetSubtype="2" fill="hold" grpId="0" nodeType="clickEffect">
                                  <p:stCondLst>
                                    <p:cond delay="0"/>
                                  </p:stCondLst>
                                  <p:childTnLst>
                                    <p:set>
                                      <p:cBhvr>
                                        <p:cTn id="12" dur="1" fill="hold">
                                          <p:stCondLst>
                                            <p:cond delay="0"/>
                                          </p:stCondLst>
                                        </p:cTn>
                                        <p:tgtEl>
                                          <p:spTgt spid="100"/>
                                        </p:tgtEl>
                                        <p:attrNameLst>
                                          <p:attrName>style.visibility</p:attrName>
                                        </p:attrNameLst>
                                      </p:cBhvr>
                                      <p:to>
                                        <p:strVal val="visible"/>
                                      </p:to>
                                    </p:set>
                                    <p:anim calcmode="lin" valueType="num">
                                      <p:cBhvr additive="base">
                                        <p:cTn id="13" dur="500"/>
                                        <p:tgtEl>
                                          <p:spTgt spid="100"/>
                                        </p:tgtEl>
                                        <p:attrNameLst>
                                          <p:attrName>ppt_x</p:attrName>
                                        </p:attrNameLst>
                                      </p:cBhvr>
                                      <p:tavLst>
                                        <p:tav tm="0">
                                          <p:val>
                                            <p:strVal val="#ppt_x+#ppt_w*1.125000"/>
                                          </p:val>
                                        </p:tav>
                                        <p:tav tm="100000">
                                          <p:val>
                                            <p:strVal val="#ppt_x"/>
                                          </p:val>
                                        </p:tav>
                                      </p:tavLst>
                                    </p:anim>
                                    <p:animEffect transition="in" filter="wipe(left)">
                                      <p:cBhvr>
                                        <p:cTn id="14" dur="500"/>
                                        <p:tgtEl>
                                          <p:spTgt spid="100"/>
                                        </p:tgtEl>
                                      </p:cBhvr>
                                    </p:animEffect>
                                  </p:childTnLst>
                                </p:cTn>
                              </p:par>
                            </p:childTnLst>
                          </p:cTn>
                        </p:par>
                      </p:childTnLst>
                    </p:cTn>
                  </p:par>
                  <p:par>
                    <p:cTn id="15" fill="hold">
                      <p:stCondLst>
                        <p:cond delay="indefinite"/>
                      </p:stCondLst>
                      <p:childTnLst>
                        <p:par>
                          <p:cTn id="16" fill="hold">
                            <p:stCondLst>
                              <p:cond delay="0"/>
                            </p:stCondLst>
                            <p:childTnLst>
                              <p:par>
                                <p:cTn id="17" presetID="12" presetClass="entr" presetSubtype="2" fill="hold" grpId="0" nodeType="clickEffect">
                                  <p:stCondLst>
                                    <p:cond delay="0"/>
                                  </p:stCondLst>
                                  <p:childTnLst>
                                    <p:set>
                                      <p:cBhvr>
                                        <p:cTn id="18" dur="1" fill="hold">
                                          <p:stCondLst>
                                            <p:cond delay="0"/>
                                          </p:stCondLst>
                                        </p:cTn>
                                        <p:tgtEl>
                                          <p:spTgt spid="104"/>
                                        </p:tgtEl>
                                        <p:attrNameLst>
                                          <p:attrName>style.visibility</p:attrName>
                                        </p:attrNameLst>
                                      </p:cBhvr>
                                      <p:to>
                                        <p:strVal val="visible"/>
                                      </p:to>
                                    </p:set>
                                    <p:anim calcmode="lin" valueType="num">
                                      <p:cBhvr additive="base">
                                        <p:cTn id="19" dur="500"/>
                                        <p:tgtEl>
                                          <p:spTgt spid="104"/>
                                        </p:tgtEl>
                                        <p:attrNameLst>
                                          <p:attrName>ppt_x</p:attrName>
                                        </p:attrNameLst>
                                      </p:cBhvr>
                                      <p:tavLst>
                                        <p:tav tm="0">
                                          <p:val>
                                            <p:strVal val="#ppt_x+#ppt_w*1.125000"/>
                                          </p:val>
                                        </p:tav>
                                        <p:tav tm="100000">
                                          <p:val>
                                            <p:strVal val="#ppt_x"/>
                                          </p:val>
                                        </p:tav>
                                      </p:tavLst>
                                    </p:anim>
                                    <p:animEffect transition="in" filter="wipe(left)">
                                      <p:cBhvr>
                                        <p:cTn id="20" dur="500"/>
                                        <p:tgtEl>
                                          <p:spTgt spid="104"/>
                                        </p:tgtEl>
                                      </p:cBhvr>
                                    </p:animEffect>
                                  </p:childTnLst>
                                </p:cTn>
                              </p:par>
                            </p:childTnLst>
                          </p:cTn>
                        </p:par>
                      </p:childTnLst>
                    </p:cTn>
                  </p:par>
                  <p:par>
                    <p:cTn id="21" fill="hold">
                      <p:stCondLst>
                        <p:cond delay="indefinite"/>
                      </p:stCondLst>
                      <p:childTnLst>
                        <p:par>
                          <p:cTn id="22" fill="hold">
                            <p:stCondLst>
                              <p:cond delay="0"/>
                            </p:stCondLst>
                            <p:childTnLst>
                              <p:par>
                                <p:cTn id="23" presetID="8" presetClass="emph" presetSubtype="0" fill="hold" grpId="0" nodeType="clickEffect">
                                  <p:stCondLst>
                                    <p:cond delay="0"/>
                                  </p:stCondLst>
                                  <p:childTnLst>
                                    <p:animRot by="21600000">
                                      <p:cBhvr>
                                        <p:cTn id="24" dur="1000" fill="hold"/>
                                        <p:tgtEl>
                                          <p:spTgt spid="98"/>
                                        </p:tgtEl>
                                        <p:attrNameLst>
                                          <p:attrName>r</p:attrName>
                                        </p:attrNameLst>
                                      </p:cBhvr>
                                    </p:animRot>
                                  </p:childTnLst>
                                </p:cTn>
                              </p:par>
                            </p:childTnLst>
                          </p:cTn>
                        </p:par>
                      </p:childTnLst>
                    </p:cTn>
                  </p:par>
                  <p:par>
                    <p:cTn id="25" fill="hold">
                      <p:stCondLst>
                        <p:cond delay="indefinite"/>
                      </p:stCondLst>
                      <p:childTnLst>
                        <p:par>
                          <p:cTn id="26" fill="hold">
                            <p:stCondLst>
                              <p:cond delay="0"/>
                            </p:stCondLst>
                            <p:childTnLst>
                              <p:par>
                                <p:cTn id="27" presetID="12" presetClass="entr" presetSubtype="1" fill="hold" grpId="0" nodeType="clickEffect">
                                  <p:stCondLst>
                                    <p:cond delay="0"/>
                                  </p:stCondLst>
                                  <p:childTnLst>
                                    <p:set>
                                      <p:cBhvr>
                                        <p:cTn id="28" dur="1" fill="hold">
                                          <p:stCondLst>
                                            <p:cond delay="0"/>
                                          </p:stCondLst>
                                        </p:cTn>
                                        <p:tgtEl>
                                          <p:spTgt spid="108"/>
                                        </p:tgtEl>
                                        <p:attrNameLst>
                                          <p:attrName>style.visibility</p:attrName>
                                        </p:attrNameLst>
                                      </p:cBhvr>
                                      <p:to>
                                        <p:strVal val="visible"/>
                                      </p:to>
                                    </p:set>
                                    <p:anim calcmode="lin" valueType="num">
                                      <p:cBhvr additive="base">
                                        <p:cTn id="29" dur="500"/>
                                        <p:tgtEl>
                                          <p:spTgt spid="108"/>
                                        </p:tgtEl>
                                        <p:attrNameLst>
                                          <p:attrName>ppt_y</p:attrName>
                                        </p:attrNameLst>
                                      </p:cBhvr>
                                      <p:tavLst>
                                        <p:tav tm="0">
                                          <p:val>
                                            <p:strVal val="#ppt_y-#ppt_h*1.125000"/>
                                          </p:val>
                                        </p:tav>
                                        <p:tav tm="100000">
                                          <p:val>
                                            <p:strVal val="#ppt_y"/>
                                          </p:val>
                                        </p:tav>
                                      </p:tavLst>
                                    </p:anim>
                                    <p:animEffect transition="in" filter="wipe(down)">
                                      <p:cBhvr>
                                        <p:cTn id="30" dur="500"/>
                                        <p:tgtEl>
                                          <p:spTgt spid="108"/>
                                        </p:tgtEl>
                                      </p:cBhvr>
                                    </p:animEffect>
                                  </p:childTnLst>
                                </p:cTn>
                              </p:par>
                            </p:childTnLst>
                          </p:cTn>
                        </p:par>
                      </p:childTnLst>
                    </p:cTn>
                  </p:par>
                  <p:par>
                    <p:cTn id="31" fill="hold">
                      <p:stCondLst>
                        <p:cond delay="indefinite"/>
                      </p:stCondLst>
                      <p:childTnLst>
                        <p:par>
                          <p:cTn id="32" fill="hold">
                            <p:stCondLst>
                              <p:cond delay="0"/>
                            </p:stCondLst>
                            <p:childTnLst>
                              <p:par>
                                <p:cTn id="33" presetID="22" presetClass="entr" presetSubtype="8" fill="hold" nodeType="clickEffect">
                                  <p:stCondLst>
                                    <p:cond delay="0"/>
                                  </p:stCondLst>
                                  <p:childTnLst>
                                    <p:set>
                                      <p:cBhvr>
                                        <p:cTn id="34" dur="1" fill="hold">
                                          <p:stCondLst>
                                            <p:cond delay="0"/>
                                          </p:stCondLst>
                                        </p:cTn>
                                        <p:tgtEl>
                                          <p:spTgt spid="112"/>
                                        </p:tgtEl>
                                        <p:attrNameLst>
                                          <p:attrName>style.visibility</p:attrName>
                                        </p:attrNameLst>
                                      </p:cBhvr>
                                      <p:to>
                                        <p:strVal val="visible"/>
                                      </p:to>
                                    </p:set>
                                    <p:animEffect transition="in" filter="wipe(left)">
                                      <p:cBhvr>
                                        <p:cTn id="35" dur="500"/>
                                        <p:tgtEl>
                                          <p:spTgt spid="112"/>
                                        </p:tgtEl>
                                      </p:cBhvr>
                                    </p:animEffect>
                                  </p:childTnLst>
                                </p:cTn>
                              </p:par>
                            </p:childTnLst>
                          </p:cTn>
                        </p:par>
                      </p:childTnLst>
                    </p:cTn>
                  </p:par>
                  <p:par>
                    <p:cTn id="36" fill="hold">
                      <p:stCondLst>
                        <p:cond delay="indefinite"/>
                      </p:stCondLst>
                      <p:childTnLst>
                        <p:par>
                          <p:cTn id="37" fill="hold">
                            <p:stCondLst>
                              <p:cond delay="0"/>
                            </p:stCondLst>
                            <p:childTnLst>
                              <p:par>
                                <p:cTn id="38" presetID="12" presetClass="entr" presetSubtype="8" fill="hold" grpId="0" nodeType="clickEffect">
                                  <p:stCondLst>
                                    <p:cond delay="0"/>
                                  </p:stCondLst>
                                  <p:childTnLst>
                                    <p:set>
                                      <p:cBhvr>
                                        <p:cTn id="39" dur="1" fill="hold">
                                          <p:stCondLst>
                                            <p:cond delay="0"/>
                                          </p:stCondLst>
                                        </p:cTn>
                                        <p:tgtEl>
                                          <p:spTgt spid="113"/>
                                        </p:tgtEl>
                                        <p:attrNameLst>
                                          <p:attrName>style.visibility</p:attrName>
                                        </p:attrNameLst>
                                      </p:cBhvr>
                                      <p:to>
                                        <p:strVal val="visible"/>
                                      </p:to>
                                    </p:set>
                                    <p:anim calcmode="lin" valueType="num">
                                      <p:cBhvr additive="base">
                                        <p:cTn id="40" dur="500"/>
                                        <p:tgtEl>
                                          <p:spTgt spid="113"/>
                                        </p:tgtEl>
                                        <p:attrNameLst>
                                          <p:attrName>ppt_x</p:attrName>
                                        </p:attrNameLst>
                                      </p:cBhvr>
                                      <p:tavLst>
                                        <p:tav tm="0">
                                          <p:val>
                                            <p:strVal val="#ppt_x-#ppt_w*1.125000"/>
                                          </p:val>
                                        </p:tav>
                                        <p:tav tm="100000">
                                          <p:val>
                                            <p:strVal val="#ppt_x"/>
                                          </p:val>
                                        </p:tav>
                                      </p:tavLst>
                                    </p:anim>
                                    <p:animEffect transition="in" filter="wipe(right)">
                                      <p:cBhvr>
                                        <p:cTn id="41" dur="500"/>
                                        <p:tgtEl>
                                          <p:spTgt spid="113"/>
                                        </p:tgtEl>
                                      </p:cBhvr>
                                    </p:animEffect>
                                  </p:childTnLst>
                                </p:cTn>
                              </p:par>
                            </p:childTnLst>
                          </p:cTn>
                        </p:par>
                      </p:childTnLst>
                    </p:cTn>
                  </p:par>
                  <p:par>
                    <p:cTn id="42" fill="hold">
                      <p:stCondLst>
                        <p:cond delay="indefinite"/>
                      </p:stCondLst>
                      <p:childTnLst>
                        <p:par>
                          <p:cTn id="43" fill="hold">
                            <p:stCondLst>
                              <p:cond delay="0"/>
                            </p:stCondLst>
                            <p:childTnLst>
                              <p:par>
                                <p:cTn id="44" presetID="22" presetClass="entr" presetSubtype="1" fill="hold" nodeType="clickEffect">
                                  <p:stCondLst>
                                    <p:cond delay="0"/>
                                  </p:stCondLst>
                                  <p:childTnLst>
                                    <p:set>
                                      <p:cBhvr>
                                        <p:cTn id="45" dur="1" fill="hold">
                                          <p:stCondLst>
                                            <p:cond delay="0"/>
                                          </p:stCondLst>
                                        </p:cTn>
                                        <p:tgtEl>
                                          <p:spTgt spid="114"/>
                                        </p:tgtEl>
                                        <p:attrNameLst>
                                          <p:attrName>style.visibility</p:attrName>
                                        </p:attrNameLst>
                                      </p:cBhvr>
                                      <p:to>
                                        <p:strVal val="visible"/>
                                      </p:to>
                                    </p:set>
                                    <p:animEffect transition="in" filter="wipe(up)">
                                      <p:cBhvr>
                                        <p:cTn id="46" dur="500"/>
                                        <p:tgtEl>
                                          <p:spTgt spid="114"/>
                                        </p:tgtEl>
                                      </p:cBhvr>
                                    </p:animEffect>
                                  </p:childTnLst>
                                </p:cTn>
                              </p:par>
                            </p:childTnLst>
                          </p:cTn>
                        </p:par>
                      </p:childTnLst>
                    </p:cTn>
                  </p:par>
                  <p:par>
                    <p:cTn id="47" fill="hold">
                      <p:stCondLst>
                        <p:cond delay="indefinite"/>
                      </p:stCondLst>
                      <p:childTnLst>
                        <p:par>
                          <p:cTn id="48" fill="hold">
                            <p:stCondLst>
                              <p:cond delay="0"/>
                            </p:stCondLst>
                            <p:childTnLst>
                              <p:par>
                                <p:cTn id="49" presetID="12" presetClass="entr" presetSubtype="1" fill="hold" nodeType="clickEffect">
                                  <p:stCondLst>
                                    <p:cond delay="0"/>
                                  </p:stCondLst>
                                  <p:childTnLst>
                                    <p:set>
                                      <p:cBhvr>
                                        <p:cTn id="50" dur="1" fill="hold">
                                          <p:stCondLst>
                                            <p:cond delay="0"/>
                                          </p:stCondLst>
                                        </p:cTn>
                                        <p:tgtEl>
                                          <p:spTgt spid="10"/>
                                        </p:tgtEl>
                                        <p:attrNameLst>
                                          <p:attrName>style.visibility</p:attrName>
                                        </p:attrNameLst>
                                      </p:cBhvr>
                                      <p:to>
                                        <p:strVal val="visible"/>
                                      </p:to>
                                    </p:set>
                                    <p:anim calcmode="lin" valueType="num">
                                      <p:cBhvr additive="base">
                                        <p:cTn id="51" dur="500"/>
                                        <p:tgtEl>
                                          <p:spTgt spid="10"/>
                                        </p:tgtEl>
                                        <p:attrNameLst>
                                          <p:attrName>ppt_y</p:attrName>
                                        </p:attrNameLst>
                                      </p:cBhvr>
                                      <p:tavLst>
                                        <p:tav tm="0">
                                          <p:val>
                                            <p:strVal val="#ppt_y-#ppt_h*1.125000"/>
                                          </p:val>
                                        </p:tav>
                                        <p:tav tm="100000">
                                          <p:val>
                                            <p:strVal val="#ppt_y"/>
                                          </p:val>
                                        </p:tav>
                                      </p:tavLst>
                                    </p:anim>
                                    <p:animEffect transition="in" filter="wipe(down)">
                                      <p:cBhvr>
                                        <p:cTn id="52" dur="500"/>
                                        <p:tgtEl>
                                          <p:spTgt spid="10"/>
                                        </p:tgtEl>
                                      </p:cBhvr>
                                    </p:animEffect>
                                  </p:childTnLst>
                                </p:cTn>
                              </p:par>
                            </p:childTnLst>
                          </p:cTn>
                        </p:par>
                      </p:childTnLst>
                    </p:cTn>
                  </p:par>
                  <p:par>
                    <p:cTn id="53" fill="hold">
                      <p:stCondLst>
                        <p:cond delay="indefinite"/>
                      </p:stCondLst>
                      <p:childTnLst>
                        <p:par>
                          <p:cTn id="54" fill="hold">
                            <p:stCondLst>
                              <p:cond delay="0"/>
                            </p:stCondLst>
                            <p:childTnLst>
                              <p:par>
                                <p:cTn id="55" presetID="12" presetClass="entr" presetSubtype="1" fill="hold" nodeType="clickEffect">
                                  <p:stCondLst>
                                    <p:cond delay="0"/>
                                  </p:stCondLst>
                                  <p:childTnLst>
                                    <p:set>
                                      <p:cBhvr>
                                        <p:cTn id="56" dur="1" fill="hold">
                                          <p:stCondLst>
                                            <p:cond delay="0"/>
                                          </p:stCondLst>
                                        </p:cTn>
                                        <p:tgtEl>
                                          <p:spTgt spid="127"/>
                                        </p:tgtEl>
                                        <p:attrNameLst>
                                          <p:attrName>style.visibility</p:attrName>
                                        </p:attrNameLst>
                                      </p:cBhvr>
                                      <p:to>
                                        <p:strVal val="visible"/>
                                      </p:to>
                                    </p:set>
                                    <p:anim calcmode="lin" valueType="num">
                                      <p:cBhvr additive="base">
                                        <p:cTn id="57" dur="500"/>
                                        <p:tgtEl>
                                          <p:spTgt spid="127"/>
                                        </p:tgtEl>
                                        <p:attrNameLst>
                                          <p:attrName>ppt_y</p:attrName>
                                        </p:attrNameLst>
                                      </p:cBhvr>
                                      <p:tavLst>
                                        <p:tav tm="0">
                                          <p:val>
                                            <p:strVal val="#ppt_y-#ppt_h*1.125000"/>
                                          </p:val>
                                        </p:tav>
                                        <p:tav tm="100000">
                                          <p:val>
                                            <p:strVal val="#ppt_y"/>
                                          </p:val>
                                        </p:tav>
                                      </p:tavLst>
                                    </p:anim>
                                    <p:animEffect transition="in" filter="wipe(down)">
                                      <p:cBhvr>
                                        <p:cTn id="58" dur="500"/>
                                        <p:tgtEl>
                                          <p:spTgt spid="127"/>
                                        </p:tgtEl>
                                      </p:cBhvr>
                                    </p:animEffect>
                                  </p:childTnLst>
                                </p:cTn>
                              </p:par>
                            </p:childTnLst>
                          </p:cTn>
                        </p:par>
                      </p:childTnLst>
                    </p:cTn>
                  </p:par>
                  <p:par>
                    <p:cTn id="59" fill="hold">
                      <p:stCondLst>
                        <p:cond delay="indefinite"/>
                      </p:stCondLst>
                      <p:childTnLst>
                        <p:par>
                          <p:cTn id="60" fill="hold">
                            <p:stCondLst>
                              <p:cond delay="0"/>
                            </p:stCondLst>
                            <p:childTnLst>
                              <p:par>
                                <p:cTn id="61" presetID="22" presetClass="entr" presetSubtype="8" fill="hold" nodeType="clickEffect">
                                  <p:stCondLst>
                                    <p:cond delay="0"/>
                                  </p:stCondLst>
                                  <p:childTnLst>
                                    <p:set>
                                      <p:cBhvr>
                                        <p:cTn id="62" dur="1" fill="hold">
                                          <p:stCondLst>
                                            <p:cond delay="0"/>
                                          </p:stCondLst>
                                        </p:cTn>
                                        <p:tgtEl>
                                          <p:spTgt spid="17"/>
                                        </p:tgtEl>
                                        <p:attrNameLst>
                                          <p:attrName>style.visibility</p:attrName>
                                        </p:attrNameLst>
                                      </p:cBhvr>
                                      <p:to>
                                        <p:strVal val="visible"/>
                                      </p:to>
                                    </p:set>
                                    <p:animEffect transition="in" filter="wipe(left)">
                                      <p:cBhvr>
                                        <p:cTn id="63" dur="500"/>
                                        <p:tgtEl>
                                          <p:spTgt spid="17"/>
                                        </p:tgtEl>
                                      </p:cBhvr>
                                    </p:animEffect>
                                  </p:childTnLst>
                                </p:cTn>
                              </p:par>
                            </p:childTnLst>
                          </p:cTn>
                        </p:par>
                      </p:childTnLst>
                    </p:cTn>
                  </p:par>
                  <p:par>
                    <p:cTn id="64" fill="hold">
                      <p:stCondLst>
                        <p:cond delay="indefinite"/>
                      </p:stCondLst>
                      <p:childTnLst>
                        <p:par>
                          <p:cTn id="65" fill="hold">
                            <p:stCondLst>
                              <p:cond delay="0"/>
                            </p:stCondLst>
                            <p:childTnLst>
                              <p:par>
                                <p:cTn id="66" presetID="12" presetClass="entr" presetSubtype="8" fill="hold" grpId="0" nodeType="clickEffect">
                                  <p:stCondLst>
                                    <p:cond delay="0"/>
                                  </p:stCondLst>
                                  <p:childTnLst>
                                    <p:set>
                                      <p:cBhvr>
                                        <p:cTn id="67" dur="1" fill="hold">
                                          <p:stCondLst>
                                            <p:cond delay="0"/>
                                          </p:stCondLst>
                                        </p:cTn>
                                        <p:tgtEl>
                                          <p:spTgt spid="132"/>
                                        </p:tgtEl>
                                        <p:attrNameLst>
                                          <p:attrName>style.visibility</p:attrName>
                                        </p:attrNameLst>
                                      </p:cBhvr>
                                      <p:to>
                                        <p:strVal val="visible"/>
                                      </p:to>
                                    </p:set>
                                    <p:anim calcmode="lin" valueType="num">
                                      <p:cBhvr additive="base">
                                        <p:cTn id="68" dur="500"/>
                                        <p:tgtEl>
                                          <p:spTgt spid="132"/>
                                        </p:tgtEl>
                                        <p:attrNameLst>
                                          <p:attrName>ppt_x</p:attrName>
                                        </p:attrNameLst>
                                      </p:cBhvr>
                                      <p:tavLst>
                                        <p:tav tm="0">
                                          <p:val>
                                            <p:strVal val="#ppt_x-#ppt_w*1.125000"/>
                                          </p:val>
                                        </p:tav>
                                        <p:tav tm="100000">
                                          <p:val>
                                            <p:strVal val="#ppt_x"/>
                                          </p:val>
                                        </p:tav>
                                      </p:tavLst>
                                    </p:anim>
                                    <p:animEffect transition="in" filter="wipe(right)">
                                      <p:cBhvr>
                                        <p:cTn id="69" dur="500"/>
                                        <p:tgtEl>
                                          <p:spTgt spid="132"/>
                                        </p:tgtEl>
                                      </p:cBhvr>
                                    </p:animEffect>
                                  </p:childTnLst>
                                </p:cTn>
                              </p:par>
                              <p:par>
                                <p:cTn id="70" presetID="12" presetClass="entr" presetSubtype="8" fill="hold" grpId="0" nodeType="withEffect">
                                  <p:stCondLst>
                                    <p:cond delay="0"/>
                                  </p:stCondLst>
                                  <p:childTnLst>
                                    <p:set>
                                      <p:cBhvr>
                                        <p:cTn id="71" dur="1" fill="hold">
                                          <p:stCondLst>
                                            <p:cond delay="0"/>
                                          </p:stCondLst>
                                        </p:cTn>
                                        <p:tgtEl>
                                          <p:spTgt spid="133"/>
                                        </p:tgtEl>
                                        <p:attrNameLst>
                                          <p:attrName>style.visibility</p:attrName>
                                        </p:attrNameLst>
                                      </p:cBhvr>
                                      <p:to>
                                        <p:strVal val="visible"/>
                                      </p:to>
                                    </p:set>
                                    <p:anim calcmode="lin" valueType="num">
                                      <p:cBhvr additive="base">
                                        <p:cTn id="72" dur="500"/>
                                        <p:tgtEl>
                                          <p:spTgt spid="133"/>
                                        </p:tgtEl>
                                        <p:attrNameLst>
                                          <p:attrName>ppt_x</p:attrName>
                                        </p:attrNameLst>
                                      </p:cBhvr>
                                      <p:tavLst>
                                        <p:tav tm="0">
                                          <p:val>
                                            <p:strVal val="#ppt_x-#ppt_w*1.125000"/>
                                          </p:val>
                                        </p:tav>
                                        <p:tav tm="100000">
                                          <p:val>
                                            <p:strVal val="#ppt_x"/>
                                          </p:val>
                                        </p:tav>
                                      </p:tavLst>
                                    </p:anim>
                                    <p:animEffect transition="in" filter="wipe(right)">
                                      <p:cBhvr>
                                        <p:cTn id="73" dur="500"/>
                                        <p:tgtEl>
                                          <p:spTgt spid="133"/>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13" grpId="0" animBg="1"/>
      <p:bldP spid="108" grpId="0" animBg="1"/>
      <p:bldP spid="100" grpId="0" animBg="1"/>
      <p:bldP spid="11" grpId="0"/>
      <p:bldP spid="98" grpId="0" animBg="1"/>
      <p:bldP spid="104" grpId="0" animBg="1"/>
      <p:bldP spid="132" grpId="0" animBg="1"/>
      <p:bldP spid="133" grpId="0" animBg="1"/>
    </p:bldLst>
  </p:timing>
</p:sld>
</file>

<file path=ppt/slides/slide49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4" name="组合 3">
            <a:extLst>
              <a:ext uri="{FF2B5EF4-FFF2-40B4-BE49-F238E27FC236}">
                <a16:creationId xmlns:a16="http://schemas.microsoft.com/office/drawing/2014/main" id="{9A1EA9F2-FCB6-48C3-935F-7AE7E3AD14AC}"/>
              </a:ext>
            </a:extLst>
          </p:cNvPr>
          <p:cNvGrpSpPr/>
          <p:nvPr/>
        </p:nvGrpSpPr>
        <p:grpSpPr>
          <a:xfrm>
            <a:off x="304800" y="749300"/>
            <a:ext cx="4938199" cy="400110"/>
            <a:chOff x="424117" y="898245"/>
            <a:chExt cx="4938199" cy="400110"/>
          </a:xfrm>
        </p:grpSpPr>
        <p:sp>
          <p:nvSpPr>
            <p:cNvPr id="2" name="平行四边形 1">
              <a:extLst>
                <a:ext uri="{FF2B5EF4-FFF2-40B4-BE49-F238E27FC236}">
                  <a16:creationId xmlns:a16="http://schemas.microsoft.com/office/drawing/2014/main" id="{1F5BAA3F-9845-4F89-A2DD-8222D3E4EDAC}"/>
                </a:ext>
              </a:extLst>
            </p:cNvPr>
            <p:cNvSpPr/>
            <p:nvPr/>
          </p:nvSpPr>
          <p:spPr>
            <a:xfrm>
              <a:off x="424117" y="898245"/>
              <a:ext cx="628306" cy="387090"/>
            </a:xfrm>
            <a:prstGeom prst="parallelogram">
              <a:avLst/>
            </a:prstGeom>
            <a:solidFill>
              <a:schemeClr val="accent3">
                <a:lumMod val="75000"/>
              </a:schemeClr>
            </a:solidFill>
            <a:ln>
              <a:solidFill>
                <a:schemeClr val="accent3">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CN" sz="2200" dirty="0">
                  <a:latin typeface="Impact" panose="020B0806030902050204" pitchFamily="34" charset="0"/>
                </a:rPr>
                <a:t>01</a:t>
              </a:r>
              <a:endParaRPr lang="zh-CN" altLang="en-US" sz="2200" dirty="0">
                <a:latin typeface="Impact" panose="020B0806030902050204" pitchFamily="34" charset="0"/>
              </a:endParaRPr>
            </a:p>
          </p:txBody>
        </p:sp>
        <p:sp>
          <p:nvSpPr>
            <p:cNvPr id="3" name="文本框 2">
              <a:extLst>
                <a:ext uri="{FF2B5EF4-FFF2-40B4-BE49-F238E27FC236}">
                  <a16:creationId xmlns:a16="http://schemas.microsoft.com/office/drawing/2014/main" id="{4D6BD736-A4D3-4F26-AFED-36E11F50F70B}"/>
                </a:ext>
              </a:extLst>
            </p:cNvPr>
            <p:cNvSpPr txBox="1"/>
            <p:nvPr/>
          </p:nvSpPr>
          <p:spPr>
            <a:xfrm>
              <a:off x="1052423" y="898245"/>
              <a:ext cx="4309893" cy="400110"/>
            </a:xfrm>
            <a:prstGeom prst="rect">
              <a:avLst/>
            </a:prstGeom>
            <a:noFill/>
          </p:spPr>
          <p:txBody>
            <a:bodyPr wrap="square" rtlCol="0">
              <a:spAutoFit/>
            </a:bodyPr>
            <a:lstStyle/>
            <a:p>
              <a:r>
                <a:rPr lang="zh-CN" altLang="en-US" sz="2000" b="1" dirty="0">
                  <a:solidFill>
                    <a:schemeClr val="tx1"/>
                  </a:solidFill>
                  <a:latin typeface="Arial Narrow" panose="020B0606020202030204" pitchFamily="34" charset="0"/>
                </a:rPr>
                <a:t>虚拟局域网</a:t>
              </a:r>
              <a:r>
                <a:rPr lang="en-US" altLang="zh-CN" sz="2000" b="1" dirty="0">
                  <a:solidFill>
                    <a:schemeClr val="tx1"/>
                  </a:solidFill>
                  <a:latin typeface="Arial Narrow" panose="020B0606020202030204" pitchFamily="34" charset="0"/>
                </a:rPr>
                <a:t>VLAN</a:t>
              </a:r>
              <a:r>
                <a:rPr lang="zh-CN" altLang="en-US" sz="2000" b="1" dirty="0">
                  <a:solidFill>
                    <a:schemeClr val="tx1"/>
                  </a:solidFill>
                  <a:latin typeface="Arial Narrow" panose="020B0606020202030204" pitchFamily="34" charset="0"/>
                </a:rPr>
                <a:t>的</a:t>
              </a:r>
              <a:r>
                <a:rPr lang="zh-CN" altLang="en-US" sz="2000" b="1" dirty="0">
                  <a:latin typeface="Arial Narrow" panose="020B0606020202030204" pitchFamily="34" charset="0"/>
                </a:rPr>
                <a:t>实现机制</a:t>
              </a:r>
              <a:endParaRPr lang="en-US" altLang="zh-CN" sz="2000" b="1" dirty="0">
                <a:solidFill>
                  <a:schemeClr val="tx1"/>
                </a:solidFill>
                <a:latin typeface="Arial Narrow" panose="020B0606020202030204" pitchFamily="34" charset="0"/>
              </a:endParaRPr>
            </a:p>
          </p:txBody>
        </p:sp>
      </p:grpSp>
      <p:sp>
        <p:nvSpPr>
          <p:cNvPr id="9" name="文本框 8">
            <a:extLst>
              <a:ext uri="{FF2B5EF4-FFF2-40B4-BE49-F238E27FC236}">
                <a16:creationId xmlns:a16="http://schemas.microsoft.com/office/drawing/2014/main" id="{7E01F55D-5303-4639-8DD9-B3123C1AE516}"/>
              </a:ext>
            </a:extLst>
          </p:cNvPr>
          <p:cNvSpPr txBox="1"/>
          <p:nvPr/>
        </p:nvSpPr>
        <p:spPr>
          <a:xfrm>
            <a:off x="4141958" y="742690"/>
            <a:ext cx="4443242" cy="400110"/>
          </a:xfrm>
          <a:prstGeom prst="rect">
            <a:avLst/>
          </a:prstGeom>
          <a:noFill/>
        </p:spPr>
        <p:txBody>
          <a:bodyPr wrap="square" rtlCol="0">
            <a:spAutoFit/>
          </a:bodyPr>
          <a:lstStyle/>
          <a:p>
            <a:r>
              <a:rPr lang="en-US" altLang="zh-CN" sz="2000" b="1" dirty="0">
                <a:solidFill>
                  <a:schemeClr val="accent3">
                    <a:lumMod val="75000"/>
                  </a:schemeClr>
                </a:solidFill>
                <a:latin typeface="Arial Narrow" panose="020B0606020202030204" pitchFamily="34" charset="0"/>
              </a:rPr>
              <a:t>——  </a:t>
            </a:r>
            <a:r>
              <a:rPr lang="zh-CN" altLang="en-US" sz="2000" b="1" dirty="0">
                <a:solidFill>
                  <a:schemeClr val="accent3">
                    <a:lumMod val="75000"/>
                  </a:schemeClr>
                </a:solidFill>
                <a:latin typeface="Arial Narrow" panose="020B0606020202030204" pitchFamily="34" charset="0"/>
              </a:rPr>
              <a:t>以太网交换机的接口类型</a:t>
            </a:r>
            <a:endParaRPr lang="en-US" altLang="zh-CN" sz="2000" b="1" dirty="0">
              <a:solidFill>
                <a:schemeClr val="accent3">
                  <a:lumMod val="75000"/>
                </a:schemeClr>
              </a:solidFill>
              <a:latin typeface="Arial Narrow" panose="020B0606020202030204" pitchFamily="34" charset="0"/>
            </a:endParaRPr>
          </a:p>
        </p:txBody>
      </p:sp>
      <p:sp>
        <p:nvSpPr>
          <p:cNvPr id="5" name="矩形 4">
            <a:extLst>
              <a:ext uri="{FF2B5EF4-FFF2-40B4-BE49-F238E27FC236}">
                <a16:creationId xmlns:a16="http://schemas.microsoft.com/office/drawing/2014/main" id="{D504F08D-82BB-4E58-B523-C0911680D8A7}"/>
              </a:ext>
            </a:extLst>
          </p:cNvPr>
          <p:cNvSpPr/>
          <p:nvPr/>
        </p:nvSpPr>
        <p:spPr>
          <a:xfrm>
            <a:off x="539406" y="1244600"/>
            <a:ext cx="5327994" cy="552450"/>
          </a:xfrm>
          <a:prstGeom prst="rect">
            <a:avLst/>
          </a:prstGeom>
        </p:spPr>
        <p:style>
          <a:lnRef idx="2">
            <a:schemeClr val="accent4">
              <a:shade val="50000"/>
            </a:schemeClr>
          </a:lnRef>
          <a:fillRef idx="1">
            <a:schemeClr val="accent4"/>
          </a:fillRef>
          <a:effectRef idx="0">
            <a:schemeClr val="accent4"/>
          </a:effectRef>
          <a:fontRef idx="minor">
            <a:schemeClr val="lt1"/>
          </a:fontRef>
        </p:style>
        <p:txBody>
          <a:bodyPr rtlCol="0" anchor="ctr"/>
          <a:lstStyle/>
          <a:p>
            <a:pPr algn="ctr"/>
            <a:r>
              <a:rPr lang="en-US" altLang="zh-CN" b="1" dirty="0"/>
              <a:t>Access</a:t>
            </a:r>
            <a:r>
              <a:rPr lang="zh-CN" altLang="en-US" b="1" dirty="0"/>
              <a:t>接口</a:t>
            </a:r>
          </a:p>
        </p:txBody>
      </p:sp>
      <p:sp>
        <p:nvSpPr>
          <p:cNvPr id="115" name="矩形 114">
            <a:extLst>
              <a:ext uri="{FF2B5EF4-FFF2-40B4-BE49-F238E27FC236}">
                <a16:creationId xmlns:a16="http://schemas.microsoft.com/office/drawing/2014/main" id="{C0A95C3D-4F08-4E06-8934-07B4505E370A}"/>
              </a:ext>
            </a:extLst>
          </p:cNvPr>
          <p:cNvSpPr/>
          <p:nvPr/>
        </p:nvSpPr>
        <p:spPr>
          <a:xfrm>
            <a:off x="539406" y="1797050"/>
            <a:ext cx="5327994" cy="4641850"/>
          </a:xfrm>
          <a:prstGeom prst="rect">
            <a:avLst/>
          </a:prstGeom>
          <a:noFill/>
        </p:spPr>
        <p:style>
          <a:lnRef idx="2">
            <a:schemeClr val="accent4">
              <a:shade val="50000"/>
            </a:schemeClr>
          </a:lnRef>
          <a:fillRef idx="1">
            <a:schemeClr val="accent4"/>
          </a:fillRef>
          <a:effectRef idx="0">
            <a:schemeClr val="accent4"/>
          </a:effectRef>
          <a:fontRef idx="minor">
            <a:schemeClr val="lt1"/>
          </a:fontRef>
        </p:style>
        <p:txBody>
          <a:bodyPr rtlCol="0" anchor="ctr"/>
          <a:lstStyle/>
          <a:p>
            <a:pPr algn="ctr"/>
            <a:endParaRPr lang="zh-CN" altLang="en-US" b="1" dirty="0"/>
          </a:p>
        </p:txBody>
      </p:sp>
      <p:sp>
        <p:nvSpPr>
          <p:cNvPr id="118" name="矩形 117">
            <a:extLst>
              <a:ext uri="{FF2B5EF4-FFF2-40B4-BE49-F238E27FC236}">
                <a16:creationId xmlns:a16="http://schemas.microsoft.com/office/drawing/2014/main" id="{96AEBF0E-D6BD-4FD8-8518-68FE4C428770}"/>
              </a:ext>
            </a:extLst>
          </p:cNvPr>
          <p:cNvSpPr/>
          <p:nvPr/>
        </p:nvSpPr>
        <p:spPr>
          <a:xfrm>
            <a:off x="6324600" y="1244600"/>
            <a:ext cx="5327994" cy="552450"/>
          </a:xfrm>
          <a:prstGeom prst="rect">
            <a:avLst/>
          </a:prstGeom>
        </p:spPr>
        <p:style>
          <a:lnRef idx="2">
            <a:schemeClr val="accent3">
              <a:shade val="50000"/>
            </a:schemeClr>
          </a:lnRef>
          <a:fillRef idx="1">
            <a:schemeClr val="accent3"/>
          </a:fillRef>
          <a:effectRef idx="0">
            <a:schemeClr val="accent3"/>
          </a:effectRef>
          <a:fontRef idx="minor">
            <a:schemeClr val="lt1"/>
          </a:fontRef>
        </p:style>
        <p:txBody>
          <a:bodyPr rtlCol="0" anchor="ctr"/>
          <a:lstStyle/>
          <a:p>
            <a:pPr algn="ctr"/>
            <a:r>
              <a:rPr lang="en-US" altLang="zh-CN" b="1" dirty="0"/>
              <a:t>Trunk</a:t>
            </a:r>
            <a:r>
              <a:rPr lang="zh-CN" altLang="en-US" b="1" dirty="0"/>
              <a:t>接口</a:t>
            </a:r>
          </a:p>
        </p:txBody>
      </p:sp>
      <p:sp>
        <p:nvSpPr>
          <p:cNvPr id="119" name="矩形 118">
            <a:extLst>
              <a:ext uri="{FF2B5EF4-FFF2-40B4-BE49-F238E27FC236}">
                <a16:creationId xmlns:a16="http://schemas.microsoft.com/office/drawing/2014/main" id="{C80F18CF-3AA9-4FAD-BEE9-426D6A5759C5}"/>
              </a:ext>
            </a:extLst>
          </p:cNvPr>
          <p:cNvSpPr/>
          <p:nvPr/>
        </p:nvSpPr>
        <p:spPr>
          <a:xfrm>
            <a:off x="6324600" y="1752600"/>
            <a:ext cx="5327994" cy="4686300"/>
          </a:xfrm>
          <a:prstGeom prst="rect">
            <a:avLst/>
          </a:prstGeom>
          <a:noFill/>
          <a:ln>
            <a:solidFill>
              <a:schemeClr val="accent3"/>
            </a:solidFill>
          </a:ln>
        </p:spPr>
        <p:style>
          <a:lnRef idx="2">
            <a:schemeClr val="accent4">
              <a:shade val="50000"/>
            </a:schemeClr>
          </a:lnRef>
          <a:fillRef idx="1">
            <a:schemeClr val="accent4"/>
          </a:fillRef>
          <a:effectRef idx="0">
            <a:schemeClr val="accent4"/>
          </a:effectRef>
          <a:fontRef idx="minor">
            <a:schemeClr val="lt1"/>
          </a:fontRef>
        </p:style>
        <p:txBody>
          <a:bodyPr rtlCol="0" anchor="ctr"/>
          <a:lstStyle/>
          <a:p>
            <a:pPr algn="ctr"/>
            <a:endParaRPr lang="zh-CN" altLang="en-US" b="1" dirty="0"/>
          </a:p>
        </p:txBody>
      </p:sp>
      <p:sp>
        <p:nvSpPr>
          <p:cNvPr id="120" name="íşlïḍè">
            <a:extLst>
              <a:ext uri="{FF2B5EF4-FFF2-40B4-BE49-F238E27FC236}">
                <a16:creationId xmlns:a16="http://schemas.microsoft.com/office/drawing/2014/main" id="{3F2A27E6-F23F-487D-8ADE-08A18DDE3E45}"/>
              </a:ext>
            </a:extLst>
          </p:cNvPr>
          <p:cNvSpPr txBox="1"/>
          <p:nvPr/>
        </p:nvSpPr>
        <p:spPr>
          <a:xfrm>
            <a:off x="539406" y="1809750"/>
            <a:ext cx="5327994" cy="908050"/>
          </a:xfrm>
          <a:prstGeom prst="rect">
            <a:avLst/>
          </a:prstGeom>
          <a:noFill/>
        </p:spPr>
        <p:txBody>
          <a:bodyPr wrap="square" lIns="91440" tIns="45720" rIns="91440" bIns="45720" anchor="ctr">
            <a:noAutofit/>
          </a:bodyPr>
          <a:lstStyle/>
          <a:p>
            <a:r>
              <a:rPr lang="en-US" altLang="zh-CN" b="1" dirty="0">
                <a:latin typeface="Arial Narrow" panose="020B0606020202030204" pitchFamily="34" charset="0"/>
              </a:rPr>
              <a:t>         Access</a:t>
            </a:r>
            <a:r>
              <a:rPr lang="zh-CN" altLang="en-US" b="1" dirty="0">
                <a:latin typeface="Arial Narrow" panose="020B0606020202030204" pitchFamily="34" charset="0"/>
              </a:rPr>
              <a:t>接口一般用于</a:t>
            </a:r>
            <a:r>
              <a:rPr lang="zh-CN" altLang="en-US" b="1" dirty="0">
                <a:solidFill>
                  <a:schemeClr val="accent1">
                    <a:lumMod val="75000"/>
                  </a:schemeClr>
                </a:solidFill>
                <a:latin typeface="Arial Narrow" panose="020B0606020202030204" pitchFamily="34" charset="0"/>
              </a:rPr>
              <a:t>连接用户计算机</a:t>
            </a:r>
            <a:r>
              <a:rPr lang="zh-CN" altLang="en-US" b="1" dirty="0">
                <a:latin typeface="Arial Narrow" panose="020B0606020202030204" pitchFamily="34" charset="0"/>
              </a:rPr>
              <a:t>，由于其</a:t>
            </a:r>
            <a:r>
              <a:rPr lang="zh-CN" altLang="en-US" b="1" dirty="0">
                <a:solidFill>
                  <a:schemeClr val="accent1">
                    <a:lumMod val="75000"/>
                  </a:schemeClr>
                </a:solidFill>
                <a:latin typeface="Arial Narrow" panose="020B0606020202030204" pitchFamily="34" charset="0"/>
              </a:rPr>
              <a:t>只能属于一个</a:t>
            </a:r>
            <a:r>
              <a:rPr lang="en-US" altLang="zh-CN" b="1" dirty="0">
                <a:solidFill>
                  <a:schemeClr val="accent1">
                    <a:lumMod val="75000"/>
                  </a:schemeClr>
                </a:solidFill>
                <a:latin typeface="Arial Narrow" panose="020B0606020202030204" pitchFamily="34" charset="0"/>
              </a:rPr>
              <a:t>VLAN</a:t>
            </a:r>
            <a:r>
              <a:rPr lang="zh-CN" altLang="en-US" b="1" dirty="0">
                <a:latin typeface="Arial Narrow" panose="020B0606020202030204" pitchFamily="34" charset="0"/>
              </a:rPr>
              <a:t>，因此</a:t>
            </a:r>
            <a:r>
              <a:rPr lang="en-US" altLang="zh-CN" b="1" dirty="0">
                <a:latin typeface="Arial Narrow" panose="020B0606020202030204" pitchFamily="34" charset="0"/>
              </a:rPr>
              <a:t>Access</a:t>
            </a:r>
            <a:r>
              <a:rPr lang="zh-CN" altLang="en-US" b="1" dirty="0">
                <a:latin typeface="Arial Narrow" panose="020B0606020202030204" pitchFamily="34" charset="0"/>
              </a:rPr>
              <a:t>接口的</a:t>
            </a:r>
            <a:r>
              <a:rPr lang="en-US" altLang="zh-CN" b="1" dirty="0">
                <a:solidFill>
                  <a:schemeClr val="accent1">
                    <a:lumMod val="75000"/>
                  </a:schemeClr>
                </a:solidFill>
                <a:latin typeface="Arial Narrow" panose="020B0606020202030204" pitchFamily="34" charset="0"/>
              </a:rPr>
              <a:t>PVID</a:t>
            </a:r>
            <a:r>
              <a:rPr lang="zh-CN" altLang="en-US" b="1" dirty="0">
                <a:solidFill>
                  <a:schemeClr val="accent1">
                    <a:lumMod val="75000"/>
                  </a:schemeClr>
                </a:solidFill>
                <a:latin typeface="Arial Narrow" panose="020B0606020202030204" pitchFamily="34" charset="0"/>
              </a:rPr>
              <a:t>值与其所属</a:t>
            </a:r>
            <a:r>
              <a:rPr lang="en-US" altLang="zh-CN" b="1" dirty="0">
                <a:solidFill>
                  <a:schemeClr val="accent1">
                    <a:lumMod val="75000"/>
                  </a:schemeClr>
                </a:solidFill>
                <a:latin typeface="Arial Narrow" panose="020B0606020202030204" pitchFamily="34" charset="0"/>
              </a:rPr>
              <a:t>VLAN</a:t>
            </a:r>
            <a:r>
              <a:rPr lang="zh-CN" altLang="en-US" b="1" dirty="0">
                <a:solidFill>
                  <a:schemeClr val="accent1">
                    <a:lumMod val="75000"/>
                  </a:schemeClr>
                </a:solidFill>
                <a:latin typeface="Arial Narrow" panose="020B0606020202030204" pitchFamily="34" charset="0"/>
              </a:rPr>
              <a:t>的</a:t>
            </a:r>
            <a:r>
              <a:rPr lang="en-US" altLang="zh-CN" b="1" dirty="0">
                <a:solidFill>
                  <a:schemeClr val="accent1">
                    <a:lumMod val="75000"/>
                  </a:schemeClr>
                </a:solidFill>
                <a:latin typeface="Arial Narrow" panose="020B0606020202030204" pitchFamily="34" charset="0"/>
              </a:rPr>
              <a:t>ID</a:t>
            </a:r>
            <a:r>
              <a:rPr lang="zh-CN" altLang="en-US" b="1" dirty="0">
                <a:solidFill>
                  <a:schemeClr val="accent1">
                    <a:lumMod val="75000"/>
                  </a:schemeClr>
                </a:solidFill>
                <a:latin typeface="Arial Narrow" panose="020B0606020202030204" pitchFamily="34" charset="0"/>
              </a:rPr>
              <a:t>相同</a:t>
            </a:r>
            <a:r>
              <a:rPr lang="zh-CN" altLang="en-US" b="1" dirty="0">
                <a:latin typeface="Arial Narrow" panose="020B0606020202030204" pitchFamily="34" charset="0"/>
              </a:rPr>
              <a:t>，其默认值为</a:t>
            </a:r>
            <a:r>
              <a:rPr lang="en-US" altLang="zh-CN" b="1" dirty="0">
                <a:latin typeface="Arial Narrow" panose="020B0606020202030204" pitchFamily="34" charset="0"/>
              </a:rPr>
              <a:t>1</a:t>
            </a:r>
            <a:r>
              <a:rPr lang="zh-CN" altLang="en-US" b="1" dirty="0">
                <a:latin typeface="Arial Narrow" panose="020B0606020202030204" pitchFamily="34" charset="0"/>
              </a:rPr>
              <a:t>。</a:t>
            </a:r>
          </a:p>
        </p:txBody>
      </p:sp>
      <p:sp>
        <p:nvSpPr>
          <p:cNvPr id="121" name="íşlïḍè">
            <a:extLst>
              <a:ext uri="{FF2B5EF4-FFF2-40B4-BE49-F238E27FC236}">
                <a16:creationId xmlns:a16="http://schemas.microsoft.com/office/drawing/2014/main" id="{9A16A2DB-7CC1-4B15-BE4F-3A4BBBA2EFB1}"/>
              </a:ext>
            </a:extLst>
          </p:cNvPr>
          <p:cNvSpPr txBox="1"/>
          <p:nvPr/>
        </p:nvSpPr>
        <p:spPr>
          <a:xfrm>
            <a:off x="834681" y="3035301"/>
            <a:ext cx="1416394" cy="374650"/>
          </a:xfrm>
          <a:prstGeom prst="rect">
            <a:avLst/>
          </a:prstGeom>
          <a:noFill/>
        </p:spPr>
        <p:txBody>
          <a:bodyPr wrap="square" lIns="91440" tIns="45720" rIns="91440" bIns="45720" anchor="ctr">
            <a:noAutofit/>
          </a:bodyPr>
          <a:lstStyle/>
          <a:p>
            <a:r>
              <a:rPr lang="zh-CN" altLang="en-US" b="1" dirty="0">
                <a:latin typeface="Arial Narrow" panose="020B0606020202030204" pitchFamily="34" charset="0"/>
              </a:rPr>
              <a:t>接收处理</a:t>
            </a:r>
          </a:p>
        </p:txBody>
      </p:sp>
      <p:sp>
        <p:nvSpPr>
          <p:cNvPr id="8" name="椭圆 7">
            <a:extLst>
              <a:ext uri="{FF2B5EF4-FFF2-40B4-BE49-F238E27FC236}">
                <a16:creationId xmlns:a16="http://schemas.microsoft.com/office/drawing/2014/main" id="{19D380A1-1583-48A9-B539-FB4EBA6FA394}"/>
              </a:ext>
            </a:extLst>
          </p:cNvPr>
          <p:cNvSpPr/>
          <p:nvPr/>
        </p:nvSpPr>
        <p:spPr>
          <a:xfrm>
            <a:off x="637831" y="3124201"/>
            <a:ext cx="196850" cy="19685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122" name="íşlïḍè">
            <a:extLst>
              <a:ext uri="{FF2B5EF4-FFF2-40B4-BE49-F238E27FC236}">
                <a16:creationId xmlns:a16="http://schemas.microsoft.com/office/drawing/2014/main" id="{513ABBD8-418C-42E1-A5AC-7E5D1F47101E}"/>
              </a:ext>
            </a:extLst>
          </p:cNvPr>
          <p:cNvSpPr txBox="1"/>
          <p:nvPr/>
        </p:nvSpPr>
        <p:spPr>
          <a:xfrm>
            <a:off x="834680" y="3409951"/>
            <a:ext cx="5032719" cy="1193800"/>
          </a:xfrm>
          <a:prstGeom prst="rect">
            <a:avLst/>
          </a:prstGeom>
          <a:noFill/>
        </p:spPr>
        <p:txBody>
          <a:bodyPr wrap="square" lIns="91440" tIns="45720" rIns="91440" bIns="45720" anchor="ctr">
            <a:noAutofit/>
          </a:bodyPr>
          <a:lstStyle/>
          <a:p>
            <a:r>
              <a:rPr lang="zh-CN" altLang="en-US" b="1" dirty="0">
                <a:latin typeface="Arial Narrow" panose="020B0606020202030204" pitchFamily="34" charset="0"/>
              </a:rPr>
              <a:t>一般只接受“未打标签”的普通以太网</a:t>
            </a:r>
            <a:r>
              <a:rPr lang="en-US" altLang="zh-CN" b="1" dirty="0">
                <a:latin typeface="Arial Narrow" panose="020B0606020202030204" pitchFamily="34" charset="0"/>
              </a:rPr>
              <a:t>MAC</a:t>
            </a:r>
            <a:r>
              <a:rPr lang="zh-CN" altLang="en-US" b="1" dirty="0">
                <a:latin typeface="Arial Narrow" panose="020B0606020202030204" pitchFamily="34" charset="0"/>
              </a:rPr>
              <a:t>帧，根据接收帧的接口的</a:t>
            </a:r>
            <a:r>
              <a:rPr lang="en-US" altLang="zh-CN" b="1" dirty="0">
                <a:latin typeface="Arial Narrow" panose="020B0606020202030204" pitchFamily="34" charset="0"/>
              </a:rPr>
              <a:t>PVID</a:t>
            </a:r>
            <a:r>
              <a:rPr lang="zh-CN" altLang="en-US" b="1" dirty="0">
                <a:latin typeface="Arial Narrow" panose="020B0606020202030204" pitchFamily="34" charset="0"/>
              </a:rPr>
              <a:t>给帧“</a:t>
            </a:r>
            <a:r>
              <a:rPr lang="zh-CN" altLang="en-US" b="1" dirty="0">
                <a:solidFill>
                  <a:schemeClr val="accent1">
                    <a:lumMod val="75000"/>
                  </a:schemeClr>
                </a:solidFill>
                <a:latin typeface="Arial Narrow" panose="020B0606020202030204" pitchFamily="34" charset="0"/>
              </a:rPr>
              <a:t>打标签</a:t>
            </a:r>
            <a:r>
              <a:rPr lang="zh-CN" altLang="en-US" b="1" dirty="0">
                <a:latin typeface="Arial Narrow" panose="020B0606020202030204" pitchFamily="34" charset="0"/>
              </a:rPr>
              <a:t>”，即插入</a:t>
            </a:r>
            <a:r>
              <a:rPr lang="en-US" altLang="zh-CN" b="1" dirty="0">
                <a:latin typeface="Arial Narrow" panose="020B0606020202030204" pitchFamily="34" charset="0"/>
              </a:rPr>
              <a:t>4</a:t>
            </a:r>
            <a:r>
              <a:rPr lang="zh-CN" altLang="en-US" b="1" dirty="0">
                <a:latin typeface="Arial Narrow" panose="020B0606020202030204" pitchFamily="34" charset="0"/>
              </a:rPr>
              <a:t>字节的</a:t>
            </a:r>
            <a:r>
              <a:rPr lang="en-US" altLang="zh-CN" b="1" dirty="0">
                <a:latin typeface="Arial Narrow" panose="020B0606020202030204" pitchFamily="34" charset="0"/>
              </a:rPr>
              <a:t>VLAN</a:t>
            </a:r>
            <a:r>
              <a:rPr lang="zh-CN" altLang="en-US" b="1" dirty="0">
                <a:latin typeface="Arial Narrow" panose="020B0606020202030204" pitchFamily="34" charset="0"/>
              </a:rPr>
              <a:t>标签字段，</a:t>
            </a:r>
            <a:r>
              <a:rPr lang="en-US" altLang="zh-CN" b="1" dirty="0">
                <a:latin typeface="Arial Narrow" panose="020B0606020202030204" pitchFamily="34" charset="0"/>
              </a:rPr>
              <a:t>VLAN</a:t>
            </a:r>
            <a:r>
              <a:rPr lang="zh-CN" altLang="en-US" b="1" dirty="0">
                <a:latin typeface="Arial Narrow" panose="020B0606020202030204" pitchFamily="34" charset="0"/>
              </a:rPr>
              <a:t>标签字段中的</a:t>
            </a:r>
            <a:r>
              <a:rPr lang="en-US" altLang="zh-CN" b="1" dirty="0">
                <a:latin typeface="Arial Narrow" panose="020B0606020202030204" pitchFamily="34" charset="0"/>
              </a:rPr>
              <a:t>VID</a:t>
            </a:r>
            <a:r>
              <a:rPr lang="zh-CN" altLang="en-US" b="1" dirty="0">
                <a:latin typeface="Arial Narrow" panose="020B0606020202030204" pitchFamily="34" charset="0"/>
              </a:rPr>
              <a:t>取值就是接口的</a:t>
            </a:r>
            <a:r>
              <a:rPr lang="en-US" altLang="zh-CN" b="1" dirty="0">
                <a:latin typeface="Arial Narrow" panose="020B0606020202030204" pitchFamily="34" charset="0"/>
              </a:rPr>
              <a:t>PVID</a:t>
            </a:r>
            <a:r>
              <a:rPr lang="zh-CN" altLang="en-US" b="1" dirty="0">
                <a:latin typeface="Arial Narrow" panose="020B0606020202030204" pitchFamily="34" charset="0"/>
              </a:rPr>
              <a:t>值。</a:t>
            </a:r>
          </a:p>
        </p:txBody>
      </p:sp>
      <p:sp>
        <p:nvSpPr>
          <p:cNvPr id="123" name="íşlïḍè">
            <a:extLst>
              <a:ext uri="{FF2B5EF4-FFF2-40B4-BE49-F238E27FC236}">
                <a16:creationId xmlns:a16="http://schemas.microsoft.com/office/drawing/2014/main" id="{21004AC8-FF97-4657-8CAF-F5D8BA7F1A6C}"/>
              </a:ext>
            </a:extLst>
          </p:cNvPr>
          <p:cNvSpPr txBox="1"/>
          <p:nvPr/>
        </p:nvSpPr>
        <p:spPr>
          <a:xfrm>
            <a:off x="834681" y="4857751"/>
            <a:ext cx="1416394" cy="374650"/>
          </a:xfrm>
          <a:prstGeom prst="rect">
            <a:avLst/>
          </a:prstGeom>
          <a:noFill/>
        </p:spPr>
        <p:txBody>
          <a:bodyPr wrap="square" lIns="91440" tIns="45720" rIns="91440" bIns="45720" anchor="ctr">
            <a:noAutofit/>
          </a:bodyPr>
          <a:lstStyle/>
          <a:p>
            <a:r>
              <a:rPr lang="zh-CN" altLang="en-US" b="1" dirty="0">
                <a:latin typeface="Arial Narrow" panose="020B0606020202030204" pitchFamily="34" charset="0"/>
              </a:rPr>
              <a:t>转发处理</a:t>
            </a:r>
          </a:p>
        </p:txBody>
      </p:sp>
      <p:sp>
        <p:nvSpPr>
          <p:cNvPr id="124" name="椭圆 123">
            <a:extLst>
              <a:ext uri="{FF2B5EF4-FFF2-40B4-BE49-F238E27FC236}">
                <a16:creationId xmlns:a16="http://schemas.microsoft.com/office/drawing/2014/main" id="{60DA4B85-F0E3-4E4C-90DE-01B482EB4BBF}"/>
              </a:ext>
            </a:extLst>
          </p:cNvPr>
          <p:cNvSpPr/>
          <p:nvPr/>
        </p:nvSpPr>
        <p:spPr>
          <a:xfrm>
            <a:off x="637831" y="4946651"/>
            <a:ext cx="196850" cy="19685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125" name="íşlïḍè">
            <a:extLst>
              <a:ext uri="{FF2B5EF4-FFF2-40B4-BE49-F238E27FC236}">
                <a16:creationId xmlns:a16="http://schemas.microsoft.com/office/drawing/2014/main" id="{09791C67-06A5-4C6F-94E4-77FCC53C757C}"/>
              </a:ext>
            </a:extLst>
          </p:cNvPr>
          <p:cNvSpPr txBox="1"/>
          <p:nvPr/>
        </p:nvSpPr>
        <p:spPr>
          <a:xfrm>
            <a:off x="834680" y="5232401"/>
            <a:ext cx="5032719" cy="1193800"/>
          </a:xfrm>
          <a:prstGeom prst="rect">
            <a:avLst/>
          </a:prstGeom>
          <a:noFill/>
        </p:spPr>
        <p:txBody>
          <a:bodyPr wrap="square" lIns="91440" tIns="45720" rIns="91440" bIns="45720" anchor="ctr">
            <a:noAutofit/>
          </a:bodyPr>
          <a:lstStyle/>
          <a:p>
            <a:r>
              <a:rPr lang="zh-CN" altLang="en-US" b="1" dirty="0">
                <a:latin typeface="Arial Narrow" panose="020B0606020202030204" pitchFamily="34" charset="0"/>
              </a:rPr>
              <a:t>若帧中的</a:t>
            </a:r>
            <a:r>
              <a:rPr lang="en-US" altLang="zh-CN" b="1" dirty="0">
                <a:latin typeface="Arial Narrow" panose="020B0606020202030204" pitchFamily="34" charset="0"/>
              </a:rPr>
              <a:t>VID</a:t>
            </a:r>
            <a:r>
              <a:rPr lang="zh-CN" altLang="en-US" b="1" dirty="0">
                <a:latin typeface="Arial Narrow" panose="020B0606020202030204" pitchFamily="34" charset="0"/>
              </a:rPr>
              <a:t>值与接口的</a:t>
            </a:r>
            <a:r>
              <a:rPr lang="en-US" altLang="zh-CN" b="1" dirty="0">
                <a:latin typeface="Arial Narrow" panose="020B0606020202030204" pitchFamily="34" charset="0"/>
              </a:rPr>
              <a:t>PVID</a:t>
            </a:r>
            <a:r>
              <a:rPr lang="zh-CN" altLang="en-US" b="1" dirty="0">
                <a:latin typeface="Arial Narrow" panose="020B0606020202030204" pitchFamily="34" charset="0"/>
              </a:rPr>
              <a:t>值相等，则给帧“</a:t>
            </a:r>
            <a:r>
              <a:rPr lang="zh-CN" altLang="en-US" b="1" dirty="0">
                <a:solidFill>
                  <a:schemeClr val="accent1">
                    <a:lumMod val="75000"/>
                  </a:schemeClr>
                </a:solidFill>
                <a:latin typeface="Arial Narrow" panose="020B0606020202030204" pitchFamily="34" charset="0"/>
              </a:rPr>
              <a:t>去标签</a:t>
            </a:r>
            <a:r>
              <a:rPr lang="zh-CN" altLang="en-US" b="1" dirty="0">
                <a:latin typeface="Arial Narrow" panose="020B0606020202030204" pitchFamily="34" charset="0"/>
              </a:rPr>
              <a:t>”后再进行转发，否则不转发帧。因此，从</a:t>
            </a:r>
            <a:r>
              <a:rPr lang="en-US" altLang="zh-CN" b="1" dirty="0">
                <a:latin typeface="Arial Narrow" panose="020B0606020202030204" pitchFamily="34" charset="0"/>
              </a:rPr>
              <a:t>Access</a:t>
            </a:r>
            <a:r>
              <a:rPr lang="zh-CN" altLang="en-US" b="1" dirty="0">
                <a:latin typeface="Arial Narrow" panose="020B0606020202030204" pitchFamily="34" charset="0"/>
              </a:rPr>
              <a:t>接口转发出的帧，是不带</a:t>
            </a:r>
            <a:r>
              <a:rPr lang="en-US" altLang="zh-CN" b="1" dirty="0">
                <a:latin typeface="Arial Narrow" panose="020B0606020202030204" pitchFamily="34" charset="0"/>
              </a:rPr>
              <a:t>VLAN</a:t>
            </a:r>
            <a:r>
              <a:rPr lang="zh-CN" altLang="en-US" b="1" dirty="0">
                <a:latin typeface="Arial Narrow" panose="020B0606020202030204" pitchFamily="34" charset="0"/>
              </a:rPr>
              <a:t>标签的普通以太网</a:t>
            </a:r>
            <a:r>
              <a:rPr lang="en-US" altLang="zh-CN" b="1" dirty="0">
                <a:latin typeface="Arial Narrow" panose="020B0606020202030204" pitchFamily="34" charset="0"/>
              </a:rPr>
              <a:t>MAC</a:t>
            </a:r>
            <a:r>
              <a:rPr lang="zh-CN" altLang="en-US" b="1" dirty="0">
                <a:latin typeface="Arial Narrow" panose="020B0606020202030204" pitchFamily="34" charset="0"/>
              </a:rPr>
              <a:t>帧。</a:t>
            </a:r>
          </a:p>
        </p:txBody>
      </p:sp>
      <p:sp>
        <p:nvSpPr>
          <p:cNvPr id="134" name="íşlïḍè">
            <a:extLst>
              <a:ext uri="{FF2B5EF4-FFF2-40B4-BE49-F238E27FC236}">
                <a16:creationId xmlns:a16="http://schemas.microsoft.com/office/drawing/2014/main" id="{85A8A6BA-F010-4798-930B-34F1BE4D71CE}"/>
              </a:ext>
            </a:extLst>
          </p:cNvPr>
          <p:cNvSpPr txBox="1"/>
          <p:nvPr/>
        </p:nvSpPr>
        <p:spPr>
          <a:xfrm>
            <a:off x="6325479" y="1809750"/>
            <a:ext cx="5327994" cy="1397000"/>
          </a:xfrm>
          <a:prstGeom prst="rect">
            <a:avLst/>
          </a:prstGeom>
          <a:noFill/>
        </p:spPr>
        <p:txBody>
          <a:bodyPr wrap="square" lIns="91440" tIns="45720" rIns="91440" bIns="45720" anchor="ctr">
            <a:noAutofit/>
          </a:bodyPr>
          <a:lstStyle/>
          <a:p>
            <a:r>
              <a:rPr lang="en-US" altLang="zh-CN" b="1" dirty="0">
                <a:latin typeface="Arial Narrow" panose="020B0606020202030204" pitchFamily="34" charset="0"/>
              </a:rPr>
              <a:t>         Trunk</a:t>
            </a:r>
            <a:r>
              <a:rPr lang="zh-CN" altLang="en-US" b="1" dirty="0">
                <a:latin typeface="Arial Narrow" panose="020B0606020202030204" pitchFamily="34" charset="0"/>
              </a:rPr>
              <a:t>接口一般用于</a:t>
            </a:r>
            <a:r>
              <a:rPr lang="zh-CN" altLang="en-US" b="1" dirty="0">
                <a:solidFill>
                  <a:schemeClr val="accent1">
                    <a:lumMod val="75000"/>
                  </a:schemeClr>
                </a:solidFill>
                <a:latin typeface="Arial Narrow" panose="020B0606020202030204" pitchFamily="34" charset="0"/>
              </a:rPr>
              <a:t>交换机之间的互连</a:t>
            </a:r>
            <a:r>
              <a:rPr lang="zh-CN" altLang="en-US" b="1" dirty="0">
                <a:latin typeface="Arial Narrow" panose="020B0606020202030204" pitchFamily="34" charset="0"/>
              </a:rPr>
              <a:t>。</a:t>
            </a:r>
            <a:r>
              <a:rPr lang="en-US" altLang="zh-CN" b="1" dirty="0">
                <a:latin typeface="Arial Narrow" panose="020B0606020202030204" pitchFamily="34" charset="0"/>
              </a:rPr>
              <a:t>Trunk</a:t>
            </a:r>
            <a:r>
              <a:rPr lang="zh-CN" altLang="en-US" b="1" dirty="0">
                <a:latin typeface="Arial Narrow" panose="020B0606020202030204" pitchFamily="34" charset="0"/>
              </a:rPr>
              <a:t>接口</a:t>
            </a:r>
            <a:r>
              <a:rPr lang="zh-CN" altLang="en-US" b="1" dirty="0">
                <a:solidFill>
                  <a:schemeClr val="accent1">
                    <a:lumMod val="75000"/>
                  </a:schemeClr>
                </a:solidFill>
                <a:latin typeface="Arial Narrow" panose="020B0606020202030204" pitchFamily="34" charset="0"/>
              </a:rPr>
              <a:t>可以属于多个</a:t>
            </a:r>
            <a:r>
              <a:rPr lang="en-US" altLang="zh-CN" b="1" dirty="0">
                <a:solidFill>
                  <a:schemeClr val="accent1">
                    <a:lumMod val="75000"/>
                  </a:schemeClr>
                </a:solidFill>
                <a:latin typeface="Arial Narrow" panose="020B0606020202030204" pitchFamily="34" charset="0"/>
              </a:rPr>
              <a:t>VLAN</a:t>
            </a:r>
            <a:r>
              <a:rPr lang="zh-CN" altLang="en-US" b="1" dirty="0">
                <a:latin typeface="Arial Narrow" panose="020B0606020202030204" pitchFamily="34" charset="0"/>
              </a:rPr>
              <a:t>，即</a:t>
            </a:r>
            <a:r>
              <a:rPr lang="en-US" altLang="zh-CN" b="1" dirty="0">
                <a:latin typeface="Arial Narrow" panose="020B0606020202030204" pitchFamily="34" charset="0"/>
              </a:rPr>
              <a:t>Trunk</a:t>
            </a:r>
            <a:r>
              <a:rPr lang="zh-CN" altLang="en-US" b="1" dirty="0">
                <a:latin typeface="Arial Narrow" panose="020B0606020202030204" pitchFamily="34" charset="0"/>
              </a:rPr>
              <a:t>接口</a:t>
            </a:r>
            <a:r>
              <a:rPr lang="zh-CN" altLang="en-US" b="1" dirty="0">
                <a:solidFill>
                  <a:schemeClr val="accent1">
                    <a:lumMod val="75000"/>
                  </a:schemeClr>
                </a:solidFill>
                <a:latin typeface="Arial Narrow" panose="020B0606020202030204" pitchFamily="34" charset="0"/>
              </a:rPr>
              <a:t>可以通过属于不同</a:t>
            </a:r>
            <a:r>
              <a:rPr lang="en-US" altLang="zh-CN" b="1" dirty="0">
                <a:solidFill>
                  <a:schemeClr val="accent1">
                    <a:lumMod val="75000"/>
                  </a:schemeClr>
                </a:solidFill>
                <a:latin typeface="Arial Narrow" panose="020B0606020202030204" pitchFamily="34" charset="0"/>
              </a:rPr>
              <a:t>VLAN</a:t>
            </a:r>
            <a:r>
              <a:rPr lang="zh-CN" altLang="en-US" b="1" dirty="0">
                <a:solidFill>
                  <a:schemeClr val="accent1">
                    <a:lumMod val="75000"/>
                  </a:schemeClr>
                </a:solidFill>
                <a:latin typeface="Arial Narrow" panose="020B0606020202030204" pitchFamily="34" charset="0"/>
              </a:rPr>
              <a:t>的帧</a:t>
            </a:r>
            <a:r>
              <a:rPr lang="zh-CN" altLang="en-US" b="1" dirty="0">
                <a:latin typeface="Arial Narrow" panose="020B0606020202030204" pitchFamily="34" charset="0"/>
              </a:rPr>
              <a:t>。</a:t>
            </a:r>
            <a:r>
              <a:rPr lang="en-US" altLang="zh-CN" b="1" dirty="0">
                <a:latin typeface="Arial Narrow" panose="020B0606020202030204" pitchFamily="34" charset="0"/>
              </a:rPr>
              <a:t>Trunk</a:t>
            </a:r>
            <a:r>
              <a:rPr lang="zh-CN" altLang="en-US" b="1" dirty="0">
                <a:latin typeface="Arial Narrow" panose="020B0606020202030204" pitchFamily="34" charset="0"/>
              </a:rPr>
              <a:t>接口的默认</a:t>
            </a:r>
            <a:r>
              <a:rPr lang="en-US" altLang="zh-CN" b="1" dirty="0">
                <a:latin typeface="Arial Narrow" panose="020B0606020202030204" pitchFamily="34" charset="0"/>
              </a:rPr>
              <a:t>PVID</a:t>
            </a:r>
            <a:r>
              <a:rPr lang="zh-CN" altLang="en-US" b="1" dirty="0">
                <a:latin typeface="Arial Narrow" panose="020B0606020202030204" pitchFamily="34" charset="0"/>
              </a:rPr>
              <a:t>值为</a:t>
            </a:r>
            <a:r>
              <a:rPr lang="en-US" altLang="zh-CN" b="1" dirty="0">
                <a:latin typeface="Arial Narrow" panose="020B0606020202030204" pitchFamily="34" charset="0"/>
              </a:rPr>
              <a:t>1</a:t>
            </a:r>
            <a:r>
              <a:rPr lang="zh-CN" altLang="en-US" b="1" dirty="0">
                <a:latin typeface="Arial Narrow" panose="020B0606020202030204" pitchFamily="34" charset="0"/>
              </a:rPr>
              <a:t>，一般不建议用户修改，若互连的</a:t>
            </a:r>
            <a:r>
              <a:rPr lang="en-US" altLang="zh-CN" b="1" dirty="0">
                <a:latin typeface="Arial Narrow" panose="020B0606020202030204" pitchFamily="34" charset="0"/>
              </a:rPr>
              <a:t>Trunk</a:t>
            </a:r>
            <a:r>
              <a:rPr lang="zh-CN" altLang="en-US" b="1" dirty="0">
                <a:latin typeface="Arial Narrow" panose="020B0606020202030204" pitchFamily="34" charset="0"/>
              </a:rPr>
              <a:t>接口的</a:t>
            </a:r>
            <a:r>
              <a:rPr lang="en-US" altLang="zh-CN" b="1" dirty="0">
                <a:latin typeface="Arial Narrow" panose="020B0606020202030204" pitchFamily="34" charset="0"/>
              </a:rPr>
              <a:t>PVID</a:t>
            </a:r>
            <a:r>
              <a:rPr lang="zh-CN" altLang="en-US" b="1" dirty="0">
                <a:latin typeface="Arial Narrow" panose="020B0606020202030204" pitchFamily="34" charset="0"/>
              </a:rPr>
              <a:t>值不相等，则可能出现转发错误。</a:t>
            </a:r>
          </a:p>
        </p:txBody>
      </p:sp>
      <p:sp>
        <p:nvSpPr>
          <p:cNvPr id="136" name="íşlïḍè">
            <a:extLst>
              <a:ext uri="{FF2B5EF4-FFF2-40B4-BE49-F238E27FC236}">
                <a16:creationId xmlns:a16="http://schemas.microsoft.com/office/drawing/2014/main" id="{B1D9F8ED-FBD2-42BB-8AEE-51992E92F335}"/>
              </a:ext>
            </a:extLst>
          </p:cNvPr>
          <p:cNvSpPr txBox="1"/>
          <p:nvPr/>
        </p:nvSpPr>
        <p:spPr>
          <a:xfrm>
            <a:off x="6619876" y="3187700"/>
            <a:ext cx="1416394" cy="374650"/>
          </a:xfrm>
          <a:prstGeom prst="rect">
            <a:avLst/>
          </a:prstGeom>
          <a:noFill/>
        </p:spPr>
        <p:txBody>
          <a:bodyPr wrap="square" lIns="91440" tIns="45720" rIns="91440" bIns="45720" anchor="ctr">
            <a:noAutofit/>
          </a:bodyPr>
          <a:lstStyle/>
          <a:p>
            <a:r>
              <a:rPr lang="zh-CN" altLang="en-US" b="1" dirty="0">
                <a:latin typeface="Arial Narrow" panose="020B0606020202030204" pitchFamily="34" charset="0"/>
              </a:rPr>
              <a:t>接收处理</a:t>
            </a:r>
          </a:p>
        </p:txBody>
      </p:sp>
      <p:sp>
        <p:nvSpPr>
          <p:cNvPr id="137" name="椭圆 136">
            <a:extLst>
              <a:ext uri="{FF2B5EF4-FFF2-40B4-BE49-F238E27FC236}">
                <a16:creationId xmlns:a16="http://schemas.microsoft.com/office/drawing/2014/main" id="{4A9B766A-3B36-4169-8C2F-0C47C928AA0A}"/>
              </a:ext>
            </a:extLst>
          </p:cNvPr>
          <p:cNvSpPr/>
          <p:nvPr/>
        </p:nvSpPr>
        <p:spPr>
          <a:xfrm>
            <a:off x="6423026" y="3276600"/>
            <a:ext cx="196850" cy="19685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138" name="íşlïḍè">
            <a:extLst>
              <a:ext uri="{FF2B5EF4-FFF2-40B4-BE49-F238E27FC236}">
                <a16:creationId xmlns:a16="http://schemas.microsoft.com/office/drawing/2014/main" id="{5181BBAD-B118-4CC9-8108-E76DEABDD8DB}"/>
              </a:ext>
            </a:extLst>
          </p:cNvPr>
          <p:cNvSpPr txBox="1"/>
          <p:nvPr/>
        </p:nvSpPr>
        <p:spPr>
          <a:xfrm>
            <a:off x="6619875" y="3517900"/>
            <a:ext cx="5032719" cy="1136651"/>
          </a:xfrm>
          <a:prstGeom prst="rect">
            <a:avLst/>
          </a:prstGeom>
          <a:noFill/>
        </p:spPr>
        <p:txBody>
          <a:bodyPr wrap="square" lIns="91440" tIns="45720" rIns="91440" bIns="45720" anchor="ctr">
            <a:noAutofit/>
          </a:bodyPr>
          <a:lstStyle/>
          <a:p>
            <a:r>
              <a:rPr lang="zh-CN" altLang="en-US" b="1" dirty="0">
                <a:latin typeface="Arial Narrow" panose="020B0606020202030204" pitchFamily="34" charset="0"/>
              </a:rPr>
              <a:t>既</a:t>
            </a:r>
            <a:r>
              <a:rPr lang="zh-CN" altLang="en-US" b="1" dirty="0">
                <a:solidFill>
                  <a:schemeClr val="accent1">
                    <a:lumMod val="75000"/>
                  </a:schemeClr>
                </a:solidFill>
                <a:latin typeface="Arial Narrow" panose="020B0606020202030204" pitchFamily="34" charset="0"/>
              </a:rPr>
              <a:t>可以接收</a:t>
            </a:r>
            <a:r>
              <a:rPr lang="zh-CN" altLang="en-US" b="1" dirty="0">
                <a:latin typeface="Arial Narrow" panose="020B0606020202030204" pitchFamily="34" charset="0"/>
              </a:rPr>
              <a:t>“未打标签”的</a:t>
            </a:r>
            <a:r>
              <a:rPr lang="zh-CN" altLang="en-US" b="1" dirty="0">
                <a:solidFill>
                  <a:schemeClr val="accent1">
                    <a:lumMod val="75000"/>
                  </a:schemeClr>
                </a:solidFill>
                <a:latin typeface="Arial Narrow" panose="020B0606020202030204" pitchFamily="34" charset="0"/>
              </a:rPr>
              <a:t>普通以太网</a:t>
            </a:r>
            <a:r>
              <a:rPr lang="en-US" altLang="zh-CN" b="1" dirty="0">
                <a:solidFill>
                  <a:schemeClr val="accent1">
                    <a:lumMod val="75000"/>
                  </a:schemeClr>
                </a:solidFill>
                <a:latin typeface="Arial Narrow" panose="020B0606020202030204" pitchFamily="34" charset="0"/>
              </a:rPr>
              <a:t>MAC</a:t>
            </a:r>
            <a:r>
              <a:rPr lang="zh-CN" altLang="en-US" b="1" dirty="0">
                <a:solidFill>
                  <a:schemeClr val="accent1">
                    <a:lumMod val="75000"/>
                  </a:schemeClr>
                </a:solidFill>
                <a:latin typeface="Arial Narrow" panose="020B0606020202030204" pitchFamily="34" charset="0"/>
              </a:rPr>
              <a:t>帧</a:t>
            </a:r>
            <a:r>
              <a:rPr lang="zh-CN" altLang="en-US" b="1" dirty="0">
                <a:latin typeface="Arial Narrow" panose="020B0606020202030204" pitchFamily="34" charset="0"/>
              </a:rPr>
              <a:t>，也可以接收“已打标签”的</a:t>
            </a:r>
            <a:r>
              <a:rPr lang="en-US" altLang="zh-CN" b="1" dirty="0">
                <a:solidFill>
                  <a:schemeClr val="accent1">
                    <a:lumMod val="75000"/>
                  </a:schemeClr>
                </a:solidFill>
                <a:latin typeface="Arial Narrow" panose="020B0606020202030204" pitchFamily="34" charset="0"/>
              </a:rPr>
              <a:t>802.1Q</a:t>
            </a:r>
            <a:r>
              <a:rPr lang="zh-CN" altLang="en-US" b="1" dirty="0">
                <a:solidFill>
                  <a:schemeClr val="accent1">
                    <a:lumMod val="75000"/>
                  </a:schemeClr>
                </a:solidFill>
                <a:latin typeface="Arial Narrow" panose="020B0606020202030204" pitchFamily="34" charset="0"/>
              </a:rPr>
              <a:t>帧</a:t>
            </a:r>
            <a:r>
              <a:rPr lang="zh-CN" altLang="en-US" b="1" dirty="0">
                <a:latin typeface="Arial Narrow" panose="020B0606020202030204" pitchFamily="34" charset="0"/>
              </a:rPr>
              <a:t>。若接收到普通以太网</a:t>
            </a:r>
            <a:r>
              <a:rPr lang="en-US" altLang="zh-CN" b="1" dirty="0">
                <a:latin typeface="Arial Narrow" panose="020B0606020202030204" pitchFamily="34" charset="0"/>
              </a:rPr>
              <a:t>MAC</a:t>
            </a:r>
            <a:r>
              <a:rPr lang="zh-CN" altLang="en-US" b="1" dirty="0">
                <a:latin typeface="Arial Narrow" panose="020B0606020202030204" pitchFamily="34" charset="0"/>
              </a:rPr>
              <a:t>帧时，根据接收帧的接口的</a:t>
            </a:r>
            <a:r>
              <a:rPr lang="en-US" altLang="zh-CN" b="1" dirty="0">
                <a:latin typeface="Arial Narrow" panose="020B0606020202030204" pitchFamily="34" charset="0"/>
              </a:rPr>
              <a:t>PVID</a:t>
            </a:r>
            <a:r>
              <a:rPr lang="zh-CN" altLang="en-US" b="1" dirty="0">
                <a:latin typeface="Arial Narrow" panose="020B0606020202030204" pitchFamily="34" charset="0"/>
              </a:rPr>
              <a:t>给帧“</a:t>
            </a:r>
            <a:r>
              <a:rPr lang="zh-CN" altLang="en-US" b="1" dirty="0">
                <a:solidFill>
                  <a:schemeClr val="accent1">
                    <a:lumMod val="75000"/>
                  </a:schemeClr>
                </a:solidFill>
                <a:latin typeface="Arial Narrow" panose="020B0606020202030204" pitchFamily="34" charset="0"/>
              </a:rPr>
              <a:t>打标签</a:t>
            </a:r>
            <a:r>
              <a:rPr lang="zh-CN" altLang="en-US" b="1" dirty="0">
                <a:latin typeface="Arial Narrow" panose="020B0606020202030204" pitchFamily="34" charset="0"/>
              </a:rPr>
              <a:t>”，这与</a:t>
            </a:r>
            <a:r>
              <a:rPr lang="en-US" altLang="zh-CN" b="1" dirty="0">
                <a:latin typeface="Arial Narrow" panose="020B0606020202030204" pitchFamily="34" charset="0"/>
              </a:rPr>
              <a:t>Access</a:t>
            </a:r>
            <a:r>
              <a:rPr lang="zh-CN" altLang="en-US" b="1" dirty="0">
                <a:latin typeface="Arial Narrow" panose="020B0606020202030204" pitchFamily="34" charset="0"/>
              </a:rPr>
              <a:t>接口的处理相同。</a:t>
            </a:r>
          </a:p>
        </p:txBody>
      </p:sp>
      <p:sp>
        <p:nvSpPr>
          <p:cNvPr id="139" name="íşlïḍè">
            <a:extLst>
              <a:ext uri="{FF2B5EF4-FFF2-40B4-BE49-F238E27FC236}">
                <a16:creationId xmlns:a16="http://schemas.microsoft.com/office/drawing/2014/main" id="{875FA3B4-D68C-4804-AAA4-7150B4F6EE80}"/>
              </a:ext>
            </a:extLst>
          </p:cNvPr>
          <p:cNvSpPr txBox="1"/>
          <p:nvPr/>
        </p:nvSpPr>
        <p:spPr>
          <a:xfrm>
            <a:off x="6619876" y="4664074"/>
            <a:ext cx="1416394" cy="374650"/>
          </a:xfrm>
          <a:prstGeom prst="rect">
            <a:avLst/>
          </a:prstGeom>
          <a:noFill/>
        </p:spPr>
        <p:txBody>
          <a:bodyPr wrap="square" lIns="91440" tIns="45720" rIns="91440" bIns="45720" anchor="ctr">
            <a:noAutofit/>
          </a:bodyPr>
          <a:lstStyle/>
          <a:p>
            <a:r>
              <a:rPr lang="zh-CN" altLang="en-US" b="1" dirty="0">
                <a:latin typeface="Arial Narrow" panose="020B0606020202030204" pitchFamily="34" charset="0"/>
              </a:rPr>
              <a:t>转发处理</a:t>
            </a:r>
          </a:p>
        </p:txBody>
      </p:sp>
      <p:sp>
        <p:nvSpPr>
          <p:cNvPr id="140" name="椭圆 139">
            <a:extLst>
              <a:ext uri="{FF2B5EF4-FFF2-40B4-BE49-F238E27FC236}">
                <a16:creationId xmlns:a16="http://schemas.microsoft.com/office/drawing/2014/main" id="{C75BE5B7-4A5C-4B71-B884-FB1E85D20135}"/>
              </a:ext>
            </a:extLst>
          </p:cNvPr>
          <p:cNvSpPr/>
          <p:nvPr/>
        </p:nvSpPr>
        <p:spPr>
          <a:xfrm>
            <a:off x="6423026" y="4752974"/>
            <a:ext cx="196850" cy="19685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141" name="íşlïḍè">
            <a:extLst>
              <a:ext uri="{FF2B5EF4-FFF2-40B4-BE49-F238E27FC236}">
                <a16:creationId xmlns:a16="http://schemas.microsoft.com/office/drawing/2014/main" id="{13070CC0-5A26-409D-AF17-3EBF10DA83CA}"/>
              </a:ext>
            </a:extLst>
          </p:cNvPr>
          <p:cNvSpPr txBox="1"/>
          <p:nvPr/>
        </p:nvSpPr>
        <p:spPr>
          <a:xfrm>
            <a:off x="6619875" y="4965701"/>
            <a:ext cx="5032719" cy="1435097"/>
          </a:xfrm>
          <a:prstGeom prst="rect">
            <a:avLst/>
          </a:prstGeom>
          <a:noFill/>
        </p:spPr>
        <p:txBody>
          <a:bodyPr wrap="square" lIns="91440" tIns="45720" rIns="91440" bIns="45720" anchor="ctr">
            <a:noAutofit/>
          </a:bodyPr>
          <a:lstStyle/>
          <a:p>
            <a:r>
              <a:rPr lang="zh-CN" altLang="en-US" b="1" dirty="0">
                <a:latin typeface="Arial Narrow" panose="020B0606020202030204" pitchFamily="34" charset="0"/>
              </a:rPr>
              <a:t>对于帧的</a:t>
            </a:r>
            <a:r>
              <a:rPr lang="en-US" altLang="zh-CN" b="1" dirty="0">
                <a:latin typeface="Arial Narrow" panose="020B0606020202030204" pitchFamily="34" charset="0"/>
              </a:rPr>
              <a:t>VID</a:t>
            </a:r>
            <a:r>
              <a:rPr lang="zh-CN" altLang="en-US" b="1" dirty="0">
                <a:latin typeface="Arial Narrow" panose="020B0606020202030204" pitchFamily="34" charset="0"/>
              </a:rPr>
              <a:t>值等于接口的</a:t>
            </a:r>
            <a:r>
              <a:rPr lang="en-US" altLang="zh-CN" b="1" dirty="0">
                <a:latin typeface="Arial Narrow" panose="020B0606020202030204" pitchFamily="34" charset="0"/>
              </a:rPr>
              <a:t>PVID</a:t>
            </a:r>
            <a:r>
              <a:rPr lang="zh-CN" altLang="en-US" b="1" dirty="0">
                <a:latin typeface="Arial Narrow" panose="020B0606020202030204" pitchFamily="34" charset="0"/>
              </a:rPr>
              <a:t>值的</a:t>
            </a:r>
            <a:r>
              <a:rPr lang="en-US" altLang="zh-CN" b="1" dirty="0">
                <a:latin typeface="Arial Narrow" panose="020B0606020202030204" pitchFamily="34" charset="0"/>
              </a:rPr>
              <a:t>802.1Q</a:t>
            </a:r>
            <a:r>
              <a:rPr lang="zh-CN" altLang="en-US" b="1" dirty="0">
                <a:latin typeface="Arial Narrow" panose="020B0606020202030204" pitchFamily="34" charset="0"/>
              </a:rPr>
              <a:t>帧，将其</a:t>
            </a:r>
            <a:r>
              <a:rPr lang="zh-CN" altLang="en-US" b="1" dirty="0">
                <a:solidFill>
                  <a:schemeClr val="accent1">
                    <a:lumMod val="75000"/>
                  </a:schemeClr>
                </a:solidFill>
                <a:latin typeface="Arial Narrow" panose="020B0606020202030204" pitchFamily="34" charset="0"/>
              </a:rPr>
              <a:t>“去标签”转发</a:t>
            </a:r>
            <a:r>
              <a:rPr lang="zh-CN" altLang="en-US" b="1" dirty="0">
                <a:latin typeface="Arial Narrow" panose="020B0606020202030204" pitchFamily="34" charset="0"/>
              </a:rPr>
              <a:t>；对于帧的</a:t>
            </a:r>
            <a:r>
              <a:rPr lang="en-US" altLang="zh-CN" b="1" dirty="0">
                <a:latin typeface="Arial Narrow" panose="020B0606020202030204" pitchFamily="34" charset="0"/>
              </a:rPr>
              <a:t>VID</a:t>
            </a:r>
            <a:r>
              <a:rPr lang="zh-CN" altLang="en-US" b="1" dirty="0">
                <a:latin typeface="Arial Narrow" panose="020B0606020202030204" pitchFamily="34" charset="0"/>
              </a:rPr>
              <a:t>值不等于接口的</a:t>
            </a:r>
            <a:r>
              <a:rPr lang="en-US" altLang="zh-CN" b="1" dirty="0">
                <a:latin typeface="Arial Narrow" panose="020B0606020202030204" pitchFamily="34" charset="0"/>
              </a:rPr>
              <a:t>PVID</a:t>
            </a:r>
            <a:r>
              <a:rPr lang="zh-CN" altLang="en-US" b="1" dirty="0">
                <a:latin typeface="Arial Narrow" panose="020B0606020202030204" pitchFamily="34" charset="0"/>
              </a:rPr>
              <a:t>值</a:t>
            </a:r>
            <a:r>
              <a:rPr lang="en-US" altLang="zh-CN" b="1" dirty="0">
                <a:latin typeface="Arial Narrow" panose="020B0606020202030204" pitchFamily="34" charset="0"/>
              </a:rPr>
              <a:t>802.1Q</a:t>
            </a:r>
            <a:r>
              <a:rPr lang="zh-CN" altLang="en-US" b="1" dirty="0">
                <a:latin typeface="Arial Narrow" panose="020B0606020202030204" pitchFamily="34" charset="0"/>
              </a:rPr>
              <a:t>帧，将其</a:t>
            </a:r>
            <a:r>
              <a:rPr lang="zh-CN" altLang="en-US" b="1" dirty="0">
                <a:solidFill>
                  <a:schemeClr val="accent1">
                    <a:lumMod val="75000"/>
                  </a:schemeClr>
                </a:solidFill>
                <a:latin typeface="Arial Narrow" panose="020B0606020202030204" pitchFamily="34" charset="0"/>
              </a:rPr>
              <a:t>直接转发</a:t>
            </a:r>
            <a:r>
              <a:rPr lang="zh-CN" altLang="en-US" b="1" dirty="0">
                <a:latin typeface="Arial Narrow" panose="020B0606020202030204" pitchFamily="34" charset="0"/>
              </a:rPr>
              <a:t>。因此，从</a:t>
            </a:r>
            <a:r>
              <a:rPr lang="en-US" altLang="zh-CN" b="1" dirty="0">
                <a:latin typeface="Arial Narrow" panose="020B0606020202030204" pitchFamily="34" charset="0"/>
              </a:rPr>
              <a:t>Trunk</a:t>
            </a:r>
            <a:r>
              <a:rPr lang="zh-CN" altLang="en-US" b="1" dirty="0">
                <a:latin typeface="Arial Narrow" panose="020B0606020202030204" pitchFamily="34" charset="0"/>
              </a:rPr>
              <a:t>接口转发出的帧，可能是普通以太网</a:t>
            </a:r>
            <a:r>
              <a:rPr lang="en-US" altLang="zh-CN" b="1" dirty="0">
                <a:latin typeface="Arial Narrow" panose="020B0606020202030204" pitchFamily="34" charset="0"/>
              </a:rPr>
              <a:t>MAC</a:t>
            </a:r>
            <a:r>
              <a:rPr lang="zh-CN" altLang="en-US" b="1" dirty="0">
                <a:latin typeface="Arial Narrow" panose="020B0606020202030204" pitchFamily="34" charset="0"/>
              </a:rPr>
              <a:t>帧，也可能是</a:t>
            </a:r>
            <a:r>
              <a:rPr lang="en-US" altLang="zh-CN" b="1" dirty="0">
                <a:latin typeface="Arial Narrow" panose="020B0606020202030204" pitchFamily="34" charset="0"/>
              </a:rPr>
              <a:t>802.1Q</a:t>
            </a:r>
            <a:r>
              <a:rPr lang="zh-CN" altLang="en-US" b="1" dirty="0">
                <a:latin typeface="Arial Narrow" panose="020B0606020202030204" pitchFamily="34" charset="0"/>
              </a:rPr>
              <a:t>帧。</a:t>
            </a:r>
          </a:p>
        </p:txBody>
      </p:sp>
      <p:sp>
        <p:nvSpPr>
          <p:cNvPr id="24" name="平行四边形 23">
            <a:extLst>
              <a:ext uri="{FF2B5EF4-FFF2-40B4-BE49-F238E27FC236}">
                <a16:creationId xmlns:a16="http://schemas.microsoft.com/office/drawing/2014/main" id="{3CFDE21A-787D-1B03-0762-77F018BFD0D0}"/>
              </a:ext>
            </a:extLst>
          </p:cNvPr>
          <p:cNvSpPr/>
          <p:nvPr/>
        </p:nvSpPr>
        <p:spPr>
          <a:xfrm>
            <a:off x="304799" y="749300"/>
            <a:ext cx="678493" cy="387090"/>
          </a:xfrm>
          <a:prstGeom prst="parallelogram">
            <a:avLst/>
          </a:prstGeom>
          <a:solidFill>
            <a:schemeClr val="accent3">
              <a:lumMod val="75000"/>
            </a:schemeClr>
          </a:solidFill>
          <a:ln>
            <a:solidFill>
              <a:schemeClr val="accent3">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CN" sz="2200" dirty="0">
                <a:latin typeface="Impact" panose="020B0806030902050204" pitchFamily="34" charset="0"/>
              </a:rPr>
              <a:t>03</a:t>
            </a:r>
            <a:endParaRPr lang="zh-CN" altLang="en-US" sz="2200" dirty="0">
              <a:latin typeface="Impact" panose="020B0806030902050204" pitchFamily="34" charset="0"/>
            </a:endParaRPr>
          </a:p>
        </p:txBody>
      </p:sp>
    </p:spTree>
    <p:custDataLst>
      <p:tags r:id="rId1"/>
    </p:custDataLst>
    <p:extLst>
      <p:ext uri="{BB962C8B-B14F-4D97-AF65-F5344CB8AC3E}">
        <p14:creationId xmlns:p14="http://schemas.microsoft.com/office/powerpoint/2010/main" val="2806137792"/>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8" fill="hold" grpId="0" nodeType="withEffect">
                                  <p:stCondLst>
                                    <p:cond delay="0"/>
                                  </p:stCondLst>
                                  <p:childTnLst>
                                    <p:set>
                                      <p:cBhvr>
                                        <p:cTn id="6" dur="1" fill="hold">
                                          <p:stCondLst>
                                            <p:cond delay="0"/>
                                          </p:stCondLst>
                                        </p:cTn>
                                        <p:tgtEl>
                                          <p:spTgt spid="5"/>
                                        </p:tgtEl>
                                        <p:attrNameLst>
                                          <p:attrName>style.visibility</p:attrName>
                                        </p:attrNameLst>
                                      </p:cBhvr>
                                      <p:to>
                                        <p:strVal val="visible"/>
                                      </p:to>
                                    </p:set>
                                    <p:anim calcmode="lin" valueType="num">
                                      <p:cBhvr additive="base">
                                        <p:cTn id="7" dur="500" fill="hold"/>
                                        <p:tgtEl>
                                          <p:spTgt spid="5"/>
                                        </p:tgtEl>
                                        <p:attrNameLst>
                                          <p:attrName>ppt_x</p:attrName>
                                        </p:attrNameLst>
                                      </p:cBhvr>
                                      <p:tavLst>
                                        <p:tav tm="0">
                                          <p:val>
                                            <p:strVal val="0-#ppt_w/2"/>
                                          </p:val>
                                        </p:tav>
                                        <p:tav tm="100000">
                                          <p:val>
                                            <p:strVal val="#ppt_x"/>
                                          </p:val>
                                        </p:tav>
                                      </p:tavLst>
                                    </p:anim>
                                    <p:anim calcmode="lin" valueType="num">
                                      <p:cBhvr additive="base">
                                        <p:cTn id="8" dur="500" fill="hold"/>
                                        <p:tgtEl>
                                          <p:spTgt spid="5"/>
                                        </p:tgtEl>
                                        <p:attrNameLst>
                                          <p:attrName>ppt_y</p:attrName>
                                        </p:attrNameLst>
                                      </p:cBhvr>
                                      <p:tavLst>
                                        <p:tav tm="0">
                                          <p:val>
                                            <p:strVal val="#ppt_y"/>
                                          </p:val>
                                        </p:tav>
                                        <p:tav tm="100000">
                                          <p:val>
                                            <p:strVal val="#ppt_y"/>
                                          </p:val>
                                        </p:tav>
                                      </p:tavLst>
                                    </p:anim>
                                  </p:childTnLst>
                                </p:cTn>
                              </p:par>
                              <p:par>
                                <p:cTn id="9" presetID="2" presetClass="entr" presetSubtype="2" fill="hold" grpId="0" nodeType="withEffect">
                                  <p:stCondLst>
                                    <p:cond delay="0"/>
                                  </p:stCondLst>
                                  <p:childTnLst>
                                    <p:set>
                                      <p:cBhvr>
                                        <p:cTn id="10" dur="1" fill="hold">
                                          <p:stCondLst>
                                            <p:cond delay="0"/>
                                          </p:stCondLst>
                                        </p:cTn>
                                        <p:tgtEl>
                                          <p:spTgt spid="118"/>
                                        </p:tgtEl>
                                        <p:attrNameLst>
                                          <p:attrName>style.visibility</p:attrName>
                                        </p:attrNameLst>
                                      </p:cBhvr>
                                      <p:to>
                                        <p:strVal val="visible"/>
                                      </p:to>
                                    </p:set>
                                    <p:anim calcmode="lin" valueType="num">
                                      <p:cBhvr additive="base">
                                        <p:cTn id="11" dur="500" fill="hold"/>
                                        <p:tgtEl>
                                          <p:spTgt spid="118"/>
                                        </p:tgtEl>
                                        <p:attrNameLst>
                                          <p:attrName>ppt_x</p:attrName>
                                        </p:attrNameLst>
                                      </p:cBhvr>
                                      <p:tavLst>
                                        <p:tav tm="0">
                                          <p:val>
                                            <p:strVal val="1+#ppt_w/2"/>
                                          </p:val>
                                        </p:tav>
                                        <p:tav tm="100000">
                                          <p:val>
                                            <p:strVal val="#ppt_x"/>
                                          </p:val>
                                        </p:tav>
                                      </p:tavLst>
                                    </p:anim>
                                    <p:anim calcmode="lin" valueType="num">
                                      <p:cBhvr additive="base">
                                        <p:cTn id="12" dur="500" fill="hold"/>
                                        <p:tgtEl>
                                          <p:spTgt spid="118"/>
                                        </p:tgtEl>
                                        <p:attrNameLst>
                                          <p:attrName>ppt_y</p:attrName>
                                        </p:attrNameLst>
                                      </p:cBhvr>
                                      <p:tavLst>
                                        <p:tav tm="0">
                                          <p:val>
                                            <p:strVal val="#ppt_y"/>
                                          </p:val>
                                        </p:tav>
                                        <p:tav tm="100000">
                                          <p:val>
                                            <p:strVal val="#ppt_y"/>
                                          </p:val>
                                        </p:tav>
                                      </p:tavLst>
                                    </p:anim>
                                  </p:childTnLst>
                                </p:cTn>
                              </p:par>
                            </p:childTnLst>
                          </p:cTn>
                        </p:par>
                      </p:childTnLst>
                    </p:cTn>
                  </p:par>
                  <p:par>
                    <p:cTn id="13" fill="hold">
                      <p:stCondLst>
                        <p:cond delay="indefinite"/>
                      </p:stCondLst>
                      <p:childTnLst>
                        <p:par>
                          <p:cTn id="14" fill="hold">
                            <p:stCondLst>
                              <p:cond delay="0"/>
                            </p:stCondLst>
                            <p:childTnLst>
                              <p:par>
                                <p:cTn id="15" presetID="22" presetClass="entr" presetSubtype="1" fill="hold" grpId="0" nodeType="clickEffect">
                                  <p:stCondLst>
                                    <p:cond delay="0"/>
                                  </p:stCondLst>
                                  <p:childTnLst>
                                    <p:set>
                                      <p:cBhvr>
                                        <p:cTn id="16" dur="1" fill="hold">
                                          <p:stCondLst>
                                            <p:cond delay="0"/>
                                          </p:stCondLst>
                                        </p:cTn>
                                        <p:tgtEl>
                                          <p:spTgt spid="115"/>
                                        </p:tgtEl>
                                        <p:attrNameLst>
                                          <p:attrName>style.visibility</p:attrName>
                                        </p:attrNameLst>
                                      </p:cBhvr>
                                      <p:to>
                                        <p:strVal val="visible"/>
                                      </p:to>
                                    </p:set>
                                    <p:animEffect transition="in" filter="wipe(up)">
                                      <p:cBhvr>
                                        <p:cTn id="17" dur="500"/>
                                        <p:tgtEl>
                                          <p:spTgt spid="115"/>
                                        </p:tgtEl>
                                      </p:cBhvr>
                                    </p:animEffect>
                                  </p:childTnLst>
                                </p:cTn>
                              </p:par>
                            </p:childTnLst>
                          </p:cTn>
                        </p:par>
                      </p:childTnLst>
                    </p:cTn>
                  </p:par>
                  <p:par>
                    <p:cTn id="18" fill="hold">
                      <p:stCondLst>
                        <p:cond delay="indefinite"/>
                      </p:stCondLst>
                      <p:childTnLst>
                        <p:par>
                          <p:cTn id="19" fill="hold">
                            <p:stCondLst>
                              <p:cond delay="0"/>
                            </p:stCondLst>
                            <p:childTnLst>
                              <p:par>
                                <p:cTn id="20" presetID="1" presetClass="entr" presetSubtype="0" fill="hold" grpId="0" nodeType="clickEffect">
                                  <p:stCondLst>
                                    <p:cond delay="0"/>
                                  </p:stCondLst>
                                  <p:iterate type="lt">
                                    <p:tmAbs val="100"/>
                                  </p:iterate>
                                  <p:childTnLst>
                                    <p:set>
                                      <p:cBhvr>
                                        <p:cTn id="21" dur="1" fill="hold">
                                          <p:stCondLst>
                                            <p:cond delay="0"/>
                                          </p:stCondLst>
                                        </p:cTn>
                                        <p:tgtEl>
                                          <p:spTgt spid="120"/>
                                        </p:tgtEl>
                                        <p:attrNameLst>
                                          <p:attrName>style.visibility</p:attrName>
                                        </p:attrNameLst>
                                      </p:cBhvr>
                                      <p:to>
                                        <p:strVal val="visible"/>
                                      </p:to>
                                    </p:set>
                                  </p:childTnLst>
                                </p:cTn>
                              </p:par>
                            </p:childTnLst>
                          </p:cTn>
                        </p:par>
                      </p:childTnLst>
                    </p:cTn>
                  </p:par>
                  <p:par>
                    <p:cTn id="22" fill="hold">
                      <p:stCondLst>
                        <p:cond delay="indefinite"/>
                      </p:stCondLst>
                      <p:childTnLst>
                        <p:par>
                          <p:cTn id="23" fill="hold">
                            <p:stCondLst>
                              <p:cond delay="0"/>
                            </p:stCondLst>
                            <p:childTnLst>
                              <p:par>
                                <p:cTn id="24" presetID="53" presetClass="entr" presetSubtype="16" fill="hold" grpId="0" nodeType="clickEffect">
                                  <p:stCondLst>
                                    <p:cond delay="0"/>
                                  </p:stCondLst>
                                  <p:childTnLst>
                                    <p:set>
                                      <p:cBhvr>
                                        <p:cTn id="25" dur="1" fill="hold">
                                          <p:stCondLst>
                                            <p:cond delay="0"/>
                                          </p:stCondLst>
                                        </p:cTn>
                                        <p:tgtEl>
                                          <p:spTgt spid="8"/>
                                        </p:tgtEl>
                                        <p:attrNameLst>
                                          <p:attrName>style.visibility</p:attrName>
                                        </p:attrNameLst>
                                      </p:cBhvr>
                                      <p:to>
                                        <p:strVal val="visible"/>
                                      </p:to>
                                    </p:set>
                                    <p:anim calcmode="lin" valueType="num">
                                      <p:cBhvr>
                                        <p:cTn id="26" dur="500" fill="hold"/>
                                        <p:tgtEl>
                                          <p:spTgt spid="8"/>
                                        </p:tgtEl>
                                        <p:attrNameLst>
                                          <p:attrName>ppt_w</p:attrName>
                                        </p:attrNameLst>
                                      </p:cBhvr>
                                      <p:tavLst>
                                        <p:tav tm="0">
                                          <p:val>
                                            <p:fltVal val="0"/>
                                          </p:val>
                                        </p:tav>
                                        <p:tav tm="100000">
                                          <p:val>
                                            <p:strVal val="#ppt_w"/>
                                          </p:val>
                                        </p:tav>
                                      </p:tavLst>
                                    </p:anim>
                                    <p:anim calcmode="lin" valueType="num">
                                      <p:cBhvr>
                                        <p:cTn id="27" dur="500" fill="hold"/>
                                        <p:tgtEl>
                                          <p:spTgt spid="8"/>
                                        </p:tgtEl>
                                        <p:attrNameLst>
                                          <p:attrName>ppt_h</p:attrName>
                                        </p:attrNameLst>
                                      </p:cBhvr>
                                      <p:tavLst>
                                        <p:tav tm="0">
                                          <p:val>
                                            <p:fltVal val="0"/>
                                          </p:val>
                                        </p:tav>
                                        <p:tav tm="100000">
                                          <p:val>
                                            <p:strVal val="#ppt_h"/>
                                          </p:val>
                                        </p:tav>
                                      </p:tavLst>
                                    </p:anim>
                                    <p:animEffect transition="in" filter="fade">
                                      <p:cBhvr>
                                        <p:cTn id="28" dur="500"/>
                                        <p:tgtEl>
                                          <p:spTgt spid="8"/>
                                        </p:tgtEl>
                                      </p:cBhvr>
                                    </p:animEffect>
                                  </p:childTnLst>
                                </p:cTn>
                              </p:par>
                            </p:childTnLst>
                          </p:cTn>
                        </p:par>
                        <p:par>
                          <p:cTn id="29" fill="hold">
                            <p:stCondLst>
                              <p:cond delay="500"/>
                            </p:stCondLst>
                            <p:childTnLst>
                              <p:par>
                                <p:cTn id="30" presetID="1" presetClass="entr" presetSubtype="0" fill="hold" grpId="0" nodeType="afterEffect">
                                  <p:stCondLst>
                                    <p:cond delay="0"/>
                                  </p:stCondLst>
                                  <p:iterate type="lt">
                                    <p:tmAbs val="100"/>
                                  </p:iterate>
                                  <p:childTnLst>
                                    <p:set>
                                      <p:cBhvr>
                                        <p:cTn id="31" dur="1" fill="hold">
                                          <p:stCondLst>
                                            <p:cond delay="0"/>
                                          </p:stCondLst>
                                        </p:cTn>
                                        <p:tgtEl>
                                          <p:spTgt spid="121"/>
                                        </p:tgtEl>
                                        <p:attrNameLst>
                                          <p:attrName>style.visibility</p:attrName>
                                        </p:attrNameLst>
                                      </p:cBhvr>
                                      <p:to>
                                        <p:strVal val="visible"/>
                                      </p:to>
                                    </p:set>
                                  </p:childTnLst>
                                </p:cTn>
                              </p:par>
                            </p:childTnLst>
                          </p:cTn>
                        </p:par>
                      </p:childTnLst>
                    </p:cTn>
                  </p:par>
                  <p:par>
                    <p:cTn id="32" fill="hold">
                      <p:stCondLst>
                        <p:cond delay="indefinite"/>
                      </p:stCondLst>
                      <p:childTnLst>
                        <p:par>
                          <p:cTn id="33" fill="hold">
                            <p:stCondLst>
                              <p:cond delay="0"/>
                            </p:stCondLst>
                            <p:childTnLst>
                              <p:par>
                                <p:cTn id="34" presetID="1" presetClass="entr" presetSubtype="0" fill="hold" grpId="0" nodeType="clickEffect">
                                  <p:stCondLst>
                                    <p:cond delay="0"/>
                                  </p:stCondLst>
                                  <p:iterate type="lt">
                                    <p:tmAbs val="100"/>
                                  </p:iterate>
                                  <p:childTnLst>
                                    <p:set>
                                      <p:cBhvr>
                                        <p:cTn id="35" dur="1" fill="hold">
                                          <p:stCondLst>
                                            <p:cond delay="0"/>
                                          </p:stCondLst>
                                        </p:cTn>
                                        <p:tgtEl>
                                          <p:spTgt spid="122"/>
                                        </p:tgtEl>
                                        <p:attrNameLst>
                                          <p:attrName>style.visibility</p:attrName>
                                        </p:attrNameLst>
                                      </p:cBhvr>
                                      <p:to>
                                        <p:strVal val="visible"/>
                                      </p:to>
                                    </p:set>
                                  </p:childTnLst>
                                </p:cTn>
                              </p:par>
                            </p:childTnLst>
                          </p:cTn>
                        </p:par>
                      </p:childTnLst>
                    </p:cTn>
                  </p:par>
                  <p:par>
                    <p:cTn id="36" fill="hold">
                      <p:stCondLst>
                        <p:cond delay="indefinite"/>
                      </p:stCondLst>
                      <p:childTnLst>
                        <p:par>
                          <p:cTn id="37" fill="hold">
                            <p:stCondLst>
                              <p:cond delay="0"/>
                            </p:stCondLst>
                            <p:childTnLst>
                              <p:par>
                                <p:cTn id="38" presetID="53" presetClass="entr" presetSubtype="16" fill="hold" grpId="0" nodeType="clickEffect">
                                  <p:stCondLst>
                                    <p:cond delay="0"/>
                                  </p:stCondLst>
                                  <p:childTnLst>
                                    <p:set>
                                      <p:cBhvr>
                                        <p:cTn id="39" dur="1" fill="hold">
                                          <p:stCondLst>
                                            <p:cond delay="0"/>
                                          </p:stCondLst>
                                        </p:cTn>
                                        <p:tgtEl>
                                          <p:spTgt spid="124"/>
                                        </p:tgtEl>
                                        <p:attrNameLst>
                                          <p:attrName>style.visibility</p:attrName>
                                        </p:attrNameLst>
                                      </p:cBhvr>
                                      <p:to>
                                        <p:strVal val="visible"/>
                                      </p:to>
                                    </p:set>
                                    <p:anim calcmode="lin" valueType="num">
                                      <p:cBhvr>
                                        <p:cTn id="40" dur="500" fill="hold"/>
                                        <p:tgtEl>
                                          <p:spTgt spid="124"/>
                                        </p:tgtEl>
                                        <p:attrNameLst>
                                          <p:attrName>ppt_w</p:attrName>
                                        </p:attrNameLst>
                                      </p:cBhvr>
                                      <p:tavLst>
                                        <p:tav tm="0">
                                          <p:val>
                                            <p:fltVal val="0"/>
                                          </p:val>
                                        </p:tav>
                                        <p:tav tm="100000">
                                          <p:val>
                                            <p:strVal val="#ppt_w"/>
                                          </p:val>
                                        </p:tav>
                                      </p:tavLst>
                                    </p:anim>
                                    <p:anim calcmode="lin" valueType="num">
                                      <p:cBhvr>
                                        <p:cTn id="41" dur="500" fill="hold"/>
                                        <p:tgtEl>
                                          <p:spTgt spid="124"/>
                                        </p:tgtEl>
                                        <p:attrNameLst>
                                          <p:attrName>ppt_h</p:attrName>
                                        </p:attrNameLst>
                                      </p:cBhvr>
                                      <p:tavLst>
                                        <p:tav tm="0">
                                          <p:val>
                                            <p:fltVal val="0"/>
                                          </p:val>
                                        </p:tav>
                                        <p:tav tm="100000">
                                          <p:val>
                                            <p:strVal val="#ppt_h"/>
                                          </p:val>
                                        </p:tav>
                                      </p:tavLst>
                                    </p:anim>
                                    <p:animEffect transition="in" filter="fade">
                                      <p:cBhvr>
                                        <p:cTn id="42" dur="500"/>
                                        <p:tgtEl>
                                          <p:spTgt spid="124"/>
                                        </p:tgtEl>
                                      </p:cBhvr>
                                    </p:animEffect>
                                  </p:childTnLst>
                                </p:cTn>
                              </p:par>
                            </p:childTnLst>
                          </p:cTn>
                        </p:par>
                        <p:par>
                          <p:cTn id="43" fill="hold">
                            <p:stCondLst>
                              <p:cond delay="500"/>
                            </p:stCondLst>
                            <p:childTnLst>
                              <p:par>
                                <p:cTn id="44" presetID="1" presetClass="entr" presetSubtype="0" fill="hold" grpId="0" nodeType="afterEffect">
                                  <p:stCondLst>
                                    <p:cond delay="0"/>
                                  </p:stCondLst>
                                  <p:iterate type="lt">
                                    <p:tmAbs val="100"/>
                                  </p:iterate>
                                  <p:childTnLst>
                                    <p:set>
                                      <p:cBhvr>
                                        <p:cTn id="45" dur="1" fill="hold">
                                          <p:stCondLst>
                                            <p:cond delay="0"/>
                                          </p:stCondLst>
                                        </p:cTn>
                                        <p:tgtEl>
                                          <p:spTgt spid="123"/>
                                        </p:tgtEl>
                                        <p:attrNameLst>
                                          <p:attrName>style.visibility</p:attrName>
                                        </p:attrNameLst>
                                      </p:cBhvr>
                                      <p:to>
                                        <p:strVal val="visible"/>
                                      </p:to>
                                    </p:set>
                                  </p:childTnLst>
                                </p:cTn>
                              </p:par>
                            </p:childTnLst>
                          </p:cTn>
                        </p:par>
                      </p:childTnLst>
                    </p:cTn>
                  </p:par>
                  <p:par>
                    <p:cTn id="46" fill="hold">
                      <p:stCondLst>
                        <p:cond delay="indefinite"/>
                      </p:stCondLst>
                      <p:childTnLst>
                        <p:par>
                          <p:cTn id="47" fill="hold">
                            <p:stCondLst>
                              <p:cond delay="0"/>
                            </p:stCondLst>
                            <p:childTnLst>
                              <p:par>
                                <p:cTn id="48" presetID="1" presetClass="entr" presetSubtype="0" fill="hold" grpId="0" nodeType="clickEffect">
                                  <p:stCondLst>
                                    <p:cond delay="0"/>
                                  </p:stCondLst>
                                  <p:iterate type="lt">
                                    <p:tmAbs val="100"/>
                                  </p:iterate>
                                  <p:childTnLst>
                                    <p:set>
                                      <p:cBhvr>
                                        <p:cTn id="49" dur="1" fill="hold">
                                          <p:stCondLst>
                                            <p:cond delay="0"/>
                                          </p:stCondLst>
                                        </p:cTn>
                                        <p:tgtEl>
                                          <p:spTgt spid="125"/>
                                        </p:tgtEl>
                                        <p:attrNameLst>
                                          <p:attrName>style.visibility</p:attrName>
                                        </p:attrNameLst>
                                      </p:cBhvr>
                                      <p:to>
                                        <p:strVal val="visible"/>
                                      </p:to>
                                    </p:set>
                                  </p:childTnLst>
                                </p:cTn>
                              </p:par>
                            </p:childTnLst>
                          </p:cTn>
                        </p:par>
                      </p:childTnLst>
                    </p:cTn>
                  </p:par>
                  <p:par>
                    <p:cTn id="50" fill="hold">
                      <p:stCondLst>
                        <p:cond delay="indefinite"/>
                      </p:stCondLst>
                      <p:childTnLst>
                        <p:par>
                          <p:cTn id="51" fill="hold">
                            <p:stCondLst>
                              <p:cond delay="0"/>
                            </p:stCondLst>
                            <p:childTnLst>
                              <p:par>
                                <p:cTn id="52" presetID="22" presetClass="entr" presetSubtype="1" fill="hold" grpId="0" nodeType="clickEffect">
                                  <p:stCondLst>
                                    <p:cond delay="0"/>
                                  </p:stCondLst>
                                  <p:childTnLst>
                                    <p:set>
                                      <p:cBhvr>
                                        <p:cTn id="53" dur="1" fill="hold">
                                          <p:stCondLst>
                                            <p:cond delay="0"/>
                                          </p:stCondLst>
                                        </p:cTn>
                                        <p:tgtEl>
                                          <p:spTgt spid="119"/>
                                        </p:tgtEl>
                                        <p:attrNameLst>
                                          <p:attrName>style.visibility</p:attrName>
                                        </p:attrNameLst>
                                      </p:cBhvr>
                                      <p:to>
                                        <p:strVal val="visible"/>
                                      </p:to>
                                    </p:set>
                                    <p:animEffect transition="in" filter="wipe(up)">
                                      <p:cBhvr>
                                        <p:cTn id="54" dur="500"/>
                                        <p:tgtEl>
                                          <p:spTgt spid="119"/>
                                        </p:tgtEl>
                                      </p:cBhvr>
                                    </p:animEffect>
                                  </p:childTnLst>
                                </p:cTn>
                              </p:par>
                            </p:childTnLst>
                          </p:cTn>
                        </p:par>
                      </p:childTnLst>
                    </p:cTn>
                  </p:par>
                  <p:par>
                    <p:cTn id="55" fill="hold">
                      <p:stCondLst>
                        <p:cond delay="indefinite"/>
                      </p:stCondLst>
                      <p:childTnLst>
                        <p:par>
                          <p:cTn id="56" fill="hold">
                            <p:stCondLst>
                              <p:cond delay="0"/>
                            </p:stCondLst>
                            <p:childTnLst>
                              <p:par>
                                <p:cTn id="57" presetID="1" presetClass="entr" presetSubtype="0" fill="hold" grpId="0" nodeType="clickEffect">
                                  <p:stCondLst>
                                    <p:cond delay="0"/>
                                  </p:stCondLst>
                                  <p:iterate type="lt">
                                    <p:tmAbs val="100"/>
                                  </p:iterate>
                                  <p:childTnLst>
                                    <p:set>
                                      <p:cBhvr>
                                        <p:cTn id="58" dur="1" fill="hold">
                                          <p:stCondLst>
                                            <p:cond delay="0"/>
                                          </p:stCondLst>
                                        </p:cTn>
                                        <p:tgtEl>
                                          <p:spTgt spid="134"/>
                                        </p:tgtEl>
                                        <p:attrNameLst>
                                          <p:attrName>style.visibility</p:attrName>
                                        </p:attrNameLst>
                                      </p:cBhvr>
                                      <p:to>
                                        <p:strVal val="visible"/>
                                      </p:to>
                                    </p:set>
                                  </p:childTnLst>
                                </p:cTn>
                              </p:par>
                            </p:childTnLst>
                          </p:cTn>
                        </p:par>
                      </p:childTnLst>
                    </p:cTn>
                  </p:par>
                  <p:par>
                    <p:cTn id="59" fill="hold">
                      <p:stCondLst>
                        <p:cond delay="indefinite"/>
                      </p:stCondLst>
                      <p:childTnLst>
                        <p:par>
                          <p:cTn id="60" fill="hold">
                            <p:stCondLst>
                              <p:cond delay="0"/>
                            </p:stCondLst>
                            <p:childTnLst>
                              <p:par>
                                <p:cTn id="61" presetID="53" presetClass="entr" presetSubtype="16" fill="hold" grpId="0" nodeType="clickEffect">
                                  <p:stCondLst>
                                    <p:cond delay="0"/>
                                  </p:stCondLst>
                                  <p:childTnLst>
                                    <p:set>
                                      <p:cBhvr>
                                        <p:cTn id="62" dur="1" fill="hold">
                                          <p:stCondLst>
                                            <p:cond delay="0"/>
                                          </p:stCondLst>
                                        </p:cTn>
                                        <p:tgtEl>
                                          <p:spTgt spid="137"/>
                                        </p:tgtEl>
                                        <p:attrNameLst>
                                          <p:attrName>style.visibility</p:attrName>
                                        </p:attrNameLst>
                                      </p:cBhvr>
                                      <p:to>
                                        <p:strVal val="visible"/>
                                      </p:to>
                                    </p:set>
                                    <p:anim calcmode="lin" valueType="num">
                                      <p:cBhvr>
                                        <p:cTn id="63" dur="500" fill="hold"/>
                                        <p:tgtEl>
                                          <p:spTgt spid="137"/>
                                        </p:tgtEl>
                                        <p:attrNameLst>
                                          <p:attrName>ppt_w</p:attrName>
                                        </p:attrNameLst>
                                      </p:cBhvr>
                                      <p:tavLst>
                                        <p:tav tm="0">
                                          <p:val>
                                            <p:fltVal val="0"/>
                                          </p:val>
                                        </p:tav>
                                        <p:tav tm="100000">
                                          <p:val>
                                            <p:strVal val="#ppt_w"/>
                                          </p:val>
                                        </p:tav>
                                      </p:tavLst>
                                    </p:anim>
                                    <p:anim calcmode="lin" valueType="num">
                                      <p:cBhvr>
                                        <p:cTn id="64" dur="500" fill="hold"/>
                                        <p:tgtEl>
                                          <p:spTgt spid="137"/>
                                        </p:tgtEl>
                                        <p:attrNameLst>
                                          <p:attrName>ppt_h</p:attrName>
                                        </p:attrNameLst>
                                      </p:cBhvr>
                                      <p:tavLst>
                                        <p:tav tm="0">
                                          <p:val>
                                            <p:fltVal val="0"/>
                                          </p:val>
                                        </p:tav>
                                        <p:tav tm="100000">
                                          <p:val>
                                            <p:strVal val="#ppt_h"/>
                                          </p:val>
                                        </p:tav>
                                      </p:tavLst>
                                    </p:anim>
                                    <p:animEffect transition="in" filter="fade">
                                      <p:cBhvr>
                                        <p:cTn id="65" dur="500"/>
                                        <p:tgtEl>
                                          <p:spTgt spid="137"/>
                                        </p:tgtEl>
                                      </p:cBhvr>
                                    </p:animEffect>
                                  </p:childTnLst>
                                </p:cTn>
                              </p:par>
                            </p:childTnLst>
                          </p:cTn>
                        </p:par>
                        <p:par>
                          <p:cTn id="66" fill="hold">
                            <p:stCondLst>
                              <p:cond delay="500"/>
                            </p:stCondLst>
                            <p:childTnLst>
                              <p:par>
                                <p:cTn id="67" presetID="1" presetClass="entr" presetSubtype="0" fill="hold" grpId="0" nodeType="afterEffect">
                                  <p:stCondLst>
                                    <p:cond delay="0"/>
                                  </p:stCondLst>
                                  <p:iterate type="lt">
                                    <p:tmAbs val="100"/>
                                  </p:iterate>
                                  <p:childTnLst>
                                    <p:set>
                                      <p:cBhvr>
                                        <p:cTn id="68" dur="1" fill="hold">
                                          <p:stCondLst>
                                            <p:cond delay="0"/>
                                          </p:stCondLst>
                                        </p:cTn>
                                        <p:tgtEl>
                                          <p:spTgt spid="136"/>
                                        </p:tgtEl>
                                        <p:attrNameLst>
                                          <p:attrName>style.visibility</p:attrName>
                                        </p:attrNameLst>
                                      </p:cBhvr>
                                      <p:to>
                                        <p:strVal val="visible"/>
                                      </p:to>
                                    </p:set>
                                  </p:childTnLst>
                                </p:cTn>
                              </p:par>
                            </p:childTnLst>
                          </p:cTn>
                        </p:par>
                      </p:childTnLst>
                    </p:cTn>
                  </p:par>
                  <p:par>
                    <p:cTn id="69" fill="hold">
                      <p:stCondLst>
                        <p:cond delay="indefinite"/>
                      </p:stCondLst>
                      <p:childTnLst>
                        <p:par>
                          <p:cTn id="70" fill="hold">
                            <p:stCondLst>
                              <p:cond delay="0"/>
                            </p:stCondLst>
                            <p:childTnLst>
                              <p:par>
                                <p:cTn id="71" presetID="1" presetClass="entr" presetSubtype="0" fill="hold" grpId="0" nodeType="clickEffect">
                                  <p:stCondLst>
                                    <p:cond delay="0"/>
                                  </p:stCondLst>
                                  <p:iterate type="lt">
                                    <p:tmAbs val="100"/>
                                  </p:iterate>
                                  <p:childTnLst>
                                    <p:set>
                                      <p:cBhvr>
                                        <p:cTn id="72" dur="1" fill="hold">
                                          <p:stCondLst>
                                            <p:cond delay="0"/>
                                          </p:stCondLst>
                                        </p:cTn>
                                        <p:tgtEl>
                                          <p:spTgt spid="138"/>
                                        </p:tgtEl>
                                        <p:attrNameLst>
                                          <p:attrName>style.visibility</p:attrName>
                                        </p:attrNameLst>
                                      </p:cBhvr>
                                      <p:to>
                                        <p:strVal val="visible"/>
                                      </p:to>
                                    </p:set>
                                  </p:childTnLst>
                                </p:cTn>
                              </p:par>
                            </p:childTnLst>
                          </p:cTn>
                        </p:par>
                      </p:childTnLst>
                    </p:cTn>
                  </p:par>
                  <p:par>
                    <p:cTn id="73" fill="hold">
                      <p:stCondLst>
                        <p:cond delay="indefinite"/>
                      </p:stCondLst>
                      <p:childTnLst>
                        <p:par>
                          <p:cTn id="74" fill="hold">
                            <p:stCondLst>
                              <p:cond delay="0"/>
                            </p:stCondLst>
                            <p:childTnLst>
                              <p:par>
                                <p:cTn id="75" presetID="53" presetClass="entr" presetSubtype="16" fill="hold" grpId="0" nodeType="clickEffect">
                                  <p:stCondLst>
                                    <p:cond delay="0"/>
                                  </p:stCondLst>
                                  <p:childTnLst>
                                    <p:set>
                                      <p:cBhvr>
                                        <p:cTn id="76" dur="1" fill="hold">
                                          <p:stCondLst>
                                            <p:cond delay="0"/>
                                          </p:stCondLst>
                                        </p:cTn>
                                        <p:tgtEl>
                                          <p:spTgt spid="140"/>
                                        </p:tgtEl>
                                        <p:attrNameLst>
                                          <p:attrName>style.visibility</p:attrName>
                                        </p:attrNameLst>
                                      </p:cBhvr>
                                      <p:to>
                                        <p:strVal val="visible"/>
                                      </p:to>
                                    </p:set>
                                    <p:anim calcmode="lin" valueType="num">
                                      <p:cBhvr>
                                        <p:cTn id="77" dur="500" fill="hold"/>
                                        <p:tgtEl>
                                          <p:spTgt spid="140"/>
                                        </p:tgtEl>
                                        <p:attrNameLst>
                                          <p:attrName>ppt_w</p:attrName>
                                        </p:attrNameLst>
                                      </p:cBhvr>
                                      <p:tavLst>
                                        <p:tav tm="0">
                                          <p:val>
                                            <p:fltVal val="0"/>
                                          </p:val>
                                        </p:tav>
                                        <p:tav tm="100000">
                                          <p:val>
                                            <p:strVal val="#ppt_w"/>
                                          </p:val>
                                        </p:tav>
                                      </p:tavLst>
                                    </p:anim>
                                    <p:anim calcmode="lin" valueType="num">
                                      <p:cBhvr>
                                        <p:cTn id="78" dur="500" fill="hold"/>
                                        <p:tgtEl>
                                          <p:spTgt spid="140"/>
                                        </p:tgtEl>
                                        <p:attrNameLst>
                                          <p:attrName>ppt_h</p:attrName>
                                        </p:attrNameLst>
                                      </p:cBhvr>
                                      <p:tavLst>
                                        <p:tav tm="0">
                                          <p:val>
                                            <p:fltVal val="0"/>
                                          </p:val>
                                        </p:tav>
                                        <p:tav tm="100000">
                                          <p:val>
                                            <p:strVal val="#ppt_h"/>
                                          </p:val>
                                        </p:tav>
                                      </p:tavLst>
                                    </p:anim>
                                    <p:animEffect transition="in" filter="fade">
                                      <p:cBhvr>
                                        <p:cTn id="79" dur="500"/>
                                        <p:tgtEl>
                                          <p:spTgt spid="140"/>
                                        </p:tgtEl>
                                      </p:cBhvr>
                                    </p:animEffect>
                                  </p:childTnLst>
                                </p:cTn>
                              </p:par>
                            </p:childTnLst>
                          </p:cTn>
                        </p:par>
                        <p:par>
                          <p:cTn id="80" fill="hold">
                            <p:stCondLst>
                              <p:cond delay="500"/>
                            </p:stCondLst>
                            <p:childTnLst>
                              <p:par>
                                <p:cTn id="81" presetID="1" presetClass="entr" presetSubtype="0" fill="hold" grpId="0" nodeType="afterEffect">
                                  <p:stCondLst>
                                    <p:cond delay="0"/>
                                  </p:stCondLst>
                                  <p:iterate type="lt">
                                    <p:tmAbs val="100"/>
                                  </p:iterate>
                                  <p:childTnLst>
                                    <p:set>
                                      <p:cBhvr>
                                        <p:cTn id="82" dur="1" fill="hold">
                                          <p:stCondLst>
                                            <p:cond delay="0"/>
                                          </p:stCondLst>
                                        </p:cTn>
                                        <p:tgtEl>
                                          <p:spTgt spid="139"/>
                                        </p:tgtEl>
                                        <p:attrNameLst>
                                          <p:attrName>style.visibility</p:attrName>
                                        </p:attrNameLst>
                                      </p:cBhvr>
                                      <p:to>
                                        <p:strVal val="visible"/>
                                      </p:to>
                                    </p:set>
                                  </p:childTnLst>
                                </p:cTn>
                              </p:par>
                            </p:childTnLst>
                          </p:cTn>
                        </p:par>
                      </p:childTnLst>
                    </p:cTn>
                  </p:par>
                  <p:par>
                    <p:cTn id="83" fill="hold">
                      <p:stCondLst>
                        <p:cond delay="indefinite"/>
                      </p:stCondLst>
                      <p:childTnLst>
                        <p:par>
                          <p:cTn id="84" fill="hold">
                            <p:stCondLst>
                              <p:cond delay="0"/>
                            </p:stCondLst>
                            <p:childTnLst>
                              <p:par>
                                <p:cTn id="85" presetID="1" presetClass="entr" presetSubtype="0" fill="hold" grpId="0" nodeType="clickEffect">
                                  <p:stCondLst>
                                    <p:cond delay="0"/>
                                  </p:stCondLst>
                                  <p:iterate type="lt">
                                    <p:tmAbs val="100"/>
                                  </p:iterate>
                                  <p:childTnLst>
                                    <p:set>
                                      <p:cBhvr>
                                        <p:cTn id="86" dur="1" fill="hold">
                                          <p:stCondLst>
                                            <p:cond delay="0"/>
                                          </p:stCondLst>
                                        </p:cTn>
                                        <p:tgtEl>
                                          <p:spTgt spid="141"/>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 grpId="0" animBg="1"/>
      <p:bldP spid="115" grpId="0" animBg="1"/>
      <p:bldP spid="118" grpId="0" animBg="1"/>
      <p:bldP spid="119" grpId="0" animBg="1"/>
      <p:bldP spid="120" grpId="0"/>
      <p:bldP spid="121" grpId="0"/>
      <p:bldP spid="8" grpId="0" animBg="1"/>
      <p:bldP spid="122" grpId="0"/>
      <p:bldP spid="123" grpId="0"/>
      <p:bldP spid="124" grpId="0" animBg="1"/>
      <p:bldP spid="125" grpId="0"/>
      <p:bldP spid="134" grpId="0"/>
      <p:bldP spid="136" grpId="0"/>
      <p:bldP spid="137" grpId="0" animBg="1"/>
      <p:bldP spid="138" grpId="0"/>
      <p:bldP spid="139" grpId="0"/>
      <p:bldP spid="140" grpId="0" animBg="1"/>
      <p:bldP spid="141" grpId="0"/>
    </p:bldLst>
  </p:timing>
</p:sld>
</file>

<file path=ppt/slides/slide49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4" name="组合 3">
            <a:extLst>
              <a:ext uri="{FF2B5EF4-FFF2-40B4-BE49-F238E27FC236}">
                <a16:creationId xmlns:a16="http://schemas.microsoft.com/office/drawing/2014/main" id="{9A1EA9F2-FCB6-48C3-935F-7AE7E3AD14AC}"/>
              </a:ext>
            </a:extLst>
          </p:cNvPr>
          <p:cNvGrpSpPr/>
          <p:nvPr/>
        </p:nvGrpSpPr>
        <p:grpSpPr>
          <a:xfrm>
            <a:off x="304800" y="749300"/>
            <a:ext cx="4938199" cy="400110"/>
            <a:chOff x="424117" y="898245"/>
            <a:chExt cx="4938199" cy="400110"/>
          </a:xfrm>
        </p:grpSpPr>
        <p:sp>
          <p:nvSpPr>
            <p:cNvPr id="2" name="平行四边形 1">
              <a:extLst>
                <a:ext uri="{FF2B5EF4-FFF2-40B4-BE49-F238E27FC236}">
                  <a16:creationId xmlns:a16="http://schemas.microsoft.com/office/drawing/2014/main" id="{1F5BAA3F-9845-4F89-A2DD-8222D3E4EDAC}"/>
                </a:ext>
              </a:extLst>
            </p:cNvPr>
            <p:cNvSpPr/>
            <p:nvPr/>
          </p:nvSpPr>
          <p:spPr>
            <a:xfrm>
              <a:off x="424117" y="898245"/>
              <a:ext cx="628306" cy="387090"/>
            </a:xfrm>
            <a:prstGeom prst="parallelogram">
              <a:avLst/>
            </a:prstGeom>
            <a:solidFill>
              <a:schemeClr val="accent3">
                <a:lumMod val="75000"/>
              </a:schemeClr>
            </a:solidFill>
            <a:ln>
              <a:solidFill>
                <a:schemeClr val="accent3">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CN" sz="2200" dirty="0">
                  <a:latin typeface="Impact" panose="020B0806030902050204" pitchFamily="34" charset="0"/>
                </a:rPr>
                <a:t>01</a:t>
              </a:r>
              <a:endParaRPr lang="zh-CN" altLang="en-US" sz="2200" dirty="0">
                <a:latin typeface="Impact" panose="020B0806030902050204" pitchFamily="34" charset="0"/>
              </a:endParaRPr>
            </a:p>
          </p:txBody>
        </p:sp>
        <p:sp>
          <p:nvSpPr>
            <p:cNvPr id="3" name="文本框 2">
              <a:extLst>
                <a:ext uri="{FF2B5EF4-FFF2-40B4-BE49-F238E27FC236}">
                  <a16:creationId xmlns:a16="http://schemas.microsoft.com/office/drawing/2014/main" id="{4D6BD736-A4D3-4F26-AFED-36E11F50F70B}"/>
                </a:ext>
              </a:extLst>
            </p:cNvPr>
            <p:cNvSpPr txBox="1"/>
            <p:nvPr/>
          </p:nvSpPr>
          <p:spPr>
            <a:xfrm>
              <a:off x="1052423" y="898245"/>
              <a:ext cx="4309893" cy="400110"/>
            </a:xfrm>
            <a:prstGeom prst="rect">
              <a:avLst/>
            </a:prstGeom>
            <a:noFill/>
          </p:spPr>
          <p:txBody>
            <a:bodyPr wrap="square" rtlCol="0">
              <a:spAutoFit/>
            </a:bodyPr>
            <a:lstStyle/>
            <a:p>
              <a:r>
                <a:rPr lang="zh-CN" altLang="en-US" sz="2000" b="1" dirty="0">
                  <a:solidFill>
                    <a:schemeClr val="tx1"/>
                  </a:solidFill>
                  <a:latin typeface="Arial Narrow" panose="020B0606020202030204" pitchFamily="34" charset="0"/>
                </a:rPr>
                <a:t>虚拟局域网</a:t>
              </a:r>
              <a:r>
                <a:rPr lang="en-US" altLang="zh-CN" sz="2000" b="1" dirty="0">
                  <a:solidFill>
                    <a:schemeClr val="tx1"/>
                  </a:solidFill>
                  <a:latin typeface="Arial Narrow" panose="020B0606020202030204" pitchFamily="34" charset="0"/>
                </a:rPr>
                <a:t>VLAN</a:t>
              </a:r>
              <a:r>
                <a:rPr lang="zh-CN" altLang="en-US" sz="2000" b="1" dirty="0">
                  <a:solidFill>
                    <a:schemeClr val="tx1"/>
                  </a:solidFill>
                  <a:latin typeface="Arial Narrow" panose="020B0606020202030204" pitchFamily="34" charset="0"/>
                </a:rPr>
                <a:t>的</a:t>
              </a:r>
              <a:r>
                <a:rPr lang="zh-CN" altLang="en-US" sz="2000" b="1" dirty="0">
                  <a:latin typeface="Arial Narrow" panose="020B0606020202030204" pitchFamily="34" charset="0"/>
                </a:rPr>
                <a:t>实现机制</a:t>
              </a:r>
              <a:endParaRPr lang="en-US" altLang="zh-CN" sz="2000" b="1" dirty="0">
                <a:solidFill>
                  <a:schemeClr val="tx1"/>
                </a:solidFill>
                <a:latin typeface="Arial Narrow" panose="020B0606020202030204" pitchFamily="34" charset="0"/>
              </a:endParaRPr>
            </a:p>
          </p:txBody>
        </p:sp>
      </p:grpSp>
      <p:sp>
        <p:nvSpPr>
          <p:cNvPr id="9" name="文本框 8">
            <a:extLst>
              <a:ext uri="{FF2B5EF4-FFF2-40B4-BE49-F238E27FC236}">
                <a16:creationId xmlns:a16="http://schemas.microsoft.com/office/drawing/2014/main" id="{7E01F55D-5303-4639-8DD9-B3123C1AE516}"/>
              </a:ext>
            </a:extLst>
          </p:cNvPr>
          <p:cNvSpPr txBox="1"/>
          <p:nvPr/>
        </p:nvSpPr>
        <p:spPr>
          <a:xfrm>
            <a:off x="4141958" y="742690"/>
            <a:ext cx="4443242" cy="400110"/>
          </a:xfrm>
          <a:prstGeom prst="rect">
            <a:avLst/>
          </a:prstGeom>
          <a:noFill/>
        </p:spPr>
        <p:txBody>
          <a:bodyPr wrap="square" rtlCol="0">
            <a:spAutoFit/>
          </a:bodyPr>
          <a:lstStyle/>
          <a:p>
            <a:r>
              <a:rPr lang="en-US" altLang="zh-CN" sz="2000" b="1" dirty="0">
                <a:solidFill>
                  <a:schemeClr val="accent3">
                    <a:lumMod val="75000"/>
                  </a:schemeClr>
                </a:solidFill>
                <a:latin typeface="Arial Narrow" panose="020B0606020202030204" pitchFamily="34" charset="0"/>
              </a:rPr>
              <a:t>——  </a:t>
            </a:r>
            <a:r>
              <a:rPr lang="zh-CN" altLang="en-US" sz="2000" b="1" dirty="0">
                <a:solidFill>
                  <a:schemeClr val="accent3">
                    <a:lumMod val="75000"/>
                  </a:schemeClr>
                </a:solidFill>
                <a:latin typeface="Arial Narrow" panose="020B0606020202030204" pitchFamily="34" charset="0"/>
              </a:rPr>
              <a:t>以太网交换机的接口类型</a:t>
            </a:r>
            <a:endParaRPr lang="en-US" altLang="zh-CN" sz="2000" b="1" dirty="0">
              <a:solidFill>
                <a:schemeClr val="accent3">
                  <a:lumMod val="75000"/>
                </a:schemeClr>
              </a:solidFill>
              <a:latin typeface="Arial Narrow" panose="020B0606020202030204" pitchFamily="34" charset="0"/>
            </a:endParaRPr>
          </a:p>
        </p:txBody>
      </p:sp>
      <p:sp>
        <p:nvSpPr>
          <p:cNvPr id="30" name="矩形 29">
            <a:extLst>
              <a:ext uri="{FF2B5EF4-FFF2-40B4-BE49-F238E27FC236}">
                <a16:creationId xmlns:a16="http://schemas.microsoft.com/office/drawing/2014/main" id="{EA98B4B9-AB67-4995-88DF-6E8C7A94A841}"/>
              </a:ext>
            </a:extLst>
          </p:cNvPr>
          <p:cNvSpPr/>
          <p:nvPr/>
        </p:nvSpPr>
        <p:spPr>
          <a:xfrm>
            <a:off x="1920702" y="1860550"/>
            <a:ext cx="7801148" cy="552450"/>
          </a:xfrm>
          <a:prstGeom prst="rect">
            <a:avLst/>
          </a:prstGeom>
        </p:spPr>
        <p:style>
          <a:lnRef idx="2">
            <a:schemeClr val="accent5">
              <a:shade val="50000"/>
            </a:schemeClr>
          </a:lnRef>
          <a:fillRef idx="1">
            <a:schemeClr val="accent5"/>
          </a:fillRef>
          <a:effectRef idx="0">
            <a:schemeClr val="accent5"/>
          </a:effectRef>
          <a:fontRef idx="minor">
            <a:schemeClr val="lt1"/>
          </a:fontRef>
        </p:style>
        <p:txBody>
          <a:bodyPr rtlCol="0" anchor="ctr"/>
          <a:lstStyle/>
          <a:p>
            <a:pPr algn="ctr"/>
            <a:r>
              <a:rPr lang="en-US" altLang="zh-CN" b="1" dirty="0"/>
              <a:t>Hybrid</a:t>
            </a:r>
            <a:r>
              <a:rPr lang="zh-CN" altLang="en-US" b="1" dirty="0"/>
              <a:t>接口</a:t>
            </a:r>
          </a:p>
        </p:txBody>
      </p:sp>
      <p:sp>
        <p:nvSpPr>
          <p:cNvPr id="31" name="矩形 30">
            <a:extLst>
              <a:ext uri="{FF2B5EF4-FFF2-40B4-BE49-F238E27FC236}">
                <a16:creationId xmlns:a16="http://schemas.microsoft.com/office/drawing/2014/main" id="{2D34F502-AABA-46AB-9CE6-060CB86349EF}"/>
              </a:ext>
            </a:extLst>
          </p:cNvPr>
          <p:cNvSpPr/>
          <p:nvPr/>
        </p:nvSpPr>
        <p:spPr>
          <a:xfrm>
            <a:off x="1920702" y="2413000"/>
            <a:ext cx="7801147" cy="2901950"/>
          </a:xfrm>
          <a:prstGeom prst="rect">
            <a:avLst/>
          </a:prstGeom>
          <a:noFill/>
          <a:ln>
            <a:solidFill>
              <a:schemeClr val="accent5"/>
            </a:solidFill>
          </a:ln>
        </p:spPr>
        <p:style>
          <a:lnRef idx="2">
            <a:schemeClr val="accent4">
              <a:shade val="50000"/>
            </a:schemeClr>
          </a:lnRef>
          <a:fillRef idx="1">
            <a:schemeClr val="accent4"/>
          </a:fillRef>
          <a:effectRef idx="0">
            <a:schemeClr val="accent4"/>
          </a:effectRef>
          <a:fontRef idx="minor">
            <a:schemeClr val="lt1"/>
          </a:fontRef>
        </p:style>
        <p:txBody>
          <a:bodyPr rtlCol="0" anchor="ctr"/>
          <a:lstStyle/>
          <a:p>
            <a:pPr algn="ctr"/>
            <a:endParaRPr lang="zh-CN" altLang="en-US" b="1" dirty="0"/>
          </a:p>
        </p:txBody>
      </p:sp>
      <p:sp>
        <p:nvSpPr>
          <p:cNvPr id="32" name="íşlïḍè">
            <a:extLst>
              <a:ext uri="{FF2B5EF4-FFF2-40B4-BE49-F238E27FC236}">
                <a16:creationId xmlns:a16="http://schemas.microsoft.com/office/drawing/2014/main" id="{BE5672C1-05AA-4770-8551-502DE988A598}"/>
              </a:ext>
            </a:extLst>
          </p:cNvPr>
          <p:cNvSpPr txBox="1"/>
          <p:nvPr/>
        </p:nvSpPr>
        <p:spPr>
          <a:xfrm>
            <a:off x="1920701" y="2489199"/>
            <a:ext cx="7801147" cy="2584451"/>
          </a:xfrm>
          <a:prstGeom prst="rect">
            <a:avLst/>
          </a:prstGeom>
          <a:noFill/>
        </p:spPr>
        <p:txBody>
          <a:bodyPr wrap="square" lIns="91440" tIns="45720" rIns="91440" bIns="45720" anchor="ctr">
            <a:noAutofit/>
          </a:bodyPr>
          <a:lstStyle/>
          <a:p>
            <a:pPr>
              <a:lnSpc>
                <a:spcPct val="150000"/>
              </a:lnSpc>
            </a:pPr>
            <a:r>
              <a:rPr lang="en-US" altLang="zh-CN" b="1" dirty="0">
                <a:latin typeface="Arial Narrow" panose="020B0606020202030204" pitchFamily="34" charset="0"/>
              </a:rPr>
              <a:t>         Hybrid</a:t>
            </a:r>
            <a:r>
              <a:rPr lang="zh-CN" altLang="en-US" b="1" dirty="0">
                <a:latin typeface="Arial Narrow" panose="020B0606020202030204" pitchFamily="34" charset="0"/>
              </a:rPr>
              <a:t>接口是</a:t>
            </a:r>
            <a:r>
              <a:rPr lang="zh-CN" altLang="en-US" b="1" dirty="0">
                <a:solidFill>
                  <a:schemeClr val="accent1">
                    <a:lumMod val="75000"/>
                  </a:schemeClr>
                </a:solidFill>
                <a:latin typeface="Arial Narrow" panose="020B0606020202030204" pitchFamily="34" charset="0"/>
              </a:rPr>
              <a:t>华为</a:t>
            </a:r>
            <a:r>
              <a:rPr lang="zh-CN" altLang="en-US" b="1" dirty="0">
                <a:latin typeface="Arial Narrow" panose="020B0606020202030204" pitchFamily="34" charset="0"/>
              </a:rPr>
              <a:t>交换机</a:t>
            </a:r>
            <a:r>
              <a:rPr lang="zh-CN" altLang="en-US" b="1" dirty="0">
                <a:solidFill>
                  <a:schemeClr val="accent1">
                    <a:lumMod val="75000"/>
                  </a:schemeClr>
                </a:solidFill>
                <a:latin typeface="Arial Narrow" panose="020B0606020202030204" pitchFamily="34" charset="0"/>
              </a:rPr>
              <a:t>私有</a:t>
            </a:r>
            <a:r>
              <a:rPr lang="zh-CN" altLang="en-US" b="1" dirty="0">
                <a:latin typeface="Arial Narrow" panose="020B0606020202030204" pitchFamily="34" charset="0"/>
              </a:rPr>
              <a:t>的接口类型。</a:t>
            </a:r>
            <a:r>
              <a:rPr lang="en-US" altLang="zh-CN" b="1" dirty="0">
                <a:latin typeface="Arial Narrow" panose="020B0606020202030204" pitchFamily="34" charset="0"/>
              </a:rPr>
              <a:t>Hybrid</a:t>
            </a:r>
            <a:r>
              <a:rPr lang="zh-CN" altLang="en-US" b="1" dirty="0">
                <a:latin typeface="Arial Narrow" panose="020B0606020202030204" pitchFamily="34" charset="0"/>
              </a:rPr>
              <a:t>接口既可以用于</a:t>
            </a:r>
            <a:r>
              <a:rPr lang="zh-CN" altLang="en-US" b="1" dirty="0">
                <a:solidFill>
                  <a:schemeClr val="accent1">
                    <a:lumMod val="75000"/>
                  </a:schemeClr>
                </a:solidFill>
                <a:latin typeface="Arial Narrow" panose="020B0606020202030204" pitchFamily="34" charset="0"/>
              </a:rPr>
              <a:t>交换机之间的互连</a:t>
            </a:r>
            <a:r>
              <a:rPr lang="zh-CN" altLang="en-US" b="1" dirty="0">
                <a:latin typeface="Arial Narrow" panose="020B0606020202030204" pitchFamily="34" charset="0"/>
              </a:rPr>
              <a:t>（与</a:t>
            </a:r>
            <a:r>
              <a:rPr lang="en-US" altLang="zh-CN" b="1" dirty="0">
                <a:latin typeface="Arial Narrow" panose="020B0606020202030204" pitchFamily="34" charset="0"/>
              </a:rPr>
              <a:t>Trunk</a:t>
            </a:r>
            <a:r>
              <a:rPr lang="zh-CN" altLang="en-US" b="1" dirty="0">
                <a:latin typeface="Arial Narrow" panose="020B0606020202030204" pitchFamily="34" charset="0"/>
              </a:rPr>
              <a:t>接口相同），也可用于</a:t>
            </a:r>
            <a:r>
              <a:rPr lang="zh-CN" altLang="en-US" b="1" dirty="0">
                <a:solidFill>
                  <a:schemeClr val="accent1">
                    <a:lumMod val="75000"/>
                  </a:schemeClr>
                </a:solidFill>
                <a:latin typeface="Arial Narrow" panose="020B0606020202030204" pitchFamily="34" charset="0"/>
              </a:rPr>
              <a:t>交换机与用户计算机之间的互连</a:t>
            </a:r>
            <a:r>
              <a:rPr lang="zh-CN" altLang="en-US" b="1" dirty="0">
                <a:latin typeface="Arial Narrow" panose="020B0606020202030204" pitchFamily="34" charset="0"/>
              </a:rPr>
              <a:t>（与</a:t>
            </a:r>
            <a:r>
              <a:rPr lang="en-US" altLang="zh-CN" b="1" dirty="0">
                <a:latin typeface="Arial Narrow" panose="020B0606020202030204" pitchFamily="34" charset="0"/>
              </a:rPr>
              <a:t>Access</a:t>
            </a:r>
            <a:r>
              <a:rPr lang="zh-CN" altLang="en-US" b="1" dirty="0">
                <a:latin typeface="Arial Narrow" panose="020B0606020202030204" pitchFamily="34" charset="0"/>
              </a:rPr>
              <a:t>接口相同）。</a:t>
            </a:r>
            <a:endParaRPr lang="en-US" altLang="zh-CN" b="1" dirty="0">
              <a:latin typeface="Arial Narrow" panose="020B0606020202030204" pitchFamily="34" charset="0"/>
            </a:endParaRPr>
          </a:p>
          <a:p>
            <a:pPr>
              <a:lnSpc>
                <a:spcPct val="150000"/>
              </a:lnSpc>
            </a:pPr>
            <a:r>
              <a:rPr lang="zh-CN" altLang="en-US" b="1" dirty="0">
                <a:latin typeface="Arial Narrow" panose="020B0606020202030204" pitchFamily="34" charset="0"/>
              </a:rPr>
              <a:t>         除此之外，</a:t>
            </a:r>
            <a:r>
              <a:rPr lang="en-US" altLang="zh-CN" b="1" dirty="0">
                <a:latin typeface="Arial Narrow" panose="020B0606020202030204" pitchFamily="34" charset="0"/>
              </a:rPr>
              <a:t>Hybrid</a:t>
            </a:r>
            <a:r>
              <a:rPr lang="zh-CN" altLang="en-US" b="1" dirty="0">
                <a:latin typeface="Arial Narrow" panose="020B0606020202030204" pitchFamily="34" charset="0"/>
              </a:rPr>
              <a:t>接口的绝大部分功能与</a:t>
            </a:r>
            <a:r>
              <a:rPr lang="en-US" altLang="zh-CN" b="1" dirty="0">
                <a:latin typeface="Arial Narrow" panose="020B0606020202030204" pitchFamily="34" charset="0"/>
              </a:rPr>
              <a:t>Trunk</a:t>
            </a:r>
            <a:r>
              <a:rPr lang="zh-CN" altLang="en-US" b="1" dirty="0">
                <a:latin typeface="Arial Narrow" panose="020B0606020202030204" pitchFamily="34" charset="0"/>
              </a:rPr>
              <a:t>接口相同。不同点在于</a:t>
            </a:r>
            <a:r>
              <a:rPr lang="en-US" altLang="zh-CN" b="1" dirty="0">
                <a:latin typeface="Arial Narrow" panose="020B0606020202030204" pitchFamily="34" charset="0"/>
              </a:rPr>
              <a:t>Hybrid</a:t>
            </a:r>
            <a:r>
              <a:rPr lang="zh-CN" altLang="en-US" b="1" dirty="0">
                <a:latin typeface="Arial Narrow" panose="020B0606020202030204" pitchFamily="34" charset="0"/>
              </a:rPr>
              <a:t>接口的转发处理：</a:t>
            </a:r>
            <a:r>
              <a:rPr lang="en-US" altLang="zh-CN" b="1" dirty="0">
                <a:latin typeface="Arial Narrow" panose="020B0606020202030204" pitchFamily="34" charset="0"/>
              </a:rPr>
              <a:t>Hybrid</a:t>
            </a:r>
            <a:r>
              <a:rPr lang="zh-CN" altLang="en-US" b="1" dirty="0">
                <a:latin typeface="Arial Narrow" panose="020B0606020202030204" pitchFamily="34" charset="0"/>
              </a:rPr>
              <a:t>接口会查看帧的</a:t>
            </a:r>
            <a:r>
              <a:rPr lang="en-US" altLang="zh-CN" b="1" dirty="0">
                <a:latin typeface="Arial Narrow" panose="020B0606020202030204" pitchFamily="34" charset="0"/>
              </a:rPr>
              <a:t>VID</a:t>
            </a:r>
            <a:r>
              <a:rPr lang="zh-CN" altLang="en-US" b="1" dirty="0">
                <a:latin typeface="Arial Narrow" panose="020B0606020202030204" pitchFamily="34" charset="0"/>
              </a:rPr>
              <a:t>值是否在接口的</a:t>
            </a:r>
            <a:r>
              <a:rPr lang="zh-CN" altLang="en-US" b="1" dirty="0">
                <a:solidFill>
                  <a:schemeClr val="accent1">
                    <a:lumMod val="75000"/>
                  </a:schemeClr>
                </a:solidFill>
                <a:latin typeface="Arial Narrow" panose="020B0606020202030204" pitchFamily="34" charset="0"/>
              </a:rPr>
              <a:t>“去标签”列表中</a:t>
            </a:r>
            <a:r>
              <a:rPr lang="zh-CN" altLang="en-US" b="1" dirty="0">
                <a:latin typeface="Arial Narrow" panose="020B0606020202030204" pitchFamily="34" charset="0"/>
              </a:rPr>
              <a:t>，若存在则“去标签”后转发，若不存在则直接转发。</a:t>
            </a:r>
            <a:endParaRPr lang="en-US" altLang="zh-CN" b="1" dirty="0">
              <a:latin typeface="Arial Narrow" panose="020B0606020202030204" pitchFamily="34" charset="0"/>
            </a:endParaRPr>
          </a:p>
        </p:txBody>
      </p:sp>
      <p:sp>
        <p:nvSpPr>
          <p:cNvPr id="10" name="平行四边形 9">
            <a:extLst>
              <a:ext uri="{FF2B5EF4-FFF2-40B4-BE49-F238E27FC236}">
                <a16:creationId xmlns:a16="http://schemas.microsoft.com/office/drawing/2014/main" id="{6C50FE63-981A-D45B-1CE9-D75F55A5CAF0}"/>
              </a:ext>
            </a:extLst>
          </p:cNvPr>
          <p:cNvSpPr/>
          <p:nvPr/>
        </p:nvSpPr>
        <p:spPr>
          <a:xfrm>
            <a:off x="304799" y="749300"/>
            <a:ext cx="678493" cy="387090"/>
          </a:xfrm>
          <a:prstGeom prst="parallelogram">
            <a:avLst/>
          </a:prstGeom>
          <a:solidFill>
            <a:schemeClr val="accent3">
              <a:lumMod val="75000"/>
            </a:schemeClr>
          </a:solidFill>
          <a:ln>
            <a:solidFill>
              <a:schemeClr val="accent3">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CN" sz="2200" dirty="0">
                <a:latin typeface="Impact" panose="020B0806030902050204" pitchFamily="34" charset="0"/>
              </a:rPr>
              <a:t>03</a:t>
            </a:r>
            <a:endParaRPr lang="zh-CN" altLang="en-US" sz="2200" dirty="0">
              <a:latin typeface="Impact" panose="020B0806030902050204" pitchFamily="34" charset="0"/>
            </a:endParaRPr>
          </a:p>
        </p:txBody>
      </p:sp>
    </p:spTree>
    <p:custDataLst>
      <p:tags r:id="rId1"/>
    </p:custDataLst>
    <p:extLst>
      <p:ext uri="{BB962C8B-B14F-4D97-AF65-F5344CB8AC3E}">
        <p14:creationId xmlns:p14="http://schemas.microsoft.com/office/powerpoint/2010/main" val="2066701914"/>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30" presetClass="entr" presetSubtype="0" fill="hold" grpId="0" nodeType="withEffect">
                                  <p:stCondLst>
                                    <p:cond delay="0"/>
                                  </p:stCondLst>
                                  <p:childTnLst>
                                    <p:set>
                                      <p:cBhvr>
                                        <p:cTn id="6" dur="1" fill="hold">
                                          <p:stCondLst>
                                            <p:cond delay="0"/>
                                          </p:stCondLst>
                                        </p:cTn>
                                        <p:tgtEl>
                                          <p:spTgt spid="30"/>
                                        </p:tgtEl>
                                        <p:attrNameLst>
                                          <p:attrName>style.visibility</p:attrName>
                                        </p:attrNameLst>
                                      </p:cBhvr>
                                      <p:to>
                                        <p:strVal val="visible"/>
                                      </p:to>
                                    </p:set>
                                    <p:animEffect transition="in" filter="fade">
                                      <p:cBhvr>
                                        <p:cTn id="7" dur="800" decel="100000"/>
                                        <p:tgtEl>
                                          <p:spTgt spid="30"/>
                                        </p:tgtEl>
                                      </p:cBhvr>
                                    </p:animEffect>
                                    <p:anim calcmode="lin" valueType="num">
                                      <p:cBhvr>
                                        <p:cTn id="8" dur="800" decel="100000" fill="hold"/>
                                        <p:tgtEl>
                                          <p:spTgt spid="30"/>
                                        </p:tgtEl>
                                        <p:attrNameLst>
                                          <p:attrName>style.rotation</p:attrName>
                                        </p:attrNameLst>
                                      </p:cBhvr>
                                      <p:tavLst>
                                        <p:tav tm="0">
                                          <p:val>
                                            <p:fltVal val="-90"/>
                                          </p:val>
                                        </p:tav>
                                        <p:tav tm="100000">
                                          <p:val>
                                            <p:fltVal val="0"/>
                                          </p:val>
                                        </p:tav>
                                      </p:tavLst>
                                    </p:anim>
                                    <p:anim calcmode="lin" valueType="num">
                                      <p:cBhvr>
                                        <p:cTn id="9" dur="800" decel="100000" fill="hold"/>
                                        <p:tgtEl>
                                          <p:spTgt spid="30"/>
                                        </p:tgtEl>
                                        <p:attrNameLst>
                                          <p:attrName>ppt_x</p:attrName>
                                        </p:attrNameLst>
                                      </p:cBhvr>
                                      <p:tavLst>
                                        <p:tav tm="0">
                                          <p:val>
                                            <p:strVal val="#ppt_x+0.4"/>
                                          </p:val>
                                        </p:tav>
                                        <p:tav tm="100000">
                                          <p:val>
                                            <p:strVal val="#ppt_x-0.05"/>
                                          </p:val>
                                        </p:tav>
                                      </p:tavLst>
                                    </p:anim>
                                    <p:anim calcmode="lin" valueType="num">
                                      <p:cBhvr>
                                        <p:cTn id="10" dur="800" decel="100000" fill="hold"/>
                                        <p:tgtEl>
                                          <p:spTgt spid="30"/>
                                        </p:tgtEl>
                                        <p:attrNameLst>
                                          <p:attrName>ppt_y</p:attrName>
                                        </p:attrNameLst>
                                      </p:cBhvr>
                                      <p:tavLst>
                                        <p:tav tm="0">
                                          <p:val>
                                            <p:strVal val="#ppt_y-0.4"/>
                                          </p:val>
                                        </p:tav>
                                        <p:tav tm="100000">
                                          <p:val>
                                            <p:strVal val="#ppt_y+0.1"/>
                                          </p:val>
                                        </p:tav>
                                      </p:tavLst>
                                    </p:anim>
                                    <p:anim calcmode="lin" valueType="num">
                                      <p:cBhvr>
                                        <p:cTn id="11" dur="200" accel="100000" fill="hold">
                                          <p:stCondLst>
                                            <p:cond delay="800"/>
                                          </p:stCondLst>
                                        </p:cTn>
                                        <p:tgtEl>
                                          <p:spTgt spid="30"/>
                                        </p:tgtEl>
                                        <p:attrNameLst>
                                          <p:attrName>ppt_x</p:attrName>
                                        </p:attrNameLst>
                                      </p:cBhvr>
                                      <p:tavLst>
                                        <p:tav tm="0">
                                          <p:val>
                                            <p:strVal val="#ppt_x-0.05"/>
                                          </p:val>
                                        </p:tav>
                                        <p:tav tm="100000">
                                          <p:val>
                                            <p:strVal val="#ppt_x"/>
                                          </p:val>
                                        </p:tav>
                                      </p:tavLst>
                                    </p:anim>
                                    <p:anim calcmode="lin" valueType="num">
                                      <p:cBhvr>
                                        <p:cTn id="12" dur="200" accel="100000" fill="hold">
                                          <p:stCondLst>
                                            <p:cond delay="800"/>
                                          </p:stCondLst>
                                        </p:cTn>
                                        <p:tgtEl>
                                          <p:spTgt spid="30"/>
                                        </p:tgtEl>
                                        <p:attrNameLst>
                                          <p:attrName>ppt_y</p:attrName>
                                        </p:attrNameLst>
                                      </p:cBhvr>
                                      <p:tavLst>
                                        <p:tav tm="0">
                                          <p:val>
                                            <p:strVal val="#ppt_y+0.1"/>
                                          </p:val>
                                        </p:tav>
                                        <p:tav tm="100000">
                                          <p:val>
                                            <p:strVal val="#ppt_y"/>
                                          </p:val>
                                        </p:tav>
                                      </p:tavLst>
                                    </p:anim>
                                  </p:childTnLst>
                                </p:cTn>
                              </p:par>
                            </p:childTnLst>
                          </p:cTn>
                        </p:par>
                        <p:par>
                          <p:cTn id="13" fill="hold">
                            <p:stCondLst>
                              <p:cond delay="1000"/>
                            </p:stCondLst>
                            <p:childTnLst>
                              <p:par>
                                <p:cTn id="14" presetID="22" presetClass="entr" presetSubtype="1" fill="hold" grpId="0" nodeType="afterEffect">
                                  <p:stCondLst>
                                    <p:cond delay="0"/>
                                  </p:stCondLst>
                                  <p:childTnLst>
                                    <p:set>
                                      <p:cBhvr>
                                        <p:cTn id="15" dur="1" fill="hold">
                                          <p:stCondLst>
                                            <p:cond delay="0"/>
                                          </p:stCondLst>
                                        </p:cTn>
                                        <p:tgtEl>
                                          <p:spTgt spid="31"/>
                                        </p:tgtEl>
                                        <p:attrNameLst>
                                          <p:attrName>style.visibility</p:attrName>
                                        </p:attrNameLst>
                                      </p:cBhvr>
                                      <p:to>
                                        <p:strVal val="visible"/>
                                      </p:to>
                                    </p:set>
                                    <p:animEffect transition="in" filter="wipe(up)">
                                      <p:cBhvr>
                                        <p:cTn id="16" dur="500"/>
                                        <p:tgtEl>
                                          <p:spTgt spid="31"/>
                                        </p:tgtEl>
                                      </p:cBhvr>
                                    </p:animEffect>
                                  </p:childTnLst>
                                </p:cTn>
                              </p:par>
                            </p:childTnLst>
                          </p:cTn>
                        </p:par>
                      </p:childTnLst>
                    </p:cTn>
                  </p:par>
                  <p:par>
                    <p:cTn id="17" fill="hold">
                      <p:stCondLst>
                        <p:cond delay="indefinite"/>
                      </p:stCondLst>
                      <p:childTnLst>
                        <p:par>
                          <p:cTn id="18" fill="hold">
                            <p:stCondLst>
                              <p:cond delay="0"/>
                            </p:stCondLst>
                            <p:childTnLst>
                              <p:par>
                                <p:cTn id="19" presetID="1" presetClass="entr" presetSubtype="0" fill="hold" grpId="0" nodeType="clickEffect">
                                  <p:stCondLst>
                                    <p:cond delay="0"/>
                                  </p:stCondLst>
                                  <p:iterate type="lt">
                                    <p:tmAbs val="100"/>
                                  </p:iterate>
                                  <p:childTnLst>
                                    <p:set>
                                      <p:cBhvr>
                                        <p:cTn id="20" dur="1" fill="hold">
                                          <p:stCondLst>
                                            <p:cond delay="0"/>
                                          </p:stCondLst>
                                        </p:cTn>
                                        <p:tgtEl>
                                          <p:spTgt spid="32"/>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0" grpId="0" animBg="1"/>
      <p:bldP spid="31" grpId="0" animBg="1"/>
      <p:bldP spid="32" grpId="0"/>
    </p:bldLst>
  </p:timing>
</p:sld>
</file>

<file path=ppt/slides/slide49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4" name="组合 3">
            <a:extLst>
              <a:ext uri="{FF2B5EF4-FFF2-40B4-BE49-F238E27FC236}">
                <a16:creationId xmlns:a16="http://schemas.microsoft.com/office/drawing/2014/main" id="{9A1EA9F2-FCB6-48C3-935F-7AE7E3AD14AC}"/>
              </a:ext>
            </a:extLst>
          </p:cNvPr>
          <p:cNvGrpSpPr/>
          <p:nvPr/>
        </p:nvGrpSpPr>
        <p:grpSpPr>
          <a:xfrm>
            <a:off x="304800" y="749300"/>
            <a:ext cx="4938199" cy="400110"/>
            <a:chOff x="424117" y="898245"/>
            <a:chExt cx="4938199" cy="400110"/>
          </a:xfrm>
        </p:grpSpPr>
        <p:sp>
          <p:nvSpPr>
            <p:cNvPr id="2" name="平行四边形 1">
              <a:extLst>
                <a:ext uri="{FF2B5EF4-FFF2-40B4-BE49-F238E27FC236}">
                  <a16:creationId xmlns:a16="http://schemas.microsoft.com/office/drawing/2014/main" id="{1F5BAA3F-9845-4F89-A2DD-8222D3E4EDAC}"/>
                </a:ext>
              </a:extLst>
            </p:cNvPr>
            <p:cNvSpPr/>
            <p:nvPr/>
          </p:nvSpPr>
          <p:spPr>
            <a:xfrm>
              <a:off x="424117" y="898245"/>
              <a:ext cx="628306" cy="387090"/>
            </a:xfrm>
            <a:prstGeom prst="parallelogram">
              <a:avLst/>
            </a:prstGeom>
            <a:solidFill>
              <a:schemeClr val="accent3">
                <a:lumMod val="75000"/>
              </a:schemeClr>
            </a:solidFill>
            <a:ln>
              <a:solidFill>
                <a:schemeClr val="accent3">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CN" sz="2200" dirty="0">
                  <a:latin typeface="Impact" panose="020B0806030902050204" pitchFamily="34" charset="0"/>
                </a:rPr>
                <a:t>01</a:t>
              </a:r>
              <a:endParaRPr lang="zh-CN" altLang="en-US" sz="2200" dirty="0">
                <a:latin typeface="Impact" panose="020B0806030902050204" pitchFamily="34" charset="0"/>
              </a:endParaRPr>
            </a:p>
          </p:txBody>
        </p:sp>
        <p:sp>
          <p:nvSpPr>
            <p:cNvPr id="3" name="文本框 2">
              <a:extLst>
                <a:ext uri="{FF2B5EF4-FFF2-40B4-BE49-F238E27FC236}">
                  <a16:creationId xmlns:a16="http://schemas.microsoft.com/office/drawing/2014/main" id="{4D6BD736-A4D3-4F26-AFED-36E11F50F70B}"/>
                </a:ext>
              </a:extLst>
            </p:cNvPr>
            <p:cNvSpPr txBox="1"/>
            <p:nvPr/>
          </p:nvSpPr>
          <p:spPr>
            <a:xfrm>
              <a:off x="1052423" y="898245"/>
              <a:ext cx="4309893" cy="400110"/>
            </a:xfrm>
            <a:prstGeom prst="rect">
              <a:avLst/>
            </a:prstGeom>
            <a:noFill/>
          </p:spPr>
          <p:txBody>
            <a:bodyPr wrap="square" rtlCol="0">
              <a:spAutoFit/>
            </a:bodyPr>
            <a:lstStyle/>
            <a:p>
              <a:r>
                <a:rPr lang="zh-CN" altLang="en-US" sz="2000" b="1" dirty="0">
                  <a:solidFill>
                    <a:schemeClr val="tx1"/>
                  </a:solidFill>
                  <a:latin typeface="Arial Narrow" panose="020B0606020202030204" pitchFamily="34" charset="0"/>
                </a:rPr>
                <a:t>虚拟局域网</a:t>
              </a:r>
              <a:r>
                <a:rPr lang="en-US" altLang="zh-CN" sz="2000" b="1" dirty="0">
                  <a:solidFill>
                    <a:schemeClr val="tx1"/>
                  </a:solidFill>
                  <a:latin typeface="Arial Narrow" panose="020B0606020202030204" pitchFamily="34" charset="0"/>
                </a:rPr>
                <a:t>VLAN</a:t>
              </a:r>
              <a:r>
                <a:rPr lang="zh-CN" altLang="en-US" sz="2000" b="1" dirty="0">
                  <a:solidFill>
                    <a:schemeClr val="tx1"/>
                  </a:solidFill>
                  <a:latin typeface="Arial Narrow" panose="020B0606020202030204" pitchFamily="34" charset="0"/>
                </a:rPr>
                <a:t>的</a:t>
              </a:r>
              <a:r>
                <a:rPr lang="zh-CN" altLang="en-US" sz="2000" b="1" dirty="0">
                  <a:latin typeface="Arial Narrow" panose="020B0606020202030204" pitchFamily="34" charset="0"/>
                </a:rPr>
                <a:t>实现机制</a:t>
              </a:r>
              <a:endParaRPr lang="en-US" altLang="zh-CN" sz="2000" b="1" dirty="0">
                <a:solidFill>
                  <a:schemeClr val="tx1"/>
                </a:solidFill>
                <a:latin typeface="Arial Narrow" panose="020B0606020202030204" pitchFamily="34" charset="0"/>
              </a:endParaRPr>
            </a:p>
          </p:txBody>
        </p:sp>
      </p:grpSp>
      <p:grpSp>
        <p:nvGrpSpPr>
          <p:cNvPr id="8" name="组合 7">
            <a:extLst>
              <a:ext uri="{FF2B5EF4-FFF2-40B4-BE49-F238E27FC236}">
                <a16:creationId xmlns:a16="http://schemas.microsoft.com/office/drawing/2014/main" id="{CD3BEFF4-5FB3-48F4-8590-7ABF42F1F1C8}"/>
              </a:ext>
            </a:extLst>
          </p:cNvPr>
          <p:cNvGrpSpPr/>
          <p:nvPr/>
        </p:nvGrpSpPr>
        <p:grpSpPr>
          <a:xfrm>
            <a:off x="342900" y="1179725"/>
            <a:ext cx="11480800" cy="5259175"/>
            <a:chOff x="304800" y="1217552"/>
            <a:chExt cx="11480800" cy="5259175"/>
          </a:xfrm>
        </p:grpSpPr>
        <p:sp>
          <p:nvSpPr>
            <p:cNvPr id="10" name="íşlïḍè">
              <a:extLst>
                <a:ext uri="{FF2B5EF4-FFF2-40B4-BE49-F238E27FC236}">
                  <a16:creationId xmlns:a16="http://schemas.microsoft.com/office/drawing/2014/main" id="{67811FD9-8E93-415F-8BDC-D0A5339F5780}"/>
                </a:ext>
              </a:extLst>
            </p:cNvPr>
            <p:cNvSpPr txBox="1"/>
            <p:nvPr/>
          </p:nvSpPr>
          <p:spPr>
            <a:xfrm>
              <a:off x="304800" y="1217552"/>
              <a:ext cx="5791200" cy="400110"/>
            </a:xfrm>
            <a:prstGeom prst="rect">
              <a:avLst/>
            </a:prstGeom>
            <a:noFill/>
          </p:spPr>
          <p:txBody>
            <a:bodyPr wrap="square" lIns="91440" tIns="45720" rIns="91440" bIns="45720" anchor="ctr">
              <a:noAutofit/>
            </a:bodyPr>
            <a:lstStyle/>
            <a:p>
              <a:r>
                <a:rPr lang="en-US" altLang="zh-CN" b="1" dirty="0">
                  <a:latin typeface="Arial Narrow" panose="020B0606020202030204" pitchFamily="34" charset="0"/>
                </a:rPr>
                <a:t>【</a:t>
              </a:r>
              <a:r>
                <a:rPr lang="zh-CN" altLang="en-US" b="1" dirty="0">
                  <a:latin typeface="Arial Narrow" panose="020B0606020202030204" pitchFamily="34" charset="0"/>
                </a:rPr>
                <a:t>练习</a:t>
              </a:r>
              <a:r>
                <a:rPr lang="en-US" altLang="zh-CN" b="1" dirty="0">
                  <a:latin typeface="Arial Narrow" panose="020B0606020202030204" pitchFamily="34" charset="0"/>
                </a:rPr>
                <a:t>1】</a:t>
              </a:r>
              <a:r>
                <a:rPr lang="zh-CN" altLang="en-US" b="1" dirty="0">
                  <a:latin typeface="Arial Narrow" panose="020B0606020202030204" pitchFamily="34" charset="0"/>
                </a:rPr>
                <a:t>以下关于</a:t>
              </a:r>
              <a:r>
                <a:rPr lang="en-US" altLang="zh-CN" b="1" dirty="0">
                  <a:latin typeface="Arial Narrow" panose="020B0606020202030204" pitchFamily="34" charset="0"/>
                </a:rPr>
                <a:t>VLAN</a:t>
              </a:r>
              <a:r>
                <a:rPr lang="zh-CN" altLang="en-US" b="1" dirty="0">
                  <a:latin typeface="Arial Narrow" panose="020B0606020202030204" pitchFamily="34" charset="0"/>
                </a:rPr>
                <a:t>的描述中，错误的是（      ）。</a:t>
              </a:r>
            </a:p>
          </p:txBody>
        </p:sp>
        <p:sp>
          <p:nvSpPr>
            <p:cNvPr id="11" name="íşlïḍè">
              <a:extLst>
                <a:ext uri="{FF2B5EF4-FFF2-40B4-BE49-F238E27FC236}">
                  <a16:creationId xmlns:a16="http://schemas.microsoft.com/office/drawing/2014/main" id="{965982F2-04E3-4245-9BCE-05576A906FE7}"/>
                </a:ext>
              </a:extLst>
            </p:cNvPr>
            <p:cNvSpPr txBox="1"/>
            <p:nvPr/>
          </p:nvSpPr>
          <p:spPr>
            <a:xfrm>
              <a:off x="419100" y="1560512"/>
              <a:ext cx="7804150" cy="1722438"/>
            </a:xfrm>
            <a:prstGeom prst="rect">
              <a:avLst/>
            </a:prstGeom>
            <a:noFill/>
          </p:spPr>
          <p:txBody>
            <a:bodyPr wrap="square" lIns="91440" tIns="45720" rIns="91440" bIns="45720" anchor="ctr">
              <a:noAutofit/>
            </a:bodyPr>
            <a:lstStyle/>
            <a:p>
              <a:pPr>
                <a:lnSpc>
                  <a:spcPct val="150000"/>
                </a:lnSpc>
              </a:pPr>
              <a:r>
                <a:rPr lang="en-US" altLang="zh-CN" b="1" dirty="0">
                  <a:latin typeface="Arial Narrow" panose="020B0606020202030204" pitchFamily="34" charset="0"/>
                </a:rPr>
                <a:t>A</a:t>
              </a:r>
              <a:r>
                <a:rPr lang="zh-CN" altLang="en-US" b="1" dirty="0">
                  <a:latin typeface="Arial Narrow" panose="020B0606020202030204" pitchFamily="34" charset="0"/>
                </a:rPr>
                <a:t>．从数据链路层的角度看，不同</a:t>
              </a:r>
              <a:r>
                <a:rPr lang="en-US" altLang="zh-CN" b="1" dirty="0">
                  <a:latin typeface="Arial Narrow" panose="020B0606020202030204" pitchFamily="34" charset="0"/>
                </a:rPr>
                <a:t>VLAN</a:t>
              </a:r>
              <a:r>
                <a:rPr lang="zh-CN" altLang="en-US" b="1" dirty="0">
                  <a:latin typeface="Arial Narrow" panose="020B0606020202030204" pitchFamily="34" charset="0"/>
                </a:rPr>
                <a:t>中的站点之间不能直接通信。</a:t>
              </a:r>
            </a:p>
            <a:p>
              <a:pPr>
                <a:lnSpc>
                  <a:spcPct val="150000"/>
                </a:lnSpc>
              </a:pPr>
              <a:r>
                <a:rPr lang="en-US" altLang="zh-CN" b="1" dirty="0">
                  <a:latin typeface="Arial Narrow" panose="020B0606020202030204" pitchFamily="34" charset="0"/>
                </a:rPr>
                <a:t>B. </a:t>
              </a:r>
              <a:r>
                <a:rPr lang="zh-CN" altLang="en-US" b="1" dirty="0">
                  <a:latin typeface="Arial Narrow" panose="020B0606020202030204" pitchFamily="34" charset="0"/>
                </a:rPr>
                <a:t>属于同一个</a:t>
              </a:r>
              <a:r>
                <a:rPr lang="en-US" altLang="zh-CN" b="1" dirty="0">
                  <a:latin typeface="Arial Narrow" panose="020B0606020202030204" pitchFamily="34" charset="0"/>
                </a:rPr>
                <a:t>VLAN</a:t>
              </a:r>
              <a:r>
                <a:rPr lang="zh-CN" altLang="en-US" b="1" dirty="0">
                  <a:latin typeface="Arial Narrow" panose="020B0606020202030204" pitchFamily="34" charset="0"/>
                </a:rPr>
                <a:t>中的两个站点可能连接在不同的交换机上。</a:t>
              </a:r>
            </a:p>
            <a:p>
              <a:pPr>
                <a:lnSpc>
                  <a:spcPct val="150000"/>
                </a:lnSpc>
              </a:pPr>
              <a:r>
                <a:rPr lang="en-US" altLang="zh-CN" b="1" dirty="0">
                  <a:latin typeface="Arial Narrow" panose="020B0606020202030204" pitchFamily="34" charset="0"/>
                </a:rPr>
                <a:t>C. </a:t>
              </a:r>
              <a:r>
                <a:rPr lang="zh-CN" altLang="en-US" b="1" dirty="0">
                  <a:latin typeface="Arial Narrow" panose="020B0606020202030204" pitchFamily="34" charset="0"/>
                </a:rPr>
                <a:t>虚拟局域网只是局域网给用户提供的一种服务，而不是一种新型局域网。</a:t>
              </a:r>
            </a:p>
            <a:p>
              <a:pPr>
                <a:lnSpc>
                  <a:spcPct val="150000"/>
                </a:lnSpc>
              </a:pPr>
              <a:r>
                <a:rPr lang="en-US" altLang="zh-CN" b="1" dirty="0">
                  <a:latin typeface="Arial Narrow" panose="020B0606020202030204" pitchFamily="34" charset="0"/>
                </a:rPr>
                <a:t>D.  VLAN</a:t>
              </a:r>
              <a:r>
                <a:rPr lang="zh-CN" altLang="en-US" b="1" dirty="0">
                  <a:latin typeface="Arial Narrow" panose="020B0606020202030204" pitchFamily="34" charset="0"/>
                </a:rPr>
                <a:t>使用的</a:t>
              </a:r>
              <a:r>
                <a:rPr lang="en-US" altLang="zh-CN" b="1" dirty="0">
                  <a:latin typeface="Arial Narrow" panose="020B0606020202030204" pitchFamily="34" charset="0"/>
                </a:rPr>
                <a:t>802.1Q</a:t>
              </a:r>
              <a:r>
                <a:rPr lang="zh-CN" altLang="en-US" b="1" dirty="0">
                  <a:latin typeface="Arial Narrow" panose="020B0606020202030204" pitchFamily="34" charset="0"/>
                </a:rPr>
                <a:t>帧的最大长度为</a:t>
              </a:r>
              <a:r>
                <a:rPr lang="en-US" altLang="zh-CN" b="1" dirty="0">
                  <a:latin typeface="Arial Narrow" panose="020B0606020202030204" pitchFamily="34" charset="0"/>
                </a:rPr>
                <a:t>1518</a:t>
              </a:r>
              <a:r>
                <a:rPr lang="zh-CN" altLang="en-US" b="1" dirty="0">
                  <a:latin typeface="Arial Narrow" panose="020B0606020202030204" pitchFamily="34" charset="0"/>
                </a:rPr>
                <a:t>字节。</a:t>
              </a:r>
            </a:p>
          </p:txBody>
        </p:sp>
        <p:sp>
          <p:nvSpPr>
            <p:cNvPr id="12" name="íşlïḍè">
              <a:extLst>
                <a:ext uri="{FF2B5EF4-FFF2-40B4-BE49-F238E27FC236}">
                  <a16:creationId xmlns:a16="http://schemas.microsoft.com/office/drawing/2014/main" id="{B9534D5D-2F2C-4165-8598-E36927760B8E}"/>
                </a:ext>
              </a:extLst>
            </p:cNvPr>
            <p:cNvSpPr txBox="1"/>
            <p:nvPr/>
          </p:nvSpPr>
          <p:spPr>
            <a:xfrm>
              <a:off x="304800" y="3673414"/>
              <a:ext cx="5791200" cy="979548"/>
            </a:xfrm>
            <a:prstGeom prst="rect">
              <a:avLst/>
            </a:prstGeom>
            <a:noFill/>
          </p:spPr>
          <p:txBody>
            <a:bodyPr wrap="square" lIns="91440" tIns="45720" rIns="91440" bIns="45720" anchor="ctr">
              <a:noAutofit/>
            </a:bodyPr>
            <a:lstStyle/>
            <a:p>
              <a:r>
                <a:rPr lang="en-US" altLang="zh-CN" b="1" dirty="0">
                  <a:latin typeface="Arial Narrow" panose="020B0606020202030204" pitchFamily="34" charset="0"/>
                </a:rPr>
                <a:t>【</a:t>
              </a:r>
              <a:r>
                <a:rPr lang="zh-CN" altLang="en-US" b="1" dirty="0">
                  <a:latin typeface="Arial Narrow" panose="020B0606020202030204" pitchFamily="34" charset="0"/>
                </a:rPr>
                <a:t>练习</a:t>
              </a:r>
              <a:r>
                <a:rPr lang="en-US" altLang="zh-CN" b="1" dirty="0">
                  <a:latin typeface="Arial Narrow" panose="020B0606020202030204" pitchFamily="34" charset="0"/>
                </a:rPr>
                <a:t>2】</a:t>
              </a:r>
              <a:r>
                <a:rPr lang="zh-CN" altLang="en-US" b="1" dirty="0">
                  <a:latin typeface="Arial Narrow" panose="020B0606020202030204" pitchFamily="34" charset="0"/>
                </a:rPr>
                <a:t>如右图所示，在交换机</a:t>
              </a:r>
              <a:r>
                <a:rPr lang="en-US" altLang="zh-CN" b="1" dirty="0">
                  <a:latin typeface="Arial Narrow" panose="020B0606020202030204" pitchFamily="34" charset="0"/>
                </a:rPr>
                <a:t>1</a:t>
              </a:r>
              <a:r>
                <a:rPr lang="zh-CN" altLang="en-US" b="1" dirty="0">
                  <a:latin typeface="Arial Narrow" panose="020B0606020202030204" pitchFamily="34" charset="0"/>
                </a:rPr>
                <a:t>和</a:t>
              </a:r>
              <a:r>
                <a:rPr lang="en-US" altLang="zh-CN" b="1" dirty="0">
                  <a:latin typeface="Arial Narrow" panose="020B0606020202030204" pitchFamily="34" charset="0"/>
                </a:rPr>
                <a:t>2</a:t>
              </a:r>
              <a:r>
                <a:rPr lang="zh-CN" altLang="en-US" b="1" dirty="0">
                  <a:latin typeface="Arial Narrow" panose="020B0606020202030204" pitchFamily="34" charset="0"/>
                </a:rPr>
                <a:t>上进行了</a:t>
              </a:r>
              <a:r>
                <a:rPr lang="en-US" altLang="zh-CN" b="1" dirty="0">
                  <a:latin typeface="Arial Narrow" panose="020B0606020202030204" pitchFamily="34" charset="0"/>
                </a:rPr>
                <a:t>VLAN</a:t>
              </a:r>
              <a:r>
                <a:rPr lang="zh-CN" altLang="en-US" b="1" dirty="0">
                  <a:latin typeface="Arial Narrow" panose="020B0606020202030204" pitchFamily="34" charset="0"/>
                </a:rPr>
                <a:t>划分，</a:t>
              </a:r>
              <a:r>
                <a:rPr lang="en-US" altLang="zh-CN" b="1" dirty="0">
                  <a:latin typeface="Arial Narrow" panose="020B0606020202030204" pitchFamily="34" charset="0"/>
                </a:rPr>
                <a:t>PVID</a:t>
              </a:r>
              <a:r>
                <a:rPr lang="zh-CN" altLang="en-US" b="1" dirty="0">
                  <a:latin typeface="Arial Narrow" panose="020B0606020202030204" pitchFamily="34" charset="0"/>
                </a:rPr>
                <a:t>是交换机端口的本征</a:t>
              </a:r>
              <a:r>
                <a:rPr lang="en-US" altLang="zh-CN" b="1" dirty="0">
                  <a:latin typeface="Arial Narrow" panose="020B0606020202030204" pitchFamily="34" charset="0"/>
                </a:rPr>
                <a:t>VLAN</a:t>
              </a:r>
              <a:r>
                <a:rPr lang="zh-CN" altLang="en-US" b="1" dirty="0">
                  <a:latin typeface="Arial Narrow" panose="020B0606020202030204" pitchFamily="34" charset="0"/>
                </a:rPr>
                <a:t>，</a:t>
              </a:r>
              <a:r>
                <a:rPr lang="en-US" altLang="zh-CN" b="1" dirty="0">
                  <a:latin typeface="Arial Narrow" panose="020B0606020202030204" pitchFamily="34" charset="0"/>
                </a:rPr>
                <a:t>Access</a:t>
              </a:r>
              <a:r>
                <a:rPr lang="zh-CN" altLang="en-US" b="1" dirty="0">
                  <a:latin typeface="Arial Narrow" panose="020B0606020202030204" pitchFamily="34" charset="0"/>
                </a:rPr>
                <a:t>和</a:t>
              </a:r>
              <a:r>
                <a:rPr lang="en-US" altLang="zh-CN" b="1" dirty="0">
                  <a:latin typeface="Arial Narrow" panose="020B0606020202030204" pitchFamily="34" charset="0"/>
                </a:rPr>
                <a:t>Trunk</a:t>
              </a:r>
              <a:r>
                <a:rPr lang="zh-CN" altLang="en-US" b="1" dirty="0">
                  <a:latin typeface="Arial Narrow" panose="020B0606020202030204" pitchFamily="34" charset="0"/>
                </a:rPr>
                <a:t>是交换机的接口类型，以下说法正确的是（      ）。</a:t>
              </a:r>
            </a:p>
          </p:txBody>
        </p:sp>
        <p:sp>
          <p:nvSpPr>
            <p:cNvPr id="13" name="íşlïḍè">
              <a:extLst>
                <a:ext uri="{FF2B5EF4-FFF2-40B4-BE49-F238E27FC236}">
                  <a16:creationId xmlns:a16="http://schemas.microsoft.com/office/drawing/2014/main" id="{EBDD604D-29C9-47A6-BEF0-57C54737B1CC}"/>
                </a:ext>
              </a:extLst>
            </p:cNvPr>
            <p:cNvSpPr txBox="1"/>
            <p:nvPr/>
          </p:nvSpPr>
          <p:spPr>
            <a:xfrm>
              <a:off x="304800" y="4652962"/>
              <a:ext cx="5791200" cy="1722438"/>
            </a:xfrm>
            <a:prstGeom prst="rect">
              <a:avLst/>
            </a:prstGeom>
            <a:noFill/>
          </p:spPr>
          <p:txBody>
            <a:bodyPr wrap="square" lIns="91440" tIns="45720" rIns="91440" bIns="45720" anchor="ctr">
              <a:noAutofit/>
            </a:bodyPr>
            <a:lstStyle/>
            <a:p>
              <a:pPr>
                <a:lnSpc>
                  <a:spcPct val="150000"/>
                </a:lnSpc>
              </a:pPr>
              <a:r>
                <a:rPr lang="en-US" altLang="zh-CN" b="1" dirty="0">
                  <a:latin typeface="Arial Narrow" panose="020B0606020202030204" pitchFamily="34" charset="0"/>
                </a:rPr>
                <a:t>A</a:t>
              </a:r>
              <a:r>
                <a:rPr lang="zh-CN" altLang="en-US" b="1" dirty="0">
                  <a:latin typeface="Arial Narrow" panose="020B0606020202030204" pitchFamily="34" charset="0"/>
                </a:rPr>
                <a:t>．</a:t>
              </a:r>
              <a:r>
                <a:rPr lang="en-US" altLang="zh-CN" b="1" dirty="0">
                  <a:latin typeface="Arial Narrow" panose="020B0606020202030204" pitchFamily="34" charset="0"/>
                </a:rPr>
                <a:t>B</a:t>
              </a:r>
              <a:r>
                <a:rPr lang="zh-CN" altLang="en-US" b="1" dirty="0">
                  <a:latin typeface="Arial Narrow" panose="020B0606020202030204" pitchFamily="34" charset="0"/>
                </a:rPr>
                <a:t>可以收到</a:t>
              </a:r>
              <a:r>
                <a:rPr lang="en-US" altLang="zh-CN" b="1" dirty="0">
                  <a:latin typeface="Arial Narrow" panose="020B0606020202030204" pitchFamily="34" charset="0"/>
                </a:rPr>
                <a:t>H</a:t>
              </a:r>
              <a:r>
                <a:rPr lang="zh-CN" altLang="en-US" b="1" dirty="0">
                  <a:latin typeface="Arial Narrow" panose="020B0606020202030204" pitchFamily="34" charset="0"/>
                </a:rPr>
                <a:t>发给</a:t>
              </a:r>
              <a:r>
                <a:rPr lang="en-US" altLang="zh-CN" b="1" dirty="0">
                  <a:latin typeface="Arial Narrow" panose="020B0606020202030204" pitchFamily="34" charset="0"/>
                </a:rPr>
                <a:t>B</a:t>
              </a:r>
              <a:r>
                <a:rPr lang="zh-CN" altLang="en-US" b="1" dirty="0">
                  <a:latin typeface="Arial Narrow" panose="020B0606020202030204" pitchFamily="34" charset="0"/>
                </a:rPr>
                <a:t>的单播帧                 </a:t>
              </a:r>
            </a:p>
            <a:p>
              <a:pPr>
                <a:lnSpc>
                  <a:spcPct val="150000"/>
                </a:lnSpc>
              </a:pPr>
              <a:r>
                <a:rPr lang="en-US" altLang="zh-CN" b="1" dirty="0">
                  <a:latin typeface="Arial Narrow" panose="020B0606020202030204" pitchFamily="34" charset="0"/>
                </a:rPr>
                <a:t>B</a:t>
              </a:r>
              <a:r>
                <a:rPr lang="zh-CN" altLang="en-US" b="1" dirty="0">
                  <a:latin typeface="Arial Narrow" panose="020B0606020202030204" pitchFamily="34" charset="0"/>
                </a:rPr>
                <a:t>．</a:t>
              </a:r>
              <a:r>
                <a:rPr lang="en-US" altLang="zh-CN" b="1" dirty="0">
                  <a:latin typeface="Arial Narrow" panose="020B0606020202030204" pitchFamily="34" charset="0"/>
                </a:rPr>
                <a:t>E</a:t>
              </a:r>
              <a:r>
                <a:rPr lang="zh-CN" altLang="en-US" b="1" dirty="0">
                  <a:latin typeface="Arial Narrow" panose="020B0606020202030204" pitchFamily="34" charset="0"/>
                </a:rPr>
                <a:t>可以收到</a:t>
              </a:r>
              <a:r>
                <a:rPr lang="en-US" altLang="zh-CN" b="1" dirty="0">
                  <a:latin typeface="Arial Narrow" panose="020B0606020202030204" pitchFamily="34" charset="0"/>
                </a:rPr>
                <a:t>D</a:t>
              </a:r>
              <a:r>
                <a:rPr lang="zh-CN" altLang="en-US" b="1" dirty="0">
                  <a:latin typeface="Arial Narrow" panose="020B0606020202030204" pitchFamily="34" charset="0"/>
                </a:rPr>
                <a:t>发送的广播帧                  </a:t>
              </a:r>
            </a:p>
            <a:p>
              <a:pPr>
                <a:lnSpc>
                  <a:spcPct val="150000"/>
                </a:lnSpc>
              </a:pPr>
              <a:r>
                <a:rPr lang="en-US" altLang="zh-CN" b="1" dirty="0">
                  <a:latin typeface="Arial Narrow" panose="020B0606020202030204" pitchFamily="34" charset="0"/>
                </a:rPr>
                <a:t>C</a:t>
              </a:r>
              <a:r>
                <a:rPr lang="zh-CN" altLang="en-US" b="1" dirty="0">
                  <a:latin typeface="Arial Narrow" panose="020B0606020202030204" pitchFamily="34" charset="0"/>
                </a:rPr>
                <a:t>．能收到</a:t>
              </a:r>
              <a:r>
                <a:rPr lang="en-US" altLang="zh-CN" b="1" dirty="0">
                  <a:latin typeface="Arial Narrow" panose="020B0606020202030204" pitchFamily="34" charset="0"/>
                </a:rPr>
                <a:t>C</a:t>
              </a:r>
              <a:r>
                <a:rPr lang="zh-CN" altLang="en-US" b="1" dirty="0">
                  <a:latin typeface="Arial Narrow" panose="020B0606020202030204" pitchFamily="34" charset="0"/>
                </a:rPr>
                <a:t>发送的广播帧的有</a:t>
              </a:r>
              <a:r>
                <a:rPr lang="en-US" altLang="zh-CN" b="1" dirty="0">
                  <a:latin typeface="Arial Narrow" panose="020B0606020202030204" pitchFamily="34" charset="0"/>
                </a:rPr>
                <a:t>D</a:t>
              </a:r>
              <a:r>
                <a:rPr lang="zh-CN" altLang="en-US" b="1" dirty="0">
                  <a:latin typeface="Arial Narrow" panose="020B0606020202030204" pitchFamily="34" charset="0"/>
                </a:rPr>
                <a:t>、</a:t>
              </a:r>
              <a:r>
                <a:rPr lang="en-US" altLang="zh-CN" b="1" dirty="0">
                  <a:latin typeface="Arial Narrow" panose="020B0606020202030204" pitchFamily="34" charset="0"/>
                </a:rPr>
                <a:t>G</a:t>
              </a:r>
              <a:r>
                <a:rPr lang="zh-CN" altLang="en-US" b="1" dirty="0">
                  <a:latin typeface="Arial Narrow" panose="020B0606020202030204" pitchFamily="34" charset="0"/>
                </a:rPr>
                <a:t>和</a:t>
              </a:r>
              <a:r>
                <a:rPr lang="en-US" altLang="zh-CN" b="1" dirty="0">
                  <a:latin typeface="Arial Narrow" panose="020B0606020202030204" pitchFamily="34" charset="0"/>
                </a:rPr>
                <a:t>H                </a:t>
              </a:r>
            </a:p>
            <a:p>
              <a:pPr>
                <a:lnSpc>
                  <a:spcPct val="150000"/>
                </a:lnSpc>
              </a:pPr>
              <a:r>
                <a:rPr lang="en-US" altLang="zh-CN" b="1" dirty="0">
                  <a:latin typeface="Arial Narrow" panose="020B0606020202030204" pitchFamily="34" charset="0"/>
                </a:rPr>
                <a:t>D</a:t>
              </a:r>
              <a:r>
                <a:rPr lang="zh-CN" altLang="en-US" b="1" dirty="0">
                  <a:latin typeface="Arial Narrow" panose="020B0606020202030204" pitchFamily="34" charset="0"/>
                </a:rPr>
                <a:t>．能收到</a:t>
              </a:r>
              <a:r>
                <a:rPr lang="en-US" altLang="zh-CN" b="1" dirty="0">
                  <a:latin typeface="Arial Narrow" panose="020B0606020202030204" pitchFamily="34" charset="0"/>
                </a:rPr>
                <a:t>E</a:t>
              </a:r>
              <a:r>
                <a:rPr lang="zh-CN" altLang="en-US" b="1" dirty="0">
                  <a:latin typeface="Arial Narrow" panose="020B0606020202030204" pitchFamily="34" charset="0"/>
                </a:rPr>
                <a:t>发送的广播帧的有</a:t>
              </a:r>
              <a:r>
                <a:rPr lang="en-US" altLang="zh-CN" b="1" dirty="0">
                  <a:latin typeface="Arial Narrow" panose="020B0606020202030204" pitchFamily="34" charset="0"/>
                </a:rPr>
                <a:t>A</a:t>
              </a:r>
              <a:r>
                <a:rPr lang="zh-CN" altLang="en-US" b="1" dirty="0">
                  <a:latin typeface="Arial Narrow" panose="020B0606020202030204" pitchFamily="34" charset="0"/>
                </a:rPr>
                <a:t>、</a:t>
              </a:r>
              <a:r>
                <a:rPr lang="en-US" altLang="zh-CN" b="1" dirty="0">
                  <a:latin typeface="Arial Narrow" panose="020B0606020202030204" pitchFamily="34" charset="0"/>
                </a:rPr>
                <a:t>B</a:t>
              </a:r>
              <a:r>
                <a:rPr lang="zh-CN" altLang="en-US" b="1" dirty="0">
                  <a:latin typeface="Arial Narrow" panose="020B0606020202030204" pitchFamily="34" charset="0"/>
                </a:rPr>
                <a:t>、</a:t>
              </a:r>
              <a:r>
                <a:rPr lang="en-US" altLang="zh-CN" b="1" dirty="0">
                  <a:latin typeface="Arial Narrow" panose="020B0606020202030204" pitchFamily="34" charset="0"/>
                </a:rPr>
                <a:t>F</a:t>
              </a:r>
              <a:r>
                <a:rPr lang="zh-CN" altLang="en-US" b="1" dirty="0">
                  <a:latin typeface="Arial Narrow" panose="020B0606020202030204" pitchFamily="34" charset="0"/>
                </a:rPr>
                <a:t>、</a:t>
              </a:r>
              <a:r>
                <a:rPr lang="en-US" altLang="zh-CN" b="1" dirty="0">
                  <a:latin typeface="Arial Narrow" panose="020B0606020202030204" pitchFamily="34" charset="0"/>
                </a:rPr>
                <a:t>G</a:t>
              </a:r>
              <a:r>
                <a:rPr lang="zh-CN" altLang="en-US" b="1" dirty="0">
                  <a:latin typeface="Arial Narrow" panose="020B0606020202030204" pitchFamily="34" charset="0"/>
                </a:rPr>
                <a:t>和</a:t>
              </a:r>
              <a:r>
                <a:rPr lang="en-US" altLang="zh-CN" b="1" dirty="0">
                  <a:latin typeface="Arial Narrow" panose="020B0606020202030204" pitchFamily="34" charset="0"/>
                </a:rPr>
                <a:t>H</a:t>
              </a:r>
              <a:endParaRPr lang="zh-CN" altLang="en-US" b="1" dirty="0">
                <a:latin typeface="Arial Narrow" panose="020B0606020202030204" pitchFamily="34" charset="0"/>
              </a:endParaRPr>
            </a:p>
          </p:txBody>
        </p:sp>
        <p:pic>
          <p:nvPicPr>
            <p:cNvPr id="6" name="图片 5" descr="许多不同颜色的手机截图&#10;&#10;描述已自动生成">
              <a:extLst>
                <a:ext uri="{FF2B5EF4-FFF2-40B4-BE49-F238E27FC236}">
                  <a16:creationId xmlns:a16="http://schemas.microsoft.com/office/drawing/2014/main" id="{4A081DC8-4BF8-4B03-8A8B-C23C829DC861}"/>
                </a:ext>
              </a:extLst>
            </p:cNvPr>
            <p:cNvPicPr>
              <a:picLocks noChangeAspect="1"/>
            </p:cNvPicPr>
            <p:nvPr/>
          </p:nvPicPr>
          <p:blipFill>
            <a:blip r:embed="rId3" cstate="print">
              <a:extLst>
                <a:ext uri="{28A0092B-C50C-407E-A947-70E740481C1C}">
                  <a14:useLocalDpi xmlns:a14="http://schemas.microsoft.com/office/drawing/2010/main" val="0"/>
                </a:ext>
              </a:extLst>
            </a:blip>
            <a:stretch>
              <a:fillRect/>
            </a:stretch>
          </p:blipFill>
          <p:spPr>
            <a:xfrm>
              <a:off x="6096000" y="3184586"/>
              <a:ext cx="5689600" cy="3292141"/>
            </a:xfrm>
            <a:prstGeom prst="rect">
              <a:avLst/>
            </a:prstGeom>
          </p:spPr>
        </p:pic>
      </p:grpSp>
      <p:sp>
        <p:nvSpPr>
          <p:cNvPr id="7" name="文本框 6">
            <a:extLst>
              <a:ext uri="{FF2B5EF4-FFF2-40B4-BE49-F238E27FC236}">
                <a16:creationId xmlns:a16="http://schemas.microsoft.com/office/drawing/2014/main" id="{103B6396-F315-4C5C-8D83-E47B58F67573}"/>
              </a:ext>
            </a:extLst>
          </p:cNvPr>
          <p:cNvSpPr txBox="1"/>
          <p:nvPr/>
        </p:nvSpPr>
        <p:spPr>
          <a:xfrm>
            <a:off x="5099050" y="1140698"/>
            <a:ext cx="438150" cy="523220"/>
          </a:xfrm>
          <a:prstGeom prst="rect">
            <a:avLst/>
          </a:prstGeom>
          <a:noFill/>
        </p:spPr>
        <p:txBody>
          <a:bodyPr wrap="square" rtlCol="0">
            <a:spAutoFit/>
          </a:bodyPr>
          <a:lstStyle/>
          <a:p>
            <a:pPr algn="ctr"/>
            <a:r>
              <a:rPr lang="en-US" altLang="zh-CN" sz="2800" b="1" dirty="0">
                <a:solidFill>
                  <a:schemeClr val="accent1">
                    <a:lumMod val="75000"/>
                  </a:schemeClr>
                </a:solidFill>
                <a:latin typeface="Arial Black" panose="020B0A04020102020204" pitchFamily="34" charset="0"/>
              </a:rPr>
              <a:t>D</a:t>
            </a:r>
            <a:endParaRPr lang="zh-CN" altLang="en-US" sz="2800" b="1" dirty="0">
              <a:solidFill>
                <a:schemeClr val="accent1">
                  <a:lumMod val="75000"/>
                </a:schemeClr>
              </a:solidFill>
              <a:latin typeface="Arial Black" panose="020B0A04020102020204" pitchFamily="34" charset="0"/>
            </a:endParaRPr>
          </a:p>
        </p:txBody>
      </p:sp>
      <p:sp>
        <p:nvSpPr>
          <p:cNvPr id="16" name="文本框 15">
            <a:extLst>
              <a:ext uri="{FF2B5EF4-FFF2-40B4-BE49-F238E27FC236}">
                <a16:creationId xmlns:a16="http://schemas.microsoft.com/office/drawing/2014/main" id="{113C06CC-92EB-4F50-9D65-DF45FA1AC6C3}"/>
              </a:ext>
            </a:extLst>
          </p:cNvPr>
          <p:cNvSpPr txBox="1"/>
          <p:nvPr/>
        </p:nvSpPr>
        <p:spPr>
          <a:xfrm>
            <a:off x="4260850" y="4155006"/>
            <a:ext cx="425450" cy="523220"/>
          </a:xfrm>
          <a:prstGeom prst="rect">
            <a:avLst/>
          </a:prstGeom>
          <a:noFill/>
        </p:spPr>
        <p:txBody>
          <a:bodyPr wrap="square" rtlCol="0">
            <a:spAutoFit/>
          </a:bodyPr>
          <a:lstStyle/>
          <a:p>
            <a:pPr algn="ctr"/>
            <a:r>
              <a:rPr lang="en-US" altLang="zh-CN" sz="2800" b="1" dirty="0">
                <a:solidFill>
                  <a:schemeClr val="accent1">
                    <a:lumMod val="75000"/>
                  </a:schemeClr>
                </a:solidFill>
                <a:latin typeface="Arial Black" panose="020B0A04020102020204" pitchFamily="34" charset="0"/>
              </a:rPr>
              <a:t>C</a:t>
            </a:r>
            <a:endParaRPr lang="zh-CN" altLang="en-US" sz="2800" b="1" dirty="0">
              <a:solidFill>
                <a:schemeClr val="accent1">
                  <a:lumMod val="75000"/>
                </a:schemeClr>
              </a:solidFill>
              <a:latin typeface="Arial Black" panose="020B0A04020102020204" pitchFamily="34" charset="0"/>
            </a:endParaRPr>
          </a:p>
        </p:txBody>
      </p:sp>
      <p:sp>
        <p:nvSpPr>
          <p:cNvPr id="14" name="平行四边形 13">
            <a:extLst>
              <a:ext uri="{FF2B5EF4-FFF2-40B4-BE49-F238E27FC236}">
                <a16:creationId xmlns:a16="http://schemas.microsoft.com/office/drawing/2014/main" id="{DC57AA5B-5086-1E05-3230-4C03152EC3CB}"/>
              </a:ext>
            </a:extLst>
          </p:cNvPr>
          <p:cNvSpPr/>
          <p:nvPr/>
        </p:nvSpPr>
        <p:spPr>
          <a:xfrm>
            <a:off x="304799" y="749300"/>
            <a:ext cx="678493" cy="387090"/>
          </a:xfrm>
          <a:prstGeom prst="parallelogram">
            <a:avLst/>
          </a:prstGeom>
          <a:solidFill>
            <a:schemeClr val="accent3">
              <a:lumMod val="75000"/>
            </a:schemeClr>
          </a:solidFill>
          <a:ln>
            <a:solidFill>
              <a:schemeClr val="accent3">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CN" sz="2200" dirty="0">
                <a:latin typeface="Impact" panose="020B0806030902050204" pitchFamily="34" charset="0"/>
              </a:rPr>
              <a:t>03</a:t>
            </a:r>
            <a:endParaRPr lang="zh-CN" altLang="en-US" sz="2200" dirty="0">
              <a:latin typeface="Impact" panose="020B0806030902050204" pitchFamily="34" charset="0"/>
            </a:endParaRPr>
          </a:p>
        </p:txBody>
      </p:sp>
    </p:spTree>
    <p:custDataLst>
      <p:tags r:id="rId1"/>
    </p:custDataLst>
    <p:extLst>
      <p:ext uri="{BB962C8B-B14F-4D97-AF65-F5344CB8AC3E}">
        <p14:creationId xmlns:p14="http://schemas.microsoft.com/office/powerpoint/2010/main" val="1373994648"/>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30" presetClass="entr" presetSubtype="0" fill="hold" nodeType="withEffect">
                                  <p:stCondLst>
                                    <p:cond delay="0"/>
                                  </p:stCondLst>
                                  <p:childTnLst>
                                    <p:set>
                                      <p:cBhvr>
                                        <p:cTn id="6" dur="1" fill="hold">
                                          <p:stCondLst>
                                            <p:cond delay="0"/>
                                          </p:stCondLst>
                                        </p:cTn>
                                        <p:tgtEl>
                                          <p:spTgt spid="8"/>
                                        </p:tgtEl>
                                        <p:attrNameLst>
                                          <p:attrName>style.visibility</p:attrName>
                                        </p:attrNameLst>
                                      </p:cBhvr>
                                      <p:to>
                                        <p:strVal val="visible"/>
                                      </p:to>
                                    </p:set>
                                    <p:animEffect transition="in" filter="fade">
                                      <p:cBhvr>
                                        <p:cTn id="7" dur="800" decel="100000"/>
                                        <p:tgtEl>
                                          <p:spTgt spid="8"/>
                                        </p:tgtEl>
                                      </p:cBhvr>
                                    </p:animEffect>
                                    <p:anim calcmode="lin" valueType="num">
                                      <p:cBhvr>
                                        <p:cTn id="8" dur="800" decel="100000" fill="hold"/>
                                        <p:tgtEl>
                                          <p:spTgt spid="8"/>
                                        </p:tgtEl>
                                        <p:attrNameLst>
                                          <p:attrName>style.rotation</p:attrName>
                                        </p:attrNameLst>
                                      </p:cBhvr>
                                      <p:tavLst>
                                        <p:tav tm="0">
                                          <p:val>
                                            <p:fltVal val="-90"/>
                                          </p:val>
                                        </p:tav>
                                        <p:tav tm="100000">
                                          <p:val>
                                            <p:fltVal val="0"/>
                                          </p:val>
                                        </p:tav>
                                      </p:tavLst>
                                    </p:anim>
                                    <p:anim calcmode="lin" valueType="num">
                                      <p:cBhvr>
                                        <p:cTn id="9" dur="800" decel="100000" fill="hold"/>
                                        <p:tgtEl>
                                          <p:spTgt spid="8"/>
                                        </p:tgtEl>
                                        <p:attrNameLst>
                                          <p:attrName>ppt_x</p:attrName>
                                        </p:attrNameLst>
                                      </p:cBhvr>
                                      <p:tavLst>
                                        <p:tav tm="0">
                                          <p:val>
                                            <p:strVal val="#ppt_x+0.4"/>
                                          </p:val>
                                        </p:tav>
                                        <p:tav tm="100000">
                                          <p:val>
                                            <p:strVal val="#ppt_x-0.05"/>
                                          </p:val>
                                        </p:tav>
                                      </p:tavLst>
                                    </p:anim>
                                    <p:anim calcmode="lin" valueType="num">
                                      <p:cBhvr>
                                        <p:cTn id="10" dur="800" decel="100000" fill="hold"/>
                                        <p:tgtEl>
                                          <p:spTgt spid="8"/>
                                        </p:tgtEl>
                                        <p:attrNameLst>
                                          <p:attrName>ppt_y</p:attrName>
                                        </p:attrNameLst>
                                      </p:cBhvr>
                                      <p:tavLst>
                                        <p:tav tm="0">
                                          <p:val>
                                            <p:strVal val="#ppt_y-0.4"/>
                                          </p:val>
                                        </p:tav>
                                        <p:tav tm="100000">
                                          <p:val>
                                            <p:strVal val="#ppt_y+0.1"/>
                                          </p:val>
                                        </p:tav>
                                      </p:tavLst>
                                    </p:anim>
                                    <p:anim calcmode="lin" valueType="num">
                                      <p:cBhvr>
                                        <p:cTn id="11" dur="200" accel="100000" fill="hold">
                                          <p:stCondLst>
                                            <p:cond delay="800"/>
                                          </p:stCondLst>
                                        </p:cTn>
                                        <p:tgtEl>
                                          <p:spTgt spid="8"/>
                                        </p:tgtEl>
                                        <p:attrNameLst>
                                          <p:attrName>ppt_x</p:attrName>
                                        </p:attrNameLst>
                                      </p:cBhvr>
                                      <p:tavLst>
                                        <p:tav tm="0">
                                          <p:val>
                                            <p:strVal val="#ppt_x-0.05"/>
                                          </p:val>
                                        </p:tav>
                                        <p:tav tm="100000">
                                          <p:val>
                                            <p:strVal val="#ppt_x"/>
                                          </p:val>
                                        </p:tav>
                                      </p:tavLst>
                                    </p:anim>
                                    <p:anim calcmode="lin" valueType="num">
                                      <p:cBhvr>
                                        <p:cTn id="12" dur="200" accel="100000" fill="hold">
                                          <p:stCondLst>
                                            <p:cond delay="800"/>
                                          </p:stCondLst>
                                        </p:cTn>
                                        <p:tgtEl>
                                          <p:spTgt spid="8"/>
                                        </p:tgtEl>
                                        <p:attrNameLst>
                                          <p:attrName>ppt_y</p:attrName>
                                        </p:attrNameLst>
                                      </p:cBhvr>
                                      <p:tavLst>
                                        <p:tav tm="0">
                                          <p:val>
                                            <p:strVal val="#ppt_y+0.1"/>
                                          </p:val>
                                        </p:tav>
                                        <p:tav tm="100000">
                                          <p:val>
                                            <p:strVal val="#ppt_y"/>
                                          </p:val>
                                        </p:tav>
                                      </p:tavLst>
                                    </p:anim>
                                  </p:childTnLst>
                                </p:cTn>
                              </p:par>
                            </p:childTnLst>
                          </p:cTn>
                        </p:par>
                      </p:childTnLst>
                    </p:cTn>
                  </p:par>
                  <p:par>
                    <p:cTn id="13" fill="hold">
                      <p:stCondLst>
                        <p:cond delay="indefinite"/>
                      </p:stCondLst>
                      <p:childTnLst>
                        <p:par>
                          <p:cTn id="14" fill="hold">
                            <p:stCondLst>
                              <p:cond delay="0"/>
                            </p:stCondLst>
                            <p:childTnLst>
                              <p:par>
                                <p:cTn id="15" presetID="30" presetClass="entr" presetSubtype="0" fill="hold" grpId="0" nodeType="clickEffect">
                                  <p:stCondLst>
                                    <p:cond delay="0"/>
                                  </p:stCondLst>
                                  <p:childTnLst>
                                    <p:set>
                                      <p:cBhvr>
                                        <p:cTn id="16" dur="1" fill="hold">
                                          <p:stCondLst>
                                            <p:cond delay="0"/>
                                          </p:stCondLst>
                                        </p:cTn>
                                        <p:tgtEl>
                                          <p:spTgt spid="7"/>
                                        </p:tgtEl>
                                        <p:attrNameLst>
                                          <p:attrName>style.visibility</p:attrName>
                                        </p:attrNameLst>
                                      </p:cBhvr>
                                      <p:to>
                                        <p:strVal val="visible"/>
                                      </p:to>
                                    </p:set>
                                    <p:animEffect transition="in" filter="fade">
                                      <p:cBhvr>
                                        <p:cTn id="17" dur="800" decel="100000"/>
                                        <p:tgtEl>
                                          <p:spTgt spid="7"/>
                                        </p:tgtEl>
                                      </p:cBhvr>
                                    </p:animEffect>
                                    <p:anim calcmode="lin" valueType="num">
                                      <p:cBhvr>
                                        <p:cTn id="18" dur="800" decel="100000" fill="hold"/>
                                        <p:tgtEl>
                                          <p:spTgt spid="7"/>
                                        </p:tgtEl>
                                        <p:attrNameLst>
                                          <p:attrName>style.rotation</p:attrName>
                                        </p:attrNameLst>
                                      </p:cBhvr>
                                      <p:tavLst>
                                        <p:tav tm="0">
                                          <p:val>
                                            <p:fltVal val="-90"/>
                                          </p:val>
                                        </p:tav>
                                        <p:tav tm="100000">
                                          <p:val>
                                            <p:fltVal val="0"/>
                                          </p:val>
                                        </p:tav>
                                      </p:tavLst>
                                    </p:anim>
                                    <p:anim calcmode="lin" valueType="num">
                                      <p:cBhvr>
                                        <p:cTn id="19" dur="800" decel="100000" fill="hold"/>
                                        <p:tgtEl>
                                          <p:spTgt spid="7"/>
                                        </p:tgtEl>
                                        <p:attrNameLst>
                                          <p:attrName>ppt_x</p:attrName>
                                        </p:attrNameLst>
                                      </p:cBhvr>
                                      <p:tavLst>
                                        <p:tav tm="0">
                                          <p:val>
                                            <p:strVal val="#ppt_x+0.4"/>
                                          </p:val>
                                        </p:tav>
                                        <p:tav tm="100000">
                                          <p:val>
                                            <p:strVal val="#ppt_x-0.05"/>
                                          </p:val>
                                        </p:tav>
                                      </p:tavLst>
                                    </p:anim>
                                    <p:anim calcmode="lin" valueType="num">
                                      <p:cBhvr>
                                        <p:cTn id="20" dur="800" decel="100000" fill="hold"/>
                                        <p:tgtEl>
                                          <p:spTgt spid="7"/>
                                        </p:tgtEl>
                                        <p:attrNameLst>
                                          <p:attrName>ppt_y</p:attrName>
                                        </p:attrNameLst>
                                      </p:cBhvr>
                                      <p:tavLst>
                                        <p:tav tm="0">
                                          <p:val>
                                            <p:strVal val="#ppt_y-0.4"/>
                                          </p:val>
                                        </p:tav>
                                        <p:tav tm="100000">
                                          <p:val>
                                            <p:strVal val="#ppt_y+0.1"/>
                                          </p:val>
                                        </p:tav>
                                      </p:tavLst>
                                    </p:anim>
                                    <p:anim calcmode="lin" valueType="num">
                                      <p:cBhvr>
                                        <p:cTn id="21" dur="200" accel="100000" fill="hold">
                                          <p:stCondLst>
                                            <p:cond delay="800"/>
                                          </p:stCondLst>
                                        </p:cTn>
                                        <p:tgtEl>
                                          <p:spTgt spid="7"/>
                                        </p:tgtEl>
                                        <p:attrNameLst>
                                          <p:attrName>ppt_x</p:attrName>
                                        </p:attrNameLst>
                                      </p:cBhvr>
                                      <p:tavLst>
                                        <p:tav tm="0">
                                          <p:val>
                                            <p:strVal val="#ppt_x-0.05"/>
                                          </p:val>
                                        </p:tav>
                                        <p:tav tm="100000">
                                          <p:val>
                                            <p:strVal val="#ppt_x"/>
                                          </p:val>
                                        </p:tav>
                                      </p:tavLst>
                                    </p:anim>
                                    <p:anim calcmode="lin" valueType="num">
                                      <p:cBhvr>
                                        <p:cTn id="22" dur="200" accel="100000" fill="hold">
                                          <p:stCondLst>
                                            <p:cond delay="800"/>
                                          </p:stCondLst>
                                        </p:cTn>
                                        <p:tgtEl>
                                          <p:spTgt spid="7"/>
                                        </p:tgtEl>
                                        <p:attrNameLst>
                                          <p:attrName>ppt_y</p:attrName>
                                        </p:attrNameLst>
                                      </p:cBhvr>
                                      <p:tavLst>
                                        <p:tav tm="0">
                                          <p:val>
                                            <p:strVal val="#ppt_y+0.1"/>
                                          </p:val>
                                        </p:tav>
                                        <p:tav tm="100000">
                                          <p:val>
                                            <p:strVal val="#ppt_y"/>
                                          </p:val>
                                        </p:tav>
                                      </p:tavLst>
                                    </p:anim>
                                  </p:childTnLst>
                                </p:cTn>
                              </p:par>
                              <p:par>
                                <p:cTn id="23" presetID="30" presetClass="entr" presetSubtype="0" fill="hold" grpId="0" nodeType="withEffect">
                                  <p:stCondLst>
                                    <p:cond delay="0"/>
                                  </p:stCondLst>
                                  <p:childTnLst>
                                    <p:set>
                                      <p:cBhvr>
                                        <p:cTn id="24" dur="1" fill="hold">
                                          <p:stCondLst>
                                            <p:cond delay="0"/>
                                          </p:stCondLst>
                                        </p:cTn>
                                        <p:tgtEl>
                                          <p:spTgt spid="16"/>
                                        </p:tgtEl>
                                        <p:attrNameLst>
                                          <p:attrName>style.visibility</p:attrName>
                                        </p:attrNameLst>
                                      </p:cBhvr>
                                      <p:to>
                                        <p:strVal val="visible"/>
                                      </p:to>
                                    </p:set>
                                    <p:animEffect transition="in" filter="fade">
                                      <p:cBhvr>
                                        <p:cTn id="25" dur="800" decel="100000"/>
                                        <p:tgtEl>
                                          <p:spTgt spid="16"/>
                                        </p:tgtEl>
                                      </p:cBhvr>
                                    </p:animEffect>
                                    <p:anim calcmode="lin" valueType="num">
                                      <p:cBhvr>
                                        <p:cTn id="26" dur="800" decel="100000" fill="hold"/>
                                        <p:tgtEl>
                                          <p:spTgt spid="16"/>
                                        </p:tgtEl>
                                        <p:attrNameLst>
                                          <p:attrName>style.rotation</p:attrName>
                                        </p:attrNameLst>
                                      </p:cBhvr>
                                      <p:tavLst>
                                        <p:tav tm="0">
                                          <p:val>
                                            <p:fltVal val="-90"/>
                                          </p:val>
                                        </p:tav>
                                        <p:tav tm="100000">
                                          <p:val>
                                            <p:fltVal val="0"/>
                                          </p:val>
                                        </p:tav>
                                      </p:tavLst>
                                    </p:anim>
                                    <p:anim calcmode="lin" valueType="num">
                                      <p:cBhvr>
                                        <p:cTn id="27" dur="800" decel="100000" fill="hold"/>
                                        <p:tgtEl>
                                          <p:spTgt spid="16"/>
                                        </p:tgtEl>
                                        <p:attrNameLst>
                                          <p:attrName>ppt_x</p:attrName>
                                        </p:attrNameLst>
                                      </p:cBhvr>
                                      <p:tavLst>
                                        <p:tav tm="0">
                                          <p:val>
                                            <p:strVal val="#ppt_x+0.4"/>
                                          </p:val>
                                        </p:tav>
                                        <p:tav tm="100000">
                                          <p:val>
                                            <p:strVal val="#ppt_x-0.05"/>
                                          </p:val>
                                        </p:tav>
                                      </p:tavLst>
                                    </p:anim>
                                    <p:anim calcmode="lin" valueType="num">
                                      <p:cBhvr>
                                        <p:cTn id="28" dur="800" decel="100000" fill="hold"/>
                                        <p:tgtEl>
                                          <p:spTgt spid="16"/>
                                        </p:tgtEl>
                                        <p:attrNameLst>
                                          <p:attrName>ppt_y</p:attrName>
                                        </p:attrNameLst>
                                      </p:cBhvr>
                                      <p:tavLst>
                                        <p:tav tm="0">
                                          <p:val>
                                            <p:strVal val="#ppt_y-0.4"/>
                                          </p:val>
                                        </p:tav>
                                        <p:tav tm="100000">
                                          <p:val>
                                            <p:strVal val="#ppt_y+0.1"/>
                                          </p:val>
                                        </p:tav>
                                      </p:tavLst>
                                    </p:anim>
                                    <p:anim calcmode="lin" valueType="num">
                                      <p:cBhvr>
                                        <p:cTn id="29" dur="200" accel="100000" fill="hold">
                                          <p:stCondLst>
                                            <p:cond delay="800"/>
                                          </p:stCondLst>
                                        </p:cTn>
                                        <p:tgtEl>
                                          <p:spTgt spid="16"/>
                                        </p:tgtEl>
                                        <p:attrNameLst>
                                          <p:attrName>ppt_x</p:attrName>
                                        </p:attrNameLst>
                                      </p:cBhvr>
                                      <p:tavLst>
                                        <p:tav tm="0">
                                          <p:val>
                                            <p:strVal val="#ppt_x-0.05"/>
                                          </p:val>
                                        </p:tav>
                                        <p:tav tm="100000">
                                          <p:val>
                                            <p:strVal val="#ppt_x"/>
                                          </p:val>
                                        </p:tav>
                                      </p:tavLst>
                                    </p:anim>
                                    <p:anim calcmode="lin" valueType="num">
                                      <p:cBhvr>
                                        <p:cTn id="30" dur="200" accel="100000" fill="hold">
                                          <p:stCondLst>
                                            <p:cond delay="800"/>
                                          </p:stCondLst>
                                        </p:cTn>
                                        <p:tgtEl>
                                          <p:spTgt spid="16"/>
                                        </p:tgtEl>
                                        <p:attrNameLst>
                                          <p:attrName>ppt_y</p:attrName>
                                        </p:attrNameLst>
                                      </p:cBhvr>
                                      <p:tavLst>
                                        <p:tav tm="0">
                                          <p:val>
                                            <p:strVal val="#ppt_y+0.1"/>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7" grpId="0"/>
      <p:bldP spid="16" grpId="0"/>
    </p:bldLst>
  </p:timing>
</p:sld>
</file>

<file path=ppt/slides/slide49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3" name="组合 2">
            <a:extLst>
              <a:ext uri="{FF2B5EF4-FFF2-40B4-BE49-F238E27FC236}">
                <a16:creationId xmlns:a16="http://schemas.microsoft.com/office/drawing/2014/main" id="{EC90BE10-D9B4-A4DD-2F61-2C5491F21E3B}"/>
              </a:ext>
            </a:extLst>
          </p:cNvPr>
          <p:cNvGrpSpPr/>
          <p:nvPr/>
        </p:nvGrpSpPr>
        <p:grpSpPr>
          <a:xfrm>
            <a:off x="2558888" y="1188116"/>
            <a:ext cx="7098583" cy="1417496"/>
            <a:chOff x="3156764" y="1188116"/>
            <a:chExt cx="7098583" cy="1417496"/>
          </a:xfrm>
        </p:grpSpPr>
        <p:sp>
          <p:nvSpPr>
            <p:cNvPr id="12" name="íşlïḍè"/>
            <p:cNvSpPr txBox="1"/>
            <p:nvPr/>
          </p:nvSpPr>
          <p:spPr>
            <a:xfrm>
              <a:off x="4432871" y="1188116"/>
              <a:ext cx="4532112" cy="419100"/>
            </a:xfrm>
            <a:prstGeom prst="rect">
              <a:avLst/>
            </a:prstGeom>
            <a:noFill/>
          </p:spPr>
          <p:txBody>
            <a:bodyPr wrap="square" lIns="91440" tIns="45720" rIns="91440" bIns="45720" anchor="ctr">
              <a:noAutofit/>
            </a:bodyPr>
            <a:lstStyle/>
            <a:p>
              <a:pPr algn="ctr"/>
              <a:r>
                <a:rPr lang="en-US" altLang="zh-CN" sz="2400" b="1" dirty="0"/>
                <a:t>3.8 </a:t>
              </a:r>
              <a:r>
                <a:rPr lang="zh-CN" altLang="en-US" sz="2400" b="1" dirty="0"/>
                <a:t>以太网的发展</a:t>
              </a:r>
              <a:endParaRPr lang="en-US" altLang="zh-CN" sz="2400" b="1" dirty="0"/>
            </a:p>
          </p:txBody>
        </p:sp>
        <p:grpSp>
          <p:nvGrpSpPr>
            <p:cNvPr id="6" name="组合 5"/>
            <p:cNvGrpSpPr/>
            <p:nvPr/>
          </p:nvGrpSpPr>
          <p:grpSpPr>
            <a:xfrm>
              <a:off x="3156764" y="2010058"/>
              <a:ext cx="7098583" cy="595554"/>
              <a:chOff x="1183243" y="2200834"/>
              <a:chExt cx="7098583" cy="595554"/>
            </a:xfrm>
          </p:grpSpPr>
          <p:sp>
            <p:nvSpPr>
              <p:cNvPr id="5" name="平行四边形 4"/>
              <p:cNvSpPr/>
              <p:nvPr/>
            </p:nvSpPr>
            <p:spPr>
              <a:xfrm>
                <a:off x="1183243" y="2200834"/>
                <a:ext cx="828092" cy="595554"/>
              </a:xfrm>
              <a:prstGeom prst="parallelogram">
                <a:avLst/>
              </a:prstGeom>
              <a:solidFill>
                <a:schemeClr val="accent3">
                  <a:lumMod val="75000"/>
                </a:schemeClr>
              </a:solidFill>
              <a:ln>
                <a:solidFill>
                  <a:schemeClr val="accent3">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CN" sz="2800" dirty="0">
                    <a:latin typeface="Impact" panose="020B0806030902050204" pitchFamily="34" charset="0"/>
                  </a:rPr>
                  <a:t>01</a:t>
                </a:r>
                <a:endParaRPr lang="zh-CN" altLang="en-US" sz="2800" dirty="0">
                  <a:latin typeface="Impact" panose="020B0806030902050204" pitchFamily="34" charset="0"/>
                </a:endParaRPr>
              </a:p>
            </p:txBody>
          </p:sp>
          <p:sp>
            <p:nvSpPr>
              <p:cNvPr id="25" name="平行四边形 24"/>
              <p:cNvSpPr/>
              <p:nvPr/>
            </p:nvSpPr>
            <p:spPr>
              <a:xfrm>
                <a:off x="1858679" y="2200834"/>
                <a:ext cx="6423147" cy="595554"/>
              </a:xfrm>
              <a:prstGeom prst="parallelogram">
                <a:avLst/>
              </a:prstGeom>
              <a:noFill/>
              <a:ln>
                <a:solidFill>
                  <a:schemeClr val="accent3">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r>
                  <a:rPr lang="zh-CN" altLang="en-US" sz="2200" b="1" dirty="0">
                    <a:solidFill>
                      <a:schemeClr val="tx1"/>
                    </a:solidFill>
                    <a:latin typeface="Impact" panose="020B0806030902050204" pitchFamily="34" charset="0"/>
                  </a:rPr>
                  <a:t>以太网的发展</a:t>
                </a:r>
              </a:p>
            </p:txBody>
          </p:sp>
        </p:grpSp>
      </p:grpSp>
    </p:spTree>
    <p:extLst>
      <p:ext uri="{BB962C8B-B14F-4D97-AF65-F5344CB8AC3E}">
        <p14:creationId xmlns:p14="http://schemas.microsoft.com/office/powerpoint/2010/main" val="3566149169"/>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42" presetClass="entr" presetSubtype="0" fill="hold" nodeType="withEffect">
                                  <p:stCondLst>
                                    <p:cond delay="0"/>
                                  </p:stCondLst>
                                  <p:childTnLst>
                                    <p:set>
                                      <p:cBhvr>
                                        <p:cTn id="6" dur="1" fill="hold">
                                          <p:stCondLst>
                                            <p:cond delay="0"/>
                                          </p:stCondLst>
                                        </p:cTn>
                                        <p:tgtEl>
                                          <p:spTgt spid="3"/>
                                        </p:tgtEl>
                                        <p:attrNameLst>
                                          <p:attrName>style.visibility</p:attrName>
                                        </p:attrNameLst>
                                      </p:cBhvr>
                                      <p:to>
                                        <p:strVal val="visible"/>
                                      </p:to>
                                    </p:set>
                                    <p:animEffect transition="in" filter="fade">
                                      <p:cBhvr>
                                        <p:cTn id="7" dur="1000"/>
                                        <p:tgtEl>
                                          <p:spTgt spid="3"/>
                                        </p:tgtEl>
                                      </p:cBhvr>
                                    </p:animEffect>
                                    <p:anim calcmode="lin" valueType="num">
                                      <p:cBhvr>
                                        <p:cTn id="8" dur="1000" fill="hold"/>
                                        <p:tgtEl>
                                          <p:spTgt spid="3"/>
                                        </p:tgtEl>
                                        <p:attrNameLst>
                                          <p:attrName>ppt_x</p:attrName>
                                        </p:attrNameLst>
                                      </p:cBhvr>
                                      <p:tavLst>
                                        <p:tav tm="0">
                                          <p:val>
                                            <p:strVal val="#ppt_x"/>
                                          </p:val>
                                        </p:tav>
                                        <p:tav tm="100000">
                                          <p:val>
                                            <p:strVal val="#ppt_x"/>
                                          </p:val>
                                        </p:tav>
                                      </p:tavLst>
                                    </p:anim>
                                    <p:anim calcmode="lin" valueType="num">
                                      <p:cBhvr>
                                        <p:cTn id="9" dur="1000" fill="hold"/>
                                        <p:tgtEl>
                                          <p:spTgt spid="3"/>
                                        </p:tgtEl>
                                        <p:attrNameLst>
                                          <p:attrName>ppt_y</p:attrName>
                                        </p:attrNameLst>
                                      </p:cBhvr>
                                      <p:tavLst>
                                        <p:tav tm="0">
                                          <p:val>
                                            <p:strVal val="#ppt_y+.1"/>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49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8" name="文本框 17">
            <a:extLst>
              <a:ext uri="{FF2B5EF4-FFF2-40B4-BE49-F238E27FC236}">
                <a16:creationId xmlns:a16="http://schemas.microsoft.com/office/drawing/2014/main" id="{8B2BE3A9-1656-4BDA-B98A-9A54A189867F}"/>
              </a:ext>
            </a:extLst>
          </p:cNvPr>
          <p:cNvSpPr txBox="1"/>
          <p:nvPr/>
        </p:nvSpPr>
        <p:spPr>
          <a:xfrm>
            <a:off x="2610044" y="2508275"/>
            <a:ext cx="1995574" cy="646331"/>
          </a:xfrm>
          <a:prstGeom prst="rect">
            <a:avLst/>
          </a:prstGeom>
          <a:noFill/>
        </p:spPr>
        <p:txBody>
          <a:bodyPr wrap="square" rtlCol="0">
            <a:spAutoFit/>
          </a:bodyPr>
          <a:lstStyle/>
          <a:p>
            <a:pPr algn="ctr"/>
            <a:r>
              <a:rPr lang="zh-CN" altLang="en-US" b="1" dirty="0">
                <a:solidFill>
                  <a:schemeClr val="accent4"/>
                </a:solidFill>
              </a:rPr>
              <a:t>不能满足大多数用户的需求</a:t>
            </a:r>
          </a:p>
        </p:txBody>
      </p:sp>
      <p:sp>
        <p:nvSpPr>
          <p:cNvPr id="19" name="文本框 18">
            <a:extLst>
              <a:ext uri="{FF2B5EF4-FFF2-40B4-BE49-F238E27FC236}">
                <a16:creationId xmlns:a16="http://schemas.microsoft.com/office/drawing/2014/main" id="{1A5466FF-4261-48C5-A288-15B98C473811}"/>
              </a:ext>
            </a:extLst>
          </p:cNvPr>
          <p:cNvSpPr txBox="1"/>
          <p:nvPr/>
        </p:nvSpPr>
        <p:spPr>
          <a:xfrm>
            <a:off x="4971467" y="2714906"/>
            <a:ext cx="1995574" cy="369332"/>
          </a:xfrm>
          <a:prstGeom prst="rect">
            <a:avLst/>
          </a:prstGeom>
          <a:noFill/>
        </p:spPr>
        <p:txBody>
          <a:bodyPr wrap="square" rtlCol="0">
            <a:spAutoFit/>
          </a:bodyPr>
          <a:lstStyle/>
          <a:p>
            <a:pPr algn="ctr"/>
            <a:r>
              <a:rPr lang="zh-CN" altLang="en-US" b="1" dirty="0">
                <a:solidFill>
                  <a:schemeClr val="accent3"/>
                </a:solidFill>
              </a:rPr>
              <a:t>目前的主流</a:t>
            </a:r>
          </a:p>
        </p:txBody>
      </p:sp>
      <p:grpSp>
        <p:nvGrpSpPr>
          <p:cNvPr id="4" name="组合 3">
            <a:extLst>
              <a:ext uri="{FF2B5EF4-FFF2-40B4-BE49-F238E27FC236}">
                <a16:creationId xmlns:a16="http://schemas.microsoft.com/office/drawing/2014/main" id="{9A1EA9F2-FCB6-48C3-935F-7AE7E3AD14AC}"/>
              </a:ext>
            </a:extLst>
          </p:cNvPr>
          <p:cNvGrpSpPr/>
          <p:nvPr/>
        </p:nvGrpSpPr>
        <p:grpSpPr>
          <a:xfrm>
            <a:off x="304800" y="749300"/>
            <a:ext cx="4938199" cy="400110"/>
            <a:chOff x="424117" y="898245"/>
            <a:chExt cx="4938199" cy="400110"/>
          </a:xfrm>
        </p:grpSpPr>
        <p:sp>
          <p:nvSpPr>
            <p:cNvPr id="2" name="平行四边形 1">
              <a:extLst>
                <a:ext uri="{FF2B5EF4-FFF2-40B4-BE49-F238E27FC236}">
                  <a16:creationId xmlns:a16="http://schemas.microsoft.com/office/drawing/2014/main" id="{1F5BAA3F-9845-4F89-A2DD-8222D3E4EDAC}"/>
                </a:ext>
              </a:extLst>
            </p:cNvPr>
            <p:cNvSpPr/>
            <p:nvPr/>
          </p:nvSpPr>
          <p:spPr>
            <a:xfrm>
              <a:off x="424117" y="898245"/>
              <a:ext cx="628306" cy="387090"/>
            </a:xfrm>
            <a:prstGeom prst="parallelogram">
              <a:avLst/>
            </a:prstGeom>
            <a:solidFill>
              <a:schemeClr val="accent3">
                <a:lumMod val="75000"/>
              </a:schemeClr>
            </a:solidFill>
            <a:ln>
              <a:solidFill>
                <a:schemeClr val="accent3">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CN" sz="2200" dirty="0">
                  <a:latin typeface="Impact" panose="020B0806030902050204" pitchFamily="34" charset="0"/>
                </a:rPr>
                <a:t>01</a:t>
              </a:r>
              <a:endParaRPr lang="zh-CN" altLang="en-US" sz="2200" dirty="0">
                <a:latin typeface="Impact" panose="020B0806030902050204" pitchFamily="34" charset="0"/>
              </a:endParaRPr>
            </a:p>
          </p:txBody>
        </p:sp>
        <p:sp>
          <p:nvSpPr>
            <p:cNvPr id="3" name="文本框 2">
              <a:extLst>
                <a:ext uri="{FF2B5EF4-FFF2-40B4-BE49-F238E27FC236}">
                  <a16:creationId xmlns:a16="http://schemas.microsoft.com/office/drawing/2014/main" id="{4D6BD736-A4D3-4F26-AFED-36E11F50F70B}"/>
                </a:ext>
              </a:extLst>
            </p:cNvPr>
            <p:cNvSpPr txBox="1"/>
            <p:nvPr/>
          </p:nvSpPr>
          <p:spPr>
            <a:xfrm>
              <a:off x="1052423" y="898245"/>
              <a:ext cx="4309893" cy="400110"/>
            </a:xfrm>
            <a:prstGeom prst="rect">
              <a:avLst/>
            </a:prstGeom>
            <a:noFill/>
          </p:spPr>
          <p:txBody>
            <a:bodyPr wrap="square" rtlCol="0">
              <a:spAutoFit/>
            </a:bodyPr>
            <a:lstStyle/>
            <a:p>
              <a:r>
                <a:rPr lang="zh-CN" altLang="en-US" sz="2000" b="1" dirty="0">
                  <a:solidFill>
                    <a:schemeClr val="tx1"/>
                  </a:solidFill>
                  <a:latin typeface="Arial Narrow" panose="020B0606020202030204" pitchFamily="34" charset="0"/>
                </a:rPr>
                <a:t>以太网的发展</a:t>
              </a:r>
              <a:endParaRPr lang="en-US" altLang="zh-CN" sz="2000" b="1" dirty="0">
                <a:solidFill>
                  <a:schemeClr val="tx1"/>
                </a:solidFill>
                <a:latin typeface="Arial Narrow" panose="020B0606020202030204" pitchFamily="34" charset="0"/>
              </a:endParaRPr>
            </a:p>
          </p:txBody>
        </p:sp>
      </p:grpSp>
      <p:sp>
        <p:nvSpPr>
          <p:cNvPr id="5" name="箭头: V 形 4">
            <a:extLst>
              <a:ext uri="{FF2B5EF4-FFF2-40B4-BE49-F238E27FC236}">
                <a16:creationId xmlns:a16="http://schemas.microsoft.com/office/drawing/2014/main" id="{1CD8CEFD-B4AB-4BD3-9C5F-B64769E4F7AB}"/>
              </a:ext>
            </a:extLst>
          </p:cNvPr>
          <p:cNvSpPr/>
          <p:nvPr/>
        </p:nvSpPr>
        <p:spPr>
          <a:xfrm>
            <a:off x="304800" y="3200773"/>
            <a:ext cx="2361423" cy="786653"/>
          </a:xfrm>
          <a:prstGeom prst="chevron">
            <a:avLst/>
          </a:prstGeom>
          <a:ln/>
        </p:spPr>
        <p:style>
          <a:lnRef idx="2">
            <a:schemeClr val="accent5">
              <a:shade val="50000"/>
            </a:schemeClr>
          </a:lnRef>
          <a:fillRef idx="1">
            <a:schemeClr val="accent5"/>
          </a:fillRef>
          <a:effectRef idx="0">
            <a:schemeClr val="accent5"/>
          </a:effectRef>
          <a:fontRef idx="minor">
            <a:schemeClr val="lt1"/>
          </a:fontRef>
        </p:style>
        <p:txBody>
          <a:bodyPr rtlCol="0" anchor="ctr"/>
          <a:lstStyle/>
          <a:p>
            <a:pPr algn="ctr"/>
            <a:r>
              <a:rPr lang="en-US" altLang="zh-CN" b="1" dirty="0">
                <a:solidFill>
                  <a:schemeClr val="bg1"/>
                </a:solidFill>
              </a:rPr>
              <a:t>10Mb/s</a:t>
            </a:r>
          </a:p>
          <a:p>
            <a:pPr algn="ctr"/>
            <a:r>
              <a:rPr lang="zh-CN" altLang="en-US" b="1" dirty="0">
                <a:solidFill>
                  <a:schemeClr val="bg1"/>
                </a:solidFill>
              </a:rPr>
              <a:t>传统以太网</a:t>
            </a:r>
          </a:p>
        </p:txBody>
      </p:sp>
      <p:sp>
        <p:nvSpPr>
          <p:cNvPr id="10" name="箭头: V 形 9">
            <a:extLst>
              <a:ext uri="{FF2B5EF4-FFF2-40B4-BE49-F238E27FC236}">
                <a16:creationId xmlns:a16="http://schemas.microsoft.com/office/drawing/2014/main" id="{34BA076E-E332-4E29-BFA1-5FC5A72182DA}"/>
              </a:ext>
            </a:extLst>
          </p:cNvPr>
          <p:cNvSpPr/>
          <p:nvPr/>
        </p:nvSpPr>
        <p:spPr>
          <a:xfrm>
            <a:off x="2610044" y="3200773"/>
            <a:ext cx="2361423" cy="786653"/>
          </a:xfrm>
          <a:prstGeom prst="chevron">
            <a:avLst/>
          </a:prstGeom>
          <a:ln/>
        </p:spPr>
        <p:style>
          <a:lnRef idx="2">
            <a:schemeClr val="accent4">
              <a:shade val="50000"/>
            </a:schemeClr>
          </a:lnRef>
          <a:fillRef idx="1">
            <a:schemeClr val="accent4"/>
          </a:fillRef>
          <a:effectRef idx="0">
            <a:schemeClr val="accent4"/>
          </a:effectRef>
          <a:fontRef idx="minor">
            <a:schemeClr val="lt1"/>
          </a:fontRef>
        </p:style>
        <p:txBody>
          <a:bodyPr rtlCol="0" anchor="ctr"/>
          <a:lstStyle/>
          <a:p>
            <a:pPr algn="ctr"/>
            <a:r>
              <a:rPr lang="en-US" altLang="zh-CN" b="1" dirty="0">
                <a:solidFill>
                  <a:schemeClr val="bg1"/>
                </a:solidFill>
              </a:rPr>
              <a:t>100BASE-T</a:t>
            </a:r>
          </a:p>
          <a:p>
            <a:pPr algn="ctr"/>
            <a:r>
              <a:rPr lang="zh-CN" altLang="en-US" b="1" dirty="0">
                <a:solidFill>
                  <a:schemeClr val="bg1"/>
                </a:solidFill>
              </a:rPr>
              <a:t>以太网</a:t>
            </a:r>
          </a:p>
        </p:txBody>
      </p:sp>
      <p:sp>
        <p:nvSpPr>
          <p:cNvPr id="11" name="箭头: V 形 10">
            <a:extLst>
              <a:ext uri="{FF2B5EF4-FFF2-40B4-BE49-F238E27FC236}">
                <a16:creationId xmlns:a16="http://schemas.microsoft.com/office/drawing/2014/main" id="{A306BDD2-A8C7-4B5E-9ABB-354CA473FA18}"/>
              </a:ext>
            </a:extLst>
          </p:cNvPr>
          <p:cNvSpPr/>
          <p:nvPr/>
        </p:nvSpPr>
        <p:spPr>
          <a:xfrm>
            <a:off x="4915288" y="3200773"/>
            <a:ext cx="2361423" cy="786653"/>
          </a:xfrm>
          <a:prstGeom prst="chevron">
            <a:avLst/>
          </a:prstGeom>
          <a:ln/>
        </p:spPr>
        <p:style>
          <a:lnRef idx="2">
            <a:schemeClr val="accent3">
              <a:shade val="50000"/>
            </a:schemeClr>
          </a:lnRef>
          <a:fillRef idx="1">
            <a:schemeClr val="accent3"/>
          </a:fillRef>
          <a:effectRef idx="0">
            <a:schemeClr val="accent3"/>
          </a:effectRef>
          <a:fontRef idx="minor">
            <a:schemeClr val="lt1"/>
          </a:fontRef>
        </p:style>
        <p:txBody>
          <a:bodyPr rtlCol="0" anchor="ctr"/>
          <a:lstStyle/>
          <a:p>
            <a:pPr algn="ctr"/>
            <a:r>
              <a:rPr lang="zh-CN" altLang="en-US" b="1" dirty="0">
                <a:solidFill>
                  <a:schemeClr val="bg1"/>
                </a:solidFill>
              </a:rPr>
              <a:t>吉比特</a:t>
            </a:r>
            <a:endParaRPr lang="en-US" altLang="zh-CN" b="1" dirty="0">
              <a:solidFill>
                <a:schemeClr val="bg1"/>
              </a:solidFill>
            </a:endParaRPr>
          </a:p>
          <a:p>
            <a:pPr algn="ctr"/>
            <a:r>
              <a:rPr lang="zh-CN" altLang="en-US" b="1" dirty="0">
                <a:solidFill>
                  <a:schemeClr val="bg1"/>
                </a:solidFill>
              </a:rPr>
              <a:t>以太网</a:t>
            </a:r>
          </a:p>
        </p:txBody>
      </p:sp>
      <p:sp>
        <p:nvSpPr>
          <p:cNvPr id="12" name="箭头: V 形 11">
            <a:extLst>
              <a:ext uri="{FF2B5EF4-FFF2-40B4-BE49-F238E27FC236}">
                <a16:creationId xmlns:a16="http://schemas.microsoft.com/office/drawing/2014/main" id="{7529ED43-0BE1-49BA-8986-763D47E871EA}"/>
              </a:ext>
            </a:extLst>
          </p:cNvPr>
          <p:cNvSpPr/>
          <p:nvPr/>
        </p:nvSpPr>
        <p:spPr>
          <a:xfrm>
            <a:off x="7220532" y="3200773"/>
            <a:ext cx="2361423" cy="786653"/>
          </a:xfrm>
          <a:prstGeom prst="chevron">
            <a:avLst/>
          </a:prstGeom>
          <a:ln/>
        </p:spPr>
        <p:style>
          <a:lnRef idx="2">
            <a:schemeClr val="accent2">
              <a:shade val="50000"/>
            </a:schemeClr>
          </a:lnRef>
          <a:fillRef idx="1">
            <a:schemeClr val="accent2"/>
          </a:fillRef>
          <a:effectRef idx="0">
            <a:schemeClr val="accent2"/>
          </a:effectRef>
          <a:fontRef idx="minor">
            <a:schemeClr val="lt1"/>
          </a:fontRef>
        </p:style>
        <p:txBody>
          <a:bodyPr rtlCol="0" anchor="ctr"/>
          <a:lstStyle/>
          <a:p>
            <a:pPr algn="ctr"/>
            <a:r>
              <a:rPr lang="en-US" altLang="zh-CN" b="1" dirty="0">
                <a:solidFill>
                  <a:schemeClr val="bg1"/>
                </a:solidFill>
              </a:rPr>
              <a:t>10</a:t>
            </a:r>
            <a:r>
              <a:rPr lang="zh-CN" altLang="en-US" b="1" dirty="0">
                <a:solidFill>
                  <a:schemeClr val="bg1"/>
                </a:solidFill>
              </a:rPr>
              <a:t>吉比特</a:t>
            </a:r>
            <a:endParaRPr lang="en-US" altLang="zh-CN" b="1" dirty="0">
              <a:solidFill>
                <a:schemeClr val="bg1"/>
              </a:solidFill>
            </a:endParaRPr>
          </a:p>
          <a:p>
            <a:pPr algn="ctr"/>
            <a:r>
              <a:rPr lang="zh-CN" altLang="en-US" b="1" dirty="0">
                <a:solidFill>
                  <a:schemeClr val="bg1"/>
                </a:solidFill>
              </a:rPr>
              <a:t>以太网</a:t>
            </a:r>
          </a:p>
        </p:txBody>
      </p:sp>
      <p:sp>
        <p:nvSpPr>
          <p:cNvPr id="13" name="箭头: V 形 12">
            <a:extLst>
              <a:ext uri="{FF2B5EF4-FFF2-40B4-BE49-F238E27FC236}">
                <a16:creationId xmlns:a16="http://schemas.microsoft.com/office/drawing/2014/main" id="{510F0D15-BD28-4DB1-A650-959944656D97}"/>
              </a:ext>
            </a:extLst>
          </p:cNvPr>
          <p:cNvSpPr/>
          <p:nvPr/>
        </p:nvSpPr>
        <p:spPr>
          <a:xfrm>
            <a:off x="9525777" y="3200773"/>
            <a:ext cx="2361423" cy="786653"/>
          </a:xfrm>
          <a:prstGeom prst="chevron">
            <a:avLst/>
          </a:prstGeom>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CN" b="1" dirty="0">
                <a:solidFill>
                  <a:schemeClr val="bg1"/>
                </a:solidFill>
              </a:rPr>
              <a:t>40/100</a:t>
            </a:r>
            <a:r>
              <a:rPr lang="zh-CN" altLang="en-US" b="1" dirty="0">
                <a:solidFill>
                  <a:schemeClr val="bg1"/>
                </a:solidFill>
              </a:rPr>
              <a:t>吉比特</a:t>
            </a:r>
            <a:endParaRPr lang="en-US" altLang="zh-CN" b="1" dirty="0">
              <a:solidFill>
                <a:schemeClr val="bg1"/>
              </a:solidFill>
            </a:endParaRPr>
          </a:p>
          <a:p>
            <a:pPr algn="ctr"/>
            <a:r>
              <a:rPr lang="zh-CN" altLang="en-US" b="1" dirty="0">
                <a:solidFill>
                  <a:schemeClr val="bg1"/>
                </a:solidFill>
              </a:rPr>
              <a:t>以太网</a:t>
            </a:r>
          </a:p>
        </p:txBody>
      </p:sp>
      <p:grpSp>
        <p:nvGrpSpPr>
          <p:cNvPr id="17" name="组合 16">
            <a:extLst>
              <a:ext uri="{FF2B5EF4-FFF2-40B4-BE49-F238E27FC236}">
                <a16:creationId xmlns:a16="http://schemas.microsoft.com/office/drawing/2014/main" id="{09BE9BF6-ED90-4F48-9B6F-A703F6B959FB}"/>
              </a:ext>
            </a:extLst>
          </p:cNvPr>
          <p:cNvGrpSpPr/>
          <p:nvPr/>
        </p:nvGrpSpPr>
        <p:grpSpPr>
          <a:xfrm>
            <a:off x="2610045" y="3987426"/>
            <a:ext cx="8887192" cy="957672"/>
            <a:chOff x="2610045" y="3987426"/>
            <a:chExt cx="8887192" cy="957672"/>
          </a:xfrm>
        </p:grpSpPr>
        <p:sp>
          <p:nvSpPr>
            <p:cNvPr id="15" name="左大括号 14">
              <a:extLst>
                <a:ext uri="{FF2B5EF4-FFF2-40B4-BE49-F238E27FC236}">
                  <a16:creationId xmlns:a16="http://schemas.microsoft.com/office/drawing/2014/main" id="{9579F7CD-A0C9-4EA3-B127-0EF38E0136D7}"/>
                </a:ext>
              </a:extLst>
            </p:cNvPr>
            <p:cNvSpPr/>
            <p:nvPr/>
          </p:nvSpPr>
          <p:spPr>
            <a:xfrm rot="16200000">
              <a:off x="6759471" y="-162000"/>
              <a:ext cx="588339" cy="8887192"/>
            </a:xfrm>
            <a:prstGeom prst="leftBrace">
              <a:avLst>
                <a:gd name="adj1" fmla="val 112556"/>
                <a:gd name="adj2" fmla="val 50000"/>
              </a:avLst>
            </a:prstGeom>
            <a:ln w="12700">
              <a:solidFill>
                <a:schemeClr val="tx1"/>
              </a:solidFill>
              <a:tailEnd type="none"/>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zh-CN" altLang="en-US"/>
            </a:p>
          </p:txBody>
        </p:sp>
        <p:sp>
          <p:nvSpPr>
            <p:cNvPr id="16" name="文本框 15">
              <a:extLst>
                <a:ext uri="{FF2B5EF4-FFF2-40B4-BE49-F238E27FC236}">
                  <a16:creationId xmlns:a16="http://schemas.microsoft.com/office/drawing/2014/main" id="{93E2ABD8-7154-48C1-9BD4-7C9BA8933352}"/>
                </a:ext>
              </a:extLst>
            </p:cNvPr>
            <p:cNvSpPr txBox="1"/>
            <p:nvPr/>
          </p:nvSpPr>
          <p:spPr>
            <a:xfrm>
              <a:off x="6256902" y="4575766"/>
              <a:ext cx="1593476" cy="369332"/>
            </a:xfrm>
            <a:prstGeom prst="rect">
              <a:avLst/>
            </a:prstGeom>
            <a:noFill/>
          </p:spPr>
          <p:txBody>
            <a:bodyPr wrap="square" rtlCol="0">
              <a:spAutoFit/>
            </a:bodyPr>
            <a:lstStyle/>
            <a:p>
              <a:pPr algn="ctr"/>
              <a:r>
                <a:rPr lang="zh-CN" altLang="en-US" b="1" dirty="0">
                  <a:solidFill>
                    <a:schemeClr val="accent1">
                      <a:lumMod val="75000"/>
                    </a:schemeClr>
                  </a:solidFill>
                </a:rPr>
                <a:t>高速以太网</a:t>
              </a:r>
            </a:p>
          </p:txBody>
        </p:sp>
      </p:grpSp>
    </p:spTree>
    <p:custDataLst>
      <p:tags r:id="rId1"/>
    </p:custDataLst>
    <p:extLst>
      <p:ext uri="{BB962C8B-B14F-4D97-AF65-F5344CB8AC3E}">
        <p14:creationId xmlns:p14="http://schemas.microsoft.com/office/powerpoint/2010/main" val="3416845400"/>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2" presetClass="entr" presetSubtype="1" fill="hold" nodeType="withEffect">
                                  <p:stCondLst>
                                    <p:cond delay="0"/>
                                  </p:stCondLst>
                                  <p:childTnLst>
                                    <p:set>
                                      <p:cBhvr>
                                        <p:cTn id="6" dur="1" fill="hold">
                                          <p:stCondLst>
                                            <p:cond delay="0"/>
                                          </p:stCondLst>
                                        </p:cTn>
                                        <p:tgtEl>
                                          <p:spTgt spid="4"/>
                                        </p:tgtEl>
                                        <p:attrNameLst>
                                          <p:attrName>style.visibility</p:attrName>
                                        </p:attrNameLst>
                                      </p:cBhvr>
                                      <p:to>
                                        <p:strVal val="visible"/>
                                      </p:to>
                                    </p:set>
                                    <p:anim calcmode="lin" valueType="num">
                                      <p:cBhvr additive="base">
                                        <p:cTn id="7" dur="1000"/>
                                        <p:tgtEl>
                                          <p:spTgt spid="4"/>
                                        </p:tgtEl>
                                        <p:attrNameLst>
                                          <p:attrName>ppt_y</p:attrName>
                                        </p:attrNameLst>
                                      </p:cBhvr>
                                      <p:tavLst>
                                        <p:tav tm="0">
                                          <p:val>
                                            <p:strVal val="#ppt_y-#ppt_h*1.125000"/>
                                          </p:val>
                                        </p:tav>
                                        <p:tav tm="100000">
                                          <p:val>
                                            <p:strVal val="#ppt_y"/>
                                          </p:val>
                                        </p:tav>
                                      </p:tavLst>
                                    </p:anim>
                                    <p:animEffect transition="in" filter="wipe(down)">
                                      <p:cBhvr>
                                        <p:cTn id="8" dur="1000"/>
                                        <p:tgtEl>
                                          <p:spTgt spid="4"/>
                                        </p:tgtEl>
                                      </p:cBhvr>
                                    </p:animEffect>
                                  </p:childTnLst>
                                </p:cTn>
                              </p:par>
                            </p:childTnLst>
                          </p:cTn>
                        </p:par>
                      </p:childTnLst>
                    </p:cTn>
                  </p:par>
                  <p:par>
                    <p:cTn id="9" fill="hold">
                      <p:stCondLst>
                        <p:cond delay="indefinite"/>
                      </p:stCondLst>
                      <p:childTnLst>
                        <p:par>
                          <p:cTn id="10" fill="hold">
                            <p:stCondLst>
                              <p:cond delay="0"/>
                            </p:stCondLst>
                            <p:childTnLst>
                              <p:par>
                                <p:cTn id="11" presetID="22" presetClass="entr" presetSubtype="8" fill="hold" grpId="0" nodeType="clickEffect">
                                  <p:stCondLst>
                                    <p:cond delay="0"/>
                                  </p:stCondLst>
                                  <p:childTnLst>
                                    <p:set>
                                      <p:cBhvr>
                                        <p:cTn id="12" dur="1" fill="hold">
                                          <p:stCondLst>
                                            <p:cond delay="0"/>
                                          </p:stCondLst>
                                        </p:cTn>
                                        <p:tgtEl>
                                          <p:spTgt spid="5"/>
                                        </p:tgtEl>
                                        <p:attrNameLst>
                                          <p:attrName>style.visibility</p:attrName>
                                        </p:attrNameLst>
                                      </p:cBhvr>
                                      <p:to>
                                        <p:strVal val="visible"/>
                                      </p:to>
                                    </p:set>
                                    <p:animEffect transition="in" filter="wipe(left)">
                                      <p:cBhvr>
                                        <p:cTn id="13" dur="500"/>
                                        <p:tgtEl>
                                          <p:spTgt spid="5"/>
                                        </p:tgtEl>
                                      </p:cBhvr>
                                    </p:animEffect>
                                  </p:childTnLst>
                                </p:cTn>
                              </p:par>
                            </p:childTnLst>
                          </p:cTn>
                        </p:par>
                      </p:childTnLst>
                    </p:cTn>
                  </p:par>
                  <p:par>
                    <p:cTn id="14" fill="hold">
                      <p:stCondLst>
                        <p:cond delay="indefinite"/>
                      </p:stCondLst>
                      <p:childTnLst>
                        <p:par>
                          <p:cTn id="15" fill="hold">
                            <p:stCondLst>
                              <p:cond delay="0"/>
                            </p:stCondLst>
                            <p:childTnLst>
                              <p:par>
                                <p:cTn id="16" presetID="22" presetClass="entr" presetSubtype="8" fill="hold" grpId="0" nodeType="clickEffect">
                                  <p:stCondLst>
                                    <p:cond delay="0"/>
                                  </p:stCondLst>
                                  <p:childTnLst>
                                    <p:set>
                                      <p:cBhvr>
                                        <p:cTn id="17" dur="1" fill="hold">
                                          <p:stCondLst>
                                            <p:cond delay="0"/>
                                          </p:stCondLst>
                                        </p:cTn>
                                        <p:tgtEl>
                                          <p:spTgt spid="10"/>
                                        </p:tgtEl>
                                        <p:attrNameLst>
                                          <p:attrName>style.visibility</p:attrName>
                                        </p:attrNameLst>
                                      </p:cBhvr>
                                      <p:to>
                                        <p:strVal val="visible"/>
                                      </p:to>
                                    </p:set>
                                    <p:animEffect transition="in" filter="wipe(left)">
                                      <p:cBhvr>
                                        <p:cTn id="18" dur="500"/>
                                        <p:tgtEl>
                                          <p:spTgt spid="10"/>
                                        </p:tgtEl>
                                      </p:cBhvr>
                                    </p:animEffect>
                                  </p:childTnLst>
                                </p:cTn>
                              </p:par>
                            </p:childTnLst>
                          </p:cTn>
                        </p:par>
                      </p:childTnLst>
                    </p:cTn>
                  </p:par>
                  <p:par>
                    <p:cTn id="19" fill="hold">
                      <p:stCondLst>
                        <p:cond delay="indefinite"/>
                      </p:stCondLst>
                      <p:childTnLst>
                        <p:par>
                          <p:cTn id="20" fill="hold">
                            <p:stCondLst>
                              <p:cond delay="0"/>
                            </p:stCondLst>
                            <p:childTnLst>
                              <p:par>
                                <p:cTn id="21" presetID="22" presetClass="entr" presetSubtype="8" fill="hold" grpId="0" nodeType="clickEffect">
                                  <p:stCondLst>
                                    <p:cond delay="0"/>
                                  </p:stCondLst>
                                  <p:childTnLst>
                                    <p:set>
                                      <p:cBhvr>
                                        <p:cTn id="22" dur="1" fill="hold">
                                          <p:stCondLst>
                                            <p:cond delay="0"/>
                                          </p:stCondLst>
                                        </p:cTn>
                                        <p:tgtEl>
                                          <p:spTgt spid="11"/>
                                        </p:tgtEl>
                                        <p:attrNameLst>
                                          <p:attrName>style.visibility</p:attrName>
                                        </p:attrNameLst>
                                      </p:cBhvr>
                                      <p:to>
                                        <p:strVal val="visible"/>
                                      </p:to>
                                    </p:set>
                                    <p:animEffect transition="in" filter="wipe(left)">
                                      <p:cBhvr>
                                        <p:cTn id="23" dur="500"/>
                                        <p:tgtEl>
                                          <p:spTgt spid="11"/>
                                        </p:tgtEl>
                                      </p:cBhvr>
                                    </p:animEffect>
                                  </p:childTnLst>
                                </p:cTn>
                              </p:par>
                            </p:childTnLst>
                          </p:cTn>
                        </p:par>
                      </p:childTnLst>
                    </p:cTn>
                  </p:par>
                  <p:par>
                    <p:cTn id="24" fill="hold">
                      <p:stCondLst>
                        <p:cond delay="indefinite"/>
                      </p:stCondLst>
                      <p:childTnLst>
                        <p:par>
                          <p:cTn id="25" fill="hold">
                            <p:stCondLst>
                              <p:cond delay="0"/>
                            </p:stCondLst>
                            <p:childTnLst>
                              <p:par>
                                <p:cTn id="26" presetID="22" presetClass="entr" presetSubtype="8" fill="hold" grpId="0" nodeType="clickEffect">
                                  <p:stCondLst>
                                    <p:cond delay="0"/>
                                  </p:stCondLst>
                                  <p:childTnLst>
                                    <p:set>
                                      <p:cBhvr>
                                        <p:cTn id="27" dur="1" fill="hold">
                                          <p:stCondLst>
                                            <p:cond delay="0"/>
                                          </p:stCondLst>
                                        </p:cTn>
                                        <p:tgtEl>
                                          <p:spTgt spid="12"/>
                                        </p:tgtEl>
                                        <p:attrNameLst>
                                          <p:attrName>style.visibility</p:attrName>
                                        </p:attrNameLst>
                                      </p:cBhvr>
                                      <p:to>
                                        <p:strVal val="visible"/>
                                      </p:to>
                                    </p:set>
                                    <p:animEffect transition="in" filter="wipe(left)">
                                      <p:cBhvr>
                                        <p:cTn id="28" dur="500"/>
                                        <p:tgtEl>
                                          <p:spTgt spid="12"/>
                                        </p:tgtEl>
                                      </p:cBhvr>
                                    </p:animEffect>
                                  </p:childTnLst>
                                </p:cTn>
                              </p:par>
                            </p:childTnLst>
                          </p:cTn>
                        </p:par>
                      </p:childTnLst>
                    </p:cTn>
                  </p:par>
                  <p:par>
                    <p:cTn id="29" fill="hold">
                      <p:stCondLst>
                        <p:cond delay="indefinite"/>
                      </p:stCondLst>
                      <p:childTnLst>
                        <p:par>
                          <p:cTn id="30" fill="hold">
                            <p:stCondLst>
                              <p:cond delay="0"/>
                            </p:stCondLst>
                            <p:childTnLst>
                              <p:par>
                                <p:cTn id="31" presetID="22" presetClass="entr" presetSubtype="8" fill="hold" grpId="0" nodeType="clickEffect">
                                  <p:stCondLst>
                                    <p:cond delay="0"/>
                                  </p:stCondLst>
                                  <p:childTnLst>
                                    <p:set>
                                      <p:cBhvr>
                                        <p:cTn id="32" dur="1" fill="hold">
                                          <p:stCondLst>
                                            <p:cond delay="0"/>
                                          </p:stCondLst>
                                        </p:cTn>
                                        <p:tgtEl>
                                          <p:spTgt spid="13"/>
                                        </p:tgtEl>
                                        <p:attrNameLst>
                                          <p:attrName>style.visibility</p:attrName>
                                        </p:attrNameLst>
                                      </p:cBhvr>
                                      <p:to>
                                        <p:strVal val="visible"/>
                                      </p:to>
                                    </p:set>
                                    <p:animEffect transition="in" filter="wipe(left)">
                                      <p:cBhvr>
                                        <p:cTn id="33" dur="500"/>
                                        <p:tgtEl>
                                          <p:spTgt spid="13"/>
                                        </p:tgtEl>
                                      </p:cBhvr>
                                    </p:animEffect>
                                  </p:childTnLst>
                                </p:cTn>
                              </p:par>
                            </p:childTnLst>
                          </p:cTn>
                        </p:par>
                      </p:childTnLst>
                    </p:cTn>
                  </p:par>
                  <p:par>
                    <p:cTn id="34" fill="hold">
                      <p:stCondLst>
                        <p:cond delay="indefinite"/>
                      </p:stCondLst>
                      <p:childTnLst>
                        <p:par>
                          <p:cTn id="35" fill="hold">
                            <p:stCondLst>
                              <p:cond delay="0"/>
                            </p:stCondLst>
                            <p:childTnLst>
                              <p:par>
                                <p:cTn id="36" presetID="22" presetClass="entr" presetSubtype="1" fill="hold" nodeType="clickEffect">
                                  <p:stCondLst>
                                    <p:cond delay="0"/>
                                  </p:stCondLst>
                                  <p:childTnLst>
                                    <p:set>
                                      <p:cBhvr>
                                        <p:cTn id="37" dur="1" fill="hold">
                                          <p:stCondLst>
                                            <p:cond delay="0"/>
                                          </p:stCondLst>
                                        </p:cTn>
                                        <p:tgtEl>
                                          <p:spTgt spid="17"/>
                                        </p:tgtEl>
                                        <p:attrNameLst>
                                          <p:attrName>style.visibility</p:attrName>
                                        </p:attrNameLst>
                                      </p:cBhvr>
                                      <p:to>
                                        <p:strVal val="visible"/>
                                      </p:to>
                                    </p:set>
                                    <p:animEffect transition="in" filter="wipe(up)">
                                      <p:cBhvr>
                                        <p:cTn id="38" dur="1000"/>
                                        <p:tgtEl>
                                          <p:spTgt spid="17"/>
                                        </p:tgtEl>
                                      </p:cBhvr>
                                    </p:animEffect>
                                  </p:childTnLst>
                                </p:cTn>
                              </p:par>
                            </p:childTnLst>
                          </p:cTn>
                        </p:par>
                      </p:childTnLst>
                    </p:cTn>
                  </p:par>
                  <p:par>
                    <p:cTn id="39" fill="hold">
                      <p:stCondLst>
                        <p:cond delay="indefinite"/>
                      </p:stCondLst>
                      <p:childTnLst>
                        <p:par>
                          <p:cTn id="40" fill="hold">
                            <p:stCondLst>
                              <p:cond delay="0"/>
                            </p:stCondLst>
                            <p:childTnLst>
                              <p:par>
                                <p:cTn id="41" presetID="42" presetClass="entr" presetSubtype="0" fill="hold" grpId="0" nodeType="clickEffect">
                                  <p:stCondLst>
                                    <p:cond delay="0"/>
                                  </p:stCondLst>
                                  <p:childTnLst>
                                    <p:set>
                                      <p:cBhvr>
                                        <p:cTn id="42" dur="1" fill="hold">
                                          <p:stCondLst>
                                            <p:cond delay="0"/>
                                          </p:stCondLst>
                                        </p:cTn>
                                        <p:tgtEl>
                                          <p:spTgt spid="18"/>
                                        </p:tgtEl>
                                        <p:attrNameLst>
                                          <p:attrName>style.visibility</p:attrName>
                                        </p:attrNameLst>
                                      </p:cBhvr>
                                      <p:to>
                                        <p:strVal val="visible"/>
                                      </p:to>
                                    </p:set>
                                    <p:animEffect transition="in" filter="fade">
                                      <p:cBhvr>
                                        <p:cTn id="43" dur="1000"/>
                                        <p:tgtEl>
                                          <p:spTgt spid="18"/>
                                        </p:tgtEl>
                                      </p:cBhvr>
                                    </p:animEffect>
                                    <p:anim calcmode="lin" valueType="num">
                                      <p:cBhvr>
                                        <p:cTn id="44" dur="1000" fill="hold"/>
                                        <p:tgtEl>
                                          <p:spTgt spid="18"/>
                                        </p:tgtEl>
                                        <p:attrNameLst>
                                          <p:attrName>ppt_x</p:attrName>
                                        </p:attrNameLst>
                                      </p:cBhvr>
                                      <p:tavLst>
                                        <p:tav tm="0">
                                          <p:val>
                                            <p:strVal val="#ppt_x"/>
                                          </p:val>
                                        </p:tav>
                                        <p:tav tm="100000">
                                          <p:val>
                                            <p:strVal val="#ppt_x"/>
                                          </p:val>
                                        </p:tav>
                                      </p:tavLst>
                                    </p:anim>
                                    <p:anim calcmode="lin" valueType="num">
                                      <p:cBhvr>
                                        <p:cTn id="45" dur="1000" fill="hold"/>
                                        <p:tgtEl>
                                          <p:spTgt spid="18"/>
                                        </p:tgtEl>
                                        <p:attrNameLst>
                                          <p:attrName>ppt_y</p:attrName>
                                        </p:attrNameLst>
                                      </p:cBhvr>
                                      <p:tavLst>
                                        <p:tav tm="0">
                                          <p:val>
                                            <p:strVal val="#ppt_y+.1"/>
                                          </p:val>
                                        </p:tav>
                                        <p:tav tm="100000">
                                          <p:val>
                                            <p:strVal val="#ppt_y"/>
                                          </p:val>
                                        </p:tav>
                                      </p:tavLst>
                                    </p:anim>
                                  </p:childTnLst>
                                </p:cTn>
                              </p:par>
                            </p:childTnLst>
                          </p:cTn>
                        </p:par>
                      </p:childTnLst>
                    </p:cTn>
                  </p:par>
                  <p:par>
                    <p:cTn id="46" fill="hold">
                      <p:stCondLst>
                        <p:cond delay="indefinite"/>
                      </p:stCondLst>
                      <p:childTnLst>
                        <p:par>
                          <p:cTn id="47" fill="hold">
                            <p:stCondLst>
                              <p:cond delay="0"/>
                            </p:stCondLst>
                            <p:childTnLst>
                              <p:par>
                                <p:cTn id="48" presetID="42" presetClass="entr" presetSubtype="0" fill="hold" grpId="0" nodeType="clickEffect">
                                  <p:stCondLst>
                                    <p:cond delay="0"/>
                                  </p:stCondLst>
                                  <p:childTnLst>
                                    <p:set>
                                      <p:cBhvr>
                                        <p:cTn id="49" dur="1" fill="hold">
                                          <p:stCondLst>
                                            <p:cond delay="0"/>
                                          </p:stCondLst>
                                        </p:cTn>
                                        <p:tgtEl>
                                          <p:spTgt spid="19"/>
                                        </p:tgtEl>
                                        <p:attrNameLst>
                                          <p:attrName>style.visibility</p:attrName>
                                        </p:attrNameLst>
                                      </p:cBhvr>
                                      <p:to>
                                        <p:strVal val="visible"/>
                                      </p:to>
                                    </p:set>
                                    <p:animEffect transition="in" filter="fade">
                                      <p:cBhvr>
                                        <p:cTn id="50" dur="1000"/>
                                        <p:tgtEl>
                                          <p:spTgt spid="19"/>
                                        </p:tgtEl>
                                      </p:cBhvr>
                                    </p:animEffect>
                                    <p:anim calcmode="lin" valueType="num">
                                      <p:cBhvr>
                                        <p:cTn id="51" dur="1000" fill="hold"/>
                                        <p:tgtEl>
                                          <p:spTgt spid="19"/>
                                        </p:tgtEl>
                                        <p:attrNameLst>
                                          <p:attrName>ppt_x</p:attrName>
                                        </p:attrNameLst>
                                      </p:cBhvr>
                                      <p:tavLst>
                                        <p:tav tm="0">
                                          <p:val>
                                            <p:strVal val="#ppt_x"/>
                                          </p:val>
                                        </p:tav>
                                        <p:tav tm="100000">
                                          <p:val>
                                            <p:strVal val="#ppt_x"/>
                                          </p:val>
                                        </p:tav>
                                      </p:tavLst>
                                    </p:anim>
                                    <p:anim calcmode="lin" valueType="num">
                                      <p:cBhvr>
                                        <p:cTn id="52" dur="1000" fill="hold"/>
                                        <p:tgtEl>
                                          <p:spTgt spid="19"/>
                                        </p:tgtEl>
                                        <p:attrNameLst>
                                          <p:attrName>ppt_y</p:attrName>
                                        </p:attrNameLst>
                                      </p:cBhvr>
                                      <p:tavLst>
                                        <p:tav tm="0">
                                          <p:val>
                                            <p:strVal val="#ppt_y+.1"/>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8" grpId="0"/>
      <p:bldP spid="19" grpId="0"/>
      <p:bldP spid="5" grpId="0" animBg="1"/>
      <p:bldP spid="10" grpId="0" animBg="1"/>
      <p:bldP spid="11" grpId="0" animBg="1"/>
      <p:bldP spid="12" grpId="0" animBg="1"/>
      <p:bldP spid="13" grpId="0" animBg="1"/>
    </p:bldLst>
  </p:timing>
</p:sld>
</file>

<file path=ppt/slides/slide50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4" name="组合 3">
            <a:extLst>
              <a:ext uri="{FF2B5EF4-FFF2-40B4-BE49-F238E27FC236}">
                <a16:creationId xmlns:a16="http://schemas.microsoft.com/office/drawing/2014/main" id="{9A1EA9F2-FCB6-48C3-935F-7AE7E3AD14AC}"/>
              </a:ext>
            </a:extLst>
          </p:cNvPr>
          <p:cNvGrpSpPr/>
          <p:nvPr/>
        </p:nvGrpSpPr>
        <p:grpSpPr>
          <a:xfrm>
            <a:off x="304800" y="749300"/>
            <a:ext cx="4938199" cy="400110"/>
            <a:chOff x="424117" y="898245"/>
            <a:chExt cx="4938199" cy="400110"/>
          </a:xfrm>
        </p:grpSpPr>
        <p:sp>
          <p:nvSpPr>
            <p:cNvPr id="2" name="平行四边形 1">
              <a:extLst>
                <a:ext uri="{FF2B5EF4-FFF2-40B4-BE49-F238E27FC236}">
                  <a16:creationId xmlns:a16="http://schemas.microsoft.com/office/drawing/2014/main" id="{1F5BAA3F-9845-4F89-A2DD-8222D3E4EDAC}"/>
                </a:ext>
              </a:extLst>
            </p:cNvPr>
            <p:cNvSpPr/>
            <p:nvPr/>
          </p:nvSpPr>
          <p:spPr>
            <a:xfrm>
              <a:off x="424117" y="898245"/>
              <a:ext cx="628306" cy="387090"/>
            </a:xfrm>
            <a:prstGeom prst="parallelogram">
              <a:avLst/>
            </a:prstGeom>
            <a:solidFill>
              <a:schemeClr val="accent3">
                <a:lumMod val="75000"/>
              </a:schemeClr>
            </a:solidFill>
            <a:ln>
              <a:solidFill>
                <a:schemeClr val="accent3">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CN" sz="2200" dirty="0">
                  <a:latin typeface="Impact" panose="020B0806030902050204" pitchFamily="34" charset="0"/>
                </a:rPr>
                <a:t>01</a:t>
              </a:r>
              <a:endParaRPr lang="zh-CN" altLang="en-US" sz="2200" dirty="0">
                <a:latin typeface="Impact" panose="020B0806030902050204" pitchFamily="34" charset="0"/>
              </a:endParaRPr>
            </a:p>
          </p:txBody>
        </p:sp>
        <p:sp>
          <p:nvSpPr>
            <p:cNvPr id="3" name="文本框 2">
              <a:extLst>
                <a:ext uri="{FF2B5EF4-FFF2-40B4-BE49-F238E27FC236}">
                  <a16:creationId xmlns:a16="http://schemas.microsoft.com/office/drawing/2014/main" id="{4D6BD736-A4D3-4F26-AFED-36E11F50F70B}"/>
                </a:ext>
              </a:extLst>
            </p:cNvPr>
            <p:cNvSpPr txBox="1"/>
            <p:nvPr/>
          </p:nvSpPr>
          <p:spPr>
            <a:xfrm>
              <a:off x="1052423" y="898245"/>
              <a:ext cx="4309893" cy="400110"/>
            </a:xfrm>
            <a:prstGeom prst="rect">
              <a:avLst/>
            </a:prstGeom>
            <a:noFill/>
          </p:spPr>
          <p:txBody>
            <a:bodyPr wrap="square" rtlCol="0">
              <a:spAutoFit/>
            </a:bodyPr>
            <a:lstStyle/>
            <a:p>
              <a:r>
                <a:rPr lang="zh-CN" altLang="en-US" sz="2000" b="1" dirty="0">
                  <a:solidFill>
                    <a:schemeClr val="tx1"/>
                  </a:solidFill>
                  <a:latin typeface="Arial Narrow" panose="020B0606020202030204" pitchFamily="34" charset="0"/>
                </a:rPr>
                <a:t>以太网的发展</a:t>
              </a:r>
              <a:endParaRPr lang="en-US" altLang="zh-CN" sz="2000" b="1" dirty="0">
                <a:solidFill>
                  <a:schemeClr val="tx1"/>
                </a:solidFill>
                <a:latin typeface="Arial Narrow" panose="020B0606020202030204" pitchFamily="34" charset="0"/>
              </a:endParaRPr>
            </a:p>
          </p:txBody>
        </p:sp>
      </p:grpSp>
      <p:sp>
        <p:nvSpPr>
          <p:cNvPr id="10" name="箭头: V 形 9">
            <a:extLst>
              <a:ext uri="{FF2B5EF4-FFF2-40B4-BE49-F238E27FC236}">
                <a16:creationId xmlns:a16="http://schemas.microsoft.com/office/drawing/2014/main" id="{34BA076E-E332-4E29-BFA1-5FC5A72182DA}"/>
              </a:ext>
            </a:extLst>
          </p:cNvPr>
          <p:cNvSpPr/>
          <p:nvPr/>
        </p:nvSpPr>
        <p:spPr>
          <a:xfrm>
            <a:off x="310566" y="1388438"/>
            <a:ext cx="2361423" cy="786653"/>
          </a:xfrm>
          <a:prstGeom prst="chevron">
            <a:avLst/>
          </a:prstGeom>
          <a:solidFill>
            <a:schemeClr val="bg2">
              <a:lumMod val="90000"/>
            </a:schemeClr>
          </a:solidFill>
          <a:ln>
            <a:solidFill>
              <a:schemeClr val="bg2">
                <a:lumMod val="90000"/>
              </a:schemeClr>
            </a:solidFill>
          </a:ln>
        </p:spPr>
        <p:style>
          <a:lnRef idx="2">
            <a:schemeClr val="accent4">
              <a:shade val="50000"/>
            </a:schemeClr>
          </a:lnRef>
          <a:fillRef idx="1">
            <a:schemeClr val="accent4"/>
          </a:fillRef>
          <a:effectRef idx="0">
            <a:schemeClr val="accent4"/>
          </a:effectRef>
          <a:fontRef idx="minor">
            <a:schemeClr val="lt1"/>
          </a:fontRef>
        </p:style>
        <p:txBody>
          <a:bodyPr rtlCol="0" anchor="ctr"/>
          <a:lstStyle/>
          <a:p>
            <a:pPr algn="ctr"/>
            <a:r>
              <a:rPr lang="en-US" altLang="zh-CN" b="1" dirty="0">
                <a:solidFill>
                  <a:schemeClr val="bg1"/>
                </a:solidFill>
              </a:rPr>
              <a:t>100BASE-T</a:t>
            </a:r>
          </a:p>
          <a:p>
            <a:pPr algn="ctr"/>
            <a:r>
              <a:rPr lang="zh-CN" altLang="en-US" b="1" dirty="0">
                <a:solidFill>
                  <a:schemeClr val="bg1"/>
                </a:solidFill>
              </a:rPr>
              <a:t>以太网</a:t>
            </a:r>
          </a:p>
        </p:txBody>
      </p:sp>
      <p:sp>
        <p:nvSpPr>
          <p:cNvPr id="11" name="箭头: V 形 10">
            <a:extLst>
              <a:ext uri="{FF2B5EF4-FFF2-40B4-BE49-F238E27FC236}">
                <a16:creationId xmlns:a16="http://schemas.microsoft.com/office/drawing/2014/main" id="{A306BDD2-A8C7-4B5E-9ABB-354CA473FA18}"/>
              </a:ext>
            </a:extLst>
          </p:cNvPr>
          <p:cNvSpPr/>
          <p:nvPr/>
        </p:nvSpPr>
        <p:spPr>
          <a:xfrm>
            <a:off x="3382303" y="1388438"/>
            <a:ext cx="2361423" cy="786653"/>
          </a:xfrm>
          <a:prstGeom prst="chevron">
            <a:avLst/>
          </a:prstGeom>
          <a:solidFill>
            <a:schemeClr val="bg2">
              <a:lumMod val="90000"/>
            </a:schemeClr>
          </a:solidFill>
          <a:ln>
            <a:solidFill>
              <a:schemeClr val="bg2">
                <a:lumMod val="90000"/>
              </a:schemeClr>
            </a:solidFill>
          </a:ln>
        </p:spPr>
        <p:style>
          <a:lnRef idx="2">
            <a:schemeClr val="accent3">
              <a:shade val="50000"/>
            </a:schemeClr>
          </a:lnRef>
          <a:fillRef idx="1">
            <a:schemeClr val="accent3"/>
          </a:fillRef>
          <a:effectRef idx="0">
            <a:schemeClr val="accent3"/>
          </a:effectRef>
          <a:fontRef idx="minor">
            <a:schemeClr val="lt1"/>
          </a:fontRef>
        </p:style>
        <p:txBody>
          <a:bodyPr rtlCol="0" anchor="ctr"/>
          <a:lstStyle/>
          <a:p>
            <a:pPr algn="ctr"/>
            <a:r>
              <a:rPr lang="zh-CN" altLang="en-US" b="1" dirty="0">
                <a:solidFill>
                  <a:schemeClr val="bg1"/>
                </a:solidFill>
              </a:rPr>
              <a:t>吉比特</a:t>
            </a:r>
            <a:endParaRPr lang="en-US" altLang="zh-CN" b="1" dirty="0">
              <a:solidFill>
                <a:schemeClr val="bg1"/>
              </a:solidFill>
            </a:endParaRPr>
          </a:p>
          <a:p>
            <a:pPr algn="ctr"/>
            <a:r>
              <a:rPr lang="zh-CN" altLang="en-US" b="1" dirty="0">
                <a:solidFill>
                  <a:schemeClr val="bg1"/>
                </a:solidFill>
              </a:rPr>
              <a:t>以太网</a:t>
            </a:r>
          </a:p>
        </p:txBody>
      </p:sp>
      <p:sp>
        <p:nvSpPr>
          <p:cNvPr id="12" name="箭头: V 形 11">
            <a:extLst>
              <a:ext uri="{FF2B5EF4-FFF2-40B4-BE49-F238E27FC236}">
                <a16:creationId xmlns:a16="http://schemas.microsoft.com/office/drawing/2014/main" id="{7529ED43-0BE1-49BA-8986-763D47E871EA}"/>
              </a:ext>
            </a:extLst>
          </p:cNvPr>
          <p:cNvSpPr/>
          <p:nvPr/>
        </p:nvSpPr>
        <p:spPr>
          <a:xfrm>
            <a:off x="6454040" y="1388438"/>
            <a:ext cx="2361423" cy="786653"/>
          </a:xfrm>
          <a:prstGeom prst="chevron">
            <a:avLst/>
          </a:prstGeom>
          <a:solidFill>
            <a:schemeClr val="bg2">
              <a:lumMod val="90000"/>
            </a:schemeClr>
          </a:solidFill>
          <a:ln>
            <a:solidFill>
              <a:schemeClr val="bg2">
                <a:lumMod val="90000"/>
              </a:schemeClr>
            </a:solidFill>
          </a:ln>
        </p:spPr>
        <p:style>
          <a:lnRef idx="2">
            <a:schemeClr val="accent2">
              <a:shade val="50000"/>
            </a:schemeClr>
          </a:lnRef>
          <a:fillRef idx="1">
            <a:schemeClr val="accent2"/>
          </a:fillRef>
          <a:effectRef idx="0">
            <a:schemeClr val="accent2"/>
          </a:effectRef>
          <a:fontRef idx="minor">
            <a:schemeClr val="lt1"/>
          </a:fontRef>
        </p:style>
        <p:txBody>
          <a:bodyPr rtlCol="0" anchor="ctr"/>
          <a:lstStyle/>
          <a:p>
            <a:pPr algn="ctr"/>
            <a:r>
              <a:rPr lang="en-US" altLang="zh-CN" b="1" dirty="0">
                <a:solidFill>
                  <a:schemeClr val="bg1"/>
                </a:solidFill>
              </a:rPr>
              <a:t>10</a:t>
            </a:r>
            <a:r>
              <a:rPr lang="zh-CN" altLang="en-US" b="1" dirty="0">
                <a:solidFill>
                  <a:schemeClr val="bg1"/>
                </a:solidFill>
              </a:rPr>
              <a:t>吉比特</a:t>
            </a:r>
            <a:endParaRPr lang="en-US" altLang="zh-CN" b="1" dirty="0">
              <a:solidFill>
                <a:schemeClr val="bg1"/>
              </a:solidFill>
            </a:endParaRPr>
          </a:p>
          <a:p>
            <a:pPr algn="ctr"/>
            <a:r>
              <a:rPr lang="zh-CN" altLang="en-US" b="1" dirty="0">
                <a:solidFill>
                  <a:schemeClr val="bg1"/>
                </a:solidFill>
              </a:rPr>
              <a:t>以太网</a:t>
            </a:r>
          </a:p>
        </p:txBody>
      </p:sp>
      <p:sp>
        <p:nvSpPr>
          <p:cNvPr id="13" name="箭头: V 形 12">
            <a:extLst>
              <a:ext uri="{FF2B5EF4-FFF2-40B4-BE49-F238E27FC236}">
                <a16:creationId xmlns:a16="http://schemas.microsoft.com/office/drawing/2014/main" id="{510F0D15-BD28-4DB1-A650-959944656D97}"/>
              </a:ext>
            </a:extLst>
          </p:cNvPr>
          <p:cNvSpPr/>
          <p:nvPr/>
        </p:nvSpPr>
        <p:spPr>
          <a:xfrm>
            <a:off x="9525777" y="1388438"/>
            <a:ext cx="2361423" cy="786653"/>
          </a:xfrm>
          <a:prstGeom prst="chevron">
            <a:avLst/>
          </a:prstGeom>
          <a:solidFill>
            <a:schemeClr val="bg2">
              <a:lumMod val="90000"/>
            </a:schemeClr>
          </a:solidFill>
          <a:ln>
            <a:solidFill>
              <a:schemeClr val="bg2">
                <a:lumMod val="9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CN" b="1" dirty="0">
                <a:solidFill>
                  <a:schemeClr val="bg1"/>
                </a:solidFill>
              </a:rPr>
              <a:t>40/100</a:t>
            </a:r>
            <a:r>
              <a:rPr lang="zh-CN" altLang="en-US" b="1" dirty="0">
                <a:solidFill>
                  <a:schemeClr val="bg1"/>
                </a:solidFill>
              </a:rPr>
              <a:t>吉比特</a:t>
            </a:r>
            <a:endParaRPr lang="en-US" altLang="zh-CN" b="1" dirty="0">
              <a:solidFill>
                <a:schemeClr val="bg1"/>
              </a:solidFill>
            </a:endParaRPr>
          </a:p>
          <a:p>
            <a:pPr algn="ctr"/>
            <a:r>
              <a:rPr lang="zh-CN" altLang="en-US" b="1" dirty="0">
                <a:solidFill>
                  <a:schemeClr val="bg1"/>
                </a:solidFill>
              </a:rPr>
              <a:t>以太网</a:t>
            </a:r>
          </a:p>
        </p:txBody>
      </p:sp>
      <p:sp>
        <p:nvSpPr>
          <p:cNvPr id="20" name="箭头: V 形 19">
            <a:extLst>
              <a:ext uri="{FF2B5EF4-FFF2-40B4-BE49-F238E27FC236}">
                <a16:creationId xmlns:a16="http://schemas.microsoft.com/office/drawing/2014/main" id="{7C1AD93A-5D54-4D64-9BC5-423273F50379}"/>
              </a:ext>
            </a:extLst>
          </p:cNvPr>
          <p:cNvSpPr/>
          <p:nvPr/>
        </p:nvSpPr>
        <p:spPr>
          <a:xfrm>
            <a:off x="310566" y="1388438"/>
            <a:ext cx="2361423" cy="786653"/>
          </a:xfrm>
          <a:prstGeom prst="chevron">
            <a:avLst/>
          </a:prstGeom>
          <a:ln/>
        </p:spPr>
        <p:style>
          <a:lnRef idx="2">
            <a:schemeClr val="accent4">
              <a:shade val="50000"/>
            </a:schemeClr>
          </a:lnRef>
          <a:fillRef idx="1">
            <a:schemeClr val="accent4"/>
          </a:fillRef>
          <a:effectRef idx="0">
            <a:schemeClr val="accent4"/>
          </a:effectRef>
          <a:fontRef idx="minor">
            <a:schemeClr val="lt1"/>
          </a:fontRef>
        </p:style>
        <p:txBody>
          <a:bodyPr rtlCol="0" anchor="ctr"/>
          <a:lstStyle/>
          <a:p>
            <a:pPr algn="ctr"/>
            <a:r>
              <a:rPr lang="en-US" altLang="zh-CN" b="1" dirty="0">
                <a:solidFill>
                  <a:schemeClr val="bg1"/>
                </a:solidFill>
              </a:rPr>
              <a:t>100BASE-T</a:t>
            </a:r>
          </a:p>
          <a:p>
            <a:pPr algn="ctr"/>
            <a:r>
              <a:rPr lang="zh-CN" altLang="en-US" b="1" dirty="0">
                <a:solidFill>
                  <a:schemeClr val="bg1"/>
                </a:solidFill>
              </a:rPr>
              <a:t>以太网</a:t>
            </a:r>
          </a:p>
        </p:txBody>
      </p:sp>
      <p:sp>
        <p:nvSpPr>
          <p:cNvPr id="21" name="矩形 20">
            <a:extLst>
              <a:ext uri="{FF2B5EF4-FFF2-40B4-BE49-F238E27FC236}">
                <a16:creationId xmlns:a16="http://schemas.microsoft.com/office/drawing/2014/main" id="{0691E8AF-B63C-4800-9374-5C3D5B0FA064}"/>
              </a:ext>
            </a:extLst>
          </p:cNvPr>
          <p:cNvSpPr/>
          <p:nvPr/>
        </p:nvSpPr>
        <p:spPr>
          <a:xfrm>
            <a:off x="522102" y="2481461"/>
            <a:ext cx="256976" cy="256976"/>
          </a:xfrm>
          <a:prstGeom prst="rect">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22" name="íşlïḍè">
            <a:extLst>
              <a:ext uri="{FF2B5EF4-FFF2-40B4-BE49-F238E27FC236}">
                <a16:creationId xmlns:a16="http://schemas.microsoft.com/office/drawing/2014/main" id="{D38CF655-2455-4B86-9A01-C038BA3DC437}"/>
              </a:ext>
            </a:extLst>
          </p:cNvPr>
          <p:cNvSpPr txBox="1"/>
          <p:nvPr/>
        </p:nvSpPr>
        <p:spPr>
          <a:xfrm>
            <a:off x="839330" y="2427139"/>
            <a:ext cx="11162170" cy="400110"/>
          </a:xfrm>
          <a:prstGeom prst="rect">
            <a:avLst/>
          </a:prstGeom>
          <a:noFill/>
        </p:spPr>
        <p:txBody>
          <a:bodyPr wrap="square" lIns="91440" tIns="45720" rIns="91440" bIns="45720" anchor="ctr">
            <a:noAutofit/>
          </a:bodyPr>
          <a:lstStyle/>
          <a:p>
            <a:r>
              <a:rPr lang="en-US" altLang="zh-CN" b="1" dirty="0">
                <a:latin typeface="Arial Narrow" panose="020B0606020202030204" pitchFamily="34" charset="0"/>
              </a:rPr>
              <a:t>100BASE-T</a:t>
            </a:r>
            <a:r>
              <a:rPr lang="zh-CN" altLang="en-US" b="1" dirty="0">
                <a:latin typeface="Arial Narrow" panose="020B0606020202030204" pitchFamily="34" charset="0"/>
              </a:rPr>
              <a:t>以太网是指在</a:t>
            </a:r>
            <a:r>
              <a:rPr lang="zh-CN" altLang="en-US" b="1" dirty="0">
                <a:solidFill>
                  <a:schemeClr val="accent5"/>
                </a:solidFill>
                <a:latin typeface="Arial Narrow" panose="020B0606020202030204" pitchFamily="34" charset="0"/>
              </a:rPr>
              <a:t>双绞线</a:t>
            </a:r>
            <a:r>
              <a:rPr lang="zh-CN" altLang="en-US" b="1" dirty="0">
                <a:latin typeface="Arial Narrow" panose="020B0606020202030204" pitchFamily="34" charset="0"/>
              </a:rPr>
              <a:t>上传输</a:t>
            </a:r>
            <a:r>
              <a:rPr lang="zh-CN" altLang="en-US" b="1" dirty="0">
                <a:solidFill>
                  <a:schemeClr val="accent3"/>
                </a:solidFill>
                <a:latin typeface="Arial Narrow" panose="020B0606020202030204" pitchFamily="34" charset="0"/>
              </a:rPr>
              <a:t>基带信号</a:t>
            </a:r>
            <a:r>
              <a:rPr lang="zh-CN" altLang="en-US" b="1" dirty="0">
                <a:latin typeface="Arial Narrow" panose="020B0606020202030204" pitchFamily="34" charset="0"/>
              </a:rPr>
              <a:t>的速率为</a:t>
            </a:r>
            <a:r>
              <a:rPr lang="en-US" altLang="zh-CN" b="1" dirty="0">
                <a:solidFill>
                  <a:schemeClr val="accent4"/>
                </a:solidFill>
                <a:latin typeface="Arial Narrow" panose="020B0606020202030204" pitchFamily="34" charset="0"/>
              </a:rPr>
              <a:t>100Mb/s</a:t>
            </a:r>
            <a:r>
              <a:rPr lang="zh-CN" altLang="en-US" b="1" dirty="0">
                <a:latin typeface="Arial Narrow" panose="020B0606020202030204" pitchFamily="34" charset="0"/>
              </a:rPr>
              <a:t>的以太网，也称为快速以太网（</a:t>
            </a:r>
            <a:r>
              <a:rPr lang="en-US" altLang="zh-CN" b="1" dirty="0">
                <a:latin typeface="Arial Narrow" panose="020B0606020202030204" pitchFamily="34" charset="0"/>
              </a:rPr>
              <a:t>Fast Ethernet</a:t>
            </a:r>
            <a:r>
              <a:rPr lang="zh-CN" altLang="en-US" b="1" dirty="0">
                <a:latin typeface="Arial Narrow" panose="020B0606020202030204" pitchFamily="34" charset="0"/>
              </a:rPr>
              <a:t>）。</a:t>
            </a:r>
          </a:p>
        </p:txBody>
      </p:sp>
      <p:sp>
        <p:nvSpPr>
          <p:cNvPr id="23" name="íşlïḍè">
            <a:extLst>
              <a:ext uri="{FF2B5EF4-FFF2-40B4-BE49-F238E27FC236}">
                <a16:creationId xmlns:a16="http://schemas.microsoft.com/office/drawing/2014/main" id="{F005D109-CD4B-4146-83FB-5D9BD08EE9CB}"/>
              </a:ext>
            </a:extLst>
          </p:cNvPr>
          <p:cNvSpPr txBox="1"/>
          <p:nvPr/>
        </p:nvSpPr>
        <p:spPr>
          <a:xfrm>
            <a:off x="4515415" y="3968104"/>
            <a:ext cx="3161170" cy="525403"/>
          </a:xfrm>
          <a:prstGeom prst="rect">
            <a:avLst/>
          </a:prstGeom>
          <a:noFill/>
        </p:spPr>
        <p:txBody>
          <a:bodyPr wrap="square" lIns="91440" tIns="45720" rIns="91440" bIns="45720" anchor="ctr">
            <a:noAutofit/>
          </a:bodyPr>
          <a:lstStyle/>
          <a:p>
            <a:pPr algn="ctr"/>
            <a:r>
              <a:rPr lang="en-US" altLang="zh-CN" sz="2800" b="1" spc="600" dirty="0">
                <a:solidFill>
                  <a:schemeClr val="accent4"/>
                </a:solidFill>
                <a:latin typeface="Arial Black" panose="020B0A04020102020204" pitchFamily="34" charset="0"/>
              </a:rPr>
              <a:t>100</a:t>
            </a:r>
            <a:r>
              <a:rPr lang="en-US" altLang="zh-CN" sz="2800" b="1" spc="600" dirty="0">
                <a:solidFill>
                  <a:schemeClr val="accent3"/>
                </a:solidFill>
                <a:latin typeface="Arial Black" panose="020B0A04020102020204" pitchFamily="34" charset="0"/>
              </a:rPr>
              <a:t>BASE</a:t>
            </a:r>
            <a:r>
              <a:rPr lang="en-US" altLang="zh-CN" sz="2800" b="1" spc="600" dirty="0">
                <a:latin typeface="Arial Black" panose="020B0A04020102020204" pitchFamily="34" charset="0"/>
              </a:rPr>
              <a:t>-</a:t>
            </a:r>
            <a:r>
              <a:rPr lang="en-US" altLang="zh-CN" sz="2800" b="1" spc="600" dirty="0">
                <a:solidFill>
                  <a:schemeClr val="accent5"/>
                </a:solidFill>
                <a:latin typeface="Arial Black" panose="020B0A04020102020204" pitchFamily="34" charset="0"/>
              </a:rPr>
              <a:t>T</a:t>
            </a:r>
            <a:endParaRPr lang="zh-CN" altLang="en-US" sz="2800" b="1" spc="600" dirty="0">
              <a:solidFill>
                <a:schemeClr val="accent5"/>
              </a:solidFill>
              <a:latin typeface="Arial Black" panose="020B0A04020102020204" pitchFamily="34" charset="0"/>
            </a:endParaRPr>
          </a:p>
        </p:txBody>
      </p:sp>
      <p:sp>
        <p:nvSpPr>
          <p:cNvPr id="6" name="对话气泡: 圆角矩形 5">
            <a:extLst>
              <a:ext uri="{FF2B5EF4-FFF2-40B4-BE49-F238E27FC236}">
                <a16:creationId xmlns:a16="http://schemas.microsoft.com/office/drawing/2014/main" id="{67CA644E-46A0-405A-97DD-C831BDF0B366}"/>
              </a:ext>
            </a:extLst>
          </p:cNvPr>
          <p:cNvSpPr/>
          <p:nvPr/>
        </p:nvSpPr>
        <p:spPr>
          <a:xfrm>
            <a:off x="3671913" y="3168650"/>
            <a:ext cx="1568450" cy="720725"/>
          </a:xfrm>
          <a:prstGeom prst="wedgeRoundRectCallout">
            <a:avLst>
              <a:gd name="adj1" fmla="val 28155"/>
              <a:gd name="adj2" fmla="val 74328"/>
              <a:gd name="adj3" fmla="val 16667"/>
            </a:avLst>
          </a:prstGeom>
        </p:spPr>
        <p:style>
          <a:lnRef idx="2">
            <a:schemeClr val="accent4">
              <a:shade val="50000"/>
            </a:schemeClr>
          </a:lnRef>
          <a:fillRef idx="1">
            <a:schemeClr val="accent4"/>
          </a:fillRef>
          <a:effectRef idx="0">
            <a:schemeClr val="accent4"/>
          </a:effectRef>
          <a:fontRef idx="minor">
            <a:schemeClr val="lt1"/>
          </a:fontRef>
        </p:style>
        <p:txBody>
          <a:bodyPr rtlCol="0" anchor="ctr"/>
          <a:lstStyle/>
          <a:p>
            <a:pPr algn="ctr"/>
            <a:r>
              <a:rPr lang="zh-CN" altLang="en-US" b="1" dirty="0"/>
              <a:t>速率</a:t>
            </a:r>
            <a:endParaRPr lang="en-US" altLang="zh-CN" b="1" dirty="0"/>
          </a:p>
          <a:p>
            <a:pPr algn="ctr"/>
            <a:r>
              <a:rPr lang="en-US" altLang="zh-CN" b="1" dirty="0"/>
              <a:t>100Mb/s</a:t>
            </a:r>
            <a:endParaRPr lang="zh-CN" altLang="en-US" b="1" dirty="0"/>
          </a:p>
        </p:txBody>
      </p:sp>
      <p:sp>
        <p:nvSpPr>
          <p:cNvPr id="24" name="对话气泡: 圆角矩形 23">
            <a:extLst>
              <a:ext uri="{FF2B5EF4-FFF2-40B4-BE49-F238E27FC236}">
                <a16:creationId xmlns:a16="http://schemas.microsoft.com/office/drawing/2014/main" id="{FD9A04E7-FFAF-4C82-89A0-AE07C70E7D3E}"/>
              </a:ext>
            </a:extLst>
          </p:cNvPr>
          <p:cNvSpPr/>
          <p:nvPr/>
        </p:nvSpPr>
        <p:spPr>
          <a:xfrm>
            <a:off x="5311775" y="4659937"/>
            <a:ext cx="1568450" cy="720725"/>
          </a:xfrm>
          <a:prstGeom prst="wedgeRoundRectCallout">
            <a:avLst>
              <a:gd name="adj1" fmla="val 13985"/>
              <a:gd name="adj2" fmla="val -84262"/>
              <a:gd name="adj3" fmla="val 16667"/>
            </a:avLst>
          </a:prstGeom>
        </p:spPr>
        <p:style>
          <a:lnRef idx="2">
            <a:schemeClr val="accent3">
              <a:shade val="50000"/>
            </a:schemeClr>
          </a:lnRef>
          <a:fillRef idx="1">
            <a:schemeClr val="accent3"/>
          </a:fillRef>
          <a:effectRef idx="0">
            <a:schemeClr val="accent3"/>
          </a:effectRef>
          <a:fontRef idx="minor">
            <a:schemeClr val="lt1"/>
          </a:fontRef>
        </p:style>
        <p:txBody>
          <a:bodyPr rtlCol="0" anchor="ctr"/>
          <a:lstStyle/>
          <a:p>
            <a:pPr algn="ctr"/>
            <a:r>
              <a:rPr lang="zh-CN" altLang="en-US" b="1" dirty="0"/>
              <a:t>基带信号</a:t>
            </a:r>
          </a:p>
        </p:txBody>
      </p:sp>
      <p:sp>
        <p:nvSpPr>
          <p:cNvPr id="26" name="对话气泡: 圆角矩形 25">
            <a:extLst>
              <a:ext uri="{FF2B5EF4-FFF2-40B4-BE49-F238E27FC236}">
                <a16:creationId xmlns:a16="http://schemas.microsoft.com/office/drawing/2014/main" id="{57A7A9AB-1D05-40D5-8B00-1BA214582EC3}"/>
              </a:ext>
            </a:extLst>
          </p:cNvPr>
          <p:cNvSpPr/>
          <p:nvPr/>
        </p:nvSpPr>
        <p:spPr>
          <a:xfrm>
            <a:off x="7075513" y="3168649"/>
            <a:ext cx="1568450" cy="720725"/>
          </a:xfrm>
          <a:prstGeom prst="wedgeRoundRectCallout">
            <a:avLst>
              <a:gd name="adj1" fmla="val -28120"/>
              <a:gd name="adj2" fmla="val 73447"/>
              <a:gd name="adj3" fmla="val 16667"/>
            </a:avLst>
          </a:prstGeom>
        </p:spPr>
        <p:style>
          <a:lnRef idx="2">
            <a:schemeClr val="accent5">
              <a:shade val="50000"/>
            </a:schemeClr>
          </a:lnRef>
          <a:fillRef idx="1">
            <a:schemeClr val="accent5"/>
          </a:fillRef>
          <a:effectRef idx="0">
            <a:schemeClr val="accent5"/>
          </a:effectRef>
          <a:fontRef idx="minor">
            <a:schemeClr val="lt1"/>
          </a:fontRef>
        </p:style>
        <p:txBody>
          <a:bodyPr rtlCol="0" anchor="ctr"/>
          <a:lstStyle/>
          <a:p>
            <a:pPr algn="ctr"/>
            <a:r>
              <a:rPr lang="zh-CN" altLang="en-US" b="1" dirty="0"/>
              <a:t>传输媒体</a:t>
            </a:r>
            <a:endParaRPr lang="en-US" altLang="zh-CN" b="1" dirty="0"/>
          </a:p>
          <a:p>
            <a:pPr algn="ctr"/>
            <a:r>
              <a:rPr lang="zh-CN" altLang="en-US" b="1" dirty="0"/>
              <a:t>双绞线</a:t>
            </a:r>
          </a:p>
        </p:txBody>
      </p:sp>
    </p:spTree>
    <p:custDataLst>
      <p:tags r:id="rId1"/>
    </p:custDataLst>
    <p:extLst>
      <p:ext uri="{BB962C8B-B14F-4D97-AF65-F5344CB8AC3E}">
        <p14:creationId xmlns:p14="http://schemas.microsoft.com/office/powerpoint/2010/main" val="4077012163"/>
      </p:ext>
    </p:extLst>
  </p:cSld>
  <p:clrMapOvr>
    <a:masterClrMapping/>
  </p:clrMapOvr>
  <mc:AlternateContent xmlns:mc="http://schemas.openxmlformats.org/markup-compatibility/2006" xmlns:p159="http://schemas.microsoft.com/office/powerpoint/2015/09/main">
    <mc:Choice Requires="p159">
      <p:transition spd="slow">
        <p159:morph option="byObject"/>
      </p:transition>
    </mc:Choice>
    <mc:Fallback xmlns="">
      <p:transition spd="slow">
        <p:fade/>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2" presetClass="entr" presetSubtype="8" fill="hold" grpId="0" nodeType="withEffect">
                                  <p:stCondLst>
                                    <p:cond delay="0"/>
                                  </p:stCondLst>
                                  <p:childTnLst>
                                    <p:set>
                                      <p:cBhvr>
                                        <p:cTn id="6" dur="1" fill="hold">
                                          <p:stCondLst>
                                            <p:cond delay="0"/>
                                          </p:stCondLst>
                                        </p:cTn>
                                        <p:tgtEl>
                                          <p:spTgt spid="20"/>
                                        </p:tgtEl>
                                        <p:attrNameLst>
                                          <p:attrName>style.visibility</p:attrName>
                                        </p:attrNameLst>
                                      </p:cBhvr>
                                      <p:to>
                                        <p:strVal val="visible"/>
                                      </p:to>
                                    </p:set>
                                    <p:animEffect transition="in" filter="wipe(left)">
                                      <p:cBhvr>
                                        <p:cTn id="7" dur="1000"/>
                                        <p:tgtEl>
                                          <p:spTgt spid="20"/>
                                        </p:tgtEl>
                                      </p:cBhvr>
                                    </p:animEffect>
                                  </p:childTnLst>
                                </p:cTn>
                              </p:par>
                            </p:childTnLst>
                          </p:cTn>
                        </p:par>
                      </p:childTnLst>
                    </p:cTn>
                  </p:par>
                  <p:par>
                    <p:cTn id="8" fill="hold">
                      <p:stCondLst>
                        <p:cond delay="indefinite"/>
                      </p:stCondLst>
                      <p:childTnLst>
                        <p:par>
                          <p:cTn id="9" fill="hold">
                            <p:stCondLst>
                              <p:cond delay="0"/>
                            </p:stCondLst>
                            <p:childTnLst>
                              <p:par>
                                <p:cTn id="10" presetID="49" presetClass="entr" presetSubtype="0" decel="100000" fill="hold" grpId="0" nodeType="clickEffect">
                                  <p:stCondLst>
                                    <p:cond delay="0"/>
                                  </p:stCondLst>
                                  <p:childTnLst>
                                    <p:set>
                                      <p:cBhvr>
                                        <p:cTn id="11" dur="1" fill="hold">
                                          <p:stCondLst>
                                            <p:cond delay="0"/>
                                          </p:stCondLst>
                                        </p:cTn>
                                        <p:tgtEl>
                                          <p:spTgt spid="21"/>
                                        </p:tgtEl>
                                        <p:attrNameLst>
                                          <p:attrName>style.visibility</p:attrName>
                                        </p:attrNameLst>
                                      </p:cBhvr>
                                      <p:to>
                                        <p:strVal val="visible"/>
                                      </p:to>
                                    </p:set>
                                    <p:anim calcmode="lin" valueType="num">
                                      <p:cBhvr>
                                        <p:cTn id="12" dur="500" fill="hold"/>
                                        <p:tgtEl>
                                          <p:spTgt spid="21"/>
                                        </p:tgtEl>
                                        <p:attrNameLst>
                                          <p:attrName>ppt_w</p:attrName>
                                        </p:attrNameLst>
                                      </p:cBhvr>
                                      <p:tavLst>
                                        <p:tav tm="0">
                                          <p:val>
                                            <p:fltVal val="0"/>
                                          </p:val>
                                        </p:tav>
                                        <p:tav tm="100000">
                                          <p:val>
                                            <p:strVal val="#ppt_w"/>
                                          </p:val>
                                        </p:tav>
                                      </p:tavLst>
                                    </p:anim>
                                    <p:anim calcmode="lin" valueType="num">
                                      <p:cBhvr>
                                        <p:cTn id="13" dur="500" fill="hold"/>
                                        <p:tgtEl>
                                          <p:spTgt spid="21"/>
                                        </p:tgtEl>
                                        <p:attrNameLst>
                                          <p:attrName>ppt_h</p:attrName>
                                        </p:attrNameLst>
                                      </p:cBhvr>
                                      <p:tavLst>
                                        <p:tav tm="0">
                                          <p:val>
                                            <p:fltVal val="0"/>
                                          </p:val>
                                        </p:tav>
                                        <p:tav tm="100000">
                                          <p:val>
                                            <p:strVal val="#ppt_h"/>
                                          </p:val>
                                        </p:tav>
                                      </p:tavLst>
                                    </p:anim>
                                    <p:anim calcmode="lin" valueType="num">
                                      <p:cBhvr>
                                        <p:cTn id="14" dur="500" fill="hold"/>
                                        <p:tgtEl>
                                          <p:spTgt spid="21"/>
                                        </p:tgtEl>
                                        <p:attrNameLst>
                                          <p:attrName>style.rotation</p:attrName>
                                        </p:attrNameLst>
                                      </p:cBhvr>
                                      <p:tavLst>
                                        <p:tav tm="0">
                                          <p:val>
                                            <p:fltVal val="360"/>
                                          </p:val>
                                        </p:tav>
                                        <p:tav tm="100000">
                                          <p:val>
                                            <p:fltVal val="0"/>
                                          </p:val>
                                        </p:tav>
                                      </p:tavLst>
                                    </p:anim>
                                    <p:animEffect transition="in" filter="fade">
                                      <p:cBhvr>
                                        <p:cTn id="15" dur="500"/>
                                        <p:tgtEl>
                                          <p:spTgt spid="21"/>
                                        </p:tgtEl>
                                      </p:cBhvr>
                                    </p:animEffect>
                                  </p:childTnLst>
                                </p:cTn>
                              </p:par>
                            </p:childTnLst>
                          </p:cTn>
                        </p:par>
                        <p:par>
                          <p:cTn id="16" fill="hold">
                            <p:stCondLst>
                              <p:cond delay="500"/>
                            </p:stCondLst>
                            <p:childTnLst>
                              <p:par>
                                <p:cTn id="17" presetID="1" presetClass="entr" presetSubtype="0" fill="hold" grpId="0" nodeType="afterEffect">
                                  <p:stCondLst>
                                    <p:cond delay="0"/>
                                  </p:stCondLst>
                                  <p:iterate type="lt">
                                    <p:tmAbs val="100"/>
                                  </p:iterate>
                                  <p:childTnLst>
                                    <p:set>
                                      <p:cBhvr>
                                        <p:cTn id="18" dur="1" fill="hold">
                                          <p:stCondLst>
                                            <p:cond delay="0"/>
                                          </p:stCondLst>
                                        </p:cTn>
                                        <p:tgtEl>
                                          <p:spTgt spid="22"/>
                                        </p:tgtEl>
                                        <p:attrNameLst>
                                          <p:attrName>style.visibility</p:attrName>
                                        </p:attrNameLst>
                                      </p:cBhvr>
                                      <p:to>
                                        <p:strVal val="visible"/>
                                      </p:to>
                                    </p:set>
                                  </p:childTnLst>
                                </p:cTn>
                              </p:par>
                            </p:childTnLst>
                          </p:cTn>
                        </p:par>
                      </p:childTnLst>
                    </p:cTn>
                  </p:par>
                  <p:par>
                    <p:cTn id="19" fill="hold">
                      <p:stCondLst>
                        <p:cond delay="indefinite"/>
                      </p:stCondLst>
                      <p:childTnLst>
                        <p:par>
                          <p:cTn id="20" fill="hold">
                            <p:stCondLst>
                              <p:cond delay="0"/>
                            </p:stCondLst>
                            <p:childTnLst>
                              <p:par>
                                <p:cTn id="21" presetID="15" presetClass="entr" presetSubtype="0" fill="hold" grpId="0" nodeType="clickEffect">
                                  <p:stCondLst>
                                    <p:cond delay="0"/>
                                  </p:stCondLst>
                                  <p:childTnLst>
                                    <p:set>
                                      <p:cBhvr>
                                        <p:cTn id="22" dur="1" fill="hold">
                                          <p:stCondLst>
                                            <p:cond delay="0"/>
                                          </p:stCondLst>
                                        </p:cTn>
                                        <p:tgtEl>
                                          <p:spTgt spid="23"/>
                                        </p:tgtEl>
                                        <p:attrNameLst>
                                          <p:attrName>style.visibility</p:attrName>
                                        </p:attrNameLst>
                                      </p:cBhvr>
                                      <p:to>
                                        <p:strVal val="visible"/>
                                      </p:to>
                                    </p:set>
                                    <p:anim calcmode="lin" valueType="num">
                                      <p:cBhvr>
                                        <p:cTn id="23" dur="1000" fill="hold"/>
                                        <p:tgtEl>
                                          <p:spTgt spid="23"/>
                                        </p:tgtEl>
                                        <p:attrNameLst>
                                          <p:attrName>ppt_w</p:attrName>
                                        </p:attrNameLst>
                                      </p:cBhvr>
                                      <p:tavLst>
                                        <p:tav tm="0">
                                          <p:val>
                                            <p:fltVal val="0"/>
                                          </p:val>
                                        </p:tav>
                                        <p:tav tm="100000">
                                          <p:val>
                                            <p:strVal val="#ppt_w"/>
                                          </p:val>
                                        </p:tav>
                                      </p:tavLst>
                                    </p:anim>
                                    <p:anim calcmode="lin" valueType="num">
                                      <p:cBhvr>
                                        <p:cTn id="24" dur="1000" fill="hold"/>
                                        <p:tgtEl>
                                          <p:spTgt spid="23"/>
                                        </p:tgtEl>
                                        <p:attrNameLst>
                                          <p:attrName>ppt_h</p:attrName>
                                        </p:attrNameLst>
                                      </p:cBhvr>
                                      <p:tavLst>
                                        <p:tav tm="0">
                                          <p:val>
                                            <p:fltVal val="0"/>
                                          </p:val>
                                        </p:tav>
                                        <p:tav tm="100000">
                                          <p:val>
                                            <p:strVal val="#ppt_h"/>
                                          </p:val>
                                        </p:tav>
                                      </p:tavLst>
                                    </p:anim>
                                    <p:anim calcmode="lin" valueType="num">
                                      <p:cBhvr>
                                        <p:cTn id="25" dur="1000" fill="hold"/>
                                        <p:tgtEl>
                                          <p:spTgt spid="23"/>
                                        </p:tgtEl>
                                        <p:attrNameLst>
                                          <p:attrName>ppt_x</p:attrName>
                                        </p:attrNameLst>
                                      </p:cBhvr>
                                      <p:tavLst>
                                        <p:tav tm="0" fmla="#ppt_x+(cos(-2*pi*(1-$))*-#ppt_x-sin(-2*pi*(1-$))*(1-#ppt_y))*(1-$)">
                                          <p:val>
                                            <p:fltVal val="0"/>
                                          </p:val>
                                        </p:tav>
                                        <p:tav tm="100000">
                                          <p:val>
                                            <p:fltVal val="1"/>
                                          </p:val>
                                        </p:tav>
                                      </p:tavLst>
                                    </p:anim>
                                    <p:anim calcmode="lin" valueType="num">
                                      <p:cBhvr>
                                        <p:cTn id="26" dur="1000" fill="hold"/>
                                        <p:tgtEl>
                                          <p:spTgt spid="23"/>
                                        </p:tgtEl>
                                        <p:attrNameLst>
                                          <p:attrName>ppt_y</p:attrName>
                                        </p:attrNameLst>
                                      </p:cBhvr>
                                      <p:tavLst>
                                        <p:tav tm="0" fmla="#ppt_y+(sin(-2*pi*(1-$))*-#ppt_x+cos(-2*pi*(1-$))*(1-#ppt_y))*(1-$)">
                                          <p:val>
                                            <p:fltVal val="0"/>
                                          </p:val>
                                        </p:tav>
                                        <p:tav tm="100000">
                                          <p:val>
                                            <p:fltVal val="1"/>
                                          </p:val>
                                        </p:tav>
                                      </p:tavLst>
                                    </p:anim>
                                  </p:childTnLst>
                                </p:cTn>
                              </p:par>
                            </p:childTnLst>
                          </p:cTn>
                        </p:par>
                      </p:childTnLst>
                    </p:cTn>
                  </p:par>
                  <p:par>
                    <p:cTn id="27" fill="hold">
                      <p:stCondLst>
                        <p:cond delay="indefinite"/>
                      </p:stCondLst>
                      <p:childTnLst>
                        <p:par>
                          <p:cTn id="28" fill="hold">
                            <p:stCondLst>
                              <p:cond delay="0"/>
                            </p:stCondLst>
                            <p:childTnLst>
                              <p:par>
                                <p:cTn id="29" presetID="12" presetClass="entr" presetSubtype="4" fill="hold" grpId="0" nodeType="clickEffect">
                                  <p:stCondLst>
                                    <p:cond delay="0"/>
                                  </p:stCondLst>
                                  <p:childTnLst>
                                    <p:set>
                                      <p:cBhvr>
                                        <p:cTn id="30" dur="1" fill="hold">
                                          <p:stCondLst>
                                            <p:cond delay="0"/>
                                          </p:stCondLst>
                                        </p:cTn>
                                        <p:tgtEl>
                                          <p:spTgt spid="6"/>
                                        </p:tgtEl>
                                        <p:attrNameLst>
                                          <p:attrName>style.visibility</p:attrName>
                                        </p:attrNameLst>
                                      </p:cBhvr>
                                      <p:to>
                                        <p:strVal val="visible"/>
                                      </p:to>
                                    </p:set>
                                    <p:anim calcmode="lin" valueType="num">
                                      <p:cBhvr additive="base">
                                        <p:cTn id="31" dur="500"/>
                                        <p:tgtEl>
                                          <p:spTgt spid="6"/>
                                        </p:tgtEl>
                                        <p:attrNameLst>
                                          <p:attrName>ppt_y</p:attrName>
                                        </p:attrNameLst>
                                      </p:cBhvr>
                                      <p:tavLst>
                                        <p:tav tm="0">
                                          <p:val>
                                            <p:strVal val="#ppt_y+#ppt_h*1.125000"/>
                                          </p:val>
                                        </p:tav>
                                        <p:tav tm="100000">
                                          <p:val>
                                            <p:strVal val="#ppt_y"/>
                                          </p:val>
                                        </p:tav>
                                      </p:tavLst>
                                    </p:anim>
                                    <p:animEffect transition="in" filter="wipe(up)">
                                      <p:cBhvr>
                                        <p:cTn id="32" dur="500"/>
                                        <p:tgtEl>
                                          <p:spTgt spid="6"/>
                                        </p:tgtEl>
                                      </p:cBhvr>
                                    </p:animEffect>
                                  </p:childTnLst>
                                </p:cTn>
                              </p:par>
                            </p:childTnLst>
                          </p:cTn>
                        </p:par>
                      </p:childTnLst>
                    </p:cTn>
                  </p:par>
                  <p:par>
                    <p:cTn id="33" fill="hold">
                      <p:stCondLst>
                        <p:cond delay="indefinite"/>
                      </p:stCondLst>
                      <p:childTnLst>
                        <p:par>
                          <p:cTn id="34" fill="hold">
                            <p:stCondLst>
                              <p:cond delay="0"/>
                            </p:stCondLst>
                            <p:childTnLst>
                              <p:par>
                                <p:cTn id="35" presetID="12" presetClass="entr" presetSubtype="1" fill="hold" grpId="0" nodeType="clickEffect">
                                  <p:stCondLst>
                                    <p:cond delay="0"/>
                                  </p:stCondLst>
                                  <p:childTnLst>
                                    <p:set>
                                      <p:cBhvr>
                                        <p:cTn id="36" dur="1" fill="hold">
                                          <p:stCondLst>
                                            <p:cond delay="0"/>
                                          </p:stCondLst>
                                        </p:cTn>
                                        <p:tgtEl>
                                          <p:spTgt spid="24"/>
                                        </p:tgtEl>
                                        <p:attrNameLst>
                                          <p:attrName>style.visibility</p:attrName>
                                        </p:attrNameLst>
                                      </p:cBhvr>
                                      <p:to>
                                        <p:strVal val="visible"/>
                                      </p:to>
                                    </p:set>
                                    <p:anim calcmode="lin" valueType="num">
                                      <p:cBhvr additive="base">
                                        <p:cTn id="37" dur="500"/>
                                        <p:tgtEl>
                                          <p:spTgt spid="24"/>
                                        </p:tgtEl>
                                        <p:attrNameLst>
                                          <p:attrName>ppt_y</p:attrName>
                                        </p:attrNameLst>
                                      </p:cBhvr>
                                      <p:tavLst>
                                        <p:tav tm="0">
                                          <p:val>
                                            <p:strVal val="#ppt_y-#ppt_h*1.125000"/>
                                          </p:val>
                                        </p:tav>
                                        <p:tav tm="100000">
                                          <p:val>
                                            <p:strVal val="#ppt_y"/>
                                          </p:val>
                                        </p:tav>
                                      </p:tavLst>
                                    </p:anim>
                                    <p:animEffect transition="in" filter="wipe(down)">
                                      <p:cBhvr>
                                        <p:cTn id="38" dur="500"/>
                                        <p:tgtEl>
                                          <p:spTgt spid="24"/>
                                        </p:tgtEl>
                                      </p:cBhvr>
                                    </p:animEffect>
                                  </p:childTnLst>
                                </p:cTn>
                              </p:par>
                            </p:childTnLst>
                          </p:cTn>
                        </p:par>
                      </p:childTnLst>
                    </p:cTn>
                  </p:par>
                  <p:par>
                    <p:cTn id="39" fill="hold">
                      <p:stCondLst>
                        <p:cond delay="indefinite"/>
                      </p:stCondLst>
                      <p:childTnLst>
                        <p:par>
                          <p:cTn id="40" fill="hold">
                            <p:stCondLst>
                              <p:cond delay="0"/>
                            </p:stCondLst>
                            <p:childTnLst>
                              <p:par>
                                <p:cTn id="41" presetID="12" presetClass="entr" presetSubtype="4" fill="hold" grpId="0" nodeType="clickEffect">
                                  <p:stCondLst>
                                    <p:cond delay="0"/>
                                  </p:stCondLst>
                                  <p:childTnLst>
                                    <p:set>
                                      <p:cBhvr>
                                        <p:cTn id="42" dur="1" fill="hold">
                                          <p:stCondLst>
                                            <p:cond delay="0"/>
                                          </p:stCondLst>
                                        </p:cTn>
                                        <p:tgtEl>
                                          <p:spTgt spid="26"/>
                                        </p:tgtEl>
                                        <p:attrNameLst>
                                          <p:attrName>style.visibility</p:attrName>
                                        </p:attrNameLst>
                                      </p:cBhvr>
                                      <p:to>
                                        <p:strVal val="visible"/>
                                      </p:to>
                                    </p:set>
                                    <p:anim calcmode="lin" valueType="num">
                                      <p:cBhvr additive="base">
                                        <p:cTn id="43" dur="500"/>
                                        <p:tgtEl>
                                          <p:spTgt spid="26"/>
                                        </p:tgtEl>
                                        <p:attrNameLst>
                                          <p:attrName>ppt_y</p:attrName>
                                        </p:attrNameLst>
                                      </p:cBhvr>
                                      <p:tavLst>
                                        <p:tav tm="0">
                                          <p:val>
                                            <p:strVal val="#ppt_y+#ppt_h*1.125000"/>
                                          </p:val>
                                        </p:tav>
                                        <p:tav tm="100000">
                                          <p:val>
                                            <p:strVal val="#ppt_y"/>
                                          </p:val>
                                        </p:tav>
                                      </p:tavLst>
                                    </p:anim>
                                    <p:animEffect transition="in" filter="wipe(up)">
                                      <p:cBhvr>
                                        <p:cTn id="44" dur="500"/>
                                        <p:tgtEl>
                                          <p:spTgt spid="26"/>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0" grpId="0" animBg="1"/>
      <p:bldP spid="21" grpId="0" animBg="1"/>
      <p:bldP spid="22" grpId="0"/>
      <p:bldP spid="23" grpId="0"/>
      <p:bldP spid="6" grpId="0" animBg="1"/>
      <p:bldP spid="24" grpId="0" animBg="1"/>
      <p:bldP spid="26" grpId="0" animBg="1"/>
    </p:bldLst>
  </p:timing>
</p:sld>
</file>

<file path=ppt/slides/slide50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4" name="组合 3">
            <a:extLst>
              <a:ext uri="{FF2B5EF4-FFF2-40B4-BE49-F238E27FC236}">
                <a16:creationId xmlns:a16="http://schemas.microsoft.com/office/drawing/2014/main" id="{9A1EA9F2-FCB6-48C3-935F-7AE7E3AD14AC}"/>
              </a:ext>
            </a:extLst>
          </p:cNvPr>
          <p:cNvGrpSpPr/>
          <p:nvPr/>
        </p:nvGrpSpPr>
        <p:grpSpPr>
          <a:xfrm>
            <a:off x="304800" y="749300"/>
            <a:ext cx="4938199" cy="400110"/>
            <a:chOff x="424117" y="898245"/>
            <a:chExt cx="4938199" cy="400110"/>
          </a:xfrm>
        </p:grpSpPr>
        <p:sp>
          <p:nvSpPr>
            <p:cNvPr id="2" name="平行四边形 1">
              <a:extLst>
                <a:ext uri="{FF2B5EF4-FFF2-40B4-BE49-F238E27FC236}">
                  <a16:creationId xmlns:a16="http://schemas.microsoft.com/office/drawing/2014/main" id="{1F5BAA3F-9845-4F89-A2DD-8222D3E4EDAC}"/>
                </a:ext>
              </a:extLst>
            </p:cNvPr>
            <p:cNvSpPr/>
            <p:nvPr/>
          </p:nvSpPr>
          <p:spPr>
            <a:xfrm>
              <a:off x="424117" y="898245"/>
              <a:ext cx="628306" cy="387090"/>
            </a:xfrm>
            <a:prstGeom prst="parallelogram">
              <a:avLst/>
            </a:prstGeom>
            <a:solidFill>
              <a:schemeClr val="accent3">
                <a:lumMod val="75000"/>
              </a:schemeClr>
            </a:solidFill>
            <a:ln>
              <a:solidFill>
                <a:schemeClr val="accent3">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CN" sz="2200" dirty="0">
                  <a:latin typeface="Impact" panose="020B0806030902050204" pitchFamily="34" charset="0"/>
                </a:rPr>
                <a:t>01</a:t>
              </a:r>
              <a:endParaRPr lang="zh-CN" altLang="en-US" sz="2200" dirty="0">
                <a:latin typeface="Impact" panose="020B0806030902050204" pitchFamily="34" charset="0"/>
              </a:endParaRPr>
            </a:p>
          </p:txBody>
        </p:sp>
        <p:sp>
          <p:nvSpPr>
            <p:cNvPr id="3" name="文本框 2">
              <a:extLst>
                <a:ext uri="{FF2B5EF4-FFF2-40B4-BE49-F238E27FC236}">
                  <a16:creationId xmlns:a16="http://schemas.microsoft.com/office/drawing/2014/main" id="{4D6BD736-A4D3-4F26-AFED-36E11F50F70B}"/>
                </a:ext>
              </a:extLst>
            </p:cNvPr>
            <p:cNvSpPr txBox="1"/>
            <p:nvPr/>
          </p:nvSpPr>
          <p:spPr>
            <a:xfrm>
              <a:off x="1052423" y="898245"/>
              <a:ext cx="4309893" cy="400110"/>
            </a:xfrm>
            <a:prstGeom prst="rect">
              <a:avLst/>
            </a:prstGeom>
            <a:noFill/>
          </p:spPr>
          <p:txBody>
            <a:bodyPr wrap="square" rtlCol="0">
              <a:spAutoFit/>
            </a:bodyPr>
            <a:lstStyle/>
            <a:p>
              <a:r>
                <a:rPr lang="zh-CN" altLang="en-US" sz="2000" b="1" dirty="0">
                  <a:solidFill>
                    <a:schemeClr val="tx1"/>
                  </a:solidFill>
                  <a:latin typeface="Arial Narrow" panose="020B0606020202030204" pitchFamily="34" charset="0"/>
                </a:rPr>
                <a:t>以太网的发展</a:t>
              </a:r>
              <a:endParaRPr lang="en-US" altLang="zh-CN" sz="2000" b="1" dirty="0">
                <a:solidFill>
                  <a:schemeClr val="tx1"/>
                </a:solidFill>
                <a:latin typeface="Arial Narrow" panose="020B0606020202030204" pitchFamily="34" charset="0"/>
              </a:endParaRPr>
            </a:p>
          </p:txBody>
        </p:sp>
      </p:grpSp>
      <p:sp>
        <p:nvSpPr>
          <p:cNvPr id="10" name="箭头: V 形 9">
            <a:extLst>
              <a:ext uri="{FF2B5EF4-FFF2-40B4-BE49-F238E27FC236}">
                <a16:creationId xmlns:a16="http://schemas.microsoft.com/office/drawing/2014/main" id="{34BA076E-E332-4E29-BFA1-5FC5A72182DA}"/>
              </a:ext>
            </a:extLst>
          </p:cNvPr>
          <p:cNvSpPr/>
          <p:nvPr/>
        </p:nvSpPr>
        <p:spPr>
          <a:xfrm>
            <a:off x="310566" y="1388438"/>
            <a:ext cx="2361423" cy="786653"/>
          </a:xfrm>
          <a:prstGeom prst="chevron">
            <a:avLst/>
          </a:prstGeom>
          <a:solidFill>
            <a:schemeClr val="bg2">
              <a:lumMod val="90000"/>
            </a:schemeClr>
          </a:solidFill>
          <a:ln>
            <a:solidFill>
              <a:schemeClr val="bg2">
                <a:lumMod val="90000"/>
              </a:schemeClr>
            </a:solidFill>
          </a:ln>
        </p:spPr>
        <p:style>
          <a:lnRef idx="2">
            <a:schemeClr val="accent4">
              <a:shade val="50000"/>
            </a:schemeClr>
          </a:lnRef>
          <a:fillRef idx="1">
            <a:schemeClr val="accent4"/>
          </a:fillRef>
          <a:effectRef idx="0">
            <a:schemeClr val="accent4"/>
          </a:effectRef>
          <a:fontRef idx="minor">
            <a:schemeClr val="lt1"/>
          </a:fontRef>
        </p:style>
        <p:txBody>
          <a:bodyPr rtlCol="0" anchor="ctr"/>
          <a:lstStyle/>
          <a:p>
            <a:pPr algn="ctr"/>
            <a:r>
              <a:rPr lang="en-US" altLang="zh-CN" b="1" dirty="0">
                <a:solidFill>
                  <a:schemeClr val="bg1"/>
                </a:solidFill>
              </a:rPr>
              <a:t>100BASE-T</a:t>
            </a:r>
          </a:p>
          <a:p>
            <a:pPr algn="ctr"/>
            <a:r>
              <a:rPr lang="zh-CN" altLang="en-US" b="1" dirty="0">
                <a:solidFill>
                  <a:schemeClr val="bg1"/>
                </a:solidFill>
              </a:rPr>
              <a:t>以太网</a:t>
            </a:r>
          </a:p>
        </p:txBody>
      </p:sp>
      <p:sp>
        <p:nvSpPr>
          <p:cNvPr id="11" name="箭头: V 形 10">
            <a:extLst>
              <a:ext uri="{FF2B5EF4-FFF2-40B4-BE49-F238E27FC236}">
                <a16:creationId xmlns:a16="http://schemas.microsoft.com/office/drawing/2014/main" id="{A306BDD2-A8C7-4B5E-9ABB-354CA473FA18}"/>
              </a:ext>
            </a:extLst>
          </p:cNvPr>
          <p:cNvSpPr/>
          <p:nvPr/>
        </p:nvSpPr>
        <p:spPr>
          <a:xfrm>
            <a:off x="3382303" y="1388438"/>
            <a:ext cx="2361423" cy="786653"/>
          </a:xfrm>
          <a:prstGeom prst="chevron">
            <a:avLst/>
          </a:prstGeom>
          <a:solidFill>
            <a:schemeClr val="bg2">
              <a:lumMod val="90000"/>
            </a:schemeClr>
          </a:solidFill>
          <a:ln>
            <a:solidFill>
              <a:schemeClr val="bg2">
                <a:lumMod val="90000"/>
              </a:schemeClr>
            </a:solidFill>
          </a:ln>
        </p:spPr>
        <p:style>
          <a:lnRef idx="2">
            <a:schemeClr val="accent3">
              <a:shade val="50000"/>
            </a:schemeClr>
          </a:lnRef>
          <a:fillRef idx="1">
            <a:schemeClr val="accent3"/>
          </a:fillRef>
          <a:effectRef idx="0">
            <a:schemeClr val="accent3"/>
          </a:effectRef>
          <a:fontRef idx="minor">
            <a:schemeClr val="lt1"/>
          </a:fontRef>
        </p:style>
        <p:txBody>
          <a:bodyPr rtlCol="0" anchor="ctr"/>
          <a:lstStyle/>
          <a:p>
            <a:pPr algn="ctr"/>
            <a:r>
              <a:rPr lang="zh-CN" altLang="en-US" b="1" dirty="0">
                <a:solidFill>
                  <a:schemeClr val="bg1"/>
                </a:solidFill>
              </a:rPr>
              <a:t>吉比特</a:t>
            </a:r>
            <a:endParaRPr lang="en-US" altLang="zh-CN" b="1" dirty="0">
              <a:solidFill>
                <a:schemeClr val="bg1"/>
              </a:solidFill>
            </a:endParaRPr>
          </a:p>
          <a:p>
            <a:pPr algn="ctr"/>
            <a:r>
              <a:rPr lang="zh-CN" altLang="en-US" b="1" dirty="0">
                <a:solidFill>
                  <a:schemeClr val="bg1"/>
                </a:solidFill>
              </a:rPr>
              <a:t>以太网</a:t>
            </a:r>
          </a:p>
        </p:txBody>
      </p:sp>
      <p:sp>
        <p:nvSpPr>
          <p:cNvPr id="12" name="箭头: V 形 11">
            <a:extLst>
              <a:ext uri="{FF2B5EF4-FFF2-40B4-BE49-F238E27FC236}">
                <a16:creationId xmlns:a16="http://schemas.microsoft.com/office/drawing/2014/main" id="{7529ED43-0BE1-49BA-8986-763D47E871EA}"/>
              </a:ext>
            </a:extLst>
          </p:cNvPr>
          <p:cNvSpPr/>
          <p:nvPr/>
        </p:nvSpPr>
        <p:spPr>
          <a:xfrm>
            <a:off x="6454040" y="1388438"/>
            <a:ext cx="2361423" cy="786653"/>
          </a:xfrm>
          <a:prstGeom prst="chevron">
            <a:avLst/>
          </a:prstGeom>
          <a:solidFill>
            <a:schemeClr val="bg2">
              <a:lumMod val="90000"/>
            </a:schemeClr>
          </a:solidFill>
          <a:ln>
            <a:solidFill>
              <a:schemeClr val="bg2">
                <a:lumMod val="90000"/>
              </a:schemeClr>
            </a:solidFill>
          </a:ln>
        </p:spPr>
        <p:style>
          <a:lnRef idx="2">
            <a:schemeClr val="accent2">
              <a:shade val="50000"/>
            </a:schemeClr>
          </a:lnRef>
          <a:fillRef idx="1">
            <a:schemeClr val="accent2"/>
          </a:fillRef>
          <a:effectRef idx="0">
            <a:schemeClr val="accent2"/>
          </a:effectRef>
          <a:fontRef idx="minor">
            <a:schemeClr val="lt1"/>
          </a:fontRef>
        </p:style>
        <p:txBody>
          <a:bodyPr rtlCol="0" anchor="ctr"/>
          <a:lstStyle/>
          <a:p>
            <a:pPr algn="ctr"/>
            <a:r>
              <a:rPr lang="en-US" altLang="zh-CN" b="1" dirty="0">
                <a:solidFill>
                  <a:schemeClr val="bg1"/>
                </a:solidFill>
              </a:rPr>
              <a:t>10</a:t>
            </a:r>
            <a:r>
              <a:rPr lang="zh-CN" altLang="en-US" b="1" dirty="0">
                <a:solidFill>
                  <a:schemeClr val="bg1"/>
                </a:solidFill>
              </a:rPr>
              <a:t>吉比特</a:t>
            </a:r>
            <a:endParaRPr lang="en-US" altLang="zh-CN" b="1" dirty="0">
              <a:solidFill>
                <a:schemeClr val="bg1"/>
              </a:solidFill>
            </a:endParaRPr>
          </a:p>
          <a:p>
            <a:pPr algn="ctr"/>
            <a:r>
              <a:rPr lang="zh-CN" altLang="en-US" b="1" dirty="0">
                <a:solidFill>
                  <a:schemeClr val="bg1"/>
                </a:solidFill>
              </a:rPr>
              <a:t>以太网</a:t>
            </a:r>
          </a:p>
        </p:txBody>
      </p:sp>
      <p:sp>
        <p:nvSpPr>
          <p:cNvPr id="13" name="箭头: V 形 12">
            <a:extLst>
              <a:ext uri="{FF2B5EF4-FFF2-40B4-BE49-F238E27FC236}">
                <a16:creationId xmlns:a16="http://schemas.microsoft.com/office/drawing/2014/main" id="{510F0D15-BD28-4DB1-A650-959944656D97}"/>
              </a:ext>
            </a:extLst>
          </p:cNvPr>
          <p:cNvSpPr/>
          <p:nvPr/>
        </p:nvSpPr>
        <p:spPr>
          <a:xfrm>
            <a:off x="9525777" y="1388438"/>
            <a:ext cx="2361423" cy="786653"/>
          </a:xfrm>
          <a:prstGeom prst="chevron">
            <a:avLst/>
          </a:prstGeom>
          <a:solidFill>
            <a:schemeClr val="bg2">
              <a:lumMod val="90000"/>
            </a:schemeClr>
          </a:solidFill>
          <a:ln>
            <a:solidFill>
              <a:schemeClr val="bg2">
                <a:lumMod val="9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CN" b="1" dirty="0">
                <a:solidFill>
                  <a:schemeClr val="bg1"/>
                </a:solidFill>
              </a:rPr>
              <a:t>40/100</a:t>
            </a:r>
            <a:r>
              <a:rPr lang="zh-CN" altLang="en-US" b="1" dirty="0">
                <a:solidFill>
                  <a:schemeClr val="bg1"/>
                </a:solidFill>
              </a:rPr>
              <a:t>吉比特</a:t>
            </a:r>
            <a:endParaRPr lang="en-US" altLang="zh-CN" b="1" dirty="0">
              <a:solidFill>
                <a:schemeClr val="bg1"/>
              </a:solidFill>
            </a:endParaRPr>
          </a:p>
          <a:p>
            <a:pPr algn="ctr"/>
            <a:r>
              <a:rPr lang="zh-CN" altLang="en-US" b="1" dirty="0">
                <a:solidFill>
                  <a:schemeClr val="bg1"/>
                </a:solidFill>
              </a:rPr>
              <a:t>以太网</a:t>
            </a:r>
          </a:p>
        </p:txBody>
      </p:sp>
      <p:sp>
        <p:nvSpPr>
          <p:cNvPr id="20" name="箭头: V 形 19">
            <a:extLst>
              <a:ext uri="{FF2B5EF4-FFF2-40B4-BE49-F238E27FC236}">
                <a16:creationId xmlns:a16="http://schemas.microsoft.com/office/drawing/2014/main" id="{7C1AD93A-5D54-4D64-9BC5-423273F50379}"/>
              </a:ext>
            </a:extLst>
          </p:cNvPr>
          <p:cNvSpPr/>
          <p:nvPr/>
        </p:nvSpPr>
        <p:spPr>
          <a:xfrm>
            <a:off x="310566" y="1388438"/>
            <a:ext cx="2361423" cy="786653"/>
          </a:xfrm>
          <a:prstGeom prst="chevron">
            <a:avLst/>
          </a:prstGeom>
          <a:ln/>
        </p:spPr>
        <p:style>
          <a:lnRef idx="2">
            <a:schemeClr val="accent4">
              <a:shade val="50000"/>
            </a:schemeClr>
          </a:lnRef>
          <a:fillRef idx="1">
            <a:schemeClr val="accent4"/>
          </a:fillRef>
          <a:effectRef idx="0">
            <a:schemeClr val="accent4"/>
          </a:effectRef>
          <a:fontRef idx="minor">
            <a:schemeClr val="lt1"/>
          </a:fontRef>
        </p:style>
        <p:txBody>
          <a:bodyPr rtlCol="0" anchor="ctr"/>
          <a:lstStyle/>
          <a:p>
            <a:pPr algn="ctr"/>
            <a:r>
              <a:rPr lang="en-US" altLang="zh-CN" b="1" dirty="0">
                <a:solidFill>
                  <a:schemeClr val="bg1"/>
                </a:solidFill>
              </a:rPr>
              <a:t>100BASE-T</a:t>
            </a:r>
          </a:p>
          <a:p>
            <a:pPr algn="ctr"/>
            <a:r>
              <a:rPr lang="zh-CN" altLang="en-US" b="1" dirty="0">
                <a:solidFill>
                  <a:schemeClr val="bg1"/>
                </a:solidFill>
              </a:rPr>
              <a:t>以太网</a:t>
            </a:r>
          </a:p>
        </p:txBody>
      </p:sp>
      <p:sp>
        <p:nvSpPr>
          <p:cNvPr id="21" name="矩形 20">
            <a:extLst>
              <a:ext uri="{FF2B5EF4-FFF2-40B4-BE49-F238E27FC236}">
                <a16:creationId xmlns:a16="http://schemas.microsoft.com/office/drawing/2014/main" id="{0691E8AF-B63C-4800-9374-5C3D5B0FA064}"/>
              </a:ext>
            </a:extLst>
          </p:cNvPr>
          <p:cNvSpPr/>
          <p:nvPr/>
        </p:nvSpPr>
        <p:spPr>
          <a:xfrm>
            <a:off x="522102" y="2481461"/>
            <a:ext cx="256976" cy="256976"/>
          </a:xfrm>
          <a:prstGeom prst="rect">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22" name="íşlïḍè">
            <a:extLst>
              <a:ext uri="{FF2B5EF4-FFF2-40B4-BE49-F238E27FC236}">
                <a16:creationId xmlns:a16="http://schemas.microsoft.com/office/drawing/2014/main" id="{D38CF655-2455-4B86-9A01-C038BA3DC437}"/>
              </a:ext>
            </a:extLst>
          </p:cNvPr>
          <p:cNvSpPr txBox="1"/>
          <p:nvPr/>
        </p:nvSpPr>
        <p:spPr>
          <a:xfrm>
            <a:off x="839330" y="2427139"/>
            <a:ext cx="11282820" cy="400110"/>
          </a:xfrm>
          <a:prstGeom prst="rect">
            <a:avLst/>
          </a:prstGeom>
          <a:noFill/>
        </p:spPr>
        <p:txBody>
          <a:bodyPr wrap="square" lIns="91440" tIns="45720" rIns="91440" bIns="45720" anchor="ctr">
            <a:noAutofit/>
          </a:bodyPr>
          <a:lstStyle/>
          <a:p>
            <a:r>
              <a:rPr lang="en-US" altLang="zh-CN" b="1" dirty="0">
                <a:latin typeface="Arial Narrow" panose="020B0606020202030204" pitchFamily="34" charset="0"/>
              </a:rPr>
              <a:t>100BASE-T</a:t>
            </a:r>
            <a:r>
              <a:rPr lang="zh-CN" altLang="en-US" b="1" dirty="0">
                <a:latin typeface="Arial Narrow" panose="020B0606020202030204" pitchFamily="34" charset="0"/>
              </a:rPr>
              <a:t>以太网是指在</a:t>
            </a:r>
            <a:r>
              <a:rPr lang="zh-CN" altLang="en-US" b="1" dirty="0">
                <a:solidFill>
                  <a:schemeClr val="accent5"/>
                </a:solidFill>
                <a:latin typeface="Arial Narrow" panose="020B0606020202030204" pitchFamily="34" charset="0"/>
              </a:rPr>
              <a:t>双绞线</a:t>
            </a:r>
            <a:r>
              <a:rPr lang="zh-CN" altLang="en-US" b="1" dirty="0">
                <a:latin typeface="Arial Narrow" panose="020B0606020202030204" pitchFamily="34" charset="0"/>
              </a:rPr>
              <a:t>上传输</a:t>
            </a:r>
            <a:r>
              <a:rPr lang="zh-CN" altLang="en-US" b="1" dirty="0">
                <a:solidFill>
                  <a:schemeClr val="accent3"/>
                </a:solidFill>
                <a:latin typeface="Arial Narrow" panose="020B0606020202030204" pitchFamily="34" charset="0"/>
              </a:rPr>
              <a:t>基带信号</a:t>
            </a:r>
            <a:r>
              <a:rPr lang="zh-CN" altLang="en-US" b="1" dirty="0">
                <a:latin typeface="Arial Narrow" panose="020B0606020202030204" pitchFamily="34" charset="0"/>
              </a:rPr>
              <a:t>的速率为</a:t>
            </a:r>
            <a:r>
              <a:rPr lang="en-US" altLang="zh-CN" b="1" dirty="0">
                <a:solidFill>
                  <a:schemeClr val="accent4"/>
                </a:solidFill>
                <a:latin typeface="Arial Narrow" panose="020B0606020202030204" pitchFamily="34" charset="0"/>
              </a:rPr>
              <a:t>100Mb/s</a:t>
            </a:r>
            <a:r>
              <a:rPr lang="zh-CN" altLang="en-US" b="1" dirty="0">
                <a:latin typeface="Arial Narrow" panose="020B0606020202030204" pitchFamily="34" charset="0"/>
              </a:rPr>
              <a:t>的以太网，也称为快速以太网（</a:t>
            </a:r>
            <a:r>
              <a:rPr lang="en-US" altLang="zh-CN" b="1" dirty="0">
                <a:latin typeface="Arial Narrow" panose="020B0606020202030204" pitchFamily="34" charset="0"/>
              </a:rPr>
              <a:t>Fast Ethernet</a:t>
            </a:r>
            <a:r>
              <a:rPr lang="zh-CN" altLang="en-US" b="1" dirty="0">
                <a:latin typeface="Arial Narrow" panose="020B0606020202030204" pitchFamily="34" charset="0"/>
              </a:rPr>
              <a:t>）。</a:t>
            </a:r>
          </a:p>
        </p:txBody>
      </p:sp>
      <p:sp>
        <p:nvSpPr>
          <p:cNvPr id="16" name="矩形 15">
            <a:extLst>
              <a:ext uri="{FF2B5EF4-FFF2-40B4-BE49-F238E27FC236}">
                <a16:creationId xmlns:a16="http://schemas.microsoft.com/office/drawing/2014/main" id="{68AC33D9-EE65-4FF5-876F-98A6AF28BED1}"/>
              </a:ext>
            </a:extLst>
          </p:cNvPr>
          <p:cNvSpPr/>
          <p:nvPr/>
        </p:nvSpPr>
        <p:spPr>
          <a:xfrm>
            <a:off x="522102" y="2933564"/>
            <a:ext cx="256976" cy="256976"/>
          </a:xfrm>
          <a:prstGeom prst="rect">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17" name="íşlïḍè">
            <a:extLst>
              <a:ext uri="{FF2B5EF4-FFF2-40B4-BE49-F238E27FC236}">
                <a16:creationId xmlns:a16="http://schemas.microsoft.com/office/drawing/2014/main" id="{7FACF7B7-0A2A-4B86-991F-D6C0C3032BD8}"/>
              </a:ext>
            </a:extLst>
          </p:cNvPr>
          <p:cNvSpPr txBox="1"/>
          <p:nvPr/>
        </p:nvSpPr>
        <p:spPr>
          <a:xfrm>
            <a:off x="839330" y="2879242"/>
            <a:ext cx="11047870" cy="400110"/>
          </a:xfrm>
          <a:prstGeom prst="rect">
            <a:avLst/>
          </a:prstGeom>
          <a:noFill/>
        </p:spPr>
        <p:txBody>
          <a:bodyPr wrap="square" lIns="91440" tIns="45720" rIns="91440" bIns="45720" anchor="ctr">
            <a:noAutofit/>
          </a:bodyPr>
          <a:lstStyle/>
          <a:p>
            <a:r>
              <a:rPr lang="en-US" altLang="zh-CN" b="1" dirty="0">
                <a:latin typeface="Arial Narrow" panose="020B0606020202030204" pitchFamily="34" charset="0"/>
              </a:rPr>
              <a:t>100BASE-T</a:t>
            </a:r>
            <a:r>
              <a:rPr lang="zh-CN" altLang="en-US" b="1" dirty="0">
                <a:latin typeface="Arial Narrow" panose="020B0606020202030204" pitchFamily="34" charset="0"/>
              </a:rPr>
              <a:t>以太网与</a:t>
            </a:r>
            <a:r>
              <a:rPr lang="en-US" altLang="zh-CN" b="1" dirty="0">
                <a:latin typeface="Arial Narrow" panose="020B0606020202030204" pitchFamily="34" charset="0"/>
              </a:rPr>
              <a:t>10Mb/s</a:t>
            </a:r>
            <a:r>
              <a:rPr lang="zh-CN" altLang="en-US" b="1" dirty="0">
                <a:latin typeface="Arial Narrow" panose="020B0606020202030204" pitchFamily="34" charset="0"/>
              </a:rPr>
              <a:t>标准以太网（传统以太网）一样，</a:t>
            </a:r>
            <a:r>
              <a:rPr lang="zh-CN" altLang="en-US" b="1" dirty="0">
                <a:solidFill>
                  <a:schemeClr val="accent1">
                    <a:lumMod val="75000"/>
                  </a:schemeClr>
                </a:solidFill>
                <a:latin typeface="Arial Narrow" panose="020B0606020202030204" pitchFamily="34" charset="0"/>
              </a:rPr>
              <a:t>仍然使用</a:t>
            </a:r>
            <a:r>
              <a:rPr lang="en-US" altLang="zh-CN" b="1" dirty="0">
                <a:solidFill>
                  <a:schemeClr val="accent1">
                    <a:lumMod val="75000"/>
                  </a:schemeClr>
                </a:solidFill>
                <a:latin typeface="Arial Narrow" panose="020B0606020202030204" pitchFamily="34" charset="0"/>
              </a:rPr>
              <a:t>IEEE 802.3</a:t>
            </a:r>
            <a:r>
              <a:rPr lang="zh-CN" altLang="en-US" b="1" dirty="0">
                <a:solidFill>
                  <a:schemeClr val="accent1">
                    <a:lumMod val="75000"/>
                  </a:schemeClr>
                </a:solidFill>
                <a:latin typeface="Arial Narrow" panose="020B0606020202030204" pitchFamily="34" charset="0"/>
              </a:rPr>
              <a:t>的帧格式和</a:t>
            </a:r>
            <a:r>
              <a:rPr lang="en-US" altLang="zh-CN" b="1" dirty="0">
                <a:solidFill>
                  <a:schemeClr val="accent1">
                    <a:lumMod val="75000"/>
                  </a:schemeClr>
                </a:solidFill>
                <a:latin typeface="Arial Narrow" panose="020B0606020202030204" pitchFamily="34" charset="0"/>
              </a:rPr>
              <a:t>CSMA/CD</a:t>
            </a:r>
            <a:r>
              <a:rPr lang="zh-CN" altLang="en-US" b="1" dirty="0">
                <a:solidFill>
                  <a:schemeClr val="accent1">
                    <a:lumMod val="75000"/>
                  </a:schemeClr>
                </a:solidFill>
                <a:latin typeface="Arial Narrow" panose="020B0606020202030204" pitchFamily="34" charset="0"/>
              </a:rPr>
              <a:t>协议</a:t>
            </a:r>
            <a:r>
              <a:rPr lang="zh-CN" altLang="en-US" b="1" dirty="0">
                <a:latin typeface="Arial Narrow" panose="020B0606020202030204" pitchFamily="34" charset="0"/>
              </a:rPr>
              <a:t>。</a:t>
            </a:r>
          </a:p>
        </p:txBody>
      </p:sp>
      <p:sp>
        <p:nvSpPr>
          <p:cNvPr id="18" name="矩形 17">
            <a:extLst>
              <a:ext uri="{FF2B5EF4-FFF2-40B4-BE49-F238E27FC236}">
                <a16:creationId xmlns:a16="http://schemas.microsoft.com/office/drawing/2014/main" id="{5A4FB888-F3E7-400E-AD71-317EAE80DD27}"/>
              </a:ext>
            </a:extLst>
          </p:cNvPr>
          <p:cNvSpPr/>
          <p:nvPr/>
        </p:nvSpPr>
        <p:spPr>
          <a:xfrm>
            <a:off x="522102" y="3439989"/>
            <a:ext cx="256976" cy="256976"/>
          </a:xfrm>
          <a:prstGeom prst="rect">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19" name="íşlïḍè">
            <a:extLst>
              <a:ext uri="{FF2B5EF4-FFF2-40B4-BE49-F238E27FC236}">
                <a16:creationId xmlns:a16="http://schemas.microsoft.com/office/drawing/2014/main" id="{76474AF3-1291-430E-9A5E-38AA1C8FBF06}"/>
              </a:ext>
            </a:extLst>
          </p:cNvPr>
          <p:cNvSpPr txBox="1"/>
          <p:nvPr/>
        </p:nvSpPr>
        <p:spPr>
          <a:xfrm>
            <a:off x="839330" y="3385667"/>
            <a:ext cx="11047870" cy="400110"/>
          </a:xfrm>
          <a:prstGeom prst="rect">
            <a:avLst/>
          </a:prstGeom>
          <a:noFill/>
        </p:spPr>
        <p:txBody>
          <a:bodyPr wrap="square" lIns="91440" tIns="45720" rIns="91440" bIns="45720" anchor="ctr">
            <a:noAutofit/>
          </a:bodyPr>
          <a:lstStyle/>
          <a:p>
            <a:r>
              <a:rPr lang="en-US" altLang="zh-CN" b="1" dirty="0">
                <a:latin typeface="Arial Narrow" panose="020B0606020202030204" pitchFamily="34" charset="0"/>
              </a:rPr>
              <a:t>100BASE-T</a:t>
            </a:r>
            <a:r>
              <a:rPr lang="zh-CN" altLang="en-US" b="1" dirty="0">
                <a:latin typeface="Arial Narrow" panose="020B0606020202030204" pitchFamily="34" charset="0"/>
              </a:rPr>
              <a:t>以太网为了与</a:t>
            </a:r>
            <a:r>
              <a:rPr lang="en-US" altLang="zh-CN" b="1" dirty="0">
                <a:latin typeface="Arial Narrow" panose="020B0606020202030204" pitchFamily="34" charset="0"/>
              </a:rPr>
              <a:t>10Mb/s</a:t>
            </a:r>
            <a:r>
              <a:rPr lang="zh-CN" altLang="en-US" b="1" dirty="0">
                <a:latin typeface="Arial Narrow" panose="020B0606020202030204" pitchFamily="34" charset="0"/>
              </a:rPr>
              <a:t>标准以太网保持兼容，需要以太网</a:t>
            </a:r>
            <a:r>
              <a:rPr lang="zh-CN" altLang="en-US" b="1" dirty="0">
                <a:solidFill>
                  <a:schemeClr val="accent1">
                    <a:lumMod val="75000"/>
                  </a:schemeClr>
                </a:solidFill>
                <a:latin typeface="Arial Narrow" panose="020B0606020202030204" pitchFamily="34" charset="0"/>
              </a:rPr>
              <a:t>最小帧长保持不变</a:t>
            </a:r>
            <a:r>
              <a:rPr lang="zh-CN" altLang="en-US" b="1" dirty="0">
                <a:latin typeface="Arial Narrow" panose="020B0606020202030204" pitchFamily="34" charset="0"/>
              </a:rPr>
              <a:t>，即仍为</a:t>
            </a:r>
            <a:r>
              <a:rPr lang="en-US" altLang="zh-CN" b="1" dirty="0">
                <a:solidFill>
                  <a:schemeClr val="accent1">
                    <a:lumMod val="75000"/>
                  </a:schemeClr>
                </a:solidFill>
                <a:latin typeface="Arial Narrow" panose="020B0606020202030204" pitchFamily="34" charset="0"/>
              </a:rPr>
              <a:t>64</a:t>
            </a:r>
            <a:r>
              <a:rPr lang="zh-CN" altLang="en-US" b="1" dirty="0">
                <a:solidFill>
                  <a:schemeClr val="accent1">
                    <a:lumMod val="75000"/>
                  </a:schemeClr>
                </a:solidFill>
                <a:latin typeface="Arial Narrow" panose="020B0606020202030204" pitchFamily="34" charset="0"/>
              </a:rPr>
              <a:t>字节</a:t>
            </a:r>
            <a:r>
              <a:rPr lang="zh-CN" altLang="en-US" b="1" dirty="0">
                <a:latin typeface="Arial Narrow" panose="020B0606020202030204" pitchFamily="34" charset="0"/>
              </a:rPr>
              <a:t>。</a:t>
            </a:r>
          </a:p>
        </p:txBody>
      </p:sp>
      <p:sp>
        <p:nvSpPr>
          <p:cNvPr id="25" name="矩形 24">
            <a:extLst>
              <a:ext uri="{FF2B5EF4-FFF2-40B4-BE49-F238E27FC236}">
                <a16:creationId xmlns:a16="http://schemas.microsoft.com/office/drawing/2014/main" id="{846B6622-D624-4F7F-92CD-141FDC91E2A2}"/>
              </a:ext>
            </a:extLst>
          </p:cNvPr>
          <p:cNvSpPr/>
          <p:nvPr/>
        </p:nvSpPr>
        <p:spPr>
          <a:xfrm>
            <a:off x="933106" y="3946414"/>
            <a:ext cx="256976" cy="256976"/>
          </a:xfrm>
          <a:prstGeom prst="rect">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27" name="íşlïḍè">
            <a:extLst>
              <a:ext uri="{FF2B5EF4-FFF2-40B4-BE49-F238E27FC236}">
                <a16:creationId xmlns:a16="http://schemas.microsoft.com/office/drawing/2014/main" id="{99E21950-0F7F-485C-B2AD-96338FCE5B63}"/>
              </a:ext>
            </a:extLst>
          </p:cNvPr>
          <p:cNvSpPr txBox="1"/>
          <p:nvPr/>
        </p:nvSpPr>
        <p:spPr>
          <a:xfrm>
            <a:off x="1250334" y="3892092"/>
            <a:ext cx="10636866" cy="400110"/>
          </a:xfrm>
          <a:prstGeom prst="rect">
            <a:avLst/>
          </a:prstGeom>
          <a:noFill/>
        </p:spPr>
        <p:txBody>
          <a:bodyPr wrap="square" lIns="91440" tIns="45720" rIns="91440" bIns="45720" anchor="ctr">
            <a:noAutofit/>
          </a:bodyPr>
          <a:lstStyle/>
          <a:p>
            <a:r>
              <a:rPr lang="zh-CN" altLang="en-US" b="1" dirty="0">
                <a:latin typeface="Arial Narrow" panose="020B0606020202030204" pitchFamily="34" charset="0"/>
              </a:rPr>
              <a:t>网段的最大电缆长度从</a:t>
            </a:r>
            <a:r>
              <a:rPr lang="en-US" altLang="zh-CN" b="1" dirty="0">
                <a:latin typeface="Arial Narrow" panose="020B0606020202030204" pitchFamily="34" charset="0"/>
              </a:rPr>
              <a:t>1000m</a:t>
            </a:r>
            <a:r>
              <a:rPr lang="zh-CN" altLang="en-US" b="1" dirty="0">
                <a:latin typeface="Arial Narrow" panose="020B0606020202030204" pitchFamily="34" charset="0"/>
              </a:rPr>
              <a:t>减小到</a:t>
            </a:r>
            <a:r>
              <a:rPr lang="en-US" altLang="zh-CN" b="1" dirty="0">
                <a:solidFill>
                  <a:schemeClr val="accent1">
                    <a:lumMod val="75000"/>
                  </a:schemeClr>
                </a:solidFill>
                <a:latin typeface="Arial Narrow" panose="020B0606020202030204" pitchFamily="34" charset="0"/>
              </a:rPr>
              <a:t>100m</a:t>
            </a:r>
            <a:endParaRPr lang="zh-CN" altLang="en-US" b="1" dirty="0">
              <a:solidFill>
                <a:schemeClr val="accent1">
                  <a:lumMod val="75000"/>
                </a:schemeClr>
              </a:solidFill>
              <a:latin typeface="Arial Narrow" panose="020B0606020202030204" pitchFamily="34" charset="0"/>
            </a:endParaRPr>
          </a:p>
        </p:txBody>
      </p:sp>
      <p:sp>
        <p:nvSpPr>
          <p:cNvPr id="28" name="矩形 27">
            <a:extLst>
              <a:ext uri="{FF2B5EF4-FFF2-40B4-BE49-F238E27FC236}">
                <a16:creationId xmlns:a16="http://schemas.microsoft.com/office/drawing/2014/main" id="{15BE5EE6-8FE0-4A28-895F-15AB0AE08285}"/>
              </a:ext>
            </a:extLst>
          </p:cNvPr>
          <p:cNvSpPr/>
          <p:nvPr/>
        </p:nvSpPr>
        <p:spPr>
          <a:xfrm>
            <a:off x="933106" y="4507161"/>
            <a:ext cx="256976" cy="256976"/>
          </a:xfrm>
          <a:prstGeom prst="rect">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mc:AlternateContent xmlns:mc="http://schemas.openxmlformats.org/markup-compatibility/2006" xmlns:a14="http://schemas.microsoft.com/office/drawing/2010/main">
        <mc:Choice Requires="a14">
          <p:sp>
            <p:nvSpPr>
              <p:cNvPr id="29" name="íşlïḍè">
                <a:extLst>
                  <a:ext uri="{FF2B5EF4-FFF2-40B4-BE49-F238E27FC236}">
                    <a16:creationId xmlns:a16="http://schemas.microsoft.com/office/drawing/2014/main" id="{12C8E399-28CD-4B8F-92C3-E03489E7CD20}"/>
                  </a:ext>
                </a:extLst>
              </p:cNvPr>
              <p:cNvSpPr txBox="1"/>
              <p:nvPr/>
            </p:nvSpPr>
            <p:spPr>
              <a:xfrm>
                <a:off x="1250334" y="4452839"/>
                <a:ext cx="10636866" cy="400110"/>
              </a:xfrm>
              <a:prstGeom prst="rect">
                <a:avLst/>
              </a:prstGeom>
              <a:noFill/>
            </p:spPr>
            <p:txBody>
              <a:bodyPr wrap="square" lIns="91440" tIns="45720" rIns="91440" bIns="45720" anchor="ctr">
                <a:noAutofit/>
              </a:bodyPr>
              <a:lstStyle/>
              <a:p>
                <a:r>
                  <a:rPr lang="zh-CN" altLang="en-US" b="1" dirty="0">
                    <a:latin typeface="Arial Narrow" panose="020B0606020202030204" pitchFamily="34" charset="0"/>
                  </a:rPr>
                  <a:t>争用期缩短为</a:t>
                </a:r>
                <a:r>
                  <a:rPr lang="en-US" altLang="zh-CN" b="1" dirty="0">
                    <a:solidFill>
                      <a:schemeClr val="accent1">
                        <a:lumMod val="75000"/>
                      </a:schemeClr>
                    </a:solidFill>
                    <a:latin typeface="Arial Narrow" panose="020B0606020202030204" pitchFamily="34" charset="0"/>
                  </a:rPr>
                  <a:t>5.12</a:t>
                </a:r>
                <a14:m>
                  <m:oMath xmlns:m="http://schemas.openxmlformats.org/officeDocument/2006/math">
                    <m:r>
                      <a:rPr lang="el-GR" altLang="zh-CN" b="1" i="1" dirty="0" smtClean="0">
                        <a:solidFill>
                          <a:schemeClr val="accent1">
                            <a:lumMod val="75000"/>
                          </a:schemeClr>
                        </a:solidFill>
                        <a:latin typeface="Cambria Math" panose="02040503050406030204" pitchFamily="18" charset="0"/>
                      </a:rPr>
                      <m:t>𝝁</m:t>
                    </m:r>
                    <m:r>
                      <a:rPr lang="en-US" altLang="zh-CN" b="1" i="1" dirty="0" smtClean="0">
                        <a:solidFill>
                          <a:schemeClr val="accent1">
                            <a:lumMod val="75000"/>
                          </a:schemeClr>
                        </a:solidFill>
                        <a:latin typeface="Cambria Math" panose="02040503050406030204" pitchFamily="18" charset="0"/>
                      </a:rPr>
                      <m:t>𝒔</m:t>
                    </m:r>
                  </m:oMath>
                </a14:m>
                <a:endParaRPr lang="zh-CN" altLang="en-US" b="1" dirty="0">
                  <a:latin typeface="Arial Narrow" panose="020B0606020202030204" pitchFamily="34" charset="0"/>
                </a:endParaRPr>
              </a:p>
            </p:txBody>
          </p:sp>
        </mc:Choice>
        <mc:Fallback xmlns="">
          <p:sp>
            <p:nvSpPr>
              <p:cNvPr id="29" name="íşlïḍè">
                <a:extLst>
                  <a:ext uri="{FF2B5EF4-FFF2-40B4-BE49-F238E27FC236}">
                    <a16:creationId xmlns:a16="http://schemas.microsoft.com/office/drawing/2014/main" id="{12C8E399-28CD-4B8F-92C3-E03489E7CD20}"/>
                  </a:ext>
                </a:extLst>
              </p:cNvPr>
              <p:cNvSpPr txBox="1">
                <a:spLocks noRot="1" noChangeAspect="1" noMove="1" noResize="1" noEditPoints="1" noAdjustHandles="1" noChangeArrowheads="1" noChangeShapeType="1" noTextEdit="1"/>
              </p:cNvSpPr>
              <p:nvPr/>
            </p:nvSpPr>
            <p:spPr>
              <a:xfrm>
                <a:off x="1250334" y="4452839"/>
                <a:ext cx="10636866" cy="400110"/>
              </a:xfrm>
              <a:prstGeom prst="rect">
                <a:avLst/>
              </a:prstGeom>
              <a:blipFill>
                <a:blip r:embed="rId3"/>
                <a:stretch>
                  <a:fillRect l="-458" t="-3030" b="-19697"/>
                </a:stretch>
              </a:blipFill>
            </p:spPr>
            <p:txBody>
              <a:bodyPr/>
              <a:lstStyle/>
              <a:p>
                <a:r>
                  <a:rPr lang="zh-CN" altLang="en-US">
                    <a:noFill/>
                  </a:rPr>
                  <a:t> </a:t>
                </a:r>
              </a:p>
            </p:txBody>
          </p:sp>
        </mc:Fallback>
      </mc:AlternateContent>
      <p:sp>
        <p:nvSpPr>
          <p:cNvPr id="30" name="矩形 29">
            <a:extLst>
              <a:ext uri="{FF2B5EF4-FFF2-40B4-BE49-F238E27FC236}">
                <a16:creationId xmlns:a16="http://schemas.microsoft.com/office/drawing/2014/main" id="{113E354E-77C4-459F-B441-31297FEDFB31}"/>
              </a:ext>
            </a:extLst>
          </p:cNvPr>
          <p:cNvSpPr/>
          <p:nvPr/>
        </p:nvSpPr>
        <p:spPr>
          <a:xfrm>
            <a:off x="933106" y="5067908"/>
            <a:ext cx="256976" cy="256976"/>
          </a:xfrm>
          <a:prstGeom prst="rect">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mc:AlternateContent xmlns:mc="http://schemas.openxmlformats.org/markup-compatibility/2006" xmlns:a14="http://schemas.microsoft.com/office/drawing/2010/main">
        <mc:Choice Requires="a14">
          <p:sp>
            <p:nvSpPr>
              <p:cNvPr id="31" name="íşlïḍè">
                <a:extLst>
                  <a:ext uri="{FF2B5EF4-FFF2-40B4-BE49-F238E27FC236}">
                    <a16:creationId xmlns:a16="http://schemas.microsoft.com/office/drawing/2014/main" id="{6B88A4F3-388A-4075-9CBE-40C9AA5664AC}"/>
                  </a:ext>
                </a:extLst>
              </p:cNvPr>
              <p:cNvSpPr txBox="1"/>
              <p:nvPr/>
            </p:nvSpPr>
            <p:spPr>
              <a:xfrm>
                <a:off x="1250334" y="5013586"/>
                <a:ext cx="10636866" cy="400110"/>
              </a:xfrm>
              <a:prstGeom prst="rect">
                <a:avLst/>
              </a:prstGeom>
              <a:noFill/>
            </p:spPr>
            <p:txBody>
              <a:bodyPr wrap="square" lIns="91440" tIns="45720" rIns="91440" bIns="45720" anchor="ctr">
                <a:noAutofit/>
              </a:bodyPr>
              <a:lstStyle/>
              <a:p>
                <a:r>
                  <a:rPr lang="zh-CN" altLang="en-US" b="1" dirty="0">
                    <a:latin typeface="Arial Narrow" panose="020B0606020202030204" pitchFamily="34" charset="0"/>
                  </a:rPr>
                  <a:t>帧间最小间隔缩短为</a:t>
                </a:r>
                <a:r>
                  <a:rPr lang="en-US" altLang="zh-CN" b="1" dirty="0">
                    <a:solidFill>
                      <a:schemeClr val="accent1">
                        <a:lumMod val="75000"/>
                      </a:schemeClr>
                    </a:solidFill>
                    <a:latin typeface="Arial Narrow" panose="020B0606020202030204" pitchFamily="34" charset="0"/>
                  </a:rPr>
                  <a:t>0.96</a:t>
                </a:r>
                <a14:m>
                  <m:oMath xmlns:m="http://schemas.openxmlformats.org/officeDocument/2006/math">
                    <m:r>
                      <a:rPr lang="el-GR" altLang="zh-CN" b="1" i="1" dirty="0">
                        <a:solidFill>
                          <a:schemeClr val="accent1">
                            <a:lumMod val="75000"/>
                          </a:schemeClr>
                        </a:solidFill>
                        <a:latin typeface="Cambria Math" panose="02040503050406030204" pitchFamily="18" charset="0"/>
                      </a:rPr>
                      <m:t>𝝁</m:t>
                    </m:r>
                    <m:r>
                      <a:rPr lang="en-US" altLang="zh-CN" b="1" i="1" dirty="0">
                        <a:solidFill>
                          <a:schemeClr val="accent1">
                            <a:lumMod val="75000"/>
                          </a:schemeClr>
                        </a:solidFill>
                        <a:latin typeface="Cambria Math" panose="02040503050406030204" pitchFamily="18" charset="0"/>
                      </a:rPr>
                      <m:t>𝒔</m:t>
                    </m:r>
                  </m:oMath>
                </a14:m>
                <a:endParaRPr lang="zh-CN" altLang="en-US" b="1" dirty="0">
                  <a:latin typeface="Arial Narrow" panose="020B0606020202030204" pitchFamily="34" charset="0"/>
                </a:endParaRPr>
              </a:p>
            </p:txBody>
          </p:sp>
        </mc:Choice>
        <mc:Fallback xmlns="">
          <p:sp>
            <p:nvSpPr>
              <p:cNvPr id="31" name="íşlïḍè">
                <a:extLst>
                  <a:ext uri="{FF2B5EF4-FFF2-40B4-BE49-F238E27FC236}">
                    <a16:creationId xmlns:a16="http://schemas.microsoft.com/office/drawing/2014/main" id="{6B88A4F3-388A-4075-9CBE-40C9AA5664AC}"/>
                  </a:ext>
                </a:extLst>
              </p:cNvPr>
              <p:cNvSpPr txBox="1">
                <a:spLocks noRot="1" noChangeAspect="1" noMove="1" noResize="1" noEditPoints="1" noAdjustHandles="1" noChangeArrowheads="1" noChangeShapeType="1" noTextEdit="1"/>
              </p:cNvSpPr>
              <p:nvPr/>
            </p:nvSpPr>
            <p:spPr>
              <a:xfrm>
                <a:off x="1250334" y="5013586"/>
                <a:ext cx="10636866" cy="400110"/>
              </a:xfrm>
              <a:prstGeom prst="rect">
                <a:avLst/>
              </a:prstGeom>
              <a:blipFill>
                <a:blip r:embed="rId4"/>
                <a:stretch>
                  <a:fillRect l="-458" t="-3030" b="-19697"/>
                </a:stretch>
              </a:blipFill>
            </p:spPr>
            <p:txBody>
              <a:bodyPr/>
              <a:lstStyle/>
              <a:p>
                <a:r>
                  <a:rPr lang="zh-CN" altLang="en-US">
                    <a:noFill/>
                  </a:rPr>
                  <a:t> </a:t>
                </a:r>
              </a:p>
            </p:txBody>
          </p:sp>
        </mc:Fallback>
      </mc:AlternateContent>
      <p:sp>
        <p:nvSpPr>
          <p:cNvPr id="5" name="矩形 4">
            <a:extLst>
              <a:ext uri="{FF2B5EF4-FFF2-40B4-BE49-F238E27FC236}">
                <a16:creationId xmlns:a16="http://schemas.microsoft.com/office/drawing/2014/main" id="{BA3297A1-8994-482A-B88A-3F8AB8F60788}"/>
              </a:ext>
            </a:extLst>
          </p:cNvPr>
          <p:cNvSpPr/>
          <p:nvPr/>
        </p:nvSpPr>
        <p:spPr>
          <a:xfrm>
            <a:off x="933106" y="5469562"/>
            <a:ext cx="10344494" cy="789680"/>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r>
              <a:rPr lang="en-US" altLang="zh-CN" b="1" dirty="0"/>
              <a:t>100BASE-T</a:t>
            </a:r>
            <a:r>
              <a:rPr lang="zh-CN" altLang="en-US" b="1" dirty="0"/>
              <a:t>以太网还可以使用以太网交换机来提供比集线器更好的服务质量，即在全双工方式下无碰撞工作。因此，使用交换机的</a:t>
            </a:r>
            <a:r>
              <a:rPr lang="en-US" altLang="zh-CN" b="1" dirty="0"/>
              <a:t>100BASE-T</a:t>
            </a:r>
            <a:r>
              <a:rPr lang="zh-CN" altLang="en-US" b="1" dirty="0"/>
              <a:t>以太网，工作在全双工方式下，并不使用</a:t>
            </a:r>
            <a:r>
              <a:rPr lang="en-US" altLang="zh-CN" b="1" dirty="0"/>
              <a:t>CSMA/CD</a:t>
            </a:r>
            <a:r>
              <a:rPr lang="zh-CN" altLang="en-US" b="1" dirty="0"/>
              <a:t>协议。</a:t>
            </a:r>
          </a:p>
        </p:txBody>
      </p:sp>
    </p:spTree>
    <p:custDataLst>
      <p:tags r:id="rId1"/>
    </p:custDataLst>
    <p:extLst>
      <p:ext uri="{BB962C8B-B14F-4D97-AF65-F5344CB8AC3E}">
        <p14:creationId xmlns:p14="http://schemas.microsoft.com/office/powerpoint/2010/main" val="2094053426"/>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49" presetClass="entr" presetSubtype="0" decel="100000" fill="hold" grpId="0" nodeType="withEffect">
                                  <p:stCondLst>
                                    <p:cond delay="0"/>
                                  </p:stCondLst>
                                  <p:childTnLst>
                                    <p:set>
                                      <p:cBhvr>
                                        <p:cTn id="6" dur="1" fill="hold">
                                          <p:stCondLst>
                                            <p:cond delay="0"/>
                                          </p:stCondLst>
                                        </p:cTn>
                                        <p:tgtEl>
                                          <p:spTgt spid="16"/>
                                        </p:tgtEl>
                                        <p:attrNameLst>
                                          <p:attrName>style.visibility</p:attrName>
                                        </p:attrNameLst>
                                      </p:cBhvr>
                                      <p:to>
                                        <p:strVal val="visible"/>
                                      </p:to>
                                    </p:set>
                                    <p:anim calcmode="lin" valueType="num">
                                      <p:cBhvr>
                                        <p:cTn id="7" dur="500" fill="hold"/>
                                        <p:tgtEl>
                                          <p:spTgt spid="16"/>
                                        </p:tgtEl>
                                        <p:attrNameLst>
                                          <p:attrName>ppt_w</p:attrName>
                                        </p:attrNameLst>
                                      </p:cBhvr>
                                      <p:tavLst>
                                        <p:tav tm="0">
                                          <p:val>
                                            <p:fltVal val="0"/>
                                          </p:val>
                                        </p:tav>
                                        <p:tav tm="100000">
                                          <p:val>
                                            <p:strVal val="#ppt_w"/>
                                          </p:val>
                                        </p:tav>
                                      </p:tavLst>
                                    </p:anim>
                                    <p:anim calcmode="lin" valueType="num">
                                      <p:cBhvr>
                                        <p:cTn id="8" dur="500" fill="hold"/>
                                        <p:tgtEl>
                                          <p:spTgt spid="16"/>
                                        </p:tgtEl>
                                        <p:attrNameLst>
                                          <p:attrName>ppt_h</p:attrName>
                                        </p:attrNameLst>
                                      </p:cBhvr>
                                      <p:tavLst>
                                        <p:tav tm="0">
                                          <p:val>
                                            <p:fltVal val="0"/>
                                          </p:val>
                                        </p:tav>
                                        <p:tav tm="100000">
                                          <p:val>
                                            <p:strVal val="#ppt_h"/>
                                          </p:val>
                                        </p:tav>
                                      </p:tavLst>
                                    </p:anim>
                                    <p:anim calcmode="lin" valueType="num">
                                      <p:cBhvr>
                                        <p:cTn id="9" dur="500" fill="hold"/>
                                        <p:tgtEl>
                                          <p:spTgt spid="16"/>
                                        </p:tgtEl>
                                        <p:attrNameLst>
                                          <p:attrName>style.rotation</p:attrName>
                                        </p:attrNameLst>
                                      </p:cBhvr>
                                      <p:tavLst>
                                        <p:tav tm="0">
                                          <p:val>
                                            <p:fltVal val="360"/>
                                          </p:val>
                                        </p:tav>
                                        <p:tav tm="100000">
                                          <p:val>
                                            <p:fltVal val="0"/>
                                          </p:val>
                                        </p:tav>
                                      </p:tavLst>
                                    </p:anim>
                                    <p:animEffect transition="in" filter="fade">
                                      <p:cBhvr>
                                        <p:cTn id="10" dur="500"/>
                                        <p:tgtEl>
                                          <p:spTgt spid="16"/>
                                        </p:tgtEl>
                                      </p:cBhvr>
                                    </p:animEffect>
                                  </p:childTnLst>
                                </p:cTn>
                              </p:par>
                            </p:childTnLst>
                          </p:cTn>
                        </p:par>
                        <p:par>
                          <p:cTn id="11" fill="hold">
                            <p:stCondLst>
                              <p:cond delay="500"/>
                            </p:stCondLst>
                            <p:childTnLst>
                              <p:par>
                                <p:cTn id="12" presetID="1" presetClass="entr" presetSubtype="0" fill="hold" grpId="0" nodeType="afterEffect">
                                  <p:stCondLst>
                                    <p:cond delay="0"/>
                                  </p:stCondLst>
                                  <p:iterate type="lt">
                                    <p:tmAbs val="100"/>
                                  </p:iterate>
                                  <p:childTnLst>
                                    <p:set>
                                      <p:cBhvr>
                                        <p:cTn id="13" dur="1" fill="hold">
                                          <p:stCondLst>
                                            <p:cond delay="0"/>
                                          </p:stCondLst>
                                        </p:cTn>
                                        <p:tgtEl>
                                          <p:spTgt spid="17"/>
                                        </p:tgtEl>
                                        <p:attrNameLst>
                                          <p:attrName>style.visibility</p:attrName>
                                        </p:attrNameLst>
                                      </p:cBhvr>
                                      <p:to>
                                        <p:strVal val="visible"/>
                                      </p:to>
                                    </p:set>
                                  </p:childTnLst>
                                </p:cTn>
                              </p:par>
                            </p:childTnLst>
                          </p:cTn>
                        </p:par>
                      </p:childTnLst>
                    </p:cTn>
                  </p:par>
                  <p:par>
                    <p:cTn id="14" fill="hold">
                      <p:stCondLst>
                        <p:cond delay="indefinite"/>
                      </p:stCondLst>
                      <p:childTnLst>
                        <p:par>
                          <p:cTn id="15" fill="hold">
                            <p:stCondLst>
                              <p:cond delay="0"/>
                            </p:stCondLst>
                            <p:childTnLst>
                              <p:par>
                                <p:cTn id="16" presetID="49" presetClass="entr" presetSubtype="0" decel="100000" fill="hold" grpId="0" nodeType="clickEffect">
                                  <p:stCondLst>
                                    <p:cond delay="0"/>
                                  </p:stCondLst>
                                  <p:childTnLst>
                                    <p:set>
                                      <p:cBhvr>
                                        <p:cTn id="17" dur="1" fill="hold">
                                          <p:stCondLst>
                                            <p:cond delay="0"/>
                                          </p:stCondLst>
                                        </p:cTn>
                                        <p:tgtEl>
                                          <p:spTgt spid="18"/>
                                        </p:tgtEl>
                                        <p:attrNameLst>
                                          <p:attrName>style.visibility</p:attrName>
                                        </p:attrNameLst>
                                      </p:cBhvr>
                                      <p:to>
                                        <p:strVal val="visible"/>
                                      </p:to>
                                    </p:set>
                                    <p:anim calcmode="lin" valueType="num">
                                      <p:cBhvr>
                                        <p:cTn id="18" dur="500" fill="hold"/>
                                        <p:tgtEl>
                                          <p:spTgt spid="18"/>
                                        </p:tgtEl>
                                        <p:attrNameLst>
                                          <p:attrName>ppt_w</p:attrName>
                                        </p:attrNameLst>
                                      </p:cBhvr>
                                      <p:tavLst>
                                        <p:tav tm="0">
                                          <p:val>
                                            <p:fltVal val="0"/>
                                          </p:val>
                                        </p:tav>
                                        <p:tav tm="100000">
                                          <p:val>
                                            <p:strVal val="#ppt_w"/>
                                          </p:val>
                                        </p:tav>
                                      </p:tavLst>
                                    </p:anim>
                                    <p:anim calcmode="lin" valueType="num">
                                      <p:cBhvr>
                                        <p:cTn id="19" dur="500" fill="hold"/>
                                        <p:tgtEl>
                                          <p:spTgt spid="18"/>
                                        </p:tgtEl>
                                        <p:attrNameLst>
                                          <p:attrName>ppt_h</p:attrName>
                                        </p:attrNameLst>
                                      </p:cBhvr>
                                      <p:tavLst>
                                        <p:tav tm="0">
                                          <p:val>
                                            <p:fltVal val="0"/>
                                          </p:val>
                                        </p:tav>
                                        <p:tav tm="100000">
                                          <p:val>
                                            <p:strVal val="#ppt_h"/>
                                          </p:val>
                                        </p:tav>
                                      </p:tavLst>
                                    </p:anim>
                                    <p:anim calcmode="lin" valueType="num">
                                      <p:cBhvr>
                                        <p:cTn id="20" dur="500" fill="hold"/>
                                        <p:tgtEl>
                                          <p:spTgt spid="18"/>
                                        </p:tgtEl>
                                        <p:attrNameLst>
                                          <p:attrName>style.rotation</p:attrName>
                                        </p:attrNameLst>
                                      </p:cBhvr>
                                      <p:tavLst>
                                        <p:tav tm="0">
                                          <p:val>
                                            <p:fltVal val="360"/>
                                          </p:val>
                                        </p:tav>
                                        <p:tav tm="100000">
                                          <p:val>
                                            <p:fltVal val="0"/>
                                          </p:val>
                                        </p:tav>
                                      </p:tavLst>
                                    </p:anim>
                                    <p:animEffect transition="in" filter="fade">
                                      <p:cBhvr>
                                        <p:cTn id="21" dur="500"/>
                                        <p:tgtEl>
                                          <p:spTgt spid="18"/>
                                        </p:tgtEl>
                                      </p:cBhvr>
                                    </p:animEffect>
                                  </p:childTnLst>
                                </p:cTn>
                              </p:par>
                            </p:childTnLst>
                          </p:cTn>
                        </p:par>
                        <p:par>
                          <p:cTn id="22" fill="hold">
                            <p:stCondLst>
                              <p:cond delay="500"/>
                            </p:stCondLst>
                            <p:childTnLst>
                              <p:par>
                                <p:cTn id="23" presetID="1" presetClass="entr" presetSubtype="0" fill="hold" grpId="0" nodeType="afterEffect">
                                  <p:stCondLst>
                                    <p:cond delay="0"/>
                                  </p:stCondLst>
                                  <p:iterate type="lt">
                                    <p:tmAbs val="100"/>
                                  </p:iterate>
                                  <p:childTnLst>
                                    <p:set>
                                      <p:cBhvr>
                                        <p:cTn id="24" dur="1" fill="hold">
                                          <p:stCondLst>
                                            <p:cond delay="0"/>
                                          </p:stCondLst>
                                        </p:cTn>
                                        <p:tgtEl>
                                          <p:spTgt spid="19"/>
                                        </p:tgtEl>
                                        <p:attrNameLst>
                                          <p:attrName>style.visibility</p:attrName>
                                        </p:attrNameLst>
                                      </p:cBhvr>
                                      <p:to>
                                        <p:strVal val="visible"/>
                                      </p:to>
                                    </p:set>
                                  </p:childTnLst>
                                </p:cTn>
                              </p:par>
                            </p:childTnLst>
                          </p:cTn>
                        </p:par>
                      </p:childTnLst>
                    </p:cTn>
                  </p:par>
                  <p:par>
                    <p:cTn id="25" fill="hold">
                      <p:stCondLst>
                        <p:cond delay="indefinite"/>
                      </p:stCondLst>
                      <p:childTnLst>
                        <p:par>
                          <p:cTn id="26" fill="hold">
                            <p:stCondLst>
                              <p:cond delay="0"/>
                            </p:stCondLst>
                            <p:childTnLst>
                              <p:par>
                                <p:cTn id="27" presetID="49" presetClass="entr" presetSubtype="0" decel="100000" fill="hold" grpId="0" nodeType="clickEffect">
                                  <p:stCondLst>
                                    <p:cond delay="0"/>
                                  </p:stCondLst>
                                  <p:childTnLst>
                                    <p:set>
                                      <p:cBhvr>
                                        <p:cTn id="28" dur="1" fill="hold">
                                          <p:stCondLst>
                                            <p:cond delay="0"/>
                                          </p:stCondLst>
                                        </p:cTn>
                                        <p:tgtEl>
                                          <p:spTgt spid="25"/>
                                        </p:tgtEl>
                                        <p:attrNameLst>
                                          <p:attrName>style.visibility</p:attrName>
                                        </p:attrNameLst>
                                      </p:cBhvr>
                                      <p:to>
                                        <p:strVal val="visible"/>
                                      </p:to>
                                    </p:set>
                                    <p:anim calcmode="lin" valueType="num">
                                      <p:cBhvr>
                                        <p:cTn id="29" dur="500" fill="hold"/>
                                        <p:tgtEl>
                                          <p:spTgt spid="25"/>
                                        </p:tgtEl>
                                        <p:attrNameLst>
                                          <p:attrName>ppt_w</p:attrName>
                                        </p:attrNameLst>
                                      </p:cBhvr>
                                      <p:tavLst>
                                        <p:tav tm="0">
                                          <p:val>
                                            <p:fltVal val="0"/>
                                          </p:val>
                                        </p:tav>
                                        <p:tav tm="100000">
                                          <p:val>
                                            <p:strVal val="#ppt_w"/>
                                          </p:val>
                                        </p:tav>
                                      </p:tavLst>
                                    </p:anim>
                                    <p:anim calcmode="lin" valueType="num">
                                      <p:cBhvr>
                                        <p:cTn id="30" dur="500" fill="hold"/>
                                        <p:tgtEl>
                                          <p:spTgt spid="25"/>
                                        </p:tgtEl>
                                        <p:attrNameLst>
                                          <p:attrName>ppt_h</p:attrName>
                                        </p:attrNameLst>
                                      </p:cBhvr>
                                      <p:tavLst>
                                        <p:tav tm="0">
                                          <p:val>
                                            <p:fltVal val="0"/>
                                          </p:val>
                                        </p:tav>
                                        <p:tav tm="100000">
                                          <p:val>
                                            <p:strVal val="#ppt_h"/>
                                          </p:val>
                                        </p:tav>
                                      </p:tavLst>
                                    </p:anim>
                                    <p:anim calcmode="lin" valueType="num">
                                      <p:cBhvr>
                                        <p:cTn id="31" dur="500" fill="hold"/>
                                        <p:tgtEl>
                                          <p:spTgt spid="25"/>
                                        </p:tgtEl>
                                        <p:attrNameLst>
                                          <p:attrName>style.rotation</p:attrName>
                                        </p:attrNameLst>
                                      </p:cBhvr>
                                      <p:tavLst>
                                        <p:tav tm="0">
                                          <p:val>
                                            <p:fltVal val="360"/>
                                          </p:val>
                                        </p:tav>
                                        <p:tav tm="100000">
                                          <p:val>
                                            <p:fltVal val="0"/>
                                          </p:val>
                                        </p:tav>
                                      </p:tavLst>
                                    </p:anim>
                                    <p:animEffect transition="in" filter="fade">
                                      <p:cBhvr>
                                        <p:cTn id="32" dur="500"/>
                                        <p:tgtEl>
                                          <p:spTgt spid="25"/>
                                        </p:tgtEl>
                                      </p:cBhvr>
                                    </p:animEffect>
                                  </p:childTnLst>
                                </p:cTn>
                              </p:par>
                            </p:childTnLst>
                          </p:cTn>
                        </p:par>
                        <p:par>
                          <p:cTn id="33" fill="hold">
                            <p:stCondLst>
                              <p:cond delay="500"/>
                            </p:stCondLst>
                            <p:childTnLst>
                              <p:par>
                                <p:cTn id="34" presetID="1" presetClass="entr" presetSubtype="0" fill="hold" grpId="0" nodeType="afterEffect">
                                  <p:stCondLst>
                                    <p:cond delay="0"/>
                                  </p:stCondLst>
                                  <p:iterate type="lt">
                                    <p:tmAbs val="100"/>
                                  </p:iterate>
                                  <p:childTnLst>
                                    <p:set>
                                      <p:cBhvr>
                                        <p:cTn id="35" dur="1" fill="hold">
                                          <p:stCondLst>
                                            <p:cond delay="0"/>
                                          </p:stCondLst>
                                        </p:cTn>
                                        <p:tgtEl>
                                          <p:spTgt spid="27"/>
                                        </p:tgtEl>
                                        <p:attrNameLst>
                                          <p:attrName>style.visibility</p:attrName>
                                        </p:attrNameLst>
                                      </p:cBhvr>
                                      <p:to>
                                        <p:strVal val="visible"/>
                                      </p:to>
                                    </p:set>
                                  </p:childTnLst>
                                </p:cTn>
                              </p:par>
                            </p:childTnLst>
                          </p:cTn>
                        </p:par>
                      </p:childTnLst>
                    </p:cTn>
                  </p:par>
                  <p:par>
                    <p:cTn id="36" fill="hold">
                      <p:stCondLst>
                        <p:cond delay="indefinite"/>
                      </p:stCondLst>
                      <p:childTnLst>
                        <p:par>
                          <p:cTn id="37" fill="hold">
                            <p:stCondLst>
                              <p:cond delay="0"/>
                            </p:stCondLst>
                            <p:childTnLst>
                              <p:par>
                                <p:cTn id="38" presetID="49" presetClass="entr" presetSubtype="0" decel="100000" fill="hold" grpId="0" nodeType="clickEffect">
                                  <p:stCondLst>
                                    <p:cond delay="0"/>
                                  </p:stCondLst>
                                  <p:childTnLst>
                                    <p:set>
                                      <p:cBhvr>
                                        <p:cTn id="39" dur="1" fill="hold">
                                          <p:stCondLst>
                                            <p:cond delay="0"/>
                                          </p:stCondLst>
                                        </p:cTn>
                                        <p:tgtEl>
                                          <p:spTgt spid="28"/>
                                        </p:tgtEl>
                                        <p:attrNameLst>
                                          <p:attrName>style.visibility</p:attrName>
                                        </p:attrNameLst>
                                      </p:cBhvr>
                                      <p:to>
                                        <p:strVal val="visible"/>
                                      </p:to>
                                    </p:set>
                                    <p:anim calcmode="lin" valueType="num">
                                      <p:cBhvr>
                                        <p:cTn id="40" dur="500" fill="hold"/>
                                        <p:tgtEl>
                                          <p:spTgt spid="28"/>
                                        </p:tgtEl>
                                        <p:attrNameLst>
                                          <p:attrName>ppt_w</p:attrName>
                                        </p:attrNameLst>
                                      </p:cBhvr>
                                      <p:tavLst>
                                        <p:tav tm="0">
                                          <p:val>
                                            <p:fltVal val="0"/>
                                          </p:val>
                                        </p:tav>
                                        <p:tav tm="100000">
                                          <p:val>
                                            <p:strVal val="#ppt_w"/>
                                          </p:val>
                                        </p:tav>
                                      </p:tavLst>
                                    </p:anim>
                                    <p:anim calcmode="lin" valueType="num">
                                      <p:cBhvr>
                                        <p:cTn id="41" dur="500" fill="hold"/>
                                        <p:tgtEl>
                                          <p:spTgt spid="28"/>
                                        </p:tgtEl>
                                        <p:attrNameLst>
                                          <p:attrName>ppt_h</p:attrName>
                                        </p:attrNameLst>
                                      </p:cBhvr>
                                      <p:tavLst>
                                        <p:tav tm="0">
                                          <p:val>
                                            <p:fltVal val="0"/>
                                          </p:val>
                                        </p:tav>
                                        <p:tav tm="100000">
                                          <p:val>
                                            <p:strVal val="#ppt_h"/>
                                          </p:val>
                                        </p:tav>
                                      </p:tavLst>
                                    </p:anim>
                                    <p:anim calcmode="lin" valueType="num">
                                      <p:cBhvr>
                                        <p:cTn id="42" dur="500" fill="hold"/>
                                        <p:tgtEl>
                                          <p:spTgt spid="28"/>
                                        </p:tgtEl>
                                        <p:attrNameLst>
                                          <p:attrName>style.rotation</p:attrName>
                                        </p:attrNameLst>
                                      </p:cBhvr>
                                      <p:tavLst>
                                        <p:tav tm="0">
                                          <p:val>
                                            <p:fltVal val="360"/>
                                          </p:val>
                                        </p:tav>
                                        <p:tav tm="100000">
                                          <p:val>
                                            <p:fltVal val="0"/>
                                          </p:val>
                                        </p:tav>
                                      </p:tavLst>
                                    </p:anim>
                                    <p:animEffect transition="in" filter="fade">
                                      <p:cBhvr>
                                        <p:cTn id="43" dur="500"/>
                                        <p:tgtEl>
                                          <p:spTgt spid="28"/>
                                        </p:tgtEl>
                                      </p:cBhvr>
                                    </p:animEffect>
                                  </p:childTnLst>
                                </p:cTn>
                              </p:par>
                            </p:childTnLst>
                          </p:cTn>
                        </p:par>
                        <p:par>
                          <p:cTn id="44" fill="hold">
                            <p:stCondLst>
                              <p:cond delay="500"/>
                            </p:stCondLst>
                            <p:childTnLst>
                              <p:par>
                                <p:cTn id="45" presetID="1" presetClass="entr" presetSubtype="0" fill="hold" grpId="0" nodeType="afterEffect">
                                  <p:stCondLst>
                                    <p:cond delay="0"/>
                                  </p:stCondLst>
                                  <p:iterate type="lt">
                                    <p:tmAbs val="100"/>
                                  </p:iterate>
                                  <p:childTnLst>
                                    <p:set>
                                      <p:cBhvr>
                                        <p:cTn id="46" dur="1" fill="hold">
                                          <p:stCondLst>
                                            <p:cond delay="0"/>
                                          </p:stCondLst>
                                        </p:cTn>
                                        <p:tgtEl>
                                          <p:spTgt spid="29"/>
                                        </p:tgtEl>
                                        <p:attrNameLst>
                                          <p:attrName>style.visibility</p:attrName>
                                        </p:attrNameLst>
                                      </p:cBhvr>
                                      <p:to>
                                        <p:strVal val="visible"/>
                                      </p:to>
                                    </p:set>
                                  </p:childTnLst>
                                </p:cTn>
                              </p:par>
                            </p:childTnLst>
                          </p:cTn>
                        </p:par>
                      </p:childTnLst>
                    </p:cTn>
                  </p:par>
                  <p:par>
                    <p:cTn id="47" fill="hold">
                      <p:stCondLst>
                        <p:cond delay="indefinite"/>
                      </p:stCondLst>
                      <p:childTnLst>
                        <p:par>
                          <p:cTn id="48" fill="hold">
                            <p:stCondLst>
                              <p:cond delay="0"/>
                            </p:stCondLst>
                            <p:childTnLst>
                              <p:par>
                                <p:cTn id="49" presetID="49" presetClass="entr" presetSubtype="0" decel="100000" fill="hold" grpId="0" nodeType="clickEffect">
                                  <p:stCondLst>
                                    <p:cond delay="0"/>
                                  </p:stCondLst>
                                  <p:childTnLst>
                                    <p:set>
                                      <p:cBhvr>
                                        <p:cTn id="50" dur="1" fill="hold">
                                          <p:stCondLst>
                                            <p:cond delay="0"/>
                                          </p:stCondLst>
                                        </p:cTn>
                                        <p:tgtEl>
                                          <p:spTgt spid="30"/>
                                        </p:tgtEl>
                                        <p:attrNameLst>
                                          <p:attrName>style.visibility</p:attrName>
                                        </p:attrNameLst>
                                      </p:cBhvr>
                                      <p:to>
                                        <p:strVal val="visible"/>
                                      </p:to>
                                    </p:set>
                                    <p:anim calcmode="lin" valueType="num">
                                      <p:cBhvr>
                                        <p:cTn id="51" dur="500" fill="hold"/>
                                        <p:tgtEl>
                                          <p:spTgt spid="30"/>
                                        </p:tgtEl>
                                        <p:attrNameLst>
                                          <p:attrName>ppt_w</p:attrName>
                                        </p:attrNameLst>
                                      </p:cBhvr>
                                      <p:tavLst>
                                        <p:tav tm="0">
                                          <p:val>
                                            <p:fltVal val="0"/>
                                          </p:val>
                                        </p:tav>
                                        <p:tav tm="100000">
                                          <p:val>
                                            <p:strVal val="#ppt_w"/>
                                          </p:val>
                                        </p:tav>
                                      </p:tavLst>
                                    </p:anim>
                                    <p:anim calcmode="lin" valueType="num">
                                      <p:cBhvr>
                                        <p:cTn id="52" dur="500" fill="hold"/>
                                        <p:tgtEl>
                                          <p:spTgt spid="30"/>
                                        </p:tgtEl>
                                        <p:attrNameLst>
                                          <p:attrName>ppt_h</p:attrName>
                                        </p:attrNameLst>
                                      </p:cBhvr>
                                      <p:tavLst>
                                        <p:tav tm="0">
                                          <p:val>
                                            <p:fltVal val="0"/>
                                          </p:val>
                                        </p:tav>
                                        <p:tav tm="100000">
                                          <p:val>
                                            <p:strVal val="#ppt_h"/>
                                          </p:val>
                                        </p:tav>
                                      </p:tavLst>
                                    </p:anim>
                                    <p:anim calcmode="lin" valueType="num">
                                      <p:cBhvr>
                                        <p:cTn id="53" dur="500" fill="hold"/>
                                        <p:tgtEl>
                                          <p:spTgt spid="30"/>
                                        </p:tgtEl>
                                        <p:attrNameLst>
                                          <p:attrName>style.rotation</p:attrName>
                                        </p:attrNameLst>
                                      </p:cBhvr>
                                      <p:tavLst>
                                        <p:tav tm="0">
                                          <p:val>
                                            <p:fltVal val="360"/>
                                          </p:val>
                                        </p:tav>
                                        <p:tav tm="100000">
                                          <p:val>
                                            <p:fltVal val="0"/>
                                          </p:val>
                                        </p:tav>
                                      </p:tavLst>
                                    </p:anim>
                                    <p:animEffect transition="in" filter="fade">
                                      <p:cBhvr>
                                        <p:cTn id="54" dur="500"/>
                                        <p:tgtEl>
                                          <p:spTgt spid="30"/>
                                        </p:tgtEl>
                                      </p:cBhvr>
                                    </p:animEffect>
                                  </p:childTnLst>
                                </p:cTn>
                              </p:par>
                            </p:childTnLst>
                          </p:cTn>
                        </p:par>
                        <p:par>
                          <p:cTn id="55" fill="hold">
                            <p:stCondLst>
                              <p:cond delay="500"/>
                            </p:stCondLst>
                            <p:childTnLst>
                              <p:par>
                                <p:cTn id="56" presetID="1" presetClass="entr" presetSubtype="0" fill="hold" grpId="0" nodeType="afterEffect">
                                  <p:stCondLst>
                                    <p:cond delay="0"/>
                                  </p:stCondLst>
                                  <p:iterate type="lt">
                                    <p:tmAbs val="100"/>
                                  </p:iterate>
                                  <p:childTnLst>
                                    <p:set>
                                      <p:cBhvr>
                                        <p:cTn id="57" dur="1" fill="hold">
                                          <p:stCondLst>
                                            <p:cond delay="0"/>
                                          </p:stCondLst>
                                        </p:cTn>
                                        <p:tgtEl>
                                          <p:spTgt spid="31"/>
                                        </p:tgtEl>
                                        <p:attrNameLst>
                                          <p:attrName>style.visibility</p:attrName>
                                        </p:attrNameLst>
                                      </p:cBhvr>
                                      <p:to>
                                        <p:strVal val="visible"/>
                                      </p:to>
                                    </p:set>
                                  </p:childTnLst>
                                </p:cTn>
                              </p:par>
                            </p:childTnLst>
                          </p:cTn>
                        </p:par>
                      </p:childTnLst>
                    </p:cTn>
                  </p:par>
                  <p:par>
                    <p:cTn id="58" fill="hold">
                      <p:stCondLst>
                        <p:cond delay="indefinite"/>
                      </p:stCondLst>
                      <p:childTnLst>
                        <p:par>
                          <p:cTn id="59" fill="hold">
                            <p:stCondLst>
                              <p:cond delay="0"/>
                            </p:stCondLst>
                            <p:childTnLst>
                              <p:par>
                                <p:cTn id="60" presetID="47" presetClass="entr" presetSubtype="0" fill="hold" grpId="0" nodeType="clickEffect">
                                  <p:stCondLst>
                                    <p:cond delay="0"/>
                                  </p:stCondLst>
                                  <p:childTnLst>
                                    <p:set>
                                      <p:cBhvr>
                                        <p:cTn id="61" dur="1" fill="hold">
                                          <p:stCondLst>
                                            <p:cond delay="0"/>
                                          </p:stCondLst>
                                        </p:cTn>
                                        <p:tgtEl>
                                          <p:spTgt spid="5"/>
                                        </p:tgtEl>
                                        <p:attrNameLst>
                                          <p:attrName>style.visibility</p:attrName>
                                        </p:attrNameLst>
                                      </p:cBhvr>
                                      <p:to>
                                        <p:strVal val="visible"/>
                                      </p:to>
                                    </p:set>
                                    <p:animEffect transition="in" filter="fade">
                                      <p:cBhvr>
                                        <p:cTn id="62" dur="1000"/>
                                        <p:tgtEl>
                                          <p:spTgt spid="5"/>
                                        </p:tgtEl>
                                      </p:cBhvr>
                                    </p:animEffect>
                                    <p:anim calcmode="lin" valueType="num">
                                      <p:cBhvr>
                                        <p:cTn id="63" dur="1000" fill="hold"/>
                                        <p:tgtEl>
                                          <p:spTgt spid="5"/>
                                        </p:tgtEl>
                                        <p:attrNameLst>
                                          <p:attrName>ppt_x</p:attrName>
                                        </p:attrNameLst>
                                      </p:cBhvr>
                                      <p:tavLst>
                                        <p:tav tm="0">
                                          <p:val>
                                            <p:strVal val="#ppt_x"/>
                                          </p:val>
                                        </p:tav>
                                        <p:tav tm="100000">
                                          <p:val>
                                            <p:strVal val="#ppt_x"/>
                                          </p:val>
                                        </p:tav>
                                      </p:tavLst>
                                    </p:anim>
                                    <p:anim calcmode="lin" valueType="num">
                                      <p:cBhvr>
                                        <p:cTn id="64" dur="1000" fill="hold"/>
                                        <p:tgtEl>
                                          <p:spTgt spid="5"/>
                                        </p:tgtEl>
                                        <p:attrNameLst>
                                          <p:attrName>ppt_y</p:attrName>
                                        </p:attrNameLst>
                                      </p:cBhvr>
                                      <p:tavLst>
                                        <p:tav tm="0">
                                          <p:val>
                                            <p:strVal val="#ppt_y-.1"/>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6" grpId="0" animBg="1"/>
      <p:bldP spid="17" grpId="0"/>
      <p:bldP spid="18" grpId="0" animBg="1"/>
      <p:bldP spid="19" grpId="0"/>
      <p:bldP spid="25" grpId="0" animBg="1"/>
      <p:bldP spid="27" grpId="0"/>
      <p:bldP spid="28" grpId="0" animBg="1"/>
      <p:bldP spid="29" grpId="0"/>
      <p:bldP spid="30" grpId="0" animBg="1"/>
      <p:bldP spid="31" grpId="0"/>
      <p:bldP spid="5" grpId="0" animBg="1"/>
    </p:bldLst>
  </p:timing>
</p:sld>
</file>

<file path=ppt/slides/slide50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4" name="组合 3">
            <a:extLst>
              <a:ext uri="{FF2B5EF4-FFF2-40B4-BE49-F238E27FC236}">
                <a16:creationId xmlns:a16="http://schemas.microsoft.com/office/drawing/2014/main" id="{9A1EA9F2-FCB6-48C3-935F-7AE7E3AD14AC}"/>
              </a:ext>
            </a:extLst>
          </p:cNvPr>
          <p:cNvGrpSpPr/>
          <p:nvPr/>
        </p:nvGrpSpPr>
        <p:grpSpPr>
          <a:xfrm>
            <a:off x="304800" y="749300"/>
            <a:ext cx="4938199" cy="400110"/>
            <a:chOff x="424117" y="898245"/>
            <a:chExt cx="4938199" cy="400110"/>
          </a:xfrm>
        </p:grpSpPr>
        <p:sp>
          <p:nvSpPr>
            <p:cNvPr id="2" name="平行四边形 1">
              <a:extLst>
                <a:ext uri="{FF2B5EF4-FFF2-40B4-BE49-F238E27FC236}">
                  <a16:creationId xmlns:a16="http://schemas.microsoft.com/office/drawing/2014/main" id="{1F5BAA3F-9845-4F89-A2DD-8222D3E4EDAC}"/>
                </a:ext>
              </a:extLst>
            </p:cNvPr>
            <p:cNvSpPr/>
            <p:nvPr/>
          </p:nvSpPr>
          <p:spPr>
            <a:xfrm>
              <a:off x="424117" y="898245"/>
              <a:ext cx="628306" cy="387090"/>
            </a:xfrm>
            <a:prstGeom prst="parallelogram">
              <a:avLst/>
            </a:prstGeom>
            <a:solidFill>
              <a:schemeClr val="accent3">
                <a:lumMod val="75000"/>
              </a:schemeClr>
            </a:solidFill>
            <a:ln>
              <a:solidFill>
                <a:schemeClr val="accent3">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CN" sz="2200" dirty="0">
                  <a:latin typeface="Impact" panose="020B0806030902050204" pitchFamily="34" charset="0"/>
                </a:rPr>
                <a:t>01</a:t>
              </a:r>
              <a:endParaRPr lang="zh-CN" altLang="en-US" sz="2200" dirty="0">
                <a:latin typeface="Impact" panose="020B0806030902050204" pitchFamily="34" charset="0"/>
              </a:endParaRPr>
            </a:p>
          </p:txBody>
        </p:sp>
        <p:sp>
          <p:nvSpPr>
            <p:cNvPr id="3" name="文本框 2">
              <a:extLst>
                <a:ext uri="{FF2B5EF4-FFF2-40B4-BE49-F238E27FC236}">
                  <a16:creationId xmlns:a16="http://schemas.microsoft.com/office/drawing/2014/main" id="{4D6BD736-A4D3-4F26-AFED-36E11F50F70B}"/>
                </a:ext>
              </a:extLst>
            </p:cNvPr>
            <p:cNvSpPr txBox="1"/>
            <p:nvPr/>
          </p:nvSpPr>
          <p:spPr>
            <a:xfrm>
              <a:off x="1052423" y="898245"/>
              <a:ext cx="4309893" cy="400110"/>
            </a:xfrm>
            <a:prstGeom prst="rect">
              <a:avLst/>
            </a:prstGeom>
            <a:noFill/>
          </p:spPr>
          <p:txBody>
            <a:bodyPr wrap="square" rtlCol="0">
              <a:spAutoFit/>
            </a:bodyPr>
            <a:lstStyle/>
            <a:p>
              <a:r>
                <a:rPr lang="zh-CN" altLang="en-US" sz="2000" b="1" dirty="0">
                  <a:solidFill>
                    <a:schemeClr val="tx1"/>
                  </a:solidFill>
                  <a:latin typeface="Arial Narrow" panose="020B0606020202030204" pitchFamily="34" charset="0"/>
                </a:rPr>
                <a:t>以太网的发展</a:t>
              </a:r>
              <a:endParaRPr lang="en-US" altLang="zh-CN" sz="2000" b="1" dirty="0">
                <a:solidFill>
                  <a:schemeClr val="tx1"/>
                </a:solidFill>
                <a:latin typeface="Arial Narrow" panose="020B0606020202030204" pitchFamily="34" charset="0"/>
              </a:endParaRPr>
            </a:p>
          </p:txBody>
        </p:sp>
      </p:grpSp>
      <p:sp>
        <p:nvSpPr>
          <p:cNvPr id="10" name="箭头: V 形 9">
            <a:extLst>
              <a:ext uri="{FF2B5EF4-FFF2-40B4-BE49-F238E27FC236}">
                <a16:creationId xmlns:a16="http://schemas.microsoft.com/office/drawing/2014/main" id="{34BA076E-E332-4E29-BFA1-5FC5A72182DA}"/>
              </a:ext>
            </a:extLst>
          </p:cNvPr>
          <p:cNvSpPr/>
          <p:nvPr/>
        </p:nvSpPr>
        <p:spPr>
          <a:xfrm>
            <a:off x="310566" y="1388438"/>
            <a:ext cx="2361423" cy="786653"/>
          </a:xfrm>
          <a:prstGeom prst="chevron">
            <a:avLst/>
          </a:prstGeom>
          <a:solidFill>
            <a:schemeClr val="bg2">
              <a:lumMod val="90000"/>
            </a:schemeClr>
          </a:solidFill>
          <a:ln>
            <a:solidFill>
              <a:schemeClr val="bg2">
                <a:lumMod val="90000"/>
              </a:schemeClr>
            </a:solidFill>
          </a:ln>
        </p:spPr>
        <p:style>
          <a:lnRef idx="2">
            <a:schemeClr val="accent4">
              <a:shade val="50000"/>
            </a:schemeClr>
          </a:lnRef>
          <a:fillRef idx="1">
            <a:schemeClr val="accent4"/>
          </a:fillRef>
          <a:effectRef idx="0">
            <a:schemeClr val="accent4"/>
          </a:effectRef>
          <a:fontRef idx="minor">
            <a:schemeClr val="lt1"/>
          </a:fontRef>
        </p:style>
        <p:txBody>
          <a:bodyPr rtlCol="0" anchor="ctr"/>
          <a:lstStyle/>
          <a:p>
            <a:pPr algn="ctr"/>
            <a:r>
              <a:rPr lang="en-US" altLang="zh-CN" b="1" dirty="0">
                <a:solidFill>
                  <a:schemeClr val="bg1"/>
                </a:solidFill>
              </a:rPr>
              <a:t>100BASE-T</a:t>
            </a:r>
          </a:p>
          <a:p>
            <a:pPr algn="ctr"/>
            <a:r>
              <a:rPr lang="zh-CN" altLang="en-US" b="1" dirty="0">
                <a:solidFill>
                  <a:schemeClr val="bg1"/>
                </a:solidFill>
              </a:rPr>
              <a:t>以太网</a:t>
            </a:r>
          </a:p>
        </p:txBody>
      </p:sp>
      <p:sp>
        <p:nvSpPr>
          <p:cNvPr id="11" name="箭头: V 形 10">
            <a:extLst>
              <a:ext uri="{FF2B5EF4-FFF2-40B4-BE49-F238E27FC236}">
                <a16:creationId xmlns:a16="http://schemas.microsoft.com/office/drawing/2014/main" id="{A306BDD2-A8C7-4B5E-9ABB-354CA473FA18}"/>
              </a:ext>
            </a:extLst>
          </p:cNvPr>
          <p:cNvSpPr/>
          <p:nvPr/>
        </p:nvSpPr>
        <p:spPr>
          <a:xfrm>
            <a:off x="3382303" y="1388438"/>
            <a:ext cx="2361423" cy="786653"/>
          </a:xfrm>
          <a:prstGeom prst="chevron">
            <a:avLst/>
          </a:prstGeom>
          <a:solidFill>
            <a:schemeClr val="bg2">
              <a:lumMod val="90000"/>
            </a:schemeClr>
          </a:solidFill>
          <a:ln>
            <a:solidFill>
              <a:schemeClr val="bg2">
                <a:lumMod val="90000"/>
              </a:schemeClr>
            </a:solidFill>
          </a:ln>
        </p:spPr>
        <p:style>
          <a:lnRef idx="2">
            <a:schemeClr val="accent3">
              <a:shade val="50000"/>
            </a:schemeClr>
          </a:lnRef>
          <a:fillRef idx="1">
            <a:schemeClr val="accent3"/>
          </a:fillRef>
          <a:effectRef idx="0">
            <a:schemeClr val="accent3"/>
          </a:effectRef>
          <a:fontRef idx="minor">
            <a:schemeClr val="lt1"/>
          </a:fontRef>
        </p:style>
        <p:txBody>
          <a:bodyPr rtlCol="0" anchor="ctr"/>
          <a:lstStyle/>
          <a:p>
            <a:pPr algn="ctr"/>
            <a:r>
              <a:rPr lang="zh-CN" altLang="en-US" b="1" dirty="0">
                <a:solidFill>
                  <a:schemeClr val="bg1"/>
                </a:solidFill>
              </a:rPr>
              <a:t>吉比特</a:t>
            </a:r>
            <a:endParaRPr lang="en-US" altLang="zh-CN" b="1" dirty="0">
              <a:solidFill>
                <a:schemeClr val="bg1"/>
              </a:solidFill>
            </a:endParaRPr>
          </a:p>
          <a:p>
            <a:pPr algn="ctr"/>
            <a:r>
              <a:rPr lang="zh-CN" altLang="en-US" b="1" dirty="0">
                <a:solidFill>
                  <a:schemeClr val="bg1"/>
                </a:solidFill>
              </a:rPr>
              <a:t>以太网</a:t>
            </a:r>
          </a:p>
        </p:txBody>
      </p:sp>
      <p:sp>
        <p:nvSpPr>
          <p:cNvPr id="12" name="箭头: V 形 11">
            <a:extLst>
              <a:ext uri="{FF2B5EF4-FFF2-40B4-BE49-F238E27FC236}">
                <a16:creationId xmlns:a16="http://schemas.microsoft.com/office/drawing/2014/main" id="{7529ED43-0BE1-49BA-8986-763D47E871EA}"/>
              </a:ext>
            </a:extLst>
          </p:cNvPr>
          <p:cNvSpPr/>
          <p:nvPr/>
        </p:nvSpPr>
        <p:spPr>
          <a:xfrm>
            <a:off x="6454040" y="1388438"/>
            <a:ext cx="2361423" cy="786653"/>
          </a:xfrm>
          <a:prstGeom prst="chevron">
            <a:avLst/>
          </a:prstGeom>
          <a:solidFill>
            <a:schemeClr val="bg2">
              <a:lumMod val="90000"/>
            </a:schemeClr>
          </a:solidFill>
          <a:ln>
            <a:solidFill>
              <a:schemeClr val="bg2">
                <a:lumMod val="90000"/>
              </a:schemeClr>
            </a:solidFill>
          </a:ln>
        </p:spPr>
        <p:style>
          <a:lnRef idx="2">
            <a:schemeClr val="accent2">
              <a:shade val="50000"/>
            </a:schemeClr>
          </a:lnRef>
          <a:fillRef idx="1">
            <a:schemeClr val="accent2"/>
          </a:fillRef>
          <a:effectRef idx="0">
            <a:schemeClr val="accent2"/>
          </a:effectRef>
          <a:fontRef idx="minor">
            <a:schemeClr val="lt1"/>
          </a:fontRef>
        </p:style>
        <p:txBody>
          <a:bodyPr rtlCol="0" anchor="ctr"/>
          <a:lstStyle/>
          <a:p>
            <a:pPr algn="ctr"/>
            <a:r>
              <a:rPr lang="en-US" altLang="zh-CN" b="1" dirty="0">
                <a:solidFill>
                  <a:schemeClr val="bg1"/>
                </a:solidFill>
              </a:rPr>
              <a:t>10</a:t>
            </a:r>
            <a:r>
              <a:rPr lang="zh-CN" altLang="en-US" b="1" dirty="0">
                <a:solidFill>
                  <a:schemeClr val="bg1"/>
                </a:solidFill>
              </a:rPr>
              <a:t>吉比特</a:t>
            </a:r>
            <a:endParaRPr lang="en-US" altLang="zh-CN" b="1" dirty="0">
              <a:solidFill>
                <a:schemeClr val="bg1"/>
              </a:solidFill>
            </a:endParaRPr>
          </a:p>
          <a:p>
            <a:pPr algn="ctr"/>
            <a:r>
              <a:rPr lang="zh-CN" altLang="en-US" b="1" dirty="0">
                <a:solidFill>
                  <a:schemeClr val="bg1"/>
                </a:solidFill>
              </a:rPr>
              <a:t>以太网</a:t>
            </a:r>
          </a:p>
        </p:txBody>
      </p:sp>
      <p:sp>
        <p:nvSpPr>
          <p:cNvPr id="13" name="箭头: V 形 12">
            <a:extLst>
              <a:ext uri="{FF2B5EF4-FFF2-40B4-BE49-F238E27FC236}">
                <a16:creationId xmlns:a16="http://schemas.microsoft.com/office/drawing/2014/main" id="{510F0D15-BD28-4DB1-A650-959944656D97}"/>
              </a:ext>
            </a:extLst>
          </p:cNvPr>
          <p:cNvSpPr/>
          <p:nvPr/>
        </p:nvSpPr>
        <p:spPr>
          <a:xfrm>
            <a:off x="9525777" y="1388438"/>
            <a:ext cx="2361423" cy="786653"/>
          </a:xfrm>
          <a:prstGeom prst="chevron">
            <a:avLst/>
          </a:prstGeom>
          <a:solidFill>
            <a:schemeClr val="bg2">
              <a:lumMod val="90000"/>
            </a:schemeClr>
          </a:solidFill>
          <a:ln>
            <a:solidFill>
              <a:schemeClr val="bg2">
                <a:lumMod val="9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CN" b="1" dirty="0">
                <a:solidFill>
                  <a:schemeClr val="bg1"/>
                </a:solidFill>
              </a:rPr>
              <a:t>40/100</a:t>
            </a:r>
            <a:r>
              <a:rPr lang="zh-CN" altLang="en-US" b="1" dirty="0">
                <a:solidFill>
                  <a:schemeClr val="bg1"/>
                </a:solidFill>
              </a:rPr>
              <a:t>吉比特</a:t>
            </a:r>
            <a:endParaRPr lang="en-US" altLang="zh-CN" b="1" dirty="0">
              <a:solidFill>
                <a:schemeClr val="bg1"/>
              </a:solidFill>
            </a:endParaRPr>
          </a:p>
          <a:p>
            <a:pPr algn="ctr"/>
            <a:r>
              <a:rPr lang="zh-CN" altLang="en-US" b="1" dirty="0">
                <a:solidFill>
                  <a:schemeClr val="bg1"/>
                </a:solidFill>
              </a:rPr>
              <a:t>以太网</a:t>
            </a:r>
          </a:p>
        </p:txBody>
      </p:sp>
      <p:sp>
        <p:nvSpPr>
          <p:cNvPr id="20" name="箭头: V 形 19">
            <a:extLst>
              <a:ext uri="{FF2B5EF4-FFF2-40B4-BE49-F238E27FC236}">
                <a16:creationId xmlns:a16="http://schemas.microsoft.com/office/drawing/2014/main" id="{7C1AD93A-5D54-4D64-9BC5-423273F50379}"/>
              </a:ext>
            </a:extLst>
          </p:cNvPr>
          <p:cNvSpPr/>
          <p:nvPr/>
        </p:nvSpPr>
        <p:spPr>
          <a:xfrm>
            <a:off x="310566" y="1388438"/>
            <a:ext cx="2361423" cy="786653"/>
          </a:xfrm>
          <a:prstGeom prst="chevron">
            <a:avLst/>
          </a:prstGeom>
          <a:ln/>
        </p:spPr>
        <p:style>
          <a:lnRef idx="2">
            <a:schemeClr val="accent4">
              <a:shade val="50000"/>
            </a:schemeClr>
          </a:lnRef>
          <a:fillRef idx="1">
            <a:schemeClr val="accent4"/>
          </a:fillRef>
          <a:effectRef idx="0">
            <a:schemeClr val="accent4"/>
          </a:effectRef>
          <a:fontRef idx="minor">
            <a:schemeClr val="lt1"/>
          </a:fontRef>
        </p:style>
        <p:txBody>
          <a:bodyPr rtlCol="0" anchor="ctr"/>
          <a:lstStyle/>
          <a:p>
            <a:pPr algn="ctr"/>
            <a:r>
              <a:rPr lang="en-US" altLang="zh-CN" b="1" dirty="0">
                <a:solidFill>
                  <a:schemeClr val="bg1"/>
                </a:solidFill>
              </a:rPr>
              <a:t>100BASE-T</a:t>
            </a:r>
          </a:p>
          <a:p>
            <a:pPr algn="ctr"/>
            <a:r>
              <a:rPr lang="zh-CN" altLang="en-US" b="1" dirty="0">
                <a:solidFill>
                  <a:schemeClr val="bg1"/>
                </a:solidFill>
              </a:rPr>
              <a:t>以太网</a:t>
            </a:r>
          </a:p>
        </p:txBody>
      </p:sp>
      <p:sp>
        <p:nvSpPr>
          <p:cNvPr id="23" name="矩形 22">
            <a:extLst>
              <a:ext uri="{FF2B5EF4-FFF2-40B4-BE49-F238E27FC236}">
                <a16:creationId xmlns:a16="http://schemas.microsoft.com/office/drawing/2014/main" id="{7B9B48C4-B18F-458F-ACEB-71420D64E7E1}"/>
              </a:ext>
            </a:extLst>
          </p:cNvPr>
          <p:cNvSpPr/>
          <p:nvPr/>
        </p:nvSpPr>
        <p:spPr>
          <a:xfrm>
            <a:off x="522102" y="2481461"/>
            <a:ext cx="256976" cy="256976"/>
          </a:xfrm>
          <a:prstGeom prst="rect">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24" name="íşlïḍè">
            <a:extLst>
              <a:ext uri="{FF2B5EF4-FFF2-40B4-BE49-F238E27FC236}">
                <a16:creationId xmlns:a16="http://schemas.microsoft.com/office/drawing/2014/main" id="{A07987B1-FAE3-4337-89F7-6CC28BA7A671}"/>
              </a:ext>
            </a:extLst>
          </p:cNvPr>
          <p:cNvSpPr txBox="1"/>
          <p:nvPr/>
        </p:nvSpPr>
        <p:spPr>
          <a:xfrm>
            <a:off x="839330" y="2427138"/>
            <a:ext cx="11047870" cy="671661"/>
          </a:xfrm>
          <a:prstGeom prst="rect">
            <a:avLst/>
          </a:prstGeom>
          <a:noFill/>
        </p:spPr>
        <p:txBody>
          <a:bodyPr wrap="square" lIns="91440" tIns="45720" rIns="91440" bIns="45720" anchor="ctr">
            <a:noAutofit/>
          </a:bodyPr>
          <a:lstStyle/>
          <a:p>
            <a:r>
              <a:rPr lang="en-US" altLang="zh-CN" b="1" dirty="0">
                <a:latin typeface="Arial Narrow" panose="020B0606020202030204" pitchFamily="34" charset="0"/>
              </a:rPr>
              <a:t>1995</a:t>
            </a:r>
            <a:r>
              <a:rPr lang="zh-CN" altLang="en-US" b="1" dirty="0">
                <a:latin typeface="Arial Narrow" panose="020B0606020202030204" pitchFamily="34" charset="0"/>
              </a:rPr>
              <a:t>年，</a:t>
            </a:r>
            <a:r>
              <a:rPr lang="en-US" altLang="zh-CN" b="1" dirty="0">
                <a:latin typeface="Arial Narrow" panose="020B0606020202030204" pitchFamily="34" charset="0"/>
              </a:rPr>
              <a:t>IEEE</a:t>
            </a:r>
            <a:r>
              <a:rPr lang="zh-CN" altLang="en-US" b="1" dirty="0">
                <a:latin typeface="Arial Narrow" panose="020B0606020202030204" pitchFamily="34" charset="0"/>
              </a:rPr>
              <a:t>的</a:t>
            </a:r>
            <a:r>
              <a:rPr lang="en-US" altLang="zh-CN" b="1" dirty="0">
                <a:latin typeface="Arial Narrow" panose="020B0606020202030204" pitchFamily="34" charset="0"/>
              </a:rPr>
              <a:t>802</a:t>
            </a:r>
            <a:r>
              <a:rPr lang="zh-CN" altLang="en-US" b="1" dirty="0">
                <a:latin typeface="Arial Narrow" panose="020B0606020202030204" pitchFamily="34" charset="0"/>
              </a:rPr>
              <a:t>委员会正式批准</a:t>
            </a:r>
            <a:r>
              <a:rPr lang="en-US" altLang="zh-CN" b="1" dirty="0">
                <a:latin typeface="Arial Narrow" panose="020B0606020202030204" pitchFamily="34" charset="0"/>
              </a:rPr>
              <a:t>100BASE-T</a:t>
            </a:r>
            <a:r>
              <a:rPr lang="zh-CN" altLang="en-US" b="1" dirty="0">
                <a:latin typeface="Arial Narrow" panose="020B0606020202030204" pitchFamily="34" charset="0"/>
              </a:rPr>
              <a:t>以太网的标准为</a:t>
            </a:r>
            <a:r>
              <a:rPr lang="en-US" altLang="zh-CN" b="1" dirty="0">
                <a:solidFill>
                  <a:schemeClr val="accent1">
                    <a:lumMod val="75000"/>
                  </a:schemeClr>
                </a:solidFill>
                <a:latin typeface="Arial Narrow" panose="020B0606020202030204" pitchFamily="34" charset="0"/>
              </a:rPr>
              <a:t>802.3u</a:t>
            </a:r>
            <a:r>
              <a:rPr lang="zh-CN" altLang="en-US" b="1" dirty="0">
                <a:latin typeface="Arial Narrow" panose="020B0606020202030204" pitchFamily="34" charset="0"/>
              </a:rPr>
              <a:t>。实际上，</a:t>
            </a:r>
            <a:r>
              <a:rPr lang="en-US" altLang="zh-CN" b="1" dirty="0">
                <a:latin typeface="Arial Narrow" panose="020B0606020202030204" pitchFamily="34" charset="0"/>
              </a:rPr>
              <a:t>IEEE 802.3u</a:t>
            </a:r>
            <a:r>
              <a:rPr lang="zh-CN" altLang="en-US" b="1" dirty="0">
                <a:latin typeface="Arial Narrow" panose="020B0606020202030204" pitchFamily="34" charset="0"/>
              </a:rPr>
              <a:t>只是对原有</a:t>
            </a:r>
            <a:r>
              <a:rPr lang="en-US" altLang="zh-CN" b="1" dirty="0">
                <a:latin typeface="Arial Narrow" panose="020B0606020202030204" pitchFamily="34" charset="0"/>
              </a:rPr>
              <a:t>IEEE 802.3</a:t>
            </a:r>
            <a:r>
              <a:rPr lang="zh-CN" altLang="en-US" b="1" dirty="0">
                <a:latin typeface="Arial Narrow" panose="020B0606020202030204" pitchFamily="34" charset="0"/>
              </a:rPr>
              <a:t>标准的补充。</a:t>
            </a:r>
          </a:p>
        </p:txBody>
      </p:sp>
      <p:sp>
        <p:nvSpPr>
          <p:cNvPr id="26" name="矩形 25">
            <a:extLst>
              <a:ext uri="{FF2B5EF4-FFF2-40B4-BE49-F238E27FC236}">
                <a16:creationId xmlns:a16="http://schemas.microsoft.com/office/drawing/2014/main" id="{961B2A58-93E4-424E-9518-0B273E901D95}"/>
              </a:ext>
            </a:extLst>
          </p:cNvPr>
          <p:cNvSpPr/>
          <p:nvPr/>
        </p:nvSpPr>
        <p:spPr>
          <a:xfrm>
            <a:off x="522102" y="3172171"/>
            <a:ext cx="256976" cy="256976"/>
          </a:xfrm>
          <a:prstGeom prst="rect">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32" name="íşlïḍè">
            <a:extLst>
              <a:ext uri="{FF2B5EF4-FFF2-40B4-BE49-F238E27FC236}">
                <a16:creationId xmlns:a16="http://schemas.microsoft.com/office/drawing/2014/main" id="{22E86BD9-7BC5-48ED-817B-0582278C134A}"/>
              </a:ext>
            </a:extLst>
          </p:cNvPr>
          <p:cNvSpPr txBox="1"/>
          <p:nvPr/>
        </p:nvSpPr>
        <p:spPr>
          <a:xfrm>
            <a:off x="839330" y="3117849"/>
            <a:ext cx="11047870" cy="381002"/>
          </a:xfrm>
          <a:prstGeom prst="rect">
            <a:avLst/>
          </a:prstGeom>
          <a:noFill/>
        </p:spPr>
        <p:txBody>
          <a:bodyPr wrap="square" lIns="91440" tIns="45720" rIns="91440" bIns="45720" anchor="ctr">
            <a:noAutofit/>
          </a:bodyPr>
          <a:lstStyle/>
          <a:p>
            <a:r>
              <a:rPr lang="zh-CN" altLang="en-US" b="1" dirty="0">
                <a:latin typeface="Arial Narrow" panose="020B0606020202030204" pitchFamily="34" charset="0"/>
              </a:rPr>
              <a:t>除</a:t>
            </a:r>
            <a:r>
              <a:rPr lang="en-US" altLang="zh-CN" b="1" dirty="0">
                <a:latin typeface="Arial Narrow" panose="020B0606020202030204" pitchFamily="34" charset="0"/>
              </a:rPr>
              <a:t>100BASE-T</a:t>
            </a:r>
            <a:r>
              <a:rPr lang="zh-CN" altLang="en-US" b="1" dirty="0">
                <a:latin typeface="Arial Narrow" panose="020B0606020202030204" pitchFamily="34" charset="0"/>
              </a:rPr>
              <a:t>以太网外，百兆以太网有多种不同的物理层标准：</a:t>
            </a:r>
          </a:p>
        </p:txBody>
      </p:sp>
      <p:graphicFrame>
        <p:nvGraphicFramePr>
          <p:cNvPr id="6" name="表格 6">
            <a:extLst>
              <a:ext uri="{FF2B5EF4-FFF2-40B4-BE49-F238E27FC236}">
                <a16:creationId xmlns:a16="http://schemas.microsoft.com/office/drawing/2014/main" id="{F8587995-E860-4E35-9AD6-5C888707AB51}"/>
              </a:ext>
            </a:extLst>
          </p:cNvPr>
          <p:cNvGraphicFramePr>
            <a:graphicFrameLocks noGrp="1"/>
          </p:cNvGraphicFramePr>
          <p:nvPr/>
        </p:nvGraphicFramePr>
        <p:xfrm>
          <a:off x="933106" y="3774014"/>
          <a:ext cx="10230822" cy="2061636"/>
        </p:xfrm>
        <a:graphic>
          <a:graphicData uri="http://schemas.openxmlformats.org/drawingml/2006/table">
            <a:tbl>
              <a:tblPr firstRow="1" bandRow="1">
                <a:tableStyleId>{00A15C55-8517-42AA-B614-E9B94910E393}</a:tableStyleId>
              </a:tblPr>
              <a:tblGrid>
                <a:gridCol w="1649208">
                  <a:extLst>
                    <a:ext uri="{9D8B030D-6E8A-4147-A177-3AD203B41FA5}">
                      <a16:colId xmlns:a16="http://schemas.microsoft.com/office/drawing/2014/main" val="1460316363"/>
                    </a:ext>
                  </a:extLst>
                </a:gridCol>
                <a:gridCol w="1649208">
                  <a:extLst>
                    <a:ext uri="{9D8B030D-6E8A-4147-A177-3AD203B41FA5}">
                      <a16:colId xmlns:a16="http://schemas.microsoft.com/office/drawing/2014/main" val="1260571353"/>
                    </a:ext>
                  </a:extLst>
                </a:gridCol>
                <a:gridCol w="1649208">
                  <a:extLst>
                    <a:ext uri="{9D8B030D-6E8A-4147-A177-3AD203B41FA5}">
                      <a16:colId xmlns:a16="http://schemas.microsoft.com/office/drawing/2014/main" val="829426134"/>
                    </a:ext>
                  </a:extLst>
                </a:gridCol>
                <a:gridCol w="5283198">
                  <a:extLst>
                    <a:ext uri="{9D8B030D-6E8A-4147-A177-3AD203B41FA5}">
                      <a16:colId xmlns:a16="http://schemas.microsoft.com/office/drawing/2014/main" val="1630884401"/>
                    </a:ext>
                  </a:extLst>
                </a:gridCol>
              </a:tblGrid>
              <a:tr h="515409">
                <a:tc>
                  <a:txBody>
                    <a:bodyPr/>
                    <a:lstStyle/>
                    <a:p>
                      <a:pPr algn="ctr"/>
                      <a:r>
                        <a:rPr lang="zh-CN" altLang="en-US" b="1" dirty="0">
                          <a:solidFill>
                            <a:schemeClr val="bg1"/>
                          </a:solidFill>
                        </a:rPr>
                        <a:t>名    称</a:t>
                      </a:r>
                    </a:p>
                  </a:txBody>
                  <a:tcPr anchor="ctr"/>
                </a:tc>
                <a:tc>
                  <a:txBody>
                    <a:bodyPr/>
                    <a:lstStyle/>
                    <a:p>
                      <a:pPr algn="ctr"/>
                      <a:r>
                        <a:rPr lang="zh-CN" altLang="en-US" b="1" dirty="0">
                          <a:solidFill>
                            <a:schemeClr val="bg1"/>
                          </a:solidFill>
                        </a:rPr>
                        <a:t>传 输 介 质</a:t>
                      </a:r>
                    </a:p>
                  </a:txBody>
                  <a:tcPr anchor="ctr"/>
                </a:tc>
                <a:tc>
                  <a:txBody>
                    <a:bodyPr/>
                    <a:lstStyle/>
                    <a:p>
                      <a:pPr algn="ctr"/>
                      <a:r>
                        <a:rPr lang="zh-CN" altLang="en-US" b="1" dirty="0">
                          <a:solidFill>
                            <a:schemeClr val="bg1"/>
                          </a:solidFill>
                        </a:rPr>
                        <a:t>网段最大长度</a:t>
                      </a:r>
                    </a:p>
                  </a:txBody>
                  <a:tcPr anchor="ctr"/>
                </a:tc>
                <a:tc>
                  <a:txBody>
                    <a:bodyPr/>
                    <a:lstStyle/>
                    <a:p>
                      <a:pPr algn="ctr"/>
                      <a:r>
                        <a:rPr lang="zh-CN" altLang="en-US" b="1" dirty="0">
                          <a:solidFill>
                            <a:schemeClr val="bg1"/>
                          </a:solidFill>
                        </a:rPr>
                        <a:t>说        明</a:t>
                      </a:r>
                    </a:p>
                  </a:txBody>
                  <a:tcPr anchor="ctr"/>
                </a:tc>
                <a:extLst>
                  <a:ext uri="{0D108BD9-81ED-4DB2-BD59-A6C34878D82A}">
                    <a16:rowId xmlns:a16="http://schemas.microsoft.com/office/drawing/2014/main" val="4190229482"/>
                  </a:ext>
                </a:extLst>
              </a:tr>
              <a:tr h="515409">
                <a:tc>
                  <a:txBody>
                    <a:bodyPr/>
                    <a:lstStyle/>
                    <a:p>
                      <a:pPr algn="ctr"/>
                      <a:r>
                        <a:rPr lang="en-US" altLang="zh-CN" b="1" dirty="0">
                          <a:solidFill>
                            <a:schemeClr val="tx1"/>
                          </a:solidFill>
                        </a:rPr>
                        <a:t>100BASE-TX</a:t>
                      </a:r>
                      <a:endParaRPr lang="zh-CN" altLang="en-US" b="1" dirty="0">
                        <a:solidFill>
                          <a:schemeClr val="tx1"/>
                        </a:solidFill>
                      </a:endParaRPr>
                    </a:p>
                  </a:txBody>
                  <a:tcPr anchor="ctr"/>
                </a:tc>
                <a:tc>
                  <a:txBody>
                    <a:bodyPr/>
                    <a:lstStyle/>
                    <a:p>
                      <a:pPr algn="ctr"/>
                      <a:r>
                        <a:rPr lang="zh-CN" altLang="en-US" b="1" dirty="0">
                          <a:solidFill>
                            <a:schemeClr val="tx1"/>
                          </a:solidFill>
                        </a:rPr>
                        <a:t>铜缆</a:t>
                      </a:r>
                    </a:p>
                  </a:txBody>
                  <a:tcPr anchor="ctr"/>
                </a:tc>
                <a:tc>
                  <a:txBody>
                    <a:bodyPr/>
                    <a:lstStyle/>
                    <a:p>
                      <a:pPr algn="ctr"/>
                      <a:r>
                        <a:rPr lang="en-US" altLang="zh-CN" b="1" dirty="0">
                          <a:solidFill>
                            <a:schemeClr val="tx1"/>
                          </a:solidFill>
                        </a:rPr>
                        <a:t>100m</a:t>
                      </a:r>
                      <a:endParaRPr lang="zh-CN" altLang="en-US" b="1" dirty="0">
                        <a:solidFill>
                          <a:schemeClr val="tx1"/>
                        </a:solidFill>
                      </a:endParaRPr>
                    </a:p>
                  </a:txBody>
                  <a:tcPr anchor="ctr"/>
                </a:tc>
                <a:tc>
                  <a:txBody>
                    <a:bodyPr/>
                    <a:lstStyle/>
                    <a:p>
                      <a:pPr algn="ctr"/>
                      <a:r>
                        <a:rPr lang="zh-CN" altLang="en-US" b="1" dirty="0">
                          <a:solidFill>
                            <a:schemeClr val="tx1"/>
                          </a:solidFill>
                        </a:rPr>
                        <a:t>两对</a:t>
                      </a:r>
                      <a:r>
                        <a:rPr lang="en-US" altLang="zh-CN" b="1" dirty="0">
                          <a:solidFill>
                            <a:schemeClr val="tx1"/>
                          </a:solidFill>
                        </a:rPr>
                        <a:t>UTP5</a:t>
                      </a:r>
                      <a:r>
                        <a:rPr lang="zh-CN" altLang="en-US" b="1" dirty="0">
                          <a:solidFill>
                            <a:schemeClr val="tx1"/>
                          </a:solidFill>
                        </a:rPr>
                        <a:t>类线或屏蔽双绞线</a:t>
                      </a:r>
                      <a:r>
                        <a:rPr lang="en-US" altLang="zh-CN" b="1" dirty="0">
                          <a:solidFill>
                            <a:schemeClr val="tx1"/>
                          </a:solidFill>
                        </a:rPr>
                        <a:t>STP</a:t>
                      </a:r>
                      <a:endParaRPr lang="zh-CN" altLang="en-US" b="1" dirty="0">
                        <a:solidFill>
                          <a:schemeClr val="tx1"/>
                        </a:solidFill>
                      </a:endParaRPr>
                    </a:p>
                  </a:txBody>
                  <a:tcPr anchor="ctr"/>
                </a:tc>
                <a:extLst>
                  <a:ext uri="{0D108BD9-81ED-4DB2-BD59-A6C34878D82A}">
                    <a16:rowId xmlns:a16="http://schemas.microsoft.com/office/drawing/2014/main" val="686696030"/>
                  </a:ext>
                </a:extLst>
              </a:tr>
              <a:tr h="515409">
                <a:tc>
                  <a:txBody>
                    <a:bodyPr/>
                    <a:lstStyle/>
                    <a:p>
                      <a:pPr algn="ctr"/>
                      <a:r>
                        <a:rPr lang="en-US" altLang="zh-CN" b="1" dirty="0">
                          <a:solidFill>
                            <a:schemeClr val="tx1"/>
                          </a:solidFill>
                        </a:rPr>
                        <a:t>100BASE-T4</a:t>
                      </a:r>
                      <a:endParaRPr lang="zh-CN" altLang="en-US" b="1" dirty="0">
                        <a:solidFill>
                          <a:schemeClr val="tx1"/>
                        </a:solidFill>
                      </a:endParaRPr>
                    </a:p>
                  </a:txBody>
                  <a:tcPr anchor="ctr"/>
                </a:tc>
                <a:tc>
                  <a:txBody>
                    <a:bodyPr/>
                    <a:lstStyle/>
                    <a:p>
                      <a:pPr algn="ctr"/>
                      <a:r>
                        <a:rPr lang="zh-CN" altLang="en-US" b="1" dirty="0">
                          <a:solidFill>
                            <a:schemeClr val="tx1"/>
                          </a:solidFill>
                        </a:rPr>
                        <a:t>铜缆</a:t>
                      </a:r>
                    </a:p>
                  </a:txBody>
                  <a:tcPr anchor="ctr"/>
                </a:tc>
                <a:tc>
                  <a:txBody>
                    <a:bodyPr/>
                    <a:lstStyle/>
                    <a:p>
                      <a:pPr algn="ctr"/>
                      <a:r>
                        <a:rPr lang="en-US" altLang="zh-CN" b="1" dirty="0">
                          <a:solidFill>
                            <a:schemeClr val="tx1"/>
                          </a:solidFill>
                        </a:rPr>
                        <a:t>100m</a:t>
                      </a:r>
                      <a:endParaRPr lang="zh-CN" altLang="en-US" b="1" dirty="0">
                        <a:solidFill>
                          <a:schemeClr val="tx1"/>
                        </a:solidFill>
                      </a:endParaRPr>
                    </a:p>
                  </a:txBody>
                  <a:tcPr anchor="ctr"/>
                </a:tc>
                <a:tc>
                  <a:txBody>
                    <a:bodyPr/>
                    <a:lstStyle/>
                    <a:p>
                      <a:pPr algn="ctr"/>
                      <a:r>
                        <a:rPr lang="en-US" altLang="zh-CN" b="1" dirty="0">
                          <a:solidFill>
                            <a:schemeClr val="tx1"/>
                          </a:solidFill>
                        </a:rPr>
                        <a:t>4</a:t>
                      </a:r>
                      <a:r>
                        <a:rPr lang="zh-CN" altLang="en-US" b="1" dirty="0">
                          <a:solidFill>
                            <a:schemeClr val="tx1"/>
                          </a:solidFill>
                        </a:rPr>
                        <a:t>对</a:t>
                      </a:r>
                      <a:r>
                        <a:rPr lang="en-US" altLang="zh-CN" b="1" dirty="0">
                          <a:solidFill>
                            <a:schemeClr val="tx1"/>
                          </a:solidFill>
                        </a:rPr>
                        <a:t>UTP3</a:t>
                      </a:r>
                      <a:r>
                        <a:rPr lang="zh-CN" altLang="en-US" b="1" dirty="0">
                          <a:solidFill>
                            <a:schemeClr val="tx1"/>
                          </a:solidFill>
                        </a:rPr>
                        <a:t>类线或</a:t>
                      </a:r>
                      <a:r>
                        <a:rPr lang="en-US" altLang="zh-CN" b="1" dirty="0">
                          <a:solidFill>
                            <a:schemeClr val="tx1"/>
                          </a:solidFill>
                        </a:rPr>
                        <a:t>5</a:t>
                      </a:r>
                      <a:r>
                        <a:rPr lang="zh-CN" altLang="en-US" b="1" dirty="0">
                          <a:solidFill>
                            <a:schemeClr val="tx1"/>
                          </a:solidFill>
                        </a:rPr>
                        <a:t>类线</a:t>
                      </a:r>
                    </a:p>
                  </a:txBody>
                  <a:tcPr anchor="ctr"/>
                </a:tc>
                <a:extLst>
                  <a:ext uri="{0D108BD9-81ED-4DB2-BD59-A6C34878D82A}">
                    <a16:rowId xmlns:a16="http://schemas.microsoft.com/office/drawing/2014/main" val="3870551435"/>
                  </a:ext>
                </a:extLst>
              </a:tr>
              <a:tr h="515409">
                <a:tc>
                  <a:txBody>
                    <a:bodyPr/>
                    <a:lstStyle/>
                    <a:p>
                      <a:pPr algn="ctr"/>
                      <a:r>
                        <a:rPr lang="en-US" altLang="zh-CN" b="1" dirty="0">
                          <a:solidFill>
                            <a:schemeClr val="tx1"/>
                          </a:solidFill>
                        </a:rPr>
                        <a:t>100BASE-FX</a:t>
                      </a:r>
                      <a:endParaRPr lang="zh-CN" altLang="en-US" b="1" dirty="0">
                        <a:solidFill>
                          <a:schemeClr val="tx1"/>
                        </a:solidFill>
                      </a:endParaRPr>
                    </a:p>
                  </a:txBody>
                  <a:tcPr anchor="ctr"/>
                </a:tc>
                <a:tc>
                  <a:txBody>
                    <a:bodyPr/>
                    <a:lstStyle/>
                    <a:p>
                      <a:pPr algn="ctr"/>
                      <a:r>
                        <a:rPr lang="zh-CN" altLang="en-US" b="1" dirty="0">
                          <a:solidFill>
                            <a:schemeClr val="tx1"/>
                          </a:solidFill>
                        </a:rPr>
                        <a:t>光缆</a:t>
                      </a:r>
                    </a:p>
                  </a:txBody>
                  <a:tcPr anchor="ctr"/>
                </a:tc>
                <a:tc>
                  <a:txBody>
                    <a:bodyPr/>
                    <a:lstStyle/>
                    <a:p>
                      <a:pPr algn="ctr"/>
                      <a:r>
                        <a:rPr lang="en-US" altLang="zh-CN" b="1" dirty="0">
                          <a:solidFill>
                            <a:schemeClr val="tx1"/>
                          </a:solidFill>
                        </a:rPr>
                        <a:t>2000m</a:t>
                      </a:r>
                      <a:endParaRPr lang="zh-CN" altLang="en-US" b="1" dirty="0">
                        <a:solidFill>
                          <a:schemeClr val="tx1"/>
                        </a:solidFill>
                      </a:endParaRPr>
                    </a:p>
                  </a:txBody>
                  <a:tcPr anchor="ctr"/>
                </a:tc>
                <a:tc>
                  <a:txBody>
                    <a:bodyPr/>
                    <a:lstStyle/>
                    <a:p>
                      <a:pPr algn="ctr"/>
                      <a:r>
                        <a:rPr lang="zh-CN" altLang="en-US" b="1" dirty="0">
                          <a:solidFill>
                            <a:schemeClr val="tx1"/>
                          </a:solidFill>
                        </a:rPr>
                        <a:t>两根光纤，发送和接收各用一条</a:t>
                      </a:r>
                    </a:p>
                  </a:txBody>
                  <a:tcPr anchor="ctr"/>
                </a:tc>
                <a:extLst>
                  <a:ext uri="{0D108BD9-81ED-4DB2-BD59-A6C34878D82A}">
                    <a16:rowId xmlns:a16="http://schemas.microsoft.com/office/drawing/2014/main" val="3093312108"/>
                  </a:ext>
                </a:extLst>
              </a:tr>
            </a:tbl>
          </a:graphicData>
        </a:graphic>
      </p:graphicFrame>
    </p:spTree>
    <p:custDataLst>
      <p:tags r:id="rId1"/>
    </p:custDataLst>
    <p:extLst>
      <p:ext uri="{BB962C8B-B14F-4D97-AF65-F5344CB8AC3E}">
        <p14:creationId xmlns:p14="http://schemas.microsoft.com/office/powerpoint/2010/main" val="3161198877"/>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49" presetClass="entr" presetSubtype="0" decel="100000" fill="hold" grpId="0" nodeType="withEffect">
                                  <p:stCondLst>
                                    <p:cond delay="0"/>
                                  </p:stCondLst>
                                  <p:childTnLst>
                                    <p:set>
                                      <p:cBhvr>
                                        <p:cTn id="6" dur="1" fill="hold">
                                          <p:stCondLst>
                                            <p:cond delay="0"/>
                                          </p:stCondLst>
                                        </p:cTn>
                                        <p:tgtEl>
                                          <p:spTgt spid="23"/>
                                        </p:tgtEl>
                                        <p:attrNameLst>
                                          <p:attrName>style.visibility</p:attrName>
                                        </p:attrNameLst>
                                      </p:cBhvr>
                                      <p:to>
                                        <p:strVal val="visible"/>
                                      </p:to>
                                    </p:set>
                                    <p:anim calcmode="lin" valueType="num">
                                      <p:cBhvr>
                                        <p:cTn id="7" dur="500" fill="hold"/>
                                        <p:tgtEl>
                                          <p:spTgt spid="23"/>
                                        </p:tgtEl>
                                        <p:attrNameLst>
                                          <p:attrName>ppt_w</p:attrName>
                                        </p:attrNameLst>
                                      </p:cBhvr>
                                      <p:tavLst>
                                        <p:tav tm="0">
                                          <p:val>
                                            <p:fltVal val="0"/>
                                          </p:val>
                                        </p:tav>
                                        <p:tav tm="100000">
                                          <p:val>
                                            <p:strVal val="#ppt_w"/>
                                          </p:val>
                                        </p:tav>
                                      </p:tavLst>
                                    </p:anim>
                                    <p:anim calcmode="lin" valueType="num">
                                      <p:cBhvr>
                                        <p:cTn id="8" dur="500" fill="hold"/>
                                        <p:tgtEl>
                                          <p:spTgt spid="23"/>
                                        </p:tgtEl>
                                        <p:attrNameLst>
                                          <p:attrName>ppt_h</p:attrName>
                                        </p:attrNameLst>
                                      </p:cBhvr>
                                      <p:tavLst>
                                        <p:tav tm="0">
                                          <p:val>
                                            <p:fltVal val="0"/>
                                          </p:val>
                                        </p:tav>
                                        <p:tav tm="100000">
                                          <p:val>
                                            <p:strVal val="#ppt_h"/>
                                          </p:val>
                                        </p:tav>
                                      </p:tavLst>
                                    </p:anim>
                                    <p:anim calcmode="lin" valueType="num">
                                      <p:cBhvr>
                                        <p:cTn id="9" dur="500" fill="hold"/>
                                        <p:tgtEl>
                                          <p:spTgt spid="23"/>
                                        </p:tgtEl>
                                        <p:attrNameLst>
                                          <p:attrName>style.rotation</p:attrName>
                                        </p:attrNameLst>
                                      </p:cBhvr>
                                      <p:tavLst>
                                        <p:tav tm="0">
                                          <p:val>
                                            <p:fltVal val="360"/>
                                          </p:val>
                                        </p:tav>
                                        <p:tav tm="100000">
                                          <p:val>
                                            <p:fltVal val="0"/>
                                          </p:val>
                                        </p:tav>
                                      </p:tavLst>
                                    </p:anim>
                                    <p:animEffect transition="in" filter="fade">
                                      <p:cBhvr>
                                        <p:cTn id="10" dur="500"/>
                                        <p:tgtEl>
                                          <p:spTgt spid="23"/>
                                        </p:tgtEl>
                                      </p:cBhvr>
                                    </p:animEffect>
                                  </p:childTnLst>
                                </p:cTn>
                              </p:par>
                            </p:childTnLst>
                          </p:cTn>
                        </p:par>
                        <p:par>
                          <p:cTn id="11" fill="hold">
                            <p:stCondLst>
                              <p:cond delay="500"/>
                            </p:stCondLst>
                            <p:childTnLst>
                              <p:par>
                                <p:cTn id="12" presetID="1" presetClass="entr" presetSubtype="0" fill="hold" grpId="0" nodeType="afterEffect">
                                  <p:stCondLst>
                                    <p:cond delay="0"/>
                                  </p:stCondLst>
                                  <p:iterate type="lt">
                                    <p:tmAbs val="100"/>
                                  </p:iterate>
                                  <p:childTnLst>
                                    <p:set>
                                      <p:cBhvr>
                                        <p:cTn id="13" dur="1" fill="hold">
                                          <p:stCondLst>
                                            <p:cond delay="0"/>
                                          </p:stCondLst>
                                        </p:cTn>
                                        <p:tgtEl>
                                          <p:spTgt spid="24"/>
                                        </p:tgtEl>
                                        <p:attrNameLst>
                                          <p:attrName>style.visibility</p:attrName>
                                        </p:attrNameLst>
                                      </p:cBhvr>
                                      <p:to>
                                        <p:strVal val="visible"/>
                                      </p:to>
                                    </p:set>
                                  </p:childTnLst>
                                </p:cTn>
                              </p:par>
                            </p:childTnLst>
                          </p:cTn>
                        </p:par>
                      </p:childTnLst>
                    </p:cTn>
                  </p:par>
                  <p:par>
                    <p:cTn id="14" fill="hold">
                      <p:stCondLst>
                        <p:cond delay="indefinite"/>
                      </p:stCondLst>
                      <p:childTnLst>
                        <p:par>
                          <p:cTn id="15" fill="hold">
                            <p:stCondLst>
                              <p:cond delay="0"/>
                            </p:stCondLst>
                            <p:childTnLst>
                              <p:par>
                                <p:cTn id="16" presetID="49" presetClass="entr" presetSubtype="0" decel="100000" fill="hold" grpId="0" nodeType="clickEffect">
                                  <p:stCondLst>
                                    <p:cond delay="0"/>
                                  </p:stCondLst>
                                  <p:childTnLst>
                                    <p:set>
                                      <p:cBhvr>
                                        <p:cTn id="17" dur="1" fill="hold">
                                          <p:stCondLst>
                                            <p:cond delay="0"/>
                                          </p:stCondLst>
                                        </p:cTn>
                                        <p:tgtEl>
                                          <p:spTgt spid="26"/>
                                        </p:tgtEl>
                                        <p:attrNameLst>
                                          <p:attrName>style.visibility</p:attrName>
                                        </p:attrNameLst>
                                      </p:cBhvr>
                                      <p:to>
                                        <p:strVal val="visible"/>
                                      </p:to>
                                    </p:set>
                                    <p:anim calcmode="lin" valueType="num">
                                      <p:cBhvr>
                                        <p:cTn id="18" dur="500" fill="hold"/>
                                        <p:tgtEl>
                                          <p:spTgt spid="26"/>
                                        </p:tgtEl>
                                        <p:attrNameLst>
                                          <p:attrName>ppt_w</p:attrName>
                                        </p:attrNameLst>
                                      </p:cBhvr>
                                      <p:tavLst>
                                        <p:tav tm="0">
                                          <p:val>
                                            <p:fltVal val="0"/>
                                          </p:val>
                                        </p:tav>
                                        <p:tav tm="100000">
                                          <p:val>
                                            <p:strVal val="#ppt_w"/>
                                          </p:val>
                                        </p:tav>
                                      </p:tavLst>
                                    </p:anim>
                                    <p:anim calcmode="lin" valueType="num">
                                      <p:cBhvr>
                                        <p:cTn id="19" dur="500" fill="hold"/>
                                        <p:tgtEl>
                                          <p:spTgt spid="26"/>
                                        </p:tgtEl>
                                        <p:attrNameLst>
                                          <p:attrName>ppt_h</p:attrName>
                                        </p:attrNameLst>
                                      </p:cBhvr>
                                      <p:tavLst>
                                        <p:tav tm="0">
                                          <p:val>
                                            <p:fltVal val="0"/>
                                          </p:val>
                                        </p:tav>
                                        <p:tav tm="100000">
                                          <p:val>
                                            <p:strVal val="#ppt_h"/>
                                          </p:val>
                                        </p:tav>
                                      </p:tavLst>
                                    </p:anim>
                                    <p:anim calcmode="lin" valueType="num">
                                      <p:cBhvr>
                                        <p:cTn id="20" dur="500" fill="hold"/>
                                        <p:tgtEl>
                                          <p:spTgt spid="26"/>
                                        </p:tgtEl>
                                        <p:attrNameLst>
                                          <p:attrName>style.rotation</p:attrName>
                                        </p:attrNameLst>
                                      </p:cBhvr>
                                      <p:tavLst>
                                        <p:tav tm="0">
                                          <p:val>
                                            <p:fltVal val="360"/>
                                          </p:val>
                                        </p:tav>
                                        <p:tav tm="100000">
                                          <p:val>
                                            <p:fltVal val="0"/>
                                          </p:val>
                                        </p:tav>
                                      </p:tavLst>
                                    </p:anim>
                                    <p:animEffect transition="in" filter="fade">
                                      <p:cBhvr>
                                        <p:cTn id="21" dur="500"/>
                                        <p:tgtEl>
                                          <p:spTgt spid="26"/>
                                        </p:tgtEl>
                                      </p:cBhvr>
                                    </p:animEffect>
                                  </p:childTnLst>
                                </p:cTn>
                              </p:par>
                            </p:childTnLst>
                          </p:cTn>
                        </p:par>
                        <p:par>
                          <p:cTn id="22" fill="hold">
                            <p:stCondLst>
                              <p:cond delay="500"/>
                            </p:stCondLst>
                            <p:childTnLst>
                              <p:par>
                                <p:cTn id="23" presetID="1" presetClass="entr" presetSubtype="0" fill="hold" grpId="0" nodeType="afterEffect">
                                  <p:stCondLst>
                                    <p:cond delay="0"/>
                                  </p:stCondLst>
                                  <p:iterate type="lt">
                                    <p:tmAbs val="100"/>
                                  </p:iterate>
                                  <p:childTnLst>
                                    <p:set>
                                      <p:cBhvr>
                                        <p:cTn id="24" dur="1" fill="hold">
                                          <p:stCondLst>
                                            <p:cond delay="0"/>
                                          </p:stCondLst>
                                        </p:cTn>
                                        <p:tgtEl>
                                          <p:spTgt spid="32"/>
                                        </p:tgtEl>
                                        <p:attrNameLst>
                                          <p:attrName>style.visibility</p:attrName>
                                        </p:attrNameLst>
                                      </p:cBhvr>
                                      <p:to>
                                        <p:strVal val="visible"/>
                                      </p:to>
                                    </p:set>
                                  </p:childTnLst>
                                </p:cTn>
                              </p:par>
                              <p:par>
                                <p:cTn id="25" presetID="42" presetClass="entr" presetSubtype="0" fill="hold" nodeType="withEffect">
                                  <p:stCondLst>
                                    <p:cond delay="0"/>
                                  </p:stCondLst>
                                  <p:childTnLst>
                                    <p:set>
                                      <p:cBhvr>
                                        <p:cTn id="26" dur="1" fill="hold">
                                          <p:stCondLst>
                                            <p:cond delay="0"/>
                                          </p:stCondLst>
                                        </p:cTn>
                                        <p:tgtEl>
                                          <p:spTgt spid="6"/>
                                        </p:tgtEl>
                                        <p:attrNameLst>
                                          <p:attrName>style.visibility</p:attrName>
                                        </p:attrNameLst>
                                      </p:cBhvr>
                                      <p:to>
                                        <p:strVal val="visible"/>
                                      </p:to>
                                    </p:set>
                                    <p:animEffect transition="in" filter="fade">
                                      <p:cBhvr>
                                        <p:cTn id="27" dur="1000"/>
                                        <p:tgtEl>
                                          <p:spTgt spid="6"/>
                                        </p:tgtEl>
                                      </p:cBhvr>
                                    </p:animEffect>
                                    <p:anim calcmode="lin" valueType="num">
                                      <p:cBhvr>
                                        <p:cTn id="28" dur="1000" fill="hold"/>
                                        <p:tgtEl>
                                          <p:spTgt spid="6"/>
                                        </p:tgtEl>
                                        <p:attrNameLst>
                                          <p:attrName>ppt_x</p:attrName>
                                        </p:attrNameLst>
                                      </p:cBhvr>
                                      <p:tavLst>
                                        <p:tav tm="0">
                                          <p:val>
                                            <p:strVal val="#ppt_x"/>
                                          </p:val>
                                        </p:tav>
                                        <p:tav tm="100000">
                                          <p:val>
                                            <p:strVal val="#ppt_x"/>
                                          </p:val>
                                        </p:tav>
                                      </p:tavLst>
                                    </p:anim>
                                    <p:anim calcmode="lin" valueType="num">
                                      <p:cBhvr>
                                        <p:cTn id="29" dur="1000" fill="hold"/>
                                        <p:tgtEl>
                                          <p:spTgt spid="6"/>
                                        </p:tgtEl>
                                        <p:attrNameLst>
                                          <p:attrName>ppt_y</p:attrName>
                                        </p:attrNameLst>
                                      </p:cBhvr>
                                      <p:tavLst>
                                        <p:tav tm="0">
                                          <p:val>
                                            <p:strVal val="#ppt_y+.1"/>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3" grpId="0" animBg="1"/>
      <p:bldP spid="24" grpId="0"/>
      <p:bldP spid="26" grpId="0" animBg="1"/>
      <p:bldP spid="32" grpId="0"/>
    </p:bldLst>
  </p:timing>
</p:sld>
</file>

<file path=ppt/slides/slide50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4" name="组合 3">
            <a:extLst>
              <a:ext uri="{FF2B5EF4-FFF2-40B4-BE49-F238E27FC236}">
                <a16:creationId xmlns:a16="http://schemas.microsoft.com/office/drawing/2014/main" id="{9A1EA9F2-FCB6-48C3-935F-7AE7E3AD14AC}"/>
              </a:ext>
            </a:extLst>
          </p:cNvPr>
          <p:cNvGrpSpPr/>
          <p:nvPr/>
        </p:nvGrpSpPr>
        <p:grpSpPr>
          <a:xfrm>
            <a:off x="304800" y="749300"/>
            <a:ext cx="4938199" cy="400110"/>
            <a:chOff x="424117" y="898245"/>
            <a:chExt cx="4938199" cy="400110"/>
          </a:xfrm>
        </p:grpSpPr>
        <p:sp>
          <p:nvSpPr>
            <p:cNvPr id="2" name="平行四边形 1">
              <a:extLst>
                <a:ext uri="{FF2B5EF4-FFF2-40B4-BE49-F238E27FC236}">
                  <a16:creationId xmlns:a16="http://schemas.microsoft.com/office/drawing/2014/main" id="{1F5BAA3F-9845-4F89-A2DD-8222D3E4EDAC}"/>
                </a:ext>
              </a:extLst>
            </p:cNvPr>
            <p:cNvSpPr/>
            <p:nvPr/>
          </p:nvSpPr>
          <p:spPr>
            <a:xfrm>
              <a:off x="424117" y="898245"/>
              <a:ext cx="628306" cy="387090"/>
            </a:xfrm>
            <a:prstGeom prst="parallelogram">
              <a:avLst/>
            </a:prstGeom>
            <a:solidFill>
              <a:schemeClr val="accent3">
                <a:lumMod val="75000"/>
              </a:schemeClr>
            </a:solidFill>
            <a:ln>
              <a:solidFill>
                <a:schemeClr val="accent3">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CN" sz="2200" dirty="0">
                  <a:latin typeface="Impact" panose="020B0806030902050204" pitchFamily="34" charset="0"/>
                </a:rPr>
                <a:t>01</a:t>
              </a:r>
              <a:endParaRPr lang="zh-CN" altLang="en-US" sz="2200" dirty="0">
                <a:latin typeface="Impact" panose="020B0806030902050204" pitchFamily="34" charset="0"/>
              </a:endParaRPr>
            </a:p>
          </p:txBody>
        </p:sp>
        <p:sp>
          <p:nvSpPr>
            <p:cNvPr id="3" name="文本框 2">
              <a:extLst>
                <a:ext uri="{FF2B5EF4-FFF2-40B4-BE49-F238E27FC236}">
                  <a16:creationId xmlns:a16="http://schemas.microsoft.com/office/drawing/2014/main" id="{4D6BD736-A4D3-4F26-AFED-36E11F50F70B}"/>
                </a:ext>
              </a:extLst>
            </p:cNvPr>
            <p:cNvSpPr txBox="1"/>
            <p:nvPr/>
          </p:nvSpPr>
          <p:spPr>
            <a:xfrm>
              <a:off x="1052423" y="898245"/>
              <a:ext cx="4309893" cy="400110"/>
            </a:xfrm>
            <a:prstGeom prst="rect">
              <a:avLst/>
            </a:prstGeom>
            <a:noFill/>
          </p:spPr>
          <p:txBody>
            <a:bodyPr wrap="square" rtlCol="0">
              <a:spAutoFit/>
            </a:bodyPr>
            <a:lstStyle/>
            <a:p>
              <a:r>
                <a:rPr lang="zh-CN" altLang="en-US" sz="2000" b="1" dirty="0">
                  <a:solidFill>
                    <a:schemeClr val="tx1"/>
                  </a:solidFill>
                  <a:latin typeface="Arial Narrow" panose="020B0606020202030204" pitchFamily="34" charset="0"/>
                </a:rPr>
                <a:t>以太网的发展</a:t>
              </a:r>
              <a:endParaRPr lang="en-US" altLang="zh-CN" sz="2000" b="1" dirty="0">
                <a:solidFill>
                  <a:schemeClr val="tx1"/>
                </a:solidFill>
                <a:latin typeface="Arial Narrow" panose="020B0606020202030204" pitchFamily="34" charset="0"/>
              </a:endParaRPr>
            </a:p>
          </p:txBody>
        </p:sp>
      </p:grpSp>
      <p:sp>
        <p:nvSpPr>
          <p:cNvPr id="10" name="箭头: V 形 9">
            <a:extLst>
              <a:ext uri="{FF2B5EF4-FFF2-40B4-BE49-F238E27FC236}">
                <a16:creationId xmlns:a16="http://schemas.microsoft.com/office/drawing/2014/main" id="{34BA076E-E332-4E29-BFA1-5FC5A72182DA}"/>
              </a:ext>
            </a:extLst>
          </p:cNvPr>
          <p:cNvSpPr/>
          <p:nvPr/>
        </p:nvSpPr>
        <p:spPr>
          <a:xfrm>
            <a:off x="310566" y="1388438"/>
            <a:ext cx="2361423" cy="786653"/>
          </a:xfrm>
          <a:prstGeom prst="chevron">
            <a:avLst/>
          </a:prstGeom>
          <a:solidFill>
            <a:schemeClr val="bg2">
              <a:lumMod val="90000"/>
            </a:schemeClr>
          </a:solidFill>
          <a:ln>
            <a:solidFill>
              <a:schemeClr val="bg2">
                <a:lumMod val="90000"/>
              </a:schemeClr>
            </a:solidFill>
          </a:ln>
        </p:spPr>
        <p:style>
          <a:lnRef idx="2">
            <a:schemeClr val="accent4">
              <a:shade val="50000"/>
            </a:schemeClr>
          </a:lnRef>
          <a:fillRef idx="1">
            <a:schemeClr val="accent4"/>
          </a:fillRef>
          <a:effectRef idx="0">
            <a:schemeClr val="accent4"/>
          </a:effectRef>
          <a:fontRef idx="minor">
            <a:schemeClr val="lt1"/>
          </a:fontRef>
        </p:style>
        <p:txBody>
          <a:bodyPr rtlCol="0" anchor="ctr"/>
          <a:lstStyle/>
          <a:p>
            <a:pPr algn="ctr"/>
            <a:r>
              <a:rPr lang="en-US" altLang="zh-CN" b="1" dirty="0">
                <a:solidFill>
                  <a:schemeClr val="bg1"/>
                </a:solidFill>
              </a:rPr>
              <a:t>100BASE-T</a:t>
            </a:r>
          </a:p>
          <a:p>
            <a:pPr algn="ctr"/>
            <a:r>
              <a:rPr lang="zh-CN" altLang="en-US" b="1" dirty="0">
                <a:solidFill>
                  <a:schemeClr val="bg1"/>
                </a:solidFill>
              </a:rPr>
              <a:t>以太网</a:t>
            </a:r>
          </a:p>
        </p:txBody>
      </p:sp>
      <p:sp>
        <p:nvSpPr>
          <p:cNvPr id="11" name="箭头: V 形 10">
            <a:extLst>
              <a:ext uri="{FF2B5EF4-FFF2-40B4-BE49-F238E27FC236}">
                <a16:creationId xmlns:a16="http://schemas.microsoft.com/office/drawing/2014/main" id="{A306BDD2-A8C7-4B5E-9ABB-354CA473FA18}"/>
              </a:ext>
            </a:extLst>
          </p:cNvPr>
          <p:cNvSpPr/>
          <p:nvPr/>
        </p:nvSpPr>
        <p:spPr>
          <a:xfrm>
            <a:off x="3382303" y="1388438"/>
            <a:ext cx="2361423" cy="786653"/>
          </a:xfrm>
          <a:prstGeom prst="chevron">
            <a:avLst/>
          </a:prstGeom>
          <a:solidFill>
            <a:schemeClr val="bg2">
              <a:lumMod val="90000"/>
            </a:schemeClr>
          </a:solidFill>
          <a:ln>
            <a:solidFill>
              <a:schemeClr val="bg2">
                <a:lumMod val="90000"/>
              </a:schemeClr>
            </a:solidFill>
          </a:ln>
        </p:spPr>
        <p:style>
          <a:lnRef idx="2">
            <a:schemeClr val="accent3">
              <a:shade val="50000"/>
            </a:schemeClr>
          </a:lnRef>
          <a:fillRef idx="1">
            <a:schemeClr val="accent3"/>
          </a:fillRef>
          <a:effectRef idx="0">
            <a:schemeClr val="accent3"/>
          </a:effectRef>
          <a:fontRef idx="minor">
            <a:schemeClr val="lt1"/>
          </a:fontRef>
        </p:style>
        <p:txBody>
          <a:bodyPr rtlCol="0" anchor="ctr"/>
          <a:lstStyle/>
          <a:p>
            <a:pPr algn="ctr"/>
            <a:r>
              <a:rPr lang="zh-CN" altLang="en-US" b="1" dirty="0">
                <a:solidFill>
                  <a:schemeClr val="bg1"/>
                </a:solidFill>
              </a:rPr>
              <a:t>吉比特</a:t>
            </a:r>
            <a:endParaRPr lang="en-US" altLang="zh-CN" b="1" dirty="0">
              <a:solidFill>
                <a:schemeClr val="bg1"/>
              </a:solidFill>
            </a:endParaRPr>
          </a:p>
          <a:p>
            <a:pPr algn="ctr"/>
            <a:r>
              <a:rPr lang="zh-CN" altLang="en-US" b="1" dirty="0">
                <a:solidFill>
                  <a:schemeClr val="bg1"/>
                </a:solidFill>
              </a:rPr>
              <a:t>以太网</a:t>
            </a:r>
          </a:p>
        </p:txBody>
      </p:sp>
      <p:sp>
        <p:nvSpPr>
          <p:cNvPr id="12" name="箭头: V 形 11">
            <a:extLst>
              <a:ext uri="{FF2B5EF4-FFF2-40B4-BE49-F238E27FC236}">
                <a16:creationId xmlns:a16="http://schemas.microsoft.com/office/drawing/2014/main" id="{7529ED43-0BE1-49BA-8986-763D47E871EA}"/>
              </a:ext>
            </a:extLst>
          </p:cNvPr>
          <p:cNvSpPr/>
          <p:nvPr/>
        </p:nvSpPr>
        <p:spPr>
          <a:xfrm>
            <a:off x="6454040" y="1388438"/>
            <a:ext cx="2361423" cy="786653"/>
          </a:xfrm>
          <a:prstGeom prst="chevron">
            <a:avLst/>
          </a:prstGeom>
          <a:solidFill>
            <a:schemeClr val="bg2">
              <a:lumMod val="90000"/>
            </a:schemeClr>
          </a:solidFill>
          <a:ln>
            <a:solidFill>
              <a:schemeClr val="bg2">
                <a:lumMod val="90000"/>
              </a:schemeClr>
            </a:solidFill>
          </a:ln>
        </p:spPr>
        <p:style>
          <a:lnRef idx="2">
            <a:schemeClr val="accent2">
              <a:shade val="50000"/>
            </a:schemeClr>
          </a:lnRef>
          <a:fillRef idx="1">
            <a:schemeClr val="accent2"/>
          </a:fillRef>
          <a:effectRef idx="0">
            <a:schemeClr val="accent2"/>
          </a:effectRef>
          <a:fontRef idx="minor">
            <a:schemeClr val="lt1"/>
          </a:fontRef>
        </p:style>
        <p:txBody>
          <a:bodyPr rtlCol="0" anchor="ctr"/>
          <a:lstStyle/>
          <a:p>
            <a:pPr algn="ctr"/>
            <a:r>
              <a:rPr lang="en-US" altLang="zh-CN" b="1" dirty="0">
                <a:solidFill>
                  <a:schemeClr val="bg1"/>
                </a:solidFill>
              </a:rPr>
              <a:t>10</a:t>
            </a:r>
            <a:r>
              <a:rPr lang="zh-CN" altLang="en-US" b="1" dirty="0">
                <a:solidFill>
                  <a:schemeClr val="bg1"/>
                </a:solidFill>
              </a:rPr>
              <a:t>吉比特</a:t>
            </a:r>
            <a:endParaRPr lang="en-US" altLang="zh-CN" b="1" dirty="0">
              <a:solidFill>
                <a:schemeClr val="bg1"/>
              </a:solidFill>
            </a:endParaRPr>
          </a:p>
          <a:p>
            <a:pPr algn="ctr"/>
            <a:r>
              <a:rPr lang="zh-CN" altLang="en-US" b="1" dirty="0">
                <a:solidFill>
                  <a:schemeClr val="bg1"/>
                </a:solidFill>
              </a:rPr>
              <a:t>以太网</a:t>
            </a:r>
          </a:p>
        </p:txBody>
      </p:sp>
      <p:sp>
        <p:nvSpPr>
          <p:cNvPr id="13" name="箭头: V 形 12">
            <a:extLst>
              <a:ext uri="{FF2B5EF4-FFF2-40B4-BE49-F238E27FC236}">
                <a16:creationId xmlns:a16="http://schemas.microsoft.com/office/drawing/2014/main" id="{510F0D15-BD28-4DB1-A650-959944656D97}"/>
              </a:ext>
            </a:extLst>
          </p:cNvPr>
          <p:cNvSpPr/>
          <p:nvPr/>
        </p:nvSpPr>
        <p:spPr>
          <a:xfrm>
            <a:off x="9525777" y="1388438"/>
            <a:ext cx="2361423" cy="786653"/>
          </a:xfrm>
          <a:prstGeom prst="chevron">
            <a:avLst/>
          </a:prstGeom>
          <a:solidFill>
            <a:schemeClr val="bg2">
              <a:lumMod val="90000"/>
            </a:schemeClr>
          </a:solidFill>
          <a:ln>
            <a:solidFill>
              <a:schemeClr val="bg2">
                <a:lumMod val="9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CN" b="1" dirty="0">
                <a:solidFill>
                  <a:schemeClr val="bg1"/>
                </a:solidFill>
              </a:rPr>
              <a:t>40/100</a:t>
            </a:r>
            <a:r>
              <a:rPr lang="zh-CN" altLang="en-US" b="1" dirty="0">
                <a:solidFill>
                  <a:schemeClr val="bg1"/>
                </a:solidFill>
              </a:rPr>
              <a:t>吉比特</a:t>
            </a:r>
            <a:endParaRPr lang="en-US" altLang="zh-CN" b="1" dirty="0">
              <a:solidFill>
                <a:schemeClr val="bg1"/>
              </a:solidFill>
            </a:endParaRPr>
          </a:p>
          <a:p>
            <a:pPr algn="ctr"/>
            <a:r>
              <a:rPr lang="zh-CN" altLang="en-US" b="1" dirty="0">
                <a:solidFill>
                  <a:schemeClr val="bg1"/>
                </a:solidFill>
              </a:rPr>
              <a:t>以太网</a:t>
            </a:r>
          </a:p>
        </p:txBody>
      </p:sp>
      <p:sp>
        <p:nvSpPr>
          <p:cNvPr id="20" name="箭头: V 形 19">
            <a:extLst>
              <a:ext uri="{FF2B5EF4-FFF2-40B4-BE49-F238E27FC236}">
                <a16:creationId xmlns:a16="http://schemas.microsoft.com/office/drawing/2014/main" id="{7C1AD93A-5D54-4D64-9BC5-423273F50379}"/>
              </a:ext>
            </a:extLst>
          </p:cNvPr>
          <p:cNvSpPr/>
          <p:nvPr/>
        </p:nvSpPr>
        <p:spPr>
          <a:xfrm>
            <a:off x="3382303" y="1386545"/>
            <a:ext cx="2361423" cy="786653"/>
          </a:xfrm>
          <a:prstGeom prst="chevron">
            <a:avLst/>
          </a:prstGeom>
          <a:ln/>
        </p:spPr>
        <p:style>
          <a:lnRef idx="2">
            <a:schemeClr val="accent3">
              <a:shade val="50000"/>
            </a:schemeClr>
          </a:lnRef>
          <a:fillRef idx="1">
            <a:schemeClr val="accent3"/>
          </a:fillRef>
          <a:effectRef idx="0">
            <a:schemeClr val="accent3"/>
          </a:effectRef>
          <a:fontRef idx="minor">
            <a:schemeClr val="lt1"/>
          </a:fontRef>
        </p:style>
        <p:txBody>
          <a:bodyPr rtlCol="0" anchor="ctr"/>
          <a:lstStyle/>
          <a:p>
            <a:pPr algn="ctr"/>
            <a:r>
              <a:rPr lang="zh-CN" altLang="en-US" b="1" dirty="0">
                <a:solidFill>
                  <a:schemeClr val="bg1"/>
                </a:solidFill>
              </a:rPr>
              <a:t>吉比特</a:t>
            </a:r>
            <a:endParaRPr lang="en-US" altLang="zh-CN" b="1" dirty="0">
              <a:solidFill>
                <a:schemeClr val="bg1"/>
              </a:solidFill>
            </a:endParaRPr>
          </a:p>
          <a:p>
            <a:pPr algn="ctr"/>
            <a:r>
              <a:rPr lang="zh-CN" altLang="en-US" b="1" dirty="0">
                <a:solidFill>
                  <a:schemeClr val="bg1"/>
                </a:solidFill>
              </a:rPr>
              <a:t>以太网</a:t>
            </a:r>
          </a:p>
        </p:txBody>
      </p:sp>
      <p:sp>
        <p:nvSpPr>
          <p:cNvPr id="23" name="矩形 22">
            <a:extLst>
              <a:ext uri="{FF2B5EF4-FFF2-40B4-BE49-F238E27FC236}">
                <a16:creationId xmlns:a16="http://schemas.microsoft.com/office/drawing/2014/main" id="{7B9B48C4-B18F-458F-ACEB-71420D64E7E1}"/>
              </a:ext>
            </a:extLst>
          </p:cNvPr>
          <p:cNvSpPr/>
          <p:nvPr/>
        </p:nvSpPr>
        <p:spPr>
          <a:xfrm>
            <a:off x="522102" y="2481461"/>
            <a:ext cx="256976" cy="256976"/>
          </a:xfrm>
          <a:prstGeom prst="rect">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24" name="íşlïḍè">
            <a:extLst>
              <a:ext uri="{FF2B5EF4-FFF2-40B4-BE49-F238E27FC236}">
                <a16:creationId xmlns:a16="http://schemas.microsoft.com/office/drawing/2014/main" id="{A07987B1-FAE3-4337-89F7-6CC28BA7A671}"/>
              </a:ext>
            </a:extLst>
          </p:cNvPr>
          <p:cNvSpPr txBox="1"/>
          <p:nvPr/>
        </p:nvSpPr>
        <p:spPr>
          <a:xfrm>
            <a:off x="839330" y="2427138"/>
            <a:ext cx="11047870" cy="400111"/>
          </a:xfrm>
          <a:prstGeom prst="rect">
            <a:avLst/>
          </a:prstGeom>
          <a:noFill/>
        </p:spPr>
        <p:txBody>
          <a:bodyPr wrap="square" lIns="91440" tIns="45720" rIns="91440" bIns="45720" anchor="ctr">
            <a:noAutofit/>
          </a:bodyPr>
          <a:lstStyle/>
          <a:p>
            <a:r>
              <a:rPr lang="zh-CN" altLang="en-US" b="1" dirty="0">
                <a:solidFill>
                  <a:schemeClr val="accent1">
                    <a:lumMod val="75000"/>
                  </a:schemeClr>
                </a:solidFill>
                <a:latin typeface="Arial Narrow" panose="020B0606020202030204" pitchFamily="34" charset="0"/>
              </a:rPr>
              <a:t>吉比特以太网</a:t>
            </a:r>
            <a:r>
              <a:rPr lang="zh-CN" altLang="en-US" b="1" dirty="0">
                <a:latin typeface="Arial Narrow" panose="020B0606020202030204" pitchFamily="34" charset="0"/>
              </a:rPr>
              <a:t>也称为</a:t>
            </a:r>
            <a:r>
              <a:rPr lang="zh-CN" altLang="en-US" b="1" dirty="0">
                <a:solidFill>
                  <a:schemeClr val="accent1">
                    <a:lumMod val="75000"/>
                  </a:schemeClr>
                </a:solidFill>
                <a:latin typeface="Arial Narrow" panose="020B0606020202030204" pitchFamily="34" charset="0"/>
              </a:rPr>
              <a:t>千兆以太网</a:t>
            </a:r>
            <a:r>
              <a:rPr lang="zh-CN" altLang="en-US" b="1" dirty="0">
                <a:latin typeface="Arial Narrow" panose="020B0606020202030204" pitchFamily="34" charset="0"/>
              </a:rPr>
              <a:t>（</a:t>
            </a:r>
            <a:r>
              <a:rPr lang="en-US" altLang="zh-CN" b="1" dirty="0">
                <a:latin typeface="Arial Narrow" panose="020B0606020202030204" pitchFamily="34" charset="0"/>
              </a:rPr>
              <a:t>Gigabit Ethernet</a:t>
            </a:r>
            <a:r>
              <a:rPr lang="zh-CN" altLang="en-US" b="1" dirty="0">
                <a:latin typeface="Arial Narrow" panose="020B0606020202030204" pitchFamily="34" charset="0"/>
              </a:rPr>
              <a:t>）。</a:t>
            </a:r>
            <a:r>
              <a:rPr lang="en-US" altLang="zh-CN" b="1" dirty="0">
                <a:latin typeface="Arial Narrow" panose="020B0606020202030204" pitchFamily="34" charset="0"/>
              </a:rPr>
              <a:t>1998</a:t>
            </a:r>
            <a:r>
              <a:rPr lang="zh-CN" altLang="en-US" b="1" dirty="0">
                <a:latin typeface="Arial Narrow" panose="020B0606020202030204" pitchFamily="34" charset="0"/>
              </a:rPr>
              <a:t>年，千兆以太网的标准</a:t>
            </a:r>
            <a:r>
              <a:rPr lang="en-US" altLang="zh-CN" b="1" dirty="0">
                <a:solidFill>
                  <a:schemeClr val="accent1">
                    <a:lumMod val="75000"/>
                  </a:schemeClr>
                </a:solidFill>
                <a:latin typeface="Arial Narrow" panose="020B0606020202030204" pitchFamily="34" charset="0"/>
              </a:rPr>
              <a:t>802.3z</a:t>
            </a:r>
            <a:r>
              <a:rPr lang="zh-CN" altLang="en-US" b="1" dirty="0">
                <a:latin typeface="Arial Narrow" panose="020B0606020202030204" pitchFamily="34" charset="0"/>
              </a:rPr>
              <a:t>成为正式标准。</a:t>
            </a:r>
          </a:p>
        </p:txBody>
      </p:sp>
      <p:sp>
        <p:nvSpPr>
          <p:cNvPr id="15" name="矩形 14">
            <a:extLst>
              <a:ext uri="{FF2B5EF4-FFF2-40B4-BE49-F238E27FC236}">
                <a16:creationId xmlns:a16="http://schemas.microsoft.com/office/drawing/2014/main" id="{4F8DCA3D-CEA9-4E7E-A8F5-FF1C0F073C29}"/>
              </a:ext>
            </a:extLst>
          </p:cNvPr>
          <p:cNvSpPr/>
          <p:nvPr/>
        </p:nvSpPr>
        <p:spPr>
          <a:xfrm>
            <a:off x="522102" y="2933563"/>
            <a:ext cx="256976" cy="256976"/>
          </a:xfrm>
          <a:prstGeom prst="rect">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16" name="íşlïḍè">
            <a:extLst>
              <a:ext uri="{FF2B5EF4-FFF2-40B4-BE49-F238E27FC236}">
                <a16:creationId xmlns:a16="http://schemas.microsoft.com/office/drawing/2014/main" id="{A943826C-60D5-4933-B073-823060BF8FC5}"/>
              </a:ext>
            </a:extLst>
          </p:cNvPr>
          <p:cNvSpPr txBox="1"/>
          <p:nvPr/>
        </p:nvSpPr>
        <p:spPr>
          <a:xfrm>
            <a:off x="839330" y="2879240"/>
            <a:ext cx="11047870" cy="400111"/>
          </a:xfrm>
          <a:prstGeom prst="rect">
            <a:avLst/>
          </a:prstGeom>
          <a:noFill/>
        </p:spPr>
        <p:txBody>
          <a:bodyPr wrap="square" lIns="91440" tIns="45720" rIns="91440" bIns="45720" anchor="ctr">
            <a:noAutofit/>
          </a:bodyPr>
          <a:lstStyle/>
          <a:p>
            <a:r>
              <a:rPr lang="zh-CN" altLang="en-US" b="1" dirty="0">
                <a:latin typeface="Arial Narrow" panose="020B0606020202030204" pitchFamily="34" charset="0"/>
              </a:rPr>
              <a:t>近几年来，千兆以太网已迅速占领市场，成为了以太网的主流产品。</a:t>
            </a:r>
          </a:p>
        </p:txBody>
      </p:sp>
      <p:sp>
        <p:nvSpPr>
          <p:cNvPr id="17" name="矩形 16">
            <a:extLst>
              <a:ext uri="{FF2B5EF4-FFF2-40B4-BE49-F238E27FC236}">
                <a16:creationId xmlns:a16="http://schemas.microsoft.com/office/drawing/2014/main" id="{94D8D43F-2C25-4A66-B4F7-5AA2F69636C6}"/>
              </a:ext>
            </a:extLst>
          </p:cNvPr>
          <p:cNvSpPr/>
          <p:nvPr/>
        </p:nvSpPr>
        <p:spPr>
          <a:xfrm>
            <a:off x="522102" y="3483323"/>
            <a:ext cx="256976" cy="256976"/>
          </a:xfrm>
          <a:prstGeom prst="rect">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18" name="íşlïḍè">
            <a:extLst>
              <a:ext uri="{FF2B5EF4-FFF2-40B4-BE49-F238E27FC236}">
                <a16:creationId xmlns:a16="http://schemas.microsoft.com/office/drawing/2014/main" id="{F2B0F6DC-E687-4467-8DE8-A2737C19DF70}"/>
              </a:ext>
            </a:extLst>
          </p:cNvPr>
          <p:cNvSpPr txBox="1"/>
          <p:nvPr/>
        </p:nvSpPr>
        <p:spPr>
          <a:xfrm>
            <a:off x="839330" y="3429000"/>
            <a:ext cx="11047870" cy="400111"/>
          </a:xfrm>
          <a:prstGeom prst="rect">
            <a:avLst/>
          </a:prstGeom>
          <a:noFill/>
        </p:spPr>
        <p:txBody>
          <a:bodyPr wrap="square" lIns="91440" tIns="45720" rIns="91440" bIns="45720" anchor="ctr">
            <a:noAutofit/>
          </a:bodyPr>
          <a:lstStyle/>
          <a:p>
            <a:r>
              <a:rPr lang="en-US" altLang="zh-CN" b="1" dirty="0">
                <a:latin typeface="Arial Narrow" panose="020B0606020202030204" pitchFamily="34" charset="0"/>
              </a:rPr>
              <a:t>IEEE 802.3z</a:t>
            </a:r>
            <a:r>
              <a:rPr lang="zh-CN" altLang="en-US" b="1" dirty="0">
                <a:latin typeface="Arial Narrow" panose="020B0606020202030204" pitchFamily="34" charset="0"/>
              </a:rPr>
              <a:t>千兆以太网的主要特点有：</a:t>
            </a:r>
          </a:p>
        </p:txBody>
      </p:sp>
      <p:sp>
        <p:nvSpPr>
          <p:cNvPr id="19" name="矩形 18">
            <a:extLst>
              <a:ext uri="{FF2B5EF4-FFF2-40B4-BE49-F238E27FC236}">
                <a16:creationId xmlns:a16="http://schemas.microsoft.com/office/drawing/2014/main" id="{25448CEC-B7B4-4B91-A62D-8A32CEB761BC}"/>
              </a:ext>
            </a:extLst>
          </p:cNvPr>
          <p:cNvSpPr/>
          <p:nvPr/>
        </p:nvSpPr>
        <p:spPr>
          <a:xfrm>
            <a:off x="933106" y="4033083"/>
            <a:ext cx="256976" cy="256976"/>
          </a:xfrm>
          <a:prstGeom prst="rect">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21" name="íşlïḍè">
            <a:extLst>
              <a:ext uri="{FF2B5EF4-FFF2-40B4-BE49-F238E27FC236}">
                <a16:creationId xmlns:a16="http://schemas.microsoft.com/office/drawing/2014/main" id="{1ED3A776-7ABF-4032-9C91-972196C9DDC4}"/>
              </a:ext>
            </a:extLst>
          </p:cNvPr>
          <p:cNvSpPr txBox="1"/>
          <p:nvPr/>
        </p:nvSpPr>
        <p:spPr>
          <a:xfrm>
            <a:off x="1250334" y="3978760"/>
            <a:ext cx="11047870" cy="400111"/>
          </a:xfrm>
          <a:prstGeom prst="rect">
            <a:avLst/>
          </a:prstGeom>
          <a:noFill/>
        </p:spPr>
        <p:txBody>
          <a:bodyPr wrap="square" lIns="91440" tIns="45720" rIns="91440" bIns="45720" anchor="ctr">
            <a:noAutofit/>
          </a:bodyPr>
          <a:lstStyle/>
          <a:p>
            <a:r>
              <a:rPr lang="zh-CN" altLang="en-US" b="1" dirty="0">
                <a:latin typeface="Arial Narrow" panose="020B0606020202030204" pitchFamily="34" charset="0"/>
              </a:rPr>
              <a:t>速率为</a:t>
            </a:r>
            <a:r>
              <a:rPr lang="en-US" altLang="zh-CN" b="1" dirty="0">
                <a:latin typeface="Arial Narrow" panose="020B0606020202030204" pitchFamily="34" charset="0"/>
              </a:rPr>
              <a:t>1000Mb/s</a:t>
            </a:r>
            <a:r>
              <a:rPr lang="zh-CN" altLang="en-US" b="1" dirty="0">
                <a:latin typeface="Arial Narrow" panose="020B0606020202030204" pitchFamily="34" charset="0"/>
              </a:rPr>
              <a:t>（</a:t>
            </a:r>
            <a:r>
              <a:rPr lang="en-US" altLang="zh-CN" b="1" dirty="0">
                <a:latin typeface="Arial Narrow" panose="020B0606020202030204" pitchFamily="34" charset="0"/>
              </a:rPr>
              <a:t>1Gb/s</a:t>
            </a:r>
            <a:r>
              <a:rPr lang="zh-CN" altLang="en-US" b="1" dirty="0">
                <a:latin typeface="Arial Narrow" panose="020B0606020202030204" pitchFamily="34" charset="0"/>
              </a:rPr>
              <a:t>）</a:t>
            </a:r>
          </a:p>
        </p:txBody>
      </p:sp>
      <p:sp>
        <p:nvSpPr>
          <p:cNvPr id="22" name="矩形 21">
            <a:extLst>
              <a:ext uri="{FF2B5EF4-FFF2-40B4-BE49-F238E27FC236}">
                <a16:creationId xmlns:a16="http://schemas.microsoft.com/office/drawing/2014/main" id="{DFFBC2E5-30D3-42DC-A469-11BA0937B736}"/>
              </a:ext>
            </a:extLst>
          </p:cNvPr>
          <p:cNvSpPr/>
          <p:nvPr/>
        </p:nvSpPr>
        <p:spPr>
          <a:xfrm>
            <a:off x="933106" y="4498855"/>
            <a:ext cx="256976" cy="256976"/>
          </a:xfrm>
          <a:prstGeom prst="rect">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25" name="íşlïḍè">
            <a:extLst>
              <a:ext uri="{FF2B5EF4-FFF2-40B4-BE49-F238E27FC236}">
                <a16:creationId xmlns:a16="http://schemas.microsoft.com/office/drawing/2014/main" id="{5306AF67-3C8D-49BD-8F16-72710D7E8A28}"/>
              </a:ext>
            </a:extLst>
          </p:cNvPr>
          <p:cNvSpPr txBox="1"/>
          <p:nvPr/>
        </p:nvSpPr>
        <p:spPr>
          <a:xfrm>
            <a:off x="1250334" y="4444532"/>
            <a:ext cx="11047870" cy="400111"/>
          </a:xfrm>
          <a:prstGeom prst="rect">
            <a:avLst/>
          </a:prstGeom>
          <a:noFill/>
        </p:spPr>
        <p:txBody>
          <a:bodyPr wrap="square" lIns="91440" tIns="45720" rIns="91440" bIns="45720" anchor="ctr">
            <a:noAutofit/>
          </a:bodyPr>
          <a:lstStyle/>
          <a:p>
            <a:r>
              <a:rPr lang="zh-CN" altLang="en-US" b="1" dirty="0">
                <a:latin typeface="Arial Narrow" panose="020B0606020202030204" pitchFamily="34" charset="0"/>
              </a:rPr>
              <a:t>使用</a:t>
            </a:r>
            <a:r>
              <a:rPr lang="en-US" altLang="zh-CN" b="1" dirty="0">
                <a:latin typeface="Arial Narrow" panose="020B0606020202030204" pitchFamily="34" charset="0"/>
              </a:rPr>
              <a:t>IEEE 802.3</a:t>
            </a:r>
            <a:r>
              <a:rPr lang="zh-CN" altLang="en-US" b="1" dirty="0">
                <a:latin typeface="Arial Narrow" panose="020B0606020202030204" pitchFamily="34" charset="0"/>
              </a:rPr>
              <a:t>的帧格式（与</a:t>
            </a:r>
            <a:r>
              <a:rPr lang="en-US" altLang="zh-CN" b="1" dirty="0">
                <a:latin typeface="Arial Narrow" panose="020B0606020202030204" pitchFamily="34" charset="0"/>
              </a:rPr>
              <a:t>10Mb/s</a:t>
            </a:r>
            <a:r>
              <a:rPr lang="zh-CN" altLang="en-US" b="1" dirty="0">
                <a:latin typeface="Arial Narrow" panose="020B0606020202030204" pitchFamily="34" charset="0"/>
              </a:rPr>
              <a:t>和</a:t>
            </a:r>
            <a:r>
              <a:rPr lang="en-US" altLang="zh-CN" b="1" dirty="0">
                <a:latin typeface="Arial Narrow" panose="020B0606020202030204" pitchFamily="34" charset="0"/>
              </a:rPr>
              <a:t>100Mb/s</a:t>
            </a:r>
            <a:r>
              <a:rPr lang="zh-CN" altLang="en-US" b="1" dirty="0">
                <a:latin typeface="Arial Narrow" panose="020B0606020202030204" pitchFamily="34" charset="0"/>
              </a:rPr>
              <a:t>以太网相同）</a:t>
            </a:r>
          </a:p>
        </p:txBody>
      </p:sp>
      <p:sp>
        <p:nvSpPr>
          <p:cNvPr id="27" name="矩形 26">
            <a:extLst>
              <a:ext uri="{FF2B5EF4-FFF2-40B4-BE49-F238E27FC236}">
                <a16:creationId xmlns:a16="http://schemas.microsoft.com/office/drawing/2014/main" id="{02C1F0E9-2781-40B5-8087-699F7B4F0F60}"/>
              </a:ext>
            </a:extLst>
          </p:cNvPr>
          <p:cNvSpPr/>
          <p:nvPr/>
        </p:nvSpPr>
        <p:spPr>
          <a:xfrm>
            <a:off x="933106" y="5018950"/>
            <a:ext cx="256976" cy="256976"/>
          </a:xfrm>
          <a:prstGeom prst="rect">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28" name="íşlïḍè">
            <a:extLst>
              <a:ext uri="{FF2B5EF4-FFF2-40B4-BE49-F238E27FC236}">
                <a16:creationId xmlns:a16="http://schemas.microsoft.com/office/drawing/2014/main" id="{91F1BB2A-1435-43DA-9894-83E734BB80FC}"/>
              </a:ext>
            </a:extLst>
          </p:cNvPr>
          <p:cNvSpPr txBox="1"/>
          <p:nvPr/>
        </p:nvSpPr>
        <p:spPr>
          <a:xfrm>
            <a:off x="1250334" y="4964627"/>
            <a:ext cx="10636866" cy="400111"/>
          </a:xfrm>
          <a:prstGeom prst="rect">
            <a:avLst/>
          </a:prstGeom>
          <a:noFill/>
        </p:spPr>
        <p:txBody>
          <a:bodyPr wrap="square" lIns="91440" tIns="45720" rIns="91440" bIns="45720" anchor="ctr">
            <a:noAutofit/>
          </a:bodyPr>
          <a:lstStyle/>
          <a:p>
            <a:r>
              <a:rPr lang="zh-CN" altLang="en-US" b="1" dirty="0">
                <a:latin typeface="Arial Narrow" panose="020B0606020202030204" pitchFamily="34" charset="0"/>
              </a:rPr>
              <a:t>支持半双工方式（使用</a:t>
            </a:r>
            <a:r>
              <a:rPr lang="en-US" altLang="zh-CN" b="1" dirty="0">
                <a:latin typeface="Arial Narrow" panose="020B0606020202030204" pitchFamily="34" charset="0"/>
              </a:rPr>
              <a:t>CSMA/CD</a:t>
            </a:r>
            <a:r>
              <a:rPr lang="zh-CN" altLang="en-US" b="1" dirty="0">
                <a:latin typeface="Arial Narrow" panose="020B0606020202030204" pitchFamily="34" charset="0"/>
              </a:rPr>
              <a:t>协议）和全双工方式（不使用</a:t>
            </a:r>
            <a:r>
              <a:rPr lang="en-US" altLang="zh-CN" b="1" dirty="0">
                <a:latin typeface="Arial Narrow" panose="020B0606020202030204" pitchFamily="34" charset="0"/>
              </a:rPr>
              <a:t>CSMA/CD</a:t>
            </a:r>
            <a:r>
              <a:rPr lang="zh-CN" altLang="en-US" b="1" dirty="0">
                <a:latin typeface="Arial Narrow" panose="020B0606020202030204" pitchFamily="34" charset="0"/>
              </a:rPr>
              <a:t>协议）</a:t>
            </a:r>
          </a:p>
        </p:txBody>
      </p:sp>
      <p:sp>
        <p:nvSpPr>
          <p:cNvPr id="29" name="矩形 28">
            <a:extLst>
              <a:ext uri="{FF2B5EF4-FFF2-40B4-BE49-F238E27FC236}">
                <a16:creationId xmlns:a16="http://schemas.microsoft.com/office/drawing/2014/main" id="{1F6173BE-81D4-416D-A04B-3E9717A7EE3C}"/>
              </a:ext>
            </a:extLst>
          </p:cNvPr>
          <p:cNvSpPr/>
          <p:nvPr/>
        </p:nvSpPr>
        <p:spPr>
          <a:xfrm>
            <a:off x="933106" y="5539045"/>
            <a:ext cx="256976" cy="256976"/>
          </a:xfrm>
          <a:prstGeom prst="rect">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30" name="íşlïḍè">
            <a:extLst>
              <a:ext uri="{FF2B5EF4-FFF2-40B4-BE49-F238E27FC236}">
                <a16:creationId xmlns:a16="http://schemas.microsoft.com/office/drawing/2014/main" id="{90DF218A-2FBB-4388-9E21-13A6E7BA53BB}"/>
              </a:ext>
            </a:extLst>
          </p:cNvPr>
          <p:cNvSpPr txBox="1"/>
          <p:nvPr/>
        </p:nvSpPr>
        <p:spPr>
          <a:xfrm>
            <a:off x="1250334" y="5484722"/>
            <a:ext cx="10636866" cy="400111"/>
          </a:xfrm>
          <a:prstGeom prst="rect">
            <a:avLst/>
          </a:prstGeom>
          <a:noFill/>
        </p:spPr>
        <p:txBody>
          <a:bodyPr wrap="square" lIns="91440" tIns="45720" rIns="91440" bIns="45720" anchor="ctr">
            <a:noAutofit/>
          </a:bodyPr>
          <a:lstStyle/>
          <a:p>
            <a:r>
              <a:rPr lang="zh-CN" altLang="en-US" b="1" dirty="0">
                <a:latin typeface="Arial Narrow" panose="020B0606020202030204" pitchFamily="34" charset="0"/>
              </a:rPr>
              <a:t>兼容</a:t>
            </a:r>
            <a:r>
              <a:rPr lang="en-US" altLang="zh-CN" b="1" dirty="0">
                <a:latin typeface="Arial Narrow" panose="020B0606020202030204" pitchFamily="34" charset="0"/>
              </a:rPr>
              <a:t>10BASE-T</a:t>
            </a:r>
            <a:r>
              <a:rPr lang="zh-CN" altLang="en-US" b="1" dirty="0">
                <a:latin typeface="Arial Narrow" panose="020B0606020202030204" pitchFamily="34" charset="0"/>
              </a:rPr>
              <a:t>和</a:t>
            </a:r>
            <a:r>
              <a:rPr lang="en-US" altLang="zh-CN" b="1" dirty="0">
                <a:latin typeface="Arial Narrow" panose="020B0606020202030204" pitchFamily="34" charset="0"/>
              </a:rPr>
              <a:t>100BASE-T</a:t>
            </a:r>
            <a:r>
              <a:rPr lang="zh-CN" altLang="en-US" b="1" dirty="0">
                <a:latin typeface="Arial Narrow" panose="020B0606020202030204" pitchFamily="34" charset="0"/>
              </a:rPr>
              <a:t>技术</a:t>
            </a:r>
          </a:p>
        </p:txBody>
      </p:sp>
    </p:spTree>
    <p:custDataLst>
      <p:tags r:id="rId1"/>
    </p:custDataLst>
    <p:extLst>
      <p:ext uri="{BB962C8B-B14F-4D97-AF65-F5344CB8AC3E}">
        <p14:creationId xmlns:p14="http://schemas.microsoft.com/office/powerpoint/2010/main" val="113402945"/>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2" presetClass="entr" presetSubtype="8" fill="hold" grpId="0" nodeType="withEffect">
                                  <p:stCondLst>
                                    <p:cond delay="0"/>
                                  </p:stCondLst>
                                  <p:childTnLst>
                                    <p:set>
                                      <p:cBhvr>
                                        <p:cTn id="6" dur="1" fill="hold">
                                          <p:stCondLst>
                                            <p:cond delay="0"/>
                                          </p:stCondLst>
                                        </p:cTn>
                                        <p:tgtEl>
                                          <p:spTgt spid="20"/>
                                        </p:tgtEl>
                                        <p:attrNameLst>
                                          <p:attrName>style.visibility</p:attrName>
                                        </p:attrNameLst>
                                      </p:cBhvr>
                                      <p:to>
                                        <p:strVal val="visible"/>
                                      </p:to>
                                    </p:set>
                                    <p:animEffect transition="in" filter="wipe(left)">
                                      <p:cBhvr>
                                        <p:cTn id="7" dur="1000"/>
                                        <p:tgtEl>
                                          <p:spTgt spid="20"/>
                                        </p:tgtEl>
                                      </p:cBhvr>
                                    </p:animEffect>
                                  </p:childTnLst>
                                </p:cTn>
                              </p:par>
                            </p:childTnLst>
                          </p:cTn>
                        </p:par>
                      </p:childTnLst>
                    </p:cTn>
                  </p:par>
                  <p:par>
                    <p:cTn id="8" fill="hold">
                      <p:stCondLst>
                        <p:cond delay="indefinite"/>
                      </p:stCondLst>
                      <p:childTnLst>
                        <p:par>
                          <p:cTn id="9" fill="hold">
                            <p:stCondLst>
                              <p:cond delay="0"/>
                            </p:stCondLst>
                            <p:childTnLst>
                              <p:par>
                                <p:cTn id="10" presetID="49" presetClass="entr" presetSubtype="0" decel="100000" fill="hold" grpId="0" nodeType="clickEffect">
                                  <p:stCondLst>
                                    <p:cond delay="0"/>
                                  </p:stCondLst>
                                  <p:childTnLst>
                                    <p:set>
                                      <p:cBhvr>
                                        <p:cTn id="11" dur="1" fill="hold">
                                          <p:stCondLst>
                                            <p:cond delay="0"/>
                                          </p:stCondLst>
                                        </p:cTn>
                                        <p:tgtEl>
                                          <p:spTgt spid="23"/>
                                        </p:tgtEl>
                                        <p:attrNameLst>
                                          <p:attrName>style.visibility</p:attrName>
                                        </p:attrNameLst>
                                      </p:cBhvr>
                                      <p:to>
                                        <p:strVal val="visible"/>
                                      </p:to>
                                    </p:set>
                                    <p:anim calcmode="lin" valueType="num">
                                      <p:cBhvr>
                                        <p:cTn id="12" dur="500" fill="hold"/>
                                        <p:tgtEl>
                                          <p:spTgt spid="23"/>
                                        </p:tgtEl>
                                        <p:attrNameLst>
                                          <p:attrName>ppt_w</p:attrName>
                                        </p:attrNameLst>
                                      </p:cBhvr>
                                      <p:tavLst>
                                        <p:tav tm="0">
                                          <p:val>
                                            <p:fltVal val="0"/>
                                          </p:val>
                                        </p:tav>
                                        <p:tav tm="100000">
                                          <p:val>
                                            <p:strVal val="#ppt_w"/>
                                          </p:val>
                                        </p:tav>
                                      </p:tavLst>
                                    </p:anim>
                                    <p:anim calcmode="lin" valueType="num">
                                      <p:cBhvr>
                                        <p:cTn id="13" dur="500" fill="hold"/>
                                        <p:tgtEl>
                                          <p:spTgt spid="23"/>
                                        </p:tgtEl>
                                        <p:attrNameLst>
                                          <p:attrName>ppt_h</p:attrName>
                                        </p:attrNameLst>
                                      </p:cBhvr>
                                      <p:tavLst>
                                        <p:tav tm="0">
                                          <p:val>
                                            <p:fltVal val="0"/>
                                          </p:val>
                                        </p:tav>
                                        <p:tav tm="100000">
                                          <p:val>
                                            <p:strVal val="#ppt_h"/>
                                          </p:val>
                                        </p:tav>
                                      </p:tavLst>
                                    </p:anim>
                                    <p:anim calcmode="lin" valueType="num">
                                      <p:cBhvr>
                                        <p:cTn id="14" dur="500" fill="hold"/>
                                        <p:tgtEl>
                                          <p:spTgt spid="23"/>
                                        </p:tgtEl>
                                        <p:attrNameLst>
                                          <p:attrName>style.rotation</p:attrName>
                                        </p:attrNameLst>
                                      </p:cBhvr>
                                      <p:tavLst>
                                        <p:tav tm="0">
                                          <p:val>
                                            <p:fltVal val="360"/>
                                          </p:val>
                                        </p:tav>
                                        <p:tav tm="100000">
                                          <p:val>
                                            <p:fltVal val="0"/>
                                          </p:val>
                                        </p:tav>
                                      </p:tavLst>
                                    </p:anim>
                                    <p:animEffect transition="in" filter="fade">
                                      <p:cBhvr>
                                        <p:cTn id="15" dur="500"/>
                                        <p:tgtEl>
                                          <p:spTgt spid="23"/>
                                        </p:tgtEl>
                                      </p:cBhvr>
                                    </p:animEffect>
                                  </p:childTnLst>
                                </p:cTn>
                              </p:par>
                            </p:childTnLst>
                          </p:cTn>
                        </p:par>
                        <p:par>
                          <p:cTn id="16" fill="hold">
                            <p:stCondLst>
                              <p:cond delay="500"/>
                            </p:stCondLst>
                            <p:childTnLst>
                              <p:par>
                                <p:cTn id="17" presetID="1" presetClass="entr" presetSubtype="0" fill="hold" grpId="0" nodeType="afterEffect">
                                  <p:stCondLst>
                                    <p:cond delay="0"/>
                                  </p:stCondLst>
                                  <p:iterate type="lt">
                                    <p:tmAbs val="100"/>
                                  </p:iterate>
                                  <p:childTnLst>
                                    <p:set>
                                      <p:cBhvr>
                                        <p:cTn id="18" dur="1" fill="hold">
                                          <p:stCondLst>
                                            <p:cond delay="0"/>
                                          </p:stCondLst>
                                        </p:cTn>
                                        <p:tgtEl>
                                          <p:spTgt spid="24"/>
                                        </p:tgtEl>
                                        <p:attrNameLst>
                                          <p:attrName>style.visibility</p:attrName>
                                        </p:attrNameLst>
                                      </p:cBhvr>
                                      <p:to>
                                        <p:strVal val="visible"/>
                                      </p:to>
                                    </p:set>
                                  </p:childTnLst>
                                </p:cTn>
                              </p:par>
                            </p:childTnLst>
                          </p:cTn>
                        </p:par>
                      </p:childTnLst>
                    </p:cTn>
                  </p:par>
                  <p:par>
                    <p:cTn id="19" fill="hold">
                      <p:stCondLst>
                        <p:cond delay="indefinite"/>
                      </p:stCondLst>
                      <p:childTnLst>
                        <p:par>
                          <p:cTn id="20" fill="hold">
                            <p:stCondLst>
                              <p:cond delay="0"/>
                            </p:stCondLst>
                            <p:childTnLst>
                              <p:par>
                                <p:cTn id="21" presetID="49" presetClass="entr" presetSubtype="0" decel="100000" fill="hold" grpId="0" nodeType="clickEffect">
                                  <p:stCondLst>
                                    <p:cond delay="0"/>
                                  </p:stCondLst>
                                  <p:childTnLst>
                                    <p:set>
                                      <p:cBhvr>
                                        <p:cTn id="22" dur="1" fill="hold">
                                          <p:stCondLst>
                                            <p:cond delay="0"/>
                                          </p:stCondLst>
                                        </p:cTn>
                                        <p:tgtEl>
                                          <p:spTgt spid="15"/>
                                        </p:tgtEl>
                                        <p:attrNameLst>
                                          <p:attrName>style.visibility</p:attrName>
                                        </p:attrNameLst>
                                      </p:cBhvr>
                                      <p:to>
                                        <p:strVal val="visible"/>
                                      </p:to>
                                    </p:set>
                                    <p:anim calcmode="lin" valueType="num">
                                      <p:cBhvr>
                                        <p:cTn id="23" dur="500" fill="hold"/>
                                        <p:tgtEl>
                                          <p:spTgt spid="15"/>
                                        </p:tgtEl>
                                        <p:attrNameLst>
                                          <p:attrName>ppt_w</p:attrName>
                                        </p:attrNameLst>
                                      </p:cBhvr>
                                      <p:tavLst>
                                        <p:tav tm="0">
                                          <p:val>
                                            <p:fltVal val="0"/>
                                          </p:val>
                                        </p:tav>
                                        <p:tav tm="100000">
                                          <p:val>
                                            <p:strVal val="#ppt_w"/>
                                          </p:val>
                                        </p:tav>
                                      </p:tavLst>
                                    </p:anim>
                                    <p:anim calcmode="lin" valueType="num">
                                      <p:cBhvr>
                                        <p:cTn id="24" dur="500" fill="hold"/>
                                        <p:tgtEl>
                                          <p:spTgt spid="15"/>
                                        </p:tgtEl>
                                        <p:attrNameLst>
                                          <p:attrName>ppt_h</p:attrName>
                                        </p:attrNameLst>
                                      </p:cBhvr>
                                      <p:tavLst>
                                        <p:tav tm="0">
                                          <p:val>
                                            <p:fltVal val="0"/>
                                          </p:val>
                                        </p:tav>
                                        <p:tav tm="100000">
                                          <p:val>
                                            <p:strVal val="#ppt_h"/>
                                          </p:val>
                                        </p:tav>
                                      </p:tavLst>
                                    </p:anim>
                                    <p:anim calcmode="lin" valueType="num">
                                      <p:cBhvr>
                                        <p:cTn id="25" dur="500" fill="hold"/>
                                        <p:tgtEl>
                                          <p:spTgt spid="15"/>
                                        </p:tgtEl>
                                        <p:attrNameLst>
                                          <p:attrName>style.rotation</p:attrName>
                                        </p:attrNameLst>
                                      </p:cBhvr>
                                      <p:tavLst>
                                        <p:tav tm="0">
                                          <p:val>
                                            <p:fltVal val="360"/>
                                          </p:val>
                                        </p:tav>
                                        <p:tav tm="100000">
                                          <p:val>
                                            <p:fltVal val="0"/>
                                          </p:val>
                                        </p:tav>
                                      </p:tavLst>
                                    </p:anim>
                                    <p:animEffect transition="in" filter="fade">
                                      <p:cBhvr>
                                        <p:cTn id="26" dur="500"/>
                                        <p:tgtEl>
                                          <p:spTgt spid="15"/>
                                        </p:tgtEl>
                                      </p:cBhvr>
                                    </p:animEffect>
                                  </p:childTnLst>
                                </p:cTn>
                              </p:par>
                            </p:childTnLst>
                          </p:cTn>
                        </p:par>
                        <p:par>
                          <p:cTn id="27" fill="hold">
                            <p:stCondLst>
                              <p:cond delay="500"/>
                            </p:stCondLst>
                            <p:childTnLst>
                              <p:par>
                                <p:cTn id="28" presetID="1" presetClass="entr" presetSubtype="0" fill="hold" grpId="0" nodeType="afterEffect">
                                  <p:stCondLst>
                                    <p:cond delay="0"/>
                                  </p:stCondLst>
                                  <p:iterate type="lt">
                                    <p:tmAbs val="100"/>
                                  </p:iterate>
                                  <p:childTnLst>
                                    <p:set>
                                      <p:cBhvr>
                                        <p:cTn id="29" dur="1" fill="hold">
                                          <p:stCondLst>
                                            <p:cond delay="0"/>
                                          </p:stCondLst>
                                        </p:cTn>
                                        <p:tgtEl>
                                          <p:spTgt spid="16"/>
                                        </p:tgtEl>
                                        <p:attrNameLst>
                                          <p:attrName>style.visibility</p:attrName>
                                        </p:attrNameLst>
                                      </p:cBhvr>
                                      <p:to>
                                        <p:strVal val="visible"/>
                                      </p:to>
                                    </p:set>
                                  </p:childTnLst>
                                </p:cTn>
                              </p:par>
                            </p:childTnLst>
                          </p:cTn>
                        </p:par>
                      </p:childTnLst>
                    </p:cTn>
                  </p:par>
                  <p:par>
                    <p:cTn id="30" fill="hold">
                      <p:stCondLst>
                        <p:cond delay="indefinite"/>
                      </p:stCondLst>
                      <p:childTnLst>
                        <p:par>
                          <p:cTn id="31" fill="hold">
                            <p:stCondLst>
                              <p:cond delay="0"/>
                            </p:stCondLst>
                            <p:childTnLst>
                              <p:par>
                                <p:cTn id="32" presetID="49" presetClass="entr" presetSubtype="0" decel="100000" fill="hold" grpId="0" nodeType="clickEffect">
                                  <p:stCondLst>
                                    <p:cond delay="0"/>
                                  </p:stCondLst>
                                  <p:childTnLst>
                                    <p:set>
                                      <p:cBhvr>
                                        <p:cTn id="33" dur="1" fill="hold">
                                          <p:stCondLst>
                                            <p:cond delay="0"/>
                                          </p:stCondLst>
                                        </p:cTn>
                                        <p:tgtEl>
                                          <p:spTgt spid="17"/>
                                        </p:tgtEl>
                                        <p:attrNameLst>
                                          <p:attrName>style.visibility</p:attrName>
                                        </p:attrNameLst>
                                      </p:cBhvr>
                                      <p:to>
                                        <p:strVal val="visible"/>
                                      </p:to>
                                    </p:set>
                                    <p:anim calcmode="lin" valueType="num">
                                      <p:cBhvr>
                                        <p:cTn id="34" dur="500" fill="hold"/>
                                        <p:tgtEl>
                                          <p:spTgt spid="17"/>
                                        </p:tgtEl>
                                        <p:attrNameLst>
                                          <p:attrName>ppt_w</p:attrName>
                                        </p:attrNameLst>
                                      </p:cBhvr>
                                      <p:tavLst>
                                        <p:tav tm="0">
                                          <p:val>
                                            <p:fltVal val="0"/>
                                          </p:val>
                                        </p:tav>
                                        <p:tav tm="100000">
                                          <p:val>
                                            <p:strVal val="#ppt_w"/>
                                          </p:val>
                                        </p:tav>
                                      </p:tavLst>
                                    </p:anim>
                                    <p:anim calcmode="lin" valueType="num">
                                      <p:cBhvr>
                                        <p:cTn id="35" dur="500" fill="hold"/>
                                        <p:tgtEl>
                                          <p:spTgt spid="17"/>
                                        </p:tgtEl>
                                        <p:attrNameLst>
                                          <p:attrName>ppt_h</p:attrName>
                                        </p:attrNameLst>
                                      </p:cBhvr>
                                      <p:tavLst>
                                        <p:tav tm="0">
                                          <p:val>
                                            <p:fltVal val="0"/>
                                          </p:val>
                                        </p:tav>
                                        <p:tav tm="100000">
                                          <p:val>
                                            <p:strVal val="#ppt_h"/>
                                          </p:val>
                                        </p:tav>
                                      </p:tavLst>
                                    </p:anim>
                                    <p:anim calcmode="lin" valueType="num">
                                      <p:cBhvr>
                                        <p:cTn id="36" dur="500" fill="hold"/>
                                        <p:tgtEl>
                                          <p:spTgt spid="17"/>
                                        </p:tgtEl>
                                        <p:attrNameLst>
                                          <p:attrName>style.rotation</p:attrName>
                                        </p:attrNameLst>
                                      </p:cBhvr>
                                      <p:tavLst>
                                        <p:tav tm="0">
                                          <p:val>
                                            <p:fltVal val="360"/>
                                          </p:val>
                                        </p:tav>
                                        <p:tav tm="100000">
                                          <p:val>
                                            <p:fltVal val="0"/>
                                          </p:val>
                                        </p:tav>
                                      </p:tavLst>
                                    </p:anim>
                                    <p:animEffect transition="in" filter="fade">
                                      <p:cBhvr>
                                        <p:cTn id="37" dur="500"/>
                                        <p:tgtEl>
                                          <p:spTgt spid="17"/>
                                        </p:tgtEl>
                                      </p:cBhvr>
                                    </p:animEffect>
                                  </p:childTnLst>
                                </p:cTn>
                              </p:par>
                            </p:childTnLst>
                          </p:cTn>
                        </p:par>
                        <p:par>
                          <p:cTn id="38" fill="hold">
                            <p:stCondLst>
                              <p:cond delay="500"/>
                            </p:stCondLst>
                            <p:childTnLst>
                              <p:par>
                                <p:cTn id="39" presetID="1" presetClass="entr" presetSubtype="0" fill="hold" grpId="0" nodeType="afterEffect">
                                  <p:stCondLst>
                                    <p:cond delay="0"/>
                                  </p:stCondLst>
                                  <p:iterate type="lt">
                                    <p:tmAbs val="100"/>
                                  </p:iterate>
                                  <p:childTnLst>
                                    <p:set>
                                      <p:cBhvr>
                                        <p:cTn id="40" dur="1" fill="hold">
                                          <p:stCondLst>
                                            <p:cond delay="0"/>
                                          </p:stCondLst>
                                        </p:cTn>
                                        <p:tgtEl>
                                          <p:spTgt spid="18"/>
                                        </p:tgtEl>
                                        <p:attrNameLst>
                                          <p:attrName>style.visibility</p:attrName>
                                        </p:attrNameLst>
                                      </p:cBhvr>
                                      <p:to>
                                        <p:strVal val="visible"/>
                                      </p:to>
                                    </p:set>
                                  </p:childTnLst>
                                </p:cTn>
                              </p:par>
                            </p:childTnLst>
                          </p:cTn>
                        </p:par>
                      </p:childTnLst>
                    </p:cTn>
                  </p:par>
                  <p:par>
                    <p:cTn id="41" fill="hold">
                      <p:stCondLst>
                        <p:cond delay="indefinite"/>
                      </p:stCondLst>
                      <p:childTnLst>
                        <p:par>
                          <p:cTn id="42" fill="hold">
                            <p:stCondLst>
                              <p:cond delay="0"/>
                            </p:stCondLst>
                            <p:childTnLst>
                              <p:par>
                                <p:cTn id="43" presetID="49" presetClass="entr" presetSubtype="0" decel="100000" fill="hold" grpId="0" nodeType="clickEffect">
                                  <p:stCondLst>
                                    <p:cond delay="0"/>
                                  </p:stCondLst>
                                  <p:childTnLst>
                                    <p:set>
                                      <p:cBhvr>
                                        <p:cTn id="44" dur="1" fill="hold">
                                          <p:stCondLst>
                                            <p:cond delay="0"/>
                                          </p:stCondLst>
                                        </p:cTn>
                                        <p:tgtEl>
                                          <p:spTgt spid="19"/>
                                        </p:tgtEl>
                                        <p:attrNameLst>
                                          <p:attrName>style.visibility</p:attrName>
                                        </p:attrNameLst>
                                      </p:cBhvr>
                                      <p:to>
                                        <p:strVal val="visible"/>
                                      </p:to>
                                    </p:set>
                                    <p:anim calcmode="lin" valueType="num">
                                      <p:cBhvr>
                                        <p:cTn id="45" dur="500" fill="hold"/>
                                        <p:tgtEl>
                                          <p:spTgt spid="19"/>
                                        </p:tgtEl>
                                        <p:attrNameLst>
                                          <p:attrName>ppt_w</p:attrName>
                                        </p:attrNameLst>
                                      </p:cBhvr>
                                      <p:tavLst>
                                        <p:tav tm="0">
                                          <p:val>
                                            <p:fltVal val="0"/>
                                          </p:val>
                                        </p:tav>
                                        <p:tav tm="100000">
                                          <p:val>
                                            <p:strVal val="#ppt_w"/>
                                          </p:val>
                                        </p:tav>
                                      </p:tavLst>
                                    </p:anim>
                                    <p:anim calcmode="lin" valueType="num">
                                      <p:cBhvr>
                                        <p:cTn id="46" dur="500" fill="hold"/>
                                        <p:tgtEl>
                                          <p:spTgt spid="19"/>
                                        </p:tgtEl>
                                        <p:attrNameLst>
                                          <p:attrName>ppt_h</p:attrName>
                                        </p:attrNameLst>
                                      </p:cBhvr>
                                      <p:tavLst>
                                        <p:tav tm="0">
                                          <p:val>
                                            <p:fltVal val="0"/>
                                          </p:val>
                                        </p:tav>
                                        <p:tav tm="100000">
                                          <p:val>
                                            <p:strVal val="#ppt_h"/>
                                          </p:val>
                                        </p:tav>
                                      </p:tavLst>
                                    </p:anim>
                                    <p:anim calcmode="lin" valueType="num">
                                      <p:cBhvr>
                                        <p:cTn id="47" dur="500" fill="hold"/>
                                        <p:tgtEl>
                                          <p:spTgt spid="19"/>
                                        </p:tgtEl>
                                        <p:attrNameLst>
                                          <p:attrName>style.rotation</p:attrName>
                                        </p:attrNameLst>
                                      </p:cBhvr>
                                      <p:tavLst>
                                        <p:tav tm="0">
                                          <p:val>
                                            <p:fltVal val="360"/>
                                          </p:val>
                                        </p:tav>
                                        <p:tav tm="100000">
                                          <p:val>
                                            <p:fltVal val="0"/>
                                          </p:val>
                                        </p:tav>
                                      </p:tavLst>
                                    </p:anim>
                                    <p:animEffect transition="in" filter="fade">
                                      <p:cBhvr>
                                        <p:cTn id="48" dur="500"/>
                                        <p:tgtEl>
                                          <p:spTgt spid="19"/>
                                        </p:tgtEl>
                                      </p:cBhvr>
                                    </p:animEffect>
                                  </p:childTnLst>
                                </p:cTn>
                              </p:par>
                            </p:childTnLst>
                          </p:cTn>
                        </p:par>
                        <p:par>
                          <p:cTn id="49" fill="hold">
                            <p:stCondLst>
                              <p:cond delay="500"/>
                            </p:stCondLst>
                            <p:childTnLst>
                              <p:par>
                                <p:cTn id="50" presetID="1" presetClass="entr" presetSubtype="0" fill="hold" grpId="0" nodeType="afterEffect">
                                  <p:stCondLst>
                                    <p:cond delay="0"/>
                                  </p:stCondLst>
                                  <p:iterate type="lt">
                                    <p:tmAbs val="100"/>
                                  </p:iterate>
                                  <p:childTnLst>
                                    <p:set>
                                      <p:cBhvr>
                                        <p:cTn id="51" dur="1" fill="hold">
                                          <p:stCondLst>
                                            <p:cond delay="0"/>
                                          </p:stCondLst>
                                        </p:cTn>
                                        <p:tgtEl>
                                          <p:spTgt spid="21"/>
                                        </p:tgtEl>
                                        <p:attrNameLst>
                                          <p:attrName>style.visibility</p:attrName>
                                        </p:attrNameLst>
                                      </p:cBhvr>
                                      <p:to>
                                        <p:strVal val="visible"/>
                                      </p:to>
                                    </p:set>
                                  </p:childTnLst>
                                </p:cTn>
                              </p:par>
                            </p:childTnLst>
                          </p:cTn>
                        </p:par>
                      </p:childTnLst>
                    </p:cTn>
                  </p:par>
                  <p:par>
                    <p:cTn id="52" fill="hold">
                      <p:stCondLst>
                        <p:cond delay="indefinite"/>
                      </p:stCondLst>
                      <p:childTnLst>
                        <p:par>
                          <p:cTn id="53" fill="hold">
                            <p:stCondLst>
                              <p:cond delay="0"/>
                            </p:stCondLst>
                            <p:childTnLst>
                              <p:par>
                                <p:cTn id="54" presetID="49" presetClass="entr" presetSubtype="0" decel="100000" fill="hold" grpId="0" nodeType="clickEffect">
                                  <p:stCondLst>
                                    <p:cond delay="0"/>
                                  </p:stCondLst>
                                  <p:childTnLst>
                                    <p:set>
                                      <p:cBhvr>
                                        <p:cTn id="55" dur="1" fill="hold">
                                          <p:stCondLst>
                                            <p:cond delay="0"/>
                                          </p:stCondLst>
                                        </p:cTn>
                                        <p:tgtEl>
                                          <p:spTgt spid="22"/>
                                        </p:tgtEl>
                                        <p:attrNameLst>
                                          <p:attrName>style.visibility</p:attrName>
                                        </p:attrNameLst>
                                      </p:cBhvr>
                                      <p:to>
                                        <p:strVal val="visible"/>
                                      </p:to>
                                    </p:set>
                                    <p:anim calcmode="lin" valueType="num">
                                      <p:cBhvr>
                                        <p:cTn id="56" dur="500" fill="hold"/>
                                        <p:tgtEl>
                                          <p:spTgt spid="22"/>
                                        </p:tgtEl>
                                        <p:attrNameLst>
                                          <p:attrName>ppt_w</p:attrName>
                                        </p:attrNameLst>
                                      </p:cBhvr>
                                      <p:tavLst>
                                        <p:tav tm="0">
                                          <p:val>
                                            <p:fltVal val="0"/>
                                          </p:val>
                                        </p:tav>
                                        <p:tav tm="100000">
                                          <p:val>
                                            <p:strVal val="#ppt_w"/>
                                          </p:val>
                                        </p:tav>
                                      </p:tavLst>
                                    </p:anim>
                                    <p:anim calcmode="lin" valueType="num">
                                      <p:cBhvr>
                                        <p:cTn id="57" dur="500" fill="hold"/>
                                        <p:tgtEl>
                                          <p:spTgt spid="22"/>
                                        </p:tgtEl>
                                        <p:attrNameLst>
                                          <p:attrName>ppt_h</p:attrName>
                                        </p:attrNameLst>
                                      </p:cBhvr>
                                      <p:tavLst>
                                        <p:tav tm="0">
                                          <p:val>
                                            <p:fltVal val="0"/>
                                          </p:val>
                                        </p:tav>
                                        <p:tav tm="100000">
                                          <p:val>
                                            <p:strVal val="#ppt_h"/>
                                          </p:val>
                                        </p:tav>
                                      </p:tavLst>
                                    </p:anim>
                                    <p:anim calcmode="lin" valueType="num">
                                      <p:cBhvr>
                                        <p:cTn id="58" dur="500" fill="hold"/>
                                        <p:tgtEl>
                                          <p:spTgt spid="22"/>
                                        </p:tgtEl>
                                        <p:attrNameLst>
                                          <p:attrName>style.rotation</p:attrName>
                                        </p:attrNameLst>
                                      </p:cBhvr>
                                      <p:tavLst>
                                        <p:tav tm="0">
                                          <p:val>
                                            <p:fltVal val="360"/>
                                          </p:val>
                                        </p:tav>
                                        <p:tav tm="100000">
                                          <p:val>
                                            <p:fltVal val="0"/>
                                          </p:val>
                                        </p:tav>
                                      </p:tavLst>
                                    </p:anim>
                                    <p:animEffect transition="in" filter="fade">
                                      <p:cBhvr>
                                        <p:cTn id="59" dur="500"/>
                                        <p:tgtEl>
                                          <p:spTgt spid="22"/>
                                        </p:tgtEl>
                                      </p:cBhvr>
                                    </p:animEffect>
                                  </p:childTnLst>
                                </p:cTn>
                              </p:par>
                            </p:childTnLst>
                          </p:cTn>
                        </p:par>
                        <p:par>
                          <p:cTn id="60" fill="hold">
                            <p:stCondLst>
                              <p:cond delay="500"/>
                            </p:stCondLst>
                            <p:childTnLst>
                              <p:par>
                                <p:cTn id="61" presetID="1" presetClass="entr" presetSubtype="0" fill="hold" grpId="0" nodeType="afterEffect">
                                  <p:stCondLst>
                                    <p:cond delay="0"/>
                                  </p:stCondLst>
                                  <p:iterate type="lt">
                                    <p:tmAbs val="100"/>
                                  </p:iterate>
                                  <p:childTnLst>
                                    <p:set>
                                      <p:cBhvr>
                                        <p:cTn id="62" dur="1" fill="hold">
                                          <p:stCondLst>
                                            <p:cond delay="0"/>
                                          </p:stCondLst>
                                        </p:cTn>
                                        <p:tgtEl>
                                          <p:spTgt spid="25"/>
                                        </p:tgtEl>
                                        <p:attrNameLst>
                                          <p:attrName>style.visibility</p:attrName>
                                        </p:attrNameLst>
                                      </p:cBhvr>
                                      <p:to>
                                        <p:strVal val="visible"/>
                                      </p:to>
                                    </p:set>
                                  </p:childTnLst>
                                </p:cTn>
                              </p:par>
                            </p:childTnLst>
                          </p:cTn>
                        </p:par>
                      </p:childTnLst>
                    </p:cTn>
                  </p:par>
                  <p:par>
                    <p:cTn id="63" fill="hold">
                      <p:stCondLst>
                        <p:cond delay="indefinite"/>
                      </p:stCondLst>
                      <p:childTnLst>
                        <p:par>
                          <p:cTn id="64" fill="hold">
                            <p:stCondLst>
                              <p:cond delay="0"/>
                            </p:stCondLst>
                            <p:childTnLst>
                              <p:par>
                                <p:cTn id="65" presetID="49" presetClass="entr" presetSubtype="0" decel="100000" fill="hold" grpId="0" nodeType="clickEffect">
                                  <p:stCondLst>
                                    <p:cond delay="0"/>
                                  </p:stCondLst>
                                  <p:childTnLst>
                                    <p:set>
                                      <p:cBhvr>
                                        <p:cTn id="66" dur="1" fill="hold">
                                          <p:stCondLst>
                                            <p:cond delay="0"/>
                                          </p:stCondLst>
                                        </p:cTn>
                                        <p:tgtEl>
                                          <p:spTgt spid="27"/>
                                        </p:tgtEl>
                                        <p:attrNameLst>
                                          <p:attrName>style.visibility</p:attrName>
                                        </p:attrNameLst>
                                      </p:cBhvr>
                                      <p:to>
                                        <p:strVal val="visible"/>
                                      </p:to>
                                    </p:set>
                                    <p:anim calcmode="lin" valueType="num">
                                      <p:cBhvr>
                                        <p:cTn id="67" dur="500" fill="hold"/>
                                        <p:tgtEl>
                                          <p:spTgt spid="27"/>
                                        </p:tgtEl>
                                        <p:attrNameLst>
                                          <p:attrName>ppt_w</p:attrName>
                                        </p:attrNameLst>
                                      </p:cBhvr>
                                      <p:tavLst>
                                        <p:tav tm="0">
                                          <p:val>
                                            <p:fltVal val="0"/>
                                          </p:val>
                                        </p:tav>
                                        <p:tav tm="100000">
                                          <p:val>
                                            <p:strVal val="#ppt_w"/>
                                          </p:val>
                                        </p:tav>
                                      </p:tavLst>
                                    </p:anim>
                                    <p:anim calcmode="lin" valueType="num">
                                      <p:cBhvr>
                                        <p:cTn id="68" dur="500" fill="hold"/>
                                        <p:tgtEl>
                                          <p:spTgt spid="27"/>
                                        </p:tgtEl>
                                        <p:attrNameLst>
                                          <p:attrName>ppt_h</p:attrName>
                                        </p:attrNameLst>
                                      </p:cBhvr>
                                      <p:tavLst>
                                        <p:tav tm="0">
                                          <p:val>
                                            <p:fltVal val="0"/>
                                          </p:val>
                                        </p:tav>
                                        <p:tav tm="100000">
                                          <p:val>
                                            <p:strVal val="#ppt_h"/>
                                          </p:val>
                                        </p:tav>
                                      </p:tavLst>
                                    </p:anim>
                                    <p:anim calcmode="lin" valueType="num">
                                      <p:cBhvr>
                                        <p:cTn id="69" dur="500" fill="hold"/>
                                        <p:tgtEl>
                                          <p:spTgt spid="27"/>
                                        </p:tgtEl>
                                        <p:attrNameLst>
                                          <p:attrName>style.rotation</p:attrName>
                                        </p:attrNameLst>
                                      </p:cBhvr>
                                      <p:tavLst>
                                        <p:tav tm="0">
                                          <p:val>
                                            <p:fltVal val="360"/>
                                          </p:val>
                                        </p:tav>
                                        <p:tav tm="100000">
                                          <p:val>
                                            <p:fltVal val="0"/>
                                          </p:val>
                                        </p:tav>
                                      </p:tavLst>
                                    </p:anim>
                                    <p:animEffect transition="in" filter="fade">
                                      <p:cBhvr>
                                        <p:cTn id="70" dur="500"/>
                                        <p:tgtEl>
                                          <p:spTgt spid="27"/>
                                        </p:tgtEl>
                                      </p:cBhvr>
                                    </p:animEffect>
                                  </p:childTnLst>
                                </p:cTn>
                              </p:par>
                            </p:childTnLst>
                          </p:cTn>
                        </p:par>
                        <p:par>
                          <p:cTn id="71" fill="hold">
                            <p:stCondLst>
                              <p:cond delay="500"/>
                            </p:stCondLst>
                            <p:childTnLst>
                              <p:par>
                                <p:cTn id="72" presetID="1" presetClass="entr" presetSubtype="0" fill="hold" grpId="0" nodeType="afterEffect">
                                  <p:stCondLst>
                                    <p:cond delay="0"/>
                                  </p:stCondLst>
                                  <p:iterate type="lt">
                                    <p:tmAbs val="100"/>
                                  </p:iterate>
                                  <p:childTnLst>
                                    <p:set>
                                      <p:cBhvr>
                                        <p:cTn id="73" dur="1" fill="hold">
                                          <p:stCondLst>
                                            <p:cond delay="0"/>
                                          </p:stCondLst>
                                        </p:cTn>
                                        <p:tgtEl>
                                          <p:spTgt spid="28"/>
                                        </p:tgtEl>
                                        <p:attrNameLst>
                                          <p:attrName>style.visibility</p:attrName>
                                        </p:attrNameLst>
                                      </p:cBhvr>
                                      <p:to>
                                        <p:strVal val="visible"/>
                                      </p:to>
                                    </p:set>
                                  </p:childTnLst>
                                </p:cTn>
                              </p:par>
                            </p:childTnLst>
                          </p:cTn>
                        </p:par>
                      </p:childTnLst>
                    </p:cTn>
                  </p:par>
                  <p:par>
                    <p:cTn id="74" fill="hold">
                      <p:stCondLst>
                        <p:cond delay="indefinite"/>
                      </p:stCondLst>
                      <p:childTnLst>
                        <p:par>
                          <p:cTn id="75" fill="hold">
                            <p:stCondLst>
                              <p:cond delay="0"/>
                            </p:stCondLst>
                            <p:childTnLst>
                              <p:par>
                                <p:cTn id="76" presetID="49" presetClass="entr" presetSubtype="0" decel="100000" fill="hold" grpId="0" nodeType="clickEffect">
                                  <p:stCondLst>
                                    <p:cond delay="0"/>
                                  </p:stCondLst>
                                  <p:childTnLst>
                                    <p:set>
                                      <p:cBhvr>
                                        <p:cTn id="77" dur="1" fill="hold">
                                          <p:stCondLst>
                                            <p:cond delay="0"/>
                                          </p:stCondLst>
                                        </p:cTn>
                                        <p:tgtEl>
                                          <p:spTgt spid="29"/>
                                        </p:tgtEl>
                                        <p:attrNameLst>
                                          <p:attrName>style.visibility</p:attrName>
                                        </p:attrNameLst>
                                      </p:cBhvr>
                                      <p:to>
                                        <p:strVal val="visible"/>
                                      </p:to>
                                    </p:set>
                                    <p:anim calcmode="lin" valueType="num">
                                      <p:cBhvr>
                                        <p:cTn id="78" dur="500" fill="hold"/>
                                        <p:tgtEl>
                                          <p:spTgt spid="29"/>
                                        </p:tgtEl>
                                        <p:attrNameLst>
                                          <p:attrName>ppt_w</p:attrName>
                                        </p:attrNameLst>
                                      </p:cBhvr>
                                      <p:tavLst>
                                        <p:tav tm="0">
                                          <p:val>
                                            <p:fltVal val="0"/>
                                          </p:val>
                                        </p:tav>
                                        <p:tav tm="100000">
                                          <p:val>
                                            <p:strVal val="#ppt_w"/>
                                          </p:val>
                                        </p:tav>
                                      </p:tavLst>
                                    </p:anim>
                                    <p:anim calcmode="lin" valueType="num">
                                      <p:cBhvr>
                                        <p:cTn id="79" dur="500" fill="hold"/>
                                        <p:tgtEl>
                                          <p:spTgt spid="29"/>
                                        </p:tgtEl>
                                        <p:attrNameLst>
                                          <p:attrName>ppt_h</p:attrName>
                                        </p:attrNameLst>
                                      </p:cBhvr>
                                      <p:tavLst>
                                        <p:tav tm="0">
                                          <p:val>
                                            <p:fltVal val="0"/>
                                          </p:val>
                                        </p:tav>
                                        <p:tav tm="100000">
                                          <p:val>
                                            <p:strVal val="#ppt_h"/>
                                          </p:val>
                                        </p:tav>
                                      </p:tavLst>
                                    </p:anim>
                                    <p:anim calcmode="lin" valueType="num">
                                      <p:cBhvr>
                                        <p:cTn id="80" dur="500" fill="hold"/>
                                        <p:tgtEl>
                                          <p:spTgt spid="29"/>
                                        </p:tgtEl>
                                        <p:attrNameLst>
                                          <p:attrName>style.rotation</p:attrName>
                                        </p:attrNameLst>
                                      </p:cBhvr>
                                      <p:tavLst>
                                        <p:tav tm="0">
                                          <p:val>
                                            <p:fltVal val="360"/>
                                          </p:val>
                                        </p:tav>
                                        <p:tav tm="100000">
                                          <p:val>
                                            <p:fltVal val="0"/>
                                          </p:val>
                                        </p:tav>
                                      </p:tavLst>
                                    </p:anim>
                                    <p:animEffect transition="in" filter="fade">
                                      <p:cBhvr>
                                        <p:cTn id="81" dur="500"/>
                                        <p:tgtEl>
                                          <p:spTgt spid="29"/>
                                        </p:tgtEl>
                                      </p:cBhvr>
                                    </p:animEffect>
                                  </p:childTnLst>
                                </p:cTn>
                              </p:par>
                            </p:childTnLst>
                          </p:cTn>
                        </p:par>
                        <p:par>
                          <p:cTn id="82" fill="hold">
                            <p:stCondLst>
                              <p:cond delay="500"/>
                            </p:stCondLst>
                            <p:childTnLst>
                              <p:par>
                                <p:cTn id="83" presetID="1" presetClass="entr" presetSubtype="0" fill="hold" grpId="0" nodeType="afterEffect">
                                  <p:stCondLst>
                                    <p:cond delay="0"/>
                                  </p:stCondLst>
                                  <p:iterate type="lt">
                                    <p:tmAbs val="100"/>
                                  </p:iterate>
                                  <p:childTnLst>
                                    <p:set>
                                      <p:cBhvr>
                                        <p:cTn id="84" dur="1" fill="hold">
                                          <p:stCondLst>
                                            <p:cond delay="0"/>
                                          </p:stCondLst>
                                        </p:cTn>
                                        <p:tgtEl>
                                          <p:spTgt spid="30"/>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0" grpId="0" animBg="1"/>
      <p:bldP spid="23" grpId="0" animBg="1"/>
      <p:bldP spid="24" grpId="0"/>
      <p:bldP spid="15" grpId="0" animBg="1"/>
      <p:bldP spid="16" grpId="0"/>
      <p:bldP spid="17" grpId="0" animBg="1"/>
      <p:bldP spid="18" grpId="0"/>
      <p:bldP spid="19" grpId="0" animBg="1"/>
      <p:bldP spid="21" grpId="0"/>
      <p:bldP spid="22" grpId="0" animBg="1"/>
      <p:bldP spid="25" grpId="0"/>
      <p:bldP spid="27" grpId="0" animBg="1"/>
      <p:bldP spid="28" grpId="0"/>
      <p:bldP spid="29" grpId="0" animBg="1"/>
      <p:bldP spid="30" grpId="0"/>
    </p:bldLst>
  </p:timing>
</p:sld>
</file>

<file path=ppt/slides/slide50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2" name="矩形 31">
            <a:extLst>
              <a:ext uri="{FF2B5EF4-FFF2-40B4-BE49-F238E27FC236}">
                <a16:creationId xmlns:a16="http://schemas.microsoft.com/office/drawing/2014/main" id="{4DAECD5F-7F1B-4ADF-AAE9-B93692A7E3C7}"/>
              </a:ext>
            </a:extLst>
          </p:cNvPr>
          <p:cNvSpPr/>
          <p:nvPr/>
        </p:nvSpPr>
        <p:spPr>
          <a:xfrm>
            <a:off x="923753" y="4129436"/>
            <a:ext cx="10344494" cy="789680"/>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r>
              <a:rPr lang="zh-CN" altLang="en-US" b="1" dirty="0"/>
              <a:t>千兆以太网的网段最大长度仍保持为</a:t>
            </a:r>
            <a:r>
              <a:rPr lang="en-US" altLang="zh-CN" b="1" dirty="0"/>
              <a:t>100m</a:t>
            </a:r>
            <a:r>
              <a:rPr lang="zh-CN" altLang="en-US" b="1" dirty="0"/>
              <a:t>，最小帧长仍保持为</a:t>
            </a:r>
            <a:r>
              <a:rPr lang="en-US" altLang="zh-CN" b="1" dirty="0"/>
              <a:t>64</a:t>
            </a:r>
            <a:r>
              <a:rPr lang="zh-CN" altLang="en-US" b="1" dirty="0"/>
              <a:t>字节（与</a:t>
            </a:r>
            <a:r>
              <a:rPr lang="en-US" altLang="zh-CN" b="1" dirty="0"/>
              <a:t>10BASE-T</a:t>
            </a:r>
            <a:r>
              <a:rPr lang="zh-CN" altLang="en-US" b="1" dirty="0"/>
              <a:t>和</a:t>
            </a:r>
            <a:r>
              <a:rPr lang="en-US" altLang="zh-CN" b="1" dirty="0"/>
              <a:t>100BASE-T</a:t>
            </a:r>
            <a:r>
              <a:rPr lang="zh-CN" altLang="en-US" b="1" dirty="0"/>
              <a:t>兼容）。</a:t>
            </a:r>
          </a:p>
        </p:txBody>
      </p:sp>
      <p:grpSp>
        <p:nvGrpSpPr>
          <p:cNvPr id="4" name="组合 3">
            <a:extLst>
              <a:ext uri="{FF2B5EF4-FFF2-40B4-BE49-F238E27FC236}">
                <a16:creationId xmlns:a16="http://schemas.microsoft.com/office/drawing/2014/main" id="{9A1EA9F2-FCB6-48C3-935F-7AE7E3AD14AC}"/>
              </a:ext>
            </a:extLst>
          </p:cNvPr>
          <p:cNvGrpSpPr/>
          <p:nvPr/>
        </p:nvGrpSpPr>
        <p:grpSpPr>
          <a:xfrm>
            <a:off x="304800" y="749300"/>
            <a:ext cx="4938199" cy="400110"/>
            <a:chOff x="424117" y="898245"/>
            <a:chExt cx="4938199" cy="400110"/>
          </a:xfrm>
        </p:grpSpPr>
        <p:sp>
          <p:nvSpPr>
            <p:cNvPr id="2" name="平行四边形 1">
              <a:extLst>
                <a:ext uri="{FF2B5EF4-FFF2-40B4-BE49-F238E27FC236}">
                  <a16:creationId xmlns:a16="http://schemas.microsoft.com/office/drawing/2014/main" id="{1F5BAA3F-9845-4F89-A2DD-8222D3E4EDAC}"/>
                </a:ext>
              </a:extLst>
            </p:cNvPr>
            <p:cNvSpPr/>
            <p:nvPr/>
          </p:nvSpPr>
          <p:spPr>
            <a:xfrm>
              <a:off x="424117" y="898245"/>
              <a:ext cx="628306" cy="387090"/>
            </a:xfrm>
            <a:prstGeom prst="parallelogram">
              <a:avLst/>
            </a:prstGeom>
            <a:solidFill>
              <a:schemeClr val="accent3">
                <a:lumMod val="75000"/>
              </a:schemeClr>
            </a:solidFill>
            <a:ln>
              <a:solidFill>
                <a:schemeClr val="accent3">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CN" sz="2200" dirty="0">
                  <a:latin typeface="Impact" panose="020B0806030902050204" pitchFamily="34" charset="0"/>
                </a:rPr>
                <a:t>01</a:t>
              </a:r>
              <a:endParaRPr lang="zh-CN" altLang="en-US" sz="2200" dirty="0">
                <a:latin typeface="Impact" panose="020B0806030902050204" pitchFamily="34" charset="0"/>
              </a:endParaRPr>
            </a:p>
          </p:txBody>
        </p:sp>
        <p:sp>
          <p:nvSpPr>
            <p:cNvPr id="3" name="文本框 2">
              <a:extLst>
                <a:ext uri="{FF2B5EF4-FFF2-40B4-BE49-F238E27FC236}">
                  <a16:creationId xmlns:a16="http://schemas.microsoft.com/office/drawing/2014/main" id="{4D6BD736-A4D3-4F26-AFED-36E11F50F70B}"/>
                </a:ext>
              </a:extLst>
            </p:cNvPr>
            <p:cNvSpPr txBox="1"/>
            <p:nvPr/>
          </p:nvSpPr>
          <p:spPr>
            <a:xfrm>
              <a:off x="1052423" y="898245"/>
              <a:ext cx="4309893" cy="400110"/>
            </a:xfrm>
            <a:prstGeom prst="rect">
              <a:avLst/>
            </a:prstGeom>
            <a:noFill/>
          </p:spPr>
          <p:txBody>
            <a:bodyPr wrap="square" rtlCol="0">
              <a:spAutoFit/>
            </a:bodyPr>
            <a:lstStyle/>
            <a:p>
              <a:r>
                <a:rPr lang="zh-CN" altLang="en-US" sz="2000" b="1" dirty="0">
                  <a:solidFill>
                    <a:schemeClr val="tx1"/>
                  </a:solidFill>
                  <a:latin typeface="Arial Narrow" panose="020B0606020202030204" pitchFamily="34" charset="0"/>
                </a:rPr>
                <a:t>以太网的发展</a:t>
              </a:r>
              <a:endParaRPr lang="en-US" altLang="zh-CN" sz="2000" b="1" dirty="0">
                <a:solidFill>
                  <a:schemeClr val="tx1"/>
                </a:solidFill>
                <a:latin typeface="Arial Narrow" panose="020B0606020202030204" pitchFamily="34" charset="0"/>
              </a:endParaRPr>
            </a:p>
          </p:txBody>
        </p:sp>
      </p:grpSp>
      <p:sp>
        <p:nvSpPr>
          <p:cNvPr id="10" name="箭头: V 形 9">
            <a:extLst>
              <a:ext uri="{FF2B5EF4-FFF2-40B4-BE49-F238E27FC236}">
                <a16:creationId xmlns:a16="http://schemas.microsoft.com/office/drawing/2014/main" id="{34BA076E-E332-4E29-BFA1-5FC5A72182DA}"/>
              </a:ext>
            </a:extLst>
          </p:cNvPr>
          <p:cNvSpPr/>
          <p:nvPr/>
        </p:nvSpPr>
        <p:spPr>
          <a:xfrm>
            <a:off x="310566" y="1388438"/>
            <a:ext cx="2361423" cy="786653"/>
          </a:xfrm>
          <a:prstGeom prst="chevron">
            <a:avLst/>
          </a:prstGeom>
          <a:solidFill>
            <a:schemeClr val="bg2">
              <a:lumMod val="90000"/>
            </a:schemeClr>
          </a:solidFill>
          <a:ln>
            <a:solidFill>
              <a:schemeClr val="bg2">
                <a:lumMod val="90000"/>
              </a:schemeClr>
            </a:solidFill>
          </a:ln>
        </p:spPr>
        <p:style>
          <a:lnRef idx="2">
            <a:schemeClr val="accent4">
              <a:shade val="50000"/>
            </a:schemeClr>
          </a:lnRef>
          <a:fillRef idx="1">
            <a:schemeClr val="accent4"/>
          </a:fillRef>
          <a:effectRef idx="0">
            <a:schemeClr val="accent4"/>
          </a:effectRef>
          <a:fontRef idx="minor">
            <a:schemeClr val="lt1"/>
          </a:fontRef>
        </p:style>
        <p:txBody>
          <a:bodyPr rtlCol="0" anchor="ctr"/>
          <a:lstStyle/>
          <a:p>
            <a:pPr algn="ctr"/>
            <a:r>
              <a:rPr lang="en-US" altLang="zh-CN" b="1" dirty="0">
                <a:solidFill>
                  <a:schemeClr val="bg1"/>
                </a:solidFill>
              </a:rPr>
              <a:t>100BASE-T</a:t>
            </a:r>
          </a:p>
          <a:p>
            <a:pPr algn="ctr"/>
            <a:r>
              <a:rPr lang="zh-CN" altLang="en-US" b="1" dirty="0">
                <a:solidFill>
                  <a:schemeClr val="bg1"/>
                </a:solidFill>
              </a:rPr>
              <a:t>以太网</a:t>
            </a:r>
          </a:p>
        </p:txBody>
      </p:sp>
      <p:sp>
        <p:nvSpPr>
          <p:cNvPr id="11" name="箭头: V 形 10">
            <a:extLst>
              <a:ext uri="{FF2B5EF4-FFF2-40B4-BE49-F238E27FC236}">
                <a16:creationId xmlns:a16="http://schemas.microsoft.com/office/drawing/2014/main" id="{A306BDD2-A8C7-4B5E-9ABB-354CA473FA18}"/>
              </a:ext>
            </a:extLst>
          </p:cNvPr>
          <p:cNvSpPr/>
          <p:nvPr/>
        </p:nvSpPr>
        <p:spPr>
          <a:xfrm>
            <a:off x="3382303" y="1388438"/>
            <a:ext cx="2361423" cy="786653"/>
          </a:xfrm>
          <a:prstGeom prst="chevron">
            <a:avLst/>
          </a:prstGeom>
          <a:solidFill>
            <a:schemeClr val="bg2">
              <a:lumMod val="90000"/>
            </a:schemeClr>
          </a:solidFill>
          <a:ln>
            <a:solidFill>
              <a:schemeClr val="bg2">
                <a:lumMod val="90000"/>
              </a:schemeClr>
            </a:solidFill>
          </a:ln>
        </p:spPr>
        <p:style>
          <a:lnRef idx="2">
            <a:schemeClr val="accent3">
              <a:shade val="50000"/>
            </a:schemeClr>
          </a:lnRef>
          <a:fillRef idx="1">
            <a:schemeClr val="accent3"/>
          </a:fillRef>
          <a:effectRef idx="0">
            <a:schemeClr val="accent3"/>
          </a:effectRef>
          <a:fontRef idx="minor">
            <a:schemeClr val="lt1"/>
          </a:fontRef>
        </p:style>
        <p:txBody>
          <a:bodyPr rtlCol="0" anchor="ctr"/>
          <a:lstStyle/>
          <a:p>
            <a:pPr algn="ctr"/>
            <a:r>
              <a:rPr lang="zh-CN" altLang="en-US" b="1" dirty="0">
                <a:solidFill>
                  <a:schemeClr val="bg1"/>
                </a:solidFill>
              </a:rPr>
              <a:t>吉比特</a:t>
            </a:r>
            <a:endParaRPr lang="en-US" altLang="zh-CN" b="1" dirty="0">
              <a:solidFill>
                <a:schemeClr val="bg1"/>
              </a:solidFill>
            </a:endParaRPr>
          </a:p>
          <a:p>
            <a:pPr algn="ctr"/>
            <a:r>
              <a:rPr lang="zh-CN" altLang="en-US" b="1" dirty="0">
                <a:solidFill>
                  <a:schemeClr val="bg1"/>
                </a:solidFill>
              </a:rPr>
              <a:t>以太网</a:t>
            </a:r>
          </a:p>
        </p:txBody>
      </p:sp>
      <p:sp>
        <p:nvSpPr>
          <p:cNvPr id="12" name="箭头: V 形 11">
            <a:extLst>
              <a:ext uri="{FF2B5EF4-FFF2-40B4-BE49-F238E27FC236}">
                <a16:creationId xmlns:a16="http://schemas.microsoft.com/office/drawing/2014/main" id="{7529ED43-0BE1-49BA-8986-763D47E871EA}"/>
              </a:ext>
            </a:extLst>
          </p:cNvPr>
          <p:cNvSpPr/>
          <p:nvPr/>
        </p:nvSpPr>
        <p:spPr>
          <a:xfrm>
            <a:off x="6454040" y="1388438"/>
            <a:ext cx="2361423" cy="786653"/>
          </a:xfrm>
          <a:prstGeom prst="chevron">
            <a:avLst/>
          </a:prstGeom>
          <a:solidFill>
            <a:schemeClr val="bg2">
              <a:lumMod val="90000"/>
            </a:schemeClr>
          </a:solidFill>
          <a:ln>
            <a:solidFill>
              <a:schemeClr val="bg2">
                <a:lumMod val="90000"/>
              </a:schemeClr>
            </a:solidFill>
          </a:ln>
        </p:spPr>
        <p:style>
          <a:lnRef idx="2">
            <a:schemeClr val="accent2">
              <a:shade val="50000"/>
            </a:schemeClr>
          </a:lnRef>
          <a:fillRef idx="1">
            <a:schemeClr val="accent2"/>
          </a:fillRef>
          <a:effectRef idx="0">
            <a:schemeClr val="accent2"/>
          </a:effectRef>
          <a:fontRef idx="minor">
            <a:schemeClr val="lt1"/>
          </a:fontRef>
        </p:style>
        <p:txBody>
          <a:bodyPr rtlCol="0" anchor="ctr"/>
          <a:lstStyle/>
          <a:p>
            <a:pPr algn="ctr"/>
            <a:r>
              <a:rPr lang="en-US" altLang="zh-CN" b="1" dirty="0">
                <a:solidFill>
                  <a:schemeClr val="bg1"/>
                </a:solidFill>
              </a:rPr>
              <a:t>10</a:t>
            </a:r>
            <a:r>
              <a:rPr lang="zh-CN" altLang="en-US" b="1" dirty="0">
                <a:solidFill>
                  <a:schemeClr val="bg1"/>
                </a:solidFill>
              </a:rPr>
              <a:t>吉比特</a:t>
            </a:r>
            <a:endParaRPr lang="en-US" altLang="zh-CN" b="1" dirty="0">
              <a:solidFill>
                <a:schemeClr val="bg1"/>
              </a:solidFill>
            </a:endParaRPr>
          </a:p>
          <a:p>
            <a:pPr algn="ctr"/>
            <a:r>
              <a:rPr lang="zh-CN" altLang="en-US" b="1" dirty="0">
                <a:solidFill>
                  <a:schemeClr val="bg1"/>
                </a:solidFill>
              </a:rPr>
              <a:t>以太网</a:t>
            </a:r>
          </a:p>
        </p:txBody>
      </p:sp>
      <p:sp>
        <p:nvSpPr>
          <p:cNvPr id="13" name="箭头: V 形 12">
            <a:extLst>
              <a:ext uri="{FF2B5EF4-FFF2-40B4-BE49-F238E27FC236}">
                <a16:creationId xmlns:a16="http://schemas.microsoft.com/office/drawing/2014/main" id="{510F0D15-BD28-4DB1-A650-959944656D97}"/>
              </a:ext>
            </a:extLst>
          </p:cNvPr>
          <p:cNvSpPr/>
          <p:nvPr/>
        </p:nvSpPr>
        <p:spPr>
          <a:xfrm>
            <a:off x="9525777" y="1388438"/>
            <a:ext cx="2361423" cy="786653"/>
          </a:xfrm>
          <a:prstGeom prst="chevron">
            <a:avLst/>
          </a:prstGeom>
          <a:solidFill>
            <a:schemeClr val="bg2">
              <a:lumMod val="90000"/>
            </a:schemeClr>
          </a:solidFill>
          <a:ln>
            <a:solidFill>
              <a:schemeClr val="bg2">
                <a:lumMod val="9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CN" b="1" dirty="0">
                <a:solidFill>
                  <a:schemeClr val="bg1"/>
                </a:solidFill>
              </a:rPr>
              <a:t>40/100</a:t>
            </a:r>
            <a:r>
              <a:rPr lang="zh-CN" altLang="en-US" b="1" dirty="0">
                <a:solidFill>
                  <a:schemeClr val="bg1"/>
                </a:solidFill>
              </a:rPr>
              <a:t>吉比特</a:t>
            </a:r>
            <a:endParaRPr lang="en-US" altLang="zh-CN" b="1" dirty="0">
              <a:solidFill>
                <a:schemeClr val="bg1"/>
              </a:solidFill>
            </a:endParaRPr>
          </a:p>
          <a:p>
            <a:pPr algn="ctr"/>
            <a:r>
              <a:rPr lang="zh-CN" altLang="en-US" b="1" dirty="0">
                <a:solidFill>
                  <a:schemeClr val="bg1"/>
                </a:solidFill>
              </a:rPr>
              <a:t>以太网</a:t>
            </a:r>
          </a:p>
        </p:txBody>
      </p:sp>
      <p:sp>
        <p:nvSpPr>
          <p:cNvPr id="20" name="箭头: V 形 19">
            <a:extLst>
              <a:ext uri="{FF2B5EF4-FFF2-40B4-BE49-F238E27FC236}">
                <a16:creationId xmlns:a16="http://schemas.microsoft.com/office/drawing/2014/main" id="{7C1AD93A-5D54-4D64-9BC5-423273F50379}"/>
              </a:ext>
            </a:extLst>
          </p:cNvPr>
          <p:cNvSpPr/>
          <p:nvPr/>
        </p:nvSpPr>
        <p:spPr>
          <a:xfrm>
            <a:off x="3382303" y="1386545"/>
            <a:ext cx="2361423" cy="786653"/>
          </a:xfrm>
          <a:prstGeom prst="chevron">
            <a:avLst/>
          </a:prstGeom>
          <a:ln/>
        </p:spPr>
        <p:style>
          <a:lnRef idx="2">
            <a:schemeClr val="accent3">
              <a:shade val="50000"/>
            </a:schemeClr>
          </a:lnRef>
          <a:fillRef idx="1">
            <a:schemeClr val="accent3"/>
          </a:fillRef>
          <a:effectRef idx="0">
            <a:schemeClr val="accent3"/>
          </a:effectRef>
          <a:fontRef idx="minor">
            <a:schemeClr val="lt1"/>
          </a:fontRef>
        </p:style>
        <p:txBody>
          <a:bodyPr rtlCol="0" anchor="ctr"/>
          <a:lstStyle/>
          <a:p>
            <a:pPr algn="ctr"/>
            <a:r>
              <a:rPr lang="zh-CN" altLang="en-US" b="1" dirty="0">
                <a:solidFill>
                  <a:schemeClr val="bg1"/>
                </a:solidFill>
              </a:rPr>
              <a:t>吉比特</a:t>
            </a:r>
            <a:endParaRPr lang="en-US" altLang="zh-CN" b="1" dirty="0">
              <a:solidFill>
                <a:schemeClr val="bg1"/>
              </a:solidFill>
            </a:endParaRPr>
          </a:p>
          <a:p>
            <a:pPr algn="ctr"/>
            <a:r>
              <a:rPr lang="zh-CN" altLang="en-US" b="1" dirty="0">
                <a:solidFill>
                  <a:schemeClr val="bg1"/>
                </a:solidFill>
              </a:rPr>
              <a:t>以太网</a:t>
            </a:r>
          </a:p>
        </p:txBody>
      </p:sp>
      <p:sp>
        <p:nvSpPr>
          <p:cNvPr id="23" name="矩形 22">
            <a:extLst>
              <a:ext uri="{FF2B5EF4-FFF2-40B4-BE49-F238E27FC236}">
                <a16:creationId xmlns:a16="http://schemas.microsoft.com/office/drawing/2014/main" id="{7B9B48C4-B18F-458F-ACEB-71420D64E7E1}"/>
              </a:ext>
            </a:extLst>
          </p:cNvPr>
          <p:cNvSpPr/>
          <p:nvPr/>
        </p:nvSpPr>
        <p:spPr>
          <a:xfrm>
            <a:off x="522102" y="2481461"/>
            <a:ext cx="256976" cy="256976"/>
          </a:xfrm>
          <a:prstGeom prst="rect">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mc:AlternateContent xmlns:mc="http://schemas.openxmlformats.org/markup-compatibility/2006" xmlns:a14="http://schemas.microsoft.com/office/drawing/2010/main">
        <mc:Choice Requires="a14">
          <p:sp>
            <p:nvSpPr>
              <p:cNvPr id="24" name="íşlïḍè">
                <a:extLst>
                  <a:ext uri="{FF2B5EF4-FFF2-40B4-BE49-F238E27FC236}">
                    <a16:creationId xmlns:a16="http://schemas.microsoft.com/office/drawing/2014/main" id="{A07987B1-FAE3-4337-89F7-6CC28BA7A671}"/>
                  </a:ext>
                </a:extLst>
              </p:cNvPr>
              <p:cNvSpPr txBox="1"/>
              <p:nvPr/>
            </p:nvSpPr>
            <p:spPr>
              <a:xfrm>
                <a:off x="839330" y="2427138"/>
                <a:ext cx="11047870" cy="627212"/>
              </a:xfrm>
              <a:prstGeom prst="rect">
                <a:avLst/>
              </a:prstGeom>
              <a:noFill/>
            </p:spPr>
            <p:txBody>
              <a:bodyPr wrap="square" lIns="91440" tIns="45720" rIns="91440" bIns="45720" anchor="ctr">
                <a:noAutofit/>
              </a:bodyPr>
              <a:lstStyle/>
              <a:p>
                <a:r>
                  <a:rPr lang="zh-CN" altLang="en-US" b="1" dirty="0">
                    <a:latin typeface="Arial Narrow" panose="020B0606020202030204" pitchFamily="34" charset="0"/>
                  </a:rPr>
                  <a:t>当千兆以太网工作在半双工方式时，需要使用</a:t>
                </a:r>
                <a:r>
                  <a:rPr lang="en-US" altLang="zh-CN" b="1" dirty="0">
                    <a:latin typeface="Arial Narrow" panose="020B0606020202030204" pitchFamily="34" charset="0"/>
                  </a:rPr>
                  <a:t>CSMA/CD</a:t>
                </a:r>
                <a:r>
                  <a:rPr lang="zh-CN" altLang="en-US" b="1" dirty="0">
                    <a:latin typeface="Arial Narrow" panose="020B0606020202030204" pitchFamily="34" charset="0"/>
                  </a:rPr>
                  <a:t>协议。由于速率已经提高到了</a:t>
                </a:r>
                <a:r>
                  <a:rPr lang="en-US" altLang="zh-CN" b="1" dirty="0">
                    <a:latin typeface="Arial Narrow" panose="020B0606020202030204" pitchFamily="34" charset="0"/>
                  </a:rPr>
                  <a:t>1000Mb/s</a:t>
                </a:r>
                <a:r>
                  <a:rPr lang="zh-CN" altLang="en-US" b="1" dirty="0">
                    <a:latin typeface="Arial Narrow" panose="020B0606020202030204" pitchFamily="34" charset="0"/>
                  </a:rPr>
                  <a:t>，因此只有减小网段最大长度或增大最小帧长，才能使</a:t>
                </a:r>
                <a:r>
                  <a:rPr lang="en-US" altLang="zh-CN" b="1" dirty="0">
                    <a:latin typeface="Arial Narrow" panose="020B0606020202030204" pitchFamily="34" charset="0"/>
                  </a:rPr>
                  <a:t>3.4.2</a:t>
                </a:r>
                <a:r>
                  <a:rPr lang="zh-CN" altLang="en-US" b="1" dirty="0">
                    <a:latin typeface="Arial Narrow" panose="020B0606020202030204" pitchFamily="34" charset="0"/>
                  </a:rPr>
                  <a:t>节中介绍的以太网的参数</a:t>
                </a:r>
                <a:r>
                  <a:rPr lang="en-US" altLang="zh-CN" b="1" dirty="0">
                    <a:latin typeface="Arial Narrow" panose="020B0606020202030204" pitchFamily="34" charset="0"/>
                  </a:rPr>
                  <a:t>a</a:t>
                </a:r>
                <a:r>
                  <a:rPr lang="zh-CN" altLang="en-US" b="1" dirty="0">
                    <a:latin typeface="Arial Narrow" panose="020B0606020202030204" pitchFamily="34" charset="0"/>
                  </a:rPr>
                  <a:t>（</a:t>
                </a:r>
                <a14:m>
                  <m:oMath xmlns:m="http://schemas.openxmlformats.org/officeDocument/2006/math">
                    <m:f>
                      <m:fPr>
                        <m:type m:val="lin"/>
                        <m:ctrlPr>
                          <a:rPr lang="zh-CN" altLang="en-US" b="1" i="1" smtClean="0">
                            <a:latin typeface="Cambria Math" panose="02040503050406030204" pitchFamily="18" charset="0"/>
                          </a:rPr>
                        </m:ctrlPr>
                      </m:fPr>
                      <m:num>
                        <m:r>
                          <a:rPr lang="zh-CN" altLang="en-US" b="1" i="1" smtClean="0">
                            <a:latin typeface="Cambria Math" panose="02040503050406030204" pitchFamily="18" charset="0"/>
                          </a:rPr>
                          <m:t>𝝉</m:t>
                        </m:r>
                      </m:num>
                      <m:den>
                        <m:sSub>
                          <m:sSubPr>
                            <m:ctrlPr>
                              <a:rPr lang="en-US" altLang="zh-CN" b="1" i="1" smtClean="0">
                                <a:latin typeface="Cambria Math" panose="02040503050406030204" pitchFamily="18" charset="0"/>
                              </a:rPr>
                            </m:ctrlPr>
                          </m:sSubPr>
                          <m:e>
                            <m:r>
                              <a:rPr lang="en-US" altLang="zh-CN" b="1" i="1" smtClean="0">
                                <a:latin typeface="Cambria Math" panose="02040503050406030204" pitchFamily="18" charset="0"/>
                              </a:rPr>
                              <m:t>𝑻</m:t>
                            </m:r>
                          </m:e>
                          <m:sub>
                            <m:r>
                              <a:rPr lang="en-US" altLang="zh-CN" b="1" i="1" smtClean="0">
                                <a:latin typeface="Cambria Math" panose="02040503050406030204" pitchFamily="18" charset="0"/>
                              </a:rPr>
                              <m:t>𝟎</m:t>
                            </m:r>
                          </m:sub>
                        </m:sSub>
                      </m:den>
                    </m:f>
                  </m:oMath>
                </a14:m>
                <a:r>
                  <a:rPr lang="zh-CN" altLang="en-US" b="1" dirty="0">
                    <a:latin typeface="Arial Narrow" panose="020B0606020202030204" pitchFamily="34" charset="0"/>
                  </a:rPr>
                  <a:t>）保持为较小的数值。</a:t>
                </a:r>
              </a:p>
            </p:txBody>
          </p:sp>
        </mc:Choice>
        <mc:Fallback xmlns="">
          <p:sp>
            <p:nvSpPr>
              <p:cNvPr id="24" name="íşlïḍè">
                <a:extLst>
                  <a:ext uri="{FF2B5EF4-FFF2-40B4-BE49-F238E27FC236}">
                    <a16:creationId xmlns:a16="http://schemas.microsoft.com/office/drawing/2014/main" id="{A07987B1-FAE3-4337-89F7-6CC28BA7A671}"/>
                  </a:ext>
                </a:extLst>
              </p:cNvPr>
              <p:cNvSpPr txBox="1">
                <a:spLocks noRot="1" noChangeAspect="1" noMove="1" noResize="1" noEditPoints="1" noAdjustHandles="1" noChangeArrowheads="1" noChangeShapeType="1" noTextEdit="1"/>
              </p:cNvSpPr>
              <p:nvPr/>
            </p:nvSpPr>
            <p:spPr>
              <a:xfrm>
                <a:off x="839330" y="2427138"/>
                <a:ext cx="11047870" cy="627212"/>
              </a:xfrm>
              <a:prstGeom prst="rect">
                <a:avLst/>
              </a:prstGeom>
              <a:blipFill>
                <a:blip r:embed="rId3"/>
                <a:stretch>
                  <a:fillRect l="-497" t="-25243" r="-442" b="-106796"/>
                </a:stretch>
              </a:blipFill>
            </p:spPr>
            <p:txBody>
              <a:bodyPr/>
              <a:lstStyle/>
              <a:p>
                <a:r>
                  <a:rPr lang="zh-CN" altLang="en-US">
                    <a:noFill/>
                  </a:rPr>
                  <a:t> </a:t>
                </a:r>
              </a:p>
            </p:txBody>
          </p:sp>
        </mc:Fallback>
      </mc:AlternateContent>
      <p:sp>
        <p:nvSpPr>
          <p:cNvPr id="19" name="矩形 18">
            <a:extLst>
              <a:ext uri="{FF2B5EF4-FFF2-40B4-BE49-F238E27FC236}">
                <a16:creationId xmlns:a16="http://schemas.microsoft.com/office/drawing/2014/main" id="{25448CEC-B7B4-4B91-A62D-8A32CEB761BC}"/>
              </a:ext>
            </a:extLst>
          </p:cNvPr>
          <p:cNvSpPr/>
          <p:nvPr/>
        </p:nvSpPr>
        <p:spPr>
          <a:xfrm>
            <a:off x="933106" y="3164079"/>
            <a:ext cx="256976" cy="256976"/>
          </a:xfrm>
          <a:prstGeom prst="rect">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21" name="íşlïḍè">
            <a:extLst>
              <a:ext uri="{FF2B5EF4-FFF2-40B4-BE49-F238E27FC236}">
                <a16:creationId xmlns:a16="http://schemas.microsoft.com/office/drawing/2014/main" id="{1ED3A776-7ABF-4032-9C91-972196C9DDC4}"/>
              </a:ext>
            </a:extLst>
          </p:cNvPr>
          <p:cNvSpPr txBox="1"/>
          <p:nvPr/>
        </p:nvSpPr>
        <p:spPr>
          <a:xfrm>
            <a:off x="1250334" y="3109756"/>
            <a:ext cx="10636866" cy="400111"/>
          </a:xfrm>
          <a:prstGeom prst="rect">
            <a:avLst/>
          </a:prstGeom>
          <a:noFill/>
        </p:spPr>
        <p:txBody>
          <a:bodyPr wrap="square" lIns="91440" tIns="45720" rIns="91440" bIns="45720" anchor="ctr">
            <a:noAutofit/>
          </a:bodyPr>
          <a:lstStyle/>
          <a:p>
            <a:r>
              <a:rPr lang="zh-CN" altLang="en-US" b="1" dirty="0">
                <a:latin typeface="Arial Narrow" panose="020B0606020202030204" pitchFamily="34" charset="0"/>
              </a:rPr>
              <a:t>若将网段最大长度减小到</a:t>
            </a:r>
            <a:r>
              <a:rPr lang="en-US" altLang="zh-CN" b="1" dirty="0">
                <a:latin typeface="Arial Narrow" panose="020B0606020202030204" pitchFamily="34" charset="0"/>
              </a:rPr>
              <a:t>10m</a:t>
            </a:r>
            <a:r>
              <a:rPr lang="zh-CN" altLang="en-US" b="1" dirty="0">
                <a:latin typeface="Arial Narrow" panose="020B0606020202030204" pitchFamily="34" charset="0"/>
              </a:rPr>
              <a:t>，则网络基本失去了应用价值。</a:t>
            </a:r>
          </a:p>
        </p:txBody>
      </p:sp>
      <p:sp>
        <p:nvSpPr>
          <p:cNvPr id="26" name="矩形 25">
            <a:extLst>
              <a:ext uri="{FF2B5EF4-FFF2-40B4-BE49-F238E27FC236}">
                <a16:creationId xmlns:a16="http://schemas.microsoft.com/office/drawing/2014/main" id="{67F8C0B9-54DB-4375-AA78-A2DACAF705A1}"/>
              </a:ext>
            </a:extLst>
          </p:cNvPr>
          <p:cNvSpPr/>
          <p:nvPr/>
        </p:nvSpPr>
        <p:spPr>
          <a:xfrm>
            <a:off x="933106" y="3673919"/>
            <a:ext cx="256976" cy="256976"/>
          </a:xfrm>
          <a:prstGeom prst="rect">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31" name="íşlïḍè">
            <a:extLst>
              <a:ext uri="{FF2B5EF4-FFF2-40B4-BE49-F238E27FC236}">
                <a16:creationId xmlns:a16="http://schemas.microsoft.com/office/drawing/2014/main" id="{F9CECA8A-4BE9-4621-80A3-6FF31F9DEBDC}"/>
              </a:ext>
            </a:extLst>
          </p:cNvPr>
          <p:cNvSpPr txBox="1"/>
          <p:nvPr/>
        </p:nvSpPr>
        <p:spPr>
          <a:xfrm>
            <a:off x="1250334" y="3619596"/>
            <a:ext cx="10636866" cy="400111"/>
          </a:xfrm>
          <a:prstGeom prst="rect">
            <a:avLst/>
          </a:prstGeom>
          <a:noFill/>
        </p:spPr>
        <p:txBody>
          <a:bodyPr wrap="square" lIns="91440" tIns="45720" rIns="91440" bIns="45720" anchor="ctr">
            <a:noAutofit/>
          </a:bodyPr>
          <a:lstStyle/>
          <a:p>
            <a:r>
              <a:rPr lang="zh-CN" altLang="en-US" b="1" dirty="0">
                <a:latin typeface="Arial Narrow" panose="020B0606020202030204" pitchFamily="34" charset="0"/>
              </a:rPr>
              <a:t>若将最小帧长增大到</a:t>
            </a:r>
            <a:r>
              <a:rPr lang="en-US" altLang="zh-CN" b="1" dirty="0">
                <a:latin typeface="Arial Narrow" panose="020B0606020202030204" pitchFamily="34" charset="0"/>
              </a:rPr>
              <a:t>640</a:t>
            </a:r>
            <a:r>
              <a:rPr lang="zh-CN" altLang="en-US" b="1" dirty="0">
                <a:latin typeface="Arial Narrow" panose="020B0606020202030204" pitchFamily="34" charset="0"/>
              </a:rPr>
              <a:t>字节，则当上层交付的待封装的协议数据单元</a:t>
            </a:r>
            <a:r>
              <a:rPr lang="en-US" altLang="zh-CN" b="1" dirty="0">
                <a:latin typeface="Arial Narrow" panose="020B0606020202030204" pitchFamily="34" charset="0"/>
              </a:rPr>
              <a:t>PDU</a:t>
            </a:r>
            <a:r>
              <a:rPr lang="zh-CN" altLang="en-US" b="1" dirty="0">
                <a:latin typeface="Arial Narrow" panose="020B0606020202030204" pitchFamily="34" charset="0"/>
              </a:rPr>
              <a:t>很短时，开销就会太大。</a:t>
            </a:r>
          </a:p>
        </p:txBody>
      </p:sp>
      <p:sp>
        <p:nvSpPr>
          <p:cNvPr id="33" name="矩形 32">
            <a:extLst>
              <a:ext uri="{FF2B5EF4-FFF2-40B4-BE49-F238E27FC236}">
                <a16:creationId xmlns:a16="http://schemas.microsoft.com/office/drawing/2014/main" id="{1EC90704-D81E-4E44-82DA-DC8F03532F37}"/>
              </a:ext>
            </a:extLst>
          </p:cNvPr>
          <p:cNvSpPr/>
          <p:nvPr/>
        </p:nvSpPr>
        <p:spPr>
          <a:xfrm>
            <a:off x="522102" y="5085899"/>
            <a:ext cx="256976" cy="256976"/>
          </a:xfrm>
          <a:prstGeom prst="rect">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34" name="íşlïḍè">
            <a:extLst>
              <a:ext uri="{FF2B5EF4-FFF2-40B4-BE49-F238E27FC236}">
                <a16:creationId xmlns:a16="http://schemas.microsoft.com/office/drawing/2014/main" id="{7C501E01-5C30-4A2D-9D95-79242B883128}"/>
              </a:ext>
            </a:extLst>
          </p:cNvPr>
          <p:cNvSpPr txBox="1"/>
          <p:nvPr/>
        </p:nvSpPr>
        <p:spPr>
          <a:xfrm>
            <a:off x="839330" y="5031576"/>
            <a:ext cx="11047870" cy="627212"/>
          </a:xfrm>
          <a:prstGeom prst="rect">
            <a:avLst/>
          </a:prstGeom>
          <a:noFill/>
        </p:spPr>
        <p:txBody>
          <a:bodyPr wrap="square" lIns="91440" tIns="45720" rIns="91440" bIns="45720" anchor="ctr">
            <a:noAutofit/>
          </a:bodyPr>
          <a:lstStyle/>
          <a:p>
            <a:r>
              <a:rPr lang="zh-CN" altLang="en-US" b="1" dirty="0">
                <a:latin typeface="Arial Narrow" panose="020B0606020202030204" pitchFamily="34" charset="0"/>
              </a:rPr>
              <a:t>这就需要使用</a:t>
            </a:r>
            <a:r>
              <a:rPr lang="zh-CN" altLang="en-US" b="1" dirty="0">
                <a:solidFill>
                  <a:schemeClr val="accent1">
                    <a:lumMod val="75000"/>
                  </a:schemeClr>
                </a:solidFill>
                <a:latin typeface="Arial Narrow" panose="020B0606020202030204" pitchFamily="34" charset="0"/>
              </a:rPr>
              <a:t>载波延伸</a:t>
            </a:r>
            <a:r>
              <a:rPr lang="zh-CN" altLang="en-US" b="1" dirty="0">
                <a:latin typeface="Arial Narrow" panose="020B0606020202030204" pitchFamily="34" charset="0"/>
              </a:rPr>
              <a:t>（</a:t>
            </a:r>
            <a:r>
              <a:rPr lang="en-US" altLang="zh-CN" b="1" dirty="0">
                <a:latin typeface="Arial Narrow" panose="020B0606020202030204" pitchFamily="34" charset="0"/>
              </a:rPr>
              <a:t>Carrier Extension</a:t>
            </a:r>
            <a:r>
              <a:rPr lang="zh-CN" altLang="en-US" b="1" dirty="0">
                <a:latin typeface="Arial Narrow" panose="020B0606020202030204" pitchFamily="34" charset="0"/>
              </a:rPr>
              <a:t>）的办法，将</a:t>
            </a:r>
            <a:r>
              <a:rPr lang="zh-CN" altLang="en-US" b="1" dirty="0">
                <a:solidFill>
                  <a:schemeClr val="accent1">
                    <a:lumMod val="75000"/>
                  </a:schemeClr>
                </a:solidFill>
                <a:latin typeface="Arial Narrow" panose="020B0606020202030204" pitchFamily="34" charset="0"/>
              </a:rPr>
              <a:t>争用期增大为</a:t>
            </a:r>
            <a:r>
              <a:rPr lang="en-US" altLang="zh-CN" b="1" dirty="0">
                <a:solidFill>
                  <a:schemeClr val="accent1">
                    <a:lumMod val="75000"/>
                  </a:schemeClr>
                </a:solidFill>
                <a:latin typeface="Arial Narrow" panose="020B0606020202030204" pitchFamily="34" charset="0"/>
              </a:rPr>
              <a:t>512</a:t>
            </a:r>
            <a:r>
              <a:rPr lang="zh-CN" altLang="en-US" b="1" dirty="0">
                <a:solidFill>
                  <a:schemeClr val="accent1">
                    <a:lumMod val="75000"/>
                  </a:schemeClr>
                </a:solidFill>
                <a:latin typeface="Arial Narrow" panose="020B0606020202030204" pitchFamily="34" charset="0"/>
              </a:rPr>
              <a:t>字节的发送时间而保持最小帧长仍为</a:t>
            </a:r>
            <a:r>
              <a:rPr lang="en-US" altLang="zh-CN" b="1" dirty="0">
                <a:solidFill>
                  <a:schemeClr val="accent1">
                    <a:lumMod val="75000"/>
                  </a:schemeClr>
                </a:solidFill>
                <a:latin typeface="Arial Narrow" panose="020B0606020202030204" pitchFamily="34" charset="0"/>
              </a:rPr>
              <a:t>64</a:t>
            </a:r>
            <a:r>
              <a:rPr lang="zh-CN" altLang="en-US" b="1" dirty="0">
                <a:solidFill>
                  <a:schemeClr val="accent1">
                    <a:lumMod val="75000"/>
                  </a:schemeClr>
                </a:solidFill>
                <a:latin typeface="Arial Narrow" panose="020B0606020202030204" pitchFamily="34" charset="0"/>
              </a:rPr>
              <a:t>字节</a:t>
            </a:r>
            <a:r>
              <a:rPr lang="zh-CN" altLang="en-US" b="1" dirty="0">
                <a:latin typeface="Arial Narrow" panose="020B0606020202030204" pitchFamily="34" charset="0"/>
              </a:rPr>
              <a:t>。</a:t>
            </a:r>
          </a:p>
        </p:txBody>
      </p:sp>
      <p:sp>
        <p:nvSpPr>
          <p:cNvPr id="35" name="矩形 34">
            <a:extLst>
              <a:ext uri="{FF2B5EF4-FFF2-40B4-BE49-F238E27FC236}">
                <a16:creationId xmlns:a16="http://schemas.microsoft.com/office/drawing/2014/main" id="{9386C0F1-ACB5-4F42-962D-13C8FADB1F59}"/>
              </a:ext>
            </a:extLst>
          </p:cNvPr>
          <p:cNvSpPr/>
          <p:nvPr/>
        </p:nvSpPr>
        <p:spPr>
          <a:xfrm>
            <a:off x="933106" y="5762912"/>
            <a:ext cx="256976" cy="256976"/>
          </a:xfrm>
          <a:prstGeom prst="rect">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36" name="íşlïḍè">
            <a:extLst>
              <a:ext uri="{FF2B5EF4-FFF2-40B4-BE49-F238E27FC236}">
                <a16:creationId xmlns:a16="http://schemas.microsoft.com/office/drawing/2014/main" id="{F7826552-7FB9-4983-AFC5-7FC91222860C}"/>
              </a:ext>
            </a:extLst>
          </p:cNvPr>
          <p:cNvSpPr txBox="1"/>
          <p:nvPr/>
        </p:nvSpPr>
        <p:spPr>
          <a:xfrm>
            <a:off x="1250334" y="5708589"/>
            <a:ext cx="10636866" cy="627212"/>
          </a:xfrm>
          <a:prstGeom prst="rect">
            <a:avLst/>
          </a:prstGeom>
          <a:noFill/>
        </p:spPr>
        <p:txBody>
          <a:bodyPr wrap="square" lIns="91440" tIns="45720" rIns="91440" bIns="45720" anchor="ctr">
            <a:noAutofit/>
          </a:bodyPr>
          <a:lstStyle/>
          <a:p>
            <a:r>
              <a:rPr lang="zh-CN" altLang="en-US" b="1" dirty="0">
                <a:latin typeface="Arial Narrow" panose="020B0606020202030204" pitchFamily="34" charset="0"/>
              </a:rPr>
              <a:t>只要发送的</a:t>
            </a:r>
            <a:r>
              <a:rPr lang="en-US" altLang="zh-CN" b="1" dirty="0">
                <a:latin typeface="Arial Narrow" panose="020B0606020202030204" pitchFamily="34" charset="0"/>
              </a:rPr>
              <a:t>MAC</a:t>
            </a:r>
            <a:r>
              <a:rPr lang="zh-CN" altLang="en-US" b="1" dirty="0">
                <a:latin typeface="Arial Narrow" panose="020B0606020202030204" pitchFamily="34" charset="0"/>
              </a:rPr>
              <a:t>帧的长度不足</a:t>
            </a:r>
            <a:r>
              <a:rPr lang="en-US" altLang="zh-CN" b="1" dirty="0">
                <a:latin typeface="Arial Narrow" panose="020B0606020202030204" pitchFamily="34" charset="0"/>
              </a:rPr>
              <a:t>512</a:t>
            </a:r>
            <a:r>
              <a:rPr lang="zh-CN" altLang="en-US" b="1" dirty="0">
                <a:latin typeface="Arial Narrow" panose="020B0606020202030204" pitchFamily="34" charset="0"/>
              </a:rPr>
              <a:t>字节时，就</a:t>
            </a:r>
            <a:r>
              <a:rPr lang="zh-CN" altLang="en-US" b="1" dirty="0">
                <a:solidFill>
                  <a:schemeClr val="accent1">
                    <a:lumMod val="75000"/>
                  </a:schemeClr>
                </a:solidFill>
                <a:latin typeface="Arial Narrow" panose="020B0606020202030204" pitchFamily="34" charset="0"/>
              </a:rPr>
              <a:t>在</a:t>
            </a:r>
            <a:r>
              <a:rPr lang="en-US" altLang="zh-CN" b="1" dirty="0">
                <a:solidFill>
                  <a:schemeClr val="accent1">
                    <a:lumMod val="75000"/>
                  </a:schemeClr>
                </a:solidFill>
                <a:latin typeface="Arial Narrow" panose="020B0606020202030204" pitchFamily="34" charset="0"/>
              </a:rPr>
              <a:t>MAC</a:t>
            </a:r>
            <a:r>
              <a:rPr lang="zh-CN" altLang="en-US" b="1" dirty="0">
                <a:solidFill>
                  <a:schemeClr val="accent1">
                    <a:lumMod val="75000"/>
                  </a:schemeClr>
                </a:solidFill>
                <a:latin typeface="Arial Narrow" panose="020B0606020202030204" pitchFamily="34" charset="0"/>
              </a:rPr>
              <a:t>帧尾部填充一些特殊字符，使</a:t>
            </a:r>
            <a:r>
              <a:rPr lang="en-US" altLang="zh-CN" b="1" dirty="0">
                <a:solidFill>
                  <a:schemeClr val="accent1">
                    <a:lumMod val="75000"/>
                  </a:schemeClr>
                </a:solidFill>
                <a:latin typeface="Arial Narrow" panose="020B0606020202030204" pitchFamily="34" charset="0"/>
              </a:rPr>
              <a:t>MAC</a:t>
            </a:r>
            <a:r>
              <a:rPr lang="zh-CN" altLang="en-US" b="1" dirty="0">
                <a:solidFill>
                  <a:schemeClr val="accent1">
                    <a:lumMod val="75000"/>
                  </a:schemeClr>
                </a:solidFill>
                <a:latin typeface="Arial Narrow" panose="020B0606020202030204" pitchFamily="34" charset="0"/>
              </a:rPr>
              <a:t>帧的长度增大到</a:t>
            </a:r>
            <a:r>
              <a:rPr lang="en-US" altLang="zh-CN" b="1" dirty="0">
                <a:solidFill>
                  <a:schemeClr val="accent1">
                    <a:lumMod val="75000"/>
                  </a:schemeClr>
                </a:solidFill>
                <a:latin typeface="Arial Narrow" panose="020B0606020202030204" pitchFamily="34" charset="0"/>
              </a:rPr>
              <a:t>512</a:t>
            </a:r>
            <a:r>
              <a:rPr lang="zh-CN" altLang="en-US" b="1" dirty="0">
                <a:solidFill>
                  <a:schemeClr val="accent1">
                    <a:lumMod val="75000"/>
                  </a:schemeClr>
                </a:solidFill>
                <a:latin typeface="Arial Narrow" panose="020B0606020202030204" pitchFamily="34" charset="0"/>
              </a:rPr>
              <a:t>字节</a:t>
            </a:r>
            <a:r>
              <a:rPr lang="zh-CN" altLang="en-US" b="1" dirty="0">
                <a:latin typeface="Arial Narrow" panose="020B0606020202030204" pitchFamily="34" charset="0"/>
              </a:rPr>
              <a:t>。</a:t>
            </a:r>
          </a:p>
        </p:txBody>
      </p:sp>
    </p:spTree>
    <p:custDataLst>
      <p:tags r:id="rId1"/>
    </p:custDataLst>
    <p:extLst>
      <p:ext uri="{BB962C8B-B14F-4D97-AF65-F5344CB8AC3E}">
        <p14:creationId xmlns:p14="http://schemas.microsoft.com/office/powerpoint/2010/main" val="4279586136"/>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49" presetClass="entr" presetSubtype="0" decel="100000" fill="hold" grpId="0" nodeType="withEffect">
                                  <p:stCondLst>
                                    <p:cond delay="0"/>
                                  </p:stCondLst>
                                  <p:childTnLst>
                                    <p:set>
                                      <p:cBhvr>
                                        <p:cTn id="6" dur="1" fill="hold">
                                          <p:stCondLst>
                                            <p:cond delay="0"/>
                                          </p:stCondLst>
                                        </p:cTn>
                                        <p:tgtEl>
                                          <p:spTgt spid="23"/>
                                        </p:tgtEl>
                                        <p:attrNameLst>
                                          <p:attrName>style.visibility</p:attrName>
                                        </p:attrNameLst>
                                      </p:cBhvr>
                                      <p:to>
                                        <p:strVal val="visible"/>
                                      </p:to>
                                    </p:set>
                                    <p:anim calcmode="lin" valueType="num">
                                      <p:cBhvr>
                                        <p:cTn id="7" dur="500" fill="hold"/>
                                        <p:tgtEl>
                                          <p:spTgt spid="23"/>
                                        </p:tgtEl>
                                        <p:attrNameLst>
                                          <p:attrName>ppt_w</p:attrName>
                                        </p:attrNameLst>
                                      </p:cBhvr>
                                      <p:tavLst>
                                        <p:tav tm="0">
                                          <p:val>
                                            <p:fltVal val="0"/>
                                          </p:val>
                                        </p:tav>
                                        <p:tav tm="100000">
                                          <p:val>
                                            <p:strVal val="#ppt_w"/>
                                          </p:val>
                                        </p:tav>
                                      </p:tavLst>
                                    </p:anim>
                                    <p:anim calcmode="lin" valueType="num">
                                      <p:cBhvr>
                                        <p:cTn id="8" dur="500" fill="hold"/>
                                        <p:tgtEl>
                                          <p:spTgt spid="23"/>
                                        </p:tgtEl>
                                        <p:attrNameLst>
                                          <p:attrName>ppt_h</p:attrName>
                                        </p:attrNameLst>
                                      </p:cBhvr>
                                      <p:tavLst>
                                        <p:tav tm="0">
                                          <p:val>
                                            <p:fltVal val="0"/>
                                          </p:val>
                                        </p:tav>
                                        <p:tav tm="100000">
                                          <p:val>
                                            <p:strVal val="#ppt_h"/>
                                          </p:val>
                                        </p:tav>
                                      </p:tavLst>
                                    </p:anim>
                                    <p:anim calcmode="lin" valueType="num">
                                      <p:cBhvr>
                                        <p:cTn id="9" dur="500" fill="hold"/>
                                        <p:tgtEl>
                                          <p:spTgt spid="23"/>
                                        </p:tgtEl>
                                        <p:attrNameLst>
                                          <p:attrName>style.rotation</p:attrName>
                                        </p:attrNameLst>
                                      </p:cBhvr>
                                      <p:tavLst>
                                        <p:tav tm="0">
                                          <p:val>
                                            <p:fltVal val="360"/>
                                          </p:val>
                                        </p:tav>
                                        <p:tav tm="100000">
                                          <p:val>
                                            <p:fltVal val="0"/>
                                          </p:val>
                                        </p:tav>
                                      </p:tavLst>
                                    </p:anim>
                                    <p:animEffect transition="in" filter="fade">
                                      <p:cBhvr>
                                        <p:cTn id="10" dur="500"/>
                                        <p:tgtEl>
                                          <p:spTgt spid="23"/>
                                        </p:tgtEl>
                                      </p:cBhvr>
                                    </p:animEffect>
                                  </p:childTnLst>
                                </p:cTn>
                              </p:par>
                            </p:childTnLst>
                          </p:cTn>
                        </p:par>
                        <p:par>
                          <p:cTn id="11" fill="hold">
                            <p:stCondLst>
                              <p:cond delay="500"/>
                            </p:stCondLst>
                            <p:childTnLst>
                              <p:par>
                                <p:cTn id="12" presetID="1" presetClass="entr" presetSubtype="0" fill="hold" grpId="0" nodeType="afterEffect">
                                  <p:stCondLst>
                                    <p:cond delay="0"/>
                                  </p:stCondLst>
                                  <p:iterate type="lt">
                                    <p:tmAbs val="100"/>
                                  </p:iterate>
                                  <p:childTnLst>
                                    <p:set>
                                      <p:cBhvr>
                                        <p:cTn id="13" dur="1" fill="hold">
                                          <p:stCondLst>
                                            <p:cond delay="0"/>
                                          </p:stCondLst>
                                        </p:cTn>
                                        <p:tgtEl>
                                          <p:spTgt spid="24"/>
                                        </p:tgtEl>
                                        <p:attrNameLst>
                                          <p:attrName>style.visibility</p:attrName>
                                        </p:attrNameLst>
                                      </p:cBhvr>
                                      <p:to>
                                        <p:strVal val="visible"/>
                                      </p:to>
                                    </p:set>
                                  </p:childTnLst>
                                </p:cTn>
                              </p:par>
                            </p:childTnLst>
                          </p:cTn>
                        </p:par>
                      </p:childTnLst>
                    </p:cTn>
                  </p:par>
                  <p:par>
                    <p:cTn id="14" fill="hold">
                      <p:stCondLst>
                        <p:cond delay="indefinite"/>
                      </p:stCondLst>
                      <p:childTnLst>
                        <p:par>
                          <p:cTn id="15" fill="hold">
                            <p:stCondLst>
                              <p:cond delay="0"/>
                            </p:stCondLst>
                            <p:childTnLst>
                              <p:par>
                                <p:cTn id="16" presetID="49" presetClass="entr" presetSubtype="0" decel="100000" fill="hold" grpId="0" nodeType="clickEffect">
                                  <p:stCondLst>
                                    <p:cond delay="0"/>
                                  </p:stCondLst>
                                  <p:childTnLst>
                                    <p:set>
                                      <p:cBhvr>
                                        <p:cTn id="17" dur="1" fill="hold">
                                          <p:stCondLst>
                                            <p:cond delay="0"/>
                                          </p:stCondLst>
                                        </p:cTn>
                                        <p:tgtEl>
                                          <p:spTgt spid="19"/>
                                        </p:tgtEl>
                                        <p:attrNameLst>
                                          <p:attrName>style.visibility</p:attrName>
                                        </p:attrNameLst>
                                      </p:cBhvr>
                                      <p:to>
                                        <p:strVal val="visible"/>
                                      </p:to>
                                    </p:set>
                                    <p:anim calcmode="lin" valueType="num">
                                      <p:cBhvr>
                                        <p:cTn id="18" dur="500" fill="hold"/>
                                        <p:tgtEl>
                                          <p:spTgt spid="19"/>
                                        </p:tgtEl>
                                        <p:attrNameLst>
                                          <p:attrName>ppt_w</p:attrName>
                                        </p:attrNameLst>
                                      </p:cBhvr>
                                      <p:tavLst>
                                        <p:tav tm="0">
                                          <p:val>
                                            <p:fltVal val="0"/>
                                          </p:val>
                                        </p:tav>
                                        <p:tav tm="100000">
                                          <p:val>
                                            <p:strVal val="#ppt_w"/>
                                          </p:val>
                                        </p:tav>
                                      </p:tavLst>
                                    </p:anim>
                                    <p:anim calcmode="lin" valueType="num">
                                      <p:cBhvr>
                                        <p:cTn id="19" dur="500" fill="hold"/>
                                        <p:tgtEl>
                                          <p:spTgt spid="19"/>
                                        </p:tgtEl>
                                        <p:attrNameLst>
                                          <p:attrName>ppt_h</p:attrName>
                                        </p:attrNameLst>
                                      </p:cBhvr>
                                      <p:tavLst>
                                        <p:tav tm="0">
                                          <p:val>
                                            <p:fltVal val="0"/>
                                          </p:val>
                                        </p:tav>
                                        <p:tav tm="100000">
                                          <p:val>
                                            <p:strVal val="#ppt_h"/>
                                          </p:val>
                                        </p:tav>
                                      </p:tavLst>
                                    </p:anim>
                                    <p:anim calcmode="lin" valueType="num">
                                      <p:cBhvr>
                                        <p:cTn id="20" dur="500" fill="hold"/>
                                        <p:tgtEl>
                                          <p:spTgt spid="19"/>
                                        </p:tgtEl>
                                        <p:attrNameLst>
                                          <p:attrName>style.rotation</p:attrName>
                                        </p:attrNameLst>
                                      </p:cBhvr>
                                      <p:tavLst>
                                        <p:tav tm="0">
                                          <p:val>
                                            <p:fltVal val="360"/>
                                          </p:val>
                                        </p:tav>
                                        <p:tav tm="100000">
                                          <p:val>
                                            <p:fltVal val="0"/>
                                          </p:val>
                                        </p:tav>
                                      </p:tavLst>
                                    </p:anim>
                                    <p:animEffect transition="in" filter="fade">
                                      <p:cBhvr>
                                        <p:cTn id="21" dur="500"/>
                                        <p:tgtEl>
                                          <p:spTgt spid="19"/>
                                        </p:tgtEl>
                                      </p:cBhvr>
                                    </p:animEffect>
                                  </p:childTnLst>
                                </p:cTn>
                              </p:par>
                            </p:childTnLst>
                          </p:cTn>
                        </p:par>
                        <p:par>
                          <p:cTn id="22" fill="hold">
                            <p:stCondLst>
                              <p:cond delay="500"/>
                            </p:stCondLst>
                            <p:childTnLst>
                              <p:par>
                                <p:cTn id="23" presetID="1" presetClass="entr" presetSubtype="0" fill="hold" grpId="0" nodeType="afterEffect">
                                  <p:stCondLst>
                                    <p:cond delay="0"/>
                                  </p:stCondLst>
                                  <p:iterate type="lt">
                                    <p:tmAbs val="100"/>
                                  </p:iterate>
                                  <p:childTnLst>
                                    <p:set>
                                      <p:cBhvr>
                                        <p:cTn id="24" dur="1" fill="hold">
                                          <p:stCondLst>
                                            <p:cond delay="0"/>
                                          </p:stCondLst>
                                        </p:cTn>
                                        <p:tgtEl>
                                          <p:spTgt spid="21"/>
                                        </p:tgtEl>
                                        <p:attrNameLst>
                                          <p:attrName>style.visibility</p:attrName>
                                        </p:attrNameLst>
                                      </p:cBhvr>
                                      <p:to>
                                        <p:strVal val="visible"/>
                                      </p:to>
                                    </p:set>
                                  </p:childTnLst>
                                </p:cTn>
                              </p:par>
                            </p:childTnLst>
                          </p:cTn>
                        </p:par>
                      </p:childTnLst>
                    </p:cTn>
                  </p:par>
                  <p:par>
                    <p:cTn id="25" fill="hold">
                      <p:stCondLst>
                        <p:cond delay="indefinite"/>
                      </p:stCondLst>
                      <p:childTnLst>
                        <p:par>
                          <p:cTn id="26" fill="hold">
                            <p:stCondLst>
                              <p:cond delay="0"/>
                            </p:stCondLst>
                            <p:childTnLst>
                              <p:par>
                                <p:cTn id="27" presetID="49" presetClass="entr" presetSubtype="0" decel="100000" fill="hold" grpId="0" nodeType="clickEffect">
                                  <p:stCondLst>
                                    <p:cond delay="0"/>
                                  </p:stCondLst>
                                  <p:childTnLst>
                                    <p:set>
                                      <p:cBhvr>
                                        <p:cTn id="28" dur="1" fill="hold">
                                          <p:stCondLst>
                                            <p:cond delay="0"/>
                                          </p:stCondLst>
                                        </p:cTn>
                                        <p:tgtEl>
                                          <p:spTgt spid="26"/>
                                        </p:tgtEl>
                                        <p:attrNameLst>
                                          <p:attrName>style.visibility</p:attrName>
                                        </p:attrNameLst>
                                      </p:cBhvr>
                                      <p:to>
                                        <p:strVal val="visible"/>
                                      </p:to>
                                    </p:set>
                                    <p:anim calcmode="lin" valueType="num">
                                      <p:cBhvr>
                                        <p:cTn id="29" dur="500" fill="hold"/>
                                        <p:tgtEl>
                                          <p:spTgt spid="26"/>
                                        </p:tgtEl>
                                        <p:attrNameLst>
                                          <p:attrName>ppt_w</p:attrName>
                                        </p:attrNameLst>
                                      </p:cBhvr>
                                      <p:tavLst>
                                        <p:tav tm="0">
                                          <p:val>
                                            <p:fltVal val="0"/>
                                          </p:val>
                                        </p:tav>
                                        <p:tav tm="100000">
                                          <p:val>
                                            <p:strVal val="#ppt_w"/>
                                          </p:val>
                                        </p:tav>
                                      </p:tavLst>
                                    </p:anim>
                                    <p:anim calcmode="lin" valueType="num">
                                      <p:cBhvr>
                                        <p:cTn id="30" dur="500" fill="hold"/>
                                        <p:tgtEl>
                                          <p:spTgt spid="26"/>
                                        </p:tgtEl>
                                        <p:attrNameLst>
                                          <p:attrName>ppt_h</p:attrName>
                                        </p:attrNameLst>
                                      </p:cBhvr>
                                      <p:tavLst>
                                        <p:tav tm="0">
                                          <p:val>
                                            <p:fltVal val="0"/>
                                          </p:val>
                                        </p:tav>
                                        <p:tav tm="100000">
                                          <p:val>
                                            <p:strVal val="#ppt_h"/>
                                          </p:val>
                                        </p:tav>
                                      </p:tavLst>
                                    </p:anim>
                                    <p:anim calcmode="lin" valueType="num">
                                      <p:cBhvr>
                                        <p:cTn id="31" dur="500" fill="hold"/>
                                        <p:tgtEl>
                                          <p:spTgt spid="26"/>
                                        </p:tgtEl>
                                        <p:attrNameLst>
                                          <p:attrName>style.rotation</p:attrName>
                                        </p:attrNameLst>
                                      </p:cBhvr>
                                      <p:tavLst>
                                        <p:tav tm="0">
                                          <p:val>
                                            <p:fltVal val="360"/>
                                          </p:val>
                                        </p:tav>
                                        <p:tav tm="100000">
                                          <p:val>
                                            <p:fltVal val="0"/>
                                          </p:val>
                                        </p:tav>
                                      </p:tavLst>
                                    </p:anim>
                                    <p:animEffect transition="in" filter="fade">
                                      <p:cBhvr>
                                        <p:cTn id="32" dur="500"/>
                                        <p:tgtEl>
                                          <p:spTgt spid="26"/>
                                        </p:tgtEl>
                                      </p:cBhvr>
                                    </p:animEffect>
                                  </p:childTnLst>
                                </p:cTn>
                              </p:par>
                            </p:childTnLst>
                          </p:cTn>
                        </p:par>
                        <p:par>
                          <p:cTn id="33" fill="hold">
                            <p:stCondLst>
                              <p:cond delay="500"/>
                            </p:stCondLst>
                            <p:childTnLst>
                              <p:par>
                                <p:cTn id="34" presetID="1" presetClass="entr" presetSubtype="0" fill="hold" grpId="0" nodeType="afterEffect">
                                  <p:stCondLst>
                                    <p:cond delay="0"/>
                                  </p:stCondLst>
                                  <p:iterate type="lt">
                                    <p:tmAbs val="100"/>
                                  </p:iterate>
                                  <p:childTnLst>
                                    <p:set>
                                      <p:cBhvr>
                                        <p:cTn id="35" dur="1" fill="hold">
                                          <p:stCondLst>
                                            <p:cond delay="0"/>
                                          </p:stCondLst>
                                        </p:cTn>
                                        <p:tgtEl>
                                          <p:spTgt spid="31"/>
                                        </p:tgtEl>
                                        <p:attrNameLst>
                                          <p:attrName>style.visibility</p:attrName>
                                        </p:attrNameLst>
                                      </p:cBhvr>
                                      <p:to>
                                        <p:strVal val="visible"/>
                                      </p:to>
                                    </p:set>
                                  </p:childTnLst>
                                </p:cTn>
                              </p:par>
                            </p:childTnLst>
                          </p:cTn>
                        </p:par>
                      </p:childTnLst>
                    </p:cTn>
                  </p:par>
                  <p:par>
                    <p:cTn id="36" fill="hold">
                      <p:stCondLst>
                        <p:cond delay="indefinite"/>
                      </p:stCondLst>
                      <p:childTnLst>
                        <p:par>
                          <p:cTn id="37" fill="hold">
                            <p:stCondLst>
                              <p:cond delay="0"/>
                            </p:stCondLst>
                            <p:childTnLst>
                              <p:par>
                                <p:cTn id="38" presetID="47" presetClass="entr" presetSubtype="0" fill="hold" grpId="0" nodeType="clickEffect">
                                  <p:stCondLst>
                                    <p:cond delay="0"/>
                                  </p:stCondLst>
                                  <p:childTnLst>
                                    <p:set>
                                      <p:cBhvr>
                                        <p:cTn id="39" dur="1" fill="hold">
                                          <p:stCondLst>
                                            <p:cond delay="0"/>
                                          </p:stCondLst>
                                        </p:cTn>
                                        <p:tgtEl>
                                          <p:spTgt spid="32"/>
                                        </p:tgtEl>
                                        <p:attrNameLst>
                                          <p:attrName>style.visibility</p:attrName>
                                        </p:attrNameLst>
                                      </p:cBhvr>
                                      <p:to>
                                        <p:strVal val="visible"/>
                                      </p:to>
                                    </p:set>
                                    <p:animEffect transition="in" filter="fade">
                                      <p:cBhvr>
                                        <p:cTn id="40" dur="1000"/>
                                        <p:tgtEl>
                                          <p:spTgt spid="32"/>
                                        </p:tgtEl>
                                      </p:cBhvr>
                                    </p:animEffect>
                                    <p:anim calcmode="lin" valueType="num">
                                      <p:cBhvr>
                                        <p:cTn id="41" dur="1000" fill="hold"/>
                                        <p:tgtEl>
                                          <p:spTgt spid="32"/>
                                        </p:tgtEl>
                                        <p:attrNameLst>
                                          <p:attrName>ppt_x</p:attrName>
                                        </p:attrNameLst>
                                      </p:cBhvr>
                                      <p:tavLst>
                                        <p:tav tm="0">
                                          <p:val>
                                            <p:strVal val="#ppt_x"/>
                                          </p:val>
                                        </p:tav>
                                        <p:tav tm="100000">
                                          <p:val>
                                            <p:strVal val="#ppt_x"/>
                                          </p:val>
                                        </p:tav>
                                      </p:tavLst>
                                    </p:anim>
                                    <p:anim calcmode="lin" valueType="num">
                                      <p:cBhvr>
                                        <p:cTn id="42" dur="1000" fill="hold"/>
                                        <p:tgtEl>
                                          <p:spTgt spid="32"/>
                                        </p:tgtEl>
                                        <p:attrNameLst>
                                          <p:attrName>ppt_y</p:attrName>
                                        </p:attrNameLst>
                                      </p:cBhvr>
                                      <p:tavLst>
                                        <p:tav tm="0">
                                          <p:val>
                                            <p:strVal val="#ppt_y-.1"/>
                                          </p:val>
                                        </p:tav>
                                        <p:tav tm="100000">
                                          <p:val>
                                            <p:strVal val="#ppt_y"/>
                                          </p:val>
                                        </p:tav>
                                      </p:tavLst>
                                    </p:anim>
                                  </p:childTnLst>
                                </p:cTn>
                              </p:par>
                            </p:childTnLst>
                          </p:cTn>
                        </p:par>
                      </p:childTnLst>
                    </p:cTn>
                  </p:par>
                  <p:par>
                    <p:cTn id="43" fill="hold">
                      <p:stCondLst>
                        <p:cond delay="indefinite"/>
                      </p:stCondLst>
                      <p:childTnLst>
                        <p:par>
                          <p:cTn id="44" fill="hold">
                            <p:stCondLst>
                              <p:cond delay="0"/>
                            </p:stCondLst>
                            <p:childTnLst>
                              <p:par>
                                <p:cTn id="45" presetID="49" presetClass="entr" presetSubtype="0" decel="100000" fill="hold" grpId="0" nodeType="clickEffect">
                                  <p:stCondLst>
                                    <p:cond delay="0"/>
                                  </p:stCondLst>
                                  <p:childTnLst>
                                    <p:set>
                                      <p:cBhvr>
                                        <p:cTn id="46" dur="1" fill="hold">
                                          <p:stCondLst>
                                            <p:cond delay="0"/>
                                          </p:stCondLst>
                                        </p:cTn>
                                        <p:tgtEl>
                                          <p:spTgt spid="33"/>
                                        </p:tgtEl>
                                        <p:attrNameLst>
                                          <p:attrName>style.visibility</p:attrName>
                                        </p:attrNameLst>
                                      </p:cBhvr>
                                      <p:to>
                                        <p:strVal val="visible"/>
                                      </p:to>
                                    </p:set>
                                    <p:anim calcmode="lin" valueType="num">
                                      <p:cBhvr>
                                        <p:cTn id="47" dur="500" fill="hold"/>
                                        <p:tgtEl>
                                          <p:spTgt spid="33"/>
                                        </p:tgtEl>
                                        <p:attrNameLst>
                                          <p:attrName>ppt_w</p:attrName>
                                        </p:attrNameLst>
                                      </p:cBhvr>
                                      <p:tavLst>
                                        <p:tav tm="0">
                                          <p:val>
                                            <p:fltVal val="0"/>
                                          </p:val>
                                        </p:tav>
                                        <p:tav tm="100000">
                                          <p:val>
                                            <p:strVal val="#ppt_w"/>
                                          </p:val>
                                        </p:tav>
                                      </p:tavLst>
                                    </p:anim>
                                    <p:anim calcmode="lin" valueType="num">
                                      <p:cBhvr>
                                        <p:cTn id="48" dur="500" fill="hold"/>
                                        <p:tgtEl>
                                          <p:spTgt spid="33"/>
                                        </p:tgtEl>
                                        <p:attrNameLst>
                                          <p:attrName>ppt_h</p:attrName>
                                        </p:attrNameLst>
                                      </p:cBhvr>
                                      <p:tavLst>
                                        <p:tav tm="0">
                                          <p:val>
                                            <p:fltVal val="0"/>
                                          </p:val>
                                        </p:tav>
                                        <p:tav tm="100000">
                                          <p:val>
                                            <p:strVal val="#ppt_h"/>
                                          </p:val>
                                        </p:tav>
                                      </p:tavLst>
                                    </p:anim>
                                    <p:anim calcmode="lin" valueType="num">
                                      <p:cBhvr>
                                        <p:cTn id="49" dur="500" fill="hold"/>
                                        <p:tgtEl>
                                          <p:spTgt spid="33"/>
                                        </p:tgtEl>
                                        <p:attrNameLst>
                                          <p:attrName>style.rotation</p:attrName>
                                        </p:attrNameLst>
                                      </p:cBhvr>
                                      <p:tavLst>
                                        <p:tav tm="0">
                                          <p:val>
                                            <p:fltVal val="360"/>
                                          </p:val>
                                        </p:tav>
                                        <p:tav tm="100000">
                                          <p:val>
                                            <p:fltVal val="0"/>
                                          </p:val>
                                        </p:tav>
                                      </p:tavLst>
                                    </p:anim>
                                    <p:animEffect transition="in" filter="fade">
                                      <p:cBhvr>
                                        <p:cTn id="50" dur="500"/>
                                        <p:tgtEl>
                                          <p:spTgt spid="33"/>
                                        </p:tgtEl>
                                      </p:cBhvr>
                                    </p:animEffect>
                                  </p:childTnLst>
                                </p:cTn>
                              </p:par>
                            </p:childTnLst>
                          </p:cTn>
                        </p:par>
                        <p:par>
                          <p:cTn id="51" fill="hold">
                            <p:stCondLst>
                              <p:cond delay="500"/>
                            </p:stCondLst>
                            <p:childTnLst>
                              <p:par>
                                <p:cTn id="52" presetID="1" presetClass="entr" presetSubtype="0" fill="hold" grpId="0" nodeType="afterEffect">
                                  <p:stCondLst>
                                    <p:cond delay="0"/>
                                  </p:stCondLst>
                                  <p:iterate type="lt">
                                    <p:tmAbs val="100"/>
                                  </p:iterate>
                                  <p:childTnLst>
                                    <p:set>
                                      <p:cBhvr>
                                        <p:cTn id="53" dur="1" fill="hold">
                                          <p:stCondLst>
                                            <p:cond delay="0"/>
                                          </p:stCondLst>
                                        </p:cTn>
                                        <p:tgtEl>
                                          <p:spTgt spid="34"/>
                                        </p:tgtEl>
                                        <p:attrNameLst>
                                          <p:attrName>style.visibility</p:attrName>
                                        </p:attrNameLst>
                                      </p:cBhvr>
                                      <p:to>
                                        <p:strVal val="visible"/>
                                      </p:to>
                                    </p:set>
                                  </p:childTnLst>
                                </p:cTn>
                              </p:par>
                            </p:childTnLst>
                          </p:cTn>
                        </p:par>
                      </p:childTnLst>
                    </p:cTn>
                  </p:par>
                  <p:par>
                    <p:cTn id="54" fill="hold">
                      <p:stCondLst>
                        <p:cond delay="indefinite"/>
                      </p:stCondLst>
                      <p:childTnLst>
                        <p:par>
                          <p:cTn id="55" fill="hold">
                            <p:stCondLst>
                              <p:cond delay="0"/>
                            </p:stCondLst>
                            <p:childTnLst>
                              <p:par>
                                <p:cTn id="56" presetID="49" presetClass="entr" presetSubtype="0" decel="100000" fill="hold" grpId="0" nodeType="clickEffect">
                                  <p:stCondLst>
                                    <p:cond delay="0"/>
                                  </p:stCondLst>
                                  <p:childTnLst>
                                    <p:set>
                                      <p:cBhvr>
                                        <p:cTn id="57" dur="1" fill="hold">
                                          <p:stCondLst>
                                            <p:cond delay="0"/>
                                          </p:stCondLst>
                                        </p:cTn>
                                        <p:tgtEl>
                                          <p:spTgt spid="35"/>
                                        </p:tgtEl>
                                        <p:attrNameLst>
                                          <p:attrName>style.visibility</p:attrName>
                                        </p:attrNameLst>
                                      </p:cBhvr>
                                      <p:to>
                                        <p:strVal val="visible"/>
                                      </p:to>
                                    </p:set>
                                    <p:anim calcmode="lin" valueType="num">
                                      <p:cBhvr>
                                        <p:cTn id="58" dur="500" fill="hold"/>
                                        <p:tgtEl>
                                          <p:spTgt spid="35"/>
                                        </p:tgtEl>
                                        <p:attrNameLst>
                                          <p:attrName>ppt_w</p:attrName>
                                        </p:attrNameLst>
                                      </p:cBhvr>
                                      <p:tavLst>
                                        <p:tav tm="0">
                                          <p:val>
                                            <p:fltVal val="0"/>
                                          </p:val>
                                        </p:tav>
                                        <p:tav tm="100000">
                                          <p:val>
                                            <p:strVal val="#ppt_w"/>
                                          </p:val>
                                        </p:tav>
                                      </p:tavLst>
                                    </p:anim>
                                    <p:anim calcmode="lin" valueType="num">
                                      <p:cBhvr>
                                        <p:cTn id="59" dur="500" fill="hold"/>
                                        <p:tgtEl>
                                          <p:spTgt spid="35"/>
                                        </p:tgtEl>
                                        <p:attrNameLst>
                                          <p:attrName>ppt_h</p:attrName>
                                        </p:attrNameLst>
                                      </p:cBhvr>
                                      <p:tavLst>
                                        <p:tav tm="0">
                                          <p:val>
                                            <p:fltVal val="0"/>
                                          </p:val>
                                        </p:tav>
                                        <p:tav tm="100000">
                                          <p:val>
                                            <p:strVal val="#ppt_h"/>
                                          </p:val>
                                        </p:tav>
                                      </p:tavLst>
                                    </p:anim>
                                    <p:anim calcmode="lin" valueType="num">
                                      <p:cBhvr>
                                        <p:cTn id="60" dur="500" fill="hold"/>
                                        <p:tgtEl>
                                          <p:spTgt spid="35"/>
                                        </p:tgtEl>
                                        <p:attrNameLst>
                                          <p:attrName>style.rotation</p:attrName>
                                        </p:attrNameLst>
                                      </p:cBhvr>
                                      <p:tavLst>
                                        <p:tav tm="0">
                                          <p:val>
                                            <p:fltVal val="360"/>
                                          </p:val>
                                        </p:tav>
                                        <p:tav tm="100000">
                                          <p:val>
                                            <p:fltVal val="0"/>
                                          </p:val>
                                        </p:tav>
                                      </p:tavLst>
                                    </p:anim>
                                    <p:animEffect transition="in" filter="fade">
                                      <p:cBhvr>
                                        <p:cTn id="61" dur="500"/>
                                        <p:tgtEl>
                                          <p:spTgt spid="35"/>
                                        </p:tgtEl>
                                      </p:cBhvr>
                                    </p:animEffect>
                                  </p:childTnLst>
                                </p:cTn>
                              </p:par>
                            </p:childTnLst>
                          </p:cTn>
                        </p:par>
                        <p:par>
                          <p:cTn id="62" fill="hold">
                            <p:stCondLst>
                              <p:cond delay="500"/>
                            </p:stCondLst>
                            <p:childTnLst>
                              <p:par>
                                <p:cTn id="63" presetID="1" presetClass="entr" presetSubtype="0" fill="hold" grpId="0" nodeType="afterEffect">
                                  <p:stCondLst>
                                    <p:cond delay="0"/>
                                  </p:stCondLst>
                                  <p:iterate type="lt">
                                    <p:tmAbs val="100"/>
                                  </p:iterate>
                                  <p:childTnLst>
                                    <p:set>
                                      <p:cBhvr>
                                        <p:cTn id="64" dur="1" fill="hold">
                                          <p:stCondLst>
                                            <p:cond delay="0"/>
                                          </p:stCondLst>
                                        </p:cTn>
                                        <p:tgtEl>
                                          <p:spTgt spid="36"/>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2" grpId="0" animBg="1"/>
      <p:bldP spid="23" grpId="0" animBg="1"/>
      <p:bldP spid="24" grpId="0"/>
      <p:bldP spid="19" grpId="0" animBg="1"/>
      <p:bldP spid="21" grpId="0"/>
      <p:bldP spid="26" grpId="0" animBg="1"/>
      <p:bldP spid="31" grpId="0"/>
      <p:bldP spid="33" grpId="0" animBg="1"/>
      <p:bldP spid="34" grpId="0"/>
      <p:bldP spid="35" grpId="0" animBg="1"/>
      <p:bldP spid="36" grpId="0"/>
    </p:bldLst>
  </p:timing>
</p:sld>
</file>

<file path=ppt/slides/slide50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7" name="矩形 36">
            <a:extLst>
              <a:ext uri="{FF2B5EF4-FFF2-40B4-BE49-F238E27FC236}">
                <a16:creationId xmlns:a16="http://schemas.microsoft.com/office/drawing/2014/main" id="{6EE3DEEC-6551-4475-AD75-4343EF5B9A2A}"/>
              </a:ext>
            </a:extLst>
          </p:cNvPr>
          <p:cNvSpPr/>
          <p:nvPr/>
        </p:nvSpPr>
        <p:spPr>
          <a:xfrm>
            <a:off x="9253950" y="3852044"/>
            <a:ext cx="2402360" cy="440998"/>
          </a:xfrm>
          <a:prstGeom prst="rect">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zh-CN" altLang="en-US" b="1" dirty="0">
                <a:solidFill>
                  <a:schemeClr val="tx1"/>
                </a:solidFill>
                <a:latin typeface="Arial Narrow" panose="020B0606020202030204" pitchFamily="34" charset="0"/>
              </a:rPr>
              <a:t>载波延伸 </a:t>
            </a:r>
            <a:r>
              <a:rPr lang="en-US" altLang="zh-CN" b="1" dirty="0">
                <a:solidFill>
                  <a:schemeClr val="tx1"/>
                </a:solidFill>
                <a:latin typeface="Arial Narrow" panose="020B0606020202030204" pitchFamily="34" charset="0"/>
              </a:rPr>
              <a:t>……</a:t>
            </a:r>
            <a:endParaRPr lang="zh-CN" altLang="en-US" b="1" dirty="0">
              <a:solidFill>
                <a:schemeClr val="tx1"/>
              </a:solidFill>
              <a:latin typeface="Arial Narrow" panose="020B0606020202030204" pitchFamily="34" charset="0"/>
            </a:endParaRPr>
          </a:p>
        </p:txBody>
      </p:sp>
      <p:sp>
        <p:nvSpPr>
          <p:cNvPr id="30" name="矩形 29">
            <a:extLst>
              <a:ext uri="{FF2B5EF4-FFF2-40B4-BE49-F238E27FC236}">
                <a16:creationId xmlns:a16="http://schemas.microsoft.com/office/drawing/2014/main" id="{8085B420-D0F3-4999-AFD5-39F440FE1988}"/>
              </a:ext>
            </a:extLst>
          </p:cNvPr>
          <p:cNvSpPr/>
          <p:nvPr/>
        </p:nvSpPr>
        <p:spPr>
          <a:xfrm>
            <a:off x="647702" y="3852574"/>
            <a:ext cx="1396208" cy="440998"/>
          </a:xfrm>
          <a:prstGeom prst="rect">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zh-CN" altLang="en-US" b="1" dirty="0">
                <a:solidFill>
                  <a:schemeClr val="tx1"/>
                </a:solidFill>
                <a:latin typeface="Arial Narrow" panose="020B0606020202030204" pitchFamily="34" charset="0"/>
              </a:rPr>
              <a:t>前导码</a:t>
            </a:r>
          </a:p>
        </p:txBody>
      </p:sp>
      <p:grpSp>
        <p:nvGrpSpPr>
          <p:cNvPr id="4" name="组合 3">
            <a:extLst>
              <a:ext uri="{FF2B5EF4-FFF2-40B4-BE49-F238E27FC236}">
                <a16:creationId xmlns:a16="http://schemas.microsoft.com/office/drawing/2014/main" id="{9A1EA9F2-FCB6-48C3-935F-7AE7E3AD14AC}"/>
              </a:ext>
            </a:extLst>
          </p:cNvPr>
          <p:cNvGrpSpPr/>
          <p:nvPr/>
        </p:nvGrpSpPr>
        <p:grpSpPr>
          <a:xfrm>
            <a:off x="304800" y="749300"/>
            <a:ext cx="4938199" cy="400110"/>
            <a:chOff x="424117" y="898245"/>
            <a:chExt cx="4938199" cy="400110"/>
          </a:xfrm>
        </p:grpSpPr>
        <p:sp>
          <p:nvSpPr>
            <p:cNvPr id="2" name="平行四边形 1">
              <a:extLst>
                <a:ext uri="{FF2B5EF4-FFF2-40B4-BE49-F238E27FC236}">
                  <a16:creationId xmlns:a16="http://schemas.microsoft.com/office/drawing/2014/main" id="{1F5BAA3F-9845-4F89-A2DD-8222D3E4EDAC}"/>
                </a:ext>
              </a:extLst>
            </p:cNvPr>
            <p:cNvSpPr/>
            <p:nvPr/>
          </p:nvSpPr>
          <p:spPr>
            <a:xfrm>
              <a:off x="424117" y="898245"/>
              <a:ext cx="628306" cy="387090"/>
            </a:xfrm>
            <a:prstGeom prst="parallelogram">
              <a:avLst/>
            </a:prstGeom>
            <a:solidFill>
              <a:schemeClr val="accent3">
                <a:lumMod val="75000"/>
              </a:schemeClr>
            </a:solidFill>
            <a:ln>
              <a:solidFill>
                <a:schemeClr val="accent3">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CN" sz="2200" dirty="0">
                  <a:latin typeface="Impact" panose="020B0806030902050204" pitchFamily="34" charset="0"/>
                </a:rPr>
                <a:t>01</a:t>
              </a:r>
              <a:endParaRPr lang="zh-CN" altLang="en-US" sz="2200" dirty="0">
                <a:latin typeface="Impact" panose="020B0806030902050204" pitchFamily="34" charset="0"/>
              </a:endParaRPr>
            </a:p>
          </p:txBody>
        </p:sp>
        <p:sp>
          <p:nvSpPr>
            <p:cNvPr id="3" name="文本框 2">
              <a:extLst>
                <a:ext uri="{FF2B5EF4-FFF2-40B4-BE49-F238E27FC236}">
                  <a16:creationId xmlns:a16="http://schemas.microsoft.com/office/drawing/2014/main" id="{4D6BD736-A4D3-4F26-AFED-36E11F50F70B}"/>
                </a:ext>
              </a:extLst>
            </p:cNvPr>
            <p:cNvSpPr txBox="1"/>
            <p:nvPr/>
          </p:nvSpPr>
          <p:spPr>
            <a:xfrm>
              <a:off x="1052423" y="898245"/>
              <a:ext cx="4309893" cy="400110"/>
            </a:xfrm>
            <a:prstGeom prst="rect">
              <a:avLst/>
            </a:prstGeom>
            <a:noFill/>
          </p:spPr>
          <p:txBody>
            <a:bodyPr wrap="square" rtlCol="0">
              <a:spAutoFit/>
            </a:bodyPr>
            <a:lstStyle/>
            <a:p>
              <a:r>
                <a:rPr lang="zh-CN" altLang="en-US" sz="2000" b="1" dirty="0">
                  <a:solidFill>
                    <a:schemeClr val="tx1"/>
                  </a:solidFill>
                  <a:latin typeface="Arial Narrow" panose="020B0606020202030204" pitchFamily="34" charset="0"/>
                </a:rPr>
                <a:t>以太网的发展</a:t>
              </a:r>
              <a:endParaRPr lang="en-US" altLang="zh-CN" sz="2000" b="1" dirty="0">
                <a:solidFill>
                  <a:schemeClr val="tx1"/>
                </a:solidFill>
                <a:latin typeface="Arial Narrow" panose="020B0606020202030204" pitchFamily="34" charset="0"/>
              </a:endParaRPr>
            </a:p>
          </p:txBody>
        </p:sp>
      </p:grpSp>
      <p:sp>
        <p:nvSpPr>
          <p:cNvPr id="10" name="箭头: V 形 9">
            <a:extLst>
              <a:ext uri="{FF2B5EF4-FFF2-40B4-BE49-F238E27FC236}">
                <a16:creationId xmlns:a16="http://schemas.microsoft.com/office/drawing/2014/main" id="{34BA076E-E332-4E29-BFA1-5FC5A72182DA}"/>
              </a:ext>
            </a:extLst>
          </p:cNvPr>
          <p:cNvSpPr/>
          <p:nvPr/>
        </p:nvSpPr>
        <p:spPr>
          <a:xfrm>
            <a:off x="310566" y="1388438"/>
            <a:ext cx="2361423" cy="786653"/>
          </a:xfrm>
          <a:prstGeom prst="chevron">
            <a:avLst/>
          </a:prstGeom>
          <a:solidFill>
            <a:schemeClr val="bg2">
              <a:lumMod val="90000"/>
            </a:schemeClr>
          </a:solidFill>
          <a:ln>
            <a:solidFill>
              <a:schemeClr val="bg2">
                <a:lumMod val="90000"/>
              </a:schemeClr>
            </a:solidFill>
          </a:ln>
        </p:spPr>
        <p:style>
          <a:lnRef idx="2">
            <a:schemeClr val="accent4">
              <a:shade val="50000"/>
            </a:schemeClr>
          </a:lnRef>
          <a:fillRef idx="1">
            <a:schemeClr val="accent4"/>
          </a:fillRef>
          <a:effectRef idx="0">
            <a:schemeClr val="accent4"/>
          </a:effectRef>
          <a:fontRef idx="minor">
            <a:schemeClr val="lt1"/>
          </a:fontRef>
        </p:style>
        <p:txBody>
          <a:bodyPr rtlCol="0" anchor="ctr"/>
          <a:lstStyle/>
          <a:p>
            <a:pPr algn="ctr"/>
            <a:r>
              <a:rPr lang="en-US" altLang="zh-CN" b="1" dirty="0">
                <a:solidFill>
                  <a:schemeClr val="bg1"/>
                </a:solidFill>
              </a:rPr>
              <a:t>100BASE-T</a:t>
            </a:r>
          </a:p>
          <a:p>
            <a:pPr algn="ctr"/>
            <a:r>
              <a:rPr lang="zh-CN" altLang="en-US" b="1" dirty="0">
                <a:solidFill>
                  <a:schemeClr val="bg1"/>
                </a:solidFill>
              </a:rPr>
              <a:t>以太网</a:t>
            </a:r>
          </a:p>
        </p:txBody>
      </p:sp>
      <p:sp>
        <p:nvSpPr>
          <p:cNvPr id="11" name="箭头: V 形 10">
            <a:extLst>
              <a:ext uri="{FF2B5EF4-FFF2-40B4-BE49-F238E27FC236}">
                <a16:creationId xmlns:a16="http://schemas.microsoft.com/office/drawing/2014/main" id="{A306BDD2-A8C7-4B5E-9ABB-354CA473FA18}"/>
              </a:ext>
            </a:extLst>
          </p:cNvPr>
          <p:cNvSpPr/>
          <p:nvPr/>
        </p:nvSpPr>
        <p:spPr>
          <a:xfrm>
            <a:off x="3382303" y="1388438"/>
            <a:ext cx="2361423" cy="786653"/>
          </a:xfrm>
          <a:prstGeom prst="chevron">
            <a:avLst/>
          </a:prstGeom>
          <a:solidFill>
            <a:schemeClr val="bg2">
              <a:lumMod val="90000"/>
            </a:schemeClr>
          </a:solidFill>
          <a:ln>
            <a:solidFill>
              <a:schemeClr val="bg2">
                <a:lumMod val="90000"/>
              </a:schemeClr>
            </a:solidFill>
          </a:ln>
        </p:spPr>
        <p:style>
          <a:lnRef idx="2">
            <a:schemeClr val="accent3">
              <a:shade val="50000"/>
            </a:schemeClr>
          </a:lnRef>
          <a:fillRef idx="1">
            <a:schemeClr val="accent3"/>
          </a:fillRef>
          <a:effectRef idx="0">
            <a:schemeClr val="accent3"/>
          </a:effectRef>
          <a:fontRef idx="minor">
            <a:schemeClr val="lt1"/>
          </a:fontRef>
        </p:style>
        <p:txBody>
          <a:bodyPr rtlCol="0" anchor="ctr"/>
          <a:lstStyle/>
          <a:p>
            <a:pPr algn="ctr"/>
            <a:r>
              <a:rPr lang="zh-CN" altLang="en-US" b="1" dirty="0">
                <a:solidFill>
                  <a:schemeClr val="bg1"/>
                </a:solidFill>
              </a:rPr>
              <a:t>吉比特</a:t>
            </a:r>
            <a:endParaRPr lang="en-US" altLang="zh-CN" b="1" dirty="0">
              <a:solidFill>
                <a:schemeClr val="bg1"/>
              </a:solidFill>
            </a:endParaRPr>
          </a:p>
          <a:p>
            <a:pPr algn="ctr"/>
            <a:r>
              <a:rPr lang="zh-CN" altLang="en-US" b="1" dirty="0">
                <a:solidFill>
                  <a:schemeClr val="bg1"/>
                </a:solidFill>
              </a:rPr>
              <a:t>以太网</a:t>
            </a:r>
          </a:p>
        </p:txBody>
      </p:sp>
      <p:sp>
        <p:nvSpPr>
          <p:cNvPr id="12" name="箭头: V 形 11">
            <a:extLst>
              <a:ext uri="{FF2B5EF4-FFF2-40B4-BE49-F238E27FC236}">
                <a16:creationId xmlns:a16="http://schemas.microsoft.com/office/drawing/2014/main" id="{7529ED43-0BE1-49BA-8986-763D47E871EA}"/>
              </a:ext>
            </a:extLst>
          </p:cNvPr>
          <p:cNvSpPr/>
          <p:nvPr/>
        </p:nvSpPr>
        <p:spPr>
          <a:xfrm>
            <a:off x="6454040" y="1388438"/>
            <a:ext cx="2361423" cy="786653"/>
          </a:xfrm>
          <a:prstGeom prst="chevron">
            <a:avLst/>
          </a:prstGeom>
          <a:solidFill>
            <a:schemeClr val="bg2">
              <a:lumMod val="90000"/>
            </a:schemeClr>
          </a:solidFill>
          <a:ln>
            <a:solidFill>
              <a:schemeClr val="bg2">
                <a:lumMod val="90000"/>
              </a:schemeClr>
            </a:solidFill>
          </a:ln>
        </p:spPr>
        <p:style>
          <a:lnRef idx="2">
            <a:schemeClr val="accent2">
              <a:shade val="50000"/>
            </a:schemeClr>
          </a:lnRef>
          <a:fillRef idx="1">
            <a:schemeClr val="accent2"/>
          </a:fillRef>
          <a:effectRef idx="0">
            <a:schemeClr val="accent2"/>
          </a:effectRef>
          <a:fontRef idx="minor">
            <a:schemeClr val="lt1"/>
          </a:fontRef>
        </p:style>
        <p:txBody>
          <a:bodyPr rtlCol="0" anchor="ctr"/>
          <a:lstStyle/>
          <a:p>
            <a:pPr algn="ctr"/>
            <a:r>
              <a:rPr lang="en-US" altLang="zh-CN" b="1" dirty="0">
                <a:solidFill>
                  <a:schemeClr val="bg1"/>
                </a:solidFill>
              </a:rPr>
              <a:t>10</a:t>
            </a:r>
            <a:r>
              <a:rPr lang="zh-CN" altLang="en-US" b="1" dirty="0">
                <a:solidFill>
                  <a:schemeClr val="bg1"/>
                </a:solidFill>
              </a:rPr>
              <a:t>吉比特</a:t>
            </a:r>
            <a:endParaRPr lang="en-US" altLang="zh-CN" b="1" dirty="0">
              <a:solidFill>
                <a:schemeClr val="bg1"/>
              </a:solidFill>
            </a:endParaRPr>
          </a:p>
          <a:p>
            <a:pPr algn="ctr"/>
            <a:r>
              <a:rPr lang="zh-CN" altLang="en-US" b="1" dirty="0">
                <a:solidFill>
                  <a:schemeClr val="bg1"/>
                </a:solidFill>
              </a:rPr>
              <a:t>以太网</a:t>
            </a:r>
          </a:p>
        </p:txBody>
      </p:sp>
      <p:sp>
        <p:nvSpPr>
          <p:cNvPr id="13" name="箭头: V 形 12">
            <a:extLst>
              <a:ext uri="{FF2B5EF4-FFF2-40B4-BE49-F238E27FC236}">
                <a16:creationId xmlns:a16="http://schemas.microsoft.com/office/drawing/2014/main" id="{510F0D15-BD28-4DB1-A650-959944656D97}"/>
              </a:ext>
            </a:extLst>
          </p:cNvPr>
          <p:cNvSpPr/>
          <p:nvPr/>
        </p:nvSpPr>
        <p:spPr>
          <a:xfrm>
            <a:off x="9525777" y="1388438"/>
            <a:ext cx="2361423" cy="786653"/>
          </a:xfrm>
          <a:prstGeom prst="chevron">
            <a:avLst/>
          </a:prstGeom>
          <a:solidFill>
            <a:schemeClr val="bg2">
              <a:lumMod val="90000"/>
            </a:schemeClr>
          </a:solidFill>
          <a:ln>
            <a:solidFill>
              <a:schemeClr val="bg2">
                <a:lumMod val="9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CN" b="1" dirty="0">
                <a:solidFill>
                  <a:schemeClr val="bg1"/>
                </a:solidFill>
              </a:rPr>
              <a:t>40/100</a:t>
            </a:r>
            <a:r>
              <a:rPr lang="zh-CN" altLang="en-US" b="1" dirty="0">
                <a:solidFill>
                  <a:schemeClr val="bg1"/>
                </a:solidFill>
              </a:rPr>
              <a:t>吉比特</a:t>
            </a:r>
            <a:endParaRPr lang="en-US" altLang="zh-CN" b="1" dirty="0">
              <a:solidFill>
                <a:schemeClr val="bg1"/>
              </a:solidFill>
            </a:endParaRPr>
          </a:p>
          <a:p>
            <a:pPr algn="ctr"/>
            <a:r>
              <a:rPr lang="zh-CN" altLang="en-US" b="1" dirty="0">
                <a:solidFill>
                  <a:schemeClr val="bg1"/>
                </a:solidFill>
              </a:rPr>
              <a:t>以太网</a:t>
            </a:r>
          </a:p>
        </p:txBody>
      </p:sp>
      <p:sp>
        <p:nvSpPr>
          <p:cNvPr id="20" name="箭头: V 形 19">
            <a:extLst>
              <a:ext uri="{FF2B5EF4-FFF2-40B4-BE49-F238E27FC236}">
                <a16:creationId xmlns:a16="http://schemas.microsoft.com/office/drawing/2014/main" id="{7C1AD93A-5D54-4D64-9BC5-423273F50379}"/>
              </a:ext>
            </a:extLst>
          </p:cNvPr>
          <p:cNvSpPr/>
          <p:nvPr/>
        </p:nvSpPr>
        <p:spPr>
          <a:xfrm>
            <a:off x="3382303" y="1386545"/>
            <a:ext cx="2361423" cy="786653"/>
          </a:xfrm>
          <a:prstGeom prst="chevron">
            <a:avLst/>
          </a:prstGeom>
          <a:ln/>
        </p:spPr>
        <p:style>
          <a:lnRef idx="2">
            <a:schemeClr val="accent3">
              <a:shade val="50000"/>
            </a:schemeClr>
          </a:lnRef>
          <a:fillRef idx="1">
            <a:schemeClr val="accent3"/>
          </a:fillRef>
          <a:effectRef idx="0">
            <a:schemeClr val="accent3"/>
          </a:effectRef>
          <a:fontRef idx="minor">
            <a:schemeClr val="lt1"/>
          </a:fontRef>
        </p:style>
        <p:txBody>
          <a:bodyPr rtlCol="0" anchor="ctr"/>
          <a:lstStyle/>
          <a:p>
            <a:pPr algn="ctr"/>
            <a:r>
              <a:rPr lang="zh-CN" altLang="en-US" b="1" dirty="0">
                <a:solidFill>
                  <a:schemeClr val="bg1"/>
                </a:solidFill>
              </a:rPr>
              <a:t>吉比特</a:t>
            </a:r>
            <a:endParaRPr lang="en-US" altLang="zh-CN" b="1" dirty="0">
              <a:solidFill>
                <a:schemeClr val="bg1"/>
              </a:solidFill>
            </a:endParaRPr>
          </a:p>
          <a:p>
            <a:pPr algn="ctr"/>
            <a:r>
              <a:rPr lang="zh-CN" altLang="en-US" b="1" dirty="0">
                <a:solidFill>
                  <a:schemeClr val="bg1"/>
                </a:solidFill>
              </a:rPr>
              <a:t>以太网</a:t>
            </a:r>
          </a:p>
        </p:txBody>
      </p:sp>
      <p:grpSp>
        <p:nvGrpSpPr>
          <p:cNvPr id="5" name="组合 4">
            <a:extLst>
              <a:ext uri="{FF2B5EF4-FFF2-40B4-BE49-F238E27FC236}">
                <a16:creationId xmlns:a16="http://schemas.microsoft.com/office/drawing/2014/main" id="{81ACE943-3EA2-4CA0-B2F7-8CC5FEEDC9AA}"/>
              </a:ext>
            </a:extLst>
          </p:cNvPr>
          <p:cNvGrpSpPr/>
          <p:nvPr/>
        </p:nvGrpSpPr>
        <p:grpSpPr>
          <a:xfrm>
            <a:off x="472903" y="2368096"/>
            <a:ext cx="11365098" cy="1304225"/>
            <a:chOff x="522102" y="5031576"/>
            <a:chExt cx="11365098" cy="1304225"/>
          </a:xfrm>
        </p:grpSpPr>
        <p:sp>
          <p:nvSpPr>
            <p:cNvPr id="33" name="矩形 32">
              <a:extLst>
                <a:ext uri="{FF2B5EF4-FFF2-40B4-BE49-F238E27FC236}">
                  <a16:creationId xmlns:a16="http://schemas.microsoft.com/office/drawing/2014/main" id="{1EC90704-D81E-4E44-82DA-DC8F03532F37}"/>
                </a:ext>
              </a:extLst>
            </p:cNvPr>
            <p:cNvSpPr/>
            <p:nvPr/>
          </p:nvSpPr>
          <p:spPr>
            <a:xfrm>
              <a:off x="522102" y="5085899"/>
              <a:ext cx="256976" cy="256976"/>
            </a:xfrm>
            <a:prstGeom prst="rect">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34" name="íşlïḍè">
              <a:extLst>
                <a:ext uri="{FF2B5EF4-FFF2-40B4-BE49-F238E27FC236}">
                  <a16:creationId xmlns:a16="http://schemas.microsoft.com/office/drawing/2014/main" id="{7C501E01-5C30-4A2D-9D95-79242B883128}"/>
                </a:ext>
              </a:extLst>
            </p:cNvPr>
            <p:cNvSpPr txBox="1"/>
            <p:nvPr/>
          </p:nvSpPr>
          <p:spPr>
            <a:xfrm>
              <a:off x="839330" y="5031576"/>
              <a:ext cx="11047870" cy="627212"/>
            </a:xfrm>
            <a:prstGeom prst="rect">
              <a:avLst/>
            </a:prstGeom>
            <a:noFill/>
          </p:spPr>
          <p:txBody>
            <a:bodyPr wrap="square" lIns="91440" tIns="45720" rIns="91440" bIns="45720" anchor="ctr">
              <a:noAutofit/>
            </a:bodyPr>
            <a:lstStyle/>
            <a:p>
              <a:r>
                <a:rPr lang="zh-CN" altLang="en-US" b="1" dirty="0">
                  <a:latin typeface="Arial Narrow" panose="020B0606020202030204" pitchFamily="34" charset="0"/>
                </a:rPr>
                <a:t>这就需要使用</a:t>
              </a:r>
              <a:r>
                <a:rPr lang="zh-CN" altLang="en-US" b="1" dirty="0">
                  <a:solidFill>
                    <a:schemeClr val="accent1">
                      <a:lumMod val="75000"/>
                    </a:schemeClr>
                  </a:solidFill>
                  <a:latin typeface="Arial Narrow" panose="020B0606020202030204" pitchFamily="34" charset="0"/>
                </a:rPr>
                <a:t>载波延伸</a:t>
              </a:r>
              <a:r>
                <a:rPr lang="zh-CN" altLang="en-US" b="1" dirty="0">
                  <a:latin typeface="Arial Narrow" panose="020B0606020202030204" pitchFamily="34" charset="0"/>
                </a:rPr>
                <a:t>（</a:t>
              </a:r>
              <a:r>
                <a:rPr lang="en-US" altLang="zh-CN" b="1" dirty="0">
                  <a:latin typeface="Arial Narrow" panose="020B0606020202030204" pitchFamily="34" charset="0"/>
                </a:rPr>
                <a:t>Carrier Extension</a:t>
              </a:r>
              <a:r>
                <a:rPr lang="zh-CN" altLang="en-US" b="1" dirty="0">
                  <a:latin typeface="Arial Narrow" panose="020B0606020202030204" pitchFamily="34" charset="0"/>
                </a:rPr>
                <a:t>）的办法，将</a:t>
              </a:r>
              <a:r>
                <a:rPr lang="zh-CN" altLang="en-US" b="1" dirty="0">
                  <a:solidFill>
                    <a:schemeClr val="accent1">
                      <a:lumMod val="75000"/>
                    </a:schemeClr>
                  </a:solidFill>
                  <a:latin typeface="Arial Narrow" panose="020B0606020202030204" pitchFamily="34" charset="0"/>
                </a:rPr>
                <a:t>争用期增大为</a:t>
              </a:r>
              <a:r>
                <a:rPr lang="en-US" altLang="zh-CN" b="1" dirty="0">
                  <a:solidFill>
                    <a:schemeClr val="accent1">
                      <a:lumMod val="75000"/>
                    </a:schemeClr>
                  </a:solidFill>
                  <a:latin typeface="Arial Narrow" panose="020B0606020202030204" pitchFamily="34" charset="0"/>
                </a:rPr>
                <a:t>512</a:t>
              </a:r>
              <a:r>
                <a:rPr lang="zh-CN" altLang="en-US" b="1" dirty="0">
                  <a:solidFill>
                    <a:schemeClr val="accent1">
                      <a:lumMod val="75000"/>
                    </a:schemeClr>
                  </a:solidFill>
                  <a:latin typeface="Arial Narrow" panose="020B0606020202030204" pitchFamily="34" charset="0"/>
                </a:rPr>
                <a:t>字节的发送时间而保持最小帧长仍为</a:t>
              </a:r>
              <a:r>
                <a:rPr lang="en-US" altLang="zh-CN" b="1" dirty="0">
                  <a:solidFill>
                    <a:schemeClr val="accent1">
                      <a:lumMod val="75000"/>
                    </a:schemeClr>
                  </a:solidFill>
                  <a:latin typeface="Arial Narrow" panose="020B0606020202030204" pitchFamily="34" charset="0"/>
                </a:rPr>
                <a:t>64</a:t>
              </a:r>
              <a:r>
                <a:rPr lang="zh-CN" altLang="en-US" b="1" dirty="0">
                  <a:solidFill>
                    <a:schemeClr val="accent1">
                      <a:lumMod val="75000"/>
                    </a:schemeClr>
                  </a:solidFill>
                  <a:latin typeface="Arial Narrow" panose="020B0606020202030204" pitchFamily="34" charset="0"/>
                </a:rPr>
                <a:t>字节</a:t>
              </a:r>
              <a:r>
                <a:rPr lang="zh-CN" altLang="en-US" b="1" dirty="0">
                  <a:latin typeface="Arial Narrow" panose="020B0606020202030204" pitchFamily="34" charset="0"/>
                </a:rPr>
                <a:t>。</a:t>
              </a:r>
            </a:p>
          </p:txBody>
        </p:sp>
        <p:sp>
          <p:nvSpPr>
            <p:cNvPr id="35" name="矩形 34">
              <a:extLst>
                <a:ext uri="{FF2B5EF4-FFF2-40B4-BE49-F238E27FC236}">
                  <a16:creationId xmlns:a16="http://schemas.microsoft.com/office/drawing/2014/main" id="{9386C0F1-ACB5-4F42-962D-13C8FADB1F59}"/>
                </a:ext>
              </a:extLst>
            </p:cNvPr>
            <p:cNvSpPr/>
            <p:nvPr/>
          </p:nvSpPr>
          <p:spPr>
            <a:xfrm>
              <a:off x="933106" y="5762912"/>
              <a:ext cx="256976" cy="256976"/>
            </a:xfrm>
            <a:prstGeom prst="rect">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36" name="íşlïḍè">
              <a:extLst>
                <a:ext uri="{FF2B5EF4-FFF2-40B4-BE49-F238E27FC236}">
                  <a16:creationId xmlns:a16="http://schemas.microsoft.com/office/drawing/2014/main" id="{F7826552-7FB9-4983-AFC5-7FC91222860C}"/>
                </a:ext>
              </a:extLst>
            </p:cNvPr>
            <p:cNvSpPr txBox="1"/>
            <p:nvPr/>
          </p:nvSpPr>
          <p:spPr>
            <a:xfrm>
              <a:off x="1250334" y="5708589"/>
              <a:ext cx="10636866" cy="627212"/>
            </a:xfrm>
            <a:prstGeom prst="rect">
              <a:avLst/>
            </a:prstGeom>
            <a:noFill/>
          </p:spPr>
          <p:txBody>
            <a:bodyPr wrap="square" lIns="91440" tIns="45720" rIns="91440" bIns="45720" anchor="ctr">
              <a:noAutofit/>
            </a:bodyPr>
            <a:lstStyle/>
            <a:p>
              <a:r>
                <a:rPr lang="zh-CN" altLang="en-US" b="1" dirty="0">
                  <a:latin typeface="Arial Narrow" panose="020B0606020202030204" pitchFamily="34" charset="0"/>
                </a:rPr>
                <a:t>只要发送的</a:t>
              </a:r>
              <a:r>
                <a:rPr lang="en-US" altLang="zh-CN" b="1" dirty="0">
                  <a:latin typeface="Arial Narrow" panose="020B0606020202030204" pitchFamily="34" charset="0"/>
                </a:rPr>
                <a:t>MAC</a:t>
              </a:r>
              <a:r>
                <a:rPr lang="zh-CN" altLang="en-US" b="1" dirty="0">
                  <a:latin typeface="Arial Narrow" panose="020B0606020202030204" pitchFamily="34" charset="0"/>
                </a:rPr>
                <a:t>帧的长度不足</a:t>
              </a:r>
              <a:r>
                <a:rPr lang="en-US" altLang="zh-CN" b="1" dirty="0">
                  <a:latin typeface="Arial Narrow" panose="020B0606020202030204" pitchFamily="34" charset="0"/>
                </a:rPr>
                <a:t>512</a:t>
              </a:r>
              <a:r>
                <a:rPr lang="zh-CN" altLang="en-US" b="1" dirty="0">
                  <a:latin typeface="Arial Narrow" panose="020B0606020202030204" pitchFamily="34" charset="0"/>
                </a:rPr>
                <a:t>字节时，就</a:t>
              </a:r>
              <a:r>
                <a:rPr lang="zh-CN" altLang="en-US" b="1" dirty="0">
                  <a:solidFill>
                    <a:schemeClr val="accent1">
                      <a:lumMod val="75000"/>
                    </a:schemeClr>
                  </a:solidFill>
                  <a:latin typeface="Arial Narrow" panose="020B0606020202030204" pitchFamily="34" charset="0"/>
                </a:rPr>
                <a:t>在</a:t>
              </a:r>
              <a:r>
                <a:rPr lang="en-US" altLang="zh-CN" b="1" dirty="0">
                  <a:solidFill>
                    <a:schemeClr val="accent1">
                      <a:lumMod val="75000"/>
                    </a:schemeClr>
                  </a:solidFill>
                  <a:latin typeface="Arial Narrow" panose="020B0606020202030204" pitchFamily="34" charset="0"/>
                </a:rPr>
                <a:t>MAC</a:t>
              </a:r>
              <a:r>
                <a:rPr lang="zh-CN" altLang="en-US" b="1" dirty="0">
                  <a:solidFill>
                    <a:schemeClr val="accent1">
                      <a:lumMod val="75000"/>
                    </a:schemeClr>
                  </a:solidFill>
                  <a:latin typeface="Arial Narrow" panose="020B0606020202030204" pitchFamily="34" charset="0"/>
                </a:rPr>
                <a:t>帧尾部填充一些特殊字符，使</a:t>
              </a:r>
              <a:r>
                <a:rPr lang="en-US" altLang="zh-CN" b="1" dirty="0">
                  <a:solidFill>
                    <a:schemeClr val="accent1">
                      <a:lumMod val="75000"/>
                    </a:schemeClr>
                  </a:solidFill>
                  <a:latin typeface="Arial Narrow" panose="020B0606020202030204" pitchFamily="34" charset="0"/>
                </a:rPr>
                <a:t>MAC</a:t>
              </a:r>
              <a:r>
                <a:rPr lang="zh-CN" altLang="en-US" b="1" dirty="0">
                  <a:solidFill>
                    <a:schemeClr val="accent1">
                      <a:lumMod val="75000"/>
                    </a:schemeClr>
                  </a:solidFill>
                  <a:latin typeface="Arial Narrow" panose="020B0606020202030204" pitchFamily="34" charset="0"/>
                </a:rPr>
                <a:t>帧的长度增大到</a:t>
              </a:r>
              <a:r>
                <a:rPr lang="en-US" altLang="zh-CN" b="1" dirty="0">
                  <a:solidFill>
                    <a:schemeClr val="accent1">
                      <a:lumMod val="75000"/>
                    </a:schemeClr>
                  </a:solidFill>
                  <a:latin typeface="Arial Narrow" panose="020B0606020202030204" pitchFamily="34" charset="0"/>
                </a:rPr>
                <a:t>512</a:t>
              </a:r>
              <a:r>
                <a:rPr lang="zh-CN" altLang="en-US" b="1" dirty="0">
                  <a:solidFill>
                    <a:schemeClr val="accent1">
                      <a:lumMod val="75000"/>
                    </a:schemeClr>
                  </a:solidFill>
                  <a:latin typeface="Arial Narrow" panose="020B0606020202030204" pitchFamily="34" charset="0"/>
                </a:rPr>
                <a:t>字节</a:t>
              </a:r>
              <a:r>
                <a:rPr lang="zh-CN" altLang="en-US" b="1" dirty="0">
                  <a:latin typeface="Arial Narrow" panose="020B0606020202030204" pitchFamily="34" charset="0"/>
                </a:rPr>
                <a:t>。</a:t>
              </a:r>
            </a:p>
          </p:txBody>
        </p:sp>
      </p:grpSp>
      <p:grpSp>
        <p:nvGrpSpPr>
          <p:cNvPr id="7" name="组合 6">
            <a:extLst>
              <a:ext uri="{FF2B5EF4-FFF2-40B4-BE49-F238E27FC236}">
                <a16:creationId xmlns:a16="http://schemas.microsoft.com/office/drawing/2014/main" id="{278F2509-EB74-446E-9124-2D83C7458966}"/>
              </a:ext>
            </a:extLst>
          </p:cNvPr>
          <p:cNvGrpSpPr/>
          <p:nvPr/>
        </p:nvGrpSpPr>
        <p:grpSpPr>
          <a:xfrm>
            <a:off x="2043910" y="3852044"/>
            <a:ext cx="7210040" cy="440998"/>
            <a:chOff x="2043910" y="4213994"/>
            <a:chExt cx="7210040" cy="440998"/>
          </a:xfrm>
        </p:grpSpPr>
        <p:sp>
          <p:nvSpPr>
            <p:cNvPr id="22" name="矩形 21">
              <a:extLst>
                <a:ext uri="{FF2B5EF4-FFF2-40B4-BE49-F238E27FC236}">
                  <a16:creationId xmlns:a16="http://schemas.microsoft.com/office/drawing/2014/main" id="{EAC40FDB-54CC-429E-ADE6-40B4BD7E1C54}"/>
                </a:ext>
              </a:extLst>
            </p:cNvPr>
            <p:cNvSpPr/>
            <p:nvPr/>
          </p:nvSpPr>
          <p:spPr>
            <a:xfrm>
              <a:off x="2043910" y="4213994"/>
              <a:ext cx="1229498" cy="440998"/>
            </a:xfrm>
            <a:prstGeom prst="rect">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zh-CN" altLang="en-US" b="1" dirty="0">
                  <a:solidFill>
                    <a:schemeClr val="tx1"/>
                  </a:solidFill>
                  <a:latin typeface="Arial Narrow" panose="020B0606020202030204" pitchFamily="34" charset="0"/>
                </a:rPr>
                <a:t>目的地址</a:t>
              </a:r>
            </a:p>
          </p:txBody>
        </p:sp>
        <p:sp>
          <p:nvSpPr>
            <p:cNvPr id="25" name="矩形 24">
              <a:extLst>
                <a:ext uri="{FF2B5EF4-FFF2-40B4-BE49-F238E27FC236}">
                  <a16:creationId xmlns:a16="http://schemas.microsoft.com/office/drawing/2014/main" id="{A22E86A7-6570-426E-B3EA-1961F585919B}"/>
                </a:ext>
              </a:extLst>
            </p:cNvPr>
            <p:cNvSpPr/>
            <p:nvPr/>
          </p:nvSpPr>
          <p:spPr>
            <a:xfrm>
              <a:off x="3273408" y="4213994"/>
              <a:ext cx="1229498" cy="440998"/>
            </a:xfrm>
            <a:prstGeom prst="rect">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zh-CN" altLang="en-US" b="1" dirty="0">
                  <a:solidFill>
                    <a:schemeClr val="tx1"/>
                  </a:solidFill>
                  <a:latin typeface="Arial Narrow" panose="020B0606020202030204" pitchFamily="34" charset="0"/>
                </a:rPr>
                <a:t>源地址</a:t>
              </a:r>
            </a:p>
          </p:txBody>
        </p:sp>
        <p:sp>
          <p:nvSpPr>
            <p:cNvPr id="27" name="矩形 26">
              <a:extLst>
                <a:ext uri="{FF2B5EF4-FFF2-40B4-BE49-F238E27FC236}">
                  <a16:creationId xmlns:a16="http://schemas.microsoft.com/office/drawing/2014/main" id="{0535B9B9-B5E5-4ACE-B017-D87429F0B0D1}"/>
                </a:ext>
              </a:extLst>
            </p:cNvPr>
            <p:cNvSpPr/>
            <p:nvPr/>
          </p:nvSpPr>
          <p:spPr>
            <a:xfrm>
              <a:off x="4502906" y="4213994"/>
              <a:ext cx="679934" cy="440998"/>
            </a:xfrm>
            <a:prstGeom prst="rect">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zh-CN" altLang="en-US" b="1" dirty="0">
                  <a:solidFill>
                    <a:schemeClr val="tx1"/>
                  </a:solidFill>
                  <a:latin typeface="Arial Narrow" panose="020B0606020202030204" pitchFamily="34" charset="0"/>
                </a:rPr>
                <a:t>类型</a:t>
              </a:r>
            </a:p>
          </p:txBody>
        </p:sp>
        <p:sp>
          <p:nvSpPr>
            <p:cNvPr id="28" name="矩形 27">
              <a:extLst>
                <a:ext uri="{FF2B5EF4-FFF2-40B4-BE49-F238E27FC236}">
                  <a16:creationId xmlns:a16="http://schemas.microsoft.com/office/drawing/2014/main" id="{5F5FCAFE-F620-4EE2-966A-D216B77903AD}"/>
                </a:ext>
              </a:extLst>
            </p:cNvPr>
            <p:cNvSpPr/>
            <p:nvPr/>
          </p:nvSpPr>
          <p:spPr>
            <a:xfrm>
              <a:off x="8363704" y="4213994"/>
              <a:ext cx="890246" cy="440998"/>
            </a:xfrm>
            <a:prstGeom prst="rect">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CN" b="1" dirty="0">
                  <a:solidFill>
                    <a:schemeClr val="tx1"/>
                  </a:solidFill>
                  <a:latin typeface="Arial Narrow" panose="020B0606020202030204" pitchFamily="34" charset="0"/>
                </a:rPr>
                <a:t>FCS</a:t>
              </a:r>
              <a:endParaRPr lang="zh-CN" altLang="en-US" b="1" dirty="0">
                <a:solidFill>
                  <a:schemeClr val="tx1"/>
                </a:solidFill>
                <a:latin typeface="Arial Narrow" panose="020B0606020202030204" pitchFamily="34" charset="0"/>
              </a:endParaRPr>
            </a:p>
          </p:txBody>
        </p:sp>
        <p:sp>
          <p:nvSpPr>
            <p:cNvPr id="29" name="矩形 28">
              <a:extLst>
                <a:ext uri="{FF2B5EF4-FFF2-40B4-BE49-F238E27FC236}">
                  <a16:creationId xmlns:a16="http://schemas.microsoft.com/office/drawing/2014/main" id="{2A3B67FC-C0EA-4CF7-946C-7EBB55F361F7}"/>
                </a:ext>
              </a:extLst>
            </p:cNvPr>
            <p:cNvSpPr/>
            <p:nvPr/>
          </p:nvSpPr>
          <p:spPr>
            <a:xfrm>
              <a:off x="5182840" y="4213994"/>
              <a:ext cx="3180864" cy="440998"/>
            </a:xfrm>
            <a:prstGeom prst="rect">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zh-CN" altLang="en-US" b="1" dirty="0">
                  <a:solidFill>
                    <a:schemeClr val="tx1"/>
                  </a:solidFill>
                  <a:latin typeface="Arial Narrow" panose="020B0606020202030204" pitchFamily="34" charset="0"/>
                </a:rPr>
                <a:t>数据</a:t>
              </a:r>
            </a:p>
          </p:txBody>
        </p:sp>
      </p:grpSp>
      <p:grpSp>
        <p:nvGrpSpPr>
          <p:cNvPr id="8" name="组合 7">
            <a:extLst>
              <a:ext uri="{FF2B5EF4-FFF2-40B4-BE49-F238E27FC236}">
                <a16:creationId xmlns:a16="http://schemas.microsoft.com/office/drawing/2014/main" id="{2A29EC9E-2780-475F-AA83-73F1E60AEF34}"/>
              </a:ext>
            </a:extLst>
          </p:cNvPr>
          <p:cNvGrpSpPr/>
          <p:nvPr/>
        </p:nvGrpSpPr>
        <p:grpSpPr>
          <a:xfrm>
            <a:off x="2043910" y="4250191"/>
            <a:ext cx="7210040" cy="593565"/>
            <a:chOff x="2043910" y="4612141"/>
            <a:chExt cx="7210040" cy="593565"/>
          </a:xfrm>
        </p:grpSpPr>
        <p:cxnSp>
          <p:nvCxnSpPr>
            <p:cNvPr id="38" name="直接连接符 37">
              <a:extLst>
                <a:ext uri="{FF2B5EF4-FFF2-40B4-BE49-F238E27FC236}">
                  <a16:creationId xmlns:a16="http://schemas.microsoft.com/office/drawing/2014/main" id="{55FCDC2C-2987-4BD9-A47C-B043AFCB2D3F}"/>
                </a:ext>
              </a:extLst>
            </p:cNvPr>
            <p:cNvCxnSpPr/>
            <p:nvPr/>
          </p:nvCxnSpPr>
          <p:spPr>
            <a:xfrm>
              <a:off x="2043910" y="4654992"/>
              <a:ext cx="0" cy="539646"/>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9" name="直接连接符 38">
              <a:extLst>
                <a:ext uri="{FF2B5EF4-FFF2-40B4-BE49-F238E27FC236}">
                  <a16:creationId xmlns:a16="http://schemas.microsoft.com/office/drawing/2014/main" id="{A2AB32EA-80C6-419E-8B48-D712BCB436BD}"/>
                </a:ext>
              </a:extLst>
            </p:cNvPr>
            <p:cNvCxnSpPr/>
            <p:nvPr/>
          </p:nvCxnSpPr>
          <p:spPr>
            <a:xfrm>
              <a:off x="9253950" y="4654992"/>
              <a:ext cx="0" cy="539646"/>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0" name="直接连接符 39">
              <a:extLst>
                <a:ext uri="{FF2B5EF4-FFF2-40B4-BE49-F238E27FC236}">
                  <a16:creationId xmlns:a16="http://schemas.microsoft.com/office/drawing/2014/main" id="{FA048D42-E5C2-42E1-BECF-DCE89E4526B9}"/>
                </a:ext>
              </a:extLst>
            </p:cNvPr>
            <p:cNvCxnSpPr>
              <a:cxnSpLocks/>
            </p:cNvCxnSpPr>
            <p:nvPr/>
          </p:nvCxnSpPr>
          <p:spPr>
            <a:xfrm>
              <a:off x="2043910" y="4612141"/>
              <a:ext cx="0" cy="593565"/>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2" name="直接箭头连接符 41">
              <a:extLst>
                <a:ext uri="{FF2B5EF4-FFF2-40B4-BE49-F238E27FC236}">
                  <a16:creationId xmlns:a16="http://schemas.microsoft.com/office/drawing/2014/main" id="{9FFD7C44-4DC7-4451-905D-12F568278012}"/>
                </a:ext>
              </a:extLst>
            </p:cNvPr>
            <p:cNvCxnSpPr/>
            <p:nvPr/>
          </p:nvCxnSpPr>
          <p:spPr>
            <a:xfrm>
              <a:off x="2043910" y="5021040"/>
              <a:ext cx="7210040" cy="0"/>
            </a:xfrm>
            <a:prstGeom prst="straightConnector1">
              <a:avLst/>
            </a:prstGeom>
            <a:ln w="12700">
              <a:solidFill>
                <a:schemeClr val="tx1"/>
              </a:solidFill>
              <a:headEnd type="triangle"/>
              <a:tailEnd type="triangle"/>
            </a:ln>
          </p:spPr>
          <p:style>
            <a:lnRef idx="1">
              <a:schemeClr val="accent1"/>
            </a:lnRef>
            <a:fillRef idx="0">
              <a:schemeClr val="accent1"/>
            </a:fillRef>
            <a:effectRef idx="0">
              <a:schemeClr val="accent1"/>
            </a:effectRef>
            <a:fontRef idx="minor">
              <a:schemeClr val="tx1"/>
            </a:fontRef>
          </p:style>
        </p:cxnSp>
        <p:sp>
          <p:nvSpPr>
            <p:cNvPr id="43" name="文本框 42">
              <a:extLst>
                <a:ext uri="{FF2B5EF4-FFF2-40B4-BE49-F238E27FC236}">
                  <a16:creationId xmlns:a16="http://schemas.microsoft.com/office/drawing/2014/main" id="{90FEF31C-2818-4FEF-89A1-FDF657CD8AAA}"/>
                </a:ext>
              </a:extLst>
            </p:cNvPr>
            <p:cNvSpPr txBox="1"/>
            <p:nvPr/>
          </p:nvSpPr>
          <p:spPr>
            <a:xfrm>
              <a:off x="4502906" y="4836374"/>
              <a:ext cx="2327564" cy="369332"/>
            </a:xfrm>
            <a:prstGeom prst="rect">
              <a:avLst/>
            </a:prstGeom>
            <a:solidFill>
              <a:schemeClr val="bg1"/>
            </a:solidFill>
          </p:spPr>
          <p:txBody>
            <a:bodyPr wrap="square" rtlCol="0">
              <a:spAutoFit/>
            </a:bodyPr>
            <a:lstStyle/>
            <a:p>
              <a:pPr algn="ctr"/>
              <a:r>
                <a:rPr lang="zh-CN" altLang="en-US" b="1" dirty="0">
                  <a:latin typeface="Arial Narrow" panose="020B0606020202030204" pitchFamily="34" charset="0"/>
                </a:rPr>
                <a:t>以太网最短帧</a:t>
              </a:r>
              <a:r>
                <a:rPr lang="en-US" altLang="zh-CN" b="1" dirty="0">
                  <a:latin typeface="Arial Narrow" panose="020B0606020202030204" pitchFamily="34" charset="0"/>
                </a:rPr>
                <a:t>64</a:t>
              </a:r>
              <a:r>
                <a:rPr lang="zh-CN" altLang="en-US" b="1" dirty="0">
                  <a:latin typeface="Arial Narrow" panose="020B0606020202030204" pitchFamily="34" charset="0"/>
                </a:rPr>
                <a:t>字节</a:t>
              </a:r>
            </a:p>
          </p:txBody>
        </p:sp>
      </p:grpSp>
      <p:grpSp>
        <p:nvGrpSpPr>
          <p:cNvPr id="14" name="组合 13">
            <a:extLst>
              <a:ext uri="{FF2B5EF4-FFF2-40B4-BE49-F238E27FC236}">
                <a16:creationId xmlns:a16="http://schemas.microsoft.com/office/drawing/2014/main" id="{9796BBBB-BA5F-4F31-B8A0-01F878D13AF1}"/>
              </a:ext>
            </a:extLst>
          </p:cNvPr>
          <p:cNvGrpSpPr/>
          <p:nvPr/>
        </p:nvGrpSpPr>
        <p:grpSpPr>
          <a:xfrm>
            <a:off x="2041620" y="4250191"/>
            <a:ext cx="9614690" cy="1194487"/>
            <a:chOff x="2041620" y="4612141"/>
            <a:chExt cx="9614690" cy="1194487"/>
          </a:xfrm>
        </p:grpSpPr>
        <p:cxnSp>
          <p:nvCxnSpPr>
            <p:cNvPr id="41" name="直接连接符 40">
              <a:extLst>
                <a:ext uri="{FF2B5EF4-FFF2-40B4-BE49-F238E27FC236}">
                  <a16:creationId xmlns:a16="http://schemas.microsoft.com/office/drawing/2014/main" id="{4422E3A5-71A9-4ECE-92E4-28DE5597C7C6}"/>
                </a:ext>
              </a:extLst>
            </p:cNvPr>
            <p:cNvCxnSpPr>
              <a:cxnSpLocks/>
            </p:cNvCxnSpPr>
            <p:nvPr/>
          </p:nvCxnSpPr>
          <p:spPr>
            <a:xfrm>
              <a:off x="11656310" y="4612141"/>
              <a:ext cx="0" cy="1164994"/>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grpSp>
          <p:nvGrpSpPr>
            <p:cNvPr id="9" name="组合 8">
              <a:extLst>
                <a:ext uri="{FF2B5EF4-FFF2-40B4-BE49-F238E27FC236}">
                  <a16:creationId xmlns:a16="http://schemas.microsoft.com/office/drawing/2014/main" id="{A6A846FF-BBD6-48C2-9D1B-2AF23416A4A2}"/>
                </a:ext>
              </a:extLst>
            </p:cNvPr>
            <p:cNvGrpSpPr/>
            <p:nvPr/>
          </p:nvGrpSpPr>
          <p:grpSpPr>
            <a:xfrm>
              <a:off x="2041620" y="4612141"/>
              <a:ext cx="9614690" cy="1194487"/>
              <a:chOff x="2041620" y="4612141"/>
              <a:chExt cx="9614690" cy="1194487"/>
            </a:xfrm>
          </p:grpSpPr>
          <p:cxnSp>
            <p:nvCxnSpPr>
              <p:cNvPr id="44" name="直接箭头连接符 43">
                <a:extLst>
                  <a:ext uri="{FF2B5EF4-FFF2-40B4-BE49-F238E27FC236}">
                    <a16:creationId xmlns:a16="http://schemas.microsoft.com/office/drawing/2014/main" id="{1E3A636E-029F-4583-98FD-13B107A7DBE8}"/>
                  </a:ext>
                </a:extLst>
              </p:cNvPr>
              <p:cNvCxnSpPr>
                <a:cxnSpLocks/>
              </p:cNvCxnSpPr>
              <p:nvPr/>
            </p:nvCxnSpPr>
            <p:spPr>
              <a:xfrm>
                <a:off x="2043910" y="5623713"/>
                <a:ext cx="9612400" cy="0"/>
              </a:xfrm>
              <a:prstGeom prst="straightConnector1">
                <a:avLst/>
              </a:prstGeom>
              <a:ln w="12700">
                <a:solidFill>
                  <a:schemeClr val="tx1"/>
                </a:solidFill>
                <a:headEnd type="triangle"/>
                <a:tailEnd type="triangle"/>
              </a:ln>
            </p:spPr>
            <p:style>
              <a:lnRef idx="1">
                <a:schemeClr val="accent1"/>
              </a:lnRef>
              <a:fillRef idx="0">
                <a:schemeClr val="accent1"/>
              </a:fillRef>
              <a:effectRef idx="0">
                <a:schemeClr val="accent1"/>
              </a:effectRef>
              <a:fontRef idx="minor">
                <a:schemeClr val="tx1"/>
              </a:fontRef>
            </p:style>
          </p:cxnSp>
          <p:sp>
            <p:nvSpPr>
              <p:cNvPr id="45" name="文本框 44">
                <a:extLst>
                  <a:ext uri="{FF2B5EF4-FFF2-40B4-BE49-F238E27FC236}">
                    <a16:creationId xmlns:a16="http://schemas.microsoft.com/office/drawing/2014/main" id="{E00129E3-9115-47F5-8118-762DE169BA1D}"/>
                  </a:ext>
                </a:extLst>
              </p:cNvPr>
              <p:cNvSpPr txBox="1"/>
              <p:nvPr/>
            </p:nvSpPr>
            <p:spPr>
              <a:xfrm>
                <a:off x="4502906" y="5437296"/>
                <a:ext cx="3617012" cy="369332"/>
              </a:xfrm>
              <a:prstGeom prst="rect">
                <a:avLst/>
              </a:prstGeom>
              <a:solidFill>
                <a:schemeClr val="bg1"/>
              </a:solidFill>
            </p:spPr>
            <p:txBody>
              <a:bodyPr wrap="square" rtlCol="0">
                <a:spAutoFit/>
              </a:bodyPr>
              <a:lstStyle/>
              <a:p>
                <a:pPr algn="ctr"/>
                <a:r>
                  <a:rPr lang="zh-CN" altLang="en-US" b="1" dirty="0">
                    <a:latin typeface="Arial Narrow" panose="020B0606020202030204" pitchFamily="34" charset="0"/>
                  </a:rPr>
                  <a:t>最短帧长 </a:t>
                </a:r>
                <a:r>
                  <a:rPr lang="en-US" altLang="zh-CN" b="1" dirty="0">
                    <a:latin typeface="Arial Narrow" panose="020B0606020202030204" pitchFamily="34" charset="0"/>
                  </a:rPr>
                  <a:t>+ </a:t>
                </a:r>
                <a:r>
                  <a:rPr lang="zh-CN" altLang="en-US" b="1" dirty="0">
                    <a:latin typeface="Arial Narrow" panose="020B0606020202030204" pitchFamily="34" charset="0"/>
                  </a:rPr>
                  <a:t>载波延伸 </a:t>
                </a:r>
                <a:r>
                  <a:rPr lang="en-US" altLang="zh-CN" b="1" dirty="0">
                    <a:latin typeface="Arial Narrow" panose="020B0606020202030204" pitchFamily="34" charset="0"/>
                  </a:rPr>
                  <a:t>= 512</a:t>
                </a:r>
                <a:r>
                  <a:rPr lang="zh-CN" altLang="en-US" b="1" dirty="0">
                    <a:latin typeface="Arial Narrow" panose="020B0606020202030204" pitchFamily="34" charset="0"/>
                  </a:rPr>
                  <a:t>字节</a:t>
                </a:r>
              </a:p>
            </p:txBody>
          </p:sp>
          <p:cxnSp>
            <p:nvCxnSpPr>
              <p:cNvPr id="46" name="直接连接符 45">
                <a:extLst>
                  <a:ext uri="{FF2B5EF4-FFF2-40B4-BE49-F238E27FC236}">
                    <a16:creationId xmlns:a16="http://schemas.microsoft.com/office/drawing/2014/main" id="{480D7AC7-52F1-4F0B-82F6-D3998F64B856}"/>
                  </a:ext>
                </a:extLst>
              </p:cNvPr>
              <p:cNvCxnSpPr>
                <a:cxnSpLocks/>
              </p:cNvCxnSpPr>
              <p:nvPr/>
            </p:nvCxnSpPr>
            <p:spPr>
              <a:xfrm>
                <a:off x="2041620" y="4612141"/>
                <a:ext cx="0" cy="1164994"/>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grpSp>
      </p:grpSp>
      <p:grpSp>
        <p:nvGrpSpPr>
          <p:cNvPr id="18" name="组合 17">
            <a:extLst>
              <a:ext uri="{FF2B5EF4-FFF2-40B4-BE49-F238E27FC236}">
                <a16:creationId xmlns:a16="http://schemas.microsoft.com/office/drawing/2014/main" id="{3FE95430-F0C4-476E-AAF5-80572782C40F}"/>
              </a:ext>
            </a:extLst>
          </p:cNvPr>
          <p:cNvGrpSpPr/>
          <p:nvPr/>
        </p:nvGrpSpPr>
        <p:grpSpPr>
          <a:xfrm>
            <a:off x="9253950" y="4474424"/>
            <a:ext cx="2402360" cy="369332"/>
            <a:chOff x="9253950" y="4836374"/>
            <a:chExt cx="2402360" cy="369332"/>
          </a:xfrm>
        </p:grpSpPr>
        <p:cxnSp>
          <p:nvCxnSpPr>
            <p:cNvPr id="47" name="直接箭头连接符 46">
              <a:extLst>
                <a:ext uri="{FF2B5EF4-FFF2-40B4-BE49-F238E27FC236}">
                  <a16:creationId xmlns:a16="http://schemas.microsoft.com/office/drawing/2014/main" id="{231B0485-4185-494E-8E9A-2E97553BD311}"/>
                </a:ext>
              </a:extLst>
            </p:cNvPr>
            <p:cNvCxnSpPr>
              <a:cxnSpLocks/>
            </p:cNvCxnSpPr>
            <p:nvPr/>
          </p:nvCxnSpPr>
          <p:spPr>
            <a:xfrm>
              <a:off x="9253950" y="5021040"/>
              <a:ext cx="2402360" cy="0"/>
            </a:xfrm>
            <a:prstGeom prst="straightConnector1">
              <a:avLst/>
            </a:prstGeom>
            <a:ln w="12700">
              <a:solidFill>
                <a:schemeClr val="tx1"/>
              </a:solidFill>
              <a:headEnd type="triangle"/>
              <a:tailEnd type="triangle"/>
            </a:ln>
          </p:spPr>
          <p:style>
            <a:lnRef idx="1">
              <a:schemeClr val="accent1"/>
            </a:lnRef>
            <a:fillRef idx="0">
              <a:schemeClr val="accent1"/>
            </a:fillRef>
            <a:effectRef idx="0">
              <a:schemeClr val="accent1"/>
            </a:effectRef>
            <a:fontRef idx="minor">
              <a:schemeClr val="tx1"/>
            </a:fontRef>
          </p:style>
        </p:cxnSp>
        <p:sp>
          <p:nvSpPr>
            <p:cNvPr id="48" name="文本框 47">
              <a:extLst>
                <a:ext uri="{FF2B5EF4-FFF2-40B4-BE49-F238E27FC236}">
                  <a16:creationId xmlns:a16="http://schemas.microsoft.com/office/drawing/2014/main" id="{AA46180C-F25B-44EE-AC2B-72683EA07006}"/>
                </a:ext>
              </a:extLst>
            </p:cNvPr>
            <p:cNvSpPr txBox="1"/>
            <p:nvPr/>
          </p:nvSpPr>
          <p:spPr>
            <a:xfrm>
              <a:off x="9921864" y="4836374"/>
              <a:ext cx="1066532" cy="369332"/>
            </a:xfrm>
            <a:prstGeom prst="rect">
              <a:avLst/>
            </a:prstGeom>
            <a:solidFill>
              <a:schemeClr val="bg1"/>
            </a:solidFill>
          </p:spPr>
          <p:txBody>
            <a:bodyPr wrap="square" rtlCol="0">
              <a:spAutoFit/>
            </a:bodyPr>
            <a:lstStyle/>
            <a:p>
              <a:pPr algn="ctr"/>
              <a:r>
                <a:rPr lang="en-US" altLang="zh-CN" b="1" dirty="0">
                  <a:latin typeface="Arial Narrow" panose="020B0606020202030204" pitchFamily="34" charset="0"/>
                </a:rPr>
                <a:t>448</a:t>
              </a:r>
              <a:r>
                <a:rPr lang="zh-CN" altLang="en-US" b="1" dirty="0">
                  <a:latin typeface="Arial Narrow" panose="020B0606020202030204" pitchFamily="34" charset="0"/>
                </a:rPr>
                <a:t>字节</a:t>
              </a:r>
            </a:p>
          </p:txBody>
        </p:sp>
      </p:grpSp>
    </p:spTree>
    <p:custDataLst>
      <p:tags r:id="rId1"/>
    </p:custDataLst>
    <p:extLst>
      <p:ext uri="{BB962C8B-B14F-4D97-AF65-F5344CB8AC3E}">
        <p14:creationId xmlns:p14="http://schemas.microsoft.com/office/powerpoint/2010/main" val="722467299"/>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42" presetClass="entr" presetSubtype="0" fill="hold" nodeType="withEffect">
                                  <p:stCondLst>
                                    <p:cond delay="0"/>
                                  </p:stCondLst>
                                  <p:childTnLst>
                                    <p:set>
                                      <p:cBhvr>
                                        <p:cTn id="6" dur="1" fill="hold">
                                          <p:stCondLst>
                                            <p:cond delay="0"/>
                                          </p:stCondLst>
                                        </p:cTn>
                                        <p:tgtEl>
                                          <p:spTgt spid="5"/>
                                        </p:tgtEl>
                                        <p:attrNameLst>
                                          <p:attrName>style.visibility</p:attrName>
                                        </p:attrNameLst>
                                      </p:cBhvr>
                                      <p:to>
                                        <p:strVal val="visible"/>
                                      </p:to>
                                    </p:set>
                                    <p:animEffect transition="in" filter="fade">
                                      <p:cBhvr>
                                        <p:cTn id="7" dur="1000"/>
                                        <p:tgtEl>
                                          <p:spTgt spid="5"/>
                                        </p:tgtEl>
                                      </p:cBhvr>
                                    </p:animEffect>
                                    <p:anim calcmode="lin" valueType="num">
                                      <p:cBhvr>
                                        <p:cTn id="8" dur="1000" fill="hold"/>
                                        <p:tgtEl>
                                          <p:spTgt spid="5"/>
                                        </p:tgtEl>
                                        <p:attrNameLst>
                                          <p:attrName>ppt_x</p:attrName>
                                        </p:attrNameLst>
                                      </p:cBhvr>
                                      <p:tavLst>
                                        <p:tav tm="0">
                                          <p:val>
                                            <p:strVal val="#ppt_x"/>
                                          </p:val>
                                        </p:tav>
                                        <p:tav tm="100000">
                                          <p:val>
                                            <p:strVal val="#ppt_x"/>
                                          </p:val>
                                        </p:tav>
                                      </p:tavLst>
                                    </p:anim>
                                    <p:anim calcmode="lin" valueType="num">
                                      <p:cBhvr>
                                        <p:cTn id="9" dur="1000" fill="hold"/>
                                        <p:tgtEl>
                                          <p:spTgt spid="5"/>
                                        </p:tgtEl>
                                        <p:attrNameLst>
                                          <p:attrName>ppt_y</p:attrName>
                                        </p:attrNameLst>
                                      </p:cBhvr>
                                      <p:tavLst>
                                        <p:tav tm="0">
                                          <p:val>
                                            <p:strVal val="#ppt_y+.1"/>
                                          </p:val>
                                        </p:tav>
                                        <p:tav tm="100000">
                                          <p:val>
                                            <p:strVal val="#ppt_y"/>
                                          </p:val>
                                        </p:tav>
                                      </p:tavLst>
                                    </p:anim>
                                  </p:childTnLst>
                                </p:cTn>
                              </p:par>
                              <p:par>
                                <p:cTn id="10" presetID="15" presetClass="entr" presetSubtype="0" fill="hold" nodeType="withEffect">
                                  <p:stCondLst>
                                    <p:cond delay="0"/>
                                  </p:stCondLst>
                                  <p:childTnLst>
                                    <p:set>
                                      <p:cBhvr>
                                        <p:cTn id="11" dur="1" fill="hold">
                                          <p:stCondLst>
                                            <p:cond delay="0"/>
                                          </p:stCondLst>
                                        </p:cTn>
                                        <p:tgtEl>
                                          <p:spTgt spid="7"/>
                                        </p:tgtEl>
                                        <p:attrNameLst>
                                          <p:attrName>style.visibility</p:attrName>
                                        </p:attrNameLst>
                                      </p:cBhvr>
                                      <p:to>
                                        <p:strVal val="visible"/>
                                      </p:to>
                                    </p:set>
                                    <p:anim calcmode="lin" valueType="num">
                                      <p:cBhvr>
                                        <p:cTn id="12" dur="1000" fill="hold"/>
                                        <p:tgtEl>
                                          <p:spTgt spid="7"/>
                                        </p:tgtEl>
                                        <p:attrNameLst>
                                          <p:attrName>ppt_w</p:attrName>
                                        </p:attrNameLst>
                                      </p:cBhvr>
                                      <p:tavLst>
                                        <p:tav tm="0">
                                          <p:val>
                                            <p:fltVal val="0"/>
                                          </p:val>
                                        </p:tav>
                                        <p:tav tm="100000">
                                          <p:val>
                                            <p:strVal val="#ppt_w"/>
                                          </p:val>
                                        </p:tav>
                                      </p:tavLst>
                                    </p:anim>
                                    <p:anim calcmode="lin" valueType="num">
                                      <p:cBhvr>
                                        <p:cTn id="13" dur="1000" fill="hold"/>
                                        <p:tgtEl>
                                          <p:spTgt spid="7"/>
                                        </p:tgtEl>
                                        <p:attrNameLst>
                                          <p:attrName>ppt_h</p:attrName>
                                        </p:attrNameLst>
                                      </p:cBhvr>
                                      <p:tavLst>
                                        <p:tav tm="0">
                                          <p:val>
                                            <p:fltVal val="0"/>
                                          </p:val>
                                        </p:tav>
                                        <p:tav tm="100000">
                                          <p:val>
                                            <p:strVal val="#ppt_h"/>
                                          </p:val>
                                        </p:tav>
                                      </p:tavLst>
                                    </p:anim>
                                    <p:anim calcmode="lin" valueType="num">
                                      <p:cBhvr>
                                        <p:cTn id="14" dur="1000" fill="hold"/>
                                        <p:tgtEl>
                                          <p:spTgt spid="7"/>
                                        </p:tgtEl>
                                        <p:attrNameLst>
                                          <p:attrName>ppt_x</p:attrName>
                                        </p:attrNameLst>
                                      </p:cBhvr>
                                      <p:tavLst>
                                        <p:tav tm="0" fmla="#ppt_x+(cos(-2*pi*(1-$))*-#ppt_x-sin(-2*pi*(1-$))*(1-#ppt_y))*(1-$)">
                                          <p:val>
                                            <p:fltVal val="0"/>
                                          </p:val>
                                        </p:tav>
                                        <p:tav tm="100000">
                                          <p:val>
                                            <p:fltVal val="1"/>
                                          </p:val>
                                        </p:tav>
                                      </p:tavLst>
                                    </p:anim>
                                    <p:anim calcmode="lin" valueType="num">
                                      <p:cBhvr>
                                        <p:cTn id="15" dur="1000" fill="hold"/>
                                        <p:tgtEl>
                                          <p:spTgt spid="7"/>
                                        </p:tgtEl>
                                        <p:attrNameLst>
                                          <p:attrName>ppt_y</p:attrName>
                                        </p:attrNameLst>
                                      </p:cBhvr>
                                      <p:tavLst>
                                        <p:tav tm="0" fmla="#ppt_y+(sin(-2*pi*(1-$))*-#ppt_x+cos(-2*pi*(1-$))*(1-#ppt_y))*(1-$)">
                                          <p:val>
                                            <p:fltVal val="0"/>
                                          </p:val>
                                        </p:tav>
                                        <p:tav tm="100000">
                                          <p:val>
                                            <p:fltVal val="1"/>
                                          </p:val>
                                        </p:tav>
                                      </p:tavLst>
                                    </p:anim>
                                  </p:childTnLst>
                                </p:cTn>
                              </p:par>
                            </p:childTnLst>
                          </p:cTn>
                        </p:par>
                      </p:childTnLst>
                    </p:cTn>
                  </p:par>
                  <p:par>
                    <p:cTn id="16" fill="hold">
                      <p:stCondLst>
                        <p:cond delay="indefinite"/>
                      </p:stCondLst>
                      <p:childTnLst>
                        <p:par>
                          <p:cTn id="17" fill="hold">
                            <p:stCondLst>
                              <p:cond delay="0"/>
                            </p:stCondLst>
                            <p:childTnLst>
                              <p:par>
                                <p:cTn id="18" presetID="12" presetClass="entr" presetSubtype="4" fill="hold" nodeType="clickEffect">
                                  <p:stCondLst>
                                    <p:cond delay="0"/>
                                  </p:stCondLst>
                                  <p:childTnLst>
                                    <p:set>
                                      <p:cBhvr>
                                        <p:cTn id="19" dur="1" fill="hold">
                                          <p:stCondLst>
                                            <p:cond delay="0"/>
                                          </p:stCondLst>
                                        </p:cTn>
                                        <p:tgtEl>
                                          <p:spTgt spid="8"/>
                                        </p:tgtEl>
                                        <p:attrNameLst>
                                          <p:attrName>style.visibility</p:attrName>
                                        </p:attrNameLst>
                                      </p:cBhvr>
                                      <p:to>
                                        <p:strVal val="visible"/>
                                      </p:to>
                                    </p:set>
                                    <p:anim calcmode="lin" valueType="num">
                                      <p:cBhvr additive="base">
                                        <p:cTn id="20" dur="500"/>
                                        <p:tgtEl>
                                          <p:spTgt spid="8"/>
                                        </p:tgtEl>
                                        <p:attrNameLst>
                                          <p:attrName>ppt_y</p:attrName>
                                        </p:attrNameLst>
                                      </p:cBhvr>
                                      <p:tavLst>
                                        <p:tav tm="0">
                                          <p:val>
                                            <p:strVal val="#ppt_y+#ppt_h*1.125000"/>
                                          </p:val>
                                        </p:tav>
                                        <p:tav tm="100000">
                                          <p:val>
                                            <p:strVal val="#ppt_y"/>
                                          </p:val>
                                        </p:tav>
                                      </p:tavLst>
                                    </p:anim>
                                    <p:animEffect transition="in" filter="wipe(up)">
                                      <p:cBhvr>
                                        <p:cTn id="21" dur="500"/>
                                        <p:tgtEl>
                                          <p:spTgt spid="8"/>
                                        </p:tgtEl>
                                      </p:cBhvr>
                                    </p:animEffect>
                                  </p:childTnLst>
                                </p:cTn>
                              </p:par>
                            </p:childTnLst>
                          </p:cTn>
                        </p:par>
                      </p:childTnLst>
                    </p:cTn>
                  </p:par>
                  <p:par>
                    <p:cTn id="22" fill="hold">
                      <p:stCondLst>
                        <p:cond delay="indefinite"/>
                      </p:stCondLst>
                      <p:childTnLst>
                        <p:par>
                          <p:cTn id="23" fill="hold">
                            <p:stCondLst>
                              <p:cond delay="0"/>
                            </p:stCondLst>
                            <p:childTnLst>
                              <p:par>
                                <p:cTn id="24" presetID="12" presetClass="entr" presetSubtype="2" fill="hold" grpId="0" nodeType="clickEffect">
                                  <p:stCondLst>
                                    <p:cond delay="0"/>
                                  </p:stCondLst>
                                  <p:childTnLst>
                                    <p:set>
                                      <p:cBhvr>
                                        <p:cTn id="25" dur="1" fill="hold">
                                          <p:stCondLst>
                                            <p:cond delay="0"/>
                                          </p:stCondLst>
                                        </p:cTn>
                                        <p:tgtEl>
                                          <p:spTgt spid="30"/>
                                        </p:tgtEl>
                                        <p:attrNameLst>
                                          <p:attrName>style.visibility</p:attrName>
                                        </p:attrNameLst>
                                      </p:cBhvr>
                                      <p:to>
                                        <p:strVal val="visible"/>
                                      </p:to>
                                    </p:set>
                                    <p:anim calcmode="lin" valueType="num">
                                      <p:cBhvr additive="base">
                                        <p:cTn id="26" dur="500"/>
                                        <p:tgtEl>
                                          <p:spTgt spid="30"/>
                                        </p:tgtEl>
                                        <p:attrNameLst>
                                          <p:attrName>ppt_x</p:attrName>
                                        </p:attrNameLst>
                                      </p:cBhvr>
                                      <p:tavLst>
                                        <p:tav tm="0">
                                          <p:val>
                                            <p:strVal val="#ppt_x+#ppt_w*1.125000"/>
                                          </p:val>
                                        </p:tav>
                                        <p:tav tm="100000">
                                          <p:val>
                                            <p:strVal val="#ppt_x"/>
                                          </p:val>
                                        </p:tav>
                                      </p:tavLst>
                                    </p:anim>
                                    <p:animEffect transition="in" filter="wipe(left)">
                                      <p:cBhvr>
                                        <p:cTn id="27" dur="500"/>
                                        <p:tgtEl>
                                          <p:spTgt spid="30"/>
                                        </p:tgtEl>
                                      </p:cBhvr>
                                    </p:animEffect>
                                  </p:childTnLst>
                                </p:cTn>
                              </p:par>
                            </p:childTnLst>
                          </p:cTn>
                        </p:par>
                      </p:childTnLst>
                    </p:cTn>
                  </p:par>
                  <p:par>
                    <p:cTn id="28" fill="hold">
                      <p:stCondLst>
                        <p:cond delay="indefinite"/>
                      </p:stCondLst>
                      <p:childTnLst>
                        <p:par>
                          <p:cTn id="29" fill="hold">
                            <p:stCondLst>
                              <p:cond delay="0"/>
                            </p:stCondLst>
                            <p:childTnLst>
                              <p:par>
                                <p:cTn id="30" presetID="12" presetClass="entr" presetSubtype="8" fill="hold" grpId="0" nodeType="clickEffect">
                                  <p:stCondLst>
                                    <p:cond delay="0"/>
                                  </p:stCondLst>
                                  <p:childTnLst>
                                    <p:set>
                                      <p:cBhvr>
                                        <p:cTn id="31" dur="1" fill="hold">
                                          <p:stCondLst>
                                            <p:cond delay="0"/>
                                          </p:stCondLst>
                                        </p:cTn>
                                        <p:tgtEl>
                                          <p:spTgt spid="37"/>
                                        </p:tgtEl>
                                        <p:attrNameLst>
                                          <p:attrName>style.visibility</p:attrName>
                                        </p:attrNameLst>
                                      </p:cBhvr>
                                      <p:to>
                                        <p:strVal val="visible"/>
                                      </p:to>
                                    </p:set>
                                    <p:anim calcmode="lin" valueType="num">
                                      <p:cBhvr additive="base">
                                        <p:cTn id="32" dur="500"/>
                                        <p:tgtEl>
                                          <p:spTgt spid="37"/>
                                        </p:tgtEl>
                                        <p:attrNameLst>
                                          <p:attrName>ppt_x</p:attrName>
                                        </p:attrNameLst>
                                      </p:cBhvr>
                                      <p:tavLst>
                                        <p:tav tm="0">
                                          <p:val>
                                            <p:strVal val="#ppt_x-#ppt_w*1.125000"/>
                                          </p:val>
                                        </p:tav>
                                        <p:tav tm="100000">
                                          <p:val>
                                            <p:strVal val="#ppt_x"/>
                                          </p:val>
                                        </p:tav>
                                      </p:tavLst>
                                    </p:anim>
                                    <p:animEffect transition="in" filter="wipe(right)">
                                      <p:cBhvr>
                                        <p:cTn id="33" dur="500"/>
                                        <p:tgtEl>
                                          <p:spTgt spid="37"/>
                                        </p:tgtEl>
                                      </p:cBhvr>
                                    </p:animEffect>
                                  </p:childTnLst>
                                </p:cTn>
                              </p:par>
                            </p:childTnLst>
                          </p:cTn>
                        </p:par>
                      </p:childTnLst>
                    </p:cTn>
                  </p:par>
                  <p:par>
                    <p:cTn id="34" fill="hold">
                      <p:stCondLst>
                        <p:cond delay="indefinite"/>
                      </p:stCondLst>
                      <p:childTnLst>
                        <p:par>
                          <p:cTn id="35" fill="hold">
                            <p:stCondLst>
                              <p:cond delay="0"/>
                            </p:stCondLst>
                            <p:childTnLst>
                              <p:par>
                                <p:cTn id="36" presetID="12" presetClass="entr" presetSubtype="4" fill="hold" nodeType="clickEffect">
                                  <p:stCondLst>
                                    <p:cond delay="0"/>
                                  </p:stCondLst>
                                  <p:childTnLst>
                                    <p:set>
                                      <p:cBhvr>
                                        <p:cTn id="37" dur="1" fill="hold">
                                          <p:stCondLst>
                                            <p:cond delay="0"/>
                                          </p:stCondLst>
                                        </p:cTn>
                                        <p:tgtEl>
                                          <p:spTgt spid="14"/>
                                        </p:tgtEl>
                                        <p:attrNameLst>
                                          <p:attrName>style.visibility</p:attrName>
                                        </p:attrNameLst>
                                      </p:cBhvr>
                                      <p:to>
                                        <p:strVal val="visible"/>
                                      </p:to>
                                    </p:set>
                                    <p:anim calcmode="lin" valueType="num">
                                      <p:cBhvr additive="base">
                                        <p:cTn id="38" dur="500"/>
                                        <p:tgtEl>
                                          <p:spTgt spid="14"/>
                                        </p:tgtEl>
                                        <p:attrNameLst>
                                          <p:attrName>ppt_y</p:attrName>
                                        </p:attrNameLst>
                                      </p:cBhvr>
                                      <p:tavLst>
                                        <p:tav tm="0">
                                          <p:val>
                                            <p:strVal val="#ppt_y+#ppt_h*1.125000"/>
                                          </p:val>
                                        </p:tav>
                                        <p:tav tm="100000">
                                          <p:val>
                                            <p:strVal val="#ppt_y"/>
                                          </p:val>
                                        </p:tav>
                                      </p:tavLst>
                                    </p:anim>
                                    <p:animEffect transition="in" filter="wipe(up)">
                                      <p:cBhvr>
                                        <p:cTn id="39" dur="500"/>
                                        <p:tgtEl>
                                          <p:spTgt spid="14"/>
                                        </p:tgtEl>
                                      </p:cBhvr>
                                    </p:animEffect>
                                  </p:childTnLst>
                                </p:cTn>
                              </p:par>
                            </p:childTnLst>
                          </p:cTn>
                        </p:par>
                      </p:childTnLst>
                    </p:cTn>
                  </p:par>
                  <p:par>
                    <p:cTn id="40" fill="hold">
                      <p:stCondLst>
                        <p:cond delay="indefinite"/>
                      </p:stCondLst>
                      <p:childTnLst>
                        <p:par>
                          <p:cTn id="41" fill="hold">
                            <p:stCondLst>
                              <p:cond delay="0"/>
                            </p:stCondLst>
                            <p:childTnLst>
                              <p:par>
                                <p:cTn id="42" presetID="12" presetClass="entr" presetSubtype="1" fill="hold" nodeType="clickEffect">
                                  <p:stCondLst>
                                    <p:cond delay="0"/>
                                  </p:stCondLst>
                                  <p:childTnLst>
                                    <p:set>
                                      <p:cBhvr>
                                        <p:cTn id="43" dur="1" fill="hold">
                                          <p:stCondLst>
                                            <p:cond delay="0"/>
                                          </p:stCondLst>
                                        </p:cTn>
                                        <p:tgtEl>
                                          <p:spTgt spid="18"/>
                                        </p:tgtEl>
                                        <p:attrNameLst>
                                          <p:attrName>style.visibility</p:attrName>
                                        </p:attrNameLst>
                                      </p:cBhvr>
                                      <p:to>
                                        <p:strVal val="visible"/>
                                      </p:to>
                                    </p:set>
                                    <p:anim calcmode="lin" valueType="num">
                                      <p:cBhvr additive="base">
                                        <p:cTn id="44" dur="500"/>
                                        <p:tgtEl>
                                          <p:spTgt spid="18"/>
                                        </p:tgtEl>
                                        <p:attrNameLst>
                                          <p:attrName>ppt_y</p:attrName>
                                        </p:attrNameLst>
                                      </p:cBhvr>
                                      <p:tavLst>
                                        <p:tav tm="0">
                                          <p:val>
                                            <p:strVal val="#ppt_y-#ppt_h*1.125000"/>
                                          </p:val>
                                        </p:tav>
                                        <p:tav tm="100000">
                                          <p:val>
                                            <p:strVal val="#ppt_y"/>
                                          </p:val>
                                        </p:tav>
                                      </p:tavLst>
                                    </p:anim>
                                    <p:animEffect transition="in" filter="wipe(down)">
                                      <p:cBhvr>
                                        <p:cTn id="45" dur="500"/>
                                        <p:tgtEl>
                                          <p:spTgt spid="18"/>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7" grpId="0" animBg="1"/>
      <p:bldP spid="30" grpId="0" animBg="1"/>
    </p:bldLst>
  </p:timing>
</p:sld>
</file>

<file path=ppt/slides/slide50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4" name="组合 3">
            <a:extLst>
              <a:ext uri="{FF2B5EF4-FFF2-40B4-BE49-F238E27FC236}">
                <a16:creationId xmlns:a16="http://schemas.microsoft.com/office/drawing/2014/main" id="{9A1EA9F2-FCB6-48C3-935F-7AE7E3AD14AC}"/>
              </a:ext>
            </a:extLst>
          </p:cNvPr>
          <p:cNvGrpSpPr/>
          <p:nvPr/>
        </p:nvGrpSpPr>
        <p:grpSpPr>
          <a:xfrm>
            <a:off x="304800" y="749300"/>
            <a:ext cx="4938199" cy="400110"/>
            <a:chOff x="424117" y="898245"/>
            <a:chExt cx="4938199" cy="400110"/>
          </a:xfrm>
        </p:grpSpPr>
        <p:sp>
          <p:nvSpPr>
            <p:cNvPr id="2" name="平行四边形 1">
              <a:extLst>
                <a:ext uri="{FF2B5EF4-FFF2-40B4-BE49-F238E27FC236}">
                  <a16:creationId xmlns:a16="http://schemas.microsoft.com/office/drawing/2014/main" id="{1F5BAA3F-9845-4F89-A2DD-8222D3E4EDAC}"/>
                </a:ext>
              </a:extLst>
            </p:cNvPr>
            <p:cNvSpPr/>
            <p:nvPr/>
          </p:nvSpPr>
          <p:spPr>
            <a:xfrm>
              <a:off x="424117" y="898245"/>
              <a:ext cx="628306" cy="387090"/>
            </a:xfrm>
            <a:prstGeom prst="parallelogram">
              <a:avLst/>
            </a:prstGeom>
            <a:solidFill>
              <a:schemeClr val="accent3">
                <a:lumMod val="75000"/>
              </a:schemeClr>
            </a:solidFill>
            <a:ln>
              <a:solidFill>
                <a:schemeClr val="accent3">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CN" sz="2200" dirty="0">
                  <a:latin typeface="Impact" panose="020B0806030902050204" pitchFamily="34" charset="0"/>
                </a:rPr>
                <a:t>01</a:t>
              </a:r>
              <a:endParaRPr lang="zh-CN" altLang="en-US" sz="2200" dirty="0">
                <a:latin typeface="Impact" panose="020B0806030902050204" pitchFamily="34" charset="0"/>
              </a:endParaRPr>
            </a:p>
          </p:txBody>
        </p:sp>
        <p:sp>
          <p:nvSpPr>
            <p:cNvPr id="3" name="文本框 2">
              <a:extLst>
                <a:ext uri="{FF2B5EF4-FFF2-40B4-BE49-F238E27FC236}">
                  <a16:creationId xmlns:a16="http://schemas.microsoft.com/office/drawing/2014/main" id="{4D6BD736-A4D3-4F26-AFED-36E11F50F70B}"/>
                </a:ext>
              </a:extLst>
            </p:cNvPr>
            <p:cNvSpPr txBox="1"/>
            <p:nvPr/>
          </p:nvSpPr>
          <p:spPr>
            <a:xfrm>
              <a:off x="1052423" y="898245"/>
              <a:ext cx="4309893" cy="400110"/>
            </a:xfrm>
            <a:prstGeom prst="rect">
              <a:avLst/>
            </a:prstGeom>
            <a:noFill/>
          </p:spPr>
          <p:txBody>
            <a:bodyPr wrap="square" rtlCol="0">
              <a:spAutoFit/>
            </a:bodyPr>
            <a:lstStyle/>
            <a:p>
              <a:r>
                <a:rPr lang="zh-CN" altLang="en-US" sz="2000" b="1" dirty="0">
                  <a:solidFill>
                    <a:schemeClr val="tx1"/>
                  </a:solidFill>
                  <a:latin typeface="Arial Narrow" panose="020B0606020202030204" pitchFamily="34" charset="0"/>
                </a:rPr>
                <a:t>以太网的发展</a:t>
              </a:r>
              <a:endParaRPr lang="en-US" altLang="zh-CN" sz="2000" b="1" dirty="0">
                <a:solidFill>
                  <a:schemeClr val="tx1"/>
                </a:solidFill>
                <a:latin typeface="Arial Narrow" panose="020B0606020202030204" pitchFamily="34" charset="0"/>
              </a:endParaRPr>
            </a:p>
          </p:txBody>
        </p:sp>
      </p:grpSp>
      <p:sp>
        <p:nvSpPr>
          <p:cNvPr id="10" name="箭头: V 形 9">
            <a:extLst>
              <a:ext uri="{FF2B5EF4-FFF2-40B4-BE49-F238E27FC236}">
                <a16:creationId xmlns:a16="http://schemas.microsoft.com/office/drawing/2014/main" id="{34BA076E-E332-4E29-BFA1-5FC5A72182DA}"/>
              </a:ext>
            </a:extLst>
          </p:cNvPr>
          <p:cNvSpPr/>
          <p:nvPr/>
        </p:nvSpPr>
        <p:spPr>
          <a:xfrm>
            <a:off x="310566" y="1388438"/>
            <a:ext cx="2361423" cy="786653"/>
          </a:xfrm>
          <a:prstGeom prst="chevron">
            <a:avLst/>
          </a:prstGeom>
          <a:solidFill>
            <a:schemeClr val="bg2">
              <a:lumMod val="90000"/>
            </a:schemeClr>
          </a:solidFill>
          <a:ln>
            <a:solidFill>
              <a:schemeClr val="bg2">
                <a:lumMod val="90000"/>
              </a:schemeClr>
            </a:solidFill>
          </a:ln>
        </p:spPr>
        <p:style>
          <a:lnRef idx="2">
            <a:schemeClr val="accent4">
              <a:shade val="50000"/>
            </a:schemeClr>
          </a:lnRef>
          <a:fillRef idx="1">
            <a:schemeClr val="accent4"/>
          </a:fillRef>
          <a:effectRef idx="0">
            <a:schemeClr val="accent4"/>
          </a:effectRef>
          <a:fontRef idx="minor">
            <a:schemeClr val="lt1"/>
          </a:fontRef>
        </p:style>
        <p:txBody>
          <a:bodyPr rtlCol="0" anchor="ctr"/>
          <a:lstStyle/>
          <a:p>
            <a:pPr algn="ctr"/>
            <a:r>
              <a:rPr lang="en-US" altLang="zh-CN" b="1" dirty="0">
                <a:solidFill>
                  <a:schemeClr val="bg1"/>
                </a:solidFill>
              </a:rPr>
              <a:t>100BASE-T</a:t>
            </a:r>
          </a:p>
          <a:p>
            <a:pPr algn="ctr"/>
            <a:r>
              <a:rPr lang="zh-CN" altLang="en-US" b="1" dirty="0">
                <a:solidFill>
                  <a:schemeClr val="bg1"/>
                </a:solidFill>
              </a:rPr>
              <a:t>以太网</a:t>
            </a:r>
          </a:p>
        </p:txBody>
      </p:sp>
      <p:sp>
        <p:nvSpPr>
          <p:cNvPr id="11" name="箭头: V 形 10">
            <a:extLst>
              <a:ext uri="{FF2B5EF4-FFF2-40B4-BE49-F238E27FC236}">
                <a16:creationId xmlns:a16="http://schemas.microsoft.com/office/drawing/2014/main" id="{A306BDD2-A8C7-4B5E-9ABB-354CA473FA18}"/>
              </a:ext>
            </a:extLst>
          </p:cNvPr>
          <p:cNvSpPr/>
          <p:nvPr/>
        </p:nvSpPr>
        <p:spPr>
          <a:xfrm>
            <a:off x="3382303" y="1388438"/>
            <a:ext cx="2361423" cy="786653"/>
          </a:xfrm>
          <a:prstGeom prst="chevron">
            <a:avLst/>
          </a:prstGeom>
          <a:solidFill>
            <a:schemeClr val="bg2">
              <a:lumMod val="90000"/>
            </a:schemeClr>
          </a:solidFill>
          <a:ln>
            <a:solidFill>
              <a:schemeClr val="bg2">
                <a:lumMod val="90000"/>
              </a:schemeClr>
            </a:solidFill>
          </a:ln>
        </p:spPr>
        <p:style>
          <a:lnRef idx="2">
            <a:schemeClr val="accent3">
              <a:shade val="50000"/>
            </a:schemeClr>
          </a:lnRef>
          <a:fillRef idx="1">
            <a:schemeClr val="accent3"/>
          </a:fillRef>
          <a:effectRef idx="0">
            <a:schemeClr val="accent3"/>
          </a:effectRef>
          <a:fontRef idx="minor">
            <a:schemeClr val="lt1"/>
          </a:fontRef>
        </p:style>
        <p:txBody>
          <a:bodyPr rtlCol="0" anchor="ctr"/>
          <a:lstStyle/>
          <a:p>
            <a:pPr algn="ctr"/>
            <a:r>
              <a:rPr lang="zh-CN" altLang="en-US" b="1" dirty="0">
                <a:solidFill>
                  <a:schemeClr val="bg1"/>
                </a:solidFill>
              </a:rPr>
              <a:t>吉比特</a:t>
            </a:r>
            <a:endParaRPr lang="en-US" altLang="zh-CN" b="1" dirty="0">
              <a:solidFill>
                <a:schemeClr val="bg1"/>
              </a:solidFill>
            </a:endParaRPr>
          </a:p>
          <a:p>
            <a:pPr algn="ctr"/>
            <a:r>
              <a:rPr lang="zh-CN" altLang="en-US" b="1" dirty="0">
                <a:solidFill>
                  <a:schemeClr val="bg1"/>
                </a:solidFill>
              </a:rPr>
              <a:t>以太网</a:t>
            </a:r>
          </a:p>
        </p:txBody>
      </p:sp>
      <p:sp>
        <p:nvSpPr>
          <p:cNvPr id="12" name="箭头: V 形 11">
            <a:extLst>
              <a:ext uri="{FF2B5EF4-FFF2-40B4-BE49-F238E27FC236}">
                <a16:creationId xmlns:a16="http://schemas.microsoft.com/office/drawing/2014/main" id="{7529ED43-0BE1-49BA-8986-763D47E871EA}"/>
              </a:ext>
            </a:extLst>
          </p:cNvPr>
          <p:cNvSpPr/>
          <p:nvPr/>
        </p:nvSpPr>
        <p:spPr>
          <a:xfrm>
            <a:off x="6454040" y="1388438"/>
            <a:ext cx="2361423" cy="786653"/>
          </a:xfrm>
          <a:prstGeom prst="chevron">
            <a:avLst/>
          </a:prstGeom>
          <a:solidFill>
            <a:schemeClr val="bg2">
              <a:lumMod val="90000"/>
            </a:schemeClr>
          </a:solidFill>
          <a:ln>
            <a:solidFill>
              <a:schemeClr val="bg2">
                <a:lumMod val="90000"/>
              </a:schemeClr>
            </a:solidFill>
          </a:ln>
        </p:spPr>
        <p:style>
          <a:lnRef idx="2">
            <a:schemeClr val="accent2">
              <a:shade val="50000"/>
            </a:schemeClr>
          </a:lnRef>
          <a:fillRef idx="1">
            <a:schemeClr val="accent2"/>
          </a:fillRef>
          <a:effectRef idx="0">
            <a:schemeClr val="accent2"/>
          </a:effectRef>
          <a:fontRef idx="minor">
            <a:schemeClr val="lt1"/>
          </a:fontRef>
        </p:style>
        <p:txBody>
          <a:bodyPr rtlCol="0" anchor="ctr"/>
          <a:lstStyle/>
          <a:p>
            <a:pPr algn="ctr"/>
            <a:r>
              <a:rPr lang="en-US" altLang="zh-CN" b="1" dirty="0">
                <a:solidFill>
                  <a:schemeClr val="bg1"/>
                </a:solidFill>
              </a:rPr>
              <a:t>10</a:t>
            </a:r>
            <a:r>
              <a:rPr lang="zh-CN" altLang="en-US" b="1" dirty="0">
                <a:solidFill>
                  <a:schemeClr val="bg1"/>
                </a:solidFill>
              </a:rPr>
              <a:t>吉比特</a:t>
            </a:r>
            <a:endParaRPr lang="en-US" altLang="zh-CN" b="1" dirty="0">
              <a:solidFill>
                <a:schemeClr val="bg1"/>
              </a:solidFill>
            </a:endParaRPr>
          </a:p>
          <a:p>
            <a:pPr algn="ctr"/>
            <a:r>
              <a:rPr lang="zh-CN" altLang="en-US" b="1" dirty="0">
                <a:solidFill>
                  <a:schemeClr val="bg1"/>
                </a:solidFill>
              </a:rPr>
              <a:t>以太网</a:t>
            </a:r>
          </a:p>
        </p:txBody>
      </p:sp>
      <p:sp>
        <p:nvSpPr>
          <p:cNvPr id="13" name="箭头: V 形 12">
            <a:extLst>
              <a:ext uri="{FF2B5EF4-FFF2-40B4-BE49-F238E27FC236}">
                <a16:creationId xmlns:a16="http://schemas.microsoft.com/office/drawing/2014/main" id="{510F0D15-BD28-4DB1-A650-959944656D97}"/>
              </a:ext>
            </a:extLst>
          </p:cNvPr>
          <p:cNvSpPr/>
          <p:nvPr/>
        </p:nvSpPr>
        <p:spPr>
          <a:xfrm>
            <a:off x="9525777" y="1388438"/>
            <a:ext cx="2361423" cy="786653"/>
          </a:xfrm>
          <a:prstGeom prst="chevron">
            <a:avLst/>
          </a:prstGeom>
          <a:solidFill>
            <a:schemeClr val="bg2">
              <a:lumMod val="90000"/>
            </a:schemeClr>
          </a:solidFill>
          <a:ln>
            <a:solidFill>
              <a:schemeClr val="bg2">
                <a:lumMod val="9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CN" b="1" dirty="0">
                <a:solidFill>
                  <a:schemeClr val="bg1"/>
                </a:solidFill>
              </a:rPr>
              <a:t>40/100</a:t>
            </a:r>
            <a:r>
              <a:rPr lang="zh-CN" altLang="en-US" b="1" dirty="0">
                <a:solidFill>
                  <a:schemeClr val="bg1"/>
                </a:solidFill>
              </a:rPr>
              <a:t>吉比特</a:t>
            </a:r>
            <a:endParaRPr lang="en-US" altLang="zh-CN" b="1" dirty="0">
              <a:solidFill>
                <a:schemeClr val="bg1"/>
              </a:solidFill>
            </a:endParaRPr>
          </a:p>
          <a:p>
            <a:pPr algn="ctr"/>
            <a:r>
              <a:rPr lang="zh-CN" altLang="en-US" b="1" dirty="0">
                <a:solidFill>
                  <a:schemeClr val="bg1"/>
                </a:solidFill>
              </a:rPr>
              <a:t>以太网</a:t>
            </a:r>
          </a:p>
        </p:txBody>
      </p:sp>
      <p:sp>
        <p:nvSpPr>
          <p:cNvPr id="20" name="箭头: V 形 19">
            <a:extLst>
              <a:ext uri="{FF2B5EF4-FFF2-40B4-BE49-F238E27FC236}">
                <a16:creationId xmlns:a16="http://schemas.microsoft.com/office/drawing/2014/main" id="{7C1AD93A-5D54-4D64-9BC5-423273F50379}"/>
              </a:ext>
            </a:extLst>
          </p:cNvPr>
          <p:cNvSpPr/>
          <p:nvPr/>
        </p:nvSpPr>
        <p:spPr>
          <a:xfrm>
            <a:off x="3382303" y="1386545"/>
            <a:ext cx="2361423" cy="786653"/>
          </a:xfrm>
          <a:prstGeom prst="chevron">
            <a:avLst/>
          </a:prstGeom>
          <a:ln/>
        </p:spPr>
        <p:style>
          <a:lnRef idx="2">
            <a:schemeClr val="accent3">
              <a:shade val="50000"/>
            </a:schemeClr>
          </a:lnRef>
          <a:fillRef idx="1">
            <a:schemeClr val="accent3"/>
          </a:fillRef>
          <a:effectRef idx="0">
            <a:schemeClr val="accent3"/>
          </a:effectRef>
          <a:fontRef idx="minor">
            <a:schemeClr val="lt1"/>
          </a:fontRef>
        </p:style>
        <p:txBody>
          <a:bodyPr rtlCol="0" anchor="ctr"/>
          <a:lstStyle/>
          <a:p>
            <a:pPr algn="ctr"/>
            <a:r>
              <a:rPr lang="zh-CN" altLang="en-US" b="1" dirty="0">
                <a:solidFill>
                  <a:schemeClr val="bg1"/>
                </a:solidFill>
              </a:rPr>
              <a:t>吉比特</a:t>
            </a:r>
            <a:endParaRPr lang="en-US" altLang="zh-CN" b="1" dirty="0">
              <a:solidFill>
                <a:schemeClr val="bg1"/>
              </a:solidFill>
            </a:endParaRPr>
          </a:p>
          <a:p>
            <a:pPr algn="ctr"/>
            <a:r>
              <a:rPr lang="zh-CN" altLang="en-US" b="1" dirty="0">
                <a:solidFill>
                  <a:schemeClr val="bg1"/>
                </a:solidFill>
              </a:rPr>
              <a:t>以太网</a:t>
            </a:r>
          </a:p>
        </p:txBody>
      </p:sp>
      <p:sp>
        <p:nvSpPr>
          <p:cNvPr id="33" name="矩形 32">
            <a:extLst>
              <a:ext uri="{FF2B5EF4-FFF2-40B4-BE49-F238E27FC236}">
                <a16:creationId xmlns:a16="http://schemas.microsoft.com/office/drawing/2014/main" id="{1EC90704-D81E-4E44-82DA-DC8F03532F37}"/>
              </a:ext>
            </a:extLst>
          </p:cNvPr>
          <p:cNvSpPr/>
          <p:nvPr/>
        </p:nvSpPr>
        <p:spPr>
          <a:xfrm>
            <a:off x="472903" y="2422419"/>
            <a:ext cx="256976" cy="256976"/>
          </a:xfrm>
          <a:prstGeom prst="rect">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34" name="íşlïḍè">
            <a:extLst>
              <a:ext uri="{FF2B5EF4-FFF2-40B4-BE49-F238E27FC236}">
                <a16:creationId xmlns:a16="http://schemas.microsoft.com/office/drawing/2014/main" id="{7C501E01-5C30-4A2D-9D95-79242B883128}"/>
              </a:ext>
            </a:extLst>
          </p:cNvPr>
          <p:cNvSpPr txBox="1"/>
          <p:nvPr/>
        </p:nvSpPr>
        <p:spPr>
          <a:xfrm>
            <a:off x="790131" y="2368096"/>
            <a:ext cx="11047870" cy="627212"/>
          </a:xfrm>
          <a:prstGeom prst="rect">
            <a:avLst/>
          </a:prstGeom>
          <a:noFill/>
        </p:spPr>
        <p:txBody>
          <a:bodyPr wrap="square" lIns="91440" tIns="45720" rIns="91440" bIns="45720" anchor="ctr">
            <a:noAutofit/>
          </a:bodyPr>
          <a:lstStyle/>
          <a:p>
            <a:r>
              <a:rPr lang="zh-CN" altLang="en-US" b="1" dirty="0">
                <a:latin typeface="Arial Narrow" panose="020B0606020202030204" pitchFamily="34" charset="0"/>
              </a:rPr>
              <a:t>在使用载波延伸的机制下，如果原本</a:t>
            </a:r>
            <a:r>
              <a:rPr lang="zh-CN" altLang="en-US" b="1" dirty="0">
                <a:solidFill>
                  <a:schemeClr val="accent1">
                    <a:lumMod val="75000"/>
                  </a:schemeClr>
                </a:solidFill>
                <a:latin typeface="Arial Narrow" panose="020B0606020202030204" pitchFamily="34" charset="0"/>
              </a:rPr>
              <a:t>发送的是大量的</a:t>
            </a:r>
            <a:r>
              <a:rPr lang="en-US" altLang="zh-CN" b="1" dirty="0">
                <a:solidFill>
                  <a:schemeClr val="accent1">
                    <a:lumMod val="75000"/>
                  </a:schemeClr>
                </a:solidFill>
                <a:latin typeface="Arial Narrow" panose="020B0606020202030204" pitchFamily="34" charset="0"/>
              </a:rPr>
              <a:t>64</a:t>
            </a:r>
            <a:r>
              <a:rPr lang="zh-CN" altLang="en-US" b="1" dirty="0">
                <a:solidFill>
                  <a:schemeClr val="accent1">
                    <a:lumMod val="75000"/>
                  </a:schemeClr>
                </a:solidFill>
                <a:latin typeface="Arial Narrow" panose="020B0606020202030204" pitchFamily="34" charset="0"/>
              </a:rPr>
              <a:t>字节长的短帧</a:t>
            </a:r>
            <a:r>
              <a:rPr lang="zh-CN" altLang="en-US" b="1" dirty="0">
                <a:latin typeface="Arial Narrow" panose="020B0606020202030204" pitchFamily="34" charset="0"/>
              </a:rPr>
              <a:t>，则</a:t>
            </a:r>
            <a:r>
              <a:rPr lang="zh-CN" altLang="en-US" b="1" dirty="0">
                <a:solidFill>
                  <a:schemeClr val="accent1">
                    <a:lumMod val="75000"/>
                  </a:schemeClr>
                </a:solidFill>
                <a:latin typeface="Arial Narrow" panose="020B0606020202030204" pitchFamily="34" charset="0"/>
              </a:rPr>
              <a:t>每一个短帧都会被填充</a:t>
            </a:r>
            <a:r>
              <a:rPr lang="en-US" altLang="zh-CN" b="1" dirty="0">
                <a:solidFill>
                  <a:schemeClr val="accent1">
                    <a:lumMod val="75000"/>
                  </a:schemeClr>
                </a:solidFill>
                <a:latin typeface="Arial Narrow" panose="020B0606020202030204" pitchFamily="34" charset="0"/>
              </a:rPr>
              <a:t>448</a:t>
            </a:r>
            <a:r>
              <a:rPr lang="zh-CN" altLang="en-US" b="1" dirty="0">
                <a:solidFill>
                  <a:schemeClr val="accent1">
                    <a:lumMod val="75000"/>
                  </a:schemeClr>
                </a:solidFill>
                <a:latin typeface="Arial Narrow" panose="020B0606020202030204" pitchFamily="34" charset="0"/>
              </a:rPr>
              <a:t>字节</a:t>
            </a:r>
            <a:r>
              <a:rPr lang="zh-CN" altLang="en-US" b="1" dirty="0">
                <a:latin typeface="Arial Narrow" panose="020B0606020202030204" pitchFamily="34" charset="0"/>
              </a:rPr>
              <a:t>的特殊字符，这样会</a:t>
            </a:r>
            <a:r>
              <a:rPr lang="zh-CN" altLang="en-US" b="1" dirty="0">
                <a:solidFill>
                  <a:schemeClr val="accent1">
                    <a:lumMod val="75000"/>
                  </a:schemeClr>
                </a:solidFill>
                <a:latin typeface="Arial Narrow" panose="020B0606020202030204" pitchFamily="34" charset="0"/>
              </a:rPr>
              <a:t>造成很大的开销</a:t>
            </a:r>
            <a:r>
              <a:rPr lang="zh-CN" altLang="en-US" b="1" dirty="0">
                <a:latin typeface="Arial Narrow" panose="020B0606020202030204" pitchFamily="34" charset="0"/>
              </a:rPr>
              <a:t>。</a:t>
            </a:r>
          </a:p>
        </p:txBody>
      </p:sp>
      <p:sp>
        <p:nvSpPr>
          <p:cNvPr id="49" name="矩形 48">
            <a:extLst>
              <a:ext uri="{FF2B5EF4-FFF2-40B4-BE49-F238E27FC236}">
                <a16:creationId xmlns:a16="http://schemas.microsoft.com/office/drawing/2014/main" id="{457C98BD-D386-4B91-9FF3-7784524ABC59}"/>
              </a:ext>
            </a:extLst>
          </p:cNvPr>
          <p:cNvSpPr/>
          <p:nvPr/>
        </p:nvSpPr>
        <p:spPr>
          <a:xfrm>
            <a:off x="472903" y="3201630"/>
            <a:ext cx="256976" cy="256976"/>
          </a:xfrm>
          <a:prstGeom prst="rect">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50" name="íşlïḍè">
            <a:extLst>
              <a:ext uri="{FF2B5EF4-FFF2-40B4-BE49-F238E27FC236}">
                <a16:creationId xmlns:a16="http://schemas.microsoft.com/office/drawing/2014/main" id="{585172E5-BA92-4AAA-84C7-762AFFE86287}"/>
              </a:ext>
            </a:extLst>
          </p:cNvPr>
          <p:cNvSpPr txBox="1"/>
          <p:nvPr/>
        </p:nvSpPr>
        <p:spPr>
          <a:xfrm>
            <a:off x="790131" y="3147306"/>
            <a:ext cx="11047870" cy="903993"/>
          </a:xfrm>
          <a:prstGeom prst="rect">
            <a:avLst/>
          </a:prstGeom>
          <a:noFill/>
        </p:spPr>
        <p:txBody>
          <a:bodyPr wrap="square" lIns="91440" tIns="45720" rIns="91440" bIns="45720" anchor="ctr">
            <a:noAutofit/>
          </a:bodyPr>
          <a:lstStyle/>
          <a:p>
            <a:r>
              <a:rPr lang="zh-CN" altLang="en-US" b="1" dirty="0">
                <a:latin typeface="Arial Narrow" panose="020B0606020202030204" pitchFamily="34" charset="0"/>
              </a:rPr>
              <a:t>因此，千兆以太网还使用了</a:t>
            </a:r>
            <a:r>
              <a:rPr lang="zh-CN" altLang="en-US" b="1" dirty="0">
                <a:solidFill>
                  <a:schemeClr val="accent1">
                    <a:lumMod val="75000"/>
                  </a:schemeClr>
                </a:solidFill>
                <a:latin typeface="Arial Narrow" panose="020B0606020202030204" pitchFamily="34" charset="0"/>
              </a:rPr>
              <a:t>分组突发</a:t>
            </a:r>
            <a:r>
              <a:rPr lang="zh-CN" altLang="en-US" b="1" dirty="0">
                <a:latin typeface="Arial Narrow" panose="020B0606020202030204" pitchFamily="34" charset="0"/>
              </a:rPr>
              <a:t>（</a:t>
            </a:r>
            <a:r>
              <a:rPr lang="en-US" altLang="zh-CN" b="1" dirty="0">
                <a:latin typeface="Arial Narrow" panose="020B0606020202030204" pitchFamily="34" charset="0"/>
              </a:rPr>
              <a:t>Packet Bursting</a:t>
            </a:r>
            <a:r>
              <a:rPr lang="zh-CN" altLang="en-US" b="1" dirty="0">
                <a:latin typeface="Arial Narrow" panose="020B0606020202030204" pitchFamily="34" charset="0"/>
              </a:rPr>
              <a:t>）功能。也就是当有</a:t>
            </a:r>
            <a:r>
              <a:rPr lang="zh-CN" altLang="en-US" b="1" dirty="0">
                <a:solidFill>
                  <a:schemeClr val="accent1">
                    <a:lumMod val="75000"/>
                  </a:schemeClr>
                </a:solidFill>
                <a:latin typeface="Arial Narrow" panose="020B0606020202030204" pitchFamily="34" charset="0"/>
              </a:rPr>
              <a:t>很多短帧要连续发送</a:t>
            </a:r>
            <a:r>
              <a:rPr lang="zh-CN" altLang="en-US" b="1" dirty="0">
                <a:latin typeface="Arial Narrow" panose="020B0606020202030204" pitchFamily="34" charset="0"/>
              </a:rPr>
              <a:t>时，</a:t>
            </a:r>
            <a:r>
              <a:rPr lang="zh-CN" altLang="en-US" b="1" dirty="0">
                <a:solidFill>
                  <a:schemeClr val="accent1">
                    <a:lumMod val="75000"/>
                  </a:schemeClr>
                </a:solidFill>
                <a:latin typeface="Arial Narrow" panose="020B0606020202030204" pitchFamily="34" charset="0"/>
              </a:rPr>
              <a:t>只将第一个短帧用载波延伸的方法进行填充</a:t>
            </a:r>
            <a:r>
              <a:rPr lang="zh-CN" altLang="en-US" b="1" dirty="0">
                <a:latin typeface="Arial Narrow" panose="020B0606020202030204" pitchFamily="34" charset="0"/>
              </a:rPr>
              <a:t>，而其后面的一系列短帧不用填充就可一个接一个地发送，它们之间只需空开必要的帧间最小间隔即可。</a:t>
            </a:r>
          </a:p>
        </p:txBody>
      </p:sp>
      <p:sp>
        <p:nvSpPr>
          <p:cNvPr id="51" name="矩形 50">
            <a:extLst>
              <a:ext uri="{FF2B5EF4-FFF2-40B4-BE49-F238E27FC236}">
                <a16:creationId xmlns:a16="http://schemas.microsoft.com/office/drawing/2014/main" id="{EFD941F9-E1BD-402B-BF06-E4159D0ABEE9}"/>
              </a:ext>
            </a:extLst>
          </p:cNvPr>
          <p:cNvSpPr/>
          <p:nvPr/>
        </p:nvSpPr>
        <p:spPr>
          <a:xfrm>
            <a:off x="933106" y="4259562"/>
            <a:ext cx="256976" cy="256976"/>
          </a:xfrm>
          <a:prstGeom prst="rect">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52" name="íşlïḍè">
            <a:extLst>
              <a:ext uri="{FF2B5EF4-FFF2-40B4-BE49-F238E27FC236}">
                <a16:creationId xmlns:a16="http://schemas.microsoft.com/office/drawing/2014/main" id="{B866B205-4DE9-4D15-B07E-A5704B43041D}"/>
              </a:ext>
            </a:extLst>
          </p:cNvPr>
          <p:cNvSpPr txBox="1"/>
          <p:nvPr/>
        </p:nvSpPr>
        <p:spPr>
          <a:xfrm>
            <a:off x="1250334" y="4205239"/>
            <a:ext cx="10636866" cy="373112"/>
          </a:xfrm>
          <a:prstGeom prst="rect">
            <a:avLst/>
          </a:prstGeom>
          <a:noFill/>
        </p:spPr>
        <p:txBody>
          <a:bodyPr wrap="square" lIns="91440" tIns="45720" rIns="91440" bIns="45720" anchor="ctr">
            <a:noAutofit/>
          </a:bodyPr>
          <a:lstStyle/>
          <a:p>
            <a:r>
              <a:rPr lang="zh-CN" altLang="en-US" b="1" dirty="0">
                <a:latin typeface="Arial Narrow" panose="020B0606020202030204" pitchFamily="34" charset="0"/>
              </a:rPr>
              <a:t>这样就形成了一连串分组的突发，当累积发送</a:t>
            </a:r>
            <a:r>
              <a:rPr lang="en-US" altLang="zh-CN" b="1" dirty="0">
                <a:latin typeface="Arial Narrow" panose="020B0606020202030204" pitchFamily="34" charset="0"/>
              </a:rPr>
              <a:t>1500</a:t>
            </a:r>
            <a:r>
              <a:rPr lang="zh-CN" altLang="en-US" b="1" dirty="0">
                <a:latin typeface="Arial Narrow" panose="020B0606020202030204" pitchFamily="34" charset="0"/>
              </a:rPr>
              <a:t>字节或稍多一些为止。</a:t>
            </a:r>
          </a:p>
        </p:txBody>
      </p:sp>
    </p:spTree>
    <p:custDataLst>
      <p:tags r:id="rId1"/>
    </p:custDataLst>
    <p:extLst>
      <p:ext uri="{BB962C8B-B14F-4D97-AF65-F5344CB8AC3E}">
        <p14:creationId xmlns:p14="http://schemas.microsoft.com/office/powerpoint/2010/main" val="205681795"/>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49" presetClass="entr" presetSubtype="0" decel="100000" fill="hold" grpId="0" nodeType="withEffect">
                                  <p:stCondLst>
                                    <p:cond delay="0"/>
                                  </p:stCondLst>
                                  <p:childTnLst>
                                    <p:set>
                                      <p:cBhvr>
                                        <p:cTn id="6" dur="1" fill="hold">
                                          <p:stCondLst>
                                            <p:cond delay="0"/>
                                          </p:stCondLst>
                                        </p:cTn>
                                        <p:tgtEl>
                                          <p:spTgt spid="33"/>
                                        </p:tgtEl>
                                        <p:attrNameLst>
                                          <p:attrName>style.visibility</p:attrName>
                                        </p:attrNameLst>
                                      </p:cBhvr>
                                      <p:to>
                                        <p:strVal val="visible"/>
                                      </p:to>
                                    </p:set>
                                    <p:anim calcmode="lin" valueType="num">
                                      <p:cBhvr>
                                        <p:cTn id="7" dur="500" fill="hold"/>
                                        <p:tgtEl>
                                          <p:spTgt spid="33"/>
                                        </p:tgtEl>
                                        <p:attrNameLst>
                                          <p:attrName>ppt_w</p:attrName>
                                        </p:attrNameLst>
                                      </p:cBhvr>
                                      <p:tavLst>
                                        <p:tav tm="0">
                                          <p:val>
                                            <p:fltVal val="0"/>
                                          </p:val>
                                        </p:tav>
                                        <p:tav tm="100000">
                                          <p:val>
                                            <p:strVal val="#ppt_w"/>
                                          </p:val>
                                        </p:tav>
                                      </p:tavLst>
                                    </p:anim>
                                    <p:anim calcmode="lin" valueType="num">
                                      <p:cBhvr>
                                        <p:cTn id="8" dur="500" fill="hold"/>
                                        <p:tgtEl>
                                          <p:spTgt spid="33"/>
                                        </p:tgtEl>
                                        <p:attrNameLst>
                                          <p:attrName>ppt_h</p:attrName>
                                        </p:attrNameLst>
                                      </p:cBhvr>
                                      <p:tavLst>
                                        <p:tav tm="0">
                                          <p:val>
                                            <p:fltVal val="0"/>
                                          </p:val>
                                        </p:tav>
                                        <p:tav tm="100000">
                                          <p:val>
                                            <p:strVal val="#ppt_h"/>
                                          </p:val>
                                        </p:tav>
                                      </p:tavLst>
                                    </p:anim>
                                    <p:anim calcmode="lin" valueType="num">
                                      <p:cBhvr>
                                        <p:cTn id="9" dur="500" fill="hold"/>
                                        <p:tgtEl>
                                          <p:spTgt spid="33"/>
                                        </p:tgtEl>
                                        <p:attrNameLst>
                                          <p:attrName>style.rotation</p:attrName>
                                        </p:attrNameLst>
                                      </p:cBhvr>
                                      <p:tavLst>
                                        <p:tav tm="0">
                                          <p:val>
                                            <p:fltVal val="360"/>
                                          </p:val>
                                        </p:tav>
                                        <p:tav tm="100000">
                                          <p:val>
                                            <p:fltVal val="0"/>
                                          </p:val>
                                        </p:tav>
                                      </p:tavLst>
                                    </p:anim>
                                    <p:animEffect transition="in" filter="fade">
                                      <p:cBhvr>
                                        <p:cTn id="10" dur="500"/>
                                        <p:tgtEl>
                                          <p:spTgt spid="33"/>
                                        </p:tgtEl>
                                      </p:cBhvr>
                                    </p:animEffect>
                                  </p:childTnLst>
                                </p:cTn>
                              </p:par>
                            </p:childTnLst>
                          </p:cTn>
                        </p:par>
                        <p:par>
                          <p:cTn id="11" fill="hold">
                            <p:stCondLst>
                              <p:cond delay="500"/>
                            </p:stCondLst>
                            <p:childTnLst>
                              <p:par>
                                <p:cTn id="12" presetID="1" presetClass="entr" presetSubtype="0" fill="hold" grpId="0" nodeType="afterEffect">
                                  <p:stCondLst>
                                    <p:cond delay="0"/>
                                  </p:stCondLst>
                                  <p:iterate type="lt">
                                    <p:tmAbs val="100"/>
                                  </p:iterate>
                                  <p:childTnLst>
                                    <p:set>
                                      <p:cBhvr>
                                        <p:cTn id="13" dur="1" fill="hold">
                                          <p:stCondLst>
                                            <p:cond delay="0"/>
                                          </p:stCondLst>
                                        </p:cTn>
                                        <p:tgtEl>
                                          <p:spTgt spid="34"/>
                                        </p:tgtEl>
                                        <p:attrNameLst>
                                          <p:attrName>style.visibility</p:attrName>
                                        </p:attrNameLst>
                                      </p:cBhvr>
                                      <p:to>
                                        <p:strVal val="visible"/>
                                      </p:to>
                                    </p:set>
                                  </p:childTnLst>
                                </p:cTn>
                              </p:par>
                            </p:childTnLst>
                          </p:cTn>
                        </p:par>
                      </p:childTnLst>
                    </p:cTn>
                  </p:par>
                  <p:par>
                    <p:cTn id="14" fill="hold">
                      <p:stCondLst>
                        <p:cond delay="indefinite"/>
                      </p:stCondLst>
                      <p:childTnLst>
                        <p:par>
                          <p:cTn id="15" fill="hold">
                            <p:stCondLst>
                              <p:cond delay="0"/>
                            </p:stCondLst>
                            <p:childTnLst>
                              <p:par>
                                <p:cTn id="16" presetID="49" presetClass="entr" presetSubtype="0" decel="100000" fill="hold" grpId="0" nodeType="clickEffect">
                                  <p:stCondLst>
                                    <p:cond delay="0"/>
                                  </p:stCondLst>
                                  <p:childTnLst>
                                    <p:set>
                                      <p:cBhvr>
                                        <p:cTn id="17" dur="1" fill="hold">
                                          <p:stCondLst>
                                            <p:cond delay="0"/>
                                          </p:stCondLst>
                                        </p:cTn>
                                        <p:tgtEl>
                                          <p:spTgt spid="49"/>
                                        </p:tgtEl>
                                        <p:attrNameLst>
                                          <p:attrName>style.visibility</p:attrName>
                                        </p:attrNameLst>
                                      </p:cBhvr>
                                      <p:to>
                                        <p:strVal val="visible"/>
                                      </p:to>
                                    </p:set>
                                    <p:anim calcmode="lin" valueType="num">
                                      <p:cBhvr>
                                        <p:cTn id="18" dur="500" fill="hold"/>
                                        <p:tgtEl>
                                          <p:spTgt spid="49"/>
                                        </p:tgtEl>
                                        <p:attrNameLst>
                                          <p:attrName>ppt_w</p:attrName>
                                        </p:attrNameLst>
                                      </p:cBhvr>
                                      <p:tavLst>
                                        <p:tav tm="0">
                                          <p:val>
                                            <p:fltVal val="0"/>
                                          </p:val>
                                        </p:tav>
                                        <p:tav tm="100000">
                                          <p:val>
                                            <p:strVal val="#ppt_w"/>
                                          </p:val>
                                        </p:tav>
                                      </p:tavLst>
                                    </p:anim>
                                    <p:anim calcmode="lin" valueType="num">
                                      <p:cBhvr>
                                        <p:cTn id="19" dur="500" fill="hold"/>
                                        <p:tgtEl>
                                          <p:spTgt spid="49"/>
                                        </p:tgtEl>
                                        <p:attrNameLst>
                                          <p:attrName>ppt_h</p:attrName>
                                        </p:attrNameLst>
                                      </p:cBhvr>
                                      <p:tavLst>
                                        <p:tav tm="0">
                                          <p:val>
                                            <p:fltVal val="0"/>
                                          </p:val>
                                        </p:tav>
                                        <p:tav tm="100000">
                                          <p:val>
                                            <p:strVal val="#ppt_h"/>
                                          </p:val>
                                        </p:tav>
                                      </p:tavLst>
                                    </p:anim>
                                    <p:anim calcmode="lin" valueType="num">
                                      <p:cBhvr>
                                        <p:cTn id="20" dur="500" fill="hold"/>
                                        <p:tgtEl>
                                          <p:spTgt spid="49"/>
                                        </p:tgtEl>
                                        <p:attrNameLst>
                                          <p:attrName>style.rotation</p:attrName>
                                        </p:attrNameLst>
                                      </p:cBhvr>
                                      <p:tavLst>
                                        <p:tav tm="0">
                                          <p:val>
                                            <p:fltVal val="360"/>
                                          </p:val>
                                        </p:tav>
                                        <p:tav tm="100000">
                                          <p:val>
                                            <p:fltVal val="0"/>
                                          </p:val>
                                        </p:tav>
                                      </p:tavLst>
                                    </p:anim>
                                    <p:animEffect transition="in" filter="fade">
                                      <p:cBhvr>
                                        <p:cTn id="21" dur="500"/>
                                        <p:tgtEl>
                                          <p:spTgt spid="49"/>
                                        </p:tgtEl>
                                      </p:cBhvr>
                                    </p:animEffect>
                                  </p:childTnLst>
                                </p:cTn>
                              </p:par>
                            </p:childTnLst>
                          </p:cTn>
                        </p:par>
                        <p:par>
                          <p:cTn id="22" fill="hold">
                            <p:stCondLst>
                              <p:cond delay="500"/>
                            </p:stCondLst>
                            <p:childTnLst>
                              <p:par>
                                <p:cTn id="23" presetID="1" presetClass="entr" presetSubtype="0" fill="hold" grpId="0" nodeType="afterEffect">
                                  <p:stCondLst>
                                    <p:cond delay="0"/>
                                  </p:stCondLst>
                                  <p:iterate type="lt">
                                    <p:tmAbs val="100"/>
                                  </p:iterate>
                                  <p:childTnLst>
                                    <p:set>
                                      <p:cBhvr>
                                        <p:cTn id="24" dur="1" fill="hold">
                                          <p:stCondLst>
                                            <p:cond delay="0"/>
                                          </p:stCondLst>
                                        </p:cTn>
                                        <p:tgtEl>
                                          <p:spTgt spid="50"/>
                                        </p:tgtEl>
                                        <p:attrNameLst>
                                          <p:attrName>style.visibility</p:attrName>
                                        </p:attrNameLst>
                                      </p:cBhvr>
                                      <p:to>
                                        <p:strVal val="visible"/>
                                      </p:to>
                                    </p:set>
                                  </p:childTnLst>
                                </p:cTn>
                              </p:par>
                            </p:childTnLst>
                          </p:cTn>
                        </p:par>
                      </p:childTnLst>
                    </p:cTn>
                  </p:par>
                  <p:par>
                    <p:cTn id="25" fill="hold">
                      <p:stCondLst>
                        <p:cond delay="indefinite"/>
                      </p:stCondLst>
                      <p:childTnLst>
                        <p:par>
                          <p:cTn id="26" fill="hold">
                            <p:stCondLst>
                              <p:cond delay="0"/>
                            </p:stCondLst>
                            <p:childTnLst>
                              <p:par>
                                <p:cTn id="27" presetID="49" presetClass="entr" presetSubtype="0" decel="100000" fill="hold" grpId="0" nodeType="clickEffect">
                                  <p:stCondLst>
                                    <p:cond delay="0"/>
                                  </p:stCondLst>
                                  <p:childTnLst>
                                    <p:set>
                                      <p:cBhvr>
                                        <p:cTn id="28" dur="1" fill="hold">
                                          <p:stCondLst>
                                            <p:cond delay="0"/>
                                          </p:stCondLst>
                                        </p:cTn>
                                        <p:tgtEl>
                                          <p:spTgt spid="51"/>
                                        </p:tgtEl>
                                        <p:attrNameLst>
                                          <p:attrName>style.visibility</p:attrName>
                                        </p:attrNameLst>
                                      </p:cBhvr>
                                      <p:to>
                                        <p:strVal val="visible"/>
                                      </p:to>
                                    </p:set>
                                    <p:anim calcmode="lin" valueType="num">
                                      <p:cBhvr>
                                        <p:cTn id="29" dur="500" fill="hold"/>
                                        <p:tgtEl>
                                          <p:spTgt spid="51"/>
                                        </p:tgtEl>
                                        <p:attrNameLst>
                                          <p:attrName>ppt_w</p:attrName>
                                        </p:attrNameLst>
                                      </p:cBhvr>
                                      <p:tavLst>
                                        <p:tav tm="0">
                                          <p:val>
                                            <p:fltVal val="0"/>
                                          </p:val>
                                        </p:tav>
                                        <p:tav tm="100000">
                                          <p:val>
                                            <p:strVal val="#ppt_w"/>
                                          </p:val>
                                        </p:tav>
                                      </p:tavLst>
                                    </p:anim>
                                    <p:anim calcmode="lin" valueType="num">
                                      <p:cBhvr>
                                        <p:cTn id="30" dur="500" fill="hold"/>
                                        <p:tgtEl>
                                          <p:spTgt spid="51"/>
                                        </p:tgtEl>
                                        <p:attrNameLst>
                                          <p:attrName>ppt_h</p:attrName>
                                        </p:attrNameLst>
                                      </p:cBhvr>
                                      <p:tavLst>
                                        <p:tav tm="0">
                                          <p:val>
                                            <p:fltVal val="0"/>
                                          </p:val>
                                        </p:tav>
                                        <p:tav tm="100000">
                                          <p:val>
                                            <p:strVal val="#ppt_h"/>
                                          </p:val>
                                        </p:tav>
                                      </p:tavLst>
                                    </p:anim>
                                    <p:anim calcmode="lin" valueType="num">
                                      <p:cBhvr>
                                        <p:cTn id="31" dur="500" fill="hold"/>
                                        <p:tgtEl>
                                          <p:spTgt spid="51"/>
                                        </p:tgtEl>
                                        <p:attrNameLst>
                                          <p:attrName>style.rotation</p:attrName>
                                        </p:attrNameLst>
                                      </p:cBhvr>
                                      <p:tavLst>
                                        <p:tav tm="0">
                                          <p:val>
                                            <p:fltVal val="360"/>
                                          </p:val>
                                        </p:tav>
                                        <p:tav tm="100000">
                                          <p:val>
                                            <p:fltVal val="0"/>
                                          </p:val>
                                        </p:tav>
                                      </p:tavLst>
                                    </p:anim>
                                    <p:animEffect transition="in" filter="fade">
                                      <p:cBhvr>
                                        <p:cTn id="32" dur="500"/>
                                        <p:tgtEl>
                                          <p:spTgt spid="51"/>
                                        </p:tgtEl>
                                      </p:cBhvr>
                                    </p:animEffect>
                                  </p:childTnLst>
                                </p:cTn>
                              </p:par>
                            </p:childTnLst>
                          </p:cTn>
                        </p:par>
                        <p:par>
                          <p:cTn id="33" fill="hold">
                            <p:stCondLst>
                              <p:cond delay="500"/>
                            </p:stCondLst>
                            <p:childTnLst>
                              <p:par>
                                <p:cTn id="34" presetID="1" presetClass="entr" presetSubtype="0" fill="hold" grpId="0" nodeType="afterEffect">
                                  <p:stCondLst>
                                    <p:cond delay="0"/>
                                  </p:stCondLst>
                                  <p:iterate type="lt">
                                    <p:tmAbs val="100"/>
                                  </p:iterate>
                                  <p:childTnLst>
                                    <p:set>
                                      <p:cBhvr>
                                        <p:cTn id="35" dur="1" fill="hold">
                                          <p:stCondLst>
                                            <p:cond delay="0"/>
                                          </p:stCondLst>
                                        </p:cTn>
                                        <p:tgtEl>
                                          <p:spTgt spid="52"/>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3" grpId="0" animBg="1"/>
      <p:bldP spid="34" grpId="0"/>
      <p:bldP spid="49" grpId="0" animBg="1"/>
      <p:bldP spid="50" grpId="0"/>
      <p:bldP spid="51" grpId="0" animBg="1"/>
      <p:bldP spid="52" grpId="0"/>
    </p:bldLst>
  </p:timing>
</p:sld>
</file>

<file path=ppt/slides/slide50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4" name="组合 3">
            <a:extLst>
              <a:ext uri="{FF2B5EF4-FFF2-40B4-BE49-F238E27FC236}">
                <a16:creationId xmlns:a16="http://schemas.microsoft.com/office/drawing/2014/main" id="{9A1EA9F2-FCB6-48C3-935F-7AE7E3AD14AC}"/>
              </a:ext>
            </a:extLst>
          </p:cNvPr>
          <p:cNvGrpSpPr/>
          <p:nvPr/>
        </p:nvGrpSpPr>
        <p:grpSpPr>
          <a:xfrm>
            <a:off x="304800" y="749300"/>
            <a:ext cx="4938199" cy="400110"/>
            <a:chOff x="424117" y="898245"/>
            <a:chExt cx="4938199" cy="400110"/>
          </a:xfrm>
        </p:grpSpPr>
        <p:sp>
          <p:nvSpPr>
            <p:cNvPr id="2" name="平行四边形 1">
              <a:extLst>
                <a:ext uri="{FF2B5EF4-FFF2-40B4-BE49-F238E27FC236}">
                  <a16:creationId xmlns:a16="http://schemas.microsoft.com/office/drawing/2014/main" id="{1F5BAA3F-9845-4F89-A2DD-8222D3E4EDAC}"/>
                </a:ext>
              </a:extLst>
            </p:cNvPr>
            <p:cNvSpPr/>
            <p:nvPr/>
          </p:nvSpPr>
          <p:spPr>
            <a:xfrm>
              <a:off x="424117" y="898245"/>
              <a:ext cx="628306" cy="387090"/>
            </a:xfrm>
            <a:prstGeom prst="parallelogram">
              <a:avLst/>
            </a:prstGeom>
            <a:solidFill>
              <a:schemeClr val="accent3">
                <a:lumMod val="75000"/>
              </a:schemeClr>
            </a:solidFill>
            <a:ln>
              <a:solidFill>
                <a:schemeClr val="accent3">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CN" sz="2200" dirty="0">
                  <a:latin typeface="Impact" panose="020B0806030902050204" pitchFamily="34" charset="0"/>
                </a:rPr>
                <a:t>01</a:t>
              </a:r>
              <a:endParaRPr lang="zh-CN" altLang="en-US" sz="2200" dirty="0">
                <a:latin typeface="Impact" panose="020B0806030902050204" pitchFamily="34" charset="0"/>
              </a:endParaRPr>
            </a:p>
          </p:txBody>
        </p:sp>
        <p:sp>
          <p:nvSpPr>
            <p:cNvPr id="3" name="文本框 2">
              <a:extLst>
                <a:ext uri="{FF2B5EF4-FFF2-40B4-BE49-F238E27FC236}">
                  <a16:creationId xmlns:a16="http://schemas.microsoft.com/office/drawing/2014/main" id="{4D6BD736-A4D3-4F26-AFED-36E11F50F70B}"/>
                </a:ext>
              </a:extLst>
            </p:cNvPr>
            <p:cNvSpPr txBox="1"/>
            <p:nvPr/>
          </p:nvSpPr>
          <p:spPr>
            <a:xfrm>
              <a:off x="1052423" y="898245"/>
              <a:ext cx="4309893" cy="400110"/>
            </a:xfrm>
            <a:prstGeom prst="rect">
              <a:avLst/>
            </a:prstGeom>
            <a:noFill/>
          </p:spPr>
          <p:txBody>
            <a:bodyPr wrap="square" rtlCol="0">
              <a:spAutoFit/>
            </a:bodyPr>
            <a:lstStyle/>
            <a:p>
              <a:r>
                <a:rPr lang="zh-CN" altLang="en-US" sz="2000" b="1" dirty="0">
                  <a:solidFill>
                    <a:schemeClr val="tx1"/>
                  </a:solidFill>
                  <a:latin typeface="Arial Narrow" panose="020B0606020202030204" pitchFamily="34" charset="0"/>
                </a:rPr>
                <a:t>以太网的发展</a:t>
              </a:r>
              <a:endParaRPr lang="en-US" altLang="zh-CN" sz="2000" b="1" dirty="0">
                <a:solidFill>
                  <a:schemeClr val="tx1"/>
                </a:solidFill>
                <a:latin typeface="Arial Narrow" panose="020B0606020202030204" pitchFamily="34" charset="0"/>
              </a:endParaRPr>
            </a:p>
          </p:txBody>
        </p:sp>
      </p:grpSp>
      <p:sp>
        <p:nvSpPr>
          <p:cNvPr id="10" name="箭头: V 形 9">
            <a:extLst>
              <a:ext uri="{FF2B5EF4-FFF2-40B4-BE49-F238E27FC236}">
                <a16:creationId xmlns:a16="http://schemas.microsoft.com/office/drawing/2014/main" id="{34BA076E-E332-4E29-BFA1-5FC5A72182DA}"/>
              </a:ext>
            </a:extLst>
          </p:cNvPr>
          <p:cNvSpPr/>
          <p:nvPr/>
        </p:nvSpPr>
        <p:spPr>
          <a:xfrm>
            <a:off x="310566" y="1388438"/>
            <a:ext cx="2361423" cy="786653"/>
          </a:xfrm>
          <a:prstGeom prst="chevron">
            <a:avLst/>
          </a:prstGeom>
          <a:solidFill>
            <a:schemeClr val="bg2">
              <a:lumMod val="90000"/>
            </a:schemeClr>
          </a:solidFill>
          <a:ln>
            <a:solidFill>
              <a:schemeClr val="bg2">
                <a:lumMod val="90000"/>
              </a:schemeClr>
            </a:solidFill>
          </a:ln>
        </p:spPr>
        <p:style>
          <a:lnRef idx="2">
            <a:schemeClr val="accent4">
              <a:shade val="50000"/>
            </a:schemeClr>
          </a:lnRef>
          <a:fillRef idx="1">
            <a:schemeClr val="accent4"/>
          </a:fillRef>
          <a:effectRef idx="0">
            <a:schemeClr val="accent4"/>
          </a:effectRef>
          <a:fontRef idx="minor">
            <a:schemeClr val="lt1"/>
          </a:fontRef>
        </p:style>
        <p:txBody>
          <a:bodyPr rtlCol="0" anchor="ctr"/>
          <a:lstStyle/>
          <a:p>
            <a:pPr algn="ctr"/>
            <a:r>
              <a:rPr lang="en-US" altLang="zh-CN" b="1" dirty="0">
                <a:solidFill>
                  <a:schemeClr val="bg1"/>
                </a:solidFill>
              </a:rPr>
              <a:t>100BASE-T</a:t>
            </a:r>
          </a:p>
          <a:p>
            <a:pPr algn="ctr"/>
            <a:r>
              <a:rPr lang="zh-CN" altLang="en-US" b="1" dirty="0">
                <a:solidFill>
                  <a:schemeClr val="bg1"/>
                </a:solidFill>
              </a:rPr>
              <a:t>以太网</a:t>
            </a:r>
          </a:p>
        </p:txBody>
      </p:sp>
      <p:sp>
        <p:nvSpPr>
          <p:cNvPr id="11" name="箭头: V 形 10">
            <a:extLst>
              <a:ext uri="{FF2B5EF4-FFF2-40B4-BE49-F238E27FC236}">
                <a16:creationId xmlns:a16="http://schemas.microsoft.com/office/drawing/2014/main" id="{A306BDD2-A8C7-4B5E-9ABB-354CA473FA18}"/>
              </a:ext>
            </a:extLst>
          </p:cNvPr>
          <p:cNvSpPr/>
          <p:nvPr/>
        </p:nvSpPr>
        <p:spPr>
          <a:xfrm>
            <a:off x="3382303" y="1388438"/>
            <a:ext cx="2361423" cy="786653"/>
          </a:xfrm>
          <a:prstGeom prst="chevron">
            <a:avLst/>
          </a:prstGeom>
          <a:solidFill>
            <a:schemeClr val="bg2">
              <a:lumMod val="90000"/>
            </a:schemeClr>
          </a:solidFill>
          <a:ln>
            <a:solidFill>
              <a:schemeClr val="bg2">
                <a:lumMod val="90000"/>
              </a:schemeClr>
            </a:solidFill>
          </a:ln>
        </p:spPr>
        <p:style>
          <a:lnRef idx="2">
            <a:schemeClr val="accent3">
              <a:shade val="50000"/>
            </a:schemeClr>
          </a:lnRef>
          <a:fillRef idx="1">
            <a:schemeClr val="accent3"/>
          </a:fillRef>
          <a:effectRef idx="0">
            <a:schemeClr val="accent3"/>
          </a:effectRef>
          <a:fontRef idx="minor">
            <a:schemeClr val="lt1"/>
          </a:fontRef>
        </p:style>
        <p:txBody>
          <a:bodyPr rtlCol="0" anchor="ctr"/>
          <a:lstStyle/>
          <a:p>
            <a:pPr algn="ctr"/>
            <a:r>
              <a:rPr lang="zh-CN" altLang="en-US" b="1" dirty="0">
                <a:solidFill>
                  <a:schemeClr val="bg1"/>
                </a:solidFill>
              </a:rPr>
              <a:t>吉比特</a:t>
            </a:r>
            <a:endParaRPr lang="en-US" altLang="zh-CN" b="1" dirty="0">
              <a:solidFill>
                <a:schemeClr val="bg1"/>
              </a:solidFill>
            </a:endParaRPr>
          </a:p>
          <a:p>
            <a:pPr algn="ctr"/>
            <a:r>
              <a:rPr lang="zh-CN" altLang="en-US" b="1" dirty="0">
                <a:solidFill>
                  <a:schemeClr val="bg1"/>
                </a:solidFill>
              </a:rPr>
              <a:t>以太网</a:t>
            </a:r>
          </a:p>
        </p:txBody>
      </p:sp>
      <p:sp>
        <p:nvSpPr>
          <p:cNvPr id="12" name="箭头: V 形 11">
            <a:extLst>
              <a:ext uri="{FF2B5EF4-FFF2-40B4-BE49-F238E27FC236}">
                <a16:creationId xmlns:a16="http://schemas.microsoft.com/office/drawing/2014/main" id="{7529ED43-0BE1-49BA-8986-763D47E871EA}"/>
              </a:ext>
            </a:extLst>
          </p:cNvPr>
          <p:cNvSpPr/>
          <p:nvPr/>
        </p:nvSpPr>
        <p:spPr>
          <a:xfrm>
            <a:off x="6454040" y="1388438"/>
            <a:ext cx="2361423" cy="786653"/>
          </a:xfrm>
          <a:prstGeom prst="chevron">
            <a:avLst/>
          </a:prstGeom>
          <a:solidFill>
            <a:schemeClr val="bg2">
              <a:lumMod val="90000"/>
            </a:schemeClr>
          </a:solidFill>
          <a:ln>
            <a:solidFill>
              <a:schemeClr val="bg2">
                <a:lumMod val="90000"/>
              </a:schemeClr>
            </a:solidFill>
          </a:ln>
        </p:spPr>
        <p:style>
          <a:lnRef idx="2">
            <a:schemeClr val="accent2">
              <a:shade val="50000"/>
            </a:schemeClr>
          </a:lnRef>
          <a:fillRef idx="1">
            <a:schemeClr val="accent2"/>
          </a:fillRef>
          <a:effectRef idx="0">
            <a:schemeClr val="accent2"/>
          </a:effectRef>
          <a:fontRef idx="minor">
            <a:schemeClr val="lt1"/>
          </a:fontRef>
        </p:style>
        <p:txBody>
          <a:bodyPr rtlCol="0" anchor="ctr"/>
          <a:lstStyle/>
          <a:p>
            <a:pPr algn="ctr"/>
            <a:r>
              <a:rPr lang="en-US" altLang="zh-CN" b="1" dirty="0">
                <a:solidFill>
                  <a:schemeClr val="bg1"/>
                </a:solidFill>
              </a:rPr>
              <a:t>10</a:t>
            </a:r>
            <a:r>
              <a:rPr lang="zh-CN" altLang="en-US" b="1" dirty="0">
                <a:solidFill>
                  <a:schemeClr val="bg1"/>
                </a:solidFill>
              </a:rPr>
              <a:t>吉比特</a:t>
            </a:r>
            <a:endParaRPr lang="en-US" altLang="zh-CN" b="1" dirty="0">
              <a:solidFill>
                <a:schemeClr val="bg1"/>
              </a:solidFill>
            </a:endParaRPr>
          </a:p>
          <a:p>
            <a:pPr algn="ctr"/>
            <a:r>
              <a:rPr lang="zh-CN" altLang="en-US" b="1" dirty="0">
                <a:solidFill>
                  <a:schemeClr val="bg1"/>
                </a:solidFill>
              </a:rPr>
              <a:t>以太网</a:t>
            </a:r>
          </a:p>
        </p:txBody>
      </p:sp>
      <p:sp>
        <p:nvSpPr>
          <p:cNvPr id="13" name="箭头: V 形 12">
            <a:extLst>
              <a:ext uri="{FF2B5EF4-FFF2-40B4-BE49-F238E27FC236}">
                <a16:creationId xmlns:a16="http://schemas.microsoft.com/office/drawing/2014/main" id="{510F0D15-BD28-4DB1-A650-959944656D97}"/>
              </a:ext>
            </a:extLst>
          </p:cNvPr>
          <p:cNvSpPr/>
          <p:nvPr/>
        </p:nvSpPr>
        <p:spPr>
          <a:xfrm>
            <a:off x="9525777" y="1388438"/>
            <a:ext cx="2361423" cy="786653"/>
          </a:xfrm>
          <a:prstGeom prst="chevron">
            <a:avLst/>
          </a:prstGeom>
          <a:solidFill>
            <a:schemeClr val="bg2">
              <a:lumMod val="90000"/>
            </a:schemeClr>
          </a:solidFill>
          <a:ln>
            <a:solidFill>
              <a:schemeClr val="bg2">
                <a:lumMod val="9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CN" b="1" dirty="0">
                <a:solidFill>
                  <a:schemeClr val="bg1"/>
                </a:solidFill>
              </a:rPr>
              <a:t>40/100</a:t>
            </a:r>
            <a:r>
              <a:rPr lang="zh-CN" altLang="en-US" b="1" dirty="0">
                <a:solidFill>
                  <a:schemeClr val="bg1"/>
                </a:solidFill>
              </a:rPr>
              <a:t>吉比特</a:t>
            </a:r>
            <a:endParaRPr lang="en-US" altLang="zh-CN" b="1" dirty="0">
              <a:solidFill>
                <a:schemeClr val="bg1"/>
              </a:solidFill>
            </a:endParaRPr>
          </a:p>
          <a:p>
            <a:pPr algn="ctr"/>
            <a:r>
              <a:rPr lang="zh-CN" altLang="en-US" b="1" dirty="0">
                <a:solidFill>
                  <a:schemeClr val="bg1"/>
                </a:solidFill>
              </a:rPr>
              <a:t>以太网</a:t>
            </a:r>
          </a:p>
        </p:txBody>
      </p:sp>
      <p:sp>
        <p:nvSpPr>
          <p:cNvPr id="20" name="箭头: V 形 19">
            <a:extLst>
              <a:ext uri="{FF2B5EF4-FFF2-40B4-BE49-F238E27FC236}">
                <a16:creationId xmlns:a16="http://schemas.microsoft.com/office/drawing/2014/main" id="{7C1AD93A-5D54-4D64-9BC5-423273F50379}"/>
              </a:ext>
            </a:extLst>
          </p:cNvPr>
          <p:cNvSpPr/>
          <p:nvPr/>
        </p:nvSpPr>
        <p:spPr>
          <a:xfrm>
            <a:off x="3382303" y="1386545"/>
            <a:ext cx="2361423" cy="786653"/>
          </a:xfrm>
          <a:prstGeom prst="chevron">
            <a:avLst/>
          </a:prstGeom>
          <a:ln/>
        </p:spPr>
        <p:style>
          <a:lnRef idx="2">
            <a:schemeClr val="accent3">
              <a:shade val="50000"/>
            </a:schemeClr>
          </a:lnRef>
          <a:fillRef idx="1">
            <a:schemeClr val="accent3"/>
          </a:fillRef>
          <a:effectRef idx="0">
            <a:schemeClr val="accent3"/>
          </a:effectRef>
          <a:fontRef idx="minor">
            <a:schemeClr val="lt1"/>
          </a:fontRef>
        </p:style>
        <p:txBody>
          <a:bodyPr rtlCol="0" anchor="ctr"/>
          <a:lstStyle/>
          <a:p>
            <a:pPr algn="ctr"/>
            <a:r>
              <a:rPr lang="zh-CN" altLang="en-US" b="1" dirty="0">
                <a:solidFill>
                  <a:schemeClr val="bg1"/>
                </a:solidFill>
              </a:rPr>
              <a:t>吉比特</a:t>
            </a:r>
            <a:endParaRPr lang="en-US" altLang="zh-CN" b="1" dirty="0">
              <a:solidFill>
                <a:schemeClr val="bg1"/>
              </a:solidFill>
            </a:endParaRPr>
          </a:p>
          <a:p>
            <a:pPr algn="ctr"/>
            <a:r>
              <a:rPr lang="zh-CN" altLang="en-US" b="1" dirty="0">
                <a:solidFill>
                  <a:schemeClr val="bg1"/>
                </a:solidFill>
              </a:rPr>
              <a:t>以太网</a:t>
            </a:r>
          </a:p>
        </p:txBody>
      </p:sp>
      <p:grpSp>
        <p:nvGrpSpPr>
          <p:cNvPr id="5" name="组合 4">
            <a:extLst>
              <a:ext uri="{FF2B5EF4-FFF2-40B4-BE49-F238E27FC236}">
                <a16:creationId xmlns:a16="http://schemas.microsoft.com/office/drawing/2014/main" id="{33D0E945-503C-4411-9316-3BC6917CB600}"/>
              </a:ext>
            </a:extLst>
          </p:cNvPr>
          <p:cNvGrpSpPr/>
          <p:nvPr/>
        </p:nvGrpSpPr>
        <p:grpSpPr>
          <a:xfrm>
            <a:off x="472903" y="2245606"/>
            <a:ext cx="11414297" cy="1304045"/>
            <a:chOff x="472903" y="3147306"/>
            <a:chExt cx="11414297" cy="1304045"/>
          </a:xfrm>
        </p:grpSpPr>
        <p:sp>
          <p:nvSpPr>
            <p:cNvPr id="49" name="矩形 48">
              <a:extLst>
                <a:ext uri="{FF2B5EF4-FFF2-40B4-BE49-F238E27FC236}">
                  <a16:creationId xmlns:a16="http://schemas.microsoft.com/office/drawing/2014/main" id="{457C98BD-D386-4B91-9FF3-7784524ABC59}"/>
                </a:ext>
              </a:extLst>
            </p:cNvPr>
            <p:cNvSpPr/>
            <p:nvPr/>
          </p:nvSpPr>
          <p:spPr>
            <a:xfrm>
              <a:off x="472903" y="3201630"/>
              <a:ext cx="256976" cy="256976"/>
            </a:xfrm>
            <a:prstGeom prst="rect">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50" name="íşlïḍè">
              <a:extLst>
                <a:ext uri="{FF2B5EF4-FFF2-40B4-BE49-F238E27FC236}">
                  <a16:creationId xmlns:a16="http://schemas.microsoft.com/office/drawing/2014/main" id="{585172E5-BA92-4AAA-84C7-762AFFE86287}"/>
                </a:ext>
              </a:extLst>
            </p:cNvPr>
            <p:cNvSpPr txBox="1"/>
            <p:nvPr/>
          </p:nvSpPr>
          <p:spPr>
            <a:xfrm>
              <a:off x="790131" y="3147306"/>
              <a:ext cx="11047870" cy="903993"/>
            </a:xfrm>
            <a:prstGeom prst="rect">
              <a:avLst/>
            </a:prstGeom>
            <a:noFill/>
          </p:spPr>
          <p:txBody>
            <a:bodyPr wrap="square" lIns="91440" tIns="45720" rIns="91440" bIns="45720" anchor="ctr">
              <a:noAutofit/>
            </a:bodyPr>
            <a:lstStyle/>
            <a:p>
              <a:r>
                <a:rPr lang="zh-CN" altLang="en-US" b="1" dirty="0">
                  <a:latin typeface="Arial Narrow" panose="020B0606020202030204" pitchFamily="34" charset="0"/>
                </a:rPr>
                <a:t>因此，千兆以太网还使用了</a:t>
              </a:r>
              <a:r>
                <a:rPr lang="zh-CN" altLang="en-US" b="1" dirty="0">
                  <a:solidFill>
                    <a:schemeClr val="accent1">
                      <a:lumMod val="75000"/>
                    </a:schemeClr>
                  </a:solidFill>
                  <a:latin typeface="Arial Narrow" panose="020B0606020202030204" pitchFamily="34" charset="0"/>
                </a:rPr>
                <a:t>分组突发</a:t>
              </a:r>
              <a:r>
                <a:rPr lang="zh-CN" altLang="en-US" b="1" dirty="0">
                  <a:latin typeface="Arial Narrow" panose="020B0606020202030204" pitchFamily="34" charset="0"/>
                </a:rPr>
                <a:t>（</a:t>
              </a:r>
              <a:r>
                <a:rPr lang="en-US" altLang="zh-CN" b="1" dirty="0">
                  <a:latin typeface="Arial Narrow" panose="020B0606020202030204" pitchFamily="34" charset="0"/>
                </a:rPr>
                <a:t>Packet Bursting</a:t>
              </a:r>
              <a:r>
                <a:rPr lang="zh-CN" altLang="en-US" b="1" dirty="0">
                  <a:latin typeface="Arial Narrow" panose="020B0606020202030204" pitchFamily="34" charset="0"/>
                </a:rPr>
                <a:t>）功能。也就是当有</a:t>
              </a:r>
              <a:r>
                <a:rPr lang="zh-CN" altLang="en-US" b="1" dirty="0">
                  <a:solidFill>
                    <a:schemeClr val="accent1">
                      <a:lumMod val="75000"/>
                    </a:schemeClr>
                  </a:solidFill>
                  <a:latin typeface="Arial Narrow" panose="020B0606020202030204" pitchFamily="34" charset="0"/>
                </a:rPr>
                <a:t>很多短帧要连续发送</a:t>
              </a:r>
              <a:r>
                <a:rPr lang="zh-CN" altLang="en-US" b="1" dirty="0">
                  <a:latin typeface="Arial Narrow" panose="020B0606020202030204" pitchFamily="34" charset="0"/>
                </a:rPr>
                <a:t>时，</a:t>
              </a:r>
              <a:r>
                <a:rPr lang="zh-CN" altLang="en-US" b="1" dirty="0">
                  <a:solidFill>
                    <a:schemeClr val="accent1">
                      <a:lumMod val="75000"/>
                    </a:schemeClr>
                  </a:solidFill>
                  <a:latin typeface="Arial Narrow" panose="020B0606020202030204" pitchFamily="34" charset="0"/>
                </a:rPr>
                <a:t>只将第一个短帧用载波延伸的方法进行填充</a:t>
              </a:r>
              <a:r>
                <a:rPr lang="zh-CN" altLang="en-US" b="1" dirty="0">
                  <a:latin typeface="Arial Narrow" panose="020B0606020202030204" pitchFamily="34" charset="0"/>
                </a:rPr>
                <a:t>，而其后面的一系列短帧不用填充就可一个接一个地发送，它们之间只需空开必要的帧间最小间隔即可。</a:t>
              </a:r>
            </a:p>
          </p:txBody>
        </p:sp>
        <p:sp>
          <p:nvSpPr>
            <p:cNvPr id="51" name="矩形 50">
              <a:extLst>
                <a:ext uri="{FF2B5EF4-FFF2-40B4-BE49-F238E27FC236}">
                  <a16:creationId xmlns:a16="http://schemas.microsoft.com/office/drawing/2014/main" id="{EFD941F9-E1BD-402B-BF06-E4159D0ABEE9}"/>
                </a:ext>
              </a:extLst>
            </p:cNvPr>
            <p:cNvSpPr/>
            <p:nvPr/>
          </p:nvSpPr>
          <p:spPr>
            <a:xfrm>
              <a:off x="933106" y="4132562"/>
              <a:ext cx="256976" cy="256976"/>
            </a:xfrm>
            <a:prstGeom prst="rect">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52" name="íşlïḍè">
              <a:extLst>
                <a:ext uri="{FF2B5EF4-FFF2-40B4-BE49-F238E27FC236}">
                  <a16:creationId xmlns:a16="http://schemas.microsoft.com/office/drawing/2014/main" id="{B866B205-4DE9-4D15-B07E-A5704B43041D}"/>
                </a:ext>
              </a:extLst>
            </p:cNvPr>
            <p:cNvSpPr txBox="1"/>
            <p:nvPr/>
          </p:nvSpPr>
          <p:spPr>
            <a:xfrm>
              <a:off x="1250334" y="4078239"/>
              <a:ext cx="10636866" cy="373112"/>
            </a:xfrm>
            <a:prstGeom prst="rect">
              <a:avLst/>
            </a:prstGeom>
            <a:noFill/>
          </p:spPr>
          <p:txBody>
            <a:bodyPr wrap="square" lIns="91440" tIns="45720" rIns="91440" bIns="45720" anchor="ctr">
              <a:noAutofit/>
            </a:bodyPr>
            <a:lstStyle/>
            <a:p>
              <a:r>
                <a:rPr lang="zh-CN" altLang="en-US" b="1" dirty="0">
                  <a:latin typeface="Arial Narrow" panose="020B0606020202030204" pitchFamily="34" charset="0"/>
                </a:rPr>
                <a:t>这样就形成了一连串分组的突发，当累积发送</a:t>
              </a:r>
              <a:r>
                <a:rPr lang="en-US" altLang="zh-CN" b="1" dirty="0">
                  <a:latin typeface="Arial Narrow" panose="020B0606020202030204" pitchFamily="34" charset="0"/>
                </a:rPr>
                <a:t>1500</a:t>
              </a:r>
              <a:r>
                <a:rPr lang="zh-CN" altLang="en-US" b="1" dirty="0">
                  <a:latin typeface="Arial Narrow" panose="020B0606020202030204" pitchFamily="34" charset="0"/>
                </a:rPr>
                <a:t>字节或稍多一些为止。</a:t>
              </a:r>
            </a:p>
          </p:txBody>
        </p:sp>
      </p:grpSp>
      <p:grpSp>
        <p:nvGrpSpPr>
          <p:cNvPr id="6" name="组合 5">
            <a:extLst>
              <a:ext uri="{FF2B5EF4-FFF2-40B4-BE49-F238E27FC236}">
                <a16:creationId xmlns:a16="http://schemas.microsoft.com/office/drawing/2014/main" id="{86509B82-ABA8-4F42-A845-43E8F698FF2A}"/>
              </a:ext>
            </a:extLst>
          </p:cNvPr>
          <p:cNvGrpSpPr/>
          <p:nvPr/>
        </p:nvGrpSpPr>
        <p:grpSpPr>
          <a:xfrm>
            <a:off x="304800" y="3790225"/>
            <a:ext cx="11588223" cy="2507703"/>
            <a:chOff x="304800" y="3790225"/>
            <a:chExt cx="11588223" cy="2507703"/>
          </a:xfrm>
        </p:grpSpPr>
        <p:sp>
          <p:nvSpPr>
            <p:cNvPr id="17" name="矩形 16">
              <a:extLst>
                <a:ext uri="{FF2B5EF4-FFF2-40B4-BE49-F238E27FC236}">
                  <a16:creationId xmlns:a16="http://schemas.microsoft.com/office/drawing/2014/main" id="{AAD39C50-600F-4552-AD0B-5C6AB91078E1}"/>
                </a:ext>
              </a:extLst>
            </p:cNvPr>
            <p:cNvSpPr/>
            <p:nvPr/>
          </p:nvSpPr>
          <p:spPr>
            <a:xfrm>
              <a:off x="304800" y="4691936"/>
              <a:ext cx="897742" cy="440998"/>
            </a:xfrm>
            <a:prstGeom prst="rect">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zh-CN" altLang="en-US" b="1" dirty="0">
                  <a:solidFill>
                    <a:schemeClr val="tx1"/>
                  </a:solidFill>
                  <a:latin typeface="Arial Narrow" panose="020B0606020202030204" pitchFamily="34" charset="0"/>
                </a:rPr>
                <a:t>前导码</a:t>
              </a:r>
            </a:p>
          </p:txBody>
        </p:sp>
        <p:cxnSp>
          <p:nvCxnSpPr>
            <p:cNvPr id="18" name="直接连接符 17">
              <a:extLst>
                <a:ext uri="{FF2B5EF4-FFF2-40B4-BE49-F238E27FC236}">
                  <a16:creationId xmlns:a16="http://schemas.microsoft.com/office/drawing/2014/main" id="{472DD425-DE38-459B-B7F8-A9147C8A440D}"/>
                </a:ext>
              </a:extLst>
            </p:cNvPr>
            <p:cNvCxnSpPr>
              <a:cxnSpLocks/>
            </p:cNvCxnSpPr>
            <p:nvPr/>
          </p:nvCxnSpPr>
          <p:spPr>
            <a:xfrm>
              <a:off x="1198080" y="5132934"/>
              <a:ext cx="0" cy="1164994"/>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9" name="直接连接符 18">
              <a:extLst>
                <a:ext uri="{FF2B5EF4-FFF2-40B4-BE49-F238E27FC236}">
                  <a16:creationId xmlns:a16="http://schemas.microsoft.com/office/drawing/2014/main" id="{155EE397-F8D6-43E5-896C-06AB77854D42}"/>
                </a:ext>
              </a:extLst>
            </p:cNvPr>
            <p:cNvCxnSpPr>
              <a:cxnSpLocks/>
            </p:cNvCxnSpPr>
            <p:nvPr/>
          </p:nvCxnSpPr>
          <p:spPr>
            <a:xfrm>
              <a:off x="11893023" y="5090083"/>
              <a:ext cx="0" cy="1164994"/>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1" name="直接箭头连接符 20">
              <a:extLst>
                <a:ext uri="{FF2B5EF4-FFF2-40B4-BE49-F238E27FC236}">
                  <a16:creationId xmlns:a16="http://schemas.microsoft.com/office/drawing/2014/main" id="{6630EABB-1FC4-4F6A-92B2-C75D92DB22E8}"/>
                </a:ext>
              </a:extLst>
            </p:cNvPr>
            <p:cNvCxnSpPr>
              <a:cxnSpLocks/>
            </p:cNvCxnSpPr>
            <p:nvPr/>
          </p:nvCxnSpPr>
          <p:spPr>
            <a:xfrm>
              <a:off x="1198080" y="5402757"/>
              <a:ext cx="2732975" cy="0"/>
            </a:xfrm>
            <a:prstGeom prst="straightConnector1">
              <a:avLst/>
            </a:prstGeom>
            <a:ln w="12700">
              <a:solidFill>
                <a:schemeClr val="tx1"/>
              </a:solidFill>
              <a:headEnd type="triangle"/>
              <a:tailEnd type="triangle"/>
            </a:ln>
          </p:spPr>
          <p:style>
            <a:lnRef idx="1">
              <a:schemeClr val="accent1"/>
            </a:lnRef>
            <a:fillRef idx="0">
              <a:schemeClr val="accent1"/>
            </a:fillRef>
            <a:effectRef idx="0">
              <a:schemeClr val="accent1"/>
            </a:effectRef>
            <a:fontRef idx="minor">
              <a:schemeClr val="tx1"/>
            </a:fontRef>
          </p:style>
        </p:cxnSp>
        <p:cxnSp>
          <p:nvCxnSpPr>
            <p:cNvPr id="22" name="直接箭头连接符 21">
              <a:extLst>
                <a:ext uri="{FF2B5EF4-FFF2-40B4-BE49-F238E27FC236}">
                  <a16:creationId xmlns:a16="http://schemas.microsoft.com/office/drawing/2014/main" id="{FFB366DA-D5F8-4407-95EB-284844E7738F}"/>
                </a:ext>
              </a:extLst>
            </p:cNvPr>
            <p:cNvCxnSpPr>
              <a:cxnSpLocks/>
            </p:cNvCxnSpPr>
            <p:nvPr/>
          </p:nvCxnSpPr>
          <p:spPr>
            <a:xfrm>
              <a:off x="1198080" y="6048830"/>
              <a:ext cx="10694943" cy="0"/>
            </a:xfrm>
            <a:prstGeom prst="straightConnector1">
              <a:avLst/>
            </a:prstGeom>
            <a:ln w="12700">
              <a:solidFill>
                <a:schemeClr val="tx1"/>
              </a:solidFill>
              <a:headEnd type="triangle"/>
              <a:tailEnd type="triangle"/>
            </a:ln>
          </p:spPr>
          <p:style>
            <a:lnRef idx="1">
              <a:schemeClr val="accent1"/>
            </a:lnRef>
            <a:fillRef idx="0">
              <a:schemeClr val="accent1"/>
            </a:fillRef>
            <a:effectRef idx="0">
              <a:schemeClr val="accent1"/>
            </a:effectRef>
            <a:fontRef idx="minor">
              <a:schemeClr val="tx1"/>
            </a:fontRef>
          </p:style>
        </p:cxnSp>
        <p:sp>
          <p:nvSpPr>
            <p:cNvPr id="23" name="文本框 22">
              <a:extLst>
                <a:ext uri="{FF2B5EF4-FFF2-40B4-BE49-F238E27FC236}">
                  <a16:creationId xmlns:a16="http://schemas.microsoft.com/office/drawing/2014/main" id="{A27AF36B-A9D4-43EB-8846-4FA0EDCEC4EA}"/>
                </a:ext>
              </a:extLst>
            </p:cNvPr>
            <p:cNvSpPr txBox="1"/>
            <p:nvPr/>
          </p:nvSpPr>
          <p:spPr>
            <a:xfrm>
              <a:off x="5331615" y="5864164"/>
              <a:ext cx="1436701" cy="369332"/>
            </a:xfrm>
            <a:prstGeom prst="rect">
              <a:avLst/>
            </a:prstGeom>
            <a:solidFill>
              <a:schemeClr val="bg1"/>
            </a:solidFill>
          </p:spPr>
          <p:txBody>
            <a:bodyPr wrap="square" rtlCol="0">
              <a:spAutoFit/>
            </a:bodyPr>
            <a:lstStyle/>
            <a:p>
              <a:pPr algn="ctr"/>
              <a:r>
                <a:rPr lang="zh-CN" altLang="en-US" b="1" dirty="0">
                  <a:latin typeface="Arial Narrow" panose="020B0606020202030204" pitchFamily="34" charset="0"/>
                </a:rPr>
                <a:t>约</a:t>
              </a:r>
              <a:r>
                <a:rPr lang="en-US" altLang="zh-CN" b="1" dirty="0">
                  <a:latin typeface="Arial Narrow" panose="020B0606020202030204" pitchFamily="34" charset="0"/>
                </a:rPr>
                <a:t>1500</a:t>
              </a:r>
              <a:r>
                <a:rPr lang="zh-CN" altLang="en-US" b="1" dirty="0">
                  <a:latin typeface="Arial Narrow" panose="020B0606020202030204" pitchFamily="34" charset="0"/>
                </a:rPr>
                <a:t>字节</a:t>
              </a:r>
            </a:p>
          </p:txBody>
        </p:sp>
        <p:sp>
          <p:nvSpPr>
            <p:cNvPr id="24" name="矩形 23">
              <a:extLst>
                <a:ext uri="{FF2B5EF4-FFF2-40B4-BE49-F238E27FC236}">
                  <a16:creationId xmlns:a16="http://schemas.microsoft.com/office/drawing/2014/main" id="{E1F7C288-FCF6-43B0-864B-DDA79CD00F31}"/>
                </a:ext>
              </a:extLst>
            </p:cNvPr>
            <p:cNvSpPr/>
            <p:nvPr/>
          </p:nvSpPr>
          <p:spPr>
            <a:xfrm>
              <a:off x="1202542" y="4691936"/>
              <a:ext cx="1499016" cy="440998"/>
            </a:xfrm>
            <a:prstGeom prst="rect">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zh-CN" altLang="en-US" b="1" dirty="0">
                  <a:solidFill>
                    <a:schemeClr val="tx1"/>
                  </a:solidFill>
                  <a:latin typeface="Arial Narrow" panose="020B0606020202030204" pitchFamily="34" charset="0"/>
                </a:rPr>
                <a:t>最短帧</a:t>
              </a:r>
            </a:p>
          </p:txBody>
        </p:sp>
        <p:sp>
          <p:nvSpPr>
            <p:cNvPr id="25" name="矩形 24">
              <a:extLst>
                <a:ext uri="{FF2B5EF4-FFF2-40B4-BE49-F238E27FC236}">
                  <a16:creationId xmlns:a16="http://schemas.microsoft.com/office/drawing/2014/main" id="{8905AFB6-59ED-41C1-B4D4-A448EFE4C32C}"/>
                </a:ext>
              </a:extLst>
            </p:cNvPr>
            <p:cNvSpPr/>
            <p:nvPr/>
          </p:nvSpPr>
          <p:spPr>
            <a:xfrm>
              <a:off x="2701558" y="4691936"/>
              <a:ext cx="1229497" cy="440998"/>
            </a:xfrm>
            <a:prstGeom prst="rect">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zh-CN" altLang="en-US" b="1" dirty="0">
                  <a:solidFill>
                    <a:schemeClr val="tx1"/>
                  </a:solidFill>
                  <a:latin typeface="Arial Narrow" panose="020B0606020202030204" pitchFamily="34" charset="0"/>
                </a:rPr>
                <a:t>载波延伸</a:t>
              </a:r>
            </a:p>
          </p:txBody>
        </p:sp>
        <p:sp>
          <p:nvSpPr>
            <p:cNvPr id="26" name="矩形 25">
              <a:extLst>
                <a:ext uri="{FF2B5EF4-FFF2-40B4-BE49-F238E27FC236}">
                  <a16:creationId xmlns:a16="http://schemas.microsoft.com/office/drawing/2014/main" id="{D614DCE5-0662-4670-9160-24A0328EB008}"/>
                </a:ext>
              </a:extLst>
            </p:cNvPr>
            <p:cNvSpPr/>
            <p:nvPr/>
          </p:nvSpPr>
          <p:spPr>
            <a:xfrm>
              <a:off x="4092314" y="4691936"/>
              <a:ext cx="897742" cy="440998"/>
            </a:xfrm>
            <a:prstGeom prst="rect">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zh-CN" altLang="en-US" b="1" dirty="0">
                  <a:solidFill>
                    <a:schemeClr val="tx1"/>
                  </a:solidFill>
                  <a:latin typeface="Arial Narrow" panose="020B0606020202030204" pitchFamily="34" charset="0"/>
                </a:rPr>
                <a:t>前导码</a:t>
              </a:r>
            </a:p>
          </p:txBody>
        </p:sp>
        <p:sp>
          <p:nvSpPr>
            <p:cNvPr id="27" name="矩形 26">
              <a:extLst>
                <a:ext uri="{FF2B5EF4-FFF2-40B4-BE49-F238E27FC236}">
                  <a16:creationId xmlns:a16="http://schemas.microsoft.com/office/drawing/2014/main" id="{8E761E00-DDF5-4D71-849E-834567F9D8B2}"/>
                </a:ext>
              </a:extLst>
            </p:cNvPr>
            <p:cNvSpPr/>
            <p:nvPr/>
          </p:nvSpPr>
          <p:spPr>
            <a:xfrm>
              <a:off x="4990056" y="4691936"/>
              <a:ext cx="1499016" cy="440998"/>
            </a:xfrm>
            <a:prstGeom prst="rect">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zh-CN" altLang="en-US" b="1" dirty="0">
                  <a:solidFill>
                    <a:schemeClr val="tx1"/>
                  </a:solidFill>
                  <a:latin typeface="Arial Narrow" panose="020B0606020202030204" pitchFamily="34" charset="0"/>
                </a:rPr>
                <a:t>最短帧</a:t>
              </a:r>
            </a:p>
          </p:txBody>
        </p:sp>
        <p:sp>
          <p:nvSpPr>
            <p:cNvPr id="28" name="矩形 27">
              <a:extLst>
                <a:ext uri="{FF2B5EF4-FFF2-40B4-BE49-F238E27FC236}">
                  <a16:creationId xmlns:a16="http://schemas.microsoft.com/office/drawing/2014/main" id="{7E5F23D7-73BA-4568-8DC1-376680E2A48E}"/>
                </a:ext>
              </a:extLst>
            </p:cNvPr>
            <p:cNvSpPr/>
            <p:nvPr/>
          </p:nvSpPr>
          <p:spPr>
            <a:xfrm>
              <a:off x="6650636" y="4691936"/>
              <a:ext cx="897742" cy="440998"/>
            </a:xfrm>
            <a:prstGeom prst="rect">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zh-CN" altLang="en-US" b="1" dirty="0">
                  <a:solidFill>
                    <a:schemeClr val="tx1"/>
                  </a:solidFill>
                  <a:latin typeface="Arial Narrow" panose="020B0606020202030204" pitchFamily="34" charset="0"/>
                </a:rPr>
                <a:t>前导码</a:t>
              </a:r>
            </a:p>
          </p:txBody>
        </p:sp>
        <p:sp>
          <p:nvSpPr>
            <p:cNvPr id="29" name="矩形 28">
              <a:extLst>
                <a:ext uri="{FF2B5EF4-FFF2-40B4-BE49-F238E27FC236}">
                  <a16:creationId xmlns:a16="http://schemas.microsoft.com/office/drawing/2014/main" id="{7335922D-D2C3-41D3-8982-7D4440143498}"/>
                </a:ext>
              </a:extLst>
            </p:cNvPr>
            <p:cNvSpPr/>
            <p:nvPr/>
          </p:nvSpPr>
          <p:spPr>
            <a:xfrm>
              <a:off x="7548378" y="4691936"/>
              <a:ext cx="1499016" cy="440998"/>
            </a:xfrm>
            <a:prstGeom prst="rect">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zh-CN" altLang="en-US" b="1" dirty="0">
                  <a:solidFill>
                    <a:schemeClr val="tx1"/>
                  </a:solidFill>
                  <a:latin typeface="Arial Narrow" panose="020B0606020202030204" pitchFamily="34" charset="0"/>
                </a:rPr>
                <a:t>最短帧</a:t>
              </a:r>
            </a:p>
          </p:txBody>
        </p:sp>
        <p:sp>
          <p:nvSpPr>
            <p:cNvPr id="30" name="矩形 29">
              <a:extLst>
                <a:ext uri="{FF2B5EF4-FFF2-40B4-BE49-F238E27FC236}">
                  <a16:creationId xmlns:a16="http://schemas.microsoft.com/office/drawing/2014/main" id="{BCAB5A42-E7EC-468D-8149-DCE9ECC5C0F6}"/>
                </a:ext>
              </a:extLst>
            </p:cNvPr>
            <p:cNvSpPr/>
            <p:nvPr/>
          </p:nvSpPr>
          <p:spPr>
            <a:xfrm>
              <a:off x="9496265" y="4691936"/>
              <a:ext cx="897742" cy="440998"/>
            </a:xfrm>
            <a:prstGeom prst="rect">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zh-CN" altLang="en-US" b="1" dirty="0">
                  <a:solidFill>
                    <a:schemeClr val="tx1"/>
                  </a:solidFill>
                  <a:latin typeface="Arial Narrow" panose="020B0606020202030204" pitchFamily="34" charset="0"/>
                </a:rPr>
                <a:t>前导码</a:t>
              </a:r>
            </a:p>
          </p:txBody>
        </p:sp>
        <p:sp>
          <p:nvSpPr>
            <p:cNvPr id="31" name="矩形 30">
              <a:extLst>
                <a:ext uri="{FF2B5EF4-FFF2-40B4-BE49-F238E27FC236}">
                  <a16:creationId xmlns:a16="http://schemas.microsoft.com/office/drawing/2014/main" id="{BAD701AD-8854-4EBB-BD05-A1103680734D}"/>
                </a:ext>
              </a:extLst>
            </p:cNvPr>
            <p:cNvSpPr/>
            <p:nvPr/>
          </p:nvSpPr>
          <p:spPr>
            <a:xfrm>
              <a:off x="10394007" y="4691936"/>
              <a:ext cx="1499016" cy="440998"/>
            </a:xfrm>
            <a:prstGeom prst="rect">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zh-CN" altLang="en-US" b="1" dirty="0">
                  <a:solidFill>
                    <a:schemeClr val="tx1"/>
                  </a:solidFill>
                  <a:latin typeface="Arial Narrow" panose="020B0606020202030204" pitchFamily="34" charset="0"/>
                </a:rPr>
                <a:t>最短帧</a:t>
              </a:r>
            </a:p>
          </p:txBody>
        </p:sp>
        <p:sp>
          <p:nvSpPr>
            <p:cNvPr id="32" name="文本框 31">
              <a:extLst>
                <a:ext uri="{FF2B5EF4-FFF2-40B4-BE49-F238E27FC236}">
                  <a16:creationId xmlns:a16="http://schemas.microsoft.com/office/drawing/2014/main" id="{C4C46C58-73BA-48E2-AA24-A74D3A7DEF73}"/>
                </a:ext>
              </a:extLst>
            </p:cNvPr>
            <p:cNvSpPr txBox="1"/>
            <p:nvPr/>
          </p:nvSpPr>
          <p:spPr>
            <a:xfrm>
              <a:off x="9047394" y="4727769"/>
              <a:ext cx="473780" cy="369332"/>
            </a:xfrm>
            <a:prstGeom prst="rect">
              <a:avLst/>
            </a:prstGeom>
            <a:noFill/>
          </p:spPr>
          <p:txBody>
            <a:bodyPr wrap="square" rtlCol="0">
              <a:spAutoFit/>
            </a:bodyPr>
            <a:lstStyle/>
            <a:p>
              <a:pPr algn="ctr"/>
              <a:r>
                <a:rPr lang="en-US" altLang="zh-CN" b="1" dirty="0">
                  <a:latin typeface="Arial Narrow" panose="020B0606020202030204" pitchFamily="34" charset="0"/>
                </a:rPr>
                <a:t>…</a:t>
              </a:r>
              <a:endParaRPr lang="zh-CN" altLang="en-US" b="1" dirty="0">
                <a:latin typeface="Arial Narrow" panose="020B0606020202030204" pitchFamily="34" charset="0"/>
              </a:endParaRPr>
            </a:p>
          </p:txBody>
        </p:sp>
        <p:cxnSp>
          <p:nvCxnSpPr>
            <p:cNvPr id="35" name="直接连接符 34">
              <a:extLst>
                <a:ext uri="{FF2B5EF4-FFF2-40B4-BE49-F238E27FC236}">
                  <a16:creationId xmlns:a16="http://schemas.microsoft.com/office/drawing/2014/main" id="{99092F89-448F-44B9-9B89-0B088277737C}"/>
                </a:ext>
              </a:extLst>
            </p:cNvPr>
            <p:cNvCxnSpPr/>
            <p:nvPr/>
          </p:nvCxnSpPr>
          <p:spPr>
            <a:xfrm>
              <a:off x="1198080" y="5132934"/>
              <a:ext cx="0" cy="539646"/>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6" name="直接连接符 35">
              <a:extLst>
                <a:ext uri="{FF2B5EF4-FFF2-40B4-BE49-F238E27FC236}">
                  <a16:creationId xmlns:a16="http://schemas.microsoft.com/office/drawing/2014/main" id="{01742994-CED9-4124-85E1-C9397DDBCA5C}"/>
                </a:ext>
              </a:extLst>
            </p:cNvPr>
            <p:cNvCxnSpPr/>
            <p:nvPr/>
          </p:nvCxnSpPr>
          <p:spPr>
            <a:xfrm>
              <a:off x="3931055" y="5132934"/>
              <a:ext cx="0" cy="539646"/>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sp>
          <p:nvSpPr>
            <p:cNvPr id="37" name="文本框 36">
              <a:extLst>
                <a:ext uri="{FF2B5EF4-FFF2-40B4-BE49-F238E27FC236}">
                  <a16:creationId xmlns:a16="http://schemas.microsoft.com/office/drawing/2014/main" id="{FD95A9E8-E294-434A-BF67-B29D6B2F0747}"/>
                </a:ext>
              </a:extLst>
            </p:cNvPr>
            <p:cNvSpPr txBox="1"/>
            <p:nvPr/>
          </p:nvSpPr>
          <p:spPr>
            <a:xfrm>
              <a:off x="2041086" y="5220254"/>
              <a:ext cx="1046963" cy="369332"/>
            </a:xfrm>
            <a:prstGeom prst="rect">
              <a:avLst/>
            </a:prstGeom>
            <a:solidFill>
              <a:schemeClr val="bg1"/>
            </a:solidFill>
          </p:spPr>
          <p:txBody>
            <a:bodyPr wrap="square" rtlCol="0">
              <a:spAutoFit/>
            </a:bodyPr>
            <a:lstStyle/>
            <a:p>
              <a:pPr algn="ctr"/>
              <a:r>
                <a:rPr lang="en-US" altLang="zh-CN" b="1" dirty="0">
                  <a:latin typeface="Arial Narrow" panose="020B0606020202030204" pitchFamily="34" charset="0"/>
                </a:rPr>
                <a:t>512</a:t>
              </a:r>
              <a:r>
                <a:rPr lang="zh-CN" altLang="en-US" b="1" dirty="0">
                  <a:latin typeface="Arial Narrow" panose="020B0606020202030204" pitchFamily="34" charset="0"/>
                </a:rPr>
                <a:t>字节</a:t>
              </a:r>
            </a:p>
          </p:txBody>
        </p:sp>
        <p:cxnSp>
          <p:nvCxnSpPr>
            <p:cNvPr id="38" name="直接连接符 37">
              <a:extLst>
                <a:ext uri="{FF2B5EF4-FFF2-40B4-BE49-F238E27FC236}">
                  <a16:creationId xmlns:a16="http://schemas.microsoft.com/office/drawing/2014/main" id="{421C7C20-3E74-462D-80B9-E2FA1649C410}"/>
                </a:ext>
              </a:extLst>
            </p:cNvPr>
            <p:cNvCxnSpPr/>
            <p:nvPr/>
          </p:nvCxnSpPr>
          <p:spPr>
            <a:xfrm>
              <a:off x="4990056" y="5132934"/>
              <a:ext cx="0" cy="539646"/>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9" name="直接连接符 38">
              <a:extLst>
                <a:ext uri="{FF2B5EF4-FFF2-40B4-BE49-F238E27FC236}">
                  <a16:creationId xmlns:a16="http://schemas.microsoft.com/office/drawing/2014/main" id="{C11EFAD7-49DE-42E6-A5C9-BBF49BA886DD}"/>
                </a:ext>
              </a:extLst>
            </p:cNvPr>
            <p:cNvCxnSpPr/>
            <p:nvPr/>
          </p:nvCxnSpPr>
          <p:spPr>
            <a:xfrm>
              <a:off x="6489072" y="5132934"/>
              <a:ext cx="0" cy="539646"/>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0" name="直接箭头连接符 39">
              <a:extLst>
                <a:ext uri="{FF2B5EF4-FFF2-40B4-BE49-F238E27FC236}">
                  <a16:creationId xmlns:a16="http://schemas.microsoft.com/office/drawing/2014/main" id="{BF7DF45C-EAF8-48A0-87A3-C75D4DA91F62}"/>
                </a:ext>
              </a:extLst>
            </p:cNvPr>
            <p:cNvCxnSpPr>
              <a:cxnSpLocks/>
            </p:cNvCxnSpPr>
            <p:nvPr/>
          </p:nvCxnSpPr>
          <p:spPr>
            <a:xfrm>
              <a:off x="5001236" y="5402757"/>
              <a:ext cx="1487836" cy="0"/>
            </a:xfrm>
            <a:prstGeom prst="straightConnector1">
              <a:avLst/>
            </a:prstGeom>
            <a:ln w="12700">
              <a:solidFill>
                <a:schemeClr val="tx1"/>
              </a:solidFill>
              <a:headEnd type="triangle"/>
              <a:tailEnd type="triangle"/>
            </a:ln>
          </p:spPr>
          <p:style>
            <a:lnRef idx="1">
              <a:schemeClr val="accent1"/>
            </a:lnRef>
            <a:fillRef idx="0">
              <a:schemeClr val="accent1"/>
            </a:fillRef>
            <a:effectRef idx="0">
              <a:schemeClr val="accent1"/>
            </a:effectRef>
            <a:fontRef idx="minor">
              <a:schemeClr val="tx1"/>
            </a:fontRef>
          </p:style>
        </p:cxnSp>
        <p:sp>
          <p:nvSpPr>
            <p:cNvPr id="41" name="文本框 40">
              <a:extLst>
                <a:ext uri="{FF2B5EF4-FFF2-40B4-BE49-F238E27FC236}">
                  <a16:creationId xmlns:a16="http://schemas.microsoft.com/office/drawing/2014/main" id="{3F9A7D70-D9B3-4853-847D-6F3B96FFF644}"/>
                </a:ext>
              </a:extLst>
            </p:cNvPr>
            <p:cNvSpPr txBox="1"/>
            <p:nvPr/>
          </p:nvSpPr>
          <p:spPr>
            <a:xfrm>
              <a:off x="5220255" y="5220254"/>
              <a:ext cx="1046963" cy="369332"/>
            </a:xfrm>
            <a:prstGeom prst="rect">
              <a:avLst/>
            </a:prstGeom>
            <a:solidFill>
              <a:schemeClr val="bg1"/>
            </a:solidFill>
          </p:spPr>
          <p:txBody>
            <a:bodyPr wrap="square" rtlCol="0">
              <a:spAutoFit/>
            </a:bodyPr>
            <a:lstStyle/>
            <a:p>
              <a:pPr algn="ctr"/>
              <a:r>
                <a:rPr lang="en-US" altLang="zh-CN" b="1" dirty="0">
                  <a:latin typeface="Arial Narrow" panose="020B0606020202030204" pitchFamily="34" charset="0"/>
                </a:rPr>
                <a:t>64</a:t>
              </a:r>
              <a:r>
                <a:rPr lang="zh-CN" altLang="en-US" b="1" dirty="0">
                  <a:latin typeface="Arial Narrow" panose="020B0606020202030204" pitchFamily="34" charset="0"/>
                </a:rPr>
                <a:t>字节</a:t>
              </a:r>
            </a:p>
          </p:txBody>
        </p:sp>
        <p:grpSp>
          <p:nvGrpSpPr>
            <p:cNvPr id="42" name="组合 41">
              <a:extLst>
                <a:ext uri="{FF2B5EF4-FFF2-40B4-BE49-F238E27FC236}">
                  <a16:creationId xmlns:a16="http://schemas.microsoft.com/office/drawing/2014/main" id="{43CAB342-4403-44A1-8D81-444D08882CD7}"/>
                </a:ext>
              </a:extLst>
            </p:cNvPr>
            <p:cNvGrpSpPr/>
            <p:nvPr/>
          </p:nvGrpSpPr>
          <p:grpSpPr>
            <a:xfrm>
              <a:off x="7548378" y="5132934"/>
              <a:ext cx="1499016" cy="539646"/>
              <a:chOff x="5188490" y="1548509"/>
              <a:chExt cx="1499016" cy="539646"/>
            </a:xfrm>
          </p:grpSpPr>
          <p:cxnSp>
            <p:nvCxnSpPr>
              <p:cNvPr id="43" name="直接连接符 42">
                <a:extLst>
                  <a:ext uri="{FF2B5EF4-FFF2-40B4-BE49-F238E27FC236}">
                    <a16:creationId xmlns:a16="http://schemas.microsoft.com/office/drawing/2014/main" id="{EA37C551-64F3-4D99-B59E-0E890F2BBEB5}"/>
                  </a:ext>
                </a:extLst>
              </p:cNvPr>
              <p:cNvCxnSpPr/>
              <p:nvPr/>
            </p:nvCxnSpPr>
            <p:spPr>
              <a:xfrm>
                <a:off x="5188490" y="1548509"/>
                <a:ext cx="0" cy="539646"/>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4" name="直接连接符 43">
                <a:extLst>
                  <a:ext uri="{FF2B5EF4-FFF2-40B4-BE49-F238E27FC236}">
                    <a16:creationId xmlns:a16="http://schemas.microsoft.com/office/drawing/2014/main" id="{3EFED26B-745F-473B-9B08-BD907344EDEB}"/>
                  </a:ext>
                </a:extLst>
              </p:cNvPr>
              <p:cNvCxnSpPr/>
              <p:nvPr/>
            </p:nvCxnSpPr>
            <p:spPr>
              <a:xfrm>
                <a:off x="6687506" y="1548509"/>
                <a:ext cx="0" cy="539646"/>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5" name="直接箭头连接符 44">
                <a:extLst>
                  <a:ext uri="{FF2B5EF4-FFF2-40B4-BE49-F238E27FC236}">
                    <a16:creationId xmlns:a16="http://schemas.microsoft.com/office/drawing/2014/main" id="{F368A17F-805F-48F3-BA1E-4BC8091BEC94}"/>
                  </a:ext>
                </a:extLst>
              </p:cNvPr>
              <p:cNvCxnSpPr>
                <a:cxnSpLocks/>
              </p:cNvCxnSpPr>
              <p:nvPr/>
            </p:nvCxnSpPr>
            <p:spPr>
              <a:xfrm>
                <a:off x="5199670" y="1818332"/>
                <a:ext cx="1487836" cy="0"/>
              </a:xfrm>
              <a:prstGeom prst="straightConnector1">
                <a:avLst/>
              </a:prstGeom>
              <a:ln w="12700">
                <a:solidFill>
                  <a:schemeClr val="tx1"/>
                </a:solidFill>
                <a:headEnd type="triangle"/>
                <a:tailEnd type="triangle"/>
              </a:ln>
            </p:spPr>
            <p:style>
              <a:lnRef idx="1">
                <a:schemeClr val="accent1"/>
              </a:lnRef>
              <a:fillRef idx="0">
                <a:schemeClr val="accent1"/>
              </a:fillRef>
              <a:effectRef idx="0">
                <a:schemeClr val="accent1"/>
              </a:effectRef>
              <a:fontRef idx="minor">
                <a:schemeClr val="tx1"/>
              </a:fontRef>
            </p:style>
          </p:cxnSp>
          <p:sp>
            <p:nvSpPr>
              <p:cNvPr id="46" name="文本框 45">
                <a:extLst>
                  <a:ext uri="{FF2B5EF4-FFF2-40B4-BE49-F238E27FC236}">
                    <a16:creationId xmlns:a16="http://schemas.microsoft.com/office/drawing/2014/main" id="{F56B2C7B-74D8-4AD1-8128-C5132B46A193}"/>
                  </a:ext>
                </a:extLst>
              </p:cNvPr>
              <p:cNvSpPr txBox="1"/>
              <p:nvPr/>
            </p:nvSpPr>
            <p:spPr>
              <a:xfrm>
                <a:off x="5418689" y="1635829"/>
                <a:ext cx="1046963" cy="369332"/>
              </a:xfrm>
              <a:prstGeom prst="rect">
                <a:avLst/>
              </a:prstGeom>
              <a:solidFill>
                <a:schemeClr val="bg1"/>
              </a:solidFill>
            </p:spPr>
            <p:txBody>
              <a:bodyPr wrap="square" rtlCol="0">
                <a:spAutoFit/>
              </a:bodyPr>
              <a:lstStyle/>
              <a:p>
                <a:pPr algn="ctr"/>
                <a:r>
                  <a:rPr lang="en-US" altLang="zh-CN" b="1" dirty="0">
                    <a:latin typeface="Arial Narrow" panose="020B0606020202030204" pitchFamily="34" charset="0"/>
                  </a:rPr>
                  <a:t>64</a:t>
                </a:r>
                <a:r>
                  <a:rPr lang="zh-CN" altLang="en-US" b="1" dirty="0">
                    <a:latin typeface="Arial Narrow" panose="020B0606020202030204" pitchFamily="34" charset="0"/>
                  </a:rPr>
                  <a:t>字节</a:t>
                </a:r>
              </a:p>
            </p:txBody>
          </p:sp>
        </p:grpSp>
        <p:grpSp>
          <p:nvGrpSpPr>
            <p:cNvPr id="47" name="组合 46">
              <a:extLst>
                <a:ext uri="{FF2B5EF4-FFF2-40B4-BE49-F238E27FC236}">
                  <a16:creationId xmlns:a16="http://schemas.microsoft.com/office/drawing/2014/main" id="{1C1E7F23-D7EA-478A-AA38-06B610CB29F9}"/>
                </a:ext>
              </a:extLst>
            </p:cNvPr>
            <p:cNvGrpSpPr/>
            <p:nvPr/>
          </p:nvGrpSpPr>
          <p:grpSpPr>
            <a:xfrm>
              <a:off x="10394007" y="5132934"/>
              <a:ext cx="1499016" cy="539646"/>
              <a:chOff x="5188490" y="1548509"/>
              <a:chExt cx="1499016" cy="539646"/>
            </a:xfrm>
          </p:grpSpPr>
          <p:cxnSp>
            <p:nvCxnSpPr>
              <p:cNvPr id="48" name="直接连接符 47">
                <a:extLst>
                  <a:ext uri="{FF2B5EF4-FFF2-40B4-BE49-F238E27FC236}">
                    <a16:creationId xmlns:a16="http://schemas.microsoft.com/office/drawing/2014/main" id="{20DDDF17-12C6-4A99-9453-8199C81525EE}"/>
                  </a:ext>
                </a:extLst>
              </p:cNvPr>
              <p:cNvCxnSpPr/>
              <p:nvPr/>
            </p:nvCxnSpPr>
            <p:spPr>
              <a:xfrm>
                <a:off x="5188490" y="1548509"/>
                <a:ext cx="0" cy="539646"/>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3" name="直接连接符 52">
                <a:extLst>
                  <a:ext uri="{FF2B5EF4-FFF2-40B4-BE49-F238E27FC236}">
                    <a16:creationId xmlns:a16="http://schemas.microsoft.com/office/drawing/2014/main" id="{FA289930-F516-4584-966C-791D4ECD5E1A}"/>
                  </a:ext>
                </a:extLst>
              </p:cNvPr>
              <p:cNvCxnSpPr/>
              <p:nvPr/>
            </p:nvCxnSpPr>
            <p:spPr>
              <a:xfrm>
                <a:off x="6687506" y="1548509"/>
                <a:ext cx="0" cy="539646"/>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4" name="直接箭头连接符 53">
                <a:extLst>
                  <a:ext uri="{FF2B5EF4-FFF2-40B4-BE49-F238E27FC236}">
                    <a16:creationId xmlns:a16="http://schemas.microsoft.com/office/drawing/2014/main" id="{86C1EAE9-28A2-4951-AABA-F9F4E12BEB1E}"/>
                  </a:ext>
                </a:extLst>
              </p:cNvPr>
              <p:cNvCxnSpPr>
                <a:cxnSpLocks/>
              </p:cNvCxnSpPr>
              <p:nvPr/>
            </p:nvCxnSpPr>
            <p:spPr>
              <a:xfrm>
                <a:off x="5199670" y="1818332"/>
                <a:ext cx="1487836" cy="0"/>
              </a:xfrm>
              <a:prstGeom prst="straightConnector1">
                <a:avLst/>
              </a:prstGeom>
              <a:ln w="12700">
                <a:solidFill>
                  <a:schemeClr val="tx1"/>
                </a:solidFill>
                <a:headEnd type="triangle"/>
                <a:tailEnd type="triangle"/>
              </a:ln>
            </p:spPr>
            <p:style>
              <a:lnRef idx="1">
                <a:schemeClr val="accent1"/>
              </a:lnRef>
              <a:fillRef idx="0">
                <a:schemeClr val="accent1"/>
              </a:fillRef>
              <a:effectRef idx="0">
                <a:schemeClr val="accent1"/>
              </a:effectRef>
              <a:fontRef idx="minor">
                <a:schemeClr val="tx1"/>
              </a:fontRef>
            </p:style>
          </p:cxnSp>
          <p:sp>
            <p:nvSpPr>
              <p:cNvPr id="55" name="文本框 54">
                <a:extLst>
                  <a:ext uri="{FF2B5EF4-FFF2-40B4-BE49-F238E27FC236}">
                    <a16:creationId xmlns:a16="http://schemas.microsoft.com/office/drawing/2014/main" id="{9D5CFBA8-E093-4AAE-A336-C1EC2CA52B2B}"/>
                  </a:ext>
                </a:extLst>
              </p:cNvPr>
              <p:cNvSpPr txBox="1"/>
              <p:nvPr/>
            </p:nvSpPr>
            <p:spPr>
              <a:xfrm>
                <a:off x="5418689" y="1635829"/>
                <a:ext cx="1046963" cy="369332"/>
              </a:xfrm>
              <a:prstGeom prst="rect">
                <a:avLst/>
              </a:prstGeom>
              <a:solidFill>
                <a:schemeClr val="bg1"/>
              </a:solidFill>
            </p:spPr>
            <p:txBody>
              <a:bodyPr wrap="square" rtlCol="0">
                <a:spAutoFit/>
              </a:bodyPr>
              <a:lstStyle/>
              <a:p>
                <a:pPr algn="ctr"/>
                <a:r>
                  <a:rPr lang="en-US" altLang="zh-CN" b="1" dirty="0">
                    <a:latin typeface="Arial Narrow" panose="020B0606020202030204" pitchFamily="34" charset="0"/>
                  </a:rPr>
                  <a:t>64</a:t>
                </a:r>
                <a:r>
                  <a:rPr lang="zh-CN" altLang="en-US" b="1" dirty="0">
                    <a:latin typeface="Arial Narrow" panose="020B0606020202030204" pitchFamily="34" charset="0"/>
                  </a:rPr>
                  <a:t>字节</a:t>
                </a:r>
              </a:p>
            </p:txBody>
          </p:sp>
        </p:grpSp>
        <p:grpSp>
          <p:nvGrpSpPr>
            <p:cNvPr id="56" name="组合 55">
              <a:extLst>
                <a:ext uri="{FF2B5EF4-FFF2-40B4-BE49-F238E27FC236}">
                  <a16:creationId xmlns:a16="http://schemas.microsoft.com/office/drawing/2014/main" id="{0D9586D4-85CA-478E-BB2F-44E6063BBA3C}"/>
                </a:ext>
              </a:extLst>
            </p:cNvPr>
            <p:cNvGrpSpPr/>
            <p:nvPr/>
          </p:nvGrpSpPr>
          <p:grpSpPr>
            <a:xfrm>
              <a:off x="3258673" y="3790225"/>
              <a:ext cx="1667282" cy="911140"/>
              <a:chOff x="3313943" y="985729"/>
              <a:chExt cx="1667282" cy="911140"/>
            </a:xfrm>
          </p:grpSpPr>
          <p:cxnSp>
            <p:nvCxnSpPr>
              <p:cNvPr id="57" name="直接连接符 56">
                <a:extLst>
                  <a:ext uri="{FF2B5EF4-FFF2-40B4-BE49-F238E27FC236}">
                    <a16:creationId xmlns:a16="http://schemas.microsoft.com/office/drawing/2014/main" id="{74A3FE8D-B4FC-4783-B23A-2208FA221A13}"/>
                  </a:ext>
                </a:extLst>
              </p:cNvPr>
              <p:cNvCxnSpPr>
                <a:cxnSpLocks/>
              </p:cNvCxnSpPr>
              <p:nvPr/>
            </p:nvCxnSpPr>
            <p:spPr>
              <a:xfrm>
                <a:off x="3986325" y="1357223"/>
                <a:ext cx="0" cy="539646"/>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8" name="直接连接符 57">
                <a:extLst>
                  <a:ext uri="{FF2B5EF4-FFF2-40B4-BE49-F238E27FC236}">
                    <a16:creationId xmlns:a16="http://schemas.microsoft.com/office/drawing/2014/main" id="{D24F2975-0EF9-4BA4-92C6-11861B76A83A}"/>
                  </a:ext>
                </a:extLst>
              </p:cNvPr>
              <p:cNvCxnSpPr>
                <a:cxnSpLocks/>
              </p:cNvCxnSpPr>
              <p:nvPr/>
            </p:nvCxnSpPr>
            <p:spPr>
              <a:xfrm>
                <a:off x="4147584" y="1357223"/>
                <a:ext cx="0" cy="539646"/>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9" name="直接箭头连接符 58">
                <a:extLst>
                  <a:ext uri="{FF2B5EF4-FFF2-40B4-BE49-F238E27FC236}">
                    <a16:creationId xmlns:a16="http://schemas.microsoft.com/office/drawing/2014/main" id="{AF368A95-E3D0-4153-87A7-C0A5E3A0C168}"/>
                  </a:ext>
                </a:extLst>
              </p:cNvPr>
              <p:cNvCxnSpPr>
                <a:cxnSpLocks/>
              </p:cNvCxnSpPr>
              <p:nvPr/>
            </p:nvCxnSpPr>
            <p:spPr>
              <a:xfrm>
                <a:off x="3803684" y="1588655"/>
                <a:ext cx="182641" cy="0"/>
              </a:xfrm>
              <a:prstGeom prst="straightConnector1">
                <a:avLst/>
              </a:prstGeom>
              <a:ln w="12700">
                <a:solidFill>
                  <a:schemeClr val="tx1"/>
                </a:solidFill>
                <a:tailEnd type="triangle"/>
              </a:ln>
            </p:spPr>
            <p:style>
              <a:lnRef idx="1">
                <a:schemeClr val="accent1"/>
              </a:lnRef>
              <a:fillRef idx="0">
                <a:schemeClr val="accent1"/>
              </a:fillRef>
              <a:effectRef idx="0">
                <a:schemeClr val="accent1"/>
              </a:effectRef>
              <a:fontRef idx="minor">
                <a:schemeClr val="tx1"/>
              </a:fontRef>
            </p:style>
          </p:cxnSp>
          <p:cxnSp>
            <p:nvCxnSpPr>
              <p:cNvPr id="60" name="直接箭头连接符 59">
                <a:extLst>
                  <a:ext uri="{FF2B5EF4-FFF2-40B4-BE49-F238E27FC236}">
                    <a16:creationId xmlns:a16="http://schemas.microsoft.com/office/drawing/2014/main" id="{B5D6D246-5D57-40E8-BA86-70E79DD0CEE9}"/>
                  </a:ext>
                </a:extLst>
              </p:cNvPr>
              <p:cNvCxnSpPr/>
              <p:nvPr/>
            </p:nvCxnSpPr>
            <p:spPr>
              <a:xfrm flipH="1">
                <a:off x="4147584" y="1597891"/>
                <a:ext cx="183600" cy="0"/>
              </a:xfrm>
              <a:prstGeom prst="straightConnector1">
                <a:avLst/>
              </a:prstGeom>
              <a:ln w="12700">
                <a:solidFill>
                  <a:schemeClr val="tx1"/>
                </a:solidFill>
                <a:tailEnd type="triangle"/>
              </a:ln>
            </p:spPr>
            <p:style>
              <a:lnRef idx="1">
                <a:schemeClr val="accent1"/>
              </a:lnRef>
              <a:fillRef idx="0">
                <a:schemeClr val="accent1"/>
              </a:fillRef>
              <a:effectRef idx="0">
                <a:schemeClr val="accent1"/>
              </a:effectRef>
              <a:fontRef idx="minor">
                <a:schemeClr val="tx1"/>
              </a:fontRef>
            </p:style>
          </p:cxnSp>
          <p:sp>
            <p:nvSpPr>
              <p:cNvPr id="61" name="文本框 60">
                <a:extLst>
                  <a:ext uri="{FF2B5EF4-FFF2-40B4-BE49-F238E27FC236}">
                    <a16:creationId xmlns:a16="http://schemas.microsoft.com/office/drawing/2014/main" id="{5A94B427-9878-432B-9E9E-19E45A7231BA}"/>
                  </a:ext>
                </a:extLst>
              </p:cNvPr>
              <p:cNvSpPr txBox="1"/>
              <p:nvPr/>
            </p:nvSpPr>
            <p:spPr>
              <a:xfrm>
                <a:off x="3313943" y="985729"/>
                <a:ext cx="1667282" cy="369332"/>
              </a:xfrm>
              <a:prstGeom prst="rect">
                <a:avLst/>
              </a:prstGeom>
              <a:noFill/>
            </p:spPr>
            <p:txBody>
              <a:bodyPr wrap="square" rtlCol="0">
                <a:spAutoFit/>
              </a:bodyPr>
              <a:lstStyle/>
              <a:p>
                <a:pPr algn="ctr"/>
                <a:r>
                  <a:rPr lang="zh-CN" altLang="en-US" b="1" dirty="0">
                    <a:latin typeface="Arial Narrow" panose="020B0606020202030204" pitchFamily="34" charset="0"/>
                  </a:rPr>
                  <a:t>最小帧间间隔</a:t>
                </a:r>
              </a:p>
            </p:txBody>
          </p:sp>
        </p:grpSp>
        <p:grpSp>
          <p:nvGrpSpPr>
            <p:cNvPr id="62" name="组合 61">
              <a:extLst>
                <a:ext uri="{FF2B5EF4-FFF2-40B4-BE49-F238E27FC236}">
                  <a16:creationId xmlns:a16="http://schemas.microsoft.com/office/drawing/2014/main" id="{C7E08205-C280-4C4A-8061-3F0FBEDCF7D2}"/>
                </a:ext>
              </a:extLst>
            </p:cNvPr>
            <p:cNvGrpSpPr/>
            <p:nvPr/>
          </p:nvGrpSpPr>
          <p:grpSpPr>
            <a:xfrm>
              <a:off x="5820345" y="3790225"/>
              <a:ext cx="1667282" cy="911140"/>
              <a:chOff x="3466343" y="1138129"/>
              <a:chExt cx="1667282" cy="911140"/>
            </a:xfrm>
          </p:grpSpPr>
          <p:cxnSp>
            <p:nvCxnSpPr>
              <p:cNvPr id="63" name="直接连接符 62">
                <a:extLst>
                  <a:ext uri="{FF2B5EF4-FFF2-40B4-BE49-F238E27FC236}">
                    <a16:creationId xmlns:a16="http://schemas.microsoft.com/office/drawing/2014/main" id="{0A44879C-DDC0-4B58-AEBE-78F40C157D38}"/>
                  </a:ext>
                </a:extLst>
              </p:cNvPr>
              <p:cNvCxnSpPr>
                <a:cxnSpLocks/>
              </p:cNvCxnSpPr>
              <p:nvPr/>
            </p:nvCxnSpPr>
            <p:spPr>
              <a:xfrm>
                <a:off x="4138725" y="1509623"/>
                <a:ext cx="0" cy="539646"/>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64" name="直接连接符 63">
                <a:extLst>
                  <a:ext uri="{FF2B5EF4-FFF2-40B4-BE49-F238E27FC236}">
                    <a16:creationId xmlns:a16="http://schemas.microsoft.com/office/drawing/2014/main" id="{F8B7975A-65BB-4440-A3E8-9F2BB7B8EC03}"/>
                  </a:ext>
                </a:extLst>
              </p:cNvPr>
              <p:cNvCxnSpPr>
                <a:cxnSpLocks/>
              </p:cNvCxnSpPr>
              <p:nvPr/>
            </p:nvCxnSpPr>
            <p:spPr>
              <a:xfrm>
                <a:off x="4299984" y="1509623"/>
                <a:ext cx="0" cy="539646"/>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65" name="直接箭头连接符 64">
                <a:extLst>
                  <a:ext uri="{FF2B5EF4-FFF2-40B4-BE49-F238E27FC236}">
                    <a16:creationId xmlns:a16="http://schemas.microsoft.com/office/drawing/2014/main" id="{BA5918B9-8900-4761-AD5C-AFAA08F509AF}"/>
                  </a:ext>
                </a:extLst>
              </p:cNvPr>
              <p:cNvCxnSpPr>
                <a:cxnSpLocks/>
              </p:cNvCxnSpPr>
              <p:nvPr/>
            </p:nvCxnSpPr>
            <p:spPr>
              <a:xfrm>
                <a:off x="3956084" y="1741055"/>
                <a:ext cx="182641" cy="0"/>
              </a:xfrm>
              <a:prstGeom prst="straightConnector1">
                <a:avLst/>
              </a:prstGeom>
              <a:ln w="12700">
                <a:solidFill>
                  <a:schemeClr val="tx1"/>
                </a:solidFill>
                <a:tailEnd type="triangle"/>
              </a:ln>
            </p:spPr>
            <p:style>
              <a:lnRef idx="1">
                <a:schemeClr val="accent1"/>
              </a:lnRef>
              <a:fillRef idx="0">
                <a:schemeClr val="accent1"/>
              </a:fillRef>
              <a:effectRef idx="0">
                <a:schemeClr val="accent1"/>
              </a:effectRef>
              <a:fontRef idx="minor">
                <a:schemeClr val="tx1"/>
              </a:fontRef>
            </p:style>
          </p:cxnSp>
          <p:cxnSp>
            <p:nvCxnSpPr>
              <p:cNvPr id="66" name="直接箭头连接符 65">
                <a:extLst>
                  <a:ext uri="{FF2B5EF4-FFF2-40B4-BE49-F238E27FC236}">
                    <a16:creationId xmlns:a16="http://schemas.microsoft.com/office/drawing/2014/main" id="{BB880921-47C5-49F4-9CBA-3F81EDDF65C8}"/>
                  </a:ext>
                </a:extLst>
              </p:cNvPr>
              <p:cNvCxnSpPr/>
              <p:nvPr/>
            </p:nvCxnSpPr>
            <p:spPr>
              <a:xfrm flipH="1">
                <a:off x="4299984" y="1750291"/>
                <a:ext cx="183600" cy="0"/>
              </a:xfrm>
              <a:prstGeom prst="straightConnector1">
                <a:avLst/>
              </a:prstGeom>
              <a:ln w="12700">
                <a:solidFill>
                  <a:schemeClr val="tx1"/>
                </a:solidFill>
                <a:tailEnd type="triangle"/>
              </a:ln>
            </p:spPr>
            <p:style>
              <a:lnRef idx="1">
                <a:schemeClr val="accent1"/>
              </a:lnRef>
              <a:fillRef idx="0">
                <a:schemeClr val="accent1"/>
              </a:fillRef>
              <a:effectRef idx="0">
                <a:schemeClr val="accent1"/>
              </a:effectRef>
              <a:fontRef idx="minor">
                <a:schemeClr val="tx1"/>
              </a:fontRef>
            </p:style>
          </p:cxnSp>
          <p:sp>
            <p:nvSpPr>
              <p:cNvPr id="67" name="文本框 66">
                <a:extLst>
                  <a:ext uri="{FF2B5EF4-FFF2-40B4-BE49-F238E27FC236}">
                    <a16:creationId xmlns:a16="http://schemas.microsoft.com/office/drawing/2014/main" id="{3B102719-F9EC-4146-804B-F6F596530701}"/>
                  </a:ext>
                </a:extLst>
              </p:cNvPr>
              <p:cNvSpPr txBox="1"/>
              <p:nvPr/>
            </p:nvSpPr>
            <p:spPr>
              <a:xfrm>
                <a:off x="3466343" y="1138129"/>
                <a:ext cx="1667282" cy="369332"/>
              </a:xfrm>
              <a:prstGeom prst="rect">
                <a:avLst/>
              </a:prstGeom>
              <a:noFill/>
            </p:spPr>
            <p:txBody>
              <a:bodyPr wrap="square" rtlCol="0">
                <a:spAutoFit/>
              </a:bodyPr>
              <a:lstStyle/>
              <a:p>
                <a:pPr algn="ctr"/>
                <a:r>
                  <a:rPr lang="zh-CN" altLang="en-US" b="1" dirty="0">
                    <a:latin typeface="Arial Narrow" panose="020B0606020202030204" pitchFamily="34" charset="0"/>
                  </a:rPr>
                  <a:t>最小帧间间隔</a:t>
                </a:r>
              </a:p>
            </p:txBody>
          </p:sp>
        </p:grpSp>
      </p:grpSp>
      <p:sp>
        <p:nvSpPr>
          <p:cNvPr id="7" name="矩形 6">
            <a:extLst>
              <a:ext uri="{FF2B5EF4-FFF2-40B4-BE49-F238E27FC236}">
                <a16:creationId xmlns:a16="http://schemas.microsoft.com/office/drawing/2014/main" id="{781C424B-371E-4116-A923-5356C4134356}"/>
              </a:ext>
            </a:extLst>
          </p:cNvPr>
          <p:cNvSpPr/>
          <p:nvPr/>
        </p:nvSpPr>
        <p:spPr>
          <a:xfrm>
            <a:off x="8688719" y="3050771"/>
            <a:ext cx="3079747" cy="1276946"/>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r>
              <a:rPr lang="zh-CN" altLang="en-US" b="1" dirty="0"/>
              <a:t>当千兆以太网工作在全双工方式时，不使用</a:t>
            </a:r>
            <a:r>
              <a:rPr lang="en-US" altLang="zh-CN" b="1" dirty="0"/>
              <a:t>CSMA/CD</a:t>
            </a:r>
            <a:r>
              <a:rPr lang="zh-CN" altLang="en-US" b="1" dirty="0"/>
              <a:t>协议，也不会使用载波延伸和分组突发。</a:t>
            </a:r>
          </a:p>
        </p:txBody>
      </p:sp>
    </p:spTree>
    <p:custDataLst>
      <p:tags r:id="rId1"/>
    </p:custDataLst>
    <p:extLst>
      <p:ext uri="{BB962C8B-B14F-4D97-AF65-F5344CB8AC3E}">
        <p14:creationId xmlns:p14="http://schemas.microsoft.com/office/powerpoint/2010/main" val="1549179355"/>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42" presetClass="entr" presetSubtype="0" fill="hold" nodeType="withEffect">
                                  <p:stCondLst>
                                    <p:cond delay="0"/>
                                  </p:stCondLst>
                                  <p:childTnLst>
                                    <p:set>
                                      <p:cBhvr>
                                        <p:cTn id="6" dur="1" fill="hold">
                                          <p:stCondLst>
                                            <p:cond delay="0"/>
                                          </p:stCondLst>
                                        </p:cTn>
                                        <p:tgtEl>
                                          <p:spTgt spid="5"/>
                                        </p:tgtEl>
                                        <p:attrNameLst>
                                          <p:attrName>style.visibility</p:attrName>
                                        </p:attrNameLst>
                                      </p:cBhvr>
                                      <p:to>
                                        <p:strVal val="visible"/>
                                      </p:to>
                                    </p:set>
                                    <p:animEffect transition="in" filter="fade">
                                      <p:cBhvr>
                                        <p:cTn id="7" dur="1000"/>
                                        <p:tgtEl>
                                          <p:spTgt spid="5"/>
                                        </p:tgtEl>
                                      </p:cBhvr>
                                    </p:animEffect>
                                    <p:anim calcmode="lin" valueType="num">
                                      <p:cBhvr>
                                        <p:cTn id="8" dur="1000" fill="hold"/>
                                        <p:tgtEl>
                                          <p:spTgt spid="5"/>
                                        </p:tgtEl>
                                        <p:attrNameLst>
                                          <p:attrName>ppt_x</p:attrName>
                                        </p:attrNameLst>
                                      </p:cBhvr>
                                      <p:tavLst>
                                        <p:tav tm="0">
                                          <p:val>
                                            <p:strVal val="#ppt_x"/>
                                          </p:val>
                                        </p:tav>
                                        <p:tav tm="100000">
                                          <p:val>
                                            <p:strVal val="#ppt_x"/>
                                          </p:val>
                                        </p:tav>
                                      </p:tavLst>
                                    </p:anim>
                                    <p:anim calcmode="lin" valueType="num">
                                      <p:cBhvr>
                                        <p:cTn id="9" dur="1000" fill="hold"/>
                                        <p:tgtEl>
                                          <p:spTgt spid="5"/>
                                        </p:tgtEl>
                                        <p:attrNameLst>
                                          <p:attrName>ppt_y</p:attrName>
                                        </p:attrNameLst>
                                      </p:cBhvr>
                                      <p:tavLst>
                                        <p:tav tm="0">
                                          <p:val>
                                            <p:strVal val="#ppt_y+.1"/>
                                          </p:val>
                                        </p:tav>
                                        <p:tav tm="100000">
                                          <p:val>
                                            <p:strVal val="#ppt_y"/>
                                          </p:val>
                                        </p:tav>
                                      </p:tavLst>
                                    </p:anim>
                                  </p:childTnLst>
                                </p:cTn>
                              </p:par>
                              <p:par>
                                <p:cTn id="10" presetID="15" presetClass="entr" presetSubtype="0" fill="hold" nodeType="withEffect">
                                  <p:stCondLst>
                                    <p:cond delay="0"/>
                                  </p:stCondLst>
                                  <p:childTnLst>
                                    <p:set>
                                      <p:cBhvr>
                                        <p:cTn id="11" dur="1" fill="hold">
                                          <p:stCondLst>
                                            <p:cond delay="0"/>
                                          </p:stCondLst>
                                        </p:cTn>
                                        <p:tgtEl>
                                          <p:spTgt spid="6"/>
                                        </p:tgtEl>
                                        <p:attrNameLst>
                                          <p:attrName>style.visibility</p:attrName>
                                        </p:attrNameLst>
                                      </p:cBhvr>
                                      <p:to>
                                        <p:strVal val="visible"/>
                                      </p:to>
                                    </p:set>
                                    <p:anim calcmode="lin" valueType="num">
                                      <p:cBhvr>
                                        <p:cTn id="12" dur="1000" fill="hold"/>
                                        <p:tgtEl>
                                          <p:spTgt spid="6"/>
                                        </p:tgtEl>
                                        <p:attrNameLst>
                                          <p:attrName>ppt_w</p:attrName>
                                        </p:attrNameLst>
                                      </p:cBhvr>
                                      <p:tavLst>
                                        <p:tav tm="0">
                                          <p:val>
                                            <p:fltVal val="0"/>
                                          </p:val>
                                        </p:tav>
                                        <p:tav tm="100000">
                                          <p:val>
                                            <p:strVal val="#ppt_w"/>
                                          </p:val>
                                        </p:tav>
                                      </p:tavLst>
                                    </p:anim>
                                    <p:anim calcmode="lin" valueType="num">
                                      <p:cBhvr>
                                        <p:cTn id="13" dur="1000" fill="hold"/>
                                        <p:tgtEl>
                                          <p:spTgt spid="6"/>
                                        </p:tgtEl>
                                        <p:attrNameLst>
                                          <p:attrName>ppt_h</p:attrName>
                                        </p:attrNameLst>
                                      </p:cBhvr>
                                      <p:tavLst>
                                        <p:tav tm="0">
                                          <p:val>
                                            <p:fltVal val="0"/>
                                          </p:val>
                                        </p:tav>
                                        <p:tav tm="100000">
                                          <p:val>
                                            <p:strVal val="#ppt_h"/>
                                          </p:val>
                                        </p:tav>
                                      </p:tavLst>
                                    </p:anim>
                                    <p:anim calcmode="lin" valueType="num">
                                      <p:cBhvr>
                                        <p:cTn id="14" dur="1000" fill="hold"/>
                                        <p:tgtEl>
                                          <p:spTgt spid="6"/>
                                        </p:tgtEl>
                                        <p:attrNameLst>
                                          <p:attrName>ppt_x</p:attrName>
                                        </p:attrNameLst>
                                      </p:cBhvr>
                                      <p:tavLst>
                                        <p:tav tm="0" fmla="#ppt_x+(cos(-2*pi*(1-$))*-#ppt_x-sin(-2*pi*(1-$))*(1-#ppt_y))*(1-$)">
                                          <p:val>
                                            <p:fltVal val="0"/>
                                          </p:val>
                                        </p:tav>
                                        <p:tav tm="100000">
                                          <p:val>
                                            <p:fltVal val="1"/>
                                          </p:val>
                                        </p:tav>
                                      </p:tavLst>
                                    </p:anim>
                                    <p:anim calcmode="lin" valueType="num">
                                      <p:cBhvr>
                                        <p:cTn id="15" dur="1000" fill="hold"/>
                                        <p:tgtEl>
                                          <p:spTgt spid="6"/>
                                        </p:tgtEl>
                                        <p:attrNameLst>
                                          <p:attrName>ppt_y</p:attrName>
                                        </p:attrNameLst>
                                      </p:cBhvr>
                                      <p:tavLst>
                                        <p:tav tm="0" fmla="#ppt_y+(sin(-2*pi*(1-$))*-#ppt_x+cos(-2*pi*(1-$))*(1-#ppt_y))*(1-$)">
                                          <p:val>
                                            <p:fltVal val="0"/>
                                          </p:val>
                                        </p:tav>
                                        <p:tav tm="100000">
                                          <p:val>
                                            <p:fltVal val="1"/>
                                          </p:val>
                                        </p:tav>
                                      </p:tavLst>
                                    </p:anim>
                                  </p:childTnLst>
                                </p:cTn>
                              </p:par>
                            </p:childTnLst>
                          </p:cTn>
                        </p:par>
                      </p:childTnLst>
                    </p:cTn>
                  </p:par>
                  <p:par>
                    <p:cTn id="16" fill="hold">
                      <p:stCondLst>
                        <p:cond delay="indefinite"/>
                      </p:stCondLst>
                      <p:childTnLst>
                        <p:par>
                          <p:cTn id="17" fill="hold">
                            <p:stCondLst>
                              <p:cond delay="0"/>
                            </p:stCondLst>
                            <p:childTnLst>
                              <p:par>
                                <p:cTn id="18" presetID="2" presetClass="entr" presetSubtype="2" fill="hold" grpId="0" nodeType="clickEffect">
                                  <p:stCondLst>
                                    <p:cond delay="0"/>
                                  </p:stCondLst>
                                  <p:childTnLst>
                                    <p:set>
                                      <p:cBhvr>
                                        <p:cTn id="19" dur="1" fill="hold">
                                          <p:stCondLst>
                                            <p:cond delay="0"/>
                                          </p:stCondLst>
                                        </p:cTn>
                                        <p:tgtEl>
                                          <p:spTgt spid="7"/>
                                        </p:tgtEl>
                                        <p:attrNameLst>
                                          <p:attrName>style.visibility</p:attrName>
                                        </p:attrNameLst>
                                      </p:cBhvr>
                                      <p:to>
                                        <p:strVal val="visible"/>
                                      </p:to>
                                    </p:set>
                                    <p:anim calcmode="lin" valueType="num">
                                      <p:cBhvr additive="base">
                                        <p:cTn id="20" dur="500" fill="hold"/>
                                        <p:tgtEl>
                                          <p:spTgt spid="7"/>
                                        </p:tgtEl>
                                        <p:attrNameLst>
                                          <p:attrName>ppt_x</p:attrName>
                                        </p:attrNameLst>
                                      </p:cBhvr>
                                      <p:tavLst>
                                        <p:tav tm="0">
                                          <p:val>
                                            <p:strVal val="1+#ppt_w/2"/>
                                          </p:val>
                                        </p:tav>
                                        <p:tav tm="100000">
                                          <p:val>
                                            <p:strVal val="#ppt_x"/>
                                          </p:val>
                                        </p:tav>
                                      </p:tavLst>
                                    </p:anim>
                                    <p:anim calcmode="lin" valueType="num">
                                      <p:cBhvr additive="base">
                                        <p:cTn id="21" dur="500" fill="hold"/>
                                        <p:tgtEl>
                                          <p:spTgt spid="7"/>
                                        </p:tgtEl>
                                        <p:attrNameLst>
                                          <p:attrName>ppt_y</p:attrName>
                                        </p:attrNameLst>
                                      </p:cBhvr>
                                      <p:tavLst>
                                        <p:tav tm="0">
                                          <p:val>
                                            <p:strVal val="#ppt_y"/>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7" grpId="0" animBg="1"/>
    </p:bldLst>
  </p:timing>
</p:sld>
</file>

<file path=ppt/slides/slide50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4" name="组合 3">
            <a:extLst>
              <a:ext uri="{FF2B5EF4-FFF2-40B4-BE49-F238E27FC236}">
                <a16:creationId xmlns:a16="http://schemas.microsoft.com/office/drawing/2014/main" id="{9A1EA9F2-FCB6-48C3-935F-7AE7E3AD14AC}"/>
              </a:ext>
            </a:extLst>
          </p:cNvPr>
          <p:cNvGrpSpPr/>
          <p:nvPr/>
        </p:nvGrpSpPr>
        <p:grpSpPr>
          <a:xfrm>
            <a:off x="304800" y="749300"/>
            <a:ext cx="4938199" cy="400110"/>
            <a:chOff x="424117" y="898245"/>
            <a:chExt cx="4938199" cy="400110"/>
          </a:xfrm>
        </p:grpSpPr>
        <p:sp>
          <p:nvSpPr>
            <p:cNvPr id="2" name="平行四边形 1">
              <a:extLst>
                <a:ext uri="{FF2B5EF4-FFF2-40B4-BE49-F238E27FC236}">
                  <a16:creationId xmlns:a16="http://schemas.microsoft.com/office/drawing/2014/main" id="{1F5BAA3F-9845-4F89-A2DD-8222D3E4EDAC}"/>
                </a:ext>
              </a:extLst>
            </p:cNvPr>
            <p:cNvSpPr/>
            <p:nvPr/>
          </p:nvSpPr>
          <p:spPr>
            <a:xfrm>
              <a:off x="424117" y="898245"/>
              <a:ext cx="628306" cy="387090"/>
            </a:xfrm>
            <a:prstGeom prst="parallelogram">
              <a:avLst/>
            </a:prstGeom>
            <a:solidFill>
              <a:schemeClr val="accent3">
                <a:lumMod val="75000"/>
              </a:schemeClr>
            </a:solidFill>
            <a:ln>
              <a:solidFill>
                <a:schemeClr val="accent3">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CN" sz="2200" dirty="0">
                  <a:latin typeface="Impact" panose="020B0806030902050204" pitchFamily="34" charset="0"/>
                </a:rPr>
                <a:t>01</a:t>
              </a:r>
              <a:endParaRPr lang="zh-CN" altLang="en-US" sz="2200" dirty="0">
                <a:latin typeface="Impact" panose="020B0806030902050204" pitchFamily="34" charset="0"/>
              </a:endParaRPr>
            </a:p>
          </p:txBody>
        </p:sp>
        <p:sp>
          <p:nvSpPr>
            <p:cNvPr id="3" name="文本框 2">
              <a:extLst>
                <a:ext uri="{FF2B5EF4-FFF2-40B4-BE49-F238E27FC236}">
                  <a16:creationId xmlns:a16="http://schemas.microsoft.com/office/drawing/2014/main" id="{4D6BD736-A4D3-4F26-AFED-36E11F50F70B}"/>
                </a:ext>
              </a:extLst>
            </p:cNvPr>
            <p:cNvSpPr txBox="1"/>
            <p:nvPr/>
          </p:nvSpPr>
          <p:spPr>
            <a:xfrm>
              <a:off x="1052423" y="898245"/>
              <a:ext cx="4309893" cy="400110"/>
            </a:xfrm>
            <a:prstGeom prst="rect">
              <a:avLst/>
            </a:prstGeom>
            <a:noFill/>
          </p:spPr>
          <p:txBody>
            <a:bodyPr wrap="square" rtlCol="0">
              <a:spAutoFit/>
            </a:bodyPr>
            <a:lstStyle/>
            <a:p>
              <a:r>
                <a:rPr lang="zh-CN" altLang="en-US" sz="2000" b="1" dirty="0">
                  <a:solidFill>
                    <a:schemeClr val="tx1"/>
                  </a:solidFill>
                  <a:latin typeface="Arial Narrow" panose="020B0606020202030204" pitchFamily="34" charset="0"/>
                </a:rPr>
                <a:t>以太网的发展</a:t>
              </a:r>
              <a:endParaRPr lang="en-US" altLang="zh-CN" sz="2000" b="1" dirty="0">
                <a:solidFill>
                  <a:schemeClr val="tx1"/>
                </a:solidFill>
                <a:latin typeface="Arial Narrow" panose="020B0606020202030204" pitchFamily="34" charset="0"/>
              </a:endParaRPr>
            </a:p>
          </p:txBody>
        </p:sp>
      </p:grpSp>
      <p:sp>
        <p:nvSpPr>
          <p:cNvPr id="10" name="箭头: V 形 9">
            <a:extLst>
              <a:ext uri="{FF2B5EF4-FFF2-40B4-BE49-F238E27FC236}">
                <a16:creationId xmlns:a16="http://schemas.microsoft.com/office/drawing/2014/main" id="{34BA076E-E332-4E29-BFA1-5FC5A72182DA}"/>
              </a:ext>
            </a:extLst>
          </p:cNvPr>
          <p:cNvSpPr/>
          <p:nvPr/>
        </p:nvSpPr>
        <p:spPr>
          <a:xfrm>
            <a:off x="310566" y="1388438"/>
            <a:ext cx="2361423" cy="786653"/>
          </a:xfrm>
          <a:prstGeom prst="chevron">
            <a:avLst/>
          </a:prstGeom>
          <a:solidFill>
            <a:schemeClr val="bg2">
              <a:lumMod val="90000"/>
            </a:schemeClr>
          </a:solidFill>
          <a:ln>
            <a:solidFill>
              <a:schemeClr val="bg2">
                <a:lumMod val="90000"/>
              </a:schemeClr>
            </a:solidFill>
          </a:ln>
        </p:spPr>
        <p:style>
          <a:lnRef idx="2">
            <a:schemeClr val="accent4">
              <a:shade val="50000"/>
            </a:schemeClr>
          </a:lnRef>
          <a:fillRef idx="1">
            <a:schemeClr val="accent4"/>
          </a:fillRef>
          <a:effectRef idx="0">
            <a:schemeClr val="accent4"/>
          </a:effectRef>
          <a:fontRef idx="minor">
            <a:schemeClr val="lt1"/>
          </a:fontRef>
        </p:style>
        <p:txBody>
          <a:bodyPr rtlCol="0" anchor="ctr"/>
          <a:lstStyle/>
          <a:p>
            <a:pPr algn="ctr"/>
            <a:r>
              <a:rPr lang="en-US" altLang="zh-CN" b="1" dirty="0">
                <a:solidFill>
                  <a:schemeClr val="bg1"/>
                </a:solidFill>
              </a:rPr>
              <a:t>100BASE-T</a:t>
            </a:r>
          </a:p>
          <a:p>
            <a:pPr algn="ctr"/>
            <a:r>
              <a:rPr lang="zh-CN" altLang="en-US" b="1" dirty="0">
                <a:solidFill>
                  <a:schemeClr val="bg1"/>
                </a:solidFill>
              </a:rPr>
              <a:t>以太网</a:t>
            </a:r>
          </a:p>
        </p:txBody>
      </p:sp>
      <p:sp>
        <p:nvSpPr>
          <p:cNvPr id="11" name="箭头: V 形 10">
            <a:extLst>
              <a:ext uri="{FF2B5EF4-FFF2-40B4-BE49-F238E27FC236}">
                <a16:creationId xmlns:a16="http://schemas.microsoft.com/office/drawing/2014/main" id="{A306BDD2-A8C7-4B5E-9ABB-354CA473FA18}"/>
              </a:ext>
            </a:extLst>
          </p:cNvPr>
          <p:cNvSpPr/>
          <p:nvPr/>
        </p:nvSpPr>
        <p:spPr>
          <a:xfrm>
            <a:off x="3382303" y="1388438"/>
            <a:ext cx="2361423" cy="786653"/>
          </a:xfrm>
          <a:prstGeom prst="chevron">
            <a:avLst/>
          </a:prstGeom>
          <a:solidFill>
            <a:schemeClr val="bg2">
              <a:lumMod val="90000"/>
            </a:schemeClr>
          </a:solidFill>
          <a:ln>
            <a:solidFill>
              <a:schemeClr val="bg2">
                <a:lumMod val="90000"/>
              </a:schemeClr>
            </a:solidFill>
          </a:ln>
        </p:spPr>
        <p:style>
          <a:lnRef idx="2">
            <a:schemeClr val="accent3">
              <a:shade val="50000"/>
            </a:schemeClr>
          </a:lnRef>
          <a:fillRef idx="1">
            <a:schemeClr val="accent3"/>
          </a:fillRef>
          <a:effectRef idx="0">
            <a:schemeClr val="accent3"/>
          </a:effectRef>
          <a:fontRef idx="minor">
            <a:schemeClr val="lt1"/>
          </a:fontRef>
        </p:style>
        <p:txBody>
          <a:bodyPr rtlCol="0" anchor="ctr"/>
          <a:lstStyle/>
          <a:p>
            <a:pPr algn="ctr"/>
            <a:r>
              <a:rPr lang="zh-CN" altLang="en-US" b="1" dirty="0">
                <a:solidFill>
                  <a:schemeClr val="bg1"/>
                </a:solidFill>
              </a:rPr>
              <a:t>吉比特</a:t>
            </a:r>
            <a:endParaRPr lang="en-US" altLang="zh-CN" b="1" dirty="0">
              <a:solidFill>
                <a:schemeClr val="bg1"/>
              </a:solidFill>
            </a:endParaRPr>
          </a:p>
          <a:p>
            <a:pPr algn="ctr"/>
            <a:r>
              <a:rPr lang="zh-CN" altLang="en-US" b="1" dirty="0">
                <a:solidFill>
                  <a:schemeClr val="bg1"/>
                </a:solidFill>
              </a:rPr>
              <a:t>以太网</a:t>
            </a:r>
          </a:p>
        </p:txBody>
      </p:sp>
      <p:sp>
        <p:nvSpPr>
          <p:cNvPr id="12" name="箭头: V 形 11">
            <a:extLst>
              <a:ext uri="{FF2B5EF4-FFF2-40B4-BE49-F238E27FC236}">
                <a16:creationId xmlns:a16="http://schemas.microsoft.com/office/drawing/2014/main" id="{7529ED43-0BE1-49BA-8986-763D47E871EA}"/>
              </a:ext>
            </a:extLst>
          </p:cNvPr>
          <p:cNvSpPr/>
          <p:nvPr/>
        </p:nvSpPr>
        <p:spPr>
          <a:xfrm>
            <a:off x="6454040" y="1388438"/>
            <a:ext cx="2361423" cy="786653"/>
          </a:xfrm>
          <a:prstGeom prst="chevron">
            <a:avLst/>
          </a:prstGeom>
          <a:solidFill>
            <a:schemeClr val="bg2">
              <a:lumMod val="90000"/>
            </a:schemeClr>
          </a:solidFill>
          <a:ln>
            <a:solidFill>
              <a:schemeClr val="bg2">
                <a:lumMod val="90000"/>
              </a:schemeClr>
            </a:solidFill>
          </a:ln>
        </p:spPr>
        <p:style>
          <a:lnRef idx="2">
            <a:schemeClr val="accent2">
              <a:shade val="50000"/>
            </a:schemeClr>
          </a:lnRef>
          <a:fillRef idx="1">
            <a:schemeClr val="accent2"/>
          </a:fillRef>
          <a:effectRef idx="0">
            <a:schemeClr val="accent2"/>
          </a:effectRef>
          <a:fontRef idx="minor">
            <a:schemeClr val="lt1"/>
          </a:fontRef>
        </p:style>
        <p:txBody>
          <a:bodyPr rtlCol="0" anchor="ctr"/>
          <a:lstStyle/>
          <a:p>
            <a:pPr algn="ctr"/>
            <a:r>
              <a:rPr lang="en-US" altLang="zh-CN" b="1" dirty="0">
                <a:solidFill>
                  <a:schemeClr val="bg1"/>
                </a:solidFill>
              </a:rPr>
              <a:t>10</a:t>
            </a:r>
            <a:r>
              <a:rPr lang="zh-CN" altLang="en-US" b="1" dirty="0">
                <a:solidFill>
                  <a:schemeClr val="bg1"/>
                </a:solidFill>
              </a:rPr>
              <a:t>吉比特</a:t>
            </a:r>
            <a:endParaRPr lang="en-US" altLang="zh-CN" b="1" dirty="0">
              <a:solidFill>
                <a:schemeClr val="bg1"/>
              </a:solidFill>
            </a:endParaRPr>
          </a:p>
          <a:p>
            <a:pPr algn="ctr"/>
            <a:r>
              <a:rPr lang="zh-CN" altLang="en-US" b="1" dirty="0">
                <a:solidFill>
                  <a:schemeClr val="bg1"/>
                </a:solidFill>
              </a:rPr>
              <a:t>以太网</a:t>
            </a:r>
          </a:p>
        </p:txBody>
      </p:sp>
      <p:sp>
        <p:nvSpPr>
          <p:cNvPr id="13" name="箭头: V 形 12">
            <a:extLst>
              <a:ext uri="{FF2B5EF4-FFF2-40B4-BE49-F238E27FC236}">
                <a16:creationId xmlns:a16="http://schemas.microsoft.com/office/drawing/2014/main" id="{510F0D15-BD28-4DB1-A650-959944656D97}"/>
              </a:ext>
            </a:extLst>
          </p:cNvPr>
          <p:cNvSpPr/>
          <p:nvPr/>
        </p:nvSpPr>
        <p:spPr>
          <a:xfrm>
            <a:off x="9525777" y="1388438"/>
            <a:ext cx="2361423" cy="786653"/>
          </a:xfrm>
          <a:prstGeom prst="chevron">
            <a:avLst/>
          </a:prstGeom>
          <a:solidFill>
            <a:schemeClr val="bg2">
              <a:lumMod val="90000"/>
            </a:schemeClr>
          </a:solidFill>
          <a:ln>
            <a:solidFill>
              <a:schemeClr val="bg2">
                <a:lumMod val="9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CN" b="1" dirty="0">
                <a:solidFill>
                  <a:schemeClr val="bg1"/>
                </a:solidFill>
              </a:rPr>
              <a:t>40/100</a:t>
            </a:r>
            <a:r>
              <a:rPr lang="zh-CN" altLang="en-US" b="1" dirty="0">
                <a:solidFill>
                  <a:schemeClr val="bg1"/>
                </a:solidFill>
              </a:rPr>
              <a:t>吉比特</a:t>
            </a:r>
            <a:endParaRPr lang="en-US" altLang="zh-CN" b="1" dirty="0">
              <a:solidFill>
                <a:schemeClr val="bg1"/>
              </a:solidFill>
            </a:endParaRPr>
          </a:p>
          <a:p>
            <a:pPr algn="ctr"/>
            <a:r>
              <a:rPr lang="zh-CN" altLang="en-US" b="1" dirty="0">
                <a:solidFill>
                  <a:schemeClr val="bg1"/>
                </a:solidFill>
              </a:rPr>
              <a:t>以太网</a:t>
            </a:r>
          </a:p>
        </p:txBody>
      </p:sp>
      <p:sp>
        <p:nvSpPr>
          <p:cNvPr id="20" name="箭头: V 形 19">
            <a:extLst>
              <a:ext uri="{FF2B5EF4-FFF2-40B4-BE49-F238E27FC236}">
                <a16:creationId xmlns:a16="http://schemas.microsoft.com/office/drawing/2014/main" id="{7C1AD93A-5D54-4D64-9BC5-423273F50379}"/>
              </a:ext>
            </a:extLst>
          </p:cNvPr>
          <p:cNvSpPr/>
          <p:nvPr/>
        </p:nvSpPr>
        <p:spPr>
          <a:xfrm>
            <a:off x="3382303" y="1386545"/>
            <a:ext cx="2361423" cy="786653"/>
          </a:xfrm>
          <a:prstGeom prst="chevron">
            <a:avLst/>
          </a:prstGeom>
          <a:ln/>
        </p:spPr>
        <p:style>
          <a:lnRef idx="2">
            <a:schemeClr val="accent3">
              <a:shade val="50000"/>
            </a:schemeClr>
          </a:lnRef>
          <a:fillRef idx="1">
            <a:schemeClr val="accent3"/>
          </a:fillRef>
          <a:effectRef idx="0">
            <a:schemeClr val="accent3"/>
          </a:effectRef>
          <a:fontRef idx="minor">
            <a:schemeClr val="lt1"/>
          </a:fontRef>
        </p:style>
        <p:txBody>
          <a:bodyPr rtlCol="0" anchor="ctr"/>
          <a:lstStyle/>
          <a:p>
            <a:pPr algn="ctr"/>
            <a:r>
              <a:rPr lang="zh-CN" altLang="en-US" b="1" dirty="0">
                <a:solidFill>
                  <a:schemeClr val="bg1"/>
                </a:solidFill>
              </a:rPr>
              <a:t>吉比特</a:t>
            </a:r>
            <a:endParaRPr lang="en-US" altLang="zh-CN" b="1" dirty="0">
              <a:solidFill>
                <a:schemeClr val="bg1"/>
              </a:solidFill>
            </a:endParaRPr>
          </a:p>
          <a:p>
            <a:pPr algn="ctr"/>
            <a:r>
              <a:rPr lang="zh-CN" altLang="en-US" b="1" dirty="0">
                <a:solidFill>
                  <a:schemeClr val="bg1"/>
                </a:solidFill>
              </a:rPr>
              <a:t>以太网</a:t>
            </a:r>
          </a:p>
        </p:txBody>
      </p:sp>
      <p:sp>
        <p:nvSpPr>
          <p:cNvPr id="70" name="矩形 69">
            <a:extLst>
              <a:ext uri="{FF2B5EF4-FFF2-40B4-BE49-F238E27FC236}">
                <a16:creationId xmlns:a16="http://schemas.microsoft.com/office/drawing/2014/main" id="{7A0FD1FD-FDDD-445E-A3BB-91445F2121F6}"/>
              </a:ext>
            </a:extLst>
          </p:cNvPr>
          <p:cNvSpPr/>
          <p:nvPr/>
        </p:nvSpPr>
        <p:spPr>
          <a:xfrm>
            <a:off x="522102" y="2632421"/>
            <a:ext cx="256976" cy="256976"/>
          </a:xfrm>
          <a:prstGeom prst="rect">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71" name="íşlïḍè">
            <a:extLst>
              <a:ext uri="{FF2B5EF4-FFF2-40B4-BE49-F238E27FC236}">
                <a16:creationId xmlns:a16="http://schemas.microsoft.com/office/drawing/2014/main" id="{90341026-F30B-40B1-8C5B-2D58F39E925B}"/>
              </a:ext>
            </a:extLst>
          </p:cNvPr>
          <p:cNvSpPr txBox="1"/>
          <p:nvPr/>
        </p:nvSpPr>
        <p:spPr>
          <a:xfrm>
            <a:off x="839330" y="2578099"/>
            <a:ext cx="11047870" cy="381002"/>
          </a:xfrm>
          <a:prstGeom prst="rect">
            <a:avLst/>
          </a:prstGeom>
          <a:noFill/>
        </p:spPr>
        <p:txBody>
          <a:bodyPr wrap="square" lIns="91440" tIns="45720" rIns="91440" bIns="45720" anchor="ctr">
            <a:noAutofit/>
          </a:bodyPr>
          <a:lstStyle/>
          <a:p>
            <a:r>
              <a:rPr lang="zh-CN" altLang="en-US" b="1" dirty="0">
                <a:latin typeface="Arial Narrow" panose="020B0606020202030204" pitchFamily="34" charset="0"/>
              </a:rPr>
              <a:t>千兆以太网有多种不同的物理层标准：</a:t>
            </a:r>
          </a:p>
        </p:txBody>
      </p:sp>
      <mc:AlternateContent xmlns:mc="http://schemas.openxmlformats.org/markup-compatibility/2006" xmlns:a14="http://schemas.microsoft.com/office/drawing/2010/main">
        <mc:Choice Requires="a14">
          <p:graphicFrame>
            <p:nvGraphicFramePr>
              <p:cNvPr id="72" name="表格 6">
                <a:extLst>
                  <a:ext uri="{FF2B5EF4-FFF2-40B4-BE49-F238E27FC236}">
                    <a16:creationId xmlns:a16="http://schemas.microsoft.com/office/drawing/2014/main" id="{5B2D8B19-B554-44CD-A7EF-32F978941EB7}"/>
                  </a:ext>
                </a:extLst>
              </p:cNvPr>
              <p:cNvGraphicFramePr>
                <a:graphicFrameLocks noGrp="1"/>
              </p:cNvGraphicFramePr>
              <p:nvPr/>
            </p:nvGraphicFramePr>
            <p:xfrm>
              <a:off x="933106" y="3316814"/>
              <a:ext cx="10230822" cy="2577045"/>
            </p:xfrm>
            <a:graphic>
              <a:graphicData uri="http://schemas.openxmlformats.org/drawingml/2006/table">
                <a:tbl>
                  <a:tblPr firstRow="1" bandRow="1">
                    <a:tableStyleId>{F5AB1C69-6EDB-4FF4-983F-18BD219EF322}</a:tableStyleId>
                  </a:tblPr>
                  <a:tblGrid>
                    <a:gridCol w="1649208">
                      <a:extLst>
                        <a:ext uri="{9D8B030D-6E8A-4147-A177-3AD203B41FA5}">
                          <a16:colId xmlns:a16="http://schemas.microsoft.com/office/drawing/2014/main" val="1460316363"/>
                        </a:ext>
                      </a:extLst>
                    </a:gridCol>
                    <a:gridCol w="1649208">
                      <a:extLst>
                        <a:ext uri="{9D8B030D-6E8A-4147-A177-3AD203B41FA5}">
                          <a16:colId xmlns:a16="http://schemas.microsoft.com/office/drawing/2014/main" val="1260571353"/>
                        </a:ext>
                      </a:extLst>
                    </a:gridCol>
                    <a:gridCol w="1649208">
                      <a:extLst>
                        <a:ext uri="{9D8B030D-6E8A-4147-A177-3AD203B41FA5}">
                          <a16:colId xmlns:a16="http://schemas.microsoft.com/office/drawing/2014/main" val="829426134"/>
                        </a:ext>
                      </a:extLst>
                    </a:gridCol>
                    <a:gridCol w="5283198">
                      <a:extLst>
                        <a:ext uri="{9D8B030D-6E8A-4147-A177-3AD203B41FA5}">
                          <a16:colId xmlns:a16="http://schemas.microsoft.com/office/drawing/2014/main" val="1630884401"/>
                        </a:ext>
                      </a:extLst>
                    </a:gridCol>
                  </a:tblGrid>
                  <a:tr h="515409">
                    <a:tc>
                      <a:txBody>
                        <a:bodyPr/>
                        <a:lstStyle/>
                        <a:p>
                          <a:pPr algn="ctr"/>
                          <a:r>
                            <a:rPr lang="zh-CN" altLang="en-US" b="1" dirty="0">
                              <a:solidFill>
                                <a:schemeClr val="bg1"/>
                              </a:solidFill>
                            </a:rPr>
                            <a:t>名    称</a:t>
                          </a:r>
                        </a:p>
                      </a:txBody>
                      <a:tcPr anchor="ctr"/>
                    </a:tc>
                    <a:tc>
                      <a:txBody>
                        <a:bodyPr/>
                        <a:lstStyle/>
                        <a:p>
                          <a:pPr algn="ctr"/>
                          <a:r>
                            <a:rPr lang="zh-CN" altLang="en-US" b="1" dirty="0">
                              <a:solidFill>
                                <a:schemeClr val="bg1"/>
                              </a:solidFill>
                            </a:rPr>
                            <a:t>传 输 介 质</a:t>
                          </a:r>
                        </a:p>
                      </a:txBody>
                      <a:tcPr anchor="ctr"/>
                    </a:tc>
                    <a:tc>
                      <a:txBody>
                        <a:bodyPr/>
                        <a:lstStyle/>
                        <a:p>
                          <a:pPr algn="ctr"/>
                          <a:r>
                            <a:rPr lang="zh-CN" altLang="en-US" b="1" dirty="0">
                              <a:solidFill>
                                <a:schemeClr val="bg1"/>
                              </a:solidFill>
                            </a:rPr>
                            <a:t>网段最大长度</a:t>
                          </a:r>
                        </a:p>
                      </a:txBody>
                      <a:tcPr anchor="ctr"/>
                    </a:tc>
                    <a:tc>
                      <a:txBody>
                        <a:bodyPr/>
                        <a:lstStyle/>
                        <a:p>
                          <a:pPr algn="ctr"/>
                          <a:r>
                            <a:rPr lang="zh-CN" altLang="en-US" b="1" dirty="0">
                              <a:solidFill>
                                <a:schemeClr val="bg1"/>
                              </a:solidFill>
                            </a:rPr>
                            <a:t>说        明</a:t>
                          </a:r>
                        </a:p>
                      </a:txBody>
                      <a:tcPr anchor="ctr"/>
                    </a:tc>
                    <a:extLst>
                      <a:ext uri="{0D108BD9-81ED-4DB2-BD59-A6C34878D82A}">
                        <a16:rowId xmlns:a16="http://schemas.microsoft.com/office/drawing/2014/main" val="4190229482"/>
                      </a:ext>
                    </a:extLst>
                  </a:tr>
                  <a:tr h="515409">
                    <a:tc>
                      <a:txBody>
                        <a:bodyPr/>
                        <a:lstStyle/>
                        <a:p>
                          <a:pPr algn="ctr"/>
                          <a:r>
                            <a:rPr lang="en-US" altLang="zh-CN" b="1" dirty="0">
                              <a:solidFill>
                                <a:schemeClr val="tx1"/>
                              </a:solidFill>
                            </a:rPr>
                            <a:t>1000BASE-SE</a:t>
                          </a:r>
                          <a:endParaRPr lang="zh-CN" altLang="en-US" b="1" dirty="0">
                            <a:solidFill>
                              <a:schemeClr val="tx1"/>
                            </a:solidFill>
                          </a:endParaRPr>
                        </a:p>
                      </a:txBody>
                      <a:tcPr anchor="ctr"/>
                    </a:tc>
                    <a:tc>
                      <a:txBody>
                        <a:bodyPr/>
                        <a:lstStyle/>
                        <a:p>
                          <a:pPr algn="ctr"/>
                          <a:r>
                            <a:rPr lang="zh-CN" altLang="en-US" b="1" dirty="0">
                              <a:solidFill>
                                <a:schemeClr val="tx1"/>
                              </a:solidFill>
                            </a:rPr>
                            <a:t>光缆</a:t>
                          </a:r>
                        </a:p>
                      </a:txBody>
                      <a:tcPr anchor="ctr"/>
                    </a:tc>
                    <a:tc>
                      <a:txBody>
                        <a:bodyPr/>
                        <a:lstStyle/>
                        <a:p>
                          <a:pPr algn="ctr"/>
                          <a:r>
                            <a:rPr lang="en-US" altLang="zh-CN" b="1" dirty="0">
                              <a:solidFill>
                                <a:schemeClr val="tx1"/>
                              </a:solidFill>
                            </a:rPr>
                            <a:t>550m</a:t>
                          </a:r>
                          <a:endParaRPr lang="zh-CN" altLang="en-US" b="1" dirty="0">
                            <a:solidFill>
                              <a:schemeClr val="tx1"/>
                            </a:solidFill>
                          </a:endParaRPr>
                        </a:p>
                      </a:txBody>
                      <a:tcPr anchor="ctr"/>
                    </a:tc>
                    <a:tc>
                      <a:txBody>
                        <a:bodyPr/>
                        <a:lstStyle/>
                        <a:p>
                          <a:pPr algn="ctr"/>
                          <a:r>
                            <a:rPr lang="zh-CN" altLang="en-US" b="1" dirty="0">
                              <a:solidFill>
                                <a:schemeClr val="tx1"/>
                              </a:solidFill>
                            </a:rPr>
                            <a:t>多模光纤（</a:t>
                          </a:r>
                          <a:r>
                            <a:rPr lang="en-US" altLang="zh-CN" b="1" dirty="0">
                              <a:solidFill>
                                <a:schemeClr val="tx1"/>
                              </a:solidFill>
                            </a:rPr>
                            <a:t>50</a:t>
                          </a:r>
                          <a:r>
                            <a:rPr lang="zh-CN" altLang="en-US" b="1" dirty="0">
                              <a:solidFill>
                                <a:schemeClr val="tx1"/>
                              </a:solidFill>
                            </a:rPr>
                            <a:t>和</a:t>
                          </a:r>
                          <a:r>
                            <a:rPr lang="en-US" altLang="zh-CN" b="1" dirty="0">
                              <a:solidFill>
                                <a:schemeClr val="tx1"/>
                              </a:solidFill>
                            </a:rPr>
                            <a:t>62.5</a:t>
                          </a:r>
                          <a14:m>
                            <m:oMath xmlns:m="http://schemas.openxmlformats.org/officeDocument/2006/math">
                              <m:r>
                                <a:rPr lang="el-GR" altLang="zh-CN" b="1" dirty="0" smtClean="0">
                                  <a:solidFill>
                                    <a:schemeClr val="tx1"/>
                                  </a:solidFill>
                                  <a:latin typeface="Cambria Math" panose="02040503050406030204" pitchFamily="18" charset="0"/>
                                </a:rPr>
                                <m:t>𝝁</m:t>
                              </m:r>
                              <m:r>
                                <a:rPr lang="en-US" altLang="zh-CN" b="1" dirty="0" smtClean="0">
                                  <a:solidFill>
                                    <a:schemeClr val="tx1"/>
                                  </a:solidFill>
                                  <a:latin typeface="Cambria Math" panose="02040503050406030204" pitchFamily="18" charset="0"/>
                                </a:rPr>
                                <m:t>𝒎</m:t>
                              </m:r>
                            </m:oMath>
                          </a14:m>
                          <a:r>
                            <a:rPr lang="zh-CN" altLang="en-US" b="1" dirty="0">
                              <a:solidFill>
                                <a:schemeClr val="tx1"/>
                              </a:solidFill>
                            </a:rPr>
                            <a:t>）</a:t>
                          </a:r>
                        </a:p>
                      </a:txBody>
                      <a:tcPr anchor="ctr"/>
                    </a:tc>
                    <a:extLst>
                      <a:ext uri="{0D108BD9-81ED-4DB2-BD59-A6C34878D82A}">
                        <a16:rowId xmlns:a16="http://schemas.microsoft.com/office/drawing/2014/main" val="686696030"/>
                      </a:ext>
                    </a:extLst>
                  </a:tr>
                  <a:tr h="515409">
                    <a:tc>
                      <a:txBody>
                        <a:bodyPr/>
                        <a:lstStyle/>
                        <a:p>
                          <a:pPr algn="ctr"/>
                          <a:r>
                            <a:rPr lang="en-US" altLang="zh-CN" b="1" dirty="0">
                              <a:solidFill>
                                <a:schemeClr val="tx1"/>
                              </a:solidFill>
                            </a:rPr>
                            <a:t>1000BASE-LX</a:t>
                          </a:r>
                          <a:endParaRPr lang="zh-CN" altLang="en-US" b="1" dirty="0">
                            <a:solidFill>
                              <a:schemeClr val="tx1"/>
                            </a:solidFill>
                          </a:endParaRPr>
                        </a:p>
                      </a:txBody>
                      <a:tcPr anchor="ctr"/>
                    </a:tc>
                    <a:tc>
                      <a:txBody>
                        <a:bodyPr/>
                        <a:lstStyle/>
                        <a:p>
                          <a:pPr algn="ctr"/>
                          <a:r>
                            <a:rPr lang="zh-CN" altLang="en-US" b="1" dirty="0">
                              <a:solidFill>
                                <a:schemeClr val="tx1"/>
                              </a:solidFill>
                            </a:rPr>
                            <a:t>光缆</a:t>
                          </a:r>
                        </a:p>
                      </a:txBody>
                      <a:tcPr anchor="ctr"/>
                    </a:tc>
                    <a:tc>
                      <a:txBody>
                        <a:bodyPr/>
                        <a:lstStyle/>
                        <a:p>
                          <a:pPr algn="ctr"/>
                          <a:r>
                            <a:rPr lang="en-US" altLang="zh-CN" b="1" dirty="0">
                              <a:solidFill>
                                <a:schemeClr val="tx1"/>
                              </a:solidFill>
                            </a:rPr>
                            <a:t>5000m</a:t>
                          </a:r>
                          <a:r>
                            <a:rPr lang="zh-CN" altLang="en-US" b="1" dirty="0">
                              <a:solidFill>
                                <a:schemeClr val="tx1"/>
                              </a:solidFill>
                            </a:rPr>
                            <a:t>或</a:t>
                          </a:r>
                          <a:r>
                            <a:rPr lang="en-US" altLang="zh-CN" b="1" dirty="0">
                              <a:solidFill>
                                <a:schemeClr val="tx1"/>
                              </a:solidFill>
                            </a:rPr>
                            <a:t>550m</a:t>
                          </a:r>
                          <a:endParaRPr lang="zh-CN" altLang="en-US" b="1" dirty="0">
                            <a:solidFill>
                              <a:schemeClr val="tx1"/>
                            </a:solidFill>
                          </a:endParaRPr>
                        </a:p>
                      </a:txBody>
                      <a:tcPr anchor="ct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zh-CN" altLang="en-US" b="1" dirty="0">
                              <a:solidFill>
                                <a:schemeClr val="tx1"/>
                              </a:solidFill>
                            </a:rPr>
                            <a:t>单模光纤（</a:t>
                          </a:r>
                          <a:r>
                            <a:rPr lang="en-US" altLang="zh-CN" b="1" dirty="0">
                              <a:solidFill>
                                <a:schemeClr val="tx1"/>
                              </a:solidFill>
                            </a:rPr>
                            <a:t>10</a:t>
                          </a:r>
                          <a14:m>
                            <m:oMath xmlns:m="http://schemas.openxmlformats.org/officeDocument/2006/math">
                              <m:r>
                                <a:rPr lang="el-GR" altLang="zh-CN" b="1" dirty="0" smtClean="0">
                                  <a:solidFill>
                                    <a:schemeClr val="tx1"/>
                                  </a:solidFill>
                                  <a:latin typeface="Cambria Math" panose="02040503050406030204" pitchFamily="18" charset="0"/>
                                </a:rPr>
                                <m:t>𝝁</m:t>
                              </m:r>
                              <m:r>
                                <a:rPr lang="en-US" altLang="zh-CN" b="1" dirty="0" smtClean="0">
                                  <a:solidFill>
                                    <a:schemeClr val="tx1"/>
                                  </a:solidFill>
                                  <a:latin typeface="Cambria Math" panose="02040503050406030204" pitchFamily="18" charset="0"/>
                                </a:rPr>
                                <m:t>𝒎</m:t>
                              </m:r>
                            </m:oMath>
                          </a14:m>
                          <a:r>
                            <a:rPr lang="zh-CN" altLang="en-US" b="1" dirty="0">
                              <a:solidFill>
                                <a:schemeClr val="tx1"/>
                              </a:solidFill>
                            </a:rPr>
                            <a:t>）或多模光纤（</a:t>
                          </a:r>
                          <a:r>
                            <a:rPr lang="en-US" altLang="zh-CN" b="1" dirty="0">
                              <a:solidFill>
                                <a:schemeClr val="tx1"/>
                              </a:solidFill>
                            </a:rPr>
                            <a:t>50</a:t>
                          </a:r>
                          <a:r>
                            <a:rPr lang="zh-CN" altLang="en-US" b="1" dirty="0">
                              <a:solidFill>
                                <a:schemeClr val="tx1"/>
                              </a:solidFill>
                            </a:rPr>
                            <a:t>和</a:t>
                          </a:r>
                          <a:r>
                            <a:rPr lang="en-US" altLang="zh-CN" b="1" dirty="0">
                              <a:solidFill>
                                <a:schemeClr val="tx1"/>
                              </a:solidFill>
                            </a:rPr>
                            <a:t>62.5</a:t>
                          </a:r>
                          <a14:m>
                            <m:oMath xmlns:m="http://schemas.openxmlformats.org/officeDocument/2006/math">
                              <m:r>
                                <a:rPr lang="el-GR" altLang="zh-CN" b="1" dirty="0" smtClean="0">
                                  <a:solidFill>
                                    <a:schemeClr val="tx1"/>
                                  </a:solidFill>
                                  <a:latin typeface="Cambria Math" panose="02040503050406030204" pitchFamily="18" charset="0"/>
                                </a:rPr>
                                <m:t>𝝁</m:t>
                              </m:r>
                              <m:r>
                                <a:rPr lang="en-US" altLang="zh-CN" b="1" dirty="0" smtClean="0">
                                  <a:solidFill>
                                    <a:schemeClr val="tx1"/>
                                  </a:solidFill>
                                  <a:latin typeface="Cambria Math" panose="02040503050406030204" pitchFamily="18" charset="0"/>
                                </a:rPr>
                                <m:t>𝒎</m:t>
                              </m:r>
                            </m:oMath>
                          </a14:m>
                          <a:r>
                            <a:rPr lang="zh-CN" altLang="en-US" b="1" dirty="0">
                              <a:solidFill>
                                <a:schemeClr val="tx1"/>
                              </a:solidFill>
                            </a:rPr>
                            <a:t>）</a:t>
                          </a:r>
                        </a:p>
                      </a:txBody>
                      <a:tcPr anchor="ctr"/>
                    </a:tc>
                    <a:extLst>
                      <a:ext uri="{0D108BD9-81ED-4DB2-BD59-A6C34878D82A}">
                        <a16:rowId xmlns:a16="http://schemas.microsoft.com/office/drawing/2014/main" val="3870551435"/>
                      </a:ext>
                    </a:extLst>
                  </a:tr>
                  <a:tr h="515409">
                    <a:tc>
                      <a:txBody>
                        <a:bodyPr/>
                        <a:lstStyle/>
                        <a:p>
                          <a:pPr algn="ctr"/>
                          <a:r>
                            <a:rPr lang="en-US" altLang="zh-CN" b="1" dirty="0">
                              <a:solidFill>
                                <a:schemeClr val="tx1"/>
                              </a:solidFill>
                            </a:rPr>
                            <a:t>1000BASE-CX</a:t>
                          </a:r>
                          <a:endParaRPr lang="zh-CN" altLang="en-US" b="1" dirty="0">
                            <a:solidFill>
                              <a:schemeClr val="tx1"/>
                            </a:solidFill>
                          </a:endParaRPr>
                        </a:p>
                      </a:txBody>
                      <a:tcPr anchor="ctr"/>
                    </a:tc>
                    <a:tc>
                      <a:txBody>
                        <a:bodyPr/>
                        <a:lstStyle/>
                        <a:p>
                          <a:pPr algn="ctr"/>
                          <a:r>
                            <a:rPr lang="zh-CN" altLang="en-US" b="1" dirty="0">
                              <a:solidFill>
                                <a:schemeClr val="tx1"/>
                              </a:solidFill>
                            </a:rPr>
                            <a:t>铜缆</a:t>
                          </a:r>
                        </a:p>
                      </a:txBody>
                      <a:tcPr anchor="ctr"/>
                    </a:tc>
                    <a:tc>
                      <a:txBody>
                        <a:bodyPr/>
                        <a:lstStyle/>
                        <a:p>
                          <a:pPr algn="ctr"/>
                          <a:r>
                            <a:rPr lang="en-US" altLang="zh-CN" b="1" dirty="0">
                              <a:solidFill>
                                <a:schemeClr val="tx1"/>
                              </a:solidFill>
                            </a:rPr>
                            <a:t>25m</a:t>
                          </a:r>
                          <a:endParaRPr lang="zh-CN" altLang="en-US" b="1" dirty="0">
                            <a:solidFill>
                              <a:schemeClr val="tx1"/>
                            </a:solidFill>
                          </a:endParaRPr>
                        </a:p>
                      </a:txBody>
                      <a:tcPr anchor="ctr"/>
                    </a:tc>
                    <a:tc>
                      <a:txBody>
                        <a:bodyPr/>
                        <a:lstStyle/>
                        <a:p>
                          <a:pPr algn="ctr"/>
                          <a:r>
                            <a:rPr lang="zh-CN" altLang="en-US" b="1" dirty="0">
                              <a:solidFill>
                                <a:schemeClr val="tx1"/>
                              </a:solidFill>
                            </a:rPr>
                            <a:t>使用</a:t>
                          </a:r>
                          <a:r>
                            <a:rPr lang="en-US" altLang="zh-CN" b="1" dirty="0">
                              <a:solidFill>
                                <a:schemeClr val="tx1"/>
                              </a:solidFill>
                            </a:rPr>
                            <a:t>2</a:t>
                          </a:r>
                          <a:r>
                            <a:rPr lang="zh-CN" altLang="en-US" b="1" dirty="0">
                              <a:solidFill>
                                <a:schemeClr val="tx1"/>
                              </a:solidFill>
                            </a:rPr>
                            <a:t>对屏蔽双绞线电缆</a:t>
                          </a:r>
                          <a:r>
                            <a:rPr lang="en-US" altLang="zh-CN" b="1" dirty="0">
                              <a:solidFill>
                                <a:schemeClr val="tx1"/>
                              </a:solidFill>
                            </a:rPr>
                            <a:t>STP</a:t>
                          </a:r>
                          <a:endParaRPr lang="zh-CN" altLang="en-US" b="1" dirty="0">
                            <a:solidFill>
                              <a:schemeClr val="tx1"/>
                            </a:solidFill>
                          </a:endParaRPr>
                        </a:p>
                      </a:txBody>
                      <a:tcPr anchor="ctr"/>
                    </a:tc>
                    <a:extLst>
                      <a:ext uri="{0D108BD9-81ED-4DB2-BD59-A6C34878D82A}">
                        <a16:rowId xmlns:a16="http://schemas.microsoft.com/office/drawing/2014/main" val="3093312108"/>
                      </a:ext>
                    </a:extLst>
                  </a:tr>
                  <a:tr h="515409">
                    <a:tc>
                      <a:txBody>
                        <a:bodyPr/>
                        <a:lstStyle/>
                        <a:p>
                          <a:pPr algn="ctr"/>
                          <a:r>
                            <a:rPr lang="en-US" altLang="zh-CN" b="1" dirty="0">
                              <a:solidFill>
                                <a:schemeClr val="tx1"/>
                              </a:solidFill>
                            </a:rPr>
                            <a:t>1000BASE-T</a:t>
                          </a:r>
                          <a:endParaRPr lang="zh-CN" altLang="en-US" b="1" dirty="0">
                            <a:solidFill>
                              <a:schemeClr val="tx1"/>
                            </a:solidFill>
                          </a:endParaRPr>
                        </a:p>
                      </a:txBody>
                      <a:tcPr anchor="ctr"/>
                    </a:tc>
                    <a:tc>
                      <a:txBody>
                        <a:bodyPr/>
                        <a:lstStyle/>
                        <a:p>
                          <a:pPr algn="ctr"/>
                          <a:r>
                            <a:rPr lang="zh-CN" altLang="en-US" b="1" dirty="0">
                              <a:solidFill>
                                <a:schemeClr val="tx1"/>
                              </a:solidFill>
                            </a:rPr>
                            <a:t>铜缆</a:t>
                          </a:r>
                        </a:p>
                      </a:txBody>
                      <a:tcPr anchor="ctr"/>
                    </a:tc>
                    <a:tc>
                      <a:txBody>
                        <a:bodyPr/>
                        <a:lstStyle/>
                        <a:p>
                          <a:pPr algn="ctr"/>
                          <a:r>
                            <a:rPr lang="en-US" altLang="zh-CN" b="1" dirty="0">
                              <a:solidFill>
                                <a:schemeClr val="tx1"/>
                              </a:solidFill>
                            </a:rPr>
                            <a:t>100m</a:t>
                          </a:r>
                          <a:endParaRPr lang="zh-CN" altLang="en-US" b="1" dirty="0">
                            <a:solidFill>
                              <a:schemeClr val="tx1"/>
                            </a:solidFill>
                          </a:endParaRPr>
                        </a:p>
                      </a:txBody>
                      <a:tcPr anchor="ctr"/>
                    </a:tc>
                    <a:tc>
                      <a:txBody>
                        <a:bodyPr/>
                        <a:lstStyle/>
                        <a:p>
                          <a:pPr algn="ctr"/>
                          <a:r>
                            <a:rPr lang="zh-CN" altLang="en-US" b="1" dirty="0">
                              <a:solidFill>
                                <a:schemeClr val="tx1"/>
                              </a:solidFill>
                            </a:rPr>
                            <a:t>使用</a:t>
                          </a:r>
                          <a:r>
                            <a:rPr lang="en-US" altLang="zh-CN" b="1" dirty="0">
                              <a:solidFill>
                                <a:schemeClr val="tx1"/>
                              </a:solidFill>
                            </a:rPr>
                            <a:t>4</a:t>
                          </a:r>
                          <a:r>
                            <a:rPr lang="zh-CN" altLang="en-US" b="1" dirty="0">
                              <a:solidFill>
                                <a:schemeClr val="tx1"/>
                              </a:solidFill>
                            </a:rPr>
                            <a:t>对</a:t>
                          </a:r>
                          <a:r>
                            <a:rPr lang="en-US" altLang="zh-CN" b="1" dirty="0">
                              <a:solidFill>
                                <a:schemeClr val="tx1"/>
                              </a:solidFill>
                            </a:rPr>
                            <a:t>UTP5</a:t>
                          </a:r>
                          <a:r>
                            <a:rPr lang="zh-CN" altLang="en-US" b="1" dirty="0">
                              <a:solidFill>
                                <a:schemeClr val="tx1"/>
                              </a:solidFill>
                            </a:rPr>
                            <a:t>类线</a:t>
                          </a:r>
                        </a:p>
                      </a:txBody>
                      <a:tcPr anchor="ctr"/>
                    </a:tc>
                    <a:extLst>
                      <a:ext uri="{0D108BD9-81ED-4DB2-BD59-A6C34878D82A}">
                        <a16:rowId xmlns:a16="http://schemas.microsoft.com/office/drawing/2014/main" val="2392440841"/>
                      </a:ext>
                    </a:extLst>
                  </a:tr>
                </a:tbl>
              </a:graphicData>
            </a:graphic>
          </p:graphicFrame>
        </mc:Choice>
        <mc:Fallback xmlns="">
          <p:graphicFrame>
            <p:nvGraphicFramePr>
              <p:cNvPr id="72" name="表格 6">
                <a:extLst>
                  <a:ext uri="{FF2B5EF4-FFF2-40B4-BE49-F238E27FC236}">
                    <a16:creationId xmlns:a16="http://schemas.microsoft.com/office/drawing/2014/main" id="{5B2D8B19-B554-44CD-A7EF-32F978941EB7}"/>
                  </a:ext>
                </a:extLst>
              </p:cNvPr>
              <p:cNvGraphicFramePr>
                <a:graphicFrameLocks noGrp="1"/>
              </p:cNvGraphicFramePr>
              <p:nvPr>
                <p:extLst>
                  <p:ext uri="{D42A27DB-BD31-4B8C-83A1-F6EECF244321}">
                    <p14:modId xmlns:p14="http://schemas.microsoft.com/office/powerpoint/2010/main" val="4253959939"/>
                  </p:ext>
                </p:extLst>
              </p:nvPr>
            </p:nvGraphicFramePr>
            <p:xfrm>
              <a:off x="933106" y="3316814"/>
              <a:ext cx="10230822" cy="2577045"/>
            </p:xfrm>
            <a:graphic>
              <a:graphicData uri="http://schemas.openxmlformats.org/drawingml/2006/table">
                <a:tbl>
                  <a:tblPr firstRow="1" bandRow="1">
                    <a:tableStyleId>{F5AB1C69-6EDB-4FF4-983F-18BD219EF322}</a:tableStyleId>
                  </a:tblPr>
                  <a:tblGrid>
                    <a:gridCol w="1649208">
                      <a:extLst>
                        <a:ext uri="{9D8B030D-6E8A-4147-A177-3AD203B41FA5}">
                          <a16:colId xmlns:a16="http://schemas.microsoft.com/office/drawing/2014/main" val="1460316363"/>
                        </a:ext>
                      </a:extLst>
                    </a:gridCol>
                    <a:gridCol w="1649208">
                      <a:extLst>
                        <a:ext uri="{9D8B030D-6E8A-4147-A177-3AD203B41FA5}">
                          <a16:colId xmlns:a16="http://schemas.microsoft.com/office/drawing/2014/main" val="1260571353"/>
                        </a:ext>
                      </a:extLst>
                    </a:gridCol>
                    <a:gridCol w="1649208">
                      <a:extLst>
                        <a:ext uri="{9D8B030D-6E8A-4147-A177-3AD203B41FA5}">
                          <a16:colId xmlns:a16="http://schemas.microsoft.com/office/drawing/2014/main" val="829426134"/>
                        </a:ext>
                      </a:extLst>
                    </a:gridCol>
                    <a:gridCol w="5283198">
                      <a:extLst>
                        <a:ext uri="{9D8B030D-6E8A-4147-A177-3AD203B41FA5}">
                          <a16:colId xmlns:a16="http://schemas.microsoft.com/office/drawing/2014/main" val="1630884401"/>
                        </a:ext>
                      </a:extLst>
                    </a:gridCol>
                  </a:tblGrid>
                  <a:tr h="515409">
                    <a:tc>
                      <a:txBody>
                        <a:bodyPr/>
                        <a:lstStyle/>
                        <a:p>
                          <a:pPr algn="ctr"/>
                          <a:r>
                            <a:rPr lang="zh-CN" altLang="en-US" b="1" dirty="0">
                              <a:solidFill>
                                <a:schemeClr val="bg1"/>
                              </a:solidFill>
                            </a:rPr>
                            <a:t>名    称</a:t>
                          </a:r>
                        </a:p>
                      </a:txBody>
                      <a:tcPr anchor="ctr"/>
                    </a:tc>
                    <a:tc>
                      <a:txBody>
                        <a:bodyPr/>
                        <a:lstStyle/>
                        <a:p>
                          <a:pPr algn="ctr"/>
                          <a:r>
                            <a:rPr lang="zh-CN" altLang="en-US" b="1" dirty="0">
                              <a:solidFill>
                                <a:schemeClr val="bg1"/>
                              </a:solidFill>
                            </a:rPr>
                            <a:t>传 输 介 质</a:t>
                          </a:r>
                        </a:p>
                      </a:txBody>
                      <a:tcPr anchor="ctr"/>
                    </a:tc>
                    <a:tc>
                      <a:txBody>
                        <a:bodyPr/>
                        <a:lstStyle/>
                        <a:p>
                          <a:pPr algn="ctr"/>
                          <a:r>
                            <a:rPr lang="zh-CN" altLang="en-US" b="1" dirty="0">
                              <a:solidFill>
                                <a:schemeClr val="bg1"/>
                              </a:solidFill>
                            </a:rPr>
                            <a:t>网段最大长度</a:t>
                          </a:r>
                        </a:p>
                      </a:txBody>
                      <a:tcPr anchor="ctr"/>
                    </a:tc>
                    <a:tc>
                      <a:txBody>
                        <a:bodyPr/>
                        <a:lstStyle/>
                        <a:p>
                          <a:pPr algn="ctr"/>
                          <a:r>
                            <a:rPr lang="zh-CN" altLang="en-US" b="1" dirty="0">
                              <a:solidFill>
                                <a:schemeClr val="bg1"/>
                              </a:solidFill>
                            </a:rPr>
                            <a:t>说        明</a:t>
                          </a:r>
                        </a:p>
                      </a:txBody>
                      <a:tcPr anchor="ctr"/>
                    </a:tc>
                    <a:extLst>
                      <a:ext uri="{0D108BD9-81ED-4DB2-BD59-A6C34878D82A}">
                        <a16:rowId xmlns:a16="http://schemas.microsoft.com/office/drawing/2014/main" val="4190229482"/>
                      </a:ext>
                    </a:extLst>
                  </a:tr>
                  <a:tr h="515409">
                    <a:tc>
                      <a:txBody>
                        <a:bodyPr/>
                        <a:lstStyle/>
                        <a:p>
                          <a:pPr algn="ctr"/>
                          <a:r>
                            <a:rPr lang="en-US" altLang="zh-CN" b="1" dirty="0">
                              <a:solidFill>
                                <a:schemeClr val="tx1"/>
                              </a:solidFill>
                            </a:rPr>
                            <a:t>1000BASE-SE</a:t>
                          </a:r>
                          <a:endParaRPr lang="zh-CN" altLang="en-US" b="1" dirty="0">
                            <a:solidFill>
                              <a:schemeClr val="tx1"/>
                            </a:solidFill>
                          </a:endParaRPr>
                        </a:p>
                      </a:txBody>
                      <a:tcPr anchor="ctr"/>
                    </a:tc>
                    <a:tc>
                      <a:txBody>
                        <a:bodyPr/>
                        <a:lstStyle/>
                        <a:p>
                          <a:pPr algn="ctr"/>
                          <a:r>
                            <a:rPr lang="zh-CN" altLang="en-US" b="1" dirty="0">
                              <a:solidFill>
                                <a:schemeClr val="tx1"/>
                              </a:solidFill>
                            </a:rPr>
                            <a:t>光缆</a:t>
                          </a:r>
                        </a:p>
                      </a:txBody>
                      <a:tcPr anchor="ctr"/>
                    </a:tc>
                    <a:tc>
                      <a:txBody>
                        <a:bodyPr/>
                        <a:lstStyle/>
                        <a:p>
                          <a:pPr algn="ctr"/>
                          <a:r>
                            <a:rPr lang="en-US" altLang="zh-CN" b="1" dirty="0">
                              <a:solidFill>
                                <a:schemeClr val="tx1"/>
                              </a:solidFill>
                            </a:rPr>
                            <a:t>550m</a:t>
                          </a:r>
                          <a:endParaRPr lang="zh-CN" altLang="en-US" b="1" dirty="0">
                            <a:solidFill>
                              <a:schemeClr val="tx1"/>
                            </a:solidFill>
                          </a:endParaRPr>
                        </a:p>
                      </a:txBody>
                      <a:tcPr anchor="ctr"/>
                    </a:tc>
                    <a:tc>
                      <a:txBody>
                        <a:bodyPr/>
                        <a:lstStyle/>
                        <a:p>
                          <a:endParaRPr lang="zh-CN"/>
                        </a:p>
                      </a:txBody>
                      <a:tcPr anchor="ctr">
                        <a:blipFill>
                          <a:blip r:embed="rId3"/>
                          <a:stretch>
                            <a:fillRect l="-93772" t="-102381" r="-461" b="-308333"/>
                          </a:stretch>
                        </a:blipFill>
                      </a:tcPr>
                    </a:tc>
                    <a:extLst>
                      <a:ext uri="{0D108BD9-81ED-4DB2-BD59-A6C34878D82A}">
                        <a16:rowId xmlns:a16="http://schemas.microsoft.com/office/drawing/2014/main" val="686696030"/>
                      </a:ext>
                    </a:extLst>
                  </a:tr>
                  <a:tr h="515409">
                    <a:tc>
                      <a:txBody>
                        <a:bodyPr/>
                        <a:lstStyle/>
                        <a:p>
                          <a:pPr algn="ctr"/>
                          <a:r>
                            <a:rPr lang="en-US" altLang="zh-CN" b="1" dirty="0">
                              <a:solidFill>
                                <a:schemeClr val="tx1"/>
                              </a:solidFill>
                            </a:rPr>
                            <a:t>1000BASE-LX</a:t>
                          </a:r>
                          <a:endParaRPr lang="zh-CN" altLang="en-US" b="1" dirty="0">
                            <a:solidFill>
                              <a:schemeClr val="tx1"/>
                            </a:solidFill>
                          </a:endParaRPr>
                        </a:p>
                      </a:txBody>
                      <a:tcPr anchor="ctr"/>
                    </a:tc>
                    <a:tc>
                      <a:txBody>
                        <a:bodyPr/>
                        <a:lstStyle/>
                        <a:p>
                          <a:pPr algn="ctr"/>
                          <a:r>
                            <a:rPr lang="zh-CN" altLang="en-US" b="1" dirty="0">
                              <a:solidFill>
                                <a:schemeClr val="tx1"/>
                              </a:solidFill>
                            </a:rPr>
                            <a:t>光缆</a:t>
                          </a:r>
                        </a:p>
                      </a:txBody>
                      <a:tcPr anchor="ctr"/>
                    </a:tc>
                    <a:tc>
                      <a:txBody>
                        <a:bodyPr/>
                        <a:lstStyle/>
                        <a:p>
                          <a:pPr algn="ctr"/>
                          <a:r>
                            <a:rPr lang="en-US" altLang="zh-CN" b="1" dirty="0">
                              <a:solidFill>
                                <a:schemeClr val="tx1"/>
                              </a:solidFill>
                            </a:rPr>
                            <a:t>5000m</a:t>
                          </a:r>
                          <a:r>
                            <a:rPr lang="zh-CN" altLang="en-US" b="1" dirty="0">
                              <a:solidFill>
                                <a:schemeClr val="tx1"/>
                              </a:solidFill>
                            </a:rPr>
                            <a:t>或</a:t>
                          </a:r>
                          <a:r>
                            <a:rPr lang="en-US" altLang="zh-CN" b="1" dirty="0">
                              <a:solidFill>
                                <a:schemeClr val="tx1"/>
                              </a:solidFill>
                            </a:rPr>
                            <a:t>550m</a:t>
                          </a:r>
                          <a:endParaRPr lang="zh-CN" altLang="en-US" b="1" dirty="0">
                            <a:solidFill>
                              <a:schemeClr val="tx1"/>
                            </a:solidFill>
                          </a:endParaRPr>
                        </a:p>
                      </a:txBody>
                      <a:tcPr anchor="ctr"/>
                    </a:tc>
                    <a:tc>
                      <a:txBody>
                        <a:bodyPr/>
                        <a:lstStyle/>
                        <a:p>
                          <a:endParaRPr lang="zh-CN"/>
                        </a:p>
                      </a:txBody>
                      <a:tcPr anchor="ctr">
                        <a:blipFill>
                          <a:blip r:embed="rId3"/>
                          <a:stretch>
                            <a:fillRect l="-93772" t="-200000" r="-461" b="-204706"/>
                          </a:stretch>
                        </a:blipFill>
                      </a:tcPr>
                    </a:tc>
                    <a:extLst>
                      <a:ext uri="{0D108BD9-81ED-4DB2-BD59-A6C34878D82A}">
                        <a16:rowId xmlns:a16="http://schemas.microsoft.com/office/drawing/2014/main" val="3870551435"/>
                      </a:ext>
                    </a:extLst>
                  </a:tr>
                  <a:tr h="515409">
                    <a:tc>
                      <a:txBody>
                        <a:bodyPr/>
                        <a:lstStyle/>
                        <a:p>
                          <a:pPr algn="ctr"/>
                          <a:r>
                            <a:rPr lang="en-US" altLang="zh-CN" b="1" dirty="0">
                              <a:solidFill>
                                <a:schemeClr val="tx1"/>
                              </a:solidFill>
                            </a:rPr>
                            <a:t>1000BASE-CX</a:t>
                          </a:r>
                          <a:endParaRPr lang="zh-CN" altLang="en-US" b="1" dirty="0">
                            <a:solidFill>
                              <a:schemeClr val="tx1"/>
                            </a:solidFill>
                          </a:endParaRPr>
                        </a:p>
                      </a:txBody>
                      <a:tcPr anchor="ctr"/>
                    </a:tc>
                    <a:tc>
                      <a:txBody>
                        <a:bodyPr/>
                        <a:lstStyle/>
                        <a:p>
                          <a:pPr algn="ctr"/>
                          <a:r>
                            <a:rPr lang="zh-CN" altLang="en-US" b="1" dirty="0">
                              <a:solidFill>
                                <a:schemeClr val="tx1"/>
                              </a:solidFill>
                            </a:rPr>
                            <a:t>铜缆</a:t>
                          </a:r>
                        </a:p>
                      </a:txBody>
                      <a:tcPr anchor="ctr"/>
                    </a:tc>
                    <a:tc>
                      <a:txBody>
                        <a:bodyPr/>
                        <a:lstStyle/>
                        <a:p>
                          <a:pPr algn="ctr"/>
                          <a:r>
                            <a:rPr lang="en-US" altLang="zh-CN" b="1" dirty="0">
                              <a:solidFill>
                                <a:schemeClr val="tx1"/>
                              </a:solidFill>
                            </a:rPr>
                            <a:t>25m</a:t>
                          </a:r>
                          <a:endParaRPr lang="zh-CN" altLang="en-US" b="1" dirty="0">
                            <a:solidFill>
                              <a:schemeClr val="tx1"/>
                            </a:solidFill>
                          </a:endParaRPr>
                        </a:p>
                      </a:txBody>
                      <a:tcPr anchor="ctr"/>
                    </a:tc>
                    <a:tc>
                      <a:txBody>
                        <a:bodyPr/>
                        <a:lstStyle/>
                        <a:p>
                          <a:pPr algn="ctr"/>
                          <a:r>
                            <a:rPr lang="zh-CN" altLang="en-US" b="1" dirty="0">
                              <a:solidFill>
                                <a:schemeClr val="tx1"/>
                              </a:solidFill>
                            </a:rPr>
                            <a:t>使用</a:t>
                          </a:r>
                          <a:r>
                            <a:rPr lang="en-US" altLang="zh-CN" b="1" dirty="0">
                              <a:solidFill>
                                <a:schemeClr val="tx1"/>
                              </a:solidFill>
                            </a:rPr>
                            <a:t>2</a:t>
                          </a:r>
                          <a:r>
                            <a:rPr lang="zh-CN" altLang="en-US" b="1" dirty="0">
                              <a:solidFill>
                                <a:schemeClr val="tx1"/>
                              </a:solidFill>
                            </a:rPr>
                            <a:t>对屏蔽双绞线电缆</a:t>
                          </a:r>
                          <a:r>
                            <a:rPr lang="en-US" altLang="zh-CN" b="1" dirty="0">
                              <a:solidFill>
                                <a:schemeClr val="tx1"/>
                              </a:solidFill>
                            </a:rPr>
                            <a:t>STP</a:t>
                          </a:r>
                          <a:endParaRPr lang="zh-CN" altLang="en-US" b="1" dirty="0">
                            <a:solidFill>
                              <a:schemeClr val="tx1"/>
                            </a:solidFill>
                          </a:endParaRPr>
                        </a:p>
                      </a:txBody>
                      <a:tcPr anchor="ctr"/>
                    </a:tc>
                    <a:extLst>
                      <a:ext uri="{0D108BD9-81ED-4DB2-BD59-A6C34878D82A}">
                        <a16:rowId xmlns:a16="http://schemas.microsoft.com/office/drawing/2014/main" val="3093312108"/>
                      </a:ext>
                    </a:extLst>
                  </a:tr>
                  <a:tr h="515409">
                    <a:tc>
                      <a:txBody>
                        <a:bodyPr/>
                        <a:lstStyle/>
                        <a:p>
                          <a:pPr algn="ctr"/>
                          <a:r>
                            <a:rPr lang="en-US" altLang="zh-CN" b="1" dirty="0">
                              <a:solidFill>
                                <a:schemeClr val="tx1"/>
                              </a:solidFill>
                            </a:rPr>
                            <a:t>1000BASE-T</a:t>
                          </a:r>
                          <a:endParaRPr lang="zh-CN" altLang="en-US" b="1" dirty="0">
                            <a:solidFill>
                              <a:schemeClr val="tx1"/>
                            </a:solidFill>
                          </a:endParaRPr>
                        </a:p>
                      </a:txBody>
                      <a:tcPr anchor="ctr"/>
                    </a:tc>
                    <a:tc>
                      <a:txBody>
                        <a:bodyPr/>
                        <a:lstStyle/>
                        <a:p>
                          <a:pPr algn="ctr"/>
                          <a:r>
                            <a:rPr lang="zh-CN" altLang="en-US" b="1" dirty="0">
                              <a:solidFill>
                                <a:schemeClr val="tx1"/>
                              </a:solidFill>
                            </a:rPr>
                            <a:t>铜缆</a:t>
                          </a:r>
                        </a:p>
                      </a:txBody>
                      <a:tcPr anchor="ctr"/>
                    </a:tc>
                    <a:tc>
                      <a:txBody>
                        <a:bodyPr/>
                        <a:lstStyle/>
                        <a:p>
                          <a:pPr algn="ctr"/>
                          <a:r>
                            <a:rPr lang="en-US" altLang="zh-CN" b="1" dirty="0">
                              <a:solidFill>
                                <a:schemeClr val="tx1"/>
                              </a:solidFill>
                            </a:rPr>
                            <a:t>100m</a:t>
                          </a:r>
                          <a:endParaRPr lang="zh-CN" altLang="en-US" b="1" dirty="0">
                            <a:solidFill>
                              <a:schemeClr val="tx1"/>
                            </a:solidFill>
                          </a:endParaRPr>
                        </a:p>
                      </a:txBody>
                      <a:tcPr anchor="ctr"/>
                    </a:tc>
                    <a:tc>
                      <a:txBody>
                        <a:bodyPr/>
                        <a:lstStyle/>
                        <a:p>
                          <a:pPr algn="ctr"/>
                          <a:r>
                            <a:rPr lang="zh-CN" altLang="en-US" b="1" dirty="0">
                              <a:solidFill>
                                <a:schemeClr val="tx1"/>
                              </a:solidFill>
                            </a:rPr>
                            <a:t>使用</a:t>
                          </a:r>
                          <a:r>
                            <a:rPr lang="en-US" altLang="zh-CN" b="1" dirty="0">
                              <a:solidFill>
                                <a:schemeClr val="tx1"/>
                              </a:solidFill>
                            </a:rPr>
                            <a:t>4</a:t>
                          </a:r>
                          <a:r>
                            <a:rPr lang="zh-CN" altLang="en-US" b="1" dirty="0">
                              <a:solidFill>
                                <a:schemeClr val="tx1"/>
                              </a:solidFill>
                            </a:rPr>
                            <a:t>对</a:t>
                          </a:r>
                          <a:r>
                            <a:rPr lang="en-US" altLang="zh-CN" b="1" dirty="0">
                              <a:solidFill>
                                <a:schemeClr val="tx1"/>
                              </a:solidFill>
                            </a:rPr>
                            <a:t>UTP5</a:t>
                          </a:r>
                          <a:r>
                            <a:rPr lang="zh-CN" altLang="en-US" b="1" dirty="0">
                              <a:solidFill>
                                <a:schemeClr val="tx1"/>
                              </a:solidFill>
                            </a:rPr>
                            <a:t>类线</a:t>
                          </a:r>
                        </a:p>
                      </a:txBody>
                      <a:tcPr anchor="ctr"/>
                    </a:tc>
                    <a:extLst>
                      <a:ext uri="{0D108BD9-81ED-4DB2-BD59-A6C34878D82A}">
                        <a16:rowId xmlns:a16="http://schemas.microsoft.com/office/drawing/2014/main" val="2392440841"/>
                      </a:ext>
                    </a:extLst>
                  </a:tr>
                </a:tbl>
              </a:graphicData>
            </a:graphic>
          </p:graphicFrame>
        </mc:Fallback>
      </mc:AlternateContent>
    </p:spTree>
    <p:custDataLst>
      <p:tags r:id="rId1"/>
    </p:custDataLst>
    <p:extLst>
      <p:ext uri="{BB962C8B-B14F-4D97-AF65-F5344CB8AC3E}">
        <p14:creationId xmlns:p14="http://schemas.microsoft.com/office/powerpoint/2010/main" val="1630794813"/>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49" presetClass="entr" presetSubtype="0" decel="100000" fill="hold" grpId="0" nodeType="withEffect">
                                  <p:stCondLst>
                                    <p:cond delay="0"/>
                                  </p:stCondLst>
                                  <p:childTnLst>
                                    <p:set>
                                      <p:cBhvr>
                                        <p:cTn id="6" dur="1" fill="hold">
                                          <p:stCondLst>
                                            <p:cond delay="0"/>
                                          </p:stCondLst>
                                        </p:cTn>
                                        <p:tgtEl>
                                          <p:spTgt spid="70"/>
                                        </p:tgtEl>
                                        <p:attrNameLst>
                                          <p:attrName>style.visibility</p:attrName>
                                        </p:attrNameLst>
                                      </p:cBhvr>
                                      <p:to>
                                        <p:strVal val="visible"/>
                                      </p:to>
                                    </p:set>
                                    <p:anim calcmode="lin" valueType="num">
                                      <p:cBhvr>
                                        <p:cTn id="7" dur="500" fill="hold"/>
                                        <p:tgtEl>
                                          <p:spTgt spid="70"/>
                                        </p:tgtEl>
                                        <p:attrNameLst>
                                          <p:attrName>ppt_w</p:attrName>
                                        </p:attrNameLst>
                                      </p:cBhvr>
                                      <p:tavLst>
                                        <p:tav tm="0">
                                          <p:val>
                                            <p:fltVal val="0"/>
                                          </p:val>
                                        </p:tav>
                                        <p:tav tm="100000">
                                          <p:val>
                                            <p:strVal val="#ppt_w"/>
                                          </p:val>
                                        </p:tav>
                                      </p:tavLst>
                                    </p:anim>
                                    <p:anim calcmode="lin" valueType="num">
                                      <p:cBhvr>
                                        <p:cTn id="8" dur="500" fill="hold"/>
                                        <p:tgtEl>
                                          <p:spTgt spid="70"/>
                                        </p:tgtEl>
                                        <p:attrNameLst>
                                          <p:attrName>ppt_h</p:attrName>
                                        </p:attrNameLst>
                                      </p:cBhvr>
                                      <p:tavLst>
                                        <p:tav tm="0">
                                          <p:val>
                                            <p:fltVal val="0"/>
                                          </p:val>
                                        </p:tav>
                                        <p:tav tm="100000">
                                          <p:val>
                                            <p:strVal val="#ppt_h"/>
                                          </p:val>
                                        </p:tav>
                                      </p:tavLst>
                                    </p:anim>
                                    <p:anim calcmode="lin" valueType="num">
                                      <p:cBhvr>
                                        <p:cTn id="9" dur="500" fill="hold"/>
                                        <p:tgtEl>
                                          <p:spTgt spid="70"/>
                                        </p:tgtEl>
                                        <p:attrNameLst>
                                          <p:attrName>style.rotation</p:attrName>
                                        </p:attrNameLst>
                                      </p:cBhvr>
                                      <p:tavLst>
                                        <p:tav tm="0">
                                          <p:val>
                                            <p:fltVal val="360"/>
                                          </p:val>
                                        </p:tav>
                                        <p:tav tm="100000">
                                          <p:val>
                                            <p:fltVal val="0"/>
                                          </p:val>
                                        </p:tav>
                                      </p:tavLst>
                                    </p:anim>
                                    <p:animEffect transition="in" filter="fade">
                                      <p:cBhvr>
                                        <p:cTn id="10" dur="500"/>
                                        <p:tgtEl>
                                          <p:spTgt spid="70"/>
                                        </p:tgtEl>
                                      </p:cBhvr>
                                    </p:animEffect>
                                  </p:childTnLst>
                                </p:cTn>
                              </p:par>
                            </p:childTnLst>
                          </p:cTn>
                        </p:par>
                        <p:par>
                          <p:cTn id="11" fill="hold">
                            <p:stCondLst>
                              <p:cond delay="500"/>
                            </p:stCondLst>
                            <p:childTnLst>
                              <p:par>
                                <p:cTn id="12" presetID="1" presetClass="entr" presetSubtype="0" fill="hold" grpId="0" nodeType="afterEffect">
                                  <p:stCondLst>
                                    <p:cond delay="0"/>
                                  </p:stCondLst>
                                  <p:iterate type="lt">
                                    <p:tmAbs val="100"/>
                                  </p:iterate>
                                  <p:childTnLst>
                                    <p:set>
                                      <p:cBhvr>
                                        <p:cTn id="13" dur="1" fill="hold">
                                          <p:stCondLst>
                                            <p:cond delay="0"/>
                                          </p:stCondLst>
                                        </p:cTn>
                                        <p:tgtEl>
                                          <p:spTgt spid="71"/>
                                        </p:tgtEl>
                                        <p:attrNameLst>
                                          <p:attrName>style.visibility</p:attrName>
                                        </p:attrNameLst>
                                      </p:cBhvr>
                                      <p:to>
                                        <p:strVal val="visible"/>
                                      </p:to>
                                    </p:set>
                                  </p:childTnLst>
                                </p:cTn>
                              </p:par>
                              <p:par>
                                <p:cTn id="14" presetID="42" presetClass="entr" presetSubtype="0" fill="hold" nodeType="withEffect">
                                  <p:stCondLst>
                                    <p:cond delay="0"/>
                                  </p:stCondLst>
                                  <p:childTnLst>
                                    <p:set>
                                      <p:cBhvr>
                                        <p:cTn id="15" dur="1" fill="hold">
                                          <p:stCondLst>
                                            <p:cond delay="0"/>
                                          </p:stCondLst>
                                        </p:cTn>
                                        <p:tgtEl>
                                          <p:spTgt spid="72"/>
                                        </p:tgtEl>
                                        <p:attrNameLst>
                                          <p:attrName>style.visibility</p:attrName>
                                        </p:attrNameLst>
                                      </p:cBhvr>
                                      <p:to>
                                        <p:strVal val="visible"/>
                                      </p:to>
                                    </p:set>
                                    <p:animEffect transition="in" filter="fade">
                                      <p:cBhvr>
                                        <p:cTn id="16" dur="1000"/>
                                        <p:tgtEl>
                                          <p:spTgt spid="72"/>
                                        </p:tgtEl>
                                      </p:cBhvr>
                                    </p:animEffect>
                                    <p:anim calcmode="lin" valueType="num">
                                      <p:cBhvr>
                                        <p:cTn id="17" dur="1000" fill="hold"/>
                                        <p:tgtEl>
                                          <p:spTgt spid="72"/>
                                        </p:tgtEl>
                                        <p:attrNameLst>
                                          <p:attrName>ppt_x</p:attrName>
                                        </p:attrNameLst>
                                      </p:cBhvr>
                                      <p:tavLst>
                                        <p:tav tm="0">
                                          <p:val>
                                            <p:strVal val="#ppt_x"/>
                                          </p:val>
                                        </p:tav>
                                        <p:tav tm="100000">
                                          <p:val>
                                            <p:strVal val="#ppt_x"/>
                                          </p:val>
                                        </p:tav>
                                      </p:tavLst>
                                    </p:anim>
                                    <p:anim calcmode="lin" valueType="num">
                                      <p:cBhvr>
                                        <p:cTn id="18" dur="1000" fill="hold"/>
                                        <p:tgtEl>
                                          <p:spTgt spid="72"/>
                                        </p:tgtEl>
                                        <p:attrNameLst>
                                          <p:attrName>ppt_y</p:attrName>
                                        </p:attrNameLst>
                                      </p:cBhvr>
                                      <p:tavLst>
                                        <p:tav tm="0">
                                          <p:val>
                                            <p:strVal val="#ppt_y+.1"/>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70" grpId="0" animBg="1"/>
      <p:bldP spid="71" grpId="0"/>
    </p:bldLst>
  </p:timing>
</p:sld>
</file>

<file path=ppt/slides/slide50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4" name="组合 3">
            <a:extLst>
              <a:ext uri="{FF2B5EF4-FFF2-40B4-BE49-F238E27FC236}">
                <a16:creationId xmlns:a16="http://schemas.microsoft.com/office/drawing/2014/main" id="{9A1EA9F2-FCB6-48C3-935F-7AE7E3AD14AC}"/>
              </a:ext>
            </a:extLst>
          </p:cNvPr>
          <p:cNvGrpSpPr/>
          <p:nvPr/>
        </p:nvGrpSpPr>
        <p:grpSpPr>
          <a:xfrm>
            <a:off x="304800" y="749300"/>
            <a:ext cx="4938199" cy="400110"/>
            <a:chOff x="424117" y="898245"/>
            <a:chExt cx="4938199" cy="400110"/>
          </a:xfrm>
        </p:grpSpPr>
        <p:sp>
          <p:nvSpPr>
            <p:cNvPr id="2" name="平行四边形 1">
              <a:extLst>
                <a:ext uri="{FF2B5EF4-FFF2-40B4-BE49-F238E27FC236}">
                  <a16:creationId xmlns:a16="http://schemas.microsoft.com/office/drawing/2014/main" id="{1F5BAA3F-9845-4F89-A2DD-8222D3E4EDAC}"/>
                </a:ext>
              </a:extLst>
            </p:cNvPr>
            <p:cNvSpPr/>
            <p:nvPr/>
          </p:nvSpPr>
          <p:spPr>
            <a:xfrm>
              <a:off x="424117" y="898245"/>
              <a:ext cx="628306" cy="387090"/>
            </a:xfrm>
            <a:prstGeom prst="parallelogram">
              <a:avLst/>
            </a:prstGeom>
            <a:solidFill>
              <a:schemeClr val="accent3">
                <a:lumMod val="75000"/>
              </a:schemeClr>
            </a:solidFill>
            <a:ln>
              <a:solidFill>
                <a:schemeClr val="accent3">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CN" sz="2200" dirty="0">
                  <a:latin typeface="Impact" panose="020B0806030902050204" pitchFamily="34" charset="0"/>
                </a:rPr>
                <a:t>01</a:t>
              </a:r>
              <a:endParaRPr lang="zh-CN" altLang="en-US" sz="2200" dirty="0">
                <a:latin typeface="Impact" panose="020B0806030902050204" pitchFamily="34" charset="0"/>
              </a:endParaRPr>
            </a:p>
          </p:txBody>
        </p:sp>
        <p:sp>
          <p:nvSpPr>
            <p:cNvPr id="3" name="文本框 2">
              <a:extLst>
                <a:ext uri="{FF2B5EF4-FFF2-40B4-BE49-F238E27FC236}">
                  <a16:creationId xmlns:a16="http://schemas.microsoft.com/office/drawing/2014/main" id="{4D6BD736-A4D3-4F26-AFED-36E11F50F70B}"/>
                </a:ext>
              </a:extLst>
            </p:cNvPr>
            <p:cNvSpPr txBox="1"/>
            <p:nvPr/>
          </p:nvSpPr>
          <p:spPr>
            <a:xfrm>
              <a:off x="1052423" y="898245"/>
              <a:ext cx="4309893" cy="400110"/>
            </a:xfrm>
            <a:prstGeom prst="rect">
              <a:avLst/>
            </a:prstGeom>
            <a:noFill/>
          </p:spPr>
          <p:txBody>
            <a:bodyPr wrap="square" rtlCol="0">
              <a:spAutoFit/>
            </a:bodyPr>
            <a:lstStyle/>
            <a:p>
              <a:r>
                <a:rPr lang="zh-CN" altLang="en-US" sz="2000" b="1" dirty="0">
                  <a:solidFill>
                    <a:schemeClr val="tx1"/>
                  </a:solidFill>
                  <a:latin typeface="Arial Narrow" panose="020B0606020202030204" pitchFamily="34" charset="0"/>
                </a:rPr>
                <a:t>以太网的发展</a:t>
              </a:r>
              <a:endParaRPr lang="en-US" altLang="zh-CN" sz="2000" b="1" dirty="0">
                <a:solidFill>
                  <a:schemeClr val="tx1"/>
                </a:solidFill>
                <a:latin typeface="Arial Narrow" panose="020B0606020202030204" pitchFamily="34" charset="0"/>
              </a:endParaRPr>
            </a:p>
          </p:txBody>
        </p:sp>
      </p:grpSp>
      <p:sp>
        <p:nvSpPr>
          <p:cNvPr id="10" name="箭头: V 形 9">
            <a:extLst>
              <a:ext uri="{FF2B5EF4-FFF2-40B4-BE49-F238E27FC236}">
                <a16:creationId xmlns:a16="http://schemas.microsoft.com/office/drawing/2014/main" id="{34BA076E-E332-4E29-BFA1-5FC5A72182DA}"/>
              </a:ext>
            </a:extLst>
          </p:cNvPr>
          <p:cNvSpPr/>
          <p:nvPr/>
        </p:nvSpPr>
        <p:spPr>
          <a:xfrm>
            <a:off x="310566" y="1388438"/>
            <a:ext cx="2361423" cy="786653"/>
          </a:xfrm>
          <a:prstGeom prst="chevron">
            <a:avLst/>
          </a:prstGeom>
          <a:solidFill>
            <a:schemeClr val="bg2">
              <a:lumMod val="90000"/>
            </a:schemeClr>
          </a:solidFill>
          <a:ln>
            <a:solidFill>
              <a:schemeClr val="bg2">
                <a:lumMod val="90000"/>
              </a:schemeClr>
            </a:solidFill>
          </a:ln>
        </p:spPr>
        <p:style>
          <a:lnRef idx="2">
            <a:schemeClr val="accent4">
              <a:shade val="50000"/>
            </a:schemeClr>
          </a:lnRef>
          <a:fillRef idx="1">
            <a:schemeClr val="accent4"/>
          </a:fillRef>
          <a:effectRef idx="0">
            <a:schemeClr val="accent4"/>
          </a:effectRef>
          <a:fontRef idx="minor">
            <a:schemeClr val="lt1"/>
          </a:fontRef>
        </p:style>
        <p:txBody>
          <a:bodyPr rtlCol="0" anchor="ctr"/>
          <a:lstStyle/>
          <a:p>
            <a:pPr algn="ctr"/>
            <a:r>
              <a:rPr lang="en-US" altLang="zh-CN" b="1" dirty="0">
                <a:solidFill>
                  <a:schemeClr val="bg1"/>
                </a:solidFill>
              </a:rPr>
              <a:t>100BASE-T</a:t>
            </a:r>
          </a:p>
          <a:p>
            <a:pPr algn="ctr"/>
            <a:r>
              <a:rPr lang="zh-CN" altLang="en-US" b="1" dirty="0">
                <a:solidFill>
                  <a:schemeClr val="bg1"/>
                </a:solidFill>
              </a:rPr>
              <a:t>以太网</a:t>
            </a:r>
          </a:p>
        </p:txBody>
      </p:sp>
      <p:sp>
        <p:nvSpPr>
          <p:cNvPr id="11" name="箭头: V 形 10">
            <a:extLst>
              <a:ext uri="{FF2B5EF4-FFF2-40B4-BE49-F238E27FC236}">
                <a16:creationId xmlns:a16="http://schemas.microsoft.com/office/drawing/2014/main" id="{A306BDD2-A8C7-4B5E-9ABB-354CA473FA18}"/>
              </a:ext>
            </a:extLst>
          </p:cNvPr>
          <p:cNvSpPr/>
          <p:nvPr/>
        </p:nvSpPr>
        <p:spPr>
          <a:xfrm>
            <a:off x="3382303" y="1388438"/>
            <a:ext cx="2361423" cy="786653"/>
          </a:xfrm>
          <a:prstGeom prst="chevron">
            <a:avLst/>
          </a:prstGeom>
          <a:solidFill>
            <a:schemeClr val="bg2">
              <a:lumMod val="90000"/>
            </a:schemeClr>
          </a:solidFill>
          <a:ln>
            <a:solidFill>
              <a:schemeClr val="bg2">
                <a:lumMod val="90000"/>
              </a:schemeClr>
            </a:solidFill>
          </a:ln>
        </p:spPr>
        <p:style>
          <a:lnRef idx="2">
            <a:schemeClr val="accent3">
              <a:shade val="50000"/>
            </a:schemeClr>
          </a:lnRef>
          <a:fillRef idx="1">
            <a:schemeClr val="accent3"/>
          </a:fillRef>
          <a:effectRef idx="0">
            <a:schemeClr val="accent3"/>
          </a:effectRef>
          <a:fontRef idx="minor">
            <a:schemeClr val="lt1"/>
          </a:fontRef>
        </p:style>
        <p:txBody>
          <a:bodyPr rtlCol="0" anchor="ctr"/>
          <a:lstStyle/>
          <a:p>
            <a:pPr algn="ctr"/>
            <a:r>
              <a:rPr lang="zh-CN" altLang="en-US" b="1" dirty="0">
                <a:solidFill>
                  <a:schemeClr val="bg1"/>
                </a:solidFill>
              </a:rPr>
              <a:t>吉比特</a:t>
            </a:r>
            <a:endParaRPr lang="en-US" altLang="zh-CN" b="1" dirty="0">
              <a:solidFill>
                <a:schemeClr val="bg1"/>
              </a:solidFill>
            </a:endParaRPr>
          </a:p>
          <a:p>
            <a:pPr algn="ctr"/>
            <a:r>
              <a:rPr lang="zh-CN" altLang="en-US" b="1" dirty="0">
                <a:solidFill>
                  <a:schemeClr val="bg1"/>
                </a:solidFill>
              </a:rPr>
              <a:t>以太网</a:t>
            </a:r>
          </a:p>
        </p:txBody>
      </p:sp>
      <p:sp>
        <p:nvSpPr>
          <p:cNvPr id="12" name="箭头: V 形 11">
            <a:extLst>
              <a:ext uri="{FF2B5EF4-FFF2-40B4-BE49-F238E27FC236}">
                <a16:creationId xmlns:a16="http://schemas.microsoft.com/office/drawing/2014/main" id="{7529ED43-0BE1-49BA-8986-763D47E871EA}"/>
              </a:ext>
            </a:extLst>
          </p:cNvPr>
          <p:cNvSpPr/>
          <p:nvPr/>
        </p:nvSpPr>
        <p:spPr>
          <a:xfrm>
            <a:off x="6454040" y="1388438"/>
            <a:ext cx="2361423" cy="786653"/>
          </a:xfrm>
          <a:prstGeom prst="chevron">
            <a:avLst/>
          </a:prstGeom>
          <a:solidFill>
            <a:schemeClr val="bg2">
              <a:lumMod val="90000"/>
            </a:schemeClr>
          </a:solidFill>
          <a:ln>
            <a:solidFill>
              <a:schemeClr val="bg2">
                <a:lumMod val="90000"/>
              </a:schemeClr>
            </a:solidFill>
          </a:ln>
        </p:spPr>
        <p:style>
          <a:lnRef idx="2">
            <a:schemeClr val="accent2">
              <a:shade val="50000"/>
            </a:schemeClr>
          </a:lnRef>
          <a:fillRef idx="1">
            <a:schemeClr val="accent2"/>
          </a:fillRef>
          <a:effectRef idx="0">
            <a:schemeClr val="accent2"/>
          </a:effectRef>
          <a:fontRef idx="minor">
            <a:schemeClr val="lt1"/>
          </a:fontRef>
        </p:style>
        <p:txBody>
          <a:bodyPr rtlCol="0" anchor="ctr"/>
          <a:lstStyle/>
          <a:p>
            <a:pPr algn="ctr"/>
            <a:r>
              <a:rPr lang="en-US" altLang="zh-CN" b="1" dirty="0">
                <a:solidFill>
                  <a:schemeClr val="bg1"/>
                </a:solidFill>
              </a:rPr>
              <a:t>10</a:t>
            </a:r>
            <a:r>
              <a:rPr lang="zh-CN" altLang="en-US" b="1" dirty="0">
                <a:solidFill>
                  <a:schemeClr val="bg1"/>
                </a:solidFill>
              </a:rPr>
              <a:t>吉比特</a:t>
            </a:r>
            <a:endParaRPr lang="en-US" altLang="zh-CN" b="1" dirty="0">
              <a:solidFill>
                <a:schemeClr val="bg1"/>
              </a:solidFill>
            </a:endParaRPr>
          </a:p>
          <a:p>
            <a:pPr algn="ctr"/>
            <a:r>
              <a:rPr lang="zh-CN" altLang="en-US" b="1" dirty="0">
                <a:solidFill>
                  <a:schemeClr val="bg1"/>
                </a:solidFill>
              </a:rPr>
              <a:t>以太网</a:t>
            </a:r>
          </a:p>
        </p:txBody>
      </p:sp>
      <p:sp>
        <p:nvSpPr>
          <p:cNvPr id="13" name="箭头: V 形 12">
            <a:extLst>
              <a:ext uri="{FF2B5EF4-FFF2-40B4-BE49-F238E27FC236}">
                <a16:creationId xmlns:a16="http://schemas.microsoft.com/office/drawing/2014/main" id="{510F0D15-BD28-4DB1-A650-959944656D97}"/>
              </a:ext>
            </a:extLst>
          </p:cNvPr>
          <p:cNvSpPr/>
          <p:nvPr/>
        </p:nvSpPr>
        <p:spPr>
          <a:xfrm>
            <a:off x="9525777" y="1388438"/>
            <a:ext cx="2361423" cy="786653"/>
          </a:xfrm>
          <a:prstGeom prst="chevron">
            <a:avLst/>
          </a:prstGeom>
          <a:solidFill>
            <a:schemeClr val="bg2">
              <a:lumMod val="90000"/>
            </a:schemeClr>
          </a:solidFill>
          <a:ln>
            <a:solidFill>
              <a:schemeClr val="bg2">
                <a:lumMod val="9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CN" b="1" dirty="0">
                <a:solidFill>
                  <a:schemeClr val="bg1"/>
                </a:solidFill>
              </a:rPr>
              <a:t>40/100</a:t>
            </a:r>
            <a:r>
              <a:rPr lang="zh-CN" altLang="en-US" b="1" dirty="0">
                <a:solidFill>
                  <a:schemeClr val="bg1"/>
                </a:solidFill>
              </a:rPr>
              <a:t>吉比特</a:t>
            </a:r>
            <a:endParaRPr lang="en-US" altLang="zh-CN" b="1" dirty="0">
              <a:solidFill>
                <a:schemeClr val="bg1"/>
              </a:solidFill>
            </a:endParaRPr>
          </a:p>
          <a:p>
            <a:pPr algn="ctr"/>
            <a:r>
              <a:rPr lang="zh-CN" altLang="en-US" b="1" dirty="0">
                <a:solidFill>
                  <a:schemeClr val="bg1"/>
                </a:solidFill>
              </a:rPr>
              <a:t>以太网</a:t>
            </a:r>
          </a:p>
        </p:txBody>
      </p:sp>
      <p:sp>
        <p:nvSpPr>
          <p:cNvPr id="20" name="箭头: V 形 19">
            <a:extLst>
              <a:ext uri="{FF2B5EF4-FFF2-40B4-BE49-F238E27FC236}">
                <a16:creationId xmlns:a16="http://schemas.microsoft.com/office/drawing/2014/main" id="{7C1AD93A-5D54-4D64-9BC5-423273F50379}"/>
              </a:ext>
            </a:extLst>
          </p:cNvPr>
          <p:cNvSpPr/>
          <p:nvPr/>
        </p:nvSpPr>
        <p:spPr>
          <a:xfrm>
            <a:off x="6454040" y="1388437"/>
            <a:ext cx="2361423" cy="786653"/>
          </a:xfrm>
          <a:prstGeom prst="chevron">
            <a:avLst/>
          </a:prstGeom>
          <a:ln/>
        </p:spPr>
        <p:style>
          <a:lnRef idx="2">
            <a:schemeClr val="accent2">
              <a:shade val="50000"/>
            </a:schemeClr>
          </a:lnRef>
          <a:fillRef idx="1">
            <a:schemeClr val="accent2"/>
          </a:fillRef>
          <a:effectRef idx="0">
            <a:schemeClr val="accent2"/>
          </a:effectRef>
          <a:fontRef idx="minor">
            <a:schemeClr val="lt1"/>
          </a:fontRef>
        </p:style>
        <p:txBody>
          <a:bodyPr rtlCol="0" anchor="ctr"/>
          <a:lstStyle/>
          <a:p>
            <a:pPr algn="ctr"/>
            <a:r>
              <a:rPr lang="en-US" altLang="zh-CN" b="1" dirty="0">
                <a:solidFill>
                  <a:schemeClr val="bg1"/>
                </a:solidFill>
              </a:rPr>
              <a:t>10</a:t>
            </a:r>
            <a:r>
              <a:rPr lang="zh-CN" altLang="en-US" b="1" dirty="0">
                <a:solidFill>
                  <a:schemeClr val="bg1"/>
                </a:solidFill>
              </a:rPr>
              <a:t>吉比特</a:t>
            </a:r>
            <a:endParaRPr lang="en-US" altLang="zh-CN" b="1" dirty="0">
              <a:solidFill>
                <a:schemeClr val="bg1"/>
              </a:solidFill>
            </a:endParaRPr>
          </a:p>
          <a:p>
            <a:pPr algn="ctr"/>
            <a:r>
              <a:rPr lang="zh-CN" altLang="en-US" b="1" dirty="0">
                <a:solidFill>
                  <a:schemeClr val="bg1"/>
                </a:solidFill>
              </a:rPr>
              <a:t>以太网</a:t>
            </a:r>
          </a:p>
        </p:txBody>
      </p:sp>
      <p:sp>
        <p:nvSpPr>
          <p:cNvPr id="70" name="矩形 69">
            <a:extLst>
              <a:ext uri="{FF2B5EF4-FFF2-40B4-BE49-F238E27FC236}">
                <a16:creationId xmlns:a16="http://schemas.microsoft.com/office/drawing/2014/main" id="{7A0FD1FD-FDDD-445E-A3BB-91445F2121F6}"/>
              </a:ext>
            </a:extLst>
          </p:cNvPr>
          <p:cNvSpPr/>
          <p:nvPr/>
        </p:nvSpPr>
        <p:spPr>
          <a:xfrm>
            <a:off x="522102" y="2372071"/>
            <a:ext cx="256976" cy="256976"/>
          </a:xfrm>
          <a:prstGeom prst="rect">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71" name="íşlïḍè">
            <a:extLst>
              <a:ext uri="{FF2B5EF4-FFF2-40B4-BE49-F238E27FC236}">
                <a16:creationId xmlns:a16="http://schemas.microsoft.com/office/drawing/2014/main" id="{90341026-F30B-40B1-8C5B-2D58F39E925B}"/>
              </a:ext>
            </a:extLst>
          </p:cNvPr>
          <p:cNvSpPr txBox="1"/>
          <p:nvPr/>
        </p:nvSpPr>
        <p:spPr>
          <a:xfrm>
            <a:off x="839330" y="2317749"/>
            <a:ext cx="11047870" cy="381002"/>
          </a:xfrm>
          <a:prstGeom prst="rect">
            <a:avLst/>
          </a:prstGeom>
          <a:noFill/>
        </p:spPr>
        <p:txBody>
          <a:bodyPr wrap="square" lIns="91440" tIns="45720" rIns="91440" bIns="45720" anchor="ctr">
            <a:noAutofit/>
          </a:bodyPr>
          <a:lstStyle/>
          <a:p>
            <a:r>
              <a:rPr lang="en-US" altLang="zh-CN" b="1" dirty="0">
                <a:latin typeface="Arial Narrow" panose="020B0606020202030204" pitchFamily="34" charset="0"/>
              </a:rPr>
              <a:t>2002</a:t>
            </a:r>
            <a:r>
              <a:rPr lang="zh-CN" altLang="en-US" b="1" dirty="0">
                <a:latin typeface="Arial Narrow" panose="020B0606020202030204" pitchFamily="34" charset="0"/>
              </a:rPr>
              <a:t>年</a:t>
            </a:r>
            <a:r>
              <a:rPr lang="en-US" altLang="zh-CN" b="1" dirty="0">
                <a:latin typeface="Arial Narrow" panose="020B0606020202030204" pitchFamily="34" charset="0"/>
              </a:rPr>
              <a:t>6</a:t>
            </a:r>
            <a:r>
              <a:rPr lang="zh-CN" altLang="en-US" b="1" dirty="0">
                <a:latin typeface="Arial Narrow" panose="020B0606020202030204" pitchFamily="34" charset="0"/>
              </a:rPr>
              <a:t>月，</a:t>
            </a:r>
            <a:r>
              <a:rPr lang="en-US" altLang="zh-CN" b="1" dirty="0">
                <a:latin typeface="Arial Narrow" panose="020B0606020202030204" pitchFamily="34" charset="0"/>
              </a:rPr>
              <a:t>IEEE 802.3ae</a:t>
            </a:r>
            <a:r>
              <a:rPr lang="zh-CN" altLang="en-US" b="1" dirty="0">
                <a:latin typeface="Arial Narrow" panose="020B0606020202030204" pitchFamily="34" charset="0"/>
              </a:rPr>
              <a:t>委员会通过</a:t>
            </a:r>
            <a:r>
              <a:rPr lang="en-US" altLang="zh-CN" b="1" dirty="0">
                <a:solidFill>
                  <a:schemeClr val="accent1">
                    <a:lumMod val="75000"/>
                  </a:schemeClr>
                </a:solidFill>
                <a:latin typeface="Arial Narrow" panose="020B0606020202030204" pitchFamily="34" charset="0"/>
              </a:rPr>
              <a:t>10</a:t>
            </a:r>
            <a:r>
              <a:rPr lang="zh-CN" altLang="en-US" b="1" dirty="0">
                <a:solidFill>
                  <a:schemeClr val="accent1">
                    <a:lumMod val="75000"/>
                  </a:schemeClr>
                </a:solidFill>
                <a:latin typeface="Arial Narrow" panose="020B0606020202030204" pitchFamily="34" charset="0"/>
              </a:rPr>
              <a:t>吉比特以太网</a:t>
            </a:r>
            <a:r>
              <a:rPr lang="zh-CN" altLang="en-US" b="1" dirty="0">
                <a:latin typeface="Arial Narrow" panose="020B0606020202030204" pitchFamily="34" charset="0"/>
              </a:rPr>
              <a:t>（</a:t>
            </a:r>
            <a:r>
              <a:rPr lang="en-US" altLang="zh-CN" b="1" dirty="0">
                <a:solidFill>
                  <a:schemeClr val="accent1">
                    <a:lumMod val="75000"/>
                  </a:schemeClr>
                </a:solidFill>
                <a:latin typeface="Arial Narrow" panose="020B0606020202030204" pitchFamily="34" charset="0"/>
              </a:rPr>
              <a:t>10GE</a:t>
            </a:r>
            <a:r>
              <a:rPr lang="zh-CN" altLang="en-US" b="1" dirty="0">
                <a:latin typeface="Arial Narrow" panose="020B0606020202030204" pitchFamily="34" charset="0"/>
              </a:rPr>
              <a:t>）的正式标准，</a:t>
            </a:r>
            <a:r>
              <a:rPr lang="en-US" altLang="zh-CN" b="1" dirty="0">
                <a:latin typeface="Arial Narrow" panose="020B0606020202030204" pitchFamily="34" charset="0"/>
              </a:rPr>
              <a:t>10GE</a:t>
            </a:r>
            <a:r>
              <a:rPr lang="zh-CN" altLang="en-US" b="1" dirty="0">
                <a:latin typeface="Arial Narrow" panose="020B0606020202030204" pitchFamily="34" charset="0"/>
              </a:rPr>
              <a:t>也称为</a:t>
            </a:r>
            <a:r>
              <a:rPr lang="zh-CN" altLang="en-US" b="1" dirty="0">
                <a:solidFill>
                  <a:schemeClr val="accent1">
                    <a:lumMod val="75000"/>
                  </a:schemeClr>
                </a:solidFill>
                <a:latin typeface="Arial Narrow" panose="020B0606020202030204" pitchFamily="34" charset="0"/>
              </a:rPr>
              <a:t>万兆以太网</a:t>
            </a:r>
            <a:r>
              <a:rPr lang="zh-CN" altLang="en-US" b="1" dirty="0">
                <a:latin typeface="Arial Narrow" panose="020B0606020202030204" pitchFamily="34" charset="0"/>
              </a:rPr>
              <a:t>。</a:t>
            </a:r>
          </a:p>
        </p:txBody>
      </p:sp>
      <p:sp>
        <p:nvSpPr>
          <p:cNvPr id="14" name="矩形 13">
            <a:extLst>
              <a:ext uri="{FF2B5EF4-FFF2-40B4-BE49-F238E27FC236}">
                <a16:creationId xmlns:a16="http://schemas.microsoft.com/office/drawing/2014/main" id="{F1C77A5E-C2A9-41AC-A5BF-9EB9DB9F9BDC}"/>
              </a:ext>
            </a:extLst>
          </p:cNvPr>
          <p:cNvSpPr/>
          <p:nvPr/>
        </p:nvSpPr>
        <p:spPr>
          <a:xfrm>
            <a:off x="522102" y="2794316"/>
            <a:ext cx="256976" cy="256976"/>
          </a:xfrm>
          <a:prstGeom prst="rect">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15" name="íşlïḍè">
            <a:extLst>
              <a:ext uri="{FF2B5EF4-FFF2-40B4-BE49-F238E27FC236}">
                <a16:creationId xmlns:a16="http://schemas.microsoft.com/office/drawing/2014/main" id="{239AAF5A-C128-4103-B45E-CAD0CDDEBE82}"/>
              </a:ext>
            </a:extLst>
          </p:cNvPr>
          <p:cNvSpPr txBox="1"/>
          <p:nvPr/>
        </p:nvSpPr>
        <p:spPr>
          <a:xfrm>
            <a:off x="839330" y="2739993"/>
            <a:ext cx="11047870" cy="622301"/>
          </a:xfrm>
          <a:prstGeom prst="rect">
            <a:avLst/>
          </a:prstGeom>
          <a:noFill/>
        </p:spPr>
        <p:txBody>
          <a:bodyPr wrap="square" lIns="91440" tIns="45720" rIns="91440" bIns="45720" anchor="ctr">
            <a:noAutofit/>
          </a:bodyPr>
          <a:lstStyle/>
          <a:p>
            <a:r>
              <a:rPr lang="zh-CN" altLang="en-US" b="1" dirty="0">
                <a:latin typeface="Arial Narrow" panose="020B0606020202030204" pitchFamily="34" charset="0"/>
              </a:rPr>
              <a:t>万兆以太网并不是将千兆以太网的速率简单地提高了</a:t>
            </a:r>
            <a:r>
              <a:rPr lang="en-US" altLang="zh-CN" b="1" dirty="0">
                <a:latin typeface="Arial Narrow" panose="020B0606020202030204" pitchFamily="34" charset="0"/>
              </a:rPr>
              <a:t>10</a:t>
            </a:r>
            <a:r>
              <a:rPr lang="zh-CN" altLang="en-US" b="1" dirty="0">
                <a:latin typeface="Arial Narrow" panose="020B0606020202030204" pitchFamily="34" charset="0"/>
              </a:rPr>
              <a:t>倍。万兆以太网的目标是将以太网</a:t>
            </a:r>
            <a:r>
              <a:rPr lang="zh-CN" altLang="en-US" b="1" dirty="0">
                <a:solidFill>
                  <a:schemeClr val="accent1">
                    <a:lumMod val="75000"/>
                  </a:schemeClr>
                </a:solidFill>
                <a:latin typeface="Arial Narrow" panose="020B0606020202030204" pitchFamily="34" charset="0"/>
              </a:rPr>
              <a:t>从局域网范围</a:t>
            </a:r>
            <a:r>
              <a:rPr lang="zh-CN" altLang="en-US" b="1" dirty="0">
                <a:latin typeface="Arial Narrow" panose="020B0606020202030204" pitchFamily="34" charset="0"/>
              </a:rPr>
              <a:t>（校园网或企业网）</a:t>
            </a:r>
            <a:r>
              <a:rPr lang="zh-CN" altLang="en-US" b="1" dirty="0">
                <a:solidFill>
                  <a:schemeClr val="accent1">
                    <a:lumMod val="75000"/>
                  </a:schemeClr>
                </a:solidFill>
                <a:latin typeface="Arial Narrow" panose="020B0606020202030204" pitchFamily="34" charset="0"/>
              </a:rPr>
              <a:t>扩展到城域网与广域网</a:t>
            </a:r>
            <a:r>
              <a:rPr lang="zh-CN" altLang="en-US" b="1" dirty="0">
                <a:latin typeface="Arial Narrow" panose="020B0606020202030204" pitchFamily="34" charset="0"/>
              </a:rPr>
              <a:t>，成为城域网和广域网的主干网的主流技术之一。</a:t>
            </a:r>
          </a:p>
        </p:txBody>
      </p:sp>
      <p:sp>
        <p:nvSpPr>
          <p:cNvPr id="18" name="矩形 17">
            <a:extLst>
              <a:ext uri="{FF2B5EF4-FFF2-40B4-BE49-F238E27FC236}">
                <a16:creationId xmlns:a16="http://schemas.microsoft.com/office/drawing/2014/main" id="{82B334B5-C415-4932-84F5-7491F4F90363}"/>
              </a:ext>
            </a:extLst>
          </p:cNvPr>
          <p:cNvSpPr/>
          <p:nvPr/>
        </p:nvSpPr>
        <p:spPr>
          <a:xfrm>
            <a:off x="522102" y="3457858"/>
            <a:ext cx="256976" cy="256976"/>
          </a:xfrm>
          <a:prstGeom prst="rect">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19" name="íşlïḍè">
            <a:extLst>
              <a:ext uri="{FF2B5EF4-FFF2-40B4-BE49-F238E27FC236}">
                <a16:creationId xmlns:a16="http://schemas.microsoft.com/office/drawing/2014/main" id="{5AF559E0-241B-4BBA-80AB-D9970E9CF5C1}"/>
              </a:ext>
            </a:extLst>
          </p:cNvPr>
          <p:cNvSpPr txBox="1"/>
          <p:nvPr/>
        </p:nvSpPr>
        <p:spPr>
          <a:xfrm>
            <a:off x="839330" y="3403536"/>
            <a:ext cx="11047870" cy="381002"/>
          </a:xfrm>
          <a:prstGeom prst="rect">
            <a:avLst/>
          </a:prstGeom>
          <a:noFill/>
        </p:spPr>
        <p:txBody>
          <a:bodyPr wrap="square" lIns="91440" tIns="45720" rIns="91440" bIns="45720" anchor="ctr">
            <a:noAutofit/>
          </a:bodyPr>
          <a:lstStyle/>
          <a:p>
            <a:r>
              <a:rPr lang="en-US" altLang="zh-CN" b="1" dirty="0">
                <a:latin typeface="Arial Narrow" panose="020B0606020202030204" pitchFamily="34" charset="0"/>
              </a:rPr>
              <a:t>IEEE 802.3ae</a:t>
            </a:r>
            <a:r>
              <a:rPr lang="zh-CN" altLang="en-US" b="1" dirty="0">
                <a:latin typeface="Arial Narrow" panose="020B0606020202030204" pitchFamily="34" charset="0"/>
              </a:rPr>
              <a:t>万兆以太网的主要特点有：</a:t>
            </a:r>
          </a:p>
        </p:txBody>
      </p:sp>
      <p:sp>
        <p:nvSpPr>
          <p:cNvPr id="21" name="矩形 20">
            <a:extLst>
              <a:ext uri="{FF2B5EF4-FFF2-40B4-BE49-F238E27FC236}">
                <a16:creationId xmlns:a16="http://schemas.microsoft.com/office/drawing/2014/main" id="{FFC1EAE4-FEB5-4AF5-A327-D04517A857F4}"/>
              </a:ext>
            </a:extLst>
          </p:cNvPr>
          <p:cNvSpPr/>
          <p:nvPr/>
        </p:nvSpPr>
        <p:spPr>
          <a:xfrm>
            <a:off x="933106" y="3880102"/>
            <a:ext cx="256976" cy="256976"/>
          </a:xfrm>
          <a:prstGeom prst="rect">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22" name="íşlïḍè">
            <a:extLst>
              <a:ext uri="{FF2B5EF4-FFF2-40B4-BE49-F238E27FC236}">
                <a16:creationId xmlns:a16="http://schemas.microsoft.com/office/drawing/2014/main" id="{1F31E64C-EA87-49AF-9D61-11E05F021316}"/>
              </a:ext>
            </a:extLst>
          </p:cNvPr>
          <p:cNvSpPr txBox="1"/>
          <p:nvPr/>
        </p:nvSpPr>
        <p:spPr>
          <a:xfrm>
            <a:off x="1250334" y="3825780"/>
            <a:ext cx="10636866" cy="381002"/>
          </a:xfrm>
          <a:prstGeom prst="rect">
            <a:avLst/>
          </a:prstGeom>
          <a:noFill/>
        </p:spPr>
        <p:txBody>
          <a:bodyPr wrap="square" lIns="91440" tIns="45720" rIns="91440" bIns="45720" anchor="ctr">
            <a:noAutofit/>
          </a:bodyPr>
          <a:lstStyle/>
          <a:p>
            <a:r>
              <a:rPr lang="zh-CN" altLang="en-US" b="1" dirty="0">
                <a:latin typeface="Arial Narrow" panose="020B0606020202030204" pitchFamily="34" charset="0"/>
              </a:rPr>
              <a:t>速率为</a:t>
            </a:r>
            <a:r>
              <a:rPr lang="en-US" altLang="zh-CN" b="1" dirty="0">
                <a:latin typeface="Arial Narrow" panose="020B0606020202030204" pitchFamily="34" charset="0"/>
              </a:rPr>
              <a:t>10Gb/s</a:t>
            </a:r>
            <a:endParaRPr lang="zh-CN" altLang="en-US" b="1" dirty="0">
              <a:latin typeface="Arial Narrow" panose="020B0606020202030204" pitchFamily="34" charset="0"/>
            </a:endParaRPr>
          </a:p>
        </p:txBody>
      </p:sp>
      <p:sp>
        <p:nvSpPr>
          <p:cNvPr id="23" name="矩形 22">
            <a:extLst>
              <a:ext uri="{FF2B5EF4-FFF2-40B4-BE49-F238E27FC236}">
                <a16:creationId xmlns:a16="http://schemas.microsoft.com/office/drawing/2014/main" id="{DC2C9C07-115A-4087-B96C-6F9A2E763946}"/>
              </a:ext>
            </a:extLst>
          </p:cNvPr>
          <p:cNvSpPr/>
          <p:nvPr/>
        </p:nvSpPr>
        <p:spPr>
          <a:xfrm>
            <a:off x="933106" y="4302346"/>
            <a:ext cx="256976" cy="256976"/>
          </a:xfrm>
          <a:prstGeom prst="rect">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24" name="íşlïḍè">
            <a:extLst>
              <a:ext uri="{FF2B5EF4-FFF2-40B4-BE49-F238E27FC236}">
                <a16:creationId xmlns:a16="http://schemas.microsoft.com/office/drawing/2014/main" id="{88EECD0E-197F-45C1-BFA5-B2FB00349E4F}"/>
              </a:ext>
            </a:extLst>
          </p:cNvPr>
          <p:cNvSpPr txBox="1"/>
          <p:nvPr/>
        </p:nvSpPr>
        <p:spPr>
          <a:xfrm>
            <a:off x="1250334" y="4248024"/>
            <a:ext cx="10636866" cy="381002"/>
          </a:xfrm>
          <a:prstGeom prst="rect">
            <a:avLst/>
          </a:prstGeom>
          <a:noFill/>
        </p:spPr>
        <p:txBody>
          <a:bodyPr wrap="square" lIns="91440" tIns="45720" rIns="91440" bIns="45720" anchor="ctr">
            <a:noAutofit/>
          </a:bodyPr>
          <a:lstStyle/>
          <a:p>
            <a:r>
              <a:rPr lang="zh-CN" altLang="en-US" b="1" dirty="0">
                <a:latin typeface="Arial Narrow" panose="020B0606020202030204" pitchFamily="34" charset="0"/>
              </a:rPr>
              <a:t>使用</a:t>
            </a:r>
            <a:r>
              <a:rPr lang="en-US" altLang="zh-CN" b="1" dirty="0">
                <a:latin typeface="Arial Narrow" panose="020B0606020202030204" pitchFamily="34" charset="0"/>
              </a:rPr>
              <a:t>IEEE 802.3</a:t>
            </a:r>
            <a:r>
              <a:rPr lang="zh-CN" altLang="en-US" b="1" dirty="0">
                <a:latin typeface="Arial Narrow" panose="020B0606020202030204" pitchFamily="34" charset="0"/>
              </a:rPr>
              <a:t>标准的帧格式（与</a:t>
            </a:r>
            <a:r>
              <a:rPr lang="en-US" altLang="zh-CN" b="1" dirty="0">
                <a:latin typeface="Arial Narrow" panose="020B0606020202030204" pitchFamily="34" charset="0"/>
              </a:rPr>
              <a:t>10Mb/s</a:t>
            </a:r>
            <a:r>
              <a:rPr lang="zh-CN" altLang="en-US" b="1" dirty="0">
                <a:latin typeface="Arial Narrow" panose="020B0606020202030204" pitchFamily="34" charset="0"/>
              </a:rPr>
              <a:t>、</a:t>
            </a:r>
            <a:r>
              <a:rPr lang="en-US" altLang="zh-CN" b="1" dirty="0">
                <a:latin typeface="Arial Narrow" panose="020B0606020202030204" pitchFamily="34" charset="0"/>
              </a:rPr>
              <a:t>100Mb/s</a:t>
            </a:r>
            <a:r>
              <a:rPr lang="zh-CN" altLang="en-US" b="1" dirty="0">
                <a:latin typeface="Arial Narrow" panose="020B0606020202030204" pitchFamily="34" charset="0"/>
              </a:rPr>
              <a:t>和</a:t>
            </a:r>
            <a:r>
              <a:rPr lang="en-US" altLang="zh-CN" b="1" dirty="0">
                <a:latin typeface="Arial Narrow" panose="020B0606020202030204" pitchFamily="34" charset="0"/>
              </a:rPr>
              <a:t>1Gb/s</a:t>
            </a:r>
            <a:r>
              <a:rPr lang="zh-CN" altLang="en-US" b="1" dirty="0">
                <a:latin typeface="Arial Narrow" panose="020B0606020202030204" pitchFamily="34" charset="0"/>
              </a:rPr>
              <a:t>以太网相同）</a:t>
            </a:r>
          </a:p>
        </p:txBody>
      </p:sp>
      <p:sp>
        <p:nvSpPr>
          <p:cNvPr id="25" name="矩形 24">
            <a:extLst>
              <a:ext uri="{FF2B5EF4-FFF2-40B4-BE49-F238E27FC236}">
                <a16:creationId xmlns:a16="http://schemas.microsoft.com/office/drawing/2014/main" id="{8A817D8C-5224-4CED-8DF5-C6E09820CD58}"/>
              </a:ext>
            </a:extLst>
          </p:cNvPr>
          <p:cNvSpPr/>
          <p:nvPr/>
        </p:nvSpPr>
        <p:spPr>
          <a:xfrm>
            <a:off x="933106" y="4724590"/>
            <a:ext cx="256976" cy="256976"/>
          </a:xfrm>
          <a:prstGeom prst="rect">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26" name="íşlïḍè">
            <a:extLst>
              <a:ext uri="{FF2B5EF4-FFF2-40B4-BE49-F238E27FC236}">
                <a16:creationId xmlns:a16="http://schemas.microsoft.com/office/drawing/2014/main" id="{C88224A6-E6D9-44E7-8FC0-F5D8BAD96DAB}"/>
              </a:ext>
            </a:extLst>
          </p:cNvPr>
          <p:cNvSpPr txBox="1"/>
          <p:nvPr/>
        </p:nvSpPr>
        <p:spPr>
          <a:xfrm>
            <a:off x="1250334" y="4670268"/>
            <a:ext cx="10636866" cy="670312"/>
          </a:xfrm>
          <a:prstGeom prst="rect">
            <a:avLst/>
          </a:prstGeom>
          <a:noFill/>
        </p:spPr>
        <p:txBody>
          <a:bodyPr wrap="square" lIns="91440" tIns="45720" rIns="91440" bIns="45720" anchor="ctr">
            <a:noAutofit/>
          </a:bodyPr>
          <a:lstStyle/>
          <a:p>
            <a:r>
              <a:rPr lang="zh-CN" altLang="en-US" b="1" dirty="0">
                <a:latin typeface="Arial Narrow" panose="020B0606020202030204" pitchFamily="34" charset="0"/>
              </a:rPr>
              <a:t>保留</a:t>
            </a:r>
            <a:r>
              <a:rPr lang="en-US" altLang="zh-CN" b="1" dirty="0">
                <a:latin typeface="Arial Narrow" panose="020B0606020202030204" pitchFamily="34" charset="0"/>
              </a:rPr>
              <a:t>IEEE 802.3</a:t>
            </a:r>
            <a:r>
              <a:rPr lang="zh-CN" altLang="en-US" b="1" dirty="0">
                <a:latin typeface="Arial Narrow" panose="020B0606020202030204" pitchFamily="34" charset="0"/>
              </a:rPr>
              <a:t>标准对以太网最小帧长和最大帧长的规定。这是为了用户升级以太网时，仍能和较低速率的以太网方便地通信。</a:t>
            </a:r>
          </a:p>
        </p:txBody>
      </p:sp>
      <p:sp>
        <p:nvSpPr>
          <p:cNvPr id="27" name="矩形 26">
            <a:extLst>
              <a:ext uri="{FF2B5EF4-FFF2-40B4-BE49-F238E27FC236}">
                <a16:creationId xmlns:a16="http://schemas.microsoft.com/office/drawing/2014/main" id="{858C5714-A662-4AD4-B208-40A544D56F4C}"/>
              </a:ext>
            </a:extLst>
          </p:cNvPr>
          <p:cNvSpPr/>
          <p:nvPr/>
        </p:nvSpPr>
        <p:spPr>
          <a:xfrm>
            <a:off x="933106" y="5436144"/>
            <a:ext cx="256976" cy="256976"/>
          </a:xfrm>
          <a:prstGeom prst="rect">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28" name="íşlïḍè">
            <a:extLst>
              <a:ext uri="{FF2B5EF4-FFF2-40B4-BE49-F238E27FC236}">
                <a16:creationId xmlns:a16="http://schemas.microsoft.com/office/drawing/2014/main" id="{FE2DC00B-6500-4BCC-A4B7-FCFA036B9B6E}"/>
              </a:ext>
            </a:extLst>
          </p:cNvPr>
          <p:cNvSpPr txBox="1"/>
          <p:nvPr/>
        </p:nvSpPr>
        <p:spPr>
          <a:xfrm>
            <a:off x="1250334" y="5381822"/>
            <a:ext cx="10636866" cy="670312"/>
          </a:xfrm>
          <a:prstGeom prst="rect">
            <a:avLst/>
          </a:prstGeom>
          <a:noFill/>
        </p:spPr>
        <p:txBody>
          <a:bodyPr wrap="square" lIns="91440" tIns="45720" rIns="91440" bIns="45720" anchor="ctr">
            <a:noAutofit/>
          </a:bodyPr>
          <a:lstStyle/>
          <a:p>
            <a:r>
              <a:rPr lang="zh-CN" altLang="en-US" b="1" dirty="0">
                <a:latin typeface="Arial Narrow" panose="020B0606020202030204" pitchFamily="34" charset="0"/>
              </a:rPr>
              <a:t>只工作在全双工方式而不存在争用媒体的问题，因此不需要使用</a:t>
            </a:r>
            <a:r>
              <a:rPr lang="en-US" altLang="zh-CN" b="1" dirty="0">
                <a:latin typeface="Arial Narrow" panose="020B0606020202030204" pitchFamily="34" charset="0"/>
              </a:rPr>
              <a:t>CSMA/CD</a:t>
            </a:r>
            <a:r>
              <a:rPr lang="zh-CN" altLang="en-US" b="1" dirty="0">
                <a:latin typeface="Arial Narrow" panose="020B0606020202030204" pitchFamily="34" charset="0"/>
              </a:rPr>
              <a:t>协议，这样传输距离就不再受碰撞检测的限制。</a:t>
            </a:r>
          </a:p>
        </p:txBody>
      </p:sp>
      <p:sp>
        <p:nvSpPr>
          <p:cNvPr id="35" name="矩形 34">
            <a:extLst>
              <a:ext uri="{FF2B5EF4-FFF2-40B4-BE49-F238E27FC236}">
                <a16:creationId xmlns:a16="http://schemas.microsoft.com/office/drawing/2014/main" id="{C792FEA4-94E9-4BA2-9059-0C95C7542790}"/>
              </a:ext>
            </a:extLst>
          </p:cNvPr>
          <p:cNvSpPr/>
          <p:nvPr/>
        </p:nvSpPr>
        <p:spPr>
          <a:xfrm>
            <a:off x="933106" y="6147698"/>
            <a:ext cx="256976" cy="256976"/>
          </a:xfrm>
          <a:prstGeom prst="rect">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36" name="íşlïḍè">
            <a:extLst>
              <a:ext uri="{FF2B5EF4-FFF2-40B4-BE49-F238E27FC236}">
                <a16:creationId xmlns:a16="http://schemas.microsoft.com/office/drawing/2014/main" id="{E8BA8D6F-DBF0-49D7-ADAB-112C4C41C31F}"/>
              </a:ext>
            </a:extLst>
          </p:cNvPr>
          <p:cNvSpPr txBox="1"/>
          <p:nvPr/>
        </p:nvSpPr>
        <p:spPr>
          <a:xfrm>
            <a:off x="1250334" y="6093376"/>
            <a:ext cx="10636866" cy="381002"/>
          </a:xfrm>
          <a:prstGeom prst="rect">
            <a:avLst/>
          </a:prstGeom>
          <a:noFill/>
        </p:spPr>
        <p:txBody>
          <a:bodyPr wrap="square" lIns="91440" tIns="45720" rIns="91440" bIns="45720" anchor="ctr">
            <a:noAutofit/>
          </a:bodyPr>
          <a:lstStyle/>
          <a:p>
            <a:r>
              <a:rPr lang="zh-CN" altLang="en-US" b="1" dirty="0">
                <a:latin typeface="Arial Narrow" panose="020B0606020202030204" pitchFamily="34" charset="0"/>
              </a:rPr>
              <a:t>增加了支持城域网和广域网的物理层标准</a:t>
            </a:r>
          </a:p>
        </p:txBody>
      </p:sp>
    </p:spTree>
    <p:custDataLst>
      <p:tags r:id="rId1"/>
    </p:custDataLst>
    <p:extLst>
      <p:ext uri="{BB962C8B-B14F-4D97-AF65-F5344CB8AC3E}">
        <p14:creationId xmlns:p14="http://schemas.microsoft.com/office/powerpoint/2010/main" val="2019941852"/>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2" presetClass="entr" presetSubtype="8" fill="hold" grpId="0" nodeType="withEffect">
                                  <p:stCondLst>
                                    <p:cond delay="0"/>
                                  </p:stCondLst>
                                  <p:childTnLst>
                                    <p:set>
                                      <p:cBhvr>
                                        <p:cTn id="6" dur="1" fill="hold">
                                          <p:stCondLst>
                                            <p:cond delay="0"/>
                                          </p:stCondLst>
                                        </p:cTn>
                                        <p:tgtEl>
                                          <p:spTgt spid="20"/>
                                        </p:tgtEl>
                                        <p:attrNameLst>
                                          <p:attrName>style.visibility</p:attrName>
                                        </p:attrNameLst>
                                      </p:cBhvr>
                                      <p:to>
                                        <p:strVal val="visible"/>
                                      </p:to>
                                    </p:set>
                                    <p:animEffect transition="in" filter="wipe(left)">
                                      <p:cBhvr>
                                        <p:cTn id="7" dur="1000"/>
                                        <p:tgtEl>
                                          <p:spTgt spid="20"/>
                                        </p:tgtEl>
                                      </p:cBhvr>
                                    </p:animEffect>
                                  </p:childTnLst>
                                </p:cTn>
                              </p:par>
                            </p:childTnLst>
                          </p:cTn>
                        </p:par>
                      </p:childTnLst>
                    </p:cTn>
                  </p:par>
                  <p:par>
                    <p:cTn id="8" fill="hold">
                      <p:stCondLst>
                        <p:cond delay="indefinite"/>
                      </p:stCondLst>
                      <p:childTnLst>
                        <p:par>
                          <p:cTn id="9" fill="hold">
                            <p:stCondLst>
                              <p:cond delay="0"/>
                            </p:stCondLst>
                            <p:childTnLst>
                              <p:par>
                                <p:cTn id="10" presetID="49" presetClass="entr" presetSubtype="0" decel="100000" fill="hold" grpId="0" nodeType="clickEffect">
                                  <p:stCondLst>
                                    <p:cond delay="0"/>
                                  </p:stCondLst>
                                  <p:childTnLst>
                                    <p:set>
                                      <p:cBhvr>
                                        <p:cTn id="11" dur="1" fill="hold">
                                          <p:stCondLst>
                                            <p:cond delay="0"/>
                                          </p:stCondLst>
                                        </p:cTn>
                                        <p:tgtEl>
                                          <p:spTgt spid="70"/>
                                        </p:tgtEl>
                                        <p:attrNameLst>
                                          <p:attrName>style.visibility</p:attrName>
                                        </p:attrNameLst>
                                      </p:cBhvr>
                                      <p:to>
                                        <p:strVal val="visible"/>
                                      </p:to>
                                    </p:set>
                                    <p:anim calcmode="lin" valueType="num">
                                      <p:cBhvr>
                                        <p:cTn id="12" dur="500" fill="hold"/>
                                        <p:tgtEl>
                                          <p:spTgt spid="70"/>
                                        </p:tgtEl>
                                        <p:attrNameLst>
                                          <p:attrName>ppt_w</p:attrName>
                                        </p:attrNameLst>
                                      </p:cBhvr>
                                      <p:tavLst>
                                        <p:tav tm="0">
                                          <p:val>
                                            <p:fltVal val="0"/>
                                          </p:val>
                                        </p:tav>
                                        <p:tav tm="100000">
                                          <p:val>
                                            <p:strVal val="#ppt_w"/>
                                          </p:val>
                                        </p:tav>
                                      </p:tavLst>
                                    </p:anim>
                                    <p:anim calcmode="lin" valueType="num">
                                      <p:cBhvr>
                                        <p:cTn id="13" dur="500" fill="hold"/>
                                        <p:tgtEl>
                                          <p:spTgt spid="70"/>
                                        </p:tgtEl>
                                        <p:attrNameLst>
                                          <p:attrName>ppt_h</p:attrName>
                                        </p:attrNameLst>
                                      </p:cBhvr>
                                      <p:tavLst>
                                        <p:tav tm="0">
                                          <p:val>
                                            <p:fltVal val="0"/>
                                          </p:val>
                                        </p:tav>
                                        <p:tav tm="100000">
                                          <p:val>
                                            <p:strVal val="#ppt_h"/>
                                          </p:val>
                                        </p:tav>
                                      </p:tavLst>
                                    </p:anim>
                                    <p:anim calcmode="lin" valueType="num">
                                      <p:cBhvr>
                                        <p:cTn id="14" dur="500" fill="hold"/>
                                        <p:tgtEl>
                                          <p:spTgt spid="70"/>
                                        </p:tgtEl>
                                        <p:attrNameLst>
                                          <p:attrName>style.rotation</p:attrName>
                                        </p:attrNameLst>
                                      </p:cBhvr>
                                      <p:tavLst>
                                        <p:tav tm="0">
                                          <p:val>
                                            <p:fltVal val="360"/>
                                          </p:val>
                                        </p:tav>
                                        <p:tav tm="100000">
                                          <p:val>
                                            <p:fltVal val="0"/>
                                          </p:val>
                                        </p:tav>
                                      </p:tavLst>
                                    </p:anim>
                                    <p:animEffect transition="in" filter="fade">
                                      <p:cBhvr>
                                        <p:cTn id="15" dur="500"/>
                                        <p:tgtEl>
                                          <p:spTgt spid="70"/>
                                        </p:tgtEl>
                                      </p:cBhvr>
                                    </p:animEffect>
                                  </p:childTnLst>
                                </p:cTn>
                              </p:par>
                            </p:childTnLst>
                          </p:cTn>
                        </p:par>
                        <p:par>
                          <p:cTn id="16" fill="hold">
                            <p:stCondLst>
                              <p:cond delay="500"/>
                            </p:stCondLst>
                            <p:childTnLst>
                              <p:par>
                                <p:cTn id="17" presetID="1" presetClass="entr" presetSubtype="0" fill="hold" grpId="0" nodeType="afterEffect">
                                  <p:stCondLst>
                                    <p:cond delay="0"/>
                                  </p:stCondLst>
                                  <p:iterate type="lt">
                                    <p:tmAbs val="100"/>
                                  </p:iterate>
                                  <p:childTnLst>
                                    <p:set>
                                      <p:cBhvr>
                                        <p:cTn id="18" dur="1" fill="hold">
                                          <p:stCondLst>
                                            <p:cond delay="0"/>
                                          </p:stCondLst>
                                        </p:cTn>
                                        <p:tgtEl>
                                          <p:spTgt spid="71"/>
                                        </p:tgtEl>
                                        <p:attrNameLst>
                                          <p:attrName>style.visibility</p:attrName>
                                        </p:attrNameLst>
                                      </p:cBhvr>
                                      <p:to>
                                        <p:strVal val="visible"/>
                                      </p:to>
                                    </p:set>
                                  </p:childTnLst>
                                </p:cTn>
                              </p:par>
                            </p:childTnLst>
                          </p:cTn>
                        </p:par>
                      </p:childTnLst>
                    </p:cTn>
                  </p:par>
                  <p:par>
                    <p:cTn id="19" fill="hold">
                      <p:stCondLst>
                        <p:cond delay="indefinite"/>
                      </p:stCondLst>
                      <p:childTnLst>
                        <p:par>
                          <p:cTn id="20" fill="hold">
                            <p:stCondLst>
                              <p:cond delay="0"/>
                            </p:stCondLst>
                            <p:childTnLst>
                              <p:par>
                                <p:cTn id="21" presetID="49" presetClass="entr" presetSubtype="0" decel="100000" fill="hold" grpId="0" nodeType="clickEffect">
                                  <p:stCondLst>
                                    <p:cond delay="0"/>
                                  </p:stCondLst>
                                  <p:childTnLst>
                                    <p:set>
                                      <p:cBhvr>
                                        <p:cTn id="22" dur="1" fill="hold">
                                          <p:stCondLst>
                                            <p:cond delay="0"/>
                                          </p:stCondLst>
                                        </p:cTn>
                                        <p:tgtEl>
                                          <p:spTgt spid="14"/>
                                        </p:tgtEl>
                                        <p:attrNameLst>
                                          <p:attrName>style.visibility</p:attrName>
                                        </p:attrNameLst>
                                      </p:cBhvr>
                                      <p:to>
                                        <p:strVal val="visible"/>
                                      </p:to>
                                    </p:set>
                                    <p:anim calcmode="lin" valueType="num">
                                      <p:cBhvr>
                                        <p:cTn id="23" dur="500" fill="hold"/>
                                        <p:tgtEl>
                                          <p:spTgt spid="14"/>
                                        </p:tgtEl>
                                        <p:attrNameLst>
                                          <p:attrName>ppt_w</p:attrName>
                                        </p:attrNameLst>
                                      </p:cBhvr>
                                      <p:tavLst>
                                        <p:tav tm="0">
                                          <p:val>
                                            <p:fltVal val="0"/>
                                          </p:val>
                                        </p:tav>
                                        <p:tav tm="100000">
                                          <p:val>
                                            <p:strVal val="#ppt_w"/>
                                          </p:val>
                                        </p:tav>
                                      </p:tavLst>
                                    </p:anim>
                                    <p:anim calcmode="lin" valueType="num">
                                      <p:cBhvr>
                                        <p:cTn id="24" dur="500" fill="hold"/>
                                        <p:tgtEl>
                                          <p:spTgt spid="14"/>
                                        </p:tgtEl>
                                        <p:attrNameLst>
                                          <p:attrName>ppt_h</p:attrName>
                                        </p:attrNameLst>
                                      </p:cBhvr>
                                      <p:tavLst>
                                        <p:tav tm="0">
                                          <p:val>
                                            <p:fltVal val="0"/>
                                          </p:val>
                                        </p:tav>
                                        <p:tav tm="100000">
                                          <p:val>
                                            <p:strVal val="#ppt_h"/>
                                          </p:val>
                                        </p:tav>
                                      </p:tavLst>
                                    </p:anim>
                                    <p:anim calcmode="lin" valueType="num">
                                      <p:cBhvr>
                                        <p:cTn id="25" dur="500" fill="hold"/>
                                        <p:tgtEl>
                                          <p:spTgt spid="14"/>
                                        </p:tgtEl>
                                        <p:attrNameLst>
                                          <p:attrName>style.rotation</p:attrName>
                                        </p:attrNameLst>
                                      </p:cBhvr>
                                      <p:tavLst>
                                        <p:tav tm="0">
                                          <p:val>
                                            <p:fltVal val="360"/>
                                          </p:val>
                                        </p:tav>
                                        <p:tav tm="100000">
                                          <p:val>
                                            <p:fltVal val="0"/>
                                          </p:val>
                                        </p:tav>
                                      </p:tavLst>
                                    </p:anim>
                                    <p:animEffect transition="in" filter="fade">
                                      <p:cBhvr>
                                        <p:cTn id="26" dur="500"/>
                                        <p:tgtEl>
                                          <p:spTgt spid="14"/>
                                        </p:tgtEl>
                                      </p:cBhvr>
                                    </p:animEffect>
                                  </p:childTnLst>
                                </p:cTn>
                              </p:par>
                            </p:childTnLst>
                          </p:cTn>
                        </p:par>
                        <p:par>
                          <p:cTn id="27" fill="hold">
                            <p:stCondLst>
                              <p:cond delay="500"/>
                            </p:stCondLst>
                            <p:childTnLst>
                              <p:par>
                                <p:cTn id="28" presetID="1" presetClass="entr" presetSubtype="0" fill="hold" grpId="0" nodeType="afterEffect">
                                  <p:stCondLst>
                                    <p:cond delay="0"/>
                                  </p:stCondLst>
                                  <p:iterate type="lt">
                                    <p:tmAbs val="100"/>
                                  </p:iterate>
                                  <p:childTnLst>
                                    <p:set>
                                      <p:cBhvr>
                                        <p:cTn id="29" dur="1" fill="hold">
                                          <p:stCondLst>
                                            <p:cond delay="0"/>
                                          </p:stCondLst>
                                        </p:cTn>
                                        <p:tgtEl>
                                          <p:spTgt spid="15"/>
                                        </p:tgtEl>
                                        <p:attrNameLst>
                                          <p:attrName>style.visibility</p:attrName>
                                        </p:attrNameLst>
                                      </p:cBhvr>
                                      <p:to>
                                        <p:strVal val="visible"/>
                                      </p:to>
                                    </p:set>
                                  </p:childTnLst>
                                </p:cTn>
                              </p:par>
                            </p:childTnLst>
                          </p:cTn>
                        </p:par>
                      </p:childTnLst>
                    </p:cTn>
                  </p:par>
                  <p:par>
                    <p:cTn id="30" fill="hold">
                      <p:stCondLst>
                        <p:cond delay="indefinite"/>
                      </p:stCondLst>
                      <p:childTnLst>
                        <p:par>
                          <p:cTn id="31" fill="hold">
                            <p:stCondLst>
                              <p:cond delay="0"/>
                            </p:stCondLst>
                            <p:childTnLst>
                              <p:par>
                                <p:cTn id="32" presetID="49" presetClass="entr" presetSubtype="0" decel="100000" fill="hold" grpId="0" nodeType="clickEffect">
                                  <p:stCondLst>
                                    <p:cond delay="0"/>
                                  </p:stCondLst>
                                  <p:childTnLst>
                                    <p:set>
                                      <p:cBhvr>
                                        <p:cTn id="33" dur="1" fill="hold">
                                          <p:stCondLst>
                                            <p:cond delay="0"/>
                                          </p:stCondLst>
                                        </p:cTn>
                                        <p:tgtEl>
                                          <p:spTgt spid="18"/>
                                        </p:tgtEl>
                                        <p:attrNameLst>
                                          <p:attrName>style.visibility</p:attrName>
                                        </p:attrNameLst>
                                      </p:cBhvr>
                                      <p:to>
                                        <p:strVal val="visible"/>
                                      </p:to>
                                    </p:set>
                                    <p:anim calcmode="lin" valueType="num">
                                      <p:cBhvr>
                                        <p:cTn id="34" dur="500" fill="hold"/>
                                        <p:tgtEl>
                                          <p:spTgt spid="18"/>
                                        </p:tgtEl>
                                        <p:attrNameLst>
                                          <p:attrName>ppt_w</p:attrName>
                                        </p:attrNameLst>
                                      </p:cBhvr>
                                      <p:tavLst>
                                        <p:tav tm="0">
                                          <p:val>
                                            <p:fltVal val="0"/>
                                          </p:val>
                                        </p:tav>
                                        <p:tav tm="100000">
                                          <p:val>
                                            <p:strVal val="#ppt_w"/>
                                          </p:val>
                                        </p:tav>
                                      </p:tavLst>
                                    </p:anim>
                                    <p:anim calcmode="lin" valueType="num">
                                      <p:cBhvr>
                                        <p:cTn id="35" dur="500" fill="hold"/>
                                        <p:tgtEl>
                                          <p:spTgt spid="18"/>
                                        </p:tgtEl>
                                        <p:attrNameLst>
                                          <p:attrName>ppt_h</p:attrName>
                                        </p:attrNameLst>
                                      </p:cBhvr>
                                      <p:tavLst>
                                        <p:tav tm="0">
                                          <p:val>
                                            <p:fltVal val="0"/>
                                          </p:val>
                                        </p:tav>
                                        <p:tav tm="100000">
                                          <p:val>
                                            <p:strVal val="#ppt_h"/>
                                          </p:val>
                                        </p:tav>
                                      </p:tavLst>
                                    </p:anim>
                                    <p:anim calcmode="lin" valueType="num">
                                      <p:cBhvr>
                                        <p:cTn id="36" dur="500" fill="hold"/>
                                        <p:tgtEl>
                                          <p:spTgt spid="18"/>
                                        </p:tgtEl>
                                        <p:attrNameLst>
                                          <p:attrName>style.rotation</p:attrName>
                                        </p:attrNameLst>
                                      </p:cBhvr>
                                      <p:tavLst>
                                        <p:tav tm="0">
                                          <p:val>
                                            <p:fltVal val="360"/>
                                          </p:val>
                                        </p:tav>
                                        <p:tav tm="100000">
                                          <p:val>
                                            <p:fltVal val="0"/>
                                          </p:val>
                                        </p:tav>
                                      </p:tavLst>
                                    </p:anim>
                                    <p:animEffect transition="in" filter="fade">
                                      <p:cBhvr>
                                        <p:cTn id="37" dur="500"/>
                                        <p:tgtEl>
                                          <p:spTgt spid="18"/>
                                        </p:tgtEl>
                                      </p:cBhvr>
                                    </p:animEffect>
                                  </p:childTnLst>
                                </p:cTn>
                              </p:par>
                            </p:childTnLst>
                          </p:cTn>
                        </p:par>
                        <p:par>
                          <p:cTn id="38" fill="hold">
                            <p:stCondLst>
                              <p:cond delay="500"/>
                            </p:stCondLst>
                            <p:childTnLst>
                              <p:par>
                                <p:cTn id="39" presetID="1" presetClass="entr" presetSubtype="0" fill="hold" grpId="0" nodeType="afterEffect">
                                  <p:stCondLst>
                                    <p:cond delay="0"/>
                                  </p:stCondLst>
                                  <p:iterate type="lt">
                                    <p:tmAbs val="100"/>
                                  </p:iterate>
                                  <p:childTnLst>
                                    <p:set>
                                      <p:cBhvr>
                                        <p:cTn id="40" dur="1" fill="hold">
                                          <p:stCondLst>
                                            <p:cond delay="0"/>
                                          </p:stCondLst>
                                        </p:cTn>
                                        <p:tgtEl>
                                          <p:spTgt spid="19"/>
                                        </p:tgtEl>
                                        <p:attrNameLst>
                                          <p:attrName>style.visibility</p:attrName>
                                        </p:attrNameLst>
                                      </p:cBhvr>
                                      <p:to>
                                        <p:strVal val="visible"/>
                                      </p:to>
                                    </p:set>
                                  </p:childTnLst>
                                </p:cTn>
                              </p:par>
                            </p:childTnLst>
                          </p:cTn>
                        </p:par>
                      </p:childTnLst>
                    </p:cTn>
                  </p:par>
                  <p:par>
                    <p:cTn id="41" fill="hold">
                      <p:stCondLst>
                        <p:cond delay="indefinite"/>
                      </p:stCondLst>
                      <p:childTnLst>
                        <p:par>
                          <p:cTn id="42" fill="hold">
                            <p:stCondLst>
                              <p:cond delay="0"/>
                            </p:stCondLst>
                            <p:childTnLst>
                              <p:par>
                                <p:cTn id="43" presetID="49" presetClass="entr" presetSubtype="0" decel="100000" fill="hold" grpId="0" nodeType="clickEffect">
                                  <p:stCondLst>
                                    <p:cond delay="0"/>
                                  </p:stCondLst>
                                  <p:childTnLst>
                                    <p:set>
                                      <p:cBhvr>
                                        <p:cTn id="44" dur="1" fill="hold">
                                          <p:stCondLst>
                                            <p:cond delay="0"/>
                                          </p:stCondLst>
                                        </p:cTn>
                                        <p:tgtEl>
                                          <p:spTgt spid="21"/>
                                        </p:tgtEl>
                                        <p:attrNameLst>
                                          <p:attrName>style.visibility</p:attrName>
                                        </p:attrNameLst>
                                      </p:cBhvr>
                                      <p:to>
                                        <p:strVal val="visible"/>
                                      </p:to>
                                    </p:set>
                                    <p:anim calcmode="lin" valueType="num">
                                      <p:cBhvr>
                                        <p:cTn id="45" dur="500" fill="hold"/>
                                        <p:tgtEl>
                                          <p:spTgt spid="21"/>
                                        </p:tgtEl>
                                        <p:attrNameLst>
                                          <p:attrName>ppt_w</p:attrName>
                                        </p:attrNameLst>
                                      </p:cBhvr>
                                      <p:tavLst>
                                        <p:tav tm="0">
                                          <p:val>
                                            <p:fltVal val="0"/>
                                          </p:val>
                                        </p:tav>
                                        <p:tav tm="100000">
                                          <p:val>
                                            <p:strVal val="#ppt_w"/>
                                          </p:val>
                                        </p:tav>
                                      </p:tavLst>
                                    </p:anim>
                                    <p:anim calcmode="lin" valueType="num">
                                      <p:cBhvr>
                                        <p:cTn id="46" dur="500" fill="hold"/>
                                        <p:tgtEl>
                                          <p:spTgt spid="21"/>
                                        </p:tgtEl>
                                        <p:attrNameLst>
                                          <p:attrName>ppt_h</p:attrName>
                                        </p:attrNameLst>
                                      </p:cBhvr>
                                      <p:tavLst>
                                        <p:tav tm="0">
                                          <p:val>
                                            <p:fltVal val="0"/>
                                          </p:val>
                                        </p:tav>
                                        <p:tav tm="100000">
                                          <p:val>
                                            <p:strVal val="#ppt_h"/>
                                          </p:val>
                                        </p:tav>
                                      </p:tavLst>
                                    </p:anim>
                                    <p:anim calcmode="lin" valueType="num">
                                      <p:cBhvr>
                                        <p:cTn id="47" dur="500" fill="hold"/>
                                        <p:tgtEl>
                                          <p:spTgt spid="21"/>
                                        </p:tgtEl>
                                        <p:attrNameLst>
                                          <p:attrName>style.rotation</p:attrName>
                                        </p:attrNameLst>
                                      </p:cBhvr>
                                      <p:tavLst>
                                        <p:tav tm="0">
                                          <p:val>
                                            <p:fltVal val="360"/>
                                          </p:val>
                                        </p:tav>
                                        <p:tav tm="100000">
                                          <p:val>
                                            <p:fltVal val="0"/>
                                          </p:val>
                                        </p:tav>
                                      </p:tavLst>
                                    </p:anim>
                                    <p:animEffect transition="in" filter="fade">
                                      <p:cBhvr>
                                        <p:cTn id="48" dur="500"/>
                                        <p:tgtEl>
                                          <p:spTgt spid="21"/>
                                        </p:tgtEl>
                                      </p:cBhvr>
                                    </p:animEffect>
                                  </p:childTnLst>
                                </p:cTn>
                              </p:par>
                            </p:childTnLst>
                          </p:cTn>
                        </p:par>
                        <p:par>
                          <p:cTn id="49" fill="hold">
                            <p:stCondLst>
                              <p:cond delay="500"/>
                            </p:stCondLst>
                            <p:childTnLst>
                              <p:par>
                                <p:cTn id="50" presetID="1" presetClass="entr" presetSubtype="0" fill="hold" grpId="0" nodeType="afterEffect">
                                  <p:stCondLst>
                                    <p:cond delay="0"/>
                                  </p:stCondLst>
                                  <p:iterate type="lt">
                                    <p:tmAbs val="100"/>
                                  </p:iterate>
                                  <p:childTnLst>
                                    <p:set>
                                      <p:cBhvr>
                                        <p:cTn id="51" dur="1" fill="hold">
                                          <p:stCondLst>
                                            <p:cond delay="0"/>
                                          </p:stCondLst>
                                        </p:cTn>
                                        <p:tgtEl>
                                          <p:spTgt spid="22"/>
                                        </p:tgtEl>
                                        <p:attrNameLst>
                                          <p:attrName>style.visibility</p:attrName>
                                        </p:attrNameLst>
                                      </p:cBhvr>
                                      <p:to>
                                        <p:strVal val="visible"/>
                                      </p:to>
                                    </p:set>
                                  </p:childTnLst>
                                </p:cTn>
                              </p:par>
                            </p:childTnLst>
                          </p:cTn>
                        </p:par>
                      </p:childTnLst>
                    </p:cTn>
                  </p:par>
                  <p:par>
                    <p:cTn id="52" fill="hold">
                      <p:stCondLst>
                        <p:cond delay="indefinite"/>
                      </p:stCondLst>
                      <p:childTnLst>
                        <p:par>
                          <p:cTn id="53" fill="hold">
                            <p:stCondLst>
                              <p:cond delay="0"/>
                            </p:stCondLst>
                            <p:childTnLst>
                              <p:par>
                                <p:cTn id="54" presetID="49" presetClass="entr" presetSubtype="0" decel="100000" fill="hold" grpId="0" nodeType="clickEffect">
                                  <p:stCondLst>
                                    <p:cond delay="0"/>
                                  </p:stCondLst>
                                  <p:childTnLst>
                                    <p:set>
                                      <p:cBhvr>
                                        <p:cTn id="55" dur="1" fill="hold">
                                          <p:stCondLst>
                                            <p:cond delay="0"/>
                                          </p:stCondLst>
                                        </p:cTn>
                                        <p:tgtEl>
                                          <p:spTgt spid="23"/>
                                        </p:tgtEl>
                                        <p:attrNameLst>
                                          <p:attrName>style.visibility</p:attrName>
                                        </p:attrNameLst>
                                      </p:cBhvr>
                                      <p:to>
                                        <p:strVal val="visible"/>
                                      </p:to>
                                    </p:set>
                                    <p:anim calcmode="lin" valueType="num">
                                      <p:cBhvr>
                                        <p:cTn id="56" dur="500" fill="hold"/>
                                        <p:tgtEl>
                                          <p:spTgt spid="23"/>
                                        </p:tgtEl>
                                        <p:attrNameLst>
                                          <p:attrName>ppt_w</p:attrName>
                                        </p:attrNameLst>
                                      </p:cBhvr>
                                      <p:tavLst>
                                        <p:tav tm="0">
                                          <p:val>
                                            <p:fltVal val="0"/>
                                          </p:val>
                                        </p:tav>
                                        <p:tav tm="100000">
                                          <p:val>
                                            <p:strVal val="#ppt_w"/>
                                          </p:val>
                                        </p:tav>
                                      </p:tavLst>
                                    </p:anim>
                                    <p:anim calcmode="lin" valueType="num">
                                      <p:cBhvr>
                                        <p:cTn id="57" dur="500" fill="hold"/>
                                        <p:tgtEl>
                                          <p:spTgt spid="23"/>
                                        </p:tgtEl>
                                        <p:attrNameLst>
                                          <p:attrName>ppt_h</p:attrName>
                                        </p:attrNameLst>
                                      </p:cBhvr>
                                      <p:tavLst>
                                        <p:tav tm="0">
                                          <p:val>
                                            <p:fltVal val="0"/>
                                          </p:val>
                                        </p:tav>
                                        <p:tav tm="100000">
                                          <p:val>
                                            <p:strVal val="#ppt_h"/>
                                          </p:val>
                                        </p:tav>
                                      </p:tavLst>
                                    </p:anim>
                                    <p:anim calcmode="lin" valueType="num">
                                      <p:cBhvr>
                                        <p:cTn id="58" dur="500" fill="hold"/>
                                        <p:tgtEl>
                                          <p:spTgt spid="23"/>
                                        </p:tgtEl>
                                        <p:attrNameLst>
                                          <p:attrName>style.rotation</p:attrName>
                                        </p:attrNameLst>
                                      </p:cBhvr>
                                      <p:tavLst>
                                        <p:tav tm="0">
                                          <p:val>
                                            <p:fltVal val="360"/>
                                          </p:val>
                                        </p:tav>
                                        <p:tav tm="100000">
                                          <p:val>
                                            <p:fltVal val="0"/>
                                          </p:val>
                                        </p:tav>
                                      </p:tavLst>
                                    </p:anim>
                                    <p:animEffect transition="in" filter="fade">
                                      <p:cBhvr>
                                        <p:cTn id="59" dur="500"/>
                                        <p:tgtEl>
                                          <p:spTgt spid="23"/>
                                        </p:tgtEl>
                                      </p:cBhvr>
                                    </p:animEffect>
                                  </p:childTnLst>
                                </p:cTn>
                              </p:par>
                            </p:childTnLst>
                          </p:cTn>
                        </p:par>
                        <p:par>
                          <p:cTn id="60" fill="hold">
                            <p:stCondLst>
                              <p:cond delay="500"/>
                            </p:stCondLst>
                            <p:childTnLst>
                              <p:par>
                                <p:cTn id="61" presetID="1" presetClass="entr" presetSubtype="0" fill="hold" grpId="0" nodeType="afterEffect">
                                  <p:stCondLst>
                                    <p:cond delay="0"/>
                                  </p:stCondLst>
                                  <p:iterate type="lt">
                                    <p:tmAbs val="100"/>
                                  </p:iterate>
                                  <p:childTnLst>
                                    <p:set>
                                      <p:cBhvr>
                                        <p:cTn id="62" dur="1" fill="hold">
                                          <p:stCondLst>
                                            <p:cond delay="0"/>
                                          </p:stCondLst>
                                        </p:cTn>
                                        <p:tgtEl>
                                          <p:spTgt spid="24"/>
                                        </p:tgtEl>
                                        <p:attrNameLst>
                                          <p:attrName>style.visibility</p:attrName>
                                        </p:attrNameLst>
                                      </p:cBhvr>
                                      <p:to>
                                        <p:strVal val="visible"/>
                                      </p:to>
                                    </p:set>
                                  </p:childTnLst>
                                </p:cTn>
                              </p:par>
                            </p:childTnLst>
                          </p:cTn>
                        </p:par>
                      </p:childTnLst>
                    </p:cTn>
                  </p:par>
                  <p:par>
                    <p:cTn id="63" fill="hold">
                      <p:stCondLst>
                        <p:cond delay="indefinite"/>
                      </p:stCondLst>
                      <p:childTnLst>
                        <p:par>
                          <p:cTn id="64" fill="hold">
                            <p:stCondLst>
                              <p:cond delay="0"/>
                            </p:stCondLst>
                            <p:childTnLst>
                              <p:par>
                                <p:cTn id="65" presetID="49" presetClass="entr" presetSubtype="0" decel="100000" fill="hold" grpId="0" nodeType="clickEffect">
                                  <p:stCondLst>
                                    <p:cond delay="0"/>
                                  </p:stCondLst>
                                  <p:childTnLst>
                                    <p:set>
                                      <p:cBhvr>
                                        <p:cTn id="66" dur="1" fill="hold">
                                          <p:stCondLst>
                                            <p:cond delay="0"/>
                                          </p:stCondLst>
                                        </p:cTn>
                                        <p:tgtEl>
                                          <p:spTgt spid="25"/>
                                        </p:tgtEl>
                                        <p:attrNameLst>
                                          <p:attrName>style.visibility</p:attrName>
                                        </p:attrNameLst>
                                      </p:cBhvr>
                                      <p:to>
                                        <p:strVal val="visible"/>
                                      </p:to>
                                    </p:set>
                                    <p:anim calcmode="lin" valueType="num">
                                      <p:cBhvr>
                                        <p:cTn id="67" dur="500" fill="hold"/>
                                        <p:tgtEl>
                                          <p:spTgt spid="25"/>
                                        </p:tgtEl>
                                        <p:attrNameLst>
                                          <p:attrName>ppt_w</p:attrName>
                                        </p:attrNameLst>
                                      </p:cBhvr>
                                      <p:tavLst>
                                        <p:tav tm="0">
                                          <p:val>
                                            <p:fltVal val="0"/>
                                          </p:val>
                                        </p:tav>
                                        <p:tav tm="100000">
                                          <p:val>
                                            <p:strVal val="#ppt_w"/>
                                          </p:val>
                                        </p:tav>
                                      </p:tavLst>
                                    </p:anim>
                                    <p:anim calcmode="lin" valueType="num">
                                      <p:cBhvr>
                                        <p:cTn id="68" dur="500" fill="hold"/>
                                        <p:tgtEl>
                                          <p:spTgt spid="25"/>
                                        </p:tgtEl>
                                        <p:attrNameLst>
                                          <p:attrName>ppt_h</p:attrName>
                                        </p:attrNameLst>
                                      </p:cBhvr>
                                      <p:tavLst>
                                        <p:tav tm="0">
                                          <p:val>
                                            <p:fltVal val="0"/>
                                          </p:val>
                                        </p:tav>
                                        <p:tav tm="100000">
                                          <p:val>
                                            <p:strVal val="#ppt_h"/>
                                          </p:val>
                                        </p:tav>
                                      </p:tavLst>
                                    </p:anim>
                                    <p:anim calcmode="lin" valueType="num">
                                      <p:cBhvr>
                                        <p:cTn id="69" dur="500" fill="hold"/>
                                        <p:tgtEl>
                                          <p:spTgt spid="25"/>
                                        </p:tgtEl>
                                        <p:attrNameLst>
                                          <p:attrName>style.rotation</p:attrName>
                                        </p:attrNameLst>
                                      </p:cBhvr>
                                      <p:tavLst>
                                        <p:tav tm="0">
                                          <p:val>
                                            <p:fltVal val="360"/>
                                          </p:val>
                                        </p:tav>
                                        <p:tav tm="100000">
                                          <p:val>
                                            <p:fltVal val="0"/>
                                          </p:val>
                                        </p:tav>
                                      </p:tavLst>
                                    </p:anim>
                                    <p:animEffect transition="in" filter="fade">
                                      <p:cBhvr>
                                        <p:cTn id="70" dur="500"/>
                                        <p:tgtEl>
                                          <p:spTgt spid="25"/>
                                        </p:tgtEl>
                                      </p:cBhvr>
                                    </p:animEffect>
                                  </p:childTnLst>
                                </p:cTn>
                              </p:par>
                            </p:childTnLst>
                          </p:cTn>
                        </p:par>
                        <p:par>
                          <p:cTn id="71" fill="hold">
                            <p:stCondLst>
                              <p:cond delay="500"/>
                            </p:stCondLst>
                            <p:childTnLst>
                              <p:par>
                                <p:cTn id="72" presetID="1" presetClass="entr" presetSubtype="0" fill="hold" grpId="0" nodeType="afterEffect">
                                  <p:stCondLst>
                                    <p:cond delay="0"/>
                                  </p:stCondLst>
                                  <p:iterate type="lt">
                                    <p:tmAbs val="100"/>
                                  </p:iterate>
                                  <p:childTnLst>
                                    <p:set>
                                      <p:cBhvr>
                                        <p:cTn id="73" dur="1" fill="hold">
                                          <p:stCondLst>
                                            <p:cond delay="0"/>
                                          </p:stCondLst>
                                        </p:cTn>
                                        <p:tgtEl>
                                          <p:spTgt spid="26"/>
                                        </p:tgtEl>
                                        <p:attrNameLst>
                                          <p:attrName>style.visibility</p:attrName>
                                        </p:attrNameLst>
                                      </p:cBhvr>
                                      <p:to>
                                        <p:strVal val="visible"/>
                                      </p:to>
                                    </p:set>
                                  </p:childTnLst>
                                </p:cTn>
                              </p:par>
                            </p:childTnLst>
                          </p:cTn>
                        </p:par>
                      </p:childTnLst>
                    </p:cTn>
                  </p:par>
                  <p:par>
                    <p:cTn id="74" fill="hold">
                      <p:stCondLst>
                        <p:cond delay="indefinite"/>
                      </p:stCondLst>
                      <p:childTnLst>
                        <p:par>
                          <p:cTn id="75" fill="hold">
                            <p:stCondLst>
                              <p:cond delay="0"/>
                            </p:stCondLst>
                            <p:childTnLst>
                              <p:par>
                                <p:cTn id="76" presetID="49" presetClass="entr" presetSubtype="0" decel="100000" fill="hold" grpId="0" nodeType="clickEffect">
                                  <p:stCondLst>
                                    <p:cond delay="0"/>
                                  </p:stCondLst>
                                  <p:childTnLst>
                                    <p:set>
                                      <p:cBhvr>
                                        <p:cTn id="77" dur="1" fill="hold">
                                          <p:stCondLst>
                                            <p:cond delay="0"/>
                                          </p:stCondLst>
                                        </p:cTn>
                                        <p:tgtEl>
                                          <p:spTgt spid="27"/>
                                        </p:tgtEl>
                                        <p:attrNameLst>
                                          <p:attrName>style.visibility</p:attrName>
                                        </p:attrNameLst>
                                      </p:cBhvr>
                                      <p:to>
                                        <p:strVal val="visible"/>
                                      </p:to>
                                    </p:set>
                                    <p:anim calcmode="lin" valueType="num">
                                      <p:cBhvr>
                                        <p:cTn id="78" dur="500" fill="hold"/>
                                        <p:tgtEl>
                                          <p:spTgt spid="27"/>
                                        </p:tgtEl>
                                        <p:attrNameLst>
                                          <p:attrName>ppt_w</p:attrName>
                                        </p:attrNameLst>
                                      </p:cBhvr>
                                      <p:tavLst>
                                        <p:tav tm="0">
                                          <p:val>
                                            <p:fltVal val="0"/>
                                          </p:val>
                                        </p:tav>
                                        <p:tav tm="100000">
                                          <p:val>
                                            <p:strVal val="#ppt_w"/>
                                          </p:val>
                                        </p:tav>
                                      </p:tavLst>
                                    </p:anim>
                                    <p:anim calcmode="lin" valueType="num">
                                      <p:cBhvr>
                                        <p:cTn id="79" dur="500" fill="hold"/>
                                        <p:tgtEl>
                                          <p:spTgt spid="27"/>
                                        </p:tgtEl>
                                        <p:attrNameLst>
                                          <p:attrName>ppt_h</p:attrName>
                                        </p:attrNameLst>
                                      </p:cBhvr>
                                      <p:tavLst>
                                        <p:tav tm="0">
                                          <p:val>
                                            <p:fltVal val="0"/>
                                          </p:val>
                                        </p:tav>
                                        <p:tav tm="100000">
                                          <p:val>
                                            <p:strVal val="#ppt_h"/>
                                          </p:val>
                                        </p:tav>
                                      </p:tavLst>
                                    </p:anim>
                                    <p:anim calcmode="lin" valueType="num">
                                      <p:cBhvr>
                                        <p:cTn id="80" dur="500" fill="hold"/>
                                        <p:tgtEl>
                                          <p:spTgt spid="27"/>
                                        </p:tgtEl>
                                        <p:attrNameLst>
                                          <p:attrName>style.rotation</p:attrName>
                                        </p:attrNameLst>
                                      </p:cBhvr>
                                      <p:tavLst>
                                        <p:tav tm="0">
                                          <p:val>
                                            <p:fltVal val="360"/>
                                          </p:val>
                                        </p:tav>
                                        <p:tav tm="100000">
                                          <p:val>
                                            <p:fltVal val="0"/>
                                          </p:val>
                                        </p:tav>
                                      </p:tavLst>
                                    </p:anim>
                                    <p:animEffect transition="in" filter="fade">
                                      <p:cBhvr>
                                        <p:cTn id="81" dur="500"/>
                                        <p:tgtEl>
                                          <p:spTgt spid="27"/>
                                        </p:tgtEl>
                                      </p:cBhvr>
                                    </p:animEffect>
                                  </p:childTnLst>
                                </p:cTn>
                              </p:par>
                            </p:childTnLst>
                          </p:cTn>
                        </p:par>
                        <p:par>
                          <p:cTn id="82" fill="hold">
                            <p:stCondLst>
                              <p:cond delay="500"/>
                            </p:stCondLst>
                            <p:childTnLst>
                              <p:par>
                                <p:cTn id="83" presetID="1" presetClass="entr" presetSubtype="0" fill="hold" grpId="0" nodeType="afterEffect">
                                  <p:stCondLst>
                                    <p:cond delay="0"/>
                                  </p:stCondLst>
                                  <p:iterate type="lt">
                                    <p:tmAbs val="100"/>
                                  </p:iterate>
                                  <p:childTnLst>
                                    <p:set>
                                      <p:cBhvr>
                                        <p:cTn id="84" dur="1" fill="hold">
                                          <p:stCondLst>
                                            <p:cond delay="0"/>
                                          </p:stCondLst>
                                        </p:cTn>
                                        <p:tgtEl>
                                          <p:spTgt spid="28"/>
                                        </p:tgtEl>
                                        <p:attrNameLst>
                                          <p:attrName>style.visibility</p:attrName>
                                        </p:attrNameLst>
                                      </p:cBhvr>
                                      <p:to>
                                        <p:strVal val="visible"/>
                                      </p:to>
                                    </p:set>
                                  </p:childTnLst>
                                </p:cTn>
                              </p:par>
                            </p:childTnLst>
                          </p:cTn>
                        </p:par>
                      </p:childTnLst>
                    </p:cTn>
                  </p:par>
                  <p:par>
                    <p:cTn id="85" fill="hold">
                      <p:stCondLst>
                        <p:cond delay="indefinite"/>
                      </p:stCondLst>
                      <p:childTnLst>
                        <p:par>
                          <p:cTn id="86" fill="hold">
                            <p:stCondLst>
                              <p:cond delay="0"/>
                            </p:stCondLst>
                            <p:childTnLst>
                              <p:par>
                                <p:cTn id="87" presetID="49" presetClass="entr" presetSubtype="0" decel="100000" fill="hold" grpId="0" nodeType="clickEffect">
                                  <p:stCondLst>
                                    <p:cond delay="0"/>
                                  </p:stCondLst>
                                  <p:childTnLst>
                                    <p:set>
                                      <p:cBhvr>
                                        <p:cTn id="88" dur="1" fill="hold">
                                          <p:stCondLst>
                                            <p:cond delay="0"/>
                                          </p:stCondLst>
                                        </p:cTn>
                                        <p:tgtEl>
                                          <p:spTgt spid="35"/>
                                        </p:tgtEl>
                                        <p:attrNameLst>
                                          <p:attrName>style.visibility</p:attrName>
                                        </p:attrNameLst>
                                      </p:cBhvr>
                                      <p:to>
                                        <p:strVal val="visible"/>
                                      </p:to>
                                    </p:set>
                                    <p:anim calcmode="lin" valueType="num">
                                      <p:cBhvr>
                                        <p:cTn id="89" dur="500" fill="hold"/>
                                        <p:tgtEl>
                                          <p:spTgt spid="35"/>
                                        </p:tgtEl>
                                        <p:attrNameLst>
                                          <p:attrName>ppt_w</p:attrName>
                                        </p:attrNameLst>
                                      </p:cBhvr>
                                      <p:tavLst>
                                        <p:tav tm="0">
                                          <p:val>
                                            <p:fltVal val="0"/>
                                          </p:val>
                                        </p:tav>
                                        <p:tav tm="100000">
                                          <p:val>
                                            <p:strVal val="#ppt_w"/>
                                          </p:val>
                                        </p:tav>
                                      </p:tavLst>
                                    </p:anim>
                                    <p:anim calcmode="lin" valueType="num">
                                      <p:cBhvr>
                                        <p:cTn id="90" dur="500" fill="hold"/>
                                        <p:tgtEl>
                                          <p:spTgt spid="35"/>
                                        </p:tgtEl>
                                        <p:attrNameLst>
                                          <p:attrName>ppt_h</p:attrName>
                                        </p:attrNameLst>
                                      </p:cBhvr>
                                      <p:tavLst>
                                        <p:tav tm="0">
                                          <p:val>
                                            <p:fltVal val="0"/>
                                          </p:val>
                                        </p:tav>
                                        <p:tav tm="100000">
                                          <p:val>
                                            <p:strVal val="#ppt_h"/>
                                          </p:val>
                                        </p:tav>
                                      </p:tavLst>
                                    </p:anim>
                                    <p:anim calcmode="lin" valueType="num">
                                      <p:cBhvr>
                                        <p:cTn id="91" dur="500" fill="hold"/>
                                        <p:tgtEl>
                                          <p:spTgt spid="35"/>
                                        </p:tgtEl>
                                        <p:attrNameLst>
                                          <p:attrName>style.rotation</p:attrName>
                                        </p:attrNameLst>
                                      </p:cBhvr>
                                      <p:tavLst>
                                        <p:tav tm="0">
                                          <p:val>
                                            <p:fltVal val="360"/>
                                          </p:val>
                                        </p:tav>
                                        <p:tav tm="100000">
                                          <p:val>
                                            <p:fltVal val="0"/>
                                          </p:val>
                                        </p:tav>
                                      </p:tavLst>
                                    </p:anim>
                                    <p:animEffect transition="in" filter="fade">
                                      <p:cBhvr>
                                        <p:cTn id="92" dur="500"/>
                                        <p:tgtEl>
                                          <p:spTgt spid="35"/>
                                        </p:tgtEl>
                                      </p:cBhvr>
                                    </p:animEffect>
                                  </p:childTnLst>
                                </p:cTn>
                              </p:par>
                            </p:childTnLst>
                          </p:cTn>
                        </p:par>
                        <p:par>
                          <p:cTn id="93" fill="hold">
                            <p:stCondLst>
                              <p:cond delay="500"/>
                            </p:stCondLst>
                            <p:childTnLst>
                              <p:par>
                                <p:cTn id="94" presetID="1" presetClass="entr" presetSubtype="0" fill="hold" grpId="0" nodeType="afterEffect">
                                  <p:stCondLst>
                                    <p:cond delay="0"/>
                                  </p:stCondLst>
                                  <p:iterate type="lt">
                                    <p:tmAbs val="100"/>
                                  </p:iterate>
                                  <p:childTnLst>
                                    <p:set>
                                      <p:cBhvr>
                                        <p:cTn id="95" dur="1" fill="hold">
                                          <p:stCondLst>
                                            <p:cond delay="0"/>
                                          </p:stCondLst>
                                        </p:cTn>
                                        <p:tgtEl>
                                          <p:spTgt spid="36"/>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0" grpId="0" animBg="1"/>
      <p:bldP spid="70" grpId="0" animBg="1"/>
      <p:bldP spid="71" grpId="0"/>
      <p:bldP spid="14" grpId="0" animBg="1"/>
      <p:bldP spid="15" grpId="0"/>
      <p:bldP spid="18" grpId="0" animBg="1"/>
      <p:bldP spid="19" grpId="0"/>
      <p:bldP spid="21" grpId="0" animBg="1"/>
      <p:bldP spid="22" grpId="0"/>
      <p:bldP spid="23" grpId="0" animBg="1"/>
      <p:bldP spid="24" grpId="0"/>
      <p:bldP spid="25" grpId="0" animBg="1"/>
      <p:bldP spid="26" grpId="0"/>
      <p:bldP spid="27" grpId="0" animBg="1"/>
      <p:bldP spid="28" grpId="0"/>
      <p:bldP spid="35" grpId="0" animBg="1"/>
      <p:bldP spid="36" grpId="0"/>
    </p:bldLst>
  </p:timing>
</p:sld>
</file>

<file path=ppt/slides/slide51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4" name="组合 3">
            <a:extLst>
              <a:ext uri="{FF2B5EF4-FFF2-40B4-BE49-F238E27FC236}">
                <a16:creationId xmlns:a16="http://schemas.microsoft.com/office/drawing/2014/main" id="{9A1EA9F2-FCB6-48C3-935F-7AE7E3AD14AC}"/>
              </a:ext>
            </a:extLst>
          </p:cNvPr>
          <p:cNvGrpSpPr/>
          <p:nvPr/>
        </p:nvGrpSpPr>
        <p:grpSpPr>
          <a:xfrm>
            <a:off x="304800" y="749300"/>
            <a:ext cx="4938199" cy="400110"/>
            <a:chOff x="424117" y="898245"/>
            <a:chExt cx="4938199" cy="400110"/>
          </a:xfrm>
        </p:grpSpPr>
        <p:sp>
          <p:nvSpPr>
            <p:cNvPr id="2" name="平行四边形 1">
              <a:extLst>
                <a:ext uri="{FF2B5EF4-FFF2-40B4-BE49-F238E27FC236}">
                  <a16:creationId xmlns:a16="http://schemas.microsoft.com/office/drawing/2014/main" id="{1F5BAA3F-9845-4F89-A2DD-8222D3E4EDAC}"/>
                </a:ext>
              </a:extLst>
            </p:cNvPr>
            <p:cNvSpPr/>
            <p:nvPr/>
          </p:nvSpPr>
          <p:spPr>
            <a:xfrm>
              <a:off x="424117" y="898245"/>
              <a:ext cx="628306" cy="387090"/>
            </a:xfrm>
            <a:prstGeom prst="parallelogram">
              <a:avLst/>
            </a:prstGeom>
            <a:solidFill>
              <a:schemeClr val="accent3">
                <a:lumMod val="75000"/>
              </a:schemeClr>
            </a:solidFill>
            <a:ln>
              <a:solidFill>
                <a:schemeClr val="accent3">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CN" sz="2200" dirty="0">
                  <a:latin typeface="Impact" panose="020B0806030902050204" pitchFamily="34" charset="0"/>
                </a:rPr>
                <a:t>01</a:t>
              </a:r>
              <a:endParaRPr lang="zh-CN" altLang="en-US" sz="2200" dirty="0">
                <a:latin typeface="Impact" panose="020B0806030902050204" pitchFamily="34" charset="0"/>
              </a:endParaRPr>
            </a:p>
          </p:txBody>
        </p:sp>
        <p:sp>
          <p:nvSpPr>
            <p:cNvPr id="3" name="文本框 2">
              <a:extLst>
                <a:ext uri="{FF2B5EF4-FFF2-40B4-BE49-F238E27FC236}">
                  <a16:creationId xmlns:a16="http://schemas.microsoft.com/office/drawing/2014/main" id="{4D6BD736-A4D3-4F26-AFED-36E11F50F70B}"/>
                </a:ext>
              </a:extLst>
            </p:cNvPr>
            <p:cNvSpPr txBox="1"/>
            <p:nvPr/>
          </p:nvSpPr>
          <p:spPr>
            <a:xfrm>
              <a:off x="1052423" y="898245"/>
              <a:ext cx="4309893" cy="400110"/>
            </a:xfrm>
            <a:prstGeom prst="rect">
              <a:avLst/>
            </a:prstGeom>
            <a:noFill/>
          </p:spPr>
          <p:txBody>
            <a:bodyPr wrap="square" rtlCol="0">
              <a:spAutoFit/>
            </a:bodyPr>
            <a:lstStyle/>
            <a:p>
              <a:r>
                <a:rPr lang="zh-CN" altLang="en-US" sz="2000" b="1" dirty="0">
                  <a:solidFill>
                    <a:schemeClr val="tx1"/>
                  </a:solidFill>
                  <a:latin typeface="Arial Narrow" panose="020B0606020202030204" pitchFamily="34" charset="0"/>
                </a:rPr>
                <a:t>以太网的发展</a:t>
              </a:r>
              <a:endParaRPr lang="en-US" altLang="zh-CN" sz="2000" b="1" dirty="0">
                <a:solidFill>
                  <a:schemeClr val="tx1"/>
                </a:solidFill>
                <a:latin typeface="Arial Narrow" panose="020B0606020202030204" pitchFamily="34" charset="0"/>
              </a:endParaRPr>
            </a:p>
          </p:txBody>
        </p:sp>
      </p:grpSp>
      <p:sp>
        <p:nvSpPr>
          <p:cNvPr id="10" name="箭头: V 形 9">
            <a:extLst>
              <a:ext uri="{FF2B5EF4-FFF2-40B4-BE49-F238E27FC236}">
                <a16:creationId xmlns:a16="http://schemas.microsoft.com/office/drawing/2014/main" id="{34BA076E-E332-4E29-BFA1-5FC5A72182DA}"/>
              </a:ext>
            </a:extLst>
          </p:cNvPr>
          <p:cNvSpPr/>
          <p:nvPr/>
        </p:nvSpPr>
        <p:spPr>
          <a:xfrm>
            <a:off x="310566" y="1388438"/>
            <a:ext cx="2361423" cy="786653"/>
          </a:xfrm>
          <a:prstGeom prst="chevron">
            <a:avLst/>
          </a:prstGeom>
          <a:solidFill>
            <a:schemeClr val="bg2">
              <a:lumMod val="90000"/>
            </a:schemeClr>
          </a:solidFill>
          <a:ln>
            <a:solidFill>
              <a:schemeClr val="bg2">
                <a:lumMod val="90000"/>
              </a:schemeClr>
            </a:solidFill>
          </a:ln>
        </p:spPr>
        <p:style>
          <a:lnRef idx="2">
            <a:schemeClr val="accent4">
              <a:shade val="50000"/>
            </a:schemeClr>
          </a:lnRef>
          <a:fillRef idx="1">
            <a:schemeClr val="accent4"/>
          </a:fillRef>
          <a:effectRef idx="0">
            <a:schemeClr val="accent4"/>
          </a:effectRef>
          <a:fontRef idx="minor">
            <a:schemeClr val="lt1"/>
          </a:fontRef>
        </p:style>
        <p:txBody>
          <a:bodyPr rtlCol="0" anchor="ctr"/>
          <a:lstStyle/>
          <a:p>
            <a:pPr algn="ctr"/>
            <a:r>
              <a:rPr lang="en-US" altLang="zh-CN" b="1" dirty="0">
                <a:solidFill>
                  <a:schemeClr val="bg1"/>
                </a:solidFill>
              </a:rPr>
              <a:t>100BASE-T</a:t>
            </a:r>
          </a:p>
          <a:p>
            <a:pPr algn="ctr"/>
            <a:r>
              <a:rPr lang="zh-CN" altLang="en-US" b="1" dirty="0">
                <a:solidFill>
                  <a:schemeClr val="bg1"/>
                </a:solidFill>
              </a:rPr>
              <a:t>以太网</a:t>
            </a:r>
          </a:p>
        </p:txBody>
      </p:sp>
      <p:sp>
        <p:nvSpPr>
          <p:cNvPr id="11" name="箭头: V 形 10">
            <a:extLst>
              <a:ext uri="{FF2B5EF4-FFF2-40B4-BE49-F238E27FC236}">
                <a16:creationId xmlns:a16="http://schemas.microsoft.com/office/drawing/2014/main" id="{A306BDD2-A8C7-4B5E-9ABB-354CA473FA18}"/>
              </a:ext>
            </a:extLst>
          </p:cNvPr>
          <p:cNvSpPr/>
          <p:nvPr/>
        </p:nvSpPr>
        <p:spPr>
          <a:xfrm>
            <a:off x="3382303" y="1388438"/>
            <a:ext cx="2361423" cy="786653"/>
          </a:xfrm>
          <a:prstGeom prst="chevron">
            <a:avLst/>
          </a:prstGeom>
          <a:solidFill>
            <a:schemeClr val="bg2">
              <a:lumMod val="90000"/>
            </a:schemeClr>
          </a:solidFill>
          <a:ln>
            <a:solidFill>
              <a:schemeClr val="bg2">
                <a:lumMod val="90000"/>
              </a:schemeClr>
            </a:solidFill>
          </a:ln>
        </p:spPr>
        <p:style>
          <a:lnRef idx="2">
            <a:schemeClr val="accent3">
              <a:shade val="50000"/>
            </a:schemeClr>
          </a:lnRef>
          <a:fillRef idx="1">
            <a:schemeClr val="accent3"/>
          </a:fillRef>
          <a:effectRef idx="0">
            <a:schemeClr val="accent3"/>
          </a:effectRef>
          <a:fontRef idx="minor">
            <a:schemeClr val="lt1"/>
          </a:fontRef>
        </p:style>
        <p:txBody>
          <a:bodyPr rtlCol="0" anchor="ctr"/>
          <a:lstStyle/>
          <a:p>
            <a:pPr algn="ctr"/>
            <a:r>
              <a:rPr lang="zh-CN" altLang="en-US" b="1" dirty="0">
                <a:solidFill>
                  <a:schemeClr val="bg1"/>
                </a:solidFill>
              </a:rPr>
              <a:t>吉比特</a:t>
            </a:r>
            <a:endParaRPr lang="en-US" altLang="zh-CN" b="1" dirty="0">
              <a:solidFill>
                <a:schemeClr val="bg1"/>
              </a:solidFill>
            </a:endParaRPr>
          </a:p>
          <a:p>
            <a:pPr algn="ctr"/>
            <a:r>
              <a:rPr lang="zh-CN" altLang="en-US" b="1" dirty="0">
                <a:solidFill>
                  <a:schemeClr val="bg1"/>
                </a:solidFill>
              </a:rPr>
              <a:t>以太网</a:t>
            </a:r>
          </a:p>
        </p:txBody>
      </p:sp>
      <p:sp>
        <p:nvSpPr>
          <p:cNvPr id="12" name="箭头: V 形 11">
            <a:extLst>
              <a:ext uri="{FF2B5EF4-FFF2-40B4-BE49-F238E27FC236}">
                <a16:creationId xmlns:a16="http://schemas.microsoft.com/office/drawing/2014/main" id="{7529ED43-0BE1-49BA-8986-763D47E871EA}"/>
              </a:ext>
            </a:extLst>
          </p:cNvPr>
          <p:cNvSpPr/>
          <p:nvPr/>
        </p:nvSpPr>
        <p:spPr>
          <a:xfrm>
            <a:off x="6454040" y="1388438"/>
            <a:ext cx="2361423" cy="786653"/>
          </a:xfrm>
          <a:prstGeom prst="chevron">
            <a:avLst/>
          </a:prstGeom>
          <a:solidFill>
            <a:schemeClr val="bg2">
              <a:lumMod val="90000"/>
            </a:schemeClr>
          </a:solidFill>
          <a:ln>
            <a:solidFill>
              <a:schemeClr val="bg2">
                <a:lumMod val="90000"/>
              </a:schemeClr>
            </a:solidFill>
          </a:ln>
        </p:spPr>
        <p:style>
          <a:lnRef idx="2">
            <a:schemeClr val="accent2">
              <a:shade val="50000"/>
            </a:schemeClr>
          </a:lnRef>
          <a:fillRef idx="1">
            <a:schemeClr val="accent2"/>
          </a:fillRef>
          <a:effectRef idx="0">
            <a:schemeClr val="accent2"/>
          </a:effectRef>
          <a:fontRef idx="minor">
            <a:schemeClr val="lt1"/>
          </a:fontRef>
        </p:style>
        <p:txBody>
          <a:bodyPr rtlCol="0" anchor="ctr"/>
          <a:lstStyle/>
          <a:p>
            <a:pPr algn="ctr"/>
            <a:r>
              <a:rPr lang="en-US" altLang="zh-CN" b="1" dirty="0">
                <a:solidFill>
                  <a:schemeClr val="bg1"/>
                </a:solidFill>
              </a:rPr>
              <a:t>10</a:t>
            </a:r>
            <a:r>
              <a:rPr lang="zh-CN" altLang="en-US" b="1" dirty="0">
                <a:solidFill>
                  <a:schemeClr val="bg1"/>
                </a:solidFill>
              </a:rPr>
              <a:t>吉比特</a:t>
            </a:r>
            <a:endParaRPr lang="en-US" altLang="zh-CN" b="1" dirty="0">
              <a:solidFill>
                <a:schemeClr val="bg1"/>
              </a:solidFill>
            </a:endParaRPr>
          </a:p>
          <a:p>
            <a:pPr algn="ctr"/>
            <a:r>
              <a:rPr lang="zh-CN" altLang="en-US" b="1" dirty="0">
                <a:solidFill>
                  <a:schemeClr val="bg1"/>
                </a:solidFill>
              </a:rPr>
              <a:t>以太网</a:t>
            </a:r>
          </a:p>
        </p:txBody>
      </p:sp>
      <p:sp>
        <p:nvSpPr>
          <p:cNvPr id="13" name="箭头: V 形 12">
            <a:extLst>
              <a:ext uri="{FF2B5EF4-FFF2-40B4-BE49-F238E27FC236}">
                <a16:creationId xmlns:a16="http://schemas.microsoft.com/office/drawing/2014/main" id="{510F0D15-BD28-4DB1-A650-959944656D97}"/>
              </a:ext>
            </a:extLst>
          </p:cNvPr>
          <p:cNvSpPr/>
          <p:nvPr/>
        </p:nvSpPr>
        <p:spPr>
          <a:xfrm>
            <a:off x="9525777" y="1388438"/>
            <a:ext cx="2361423" cy="786653"/>
          </a:xfrm>
          <a:prstGeom prst="chevron">
            <a:avLst/>
          </a:prstGeom>
          <a:solidFill>
            <a:schemeClr val="bg2">
              <a:lumMod val="90000"/>
            </a:schemeClr>
          </a:solidFill>
          <a:ln>
            <a:solidFill>
              <a:schemeClr val="bg2">
                <a:lumMod val="9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CN" b="1" dirty="0">
                <a:solidFill>
                  <a:schemeClr val="bg1"/>
                </a:solidFill>
              </a:rPr>
              <a:t>40/100</a:t>
            </a:r>
            <a:r>
              <a:rPr lang="zh-CN" altLang="en-US" b="1" dirty="0">
                <a:solidFill>
                  <a:schemeClr val="bg1"/>
                </a:solidFill>
              </a:rPr>
              <a:t>吉比特</a:t>
            </a:r>
            <a:endParaRPr lang="en-US" altLang="zh-CN" b="1" dirty="0">
              <a:solidFill>
                <a:schemeClr val="bg1"/>
              </a:solidFill>
            </a:endParaRPr>
          </a:p>
          <a:p>
            <a:pPr algn="ctr"/>
            <a:r>
              <a:rPr lang="zh-CN" altLang="en-US" b="1" dirty="0">
                <a:solidFill>
                  <a:schemeClr val="bg1"/>
                </a:solidFill>
              </a:rPr>
              <a:t>以太网</a:t>
            </a:r>
          </a:p>
        </p:txBody>
      </p:sp>
      <p:sp>
        <p:nvSpPr>
          <p:cNvPr id="20" name="箭头: V 形 19">
            <a:extLst>
              <a:ext uri="{FF2B5EF4-FFF2-40B4-BE49-F238E27FC236}">
                <a16:creationId xmlns:a16="http://schemas.microsoft.com/office/drawing/2014/main" id="{7C1AD93A-5D54-4D64-9BC5-423273F50379}"/>
              </a:ext>
            </a:extLst>
          </p:cNvPr>
          <p:cNvSpPr/>
          <p:nvPr/>
        </p:nvSpPr>
        <p:spPr>
          <a:xfrm>
            <a:off x="6454040" y="1388437"/>
            <a:ext cx="2361423" cy="786653"/>
          </a:xfrm>
          <a:prstGeom prst="chevron">
            <a:avLst/>
          </a:prstGeom>
          <a:ln/>
        </p:spPr>
        <p:style>
          <a:lnRef idx="2">
            <a:schemeClr val="accent2">
              <a:shade val="50000"/>
            </a:schemeClr>
          </a:lnRef>
          <a:fillRef idx="1">
            <a:schemeClr val="accent2"/>
          </a:fillRef>
          <a:effectRef idx="0">
            <a:schemeClr val="accent2"/>
          </a:effectRef>
          <a:fontRef idx="minor">
            <a:schemeClr val="lt1"/>
          </a:fontRef>
        </p:style>
        <p:txBody>
          <a:bodyPr rtlCol="0" anchor="ctr"/>
          <a:lstStyle/>
          <a:p>
            <a:pPr algn="ctr"/>
            <a:r>
              <a:rPr lang="en-US" altLang="zh-CN" b="1" dirty="0">
                <a:solidFill>
                  <a:schemeClr val="bg1"/>
                </a:solidFill>
              </a:rPr>
              <a:t>10</a:t>
            </a:r>
            <a:r>
              <a:rPr lang="zh-CN" altLang="en-US" b="1" dirty="0">
                <a:solidFill>
                  <a:schemeClr val="bg1"/>
                </a:solidFill>
              </a:rPr>
              <a:t>吉比特</a:t>
            </a:r>
            <a:endParaRPr lang="en-US" altLang="zh-CN" b="1" dirty="0">
              <a:solidFill>
                <a:schemeClr val="bg1"/>
              </a:solidFill>
            </a:endParaRPr>
          </a:p>
          <a:p>
            <a:pPr algn="ctr"/>
            <a:r>
              <a:rPr lang="zh-CN" altLang="en-US" b="1" dirty="0">
                <a:solidFill>
                  <a:schemeClr val="bg1"/>
                </a:solidFill>
              </a:rPr>
              <a:t>以太网</a:t>
            </a:r>
          </a:p>
        </p:txBody>
      </p:sp>
      <p:sp>
        <p:nvSpPr>
          <p:cNvPr id="70" name="矩形 69">
            <a:extLst>
              <a:ext uri="{FF2B5EF4-FFF2-40B4-BE49-F238E27FC236}">
                <a16:creationId xmlns:a16="http://schemas.microsoft.com/office/drawing/2014/main" id="{7A0FD1FD-FDDD-445E-A3BB-91445F2121F6}"/>
              </a:ext>
            </a:extLst>
          </p:cNvPr>
          <p:cNvSpPr/>
          <p:nvPr/>
        </p:nvSpPr>
        <p:spPr>
          <a:xfrm>
            <a:off x="565332" y="2537171"/>
            <a:ext cx="241895" cy="256976"/>
          </a:xfrm>
          <a:prstGeom prst="rect">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71" name="íşlïḍè">
            <a:extLst>
              <a:ext uri="{FF2B5EF4-FFF2-40B4-BE49-F238E27FC236}">
                <a16:creationId xmlns:a16="http://schemas.microsoft.com/office/drawing/2014/main" id="{90341026-F30B-40B1-8C5B-2D58F39E925B}"/>
              </a:ext>
            </a:extLst>
          </p:cNvPr>
          <p:cNvSpPr txBox="1"/>
          <p:nvPr/>
        </p:nvSpPr>
        <p:spPr>
          <a:xfrm>
            <a:off x="882560" y="2482848"/>
            <a:ext cx="4703113" cy="1111252"/>
          </a:xfrm>
          <a:prstGeom prst="rect">
            <a:avLst/>
          </a:prstGeom>
          <a:noFill/>
        </p:spPr>
        <p:txBody>
          <a:bodyPr wrap="square" lIns="91440" tIns="45720" rIns="91440" bIns="45720" anchor="ctr">
            <a:noAutofit/>
          </a:bodyPr>
          <a:lstStyle/>
          <a:p>
            <a:r>
              <a:rPr lang="zh-CN" altLang="en-US" b="1" dirty="0">
                <a:latin typeface="Arial Narrow" panose="020B0606020202030204" pitchFamily="34" charset="0"/>
              </a:rPr>
              <a:t>万兆以太网交换机常作为千兆以太网的</a:t>
            </a:r>
            <a:r>
              <a:rPr lang="zh-CN" altLang="en-US" b="1" dirty="0">
                <a:solidFill>
                  <a:schemeClr val="accent1">
                    <a:lumMod val="75000"/>
                  </a:schemeClr>
                </a:solidFill>
                <a:latin typeface="Arial Narrow" panose="020B0606020202030204" pitchFamily="34" charset="0"/>
              </a:rPr>
              <a:t>汇聚层交换机</a:t>
            </a:r>
            <a:r>
              <a:rPr lang="zh-CN" altLang="en-US" b="1" dirty="0">
                <a:latin typeface="Arial Narrow" panose="020B0606020202030204" pitchFamily="34" charset="0"/>
              </a:rPr>
              <a:t>，与千兆以太网交换机相连，还可以连接对传输速率要求极高的视频服务器、文件服务器等设备。</a:t>
            </a:r>
          </a:p>
        </p:txBody>
      </p:sp>
      <p:grpSp>
        <p:nvGrpSpPr>
          <p:cNvPr id="5" name="组合 4">
            <a:extLst>
              <a:ext uri="{FF2B5EF4-FFF2-40B4-BE49-F238E27FC236}">
                <a16:creationId xmlns:a16="http://schemas.microsoft.com/office/drawing/2014/main" id="{6B7EB566-9CCF-406B-9BDF-1EA928B84471}"/>
              </a:ext>
            </a:extLst>
          </p:cNvPr>
          <p:cNvGrpSpPr/>
          <p:nvPr/>
        </p:nvGrpSpPr>
        <p:grpSpPr>
          <a:xfrm>
            <a:off x="5160153" y="2299597"/>
            <a:ext cx="6648325" cy="4117881"/>
            <a:chOff x="5160153" y="2299597"/>
            <a:chExt cx="6648325" cy="4117881"/>
          </a:xfrm>
        </p:grpSpPr>
        <p:sp>
          <p:nvSpPr>
            <p:cNvPr id="29" name="文本框 28">
              <a:extLst>
                <a:ext uri="{FF2B5EF4-FFF2-40B4-BE49-F238E27FC236}">
                  <a16:creationId xmlns:a16="http://schemas.microsoft.com/office/drawing/2014/main" id="{28B4C1AC-EF79-4DDD-B814-EDE4195E770F}"/>
                </a:ext>
              </a:extLst>
            </p:cNvPr>
            <p:cNvSpPr txBox="1"/>
            <p:nvPr/>
          </p:nvSpPr>
          <p:spPr>
            <a:xfrm>
              <a:off x="7559619" y="3827957"/>
              <a:ext cx="1076381" cy="369332"/>
            </a:xfrm>
            <a:prstGeom prst="rect">
              <a:avLst/>
            </a:prstGeom>
            <a:noFill/>
          </p:spPr>
          <p:txBody>
            <a:bodyPr wrap="square" rtlCol="0">
              <a:spAutoFit/>
            </a:bodyPr>
            <a:lstStyle/>
            <a:p>
              <a:r>
                <a:rPr lang="en-US" altLang="zh-CN" b="1" dirty="0">
                  <a:latin typeface="Arial Narrow" panose="020B0606020202030204" pitchFamily="34" charset="0"/>
                </a:rPr>
                <a:t>10Gb/s</a:t>
              </a:r>
              <a:endParaRPr lang="zh-CN" altLang="en-US" b="1" dirty="0">
                <a:latin typeface="Arial Narrow" panose="020B0606020202030204" pitchFamily="34" charset="0"/>
              </a:endParaRPr>
            </a:p>
          </p:txBody>
        </p:sp>
        <p:cxnSp>
          <p:nvCxnSpPr>
            <p:cNvPr id="30" name="直接连接符 29">
              <a:extLst>
                <a:ext uri="{FF2B5EF4-FFF2-40B4-BE49-F238E27FC236}">
                  <a16:creationId xmlns:a16="http://schemas.microsoft.com/office/drawing/2014/main" id="{AF960202-EC37-4FBA-9BF3-644757B05E17}"/>
                </a:ext>
              </a:extLst>
            </p:cNvPr>
            <p:cNvCxnSpPr>
              <a:cxnSpLocks/>
            </p:cNvCxnSpPr>
            <p:nvPr/>
          </p:nvCxnSpPr>
          <p:spPr>
            <a:xfrm flipV="1">
              <a:off x="7622574" y="3394241"/>
              <a:ext cx="0" cy="1084820"/>
            </a:xfrm>
            <a:prstGeom prst="line">
              <a:avLst/>
            </a:prstGeom>
            <a:ln w="508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1" name="直接连接符 30">
              <a:extLst>
                <a:ext uri="{FF2B5EF4-FFF2-40B4-BE49-F238E27FC236}">
                  <a16:creationId xmlns:a16="http://schemas.microsoft.com/office/drawing/2014/main" id="{B851EC3C-1B26-4F2A-B9E8-22F93E2A65AF}"/>
                </a:ext>
              </a:extLst>
            </p:cNvPr>
            <p:cNvCxnSpPr>
              <a:cxnSpLocks/>
            </p:cNvCxnSpPr>
            <p:nvPr/>
          </p:nvCxnSpPr>
          <p:spPr>
            <a:xfrm flipV="1">
              <a:off x="9363628" y="3385940"/>
              <a:ext cx="0" cy="1084820"/>
            </a:xfrm>
            <a:prstGeom prst="line">
              <a:avLst/>
            </a:prstGeom>
            <a:ln w="508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2" name="直接连接符 31">
              <a:extLst>
                <a:ext uri="{FF2B5EF4-FFF2-40B4-BE49-F238E27FC236}">
                  <a16:creationId xmlns:a16="http://schemas.microsoft.com/office/drawing/2014/main" id="{62426D71-4F14-4D4F-B975-C561E5EDBE82}"/>
                </a:ext>
              </a:extLst>
            </p:cNvPr>
            <p:cNvCxnSpPr>
              <a:cxnSpLocks/>
            </p:cNvCxnSpPr>
            <p:nvPr/>
          </p:nvCxnSpPr>
          <p:spPr>
            <a:xfrm flipV="1">
              <a:off x="6075484" y="4998771"/>
              <a:ext cx="0" cy="108482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pic>
          <p:nvPicPr>
            <p:cNvPr id="33" name="图形 32">
              <a:extLst>
                <a:ext uri="{FF2B5EF4-FFF2-40B4-BE49-F238E27FC236}">
                  <a16:creationId xmlns:a16="http://schemas.microsoft.com/office/drawing/2014/main" id="{C3958B90-1838-4867-AB47-DC225F6087FF}"/>
                </a:ext>
              </a:extLst>
            </p:cNvPr>
            <p:cNvPicPr>
              <a:picLocks noChangeAspect="1"/>
            </p:cNvPicPr>
            <p:nvPr/>
          </p:nvPicPr>
          <p:blipFill>
            <a:blip r:embed="rId3">
              <a:extLst>
                <a:ext uri="{28A0092B-C50C-407E-A947-70E740481C1C}">
                  <a14:useLocalDpi xmlns:a14="http://schemas.microsoft.com/office/drawing/2010/main" val="0"/>
                </a:ext>
                <a:ext uri="{96DAC541-7B7A-43D3-8B79-37D633B846F1}">
                  <asvg:svgBlip xmlns:asvg="http://schemas.microsoft.com/office/drawing/2016/SVG/main" r:embed="rId4"/>
                </a:ext>
              </a:extLst>
            </a:blip>
            <a:stretch>
              <a:fillRect/>
            </a:stretch>
          </p:blipFill>
          <p:spPr>
            <a:xfrm>
              <a:off x="5160153" y="5757745"/>
              <a:ext cx="1113715" cy="651693"/>
            </a:xfrm>
            <a:prstGeom prst="rect">
              <a:avLst/>
            </a:prstGeom>
          </p:spPr>
        </p:pic>
        <p:cxnSp>
          <p:nvCxnSpPr>
            <p:cNvPr id="34" name="直接连接符 33">
              <a:extLst>
                <a:ext uri="{FF2B5EF4-FFF2-40B4-BE49-F238E27FC236}">
                  <a16:creationId xmlns:a16="http://schemas.microsoft.com/office/drawing/2014/main" id="{AC225B20-B485-448B-B35E-3E026249E00F}"/>
                </a:ext>
              </a:extLst>
            </p:cNvPr>
            <p:cNvCxnSpPr>
              <a:cxnSpLocks/>
            </p:cNvCxnSpPr>
            <p:nvPr/>
          </p:nvCxnSpPr>
          <p:spPr>
            <a:xfrm flipV="1">
              <a:off x="7622574" y="4998771"/>
              <a:ext cx="0" cy="108482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pic>
          <p:nvPicPr>
            <p:cNvPr id="37" name="图形 10">
              <a:extLst>
                <a:ext uri="{FF2B5EF4-FFF2-40B4-BE49-F238E27FC236}">
                  <a16:creationId xmlns:a16="http://schemas.microsoft.com/office/drawing/2014/main" id="{E43C8D54-7FBF-42D1-9858-C8C67DF3B88A}"/>
                </a:ext>
              </a:extLst>
            </p:cNvPr>
            <p:cNvPicPr>
              <a:picLocks noChangeAspect="1"/>
            </p:cNvPicPr>
            <p:nvPr/>
          </p:nvPicPr>
          <p:blipFill>
            <a:blip r:embed="rId5">
              <a:extLst>
                <a:ext uri="{28A0092B-C50C-407E-A947-70E740481C1C}">
                  <a14:useLocalDpi xmlns:a14="http://schemas.microsoft.com/office/drawing/2010/main" val="0"/>
                </a:ext>
                <a:ext uri="{96DAC541-7B7A-43D3-8B79-37D633B846F1}">
                  <asvg:svgBlip xmlns:asvg="http://schemas.microsoft.com/office/drawing/2016/SVG/main" r:embed="rId6"/>
                </a:ext>
              </a:extLst>
            </a:blip>
            <a:stretch>
              <a:fillRect/>
            </a:stretch>
          </p:blipFill>
          <p:spPr>
            <a:xfrm>
              <a:off x="7194408" y="5757745"/>
              <a:ext cx="682097" cy="659733"/>
            </a:xfrm>
            <a:prstGeom prst="rect">
              <a:avLst/>
            </a:prstGeom>
          </p:spPr>
        </p:pic>
        <p:pic>
          <p:nvPicPr>
            <p:cNvPr id="38" name="图形 37">
              <a:extLst>
                <a:ext uri="{FF2B5EF4-FFF2-40B4-BE49-F238E27FC236}">
                  <a16:creationId xmlns:a16="http://schemas.microsoft.com/office/drawing/2014/main" id="{59DB0948-324E-4C5E-AFD0-2EB16772E4B3}"/>
                </a:ext>
              </a:extLst>
            </p:cNvPr>
            <p:cNvPicPr>
              <a:picLocks noChangeAspect="1"/>
            </p:cNvPicPr>
            <p:nvPr/>
          </p:nvPicPr>
          <p:blipFill>
            <a:blip r:embed="rId7">
              <a:extLst>
                <a:ext uri="{28A0092B-C50C-407E-A947-70E740481C1C}">
                  <a14:useLocalDpi xmlns:a14="http://schemas.microsoft.com/office/drawing/2010/main" val="0"/>
                </a:ext>
                <a:ext uri="{96DAC541-7B7A-43D3-8B79-37D633B846F1}">
                  <asvg:svgBlip xmlns:asvg="http://schemas.microsoft.com/office/drawing/2016/SVG/main" r:embed="rId8"/>
                </a:ext>
              </a:extLst>
            </a:blip>
            <a:stretch>
              <a:fillRect/>
            </a:stretch>
          </p:blipFill>
          <p:spPr>
            <a:xfrm flipH="1">
              <a:off x="5166181" y="4443052"/>
              <a:ext cx="2710324" cy="677581"/>
            </a:xfrm>
            <a:prstGeom prst="rect">
              <a:avLst/>
            </a:prstGeom>
          </p:spPr>
        </p:pic>
        <p:cxnSp>
          <p:nvCxnSpPr>
            <p:cNvPr id="39" name="直接连接符 38">
              <a:extLst>
                <a:ext uri="{FF2B5EF4-FFF2-40B4-BE49-F238E27FC236}">
                  <a16:creationId xmlns:a16="http://schemas.microsoft.com/office/drawing/2014/main" id="{24C73868-08D5-4860-B783-592C699F02A4}"/>
                </a:ext>
              </a:extLst>
            </p:cNvPr>
            <p:cNvCxnSpPr>
              <a:cxnSpLocks/>
            </p:cNvCxnSpPr>
            <p:nvPr/>
          </p:nvCxnSpPr>
          <p:spPr>
            <a:xfrm flipV="1">
              <a:off x="9870017" y="4998771"/>
              <a:ext cx="0" cy="108482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0" name="直接连接符 39">
              <a:extLst>
                <a:ext uri="{FF2B5EF4-FFF2-40B4-BE49-F238E27FC236}">
                  <a16:creationId xmlns:a16="http://schemas.microsoft.com/office/drawing/2014/main" id="{078F2AEB-E5BE-485A-A30B-5AA7F33A0B63}"/>
                </a:ext>
              </a:extLst>
            </p:cNvPr>
            <p:cNvCxnSpPr>
              <a:cxnSpLocks/>
            </p:cNvCxnSpPr>
            <p:nvPr/>
          </p:nvCxnSpPr>
          <p:spPr>
            <a:xfrm flipV="1">
              <a:off x="11223145" y="4998771"/>
              <a:ext cx="0" cy="108482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pic>
          <p:nvPicPr>
            <p:cNvPr id="41" name="图形 10">
              <a:extLst>
                <a:ext uri="{FF2B5EF4-FFF2-40B4-BE49-F238E27FC236}">
                  <a16:creationId xmlns:a16="http://schemas.microsoft.com/office/drawing/2014/main" id="{FCD36E5B-FB4D-44F0-88C1-0E2FE308F8B2}"/>
                </a:ext>
              </a:extLst>
            </p:cNvPr>
            <p:cNvPicPr>
              <a:picLocks noChangeAspect="1"/>
            </p:cNvPicPr>
            <p:nvPr/>
          </p:nvPicPr>
          <p:blipFill>
            <a:blip r:embed="rId5">
              <a:extLst>
                <a:ext uri="{28A0092B-C50C-407E-A947-70E740481C1C}">
                  <a14:useLocalDpi xmlns:a14="http://schemas.microsoft.com/office/drawing/2010/main" val="0"/>
                </a:ext>
                <a:ext uri="{96DAC541-7B7A-43D3-8B79-37D633B846F1}">
                  <asvg:svgBlip xmlns:asvg="http://schemas.microsoft.com/office/drawing/2016/SVG/main" r:embed="rId6"/>
                </a:ext>
              </a:extLst>
            </a:blip>
            <a:stretch>
              <a:fillRect/>
            </a:stretch>
          </p:blipFill>
          <p:spPr>
            <a:xfrm>
              <a:off x="10788365" y="5757745"/>
              <a:ext cx="682097" cy="659733"/>
            </a:xfrm>
            <a:prstGeom prst="rect">
              <a:avLst/>
            </a:prstGeom>
          </p:spPr>
        </p:pic>
        <p:pic>
          <p:nvPicPr>
            <p:cNvPr id="42" name="图形 41">
              <a:extLst>
                <a:ext uri="{FF2B5EF4-FFF2-40B4-BE49-F238E27FC236}">
                  <a16:creationId xmlns:a16="http://schemas.microsoft.com/office/drawing/2014/main" id="{909B4BFC-7B5E-4F2E-9075-EB677EB38699}"/>
                </a:ext>
              </a:extLst>
            </p:cNvPr>
            <p:cNvPicPr>
              <a:picLocks noChangeAspect="1"/>
            </p:cNvPicPr>
            <p:nvPr/>
          </p:nvPicPr>
          <p:blipFill>
            <a:blip r:embed="rId7">
              <a:extLst>
                <a:ext uri="{28A0092B-C50C-407E-A947-70E740481C1C}">
                  <a14:useLocalDpi xmlns:a14="http://schemas.microsoft.com/office/drawing/2010/main" val="0"/>
                </a:ext>
                <a:ext uri="{96DAC541-7B7A-43D3-8B79-37D633B846F1}">
                  <asvg:svgBlip xmlns:asvg="http://schemas.microsoft.com/office/drawing/2016/SVG/main" r:embed="rId8"/>
                </a:ext>
              </a:extLst>
            </a:blip>
            <a:stretch>
              <a:fillRect/>
            </a:stretch>
          </p:blipFill>
          <p:spPr>
            <a:xfrm>
              <a:off x="9098154" y="4448708"/>
              <a:ext cx="2710324" cy="677581"/>
            </a:xfrm>
            <a:prstGeom prst="rect">
              <a:avLst/>
            </a:prstGeom>
          </p:spPr>
        </p:pic>
        <p:pic>
          <p:nvPicPr>
            <p:cNvPr id="43" name="图形 42">
              <a:extLst>
                <a:ext uri="{FF2B5EF4-FFF2-40B4-BE49-F238E27FC236}">
                  <a16:creationId xmlns:a16="http://schemas.microsoft.com/office/drawing/2014/main" id="{A71758EF-E62A-40A3-AA90-6AB370A2D5AB}"/>
                </a:ext>
              </a:extLst>
            </p:cNvPr>
            <p:cNvPicPr>
              <a:picLocks noChangeAspect="1"/>
            </p:cNvPicPr>
            <p:nvPr/>
          </p:nvPicPr>
          <p:blipFill>
            <a:blip r:embed="rId3">
              <a:extLst>
                <a:ext uri="{28A0092B-C50C-407E-A947-70E740481C1C}">
                  <a14:useLocalDpi xmlns:a14="http://schemas.microsoft.com/office/drawing/2010/main" val="0"/>
                </a:ext>
                <a:ext uri="{96DAC541-7B7A-43D3-8B79-37D633B846F1}">
                  <asvg:svgBlip xmlns:asvg="http://schemas.microsoft.com/office/drawing/2016/SVG/main" r:embed="rId4"/>
                </a:ext>
              </a:extLst>
            </a:blip>
            <a:stretch>
              <a:fillRect/>
            </a:stretch>
          </p:blipFill>
          <p:spPr>
            <a:xfrm>
              <a:off x="9098154" y="5757745"/>
              <a:ext cx="1113715" cy="651693"/>
            </a:xfrm>
            <a:prstGeom prst="rect">
              <a:avLst/>
            </a:prstGeom>
          </p:spPr>
        </p:pic>
        <p:sp>
          <p:nvSpPr>
            <p:cNvPr id="44" name="文本框 43">
              <a:extLst>
                <a:ext uri="{FF2B5EF4-FFF2-40B4-BE49-F238E27FC236}">
                  <a16:creationId xmlns:a16="http://schemas.microsoft.com/office/drawing/2014/main" id="{53045DC5-3C18-4461-B66F-D0E97C8F6180}"/>
                </a:ext>
              </a:extLst>
            </p:cNvPr>
            <p:cNvSpPr txBox="1"/>
            <p:nvPr/>
          </p:nvSpPr>
          <p:spPr>
            <a:xfrm>
              <a:off x="8287247" y="3822618"/>
              <a:ext cx="1076381" cy="369332"/>
            </a:xfrm>
            <a:prstGeom prst="rect">
              <a:avLst/>
            </a:prstGeom>
            <a:noFill/>
          </p:spPr>
          <p:txBody>
            <a:bodyPr wrap="square" rtlCol="0">
              <a:spAutoFit/>
            </a:bodyPr>
            <a:lstStyle/>
            <a:p>
              <a:pPr algn="r"/>
              <a:r>
                <a:rPr lang="en-US" altLang="zh-CN" b="1" dirty="0">
                  <a:latin typeface="Arial Narrow" panose="020B0606020202030204" pitchFamily="34" charset="0"/>
                </a:rPr>
                <a:t>10Gb/s</a:t>
              </a:r>
              <a:endParaRPr lang="zh-CN" altLang="en-US" b="1" dirty="0">
                <a:latin typeface="Arial Narrow" panose="020B0606020202030204" pitchFamily="34" charset="0"/>
              </a:endParaRPr>
            </a:p>
          </p:txBody>
        </p:sp>
        <p:sp>
          <p:nvSpPr>
            <p:cNvPr id="45" name="文本框 44">
              <a:extLst>
                <a:ext uri="{FF2B5EF4-FFF2-40B4-BE49-F238E27FC236}">
                  <a16:creationId xmlns:a16="http://schemas.microsoft.com/office/drawing/2014/main" id="{6D68CFD8-EDB8-425A-9E22-70B18278C47D}"/>
                </a:ext>
              </a:extLst>
            </p:cNvPr>
            <p:cNvSpPr txBox="1"/>
            <p:nvPr/>
          </p:nvSpPr>
          <p:spPr>
            <a:xfrm>
              <a:off x="5260433" y="5247232"/>
              <a:ext cx="913154" cy="369332"/>
            </a:xfrm>
            <a:prstGeom prst="rect">
              <a:avLst/>
            </a:prstGeom>
            <a:noFill/>
          </p:spPr>
          <p:txBody>
            <a:bodyPr wrap="square" rtlCol="0">
              <a:spAutoFit/>
            </a:bodyPr>
            <a:lstStyle/>
            <a:p>
              <a:pPr algn="ctr"/>
              <a:r>
                <a:rPr lang="en-US" altLang="zh-CN" b="1" dirty="0">
                  <a:latin typeface="Arial Narrow" panose="020B0606020202030204" pitchFamily="34" charset="0"/>
                </a:rPr>
                <a:t>1Gb/s</a:t>
              </a:r>
              <a:endParaRPr lang="zh-CN" altLang="en-US" b="1" dirty="0">
                <a:latin typeface="Arial Narrow" panose="020B0606020202030204" pitchFamily="34" charset="0"/>
              </a:endParaRPr>
            </a:p>
          </p:txBody>
        </p:sp>
        <p:sp>
          <p:nvSpPr>
            <p:cNvPr id="46" name="文本框 45">
              <a:extLst>
                <a:ext uri="{FF2B5EF4-FFF2-40B4-BE49-F238E27FC236}">
                  <a16:creationId xmlns:a16="http://schemas.microsoft.com/office/drawing/2014/main" id="{44DB35F9-04C3-4315-AD6A-1D759E23FD20}"/>
                </a:ext>
              </a:extLst>
            </p:cNvPr>
            <p:cNvSpPr txBox="1"/>
            <p:nvPr/>
          </p:nvSpPr>
          <p:spPr>
            <a:xfrm>
              <a:off x="6795034" y="5247232"/>
              <a:ext cx="913154" cy="369332"/>
            </a:xfrm>
            <a:prstGeom prst="rect">
              <a:avLst/>
            </a:prstGeom>
            <a:noFill/>
          </p:spPr>
          <p:txBody>
            <a:bodyPr wrap="square" rtlCol="0">
              <a:spAutoFit/>
            </a:bodyPr>
            <a:lstStyle/>
            <a:p>
              <a:pPr algn="ctr"/>
              <a:r>
                <a:rPr lang="en-US" altLang="zh-CN" b="1" dirty="0">
                  <a:latin typeface="Arial Narrow" panose="020B0606020202030204" pitchFamily="34" charset="0"/>
                </a:rPr>
                <a:t>1Gb/s</a:t>
              </a:r>
              <a:endParaRPr lang="zh-CN" altLang="en-US" b="1" dirty="0">
                <a:latin typeface="Arial Narrow" panose="020B0606020202030204" pitchFamily="34" charset="0"/>
              </a:endParaRPr>
            </a:p>
          </p:txBody>
        </p:sp>
        <p:sp>
          <p:nvSpPr>
            <p:cNvPr id="47" name="文本框 46">
              <a:extLst>
                <a:ext uri="{FF2B5EF4-FFF2-40B4-BE49-F238E27FC236}">
                  <a16:creationId xmlns:a16="http://schemas.microsoft.com/office/drawing/2014/main" id="{6462AD13-1E3F-4F27-85A9-CD8C693A0CDC}"/>
                </a:ext>
              </a:extLst>
            </p:cNvPr>
            <p:cNvSpPr txBox="1"/>
            <p:nvPr/>
          </p:nvSpPr>
          <p:spPr>
            <a:xfrm>
              <a:off x="9043984" y="5247232"/>
              <a:ext cx="913154" cy="369332"/>
            </a:xfrm>
            <a:prstGeom prst="rect">
              <a:avLst/>
            </a:prstGeom>
            <a:noFill/>
          </p:spPr>
          <p:txBody>
            <a:bodyPr wrap="square" rtlCol="0">
              <a:spAutoFit/>
            </a:bodyPr>
            <a:lstStyle/>
            <a:p>
              <a:pPr algn="ctr"/>
              <a:r>
                <a:rPr lang="en-US" altLang="zh-CN" b="1" dirty="0">
                  <a:latin typeface="Arial Narrow" panose="020B0606020202030204" pitchFamily="34" charset="0"/>
                </a:rPr>
                <a:t>1Gb/s</a:t>
              </a:r>
              <a:endParaRPr lang="zh-CN" altLang="en-US" b="1" dirty="0">
                <a:latin typeface="Arial Narrow" panose="020B0606020202030204" pitchFamily="34" charset="0"/>
              </a:endParaRPr>
            </a:p>
          </p:txBody>
        </p:sp>
        <p:sp>
          <p:nvSpPr>
            <p:cNvPr id="48" name="文本框 47">
              <a:extLst>
                <a:ext uri="{FF2B5EF4-FFF2-40B4-BE49-F238E27FC236}">
                  <a16:creationId xmlns:a16="http://schemas.microsoft.com/office/drawing/2014/main" id="{9C9B0DA4-7372-40C4-AA35-9F8707CC274E}"/>
                </a:ext>
              </a:extLst>
            </p:cNvPr>
            <p:cNvSpPr txBox="1"/>
            <p:nvPr/>
          </p:nvSpPr>
          <p:spPr>
            <a:xfrm>
              <a:off x="10408576" y="5247232"/>
              <a:ext cx="913154" cy="369332"/>
            </a:xfrm>
            <a:prstGeom prst="rect">
              <a:avLst/>
            </a:prstGeom>
            <a:noFill/>
          </p:spPr>
          <p:txBody>
            <a:bodyPr wrap="square" rtlCol="0">
              <a:spAutoFit/>
            </a:bodyPr>
            <a:lstStyle/>
            <a:p>
              <a:pPr algn="ctr"/>
              <a:r>
                <a:rPr lang="en-US" altLang="zh-CN" b="1" dirty="0">
                  <a:latin typeface="Arial Narrow" panose="020B0606020202030204" pitchFamily="34" charset="0"/>
                </a:rPr>
                <a:t>1Gb/s</a:t>
              </a:r>
              <a:endParaRPr lang="zh-CN" altLang="en-US" b="1" dirty="0">
                <a:latin typeface="Arial Narrow" panose="020B0606020202030204" pitchFamily="34" charset="0"/>
              </a:endParaRPr>
            </a:p>
          </p:txBody>
        </p:sp>
        <p:pic>
          <p:nvPicPr>
            <p:cNvPr id="49" name="图形 48">
              <a:extLst>
                <a:ext uri="{FF2B5EF4-FFF2-40B4-BE49-F238E27FC236}">
                  <a16:creationId xmlns:a16="http://schemas.microsoft.com/office/drawing/2014/main" id="{CB6D595B-8DD0-475F-AA8C-0C743A583844}"/>
                </a:ext>
              </a:extLst>
            </p:cNvPr>
            <p:cNvPicPr>
              <a:picLocks noChangeAspect="1"/>
            </p:cNvPicPr>
            <p:nvPr/>
          </p:nvPicPr>
          <p:blipFill>
            <a:blip r:embed="rId9">
              <a:extLst>
                <a:ext uri="{28A0092B-C50C-407E-A947-70E740481C1C}">
                  <a14:useLocalDpi xmlns:a14="http://schemas.microsoft.com/office/drawing/2010/main" val="0"/>
                </a:ext>
                <a:ext uri="{96DAC541-7B7A-43D3-8B79-37D633B846F1}">
                  <asvg:svgBlip xmlns:asvg="http://schemas.microsoft.com/office/drawing/2016/SVG/main" r:embed="rId10"/>
                </a:ext>
              </a:extLst>
            </a:blip>
            <a:stretch>
              <a:fillRect/>
            </a:stretch>
          </p:blipFill>
          <p:spPr>
            <a:xfrm>
              <a:off x="10409925" y="2299597"/>
              <a:ext cx="841892" cy="943500"/>
            </a:xfrm>
            <a:prstGeom prst="rect">
              <a:avLst/>
            </a:prstGeom>
          </p:spPr>
        </p:pic>
        <p:cxnSp>
          <p:nvCxnSpPr>
            <p:cNvPr id="50" name="连接符: 肘形 49">
              <a:extLst>
                <a:ext uri="{FF2B5EF4-FFF2-40B4-BE49-F238E27FC236}">
                  <a16:creationId xmlns:a16="http://schemas.microsoft.com/office/drawing/2014/main" id="{547F620D-E44C-469D-8D87-E68F386791DC}"/>
                </a:ext>
              </a:extLst>
            </p:cNvPr>
            <p:cNvCxnSpPr>
              <a:cxnSpLocks/>
            </p:cNvCxnSpPr>
            <p:nvPr/>
          </p:nvCxnSpPr>
          <p:spPr>
            <a:xfrm flipV="1">
              <a:off x="8793018" y="2801696"/>
              <a:ext cx="1615558" cy="424358"/>
            </a:xfrm>
            <a:prstGeom prst="bentConnector3">
              <a:avLst>
                <a:gd name="adj1" fmla="val 35707"/>
              </a:avLst>
            </a:prstGeom>
            <a:ln w="50800">
              <a:solidFill>
                <a:schemeClr val="tx1"/>
              </a:solidFill>
            </a:ln>
          </p:spPr>
          <p:style>
            <a:lnRef idx="1">
              <a:schemeClr val="accent1"/>
            </a:lnRef>
            <a:fillRef idx="0">
              <a:schemeClr val="accent1"/>
            </a:fillRef>
            <a:effectRef idx="0">
              <a:schemeClr val="accent1"/>
            </a:effectRef>
            <a:fontRef idx="minor">
              <a:schemeClr val="tx1"/>
            </a:fontRef>
          </p:style>
        </p:cxnSp>
        <p:sp>
          <p:nvSpPr>
            <p:cNvPr id="51" name="文本框 50">
              <a:extLst>
                <a:ext uri="{FF2B5EF4-FFF2-40B4-BE49-F238E27FC236}">
                  <a16:creationId xmlns:a16="http://schemas.microsoft.com/office/drawing/2014/main" id="{4A18305D-C0C3-4474-A6B7-EC919D733D9E}"/>
                </a:ext>
              </a:extLst>
            </p:cNvPr>
            <p:cNvSpPr txBox="1"/>
            <p:nvPr/>
          </p:nvSpPr>
          <p:spPr>
            <a:xfrm>
              <a:off x="9376935" y="2397133"/>
              <a:ext cx="1076381" cy="369332"/>
            </a:xfrm>
            <a:prstGeom prst="rect">
              <a:avLst/>
            </a:prstGeom>
            <a:noFill/>
          </p:spPr>
          <p:txBody>
            <a:bodyPr wrap="square" rtlCol="0">
              <a:spAutoFit/>
            </a:bodyPr>
            <a:lstStyle/>
            <a:p>
              <a:pPr algn="ctr"/>
              <a:r>
                <a:rPr lang="en-US" altLang="zh-CN" b="1" dirty="0">
                  <a:latin typeface="Arial Narrow" panose="020B0606020202030204" pitchFamily="34" charset="0"/>
                </a:rPr>
                <a:t>10Gb/s</a:t>
              </a:r>
              <a:endParaRPr lang="zh-CN" altLang="en-US" b="1" dirty="0">
                <a:latin typeface="Arial Narrow" panose="020B0606020202030204" pitchFamily="34" charset="0"/>
              </a:endParaRPr>
            </a:p>
          </p:txBody>
        </p:sp>
        <p:pic>
          <p:nvPicPr>
            <p:cNvPr id="52" name="图形 51">
              <a:extLst>
                <a:ext uri="{FF2B5EF4-FFF2-40B4-BE49-F238E27FC236}">
                  <a16:creationId xmlns:a16="http://schemas.microsoft.com/office/drawing/2014/main" id="{5E9B73C2-0F14-42AC-B5CC-7DAB801DB2EF}"/>
                </a:ext>
              </a:extLst>
            </p:cNvPr>
            <p:cNvPicPr>
              <a:picLocks noChangeAspect="1"/>
            </p:cNvPicPr>
            <p:nvPr/>
          </p:nvPicPr>
          <p:blipFill>
            <a:blip r:embed="rId11">
              <a:extLst>
                <a:ext uri="{28A0092B-C50C-407E-A947-70E740481C1C}">
                  <a14:useLocalDpi xmlns:a14="http://schemas.microsoft.com/office/drawing/2010/main" val="0"/>
                </a:ext>
                <a:ext uri="{96DAC541-7B7A-43D3-8B79-37D633B846F1}">
                  <asvg:svgBlip xmlns:asvg="http://schemas.microsoft.com/office/drawing/2016/SVG/main" r:embed="rId12"/>
                </a:ext>
              </a:extLst>
            </a:blip>
            <a:stretch>
              <a:fillRect/>
            </a:stretch>
          </p:blipFill>
          <p:spPr>
            <a:xfrm>
              <a:off x="5953144" y="2299597"/>
              <a:ext cx="841890" cy="1044568"/>
            </a:xfrm>
            <a:prstGeom prst="rect">
              <a:avLst/>
            </a:prstGeom>
          </p:spPr>
        </p:pic>
        <p:cxnSp>
          <p:nvCxnSpPr>
            <p:cNvPr id="53" name="连接符: 肘形 52">
              <a:extLst>
                <a:ext uri="{FF2B5EF4-FFF2-40B4-BE49-F238E27FC236}">
                  <a16:creationId xmlns:a16="http://schemas.microsoft.com/office/drawing/2014/main" id="{B18ECA31-A942-4924-9385-B26E9C336F81}"/>
                </a:ext>
              </a:extLst>
            </p:cNvPr>
            <p:cNvCxnSpPr>
              <a:cxnSpLocks/>
            </p:cNvCxnSpPr>
            <p:nvPr/>
          </p:nvCxnSpPr>
          <p:spPr>
            <a:xfrm rot="10800000">
              <a:off x="6767327" y="2821882"/>
              <a:ext cx="1996635" cy="439181"/>
            </a:xfrm>
            <a:prstGeom prst="bentConnector3">
              <a:avLst>
                <a:gd name="adj1" fmla="val 50000"/>
              </a:avLst>
            </a:prstGeom>
            <a:ln w="50800">
              <a:solidFill>
                <a:schemeClr val="tx1"/>
              </a:solidFill>
            </a:ln>
          </p:spPr>
          <p:style>
            <a:lnRef idx="1">
              <a:schemeClr val="accent1"/>
            </a:lnRef>
            <a:fillRef idx="0">
              <a:schemeClr val="accent1"/>
            </a:fillRef>
            <a:effectRef idx="0">
              <a:schemeClr val="accent1"/>
            </a:effectRef>
            <a:fontRef idx="minor">
              <a:schemeClr val="tx1"/>
            </a:fontRef>
          </p:style>
        </p:cxnSp>
        <p:pic>
          <p:nvPicPr>
            <p:cNvPr id="54" name="图形 53">
              <a:extLst>
                <a:ext uri="{FF2B5EF4-FFF2-40B4-BE49-F238E27FC236}">
                  <a16:creationId xmlns:a16="http://schemas.microsoft.com/office/drawing/2014/main" id="{DDEEB880-78AB-4122-A069-178EE842E2FB}"/>
                </a:ext>
              </a:extLst>
            </p:cNvPr>
            <p:cNvPicPr>
              <a:picLocks noChangeAspect="1"/>
            </p:cNvPicPr>
            <p:nvPr/>
          </p:nvPicPr>
          <p:blipFill>
            <a:blip r:embed="rId13">
              <a:extLst>
                <a:ext uri="{28A0092B-C50C-407E-A947-70E740481C1C}">
                  <a14:useLocalDpi xmlns:a14="http://schemas.microsoft.com/office/drawing/2010/main" val="0"/>
                </a:ext>
                <a:ext uri="{96DAC541-7B7A-43D3-8B79-37D633B846F1}">
                  <asvg:svgBlip xmlns:asvg="http://schemas.microsoft.com/office/drawing/2016/SVG/main" r:embed="rId14"/>
                </a:ext>
              </a:extLst>
            </a:blip>
            <a:stretch>
              <a:fillRect/>
            </a:stretch>
          </p:blipFill>
          <p:spPr>
            <a:xfrm>
              <a:off x="7372229" y="3090939"/>
              <a:ext cx="2527542" cy="340246"/>
            </a:xfrm>
            <a:prstGeom prst="rect">
              <a:avLst/>
            </a:prstGeom>
          </p:spPr>
        </p:pic>
        <p:sp>
          <p:nvSpPr>
            <p:cNvPr id="55" name="文本框 54">
              <a:extLst>
                <a:ext uri="{FF2B5EF4-FFF2-40B4-BE49-F238E27FC236}">
                  <a16:creationId xmlns:a16="http://schemas.microsoft.com/office/drawing/2014/main" id="{67476E22-DB4A-439A-9075-BC0B79D64E68}"/>
                </a:ext>
              </a:extLst>
            </p:cNvPr>
            <p:cNvSpPr txBox="1"/>
            <p:nvPr/>
          </p:nvSpPr>
          <p:spPr>
            <a:xfrm>
              <a:off x="6721483" y="2397133"/>
              <a:ext cx="1076381" cy="369332"/>
            </a:xfrm>
            <a:prstGeom prst="rect">
              <a:avLst/>
            </a:prstGeom>
            <a:noFill/>
          </p:spPr>
          <p:txBody>
            <a:bodyPr wrap="square" rtlCol="0">
              <a:spAutoFit/>
            </a:bodyPr>
            <a:lstStyle/>
            <a:p>
              <a:pPr algn="ctr"/>
              <a:r>
                <a:rPr lang="en-US" altLang="zh-CN" b="1" dirty="0">
                  <a:latin typeface="Arial Narrow" panose="020B0606020202030204" pitchFamily="34" charset="0"/>
                </a:rPr>
                <a:t>10Gb/s</a:t>
              </a:r>
              <a:endParaRPr lang="zh-CN" altLang="en-US" b="1" dirty="0">
                <a:latin typeface="Arial Narrow" panose="020B0606020202030204" pitchFamily="34" charset="0"/>
              </a:endParaRPr>
            </a:p>
          </p:txBody>
        </p:sp>
        <p:sp>
          <p:nvSpPr>
            <p:cNvPr id="56" name="文本框 55">
              <a:extLst>
                <a:ext uri="{FF2B5EF4-FFF2-40B4-BE49-F238E27FC236}">
                  <a16:creationId xmlns:a16="http://schemas.microsoft.com/office/drawing/2014/main" id="{5EC8C7C7-9C31-4726-BB98-3A490800396E}"/>
                </a:ext>
              </a:extLst>
            </p:cNvPr>
            <p:cNvSpPr txBox="1"/>
            <p:nvPr/>
          </p:nvSpPr>
          <p:spPr>
            <a:xfrm>
              <a:off x="5596679" y="4037144"/>
              <a:ext cx="1771965" cy="369332"/>
            </a:xfrm>
            <a:prstGeom prst="rect">
              <a:avLst/>
            </a:prstGeom>
            <a:noFill/>
          </p:spPr>
          <p:txBody>
            <a:bodyPr wrap="square" rtlCol="0">
              <a:spAutoFit/>
            </a:bodyPr>
            <a:lstStyle/>
            <a:p>
              <a:pPr algn="ctr"/>
              <a:r>
                <a:rPr lang="zh-CN" altLang="en-US" b="1" dirty="0">
                  <a:latin typeface="Arial Narrow" panose="020B0606020202030204" pitchFamily="34" charset="0"/>
                </a:rPr>
                <a:t>接入层交换机</a:t>
              </a:r>
              <a:r>
                <a:rPr lang="en-US" altLang="zh-CN" b="1" dirty="0">
                  <a:latin typeface="Arial Narrow" panose="020B0606020202030204" pitchFamily="34" charset="0"/>
                </a:rPr>
                <a:t>1</a:t>
              </a:r>
              <a:endParaRPr lang="zh-CN" altLang="en-US" b="1" dirty="0">
                <a:latin typeface="Arial Narrow" panose="020B0606020202030204" pitchFamily="34" charset="0"/>
              </a:endParaRPr>
            </a:p>
          </p:txBody>
        </p:sp>
        <p:sp>
          <p:nvSpPr>
            <p:cNvPr id="57" name="文本框 56">
              <a:extLst>
                <a:ext uri="{FF2B5EF4-FFF2-40B4-BE49-F238E27FC236}">
                  <a16:creationId xmlns:a16="http://schemas.microsoft.com/office/drawing/2014/main" id="{A8BA3B02-53DC-4343-8E18-FCCE51C50F96}"/>
                </a:ext>
              </a:extLst>
            </p:cNvPr>
            <p:cNvSpPr txBox="1"/>
            <p:nvPr/>
          </p:nvSpPr>
          <p:spPr>
            <a:xfrm>
              <a:off x="9522593" y="4037144"/>
              <a:ext cx="1771965" cy="369332"/>
            </a:xfrm>
            <a:prstGeom prst="rect">
              <a:avLst/>
            </a:prstGeom>
            <a:noFill/>
          </p:spPr>
          <p:txBody>
            <a:bodyPr wrap="square" rtlCol="0">
              <a:spAutoFit/>
            </a:bodyPr>
            <a:lstStyle/>
            <a:p>
              <a:pPr algn="ctr"/>
              <a:r>
                <a:rPr lang="zh-CN" altLang="en-US" b="1" dirty="0">
                  <a:latin typeface="Arial Narrow" panose="020B0606020202030204" pitchFamily="34" charset="0"/>
                </a:rPr>
                <a:t>接入层交换机</a:t>
              </a:r>
              <a:r>
                <a:rPr lang="en-US" altLang="zh-CN" b="1" dirty="0">
                  <a:latin typeface="Arial Narrow" panose="020B0606020202030204" pitchFamily="34" charset="0"/>
                </a:rPr>
                <a:t>2</a:t>
              </a:r>
              <a:endParaRPr lang="zh-CN" altLang="en-US" b="1" dirty="0">
                <a:latin typeface="Arial Narrow" panose="020B0606020202030204" pitchFamily="34" charset="0"/>
              </a:endParaRPr>
            </a:p>
          </p:txBody>
        </p:sp>
        <p:sp>
          <p:nvSpPr>
            <p:cNvPr id="58" name="文本框 57">
              <a:extLst>
                <a:ext uri="{FF2B5EF4-FFF2-40B4-BE49-F238E27FC236}">
                  <a16:creationId xmlns:a16="http://schemas.microsoft.com/office/drawing/2014/main" id="{92AA2C49-BB0A-4244-9E7E-C98218067DD1}"/>
                </a:ext>
              </a:extLst>
            </p:cNvPr>
            <p:cNvSpPr txBox="1"/>
            <p:nvPr/>
          </p:nvSpPr>
          <p:spPr>
            <a:xfrm>
              <a:off x="7622574" y="3382006"/>
              <a:ext cx="1771965" cy="369332"/>
            </a:xfrm>
            <a:prstGeom prst="rect">
              <a:avLst/>
            </a:prstGeom>
            <a:noFill/>
          </p:spPr>
          <p:txBody>
            <a:bodyPr wrap="square" rtlCol="0">
              <a:spAutoFit/>
            </a:bodyPr>
            <a:lstStyle/>
            <a:p>
              <a:pPr algn="ctr"/>
              <a:r>
                <a:rPr lang="zh-CN" altLang="en-US" b="1" dirty="0">
                  <a:latin typeface="Arial Narrow" panose="020B0606020202030204" pitchFamily="34" charset="0"/>
                </a:rPr>
                <a:t>汇聚层交换机</a:t>
              </a:r>
            </a:p>
          </p:txBody>
        </p:sp>
      </p:grpSp>
    </p:spTree>
    <p:custDataLst>
      <p:tags r:id="rId1"/>
    </p:custDataLst>
    <p:extLst>
      <p:ext uri="{BB962C8B-B14F-4D97-AF65-F5344CB8AC3E}">
        <p14:creationId xmlns:p14="http://schemas.microsoft.com/office/powerpoint/2010/main" val="264120738"/>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49" presetClass="entr" presetSubtype="0" decel="100000" fill="hold" grpId="0" nodeType="withEffect">
                                  <p:stCondLst>
                                    <p:cond delay="0"/>
                                  </p:stCondLst>
                                  <p:childTnLst>
                                    <p:set>
                                      <p:cBhvr>
                                        <p:cTn id="6" dur="1" fill="hold">
                                          <p:stCondLst>
                                            <p:cond delay="0"/>
                                          </p:stCondLst>
                                        </p:cTn>
                                        <p:tgtEl>
                                          <p:spTgt spid="70"/>
                                        </p:tgtEl>
                                        <p:attrNameLst>
                                          <p:attrName>style.visibility</p:attrName>
                                        </p:attrNameLst>
                                      </p:cBhvr>
                                      <p:to>
                                        <p:strVal val="visible"/>
                                      </p:to>
                                    </p:set>
                                    <p:anim calcmode="lin" valueType="num">
                                      <p:cBhvr>
                                        <p:cTn id="7" dur="500" fill="hold"/>
                                        <p:tgtEl>
                                          <p:spTgt spid="70"/>
                                        </p:tgtEl>
                                        <p:attrNameLst>
                                          <p:attrName>ppt_w</p:attrName>
                                        </p:attrNameLst>
                                      </p:cBhvr>
                                      <p:tavLst>
                                        <p:tav tm="0">
                                          <p:val>
                                            <p:fltVal val="0"/>
                                          </p:val>
                                        </p:tav>
                                        <p:tav tm="100000">
                                          <p:val>
                                            <p:strVal val="#ppt_w"/>
                                          </p:val>
                                        </p:tav>
                                      </p:tavLst>
                                    </p:anim>
                                    <p:anim calcmode="lin" valueType="num">
                                      <p:cBhvr>
                                        <p:cTn id="8" dur="500" fill="hold"/>
                                        <p:tgtEl>
                                          <p:spTgt spid="70"/>
                                        </p:tgtEl>
                                        <p:attrNameLst>
                                          <p:attrName>ppt_h</p:attrName>
                                        </p:attrNameLst>
                                      </p:cBhvr>
                                      <p:tavLst>
                                        <p:tav tm="0">
                                          <p:val>
                                            <p:fltVal val="0"/>
                                          </p:val>
                                        </p:tav>
                                        <p:tav tm="100000">
                                          <p:val>
                                            <p:strVal val="#ppt_h"/>
                                          </p:val>
                                        </p:tav>
                                      </p:tavLst>
                                    </p:anim>
                                    <p:anim calcmode="lin" valueType="num">
                                      <p:cBhvr>
                                        <p:cTn id="9" dur="500" fill="hold"/>
                                        <p:tgtEl>
                                          <p:spTgt spid="70"/>
                                        </p:tgtEl>
                                        <p:attrNameLst>
                                          <p:attrName>style.rotation</p:attrName>
                                        </p:attrNameLst>
                                      </p:cBhvr>
                                      <p:tavLst>
                                        <p:tav tm="0">
                                          <p:val>
                                            <p:fltVal val="360"/>
                                          </p:val>
                                        </p:tav>
                                        <p:tav tm="100000">
                                          <p:val>
                                            <p:fltVal val="0"/>
                                          </p:val>
                                        </p:tav>
                                      </p:tavLst>
                                    </p:anim>
                                    <p:animEffect transition="in" filter="fade">
                                      <p:cBhvr>
                                        <p:cTn id="10" dur="500"/>
                                        <p:tgtEl>
                                          <p:spTgt spid="70"/>
                                        </p:tgtEl>
                                      </p:cBhvr>
                                    </p:animEffect>
                                  </p:childTnLst>
                                </p:cTn>
                              </p:par>
                            </p:childTnLst>
                          </p:cTn>
                        </p:par>
                        <p:par>
                          <p:cTn id="11" fill="hold">
                            <p:stCondLst>
                              <p:cond delay="500"/>
                            </p:stCondLst>
                            <p:childTnLst>
                              <p:par>
                                <p:cTn id="12" presetID="1" presetClass="entr" presetSubtype="0" fill="hold" grpId="0" nodeType="afterEffect">
                                  <p:stCondLst>
                                    <p:cond delay="0"/>
                                  </p:stCondLst>
                                  <p:iterate type="lt">
                                    <p:tmAbs val="100"/>
                                  </p:iterate>
                                  <p:childTnLst>
                                    <p:set>
                                      <p:cBhvr>
                                        <p:cTn id="13" dur="1" fill="hold">
                                          <p:stCondLst>
                                            <p:cond delay="0"/>
                                          </p:stCondLst>
                                        </p:cTn>
                                        <p:tgtEl>
                                          <p:spTgt spid="71"/>
                                        </p:tgtEl>
                                        <p:attrNameLst>
                                          <p:attrName>style.visibility</p:attrName>
                                        </p:attrNameLst>
                                      </p:cBhvr>
                                      <p:to>
                                        <p:strVal val="visible"/>
                                      </p:to>
                                    </p:set>
                                  </p:childTnLst>
                                </p:cTn>
                              </p:par>
                              <p:par>
                                <p:cTn id="14" presetID="2" presetClass="entr" presetSubtype="2" fill="hold" nodeType="withEffect">
                                  <p:stCondLst>
                                    <p:cond delay="0"/>
                                  </p:stCondLst>
                                  <p:childTnLst>
                                    <p:set>
                                      <p:cBhvr>
                                        <p:cTn id="15" dur="1" fill="hold">
                                          <p:stCondLst>
                                            <p:cond delay="0"/>
                                          </p:stCondLst>
                                        </p:cTn>
                                        <p:tgtEl>
                                          <p:spTgt spid="5"/>
                                        </p:tgtEl>
                                        <p:attrNameLst>
                                          <p:attrName>style.visibility</p:attrName>
                                        </p:attrNameLst>
                                      </p:cBhvr>
                                      <p:to>
                                        <p:strVal val="visible"/>
                                      </p:to>
                                    </p:set>
                                    <p:anim calcmode="lin" valueType="num">
                                      <p:cBhvr additive="base">
                                        <p:cTn id="16" dur="500" fill="hold"/>
                                        <p:tgtEl>
                                          <p:spTgt spid="5"/>
                                        </p:tgtEl>
                                        <p:attrNameLst>
                                          <p:attrName>ppt_x</p:attrName>
                                        </p:attrNameLst>
                                      </p:cBhvr>
                                      <p:tavLst>
                                        <p:tav tm="0">
                                          <p:val>
                                            <p:strVal val="1+#ppt_w/2"/>
                                          </p:val>
                                        </p:tav>
                                        <p:tav tm="100000">
                                          <p:val>
                                            <p:strVal val="#ppt_x"/>
                                          </p:val>
                                        </p:tav>
                                      </p:tavLst>
                                    </p:anim>
                                    <p:anim calcmode="lin" valueType="num">
                                      <p:cBhvr additive="base">
                                        <p:cTn id="17" dur="500" fill="hold"/>
                                        <p:tgtEl>
                                          <p:spTgt spid="5"/>
                                        </p:tgtEl>
                                        <p:attrNameLst>
                                          <p:attrName>ppt_y</p:attrName>
                                        </p:attrNameLst>
                                      </p:cBhvr>
                                      <p:tavLst>
                                        <p:tav tm="0">
                                          <p:val>
                                            <p:strVal val="#ppt_y"/>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70" grpId="0" animBg="1"/>
      <p:bldP spid="71" grpId="0"/>
    </p:bldLst>
  </p:timing>
</p:sld>
</file>

<file path=ppt/slides/slide51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4" name="组合 3">
            <a:extLst>
              <a:ext uri="{FF2B5EF4-FFF2-40B4-BE49-F238E27FC236}">
                <a16:creationId xmlns:a16="http://schemas.microsoft.com/office/drawing/2014/main" id="{9A1EA9F2-FCB6-48C3-935F-7AE7E3AD14AC}"/>
              </a:ext>
            </a:extLst>
          </p:cNvPr>
          <p:cNvGrpSpPr/>
          <p:nvPr/>
        </p:nvGrpSpPr>
        <p:grpSpPr>
          <a:xfrm>
            <a:off x="304800" y="749300"/>
            <a:ext cx="4938199" cy="400110"/>
            <a:chOff x="424117" y="898245"/>
            <a:chExt cx="4938199" cy="400110"/>
          </a:xfrm>
        </p:grpSpPr>
        <p:sp>
          <p:nvSpPr>
            <p:cNvPr id="2" name="平行四边形 1">
              <a:extLst>
                <a:ext uri="{FF2B5EF4-FFF2-40B4-BE49-F238E27FC236}">
                  <a16:creationId xmlns:a16="http://schemas.microsoft.com/office/drawing/2014/main" id="{1F5BAA3F-9845-4F89-A2DD-8222D3E4EDAC}"/>
                </a:ext>
              </a:extLst>
            </p:cNvPr>
            <p:cNvSpPr/>
            <p:nvPr/>
          </p:nvSpPr>
          <p:spPr>
            <a:xfrm>
              <a:off x="424117" y="898245"/>
              <a:ext cx="628306" cy="387090"/>
            </a:xfrm>
            <a:prstGeom prst="parallelogram">
              <a:avLst/>
            </a:prstGeom>
            <a:solidFill>
              <a:schemeClr val="accent3">
                <a:lumMod val="75000"/>
              </a:schemeClr>
            </a:solidFill>
            <a:ln>
              <a:solidFill>
                <a:schemeClr val="accent3">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CN" sz="2200" dirty="0">
                  <a:latin typeface="Impact" panose="020B0806030902050204" pitchFamily="34" charset="0"/>
                </a:rPr>
                <a:t>01</a:t>
              </a:r>
              <a:endParaRPr lang="zh-CN" altLang="en-US" sz="2200" dirty="0">
                <a:latin typeface="Impact" panose="020B0806030902050204" pitchFamily="34" charset="0"/>
              </a:endParaRPr>
            </a:p>
          </p:txBody>
        </p:sp>
        <p:sp>
          <p:nvSpPr>
            <p:cNvPr id="3" name="文本框 2">
              <a:extLst>
                <a:ext uri="{FF2B5EF4-FFF2-40B4-BE49-F238E27FC236}">
                  <a16:creationId xmlns:a16="http://schemas.microsoft.com/office/drawing/2014/main" id="{4D6BD736-A4D3-4F26-AFED-36E11F50F70B}"/>
                </a:ext>
              </a:extLst>
            </p:cNvPr>
            <p:cNvSpPr txBox="1"/>
            <p:nvPr/>
          </p:nvSpPr>
          <p:spPr>
            <a:xfrm>
              <a:off x="1052423" y="898245"/>
              <a:ext cx="4309893" cy="400110"/>
            </a:xfrm>
            <a:prstGeom prst="rect">
              <a:avLst/>
            </a:prstGeom>
            <a:noFill/>
          </p:spPr>
          <p:txBody>
            <a:bodyPr wrap="square" rtlCol="0">
              <a:spAutoFit/>
            </a:bodyPr>
            <a:lstStyle/>
            <a:p>
              <a:r>
                <a:rPr lang="zh-CN" altLang="en-US" sz="2000" b="1" dirty="0">
                  <a:solidFill>
                    <a:schemeClr val="tx1"/>
                  </a:solidFill>
                  <a:latin typeface="Arial Narrow" panose="020B0606020202030204" pitchFamily="34" charset="0"/>
                </a:rPr>
                <a:t>以太网的发展</a:t>
              </a:r>
              <a:endParaRPr lang="en-US" altLang="zh-CN" sz="2000" b="1" dirty="0">
                <a:solidFill>
                  <a:schemeClr val="tx1"/>
                </a:solidFill>
                <a:latin typeface="Arial Narrow" panose="020B0606020202030204" pitchFamily="34" charset="0"/>
              </a:endParaRPr>
            </a:p>
          </p:txBody>
        </p:sp>
      </p:grpSp>
      <p:sp>
        <p:nvSpPr>
          <p:cNvPr id="10" name="箭头: V 形 9">
            <a:extLst>
              <a:ext uri="{FF2B5EF4-FFF2-40B4-BE49-F238E27FC236}">
                <a16:creationId xmlns:a16="http://schemas.microsoft.com/office/drawing/2014/main" id="{34BA076E-E332-4E29-BFA1-5FC5A72182DA}"/>
              </a:ext>
            </a:extLst>
          </p:cNvPr>
          <p:cNvSpPr/>
          <p:nvPr/>
        </p:nvSpPr>
        <p:spPr>
          <a:xfrm>
            <a:off x="310566" y="1388438"/>
            <a:ext cx="2361423" cy="786653"/>
          </a:xfrm>
          <a:prstGeom prst="chevron">
            <a:avLst/>
          </a:prstGeom>
          <a:solidFill>
            <a:schemeClr val="bg2">
              <a:lumMod val="90000"/>
            </a:schemeClr>
          </a:solidFill>
          <a:ln>
            <a:solidFill>
              <a:schemeClr val="bg2">
                <a:lumMod val="90000"/>
              </a:schemeClr>
            </a:solidFill>
          </a:ln>
        </p:spPr>
        <p:style>
          <a:lnRef idx="2">
            <a:schemeClr val="accent4">
              <a:shade val="50000"/>
            </a:schemeClr>
          </a:lnRef>
          <a:fillRef idx="1">
            <a:schemeClr val="accent4"/>
          </a:fillRef>
          <a:effectRef idx="0">
            <a:schemeClr val="accent4"/>
          </a:effectRef>
          <a:fontRef idx="minor">
            <a:schemeClr val="lt1"/>
          </a:fontRef>
        </p:style>
        <p:txBody>
          <a:bodyPr rtlCol="0" anchor="ctr"/>
          <a:lstStyle/>
          <a:p>
            <a:pPr algn="ctr"/>
            <a:r>
              <a:rPr lang="en-US" altLang="zh-CN" b="1" dirty="0">
                <a:solidFill>
                  <a:schemeClr val="bg1"/>
                </a:solidFill>
              </a:rPr>
              <a:t>100BASE-T</a:t>
            </a:r>
          </a:p>
          <a:p>
            <a:pPr algn="ctr"/>
            <a:r>
              <a:rPr lang="zh-CN" altLang="en-US" b="1" dirty="0">
                <a:solidFill>
                  <a:schemeClr val="bg1"/>
                </a:solidFill>
              </a:rPr>
              <a:t>以太网</a:t>
            </a:r>
          </a:p>
        </p:txBody>
      </p:sp>
      <p:sp>
        <p:nvSpPr>
          <p:cNvPr id="11" name="箭头: V 形 10">
            <a:extLst>
              <a:ext uri="{FF2B5EF4-FFF2-40B4-BE49-F238E27FC236}">
                <a16:creationId xmlns:a16="http://schemas.microsoft.com/office/drawing/2014/main" id="{A306BDD2-A8C7-4B5E-9ABB-354CA473FA18}"/>
              </a:ext>
            </a:extLst>
          </p:cNvPr>
          <p:cNvSpPr/>
          <p:nvPr/>
        </p:nvSpPr>
        <p:spPr>
          <a:xfrm>
            <a:off x="3382303" y="1388438"/>
            <a:ext cx="2361423" cy="786653"/>
          </a:xfrm>
          <a:prstGeom prst="chevron">
            <a:avLst/>
          </a:prstGeom>
          <a:solidFill>
            <a:schemeClr val="bg2">
              <a:lumMod val="90000"/>
            </a:schemeClr>
          </a:solidFill>
          <a:ln>
            <a:solidFill>
              <a:schemeClr val="bg2">
                <a:lumMod val="90000"/>
              </a:schemeClr>
            </a:solidFill>
          </a:ln>
        </p:spPr>
        <p:style>
          <a:lnRef idx="2">
            <a:schemeClr val="accent3">
              <a:shade val="50000"/>
            </a:schemeClr>
          </a:lnRef>
          <a:fillRef idx="1">
            <a:schemeClr val="accent3"/>
          </a:fillRef>
          <a:effectRef idx="0">
            <a:schemeClr val="accent3"/>
          </a:effectRef>
          <a:fontRef idx="minor">
            <a:schemeClr val="lt1"/>
          </a:fontRef>
        </p:style>
        <p:txBody>
          <a:bodyPr rtlCol="0" anchor="ctr"/>
          <a:lstStyle/>
          <a:p>
            <a:pPr algn="ctr"/>
            <a:r>
              <a:rPr lang="zh-CN" altLang="en-US" b="1" dirty="0">
                <a:solidFill>
                  <a:schemeClr val="bg1"/>
                </a:solidFill>
              </a:rPr>
              <a:t>吉比特</a:t>
            </a:r>
            <a:endParaRPr lang="en-US" altLang="zh-CN" b="1" dirty="0">
              <a:solidFill>
                <a:schemeClr val="bg1"/>
              </a:solidFill>
            </a:endParaRPr>
          </a:p>
          <a:p>
            <a:pPr algn="ctr"/>
            <a:r>
              <a:rPr lang="zh-CN" altLang="en-US" b="1" dirty="0">
                <a:solidFill>
                  <a:schemeClr val="bg1"/>
                </a:solidFill>
              </a:rPr>
              <a:t>以太网</a:t>
            </a:r>
          </a:p>
        </p:txBody>
      </p:sp>
      <p:sp>
        <p:nvSpPr>
          <p:cNvPr id="12" name="箭头: V 形 11">
            <a:extLst>
              <a:ext uri="{FF2B5EF4-FFF2-40B4-BE49-F238E27FC236}">
                <a16:creationId xmlns:a16="http://schemas.microsoft.com/office/drawing/2014/main" id="{7529ED43-0BE1-49BA-8986-763D47E871EA}"/>
              </a:ext>
            </a:extLst>
          </p:cNvPr>
          <p:cNvSpPr/>
          <p:nvPr/>
        </p:nvSpPr>
        <p:spPr>
          <a:xfrm>
            <a:off x="6454040" y="1388438"/>
            <a:ext cx="2361423" cy="786653"/>
          </a:xfrm>
          <a:prstGeom prst="chevron">
            <a:avLst/>
          </a:prstGeom>
          <a:solidFill>
            <a:schemeClr val="bg2">
              <a:lumMod val="90000"/>
            </a:schemeClr>
          </a:solidFill>
          <a:ln>
            <a:solidFill>
              <a:schemeClr val="bg2">
                <a:lumMod val="90000"/>
              </a:schemeClr>
            </a:solidFill>
          </a:ln>
        </p:spPr>
        <p:style>
          <a:lnRef idx="2">
            <a:schemeClr val="accent2">
              <a:shade val="50000"/>
            </a:schemeClr>
          </a:lnRef>
          <a:fillRef idx="1">
            <a:schemeClr val="accent2"/>
          </a:fillRef>
          <a:effectRef idx="0">
            <a:schemeClr val="accent2"/>
          </a:effectRef>
          <a:fontRef idx="minor">
            <a:schemeClr val="lt1"/>
          </a:fontRef>
        </p:style>
        <p:txBody>
          <a:bodyPr rtlCol="0" anchor="ctr"/>
          <a:lstStyle/>
          <a:p>
            <a:pPr algn="ctr"/>
            <a:r>
              <a:rPr lang="en-US" altLang="zh-CN" b="1" dirty="0">
                <a:solidFill>
                  <a:schemeClr val="bg1"/>
                </a:solidFill>
              </a:rPr>
              <a:t>10</a:t>
            </a:r>
            <a:r>
              <a:rPr lang="zh-CN" altLang="en-US" b="1" dirty="0">
                <a:solidFill>
                  <a:schemeClr val="bg1"/>
                </a:solidFill>
              </a:rPr>
              <a:t>吉比特</a:t>
            </a:r>
            <a:endParaRPr lang="en-US" altLang="zh-CN" b="1" dirty="0">
              <a:solidFill>
                <a:schemeClr val="bg1"/>
              </a:solidFill>
            </a:endParaRPr>
          </a:p>
          <a:p>
            <a:pPr algn="ctr"/>
            <a:r>
              <a:rPr lang="zh-CN" altLang="en-US" b="1" dirty="0">
                <a:solidFill>
                  <a:schemeClr val="bg1"/>
                </a:solidFill>
              </a:rPr>
              <a:t>以太网</a:t>
            </a:r>
          </a:p>
        </p:txBody>
      </p:sp>
      <p:sp>
        <p:nvSpPr>
          <p:cNvPr id="13" name="箭头: V 形 12">
            <a:extLst>
              <a:ext uri="{FF2B5EF4-FFF2-40B4-BE49-F238E27FC236}">
                <a16:creationId xmlns:a16="http://schemas.microsoft.com/office/drawing/2014/main" id="{510F0D15-BD28-4DB1-A650-959944656D97}"/>
              </a:ext>
            </a:extLst>
          </p:cNvPr>
          <p:cNvSpPr/>
          <p:nvPr/>
        </p:nvSpPr>
        <p:spPr>
          <a:xfrm>
            <a:off x="9525777" y="1388438"/>
            <a:ext cx="2361423" cy="786653"/>
          </a:xfrm>
          <a:prstGeom prst="chevron">
            <a:avLst/>
          </a:prstGeom>
          <a:solidFill>
            <a:schemeClr val="bg2">
              <a:lumMod val="90000"/>
            </a:schemeClr>
          </a:solidFill>
          <a:ln>
            <a:solidFill>
              <a:schemeClr val="bg2">
                <a:lumMod val="9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CN" b="1" dirty="0">
                <a:solidFill>
                  <a:schemeClr val="bg1"/>
                </a:solidFill>
              </a:rPr>
              <a:t>40/100</a:t>
            </a:r>
            <a:r>
              <a:rPr lang="zh-CN" altLang="en-US" b="1" dirty="0">
                <a:solidFill>
                  <a:schemeClr val="bg1"/>
                </a:solidFill>
              </a:rPr>
              <a:t>吉比特</a:t>
            </a:r>
            <a:endParaRPr lang="en-US" altLang="zh-CN" b="1" dirty="0">
              <a:solidFill>
                <a:schemeClr val="bg1"/>
              </a:solidFill>
            </a:endParaRPr>
          </a:p>
          <a:p>
            <a:pPr algn="ctr"/>
            <a:r>
              <a:rPr lang="zh-CN" altLang="en-US" b="1" dirty="0">
                <a:solidFill>
                  <a:schemeClr val="bg1"/>
                </a:solidFill>
              </a:rPr>
              <a:t>以太网</a:t>
            </a:r>
          </a:p>
        </p:txBody>
      </p:sp>
      <p:sp>
        <p:nvSpPr>
          <p:cNvPr id="20" name="箭头: V 形 19">
            <a:extLst>
              <a:ext uri="{FF2B5EF4-FFF2-40B4-BE49-F238E27FC236}">
                <a16:creationId xmlns:a16="http://schemas.microsoft.com/office/drawing/2014/main" id="{7C1AD93A-5D54-4D64-9BC5-423273F50379}"/>
              </a:ext>
            </a:extLst>
          </p:cNvPr>
          <p:cNvSpPr/>
          <p:nvPr/>
        </p:nvSpPr>
        <p:spPr>
          <a:xfrm>
            <a:off x="6454040" y="1388437"/>
            <a:ext cx="2361423" cy="786653"/>
          </a:xfrm>
          <a:prstGeom prst="chevron">
            <a:avLst/>
          </a:prstGeom>
          <a:ln/>
        </p:spPr>
        <p:style>
          <a:lnRef idx="2">
            <a:schemeClr val="accent2">
              <a:shade val="50000"/>
            </a:schemeClr>
          </a:lnRef>
          <a:fillRef idx="1">
            <a:schemeClr val="accent2"/>
          </a:fillRef>
          <a:effectRef idx="0">
            <a:schemeClr val="accent2"/>
          </a:effectRef>
          <a:fontRef idx="minor">
            <a:schemeClr val="lt1"/>
          </a:fontRef>
        </p:style>
        <p:txBody>
          <a:bodyPr rtlCol="0" anchor="ctr"/>
          <a:lstStyle/>
          <a:p>
            <a:pPr algn="ctr"/>
            <a:r>
              <a:rPr lang="en-US" altLang="zh-CN" b="1" dirty="0">
                <a:solidFill>
                  <a:schemeClr val="bg1"/>
                </a:solidFill>
              </a:rPr>
              <a:t>10</a:t>
            </a:r>
            <a:r>
              <a:rPr lang="zh-CN" altLang="en-US" b="1" dirty="0">
                <a:solidFill>
                  <a:schemeClr val="bg1"/>
                </a:solidFill>
              </a:rPr>
              <a:t>吉比特</a:t>
            </a:r>
            <a:endParaRPr lang="en-US" altLang="zh-CN" b="1" dirty="0">
              <a:solidFill>
                <a:schemeClr val="bg1"/>
              </a:solidFill>
            </a:endParaRPr>
          </a:p>
          <a:p>
            <a:pPr algn="ctr"/>
            <a:r>
              <a:rPr lang="zh-CN" altLang="en-US" b="1" dirty="0">
                <a:solidFill>
                  <a:schemeClr val="bg1"/>
                </a:solidFill>
              </a:rPr>
              <a:t>以太网</a:t>
            </a:r>
          </a:p>
        </p:txBody>
      </p:sp>
      <p:sp>
        <p:nvSpPr>
          <p:cNvPr id="59" name="矩形 58">
            <a:extLst>
              <a:ext uri="{FF2B5EF4-FFF2-40B4-BE49-F238E27FC236}">
                <a16:creationId xmlns:a16="http://schemas.microsoft.com/office/drawing/2014/main" id="{A6E6E457-F011-4FE1-B53E-65A8B03DBC2F}"/>
              </a:ext>
            </a:extLst>
          </p:cNvPr>
          <p:cNvSpPr/>
          <p:nvPr/>
        </p:nvSpPr>
        <p:spPr>
          <a:xfrm>
            <a:off x="522102" y="2632421"/>
            <a:ext cx="256976" cy="256976"/>
          </a:xfrm>
          <a:prstGeom prst="rect">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60" name="íşlïḍè">
            <a:extLst>
              <a:ext uri="{FF2B5EF4-FFF2-40B4-BE49-F238E27FC236}">
                <a16:creationId xmlns:a16="http://schemas.microsoft.com/office/drawing/2014/main" id="{CD2D1975-3D02-48BE-9D56-B0BAD688E675}"/>
              </a:ext>
            </a:extLst>
          </p:cNvPr>
          <p:cNvSpPr txBox="1"/>
          <p:nvPr/>
        </p:nvSpPr>
        <p:spPr>
          <a:xfrm>
            <a:off x="839330" y="2578099"/>
            <a:ext cx="11047870" cy="381002"/>
          </a:xfrm>
          <a:prstGeom prst="rect">
            <a:avLst/>
          </a:prstGeom>
          <a:noFill/>
        </p:spPr>
        <p:txBody>
          <a:bodyPr wrap="square" lIns="91440" tIns="45720" rIns="91440" bIns="45720" anchor="ctr">
            <a:noAutofit/>
          </a:bodyPr>
          <a:lstStyle/>
          <a:p>
            <a:r>
              <a:rPr lang="zh-CN" altLang="en-US" b="1" dirty="0">
                <a:latin typeface="Arial Narrow" panose="020B0606020202030204" pitchFamily="34" charset="0"/>
              </a:rPr>
              <a:t>万兆以太网有多种不同的物理层标准：</a:t>
            </a:r>
          </a:p>
        </p:txBody>
      </p:sp>
      <mc:AlternateContent xmlns:mc="http://schemas.openxmlformats.org/markup-compatibility/2006" xmlns:a14="http://schemas.microsoft.com/office/drawing/2010/main">
        <mc:Choice Requires="a14">
          <p:graphicFrame>
            <p:nvGraphicFramePr>
              <p:cNvPr id="61" name="表格 6">
                <a:extLst>
                  <a:ext uri="{FF2B5EF4-FFF2-40B4-BE49-F238E27FC236}">
                    <a16:creationId xmlns:a16="http://schemas.microsoft.com/office/drawing/2014/main" id="{512A0FD3-7814-4DD1-9FE1-F68DC044F1E0}"/>
                  </a:ext>
                </a:extLst>
              </p:cNvPr>
              <p:cNvGraphicFramePr>
                <a:graphicFrameLocks noGrp="1"/>
              </p:cNvGraphicFramePr>
              <p:nvPr/>
            </p:nvGraphicFramePr>
            <p:xfrm>
              <a:off x="980589" y="3145364"/>
              <a:ext cx="10230822" cy="3092454"/>
            </p:xfrm>
            <a:graphic>
              <a:graphicData uri="http://schemas.openxmlformats.org/drawingml/2006/table">
                <a:tbl>
                  <a:tblPr firstRow="1" bandRow="1">
                    <a:tableStyleId>{21E4AEA4-8DFA-4A89-87EB-49C32662AFE0}</a:tableStyleId>
                  </a:tblPr>
                  <a:tblGrid>
                    <a:gridCol w="1649208">
                      <a:extLst>
                        <a:ext uri="{9D8B030D-6E8A-4147-A177-3AD203B41FA5}">
                          <a16:colId xmlns:a16="http://schemas.microsoft.com/office/drawing/2014/main" val="1460316363"/>
                        </a:ext>
                      </a:extLst>
                    </a:gridCol>
                    <a:gridCol w="1649208">
                      <a:extLst>
                        <a:ext uri="{9D8B030D-6E8A-4147-A177-3AD203B41FA5}">
                          <a16:colId xmlns:a16="http://schemas.microsoft.com/office/drawing/2014/main" val="1260571353"/>
                        </a:ext>
                      </a:extLst>
                    </a:gridCol>
                    <a:gridCol w="1649208">
                      <a:extLst>
                        <a:ext uri="{9D8B030D-6E8A-4147-A177-3AD203B41FA5}">
                          <a16:colId xmlns:a16="http://schemas.microsoft.com/office/drawing/2014/main" val="829426134"/>
                        </a:ext>
                      </a:extLst>
                    </a:gridCol>
                    <a:gridCol w="5283198">
                      <a:extLst>
                        <a:ext uri="{9D8B030D-6E8A-4147-A177-3AD203B41FA5}">
                          <a16:colId xmlns:a16="http://schemas.microsoft.com/office/drawing/2014/main" val="1630884401"/>
                        </a:ext>
                      </a:extLst>
                    </a:gridCol>
                  </a:tblGrid>
                  <a:tr h="515409">
                    <a:tc>
                      <a:txBody>
                        <a:bodyPr/>
                        <a:lstStyle/>
                        <a:p>
                          <a:pPr algn="ctr"/>
                          <a:r>
                            <a:rPr lang="zh-CN" altLang="en-US" b="1" dirty="0">
                              <a:solidFill>
                                <a:schemeClr val="bg1"/>
                              </a:solidFill>
                            </a:rPr>
                            <a:t>名    称</a:t>
                          </a:r>
                        </a:p>
                      </a:txBody>
                      <a:tcPr anchor="ctr"/>
                    </a:tc>
                    <a:tc>
                      <a:txBody>
                        <a:bodyPr/>
                        <a:lstStyle/>
                        <a:p>
                          <a:pPr algn="ctr"/>
                          <a:r>
                            <a:rPr lang="zh-CN" altLang="en-US" b="1" dirty="0">
                              <a:solidFill>
                                <a:schemeClr val="bg1"/>
                              </a:solidFill>
                            </a:rPr>
                            <a:t>传 输 介 质</a:t>
                          </a:r>
                        </a:p>
                      </a:txBody>
                      <a:tcPr anchor="ctr"/>
                    </a:tc>
                    <a:tc>
                      <a:txBody>
                        <a:bodyPr/>
                        <a:lstStyle/>
                        <a:p>
                          <a:pPr algn="ctr"/>
                          <a:r>
                            <a:rPr lang="zh-CN" altLang="en-US" b="1" dirty="0">
                              <a:solidFill>
                                <a:schemeClr val="bg1"/>
                              </a:solidFill>
                            </a:rPr>
                            <a:t>网段最大长度</a:t>
                          </a:r>
                        </a:p>
                      </a:txBody>
                      <a:tcPr anchor="ctr"/>
                    </a:tc>
                    <a:tc>
                      <a:txBody>
                        <a:bodyPr/>
                        <a:lstStyle/>
                        <a:p>
                          <a:pPr algn="ctr"/>
                          <a:r>
                            <a:rPr lang="zh-CN" altLang="en-US" b="1" dirty="0">
                              <a:solidFill>
                                <a:schemeClr val="bg1"/>
                              </a:solidFill>
                            </a:rPr>
                            <a:t>说        明</a:t>
                          </a:r>
                        </a:p>
                      </a:txBody>
                      <a:tcPr anchor="ctr"/>
                    </a:tc>
                    <a:extLst>
                      <a:ext uri="{0D108BD9-81ED-4DB2-BD59-A6C34878D82A}">
                        <a16:rowId xmlns:a16="http://schemas.microsoft.com/office/drawing/2014/main" val="4190229482"/>
                      </a:ext>
                    </a:extLst>
                  </a:tr>
                  <a:tr h="515409">
                    <a:tc>
                      <a:txBody>
                        <a:bodyPr/>
                        <a:lstStyle/>
                        <a:p>
                          <a:pPr algn="ctr"/>
                          <a:r>
                            <a:rPr lang="en-US" altLang="zh-CN" b="1" dirty="0">
                              <a:solidFill>
                                <a:schemeClr val="tx1"/>
                              </a:solidFill>
                            </a:rPr>
                            <a:t>10GBASE-SR</a:t>
                          </a:r>
                          <a:endParaRPr lang="zh-CN" altLang="en-US" b="1" dirty="0">
                            <a:solidFill>
                              <a:schemeClr val="tx1"/>
                            </a:solidFill>
                          </a:endParaRPr>
                        </a:p>
                      </a:txBody>
                      <a:tcPr anchor="ctr"/>
                    </a:tc>
                    <a:tc>
                      <a:txBody>
                        <a:bodyPr/>
                        <a:lstStyle/>
                        <a:p>
                          <a:pPr algn="ctr"/>
                          <a:r>
                            <a:rPr lang="zh-CN" altLang="en-US" b="1" dirty="0">
                              <a:solidFill>
                                <a:schemeClr val="tx1"/>
                              </a:solidFill>
                            </a:rPr>
                            <a:t>光缆</a:t>
                          </a:r>
                        </a:p>
                      </a:txBody>
                      <a:tcPr anchor="ctr"/>
                    </a:tc>
                    <a:tc>
                      <a:txBody>
                        <a:bodyPr/>
                        <a:lstStyle/>
                        <a:p>
                          <a:pPr algn="ctr"/>
                          <a:r>
                            <a:rPr lang="en-US" altLang="zh-CN" b="1" dirty="0">
                              <a:solidFill>
                                <a:schemeClr val="tx1"/>
                              </a:solidFill>
                            </a:rPr>
                            <a:t>300m</a:t>
                          </a:r>
                          <a:endParaRPr lang="zh-CN" altLang="en-US" b="1" dirty="0">
                            <a:solidFill>
                              <a:schemeClr val="tx1"/>
                            </a:solidFill>
                          </a:endParaRPr>
                        </a:p>
                      </a:txBody>
                      <a:tcPr anchor="ctr"/>
                    </a:tc>
                    <a:tc>
                      <a:txBody>
                        <a:bodyPr/>
                        <a:lstStyle/>
                        <a:p>
                          <a:pPr algn="ctr"/>
                          <a:r>
                            <a:rPr lang="zh-CN" altLang="en-US" b="1" dirty="0">
                              <a:solidFill>
                                <a:schemeClr val="tx1"/>
                              </a:solidFill>
                            </a:rPr>
                            <a:t>多模光纤（</a:t>
                          </a:r>
                          <a:r>
                            <a:rPr lang="en-US" altLang="zh-CN" b="1" dirty="0">
                              <a:solidFill>
                                <a:schemeClr val="tx1"/>
                              </a:solidFill>
                            </a:rPr>
                            <a:t>850</a:t>
                          </a:r>
                          <a14:m>
                            <m:oMath xmlns:m="http://schemas.openxmlformats.org/officeDocument/2006/math">
                              <m:r>
                                <a:rPr lang="en-US" altLang="zh-CN" b="1" dirty="0" smtClean="0">
                                  <a:solidFill>
                                    <a:schemeClr val="tx1"/>
                                  </a:solidFill>
                                  <a:latin typeface="Cambria Math" panose="02040503050406030204" pitchFamily="18" charset="0"/>
                                </a:rPr>
                                <m:t>𝒏𝒎</m:t>
                              </m:r>
                            </m:oMath>
                          </a14:m>
                          <a:r>
                            <a:rPr lang="zh-CN" altLang="en-US" b="1" dirty="0">
                              <a:solidFill>
                                <a:schemeClr val="tx1"/>
                              </a:solidFill>
                            </a:rPr>
                            <a:t>）</a:t>
                          </a:r>
                        </a:p>
                      </a:txBody>
                      <a:tcPr anchor="ctr"/>
                    </a:tc>
                    <a:extLst>
                      <a:ext uri="{0D108BD9-81ED-4DB2-BD59-A6C34878D82A}">
                        <a16:rowId xmlns:a16="http://schemas.microsoft.com/office/drawing/2014/main" val="686696030"/>
                      </a:ext>
                    </a:extLst>
                  </a:tr>
                  <a:tr h="515409">
                    <a:tc>
                      <a:txBody>
                        <a:bodyPr/>
                        <a:lstStyle/>
                        <a:p>
                          <a:pPr algn="ctr"/>
                          <a:r>
                            <a:rPr lang="en-US" altLang="zh-CN" b="1" dirty="0">
                              <a:solidFill>
                                <a:schemeClr val="tx1"/>
                              </a:solidFill>
                            </a:rPr>
                            <a:t>10GBASE-LR</a:t>
                          </a:r>
                          <a:endParaRPr lang="zh-CN" altLang="en-US" b="1" dirty="0">
                            <a:solidFill>
                              <a:schemeClr val="tx1"/>
                            </a:solidFill>
                          </a:endParaRPr>
                        </a:p>
                      </a:txBody>
                      <a:tcPr anchor="ctr"/>
                    </a:tc>
                    <a:tc>
                      <a:txBody>
                        <a:bodyPr/>
                        <a:lstStyle/>
                        <a:p>
                          <a:pPr algn="ctr"/>
                          <a:r>
                            <a:rPr lang="zh-CN" altLang="en-US" b="1" dirty="0">
                              <a:solidFill>
                                <a:schemeClr val="tx1"/>
                              </a:solidFill>
                            </a:rPr>
                            <a:t>光缆</a:t>
                          </a:r>
                        </a:p>
                      </a:txBody>
                      <a:tcPr anchor="ctr"/>
                    </a:tc>
                    <a:tc>
                      <a:txBody>
                        <a:bodyPr/>
                        <a:lstStyle/>
                        <a:p>
                          <a:pPr algn="ctr"/>
                          <a:r>
                            <a:rPr lang="en-US" altLang="zh-CN" b="1" dirty="0">
                              <a:solidFill>
                                <a:schemeClr val="tx1"/>
                              </a:solidFill>
                            </a:rPr>
                            <a:t>10km</a:t>
                          </a:r>
                          <a:endParaRPr lang="zh-CN" altLang="en-US" b="1" dirty="0">
                            <a:solidFill>
                              <a:schemeClr val="tx1"/>
                            </a:solidFill>
                          </a:endParaRPr>
                        </a:p>
                      </a:txBody>
                      <a:tcPr anchor="ct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zh-CN" altLang="en-US" b="1" dirty="0">
                              <a:solidFill>
                                <a:schemeClr val="tx1"/>
                              </a:solidFill>
                            </a:rPr>
                            <a:t>单模光纤（</a:t>
                          </a:r>
                          <a:r>
                            <a:rPr lang="en-US" altLang="zh-CN" b="1" dirty="0">
                              <a:solidFill>
                                <a:schemeClr val="tx1"/>
                              </a:solidFill>
                            </a:rPr>
                            <a:t>1300</a:t>
                          </a:r>
                          <a14:m>
                            <m:oMath xmlns:m="http://schemas.openxmlformats.org/officeDocument/2006/math">
                              <m:r>
                                <a:rPr lang="en-US" altLang="zh-CN" b="1" dirty="0" smtClean="0">
                                  <a:solidFill>
                                    <a:schemeClr val="tx1"/>
                                  </a:solidFill>
                                  <a:latin typeface="Cambria Math" panose="02040503050406030204" pitchFamily="18" charset="0"/>
                                </a:rPr>
                                <m:t>𝒏𝒎</m:t>
                              </m:r>
                            </m:oMath>
                          </a14:m>
                          <a:r>
                            <a:rPr lang="zh-CN" altLang="en-US" b="1" dirty="0">
                              <a:solidFill>
                                <a:schemeClr val="tx1"/>
                              </a:solidFill>
                            </a:rPr>
                            <a:t>）</a:t>
                          </a:r>
                        </a:p>
                      </a:txBody>
                      <a:tcPr anchor="ctr"/>
                    </a:tc>
                    <a:extLst>
                      <a:ext uri="{0D108BD9-81ED-4DB2-BD59-A6C34878D82A}">
                        <a16:rowId xmlns:a16="http://schemas.microsoft.com/office/drawing/2014/main" val="3870551435"/>
                      </a:ext>
                    </a:extLst>
                  </a:tr>
                  <a:tr h="515409">
                    <a:tc>
                      <a:txBody>
                        <a:bodyPr/>
                        <a:lstStyle/>
                        <a:p>
                          <a:pPr algn="ctr"/>
                          <a:r>
                            <a:rPr lang="en-US" altLang="zh-CN" b="1" dirty="0">
                              <a:solidFill>
                                <a:schemeClr val="tx1"/>
                              </a:solidFill>
                            </a:rPr>
                            <a:t>10GBASE-ER</a:t>
                          </a:r>
                          <a:endParaRPr lang="zh-CN" altLang="en-US" b="1" dirty="0">
                            <a:solidFill>
                              <a:schemeClr val="tx1"/>
                            </a:solidFill>
                          </a:endParaRPr>
                        </a:p>
                      </a:txBody>
                      <a:tcPr anchor="ctr"/>
                    </a:tc>
                    <a:tc>
                      <a:txBody>
                        <a:bodyPr/>
                        <a:lstStyle/>
                        <a:p>
                          <a:pPr algn="ctr"/>
                          <a:r>
                            <a:rPr lang="zh-CN" altLang="en-US" b="1" dirty="0">
                              <a:solidFill>
                                <a:schemeClr val="tx1"/>
                              </a:solidFill>
                            </a:rPr>
                            <a:t>光缆</a:t>
                          </a:r>
                        </a:p>
                      </a:txBody>
                      <a:tcPr anchor="ctr"/>
                    </a:tc>
                    <a:tc>
                      <a:txBody>
                        <a:bodyPr/>
                        <a:lstStyle/>
                        <a:p>
                          <a:pPr algn="ctr"/>
                          <a:r>
                            <a:rPr lang="en-US" altLang="zh-CN" b="1" dirty="0">
                              <a:solidFill>
                                <a:schemeClr val="tx1"/>
                              </a:solidFill>
                            </a:rPr>
                            <a:t>40km</a:t>
                          </a:r>
                          <a:endParaRPr lang="zh-CN" altLang="en-US" b="1" dirty="0">
                            <a:solidFill>
                              <a:schemeClr val="tx1"/>
                            </a:solidFill>
                          </a:endParaRPr>
                        </a:p>
                      </a:txBody>
                      <a:tcPr anchor="ct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zh-CN" altLang="en-US" b="1" dirty="0">
                              <a:solidFill>
                                <a:schemeClr val="tx1"/>
                              </a:solidFill>
                            </a:rPr>
                            <a:t>单模光纤（</a:t>
                          </a:r>
                          <a:r>
                            <a:rPr lang="en-US" altLang="zh-CN" b="1" dirty="0">
                              <a:solidFill>
                                <a:schemeClr val="tx1"/>
                              </a:solidFill>
                            </a:rPr>
                            <a:t>1500</a:t>
                          </a:r>
                          <a14:m>
                            <m:oMath xmlns:m="http://schemas.openxmlformats.org/officeDocument/2006/math">
                              <m:r>
                                <a:rPr lang="en-US" altLang="zh-CN" b="1" dirty="0" smtClean="0">
                                  <a:solidFill>
                                    <a:schemeClr val="tx1"/>
                                  </a:solidFill>
                                  <a:latin typeface="Cambria Math" panose="02040503050406030204" pitchFamily="18" charset="0"/>
                                </a:rPr>
                                <m:t>𝒏𝒎</m:t>
                              </m:r>
                            </m:oMath>
                          </a14:m>
                          <a:r>
                            <a:rPr lang="zh-CN" altLang="en-US" b="1" dirty="0">
                              <a:solidFill>
                                <a:schemeClr val="tx1"/>
                              </a:solidFill>
                            </a:rPr>
                            <a:t>）</a:t>
                          </a:r>
                        </a:p>
                      </a:txBody>
                      <a:tcPr anchor="ctr"/>
                    </a:tc>
                    <a:extLst>
                      <a:ext uri="{0D108BD9-81ED-4DB2-BD59-A6C34878D82A}">
                        <a16:rowId xmlns:a16="http://schemas.microsoft.com/office/drawing/2014/main" val="3093312108"/>
                      </a:ext>
                    </a:extLst>
                  </a:tr>
                  <a:tr h="515409">
                    <a:tc>
                      <a:txBody>
                        <a:bodyPr/>
                        <a:lstStyle/>
                        <a:p>
                          <a:pPr algn="ctr"/>
                          <a:r>
                            <a:rPr lang="en-US" altLang="zh-CN" b="1" dirty="0">
                              <a:solidFill>
                                <a:schemeClr val="tx1"/>
                              </a:solidFill>
                            </a:rPr>
                            <a:t>10GBASE-CX4</a:t>
                          </a:r>
                          <a:endParaRPr lang="zh-CN" altLang="en-US" b="1" dirty="0">
                            <a:solidFill>
                              <a:schemeClr val="tx1"/>
                            </a:solidFill>
                          </a:endParaRPr>
                        </a:p>
                      </a:txBody>
                      <a:tcPr anchor="ctr"/>
                    </a:tc>
                    <a:tc>
                      <a:txBody>
                        <a:bodyPr/>
                        <a:lstStyle/>
                        <a:p>
                          <a:pPr algn="ctr"/>
                          <a:r>
                            <a:rPr lang="zh-CN" altLang="en-US" b="1" dirty="0">
                              <a:solidFill>
                                <a:schemeClr val="tx1"/>
                              </a:solidFill>
                            </a:rPr>
                            <a:t>铜缆</a:t>
                          </a:r>
                        </a:p>
                      </a:txBody>
                      <a:tcPr anchor="ctr"/>
                    </a:tc>
                    <a:tc>
                      <a:txBody>
                        <a:bodyPr/>
                        <a:lstStyle/>
                        <a:p>
                          <a:pPr algn="ctr"/>
                          <a:r>
                            <a:rPr lang="en-US" altLang="zh-CN" b="1" dirty="0">
                              <a:solidFill>
                                <a:schemeClr val="tx1"/>
                              </a:solidFill>
                            </a:rPr>
                            <a:t>15m</a:t>
                          </a:r>
                          <a:endParaRPr lang="zh-CN" altLang="en-US" b="1" dirty="0">
                            <a:solidFill>
                              <a:schemeClr val="tx1"/>
                            </a:solidFill>
                          </a:endParaRPr>
                        </a:p>
                      </a:txBody>
                      <a:tcPr anchor="ctr"/>
                    </a:tc>
                    <a:tc>
                      <a:txBody>
                        <a:bodyPr/>
                        <a:lstStyle/>
                        <a:p>
                          <a:pPr algn="ctr"/>
                          <a:r>
                            <a:rPr lang="zh-CN" altLang="en-US" b="1" dirty="0">
                              <a:solidFill>
                                <a:schemeClr val="tx1"/>
                              </a:solidFill>
                            </a:rPr>
                            <a:t>使用</a:t>
                          </a:r>
                          <a:r>
                            <a:rPr lang="en-US" altLang="zh-CN" b="1" dirty="0">
                              <a:solidFill>
                                <a:schemeClr val="tx1"/>
                              </a:solidFill>
                            </a:rPr>
                            <a:t>4</a:t>
                          </a:r>
                          <a:r>
                            <a:rPr lang="zh-CN" altLang="en-US" b="1" dirty="0">
                              <a:solidFill>
                                <a:schemeClr val="tx1"/>
                              </a:solidFill>
                            </a:rPr>
                            <a:t>对双芯同轴电缆（</a:t>
                          </a:r>
                          <a:r>
                            <a:rPr lang="en-US" altLang="zh-CN" b="1" dirty="0" err="1">
                              <a:solidFill>
                                <a:schemeClr val="tx1"/>
                              </a:solidFill>
                            </a:rPr>
                            <a:t>twinax</a:t>
                          </a:r>
                          <a:r>
                            <a:rPr lang="zh-CN" altLang="en-US" b="1" dirty="0">
                              <a:solidFill>
                                <a:schemeClr val="tx1"/>
                              </a:solidFill>
                            </a:rPr>
                            <a:t>）</a:t>
                          </a:r>
                        </a:p>
                      </a:txBody>
                      <a:tcPr anchor="ctr"/>
                    </a:tc>
                    <a:extLst>
                      <a:ext uri="{0D108BD9-81ED-4DB2-BD59-A6C34878D82A}">
                        <a16:rowId xmlns:a16="http://schemas.microsoft.com/office/drawing/2014/main" val="2392440841"/>
                      </a:ext>
                    </a:extLst>
                  </a:tr>
                  <a:tr h="515409">
                    <a:tc>
                      <a:txBody>
                        <a:bodyPr/>
                        <a:lstStyle/>
                        <a:p>
                          <a:pPr algn="ctr"/>
                          <a:r>
                            <a:rPr lang="en-US" altLang="zh-CN" b="1" dirty="0">
                              <a:solidFill>
                                <a:schemeClr val="tx1"/>
                              </a:solidFill>
                            </a:rPr>
                            <a:t>10GBASE-T</a:t>
                          </a:r>
                          <a:endParaRPr lang="zh-CN" altLang="en-US" b="1" dirty="0">
                            <a:solidFill>
                              <a:schemeClr val="tx1"/>
                            </a:solidFill>
                          </a:endParaRPr>
                        </a:p>
                      </a:txBody>
                      <a:tcPr anchor="ctr"/>
                    </a:tc>
                    <a:tc>
                      <a:txBody>
                        <a:bodyPr/>
                        <a:lstStyle/>
                        <a:p>
                          <a:pPr algn="ctr"/>
                          <a:r>
                            <a:rPr lang="zh-CN" altLang="en-US" b="1" dirty="0">
                              <a:solidFill>
                                <a:schemeClr val="tx1"/>
                              </a:solidFill>
                            </a:rPr>
                            <a:t>铜缆</a:t>
                          </a:r>
                        </a:p>
                      </a:txBody>
                      <a:tcPr anchor="ctr"/>
                    </a:tc>
                    <a:tc>
                      <a:txBody>
                        <a:bodyPr/>
                        <a:lstStyle/>
                        <a:p>
                          <a:pPr algn="ctr"/>
                          <a:r>
                            <a:rPr lang="en-US" altLang="zh-CN" b="1" dirty="0">
                              <a:solidFill>
                                <a:schemeClr val="tx1"/>
                              </a:solidFill>
                            </a:rPr>
                            <a:t>100m</a:t>
                          </a:r>
                          <a:endParaRPr lang="zh-CN" altLang="en-US" b="1" dirty="0">
                            <a:solidFill>
                              <a:schemeClr val="tx1"/>
                            </a:solidFill>
                          </a:endParaRPr>
                        </a:p>
                      </a:txBody>
                      <a:tcPr anchor="ctr"/>
                    </a:tc>
                    <a:tc>
                      <a:txBody>
                        <a:bodyPr/>
                        <a:lstStyle/>
                        <a:p>
                          <a:pPr algn="ctr"/>
                          <a:r>
                            <a:rPr lang="zh-CN" altLang="en-US" b="1" dirty="0">
                              <a:solidFill>
                                <a:schemeClr val="tx1"/>
                              </a:solidFill>
                            </a:rPr>
                            <a:t>使用</a:t>
                          </a:r>
                          <a:r>
                            <a:rPr lang="en-US" altLang="zh-CN" b="1" dirty="0">
                              <a:solidFill>
                                <a:schemeClr val="tx1"/>
                              </a:solidFill>
                            </a:rPr>
                            <a:t>4</a:t>
                          </a:r>
                          <a:r>
                            <a:rPr lang="zh-CN" altLang="en-US" b="1" dirty="0">
                              <a:solidFill>
                                <a:schemeClr val="tx1"/>
                              </a:solidFill>
                            </a:rPr>
                            <a:t>对</a:t>
                          </a:r>
                          <a:r>
                            <a:rPr lang="en-US" altLang="zh-CN" b="1" dirty="0">
                              <a:solidFill>
                                <a:schemeClr val="tx1"/>
                              </a:solidFill>
                            </a:rPr>
                            <a:t>6A</a:t>
                          </a:r>
                          <a:r>
                            <a:rPr lang="zh-CN" altLang="en-US" b="1" dirty="0">
                              <a:solidFill>
                                <a:schemeClr val="tx1"/>
                              </a:solidFill>
                            </a:rPr>
                            <a:t>类</a:t>
                          </a:r>
                          <a:r>
                            <a:rPr lang="en-US" altLang="zh-CN" b="1" dirty="0">
                              <a:solidFill>
                                <a:schemeClr val="tx1"/>
                              </a:solidFill>
                            </a:rPr>
                            <a:t>UTP</a:t>
                          </a:r>
                          <a:r>
                            <a:rPr lang="zh-CN" altLang="en-US" b="1" dirty="0">
                              <a:solidFill>
                                <a:schemeClr val="tx1"/>
                              </a:solidFill>
                            </a:rPr>
                            <a:t>双绞线</a:t>
                          </a:r>
                        </a:p>
                      </a:txBody>
                      <a:tcPr anchor="ctr"/>
                    </a:tc>
                    <a:extLst>
                      <a:ext uri="{0D108BD9-81ED-4DB2-BD59-A6C34878D82A}">
                        <a16:rowId xmlns:a16="http://schemas.microsoft.com/office/drawing/2014/main" val="451360203"/>
                      </a:ext>
                    </a:extLst>
                  </a:tr>
                </a:tbl>
              </a:graphicData>
            </a:graphic>
          </p:graphicFrame>
        </mc:Choice>
        <mc:Fallback xmlns="">
          <p:graphicFrame>
            <p:nvGraphicFramePr>
              <p:cNvPr id="61" name="表格 6">
                <a:extLst>
                  <a:ext uri="{FF2B5EF4-FFF2-40B4-BE49-F238E27FC236}">
                    <a16:creationId xmlns:a16="http://schemas.microsoft.com/office/drawing/2014/main" id="{512A0FD3-7814-4DD1-9FE1-F68DC044F1E0}"/>
                  </a:ext>
                </a:extLst>
              </p:cNvPr>
              <p:cNvGraphicFramePr>
                <a:graphicFrameLocks noGrp="1"/>
              </p:cNvGraphicFramePr>
              <p:nvPr>
                <p:extLst>
                  <p:ext uri="{D42A27DB-BD31-4B8C-83A1-F6EECF244321}">
                    <p14:modId xmlns:p14="http://schemas.microsoft.com/office/powerpoint/2010/main" val="2916219904"/>
                  </p:ext>
                </p:extLst>
              </p:nvPr>
            </p:nvGraphicFramePr>
            <p:xfrm>
              <a:off x="980589" y="3145364"/>
              <a:ext cx="10230822" cy="3092454"/>
            </p:xfrm>
            <a:graphic>
              <a:graphicData uri="http://schemas.openxmlformats.org/drawingml/2006/table">
                <a:tbl>
                  <a:tblPr firstRow="1" bandRow="1">
                    <a:tableStyleId>{21E4AEA4-8DFA-4A89-87EB-49C32662AFE0}</a:tableStyleId>
                  </a:tblPr>
                  <a:tblGrid>
                    <a:gridCol w="1649208">
                      <a:extLst>
                        <a:ext uri="{9D8B030D-6E8A-4147-A177-3AD203B41FA5}">
                          <a16:colId xmlns:a16="http://schemas.microsoft.com/office/drawing/2014/main" val="1460316363"/>
                        </a:ext>
                      </a:extLst>
                    </a:gridCol>
                    <a:gridCol w="1649208">
                      <a:extLst>
                        <a:ext uri="{9D8B030D-6E8A-4147-A177-3AD203B41FA5}">
                          <a16:colId xmlns:a16="http://schemas.microsoft.com/office/drawing/2014/main" val="1260571353"/>
                        </a:ext>
                      </a:extLst>
                    </a:gridCol>
                    <a:gridCol w="1649208">
                      <a:extLst>
                        <a:ext uri="{9D8B030D-6E8A-4147-A177-3AD203B41FA5}">
                          <a16:colId xmlns:a16="http://schemas.microsoft.com/office/drawing/2014/main" val="829426134"/>
                        </a:ext>
                      </a:extLst>
                    </a:gridCol>
                    <a:gridCol w="5283198">
                      <a:extLst>
                        <a:ext uri="{9D8B030D-6E8A-4147-A177-3AD203B41FA5}">
                          <a16:colId xmlns:a16="http://schemas.microsoft.com/office/drawing/2014/main" val="1630884401"/>
                        </a:ext>
                      </a:extLst>
                    </a:gridCol>
                  </a:tblGrid>
                  <a:tr h="515409">
                    <a:tc>
                      <a:txBody>
                        <a:bodyPr/>
                        <a:lstStyle/>
                        <a:p>
                          <a:pPr algn="ctr"/>
                          <a:r>
                            <a:rPr lang="zh-CN" altLang="en-US" b="1" dirty="0">
                              <a:solidFill>
                                <a:schemeClr val="bg1"/>
                              </a:solidFill>
                            </a:rPr>
                            <a:t>名    称</a:t>
                          </a:r>
                        </a:p>
                      </a:txBody>
                      <a:tcPr anchor="ctr"/>
                    </a:tc>
                    <a:tc>
                      <a:txBody>
                        <a:bodyPr/>
                        <a:lstStyle/>
                        <a:p>
                          <a:pPr algn="ctr"/>
                          <a:r>
                            <a:rPr lang="zh-CN" altLang="en-US" b="1" dirty="0">
                              <a:solidFill>
                                <a:schemeClr val="bg1"/>
                              </a:solidFill>
                            </a:rPr>
                            <a:t>传 输 介 质</a:t>
                          </a:r>
                        </a:p>
                      </a:txBody>
                      <a:tcPr anchor="ctr"/>
                    </a:tc>
                    <a:tc>
                      <a:txBody>
                        <a:bodyPr/>
                        <a:lstStyle/>
                        <a:p>
                          <a:pPr algn="ctr"/>
                          <a:r>
                            <a:rPr lang="zh-CN" altLang="en-US" b="1" dirty="0">
                              <a:solidFill>
                                <a:schemeClr val="bg1"/>
                              </a:solidFill>
                            </a:rPr>
                            <a:t>网段最大长度</a:t>
                          </a:r>
                        </a:p>
                      </a:txBody>
                      <a:tcPr anchor="ctr"/>
                    </a:tc>
                    <a:tc>
                      <a:txBody>
                        <a:bodyPr/>
                        <a:lstStyle/>
                        <a:p>
                          <a:pPr algn="ctr"/>
                          <a:r>
                            <a:rPr lang="zh-CN" altLang="en-US" b="1" dirty="0">
                              <a:solidFill>
                                <a:schemeClr val="bg1"/>
                              </a:solidFill>
                            </a:rPr>
                            <a:t>说        明</a:t>
                          </a:r>
                        </a:p>
                      </a:txBody>
                      <a:tcPr anchor="ctr"/>
                    </a:tc>
                    <a:extLst>
                      <a:ext uri="{0D108BD9-81ED-4DB2-BD59-A6C34878D82A}">
                        <a16:rowId xmlns:a16="http://schemas.microsoft.com/office/drawing/2014/main" val="4190229482"/>
                      </a:ext>
                    </a:extLst>
                  </a:tr>
                  <a:tr h="515409">
                    <a:tc>
                      <a:txBody>
                        <a:bodyPr/>
                        <a:lstStyle/>
                        <a:p>
                          <a:pPr algn="ctr"/>
                          <a:r>
                            <a:rPr lang="en-US" altLang="zh-CN" b="1" dirty="0">
                              <a:solidFill>
                                <a:schemeClr val="tx1"/>
                              </a:solidFill>
                            </a:rPr>
                            <a:t>10GBASE-SR</a:t>
                          </a:r>
                          <a:endParaRPr lang="zh-CN" altLang="en-US" b="1" dirty="0">
                            <a:solidFill>
                              <a:schemeClr val="tx1"/>
                            </a:solidFill>
                          </a:endParaRPr>
                        </a:p>
                      </a:txBody>
                      <a:tcPr anchor="ctr"/>
                    </a:tc>
                    <a:tc>
                      <a:txBody>
                        <a:bodyPr/>
                        <a:lstStyle/>
                        <a:p>
                          <a:pPr algn="ctr"/>
                          <a:r>
                            <a:rPr lang="zh-CN" altLang="en-US" b="1" dirty="0">
                              <a:solidFill>
                                <a:schemeClr val="tx1"/>
                              </a:solidFill>
                            </a:rPr>
                            <a:t>光缆</a:t>
                          </a:r>
                        </a:p>
                      </a:txBody>
                      <a:tcPr anchor="ctr"/>
                    </a:tc>
                    <a:tc>
                      <a:txBody>
                        <a:bodyPr/>
                        <a:lstStyle/>
                        <a:p>
                          <a:pPr algn="ctr"/>
                          <a:r>
                            <a:rPr lang="en-US" altLang="zh-CN" b="1" dirty="0">
                              <a:solidFill>
                                <a:schemeClr val="tx1"/>
                              </a:solidFill>
                            </a:rPr>
                            <a:t>300m</a:t>
                          </a:r>
                          <a:endParaRPr lang="zh-CN" altLang="en-US" b="1" dirty="0">
                            <a:solidFill>
                              <a:schemeClr val="tx1"/>
                            </a:solidFill>
                          </a:endParaRPr>
                        </a:p>
                      </a:txBody>
                      <a:tcPr anchor="ctr"/>
                    </a:tc>
                    <a:tc>
                      <a:txBody>
                        <a:bodyPr/>
                        <a:lstStyle/>
                        <a:p>
                          <a:endParaRPr lang="zh-CN"/>
                        </a:p>
                      </a:txBody>
                      <a:tcPr anchor="ctr">
                        <a:blipFill>
                          <a:blip r:embed="rId3"/>
                          <a:stretch>
                            <a:fillRect l="-93664" t="-101176" r="-461" b="-403529"/>
                          </a:stretch>
                        </a:blipFill>
                      </a:tcPr>
                    </a:tc>
                    <a:extLst>
                      <a:ext uri="{0D108BD9-81ED-4DB2-BD59-A6C34878D82A}">
                        <a16:rowId xmlns:a16="http://schemas.microsoft.com/office/drawing/2014/main" val="686696030"/>
                      </a:ext>
                    </a:extLst>
                  </a:tr>
                  <a:tr h="515409">
                    <a:tc>
                      <a:txBody>
                        <a:bodyPr/>
                        <a:lstStyle/>
                        <a:p>
                          <a:pPr algn="ctr"/>
                          <a:r>
                            <a:rPr lang="en-US" altLang="zh-CN" b="1" dirty="0">
                              <a:solidFill>
                                <a:schemeClr val="tx1"/>
                              </a:solidFill>
                            </a:rPr>
                            <a:t>10GBASE-LR</a:t>
                          </a:r>
                          <a:endParaRPr lang="zh-CN" altLang="en-US" b="1" dirty="0">
                            <a:solidFill>
                              <a:schemeClr val="tx1"/>
                            </a:solidFill>
                          </a:endParaRPr>
                        </a:p>
                      </a:txBody>
                      <a:tcPr anchor="ctr"/>
                    </a:tc>
                    <a:tc>
                      <a:txBody>
                        <a:bodyPr/>
                        <a:lstStyle/>
                        <a:p>
                          <a:pPr algn="ctr"/>
                          <a:r>
                            <a:rPr lang="zh-CN" altLang="en-US" b="1" dirty="0">
                              <a:solidFill>
                                <a:schemeClr val="tx1"/>
                              </a:solidFill>
                            </a:rPr>
                            <a:t>光缆</a:t>
                          </a:r>
                        </a:p>
                      </a:txBody>
                      <a:tcPr anchor="ctr"/>
                    </a:tc>
                    <a:tc>
                      <a:txBody>
                        <a:bodyPr/>
                        <a:lstStyle/>
                        <a:p>
                          <a:pPr algn="ctr"/>
                          <a:r>
                            <a:rPr lang="en-US" altLang="zh-CN" b="1" dirty="0">
                              <a:solidFill>
                                <a:schemeClr val="tx1"/>
                              </a:solidFill>
                            </a:rPr>
                            <a:t>10km</a:t>
                          </a:r>
                          <a:endParaRPr lang="zh-CN" altLang="en-US" b="1" dirty="0">
                            <a:solidFill>
                              <a:schemeClr val="tx1"/>
                            </a:solidFill>
                          </a:endParaRPr>
                        </a:p>
                      </a:txBody>
                      <a:tcPr anchor="ctr"/>
                    </a:tc>
                    <a:tc>
                      <a:txBody>
                        <a:bodyPr/>
                        <a:lstStyle/>
                        <a:p>
                          <a:endParaRPr lang="zh-CN"/>
                        </a:p>
                      </a:txBody>
                      <a:tcPr anchor="ctr">
                        <a:blipFill>
                          <a:blip r:embed="rId3"/>
                          <a:stretch>
                            <a:fillRect l="-93664" t="-201176" r="-461" b="-303529"/>
                          </a:stretch>
                        </a:blipFill>
                      </a:tcPr>
                    </a:tc>
                    <a:extLst>
                      <a:ext uri="{0D108BD9-81ED-4DB2-BD59-A6C34878D82A}">
                        <a16:rowId xmlns:a16="http://schemas.microsoft.com/office/drawing/2014/main" val="3870551435"/>
                      </a:ext>
                    </a:extLst>
                  </a:tr>
                  <a:tr h="515409">
                    <a:tc>
                      <a:txBody>
                        <a:bodyPr/>
                        <a:lstStyle/>
                        <a:p>
                          <a:pPr algn="ctr"/>
                          <a:r>
                            <a:rPr lang="en-US" altLang="zh-CN" b="1" dirty="0">
                              <a:solidFill>
                                <a:schemeClr val="tx1"/>
                              </a:solidFill>
                            </a:rPr>
                            <a:t>10GBASE-ER</a:t>
                          </a:r>
                          <a:endParaRPr lang="zh-CN" altLang="en-US" b="1" dirty="0">
                            <a:solidFill>
                              <a:schemeClr val="tx1"/>
                            </a:solidFill>
                          </a:endParaRPr>
                        </a:p>
                      </a:txBody>
                      <a:tcPr anchor="ctr"/>
                    </a:tc>
                    <a:tc>
                      <a:txBody>
                        <a:bodyPr/>
                        <a:lstStyle/>
                        <a:p>
                          <a:pPr algn="ctr"/>
                          <a:r>
                            <a:rPr lang="zh-CN" altLang="en-US" b="1" dirty="0">
                              <a:solidFill>
                                <a:schemeClr val="tx1"/>
                              </a:solidFill>
                            </a:rPr>
                            <a:t>光缆</a:t>
                          </a:r>
                        </a:p>
                      </a:txBody>
                      <a:tcPr anchor="ctr"/>
                    </a:tc>
                    <a:tc>
                      <a:txBody>
                        <a:bodyPr/>
                        <a:lstStyle/>
                        <a:p>
                          <a:pPr algn="ctr"/>
                          <a:r>
                            <a:rPr lang="en-US" altLang="zh-CN" b="1" dirty="0">
                              <a:solidFill>
                                <a:schemeClr val="tx1"/>
                              </a:solidFill>
                            </a:rPr>
                            <a:t>40km</a:t>
                          </a:r>
                          <a:endParaRPr lang="zh-CN" altLang="en-US" b="1" dirty="0">
                            <a:solidFill>
                              <a:schemeClr val="tx1"/>
                            </a:solidFill>
                          </a:endParaRPr>
                        </a:p>
                      </a:txBody>
                      <a:tcPr anchor="ctr"/>
                    </a:tc>
                    <a:tc>
                      <a:txBody>
                        <a:bodyPr/>
                        <a:lstStyle/>
                        <a:p>
                          <a:endParaRPr lang="zh-CN"/>
                        </a:p>
                      </a:txBody>
                      <a:tcPr anchor="ctr">
                        <a:blipFill>
                          <a:blip r:embed="rId3"/>
                          <a:stretch>
                            <a:fillRect l="-93664" t="-304762" r="-461" b="-207143"/>
                          </a:stretch>
                        </a:blipFill>
                      </a:tcPr>
                    </a:tc>
                    <a:extLst>
                      <a:ext uri="{0D108BD9-81ED-4DB2-BD59-A6C34878D82A}">
                        <a16:rowId xmlns:a16="http://schemas.microsoft.com/office/drawing/2014/main" val="3093312108"/>
                      </a:ext>
                    </a:extLst>
                  </a:tr>
                  <a:tr h="515409">
                    <a:tc>
                      <a:txBody>
                        <a:bodyPr/>
                        <a:lstStyle/>
                        <a:p>
                          <a:pPr algn="ctr"/>
                          <a:r>
                            <a:rPr lang="en-US" altLang="zh-CN" b="1" dirty="0">
                              <a:solidFill>
                                <a:schemeClr val="tx1"/>
                              </a:solidFill>
                            </a:rPr>
                            <a:t>10GBASE-CX4</a:t>
                          </a:r>
                          <a:endParaRPr lang="zh-CN" altLang="en-US" b="1" dirty="0">
                            <a:solidFill>
                              <a:schemeClr val="tx1"/>
                            </a:solidFill>
                          </a:endParaRPr>
                        </a:p>
                      </a:txBody>
                      <a:tcPr anchor="ctr"/>
                    </a:tc>
                    <a:tc>
                      <a:txBody>
                        <a:bodyPr/>
                        <a:lstStyle/>
                        <a:p>
                          <a:pPr algn="ctr"/>
                          <a:r>
                            <a:rPr lang="zh-CN" altLang="en-US" b="1" dirty="0">
                              <a:solidFill>
                                <a:schemeClr val="tx1"/>
                              </a:solidFill>
                            </a:rPr>
                            <a:t>铜缆</a:t>
                          </a:r>
                        </a:p>
                      </a:txBody>
                      <a:tcPr anchor="ctr"/>
                    </a:tc>
                    <a:tc>
                      <a:txBody>
                        <a:bodyPr/>
                        <a:lstStyle/>
                        <a:p>
                          <a:pPr algn="ctr"/>
                          <a:r>
                            <a:rPr lang="en-US" altLang="zh-CN" b="1" dirty="0">
                              <a:solidFill>
                                <a:schemeClr val="tx1"/>
                              </a:solidFill>
                            </a:rPr>
                            <a:t>15m</a:t>
                          </a:r>
                          <a:endParaRPr lang="zh-CN" altLang="en-US" b="1" dirty="0">
                            <a:solidFill>
                              <a:schemeClr val="tx1"/>
                            </a:solidFill>
                          </a:endParaRPr>
                        </a:p>
                      </a:txBody>
                      <a:tcPr anchor="ctr"/>
                    </a:tc>
                    <a:tc>
                      <a:txBody>
                        <a:bodyPr/>
                        <a:lstStyle/>
                        <a:p>
                          <a:pPr algn="ctr"/>
                          <a:r>
                            <a:rPr lang="zh-CN" altLang="en-US" b="1" dirty="0">
                              <a:solidFill>
                                <a:schemeClr val="tx1"/>
                              </a:solidFill>
                            </a:rPr>
                            <a:t>使用</a:t>
                          </a:r>
                          <a:r>
                            <a:rPr lang="en-US" altLang="zh-CN" b="1" dirty="0">
                              <a:solidFill>
                                <a:schemeClr val="tx1"/>
                              </a:solidFill>
                            </a:rPr>
                            <a:t>4</a:t>
                          </a:r>
                          <a:r>
                            <a:rPr lang="zh-CN" altLang="en-US" b="1" dirty="0">
                              <a:solidFill>
                                <a:schemeClr val="tx1"/>
                              </a:solidFill>
                            </a:rPr>
                            <a:t>对双芯同轴电缆（</a:t>
                          </a:r>
                          <a:r>
                            <a:rPr lang="en-US" altLang="zh-CN" b="1" dirty="0" err="1">
                              <a:solidFill>
                                <a:schemeClr val="tx1"/>
                              </a:solidFill>
                            </a:rPr>
                            <a:t>twinax</a:t>
                          </a:r>
                          <a:r>
                            <a:rPr lang="zh-CN" altLang="en-US" b="1" dirty="0">
                              <a:solidFill>
                                <a:schemeClr val="tx1"/>
                              </a:solidFill>
                            </a:rPr>
                            <a:t>）</a:t>
                          </a:r>
                        </a:p>
                      </a:txBody>
                      <a:tcPr anchor="ctr"/>
                    </a:tc>
                    <a:extLst>
                      <a:ext uri="{0D108BD9-81ED-4DB2-BD59-A6C34878D82A}">
                        <a16:rowId xmlns:a16="http://schemas.microsoft.com/office/drawing/2014/main" val="2392440841"/>
                      </a:ext>
                    </a:extLst>
                  </a:tr>
                  <a:tr h="515409">
                    <a:tc>
                      <a:txBody>
                        <a:bodyPr/>
                        <a:lstStyle/>
                        <a:p>
                          <a:pPr algn="ctr"/>
                          <a:r>
                            <a:rPr lang="en-US" altLang="zh-CN" b="1" dirty="0">
                              <a:solidFill>
                                <a:schemeClr val="tx1"/>
                              </a:solidFill>
                            </a:rPr>
                            <a:t>10GBASE-T</a:t>
                          </a:r>
                          <a:endParaRPr lang="zh-CN" altLang="en-US" b="1" dirty="0">
                            <a:solidFill>
                              <a:schemeClr val="tx1"/>
                            </a:solidFill>
                          </a:endParaRPr>
                        </a:p>
                      </a:txBody>
                      <a:tcPr anchor="ctr"/>
                    </a:tc>
                    <a:tc>
                      <a:txBody>
                        <a:bodyPr/>
                        <a:lstStyle/>
                        <a:p>
                          <a:pPr algn="ctr"/>
                          <a:r>
                            <a:rPr lang="zh-CN" altLang="en-US" b="1" dirty="0">
                              <a:solidFill>
                                <a:schemeClr val="tx1"/>
                              </a:solidFill>
                            </a:rPr>
                            <a:t>铜缆</a:t>
                          </a:r>
                        </a:p>
                      </a:txBody>
                      <a:tcPr anchor="ctr"/>
                    </a:tc>
                    <a:tc>
                      <a:txBody>
                        <a:bodyPr/>
                        <a:lstStyle/>
                        <a:p>
                          <a:pPr algn="ctr"/>
                          <a:r>
                            <a:rPr lang="en-US" altLang="zh-CN" b="1" dirty="0">
                              <a:solidFill>
                                <a:schemeClr val="tx1"/>
                              </a:solidFill>
                            </a:rPr>
                            <a:t>100m</a:t>
                          </a:r>
                          <a:endParaRPr lang="zh-CN" altLang="en-US" b="1" dirty="0">
                            <a:solidFill>
                              <a:schemeClr val="tx1"/>
                            </a:solidFill>
                          </a:endParaRPr>
                        </a:p>
                      </a:txBody>
                      <a:tcPr anchor="ctr"/>
                    </a:tc>
                    <a:tc>
                      <a:txBody>
                        <a:bodyPr/>
                        <a:lstStyle/>
                        <a:p>
                          <a:pPr algn="ctr"/>
                          <a:r>
                            <a:rPr lang="zh-CN" altLang="en-US" b="1" dirty="0">
                              <a:solidFill>
                                <a:schemeClr val="tx1"/>
                              </a:solidFill>
                            </a:rPr>
                            <a:t>使用</a:t>
                          </a:r>
                          <a:r>
                            <a:rPr lang="en-US" altLang="zh-CN" b="1" dirty="0">
                              <a:solidFill>
                                <a:schemeClr val="tx1"/>
                              </a:solidFill>
                            </a:rPr>
                            <a:t>4</a:t>
                          </a:r>
                          <a:r>
                            <a:rPr lang="zh-CN" altLang="en-US" b="1" dirty="0">
                              <a:solidFill>
                                <a:schemeClr val="tx1"/>
                              </a:solidFill>
                            </a:rPr>
                            <a:t>对</a:t>
                          </a:r>
                          <a:r>
                            <a:rPr lang="en-US" altLang="zh-CN" b="1" dirty="0">
                              <a:solidFill>
                                <a:schemeClr val="tx1"/>
                              </a:solidFill>
                            </a:rPr>
                            <a:t>6A</a:t>
                          </a:r>
                          <a:r>
                            <a:rPr lang="zh-CN" altLang="en-US" b="1" dirty="0">
                              <a:solidFill>
                                <a:schemeClr val="tx1"/>
                              </a:solidFill>
                            </a:rPr>
                            <a:t>类</a:t>
                          </a:r>
                          <a:r>
                            <a:rPr lang="en-US" altLang="zh-CN" b="1" dirty="0">
                              <a:solidFill>
                                <a:schemeClr val="tx1"/>
                              </a:solidFill>
                            </a:rPr>
                            <a:t>UTP</a:t>
                          </a:r>
                          <a:r>
                            <a:rPr lang="zh-CN" altLang="en-US" b="1" dirty="0">
                              <a:solidFill>
                                <a:schemeClr val="tx1"/>
                              </a:solidFill>
                            </a:rPr>
                            <a:t>双绞线</a:t>
                          </a:r>
                        </a:p>
                      </a:txBody>
                      <a:tcPr anchor="ctr"/>
                    </a:tc>
                    <a:extLst>
                      <a:ext uri="{0D108BD9-81ED-4DB2-BD59-A6C34878D82A}">
                        <a16:rowId xmlns:a16="http://schemas.microsoft.com/office/drawing/2014/main" val="451360203"/>
                      </a:ext>
                    </a:extLst>
                  </a:tr>
                </a:tbl>
              </a:graphicData>
            </a:graphic>
          </p:graphicFrame>
        </mc:Fallback>
      </mc:AlternateContent>
    </p:spTree>
    <p:custDataLst>
      <p:tags r:id="rId1"/>
    </p:custDataLst>
    <p:extLst>
      <p:ext uri="{BB962C8B-B14F-4D97-AF65-F5344CB8AC3E}">
        <p14:creationId xmlns:p14="http://schemas.microsoft.com/office/powerpoint/2010/main" val="728112883"/>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49" presetClass="entr" presetSubtype="0" decel="100000" fill="hold" grpId="0" nodeType="withEffect">
                                  <p:stCondLst>
                                    <p:cond delay="0"/>
                                  </p:stCondLst>
                                  <p:childTnLst>
                                    <p:set>
                                      <p:cBhvr>
                                        <p:cTn id="6" dur="1" fill="hold">
                                          <p:stCondLst>
                                            <p:cond delay="0"/>
                                          </p:stCondLst>
                                        </p:cTn>
                                        <p:tgtEl>
                                          <p:spTgt spid="59"/>
                                        </p:tgtEl>
                                        <p:attrNameLst>
                                          <p:attrName>style.visibility</p:attrName>
                                        </p:attrNameLst>
                                      </p:cBhvr>
                                      <p:to>
                                        <p:strVal val="visible"/>
                                      </p:to>
                                    </p:set>
                                    <p:anim calcmode="lin" valueType="num">
                                      <p:cBhvr>
                                        <p:cTn id="7" dur="500" fill="hold"/>
                                        <p:tgtEl>
                                          <p:spTgt spid="59"/>
                                        </p:tgtEl>
                                        <p:attrNameLst>
                                          <p:attrName>ppt_w</p:attrName>
                                        </p:attrNameLst>
                                      </p:cBhvr>
                                      <p:tavLst>
                                        <p:tav tm="0">
                                          <p:val>
                                            <p:fltVal val="0"/>
                                          </p:val>
                                        </p:tav>
                                        <p:tav tm="100000">
                                          <p:val>
                                            <p:strVal val="#ppt_w"/>
                                          </p:val>
                                        </p:tav>
                                      </p:tavLst>
                                    </p:anim>
                                    <p:anim calcmode="lin" valueType="num">
                                      <p:cBhvr>
                                        <p:cTn id="8" dur="500" fill="hold"/>
                                        <p:tgtEl>
                                          <p:spTgt spid="59"/>
                                        </p:tgtEl>
                                        <p:attrNameLst>
                                          <p:attrName>ppt_h</p:attrName>
                                        </p:attrNameLst>
                                      </p:cBhvr>
                                      <p:tavLst>
                                        <p:tav tm="0">
                                          <p:val>
                                            <p:fltVal val="0"/>
                                          </p:val>
                                        </p:tav>
                                        <p:tav tm="100000">
                                          <p:val>
                                            <p:strVal val="#ppt_h"/>
                                          </p:val>
                                        </p:tav>
                                      </p:tavLst>
                                    </p:anim>
                                    <p:anim calcmode="lin" valueType="num">
                                      <p:cBhvr>
                                        <p:cTn id="9" dur="500" fill="hold"/>
                                        <p:tgtEl>
                                          <p:spTgt spid="59"/>
                                        </p:tgtEl>
                                        <p:attrNameLst>
                                          <p:attrName>style.rotation</p:attrName>
                                        </p:attrNameLst>
                                      </p:cBhvr>
                                      <p:tavLst>
                                        <p:tav tm="0">
                                          <p:val>
                                            <p:fltVal val="360"/>
                                          </p:val>
                                        </p:tav>
                                        <p:tav tm="100000">
                                          <p:val>
                                            <p:fltVal val="0"/>
                                          </p:val>
                                        </p:tav>
                                      </p:tavLst>
                                    </p:anim>
                                    <p:animEffect transition="in" filter="fade">
                                      <p:cBhvr>
                                        <p:cTn id="10" dur="500"/>
                                        <p:tgtEl>
                                          <p:spTgt spid="59"/>
                                        </p:tgtEl>
                                      </p:cBhvr>
                                    </p:animEffect>
                                  </p:childTnLst>
                                </p:cTn>
                              </p:par>
                            </p:childTnLst>
                          </p:cTn>
                        </p:par>
                        <p:par>
                          <p:cTn id="11" fill="hold">
                            <p:stCondLst>
                              <p:cond delay="500"/>
                            </p:stCondLst>
                            <p:childTnLst>
                              <p:par>
                                <p:cTn id="12" presetID="1" presetClass="entr" presetSubtype="0" fill="hold" grpId="0" nodeType="afterEffect">
                                  <p:stCondLst>
                                    <p:cond delay="0"/>
                                  </p:stCondLst>
                                  <p:iterate type="lt">
                                    <p:tmAbs val="100"/>
                                  </p:iterate>
                                  <p:childTnLst>
                                    <p:set>
                                      <p:cBhvr>
                                        <p:cTn id="13" dur="1" fill="hold">
                                          <p:stCondLst>
                                            <p:cond delay="0"/>
                                          </p:stCondLst>
                                        </p:cTn>
                                        <p:tgtEl>
                                          <p:spTgt spid="60"/>
                                        </p:tgtEl>
                                        <p:attrNameLst>
                                          <p:attrName>style.visibility</p:attrName>
                                        </p:attrNameLst>
                                      </p:cBhvr>
                                      <p:to>
                                        <p:strVal val="visible"/>
                                      </p:to>
                                    </p:set>
                                  </p:childTnLst>
                                </p:cTn>
                              </p:par>
                              <p:par>
                                <p:cTn id="14" presetID="42" presetClass="entr" presetSubtype="0" fill="hold" nodeType="withEffect">
                                  <p:stCondLst>
                                    <p:cond delay="0"/>
                                  </p:stCondLst>
                                  <p:childTnLst>
                                    <p:set>
                                      <p:cBhvr>
                                        <p:cTn id="15" dur="1" fill="hold">
                                          <p:stCondLst>
                                            <p:cond delay="0"/>
                                          </p:stCondLst>
                                        </p:cTn>
                                        <p:tgtEl>
                                          <p:spTgt spid="61"/>
                                        </p:tgtEl>
                                        <p:attrNameLst>
                                          <p:attrName>style.visibility</p:attrName>
                                        </p:attrNameLst>
                                      </p:cBhvr>
                                      <p:to>
                                        <p:strVal val="visible"/>
                                      </p:to>
                                    </p:set>
                                    <p:animEffect transition="in" filter="fade">
                                      <p:cBhvr>
                                        <p:cTn id="16" dur="1000"/>
                                        <p:tgtEl>
                                          <p:spTgt spid="61"/>
                                        </p:tgtEl>
                                      </p:cBhvr>
                                    </p:animEffect>
                                    <p:anim calcmode="lin" valueType="num">
                                      <p:cBhvr>
                                        <p:cTn id="17" dur="1000" fill="hold"/>
                                        <p:tgtEl>
                                          <p:spTgt spid="61"/>
                                        </p:tgtEl>
                                        <p:attrNameLst>
                                          <p:attrName>ppt_x</p:attrName>
                                        </p:attrNameLst>
                                      </p:cBhvr>
                                      <p:tavLst>
                                        <p:tav tm="0">
                                          <p:val>
                                            <p:strVal val="#ppt_x"/>
                                          </p:val>
                                        </p:tav>
                                        <p:tav tm="100000">
                                          <p:val>
                                            <p:strVal val="#ppt_x"/>
                                          </p:val>
                                        </p:tav>
                                      </p:tavLst>
                                    </p:anim>
                                    <p:anim calcmode="lin" valueType="num">
                                      <p:cBhvr>
                                        <p:cTn id="18" dur="1000" fill="hold"/>
                                        <p:tgtEl>
                                          <p:spTgt spid="61"/>
                                        </p:tgtEl>
                                        <p:attrNameLst>
                                          <p:attrName>ppt_y</p:attrName>
                                        </p:attrNameLst>
                                      </p:cBhvr>
                                      <p:tavLst>
                                        <p:tav tm="0">
                                          <p:val>
                                            <p:strVal val="#ppt_y+.1"/>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9" grpId="0" animBg="1"/>
      <p:bldP spid="60" grpId="0"/>
    </p:bldLst>
  </p:timing>
</p:sld>
</file>

<file path=ppt/slides/slide51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4" name="组合 3">
            <a:extLst>
              <a:ext uri="{FF2B5EF4-FFF2-40B4-BE49-F238E27FC236}">
                <a16:creationId xmlns:a16="http://schemas.microsoft.com/office/drawing/2014/main" id="{9A1EA9F2-FCB6-48C3-935F-7AE7E3AD14AC}"/>
              </a:ext>
            </a:extLst>
          </p:cNvPr>
          <p:cNvGrpSpPr/>
          <p:nvPr/>
        </p:nvGrpSpPr>
        <p:grpSpPr>
          <a:xfrm>
            <a:off x="304800" y="749300"/>
            <a:ext cx="4938199" cy="400110"/>
            <a:chOff x="424117" y="898245"/>
            <a:chExt cx="4938199" cy="400110"/>
          </a:xfrm>
        </p:grpSpPr>
        <p:sp>
          <p:nvSpPr>
            <p:cNvPr id="2" name="平行四边形 1">
              <a:extLst>
                <a:ext uri="{FF2B5EF4-FFF2-40B4-BE49-F238E27FC236}">
                  <a16:creationId xmlns:a16="http://schemas.microsoft.com/office/drawing/2014/main" id="{1F5BAA3F-9845-4F89-A2DD-8222D3E4EDAC}"/>
                </a:ext>
              </a:extLst>
            </p:cNvPr>
            <p:cNvSpPr/>
            <p:nvPr/>
          </p:nvSpPr>
          <p:spPr>
            <a:xfrm>
              <a:off x="424117" y="898245"/>
              <a:ext cx="628306" cy="387090"/>
            </a:xfrm>
            <a:prstGeom prst="parallelogram">
              <a:avLst/>
            </a:prstGeom>
            <a:solidFill>
              <a:schemeClr val="accent3">
                <a:lumMod val="75000"/>
              </a:schemeClr>
            </a:solidFill>
            <a:ln>
              <a:solidFill>
                <a:schemeClr val="accent3">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CN" sz="2200" dirty="0">
                  <a:latin typeface="Impact" panose="020B0806030902050204" pitchFamily="34" charset="0"/>
                </a:rPr>
                <a:t>01</a:t>
              </a:r>
              <a:endParaRPr lang="zh-CN" altLang="en-US" sz="2200" dirty="0">
                <a:latin typeface="Impact" panose="020B0806030902050204" pitchFamily="34" charset="0"/>
              </a:endParaRPr>
            </a:p>
          </p:txBody>
        </p:sp>
        <p:sp>
          <p:nvSpPr>
            <p:cNvPr id="3" name="文本框 2">
              <a:extLst>
                <a:ext uri="{FF2B5EF4-FFF2-40B4-BE49-F238E27FC236}">
                  <a16:creationId xmlns:a16="http://schemas.microsoft.com/office/drawing/2014/main" id="{4D6BD736-A4D3-4F26-AFED-36E11F50F70B}"/>
                </a:ext>
              </a:extLst>
            </p:cNvPr>
            <p:cNvSpPr txBox="1"/>
            <p:nvPr/>
          </p:nvSpPr>
          <p:spPr>
            <a:xfrm>
              <a:off x="1052423" y="898245"/>
              <a:ext cx="4309893" cy="400110"/>
            </a:xfrm>
            <a:prstGeom prst="rect">
              <a:avLst/>
            </a:prstGeom>
            <a:noFill/>
          </p:spPr>
          <p:txBody>
            <a:bodyPr wrap="square" rtlCol="0">
              <a:spAutoFit/>
            </a:bodyPr>
            <a:lstStyle/>
            <a:p>
              <a:r>
                <a:rPr lang="zh-CN" altLang="en-US" sz="2000" b="1" dirty="0">
                  <a:solidFill>
                    <a:schemeClr val="tx1"/>
                  </a:solidFill>
                  <a:latin typeface="Arial Narrow" panose="020B0606020202030204" pitchFamily="34" charset="0"/>
                </a:rPr>
                <a:t>以太网的发展</a:t>
              </a:r>
              <a:endParaRPr lang="en-US" altLang="zh-CN" sz="2000" b="1" dirty="0">
                <a:solidFill>
                  <a:schemeClr val="tx1"/>
                </a:solidFill>
                <a:latin typeface="Arial Narrow" panose="020B0606020202030204" pitchFamily="34" charset="0"/>
              </a:endParaRPr>
            </a:p>
          </p:txBody>
        </p:sp>
      </p:grpSp>
      <p:sp>
        <p:nvSpPr>
          <p:cNvPr id="10" name="箭头: V 形 9">
            <a:extLst>
              <a:ext uri="{FF2B5EF4-FFF2-40B4-BE49-F238E27FC236}">
                <a16:creationId xmlns:a16="http://schemas.microsoft.com/office/drawing/2014/main" id="{34BA076E-E332-4E29-BFA1-5FC5A72182DA}"/>
              </a:ext>
            </a:extLst>
          </p:cNvPr>
          <p:cNvSpPr/>
          <p:nvPr/>
        </p:nvSpPr>
        <p:spPr>
          <a:xfrm>
            <a:off x="310566" y="1388438"/>
            <a:ext cx="2361423" cy="786653"/>
          </a:xfrm>
          <a:prstGeom prst="chevron">
            <a:avLst/>
          </a:prstGeom>
          <a:solidFill>
            <a:schemeClr val="bg2">
              <a:lumMod val="90000"/>
            </a:schemeClr>
          </a:solidFill>
          <a:ln>
            <a:solidFill>
              <a:schemeClr val="bg2">
                <a:lumMod val="90000"/>
              </a:schemeClr>
            </a:solidFill>
          </a:ln>
        </p:spPr>
        <p:style>
          <a:lnRef idx="2">
            <a:schemeClr val="accent4">
              <a:shade val="50000"/>
            </a:schemeClr>
          </a:lnRef>
          <a:fillRef idx="1">
            <a:schemeClr val="accent4"/>
          </a:fillRef>
          <a:effectRef idx="0">
            <a:schemeClr val="accent4"/>
          </a:effectRef>
          <a:fontRef idx="minor">
            <a:schemeClr val="lt1"/>
          </a:fontRef>
        </p:style>
        <p:txBody>
          <a:bodyPr rtlCol="0" anchor="ctr"/>
          <a:lstStyle/>
          <a:p>
            <a:pPr algn="ctr"/>
            <a:r>
              <a:rPr lang="en-US" altLang="zh-CN" b="1" dirty="0">
                <a:solidFill>
                  <a:schemeClr val="bg1"/>
                </a:solidFill>
              </a:rPr>
              <a:t>100BASE-T</a:t>
            </a:r>
          </a:p>
          <a:p>
            <a:pPr algn="ctr"/>
            <a:r>
              <a:rPr lang="zh-CN" altLang="en-US" b="1" dirty="0">
                <a:solidFill>
                  <a:schemeClr val="bg1"/>
                </a:solidFill>
              </a:rPr>
              <a:t>以太网</a:t>
            </a:r>
          </a:p>
        </p:txBody>
      </p:sp>
      <p:sp>
        <p:nvSpPr>
          <p:cNvPr id="11" name="箭头: V 形 10">
            <a:extLst>
              <a:ext uri="{FF2B5EF4-FFF2-40B4-BE49-F238E27FC236}">
                <a16:creationId xmlns:a16="http://schemas.microsoft.com/office/drawing/2014/main" id="{A306BDD2-A8C7-4B5E-9ABB-354CA473FA18}"/>
              </a:ext>
            </a:extLst>
          </p:cNvPr>
          <p:cNvSpPr/>
          <p:nvPr/>
        </p:nvSpPr>
        <p:spPr>
          <a:xfrm>
            <a:off x="3382303" y="1388438"/>
            <a:ext cx="2361423" cy="786653"/>
          </a:xfrm>
          <a:prstGeom prst="chevron">
            <a:avLst/>
          </a:prstGeom>
          <a:solidFill>
            <a:schemeClr val="bg2">
              <a:lumMod val="90000"/>
            </a:schemeClr>
          </a:solidFill>
          <a:ln>
            <a:solidFill>
              <a:schemeClr val="bg2">
                <a:lumMod val="90000"/>
              </a:schemeClr>
            </a:solidFill>
          </a:ln>
        </p:spPr>
        <p:style>
          <a:lnRef idx="2">
            <a:schemeClr val="accent3">
              <a:shade val="50000"/>
            </a:schemeClr>
          </a:lnRef>
          <a:fillRef idx="1">
            <a:schemeClr val="accent3"/>
          </a:fillRef>
          <a:effectRef idx="0">
            <a:schemeClr val="accent3"/>
          </a:effectRef>
          <a:fontRef idx="minor">
            <a:schemeClr val="lt1"/>
          </a:fontRef>
        </p:style>
        <p:txBody>
          <a:bodyPr rtlCol="0" anchor="ctr"/>
          <a:lstStyle/>
          <a:p>
            <a:pPr algn="ctr"/>
            <a:r>
              <a:rPr lang="zh-CN" altLang="en-US" b="1" dirty="0">
                <a:solidFill>
                  <a:schemeClr val="bg1"/>
                </a:solidFill>
              </a:rPr>
              <a:t>吉比特</a:t>
            </a:r>
            <a:endParaRPr lang="en-US" altLang="zh-CN" b="1" dirty="0">
              <a:solidFill>
                <a:schemeClr val="bg1"/>
              </a:solidFill>
            </a:endParaRPr>
          </a:p>
          <a:p>
            <a:pPr algn="ctr"/>
            <a:r>
              <a:rPr lang="zh-CN" altLang="en-US" b="1" dirty="0">
                <a:solidFill>
                  <a:schemeClr val="bg1"/>
                </a:solidFill>
              </a:rPr>
              <a:t>以太网</a:t>
            </a:r>
          </a:p>
        </p:txBody>
      </p:sp>
      <p:sp>
        <p:nvSpPr>
          <p:cNvPr id="12" name="箭头: V 形 11">
            <a:extLst>
              <a:ext uri="{FF2B5EF4-FFF2-40B4-BE49-F238E27FC236}">
                <a16:creationId xmlns:a16="http://schemas.microsoft.com/office/drawing/2014/main" id="{7529ED43-0BE1-49BA-8986-763D47E871EA}"/>
              </a:ext>
            </a:extLst>
          </p:cNvPr>
          <p:cNvSpPr/>
          <p:nvPr/>
        </p:nvSpPr>
        <p:spPr>
          <a:xfrm>
            <a:off x="6454040" y="1388438"/>
            <a:ext cx="2361423" cy="786653"/>
          </a:xfrm>
          <a:prstGeom prst="chevron">
            <a:avLst/>
          </a:prstGeom>
          <a:solidFill>
            <a:schemeClr val="bg2">
              <a:lumMod val="90000"/>
            </a:schemeClr>
          </a:solidFill>
          <a:ln>
            <a:solidFill>
              <a:schemeClr val="bg2">
                <a:lumMod val="90000"/>
              </a:schemeClr>
            </a:solidFill>
          </a:ln>
        </p:spPr>
        <p:style>
          <a:lnRef idx="2">
            <a:schemeClr val="accent2">
              <a:shade val="50000"/>
            </a:schemeClr>
          </a:lnRef>
          <a:fillRef idx="1">
            <a:schemeClr val="accent2"/>
          </a:fillRef>
          <a:effectRef idx="0">
            <a:schemeClr val="accent2"/>
          </a:effectRef>
          <a:fontRef idx="minor">
            <a:schemeClr val="lt1"/>
          </a:fontRef>
        </p:style>
        <p:txBody>
          <a:bodyPr rtlCol="0" anchor="ctr"/>
          <a:lstStyle/>
          <a:p>
            <a:pPr algn="ctr"/>
            <a:r>
              <a:rPr lang="en-US" altLang="zh-CN" b="1" dirty="0">
                <a:solidFill>
                  <a:schemeClr val="bg1"/>
                </a:solidFill>
              </a:rPr>
              <a:t>10</a:t>
            </a:r>
            <a:r>
              <a:rPr lang="zh-CN" altLang="en-US" b="1" dirty="0">
                <a:solidFill>
                  <a:schemeClr val="bg1"/>
                </a:solidFill>
              </a:rPr>
              <a:t>吉比特</a:t>
            </a:r>
            <a:endParaRPr lang="en-US" altLang="zh-CN" b="1" dirty="0">
              <a:solidFill>
                <a:schemeClr val="bg1"/>
              </a:solidFill>
            </a:endParaRPr>
          </a:p>
          <a:p>
            <a:pPr algn="ctr"/>
            <a:r>
              <a:rPr lang="zh-CN" altLang="en-US" b="1" dirty="0">
                <a:solidFill>
                  <a:schemeClr val="bg1"/>
                </a:solidFill>
              </a:rPr>
              <a:t>以太网</a:t>
            </a:r>
          </a:p>
        </p:txBody>
      </p:sp>
      <p:sp>
        <p:nvSpPr>
          <p:cNvPr id="13" name="箭头: V 形 12">
            <a:extLst>
              <a:ext uri="{FF2B5EF4-FFF2-40B4-BE49-F238E27FC236}">
                <a16:creationId xmlns:a16="http://schemas.microsoft.com/office/drawing/2014/main" id="{510F0D15-BD28-4DB1-A650-959944656D97}"/>
              </a:ext>
            </a:extLst>
          </p:cNvPr>
          <p:cNvSpPr/>
          <p:nvPr/>
        </p:nvSpPr>
        <p:spPr>
          <a:xfrm>
            <a:off x="9525777" y="1388438"/>
            <a:ext cx="2361423" cy="786653"/>
          </a:xfrm>
          <a:prstGeom prst="chevron">
            <a:avLst/>
          </a:prstGeom>
          <a:solidFill>
            <a:schemeClr val="bg2">
              <a:lumMod val="90000"/>
            </a:schemeClr>
          </a:solidFill>
          <a:ln>
            <a:solidFill>
              <a:schemeClr val="bg2">
                <a:lumMod val="9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CN" b="1" dirty="0">
                <a:solidFill>
                  <a:schemeClr val="bg1"/>
                </a:solidFill>
              </a:rPr>
              <a:t>40/100</a:t>
            </a:r>
            <a:r>
              <a:rPr lang="zh-CN" altLang="en-US" b="1" dirty="0">
                <a:solidFill>
                  <a:schemeClr val="bg1"/>
                </a:solidFill>
              </a:rPr>
              <a:t>吉比特</a:t>
            </a:r>
            <a:endParaRPr lang="en-US" altLang="zh-CN" b="1" dirty="0">
              <a:solidFill>
                <a:schemeClr val="bg1"/>
              </a:solidFill>
            </a:endParaRPr>
          </a:p>
          <a:p>
            <a:pPr algn="ctr"/>
            <a:r>
              <a:rPr lang="zh-CN" altLang="en-US" b="1" dirty="0">
                <a:solidFill>
                  <a:schemeClr val="bg1"/>
                </a:solidFill>
              </a:rPr>
              <a:t>以太网</a:t>
            </a:r>
          </a:p>
        </p:txBody>
      </p:sp>
      <p:sp>
        <p:nvSpPr>
          <p:cNvPr id="20" name="箭头: V 形 19">
            <a:extLst>
              <a:ext uri="{FF2B5EF4-FFF2-40B4-BE49-F238E27FC236}">
                <a16:creationId xmlns:a16="http://schemas.microsoft.com/office/drawing/2014/main" id="{7C1AD93A-5D54-4D64-9BC5-423273F50379}"/>
              </a:ext>
            </a:extLst>
          </p:cNvPr>
          <p:cNvSpPr/>
          <p:nvPr/>
        </p:nvSpPr>
        <p:spPr>
          <a:xfrm>
            <a:off x="9525777" y="1377697"/>
            <a:ext cx="2361423" cy="786653"/>
          </a:xfrm>
          <a:prstGeom prst="chevron">
            <a:avLst/>
          </a:prstGeom>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CN" b="1" dirty="0">
                <a:solidFill>
                  <a:schemeClr val="bg1"/>
                </a:solidFill>
              </a:rPr>
              <a:t>40/100</a:t>
            </a:r>
            <a:r>
              <a:rPr lang="zh-CN" altLang="en-US" b="1" dirty="0">
                <a:solidFill>
                  <a:schemeClr val="bg1"/>
                </a:solidFill>
              </a:rPr>
              <a:t>吉比特</a:t>
            </a:r>
            <a:endParaRPr lang="en-US" altLang="zh-CN" b="1" dirty="0">
              <a:solidFill>
                <a:schemeClr val="bg1"/>
              </a:solidFill>
            </a:endParaRPr>
          </a:p>
          <a:p>
            <a:pPr algn="ctr"/>
            <a:r>
              <a:rPr lang="zh-CN" altLang="en-US" b="1" dirty="0">
                <a:solidFill>
                  <a:schemeClr val="bg1"/>
                </a:solidFill>
              </a:rPr>
              <a:t>以太网</a:t>
            </a:r>
          </a:p>
        </p:txBody>
      </p:sp>
      <p:sp>
        <p:nvSpPr>
          <p:cNvPr id="70" name="矩形 69">
            <a:extLst>
              <a:ext uri="{FF2B5EF4-FFF2-40B4-BE49-F238E27FC236}">
                <a16:creationId xmlns:a16="http://schemas.microsoft.com/office/drawing/2014/main" id="{7A0FD1FD-FDDD-445E-A3BB-91445F2121F6}"/>
              </a:ext>
            </a:extLst>
          </p:cNvPr>
          <p:cNvSpPr/>
          <p:nvPr/>
        </p:nvSpPr>
        <p:spPr>
          <a:xfrm>
            <a:off x="522102" y="2372071"/>
            <a:ext cx="256976" cy="256976"/>
          </a:xfrm>
          <a:prstGeom prst="rect">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71" name="íşlïḍè">
            <a:extLst>
              <a:ext uri="{FF2B5EF4-FFF2-40B4-BE49-F238E27FC236}">
                <a16:creationId xmlns:a16="http://schemas.microsoft.com/office/drawing/2014/main" id="{90341026-F30B-40B1-8C5B-2D58F39E925B}"/>
              </a:ext>
            </a:extLst>
          </p:cNvPr>
          <p:cNvSpPr txBox="1"/>
          <p:nvPr/>
        </p:nvSpPr>
        <p:spPr>
          <a:xfrm>
            <a:off x="839330" y="2317748"/>
            <a:ext cx="11047870" cy="607079"/>
          </a:xfrm>
          <a:prstGeom prst="rect">
            <a:avLst/>
          </a:prstGeom>
          <a:noFill/>
        </p:spPr>
        <p:txBody>
          <a:bodyPr wrap="square" lIns="91440" tIns="45720" rIns="91440" bIns="45720" anchor="ctr">
            <a:noAutofit/>
          </a:bodyPr>
          <a:lstStyle/>
          <a:p>
            <a:r>
              <a:rPr lang="en-US" altLang="zh-CN" b="1" dirty="0">
                <a:latin typeface="Arial Narrow" panose="020B0606020202030204" pitchFamily="34" charset="0"/>
              </a:rPr>
              <a:t>2010</a:t>
            </a:r>
            <a:r>
              <a:rPr lang="zh-CN" altLang="en-US" b="1" dirty="0">
                <a:latin typeface="Arial Narrow" panose="020B0606020202030204" pitchFamily="34" charset="0"/>
              </a:rPr>
              <a:t>年，</a:t>
            </a:r>
            <a:r>
              <a:rPr lang="en-US" altLang="zh-CN" b="1" dirty="0">
                <a:latin typeface="Arial Narrow" panose="020B0606020202030204" pitchFamily="34" charset="0"/>
              </a:rPr>
              <a:t>IEEE</a:t>
            </a:r>
            <a:r>
              <a:rPr lang="zh-CN" altLang="en-US" b="1" dirty="0">
                <a:latin typeface="Arial Narrow" panose="020B0606020202030204" pitchFamily="34" charset="0"/>
              </a:rPr>
              <a:t>发布了</a:t>
            </a:r>
            <a:r>
              <a:rPr lang="en-US" altLang="zh-CN" b="1" dirty="0">
                <a:solidFill>
                  <a:schemeClr val="accent1">
                    <a:lumMod val="75000"/>
                  </a:schemeClr>
                </a:solidFill>
                <a:latin typeface="Arial Narrow" panose="020B0606020202030204" pitchFamily="34" charset="0"/>
              </a:rPr>
              <a:t>40</a:t>
            </a:r>
            <a:r>
              <a:rPr lang="zh-CN" altLang="en-US" b="1" dirty="0">
                <a:solidFill>
                  <a:schemeClr val="accent1">
                    <a:lumMod val="75000"/>
                  </a:schemeClr>
                </a:solidFill>
                <a:latin typeface="Arial Narrow" panose="020B0606020202030204" pitchFamily="34" charset="0"/>
              </a:rPr>
              <a:t>吉比特</a:t>
            </a:r>
            <a:r>
              <a:rPr lang="en-US" altLang="zh-CN" b="1" dirty="0">
                <a:solidFill>
                  <a:schemeClr val="accent1">
                    <a:lumMod val="75000"/>
                  </a:schemeClr>
                </a:solidFill>
                <a:latin typeface="Arial Narrow" panose="020B0606020202030204" pitchFamily="34" charset="0"/>
              </a:rPr>
              <a:t>/100</a:t>
            </a:r>
            <a:r>
              <a:rPr lang="zh-CN" altLang="en-US" b="1" dirty="0">
                <a:solidFill>
                  <a:schemeClr val="accent1">
                    <a:lumMod val="75000"/>
                  </a:schemeClr>
                </a:solidFill>
                <a:latin typeface="Arial Narrow" panose="020B0606020202030204" pitchFamily="34" charset="0"/>
              </a:rPr>
              <a:t>吉比特以太网</a:t>
            </a:r>
            <a:r>
              <a:rPr lang="zh-CN" altLang="en-US" b="1" dirty="0">
                <a:latin typeface="Arial Narrow" panose="020B0606020202030204" pitchFamily="34" charset="0"/>
              </a:rPr>
              <a:t>（</a:t>
            </a:r>
            <a:r>
              <a:rPr lang="en-US" altLang="zh-CN" b="1" dirty="0">
                <a:latin typeface="Arial Narrow" panose="020B0606020202030204" pitchFamily="34" charset="0"/>
              </a:rPr>
              <a:t>40GE/100GE</a:t>
            </a:r>
            <a:r>
              <a:rPr lang="zh-CN" altLang="en-US" b="1" dirty="0">
                <a:latin typeface="Arial Narrow" panose="020B0606020202030204" pitchFamily="34" charset="0"/>
              </a:rPr>
              <a:t>）的</a:t>
            </a:r>
            <a:r>
              <a:rPr lang="en-US" altLang="zh-CN" b="1" dirty="0">
                <a:latin typeface="Arial Narrow" panose="020B0606020202030204" pitchFamily="34" charset="0"/>
              </a:rPr>
              <a:t>IEEE 802.3ba</a:t>
            </a:r>
            <a:r>
              <a:rPr lang="zh-CN" altLang="en-US" b="1" dirty="0">
                <a:latin typeface="Arial Narrow" panose="020B0606020202030204" pitchFamily="34" charset="0"/>
              </a:rPr>
              <a:t>标准，</a:t>
            </a:r>
            <a:r>
              <a:rPr lang="en-US" altLang="zh-CN" b="1" dirty="0">
                <a:latin typeface="Arial Narrow" panose="020B0606020202030204" pitchFamily="34" charset="0"/>
              </a:rPr>
              <a:t>40GE/100GE</a:t>
            </a:r>
            <a:r>
              <a:rPr lang="zh-CN" altLang="en-US" b="1" dirty="0">
                <a:latin typeface="Arial Narrow" panose="020B0606020202030204" pitchFamily="34" charset="0"/>
              </a:rPr>
              <a:t>也称为</a:t>
            </a:r>
            <a:r>
              <a:rPr lang="zh-CN" altLang="en-US" b="1" dirty="0">
                <a:solidFill>
                  <a:schemeClr val="accent1">
                    <a:lumMod val="75000"/>
                  </a:schemeClr>
                </a:solidFill>
                <a:latin typeface="Arial Narrow" panose="020B0606020202030204" pitchFamily="34" charset="0"/>
              </a:rPr>
              <a:t>四万兆</a:t>
            </a:r>
            <a:r>
              <a:rPr lang="en-US" altLang="zh-CN" b="1" dirty="0">
                <a:solidFill>
                  <a:schemeClr val="accent1">
                    <a:lumMod val="75000"/>
                  </a:schemeClr>
                </a:solidFill>
                <a:latin typeface="Arial Narrow" panose="020B0606020202030204" pitchFamily="34" charset="0"/>
              </a:rPr>
              <a:t>/</a:t>
            </a:r>
            <a:r>
              <a:rPr lang="zh-CN" altLang="en-US" b="1" dirty="0">
                <a:solidFill>
                  <a:schemeClr val="accent1">
                    <a:lumMod val="75000"/>
                  </a:schemeClr>
                </a:solidFill>
                <a:latin typeface="Arial Narrow" panose="020B0606020202030204" pitchFamily="34" charset="0"/>
              </a:rPr>
              <a:t>十万兆以太网</a:t>
            </a:r>
            <a:r>
              <a:rPr lang="zh-CN" altLang="en-US" b="1" dirty="0">
                <a:latin typeface="Arial Narrow" panose="020B0606020202030204" pitchFamily="34" charset="0"/>
              </a:rPr>
              <a:t>。</a:t>
            </a:r>
          </a:p>
        </p:txBody>
      </p:sp>
      <p:sp>
        <p:nvSpPr>
          <p:cNvPr id="29" name="矩形 28">
            <a:extLst>
              <a:ext uri="{FF2B5EF4-FFF2-40B4-BE49-F238E27FC236}">
                <a16:creationId xmlns:a16="http://schemas.microsoft.com/office/drawing/2014/main" id="{B3EB56F5-212A-4F9F-8F24-EDCD105DA743}"/>
              </a:ext>
            </a:extLst>
          </p:cNvPr>
          <p:cNvSpPr/>
          <p:nvPr/>
        </p:nvSpPr>
        <p:spPr>
          <a:xfrm>
            <a:off x="522102" y="3121807"/>
            <a:ext cx="256976" cy="256976"/>
          </a:xfrm>
          <a:prstGeom prst="rect">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30" name="íşlïḍè">
            <a:extLst>
              <a:ext uri="{FF2B5EF4-FFF2-40B4-BE49-F238E27FC236}">
                <a16:creationId xmlns:a16="http://schemas.microsoft.com/office/drawing/2014/main" id="{65E22557-F966-43F8-B9D7-34AA1493BD4E}"/>
              </a:ext>
            </a:extLst>
          </p:cNvPr>
          <p:cNvSpPr txBox="1"/>
          <p:nvPr/>
        </p:nvSpPr>
        <p:spPr>
          <a:xfrm>
            <a:off x="839330" y="3067484"/>
            <a:ext cx="11047870" cy="607079"/>
          </a:xfrm>
          <a:prstGeom prst="rect">
            <a:avLst/>
          </a:prstGeom>
          <a:noFill/>
        </p:spPr>
        <p:txBody>
          <a:bodyPr wrap="square" lIns="91440" tIns="45720" rIns="91440" bIns="45720" anchor="ctr">
            <a:noAutofit/>
          </a:bodyPr>
          <a:lstStyle/>
          <a:p>
            <a:r>
              <a:rPr lang="zh-CN" altLang="en-US" b="1" dirty="0">
                <a:latin typeface="Arial Narrow" panose="020B0606020202030204" pitchFamily="34" charset="0"/>
              </a:rPr>
              <a:t>为了使</a:t>
            </a:r>
            <a:r>
              <a:rPr lang="zh-CN" altLang="en-US" b="1" dirty="0">
                <a:solidFill>
                  <a:schemeClr val="accent1">
                    <a:lumMod val="75000"/>
                  </a:schemeClr>
                </a:solidFill>
                <a:latin typeface="Arial Narrow" panose="020B0606020202030204" pitchFamily="34" charset="0"/>
              </a:rPr>
              <a:t>以太网</a:t>
            </a:r>
            <a:r>
              <a:rPr lang="zh-CN" altLang="en-US" b="1" dirty="0">
                <a:latin typeface="Arial Narrow" panose="020B0606020202030204" pitchFamily="34" charset="0"/>
              </a:rPr>
              <a:t>能够更高效、更经济地</a:t>
            </a:r>
            <a:r>
              <a:rPr lang="zh-CN" altLang="en-US" b="1" dirty="0">
                <a:solidFill>
                  <a:schemeClr val="accent1">
                    <a:lumMod val="75000"/>
                  </a:schemeClr>
                </a:solidFill>
                <a:latin typeface="Arial Narrow" panose="020B0606020202030204" pitchFamily="34" charset="0"/>
              </a:rPr>
              <a:t>满足局域网、城域网和广域网的不同应用需求</a:t>
            </a:r>
            <a:r>
              <a:rPr lang="zh-CN" altLang="en-US" b="1" dirty="0">
                <a:latin typeface="Arial Narrow" panose="020B0606020202030204" pitchFamily="34" charset="0"/>
              </a:rPr>
              <a:t>，</a:t>
            </a:r>
            <a:r>
              <a:rPr lang="en-US" altLang="zh-CN" b="1" dirty="0">
                <a:latin typeface="Arial Narrow" panose="020B0606020202030204" pitchFamily="34" charset="0"/>
              </a:rPr>
              <a:t>IEEE 802.3ba</a:t>
            </a:r>
            <a:r>
              <a:rPr lang="zh-CN" altLang="en-US" b="1" dirty="0">
                <a:latin typeface="Arial Narrow" panose="020B0606020202030204" pitchFamily="34" charset="0"/>
              </a:rPr>
              <a:t>标准定义了两种速率类型：</a:t>
            </a:r>
          </a:p>
        </p:txBody>
      </p:sp>
      <p:sp>
        <p:nvSpPr>
          <p:cNvPr id="31" name="矩形 30">
            <a:extLst>
              <a:ext uri="{FF2B5EF4-FFF2-40B4-BE49-F238E27FC236}">
                <a16:creationId xmlns:a16="http://schemas.microsoft.com/office/drawing/2014/main" id="{04410671-9A3F-4C4C-9136-7910BAF91D2E}"/>
              </a:ext>
            </a:extLst>
          </p:cNvPr>
          <p:cNvSpPr/>
          <p:nvPr/>
        </p:nvSpPr>
        <p:spPr>
          <a:xfrm>
            <a:off x="933106" y="3871543"/>
            <a:ext cx="256976" cy="256976"/>
          </a:xfrm>
          <a:prstGeom prst="rect">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32" name="íşlïḍè">
            <a:extLst>
              <a:ext uri="{FF2B5EF4-FFF2-40B4-BE49-F238E27FC236}">
                <a16:creationId xmlns:a16="http://schemas.microsoft.com/office/drawing/2014/main" id="{75899457-B1E8-467A-8554-104894D9867B}"/>
              </a:ext>
            </a:extLst>
          </p:cNvPr>
          <p:cNvSpPr txBox="1"/>
          <p:nvPr/>
        </p:nvSpPr>
        <p:spPr>
          <a:xfrm>
            <a:off x="1250334" y="3817221"/>
            <a:ext cx="10636866" cy="385262"/>
          </a:xfrm>
          <a:prstGeom prst="rect">
            <a:avLst/>
          </a:prstGeom>
          <a:noFill/>
        </p:spPr>
        <p:txBody>
          <a:bodyPr wrap="square" lIns="91440" tIns="45720" rIns="91440" bIns="45720" anchor="ctr">
            <a:noAutofit/>
          </a:bodyPr>
          <a:lstStyle/>
          <a:p>
            <a:r>
              <a:rPr lang="en-US" altLang="zh-CN" b="1" dirty="0">
                <a:latin typeface="Arial Narrow" panose="020B0606020202030204" pitchFamily="34" charset="0"/>
              </a:rPr>
              <a:t>40Gb/s</a:t>
            </a:r>
            <a:r>
              <a:rPr lang="zh-CN" altLang="en-US" b="1" dirty="0">
                <a:latin typeface="Arial Narrow" panose="020B0606020202030204" pitchFamily="34" charset="0"/>
              </a:rPr>
              <a:t>主要用于</a:t>
            </a:r>
            <a:r>
              <a:rPr lang="zh-CN" altLang="en-US" b="1" dirty="0">
                <a:solidFill>
                  <a:schemeClr val="accent1">
                    <a:lumMod val="75000"/>
                  </a:schemeClr>
                </a:solidFill>
                <a:latin typeface="Arial Narrow" panose="020B0606020202030204" pitchFamily="34" charset="0"/>
              </a:rPr>
              <a:t>计算应用</a:t>
            </a:r>
          </a:p>
        </p:txBody>
      </p:sp>
      <p:sp>
        <p:nvSpPr>
          <p:cNvPr id="33" name="矩形 32">
            <a:extLst>
              <a:ext uri="{FF2B5EF4-FFF2-40B4-BE49-F238E27FC236}">
                <a16:creationId xmlns:a16="http://schemas.microsoft.com/office/drawing/2014/main" id="{A69DD1F7-204C-4D8B-A7EE-E536F1B76AE7}"/>
              </a:ext>
            </a:extLst>
          </p:cNvPr>
          <p:cNvSpPr/>
          <p:nvPr/>
        </p:nvSpPr>
        <p:spPr>
          <a:xfrm>
            <a:off x="933106" y="4379821"/>
            <a:ext cx="256976" cy="256976"/>
          </a:xfrm>
          <a:prstGeom prst="rect">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34" name="íşlïḍè">
            <a:extLst>
              <a:ext uri="{FF2B5EF4-FFF2-40B4-BE49-F238E27FC236}">
                <a16:creationId xmlns:a16="http://schemas.microsoft.com/office/drawing/2014/main" id="{AA5B4BB3-1BB0-426F-B07C-A724B42AF1C8}"/>
              </a:ext>
            </a:extLst>
          </p:cNvPr>
          <p:cNvSpPr txBox="1"/>
          <p:nvPr/>
        </p:nvSpPr>
        <p:spPr>
          <a:xfrm>
            <a:off x="1250334" y="4325499"/>
            <a:ext cx="10636866" cy="385262"/>
          </a:xfrm>
          <a:prstGeom prst="rect">
            <a:avLst/>
          </a:prstGeom>
          <a:noFill/>
        </p:spPr>
        <p:txBody>
          <a:bodyPr wrap="square" lIns="91440" tIns="45720" rIns="91440" bIns="45720" anchor="ctr">
            <a:noAutofit/>
          </a:bodyPr>
          <a:lstStyle/>
          <a:p>
            <a:r>
              <a:rPr lang="en-US" altLang="zh-CN" b="1" dirty="0">
                <a:latin typeface="Arial Narrow" panose="020B0606020202030204" pitchFamily="34" charset="0"/>
              </a:rPr>
              <a:t>100Gb/s</a:t>
            </a:r>
            <a:r>
              <a:rPr lang="zh-CN" altLang="en-US" b="1" dirty="0">
                <a:latin typeface="Arial Narrow" panose="020B0606020202030204" pitchFamily="34" charset="0"/>
              </a:rPr>
              <a:t>主要用于</a:t>
            </a:r>
            <a:r>
              <a:rPr lang="zh-CN" altLang="en-US" b="1" dirty="0">
                <a:solidFill>
                  <a:schemeClr val="accent1">
                    <a:lumMod val="75000"/>
                  </a:schemeClr>
                </a:solidFill>
                <a:latin typeface="Arial Narrow" panose="020B0606020202030204" pitchFamily="34" charset="0"/>
              </a:rPr>
              <a:t>汇聚应用</a:t>
            </a:r>
          </a:p>
        </p:txBody>
      </p:sp>
      <p:sp>
        <p:nvSpPr>
          <p:cNvPr id="39" name="矩形 38">
            <a:extLst>
              <a:ext uri="{FF2B5EF4-FFF2-40B4-BE49-F238E27FC236}">
                <a16:creationId xmlns:a16="http://schemas.microsoft.com/office/drawing/2014/main" id="{BC72E20E-553C-4C54-9C59-F83B713BD81B}"/>
              </a:ext>
            </a:extLst>
          </p:cNvPr>
          <p:cNvSpPr/>
          <p:nvPr/>
        </p:nvSpPr>
        <p:spPr>
          <a:xfrm>
            <a:off x="522102" y="4943675"/>
            <a:ext cx="256976" cy="256976"/>
          </a:xfrm>
          <a:prstGeom prst="rect">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40" name="íşlïḍè">
            <a:extLst>
              <a:ext uri="{FF2B5EF4-FFF2-40B4-BE49-F238E27FC236}">
                <a16:creationId xmlns:a16="http://schemas.microsoft.com/office/drawing/2014/main" id="{F2798E14-5E76-40AD-ACDD-4C579EF04B22}"/>
              </a:ext>
            </a:extLst>
          </p:cNvPr>
          <p:cNvSpPr txBox="1"/>
          <p:nvPr/>
        </p:nvSpPr>
        <p:spPr>
          <a:xfrm>
            <a:off x="839330" y="4889352"/>
            <a:ext cx="11047870" cy="607079"/>
          </a:xfrm>
          <a:prstGeom prst="rect">
            <a:avLst/>
          </a:prstGeom>
          <a:noFill/>
        </p:spPr>
        <p:txBody>
          <a:bodyPr wrap="square" lIns="91440" tIns="45720" rIns="91440" bIns="45720" anchor="ctr">
            <a:noAutofit/>
          </a:bodyPr>
          <a:lstStyle/>
          <a:p>
            <a:r>
              <a:rPr lang="en-US" altLang="zh-CN" b="1" dirty="0">
                <a:latin typeface="Arial Narrow" panose="020B0606020202030204" pitchFamily="34" charset="0"/>
              </a:rPr>
              <a:t>IEEE 802.3ba</a:t>
            </a:r>
            <a:r>
              <a:rPr lang="zh-CN" altLang="en-US" b="1" dirty="0">
                <a:latin typeface="Arial Narrow" panose="020B0606020202030204" pitchFamily="34" charset="0"/>
              </a:rPr>
              <a:t>标准</a:t>
            </a:r>
            <a:r>
              <a:rPr lang="zh-CN" altLang="en-US" b="1" dirty="0">
                <a:solidFill>
                  <a:schemeClr val="accent1">
                    <a:lumMod val="75000"/>
                  </a:schemeClr>
                </a:solidFill>
                <a:latin typeface="Arial Narrow" panose="020B0606020202030204" pitchFamily="34" charset="0"/>
              </a:rPr>
              <a:t>只工作在全双工方式（不使用</a:t>
            </a:r>
            <a:r>
              <a:rPr lang="en-US" altLang="zh-CN" b="1" dirty="0">
                <a:solidFill>
                  <a:schemeClr val="accent1">
                    <a:lumMod val="75000"/>
                  </a:schemeClr>
                </a:solidFill>
                <a:latin typeface="Arial Narrow" panose="020B0606020202030204" pitchFamily="34" charset="0"/>
              </a:rPr>
              <a:t>CSMA/CD</a:t>
            </a:r>
            <a:r>
              <a:rPr lang="zh-CN" altLang="en-US" b="1" dirty="0">
                <a:solidFill>
                  <a:schemeClr val="accent1">
                    <a:lumMod val="75000"/>
                  </a:schemeClr>
                </a:solidFill>
                <a:latin typeface="Arial Narrow" panose="020B0606020202030204" pitchFamily="34" charset="0"/>
              </a:rPr>
              <a:t>协议）</a:t>
            </a:r>
            <a:r>
              <a:rPr lang="zh-CN" altLang="en-US" b="1" dirty="0">
                <a:latin typeface="Arial Narrow" panose="020B0606020202030204" pitchFamily="34" charset="0"/>
              </a:rPr>
              <a:t>，但仍</a:t>
            </a:r>
            <a:r>
              <a:rPr lang="zh-CN" altLang="en-US" b="1" dirty="0">
                <a:solidFill>
                  <a:schemeClr val="accent1">
                    <a:lumMod val="75000"/>
                  </a:schemeClr>
                </a:solidFill>
                <a:latin typeface="Arial Narrow" panose="020B0606020202030204" pitchFamily="34" charset="0"/>
              </a:rPr>
              <a:t>使用</a:t>
            </a:r>
            <a:r>
              <a:rPr lang="en-US" altLang="zh-CN" b="1" dirty="0">
                <a:solidFill>
                  <a:schemeClr val="accent1">
                    <a:lumMod val="75000"/>
                  </a:schemeClr>
                </a:solidFill>
                <a:latin typeface="Arial Narrow" panose="020B0606020202030204" pitchFamily="34" charset="0"/>
              </a:rPr>
              <a:t>IEEE 802.3</a:t>
            </a:r>
            <a:r>
              <a:rPr lang="zh-CN" altLang="en-US" b="1" dirty="0">
                <a:solidFill>
                  <a:schemeClr val="accent1">
                    <a:lumMod val="75000"/>
                  </a:schemeClr>
                </a:solidFill>
                <a:latin typeface="Arial Narrow" panose="020B0606020202030204" pitchFamily="34" charset="0"/>
              </a:rPr>
              <a:t>标准的帧格式</a:t>
            </a:r>
            <a:r>
              <a:rPr lang="zh-CN" altLang="en-US" b="1" dirty="0">
                <a:latin typeface="Arial Narrow" panose="020B0606020202030204" pitchFamily="34" charset="0"/>
              </a:rPr>
              <a:t>并</a:t>
            </a:r>
            <a:r>
              <a:rPr lang="zh-CN" altLang="en-US" b="1" dirty="0">
                <a:solidFill>
                  <a:schemeClr val="accent1">
                    <a:lumMod val="75000"/>
                  </a:schemeClr>
                </a:solidFill>
                <a:latin typeface="Arial Narrow" panose="020B0606020202030204" pitchFamily="34" charset="0"/>
              </a:rPr>
              <a:t>遵守最小帧长和最大帧长的规定</a:t>
            </a:r>
            <a:r>
              <a:rPr lang="zh-CN" altLang="en-US" b="1" dirty="0">
                <a:latin typeface="Arial Narrow" panose="020B0606020202030204" pitchFamily="34" charset="0"/>
              </a:rPr>
              <a:t>。</a:t>
            </a:r>
            <a:endParaRPr lang="en-US" altLang="zh-CN" b="1" dirty="0">
              <a:latin typeface="Arial Narrow" panose="020B0606020202030204" pitchFamily="34" charset="0"/>
            </a:endParaRPr>
          </a:p>
        </p:txBody>
      </p:sp>
    </p:spTree>
    <p:custDataLst>
      <p:tags r:id="rId1"/>
    </p:custDataLst>
    <p:extLst>
      <p:ext uri="{BB962C8B-B14F-4D97-AF65-F5344CB8AC3E}">
        <p14:creationId xmlns:p14="http://schemas.microsoft.com/office/powerpoint/2010/main" val="2319146261"/>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2" presetClass="entr" presetSubtype="8" fill="hold" grpId="0" nodeType="withEffect">
                                  <p:stCondLst>
                                    <p:cond delay="0"/>
                                  </p:stCondLst>
                                  <p:childTnLst>
                                    <p:set>
                                      <p:cBhvr>
                                        <p:cTn id="6" dur="1" fill="hold">
                                          <p:stCondLst>
                                            <p:cond delay="0"/>
                                          </p:stCondLst>
                                        </p:cTn>
                                        <p:tgtEl>
                                          <p:spTgt spid="20"/>
                                        </p:tgtEl>
                                        <p:attrNameLst>
                                          <p:attrName>style.visibility</p:attrName>
                                        </p:attrNameLst>
                                      </p:cBhvr>
                                      <p:to>
                                        <p:strVal val="visible"/>
                                      </p:to>
                                    </p:set>
                                    <p:animEffect transition="in" filter="wipe(left)">
                                      <p:cBhvr>
                                        <p:cTn id="7" dur="1000"/>
                                        <p:tgtEl>
                                          <p:spTgt spid="20"/>
                                        </p:tgtEl>
                                      </p:cBhvr>
                                    </p:animEffect>
                                  </p:childTnLst>
                                </p:cTn>
                              </p:par>
                            </p:childTnLst>
                          </p:cTn>
                        </p:par>
                      </p:childTnLst>
                    </p:cTn>
                  </p:par>
                  <p:par>
                    <p:cTn id="8" fill="hold">
                      <p:stCondLst>
                        <p:cond delay="indefinite"/>
                      </p:stCondLst>
                      <p:childTnLst>
                        <p:par>
                          <p:cTn id="9" fill="hold">
                            <p:stCondLst>
                              <p:cond delay="0"/>
                            </p:stCondLst>
                            <p:childTnLst>
                              <p:par>
                                <p:cTn id="10" presetID="49" presetClass="entr" presetSubtype="0" decel="100000" fill="hold" grpId="0" nodeType="clickEffect">
                                  <p:stCondLst>
                                    <p:cond delay="0"/>
                                  </p:stCondLst>
                                  <p:childTnLst>
                                    <p:set>
                                      <p:cBhvr>
                                        <p:cTn id="11" dur="1" fill="hold">
                                          <p:stCondLst>
                                            <p:cond delay="0"/>
                                          </p:stCondLst>
                                        </p:cTn>
                                        <p:tgtEl>
                                          <p:spTgt spid="70"/>
                                        </p:tgtEl>
                                        <p:attrNameLst>
                                          <p:attrName>style.visibility</p:attrName>
                                        </p:attrNameLst>
                                      </p:cBhvr>
                                      <p:to>
                                        <p:strVal val="visible"/>
                                      </p:to>
                                    </p:set>
                                    <p:anim calcmode="lin" valueType="num">
                                      <p:cBhvr>
                                        <p:cTn id="12" dur="500" fill="hold"/>
                                        <p:tgtEl>
                                          <p:spTgt spid="70"/>
                                        </p:tgtEl>
                                        <p:attrNameLst>
                                          <p:attrName>ppt_w</p:attrName>
                                        </p:attrNameLst>
                                      </p:cBhvr>
                                      <p:tavLst>
                                        <p:tav tm="0">
                                          <p:val>
                                            <p:fltVal val="0"/>
                                          </p:val>
                                        </p:tav>
                                        <p:tav tm="100000">
                                          <p:val>
                                            <p:strVal val="#ppt_w"/>
                                          </p:val>
                                        </p:tav>
                                      </p:tavLst>
                                    </p:anim>
                                    <p:anim calcmode="lin" valueType="num">
                                      <p:cBhvr>
                                        <p:cTn id="13" dur="500" fill="hold"/>
                                        <p:tgtEl>
                                          <p:spTgt spid="70"/>
                                        </p:tgtEl>
                                        <p:attrNameLst>
                                          <p:attrName>ppt_h</p:attrName>
                                        </p:attrNameLst>
                                      </p:cBhvr>
                                      <p:tavLst>
                                        <p:tav tm="0">
                                          <p:val>
                                            <p:fltVal val="0"/>
                                          </p:val>
                                        </p:tav>
                                        <p:tav tm="100000">
                                          <p:val>
                                            <p:strVal val="#ppt_h"/>
                                          </p:val>
                                        </p:tav>
                                      </p:tavLst>
                                    </p:anim>
                                    <p:anim calcmode="lin" valueType="num">
                                      <p:cBhvr>
                                        <p:cTn id="14" dur="500" fill="hold"/>
                                        <p:tgtEl>
                                          <p:spTgt spid="70"/>
                                        </p:tgtEl>
                                        <p:attrNameLst>
                                          <p:attrName>style.rotation</p:attrName>
                                        </p:attrNameLst>
                                      </p:cBhvr>
                                      <p:tavLst>
                                        <p:tav tm="0">
                                          <p:val>
                                            <p:fltVal val="360"/>
                                          </p:val>
                                        </p:tav>
                                        <p:tav tm="100000">
                                          <p:val>
                                            <p:fltVal val="0"/>
                                          </p:val>
                                        </p:tav>
                                      </p:tavLst>
                                    </p:anim>
                                    <p:animEffect transition="in" filter="fade">
                                      <p:cBhvr>
                                        <p:cTn id="15" dur="500"/>
                                        <p:tgtEl>
                                          <p:spTgt spid="70"/>
                                        </p:tgtEl>
                                      </p:cBhvr>
                                    </p:animEffect>
                                  </p:childTnLst>
                                </p:cTn>
                              </p:par>
                            </p:childTnLst>
                          </p:cTn>
                        </p:par>
                        <p:par>
                          <p:cTn id="16" fill="hold">
                            <p:stCondLst>
                              <p:cond delay="500"/>
                            </p:stCondLst>
                            <p:childTnLst>
                              <p:par>
                                <p:cTn id="17" presetID="1" presetClass="entr" presetSubtype="0" fill="hold" grpId="0" nodeType="afterEffect">
                                  <p:stCondLst>
                                    <p:cond delay="0"/>
                                  </p:stCondLst>
                                  <p:iterate type="lt">
                                    <p:tmAbs val="100"/>
                                  </p:iterate>
                                  <p:childTnLst>
                                    <p:set>
                                      <p:cBhvr>
                                        <p:cTn id="18" dur="1" fill="hold">
                                          <p:stCondLst>
                                            <p:cond delay="0"/>
                                          </p:stCondLst>
                                        </p:cTn>
                                        <p:tgtEl>
                                          <p:spTgt spid="71"/>
                                        </p:tgtEl>
                                        <p:attrNameLst>
                                          <p:attrName>style.visibility</p:attrName>
                                        </p:attrNameLst>
                                      </p:cBhvr>
                                      <p:to>
                                        <p:strVal val="visible"/>
                                      </p:to>
                                    </p:set>
                                  </p:childTnLst>
                                </p:cTn>
                              </p:par>
                            </p:childTnLst>
                          </p:cTn>
                        </p:par>
                      </p:childTnLst>
                    </p:cTn>
                  </p:par>
                  <p:par>
                    <p:cTn id="19" fill="hold">
                      <p:stCondLst>
                        <p:cond delay="indefinite"/>
                      </p:stCondLst>
                      <p:childTnLst>
                        <p:par>
                          <p:cTn id="20" fill="hold">
                            <p:stCondLst>
                              <p:cond delay="0"/>
                            </p:stCondLst>
                            <p:childTnLst>
                              <p:par>
                                <p:cTn id="21" presetID="49" presetClass="entr" presetSubtype="0" decel="100000" fill="hold" grpId="0" nodeType="clickEffect">
                                  <p:stCondLst>
                                    <p:cond delay="0"/>
                                  </p:stCondLst>
                                  <p:childTnLst>
                                    <p:set>
                                      <p:cBhvr>
                                        <p:cTn id="22" dur="1" fill="hold">
                                          <p:stCondLst>
                                            <p:cond delay="0"/>
                                          </p:stCondLst>
                                        </p:cTn>
                                        <p:tgtEl>
                                          <p:spTgt spid="29"/>
                                        </p:tgtEl>
                                        <p:attrNameLst>
                                          <p:attrName>style.visibility</p:attrName>
                                        </p:attrNameLst>
                                      </p:cBhvr>
                                      <p:to>
                                        <p:strVal val="visible"/>
                                      </p:to>
                                    </p:set>
                                    <p:anim calcmode="lin" valueType="num">
                                      <p:cBhvr>
                                        <p:cTn id="23" dur="500" fill="hold"/>
                                        <p:tgtEl>
                                          <p:spTgt spid="29"/>
                                        </p:tgtEl>
                                        <p:attrNameLst>
                                          <p:attrName>ppt_w</p:attrName>
                                        </p:attrNameLst>
                                      </p:cBhvr>
                                      <p:tavLst>
                                        <p:tav tm="0">
                                          <p:val>
                                            <p:fltVal val="0"/>
                                          </p:val>
                                        </p:tav>
                                        <p:tav tm="100000">
                                          <p:val>
                                            <p:strVal val="#ppt_w"/>
                                          </p:val>
                                        </p:tav>
                                      </p:tavLst>
                                    </p:anim>
                                    <p:anim calcmode="lin" valueType="num">
                                      <p:cBhvr>
                                        <p:cTn id="24" dur="500" fill="hold"/>
                                        <p:tgtEl>
                                          <p:spTgt spid="29"/>
                                        </p:tgtEl>
                                        <p:attrNameLst>
                                          <p:attrName>ppt_h</p:attrName>
                                        </p:attrNameLst>
                                      </p:cBhvr>
                                      <p:tavLst>
                                        <p:tav tm="0">
                                          <p:val>
                                            <p:fltVal val="0"/>
                                          </p:val>
                                        </p:tav>
                                        <p:tav tm="100000">
                                          <p:val>
                                            <p:strVal val="#ppt_h"/>
                                          </p:val>
                                        </p:tav>
                                      </p:tavLst>
                                    </p:anim>
                                    <p:anim calcmode="lin" valueType="num">
                                      <p:cBhvr>
                                        <p:cTn id="25" dur="500" fill="hold"/>
                                        <p:tgtEl>
                                          <p:spTgt spid="29"/>
                                        </p:tgtEl>
                                        <p:attrNameLst>
                                          <p:attrName>style.rotation</p:attrName>
                                        </p:attrNameLst>
                                      </p:cBhvr>
                                      <p:tavLst>
                                        <p:tav tm="0">
                                          <p:val>
                                            <p:fltVal val="360"/>
                                          </p:val>
                                        </p:tav>
                                        <p:tav tm="100000">
                                          <p:val>
                                            <p:fltVal val="0"/>
                                          </p:val>
                                        </p:tav>
                                      </p:tavLst>
                                    </p:anim>
                                    <p:animEffect transition="in" filter="fade">
                                      <p:cBhvr>
                                        <p:cTn id="26" dur="500"/>
                                        <p:tgtEl>
                                          <p:spTgt spid="29"/>
                                        </p:tgtEl>
                                      </p:cBhvr>
                                    </p:animEffect>
                                  </p:childTnLst>
                                </p:cTn>
                              </p:par>
                            </p:childTnLst>
                          </p:cTn>
                        </p:par>
                        <p:par>
                          <p:cTn id="27" fill="hold">
                            <p:stCondLst>
                              <p:cond delay="500"/>
                            </p:stCondLst>
                            <p:childTnLst>
                              <p:par>
                                <p:cTn id="28" presetID="1" presetClass="entr" presetSubtype="0" fill="hold" grpId="0" nodeType="afterEffect">
                                  <p:stCondLst>
                                    <p:cond delay="0"/>
                                  </p:stCondLst>
                                  <p:iterate type="lt">
                                    <p:tmAbs val="100"/>
                                  </p:iterate>
                                  <p:childTnLst>
                                    <p:set>
                                      <p:cBhvr>
                                        <p:cTn id="29" dur="1" fill="hold">
                                          <p:stCondLst>
                                            <p:cond delay="0"/>
                                          </p:stCondLst>
                                        </p:cTn>
                                        <p:tgtEl>
                                          <p:spTgt spid="30"/>
                                        </p:tgtEl>
                                        <p:attrNameLst>
                                          <p:attrName>style.visibility</p:attrName>
                                        </p:attrNameLst>
                                      </p:cBhvr>
                                      <p:to>
                                        <p:strVal val="visible"/>
                                      </p:to>
                                    </p:set>
                                  </p:childTnLst>
                                </p:cTn>
                              </p:par>
                            </p:childTnLst>
                          </p:cTn>
                        </p:par>
                      </p:childTnLst>
                    </p:cTn>
                  </p:par>
                  <p:par>
                    <p:cTn id="30" fill="hold">
                      <p:stCondLst>
                        <p:cond delay="indefinite"/>
                      </p:stCondLst>
                      <p:childTnLst>
                        <p:par>
                          <p:cTn id="31" fill="hold">
                            <p:stCondLst>
                              <p:cond delay="0"/>
                            </p:stCondLst>
                            <p:childTnLst>
                              <p:par>
                                <p:cTn id="32" presetID="49" presetClass="entr" presetSubtype="0" decel="100000" fill="hold" grpId="0" nodeType="clickEffect">
                                  <p:stCondLst>
                                    <p:cond delay="0"/>
                                  </p:stCondLst>
                                  <p:childTnLst>
                                    <p:set>
                                      <p:cBhvr>
                                        <p:cTn id="33" dur="1" fill="hold">
                                          <p:stCondLst>
                                            <p:cond delay="0"/>
                                          </p:stCondLst>
                                        </p:cTn>
                                        <p:tgtEl>
                                          <p:spTgt spid="31"/>
                                        </p:tgtEl>
                                        <p:attrNameLst>
                                          <p:attrName>style.visibility</p:attrName>
                                        </p:attrNameLst>
                                      </p:cBhvr>
                                      <p:to>
                                        <p:strVal val="visible"/>
                                      </p:to>
                                    </p:set>
                                    <p:anim calcmode="lin" valueType="num">
                                      <p:cBhvr>
                                        <p:cTn id="34" dur="500" fill="hold"/>
                                        <p:tgtEl>
                                          <p:spTgt spid="31"/>
                                        </p:tgtEl>
                                        <p:attrNameLst>
                                          <p:attrName>ppt_w</p:attrName>
                                        </p:attrNameLst>
                                      </p:cBhvr>
                                      <p:tavLst>
                                        <p:tav tm="0">
                                          <p:val>
                                            <p:fltVal val="0"/>
                                          </p:val>
                                        </p:tav>
                                        <p:tav tm="100000">
                                          <p:val>
                                            <p:strVal val="#ppt_w"/>
                                          </p:val>
                                        </p:tav>
                                      </p:tavLst>
                                    </p:anim>
                                    <p:anim calcmode="lin" valueType="num">
                                      <p:cBhvr>
                                        <p:cTn id="35" dur="500" fill="hold"/>
                                        <p:tgtEl>
                                          <p:spTgt spid="31"/>
                                        </p:tgtEl>
                                        <p:attrNameLst>
                                          <p:attrName>ppt_h</p:attrName>
                                        </p:attrNameLst>
                                      </p:cBhvr>
                                      <p:tavLst>
                                        <p:tav tm="0">
                                          <p:val>
                                            <p:fltVal val="0"/>
                                          </p:val>
                                        </p:tav>
                                        <p:tav tm="100000">
                                          <p:val>
                                            <p:strVal val="#ppt_h"/>
                                          </p:val>
                                        </p:tav>
                                      </p:tavLst>
                                    </p:anim>
                                    <p:anim calcmode="lin" valueType="num">
                                      <p:cBhvr>
                                        <p:cTn id="36" dur="500" fill="hold"/>
                                        <p:tgtEl>
                                          <p:spTgt spid="31"/>
                                        </p:tgtEl>
                                        <p:attrNameLst>
                                          <p:attrName>style.rotation</p:attrName>
                                        </p:attrNameLst>
                                      </p:cBhvr>
                                      <p:tavLst>
                                        <p:tav tm="0">
                                          <p:val>
                                            <p:fltVal val="360"/>
                                          </p:val>
                                        </p:tav>
                                        <p:tav tm="100000">
                                          <p:val>
                                            <p:fltVal val="0"/>
                                          </p:val>
                                        </p:tav>
                                      </p:tavLst>
                                    </p:anim>
                                    <p:animEffect transition="in" filter="fade">
                                      <p:cBhvr>
                                        <p:cTn id="37" dur="500"/>
                                        <p:tgtEl>
                                          <p:spTgt spid="31"/>
                                        </p:tgtEl>
                                      </p:cBhvr>
                                    </p:animEffect>
                                  </p:childTnLst>
                                </p:cTn>
                              </p:par>
                            </p:childTnLst>
                          </p:cTn>
                        </p:par>
                        <p:par>
                          <p:cTn id="38" fill="hold">
                            <p:stCondLst>
                              <p:cond delay="500"/>
                            </p:stCondLst>
                            <p:childTnLst>
                              <p:par>
                                <p:cTn id="39" presetID="1" presetClass="entr" presetSubtype="0" fill="hold" grpId="0" nodeType="afterEffect">
                                  <p:stCondLst>
                                    <p:cond delay="0"/>
                                  </p:stCondLst>
                                  <p:iterate type="lt">
                                    <p:tmAbs val="100"/>
                                  </p:iterate>
                                  <p:childTnLst>
                                    <p:set>
                                      <p:cBhvr>
                                        <p:cTn id="40" dur="1" fill="hold">
                                          <p:stCondLst>
                                            <p:cond delay="0"/>
                                          </p:stCondLst>
                                        </p:cTn>
                                        <p:tgtEl>
                                          <p:spTgt spid="32"/>
                                        </p:tgtEl>
                                        <p:attrNameLst>
                                          <p:attrName>style.visibility</p:attrName>
                                        </p:attrNameLst>
                                      </p:cBhvr>
                                      <p:to>
                                        <p:strVal val="visible"/>
                                      </p:to>
                                    </p:set>
                                  </p:childTnLst>
                                </p:cTn>
                              </p:par>
                            </p:childTnLst>
                          </p:cTn>
                        </p:par>
                      </p:childTnLst>
                    </p:cTn>
                  </p:par>
                  <p:par>
                    <p:cTn id="41" fill="hold">
                      <p:stCondLst>
                        <p:cond delay="indefinite"/>
                      </p:stCondLst>
                      <p:childTnLst>
                        <p:par>
                          <p:cTn id="42" fill="hold">
                            <p:stCondLst>
                              <p:cond delay="0"/>
                            </p:stCondLst>
                            <p:childTnLst>
                              <p:par>
                                <p:cTn id="43" presetID="49" presetClass="entr" presetSubtype="0" decel="100000" fill="hold" grpId="0" nodeType="clickEffect">
                                  <p:stCondLst>
                                    <p:cond delay="0"/>
                                  </p:stCondLst>
                                  <p:childTnLst>
                                    <p:set>
                                      <p:cBhvr>
                                        <p:cTn id="44" dur="1" fill="hold">
                                          <p:stCondLst>
                                            <p:cond delay="0"/>
                                          </p:stCondLst>
                                        </p:cTn>
                                        <p:tgtEl>
                                          <p:spTgt spid="33"/>
                                        </p:tgtEl>
                                        <p:attrNameLst>
                                          <p:attrName>style.visibility</p:attrName>
                                        </p:attrNameLst>
                                      </p:cBhvr>
                                      <p:to>
                                        <p:strVal val="visible"/>
                                      </p:to>
                                    </p:set>
                                    <p:anim calcmode="lin" valueType="num">
                                      <p:cBhvr>
                                        <p:cTn id="45" dur="500" fill="hold"/>
                                        <p:tgtEl>
                                          <p:spTgt spid="33"/>
                                        </p:tgtEl>
                                        <p:attrNameLst>
                                          <p:attrName>ppt_w</p:attrName>
                                        </p:attrNameLst>
                                      </p:cBhvr>
                                      <p:tavLst>
                                        <p:tav tm="0">
                                          <p:val>
                                            <p:fltVal val="0"/>
                                          </p:val>
                                        </p:tav>
                                        <p:tav tm="100000">
                                          <p:val>
                                            <p:strVal val="#ppt_w"/>
                                          </p:val>
                                        </p:tav>
                                      </p:tavLst>
                                    </p:anim>
                                    <p:anim calcmode="lin" valueType="num">
                                      <p:cBhvr>
                                        <p:cTn id="46" dur="500" fill="hold"/>
                                        <p:tgtEl>
                                          <p:spTgt spid="33"/>
                                        </p:tgtEl>
                                        <p:attrNameLst>
                                          <p:attrName>ppt_h</p:attrName>
                                        </p:attrNameLst>
                                      </p:cBhvr>
                                      <p:tavLst>
                                        <p:tav tm="0">
                                          <p:val>
                                            <p:fltVal val="0"/>
                                          </p:val>
                                        </p:tav>
                                        <p:tav tm="100000">
                                          <p:val>
                                            <p:strVal val="#ppt_h"/>
                                          </p:val>
                                        </p:tav>
                                      </p:tavLst>
                                    </p:anim>
                                    <p:anim calcmode="lin" valueType="num">
                                      <p:cBhvr>
                                        <p:cTn id="47" dur="500" fill="hold"/>
                                        <p:tgtEl>
                                          <p:spTgt spid="33"/>
                                        </p:tgtEl>
                                        <p:attrNameLst>
                                          <p:attrName>style.rotation</p:attrName>
                                        </p:attrNameLst>
                                      </p:cBhvr>
                                      <p:tavLst>
                                        <p:tav tm="0">
                                          <p:val>
                                            <p:fltVal val="360"/>
                                          </p:val>
                                        </p:tav>
                                        <p:tav tm="100000">
                                          <p:val>
                                            <p:fltVal val="0"/>
                                          </p:val>
                                        </p:tav>
                                      </p:tavLst>
                                    </p:anim>
                                    <p:animEffect transition="in" filter="fade">
                                      <p:cBhvr>
                                        <p:cTn id="48" dur="500"/>
                                        <p:tgtEl>
                                          <p:spTgt spid="33"/>
                                        </p:tgtEl>
                                      </p:cBhvr>
                                    </p:animEffect>
                                  </p:childTnLst>
                                </p:cTn>
                              </p:par>
                            </p:childTnLst>
                          </p:cTn>
                        </p:par>
                        <p:par>
                          <p:cTn id="49" fill="hold">
                            <p:stCondLst>
                              <p:cond delay="500"/>
                            </p:stCondLst>
                            <p:childTnLst>
                              <p:par>
                                <p:cTn id="50" presetID="1" presetClass="entr" presetSubtype="0" fill="hold" grpId="0" nodeType="afterEffect">
                                  <p:stCondLst>
                                    <p:cond delay="0"/>
                                  </p:stCondLst>
                                  <p:iterate type="lt">
                                    <p:tmAbs val="100"/>
                                  </p:iterate>
                                  <p:childTnLst>
                                    <p:set>
                                      <p:cBhvr>
                                        <p:cTn id="51" dur="1" fill="hold">
                                          <p:stCondLst>
                                            <p:cond delay="0"/>
                                          </p:stCondLst>
                                        </p:cTn>
                                        <p:tgtEl>
                                          <p:spTgt spid="34"/>
                                        </p:tgtEl>
                                        <p:attrNameLst>
                                          <p:attrName>style.visibility</p:attrName>
                                        </p:attrNameLst>
                                      </p:cBhvr>
                                      <p:to>
                                        <p:strVal val="visible"/>
                                      </p:to>
                                    </p:set>
                                  </p:childTnLst>
                                </p:cTn>
                              </p:par>
                            </p:childTnLst>
                          </p:cTn>
                        </p:par>
                      </p:childTnLst>
                    </p:cTn>
                  </p:par>
                  <p:par>
                    <p:cTn id="52" fill="hold">
                      <p:stCondLst>
                        <p:cond delay="indefinite"/>
                      </p:stCondLst>
                      <p:childTnLst>
                        <p:par>
                          <p:cTn id="53" fill="hold">
                            <p:stCondLst>
                              <p:cond delay="0"/>
                            </p:stCondLst>
                            <p:childTnLst>
                              <p:par>
                                <p:cTn id="54" presetID="49" presetClass="entr" presetSubtype="0" decel="100000" fill="hold" grpId="0" nodeType="clickEffect">
                                  <p:stCondLst>
                                    <p:cond delay="0"/>
                                  </p:stCondLst>
                                  <p:childTnLst>
                                    <p:set>
                                      <p:cBhvr>
                                        <p:cTn id="55" dur="1" fill="hold">
                                          <p:stCondLst>
                                            <p:cond delay="0"/>
                                          </p:stCondLst>
                                        </p:cTn>
                                        <p:tgtEl>
                                          <p:spTgt spid="39"/>
                                        </p:tgtEl>
                                        <p:attrNameLst>
                                          <p:attrName>style.visibility</p:attrName>
                                        </p:attrNameLst>
                                      </p:cBhvr>
                                      <p:to>
                                        <p:strVal val="visible"/>
                                      </p:to>
                                    </p:set>
                                    <p:anim calcmode="lin" valueType="num">
                                      <p:cBhvr>
                                        <p:cTn id="56" dur="500" fill="hold"/>
                                        <p:tgtEl>
                                          <p:spTgt spid="39"/>
                                        </p:tgtEl>
                                        <p:attrNameLst>
                                          <p:attrName>ppt_w</p:attrName>
                                        </p:attrNameLst>
                                      </p:cBhvr>
                                      <p:tavLst>
                                        <p:tav tm="0">
                                          <p:val>
                                            <p:fltVal val="0"/>
                                          </p:val>
                                        </p:tav>
                                        <p:tav tm="100000">
                                          <p:val>
                                            <p:strVal val="#ppt_w"/>
                                          </p:val>
                                        </p:tav>
                                      </p:tavLst>
                                    </p:anim>
                                    <p:anim calcmode="lin" valueType="num">
                                      <p:cBhvr>
                                        <p:cTn id="57" dur="500" fill="hold"/>
                                        <p:tgtEl>
                                          <p:spTgt spid="39"/>
                                        </p:tgtEl>
                                        <p:attrNameLst>
                                          <p:attrName>ppt_h</p:attrName>
                                        </p:attrNameLst>
                                      </p:cBhvr>
                                      <p:tavLst>
                                        <p:tav tm="0">
                                          <p:val>
                                            <p:fltVal val="0"/>
                                          </p:val>
                                        </p:tav>
                                        <p:tav tm="100000">
                                          <p:val>
                                            <p:strVal val="#ppt_h"/>
                                          </p:val>
                                        </p:tav>
                                      </p:tavLst>
                                    </p:anim>
                                    <p:anim calcmode="lin" valueType="num">
                                      <p:cBhvr>
                                        <p:cTn id="58" dur="500" fill="hold"/>
                                        <p:tgtEl>
                                          <p:spTgt spid="39"/>
                                        </p:tgtEl>
                                        <p:attrNameLst>
                                          <p:attrName>style.rotation</p:attrName>
                                        </p:attrNameLst>
                                      </p:cBhvr>
                                      <p:tavLst>
                                        <p:tav tm="0">
                                          <p:val>
                                            <p:fltVal val="360"/>
                                          </p:val>
                                        </p:tav>
                                        <p:tav tm="100000">
                                          <p:val>
                                            <p:fltVal val="0"/>
                                          </p:val>
                                        </p:tav>
                                      </p:tavLst>
                                    </p:anim>
                                    <p:animEffect transition="in" filter="fade">
                                      <p:cBhvr>
                                        <p:cTn id="59" dur="500"/>
                                        <p:tgtEl>
                                          <p:spTgt spid="39"/>
                                        </p:tgtEl>
                                      </p:cBhvr>
                                    </p:animEffect>
                                  </p:childTnLst>
                                </p:cTn>
                              </p:par>
                            </p:childTnLst>
                          </p:cTn>
                        </p:par>
                        <p:par>
                          <p:cTn id="60" fill="hold">
                            <p:stCondLst>
                              <p:cond delay="500"/>
                            </p:stCondLst>
                            <p:childTnLst>
                              <p:par>
                                <p:cTn id="61" presetID="1" presetClass="entr" presetSubtype="0" fill="hold" grpId="0" nodeType="afterEffect">
                                  <p:stCondLst>
                                    <p:cond delay="0"/>
                                  </p:stCondLst>
                                  <p:iterate type="lt">
                                    <p:tmAbs val="100"/>
                                  </p:iterate>
                                  <p:childTnLst>
                                    <p:set>
                                      <p:cBhvr>
                                        <p:cTn id="62" dur="1" fill="hold">
                                          <p:stCondLst>
                                            <p:cond delay="0"/>
                                          </p:stCondLst>
                                        </p:cTn>
                                        <p:tgtEl>
                                          <p:spTgt spid="40"/>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0" grpId="0" animBg="1"/>
      <p:bldP spid="70" grpId="0" animBg="1"/>
      <p:bldP spid="71" grpId="0"/>
      <p:bldP spid="29" grpId="0" animBg="1"/>
      <p:bldP spid="30" grpId="0"/>
      <p:bldP spid="31" grpId="0" animBg="1"/>
      <p:bldP spid="32" grpId="0"/>
      <p:bldP spid="33" grpId="0" animBg="1"/>
      <p:bldP spid="34" grpId="0"/>
      <p:bldP spid="39" grpId="0" animBg="1"/>
      <p:bldP spid="40" grpId="0"/>
    </p:bldLst>
  </p:timing>
</p:sld>
</file>

<file path=ppt/slides/slide51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4" name="组合 3">
            <a:extLst>
              <a:ext uri="{FF2B5EF4-FFF2-40B4-BE49-F238E27FC236}">
                <a16:creationId xmlns:a16="http://schemas.microsoft.com/office/drawing/2014/main" id="{9A1EA9F2-FCB6-48C3-935F-7AE7E3AD14AC}"/>
              </a:ext>
            </a:extLst>
          </p:cNvPr>
          <p:cNvGrpSpPr/>
          <p:nvPr/>
        </p:nvGrpSpPr>
        <p:grpSpPr>
          <a:xfrm>
            <a:off x="304800" y="749300"/>
            <a:ext cx="4938199" cy="400110"/>
            <a:chOff x="424117" y="898245"/>
            <a:chExt cx="4938199" cy="400110"/>
          </a:xfrm>
        </p:grpSpPr>
        <p:sp>
          <p:nvSpPr>
            <p:cNvPr id="2" name="平行四边形 1">
              <a:extLst>
                <a:ext uri="{FF2B5EF4-FFF2-40B4-BE49-F238E27FC236}">
                  <a16:creationId xmlns:a16="http://schemas.microsoft.com/office/drawing/2014/main" id="{1F5BAA3F-9845-4F89-A2DD-8222D3E4EDAC}"/>
                </a:ext>
              </a:extLst>
            </p:cNvPr>
            <p:cNvSpPr/>
            <p:nvPr/>
          </p:nvSpPr>
          <p:spPr>
            <a:xfrm>
              <a:off x="424117" y="898245"/>
              <a:ext cx="628306" cy="387090"/>
            </a:xfrm>
            <a:prstGeom prst="parallelogram">
              <a:avLst/>
            </a:prstGeom>
            <a:solidFill>
              <a:schemeClr val="accent3">
                <a:lumMod val="75000"/>
              </a:schemeClr>
            </a:solidFill>
            <a:ln>
              <a:solidFill>
                <a:schemeClr val="accent3">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CN" sz="2200" dirty="0">
                  <a:latin typeface="Impact" panose="020B0806030902050204" pitchFamily="34" charset="0"/>
                </a:rPr>
                <a:t>01</a:t>
              </a:r>
              <a:endParaRPr lang="zh-CN" altLang="en-US" sz="2200" dirty="0">
                <a:latin typeface="Impact" panose="020B0806030902050204" pitchFamily="34" charset="0"/>
              </a:endParaRPr>
            </a:p>
          </p:txBody>
        </p:sp>
        <p:sp>
          <p:nvSpPr>
            <p:cNvPr id="3" name="文本框 2">
              <a:extLst>
                <a:ext uri="{FF2B5EF4-FFF2-40B4-BE49-F238E27FC236}">
                  <a16:creationId xmlns:a16="http://schemas.microsoft.com/office/drawing/2014/main" id="{4D6BD736-A4D3-4F26-AFED-36E11F50F70B}"/>
                </a:ext>
              </a:extLst>
            </p:cNvPr>
            <p:cNvSpPr txBox="1"/>
            <p:nvPr/>
          </p:nvSpPr>
          <p:spPr>
            <a:xfrm>
              <a:off x="1052423" y="898245"/>
              <a:ext cx="4309893" cy="400110"/>
            </a:xfrm>
            <a:prstGeom prst="rect">
              <a:avLst/>
            </a:prstGeom>
            <a:noFill/>
          </p:spPr>
          <p:txBody>
            <a:bodyPr wrap="square" rtlCol="0">
              <a:spAutoFit/>
            </a:bodyPr>
            <a:lstStyle/>
            <a:p>
              <a:r>
                <a:rPr lang="zh-CN" altLang="en-US" sz="2000" b="1" dirty="0">
                  <a:solidFill>
                    <a:schemeClr val="tx1"/>
                  </a:solidFill>
                  <a:latin typeface="Arial Narrow" panose="020B0606020202030204" pitchFamily="34" charset="0"/>
                </a:rPr>
                <a:t>以太网的发展</a:t>
              </a:r>
              <a:endParaRPr lang="en-US" altLang="zh-CN" sz="2000" b="1" dirty="0">
                <a:solidFill>
                  <a:schemeClr val="tx1"/>
                </a:solidFill>
                <a:latin typeface="Arial Narrow" panose="020B0606020202030204" pitchFamily="34" charset="0"/>
              </a:endParaRPr>
            </a:p>
          </p:txBody>
        </p:sp>
      </p:grpSp>
      <p:sp>
        <p:nvSpPr>
          <p:cNvPr id="10" name="箭头: V 形 9">
            <a:extLst>
              <a:ext uri="{FF2B5EF4-FFF2-40B4-BE49-F238E27FC236}">
                <a16:creationId xmlns:a16="http://schemas.microsoft.com/office/drawing/2014/main" id="{34BA076E-E332-4E29-BFA1-5FC5A72182DA}"/>
              </a:ext>
            </a:extLst>
          </p:cNvPr>
          <p:cNvSpPr/>
          <p:nvPr/>
        </p:nvSpPr>
        <p:spPr>
          <a:xfrm>
            <a:off x="310566" y="1388438"/>
            <a:ext cx="2361423" cy="786653"/>
          </a:xfrm>
          <a:prstGeom prst="chevron">
            <a:avLst/>
          </a:prstGeom>
          <a:solidFill>
            <a:schemeClr val="bg2">
              <a:lumMod val="90000"/>
            </a:schemeClr>
          </a:solidFill>
          <a:ln>
            <a:solidFill>
              <a:schemeClr val="bg2">
                <a:lumMod val="90000"/>
              </a:schemeClr>
            </a:solidFill>
          </a:ln>
        </p:spPr>
        <p:style>
          <a:lnRef idx="2">
            <a:schemeClr val="accent4">
              <a:shade val="50000"/>
            </a:schemeClr>
          </a:lnRef>
          <a:fillRef idx="1">
            <a:schemeClr val="accent4"/>
          </a:fillRef>
          <a:effectRef idx="0">
            <a:schemeClr val="accent4"/>
          </a:effectRef>
          <a:fontRef idx="minor">
            <a:schemeClr val="lt1"/>
          </a:fontRef>
        </p:style>
        <p:txBody>
          <a:bodyPr rtlCol="0" anchor="ctr"/>
          <a:lstStyle/>
          <a:p>
            <a:pPr algn="ctr"/>
            <a:r>
              <a:rPr lang="en-US" altLang="zh-CN" b="1" dirty="0">
                <a:solidFill>
                  <a:schemeClr val="bg1"/>
                </a:solidFill>
              </a:rPr>
              <a:t>100BASE-T</a:t>
            </a:r>
          </a:p>
          <a:p>
            <a:pPr algn="ctr"/>
            <a:r>
              <a:rPr lang="zh-CN" altLang="en-US" b="1" dirty="0">
                <a:solidFill>
                  <a:schemeClr val="bg1"/>
                </a:solidFill>
              </a:rPr>
              <a:t>以太网</a:t>
            </a:r>
          </a:p>
        </p:txBody>
      </p:sp>
      <p:sp>
        <p:nvSpPr>
          <p:cNvPr id="11" name="箭头: V 形 10">
            <a:extLst>
              <a:ext uri="{FF2B5EF4-FFF2-40B4-BE49-F238E27FC236}">
                <a16:creationId xmlns:a16="http://schemas.microsoft.com/office/drawing/2014/main" id="{A306BDD2-A8C7-4B5E-9ABB-354CA473FA18}"/>
              </a:ext>
            </a:extLst>
          </p:cNvPr>
          <p:cNvSpPr/>
          <p:nvPr/>
        </p:nvSpPr>
        <p:spPr>
          <a:xfrm>
            <a:off x="3382303" y="1388438"/>
            <a:ext cx="2361423" cy="786653"/>
          </a:xfrm>
          <a:prstGeom prst="chevron">
            <a:avLst/>
          </a:prstGeom>
          <a:solidFill>
            <a:schemeClr val="bg2">
              <a:lumMod val="90000"/>
            </a:schemeClr>
          </a:solidFill>
          <a:ln>
            <a:solidFill>
              <a:schemeClr val="bg2">
                <a:lumMod val="90000"/>
              </a:schemeClr>
            </a:solidFill>
          </a:ln>
        </p:spPr>
        <p:style>
          <a:lnRef idx="2">
            <a:schemeClr val="accent3">
              <a:shade val="50000"/>
            </a:schemeClr>
          </a:lnRef>
          <a:fillRef idx="1">
            <a:schemeClr val="accent3"/>
          </a:fillRef>
          <a:effectRef idx="0">
            <a:schemeClr val="accent3"/>
          </a:effectRef>
          <a:fontRef idx="minor">
            <a:schemeClr val="lt1"/>
          </a:fontRef>
        </p:style>
        <p:txBody>
          <a:bodyPr rtlCol="0" anchor="ctr"/>
          <a:lstStyle/>
          <a:p>
            <a:pPr algn="ctr"/>
            <a:r>
              <a:rPr lang="zh-CN" altLang="en-US" b="1" dirty="0">
                <a:solidFill>
                  <a:schemeClr val="bg1"/>
                </a:solidFill>
              </a:rPr>
              <a:t>吉比特</a:t>
            </a:r>
            <a:endParaRPr lang="en-US" altLang="zh-CN" b="1" dirty="0">
              <a:solidFill>
                <a:schemeClr val="bg1"/>
              </a:solidFill>
            </a:endParaRPr>
          </a:p>
          <a:p>
            <a:pPr algn="ctr"/>
            <a:r>
              <a:rPr lang="zh-CN" altLang="en-US" b="1" dirty="0">
                <a:solidFill>
                  <a:schemeClr val="bg1"/>
                </a:solidFill>
              </a:rPr>
              <a:t>以太网</a:t>
            </a:r>
          </a:p>
        </p:txBody>
      </p:sp>
      <p:sp>
        <p:nvSpPr>
          <p:cNvPr id="12" name="箭头: V 形 11">
            <a:extLst>
              <a:ext uri="{FF2B5EF4-FFF2-40B4-BE49-F238E27FC236}">
                <a16:creationId xmlns:a16="http://schemas.microsoft.com/office/drawing/2014/main" id="{7529ED43-0BE1-49BA-8986-763D47E871EA}"/>
              </a:ext>
            </a:extLst>
          </p:cNvPr>
          <p:cNvSpPr/>
          <p:nvPr/>
        </p:nvSpPr>
        <p:spPr>
          <a:xfrm>
            <a:off x="6454040" y="1388438"/>
            <a:ext cx="2361423" cy="786653"/>
          </a:xfrm>
          <a:prstGeom prst="chevron">
            <a:avLst/>
          </a:prstGeom>
          <a:solidFill>
            <a:schemeClr val="bg2">
              <a:lumMod val="90000"/>
            </a:schemeClr>
          </a:solidFill>
          <a:ln>
            <a:solidFill>
              <a:schemeClr val="bg2">
                <a:lumMod val="90000"/>
              </a:schemeClr>
            </a:solidFill>
          </a:ln>
        </p:spPr>
        <p:style>
          <a:lnRef idx="2">
            <a:schemeClr val="accent2">
              <a:shade val="50000"/>
            </a:schemeClr>
          </a:lnRef>
          <a:fillRef idx="1">
            <a:schemeClr val="accent2"/>
          </a:fillRef>
          <a:effectRef idx="0">
            <a:schemeClr val="accent2"/>
          </a:effectRef>
          <a:fontRef idx="minor">
            <a:schemeClr val="lt1"/>
          </a:fontRef>
        </p:style>
        <p:txBody>
          <a:bodyPr rtlCol="0" anchor="ctr"/>
          <a:lstStyle/>
          <a:p>
            <a:pPr algn="ctr"/>
            <a:r>
              <a:rPr lang="en-US" altLang="zh-CN" b="1" dirty="0">
                <a:solidFill>
                  <a:schemeClr val="bg1"/>
                </a:solidFill>
              </a:rPr>
              <a:t>10</a:t>
            </a:r>
            <a:r>
              <a:rPr lang="zh-CN" altLang="en-US" b="1" dirty="0">
                <a:solidFill>
                  <a:schemeClr val="bg1"/>
                </a:solidFill>
              </a:rPr>
              <a:t>吉比特</a:t>
            </a:r>
            <a:endParaRPr lang="en-US" altLang="zh-CN" b="1" dirty="0">
              <a:solidFill>
                <a:schemeClr val="bg1"/>
              </a:solidFill>
            </a:endParaRPr>
          </a:p>
          <a:p>
            <a:pPr algn="ctr"/>
            <a:r>
              <a:rPr lang="zh-CN" altLang="en-US" b="1" dirty="0">
                <a:solidFill>
                  <a:schemeClr val="bg1"/>
                </a:solidFill>
              </a:rPr>
              <a:t>以太网</a:t>
            </a:r>
          </a:p>
        </p:txBody>
      </p:sp>
      <p:sp>
        <p:nvSpPr>
          <p:cNvPr id="13" name="箭头: V 形 12">
            <a:extLst>
              <a:ext uri="{FF2B5EF4-FFF2-40B4-BE49-F238E27FC236}">
                <a16:creationId xmlns:a16="http://schemas.microsoft.com/office/drawing/2014/main" id="{510F0D15-BD28-4DB1-A650-959944656D97}"/>
              </a:ext>
            </a:extLst>
          </p:cNvPr>
          <p:cNvSpPr/>
          <p:nvPr/>
        </p:nvSpPr>
        <p:spPr>
          <a:xfrm>
            <a:off x="9525777" y="1388438"/>
            <a:ext cx="2361423" cy="786653"/>
          </a:xfrm>
          <a:prstGeom prst="chevron">
            <a:avLst/>
          </a:prstGeom>
          <a:solidFill>
            <a:schemeClr val="bg2">
              <a:lumMod val="90000"/>
            </a:schemeClr>
          </a:solidFill>
          <a:ln>
            <a:solidFill>
              <a:schemeClr val="bg2">
                <a:lumMod val="9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CN" b="1" dirty="0">
                <a:solidFill>
                  <a:schemeClr val="bg1"/>
                </a:solidFill>
              </a:rPr>
              <a:t>40/100</a:t>
            </a:r>
            <a:r>
              <a:rPr lang="zh-CN" altLang="en-US" b="1" dirty="0">
                <a:solidFill>
                  <a:schemeClr val="bg1"/>
                </a:solidFill>
              </a:rPr>
              <a:t>吉比特</a:t>
            </a:r>
            <a:endParaRPr lang="en-US" altLang="zh-CN" b="1" dirty="0">
              <a:solidFill>
                <a:schemeClr val="bg1"/>
              </a:solidFill>
            </a:endParaRPr>
          </a:p>
          <a:p>
            <a:pPr algn="ctr"/>
            <a:r>
              <a:rPr lang="zh-CN" altLang="en-US" b="1" dirty="0">
                <a:solidFill>
                  <a:schemeClr val="bg1"/>
                </a:solidFill>
              </a:rPr>
              <a:t>以太网</a:t>
            </a:r>
          </a:p>
        </p:txBody>
      </p:sp>
      <p:sp>
        <p:nvSpPr>
          <p:cNvPr id="20" name="箭头: V 形 19">
            <a:extLst>
              <a:ext uri="{FF2B5EF4-FFF2-40B4-BE49-F238E27FC236}">
                <a16:creationId xmlns:a16="http://schemas.microsoft.com/office/drawing/2014/main" id="{7C1AD93A-5D54-4D64-9BC5-423273F50379}"/>
              </a:ext>
            </a:extLst>
          </p:cNvPr>
          <p:cNvSpPr/>
          <p:nvPr/>
        </p:nvSpPr>
        <p:spPr>
          <a:xfrm>
            <a:off x="9525777" y="1377697"/>
            <a:ext cx="2361423" cy="786653"/>
          </a:xfrm>
          <a:prstGeom prst="chevron">
            <a:avLst/>
          </a:prstGeom>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CN" b="1" dirty="0">
                <a:solidFill>
                  <a:schemeClr val="bg1"/>
                </a:solidFill>
              </a:rPr>
              <a:t>40/100</a:t>
            </a:r>
            <a:r>
              <a:rPr lang="zh-CN" altLang="en-US" b="1" dirty="0">
                <a:solidFill>
                  <a:schemeClr val="bg1"/>
                </a:solidFill>
              </a:rPr>
              <a:t>吉比特</a:t>
            </a:r>
            <a:endParaRPr lang="en-US" altLang="zh-CN" b="1" dirty="0">
              <a:solidFill>
                <a:schemeClr val="bg1"/>
              </a:solidFill>
            </a:endParaRPr>
          </a:p>
          <a:p>
            <a:pPr algn="ctr"/>
            <a:r>
              <a:rPr lang="zh-CN" altLang="en-US" b="1" dirty="0">
                <a:solidFill>
                  <a:schemeClr val="bg1"/>
                </a:solidFill>
              </a:rPr>
              <a:t>以太网</a:t>
            </a:r>
          </a:p>
        </p:txBody>
      </p:sp>
      <p:sp>
        <p:nvSpPr>
          <p:cNvPr id="70" name="矩形 69">
            <a:extLst>
              <a:ext uri="{FF2B5EF4-FFF2-40B4-BE49-F238E27FC236}">
                <a16:creationId xmlns:a16="http://schemas.microsoft.com/office/drawing/2014/main" id="{7A0FD1FD-FDDD-445E-A3BB-91445F2121F6}"/>
              </a:ext>
            </a:extLst>
          </p:cNvPr>
          <p:cNvSpPr/>
          <p:nvPr/>
        </p:nvSpPr>
        <p:spPr>
          <a:xfrm>
            <a:off x="522102" y="2735325"/>
            <a:ext cx="256976" cy="256976"/>
          </a:xfrm>
          <a:prstGeom prst="rect">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71" name="íşlïḍè">
            <a:extLst>
              <a:ext uri="{FF2B5EF4-FFF2-40B4-BE49-F238E27FC236}">
                <a16:creationId xmlns:a16="http://schemas.microsoft.com/office/drawing/2014/main" id="{90341026-F30B-40B1-8C5B-2D58F39E925B}"/>
              </a:ext>
            </a:extLst>
          </p:cNvPr>
          <p:cNvSpPr txBox="1"/>
          <p:nvPr/>
        </p:nvSpPr>
        <p:spPr>
          <a:xfrm>
            <a:off x="839330" y="2681003"/>
            <a:ext cx="11047870" cy="400110"/>
          </a:xfrm>
          <a:prstGeom prst="rect">
            <a:avLst/>
          </a:prstGeom>
          <a:noFill/>
        </p:spPr>
        <p:txBody>
          <a:bodyPr wrap="square" lIns="91440" tIns="45720" rIns="91440" bIns="45720" anchor="ctr">
            <a:noAutofit/>
          </a:bodyPr>
          <a:lstStyle/>
          <a:p>
            <a:r>
              <a:rPr lang="en-US" altLang="zh-CN" b="1" dirty="0">
                <a:latin typeface="Arial Narrow" panose="020B0606020202030204" pitchFamily="34" charset="0"/>
              </a:rPr>
              <a:t>IEEE 802.3ba</a:t>
            </a:r>
            <a:r>
              <a:rPr lang="zh-CN" altLang="en-US" b="1" dirty="0">
                <a:latin typeface="Arial Narrow" panose="020B0606020202030204" pitchFamily="34" charset="0"/>
              </a:rPr>
              <a:t>标准的两种速率各有</a:t>
            </a:r>
            <a:r>
              <a:rPr lang="en-US" altLang="zh-CN" b="1" dirty="0">
                <a:latin typeface="Arial Narrow" panose="020B0606020202030204" pitchFamily="34" charset="0"/>
              </a:rPr>
              <a:t>4</a:t>
            </a:r>
            <a:r>
              <a:rPr lang="zh-CN" altLang="en-US" b="1" dirty="0">
                <a:latin typeface="Arial Narrow" panose="020B0606020202030204" pitchFamily="34" charset="0"/>
              </a:rPr>
              <a:t>种不同的传输媒体</a:t>
            </a:r>
            <a:endParaRPr lang="en-US" altLang="zh-CN" b="1" dirty="0">
              <a:latin typeface="Arial Narrow" panose="020B0606020202030204" pitchFamily="34" charset="0"/>
            </a:endParaRPr>
          </a:p>
        </p:txBody>
      </p:sp>
      <p:graphicFrame>
        <p:nvGraphicFramePr>
          <p:cNvPr id="43" name="表格 6">
            <a:extLst>
              <a:ext uri="{FF2B5EF4-FFF2-40B4-BE49-F238E27FC236}">
                <a16:creationId xmlns:a16="http://schemas.microsoft.com/office/drawing/2014/main" id="{0E286D23-6161-49BB-9067-1E395219A682}"/>
              </a:ext>
            </a:extLst>
          </p:cNvPr>
          <p:cNvGraphicFramePr>
            <a:graphicFrameLocks noGrp="1"/>
          </p:cNvGraphicFramePr>
          <p:nvPr/>
        </p:nvGraphicFramePr>
        <p:xfrm>
          <a:off x="2244393" y="3239975"/>
          <a:ext cx="7703213" cy="3092454"/>
        </p:xfrm>
        <a:graphic>
          <a:graphicData uri="http://schemas.openxmlformats.org/drawingml/2006/table">
            <a:tbl>
              <a:tblPr firstRow="1" bandRow="1">
                <a:tableStyleId>{5C22544A-7EE6-4342-B048-85BDC9FD1C3A}</a:tableStyleId>
              </a:tblPr>
              <a:tblGrid>
                <a:gridCol w="3607201">
                  <a:extLst>
                    <a:ext uri="{9D8B030D-6E8A-4147-A177-3AD203B41FA5}">
                      <a16:colId xmlns:a16="http://schemas.microsoft.com/office/drawing/2014/main" val="1460316363"/>
                    </a:ext>
                  </a:extLst>
                </a:gridCol>
                <a:gridCol w="2048006">
                  <a:extLst>
                    <a:ext uri="{9D8B030D-6E8A-4147-A177-3AD203B41FA5}">
                      <a16:colId xmlns:a16="http://schemas.microsoft.com/office/drawing/2014/main" val="1260571353"/>
                    </a:ext>
                  </a:extLst>
                </a:gridCol>
                <a:gridCol w="2048006">
                  <a:extLst>
                    <a:ext uri="{9D8B030D-6E8A-4147-A177-3AD203B41FA5}">
                      <a16:colId xmlns:a16="http://schemas.microsoft.com/office/drawing/2014/main" val="829426134"/>
                    </a:ext>
                  </a:extLst>
                </a:gridCol>
              </a:tblGrid>
              <a:tr h="515409">
                <a:tc>
                  <a:txBody>
                    <a:bodyPr/>
                    <a:lstStyle/>
                    <a:p>
                      <a:pPr algn="ctr"/>
                      <a:r>
                        <a:rPr lang="zh-CN" altLang="en-US" b="1" dirty="0">
                          <a:solidFill>
                            <a:schemeClr val="bg1"/>
                          </a:solidFill>
                        </a:rPr>
                        <a:t>物理层</a:t>
                      </a:r>
                    </a:p>
                  </a:txBody>
                  <a:tcPr anchor="ctr"/>
                </a:tc>
                <a:tc>
                  <a:txBody>
                    <a:bodyPr/>
                    <a:lstStyle/>
                    <a:p>
                      <a:pPr algn="ctr"/>
                      <a:r>
                        <a:rPr lang="en-US" altLang="zh-CN" b="1" dirty="0">
                          <a:solidFill>
                            <a:schemeClr val="bg1"/>
                          </a:solidFill>
                        </a:rPr>
                        <a:t>40GE</a:t>
                      </a:r>
                      <a:endParaRPr lang="zh-CN" altLang="en-US" b="1" dirty="0">
                        <a:solidFill>
                          <a:schemeClr val="bg1"/>
                        </a:solidFill>
                      </a:endParaRPr>
                    </a:p>
                  </a:txBody>
                  <a:tcPr anchor="ctr"/>
                </a:tc>
                <a:tc>
                  <a:txBody>
                    <a:bodyPr/>
                    <a:lstStyle/>
                    <a:p>
                      <a:pPr algn="ctr"/>
                      <a:r>
                        <a:rPr lang="en-US" altLang="zh-CN" b="1" dirty="0">
                          <a:solidFill>
                            <a:schemeClr val="bg1"/>
                          </a:solidFill>
                        </a:rPr>
                        <a:t>100GE</a:t>
                      </a:r>
                      <a:endParaRPr lang="zh-CN" altLang="en-US" b="1" dirty="0">
                        <a:solidFill>
                          <a:schemeClr val="bg1"/>
                        </a:solidFill>
                      </a:endParaRPr>
                    </a:p>
                  </a:txBody>
                  <a:tcPr anchor="ctr"/>
                </a:tc>
                <a:extLst>
                  <a:ext uri="{0D108BD9-81ED-4DB2-BD59-A6C34878D82A}">
                    <a16:rowId xmlns:a16="http://schemas.microsoft.com/office/drawing/2014/main" val="4190229482"/>
                  </a:ext>
                </a:extLst>
              </a:tr>
              <a:tr h="515409">
                <a:tc>
                  <a:txBody>
                    <a:bodyPr/>
                    <a:lstStyle/>
                    <a:p>
                      <a:pPr algn="l"/>
                      <a:r>
                        <a:rPr lang="zh-CN" altLang="en-US" b="1" dirty="0">
                          <a:solidFill>
                            <a:schemeClr val="tx1"/>
                          </a:solidFill>
                        </a:rPr>
                        <a:t>在背板上传输至少超过</a:t>
                      </a:r>
                      <a:r>
                        <a:rPr lang="en-US" altLang="zh-CN" b="1" dirty="0">
                          <a:solidFill>
                            <a:schemeClr val="tx1"/>
                          </a:solidFill>
                        </a:rPr>
                        <a:t>1m</a:t>
                      </a:r>
                      <a:endParaRPr lang="zh-CN" altLang="en-US" b="1" dirty="0">
                        <a:solidFill>
                          <a:schemeClr val="tx1"/>
                        </a:solidFill>
                      </a:endParaRPr>
                    </a:p>
                  </a:txBody>
                  <a:tcPr anchor="ctr"/>
                </a:tc>
                <a:tc>
                  <a:txBody>
                    <a:bodyPr/>
                    <a:lstStyle/>
                    <a:p>
                      <a:pPr algn="l"/>
                      <a:r>
                        <a:rPr lang="en-US" altLang="zh-CN" b="1" dirty="0">
                          <a:solidFill>
                            <a:schemeClr val="tx1"/>
                          </a:solidFill>
                        </a:rPr>
                        <a:t>40GBASE-KR4</a:t>
                      </a:r>
                      <a:endParaRPr lang="zh-CN" altLang="en-US" b="1" dirty="0">
                        <a:solidFill>
                          <a:schemeClr val="tx1"/>
                        </a:solidFill>
                      </a:endParaRPr>
                    </a:p>
                  </a:txBody>
                  <a:tcPr anchor="ctr"/>
                </a:tc>
                <a:tc>
                  <a:txBody>
                    <a:bodyPr/>
                    <a:lstStyle/>
                    <a:p>
                      <a:pPr algn="l"/>
                      <a:endParaRPr lang="zh-CN" altLang="en-US" b="1" dirty="0">
                        <a:solidFill>
                          <a:schemeClr val="tx1"/>
                        </a:solidFill>
                      </a:endParaRPr>
                    </a:p>
                  </a:txBody>
                  <a:tcPr anchor="ctr"/>
                </a:tc>
                <a:extLst>
                  <a:ext uri="{0D108BD9-81ED-4DB2-BD59-A6C34878D82A}">
                    <a16:rowId xmlns:a16="http://schemas.microsoft.com/office/drawing/2014/main" val="686696030"/>
                  </a:ext>
                </a:extLst>
              </a:tr>
              <a:tr h="515409">
                <a:tc>
                  <a:txBody>
                    <a:bodyPr/>
                    <a:lstStyle/>
                    <a:p>
                      <a:pPr algn="l"/>
                      <a:r>
                        <a:rPr lang="zh-CN" altLang="en-US" b="1" dirty="0">
                          <a:solidFill>
                            <a:schemeClr val="tx1"/>
                          </a:solidFill>
                        </a:rPr>
                        <a:t>在铜缆上传输至少超过</a:t>
                      </a:r>
                      <a:r>
                        <a:rPr lang="en-US" altLang="zh-CN" b="1" dirty="0">
                          <a:solidFill>
                            <a:schemeClr val="tx1"/>
                          </a:solidFill>
                        </a:rPr>
                        <a:t>7m</a:t>
                      </a:r>
                      <a:endParaRPr lang="zh-CN" altLang="en-US" b="1" dirty="0">
                        <a:solidFill>
                          <a:schemeClr val="tx1"/>
                        </a:solidFill>
                      </a:endParaRPr>
                    </a:p>
                  </a:txBody>
                  <a:tcPr anchor="ctr"/>
                </a:tc>
                <a:tc>
                  <a:txBody>
                    <a:bodyPr/>
                    <a:lstStyle/>
                    <a:p>
                      <a:pPr algn="l"/>
                      <a:r>
                        <a:rPr lang="en-US" altLang="zh-CN" b="1" dirty="0">
                          <a:solidFill>
                            <a:schemeClr val="tx1"/>
                          </a:solidFill>
                        </a:rPr>
                        <a:t>40GBASE-CR4</a:t>
                      </a:r>
                      <a:endParaRPr lang="zh-CN" altLang="en-US" b="1" dirty="0">
                        <a:solidFill>
                          <a:schemeClr val="tx1"/>
                        </a:solidFill>
                      </a:endParaRPr>
                    </a:p>
                  </a:txBody>
                  <a:tcPr anchor="ctr"/>
                </a:tc>
                <a:tc>
                  <a:txBody>
                    <a:bodyPr/>
                    <a:lstStyle/>
                    <a:p>
                      <a:pPr algn="l"/>
                      <a:r>
                        <a:rPr lang="en-US" altLang="zh-CN" b="1" dirty="0">
                          <a:solidFill>
                            <a:schemeClr val="tx1"/>
                          </a:solidFill>
                        </a:rPr>
                        <a:t>100GBASE-CR10</a:t>
                      </a:r>
                      <a:endParaRPr lang="zh-CN" altLang="en-US" b="1" dirty="0">
                        <a:solidFill>
                          <a:schemeClr val="tx1"/>
                        </a:solidFill>
                      </a:endParaRPr>
                    </a:p>
                  </a:txBody>
                  <a:tcPr anchor="ctr"/>
                </a:tc>
                <a:extLst>
                  <a:ext uri="{0D108BD9-81ED-4DB2-BD59-A6C34878D82A}">
                    <a16:rowId xmlns:a16="http://schemas.microsoft.com/office/drawing/2014/main" val="3870551435"/>
                  </a:ext>
                </a:extLst>
              </a:tr>
              <a:tr h="515409">
                <a:tc>
                  <a:txBody>
                    <a:bodyPr/>
                    <a:lstStyle/>
                    <a:p>
                      <a:pPr algn="l"/>
                      <a:r>
                        <a:rPr lang="zh-CN" altLang="en-US" b="1" dirty="0">
                          <a:solidFill>
                            <a:schemeClr val="tx1"/>
                          </a:solidFill>
                        </a:rPr>
                        <a:t>在多模光纤上传输至少</a:t>
                      </a:r>
                      <a:r>
                        <a:rPr lang="en-US" altLang="zh-CN" b="1" dirty="0">
                          <a:solidFill>
                            <a:schemeClr val="tx1"/>
                          </a:solidFill>
                        </a:rPr>
                        <a:t>100m</a:t>
                      </a:r>
                      <a:endParaRPr lang="zh-CN" altLang="en-US" b="1" dirty="0">
                        <a:solidFill>
                          <a:schemeClr val="tx1"/>
                        </a:solidFill>
                      </a:endParaRPr>
                    </a:p>
                  </a:txBody>
                  <a:tcPr anchor="ctr"/>
                </a:tc>
                <a:tc>
                  <a:txBody>
                    <a:bodyPr/>
                    <a:lstStyle/>
                    <a:p>
                      <a:pPr algn="l"/>
                      <a:r>
                        <a:rPr lang="en-US" altLang="zh-CN" b="1" dirty="0">
                          <a:solidFill>
                            <a:schemeClr val="tx1"/>
                          </a:solidFill>
                        </a:rPr>
                        <a:t>40GBASE-SR4</a:t>
                      </a:r>
                      <a:endParaRPr lang="zh-CN" altLang="en-US" b="1" dirty="0">
                        <a:solidFill>
                          <a:schemeClr val="tx1"/>
                        </a:solidFill>
                      </a:endParaRPr>
                    </a:p>
                  </a:txBody>
                  <a:tcPr anchor="ctr"/>
                </a:tc>
                <a:tc>
                  <a:txBody>
                    <a:bodyPr/>
                    <a:lstStyle/>
                    <a:p>
                      <a:pPr algn="l"/>
                      <a:r>
                        <a:rPr lang="en-US" altLang="zh-CN" b="1" dirty="0">
                          <a:solidFill>
                            <a:schemeClr val="tx1"/>
                          </a:solidFill>
                        </a:rPr>
                        <a:t>100GBASE-SR10</a:t>
                      </a:r>
                      <a:endParaRPr lang="zh-CN" altLang="en-US" b="1" dirty="0">
                        <a:solidFill>
                          <a:schemeClr val="tx1"/>
                        </a:solidFill>
                      </a:endParaRPr>
                    </a:p>
                  </a:txBody>
                  <a:tcPr anchor="ctr"/>
                </a:tc>
                <a:extLst>
                  <a:ext uri="{0D108BD9-81ED-4DB2-BD59-A6C34878D82A}">
                    <a16:rowId xmlns:a16="http://schemas.microsoft.com/office/drawing/2014/main" val="3093312108"/>
                  </a:ext>
                </a:extLst>
              </a:tr>
              <a:tr h="515409">
                <a:tc>
                  <a:txBody>
                    <a:bodyPr/>
                    <a:lstStyle/>
                    <a:p>
                      <a:pPr algn="l"/>
                      <a:r>
                        <a:rPr lang="zh-CN" altLang="en-US" b="1" dirty="0">
                          <a:solidFill>
                            <a:schemeClr val="tx1"/>
                          </a:solidFill>
                        </a:rPr>
                        <a:t>在单模光纤上传输至少</a:t>
                      </a:r>
                      <a:r>
                        <a:rPr lang="en-US" altLang="zh-CN" b="1" dirty="0">
                          <a:solidFill>
                            <a:schemeClr val="tx1"/>
                          </a:solidFill>
                        </a:rPr>
                        <a:t>10km</a:t>
                      </a:r>
                      <a:endParaRPr lang="zh-CN" altLang="en-US" b="1" dirty="0">
                        <a:solidFill>
                          <a:schemeClr val="tx1"/>
                        </a:solidFill>
                      </a:endParaRPr>
                    </a:p>
                  </a:txBody>
                  <a:tcPr anchor="ctr"/>
                </a:tc>
                <a:tc>
                  <a:txBody>
                    <a:bodyPr/>
                    <a:lstStyle/>
                    <a:p>
                      <a:pPr algn="l"/>
                      <a:r>
                        <a:rPr lang="en-US" altLang="zh-CN" b="1" dirty="0">
                          <a:solidFill>
                            <a:schemeClr val="tx1"/>
                          </a:solidFill>
                        </a:rPr>
                        <a:t>40GBASE-LR4</a:t>
                      </a:r>
                      <a:endParaRPr lang="zh-CN" altLang="en-US" b="1" dirty="0">
                        <a:solidFill>
                          <a:schemeClr val="tx1"/>
                        </a:solidFill>
                      </a:endParaRPr>
                    </a:p>
                  </a:txBody>
                  <a:tcPr anchor="ctr"/>
                </a:tc>
                <a:tc>
                  <a:txBody>
                    <a:bodyPr/>
                    <a:lstStyle/>
                    <a:p>
                      <a:pPr algn="l"/>
                      <a:r>
                        <a:rPr lang="en-US" altLang="zh-CN" b="1" dirty="0">
                          <a:solidFill>
                            <a:schemeClr val="tx1"/>
                          </a:solidFill>
                        </a:rPr>
                        <a:t>100GBASE-LR4</a:t>
                      </a:r>
                      <a:endParaRPr lang="zh-CN" altLang="en-US" b="1" dirty="0">
                        <a:solidFill>
                          <a:schemeClr val="tx1"/>
                        </a:solidFill>
                      </a:endParaRPr>
                    </a:p>
                  </a:txBody>
                  <a:tcPr anchor="ctr"/>
                </a:tc>
                <a:extLst>
                  <a:ext uri="{0D108BD9-81ED-4DB2-BD59-A6C34878D82A}">
                    <a16:rowId xmlns:a16="http://schemas.microsoft.com/office/drawing/2014/main" val="2392440841"/>
                  </a:ext>
                </a:extLst>
              </a:tr>
              <a:tr h="515409">
                <a:tc>
                  <a:txBody>
                    <a:bodyPr/>
                    <a:lstStyle/>
                    <a:p>
                      <a:pPr algn="l"/>
                      <a:r>
                        <a:rPr lang="zh-CN" altLang="en-US" b="1" dirty="0">
                          <a:solidFill>
                            <a:schemeClr val="tx1"/>
                          </a:solidFill>
                        </a:rPr>
                        <a:t>在单模光纤上传输至少</a:t>
                      </a:r>
                      <a:r>
                        <a:rPr lang="en-US" altLang="zh-CN" b="1" dirty="0">
                          <a:solidFill>
                            <a:schemeClr val="tx1"/>
                          </a:solidFill>
                        </a:rPr>
                        <a:t>40km</a:t>
                      </a:r>
                      <a:endParaRPr lang="zh-CN" altLang="en-US" b="1" dirty="0">
                        <a:solidFill>
                          <a:schemeClr val="tx1"/>
                        </a:solidFill>
                      </a:endParaRPr>
                    </a:p>
                  </a:txBody>
                  <a:tcPr anchor="ctr"/>
                </a:tc>
                <a:tc>
                  <a:txBody>
                    <a:bodyPr/>
                    <a:lstStyle/>
                    <a:p>
                      <a:pPr algn="l"/>
                      <a:endParaRPr lang="zh-CN" altLang="en-US" b="1" dirty="0">
                        <a:solidFill>
                          <a:schemeClr val="tx1"/>
                        </a:solidFill>
                      </a:endParaRPr>
                    </a:p>
                  </a:txBody>
                  <a:tcPr anchor="ctr"/>
                </a:tc>
                <a:tc>
                  <a:txBody>
                    <a:bodyPr/>
                    <a:lstStyle/>
                    <a:p>
                      <a:pPr algn="l"/>
                      <a:r>
                        <a:rPr lang="en-US" altLang="zh-CN" b="1" dirty="0">
                          <a:solidFill>
                            <a:schemeClr val="tx1"/>
                          </a:solidFill>
                        </a:rPr>
                        <a:t>100GBASE-ER4</a:t>
                      </a:r>
                      <a:endParaRPr lang="zh-CN" altLang="en-US" b="1" dirty="0">
                        <a:solidFill>
                          <a:schemeClr val="tx1"/>
                        </a:solidFill>
                      </a:endParaRPr>
                    </a:p>
                  </a:txBody>
                  <a:tcPr anchor="ctr"/>
                </a:tc>
                <a:extLst>
                  <a:ext uri="{0D108BD9-81ED-4DB2-BD59-A6C34878D82A}">
                    <a16:rowId xmlns:a16="http://schemas.microsoft.com/office/drawing/2014/main" val="451360203"/>
                  </a:ext>
                </a:extLst>
              </a:tr>
            </a:tbl>
          </a:graphicData>
        </a:graphic>
      </p:graphicFrame>
    </p:spTree>
    <p:custDataLst>
      <p:tags r:id="rId1"/>
    </p:custDataLst>
    <p:extLst>
      <p:ext uri="{BB962C8B-B14F-4D97-AF65-F5344CB8AC3E}">
        <p14:creationId xmlns:p14="http://schemas.microsoft.com/office/powerpoint/2010/main" val="833645674"/>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49" presetClass="entr" presetSubtype="0" decel="100000" fill="hold" grpId="0" nodeType="withEffect">
                                  <p:stCondLst>
                                    <p:cond delay="0"/>
                                  </p:stCondLst>
                                  <p:childTnLst>
                                    <p:set>
                                      <p:cBhvr>
                                        <p:cTn id="6" dur="1" fill="hold">
                                          <p:stCondLst>
                                            <p:cond delay="0"/>
                                          </p:stCondLst>
                                        </p:cTn>
                                        <p:tgtEl>
                                          <p:spTgt spid="70"/>
                                        </p:tgtEl>
                                        <p:attrNameLst>
                                          <p:attrName>style.visibility</p:attrName>
                                        </p:attrNameLst>
                                      </p:cBhvr>
                                      <p:to>
                                        <p:strVal val="visible"/>
                                      </p:to>
                                    </p:set>
                                    <p:anim calcmode="lin" valueType="num">
                                      <p:cBhvr>
                                        <p:cTn id="7" dur="500" fill="hold"/>
                                        <p:tgtEl>
                                          <p:spTgt spid="70"/>
                                        </p:tgtEl>
                                        <p:attrNameLst>
                                          <p:attrName>ppt_w</p:attrName>
                                        </p:attrNameLst>
                                      </p:cBhvr>
                                      <p:tavLst>
                                        <p:tav tm="0">
                                          <p:val>
                                            <p:fltVal val="0"/>
                                          </p:val>
                                        </p:tav>
                                        <p:tav tm="100000">
                                          <p:val>
                                            <p:strVal val="#ppt_w"/>
                                          </p:val>
                                        </p:tav>
                                      </p:tavLst>
                                    </p:anim>
                                    <p:anim calcmode="lin" valueType="num">
                                      <p:cBhvr>
                                        <p:cTn id="8" dur="500" fill="hold"/>
                                        <p:tgtEl>
                                          <p:spTgt spid="70"/>
                                        </p:tgtEl>
                                        <p:attrNameLst>
                                          <p:attrName>ppt_h</p:attrName>
                                        </p:attrNameLst>
                                      </p:cBhvr>
                                      <p:tavLst>
                                        <p:tav tm="0">
                                          <p:val>
                                            <p:fltVal val="0"/>
                                          </p:val>
                                        </p:tav>
                                        <p:tav tm="100000">
                                          <p:val>
                                            <p:strVal val="#ppt_h"/>
                                          </p:val>
                                        </p:tav>
                                      </p:tavLst>
                                    </p:anim>
                                    <p:anim calcmode="lin" valueType="num">
                                      <p:cBhvr>
                                        <p:cTn id="9" dur="500" fill="hold"/>
                                        <p:tgtEl>
                                          <p:spTgt spid="70"/>
                                        </p:tgtEl>
                                        <p:attrNameLst>
                                          <p:attrName>style.rotation</p:attrName>
                                        </p:attrNameLst>
                                      </p:cBhvr>
                                      <p:tavLst>
                                        <p:tav tm="0">
                                          <p:val>
                                            <p:fltVal val="360"/>
                                          </p:val>
                                        </p:tav>
                                        <p:tav tm="100000">
                                          <p:val>
                                            <p:fltVal val="0"/>
                                          </p:val>
                                        </p:tav>
                                      </p:tavLst>
                                    </p:anim>
                                    <p:animEffect transition="in" filter="fade">
                                      <p:cBhvr>
                                        <p:cTn id="10" dur="500"/>
                                        <p:tgtEl>
                                          <p:spTgt spid="70"/>
                                        </p:tgtEl>
                                      </p:cBhvr>
                                    </p:animEffect>
                                  </p:childTnLst>
                                </p:cTn>
                              </p:par>
                            </p:childTnLst>
                          </p:cTn>
                        </p:par>
                        <p:par>
                          <p:cTn id="11" fill="hold">
                            <p:stCondLst>
                              <p:cond delay="500"/>
                            </p:stCondLst>
                            <p:childTnLst>
                              <p:par>
                                <p:cTn id="12" presetID="1" presetClass="entr" presetSubtype="0" fill="hold" grpId="0" nodeType="afterEffect">
                                  <p:stCondLst>
                                    <p:cond delay="0"/>
                                  </p:stCondLst>
                                  <p:iterate type="lt">
                                    <p:tmAbs val="100"/>
                                  </p:iterate>
                                  <p:childTnLst>
                                    <p:set>
                                      <p:cBhvr>
                                        <p:cTn id="13" dur="1" fill="hold">
                                          <p:stCondLst>
                                            <p:cond delay="0"/>
                                          </p:stCondLst>
                                        </p:cTn>
                                        <p:tgtEl>
                                          <p:spTgt spid="71"/>
                                        </p:tgtEl>
                                        <p:attrNameLst>
                                          <p:attrName>style.visibility</p:attrName>
                                        </p:attrNameLst>
                                      </p:cBhvr>
                                      <p:to>
                                        <p:strVal val="visible"/>
                                      </p:to>
                                    </p:set>
                                  </p:childTnLst>
                                </p:cTn>
                              </p:par>
                              <p:par>
                                <p:cTn id="14" presetID="42" presetClass="entr" presetSubtype="0" fill="hold" nodeType="withEffect">
                                  <p:stCondLst>
                                    <p:cond delay="0"/>
                                  </p:stCondLst>
                                  <p:childTnLst>
                                    <p:set>
                                      <p:cBhvr>
                                        <p:cTn id="15" dur="1" fill="hold">
                                          <p:stCondLst>
                                            <p:cond delay="0"/>
                                          </p:stCondLst>
                                        </p:cTn>
                                        <p:tgtEl>
                                          <p:spTgt spid="43"/>
                                        </p:tgtEl>
                                        <p:attrNameLst>
                                          <p:attrName>style.visibility</p:attrName>
                                        </p:attrNameLst>
                                      </p:cBhvr>
                                      <p:to>
                                        <p:strVal val="visible"/>
                                      </p:to>
                                    </p:set>
                                    <p:animEffect transition="in" filter="fade">
                                      <p:cBhvr>
                                        <p:cTn id="16" dur="1000"/>
                                        <p:tgtEl>
                                          <p:spTgt spid="43"/>
                                        </p:tgtEl>
                                      </p:cBhvr>
                                    </p:animEffect>
                                    <p:anim calcmode="lin" valueType="num">
                                      <p:cBhvr>
                                        <p:cTn id="17" dur="1000" fill="hold"/>
                                        <p:tgtEl>
                                          <p:spTgt spid="43"/>
                                        </p:tgtEl>
                                        <p:attrNameLst>
                                          <p:attrName>ppt_x</p:attrName>
                                        </p:attrNameLst>
                                      </p:cBhvr>
                                      <p:tavLst>
                                        <p:tav tm="0">
                                          <p:val>
                                            <p:strVal val="#ppt_x"/>
                                          </p:val>
                                        </p:tav>
                                        <p:tav tm="100000">
                                          <p:val>
                                            <p:strVal val="#ppt_x"/>
                                          </p:val>
                                        </p:tav>
                                      </p:tavLst>
                                    </p:anim>
                                    <p:anim calcmode="lin" valueType="num">
                                      <p:cBhvr>
                                        <p:cTn id="18" dur="1000" fill="hold"/>
                                        <p:tgtEl>
                                          <p:spTgt spid="43"/>
                                        </p:tgtEl>
                                        <p:attrNameLst>
                                          <p:attrName>ppt_y</p:attrName>
                                        </p:attrNameLst>
                                      </p:cBhvr>
                                      <p:tavLst>
                                        <p:tav tm="0">
                                          <p:val>
                                            <p:strVal val="#ppt_y+.1"/>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70" grpId="0" animBg="1"/>
      <p:bldP spid="71" grpId="0"/>
    </p:bldLst>
  </p:timing>
</p:sld>
</file>

<file path=ppt/slides/slide51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4" name="组合 3">
            <a:extLst>
              <a:ext uri="{FF2B5EF4-FFF2-40B4-BE49-F238E27FC236}">
                <a16:creationId xmlns:a16="http://schemas.microsoft.com/office/drawing/2014/main" id="{869DCC19-099D-EE4E-2EAB-6CE30CEBA398}"/>
              </a:ext>
            </a:extLst>
          </p:cNvPr>
          <p:cNvGrpSpPr/>
          <p:nvPr/>
        </p:nvGrpSpPr>
        <p:grpSpPr>
          <a:xfrm>
            <a:off x="2476397" y="1188116"/>
            <a:ext cx="7245120" cy="4681298"/>
            <a:chOff x="2868281" y="1188116"/>
            <a:chExt cx="7245120" cy="4681298"/>
          </a:xfrm>
        </p:grpSpPr>
        <p:sp>
          <p:nvSpPr>
            <p:cNvPr id="12" name="íşlïḍè"/>
            <p:cNvSpPr txBox="1"/>
            <p:nvPr/>
          </p:nvSpPr>
          <p:spPr>
            <a:xfrm>
              <a:off x="4357505" y="1188116"/>
              <a:ext cx="4287076" cy="419100"/>
            </a:xfrm>
            <a:prstGeom prst="rect">
              <a:avLst/>
            </a:prstGeom>
            <a:noFill/>
          </p:spPr>
          <p:txBody>
            <a:bodyPr wrap="square" lIns="91440" tIns="45720" rIns="91440" bIns="45720" anchor="ctr">
              <a:noAutofit/>
            </a:bodyPr>
            <a:lstStyle/>
            <a:p>
              <a:pPr algn="ctr"/>
              <a:r>
                <a:rPr lang="en-US" altLang="zh-CN" sz="2400" b="1" dirty="0"/>
                <a:t>3.9 802.11</a:t>
              </a:r>
              <a:r>
                <a:rPr lang="zh-CN" altLang="en-US" sz="2400" b="1" dirty="0"/>
                <a:t>无线局域网</a:t>
              </a:r>
              <a:endParaRPr lang="en-US" altLang="zh-CN" sz="2400" b="1" dirty="0"/>
            </a:p>
          </p:txBody>
        </p:sp>
        <p:grpSp>
          <p:nvGrpSpPr>
            <p:cNvPr id="2" name="组合 1">
              <a:extLst>
                <a:ext uri="{FF2B5EF4-FFF2-40B4-BE49-F238E27FC236}">
                  <a16:creationId xmlns:a16="http://schemas.microsoft.com/office/drawing/2014/main" id="{E8DC0AB8-05EE-7787-9FBB-4E11065FD44D}"/>
                </a:ext>
              </a:extLst>
            </p:cNvPr>
            <p:cNvGrpSpPr/>
            <p:nvPr/>
          </p:nvGrpSpPr>
          <p:grpSpPr>
            <a:xfrm>
              <a:off x="2868281" y="1864102"/>
              <a:ext cx="7245120" cy="4005312"/>
              <a:chOff x="3493921" y="1864102"/>
              <a:chExt cx="7245120" cy="4005312"/>
            </a:xfrm>
          </p:grpSpPr>
          <p:sp>
            <p:nvSpPr>
              <p:cNvPr id="5" name="平行四边形 4"/>
              <p:cNvSpPr/>
              <p:nvPr/>
            </p:nvSpPr>
            <p:spPr>
              <a:xfrm>
                <a:off x="3493921" y="1864102"/>
                <a:ext cx="869401" cy="595554"/>
              </a:xfrm>
              <a:prstGeom prst="parallelogram">
                <a:avLst/>
              </a:prstGeom>
              <a:solidFill>
                <a:schemeClr val="accent3">
                  <a:lumMod val="75000"/>
                </a:schemeClr>
              </a:solidFill>
              <a:ln>
                <a:solidFill>
                  <a:schemeClr val="accent3">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CN" sz="2800" dirty="0">
                    <a:latin typeface="Impact" panose="020B0806030902050204" pitchFamily="34" charset="0"/>
                  </a:rPr>
                  <a:t>01</a:t>
                </a:r>
                <a:endParaRPr lang="zh-CN" altLang="en-US" sz="2800" dirty="0">
                  <a:latin typeface="Impact" panose="020B0806030902050204" pitchFamily="34" charset="0"/>
                </a:endParaRPr>
              </a:p>
            </p:txBody>
          </p:sp>
          <p:sp>
            <p:nvSpPr>
              <p:cNvPr id="25" name="平行四边形 24"/>
              <p:cNvSpPr/>
              <p:nvPr/>
            </p:nvSpPr>
            <p:spPr>
              <a:xfrm>
                <a:off x="4203052" y="1864102"/>
                <a:ext cx="6520868" cy="595554"/>
              </a:xfrm>
              <a:prstGeom prst="parallelogram">
                <a:avLst/>
              </a:prstGeom>
              <a:noFill/>
              <a:ln>
                <a:solidFill>
                  <a:schemeClr val="accent3">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r>
                  <a:rPr lang="en-US" altLang="zh-CN" sz="2200" b="1" dirty="0">
                    <a:solidFill>
                      <a:schemeClr val="tx1"/>
                    </a:solidFill>
                    <a:latin typeface="Arial Narrow" panose="020B0606020202030204" pitchFamily="34" charset="0"/>
                  </a:rPr>
                  <a:t>802.11</a:t>
                </a:r>
                <a:r>
                  <a:rPr lang="zh-CN" altLang="en-US" sz="2200" b="1" dirty="0">
                    <a:solidFill>
                      <a:schemeClr val="tx1"/>
                    </a:solidFill>
                    <a:latin typeface="Arial Narrow" panose="020B0606020202030204" pitchFamily="34" charset="0"/>
                  </a:rPr>
                  <a:t>无线局域网的组成</a:t>
                </a:r>
              </a:p>
            </p:txBody>
          </p:sp>
          <p:sp>
            <p:nvSpPr>
              <p:cNvPr id="27" name="平行四边形 26"/>
              <p:cNvSpPr/>
              <p:nvPr/>
            </p:nvSpPr>
            <p:spPr>
              <a:xfrm>
                <a:off x="3493921" y="2716542"/>
                <a:ext cx="869402" cy="595554"/>
              </a:xfrm>
              <a:prstGeom prst="parallelogram">
                <a:avLst/>
              </a:prstGeom>
              <a:solidFill>
                <a:schemeClr val="accent3">
                  <a:lumMod val="75000"/>
                </a:schemeClr>
              </a:solidFill>
              <a:ln>
                <a:solidFill>
                  <a:schemeClr val="accent3">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CN" sz="2800" dirty="0">
                    <a:latin typeface="Impact" panose="020B0806030902050204" pitchFamily="34" charset="0"/>
                  </a:rPr>
                  <a:t>02</a:t>
                </a:r>
                <a:endParaRPr lang="zh-CN" altLang="en-US" sz="2800" dirty="0">
                  <a:latin typeface="Impact" panose="020B0806030902050204" pitchFamily="34" charset="0"/>
                </a:endParaRPr>
              </a:p>
            </p:txBody>
          </p:sp>
          <p:sp>
            <p:nvSpPr>
              <p:cNvPr id="28" name="平行四边形 27"/>
              <p:cNvSpPr/>
              <p:nvPr/>
            </p:nvSpPr>
            <p:spPr>
              <a:xfrm>
                <a:off x="4203050" y="2716542"/>
                <a:ext cx="6520869" cy="595554"/>
              </a:xfrm>
              <a:prstGeom prst="parallelogram">
                <a:avLst/>
              </a:prstGeom>
              <a:noFill/>
              <a:ln>
                <a:solidFill>
                  <a:schemeClr val="accent3">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r>
                  <a:rPr lang="en-US" altLang="zh-CN" sz="2200" b="1" dirty="0">
                    <a:solidFill>
                      <a:schemeClr val="tx1"/>
                    </a:solidFill>
                    <a:latin typeface="Arial Narrow" panose="020B0606020202030204" pitchFamily="34" charset="0"/>
                  </a:rPr>
                  <a:t>802.11</a:t>
                </a:r>
                <a:r>
                  <a:rPr lang="zh-CN" altLang="en-US" sz="2200" b="1" dirty="0">
                    <a:solidFill>
                      <a:schemeClr val="tx1"/>
                    </a:solidFill>
                    <a:latin typeface="Arial Narrow" panose="020B0606020202030204" pitchFamily="34" charset="0"/>
                  </a:rPr>
                  <a:t>无线局域网的物理层</a:t>
                </a:r>
              </a:p>
            </p:txBody>
          </p:sp>
          <p:sp>
            <p:nvSpPr>
              <p:cNvPr id="11" name="平行四边形 10">
                <a:extLst>
                  <a:ext uri="{FF2B5EF4-FFF2-40B4-BE49-F238E27FC236}">
                    <a16:creationId xmlns:a16="http://schemas.microsoft.com/office/drawing/2014/main" id="{FB42DCD5-5514-3E1D-F8ED-2DE88E081FE8}"/>
                  </a:ext>
                </a:extLst>
              </p:cNvPr>
              <p:cNvSpPr/>
              <p:nvPr/>
            </p:nvSpPr>
            <p:spPr>
              <a:xfrm>
                <a:off x="3493921" y="3568982"/>
                <a:ext cx="828092" cy="595554"/>
              </a:xfrm>
              <a:prstGeom prst="parallelogram">
                <a:avLst/>
              </a:prstGeom>
              <a:solidFill>
                <a:schemeClr val="accent3">
                  <a:lumMod val="75000"/>
                </a:schemeClr>
              </a:solidFill>
              <a:ln>
                <a:solidFill>
                  <a:schemeClr val="accent3">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CN" sz="2800" dirty="0">
                    <a:latin typeface="Impact" panose="020B0806030902050204" pitchFamily="34" charset="0"/>
                  </a:rPr>
                  <a:t>03</a:t>
                </a:r>
                <a:endParaRPr lang="zh-CN" altLang="en-US" sz="2800" dirty="0">
                  <a:latin typeface="Impact" panose="020B0806030902050204" pitchFamily="34" charset="0"/>
                </a:endParaRPr>
              </a:p>
            </p:txBody>
          </p:sp>
          <p:sp>
            <p:nvSpPr>
              <p:cNvPr id="13" name="平行四边形 12">
                <a:extLst>
                  <a:ext uri="{FF2B5EF4-FFF2-40B4-BE49-F238E27FC236}">
                    <a16:creationId xmlns:a16="http://schemas.microsoft.com/office/drawing/2014/main" id="{F60D6E6E-1CB1-6E39-5E05-C6F857FA1BC0}"/>
                  </a:ext>
                </a:extLst>
              </p:cNvPr>
              <p:cNvSpPr/>
              <p:nvPr/>
            </p:nvSpPr>
            <p:spPr>
              <a:xfrm>
                <a:off x="4169356" y="3568982"/>
                <a:ext cx="6569685" cy="595554"/>
              </a:xfrm>
              <a:prstGeom prst="parallelogram">
                <a:avLst/>
              </a:prstGeom>
              <a:noFill/>
              <a:ln>
                <a:solidFill>
                  <a:schemeClr val="accent3">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r>
                  <a:rPr lang="en-US" altLang="zh-CN" sz="2200" b="1" dirty="0">
                    <a:solidFill>
                      <a:schemeClr val="tx1"/>
                    </a:solidFill>
                    <a:latin typeface="Arial Narrow" panose="020B0606020202030204" pitchFamily="34" charset="0"/>
                  </a:rPr>
                  <a:t>802.11</a:t>
                </a:r>
                <a:r>
                  <a:rPr lang="zh-CN" altLang="en-US" sz="2200" b="1" dirty="0">
                    <a:solidFill>
                      <a:schemeClr val="tx1"/>
                    </a:solidFill>
                    <a:latin typeface="Arial Narrow" panose="020B0606020202030204" pitchFamily="34" charset="0"/>
                  </a:rPr>
                  <a:t>无线局域网使用</a:t>
                </a:r>
                <a:r>
                  <a:rPr lang="en-US" altLang="zh-CN" sz="2200" b="1" dirty="0">
                    <a:solidFill>
                      <a:schemeClr val="tx1"/>
                    </a:solidFill>
                    <a:latin typeface="Arial Narrow" panose="020B0606020202030204" pitchFamily="34" charset="0"/>
                  </a:rPr>
                  <a:t>CSMA/CA</a:t>
                </a:r>
                <a:r>
                  <a:rPr lang="zh-CN" altLang="en-US" sz="2200" b="1" dirty="0">
                    <a:solidFill>
                      <a:schemeClr val="tx1"/>
                    </a:solidFill>
                    <a:latin typeface="Arial Narrow" panose="020B0606020202030204" pitchFamily="34" charset="0"/>
                  </a:rPr>
                  <a:t>协议的原因</a:t>
                </a:r>
              </a:p>
            </p:txBody>
          </p:sp>
          <p:sp>
            <p:nvSpPr>
              <p:cNvPr id="15" name="平行四边形 14">
                <a:extLst>
                  <a:ext uri="{FF2B5EF4-FFF2-40B4-BE49-F238E27FC236}">
                    <a16:creationId xmlns:a16="http://schemas.microsoft.com/office/drawing/2014/main" id="{5B1F39AF-60F1-35FD-B7C2-59FC6D635B68}"/>
                  </a:ext>
                </a:extLst>
              </p:cNvPr>
              <p:cNvSpPr/>
              <p:nvPr/>
            </p:nvSpPr>
            <p:spPr>
              <a:xfrm>
                <a:off x="3493921" y="4421422"/>
                <a:ext cx="828092" cy="595554"/>
              </a:xfrm>
              <a:prstGeom prst="parallelogram">
                <a:avLst/>
              </a:prstGeom>
              <a:solidFill>
                <a:schemeClr val="accent3">
                  <a:lumMod val="75000"/>
                </a:schemeClr>
              </a:solidFill>
              <a:ln>
                <a:solidFill>
                  <a:schemeClr val="accent3">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CN" sz="2800" dirty="0">
                    <a:latin typeface="Impact" panose="020B0806030902050204" pitchFamily="34" charset="0"/>
                  </a:rPr>
                  <a:t>04</a:t>
                </a:r>
                <a:endParaRPr lang="zh-CN" altLang="en-US" sz="2800" dirty="0">
                  <a:latin typeface="Impact" panose="020B0806030902050204" pitchFamily="34" charset="0"/>
                </a:endParaRPr>
              </a:p>
            </p:txBody>
          </p:sp>
          <p:sp>
            <p:nvSpPr>
              <p:cNvPr id="16" name="平行四边形 15">
                <a:extLst>
                  <a:ext uri="{FF2B5EF4-FFF2-40B4-BE49-F238E27FC236}">
                    <a16:creationId xmlns:a16="http://schemas.microsoft.com/office/drawing/2014/main" id="{1AEEA60A-3400-1552-722A-3A1CF1616323}"/>
                  </a:ext>
                </a:extLst>
              </p:cNvPr>
              <p:cNvSpPr/>
              <p:nvPr/>
            </p:nvSpPr>
            <p:spPr>
              <a:xfrm>
                <a:off x="4169356" y="4421422"/>
                <a:ext cx="6569685" cy="595554"/>
              </a:xfrm>
              <a:prstGeom prst="parallelogram">
                <a:avLst/>
              </a:prstGeom>
              <a:noFill/>
              <a:ln>
                <a:solidFill>
                  <a:schemeClr val="accent3">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r>
                  <a:rPr lang="en-US" altLang="zh-CN" sz="2200" b="1" dirty="0">
                    <a:solidFill>
                      <a:schemeClr val="tx1"/>
                    </a:solidFill>
                    <a:latin typeface="Arial Narrow" panose="020B0606020202030204" pitchFamily="34" charset="0"/>
                  </a:rPr>
                  <a:t>CSMA/CA</a:t>
                </a:r>
                <a:r>
                  <a:rPr lang="zh-CN" altLang="en-US" sz="2200" b="1" dirty="0">
                    <a:solidFill>
                      <a:schemeClr val="tx1"/>
                    </a:solidFill>
                    <a:latin typeface="Arial Narrow" panose="020B0606020202030204" pitchFamily="34" charset="0"/>
                  </a:rPr>
                  <a:t>协议的基本工作原理</a:t>
                </a:r>
              </a:p>
            </p:txBody>
          </p:sp>
          <p:sp>
            <p:nvSpPr>
              <p:cNvPr id="18" name="平行四边形 17">
                <a:extLst>
                  <a:ext uri="{FF2B5EF4-FFF2-40B4-BE49-F238E27FC236}">
                    <a16:creationId xmlns:a16="http://schemas.microsoft.com/office/drawing/2014/main" id="{5821734D-69A4-D91C-0F71-B0EE246FD15F}"/>
                  </a:ext>
                </a:extLst>
              </p:cNvPr>
              <p:cNvSpPr/>
              <p:nvPr/>
            </p:nvSpPr>
            <p:spPr>
              <a:xfrm>
                <a:off x="3493921" y="5273860"/>
                <a:ext cx="828092" cy="595554"/>
              </a:xfrm>
              <a:prstGeom prst="parallelogram">
                <a:avLst/>
              </a:prstGeom>
              <a:solidFill>
                <a:schemeClr val="accent3">
                  <a:lumMod val="75000"/>
                </a:schemeClr>
              </a:solidFill>
              <a:ln>
                <a:solidFill>
                  <a:schemeClr val="accent3">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CN" sz="2800" dirty="0">
                    <a:latin typeface="Impact" panose="020B0806030902050204" pitchFamily="34" charset="0"/>
                  </a:rPr>
                  <a:t>05</a:t>
                </a:r>
                <a:endParaRPr lang="zh-CN" altLang="en-US" sz="2800" dirty="0">
                  <a:latin typeface="Impact" panose="020B0806030902050204" pitchFamily="34" charset="0"/>
                </a:endParaRPr>
              </a:p>
            </p:txBody>
          </p:sp>
          <p:sp>
            <p:nvSpPr>
              <p:cNvPr id="19" name="平行四边形 18">
                <a:extLst>
                  <a:ext uri="{FF2B5EF4-FFF2-40B4-BE49-F238E27FC236}">
                    <a16:creationId xmlns:a16="http://schemas.microsoft.com/office/drawing/2014/main" id="{E6065EBC-8172-C9EA-8EA9-B37C7E4092FF}"/>
                  </a:ext>
                </a:extLst>
              </p:cNvPr>
              <p:cNvSpPr/>
              <p:nvPr/>
            </p:nvSpPr>
            <p:spPr>
              <a:xfrm>
                <a:off x="4169356" y="5273860"/>
                <a:ext cx="6569685" cy="595554"/>
              </a:xfrm>
              <a:prstGeom prst="parallelogram">
                <a:avLst/>
              </a:prstGeom>
              <a:noFill/>
              <a:ln>
                <a:solidFill>
                  <a:schemeClr val="accent3">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r>
                  <a:rPr lang="en-US" altLang="zh-CN" sz="2200" b="1" dirty="0">
                    <a:solidFill>
                      <a:schemeClr val="tx1"/>
                    </a:solidFill>
                    <a:latin typeface="Arial Narrow" panose="020B0606020202030204" pitchFamily="34" charset="0"/>
                  </a:rPr>
                  <a:t>802.11</a:t>
                </a:r>
                <a:r>
                  <a:rPr lang="zh-CN" altLang="en-US" sz="2200" b="1" dirty="0">
                    <a:solidFill>
                      <a:schemeClr val="tx1"/>
                    </a:solidFill>
                    <a:latin typeface="Arial Narrow" panose="020B0606020202030204" pitchFamily="34" charset="0"/>
                  </a:rPr>
                  <a:t>无线局域网的</a:t>
                </a:r>
                <a:r>
                  <a:rPr lang="en-US" altLang="zh-CN" sz="2200" b="1" dirty="0">
                    <a:solidFill>
                      <a:schemeClr val="tx1"/>
                    </a:solidFill>
                    <a:latin typeface="Arial Narrow" panose="020B0606020202030204" pitchFamily="34" charset="0"/>
                  </a:rPr>
                  <a:t>MAC</a:t>
                </a:r>
                <a:r>
                  <a:rPr lang="zh-CN" altLang="en-US" sz="2200" b="1" dirty="0">
                    <a:solidFill>
                      <a:schemeClr val="tx1"/>
                    </a:solidFill>
                    <a:latin typeface="Arial Narrow" panose="020B0606020202030204" pitchFamily="34" charset="0"/>
                  </a:rPr>
                  <a:t>帧</a:t>
                </a:r>
              </a:p>
            </p:txBody>
          </p:sp>
        </p:grpSp>
      </p:grpSp>
    </p:spTree>
    <p:extLst>
      <p:ext uri="{BB962C8B-B14F-4D97-AF65-F5344CB8AC3E}">
        <p14:creationId xmlns:p14="http://schemas.microsoft.com/office/powerpoint/2010/main" val="1752441700"/>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42" presetClass="entr" presetSubtype="0" fill="hold" nodeType="withEffect">
                                  <p:stCondLst>
                                    <p:cond delay="0"/>
                                  </p:stCondLst>
                                  <p:childTnLst>
                                    <p:set>
                                      <p:cBhvr>
                                        <p:cTn id="6" dur="1" fill="hold">
                                          <p:stCondLst>
                                            <p:cond delay="0"/>
                                          </p:stCondLst>
                                        </p:cTn>
                                        <p:tgtEl>
                                          <p:spTgt spid="4"/>
                                        </p:tgtEl>
                                        <p:attrNameLst>
                                          <p:attrName>style.visibility</p:attrName>
                                        </p:attrNameLst>
                                      </p:cBhvr>
                                      <p:to>
                                        <p:strVal val="visible"/>
                                      </p:to>
                                    </p:set>
                                    <p:animEffect transition="in" filter="fade">
                                      <p:cBhvr>
                                        <p:cTn id="7" dur="1000"/>
                                        <p:tgtEl>
                                          <p:spTgt spid="4"/>
                                        </p:tgtEl>
                                      </p:cBhvr>
                                    </p:animEffect>
                                    <p:anim calcmode="lin" valueType="num">
                                      <p:cBhvr>
                                        <p:cTn id="8" dur="1000" fill="hold"/>
                                        <p:tgtEl>
                                          <p:spTgt spid="4"/>
                                        </p:tgtEl>
                                        <p:attrNameLst>
                                          <p:attrName>ppt_x</p:attrName>
                                        </p:attrNameLst>
                                      </p:cBhvr>
                                      <p:tavLst>
                                        <p:tav tm="0">
                                          <p:val>
                                            <p:strVal val="#ppt_x"/>
                                          </p:val>
                                        </p:tav>
                                        <p:tav tm="100000">
                                          <p:val>
                                            <p:strVal val="#ppt_x"/>
                                          </p:val>
                                        </p:tav>
                                      </p:tavLst>
                                    </p:anim>
                                    <p:anim calcmode="lin" valueType="num">
                                      <p:cBhvr>
                                        <p:cTn id="9" dur="1000" fill="hold"/>
                                        <p:tgtEl>
                                          <p:spTgt spid="4"/>
                                        </p:tgtEl>
                                        <p:attrNameLst>
                                          <p:attrName>ppt_y</p:attrName>
                                        </p:attrNameLst>
                                      </p:cBhvr>
                                      <p:tavLst>
                                        <p:tav tm="0">
                                          <p:val>
                                            <p:strVal val="#ppt_y+.1"/>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51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4" name="组合 3">
            <a:extLst>
              <a:ext uri="{FF2B5EF4-FFF2-40B4-BE49-F238E27FC236}">
                <a16:creationId xmlns:a16="http://schemas.microsoft.com/office/drawing/2014/main" id="{9A1EA9F2-FCB6-48C3-935F-7AE7E3AD14AC}"/>
              </a:ext>
            </a:extLst>
          </p:cNvPr>
          <p:cNvGrpSpPr/>
          <p:nvPr/>
        </p:nvGrpSpPr>
        <p:grpSpPr>
          <a:xfrm>
            <a:off x="304800" y="749300"/>
            <a:ext cx="4938199" cy="400110"/>
            <a:chOff x="424117" y="898245"/>
            <a:chExt cx="4938199" cy="400110"/>
          </a:xfrm>
        </p:grpSpPr>
        <p:sp>
          <p:nvSpPr>
            <p:cNvPr id="2" name="平行四边形 1">
              <a:extLst>
                <a:ext uri="{FF2B5EF4-FFF2-40B4-BE49-F238E27FC236}">
                  <a16:creationId xmlns:a16="http://schemas.microsoft.com/office/drawing/2014/main" id="{1F5BAA3F-9845-4F89-A2DD-8222D3E4EDAC}"/>
                </a:ext>
              </a:extLst>
            </p:cNvPr>
            <p:cNvSpPr/>
            <p:nvPr/>
          </p:nvSpPr>
          <p:spPr>
            <a:xfrm>
              <a:off x="424117" y="898245"/>
              <a:ext cx="628306" cy="387090"/>
            </a:xfrm>
            <a:prstGeom prst="parallelogram">
              <a:avLst/>
            </a:prstGeom>
            <a:solidFill>
              <a:schemeClr val="accent3">
                <a:lumMod val="75000"/>
              </a:schemeClr>
            </a:solidFill>
            <a:ln>
              <a:solidFill>
                <a:schemeClr val="accent3">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CN" sz="2200" dirty="0">
                  <a:latin typeface="Impact" panose="020B0806030902050204" pitchFamily="34" charset="0"/>
                </a:rPr>
                <a:t>01</a:t>
              </a:r>
              <a:endParaRPr lang="zh-CN" altLang="en-US" sz="2200" dirty="0">
                <a:latin typeface="Impact" panose="020B0806030902050204" pitchFamily="34" charset="0"/>
              </a:endParaRPr>
            </a:p>
          </p:txBody>
        </p:sp>
        <p:sp>
          <p:nvSpPr>
            <p:cNvPr id="3" name="文本框 2">
              <a:extLst>
                <a:ext uri="{FF2B5EF4-FFF2-40B4-BE49-F238E27FC236}">
                  <a16:creationId xmlns:a16="http://schemas.microsoft.com/office/drawing/2014/main" id="{4D6BD736-A4D3-4F26-AFED-36E11F50F70B}"/>
                </a:ext>
              </a:extLst>
            </p:cNvPr>
            <p:cNvSpPr txBox="1"/>
            <p:nvPr/>
          </p:nvSpPr>
          <p:spPr>
            <a:xfrm>
              <a:off x="1052423" y="898245"/>
              <a:ext cx="4309893" cy="400110"/>
            </a:xfrm>
            <a:prstGeom prst="rect">
              <a:avLst/>
            </a:prstGeom>
            <a:noFill/>
          </p:spPr>
          <p:txBody>
            <a:bodyPr wrap="square" rtlCol="0">
              <a:spAutoFit/>
            </a:bodyPr>
            <a:lstStyle/>
            <a:p>
              <a:r>
                <a:rPr lang="en-US" altLang="zh-CN" sz="2000" b="1" dirty="0">
                  <a:solidFill>
                    <a:schemeClr val="tx1"/>
                  </a:solidFill>
                  <a:latin typeface="Arial Narrow" panose="020B0606020202030204" pitchFamily="34" charset="0"/>
                </a:rPr>
                <a:t>802.11</a:t>
              </a:r>
              <a:r>
                <a:rPr lang="zh-CN" altLang="en-US" sz="2000" b="1" dirty="0">
                  <a:solidFill>
                    <a:schemeClr val="tx1"/>
                  </a:solidFill>
                  <a:latin typeface="Arial Narrow" panose="020B0606020202030204" pitchFamily="34" charset="0"/>
                </a:rPr>
                <a:t>无线局域网的组成</a:t>
              </a:r>
              <a:endParaRPr lang="en-US" altLang="zh-CN" sz="2000" b="1" dirty="0">
                <a:solidFill>
                  <a:schemeClr val="tx1"/>
                </a:solidFill>
                <a:latin typeface="Arial Narrow" panose="020B0606020202030204" pitchFamily="34" charset="0"/>
              </a:endParaRPr>
            </a:p>
          </p:txBody>
        </p:sp>
      </p:grpSp>
      <p:sp>
        <p:nvSpPr>
          <p:cNvPr id="20" name="矩形 19">
            <a:extLst>
              <a:ext uri="{FF2B5EF4-FFF2-40B4-BE49-F238E27FC236}">
                <a16:creationId xmlns:a16="http://schemas.microsoft.com/office/drawing/2014/main" id="{D40B1076-C7AA-46B2-AD6A-AE67FCC8EB53}"/>
              </a:ext>
            </a:extLst>
          </p:cNvPr>
          <p:cNvSpPr/>
          <p:nvPr/>
        </p:nvSpPr>
        <p:spPr>
          <a:xfrm>
            <a:off x="1056633" y="1335374"/>
            <a:ext cx="256976" cy="256976"/>
          </a:xfrm>
          <a:prstGeom prst="rect">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21" name="íşlïḍè">
            <a:extLst>
              <a:ext uri="{FF2B5EF4-FFF2-40B4-BE49-F238E27FC236}">
                <a16:creationId xmlns:a16="http://schemas.microsoft.com/office/drawing/2014/main" id="{2882B8A8-A951-4E36-A813-EE9E39641F4F}"/>
              </a:ext>
            </a:extLst>
          </p:cNvPr>
          <p:cNvSpPr txBox="1"/>
          <p:nvPr/>
        </p:nvSpPr>
        <p:spPr>
          <a:xfrm>
            <a:off x="1373861" y="1281052"/>
            <a:ext cx="10513339" cy="622904"/>
          </a:xfrm>
          <a:prstGeom prst="rect">
            <a:avLst/>
          </a:prstGeom>
          <a:noFill/>
        </p:spPr>
        <p:txBody>
          <a:bodyPr wrap="square" lIns="91440" tIns="45720" rIns="91440" bIns="45720" anchor="ctr">
            <a:noAutofit/>
          </a:bodyPr>
          <a:lstStyle/>
          <a:p>
            <a:r>
              <a:rPr lang="zh-CN" altLang="en-US" b="1" dirty="0">
                <a:latin typeface="Arial Narrow" panose="020B0606020202030204" pitchFamily="34" charset="0"/>
              </a:rPr>
              <a:t>随着移动通信技术的发展，</a:t>
            </a:r>
            <a:r>
              <a:rPr lang="zh-CN" altLang="en-US" b="1" dirty="0">
                <a:solidFill>
                  <a:schemeClr val="accent1">
                    <a:lumMod val="75000"/>
                  </a:schemeClr>
                </a:solidFill>
                <a:latin typeface="Arial Narrow" panose="020B0606020202030204" pitchFamily="34" charset="0"/>
              </a:rPr>
              <a:t>无线局域网</a:t>
            </a:r>
            <a:r>
              <a:rPr lang="zh-CN" altLang="en-US" b="1" dirty="0">
                <a:latin typeface="Arial Narrow" panose="020B0606020202030204" pitchFamily="34" charset="0"/>
              </a:rPr>
              <a:t>（</a:t>
            </a:r>
            <a:r>
              <a:rPr lang="en-US" altLang="zh-CN" b="1" dirty="0">
                <a:solidFill>
                  <a:schemeClr val="accent1">
                    <a:lumMod val="75000"/>
                  </a:schemeClr>
                </a:solidFill>
                <a:latin typeface="Arial Narrow" panose="020B0606020202030204" pitchFamily="34" charset="0"/>
              </a:rPr>
              <a:t>W</a:t>
            </a:r>
            <a:r>
              <a:rPr lang="en-US" altLang="zh-CN" b="1" dirty="0">
                <a:latin typeface="Arial Narrow" panose="020B0606020202030204" pitchFamily="34" charset="0"/>
              </a:rPr>
              <a:t>ireless </a:t>
            </a:r>
            <a:r>
              <a:rPr lang="en-US" altLang="zh-CN" b="1" dirty="0">
                <a:solidFill>
                  <a:schemeClr val="accent1">
                    <a:lumMod val="75000"/>
                  </a:schemeClr>
                </a:solidFill>
                <a:latin typeface="Arial Narrow" panose="020B0606020202030204" pitchFamily="34" charset="0"/>
              </a:rPr>
              <a:t>L</a:t>
            </a:r>
            <a:r>
              <a:rPr lang="en-US" altLang="zh-CN" b="1" dirty="0">
                <a:latin typeface="Arial Narrow" panose="020B0606020202030204" pitchFamily="34" charset="0"/>
              </a:rPr>
              <a:t>ocal </a:t>
            </a:r>
            <a:r>
              <a:rPr lang="en-US" altLang="zh-CN" b="1" dirty="0">
                <a:solidFill>
                  <a:schemeClr val="accent1">
                    <a:lumMod val="75000"/>
                  </a:schemeClr>
                </a:solidFill>
                <a:latin typeface="Arial Narrow" panose="020B0606020202030204" pitchFamily="34" charset="0"/>
              </a:rPr>
              <a:t>A</a:t>
            </a:r>
            <a:r>
              <a:rPr lang="en-US" altLang="zh-CN" b="1" dirty="0">
                <a:latin typeface="Arial Narrow" panose="020B0606020202030204" pitchFamily="34" charset="0"/>
              </a:rPr>
              <a:t>rea </a:t>
            </a:r>
            <a:r>
              <a:rPr lang="en-US" altLang="zh-CN" b="1" dirty="0">
                <a:solidFill>
                  <a:schemeClr val="accent1">
                    <a:lumMod val="75000"/>
                  </a:schemeClr>
                </a:solidFill>
                <a:latin typeface="Arial Narrow" panose="020B0606020202030204" pitchFamily="34" charset="0"/>
              </a:rPr>
              <a:t>N</a:t>
            </a:r>
            <a:r>
              <a:rPr lang="en-US" altLang="zh-CN" b="1" dirty="0">
                <a:latin typeface="Arial Narrow" panose="020B0606020202030204" pitchFamily="34" charset="0"/>
              </a:rPr>
              <a:t>etwork</a:t>
            </a:r>
            <a:r>
              <a:rPr lang="zh-CN" altLang="en-US" b="1" dirty="0">
                <a:latin typeface="Arial Narrow" panose="020B0606020202030204" pitchFamily="34" charset="0"/>
              </a:rPr>
              <a:t>，</a:t>
            </a:r>
            <a:r>
              <a:rPr lang="en-US" altLang="zh-CN" b="1" dirty="0">
                <a:solidFill>
                  <a:schemeClr val="accent1">
                    <a:lumMod val="75000"/>
                  </a:schemeClr>
                </a:solidFill>
                <a:latin typeface="Arial Narrow" panose="020B0606020202030204" pitchFamily="34" charset="0"/>
              </a:rPr>
              <a:t>WLAN</a:t>
            </a:r>
            <a:r>
              <a:rPr lang="zh-CN" altLang="en-US" b="1" dirty="0">
                <a:latin typeface="Arial Narrow" panose="020B0606020202030204" pitchFamily="34" charset="0"/>
              </a:rPr>
              <a:t>）自</a:t>
            </a:r>
            <a:r>
              <a:rPr lang="en-US" altLang="zh-CN" b="1" dirty="0">
                <a:latin typeface="Arial Narrow" panose="020B0606020202030204" pitchFamily="34" charset="0"/>
              </a:rPr>
              <a:t>20</a:t>
            </a:r>
            <a:r>
              <a:rPr lang="zh-CN" altLang="en-US" b="1" dirty="0">
                <a:latin typeface="Arial Narrow" panose="020B0606020202030204" pitchFamily="34" charset="0"/>
              </a:rPr>
              <a:t>世纪</a:t>
            </a:r>
            <a:r>
              <a:rPr lang="en-US" altLang="zh-CN" b="1" dirty="0">
                <a:latin typeface="Arial Narrow" panose="020B0606020202030204" pitchFamily="34" charset="0"/>
              </a:rPr>
              <a:t>80</a:t>
            </a:r>
            <a:r>
              <a:rPr lang="zh-CN" altLang="en-US" b="1" dirty="0">
                <a:latin typeface="Arial Narrow" panose="020B0606020202030204" pitchFamily="34" charset="0"/>
              </a:rPr>
              <a:t>年代末以来逐步进入市场。</a:t>
            </a:r>
          </a:p>
        </p:txBody>
      </p:sp>
      <p:sp>
        <p:nvSpPr>
          <p:cNvPr id="22" name="矩形 21">
            <a:extLst>
              <a:ext uri="{FF2B5EF4-FFF2-40B4-BE49-F238E27FC236}">
                <a16:creationId xmlns:a16="http://schemas.microsoft.com/office/drawing/2014/main" id="{BFF3F3C7-740F-447A-A32C-09ACFC04D1A5}"/>
              </a:ext>
            </a:extLst>
          </p:cNvPr>
          <p:cNvSpPr/>
          <p:nvPr/>
        </p:nvSpPr>
        <p:spPr>
          <a:xfrm>
            <a:off x="1056633" y="2026393"/>
            <a:ext cx="256976" cy="256976"/>
          </a:xfrm>
          <a:prstGeom prst="rect">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23" name="íşlïḍè">
            <a:extLst>
              <a:ext uri="{FF2B5EF4-FFF2-40B4-BE49-F238E27FC236}">
                <a16:creationId xmlns:a16="http://schemas.microsoft.com/office/drawing/2014/main" id="{45A2D6B8-21F8-4EC2-A856-091C4DAA5ADE}"/>
              </a:ext>
            </a:extLst>
          </p:cNvPr>
          <p:cNvSpPr txBox="1"/>
          <p:nvPr/>
        </p:nvSpPr>
        <p:spPr>
          <a:xfrm>
            <a:off x="1373861" y="1972071"/>
            <a:ext cx="10513339" cy="622904"/>
          </a:xfrm>
          <a:prstGeom prst="rect">
            <a:avLst/>
          </a:prstGeom>
          <a:noFill/>
        </p:spPr>
        <p:txBody>
          <a:bodyPr wrap="square" lIns="91440" tIns="45720" rIns="91440" bIns="45720" anchor="ctr">
            <a:noAutofit/>
          </a:bodyPr>
          <a:lstStyle/>
          <a:p>
            <a:r>
              <a:rPr lang="en-US" altLang="zh-CN" b="1" dirty="0">
                <a:latin typeface="Arial Narrow" panose="020B0606020202030204" pitchFamily="34" charset="0"/>
              </a:rPr>
              <a:t>IEEE</a:t>
            </a:r>
            <a:r>
              <a:rPr lang="zh-CN" altLang="en-US" b="1" dirty="0">
                <a:latin typeface="Arial Narrow" panose="020B0606020202030204" pitchFamily="34" charset="0"/>
              </a:rPr>
              <a:t>于</a:t>
            </a:r>
            <a:r>
              <a:rPr lang="en-US" altLang="zh-CN" b="1" dirty="0">
                <a:latin typeface="Arial Narrow" panose="020B0606020202030204" pitchFamily="34" charset="0"/>
              </a:rPr>
              <a:t>1997</a:t>
            </a:r>
            <a:r>
              <a:rPr lang="zh-CN" altLang="en-US" b="1" dirty="0">
                <a:latin typeface="Arial Narrow" panose="020B0606020202030204" pitchFamily="34" charset="0"/>
              </a:rPr>
              <a:t>年制定出了无线局域网的协议标准</a:t>
            </a:r>
            <a:r>
              <a:rPr lang="en-US" altLang="zh-CN" b="1" dirty="0">
                <a:latin typeface="Arial Narrow" panose="020B0606020202030204" pitchFamily="34" charset="0"/>
              </a:rPr>
              <a:t>802.11</a:t>
            </a:r>
            <a:r>
              <a:rPr lang="zh-CN" altLang="en-US" b="1" dirty="0">
                <a:latin typeface="Arial Narrow" panose="020B0606020202030204" pitchFamily="34" charset="0"/>
              </a:rPr>
              <a:t>，</a:t>
            </a:r>
            <a:r>
              <a:rPr lang="en-US" altLang="zh-CN" b="1" dirty="0">
                <a:solidFill>
                  <a:schemeClr val="accent1">
                    <a:lumMod val="75000"/>
                  </a:schemeClr>
                </a:solidFill>
                <a:latin typeface="Arial Narrow" panose="020B0606020202030204" pitchFamily="34" charset="0"/>
              </a:rPr>
              <a:t>802.11</a:t>
            </a:r>
            <a:r>
              <a:rPr lang="zh-CN" altLang="en-US" b="1" dirty="0">
                <a:solidFill>
                  <a:schemeClr val="accent1">
                    <a:lumMod val="75000"/>
                  </a:schemeClr>
                </a:solidFill>
                <a:latin typeface="Arial Narrow" panose="020B0606020202030204" pitchFamily="34" charset="0"/>
              </a:rPr>
              <a:t>无线局域网</a:t>
            </a:r>
            <a:r>
              <a:rPr lang="zh-CN" altLang="en-US" b="1" dirty="0">
                <a:latin typeface="Arial Narrow" panose="020B0606020202030204" pitchFamily="34" charset="0"/>
              </a:rPr>
              <a:t>是目前应用最广泛的无线局域网之一，人们更多地将其简称为</a:t>
            </a:r>
            <a:r>
              <a:rPr lang="en-US" altLang="zh-CN" b="1" dirty="0">
                <a:solidFill>
                  <a:schemeClr val="accent1">
                    <a:lumMod val="75000"/>
                  </a:schemeClr>
                </a:solidFill>
                <a:latin typeface="Arial Narrow" panose="020B0606020202030204" pitchFamily="34" charset="0"/>
              </a:rPr>
              <a:t>Wi-Fi</a:t>
            </a:r>
            <a:r>
              <a:rPr lang="zh-CN" altLang="en-US" b="1" dirty="0">
                <a:latin typeface="Arial Narrow" panose="020B0606020202030204" pitchFamily="34" charset="0"/>
              </a:rPr>
              <a:t>（</a:t>
            </a:r>
            <a:r>
              <a:rPr lang="en-US" altLang="zh-CN" b="1" dirty="0">
                <a:latin typeface="Arial Narrow" panose="020B0606020202030204" pitchFamily="34" charset="0"/>
              </a:rPr>
              <a:t>Wireless Fidelity</a:t>
            </a:r>
            <a:r>
              <a:rPr lang="zh-CN" altLang="en-US" b="1" dirty="0">
                <a:latin typeface="Arial Narrow" panose="020B0606020202030204" pitchFamily="34" charset="0"/>
              </a:rPr>
              <a:t>，无线保真度）。</a:t>
            </a:r>
          </a:p>
        </p:txBody>
      </p:sp>
      <p:sp>
        <p:nvSpPr>
          <p:cNvPr id="26" name="矩形 25">
            <a:extLst>
              <a:ext uri="{FF2B5EF4-FFF2-40B4-BE49-F238E27FC236}">
                <a16:creationId xmlns:a16="http://schemas.microsoft.com/office/drawing/2014/main" id="{1866CAD4-FFBD-4ACF-8661-BE097FF4369C}"/>
              </a:ext>
            </a:extLst>
          </p:cNvPr>
          <p:cNvSpPr/>
          <p:nvPr/>
        </p:nvSpPr>
        <p:spPr>
          <a:xfrm>
            <a:off x="1056633" y="2771888"/>
            <a:ext cx="256976" cy="256976"/>
          </a:xfrm>
          <a:prstGeom prst="rect">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27" name="íşlïḍè">
            <a:extLst>
              <a:ext uri="{FF2B5EF4-FFF2-40B4-BE49-F238E27FC236}">
                <a16:creationId xmlns:a16="http://schemas.microsoft.com/office/drawing/2014/main" id="{BBCDEB67-6A59-4D85-9630-5A3971E4159A}"/>
              </a:ext>
            </a:extLst>
          </p:cNvPr>
          <p:cNvSpPr txBox="1"/>
          <p:nvPr/>
        </p:nvSpPr>
        <p:spPr>
          <a:xfrm>
            <a:off x="1373861" y="2717566"/>
            <a:ext cx="10513339" cy="382626"/>
          </a:xfrm>
          <a:prstGeom prst="rect">
            <a:avLst/>
          </a:prstGeom>
          <a:noFill/>
        </p:spPr>
        <p:txBody>
          <a:bodyPr wrap="square" lIns="91440" tIns="45720" rIns="91440" bIns="45720" anchor="ctr">
            <a:noAutofit/>
          </a:bodyPr>
          <a:lstStyle/>
          <a:p>
            <a:r>
              <a:rPr lang="en-US" altLang="zh-CN" b="1" dirty="0">
                <a:latin typeface="Arial Narrow" panose="020B0606020202030204" pitchFamily="34" charset="0"/>
              </a:rPr>
              <a:t>802.11</a:t>
            </a:r>
            <a:r>
              <a:rPr lang="zh-CN" altLang="en-US" b="1" dirty="0">
                <a:latin typeface="Arial Narrow" panose="020B0606020202030204" pitchFamily="34" charset="0"/>
              </a:rPr>
              <a:t>无线局域网可分为以下两类：</a:t>
            </a:r>
          </a:p>
        </p:txBody>
      </p:sp>
      <p:sp>
        <p:nvSpPr>
          <p:cNvPr id="28" name="矩形 27">
            <a:extLst>
              <a:ext uri="{FF2B5EF4-FFF2-40B4-BE49-F238E27FC236}">
                <a16:creationId xmlns:a16="http://schemas.microsoft.com/office/drawing/2014/main" id="{48F6D0AB-C858-4BC4-8B5B-8806930815D6}"/>
              </a:ext>
            </a:extLst>
          </p:cNvPr>
          <p:cNvSpPr/>
          <p:nvPr/>
        </p:nvSpPr>
        <p:spPr>
          <a:xfrm>
            <a:off x="1484605" y="3265796"/>
            <a:ext cx="256976" cy="256976"/>
          </a:xfrm>
          <a:prstGeom prst="rect">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29" name="íşlïḍè">
            <a:extLst>
              <a:ext uri="{FF2B5EF4-FFF2-40B4-BE49-F238E27FC236}">
                <a16:creationId xmlns:a16="http://schemas.microsoft.com/office/drawing/2014/main" id="{1570FA67-89D1-4E2C-8CE1-0B6F49391B28}"/>
              </a:ext>
            </a:extLst>
          </p:cNvPr>
          <p:cNvSpPr txBox="1"/>
          <p:nvPr/>
        </p:nvSpPr>
        <p:spPr>
          <a:xfrm>
            <a:off x="1801833" y="3211474"/>
            <a:ext cx="10085367" cy="382626"/>
          </a:xfrm>
          <a:prstGeom prst="rect">
            <a:avLst/>
          </a:prstGeom>
          <a:noFill/>
        </p:spPr>
        <p:txBody>
          <a:bodyPr wrap="square" lIns="91440" tIns="45720" rIns="91440" bIns="45720" anchor="ctr">
            <a:noAutofit/>
          </a:bodyPr>
          <a:lstStyle/>
          <a:p>
            <a:r>
              <a:rPr lang="zh-CN" altLang="en-US" b="1" dirty="0">
                <a:latin typeface="Arial Narrow" panose="020B0606020202030204" pitchFamily="34" charset="0"/>
              </a:rPr>
              <a:t>有固定基础设施的</a:t>
            </a:r>
          </a:p>
        </p:txBody>
      </p:sp>
      <p:sp>
        <p:nvSpPr>
          <p:cNvPr id="30" name="矩形 29">
            <a:extLst>
              <a:ext uri="{FF2B5EF4-FFF2-40B4-BE49-F238E27FC236}">
                <a16:creationId xmlns:a16="http://schemas.microsoft.com/office/drawing/2014/main" id="{F7770760-F939-4BE4-A0CE-EB11522497E6}"/>
              </a:ext>
            </a:extLst>
          </p:cNvPr>
          <p:cNvSpPr/>
          <p:nvPr/>
        </p:nvSpPr>
        <p:spPr>
          <a:xfrm>
            <a:off x="1484605" y="3812131"/>
            <a:ext cx="256976" cy="256976"/>
          </a:xfrm>
          <a:prstGeom prst="rect">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31" name="íşlïḍè">
            <a:extLst>
              <a:ext uri="{FF2B5EF4-FFF2-40B4-BE49-F238E27FC236}">
                <a16:creationId xmlns:a16="http://schemas.microsoft.com/office/drawing/2014/main" id="{317D00A2-153F-4A3C-BA48-DB2814ED8853}"/>
              </a:ext>
            </a:extLst>
          </p:cNvPr>
          <p:cNvSpPr txBox="1"/>
          <p:nvPr/>
        </p:nvSpPr>
        <p:spPr>
          <a:xfrm>
            <a:off x="1801833" y="3757809"/>
            <a:ext cx="10085367" cy="382626"/>
          </a:xfrm>
          <a:prstGeom prst="rect">
            <a:avLst/>
          </a:prstGeom>
          <a:noFill/>
        </p:spPr>
        <p:txBody>
          <a:bodyPr wrap="square" lIns="91440" tIns="45720" rIns="91440" bIns="45720" anchor="ctr">
            <a:noAutofit/>
          </a:bodyPr>
          <a:lstStyle/>
          <a:p>
            <a:r>
              <a:rPr lang="zh-CN" altLang="en-US" b="1" dirty="0">
                <a:latin typeface="Arial Narrow" panose="020B0606020202030204" pitchFamily="34" charset="0"/>
              </a:rPr>
              <a:t>无固定基础设施的</a:t>
            </a:r>
          </a:p>
        </p:txBody>
      </p:sp>
      <p:sp>
        <p:nvSpPr>
          <p:cNvPr id="34" name="矩形 33">
            <a:extLst>
              <a:ext uri="{FF2B5EF4-FFF2-40B4-BE49-F238E27FC236}">
                <a16:creationId xmlns:a16="http://schemas.microsoft.com/office/drawing/2014/main" id="{3F0EE0A7-443A-4241-9D55-091172F89EA7}"/>
              </a:ext>
            </a:extLst>
          </p:cNvPr>
          <p:cNvSpPr/>
          <p:nvPr/>
        </p:nvSpPr>
        <p:spPr>
          <a:xfrm>
            <a:off x="1056633" y="4323320"/>
            <a:ext cx="256976" cy="256976"/>
          </a:xfrm>
          <a:prstGeom prst="rect">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35" name="íşlïḍè">
            <a:extLst>
              <a:ext uri="{FF2B5EF4-FFF2-40B4-BE49-F238E27FC236}">
                <a16:creationId xmlns:a16="http://schemas.microsoft.com/office/drawing/2014/main" id="{D1D9AB77-63EE-4FF9-ABB7-F22F7DF325EC}"/>
              </a:ext>
            </a:extLst>
          </p:cNvPr>
          <p:cNvSpPr txBox="1"/>
          <p:nvPr/>
        </p:nvSpPr>
        <p:spPr>
          <a:xfrm>
            <a:off x="1373861" y="4268998"/>
            <a:ext cx="10513339" cy="382626"/>
          </a:xfrm>
          <a:prstGeom prst="rect">
            <a:avLst/>
          </a:prstGeom>
          <a:noFill/>
        </p:spPr>
        <p:txBody>
          <a:bodyPr wrap="square" lIns="91440" tIns="45720" rIns="91440" bIns="45720" anchor="ctr">
            <a:noAutofit/>
          </a:bodyPr>
          <a:lstStyle/>
          <a:p>
            <a:r>
              <a:rPr lang="zh-CN" altLang="en-US" b="1" dirty="0">
                <a:solidFill>
                  <a:schemeClr val="accent1">
                    <a:lumMod val="75000"/>
                  </a:schemeClr>
                </a:solidFill>
                <a:latin typeface="Arial Narrow" panose="020B0606020202030204" pitchFamily="34" charset="0"/>
              </a:rPr>
              <a:t>固定基础设施</a:t>
            </a:r>
            <a:r>
              <a:rPr lang="zh-CN" altLang="en-US" b="1" dirty="0">
                <a:latin typeface="Arial Narrow" panose="020B0606020202030204" pitchFamily="34" charset="0"/>
              </a:rPr>
              <a:t>是指预先建立的、能够覆盖一定地理范围的、</a:t>
            </a:r>
            <a:r>
              <a:rPr lang="zh-CN" altLang="en-US" b="1" dirty="0">
                <a:solidFill>
                  <a:schemeClr val="accent1">
                    <a:lumMod val="75000"/>
                  </a:schemeClr>
                </a:solidFill>
                <a:latin typeface="Arial Narrow" panose="020B0606020202030204" pitchFamily="34" charset="0"/>
              </a:rPr>
              <a:t>多个固定的通信基站</a:t>
            </a:r>
            <a:r>
              <a:rPr lang="zh-CN" altLang="en-US" b="1" dirty="0">
                <a:latin typeface="Arial Narrow" panose="020B0606020202030204" pitchFamily="34" charset="0"/>
              </a:rPr>
              <a:t>。</a:t>
            </a:r>
          </a:p>
        </p:txBody>
      </p:sp>
      <p:sp>
        <p:nvSpPr>
          <p:cNvPr id="36" name="矩形 35">
            <a:extLst>
              <a:ext uri="{FF2B5EF4-FFF2-40B4-BE49-F238E27FC236}">
                <a16:creationId xmlns:a16="http://schemas.microsoft.com/office/drawing/2014/main" id="{F94DE224-B5DB-4F9C-B345-B0ACF916B831}"/>
              </a:ext>
            </a:extLst>
          </p:cNvPr>
          <p:cNvSpPr/>
          <p:nvPr/>
        </p:nvSpPr>
        <p:spPr>
          <a:xfrm>
            <a:off x="1056633" y="4923702"/>
            <a:ext cx="256976" cy="256976"/>
          </a:xfrm>
          <a:prstGeom prst="rect">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37" name="íşlïḍè">
            <a:extLst>
              <a:ext uri="{FF2B5EF4-FFF2-40B4-BE49-F238E27FC236}">
                <a16:creationId xmlns:a16="http://schemas.microsoft.com/office/drawing/2014/main" id="{AB3F236F-C18F-4F79-83EF-B2FB3CE30CC2}"/>
              </a:ext>
            </a:extLst>
          </p:cNvPr>
          <p:cNvSpPr txBox="1"/>
          <p:nvPr/>
        </p:nvSpPr>
        <p:spPr>
          <a:xfrm>
            <a:off x="1373861" y="4869380"/>
            <a:ext cx="10513339" cy="382626"/>
          </a:xfrm>
          <a:prstGeom prst="rect">
            <a:avLst/>
          </a:prstGeom>
          <a:noFill/>
        </p:spPr>
        <p:txBody>
          <a:bodyPr wrap="square" lIns="91440" tIns="45720" rIns="91440" bIns="45720" anchor="ctr">
            <a:noAutofit/>
          </a:bodyPr>
          <a:lstStyle/>
          <a:p>
            <a:r>
              <a:rPr lang="en-US" altLang="zh-CN" b="1" dirty="0">
                <a:latin typeface="Arial Narrow" panose="020B0606020202030204" pitchFamily="34" charset="0"/>
              </a:rPr>
              <a:t>802.11</a:t>
            </a:r>
            <a:r>
              <a:rPr lang="zh-CN" altLang="en-US" b="1" dirty="0">
                <a:latin typeface="Arial Narrow" panose="020B0606020202030204" pitchFamily="34" charset="0"/>
              </a:rPr>
              <a:t>无线局域网使用最多的是它的固定基础设施的组网方式。</a:t>
            </a:r>
          </a:p>
        </p:txBody>
      </p:sp>
    </p:spTree>
    <p:custDataLst>
      <p:tags r:id="rId1"/>
    </p:custDataLst>
    <p:extLst>
      <p:ext uri="{BB962C8B-B14F-4D97-AF65-F5344CB8AC3E}">
        <p14:creationId xmlns:p14="http://schemas.microsoft.com/office/powerpoint/2010/main" val="3364759385"/>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2" presetClass="entr" presetSubtype="1" fill="hold" nodeType="withEffect">
                                  <p:stCondLst>
                                    <p:cond delay="0"/>
                                  </p:stCondLst>
                                  <p:childTnLst>
                                    <p:set>
                                      <p:cBhvr>
                                        <p:cTn id="6" dur="1" fill="hold">
                                          <p:stCondLst>
                                            <p:cond delay="0"/>
                                          </p:stCondLst>
                                        </p:cTn>
                                        <p:tgtEl>
                                          <p:spTgt spid="4"/>
                                        </p:tgtEl>
                                        <p:attrNameLst>
                                          <p:attrName>style.visibility</p:attrName>
                                        </p:attrNameLst>
                                      </p:cBhvr>
                                      <p:to>
                                        <p:strVal val="visible"/>
                                      </p:to>
                                    </p:set>
                                    <p:anim calcmode="lin" valueType="num">
                                      <p:cBhvr additive="base">
                                        <p:cTn id="7" dur="1000"/>
                                        <p:tgtEl>
                                          <p:spTgt spid="4"/>
                                        </p:tgtEl>
                                        <p:attrNameLst>
                                          <p:attrName>ppt_y</p:attrName>
                                        </p:attrNameLst>
                                      </p:cBhvr>
                                      <p:tavLst>
                                        <p:tav tm="0">
                                          <p:val>
                                            <p:strVal val="#ppt_y-#ppt_h*1.125000"/>
                                          </p:val>
                                        </p:tav>
                                        <p:tav tm="100000">
                                          <p:val>
                                            <p:strVal val="#ppt_y"/>
                                          </p:val>
                                        </p:tav>
                                      </p:tavLst>
                                    </p:anim>
                                    <p:animEffect transition="in" filter="wipe(down)">
                                      <p:cBhvr>
                                        <p:cTn id="8" dur="1000"/>
                                        <p:tgtEl>
                                          <p:spTgt spid="4"/>
                                        </p:tgtEl>
                                      </p:cBhvr>
                                    </p:animEffect>
                                  </p:childTnLst>
                                </p:cTn>
                              </p:par>
                            </p:childTnLst>
                          </p:cTn>
                        </p:par>
                      </p:childTnLst>
                    </p:cTn>
                  </p:par>
                  <p:par>
                    <p:cTn id="9" fill="hold">
                      <p:stCondLst>
                        <p:cond delay="indefinite"/>
                      </p:stCondLst>
                      <p:childTnLst>
                        <p:par>
                          <p:cTn id="10" fill="hold">
                            <p:stCondLst>
                              <p:cond delay="0"/>
                            </p:stCondLst>
                            <p:childTnLst>
                              <p:par>
                                <p:cTn id="11" presetID="49" presetClass="entr" presetSubtype="0" decel="100000" fill="hold" grpId="0" nodeType="clickEffect">
                                  <p:stCondLst>
                                    <p:cond delay="0"/>
                                  </p:stCondLst>
                                  <p:childTnLst>
                                    <p:set>
                                      <p:cBhvr>
                                        <p:cTn id="12" dur="1" fill="hold">
                                          <p:stCondLst>
                                            <p:cond delay="0"/>
                                          </p:stCondLst>
                                        </p:cTn>
                                        <p:tgtEl>
                                          <p:spTgt spid="20"/>
                                        </p:tgtEl>
                                        <p:attrNameLst>
                                          <p:attrName>style.visibility</p:attrName>
                                        </p:attrNameLst>
                                      </p:cBhvr>
                                      <p:to>
                                        <p:strVal val="visible"/>
                                      </p:to>
                                    </p:set>
                                    <p:anim calcmode="lin" valueType="num">
                                      <p:cBhvr>
                                        <p:cTn id="13" dur="500" fill="hold"/>
                                        <p:tgtEl>
                                          <p:spTgt spid="20"/>
                                        </p:tgtEl>
                                        <p:attrNameLst>
                                          <p:attrName>ppt_w</p:attrName>
                                        </p:attrNameLst>
                                      </p:cBhvr>
                                      <p:tavLst>
                                        <p:tav tm="0">
                                          <p:val>
                                            <p:fltVal val="0"/>
                                          </p:val>
                                        </p:tav>
                                        <p:tav tm="100000">
                                          <p:val>
                                            <p:strVal val="#ppt_w"/>
                                          </p:val>
                                        </p:tav>
                                      </p:tavLst>
                                    </p:anim>
                                    <p:anim calcmode="lin" valueType="num">
                                      <p:cBhvr>
                                        <p:cTn id="14" dur="500" fill="hold"/>
                                        <p:tgtEl>
                                          <p:spTgt spid="20"/>
                                        </p:tgtEl>
                                        <p:attrNameLst>
                                          <p:attrName>ppt_h</p:attrName>
                                        </p:attrNameLst>
                                      </p:cBhvr>
                                      <p:tavLst>
                                        <p:tav tm="0">
                                          <p:val>
                                            <p:fltVal val="0"/>
                                          </p:val>
                                        </p:tav>
                                        <p:tav tm="100000">
                                          <p:val>
                                            <p:strVal val="#ppt_h"/>
                                          </p:val>
                                        </p:tav>
                                      </p:tavLst>
                                    </p:anim>
                                    <p:anim calcmode="lin" valueType="num">
                                      <p:cBhvr>
                                        <p:cTn id="15" dur="500" fill="hold"/>
                                        <p:tgtEl>
                                          <p:spTgt spid="20"/>
                                        </p:tgtEl>
                                        <p:attrNameLst>
                                          <p:attrName>style.rotation</p:attrName>
                                        </p:attrNameLst>
                                      </p:cBhvr>
                                      <p:tavLst>
                                        <p:tav tm="0">
                                          <p:val>
                                            <p:fltVal val="360"/>
                                          </p:val>
                                        </p:tav>
                                        <p:tav tm="100000">
                                          <p:val>
                                            <p:fltVal val="0"/>
                                          </p:val>
                                        </p:tav>
                                      </p:tavLst>
                                    </p:anim>
                                    <p:animEffect transition="in" filter="fade">
                                      <p:cBhvr>
                                        <p:cTn id="16" dur="500"/>
                                        <p:tgtEl>
                                          <p:spTgt spid="20"/>
                                        </p:tgtEl>
                                      </p:cBhvr>
                                    </p:animEffect>
                                  </p:childTnLst>
                                </p:cTn>
                              </p:par>
                            </p:childTnLst>
                          </p:cTn>
                        </p:par>
                        <p:par>
                          <p:cTn id="17" fill="hold">
                            <p:stCondLst>
                              <p:cond delay="500"/>
                            </p:stCondLst>
                            <p:childTnLst>
                              <p:par>
                                <p:cTn id="18" presetID="1" presetClass="entr" presetSubtype="0" fill="hold" grpId="0" nodeType="afterEffect">
                                  <p:stCondLst>
                                    <p:cond delay="0"/>
                                  </p:stCondLst>
                                  <p:iterate type="lt">
                                    <p:tmAbs val="100"/>
                                  </p:iterate>
                                  <p:childTnLst>
                                    <p:set>
                                      <p:cBhvr>
                                        <p:cTn id="19" dur="1" fill="hold">
                                          <p:stCondLst>
                                            <p:cond delay="0"/>
                                          </p:stCondLst>
                                        </p:cTn>
                                        <p:tgtEl>
                                          <p:spTgt spid="21"/>
                                        </p:tgtEl>
                                        <p:attrNameLst>
                                          <p:attrName>style.visibility</p:attrName>
                                        </p:attrNameLst>
                                      </p:cBhvr>
                                      <p:to>
                                        <p:strVal val="visible"/>
                                      </p:to>
                                    </p:set>
                                  </p:childTnLst>
                                </p:cTn>
                              </p:par>
                            </p:childTnLst>
                          </p:cTn>
                        </p:par>
                      </p:childTnLst>
                    </p:cTn>
                  </p:par>
                  <p:par>
                    <p:cTn id="20" fill="hold">
                      <p:stCondLst>
                        <p:cond delay="indefinite"/>
                      </p:stCondLst>
                      <p:childTnLst>
                        <p:par>
                          <p:cTn id="21" fill="hold">
                            <p:stCondLst>
                              <p:cond delay="0"/>
                            </p:stCondLst>
                            <p:childTnLst>
                              <p:par>
                                <p:cTn id="22" presetID="49" presetClass="entr" presetSubtype="0" decel="100000" fill="hold" grpId="0" nodeType="clickEffect">
                                  <p:stCondLst>
                                    <p:cond delay="0"/>
                                  </p:stCondLst>
                                  <p:childTnLst>
                                    <p:set>
                                      <p:cBhvr>
                                        <p:cTn id="23" dur="1" fill="hold">
                                          <p:stCondLst>
                                            <p:cond delay="0"/>
                                          </p:stCondLst>
                                        </p:cTn>
                                        <p:tgtEl>
                                          <p:spTgt spid="22"/>
                                        </p:tgtEl>
                                        <p:attrNameLst>
                                          <p:attrName>style.visibility</p:attrName>
                                        </p:attrNameLst>
                                      </p:cBhvr>
                                      <p:to>
                                        <p:strVal val="visible"/>
                                      </p:to>
                                    </p:set>
                                    <p:anim calcmode="lin" valueType="num">
                                      <p:cBhvr>
                                        <p:cTn id="24" dur="500" fill="hold"/>
                                        <p:tgtEl>
                                          <p:spTgt spid="22"/>
                                        </p:tgtEl>
                                        <p:attrNameLst>
                                          <p:attrName>ppt_w</p:attrName>
                                        </p:attrNameLst>
                                      </p:cBhvr>
                                      <p:tavLst>
                                        <p:tav tm="0">
                                          <p:val>
                                            <p:fltVal val="0"/>
                                          </p:val>
                                        </p:tav>
                                        <p:tav tm="100000">
                                          <p:val>
                                            <p:strVal val="#ppt_w"/>
                                          </p:val>
                                        </p:tav>
                                      </p:tavLst>
                                    </p:anim>
                                    <p:anim calcmode="lin" valueType="num">
                                      <p:cBhvr>
                                        <p:cTn id="25" dur="500" fill="hold"/>
                                        <p:tgtEl>
                                          <p:spTgt spid="22"/>
                                        </p:tgtEl>
                                        <p:attrNameLst>
                                          <p:attrName>ppt_h</p:attrName>
                                        </p:attrNameLst>
                                      </p:cBhvr>
                                      <p:tavLst>
                                        <p:tav tm="0">
                                          <p:val>
                                            <p:fltVal val="0"/>
                                          </p:val>
                                        </p:tav>
                                        <p:tav tm="100000">
                                          <p:val>
                                            <p:strVal val="#ppt_h"/>
                                          </p:val>
                                        </p:tav>
                                      </p:tavLst>
                                    </p:anim>
                                    <p:anim calcmode="lin" valueType="num">
                                      <p:cBhvr>
                                        <p:cTn id="26" dur="500" fill="hold"/>
                                        <p:tgtEl>
                                          <p:spTgt spid="22"/>
                                        </p:tgtEl>
                                        <p:attrNameLst>
                                          <p:attrName>style.rotation</p:attrName>
                                        </p:attrNameLst>
                                      </p:cBhvr>
                                      <p:tavLst>
                                        <p:tav tm="0">
                                          <p:val>
                                            <p:fltVal val="360"/>
                                          </p:val>
                                        </p:tav>
                                        <p:tav tm="100000">
                                          <p:val>
                                            <p:fltVal val="0"/>
                                          </p:val>
                                        </p:tav>
                                      </p:tavLst>
                                    </p:anim>
                                    <p:animEffect transition="in" filter="fade">
                                      <p:cBhvr>
                                        <p:cTn id="27" dur="500"/>
                                        <p:tgtEl>
                                          <p:spTgt spid="22"/>
                                        </p:tgtEl>
                                      </p:cBhvr>
                                    </p:animEffect>
                                  </p:childTnLst>
                                </p:cTn>
                              </p:par>
                            </p:childTnLst>
                          </p:cTn>
                        </p:par>
                        <p:par>
                          <p:cTn id="28" fill="hold">
                            <p:stCondLst>
                              <p:cond delay="500"/>
                            </p:stCondLst>
                            <p:childTnLst>
                              <p:par>
                                <p:cTn id="29" presetID="1" presetClass="entr" presetSubtype="0" fill="hold" grpId="0" nodeType="afterEffect">
                                  <p:stCondLst>
                                    <p:cond delay="0"/>
                                  </p:stCondLst>
                                  <p:iterate type="lt">
                                    <p:tmAbs val="100"/>
                                  </p:iterate>
                                  <p:childTnLst>
                                    <p:set>
                                      <p:cBhvr>
                                        <p:cTn id="30" dur="1" fill="hold">
                                          <p:stCondLst>
                                            <p:cond delay="0"/>
                                          </p:stCondLst>
                                        </p:cTn>
                                        <p:tgtEl>
                                          <p:spTgt spid="23"/>
                                        </p:tgtEl>
                                        <p:attrNameLst>
                                          <p:attrName>style.visibility</p:attrName>
                                        </p:attrNameLst>
                                      </p:cBhvr>
                                      <p:to>
                                        <p:strVal val="visible"/>
                                      </p:to>
                                    </p:set>
                                  </p:childTnLst>
                                </p:cTn>
                              </p:par>
                            </p:childTnLst>
                          </p:cTn>
                        </p:par>
                      </p:childTnLst>
                    </p:cTn>
                  </p:par>
                  <p:par>
                    <p:cTn id="31" fill="hold">
                      <p:stCondLst>
                        <p:cond delay="indefinite"/>
                      </p:stCondLst>
                      <p:childTnLst>
                        <p:par>
                          <p:cTn id="32" fill="hold">
                            <p:stCondLst>
                              <p:cond delay="0"/>
                            </p:stCondLst>
                            <p:childTnLst>
                              <p:par>
                                <p:cTn id="33" presetID="49" presetClass="entr" presetSubtype="0" decel="100000" fill="hold" grpId="0" nodeType="clickEffect">
                                  <p:stCondLst>
                                    <p:cond delay="0"/>
                                  </p:stCondLst>
                                  <p:childTnLst>
                                    <p:set>
                                      <p:cBhvr>
                                        <p:cTn id="34" dur="1" fill="hold">
                                          <p:stCondLst>
                                            <p:cond delay="0"/>
                                          </p:stCondLst>
                                        </p:cTn>
                                        <p:tgtEl>
                                          <p:spTgt spid="26"/>
                                        </p:tgtEl>
                                        <p:attrNameLst>
                                          <p:attrName>style.visibility</p:attrName>
                                        </p:attrNameLst>
                                      </p:cBhvr>
                                      <p:to>
                                        <p:strVal val="visible"/>
                                      </p:to>
                                    </p:set>
                                    <p:anim calcmode="lin" valueType="num">
                                      <p:cBhvr>
                                        <p:cTn id="35" dur="500" fill="hold"/>
                                        <p:tgtEl>
                                          <p:spTgt spid="26"/>
                                        </p:tgtEl>
                                        <p:attrNameLst>
                                          <p:attrName>ppt_w</p:attrName>
                                        </p:attrNameLst>
                                      </p:cBhvr>
                                      <p:tavLst>
                                        <p:tav tm="0">
                                          <p:val>
                                            <p:fltVal val="0"/>
                                          </p:val>
                                        </p:tav>
                                        <p:tav tm="100000">
                                          <p:val>
                                            <p:strVal val="#ppt_w"/>
                                          </p:val>
                                        </p:tav>
                                      </p:tavLst>
                                    </p:anim>
                                    <p:anim calcmode="lin" valueType="num">
                                      <p:cBhvr>
                                        <p:cTn id="36" dur="500" fill="hold"/>
                                        <p:tgtEl>
                                          <p:spTgt spid="26"/>
                                        </p:tgtEl>
                                        <p:attrNameLst>
                                          <p:attrName>ppt_h</p:attrName>
                                        </p:attrNameLst>
                                      </p:cBhvr>
                                      <p:tavLst>
                                        <p:tav tm="0">
                                          <p:val>
                                            <p:fltVal val="0"/>
                                          </p:val>
                                        </p:tav>
                                        <p:tav tm="100000">
                                          <p:val>
                                            <p:strVal val="#ppt_h"/>
                                          </p:val>
                                        </p:tav>
                                      </p:tavLst>
                                    </p:anim>
                                    <p:anim calcmode="lin" valueType="num">
                                      <p:cBhvr>
                                        <p:cTn id="37" dur="500" fill="hold"/>
                                        <p:tgtEl>
                                          <p:spTgt spid="26"/>
                                        </p:tgtEl>
                                        <p:attrNameLst>
                                          <p:attrName>style.rotation</p:attrName>
                                        </p:attrNameLst>
                                      </p:cBhvr>
                                      <p:tavLst>
                                        <p:tav tm="0">
                                          <p:val>
                                            <p:fltVal val="360"/>
                                          </p:val>
                                        </p:tav>
                                        <p:tav tm="100000">
                                          <p:val>
                                            <p:fltVal val="0"/>
                                          </p:val>
                                        </p:tav>
                                      </p:tavLst>
                                    </p:anim>
                                    <p:animEffect transition="in" filter="fade">
                                      <p:cBhvr>
                                        <p:cTn id="38" dur="500"/>
                                        <p:tgtEl>
                                          <p:spTgt spid="26"/>
                                        </p:tgtEl>
                                      </p:cBhvr>
                                    </p:animEffect>
                                  </p:childTnLst>
                                </p:cTn>
                              </p:par>
                            </p:childTnLst>
                          </p:cTn>
                        </p:par>
                        <p:par>
                          <p:cTn id="39" fill="hold">
                            <p:stCondLst>
                              <p:cond delay="500"/>
                            </p:stCondLst>
                            <p:childTnLst>
                              <p:par>
                                <p:cTn id="40" presetID="1" presetClass="entr" presetSubtype="0" fill="hold" grpId="0" nodeType="afterEffect">
                                  <p:stCondLst>
                                    <p:cond delay="0"/>
                                  </p:stCondLst>
                                  <p:iterate type="lt">
                                    <p:tmAbs val="100"/>
                                  </p:iterate>
                                  <p:childTnLst>
                                    <p:set>
                                      <p:cBhvr>
                                        <p:cTn id="41" dur="1" fill="hold">
                                          <p:stCondLst>
                                            <p:cond delay="0"/>
                                          </p:stCondLst>
                                        </p:cTn>
                                        <p:tgtEl>
                                          <p:spTgt spid="27"/>
                                        </p:tgtEl>
                                        <p:attrNameLst>
                                          <p:attrName>style.visibility</p:attrName>
                                        </p:attrNameLst>
                                      </p:cBhvr>
                                      <p:to>
                                        <p:strVal val="visible"/>
                                      </p:to>
                                    </p:set>
                                  </p:childTnLst>
                                </p:cTn>
                              </p:par>
                            </p:childTnLst>
                          </p:cTn>
                        </p:par>
                      </p:childTnLst>
                    </p:cTn>
                  </p:par>
                  <p:par>
                    <p:cTn id="42" fill="hold">
                      <p:stCondLst>
                        <p:cond delay="indefinite"/>
                      </p:stCondLst>
                      <p:childTnLst>
                        <p:par>
                          <p:cTn id="43" fill="hold">
                            <p:stCondLst>
                              <p:cond delay="0"/>
                            </p:stCondLst>
                            <p:childTnLst>
                              <p:par>
                                <p:cTn id="44" presetID="49" presetClass="entr" presetSubtype="0" decel="100000" fill="hold" grpId="0" nodeType="clickEffect">
                                  <p:stCondLst>
                                    <p:cond delay="0"/>
                                  </p:stCondLst>
                                  <p:childTnLst>
                                    <p:set>
                                      <p:cBhvr>
                                        <p:cTn id="45" dur="1" fill="hold">
                                          <p:stCondLst>
                                            <p:cond delay="0"/>
                                          </p:stCondLst>
                                        </p:cTn>
                                        <p:tgtEl>
                                          <p:spTgt spid="28"/>
                                        </p:tgtEl>
                                        <p:attrNameLst>
                                          <p:attrName>style.visibility</p:attrName>
                                        </p:attrNameLst>
                                      </p:cBhvr>
                                      <p:to>
                                        <p:strVal val="visible"/>
                                      </p:to>
                                    </p:set>
                                    <p:anim calcmode="lin" valueType="num">
                                      <p:cBhvr>
                                        <p:cTn id="46" dur="500" fill="hold"/>
                                        <p:tgtEl>
                                          <p:spTgt spid="28"/>
                                        </p:tgtEl>
                                        <p:attrNameLst>
                                          <p:attrName>ppt_w</p:attrName>
                                        </p:attrNameLst>
                                      </p:cBhvr>
                                      <p:tavLst>
                                        <p:tav tm="0">
                                          <p:val>
                                            <p:fltVal val="0"/>
                                          </p:val>
                                        </p:tav>
                                        <p:tav tm="100000">
                                          <p:val>
                                            <p:strVal val="#ppt_w"/>
                                          </p:val>
                                        </p:tav>
                                      </p:tavLst>
                                    </p:anim>
                                    <p:anim calcmode="lin" valueType="num">
                                      <p:cBhvr>
                                        <p:cTn id="47" dur="500" fill="hold"/>
                                        <p:tgtEl>
                                          <p:spTgt spid="28"/>
                                        </p:tgtEl>
                                        <p:attrNameLst>
                                          <p:attrName>ppt_h</p:attrName>
                                        </p:attrNameLst>
                                      </p:cBhvr>
                                      <p:tavLst>
                                        <p:tav tm="0">
                                          <p:val>
                                            <p:fltVal val="0"/>
                                          </p:val>
                                        </p:tav>
                                        <p:tav tm="100000">
                                          <p:val>
                                            <p:strVal val="#ppt_h"/>
                                          </p:val>
                                        </p:tav>
                                      </p:tavLst>
                                    </p:anim>
                                    <p:anim calcmode="lin" valueType="num">
                                      <p:cBhvr>
                                        <p:cTn id="48" dur="500" fill="hold"/>
                                        <p:tgtEl>
                                          <p:spTgt spid="28"/>
                                        </p:tgtEl>
                                        <p:attrNameLst>
                                          <p:attrName>style.rotation</p:attrName>
                                        </p:attrNameLst>
                                      </p:cBhvr>
                                      <p:tavLst>
                                        <p:tav tm="0">
                                          <p:val>
                                            <p:fltVal val="360"/>
                                          </p:val>
                                        </p:tav>
                                        <p:tav tm="100000">
                                          <p:val>
                                            <p:fltVal val="0"/>
                                          </p:val>
                                        </p:tav>
                                      </p:tavLst>
                                    </p:anim>
                                    <p:animEffect transition="in" filter="fade">
                                      <p:cBhvr>
                                        <p:cTn id="49" dur="500"/>
                                        <p:tgtEl>
                                          <p:spTgt spid="28"/>
                                        </p:tgtEl>
                                      </p:cBhvr>
                                    </p:animEffect>
                                  </p:childTnLst>
                                </p:cTn>
                              </p:par>
                            </p:childTnLst>
                          </p:cTn>
                        </p:par>
                        <p:par>
                          <p:cTn id="50" fill="hold">
                            <p:stCondLst>
                              <p:cond delay="500"/>
                            </p:stCondLst>
                            <p:childTnLst>
                              <p:par>
                                <p:cTn id="51" presetID="1" presetClass="entr" presetSubtype="0" fill="hold" grpId="0" nodeType="afterEffect">
                                  <p:stCondLst>
                                    <p:cond delay="0"/>
                                  </p:stCondLst>
                                  <p:iterate type="lt">
                                    <p:tmAbs val="100"/>
                                  </p:iterate>
                                  <p:childTnLst>
                                    <p:set>
                                      <p:cBhvr>
                                        <p:cTn id="52" dur="1" fill="hold">
                                          <p:stCondLst>
                                            <p:cond delay="0"/>
                                          </p:stCondLst>
                                        </p:cTn>
                                        <p:tgtEl>
                                          <p:spTgt spid="29"/>
                                        </p:tgtEl>
                                        <p:attrNameLst>
                                          <p:attrName>style.visibility</p:attrName>
                                        </p:attrNameLst>
                                      </p:cBhvr>
                                      <p:to>
                                        <p:strVal val="visible"/>
                                      </p:to>
                                    </p:set>
                                  </p:childTnLst>
                                </p:cTn>
                              </p:par>
                            </p:childTnLst>
                          </p:cTn>
                        </p:par>
                      </p:childTnLst>
                    </p:cTn>
                  </p:par>
                  <p:par>
                    <p:cTn id="53" fill="hold">
                      <p:stCondLst>
                        <p:cond delay="indefinite"/>
                      </p:stCondLst>
                      <p:childTnLst>
                        <p:par>
                          <p:cTn id="54" fill="hold">
                            <p:stCondLst>
                              <p:cond delay="0"/>
                            </p:stCondLst>
                            <p:childTnLst>
                              <p:par>
                                <p:cTn id="55" presetID="49" presetClass="entr" presetSubtype="0" decel="100000" fill="hold" grpId="0" nodeType="clickEffect">
                                  <p:stCondLst>
                                    <p:cond delay="0"/>
                                  </p:stCondLst>
                                  <p:childTnLst>
                                    <p:set>
                                      <p:cBhvr>
                                        <p:cTn id="56" dur="1" fill="hold">
                                          <p:stCondLst>
                                            <p:cond delay="0"/>
                                          </p:stCondLst>
                                        </p:cTn>
                                        <p:tgtEl>
                                          <p:spTgt spid="30"/>
                                        </p:tgtEl>
                                        <p:attrNameLst>
                                          <p:attrName>style.visibility</p:attrName>
                                        </p:attrNameLst>
                                      </p:cBhvr>
                                      <p:to>
                                        <p:strVal val="visible"/>
                                      </p:to>
                                    </p:set>
                                    <p:anim calcmode="lin" valueType="num">
                                      <p:cBhvr>
                                        <p:cTn id="57" dur="500" fill="hold"/>
                                        <p:tgtEl>
                                          <p:spTgt spid="30"/>
                                        </p:tgtEl>
                                        <p:attrNameLst>
                                          <p:attrName>ppt_w</p:attrName>
                                        </p:attrNameLst>
                                      </p:cBhvr>
                                      <p:tavLst>
                                        <p:tav tm="0">
                                          <p:val>
                                            <p:fltVal val="0"/>
                                          </p:val>
                                        </p:tav>
                                        <p:tav tm="100000">
                                          <p:val>
                                            <p:strVal val="#ppt_w"/>
                                          </p:val>
                                        </p:tav>
                                      </p:tavLst>
                                    </p:anim>
                                    <p:anim calcmode="lin" valueType="num">
                                      <p:cBhvr>
                                        <p:cTn id="58" dur="500" fill="hold"/>
                                        <p:tgtEl>
                                          <p:spTgt spid="30"/>
                                        </p:tgtEl>
                                        <p:attrNameLst>
                                          <p:attrName>ppt_h</p:attrName>
                                        </p:attrNameLst>
                                      </p:cBhvr>
                                      <p:tavLst>
                                        <p:tav tm="0">
                                          <p:val>
                                            <p:fltVal val="0"/>
                                          </p:val>
                                        </p:tav>
                                        <p:tav tm="100000">
                                          <p:val>
                                            <p:strVal val="#ppt_h"/>
                                          </p:val>
                                        </p:tav>
                                      </p:tavLst>
                                    </p:anim>
                                    <p:anim calcmode="lin" valueType="num">
                                      <p:cBhvr>
                                        <p:cTn id="59" dur="500" fill="hold"/>
                                        <p:tgtEl>
                                          <p:spTgt spid="30"/>
                                        </p:tgtEl>
                                        <p:attrNameLst>
                                          <p:attrName>style.rotation</p:attrName>
                                        </p:attrNameLst>
                                      </p:cBhvr>
                                      <p:tavLst>
                                        <p:tav tm="0">
                                          <p:val>
                                            <p:fltVal val="360"/>
                                          </p:val>
                                        </p:tav>
                                        <p:tav tm="100000">
                                          <p:val>
                                            <p:fltVal val="0"/>
                                          </p:val>
                                        </p:tav>
                                      </p:tavLst>
                                    </p:anim>
                                    <p:animEffect transition="in" filter="fade">
                                      <p:cBhvr>
                                        <p:cTn id="60" dur="500"/>
                                        <p:tgtEl>
                                          <p:spTgt spid="30"/>
                                        </p:tgtEl>
                                      </p:cBhvr>
                                    </p:animEffect>
                                  </p:childTnLst>
                                </p:cTn>
                              </p:par>
                            </p:childTnLst>
                          </p:cTn>
                        </p:par>
                        <p:par>
                          <p:cTn id="61" fill="hold">
                            <p:stCondLst>
                              <p:cond delay="500"/>
                            </p:stCondLst>
                            <p:childTnLst>
                              <p:par>
                                <p:cTn id="62" presetID="1" presetClass="entr" presetSubtype="0" fill="hold" grpId="0" nodeType="afterEffect">
                                  <p:stCondLst>
                                    <p:cond delay="0"/>
                                  </p:stCondLst>
                                  <p:iterate type="lt">
                                    <p:tmAbs val="100"/>
                                  </p:iterate>
                                  <p:childTnLst>
                                    <p:set>
                                      <p:cBhvr>
                                        <p:cTn id="63" dur="1" fill="hold">
                                          <p:stCondLst>
                                            <p:cond delay="0"/>
                                          </p:stCondLst>
                                        </p:cTn>
                                        <p:tgtEl>
                                          <p:spTgt spid="31"/>
                                        </p:tgtEl>
                                        <p:attrNameLst>
                                          <p:attrName>style.visibility</p:attrName>
                                        </p:attrNameLst>
                                      </p:cBhvr>
                                      <p:to>
                                        <p:strVal val="visible"/>
                                      </p:to>
                                    </p:set>
                                  </p:childTnLst>
                                </p:cTn>
                              </p:par>
                            </p:childTnLst>
                          </p:cTn>
                        </p:par>
                      </p:childTnLst>
                    </p:cTn>
                  </p:par>
                  <p:par>
                    <p:cTn id="64" fill="hold">
                      <p:stCondLst>
                        <p:cond delay="indefinite"/>
                      </p:stCondLst>
                      <p:childTnLst>
                        <p:par>
                          <p:cTn id="65" fill="hold">
                            <p:stCondLst>
                              <p:cond delay="0"/>
                            </p:stCondLst>
                            <p:childTnLst>
                              <p:par>
                                <p:cTn id="66" presetID="49" presetClass="entr" presetSubtype="0" decel="100000" fill="hold" grpId="0" nodeType="clickEffect">
                                  <p:stCondLst>
                                    <p:cond delay="0"/>
                                  </p:stCondLst>
                                  <p:childTnLst>
                                    <p:set>
                                      <p:cBhvr>
                                        <p:cTn id="67" dur="1" fill="hold">
                                          <p:stCondLst>
                                            <p:cond delay="0"/>
                                          </p:stCondLst>
                                        </p:cTn>
                                        <p:tgtEl>
                                          <p:spTgt spid="34"/>
                                        </p:tgtEl>
                                        <p:attrNameLst>
                                          <p:attrName>style.visibility</p:attrName>
                                        </p:attrNameLst>
                                      </p:cBhvr>
                                      <p:to>
                                        <p:strVal val="visible"/>
                                      </p:to>
                                    </p:set>
                                    <p:anim calcmode="lin" valueType="num">
                                      <p:cBhvr>
                                        <p:cTn id="68" dur="500" fill="hold"/>
                                        <p:tgtEl>
                                          <p:spTgt spid="34"/>
                                        </p:tgtEl>
                                        <p:attrNameLst>
                                          <p:attrName>ppt_w</p:attrName>
                                        </p:attrNameLst>
                                      </p:cBhvr>
                                      <p:tavLst>
                                        <p:tav tm="0">
                                          <p:val>
                                            <p:fltVal val="0"/>
                                          </p:val>
                                        </p:tav>
                                        <p:tav tm="100000">
                                          <p:val>
                                            <p:strVal val="#ppt_w"/>
                                          </p:val>
                                        </p:tav>
                                      </p:tavLst>
                                    </p:anim>
                                    <p:anim calcmode="lin" valueType="num">
                                      <p:cBhvr>
                                        <p:cTn id="69" dur="500" fill="hold"/>
                                        <p:tgtEl>
                                          <p:spTgt spid="34"/>
                                        </p:tgtEl>
                                        <p:attrNameLst>
                                          <p:attrName>ppt_h</p:attrName>
                                        </p:attrNameLst>
                                      </p:cBhvr>
                                      <p:tavLst>
                                        <p:tav tm="0">
                                          <p:val>
                                            <p:fltVal val="0"/>
                                          </p:val>
                                        </p:tav>
                                        <p:tav tm="100000">
                                          <p:val>
                                            <p:strVal val="#ppt_h"/>
                                          </p:val>
                                        </p:tav>
                                      </p:tavLst>
                                    </p:anim>
                                    <p:anim calcmode="lin" valueType="num">
                                      <p:cBhvr>
                                        <p:cTn id="70" dur="500" fill="hold"/>
                                        <p:tgtEl>
                                          <p:spTgt spid="34"/>
                                        </p:tgtEl>
                                        <p:attrNameLst>
                                          <p:attrName>style.rotation</p:attrName>
                                        </p:attrNameLst>
                                      </p:cBhvr>
                                      <p:tavLst>
                                        <p:tav tm="0">
                                          <p:val>
                                            <p:fltVal val="360"/>
                                          </p:val>
                                        </p:tav>
                                        <p:tav tm="100000">
                                          <p:val>
                                            <p:fltVal val="0"/>
                                          </p:val>
                                        </p:tav>
                                      </p:tavLst>
                                    </p:anim>
                                    <p:animEffect transition="in" filter="fade">
                                      <p:cBhvr>
                                        <p:cTn id="71" dur="500"/>
                                        <p:tgtEl>
                                          <p:spTgt spid="34"/>
                                        </p:tgtEl>
                                      </p:cBhvr>
                                    </p:animEffect>
                                  </p:childTnLst>
                                </p:cTn>
                              </p:par>
                            </p:childTnLst>
                          </p:cTn>
                        </p:par>
                        <p:par>
                          <p:cTn id="72" fill="hold">
                            <p:stCondLst>
                              <p:cond delay="500"/>
                            </p:stCondLst>
                            <p:childTnLst>
                              <p:par>
                                <p:cTn id="73" presetID="1" presetClass="entr" presetSubtype="0" fill="hold" grpId="0" nodeType="afterEffect">
                                  <p:stCondLst>
                                    <p:cond delay="0"/>
                                  </p:stCondLst>
                                  <p:iterate type="lt">
                                    <p:tmAbs val="100"/>
                                  </p:iterate>
                                  <p:childTnLst>
                                    <p:set>
                                      <p:cBhvr>
                                        <p:cTn id="74" dur="1" fill="hold">
                                          <p:stCondLst>
                                            <p:cond delay="0"/>
                                          </p:stCondLst>
                                        </p:cTn>
                                        <p:tgtEl>
                                          <p:spTgt spid="35"/>
                                        </p:tgtEl>
                                        <p:attrNameLst>
                                          <p:attrName>style.visibility</p:attrName>
                                        </p:attrNameLst>
                                      </p:cBhvr>
                                      <p:to>
                                        <p:strVal val="visible"/>
                                      </p:to>
                                    </p:set>
                                  </p:childTnLst>
                                </p:cTn>
                              </p:par>
                            </p:childTnLst>
                          </p:cTn>
                        </p:par>
                      </p:childTnLst>
                    </p:cTn>
                  </p:par>
                  <p:par>
                    <p:cTn id="75" fill="hold">
                      <p:stCondLst>
                        <p:cond delay="indefinite"/>
                      </p:stCondLst>
                      <p:childTnLst>
                        <p:par>
                          <p:cTn id="76" fill="hold">
                            <p:stCondLst>
                              <p:cond delay="0"/>
                            </p:stCondLst>
                            <p:childTnLst>
                              <p:par>
                                <p:cTn id="77" presetID="49" presetClass="entr" presetSubtype="0" decel="100000" fill="hold" grpId="0" nodeType="clickEffect">
                                  <p:stCondLst>
                                    <p:cond delay="0"/>
                                  </p:stCondLst>
                                  <p:childTnLst>
                                    <p:set>
                                      <p:cBhvr>
                                        <p:cTn id="78" dur="1" fill="hold">
                                          <p:stCondLst>
                                            <p:cond delay="0"/>
                                          </p:stCondLst>
                                        </p:cTn>
                                        <p:tgtEl>
                                          <p:spTgt spid="36"/>
                                        </p:tgtEl>
                                        <p:attrNameLst>
                                          <p:attrName>style.visibility</p:attrName>
                                        </p:attrNameLst>
                                      </p:cBhvr>
                                      <p:to>
                                        <p:strVal val="visible"/>
                                      </p:to>
                                    </p:set>
                                    <p:anim calcmode="lin" valueType="num">
                                      <p:cBhvr>
                                        <p:cTn id="79" dur="500" fill="hold"/>
                                        <p:tgtEl>
                                          <p:spTgt spid="36"/>
                                        </p:tgtEl>
                                        <p:attrNameLst>
                                          <p:attrName>ppt_w</p:attrName>
                                        </p:attrNameLst>
                                      </p:cBhvr>
                                      <p:tavLst>
                                        <p:tav tm="0">
                                          <p:val>
                                            <p:fltVal val="0"/>
                                          </p:val>
                                        </p:tav>
                                        <p:tav tm="100000">
                                          <p:val>
                                            <p:strVal val="#ppt_w"/>
                                          </p:val>
                                        </p:tav>
                                      </p:tavLst>
                                    </p:anim>
                                    <p:anim calcmode="lin" valueType="num">
                                      <p:cBhvr>
                                        <p:cTn id="80" dur="500" fill="hold"/>
                                        <p:tgtEl>
                                          <p:spTgt spid="36"/>
                                        </p:tgtEl>
                                        <p:attrNameLst>
                                          <p:attrName>ppt_h</p:attrName>
                                        </p:attrNameLst>
                                      </p:cBhvr>
                                      <p:tavLst>
                                        <p:tav tm="0">
                                          <p:val>
                                            <p:fltVal val="0"/>
                                          </p:val>
                                        </p:tav>
                                        <p:tav tm="100000">
                                          <p:val>
                                            <p:strVal val="#ppt_h"/>
                                          </p:val>
                                        </p:tav>
                                      </p:tavLst>
                                    </p:anim>
                                    <p:anim calcmode="lin" valueType="num">
                                      <p:cBhvr>
                                        <p:cTn id="81" dur="500" fill="hold"/>
                                        <p:tgtEl>
                                          <p:spTgt spid="36"/>
                                        </p:tgtEl>
                                        <p:attrNameLst>
                                          <p:attrName>style.rotation</p:attrName>
                                        </p:attrNameLst>
                                      </p:cBhvr>
                                      <p:tavLst>
                                        <p:tav tm="0">
                                          <p:val>
                                            <p:fltVal val="360"/>
                                          </p:val>
                                        </p:tav>
                                        <p:tav tm="100000">
                                          <p:val>
                                            <p:fltVal val="0"/>
                                          </p:val>
                                        </p:tav>
                                      </p:tavLst>
                                    </p:anim>
                                    <p:animEffect transition="in" filter="fade">
                                      <p:cBhvr>
                                        <p:cTn id="82" dur="500"/>
                                        <p:tgtEl>
                                          <p:spTgt spid="36"/>
                                        </p:tgtEl>
                                      </p:cBhvr>
                                    </p:animEffect>
                                  </p:childTnLst>
                                </p:cTn>
                              </p:par>
                            </p:childTnLst>
                          </p:cTn>
                        </p:par>
                        <p:par>
                          <p:cTn id="83" fill="hold">
                            <p:stCondLst>
                              <p:cond delay="500"/>
                            </p:stCondLst>
                            <p:childTnLst>
                              <p:par>
                                <p:cTn id="84" presetID="1" presetClass="entr" presetSubtype="0" fill="hold" grpId="0" nodeType="afterEffect">
                                  <p:stCondLst>
                                    <p:cond delay="0"/>
                                  </p:stCondLst>
                                  <p:iterate type="lt">
                                    <p:tmAbs val="100"/>
                                  </p:iterate>
                                  <p:childTnLst>
                                    <p:set>
                                      <p:cBhvr>
                                        <p:cTn id="85" dur="1" fill="hold">
                                          <p:stCondLst>
                                            <p:cond delay="0"/>
                                          </p:stCondLst>
                                        </p:cTn>
                                        <p:tgtEl>
                                          <p:spTgt spid="37"/>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0" grpId="0" animBg="1"/>
      <p:bldP spid="21" grpId="0"/>
      <p:bldP spid="22" grpId="0" animBg="1"/>
      <p:bldP spid="23" grpId="0"/>
      <p:bldP spid="26" grpId="0" animBg="1"/>
      <p:bldP spid="27" grpId="0"/>
      <p:bldP spid="28" grpId="0" animBg="1"/>
      <p:bldP spid="29" grpId="0"/>
      <p:bldP spid="30" grpId="0" animBg="1"/>
      <p:bldP spid="31" grpId="0"/>
      <p:bldP spid="34" grpId="0" animBg="1"/>
      <p:bldP spid="35" grpId="0"/>
      <p:bldP spid="36" grpId="0" animBg="1"/>
      <p:bldP spid="37" grpId="0"/>
    </p:bldLst>
  </p:timing>
</p:sld>
</file>

<file path=ppt/slides/slide51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6" name="文本框 75">
            <a:extLst>
              <a:ext uri="{FF2B5EF4-FFF2-40B4-BE49-F238E27FC236}">
                <a16:creationId xmlns:a16="http://schemas.microsoft.com/office/drawing/2014/main" id="{F6EB4E01-4CFC-4DD1-9CD9-E73AD52538E0}"/>
              </a:ext>
            </a:extLst>
          </p:cNvPr>
          <p:cNvSpPr txBox="1"/>
          <p:nvPr/>
        </p:nvSpPr>
        <p:spPr>
          <a:xfrm>
            <a:off x="5511164" y="4065923"/>
            <a:ext cx="1272594" cy="369332"/>
          </a:xfrm>
          <a:prstGeom prst="rect">
            <a:avLst/>
          </a:prstGeom>
          <a:noFill/>
        </p:spPr>
        <p:txBody>
          <a:bodyPr wrap="square" rtlCol="0">
            <a:spAutoFit/>
          </a:bodyPr>
          <a:lstStyle/>
          <a:p>
            <a:pPr algn="ctr"/>
            <a:r>
              <a:rPr lang="zh-CN" altLang="en-US" b="1" dirty="0">
                <a:latin typeface="Arial Narrow" panose="020B0606020202030204" pitchFamily="34" charset="0"/>
              </a:rPr>
              <a:t>接入点</a:t>
            </a:r>
            <a:r>
              <a:rPr lang="en-US" altLang="zh-CN" b="1" dirty="0">
                <a:latin typeface="Arial Narrow" panose="020B0606020202030204" pitchFamily="34" charset="0"/>
              </a:rPr>
              <a:t>AP</a:t>
            </a:r>
            <a:endParaRPr lang="zh-CN" altLang="en-US" b="1" dirty="0">
              <a:latin typeface="Arial Narrow" panose="020B0606020202030204" pitchFamily="34" charset="0"/>
            </a:endParaRPr>
          </a:p>
        </p:txBody>
      </p:sp>
      <p:sp>
        <p:nvSpPr>
          <p:cNvPr id="21" name="íşlïḍè">
            <a:extLst>
              <a:ext uri="{FF2B5EF4-FFF2-40B4-BE49-F238E27FC236}">
                <a16:creationId xmlns:a16="http://schemas.microsoft.com/office/drawing/2014/main" id="{2882B8A8-A951-4E36-A813-EE9E39641F4F}"/>
              </a:ext>
            </a:extLst>
          </p:cNvPr>
          <p:cNvSpPr txBox="1"/>
          <p:nvPr/>
        </p:nvSpPr>
        <p:spPr>
          <a:xfrm>
            <a:off x="933106" y="1149410"/>
            <a:ext cx="10513339" cy="478855"/>
          </a:xfrm>
          <a:prstGeom prst="rect">
            <a:avLst/>
          </a:prstGeom>
          <a:noFill/>
        </p:spPr>
        <p:txBody>
          <a:bodyPr wrap="square" lIns="91440" tIns="45720" rIns="91440" bIns="45720" anchor="ctr">
            <a:noAutofit/>
          </a:bodyPr>
          <a:lstStyle/>
          <a:p>
            <a:r>
              <a:rPr lang="zh-CN" altLang="en-US" sz="2000" b="1" dirty="0">
                <a:solidFill>
                  <a:schemeClr val="accent3">
                    <a:lumMod val="75000"/>
                  </a:schemeClr>
                </a:solidFill>
                <a:latin typeface="Arial Narrow" panose="020B0606020202030204" pitchFamily="34" charset="0"/>
              </a:rPr>
              <a:t>有固定基础设施的</a:t>
            </a:r>
            <a:r>
              <a:rPr lang="en-US" altLang="zh-CN" sz="2000" b="1" dirty="0">
                <a:solidFill>
                  <a:schemeClr val="accent3">
                    <a:lumMod val="75000"/>
                  </a:schemeClr>
                </a:solidFill>
                <a:latin typeface="Arial Narrow" panose="020B0606020202030204" pitchFamily="34" charset="0"/>
              </a:rPr>
              <a:t>802.11</a:t>
            </a:r>
            <a:r>
              <a:rPr lang="zh-CN" altLang="en-US" sz="2000" b="1" dirty="0">
                <a:solidFill>
                  <a:schemeClr val="accent3">
                    <a:lumMod val="75000"/>
                  </a:schemeClr>
                </a:solidFill>
                <a:latin typeface="Arial Narrow" panose="020B0606020202030204" pitchFamily="34" charset="0"/>
              </a:rPr>
              <a:t>无线局域网</a:t>
            </a:r>
          </a:p>
        </p:txBody>
      </p:sp>
      <p:grpSp>
        <p:nvGrpSpPr>
          <p:cNvPr id="4" name="组合 3">
            <a:extLst>
              <a:ext uri="{FF2B5EF4-FFF2-40B4-BE49-F238E27FC236}">
                <a16:creationId xmlns:a16="http://schemas.microsoft.com/office/drawing/2014/main" id="{9A1EA9F2-FCB6-48C3-935F-7AE7E3AD14AC}"/>
              </a:ext>
            </a:extLst>
          </p:cNvPr>
          <p:cNvGrpSpPr/>
          <p:nvPr/>
        </p:nvGrpSpPr>
        <p:grpSpPr>
          <a:xfrm>
            <a:off x="304800" y="749300"/>
            <a:ext cx="4938199" cy="400110"/>
            <a:chOff x="424117" y="898245"/>
            <a:chExt cx="4938199" cy="400110"/>
          </a:xfrm>
        </p:grpSpPr>
        <p:sp>
          <p:nvSpPr>
            <p:cNvPr id="2" name="平行四边形 1">
              <a:extLst>
                <a:ext uri="{FF2B5EF4-FFF2-40B4-BE49-F238E27FC236}">
                  <a16:creationId xmlns:a16="http://schemas.microsoft.com/office/drawing/2014/main" id="{1F5BAA3F-9845-4F89-A2DD-8222D3E4EDAC}"/>
                </a:ext>
              </a:extLst>
            </p:cNvPr>
            <p:cNvSpPr/>
            <p:nvPr/>
          </p:nvSpPr>
          <p:spPr>
            <a:xfrm>
              <a:off x="424117" y="898245"/>
              <a:ext cx="628306" cy="387090"/>
            </a:xfrm>
            <a:prstGeom prst="parallelogram">
              <a:avLst/>
            </a:prstGeom>
            <a:solidFill>
              <a:schemeClr val="accent3">
                <a:lumMod val="75000"/>
              </a:schemeClr>
            </a:solidFill>
            <a:ln>
              <a:solidFill>
                <a:schemeClr val="accent3">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CN" sz="2200" dirty="0">
                  <a:latin typeface="Impact" panose="020B0806030902050204" pitchFamily="34" charset="0"/>
                </a:rPr>
                <a:t>01</a:t>
              </a:r>
              <a:endParaRPr lang="zh-CN" altLang="en-US" sz="2200" dirty="0">
                <a:latin typeface="Impact" panose="020B0806030902050204" pitchFamily="34" charset="0"/>
              </a:endParaRPr>
            </a:p>
          </p:txBody>
        </p:sp>
        <p:sp>
          <p:nvSpPr>
            <p:cNvPr id="3" name="文本框 2">
              <a:extLst>
                <a:ext uri="{FF2B5EF4-FFF2-40B4-BE49-F238E27FC236}">
                  <a16:creationId xmlns:a16="http://schemas.microsoft.com/office/drawing/2014/main" id="{4D6BD736-A4D3-4F26-AFED-36E11F50F70B}"/>
                </a:ext>
              </a:extLst>
            </p:cNvPr>
            <p:cNvSpPr txBox="1"/>
            <p:nvPr/>
          </p:nvSpPr>
          <p:spPr>
            <a:xfrm>
              <a:off x="1052423" y="898245"/>
              <a:ext cx="4309893" cy="400110"/>
            </a:xfrm>
            <a:prstGeom prst="rect">
              <a:avLst/>
            </a:prstGeom>
            <a:noFill/>
          </p:spPr>
          <p:txBody>
            <a:bodyPr wrap="square" rtlCol="0">
              <a:spAutoFit/>
            </a:bodyPr>
            <a:lstStyle/>
            <a:p>
              <a:r>
                <a:rPr lang="en-US" altLang="zh-CN" sz="2000" b="1" dirty="0">
                  <a:solidFill>
                    <a:schemeClr val="tx1"/>
                  </a:solidFill>
                  <a:latin typeface="Arial Narrow" panose="020B0606020202030204" pitchFamily="34" charset="0"/>
                </a:rPr>
                <a:t>802.11</a:t>
              </a:r>
              <a:r>
                <a:rPr lang="zh-CN" altLang="en-US" sz="2000" b="1" dirty="0">
                  <a:solidFill>
                    <a:schemeClr val="tx1"/>
                  </a:solidFill>
                  <a:latin typeface="Arial Narrow" panose="020B0606020202030204" pitchFamily="34" charset="0"/>
                </a:rPr>
                <a:t>无线局域网的组成</a:t>
              </a:r>
              <a:endParaRPr lang="en-US" altLang="zh-CN" sz="2000" b="1" dirty="0">
                <a:solidFill>
                  <a:schemeClr val="tx1"/>
                </a:solidFill>
                <a:latin typeface="Arial Narrow" panose="020B0606020202030204" pitchFamily="34" charset="0"/>
              </a:endParaRPr>
            </a:p>
          </p:txBody>
        </p:sp>
      </p:grpSp>
      <p:grpSp>
        <p:nvGrpSpPr>
          <p:cNvPr id="93" name="组合 92">
            <a:extLst>
              <a:ext uri="{FF2B5EF4-FFF2-40B4-BE49-F238E27FC236}">
                <a16:creationId xmlns:a16="http://schemas.microsoft.com/office/drawing/2014/main" id="{6DF0B1AC-4440-426C-8D9A-A3CF7DBC8A10}"/>
              </a:ext>
            </a:extLst>
          </p:cNvPr>
          <p:cNvGrpSpPr/>
          <p:nvPr/>
        </p:nvGrpSpPr>
        <p:grpSpPr>
          <a:xfrm>
            <a:off x="4558444" y="2290712"/>
            <a:ext cx="3117230" cy="3117230"/>
            <a:chOff x="4558444" y="2487562"/>
            <a:chExt cx="3117230" cy="3117230"/>
          </a:xfrm>
        </p:grpSpPr>
        <p:sp>
          <p:nvSpPr>
            <p:cNvPr id="19" name="椭圆 18">
              <a:extLst>
                <a:ext uri="{FF2B5EF4-FFF2-40B4-BE49-F238E27FC236}">
                  <a16:creationId xmlns:a16="http://schemas.microsoft.com/office/drawing/2014/main" id="{11E5CF4D-BE9C-46DA-9EAE-E6DADE3F495B}"/>
                </a:ext>
              </a:extLst>
            </p:cNvPr>
            <p:cNvSpPr/>
            <p:nvPr/>
          </p:nvSpPr>
          <p:spPr>
            <a:xfrm>
              <a:off x="4558444" y="2487562"/>
              <a:ext cx="3117230" cy="3117230"/>
            </a:xfrm>
            <a:prstGeom prst="ellipse">
              <a:avLst/>
            </a:prstGeom>
            <a:noFill/>
            <a:ln>
              <a:solidFill>
                <a:schemeClr val="tx1"/>
              </a:solid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24" name="文本框 23">
              <a:extLst>
                <a:ext uri="{FF2B5EF4-FFF2-40B4-BE49-F238E27FC236}">
                  <a16:creationId xmlns:a16="http://schemas.microsoft.com/office/drawing/2014/main" id="{A4BCBBE7-1B74-49E5-B9EA-55A298699B08}"/>
                </a:ext>
              </a:extLst>
            </p:cNvPr>
            <p:cNvSpPr txBox="1"/>
            <p:nvPr/>
          </p:nvSpPr>
          <p:spPr>
            <a:xfrm>
              <a:off x="5222049" y="2922666"/>
              <a:ext cx="1786001" cy="369332"/>
            </a:xfrm>
            <a:prstGeom prst="rect">
              <a:avLst/>
            </a:prstGeom>
            <a:noFill/>
          </p:spPr>
          <p:txBody>
            <a:bodyPr wrap="square" rtlCol="0">
              <a:spAutoFit/>
            </a:bodyPr>
            <a:lstStyle/>
            <a:p>
              <a:pPr algn="ctr"/>
              <a:r>
                <a:rPr lang="zh-CN" altLang="en-US" b="1" dirty="0">
                  <a:latin typeface="Arial Narrow" panose="020B0606020202030204" pitchFamily="34" charset="0"/>
                </a:rPr>
                <a:t>基本服务集</a:t>
              </a:r>
              <a:r>
                <a:rPr lang="en-US" altLang="zh-CN" b="1" dirty="0">
                  <a:latin typeface="Arial Narrow" panose="020B0606020202030204" pitchFamily="34" charset="0"/>
                </a:rPr>
                <a:t>BSS</a:t>
              </a:r>
              <a:endParaRPr lang="zh-CN" altLang="en-US" b="1" dirty="0">
                <a:latin typeface="Arial Narrow" panose="020B0606020202030204" pitchFamily="34" charset="0"/>
              </a:endParaRPr>
            </a:p>
          </p:txBody>
        </p:sp>
      </p:grpSp>
      <p:grpSp>
        <p:nvGrpSpPr>
          <p:cNvPr id="92" name="组合 91">
            <a:extLst>
              <a:ext uri="{FF2B5EF4-FFF2-40B4-BE49-F238E27FC236}">
                <a16:creationId xmlns:a16="http://schemas.microsoft.com/office/drawing/2014/main" id="{E8779372-1792-4A72-8CDC-2213C1CA3670}"/>
              </a:ext>
            </a:extLst>
          </p:cNvPr>
          <p:cNvGrpSpPr/>
          <p:nvPr/>
        </p:nvGrpSpPr>
        <p:grpSpPr>
          <a:xfrm>
            <a:off x="4217527" y="1642957"/>
            <a:ext cx="3749377" cy="3942725"/>
            <a:chOff x="4217527" y="1839807"/>
            <a:chExt cx="3749377" cy="3942725"/>
          </a:xfrm>
        </p:grpSpPr>
        <p:pic>
          <p:nvPicPr>
            <p:cNvPr id="32" name="图形 31">
              <a:extLst>
                <a:ext uri="{FF2B5EF4-FFF2-40B4-BE49-F238E27FC236}">
                  <a16:creationId xmlns:a16="http://schemas.microsoft.com/office/drawing/2014/main" id="{51FDC802-626C-4992-B398-7B209FB093FE}"/>
                </a:ext>
              </a:extLst>
            </p:cNvPr>
            <p:cNvPicPr>
              <a:picLocks noChangeAspect="1"/>
            </p:cNvPicPr>
            <p:nvPr/>
          </p:nvPicPr>
          <p:blipFill>
            <a:blip r:embed="rId3">
              <a:extLst>
                <a:ext uri="{28A0092B-C50C-407E-A947-70E740481C1C}">
                  <a14:useLocalDpi xmlns:a14="http://schemas.microsoft.com/office/drawing/2010/main" val="0"/>
                </a:ext>
                <a:ext uri="{96DAC541-7B7A-43D3-8B79-37D633B846F1}">
                  <asvg:svgBlip xmlns:asvg="http://schemas.microsoft.com/office/drawing/2016/SVG/main" r:embed="rId4"/>
                </a:ext>
              </a:extLst>
            </a:blip>
            <a:stretch>
              <a:fillRect/>
            </a:stretch>
          </p:blipFill>
          <p:spPr>
            <a:xfrm>
              <a:off x="5707974" y="3296491"/>
              <a:ext cx="1028700" cy="1009650"/>
            </a:xfrm>
            <a:prstGeom prst="rect">
              <a:avLst/>
            </a:prstGeom>
          </p:spPr>
        </p:pic>
        <p:grpSp>
          <p:nvGrpSpPr>
            <p:cNvPr id="11" name="组合 10">
              <a:extLst>
                <a:ext uri="{FF2B5EF4-FFF2-40B4-BE49-F238E27FC236}">
                  <a16:creationId xmlns:a16="http://schemas.microsoft.com/office/drawing/2014/main" id="{7B85853D-738E-4C2B-A0B3-4C8C5926329D}"/>
                </a:ext>
              </a:extLst>
            </p:cNvPr>
            <p:cNvGrpSpPr/>
            <p:nvPr/>
          </p:nvGrpSpPr>
          <p:grpSpPr>
            <a:xfrm>
              <a:off x="7304090" y="3386940"/>
              <a:ext cx="662814" cy="854540"/>
              <a:chOff x="6442805" y="2960597"/>
              <a:chExt cx="662814" cy="854540"/>
            </a:xfrm>
          </p:grpSpPr>
          <p:grpSp>
            <p:nvGrpSpPr>
              <p:cNvPr id="50" name="组合 49">
                <a:extLst>
                  <a:ext uri="{FF2B5EF4-FFF2-40B4-BE49-F238E27FC236}">
                    <a16:creationId xmlns:a16="http://schemas.microsoft.com/office/drawing/2014/main" id="{855CA413-28DC-4495-ADBC-1EBE155597EC}"/>
                  </a:ext>
                </a:extLst>
              </p:cNvPr>
              <p:cNvGrpSpPr/>
              <p:nvPr/>
            </p:nvGrpSpPr>
            <p:grpSpPr>
              <a:xfrm>
                <a:off x="6724619" y="2960597"/>
                <a:ext cx="381000" cy="351117"/>
                <a:chOff x="2556504" y="2484669"/>
                <a:chExt cx="381000" cy="351117"/>
              </a:xfrm>
            </p:grpSpPr>
            <p:pic>
              <p:nvPicPr>
                <p:cNvPr id="51" name="图形 50">
                  <a:extLst>
                    <a:ext uri="{FF2B5EF4-FFF2-40B4-BE49-F238E27FC236}">
                      <a16:creationId xmlns:a16="http://schemas.microsoft.com/office/drawing/2014/main" id="{59CD61CE-AAA2-4E82-8921-1165C77D6CC9}"/>
                    </a:ext>
                  </a:extLst>
                </p:cNvPr>
                <p:cNvPicPr>
                  <a:picLocks noChangeAspect="1"/>
                </p:cNvPicPr>
                <p:nvPr/>
              </p:nvPicPr>
              <p:blipFill>
                <a:blip r:embed="rId5">
                  <a:extLst>
                    <a:ext uri="{28A0092B-C50C-407E-A947-70E740481C1C}">
                      <a14:useLocalDpi xmlns:a14="http://schemas.microsoft.com/office/drawing/2010/main" val="0"/>
                    </a:ext>
                    <a:ext uri="{96DAC541-7B7A-43D3-8B79-37D633B846F1}">
                      <asvg:svgBlip xmlns:asvg="http://schemas.microsoft.com/office/drawing/2016/SVG/main" r:embed="rId6"/>
                    </a:ext>
                  </a:extLst>
                </a:blip>
                <a:stretch>
                  <a:fillRect/>
                </a:stretch>
              </p:blipFill>
              <p:spPr>
                <a:xfrm>
                  <a:off x="2556504" y="2484669"/>
                  <a:ext cx="381000" cy="285750"/>
                </a:xfrm>
                <a:prstGeom prst="rect">
                  <a:avLst/>
                </a:prstGeom>
              </p:spPr>
            </p:pic>
            <p:cxnSp>
              <p:nvCxnSpPr>
                <p:cNvPr id="52" name="直接连接符 51">
                  <a:extLst>
                    <a:ext uri="{FF2B5EF4-FFF2-40B4-BE49-F238E27FC236}">
                      <a16:creationId xmlns:a16="http://schemas.microsoft.com/office/drawing/2014/main" id="{F3289D25-38DA-47C1-955E-1BFC786C71AD}"/>
                    </a:ext>
                  </a:extLst>
                </p:cNvPr>
                <p:cNvCxnSpPr/>
                <p:nvPr/>
              </p:nvCxnSpPr>
              <p:spPr>
                <a:xfrm>
                  <a:off x="2747004" y="2612580"/>
                  <a:ext cx="0" cy="223206"/>
                </a:xfrm>
                <a:prstGeom prst="line">
                  <a:avLst/>
                </a:prstGeom>
                <a:ln w="25400">
                  <a:solidFill>
                    <a:srgbClr val="999999"/>
                  </a:solidFill>
                </a:ln>
              </p:spPr>
              <p:style>
                <a:lnRef idx="1">
                  <a:schemeClr val="accent1"/>
                </a:lnRef>
                <a:fillRef idx="0">
                  <a:schemeClr val="accent1"/>
                </a:fillRef>
                <a:effectRef idx="0">
                  <a:schemeClr val="accent1"/>
                </a:effectRef>
                <a:fontRef idx="minor">
                  <a:schemeClr val="tx1"/>
                </a:fontRef>
              </p:style>
            </p:cxnSp>
          </p:grpSp>
          <p:pic>
            <p:nvPicPr>
              <p:cNvPr id="53" name="图形 10">
                <a:extLst>
                  <a:ext uri="{FF2B5EF4-FFF2-40B4-BE49-F238E27FC236}">
                    <a16:creationId xmlns:a16="http://schemas.microsoft.com/office/drawing/2014/main" id="{A297BC35-67BF-4ACC-951C-C010401F1756}"/>
                  </a:ext>
                </a:extLst>
              </p:cNvPr>
              <p:cNvPicPr>
                <a:picLocks noChangeAspect="1"/>
              </p:cNvPicPr>
              <p:nvPr/>
            </p:nvPicPr>
            <p:blipFill>
              <a:blip r:embed="rId7">
                <a:extLst>
                  <a:ext uri="{28A0092B-C50C-407E-A947-70E740481C1C}">
                    <a14:useLocalDpi xmlns:a14="http://schemas.microsoft.com/office/drawing/2010/main" val="0"/>
                  </a:ext>
                  <a:ext uri="{96DAC541-7B7A-43D3-8B79-37D633B846F1}">
                    <asvg:svgBlip xmlns:asvg="http://schemas.microsoft.com/office/drawing/2016/SVG/main" r:embed="rId8"/>
                  </a:ext>
                </a:extLst>
              </a:blip>
              <a:stretch>
                <a:fillRect/>
              </a:stretch>
            </p:blipFill>
            <p:spPr>
              <a:xfrm>
                <a:off x="6442805" y="3174055"/>
                <a:ext cx="662814" cy="641082"/>
              </a:xfrm>
              <a:prstGeom prst="rect">
                <a:avLst/>
              </a:prstGeom>
            </p:spPr>
          </p:pic>
        </p:grpSp>
        <p:grpSp>
          <p:nvGrpSpPr>
            <p:cNvPr id="9" name="组合 8">
              <a:extLst>
                <a:ext uri="{FF2B5EF4-FFF2-40B4-BE49-F238E27FC236}">
                  <a16:creationId xmlns:a16="http://schemas.microsoft.com/office/drawing/2014/main" id="{B60E5B4C-3174-406C-9F00-F72946FD8C36}"/>
                </a:ext>
              </a:extLst>
            </p:cNvPr>
            <p:cNvGrpSpPr/>
            <p:nvPr/>
          </p:nvGrpSpPr>
          <p:grpSpPr>
            <a:xfrm>
              <a:off x="4708861" y="4411641"/>
              <a:ext cx="772699" cy="858650"/>
              <a:chOff x="8735761" y="5137011"/>
              <a:chExt cx="772699" cy="858650"/>
            </a:xfrm>
          </p:grpSpPr>
          <p:pic>
            <p:nvPicPr>
              <p:cNvPr id="41" name="图形 10">
                <a:extLst>
                  <a:ext uri="{FF2B5EF4-FFF2-40B4-BE49-F238E27FC236}">
                    <a16:creationId xmlns:a16="http://schemas.microsoft.com/office/drawing/2014/main" id="{FFB706F8-658F-4A80-B3FF-C53C7EC78F83}"/>
                  </a:ext>
                </a:extLst>
              </p:cNvPr>
              <p:cNvPicPr>
                <a:picLocks noChangeAspect="1"/>
              </p:cNvPicPr>
              <p:nvPr/>
            </p:nvPicPr>
            <p:blipFill>
              <a:blip r:embed="rId7">
                <a:extLst>
                  <a:ext uri="{28A0092B-C50C-407E-A947-70E740481C1C}">
                    <a14:useLocalDpi xmlns:a14="http://schemas.microsoft.com/office/drawing/2010/main" val="0"/>
                  </a:ext>
                  <a:ext uri="{96DAC541-7B7A-43D3-8B79-37D633B846F1}">
                    <asvg:svgBlip xmlns:asvg="http://schemas.microsoft.com/office/drawing/2016/SVG/main" r:embed="rId8"/>
                  </a:ext>
                </a:extLst>
              </a:blip>
              <a:stretch>
                <a:fillRect/>
              </a:stretch>
            </p:blipFill>
            <p:spPr>
              <a:xfrm>
                <a:off x="8735761" y="5354579"/>
                <a:ext cx="662814" cy="641082"/>
              </a:xfrm>
              <a:prstGeom prst="rect">
                <a:avLst/>
              </a:prstGeom>
            </p:spPr>
          </p:pic>
          <p:grpSp>
            <p:nvGrpSpPr>
              <p:cNvPr id="70" name="组合 69">
                <a:extLst>
                  <a:ext uri="{FF2B5EF4-FFF2-40B4-BE49-F238E27FC236}">
                    <a16:creationId xmlns:a16="http://schemas.microsoft.com/office/drawing/2014/main" id="{FFB1DD27-89F5-4288-9F9E-92751553B153}"/>
                  </a:ext>
                </a:extLst>
              </p:cNvPr>
              <p:cNvGrpSpPr/>
              <p:nvPr/>
            </p:nvGrpSpPr>
            <p:grpSpPr>
              <a:xfrm>
                <a:off x="9127460" y="5137011"/>
                <a:ext cx="381000" cy="351117"/>
                <a:chOff x="2556504" y="2484669"/>
                <a:chExt cx="381000" cy="351117"/>
              </a:xfrm>
            </p:grpSpPr>
            <p:pic>
              <p:nvPicPr>
                <p:cNvPr id="71" name="图形 70">
                  <a:extLst>
                    <a:ext uri="{FF2B5EF4-FFF2-40B4-BE49-F238E27FC236}">
                      <a16:creationId xmlns:a16="http://schemas.microsoft.com/office/drawing/2014/main" id="{47FB686B-5108-4B63-94BB-5E7312B423F9}"/>
                    </a:ext>
                  </a:extLst>
                </p:cNvPr>
                <p:cNvPicPr>
                  <a:picLocks noChangeAspect="1"/>
                </p:cNvPicPr>
                <p:nvPr/>
              </p:nvPicPr>
              <p:blipFill>
                <a:blip r:embed="rId5">
                  <a:extLst>
                    <a:ext uri="{28A0092B-C50C-407E-A947-70E740481C1C}">
                      <a14:useLocalDpi xmlns:a14="http://schemas.microsoft.com/office/drawing/2010/main" val="0"/>
                    </a:ext>
                    <a:ext uri="{96DAC541-7B7A-43D3-8B79-37D633B846F1}">
                      <asvg:svgBlip xmlns:asvg="http://schemas.microsoft.com/office/drawing/2016/SVG/main" r:embed="rId6"/>
                    </a:ext>
                  </a:extLst>
                </a:blip>
                <a:stretch>
                  <a:fillRect/>
                </a:stretch>
              </p:blipFill>
              <p:spPr>
                <a:xfrm>
                  <a:off x="2556504" y="2484669"/>
                  <a:ext cx="381000" cy="285750"/>
                </a:xfrm>
                <a:prstGeom prst="rect">
                  <a:avLst/>
                </a:prstGeom>
              </p:spPr>
            </p:pic>
            <p:cxnSp>
              <p:nvCxnSpPr>
                <p:cNvPr id="72" name="直接连接符 71">
                  <a:extLst>
                    <a:ext uri="{FF2B5EF4-FFF2-40B4-BE49-F238E27FC236}">
                      <a16:creationId xmlns:a16="http://schemas.microsoft.com/office/drawing/2014/main" id="{64E059CC-7FEA-4019-B5D1-F5FC6A8E18E7}"/>
                    </a:ext>
                  </a:extLst>
                </p:cNvPr>
                <p:cNvCxnSpPr/>
                <p:nvPr/>
              </p:nvCxnSpPr>
              <p:spPr>
                <a:xfrm>
                  <a:off x="2747004" y="2612580"/>
                  <a:ext cx="0" cy="223206"/>
                </a:xfrm>
                <a:prstGeom prst="line">
                  <a:avLst/>
                </a:prstGeom>
                <a:ln w="25400">
                  <a:solidFill>
                    <a:srgbClr val="999999"/>
                  </a:solidFill>
                </a:ln>
              </p:spPr>
              <p:style>
                <a:lnRef idx="1">
                  <a:schemeClr val="accent1"/>
                </a:lnRef>
                <a:fillRef idx="0">
                  <a:schemeClr val="accent1"/>
                </a:fillRef>
                <a:effectRef idx="0">
                  <a:schemeClr val="accent1"/>
                </a:effectRef>
                <a:fontRef idx="minor">
                  <a:schemeClr val="tx1"/>
                </a:fontRef>
              </p:style>
            </p:cxnSp>
          </p:grpSp>
        </p:grpSp>
        <p:grpSp>
          <p:nvGrpSpPr>
            <p:cNvPr id="10" name="组合 9">
              <a:extLst>
                <a:ext uri="{FF2B5EF4-FFF2-40B4-BE49-F238E27FC236}">
                  <a16:creationId xmlns:a16="http://schemas.microsoft.com/office/drawing/2014/main" id="{C8457A0F-4E3B-410F-A754-0D9C33698899}"/>
                </a:ext>
              </a:extLst>
            </p:cNvPr>
            <p:cNvGrpSpPr/>
            <p:nvPr/>
          </p:nvGrpSpPr>
          <p:grpSpPr>
            <a:xfrm>
              <a:off x="5767055" y="4878490"/>
              <a:ext cx="662814" cy="904042"/>
              <a:chOff x="7105619" y="4328526"/>
              <a:chExt cx="662814" cy="904042"/>
            </a:xfrm>
          </p:grpSpPr>
          <p:pic>
            <p:nvPicPr>
              <p:cNvPr id="40" name="图形 10">
                <a:extLst>
                  <a:ext uri="{FF2B5EF4-FFF2-40B4-BE49-F238E27FC236}">
                    <a16:creationId xmlns:a16="http://schemas.microsoft.com/office/drawing/2014/main" id="{84B42A8A-5651-4BA7-878E-B2CAE0EA517E}"/>
                  </a:ext>
                </a:extLst>
              </p:cNvPr>
              <p:cNvPicPr>
                <a:picLocks noChangeAspect="1"/>
              </p:cNvPicPr>
              <p:nvPr/>
            </p:nvPicPr>
            <p:blipFill>
              <a:blip r:embed="rId7">
                <a:extLst>
                  <a:ext uri="{28A0092B-C50C-407E-A947-70E740481C1C}">
                    <a14:useLocalDpi xmlns:a14="http://schemas.microsoft.com/office/drawing/2010/main" val="0"/>
                  </a:ext>
                  <a:ext uri="{96DAC541-7B7A-43D3-8B79-37D633B846F1}">
                    <asvg:svgBlip xmlns:asvg="http://schemas.microsoft.com/office/drawing/2016/SVG/main" r:embed="rId8"/>
                  </a:ext>
                </a:extLst>
              </a:blip>
              <a:stretch>
                <a:fillRect/>
              </a:stretch>
            </p:blipFill>
            <p:spPr>
              <a:xfrm>
                <a:off x="7105619" y="4591486"/>
                <a:ext cx="662814" cy="641082"/>
              </a:xfrm>
              <a:prstGeom prst="rect">
                <a:avLst/>
              </a:prstGeom>
            </p:spPr>
          </p:pic>
          <p:grpSp>
            <p:nvGrpSpPr>
              <p:cNvPr id="73" name="组合 72">
                <a:extLst>
                  <a:ext uri="{FF2B5EF4-FFF2-40B4-BE49-F238E27FC236}">
                    <a16:creationId xmlns:a16="http://schemas.microsoft.com/office/drawing/2014/main" id="{B488878D-248C-412D-B229-46D3018D8F7F}"/>
                  </a:ext>
                </a:extLst>
              </p:cNvPr>
              <p:cNvGrpSpPr/>
              <p:nvPr/>
            </p:nvGrpSpPr>
            <p:grpSpPr>
              <a:xfrm>
                <a:off x="7360152" y="4328526"/>
                <a:ext cx="381000" cy="351117"/>
                <a:chOff x="2556504" y="2484669"/>
                <a:chExt cx="381000" cy="351117"/>
              </a:xfrm>
            </p:grpSpPr>
            <p:pic>
              <p:nvPicPr>
                <p:cNvPr id="74" name="图形 73">
                  <a:extLst>
                    <a:ext uri="{FF2B5EF4-FFF2-40B4-BE49-F238E27FC236}">
                      <a16:creationId xmlns:a16="http://schemas.microsoft.com/office/drawing/2014/main" id="{83B8EE47-2BE9-4931-B2BC-4DF162DE65A3}"/>
                    </a:ext>
                  </a:extLst>
                </p:cNvPr>
                <p:cNvPicPr>
                  <a:picLocks noChangeAspect="1"/>
                </p:cNvPicPr>
                <p:nvPr/>
              </p:nvPicPr>
              <p:blipFill>
                <a:blip r:embed="rId5">
                  <a:extLst>
                    <a:ext uri="{28A0092B-C50C-407E-A947-70E740481C1C}">
                      <a14:useLocalDpi xmlns:a14="http://schemas.microsoft.com/office/drawing/2010/main" val="0"/>
                    </a:ext>
                    <a:ext uri="{96DAC541-7B7A-43D3-8B79-37D633B846F1}">
                      <asvg:svgBlip xmlns:asvg="http://schemas.microsoft.com/office/drawing/2016/SVG/main" r:embed="rId6"/>
                    </a:ext>
                  </a:extLst>
                </a:blip>
                <a:stretch>
                  <a:fillRect/>
                </a:stretch>
              </p:blipFill>
              <p:spPr>
                <a:xfrm>
                  <a:off x="2556504" y="2484669"/>
                  <a:ext cx="381000" cy="285750"/>
                </a:xfrm>
                <a:prstGeom prst="rect">
                  <a:avLst/>
                </a:prstGeom>
              </p:spPr>
            </p:pic>
            <p:cxnSp>
              <p:nvCxnSpPr>
                <p:cNvPr id="75" name="直接连接符 74">
                  <a:extLst>
                    <a:ext uri="{FF2B5EF4-FFF2-40B4-BE49-F238E27FC236}">
                      <a16:creationId xmlns:a16="http://schemas.microsoft.com/office/drawing/2014/main" id="{D229BECE-6DA5-4980-9F95-9CB8871DB318}"/>
                    </a:ext>
                  </a:extLst>
                </p:cNvPr>
                <p:cNvCxnSpPr/>
                <p:nvPr/>
              </p:nvCxnSpPr>
              <p:spPr>
                <a:xfrm>
                  <a:off x="2747004" y="2612580"/>
                  <a:ext cx="0" cy="223206"/>
                </a:xfrm>
                <a:prstGeom prst="line">
                  <a:avLst/>
                </a:prstGeom>
                <a:ln w="25400">
                  <a:solidFill>
                    <a:srgbClr val="999999"/>
                  </a:solidFill>
                </a:ln>
              </p:spPr>
              <p:style>
                <a:lnRef idx="1">
                  <a:schemeClr val="accent1"/>
                </a:lnRef>
                <a:fillRef idx="0">
                  <a:schemeClr val="accent1"/>
                </a:fillRef>
                <a:effectRef idx="0">
                  <a:schemeClr val="accent1"/>
                </a:effectRef>
                <a:fontRef idx="minor">
                  <a:schemeClr val="tx1"/>
                </a:fontRef>
              </p:style>
            </p:cxnSp>
          </p:grpSp>
        </p:grpSp>
        <p:grpSp>
          <p:nvGrpSpPr>
            <p:cNvPr id="5" name="组合 4">
              <a:extLst>
                <a:ext uri="{FF2B5EF4-FFF2-40B4-BE49-F238E27FC236}">
                  <a16:creationId xmlns:a16="http://schemas.microsoft.com/office/drawing/2014/main" id="{BF1752FC-1B3C-41D7-A18B-DACC56C2338F}"/>
                </a:ext>
              </a:extLst>
            </p:cNvPr>
            <p:cNvGrpSpPr/>
            <p:nvPr/>
          </p:nvGrpSpPr>
          <p:grpSpPr>
            <a:xfrm>
              <a:off x="5767055" y="1839807"/>
              <a:ext cx="662814" cy="846462"/>
              <a:chOff x="8552818" y="654050"/>
              <a:chExt cx="662814" cy="846462"/>
            </a:xfrm>
          </p:grpSpPr>
          <p:grpSp>
            <p:nvGrpSpPr>
              <p:cNvPr id="57" name="组合 56">
                <a:extLst>
                  <a:ext uri="{FF2B5EF4-FFF2-40B4-BE49-F238E27FC236}">
                    <a16:creationId xmlns:a16="http://schemas.microsoft.com/office/drawing/2014/main" id="{C64FB410-CBA2-4C6F-93C4-6F98D6B9D1BA}"/>
                  </a:ext>
                </a:extLst>
              </p:cNvPr>
              <p:cNvGrpSpPr/>
              <p:nvPr/>
            </p:nvGrpSpPr>
            <p:grpSpPr>
              <a:xfrm>
                <a:off x="8831192" y="654050"/>
                <a:ext cx="381000" cy="351117"/>
                <a:chOff x="2556504" y="2484669"/>
                <a:chExt cx="381000" cy="351117"/>
              </a:xfrm>
            </p:grpSpPr>
            <p:pic>
              <p:nvPicPr>
                <p:cNvPr id="58" name="图形 57">
                  <a:extLst>
                    <a:ext uri="{FF2B5EF4-FFF2-40B4-BE49-F238E27FC236}">
                      <a16:creationId xmlns:a16="http://schemas.microsoft.com/office/drawing/2014/main" id="{7A2DB838-27E8-4915-ABC0-A2E0E42F565D}"/>
                    </a:ext>
                  </a:extLst>
                </p:cNvPr>
                <p:cNvPicPr>
                  <a:picLocks noChangeAspect="1"/>
                </p:cNvPicPr>
                <p:nvPr/>
              </p:nvPicPr>
              <p:blipFill>
                <a:blip r:embed="rId5">
                  <a:extLst>
                    <a:ext uri="{28A0092B-C50C-407E-A947-70E740481C1C}">
                      <a14:useLocalDpi xmlns:a14="http://schemas.microsoft.com/office/drawing/2010/main" val="0"/>
                    </a:ext>
                    <a:ext uri="{96DAC541-7B7A-43D3-8B79-37D633B846F1}">
                      <asvg:svgBlip xmlns:asvg="http://schemas.microsoft.com/office/drawing/2016/SVG/main" r:embed="rId6"/>
                    </a:ext>
                  </a:extLst>
                </a:blip>
                <a:stretch>
                  <a:fillRect/>
                </a:stretch>
              </p:blipFill>
              <p:spPr>
                <a:xfrm>
                  <a:off x="2556504" y="2484669"/>
                  <a:ext cx="381000" cy="285750"/>
                </a:xfrm>
                <a:prstGeom prst="rect">
                  <a:avLst/>
                </a:prstGeom>
              </p:spPr>
            </p:pic>
            <p:cxnSp>
              <p:nvCxnSpPr>
                <p:cNvPr id="59" name="直接连接符 58">
                  <a:extLst>
                    <a:ext uri="{FF2B5EF4-FFF2-40B4-BE49-F238E27FC236}">
                      <a16:creationId xmlns:a16="http://schemas.microsoft.com/office/drawing/2014/main" id="{5152E0C1-AD0A-499C-A2E1-52701550F3E8}"/>
                    </a:ext>
                  </a:extLst>
                </p:cNvPr>
                <p:cNvCxnSpPr/>
                <p:nvPr/>
              </p:nvCxnSpPr>
              <p:spPr>
                <a:xfrm>
                  <a:off x="2747004" y="2612580"/>
                  <a:ext cx="0" cy="223206"/>
                </a:xfrm>
                <a:prstGeom prst="line">
                  <a:avLst/>
                </a:prstGeom>
                <a:ln w="25400">
                  <a:solidFill>
                    <a:srgbClr val="999999"/>
                  </a:solidFill>
                </a:ln>
              </p:spPr>
              <p:style>
                <a:lnRef idx="1">
                  <a:schemeClr val="accent1"/>
                </a:lnRef>
                <a:fillRef idx="0">
                  <a:schemeClr val="accent1"/>
                </a:fillRef>
                <a:effectRef idx="0">
                  <a:schemeClr val="accent1"/>
                </a:effectRef>
                <a:fontRef idx="minor">
                  <a:schemeClr val="tx1"/>
                </a:fontRef>
              </p:style>
            </p:cxnSp>
          </p:grpSp>
          <p:pic>
            <p:nvPicPr>
              <p:cNvPr id="25" name="图形 10">
                <a:extLst>
                  <a:ext uri="{FF2B5EF4-FFF2-40B4-BE49-F238E27FC236}">
                    <a16:creationId xmlns:a16="http://schemas.microsoft.com/office/drawing/2014/main" id="{F6B3A90B-4471-4775-B8D5-130CDDEFCF85}"/>
                  </a:ext>
                </a:extLst>
              </p:cNvPr>
              <p:cNvPicPr>
                <a:picLocks noChangeAspect="1"/>
              </p:cNvPicPr>
              <p:nvPr/>
            </p:nvPicPr>
            <p:blipFill>
              <a:blip r:embed="rId7">
                <a:extLst>
                  <a:ext uri="{28A0092B-C50C-407E-A947-70E740481C1C}">
                    <a14:useLocalDpi xmlns:a14="http://schemas.microsoft.com/office/drawing/2010/main" val="0"/>
                  </a:ext>
                  <a:ext uri="{96DAC541-7B7A-43D3-8B79-37D633B846F1}">
                    <asvg:svgBlip xmlns:asvg="http://schemas.microsoft.com/office/drawing/2016/SVG/main" r:embed="rId8"/>
                  </a:ext>
                </a:extLst>
              </a:blip>
              <a:stretch>
                <a:fillRect/>
              </a:stretch>
            </p:blipFill>
            <p:spPr>
              <a:xfrm>
                <a:off x="8552818" y="859430"/>
                <a:ext cx="662814" cy="641082"/>
              </a:xfrm>
              <a:prstGeom prst="rect">
                <a:avLst/>
              </a:prstGeom>
            </p:spPr>
          </p:pic>
        </p:grpSp>
        <p:grpSp>
          <p:nvGrpSpPr>
            <p:cNvPr id="12" name="组合 11">
              <a:extLst>
                <a:ext uri="{FF2B5EF4-FFF2-40B4-BE49-F238E27FC236}">
                  <a16:creationId xmlns:a16="http://schemas.microsoft.com/office/drawing/2014/main" id="{4DD0B389-D978-4FE3-A04D-779BD992BB86}"/>
                </a:ext>
              </a:extLst>
            </p:cNvPr>
            <p:cNvGrpSpPr/>
            <p:nvPr/>
          </p:nvGrpSpPr>
          <p:grpSpPr>
            <a:xfrm>
              <a:off x="4217527" y="3411447"/>
              <a:ext cx="681834" cy="830033"/>
              <a:chOff x="6956615" y="1391042"/>
              <a:chExt cx="681834" cy="830033"/>
            </a:xfrm>
          </p:grpSpPr>
          <p:grpSp>
            <p:nvGrpSpPr>
              <p:cNvPr id="54" name="组合 53">
                <a:extLst>
                  <a:ext uri="{FF2B5EF4-FFF2-40B4-BE49-F238E27FC236}">
                    <a16:creationId xmlns:a16="http://schemas.microsoft.com/office/drawing/2014/main" id="{43CACFB6-2186-481B-9C9F-2B35A1831EDF}"/>
                  </a:ext>
                </a:extLst>
              </p:cNvPr>
              <p:cNvGrpSpPr/>
              <p:nvPr/>
            </p:nvGrpSpPr>
            <p:grpSpPr>
              <a:xfrm>
                <a:off x="7257449" y="1391042"/>
                <a:ext cx="381000" cy="351117"/>
                <a:chOff x="2556504" y="2484669"/>
                <a:chExt cx="381000" cy="351117"/>
              </a:xfrm>
            </p:grpSpPr>
            <p:pic>
              <p:nvPicPr>
                <p:cNvPr id="55" name="图形 54">
                  <a:extLst>
                    <a:ext uri="{FF2B5EF4-FFF2-40B4-BE49-F238E27FC236}">
                      <a16:creationId xmlns:a16="http://schemas.microsoft.com/office/drawing/2014/main" id="{031F7A51-135B-45DC-9C5F-1F16EAFE2A90}"/>
                    </a:ext>
                  </a:extLst>
                </p:cNvPr>
                <p:cNvPicPr>
                  <a:picLocks noChangeAspect="1"/>
                </p:cNvPicPr>
                <p:nvPr/>
              </p:nvPicPr>
              <p:blipFill>
                <a:blip r:embed="rId5">
                  <a:extLst>
                    <a:ext uri="{28A0092B-C50C-407E-A947-70E740481C1C}">
                      <a14:useLocalDpi xmlns:a14="http://schemas.microsoft.com/office/drawing/2010/main" val="0"/>
                    </a:ext>
                    <a:ext uri="{96DAC541-7B7A-43D3-8B79-37D633B846F1}">
                      <asvg:svgBlip xmlns:asvg="http://schemas.microsoft.com/office/drawing/2016/SVG/main" r:embed="rId6"/>
                    </a:ext>
                  </a:extLst>
                </a:blip>
                <a:stretch>
                  <a:fillRect/>
                </a:stretch>
              </p:blipFill>
              <p:spPr>
                <a:xfrm>
                  <a:off x="2556504" y="2484669"/>
                  <a:ext cx="381000" cy="285750"/>
                </a:xfrm>
                <a:prstGeom prst="rect">
                  <a:avLst/>
                </a:prstGeom>
              </p:spPr>
            </p:pic>
            <p:cxnSp>
              <p:nvCxnSpPr>
                <p:cNvPr id="56" name="直接连接符 55">
                  <a:extLst>
                    <a:ext uri="{FF2B5EF4-FFF2-40B4-BE49-F238E27FC236}">
                      <a16:creationId xmlns:a16="http://schemas.microsoft.com/office/drawing/2014/main" id="{F78D4996-A92C-404E-8C62-9BB6822AD7AC}"/>
                    </a:ext>
                  </a:extLst>
                </p:cNvPr>
                <p:cNvCxnSpPr/>
                <p:nvPr/>
              </p:nvCxnSpPr>
              <p:spPr>
                <a:xfrm>
                  <a:off x="2747004" y="2612580"/>
                  <a:ext cx="0" cy="223206"/>
                </a:xfrm>
                <a:prstGeom prst="line">
                  <a:avLst/>
                </a:prstGeom>
                <a:ln w="25400">
                  <a:solidFill>
                    <a:srgbClr val="999999"/>
                  </a:solidFill>
                </a:ln>
              </p:spPr>
              <p:style>
                <a:lnRef idx="1">
                  <a:schemeClr val="accent1"/>
                </a:lnRef>
                <a:fillRef idx="0">
                  <a:schemeClr val="accent1"/>
                </a:fillRef>
                <a:effectRef idx="0">
                  <a:schemeClr val="accent1"/>
                </a:effectRef>
                <a:fontRef idx="minor">
                  <a:schemeClr val="tx1"/>
                </a:fontRef>
              </p:style>
            </p:cxnSp>
          </p:grpSp>
          <p:pic>
            <p:nvPicPr>
              <p:cNvPr id="33" name="图形 10">
                <a:extLst>
                  <a:ext uri="{FF2B5EF4-FFF2-40B4-BE49-F238E27FC236}">
                    <a16:creationId xmlns:a16="http://schemas.microsoft.com/office/drawing/2014/main" id="{5A9BC258-F80F-4F21-9EFB-C36AC2E37E2A}"/>
                  </a:ext>
                </a:extLst>
              </p:cNvPr>
              <p:cNvPicPr>
                <a:picLocks noChangeAspect="1"/>
              </p:cNvPicPr>
              <p:nvPr/>
            </p:nvPicPr>
            <p:blipFill>
              <a:blip r:embed="rId7">
                <a:extLst>
                  <a:ext uri="{28A0092B-C50C-407E-A947-70E740481C1C}">
                    <a14:useLocalDpi xmlns:a14="http://schemas.microsoft.com/office/drawing/2010/main" val="0"/>
                  </a:ext>
                  <a:ext uri="{96DAC541-7B7A-43D3-8B79-37D633B846F1}">
                    <asvg:svgBlip xmlns:asvg="http://schemas.microsoft.com/office/drawing/2016/SVG/main" r:embed="rId8"/>
                  </a:ext>
                </a:extLst>
              </a:blip>
              <a:stretch>
                <a:fillRect/>
              </a:stretch>
            </p:blipFill>
            <p:spPr>
              <a:xfrm>
                <a:off x="6956615" y="1579993"/>
                <a:ext cx="662814" cy="641082"/>
              </a:xfrm>
              <a:prstGeom prst="rect">
                <a:avLst/>
              </a:prstGeom>
            </p:spPr>
          </p:pic>
        </p:grpSp>
        <p:grpSp>
          <p:nvGrpSpPr>
            <p:cNvPr id="6" name="组合 5">
              <a:extLst>
                <a:ext uri="{FF2B5EF4-FFF2-40B4-BE49-F238E27FC236}">
                  <a16:creationId xmlns:a16="http://schemas.microsoft.com/office/drawing/2014/main" id="{B646B45F-71F6-4792-9D91-B5E6C971F7C1}"/>
                </a:ext>
              </a:extLst>
            </p:cNvPr>
            <p:cNvGrpSpPr/>
            <p:nvPr/>
          </p:nvGrpSpPr>
          <p:grpSpPr>
            <a:xfrm>
              <a:off x="4708861" y="2303871"/>
              <a:ext cx="662814" cy="830033"/>
              <a:chOff x="10392760" y="1391042"/>
              <a:chExt cx="662814" cy="830033"/>
            </a:xfrm>
          </p:grpSpPr>
          <p:grpSp>
            <p:nvGrpSpPr>
              <p:cNvPr id="60" name="组合 59">
                <a:extLst>
                  <a:ext uri="{FF2B5EF4-FFF2-40B4-BE49-F238E27FC236}">
                    <a16:creationId xmlns:a16="http://schemas.microsoft.com/office/drawing/2014/main" id="{89699963-AA7D-4F41-A05C-2912FF547A41}"/>
                  </a:ext>
                </a:extLst>
              </p:cNvPr>
              <p:cNvGrpSpPr/>
              <p:nvPr/>
            </p:nvGrpSpPr>
            <p:grpSpPr>
              <a:xfrm>
                <a:off x="10674574" y="1391042"/>
                <a:ext cx="381000" cy="351117"/>
                <a:chOff x="2556504" y="2484669"/>
                <a:chExt cx="381000" cy="351117"/>
              </a:xfrm>
            </p:grpSpPr>
            <p:pic>
              <p:nvPicPr>
                <p:cNvPr id="61" name="图形 60">
                  <a:extLst>
                    <a:ext uri="{FF2B5EF4-FFF2-40B4-BE49-F238E27FC236}">
                      <a16:creationId xmlns:a16="http://schemas.microsoft.com/office/drawing/2014/main" id="{D66EED3C-ABB8-4AB3-B893-10EB52EF4A2A}"/>
                    </a:ext>
                  </a:extLst>
                </p:cNvPr>
                <p:cNvPicPr>
                  <a:picLocks noChangeAspect="1"/>
                </p:cNvPicPr>
                <p:nvPr/>
              </p:nvPicPr>
              <p:blipFill>
                <a:blip r:embed="rId5">
                  <a:extLst>
                    <a:ext uri="{28A0092B-C50C-407E-A947-70E740481C1C}">
                      <a14:useLocalDpi xmlns:a14="http://schemas.microsoft.com/office/drawing/2010/main" val="0"/>
                    </a:ext>
                    <a:ext uri="{96DAC541-7B7A-43D3-8B79-37D633B846F1}">
                      <asvg:svgBlip xmlns:asvg="http://schemas.microsoft.com/office/drawing/2016/SVG/main" r:embed="rId6"/>
                    </a:ext>
                  </a:extLst>
                </a:blip>
                <a:stretch>
                  <a:fillRect/>
                </a:stretch>
              </p:blipFill>
              <p:spPr>
                <a:xfrm>
                  <a:off x="2556504" y="2484669"/>
                  <a:ext cx="381000" cy="285750"/>
                </a:xfrm>
                <a:prstGeom prst="rect">
                  <a:avLst/>
                </a:prstGeom>
              </p:spPr>
            </p:pic>
            <p:cxnSp>
              <p:nvCxnSpPr>
                <p:cNvPr id="62" name="直接连接符 61">
                  <a:extLst>
                    <a:ext uri="{FF2B5EF4-FFF2-40B4-BE49-F238E27FC236}">
                      <a16:creationId xmlns:a16="http://schemas.microsoft.com/office/drawing/2014/main" id="{247CA075-F94E-4870-8C28-AC00131C2824}"/>
                    </a:ext>
                  </a:extLst>
                </p:cNvPr>
                <p:cNvCxnSpPr/>
                <p:nvPr/>
              </p:nvCxnSpPr>
              <p:spPr>
                <a:xfrm>
                  <a:off x="2747004" y="2612580"/>
                  <a:ext cx="0" cy="223206"/>
                </a:xfrm>
                <a:prstGeom prst="line">
                  <a:avLst/>
                </a:prstGeom>
                <a:ln w="25400">
                  <a:solidFill>
                    <a:srgbClr val="999999"/>
                  </a:solidFill>
                </a:ln>
              </p:spPr>
              <p:style>
                <a:lnRef idx="1">
                  <a:schemeClr val="accent1"/>
                </a:lnRef>
                <a:fillRef idx="0">
                  <a:schemeClr val="accent1"/>
                </a:fillRef>
                <a:effectRef idx="0">
                  <a:schemeClr val="accent1"/>
                </a:effectRef>
                <a:fontRef idx="minor">
                  <a:schemeClr val="tx1"/>
                </a:fontRef>
              </p:style>
            </p:cxnSp>
          </p:grpSp>
          <p:pic>
            <p:nvPicPr>
              <p:cNvPr id="38" name="图形 10">
                <a:extLst>
                  <a:ext uri="{FF2B5EF4-FFF2-40B4-BE49-F238E27FC236}">
                    <a16:creationId xmlns:a16="http://schemas.microsoft.com/office/drawing/2014/main" id="{87474D5E-4CAA-47EA-BED7-ACA643385B1D}"/>
                  </a:ext>
                </a:extLst>
              </p:cNvPr>
              <p:cNvPicPr>
                <a:picLocks noChangeAspect="1"/>
              </p:cNvPicPr>
              <p:nvPr/>
            </p:nvPicPr>
            <p:blipFill>
              <a:blip r:embed="rId7">
                <a:extLst>
                  <a:ext uri="{28A0092B-C50C-407E-A947-70E740481C1C}">
                    <a14:useLocalDpi xmlns:a14="http://schemas.microsoft.com/office/drawing/2010/main" val="0"/>
                  </a:ext>
                  <a:ext uri="{96DAC541-7B7A-43D3-8B79-37D633B846F1}">
                    <asvg:svgBlip xmlns:asvg="http://schemas.microsoft.com/office/drawing/2016/SVG/main" r:embed="rId8"/>
                  </a:ext>
                </a:extLst>
              </a:blip>
              <a:stretch>
                <a:fillRect/>
              </a:stretch>
            </p:blipFill>
            <p:spPr>
              <a:xfrm>
                <a:off x="10392760" y="1579993"/>
                <a:ext cx="662814" cy="641082"/>
              </a:xfrm>
              <a:prstGeom prst="rect">
                <a:avLst/>
              </a:prstGeom>
            </p:spPr>
          </p:pic>
        </p:grpSp>
        <p:grpSp>
          <p:nvGrpSpPr>
            <p:cNvPr id="7" name="组合 6">
              <a:extLst>
                <a:ext uri="{FF2B5EF4-FFF2-40B4-BE49-F238E27FC236}">
                  <a16:creationId xmlns:a16="http://schemas.microsoft.com/office/drawing/2014/main" id="{BEF01416-B3D8-4875-8B1B-20A96441AEA1}"/>
                </a:ext>
              </a:extLst>
            </p:cNvPr>
            <p:cNvGrpSpPr/>
            <p:nvPr/>
          </p:nvGrpSpPr>
          <p:grpSpPr>
            <a:xfrm>
              <a:off x="6825249" y="2312765"/>
              <a:ext cx="684060" cy="821139"/>
              <a:chOff x="10868587" y="2993998"/>
              <a:chExt cx="684060" cy="821139"/>
            </a:xfrm>
          </p:grpSpPr>
          <p:grpSp>
            <p:nvGrpSpPr>
              <p:cNvPr id="63" name="组合 62">
                <a:extLst>
                  <a:ext uri="{FF2B5EF4-FFF2-40B4-BE49-F238E27FC236}">
                    <a16:creationId xmlns:a16="http://schemas.microsoft.com/office/drawing/2014/main" id="{DE0CFE49-241E-4BEC-8031-D2BB1C88CFDE}"/>
                  </a:ext>
                </a:extLst>
              </p:cNvPr>
              <p:cNvGrpSpPr/>
              <p:nvPr/>
            </p:nvGrpSpPr>
            <p:grpSpPr>
              <a:xfrm>
                <a:off x="11171647" y="2993998"/>
                <a:ext cx="381000" cy="351117"/>
                <a:chOff x="2556504" y="2484669"/>
                <a:chExt cx="381000" cy="351117"/>
              </a:xfrm>
            </p:grpSpPr>
            <p:pic>
              <p:nvPicPr>
                <p:cNvPr id="64" name="图形 63">
                  <a:extLst>
                    <a:ext uri="{FF2B5EF4-FFF2-40B4-BE49-F238E27FC236}">
                      <a16:creationId xmlns:a16="http://schemas.microsoft.com/office/drawing/2014/main" id="{A881FFB2-15C5-4589-A75C-324505B81D61}"/>
                    </a:ext>
                  </a:extLst>
                </p:cNvPr>
                <p:cNvPicPr>
                  <a:picLocks noChangeAspect="1"/>
                </p:cNvPicPr>
                <p:nvPr/>
              </p:nvPicPr>
              <p:blipFill>
                <a:blip r:embed="rId5">
                  <a:extLst>
                    <a:ext uri="{28A0092B-C50C-407E-A947-70E740481C1C}">
                      <a14:useLocalDpi xmlns:a14="http://schemas.microsoft.com/office/drawing/2010/main" val="0"/>
                    </a:ext>
                    <a:ext uri="{96DAC541-7B7A-43D3-8B79-37D633B846F1}">
                      <asvg:svgBlip xmlns:asvg="http://schemas.microsoft.com/office/drawing/2016/SVG/main" r:embed="rId6"/>
                    </a:ext>
                  </a:extLst>
                </a:blip>
                <a:stretch>
                  <a:fillRect/>
                </a:stretch>
              </p:blipFill>
              <p:spPr>
                <a:xfrm>
                  <a:off x="2556504" y="2484669"/>
                  <a:ext cx="381000" cy="285750"/>
                </a:xfrm>
                <a:prstGeom prst="rect">
                  <a:avLst/>
                </a:prstGeom>
              </p:spPr>
            </p:pic>
            <p:cxnSp>
              <p:nvCxnSpPr>
                <p:cNvPr id="65" name="直接连接符 64">
                  <a:extLst>
                    <a:ext uri="{FF2B5EF4-FFF2-40B4-BE49-F238E27FC236}">
                      <a16:creationId xmlns:a16="http://schemas.microsoft.com/office/drawing/2014/main" id="{8567AE27-9A73-4AF9-9E50-C682DFF89915}"/>
                    </a:ext>
                  </a:extLst>
                </p:cNvPr>
                <p:cNvCxnSpPr/>
                <p:nvPr/>
              </p:nvCxnSpPr>
              <p:spPr>
                <a:xfrm>
                  <a:off x="2747004" y="2612580"/>
                  <a:ext cx="0" cy="223206"/>
                </a:xfrm>
                <a:prstGeom prst="line">
                  <a:avLst/>
                </a:prstGeom>
                <a:ln w="25400">
                  <a:solidFill>
                    <a:srgbClr val="999999"/>
                  </a:solidFill>
                </a:ln>
              </p:spPr>
              <p:style>
                <a:lnRef idx="1">
                  <a:schemeClr val="accent1"/>
                </a:lnRef>
                <a:fillRef idx="0">
                  <a:schemeClr val="accent1"/>
                </a:fillRef>
                <a:effectRef idx="0">
                  <a:schemeClr val="accent1"/>
                </a:effectRef>
                <a:fontRef idx="minor">
                  <a:schemeClr val="tx1"/>
                </a:fontRef>
              </p:style>
            </p:cxnSp>
          </p:grpSp>
          <p:pic>
            <p:nvPicPr>
              <p:cNvPr id="39" name="图形 10">
                <a:extLst>
                  <a:ext uri="{FF2B5EF4-FFF2-40B4-BE49-F238E27FC236}">
                    <a16:creationId xmlns:a16="http://schemas.microsoft.com/office/drawing/2014/main" id="{BB7780F0-4F6C-453A-B57D-99858E60B78D}"/>
                  </a:ext>
                </a:extLst>
              </p:cNvPr>
              <p:cNvPicPr>
                <a:picLocks noChangeAspect="1"/>
              </p:cNvPicPr>
              <p:nvPr/>
            </p:nvPicPr>
            <p:blipFill>
              <a:blip r:embed="rId7">
                <a:extLst>
                  <a:ext uri="{28A0092B-C50C-407E-A947-70E740481C1C}">
                    <a14:useLocalDpi xmlns:a14="http://schemas.microsoft.com/office/drawing/2010/main" val="0"/>
                  </a:ext>
                  <a:ext uri="{96DAC541-7B7A-43D3-8B79-37D633B846F1}">
                    <asvg:svgBlip xmlns:asvg="http://schemas.microsoft.com/office/drawing/2016/SVG/main" r:embed="rId8"/>
                  </a:ext>
                </a:extLst>
              </a:blip>
              <a:stretch>
                <a:fillRect/>
              </a:stretch>
            </p:blipFill>
            <p:spPr>
              <a:xfrm>
                <a:off x="10868587" y="3174055"/>
                <a:ext cx="662814" cy="641082"/>
              </a:xfrm>
              <a:prstGeom prst="rect">
                <a:avLst/>
              </a:prstGeom>
            </p:spPr>
          </p:pic>
        </p:grpSp>
        <p:grpSp>
          <p:nvGrpSpPr>
            <p:cNvPr id="8" name="组合 7">
              <a:extLst>
                <a:ext uri="{FF2B5EF4-FFF2-40B4-BE49-F238E27FC236}">
                  <a16:creationId xmlns:a16="http://schemas.microsoft.com/office/drawing/2014/main" id="{FABBA271-FA4A-4DF3-9617-AC0736095428}"/>
                </a:ext>
              </a:extLst>
            </p:cNvPr>
            <p:cNvGrpSpPr/>
            <p:nvPr/>
          </p:nvGrpSpPr>
          <p:grpSpPr>
            <a:xfrm>
              <a:off x="6879143" y="4543756"/>
              <a:ext cx="662814" cy="853468"/>
              <a:chOff x="10344206" y="4379100"/>
              <a:chExt cx="662814" cy="853468"/>
            </a:xfrm>
          </p:grpSpPr>
          <p:grpSp>
            <p:nvGrpSpPr>
              <p:cNvPr id="67" name="组合 66">
                <a:extLst>
                  <a:ext uri="{FF2B5EF4-FFF2-40B4-BE49-F238E27FC236}">
                    <a16:creationId xmlns:a16="http://schemas.microsoft.com/office/drawing/2014/main" id="{B1EBDC09-ED4D-4B9E-93ED-0C20D402F629}"/>
                  </a:ext>
                </a:extLst>
              </p:cNvPr>
              <p:cNvGrpSpPr/>
              <p:nvPr/>
            </p:nvGrpSpPr>
            <p:grpSpPr>
              <a:xfrm>
                <a:off x="10626020" y="4379100"/>
                <a:ext cx="381000" cy="351117"/>
                <a:chOff x="2556504" y="2484669"/>
                <a:chExt cx="381000" cy="351117"/>
              </a:xfrm>
            </p:grpSpPr>
            <p:pic>
              <p:nvPicPr>
                <p:cNvPr id="68" name="图形 67">
                  <a:extLst>
                    <a:ext uri="{FF2B5EF4-FFF2-40B4-BE49-F238E27FC236}">
                      <a16:creationId xmlns:a16="http://schemas.microsoft.com/office/drawing/2014/main" id="{1FEE0958-B23D-4E63-A6AE-BF90343E1999}"/>
                    </a:ext>
                  </a:extLst>
                </p:cNvPr>
                <p:cNvPicPr>
                  <a:picLocks noChangeAspect="1"/>
                </p:cNvPicPr>
                <p:nvPr/>
              </p:nvPicPr>
              <p:blipFill>
                <a:blip r:embed="rId5">
                  <a:extLst>
                    <a:ext uri="{28A0092B-C50C-407E-A947-70E740481C1C}">
                      <a14:useLocalDpi xmlns:a14="http://schemas.microsoft.com/office/drawing/2010/main" val="0"/>
                    </a:ext>
                    <a:ext uri="{96DAC541-7B7A-43D3-8B79-37D633B846F1}">
                      <asvg:svgBlip xmlns:asvg="http://schemas.microsoft.com/office/drawing/2016/SVG/main" r:embed="rId6"/>
                    </a:ext>
                  </a:extLst>
                </a:blip>
                <a:stretch>
                  <a:fillRect/>
                </a:stretch>
              </p:blipFill>
              <p:spPr>
                <a:xfrm>
                  <a:off x="2556504" y="2484669"/>
                  <a:ext cx="381000" cy="285750"/>
                </a:xfrm>
                <a:prstGeom prst="rect">
                  <a:avLst/>
                </a:prstGeom>
              </p:spPr>
            </p:pic>
            <p:cxnSp>
              <p:nvCxnSpPr>
                <p:cNvPr id="69" name="直接连接符 68">
                  <a:extLst>
                    <a:ext uri="{FF2B5EF4-FFF2-40B4-BE49-F238E27FC236}">
                      <a16:creationId xmlns:a16="http://schemas.microsoft.com/office/drawing/2014/main" id="{52EB35D2-ADEE-4C09-80CD-33509D770BD4}"/>
                    </a:ext>
                  </a:extLst>
                </p:cNvPr>
                <p:cNvCxnSpPr/>
                <p:nvPr/>
              </p:nvCxnSpPr>
              <p:spPr>
                <a:xfrm>
                  <a:off x="2747004" y="2612580"/>
                  <a:ext cx="0" cy="223206"/>
                </a:xfrm>
                <a:prstGeom prst="line">
                  <a:avLst/>
                </a:prstGeom>
                <a:ln w="25400">
                  <a:solidFill>
                    <a:srgbClr val="999999"/>
                  </a:solidFill>
                </a:ln>
              </p:spPr>
              <p:style>
                <a:lnRef idx="1">
                  <a:schemeClr val="accent1"/>
                </a:lnRef>
                <a:fillRef idx="0">
                  <a:schemeClr val="accent1"/>
                </a:fillRef>
                <a:effectRef idx="0">
                  <a:schemeClr val="accent1"/>
                </a:effectRef>
                <a:fontRef idx="minor">
                  <a:schemeClr val="tx1"/>
                </a:fontRef>
              </p:style>
            </p:cxnSp>
          </p:grpSp>
          <p:pic>
            <p:nvPicPr>
              <p:cNvPr id="42" name="图形 10">
                <a:extLst>
                  <a:ext uri="{FF2B5EF4-FFF2-40B4-BE49-F238E27FC236}">
                    <a16:creationId xmlns:a16="http://schemas.microsoft.com/office/drawing/2014/main" id="{7C5AE7F5-BE3C-4E23-BD4B-BB486769AE69}"/>
                  </a:ext>
                </a:extLst>
              </p:cNvPr>
              <p:cNvPicPr>
                <a:picLocks noChangeAspect="1"/>
              </p:cNvPicPr>
              <p:nvPr/>
            </p:nvPicPr>
            <p:blipFill>
              <a:blip r:embed="rId7">
                <a:extLst>
                  <a:ext uri="{28A0092B-C50C-407E-A947-70E740481C1C}">
                    <a14:useLocalDpi xmlns:a14="http://schemas.microsoft.com/office/drawing/2010/main" val="0"/>
                  </a:ext>
                  <a:ext uri="{96DAC541-7B7A-43D3-8B79-37D633B846F1}">
                    <asvg:svgBlip xmlns:asvg="http://schemas.microsoft.com/office/drawing/2016/SVG/main" r:embed="rId8"/>
                  </a:ext>
                </a:extLst>
              </a:blip>
              <a:stretch>
                <a:fillRect/>
              </a:stretch>
            </p:blipFill>
            <p:spPr>
              <a:xfrm>
                <a:off x="10344206" y="4591486"/>
                <a:ext cx="662814" cy="641082"/>
              </a:xfrm>
              <a:prstGeom prst="rect">
                <a:avLst/>
              </a:prstGeom>
            </p:spPr>
          </p:pic>
        </p:grpSp>
      </p:grpSp>
    </p:spTree>
    <p:custDataLst>
      <p:tags r:id="rId1"/>
    </p:custDataLst>
    <p:extLst>
      <p:ext uri="{BB962C8B-B14F-4D97-AF65-F5344CB8AC3E}">
        <p14:creationId xmlns:p14="http://schemas.microsoft.com/office/powerpoint/2010/main" val="2132530475"/>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47" presetClass="entr" presetSubtype="0" fill="hold" grpId="0" nodeType="withEffect">
                                  <p:stCondLst>
                                    <p:cond delay="0"/>
                                  </p:stCondLst>
                                  <p:childTnLst>
                                    <p:set>
                                      <p:cBhvr>
                                        <p:cTn id="6" dur="1" fill="hold">
                                          <p:stCondLst>
                                            <p:cond delay="0"/>
                                          </p:stCondLst>
                                        </p:cTn>
                                        <p:tgtEl>
                                          <p:spTgt spid="21"/>
                                        </p:tgtEl>
                                        <p:attrNameLst>
                                          <p:attrName>style.visibility</p:attrName>
                                        </p:attrNameLst>
                                      </p:cBhvr>
                                      <p:to>
                                        <p:strVal val="visible"/>
                                      </p:to>
                                    </p:set>
                                    <p:animEffect transition="in" filter="fade">
                                      <p:cBhvr>
                                        <p:cTn id="7" dur="1000"/>
                                        <p:tgtEl>
                                          <p:spTgt spid="21"/>
                                        </p:tgtEl>
                                      </p:cBhvr>
                                    </p:animEffect>
                                    <p:anim calcmode="lin" valueType="num">
                                      <p:cBhvr>
                                        <p:cTn id="8" dur="1000" fill="hold"/>
                                        <p:tgtEl>
                                          <p:spTgt spid="21"/>
                                        </p:tgtEl>
                                        <p:attrNameLst>
                                          <p:attrName>ppt_x</p:attrName>
                                        </p:attrNameLst>
                                      </p:cBhvr>
                                      <p:tavLst>
                                        <p:tav tm="0">
                                          <p:val>
                                            <p:strVal val="#ppt_x"/>
                                          </p:val>
                                        </p:tav>
                                        <p:tav tm="100000">
                                          <p:val>
                                            <p:strVal val="#ppt_x"/>
                                          </p:val>
                                        </p:tav>
                                      </p:tavLst>
                                    </p:anim>
                                    <p:anim calcmode="lin" valueType="num">
                                      <p:cBhvr>
                                        <p:cTn id="9" dur="1000" fill="hold"/>
                                        <p:tgtEl>
                                          <p:spTgt spid="21"/>
                                        </p:tgtEl>
                                        <p:attrNameLst>
                                          <p:attrName>ppt_y</p:attrName>
                                        </p:attrNameLst>
                                      </p:cBhvr>
                                      <p:tavLst>
                                        <p:tav tm="0">
                                          <p:val>
                                            <p:strVal val="#ppt_y-.1"/>
                                          </p:val>
                                        </p:tav>
                                        <p:tav tm="100000">
                                          <p:val>
                                            <p:strVal val="#ppt_y"/>
                                          </p:val>
                                        </p:tav>
                                      </p:tavLst>
                                    </p:anim>
                                  </p:childTnLst>
                                </p:cTn>
                              </p:par>
                            </p:childTnLst>
                          </p:cTn>
                        </p:par>
                      </p:childTnLst>
                    </p:cTn>
                  </p:par>
                  <p:par>
                    <p:cTn id="10" fill="hold">
                      <p:stCondLst>
                        <p:cond delay="indefinite"/>
                      </p:stCondLst>
                      <p:childTnLst>
                        <p:par>
                          <p:cTn id="11" fill="hold">
                            <p:stCondLst>
                              <p:cond delay="0"/>
                            </p:stCondLst>
                            <p:childTnLst>
                              <p:par>
                                <p:cTn id="12" presetID="49" presetClass="entr" presetSubtype="0" decel="100000" fill="hold" nodeType="clickEffect">
                                  <p:stCondLst>
                                    <p:cond delay="0"/>
                                  </p:stCondLst>
                                  <p:childTnLst>
                                    <p:set>
                                      <p:cBhvr>
                                        <p:cTn id="13" dur="1" fill="hold">
                                          <p:stCondLst>
                                            <p:cond delay="0"/>
                                          </p:stCondLst>
                                        </p:cTn>
                                        <p:tgtEl>
                                          <p:spTgt spid="92"/>
                                        </p:tgtEl>
                                        <p:attrNameLst>
                                          <p:attrName>style.visibility</p:attrName>
                                        </p:attrNameLst>
                                      </p:cBhvr>
                                      <p:to>
                                        <p:strVal val="visible"/>
                                      </p:to>
                                    </p:set>
                                    <p:anim calcmode="lin" valueType="num">
                                      <p:cBhvr>
                                        <p:cTn id="14" dur="1000" fill="hold"/>
                                        <p:tgtEl>
                                          <p:spTgt spid="92"/>
                                        </p:tgtEl>
                                        <p:attrNameLst>
                                          <p:attrName>ppt_w</p:attrName>
                                        </p:attrNameLst>
                                      </p:cBhvr>
                                      <p:tavLst>
                                        <p:tav tm="0">
                                          <p:val>
                                            <p:fltVal val="0"/>
                                          </p:val>
                                        </p:tav>
                                        <p:tav tm="100000">
                                          <p:val>
                                            <p:strVal val="#ppt_w"/>
                                          </p:val>
                                        </p:tav>
                                      </p:tavLst>
                                    </p:anim>
                                    <p:anim calcmode="lin" valueType="num">
                                      <p:cBhvr>
                                        <p:cTn id="15" dur="1000" fill="hold"/>
                                        <p:tgtEl>
                                          <p:spTgt spid="92"/>
                                        </p:tgtEl>
                                        <p:attrNameLst>
                                          <p:attrName>ppt_h</p:attrName>
                                        </p:attrNameLst>
                                      </p:cBhvr>
                                      <p:tavLst>
                                        <p:tav tm="0">
                                          <p:val>
                                            <p:fltVal val="0"/>
                                          </p:val>
                                        </p:tav>
                                        <p:tav tm="100000">
                                          <p:val>
                                            <p:strVal val="#ppt_h"/>
                                          </p:val>
                                        </p:tav>
                                      </p:tavLst>
                                    </p:anim>
                                    <p:anim calcmode="lin" valueType="num">
                                      <p:cBhvr>
                                        <p:cTn id="16" dur="1000" fill="hold"/>
                                        <p:tgtEl>
                                          <p:spTgt spid="92"/>
                                        </p:tgtEl>
                                        <p:attrNameLst>
                                          <p:attrName>style.rotation</p:attrName>
                                        </p:attrNameLst>
                                      </p:cBhvr>
                                      <p:tavLst>
                                        <p:tav tm="0">
                                          <p:val>
                                            <p:fltVal val="360"/>
                                          </p:val>
                                        </p:tav>
                                        <p:tav tm="100000">
                                          <p:val>
                                            <p:fltVal val="0"/>
                                          </p:val>
                                        </p:tav>
                                      </p:tavLst>
                                    </p:anim>
                                    <p:animEffect transition="in" filter="fade">
                                      <p:cBhvr>
                                        <p:cTn id="17" dur="1000"/>
                                        <p:tgtEl>
                                          <p:spTgt spid="92"/>
                                        </p:tgtEl>
                                      </p:cBhvr>
                                    </p:animEffect>
                                  </p:childTnLst>
                                </p:cTn>
                              </p:par>
                            </p:childTnLst>
                          </p:cTn>
                        </p:par>
                      </p:childTnLst>
                    </p:cTn>
                  </p:par>
                  <p:par>
                    <p:cTn id="18" fill="hold">
                      <p:stCondLst>
                        <p:cond delay="indefinite"/>
                      </p:stCondLst>
                      <p:childTnLst>
                        <p:par>
                          <p:cTn id="19" fill="hold">
                            <p:stCondLst>
                              <p:cond delay="0"/>
                            </p:stCondLst>
                            <p:childTnLst>
                              <p:par>
                                <p:cTn id="20" presetID="12" presetClass="entr" presetSubtype="1" fill="hold" grpId="0" nodeType="clickEffect">
                                  <p:stCondLst>
                                    <p:cond delay="0"/>
                                  </p:stCondLst>
                                  <p:childTnLst>
                                    <p:set>
                                      <p:cBhvr>
                                        <p:cTn id="21" dur="1" fill="hold">
                                          <p:stCondLst>
                                            <p:cond delay="0"/>
                                          </p:stCondLst>
                                        </p:cTn>
                                        <p:tgtEl>
                                          <p:spTgt spid="76"/>
                                        </p:tgtEl>
                                        <p:attrNameLst>
                                          <p:attrName>style.visibility</p:attrName>
                                        </p:attrNameLst>
                                      </p:cBhvr>
                                      <p:to>
                                        <p:strVal val="visible"/>
                                      </p:to>
                                    </p:set>
                                    <p:anim calcmode="lin" valueType="num">
                                      <p:cBhvr additive="base">
                                        <p:cTn id="22" dur="500"/>
                                        <p:tgtEl>
                                          <p:spTgt spid="76"/>
                                        </p:tgtEl>
                                        <p:attrNameLst>
                                          <p:attrName>ppt_y</p:attrName>
                                        </p:attrNameLst>
                                      </p:cBhvr>
                                      <p:tavLst>
                                        <p:tav tm="0">
                                          <p:val>
                                            <p:strVal val="#ppt_y-#ppt_h*1.125000"/>
                                          </p:val>
                                        </p:tav>
                                        <p:tav tm="100000">
                                          <p:val>
                                            <p:strVal val="#ppt_y"/>
                                          </p:val>
                                        </p:tav>
                                      </p:tavLst>
                                    </p:anim>
                                    <p:animEffect transition="in" filter="wipe(down)">
                                      <p:cBhvr>
                                        <p:cTn id="23" dur="500"/>
                                        <p:tgtEl>
                                          <p:spTgt spid="76"/>
                                        </p:tgtEl>
                                      </p:cBhvr>
                                    </p:animEffect>
                                  </p:childTnLst>
                                </p:cTn>
                              </p:par>
                            </p:childTnLst>
                          </p:cTn>
                        </p:par>
                      </p:childTnLst>
                    </p:cTn>
                  </p:par>
                  <p:par>
                    <p:cTn id="24" fill="hold">
                      <p:stCondLst>
                        <p:cond delay="indefinite"/>
                      </p:stCondLst>
                      <p:childTnLst>
                        <p:par>
                          <p:cTn id="25" fill="hold">
                            <p:stCondLst>
                              <p:cond delay="0"/>
                            </p:stCondLst>
                            <p:childTnLst>
                              <p:par>
                                <p:cTn id="26" presetID="53" presetClass="entr" presetSubtype="16" fill="hold" nodeType="clickEffect">
                                  <p:stCondLst>
                                    <p:cond delay="0"/>
                                  </p:stCondLst>
                                  <p:childTnLst>
                                    <p:set>
                                      <p:cBhvr>
                                        <p:cTn id="27" dur="1" fill="hold">
                                          <p:stCondLst>
                                            <p:cond delay="0"/>
                                          </p:stCondLst>
                                        </p:cTn>
                                        <p:tgtEl>
                                          <p:spTgt spid="93"/>
                                        </p:tgtEl>
                                        <p:attrNameLst>
                                          <p:attrName>style.visibility</p:attrName>
                                        </p:attrNameLst>
                                      </p:cBhvr>
                                      <p:to>
                                        <p:strVal val="visible"/>
                                      </p:to>
                                    </p:set>
                                    <p:anim calcmode="lin" valueType="num">
                                      <p:cBhvr>
                                        <p:cTn id="28" dur="500" fill="hold"/>
                                        <p:tgtEl>
                                          <p:spTgt spid="93"/>
                                        </p:tgtEl>
                                        <p:attrNameLst>
                                          <p:attrName>ppt_w</p:attrName>
                                        </p:attrNameLst>
                                      </p:cBhvr>
                                      <p:tavLst>
                                        <p:tav tm="0">
                                          <p:val>
                                            <p:fltVal val="0"/>
                                          </p:val>
                                        </p:tav>
                                        <p:tav tm="100000">
                                          <p:val>
                                            <p:strVal val="#ppt_w"/>
                                          </p:val>
                                        </p:tav>
                                      </p:tavLst>
                                    </p:anim>
                                    <p:anim calcmode="lin" valueType="num">
                                      <p:cBhvr>
                                        <p:cTn id="29" dur="500" fill="hold"/>
                                        <p:tgtEl>
                                          <p:spTgt spid="93"/>
                                        </p:tgtEl>
                                        <p:attrNameLst>
                                          <p:attrName>ppt_h</p:attrName>
                                        </p:attrNameLst>
                                      </p:cBhvr>
                                      <p:tavLst>
                                        <p:tav tm="0">
                                          <p:val>
                                            <p:fltVal val="0"/>
                                          </p:val>
                                        </p:tav>
                                        <p:tav tm="100000">
                                          <p:val>
                                            <p:strVal val="#ppt_h"/>
                                          </p:val>
                                        </p:tav>
                                      </p:tavLst>
                                    </p:anim>
                                    <p:animEffect transition="in" filter="fade">
                                      <p:cBhvr>
                                        <p:cTn id="30" dur="500"/>
                                        <p:tgtEl>
                                          <p:spTgt spid="93"/>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76" grpId="0"/>
      <p:bldP spid="21" grpId="0"/>
    </p:bldLst>
  </p:timing>
</p:sld>
</file>

<file path=ppt/slides/slide51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1" name="íşlïḍè">
            <a:extLst>
              <a:ext uri="{FF2B5EF4-FFF2-40B4-BE49-F238E27FC236}">
                <a16:creationId xmlns:a16="http://schemas.microsoft.com/office/drawing/2014/main" id="{2882B8A8-A951-4E36-A813-EE9E39641F4F}"/>
              </a:ext>
            </a:extLst>
          </p:cNvPr>
          <p:cNvSpPr txBox="1"/>
          <p:nvPr/>
        </p:nvSpPr>
        <p:spPr>
          <a:xfrm>
            <a:off x="933106" y="1149410"/>
            <a:ext cx="10513339" cy="478855"/>
          </a:xfrm>
          <a:prstGeom prst="rect">
            <a:avLst/>
          </a:prstGeom>
          <a:noFill/>
        </p:spPr>
        <p:txBody>
          <a:bodyPr wrap="square" lIns="91440" tIns="45720" rIns="91440" bIns="45720" anchor="ctr">
            <a:noAutofit/>
          </a:bodyPr>
          <a:lstStyle/>
          <a:p>
            <a:r>
              <a:rPr lang="zh-CN" altLang="en-US" sz="2000" b="1" dirty="0">
                <a:solidFill>
                  <a:schemeClr val="accent3">
                    <a:lumMod val="75000"/>
                  </a:schemeClr>
                </a:solidFill>
                <a:latin typeface="Arial Narrow" panose="020B0606020202030204" pitchFamily="34" charset="0"/>
              </a:rPr>
              <a:t>有固定基础设施的</a:t>
            </a:r>
            <a:r>
              <a:rPr lang="en-US" altLang="zh-CN" sz="2000" b="1" dirty="0">
                <a:solidFill>
                  <a:schemeClr val="accent3">
                    <a:lumMod val="75000"/>
                  </a:schemeClr>
                </a:solidFill>
                <a:latin typeface="Arial Narrow" panose="020B0606020202030204" pitchFamily="34" charset="0"/>
              </a:rPr>
              <a:t>802.11</a:t>
            </a:r>
            <a:r>
              <a:rPr lang="zh-CN" altLang="en-US" sz="2000" b="1" dirty="0">
                <a:solidFill>
                  <a:schemeClr val="accent3">
                    <a:lumMod val="75000"/>
                  </a:schemeClr>
                </a:solidFill>
                <a:latin typeface="Arial Narrow" panose="020B0606020202030204" pitchFamily="34" charset="0"/>
              </a:rPr>
              <a:t>无线局域网</a:t>
            </a:r>
          </a:p>
        </p:txBody>
      </p:sp>
      <p:grpSp>
        <p:nvGrpSpPr>
          <p:cNvPr id="4" name="组合 3">
            <a:extLst>
              <a:ext uri="{FF2B5EF4-FFF2-40B4-BE49-F238E27FC236}">
                <a16:creationId xmlns:a16="http://schemas.microsoft.com/office/drawing/2014/main" id="{9A1EA9F2-FCB6-48C3-935F-7AE7E3AD14AC}"/>
              </a:ext>
            </a:extLst>
          </p:cNvPr>
          <p:cNvGrpSpPr/>
          <p:nvPr/>
        </p:nvGrpSpPr>
        <p:grpSpPr>
          <a:xfrm>
            <a:off x="304800" y="749300"/>
            <a:ext cx="4938199" cy="400110"/>
            <a:chOff x="424117" y="898245"/>
            <a:chExt cx="4938199" cy="400110"/>
          </a:xfrm>
        </p:grpSpPr>
        <p:sp>
          <p:nvSpPr>
            <p:cNvPr id="2" name="平行四边形 1">
              <a:extLst>
                <a:ext uri="{FF2B5EF4-FFF2-40B4-BE49-F238E27FC236}">
                  <a16:creationId xmlns:a16="http://schemas.microsoft.com/office/drawing/2014/main" id="{1F5BAA3F-9845-4F89-A2DD-8222D3E4EDAC}"/>
                </a:ext>
              </a:extLst>
            </p:cNvPr>
            <p:cNvSpPr/>
            <p:nvPr/>
          </p:nvSpPr>
          <p:spPr>
            <a:xfrm>
              <a:off x="424117" y="898245"/>
              <a:ext cx="628306" cy="387090"/>
            </a:xfrm>
            <a:prstGeom prst="parallelogram">
              <a:avLst/>
            </a:prstGeom>
            <a:solidFill>
              <a:schemeClr val="accent3">
                <a:lumMod val="75000"/>
              </a:schemeClr>
            </a:solidFill>
            <a:ln>
              <a:solidFill>
                <a:schemeClr val="accent3">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CN" sz="2200" dirty="0">
                  <a:latin typeface="Impact" panose="020B0806030902050204" pitchFamily="34" charset="0"/>
                </a:rPr>
                <a:t>01</a:t>
              </a:r>
              <a:endParaRPr lang="zh-CN" altLang="en-US" sz="2200" dirty="0">
                <a:latin typeface="Impact" panose="020B0806030902050204" pitchFamily="34" charset="0"/>
              </a:endParaRPr>
            </a:p>
          </p:txBody>
        </p:sp>
        <p:sp>
          <p:nvSpPr>
            <p:cNvPr id="3" name="文本框 2">
              <a:extLst>
                <a:ext uri="{FF2B5EF4-FFF2-40B4-BE49-F238E27FC236}">
                  <a16:creationId xmlns:a16="http://schemas.microsoft.com/office/drawing/2014/main" id="{4D6BD736-A4D3-4F26-AFED-36E11F50F70B}"/>
                </a:ext>
              </a:extLst>
            </p:cNvPr>
            <p:cNvSpPr txBox="1"/>
            <p:nvPr/>
          </p:nvSpPr>
          <p:spPr>
            <a:xfrm>
              <a:off x="1052423" y="898245"/>
              <a:ext cx="4309893" cy="400110"/>
            </a:xfrm>
            <a:prstGeom prst="rect">
              <a:avLst/>
            </a:prstGeom>
            <a:noFill/>
          </p:spPr>
          <p:txBody>
            <a:bodyPr wrap="square" rtlCol="0">
              <a:spAutoFit/>
            </a:bodyPr>
            <a:lstStyle/>
            <a:p>
              <a:r>
                <a:rPr lang="en-US" altLang="zh-CN" sz="2000" b="1" dirty="0">
                  <a:solidFill>
                    <a:schemeClr val="tx1"/>
                  </a:solidFill>
                  <a:latin typeface="Arial Narrow" panose="020B0606020202030204" pitchFamily="34" charset="0"/>
                </a:rPr>
                <a:t>802.11</a:t>
              </a:r>
              <a:r>
                <a:rPr lang="zh-CN" altLang="en-US" sz="2000" b="1" dirty="0">
                  <a:solidFill>
                    <a:schemeClr val="tx1"/>
                  </a:solidFill>
                  <a:latin typeface="Arial Narrow" panose="020B0606020202030204" pitchFamily="34" charset="0"/>
                </a:rPr>
                <a:t>无线局域网的组成</a:t>
              </a:r>
              <a:endParaRPr lang="en-US" altLang="zh-CN" sz="2000" b="1" dirty="0">
                <a:solidFill>
                  <a:schemeClr val="tx1"/>
                </a:solidFill>
                <a:latin typeface="Arial Narrow" panose="020B0606020202030204" pitchFamily="34" charset="0"/>
              </a:endParaRPr>
            </a:p>
          </p:txBody>
        </p:sp>
      </p:grpSp>
      <p:sp>
        <p:nvSpPr>
          <p:cNvPr id="19" name="椭圆 18">
            <a:extLst>
              <a:ext uri="{FF2B5EF4-FFF2-40B4-BE49-F238E27FC236}">
                <a16:creationId xmlns:a16="http://schemas.microsoft.com/office/drawing/2014/main" id="{11E5CF4D-BE9C-46DA-9EAE-E6DADE3F495B}"/>
              </a:ext>
            </a:extLst>
          </p:cNvPr>
          <p:cNvSpPr/>
          <p:nvPr/>
        </p:nvSpPr>
        <p:spPr>
          <a:xfrm>
            <a:off x="4558444" y="2290712"/>
            <a:ext cx="3117230" cy="3117230"/>
          </a:xfrm>
          <a:prstGeom prst="ellipse">
            <a:avLst/>
          </a:prstGeom>
          <a:noFill/>
          <a:ln>
            <a:solidFill>
              <a:schemeClr val="tx1"/>
            </a:solid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24" name="文本框 23">
            <a:extLst>
              <a:ext uri="{FF2B5EF4-FFF2-40B4-BE49-F238E27FC236}">
                <a16:creationId xmlns:a16="http://schemas.microsoft.com/office/drawing/2014/main" id="{A4BCBBE7-1B74-49E5-B9EA-55A298699B08}"/>
              </a:ext>
            </a:extLst>
          </p:cNvPr>
          <p:cNvSpPr txBox="1"/>
          <p:nvPr/>
        </p:nvSpPr>
        <p:spPr>
          <a:xfrm>
            <a:off x="5222049" y="2725816"/>
            <a:ext cx="1786001" cy="369332"/>
          </a:xfrm>
          <a:prstGeom prst="rect">
            <a:avLst/>
          </a:prstGeom>
          <a:noFill/>
        </p:spPr>
        <p:txBody>
          <a:bodyPr wrap="square" rtlCol="0">
            <a:spAutoFit/>
          </a:bodyPr>
          <a:lstStyle/>
          <a:p>
            <a:pPr algn="ctr"/>
            <a:r>
              <a:rPr lang="zh-CN" altLang="en-US" b="1" dirty="0">
                <a:latin typeface="Arial Narrow" panose="020B0606020202030204" pitchFamily="34" charset="0"/>
              </a:rPr>
              <a:t>基本服务集</a:t>
            </a:r>
            <a:r>
              <a:rPr lang="en-US" altLang="zh-CN" b="1" dirty="0">
                <a:latin typeface="Arial Narrow" panose="020B0606020202030204" pitchFamily="34" charset="0"/>
              </a:rPr>
              <a:t>BSS</a:t>
            </a:r>
            <a:endParaRPr lang="zh-CN" altLang="en-US" b="1" dirty="0">
              <a:latin typeface="Arial Narrow" panose="020B0606020202030204" pitchFamily="34" charset="0"/>
            </a:endParaRPr>
          </a:p>
        </p:txBody>
      </p:sp>
      <p:grpSp>
        <p:nvGrpSpPr>
          <p:cNvPr id="13" name="组合 12">
            <a:extLst>
              <a:ext uri="{FF2B5EF4-FFF2-40B4-BE49-F238E27FC236}">
                <a16:creationId xmlns:a16="http://schemas.microsoft.com/office/drawing/2014/main" id="{90AC03CF-187B-4D55-BD5F-B38527D0089C}"/>
              </a:ext>
            </a:extLst>
          </p:cNvPr>
          <p:cNvGrpSpPr/>
          <p:nvPr/>
        </p:nvGrpSpPr>
        <p:grpSpPr>
          <a:xfrm>
            <a:off x="5511164" y="3099641"/>
            <a:ext cx="1272594" cy="1335614"/>
            <a:chOff x="5511164" y="3099641"/>
            <a:chExt cx="1272594" cy="1335614"/>
          </a:xfrm>
        </p:grpSpPr>
        <p:sp>
          <p:nvSpPr>
            <p:cNvPr id="76" name="文本框 75">
              <a:extLst>
                <a:ext uri="{FF2B5EF4-FFF2-40B4-BE49-F238E27FC236}">
                  <a16:creationId xmlns:a16="http://schemas.microsoft.com/office/drawing/2014/main" id="{F6EB4E01-4CFC-4DD1-9CD9-E73AD52538E0}"/>
                </a:ext>
              </a:extLst>
            </p:cNvPr>
            <p:cNvSpPr txBox="1"/>
            <p:nvPr/>
          </p:nvSpPr>
          <p:spPr>
            <a:xfrm>
              <a:off x="5511164" y="4065923"/>
              <a:ext cx="1272594" cy="369332"/>
            </a:xfrm>
            <a:prstGeom prst="rect">
              <a:avLst/>
            </a:prstGeom>
            <a:noFill/>
          </p:spPr>
          <p:txBody>
            <a:bodyPr wrap="square" rtlCol="0">
              <a:spAutoFit/>
            </a:bodyPr>
            <a:lstStyle/>
            <a:p>
              <a:pPr algn="ctr"/>
              <a:r>
                <a:rPr lang="zh-CN" altLang="en-US" b="1" dirty="0">
                  <a:latin typeface="Arial Narrow" panose="020B0606020202030204" pitchFamily="34" charset="0"/>
                </a:rPr>
                <a:t>接入点</a:t>
              </a:r>
              <a:r>
                <a:rPr lang="en-US" altLang="zh-CN" b="1" dirty="0">
                  <a:latin typeface="Arial Narrow" panose="020B0606020202030204" pitchFamily="34" charset="0"/>
                </a:rPr>
                <a:t>AP</a:t>
              </a:r>
              <a:endParaRPr lang="zh-CN" altLang="en-US" b="1" dirty="0">
                <a:latin typeface="Arial Narrow" panose="020B0606020202030204" pitchFamily="34" charset="0"/>
              </a:endParaRPr>
            </a:p>
          </p:txBody>
        </p:sp>
        <p:pic>
          <p:nvPicPr>
            <p:cNvPr id="32" name="图形 31">
              <a:extLst>
                <a:ext uri="{FF2B5EF4-FFF2-40B4-BE49-F238E27FC236}">
                  <a16:creationId xmlns:a16="http://schemas.microsoft.com/office/drawing/2014/main" id="{51FDC802-626C-4992-B398-7B209FB093FE}"/>
                </a:ext>
              </a:extLst>
            </p:cNvPr>
            <p:cNvPicPr>
              <a:picLocks noChangeAspect="1"/>
            </p:cNvPicPr>
            <p:nvPr/>
          </p:nvPicPr>
          <p:blipFill>
            <a:blip r:embed="rId3">
              <a:extLst>
                <a:ext uri="{28A0092B-C50C-407E-A947-70E740481C1C}">
                  <a14:useLocalDpi xmlns:a14="http://schemas.microsoft.com/office/drawing/2010/main" val="0"/>
                </a:ext>
                <a:ext uri="{96DAC541-7B7A-43D3-8B79-37D633B846F1}">
                  <asvg:svgBlip xmlns:asvg="http://schemas.microsoft.com/office/drawing/2016/SVG/main" r:embed="rId4"/>
                </a:ext>
              </a:extLst>
            </a:blip>
            <a:stretch>
              <a:fillRect/>
            </a:stretch>
          </p:blipFill>
          <p:spPr>
            <a:xfrm>
              <a:off x="5707974" y="3099641"/>
              <a:ext cx="1028700" cy="1009650"/>
            </a:xfrm>
            <a:prstGeom prst="rect">
              <a:avLst/>
            </a:prstGeom>
          </p:spPr>
        </p:pic>
      </p:grpSp>
      <p:grpSp>
        <p:nvGrpSpPr>
          <p:cNvPr id="14" name="组合 13">
            <a:extLst>
              <a:ext uri="{FF2B5EF4-FFF2-40B4-BE49-F238E27FC236}">
                <a16:creationId xmlns:a16="http://schemas.microsoft.com/office/drawing/2014/main" id="{86230EB3-A52A-4661-9983-5C4EFBCF58F9}"/>
              </a:ext>
            </a:extLst>
          </p:cNvPr>
          <p:cNvGrpSpPr/>
          <p:nvPr/>
        </p:nvGrpSpPr>
        <p:grpSpPr>
          <a:xfrm>
            <a:off x="4217527" y="1642957"/>
            <a:ext cx="3749377" cy="3942725"/>
            <a:chOff x="4217527" y="1642957"/>
            <a:chExt cx="3749377" cy="3942725"/>
          </a:xfrm>
        </p:grpSpPr>
        <p:grpSp>
          <p:nvGrpSpPr>
            <p:cNvPr id="11" name="组合 10">
              <a:extLst>
                <a:ext uri="{FF2B5EF4-FFF2-40B4-BE49-F238E27FC236}">
                  <a16:creationId xmlns:a16="http://schemas.microsoft.com/office/drawing/2014/main" id="{7B85853D-738E-4C2B-A0B3-4C8C5926329D}"/>
                </a:ext>
              </a:extLst>
            </p:cNvPr>
            <p:cNvGrpSpPr/>
            <p:nvPr/>
          </p:nvGrpSpPr>
          <p:grpSpPr>
            <a:xfrm>
              <a:off x="7304090" y="3190090"/>
              <a:ext cx="662814" cy="854540"/>
              <a:chOff x="6442805" y="2960597"/>
              <a:chExt cx="662814" cy="854540"/>
            </a:xfrm>
          </p:grpSpPr>
          <p:grpSp>
            <p:nvGrpSpPr>
              <p:cNvPr id="50" name="组合 49">
                <a:extLst>
                  <a:ext uri="{FF2B5EF4-FFF2-40B4-BE49-F238E27FC236}">
                    <a16:creationId xmlns:a16="http://schemas.microsoft.com/office/drawing/2014/main" id="{855CA413-28DC-4495-ADBC-1EBE155597EC}"/>
                  </a:ext>
                </a:extLst>
              </p:cNvPr>
              <p:cNvGrpSpPr/>
              <p:nvPr/>
            </p:nvGrpSpPr>
            <p:grpSpPr>
              <a:xfrm>
                <a:off x="6724619" y="2960597"/>
                <a:ext cx="381000" cy="351117"/>
                <a:chOff x="2556504" y="2484669"/>
                <a:chExt cx="381000" cy="351117"/>
              </a:xfrm>
            </p:grpSpPr>
            <p:pic>
              <p:nvPicPr>
                <p:cNvPr id="51" name="图形 50">
                  <a:extLst>
                    <a:ext uri="{FF2B5EF4-FFF2-40B4-BE49-F238E27FC236}">
                      <a16:creationId xmlns:a16="http://schemas.microsoft.com/office/drawing/2014/main" id="{59CD61CE-AAA2-4E82-8921-1165C77D6CC9}"/>
                    </a:ext>
                  </a:extLst>
                </p:cNvPr>
                <p:cNvPicPr>
                  <a:picLocks noChangeAspect="1"/>
                </p:cNvPicPr>
                <p:nvPr/>
              </p:nvPicPr>
              <p:blipFill>
                <a:blip r:embed="rId5">
                  <a:extLst>
                    <a:ext uri="{28A0092B-C50C-407E-A947-70E740481C1C}">
                      <a14:useLocalDpi xmlns:a14="http://schemas.microsoft.com/office/drawing/2010/main" val="0"/>
                    </a:ext>
                    <a:ext uri="{96DAC541-7B7A-43D3-8B79-37D633B846F1}">
                      <asvg:svgBlip xmlns:asvg="http://schemas.microsoft.com/office/drawing/2016/SVG/main" r:embed="rId6"/>
                    </a:ext>
                  </a:extLst>
                </a:blip>
                <a:stretch>
                  <a:fillRect/>
                </a:stretch>
              </p:blipFill>
              <p:spPr>
                <a:xfrm>
                  <a:off x="2556504" y="2484669"/>
                  <a:ext cx="381000" cy="285750"/>
                </a:xfrm>
                <a:prstGeom prst="rect">
                  <a:avLst/>
                </a:prstGeom>
              </p:spPr>
            </p:pic>
            <p:cxnSp>
              <p:nvCxnSpPr>
                <p:cNvPr id="52" name="直接连接符 51">
                  <a:extLst>
                    <a:ext uri="{FF2B5EF4-FFF2-40B4-BE49-F238E27FC236}">
                      <a16:creationId xmlns:a16="http://schemas.microsoft.com/office/drawing/2014/main" id="{F3289D25-38DA-47C1-955E-1BFC786C71AD}"/>
                    </a:ext>
                  </a:extLst>
                </p:cNvPr>
                <p:cNvCxnSpPr/>
                <p:nvPr/>
              </p:nvCxnSpPr>
              <p:spPr>
                <a:xfrm>
                  <a:off x="2747004" y="2612580"/>
                  <a:ext cx="0" cy="223206"/>
                </a:xfrm>
                <a:prstGeom prst="line">
                  <a:avLst/>
                </a:prstGeom>
                <a:ln w="25400">
                  <a:solidFill>
                    <a:srgbClr val="999999"/>
                  </a:solidFill>
                </a:ln>
              </p:spPr>
              <p:style>
                <a:lnRef idx="1">
                  <a:schemeClr val="accent1"/>
                </a:lnRef>
                <a:fillRef idx="0">
                  <a:schemeClr val="accent1"/>
                </a:fillRef>
                <a:effectRef idx="0">
                  <a:schemeClr val="accent1"/>
                </a:effectRef>
                <a:fontRef idx="minor">
                  <a:schemeClr val="tx1"/>
                </a:fontRef>
              </p:style>
            </p:cxnSp>
          </p:grpSp>
          <p:pic>
            <p:nvPicPr>
              <p:cNvPr id="53" name="图形 10">
                <a:extLst>
                  <a:ext uri="{FF2B5EF4-FFF2-40B4-BE49-F238E27FC236}">
                    <a16:creationId xmlns:a16="http://schemas.microsoft.com/office/drawing/2014/main" id="{A297BC35-67BF-4ACC-951C-C010401F1756}"/>
                  </a:ext>
                </a:extLst>
              </p:cNvPr>
              <p:cNvPicPr>
                <a:picLocks noChangeAspect="1"/>
              </p:cNvPicPr>
              <p:nvPr/>
            </p:nvPicPr>
            <p:blipFill>
              <a:blip r:embed="rId7">
                <a:extLst>
                  <a:ext uri="{28A0092B-C50C-407E-A947-70E740481C1C}">
                    <a14:useLocalDpi xmlns:a14="http://schemas.microsoft.com/office/drawing/2010/main" val="0"/>
                  </a:ext>
                  <a:ext uri="{96DAC541-7B7A-43D3-8B79-37D633B846F1}">
                    <asvg:svgBlip xmlns:asvg="http://schemas.microsoft.com/office/drawing/2016/SVG/main" r:embed="rId8"/>
                  </a:ext>
                </a:extLst>
              </a:blip>
              <a:stretch>
                <a:fillRect/>
              </a:stretch>
            </p:blipFill>
            <p:spPr>
              <a:xfrm>
                <a:off x="6442805" y="3174055"/>
                <a:ext cx="662814" cy="641082"/>
              </a:xfrm>
              <a:prstGeom prst="rect">
                <a:avLst/>
              </a:prstGeom>
            </p:spPr>
          </p:pic>
        </p:grpSp>
        <p:grpSp>
          <p:nvGrpSpPr>
            <p:cNvPr id="9" name="组合 8">
              <a:extLst>
                <a:ext uri="{FF2B5EF4-FFF2-40B4-BE49-F238E27FC236}">
                  <a16:creationId xmlns:a16="http://schemas.microsoft.com/office/drawing/2014/main" id="{B60E5B4C-3174-406C-9F00-F72946FD8C36}"/>
                </a:ext>
              </a:extLst>
            </p:cNvPr>
            <p:cNvGrpSpPr/>
            <p:nvPr/>
          </p:nvGrpSpPr>
          <p:grpSpPr>
            <a:xfrm>
              <a:off x="4708861" y="4214791"/>
              <a:ext cx="772699" cy="858650"/>
              <a:chOff x="8735761" y="5137011"/>
              <a:chExt cx="772699" cy="858650"/>
            </a:xfrm>
          </p:grpSpPr>
          <p:pic>
            <p:nvPicPr>
              <p:cNvPr id="41" name="图形 10">
                <a:extLst>
                  <a:ext uri="{FF2B5EF4-FFF2-40B4-BE49-F238E27FC236}">
                    <a16:creationId xmlns:a16="http://schemas.microsoft.com/office/drawing/2014/main" id="{FFB706F8-658F-4A80-B3FF-C53C7EC78F83}"/>
                  </a:ext>
                </a:extLst>
              </p:cNvPr>
              <p:cNvPicPr>
                <a:picLocks noChangeAspect="1"/>
              </p:cNvPicPr>
              <p:nvPr/>
            </p:nvPicPr>
            <p:blipFill>
              <a:blip r:embed="rId7">
                <a:extLst>
                  <a:ext uri="{28A0092B-C50C-407E-A947-70E740481C1C}">
                    <a14:useLocalDpi xmlns:a14="http://schemas.microsoft.com/office/drawing/2010/main" val="0"/>
                  </a:ext>
                  <a:ext uri="{96DAC541-7B7A-43D3-8B79-37D633B846F1}">
                    <asvg:svgBlip xmlns:asvg="http://schemas.microsoft.com/office/drawing/2016/SVG/main" r:embed="rId8"/>
                  </a:ext>
                </a:extLst>
              </a:blip>
              <a:stretch>
                <a:fillRect/>
              </a:stretch>
            </p:blipFill>
            <p:spPr>
              <a:xfrm>
                <a:off x="8735761" y="5354579"/>
                <a:ext cx="662814" cy="641082"/>
              </a:xfrm>
              <a:prstGeom prst="rect">
                <a:avLst/>
              </a:prstGeom>
            </p:spPr>
          </p:pic>
          <p:grpSp>
            <p:nvGrpSpPr>
              <p:cNvPr id="70" name="组合 69">
                <a:extLst>
                  <a:ext uri="{FF2B5EF4-FFF2-40B4-BE49-F238E27FC236}">
                    <a16:creationId xmlns:a16="http://schemas.microsoft.com/office/drawing/2014/main" id="{FFB1DD27-89F5-4288-9F9E-92751553B153}"/>
                  </a:ext>
                </a:extLst>
              </p:cNvPr>
              <p:cNvGrpSpPr/>
              <p:nvPr/>
            </p:nvGrpSpPr>
            <p:grpSpPr>
              <a:xfrm>
                <a:off x="9127460" y="5137011"/>
                <a:ext cx="381000" cy="351117"/>
                <a:chOff x="2556504" y="2484669"/>
                <a:chExt cx="381000" cy="351117"/>
              </a:xfrm>
            </p:grpSpPr>
            <p:pic>
              <p:nvPicPr>
                <p:cNvPr id="71" name="图形 70">
                  <a:extLst>
                    <a:ext uri="{FF2B5EF4-FFF2-40B4-BE49-F238E27FC236}">
                      <a16:creationId xmlns:a16="http://schemas.microsoft.com/office/drawing/2014/main" id="{47FB686B-5108-4B63-94BB-5E7312B423F9}"/>
                    </a:ext>
                  </a:extLst>
                </p:cNvPr>
                <p:cNvPicPr>
                  <a:picLocks noChangeAspect="1"/>
                </p:cNvPicPr>
                <p:nvPr/>
              </p:nvPicPr>
              <p:blipFill>
                <a:blip r:embed="rId5">
                  <a:extLst>
                    <a:ext uri="{28A0092B-C50C-407E-A947-70E740481C1C}">
                      <a14:useLocalDpi xmlns:a14="http://schemas.microsoft.com/office/drawing/2010/main" val="0"/>
                    </a:ext>
                    <a:ext uri="{96DAC541-7B7A-43D3-8B79-37D633B846F1}">
                      <asvg:svgBlip xmlns:asvg="http://schemas.microsoft.com/office/drawing/2016/SVG/main" r:embed="rId6"/>
                    </a:ext>
                  </a:extLst>
                </a:blip>
                <a:stretch>
                  <a:fillRect/>
                </a:stretch>
              </p:blipFill>
              <p:spPr>
                <a:xfrm>
                  <a:off x="2556504" y="2484669"/>
                  <a:ext cx="381000" cy="285750"/>
                </a:xfrm>
                <a:prstGeom prst="rect">
                  <a:avLst/>
                </a:prstGeom>
              </p:spPr>
            </p:pic>
            <p:cxnSp>
              <p:nvCxnSpPr>
                <p:cNvPr id="72" name="直接连接符 71">
                  <a:extLst>
                    <a:ext uri="{FF2B5EF4-FFF2-40B4-BE49-F238E27FC236}">
                      <a16:creationId xmlns:a16="http://schemas.microsoft.com/office/drawing/2014/main" id="{64E059CC-7FEA-4019-B5D1-F5FC6A8E18E7}"/>
                    </a:ext>
                  </a:extLst>
                </p:cNvPr>
                <p:cNvCxnSpPr/>
                <p:nvPr/>
              </p:nvCxnSpPr>
              <p:spPr>
                <a:xfrm>
                  <a:off x="2747004" y="2612580"/>
                  <a:ext cx="0" cy="223206"/>
                </a:xfrm>
                <a:prstGeom prst="line">
                  <a:avLst/>
                </a:prstGeom>
                <a:ln w="25400">
                  <a:solidFill>
                    <a:srgbClr val="999999"/>
                  </a:solidFill>
                </a:ln>
              </p:spPr>
              <p:style>
                <a:lnRef idx="1">
                  <a:schemeClr val="accent1"/>
                </a:lnRef>
                <a:fillRef idx="0">
                  <a:schemeClr val="accent1"/>
                </a:fillRef>
                <a:effectRef idx="0">
                  <a:schemeClr val="accent1"/>
                </a:effectRef>
                <a:fontRef idx="minor">
                  <a:schemeClr val="tx1"/>
                </a:fontRef>
              </p:style>
            </p:cxnSp>
          </p:grpSp>
        </p:grpSp>
        <p:grpSp>
          <p:nvGrpSpPr>
            <p:cNvPr id="10" name="组合 9">
              <a:extLst>
                <a:ext uri="{FF2B5EF4-FFF2-40B4-BE49-F238E27FC236}">
                  <a16:creationId xmlns:a16="http://schemas.microsoft.com/office/drawing/2014/main" id="{C8457A0F-4E3B-410F-A754-0D9C33698899}"/>
                </a:ext>
              </a:extLst>
            </p:cNvPr>
            <p:cNvGrpSpPr/>
            <p:nvPr/>
          </p:nvGrpSpPr>
          <p:grpSpPr>
            <a:xfrm>
              <a:off x="5767055" y="4681640"/>
              <a:ext cx="662814" cy="904042"/>
              <a:chOff x="7105619" y="4328526"/>
              <a:chExt cx="662814" cy="904042"/>
            </a:xfrm>
          </p:grpSpPr>
          <p:pic>
            <p:nvPicPr>
              <p:cNvPr id="40" name="图形 10">
                <a:extLst>
                  <a:ext uri="{FF2B5EF4-FFF2-40B4-BE49-F238E27FC236}">
                    <a16:creationId xmlns:a16="http://schemas.microsoft.com/office/drawing/2014/main" id="{84B42A8A-5651-4BA7-878E-B2CAE0EA517E}"/>
                  </a:ext>
                </a:extLst>
              </p:cNvPr>
              <p:cNvPicPr>
                <a:picLocks noChangeAspect="1"/>
              </p:cNvPicPr>
              <p:nvPr/>
            </p:nvPicPr>
            <p:blipFill>
              <a:blip r:embed="rId7">
                <a:extLst>
                  <a:ext uri="{28A0092B-C50C-407E-A947-70E740481C1C}">
                    <a14:useLocalDpi xmlns:a14="http://schemas.microsoft.com/office/drawing/2010/main" val="0"/>
                  </a:ext>
                  <a:ext uri="{96DAC541-7B7A-43D3-8B79-37D633B846F1}">
                    <asvg:svgBlip xmlns:asvg="http://schemas.microsoft.com/office/drawing/2016/SVG/main" r:embed="rId8"/>
                  </a:ext>
                </a:extLst>
              </a:blip>
              <a:stretch>
                <a:fillRect/>
              </a:stretch>
            </p:blipFill>
            <p:spPr>
              <a:xfrm>
                <a:off x="7105619" y="4591486"/>
                <a:ext cx="662814" cy="641082"/>
              </a:xfrm>
              <a:prstGeom prst="rect">
                <a:avLst/>
              </a:prstGeom>
            </p:spPr>
          </p:pic>
          <p:grpSp>
            <p:nvGrpSpPr>
              <p:cNvPr id="73" name="组合 72">
                <a:extLst>
                  <a:ext uri="{FF2B5EF4-FFF2-40B4-BE49-F238E27FC236}">
                    <a16:creationId xmlns:a16="http://schemas.microsoft.com/office/drawing/2014/main" id="{B488878D-248C-412D-B229-46D3018D8F7F}"/>
                  </a:ext>
                </a:extLst>
              </p:cNvPr>
              <p:cNvGrpSpPr/>
              <p:nvPr/>
            </p:nvGrpSpPr>
            <p:grpSpPr>
              <a:xfrm>
                <a:off x="7360152" y="4328526"/>
                <a:ext cx="381000" cy="351117"/>
                <a:chOff x="2556504" y="2484669"/>
                <a:chExt cx="381000" cy="351117"/>
              </a:xfrm>
            </p:grpSpPr>
            <p:pic>
              <p:nvPicPr>
                <p:cNvPr id="74" name="图形 73">
                  <a:extLst>
                    <a:ext uri="{FF2B5EF4-FFF2-40B4-BE49-F238E27FC236}">
                      <a16:creationId xmlns:a16="http://schemas.microsoft.com/office/drawing/2014/main" id="{83B8EE47-2BE9-4931-B2BC-4DF162DE65A3}"/>
                    </a:ext>
                  </a:extLst>
                </p:cNvPr>
                <p:cNvPicPr>
                  <a:picLocks noChangeAspect="1"/>
                </p:cNvPicPr>
                <p:nvPr/>
              </p:nvPicPr>
              <p:blipFill>
                <a:blip r:embed="rId5">
                  <a:extLst>
                    <a:ext uri="{28A0092B-C50C-407E-A947-70E740481C1C}">
                      <a14:useLocalDpi xmlns:a14="http://schemas.microsoft.com/office/drawing/2010/main" val="0"/>
                    </a:ext>
                    <a:ext uri="{96DAC541-7B7A-43D3-8B79-37D633B846F1}">
                      <asvg:svgBlip xmlns:asvg="http://schemas.microsoft.com/office/drawing/2016/SVG/main" r:embed="rId6"/>
                    </a:ext>
                  </a:extLst>
                </a:blip>
                <a:stretch>
                  <a:fillRect/>
                </a:stretch>
              </p:blipFill>
              <p:spPr>
                <a:xfrm>
                  <a:off x="2556504" y="2484669"/>
                  <a:ext cx="381000" cy="285750"/>
                </a:xfrm>
                <a:prstGeom prst="rect">
                  <a:avLst/>
                </a:prstGeom>
              </p:spPr>
            </p:pic>
            <p:cxnSp>
              <p:nvCxnSpPr>
                <p:cNvPr id="75" name="直接连接符 74">
                  <a:extLst>
                    <a:ext uri="{FF2B5EF4-FFF2-40B4-BE49-F238E27FC236}">
                      <a16:creationId xmlns:a16="http://schemas.microsoft.com/office/drawing/2014/main" id="{D229BECE-6DA5-4980-9F95-9CB8871DB318}"/>
                    </a:ext>
                  </a:extLst>
                </p:cNvPr>
                <p:cNvCxnSpPr/>
                <p:nvPr/>
              </p:nvCxnSpPr>
              <p:spPr>
                <a:xfrm>
                  <a:off x="2747004" y="2612580"/>
                  <a:ext cx="0" cy="223206"/>
                </a:xfrm>
                <a:prstGeom prst="line">
                  <a:avLst/>
                </a:prstGeom>
                <a:ln w="25400">
                  <a:solidFill>
                    <a:srgbClr val="999999"/>
                  </a:solidFill>
                </a:ln>
              </p:spPr>
              <p:style>
                <a:lnRef idx="1">
                  <a:schemeClr val="accent1"/>
                </a:lnRef>
                <a:fillRef idx="0">
                  <a:schemeClr val="accent1"/>
                </a:fillRef>
                <a:effectRef idx="0">
                  <a:schemeClr val="accent1"/>
                </a:effectRef>
                <a:fontRef idx="minor">
                  <a:schemeClr val="tx1"/>
                </a:fontRef>
              </p:style>
            </p:cxnSp>
          </p:grpSp>
        </p:grpSp>
        <p:grpSp>
          <p:nvGrpSpPr>
            <p:cNvPr id="5" name="组合 4">
              <a:extLst>
                <a:ext uri="{FF2B5EF4-FFF2-40B4-BE49-F238E27FC236}">
                  <a16:creationId xmlns:a16="http://schemas.microsoft.com/office/drawing/2014/main" id="{BF1752FC-1B3C-41D7-A18B-DACC56C2338F}"/>
                </a:ext>
              </a:extLst>
            </p:cNvPr>
            <p:cNvGrpSpPr/>
            <p:nvPr/>
          </p:nvGrpSpPr>
          <p:grpSpPr>
            <a:xfrm>
              <a:off x="5767055" y="1642957"/>
              <a:ext cx="662814" cy="846462"/>
              <a:chOff x="8552818" y="654050"/>
              <a:chExt cx="662814" cy="846462"/>
            </a:xfrm>
          </p:grpSpPr>
          <p:grpSp>
            <p:nvGrpSpPr>
              <p:cNvPr id="57" name="组合 56">
                <a:extLst>
                  <a:ext uri="{FF2B5EF4-FFF2-40B4-BE49-F238E27FC236}">
                    <a16:creationId xmlns:a16="http://schemas.microsoft.com/office/drawing/2014/main" id="{C64FB410-CBA2-4C6F-93C4-6F98D6B9D1BA}"/>
                  </a:ext>
                </a:extLst>
              </p:cNvPr>
              <p:cNvGrpSpPr/>
              <p:nvPr/>
            </p:nvGrpSpPr>
            <p:grpSpPr>
              <a:xfrm>
                <a:off x="8831192" y="654050"/>
                <a:ext cx="381000" cy="351117"/>
                <a:chOff x="2556504" y="2484669"/>
                <a:chExt cx="381000" cy="351117"/>
              </a:xfrm>
            </p:grpSpPr>
            <p:pic>
              <p:nvPicPr>
                <p:cNvPr id="58" name="图形 57">
                  <a:extLst>
                    <a:ext uri="{FF2B5EF4-FFF2-40B4-BE49-F238E27FC236}">
                      <a16:creationId xmlns:a16="http://schemas.microsoft.com/office/drawing/2014/main" id="{7A2DB838-27E8-4915-ABC0-A2E0E42F565D}"/>
                    </a:ext>
                  </a:extLst>
                </p:cNvPr>
                <p:cNvPicPr>
                  <a:picLocks noChangeAspect="1"/>
                </p:cNvPicPr>
                <p:nvPr/>
              </p:nvPicPr>
              <p:blipFill>
                <a:blip r:embed="rId5">
                  <a:extLst>
                    <a:ext uri="{28A0092B-C50C-407E-A947-70E740481C1C}">
                      <a14:useLocalDpi xmlns:a14="http://schemas.microsoft.com/office/drawing/2010/main" val="0"/>
                    </a:ext>
                    <a:ext uri="{96DAC541-7B7A-43D3-8B79-37D633B846F1}">
                      <asvg:svgBlip xmlns:asvg="http://schemas.microsoft.com/office/drawing/2016/SVG/main" r:embed="rId6"/>
                    </a:ext>
                  </a:extLst>
                </a:blip>
                <a:stretch>
                  <a:fillRect/>
                </a:stretch>
              </p:blipFill>
              <p:spPr>
                <a:xfrm>
                  <a:off x="2556504" y="2484669"/>
                  <a:ext cx="381000" cy="285750"/>
                </a:xfrm>
                <a:prstGeom prst="rect">
                  <a:avLst/>
                </a:prstGeom>
              </p:spPr>
            </p:pic>
            <p:cxnSp>
              <p:nvCxnSpPr>
                <p:cNvPr id="59" name="直接连接符 58">
                  <a:extLst>
                    <a:ext uri="{FF2B5EF4-FFF2-40B4-BE49-F238E27FC236}">
                      <a16:creationId xmlns:a16="http://schemas.microsoft.com/office/drawing/2014/main" id="{5152E0C1-AD0A-499C-A2E1-52701550F3E8}"/>
                    </a:ext>
                  </a:extLst>
                </p:cNvPr>
                <p:cNvCxnSpPr/>
                <p:nvPr/>
              </p:nvCxnSpPr>
              <p:spPr>
                <a:xfrm>
                  <a:off x="2747004" y="2612580"/>
                  <a:ext cx="0" cy="223206"/>
                </a:xfrm>
                <a:prstGeom prst="line">
                  <a:avLst/>
                </a:prstGeom>
                <a:ln w="25400">
                  <a:solidFill>
                    <a:srgbClr val="999999"/>
                  </a:solidFill>
                </a:ln>
              </p:spPr>
              <p:style>
                <a:lnRef idx="1">
                  <a:schemeClr val="accent1"/>
                </a:lnRef>
                <a:fillRef idx="0">
                  <a:schemeClr val="accent1"/>
                </a:fillRef>
                <a:effectRef idx="0">
                  <a:schemeClr val="accent1"/>
                </a:effectRef>
                <a:fontRef idx="minor">
                  <a:schemeClr val="tx1"/>
                </a:fontRef>
              </p:style>
            </p:cxnSp>
          </p:grpSp>
          <p:pic>
            <p:nvPicPr>
              <p:cNvPr id="25" name="图形 10">
                <a:extLst>
                  <a:ext uri="{FF2B5EF4-FFF2-40B4-BE49-F238E27FC236}">
                    <a16:creationId xmlns:a16="http://schemas.microsoft.com/office/drawing/2014/main" id="{F6B3A90B-4471-4775-B8D5-130CDDEFCF85}"/>
                  </a:ext>
                </a:extLst>
              </p:cNvPr>
              <p:cNvPicPr>
                <a:picLocks noChangeAspect="1"/>
              </p:cNvPicPr>
              <p:nvPr/>
            </p:nvPicPr>
            <p:blipFill>
              <a:blip r:embed="rId7">
                <a:extLst>
                  <a:ext uri="{28A0092B-C50C-407E-A947-70E740481C1C}">
                    <a14:useLocalDpi xmlns:a14="http://schemas.microsoft.com/office/drawing/2010/main" val="0"/>
                  </a:ext>
                  <a:ext uri="{96DAC541-7B7A-43D3-8B79-37D633B846F1}">
                    <asvg:svgBlip xmlns:asvg="http://schemas.microsoft.com/office/drawing/2016/SVG/main" r:embed="rId8"/>
                  </a:ext>
                </a:extLst>
              </a:blip>
              <a:stretch>
                <a:fillRect/>
              </a:stretch>
            </p:blipFill>
            <p:spPr>
              <a:xfrm>
                <a:off x="8552818" y="859430"/>
                <a:ext cx="662814" cy="641082"/>
              </a:xfrm>
              <a:prstGeom prst="rect">
                <a:avLst/>
              </a:prstGeom>
            </p:spPr>
          </p:pic>
        </p:grpSp>
        <p:grpSp>
          <p:nvGrpSpPr>
            <p:cNvPr id="12" name="组合 11">
              <a:extLst>
                <a:ext uri="{FF2B5EF4-FFF2-40B4-BE49-F238E27FC236}">
                  <a16:creationId xmlns:a16="http://schemas.microsoft.com/office/drawing/2014/main" id="{4DD0B389-D978-4FE3-A04D-779BD992BB86}"/>
                </a:ext>
              </a:extLst>
            </p:cNvPr>
            <p:cNvGrpSpPr/>
            <p:nvPr/>
          </p:nvGrpSpPr>
          <p:grpSpPr>
            <a:xfrm>
              <a:off x="4217527" y="3214597"/>
              <a:ext cx="681834" cy="830033"/>
              <a:chOff x="6956615" y="1391042"/>
              <a:chExt cx="681834" cy="830033"/>
            </a:xfrm>
          </p:grpSpPr>
          <p:grpSp>
            <p:nvGrpSpPr>
              <p:cNvPr id="54" name="组合 53">
                <a:extLst>
                  <a:ext uri="{FF2B5EF4-FFF2-40B4-BE49-F238E27FC236}">
                    <a16:creationId xmlns:a16="http://schemas.microsoft.com/office/drawing/2014/main" id="{43CACFB6-2186-481B-9C9F-2B35A1831EDF}"/>
                  </a:ext>
                </a:extLst>
              </p:cNvPr>
              <p:cNvGrpSpPr/>
              <p:nvPr/>
            </p:nvGrpSpPr>
            <p:grpSpPr>
              <a:xfrm>
                <a:off x="7257449" y="1391042"/>
                <a:ext cx="381000" cy="351117"/>
                <a:chOff x="2556504" y="2484669"/>
                <a:chExt cx="381000" cy="351117"/>
              </a:xfrm>
            </p:grpSpPr>
            <p:pic>
              <p:nvPicPr>
                <p:cNvPr id="55" name="图形 54">
                  <a:extLst>
                    <a:ext uri="{FF2B5EF4-FFF2-40B4-BE49-F238E27FC236}">
                      <a16:creationId xmlns:a16="http://schemas.microsoft.com/office/drawing/2014/main" id="{031F7A51-135B-45DC-9C5F-1F16EAFE2A90}"/>
                    </a:ext>
                  </a:extLst>
                </p:cNvPr>
                <p:cNvPicPr>
                  <a:picLocks noChangeAspect="1"/>
                </p:cNvPicPr>
                <p:nvPr/>
              </p:nvPicPr>
              <p:blipFill>
                <a:blip r:embed="rId5">
                  <a:extLst>
                    <a:ext uri="{28A0092B-C50C-407E-A947-70E740481C1C}">
                      <a14:useLocalDpi xmlns:a14="http://schemas.microsoft.com/office/drawing/2010/main" val="0"/>
                    </a:ext>
                    <a:ext uri="{96DAC541-7B7A-43D3-8B79-37D633B846F1}">
                      <asvg:svgBlip xmlns:asvg="http://schemas.microsoft.com/office/drawing/2016/SVG/main" r:embed="rId6"/>
                    </a:ext>
                  </a:extLst>
                </a:blip>
                <a:stretch>
                  <a:fillRect/>
                </a:stretch>
              </p:blipFill>
              <p:spPr>
                <a:xfrm>
                  <a:off x="2556504" y="2484669"/>
                  <a:ext cx="381000" cy="285750"/>
                </a:xfrm>
                <a:prstGeom prst="rect">
                  <a:avLst/>
                </a:prstGeom>
              </p:spPr>
            </p:pic>
            <p:cxnSp>
              <p:nvCxnSpPr>
                <p:cNvPr id="56" name="直接连接符 55">
                  <a:extLst>
                    <a:ext uri="{FF2B5EF4-FFF2-40B4-BE49-F238E27FC236}">
                      <a16:creationId xmlns:a16="http://schemas.microsoft.com/office/drawing/2014/main" id="{F78D4996-A92C-404E-8C62-9BB6822AD7AC}"/>
                    </a:ext>
                  </a:extLst>
                </p:cNvPr>
                <p:cNvCxnSpPr/>
                <p:nvPr/>
              </p:nvCxnSpPr>
              <p:spPr>
                <a:xfrm>
                  <a:off x="2747004" y="2612580"/>
                  <a:ext cx="0" cy="223206"/>
                </a:xfrm>
                <a:prstGeom prst="line">
                  <a:avLst/>
                </a:prstGeom>
                <a:ln w="25400">
                  <a:solidFill>
                    <a:srgbClr val="999999"/>
                  </a:solidFill>
                </a:ln>
              </p:spPr>
              <p:style>
                <a:lnRef idx="1">
                  <a:schemeClr val="accent1"/>
                </a:lnRef>
                <a:fillRef idx="0">
                  <a:schemeClr val="accent1"/>
                </a:fillRef>
                <a:effectRef idx="0">
                  <a:schemeClr val="accent1"/>
                </a:effectRef>
                <a:fontRef idx="minor">
                  <a:schemeClr val="tx1"/>
                </a:fontRef>
              </p:style>
            </p:cxnSp>
          </p:grpSp>
          <p:pic>
            <p:nvPicPr>
              <p:cNvPr id="33" name="图形 10">
                <a:extLst>
                  <a:ext uri="{FF2B5EF4-FFF2-40B4-BE49-F238E27FC236}">
                    <a16:creationId xmlns:a16="http://schemas.microsoft.com/office/drawing/2014/main" id="{5A9BC258-F80F-4F21-9EFB-C36AC2E37E2A}"/>
                  </a:ext>
                </a:extLst>
              </p:cNvPr>
              <p:cNvPicPr>
                <a:picLocks noChangeAspect="1"/>
              </p:cNvPicPr>
              <p:nvPr/>
            </p:nvPicPr>
            <p:blipFill>
              <a:blip r:embed="rId7">
                <a:extLst>
                  <a:ext uri="{28A0092B-C50C-407E-A947-70E740481C1C}">
                    <a14:useLocalDpi xmlns:a14="http://schemas.microsoft.com/office/drawing/2010/main" val="0"/>
                  </a:ext>
                  <a:ext uri="{96DAC541-7B7A-43D3-8B79-37D633B846F1}">
                    <asvg:svgBlip xmlns:asvg="http://schemas.microsoft.com/office/drawing/2016/SVG/main" r:embed="rId8"/>
                  </a:ext>
                </a:extLst>
              </a:blip>
              <a:stretch>
                <a:fillRect/>
              </a:stretch>
            </p:blipFill>
            <p:spPr>
              <a:xfrm>
                <a:off x="6956615" y="1579993"/>
                <a:ext cx="662814" cy="641082"/>
              </a:xfrm>
              <a:prstGeom prst="rect">
                <a:avLst/>
              </a:prstGeom>
            </p:spPr>
          </p:pic>
        </p:grpSp>
        <p:grpSp>
          <p:nvGrpSpPr>
            <p:cNvPr id="6" name="组合 5">
              <a:extLst>
                <a:ext uri="{FF2B5EF4-FFF2-40B4-BE49-F238E27FC236}">
                  <a16:creationId xmlns:a16="http://schemas.microsoft.com/office/drawing/2014/main" id="{B646B45F-71F6-4792-9D91-B5E6C971F7C1}"/>
                </a:ext>
              </a:extLst>
            </p:cNvPr>
            <p:cNvGrpSpPr/>
            <p:nvPr/>
          </p:nvGrpSpPr>
          <p:grpSpPr>
            <a:xfrm>
              <a:off x="4708861" y="2107021"/>
              <a:ext cx="662814" cy="830033"/>
              <a:chOff x="10392760" y="1391042"/>
              <a:chExt cx="662814" cy="830033"/>
            </a:xfrm>
          </p:grpSpPr>
          <p:grpSp>
            <p:nvGrpSpPr>
              <p:cNvPr id="60" name="组合 59">
                <a:extLst>
                  <a:ext uri="{FF2B5EF4-FFF2-40B4-BE49-F238E27FC236}">
                    <a16:creationId xmlns:a16="http://schemas.microsoft.com/office/drawing/2014/main" id="{89699963-AA7D-4F41-A05C-2912FF547A41}"/>
                  </a:ext>
                </a:extLst>
              </p:cNvPr>
              <p:cNvGrpSpPr/>
              <p:nvPr/>
            </p:nvGrpSpPr>
            <p:grpSpPr>
              <a:xfrm>
                <a:off x="10674574" y="1391042"/>
                <a:ext cx="381000" cy="351117"/>
                <a:chOff x="2556504" y="2484669"/>
                <a:chExt cx="381000" cy="351117"/>
              </a:xfrm>
            </p:grpSpPr>
            <p:pic>
              <p:nvPicPr>
                <p:cNvPr id="61" name="图形 60">
                  <a:extLst>
                    <a:ext uri="{FF2B5EF4-FFF2-40B4-BE49-F238E27FC236}">
                      <a16:creationId xmlns:a16="http://schemas.microsoft.com/office/drawing/2014/main" id="{D66EED3C-ABB8-4AB3-B893-10EB52EF4A2A}"/>
                    </a:ext>
                  </a:extLst>
                </p:cNvPr>
                <p:cNvPicPr>
                  <a:picLocks noChangeAspect="1"/>
                </p:cNvPicPr>
                <p:nvPr/>
              </p:nvPicPr>
              <p:blipFill>
                <a:blip r:embed="rId5">
                  <a:extLst>
                    <a:ext uri="{28A0092B-C50C-407E-A947-70E740481C1C}">
                      <a14:useLocalDpi xmlns:a14="http://schemas.microsoft.com/office/drawing/2010/main" val="0"/>
                    </a:ext>
                    <a:ext uri="{96DAC541-7B7A-43D3-8B79-37D633B846F1}">
                      <asvg:svgBlip xmlns:asvg="http://schemas.microsoft.com/office/drawing/2016/SVG/main" r:embed="rId6"/>
                    </a:ext>
                  </a:extLst>
                </a:blip>
                <a:stretch>
                  <a:fillRect/>
                </a:stretch>
              </p:blipFill>
              <p:spPr>
                <a:xfrm>
                  <a:off x="2556504" y="2484669"/>
                  <a:ext cx="381000" cy="285750"/>
                </a:xfrm>
                <a:prstGeom prst="rect">
                  <a:avLst/>
                </a:prstGeom>
              </p:spPr>
            </p:pic>
            <p:cxnSp>
              <p:nvCxnSpPr>
                <p:cNvPr id="62" name="直接连接符 61">
                  <a:extLst>
                    <a:ext uri="{FF2B5EF4-FFF2-40B4-BE49-F238E27FC236}">
                      <a16:creationId xmlns:a16="http://schemas.microsoft.com/office/drawing/2014/main" id="{247CA075-F94E-4870-8C28-AC00131C2824}"/>
                    </a:ext>
                  </a:extLst>
                </p:cNvPr>
                <p:cNvCxnSpPr/>
                <p:nvPr/>
              </p:nvCxnSpPr>
              <p:spPr>
                <a:xfrm>
                  <a:off x="2747004" y="2612580"/>
                  <a:ext cx="0" cy="223206"/>
                </a:xfrm>
                <a:prstGeom prst="line">
                  <a:avLst/>
                </a:prstGeom>
                <a:ln w="25400">
                  <a:solidFill>
                    <a:srgbClr val="999999"/>
                  </a:solidFill>
                </a:ln>
              </p:spPr>
              <p:style>
                <a:lnRef idx="1">
                  <a:schemeClr val="accent1"/>
                </a:lnRef>
                <a:fillRef idx="0">
                  <a:schemeClr val="accent1"/>
                </a:fillRef>
                <a:effectRef idx="0">
                  <a:schemeClr val="accent1"/>
                </a:effectRef>
                <a:fontRef idx="minor">
                  <a:schemeClr val="tx1"/>
                </a:fontRef>
              </p:style>
            </p:cxnSp>
          </p:grpSp>
          <p:pic>
            <p:nvPicPr>
              <p:cNvPr id="38" name="图形 10">
                <a:extLst>
                  <a:ext uri="{FF2B5EF4-FFF2-40B4-BE49-F238E27FC236}">
                    <a16:creationId xmlns:a16="http://schemas.microsoft.com/office/drawing/2014/main" id="{87474D5E-4CAA-47EA-BED7-ACA643385B1D}"/>
                  </a:ext>
                </a:extLst>
              </p:cNvPr>
              <p:cNvPicPr>
                <a:picLocks noChangeAspect="1"/>
              </p:cNvPicPr>
              <p:nvPr/>
            </p:nvPicPr>
            <p:blipFill>
              <a:blip r:embed="rId7">
                <a:extLst>
                  <a:ext uri="{28A0092B-C50C-407E-A947-70E740481C1C}">
                    <a14:useLocalDpi xmlns:a14="http://schemas.microsoft.com/office/drawing/2010/main" val="0"/>
                  </a:ext>
                  <a:ext uri="{96DAC541-7B7A-43D3-8B79-37D633B846F1}">
                    <asvg:svgBlip xmlns:asvg="http://schemas.microsoft.com/office/drawing/2016/SVG/main" r:embed="rId8"/>
                  </a:ext>
                </a:extLst>
              </a:blip>
              <a:stretch>
                <a:fillRect/>
              </a:stretch>
            </p:blipFill>
            <p:spPr>
              <a:xfrm>
                <a:off x="10392760" y="1579993"/>
                <a:ext cx="662814" cy="641082"/>
              </a:xfrm>
              <a:prstGeom prst="rect">
                <a:avLst/>
              </a:prstGeom>
            </p:spPr>
          </p:pic>
        </p:grpSp>
        <p:grpSp>
          <p:nvGrpSpPr>
            <p:cNvPr id="7" name="组合 6">
              <a:extLst>
                <a:ext uri="{FF2B5EF4-FFF2-40B4-BE49-F238E27FC236}">
                  <a16:creationId xmlns:a16="http://schemas.microsoft.com/office/drawing/2014/main" id="{BEF01416-B3D8-4875-8B1B-20A96441AEA1}"/>
                </a:ext>
              </a:extLst>
            </p:cNvPr>
            <p:cNvGrpSpPr/>
            <p:nvPr/>
          </p:nvGrpSpPr>
          <p:grpSpPr>
            <a:xfrm>
              <a:off x="6825249" y="2115915"/>
              <a:ext cx="684060" cy="821139"/>
              <a:chOff x="10868587" y="2993998"/>
              <a:chExt cx="684060" cy="821139"/>
            </a:xfrm>
          </p:grpSpPr>
          <p:grpSp>
            <p:nvGrpSpPr>
              <p:cNvPr id="63" name="组合 62">
                <a:extLst>
                  <a:ext uri="{FF2B5EF4-FFF2-40B4-BE49-F238E27FC236}">
                    <a16:creationId xmlns:a16="http://schemas.microsoft.com/office/drawing/2014/main" id="{DE0CFE49-241E-4BEC-8031-D2BB1C88CFDE}"/>
                  </a:ext>
                </a:extLst>
              </p:cNvPr>
              <p:cNvGrpSpPr/>
              <p:nvPr/>
            </p:nvGrpSpPr>
            <p:grpSpPr>
              <a:xfrm>
                <a:off x="11171647" y="2993998"/>
                <a:ext cx="381000" cy="351117"/>
                <a:chOff x="2556504" y="2484669"/>
                <a:chExt cx="381000" cy="351117"/>
              </a:xfrm>
            </p:grpSpPr>
            <p:pic>
              <p:nvPicPr>
                <p:cNvPr id="64" name="图形 63">
                  <a:extLst>
                    <a:ext uri="{FF2B5EF4-FFF2-40B4-BE49-F238E27FC236}">
                      <a16:creationId xmlns:a16="http://schemas.microsoft.com/office/drawing/2014/main" id="{A881FFB2-15C5-4589-A75C-324505B81D61}"/>
                    </a:ext>
                  </a:extLst>
                </p:cNvPr>
                <p:cNvPicPr>
                  <a:picLocks noChangeAspect="1"/>
                </p:cNvPicPr>
                <p:nvPr/>
              </p:nvPicPr>
              <p:blipFill>
                <a:blip r:embed="rId5">
                  <a:extLst>
                    <a:ext uri="{28A0092B-C50C-407E-A947-70E740481C1C}">
                      <a14:useLocalDpi xmlns:a14="http://schemas.microsoft.com/office/drawing/2010/main" val="0"/>
                    </a:ext>
                    <a:ext uri="{96DAC541-7B7A-43D3-8B79-37D633B846F1}">
                      <asvg:svgBlip xmlns:asvg="http://schemas.microsoft.com/office/drawing/2016/SVG/main" r:embed="rId6"/>
                    </a:ext>
                  </a:extLst>
                </a:blip>
                <a:stretch>
                  <a:fillRect/>
                </a:stretch>
              </p:blipFill>
              <p:spPr>
                <a:xfrm>
                  <a:off x="2556504" y="2484669"/>
                  <a:ext cx="381000" cy="285750"/>
                </a:xfrm>
                <a:prstGeom prst="rect">
                  <a:avLst/>
                </a:prstGeom>
              </p:spPr>
            </p:pic>
            <p:cxnSp>
              <p:nvCxnSpPr>
                <p:cNvPr id="65" name="直接连接符 64">
                  <a:extLst>
                    <a:ext uri="{FF2B5EF4-FFF2-40B4-BE49-F238E27FC236}">
                      <a16:creationId xmlns:a16="http://schemas.microsoft.com/office/drawing/2014/main" id="{8567AE27-9A73-4AF9-9E50-C682DFF89915}"/>
                    </a:ext>
                  </a:extLst>
                </p:cNvPr>
                <p:cNvCxnSpPr/>
                <p:nvPr/>
              </p:nvCxnSpPr>
              <p:spPr>
                <a:xfrm>
                  <a:off x="2747004" y="2612580"/>
                  <a:ext cx="0" cy="223206"/>
                </a:xfrm>
                <a:prstGeom prst="line">
                  <a:avLst/>
                </a:prstGeom>
                <a:ln w="25400">
                  <a:solidFill>
                    <a:srgbClr val="999999"/>
                  </a:solidFill>
                </a:ln>
              </p:spPr>
              <p:style>
                <a:lnRef idx="1">
                  <a:schemeClr val="accent1"/>
                </a:lnRef>
                <a:fillRef idx="0">
                  <a:schemeClr val="accent1"/>
                </a:fillRef>
                <a:effectRef idx="0">
                  <a:schemeClr val="accent1"/>
                </a:effectRef>
                <a:fontRef idx="minor">
                  <a:schemeClr val="tx1"/>
                </a:fontRef>
              </p:style>
            </p:cxnSp>
          </p:grpSp>
          <p:pic>
            <p:nvPicPr>
              <p:cNvPr id="39" name="图形 10">
                <a:extLst>
                  <a:ext uri="{FF2B5EF4-FFF2-40B4-BE49-F238E27FC236}">
                    <a16:creationId xmlns:a16="http://schemas.microsoft.com/office/drawing/2014/main" id="{BB7780F0-4F6C-453A-B57D-99858E60B78D}"/>
                  </a:ext>
                </a:extLst>
              </p:cNvPr>
              <p:cNvPicPr>
                <a:picLocks noChangeAspect="1"/>
              </p:cNvPicPr>
              <p:nvPr/>
            </p:nvPicPr>
            <p:blipFill>
              <a:blip r:embed="rId7">
                <a:extLst>
                  <a:ext uri="{28A0092B-C50C-407E-A947-70E740481C1C}">
                    <a14:useLocalDpi xmlns:a14="http://schemas.microsoft.com/office/drawing/2010/main" val="0"/>
                  </a:ext>
                  <a:ext uri="{96DAC541-7B7A-43D3-8B79-37D633B846F1}">
                    <asvg:svgBlip xmlns:asvg="http://schemas.microsoft.com/office/drawing/2016/SVG/main" r:embed="rId8"/>
                  </a:ext>
                </a:extLst>
              </a:blip>
              <a:stretch>
                <a:fillRect/>
              </a:stretch>
            </p:blipFill>
            <p:spPr>
              <a:xfrm>
                <a:off x="10868587" y="3174055"/>
                <a:ext cx="662814" cy="641082"/>
              </a:xfrm>
              <a:prstGeom prst="rect">
                <a:avLst/>
              </a:prstGeom>
            </p:spPr>
          </p:pic>
        </p:grpSp>
        <p:grpSp>
          <p:nvGrpSpPr>
            <p:cNvPr id="8" name="组合 7">
              <a:extLst>
                <a:ext uri="{FF2B5EF4-FFF2-40B4-BE49-F238E27FC236}">
                  <a16:creationId xmlns:a16="http://schemas.microsoft.com/office/drawing/2014/main" id="{FABBA271-FA4A-4DF3-9617-AC0736095428}"/>
                </a:ext>
              </a:extLst>
            </p:cNvPr>
            <p:cNvGrpSpPr/>
            <p:nvPr/>
          </p:nvGrpSpPr>
          <p:grpSpPr>
            <a:xfrm>
              <a:off x="6879143" y="4346906"/>
              <a:ext cx="662814" cy="853468"/>
              <a:chOff x="10344206" y="4379100"/>
              <a:chExt cx="662814" cy="853468"/>
            </a:xfrm>
          </p:grpSpPr>
          <p:grpSp>
            <p:nvGrpSpPr>
              <p:cNvPr id="67" name="组合 66">
                <a:extLst>
                  <a:ext uri="{FF2B5EF4-FFF2-40B4-BE49-F238E27FC236}">
                    <a16:creationId xmlns:a16="http://schemas.microsoft.com/office/drawing/2014/main" id="{B1EBDC09-ED4D-4B9E-93ED-0C20D402F629}"/>
                  </a:ext>
                </a:extLst>
              </p:cNvPr>
              <p:cNvGrpSpPr/>
              <p:nvPr/>
            </p:nvGrpSpPr>
            <p:grpSpPr>
              <a:xfrm>
                <a:off x="10626020" y="4379100"/>
                <a:ext cx="381000" cy="351117"/>
                <a:chOff x="2556504" y="2484669"/>
                <a:chExt cx="381000" cy="351117"/>
              </a:xfrm>
            </p:grpSpPr>
            <p:pic>
              <p:nvPicPr>
                <p:cNvPr id="68" name="图形 67">
                  <a:extLst>
                    <a:ext uri="{FF2B5EF4-FFF2-40B4-BE49-F238E27FC236}">
                      <a16:creationId xmlns:a16="http://schemas.microsoft.com/office/drawing/2014/main" id="{1FEE0958-B23D-4E63-A6AE-BF90343E1999}"/>
                    </a:ext>
                  </a:extLst>
                </p:cNvPr>
                <p:cNvPicPr>
                  <a:picLocks noChangeAspect="1"/>
                </p:cNvPicPr>
                <p:nvPr/>
              </p:nvPicPr>
              <p:blipFill>
                <a:blip r:embed="rId5">
                  <a:extLst>
                    <a:ext uri="{28A0092B-C50C-407E-A947-70E740481C1C}">
                      <a14:useLocalDpi xmlns:a14="http://schemas.microsoft.com/office/drawing/2010/main" val="0"/>
                    </a:ext>
                    <a:ext uri="{96DAC541-7B7A-43D3-8B79-37D633B846F1}">
                      <asvg:svgBlip xmlns:asvg="http://schemas.microsoft.com/office/drawing/2016/SVG/main" r:embed="rId6"/>
                    </a:ext>
                  </a:extLst>
                </a:blip>
                <a:stretch>
                  <a:fillRect/>
                </a:stretch>
              </p:blipFill>
              <p:spPr>
                <a:xfrm>
                  <a:off x="2556504" y="2484669"/>
                  <a:ext cx="381000" cy="285750"/>
                </a:xfrm>
                <a:prstGeom prst="rect">
                  <a:avLst/>
                </a:prstGeom>
              </p:spPr>
            </p:pic>
            <p:cxnSp>
              <p:nvCxnSpPr>
                <p:cNvPr id="69" name="直接连接符 68">
                  <a:extLst>
                    <a:ext uri="{FF2B5EF4-FFF2-40B4-BE49-F238E27FC236}">
                      <a16:creationId xmlns:a16="http://schemas.microsoft.com/office/drawing/2014/main" id="{52EB35D2-ADEE-4C09-80CD-33509D770BD4}"/>
                    </a:ext>
                  </a:extLst>
                </p:cNvPr>
                <p:cNvCxnSpPr/>
                <p:nvPr/>
              </p:nvCxnSpPr>
              <p:spPr>
                <a:xfrm>
                  <a:off x="2747004" y="2612580"/>
                  <a:ext cx="0" cy="223206"/>
                </a:xfrm>
                <a:prstGeom prst="line">
                  <a:avLst/>
                </a:prstGeom>
                <a:ln w="25400">
                  <a:solidFill>
                    <a:srgbClr val="999999"/>
                  </a:solidFill>
                </a:ln>
              </p:spPr>
              <p:style>
                <a:lnRef idx="1">
                  <a:schemeClr val="accent1"/>
                </a:lnRef>
                <a:fillRef idx="0">
                  <a:schemeClr val="accent1"/>
                </a:fillRef>
                <a:effectRef idx="0">
                  <a:schemeClr val="accent1"/>
                </a:effectRef>
                <a:fontRef idx="minor">
                  <a:schemeClr val="tx1"/>
                </a:fontRef>
              </p:style>
            </p:cxnSp>
          </p:grpSp>
          <p:pic>
            <p:nvPicPr>
              <p:cNvPr id="42" name="图形 10">
                <a:extLst>
                  <a:ext uri="{FF2B5EF4-FFF2-40B4-BE49-F238E27FC236}">
                    <a16:creationId xmlns:a16="http://schemas.microsoft.com/office/drawing/2014/main" id="{7C5AE7F5-BE3C-4E23-BD4B-BB486769AE69}"/>
                  </a:ext>
                </a:extLst>
              </p:cNvPr>
              <p:cNvPicPr>
                <a:picLocks noChangeAspect="1"/>
              </p:cNvPicPr>
              <p:nvPr/>
            </p:nvPicPr>
            <p:blipFill>
              <a:blip r:embed="rId7">
                <a:extLst>
                  <a:ext uri="{28A0092B-C50C-407E-A947-70E740481C1C}">
                    <a14:useLocalDpi xmlns:a14="http://schemas.microsoft.com/office/drawing/2010/main" val="0"/>
                  </a:ext>
                  <a:ext uri="{96DAC541-7B7A-43D3-8B79-37D633B846F1}">
                    <asvg:svgBlip xmlns:asvg="http://schemas.microsoft.com/office/drawing/2016/SVG/main" r:embed="rId8"/>
                  </a:ext>
                </a:extLst>
              </a:blip>
              <a:stretch>
                <a:fillRect/>
              </a:stretch>
            </p:blipFill>
            <p:spPr>
              <a:xfrm>
                <a:off x="10344206" y="4591486"/>
                <a:ext cx="662814" cy="641082"/>
              </a:xfrm>
              <a:prstGeom prst="rect">
                <a:avLst/>
              </a:prstGeom>
            </p:spPr>
          </p:pic>
        </p:grpSp>
      </p:grpSp>
      <p:sp>
        <p:nvSpPr>
          <p:cNvPr id="15" name="对话气泡: 圆角矩形 14">
            <a:extLst>
              <a:ext uri="{FF2B5EF4-FFF2-40B4-BE49-F238E27FC236}">
                <a16:creationId xmlns:a16="http://schemas.microsoft.com/office/drawing/2014/main" id="{20AA21EB-94EF-4CAB-AA65-ACBE1776F55E}"/>
              </a:ext>
            </a:extLst>
          </p:cNvPr>
          <p:cNvSpPr/>
          <p:nvPr/>
        </p:nvSpPr>
        <p:spPr>
          <a:xfrm>
            <a:off x="7826091" y="1003300"/>
            <a:ext cx="3228302" cy="1442357"/>
          </a:xfrm>
          <a:prstGeom prst="wedgeRoundRectCallout">
            <a:avLst>
              <a:gd name="adj1" fmla="val -80827"/>
              <a:gd name="adj2" fmla="val 120972"/>
              <a:gd name="adj3" fmla="val 16667"/>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r>
              <a:rPr lang="zh-CN" altLang="en-US" b="1" dirty="0"/>
              <a:t>本</a:t>
            </a:r>
            <a:r>
              <a:rPr lang="en-US" altLang="zh-CN" b="1" dirty="0"/>
              <a:t>BSS</a:t>
            </a:r>
            <a:r>
              <a:rPr lang="zh-CN" altLang="en-US" b="1" dirty="0"/>
              <a:t>内各站点之间的通信以及与本</a:t>
            </a:r>
            <a:r>
              <a:rPr lang="en-US" altLang="zh-CN" b="1" dirty="0"/>
              <a:t>BSS</a:t>
            </a:r>
            <a:r>
              <a:rPr lang="zh-CN" altLang="en-US" b="1" dirty="0"/>
              <a:t>外的站点之间的通信，都必须经过本</a:t>
            </a:r>
            <a:r>
              <a:rPr lang="en-US" altLang="zh-CN" b="1" dirty="0"/>
              <a:t>BSS</a:t>
            </a:r>
            <a:r>
              <a:rPr lang="zh-CN" altLang="en-US" b="1" dirty="0"/>
              <a:t>内的</a:t>
            </a:r>
            <a:r>
              <a:rPr lang="en-US" altLang="zh-CN" b="1" dirty="0"/>
              <a:t>AP</a:t>
            </a:r>
            <a:r>
              <a:rPr lang="zh-CN" altLang="en-US" b="1" dirty="0"/>
              <a:t>进行转发。</a:t>
            </a:r>
          </a:p>
        </p:txBody>
      </p:sp>
    </p:spTree>
    <p:custDataLst>
      <p:tags r:id="rId1"/>
    </p:custDataLst>
    <p:extLst>
      <p:ext uri="{BB962C8B-B14F-4D97-AF65-F5344CB8AC3E}">
        <p14:creationId xmlns:p14="http://schemas.microsoft.com/office/powerpoint/2010/main" val="332083301"/>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35" presetClass="emph" presetSubtype="0" repeatCount="3000" fill="hold" nodeType="withEffect">
                                  <p:stCondLst>
                                    <p:cond delay="0"/>
                                  </p:stCondLst>
                                  <p:childTnLst>
                                    <p:anim calcmode="discrete" valueType="str">
                                      <p:cBhvr>
                                        <p:cTn id="6" dur="400" fill="hold"/>
                                        <p:tgtEl>
                                          <p:spTgt spid="13"/>
                                        </p:tgtEl>
                                        <p:attrNameLst>
                                          <p:attrName>style.visibility</p:attrName>
                                        </p:attrNameLst>
                                      </p:cBhvr>
                                      <p:tavLst>
                                        <p:tav tm="0">
                                          <p:val>
                                            <p:strVal val="hidden"/>
                                          </p:val>
                                        </p:tav>
                                        <p:tav tm="50000">
                                          <p:val>
                                            <p:strVal val="visible"/>
                                          </p:val>
                                        </p:tav>
                                      </p:tavLst>
                                    </p:anim>
                                  </p:childTnLst>
                                </p:cTn>
                              </p:par>
                            </p:childTnLst>
                          </p:cTn>
                        </p:par>
                      </p:childTnLst>
                    </p:cTn>
                  </p:par>
                  <p:par>
                    <p:cTn id="7" fill="hold">
                      <p:stCondLst>
                        <p:cond delay="indefinite"/>
                      </p:stCondLst>
                      <p:childTnLst>
                        <p:par>
                          <p:cTn id="8" fill="hold">
                            <p:stCondLst>
                              <p:cond delay="0"/>
                            </p:stCondLst>
                            <p:childTnLst>
                              <p:par>
                                <p:cTn id="9" presetID="35" presetClass="emph" presetSubtype="0" repeatCount="3000" fill="hold" nodeType="clickEffect">
                                  <p:stCondLst>
                                    <p:cond delay="0"/>
                                  </p:stCondLst>
                                  <p:childTnLst>
                                    <p:anim calcmode="discrete" valueType="str">
                                      <p:cBhvr>
                                        <p:cTn id="10" dur="400" fill="hold"/>
                                        <p:tgtEl>
                                          <p:spTgt spid="14"/>
                                        </p:tgtEl>
                                        <p:attrNameLst>
                                          <p:attrName>style.visibility</p:attrName>
                                        </p:attrNameLst>
                                      </p:cBhvr>
                                      <p:tavLst>
                                        <p:tav tm="0">
                                          <p:val>
                                            <p:strVal val="hidden"/>
                                          </p:val>
                                        </p:tav>
                                        <p:tav tm="50000">
                                          <p:val>
                                            <p:strVal val="visible"/>
                                          </p:val>
                                        </p:tav>
                                      </p:tavLst>
                                    </p:anim>
                                  </p:childTnLst>
                                </p:cTn>
                              </p:par>
                            </p:childTnLst>
                          </p:cTn>
                        </p:par>
                      </p:childTnLst>
                    </p:cTn>
                  </p:par>
                  <p:par>
                    <p:cTn id="11" fill="hold">
                      <p:stCondLst>
                        <p:cond delay="indefinite"/>
                      </p:stCondLst>
                      <p:childTnLst>
                        <p:par>
                          <p:cTn id="12" fill="hold">
                            <p:stCondLst>
                              <p:cond delay="0"/>
                            </p:stCondLst>
                            <p:childTnLst>
                              <p:par>
                                <p:cTn id="13" presetID="2" presetClass="entr" presetSubtype="2" fill="hold" grpId="0" nodeType="clickEffect">
                                  <p:stCondLst>
                                    <p:cond delay="0"/>
                                  </p:stCondLst>
                                  <p:childTnLst>
                                    <p:set>
                                      <p:cBhvr>
                                        <p:cTn id="14" dur="1" fill="hold">
                                          <p:stCondLst>
                                            <p:cond delay="0"/>
                                          </p:stCondLst>
                                        </p:cTn>
                                        <p:tgtEl>
                                          <p:spTgt spid="15"/>
                                        </p:tgtEl>
                                        <p:attrNameLst>
                                          <p:attrName>style.visibility</p:attrName>
                                        </p:attrNameLst>
                                      </p:cBhvr>
                                      <p:to>
                                        <p:strVal val="visible"/>
                                      </p:to>
                                    </p:set>
                                    <p:anim calcmode="lin" valueType="num">
                                      <p:cBhvr additive="base">
                                        <p:cTn id="15" dur="500" fill="hold"/>
                                        <p:tgtEl>
                                          <p:spTgt spid="15"/>
                                        </p:tgtEl>
                                        <p:attrNameLst>
                                          <p:attrName>ppt_x</p:attrName>
                                        </p:attrNameLst>
                                      </p:cBhvr>
                                      <p:tavLst>
                                        <p:tav tm="0">
                                          <p:val>
                                            <p:strVal val="1+#ppt_w/2"/>
                                          </p:val>
                                        </p:tav>
                                        <p:tav tm="100000">
                                          <p:val>
                                            <p:strVal val="#ppt_x"/>
                                          </p:val>
                                        </p:tav>
                                      </p:tavLst>
                                    </p:anim>
                                    <p:anim calcmode="lin" valueType="num">
                                      <p:cBhvr additive="base">
                                        <p:cTn id="16" dur="500" fill="hold"/>
                                        <p:tgtEl>
                                          <p:spTgt spid="15"/>
                                        </p:tgtEl>
                                        <p:attrNameLst>
                                          <p:attrName>ppt_y</p:attrName>
                                        </p:attrNameLst>
                                      </p:cBhvr>
                                      <p:tavLst>
                                        <p:tav tm="0">
                                          <p:val>
                                            <p:strVal val="#ppt_y"/>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5" grpId="0" animBg="1"/>
    </p:bldLst>
  </p:timing>
</p:sld>
</file>

<file path=ppt/slides/slide51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1" name="íşlïḍè">
            <a:extLst>
              <a:ext uri="{FF2B5EF4-FFF2-40B4-BE49-F238E27FC236}">
                <a16:creationId xmlns:a16="http://schemas.microsoft.com/office/drawing/2014/main" id="{2882B8A8-A951-4E36-A813-EE9E39641F4F}"/>
              </a:ext>
            </a:extLst>
          </p:cNvPr>
          <p:cNvSpPr txBox="1"/>
          <p:nvPr/>
        </p:nvSpPr>
        <p:spPr>
          <a:xfrm>
            <a:off x="933106" y="1149410"/>
            <a:ext cx="10513339" cy="478855"/>
          </a:xfrm>
          <a:prstGeom prst="rect">
            <a:avLst/>
          </a:prstGeom>
          <a:noFill/>
        </p:spPr>
        <p:txBody>
          <a:bodyPr wrap="square" lIns="91440" tIns="45720" rIns="91440" bIns="45720" anchor="ctr">
            <a:noAutofit/>
          </a:bodyPr>
          <a:lstStyle/>
          <a:p>
            <a:r>
              <a:rPr lang="zh-CN" altLang="en-US" sz="2000" b="1" dirty="0">
                <a:solidFill>
                  <a:schemeClr val="accent3">
                    <a:lumMod val="75000"/>
                  </a:schemeClr>
                </a:solidFill>
                <a:latin typeface="Arial Narrow" panose="020B0606020202030204" pitchFamily="34" charset="0"/>
              </a:rPr>
              <a:t>有固定基础设施的</a:t>
            </a:r>
            <a:r>
              <a:rPr lang="en-US" altLang="zh-CN" sz="2000" b="1" dirty="0">
                <a:solidFill>
                  <a:schemeClr val="accent3">
                    <a:lumMod val="75000"/>
                  </a:schemeClr>
                </a:solidFill>
                <a:latin typeface="Arial Narrow" panose="020B0606020202030204" pitchFamily="34" charset="0"/>
              </a:rPr>
              <a:t>802.11</a:t>
            </a:r>
            <a:r>
              <a:rPr lang="zh-CN" altLang="en-US" sz="2000" b="1" dirty="0">
                <a:solidFill>
                  <a:schemeClr val="accent3">
                    <a:lumMod val="75000"/>
                  </a:schemeClr>
                </a:solidFill>
                <a:latin typeface="Arial Narrow" panose="020B0606020202030204" pitchFamily="34" charset="0"/>
              </a:rPr>
              <a:t>无线局域网</a:t>
            </a:r>
          </a:p>
        </p:txBody>
      </p:sp>
      <p:grpSp>
        <p:nvGrpSpPr>
          <p:cNvPr id="4" name="组合 3">
            <a:extLst>
              <a:ext uri="{FF2B5EF4-FFF2-40B4-BE49-F238E27FC236}">
                <a16:creationId xmlns:a16="http://schemas.microsoft.com/office/drawing/2014/main" id="{9A1EA9F2-FCB6-48C3-935F-7AE7E3AD14AC}"/>
              </a:ext>
            </a:extLst>
          </p:cNvPr>
          <p:cNvGrpSpPr/>
          <p:nvPr/>
        </p:nvGrpSpPr>
        <p:grpSpPr>
          <a:xfrm>
            <a:off x="304800" y="749300"/>
            <a:ext cx="4938199" cy="400110"/>
            <a:chOff x="424117" y="898245"/>
            <a:chExt cx="4938199" cy="400110"/>
          </a:xfrm>
        </p:grpSpPr>
        <p:sp>
          <p:nvSpPr>
            <p:cNvPr id="2" name="平行四边形 1">
              <a:extLst>
                <a:ext uri="{FF2B5EF4-FFF2-40B4-BE49-F238E27FC236}">
                  <a16:creationId xmlns:a16="http://schemas.microsoft.com/office/drawing/2014/main" id="{1F5BAA3F-9845-4F89-A2DD-8222D3E4EDAC}"/>
                </a:ext>
              </a:extLst>
            </p:cNvPr>
            <p:cNvSpPr/>
            <p:nvPr/>
          </p:nvSpPr>
          <p:spPr>
            <a:xfrm>
              <a:off x="424117" y="898245"/>
              <a:ext cx="628306" cy="387090"/>
            </a:xfrm>
            <a:prstGeom prst="parallelogram">
              <a:avLst/>
            </a:prstGeom>
            <a:solidFill>
              <a:schemeClr val="accent3">
                <a:lumMod val="75000"/>
              </a:schemeClr>
            </a:solidFill>
            <a:ln>
              <a:solidFill>
                <a:schemeClr val="accent3">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CN" sz="2200" dirty="0">
                  <a:latin typeface="Impact" panose="020B0806030902050204" pitchFamily="34" charset="0"/>
                </a:rPr>
                <a:t>01</a:t>
              </a:r>
              <a:endParaRPr lang="zh-CN" altLang="en-US" sz="2200" dirty="0">
                <a:latin typeface="Impact" panose="020B0806030902050204" pitchFamily="34" charset="0"/>
              </a:endParaRPr>
            </a:p>
          </p:txBody>
        </p:sp>
        <p:sp>
          <p:nvSpPr>
            <p:cNvPr id="3" name="文本框 2">
              <a:extLst>
                <a:ext uri="{FF2B5EF4-FFF2-40B4-BE49-F238E27FC236}">
                  <a16:creationId xmlns:a16="http://schemas.microsoft.com/office/drawing/2014/main" id="{4D6BD736-A4D3-4F26-AFED-36E11F50F70B}"/>
                </a:ext>
              </a:extLst>
            </p:cNvPr>
            <p:cNvSpPr txBox="1"/>
            <p:nvPr/>
          </p:nvSpPr>
          <p:spPr>
            <a:xfrm>
              <a:off x="1052423" y="898245"/>
              <a:ext cx="4309893" cy="400110"/>
            </a:xfrm>
            <a:prstGeom prst="rect">
              <a:avLst/>
            </a:prstGeom>
            <a:noFill/>
          </p:spPr>
          <p:txBody>
            <a:bodyPr wrap="square" rtlCol="0">
              <a:spAutoFit/>
            </a:bodyPr>
            <a:lstStyle/>
            <a:p>
              <a:r>
                <a:rPr lang="en-US" altLang="zh-CN" sz="2000" b="1" dirty="0">
                  <a:solidFill>
                    <a:schemeClr val="tx1"/>
                  </a:solidFill>
                  <a:latin typeface="Arial Narrow" panose="020B0606020202030204" pitchFamily="34" charset="0"/>
                </a:rPr>
                <a:t>802.11</a:t>
              </a:r>
              <a:r>
                <a:rPr lang="zh-CN" altLang="en-US" sz="2000" b="1" dirty="0">
                  <a:solidFill>
                    <a:schemeClr val="tx1"/>
                  </a:solidFill>
                  <a:latin typeface="Arial Narrow" panose="020B0606020202030204" pitchFamily="34" charset="0"/>
                </a:rPr>
                <a:t>无线局域网的组成</a:t>
              </a:r>
              <a:endParaRPr lang="en-US" altLang="zh-CN" sz="2000" b="1" dirty="0">
                <a:solidFill>
                  <a:schemeClr val="tx1"/>
                </a:solidFill>
                <a:latin typeface="Arial Narrow" panose="020B0606020202030204" pitchFamily="34" charset="0"/>
              </a:endParaRPr>
            </a:p>
          </p:txBody>
        </p:sp>
      </p:grpSp>
      <p:sp>
        <p:nvSpPr>
          <p:cNvPr id="19" name="椭圆 18">
            <a:extLst>
              <a:ext uri="{FF2B5EF4-FFF2-40B4-BE49-F238E27FC236}">
                <a16:creationId xmlns:a16="http://schemas.microsoft.com/office/drawing/2014/main" id="{11E5CF4D-BE9C-46DA-9EAE-E6DADE3F495B}"/>
              </a:ext>
            </a:extLst>
          </p:cNvPr>
          <p:cNvSpPr/>
          <p:nvPr/>
        </p:nvSpPr>
        <p:spPr>
          <a:xfrm>
            <a:off x="4558444" y="2290712"/>
            <a:ext cx="3117230" cy="3117230"/>
          </a:xfrm>
          <a:prstGeom prst="ellipse">
            <a:avLst/>
          </a:prstGeom>
          <a:noFill/>
          <a:ln>
            <a:solidFill>
              <a:schemeClr val="tx1"/>
            </a:solid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24" name="文本框 23">
            <a:extLst>
              <a:ext uri="{FF2B5EF4-FFF2-40B4-BE49-F238E27FC236}">
                <a16:creationId xmlns:a16="http://schemas.microsoft.com/office/drawing/2014/main" id="{A4BCBBE7-1B74-49E5-B9EA-55A298699B08}"/>
              </a:ext>
            </a:extLst>
          </p:cNvPr>
          <p:cNvSpPr txBox="1"/>
          <p:nvPr/>
        </p:nvSpPr>
        <p:spPr>
          <a:xfrm>
            <a:off x="5222049" y="2725816"/>
            <a:ext cx="1786001" cy="369332"/>
          </a:xfrm>
          <a:prstGeom prst="rect">
            <a:avLst/>
          </a:prstGeom>
          <a:noFill/>
        </p:spPr>
        <p:txBody>
          <a:bodyPr wrap="square" rtlCol="0">
            <a:spAutoFit/>
          </a:bodyPr>
          <a:lstStyle/>
          <a:p>
            <a:pPr algn="ctr"/>
            <a:r>
              <a:rPr lang="zh-CN" altLang="en-US" b="1" dirty="0">
                <a:latin typeface="Arial Narrow" panose="020B0606020202030204" pitchFamily="34" charset="0"/>
              </a:rPr>
              <a:t>基本服务集</a:t>
            </a:r>
            <a:r>
              <a:rPr lang="en-US" altLang="zh-CN" b="1" dirty="0">
                <a:latin typeface="Arial Narrow" panose="020B0606020202030204" pitchFamily="34" charset="0"/>
              </a:rPr>
              <a:t>BSS</a:t>
            </a:r>
            <a:endParaRPr lang="zh-CN" altLang="en-US" b="1" dirty="0">
              <a:latin typeface="Arial Narrow" panose="020B0606020202030204" pitchFamily="34" charset="0"/>
            </a:endParaRPr>
          </a:p>
        </p:txBody>
      </p:sp>
      <p:grpSp>
        <p:nvGrpSpPr>
          <p:cNvPr id="13" name="组合 12">
            <a:extLst>
              <a:ext uri="{FF2B5EF4-FFF2-40B4-BE49-F238E27FC236}">
                <a16:creationId xmlns:a16="http://schemas.microsoft.com/office/drawing/2014/main" id="{90AC03CF-187B-4D55-BD5F-B38527D0089C}"/>
              </a:ext>
            </a:extLst>
          </p:cNvPr>
          <p:cNvGrpSpPr/>
          <p:nvPr/>
        </p:nvGrpSpPr>
        <p:grpSpPr>
          <a:xfrm>
            <a:off x="5511164" y="3099641"/>
            <a:ext cx="1272594" cy="1335614"/>
            <a:chOff x="5511164" y="3099641"/>
            <a:chExt cx="1272594" cy="1335614"/>
          </a:xfrm>
        </p:grpSpPr>
        <p:sp>
          <p:nvSpPr>
            <p:cNvPr id="76" name="文本框 75">
              <a:extLst>
                <a:ext uri="{FF2B5EF4-FFF2-40B4-BE49-F238E27FC236}">
                  <a16:creationId xmlns:a16="http://schemas.microsoft.com/office/drawing/2014/main" id="{F6EB4E01-4CFC-4DD1-9CD9-E73AD52538E0}"/>
                </a:ext>
              </a:extLst>
            </p:cNvPr>
            <p:cNvSpPr txBox="1"/>
            <p:nvPr/>
          </p:nvSpPr>
          <p:spPr>
            <a:xfrm>
              <a:off x="5511164" y="4065923"/>
              <a:ext cx="1272594" cy="369332"/>
            </a:xfrm>
            <a:prstGeom prst="rect">
              <a:avLst/>
            </a:prstGeom>
            <a:noFill/>
          </p:spPr>
          <p:txBody>
            <a:bodyPr wrap="square" rtlCol="0">
              <a:spAutoFit/>
            </a:bodyPr>
            <a:lstStyle/>
            <a:p>
              <a:pPr algn="ctr"/>
              <a:r>
                <a:rPr lang="zh-CN" altLang="en-US" b="1" dirty="0">
                  <a:latin typeface="Arial Narrow" panose="020B0606020202030204" pitchFamily="34" charset="0"/>
                </a:rPr>
                <a:t>接入点</a:t>
              </a:r>
              <a:r>
                <a:rPr lang="en-US" altLang="zh-CN" b="1" dirty="0">
                  <a:latin typeface="Arial Narrow" panose="020B0606020202030204" pitchFamily="34" charset="0"/>
                </a:rPr>
                <a:t>AP</a:t>
              </a:r>
              <a:endParaRPr lang="zh-CN" altLang="en-US" b="1" dirty="0">
                <a:latin typeface="Arial Narrow" panose="020B0606020202030204" pitchFamily="34" charset="0"/>
              </a:endParaRPr>
            </a:p>
          </p:txBody>
        </p:sp>
        <p:pic>
          <p:nvPicPr>
            <p:cNvPr id="32" name="图形 31">
              <a:extLst>
                <a:ext uri="{FF2B5EF4-FFF2-40B4-BE49-F238E27FC236}">
                  <a16:creationId xmlns:a16="http://schemas.microsoft.com/office/drawing/2014/main" id="{51FDC802-626C-4992-B398-7B209FB093FE}"/>
                </a:ext>
              </a:extLst>
            </p:cNvPr>
            <p:cNvPicPr>
              <a:picLocks noChangeAspect="1"/>
            </p:cNvPicPr>
            <p:nvPr/>
          </p:nvPicPr>
          <p:blipFill>
            <a:blip r:embed="rId3">
              <a:extLst>
                <a:ext uri="{28A0092B-C50C-407E-A947-70E740481C1C}">
                  <a14:useLocalDpi xmlns:a14="http://schemas.microsoft.com/office/drawing/2010/main" val="0"/>
                </a:ext>
                <a:ext uri="{96DAC541-7B7A-43D3-8B79-37D633B846F1}">
                  <asvg:svgBlip xmlns:asvg="http://schemas.microsoft.com/office/drawing/2016/SVG/main" r:embed="rId4"/>
                </a:ext>
              </a:extLst>
            </a:blip>
            <a:stretch>
              <a:fillRect/>
            </a:stretch>
          </p:blipFill>
          <p:spPr>
            <a:xfrm>
              <a:off x="5707974" y="3099641"/>
              <a:ext cx="1028700" cy="1009650"/>
            </a:xfrm>
            <a:prstGeom prst="rect">
              <a:avLst/>
            </a:prstGeom>
          </p:spPr>
        </p:pic>
      </p:grpSp>
      <p:grpSp>
        <p:nvGrpSpPr>
          <p:cNvPr id="14" name="组合 13">
            <a:extLst>
              <a:ext uri="{FF2B5EF4-FFF2-40B4-BE49-F238E27FC236}">
                <a16:creationId xmlns:a16="http://schemas.microsoft.com/office/drawing/2014/main" id="{86230EB3-A52A-4661-9983-5C4EFBCF58F9}"/>
              </a:ext>
            </a:extLst>
          </p:cNvPr>
          <p:cNvGrpSpPr/>
          <p:nvPr/>
        </p:nvGrpSpPr>
        <p:grpSpPr>
          <a:xfrm>
            <a:off x="4217527" y="1642957"/>
            <a:ext cx="3749377" cy="3942725"/>
            <a:chOff x="4217527" y="1642957"/>
            <a:chExt cx="3749377" cy="3942725"/>
          </a:xfrm>
        </p:grpSpPr>
        <p:grpSp>
          <p:nvGrpSpPr>
            <p:cNvPr id="11" name="组合 10">
              <a:extLst>
                <a:ext uri="{FF2B5EF4-FFF2-40B4-BE49-F238E27FC236}">
                  <a16:creationId xmlns:a16="http://schemas.microsoft.com/office/drawing/2014/main" id="{7B85853D-738E-4C2B-A0B3-4C8C5926329D}"/>
                </a:ext>
              </a:extLst>
            </p:cNvPr>
            <p:cNvGrpSpPr/>
            <p:nvPr/>
          </p:nvGrpSpPr>
          <p:grpSpPr>
            <a:xfrm>
              <a:off x="7304090" y="3190090"/>
              <a:ext cx="662814" cy="854540"/>
              <a:chOff x="6442805" y="2960597"/>
              <a:chExt cx="662814" cy="854540"/>
            </a:xfrm>
          </p:grpSpPr>
          <p:grpSp>
            <p:nvGrpSpPr>
              <p:cNvPr id="50" name="组合 49">
                <a:extLst>
                  <a:ext uri="{FF2B5EF4-FFF2-40B4-BE49-F238E27FC236}">
                    <a16:creationId xmlns:a16="http://schemas.microsoft.com/office/drawing/2014/main" id="{855CA413-28DC-4495-ADBC-1EBE155597EC}"/>
                  </a:ext>
                </a:extLst>
              </p:cNvPr>
              <p:cNvGrpSpPr/>
              <p:nvPr/>
            </p:nvGrpSpPr>
            <p:grpSpPr>
              <a:xfrm>
                <a:off x="6724619" y="2960597"/>
                <a:ext cx="381000" cy="351117"/>
                <a:chOff x="2556504" y="2484669"/>
                <a:chExt cx="381000" cy="351117"/>
              </a:xfrm>
            </p:grpSpPr>
            <p:pic>
              <p:nvPicPr>
                <p:cNvPr id="51" name="图形 50">
                  <a:extLst>
                    <a:ext uri="{FF2B5EF4-FFF2-40B4-BE49-F238E27FC236}">
                      <a16:creationId xmlns:a16="http://schemas.microsoft.com/office/drawing/2014/main" id="{59CD61CE-AAA2-4E82-8921-1165C77D6CC9}"/>
                    </a:ext>
                  </a:extLst>
                </p:cNvPr>
                <p:cNvPicPr>
                  <a:picLocks noChangeAspect="1"/>
                </p:cNvPicPr>
                <p:nvPr/>
              </p:nvPicPr>
              <p:blipFill>
                <a:blip r:embed="rId5">
                  <a:extLst>
                    <a:ext uri="{28A0092B-C50C-407E-A947-70E740481C1C}">
                      <a14:useLocalDpi xmlns:a14="http://schemas.microsoft.com/office/drawing/2010/main" val="0"/>
                    </a:ext>
                    <a:ext uri="{96DAC541-7B7A-43D3-8B79-37D633B846F1}">
                      <asvg:svgBlip xmlns:asvg="http://schemas.microsoft.com/office/drawing/2016/SVG/main" r:embed="rId6"/>
                    </a:ext>
                  </a:extLst>
                </a:blip>
                <a:stretch>
                  <a:fillRect/>
                </a:stretch>
              </p:blipFill>
              <p:spPr>
                <a:xfrm>
                  <a:off x="2556504" y="2484669"/>
                  <a:ext cx="381000" cy="285750"/>
                </a:xfrm>
                <a:prstGeom prst="rect">
                  <a:avLst/>
                </a:prstGeom>
              </p:spPr>
            </p:pic>
            <p:cxnSp>
              <p:nvCxnSpPr>
                <p:cNvPr id="52" name="直接连接符 51">
                  <a:extLst>
                    <a:ext uri="{FF2B5EF4-FFF2-40B4-BE49-F238E27FC236}">
                      <a16:creationId xmlns:a16="http://schemas.microsoft.com/office/drawing/2014/main" id="{F3289D25-38DA-47C1-955E-1BFC786C71AD}"/>
                    </a:ext>
                  </a:extLst>
                </p:cNvPr>
                <p:cNvCxnSpPr/>
                <p:nvPr/>
              </p:nvCxnSpPr>
              <p:spPr>
                <a:xfrm>
                  <a:off x="2747004" y="2612580"/>
                  <a:ext cx="0" cy="223206"/>
                </a:xfrm>
                <a:prstGeom prst="line">
                  <a:avLst/>
                </a:prstGeom>
                <a:ln w="25400">
                  <a:solidFill>
                    <a:srgbClr val="999999"/>
                  </a:solidFill>
                </a:ln>
              </p:spPr>
              <p:style>
                <a:lnRef idx="1">
                  <a:schemeClr val="accent1"/>
                </a:lnRef>
                <a:fillRef idx="0">
                  <a:schemeClr val="accent1"/>
                </a:fillRef>
                <a:effectRef idx="0">
                  <a:schemeClr val="accent1"/>
                </a:effectRef>
                <a:fontRef idx="minor">
                  <a:schemeClr val="tx1"/>
                </a:fontRef>
              </p:style>
            </p:cxnSp>
          </p:grpSp>
          <p:pic>
            <p:nvPicPr>
              <p:cNvPr id="53" name="图形 10">
                <a:extLst>
                  <a:ext uri="{FF2B5EF4-FFF2-40B4-BE49-F238E27FC236}">
                    <a16:creationId xmlns:a16="http://schemas.microsoft.com/office/drawing/2014/main" id="{A297BC35-67BF-4ACC-951C-C010401F1756}"/>
                  </a:ext>
                </a:extLst>
              </p:cNvPr>
              <p:cNvPicPr>
                <a:picLocks noChangeAspect="1"/>
              </p:cNvPicPr>
              <p:nvPr/>
            </p:nvPicPr>
            <p:blipFill>
              <a:blip r:embed="rId7">
                <a:extLst>
                  <a:ext uri="{28A0092B-C50C-407E-A947-70E740481C1C}">
                    <a14:useLocalDpi xmlns:a14="http://schemas.microsoft.com/office/drawing/2010/main" val="0"/>
                  </a:ext>
                  <a:ext uri="{96DAC541-7B7A-43D3-8B79-37D633B846F1}">
                    <asvg:svgBlip xmlns:asvg="http://schemas.microsoft.com/office/drawing/2016/SVG/main" r:embed="rId8"/>
                  </a:ext>
                </a:extLst>
              </a:blip>
              <a:stretch>
                <a:fillRect/>
              </a:stretch>
            </p:blipFill>
            <p:spPr>
              <a:xfrm>
                <a:off x="6442805" y="3174055"/>
                <a:ext cx="662814" cy="641082"/>
              </a:xfrm>
              <a:prstGeom prst="rect">
                <a:avLst/>
              </a:prstGeom>
            </p:spPr>
          </p:pic>
        </p:grpSp>
        <p:grpSp>
          <p:nvGrpSpPr>
            <p:cNvPr id="9" name="组合 8">
              <a:extLst>
                <a:ext uri="{FF2B5EF4-FFF2-40B4-BE49-F238E27FC236}">
                  <a16:creationId xmlns:a16="http://schemas.microsoft.com/office/drawing/2014/main" id="{B60E5B4C-3174-406C-9F00-F72946FD8C36}"/>
                </a:ext>
              </a:extLst>
            </p:cNvPr>
            <p:cNvGrpSpPr/>
            <p:nvPr/>
          </p:nvGrpSpPr>
          <p:grpSpPr>
            <a:xfrm>
              <a:off x="4708861" y="4214791"/>
              <a:ext cx="772699" cy="858650"/>
              <a:chOff x="8735761" y="5137011"/>
              <a:chExt cx="772699" cy="858650"/>
            </a:xfrm>
          </p:grpSpPr>
          <p:pic>
            <p:nvPicPr>
              <p:cNvPr id="41" name="图形 10">
                <a:extLst>
                  <a:ext uri="{FF2B5EF4-FFF2-40B4-BE49-F238E27FC236}">
                    <a16:creationId xmlns:a16="http://schemas.microsoft.com/office/drawing/2014/main" id="{FFB706F8-658F-4A80-B3FF-C53C7EC78F83}"/>
                  </a:ext>
                </a:extLst>
              </p:cNvPr>
              <p:cNvPicPr>
                <a:picLocks noChangeAspect="1"/>
              </p:cNvPicPr>
              <p:nvPr/>
            </p:nvPicPr>
            <p:blipFill>
              <a:blip r:embed="rId7">
                <a:extLst>
                  <a:ext uri="{28A0092B-C50C-407E-A947-70E740481C1C}">
                    <a14:useLocalDpi xmlns:a14="http://schemas.microsoft.com/office/drawing/2010/main" val="0"/>
                  </a:ext>
                  <a:ext uri="{96DAC541-7B7A-43D3-8B79-37D633B846F1}">
                    <asvg:svgBlip xmlns:asvg="http://schemas.microsoft.com/office/drawing/2016/SVG/main" r:embed="rId8"/>
                  </a:ext>
                </a:extLst>
              </a:blip>
              <a:stretch>
                <a:fillRect/>
              </a:stretch>
            </p:blipFill>
            <p:spPr>
              <a:xfrm>
                <a:off x="8735761" y="5354579"/>
                <a:ext cx="662814" cy="641082"/>
              </a:xfrm>
              <a:prstGeom prst="rect">
                <a:avLst/>
              </a:prstGeom>
            </p:spPr>
          </p:pic>
          <p:grpSp>
            <p:nvGrpSpPr>
              <p:cNvPr id="70" name="组合 69">
                <a:extLst>
                  <a:ext uri="{FF2B5EF4-FFF2-40B4-BE49-F238E27FC236}">
                    <a16:creationId xmlns:a16="http://schemas.microsoft.com/office/drawing/2014/main" id="{FFB1DD27-89F5-4288-9F9E-92751553B153}"/>
                  </a:ext>
                </a:extLst>
              </p:cNvPr>
              <p:cNvGrpSpPr/>
              <p:nvPr/>
            </p:nvGrpSpPr>
            <p:grpSpPr>
              <a:xfrm>
                <a:off x="9127460" y="5137011"/>
                <a:ext cx="381000" cy="351117"/>
                <a:chOff x="2556504" y="2484669"/>
                <a:chExt cx="381000" cy="351117"/>
              </a:xfrm>
            </p:grpSpPr>
            <p:pic>
              <p:nvPicPr>
                <p:cNvPr id="71" name="图形 70">
                  <a:extLst>
                    <a:ext uri="{FF2B5EF4-FFF2-40B4-BE49-F238E27FC236}">
                      <a16:creationId xmlns:a16="http://schemas.microsoft.com/office/drawing/2014/main" id="{47FB686B-5108-4B63-94BB-5E7312B423F9}"/>
                    </a:ext>
                  </a:extLst>
                </p:cNvPr>
                <p:cNvPicPr>
                  <a:picLocks noChangeAspect="1"/>
                </p:cNvPicPr>
                <p:nvPr/>
              </p:nvPicPr>
              <p:blipFill>
                <a:blip r:embed="rId5">
                  <a:extLst>
                    <a:ext uri="{28A0092B-C50C-407E-A947-70E740481C1C}">
                      <a14:useLocalDpi xmlns:a14="http://schemas.microsoft.com/office/drawing/2010/main" val="0"/>
                    </a:ext>
                    <a:ext uri="{96DAC541-7B7A-43D3-8B79-37D633B846F1}">
                      <asvg:svgBlip xmlns:asvg="http://schemas.microsoft.com/office/drawing/2016/SVG/main" r:embed="rId6"/>
                    </a:ext>
                  </a:extLst>
                </a:blip>
                <a:stretch>
                  <a:fillRect/>
                </a:stretch>
              </p:blipFill>
              <p:spPr>
                <a:xfrm>
                  <a:off x="2556504" y="2484669"/>
                  <a:ext cx="381000" cy="285750"/>
                </a:xfrm>
                <a:prstGeom prst="rect">
                  <a:avLst/>
                </a:prstGeom>
              </p:spPr>
            </p:pic>
            <p:cxnSp>
              <p:nvCxnSpPr>
                <p:cNvPr id="72" name="直接连接符 71">
                  <a:extLst>
                    <a:ext uri="{FF2B5EF4-FFF2-40B4-BE49-F238E27FC236}">
                      <a16:creationId xmlns:a16="http://schemas.microsoft.com/office/drawing/2014/main" id="{64E059CC-7FEA-4019-B5D1-F5FC6A8E18E7}"/>
                    </a:ext>
                  </a:extLst>
                </p:cNvPr>
                <p:cNvCxnSpPr/>
                <p:nvPr/>
              </p:nvCxnSpPr>
              <p:spPr>
                <a:xfrm>
                  <a:off x="2747004" y="2612580"/>
                  <a:ext cx="0" cy="223206"/>
                </a:xfrm>
                <a:prstGeom prst="line">
                  <a:avLst/>
                </a:prstGeom>
                <a:ln w="25400">
                  <a:solidFill>
                    <a:srgbClr val="999999"/>
                  </a:solidFill>
                </a:ln>
              </p:spPr>
              <p:style>
                <a:lnRef idx="1">
                  <a:schemeClr val="accent1"/>
                </a:lnRef>
                <a:fillRef idx="0">
                  <a:schemeClr val="accent1"/>
                </a:fillRef>
                <a:effectRef idx="0">
                  <a:schemeClr val="accent1"/>
                </a:effectRef>
                <a:fontRef idx="minor">
                  <a:schemeClr val="tx1"/>
                </a:fontRef>
              </p:style>
            </p:cxnSp>
          </p:grpSp>
        </p:grpSp>
        <p:grpSp>
          <p:nvGrpSpPr>
            <p:cNvPr id="10" name="组合 9">
              <a:extLst>
                <a:ext uri="{FF2B5EF4-FFF2-40B4-BE49-F238E27FC236}">
                  <a16:creationId xmlns:a16="http://schemas.microsoft.com/office/drawing/2014/main" id="{C8457A0F-4E3B-410F-A754-0D9C33698899}"/>
                </a:ext>
              </a:extLst>
            </p:cNvPr>
            <p:cNvGrpSpPr/>
            <p:nvPr/>
          </p:nvGrpSpPr>
          <p:grpSpPr>
            <a:xfrm>
              <a:off x="5767055" y="4681640"/>
              <a:ext cx="662814" cy="904042"/>
              <a:chOff x="7105619" y="4328526"/>
              <a:chExt cx="662814" cy="904042"/>
            </a:xfrm>
          </p:grpSpPr>
          <p:pic>
            <p:nvPicPr>
              <p:cNvPr id="40" name="图形 10">
                <a:extLst>
                  <a:ext uri="{FF2B5EF4-FFF2-40B4-BE49-F238E27FC236}">
                    <a16:creationId xmlns:a16="http://schemas.microsoft.com/office/drawing/2014/main" id="{84B42A8A-5651-4BA7-878E-B2CAE0EA517E}"/>
                  </a:ext>
                </a:extLst>
              </p:cNvPr>
              <p:cNvPicPr>
                <a:picLocks noChangeAspect="1"/>
              </p:cNvPicPr>
              <p:nvPr/>
            </p:nvPicPr>
            <p:blipFill>
              <a:blip r:embed="rId7">
                <a:extLst>
                  <a:ext uri="{28A0092B-C50C-407E-A947-70E740481C1C}">
                    <a14:useLocalDpi xmlns:a14="http://schemas.microsoft.com/office/drawing/2010/main" val="0"/>
                  </a:ext>
                  <a:ext uri="{96DAC541-7B7A-43D3-8B79-37D633B846F1}">
                    <asvg:svgBlip xmlns:asvg="http://schemas.microsoft.com/office/drawing/2016/SVG/main" r:embed="rId8"/>
                  </a:ext>
                </a:extLst>
              </a:blip>
              <a:stretch>
                <a:fillRect/>
              </a:stretch>
            </p:blipFill>
            <p:spPr>
              <a:xfrm>
                <a:off x="7105619" y="4591486"/>
                <a:ext cx="662814" cy="641082"/>
              </a:xfrm>
              <a:prstGeom prst="rect">
                <a:avLst/>
              </a:prstGeom>
            </p:spPr>
          </p:pic>
          <p:grpSp>
            <p:nvGrpSpPr>
              <p:cNvPr id="73" name="组合 72">
                <a:extLst>
                  <a:ext uri="{FF2B5EF4-FFF2-40B4-BE49-F238E27FC236}">
                    <a16:creationId xmlns:a16="http://schemas.microsoft.com/office/drawing/2014/main" id="{B488878D-248C-412D-B229-46D3018D8F7F}"/>
                  </a:ext>
                </a:extLst>
              </p:cNvPr>
              <p:cNvGrpSpPr/>
              <p:nvPr/>
            </p:nvGrpSpPr>
            <p:grpSpPr>
              <a:xfrm>
                <a:off x="7360152" y="4328526"/>
                <a:ext cx="381000" cy="351117"/>
                <a:chOff x="2556504" y="2484669"/>
                <a:chExt cx="381000" cy="351117"/>
              </a:xfrm>
            </p:grpSpPr>
            <p:pic>
              <p:nvPicPr>
                <p:cNvPr id="74" name="图形 73">
                  <a:extLst>
                    <a:ext uri="{FF2B5EF4-FFF2-40B4-BE49-F238E27FC236}">
                      <a16:creationId xmlns:a16="http://schemas.microsoft.com/office/drawing/2014/main" id="{83B8EE47-2BE9-4931-B2BC-4DF162DE65A3}"/>
                    </a:ext>
                  </a:extLst>
                </p:cNvPr>
                <p:cNvPicPr>
                  <a:picLocks noChangeAspect="1"/>
                </p:cNvPicPr>
                <p:nvPr/>
              </p:nvPicPr>
              <p:blipFill>
                <a:blip r:embed="rId5">
                  <a:extLst>
                    <a:ext uri="{28A0092B-C50C-407E-A947-70E740481C1C}">
                      <a14:useLocalDpi xmlns:a14="http://schemas.microsoft.com/office/drawing/2010/main" val="0"/>
                    </a:ext>
                    <a:ext uri="{96DAC541-7B7A-43D3-8B79-37D633B846F1}">
                      <asvg:svgBlip xmlns:asvg="http://schemas.microsoft.com/office/drawing/2016/SVG/main" r:embed="rId6"/>
                    </a:ext>
                  </a:extLst>
                </a:blip>
                <a:stretch>
                  <a:fillRect/>
                </a:stretch>
              </p:blipFill>
              <p:spPr>
                <a:xfrm>
                  <a:off x="2556504" y="2484669"/>
                  <a:ext cx="381000" cy="285750"/>
                </a:xfrm>
                <a:prstGeom prst="rect">
                  <a:avLst/>
                </a:prstGeom>
              </p:spPr>
            </p:pic>
            <p:cxnSp>
              <p:nvCxnSpPr>
                <p:cNvPr id="75" name="直接连接符 74">
                  <a:extLst>
                    <a:ext uri="{FF2B5EF4-FFF2-40B4-BE49-F238E27FC236}">
                      <a16:creationId xmlns:a16="http://schemas.microsoft.com/office/drawing/2014/main" id="{D229BECE-6DA5-4980-9F95-9CB8871DB318}"/>
                    </a:ext>
                  </a:extLst>
                </p:cNvPr>
                <p:cNvCxnSpPr/>
                <p:nvPr/>
              </p:nvCxnSpPr>
              <p:spPr>
                <a:xfrm>
                  <a:off x="2747004" y="2612580"/>
                  <a:ext cx="0" cy="223206"/>
                </a:xfrm>
                <a:prstGeom prst="line">
                  <a:avLst/>
                </a:prstGeom>
                <a:ln w="25400">
                  <a:solidFill>
                    <a:srgbClr val="999999"/>
                  </a:solidFill>
                </a:ln>
              </p:spPr>
              <p:style>
                <a:lnRef idx="1">
                  <a:schemeClr val="accent1"/>
                </a:lnRef>
                <a:fillRef idx="0">
                  <a:schemeClr val="accent1"/>
                </a:fillRef>
                <a:effectRef idx="0">
                  <a:schemeClr val="accent1"/>
                </a:effectRef>
                <a:fontRef idx="minor">
                  <a:schemeClr val="tx1"/>
                </a:fontRef>
              </p:style>
            </p:cxnSp>
          </p:grpSp>
        </p:grpSp>
        <p:grpSp>
          <p:nvGrpSpPr>
            <p:cNvPr id="5" name="组合 4">
              <a:extLst>
                <a:ext uri="{FF2B5EF4-FFF2-40B4-BE49-F238E27FC236}">
                  <a16:creationId xmlns:a16="http://schemas.microsoft.com/office/drawing/2014/main" id="{BF1752FC-1B3C-41D7-A18B-DACC56C2338F}"/>
                </a:ext>
              </a:extLst>
            </p:cNvPr>
            <p:cNvGrpSpPr/>
            <p:nvPr/>
          </p:nvGrpSpPr>
          <p:grpSpPr>
            <a:xfrm>
              <a:off x="5767055" y="1642957"/>
              <a:ext cx="662814" cy="846462"/>
              <a:chOff x="8552818" y="654050"/>
              <a:chExt cx="662814" cy="846462"/>
            </a:xfrm>
          </p:grpSpPr>
          <p:grpSp>
            <p:nvGrpSpPr>
              <p:cNvPr id="57" name="组合 56">
                <a:extLst>
                  <a:ext uri="{FF2B5EF4-FFF2-40B4-BE49-F238E27FC236}">
                    <a16:creationId xmlns:a16="http://schemas.microsoft.com/office/drawing/2014/main" id="{C64FB410-CBA2-4C6F-93C4-6F98D6B9D1BA}"/>
                  </a:ext>
                </a:extLst>
              </p:cNvPr>
              <p:cNvGrpSpPr/>
              <p:nvPr/>
            </p:nvGrpSpPr>
            <p:grpSpPr>
              <a:xfrm>
                <a:off x="8831192" y="654050"/>
                <a:ext cx="381000" cy="351117"/>
                <a:chOff x="2556504" y="2484669"/>
                <a:chExt cx="381000" cy="351117"/>
              </a:xfrm>
            </p:grpSpPr>
            <p:pic>
              <p:nvPicPr>
                <p:cNvPr id="58" name="图形 57">
                  <a:extLst>
                    <a:ext uri="{FF2B5EF4-FFF2-40B4-BE49-F238E27FC236}">
                      <a16:creationId xmlns:a16="http://schemas.microsoft.com/office/drawing/2014/main" id="{7A2DB838-27E8-4915-ABC0-A2E0E42F565D}"/>
                    </a:ext>
                  </a:extLst>
                </p:cNvPr>
                <p:cNvPicPr>
                  <a:picLocks noChangeAspect="1"/>
                </p:cNvPicPr>
                <p:nvPr/>
              </p:nvPicPr>
              <p:blipFill>
                <a:blip r:embed="rId5">
                  <a:extLst>
                    <a:ext uri="{28A0092B-C50C-407E-A947-70E740481C1C}">
                      <a14:useLocalDpi xmlns:a14="http://schemas.microsoft.com/office/drawing/2010/main" val="0"/>
                    </a:ext>
                    <a:ext uri="{96DAC541-7B7A-43D3-8B79-37D633B846F1}">
                      <asvg:svgBlip xmlns:asvg="http://schemas.microsoft.com/office/drawing/2016/SVG/main" r:embed="rId6"/>
                    </a:ext>
                  </a:extLst>
                </a:blip>
                <a:stretch>
                  <a:fillRect/>
                </a:stretch>
              </p:blipFill>
              <p:spPr>
                <a:xfrm>
                  <a:off x="2556504" y="2484669"/>
                  <a:ext cx="381000" cy="285750"/>
                </a:xfrm>
                <a:prstGeom prst="rect">
                  <a:avLst/>
                </a:prstGeom>
              </p:spPr>
            </p:pic>
            <p:cxnSp>
              <p:nvCxnSpPr>
                <p:cNvPr id="59" name="直接连接符 58">
                  <a:extLst>
                    <a:ext uri="{FF2B5EF4-FFF2-40B4-BE49-F238E27FC236}">
                      <a16:creationId xmlns:a16="http://schemas.microsoft.com/office/drawing/2014/main" id="{5152E0C1-AD0A-499C-A2E1-52701550F3E8}"/>
                    </a:ext>
                  </a:extLst>
                </p:cNvPr>
                <p:cNvCxnSpPr/>
                <p:nvPr/>
              </p:nvCxnSpPr>
              <p:spPr>
                <a:xfrm>
                  <a:off x="2747004" y="2612580"/>
                  <a:ext cx="0" cy="223206"/>
                </a:xfrm>
                <a:prstGeom prst="line">
                  <a:avLst/>
                </a:prstGeom>
                <a:ln w="25400">
                  <a:solidFill>
                    <a:srgbClr val="999999"/>
                  </a:solidFill>
                </a:ln>
              </p:spPr>
              <p:style>
                <a:lnRef idx="1">
                  <a:schemeClr val="accent1"/>
                </a:lnRef>
                <a:fillRef idx="0">
                  <a:schemeClr val="accent1"/>
                </a:fillRef>
                <a:effectRef idx="0">
                  <a:schemeClr val="accent1"/>
                </a:effectRef>
                <a:fontRef idx="minor">
                  <a:schemeClr val="tx1"/>
                </a:fontRef>
              </p:style>
            </p:cxnSp>
          </p:grpSp>
          <p:pic>
            <p:nvPicPr>
              <p:cNvPr id="25" name="图形 10">
                <a:extLst>
                  <a:ext uri="{FF2B5EF4-FFF2-40B4-BE49-F238E27FC236}">
                    <a16:creationId xmlns:a16="http://schemas.microsoft.com/office/drawing/2014/main" id="{F6B3A90B-4471-4775-B8D5-130CDDEFCF85}"/>
                  </a:ext>
                </a:extLst>
              </p:cNvPr>
              <p:cNvPicPr>
                <a:picLocks noChangeAspect="1"/>
              </p:cNvPicPr>
              <p:nvPr/>
            </p:nvPicPr>
            <p:blipFill>
              <a:blip r:embed="rId7">
                <a:extLst>
                  <a:ext uri="{28A0092B-C50C-407E-A947-70E740481C1C}">
                    <a14:useLocalDpi xmlns:a14="http://schemas.microsoft.com/office/drawing/2010/main" val="0"/>
                  </a:ext>
                  <a:ext uri="{96DAC541-7B7A-43D3-8B79-37D633B846F1}">
                    <asvg:svgBlip xmlns:asvg="http://schemas.microsoft.com/office/drawing/2016/SVG/main" r:embed="rId8"/>
                  </a:ext>
                </a:extLst>
              </a:blip>
              <a:stretch>
                <a:fillRect/>
              </a:stretch>
            </p:blipFill>
            <p:spPr>
              <a:xfrm>
                <a:off x="8552818" y="859430"/>
                <a:ext cx="662814" cy="641082"/>
              </a:xfrm>
              <a:prstGeom prst="rect">
                <a:avLst/>
              </a:prstGeom>
            </p:spPr>
          </p:pic>
        </p:grpSp>
        <p:grpSp>
          <p:nvGrpSpPr>
            <p:cNvPr id="12" name="组合 11">
              <a:extLst>
                <a:ext uri="{FF2B5EF4-FFF2-40B4-BE49-F238E27FC236}">
                  <a16:creationId xmlns:a16="http://schemas.microsoft.com/office/drawing/2014/main" id="{4DD0B389-D978-4FE3-A04D-779BD992BB86}"/>
                </a:ext>
              </a:extLst>
            </p:cNvPr>
            <p:cNvGrpSpPr/>
            <p:nvPr/>
          </p:nvGrpSpPr>
          <p:grpSpPr>
            <a:xfrm>
              <a:off x="4217527" y="3214597"/>
              <a:ext cx="681834" cy="830033"/>
              <a:chOff x="6956615" y="1391042"/>
              <a:chExt cx="681834" cy="830033"/>
            </a:xfrm>
          </p:grpSpPr>
          <p:grpSp>
            <p:nvGrpSpPr>
              <p:cNvPr id="54" name="组合 53">
                <a:extLst>
                  <a:ext uri="{FF2B5EF4-FFF2-40B4-BE49-F238E27FC236}">
                    <a16:creationId xmlns:a16="http://schemas.microsoft.com/office/drawing/2014/main" id="{43CACFB6-2186-481B-9C9F-2B35A1831EDF}"/>
                  </a:ext>
                </a:extLst>
              </p:cNvPr>
              <p:cNvGrpSpPr/>
              <p:nvPr/>
            </p:nvGrpSpPr>
            <p:grpSpPr>
              <a:xfrm>
                <a:off x="7257449" y="1391042"/>
                <a:ext cx="381000" cy="351117"/>
                <a:chOff x="2556504" y="2484669"/>
                <a:chExt cx="381000" cy="351117"/>
              </a:xfrm>
            </p:grpSpPr>
            <p:pic>
              <p:nvPicPr>
                <p:cNvPr id="55" name="图形 54">
                  <a:extLst>
                    <a:ext uri="{FF2B5EF4-FFF2-40B4-BE49-F238E27FC236}">
                      <a16:creationId xmlns:a16="http://schemas.microsoft.com/office/drawing/2014/main" id="{031F7A51-135B-45DC-9C5F-1F16EAFE2A90}"/>
                    </a:ext>
                  </a:extLst>
                </p:cNvPr>
                <p:cNvPicPr>
                  <a:picLocks noChangeAspect="1"/>
                </p:cNvPicPr>
                <p:nvPr/>
              </p:nvPicPr>
              <p:blipFill>
                <a:blip r:embed="rId5">
                  <a:extLst>
                    <a:ext uri="{28A0092B-C50C-407E-A947-70E740481C1C}">
                      <a14:useLocalDpi xmlns:a14="http://schemas.microsoft.com/office/drawing/2010/main" val="0"/>
                    </a:ext>
                    <a:ext uri="{96DAC541-7B7A-43D3-8B79-37D633B846F1}">
                      <asvg:svgBlip xmlns:asvg="http://schemas.microsoft.com/office/drawing/2016/SVG/main" r:embed="rId6"/>
                    </a:ext>
                  </a:extLst>
                </a:blip>
                <a:stretch>
                  <a:fillRect/>
                </a:stretch>
              </p:blipFill>
              <p:spPr>
                <a:xfrm>
                  <a:off x="2556504" y="2484669"/>
                  <a:ext cx="381000" cy="285750"/>
                </a:xfrm>
                <a:prstGeom prst="rect">
                  <a:avLst/>
                </a:prstGeom>
              </p:spPr>
            </p:pic>
            <p:cxnSp>
              <p:nvCxnSpPr>
                <p:cNvPr id="56" name="直接连接符 55">
                  <a:extLst>
                    <a:ext uri="{FF2B5EF4-FFF2-40B4-BE49-F238E27FC236}">
                      <a16:creationId xmlns:a16="http://schemas.microsoft.com/office/drawing/2014/main" id="{F78D4996-A92C-404E-8C62-9BB6822AD7AC}"/>
                    </a:ext>
                  </a:extLst>
                </p:cNvPr>
                <p:cNvCxnSpPr/>
                <p:nvPr/>
              </p:nvCxnSpPr>
              <p:spPr>
                <a:xfrm>
                  <a:off x="2747004" y="2612580"/>
                  <a:ext cx="0" cy="223206"/>
                </a:xfrm>
                <a:prstGeom prst="line">
                  <a:avLst/>
                </a:prstGeom>
                <a:ln w="25400">
                  <a:solidFill>
                    <a:srgbClr val="999999"/>
                  </a:solidFill>
                </a:ln>
              </p:spPr>
              <p:style>
                <a:lnRef idx="1">
                  <a:schemeClr val="accent1"/>
                </a:lnRef>
                <a:fillRef idx="0">
                  <a:schemeClr val="accent1"/>
                </a:fillRef>
                <a:effectRef idx="0">
                  <a:schemeClr val="accent1"/>
                </a:effectRef>
                <a:fontRef idx="minor">
                  <a:schemeClr val="tx1"/>
                </a:fontRef>
              </p:style>
            </p:cxnSp>
          </p:grpSp>
          <p:pic>
            <p:nvPicPr>
              <p:cNvPr id="33" name="图形 10">
                <a:extLst>
                  <a:ext uri="{FF2B5EF4-FFF2-40B4-BE49-F238E27FC236}">
                    <a16:creationId xmlns:a16="http://schemas.microsoft.com/office/drawing/2014/main" id="{5A9BC258-F80F-4F21-9EFB-C36AC2E37E2A}"/>
                  </a:ext>
                </a:extLst>
              </p:cNvPr>
              <p:cNvPicPr>
                <a:picLocks noChangeAspect="1"/>
              </p:cNvPicPr>
              <p:nvPr/>
            </p:nvPicPr>
            <p:blipFill>
              <a:blip r:embed="rId7">
                <a:extLst>
                  <a:ext uri="{28A0092B-C50C-407E-A947-70E740481C1C}">
                    <a14:useLocalDpi xmlns:a14="http://schemas.microsoft.com/office/drawing/2010/main" val="0"/>
                  </a:ext>
                  <a:ext uri="{96DAC541-7B7A-43D3-8B79-37D633B846F1}">
                    <asvg:svgBlip xmlns:asvg="http://schemas.microsoft.com/office/drawing/2016/SVG/main" r:embed="rId8"/>
                  </a:ext>
                </a:extLst>
              </a:blip>
              <a:stretch>
                <a:fillRect/>
              </a:stretch>
            </p:blipFill>
            <p:spPr>
              <a:xfrm>
                <a:off x="6956615" y="1579993"/>
                <a:ext cx="662814" cy="641082"/>
              </a:xfrm>
              <a:prstGeom prst="rect">
                <a:avLst/>
              </a:prstGeom>
            </p:spPr>
          </p:pic>
        </p:grpSp>
        <p:grpSp>
          <p:nvGrpSpPr>
            <p:cNvPr id="6" name="组合 5">
              <a:extLst>
                <a:ext uri="{FF2B5EF4-FFF2-40B4-BE49-F238E27FC236}">
                  <a16:creationId xmlns:a16="http://schemas.microsoft.com/office/drawing/2014/main" id="{B646B45F-71F6-4792-9D91-B5E6C971F7C1}"/>
                </a:ext>
              </a:extLst>
            </p:cNvPr>
            <p:cNvGrpSpPr/>
            <p:nvPr/>
          </p:nvGrpSpPr>
          <p:grpSpPr>
            <a:xfrm>
              <a:off x="4708861" y="2107021"/>
              <a:ext cx="662814" cy="830033"/>
              <a:chOff x="10392760" y="1391042"/>
              <a:chExt cx="662814" cy="830033"/>
            </a:xfrm>
          </p:grpSpPr>
          <p:grpSp>
            <p:nvGrpSpPr>
              <p:cNvPr id="60" name="组合 59">
                <a:extLst>
                  <a:ext uri="{FF2B5EF4-FFF2-40B4-BE49-F238E27FC236}">
                    <a16:creationId xmlns:a16="http://schemas.microsoft.com/office/drawing/2014/main" id="{89699963-AA7D-4F41-A05C-2912FF547A41}"/>
                  </a:ext>
                </a:extLst>
              </p:cNvPr>
              <p:cNvGrpSpPr/>
              <p:nvPr/>
            </p:nvGrpSpPr>
            <p:grpSpPr>
              <a:xfrm>
                <a:off x="10674574" y="1391042"/>
                <a:ext cx="381000" cy="351117"/>
                <a:chOff x="2556504" y="2484669"/>
                <a:chExt cx="381000" cy="351117"/>
              </a:xfrm>
            </p:grpSpPr>
            <p:pic>
              <p:nvPicPr>
                <p:cNvPr id="61" name="图形 60">
                  <a:extLst>
                    <a:ext uri="{FF2B5EF4-FFF2-40B4-BE49-F238E27FC236}">
                      <a16:creationId xmlns:a16="http://schemas.microsoft.com/office/drawing/2014/main" id="{D66EED3C-ABB8-4AB3-B893-10EB52EF4A2A}"/>
                    </a:ext>
                  </a:extLst>
                </p:cNvPr>
                <p:cNvPicPr>
                  <a:picLocks noChangeAspect="1"/>
                </p:cNvPicPr>
                <p:nvPr/>
              </p:nvPicPr>
              <p:blipFill>
                <a:blip r:embed="rId5">
                  <a:extLst>
                    <a:ext uri="{28A0092B-C50C-407E-A947-70E740481C1C}">
                      <a14:useLocalDpi xmlns:a14="http://schemas.microsoft.com/office/drawing/2010/main" val="0"/>
                    </a:ext>
                    <a:ext uri="{96DAC541-7B7A-43D3-8B79-37D633B846F1}">
                      <asvg:svgBlip xmlns:asvg="http://schemas.microsoft.com/office/drawing/2016/SVG/main" r:embed="rId6"/>
                    </a:ext>
                  </a:extLst>
                </a:blip>
                <a:stretch>
                  <a:fillRect/>
                </a:stretch>
              </p:blipFill>
              <p:spPr>
                <a:xfrm>
                  <a:off x="2556504" y="2484669"/>
                  <a:ext cx="381000" cy="285750"/>
                </a:xfrm>
                <a:prstGeom prst="rect">
                  <a:avLst/>
                </a:prstGeom>
              </p:spPr>
            </p:pic>
            <p:cxnSp>
              <p:nvCxnSpPr>
                <p:cNvPr id="62" name="直接连接符 61">
                  <a:extLst>
                    <a:ext uri="{FF2B5EF4-FFF2-40B4-BE49-F238E27FC236}">
                      <a16:creationId xmlns:a16="http://schemas.microsoft.com/office/drawing/2014/main" id="{247CA075-F94E-4870-8C28-AC00131C2824}"/>
                    </a:ext>
                  </a:extLst>
                </p:cNvPr>
                <p:cNvCxnSpPr/>
                <p:nvPr/>
              </p:nvCxnSpPr>
              <p:spPr>
                <a:xfrm>
                  <a:off x="2747004" y="2612580"/>
                  <a:ext cx="0" cy="223206"/>
                </a:xfrm>
                <a:prstGeom prst="line">
                  <a:avLst/>
                </a:prstGeom>
                <a:ln w="25400">
                  <a:solidFill>
                    <a:srgbClr val="999999"/>
                  </a:solidFill>
                </a:ln>
              </p:spPr>
              <p:style>
                <a:lnRef idx="1">
                  <a:schemeClr val="accent1"/>
                </a:lnRef>
                <a:fillRef idx="0">
                  <a:schemeClr val="accent1"/>
                </a:fillRef>
                <a:effectRef idx="0">
                  <a:schemeClr val="accent1"/>
                </a:effectRef>
                <a:fontRef idx="minor">
                  <a:schemeClr val="tx1"/>
                </a:fontRef>
              </p:style>
            </p:cxnSp>
          </p:grpSp>
          <p:pic>
            <p:nvPicPr>
              <p:cNvPr id="38" name="图形 10">
                <a:extLst>
                  <a:ext uri="{FF2B5EF4-FFF2-40B4-BE49-F238E27FC236}">
                    <a16:creationId xmlns:a16="http://schemas.microsoft.com/office/drawing/2014/main" id="{87474D5E-4CAA-47EA-BED7-ACA643385B1D}"/>
                  </a:ext>
                </a:extLst>
              </p:cNvPr>
              <p:cNvPicPr>
                <a:picLocks noChangeAspect="1"/>
              </p:cNvPicPr>
              <p:nvPr/>
            </p:nvPicPr>
            <p:blipFill>
              <a:blip r:embed="rId7">
                <a:extLst>
                  <a:ext uri="{28A0092B-C50C-407E-A947-70E740481C1C}">
                    <a14:useLocalDpi xmlns:a14="http://schemas.microsoft.com/office/drawing/2010/main" val="0"/>
                  </a:ext>
                  <a:ext uri="{96DAC541-7B7A-43D3-8B79-37D633B846F1}">
                    <asvg:svgBlip xmlns:asvg="http://schemas.microsoft.com/office/drawing/2016/SVG/main" r:embed="rId8"/>
                  </a:ext>
                </a:extLst>
              </a:blip>
              <a:stretch>
                <a:fillRect/>
              </a:stretch>
            </p:blipFill>
            <p:spPr>
              <a:xfrm>
                <a:off x="10392760" y="1579993"/>
                <a:ext cx="662814" cy="641082"/>
              </a:xfrm>
              <a:prstGeom prst="rect">
                <a:avLst/>
              </a:prstGeom>
            </p:spPr>
          </p:pic>
        </p:grpSp>
        <p:grpSp>
          <p:nvGrpSpPr>
            <p:cNvPr id="7" name="组合 6">
              <a:extLst>
                <a:ext uri="{FF2B5EF4-FFF2-40B4-BE49-F238E27FC236}">
                  <a16:creationId xmlns:a16="http://schemas.microsoft.com/office/drawing/2014/main" id="{BEF01416-B3D8-4875-8B1B-20A96441AEA1}"/>
                </a:ext>
              </a:extLst>
            </p:cNvPr>
            <p:cNvGrpSpPr/>
            <p:nvPr/>
          </p:nvGrpSpPr>
          <p:grpSpPr>
            <a:xfrm>
              <a:off x="6825249" y="2115915"/>
              <a:ext cx="684060" cy="821139"/>
              <a:chOff x="10868587" y="2993998"/>
              <a:chExt cx="684060" cy="821139"/>
            </a:xfrm>
          </p:grpSpPr>
          <p:grpSp>
            <p:nvGrpSpPr>
              <p:cNvPr id="63" name="组合 62">
                <a:extLst>
                  <a:ext uri="{FF2B5EF4-FFF2-40B4-BE49-F238E27FC236}">
                    <a16:creationId xmlns:a16="http://schemas.microsoft.com/office/drawing/2014/main" id="{DE0CFE49-241E-4BEC-8031-D2BB1C88CFDE}"/>
                  </a:ext>
                </a:extLst>
              </p:cNvPr>
              <p:cNvGrpSpPr/>
              <p:nvPr/>
            </p:nvGrpSpPr>
            <p:grpSpPr>
              <a:xfrm>
                <a:off x="11171647" y="2993998"/>
                <a:ext cx="381000" cy="351117"/>
                <a:chOff x="2556504" y="2484669"/>
                <a:chExt cx="381000" cy="351117"/>
              </a:xfrm>
            </p:grpSpPr>
            <p:pic>
              <p:nvPicPr>
                <p:cNvPr id="64" name="图形 63">
                  <a:extLst>
                    <a:ext uri="{FF2B5EF4-FFF2-40B4-BE49-F238E27FC236}">
                      <a16:creationId xmlns:a16="http://schemas.microsoft.com/office/drawing/2014/main" id="{A881FFB2-15C5-4589-A75C-324505B81D61}"/>
                    </a:ext>
                  </a:extLst>
                </p:cNvPr>
                <p:cNvPicPr>
                  <a:picLocks noChangeAspect="1"/>
                </p:cNvPicPr>
                <p:nvPr/>
              </p:nvPicPr>
              <p:blipFill>
                <a:blip r:embed="rId5">
                  <a:extLst>
                    <a:ext uri="{28A0092B-C50C-407E-A947-70E740481C1C}">
                      <a14:useLocalDpi xmlns:a14="http://schemas.microsoft.com/office/drawing/2010/main" val="0"/>
                    </a:ext>
                    <a:ext uri="{96DAC541-7B7A-43D3-8B79-37D633B846F1}">
                      <asvg:svgBlip xmlns:asvg="http://schemas.microsoft.com/office/drawing/2016/SVG/main" r:embed="rId6"/>
                    </a:ext>
                  </a:extLst>
                </a:blip>
                <a:stretch>
                  <a:fillRect/>
                </a:stretch>
              </p:blipFill>
              <p:spPr>
                <a:xfrm>
                  <a:off x="2556504" y="2484669"/>
                  <a:ext cx="381000" cy="285750"/>
                </a:xfrm>
                <a:prstGeom prst="rect">
                  <a:avLst/>
                </a:prstGeom>
              </p:spPr>
            </p:pic>
            <p:cxnSp>
              <p:nvCxnSpPr>
                <p:cNvPr id="65" name="直接连接符 64">
                  <a:extLst>
                    <a:ext uri="{FF2B5EF4-FFF2-40B4-BE49-F238E27FC236}">
                      <a16:creationId xmlns:a16="http://schemas.microsoft.com/office/drawing/2014/main" id="{8567AE27-9A73-4AF9-9E50-C682DFF89915}"/>
                    </a:ext>
                  </a:extLst>
                </p:cNvPr>
                <p:cNvCxnSpPr/>
                <p:nvPr/>
              </p:nvCxnSpPr>
              <p:spPr>
                <a:xfrm>
                  <a:off x="2747004" y="2612580"/>
                  <a:ext cx="0" cy="223206"/>
                </a:xfrm>
                <a:prstGeom prst="line">
                  <a:avLst/>
                </a:prstGeom>
                <a:ln w="25400">
                  <a:solidFill>
                    <a:srgbClr val="999999"/>
                  </a:solidFill>
                </a:ln>
              </p:spPr>
              <p:style>
                <a:lnRef idx="1">
                  <a:schemeClr val="accent1"/>
                </a:lnRef>
                <a:fillRef idx="0">
                  <a:schemeClr val="accent1"/>
                </a:fillRef>
                <a:effectRef idx="0">
                  <a:schemeClr val="accent1"/>
                </a:effectRef>
                <a:fontRef idx="minor">
                  <a:schemeClr val="tx1"/>
                </a:fontRef>
              </p:style>
            </p:cxnSp>
          </p:grpSp>
          <p:pic>
            <p:nvPicPr>
              <p:cNvPr id="39" name="图形 10">
                <a:extLst>
                  <a:ext uri="{FF2B5EF4-FFF2-40B4-BE49-F238E27FC236}">
                    <a16:creationId xmlns:a16="http://schemas.microsoft.com/office/drawing/2014/main" id="{BB7780F0-4F6C-453A-B57D-99858E60B78D}"/>
                  </a:ext>
                </a:extLst>
              </p:cNvPr>
              <p:cNvPicPr>
                <a:picLocks noChangeAspect="1"/>
              </p:cNvPicPr>
              <p:nvPr/>
            </p:nvPicPr>
            <p:blipFill>
              <a:blip r:embed="rId7">
                <a:extLst>
                  <a:ext uri="{28A0092B-C50C-407E-A947-70E740481C1C}">
                    <a14:useLocalDpi xmlns:a14="http://schemas.microsoft.com/office/drawing/2010/main" val="0"/>
                  </a:ext>
                  <a:ext uri="{96DAC541-7B7A-43D3-8B79-37D633B846F1}">
                    <asvg:svgBlip xmlns:asvg="http://schemas.microsoft.com/office/drawing/2016/SVG/main" r:embed="rId8"/>
                  </a:ext>
                </a:extLst>
              </a:blip>
              <a:stretch>
                <a:fillRect/>
              </a:stretch>
            </p:blipFill>
            <p:spPr>
              <a:xfrm>
                <a:off x="10868587" y="3174055"/>
                <a:ext cx="662814" cy="641082"/>
              </a:xfrm>
              <a:prstGeom prst="rect">
                <a:avLst/>
              </a:prstGeom>
            </p:spPr>
          </p:pic>
        </p:grpSp>
        <p:grpSp>
          <p:nvGrpSpPr>
            <p:cNvPr id="8" name="组合 7">
              <a:extLst>
                <a:ext uri="{FF2B5EF4-FFF2-40B4-BE49-F238E27FC236}">
                  <a16:creationId xmlns:a16="http://schemas.microsoft.com/office/drawing/2014/main" id="{FABBA271-FA4A-4DF3-9617-AC0736095428}"/>
                </a:ext>
              </a:extLst>
            </p:cNvPr>
            <p:cNvGrpSpPr/>
            <p:nvPr/>
          </p:nvGrpSpPr>
          <p:grpSpPr>
            <a:xfrm>
              <a:off x="6879143" y="4346906"/>
              <a:ext cx="662814" cy="853468"/>
              <a:chOff x="10344206" y="4379100"/>
              <a:chExt cx="662814" cy="853468"/>
            </a:xfrm>
          </p:grpSpPr>
          <p:grpSp>
            <p:nvGrpSpPr>
              <p:cNvPr id="67" name="组合 66">
                <a:extLst>
                  <a:ext uri="{FF2B5EF4-FFF2-40B4-BE49-F238E27FC236}">
                    <a16:creationId xmlns:a16="http://schemas.microsoft.com/office/drawing/2014/main" id="{B1EBDC09-ED4D-4B9E-93ED-0C20D402F629}"/>
                  </a:ext>
                </a:extLst>
              </p:cNvPr>
              <p:cNvGrpSpPr/>
              <p:nvPr/>
            </p:nvGrpSpPr>
            <p:grpSpPr>
              <a:xfrm>
                <a:off x="10626020" y="4379100"/>
                <a:ext cx="381000" cy="351117"/>
                <a:chOff x="2556504" y="2484669"/>
                <a:chExt cx="381000" cy="351117"/>
              </a:xfrm>
            </p:grpSpPr>
            <p:pic>
              <p:nvPicPr>
                <p:cNvPr id="68" name="图形 67">
                  <a:extLst>
                    <a:ext uri="{FF2B5EF4-FFF2-40B4-BE49-F238E27FC236}">
                      <a16:creationId xmlns:a16="http://schemas.microsoft.com/office/drawing/2014/main" id="{1FEE0958-B23D-4E63-A6AE-BF90343E1999}"/>
                    </a:ext>
                  </a:extLst>
                </p:cNvPr>
                <p:cNvPicPr>
                  <a:picLocks noChangeAspect="1"/>
                </p:cNvPicPr>
                <p:nvPr/>
              </p:nvPicPr>
              <p:blipFill>
                <a:blip r:embed="rId5">
                  <a:extLst>
                    <a:ext uri="{28A0092B-C50C-407E-A947-70E740481C1C}">
                      <a14:useLocalDpi xmlns:a14="http://schemas.microsoft.com/office/drawing/2010/main" val="0"/>
                    </a:ext>
                    <a:ext uri="{96DAC541-7B7A-43D3-8B79-37D633B846F1}">
                      <asvg:svgBlip xmlns:asvg="http://schemas.microsoft.com/office/drawing/2016/SVG/main" r:embed="rId6"/>
                    </a:ext>
                  </a:extLst>
                </a:blip>
                <a:stretch>
                  <a:fillRect/>
                </a:stretch>
              </p:blipFill>
              <p:spPr>
                <a:xfrm>
                  <a:off x="2556504" y="2484669"/>
                  <a:ext cx="381000" cy="285750"/>
                </a:xfrm>
                <a:prstGeom prst="rect">
                  <a:avLst/>
                </a:prstGeom>
              </p:spPr>
            </p:pic>
            <p:cxnSp>
              <p:nvCxnSpPr>
                <p:cNvPr id="69" name="直接连接符 68">
                  <a:extLst>
                    <a:ext uri="{FF2B5EF4-FFF2-40B4-BE49-F238E27FC236}">
                      <a16:creationId xmlns:a16="http://schemas.microsoft.com/office/drawing/2014/main" id="{52EB35D2-ADEE-4C09-80CD-33509D770BD4}"/>
                    </a:ext>
                  </a:extLst>
                </p:cNvPr>
                <p:cNvCxnSpPr/>
                <p:nvPr/>
              </p:nvCxnSpPr>
              <p:spPr>
                <a:xfrm>
                  <a:off x="2747004" y="2612580"/>
                  <a:ext cx="0" cy="223206"/>
                </a:xfrm>
                <a:prstGeom prst="line">
                  <a:avLst/>
                </a:prstGeom>
                <a:ln w="25400">
                  <a:solidFill>
                    <a:srgbClr val="999999"/>
                  </a:solidFill>
                </a:ln>
              </p:spPr>
              <p:style>
                <a:lnRef idx="1">
                  <a:schemeClr val="accent1"/>
                </a:lnRef>
                <a:fillRef idx="0">
                  <a:schemeClr val="accent1"/>
                </a:fillRef>
                <a:effectRef idx="0">
                  <a:schemeClr val="accent1"/>
                </a:effectRef>
                <a:fontRef idx="minor">
                  <a:schemeClr val="tx1"/>
                </a:fontRef>
              </p:style>
            </p:cxnSp>
          </p:grpSp>
          <p:pic>
            <p:nvPicPr>
              <p:cNvPr id="42" name="图形 10">
                <a:extLst>
                  <a:ext uri="{FF2B5EF4-FFF2-40B4-BE49-F238E27FC236}">
                    <a16:creationId xmlns:a16="http://schemas.microsoft.com/office/drawing/2014/main" id="{7C5AE7F5-BE3C-4E23-BD4B-BB486769AE69}"/>
                  </a:ext>
                </a:extLst>
              </p:cNvPr>
              <p:cNvPicPr>
                <a:picLocks noChangeAspect="1"/>
              </p:cNvPicPr>
              <p:nvPr/>
            </p:nvPicPr>
            <p:blipFill>
              <a:blip r:embed="rId7">
                <a:extLst>
                  <a:ext uri="{28A0092B-C50C-407E-A947-70E740481C1C}">
                    <a14:useLocalDpi xmlns:a14="http://schemas.microsoft.com/office/drawing/2010/main" val="0"/>
                  </a:ext>
                  <a:ext uri="{96DAC541-7B7A-43D3-8B79-37D633B846F1}">
                    <asvg:svgBlip xmlns:asvg="http://schemas.microsoft.com/office/drawing/2016/SVG/main" r:embed="rId8"/>
                  </a:ext>
                </a:extLst>
              </a:blip>
              <a:stretch>
                <a:fillRect/>
              </a:stretch>
            </p:blipFill>
            <p:spPr>
              <a:xfrm>
                <a:off x="10344206" y="4591486"/>
                <a:ext cx="662814" cy="641082"/>
              </a:xfrm>
              <a:prstGeom prst="rect">
                <a:avLst/>
              </a:prstGeom>
            </p:spPr>
          </p:pic>
        </p:grpSp>
      </p:grpSp>
      <p:grpSp>
        <p:nvGrpSpPr>
          <p:cNvPr id="97" name="组合 96">
            <a:extLst>
              <a:ext uri="{FF2B5EF4-FFF2-40B4-BE49-F238E27FC236}">
                <a16:creationId xmlns:a16="http://schemas.microsoft.com/office/drawing/2014/main" id="{014FAED9-6781-471D-88BB-AEEC88057E9B}"/>
              </a:ext>
            </a:extLst>
          </p:cNvPr>
          <p:cNvGrpSpPr/>
          <p:nvPr/>
        </p:nvGrpSpPr>
        <p:grpSpPr>
          <a:xfrm>
            <a:off x="4560651" y="4044630"/>
            <a:ext cx="3115023" cy="2220640"/>
            <a:chOff x="4560651" y="4044630"/>
            <a:chExt cx="3115023" cy="2220640"/>
          </a:xfrm>
        </p:grpSpPr>
        <p:cxnSp>
          <p:nvCxnSpPr>
            <p:cNvPr id="81" name="直接连接符 80">
              <a:extLst>
                <a:ext uri="{FF2B5EF4-FFF2-40B4-BE49-F238E27FC236}">
                  <a16:creationId xmlns:a16="http://schemas.microsoft.com/office/drawing/2014/main" id="{9D5621FA-AD84-4FD2-AA94-C67926FC2613}"/>
                </a:ext>
              </a:extLst>
            </p:cNvPr>
            <p:cNvCxnSpPr>
              <a:cxnSpLocks/>
            </p:cNvCxnSpPr>
            <p:nvPr/>
          </p:nvCxnSpPr>
          <p:spPr>
            <a:xfrm>
              <a:off x="4560651" y="4044630"/>
              <a:ext cx="0" cy="2117904"/>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83" name="直接箭头连接符 82">
              <a:extLst>
                <a:ext uri="{FF2B5EF4-FFF2-40B4-BE49-F238E27FC236}">
                  <a16:creationId xmlns:a16="http://schemas.microsoft.com/office/drawing/2014/main" id="{91961DA2-7589-4EA1-BD4D-ED5DDB17649E}"/>
                </a:ext>
              </a:extLst>
            </p:cNvPr>
            <p:cNvCxnSpPr>
              <a:cxnSpLocks/>
            </p:cNvCxnSpPr>
            <p:nvPr/>
          </p:nvCxnSpPr>
          <p:spPr>
            <a:xfrm>
              <a:off x="4574372" y="5944072"/>
              <a:ext cx="3101302" cy="0"/>
            </a:xfrm>
            <a:prstGeom prst="straightConnector1">
              <a:avLst/>
            </a:prstGeom>
            <a:ln w="25400">
              <a:solidFill>
                <a:schemeClr val="tx1"/>
              </a:solidFill>
              <a:headEnd type="triangle"/>
              <a:tailEnd type="triangle"/>
            </a:ln>
          </p:spPr>
          <p:style>
            <a:lnRef idx="1">
              <a:schemeClr val="accent1"/>
            </a:lnRef>
            <a:fillRef idx="0">
              <a:schemeClr val="accent1"/>
            </a:fillRef>
            <a:effectRef idx="0">
              <a:schemeClr val="accent1"/>
            </a:effectRef>
            <a:fontRef idx="minor">
              <a:schemeClr val="tx1"/>
            </a:fontRef>
          </p:style>
        </p:cxnSp>
        <p:sp>
          <p:nvSpPr>
            <p:cNvPr id="84" name="文本框 83">
              <a:extLst>
                <a:ext uri="{FF2B5EF4-FFF2-40B4-BE49-F238E27FC236}">
                  <a16:creationId xmlns:a16="http://schemas.microsoft.com/office/drawing/2014/main" id="{DECC733D-2D72-47C7-B00E-6B68CCBAEEB0}"/>
                </a:ext>
              </a:extLst>
            </p:cNvPr>
            <p:cNvSpPr txBox="1"/>
            <p:nvPr/>
          </p:nvSpPr>
          <p:spPr>
            <a:xfrm>
              <a:off x="5040268" y="5618939"/>
              <a:ext cx="2085794" cy="646331"/>
            </a:xfrm>
            <a:prstGeom prst="rect">
              <a:avLst/>
            </a:prstGeom>
            <a:solidFill>
              <a:schemeClr val="bg1"/>
            </a:solidFill>
          </p:spPr>
          <p:txBody>
            <a:bodyPr wrap="square" rtlCol="0">
              <a:spAutoFit/>
            </a:bodyPr>
            <a:lstStyle/>
            <a:p>
              <a:pPr algn="ctr"/>
              <a:r>
                <a:rPr lang="zh-CN" altLang="en-US" b="1" dirty="0">
                  <a:latin typeface="Arial Narrow" panose="020B0606020202030204" pitchFamily="34" charset="0"/>
                </a:rPr>
                <a:t>基本服务区</a:t>
              </a:r>
              <a:r>
                <a:rPr lang="en-US" altLang="zh-CN" b="1" dirty="0">
                  <a:latin typeface="Arial Narrow" panose="020B0606020202030204" pitchFamily="34" charset="0"/>
                </a:rPr>
                <a:t>BSA</a:t>
              </a:r>
              <a:r>
                <a:rPr lang="zh-CN" altLang="en-US" b="1" dirty="0">
                  <a:latin typeface="Arial Narrow" panose="020B0606020202030204" pitchFamily="34" charset="0"/>
                </a:rPr>
                <a:t>的</a:t>
              </a:r>
              <a:endParaRPr lang="en-US" altLang="zh-CN" b="1" dirty="0">
                <a:latin typeface="Arial Narrow" panose="020B0606020202030204" pitchFamily="34" charset="0"/>
              </a:endParaRPr>
            </a:p>
            <a:p>
              <a:pPr algn="ctr"/>
              <a:r>
                <a:rPr lang="zh-CN" altLang="en-US" b="1" dirty="0">
                  <a:latin typeface="Arial Narrow" panose="020B0606020202030204" pitchFamily="34" charset="0"/>
                </a:rPr>
                <a:t>直径小于</a:t>
              </a:r>
              <a:r>
                <a:rPr lang="en-US" altLang="zh-CN" b="1" dirty="0">
                  <a:latin typeface="Arial Narrow" panose="020B0606020202030204" pitchFamily="34" charset="0"/>
                </a:rPr>
                <a:t>100m</a:t>
              </a:r>
              <a:endParaRPr lang="zh-CN" altLang="en-US" b="1" dirty="0">
                <a:latin typeface="Arial Narrow" panose="020B0606020202030204" pitchFamily="34" charset="0"/>
              </a:endParaRPr>
            </a:p>
          </p:txBody>
        </p:sp>
        <p:cxnSp>
          <p:nvCxnSpPr>
            <p:cNvPr id="95" name="直接连接符 94">
              <a:extLst>
                <a:ext uri="{FF2B5EF4-FFF2-40B4-BE49-F238E27FC236}">
                  <a16:creationId xmlns:a16="http://schemas.microsoft.com/office/drawing/2014/main" id="{0978B563-445D-48B5-AF54-21378CA8FC7F}"/>
                </a:ext>
              </a:extLst>
            </p:cNvPr>
            <p:cNvCxnSpPr>
              <a:cxnSpLocks/>
            </p:cNvCxnSpPr>
            <p:nvPr/>
          </p:nvCxnSpPr>
          <p:spPr>
            <a:xfrm>
              <a:off x="7675674" y="4044630"/>
              <a:ext cx="0" cy="2117904"/>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15" name="对话气泡: 圆角矩形 14">
            <a:extLst>
              <a:ext uri="{FF2B5EF4-FFF2-40B4-BE49-F238E27FC236}">
                <a16:creationId xmlns:a16="http://schemas.microsoft.com/office/drawing/2014/main" id="{20AA21EB-94EF-4CAB-AA65-ACBE1776F55E}"/>
              </a:ext>
            </a:extLst>
          </p:cNvPr>
          <p:cNvSpPr/>
          <p:nvPr/>
        </p:nvSpPr>
        <p:spPr>
          <a:xfrm>
            <a:off x="304800" y="1768240"/>
            <a:ext cx="4018251" cy="1549761"/>
          </a:xfrm>
          <a:prstGeom prst="wedgeRoundRectCallout">
            <a:avLst>
              <a:gd name="adj1" fmla="val 84826"/>
              <a:gd name="adj2" fmla="val 54607"/>
              <a:gd name="adj3" fmla="val 16667"/>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r>
              <a:rPr lang="zh-CN" altLang="en-US" b="1" dirty="0"/>
              <a:t>网络管理员需要为</a:t>
            </a:r>
            <a:r>
              <a:rPr lang="en-US" altLang="zh-CN" b="1" dirty="0"/>
              <a:t>AP</a:t>
            </a:r>
            <a:r>
              <a:rPr lang="zh-CN" altLang="en-US" b="1" dirty="0"/>
              <a:t>分配一个最大</a:t>
            </a:r>
            <a:r>
              <a:rPr lang="en-US" altLang="zh-CN" b="1" dirty="0"/>
              <a:t>32</a:t>
            </a:r>
            <a:r>
              <a:rPr lang="zh-CN" altLang="en-US" b="1" dirty="0"/>
              <a:t>字节的服务集标识符（</a:t>
            </a:r>
            <a:r>
              <a:rPr lang="en-US" altLang="zh-CN" b="1" dirty="0"/>
              <a:t>Service Set Identifier</a:t>
            </a:r>
            <a:r>
              <a:rPr lang="zh-CN" altLang="en-US" b="1" dirty="0"/>
              <a:t>，</a:t>
            </a:r>
            <a:r>
              <a:rPr lang="en-US" altLang="zh-CN" b="1" dirty="0"/>
              <a:t>SSID</a:t>
            </a:r>
            <a:r>
              <a:rPr lang="zh-CN" altLang="en-US" b="1" dirty="0"/>
              <a:t>）和一个无线通信信道，</a:t>
            </a:r>
            <a:r>
              <a:rPr lang="en-US" altLang="zh-CN" b="1" dirty="0"/>
              <a:t>SSID</a:t>
            </a:r>
            <a:r>
              <a:rPr lang="zh-CN" altLang="en-US" b="1" dirty="0"/>
              <a:t>实际上就是使用该</a:t>
            </a:r>
            <a:r>
              <a:rPr lang="en-US" altLang="zh-CN" b="1" dirty="0"/>
              <a:t>AP</a:t>
            </a:r>
            <a:r>
              <a:rPr lang="zh-CN" altLang="en-US" b="1" dirty="0"/>
              <a:t>的</a:t>
            </a:r>
            <a:r>
              <a:rPr lang="en-US" altLang="zh-CN" b="1" dirty="0"/>
              <a:t>802.11</a:t>
            </a:r>
            <a:r>
              <a:rPr lang="zh-CN" altLang="en-US" b="1" dirty="0"/>
              <a:t>无线局域网的名字。</a:t>
            </a:r>
          </a:p>
        </p:txBody>
      </p:sp>
    </p:spTree>
    <p:custDataLst>
      <p:tags r:id="rId1"/>
    </p:custDataLst>
    <p:extLst>
      <p:ext uri="{BB962C8B-B14F-4D97-AF65-F5344CB8AC3E}">
        <p14:creationId xmlns:p14="http://schemas.microsoft.com/office/powerpoint/2010/main" val="2189721512"/>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8" fill="hold" grpId="0" nodeType="withEffect">
                                  <p:stCondLst>
                                    <p:cond delay="0"/>
                                  </p:stCondLst>
                                  <p:childTnLst>
                                    <p:set>
                                      <p:cBhvr>
                                        <p:cTn id="6" dur="1" fill="hold">
                                          <p:stCondLst>
                                            <p:cond delay="0"/>
                                          </p:stCondLst>
                                        </p:cTn>
                                        <p:tgtEl>
                                          <p:spTgt spid="15"/>
                                        </p:tgtEl>
                                        <p:attrNameLst>
                                          <p:attrName>style.visibility</p:attrName>
                                        </p:attrNameLst>
                                      </p:cBhvr>
                                      <p:to>
                                        <p:strVal val="visible"/>
                                      </p:to>
                                    </p:set>
                                    <p:anim calcmode="lin" valueType="num">
                                      <p:cBhvr additive="base">
                                        <p:cTn id="7" dur="500" fill="hold"/>
                                        <p:tgtEl>
                                          <p:spTgt spid="15"/>
                                        </p:tgtEl>
                                        <p:attrNameLst>
                                          <p:attrName>ppt_x</p:attrName>
                                        </p:attrNameLst>
                                      </p:cBhvr>
                                      <p:tavLst>
                                        <p:tav tm="0">
                                          <p:val>
                                            <p:strVal val="0-#ppt_w/2"/>
                                          </p:val>
                                        </p:tav>
                                        <p:tav tm="100000">
                                          <p:val>
                                            <p:strVal val="#ppt_x"/>
                                          </p:val>
                                        </p:tav>
                                      </p:tavLst>
                                    </p:anim>
                                    <p:anim calcmode="lin" valueType="num">
                                      <p:cBhvr additive="base">
                                        <p:cTn id="8" dur="500" fill="hold"/>
                                        <p:tgtEl>
                                          <p:spTgt spid="15"/>
                                        </p:tgtEl>
                                        <p:attrNameLst>
                                          <p:attrName>ppt_y</p:attrName>
                                        </p:attrNameLst>
                                      </p:cBhvr>
                                      <p:tavLst>
                                        <p:tav tm="0">
                                          <p:val>
                                            <p:strVal val="#ppt_y"/>
                                          </p:val>
                                        </p:tav>
                                        <p:tav tm="100000">
                                          <p:val>
                                            <p:strVal val="#ppt_y"/>
                                          </p:val>
                                        </p:tav>
                                      </p:tavLst>
                                    </p:anim>
                                  </p:childTnLst>
                                </p:cTn>
                              </p:par>
                            </p:childTnLst>
                          </p:cTn>
                        </p:par>
                      </p:childTnLst>
                    </p:cTn>
                  </p:par>
                  <p:par>
                    <p:cTn id="9" fill="hold">
                      <p:stCondLst>
                        <p:cond delay="indefinite"/>
                      </p:stCondLst>
                      <p:childTnLst>
                        <p:par>
                          <p:cTn id="10" fill="hold">
                            <p:stCondLst>
                              <p:cond delay="0"/>
                            </p:stCondLst>
                            <p:childTnLst>
                              <p:par>
                                <p:cTn id="11" presetID="42" presetClass="entr" presetSubtype="0" fill="hold" nodeType="clickEffect">
                                  <p:stCondLst>
                                    <p:cond delay="0"/>
                                  </p:stCondLst>
                                  <p:childTnLst>
                                    <p:set>
                                      <p:cBhvr>
                                        <p:cTn id="12" dur="1" fill="hold">
                                          <p:stCondLst>
                                            <p:cond delay="0"/>
                                          </p:stCondLst>
                                        </p:cTn>
                                        <p:tgtEl>
                                          <p:spTgt spid="97"/>
                                        </p:tgtEl>
                                        <p:attrNameLst>
                                          <p:attrName>style.visibility</p:attrName>
                                        </p:attrNameLst>
                                      </p:cBhvr>
                                      <p:to>
                                        <p:strVal val="visible"/>
                                      </p:to>
                                    </p:set>
                                    <p:animEffect transition="in" filter="fade">
                                      <p:cBhvr>
                                        <p:cTn id="13" dur="1000"/>
                                        <p:tgtEl>
                                          <p:spTgt spid="97"/>
                                        </p:tgtEl>
                                      </p:cBhvr>
                                    </p:animEffect>
                                    <p:anim calcmode="lin" valueType="num">
                                      <p:cBhvr>
                                        <p:cTn id="14" dur="1000" fill="hold"/>
                                        <p:tgtEl>
                                          <p:spTgt spid="97"/>
                                        </p:tgtEl>
                                        <p:attrNameLst>
                                          <p:attrName>ppt_x</p:attrName>
                                        </p:attrNameLst>
                                      </p:cBhvr>
                                      <p:tavLst>
                                        <p:tav tm="0">
                                          <p:val>
                                            <p:strVal val="#ppt_x"/>
                                          </p:val>
                                        </p:tav>
                                        <p:tav tm="100000">
                                          <p:val>
                                            <p:strVal val="#ppt_x"/>
                                          </p:val>
                                        </p:tav>
                                      </p:tavLst>
                                    </p:anim>
                                    <p:anim calcmode="lin" valueType="num">
                                      <p:cBhvr>
                                        <p:cTn id="15" dur="1000" fill="hold"/>
                                        <p:tgtEl>
                                          <p:spTgt spid="97"/>
                                        </p:tgtEl>
                                        <p:attrNameLst>
                                          <p:attrName>ppt_y</p:attrName>
                                        </p:attrNameLst>
                                      </p:cBhvr>
                                      <p:tavLst>
                                        <p:tav tm="0">
                                          <p:val>
                                            <p:strVal val="#ppt_y+.1"/>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5" grpId="0" animBg="1"/>
    </p:bldLst>
  </p:timing>
</p:sld>
</file>

<file path=ppt/slides/slide51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1" name="íşlïḍè">
            <a:extLst>
              <a:ext uri="{FF2B5EF4-FFF2-40B4-BE49-F238E27FC236}">
                <a16:creationId xmlns:a16="http://schemas.microsoft.com/office/drawing/2014/main" id="{2882B8A8-A951-4E36-A813-EE9E39641F4F}"/>
              </a:ext>
            </a:extLst>
          </p:cNvPr>
          <p:cNvSpPr txBox="1"/>
          <p:nvPr/>
        </p:nvSpPr>
        <p:spPr>
          <a:xfrm>
            <a:off x="933106" y="1149410"/>
            <a:ext cx="10513339" cy="478855"/>
          </a:xfrm>
          <a:prstGeom prst="rect">
            <a:avLst/>
          </a:prstGeom>
          <a:noFill/>
        </p:spPr>
        <p:txBody>
          <a:bodyPr wrap="square" lIns="91440" tIns="45720" rIns="91440" bIns="45720" anchor="ctr">
            <a:noAutofit/>
          </a:bodyPr>
          <a:lstStyle/>
          <a:p>
            <a:r>
              <a:rPr lang="zh-CN" altLang="en-US" sz="2000" b="1" dirty="0">
                <a:solidFill>
                  <a:schemeClr val="accent3">
                    <a:lumMod val="75000"/>
                  </a:schemeClr>
                </a:solidFill>
                <a:latin typeface="Arial Narrow" panose="020B0606020202030204" pitchFamily="34" charset="0"/>
              </a:rPr>
              <a:t>有固定基础设施的</a:t>
            </a:r>
            <a:r>
              <a:rPr lang="en-US" altLang="zh-CN" sz="2000" b="1" dirty="0">
                <a:solidFill>
                  <a:schemeClr val="accent3">
                    <a:lumMod val="75000"/>
                  </a:schemeClr>
                </a:solidFill>
                <a:latin typeface="Arial Narrow" panose="020B0606020202030204" pitchFamily="34" charset="0"/>
              </a:rPr>
              <a:t>802.11</a:t>
            </a:r>
            <a:r>
              <a:rPr lang="zh-CN" altLang="en-US" sz="2000" b="1" dirty="0">
                <a:solidFill>
                  <a:schemeClr val="accent3">
                    <a:lumMod val="75000"/>
                  </a:schemeClr>
                </a:solidFill>
                <a:latin typeface="Arial Narrow" panose="020B0606020202030204" pitchFamily="34" charset="0"/>
              </a:rPr>
              <a:t>无线局域网</a:t>
            </a:r>
          </a:p>
        </p:txBody>
      </p:sp>
      <p:grpSp>
        <p:nvGrpSpPr>
          <p:cNvPr id="4" name="组合 3">
            <a:extLst>
              <a:ext uri="{FF2B5EF4-FFF2-40B4-BE49-F238E27FC236}">
                <a16:creationId xmlns:a16="http://schemas.microsoft.com/office/drawing/2014/main" id="{9A1EA9F2-FCB6-48C3-935F-7AE7E3AD14AC}"/>
              </a:ext>
            </a:extLst>
          </p:cNvPr>
          <p:cNvGrpSpPr/>
          <p:nvPr/>
        </p:nvGrpSpPr>
        <p:grpSpPr>
          <a:xfrm>
            <a:off x="304800" y="749300"/>
            <a:ext cx="4938199" cy="400110"/>
            <a:chOff x="424117" y="898245"/>
            <a:chExt cx="4938199" cy="400110"/>
          </a:xfrm>
        </p:grpSpPr>
        <p:sp>
          <p:nvSpPr>
            <p:cNvPr id="2" name="平行四边形 1">
              <a:extLst>
                <a:ext uri="{FF2B5EF4-FFF2-40B4-BE49-F238E27FC236}">
                  <a16:creationId xmlns:a16="http://schemas.microsoft.com/office/drawing/2014/main" id="{1F5BAA3F-9845-4F89-A2DD-8222D3E4EDAC}"/>
                </a:ext>
              </a:extLst>
            </p:cNvPr>
            <p:cNvSpPr/>
            <p:nvPr/>
          </p:nvSpPr>
          <p:spPr>
            <a:xfrm>
              <a:off x="424117" y="898245"/>
              <a:ext cx="628306" cy="387090"/>
            </a:xfrm>
            <a:prstGeom prst="parallelogram">
              <a:avLst/>
            </a:prstGeom>
            <a:solidFill>
              <a:schemeClr val="accent3">
                <a:lumMod val="75000"/>
              </a:schemeClr>
            </a:solidFill>
            <a:ln>
              <a:solidFill>
                <a:schemeClr val="accent3">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CN" sz="2200" dirty="0">
                  <a:latin typeface="Impact" panose="020B0806030902050204" pitchFamily="34" charset="0"/>
                </a:rPr>
                <a:t>01</a:t>
              </a:r>
              <a:endParaRPr lang="zh-CN" altLang="en-US" sz="2200" dirty="0">
                <a:latin typeface="Impact" panose="020B0806030902050204" pitchFamily="34" charset="0"/>
              </a:endParaRPr>
            </a:p>
          </p:txBody>
        </p:sp>
        <p:sp>
          <p:nvSpPr>
            <p:cNvPr id="3" name="文本框 2">
              <a:extLst>
                <a:ext uri="{FF2B5EF4-FFF2-40B4-BE49-F238E27FC236}">
                  <a16:creationId xmlns:a16="http://schemas.microsoft.com/office/drawing/2014/main" id="{4D6BD736-A4D3-4F26-AFED-36E11F50F70B}"/>
                </a:ext>
              </a:extLst>
            </p:cNvPr>
            <p:cNvSpPr txBox="1"/>
            <p:nvPr/>
          </p:nvSpPr>
          <p:spPr>
            <a:xfrm>
              <a:off x="1052423" y="898245"/>
              <a:ext cx="4309893" cy="400110"/>
            </a:xfrm>
            <a:prstGeom prst="rect">
              <a:avLst/>
            </a:prstGeom>
            <a:noFill/>
          </p:spPr>
          <p:txBody>
            <a:bodyPr wrap="square" rtlCol="0">
              <a:spAutoFit/>
            </a:bodyPr>
            <a:lstStyle/>
            <a:p>
              <a:r>
                <a:rPr lang="en-US" altLang="zh-CN" sz="2000" b="1" dirty="0">
                  <a:solidFill>
                    <a:schemeClr val="tx1"/>
                  </a:solidFill>
                  <a:latin typeface="Arial Narrow" panose="020B0606020202030204" pitchFamily="34" charset="0"/>
                </a:rPr>
                <a:t>802.11</a:t>
              </a:r>
              <a:r>
                <a:rPr lang="zh-CN" altLang="en-US" sz="2000" b="1" dirty="0">
                  <a:solidFill>
                    <a:schemeClr val="tx1"/>
                  </a:solidFill>
                  <a:latin typeface="Arial Narrow" panose="020B0606020202030204" pitchFamily="34" charset="0"/>
                </a:rPr>
                <a:t>无线局域网的组成</a:t>
              </a:r>
              <a:endParaRPr lang="en-US" altLang="zh-CN" sz="2000" b="1" dirty="0">
                <a:solidFill>
                  <a:schemeClr val="tx1"/>
                </a:solidFill>
                <a:latin typeface="Arial Narrow" panose="020B0606020202030204" pitchFamily="34" charset="0"/>
              </a:endParaRPr>
            </a:p>
          </p:txBody>
        </p:sp>
      </p:grpSp>
      <p:grpSp>
        <p:nvGrpSpPr>
          <p:cNvPr id="16" name="组合 15">
            <a:extLst>
              <a:ext uri="{FF2B5EF4-FFF2-40B4-BE49-F238E27FC236}">
                <a16:creationId xmlns:a16="http://schemas.microsoft.com/office/drawing/2014/main" id="{16148E07-AA46-4463-83CE-9D376CE4A21C}"/>
              </a:ext>
            </a:extLst>
          </p:cNvPr>
          <p:cNvGrpSpPr/>
          <p:nvPr/>
        </p:nvGrpSpPr>
        <p:grpSpPr>
          <a:xfrm>
            <a:off x="2712917" y="2953137"/>
            <a:ext cx="3458147" cy="3300921"/>
            <a:chOff x="4217527" y="2107021"/>
            <a:chExt cx="3458147" cy="3300921"/>
          </a:xfrm>
        </p:grpSpPr>
        <p:sp>
          <p:nvSpPr>
            <p:cNvPr id="19" name="椭圆 18">
              <a:extLst>
                <a:ext uri="{FF2B5EF4-FFF2-40B4-BE49-F238E27FC236}">
                  <a16:creationId xmlns:a16="http://schemas.microsoft.com/office/drawing/2014/main" id="{11E5CF4D-BE9C-46DA-9EAE-E6DADE3F495B}"/>
                </a:ext>
              </a:extLst>
            </p:cNvPr>
            <p:cNvSpPr/>
            <p:nvPr/>
          </p:nvSpPr>
          <p:spPr>
            <a:xfrm>
              <a:off x="4558444" y="2290712"/>
              <a:ext cx="3117230" cy="3117230"/>
            </a:xfrm>
            <a:prstGeom prst="ellipse">
              <a:avLst/>
            </a:prstGeom>
            <a:noFill/>
            <a:ln>
              <a:solidFill>
                <a:schemeClr val="tx1"/>
              </a:solid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24" name="文本框 23">
              <a:extLst>
                <a:ext uri="{FF2B5EF4-FFF2-40B4-BE49-F238E27FC236}">
                  <a16:creationId xmlns:a16="http://schemas.microsoft.com/office/drawing/2014/main" id="{A4BCBBE7-1B74-49E5-B9EA-55A298699B08}"/>
                </a:ext>
              </a:extLst>
            </p:cNvPr>
            <p:cNvSpPr txBox="1"/>
            <p:nvPr/>
          </p:nvSpPr>
          <p:spPr>
            <a:xfrm>
              <a:off x="5226068" y="4934826"/>
              <a:ext cx="1786001" cy="369332"/>
            </a:xfrm>
            <a:prstGeom prst="rect">
              <a:avLst/>
            </a:prstGeom>
            <a:noFill/>
          </p:spPr>
          <p:txBody>
            <a:bodyPr wrap="square" rtlCol="0">
              <a:spAutoFit/>
            </a:bodyPr>
            <a:lstStyle/>
            <a:p>
              <a:pPr algn="ctr"/>
              <a:r>
                <a:rPr lang="en-US" altLang="zh-CN" b="1" dirty="0">
                  <a:latin typeface="Arial Narrow" panose="020B0606020202030204" pitchFamily="34" charset="0"/>
                </a:rPr>
                <a:t>BSS1</a:t>
              </a:r>
              <a:endParaRPr lang="zh-CN" altLang="en-US" b="1" dirty="0">
                <a:latin typeface="Arial Narrow" panose="020B0606020202030204" pitchFamily="34" charset="0"/>
              </a:endParaRPr>
            </a:p>
          </p:txBody>
        </p:sp>
        <p:grpSp>
          <p:nvGrpSpPr>
            <p:cNvPr id="13" name="组合 12">
              <a:extLst>
                <a:ext uri="{FF2B5EF4-FFF2-40B4-BE49-F238E27FC236}">
                  <a16:creationId xmlns:a16="http://schemas.microsoft.com/office/drawing/2014/main" id="{90AC03CF-187B-4D55-BD5F-B38527D0089C}"/>
                </a:ext>
              </a:extLst>
            </p:cNvPr>
            <p:cNvGrpSpPr/>
            <p:nvPr/>
          </p:nvGrpSpPr>
          <p:grpSpPr>
            <a:xfrm>
              <a:off x="5511164" y="3099641"/>
              <a:ext cx="1272594" cy="1335614"/>
              <a:chOff x="5511164" y="3099641"/>
              <a:chExt cx="1272594" cy="1335614"/>
            </a:xfrm>
          </p:grpSpPr>
          <p:sp>
            <p:nvSpPr>
              <p:cNvPr id="76" name="文本框 75">
                <a:extLst>
                  <a:ext uri="{FF2B5EF4-FFF2-40B4-BE49-F238E27FC236}">
                    <a16:creationId xmlns:a16="http://schemas.microsoft.com/office/drawing/2014/main" id="{F6EB4E01-4CFC-4DD1-9CD9-E73AD52538E0}"/>
                  </a:ext>
                </a:extLst>
              </p:cNvPr>
              <p:cNvSpPr txBox="1"/>
              <p:nvPr/>
            </p:nvSpPr>
            <p:spPr>
              <a:xfrm>
                <a:off x="5511164" y="4065923"/>
                <a:ext cx="1272594" cy="369332"/>
              </a:xfrm>
              <a:prstGeom prst="rect">
                <a:avLst/>
              </a:prstGeom>
              <a:noFill/>
            </p:spPr>
            <p:txBody>
              <a:bodyPr wrap="square" rtlCol="0">
                <a:spAutoFit/>
              </a:bodyPr>
              <a:lstStyle/>
              <a:p>
                <a:pPr algn="ctr"/>
                <a:r>
                  <a:rPr lang="en-US" altLang="zh-CN" b="1" dirty="0">
                    <a:latin typeface="Arial Narrow" panose="020B0606020202030204" pitchFamily="34" charset="0"/>
                  </a:rPr>
                  <a:t>AP1</a:t>
                </a:r>
                <a:endParaRPr lang="zh-CN" altLang="en-US" b="1" dirty="0">
                  <a:latin typeface="Arial Narrow" panose="020B0606020202030204" pitchFamily="34" charset="0"/>
                </a:endParaRPr>
              </a:p>
            </p:txBody>
          </p:sp>
          <p:pic>
            <p:nvPicPr>
              <p:cNvPr id="32" name="图形 31">
                <a:extLst>
                  <a:ext uri="{FF2B5EF4-FFF2-40B4-BE49-F238E27FC236}">
                    <a16:creationId xmlns:a16="http://schemas.microsoft.com/office/drawing/2014/main" id="{51FDC802-626C-4992-B398-7B209FB093FE}"/>
                  </a:ext>
                </a:extLst>
              </p:cNvPr>
              <p:cNvPicPr>
                <a:picLocks noChangeAspect="1"/>
              </p:cNvPicPr>
              <p:nvPr/>
            </p:nvPicPr>
            <p:blipFill>
              <a:blip r:embed="rId3">
                <a:extLst>
                  <a:ext uri="{28A0092B-C50C-407E-A947-70E740481C1C}">
                    <a14:useLocalDpi xmlns:a14="http://schemas.microsoft.com/office/drawing/2010/main" val="0"/>
                  </a:ext>
                  <a:ext uri="{96DAC541-7B7A-43D3-8B79-37D633B846F1}">
                    <asvg:svgBlip xmlns:asvg="http://schemas.microsoft.com/office/drawing/2016/SVG/main" r:embed="rId4"/>
                  </a:ext>
                </a:extLst>
              </a:blip>
              <a:stretch>
                <a:fillRect/>
              </a:stretch>
            </p:blipFill>
            <p:spPr>
              <a:xfrm>
                <a:off x="5707974" y="3099641"/>
                <a:ext cx="1028700" cy="1009650"/>
              </a:xfrm>
              <a:prstGeom prst="rect">
                <a:avLst/>
              </a:prstGeom>
            </p:spPr>
          </p:pic>
        </p:grpSp>
        <p:grpSp>
          <p:nvGrpSpPr>
            <p:cNvPr id="9" name="组合 8">
              <a:extLst>
                <a:ext uri="{FF2B5EF4-FFF2-40B4-BE49-F238E27FC236}">
                  <a16:creationId xmlns:a16="http://schemas.microsoft.com/office/drawing/2014/main" id="{B60E5B4C-3174-406C-9F00-F72946FD8C36}"/>
                </a:ext>
              </a:extLst>
            </p:cNvPr>
            <p:cNvGrpSpPr/>
            <p:nvPr/>
          </p:nvGrpSpPr>
          <p:grpSpPr>
            <a:xfrm>
              <a:off x="4708861" y="4214791"/>
              <a:ext cx="772699" cy="858650"/>
              <a:chOff x="8735761" y="5137011"/>
              <a:chExt cx="772699" cy="858650"/>
            </a:xfrm>
          </p:grpSpPr>
          <p:pic>
            <p:nvPicPr>
              <p:cNvPr id="41" name="图形 10">
                <a:extLst>
                  <a:ext uri="{FF2B5EF4-FFF2-40B4-BE49-F238E27FC236}">
                    <a16:creationId xmlns:a16="http://schemas.microsoft.com/office/drawing/2014/main" id="{FFB706F8-658F-4A80-B3FF-C53C7EC78F83}"/>
                  </a:ext>
                </a:extLst>
              </p:cNvPr>
              <p:cNvPicPr>
                <a:picLocks noChangeAspect="1"/>
              </p:cNvPicPr>
              <p:nvPr/>
            </p:nvPicPr>
            <p:blipFill>
              <a:blip r:embed="rId5">
                <a:extLst>
                  <a:ext uri="{28A0092B-C50C-407E-A947-70E740481C1C}">
                    <a14:useLocalDpi xmlns:a14="http://schemas.microsoft.com/office/drawing/2010/main" val="0"/>
                  </a:ext>
                  <a:ext uri="{96DAC541-7B7A-43D3-8B79-37D633B846F1}">
                    <asvg:svgBlip xmlns:asvg="http://schemas.microsoft.com/office/drawing/2016/SVG/main" r:embed="rId6"/>
                  </a:ext>
                </a:extLst>
              </a:blip>
              <a:stretch>
                <a:fillRect/>
              </a:stretch>
            </p:blipFill>
            <p:spPr>
              <a:xfrm>
                <a:off x="8735761" y="5354579"/>
                <a:ext cx="662814" cy="641082"/>
              </a:xfrm>
              <a:prstGeom prst="rect">
                <a:avLst/>
              </a:prstGeom>
            </p:spPr>
          </p:pic>
          <p:grpSp>
            <p:nvGrpSpPr>
              <p:cNvPr id="70" name="组合 69">
                <a:extLst>
                  <a:ext uri="{FF2B5EF4-FFF2-40B4-BE49-F238E27FC236}">
                    <a16:creationId xmlns:a16="http://schemas.microsoft.com/office/drawing/2014/main" id="{FFB1DD27-89F5-4288-9F9E-92751553B153}"/>
                  </a:ext>
                </a:extLst>
              </p:cNvPr>
              <p:cNvGrpSpPr/>
              <p:nvPr/>
            </p:nvGrpSpPr>
            <p:grpSpPr>
              <a:xfrm>
                <a:off x="9127460" y="5137011"/>
                <a:ext cx="381000" cy="351117"/>
                <a:chOff x="2556504" y="2484669"/>
                <a:chExt cx="381000" cy="351117"/>
              </a:xfrm>
            </p:grpSpPr>
            <p:pic>
              <p:nvPicPr>
                <p:cNvPr id="71" name="图形 70">
                  <a:extLst>
                    <a:ext uri="{FF2B5EF4-FFF2-40B4-BE49-F238E27FC236}">
                      <a16:creationId xmlns:a16="http://schemas.microsoft.com/office/drawing/2014/main" id="{47FB686B-5108-4B63-94BB-5E7312B423F9}"/>
                    </a:ext>
                  </a:extLst>
                </p:cNvPr>
                <p:cNvPicPr>
                  <a:picLocks noChangeAspect="1"/>
                </p:cNvPicPr>
                <p:nvPr/>
              </p:nvPicPr>
              <p:blipFill>
                <a:blip r:embed="rId7">
                  <a:extLst>
                    <a:ext uri="{28A0092B-C50C-407E-A947-70E740481C1C}">
                      <a14:useLocalDpi xmlns:a14="http://schemas.microsoft.com/office/drawing/2010/main" val="0"/>
                    </a:ext>
                    <a:ext uri="{96DAC541-7B7A-43D3-8B79-37D633B846F1}">
                      <asvg:svgBlip xmlns:asvg="http://schemas.microsoft.com/office/drawing/2016/SVG/main" r:embed="rId8"/>
                    </a:ext>
                  </a:extLst>
                </a:blip>
                <a:stretch>
                  <a:fillRect/>
                </a:stretch>
              </p:blipFill>
              <p:spPr>
                <a:xfrm>
                  <a:off x="2556504" y="2484669"/>
                  <a:ext cx="381000" cy="285750"/>
                </a:xfrm>
                <a:prstGeom prst="rect">
                  <a:avLst/>
                </a:prstGeom>
              </p:spPr>
            </p:pic>
            <p:cxnSp>
              <p:nvCxnSpPr>
                <p:cNvPr id="72" name="直接连接符 71">
                  <a:extLst>
                    <a:ext uri="{FF2B5EF4-FFF2-40B4-BE49-F238E27FC236}">
                      <a16:creationId xmlns:a16="http://schemas.microsoft.com/office/drawing/2014/main" id="{64E059CC-7FEA-4019-B5D1-F5FC6A8E18E7}"/>
                    </a:ext>
                  </a:extLst>
                </p:cNvPr>
                <p:cNvCxnSpPr/>
                <p:nvPr/>
              </p:nvCxnSpPr>
              <p:spPr>
                <a:xfrm>
                  <a:off x="2747004" y="2612580"/>
                  <a:ext cx="0" cy="223206"/>
                </a:xfrm>
                <a:prstGeom prst="line">
                  <a:avLst/>
                </a:prstGeom>
                <a:ln w="25400">
                  <a:solidFill>
                    <a:srgbClr val="999999"/>
                  </a:solidFill>
                </a:ln>
              </p:spPr>
              <p:style>
                <a:lnRef idx="1">
                  <a:schemeClr val="accent1"/>
                </a:lnRef>
                <a:fillRef idx="0">
                  <a:schemeClr val="accent1"/>
                </a:fillRef>
                <a:effectRef idx="0">
                  <a:schemeClr val="accent1"/>
                </a:effectRef>
                <a:fontRef idx="minor">
                  <a:schemeClr val="tx1"/>
                </a:fontRef>
              </p:style>
            </p:cxnSp>
          </p:grpSp>
        </p:grpSp>
        <p:grpSp>
          <p:nvGrpSpPr>
            <p:cNvPr id="12" name="组合 11">
              <a:extLst>
                <a:ext uri="{FF2B5EF4-FFF2-40B4-BE49-F238E27FC236}">
                  <a16:creationId xmlns:a16="http://schemas.microsoft.com/office/drawing/2014/main" id="{4DD0B389-D978-4FE3-A04D-779BD992BB86}"/>
                </a:ext>
              </a:extLst>
            </p:cNvPr>
            <p:cNvGrpSpPr/>
            <p:nvPr/>
          </p:nvGrpSpPr>
          <p:grpSpPr>
            <a:xfrm>
              <a:off x="4217527" y="3214597"/>
              <a:ext cx="681834" cy="830033"/>
              <a:chOff x="6956615" y="1391042"/>
              <a:chExt cx="681834" cy="830033"/>
            </a:xfrm>
          </p:grpSpPr>
          <p:grpSp>
            <p:nvGrpSpPr>
              <p:cNvPr id="54" name="组合 53">
                <a:extLst>
                  <a:ext uri="{FF2B5EF4-FFF2-40B4-BE49-F238E27FC236}">
                    <a16:creationId xmlns:a16="http://schemas.microsoft.com/office/drawing/2014/main" id="{43CACFB6-2186-481B-9C9F-2B35A1831EDF}"/>
                  </a:ext>
                </a:extLst>
              </p:cNvPr>
              <p:cNvGrpSpPr/>
              <p:nvPr/>
            </p:nvGrpSpPr>
            <p:grpSpPr>
              <a:xfrm>
                <a:off x="7257449" y="1391042"/>
                <a:ext cx="381000" cy="351117"/>
                <a:chOff x="2556504" y="2484669"/>
                <a:chExt cx="381000" cy="351117"/>
              </a:xfrm>
            </p:grpSpPr>
            <p:pic>
              <p:nvPicPr>
                <p:cNvPr id="55" name="图形 54">
                  <a:extLst>
                    <a:ext uri="{FF2B5EF4-FFF2-40B4-BE49-F238E27FC236}">
                      <a16:creationId xmlns:a16="http://schemas.microsoft.com/office/drawing/2014/main" id="{031F7A51-135B-45DC-9C5F-1F16EAFE2A90}"/>
                    </a:ext>
                  </a:extLst>
                </p:cNvPr>
                <p:cNvPicPr>
                  <a:picLocks noChangeAspect="1"/>
                </p:cNvPicPr>
                <p:nvPr/>
              </p:nvPicPr>
              <p:blipFill>
                <a:blip r:embed="rId7">
                  <a:extLst>
                    <a:ext uri="{28A0092B-C50C-407E-A947-70E740481C1C}">
                      <a14:useLocalDpi xmlns:a14="http://schemas.microsoft.com/office/drawing/2010/main" val="0"/>
                    </a:ext>
                    <a:ext uri="{96DAC541-7B7A-43D3-8B79-37D633B846F1}">
                      <asvg:svgBlip xmlns:asvg="http://schemas.microsoft.com/office/drawing/2016/SVG/main" r:embed="rId8"/>
                    </a:ext>
                  </a:extLst>
                </a:blip>
                <a:stretch>
                  <a:fillRect/>
                </a:stretch>
              </p:blipFill>
              <p:spPr>
                <a:xfrm>
                  <a:off x="2556504" y="2484669"/>
                  <a:ext cx="381000" cy="285750"/>
                </a:xfrm>
                <a:prstGeom prst="rect">
                  <a:avLst/>
                </a:prstGeom>
              </p:spPr>
            </p:pic>
            <p:cxnSp>
              <p:nvCxnSpPr>
                <p:cNvPr id="56" name="直接连接符 55">
                  <a:extLst>
                    <a:ext uri="{FF2B5EF4-FFF2-40B4-BE49-F238E27FC236}">
                      <a16:creationId xmlns:a16="http://schemas.microsoft.com/office/drawing/2014/main" id="{F78D4996-A92C-404E-8C62-9BB6822AD7AC}"/>
                    </a:ext>
                  </a:extLst>
                </p:cNvPr>
                <p:cNvCxnSpPr/>
                <p:nvPr/>
              </p:nvCxnSpPr>
              <p:spPr>
                <a:xfrm>
                  <a:off x="2747004" y="2612580"/>
                  <a:ext cx="0" cy="223206"/>
                </a:xfrm>
                <a:prstGeom prst="line">
                  <a:avLst/>
                </a:prstGeom>
                <a:ln w="25400">
                  <a:solidFill>
                    <a:srgbClr val="999999"/>
                  </a:solidFill>
                </a:ln>
              </p:spPr>
              <p:style>
                <a:lnRef idx="1">
                  <a:schemeClr val="accent1"/>
                </a:lnRef>
                <a:fillRef idx="0">
                  <a:schemeClr val="accent1"/>
                </a:fillRef>
                <a:effectRef idx="0">
                  <a:schemeClr val="accent1"/>
                </a:effectRef>
                <a:fontRef idx="minor">
                  <a:schemeClr val="tx1"/>
                </a:fontRef>
              </p:style>
            </p:cxnSp>
          </p:grpSp>
          <p:pic>
            <p:nvPicPr>
              <p:cNvPr id="33" name="图形 10">
                <a:extLst>
                  <a:ext uri="{FF2B5EF4-FFF2-40B4-BE49-F238E27FC236}">
                    <a16:creationId xmlns:a16="http://schemas.microsoft.com/office/drawing/2014/main" id="{5A9BC258-F80F-4F21-9EFB-C36AC2E37E2A}"/>
                  </a:ext>
                </a:extLst>
              </p:cNvPr>
              <p:cNvPicPr>
                <a:picLocks noChangeAspect="1"/>
              </p:cNvPicPr>
              <p:nvPr/>
            </p:nvPicPr>
            <p:blipFill>
              <a:blip r:embed="rId5">
                <a:extLst>
                  <a:ext uri="{28A0092B-C50C-407E-A947-70E740481C1C}">
                    <a14:useLocalDpi xmlns:a14="http://schemas.microsoft.com/office/drawing/2010/main" val="0"/>
                  </a:ext>
                  <a:ext uri="{96DAC541-7B7A-43D3-8B79-37D633B846F1}">
                    <asvg:svgBlip xmlns:asvg="http://schemas.microsoft.com/office/drawing/2016/SVG/main" r:embed="rId6"/>
                  </a:ext>
                </a:extLst>
              </a:blip>
              <a:stretch>
                <a:fillRect/>
              </a:stretch>
            </p:blipFill>
            <p:spPr>
              <a:xfrm>
                <a:off x="6956615" y="1579993"/>
                <a:ext cx="662814" cy="641082"/>
              </a:xfrm>
              <a:prstGeom prst="rect">
                <a:avLst/>
              </a:prstGeom>
            </p:spPr>
          </p:pic>
        </p:grpSp>
        <p:grpSp>
          <p:nvGrpSpPr>
            <p:cNvPr id="6" name="组合 5">
              <a:extLst>
                <a:ext uri="{FF2B5EF4-FFF2-40B4-BE49-F238E27FC236}">
                  <a16:creationId xmlns:a16="http://schemas.microsoft.com/office/drawing/2014/main" id="{B646B45F-71F6-4792-9D91-B5E6C971F7C1}"/>
                </a:ext>
              </a:extLst>
            </p:cNvPr>
            <p:cNvGrpSpPr/>
            <p:nvPr/>
          </p:nvGrpSpPr>
          <p:grpSpPr>
            <a:xfrm>
              <a:off x="4708861" y="2107021"/>
              <a:ext cx="662814" cy="830033"/>
              <a:chOff x="10392760" y="1391042"/>
              <a:chExt cx="662814" cy="830033"/>
            </a:xfrm>
          </p:grpSpPr>
          <p:grpSp>
            <p:nvGrpSpPr>
              <p:cNvPr id="60" name="组合 59">
                <a:extLst>
                  <a:ext uri="{FF2B5EF4-FFF2-40B4-BE49-F238E27FC236}">
                    <a16:creationId xmlns:a16="http://schemas.microsoft.com/office/drawing/2014/main" id="{89699963-AA7D-4F41-A05C-2912FF547A41}"/>
                  </a:ext>
                </a:extLst>
              </p:cNvPr>
              <p:cNvGrpSpPr/>
              <p:nvPr/>
            </p:nvGrpSpPr>
            <p:grpSpPr>
              <a:xfrm>
                <a:off x="10674574" y="1391042"/>
                <a:ext cx="381000" cy="351117"/>
                <a:chOff x="2556504" y="2484669"/>
                <a:chExt cx="381000" cy="351117"/>
              </a:xfrm>
            </p:grpSpPr>
            <p:pic>
              <p:nvPicPr>
                <p:cNvPr id="61" name="图形 60">
                  <a:extLst>
                    <a:ext uri="{FF2B5EF4-FFF2-40B4-BE49-F238E27FC236}">
                      <a16:creationId xmlns:a16="http://schemas.microsoft.com/office/drawing/2014/main" id="{D66EED3C-ABB8-4AB3-B893-10EB52EF4A2A}"/>
                    </a:ext>
                  </a:extLst>
                </p:cNvPr>
                <p:cNvPicPr>
                  <a:picLocks noChangeAspect="1"/>
                </p:cNvPicPr>
                <p:nvPr/>
              </p:nvPicPr>
              <p:blipFill>
                <a:blip r:embed="rId7">
                  <a:extLst>
                    <a:ext uri="{28A0092B-C50C-407E-A947-70E740481C1C}">
                      <a14:useLocalDpi xmlns:a14="http://schemas.microsoft.com/office/drawing/2010/main" val="0"/>
                    </a:ext>
                    <a:ext uri="{96DAC541-7B7A-43D3-8B79-37D633B846F1}">
                      <asvg:svgBlip xmlns:asvg="http://schemas.microsoft.com/office/drawing/2016/SVG/main" r:embed="rId8"/>
                    </a:ext>
                  </a:extLst>
                </a:blip>
                <a:stretch>
                  <a:fillRect/>
                </a:stretch>
              </p:blipFill>
              <p:spPr>
                <a:xfrm>
                  <a:off x="2556504" y="2484669"/>
                  <a:ext cx="381000" cy="285750"/>
                </a:xfrm>
                <a:prstGeom prst="rect">
                  <a:avLst/>
                </a:prstGeom>
              </p:spPr>
            </p:pic>
            <p:cxnSp>
              <p:nvCxnSpPr>
                <p:cNvPr id="62" name="直接连接符 61">
                  <a:extLst>
                    <a:ext uri="{FF2B5EF4-FFF2-40B4-BE49-F238E27FC236}">
                      <a16:creationId xmlns:a16="http://schemas.microsoft.com/office/drawing/2014/main" id="{247CA075-F94E-4870-8C28-AC00131C2824}"/>
                    </a:ext>
                  </a:extLst>
                </p:cNvPr>
                <p:cNvCxnSpPr/>
                <p:nvPr/>
              </p:nvCxnSpPr>
              <p:spPr>
                <a:xfrm>
                  <a:off x="2747004" y="2612580"/>
                  <a:ext cx="0" cy="223206"/>
                </a:xfrm>
                <a:prstGeom prst="line">
                  <a:avLst/>
                </a:prstGeom>
                <a:ln w="25400">
                  <a:solidFill>
                    <a:srgbClr val="999999"/>
                  </a:solidFill>
                </a:ln>
              </p:spPr>
              <p:style>
                <a:lnRef idx="1">
                  <a:schemeClr val="accent1"/>
                </a:lnRef>
                <a:fillRef idx="0">
                  <a:schemeClr val="accent1"/>
                </a:fillRef>
                <a:effectRef idx="0">
                  <a:schemeClr val="accent1"/>
                </a:effectRef>
                <a:fontRef idx="minor">
                  <a:schemeClr val="tx1"/>
                </a:fontRef>
              </p:style>
            </p:cxnSp>
          </p:grpSp>
          <p:pic>
            <p:nvPicPr>
              <p:cNvPr id="38" name="图形 10">
                <a:extLst>
                  <a:ext uri="{FF2B5EF4-FFF2-40B4-BE49-F238E27FC236}">
                    <a16:creationId xmlns:a16="http://schemas.microsoft.com/office/drawing/2014/main" id="{87474D5E-4CAA-47EA-BED7-ACA643385B1D}"/>
                  </a:ext>
                </a:extLst>
              </p:cNvPr>
              <p:cNvPicPr>
                <a:picLocks noChangeAspect="1"/>
              </p:cNvPicPr>
              <p:nvPr/>
            </p:nvPicPr>
            <p:blipFill>
              <a:blip r:embed="rId5">
                <a:extLst>
                  <a:ext uri="{28A0092B-C50C-407E-A947-70E740481C1C}">
                    <a14:useLocalDpi xmlns:a14="http://schemas.microsoft.com/office/drawing/2010/main" val="0"/>
                  </a:ext>
                  <a:ext uri="{96DAC541-7B7A-43D3-8B79-37D633B846F1}">
                    <asvg:svgBlip xmlns:asvg="http://schemas.microsoft.com/office/drawing/2016/SVG/main" r:embed="rId6"/>
                  </a:ext>
                </a:extLst>
              </a:blip>
              <a:stretch>
                <a:fillRect/>
              </a:stretch>
            </p:blipFill>
            <p:spPr>
              <a:xfrm>
                <a:off x="10392760" y="1579993"/>
                <a:ext cx="662814" cy="641082"/>
              </a:xfrm>
              <a:prstGeom prst="rect">
                <a:avLst/>
              </a:prstGeom>
            </p:spPr>
          </p:pic>
        </p:grpSp>
        <p:grpSp>
          <p:nvGrpSpPr>
            <p:cNvPr id="7" name="组合 6">
              <a:extLst>
                <a:ext uri="{FF2B5EF4-FFF2-40B4-BE49-F238E27FC236}">
                  <a16:creationId xmlns:a16="http://schemas.microsoft.com/office/drawing/2014/main" id="{BEF01416-B3D8-4875-8B1B-20A96441AEA1}"/>
                </a:ext>
              </a:extLst>
            </p:cNvPr>
            <p:cNvGrpSpPr/>
            <p:nvPr/>
          </p:nvGrpSpPr>
          <p:grpSpPr>
            <a:xfrm>
              <a:off x="6825249" y="2115915"/>
              <a:ext cx="684060" cy="821139"/>
              <a:chOff x="10868587" y="2993998"/>
              <a:chExt cx="684060" cy="821139"/>
            </a:xfrm>
          </p:grpSpPr>
          <p:grpSp>
            <p:nvGrpSpPr>
              <p:cNvPr id="63" name="组合 62">
                <a:extLst>
                  <a:ext uri="{FF2B5EF4-FFF2-40B4-BE49-F238E27FC236}">
                    <a16:creationId xmlns:a16="http://schemas.microsoft.com/office/drawing/2014/main" id="{DE0CFE49-241E-4BEC-8031-D2BB1C88CFDE}"/>
                  </a:ext>
                </a:extLst>
              </p:cNvPr>
              <p:cNvGrpSpPr/>
              <p:nvPr/>
            </p:nvGrpSpPr>
            <p:grpSpPr>
              <a:xfrm>
                <a:off x="11171647" y="2993998"/>
                <a:ext cx="381000" cy="351117"/>
                <a:chOff x="2556504" y="2484669"/>
                <a:chExt cx="381000" cy="351117"/>
              </a:xfrm>
            </p:grpSpPr>
            <p:pic>
              <p:nvPicPr>
                <p:cNvPr id="64" name="图形 63">
                  <a:extLst>
                    <a:ext uri="{FF2B5EF4-FFF2-40B4-BE49-F238E27FC236}">
                      <a16:creationId xmlns:a16="http://schemas.microsoft.com/office/drawing/2014/main" id="{A881FFB2-15C5-4589-A75C-324505B81D61}"/>
                    </a:ext>
                  </a:extLst>
                </p:cNvPr>
                <p:cNvPicPr>
                  <a:picLocks noChangeAspect="1"/>
                </p:cNvPicPr>
                <p:nvPr/>
              </p:nvPicPr>
              <p:blipFill>
                <a:blip r:embed="rId7">
                  <a:extLst>
                    <a:ext uri="{28A0092B-C50C-407E-A947-70E740481C1C}">
                      <a14:useLocalDpi xmlns:a14="http://schemas.microsoft.com/office/drawing/2010/main" val="0"/>
                    </a:ext>
                    <a:ext uri="{96DAC541-7B7A-43D3-8B79-37D633B846F1}">
                      <asvg:svgBlip xmlns:asvg="http://schemas.microsoft.com/office/drawing/2016/SVG/main" r:embed="rId8"/>
                    </a:ext>
                  </a:extLst>
                </a:blip>
                <a:stretch>
                  <a:fillRect/>
                </a:stretch>
              </p:blipFill>
              <p:spPr>
                <a:xfrm>
                  <a:off x="2556504" y="2484669"/>
                  <a:ext cx="381000" cy="285750"/>
                </a:xfrm>
                <a:prstGeom prst="rect">
                  <a:avLst/>
                </a:prstGeom>
              </p:spPr>
            </p:pic>
            <p:cxnSp>
              <p:nvCxnSpPr>
                <p:cNvPr id="65" name="直接连接符 64">
                  <a:extLst>
                    <a:ext uri="{FF2B5EF4-FFF2-40B4-BE49-F238E27FC236}">
                      <a16:creationId xmlns:a16="http://schemas.microsoft.com/office/drawing/2014/main" id="{8567AE27-9A73-4AF9-9E50-C682DFF89915}"/>
                    </a:ext>
                  </a:extLst>
                </p:cNvPr>
                <p:cNvCxnSpPr/>
                <p:nvPr/>
              </p:nvCxnSpPr>
              <p:spPr>
                <a:xfrm>
                  <a:off x="2747004" y="2612580"/>
                  <a:ext cx="0" cy="223206"/>
                </a:xfrm>
                <a:prstGeom prst="line">
                  <a:avLst/>
                </a:prstGeom>
                <a:ln w="25400">
                  <a:solidFill>
                    <a:srgbClr val="999999"/>
                  </a:solidFill>
                </a:ln>
              </p:spPr>
              <p:style>
                <a:lnRef idx="1">
                  <a:schemeClr val="accent1"/>
                </a:lnRef>
                <a:fillRef idx="0">
                  <a:schemeClr val="accent1"/>
                </a:fillRef>
                <a:effectRef idx="0">
                  <a:schemeClr val="accent1"/>
                </a:effectRef>
                <a:fontRef idx="minor">
                  <a:schemeClr val="tx1"/>
                </a:fontRef>
              </p:style>
            </p:cxnSp>
          </p:grpSp>
          <p:pic>
            <p:nvPicPr>
              <p:cNvPr id="39" name="图形 10">
                <a:extLst>
                  <a:ext uri="{FF2B5EF4-FFF2-40B4-BE49-F238E27FC236}">
                    <a16:creationId xmlns:a16="http://schemas.microsoft.com/office/drawing/2014/main" id="{BB7780F0-4F6C-453A-B57D-99858E60B78D}"/>
                  </a:ext>
                </a:extLst>
              </p:cNvPr>
              <p:cNvPicPr>
                <a:picLocks noChangeAspect="1"/>
              </p:cNvPicPr>
              <p:nvPr/>
            </p:nvPicPr>
            <p:blipFill>
              <a:blip r:embed="rId5">
                <a:extLst>
                  <a:ext uri="{28A0092B-C50C-407E-A947-70E740481C1C}">
                    <a14:useLocalDpi xmlns:a14="http://schemas.microsoft.com/office/drawing/2010/main" val="0"/>
                  </a:ext>
                  <a:ext uri="{96DAC541-7B7A-43D3-8B79-37D633B846F1}">
                    <asvg:svgBlip xmlns:asvg="http://schemas.microsoft.com/office/drawing/2016/SVG/main" r:embed="rId6"/>
                  </a:ext>
                </a:extLst>
              </a:blip>
              <a:stretch>
                <a:fillRect/>
              </a:stretch>
            </p:blipFill>
            <p:spPr>
              <a:xfrm>
                <a:off x="10868587" y="3174055"/>
                <a:ext cx="662814" cy="641082"/>
              </a:xfrm>
              <a:prstGeom prst="rect">
                <a:avLst/>
              </a:prstGeom>
            </p:spPr>
          </p:pic>
        </p:grpSp>
        <p:grpSp>
          <p:nvGrpSpPr>
            <p:cNvPr id="8" name="组合 7">
              <a:extLst>
                <a:ext uri="{FF2B5EF4-FFF2-40B4-BE49-F238E27FC236}">
                  <a16:creationId xmlns:a16="http://schemas.microsoft.com/office/drawing/2014/main" id="{FABBA271-FA4A-4DF3-9617-AC0736095428}"/>
                </a:ext>
              </a:extLst>
            </p:cNvPr>
            <p:cNvGrpSpPr/>
            <p:nvPr/>
          </p:nvGrpSpPr>
          <p:grpSpPr>
            <a:xfrm>
              <a:off x="6879143" y="4346906"/>
              <a:ext cx="662814" cy="853468"/>
              <a:chOff x="10344206" y="4379100"/>
              <a:chExt cx="662814" cy="853468"/>
            </a:xfrm>
          </p:grpSpPr>
          <p:grpSp>
            <p:nvGrpSpPr>
              <p:cNvPr id="67" name="组合 66">
                <a:extLst>
                  <a:ext uri="{FF2B5EF4-FFF2-40B4-BE49-F238E27FC236}">
                    <a16:creationId xmlns:a16="http://schemas.microsoft.com/office/drawing/2014/main" id="{B1EBDC09-ED4D-4B9E-93ED-0C20D402F629}"/>
                  </a:ext>
                </a:extLst>
              </p:cNvPr>
              <p:cNvGrpSpPr/>
              <p:nvPr/>
            </p:nvGrpSpPr>
            <p:grpSpPr>
              <a:xfrm>
                <a:off x="10626020" y="4379100"/>
                <a:ext cx="381000" cy="351117"/>
                <a:chOff x="2556504" y="2484669"/>
                <a:chExt cx="381000" cy="351117"/>
              </a:xfrm>
            </p:grpSpPr>
            <p:pic>
              <p:nvPicPr>
                <p:cNvPr id="68" name="图形 67">
                  <a:extLst>
                    <a:ext uri="{FF2B5EF4-FFF2-40B4-BE49-F238E27FC236}">
                      <a16:creationId xmlns:a16="http://schemas.microsoft.com/office/drawing/2014/main" id="{1FEE0958-B23D-4E63-A6AE-BF90343E1999}"/>
                    </a:ext>
                  </a:extLst>
                </p:cNvPr>
                <p:cNvPicPr>
                  <a:picLocks noChangeAspect="1"/>
                </p:cNvPicPr>
                <p:nvPr/>
              </p:nvPicPr>
              <p:blipFill>
                <a:blip r:embed="rId7">
                  <a:extLst>
                    <a:ext uri="{28A0092B-C50C-407E-A947-70E740481C1C}">
                      <a14:useLocalDpi xmlns:a14="http://schemas.microsoft.com/office/drawing/2010/main" val="0"/>
                    </a:ext>
                    <a:ext uri="{96DAC541-7B7A-43D3-8B79-37D633B846F1}">
                      <asvg:svgBlip xmlns:asvg="http://schemas.microsoft.com/office/drawing/2016/SVG/main" r:embed="rId8"/>
                    </a:ext>
                  </a:extLst>
                </a:blip>
                <a:stretch>
                  <a:fillRect/>
                </a:stretch>
              </p:blipFill>
              <p:spPr>
                <a:xfrm>
                  <a:off x="2556504" y="2484669"/>
                  <a:ext cx="381000" cy="285750"/>
                </a:xfrm>
                <a:prstGeom prst="rect">
                  <a:avLst/>
                </a:prstGeom>
              </p:spPr>
            </p:pic>
            <p:cxnSp>
              <p:nvCxnSpPr>
                <p:cNvPr id="69" name="直接连接符 68">
                  <a:extLst>
                    <a:ext uri="{FF2B5EF4-FFF2-40B4-BE49-F238E27FC236}">
                      <a16:creationId xmlns:a16="http://schemas.microsoft.com/office/drawing/2014/main" id="{52EB35D2-ADEE-4C09-80CD-33509D770BD4}"/>
                    </a:ext>
                  </a:extLst>
                </p:cNvPr>
                <p:cNvCxnSpPr/>
                <p:nvPr/>
              </p:nvCxnSpPr>
              <p:spPr>
                <a:xfrm>
                  <a:off x="2747004" y="2612580"/>
                  <a:ext cx="0" cy="223206"/>
                </a:xfrm>
                <a:prstGeom prst="line">
                  <a:avLst/>
                </a:prstGeom>
                <a:ln w="25400">
                  <a:solidFill>
                    <a:srgbClr val="999999"/>
                  </a:solidFill>
                </a:ln>
              </p:spPr>
              <p:style>
                <a:lnRef idx="1">
                  <a:schemeClr val="accent1"/>
                </a:lnRef>
                <a:fillRef idx="0">
                  <a:schemeClr val="accent1"/>
                </a:fillRef>
                <a:effectRef idx="0">
                  <a:schemeClr val="accent1"/>
                </a:effectRef>
                <a:fontRef idx="minor">
                  <a:schemeClr val="tx1"/>
                </a:fontRef>
              </p:style>
            </p:cxnSp>
          </p:grpSp>
          <p:pic>
            <p:nvPicPr>
              <p:cNvPr id="42" name="图形 10">
                <a:extLst>
                  <a:ext uri="{FF2B5EF4-FFF2-40B4-BE49-F238E27FC236}">
                    <a16:creationId xmlns:a16="http://schemas.microsoft.com/office/drawing/2014/main" id="{7C5AE7F5-BE3C-4E23-BD4B-BB486769AE69}"/>
                  </a:ext>
                </a:extLst>
              </p:cNvPr>
              <p:cNvPicPr>
                <a:picLocks noChangeAspect="1"/>
              </p:cNvPicPr>
              <p:nvPr/>
            </p:nvPicPr>
            <p:blipFill>
              <a:blip r:embed="rId5">
                <a:extLst>
                  <a:ext uri="{28A0092B-C50C-407E-A947-70E740481C1C}">
                    <a14:useLocalDpi xmlns:a14="http://schemas.microsoft.com/office/drawing/2010/main" val="0"/>
                  </a:ext>
                  <a:ext uri="{96DAC541-7B7A-43D3-8B79-37D633B846F1}">
                    <asvg:svgBlip xmlns:asvg="http://schemas.microsoft.com/office/drawing/2016/SVG/main" r:embed="rId6"/>
                  </a:ext>
                </a:extLst>
              </a:blip>
              <a:stretch>
                <a:fillRect/>
              </a:stretch>
            </p:blipFill>
            <p:spPr>
              <a:xfrm>
                <a:off x="10344206" y="4591486"/>
                <a:ext cx="662814" cy="641082"/>
              </a:xfrm>
              <a:prstGeom prst="rect">
                <a:avLst/>
              </a:prstGeom>
            </p:spPr>
          </p:pic>
        </p:grpSp>
      </p:grpSp>
      <p:grpSp>
        <p:nvGrpSpPr>
          <p:cNvPr id="18" name="组合 17">
            <a:extLst>
              <a:ext uri="{FF2B5EF4-FFF2-40B4-BE49-F238E27FC236}">
                <a16:creationId xmlns:a16="http://schemas.microsoft.com/office/drawing/2014/main" id="{2BB136FC-ED59-4178-9FB4-5976090679BB}"/>
              </a:ext>
            </a:extLst>
          </p:cNvPr>
          <p:cNvGrpSpPr/>
          <p:nvPr/>
        </p:nvGrpSpPr>
        <p:grpSpPr>
          <a:xfrm>
            <a:off x="6068505" y="2953137"/>
            <a:ext cx="3408460" cy="3300921"/>
            <a:chOff x="7193682" y="2617622"/>
            <a:chExt cx="3408460" cy="3300921"/>
          </a:xfrm>
        </p:grpSpPr>
        <p:sp>
          <p:nvSpPr>
            <p:cNvPr id="112" name="文本框 111">
              <a:extLst>
                <a:ext uri="{FF2B5EF4-FFF2-40B4-BE49-F238E27FC236}">
                  <a16:creationId xmlns:a16="http://schemas.microsoft.com/office/drawing/2014/main" id="{DD9EF15B-B88A-4E8A-86C3-734DA5B5438E}"/>
                </a:ext>
              </a:extLst>
            </p:cNvPr>
            <p:cNvSpPr txBox="1"/>
            <p:nvPr/>
          </p:nvSpPr>
          <p:spPr>
            <a:xfrm>
              <a:off x="8146402" y="4576524"/>
              <a:ext cx="1272594" cy="369332"/>
            </a:xfrm>
            <a:prstGeom prst="rect">
              <a:avLst/>
            </a:prstGeom>
            <a:noFill/>
          </p:spPr>
          <p:txBody>
            <a:bodyPr wrap="square" rtlCol="0">
              <a:spAutoFit/>
            </a:bodyPr>
            <a:lstStyle/>
            <a:p>
              <a:pPr algn="ctr"/>
              <a:r>
                <a:rPr lang="en-US" altLang="zh-CN" b="1" dirty="0">
                  <a:latin typeface="Arial Narrow" panose="020B0606020202030204" pitchFamily="34" charset="0"/>
                </a:rPr>
                <a:t>AP2</a:t>
              </a:r>
              <a:endParaRPr lang="zh-CN" altLang="en-US" b="1" dirty="0">
                <a:latin typeface="Arial Narrow" panose="020B0606020202030204" pitchFamily="34" charset="0"/>
              </a:endParaRPr>
            </a:p>
          </p:txBody>
        </p:sp>
        <p:grpSp>
          <p:nvGrpSpPr>
            <p:cNvPr id="113" name="组合 112">
              <a:extLst>
                <a:ext uri="{FF2B5EF4-FFF2-40B4-BE49-F238E27FC236}">
                  <a16:creationId xmlns:a16="http://schemas.microsoft.com/office/drawing/2014/main" id="{EAA4B39F-234F-424F-BB7E-4B629EE9E661}"/>
                </a:ext>
              </a:extLst>
            </p:cNvPr>
            <p:cNvGrpSpPr/>
            <p:nvPr/>
          </p:nvGrpSpPr>
          <p:grpSpPr>
            <a:xfrm>
              <a:off x="7193682" y="2801313"/>
              <a:ext cx="3117230" cy="3117230"/>
              <a:chOff x="4558444" y="2487562"/>
              <a:chExt cx="3117230" cy="3117230"/>
            </a:xfrm>
          </p:grpSpPr>
          <p:sp>
            <p:nvSpPr>
              <p:cNvPr id="114" name="椭圆 113">
                <a:extLst>
                  <a:ext uri="{FF2B5EF4-FFF2-40B4-BE49-F238E27FC236}">
                    <a16:creationId xmlns:a16="http://schemas.microsoft.com/office/drawing/2014/main" id="{589C8B17-35E5-44B5-8FD9-1FEA557962EB}"/>
                  </a:ext>
                </a:extLst>
              </p:cNvPr>
              <p:cNvSpPr/>
              <p:nvPr/>
            </p:nvSpPr>
            <p:spPr>
              <a:xfrm>
                <a:off x="4558444" y="2487562"/>
                <a:ext cx="3117230" cy="3117230"/>
              </a:xfrm>
              <a:prstGeom prst="ellipse">
                <a:avLst/>
              </a:prstGeom>
              <a:noFill/>
              <a:ln>
                <a:solidFill>
                  <a:schemeClr val="tx1"/>
                </a:solid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115" name="文本框 114">
                <a:extLst>
                  <a:ext uri="{FF2B5EF4-FFF2-40B4-BE49-F238E27FC236}">
                    <a16:creationId xmlns:a16="http://schemas.microsoft.com/office/drawing/2014/main" id="{0E4312CE-DB3E-4F53-8CD1-2859EB1FDCC1}"/>
                  </a:ext>
                </a:extLst>
              </p:cNvPr>
              <p:cNvSpPr txBox="1"/>
              <p:nvPr/>
            </p:nvSpPr>
            <p:spPr>
              <a:xfrm>
                <a:off x="5222049" y="5132891"/>
                <a:ext cx="1786001" cy="369332"/>
              </a:xfrm>
              <a:prstGeom prst="rect">
                <a:avLst/>
              </a:prstGeom>
              <a:noFill/>
            </p:spPr>
            <p:txBody>
              <a:bodyPr wrap="square" rtlCol="0">
                <a:spAutoFit/>
              </a:bodyPr>
              <a:lstStyle/>
              <a:p>
                <a:pPr algn="ctr"/>
                <a:r>
                  <a:rPr lang="en-US" altLang="zh-CN" b="1" dirty="0">
                    <a:latin typeface="Arial Narrow" panose="020B0606020202030204" pitchFamily="34" charset="0"/>
                  </a:rPr>
                  <a:t>BSS2</a:t>
                </a:r>
                <a:endParaRPr lang="zh-CN" altLang="en-US" b="1" dirty="0">
                  <a:latin typeface="Arial Narrow" panose="020B0606020202030204" pitchFamily="34" charset="0"/>
                </a:endParaRPr>
              </a:p>
            </p:txBody>
          </p:sp>
        </p:grpSp>
        <p:pic>
          <p:nvPicPr>
            <p:cNvPr id="117" name="图形 116">
              <a:extLst>
                <a:ext uri="{FF2B5EF4-FFF2-40B4-BE49-F238E27FC236}">
                  <a16:creationId xmlns:a16="http://schemas.microsoft.com/office/drawing/2014/main" id="{E10C69BB-BDAE-4CDE-9C6F-57C14FD38B12}"/>
                </a:ext>
              </a:extLst>
            </p:cNvPr>
            <p:cNvPicPr>
              <a:picLocks noChangeAspect="1"/>
            </p:cNvPicPr>
            <p:nvPr/>
          </p:nvPicPr>
          <p:blipFill>
            <a:blip r:embed="rId3">
              <a:extLst>
                <a:ext uri="{28A0092B-C50C-407E-A947-70E740481C1C}">
                  <a14:useLocalDpi xmlns:a14="http://schemas.microsoft.com/office/drawing/2010/main" val="0"/>
                </a:ext>
                <a:ext uri="{96DAC541-7B7A-43D3-8B79-37D633B846F1}">
                  <asvg:svgBlip xmlns:asvg="http://schemas.microsoft.com/office/drawing/2016/SVG/main" r:embed="rId4"/>
                </a:ext>
              </a:extLst>
            </a:blip>
            <a:stretch>
              <a:fillRect/>
            </a:stretch>
          </p:blipFill>
          <p:spPr>
            <a:xfrm>
              <a:off x="8343212" y="3610242"/>
              <a:ext cx="1028700" cy="1009650"/>
            </a:xfrm>
            <a:prstGeom prst="rect">
              <a:avLst/>
            </a:prstGeom>
          </p:spPr>
        </p:pic>
        <p:grpSp>
          <p:nvGrpSpPr>
            <p:cNvPr id="118" name="组合 117">
              <a:extLst>
                <a:ext uri="{FF2B5EF4-FFF2-40B4-BE49-F238E27FC236}">
                  <a16:creationId xmlns:a16="http://schemas.microsoft.com/office/drawing/2014/main" id="{85042F54-7941-4D04-BB36-836D4F801468}"/>
                </a:ext>
              </a:extLst>
            </p:cNvPr>
            <p:cNvGrpSpPr/>
            <p:nvPr/>
          </p:nvGrpSpPr>
          <p:grpSpPr>
            <a:xfrm>
              <a:off x="9939328" y="3700691"/>
              <a:ext cx="662814" cy="854540"/>
              <a:chOff x="6442805" y="2960597"/>
              <a:chExt cx="662814" cy="854540"/>
            </a:xfrm>
          </p:grpSpPr>
          <p:grpSp>
            <p:nvGrpSpPr>
              <p:cNvPr id="154" name="组合 153">
                <a:extLst>
                  <a:ext uri="{FF2B5EF4-FFF2-40B4-BE49-F238E27FC236}">
                    <a16:creationId xmlns:a16="http://schemas.microsoft.com/office/drawing/2014/main" id="{FE6F0911-342A-47FC-BF9C-5057FCB3916C}"/>
                  </a:ext>
                </a:extLst>
              </p:cNvPr>
              <p:cNvGrpSpPr/>
              <p:nvPr/>
            </p:nvGrpSpPr>
            <p:grpSpPr>
              <a:xfrm>
                <a:off x="6724619" y="2960597"/>
                <a:ext cx="381000" cy="351117"/>
                <a:chOff x="2556504" y="2484669"/>
                <a:chExt cx="381000" cy="351117"/>
              </a:xfrm>
            </p:grpSpPr>
            <p:pic>
              <p:nvPicPr>
                <p:cNvPr id="156" name="图形 155">
                  <a:extLst>
                    <a:ext uri="{FF2B5EF4-FFF2-40B4-BE49-F238E27FC236}">
                      <a16:creationId xmlns:a16="http://schemas.microsoft.com/office/drawing/2014/main" id="{9956B8C1-9E1D-47B5-9996-A1889079431F}"/>
                    </a:ext>
                  </a:extLst>
                </p:cNvPr>
                <p:cNvPicPr>
                  <a:picLocks noChangeAspect="1"/>
                </p:cNvPicPr>
                <p:nvPr/>
              </p:nvPicPr>
              <p:blipFill>
                <a:blip r:embed="rId7">
                  <a:extLst>
                    <a:ext uri="{28A0092B-C50C-407E-A947-70E740481C1C}">
                      <a14:useLocalDpi xmlns:a14="http://schemas.microsoft.com/office/drawing/2010/main" val="0"/>
                    </a:ext>
                    <a:ext uri="{96DAC541-7B7A-43D3-8B79-37D633B846F1}">
                      <asvg:svgBlip xmlns:asvg="http://schemas.microsoft.com/office/drawing/2016/SVG/main" r:embed="rId8"/>
                    </a:ext>
                  </a:extLst>
                </a:blip>
                <a:stretch>
                  <a:fillRect/>
                </a:stretch>
              </p:blipFill>
              <p:spPr>
                <a:xfrm>
                  <a:off x="2556504" y="2484669"/>
                  <a:ext cx="381000" cy="285750"/>
                </a:xfrm>
                <a:prstGeom prst="rect">
                  <a:avLst/>
                </a:prstGeom>
              </p:spPr>
            </p:pic>
            <p:cxnSp>
              <p:nvCxnSpPr>
                <p:cNvPr id="157" name="直接连接符 156">
                  <a:extLst>
                    <a:ext uri="{FF2B5EF4-FFF2-40B4-BE49-F238E27FC236}">
                      <a16:creationId xmlns:a16="http://schemas.microsoft.com/office/drawing/2014/main" id="{AE211ECF-F8DE-4583-9697-63FDC407453F}"/>
                    </a:ext>
                  </a:extLst>
                </p:cNvPr>
                <p:cNvCxnSpPr/>
                <p:nvPr/>
              </p:nvCxnSpPr>
              <p:spPr>
                <a:xfrm>
                  <a:off x="2747004" y="2612580"/>
                  <a:ext cx="0" cy="223206"/>
                </a:xfrm>
                <a:prstGeom prst="line">
                  <a:avLst/>
                </a:prstGeom>
                <a:ln w="25400">
                  <a:solidFill>
                    <a:srgbClr val="999999"/>
                  </a:solidFill>
                </a:ln>
              </p:spPr>
              <p:style>
                <a:lnRef idx="1">
                  <a:schemeClr val="accent1"/>
                </a:lnRef>
                <a:fillRef idx="0">
                  <a:schemeClr val="accent1"/>
                </a:fillRef>
                <a:effectRef idx="0">
                  <a:schemeClr val="accent1"/>
                </a:effectRef>
                <a:fontRef idx="minor">
                  <a:schemeClr val="tx1"/>
                </a:fontRef>
              </p:style>
            </p:cxnSp>
          </p:grpSp>
          <p:pic>
            <p:nvPicPr>
              <p:cNvPr id="155" name="图形 10">
                <a:extLst>
                  <a:ext uri="{FF2B5EF4-FFF2-40B4-BE49-F238E27FC236}">
                    <a16:creationId xmlns:a16="http://schemas.microsoft.com/office/drawing/2014/main" id="{7A82AFA1-3D7B-4EDF-AEEB-00DEC8E27067}"/>
                  </a:ext>
                </a:extLst>
              </p:cNvPr>
              <p:cNvPicPr>
                <a:picLocks noChangeAspect="1"/>
              </p:cNvPicPr>
              <p:nvPr/>
            </p:nvPicPr>
            <p:blipFill>
              <a:blip r:embed="rId5">
                <a:extLst>
                  <a:ext uri="{28A0092B-C50C-407E-A947-70E740481C1C}">
                    <a14:useLocalDpi xmlns:a14="http://schemas.microsoft.com/office/drawing/2010/main" val="0"/>
                  </a:ext>
                  <a:ext uri="{96DAC541-7B7A-43D3-8B79-37D633B846F1}">
                    <asvg:svgBlip xmlns:asvg="http://schemas.microsoft.com/office/drawing/2016/SVG/main" r:embed="rId6"/>
                  </a:ext>
                </a:extLst>
              </a:blip>
              <a:stretch>
                <a:fillRect/>
              </a:stretch>
            </p:blipFill>
            <p:spPr>
              <a:xfrm>
                <a:off x="6442805" y="3174055"/>
                <a:ext cx="662814" cy="641082"/>
              </a:xfrm>
              <a:prstGeom prst="rect">
                <a:avLst/>
              </a:prstGeom>
            </p:spPr>
          </p:pic>
        </p:grpSp>
        <p:grpSp>
          <p:nvGrpSpPr>
            <p:cNvPr id="123" name="组合 122">
              <a:extLst>
                <a:ext uri="{FF2B5EF4-FFF2-40B4-BE49-F238E27FC236}">
                  <a16:creationId xmlns:a16="http://schemas.microsoft.com/office/drawing/2014/main" id="{0515CA84-B2F6-4F96-AA86-1A62C0E9EAD2}"/>
                </a:ext>
              </a:extLst>
            </p:cNvPr>
            <p:cNvGrpSpPr/>
            <p:nvPr/>
          </p:nvGrpSpPr>
          <p:grpSpPr>
            <a:xfrm>
              <a:off x="7344099" y="2617622"/>
              <a:ext cx="662814" cy="830033"/>
              <a:chOff x="10392760" y="1391042"/>
              <a:chExt cx="662814" cy="830033"/>
            </a:xfrm>
          </p:grpSpPr>
          <p:grpSp>
            <p:nvGrpSpPr>
              <p:cNvPr id="134" name="组合 133">
                <a:extLst>
                  <a:ext uri="{FF2B5EF4-FFF2-40B4-BE49-F238E27FC236}">
                    <a16:creationId xmlns:a16="http://schemas.microsoft.com/office/drawing/2014/main" id="{3D3B75B4-6012-4AD5-B9AF-32144636CAC0}"/>
                  </a:ext>
                </a:extLst>
              </p:cNvPr>
              <p:cNvGrpSpPr/>
              <p:nvPr/>
            </p:nvGrpSpPr>
            <p:grpSpPr>
              <a:xfrm>
                <a:off x="10674574" y="1391042"/>
                <a:ext cx="381000" cy="351117"/>
                <a:chOff x="2556504" y="2484669"/>
                <a:chExt cx="381000" cy="351117"/>
              </a:xfrm>
            </p:grpSpPr>
            <p:pic>
              <p:nvPicPr>
                <p:cNvPr id="136" name="图形 135">
                  <a:extLst>
                    <a:ext uri="{FF2B5EF4-FFF2-40B4-BE49-F238E27FC236}">
                      <a16:creationId xmlns:a16="http://schemas.microsoft.com/office/drawing/2014/main" id="{61EA856E-6219-4F8B-BB98-3CB6184DF1F7}"/>
                    </a:ext>
                  </a:extLst>
                </p:cNvPr>
                <p:cNvPicPr>
                  <a:picLocks noChangeAspect="1"/>
                </p:cNvPicPr>
                <p:nvPr/>
              </p:nvPicPr>
              <p:blipFill>
                <a:blip r:embed="rId7">
                  <a:extLst>
                    <a:ext uri="{28A0092B-C50C-407E-A947-70E740481C1C}">
                      <a14:useLocalDpi xmlns:a14="http://schemas.microsoft.com/office/drawing/2010/main" val="0"/>
                    </a:ext>
                    <a:ext uri="{96DAC541-7B7A-43D3-8B79-37D633B846F1}">
                      <asvg:svgBlip xmlns:asvg="http://schemas.microsoft.com/office/drawing/2016/SVG/main" r:embed="rId8"/>
                    </a:ext>
                  </a:extLst>
                </a:blip>
                <a:stretch>
                  <a:fillRect/>
                </a:stretch>
              </p:blipFill>
              <p:spPr>
                <a:xfrm>
                  <a:off x="2556504" y="2484669"/>
                  <a:ext cx="381000" cy="285750"/>
                </a:xfrm>
                <a:prstGeom prst="rect">
                  <a:avLst/>
                </a:prstGeom>
              </p:spPr>
            </p:pic>
            <p:cxnSp>
              <p:nvCxnSpPr>
                <p:cNvPr id="137" name="直接连接符 136">
                  <a:extLst>
                    <a:ext uri="{FF2B5EF4-FFF2-40B4-BE49-F238E27FC236}">
                      <a16:creationId xmlns:a16="http://schemas.microsoft.com/office/drawing/2014/main" id="{684721D0-74F7-4DB7-A8B2-779BC7022512}"/>
                    </a:ext>
                  </a:extLst>
                </p:cNvPr>
                <p:cNvCxnSpPr/>
                <p:nvPr/>
              </p:nvCxnSpPr>
              <p:spPr>
                <a:xfrm>
                  <a:off x="2747004" y="2612580"/>
                  <a:ext cx="0" cy="223206"/>
                </a:xfrm>
                <a:prstGeom prst="line">
                  <a:avLst/>
                </a:prstGeom>
                <a:ln w="25400">
                  <a:solidFill>
                    <a:srgbClr val="999999"/>
                  </a:solidFill>
                </a:ln>
              </p:spPr>
              <p:style>
                <a:lnRef idx="1">
                  <a:schemeClr val="accent1"/>
                </a:lnRef>
                <a:fillRef idx="0">
                  <a:schemeClr val="accent1"/>
                </a:fillRef>
                <a:effectRef idx="0">
                  <a:schemeClr val="accent1"/>
                </a:effectRef>
                <a:fontRef idx="minor">
                  <a:schemeClr val="tx1"/>
                </a:fontRef>
              </p:style>
            </p:cxnSp>
          </p:grpSp>
          <p:pic>
            <p:nvPicPr>
              <p:cNvPr id="135" name="图形 10">
                <a:extLst>
                  <a:ext uri="{FF2B5EF4-FFF2-40B4-BE49-F238E27FC236}">
                    <a16:creationId xmlns:a16="http://schemas.microsoft.com/office/drawing/2014/main" id="{97DA0C2C-CE5C-4188-A92A-1B1662B7F0C4}"/>
                  </a:ext>
                </a:extLst>
              </p:cNvPr>
              <p:cNvPicPr>
                <a:picLocks noChangeAspect="1"/>
              </p:cNvPicPr>
              <p:nvPr/>
            </p:nvPicPr>
            <p:blipFill>
              <a:blip r:embed="rId5">
                <a:extLst>
                  <a:ext uri="{28A0092B-C50C-407E-A947-70E740481C1C}">
                    <a14:useLocalDpi xmlns:a14="http://schemas.microsoft.com/office/drawing/2010/main" val="0"/>
                  </a:ext>
                  <a:ext uri="{96DAC541-7B7A-43D3-8B79-37D633B846F1}">
                    <asvg:svgBlip xmlns:asvg="http://schemas.microsoft.com/office/drawing/2016/SVG/main" r:embed="rId6"/>
                  </a:ext>
                </a:extLst>
              </a:blip>
              <a:stretch>
                <a:fillRect/>
              </a:stretch>
            </p:blipFill>
            <p:spPr>
              <a:xfrm>
                <a:off x="10392760" y="1579993"/>
                <a:ext cx="662814" cy="641082"/>
              </a:xfrm>
              <a:prstGeom prst="rect">
                <a:avLst/>
              </a:prstGeom>
            </p:spPr>
          </p:pic>
        </p:grpSp>
        <p:grpSp>
          <p:nvGrpSpPr>
            <p:cNvPr id="124" name="组合 123">
              <a:extLst>
                <a:ext uri="{FF2B5EF4-FFF2-40B4-BE49-F238E27FC236}">
                  <a16:creationId xmlns:a16="http://schemas.microsoft.com/office/drawing/2014/main" id="{8CE7C488-08EA-4DCE-B649-6417121897E8}"/>
                </a:ext>
              </a:extLst>
            </p:cNvPr>
            <p:cNvGrpSpPr/>
            <p:nvPr/>
          </p:nvGrpSpPr>
          <p:grpSpPr>
            <a:xfrm>
              <a:off x="9460487" y="2626516"/>
              <a:ext cx="684060" cy="821139"/>
              <a:chOff x="10868587" y="2993998"/>
              <a:chExt cx="684060" cy="821139"/>
            </a:xfrm>
          </p:grpSpPr>
          <p:grpSp>
            <p:nvGrpSpPr>
              <p:cNvPr id="130" name="组合 129">
                <a:extLst>
                  <a:ext uri="{FF2B5EF4-FFF2-40B4-BE49-F238E27FC236}">
                    <a16:creationId xmlns:a16="http://schemas.microsoft.com/office/drawing/2014/main" id="{AED078E8-BDE3-4137-977E-E071E6967515}"/>
                  </a:ext>
                </a:extLst>
              </p:cNvPr>
              <p:cNvGrpSpPr/>
              <p:nvPr/>
            </p:nvGrpSpPr>
            <p:grpSpPr>
              <a:xfrm>
                <a:off x="11171647" y="2993998"/>
                <a:ext cx="381000" cy="351117"/>
                <a:chOff x="2556504" y="2484669"/>
                <a:chExt cx="381000" cy="351117"/>
              </a:xfrm>
            </p:grpSpPr>
            <p:pic>
              <p:nvPicPr>
                <p:cNvPr id="132" name="图形 131">
                  <a:extLst>
                    <a:ext uri="{FF2B5EF4-FFF2-40B4-BE49-F238E27FC236}">
                      <a16:creationId xmlns:a16="http://schemas.microsoft.com/office/drawing/2014/main" id="{D17C4FC4-EFF5-4831-87B6-65076D2580B8}"/>
                    </a:ext>
                  </a:extLst>
                </p:cNvPr>
                <p:cNvPicPr>
                  <a:picLocks noChangeAspect="1"/>
                </p:cNvPicPr>
                <p:nvPr/>
              </p:nvPicPr>
              <p:blipFill>
                <a:blip r:embed="rId7">
                  <a:extLst>
                    <a:ext uri="{28A0092B-C50C-407E-A947-70E740481C1C}">
                      <a14:useLocalDpi xmlns:a14="http://schemas.microsoft.com/office/drawing/2010/main" val="0"/>
                    </a:ext>
                    <a:ext uri="{96DAC541-7B7A-43D3-8B79-37D633B846F1}">
                      <asvg:svgBlip xmlns:asvg="http://schemas.microsoft.com/office/drawing/2016/SVG/main" r:embed="rId8"/>
                    </a:ext>
                  </a:extLst>
                </a:blip>
                <a:stretch>
                  <a:fillRect/>
                </a:stretch>
              </p:blipFill>
              <p:spPr>
                <a:xfrm>
                  <a:off x="2556504" y="2484669"/>
                  <a:ext cx="381000" cy="285750"/>
                </a:xfrm>
                <a:prstGeom prst="rect">
                  <a:avLst/>
                </a:prstGeom>
              </p:spPr>
            </p:pic>
            <p:cxnSp>
              <p:nvCxnSpPr>
                <p:cNvPr id="133" name="直接连接符 132">
                  <a:extLst>
                    <a:ext uri="{FF2B5EF4-FFF2-40B4-BE49-F238E27FC236}">
                      <a16:creationId xmlns:a16="http://schemas.microsoft.com/office/drawing/2014/main" id="{6668BBF6-3833-4B04-9DA9-0485336783CE}"/>
                    </a:ext>
                  </a:extLst>
                </p:cNvPr>
                <p:cNvCxnSpPr/>
                <p:nvPr/>
              </p:nvCxnSpPr>
              <p:spPr>
                <a:xfrm>
                  <a:off x="2747004" y="2612580"/>
                  <a:ext cx="0" cy="223206"/>
                </a:xfrm>
                <a:prstGeom prst="line">
                  <a:avLst/>
                </a:prstGeom>
                <a:ln w="25400">
                  <a:solidFill>
                    <a:srgbClr val="999999"/>
                  </a:solidFill>
                </a:ln>
              </p:spPr>
              <p:style>
                <a:lnRef idx="1">
                  <a:schemeClr val="accent1"/>
                </a:lnRef>
                <a:fillRef idx="0">
                  <a:schemeClr val="accent1"/>
                </a:fillRef>
                <a:effectRef idx="0">
                  <a:schemeClr val="accent1"/>
                </a:effectRef>
                <a:fontRef idx="minor">
                  <a:schemeClr val="tx1"/>
                </a:fontRef>
              </p:style>
            </p:cxnSp>
          </p:grpSp>
          <p:pic>
            <p:nvPicPr>
              <p:cNvPr id="131" name="图形 10">
                <a:extLst>
                  <a:ext uri="{FF2B5EF4-FFF2-40B4-BE49-F238E27FC236}">
                    <a16:creationId xmlns:a16="http://schemas.microsoft.com/office/drawing/2014/main" id="{D7658C5F-3393-43E2-A4E5-B03D0716856A}"/>
                  </a:ext>
                </a:extLst>
              </p:cNvPr>
              <p:cNvPicPr>
                <a:picLocks noChangeAspect="1"/>
              </p:cNvPicPr>
              <p:nvPr/>
            </p:nvPicPr>
            <p:blipFill>
              <a:blip r:embed="rId5">
                <a:extLst>
                  <a:ext uri="{28A0092B-C50C-407E-A947-70E740481C1C}">
                    <a14:useLocalDpi xmlns:a14="http://schemas.microsoft.com/office/drawing/2010/main" val="0"/>
                  </a:ext>
                  <a:ext uri="{96DAC541-7B7A-43D3-8B79-37D633B846F1}">
                    <asvg:svgBlip xmlns:asvg="http://schemas.microsoft.com/office/drawing/2016/SVG/main" r:embed="rId6"/>
                  </a:ext>
                </a:extLst>
              </a:blip>
              <a:stretch>
                <a:fillRect/>
              </a:stretch>
            </p:blipFill>
            <p:spPr>
              <a:xfrm>
                <a:off x="10868587" y="3174055"/>
                <a:ext cx="662814" cy="641082"/>
              </a:xfrm>
              <a:prstGeom prst="rect">
                <a:avLst/>
              </a:prstGeom>
            </p:spPr>
          </p:pic>
        </p:grpSp>
        <p:grpSp>
          <p:nvGrpSpPr>
            <p:cNvPr id="125" name="组合 124">
              <a:extLst>
                <a:ext uri="{FF2B5EF4-FFF2-40B4-BE49-F238E27FC236}">
                  <a16:creationId xmlns:a16="http://schemas.microsoft.com/office/drawing/2014/main" id="{E690F17F-0B2A-460D-9A1B-BAF08628F1E5}"/>
                </a:ext>
              </a:extLst>
            </p:cNvPr>
            <p:cNvGrpSpPr/>
            <p:nvPr/>
          </p:nvGrpSpPr>
          <p:grpSpPr>
            <a:xfrm>
              <a:off x="9514381" y="4857507"/>
              <a:ext cx="662814" cy="853468"/>
              <a:chOff x="10344206" y="4379100"/>
              <a:chExt cx="662814" cy="853468"/>
            </a:xfrm>
          </p:grpSpPr>
          <p:grpSp>
            <p:nvGrpSpPr>
              <p:cNvPr id="126" name="组合 125">
                <a:extLst>
                  <a:ext uri="{FF2B5EF4-FFF2-40B4-BE49-F238E27FC236}">
                    <a16:creationId xmlns:a16="http://schemas.microsoft.com/office/drawing/2014/main" id="{4F1EC781-41BD-4EE4-B15F-20B2F4356271}"/>
                  </a:ext>
                </a:extLst>
              </p:cNvPr>
              <p:cNvGrpSpPr/>
              <p:nvPr/>
            </p:nvGrpSpPr>
            <p:grpSpPr>
              <a:xfrm>
                <a:off x="10626020" y="4379100"/>
                <a:ext cx="381000" cy="351117"/>
                <a:chOff x="2556504" y="2484669"/>
                <a:chExt cx="381000" cy="351117"/>
              </a:xfrm>
            </p:grpSpPr>
            <p:pic>
              <p:nvPicPr>
                <p:cNvPr id="128" name="图形 127">
                  <a:extLst>
                    <a:ext uri="{FF2B5EF4-FFF2-40B4-BE49-F238E27FC236}">
                      <a16:creationId xmlns:a16="http://schemas.microsoft.com/office/drawing/2014/main" id="{D3F16A58-991E-4DF3-959A-AA9FCBBE029D}"/>
                    </a:ext>
                  </a:extLst>
                </p:cNvPr>
                <p:cNvPicPr>
                  <a:picLocks noChangeAspect="1"/>
                </p:cNvPicPr>
                <p:nvPr/>
              </p:nvPicPr>
              <p:blipFill>
                <a:blip r:embed="rId7">
                  <a:extLst>
                    <a:ext uri="{28A0092B-C50C-407E-A947-70E740481C1C}">
                      <a14:useLocalDpi xmlns:a14="http://schemas.microsoft.com/office/drawing/2010/main" val="0"/>
                    </a:ext>
                    <a:ext uri="{96DAC541-7B7A-43D3-8B79-37D633B846F1}">
                      <asvg:svgBlip xmlns:asvg="http://schemas.microsoft.com/office/drawing/2016/SVG/main" r:embed="rId8"/>
                    </a:ext>
                  </a:extLst>
                </a:blip>
                <a:stretch>
                  <a:fillRect/>
                </a:stretch>
              </p:blipFill>
              <p:spPr>
                <a:xfrm>
                  <a:off x="2556504" y="2484669"/>
                  <a:ext cx="381000" cy="285750"/>
                </a:xfrm>
                <a:prstGeom prst="rect">
                  <a:avLst/>
                </a:prstGeom>
              </p:spPr>
            </p:pic>
            <p:cxnSp>
              <p:nvCxnSpPr>
                <p:cNvPr id="129" name="直接连接符 128">
                  <a:extLst>
                    <a:ext uri="{FF2B5EF4-FFF2-40B4-BE49-F238E27FC236}">
                      <a16:creationId xmlns:a16="http://schemas.microsoft.com/office/drawing/2014/main" id="{C4FA8D6F-0E78-43C3-A905-34B2C730FA0A}"/>
                    </a:ext>
                  </a:extLst>
                </p:cNvPr>
                <p:cNvCxnSpPr/>
                <p:nvPr/>
              </p:nvCxnSpPr>
              <p:spPr>
                <a:xfrm>
                  <a:off x="2747004" y="2612580"/>
                  <a:ext cx="0" cy="223206"/>
                </a:xfrm>
                <a:prstGeom prst="line">
                  <a:avLst/>
                </a:prstGeom>
                <a:ln w="25400">
                  <a:solidFill>
                    <a:srgbClr val="999999"/>
                  </a:solidFill>
                </a:ln>
              </p:spPr>
              <p:style>
                <a:lnRef idx="1">
                  <a:schemeClr val="accent1"/>
                </a:lnRef>
                <a:fillRef idx="0">
                  <a:schemeClr val="accent1"/>
                </a:fillRef>
                <a:effectRef idx="0">
                  <a:schemeClr val="accent1"/>
                </a:effectRef>
                <a:fontRef idx="minor">
                  <a:schemeClr val="tx1"/>
                </a:fontRef>
              </p:style>
            </p:cxnSp>
          </p:grpSp>
          <p:pic>
            <p:nvPicPr>
              <p:cNvPr id="127" name="图形 10">
                <a:extLst>
                  <a:ext uri="{FF2B5EF4-FFF2-40B4-BE49-F238E27FC236}">
                    <a16:creationId xmlns:a16="http://schemas.microsoft.com/office/drawing/2014/main" id="{FA527ABA-DF65-45CA-AB5E-A399D846A555}"/>
                  </a:ext>
                </a:extLst>
              </p:cNvPr>
              <p:cNvPicPr>
                <a:picLocks noChangeAspect="1"/>
              </p:cNvPicPr>
              <p:nvPr/>
            </p:nvPicPr>
            <p:blipFill>
              <a:blip r:embed="rId5">
                <a:extLst>
                  <a:ext uri="{28A0092B-C50C-407E-A947-70E740481C1C}">
                    <a14:useLocalDpi xmlns:a14="http://schemas.microsoft.com/office/drawing/2010/main" val="0"/>
                  </a:ext>
                  <a:ext uri="{96DAC541-7B7A-43D3-8B79-37D633B846F1}">
                    <asvg:svgBlip xmlns:asvg="http://schemas.microsoft.com/office/drawing/2016/SVG/main" r:embed="rId6"/>
                  </a:ext>
                </a:extLst>
              </a:blip>
              <a:stretch>
                <a:fillRect/>
              </a:stretch>
            </p:blipFill>
            <p:spPr>
              <a:xfrm>
                <a:off x="10344206" y="4591486"/>
                <a:ext cx="662814" cy="641082"/>
              </a:xfrm>
              <a:prstGeom prst="rect">
                <a:avLst/>
              </a:prstGeom>
            </p:spPr>
          </p:pic>
        </p:grpSp>
      </p:grpSp>
      <p:grpSp>
        <p:nvGrpSpPr>
          <p:cNvPr id="22" name="组合 21">
            <a:extLst>
              <a:ext uri="{FF2B5EF4-FFF2-40B4-BE49-F238E27FC236}">
                <a16:creationId xmlns:a16="http://schemas.microsoft.com/office/drawing/2014/main" id="{9C330D45-8B6A-4DA1-8CC1-2BAF75501243}"/>
              </a:ext>
            </a:extLst>
          </p:cNvPr>
          <p:cNvGrpSpPr/>
          <p:nvPr/>
        </p:nvGrpSpPr>
        <p:grpSpPr>
          <a:xfrm>
            <a:off x="2624203" y="2474834"/>
            <a:ext cx="7002049" cy="3943423"/>
            <a:chOff x="2624203" y="2474834"/>
            <a:chExt cx="7002049" cy="3943423"/>
          </a:xfrm>
        </p:grpSpPr>
        <p:sp>
          <p:nvSpPr>
            <p:cNvPr id="5" name="矩形: 圆角 4">
              <a:extLst>
                <a:ext uri="{FF2B5EF4-FFF2-40B4-BE49-F238E27FC236}">
                  <a16:creationId xmlns:a16="http://schemas.microsoft.com/office/drawing/2014/main" id="{402A5AC5-CBB1-4920-BB18-C6FEE9D7078A}"/>
                </a:ext>
              </a:extLst>
            </p:cNvPr>
            <p:cNvSpPr/>
            <p:nvPr/>
          </p:nvSpPr>
          <p:spPr>
            <a:xfrm>
              <a:off x="2624203" y="2474834"/>
              <a:ext cx="7002049" cy="3943423"/>
            </a:xfrm>
            <a:prstGeom prst="roundRect">
              <a:avLst>
                <a:gd name="adj" fmla="val 6979"/>
              </a:avLst>
            </a:prstGeom>
            <a:noFill/>
            <a:ln>
              <a:solidFill>
                <a:schemeClr val="tx1"/>
              </a:solid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73" name="文本框 72">
              <a:extLst>
                <a:ext uri="{FF2B5EF4-FFF2-40B4-BE49-F238E27FC236}">
                  <a16:creationId xmlns:a16="http://schemas.microsoft.com/office/drawing/2014/main" id="{126C5058-5FA0-4225-9469-0F17F0D8D453}"/>
                </a:ext>
              </a:extLst>
            </p:cNvPr>
            <p:cNvSpPr txBox="1"/>
            <p:nvPr/>
          </p:nvSpPr>
          <p:spPr>
            <a:xfrm>
              <a:off x="5119890" y="2512501"/>
              <a:ext cx="1952220" cy="369332"/>
            </a:xfrm>
            <a:prstGeom prst="rect">
              <a:avLst/>
            </a:prstGeom>
            <a:noFill/>
          </p:spPr>
          <p:txBody>
            <a:bodyPr wrap="square" rtlCol="0">
              <a:spAutoFit/>
            </a:bodyPr>
            <a:lstStyle/>
            <a:p>
              <a:pPr algn="ctr"/>
              <a:r>
                <a:rPr lang="zh-CN" altLang="en-US" b="1" dirty="0">
                  <a:latin typeface="Arial Narrow" panose="020B0606020202030204" pitchFamily="34" charset="0"/>
                </a:rPr>
                <a:t>扩展的服务集</a:t>
              </a:r>
              <a:r>
                <a:rPr lang="en-US" altLang="zh-CN" b="1" dirty="0">
                  <a:latin typeface="Arial Narrow" panose="020B0606020202030204" pitchFamily="34" charset="0"/>
                </a:rPr>
                <a:t>ESS</a:t>
              </a:r>
              <a:endParaRPr lang="zh-CN" altLang="en-US" b="1" dirty="0">
                <a:latin typeface="Arial Narrow" panose="020B0606020202030204" pitchFamily="34" charset="0"/>
              </a:endParaRPr>
            </a:p>
          </p:txBody>
        </p:sp>
      </p:grpSp>
      <p:cxnSp>
        <p:nvCxnSpPr>
          <p:cNvPr id="14" name="直接连接符 13">
            <a:extLst>
              <a:ext uri="{FF2B5EF4-FFF2-40B4-BE49-F238E27FC236}">
                <a16:creationId xmlns:a16="http://schemas.microsoft.com/office/drawing/2014/main" id="{9859435C-C4AD-405C-AD66-C4DD467A5D6C}"/>
              </a:ext>
            </a:extLst>
          </p:cNvPr>
          <p:cNvCxnSpPr>
            <a:cxnSpLocks/>
          </p:cNvCxnSpPr>
          <p:nvPr/>
        </p:nvCxnSpPr>
        <p:spPr>
          <a:xfrm flipV="1">
            <a:off x="4703569" y="2137986"/>
            <a:ext cx="0" cy="2420548"/>
          </a:xfrm>
          <a:prstGeom prst="line">
            <a:avLst/>
          </a:prstGeom>
          <a:ln w="12700">
            <a:solidFill>
              <a:schemeClr val="tx1"/>
            </a:solidFill>
            <a:tailEnd type="none"/>
          </a:ln>
        </p:spPr>
        <p:style>
          <a:lnRef idx="1">
            <a:schemeClr val="accent1"/>
          </a:lnRef>
          <a:fillRef idx="0">
            <a:schemeClr val="accent1"/>
          </a:fillRef>
          <a:effectRef idx="0">
            <a:schemeClr val="accent1"/>
          </a:effectRef>
          <a:fontRef idx="minor">
            <a:schemeClr val="tx1"/>
          </a:fontRef>
        </p:style>
      </p:cxnSp>
      <p:cxnSp>
        <p:nvCxnSpPr>
          <p:cNvPr id="75" name="直接连接符 74">
            <a:extLst>
              <a:ext uri="{FF2B5EF4-FFF2-40B4-BE49-F238E27FC236}">
                <a16:creationId xmlns:a16="http://schemas.microsoft.com/office/drawing/2014/main" id="{99C5904A-8382-4455-BD4E-CFDB8DBC7399}"/>
              </a:ext>
            </a:extLst>
          </p:cNvPr>
          <p:cNvCxnSpPr>
            <a:cxnSpLocks/>
          </p:cNvCxnSpPr>
          <p:nvPr/>
        </p:nvCxnSpPr>
        <p:spPr>
          <a:xfrm flipV="1">
            <a:off x="7730737" y="2238367"/>
            <a:ext cx="0" cy="2329061"/>
          </a:xfrm>
          <a:prstGeom prst="line">
            <a:avLst/>
          </a:prstGeom>
          <a:ln w="12700">
            <a:solidFill>
              <a:schemeClr val="tx1"/>
            </a:solidFill>
            <a:tailEnd type="none"/>
          </a:ln>
        </p:spPr>
        <p:style>
          <a:lnRef idx="1">
            <a:schemeClr val="accent1"/>
          </a:lnRef>
          <a:fillRef idx="0">
            <a:schemeClr val="accent1"/>
          </a:fillRef>
          <a:effectRef idx="0">
            <a:schemeClr val="accent1"/>
          </a:effectRef>
          <a:fontRef idx="minor">
            <a:schemeClr val="tx1"/>
          </a:fontRef>
        </p:style>
      </p:cxnSp>
      <p:sp>
        <p:nvSpPr>
          <p:cNvPr id="74" name="矩形: 圆角 73">
            <a:extLst>
              <a:ext uri="{FF2B5EF4-FFF2-40B4-BE49-F238E27FC236}">
                <a16:creationId xmlns:a16="http://schemas.microsoft.com/office/drawing/2014/main" id="{5ABC0C64-CFA7-4C9A-8ED4-FAB7B877E86A}"/>
              </a:ext>
            </a:extLst>
          </p:cNvPr>
          <p:cNvSpPr/>
          <p:nvPr/>
        </p:nvSpPr>
        <p:spPr>
          <a:xfrm>
            <a:off x="4006554" y="1811404"/>
            <a:ext cx="4511558" cy="426963"/>
          </a:xfrm>
          <a:prstGeom prst="roundRect">
            <a:avLst>
              <a:gd name="adj" fmla="val 50000"/>
            </a:avLst>
          </a:prstGeom>
          <a:ln/>
        </p:spPr>
        <p:style>
          <a:lnRef idx="2">
            <a:schemeClr val="accent4">
              <a:shade val="50000"/>
            </a:schemeClr>
          </a:lnRef>
          <a:fillRef idx="1">
            <a:schemeClr val="accent4"/>
          </a:fillRef>
          <a:effectRef idx="0">
            <a:schemeClr val="accent4"/>
          </a:effectRef>
          <a:fontRef idx="minor">
            <a:schemeClr val="lt1"/>
          </a:fontRef>
        </p:style>
        <p:txBody>
          <a:bodyPr rtlCol="0" anchor="ctr"/>
          <a:lstStyle/>
          <a:p>
            <a:pPr algn="ctr"/>
            <a:r>
              <a:rPr lang="zh-CN" altLang="en-US" b="1" dirty="0"/>
              <a:t>分配系统</a:t>
            </a:r>
            <a:r>
              <a:rPr lang="en-US" altLang="zh-CN" b="1" dirty="0"/>
              <a:t>DS</a:t>
            </a:r>
            <a:endParaRPr lang="zh-CN" altLang="en-US" b="1" dirty="0"/>
          </a:p>
        </p:txBody>
      </p:sp>
      <p:sp>
        <p:nvSpPr>
          <p:cNvPr id="80" name="文本框 79">
            <a:extLst>
              <a:ext uri="{FF2B5EF4-FFF2-40B4-BE49-F238E27FC236}">
                <a16:creationId xmlns:a16="http://schemas.microsoft.com/office/drawing/2014/main" id="{C68B9F1A-27FE-4461-9213-B3EDB2BC36EA}"/>
              </a:ext>
            </a:extLst>
          </p:cNvPr>
          <p:cNvSpPr txBox="1"/>
          <p:nvPr/>
        </p:nvSpPr>
        <p:spPr>
          <a:xfrm>
            <a:off x="6697586" y="1827726"/>
            <a:ext cx="1655928" cy="369332"/>
          </a:xfrm>
          <a:prstGeom prst="rect">
            <a:avLst/>
          </a:prstGeom>
          <a:noFill/>
        </p:spPr>
        <p:txBody>
          <a:bodyPr wrap="square">
            <a:spAutoFit/>
          </a:bodyPr>
          <a:lstStyle/>
          <a:p>
            <a:pPr algn="ctr"/>
            <a:r>
              <a:rPr lang="en-US" altLang="zh-CN" b="1" dirty="0">
                <a:solidFill>
                  <a:schemeClr val="bg1"/>
                </a:solidFill>
              </a:rPr>
              <a:t>(</a:t>
            </a:r>
            <a:r>
              <a:rPr lang="zh-CN" altLang="en-US" b="1" dirty="0">
                <a:solidFill>
                  <a:schemeClr val="bg1"/>
                </a:solidFill>
              </a:rPr>
              <a:t>例如以太网</a:t>
            </a:r>
            <a:r>
              <a:rPr lang="en-US" altLang="zh-CN" b="1" dirty="0">
                <a:solidFill>
                  <a:schemeClr val="bg1"/>
                </a:solidFill>
              </a:rPr>
              <a:t>)</a:t>
            </a:r>
            <a:endParaRPr lang="zh-CN" altLang="en-US" b="1" dirty="0">
              <a:solidFill>
                <a:schemeClr val="bg1"/>
              </a:solidFill>
            </a:endParaRPr>
          </a:p>
        </p:txBody>
      </p:sp>
      <p:grpSp>
        <p:nvGrpSpPr>
          <p:cNvPr id="28" name="组合 27">
            <a:extLst>
              <a:ext uri="{FF2B5EF4-FFF2-40B4-BE49-F238E27FC236}">
                <a16:creationId xmlns:a16="http://schemas.microsoft.com/office/drawing/2014/main" id="{1A3185B7-982A-4C63-93D4-1E43DA992E50}"/>
              </a:ext>
            </a:extLst>
          </p:cNvPr>
          <p:cNvGrpSpPr/>
          <p:nvPr/>
        </p:nvGrpSpPr>
        <p:grpSpPr>
          <a:xfrm>
            <a:off x="8638370" y="1475657"/>
            <a:ext cx="2581571" cy="956245"/>
            <a:chOff x="8638370" y="1425309"/>
            <a:chExt cx="2581571" cy="956245"/>
          </a:xfrm>
        </p:grpSpPr>
        <p:cxnSp>
          <p:nvCxnSpPr>
            <p:cNvPr id="27" name="直接连接符 26">
              <a:extLst>
                <a:ext uri="{FF2B5EF4-FFF2-40B4-BE49-F238E27FC236}">
                  <a16:creationId xmlns:a16="http://schemas.microsoft.com/office/drawing/2014/main" id="{697A3D6F-1E60-4859-B1ED-93B0C1615B02}"/>
                </a:ext>
              </a:extLst>
            </p:cNvPr>
            <p:cNvCxnSpPr/>
            <p:nvPr/>
          </p:nvCxnSpPr>
          <p:spPr>
            <a:xfrm>
              <a:off x="8638370" y="1911350"/>
              <a:ext cx="1709160" cy="0"/>
            </a:xfrm>
            <a:prstGeom prst="line">
              <a:avLst/>
            </a:prstGeom>
            <a:ln w="12700">
              <a:solidFill>
                <a:schemeClr val="tx1"/>
              </a:solidFill>
              <a:tailEnd type="none"/>
            </a:ln>
          </p:spPr>
          <p:style>
            <a:lnRef idx="1">
              <a:schemeClr val="accent1"/>
            </a:lnRef>
            <a:fillRef idx="0">
              <a:schemeClr val="accent1"/>
            </a:fillRef>
            <a:effectRef idx="0">
              <a:schemeClr val="accent1"/>
            </a:effectRef>
            <a:fontRef idx="minor">
              <a:schemeClr val="tx1"/>
            </a:fontRef>
          </p:style>
        </p:cxnSp>
        <p:sp>
          <p:nvSpPr>
            <p:cNvPr id="25" name="云形 24">
              <a:extLst>
                <a:ext uri="{FF2B5EF4-FFF2-40B4-BE49-F238E27FC236}">
                  <a16:creationId xmlns:a16="http://schemas.microsoft.com/office/drawing/2014/main" id="{02AEE960-8B34-41C9-AA4E-94C6B2940153}"/>
                </a:ext>
              </a:extLst>
            </p:cNvPr>
            <p:cNvSpPr/>
            <p:nvPr/>
          </p:nvSpPr>
          <p:spPr>
            <a:xfrm>
              <a:off x="9846803" y="1425309"/>
              <a:ext cx="1373138" cy="956245"/>
            </a:xfrm>
            <a:prstGeom prst="cloud">
              <a:avLst/>
            </a:prstGeom>
            <a:solidFill>
              <a:schemeClr val="accent6"/>
            </a:solidFill>
            <a:ln>
              <a:solidFill>
                <a:schemeClr val="accent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zh-CN" altLang="en-US" b="1" dirty="0">
                  <a:solidFill>
                    <a:schemeClr val="tx1"/>
                  </a:solidFill>
                </a:rPr>
                <a:t>因特网</a:t>
              </a:r>
            </a:p>
          </p:txBody>
        </p:sp>
      </p:grpSp>
      <p:grpSp>
        <p:nvGrpSpPr>
          <p:cNvPr id="81" name="组合 80">
            <a:extLst>
              <a:ext uri="{FF2B5EF4-FFF2-40B4-BE49-F238E27FC236}">
                <a16:creationId xmlns:a16="http://schemas.microsoft.com/office/drawing/2014/main" id="{36E336BB-BCBA-4B59-BD0B-B4E08F99C5AF}"/>
              </a:ext>
            </a:extLst>
          </p:cNvPr>
          <p:cNvGrpSpPr/>
          <p:nvPr/>
        </p:nvGrpSpPr>
        <p:grpSpPr>
          <a:xfrm>
            <a:off x="8092513" y="1366288"/>
            <a:ext cx="1131314" cy="895752"/>
            <a:chOff x="8627087" y="1132015"/>
            <a:chExt cx="1131314" cy="895752"/>
          </a:xfrm>
        </p:grpSpPr>
        <p:pic>
          <p:nvPicPr>
            <p:cNvPr id="82" name="图形 81">
              <a:extLst>
                <a:ext uri="{FF2B5EF4-FFF2-40B4-BE49-F238E27FC236}">
                  <a16:creationId xmlns:a16="http://schemas.microsoft.com/office/drawing/2014/main" id="{15E9AD16-E8CE-405D-930C-C3F6CED3A677}"/>
                </a:ext>
              </a:extLst>
            </p:cNvPr>
            <p:cNvPicPr>
              <a:picLocks noChangeAspect="1"/>
            </p:cNvPicPr>
            <p:nvPr/>
          </p:nvPicPr>
          <p:blipFill>
            <a:blip r:embed="rId9">
              <a:extLst>
                <a:ext uri="{28A0092B-C50C-407E-A947-70E740481C1C}">
                  <a14:useLocalDpi xmlns:a14="http://schemas.microsoft.com/office/drawing/2010/main" val="0"/>
                </a:ext>
                <a:ext uri="{96DAC541-7B7A-43D3-8B79-37D633B846F1}">
                  <asvg:svgBlip xmlns:asvg="http://schemas.microsoft.com/office/drawing/2016/SVG/main" r:embed="rId10"/>
                </a:ext>
              </a:extLst>
            </a:blip>
            <a:stretch>
              <a:fillRect/>
            </a:stretch>
          </p:blipFill>
          <p:spPr>
            <a:xfrm>
              <a:off x="8883108" y="1526451"/>
              <a:ext cx="619273" cy="501316"/>
            </a:xfrm>
            <a:prstGeom prst="rect">
              <a:avLst/>
            </a:prstGeom>
          </p:spPr>
        </p:pic>
        <p:sp>
          <p:nvSpPr>
            <p:cNvPr id="83" name="íşlïḍè">
              <a:extLst>
                <a:ext uri="{FF2B5EF4-FFF2-40B4-BE49-F238E27FC236}">
                  <a16:creationId xmlns:a16="http://schemas.microsoft.com/office/drawing/2014/main" id="{35A71AD4-7C06-4998-99AB-9A5EDE0837EE}"/>
                </a:ext>
              </a:extLst>
            </p:cNvPr>
            <p:cNvSpPr txBox="1"/>
            <p:nvPr/>
          </p:nvSpPr>
          <p:spPr>
            <a:xfrm>
              <a:off x="8627087" y="1132015"/>
              <a:ext cx="1131314" cy="419100"/>
            </a:xfrm>
            <a:prstGeom prst="rect">
              <a:avLst/>
            </a:prstGeom>
            <a:noFill/>
          </p:spPr>
          <p:txBody>
            <a:bodyPr wrap="square" lIns="91440" tIns="45720" rIns="91440" bIns="45720" anchor="ctr">
              <a:noAutofit/>
            </a:bodyPr>
            <a:lstStyle/>
            <a:p>
              <a:pPr algn="ctr"/>
              <a:r>
                <a:rPr lang="zh-CN" altLang="en-US" b="1" dirty="0"/>
                <a:t>路由器</a:t>
              </a:r>
              <a:endParaRPr lang="en-US" altLang="zh-CN" b="1" dirty="0"/>
            </a:p>
          </p:txBody>
        </p:sp>
      </p:grpSp>
    </p:spTree>
    <p:custDataLst>
      <p:tags r:id="rId1"/>
    </p:custDataLst>
    <p:extLst>
      <p:ext uri="{BB962C8B-B14F-4D97-AF65-F5344CB8AC3E}">
        <p14:creationId xmlns:p14="http://schemas.microsoft.com/office/powerpoint/2010/main" val="3640535881"/>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49" presetClass="entr" presetSubtype="0" decel="100000" fill="hold" nodeType="withEffect">
                                  <p:stCondLst>
                                    <p:cond delay="0"/>
                                  </p:stCondLst>
                                  <p:childTnLst>
                                    <p:set>
                                      <p:cBhvr>
                                        <p:cTn id="6" dur="1" fill="hold">
                                          <p:stCondLst>
                                            <p:cond delay="0"/>
                                          </p:stCondLst>
                                        </p:cTn>
                                        <p:tgtEl>
                                          <p:spTgt spid="16"/>
                                        </p:tgtEl>
                                        <p:attrNameLst>
                                          <p:attrName>style.visibility</p:attrName>
                                        </p:attrNameLst>
                                      </p:cBhvr>
                                      <p:to>
                                        <p:strVal val="visible"/>
                                      </p:to>
                                    </p:set>
                                    <p:anim calcmode="lin" valueType="num">
                                      <p:cBhvr>
                                        <p:cTn id="7" dur="500" fill="hold"/>
                                        <p:tgtEl>
                                          <p:spTgt spid="16"/>
                                        </p:tgtEl>
                                        <p:attrNameLst>
                                          <p:attrName>ppt_w</p:attrName>
                                        </p:attrNameLst>
                                      </p:cBhvr>
                                      <p:tavLst>
                                        <p:tav tm="0">
                                          <p:val>
                                            <p:fltVal val="0"/>
                                          </p:val>
                                        </p:tav>
                                        <p:tav tm="100000">
                                          <p:val>
                                            <p:strVal val="#ppt_w"/>
                                          </p:val>
                                        </p:tav>
                                      </p:tavLst>
                                    </p:anim>
                                    <p:anim calcmode="lin" valueType="num">
                                      <p:cBhvr>
                                        <p:cTn id="8" dur="500" fill="hold"/>
                                        <p:tgtEl>
                                          <p:spTgt spid="16"/>
                                        </p:tgtEl>
                                        <p:attrNameLst>
                                          <p:attrName>ppt_h</p:attrName>
                                        </p:attrNameLst>
                                      </p:cBhvr>
                                      <p:tavLst>
                                        <p:tav tm="0">
                                          <p:val>
                                            <p:fltVal val="0"/>
                                          </p:val>
                                        </p:tav>
                                        <p:tav tm="100000">
                                          <p:val>
                                            <p:strVal val="#ppt_h"/>
                                          </p:val>
                                        </p:tav>
                                      </p:tavLst>
                                    </p:anim>
                                    <p:anim calcmode="lin" valueType="num">
                                      <p:cBhvr>
                                        <p:cTn id="9" dur="500" fill="hold"/>
                                        <p:tgtEl>
                                          <p:spTgt spid="16"/>
                                        </p:tgtEl>
                                        <p:attrNameLst>
                                          <p:attrName>style.rotation</p:attrName>
                                        </p:attrNameLst>
                                      </p:cBhvr>
                                      <p:tavLst>
                                        <p:tav tm="0">
                                          <p:val>
                                            <p:fltVal val="360"/>
                                          </p:val>
                                        </p:tav>
                                        <p:tav tm="100000">
                                          <p:val>
                                            <p:fltVal val="0"/>
                                          </p:val>
                                        </p:tav>
                                      </p:tavLst>
                                    </p:anim>
                                    <p:animEffect transition="in" filter="fade">
                                      <p:cBhvr>
                                        <p:cTn id="10" dur="500"/>
                                        <p:tgtEl>
                                          <p:spTgt spid="16"/>
                                        </p:tgtEl>
                                      </p:cBhvr>
                                    </p:animEffect>
                                  </p:childTnLst>
                                </p:cTn>
                              </p:par>
                            </p:childTnLst>
                          </p:cTn>
                        </p:par>
                      </p:childTnLst>
                    </p:cTn>
                  </p:par>
                  <p:par>
                    <p:cTn id="11" fill="hold">
                      <p:stCondLst>
                        <p:cond delay="indefinite"/>
                      </p:stCondLst>
                      <p:childTnLst>
                        <p:par>
                          <p:cTn id="12" fill="hold">
                            <p:stCondLst>
                              <p:cond delay="0"/>
                            </p:stCondLst>
                            <p:childTnLst>
                              <p:par>
                                <p:cTn id="13" presetID="22" presetClass="entr" presetSubtype="4" fill="hold" nodeType="clickEffect">
                                  <p:stCondLst>
                                    <p:cond delay="0"/>
                                  </p:stCondLst>
                                  <p:childTnLst>
                                    <p:set>
                                      <p:cBhvr>
                                        <p:cTn id="14" dur="1" fill="hold">
                                          <p:stCondLst>
                                            <p:cond delay="0"/>
                                          </p:stCondLst>
                                        </p:cTn>
                                        <p:tgtEl>
                                          <p:spTgt spid="14"/>
                                        </p:tgtEl>
                                        <p:attrNameLst>
                                          <p:attrName>style.visibility</p:attrName>
                                        </p:attrNameLst>
                                      </p:cBhvr>
                                      <p:to>
                                        <p:strVal val="visible"/>
                                      </p:to>
                                    </p:set>
                                    <p:animEffect transition="in" filter="wipe(down)">
                                      <p:cBhvr>
                                        <p:cTn id="15" dur="500"/>
                                        <p:tgtEl>
                                          <p:spTgt spid="14"/>
                                        </p:tgtEl>
                                      </p:cBhvr>
                                    </p:animEffect>
                                  </p:childTnLst>
                                </p:cTn>
                              </p:par>
                            </p:childTnLst>
                          </p:cTn>
                        </p:par>
                        <p:par>
                          <p:cTn id="16" fill="hold">
                            <p:stCondLst>
                              <p:cond delay="500"/>
                            </p:stCondLst>
                            <p:childTnLst>
                              <p:par>
                                <p:cTn id="17" presetID="22" presetClass="entr" presetSubtype="8" fill="hold" grpId="0" nodeType="afterEffect">
                                  <p:stCondLst>
                                    <p:cond delay="0"/>
                                  </p:stCondLst>
                                  <p:childTnLst>
                                    <p:set>
                                      <p:cBhvr>
                                        <p:cTn id="18" dur="1" fill="hold">
                                          <p:stCondLst>
                                            <p:cond delay="0"/>
                                          </p:stCondLst>
                                        </p:cTn>
                                        <p:tgtEl>
                                          <p:spTgt spid="74"/>
                                        </p:tgtEl>
                                        <p:attrNameLst>
                                          <p:attrName>style.visibility</p:attrName>
                                        </p:attrNameLst>
                                      </p:cBhvr>
                                      <p:to>
                                        <p:strVal val="visible"/>
                                      </p:to>
                                    </p:set>
                                    <p:animEffect transition="in" filter="wipe(left)">
                                      <p:cBhvr>
                                        <p:cTn id="19" dur="500"/>
                                        <p:tgtEl>
                                          <p:spTgt spid="74"/>
                                        </p:tgtEl>
                                      </p:cBhvr>
                                    </p:animEffect>
                                  </p:childTnLst>
                                </p:cTn>
                              </p:par>
                            </p:childTnLst>
                          </p:cTn>
                        </p:par>
                        <p:par>
                          <p:cTn id="20" fill="hold">
                            <p:stCondLst>
                              <p:cond delay="1000"/>
                            </p:stCondLst>
                            <p:childTnLst>
                              <p:par>
                                <p:cTn id="21" presetID="22" presetClass="entr" presetSubtype="1" fill="hold" nodeType="afterEffect">
                                  <p:stCondLst>
                                    <p:cond delay="0"/>
                                  </p:stCondLst>
                                  <p:childTnLst>
                                    <p:set>
                                      <p:cBhvr>
                                        <p:cTn id="22" dur="1" fill="hold">
                                          <p:stCondLst>
                                            <p:cond delay="0"/>
                                          </p:stCondLst>
                                        </p:cTn>
                                        <p:tgtEl>
                                          <p:spTgt spid="75"/>
                                        </p:tgtEl>
                                        <p:attrNameLst>
                                          <p:attrName>style.visibility</p:attrName>
                                        </p:attrNameLst>
                                      </p:cBhvr>
                                      <p:to>
                                        <p:strVal val="visible"/>
                                      </p:to>
                                    </p:set>
                                    <p:animEffect transition="in" filter="wipe(up)">
                                      <p:cBhvr>
                                        <p:cTn id="23" dur="500"/>
                                        <p:tgtEl>
                                          <p:spTgt spid="75"/>
                                        </p:tgtEl>
                                      </p:cBhvr>
                                    </p:animEffect>
                                  </p:childTnLst>
                                </p:cTn>
                              </p:par>
                              <p:par>
                                <p:cTn id="24" presetID="49" presetClass="entr" presetSubtype="0" decel="100000" fill="hold" nodeType="withEffect">
                                  <p:stCondLst>
                                    <p:cond delay="0"/>
                                  </p:stCondLst>
                                  <p:childTnLst>
                                    <p:set>
                                      <p:cBhvr>
                                        <p:cTn id="25" dur="1" fill="hold">
                                          <p:stCondLst>
                                            <p:cond delay="0"/>
                                          </p:stCondLst>
                                        </p:cTn>
                                        <p:tgtEl>
                                          <p:spTgt spid="18"/>
                                        </p:tgtEl>
                                        <p:attrNameLst>
                                          <p:attrName>style.visibility</p:attrName>
                                        </p:attrNameLst>
                                      </p:cBhvr>
                                      <p:to>
                                        <p:strVal val="visible"/>
                                      </p:to>
                                    </p:set>
                                    <p:anim calcmode="lin" valueType="num">
                                      <p:cBhvr>
                                        <p:cTn id="26" dur="500" fill="hold"/>
                                        <p:tgtEl>
                                          <p:spTgt spid="18"/>
                                        </p:tgtEl>
                                        <p:attrNameLst>
                                          <p:attrName>ppt_w</p:attrName>
                                        </p:attrNameLst>
                                      </p:cBhvr>
                                      <p:tavLst>
                                        <p:tav tm="0">
                                          <p:val>
                                            <p:fltVal val="0"/>
                                          </p:val>
                                        </p:tav>
                                        <p:tav tm="100000">
                                          <p:val>
                                            <p:strVal val="#ppt_w"/>
                                          </p:val>
                                        </p:tav>
                                      </p:tavLst>
                                    </p:anim>
                                    <p:anim calcmode="lin" valueType="num">
                                      <p:cBhvr>
                                        <p:cTn id="27" dur="500" fill="hold"/>
                                        <p:tgtEl>
                                          <p:spTgt spid="18"/>
                                        </p:tgtEl>
                                        <p:attrNameLst>
                                          <p:attrName>ppt_h</p:attrName>
                                        </p:attrNameLst>
                                      </p:cBhvr>
                                      <p:tavLst>
                                        <p:tav tm="0">
                                          <p:val>
                                            <p:fltVal val="0"/>
                                          </p:val>
                                        </p:tav>
                                        <p:tav tm="100000">
                                          <p:val>
                                            <p:strVal val="#ppt_h"/>
                                          </p:val>
                                        </p:tav>
                                      </p:tavLst>
                                    </p:anim>
                                    <p:anim calcmode="lin" valueType="num">
                                      <p:cBhvr>
                                        <p:cTn id="28" dur="500" fill="hold"/>
                                        <p:tgtEl>
                                          <p:spTgt spid="18"/>
                                        </p:tgtEl>
                                        <p:attrNameLst>
                                          <p:attrName>style.rotation</p:attrName>
                                        </p:attrNameLst>
                                      </p:cBhvr>
                                      <p:tavLst>
                                        <p:tav tm="0">
                                          <p:val>
                                            <p:fltVal val="360"/>
                                          </p:val>
                                        </p:tav>
                                        <p:tav tm="100000">
                                          <p:val>
                                            <p:fltVal val="0"/>
                                          </p:val>
                                        </p:tav>
                                      </p:tavLst>
                                    </p:anim>
                                    <p:animEffect transition="in" filter="fade">
                                      <p:cBhvr>
                                        <p:cTn id="29" dur="500"/>
                                        <p:tgtEl>
                                          <p:spTgt spid="18"/>
                                        </p:tgtEl>
                                      </p:cBhvr>
                                    </p:animEffect>
                                  </p:childTnLst>
                                </p:cTn>
                              </p:par>
                            </p:childTnLst>
                          </p:cTn>
                        </p:par>
                      </p:childTnLst>
                    </p:cTn>
                  </p:par>
                  <p:par>
                    <p:cTn id="30" fill="hold">
                      <p:stCondLst>
                        <p:cond delay="indefinite"/>
                      </p:stCondLst>
                      <p:childTnLst>
                        <p:par>
                          <p:cTn id="31" fill="hold">
                            <p:stCondLst>
                              <p:cond delay="0"/>
                            </p:stCondLst>
                            <p:childTnLst>
                              <p:par>
                                <p:cTn id="32" presetID="53" presetClass="entr" presetSubtype="16" fill="hold" nodeType="clickEffect">
                                  <p:stCondLst>
                                    <p:cond delay="0"/>
                                  </p:stCondLst>
                                  <p:childTnLst>
                                    <p:set>
                                      <p:cBhvr>
                                        <p:cTn id="33" dur="1" fill="hold">
                                          <p:stCondLst>
                                            <p:cond delay="0"/>
                                          </p:stCondLst>
                                        </p:cTn>
                                        <p:tgtEl>
                                          <p:spTgt spid="22"/>
                                        </p:tgtEl>
                                        <p:attrNameLst>
                                          <p:attrName>style.visibility</p:attrName>
                                        </p:attrNameLst>
                                      </p:cBhvr>
                                      <p:to>
                                        <p:strVal val="visible"/>
                                      </p:to>
                                    </p:set>
                                    <p:anim calcmode="lin" valueType="num">
                                      <p:cBhvr>
                                        <p:cTn id="34" dur="500" fill="hold"/>
                                        <p:tgtEl>
                                          <p:spTgt spid="22"/>
                                        </p:tgtEl>
                                        <p:attrNameLst>
                                          <p:attrName>ppt_w</p:attrName>
                                        </p:attrNameLst>
                                      </p:cBhvr>
                                      <p:tavLst>
                                        <p:tav tm="0">
                                          <p:val>
                                            <p:fltVal val="0"/>
                                          </p:val>
                                        </p:tav>
                                        <p:tav tm="100000">
                                          <p:val>
                                            <p:strVal val="#ppt_w"/>
                                          </p:val>
                                        </p:tav>
                                      </p:tavLst>
                                    </p:anim>
                                    <p:anim calcmode="lin" valueType="num">
                                      <p:cBhvr>
                                        <p:cTn id="35" dur="500" fill="hold"/>
                                        <p:tgtEl>
                                          <p:spTgt spid="22"/>
                                        </p:tgtEl>
                                        <p:attrNameLst>
                                          <p:attrName>ppt_h</p:attrName>
                                        </p:attrNameLst>
                                      </p:cBhvr>
                                      <p:tavLst>
                                        <p:tav tm="0">
                                          <p:val>
                                            <p:fltVal val="0"/>
                                          </p:val>
                                        </p:tav>
                                        <p:tav tm="100000">
                                          <p:val>
                                            <p:strVal val="#ppt_h"/>
                                          </p:val>
                                        </p:tav>
                                      </p:tavLst>
                                    </p:anim>
                                    <p:animEffect transition="in" filter="fade">
                                      <p:cBhvr>
                                        <p:cTn id="36" dur="500"/>
                                        <p:tgtEl>
                                          <p:spTgt spid="22"/>
                                        </p:tgtEl>
                                      </p:cBhvr>
                                    </p:animEffect>
                                  </p:childTnLst>
                                </p:cTn>
                              </p:par>
                            </p:childTnLst>
                          </p:cTn>
                        </p:par>
                      </p:childTnLst>
                    </p:cTn>
                  </p:par>
                  <p:par>
                    <p:cTn id="37" fill="hold">
                      <p:stCondLst>
                        <p:cond delay="indefinite"/>
                      </p:stCondLst>
                      <p:childTnLst>
                        <p:par>
                          <p:cTn id="38" fill="hold">
                            <p:stCondLst>
                              <p:cond delay="0"/>
                            </p:stCondLst>
                            <p:childTnLst>
                              <p:par>
                                <p:cTn id="39" presetID="12" presetClass="entr" presetSubtype="8" fill="hold" grpId="0" nodeType="clickEffect">
                                  <p:stCondLst>
                                    <p:cond delay="0"/>
                                  </p:stCondLst>
                                  <p:childTnLst>
                                    <p:set>
                                      <p:cBhvr>
                                        <p:cTn id="40" dur="1" fill="hold">
                                          <p:stCondLst>
                                            <p:cond delay="0"/>
                                          </p:stCondLst>
                                        </p:cTn>
                                        <p:tgtEl>
                                          <p:spTgt spid="80"/>
                                        </p:tgtEl>
                                        <p:attrNameLst>
                                          <p:attrName>style.visibility</p:attrName>
                                        </p:attrNameLst>
                                      </p:cBhvr>
                                      <p:to>
                                        <p:strVal val="visible"/>
                                      </p:to>
                                    </p:set>
                                    <p:anim calcmode="lin" valueType="num">
                                      <p:cBhvr additive="base">
                                        <p:cTn id="41" dur="500"/>
                                        <p:tgtEl>
                                          <p:spTgt spid="80"/>
                                        </p:tgtEl>
                                        <p:attrNameLst>
                                          <p:attrName>ppt_x</p:attrName>
                                        </p:attrNameLst>
                                      </p:cBhvr>
                                      <p:tavLst>
                                        <p:tav tm="0">
                                          <p:val>
                                            <p:strVal val="#ppt_x-#ppt_w*1.125000"/>
                                          </p:val>
                                        </p:tav>
                                        <p:tav tm="100000">
                                          <p:val>
                                            <p:strVal val="#ppt_x"/>
                                          </p:val>
                                        </p:tav>
                                      </p:tavLst>
                                    </p:anim>
                                    <p:animEffect transition="in" filter="wipe(right)">
                                      <p:cBhvr>
                                        <p:cTn id="42" dur="500"/>
                                        <p:tgtEl>
                                          <p:spTgt spid="80"/>
                                        </p:tgtEl>
                                      </p:cBhvr>
                                    </p:animEffect>
                                  </p:childTnLst>
                                </p:cTn>
                              </p:par>
                            </p:childTnLst>
                          </p:cTn>
                        </p:par>
                      </p:childTnLst>
                    </p:cTn>
                  </p:par>
                  <p:par>
                    <p:cTn id="43" fill="hold">
                      <p:stCondLst>
                        <p:cond delay="indefinite"/>
                      </p:stCondLst>
                      <p:childTnLst>
                        <p:par>
                          <p:cTn id="44" fill="hold">
                            <p:stCondLst>
                              <p:cond delay="0"/>
                            </p:stCondLst>
                            <p:childTnLst>
                              <p:par>
                                <p:cTn id="45" presetID="53" presetClass="entr" presetSubtype="16" fill="hold" nodeType="clickEffect">
                                  <p:stCondLst>
                                    <p:cond delay="0"/>
                                  </p:stCondLst>
                                  <p:childTnLst>
                                    <p:set>
                                      <p:cBhvr>
                                        <p:cTn id="46" dur="1" fill="hold">
                                          <p:stCondLst>
                                            <p:cond delay="0"/>
                                          </p:stCondLst>
                                        </p:cTn>
                                        <p:tgtEl>
                                          <p:spTgt spid="81"/>
                                        </p:tgtEl>
                                        <p:attrNameLst>
                                          <p:attrName>style.visibility</p:attrName>
                                        </p:attrNameLst>
                                      </p:cBhvr>
                                      <p:to>
                                        <p:strVal val="visible"/>
                                      </p:to>
                                    </p:set>
                                    <p:anim calcmode="lin" valueType="num">
                                      <p:cBhvr>
                                        <p:cTn id="47" dur="500" fill="hold"/>
                                        <p:tgtEl>
                                          <p:spTgt spid="81"/>
                                        </p:tgtEl>
                                        <p:attrNameLst>
                                          <p:attrName>ppt_w</p:attrName>
                                        </p:attrNameLst>
                                      </p:cBhvr>
                                      <p:tavLst>
                                        <p:tav tm="0">
                                          <p:val>
                                            <p:fltVal val="0"/>
                                          </p:val>
                                        </p:tav>
                                        <p:tav tm="100000">
                                          <p:val>
                                            <p:strVal val="#ppt_w"/>
                                          </p:val>
                                        </p:tav>
                                      </p:tavLst>
                                    </p:anim>
                                    <p:anim calcmode="lin" valueType="num">
                                      <p:cBhvr>
                                        <p:cTn id="48" dur="500" fill="hold"/>
                                        <p:tgtEl>
                                          <p:spTgt spid="81"/>
                                        </p:tgtEl>
                                        <p:attrNameLst>
                                          <p:attrName>ppt_h</p:attrName>
                                        </p:attrNameLst>
                                      </p:cBhvr>
                                      <p:tavLst>
                                        <p:tav tm="0">
                                          <p:val>
                                            <p:fltVal val="0"/>
                                          </p:val>
                                        </p:tav>
                                        <p:tav tm="100000">
                                          <p:val>
                                            <p:strVal val="#ppt_h"/>
                                          </p:val>
                                        </p:tav>
                                      </p:tavLst>
                                    </p:anim>
                                    <p:animEffect transition="in" filter="fade">
                                      <p:cBhvr>
                                        <p:cTn id="49" dur="500"/>
                                        <p:tgtEl>
                                          <p:spTgt spid="81"/>
                                        </p:tgtEl>
                                      </p:cBhvr>
                                    </p:animEffect>
                                  </p:childTnLst>
                                </p:cTn>
                              </p:par>
                            </p:childTnLst>
                          </p:cTn>
                        </p:par>
                        <p:par>
                          <p:cTn id="50" fill="hold">
                            <p:stCondLst>
                              <p:cond delay="500"/>
                            </p:stCondLst>
                            <p:childTnLst>
                              <p:par>
                                <p:cTn id="51" presetID="22" presetClass="entr" presetSubtype="8" fill="hold" nodeType="afterEffect">
                                  <p:stCondLst>
                                    <p:cond delay="0"/>
                                  </p:stCondLst>
                                  <p:childTnLst>
                                    <p:set>
                                      <p:cBhvr>
                                        <p:cTn id="52" dur="1" fill="hold">
                                          <p:stCondLst>
                                            <p:cond delay="0"/>
                                          </p:stCondLst>
                                        </p:cTn>
                                        <p:tgtEl>
                                          <p:spTgt spid="28"/>
                                        </p:tgtEl>
                                        <p:attrNameLst>
                                          <p:attrName>style.visibility</p:attrName>
                                        </p:attrNameLst>
                                      </p:cBhvr>
                                      <p:to>
                                        <p:strVal val="visible"/>
                                      </p:to>
                                    </p:set>
                                    <p:animEffect transition="in" filter="wipe(left)">
                                      <p:cBhvr>
                                        <p:cTn id="53" dur="1000"/>
                                        <p:tgtEl>
                                          <p:spTgt spid="28"/>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74" grpId="0" animBg="1"/>
      <p:bldP spid="80" grpId="0"/>
    </p:bldLst>
  </p:timing>
</p:sld>
</file>

<file path=ppt/slides/slide52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1" name="íşlïḍè">
            <a:extLst>
              <a:ext uri="{FF2B5EF4-FFF2-40B4-BE49-F238E27FC236}">
                <a16:creationId xmlns:a16="http://schemas.microsoft.com/office/drawing/2014/main" id="{2882B8A8-A951-4E36-A813-EE9E39641F4F}"/>
              </a:ext>
            </a:extLst>
          </p:cNvPr>
          <p:cNvSpPr txBox="1"/>
          <p:nvPr/>
        </p:nvSpPr>
        <p:spPr>
          <a:xfrm>
            <a:off x="933106" y="1149410"/>
            <a:ext cx="10513339" cy="478855"/>
          </a:xfrm>
          <a:prstGeom prst="rect">
            <a:avLst/>
          </a:prstGeom>
          <a:noFill/>
        </p:spPr>
        <p:txBody>
          <a:bodyPr wrap="square" lIns="91440" tIns="45720" rIns="91440" bIns="45720" anchor="ctr">
            <a:noAutofit/>
          </a:bodyPr>
          <a:lstStyle/>
          <a:p>
            <a:r>
              <a:rPr lang="zh-CN" altLang="en-US" sz="2000" b="1" dirty="0">
                <a:solidFill>
                  <a:schemeClr val="accent3">
                    <a:lumMod val="75000"/>
                  </a:schemeClr>
                </a:solidFill>
                <a:latin typeface="Arial Narrow" panose="020B0606020202030204" pitchFamily="34" charset="0"/>
              </a:rPr>
              <a:t>有固定基础设施的</a:t>
            </a:r>
            <a:r>
              <a:rPr lang="en-US" altLang="zh-CN" sz="2000" b="1" dirty="0">
                <a:solidFill>
                  <a:schemeClr val="accent3">
                    <a:lumMod val="75000"/>
                  </a:schemeClr>
                </a:solidFill>
                <a:latin typeface="Arial Narrow" panose="020B0606020202030204" pitchFamily="34" charset="0"/>
              </a:rPr>
              <a:t>802.11</a:t>
            </a:r>
            <a:r>
              <a:rPr lang="zh-CN" altLang="en-US" sz="2000" b="1" dirty="0">
                <a:solidFill>
                  <a:schemeClr val="accent3">
                    <a:lumMod val="75000"/>
                  </a:schemeClr>
                </a:solidFill>
                <a:latin typeface="Arial Narrow" panose="020B0606020202030204" pitchFamily="34" charset="0"/>
              </a:rPr>
              <a:t>无线局域网</a:t>
            </a:r>
          </a:p>
        </p:txBody>
      </p:sp>
      <p:grpSp>
        <p:nvGrpSpPr>
          <p:cNvPr id="4" name="组合 3">
            <a:extLst>
              <a:ext uri="{FF2B5EF4-FFF2-40B4-BE49-F238E27FC236}">
                <a16:creationId xmlns:a16="http://schemas.microsoft.com/office/drawing/2014/main" id="{9A1EA9F2-FCB6-48C3-935F-7AE7E3AD14AC}"/>
              </a:ext>
            </a:extLst>
          </p:cNvPr>
          <p:cNvGrpSpPr/>
          <p:nvPr/>
        </p:nvGrpSpPr>
        <p:grpSpPr>
          <a:xfrm>
            <a:off x="304800" y="749300"/>
            <a:ext cx="4938199" cy="400110"/>
            <a:chOff x="424117" y="898245"/>
            <a:chExt cx="4938199" cy="400110"/>
          </a:xfrm>
        </p:grpSpPr>
        <p:sp>
          <p:nvSpPr>
            <p:cNvPr id="2" name="平行四边形 1">
              <a:extLst>
                <a:ext uri="{FF2B5EF4-FFF2-40B4-BE49-F238E27FC236}">
                  <a16:creationId xmlns:a16="http://schemas.microsoft.com/office/drawing/2014/main" id="{1F5BAA3F-9845-4F89-A2DD-8222D3E4EDAC}"/>
                </a:ext>
              </a:extLst>
            </p:cNvPr>
            <p:cNvSpPr/>
            <p:nvPr/>
          </p:nvSpPr>
          <p:spPr>
            <a:xfrm>
              <a:off x="424117" y="898245"/>
              <a:ext cx="628306" cy="387090"/>
            </a:xfrm>
            <a:prstGeom prst="parallelogram">
              <a:avLst/>
            </a:prstGeom>
            <a:solidFill>
              <a:schemeClr val="accent3">
                <a:lumMod val="75000"/>
              </a:schemeClr>
            </a:solidFill>
            <a:ln>
              <a:solidFill>
                <a:schemeClr val="accent3">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CN" sz="2200" dirty="0">
                  <a:latin typeface="Impact" panose="020B0806030902050204" pitchFamily="34" charset="0"/>
                </a:rPr>
                <a:t>01</a:t>
              </a:r>
              <a:endParaRPr lang="zh-CN" altLang="en-US" sz="2200" dirty="0">
                <a:latin typeface="Impact" panose="020B0806030902050204" pitchFamily="34" charset="0"/>
              </a:endParaRPr>
            </a:p>
          </p:txBody>
        </p:sp>
        <p:sp>
          <p:nvSpPr>
            <p:cNvPr id="3" name="文本框 2">
              <a:extLst>
                <a:ext uri="{FF2B5EF4-FFF2-40B4-BE49-F238E27FC236}">
                  <a16:creationId xmlns:a16="http://schemas.microsoft.com/office/drawing/2014/main" id="{4D6BD736-A4D3-4F26-AFED-36E11F50F70B}"/>
                </a:ext>
              </a:extLst>
            </p:cNvPr>
            <p:cNvSpPr txBox="1"/>
            <p:nvPr/>
          </p:nvSpPr>
          <p:spPr>
            <a:xfrm>
              <a:off x="1052423" y="898245"/>
              <a:ext cx="4309893" cy="400110"/>
            </a:xfrm>
            <a:prstGeom prst="rect">
              <a:avLst/>
            </a:prstGeom>
            <a:noFill/>
          </p:spPr>
          <p:txBody>
            <a:bodyPr wrap="square" rtlCol="0">
              <a:spAutoFit/>
            </a:bodyPr>
            <a:lstStyle/>
            <a:p>
              <a:r>
                <a:rPr lang="en-US" altLang="zh-CN" sz="2000" b="1" dirty="0">
                  <a:solidFill>
                    <a:schemeClr val="tx1"/>
                  </a:solidFill>
                  <a:latin typeface="Arial Narrow" panose="020B0606020202030204" pitchFamily="34" charset="0"/>
                </a:rPr>
                <a:t>802.11</a:t>
              </a:r>
              <a:r>
                <a:rPr lang="zh-CN" altLang="en-US" sz="2000" b="1" dirty="0">
                  <a:solidFill>
                    <a:schemeClr val="tx1"/>
                  </a:solidFill>
                  <a:latin typeface="Arial Narrow" panose="020B0606020202030204" pitchFamily="34" charset="0"/>
                </a:rPr>
                <a:t>无线局域网的组成</a:t>
              </a:r>
              <a:endParaRPr lang="en-US" altLang="zh-CN" sz="2000" b="1" dirty="0">
                <a:solidFill>
                  <a:schemeClr val="tx1"/>
                </a:solidFill>
                <a:latin typeface="Arial Narrow" panose="020B0606020202030204" pitchFamily="34" charset="0"/>
              </a:endParaRPr>
            </a:p>
          </p:txBody>
        </p:sp>
      </p:grpSp>
      <p:grpSp>
        <p:nvGrpSpPr>
          <p:cNvPr id="16" name="组合 15">
            <a:extLst>
              <a:ext uri="{FF2B5EF4-FFF2-40B4-BE49-F238E27FC236}">
                <a16:creationId xmlns:a16="http://schemas.microsoft.com/office/drawing/2014/main" id="{16148E07-AA46-4463-83CE-9D376CE4A21C}"/>
              </a:ext>
            </a:extLst>
          </p:cNvPr>
          <p:cNvGrpSpPr/>
          <p:nvPr/>
        </p:nvGrpSpPr>
        <p:grpSpPr>
          <a:xfrm>
            <a:off x="2712917" y="2953137"/>
            <a:ext cx="3458147" cy="3300921"/>
            <a:chOff x="4217527" y="2107021"/>
            <a:chExt cx="3458147" cy="3300921"/>
          </a:xfrm>
        </p:grpSpPr>
        <p:sp>
          <p:nvSpPr>
            <p:cNvPr id="19" name="椭圆 18">
              <a:extLst>
                <a:ext uri="{FF2B5EF4-FFF2-40B4-BE49-F238E27FC236}">
                  <a16:creationId xmlns:a16="http://schemas.microsoft.com/office/drawing/2014/main" id="{11E5CF4D-BE9C-46DA-9EAE-E6DADE3F495B}"/>
                </a:ext>
              </a:extLst>
            </p:cNvPr>
            <p:cNvSpPr/>
            <p:nvPr/>
          </p:nvSpPr>
          <p:spPr>
            <a:xfrm>
              <a:off x="4558444" y="2290712"/>
              <a:ext cx="3117230" cy="3117230"/>
            </a:xfrm>
            <a:prstGeom prst="ellipse">
              <a:avLst/>
            </a:prstGeom>
            <a:noFill/>
            <a:ln>
              <a:solidFill>
                <a:schemeClr val="tx1"/>
              </a:solid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24" name="文本框 23">
              <a:extLst>
                <a:ext uri="{FF2B5EF4-FFF2-40B4-BE49-F238E27FC236}">
                  <a16:creationId xmlns:a16="http://schemas.microsoft.com/office/drawing/2014/main" id="{A4BCBBE7-1B74-49E5-B9EA-55A298699B08}"/>
                </a:ext>
              </a:extLst>
            </p:cNvPr>
            <p:cNvSpPr txBox="1"/>
            <p:nvPr/>
          </p:nvSpPr>
          <p:spPr>
            <a:xfrm>
              <a:off x="5226068" y="4934826"/>
              <a:ext cx="1786001" cy="369332"/>
            </a:xfrm>
            <a:prstGeom prst="rect">
              <a:avLst/>
            </a:prstGeom>
            <a:noFill/>
          </p:spPr>
          <p:txBody>
            <a:bodyPr wrap="square" rtlCol="0">
              <a:spAutoFit/>
            </a:bodyPr>
            <a:lstStyle/>
            <a:p>
              <a:pPr algn="ctr"/>
              <a:r>
                <a:rPr lang="en-US" altLang="zh-CN" b="1" dirty="0">
                  <a:latin typeface="Arial Narrow" panose="020B0606020202030204" pitchFamily="34" charset="0"/>
                </a:rPr>
                <a:t>BSS1</a:t>
              </a:r>
              <a:endParaRPr lang="zh-CN" altLang="en-US" b="1" dirty="0">
                <a:latin typeface="Arial Narrow" panose="020B0606020202030204" pitchFamily="34" charset="0"/>
              </a:endParaRPr>
            </a:p>
          </p:txBody>
        </p:sp>
        <p:grpSp>
          <p:nvGrpSpPr>
            <p:cNvPr id="13" name="组合 12">
              <a:extLst>
                <a:ext uri="{FF2B5EF4-FFF2-40B4-BE49-F238E27FC236}">
                  <a16:creationId xmlns:a16="http://schemas.microsoft.com/office/drawing/2014/main" id="{90AC03CF-187B-4D55-BD5F-B38527D0089C}"/>
                </a:ext>
              </a:extLst>
            </p:cNvPr>
            <p:cNvGrpSpPr/>
            <p:nvPr/>
          </p:nvGrpSpPr>
          <p:grpSpPr>
            <a:xfrm>
              <a:off x="5511164" y="3099641"/>
              <a:ext cx="1272594" cy="1335614"/>
              <a:chOff x="5511164" y="3099641"/>
              <a:chExt cx="1272594" cy="1335614"/>
            </a:xfrm>
          </p:grpSpPr>
          <p:sp>
            <p:nvSpPr>
              <p:cNvPr id="76" name="文本框 75">
                <a:extLst>
                  <a:ext uri="{FF2B5EF4-FFF2-40B4-BE49-F238E27FC236}">
                    <a16:creationId xmlns:a16="http://schemas.microsoft.com/office/drawing/2014/main" id="{F6EB4E01-4CFC-4DD1-9CD9-E73AD52538E0}"/>
                  </a:ext>
                </a:extLst>
              </p:cNvPr>
              <p:cNvSpPr txBox="1"/>
              <p:nvPr/>
            </p:nvSpPr>
            <p:spPr>
              <a:xfrm>
                <a:off x="5511164" y="4065923"/>
                <a:ext cx="1272594" cy="369332"/>
              </a:xfrm>
              <a:prstGeom prst="rect">
                <a:avLst/>
              </a:prstGeom>
              <a:noFill/>
            </p:spPr>
            <p:txBody>
              <a:bodyPr wrap="square" rtlCol="0">
                <a:spAutoFit/>
              </a:bodyPr>
              <a:lstStyle/>
              <a:p>
                <a:pPr algn="ctr"/>
                <a:r>
                  <a:rPr lang="en-US" altLang="zh-CN" b="1" dirty="0">
                    <a:latin typeface="Arial Narrow" panose="020B0606020202030204" pitchFamily="34" charset="0"/>
                  </a:rPr>
                  <a:t>AP1</a:t>
                </a:r>
                <a:endParaRPr lang="zh-CN" altLang="en-US" b="1" dirty="0">
                  <a:latin typeface="Arial Narrow" panose="020B0606020202030204" pitchFamily="34" charset="0"/>
                </a:endParaRPr>
              </a:p>
            </p:txBody>
          </p:sp>
          <p:pic>
            <p:nvPicPr>
              <p:cNvPr id="32" name="图形 31">
                <a:extLst>
                  <a:ext uri="{FF2B5EF4-FFF2-40B4-BE49-F238E27FC236}">
                    <a16:creationId xmlns:a16="http://schemas.microsoft.com/office/drawing/2014/main" id="{51FDC802-626C-4992-B398-7B209FB093FE}"/>
                  </a:ext>
                </a:extLst>
              </p:cNvPr>
              <p:cNvPicPr>
                <a:picLocks noChangeAspect="1"/>
              </p:cNvPicPr>
              <p:nvPr/>
            </p:nvPicPr>
            <p:blipFill>
              <a:blip r:embed="rId3">
                <a:extLst>
                  <a:ext uri="{28A0092B-C50C-407E-A947-70E740481C1C}">
                    <a14:useLocalDpi xmlns:a14="http://schemas.microsoft.com/office/drawing/2010/main" val="0"/>
                  </a:ext>
                  <a:ext uri="{96DAC541-7B7A-43D3-8B79-37D633B846F1}">
                    <asvg:svgBlip xmlns:asvg="http://schemas.microsoft.com/office/drawing/2016/SVG/main" r:embed="rId4"/>
                  </a:ext>
                </a:extLst>
              </a:blip>
              <a:stretch>
                <a:fillRect/>
              </a:stretch>
            </p:blipFill>
            <p:spPr>
              <a:xfrm>
                <a:off x="5707974" y="3099641"/>
                <a:ext cx="1028700" cy="1009650"/>
              </a:xfrm>
              <a:prstGeom prst="rect">
                <a:avLst/>
              </a:prstGeom>
            </p:spPr>
          </p:pic>
        </p:grpSp>
        <p:grpSp>
          <p:nvGrpSpPr>
            <p:cNvPr id="9" name="组合 8">
              <a:extLst>
                <a:ext uri="{FF2B5EF4-FFF2-40B4-BE49-F238E27FC236}">
                  <a16:creationId xmlns:a16="http://schemas.microsoft.com/office/drawing/2014/main" id="{B60E5B4C-3174-406C-9F00-F72946FD8C36}"/>
                </a:ext>
              </a:extLst>
            </p:cNvPr>
            <p:cNvGrpSpPr/>
            <p:nvPr/>
          </p:nvGrpSpPr>
          <p:grpSpPr>
            <a:xfrm>
              <a:off x="4708861" y="4214791"/>
              <a:ext cx="772699" cy="858650"/>
              <a:chOff x="8735761" y="5137011"/>
              <a:chExt cx="772699" cy="858650"/>
            </a:xfrm>
          </p:grpSpPr>
          <p:pic>
            <p:nvPicPr>
              <p:cNvPr id="41" name="图形 10">
                <a:extLst>
                  <a:ext uri="{FF2B5EF4-FFF2-40B4-BE49-F238E27FC236}">
                    <a16:creationId xmlns:a16="http://schemas.microsoft.com/office/drawing/2014/main" id="{FFB706F8-658F-4A80-B3FF-C53C7EC78F83}"/>
                  </a:ext>
                </a:extLst>
              </p:cNvPr>
              <p:cNvPicPr>
                <a:picLocks noChangeAspect="1"/>
              </p:cNvPicPr>
              <p:nvPr/>
            </p:nvPicPr>
            <p:blipFill>
              <a:blip r:embed="rId5">
                <a:extLst>
                  <a:ext uri="{28A0092B-C50C-407E-A947-70E740481C1C}">
                    <a14:useLocalDpi xmlns:a14="http://schemas.microsoft.com/office/drawing/2010/main" val="0"/>
                  </a:ext>
                  <a:ext uri="{96DAC541-7B7A-43D3-8B79-37D633B846F1}">
                    <asvg:svgBlip xmlns:asvg="http://schemas.microsoft.com/office/drawing/2016/SVG/main" r:embed="rId6"/>
                  </a:ext>
                </a:extLst>
              </a:blip>
              <a:stretch>
                <a:fillRect/>
              </a:stretch>
            </p:blipFill>
            <p:spPr>
              <a:xfrm>
                <a:off x="8735761" y="5354579"/>
                <a:ext cx="662814" cy="641082"/>
              </a:xfrm>
              <a:prstGeom prst="rect">
                <a:avLst/>
              </a:prstGeom>
            </p:spPr>
          </p:pic>
          <p:grpSp>
            <p:nvGrpSpPr>
              <p:cNvPr id="70" name="组合 69">
                <a:extLst>
                  <a:ext uri="{FF2B5EF4-FFF2-40B4-BE49-F238E27FC236}">
                    <a16:creationId xmlns:a16="http://schemas.microsoft.com/office/drawing/2014/main" id="{FFB1DD27-89F5-4288-9F9E-92751553B153}"/>
                  </a:ext>
                </a:extLst>
              </p:cNvPr>
              <p:cNvGrpSpPr/>
              <p:nvPr/>
            </p:nvGrpSpPr>
            <p:grpSpPr>
              <a:xfrm>
                <a:off x="9127460" y="5137011"/>
                <a:ext cx="381000" cy="351117"/>
                <a:chOff x="2556504" y="2484669"/>
                <a:chExt cx="381000" cy="351117"/>
              </a:xfrm>
            </p:grpSpPr>
            <p:pic>
              <p:nvPicPr>
                <p:cNvPr id="71" name="图形 70">
                  <a:extLst>
                    <a:ext uri="{FF2B5EF4-FFF2-40B4-BE49-F238E27FC236}">
                      <a16:creationId xmlns:a16="http://schemas.microsoft.com/office/drawing/2014/main" id="{47FB686B-5108-4B63-94BB-5E7312B423F9}"/>
                    </a:ext>
                  </a:extLst>
                </p:cNvPr>
                <p:cNvPicPr>
                  <a:picLocks noChangeAspect="1"/>
                </p:cNvPicPr>
                <p:nvPr/>
              </p:nvPicPr>
              <p:blipFill>
                <a:blip r:embed="rId7">
                  <a:extLst>
                    <a:ext uri="{28A0092B-C50C-407E-A947-70E740481C1C}">
                      <a14:useLocalDpi xmlns:a14="http://schemas.microsoft.com/office/drawing/2010/main" val="0"/>
                    </a:ext>
                    <a:ext uri="{96DAC541-7B7A-43D3-8B79-37D633B846F1}">
                      <asvg:svgBlip xmlns:asvg="http://schemas.microsoft.com/office/drawing/2016/SVG/main" r:embed="rId8"/>
                    </a:ext>
                  </a:extLst>
                </a:blip>
                <a:stretch>
                  <a:fillRect/>
                </a:stretch>
              </p:blipFill>
              <p:spPr>
                <a:xfrm>
                  <a:off x="2556504" y="2484669"/>
                  <a:ext cx="381000" cy="285750"/>
                </a:xfrm>
                <a:prstGeom prst="rect">
                  <a:avLst/>
                </a:prstGeom>
              </p:spPr>
            </p:pic>
            <p:cxnSp>
              <p:nvCxnSpPr>
                <p:cNvPr id="72" name="直接连接符 71">
                  <a:extLst>
                    <a:ext uri="{FF2B5EF4-FFF2-40B4-BE49-F238E27FC236}">
                      <a16:creationId xmlns:a16="http://schemas.microsoft.com/office/drawing/2014/main" id="{64E059CC-7FEA-4019-B5D1-F5FC6A8E18E7}"/>
                    </a:ext>
                  </a:extLst>
                </p:cNvPr>
                <p:cNvCxnSpPr/>
                <p:nvPr/>
              </p:nvCxnSpPr>
              <p:spPr>
                <a:xfrm>
                  <a:off x="2747004" y="2612580"/>
                  <a:ext cx="0" cy="223206"/>
                </a:xfrm>
                <a:prstGeom prst="line">
                  <a:avLst/>
                </a:prstGeom>
                <a:ln w="25400">
                  <a:solidFill>
                    <a:srgbClr val="999999"/>
                  </a:solidFill>
                </a:ln>
              </p:spPr>
              <p:style>
                <a:lnRef idx="1">
                  <a:schemeClr val="accent1"/>
                </a:lnRef>
                <a:fillRef idx="0">
                  <a:schemeClr val="accent1"/>
                </a:fillRef>
                <a:effectRef idx="0">
                  <a:schemeClr val="accent1"/>
                </a:effectRef>
                <a:fontRef idx="minor">
                  <a:schemeClr val="tx1"/>
                </a:fontRef>
              </p:style>
            </p:cxnSp>
          </p:grpSp>
        </p:grpSp>
        <p:grpSp>
          <p:nvGrpSpPr>
            <p:cNvPr id="12" name="组合 11">
              <a:extLst>
                <a:ext uri="{FF2B5EF4-FFF2-40B4-BE49-F238E27FC236}">
                  <a16:creationId xmlns:a16="http://schemas.microsoft.com/office/drawing/2014/main" id="{4DD0B389-D978-4FE3-A04D-779BD992BB86}"/>
                </a:ext>
              </a:extLst>
            </p:cNvPr>
            <p:cNvGrpSpPr/>
            <p:nvPr/>
          </p:nvGrpSpPr>
          <p:grpSpPr>
            <a:xfrm>
              <a:off x="4217527" y="3214597"/>
              <a:ext cx="681834" cy="830033"/>
              <a:chOff x="6956615" y="1391042"/>
              <a:chExt cx="681834" cy="830033"/>
            </a:xfrm>
          </p:grpSpPr>
          <p:grpSp>
            <p:nvGrpSpPr>
              <p:cNvPr id="54" name="组合 53">
                <a:extLst>
                  <a:ext uri="{FF2B5EF4-FFF2-40B4-BE49-F238E27FC236}">
                    <a16:creationId xmlns:a16="http://schemas.microsoft.com/office/drawing/2014/main" id="{43CACFB6-2186-481B-9C9F-2B35A1831EDF}"/>
                  </a:ext>
                </a:extLst>
              </p:cNvPr>
              <p:cNvGrpSpPr/>
              <p:nvPr/>
            </p:nvGrpSpPr>
            <p:grpSpPr>
              <a:xfrm>
                <a:off x="7257449" y="1391042"/>
                <a:ext cx="381000" cy="351117"/>
                <a:chOff x="2556504" y="2484669"/>
                <a:chExt cx="381000" cy="351117"/>
              </a:xfrm>
            </p:grpSpPr>
            <p:pic>
              <p:nvPicPr>
                <p:cNvPr id="55" name="图形 54">
                  <a:extLst>
                    <a:ext uri="{FF2B5EF4-FFF2-40B4-BE49-F238E27FC236}">
                      <a16:creationId xmlns:a16="http://schemas.microsoft.com/office/drawing/2014/main" id="{031F7A51-135B-45DC-9C5F-1F16EAFE2A90}"/>
                    </a:ext>
                  </a:extLst>
                </p:cNvPr>
                <p:cNvPicPr>
                  <a:picLocks noChangeAspect="1"/>
                </p:cNvPicPr>
                <p:nvPr/>
              </p:nvPicPr>
              <p:blipFill>
                <a:blip r:embed="rId7">
                  <a:extLst>
                    <a:ext uri="{28A0092B-C50C-407E-A947-70E740481C1C}">
                      <a14:useLocalDpi xmlns:a14="http://schemas.microsoft.com/office/drawing/2010/main" val="0"/>
                    </a:ext>
                    <a:ext uri="{96DAC541-7B7A-43D3-8B79-37D633B846F1}">
                      <asvg:svgBlip xmlns:asvg="http://schemas.microsoft.com/office/drawing/2016/SVG/main" r:embed="rId8"/>
                    </a:ext>
                  </a:extLst>
                </a:blip>
                <a:stretch>
                  <a:fillRect/>
                </a:stretch>
              </p:blipFill>
              <p:spPr>
                <a:xfrm>
                  <a:off x="2556504" y="2484669"/>
                  <a:ext cx="381000" cy="285750"/>
                </a:xfrm>
                <a:prstGeom prst="rect">
                  <a:avLst/>
                </a:prstGeom>
              </p:spPr>
            </p:pic>
            <p:cxnSp>
              <p:nvCxnSpPr>
                <p:cNvPr id="56" name="直接连接符 55">
                  <a:extLst>
                    <a:ext uri="{FF2B5EF4-FFF2-40B4-BE49-F238E27FC236}">
                      <a16:creationId xmlns:a16="http://schemas.microsoft.com/office/drawing/2014/main" id="{F78D4996-A92C-404E-8C62-9BB6822AD7AC}"/>
                    </a:ext>
                  </a:extLst>
                </p:cNvPr>
                <p:cNvCxnSpPr/>
                <p:nvPr/>
              </p:nvCxnSpPr>
              <p:spPr>
                <a:xfrm>
                  <a:off x="2747004" y="2612580"/>
                  <a:ext cx="0" cy="223206"/>
                </a:xfrm>
                <a:prstGeom prst="line">
                  <a:avLst/>
                </a:prstGeom>
                <a:ln w="25400">
                  <a:solidFill>
                    <a:srgbClr val="999999"/>
                  </a:solidFill>
                </a:ln>
              </p:spPr>
              <p:style>
                <a:lnRef idx="1">
                  <a:schemeClr val="accent1"/>
                </a:lnRef>
                <a:fillRef idx="0">
                  <a:schemeClr val="accent1"/>
                </a:fillRef>
                <a:effectRef idx="0">
                  <a:schemeClr val="accent1"/>
                </a:effectRef>
                <a:fontRef idx="minor">
                  <a:schemeClr val="tx1"/>
                </a:fontRef>
              </p:style>
            </p:cxnSp>
          </p:grpSp>
          <p:pic>
            <p:nvPicPr>
              <p:cNvPr id="33" name="图形 10">
                <a:extLst>
                  <a:ext uri="{FF2B5EF4-FFF2-40B4-BE49-F238E27FC236}">
                    <a16:creationId xmlns:a16="http://schemas.microsoft.com/office/drawing/2014/main" id="{5A9BC258-F80F-4F21-9EFB-C36AC2E37E2A}"/>
                  </a:ext>
                </a:extLst>
              </p:cNvPr>
              <p:cNvPicPr>
                <a:picLocks noChangeAspect="1"/>
              </p:cNvPicPr>
              <p:nvPr/>
            </p:nvPicPr>
            <p:blipFill>
              <a:blip r:embed="rId5">
                <a:extLst>
                  <a:ext uri="{28A0092B-C50C-407E-A947-70E740481C1C}">
                    <a14:useLocalDpi xmlns:a14="http://schemas.microsoft.com/office/drawing/2010/main" val="0"/>
                  </a:ext>
                  <a:ext uri="{96DAC541-7B7A-43D3-8B79-37D633B846F1}">
                    <asvg:svgBlip xmlns:asvg="http://schemas.microsoft.com/office/drawing/2016/SVG/main" r:embed="rId6"/>
                  </a:ext>
                </a:extLst>
              </a:blip>
              <a:stretch>
                <a:fillRect/>
              </a:stretch>
            </p:blipFill>
            <p:spPr>
              <a:xfrm>
                <a:off x="6956615" y="1579993"/>
                <a:ext cx="662814" cy="641082"/>
              </a:xfrm>
              <a:prstGeom prst="rect">
                <a:avLst/>
              </a:prstGeom>
            </p:spPr>
          </p:pic>
        </p:grpSp>
        <p:grpSp>
          <p:nvGrpSpPr>
            <p:cNvPr id="6" name="组合 5">
              <a:extLst>
                <a:ext uri="{FF2B5EF4-FFF2-40B4-BE49-F238E27FC236}">
                  <a16:creationId xmlns:a16="http://schemas.microsoft.com/office/drawing/2014/main" id="{B646B45F-71F6-4792-9D91-B5E6C971F7C1}"/>
                </a:ext>
              </a:extLst>
            </p:cNvPr>
            <p:cNvGrpSpPr/>
            <p:nvPr/>
          </p:nvGrpSpPr>
          <p:grpSpPr>
            <a:xfrm>
              <a:off x="4708861" y="2107021"/>
              <a:ext cx="662814" cy="830033"/>
              <a:chOff x="10392760" y="1391042"/>
              <a:chExt cx="662814" cy="830033"/>
            </a:xfrm>
          </p:grpSpPr>
          <p:grpSp>
            <p:nvGrpSpPr>
              <p:cNvPr id="60" name="组合 59">
                <a:extLst>
                  <a:ext uri="{FF2B5EF4-FFF2-40B4-BE49-F238E27FC236}">
                    <a16:creationId xmlns:a16="http://schemas.microsoft.com/office/drawing/2014/main" id="{89699963-AA7D-4F41-A05C-2912FF547A41}"/>
                  </a:ext>
                </a:extLst>
              </p:cNvPr>
              <p:cNvGrpSpPr/>
              <p:nvPr/>
            </p:nvGrpSpPr>
            <p:grpSpPr>
              <a:xfrm>
                <a:off x="10674574" y="1391042"/>
                <a:ext cx="381000" cy="351117"/>
                <a:chOff x="2556504" y="2484669"/>
                <a:chExt cx="381000" cy="351117"/>
              </a:xfrm>
            </p:grpSpPr>
            <p:pic>
              <p:nvPicPr>
                <p:cNvPr id="61" name="图形 60">
                  <a:extLst>
                    <a:ext uri="{FF2B5EF4-FFF2-40B4-BE49-F238E27FC236}">
                      <a16:creationId xmlns:a16="http://schemas.microsoft.com/office/drawing/2014/main" id="{D66EED3C-ABB8-4AB3-B893-10EB52EF4A2A}"/>
                    </a:ext>
                  </a:extLst>
                </p:cNvPr>
                <p:cNvPicPr>
                  <a:picLocks noChangeAspect="1"/>
                </p:cNvPicPr>
                <p:nvPr/>
              </p:nvPicPr>
              <p:blipFill>
                <a:blip r:embed="rId7">
                  <a:extLst>
                    <a:ext uri="{28A0092B-C50C-407E-A947-70E740481C1C}">
                      <a14:useLocalDpi xmlns:a14="http://schemas.microsoft.com/office/drawing/2010/main" val="0"/>
                    </a:ext>
                    <a:ext uri="{96DAC541-7B7A-43D3-8B79-37D633B846F1}">
                      <asvg:svgBlip xmlns:asvg="http://schemas.microsoft.com/office/drawing/2016/SVG/main" r:embed="rId8"/>
                    </a:ext>
                  </a:extLst>
                </a:blip>
                <a:stretch>
                  <a:fillRect/>
                </a:stretch>
              </p:blipFill>
              <p:spPr>
                <a:xfrm>
                  <a:off x="2556504" y="2484669"/>
                  <a:ext cx="381000" cy="285750"/>
                </a:xfrm>
                <a:prstGeom prst="rect">
                  <a:avLst/>
                </a:prstGeom>
              </p:spPr>
            </p:pic>
            <p:cxnSp>
              <p:nvCxnSpPr>
                <p:cNvPr id="62" name="直接连接符 61">
                  <a:extLst>
                    <a:ext uri="{FF2B5EF4-FFF2-40B4-BE49-F238E27FC236}">
                      <a16:creationId xmlns:a16="http://schemas.microsoft.com/office/drawing/2014/main" id="{247CA075-F94E-4870-8C28-AC00131C2824}"/>
                    </a:ext>
                  </a:extLst>
                </p:cNvPr>
                <p:cNvCxnSpPr/>
                <p:nvPr/>
              </p:nvCxnSpPr>
              <p:spPr>
                <a:xfrm>
                  <a:off x="2747004" y="2612580"/>
                  <a:ext cx="0" cy="223206"/>
                </a:xfrm>
                <a:prstGeom prst="line">
                  <a:avLst/>
                </a:prstGeom>
                <a:ln w="25400">
                  <a:solidFill>
                    <a:srgbClr val="999999"/>
                  </a:solidFill>
                </a:ln>
              </p:spPr>
              <p:style>
                <a:lnRef idx="1">
                  <a:schemeClr val="accent1"/>
                </a:lnRef>
                <a:fillRef idx="0">
                  <a:schemeClr val="accent1"/>
                </a:fillRef>
                <a:effectRef idx="0">
                  <a:schemeClr val="accent1"/>
                </a:effectRef>
                <a:fontRef idx="minor">
                  <a:schemeClr val="tx1"/>
                </a:fontRef>
              </p:style>
            </p:cxnSp>
          </p:grpSp>
          <p:pic>
            <p:nvPicPr>
              <p:cNvPr id="38" name="图形 10">
                <a:extLst>
                  <a:ext uri="{FF2B5EF4-FFF2-40B4-BE49-F238E27FC236}">
                    <a16:creationId xmlns:a16="http://schemas.microsoft.com/office/drawing/2014/main" id="{87474D5E-4CAA-47EA-BED7-ACA643385B1D}"/>
                  </a:ext>
                </a:extLst>
              </p:cNvPr>
              <p:cNvPicPr>
                <a:picLocks noChangeAspect="1"/>
              </p:cNvPicPr>
              <p:nvPr/>
            </p:nvPicPr>
            <p:blipFill>
              <a:blip r:embed="rId5">
                <a:extLst>
                  <a:ext uri="{28A0092B-C50C-407E-A947-70E740481C1C}">
                    <a14:useLocalDpi xmlns:a14="http://schemas.microsoft.com/office/drawing/2010/main" val="0"/>
                  </a:ext>
                  <a:ext uri="{96DAC541-7B7A-43D3-8B79-37D633B846F1}">
                    <asvg:svgBlip xmlns:asvg="http://schemas.microsoft.com/office/drawing/2016/SVG/main" r:embed="rId6"/>
                  </a:ext>
                </a:extLst>
              </a:blip>
              <a:stretch>
                <a:fillRect/>
              </a:stretch>
            </p:blipFill>
            <p:spPr>
              <a:xfrm>
                <a:off x="10392760" y="1579993"/>
                <a:ext cx="662814" cy="641082"/>
              </a:xfrm>
              <a:prstGeom prst="rect">
                <a:avLst/>
              </a:prstGeom>
            </p:spPr>
          </p:pic>
        </p:grpSp>
        <p:grpSp>
          <p:nvGrpSpPr>
            <p:cNvPr id="7" name="组合 6">
              <a:extLst>
                <a:ext uri="{FF2B5EF4-FFF2-40B4-BE49-F238E27FC236}">
                  <a16:creationId xmlns:a16="http://schemas.microsoft.com/office/drawing/2014/main" id="{BEF01416-B3D8-4875-8B1B-20A96441AEA1}"/>
                </a:ext>
              </a:extLst>
            </p:cNvPr>
            <p:cNvGrpSpPr/>
            <p:nvPr/>
          </p:nvGrpSpPr>
          <p:grpSpPr>
            <a:xfrm>
              <a:off x="6825249" y="2115915"/>
              <a:ext cx="684060" cy="821139"/>
              <a:chOff x="10868587" y="2993998"/>
              <a:chExt cx="684060" cy="821139"/>
            </a:xfrm>
          </p:grpSpPr>
          <p:grpSp>
            <p:nvGrpSpPr>
              <p:cNvPr id="63" name="组合 62">
                <a:extLst>
                  <a:ext uri="{FF2B5EF4-FFF2-40B4-BE49-F238E27FC236}">
                    <a16:creationId xmlns:a16="http://schemas.microsoft.com/office/drawing/2014/main" id="{DE0CFE49-241E-4BEC-8031-D2BB1C88CFDE}"/>
                  </a:ext>
                </a:extLst>
              </p:cNvPr>
              <p:cNvGrpSpPr/>
              <p:nvPr/>
            </p:nvGrpSpPr>
            <p:grpSpPr>
              <a:xfrm>
                <a:off x="11171647" y="2993998"/>
                <a:ext cx="381000" cy="351117"/>
                <a:chOff x="2556504" y="2484669"/>
                <a:chExt cx="381000" cy="351117"/>
              </a:xfrm>
            </p:grpSpPr>
            <p:pic>
              <p:nvPicPr>
                <p:cNvPr id="64" name="图形 63">
                  <a:extLst>
                    <a:ext uri="{FF2B5EF4-FFF2-40B4-BE49-F238E27FC236}">
                      <a16:creationId xmlns:a16="http://schemas.microsoft.com/office/drawing/2014/main" id="{A881FFB2-15C5-4589-A75C-324505B81D61}"/>
                    </a:ext>
                  </a:extLst>
                </p:cNvPr>
                <p:cNvPicPr>
                  <a:picLocks noChangeAspect="1"/>
                </p:cNvPicPr>
                <p:nvPr/>
              </p:nvPicPr>
              <p:blipFill>
                <a:blip r:embed="rId7">
                  <a:extLst>
                    <a:ext uri="{28A0092B-C50C-407E-A947-70E740481C1C}">
                      <a14:useLocalDpi xmlns:a14="http://schemas.microsoft.com/office/drawing/2010/main" val="0"/>
                    </a:ext>
                    <a:ext uri="{96DAC541-7B7A-43D3-8B79-37D633B846F1}">
                      <asvg:svgBlip xmlns:asvg="http://schemas.microsoft.com/office/drawing/2016/SVG/main" r:embed="rId8"/>
                    </a:ext>
                  </a:extLst>
                </a:blip>
                <a:stretch>
                  <a:fillRect/>
                </a:stretch>
              </p:blipFill>
              <p:spPr>
                <a:xfrm>
                  <a:off x="2556504" y="2484669"/>
                  <a:ext cx="381000" cy="285750"/>
                </a:xfrm>
                <a:prstGeom prst="rect">
                  <a:avLst/>
                </a:prstGeom>
              </p:spPr>
            </p:pic>
            <p:cxnSp>
              <p:nvCxnSpPr>
                <p:cNvPr id="65" name="直接连接符 64">
                  <a:extLst>
                    <a:ext uri="{FF2B5EF4-FFF2-40B4-BE49-F238E27FC236}">
                      <a16:creationId xmlns:a16="http://schemas.microsoft.com/office/drawing/2014/main" id="{8567AE27-9A73-4AF9-9E50-C682DFF89915}"/>
                    </a:ext>
                  </a:extLst>
                </p:cNvPr>
                <p:cNvCxnSpPr/>
                <p:nvPr/>
              </p:nvCxnSpPr>
              <p:spPr>
                <a:xfrm>
                  <a:off x="2747004" y="2612580"/>
                  <a:ext cx="0" cy="223206"/>
                </a:xfrm>
                <a:prstGeom prst="line">
                  <a:avLst/>
                </a:prstGeom>
                <a:ln w="25400">
                  <a:solidFill>
                    <a:srgbClr val="999999"/>
                  </a:solidFill>
                </a:ln>
              </p:spPr>
              <p:style>
                <a:lnRef idx="1">
                  <a:schemeClr val="accent1"/>
                </a:lnRef>
                <a:fillRef idx="0">
                  <a:schemeClr val="accent1"/>
                </a:fillRef>
                <a:effectRef idx="0">
                  <a:schemeClr val="accent1"/>
                </a:effectRef>
                <a:fontRef idx="minor">
                  <a:schemeClr val="tx1"/>
                </a:fontRef>
              </p:style>
            </p:cxnSp>
          </p:grpSp>
          <p:pic>
            <p:nvPicPr>
              <p:cNvPr id="39" name="图形 10">
                <a:extLst>
                  <a:ext uri="{FF2B5EF4-FFF2-40B4-BE49-F238E27FC236}">
                    <a16:creationId xmlns:a16="http://schemas.microsoft.com/office/drawing/2014/main" id="{BB7780F0-4F6C-453A-B57D-99858E60B78D}"/>
                  </a:ext>
                </a:extLst>
              </p:cNvPr>
              <p:cNvPicPr>
                <a:picLocks noChangeAspect="1"/>
              </p:cNvPicPr>
              <p:nvPr/>
            </p:nvPicPr>
            <p:blipFill>
              <a:blip r:embed="rId5">
                <a:extLst>
                  <a:ext uri="{28A0092B-C50C-407E-A947-70E740481C1C}">
                    <a14:useLocalDpi xmlns:a14="http://schemas.microsoft.com/office/drawing/2010/main" val="0"/>
                  </a:ext>
                  <a:ext uri="{96DAC541-7B7A-43D3-8B79-37D633B846F1}">
                    <asvg:svgBlip xmlns:asvg="http://schemas.microsoft.com/office/drawing/2016/SVG/main" r:embed="rId6"/>
                  </a:ext>
                </a:extLst>
              </a:blip>
              <a:stretch>
                <a:fillRect/>
              </a:stretch>
            </p:blipFill>
            <p:spPr>
              <a:xfrm>
                <a:off x="10868587" y="3174055"/>
                <a:ext cx="662814" cy="641082"/>
              </a:xfrm>
              <a:prstGeom prst="rect">
                <a:avLst/>
              </a:prstGeom>
            </p:spPr>
          </p:pic>
        </p:grpSp>
        <p:grpSp>
          <p:nvGrpSpPr>
            <p:cNvPr id="8" name="组合 7">
              <a:extLst>
                <a:ext uri="{FF2B5EF4-FFF2-40B4-BE49-F238E27FC236}">
                  <a16:creationId xmlns:a16="http://schemas.microsoft.com/office/drawing/2014/main" id="{FABBA271-FA4A-4DF3-9617-AC0736095428}"/>
                </a:ext>
              </a:extLst>
            </p:cNvPr>
            <p:cNvGrpSpPr/>
            <p:nvPr/>
          </p:nvGrpSpPr>
          <p:grpSpPr>
            <a:xfrm>
              <a:off x="6879143" y="4346906"/>
              <a:ext cx="662814" cy="853468"/>
              <a:chOff x="10344206" y="4379100"/>
              <a:chExt cx="662814" cy="853468"/>
            </a:xfrm>
          </p:grpSpPr>
          <p:grpSp>
            <p:nvGrpSpPr>
              <p:cNvPr id="67" name="组合 66">
                <a:extLst>
                  <a:ext uri="{FF2B5EF4-FFF2-40B4-BE49-F238E27FC236}">
                    <a16:creationId xmlns:a16="http://schemas.microsoft.com/office/drawing/2014/main" id="{B1EBDC09-ED4D-4B9E-93ED-0C20D402F629}"/>
                  </a:ext>
                </a:extLst>
              </p:cNvPr>
              <p:cNvGrpSpPr/>
              <p:nvPr/>
            </p:nvGrpSpPr>
            <p:grpSpPr>
              <a:xfrm>
                <a:off x="10626020" y="4379100"/>
                <a:ext cx="381000" cy="351117"/>
                <a:chOff x="2556504" y="2484669"/>
                <a:chExt cx="381000" cy="351117"/>
              </a:xfrm>
            </p:grpSpPr>
            <p:pic>
              <p:nvPicPr>
                <p:cNvPr id="68" name="图形 67">
                  <a:extLst>
                    <a:ext uri="{FF2B5EF4-FFF2-40B4-BE49-F238E27FC236}">
                      <a16:creationId xmlns:a16="http://schemas.microsoft.com/office/drawing/2014/main" id="{1FEE0958-B23D-4E63-A6AE-BF90343E1999}"/>
                    </a:ext>
                  </a:extLst>
                </p:cNvPr>
                <p:cNvPicPr>
                  <a:picLocks noChangeAspect="1"/>
                </p:cNvPicPr>
                <p:nvPr/>
              </p:nvPicPr>
              <p:blipFill>
                <a:blip r:embed="rId7">
                  <a:extLst>
                    <a:ext uri="{28A0092B-C50C-407E-A947-70E740481C1C}">
                      <a14:useLocalDpi xmlns:a14="http://schemas.microsoft.com/office/drawing/2010/main" val="0"/>
                    </a:ext>
                    <a:ext uri="{96DAC541-7B7A-43D3-8B79-37D633B846F1}">
                      <asvg:svgBlip xmlns:asvg="http://schemas.microsoft.com/office/drawing/2016/SVG/main" r:embed="rId8"/>
                    </a:ext>
                  </a:extLst>
                </a:blip>
                <a:stretch>
                  <a:fillRect/>
                </a:stretch>
              </p:blipFill>
              <p:spPr>
                <a:xfrm>
                  <a:off x="2556504" y="2484669"/>
                  <a:ext cx="381000" cy="285750"/>
                </a:xfrm>
                <a:prstGeom prst="rect">
                  <a:avLst/>
                </a:prstGeom>
              </p:spPr>
            </p:pic>
            <p:cxnSp>
              <p:nvCxnSpPr>
                <p:cNvPr id="69" name="直接连接符 68">
                  <a:extLst>
                    <a:ext uri="{FF2B5EF4-FFF2-40B4-BE49-F238E27FC236}">
                      <a16:creationId xmlns:a16="http://schemas.microsoft.com/office/drawing/2014/main" id="{52EB35D2-ADEE-4C09-80CD-33509D770BD4}"/>
                    </a:ext>
                  </a:extLst>
                </p:cNvPr>
                <p:cNvCxnSpPr/>
                <p:nvPr/>
              </p:nvCxnSpPr>
              <p:spPr>
                <a:xfrm>
                  <a:off x="2747004" y="2612580"/>
                  <a:ext cx="0" cy="223206"/>
                </a:xfrm>
                <a:prstGeom prst="line">
                  <a:avLst/>
                </a:prstGeom>
                <a:ln w="25400">
                  <a:solidFill>
                    <a:srgbClr val="999999"/>
                  </a:solidFill>
                </a:ln>
              </p:spPr>
              <p:style>
                <a:lnRef idx="1">
                  <a:schemeClr val="accent1"/>
                </a:lnRef>
                <a:fillRef idx="0">
                  <a:schemeClr val="accent1"/>
                </a:fillRef>
                <a:effectRef idx="0">
                  <a:schemeClr val="accent1"/>
                </a:effectRef>
                <a:fontRef idx="minor">
                  <a:schemeClr val="tx1"/>
                </a:fontRef>
              </p:style>
            </p:cxnSp>
          </p:grpSp>
          <p:pic>
            <p:nvPicPr>
              <p:cNvPr id="42" name="图形 10">
                <a:extLst>
                  <a:ext uri="{FF2B5EF4-FFF2-40B4-BE49-F238E27FC236}">
                    <a16:creationId xmlns:a16="http://schemas.microsoft.com/office/drawing/2014/main" id="{7C5AE7F5-BE3C-4E23-BD4B-BB486769AE69}"/>
                  </a:ext>
                </a:extLst>
              </p:cNvPr>
              <p:cNvPicPr>
                <a:picLocks noChangeAspect="1"/>
              </p:cNvPicPr>
              <p:nvPr/>
            </p:nvPicPr>
            <p:blipFill>
              <a:blip r:embed="rId5">
                <a:extLst>
                  <a:ext uri="{28A0092B-C50C-407E-A947-70E740481C1C}">
                    <a14:useLocalDpi xmlns:a14="http://schemas.microsoft.com/office/drawing/2010/main" val="0"/>
                  </a:ext>
                  <a:ext uri="{96DAC541-7B7A-43D3-8B79-37D633B846F1}">
                    <asvg:svgBlip xmlns:asvg="http://schemas.microsoft.com/office/drawing/2016/SVG/main" r:embed="rId6"/>
                  </a:ext>
                </a:extLst>
              </a:blip>
              <a:stretch>
                <a:fillRect/>
              </a:stretch>
            </p:blipFill>
            <p:spPr>
              <a:xfrm>
                <a:off x="10344206" y="4591486"/>
                <a:ext cx="662814" cy="641082"/>
              </a:xfrm>
              <a:prstGeom prst="rect">
                <a:avLst/>
              </a:prstGeom>
            </p:spPr>
          </p:pic>
        </p:grpSp>
      </p:grpSp>
      <p:grpSp>
        <p:nvGrpSpPr>
          <p:cNvPr id="18" name="组合 17">
            <a:extLst>
              <a:ext uri="{FF2B5EF4-FFF2-40B4-BE49-F238E27FC236}">
                <a16:creationId xmlns:a16="http://schemas.microsoft.com/office/drawing/2014/main" id="{2BB136FC-ED59-4178-9FB4-5976090679BB}"/>
              </a:ext>
            </a:extLst>
          </p:cNvPr>
          <p:cNvGrpSpPr/>
          <p:nvPr/>
        </p:nvGrpSpPr>
        <p:grpSpPr>
          <a:xfrm>
            <a:off x="6068505" y="2953137"/>
            <a:ext cx="3408460" cy="3300921"/>
            <a:chOff x="7193682" y="2617622"/>
            <a:chExt cx="3408460" cy="3300921"/>
          </a:xfrm>
        </p:grpSpPr>
        <p:sp>
          <p:nvSpPr>
            <p:cNvPr id="112" name="文本框 111">
              <a:extLst>
                <a:ext uri="{FF2B5EF4-FFF2-40B4-BE49-F238E27FC236}">
                  <a16:creationId xmlns:a16="http://schemas.microsoft.com/office/drawing/2014/main" id="{DD9EF15B-B88A-4E8A-86C3-734DA5B5438E}"/>
                </a:ext>
              </a:extLst>
            </p:cNvPr>
            <p:cNvSpPr txBox="1"/>
            <p:nvPr/>
          </p:nvSpPr>
          <p:spPr>
            <a:xfrm>
              <a:off x="8146402" y="4576524"/>
              <a:ext cx="1272594" cy="369332"/>
            </a:xfrm>
            <a:prstGeom prst="rect">
              <a:avLst/>
            </a:prstGeom>
            <a:noFill/>
          </p:spPr>
          <p:txBody>
            <a:bodyPr wrap="square" rtlCol="0">
              <a:spAutoFit/>
            </a:bodyPr>
            <a:lstStyle/>
            <a:p>
              <a:pPr algn="ctr"/>
              <a:r>
                <a:rPr lang="en-US" altLang="zh-CN" b="1" dirty="0">
                  <a:latin typeface="Arial Narrow" panose="020B0606020202030204" pitchFamily="34" charset="0"/>
                </a:rPr>
                <a:t>AP2</a:t>
              </a:r>
              <a:endParaRPr lang="zh-CN" altLang="en-US" b="1" dirty="0">
                <a:latin typeface="Arial Narrow" panose="020B0606020202030204" pitchFamily="34" charset="0"/>
              </a:endParaRPr>
            </a:p>
          </p:txBody>
        </p:sp>
        <p:grpSp>
          <p:nvGrpSpPr>
            <p:cNvPr id="113" name="组合 112">
              <a:extLst>
                <a:ext uri="{FF2B5EF4-FFF2-40B4-BE49-F238E27FC236}">
                  <a16:creationId xmlns:a16="http://schemas.microsoft.com/office/drawing/2014/main" id="{EAA4B39F-234F-424F-BB7E-4B629EE9E661}"/>
                </a:ext>
              </a:extLst>
            </p:cNvPr>
            <p:cNvGrpSpPr/>
            <p:nvPr/>
          </p:nvGrpSpPr>
          <p:grpSpPr>
            <a:xfrm>
              <a:off x="7193682" y="2801313"/>
              <a:ext cx="3117230" cy="3117230"/>
              <a:chOff x="4558444" y="2487562"/>
              <a:chExt cx="3117230" cy="3117230"/>
            </a:xfrm>
          </p:grpSpPr>
          <p:sp>
            <p:nvSpPr>
              <p:cNvPr id="114" name="椭圆 113">
                <a:extLst>
                  <a:ext uri="{FF2B5EF4-FFF2-40B4-BE49-F238E27FC236}">
                    <a16:creationId xmlns:a16="http://schemas.microsoft.com/office/drawing/2014/main" id="{589C8B17-35E5-44B5-8FD9-1FEA557962EB}"/>
                  </a:ext>
                </a:extLst>
              </p:cNvPr>
              <p:cNvSpPr/>
              <p:nvPr/>
            </p:nvSpPr>
            <p:spPr>
              <a:xfrm>
                <a:off x="4558444" y="2487562"/>
                <a:ext cx="3117230" cy="3117230"/>
              </a:xfrm>
              <a:prstGeom prst="ellipse">
                <a:avLst/>
              </a:prstGeom>
              <a:noFill/>
              <a:ln>
                <a:solidFill>
                  <a:schemeClr val="tx1"/>
                </a:solid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115" name="文本框 114">
                <a:extLst>
                  <a:ext uri="{FF2B5EF4-FFF2-40B4-BE49-F238E27FC236}">
                    <a16:creationId xmlns:a16="http://schemas.microsoft.com/office/drawing/2014/main" id="{0E4312CE-DB3E-4F53-8CD1-2859EB1FDCC1}"/>
                  </a:ext>
                </a:extLst>
              </p:cNvPr>
              <p:cNvSpPr txBox="1"/>
              <p:nvPr/>
            </p:nvSpPr>
            <p:spPr>
              <a:xfrm>
                <a:off x="5222049" y="5132891"/>
                <a:ext cx="1786001" cy="369332"/>
              </a:xfrm>
              <a:prstGeom prst="rect">
                <a:avLst/>
              </a:prstGeom>
              <a:noFill/>
            </p:spPr>
            <p:txBody>
              <a:bodyPr wrap="square" rtlCol="0">
                <a:spAutoFit/>
              </a:bodyPr>
              <a:lstStyle/>
              <a:p>
                <a:pPr algn="ctr"/>
                <a:r>
                  <a:rPr lang="en-US" altLang="zh-CN" b="1" dirty="0">
                    <a:latin typeface="Arial Narrow" panose="020B0606020202030204" pitchFamily="34" charset="0"/>
                  </a:rPr>
                  <a:t>BSS2</a:t>
                </a:r>
                <a:endParaRPr lang="zh-CN" altLang="en-US" b="1" dirty="0">
                  <a:latin typeface="Arial Narrow" panose="020B0606020202030204" pitchFamily="34" charset="0"/>
                </a:endParaRPr>
              </a:p>
            </p:txBody>
          </p:sp>
        </p:grpSp>
        <p:pic>
          <p:nvPicPr>
            <p:cNvPr id="117" name="图形 116">
              <a:extLst>
                <a:ext uri="{FF2B5EF4-FFF2-40B4-BE49-F238E27FC236}">
                  <a16:creationId xmlns:a16="http://schemas.microsoft.com/office/drawing/2014/main" id="{E10C69BB-BDAE-4CDE-9C6F-57C14FD38B12}"/>
                </a:ext>
              </a:extLst>
            </p:cNvPr>
            <p:cNvPicPr>
              <a:picLocks noChangeAspect="1"/>
            </p:cNvPicPr>
            <p:nvPr/>
          </p:nvPicPr>
          <p:blipFill>
            <a:blip r:embed="rId3">
              <a:extLst>
                <a:ext uri="{28A0092B-C50C-407E-A947-70E740481C1C}">
                  <a14:useLocalDpi xmlns:a14="http://schemas.microsoft.com/office/drawing/2010/main" val="0"/>
                </a:ext>
                <a:ext uri="{96DAC541-7B7A-43D3-8B79-37D633B846F1}">
                  <asvg:svgBlip xmlns:asvg="http://schemas.microsoft.com/office/drawing/2016/SVG/main" r:embed="rId4"/>
                </a:ext>
              </a:extLst>
            </a:blip>
            <a:stretch>
              <a:fillRect/>
            </a:stretch>
          </p:blipFill>
          <p:spPr>
            <a:xfrm>
              <a:off x="8343212" y="3610242"/>
              <a:ext cx="1028700" cy="1009650"/>
            </a:xfrm>
            <a:prstGeom prst="rect">
              <a:avLst/>
            </a:prstGeom>
          </p:spPr>
        </p:pic>
        <p:grpSp>
          <p:nvGrpSpPr>
            <p:cNvPr id="118" name="组合 117">
              <a:extLst>
                <a:ext uri="{FF2B5EF4-FFF2-40B4-BE49-F238E27FC236}">
                  <a16:creationId xmlns:a16="http://schemas.microsoft.com/office/drawing/2014/main" id="{85042F54-7941-4D04-BB36-836D4F801468}"/>
                </a:ext>
              </a:extLst>
            </p:cNvPr>
            <p:cNvGrpSpPr/>
            <p:nvPr/>
          </p:nvGrpSpPr>
          <p:grpSpPr>
            <a:xfrm>
              <a:off x="9939328" y="3700691"/>
              <a:ext cx="662814" cy="854540"/>
              <a:chOff x="6442805" y="2960597"/>
              <a:chExt cx="662814" cy="854540"/>
            </a:xfrm>
          </p:grpSpPr>
          <p:grpSp>
            <p:nvGrpSpPr>
              <p:cNvPr id="154" name="组合 153">
                <a:extLst>
                  <a:ext uri="{FF2B5EF4-FFF2-40B4-BE49-F238E27FC236}">
                    <a16:creationId xmlns:a16="http://schemas.microsoft.com/office/drawing/2014/main" id="{FE6F0911-342A-47FC-BF9C-5057FCB3916C}"/>
                  </a:ext>
                </a:extLst>
              </p:cNvPr>
              <p:cNvGrpSpPr/>
              <p:nvPr/>
            </p:nvGrpSpPr>
            <p:grpSpPr>
              <a:xfrm>
                <a:off x="6724619" y="2960597"/>
                <a:ext cx="381000" cy="351117"/>
                <a:chOff x="2556504" y="2484669"/>
                <a:chExt cx="381000" cy="351117"/>
              </a:xfrm>
            </p:grpSpPr>
            <p:pic>
              <p:nvPicPr>
                <p:cNvPr id="156" name="图形 155">
                  <a:extLst>
                    <a:ext uri="{FF2B5EF4-FFF2-40B4-BE49-F238E27FC236}">
                      <a16:creationId xmlns:a16="http://schemas.microsoft.com/office/drawing/2014/main" id="{9956B8C1-9E1D-47B5-9996-A1889079431F}"/>
                    </a:ext>
                  </a:extLst>
                </p:cNvPr>
                <p:cNvPicPr>
                  <a:picLocks noChangeAspect="1"/>
                </p:cNvPicPr>
                <p:nvPr/>
              </p:nvPicPr>
              <p:blipFill>
                <a:blip r:embed="rId7">
                  <a:extLst>
                    <a:ext uri="{28A0092B-C50C-407E-A947-70E740481C1C}">
                      <a14:useLocalDpi xmlns:a14="http://schemas.microsoft.com/office/drawing/2010/main" val="0"/>
                    </a:ext>
                    <a:ext uri="{96DAC541-7B7A-43D3-8B79-37D633B846F1}">
                      <asvg:svgBlip xmlns:asvg="http://schemas.microsoft.com/office/drawing/2016/SVG/main" r:embed="rId8"/>
                    </a:ext>
                  </a:extLst>
                </a:blip>
                <a:stretch>
                  <a:fillRect/>
                </a:stretch>
              </p:blipFill>
              <p:spPr>
                <a:xfrm>
                  <a:off x="2556504" y="2484669"/>
                  <a:ext cx="381000" cy="285750"/>
                </a:xfrm>
                <a:prstGeom prst="rect">
                  <a:avLst/>
                </a:prstGeom>
              </p:spPr>
            </p:pic>
            <p:cxnSp>
              <p:nvCxnSpPr>
                <p:cNvPr id="157" name="直接连接符 156">
                  <a:extLst>
                    <a:ext uri="{FF2B5EF4-FFF2-40B4-BE49-F238E27FC236}">
                      <a16:creationId xmlns:a16="http://schemas.microsoft.com/office/drawing/2014/main" id="{AE211ECF-F8DE-4583-9697-63FDC407453F}"/>
                    </a:ext>
                  </a:extLst>
                </p:cNvPr>
                <p:cNvCxnSpPr/>
                <p:nvPr/>
              </p:nvCxnSpPr>
              <p:spPr>
                <a:xfrm>
                  <a:off x="2747004" y="2612580"/>
                  <a:ext cx="0" cy="223206"/>
                </a:xfrm>
                <a:prstGeom prst="line">
                  <a:avLst/>
                </a:prstGeom>
                <a:ln w="25400">
                  <a:solidFill>
                    <a:srgbClr val="999999"/>
                  </a:solidFill>
                </a:ln>
              </p:spPr>
              <p:style>
                <a:lnRef idx="1">
                  <a:schemeClr val="accent1"/>
                </a:lnRef>
                <a:fillRef idx="0">
                  <a:schemeClr val="accent1"/>
                </a:fillRef>
                <a:effectRef idx="0">
                  <a:schemeClr val="accent1"/>
                </a:effectRef>
                <a:fontRef idx="minor">
                  <a:schemeClr val="tx1"/>
                </a:fontRef>
              </p:style>
            </p:cxnSp>
          </p:grpSp>
          <p:pic>
            <p:nvPicPr>
              <p:cNvPr id="155" name="图形 10">
                <a:extLst>
                  <a:ext uri="{FF2B5EF4-FFF2-40B4-BE49-F238E27FC236}">
                    <a16:creationId xmlns:a16="http://schemas.microsoft.com/office/drawing/2014/main" id="{7A82AFA1-3D7B-4EDF-AEEB-00DEC8E27067}"/>
                  </a:ext>
                </a:extLst>
              </p:cNvPr>
              <p:cNvPicPr>
                <a:picLocks noChangeAspect="1"/>
              </p:cNvPicPr>
              <p:nvPr/>
            </p:nvPicPr>
            <p:blipFill>
              <a:blip r:embed="rId5">
                <a:extLst>
                  <a:ext uri="{28A0092B-C50C-407E-A947-70E740481C1C}">
                    <a14:useLocalDpi xmlns:a14="http://schemas.microsoft.com/office/drawing/2010/main" val="0"/>
                  </a:ext>
                  <a:ext uri="{96DAC541-7B7A-43D3-8B79-37D633B846F1}">
                    <asvg:svgBlip xmlns:asvg="http://schemas.microsoft.com/office/drawing/2016/SVG/main" r:embed="rId6"/>
                  </a:ext>
                </a:extLst>
              </a:blip>
              <a:stretch>
                <a:fillRect/>
              </a:stretch>
            </p:blipFill>
            <p:spPr>
              <a:xfrm>
                <a:off x="6442805" y="3174055"/>
                <a:ext cx="662814" cy="641082"/>
              </a:xfrm>
              <a:prstGeom prst="rect">
                <a:avLst/>
              </a:prstGeom>
            </p:spPr>
          </p:pic>
        </p:grpSp>
        <p:grpSp>
          <p:nvGrpSpPr>
            <p:cNvPr id="123" name="组合 122">
              <a:extLst>
                <a:ext uri="{FF2B5EF4-FFF2-40B4-BE49-F238E27FC236}">
                  <a16:creationId xmlns:a16="http://schemas.microsoft.com/office/drawing/2014/main" id="{0515CA84-B2F6-4F96-AA86-1A62C0E9EAD2}"/>
                </a:ext>
              </a:extLst>
            </p:cNvPr>
            <p:cNvGrpSpPr/>
            <p:nvPr/>
          </p:nvGrpSpPr>
          <p:grpSpPr>
            <a:xfrm>
              <a:off x="7344099" y="2617622"/>
              <a:ext cx="662814" cy="830033"/>
              <a:chOff x="10392760" y="1391042"/>
              <a:chExt cx="662814" cy="830033"/>
            </a:xfrm>
          </p:grpSpPr>
          <p:grpSp>
            <p:nvGrpSpPr>
              <p:cNvPr id="134" name="组合 133">
                <a:extLst>
                  <a:ext uri="{FF2B5EF4-FFF2-40B4-BE49-F238E27FC236}">
                    <a16:creationId xmlns:a16="http://schemas.microsoft.com/office/drawing/2014/main" id="{3D3B75B4-6012-4AD5-B9AF-32144636CAC0}"/>
                  </a:ext>
                </a:extLst>
              </p:cNvPr>
              <p:cNvGrpSpPr/>
              <p:nvPr/>
            </p:nvGrpSpPr>
            <p:grpSpPr>
              <a:xfrm>
                <a:off x="10674574" y="1391042"/>
                <a:ext cx="381000" cy="351117"/>
                <a:chOff x="2556504" y="2484669"/>
                <a:chExt cx="381000" cy="351117"/>
              </a:xfrm>
            </p:grpSpPr>
            <p:pic>
              <p:nvPicPr>
                <p:cNvPr id="136" name="图形 135">
                  <a:extLst>
                    <a:ext uri="{FF2B5EF4-FFF2-40B4-BE49-F238E27FC236}">
                      <a16:creationId xmlns:a16="http://schemas.microsoft.com/office/drawing/2014/main" id="{61EA856E-6219-4F8B-BB98-3CB6184DF1F7}"/>
                    </a:ext>
                  </a:extLst>
                </p:cNvPr>
                <p:cNvPicPr>
                  <a:picLocks noChangeAspect="1"/>
                </p:cNvPicPr>
                <p:nvPr/>
              </p:nvPicPr>
              <p:blipFill>
                <a:blip r:embed="rId7">
                  <a:extLst>
                    <a:ext uri="{28A0092B-C50C-407E-A947-70E740481C1C}">
                      <a14:useLocalDpi xmlns:a14="http://schemas.microsoft.com/office/drawing/2010/main" val="0"/>
                    </a:ext>
                    <a:ext uri="{96DAC541-7B7A-43D3-8B79-37D633B846F1}">
                      <asvg:svgBlip xmlns:asvg="http://schemas.microsoft.com/office/drawing/2016/SVG/main" r:embed="rId8"/>
                    </a:ext>
                  </a:extLst>
                </a:blip>
                <a:stretch>
                  <a:fillRect/>
                </a:stretch>
              </p:blipFill>
              <p:spPr>
                <a:xfrm>
                  <a:off x="2556504" y="2484669"/>
                  <a:ext cx="381000" cy="285750"/>
                </a:xfrm>
                <a:prstGeom prst="rect">
                  <a:avLst/>
                </a:prstGeom>
              </p:spPr>
            </p:pic>
            <p:cxnSp>
              <p:nvCxnSpPr>
                <p:cNvPr id="137" name="直接连接符 136">
                  <a:extLst>
                    <a:ext uri="{FF2B5EF4-FFF2-40B4-BE49-F238E27FC236}">
                      <a16:creationId xmlns:a16="http://schemas.microsoft.com/office/drawing/2014/main" id="{684721D0-74F7-4DB7-A8B2-779BC7022512}"/>
                    </a:ext>
                  </a:extLst>
                </p:cNvPr>
                <p:cNvCxnSpPr/>
                <p:nvPr/>
              </p:nvCxnSpPr>
              <p:spPr>
                <a:xfrm>
                  <a:off x="2747004" y="2612580"/>
                  <a:ext cx="0" cy="223206"/>
                </a:xfrm>
                <a:prstGeom prst="line">
                  <a:avLst/>
                </a:prstGeom>
                <a:ln w="25400">
                  <a:solidFill>
                    <a:srgbClr val="999999"/>
                  </a:solidFill>
                </a:ln>
              </p:spPr>
              <p:style>
                <a:lnRef idx="1">
                  <a:schemeClr val="accent1"/>
                </a:lnRef>
                <a:fillRef idx="0">
                  <a:schemeClr val="accent1"/>
                </a:fillRef>
                <a:effectRef idx="0">
                  <a:schemeClr val="accent1"/>
                </a:effectRef>
                <a:fontRef idx="minor">
                  <a:schemeClr val="tx1"/>
                </a:fontRef>
              </p:style>
            </p:cxnSp>
          </p:grpSp>
          <p:pic>
            <p:nvPicPr>
              <p:cNvPr id="135" name="图形 10">
                <a:extLst>
                  <a:ext uri="{FF2B5EF4-FFF2-40B4-BE49-F238E27FC236}">
                    <a16:creationId xmlns:a16="http://schemas.microsoft.com/office/drawing/2014/main" id="{97DA0C2C-CE5C-4188-A92A-1B1662B7F0C4}"/>
                  </a:ext>
                </a:extLst>
              </p:cNvPr>
              <p:cNvPicPr>
                <a:picLocks noChangeAspect="1"/>
              </p:cNvPicPr>
              <p:nvPr/>
            </p:nvPicPr>
            <p:blipFill>
              <a:blip r:embed="rId5">
                <a:extLst>
                  <a:ext uri="{28A0092B-C50C-407E-A947-70E740481C1C}">
                    <a14:useLocalDpi xmlns:a14="http://schemas.microsoft.com/office/drawing/2010/main" val="0"/>
                  </a:ext>
                  <a:ext uri="{96DAC541-7B7A-43D3-8B79-37D633B846F1}">
                    <asvg:svgBlip xmlns:asvg="http://schemas.microsoft.com/office/drawing/2016/SVG/main" r:embed="rId6"/>
                  </a:ext>
                </a:extLst>
              </a:blip>
              <a:stretch>
                <a:fillRect/>
              </a:stretch>
            </p:blipFill>
            <p:spPr>
              <a:xfrm>
                <a:off x="10392760" y="1579993"/>
                <a:ext cx="662814" cy="641082"/>
              </a:xfrm>
              <a:prstGeom prst="rect">
                <a:avLst/>
              </a:prstGeom>
            </p:spPr>
          </p:pic>
        </p:grpSp>
        <p:grpSp>
          <p:nvGrpSpPr>
            <p:cNvPr id="124" name="组合 123">
              <a:extLst>
                <a:ext uri="{FF2B5EF4-FFF2-40B4-BE49-F238E27FC236}">
                  <a16:creationId xmlns:a16="http://schemas.microsoft.com/office/drawing/2014/main" id="{8CE7C488-08EA-4DCE-B649-6417121897E8}"/>
                </a:ext>
              </a:extLst>
            </p:cNvPr>
            <p:cNvGrpSpPr/>
            <p:nvPr/>
          </p:nvGrpSpPr>
          <p:grpSpPr>
            <a:xfrm>
              <a:off x="9460487" y="2626516"/>
              <a:ext cx="684060" cy="821139"/>
              <a:chOff x="10868587" y="2993998"/>
              <a:chExt cx="684060" cy="821139"/>
            </a:xfrm>
          </p:grpSpPr>
          <p:grpSp>
            <p:nvGrpSpPr>
              <p:cNvPr id="130" name="组合 129">
                <a:extLst>
                  <a:ext uri="{FF2B5EF4-FFF2-40B4-BE49-F238E27FC236}">
                    <a16:creationId xmlns:a16="http://schemas.microsoft.com/office/drawing/2014/main" id="{AED078E8-BDE3-4137-977E-E071E6967515}"/>
                  </a:ext>
                </a:extLst>
              </p:cNvPr>
              <p:cNvGrpSpPr/>
              <p:nvPr/>
            </p:nvGrpSpPr>
            <p:grpSpPr>
              <a:xfrm>
                <a:off x="11171647" y="2993998"/>
                <a:ext cx="381000" cy="351117"/>
                <a:chOff x="2556504" y="2484669"/>
                <a:chExt cx="381000" cy="351117"/>
              </a:xfrm>
            </p:grpSpPr>
            <p:pic>
              <p:nvPicPr>
                <p:cNvPr id="132" name="图形 131">
                  <a:extLst>
                    <a:ext uri="{FF2B5EF4-FFF2-40B4-BE49-F238E27FC236}">
                      <a16:creationId xmlns:a16="http://schemas.microsoft.com/office/drawing/2014/main" id="{D17C4FC4-EFF5-4831-87B6-65076D2580B8}"/>
                    </a:ext>
                  </a:extLst>
                </p:cNvPr>
                <p:cNvPicPr>
                  <a:picLocks noChangeAspect="1"/>
                </p:cNvPicPr>
                <p:nvPr/>
              </p:nvPicPr>
              <p:blipFill>
                <a:blip r:embed="rId7">
                  <a:extLst>
                    <a:ext uri="{28A0092B-C50C-407E-A947-70E740481C1C}">
                      <a14:useLocalDpi xmlns:a14="http://schemas.microsoft.com/office/drawing/2010/main" val="0"/>
                    </a:ext>
                    <a:ext uri="{96DAC541-7B7A-43D3-8B79-37D633B846F1}">
                      <asvg:svgBlip xmlns:asvg="http://schemas.microsoft.com/office/drawing/2016/SVG/main" r:embed="rId8"/>
                    </a:ext>
                  </a:extLst>
                </a:blip>
                <a:stretch>
                  <a:fillRect/>
                </a:stretch>
              </p:blipFill>
              <p:spPr>
                <a:xfrm>
                  <a:off x="2556504" y="2484669"/>
                  <a:ext cx="381000" cy="285750"/>
                </a:xfrm>
                <a:prstGeom prst="rect">
                  <a:avLst/>
                </a:prstGeom>
              </p:spPr>
            </p:pic>
            <p:cxnSp>
              <p:nvCxnSpPr>
                <p:cNvPr id="133" name="直接连接符 132">
                  <a:extLst>
                    <a:ext uri="{FF2B5EF4-FFF2-40B4-BE49-F238E27FC236}">
                      <a16:creationId xmlns:a16="http://schemas.microsoft.com/office/drawing/2014/main" id="{6668BBF6-3833-4B04-9DA9-0485336783CE}"/>
                    </a:ext>
                  </a:extLst>
                </p:cNvPr>
                <p:cNvCxnSpPr/>
                <p:nvPr/>
              </p:nvCxnSpPr>
              <p:spPr>
                <a:xfrm>
                  <a:off x="2747004" y="2612580"/>
                  <a:ext cx="0" cy="223206"/>
                </a:xfrm>
                <a:prstGeom prst="line">
                  <a:avLst/>
                </a:prstGeom>
                <a:ln w="25400">
                  <a:solidFill>
                    <a:srgbClr val="999999"/>
                  </a:solidFill>
                </a:ln>
              </p:spPr>
              <p:style>
                <a:lnRef idx="1">
                  <a:schemeClr val="accent1"/>
                </a:lnRef>
                <a:fillRef idx="0">
                  <a:schemeClr val="accent1"/>
                </a:fillRef>
                <a:effectRef idx="0">
                  <a:schemeClr val="accent1"/>
                </a:effectRef>
                <a:fontRef idx="minor">
                  <a:schemeClr val="tx1"/>
                </a:fontRef>
              </p:style>
            </p:cxnSp>
          </p:grpSp>
          <p:pic>
            <p:nvPicPr>
              <p:cNvPr id="131" name="图形 10">
                <a:extLst>
                  <a:ext uri="{FF2B5EF4-FFF2-40B4-BE49-F238E27FC236}">
                    <a16:creationId xmlns:a16="http://schemas.microsoft.com/office/drawing/2014/main" id="{D7658C5F-3393-43E2-A4E5-B03D0716856A}"/>
                  </a:ext>
                </a:extLst>
              </p:cNvPr>
              <p:cNvPicPr>
                <a:picLocks noChangeAspect="1"/>
              </p:cNvPicPr>
              <p:nvPr/>
            </p:nvPicPr>
            <p:blipFill>
              <a:blip r:embed="rId5">
                <a:extLst>
                  <a:ext uri="{28A0092B-C50C-407E-A947-70E740481C1C}">
                    <a14:useLocalDpi xmlns:a14="http://schemas.microsoft.com/office/drawing/2010/main" val="0"/>
                  </a:ext>
                  <a:ext uri="{96DAC541-7B7A-43D3-8B79-37D633B846F1}">
                    <asvg:svgBlip xmlns:asvg="http://schemas.microsoft.com/office/drawing/2016/SVG/main" r:embed="rId6"/>
                  </a:ext>
                </a:extLst>
              </a:blip>
              <a:stretch>
                <a:fillRect/>
              </a:stretch>
            </p:blipFill>
            <p:spPr>
              <a:xfrm>
                <a:off x="10868587" y="3174055"/>
                <a:ext cx="662814" cy="641082"/>
              </a:xfrm>
              <a:prstGeom prst="rect">
                <a:avLst/>
              </a:prstGeom>
            </p:spPr>
          </p:pic>
        </p:grpSp>
        <p:grpSp>
          <p:nvGrpSpPr>
            <p:cNvPr id="125" name="组合 124">
              <a:extLst>
                <a:ext uri="{FF2B5EF4-FFF2-40B4-BE49-F238E27FC236}">
                  <a16:creationId xmlns:a16="http://schemas.microsoft.com/office/drawing/2014/main" id="{E690F17F-0B2A-460D-9A1B-BAF08628F1E5}"/>
                </a:ext>
              </a:extLst>
            </p:cNvPr>
            <p:cNvGrpSpPr/>
            <p:nvPr/>
          </p:nvGrpSpPr>
          <p:grpSpPr>
            <a:xfrm>
              <a:off x="9514381" y="4857507"/>
              <a:ext cx="662814" cy="853468"/>
              <a:chOff x="10344206" y="4379100"/>
              <a:chExt cx="662814" cy="853468"/>
            </a:xfrm>
          </p:grpSpPr>
          <p:grpSp>
            <p:nvGrpSpPr>
              <p:cNvPr id="126" name="组合 125">
                <a:extLst>
                  <a:ext uri="{FF2B5EF4-FFF2-40B4-BE49-F238E27FC236}">
                    <a16:creationId xmlns:a16="http://schemas.microsoft.com/office/drawing/2014/main" id="{4F1EC781-41BD-4EE4-B15F-20B2F4356271}"/>
                  </a:ext>
                </a:extLst>
              </p:cNvPr>
              <p:cNvGrpSpPr/>
              <p:nvPr/>
            </p:nvGrpSpPr>
            <p:grpSpPr>
              <a:xfrm>
                <a:off x="10626020" y="4379100"/>
                <a:ext cx="381000" cy="351117"/>
                <a:chOff x="2556504" y="2484669"/>
                <a:chExt cx="381000" cy="351117"/>
              </a:xfrm>
            </p:grpSpPr>
            <p:pic>
              <p:nvPicPr>
                <p:cNvPr id="128" name="图形 127">
                  <a:extLst>
                    <a:ext uri="{FF2B5EF4-FFF2-40B4-BE49-F238E27FC236}">
                      <a16:creationId xmlns:a16="http://schemas.microsoft.com/office/drawing/2014/main" id="{D3F16A58-991E-4DF3-959A-AA9FCBBE029D}"/>
                    </a:ext>
                  </a:extLst>
                </p:cNvPr>
                <p:cNvPicPr>
                  <a:picLocks noChangeAspect="1"/>
                </p:cNvPicPr>
                <p:nvPr/>
              </p:nvPicPr>
              <p:blipFill>
                <a:blip r:embed="rId7">
                  <a:extLst>
                    <a:ext uri="{28A0092B-C50C-407E-A947-70E740481C1C}">
                      <a14:useLocalDpi xmlns:a14="http://schemas.microsoft.com/office/drawing/2010/main" val="0"/>
                    </a:ext>
                    <a:ext uri="{96DAC541-7B7A-43D3-8B79-37D633B846F1}">
                      <asvg:svgBlip xmlns:asvg="http://schemas.microsoft.com/office/drawing/2016/SVG/main" r:embed="rId8"/>
                    </a:ext>
                  </a:extLst>
                </a:blip>
                <a:stretch>
                  <a:fillRect/>
                </a:stretch>
              </p:blipFill>
              <p:spPr>
                <a:xfrm>
                  <a:off x="2556504" y="2484669"/>
                  <a:ext cx="381000" cy="285750"/>
                </a:xfrm>
                <a:prstGeom prst="rect">
                  <a:avLst/>
                </a:prstGeom>
              </p:spPr>
            </p:pic>
            <p:cxnSp>
              <p:nvCxnSpPr>
                <p:cNvPr id="129" name="直接连接符 128">
                  <a:extLst>
                    <a:ext uri="{FF2B5EF4-FFF2-40B4-BE49-F238E27FC236}">
                      <a16:creationId xmlns:a16="http://schemas.microsoft.com/office/drawing/2014/main" id="{C4FA8D6F-0E78-43C3-A905-34B2C730FA0A}"/>
                    </a:ext>
                  </a:extLst>
                </p:cNvPr>
                <p:cNvCxnSpPr/>
                <p:nvPr/>
              </p:nvCxnSpPr>
              <p:spPr>
                <a:xfrm>
                  <a:off x="2747004" y="2612580"/>
                  <a:ext cx="0" cy="223206"/>
                </a:xfrm>
                <a:prstGeom prst="line">
                  <a:avLst/>
                </a:prstGeom>
                <a:ln w="25400">
                  <a:solidFill>
                    <a:srgbClr val="999999"/>
                  </a:solidFill>
                </a:ln>
              </p:spPr>
              <p:style>
                <a:lnRef idx="1">
                  <a:schemeClr val="accent1"/>
                </a:lnRef>
                <a:fillRef idx="0">
                  <a:schemeClr val="accent1"/>
                </a:fillRef>
                <a:effectRef idx="0">
                  <a:schemeClr val="accent1"/>
                </a:effectRef>
                <a:fontRef idx="minor">
                  <a:schemeClr val="tx1"/>
                </a:fontRef>
              </p:style>
            </p:cxnSp>
          </p:grpSp>
          <p:pic>
            <p:nvPicPr>
              <p:cNvPr id="127" name="图形 10">
                <a:extLst>
                  <a:ext uri="{FF2B5EF4-FFF2-40B4-BE49-F238E27FC236}">
                    <a16:creationId xmlns:a16="http://schemas.microsoft.com/office/drawing/2014/main" id="{FA527ABA-DF65-45CA-AB5E-A399D846A555}"/>
                  </a:ext>
                </a:extLst>
              </p:cNvPr>
              <p:cNvPicPr>
                <a:picLocks noChangeAspect="1"/>
              </p:cNvPicPr>
              <p:nvPr/>
            </p:nvPicPr>
            <p:blipFill>
              <a:blip r:embed="rId5">
                <a:extLst>
                  <a:ext uri="{28A0092B-C50C-407E-A947-70E740481C1C}">
                    <a14:useLocalDpi xmlns:a14="http://schemas.microsoft.com/office/drawing/2010/main" val="0"/>
                  </a:ext>
                  <a:ext uri="{96DAC541-7B7A-43D3-8B79-37D633B846F1}">
                    <asvg:svgBlip xmlns:asvg="http://schemas.microsoft.com/office/drawing/2016/SVG/main" r:embed="rId6"/>
                  </a:ext>
                </a:extLst>
              </a:blip>
              <a:stretch>
                <a:fillRect/>
              </a:stretch>
            </p:blipFill>
            <p:spPr>
              <a:xfrm>
                <a:off x="10344206" y="4591486"/>
                <a:ext cx="662814" cy="641082"/>
              </a:xfrm>
              <a:prstGeom prst="rect">
                <a:avLst/>
              </a:prstGeom>
            </p:spPr>
          </p:pic>
        </p:grpSp>
      </p:grpSp>
      <p:grpSp>
        <p:nvGrpSpPr>
          <p:cNvPr id="22" name="组合 21">
            <a:extLst>
              <a:ext uri="{FF2B5EF4-FFF2-40B4-BE49-F238E27FC236}">
                <a16:creationId xmlns:a16="http://schemas.microsoft.com/office/drawing/2014/main" id="{9C330D45-8B6A-4DA1-8CC1-2BAF75501243}"/>
              </a:ext>
            </a:extLst>
          </p:cNvPr>
          <p:cNvGrpSpPr/>
          <p:nvPr/>
        </p:nvGrpSpPr>
        <p:grpSpPr>
          <a:xfrm>
            <a:off x="2624203" y="2474834"/>
            <a:ext cx="7002049" cy="3943423"/>
            <a:chOff x="2624203" y="2474834"/>
            <a:chExt cx="7002049" cy="3943423"/>
          </a:xfrm>
        </p:grpSpPr>
        <p:sp>
          <p:nvSpPr>
            <p:cNvPr id="5" name="矩形: 圆角 4">
              <a:extLst>
                <a:ext uri="{FF2B5EF4-FFF2-40B4-BE49-F238E27FC236}">
                  <a16:creationId xmlns:a16="http://schemas.microsoft.com/office/drawing/2014/main" id="{402A5AC5-CBB1-4920-BB18-C6FEE9D7078A}"/>
                </a:ext>
              </a:extLst>
            </p:cNvPr>
            <p:cNvSpPr/>
            <p:nvPr/>
          </p:nvSpPr>
          <p:spPr>
            <a:xfrm>
              <a:off x="2624203" y="2474834"/>
              <a:ext cx="7002049" cy="3943423"/>
            </a:xfrm>
            <a:prstGeom prst="roundRect">
              <a:avLst>
                <a:gd name="adj" fmla="val 6979"/>
              </a:avLst>
            </a:prstGeom>
            <a:noFill/>
            <a:ln>
              <a:solidFill>
                <a:schemeClr val="tx1"/>
              </a:solid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73" name="文本框 72">
              <a:extLst>
                <a:ext uri="{FF2B5EF4-FFF2-40B4-BE49-F238E27FC236}">
                  <a16:creationId xmlns:a16="http://schemas.microsoft.com/office/drawing/2014/main" id="{126C5058-5FA0-4225-9469-0F17F0D8D453}"/>
                </a:ext>
              </a:extLst>
            </p:cNvPr>
            <p:cNvSpPr txBox="1"/>
            <p:nvPr/>
          </p:nvSpPr>
          <p:spPr>
            <a:xfrm>
              <a:off x="5119890" y="2512501"/>
              <a:ext cx="1952220" cy="369332"/>
            </a:xfrm>
            <a:prstGeom prst="rect">
              <a:avLst/>
            </a:prstGeom>
            <a:noFill/>
          </p:spPr>
          <p:txBody>
            <a:bodyPr wrap="square" rtlCol="0">
              <a:spAutoFit/>
            </a:bodyPr>
            <a:lstStyle/>
            <a:p>
              <a:pPr algn="ctr"/>
              <a:r>
                <a:rPr lang="zh-CN" altLang="en-US" b="1" dirty="0">
                  <a:latin typeface="Arial Narrow" panose="020B0606020202030204" pitchFamily="34" charset="0"/>
                </a:rPr>
                <a:t>扩展的服务集</a:t>
              </a:r>
              <a:r>
                <a:rPr lang="en-US" altLang="zh-CN" b="1" dirty="0">
                  <a:latin typeface="Arial Narrow" panose="020B0606020202030204" pitchFamily="34" charset="0"/>
                </a:rPr>
                <a:t>ESS</a:t>
              </a:r>
              <a:endParaRPr lang="zh-CN" altLang="en-US" b="1" dirty="0">
                <a:latin typeface="Arial Narrow" panose="020B0606020202030204" pitchFamily="34" charset="0"/>
              </a:endParaRPr>
            </a:p>
          </p:txBody>
        </p:sp>
      </p:grpSp>
      <p:cxnSp>
        <p:nvCxnSpPr>
          <p:cNvPr id="14" name="直接连接符 13">
            <a:extLst>
              <a:ext uri="{FF2B5EF4-FFF2-40B4-BE49-F238E27FC236}">
                <a16:creationId xmlns:a16="http://schemas.microsoft.com/office/drawing/2014/main" id="{9859435C-C4AD-405C-AD66-C4DD467A5D6C}"/>
              </a:ext>
            </a:extLst>
          </p:cNvPr>
          <p:cNvCxnSpPr>
            <a:cxnSpLocks/>
          </p:cNvCxnSpPr>
          <p:nvPr/>
        </p:nvCxnSpPr>
        <p:spPr>
          <a:xfrm flipV="1">
            <a:off x="4703569" y="2137986"/>
            <a:ext cx="0" cy="2420548"/>
          </a:xfrm>
          <a:prstGeom prst="line">
            <a:avLst/>
          </a:prstGeom>
          <a:ln w="12700">
            <a:solidFill>
              <a:schemeClr val="tx1"/>
            </a:solidFill>
            <a:tailEnd type="none"/>
          </a:ln>
        </p:spPr>
        <p:style>
          <a:lnRef idx="1">
            <a:schemeClr val="accent1"/>
          </a:lnRef>
          <a:fillRef idx="0">
            <a:schemeClr val="accent1"/>
          </a:fillRef>
          <a:effectRef idx="0">
            <a:schemeClr val="accent1"/>
          </a:effectRef>
          <a:fontRef idx="minor">
            <a:schemeClr val="tx1"/>
          </a:fontRef>
        </p:style>
      </p:cxnSp>
      <p:cxnSp>
        <p:nvCxnSpPr>
          <p:cNvPr id="75" name="直接连接符 74">
            <a:extLst>
              <a:ext uri="{FF2B5EF4-FFF2-40B4-BE49-F238E27FC236}">
                <a16:creationId xmlns:a16="http://schemas.microsoft.com/office/drawing/2014/main" id="{99C5904A-8382-4455-BD4E-CFDB8DBC7399}"/>
              </a:ext>
            </a:extLst>
          </p:cNvPr>
          <p:cNvCxnSpPr>
            <a:cxnSpLocks/>
          </p:cNvCxnSpPr>
          <p:nvPr/>
        </p:nvCxnSpPr>
        <p:spPr>
          <a:xfrm flipV="1">
            <a:off x="7730737" y="2238367"/>
            <a:ext cx="0" cy="2329061"/>
          </a:xfrm>
          <a:prstGeom prst="line">
            <a:avLst/>
          </a:prstGeom>
          <a:ln w="12700">
            <a:solidFill>
              <a:schemeClr val="tx1"/>
            </a:solidFill>
            <a:tailEnd type="none"/>
          </a:ln>
        </p:spPr>
        <p:style>
          <a:lnRef idx="1">
            <a:schemeClr val="accent1"/>
          </a:lnRef>
          <a:fillRef idx="0">
            <a:schemeClr val="accent1"/>
          </a:fillRef>
          <a:effectRef idx="0">
            <a:schemeClr val="accent1"/>
          </a:effectRef>
          <a:fontRef idx="minor">
            <a:schemeClr val="tx1"/>
          </a:fontRef>
        </p:style>
      </p:cxnSp>
      <p:sp>
        <p:nvSpPr>
          <p:cNvPr id="74" name="矩形: 圆角 73">
            <a:extLst>
              <a:ext uri="{FF2B5EF4-FFF2-40B4-BE49-F238E27FC236}">
                <a16:creationId xmlns:a16="http://schemas.microsoft.com/office/drawing/2014/main" id="{5ABC0C64-CFA7-4C9A-8ED4-FAB7B877E86A}"/>
              </a:ext>
            </a:extLst>
          </p:cNvPr>
          <p:cNvSpPr/>
          <p:nvPr/>
        </p:nvSpPr>
        <p:spPr>
          <a:xfrm>
            <a:off x="4006554" y="1811404"/>
            <a:ext cx="4511558" cy="426963"/>
          </a:xfrm>
          <a:prstGeom prst="roundRect">
            <a:avLst>
              <a:gd name="adj" fmla="val 50000"/>
            </a:avLst>
          </a:prstGeom>
          <a:ln/>
        </p:spPr>
        <p:style>
          <a:lnRef idx="2">
            <a:schemeClr val="accent4">
              <a:shade val="50000"/>
            </a:schemeClr>
          </a:lnRef>
          <a:fillRef idx="1">
            <a:schemeClr val="accent4"/>
          </a:fillRef>
          <a:effectRef idx="0">
            <a:schemeClr val="accent4"/>
          </a:effectRef>
          <a:fontRef idx="minor">
            <a:schemeClr val="lt1"/>
          </a:fontRef>
        </p:style>
        <p:txBody>
          <a:bodyPr rtlCol="0" anchor="ctr"/>
          <a:lstStyle/>
          <a:p>
            <a:pPr algn="ctr"/>
            <a:r>
              <a:rPr lang="zh-CN" altLang="en-US" b="1" dirty="0"/>
              <a:t>分配系统</a:t>
            </a:r>
            <a:r>
              <a:rPr lang="en-US" altLang="zh-CN" b="1" dirty="0"/>
              <a:t>DS</a:t>
            </a:r>
            <a:endParaRPr lang="zh-CN" altLang="en-US" b="1" dirty="0"/>
          </a:p>
        </p:txBody>
      </p:sp>
      <p:sp>
        <p:nvSpPr>
          <p:cNvPr id="80" name="文本框 79">
            <a:extLst>
              <a:ext uri="{FF2B5EF4-FFF2-40B4-BE49-F238E27FC236}">
                <a16:creationId xmlns:a16="http://schemas.microsoft.com/office/drawing/2014/main" id="{C68B9F1A-27FE-4461-9213-B3EDB2BC36EA}"/>
              </a:ext>
            </a:extLst>
          </p:cNvPr>
          <p:cNvSpPr txBox="1"/>
          <p:nvPr/>
        </p:nvSpPr>
        <p:spPr>
          <a:xfrm>
            <a:off x="6697586" y="1827726"/>
            <a:ext cx="1655928" cy="369332"/>
          </a:xfrm>
          <a:prstGeom prst="rect">
            <a:avLst/>
          </a:prstGeom>
          <a:noFill/>
        </p:spPr>
        <p:txBody>
          <a:bodyPr wrap="square">
            <a:spAutoFit/>
          </a:bodyPr>
          <a:lstStyle/>
          <a:p>
            <a:pPr algn="ctr"/>
            <a:r>
              <a:rPr lang="en-US" altLang="zh-CN" b="1" dirty="0">
                <a:solidFill>
                  <a:schemeClr val="bg1"/>
                </a:solidFill>
              </a:rPr>
              <a:t>(</a:t>
            </a:r>
            <a:r>
              <a:rPr lang="zh-CN" altLang="en-US" b="1" dirty="0">
                <a:solidFill>
                  <a:schemeClr val="bg1"/>
                </a:solidFill>
              </a:rPr>
              <a:t>例如以太网</a:t>
            </a:r>
            <a:r>
              <a:rPr lang="en-US" altLang="zh-CN" b="1" dirty="0">
                <a:solidFill>
                  <a:schemeClr val="bg1"/>
                </a:solidFill>
              </a:rPr>
              <a:t>)</a:t>
            </a:r>
            <a:endParaRPr lang="zh-CN" altLang="en-US" b="1" dirty="0">
              <a:solidFill>
                <a:schemeClr val="bg1"/>
              </a:solidFill>
            </a:endParaRPr>
          </a:p>
        </p:txBody>
      </p:sp>
      <p:grpSp>
        <p:nvGrpSpPr>
          <p:cNvPr id="28" name="组合 27">
            <a:extLst>
              <a:ext uri="{FF2B5EF4-FFF2-40B4-BE49-F238E27FC236}">
                <a16:creationId xmlns:a16="http://schemas.microsoft.com/office/drawing/2014/main" id="{1A3185B7-982A-4C63-93D4-1E43DA992E50}"/>
              </a:ext>
            </a:extLst>
          </p:cNvPr>
          <p:cNvGrpSpPr/>
          <p:nvPr/>
        </p:nvGrpSpPr>
        <p:grpSpPr>
          <a:xfrm>
            <a:off x="8638370" y="1475657"/>
            <a:ext cx="2581571" cy="956245"/>
            <a:chOff x="8638370" y="1425309"/>
            <a:chExt cx="2581571" cy="956245"/>
          </a:xfrm>
        </p:grpSpPr>
        <p:cxnSp>
          <p:nvCxnSpPr>
            <p:cNvPr id="27" name="直接连接符 26">
              <a:extLst>
                <a:ext uri="{FF2B5EF4-FFF2-40B4-BE49-F238E27FC236}">
                  <a16:creationId xmlns:a16="http://schemas.microsoft.com/office/drawing/2014/main" id="{697A3D6F-1E60-4859-B1ED-93B0C1615B02}"/>
                </a:ext>
              </a:extLst>
            </p:cNvPr>
            <p:cNvCxnSpPr/>
            <p:nvPr/>
          </p:nvCxnSpPr>
          <p:spPr>
            <a:xfrm>
              <a:off x="8638370" y="1911350"/>
              <a:ext cx="1709160" cy="0"/>
            </a:xfrm>
            <a:prstGeom prst="line">
              <a:avLst/>
            </a:prstGeom>
            <a:ln w="12700">
              <a:solidFill>
                <a:schemeClr val="tx1"/>
              </a:solidFill>
              <a:tailEnd type="none"/>
            </a:ln>
          </p:spPr>
          <p:style>
            <a:lnRef idx="1">
              <a:schemeClr val="accent1"/>
            </a:lnRef>
            <a:fillRef idx="0">
              <a:schemeClr val="accent1"/>
            </a:fillRef>
            <a:effectRef idx="0">
              <a:schemeClr val="accent1"/>
            </a:effectRef>
            <a:fontRef idx="minor">
              <a:schemeClr val="tx1"/>
            </a:fontRef>
          </p:style>
        </p:cxnSp>
        <p:sp>
          <p:nvSpPr>
            <p:cNvPr id="25" name="云形 24">
              <a:extLst>
                <a:ext uri="{FF2B5EF4-FFF2-40B4-BE49-F238E27FC236}">
                  <a16:creationId xmlns:a16="http://schemas.microsoft.com/office/drawing/2014/main" id="{02AEE960-8B34-41C9-AA4E-94C6B2940153}"/>
                </a:ext>
              </a:extLst>
            </p:cNvPr>
            <p:cNvSpPr/>
            <p:nvPr/>
          </p:nvSpPr>
          <p:spPr>
            <a:xfrm>
              <a:off x="9846803" y="1425309"/>
              <a:ext cx="1373138" cy="956245"/>
            </a:xfrm>
            <a:prstGeom prst="cloud">
              <a:avLst/>
            </a:prstGeom>
            <a:solidFill>
              <a:schemeClr val="accent6"/>
            </a:solidFill>
            <a:ln>
              <a:solidFill>
                <a:schemeClr val="accent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zh-CN" altLang="en-US" b="1" dirty="0">
                  <a:solidFill>
                    <a:schemeClr val="tx1"/>
                  </a:solidFill>
                </a:rPr>
                <a:t>因特网</a:t>
              </a:r>
            </a:p>
          </p:txBody>
        </p:sp>
      </p:grpSp>
      <p:grpSp>
        <p:nvGrpSpPr>
          <p:cNvPr id="81" name="组合 80">
            <a:extLst>
              <a:ext uri="{FF2B5EF4-FFF2-40B4-BE49-F238E27FC236}">
                <a16:creationId xmlns:a16="http://schemas.microsoft.com/office/drawing/2014/main" id="{36E336BB-BCBA-4B59-BD0B-B4E08F99C5AF}"/>
              </a:ext>
            </a:extLst>
          </p:cNvPr>
          <p:cNvGrpSpPr/>
          <p:nvPr/>
        </p:nvGrpSpPr>
        <p:grpSpPr>
          <a:xfrm>
            <a:off x="8092513" y="1366288"/>
            <a:ext cx="1131314" cy="895752"/>
            <a:chOff x="8627087" y="1132015"/>
            <a:chExt cx="1131314" cy="895752"/>
          </a:xfrm>
        </p:grpSpPr>
        <p:pic>
          <p:nvPicPr>
            <p:cNvPr id="82" name="图形 81">
              <a:extLst>
                <a:ext uri="{FF2B5EF4-FFF2-40B4-BE49-F238E27FC236}">
                  <a16:creationId xmlns:a16="http://schemas.microsoft.com/office/drawing/2014/main" id="{15E9AD16-E8CE-405D-930C-C3F6CED3A677}"/>
                </a:ext>
              </a:extLst>
            </p:cNvPr>
            <p:cNvPicPr>
              <a:picLocks noChangeAspect="1"/>
            </p:cNvPicPr>
            <p:nvPr/>
          </p:nvPicPr>
          <p:blipFill>
            <a:blip r:embed="rId9">
              <a:extLst>
                <a:ext uri="{28A0092B-C50C-407E-A947-70E740481C1C}">
                  <a14:useLocalDpi xmlns:a14="http://schemas.microsoft.com/office/drawing/2010/main" val="0"/>
                </a:ext>
                <a:ext uri="{96DAC541-7B7A-43D3-8B79-37D633B846F1}">
                  <asvg:svgBlip xmlns:asvg="http://schemas.microsoft.com/office/drawing/2016/SVG/main" r:embed="rId10"/>
                </a:ext>
              </a:extLst>
            </a:blip>
            <a:stretch>
              <a:fillRect/>
            </a:stretch>
          </p:blipFill>
          <p:spPr>
            <a:xfrm>
              <a:off x="8883108" y="1526451"/>
              <a:ext cx="619273" cy="501316"/>
            </a:xfrm>
            <a:prstGeom prst="rect">
              <a:avLst/>
            </a:prstGeom>
          </p:spPr>
        </p:pic>
        <p:sp>
          <p:nvSpPr>
            <p:cNvPr id="83" name="íşlïḍè">
              <a:extLst>
                <a:ext uri="{FF2B5EF4-FFF2-40B4-BE49-F238E27FC236}">
                  <a16:creationId xmlns:a16="http://schemas.microsoft.com/office/drawing/2014/main" id="{35A71AD4-7C06-4998-99AB-9A5EDE0837EE}"/>
                </a:ext>
              </a:extLst>
            </p:cNvPr>
            <p:cNvSpPr txBox="1"/>
            <p:nvPr/>
          </p:nvSpPr>
          <p:spPr>
            <a:xfrm>
              <a:off x="8627087" y="1132015"/>
              <a:ext cx="1131314" cy="419100"/>
            </a:xfrm>
            <a:prstGeom prst="rect">
              <a:avLst/>
            </a:prstGeom>
            <a:noFill/>
          </p:spPr>
          <p:txBody>
            <a:bodyPr wrap="square" lIns="91440" tIns="45720" rIns="91440" bIns="45720" anchor="ctr">
              <a:noAutofit/>
            </a:bodyPr>
            <a:lstStyle/>
            <a:p>
              <a:pPr algn="ctr"/>
              <a:r>
                <a:rPr lang="zh-CN" altLang="en-US" b="1" dirty="0"/>
                <a:t>路由器</a:t>
              </a:r>
              <a:endParaRPr lang="en-US" altLang="zh-CN" b="1" dirty="0"/>
            </a:p>
          </p:txBody>
        </p:sp>
      </p:grpSp>
      <p:sp>
        <p:nvSpPr>
          <p:cNvPr id="84" name="íşlïḍè">
            <a:extLst>
              <a:ext uri="{FF2B5EF4-FFF2-40B4-BE49-F238E27FC236}">
                <a16:creationId xmlns:a16="http://schemas.microsoft.com/office/drawing/2014/main" id="{7A450ED0-4BAB-401B-9E5E-9BD3FEB8251A}"/>
              </a:ext>
            </a:extLst>
          </p:cNvPr>
          <p:cNvSpPr txBox="1"/>
          <p:nvPr/>
        </p:nvSpPr>
        <p:spPr>
          <a:xfrm>
            <a:off x="5676167" y="3140742"/>
            <a:ext cx="185025" cy="419100"/>
          </a:xfrm>
          <a:prstGeom prst="rect">
            <a:avLst/>
          </a:prstGeom>
          <a:noFill/>
        </p:spPr>
        <p:txBody>
          <a:bodyPr wrap="square" lIns="91440" tIns="45720" rIns="91440" bIns="45720" anchor="ctr">
            <a:noAutofit/>
          </a:bodyPr>
          <a:lstStyle/>
          <a:p>
            <a:pPr algn="ctr"/>
            <a:r>
              <a:rPr lang="en-US" altLang="zh-CN" sz="2000" b="1" dirty="0">
                <a:solidFill>
                  <a:schemeClr val="bg1"/>
                </a:solidFill>
              </a:rPr>
              <a:t>A</a:t>
            </a:r>
          </a:p>
        </p:txBody>
      </p:sp>
      <p:sp>
        <p:nvSpPr>
          <p:cNvPr id="85" name="íşlïḍè">
            <a:extLst>
              <a:ext uri="{FF2B5EF4-FFF2-40B4-BE49-F238E27FC236}">
                <a16:creationId xmlns:a16="http://schemas.microsoft.com/office/drawing/2014/main" id="{A8F77623-67E9-4739-BCBE-C10FFD5A01C0}"/>
              </a:ext>
            </a:extLst>
          </p:cNvPr>
          <p:cNvSpPr txBox="1"/>
          <p:nvPr/>
        </p:nvSpPr>
        <p:spPr>
          <a:xfrm>
            <a:off x="6578756" y="3150484"/>
            <a:ext cx="185025" cy="419100"/>
          </a:xfrm>
          <a:prstGeom prst="rect">
            <a:avLst/>
          </a:prstGeom>
          <a:noFill/>
        </p:spPr>
        <p:txBody>
          <a:bodyPr wrap="square" lIns="91440" tIns="45720" rIns="91440" bIns="45720" anchor="ctr">
            <a:noAutofit/>
          </a:bodyPr>
          <a:lstStyle/>
          <a:p>
            <a:pPr algn="ctr"/>
            <a:r>
              <a:rPr lang="en-US" altLang="zh-CN" sz="2000" b="1" dirty="0">
                <a:solidFill>
                  <a:schemeClr val="bg1"/>
                </a:solidFill>
              </a:rPr>
              <a:t>B</a:t>
            </a:r>
          </a:p>
        </p:txBody>
      </p:sp>
      <p:cxnSp>
        <p:nvCxnSpPr>
          <p:cNvPr id="86" name="直接箭头连接符 85">
            <a:extLst>
              <a:ext uri="{FF2B5EF4-FFF2-40B4-BE49-F238E27FC236}">
                <a16:creationId xmlns:a16="http://schemas.microsoft.com/office/drawing/2014/main" id="{7EAD617F-4D68-4248-AB56-0323C037FC8D}"/>
              </a:ext>
            </a:extLst>
          </p:cNvPr>
          <p:cNvCxnSpPr>
            <a:cxnSpLocks/>
          </p:cNvCxnSpPr>
          <p:nvPr/>
        </p:nvCxnSpPr>
        <p:spPr>
          <a:xfrm flipH="1">
            <a:off x="4752894" y="3684543"/>
            <a:ext cx="589142" cy="700496"/>
          </a:xfrm>
          <a:prstGeom prst="straightConnector1">
            <a:avLst/>
          </a:prstGeom>
          <a:ln w="50800">
            <a:solidFill>
              <a:srgbClr val="5EB6F5"/>
            </a:solidFill>
            <a:prstDash val="dash"/>
            <a:tailEnd type="triangle" w="med" len="lg"/>
          </a:ln>
        </p:spPr>
        <p:style>
          <a:lnRef idx="1">
            <a:schemeClr val="accent1"/>
          </a:lnRef>
          <a:fillRef idx="0">
            <a:schemeClr val="accent1"/>
          </a:fillRef>
          <a:effectRef idx="0">
            <a:schemeClr val="accent1"/>
          </a:effectRef>
          <a:fontRef idx="minor">
            <a:schemeClr val="tx1"/>
          </a:fontRef>
        </p:style>
      </p:cxnSp>
      <p:cxnSp>
        <p:nvCxnSpPr>
          <p:cNvPr id="87" name="直接箭头连接符 86">
            <a:extLst>
              <a:ext uri="{FF2B5EF4-FFF2-40B4-BE49-F238E27FC236}">
                <a16:creationId xmlns:a16="http://schemas.microsoft.com/office/drawing/2014/main" id="{B9FC26EB-1AA4-440C-A457-ACA27C5A8CA0}"/>
              </a:ext>
            </a:extLst>
          </p:cNvPr>
          <p:cNvCxnSpPr>
            <a:cxnSpLocks/>
          </p:cNvCxnSpPr>
          <p:nvPr/>
        </p:nvCxnSpPr>
        <p:spPr>
          <a:xfrm flipV="1">
            <a:off x="4799545" y="2292383"/>
            <a:ext cx="0" cy="1768330"/>
          </a:xfrm>
          <a:prstGeom prst="straightConnector1">
            <a:avLst/>
          </a:prstGeom>
          <a:ln w="50800">
            <a:solidFill>
              <a:srgbClr val="5EB6F5"/>
            </a:solidFill>
            <a:prstDash val="dash"/>
            <a:tailEnd type="triangle" w="med" len="lg"/>
          </a:ln>
        </p:spPr>
        <p:style>
          <a:lnRef idx="1">
            <a:schemeClr val="accent1"/>
          </a:lnRef>
          <a:fillRef idx="0">
            <a:schemeClr val="accent1"/>
          </a:fillRef>
          <a:effectRef idx="0">
            <a:schemeClr val="accent1"/>
          </a:effectRef>
          <a:fontRef idx="minor">
            <a:schemeClr val="tx1"/>
          </a:fontRef>
        </p:style>
      </p:cxnSp>
      <p:cxnSp>
        <p:nvCxnSpPr>
          <p:cNvPr id="90" name="直接箭头连接符 89">
            <a:extLst>
              <a:ext uri="{FF2B5EF4-FFF2-40B4-BE49-F238E27FC236}">
                <a16:creationId xmlns:a16="http://schemas.microsoft.com/office/drawing/2014/main" id="{9010D6A7-D5AD-4B8F-B176-2E28DC47551C}"/>
              </a:ext>
            </a:extLst>
          </p:cNvPr>
          <p:cNvCxnSpPr>
            <a:cxnSpLocks/>
          </p:cNvCxnSpPr>
          <p:nvPr/>
        </p:nvCxnSpPr>
        <p:spPr>
          <a:xfrm>
            <a:off x="4889986" y="2344060"/>
            <a:ext cx="2828051" cy="0"/>
          </a:xfrm>
          <a:prstGeom prst="straightConnector1">
            <a:avLst/>
          </a:prstGeom>
          <a:ln w="50800">
            <a:solidFill>
              <a:srgbClr val="5EB6F5"/>
            </a:solidFill>
            <a:prstDash val="dash"/>
            <a:tailEnd type="triangle" w="med" len="lg"/>
          </a:ln>
        </p:spPr>
        <p:style>
          <a:lnRef idx="1">
            <a:schemeClr val="accent1"/>
          </a:lnRef>
          <a:fillRef idx="0">
            <a:schemeClr val="accent1"/>
          </a:fillRef>
          <a:effectRef idx="0">
            <a:schemeClr val="accent1"/>
          </a:effectRef>
          <a:fontRef idx="minor">
            <a:schemeClr val="tx1"/>
          </a:fontRef>
        </p:style>
      </p:cxnSp>
      <p:cxnSp>
        <p:nvCxnSpPr>
          <p:cNvPr id="93" name="直接箭头连接符 92">
            <a:extLst>
              <a:ext uri="{FF2B5EF4-FFF2-40B4-BE49-F238E27FC236}">
                <a16:creationId xmlns:a16="http://schemas.microsoft.com/office/drawing/2014/main" id="{2564A006-0660-4A9D-96AB-EA37B5F1FC1E}"/>
              </a:ext>
            </a:extLst>
          </p:cNvPr>
          <p:cNvCxnSpPr>
            <a:cxnSpLocks/>
          </p:cNvCxnSpPr>
          <p:nvPr/>
        </p:nvCxnSpPr>
        <p:spPr>
          <a:xfrm>
            <a:off x="7845630" y="2374322"/>
            <a:ext cx="0" cy="2184212"/>
          </a:xfrm>
          <a:prstGeom prst="straightConnector1">
            <a:avLst/>
          </a:prstGeom>
          <a:ln w="50800">
            <a:solidFill>
              <a:srgbClr val="5EB6F5"/>
            </a:solidFill>
            <a:prstDash val="dash"/>
            <a:tailEnd type="triangle" w="med" len="lg"/>
          </a:ln>
        </p:spPr>
        <p:style>
          <a:lnRef idx="1">
            <a:schemeClr val="accent1"/>
          </a:lnRef>
          <a:fillRef idx="0">
            <a:schemeClr val="accent1"/>
          </a:fillRef>
          <a:effectRef idx="0">
            <a:schemeClr val="accent1"/>
          </a:effectRef>
          <a:fontRef idx="minor">
            <a:schemeClr val="tx1"/>
          </a:fontRef>
        </p:style>
      </p:cxnSp>
      <p:cxnSp>
        <p:nvCxnSpPr>
          <p:cNvPr id="96" name="直接箭头连接符 95">
            <a:extLst>
              <a:ext uri="{FF2B5EF4-FFF2-40B4-BE49-F238E27FC236}">
                <a16:creationId xmlns:a16="http://schemas.microsoft.com/office/drawing/2014/main" id="{EEA5B6A6-F118-407C-A556-C25714D4EDAB}"/>
              </a:ext>
            </a:extLst>
          </p:cNvPr>
          <p:cNvCxnSpPr>
            <a:cxnSpLocks/>
            <a:stCxn id="117" idx="1"/>
          </p:cNvCxnSpPr>
          <p:nvPr/>
        </p:nvCxnSpPr>
        <p:spPr>
          <a:xfrm flipH="1" flipV="1">
            <a:off x="6763781" y="3725576"/>
            <a:ext cx="454254" cy="725006"/>
          </a:xfrm>
          <a:prstGeom prst="straightConnector1">
            <a:avLst/>
          </a:prstGeom>
          <a:ln w="50800">
            <a:solidFill>
              <a:srgbClr val="5EB6F5"/>
            </a:solidFill>
            <a:prstDash val="dash"/>
            <a:tailEnd type="triangle" w="med" len="lg"/>
          </a:ln>
        </p:spPr>
        <p:style>
          <a:lnRef idx="1">
            <a:schemeClr val="accent1"/>
          </a:lnRef>
          <a:fillRef idx="0">
            <a:schemeClr val="accent1"/>
          </a:fillRef>
          <a:effectRef idx="0">
            <a:schemeClr val="accent1"/>
          </a:effectRef>
          <a:fontRef idx="minor">
            <a:schemeClr val="tx1"/>
          </a:fontRef>
        </p:style>
      </p:cxnSp>
    </p:spTree>
    <p:custDataLst>
      <p:tags r:id="rId1"/>
    </p:custDataLst>
    <p:extLst>
      <p:ext uri="{BB962C8B-B14F-4D97-AF65-F5344CB8AC3E}">
        <p14:creationId xmlns:p14="http://schemas.microsoft.com/office/powerpoint/2010/main" val="2613239298"/>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49" presetClass="entr" presetSubtype="0" decel="100000" fill="hold" grpId="0" nodeType="withEffect">
                                  <p:stCondLst>
                                    <p:cond delay="0"/>
                                  </p:stCondLst>
                                  <p:childTnLst>
                                    <p:set>
                                      <p:cBhvr>
                                        <p:cTn id="6" dur="1" fill="hold">
                                          <p:stCondLst>
                                            <p:cond delay="0"/>
                                          </p:stCondLst>
                                        </p:cTn>
                                        <p:tgtEl>
                                          <p:spTgt spid="84"/>
                                        </p:tgtEl>
                                        <p:attrNameLst>
                                          <p:attrName>style.visibility</p:attrName>
                                        </p:attrNameLst>
                                      </p:cBhvr>
                                      <p:to>
                                        <p:strVal val="visible"/>
                                      </p:to>
                                    </p:set>
                                    <p:anim calcmode="lin" valueType="num">
                                      <p:cBhvr>
                                        <p:cTn id="7" dur="500" fill="hold"/>
                                        <p:tgtEl>
                                          <p:spTgt spid="84"/>
                                        </p:tgtEl>
                                        <p:attrNameLst>
                                          <p:attrName>ppt_w</p:attrName>
                                        </p:attrNameLst>
                                      </p:cBhvr>
                                      <p:tavLst>
                                        <p:tav tm="0">
                                          <p:val>
                                            <p:fltVal val="0"/>
                                          </p:val>
                                        </p:tav>
                                        <p:tav tm="100000">
                                          <p:val>
                                            <p:strVal val="#ppt_w"/>
                                          </p:val>
                                        </p:tav>
                                      </p:tavLst>
                                    </p:anim>
                                    <p:anim calcmode="lin" valueType="num">
                                      <p:cBhvr>
                                        <p:cTn id="8" dur="500" fill="hold"/>
                                        <p:tgtEl>
                                          <p:spTgt spid="84"/>
                                        </p:tgtEl>
                                        <p:attrNameLst>
                                          <p:attrName>ppt_h</p:attrName>
                                        </p:attrNameLst>
                                      </p:cBhvr>
                                      <p:tavLst>
                                        <p:tav tm="0">
                                          <p:val>
                                            <p:fltVal val="0"/>
                                          </p:val>
                                        </p:tav>
                                        <p:tav tm="100000">
                                          <p:val>
                                            <p:strVal val="#ppt_h"/>
                                          </p:val>
                                        </p:tav>
                                      </p:tavLst>
                                    </p:anim>
                                    <p:anim calcmode="lin" valueType="num">
                                      <p:cBhvr>
                                        <p:cTn id="9" dur="500" fill="hold"/>
                                        <p:tgtEl>
                                          <p:spTgt spid="84"/>
                                        </p:tgtEl>
                                        <p:attrNameLst>
                                          <p:attrName>style.rotation</p:attrName>
                                        </p:attrNameLst>
                                      </p:cBhvr>
                                      <p:tavLst>
                                        <p:tav tm="0">
                                          <p:val>
                                            <p:fltVal val="360"/>
                                          </p:val>
                                        </p:tav>
                                        <p:tav tm="100000">
                                          <p:val>
                                            <p:fltVal val="0"/>
                                          </p:val>
                                        </p:tav>
                                      </p:tavLst>
                                    </p:anim>
                                    <p:animEffect transition="in" filter="fade">
                                      <p:cBhvr>
                                        <p:cTn id="10" dur="500"/>
                                        <p:tgtEl>
                                          <p:spTgt spid="84"/>
                                        </p:tgtEl>
                                      </p:cBhvr>
                                    </p:animEffect>
                                  </p:childTnLst>
                                </p:cTn>
                              </p:par>
                            </p:childTnLst>
                          </p:cTn>
                        </p:par>
                      </p:childTnLst>
                    </p:cTn>
                  </p:par>
                  <p:par>
                    <p:cTn id="11" fill="hold">
                      <p:stCondLst>
                        <p:cond delay="indefinite"/>
                      </p:stCondLst>
                      <p:childTnLst>
                        <p:par>
                          <p:cTn id="12" fill="hold">
                            <p:stCondLst>
                              <p:cond delay="0"/>
                            </p:stCondLst>
                            <p:childTnLst>
                              <p:par>
                                <p:cTn id="13" presetID="49" presetClass="entr" presetSubtype="0" decel="100000" fill="hold" grpId="0" nodeType="clickEffect">
                                  <p:stCondLst>
                                    <p:cond delay="0"/>
                                  </p:stCondLst>
                                  <p:childTnLst>
                                    <p:set>
                                      <p:cBhvr>
                                        <p:cTn id="14" dur="1" fill="hold">
                                          <p:stCondLst>
                                            <p:cond delay="0"/>
                                          </p:stCondLst>
                                        </p:cTn>
                                        <p:tgtEl>
                                          <p:spTgt spid="85"/>
                                        </p:tgtEl>
                                        <p:attrNameLst>
                                          <p:attrName>style.visibility</p:attrName>
                                        </p:attrNameLst>
                                      </p:cBhvr>
                                      <p:to>
                                        <p:strVal val="visible"/>
                                      </p:to>
                                    </p:set>
                                    <p:anim calcmode="lin" valueType="num">
                                      <p:cBhvr>
                                        <p:cTn id="15" dur="500" fill="hold"/>
                                        <p:tgtEl>
                                          <p:spTgt spid="85"/>
                                        </p:tgtEl>
                                        <p:attrNameLst>
                                          <p:attrName>ppt_w</p:attrName>
                                        </p:attrNameLst>
                                      </p:cBhvr>
                                      <p:tavLst>
                                        <p:tav tm="0">
                                          <p:val>
                                            <p:fltVal val="0"/>
                                          </p:val>
                                        </p:tav>
                                        <p:tav tm="100000">
                                          <p:val>
                                            <p:strVal val="#ppt_w"/>
                                          </p:val>
                                        </p:tav>
                                      </p:tavLst>
                                    </p:anim>
                                    <p:anim calcmode="lin" valueType="num">
                                      <p:cBhvr>
                                        <p:cTn id="16" dur="500" fill="hold"/>
                                        <p:tgtEl>
                                          <p:spTgt spid="85"/>
                                        </p:tgtEl>
                                        <p:attrNameLst>
                                          <p:attrName>ppt_h</p:attrName>
                                        </p:attrNameLst>
                                      </p:cBhvr>
                                      <p:tavLst>
                                        <p:tav tm="0">
                                          <p:val>
                                            <p:fltVal val="0"/>
                                          </p:val>
                                        </p:tav>
                                        <p:tav tm="100000">
                                          <p:val>
                                            <p:strVal val="#ppt_h"/>
                                          </p:val>
                                        </p:tav>
                                      </p:tavLst>
                                    </p:anim>
                                    <p:anim calcmode="lin" valueType="num">
                                      <p:cBhvr>
                                        <p:cTn id="17" dur="500" fill="hold"/>
                                        <p:tgtEl>
                                          <p:spTgt spid="85"/>
                                        </p:tgtEl>
                                        <p:attrNameLst>
                                          <p:attrName>style.rotation</p:attrName>
                                        </p:attrNameLst>
                                      </p:cBhvr>
                                      <p:tavLst>
                                        <p:tav tm="0">
                                          <p:val>
                                            <p:fltVal val="360"/>
                                          </p:val>
                                        </p:tav>
                                        <p:tav tm="100000">
                                          <p:val>
                                            <p:fltVal val="0"/>
                                          </p:val>
                                        </p:tav>
                                      </p:tavLst>
                                    </p:anim>
                                    <p:animEffect transition="in" filter="fade">
                                      <p:cBhvr>
                                        <p:cTn id="18" dur="500"/>
                                        <p:tgtEl>
                                          <p:spTgt spid="85"/>
                                        </p:tgtEl>
                                      </p:cBhvr>
                                    </p:animEffect>
                                  </p:childTnLst>
                                </p:cTn>
                              </p:par>
                            </p:childTnLst>
                          </p:cTn>
                        </p:par>
                      </p:childTnLst>
                    </p:cTn>
                  </p:par>
                  <p:par>
                    <p:cTn id="19" fill="hold">
                      <p:stCondLst>
                        <p:cond delay="indefinite"/>
                      </p:stCondLst>
                      <p:childTnLst>
                        <p:par>
                          <p:cTn id="20" fill="hold">
                            <p:stCondLst>
                              <p:cond delay="0"/>
                            </p:stCondLst>
                            <p:childTnLst>
                              <p:par>
                                <p:cTn id="21" presetID="22" presetClass="entr" presetSubtype="1" fill="hold" nodeType="clickEffect">
                                  <p:stCondLst>
                                    <p:cond delay="0"/>
                                  </p:stCondLst>
                                  <p:childTnLst>
                                    <p:set>
                                      <p:cBhvr>
                                        <p:cTn id="22" dur="1" fill="hold">
                                          <p:stCondLst>
                                            <p:cond delay="0"/>
                                          </p:stCondLst>
                                        </p:cTn>
                                        <p:tgtEl>
                                          <p:spTgt spid="86"/>
                                        </p:tgtEl>
                                        <p:attrNameLst>
                                          <p:attrName>style.visibility</p:attrName>
                                        </p:attrNameLst>
                                      </p:cBhvr>
                                      <p:to>
                                        <p:strVal val="visible"/>
                                      </p:to>
                                    </p:set>
                                    <p:animEffect transition="in" filter="wipe(up)">
                                      <p:cBhvr>
                                        <p:cTn id="23" dur="500"/>
                                        <p:tgtEl>
                                          <p:spTgt spid="86"/>
                                        </p:tgtEl>
                                      </p:cBhvr>
                                    </p:animEffect>
                                  </p:childTnLst>
                                </p:cTn>
                              </p:par>
                            </p:childTnLst>
                          </p:cTn>
                        </p:par>
                      </p:childTnLst>
                    </p:cTn>
                  </p:par>
                  <p:par>
                    <p:cTn id="24" fill="hold">
                      <p:stCondLst>
                        <p:cond delay="indefinite"/>
                      </p:stCondLst>
                      <p:childTnLst>
                        <p:par>
                          <p:cTn id="25" fill="hold">
                            <p:stCondLst>
                              <p:cond delay="0"/>
                            </p:stCondLst>
                            <p:childTnLst>
                              <p:par>
                                <p:cTn id="26" presetID="22" presetClass="entr" presetSubtype="4" fill="hold" nodeType="clickEffect">
                                  <p:stCondLst>
                                    <p:cond delay="0"/>
                                  </p:stCondLst>
                                  <p:childTnLst>
                                    <p:set>
                                      <p:cBhvr>
                                        <p:cTn id="27" dur="1" fill="hold">
                                          <p:stCondLst>
                                            <p:cond delay="0"/>
                                          </p:stCondLst>
                                        </p:cTn>
                                        <p:tgtEl>
                                          <p:spTgt spid="87"/>
                                        </p:tgtEl>
                                        <p:attrNameLst>
                                          <p:attrName>style.visibility</p:attrName>
                                        </p:attrNameLst>
                                      </p:cBhvr>
                                      <p:to>
                                        <p:strVal val="visible"/>
                                      </p:to>
                                    </p:set>
                                    <p:animEffect transition="in" filter="wipe(down)">
                                      <p:cBhvr>
                                        <p:cTn id="28" dur="500"/>
                                        <p:tgtEl>
                                          <p:spTgt spid="87"/>
                                        </p:tgtEl>
                                      </p:cBhvr>
                                    </p:animEffect>
                                  </p:childTnLst>
                                </p:cTn>
                              </p:par>
                            </p:childTnLst>
                          </p:cTn>
                        </p:par>
                      </p:childTnLst>
                    </p:cTn>
                  </p:par>
                  <p:par>
                    <p:cTn id="29" fill="hold">
                      <p:stCondLst>
                        <p:cond delay="indefinite"/>
                      </p:stCondLst>
                      <p:childTnLst>
                        <p:par>
                          <p:cTn id="30" fill="hold">
                            <p:stCondLst>
                              <p:cond delay="0"/>
                            </p:stCondLst>
                            <p:childTnLst>
                              <p:par>
                                <p:cTn id="31" presetID="22" presetClass="entr" presetSubtype="8" fill="hold" nodeType="clickEffect">
                                  <p:stCondLst>
                                    <p:cond delay="0"/>
                                  </p:stCondLst>
                                  <p:childTnLst>
                                    <p:set>
                                      <p:cBhvr>
                                        <p:cTn id="32" dur="1" fill="hold">
                                          <p:stCondLst>
                                            <p:cond delay="0"/>
                                          </p:stCondLst>
                                        </p:cTn>
                                        <p:tgtEl>
                                          <p:spTgt spid="90"/>
                                        </p:tgtEl>
                                        <p:attrNameLst>
                                          <p:attrName>style.visibility</p:attrName>
                                        </p:attrNameLst>
                                      </p:cBhvr>
                                      <p:to>
                                        <p:strVal val="visible"/>
                                      </p:to>
                                    </p:set>
                                    <p:animEffect transition="in" filter="wipe(left)">
                                      <p:cBhvr>
                                        <p:cTn id="33" dur="500"/>
                                        <p:tgtEl>
                                          <p:spTgt spid="90"/>
                                        </p:tgtEl>
                                      </p:cBhvr>
                                    </p:animEffect>
                                  </p:childTnLst>
                                </p:cTn>
                              </p:par>
                            </p:childTnLst>
                          </p:cTn>
                        </p:par>
                      </p:childTnLst>
                    </p:cTn>
                  </p:par>
                  <p:par>
                    <p:cTn id="34" fill="hold">
                      <p:stCondLst>
                        <p:cond delay="indefinite"/>
                      </p:stCondLst>
                      <p:childTnLst>
                        <p:par>
                          <p:cTn id="35" fill="hold">
                            <p:stCondLst>
                              <p:cond delay="0"/>
                            </p:stCondLst>
                            <p:childTnLst>
                              <p:par>
                                <p:cTn id="36" presetID="22" presetClass="entr" presetSubtype="1" fill="hold" nodeType="clickEffect">
                                  <p:stCondLst>
                                    <p:cond delay="0"/>
                                  </p:stCondLst>
                                  <p:childTnLst>
                                    <p:set>
                                      <p:cBhvr>
                                        <p:cTn id="37" dur="1" fill="hold">
                                          <p:stCondLst>
                                            <p:cond delay="0"/>
                                          </p:stCondLst>
                                        </p:cTn>
                                        <p:tgtEl>
                                          <p:spTgt spid="93"/>
                                        </p:tgtEl>
                                        <p:attrNameLst>
                                          <p:attrName>style.visibility</p:attrName>
                                        </p:attrNameLst>
                                      </p:cBhvr>
                                      <p:to>
                                        <p:strVal val="visible"/>
                                      </p:to>
                                    </p:set>
                                    <p:animEffect transition="in" filter="wipe(up)">
                                      <p:cBhvr>
                                        <p:cTn id="38" dur="500"/>
                                        <p:tgtEl>
                                          <p:spTgt spid="93"/>
                                        </p:tgtEl>
                                      </p:cBhvr>
                                    </p:animEffect>
                                  </p:childTnLst>
                                </p:cTn>
                              </p:par>
                            </p:childTnLst>
                          </p:cTn>
                        </p:par>
                      </p:childTnLst>
                    </p:cTn>
                  </p:par>
                  <p:par>
                    <p:cTn id="39" fill="hold">
                      <p:stCondLst>
                        <p:cond delay="indefinite"/>
                      </p:stCondLst>
                      <p:childTnLst>
                        <p:par>
                          <p:cTn id="40" fill="hold">
                            <p:stCondLst>
                              <p:cond delay="0"/>
                            </p:stCondLst>
                            <p:childTnLst>
                              <p:par>
                                <p:cTn id="41" presetID="22" presetClass="entr" presetSubtype="4" fill="hold" nodeType="clickEffect">
                                  <p:stCondLst>
                                    <p:cond delay="0"/>
                                  </p:stCondLst>
                                  <p:childTnLst>
                                    <p:set>
                                      <p:cBhvr>
                                        <p:cTn id="42" dur="1" fill="hold">
                                          <p:stCondLst>
                                            <p:cond delay="0"/>
                                          </p:stCondLst>
                                        </p:cTn>
                                        <p:tgtEl>
                                          <p:spTgt spid="96"/>
                                        </p:tgtEl>
                                        <p:attrNameLst>
                                          <p:attrName>style.visibility</p:attrName>
                                        </p:attrNameLst>
                                      </p:cBhvr>
                                      <p:to>
                                        <p:strVal val="visible"/>
                                      </p:to>
                                    </p:set>
                                    <p:animEffect transition="in" filter="wipe(down)">
                                      <p:cBhvr>
                                        <p:cTn id="43" dur="500"/>
                                        <p:tgtEl>
                                          <p:spTgt spid="96"/>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84" grpId="0"/>
      <p:bldP spid="85" grpId="0"/>
    </p:bldLst>
  </p:timing>
</p:sld>
</file>

<file path=ppt/slides/slide52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1" name="íşlïḍè">
            <a:extLst>
              <a:ext uri="{FF2B5EF4-FFF2-40B4-BE49-F238E27FC236}">
                <a16:creationId xmlns:a16="http://schemas.microsoft.com/office/drawing/2014/main" id="{2882B8A8-A951-4E36-A813-EE9E39641F4F}"/>
              </a:ext>
            </a:extLst>
          </p:cNvPr>
          <p:cNvSpPr txBox="1"/>
          <p:nvPr/>
        </p:nvSpPr>
        <p:spPr>
          <a:xfrm>
            <a:off x="933106" y="1149410"/>
            <a:ext cx="10513339" cy="478855"/>
          </a:xfrm>
          <a:prstGeom prst="rect">
            <a:avLst/>
          </a:prstGeom>
          <a:noFill/>
        </p:spPr>
        <p:txBody>
          <a:bodyPr wrap="square" lIns="91440" tIns="45720" rIns="91440" bIns="45720" anchor="ctr">
            <a:noAutofit/>
          </a:bodyPr>
          <a:lstStyle/>
          <a:p>
            <a:r>
              <a:rPr lang="zh-CN" altLang="en-US" sz="2000" b="1" dirty="0">
                <a:solidFill>
                  <a:schemeClr val="accent3">
                    <a:lumMod val="75000"/>
                  </a:schemeClr>
                </a:solidFill>
                <a:latin typeface="Arial Narrow" panose="020B0606020202030204" pitchFamily="34" charset="0"/>
              </a:rPr>
              <a:t>有固定基础设施的</a:t>
            </a:r>
            <a:r>
              <a:rPr lang="en-US" altLang="zh-CN" sz="2000" b="1" dirty="0">
                <a:solidFill>
                  <a:schemeClr val="accent3">
                    <a:lumMod val="75000"/>
                  </a:schemeClr>
                </a:solidFill>
                <a:latin typeface="Arial Narrow" panose="020B0606020202030204" pitchFamily="34" charset="0"/>
              </a:rPr>
              <a:t>802.11</a:t>
            </a:r>
            <a:r>
              <a:rPr lang="zh-CN" altLang="en-US" sz="2000" b="1" dirty="0">
                <a:solidFill>
                  <a:schemeClr val="accent3">
                    <a:lumMod val="75000"/>
                  </a:schemeClr>
                </a:solidFill>
                <a:latin typeface="Arial Narrow" panose="020B0606020202030204" pitchFamily="34" charset="0"/>
              </a:rPr>
              <a:t>无线局域网</a:t>
            </a:r>
          </a:p>
        </p:txBody>
      </p:sp>
      <p:grpSp>
        <p:nvGrpSpPr>
          <p:cNvPr id="4" name="组合 3">
            <a:extLst>
              <a:ext uri="{FF2B5EF4-FFF2-40B4-BE49-F238E27FC236}">
                <a16:creationId xmlns:a16="http://schemas.microsoft.com/office/drawing/2014/main" id="{9A1EA9F2-FCB6-48C3-935F-7AE7E3AD14AC}"/>
              </a:ext>
            </a:extLst>
          </p:cNvPr>
          <p:cNvGrpSpPr/>
          <p:nvPr/>
        </p:nvGrpSpPr>
        <p:grpSpPr>
          <a:xfrm>
            <a:off x="304800" y="749300"/>
            <a:ext cx="4938199" cy="400110"/>
            <a:chOff x="424117" y="898245"/>
            <a:chExt cx="4938199" cy="400110"/>
          </a:xfrm>
        </p:grpSpPr>
        <p:sp>
          <p:nvSpPr>
            <p:cNvPr id="2" name="平行四边形 1">
              <a:extLst>
                <a:ext uri="{FF2B5EF4-FFF2-40B4-BE49-F238E27FC236}">
                  <a16:creationId xmlns:a16="http://schemas.microsoft.com/office/drawing/2014/main" id="{1F5BAA3F-9845-4F89-A2DD-8222D3E4EDAC}"/>
                </a:ext>
              </a:extLst>
            </p:cNvPr>
            <p:cNvSpPr/>
            <p:nvPr/>
          </p:nvSpPr>
          <p:spPr>
            <a:xfrm>
              <a:off x="424117" y="898245"/>
              <a:ext cx="628306" cy="387090"/>
            </a:xfrm>
            <a:prstGeom prst="parallelogram">
              <a:avLst/>
            </a:prstGeom>
            <a:solidFill>
              <a:schemeClr val="accent3">
                <a:lumMod val="75000"/>
              </a:schemeClr>
            </a:solidFill>
            <a:ln>
              <a:solidFill>
                <a:schemeClr val="accent3">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CN" sz="2200" dirty="0">
                  <a:latin typeface="Impact" panose="020B0806030902050204" pitchFamily="34" charset="0"/>
                </a:rPr>
                <a:t>01</a:t>
              </a:r>
              <a:endParaRPr lang="zh-CN" altLang="en-US" sz="2200" dirty="0">
                <a:latin typeface="Impact" panose="020B0806030902050204" pitchFamily="34" charset="0"/>
              </a:endParaRPr>
            </a:p>
          </p:txBody>
        </p:sp>
        <p:sp>
          <p:nvSpPr>
            <p:cNvPr id="3" name="文本框 2">
              <a:extLst>
                <a:ext uri="{FF2B5EF4-FFF2-40B4-BE49-F238E27FC236}">
                  <a16:creationId xmlns:a16="http://schemas.microsoft.com/office/drawing/2014/main" id="{4D6BD736-A4D3-4F26-AFED-36E11F50F70B}"/>
                </a:ext>
              </a:extLst>
            </p:cNvPr>
            <p:cNvSpPr txBox="1"/>
            <p:nvPr/>
          </p:nvSpPr>
          <p:spPr>
            <a:xfrm>
              <a:off x="1052423" y="898245"/>
              <a:ext cx="4309893" cy="400110"/>
            </a:xfrm>
            <a:prstGeom prst="rect">
              <a:avLst/>
            </a:prstGeom>
            <a:noFill/>
          </p:spPr>
          <p:txBody>
            <a:bodyPr wrap="square" rtlCol="0">
              <a:spAutoFit/>
            </a:bodyPr>
            <a:lstStyle/>
            <a:p>
              <a:r>
                <a:rPr lang="en-US" altLang="zh-CN" sz="2000" b="1" dirty="0">
                  <a:solidFill>
                    <a:schemeClr val="tx1"/>
                  </a:solidFill>
                  <a:latin typeface="Arial Narrow" panose="020B0606020202030204" pitchFamily="34" charset="0"/>
                </a:rPr>
                <a:t>802.11</a:t>
              </a:r>
              <a:r>
                <a:rPr lang="zh-CN" altLang="en-US" sz="2000" b="1" dirty="0">
                  <a:solidFill>
                    <a:schemeClr val="tx1"/>
                  </a:solidFill>
                  <a:latin typeface="Arial Narrow" panose="020B0606020202030204" pitchFamily="34" charset="0"/>
                </a:rPr>
                <a:t>无线局域网的组成</a:t>
              </a:r>
              <a:endParaRPr lang="en-US" altLang="zh-CN" sz="2000" b="1" dirty="0">
                <a:solidFill>
                  <a:schemeClr val="tx1"/>
                </a:solidFill>
                <a:latin typeface="Arial Narrow" panose="020B0606020202030204" pitchFamily="34" charset="0"/>
              </a:endParaRPr>
            </a:p>
          </p:txBody>
        </p:sp>
      </p:grpSp>
      <p:sp>
        <p:nvSpPr>
          <p:cNvPr id="19" name="椭圆 18">
            <a:extLst>
              <a:ext uri="{FF2B5EF4-FFF2-40B4-BE49-F238E27FC236}">
                <a16:creationId xmlns:a16="http://schemas.microsoft.com/office/drawing/2014/main" id="{11E5CF4D-BE9C-46DA-9EAE-E6DADE3F495B}"/>
              </a:ext>
            </a:extLst>
          </p:cNvPr>
          <p:cNvSpPr/>
          <p:nvPr/>
        </p:nvSpPr>
        <p:spPr>
          <a:xfrm>
            <a:off x="3053834" y="3136828"/>
            <a:ext cx="3117230" cy="3117230"/>
          </a:xfrm>
          <a:prstGeom prst="ellipse">
            <a:avLst/>
          </a:prstGeom>
          <a:noFill/>
          <a:ln>
            <a:solidFill>
              <a:schemeClr val="tx1"/>
            </a:solid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24" name="文本框 23">
            <a:extLst>
              <a:ext uri="{FF2B5EF4-FFF2-40B4-BE49-F238E27FC236}">
                <a16:creationId xmlns:a16="http://schemas.microsoft.com/office/drawing/2014/main" id="{A4BCBBE7-1B74-49E5-B9EA-55A298699B08}"/>
              </a:ext>
            </a:extLst>
          </p:cNvPr>
          <p:cNvSpPr txBox="1"/>
          <p:nvPr/>
        </p:nvSpPr>
        <p:spPr>
          <a:xfrm>
            <a:off x="3721458" y="5780942"/>
            <a:ext cx="1786001" cy="369332"/>
          </a:xfrm>
          <a:prstGeom prst="rect">
            <a:avLst/>
          </a:prstGeom>
          <a:noFill/>
        </p:spPr>
        <p:txBody>
          <a:bodyPr wrap="square" rtlCol="0">
            <a:spAutoFit/>
          </a:bodyPr>
          <a:lstStyle/>
          <a:p>
            <a:pPr algn="ctr"/>
            <a:r>
              <a:rPr lang="en-US" altLang="zh-CN" b="1" dirty="0">
                <a:latin typeface="Arial Narrow" panose="020B0606020202030204" pitchFamily="34" charset="0"/>
              </a:rPr>
              <a:t>BSS1</a:t>
            </a:r>
            <a:endParaRPr lang="zh-CN" altLang="en-US" b="1" dirty="0">
              <a:latin typeface="Arial Narrow" panose="020B0606020202030204" pitchFamily="34" charset="0"/>
            </a:endParaRPr>
          </a:p>
        </p:txBody>
      </p:sp>
      <p:grpSp>
        <p:nvGrpSpPr>
          <p:cNvPr id="13" name="组合 12">
            <a:extLst>
              <a:ext uri="{FF2B5EF4-FFF2-40B4-BE49-F238E27FC236}">
                <a16:creationId xmlns:a16="http://schemas.microsoft.com/office/drawing/2014/main" id="{90AC03CF-187B-4D55-BD5F-B38527D0089C}"/>
              </a:ext>
            </a:extLst>
          </p:cNvPr>
          <p:cNvGrpSpPr/>
          <p:nvPr/>
        </p:nvGrpSpPr>
        <p:grpSpPr>
          <a:xfrm>
            <a:off x="4006554" y="3945757"/>
            <a:ext cx="1272594" cy="1335614"/>
            <a:chOff x="5511164" y="3099641"/>
            <a:chExt cx="1272594" cy="1335614"/>
          </a:xfrm>
        </p:grpSpPr>
        <p:sp>
          <p:nvSpPr>
            <p:cNvPr id="76" name="文本框 75">
              <a:extLst>
                <a:ext uri="{FF2B5EF4-FFF2-40B4-BE49-F238E27FC236}">
                  <a16:creationId xmlns:a16="http://schemas.microsoft.com/office/drawing/2014/main" id="{F6EB4E01-4CFC-4DD1-9CD9-E73AD52538E0}"/>
                </a:ext>
              </a:extLst>
            </p:cNvPr>
            <p:cNvSpPr txBox="1"/>
            <p:nvPr/>
          </p:nvSpPr>
          <p:spPr>
            <a:xfrm>
              <a:off x="5511164" y="4065923"/>
              <a:ext cx="1272594" cy="369332"/>
            </a:xfrm>
            <a:prstGeom prst="rect">
              <a:avLst/>
            </a:prstGeom>
            <a:noFill/>
          </p:spPr>
          <p:txBody>
            <a:bodyPr wrap="square" rtlCol="0">
              <a:spAutoFit/>
            </a:bodyPr>
            <a:lstStyle/>
            <a:p>
              <a:pPr algn="ctr"/>
              <a:r>
                <a:rPr lang="en-US" altLang="zh-CN" b="1" dirty="0">
                  <a:latin typeface="Arial Narrow" panose="020B0606020202030204" pitchFamily="34" charset="0"/>
                </a:rPr>
                <a:t>AP1</a:t>
              </a:r>
              <a:endParaRPr lang="zh-CN" altLang="en-US" b="1" dirty="0">
                <a:latin typeface="Arial Narrow" panose="020B0606020202030204" pitchFamily="34" charset="0"/>
              </a:endParaRPr>
            </a:p>
          </p:txBody>
        </p:sp>
        <p:pic>
          <p:nvPicPr>
            <p:cNvPr id="32" name="图形 31">
              <a:extLst>
                <a:ext uri="{FF2B5EF4-FFF2-40B4-BE49-F238E27FC236}">
                  <a16:creationId xmlns:a16="http://schemas.microsoft.com/office/drawing/2014/main" id="{51FDC802-626C-4992-B398-7B209FB093FE}"/>
                </a:ext>
              </a:extLst>
            </p:cNvPr>
            <p:cNvPicPr>
              <a:picLocks noChangeAspect="1"/>
            </p:cNvPicPr>
            <p:nvPr/>
          </p:nvPicPr>
          <p:blipFill>
            <a:blip r:embed="rId3">
              <a:extLst>
                <a:ext uri="{28A0092B-C50C-407E-A947-70E740481C1C}">
                  <a14:useLocalDpi xmlns:a14="http://schemas.microsoft.com/office/drawing/2010/main" val="0"/>
                </a:ext>
                <a:ext uri="{96DAC541-7B7A-43D3-8B79-37D633B846F1}">
                  <asvg:svgBlip xmlns:asvg="http://schemas.microsoft.com/office/drawing/2016/SVG/main" r:embed="rId4"/>
                </a:ext>
              </a:extLst>
            </a:blip>
            <a:stretch>
              <a:fillRect/>
            </a:stretch>
          </p:blipFill>
          <p:spPr>
            <a:xfrm>
              <a:off x="5707974" y="3099641"/>
              <a:ext cx="1028700" cy="1009650"/>
            </a:xfrm>
            <a:prstGeom prst="rect">
              <a:avLst/>
            </a:prstGeom>
          </p:spPr>
        </p:pic>
      </p:grpSp>
      <p:grpSp>
        <p:nvGrpSpPr>
          <p:cNvPr id="9" name="组合 8">
            <a:extLst>
              <a:ext uri="{FF2B5EF4-FFF2-40B4-BE49-F238E27FC236}">
                <a16:creationId xmlns:a16="http://schemas.microsoft.com/office/drawing/2014/main" id="{B60E5B4C-3174-406C-9F00-F72946FD8C36}"/>
              </a:ext>
            </a:extLst>
          </p:cNvPr>
          <p:cNvGrpSpPr/>
          <p:nvPr/>
        </p:nvGrpSpPr>
        <p:grpSpPr>
          <a:xfrm>
            <a:off x="3204251" y="5060907"/>
            <a:ext cx="772699" cy="858650"/>
            <a:chOff x="8735761" y="5137011"/>
            <a:chExt cx="772699" cy="858650"/>
          </a:xfrm>
        </p:grpSpPr>
        <p:pic>
          <p:nvPicPr>
            <p:cNvPr id="41" name="图形 10">
              <a:extLst>
                <a:ext uri="{FF2B5EF4-FFF2-40B4-BE49-F238E27FC236}">
                  <a16:creationId xmlns:a16="http://schemas.microsoft.com/office/drawing/2014/main" id="{FFB706F8-658F-4A80-B3FF-C53C7EC78F83}"/>
                </a:ext>
              </a:extLst>
            </p:cNvPr>
            <p:cNvPicPr>
              <a:picLocks noChangeAspect="1"/>
            </p:cNvPicPr>
            <p:nvPr/>
          </p:nvPicPr>
          <p:blipFill>
            <a:blip r:embed="rId5">
              <a:extLst>
                <a:ext uri="{28A0092B-C50C-407E-A947-70E740481C1C}">
                  <a14:useLocalDpi xmlns:a14="http://schemas.microsoft.com/office/drawing/2010/main" val="0"/>
                </a:ext>
                <a:ext uri="{96DAC541-7B7A-43D3-8B79-37D633B846F1}">
                  <asvg:svgBlip xmlns:asvg="http://schemas.microsoft.com/office/drawing/2016/SVG/main" r:embed="rId6"/>
                </a:ext>
              </a:extLst>
            </a:blip>
            <a:stretch>
              <a:fillRect/>
            </a:stretch>
          </p:blipFill>
          <p:spPr>
            <a:xfrm>
              <a:off x="8735761" y="5354579"/>
              <a:ext cx="662814" cy="641082"/>
            </a:xfrm>
            <a:prstGeom prst="rect">
              <a:avLst/>
            </a:prstGeom>
          </p:spPr>
        </p:pic>
        <p:grpSp>
          <p:nvGrpSpPr>
            <p:cNvPr id="70" name="组合 69">
              <a:extLst>
                <a:ext uri="{FF2B5EF4-FFF2-40B4-BE49-F238E27FC236}">
                  <a16:creationId xmlns:a16="http://schemas.microsoft.com/office/drawing/2014/main" id="{FFB1DD27-89F5-4288-9F9E-92751553B153}"/>
                </a:ext>
              </a:extLst>
            </p:cNvPr>
            <p:cNvGrpSpPr/>
            <p:nvPr/>
          </p:nvGrpSpPr>
          <p:grpSpPr>
            <a:xfrm>
              <a:off x="9127460" y="5137011"/>
              <a:ext cx="381000" cy="351117"/>
              <a:chOff x="2556504" y="2484669"/>
              <a:chExt cx="381000" cy="351117"/>
            </a:xfrm>
          </p:grpSpPr>
          <p:pic>
            <p:nvPicPr>
              <p:cNvPr id="71" name="图形 70">
                <a:extLst>
                  <a:ext uri="{FF2B5EF4-FFF2-40B4-BE49-F238E27FC236}">
                    <a16:creationId xmlns:a16="http://schemas.microsoft.com/office/drawing/2014/main" id="{47FB686B-5108-4B63-94BB-5E7312B423F9}"/>
                  </a:ext>
                </a:extLst>
              </p:cNvPr>
              <p:cNvPicPr>
                <a:picLocks noChangeAspect="1"/>
              </p:cNvPicPr>
              <p:nvPr/>
            </p:nvPicPr>
            <p:blipFill>
              <a:blip r:embed="rId7">
                <a:extLst>
                  <a:ext uri="{28A0092B-C50C-407E-A947-70E740481C1C}">
                    <a14:useLocalDpi xmlns:a14="http://schemas.microsoft.com/office/drawing/2010/main" val="0"/>
                  </a:ext>
                  <a:ext uri="{96DAC541-7B7A-43D3-8B79-37D633B846F1}">
                    <asvg:svgBlip xmlns:asvg="http://schemas.microsoft.com/office/drawing/2016/SVG/main" r:embed="rId8"/>
                  </a:ext>
                </a:extLst>
              </a:blip>
              <a:stretch>
                <a:fillRect/>
              </a:stretch>
            </p:blipFill>
            <p:spPr>
              <a:xfrm>
                <a:off x="2556504" y="2484669"/>
                <a:ext cx="381000" cy="285750"/>
              </a:xfrm>
              <a:prstGeom prst="rect">
                <a:avLst/>
              </a:prstGeom>
            </p:spPr>
          </p:pic>
          <p:cxnSp>
            <p:nvCxnSpPr>
              <p:cNvPr id="72" name="直接连接符 71">
                <a:extLst>
                  <a:ext uri="{FF2B5EF4-FFF2-40B4-BE49-F238E27FC236}">
                    <a16:creationId xmlns:a16="http://schemas.microsoft.com/office/drawing/2014/main" id="{64E059CC-7FEA-4019-B5D1-F5FC6A8E18E7}"/>
                  </a:ext>
                </a:extLst>
              </p:cNvPr>
              <p:cNvCxnSpPr/>
              <p:nvPr/>
            </p:nvCxnSpPr>
            <p:spPr>
              <a:xfrm>
                <a:off x="2747004" y="2612580"/>
                <a:ext cx="0" cy="223206"/>
              </a:xfrm>
              <a:prstGeom prst="line">
                <a:avLst/>
              </a:prstGeom>
              <a:ln w="25400">
                <a:solidFill>
                  <a:srgbClr val="999999"/>
                </a:solidFill>
              </a:ln>
            </p:spPr>
            <p:style>
              <a:lnRef idx="1">
                <a:schemeClr val="accent1"/>
              </a:lnRef>
              <a:fillRef idx="0">
                <a:schemeClr val="accent1"/>
              </a:fillRef>
              <a:effectRef idx="0">
                <a:schemeClr val="accent1"/>
              </a:effectRef>
              <a:fontRef idx="minor">
                <a:schemeClr val="tx1"/>
              </a:fontRef>
            </p:style>
          </p:cxnSp>
        </p:grpSp>
      </p:grpSp>
      <p:grpSp>
        <p:nvGrpSpPr>
          <p:cNvPr id="12" name="组合 11">
            <a:extLst>
              <a:ext uri="{FF2B5EF4-FFF2-40B4-BE49-F238E27FC236}">
                <a16:creationId xmlns:a16="http://schemas.microsoft.com/office/drawing/2014/main" id="{4DD0B389-D978-4FE3-A04D-779BD992BB86}"/>
              </a:ext>
            </a:extLst>
          </p:cNvPr>
          <p:cNvGrpSpPr/>
          <p:nvPr/>
        </p:nvGrpSpPr>
        <p:grpSpPr>
          <a:xfrm>
            <a:off x="2712917" y="4060713"/>
            <a:ext cx="681834" cy="830033"/>
            <a:chOff x="6956615" y="1391042"/>
            <a:chExt cx="681834" cy="830033"/>
          </a:xfrm>
        </p:grpSpPr>
        <p:grpSp>
          <p:nvGrpSpPr>
            <p:cNvPr id="54" name="组合 53">
              <a:extLst>
                <a:ext uri="{FF2B5EF4-FFF2-40B4-BE49-F238E27FC236}">
                  <a16:creationId xmlns:a16="http://schemas.microsoft.com/office/drawing/2014/main" id="{43CACFB6-2186-481B-9C9F-2B35A1831EDF}"/>
                </a:ext>
              </a:extLst>
            </p:cNvPr>
            <p:cNvGrpSpPr/>
            <p:nvPr/>
          </p:nvGrpSpPr>
          <p:grpSpPr>
            <a:xfrm>
              <a:off x="7257449" y="1391042"/>
              <a:ext cx="381000" cy="351117"/>
              <a:chOff x="2556504" y="2484669"/>
              <a:chExt cx="381000" cy="351117"/>
            </a:xfrm>
          </p:grpSpPr>
          <p:pic>
            <p:nvPicPr>
              <p:cNvPr id="55" name="图形 54">
                <a:extLst>
                  <a:ext uri="{FF2B5EF4-FFF2-40B4-BE49-F238E27FC236}">
                    <a16:creationId xmlns:a16="http://schemas.microsoft.com/office/drawing/2014/main" id="{031F7A51-135B-45DC-9C5F-1F16EAFE2A90}"/>
                  </a:ext>
                </a:extLst>
              </p:cNvPr>
              <p:cNvPicPr>
                <a:picLocks noChangeAspect="1"/>
              </p:cNvPicPr>
              <p:nvPr/>
            </p:nvPicPr>
            <p:blipFill>
              <a:blip r:embed="rId7">
                <a:extLst>
                  <a:ext uri="{28A0092B-C50C-407E-A947-70E740481C1C}">
                    <a14:useLocalDpi xmlns:a14="http://schemas.microsoft.com/office/drawing/2010/main" val="0"/>
                  </a:ext>
                  <a:ext uri="{96DAC541-7B7A-43D3-8B79-37D633B846F1}">
                    <asvg:svgBlip xmlns:asvg="http://schemas.microsoft.com/office/drawing/2016/SVG/main" r:embed="rId8"/>
                  </a:ext>
                </a:extLst>
              </a:blip>
              <a:stretch>
                <a:fillRect/>
              </a:stretch>
            </p:blipFill>
            <p:spPr>
              <a:xfrm>
                <a:off x="2556504" y="2484669"/>
                <a:ext cx="381000" cy="285750"/>
              </a:xfrm>
              <a:prstGeom prst="rect">
                <a:avLst/>
              </a:prstGeom>
            </p:spPr>
          </p:pic>
          <p:cxnSp>
            <p:nvCxnSpPr>
              <p:cNvPr id="56" name="直接连接符 55">
                <a:extLst>
                  <a:ext uri="{FF2B5EF4-FFF2-40B4-BE49-F238E27FC236}">
                    <a16:creationId xmlns:a16="http://schemas.microsoft.com/office/drawing/2014/main" id="{F78D4996-A92C-404E-8C62-9BB6822AD7AC}"/>
                  </a:ext>
                </a:extLst>
              </p:cNvPr>
              <p:cNvCxnSpPr/>
              <p:nvPr/>
            </p:nvCxnSpPr>
            <p:spPr>
              <a:xfrm>
                <a:off x="2747004" y="2612580"/>
                <a:ext cx="0" cy="223206"/>
              </a:xfrm>
              <a:prstGeom prst="line">
                <a:avLst/>
              </a:prstGeom>
              <a:ln w="25400">
                <a:solidFill>
                  <a:srgbClr val="999999"/>
                </a:solidFill>
              </a:ln>
            </p:spPr>
            <p:style>
              <a:lnRef idx="1">
                <a:schemeClr val="accent1"/>
              </a:lnRef>
              <a:fillRef idx="0">
                <a:schemeClr val="accent1"/>
              </a:fillRef>
              <a:effectRef idx="0">
                <a:schemeClr val="accent1"/>
              </a:effectRef>
              <a:fontRef idx="minor">
                <a:schemeClr val="tx1"/>
              </a:fontRef>
            </p:style>
          </p:cxnSp>
        </p:grpSp>
        <p:pic>
          <p:nvPicPr>
            <p:cNvPr id="33" name="图形 10">
              <a:extLst>
                <a:ext uri="{FF2B5EF4-FFF2-40B4-BE49-F238E27FC236}">
                  <a16:creationId xmlns:a16="http://schemas.microsoft.com/office/drawing/2014/main" id="{5A9BC258-F80F-4F21-9EFB-C36AC2E37E2A}"/>
                </a:ext>
              </a:extLst>
            </p:cNvPr>
            <p:cNvPicPr>
              <a:picLocks noChangeAspect="1"/>
            </p:cNvPicPr>
            <p:nvPr/>
          </p:nvPicPr>
          <p:blipFill>
            <a:blip r:embed="rId5">
              <a:extLst>
                <a:ext uri="{28A0092B-C50C-407E-A947-70E740481C1C}">
                  <a14:useLocalDpi xmlns:a14="http://schemas.microsoft.com/office/drawing/2010/main" val="0"/>
                </a:ext>
                <a:ext uri="{96DAC541-7B7A-43D3-8B79-37D633B846F1}">
                  <asvg:svgBlip xmlns:asvg="http://schemas.microsoft.com/office/drawing/2016/SVG/main" r:embed="rId6"/>
                </a:ext>
              </a:extLst>
            </a:blip>
            <a:stretch>
              <a:fillRect/>
            </a:stretch>
          </p:blipFill>
          <p:spPr>
            <a:xfrm>
              <a:off x="6956615" y="1579993"/>
              <a:ext cx="662814" cy="641082"/>
            </a:xfrm>
            <a:prstGeom prst="rect">
              <a:avLst/>
            </a:prstGeom>
          </p:spPr>
        </p:pic>
      </p:grpSp>
      <p:grpSp>
        <p:nvGrpSpPr>
          <p:cNvPr id="6" name="组合 5">
            <a:extLst>
              <a:ext uri="{FF2B5EF4-FFF2-40B4-BE49-F238E27FC236}">
                <a16:creationId xmlns:a16="http://schemas.microsoft.com/office/drawing/2014/main" id="{B646B45F-71F6-4792-9D91-B5E6C971F7C1}"/>
              </a:ext>
            </a:extLst>
          </p:cNvPr>
          <p:cNvGrpSpPr/>
          <p:nvPr/>
        </p:nvGrpSpPr>
        <p:grpSpPr>
          <a:xfrm>
            <a:off x="3204251" y="2953137"/>
            <a:ext cx="662814" cy="830033"/>
            <a:chOff x="10392760" y="1391042"/>
            <a:chExt cx="662814" cy="830033"/>
          </a:xfrm>
        </p:grpSpPr>
        <p:grpSp>
          <p:nvGrpSpPr>
            <p:cNvPr id="60" name="组合 59">
              <a:extLst>
                <a:ext uri="{FF2B5EF4-FFF2-40B4-BE49-F238E27FC236}">
                  <a16:creationId xmlns:a16="http://schemas.microsoft.com/office/drawing/2014/main" id="{89699963-AA7D-4F41-A05C-2912FF547A41}"/>
                </a:ext>
              </a:extLst>
            </p:cNvPr>
            <p:cNvGrpSpPr/>
            <p:nvPr/>
          </p:nvGrpSpPr>
          <p:grpSpPr>
            <a:xfrm>
              <a:off x="10674574" y="1391042"/>
              <a:ext cx="381000" cy="351117"/>
              <a:chOff x="2556504" y="2484669"/>
              <a:chExt cx="381000" cy="351117"/>
            </a:xfrm>
          </p:grpSpPr>
          <p:pic>
            <p:nvPicPr>
              <p:cNvPr id="61" name="图形 60">
                <a:extLst>
                  <a:ext uri="{FF2B5EF4-FFF2-40B4-BE49-F238E27FC236}">
                    <a16:creationId xmlns:a16="http://schemas.microsoft.com/office/drawing/2014/main" id="{D66EED3C-ABB8-4AB3-B893-10EB52EF4A2A}"/>
                  </a:ext>
                </a:extLst>
              </p:cNvPr>
              <p:cNvPicPr>
                <a:picLocks noChangeAspect="1"/>
              </p:cNvPicPr>
              <p:nvPr/>
            </p:nvPicPr>
            <p:blipFill>
              <a:blip r:embed="rId7">
                <a:extLst>
                  <a:ext uri="{28A0092B-C50C-407E-A947-70E740481C1C}">
                    <a14:useLocalDpi xmlns:a14="http://schemas.microsoft.com/office/drawing/2010/main" val="0"/>
                  </a:ext>
                  <a:ext uri="{96DAC541-7B7A-43D3-8B79-37D633B846F1}">
                    <asvg:svgBlip xmlns:asvg="http://schemas.microsoft.com/office/drawing/2016/SVG/main" r:embed="rId8"/>
                  </a:ext>
                </a:extLst>
              </a:blip>
              <a:stretch>
                <a:fillRect/>
              </a:stretch>
            </p:blipFill>
            <p:spPr>
              <a:xfrm>
                <a:off x="2556504" y="2484669"/>
                <a:ext cx="381000" cy="285750"/>
              </a:xfrm>
              <a:prstGeom prst="rect">
                <a:avLst/>
              </a:prstGeom>
            </p:spPr>
          </p:pic>
          <p:cxnSp>
            <p:nvCxnSpPr>
              <p:cNvPr id="62" name="直接连接符 61">
                <a:extLst>
                  <a:ext uri="{FF2B5EF4-FFF2-40B4-BE49-F238E27FC236}">
                    <a16:creationId xmlns:a16="http://schemas.microsoft.com/office/drawing/2014/main" id="{247CA075-F94E-4870-8C28-AC00131C2824}"/>
                  </a:ext>
                </a:extLst>
              </p:cNvPr>
              <p:cNvCxnSpPr/>
              <p:nvPr/>
            </p:nvCxnSpPr>
            <p:spPr>
              <a:xfrm>
                <a:off x="2747004" y="2612580"/>
                <a:ext cx="0" cy="223206"/>
              </a:xfrm>
              <a:prstGeom prst="line">
                <a:avLst/>
              </a:prstGeom>
              <a:ln w="25400">
                <a:solidFill>
                  <a:srgbClr val="999999"/>
                </a:solidFill>
              </a:ln>
            </p:spPr>
            <p:style>
              <a:lnRef idx="1">
                <a:schemeClr val="accent1"/>
              </a:lnRef>
              <a:fillRef idx="0">
                <a:schemeClr val="accent1"/>
              </a:fillRef>
              <a:effectRef idx="0">
                <a:schemeClr val="accent1"/>
              </a:effectRef>
              <a:fontRef idx="minor">
                <a:schemeClr val="tx1"/>
              </a:fontRef>
            </p:style>
          </p:cxnSp>
        </p:grpSp>
        <p:pic>
          <p:nvPicPr>
            <p:cNvPr id="38" name="图形 10">
              <a:extLst>
                <a:ext uri="{FF2B5EF4-FFF2-40B4-BE49-F238E27FC236}">
                  <a16:creationId xmlns:a16="http://schemas.microsoft.com/office/drawing/2014/main" id="{87474D5E-4CAA-47EA-BED7-ACA643385B1D}"/>
                </a:ext>
              </a:extLst>
            </p:cNvPr>
            <p:cNvPicPr>
              <a:picLocks noChangeAspect="1"/>
            </p:cNvPicPr>
            <p:nvPr/>
          </p:nvPicPr>
          <p:blipFill>
            <a:blip r:embed="rId5">
              <a:extLst>
                <a:ext uri="{28A0092B-C50C-407E-A947-70E740481C1C}">
                  <a14:useLocalDpi xmlns:a14="http://schemas.microsoft.com/office/drawing/2010/main" val="0"/>
                </a:ext>
                <a:ext uri="{96DAC541-7B7A-43D3-8B79-37D633B846F1}">
                  <asvg:svgBlip xmlns:asvg="http://schemas.microsoft.com/office/drawing/2016/SVG/main" r:embed="rId6"/>
                </a:ext>
              </a:extLst>
            </a:blip>
            <a:stretch>
              <a:fillRect/>
            </a:stretch>
          </p:blipFill>
          <p:spPr>
            <a:xfrm>
              <a:off x="10392760" y="1579993"/>
              <a:ext cx="662814" cy="641082"/>
            </a:xfrm>
            <a:prstGeom prst="rect">
              <a:avLst/>
            </a:prstGeom>
          </p:spPr>
        </p:pic>
      </p:grpSp>
      <p:grpSp>
        <p:nvGrpSpPr>
          <p:cNvPr id="8" name="组合 7">
            <a:extLst>
              <a:ext uri="{FF2B5EF4-FFF2-40B4-BE49-F238E27FC236}">
                <a16:creationId xmlns:a16="http://schemas.microsoft.com/office/drawing/2014/main" id="{FABBA271-FA4A-4DF3-9617-AC0736095428}"/>
              </a:ext>
            </a:extLst>
          </p:cNvPr>
          <p:cNvGrpSpPr/>
          <p:nvPr/>
        </p:nvGrpSpPr>
        <p:grpSpPr>
          <a:xfrm>
            <a:off x="5374533" y="5193022"/>
            <a:ext cx="662814" cy="853468"/>
            <a:chOff x="10344206" y="4379100"/>
            <a:chExt cx="662814" cy="853468"/>
          </a:xfrm>
        </p:grpSpPr>
        <p:grpSp>
          <p:nvGrpSpPr>
            <p:cNvPr id="67" name="组合 66">
              <a:extLst>
                <a:ext uri="{FF2B5EF4-FFF2-40B4-BE49-F238E27FC236}">
                  <a16:creationId xmlns:a16="http://schemas.microsoft.com/office/drawing/2014/main" id="{B1EBDC09-ED4D-4B9E-93ED-0C20D402F629}"/>
                </a:ext>
              </a:extLst>
            </p:cNvPr>
            <p:cNvGrpSpPr/>
            <p:nvPr/>
          </p:nvGrpSpPr>
          <p:grpSpPr>
            <a:xfrm>
              <a:off x="10626020" y="4379100"/>
              <a:ext cx="381000" cy="351117"/>
              <a:chOff x="2556504" y="2484669"/>
              <a:chExt cx="381000" cy="351117"/>
            </a:xfrm>
          </p:grpSpPr>
          <p:pic>
            <p:nvPicPr>
              <p:cNvPr id="68" name="图形 67">
                <a:extLst>
                  <a:ext uri="{FF2B5EF4-FFF2-40B4-BE49-F238E27FC236}">
                    <a16:creationId xmlns:a16="http://schemas.microsoft.com/office/drawing/2014/main" id="{1FEE0958-B23D-4E63-A6AE-BF90343E1999}"/>
                  </a:ext>
                </a:extLst>
              </p:cNvPr>
              <p:cNvPicPr>
                <a:picLocks noChangeAspect="1"/>
              </p:cNvPicPr>
              <p:nvPr/>
            </p:nvPicPr>
            <p:blipFill>
              <a:blip r:embed="rId7">
                <a:extLst>
                  <a:ext uri="{28A0092B-C50C-407E-A947-70E740481C1C}">
                    <a14:useLocalDpi xmlns:a14="http://schemas.microsoft.com/office/drawing/2010/main" val="0"/>
                  </a:ext>
                  <a:ext uri="{96DAC541-7B7A-43D3-8B79-37D633B846F1}">
                    <asvg:svgBlip xmlns:asvg="http://schemas.microsoft.com/office/drawing/2016/SVG/main" r:embed="rId8"/>
                  </a:ext>
                </a:extLst>
              </a:blip>
              <a:stretch>
                <a:fillRect/>
              </a:stretch>
            </p:blipFill>
            <p:spPr>
              <a:xfrm>
                <a:off x="2556504" y="2484669"/>
                <a:ext cx="381000" cy="285750"/>
              </a:xfrm>
              <a:prstGeom prst="rect">
                <a:avLst/>
              </a:prstGeom>
            </p:spPr>
          </p:pic>
          <p:cxnSp>
            <p:nvCxnSpPr>
              <p:cNvPr id="69" name="直接连接符 68">
                <a:extLst>
                  <a:ext uri="{FF2B5EF4-FFF2-40B4-BE49-F238E27FC236}">
                    <a16:creationId xmlns:a16="http://schemas.microsoft.com/office/drawing/2014/main" id="{52EB35D2-ADEE-4C09-80CD-33509D770BD4}"/>
                  </a:ext>
                </a:extLst>
              </p:cNvPr>
              <p:cNvCxnSpPr/>
              <p:nvPr/>
            </p:nvCxnSpPr>
            <p:spPr>
              <a:xfrm>
                <a:off x="2747004" y="2612580"/>
                <a:ext cx="0" cy="223206"/>
              </a:xfrm>
              <a:prstGeom prst="line">
                <a:avLst/>
              </a:prstGeom>
              <a:ln w="25400">
                <a:solidFill>
                  <a:srgbClr val="999999"/>
                </a:solidFill>
              </a:ln>
            </p:spPr>
            <p:style>
              <a:lnRef idx="1">
                <a:schemeClr val="accent1"/>
              </a:lnRef>
              <a:fillRef idx="0">
                <a:schemeClr val="accent1"/>
              </a:fillRef>
              <a:effectRef idx="0">
                <a:schemeClr val="accent1"/>
              </a:effectRef>
              <a:fontRef idx="minor">
                <a:schemeClr val="tx1"/>
              </a:fontRef>
            </p:style>
          </p:cxnSp>
        </p:grpSp>
        <p:pic>
          <p:nvPicPr>
            <p:cNvPr id="42" name="图形 10">
              <a:extLst>
                <a:ext uri="{FF2B5EF4-FFF2-40B4-BE49-F238E27FC236}">
                  <a16:creationId xmlns:a16="http://schemas.microsoft.com/office/drawing/2014/main" id="{7C5AE7F5-BE3C-4E23-BD4B-BB486769AE69}"/>
                </a:ext>
              </a:extLst>
            </p:cNvPr>
            <p:cNvPicPr>
              <a:picLocks noChangeAspect="1"/>
            </p:cNvPicPr>
            <p:nvPr/>
          </p:nvPicPr>
          <p:blipFill>
            <a:blip r:embed="rId5">
              <a:extLst>
                <a:ext uri="{28A0092B-C50C-407E-A947-70E740481C1C}">
                  <a14:useLocalDpi xmlns:a14="http://schemas.microsoft.com/office/drawing/2010/main" val="0"/>
                </a:ext>
                <a:ext uri="{96DAC541-7B7A-43D3-8B79-37D633B846F1}">
                  <asvg:svgBlip xmlns:asvg="http://schemas.microsoft.com/office/drawing/2016/SVG/main" r:embed="rId6"/>
                </a:ext>
              </a:extLst>
            </a:blip>
            <a:stretch>
              <a:fillRect/>
            </a:stretch>
          </p:blipFill>
          <p:spPr>
            <a:xfrm>
              <a:off x="10344206" y="4591486"/>
              <a:ext cx="662814" cy="641082"/>
            </a:xfrm>
            <a:prstGeom prst="rect">
              <a:avLst/>
            </a:prstGeom>
          </p:spPr>
        </p:pic>
      </p:grpSp>
      <p:grpSp>
        <p:nvGrpSpPr>
          <p:cNvPr id="18" name="组合 17">
            <a:extLst>
              <a:ext uri="{FF2B5EF4-FFF2-40B4-BE49-F238E27FC236}">
                <a16:creationId xmlns:a16="http://schemas.microsoft.com/office/drawing/2014/main" id="{2BB136FC-ED59-4178-9FB4-5976090679BB}"/>
              </a:ext>
            </a:extLst>
          </p:cNvPr>
          <p:cNvGrpSpPr/>
          <p:nvPr/>
        </p:nvGrpSpPr>
        <p:grpSpPr>
          <a:xfrm>
            <a:off x="6068505" y="2953137"/>
            <a:ext cx="3408460" cy="3300921"/>
            <a:chOff x="7193682" y="2617622"/>
            <a:chExt cx="3408460" cy="3300921"/>
          </a:xfrm>
        </p:grpSpPr>
        <p:sp>
          <p:nvSpPr>
            <p:cNvPr id="112" name="文本框 111">
              <a:extLst>
                <a:ext uri="{FF2B5EF4-FFF2-40B4-BE49-F238E27FC236}">
                  <a16:creationId xmlns:a16="http://schemas.microsoft.com/office/drawing/2014/main" id="{DD9EF15B-B88A-4E8A-86C3-734DA5B5438E}"/>
                </a:ext>
              </a:extLst>
            </p:cNvPr>
            <p:cNvSpPr txBox="1"/>
            <p:nvPr/>
          </p:nvSpPr>
          <p:spPr>
            <a:xfrm>
              <a:off x="8146402" y="4576524"/>
              <a:ext cx="1272594" cy="369332"/>
            </a:xfrm>
            <a:prstGeom prst="rect">
              <a:avLst/>
            </a:prstGeom>
            <a:noFill/>
          </p:spPr>
          <p:txBody>
            <a:bodyPr wrap="square" rtlCol="0">
              <a:spAutoFit/>
            </a:bodyPr>
            <a:lstStyle/>
            <a:p>
              <a:pPr algn="ctr"/>
              <a:r>
                <a:rPr lang="en-US" altLang="zh-CN" b="1" dirty="0">
                  <a:latin typeface="Arial Narrow" panose="020B0606020202030204" pitchFamily="34" charset="0"/>
                </a:rPr>
                <a:t>AP2</a:t>
              </a:r>
              <a:endParaRPr lang="zh-CN" altLang="en-US" b="1" dirty="0">
                <a:latin typeface="Arial Narrow" panose="020B0606020202030204" pitchFamily="34" charset="0"/>
              </a:endParaRPr>
            </a:p>
          </p:txBody>
        </p:sp>
        <p:grpSp>
          <p:nvGrpSpPr>
            <p:cNvPr id="113" name="组合 112">
              <a:extLst>
                <a:ext uri="{FF2B5EF4-FFF2-40B4-BE49-F238E27FC236}">
                  <a16:creationId xmlns:a16="http://schemas.microsoft.com/office/drawing/2014/main" id="{EAA4B39F-234F-424F-BB7E-4B629EE9E661}"/>
                </a:ext>
              </a:extLst>
            </p:cNvPr>
            <p:cNvGrpSpPr/>
            <p:nvPr/>
          </p:nvGrpSpPr>
          <p:grpSpPr>
            <a:xfrm>
              <a:off x="7193682" y="2801313"/>
              <a:ext cx="3117230" cy="3117230"/>
              <a:chOff x="4558444" y="2487562"/>
              <a:chExt cx="3117230" cy="3117230"/>
            </a:xfrm>
          </p:grpSpPr>
          <p:sp>
            <p:nvSpPr>
              <p:cNvPr id="114" name="椭圆 113">
                <a:extLst>
                  <a:ext uri="{FF2B5EF4-FFF2-40B4-BE49-F238E27FC236}">
                    <a16:creationId xmlns:a16="http://schemas.microsoft.com/office/drawing/2014/main" id="{589C8B17-35E5-44B5-8FD9-1FEA557962EB}"/>
                  </a:ext>
                </a:extLst>
              </p:cNvPr>
              <p:cNvSpPr/>
              <p:nvPr/>
            </p:nvSpPr>
            <p:spPr>
              <a:xfrm>
                <a:off x="4558444" y="2487562"/>
                <a:ext cx="3117230" cy="3117230"/>
              </a:xfrm>
              <a:prstGeom prst="ellipse">
                <a:avLst/>
              </a:prstGeom>
              <a:noFill/>
              <a:ln>
                <a:solidFill>
                  <a:schemeClr val="tx1"/>
                </a:solid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115" name="文本框 114">
                <a:extLst>
                  <a:ext uri="{FF2B5EF4-FFF2-40B4-BE49-F238E27FC236}">
                    <a16:creationId xmlns:a16="http://schemas.microsoft.com/office/drawing/2014/main" id="{0E4312CE-DB3E-4F53-8CD1-2859EB1FDCC1}"/>
                  </a:ext>
                </a:extLst>
              </p:cNvPr>
              <p:cNvSpPr txBox="1"/>
              <p:nvPr/>
            </p:nvSpPr>
            <p:spPr>
              <a:xfrm>
                <a:off x="5222049" y="5132891"/>
                <a:ext cx="1786001" cy="369332"/>
              </a:xfrm>
              <a:prstGeom prst="rect">
                <a:avLst/>
              </a:prstGeom>
              <a:noFill/>
            </p:spPr>
            <p:txBody>
              <a:bodyPr wrap="square" rtlCol="0">
                <a:spAutoFit/>
              </a:bodyPr>
              <a:lstStyle/>
              <a:p>
                <a:pPr algn="ctr"/>
                <a:r>
                  <a:rPr lang="en-US" altLang="zh-CN" b="1" dirty="0">
                    <a:latin typeface="Arial Narrow" panose="020B0606020202030204" pitchFamily="34" charset="0"/>
                  </a:rPr>
                  <a:t>BSS2</a:t>
                </a:r>
                <a:endParaRPr lang="zh-CN" altLang="en-US" b="1" dirty="0">
                  <a:latin typeface="Arial Narrow" panose="020B0606020202030204" pitchFamily="34" charset="0"/>
                </a:endParaRPr>
              </a:p>
            </p:txBody>
          </p:sp>
        </p:grpSp>
        <p:pic>
          <p:nvPicPr>
            <p:cNvPr id="117" name="图形 116">
              <a:extLst>
                <a:ext uri="{FF2B5EF4-FFF2-40B4-BE49-F238E27FC236}">
                  <a16:creationId xmlns:a16="http://schemas.microsoft.com/office/drawing/2014/main" id="{E10C69BB-BDAE-4CDE-9C6F-57C14FD38B12}"/>
                </a:ext>
              </a:extLst>
            </p:cNvPr>
            <p:cNvPicPr>
              <a:picLocks noChangeAspect="1"/>
            </p:cNvPicPr>
            <p:nvPr/>
          </p:nvPicPr>
          <p:blipFill>
            <a:blip r:embed="rId3">
              <a:extLst>
                <a:ext uri="{28A0092B-C50C-407E-A947-70E740481C1C}">
                  <a14:useLocalDpi xmlns:a14="http://schemas.microsoft.com/office/drawing/2010/main" val="0"/>
                </a:ext>
                <a:ext uri="{96DAC541-7B7A-43D3-8B79-37D633B846F1}">
                  <asvg:svgBlip xmlns:asvg="http://schemas.microsoft.com/office/drawing/2016/SVG/main" r:embed="rId4"/>
                </a:ext>
              </a:extLst>
            </a:blip>
            <a:stretch>
              <a:fillRect/>
            </a:stretch>
          </p:blipFill>
          <p:spPr>
            <a:xfrm>
              <a:off x="8343212" y="3610242"/>
              <a:ext cx="1028700" cy="1009650"/>
            </a:xfrm>
            <a:prstGeom prst="rect">
              <a:avLst/>
            </a:prstGeom>
          </p:spPr>
        </p:pic>
        <p:grpSp>
          <p:nvGrpSpPr>
            <p:cNvPr id="118" name="组合 117">
              <a:extLst>
                <a:ext uri="{FF2B5EF4-FFF2-40B4-BE49-F238E27FC236}">
                  <a16:creationId xmlns:a16="http://schemas.microsoft.com/office/drawing/2014/main" id="{85042F54-7941-4D04-BB36-836D4F801468}"/>
                </a:ext>
              </a:extLst>
            </p:cNvPr>
            <p:cNvGrpSpPr/>
            <p:nvPr/>
          </p:nvGrpSpPr>
          <p:grpSpPr>
            <a:xfrm>
              <a:off x="9939328" y="3700691"/>
              <a:ext cx="662814" cy="854540"/>
              <a:chOff x="6442805" y="2960597"/>
              <a:chExt cx="662814" cy="854540"/>
            </a:xfrm>
          </p:grpSpPr>
          <p:grpSp>
            <p:nvGrpSpPr>
              <p:cNvPr id="154" name="组合 153">
                <a:extLst>
                  <a:ext uri="{FF2B5EF4-FFF2-40B4-BE49-F238E27FC236}">
                    <a16:creationId xmlns:a16="http://schemas.microsoft.com/office/drawing/2014/main" id="{FE6F0911-342A-47FC-BF9C-5057FCB3916C}"/>
                  </a:ext>
                </a:extLst>
              </p:cNvPr>
              <p:cNvGrpSpPr/>
              <p:nvPr/>
            </p:nvGrpSpPr>
            <p:grpSpPr>
              <a:xfrm>
                <a:off x="6724619" y="2960597"/>
                <a:ext cx="381000" cy="351117"/>
                <a:chOff x="2556504" y="2484669"/>
                <a:chExt cx="381000" cy="351117"/>
              </a:xfrm>
            </p:grpSpPr>
            <p:pic>
              <p:nvPicPr>
                <p:cNvPr id="156" name="图形 155">
                  <a:extLst>
                    <a:ext uri="{FF2B5EF4-FFF2-40B4-BE49-F238E27FC236}">
                      <a16:creationId xmlns:a16="http://schemas.microsoft.com/office/drawing/2014/main" id="{9956B8C1-9E1D-47B5-9996-A1889079431F}"/>
                    </a:ext>
                  </a:extLst>
                </p:cNvPr>
                <p:cNvPicPr>
                  <a:picLocks noChangeAspect="1"/>
                </p:cNvPicPr>
                <p:nvPr/>
              </p:nvPicPr>
              <p:blipFill>
                <a:blip r:embed="rId7">
                  <a:extLst>
                    <a:ext uri="{28A0092B-C50C-407E-A947-70E740481C1C}">
                      <a14:useLocalDpi xmlns:a14="http://schemas.microsoft.com/office/drawing/2010/main" val="0"/>
                    </a:ext>
                    <a:ext uri="{96DAC541-7B7A-43D3-8B79-37D633B846F1}">
                      <asvg:svgBlip xmlns:asvg="http://schemas.microsoft.com/office/drawing/2016/SVG/main" r:embed="rId8"/>
                    </a:ext>
                  </a:extLst>
                </a:blip>
                <a:stretch>
                  <a:fillRect/>
                </a:stretch>
              </p:blipFill>
              <p:spPr>
                <a:xfrm>
                  <a:off x="2556504" y="2484669"/>
                  <a:ext cx="381000" cy="285750"/>
                </a:xfrm>
                <a:prstGeom prst="rect">
                  <a:avLst/>
                </a:prstGeom>
              </p:spPr>
            </p:pic>
            <p:cxnSp>
              <p:nvCxnSpPr>
                <p:cNvPr id="157" name="直接连接符 156">
                  <a:extLst>
                    <a:ext uri="{FF2B5EF4-FFF2-40B4-BE49-F238E27FC236}">
                      <a16:creationId xmlns:a16="http://schemas.microsoft.com/office/drawing/2014/main" id="{AE211ECF-F8DE-4583-9697-63FDC407453F}"/>
                    </a:ext>
                  </a:extLst>
                </p:cNvPr>
                <p:cNvCxnSpPr/>
                <p:nvPr/>
              </p:nvCxnSpPr>
              <p:spPr>
                <a:xfrm>
                  <a:off x="2747004" y="2612580"/>
                  <a:ext cx="0" cy="223206"/>
                </a:xfrm>
                <a:prstGeom prst="line">
                  <a:avLst/>
                </a:prstGeom>
                <a:ln w="25400">
                  <a:solidFill>
                    <a:srgbClr val="999999"/>
                  </a:solidFill>
                </a:ln>
              </p:spPr>
              <p:style>
                <a:lnRef idx="1">
                  <a:schemeClr val="accent1"/>
                </a:lnRef>
                <a:fillRef idx="0">
                  <a:schemeClr val="accent1"/>
                </a:fillRef>
                <a:effectRef idx="0">
                  <a:schemeClr val="accent1"/>
                </a:effectRef>
                <a:fontRef idx="minor">
                  <a:schemeClr val="tx1"/>
                </a:fontRef>
              </p:style>
            </p:cxnSp>
          </p:grpSp>
          <p:pic>
            <p:nvPicPr>
              <p:cNvPr id="155" name="图形 10">
                <a:extLst>
                  <a:ext uri="{FF2B5EF4-FFF2-40B4-BE49-F238E27FC236}">
                    <a16:creationId xmlns:a16="http://schemas.microsoft.com/office/drawing/2014/main" id="{7A82AFA1-3D7B-4EDF-AEEB-00DEC8E27067}"/>
                  </a:ext>
                </a:extLst>
              </p:cNvPr>
              <p:cNvPicPr>
                <a:picLocks noChangeAspect="1"/>
              </p:cNvPicPr>
              <p:nvPr/>
            </p:nvPicPr>
            <p:blipFill>
              <a:blip r:embed="rId5">
                <a:extLst>
                  <a:ext uri="{28A0092B-C50C-407E-A947-70E740481C1C}">
                    <a14:useLocalDpi xmlns:a14="http://schemas.microsoft.com/office/drawing/2010/main" val="0"/>
                  </a:ext>
                  <a:ext uri="{96DAC541-7B7A-43D3-8B79-37D633B846F1}">
                    <asvg:svgBlip xmlns:asvg="http://schemas.microsoft.com/office/drawing/2016/SVG/main" r:embed="rId6"/>
                  </a:ext>
                </a:extLst>
              </a:blip>
              <a:stretch>
                <a:fillRect/>
              </a:stretch>
            </p:blipFill>
            <p:spPr>
              <a:xfrm>
                <a:off x="6442805" y="3174055"/>
                <a:ext cx="662814" cy="641082"/>
              </a:xfrm>
              <a:prstGeom prst="rect">
                <a:avLst/>
              </a:prstGeom>
            </p:spPr>
          </p:pic>
        </p:grpSp>
        <p:grpSp>
          <p:nvGrpSpPr>
            <p:cNvPr id="123" name="组合 122">
              <a:extLst>
                <a:ext uri="{FF2B5EF4-FFF2-40B4-BE49-F238E27FC236}">
                  <a16:creationId xmlns:a16="http://schemas.microsoft.com/office/drawing/2014/main" id="{0515CA84-B2F6-4F96-AA86-1A62C0E9EAD2}"/>
                </a:ext>
              </a:extLst>
            </p:cNvPr>
            <p:cNvGrpSpPr/>
            <p:nvPr/>
          </p:nvGrpSpPr>
          <p:grpSpPr>
            <a:xfrm>
              <a:off x="7344099" y="2617622"/>
              <a:ext cx="662814" cy="830033"/>
              <a:chOff x="10392760" y="1391042"/>
              <a:chExt cx="662814" cy="830033"/>
            </a:xfrm>
          </p:grpSpPr>
          <p:grpSp>
            <p:nvGrpSpPr>
              <p:cNvPr id="134" name="组合 133">
                <a:extLst>
                  <a:ext uri="{FF2B5EF4-FFF2-40B4-BE49-F238E27FC236}">
                    <a16:creationId xmlns:a16="http://schemas.microsoft.com/office/drawing/2014/main" id="{3D3B75B4-6012-4AD5-B9AF-32144636CAC0}"/>
                  </a:ext>
                </a:extLst>
              </p:cNvPr>
              <p:cNvGrpSpPr/>
              <p:nvPr/>
            </p:nvGrpSpPr>
            <p:grpSpPr>
              <a:xfrm>
                <a:off x="10674574" y="1391042"/>
                <a:ext cx="381000" cy="351117"/>
                <a:chOff x="2556504" y="2484669"/>
                <a:chExt cx="381000" cy="351117"/>
              </a:xfrm>
            </p:grpSpPr>
            <p:pic>
              <p:nvPicPr>
                <p:cNvPr id="136" name="图形 135">
                  <a:extLst>
                    <a:ext uri="{FF2B5EF4-FFF2-40B4-BE49-F238E27FC236}">
                      <a16:creationId xmlns:a16="http://schemas.microsoft.com/office/drawing/2014/main" id="{61EA856E-6219-4F8B-BB98-3CB6184DF1F7}"/>
                    </a:ext>
                  </a:extLst>
                </p:cNvPr>
                <p:cNvPicPr>
                  <a:picLocks noChangeAspect="1"/>
                </p:cNvPicPr>
                <p:nvPr/>
              </p:nvPicPr>
              <p:blipFill>
                <a:blip r:embed="rId7">
                  <a:extLst>
                    <a:ext uri="{28A0092B-C50C-407E-A947-70E740481C1C}">
                      <a14:useLocalDpi xmlns:a14="http://schemas.microsoft.com/office/drawing/2010/main" val="0"/>
                    </a:ext>
                    <a:ext uri="{96DAC541-7B7A-43D3-8B79-37D633B846F1}">
                      <asvg:svgBlip xmlns:asvg="http://schemas.microsoft.com/office/drawing/2016/SVG/main" r:embed="rId8"/>
                    </a:ext>
                  </a:extLst>
                </a:blip>
                <a:stretch>
                  <a:fillRect/>
                </a:stretch>
              </p:blipFill>
              <p:spPr>
                <a:xfrm>
                  <a:off x="2556504" y="2484669"/>
                  <a:ext cx="381000" cy="285750"/>
                </a:xfrm>
                <a:prstGeom prst="rect">
                  <a:avLst/>
                </a:prstGeom>
              </p:spPr>
            </p:pic>
            <p:cxnSp>
              <p:nvCxnSpPr>
                <p:cNvPr id="137" name="直接连接符 136">
                  <a:extLst>
                    <a:ext uri="{FF2B5EF4-FFF2-40B4-BE49-F238E27FC236}">
                      <a16:creationId xmlns:a16="http://schemas.microsoft.com/office/drawing/2014/main" id="{684721D0-74F7-4DB7-A8B2-779BC7022512}"/>
                    </a:ext>
                  </a:extLst>
                </p:cNvPr>
                <p:cNvCxnSpPr/>
                <p:nvPr/>
              </p:nvCxnSpPr>
              <p:spPr>
                <a:xfrm>
                  <a:off x="2747004" y="2612580"/>
                  <a:ext cx="0" cy="223206"/>
                </a:xfrm>
                <a:prstGeom prst="line">
                  <a:avLst/>
                </a:prstGeom>
                <a:ln w="25400">
                  <a:solidFill>
                    <a:srgbClr val="999999"/>
                  </a:solidFill>
                </a:ln>
              </p:spPr>
              <p:style>
                <a:lnRef idx="1">
                  <a:schemeClr val="accent1"/>
                </a:lnRef>
                <a:fillRef idx="0">
                  <a:schemeClr val="accent1"/>
                </a:fillRef>
                <a:effectRef idx="0">
                  <a:schemeClr val="accent1"/>
                </a:effectRef>
                <a:fontRef idx="minor">
                  <a:schemeClr val="tx1"/>
                </a:fontRef>
              </p:style>
            </p:cxnSp>
          </p:grpSp>
          <p:pic>
            <p:nvPicPr>
              <p:cNvPr id="135" name="图形 10">
                <a:extLst>
                  <a:ext uri="{FF2B5EF4-FFF2-40B4-BE49-F238E27FC236}">
                    <a16:creationId xmlns:a16="http://schemas.microsoft.com/office/drawing/2014/main" id="{97DA0C2C-CE5C-4188-A92A-1B1662B7F0C4}"/>
                  </a:ext>
                </a:extLst>
              </p:cNvPr>
              <p:cNvPicPr>
                <a:picLocks noChangeAspect="1"/>
              </p:cNvPicPr>
              <p:nvPr/>
            </p:nvPicPr>
            <p:blipFill>
              <a:blip r:embed="rId5">
                <a:extLst>
                  <a:ext uri="{28A0092B-C50C-407E-A947-70E740481C1C}">
                    <a14:useLocalDpi xmlns:a14="http://schemas.microsoft.com/office/drawing/2010/main" val="0"/>
                  </a:ext>
                  <a:ext uri="{96DAC541-7B7A-43D3-8B79-37D633B846F1}">
                    <asvg:svgBlip xmlns:asvg="http://schemas.microsoft.com/office/drawing/2016/SVG/main" r:embed="rId6"/>
                  </a:ext>
                </a:extLst>
              </a:blip>
              <a:stretch>
                <a:fillRect/>
              </a:stretch>
            </p:blipFill>
            <p:spPr>
              <a:xfrm>
                <a:off x="10392760" y="1579993"/>
                <a:ext cx="662814" cy="641082"/>
              </a:xfrm>
              <a:prstGeom prst="rect">
                <a:avLst/>
              </a:prstGeom>
            </p:spPr>
          </p:pic>
        </p:grpSp>
        <p:grpSp>
          <p:nvGrpSpPr>
            <p:cNvPr id="124" name="组合 123">
              <a:extLst>
                <a:ext uri="{FF2B5EF4-FFF2-40B4-BE49-F238E27FC236}">
                  <a16:creationId xmlns:a16="http://schemas.microsoft.com/office/drawing/2014/main" id="{8CE7C488-08EA-4DCE-B649-6417121897E8}"/>
                </a:ext>
              </a:extLst>
            </p:cNvPr>
            <p:cNvGrpSpPr/>
            <p:nvPr/>
          </p:nvGrpSpPr>
          <p:grpSpPr>
            <a:xfrm>
              <a:off x="9460487" y="2626516"/>
              <a:ext cx="684060" cy="821139"/>
              <a:chOff x="10868587" y="2993998"/>
              <a:chExt cx="684060" cy="821139"/>
            </a:xfrm>
          </p:grpSpPr>
          <p:grpSp>
            <p:nvGrpSpPr>
              <p:cNvPr id="130" name="组合 129">
                <a:extLst>
                  <a:ext uri="{FF2B5EF4-FFF2-40B4-BE49-F238E27FC236}">
                    <a16:creationId xmlns:a16="http://schemas.microsoft.com/office/drawing/2014/main" id="{AED078E8-BDE3-4137-977E-E071E6967515}"/>
                  </a:ext>
                </a:extLst>
              </p:cNvPr>
              <p:cNvGrpSpPr/>
              <p:nvPr/>
            </p:nvGrpSpPr>
            <p:grpSpPr>
              <a:xfrm>
                <a:off x="11171647" y="2993998"/>
                <a:ext cx="381000" cy="351117"/>
                <a:chOff x="2556504" y="2484669"/>
                <a:chExt cx="381000" cy="351117"/>
              </a:xfrm>
            </p:grpSpPr>
            <p:pic>
              <p:nvPicPr>
                <p:cNvPr id="132" name="图形 131">
                  <a:extLst>
                    <a:ext uri="{FF2B5EF4-FFF2-40B4-BE49-F238E27FC236}">
                      <a16:creationId xmlns:a16="http://schemas.microsoft.com/office/drawing/2014/main" id="{D17C4FC4-EFF5-4831-87B6-65076D2580B8}"/>
                    </a:ext>
                  </a:extLst>
                </p:cNvPr>
                <p:cNvPicPr>
                  <a:picLocks noChangeAspect="1"/>
                </p:cNvPicPr>
                <p:nvPr/>
              </p:nvPicPr>
              <p:blipFill>
                <a:blip r:embed="rId7">
                  <a:extLst>
                    <a:ext uri="{28A0092B-C50C-407E-A947-70E740481C1C}">
                      <a14:useLocalDpi xmlns:a14="http://schemas.microsoft.com/office/drawing/2010/main" val="0"/>
                    </a:ext>
                    <a:ext uri="{96DAC541-7B7A-43D3-8B79-37D633B846F1}">
                      <asvg:svgBlip xmlns:asvg="http://schemas.microsoft.com/office/drawing/2016/SVG/main" r:embed="rId8"/>
                    </a:ext>
                  </a:extLst>
                </a:blip>
                <a:stretch>
                  <a:fillRect/>
                </a:stretch>
              </p:blipFill>
              <p:spPr>
                <a:xfrm>
                  <a:off x="2556504" y="2484669"/>
                  <a:ext cx="381000" cy="285750"/>
                </a:xfrm>
                <a:prstGeom prst="rect">
                  <a:avLst/>
                </a:prstGeom>
              </p:spPr>
            </p:pic>
            <p:cxnSp>
              <p:nvCxnSpPr>
                <p:cNvPr id="133" name="直接连接符 132">
                  <a:extLst>
                    <a:ext uri="{FF2B5EF4-FFF2-40B4-BE49-F238E27FC236}">
                      <a16:creationId xmlns:a16="http://schemas.microsoft.com/office/drawing/2014/main" id="{6668BBF6-3833-4B04-9DA9-0485336783CE}"/>
                    </a:ext>
                  </a:extLst>
                </p:cNvPr>
                <p:cNvCxnSpPr/>
                <p:nvPr/>
              </p:nvCxnSpPr>
              <p:spPr>
                <a:xfrm>
                  <a:off x="2747004" y="2612580"/>
                  <a:ext cx="0" cy="223206"/>
                </a:xfrm>
                <a:prstGeom prst="line">
                  <a:avLst/>
                </a:prstGeom>
                <a:ln w="25400">
                  <a:solidFill>
                    <a:srgbClr val="999999"/>
                  </a:solidFill>
                </a:ln>
              </p:spPr>
              <p:style>
                <a:lnRef idx="1">
                  <a:schemeClr val="accent1"/>
                </a:lnRef>
                <a:fillRef idx="0">
                  <a:schemeClr val="accent1"/>
                </a:fillRef>
                <a:effectRef idx="0">
                  <a:schemeClr val="accent1"/>
                </a:effectRef>
                <a:fontRef idx="minor">
                  <a:schemeClr val="tx1"/>
                </a:fontRef>
              </p:style>
            </p:cxnSp>
          </p:grpSp>
          <p:pic>
            <p:nvPicPr>
              <p:cNvPr id="131" name="图形 10">
                <a:extLst>
                  <a:ext uri="{FF2B5EF4-FFF2-40B4-BE49-F238E27FC236}">
                    <a16:creationId xmlns:a16="http://schemas.microsoft.com/office/drawing/2014/main" id="{D7658C5F-3393-43E2-A4E5-B03D0716856A}"/>
                  </a:ext>
                </a:extLst>
              </p:cNvPr>
              <p:cNvPicPr>
                <a:picLocks noChangeAspect="1"/>
              </p:cNvPicPr>
              <p:nvPr/>
            </p:nvPicPr>
            <p:blipFill>
              <a:blip r:embed="rId5">
                <a:extLst>
                  <a:ext uri="{28A0092B-C50C-407E-A947-70E740481C1C}">
                    <a14:useLocalDpi xmlns:a14="http://schemas.microsoft.com/office/drawing/2010/main" val="0"/>
                  </a:ext>
                  <a:ext uri="{96DAC541-7B7A-43D3-8B79-37D633B846F1}">
                    <asvg:svgBlip xmlns:asvg="http://schemas.microsoft.com/office/drawing/2016/SVG/main" r:embed="rId6"/>
                  </a:ext>
                </a:extLst>
              </a:blip>
              <a:stretch>
                <a:fillRect/>
              </a:stretch>
            </p:blipFill>
            <p:spPr>
              <a:xfrm>
                <a:off x="10868587" y="3174055"/>
                <a:ext cx="662814" cy="641082"/>
              </a:xfrm>
              <a:prstGeom prst="rect">
                <a:avLst/>
              </a:prstGeom>
            </p:spPr>
          </p:pic>
        </p:grpSp>
        <p:grpSp>
          <p:nvGrpSpPr>
            <p:cNvPr id="125" name="组合 124">
              <a:extLst>
                <a:ext uri="{FF2B5EF4-FFF2-40B4-BE49-F238E27FC236}">
                  <a16:creationId xmlns:a16="http://schemas.microsoft.com/office/drawing/2014/main" id="{E690F17F-0B2A-460D-9A1B-BAF08628F1E5}"/>
                </a:ext>
              </a:extLst>
            </p:cNvPr>
            <p:cNvGrpSpPr/>
            <p:nvPr/>
          </p:nvGrpSpPr>
          <p:grpSpPr>
            <a:xfrm>
              <a:off x="9514381" y="4857507"/>
              <a:ext cx="662814" cy="853468"/>
              <a:chOff x="10344206" y="4379100"/>
              <a:chExt cx="662814" cy="853468"/>
            </a:xfrm>
          </p:grpSpPr>
          <p:grpSp>
            <p:nvGrpSpPr>
              <p:cNvPr id="126" name="组合 125">
                <a:extLst>
                  <a:ext uri="{FF2B5EF4-FFF2-40B4-BE49-F238E27FC236}">
                    <a16:creationId xmlns:a16="http://schemas.microsoft.com/office/drawing/2014/main" id="{4F1EC781-41BD-4EE4-B15F-20B2F4356271}"/>
                  </a:ext>
                </a:extLst>
              </p:cNvPr>
              <p:cNvGrpSpPr/>
              <p:nvPr/>
            </p:nvGrpSpPr>
            <p:grpSpPr>
              <a:xfrm>
                <a:off x="10626020" y="4379100"/>
                <a:ext cx="381000" cy="351117"/>
                <a:chOff x="2556504" y="2484669"/>
                <a:chExt cx="381000" cy="351117"/>
              </a:xfrm>
            </p:grpSpPr>
            <p:pic>
              <p:nvPicPr>
                <p:cNvPr id="128" name="图形 127">
                  <a:extLst>
                    <a:ext uri="{FF2B5EF4-FFF2-40B4-BE49-F238E27FC236}">
                      <a16:creationId xmlns:a16="http://schemas.microsoft.com/office/drawing/2014/main" id="{D3F16A58-991E-4DF3-959A-AA9FCBBE029D}"/>
                    </a:ext>
                  </a:extLst>
                </p:cNvPr>
                <p:cNvPicPr>
                  <a:picLocks noChangeAspect="1"/>
                </p:cNvPicPr>
                <p:nvPr/>
              </p:nvPicPr>
              <p:blipFill>
                <a:blip r:embed="rId7">
                  <a:extLst>
                    <a:ext uri="{28A0092B-C50C-407E-A947-70E740481C1C}">
                      <a14:useLocalDpi xmlns:a14="http://schemas.microsoft.com/office/drawing/2010/main" val="0"/>
                    </a:ext>
                    <a:ext uri="{96DAC541-7B7A-43D3-8B79-37D633B846F1}">
                      <asvg:svgBlip xmlns:asvg="http://schemas.microsoft.com/office/drawing/2016/SVG/main" r:embed="rId8"/>
                    </a:ext>
                  </a:extLst>
                </a:blip>
                <a:stretch>
                  <a:fillRect/>
                </a:stretch>
              </p:blipFill>
              <p:spPr>
                <a:xfrm>
                  <a:off x="2556504" y="2484669"/>
                  <a:ext cx="381000" cy="285750"/>
                </a:xfrm>
                <a:prstGeom prst="rect">
                  <a:avLst/>
                </a:prstGeom>
              </p:spPr>
            </p:pic>
            <p:cxnSp>
              <p:nvCxnSpPr>
                <p:cNvPr id="129" name="直接连接符 128">
                  <a:extLst>
                    <a:ext uri="{FF2B5EF4-FFF2-40B4-BE49-F238E27FC236}">
                      <a16:creationId xmlns:a16="http://schemas.microsoft.com/office/drawing/2014/main" id="{C4FA8D6F-0E78-43C3-A905-34B2C730FA0A}"/>
                    </a:ext>
                  </a:extLst>
                </p:cNvPr>
                <p:cNvCxnSpPr/>
                <p:nvPr/>
              </p:nvCxnSpPr>
              <p:spPr>
                <a:xfrm>
                  <a:off x="2747004" y="2612580"/>
                  <a:ext cx="0" cy="223206"/>
                </a:xfrm>
                <a:prstGeom prst="line">
                  <a:avLst/>
                </a:prstGeom>
                <a:ln w="25400">
                  <a:solidFill>
                    <a:srgbClr val="999999"/>
                  </a:solidFill>
                </a:ln>
              </p:spPr>
              <p:style>
                <a:lnRef idx="1">
                  <a:schemeClr val="accent1"/>
                </a:lnRef>
                <a:fillRef idx="0">
                  <a:schemeClr val="accent1"/>
                </a:fillRef>
                <a:effectRef idx="0">
                  <a:schemeClr val="accent1"/>
                </a:effectRef>
                <a:fontRef idx="minor">
                  <a:schemeClr val="tx1"/>
                </a:fontRef>
              </p:style>
            </p:cxnSp>
          </p:grpSp>
          <p:pic>
            <p:nvPicPr>
              <p:cNvPr id="127" name="图形 10">
                <a:extLst>
                  <a:ext uri="{FF2B5EF4-FFF2-40B4-BE49-F238E27FC236}">
                    <a16:creationId xmlns:a16="http://schemas.microsoft.com/office/drawing/2014/main" id="{FA527ABA-DF65-45CA-AB5E-A399D846A555}"/>
                  </a:ext>
                </a:extLst>
              </p:cNvPr>
              <p:cNvPicPr>
                <a:picLocks noChangeAspect="1"/>
              </p:cNvPicPr>
              <p:nvPr/>
            </p:nvPicPr>
            <p:blipFill>
              <a:blip r:embed="rId5">
                <a:extLst>
                  <a:ext uri="{28A0092B-C50C-407E-A947-70E740481C1C}">
                    <a14:useLocalDpi xmlns:a14="http://schemas.microsoft.com/office/drawing/2010/main" val="0"/>
                  </a:ext>
                  <a:ext uri="{96DAC541-7B7A-43D3-8B79-37D633B846F1}">
                    <asvg:svgBlip xmlns:asvg="http://schemas.microsoft.com/office/drawing/2016/SVG/main" r:embed="rId6"/>
                  </a:ext>
                </a:extLst>
              </a:blip>
              <a:stretch>
                <a:fillRect/>
              </a:stretch>
            </p:blipFill>
            <p:spPr>
              <a:xfrm>
                <a:off x="10344206" y="4591486"/>
                <a:ext cx="662814" cy="641082"/>
              </a:xfrm>
              <a:prstGeom prst="rect">
                <a:avLst/>
              </a:prstGeom>
            </p:spPr>
          </p:pic>
        </p:grpSp>
      </p:grpSp>
      <p:grpSp>
        <p:nvGrpSpPr>
          <p:cNvPr id="22" name="组合 21">
            <a:extLst>
              <a:ext uri="{FF2B5EF4-FFF2-40B4-BE49-F238E27FC236}">
                <a16:creationId xmlns:a16="http://schemas.microsoft.com/office/drawing/2014/main" id="{9C330D45-8B6A-4DA1-8CC1-2BAF75501243}"/>
              </a:ext>
            </a:extLst>
          </p:cNvPr>
          <p:cNvGrpSpPr/>
          <p:nvPr/>
        </p:nvGrpSpPr>
        <p:grpSpPr>
          <a:xfrm>
            <a:off x="2624203" y="2474834"/>
            <a:ext cx="7002049" cy="3943423"/>
            <a:chOff x="2624203" y="2474834"/>
            <a:chExt cx="7002049" cy="3943423"/>
          </a:xfrm>
        </p:grpSpPr>
        <p:sp>
          <p:nvSpPr>
            <p:cNvPr id="5" name="矩形: 圆角 4">
              <a:extLst>
                <a:ext uri="{FF2B5EF4-FFF2-40B4-BE49-F238E27FC236}">
                  <a16:creationId xmlns:a16="http://schemas.microsoft.com/office/drawing/2014/main" id="{402A5AC5-CBB1-4920-BB18-C6FEE9D7078A}"/>
                </a:ext>
              </a:extLst>
            </p:cNvPr>
            <p:cNvSpPr/>
            <p:nvPr/>
          </p:nvSpPr>
          <p:spPr>
            <a:xfrm>
              <a:off x="2624203" y="2474834"/>
              <a:ext cx="7002049" cy="3943423"/>
            </a:xfrm>
            <a:prstGeom prst="roundRect">
              <a:avLst>
                <a:gd name="adj" fmla="val 6979"/>
              </a:avLst>
            </a:prstGeom>
            <a:noFill/>
            <a:ln>
              <a:solidFill>
                <a:schemeClr val="tx1"/>
              </a:solid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73" name="文本框 72">
              <a:extLst>
                <a:ext uri="{FF2B5EF4-FFF2-40B4-BE49-F238E27FC236}">
                  <a16:creationId xmlns:a16="http://schemas.microsoft.com/office/drawing/2014/main" id="{126C5058-5FA0-4225-9469-0F17F0D8D453}"/>
                </a:ext>
              </a:extLst>
            </p:cNvPr>
            <p:cNvSpPr txBox="1"/>
            <p:nvPr/>
          </p:nvSpPr>
          <p:spPr>
            <a:xfrm>
              <a:off x="5119890" y="2512501"/>
              <a:ext cx="1952220" cy="369332"/>
            </a:xfrm>
            <a:prstGeom prst="rect">
              <a:avLst/>
            </a:prstGeom>
            <a:noFill/>
          </p:spPr>
          <p:txBody>
            <a:bodyPr wrap="square" rtlCol="0">
              <a:spAutoFit/>
            </a:bodyPr>
            <a:lstStyle/>
            <a:p>
              <a:pPr algn="ctr"/>
              <a:r>
                <a:rPr lang="zh-CN" altLang="en-US" b="1" dirty="0">
                  <a:latin typeface="Arial Narrow" panose="020B0606020202030204" pitchFamily="34" charset="0"/>
                </a:rPr>
                <a:t>扩展的服务集</a:t>
              </a:r>
              <a:r>
                <a:rPr lang="en-US" altLang="zh-CN" b="1" dirty="0">
                  <a:latin typeface="Arial Narrow" panose="020B0606020202030204" pitchFamily="34" charset="0"/>
                </a:rPr>
                <a:t>ESS</a:t>
              </a:r>
              <a:endParaRPr lang="zh-CN" altLang="en-US" b="1" dirty="0">
                <a:latin typeface="Arial Narrow" panose="020B0606020202030204" pitchFamily="34" charset="0"/>
              </a:endParaRPr>
            </a:p>
          </p:txBody>
        </p:sp>
      </p:grpSp>
      <p:cxnSp>
        <p:nvCxnSpPr>
          <p:cNvPr id="14" name="直接连接符 13">
            <a:extLst>
              <a:ext uri="{FF2B5EF4-FFF2-40B4-BE49-F238E27FC236}">
                <a16:creationId xmlns:a16="http://schemas.microsoft.com/office/drawing/2014/main" id="{9859435C-C4AD-405C-AD66-C4DD467A5D6C}"/>
              </a:ext>
            </a:extLst>
          </p:cNvPr>
          <p:cNvCxnSpPr>
            <a:cxnSpLocks/>
          </p:cNvCxnSpPr>
          <p:nvPr/>
        </p:nvCxnSpPr>
        <p:spPr>
          <a:xfrm flipV="1">
            <a:off x="4703569" y="2137986"/>
            <a:ext cx="0" cy="2420548"/>
          </a:xfrm>
          <a:prstGeom prst="line">
            <a:avLst/>
          </a:prstGeom>
          <a:ln w="12700">
            <a:solidFill>
              <a:schemeClr val="tx1"/>
            </a:solidFill>
            <a:tailEnd type="none"/>
          </a:ln>
        </p:spPr>
        <p:style>
          <a:lnRef idx="1">
            <a:schemeClr val="accent1"/>
          </a:lnRef>
          <a:fillRef idx="0">
            <a:schemeClr val="accent1"/>
          </a:fillRef>
          <a:effectRef idx="0">
            <a:schemeClr val="accent1"/>
          </a:effectRef>
          <a:fontRef idx="minor">
            <a:schemeClr val="tx1"/>
          </a:fontRef>
        </p:style>
      </p:cxnSp>
      <p:cxnSp>
        <p:nvCxnSpPr>
          <p:cNvPr id="75" name="直接连接符 74">
            <a:extLst>
              <a:ext uri="{FF2B5EF4-FFF2-40B4-BE49-F238E27FC236}">
                <a16:creationId xmlns:a16="http://schemas.microsoft.com/office/drawing/2014/main" id="{99C5904A-8382-4455-BD4E-CFDB8DBC7399}"/>
              </a:ext>
            </a:extLst>
          </p:cNvPr>
          <p:cNvCxnSpPr>
            <a:cxnSpLocks/>
          </p:cNvCxnSpPr>
          <p:nvPr/>
        </p:nvCxnSpPr>
        <p:spPr>
          <a:xfrm flipV="1">
            <a:off x="7730737" y="2238367"/>
            <a:ext cx="0" cy="2329061"/>
          </a:xfrm>
          <a:prstGeom prst="line">
            <a:avLst/>
          </a:prstGeom>
          <a:ln w="12700">
            <a:solidFill>
              <a:schemeClr val="tx1"/>
            </a:solidFill>
            <a:tailEnd type="none"/>
          </a:ln>
        </p:spPr>
        <p:style>
          <a:lnRef idx="1">
            <a:schemeClr val="accent1"/>
          </a:lnRef>
          <a:fillRef idx="0">
            <a:schemeClr val="accent1"/>
          </a:fillRef>
          <a:effectRef idx="0">
            <a:schemeClr val="accent1"/>
          </a:effectRef>
          <a:fontRef idx="minor">
            <a:schemeClr val="tx1"/>
          </a:fontRef>
        </p:style>
      </p:cxnSp>
      <p:sp>
        <p:nvSpPr>
          <p:cNvPr id="74" name="矩形: 圆角 73">
            <a:extLst>
              <a:ext uri="{FF2B5EF4-FFF2-40B4-BE49-F238E27FC236}">
                <a16:creationId xmlns:a16="http://schemas.microsoft.com/office/drawing/2014/main" id="{5ABC0C64-CFA7-4C9A-8ED4-FAB7B877E86A}"/>
              </a:ext>
            </a:extLst>
          </p:cNvPr>
          <p:cNvSpPr/>
          <p:nvPr/>
        </p:nvSpPr>
        <p:spPr>
          <a:xfrm>
            <a:off x="4006554" y="1811404"/>
            <a:ext cx="4511558" cy="426963"/>
          </a:xfrm>
          <a:prstGeom prst="roundRect">
            <a:avLst>
              <a:gd name="adj" fmla="val 50000"/>
            </a:avLst>
          </a:prstGeom>
          <a:ln/>
        </p:spPr>
        <p:style>
          <a:lnRef idx="2">
            <a:schemeClr val="accent4">
              <a:shade val="50000"/>
            </a:schemeClr>
          </a:lnRef>
          <a:fillRef idx="1">
            <a:schemeClr val="accent4"/>
          </a:fillRef>
          <a:effectRef idx="0">
            <a:schemeClr val="accent4"/>
          </a:effectRef>
          <a:fontRef idx="minor">
            <a:schemeClr val="lt1"/>
          </a:fontRef>
        </p:style>
        <p:txBody>
          <a:bodyPr rtlCol="0" anchor="ctr"/>
          <a:lstStyle/>
          <a:p>
            <a:pPr algn="ctr"/>
            <a:r>
              <a:rPr lang="zh-CN" altLang="en-US" b="1" dirty="0"/>
              <a:t>分配系统</a:t>
            </a:r>
            <a:r>
              <a:rPr lang="en-US" altLang="zh-CN" b="1" dirty="0"/>
              <a:t>DS</a:t>
            </a:r>
            <a:endParaRPr lang="zh-CN" altLang="en-US" b="1" dirty="0"/>
          </a:p>
        </p:txBody>
      </p:sp>
      <p:sp>
        <p:nvSpPr>
          <p:cNvPr id="80" name="文本框 79">
            <a:extLst>
              <a:ext uri="{FF2B5EF4-FFF2-40B4-BE49-F238E27FC236}">
                <a16:creationId xmlns:a16="http://schemas.microsoft.com/office/drawing/2014/main" id="{C68B9F1A-27FE-4461-9213-B3EDB2BC36EA}"/>
              </a:ext>
            </a:extLst>
          </p:cNvPr>
          <p:cNvSpPr txBox="1"/>
          <p:nvPr/>
        </p:nvSpPr>
        <p:spPr>
          <a:xfrm>
            <a:off x="6697586" y="1827726"/>
            <a:ext cx="1655928" cy="369332"/>
          </a:xfrm>
          <a:prstGeom prst="rect">
            <a:avLst/>
          </a:prstGeom>
          <a:noFill/>
        </p:spPr>
        <p:txBody>
          <a:bodyPr wrap="square">
            <a:spAutoFit/>
          </a:bodyPr>
          <a:lstStyle/>
          <a:p>
            <a:pPr algn="ctr"/>
            <a:r>
              <a:rPr lang="en-US" altLang="zh-CN" b="1" dirty="0">
                <a:solidFill>
                  <a:schemeClr val="bg1"/>
                </a:solidFill>
              </a:rPr>
              <a:t>(</a:t>
            </a:r>
            <a:r>
              <a:rPr lang="zh-CN" altLang="en-US" b="1" dirty="0">
                <a:solidFill>
                  <a:schemeClr val="bg1"/>
                </a:solidFill>
              </a:rPr>
              <a:t>例如以太网</a:t>
            </a:r>
            <a:r>
              <a:rPr lang="en-US" altLang="zh-CN" b="1" dirty="0">
                <a:solidFill>
                  <a:schemeClr val="bg1"/>
                </a:solidFill>
              </a:rPr>
              <a:t>)</a:t>
            </a:r>
            <a:endParaRPr lang="zh-CN" altLang="en-US" b="1" dirty="0">
              <a:solidFill>
                <a:schemeClr val="bg1"/>
              </a:solidFill>
            </a:endParaRPr>
          </a:p>
        </p:txBody>
      </p:sp>
      <p:grpSp>
        <p:nvGrpSpPr>
          <p:cNvPr id="28" name="组合 27">
            <a:extLst>
              <a:ext uri="{FF2B5EF4-FFF2-40B4-BE49-F238E27FC236}">
                <a16:creationId xmlns:a16="http://schemas.microsoft.com/office/drawing/2014/main" id="{1A3185B7-982A-4C63-93D4-1E43DA992E50}"/>
              </a:ext>
            </a:extLst>
          </p:cNvPr>
          <p:cNvGrpSpPr/>
          <p:nvPr/>
        </p:nvGrpSpPr>
        <p:grpSpPr>
          <a:xfrm>
            <a:off x="8638370" y="1475657"/>
            <a:ext cx="2581571" cy="956245"/>
            <a:chOff x="8638370" y="1425309"/>
            <a:chExt cx="2581571" cy="956245"/>
          </a:xfrm>
        </p:grpSpPr>
        <p:cxnSp>
          <p:nvCxnSpPr>
            <p:cNvPr id="27" name="直接连接符 26">
              <a:extLst>
                <a:ext uri="{FF2B5EF4-FFF2-40B4-BE49-F238E27FC236}">
                  <a16:creationId xmlns:a16="http://schemas.microsoft.com/office/drawing/2014/main" id="{697A3D6F-1E60-4859-B1ED-93B0C1615B02}"/>
                </a:ext>
              </a:extLst>
            </p:cNvPr>
            <p:cNvCxnSpPr/>
            <p:nvPr/>
          </p:nvCxnSpPr>
          <p:spPr>
            <a:xfrm>
              <a:off x="8638370" y="1911350"/>
              <a:ext cx="1709160" cy="0"/>
            </a:xfrm>
            <a:prstGeom prst="line">
              <a:avLst/>
            </a:prstGeom>
            <a:ln w="12700">
              <a:solidFill>
                <a:schemeClr val="tx1"/>
              </a:solidFill>
              <a:tailEnd type="none"/>
            </a:ln>
          </p:spPr>
          <p:style>
            <a:lnRef idx="1">
              <a:schemeClr val="accent1"/>
            </a:lnRef>
            <a:fillRef idx="0">
              <a:schemeClr val="accent1"/>
            </a:fillRef>
            <a:effectRef idx="0">
              <a:schemeClr val="accent1"/>
            </a:effectRef>
            <a:fontRef idx="minor">
              <a:schemeClr val="tx1"/>
            </a:fontRef>
          </p:style>
        </p:cxnSp>
        <p:sp>
          <p:nvSpPr>
            <p:cNvPr id="25" name="云形 24">
              <a:extLst>
                <a:ext uri="{FF2B5EF4-FFF2-40B4-BE49-F238E27FC236}">
                  <a16:creationId xmlns:a16="http://schemas.microsoft.com/office/drawing/2014/main" id="{02AEE960-8B34-41C9-AA4E-94C6B2940153}"/>
                </a:ext>
              </a:extLst>
            </p:cNvPr>
            <p:cNvSpPr/>
            <p:nvPr/>
          </p:nvSpPr>
          <p:spPr>
            <a:xfrm>
              <a:off x="9846803" y="1425309"/>
              <a:ext cx="1373138" cy="956245"/>
            </a:xfrm>
            <a:prstGeom prst="cloud">
              <a:avLst/>
            </a:prstGeom>
            <a:solidFill>
              <a:schemeClr val="accent6"/>
            </a:solidFill>
            <a:ln>
              <a:solidFill>
                <a:schemeClr val="accent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zh-CN" altLang="en-US" b="1" dirty="0">
                  <a:solidFill>
                    <a:schemeClr val="tx1"/>
                  </a:solidFill>
                </a:rPr>
                <a:t>因特网</a:t>
              </a:r>
            </a:p>
          </p:txBody>
        </p:sp>
      </p:grpSp>
      <p:grpSp>
        <p:nvGrpSpPr>
          <p:cNvPr id="81" name="组合 80">
            <a:extLst>
              <a:ext uri="{FF2B5EF4-FFF2-40B4-BE49-F238E27FC236}">
                <a16:creationId xmlns:a16="http://schemas.microsoft.com/office/drawing/2014/main" id="{36E336BB-BCBA-4B59-BD0B-B4E08F99C5AF}"/>
              </a:ext>
            </a:extLst>
          </p:cNvPr>
          <p:cNvGrpSpPr/>
          <p:nvPr/>
        </p:nvGrpSpPr>
        <p:grpSpPr>
          <a:xfrm>
            <a:off x="8092513" y="1366288"/>
            <a:ext cx="1131314" cy="895752"/>
            <a:chOff x="8627087" y="1132015"/>
            <a:chExt cx="1131314" cy="895752"/>
          </a:xfrm>
        </p:grpSpPr>
        <p:pic>
          <p:nvPicPr>
            <p:cNvPr id="82" name="图形 81">
              <a:extLst>
                <a:ext uri="{FF2B5EF4-FFF2-40B4-BE49-F238E27FC236}">
                  <a16:creationId xmlns:a16="http://schemas.microsoft.com/office/drawing/2014/main" id="{15E9AD16-E8CE-405D-930C-C3F6CED3A677}"/>
                </a:ext>
              </a:extLst>
            </p:cNvPr>
            <p:cNvPicPr>
              <a:picLocks noChangeAspect="1"/>
            </p:cNvPicPr>
            <p:nvPr/>
          </p:nvPicPr>
          <p:blipFill>
            <a:blip r:embed="rId9">
              <a:extLst>
                <a:ext uri="{28A0092B-C50C-407E-A947-70E740481C1C}">
                  <a14:useLocalDpi xmlns:a14="http://schemas.microsoft.com/office/drawing/2010/main" val="0"/>
                </a:ext>
                <a:ext uri="{96DAC541-7B7A-43D3-8B79-37D633B846F1}">
                  <asvg:svgBlip xmlns:asvg="http://schemas.microsoft.com/office/drawing/2016/SVG/main" r:embed="rId10"/>
                </a:ext>
              </a:extLst>
            </a:blip>
            <a:stretch>
              <a:fillRect/>
            </a:stretch>
          </p:blipFill>
          <p:spPr>
            <a:xfrm>
              <a:off x="8883108" y="1526451"/>
              <a:ext cx="619273" cy="501316"/>
            </a:xfrm>
            <a:prstGeom prst="rect">
              <a:avLst/>
            </a:prstGeom>
          </p:spPr>
        </p:pic>
        <p:sp>
          <p:nvSpPr>
            <p:cNvPr id="83" name="íşlïḍè">
              <a:extLst>
                <a:ext uri="{FF2B5EF4-FFF2-40B4-BE49-F238E27FC236}">
                  <a16:creationId xmlns:a16="http://schemas.microsoft.com/office/drawing/2014/main" id="{35A71AD4-7C06-4998-99AB-9A5EDE0837EE}"/>
                </a:ext>
              </a:extLst>
            </p:cNvPr>
            <p:cNvSpPr txBox="1"/>
            <p:nvPr/>
          </p:nvSpPr>
          <p:spPr>
            <a:xfrm>
              <a:off x="8627087" y="1132015"/>
              <a:ext cx="1131314" cy="419100"/>
            </a:xfrm>
            <a:prstGeom prst="rect">
              <a:avLst/>
            </a:prstGeom>
            <a:noFill/>
          </p:spPr>
          <p:txBody>
            <a:bodyPr wrap="square" lIns="91440" tIns="45720" rIns="91440" bIns="45720" anchor="ctr">
              <a:noAutofit/>
            </a:bodyPr>
            <a:lstStyle/>
            <a:p>
              <a:pPr algn="ctr"/>
              <a:r>
                <a:rPr lang="zh-CN" altLang="en-US" b="1" dirty="0"/>
                <a:t>路由器</a:t>
              </a:r>
              <a:endParaRPr lang="en-US" altLang="zh-CN" b="1" dirty="0"/>
            </a:p>
          </p:txBody>
        </p:sp>
      </p:grpSp>
      <p:grpSp>
        <p:nvGrpSpPr>
          <p:cNvPr id="10" name="组合 9">
            <a:extLst>
              <a:ext uri="{FF2B5EF4-FFF2-40B4-BE49-F238E27FC236}">
                <a16:creationId xmlns:a16="http://schemas.microsoft.com/office/drawing/2014/main" id="{FA44465F-C425-4A99-9BB3-5FA47900FBCF}"/>
              </a:ext>
            </a:extLst>
          </p:cNvPr>
          <p:cNvGrpSpPr/>
          <p:nvPr/>
        </p:nvGrpSpPr>
        <p:grpSpPr>
          <a:xfrm>
            <a:off x="5320639" y="2962031"/>
            <a:ext cx="684060" cy="821139"/>
            <a:chOff x="5320639" y="2962031"/>
            <a:chExt cx="684060" cy="821139"/>
          </a:xfrm>
        </p:grpSpPr>
        <p:grpSp>
          <p:nvGrpSpPr>
            <p:cNvPr id="7" name="组合 6">
              <a:extLst>
                <a:ext uri="{FF2B5EF4-FFF2-40B4-BE49-F238E27FC236}">
                  <a16:creationId xmlns:a16="http://schemas.microsoft.com/office/drawing/2014/main" id="{BEF01416-B3D8-4875-8B1B-20A96441AEA1}"/>
                </a:ext>
              </a:extLst>
            </p:cNvPr>
            <p:cNvGrpSpPr/>
            <p:nvPr/>
          </p:nvGrpSpPr>
          <p:grpSpPr>
            <a:xfrm>
              <a:off x="5320639" y="2962031"/>
              <a:ext cx="684060" cy="821139"/>
              <a:chOff x="10868587" y="2993998"/>
              <a:chExt cx="684060" cy="821139"/>
            </a:xfrm>
          </p:grpSpPr>
          <p:grpSp>
            <p:nvGrpSpPr>
              <p:cNvPr id="63" name="组合 62">
                <a:extLst>
                  <a:ext uri="{FF2B5EF4-FFF2-40B4-BE49-F238E27FC236}">
                    <a16:creationId xmlns:a16="http://schemas.microsoft.com/office/drawing/2014/main" id="{DE0CFE49-241E-4BEC-8031-D2BB1C88CFDE}"/>
                  </a:ext>
                </a:extLst>
              </p:cNvPr>
              <p:cNvGrpSpPr/>
              <p:nvPr/>
            </p:nvGrpSpPr>
            <p:grpSpPr>
              <a:xfrm>
                <a:off x="11171647" y="2993998"/>
                <a:ext cx="381000" cy="351117"/>
                <a:chOff x="2556504" y="2484669"/>
                <a:chExt cx="381000" cy="351117"/>
              </a:xfrm>
            </p:grpSpPr>
            <p:pic>
              <p:nvPicPr>
                <p:cNvPr id="64" name="图形 63">
                  <a:extLst>
                    <a:ext uri="{FF2B5EF4-FFF2-40B4-BE49-F238E27FC236}">
                      <a16:creationId xmlns:a16="http://schemas.microsoft.com/office/drawing/2014/main" id="{A881FFB2-15C5-4589-A75C-324505B81D61}"/>
                    </a:ext>
                  </a:extLst>
                </p:cNvPr>
                <p:cNvPicPr>
                  <a:picLocks noChangeAspect="1"/>
                </p:cNvPicPr>
                <p:nvPr/>
              </p:nvPicPr>
              <p:blipFill>
                <a:blip r:embed="rId7">
                  <a:extLst>
                    <a:ext uri="{28A0092B-C50C-407E-A947-70E740481C1C}">
                      <a14:useLocalDpi xmlns:a14="http://schemas.microsoft.com/office/drawing/2010/main" val="0"/>
                    </a:ext>
                    <a:ext uri="{96DAC541-7B7A-43D3-8B79-37D633B846F1}">
                      <asvg:svgBlip xmlns:asvg="http://schemas.microsoft.com/office/drawing/2016/SVG/main" r:embed="rId8"/>
                    </a:ext>
                  </a:extLst>
                </a:blip>
                <a:stretch>
                  <a:fillRect/>
                </a:stretch>
              </p:blipFill>
              <p:spPr>
                <a:xfrm>
                  <a:off x="2556504" y="2484669"/>
                  <a:ext cx="381000" cy="285750"/>
                </a:xfrm>
                <a:prstGeom prst="rect">
                  <a:avLst/>
                </a:prstGeom>
              </p:spPr>
            </p:pic>
            <p:cxnSp>
              <p:nvCxnSpPr>
                <p:cNvPr id="65" name="直接连接符 64">
                  <a:extLst>
                    <a:ext uri="{FF2B5EF4-FFF2-40B4-BE49-F238E27FC236}">
                      <a16:creationId xmlns:a16="http://schemas.microsoft.com/office/drawing/2014/main" id="{8567AE27-9A73-4AF9-9E50-C682DFF89915}"/>
                    </a:ext>
                  </a:extLst>
                </p:cNvPr>
                <p:cNvCxnSpPr/>
                <p:nvPr/>
              </p:nvCxnSpPr>
              <p:spPr>
                <a:xfrm>
                  <a:off x="2747004" y="2612580"/>
                  <a:ext cx="0" cy="223206"/>
                </a:xfrm>
                <a:prstGeom prst="line">
                  <a:avLst/>
                </a:prstGeom>
                <a:ln w="25400">
                  <a:solidFill>
                    <a:srgbClr val="999999"/>
                  </a:solidFill>
                </a:ln>
              </p:spPr>
              <p:style>
                <a:lnRef idx="1">
                  <a:schemeClr val="accent1"/>
                </a:lnRef>
                <a:fillRef idx="0">
                  <a:schemeClr val="accent1"/>
                </a:fillRef>
                <a:effectRef idx="0">
                  <a:schemeClr val="accent1"/>
                </a:effectRef>
                <a:fontRef idx="minor">
                  <a:schemeClr val="tx1"/>
                </a:fontRef>
              </p:style>
            </p:cxnSp>
          </p:grpSp>
          <p:pic>
            <p:nvPicPr>
              <p:cNvPr id="39" name="图形 10">
                <a:extLst>
                  <a:ext uri="{FF2B5EF4-FFF2-40B4-BE49-F238E27FC236}">
                    <a16:creationId xmlns:a16="http://schemas.microsoft.com/office/drawing/2014/main" id="{BB7780F0-4F6C-453A-B57D-99858E60B78D}"/>
                  </a:ext>
                </a:extLst>
              </p:cNvPr>
              <p:cNvPicPr>
                <a:picLocks noChangeAspect="1"/>
              </p:cNvPicPr>
              <p:nvPr/>
            </p:nvPicPr>
            <p:blipFill>
              <a:blip r:embed="rId5">
                <a:extLst>
                  <a:ext uri="{28A0092B-C50C-407E-A947-70E740481C1C}">
                    <a14:useLocalDpi xmlns:a14="http://schemas.microsoft.com/office/drawing/2010/main" val="0"/>
                  </a:ext>
                  <a:ext uri="{96DAC541-7B7A-43D3-8B79-37D633B846F1}">
                    <asvg:svgBlip xmlns:asvg="http://schemas.microsoft.com/office/drawing/2016/SVG/main" r:embed="rId6"/>
                  </a:ext>
                </a:extLst>
              </a:blip>
              <a:stretch>
                <a:fillRect/>
              </a:stretch>
            </p:blipFill>
            <p:spPr>
              <a:xfrm>
                <a:off x="10868587" y="3174055"/>
                <a:ext cx="662814" cy="641082"/>
              </a:xfrm>
              <a:prstGeom prst="rect">
                <a:avLst/>
              </a:prstGeom>
            </p:spPr>
          </p:pic>
        </p:grpSp>
        <p:sp>
          <p:nvSpPr>
            <p:cNvPr id="84" name="íşlïḍè">
              <a:extLst>
                <a:ext uri="{FF2B5EF4-FFF2-40B4-BE49-F238E27FC236}">
                  <a16:creationId xmlns:a16="http://schemas.microsoft.com/office/drawing/2014/main" id="{7A450ED0-4BAB-401B-9E5E-9BD3FEB8251A}"/>
                </a:ext>
              </a:extLst>
            </p:cNvPr>
            <p:cNvSpPr txBox="1"/>
            <p:nvPr/>
          </p:nvSpPr>
          <p:spPr>
            <a:xfrm>
              <a:off x="5676167" y="3140742"/>
              <a:ext cx="185025" cy="419100"/>
            </a:xfrm>
            <a:prstGeom prst="rect">
              <a:avLst/>
            </a:prstGeom>
            <a:noFill/>
          </p:spPr>
          <p:txBody>
            <a:bodyPr wrap="square" lIns="91440" tIns="45720" rIns="91440" bIns="45720" anchor="ctr">
              <a:noAutofit/>
            </a:bodyPr>
            <a:lstStyle/>
            <a:p>
              <a:pPr algn="ctr"/>
              <a:r>
                <a:rPr lang="en-US" altLang="zh-CN" sz="2000" b="1" dirty="0">
                  <a:solidFill>
                    <a:schemeClr val="bg1"/>
                  </a:solidFill>
                </a:rPr>
                <a:t>A</a:t>
              </a:r>
            </a:p>
          </p:txBody>
        </p:sp>
      </p:grpSp>
      <p:sp>
        <p:nvSpPr>
          <p:cNvPr id="85" name="íşlïḍè">
            <a:extLst>
              <a:ext uri="{FF2B5EF4-FFF2-40B4-BE49-F238E27FC236}">
                <a16:creationId xmlns:a16="http://schemas.microsoft.com/office/drawing/2014/main" id="{A8F77623-67E9-4739-BCBE-C10FFD5A01C0}"/>
              </a:ext>
            </a:extLst>
          </p:cNvPr>
          <p:cNvSpPr txBox="1"/>
          <p:nvPr/>
        </p:nvSpPr>
        <p:spPr>
          <a:xfrm>
            <a:off x="6578756" y="3150484"/>
            <a:ext cx="185025" cy="419100"/>
          </a:xfrm>
          <a:prstGeom prst="rect">
            <a:avLst/>
          </a:prstGeom>
          <a:noFill/>
        </p:spPr>
        <p:txBody>
          <a:bodyPr wrap="square" lIns="91440" tIns="45720" rIns="91440" bIns="45720" anchor="ctr">
            <a:noAutofit/>
          </a:bodyPr>
          <a:lstStyle/>
          <a:p>
            <a:pPr algn="ctr"/>
            <a:r>
              <a:rPr lang="en-US" altLang="zh-CN" sz="2000" b="1" dirty="0">
                <a:solidFill>
                  <a:schemeClr val="bg1"/>
                </a:solidFill>
              </a:rPr>
              <a:t>B</a:t>
            </a:r>
          </a:p>
        </p:txBody>
      </p:sp>
      <p:grpSp>
        <p:nvGrpSpPr>
          <p:cNvPr id="20" name="组合 19">
            <a:extLst>
              <a:ext uri="{FF2B5EF4-FFF2-40B4-BE49-F238E27FC236}">
                <a16:creationId xmlns:a16="http://schemas.microsoft.com/office/drawing/2014/main" id="{04679FEF-CD05-4FD3-8F05-3FC64630BE39}"/>
              </a:ext>
            </a:extLst>
          </p:cNvPr>
          <p:cNvGrpSpPr/>
          <p:nvPr/>
        </p:nvGrpSpPr>
        <p:grpSpPr>
          <a:xfrm>
            <a:off x="4752894" y="2292383"/>
            <a:ext cx="3092736" cy="2266151"/>
            <a:chOff x="4752894" y="2292383"/>
            <a:chExt cx="3092736" cy="2266151"/>
          </a:xfrm>
        </p:grpSpPr>
        <p:cxnSp>
          <p:nvCxnSpPr>
            <p:cNvPr id="86" name="直接箭头连接符 85">
              <a:extLst>
                <a:ext uri="{FF2B5EF4-FFF2-40B4-BE49-F238E27FC236}">
                  <a16:creationId xmlns:a16="http://schemas.microsoft.com/office/drawing/2014/main" id="{7EAD617F-4D68-4248-AB56-0323C037FC8D}"/>
                </a:ext>
              </a:extLst>
            </p:cNvPr>
            <p:cNvCxnSpPr>
              <a:cxnSpLocks/>
            </p:cNvCxnSpPr>
            <p:nvPr/>
          </p:nvCxnSpPr>
          <p:spPr>
            <a:xfrm flipH="1">
              <a:off x="4752894" y="3684543"/>
              <a:ext cx="589142" cy="700496"/>
            </a:xfrm>
            <a:prstGeom prst="straightConnector1">
              <a:avLst/>
            </a:prstGeom>
            <a:ln w="50800">
              <a:solidFill>
                <a:srgbClr val="5EB6F5"/>
              </a:solidFill>
              <a:prstDash val="dash"/>
              <a:tailEnd type="triangle" w="med" len="lg"/>
            </a:ln>
          </p:spPr>
          <p:style>
            <a:lnRef idx="1">
              <a:schemeClr val="accent1"/>
            </a:lnRef>
            <a:fillRef idx="0">
              <a:schemeClr val="accent1"/>
            </a:fillRef>
            <a:effectRef idx="0">
              <a:schemeClr val="accent1"/>
            </a:effectRef>
            <a:fontRef idx="minor">
              <a:schemeClr val="tx1"/>
            </a:fontRef>
          </p:style>
        </p:cxnSp>
        <p:cxnSp>
          <p:nvCxnSpPr>
            <p:cNvPr id="87" name="直接箭头连接符 86">
              <a:extLst>
                <a:ext uri="{FF2B5EF4-FFF2-40B4-BE49-F238E27FC236}">
                  <a16:creationId xmlns:a16="http://schemas.microsoft.com/office/drawing/2014/main" id="{B9FC26EB-1AA4-440C-A457-ACA27C5A8CA0}"/>
                </a:ext>
              </a:extLst>
            </p:cNvPr>
            <p:cNvCxnSpPr>
              <a:cxnSpLocks/>
            </p:cNvCxnSpPr>
            <p:nvPr/>
          </p:nvCxnSpPr>
          <p:spPr>
            <a:xfrm flipV="1">
              <a:off x="4799545" y="2292383"/>
              <a:ext cx="0" cy="1768330"/>
            </a:xfrm>
            <a:prstGeom prst="straightConnector1">
              <a:avLst/>
            </a:prstGeom>
            <a:ln w="50800">
              <a:solidFill>
                <a:srgbClr val="5EB6F5"/>
              </a:solidFill>
              <a:prstDash val="dash"/>
              <a:tailEnd type="triangle" w="med" len="lg"/>
            </a:ln>
          </p:spPr>
          <p:style>
            <a:lnRef idx="1">
              <a:schemeClr val="accent1"/>
            </a:lnRef>
            <a:fillRef idx="0">
              <a:schemeClr val="accent1"/>
            </a:fillRef>
            <a:effectRef idx="0">
              <a:schemeClr val="accent1"/>
            </a:effectRef>
            <a:fontRef idx="minor">
              <a:schemeClr val="tx1"/>
            </a:fontRef>
          </p:style>
        </p:cxnSp>
        <p:cxnSp>
          <p:nvCxnSpPr>
            <p:cNvPr id="90" name="直接箭头连接符 89">
              <a:extLst>
                <a:ext uri="{FF2B5EF4-FFF2-40B4-BE49-F238E27FC236}">
                  <a16:creationId xmlns:a16="http://schemas.microsoft.com/office/drawing/2014/main" id="{9010D6A7-D5AD-4B8F-B176-2E28DC47551C}"/>
                </a:ext>
              </a:extLst>
            </p:cNvPr>
            <p:cNvCxnSpPr>
              <a:cxnSpLocks/>
            </p:cNvCxnSpPr>
            <p:nvPr/>
          </p:nvCxnSpPr>
          <p:spPr>
            <a:xfrm>
              <a:off x="4889986" y="2344060"/>
              <a:ext cx="2828051" cy="0"/>
            </a:xfrm>
            <a:prstGeom prst="straightConnector1">
              <a:avLst/>
            </a:prstGeom>
            <a:ln w="50800">
              <a:solidFill>
                <a:srgbClr val="5EB6F5"/>
              </a:solidFill>
              <a:prstDash val="dash"/>
              <a:tailEnd type="triangle" w="med" len="lg"/>
            </a:ln>
          </p:spPr>
          <p:style>
            <a:lnRef idx="1">
              <a:schemeClr val="accent1"/>
            </a:lnRef>
            <a:fillRef idx="0">
              <a:schemeClr val="accent1"/>
            </a:fillRef>
            <a:effectRef idx="0">
              <a:schemeClr val="accent1"/>
            </a:effectRef>
            <a:fontRef idx="minor">
              <a:schemeClr val="tx1"/>
            </a:fontRef>
          </p:style>
        </p:cxnSp>
        <p:cxnSp>
          <p:nvCxnSpPr>
            <p:cNvPr id="93" name="直接箭头连接符 92">
              <a:extLst>
                <a:ext uri="{FF2B5EF4-FFF2-40B4-BE49-F238E27FC236}">
                  <a16:creationId xmlns:a16="http://schemas.microsoft.com/office/drawing/2014/main" id="{2564A006-0660-4A9D-96AB-EA37B5F1FC1E}"/>
                </a:ext>
              </a:extLst>
            </p:cNvPr>
            <p:cNvCxnSpPr>
              <a:cxnSpLocks/>
            </p:cNvCxnSpPr>
            <p:nvPr/>
          </p:nvCxnSpPr>
          <p:spPr>
            <a:xfrm>
              <a:off x="7845630" y="2374322"/>
              <a:ext cx="0" cy="2184212"/>
            </a:xfrm>
            <a:prstGeom prst="straightConnector1">
              <a:avLst/>
            </a:prstGeom>
            <a:ln w="50800">
              <a:solidFill>
                <a:srgbClr val="5EB6F5"/>
              </a:solidFill>
              <a:prstDash val="dash"/>
              <a:tailEnd type="triangle" w="med" len="lg"/>
            </a:ln>
          </p:spPr>
          <p:style>
            <a:lnRef idx="1">
              <a:schemeClr val="accent1"/>
            </a:lnRef>
            <a:fillRef idx="0">
              <a:schemeClr val="accent1"/>
            </a:fillRef>
            <a:effectRef idx="0">
              <a:schemeClr val="accent1"/>
            </a:effectRef>
            <a:fontRef idx="minor">
              <a:schemeClr val="tx1"/>
            </a:fontRef>
          </p:style>
        </p:cxnSp>
        <p:cxnSp>
          <p:nvCxnSpPr>
            <p:cNvPr id="96" name="直接箭头连接符 95">
              <a:extLst>
                <a:ext uri="{FF2B5EF4-FFF2-40B4-BE49-F238E27FC236}">
                  <a16:creationId xmlns:a16="http://schemas.microsoft.com/office/drawing/2014/main" id="{EEA5B6A6-F118-407C-A556-C25714D4EDAB}"/>
                </a:ext>
              </a:extLst>
            </p:cNvPr>
            <p:cNvCxnSpPr>
              <a:cxnSpLocks/>
              <a:stCxn id="117" idx="1"/>
            </p:cNvCxnSpPr>
            <p:nvPr/>
          </p:nvCxnSpPr>
          <p:spPr>
            <a:xfrm flipH="1" flipV="1">
              <a:off x="6763781" y="3725576"/>
              <a:ext cx="454254" cy="725006"/>
            </a:xfrm>
            <a:prstGeom prst="straightConnector1">
              <a:avLst/>
            </a:prstGeom>
            <a:ln w="50800">
              <a:solidFill>
                <a:srgbClr val="5EB6F5"/>
              </a:solidFill>
              <a:prstDash val="dash"/>
              <a:tailEnd type="triangle" w="med" len="lg"/>
            </a:ln>
          </p:spPr>
          <p:style>
            <a:lnRef idx="1">
              <a:schemeClr val="accent1"/>
            </a:lnRef>
            <a:fillRef idx="0">
              <a:schemeClr val="accent1"/>
            </a:fillRef>
            <a:effectRef idx="0">
              <a:schemeClr val="accent1"/>
            </a:effectRef>
            <a:fontRef idx="minor">
              <a:schemeClr val="tx1"/>
            </a:fontRef>
          </p:style>
        </p:cxnSp>
      </p:grpSp>
      <p:grpSp>
        <p:nvGrpSpPr>
          <p:cNvPr id="88" name="组合 87">
            <a:extLst>
              <a:ext uri="{FF2B5EF4-FFF2-40B4-BE49-F238E27FC236}">
                <a16:creationId xmlns:a16="http://schemas.microsoft.com/office/drawing/2014/main" id="{67B0FEC1-A137-4EAB-AA80-45846631B76D}"/>
              </a:ext>
            </a:extLst>
          </p:cNvPr>
          <p:cNvGrpSpPr/>
          <p:nvPr/>
        </p:nvGrpSpPr>
        <p:grpSpPr>
          <a:xfrm>
            <a:off x="6330867" y="5226648"/>
            <a:ext cx="684060" cy="821139"/>
            <a:chOff x="5320639" y="2962031"/>
            <a:chExt cx="684060" cy="821139"/>
          </a:xfrm>
        </p:grpSpPr>
        <p:grpSp>
          <p:nvGrpSpPr>
            <p:cNvPr id="89" name="组合 88">
              <a:extLst>
                <a:ext uri="{FF2B5EF4-FFF2-40B4-BE49-F238E27FC236}">
                  <a16:creationId xmlns:a16="http://schemas.microsoft.com/office/drawing/2014/main" id="{1E1DC384-C9BE-4842-826E-F712E25F7783}"/>
                </a:ext>
              </a:extLst>
            </p:cNvPr>
            <p:cNvGrpSpPr/>
            <p:nvPr/>
          </p:nvGrpSpPr>
          <p:grpSpPr>
            <a:xfrm>
              <a:off x="5320639" y="2962031"/>
              <a:ext cx="684060" cy="821139"/>
              <a:chOff x="10868587" y="2993998"/>
              <a:chExt cx="684060" cy="821139"/>
            </a:xfrm>
          </p:grpSpPr>
          <p:grpSp>
            <p:nvGrpSpPr>
              <p:cNvPr id="92" name="组合 91">
                <a:extLst>
                  <a:ext uri="{FF2B5EF4-FFF2-40B4-BE49-F238E27FC236}">
                    <a16:creationId xmlns:a16="http://schemas.microsoft.com/office/drawing/2014/main" id="{1F6A3E48-87D9-4AE9-9AAF-A25AABB4A147}"/>
                  </a:ext>
                </a:extLst>
              </p:cNvPr>
              <p:cNvGrpSpPr/>
              <p:nvPr/>
            </p:nvGrpSpPr>
            <p:grpSpPr>
              <a:xfrm>
                <a:off x="11171647" y="2993998"/>
                <a:ext cx="381000" cy="351117"/>
                <a:chOff x="2556504" y="2484669"/>
                <a:chExt cx="381000" cy="351117"/>
              </a:xfrm>
            </p:grpSpPr>
            <p:pic>
              <p:nvPicPr>
                <p:cNvPr id="95" name="图形 94">
                  <a:extLst>
                    <a:ext uri="{FF2B5EF4-FFF2-40B4-BE49-F238E27FC236}">
                      <a16:creationId xmlns:a16="http://schemas.microsoft.com/office/drawing/2014/main" id="{BC663830-DBBB-4FA9-B578-36AE57406ED1}"/>
                    </a:ext>
                  </a:extLst>
                </p:cNvPr>
                <p:cNvPicPr>
                  <a:picLocks noChangeAspect="1"/>
                </p:cNvPicPr>
                <p:nvPr/>
              </p:nvPicPr>
              <p:blipFill>
                <a:blip r:embed="rId7">
                  <a:extLst>
                    <a:ext uri="{28A0092B-C50C-407E-A947-70E740481C1C}">
                      <a14:useLocalDpi xmlns:a14="http://schemas.microsoft.com/office/drawing/2010/main" val="0"/>
                    </a:ext>
                    <a:ext uri="{96DAC541-7B7A-43D3-8B79-37D633B846F1}">
                      <asvg:svgBlip xmlns:asvg="http://schemas.microsoft.com/office/drawing/2016/SVG/main" r:embed="rId8"/>
                    </a:ext>
                  </a:extLst>
                </a:blip>
                <a:stretch>
                  <a:fillRect/>
                </a:stretch>
              </p:blipFill>
              <p:spPr>
                <a:xfrm>
                  <a:off x="2556504" y="2484669"/>
                  <a:ext cx="381000" cy="285750"/>
                </a:xfrm>
                <a:prstGeom prst="rect">
                  <a:avLst/>
                </a:prstGeom>
              </p:spPr>
            </p:pic>
            <p:cxnSp>
              <p:nvCxnSpPr>
                <p:cNvPr id="97" name="直接连接符 96">
                  <a:extLst>
                    <a:ext uri="{FF2B5EF4-FFF2-40B4-BE49-F238E27FC236}">
                      <a16:creationId xmlns:a16="http://schemas.microsoft.com/office/drawing/2014/main" id="{3049E71A-F2F5-4DA6-94E9-EF4E54D4B366}"/>
                    </a:ext>
                  </a:extLst>
                </p:cNvPr>
                <p:cNvCxnSpPr/>
                <p:nvPr/>
              </p:nvCxnSpPr>
              <p:spPr>
                <a:xfrm>
                  <a:off x="2747004" y="2612580"/>
                  <a:ext cx="0" cy="223206"/>
                </a:xfrm>
                <a:prstGeom prst="line">
                  <a:avLst/>
                </a:prstGeom>
                <a:ln w="25400">
                  <a:solidFill>
                    <a:srgbClr val="999999"/>
                  </a:solidFill>
                </a:ln>
              </p:spPr>
              <p:style>
                <a:lnRef idx="1">
                  <a:schemeClr val="accent1"/>
                </a:lnRef>
                <a:fillRef idx="0">
                  <a:schemeClr val="accent1"/>
                </a:fillRef>
                <a:effectRef idx="0">
                  <a:schemeClr val="accent1"/>
                </a:effectRef>
                <a:fontRef idx="minor">
                  <a:schemeClr val="tx1"/>
                </a:fontRef>
              </p:style>
            </p:cxnSp>
          </p:grpSp>
          <p:pic>
            <p:nvPicPr>
              <p:cNvPr id="94" name="图形 10">
                <a:extLst>
                  <a:ext uri="{FF2B5EF4-FFF2-40B4-BE49-F238E27FC236}">
                    <a16:creationId xmlns:a16="http://schemas.microsoft.com/office/drawing/2014/main" id="{FD2FA303-F05E-4FD2-864D-42F7270AE893}"/>
                  </a:ext>
                </a:extLst>
              </p:cNvPr>
              <p:cNvPicPr>
                <a:picLocks noChangeAspect="1"/>
              </p:cNvPicPr>
              <p:nvPr/>
            </p:nvPicPr>
            <p:blipFill>
              <a:blip r:embed="rId5">
                <a:extLst>
                  <a:ext uri="{28A0092B-C50C-407E-A947-70E740481C1C}">
                    <a14:useLocalDpi xmlns:a14="http://schemas.microsoft.com/office/drawing/2010/main" val="0"/>
                  </a:ext>
                  <a:ext uri="{96DAC541-7B7A-43D3-8B79-37D633B846F1}">
                    <asvg:svgBlip xmlns:asvg="http://schemas.microsoft.com/office/drawing/2016/SVG/main" r:embed="rId6"/>
                  </a:ext>
                </a:extLst>
              </a:blip>
              <a:stretch>
                <a:fillRect/>
              </a:stretch>
            </p:blipFill>
            <p:spPr>
              <a:xfrm>
                <a:off x="10868587" y="3174055"/>
                <a:ext cx="662814" cy="641082"/>
              </a:xfrm>
              <a:prstGeom prst="rect">
                <a:avLst/>
              </a:prstGeom>
            </p:spPr>
          </p:pic>
        </p:grpSp>
        <p:sp>
          <p:nvSpPr>
            <p:cNvPr id="91" name="íşlïḍè">
              <a:extLst>
                <a:ext uri="{FF2B5EF4-FFF2-40B4-BE49-F238E27FC236}">
                  <a16:creationId xmlns:a16="http://schemas.microsoft.com/office/drawing/2014/main" id="{70CA7169-C89D-4AFF-B809-234390ADE20F}"/>
                </a:ext>
              </a:extLst>
            </p:cNvPr>
            <p:cNvSpPr txBox="1"/>
            <p:nvPr/>
          </p:nvSpPr>
          <p:spPr>
            <a:xfrm>
              <a:off x="5593617" y="3153442"/>
              <a:ext cx="359690" cy="419100"/>
            </a:xfrm>
            <a:prstGeom prst="rect">
              <a:avLst/>
            </a:prstGeom>
            <a:noFill/>
          </p:spPr>
          <p:txBody>
            <a:bodyPr wrap="square" lIns="91440" tIns="45720" rIns="91440" bIns="45720" anchor="ctr">
              <a:noAutofit/>
            </a:bodyPr>
            <a:lstStyle/>
            <a:p>
              <a:pPr algn="ctr"/>
              <a:r>
                <a:rPr lang="en-US" altLang="zh-CN" sz="2000" b="1" dirty="0">
                  <a:solidFill>
                    <a:schemeClr val="bg1"/>
                  </a:solidFill>
                </a:rPr>
                <a:t>A’</a:t>
              </a:r>
            </a:p>
          </p:txBody>
        </p:sp>
      </p:grpSp>
      <p:grpSp>
        <p:nvGrpSpPr>
          <p:cNvPr id="17" name="组合 16">
            <a:extLst>
              <a:ext uri="{FF2B5EF4-FFF2-40B4-BE49-F238E27FC236}">
                <a16:creationId xmlns:a16="http://schemas.microsoft.com/office/drawing/2014/main" id="{2B61483C-EF4E-4EBE-937C-A41784A62EB3}"/>
              </a:ext>
            </a:extLst>
          </p:cNvPr>
          <p:cNvGrpSpPr/>
          <p:nvPr/>
        </p:nvGrpSpPr>
        <p:grpSpPr>
          <a:xfrm>
            <a:off x="5373778" y="3867645"/>
            <a:ext cx="1230067" cy="1621216"/>
            <a:chOff x="5373778" y="3867645"/>
            <a:chExt cx="1230067" cy="1621216"/>
          </a:xfrm>
        </p:grpSpPr>
        <p:cxnSp>
          <p:nvCxnSpPr>
            <p:cNvPr id="99" name="直接箭头连接符 98">
              <a:extLst>
                <a:ext uri="{FF2B5EF4-FFF2-40B4-BE49-F238E27FC236}">
                  <a16:creationId xmlns:a16="http://schemas.microsoft.com/office/drawing/2014/main" id="{CF0AB2F0-33FE-461B-9017-E046FD38F6ED}"/>
                </a:ext>
              </a:extLst>
            </p:cNvPr>
            <p:cNvCxnSpPr>
              <a:cxnSpLocks/>
            </p:cNvCxnSpPr>
            <p:nvPr/>
          </p:nvCxnSpPr>
          <p:spPr>
            <a:xfrm>
              <a:off x="5633041" y="3867645"/>
              <a:ext cx="970804" cy="1621216"/>
            </a:xfrm>
            <a:prstGeom prst="straightConnector1">
              <a:avLst/>
            </a:prstGeom>
            <a:ln w="101600">
              <a:solidFill>
                <a:schemeClr val="accent1">
                  <a:lumMod val="75000"/>
                </a:schemeClr>
              </a:solidFill>
              <a:prstDash val="sysDot"/>
              <a:tailEnd type="triangle" w="med" len="med"/>
            </a:ln>
          </p:spPr>
          <p:style>
            <a:lnRef idx="1">
              <a:schemeClr val="accent1"/>
            </a:lnRef>
            <a:fillRef idx="0">
              <a:schemeClr val="accent1"/>
            </a:fillRef>
            <a:effectRef idx="0">
              <a:schemeClr val="accent1"/>
            </a:effectRef>
            <a:fontRef idx="minor">
              <a:schemeClr val="tx1"/>
            </a:fontRef>
          </p:style>
        </p:cxnSp>
        <p:sp>
          <p:nvSpPr>
            <p:cNvPr id="100" name="文本框 99">
              <a:extLst>
                <a:ext uri="{FF2B5EF4-FFF2-40B4-BE49-F238E27FC236}">
                  <a16:creationId xmlns:a16="http://schemas.microsoft.com/office/drawing/2014/main" id="{F6549062-4054-40C0-BEF4-FFD1847534E2}"/>
                </a:ext>
              </a:extLst>
            </p:cNvPr>
            <p:cNvSpPr txBox="1"/>
            <p:nvPr/>
          </p:nvSpPr>
          <p:spPr>
            <a:xfrm>
              <a:off x="5373778" y="4153459"/>
              <a:ext cx="662814" cy="369332"/>
            </a:xfrm>
            <a:prstGeom prst="rect">
              <a:avLst/>
            </a:prstGeom>
            <a:solidFill>
              <a:schemeClr val="bg1"/>
            </a:solidFill>
          </p:spPr>
          <p:txBody>
            <a:bodyPr wrap="square" rtlCol="0">
              <a:spAutoFit/>
            </a:bodyPr>
            <a:lstStyle/>
            <a:p>
              <a:pPr algn="ctr"/>
              <a:r>
                <a:rPr lang="zh-CN" altLang="en-US" b="1" dirty="0">
                  <a:solidFill>
                    <a:schemeClr val="accent1">
                      <a:lumMod val="75000"/>
                    </a:schemeClr>
                  </a:solidFill>
                  <a:latin typeface="+mn-ea"/>
                </a:rPr>
                <a:t>漫游</a:t>
              </a:r>
            </a:p>
          </p:txBody>
        </p:sp>
      </p:grpSp>
    </p:spTree>
    <p:custDataLst>
      <p:tags r:id="rId1"/>
    </p:custDataLst>
    <p:extLst>
      <p:ext uri="{BB962C8B-B14F-4D97-AF65-F5344CB8AC3E}">
        <p14:creationId xmlns:p14="http://schemas.microsoft.com/office/powerpoint/2010/main" val="3479365162"/>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2" presetClass="entr" presetSubtype="1" fill="hold" nodeType="withEffect">
                                  <p:stCondLst>
                                    <p:cond delay="0"/>
                                  </p:stCondLst>
                                  <p:childTnLst>
                                    <p:set>
                                      <p:cBhvr>
                                        <p:cTn id="6" dur="1" fill="hold">
                                          <p:stCondLst>
                                            <p:cond delay="0"/>
                                          </p:stCondLst>
                                        </p:cTn>
                                        <p:tgtEl>
                                          <p:spTgt spid="17"/>
                                        </p:tgtEl>
                                        <p:attrNameLst>
                                          <p:attrName>style.visibility</p:attrName>
                                        </p:attrNameLst>
                                      </p:cBhvr>
                                      <p:to>
                                        <p:strVal val="visible"/>
                                      </p:to>
                                    </p:set>
                                    <p:animEffect transition="in" filter="wipe(up)">
                                      <p:cBhvr>
                                        <p:cTn id="7" dur="1000"/>
                                        <p:tgtEl>
                                          <p:spTgt spid="17"/>
                                        </p:tgtEl>
                                      </p:cBhvr>
                                    </p:animEffect>
                                  </p:childTnLst>
                                </p:cTn>
                              </p:par>
                              <p:par>
                                <p:cTn id="8" presetID="1" presetClass="exit" presetSubtype="0" fill="hold" nodeType="withEffect">
                                  <p:stCondLst>
                                    <p:cond delay="400"/>
                                  </p:stCondLst>
                                  <p:childTnLst>
                                    <p:set>
                                      <p:cBhvr>
                                        <p:cTn id="9" dur="1" fill="hold">
                                          <p:stCondLst>
                                            <p:cond delay="0"/>
                                          </p:stCondLst>
                                        </p:cTn>
                                        <p:tgtEl>
                                          <p:spTgt spid="20"/>
                                        </p:tgtEl>
                                        <p:attrNameLst>
                                          <p:attrName>style.visibility</p:attrName>
                                        </p:attrNameLst>
                                      </p:cBhvr>
                                      <p:to>
                                        <p:strVal val="hidden"/>
                                      </p:to>
                                    </p:set>
                                  </p:childTnLst>
                                </p:cTn>
                              </p:par>
                            </p:childTnLst>
                          </p:cTn>
                        </p:par>
                        <p:par>
                          <p:cTn id="10" fill="hold">
                            <p:stCondLst>
                              <p:cond delay="1000"/>
                            </p:stCondLst>
                            <p:childTnLst>
                              <p:par>
                                <p:cTn id="11" presetID="53" presetClass="entr" presetSubtype="16" fill="hold" nodeType="afterEffect">
                                  <p:stCondLst>
                                    <p:cond delay="0"/>
                                  </p:stCondLst>
                                  <p:childTnLst>
                                    <p:set>
                                      <p:cBhvr>
                                        <p:cTn id="12" dur="1" fill="hold">
                                          <p:stCondLst>
                                            <p:cond delay="0"/>
                                          </p:stCondLst>
                                        </p:cTn>
                                        <p:tgtEl>
                                          <p:spTgt spid="88"/>
                                        </p:tgtEl>
                                        <p:attrNameLst>
                                          <p:attrName>style.visibility</p:attrName>
                                        </p:attrNameLst>
                                      </p:cBhvr>
                                      <p:to>
                                        <p:strVal val="visible"/>
                                      </p:to>
                                    </p:set>
                                    <p:anim calcmode="lin" valueType="num">
                                      <p:cBhvr>
                                        <p:cTn id="13" dur="500" fill="hold"/>
                                        <p:tgtEl>
                                          <p:spTgt spid="88"/>
                                        </p:tgtEl>
                                        <p:attrNameLst>
                                          <p:attrName>ppt_w</p:attrName>
                                        </p:attrNameLst>
                                      </p:cBhvr>
                                      <p:tavLst>
                                        <p:tav tm="0">
                                          <p:val>
                                            <p:fltVal val="0"/>
                                          </p:val>
                                        </p:tav>
                                        <p:tav tm="100000">
                                          <p:val>
                                            <p:strVal val="#ppt_w"/>
                                          </p:val>
                                        </p:tav>
                                      </p:tavLst>
                                    </p:anim>
                                    <p:anim calcmode="lin" valueType="num">
                                      <p:cBhvr>
                                        <p:cTn id="14" dur="500" fill="hold"/>
                                        <p:tgtEl>
                                          <p:spTgt spid="88"/>
                                        </p:tgtEl>
                                        <p:attrNameLst>
                                          <p:attrName>ppt_h</p:attrName>
                                        </p:attrNameLst>
                                      </p:cBhvr>
                                      <p:tavLst>
                                        <p:tav tm="0">
                                          <p:val>
                                            <p:fltVal val="0"/>
                                          </p:val>
                                        </p:tav>
                                        <p:tav tm="100000">
                                          <p:val>
                                            <p:strVal val="#ppt_h"/>
                                          </p:val>
                                        </p:tav>
                                      </p:tavLst>
                                    </p:anim>
                                    <p:animEffect transition="in" filter="fade">
                                      <p:cBhvr>
                                        <p:cTn id="15" dur="500"/>
                                        <p:tgtEl>
                                          <p:spTgt spid="88"/>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52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1" name="íşlïḍè">
            <a:extLst>
              <a:ext uri="{FF2B5EF4-FFF2-40B4-BE49-F238E27FC236}">
                <a16:creationId xmlns:a16="http://schemas.microsoft.com/office/drawing/2014/main" id="{2882B8A8-A951-4E36-A813-EE9E39641F4F}"/>
              </a:ext>
            </a:extLst>
          </p:cNvPr>
          <p:cNvSpPr txBox="1"/>
          <p:nvPr/>
        </p:nvSpPr>
        <p:spPr>
          <a:xfrm>
            <a:off x="933106" y="1149410"/>
            <a:ext cx="10513339" cy="478855"/>
          </a:xfrm>
          <a:prstGeom prst="rect">
            <a:avLst/>
          </a:prstGeom>
          <a:noFill/>
        </p:spPr>
        <p:txBody>
          <a:bodyPr wrap="square" lIns="91440" tIns="45720" rIns="91440" bIns="45720" anchor="ctr">
            <a:noAutofit/>
          </a:bodyPr>
          <a:lstStyle/>
          <a:p>
            <a:r>
              <a:rPr lang="zh-CN" altLang="en-US" sz="2000" b="1" dirty="0">
                <a:solidFill>
                  <a:schemeClr val="accent3">
                    <a:lumMod val="75000"/>
                  </a:schemeClr>
                </a:solidFill>
                <a:latin typeface="Arial Narrow" panose="020B0606020202030204" pitchFamily="34" charset="0"/>
              </a:rPr>
              <a:t>有固定基础设施的</a:t>
            </a:r>
            <a:r>
              <a:rPr lang="en-US" altLang="zh-CN" sz="2000" b="1" dirty="0">
                <a:solidFill>
                  <a:schemeClr val="accent3">
                    <a:lumMod val="75000"/>
                  </a:schemeClr>
                </a:solidFill>
                <a:latin typeface="Arial Narrow" panose="020B0606020202030204" pitchFamily="34" charset="0"/>
              </a:rPr>
              <a:t>802.11</a:t>
            </a:r>
            <a:r>
              <a:rPr lang="zh-CN" altLang="en-US" sz="2000" b="1" dirty="0">
                <a:solidFill>
                  <a:schemeClr val="accent3">
                    <a:lumMod val="75000"/>
                  </a:schemeClr>
                </a:solidFill>
                <a:latin typeface="Arial Narrow" panose="020B0606020202030204" pitchFamily="34" charset="0"/>
              </a:rPr>
              <a:t>无线局域网</a:t>
            </a:r>
          </a:p>
        </p:txBody>
      </p:sp>
      <p:grpSp>
        <p:nvGrpSpPr>
          <p:cNvPr id="4" name="组合 3">
            <a:extLst>
              <a:ext uri="{FF2B5EF4-FFF2-40B4-BE49-F238E27FC236}">
                <a16:creationId xmlns:a16="http://schemas.microsoft.com/office/drawing/2014/main" id="{9A1EA9F2-FCB6-48C3-935F-7AE7E3AD14AC}"/>
              </a:ext>
            </a:extLst>
          </p:cNvPr>
          <p:cNvGrpSpPr/>
          <p:nvPr/>
        </p:nvGrpSpPr>
        <p:grpSpPr>
          <a:xfrm>
            <a:off x="304800" y="749300"/>
            <a:ext cx="4938199" cy="400110"/>
            <a:chOff x="424117" y="898245"/>
            <a:chExt cx="4938199" cy="400110"/>
          </a:xfrm>
        </p:grpSpPr>
        <p:sp>
          <p:nvSpPr>
            <p:cNvPr id="2" name="平行四边形 1">
              <a:extLst>
                <a:ext uri="{FF2B5EF4-FFF2-40B4-BE49-F238E27FC236}">
                  <a16:creationId xmlns:a16="http://schemas.microsoft.com/office/drawing/2014/main" id="{1F5BAA3F-9845-4F89-A2DD-8222D3E4EDAC}"/>
                </a:ext>
              </a:extLst>
            </p:cNvPr>
            <p:cNvSpPr/>
            <p:nvPr/>
          </p:nvSpPr>
          <p:spPr>
            <a:xfrm>
              <a:off x="424117" y="898245"/>
              <a:ext cx="628306" cy="387090"/>
            </a:xfrm>
            <a:prstGeom prst="parallelogram">
              <a:avLst/>
            </a:prstGeom>
            <a:solidFill>
              <a:schemeClr val="accent3">
                <a:lumMod val="75000"/>
              </a:schemeClr>
            </a:solidFill>
            <a:ln>
              <a:solidFill>
                <a:schemeClr val="accent3">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CN" sz="2200" dirty="0">
                  <a:latin typeface="Impact" panose="020B0806030902050204" pitchFamily="34" charset="0"/>
                </a:rPr>
                <a:t>01</a:t>
              </a:r>
              <a:endParaRPr lang="zh-CN" altLang="en-US" sz="2200" dirty="0">
                <a:latin typeface="Impact" panose="020B0806030902050204" pitchFamily="34" charset="0"/>
              </a:endParaRPr>
            </a:p>
          </p:txBody>
        </p:sp>
        <p:sp>
          <p:nvSpPr>
            <p:cNvPr id="3" name="文本框 2">
              <a:extLst>
                <a:ext uri="{FF2B5EF4-FFF2-40B4-BE49-F238E27FC236}">
                  <a16:creationId xmlns:a16="http://schemas.microsoft.com/office/drawing/2014/main" id="{4D6BD736-A4D3-4F26-AFED-36E11F50F70B}"/>
                </a:ext>
              </a:extLst>
            </p:cNvPr>
            <p:cNvSpPr txBox="1"/>
            <p:nvPr/>
          </p:nvSpPr>
          <p:spPr>
            <a:xfrm>
              <a:off x="1052423" y="898245"/>
              <a:ext cx="4309893" cy="400110"/>
            </a:xfrm>
            <a:prstGeom prst="rect">
              <a:avLst/>
            </a:prstGeom>
            <a:noFill/>
          </p:spPr>
          <p:txBody>
            <a:bodyPr wrap="square" rtlCol="0">
              <a:spAutoFit/>
            </a:bodyPr>
            <a:lstStyle/>
            <a:p>
              <a:r>
                <a:rPr lang="en-US" altLang="zh-CN" sz="2000" b="1" dirty="0">
                  <a:solidFill>
                    <a:schemeClr val="tx1"/>
                  </a:solidFill>
                  <a:latin typeface="Arial Narrow" panose="020B0606020202030204" pitchFamily="34" charset="0"/>
                </a:rPr>
                <a:t>802.11</a:t>
              </a:r>
              <a:r>
                <a:rPr lang="zh-CN" altLang="en-US" sz="2000" b="1" dirty="0">
                  <a:solidFill>
                    <a:schemeClr val="tx1"/>
                  </a:solidFill>
                  <a:latin typeface="Arial Narrow" panose="020B0606020202030204" pitchFamily="34" charset="0"/>
                </a:rPr>
                <a:t>无线局域网的组成</a:t>
              </a:r>
              <a:endParaRPr lang="en-US" altLang="zh-CN" sz="2000" b="1" dirty="0">
                <a:solidFill>
                  <a:schemeClr val="tx1"/>
                </a:solidFill>
                <a:latin typeface="Arial Narrow" panose="020B0606020202030204" pitchFamily="34" charset="0"/>
              </a:endParaRPr>
            </a:p>
          </p:txBody>
        </p:sp>
      </p:grpSp>
      <p:sp>
        <p:nvSpPr>
          <p:cNvPr id="19" name="椭圆 18">
            <a:extLst>
              <a:ext uri="{FF2B5EF4-FFF2-40B4-BE49-F238E27FC236}">
                <a16:creationId xmlns:a16="http://schemas.microsoft.com/office/drawing/2014/main" id="{11E5CF4D-BE9C-46DA-9EAE-E6DADE3F495B}"/>
              </a:ext>
            </a:extLst>
          </p:cNvPr>
          <p:cNvSpPr/>
          <p:nvPr/>
        </p:nvSpPr>
        <p:spPr>
          <a:xfrm>
            <a:off x="3053834" y="3136828"/>
            <a:ext cx="3117230" cy="3117230"/>
          </a:xfrm>
          <a:prstGeom prst="ellipse">
            <a:avLst/>
          </a:prstGeom>
          <a:noFill/>
          <a:ln>
            <a:solidFill>
              <a:schemeClr val="tx1"/>
            </a:solid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24" name="文本框 23">
            <a:extLst>
              <a:ext uri="{FF2B5EF4-FFF2-40B4-BE49-F238E27FC236}">
                <a16:creationId xmlns:a16="http://schemas.microsoft.com/office/drawing/2014/main" id="{A4BCBBE7-1B74-49E5-B9EA-55A298699B08}"/>
              </a:ext>
            </a:extLst>
          </p:cNvPr>
          <p:cNvSpPr txBox="1"/>
          <p:nvPr/>
        </p:nvSpPr>
        <p:spPr>
          <a:xfrm>
            <a:off x="3721458" y="5780942"/>
            <a:ext cx="1786001" cy="369332"/>
          </a:xfrm>
          <a:prstGeom prst="rect">
            <a:avLst/>
          </a:prstGeom>
          <a:noFill/>
        </p:spPr>
        <p:txBody>
          <a:bodyPr wrap="square" rtlCol="0">
            <a:spAutoFit/>
          </a:bodyPr>
          <a:lstStyle/>
          <a:p>
            <a:pPr algn="ctr"/>
            <a:r>
              <a:rPr lang="en-US" altLang="zh-CN" b="1" dirty="0">
                <a:latin typeface="Arial Narrow" panose="020B0606020202030204" pitchFamily="34" charset="0"/>
              </a:rPr>
              <a:t>BSS1</a:t>
            </a:r>
            <a:endParaRPr lang="zh-CN" altLang="en-US" b="1" dirty="0">
              <a:latin typeface="Arial Narrow" panose="020B0606020202030204" pitchFamily="34" charset="0"/>
            </a:endParaRPr>
          </a:p>
        </p:txBody>
      </p:sp>
      <p:grpSp>
        <p:nvGrpSpPr>
          <p:cNvPr id="13" name="组合 12">
            <a:extLst>
              <a:ext uri="{FF2B5EF4-FFF2-40B4-BE49-F238E27FC236}">
                <a16:creationId xmlns:a16="http://schemas.microsoft.com/office/drawing/2014/main" id="{90AC03CF-187B-4D55-BD5F-B38527D0089C}"/>
              </a:ext>
            </a:extLst>
          </p:cNvPr>
          <p:cNvGrpSpPr/>
          <p:nvPr/>
        </p:nvGrpSpPr>
        <p:grpSpPr>
          <a:xfrm>
            <a:off x="4006554" y="3945757"/>
            <a:ext cx="1272594" cy="1335614"/>
            <a:chOff x="5511164" y="3099641"/>
            <a:chExt cx="1272594" cy="1335614"/>
          </a:xfrm>
        </p:grpSpPr>
        <p:sp>
          <p:nvSpPr>
            <p:cNvPr id="76" name="文本框 75">
              <a:extLst>
                <a:ext uri="{FF2B5EF4-FFF2-40B4-BE49-F238E27FC236}">
                  <a16:creationId xmlns:a16="http://schemas.microsoft.com/office/drawing/2014/main" id="{F6EB4E01-4CFC-4DD1-9CD9-E73AD52538E0}"/>
                </a:ext>
              </a:extLst>
            </p:cNvPr>
            <p:cNvSpPr txBox="1"/>
            <p:nvPr/>
          </p:nvSpPr>
          <p:spPr>
            <a:xfrm>
              <a:off x="5511164" y="4065923"/>
              <a:ext cx="1272594" cy="369332"/>
            </a:xfrm>
            <a:prstGeom prst="rect">
              <a:avLst/>
            </a:prstGeom>
            <a:noFill/>
          </p:spPr>
          <p:txBody>
            <a:bodyPr wrap="square" rtlCol="0">
              <a:spAutoFit/>
            </a:bodyPr>
            <a:lstStyle/>
            <a:p>
              <a:pPr algn="ctr"/>
              <a:r>
                <a:rPr lang="en-US" altLang="zh-CN" b="1" dirty="0">
                  <a:latin typeface="Arial Narrow" panose="020B0606020202030204" pitchFamily="34" charset="0"/>
                </a:rPr>
                <a:t>AP1</a:t>
              </a:r>
              <a:endParaRPr lang="zh-CN" altLang="en-US" b="1" dirty="0">
                <a:latin typeface="Arial Narrow" panose="020B0606020202030204" pitchFamily="34" charset="0"/>
              </a:endParaRPr>
            </a:p>
          </p:txBody>
        </p:sp>
        <p:pic>
          <p:nvPicPr>
            <p:cNvPr id="32" name="图形 31">
              <a:extLst>
                <a:ext uri="{FF2B5EF4-FFF2-40B4-BE49-F238E27FC236}">
                  <a16:creationId xmlns:a16="http://schemas.microsoft.com/office/drawing/2014/main" id="{51FDC802-626C-4992-B398-7B209FB093FE}"/>
                </a:ext>
              </a:extLst>
            </p:cNvPr>
            <p:cNvPicPr>
              <a:picLocks noChangeAspect="1"/>
            </p:cNvPicPr>
            <p:nvPr/>
          </p:nvPicPr>
          <p:blipFill>
            <a:blip r:embed="rId3">
              <a:extLst>
                <a:ext uri="{28A0092B-C50C-407E-A947-70E740481C1C}">
                  <a14:useLocalDpi xmlns:a14="http://schemas.microsoft.com/office/drawing/2010/main" val="0"/>
                </a:ext>
                <a:ext uri="{96DAC541-7B7A-43D3-8B79-37D633B846F1}">
                  <asvg:svgBlip xmlns:asvg="http://schemas.microsoft.com/office/drawing/2016/SVG/main" r:embed="rId4"/>
                </a:ext>
              </a:extLst>
            </a:blip>
            <a:stretch>
              <a:fillRect/>
            </a:stretch>
          </p:blipFill>
          <p:spPr>
            <a:xfrm>
              <a:off x="5707974" y="3099641"/>
              <a:ext cx="1028700" cy="1009650"/>
            </a:xfrm>
            <a:prstGeom prst="rect">
              <a:avLst/>
            </a:prstGeom>
          </p:spPr>
        </p:pic>
      </p:grpSp>
      <p:grpSp>
        <p:nvGrpSpPr>
          <p:cNvPr id="9" name="组合 8">
            <a:extLst>
              <a:ext uri="{FF2B5EF4-FFF2-40B4-BE49-F238E27FC236}">
                <a16:creationId xmlns:a16="http://schemas.microsoft.com/office/drawing/2014/main" id="{B60E5B4C-3174-406C-9F00-F72946FD8C36}"/>
              </a:ext>
            </a:extLst>
          </p:cNvPr>
          <p:cNvGrpSpPr/>
          <p:nvPr/>
        </p:nvGrpSpPr>
        <p:grpSpPr>
          <a:xfrm>
            <a:off x="3204251" y="5060907"/>
            <a:ext cx="772699" cy="858650"/>
            <a:chOff x="8735761" y="5137011"/>
            <a:chExt cx="772699" cy="858650"/>
          </a:xfrm>
        </p:grpSpPr>
        <p:pic>
          <p:nvPicPr>
            <p:cNvPr id="41" name="图形 10">
              <a:extLst>
                <a:ext uri="{FF2B5EF4-FFF2-40B4-BE49-F238E27FC236}">
                  <a16:creationId xmlns:a16="http://schemas.microsoft.com/office/drawing/2014/main" id="{FFB706F8-658F-4A80-B3FF-C53C7EC78F83}"/>
                </a:ext>
              </a:extLst>
            </p:cNvPr>
            <p:cNvPicPr>
              <a:picLocks noChangeAspect="1"/>
            </p:cNvPicPr>
            <p:nvPr/>
          </p:nvPicPr>
          <p:blipFill>
            <a:blip r:embed="rId5">
              <a:extLst>
                <a:ext uri="{28A0092B-C50C-407E-A947-70E740481C1C}">
                  <a14:useLocalDpi xmlns:a14="http://schemas.microsoft.com/office/drawing/2010/main" val="0"/>
                </a:ext>
                <a:ext uri="{96DAC541-7B7A-43D3-8B79-37D633B846F1}">
                  <asvg:svgBlip xmlns:asvg="http://schemas.microsoft.com/office/drawing/2016/SVG/main" r:embed="rId6"/>
                </a:ext>
              </a:extLst>
            </a:blip>
            <a:stretch>
              <a:fillRect/>
            </a:stretch>
          </p:blipFill>
          <p:spPr>
            <a:xfrm>
              <a:off x="8735761" y="5354579"/>
              <a:ext cx="662814" cy="641082"/>
            </a:xfrm>
            <a:prstGeom prst="rect">
              <a:avLst/>
            </a:prstGeom>
          </p:spPr>
        </p:pic>
        <p:grpSp>
          <p:nvGrpSpPr>
            <p:cNvPr id="70" name="组合 69">
              <a:extLst>
                <a:ext uri="{FF2B5EF4-FFF2-40B4-BE49-F238E27FC236}">
                  <a16:creationId xmlns:a16="http://schemas.microsoft.com/office/drawing/2014/main" id="{FFB1DD27-89F5-4288-9F9E-92751553B153}"/>
                </a:ext>
              </a:extLst>
            </p:cNvPr>
            <p:cNvGrpSpPr/>
            <p:nvPr/>
          </p:nvGrpSpPr>
          <p:grpSpPr>
            <a:xfrm>
              <a:off x="9127460" y="5137011"/>
              <a:ext cx="381000" cy="351117"/>
              <a:chOff x="2556504" y="2484669"/>
              <a:chExt cx="381000" cy="351117"/>
            </a:xfrm>
          </p:grpSpPr>
          <p:pic>
            <p:nvPicPr>
              <p:cNvPr id="71" name="图形 70">
                <a:extLst>
                  <a:ext uri="{FF2B5EF4-FFF2-40B4-BE49-F238E27FC236}">
                    <a16:creationId xmlns:a16="http://schemas.microsoft.com/office/drawing/2014/main" id="{47FB686B-5108-4B63-94BB-5E7312B423F9}"/>
                  </a:ext>
                </a:extLst>
              </p:cNvPr>
              <p:cNvPicPr>
                <a:picLocks noChangeAspect="1"/>
              </p:cNvPicPr>
              <p:nvPr/>
            </p:nvPicPr>
            <p:blipFill>
              <a:blip r:embed="rId7">
                <a:extLst>
                  <a:ext uri="{28A0092B-C50C-407E-A947-70E740481C1C}">
                    <a14:useLocalDpi xmlns:a14="http://schemas.microsoft.com/office/drawing/2010/main" val="0"/>
                  </a:ext>
                  <a:ext uri="{96DAC541-7B7A-43D3-8B79-37D633B846F1}">
                    <asvg:svgBlip xmlns:asvg="http://schemas.microsoft.com/office/drawing/2016/SVG/main" r:embed="rId8"/>
                  </a:ext>
                </a:extLst>
              </a:blip>
              <a:stretch>
                <a:fillRect/>
              </a:stretch>
            </p:blipFill>
            <p:spPr>
              <a:xfrm>
                <a:off x="2556504" y="2484669"/>
                <a:ext cx="381000" cy="285750"/>
              </a:xfrm>
              <a:prstGeom prst="rect">
                <a:avLst/>
              </a:prstGeom>
            </p:spPr>
          </p:pic>
          <p:cxnSp>
            <p:nvCxnSpPr>
              <p:cNvPr id="72" name="直接连接符 71">
                <a:extLst>
                  <a:ext uri="{FF2B5EF4-FFF2-40B4-BE49-F238E27FC236}">
                    <a16:creationId xmlns:a16="http://schemas.microsoft.com/office/drawing/2014/main" id="{64E059CC-7FEA-4019-B5D1-F5FC6A8E18E7}"/>
                  </a:ext>
                </a:extLst>
              </p:cNvPr>
              <p:cNvCxnSpPr/>
              <p:nvPr/>
            </p:nvCxnSpPr>
            <p:spPr>
              <a:xfrm>
                <a:off x="2747004" y="2612580"/>
                <a:ext cx="0" cy="223206"/>
              </a:xfrm>
              <a:prstGeom prst="line">
                <a:avLst/>
              </a:prstGeom>
              <a:ln w="25400">
                <a:solidFill>
                  <a:srgbClr val="999999"/>
                </a:solidFill>
              </a:ln>
            </p:spPr>
            <p:style>
              <a:lnRef idx="1">
                <a:schemeClr val="accent1"/>
              </a:lnRef>
              <a:fillRef idx="0">
                <a:schemeClr val="accent1"/>
              </a:fillRef>
              <a:effectRef idx="0">
                <a:schemeClr val="accent1"/>
              </a:effectRef>
              <a:fontRef idx="minor">
                <a:schemeClr val="tx1"/>
              </a:fontRef>
            </p:style>
          </p:cxnSp>
        </p:grpSp>
      </p:grpSp>
      <p:grpSp>
        <p:nvGrpSpPr>
          <p:cNvPr id="12" name="组合 11">
            <a:extLst>
              <a:ext uri="{FF2B5EF4-FFF2-40B4-BE49-F238E27FC236}">
                <a16:creationId xmlns:a16="http://schemas.microsoft.com/office/drawing/2014/main" id="{4DD0B389-D978-4FE3-A04D-779BD992BB86}"/>
              </a:ext>
            </a:extLst>
          </p:cNvPr>
          <p:cNvGrpSpPr/>
          <p:nvPr/>
        </p:nvGrpSpPr>
        <p:grpSpPr>
          <a:xfrm>
            <a:off x="2712917" y="4060713"/>
            <a:ext cx="681834" cy="830033"/>
            <a:chOff x="6956615" y="1391042"/>
            <a:chExt cx="681834" cy="830033"/>
          </a:xfrm>
        </p:grpSpPr>
        <p:grpSp>
          <p:nvGrpSpPr>
            <p:cNvPr id="54" name="组合 53">
              <a:extLst>
                <a:ext uri="{FF2B5EF4-FFF2-40B4-BE49-F238E27FC236}">
                  <a16:creationId xmlns:a16="http://schemas.microsoft.com/office/drawing/2014/main" id="{43CACFB6-2186-481B-9C9F-2B35A1831EDF}"/>
                </a:ext>
              </a:extLst>
            </p:cNvPr>
            <p:cNvGrpSpPr/>
            <p:nvPr/>
          </p:nvGrpSpPr>
          <p:grpSpPr>
            <a:xfrm>
              <a:off x="7257449" y="1391042"/>
              <a:ext cx="381000" cy="351117"/>
              <a:chOff x="2556504" y="2484669"/>
              <a:chExt cx="381000" cy="351117"/>
            </a:xfrm>
          </p:grpSpPr>
          <p:pic>
            <p:nvPicPr>
              <p:cNvPr id="55" name="图形 54">
                <a:extLst>
                  <a:ext uri="{FF2B5EF4-FFF2-40B4-BE49-F238E27FC236}">
                    <a16:creationId xmlns:a16="http://schemas.microsoft.com/office/drawing/2014/main" id="{031F7A51-135B-45DC-9C5F-1F16EAFE2A90}"/>
                  </a:ext>
                </a:extLst>
              </p:cNvPr>
              <p:cNvPicPr>
                <a:picLocks noChangeAspect="1"/>
              </p:cNvPicPr>
              <p:nvPr/>
            </p:nvPicPr>
            <p:blipFill>
              <a:blip r:embed="rId7">
                <a:extLst>
                  <a:ext uri="{28A0092B-C50C-407E-A947-70E740481C1C}">
                    <a14:useLocalDpi xmlns:a14="http://schemas.microsoft.com/office/drawing/2010/main" val="0"/>
                  </a:ext>
                  <a:ext uri="{96DAC541-7B7A-43D3-8B79-37D633B846F1}">
                    <asvg:svgBlip xmlns:asvg="http://schemas.microsoft.com/office/drawing/2016/SVG/main" r:embed="rId8"/>
                  </a:ext>
                </a:extLst>
              </a:blip>
              <a:stretch>
                <a:fillRect/>
              </a:stretch>
            </p:blipFill>
            <p:spPr>
              <a:xfrm>
                <a:off x="2556504" y="2484669"/>
                <a:ext cx="381000" cy="285750"/>
              </a:xfrm>
              <a:prstGeom prst="rect">
                <a:avLst/>
              </a:prstGeom>
            </p:spPr>
          </p:pic>
          <p:cxnSp>
            <p:nvCxnSpPr>
              <p:cNvPr id="56" name="直接连接符 55">
                <a:extLst>
                  <a:ext uri="{FF2B5EF4-FFF2-40B4-BE49-F238E27FC236}">
                    <a16:creationId xmlns:a16="http://schemas.microsoft.com/office/drawing/2014/main" id="{F78D4996-A92C-404E-8C62-9BB6822AD7AC}"/>
                  </a:ext>
                </a:extLst>
              </p:cNvPr>
              <p:cNvCxnSpPr/>
              <p:nvPr/>
            </p:nvCxnSpPr>
            <p:spPr>
              <a:xfrm>
                <a:off x="2747004" y="2612580"/>
                <a:ext cx="0" cy="223206"/>
              </a:xfrm>
              <a:prstGeom prst="line">
                <a:avLst/>
              </a:prstGeom>
              <a:ln w="25400">
                <a:solidFill>
                  <a:srgbClr val="999999"/>
                </a:solidFill>
              </a:ln>
            </p:spPr>
            <p:style>
              <a:lnRef idx="1">
                <a:schemeClr val="accent1"/>
              </a:lnRef>
              <a:fillRef idx="0">
                <a:schemeClr val="accent1"/>
              </a:fillRef>
              <a:effectRef idx="0">
                <a:schemeClr val="accent1"/>
              </a:effectRef>
              <a:fontRef idx="minor">
                <a:schemeClr val="tx1"/>
              </a:fontRef>
            </p:style>
          </p:cxnSp>
        </p:grpSp>
        <p:pic>
          <p:nvPicPr>
            <p:cNvPr id="33" name="图形 10">
              <a:extLst>
                <a:ext uri="{FF2B5EF4-FFF2-40B4-BE49-F238E27FC236}">
                  <a16:creationId xmlns:a16="http://schemas.microsoft.com/office/drawing/2014/main" id="{5A9BC258-F80F-4F21-9EFB-C36AC2E37E2A}"/>
                </a:ext>
              </a:extLst>
            </p:cNvPr>
            <p:cNvPicPr>
              <a:picLocks noChangeAspect="1"/>
            </p:cNvPicPr>
            <p:nvPr/>
          </p:nvPicPr>
          <p:blipFill>
            <a:blip r:embed="rId5">
              <a:extLst>
                <a:ext uri="{28A0092B-C50C-407E-A947-70E740481C1C}">
                  <a14:useLocalDpi xmlns:a14="http://schemas.microsoft.com/office/drawing/2010/main" val="0"/>
                </a:ext>
                <a:ext uri="{96DAC541-7B7A-43D3-8B79-37D633B846F1}">
                  <asvg:svgBlip xmlns:asvg="http://schemas.microsoft.com/office/drawing/2016/SVG/main" r:embed="rId6"/>
                </a:ext>
              </a:extLst>
            </a:blip>
            <a:stretch>
              <a:fillRect/>
            </a:stretch>
          </p:blipFill>
          <p:spPr>
            <a:xfrm>
              <a:off x="6956615" y="1579993"/>
              <a:ext cx="662814" cy="641082"/>
            </a:xfrm>
            <a:prstGeom prst="rect">
              <a:avLst/>
            </a:prstGeom>
          </p:spPr>
        </p:pic>
      </p:grpSp>
      <p:grpSp>
        <p:nvGrpSpPr>
          <p:cNvPr id="6" name="组合 5">
            <a:extLst>
              <a:ext uri="{FF2B5EF4-FFF2-40B4-BE49-F238E27FC236}">
                <a16:creationId xmlns:a16="http://schemas.microsoft.com/office/drawing/2014/main" id="{B646B45F-71F6-4792-9D91-B5E6C971F7C1}"/>
              </a:ext>
            </a:extLst>
          </p:cNvPr>
          <p:cNvGrpSpPr/>
          <p:nvPr/>
        </p:nvGrpSpPr>
        <p:grpSpPr>
          <a:xfrm>
            <a:off x="3204251" y="2953137"/>
            <a:ext cx="662814" cy="830033"/>
            <a:chOff x="10392760" y="1391042"/>
            <a:chExt cx="662814" cy="830033"/>
          </a:xfrm>
        </p:grpSpPr>
        <p:grpSp>
          <p:nvGrpSpPr>
            <p:cNvPr id="60" name="组合 59">
              <a:extLst>
                <a:ext uri="{FF2B5EF4-FFF2-40B4-BE49-F238E27FC236}">
                  <a16:creationId xmlns:a16="http://schemas.microsoft.com/office/drawing/2014/main" id="{89699963-AA7D-4F41-A05C-2912FF547A41}"/>
                </a:ext>
              </a:extLst>
            </p:cNvPr>
            <p:cNvGrpSpPr/>
            <p:nvPr/>
          </p:nvGrpSpPr>
          <p:grpSpPr>
            <a:xfrm>
              <a:off x="10674574" y="1391042"/>
              <a:ext cx="381000" cy="351117"/>
              <a:chOff x="2556504" y="2484669"/>
              <a:chExt cx="381000" cy="351117"/>
            </a:xfrm>
          </p:grpSpPr>
          <p:pic>
            <p:nvPicPr>
              <p:cNvPr id="61" name="图形 60">
                <a:extLst>
                  <a:ext uri="{FF2B5EF4-FFF2-40B4-BE49-F238E27FC236}">
                    <a16:creationId xmlns:a16="http://schemas.microsoft.com/office/drawing/2014/main" id="{D66EED3C-ABB8-4AB3-B893-10EB52EF4A2A}"/>
                  </a:ext>
                </a:extLst>
              </p:cNvPr>
              <p:cNvPicPr>
                <a:picLocks noChangeAspect="1"/>
              </p:cNvPicPr>
              <p:nvPr/>
            </p:nvPicPr>
            <p:blipFill>
              <a:blip r:embed="rId7">
                <a:extLst>
                  <a:ext uri="{28A0092B-C50C-407E-A947-70E740481C1C}">
                    <a14:useLocalDpi xmlns:a14="http://schemas.microsoft.com/office/drawing/2010/main" val="0"/>
                  </a:ext>
                  <a:ext uri="{96DAC541-7B7A-43D3-8B79-37D633B846F1}">
                    <asvg:svgBlip xmlns:asvg="http://schemas.microsoft.com/office/drawing/2016/SVG/main" r:embed="rId8"/>
                  </a:ext>
                </a:extLst>
              </a:blip>
              <a:stretch>
                <a:fillRect/>
              </a:stretch>
            </p:blipFill>
            <p:spPr>
              <a:xfrm>
                <a:off x="2556504" y="2484669"/>
                <a:ext cx="381000" cy="285750"/>
              </a:xfrm>
              <a:prstGeom prst="rect">
                <a:avLst/>
              </a:prstGeom>
            </p:spPr>
          </p:pic>
          <p:cxnSp>
            <p:nvCxnSpPr>
              <p:cNvPr id="62" name="直接连接符 61">
                <a:extLst>
                  <a:ext uri="{FF2B5EF4-FFF2-40B4-BE49-F238E27FC236}">
                    <a16:creationId xmlns:a16="http://schemas.microsoft.com/office/drawing/2014/main" id="{247CA075-F94E-4870-8C28-AC00131C2824}"/>
                  </a:ext>
                </a:extLst>
              </p:cNvPr>
              <p:cNvCxnSpPr/>
              <p:nvPr/>
            </p:nvCxnSpPr>
            <p:spPr>
              <a:xfrm>
                <a:off x="2747004" y="2612580"/>
                <a:ext cx="0" cy="223206"/>
              </a:xfrm>
              <a:prstGeom prst="line">
                <a:avLst/>
              </a:prstGeom>
              <a:ln w="25400">
                <a:solidFill>
                  <a:srgbClr val="999999"/>
                </a:solidFill>
              </a:ln>
            </p:spPr>
            <p:style>
              <a:lnRef idx="1">
                <a:schemeClr val="accent1"/>
              </a:lnRef>
              <a:fillRef idx="0">
                <a:schemeClr val="accent1"/>
              </a:fillRef>
              <a:effectRef idx="0">
                <a:schemeClr val="accent1"/>
              </a:effectRef>
              <a:fontRef idx="minor">
                <a:schemeClr val="tx1"/>
              </a:fontRef>
            </p:style>
          </p:cxnSp>
        </p:grpSp>
        <p:pic>
          <p:nvPicPr>
            <p:cNvPr id="38" name="图形 10">
              <a:extLst>
                <a:ext uri="{FF2B5EF4-FFF2-40B4-BE49-F238E27FC236}">
                  <a16:creationId xmlns:a16="http://schemas.microsoft.com/office/drawing/2014/main" id="{87474D5E-4CAA-47EA-BED7-ACA643385B1D}"/>
                </a:ext>
              </a:extLst>
            </p:cNvPr>
            <p:cNvPicPr>
              <a:picLocks noChangeAspect="1"/>
            </p:cNvPicPr>
            <p:nvPr/>
          </p:nvPicPr>
          <p:blipFill>
            <a:blip r:embed="rId5">
              <a:extLst>
                <a:ext uri="{28A0092B-C50C-407E-A947-70E740481C1C}">
                  <a14:useLocalDpi xmlns:a14="http://schemas.microsoft.com/office/drawing/2010/main" val="0"/>
                </a:ext>
                <a:ext uri="{96DAC541-7B7A-43D3-8B79-37D633B846F1}">
                  <asvg:svgBlip xmlns:asvg="http://schemas.microsoft.com/office/drawing/2016/SVG/main" r:embed="rId6"/>
                </a:ext>
              </a:extLst>
            </a:blip>
            <a:stretch>
              <a:fillRect/>
            </a:stretch>
          </p:blipFill>
          <p:spPr>
            <a:xfrm>
              <a:off x="10392760" y="1579993"/>
              <a:ext cx="662814" cy="641082"/>
            </a:xfrm>
            <a:prstGeom prst="rect">
              <a:avLst/>
            </a:prstGeom>
          </p:spPr>
        </p:pic>
      </p:grpSp>
      <p:grpSp>
        <p:nvGrpSpPr>
          <p:cNvPr id="8" name="组合 7">
            <a:extLst>
              <a:ext uri="{FF2B5EF4-FFF2-40B4-BE49-F238E27FC236}">
                <a16:creationId xmlns:a16="http://schemas.microsoft.com/office/drawing/2014/main" id="{FABBA271-FA4A-4DF3-9617-AC0736095428}"/>
              </a:ext>
            </a:extLst>
          </p:cNvPr>
          <p:cNvGrpSpPr/>
          <p:nvPr/>
        </p:nvGrpSpPr>
        <p:grpSpPr>
          <a:xfrm>
            <a:off x="5374533" y="5193022"/>
            <a:ext cx="662814" cy="853468"/>
            <a:chOff x="10344206" y="4379100"/>
            <a:chExt cx="662814" cy="853468"/>
          </a:xfrm>
        </p:grpSpPr>
        <p:grpSp>
          <p:nvGrpSpPr>
            <p:cNvPr id="67" name="组合 66">
              <a:extLst>
                <a:ext uri="{FF2B5EF4-FFF2-40B4-BE49-F238E27FC236}">
                  <a16:creationId xmlns:a16="http://schemas.microsoft.com/office/drawing/2014/main" id="{B1EBDC09-ED4D-4B9E-93ED-0C20D402F629}"/>
                </a:ext>
              </a:extLst>
            </p:cNvPr>
            <p:cNvGrpSpPr/>
            <p:nvPr/>
          </p:nvGrpSpPr>
          <p:grpSpPr>
            <a:xfrm>
              <a:off x="10626020" y="4379100"/>
              <a:ext cx="381000" cy="351117"/>
              <a:chOff x="2556504" y="2484669"/>
              <a:chExt cx="381000" cy="351117"/>
            </a:xfrm>
          </p:grpSpPr>
          <p:pic>
            <p:nvPicPr>
              <p:cNvPr id="68" name="图形 67">
                <a:extLst>
                  <a:ext uri="{FF2B5EF4-FFF2-40B4-BE49-F238E27FC236}">
                    <a16:creationId xmlns:a16="http://schemas.microsoft.com/office/drawing/2014/main" id="{1FEE0958-B23D-4E63-A6AE-BF90343E1999}"/>
                  </a:ext>
                </a:extLst>
              </p:cNvPr>
              <p:cNvPicPr>
                <a:picLocks noChangeAspect="1"/>
              </p:cNvPicPr>
              <p:nvPr/>
            </p:nvPicPr>
            <p:blipFill>
              <a:blip r:embed="rId7">
                <a:extLst>
                  <a:ext uri="{28A0092B-C50C-407E-A947-70E740481C1C}">
                    <a14:useLocalDpi xmlns:a14="http://schemas.microsoft.com/office/drawing/2010/main" val="0"/>
                  </a:ext>
                  <a:ext uri="{96DAC541-7B7A-43D3-8B79-37D633B846F1}">
                    <asvg:svgBlip xmlns:asvg="http://schemas.microsoft.com/office/drawing/2016/SVG/main" r:embed="rId8"/>
                  </a:ext>
                </a:extLst>
              </a:blip>
              <a:stretch>
                <a:fillRect/>
              </a:stretch>
            </p:blipFill>
            <p:spPr>
              <a:xfrm>
                <a:off x="2556504" y="2484669"/>
                <a:ext cx="381000" cy="285750"/>
              </a:xfrm>
              <a:prstGeom prst="rect">
                <a:avLst/>
              </a:prstGeom>
            </p:spPr>
          </p:pic>
          <p:cxnSp>
            <p:nvCxnSpPr>
              <p:cNvPr id="69" name="直接连接符 68">
                <a:extLst>
                  <a:ext uri="{FF2B5EF4-FFF2-40B4-BE49-F238E27FC236}">
                    <a16:creationId xmlns:a16="http://schemas.microsoft.com/office/drawing/2014/main" id="{52EB35D2-ADEE-4C09-80CD-33509D770BD4}"/>
                  </a:ext>
                </a:extLst>
              </p:cNvPr>
              <p:cNvCxnSpPr/>
              <p:nvPr/>
            </p:nvCxnSpPr>
            <p:spPr>
              <a:xfrm>
                <a:off x="2747004" y="2612580"/>
                <a:ext cx="0" cy="223206"/>
              </a:xfrm>
              <a:prstGeom prst="line">
                <a:avLst/>
              </a:prstGeom>
              <a:ln w="25400">
                <a:solidFill>
                  <a:srgbClr val="999999"/>
                </a:solidFill>
              </a:ln>
            </p:spPr>
            <p:style>
              <a:lnRef idx="1">
                <a:schemeClr val="accent1"/>
              </a:lnRef>
              <a:fillRef idx="0">
                <a:schemeClr val="accent1"/>
              </a:fillRef>
              <a:effectRef idx="0">
                <a:schemeClr val="accent1"/>
              </a:effectRef>
              <a:fontRef idx="minor">
                <a:schemeClr val="tx1"/>
              </a:fontRef>
            </p:style>
          </p:cxnSp>
        </p:grpSp>
        <p:pic>
          <p:nvPicPr>
            <p:cNvPr id="42" name="图形 10">
              <a:extLst>
                <a:ext uri="{FF2B5EF4-FFF2-40B4-BE49-F238E27FC236}">
                  <a16:creationId xmlns:a16="http://schemas.microsoft.com/office/drawing/2014/main" id="{7C5AE7F5-BE3C-4E23-BD4B-BB486769AE69}"/>
                </a:ext>
              </a:extLst>
            </p:cNvPr>
            <p:cNvPicPr>
              <a:picLocks noChangeAspect="1"/>
            </p:cNvPicPr>
            <p:nvPr/>
          </p:nvPicPr>
          <p:blipFill>
            <a:blip r:embed="rId5">
              <a:extLst>
                <a:ext uri="{28A0092B-C50C-407E-A947-70E740481C1C}">
                  <a14:useLocalDpi xmlns:a14="http://schemas.microsoft.com/office/drawing/2010/main" val="0"/>
                </a:ext>
                <a:ext uri="{96DAC541-7B7A-43D3-8B79-37D633B846F1}">
                  <asvg:svgBlip xmlns:asvg="http://schemas.microsoft.com/office/drawing/2016/SVG/main" r:embed="rId6"/>
                </a:ext>
              </a:extLst>
            </a:blip>
            <a:stretch>
              <a:fillRect/>
            </a:stretch>
          </p:blipFill>
          <p:spPr>
            <a:xfrm>
              <a:off x="10344206" y="4591486"/>
              <a:ext cx="662814" cy="641082"/>
            </a:xfrm>
            <a:prstGeom prst="rect">
              <a:avLst/>
            </a:prstGeom>
          </p:spPr>
        </p:pic>
      </p:grpSp>
      <p:grpSp>
        <p:nvGrpSpPr>
          <p:cNvPr id="18" name="组合 17">
            <a:extLst>
              <a:ext uri="{FF2B5EF4-FFF2-40B4-BE49-F238E27FC236}">
                <a16:creationId xmlns:a16="http://schemas.microsoft.com/office/drawing/2014/main" id="{2BB136FC-ED59-4178-9FB4-5976090679BB}"/>
              </a:ext>
            </a:extLst>
          </p:cNvPr>
          <p:cNvGrpSpPr/>
          <p:nvPr/>
        </p:nvGrpSpPr>
        <p:grpSpPr>
          <a:xfrm>
            <a:off x="6068505" y="2953137"/>
            <a:ext cx="3408460" cy="3300921"/>
            <a:chOff x="7193682" y="2617622"/>
            <a:chExt cx="3408460" cy="3300921"/>
          </a:xfrm>
        </p:grpSpPr>
        <p:sp>
          <p:nvSpPr>
            <p:cNvPr id="112" name="文本框 111">
              <a:extLst>
                <a:ext uri="{FF2B5EF4-FFF2-40B4-BE49-F238E27FC236}">
                  <a16:creationId xmlns:a16="http://schemas.microsoft.com/office/drawing/2014/main" id="{DD9EF15B-B88A-4E8A-86C3-734DA5B5438E}"/>
                </a:ext>
              </a:extLst>
            </p:cNvPr>
            <p:cNvSpPr txBox="1"/>
            <p:nvPr/>
          </p:nvSpPr>
          <p:spPr>
            <a:xfrm>
              <a:off x="8146402" y="4576524"/>
              <a:ext cx="1272594" cy="369332"/>
            </a:xfrm>
            <a:prstGeom prst="rect">
              <a:avLst/>
            </a:prstGeom>
            <a:noFill/>
          </p:spPr>
          <p:txBody>
            <a:bodyPr wrap="square" rtlCol="0">
              <a:spAutoFit/>
            </a:bodyPr>
            <a:lstStyle/>
            <a:p>
              <a:pPr algn="ctr"/>
              <a:r>
                <a:rPr lang="en-US" altLang="zh-CN" b="1" dirty="0">
                  <a:latin typeface="Arial Narrow" panose="020B0606020202030204" pitchFamily="34" charset="0"/>
                </a:rPr>
                <a:t>AP2</a:t>
              </a:r>
              <a:endParaRPr lang="zh-CN" altLang="en-US" b="1" dirty="0">
                <a:latin typeface="Arial Narrow" panose="020B0606020202030204" pitchFamily="34" charset="0"/>
              </a:endParaRPr>
            </a:p>
          </p:txBody>
        </p:sp>
        <p:grpSp>
          <p:nvGrpSpPr>
            <p:cNvPr id="113" name="组合 112">
              <a:extLst>
                <a:ext uri="{FF2B5EF4-FFF2-40B4-BE49-F238E27FC236}">
                  <a16:creationId xmlns:a16="http://schemas.microsoft.com/office/drawing/2014/main" id="{EAA4B39F-234F-424F-BB7E-4B629EE9E661}"/>
                </a:ext>
              </a:extLst>
            </p:cNvPr>
            <p:cNvGrpSpPr/>
            <p:nvPr/>
          </p:nvGrpSpPr>
          <p:grpSpPr>
            <a:xfrm>
              <a:off x="7193682" y="2801313"/>
              <a:ext cx="3117230" cy="3117230"/>
              <a:chOff x="4558444" y="2487562"/>
              <a:chExt cx="3117230" cy="3117230"/>
            </a:xfrm>
          </p:grpSpPr>
          <p:sp>
            <p:nvSpPr>
              <p:cNvPr id="114" name="椭圆 113">
                <a:extLst>
                  <a:ext uri="{FF2B5EF4-FFF2-40B4-BE49-F238E27FC236}">
                    <a16:creationId xmlns:a16="http://schemas.microsoft.com/office/drawing/2014/main" id="{589C8B17-35E5-44B5-8FD9-1FEA557962EB}"/>
                  </a:ext>
                </a:extLst>
              </p:cNvPr>
              <p:cNvSpPr/>
              <p:nvPr/>
            </p:nvSpPr>
            <p:spPr>
              <a:xfrm>
                <a:off x="4558444" y="2487562"/>
                <a:ext cx="3117230" cy="3117230"/>
              </a:xfrm>
              <a:prstGeom prst="ellipse">
                <a:avLst/>
              </a:prstGeom>
              <a:noFill/>
              <a:ln>
                <a:solidFill>
                  <a:schemeClr val="tx1"/>
                </a:solid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115" name="文本框 114">
                <a:extLst>
                  <a:ext uri="{FF2B5EF4-FFF2-40B4-BE49-F238E27FC236}">
                    <a16:creationId xmlns:a16="http://schemas.microsoft.com/office/drawing/2014/main" id="{0E4312CE-DB3E-4F53-8CD1-2859EB1FDCC1}"/>
                  </a:ext>
                </a:extLst>
              </p:cNvPr>
              <p:cNvSpPr txBox="1"/>
              <p:nvPr/>
            </p:nvSpPr>
            <p:spPr>
              <a:xfrm>
                <a:off x="5222049" y="5132891"/>
                <a:ext cx="1786001" cy="369332"/>
              </a:xfrm>
              <a:prstGeom prst="rect">
                <a:avLst/>
              </a:prstGeom>
              <a:noFill/>
            </p:spPr>
            <p:txBody>
              <a:bodyPr wrap="square" rtlCol="0">
                <a:spAutoFit/>
              </a:bodyPr>
              <a:lstStyle/>
              <a:p>
                <a:pPr algn="ctr"/>
                <a:r>
                  <a:rPr lang="en-US" altLang="zh-CN" b="1" dirty="0">
                    <a:latin typeface="Arial Narrow" panose="020B0606020202030204" pitchFamily="34" charset="0"/>
                  </a:rPr>
                  <a:t>BSS2</a:t>
                </a:r>
                <a:endParaRPr lang="zh-CN" altLang="en-US" b="1" dirty="0">
                  <a:latin typeface="Arial Narrow" panose="020B0606020202030204" pitchFamily="34" charset="0"/>
                </a:endParaRPr>
              </a:p>
            </p:txBody>
          </p:sp>
        </p:grpSp>
        <p:pic>
          <p:nvPicPr>
            <p:cNvPr id="117" name="图形 116">
              <a:extLst>
                <a:ext uri="{FF2B5EF4-FFF2-40B4-BE49-F238E27FC236}">
                  <a16:creationId xmlns:a16="http://schemas.microsoft.com/office/drawing/2014/main" id="{E10C69BB-BDAE-4CDE-9C6F-57C14FD38B12}"/>
                </a:ext>
              </a:extLst>
            </p:cNvPr>
            <p:cNvPicPr>
              <a:picLocks noChangeAspect="1"/>
            </p:cNvPicPr>
            <p:nvPr/>
          </p:nvPicPr>
          <p:blipFill>
            <a:blip r:embed="rId3">
              <a:extLst>
                <a:ext uri="{28A0092B-C50C-407E-A947-70E740481C1C}">
                  <a14:useLocalDpi xmlns:a14="http://schemas.microsoft.com/office/drawing/2010/main" val="0"/>
                </a:ext>
                <a:ext uri="{96DAC541-7B7A-43D3-8B79-37D633B846F1}">
                  <asvg:svgBlip xmlns:asvg="http://schemas.microsoft.com/office/drawing/2016/SVG/main" r:embed="rId4"/>
                </a:ext>
              </a:extLst>
            </a:blip>
            <a:stretch>
              <a:fillRect/>
            </a:stretch>
          </p:blipFill>
          <p:spPr>
            <a:xfrm>
              <a:off x="8343212" y="3610242"/>
              <a:ext cx="1028700" cy="1009650"/>
            </a:xfrm>
            <a:prstGeom prst="rect">
              <a:avLst/>
            </a:prstGeom>
          </p:spPr>
        </p:pic>
        <p:grpSp>
          <p:nvGrpSpPr>
            <p:cNvPr id="118" name="组合 117">
              <a:extLst>
                <a:ext uri="{FF2B5EF4-FFF2-40B4-BE49-F238E27FC236}">
                  <a16:creationId xmlns:a16="http://schemas.microsoft.com/office/drawing/2014/main" id="{85042F54-7941-4D04-BB36-836D4F801468}"/>
                </a:ext>
              </a:extLst>
            </p:cNvPr>
            <p:cNvGrpSpPr/>
            <p:nvPr/>
          </p:nvGrpSpPr>
          <p:grpSpPr>
            <a:xfrm>
              <a:off x="9939328" y="3700691"/>
              <a:ext cx="662814" cy="854540"/>
              <a:chOff x="6442805" y="2960597"/>
              <a:chExt cx="662814" cy="854540"/>
            </a:xfrm>
          </p:grpSpPr>
          <p:grpSp>
            <p:nvGrpSpPr>
              <p:cNvPr id="154" name="组合 153">
                <a:extLst>
                  <a:ext uri="{FF2B5EF4-FFF2-40B4-BE49-F238E27FC236}">
                    <a16:creationId xmlns:a16="http://schemas.microsoft.com/office/drawing/2014/main" id="{FE6F0911-342A-47FC-BF9C-5057FCB3916C}"/>
                  </a:ext>
                </a:extLst>
              </p:cNvPr>
              <p:cNvGrpSpPr/>
              <p:nvPr/>
            </p:nvGrpSpPr>
            <p:grpSpPr>
              <a:xfrm>
                <a:off x="6724619" y="2960597"/>
                <a:ext cx="381000" cy="351117"/>
                <a:chOff x="2556504" y="2484669"/>
                <a:chExt cx="381000" cy="351117"/>
              </a:xfrm>
            </p:grpSpPr>
            <p:pic>
              <p:nvPicPr>
                <p:cNvPr id="156" name="图形 155">
                  <a:extLst>
                    <a:ext uri="{FF2B5EF4-FFF2-40B4-BE49-F238E27FC236}">
                      <a16:creationId xmlns:a16="http://schemas.microsoft.com/office/drawing/2014/main" id="{9956B8C1-9E1D-47B5-9996-A1889079431F}"/>
                    </a:ext>
                  </a:extLst>
                </p:cNvPr>
                <p:cNvPicPr>
                  <a:picLocks noChangeAspect="1"/>
                </p:cNvPicPr>
                <p:nvPr/>
              </p:nvPicPr>
              <p:blipFill>
                <a:blip r:embed="rId7">
                  <a:extLst>
                    <a:ext uri="{28A0092B-C50C-407E-A947-70E740481C1C}">
                      <a14:useLocalDpi xmlns:a14="http://schemas.microsoft.com/office/drawing/2010/main" val="0"/>
                    </a:ext>
                    <a:ext uri="{96DAC541-7B7A-43D3-8B79-37D633B846F1}">
                      <asvg:svgBlip xmlns:asvg="http://schemas.microsoft.com/office/drawing/2016/SVG/main" r:embed="rId8"/>
                    </a:ext>
                  </a:extLst>
                </a:blip>
                <a:stretch>
                  <a:fillRect/>
                </a:stretch>
              </p:blipFill>
              <p:spPr>
                <a:xfrm>
                  <a:off x="2556504" y="2484669"/>
                  <a:ext cx="381000" cy="285750"/>
                </a:xfrm>
                <a:prstGeom prst="rect">
                  <a:avLst/>
                </a:prstGeom>
              </p:spPr>
            </p:pic>
            <p:cxnSp>
              <p:nvCxnSpPr>
                <p:cNvPr id="157" name="直接连接符 156">
                  <a:extLst>
                    <a:ext uri="{FF2B5EF4-FFF2-40B4-BE49-F238E27FC236}">
                      <a16:creationId xmlns:a16="http://schemas.microsoft.com/office/drawing/2014/main" id="{AE211ECF-F8DE-4583-9697-63FDC407453F}"/>
                    </a:ext>
                  </a:extLst>
                </p:cNvPr>
                <p:cNvCxnSpPr/>
                <p:nvPr/>
              </p:nvCxnSpPr>
              <p:spPr>
                <a:xfrm>
                  <a:off x="2747004" y="2612580"/>
                  <a:ext cx="0" cy="223206"/>
                </a:xfrm>
                <a:prstGeom prst="line">
                  <a:avLst/>
                </a:prstGeom>
                <a:ln w="25400">
                  <a:solidFill>
                    <a:srgbClr val="999999"/>
                  </a:solidFill>
                </a:ln>
              </p:spPr>
              <p:style>
                <a:lnRef idx="1">
                  <a:schemeClr val="accent1"/>
                </a:lnRef>
                <a:fillRef idx="0">
                  <a:schemeClr val="accent1"/>
                </a:fillRef>
                <a:effectRef idx="0">
                  <a:schemeClr val="accent1"/>
                </a:effectRef>
                <a:fontRef idx="minor">
                  <a:schemeClr val="tx1"/>
                </a:fontRef>
              </p:style>
            </p:cxnSp>
          </p:grpSp>
          <p:pic>
            <p:nvPicPr>
              <p:cNvPr id="155" name="图形 10">
                <a:extLst>
                  <a:ext uri="{FF2B5EF4-FFF2-40B4-BE49-F238E27FC236}">
                    <a16:creationId xmlns:a16="http://schemas.microsoft.com/office/drawing/2014/main" id="{7A82AFA1-3D7B-4EDF-AEEB-00DEC8E27067}"/>
                  </a:ext>
                </a:extLst>
              </p:cNvPr>
              <p:cNvPicPr>
                <a:picLocks noChangeAspect="1"/>
              </p:cNvPicPr>
              <p:nvPr/>
            </p:nvPicPr>
            <p:blipFill>
              <a:blip r:embed="rId5">
                <a:extLst>
                  <a:ext uri="{28A0092B-C50C-407E-A947-70E740481C1C}">
                    <a14:useLocalDpi xmlns:a14="http://schemas.microsoft.com/office/drawing/2010/main" val="0"/>
                  </a:ext>
                  <a:ext uri="{96DAC541-7B7A-43D3-8B79-37D633B846F1}">
                    <asvg:svgBlip xmlns:asvg="http://schemas.microsoft.com/office/drawing/2016/SVG/main" r:embed="rId6"/>
                  </a:ext>
                </a:extLst>
              </a:blip>
              <a:stretch>
                <a:fillRect/>
              </a:stretch>
            </p:blipFill>
            <p:spPr>
              <a:xfrm>
                <a:off x="6442805" y="3174055"/>
                <a:ext cx="662814" cy="641082"/>
              </a:xfrm>
              <a:prstGeom prst="rect">
                <a:avLst/>
              </a:prstGeom>
            </p:spPr>
          </p:pic>
        </p:grpSp>
        <p:grpSp>
          <p:nvGrpSpPr>
            <p:cNvPr id="123" name="组合 122">
              <a:extLst>
                <a:ext uri="{FF2B5EF4-FFF2-40B4-BE49-F238E27FC236}">
                  <a16:creationId xmlns:a16="http://schemas.microsoft.com/office/drawing/2014/main" id="{0515CA84-B2F6-4F96-AA86-1A62C0E9EAD2}"/>
                </a:ext>
              </a:extLst>
            </p:cNvPr>
            <p:cNvGrpSpPr/>
            <p:nvPr/>
          </p:nvGrpSpPr>
          <p:grpSpPr>
            <a:xfrm>
              <a:off x="7344099" y="2617622"/>
              <a:ext cx="662814" cy="830033"/>
              <a:chOff x="10392760" y="1391042"/>
              <a:chExt cx="662814" cy="830033"/>
            </a:xfrm>
          </p:grpSpPr>
          <p:grpSp>
            <p:nvGrpSpPr>
              <p:cNvPr id="134" name="组合 133">
                <a:extLst>
                  <a:ext uri="{FF2B5EF4-FFF2-40B4-BE49-F238E27FC236}">
                    <a16:creationId xmlns:a16="http://schemas.microsoft.com/office/drawing/2014/main" id="{3D3B75B4-6012-4AD5-B9AF-32144636CAC0}"/>
                  </a:ext>
                </a:extLst>
              </p:cNvPr>
              <p:cNvGrpSpPr/>
              <p:nvPr/>
            </p:nvGrpSpPr>
            <p:grpSpPr>
              <a:xfrm>
                <a:off x="10674574" y="1391042"/>
                <a:ext cx="381000" cy="351117"/>
                <a:chOff x="2556504" y="2484669"/>
                <a:chExt cx="381000" cy="351117"/>
              </a:xfrm>
            </p:grpSpPr>
            <p:pic>
              <p:nvPicPr>
                <p:cNvPr id="136" name="图形 135">
                  <a:extLst>
                    <a:ext uri="{FF2B5EF4-FFF2-40B4-BE49-F238E27FC236}">
                      <a16:creationId xmlns:a16="http://schemas.microsoft.com/office/drawing/2014/main" id="{61EA856E-6219-4F8B-BB98-3CB6184DF1F7}"/>
                    </a:ext>
                  </a:extLst>
                </p:cNvPr>
                <p:cNvPicPr>
                  <a:picLocks noChangeAspect="1"/>
                </p:cNvPicPr>
                <p:nvPr/>
              </p:nvPicPr>
              <p:blipFill>
                <a:blip r:embed="rId7">
                  <a:extLst>
                    <a:ext uri="{28A0092B-C50C-407E-A947-70E740481C1C}">
                      <a14:useLocalDpi xmlns:a14="http://schemas.microsoft.com/office/drawing/2010/main" val="0"/>
                    </a:ext>
                    <a:ext uri="{96DAC541-7B7A-43D3-8B79-37D633B846F1}">
                      <asvg:svgBlip xmlns:asvg="http://schemas.microsoft.com/office/drawing/2016/SVG/main" r:embed="rId8"/>
                    </a:ext>
                  </a:extLst>
                </a:blip>
                <a:stretch>
                  <a:fillRect/>
                </a:stretch>
              </p:blipFill>
              <p:spPr>
                <a:xfrm>
                  <a:off x="2556504" y="2484669"/>
                  <a:ext cx="381000" cy="285750"/>
                </a:xfrm>
                <a:prstGeom prst="rect">
                  <a:avLst/>
                </a:prstGeom>
              </p:spPr>
            </p:pic>
            <p:cxnSp>
              <p:nvCxnSpPr>
                <p:cNvPr id="137" name="直接连接符 136">
                  <a:extLst>
                    <a:ext uri="{FF2B5EF4-FFF2-40B4-BE49-F238E27FC236}">
                      <a16:creationId xmlns:a16="http://schemas.microsoft.com/office/drawing/2014/main" id="{684721D0-74F7-4DB7-A8B2-779BC7022512}"/>
                    </a:ext>
                  </a:extLst>
                </p:cNvPr>
                <p:cNvCxnSpPr/>
                <p:nvPr/>
              </p:nvCxnSpPr>
              <p:spPr>
                <a:xfrm>
                  <a:off x="2747004" y="2612580"/>
                  <a:ext cx="0" cy="223206"/>
                </a:xfrm>
                <a:prstGeom prst="line">
                  <a:avLst/>
                </a:prstGeom>
                <a:ln w="25400">
                  <a:solidFill>
                    <a:srgbClr val="999999"/>
                  </a:solidFill>
                </a:ln>
              </p:spPr>
              <p:style>
                <a:lnRef idx="1">
                  <a:schemeClr val="accent1"/>
                </a:lnRef>
                <a:fillRef idx="0">
                  <a:schemeClr val="accent1"/>
                </a:fillRef>
                <a:effectRef idx="0">
                  <a:schemeClr val="accent1"/>
                </a:effectRef>
                <a:fontRef idx="minor">
                  <a:schemeClr val="tx1"/>
                </a:fontRef>
              </p:style>
            </p:cxnSp>
          </p:grpSp>
          <p:pic>
            <p:nvPicPr>
              <p:cNvPr id="135" name="图形 10">
                <a:extLst>
                  <a:ext uri="{FF2B5EF4-FFF2-40B4-BE49-F238E27FC236}">
                    <a16:creationId xmlns:a16="http://schemas.microsoft.com/office/drawing/2014/main" id="{97DA0C2C-CE5C-4188-A92A-1B1662B7F0C4}"/>
                  </a:ext>
                </a:extLst>
              </p:cNvPr>
              <p:cNvPicPr>
                <a:picLocks noChangeAspect="1"/>
              </p:cNvPicPr>
              <p:nvPr/>
            </p:nvPicPr>
            <p:blipFill>
              <a:blip r:embed="rId5">
                <a:extLst>
                  <a:ext uri="{28A0092B-C50C-407E-A947-70E740481C1C}">
                    <a14:useLocalDpi xmlns:a14="http://schemas.microsoft.com/office/drawing/2010/main" val="0"/>
                  </a:ext>
                  <a:ext uri="{96DAC541-7B7A-43D3-8B79-37D633B846F1}">
                    <asvg:svgBlip xmlns:asvg="http://schemas.microsoft.com/office/drawing/2016/SVG/main" r:embed="rId6"/>
                  </a:ext>
                </a:extLst>
              </a:blip>
              <a:stretch>
                <a:fillRect/>
              </a:stretch>
            </p:blipFill>
            <p:spPr>
              <a:xfrm>
                <a:off x="10392760" y="1579993"/>
                <a:ext cx="662814" cy="641082"/>
              </a:xfrm>
              <a:prstGeom prst="rect">
                <a:avLst/>
              </a:prstGeom>
            </p:spPr>
          </p:pic>
        </p:grpSp>
        <p:grpSp>
          <p:nvGrpSpPr>
            <p:cNvPr id="124" name="组合 123">
              <a:extLst>
                <a:ext uri="{FF2B5EF4-FFF2-40B4-BE49-F238E27FC236}">
                  <a16:creationId xmlns:a16="http://schemas.microsoft.com/office/drawing/2014/main" id="{8CE7C488-08EA-4DCE-B649-6417121897E8}"/>
                </a:ext>
              </a:extLst>
            </p:cNvPr>
            <p:cNvGrpSpPr/>
            <p:nvPr/>
          </p:nvGrpSpPr>
          <p:grpSpPr>
            <a:xfrm>
              <a:off x="9460487" y="2626516"/>
              <a:ext cx="684060" cy="821139"/>
              <a:chOff x="10868587" y="2993998"/>
              <a:chExt cx="684060" cy="821139"/>
            </a:xfrm>
          </p:grpSpPr>
          <p:grpSp>
            <p:nvGrpSpPr>
              <p:cNvPr id="130" name="组合 129">
                <a:extLst>
                  <a:ext uri="{FF2B5EF4-FFF2-40B4-BE49-F238E27FC236}">
                    <a16:creationId xmlns:a16="http://schemas.microsoft.com/office/drawing/2014/main" id="{AED078E8-BDE3-4137-977E-E071E6967515}"/>
                  </a:ext>
                </a:extLst>
              </p:cNvPr>
              <p:cNvGrpSpPr/>
              <p:nvPr/>
            </p:nvGrpSpPr>
            <p:grpSpPr>
              <a:xfrm>
                <a:off x="11171647" y="2993998"/>
                <a:ext cx="381000" cy="351117"/>
                <a:chOff x="2556504" y="2484669"/>
                <a:chExt cx="381000" cy="351117"/>
              </a:xfrm>
            </p:grpSpPr>
            <p:pic>
              <p:nvPicPr>
                <p:cNvPr id="132" name="图形 131">
                  <a:extLst>
                    <a:ext uri="{FF2B5EF4-FFF2-40B4-BE49-F238E27FC236}">
                      <a16:creationId xmlns:a16="http://schemas.microsoft.com/office/drawing/2014/main" id="{D17C4FC4-EFF5-4831-87B6-65076D2580B8}"/>
                    </a:ext>
                  </a:extLst>
                </p:cNvPr>
                <p:cNvPicPr>
                  <a:picLocks noChangeAspect="1"/>
                </p:cNvPicPr>
                <p:nvPr/>
              </p:nvPicPr>
              <p:blipFill>
                <a:blip r:embed="rId7">
                  <a:extLst>
                    <a:ext uri="{28A0092B-C50C-407E-A947-70E740481C1C}">
                      <a14:useLocalDpi xmlns:a14="http://schemas.microsoft.com/office/drawing/2010/main" val="0"/>
                    </a:ext>
                    <a:ext uri="{96DAC541-7B7A-43D3-8B79-37D633B846F1}">
                      <asvg:svgBlip xmlns:asvg="http://schemas.microsoft.com/office/drawing/2016/SVG/main" r:embed="rId8"/>
                    </a:ext>
                  </a:extLst>
                </a:blip>
                <a:stretch>
                  <a:fillRect/>
                </a:stretch>
              </p:blipFill>
              <p:spPr>
                <a:xfrm>
                  <a:off x="2556504" y="2484669"/>
                  <a:ext cx="381000" cy="285750"/>
                </a:xfrm>
                <a:prstGeom prst="rect">
                  <a:avLst/>
                </a:prstGeom>
              </p:spPr>
            </p:pic>
            <p:cxnSp>
              <p:nvCxnSpPr>
                <p:cNvPr id="133" name="直接连接符 132">
                  <a:extLst>
                    <a:ext uri="{FF2B5EF4-FFF2-40B4-BE49-F238E27FC236}">
                      <a16:creationId xmlns:a16="http://schemas.microsoft.com/office/drawing/2014/main" id="{6668BBF6-3833-4B04-9DA9-0485336783CE}"/>
                    </a:ext>
                  </a:extLst>
                </p:cNvPr>
                <p:cNvCxnSpPr/>
                <p:nvPr/>
              </p:nvCxnSpPr>
              <p:spPr>
                <a:xfrm>
                  <a:off x="2747004" y="2612580"/>
                  <a:ext cx="0" cy="223206"/>
                </a:xfrm>
                <a:prstGeom prst="line">
                  <a:avLst/>
                </a:prstGeom>
                <a:ln w="25400">
                  <a:solidFill>
                    <a:srgbClr val="999999"/>
                  </a:solidFill>
                </a:ln>
              </p:spPr>
              <p:style>
                <a:lnRef idx="1">
                  <a:schemeClr val="accent1"/>
                </a:lnRef>
                <a:fillRef idx="0">
                  <a:schemeClr val="accent1"/>
                </a:fillRef>
                <a:effectRef idx="0">
                  <a:schemeClr val="accent1"/>
                </a:effectRef>
                <a:fontRef idx="minor">
                  <a:schemeClr val="tx1"/>
                </a:fontRef>
              </p:style>
            </p:cxnSp>
          </p:grpSp>
          <p:pic>
            <p:nvPicPr>
              <p:cNvPr id="131" name="图形 10">
                <a:extLst>
                  <a:ext uri="{FF2B5EF4-FFF2-40B4-BE49-F238E27FC236}">
                    <a16:creationId xmlns:a16="http://schemas.microsoft.com/office/drawing/2014/main" id="{D7658C5F-3393-43E2-A4E5-B03D0716856A}"/>
                  </a:ext>
                </a:extLst>
              </p:cNvPr>
              <p:cNvPicPr>
                <a:picLocks noChangeAspect="1"/>
              </p:cNvPicPr>
              <p:nvPr/>
            </p:nvPicPr>
            <p:blipFill>
              <a:blip r:embed="rId5">
                <a:extLst>
                  <a:ext uri="{28A0092B-C50C-407E-A947-70E740481C1C}">
                    <a14:useLocalDpi xmlns:a14="http://schemas.microsoft.com/office/drawing/2010/main" val="0"/>
                  </a:ext>
                  <a:ext uri="{96DAC541-7B7A-43D3-8B79-37D633B846F1}">
                    <asvg:svgBlip xmlns:asvg="http://schemas.microsoft.com/office/drawing/2016/SVG/main" r:embed="rId6"/>
                  </a:ext>
                </a:extLst>
              </a:blip>
              <a:stretch>
                <a:fillRect/>
              </a:stretch>
            </p:blipFill>
            <p:spPr>
              <a:xfrm>
                <a:off x="10868587" y="3174055"/>
                <a:ext cx="662814" cy="641082"/>
              </a:xfrm>
              <a:prstGeom prst="rect">
                <a:avLst/>
              </a:prstGeom>
            </p:spPr>
          </p:pic>
        </p:grpSp>
        <p:grpSp>
          <p:nvGrpSpPr>
            <p:cNvPr id="125" name="组合 124">
              <a:extLst>
                <a:ext uri="{FF2B5EF4-FFF2-40B4-BE49-F238E27FC236}">
                  <a16:creationId xmlns:a16="http://schemas.microsoft.com/office/drawing/2014/main" id="{E690F17F-0B2A-460D-9A1B-BAF08628F1E5}"/>
                </a:ext>
              </a:extLst>
            </p:cNvPr>
            <p:cNvGrpSpPr/>
            <p:nvPr/>
          </p:nvGrpSpPr>
          <p:grpSpPr>
            <a:xfrm>
              <a:off x="9514381" y="4857507"/>
              <a:ext cx="662814" cy="853468"/>
              <a:chOff x="10344206" y="4379100"/>
              <a:chExt cx="662814" cy="853468"/>
            </a:xfrm>
          </p:grpSpPr>
          <p:grpSp>
            <p:nvGrpSpPr>
              <p:cNvPr id="126" name="组合 125">
                <a:extLst>
                  <a:ext uri="{FF2B5EF4-FFF2-40B4-BE49-F238E27FC236}">
                    <a16:creationId xmlns:a16="http://schemas.microsoft.com/office/drawing/2014/main" id="{4F1EC781-41BD-4EE4-B15F-20B2F4356271}"/>
                  </a:ext>
                </a:extLst>
              </p:cNvPr>
              <p:cNvGrpSpPr/>
              <p:nvPr/>
            </p:nvGrpSpPr>
            <p:grpSpPr>
              <a:xfrm>
                <a:off x="10626020" y="4379100"/>
                <a:ext cx="381000" cy="351117"/>
                <a:chOff x="2556504" y="2484669"/>
                <a:chExt cx="381000" cy="351117"/>
              </a:xfrm>
            </p:grpSpPr>
            <p:pic>
              <p:nvPicPr>
                <p:cNvPr id="128" name="图形 127">
                  <a:extLst>
                    <a:ext uri="{FF2B5EF4-FFF2-40B4-BE49-F238E27FC236}">
                      <a16:creationId xmlns:a16="http://schemas.microsoft.com/office/drawing/2014/main" id="{D3F16A58-991E-4DF3-959A-AA9FCBBE029D}"/>
                    </a:ext>
                  </a:extLst>
                </p:cNvPr>
                <p:cNvPicPr>
                  <a:picLocks noChangeAspect="1"/>
                </p:cNvPicPr>
                <p:nvPr/>
              </p:nvPicPr>
              <p:blipFill>
                <a:blip r:embed="rId7">
                  <a:extLst>
                    <a:ext uri="{28A0092B-C50C-407E-A947-70E740481C1C}">
                      <a14:useLocalDpi xmlns:a14="http://schemas.microsoft.com/office/drawing/2010/main" val="0"/>
                    </a:ext>
                    <a:ext uri="{96DAC541-7B7A-43D3-8B79-37D633B846F1}">
                      <asvg:svgBlip xmlns:asvg="http://schemas.microsoft.com/office/drawing/2016/SVG/main" r:embed="rId8"/>
                    </a:ext>
                  </a:extLst>
                </a:blip>
                <a:stretch>
                  <a:fillRect/>
                </a:stretch>
              </p:blipFill>
              <p:spPr>
                <a:xfrm>
                  <a:off x="2556504" y="2484669"/>
                  <a:ext cx="381000" cy="285750"/>
                </a:xfrm>
                <a:prstGeom prst="rect">
                  <a:avLst/>
                </a:prstGeom>
              </p:spPr>
            </p:pic>
            <p:cxnSp>
              <p:nvCxnSpPr>
                <p:cNvPr id="129" name="直接连接符 128">
                  <a:extLst>
                    <a:ext uri="{FF2B5EF4-FFF2-40B4-BE49-F238E27FC236}">
                      <a16:creationId xmlns:a16="http://schemas.microsoft.com/office/drawing/2014/main" id="{C4FA8D6F-0E78-43C3-A905-34B2C730FA0A}"/>
                    </a:ext>
                  </a:extLst>
                </p:cNvPr>
                <p:cNvCxnSpPr/>
                <p:nvPr/>
              </p:nvCxnSpPr>
              <p:spPr>
                <a:xfrm>
                  <a:off x="2747004" y="2612580"/>
                  <a:ext cx="0" cy="223206"/>
                </a:xfrm>
                <a:prstGeom prst="line">
                  <a:avLst/>
                </a:prstGeom>
                <a:ln w="25400">
                  <a:solidFill>
                    <a:srgbClr val="999999"/>
                  </a:solidFill>
                </a:ln>
              </p:spPr>
              <p:style>
                <a:lnRef idx="1">
                  <a:schemeClr val="accent1"/>
                </a:lnRef>
                <a:fillRef idx="0">
                  <a:schemeClr val="accent1"/>
                </a:fillRef>
                <a:effectRef idx="0">
                  <a:schemeClr val="accent1"/>
                </a:effectRef>
                <a:fontRef idx="minor">
                  <a:schemeClr val="tx1"/>
                </a:fontRef>
              </p:style>
            </p:cxnSp>
          </p:grpSp>
          <p:pic>
            <p:nvPicPr>
              <p:cNvPr id="127" name="图形 10">
                <a:extLst>
                  <a:ext uri="{FF2B5EF4-FFF2-40B4-BE49-F238E27FC236}">
                    <a16:creationId xmlns:a16="http://schemas.microsoft.com/office/drawing/2014/main" id="{FA527ABA-DF65-45CA-AB5E-A399D846A555}"/>
                  </a:ext>
                </a:extLst>
              </p:cNvPr>
              <p:cNvPicPr>
                <a:picLocks noChangeAspect="1"/>
              </p:cNvPicPr>
              <p:nvPr/>
            </p:nvPicPr>
            <p:blipFill>
              <a:blip r:embed="rId5">
                <a:extLst>
                  <a:ext uri="{28A0092B-C50C-407E-A947-70E740481C1C}">
                    <a14:useLocalDpi xmlns:a14="http://schemas.microsoft.com/office/drawing/2010/main" val="0"/>
                  </a:ext>
                  <a:ext uri="{96DAC541-7B7A-43D3-8B79-37D633B846F1}">
                    <asvg:svgBlip xmlns:asvg="http://schemas.microsoft.com/office/drawing/2016/SVG/main" r:embed="rId6"/>
                  </a:ext>
                </a:extLst>
              </a:blip>
              <a:stretch>
                <a:fillRect/>
              </a:stretch>
            </p:blipFill>
            <p:spPr>
              <a:xfrm>
                <a:off x="10344206" y="4591486"/>
                <a:ext cx="662814" cy="641082"/>
              </a:xfrm>
              <a:prstGeom prst="rect">
                <a:avLst/>
              </a:prstGeom>
            </p:spPr>
          </p:pic>
        </p:grpSp>
      </p:grpSp>
      <p:grpSp>
        <p:nvGrpSpPr>
          <p:cNvPr id="22" name="组合 21">
            <a:extLst>
              <a:ext uri="{FF2B5EF4-FFF2-40B4-BE49-F238E27FC236}">
                <a16:creationId xmlns:a16="http://schemas.microsoft.com/office/drawing/2014/main" id="{9C330D45-8B6A-4DA1-8CC1-2BAF75501243}"/>
              </a:ext>
            </a:extLst>
          </p:cNvPr>
          <p:cNvGrpSpPr/>
          <p:nvPr/>
        </p:nvGrpSpPr>
        <p:grpSpPr>
          <a:xfrm>
            <a:off x="2624203" y="2474834"/>
            <a:ext cx="7002049" cy="3943423"/>
            <a:chOff x="2624203" y="2474834"/>
            <a:chExt cx="7002049" cy="3943423"/>
          </a:xfrm>
        </p:grpSpPr>
        <p:sp>
          <p:nvSpPr>
            <p:cNvPr id="5" name="矩形: 圆角 4">
              <a:extLst>
                <a:ext uri="{FF2B5EF4-FFF2-40B4-BE49-F238E27FC236}">
                  <a16:creationId xmlns:a16="http://schemas.microsoft.com/office/drawing/2014/main" id="{402A5AC5-CBB1-4920-BB18-C6FEE9D7078A}"/>
                </a:ext>
              </a:extLst>
            </p:cNvPr>
            <p:cNvSpPr/>
            <p:nvPr/>
          </p:nvSpPr>
          <p:spPr>
            <a:xfrm>
              <a:off x="2624203" y="2474834"/>
              <a:ext cx="7002049" cy="3943423"/>
            </a:xfrm>
            <a:prstGeom prst="roundRect">
              <a:avLst>
                <a:gd name="adj" fmla="val 6979"/>
              </a:avLst>
            </a:prstGeom>
            <a:noFill/>
            <a:ln>
              <a:solidFill>
                <a:schemeClr val="tx1"/>
              </a:solid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73" name="文本框 72">
              <a:extLst>
                <a:ext uri="{FF2B5EF4-FFF2-40B4-BE49-F238E27FC236}">
                  <a16:creationId xmlns:a16="http://schemas.microsoft.com/office/drawing/2014/main" id="{126C5058-5FA0-4225-9469-0F17F0D8D453}"/>
                </a:ext>
              </a:extLst>
            </p:cNvPr>
            <p:cNvSpPr txBox="1"/>
            <p:nvPr/>
          </p:nvSpPr>
          <p:spPr>
            <a:xfrm>
              <a:off x="5119890" y="2512501"/>
              <a:ext cx="1952220" cy="369332"/>
            </a:xfrm>
            <a:prstGeom prst="rect">
              <a:avLst/>
            </a:prstGeom>
            <a:noFill/>
          </p:spPr>
          <p:txBody>
            <a:bodyPr wrap="square" rtlCol="0">
              <a:spAutoFit/>
            </a:bodyPr>
            <a:lstStyle/>
            <a:p>
              <a:pPr algn="ctr"/>
              <a:r>
                <a:rPr lang="zh-CN" altLang="en-US" b="1" dirty="0">
                  <a:latin typeface="Arial Narrow" panose="020B0606020202030204" pitchFamily="34" charset="0"/>
                </a:rPr>
                <a:t>扩展的服务集</a:t>
              </a:r>
              <a:r>
                <a:rPr lang="en-US" altLang="zh-CN" b="1" dirty="0">
                  <a:latin typeface="Arial Narrow" panose="020B0606020202030204" pitchFamily="34" charset="0"/>
                </a:rPr>
                <a:t>ESS</a:t>
              </a:r>
              <a:endParaRPr lang="zh-CN" altLang="en-US" b="1" dirty="0">
                <a:latin typeface="Arial Narrow" panose="020B0606020202030204" pitchFamily="34" charset="0"/>
              </a:endParaRPr>
            </a:p>
          </p:txBody>
        </p:sp>
      </p:grpSp>
      <p:cxnSp>
        <p:nvCxnSpPr>
          <p:cNvPr id="14" name="直接连接符 13">
            <a:extLst>
              <a:ext uri="{FF2B5EF4-FFF2-40B4-BE49-F238E27FC236}">
                <a16:creationId xmlns:a16="http://schemas.microsoft.com/office/drawing/2014/main" id="{9859435C-C4AD-405C-AD66-C4DD467A5D6C}"/>
              </a:ext>
            </a:extLst>
          </p:cNvPr>
          <p:cNvCxnSpPr>
            <a:cxnSpLocks/>
          </p:cNvCxnSpPr>
          <p:nvPr/>
        </p:nvCxnSpPr>
        <p:spPr>
          <a:xfrm flipV="1">
            <a:off x="4703569" y="2137986"/>
            <a:ext cx="0" cy="2420548"/>
          </a:xfrm>
          <a:prstGeom prst="line">
            <a:avLst/>
          </a:prstGeom>
          <a:ln w="12700">
            <a:solidFill>
              <a:schemeClr val="tx1"/>
            </a:solidFill>
            <a:tailEnd type="none"/>
          </a:ln>
        </p:spPr>
        <p:style>
          <a:lnRef idx="1">
            <a:schemeClr val="accent1"/>
          </a:lnRef>
          <a:fillRef idx="0">
            <a:schemeClr val="accent1"/>
          </a:fillRef>
          <a:effectRef idx="0">
            <a:schemeClr val="accent1"/>
          </a:effectRef>
          <a:fontRef idx="minor">
            <a:schemeClr val="tx1"/>
          </a:fontRef>
        </p:style>
      </p:cxnSp>
      <p:cxnSp>
        <p:nvCxnSpPr>
          <p:cNvPr id="75" name="直接连接符 74">
            <a:extLst>
              <a:ext uri="{FF2B5EF4-FFF2-40B4-BE49-F238E27FC236}">
                <a16:creationId xmlns:a16="http://schemas.microsoft.com/office/drawing/2014/main" id="{99C5904A-8382-4455-BD4E-CFDB8DBC7399}"/>
              </a:ext>
            </a:extLst>
          </p:cNvPr>
          <p:cNvCxnSpPr>
            <a:cxnSpLocks/>
          </p:cNvCxnSpPr>
          <p:nvPr/>
        </p:nvCxnSpPr>
        <p:spPr>
          <a:xfrm flipV="1">
            <a:off x="7730737" y="2238367"/>
            <a:ext cx="0" cy="2329061"/>
          </a:xfrm>
          <a:prstGeom prst="line">
            <a:avLst/>
          </a:prstGeom>
          <a:ln w="12700">
            <a:solidFill>
              <a:schemeClr val="tx1"/>
            </a:solidFill>
            <a:tailEnd type="none"/>
          </a:ln>
        </p:spPr>
        <p:style>
          <a:lnRef idx="1">
            <a:schemeClr val="accent1"/>
          </a:lnRef>
          <a:fillRef idx="0">
            <a:schemeClr val="accent1"/>
          </a:fillRef>
          <a:effectRef idx="0">
            <a:schemeClr val="accent1"/>
          </a:effectRef>
          <a:fontRef idx="minor">
            <a:schemeClr val="tx1"/>
          </a:fontRef>
        </p:style>
      </p:cxnSp>
      <p:sp>
        <p:nvSpPr>
          <p:cNvPr id="74" name="矩形: 圆角 73">
            <a:extLst>
              <a:ext uri="{FF2B5EF4-FFF2-40B4-BE49-F238E27FC236}">
                <a16:creationId xmlns:a16="http://schemas.microsoft.com/office/drawing/2014/main" id="{5ABC0C64-CFA7-4C9A-8ED4-FAB7B877E86A}"/>
              </a:ext>
            </a:extLst>
          </p:cNvPr>
          <p:cNvSpPr/>
          <p:nvPr/>
        </p:nvSpPr>
        <p:spPr>
          <a:xfrm>
            <a:off x="4006554" y="1811404"/>
            <a:ext cx="4511558" cy="426963"/>
          </a:xfrm>
          <a:prstGeom prst="roundRect">
            <a:avLst>
              <a:gd name="adj" fmla="val 50000"/>
            </a:avLst>
          </a:prstGeom>
          <a:ln/>
        </p:spPr>
        <p:style>
          <a:lnRef idx="2">
            <a:schemeClr val="accent4">
              <a:shade val="50000"/>
            </a:schemeClr>
          </a:lnRef>
          <a:fillRef idx="1">
            <a:schemeClr val="accent4"/>
          </a:fillRef>
          <a:effectRef idx="0">
            <a:schemeClr val="accent4"/>
          </a:effectRef>
          <a:fontRef idx="minor">
            <a:schemeClr val="lt1"/>
          </a:fontRef>
        </p:style>
        <p:txBody>
          <a:bodyPr rtlCol="0" anchor="ctr"/>
          <a:lstStyle/>
          <a:p>
            <a:pPr algn="ctr"/>
            <a:r>
              <a:rPr lang="zh-CN" altLang="en-US" b="1" dirty="0"/>
              <a:t>分配系统</a:t>
            </a:r>
            <a:r>
              <a:rPr lang="en-US" altLang="zh-CN" b="1" dirty="0"/>
              <a:t>DS</a:t>
            </a:r>
            <a:endParaRPr lang="zh-CN" altLang="en-US" b="1" dirty="0"/>
          </a:p>
        </p:txBody>
      </p:sp>
      <p:sp>
        <p:nvSpPr>
          <p:cNvPr id="80" name="文本框 79">
            <a:extLst>
              <a:ext uri="{FF2B5EF4-FFF2-40B4-BE49-F238E27FC236}">
                <a16:creationId xmlns:a16="http://schemas.microsoft.com/office/drawing/2014/main" id="{C68B9F1A-27FE-4461-9213-B3EDB2BC36EA}"/>
              </a:ext>
            </a:extLst>
          </p:cNvPr>
          <p:cNvSpPr txBox="1"/>
          <p:nvPr/>
        </p:nvSpPr>
        <p:spPr>
          <a:xfrm>
            <a:off x="6697586" y="1827726"/>
            <a:ext cx="1655928" cy="369332"/>
          </a:xfrm>
          <a:prstGeom prst="rect">
            <a:avLst/>
          </a:prstGeom>
          <a:noFill/>
        </p:spPr>
        <p:txBody>
          <a:bodyPr wrap="square">
            <a:spAutoFit/>
          </a:bodyPr>
          <a:lstStyle/>
          <a:p>
            <a:pPr algn="ctr"/>
            <a:r>
              <a:rPr lang="en-US" altLang="zh-CN" b="1" dirty="0">
                <a:solidFill>
                  <a:schemeClr val="bg1"/>
                </a:solidFill>
              </a:rPr>
              <a:t>(</a:t>
            </a:r>
            <a:r>
              <a:rPr lang="zh-CN" altLang="en-US" b="1" dirty="0">
                <a:solidFill>
                  <a:schemeClr val="bg1"/>
                </a:solidFill>
              </a:rPr>
              <a:t>例如以太网</a:t>
            </a:r>
            <a:r>
              <a:rPr lang="en-US" altLang="zh-CN" b="1" dirty="0">
                <a:solidFill>
                  <a:schemeClr val="bg1"/>
                </a:solidFill>
              </a:rPr>
              <a:t>)</a:t>
            </a:r>
            <a:endParaRPr lang="zh-CN" altLang="en-US" b="1" dirty="0">
              <a:solidFill>
                <a:schemeClr val="bg1"/>
              </a:solidFill>
            </a:endParaRPr>
          </a:p>
        </p:txBody>
      </p:sp>
      <p:grpSp>
        <p:nvGrpSpPr>
          <p:cNvPr id="28" name="组合 27">
            <a:extLst>
              <a:ext uri="{FF2B5EF4-FFF2-40B4-BE49-F238E27FC236}">
                <a16:creationId xmlns:a16="http://schemas.microsoft.com/office/drawing/2014/main" id="{1A3185B7-982A-4C63-93D4-1E43DA992E50}"/>
              </a:ext>
            </a:extLst>
          </p:cNvPr>
          <p:cNvGrpSpPr/>
          <p:nvPr/>
        </p:nvGrpSpPr>
        <p:grpSpPr>
          <a:xfrm>
            <a:off x="8638370" y="1475657"/>
            <a:ext cx="2581571" cy="956245"/>
            <a:chOff x="8638370" y="1425309"/>
            <a:chExt cx="2581571" cy="956245"/>
          </a:xfrm>
        </p:grpSpPr>
        <p:cxnSp>
          <p:nvCxnSpPr>
            <p:cNvPr id="27" name="直接连接符 26">
              <a:extLst>
                <a:ext uri="{FF2B5EF4-FFF2-40B4-BE49-F238E27FC236}">
                  <a16:creationId xmlns:a16="http://schemas.microsoft.com/office/drawing/2014/main" id="{697A3D6F-1E60-4859-B1ED-93B0C1615B02}"/>
                </a:ext>
              </a:extLst>
            </p:cNvPr>
            <p:cNvCxnSpPr/>
            <p:nvPr/>
          </p:nvCxnSpPr>
          <p:spPr>
            <a:xfrm>
              <a:off x="8638370" y="1911350"/>
              <a:ext cx="1709160" cy="0"/>
            </a:xfrm>
            <a:prstGeom prst="line">
              <a:avLst/>
            </a:prstGeom>
            <a:ln w="12700">
              <a:solidFill>
                <a:schemeClr val="tx1"/>
              </a:solidFill>
              <a:tailEnd type="none"/>
            </a:ln>
          </p:spPr>
          <p:style>
            <a:lnRef idx="1">
              <a:schemeClr val="accent1"/>
            </a:lnRef>
            <a:fillRef idx="0">
              <a:schemeClr val="accent1"/>
            </a:fillRef>
            <a:effectRef idx="0">
              <a:schemeClr val="accent1"/>
            </a:effectRef>
            <a:fontRef idx="minor">
              <a:schemeClr val="tx1"/>
            </a:fontRef>
          </p:style>
        </p:cxnSp>
        <p:sp>
          <p:nvSpPr>
            <p:cNvPr id="25" name="云形 24">
              <a:extLst>
                <a:ext uri="{FF2B5EF4-FFF2-40B4-BE49-F238E27FC236}">
                  <a16:creationId xmlns:a16="http://schemas.microsoft.com/office/drawing/2014/main" id="{02AEE960-8B34-41C9-AA4E-94C6B2940153}"/>
                </a:ext>
              </a:extLst>
            </p:cNvPr>
            <p:cNvSpPr/>
            <p:nvPr/>
          </p:nvSpPr>
          <p:spPr>
            <a:xfrm>
              <a:off x="9846803" y="1425309"/>
              <a:ext cx="1373138" cy="956245"/>
            </a:xfrm>
            <a:prstGeom prst="cloud">
              <a:avLst/>
            </a:prstGeom>
            <a:solidFill>
              <a:schemeClr val="accent6"/>
            </a:solidFill>
            <a:ln>
              <a:solidFill>
                <a:schemeClr val="accent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zh-CN" altLang="en-US" b="1" dirty="0">
                  <a:solidFill>
                    <a:schemeClr val="tx1"/>
                  </a:solidFill>
                </a:rPr>
                <a:t>因特网</a:t>
              </a:r>
            </a:p>
          </p:txBody>
        </p:sp>
      </p:grpSp>
      <p:grpSp>
        <p:nvGrpSpPr>
          <p:cNvPr id="81" name="组合 80">
            <a:extLst>
              <a:ext uri="{FF2B5EF4-FFF2-40B4-BE49-F238E27FC236}">
                <a16:creationId xmlns:a16="http://schemas.microsoft.com/office/drawing/2014/main" id="{36E336BB-BCBA-4B59-BD0B-B4E08F99C5AF}"/>
              </a:ext>
            </a:extLst>
          </p:cNvPr>
          <p:cNvGrpSpPr/>
          <p:nvPr/>
        </p:nvGrpSpPr>
        <p:grpSpPr>
          <a:xfrm>
            <a:off x="8092513" y="1366288"/>
            <a:ext cx="1131314" cy="895752"/>
            <a:chOff x="8627087" y="1132015"/>
            <a:chExt cx="1131314" cy="895752"/>
          </a:xfrm>
        </p:grpSpPr>
        <p:pic>
          <p:nvPicPr>
            <p:cNvPr id="82" name="图形 81">
              <a:extLst>
                <a:ext uri="{FF2B5EF4-FFF2-40B4-BE49-F238E27FC236}">
                  <a16:creationId xmlns:a16="http://schemas.microsoft.com/office/drawing/2014/main" id="{15E9AD16-E8CE-405D-930C-C3F6CED3A677}"/>
                </a:ext>
              </a:extLst>
            </p:cNvPr>
            <p:cNvPicPr>
              <a:picLocks noChangeAspect="1"/>
            </p:cNvPicPr>
            <p:nvPr/>
          </p:nvPicPr>
          <p:blipFill>
            <a:blip r:embed="rId9">
              <a:extLst>
                <a:ext uri="{28A0092B-C50C-407E-A947-70E740481C1C}">
                  <a14:useLocalDpi xmlns:a14="http://schemas.microsoft.com/office/drawing/2010/main" val="0"/>
                </a:ext>
                <a:ext uri="{96DAC541-7B7A-43D3-8B79-37D633B846F1}">
                  <asvg:svgBlip xmlns:asvg="http://schemas.microsoft.com/office/drawing/2016/SVG/main" r:embed="rId10"/>
                </a:ext>
              </a:extLst>
            </a:blip>
            <a:stretch>
              <a:fillRect/>
            </a:stretch>
          </p:blipFill>
          <p:spPr>
            <a:xfrm>
              <a:off x="8883108" y="1526451"/>
              <a:ext cx="619273" cy="501316"/>
            </a:xfrm>
            <a:prstGeom prst="rect">
              <a:avLst/>
            </a:prstGeom>
          </p:spPr>
        </p:pic>
        <p:sp>
          <p:nvSpPr>
            <p:cNvPr id="83" name="íşlïḍè">
              <a:extLst>
                <a:ext uri="{FF2B5EF4-FFF2-40B4-BE49-F238E27FC236}">
                  <a16:creationId xmlns:a16="http://schemas.microsoft.com/office/drawing/2014/main" id="{35A71AD4-7C06-4998-99AB-9A5EDE0837EE}"/>
                </a:ext>
              </a:extLst>
            </p:cNvPr>
            <p:cNvSpPr txBox="1"/>
            <p:nvPr/>
          </p:nvSpPr>
          <p:spPr>
            <a:xfrm>
              <a:off x="8627087" y="1132015"/>
              <a:ext cx="1131314" cy="419100"/>
            </a:xfrm>
            <a:prstGeom prst="rect">
              <a:avLst/>
            </a:prstGeom>
            <a:noFill/>
          </p:spPr>
          <p:txBody>
            <a:bodyPr wrap="square" lIns="91440" tIns="45720" rIns="91440" bIns="45720" anchor="ctr">
              <a:noAutofit/>
            </a:bodyPr>
            <a:lstStyle/>
            <a:p>
              <a:pPr algn="ctr"/>
              <a:r>
                <a:rPr lang="zh-CN" altLang="en-US" b="1" dirty="0"/>
                <a:t>路由器</a:t>
              </a:r>
              <a:endParaRPr lang="en-US" altLang="zh-CN" b="1" dirty="0"/>
            </a:p>
          </p:txBody>
        </p:sp>
      </p:grpSp>
      <p:grpSp>
        <p:nvGrpSpPr>
          <p:cNvPr id="10" name="组合 9">
            <a:extLst>
              <a:ext uri="{FF2B5EF4-FFF2-40B4-BE49-F238E27FC236}">
                <a16:creationId xmlns:a16="http://schemas.microsoft.com/office/drawing/2014/main" id="{FA44465F-C425-4A99-9BB3-5FA47900FBCF}"/>
              </a:ext>
            </a:extLst>
          </p:cNvPr>
          <p:cNvGrpSpPr/>
          <p:nvPr/>
        </p:nvGrpSpPr>
        <p:grpSpPr>
          <a:xfrm>
            <a:off x="5320639" y="2962031"/>
            <a:ext cx="684060" cy="821139"/>
            <a:chOff x="5320639" y="2962031"/>
            <a:chExt cx="684060" cy="821139"/>
          </a:xfrm>
        </p:grpSpPr>
        <p:grpSp>
          <p:nvGrpSpPr>
            <p:cNvPr id="7" name="组合 6">
              <a:extLst>
                <a:ext uri="{FF2B5EF4-FFF2-40B4-BE49-F238E27FC236}">
                  <a16:creationId xmlns:a16="http://schemas.microsoft.com/office/drawing/2014/main" id="{BEF01416-B3D8-4875-8B1B-20A96441AEA1}"/>
                </a:ext>
              </a:extLst>
            </p:cNvPr>
            <p:cNvGrpSpPr/>
            <p:nvPr/>
          </p:nvGrpSpPr>
          <p:grpSpPr>
            <a:xfrm>
              <a:off x="5320639" y="2962031"/>
              <a:ext cx="684060" cy="821139"/>
              <a:chOff x="10868587" y="2993998"/>
              <a:chExt cx="684060" cy="821139"/>
            </a:xfrm>
          </p:grpSpPr>
          <p:grpSp>
            <p:nvGrpSpPr>
              <p:cNvPr id="63" name="组合 62">
                <a:extLst>
                  <a:ext uri="{FF2B5EF4-FFF2-40B4-BE49-F238E27FC236}">
                    <a16:creationId xmlns:a16="http://schemas.microsoft.com/office/drawing/2014/main" id="{DE0CFE49-241E-4BEC-8031-D2BB1C88CFDE}"/>
                  </a:ext>
                </a:extLst>
              </p:cNvPr>
              <p:cNvGrpSpPr/>
              <p:nvPr/>
            </p:nvGrpSpPr>
            <p:grpSpPr>
              <a:xfrm>
                <a:off x="11171647" y="2993998"/>
                <a:ext cx="381000" cy="351117"/>
                <a:chOff x="2556504" y="2484669"/>
                <a:chExt cx="381000" cy="351117"/>
              </a:xfrm>
            </p:grpSpPr>
            <p:pic>
              <p:nvPicPr>
                <p:cNvPr id="64" name="图形 63">
                  <a:extLst>
                    <a:ext uri="{FF2B5EF4-FFF2-40B4-BE49-F238E27FC236}">
                      <a16:creationId xmlns:a16="http://schemas.microsoft.com/office/drawing/2014/main" id="{A881FFB2-15C5-4589-A75C-324505B81D61}"/>
                    </a:ext>
                  </a:extLst>
                </p:cNvPr>
                <p:cNvPicPr>
                  <a:picLocks noChangeAspect="1"/>
                </p:cNvPicPr>
                <p:nvPr/>
              </p:nvPicPr>
              <p:blipFill>
                <a:blip r:embed="rId7">
                  <a:extLst>
                    <a:ext uri="{28A0092B-C50C-407E-A947-70E740481C1C}">
                      <a14:useLocalDpi xmlns:a14="http://schemas.microsoft.com/office/drawing/2010/main" val="0"/>
                    </a:ext>
                    <a:ext uri="{96DAC541-7B7A-43D3-8B79-37D633B846F1}">
                      <asvg:svgBlip xmlns:asvg="http://schemas.microsoft.com/office/drawing/2016/SVG/main" r:embed="rId8"/>
                    </a:ext>
                  </a:extLst>
                </a:blip>
                <a:stretch>
                  <a:fillRect/>
                </a:stretch>
              </p:blipFill>
              <p:spPr>
                <a:xfrm>
                  <a:off x="2556504" y="2484669"/>
                  <a:ext cx="381000" cy="285750"/>
                </a:xfrm>
                <a:prstGeom prst="rect">
                  <a:avLst/>
                </a:prstGeom>
              </p:spPr>
            </p:pic>
            <p:cxnSp>
              <p:nvCxnSpPr>
                <p:cNvPr id="65" name="直接连接符 64">
                  <a:extLst>
                    <a:ext uri="{FF2B5EF4-FFF2-40B4-BE49-F238E27FC236}">
                      <a16:creationId xmlns:a16="http://schemas.microsoft.com/office/drawing/2014/main" id="{8567AE27-9A73-4AF9-9E50-C682DFF89915}"/>
                    </a:ext>
                  </a:extLst>
                </p:cNvPr>
                <p:cNvCxnSpPr/>
                <p:nvPr/>
              </p:nvCxnSpPr>
              <p:spPr>
                <a:xfrm>
                  <a:off x="2747004" y="2612580"/>
                  <a:ext cx="0" cy="223206"/>
                </a:xfrm>
                <a:prstGeom prst="line">
                  <a:avLst/>
                </a:prstGeom>
                <a:ln w="25400">
                  <a:solidFill>
                    <a:srgbClr val="999999"/>
                  </a:solidFill>
                </a:ln>
              </p:spPr>
              <p:style>
                <a:lnRef idx="1">
                  <a:schemeClr val="accent1"/>
                </a:lnRef>
                <a:fillRef idx="0">
                  <a:schemeClr val="accent1"/>
                </a:fillRef>
                <a:effectRef idx="0">
                  <a:schemeClr val="accent1"/>
                </a:effectRef>
                <a:fontRef idx="minor">
                  <a:schemeClr val="tx1"/>
                </a:fontRef>
              </p:style>
            </p:cxnSp>
          </p:grpSp>
          <p:pic>
            <p:nvPicPr>
              <p:cNvPr id="39" name="图形 10">
                <a:extLst>
                  <a:ext uri="{FF2B5EF4-FFF2-40B4-BE49-F238E27FC236}">
                    <a16:creationId xmlns:a16="http://schemas.microsoft.com/office/drawing/2014/main" id="{BB7780F0-4F6C-453A-B57D-99858E60B78D}"/>
                  </a:ext>
                </a:extLst>
              </p:cNvPr>
              <p:cNvPicPr>
                <a:picLocks noChangeAspect="1"/>
              </p:cNvPicPr>
              <p:nvPr/>
            </p:nvPicPr>
            <p:blipFill>
              <a:blip r:embed="rId5">
                <a:extLst>
                  <a:ext uri="{28A0092B-C50C-407E-A947-70E740481C1C}">
                    <a14:useLocalDpi xmlns:a14="http://schemas.microsoft.com/office/drawing/2010/main" val="0"/>
                  </a:ext>
                  <a:ext uri="{96DAC541-7B7A-43D3-8B79-37D633B846F1}">
                    <asvg:svgBlip xmlns:asvg="http://schemas.microsoft.com/office/drawing/2016/SVG/main" r:embed="rId6"/>
                  </a:ext>
                </a:extLst>
              </a:blip>
              <a:stretch>
                <a:fillRect/>
              </a:stretch>
            </p:blipFill>
            <p:spPr>
              <a:xfrm>
                <a:off x="10868587" y="3174055"/>
                <a:ext cx="662814" cy="641082"/>
              </a:xfrm>
              <a:prstGeom prst="rect">
                <a:avLst/>
              </a:prstGeom>
            </p:spPr>
          </p:pic>
        </p:grpSp>
        <p:sp>
          <p:nvSpPr>
            <p:cNvPr id="84" name="íşlïḍè">
              <a:extLst>
                <a:ext uri="{FF2B5EF4-FFF2-40B4-BE49-F238E27FC236}">
                  <a16:creationId xmlns:a16="http://schemas.microsoft.com/office/drawing/2014/main" id="{7A450ED0-4BAB-401B-9E5E-9BD3FEB8251A}"/>
                </a:ext>
              </a:extLst>
            </p:cNvPr>
            <p:cNvSpPr txBox="1"/>
            <p:nvPr/>
          </p:nvSpPr>
          <p:spPr>
            <a:xfrm>
              <a:off x="5676167" y="3140742"/>
              <a:ext cx="185025" cy="419100"/>
            </a:xfrm>
            <a:prstGeom prst="rect">
              <a:avLst/>
            </a:prstGeom>
            <a:noFill/>
          </p:spPr>
          <p:txBody>
            <a:bodyPr wrap="square" lIns="91440" tIns="45720" rIns="91440" bIns="45720" anchor="ctr">
              <a:noAutofit/>
            </a:bodyPr>
            <a:lstStyle/>
            <a:p>
              <a:pPr algn="ctr"/>
              <a:r>
                <a:rPr lang="en-US" altLang="zh-CN" sz="2000" b="1" dirty="0">
                  <a:solidFill>
                    <a:schemeClr val="bg1"/>
                  </a:solidFill>
                </a:rPr>
                <a:t>A</a:t>
              </a:r>
            </a:p>
          </p:txBody>
        </p:sp>
      </p:grpSp>
      <p:sp>
        <p:nvSpPr>
          <p:cNvPr id="85" name="íşlïḍè">
            <a:extLst>
              <a:ext uri="{FF2B5EF4-FFF2-40B4-BE49-F238E27FC236}">
                <a16:creationId xmlns:a16="http://schemas.microsoft.com/office/drawing/2014/main" id="{A8F77623-67E9-4739-BCBE-C10FFD5A01C0}"/>
              </a:ext>
            </a:extLst>
          </p:cNvPr>
          <p:cNvSpPr txBox="1"/>
          <p:nvPr/>
        </p:nvSpPr>
        <p:spPr>
          <a:xfrm>
            <a:off x="6578756" y="3150484"/>
            <a:ext cx="185025" cy="419100"/>
          </a:xfrm>
          <a:prstGeom prst="rect">
            <a:avLst/>
          </a:prstGeom>
          <a:noFill/>
        </p:spPr>
        <p:txBody>
          <a:bodyPr wrap="square" lIns="91440" tIns="45720" rIns="91440" bIns="45720" anchor="ctr">
            <a:noAutofit/>
          </a:bodyPr>
          <a:lstStyle/>
          <a:p>
            <a:pPr algn="ctr"/>
            <a:r>
              <a:rPr lang="en-US" altLang="zh-CN" sz="2000" b="1" dirty="0">
                <a:solidFill>
                  <a:schemeClr val="bg1"/>
                </a:solidFill>
              </a:rPr>
              <a:t>B</a:t>
            </a:r>
          </a:p>
        </p:txBody>
      </p:sp>
      <p:cxnSp>
        <p:nvCxnSpPr>
          <p:cNvPr id="86" name="直接箭头连接符 85">
            <a:extLst>
              <a:ext uri="{FF2B5EF4-FFF2-40B4-BE49-F238E27FC236}">
                <a16:creationId xmlns:a16="http://schemas.microsoft.com/office/drawing/2014/main" id="{7EAD617F-4D68-4248-AB56-0323C037FC8D}"/>
              </a:ext>
            </a:extLst>
          </p:cNvPr>
          <p:cNvCxnSpPr>
            <a:cxnSpLocks/>
            <a:stCxn id="95" idx="0"/>
          </p:cNvCxnSpPr>
          <p:nvPr/>
        </p:nvCxnSpPr>
        <p:spPr>
          <a:xfrm flipV="1">
            <a:off x="6824427" y="4724400"/>
            <a:ext cx="535223" cy="502248"/>
          </a:xfrm>
          <a:prstGeom prst="straightConnector1">
            <a:avLst/>
          </a:prstGeom>
          <a:ln w="50800">
            <a:solidFill>
              <a:srgbClr val="5EB6F5"/>
            </a:solidFill>
            <a:prstDash val="dash"/>
            <a:tailEnd type="triangle" w="med" len="lg"/>
          </a:ln>
        </p:spPr>
        <p:style>
          <a:lnRef idx="1">
            <a:schemeClr val="accent1"/>
          </a:lnRef>
          <a:fillRef idx="0">
            <a:schemeClr val="accent1"/>
          </a:fillRef>
          <a:effectRef idx="0">
            <a:schemeClr val="accent1"/>
          </a:effectRef>
          <a:fontRef idx="minor">
            <a:schemeClr val="tx1"/>
          </a:fontRef>
        </p:style>
      </p:cxnSp>
      <p:cxnSp>
        <p:nvCxnSpPr>
          <p:cNvPr id="96" name="直接箭头连接符 95">
            <a:extLst>
              <a:ext uri="{FF2B5EF4-FFF2-40B4-BE49-F238E27FC236}">
                <a16:creationId xmlns:a16="http://schemas.microsoft.com/office/drawing/2014/main" id="{EEA5B6A6-F118-407C-A556-C25714D4EDAB}"/>
              </a:ext>
            </a:extLst>
          </p:cNvPr>
          <p:cNvCxnSpPr>
            <a:cxnSpLocks/>
            <a:stCxn id="117" idx="1"/>
          </p:cNvCxnSpPr>
          <p:nvPr/>
        </p:nvCxnSpPr>
        <p:spPr>
          <a:xfrm flipH="1" flipV="1">
            <a:off x="6763781" y="3725576"/>
            <a:ext cx="454254" cy="725006"/>
          </a:xfrm>
          <a:prstGeom prst="straightConnector1">
            <a:avLst/>
          </a:prstGeom>
          <a:ln w="50800">
            <a:solidFill>
              <a:srgbClr val="5EB6F5"/>
            </a:solidFill>
            <a:prstDash val="dash"/>
            <a:tailEnd type="triangle" w="med" len="lg"/>
          </a:ln>
        </p:spPr>
        <p:style>
          <a:lnRef idx="1">
            <a:schemeClr val="accent1"/>
          </a:lnRef>
          <a:fillRef idx="0">
            <a:schemeClr val="accent1"/>
          </a:fillRef>
          <a:effectRef idx="0">
            <a:schemeClr val="accent1"/>
          </a:effectRef>
          <a:fontRef idx="minor">
            <a:schemeClr val="tx1"/>
          </a:fontRef>
        </p:style>
      </p:cxnSp>
      <p:grpSp>
        <p:nvGrpSpPr>
          <p:cNvPr id="88" name="组合 87">
            <a:extLst>
              <a:ext uri="{FF2B5EF4-FFF2-40B4-BE49-F238E27FC236}">
                <a16:creationId xmlns:a16="http://schemas.microsoft.com/office/drawing/2014/main" id="{67B0FEC1-A137-4EAB-AA80-45846631B76D}"/>
              </a:ext>
            </a:extLst>
          </p:cNvPr>
          <p:cNvGrpSpPr/>
          <p:nvPr/>
        </p:nvGrpSpPr>
        <p:grpSpPr>
          <a:xfrm>
            <a:off x="6330867" y="5226648"/>
            <a:ext cx="684060" cy="821139"/>
            <a:chOff x="5320639" y="2962031"/>
            <a:chExt cx="684060" cy="821139"/>
          </a:xfrm>
        </p:grpSpPr>
        <p:grpSp>
          <p:nvGrpSpPr>
            <p:cNvPr id="89" name="组合 88">
              <a:extLst>
                <a:ext uri="{FF2B5EF4-FFF2-40B4-BE49-F238E27FC236}">
                  <a16:creationId xmlns:a16="http://schemas.microsoft.com/office/drawing/2014/main" id="{1E1DC384-C9BE-4842-826E-F712E25F7783}"/>
                </a:ext>
              </a:extLst>
            </p:cNvPr>
            <p:cNvGrpSpPr/>
            <p:nvPr/>
          </p:nvGrpSpPr>
          <p:grpSpPr>
            <a:xfrm>
              <a:off x="5320639" y="2962031"/>
              <a:ext cx="684060" cy="821139"/>
              <a:chOff x="10868587" y="2993998"/>
              <a:chExt cx="684060" cy="821139"/>
            </a:xfrm>
          </p:grpSpPr>
          <p:grpSp>
            <p:nvGrpSpPr>
              <p:cNvPr id="92" name="组合 91">
                <a:extLst>
                  <a:ext uri="{FF2B5EF4-FFF2-40B4-BE49-F238E27FC236}">
                    <a16:creationId xmlns:a16="http://schemas.microsoft.com/office/drawing/2014/main" id="{1F6A3E48-87D9-4AE9-9AAF-A25AABB4A147}"/>
                  </a:ext>
                </a:extLst>
              </p:cNvPr>
              <p:cNvGrpSpPr/>
              <p:nvPr/>
            </p:nvGrpSpPr>
            <p:grpSpPr>
              <a:xfrm>
                <a:off x="11171647" y="2993998"/>
                <a:ext cx="381000" cy="351117"/>
                <a:chOff x="2556504" y="2484669"/>
                <a:chExt cx="381000" cy="351117"/>
              </a:xfrm>
            </p:grpSpPr>
            <p:pic>
              <p:nvPicPr>
                <p:cNvPr id="95" name="图形 94">
                  <a:extLst>
                    <a:ext uri="{FF2B5EF4-FFF2-40B4-BE49-F238E27FC236}">
                      <a16:creationId xmlns:a16="http://schemas.microsoft.com/office/drawing/2014/main" id="{BC663830-DBBB-4FA9-B578-36AE57406ED1}"/>
                    </a:ext>
                  </a:extLst>
                </p:cNvPr>
                <p:cNvPicPr>
                  <a:picLocks noChangeAspect="1"/>
                </p:cNvPicPr>
                <p:nvPr/>
              </p:nvPicPr>
              <p:blipFill>
                <a:blip r:embed="rId7">
                  <a:extLst>
                    <a:ext uri="{28A0092B-C50C-407E-A947-70E740481C1C}">
                      <a14:useLocalDpi xmlns:a14="http://schemas.microsoft.com/office/drawing/2010/main" val="0"/>
                    </a:ext>
                    <a:ext uri="{96DAC541-7B7A-43D3-8B79-37D633B846F1}">
                      <asvg:svgBlip xmlns:asvg="http://schemas.microsoft.com/office/drawing/2016/SVG/main" r:embed="rId8"/>
                    </a:ext>
                  </a:extLst>
                </a:blip>
                <a:stretch>
                  <a:fillRect/>
                </a:stretch>
              </p:blipFill>
              <p:spPr>
                <a:xfrm>
                  <a:off x="2556504" y="2484669"/>
                  <a:ext cx="381000" cy="285750"/>
                </a:xfrm>
                <a:prstGeom prst="rect">
                  <a:avLst/>
                </a:prstGeom>
              </p:spPr>
            </p:pic>
            <p:cxnSp>
              <p:nvCxnSpPr>
                <p:cNvPr id="97" name="直接连接符 96">
                  <a:extLst>
                    <a:ext uri="{FF2B5EF4-FFF2-40B4-BE49-F238E27FC236}">
                      <a16:creationId xmlns:a16="http://schemas.microsoft.com/office/drawing/2014/main" id="{3049E71A-F2F5-4DA6-94E9-EF4E54D4B366}"/>
                    </a:ext>
                  </a:extLst>
                </p:cNvPr>
                <p:cNvCxnSpPr/>
                <p:nvPr/>
              </p:nvCxnSpPr>
              <p:spPr>
                <a:xfrm>
                  <a:off x="2747004" y="2612580"/>
                  <a:ext cx="0" cy="223206"/>
                </a:xfrm>
                <a:prstGeom prst="line">
                  <a:avLst/>
                </a:prstGeom>
                <a:ln w="25400">
                  <a:solidFill>
                    <a:srgbClr val="999999"/>
                  </a:solidFill>
                </a:ln>
              </p:spPr>
              <p:style>
                <a:lnRef idx="1">
                  <a:schemeClr val="accent1"/>
                </a:lnRef>
                <a:fillRef idx="0">
                  <a:schemeClr val="accent1"/>
                </a:fillRef>
                <a:effectRef idx="0">
                  <a:schemeClr val="accent1"/>
                </a:effectRef>
                <a:fontRef idx="minor">
                  <a:schemeClr val="tx1"/>
                </a:fontRef>
              </p:style>
            </p:cxnSp>
          </p:grpSp>
          <p:pic>
            <p:nvPicPr>
              <p:cNvPr id="94" name="图形 10">
                <a:extLst>
                  <a:ext uri="{FF2B5EF4-FFF2-40B4-BE49-F238E27FC236}">
                    <a16:creationId xmlns:a16="http://schemas.microsoft.com/office/drawing/2014/main" id="{FD2FA303-F05E-4FD2-864D-42F7270AE893}"/>
                  </a:ext>
                </a:extLst>
              </p:cNvPr>
              <p:cNvPicPr>
                <a:picLocks noChangeAspect="1"/>
              </p:cNvPicPr>
              <p:nvPr/>
            </p:nvPicPr>
            <p:blipFill>
              <a:blip r:embed="rId5">
                <a:extLst>
                  <a:ext uri="{28A0092B-C50C-407E-A947-70E740481C1C}">
                    <a14:useLocalDpi xmlns:a14="http://schemas.microsoft.com/office/drawing/2010/main" val="0"/>
                  </a:ext>
                  <a:ext uri="{96DAC541-7B7A-43D3-8B79-37D633B846F1}">
                    <asvg:svgBlip xmlns:asvg="http://schemas.microsoft.com/office/drawing/2016/SVG/main" r:embed="rId6"/>
                  </a:ext>
                </a:extLst>
              </a:blip>
              <a:stretch>
                <a:fillRect/>
              </a:stretch>
            </p:blipFill>
            <p:spPr>
              <a:xfrm>
                <a:off x="10868587" y="3174055"/>
                <a:ext cx="662814" cy="641082"/>
              </a:xfrm>
              <a:prstGeom prst="rect">
                <a:avLst/>
              </a:prstGeom>
            </p:spPr>
          </p:pic>
        </p:grpSp>
        <p:sp>
          <p:nvSpPr>
            <p:cNvPr id="91" name="íşlïḍè">
              <a:extLst>
                <a:ext uri="{FF2B5EF4-FFF2-40B4-BE49-F238E27FC236}">
                  <a16:creationId xmlns:a16="http://schemas.microsoft.com/office/drawing/2014/main" id="{70CA7169-C89D-4AFF-B809-234390ADE20F}"/>
                </a:ext>
              </a:extLst>
            </p:cNvPr>
            <p:cNvSpPr txBox="1"/>
            <p:nvPr/>
          </p:nvSpPr>
          <p:spPr>
            <a:xfrm>
              <a:off x="5593617" y="3153442"/>
              <a:ext cx="359690" cy="419100"/>
            </a:xfrm>
            <a:prstGeom prst="rect">
              <a:avLst/>
            </a:prstGeom>
            <a:noFill/>
          </p:spPr>
          <p:txBody>
            <a:bodyPr wrap="square" lIns="91440" tIns="45720" rIns="91440" bIns="45720" anchor="ctr">
              <a:noAutofit/>
            </a:bodyPr>
            <a:lstStyle/>
            <a:p>
              <a:pPr algn="ctr"/>
              <a:r>
                <a:rPr lang="en-US" altLang="zh-CN" sz="2000" b="1" dirty="0">
                  <a:solidFill>
                    <a:schemeClr val="bg1"/>
                  </a:solidFill>
                </a:rPr>
                <a:t>A’</a:t>
              </a:r>
            </a:p>
          </p:txBody>
        </p:sp>
      </p:grpSp>
      <p:grpSp>
        <p:nvGrpSpPr>
          <p:cNvPr id="17" name="组合 16">
            <a:extLst>
              <a:ext uri="{FF2B5EF4-FFF2-40B4-BE49-F238E27FC236}">
                <a16:creationId xmlns:a16="http://schemas.microsoft.com/office/drawing/2014/main" id="{2B61483C-EF4E-4EBE-937C-A41784A62EB3}"/>
              </a:ext>
            </a:extLst>
          </p:cNvPr>
          <p:cNvGrpSpPr/>
          <p:nvPr/>
        </p:nvGrpSpPr>
        <p:grpSpPr>
          <a:xfrm>
            <a:off x="5373778" y="3867645"/>
            <a:ext cx="1230067" cy="1621216"/>
            <a:chOff x="5373778" y="3867645"/>
            <a:chExt cx="1230067" cy="1621216"/>
          </a:xfrm>
        </p:grpSpPr>
        <p:cxnSp>
          <p:nvCxnSpPr>
            <p:cNvPr id="99" name="直接箭头连接符 98">
              <a:extLst>
                <a:ext uri="{FF2B5EF4-FFF2-40B4-BE49-F238E27FC236}">
                  <a16:creationId xmlns:a16="http://schemas.microsoft.com/office/drawing/2014/main" id="{CF0AB2F0-33FE-461B-9017-E046FD38F6ED}"/>
                </a:ext>
              </a:extLst>
            </p:cNvPr>
            <p:cNvCxnSpPr>
              <a:cxnSpLocks/>
            </p:cNvCxnSpPr>
            <p:nvPr/>
          </p:nvCxnSpPr>
          <p:spPr>
            <a:xfrm>
              <a:off x="5633041" y="3867645"/>
              <a:ext cx="970804" cy="1621216"/>
            </a:xfrm>
            <a:prstGeom prst="straightConnector1">
              <a:avLst/>
            </a:prstGeom>
            <a:ln w="101600">
              <a:solidFill>
                <a:schemeClr val="accent1">
                  <a:lumMod val="75000"/>
                </a:schemeClr>
              </a:solidFill>
              <a:prstDash val="sysDot"/>
              <a:tailEnd type="triangle" w="med" len="med"/>
            </a:ln>
          </p:spPr>
          <p:style>
            <a:lnRef idx="1">
              <a:schemeClr val="accent1"/>
            </a:lnRef>
            <a:fillRef idx="0">
              <a:schemeClr val="accent1"/>
            </a:fillRef>
            <a:effectRef idx="0">
              <a:schemeClr val="accent1"/>
            </a:effectRef>
            <a:fontRef idx="minor">
              <a:schemeClr val="tx1"/>
            </a:fontRef>
          </p:style>
        </p:cxnSp>
        <p:sp>
          <p:nvSpPr>
            <p:cNvPr id="100" name="文本框 99">
              <a:extLst>
                <a:ext uri="{FF2B5EF4-FFF2-40B4-BE49-F238E27FC236}">
                  <a16:creationId xmlns:a16="http://schemas.microsoft.com/office/drawing/2014/main" id="{F6549062-4054-40C0-BEF4-FFD1847534E2}"/>
                </a:ext>
              </a:extLst>
            </p:cNvPr>
            <p:cNvSpPr txBox="1"/>
            <p:nvPr/>
          </p:nvSpPr>
          <p:spPr>
            <a:xfrm>
              <a:off x="5373778" y="4153459"/>
              <a:ext cx="662814" cy="369332"/>
            </a:xfrm>
            <a:prstGeom prst="rect">
              <a:avLst/>
            </a:prstGeom>
            <a:solidFill>
              <a:schemeClr val="bg1"/>
            </a:solidFill>
          </p:spPr>
          <p:txBody>
            <a:bodyPr wrap="square" rtlCol="0">
              <a:spAutoFit/>
            </a:bodyPr>
            <a:lstStyle/>
            <a:p>
              <a:pPr algn="ctr"/>
              <a:r>
                <a:rPr lang="zh-CN" altLang="en-US" b="1" dirty="0">
                  <a:solidFill>
                    <a:schemeClr val="accent1">
                      <a:lumMod val="75000"/>
                    </a:schemeClr>
                  </a:solidFill>
                  <a:latin typeface="+mn-ea"/>
                </a:rPr>
                <a:t>漫游</a:t>
              </a:r>
            </a:p>
          </p:txBody>
        </p:sp>
      </p:grpSp>
    </p:spTree>
    <p:custDataLst>
      <p:tags r:id="rId1"/>
    </p:custDataLst>
    <p:extLst>
      <p:ext uri="{BB962C8B-B14F-4D97-AF65-F5344CB8AC3E}">
        <p14:creationId xmlns:p14="http://schemas.microsoft.com/office/powerpoint/2010/main" val="186082743"/>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2" presetClass="entr" presetSubtype="4" fill="hold" nodeType="withEffect">
                                  <p:stCondLst>
                                    <p:cond delay="0"/>
                                  </p:stCondLst>
                                  <p:childTnLst>
                                    <p:set>
                                      <p:cBhvr>
                                        <p:cTn id="6" dur="1" fill="hold">
                                          <p:stCondLst>
                                            <p:cond delay="0"/>
                                          </p:stCondLst>
                                        </p:cTn>
                                        <p:tgtEl>
                                          <p:spTgt spid="86"/>
                                        </p:tgtEl>
                                        <p:attrNameLst>
                                          <p:attrName>style.visibility</p:attrName>
                                        </p:attrNameLst>
                                      </p:cBhvr>
                                      <p:to>
                                        <p:strVal val="visible"/>
                                      </p:to>
                                    </p:set>
                                    <p:animEffect transition="in" filter="wipe(down)">
                                      <p:cBhvr>
                                        <p:cTn id="7" dur="500"/>
                                        <p:tgtEl>
                                          <p:spTgt spid="86"/>
                                        </p:tgtEl>
                                      </p:cBhvr>
                                    </p:animEffect>
                                  </p:childTnLst>
                                </p:cTn>
                              </p:par>
                            </p:childTnLst>
                          </p:cTn>
                        </p:par>
                      </p:childTnLst>
                    </p:cTn>
                  </p:par>
                  <p:par>
                    <p:cTn id="8" fill="hold">
                      <p:stCondLst>
                        <p:cond delay="indefinite"/>
                      </p:stCondLst>
                      <p:childTnLst>
                        <p:par>
                          <p:cTn id="9" fill="hold">
                            <p:stCondLst>
                              <p:cond delay="0"/>
                            </p:stCondLst>
                            <p:childTnLst>
                              <p:par>
                                <p:cTn id="10" presetID="22" presetClass="entr" presetSubtype="4" fill="hold" nodeType="clickEffect">
                                  <p:stCondLst>
                                    <p:cond delay="0"/>
                                  </p:stCondLst>
                                  <p:childTnLst>
                                    <p:set>
                                      <p:cBhvr>
                                        <p:cTn id="11" dur="1" fill="hold">
                                          <p:stCondLst>
                                            <p:cond delay="0"/>
                                          </p:stCondLst>
                                        </p:cTn>
                                        <p:tgtEl>
                                          <p:spTgt spid="96"/>
                                        </p:tgtEl>
                                        <p:attrNameLst>
                                          <p:attrName>style.visibility</p:attrName>
                                        </p:attrNameLst>
                                      </p:cBhvr>
                                      <p:to>
                                        <p:strVal val="visible"/>
                                      </p:to>
                                    </p:set>
                                    <p:animEffect transition="in" filter="wipe(down)">
                                      <p:cBhvr>
                                        <p:cTn id="12" dur="500"/>
                                        <p:tgtEl>
                                          <p:spTgt spid="96"/>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52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1" name="íşlïḍè">
            <a:extLst>
              <a:ext uri="{FF2B5EF4-FFF2-40B4-BE49-F238E27FC236}">
                <a16:creationId xmlns:a16="http://schemas.microsoft.com/office/drawing/2014/main" id="{2882B8A8-A951-4E36-A813-EE9E39641F4F}"/>
              </a:ext>
            </a:extLst>
          </p:cNvPr>
          <p:cNvSpPr txBox="1"/>
          <p:nvPr/>
        </p:nvSpPr>
        <p:spPr>
          <a:xfrm>
            <a:off x="933106" y="1149410"/>
            <a:ext cx="10513339" cy="478855"/>
          </a:xfrm>
          <a:prstGeom prst="rect">
            <a:avLst/>
          </a:prstGeom>
          <a:noFill/>
        </p:spPr>
        <p:txBody>
          <a:bodyPr wrap="square" lIns="91440" tIns="45720" rIns="91440" bIns="45720" anchor="ctr">
            <a:noAutofit/>
          </a:bodyPr>
          <a:lstStyle/>
          <a:p>
            <a:r>
              <a:rPr lang="zh-CN" altLang="en-US" sz="2000" b="1" dirty="0">
                <a:solidFill>
                  <a:schemeClr val="accent3">
                    <a:lumMod val="75000"/>
                  </a:schemeClr>
                </a:solidFill>
                <a:latin typeface="Arial Narrow" panose="020B0606020202030204" pitchFamily="34" charset="0"/>
              </a:rPr>
              <a:t>有固定基础设施的</a:t>
            </a:r>
            <a:r>
              <a:rPr lang="en-US" altLang="zh-CN" sz="2000" b="1" dirty="0">
                <a:solidFill>
                  <a:schemeClr val="accent3">
                    <a:lumMod val="75000"/>
                  </a:schemeClr>
                </a:solidFill>
                <a:latin typeface="Arial Narrow" panose="020B0606020202030204" pitchFamily="34" charset="0"/>
              </a:rPr>
              <a:t>802.11</a:t>
            </a:r>
            <a:r>
              <a:rPr lang="zh-CN" altLang="en-US" sz="2000" b="1" dirty="0">
                <a:solidFill>
                  <a:schemeClr val="accent3">
                    <a:lumMod val="75000"/>
                  </a:schemeClr>
                </a:solidFill>
                <a:latin typeface="Arial Narrow" panose="020B0606020202030204" pitchFamily="34" charset="0"/>
              </a:rPr>
              <a:t>无线局域网</a:t>
            </a:r>
          </a:p>
        </p:txBody>
      </p:sp>
      <p:grpSp>
        <p:nvGrpSpPr>
          <p:cNvPr id="4" name="组合 3">
            <a:extLst>
              <a:ext uri="{FF2B5EF4-FFF2-40B4-BE49-F238E27FC236}">
                <a16:creationId xmlns:a16="http://schemas.microsoft.com/office/drawing/2014/main" id="{9A1EA9F2-FCB6-48C3-935F-7AE7E3AD14AC}"/>
              </a:ext>
            </a:extLst>
          </p:cNvPr>
          <p:cNvGrpSpPr/>
          <p:nvPr/>
        </p:nvGrpSpPr>
        <p:grpSpPr>
          <a:xfrm>
            <a:off x="304800" y="749300"/>
            <a:ext cx="4938199" cy="400110"/>
            <a:chOff x="424117" y="898245"/>
            <a:chExt cx="4938199" cy="400110"/>
          </a:xfrm>
        </p:grpSpPr>
        <p:sp>
          <p:nvSpPr>
            <p:cNvPr id="2" name="平行四边形 1">
              <a:extLst>
                <a:ext uri="{FF2B5EF4-FFF2-40B4-BE49-F238E27FC236}">
                  <a16:creationId xmlns:a16="http://schemas.microsoft.com/office/drawing/2014/main" id="{1F5BAA3F-9845-4F89-A2DD-8222D3E4EDAC}"/>
                </a:ext>
              </a:extLst>
            </p:cNvPr>
            <p:cNvSpPr/>
            <p:nvPr/>
          </p:nvSpPr>
          <p:spPr>
            <a:xfrm>
              <a:off x="424117" y="898245"/>
              <a:ext cx="628306" cy="387090"/>
            </a:xfrm>
            <a:prstGeom prst="parallelogram">
              <a:avLst/>
            </a:prstGeom>
            <a:solidFill>
              <a:schemeClr val="accent3">
                <a:lumMod val="75000"/>
              </a:schemeClr>
            </a:solidFill>
            <a:ln>
              <a:solidFill>
                <a:schemeClr val="accent3">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CN" sz="2200" dirty="0">
                  <a:latin typeface="Impact" panose="020B0806030902050204" pitchFamily="34" charset="0"/>
                </a:rPr>
                <a:t>01</a:t>
              </a:r>
              <a:endParaRPr lang="zh-CN" altLang="en-US" sz="2200" dirty="0">
                <a:latin typeface="Impact" panose="020B0806030902050204" pitchFamily="34" charset="0"/>
              </a:endParaRPr>
            </a:p>
          </p:txBody>
        </p:sp>
        <p:sp>
          <p:nvSpPr>
            <p:cNvPr id="3" name="文本框 2">
              <a:extLst>
                <a:ext uri="{FF2B5EF4-FFF2-40B4-BE49-F238E27FC236}">
                  <a16:creationId xmlns:a16="http://schemas.microsoft.com/office/drawing/2014/main" id="{4D6BD736-A4D3-4F26-AFED-36E11F50F70B}"/>
                </a:ext>
              </a:extLst>
            </p:cNvPr>
            <p:cNvSpPr txBox="1"/>
            <p:nvPr/>
          </p:nvSpPr>
          <p:spPr>
            <a:xfrm>
              <a:off x="1052423" y="898245"/>
              <a:ext cx="4309893" cy="400110"/>
            </a:xfrm>
            <a:prstGeom prst="rect">
              <a:avLst/>
            </a:prstGeom>
            <a:noFill/>
          </p:spPr>
          <p:txBody>
            <a:bodyPr wrap="square" rtlCol="0">
              <a:spAutoFit/>
            </a:bodyPr>
            <a:lstStyle/>
            <a:p>
              <a:r>
                <a:rPr lang="en-US" altLang="zh-CN" sz="2000" b="1" dirty="0">
                  <a:solidFill>
                    <a:schemeClr val="tx1"/>
                  </a:solidFill>
                  <a:latin typeface="Arial Narrow" panose="020B0606020202030204" pitchFamily="34" charset="0"/>
                </a:rPr>
                <a:t>802.11</a:t>
              </a:r>
              <a:r>
                <a:rPr lang="zh-CN" altLang="en-US" sz="2000" b="1" dirty="0">
                  <a:solidFill>
                    <a:schemeClr val="tx1"/>
                  </a:solidFill>
                  <a:latin typeface="Arial Narrow" panose="020B0606020202030204" pitchFamily="34" charset="0"/>
                </a:rPr>
                <a:t>无线局域网的组成</a:t>
              </a:r>
              <a:endParaRPr lang="en-US" altLang="zh-CN" sz="2000" b="1" dirty="0">
                <a:solidFill>
                  <a:schemeClr val="tx1"/>
                </a:solidFill>
                <a:latin typeface="Arial Narrow" panose="020B0606020202030204" pitchFamily="34" charset="0"/>
              </a:endParaRPr>
            </a:p>
          </p:txBody>
        </p:sp>
      </p:grpSp>
      <p:sp>
        <p:nvSpPr>
          <p:cNvPr id="90" name="矩形 89">
            <a:extLst>
              <a:ext uri="{FF2B5EF4-FFF2-40B4-BE49-F238E27FC236}">
                <a16:creationId xmlns:a16="http://schemas.microsoft.com/office/drawing/2014/main" id="{DD3C5CFF-ACD9-4BE7-AA61-CFBF22DD7076}"/>
              </a:ext>
            </a:extLst>
          </p:cNvPr>
          <p:cNvSpPr/>
          <p:nvPr/>
        </p:nvSpPr>
        <p:spPr>
          <a:xfrm>
            <a:off x="1056633" y="1698628"/>
            <a:ext cx="256976" cy="256976"/>
          </a:xfrm>
          <a:prstGeom prst="rect">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93" name="íşlïḍè">
            <a:extLst>
              <a:ext uri="{FF2B5EF4-FFF2-40B4-BE49-F238E27FC236}">
                <a16:creationId xmlns:a16="http://schemas.microsoft.com/office/drawing/2014/main" id="{E575A1C7-7E39-4716-864F-86C44C719F0F}"/>
              </a:ext>
            </a:extLst>
          </p:cNvPr>
          <p:cNvSpPr txBox="1"/>
          <p:nvPr/>
        </p:nvSpPr>
        <p:spPr>
          <a:xfrm>
            <a:off x="1373861" y="1644306"/>
            <a:ext cx="10513339" cy="384069"/>
          </a:xfrm>
          <a:prstGeom prst="rect">
            <a:avLst/>
          </a:prstGeom>
          <a:noFill/>
        </p:spPr>
        <p:txBody>
          <a:bodyPr wrap="square" lIns="91440" tIns="45720" rIns="91440" bIns="45720" anchor="ctr">
            <a:noAutofit/>
          </a:bodyPr>
          <a:lstStyle/>
          <a:p>
            <a:r>
              <a:rPr lang="en-US" altLang="zh-CN" b="1" dirty="0">
                <a:latin typeface="Arial Narrow" panose="020B0606020202030204" pitchFamily="34" charset="0"/>
              </a:rPr>
              <a:t>802.11</a:t>
            </a:r>
            <a:r>
              <a:rPr lang="zh-CN" altLang="en-US" b="1" dirty="0">
                <a:latin typeface="Arial Narrow" panose="020B0606020202030204" pitchFamily="34" charset="0"/>
              </a:rPr>
              <a:t>标准并没有定义实现漫游的具体方法，仅定义了以下一些基本服务。</a:t>
            </a:r>
          </a:p>
        </p:txBody>
      </p:sp>
      <p:sp>
        <p:nvSpPr>
          <p:cNvPr id="98" name="íşlïḍè">
            <a:extLst>
              <a:ext uri="{FF2B5EF4-FFF2-40B4-BE49-F238E27FC236}">
                <a16:creationId xmlns:a16="http://schemas.microsoft.com/office/drawing/2014/main" id="{8A87C14A-571D-413F-9D9C-E9783875504B}"/>
              </a:ext>
            </a:extLst>
          </p:cNvPr>
          <p:cNvSpPr txBox="1"/>
          <p:nvPr/>
        </p:nvSpPr>
        <p:spPr>
          <a:xfrm>
            <a:off x="1313609" y="2166224"/>
            <a:ext cx="10573591" cy="384069"/>
          </a:xfrm>
          <a:prstGeom prst="rect">
            <a:avLst/>
          </a:prstGeom>
          <a:noFill/>
        </p:spPr>
        <p:txBody>
          <a:bodyPr wrap="square" lIns="91440" tIns="45720" rIns="91440" bIns="45720" anchor="ctr">
            <a:noAutofit/>
          </a:bodyPr>
          <a:lstStyle/>
          <a:p>
            <a:r>
              <a:rPr lang="zh-CN" altLang="en-US" b="1" dirty="0">
                <a:latin typeface="Arial Narrow" panose="020B0606020202030204" pitchFamily="34" charset="0"/>
              </a:rPr>
              <a:t>❶  </a:t>
            </a:r>
            <a:r>
              <a:rPr lang="zh-CN" altLang="en-US" b="1" dirty="0">
                <a:solidFill>
                  <a:schemeClr val="accent3">
                    <a:lumMod val="75000"/>
                  </a:schemeClr>
                </a:solidFill>
                <a:latin typeface="Arial Narrow" panose="020B0606020202030204" pitchFamily="34" charset="0"/>
              </a:rPr>
              <a:t>关联（</a:t>
            </a:r>
            <a:r>
              <a:rPr lang="en-US" altLang="zh-CN" b="1" dirty="0">
                <a:solidFill>
                  <a:schemeClr val="accent3">
                    <a:lumMod val="75000"/>
                  </a:schemeClr>
                </a:solidFill>
                <a:latin typeface="Arial Narrow" panose="020B0606020202030204" pitchFamily="34" charset="0"/>
              </a:rPr>
              <a:t>Association</a:t>
            </a:r>
            <a:r>
              <a:rPr lang="zh-CN" altLang="en-US" b="1" dirty="0">
                <a:solidFill>
                  <a:schemeClr val="accent3">
                    <a:lumMod val="75000"/>
                  </a:schemeClr>
                </a:solidFill>
                <a:latin typeface="Arial Narrow" panose="020B0606020202030204" pitchFamily="34" charset="0"/>
              </a:rPr>
              <a:t>）服务</a:t>
            </a:r>
          </a:p>
        </p:txBody>
      </p:sp>
      <p:sp>
        <p:nvSpPr>
          <p:cNvPr id="102" name="íşlïḍè">
            <a:extLst>
              <a:ext uri="{FF2B5EF4-FFF2-40B4-BE49-F238E27FC236}">
                <a16:creationId xmlns:a16="http://schemas.microsoft.com/office/drawing/2014/main" id="{EDBB4BC6-C40F-4A42-AEF0-A36B52C889A5}"/>
              </a:ext>
            </a:extLst>
          </p:cNvPr>
          <p:cNvSpPr txBox="1"/>
          <p:nvPr/>
        </p:nvSpPr>
        <p:spPr>
          <a:xfrm>
            <a:off x="1645004" y="3073522"/>
            <a:ext cx="1536607" cy="384069"/>
          </a:xfrm>
          <a:prstGeom prst="rect">
            <a:avLst/>
          </a:prstGeom>
          <a:noFill/>
        </p:spPr>
        <p:txBody>
          <a:bodyPr wrap="square" lIns="91440" tIns="45720" rIns="91440" bIns="45720" anchor="ctr">
            <a:noAutofit/>
          </a:bodyPr>
          <a:lstStyle/>
          <a:p>
            <a:r>
              <a:rPr lang="zh-CN" altLang="en-US" b="1" dirty="0">
                <a:latin typeface="Arial Narrow" panose="020B0606020202030204" pitchFamily="34" charset="0"/>
              </a:rPr>
              <a:t>●  </a:t>
            </a:r>
            <a:r>
              <a:rPr lang="zh-CN" altLang="en-US" b="1" dirty="0">
                <a:solidFill>
                  <a:schemeClr val="accent3">
                    <a:lumMod val="75000"/>
                  </a:schemeClr>
                </a:solidFill>
                <a:latin typeface="Arial Narrow" panose="020B0606020202030204" pitchFamily="34" charset="0"/>
              </a:rPr>
              <a:t>被动扫描</a:t>
            </a:r>
          </a:p>
        </p:txBody>
      </p:sp>
      <p:sp>
        <p:nvSpPr>
          <p:cNvPr id="103" name="íşlïḍè">
            <a:extLst>
              <a:ext uri="{FF2B5EF4-FFF2-40B4-BE49-F238E27FC236}">
                <a16:creationId xmlns:a16="http://schemas.microsoft.com/office/drawing/2014/main" id="{1F0E1391-0E16-41FF-9D1D-6B5F61D593B1}"/>
              </a:ext>
            </a:extLst>
          </p:cNvPr>
          <p:cNvSpPr txBox="1"/>
          <p:nvPr/>
        </p:nvSpPr>
        <p:spPr>
          <a:xfrm>
            <a:off x="1637584" y="2639430"/>
            <a:ext cx="10249616" cy="384069"/>
          </a:xfrm>
          <a:prstGeom prst="rect">
            <a:avLst/>
          </a:prstGeom>
          <a:noFill/>
        </p:spPr>
        <p:txBody>
          <a:bodyPr wrap="square" lIns="91440" tIns="45720" rIns="91440" bIns="45720" anchor="ctr">
            <a:noAutofit/>
          </a:bodyPr>
          <a:lstStyle/>
          <a:p>
            <a:r>
              <a:rPr lang="zh-CN" altLang="en-US" b="1" dirty="0">
                <a:latin typeface="Arial Narrow" panose="020B0606020202030204" pitchFamily="34" charset="0"/>
              </a:rPr>
              <a:t>移动站与接入点</a:t>
            </a:r>
            <a:r>
              <a:rPr lang="en-US" altLang="zh-CN" b="1" dirty="0">
                <a:latin typeface="Arial Narrow" panose="020B0606020202030204" pitchFamily="34" charset="0"/>
              </a:rPr>
              <a:t>AP</a:t>
            </a:r>
            <a:r>
              <a:rPr lang="zh-CN" altLang="en-US" b="1" dirty="0">
                <a:latin typeface="Arial Narrow" panose="020B0606020202030204" pitchFamily="34" charset="0"/>
              </a:rPr>
              <a:t>建立关联的方法有以下两种：</a:t>
            </a:r>
          </a:p>
        </p:txBody>
      </p:sp>
      <p:grpSp>
        <p:nvGrpSpPr>
          <p:cNvPr id="15" name="组合 14">
            <a:extLst>
              <a:ext uri="{FF2B5EF4-FFF2-40B4-BE49-F238E27FC236}">
                <a16:creationId xmlns:a16="http://schemas.microsoft.com/office/drawing/2014/main" id="{80142C39-D10E-4799-B656-2D88E4695B03}"/>
              </a:ext>
            </a:extLst>
          </p:cNvPr>
          <p:cNvGrpSpPr/>
          <p:nvPr/>
        </p:nvGrpSpPr>
        <p:grpSpPr>
          <a:xfrm>
            <a:off x="7383769" y="3311660"/>
            <a:ext cx="2680408" cy="2734347"/>
            <a:chOff x="2411422" y="3674495"/>
            <a:chExt cx="2680408" cy="2734347"/>
          </a:xfrm>
        </p:grpSpPr>
        <p:sp>
          <p:nvSpPr>
            <p:cNvPr id="104" name="椭圆 103">
              <a:extLst>
                <a:ext uri="{FF2B5EF4-FFF2-40B4-BE49-F238E27FC236}">
                  <a16:creationId xmlns:a16="http://schemas.microsoft.com/office/drawing/2014/main" id="{ACA0F4D0-1CAA-49EE-829E-BD751C45233D}"/>
                </a:ext>
              </a:extLst>
            </p:cNvPr>
            <p:cNvSpPr/>
            <p:nvPr/>
          </p:nvSpPr>
          <p:spPr>
            <a:xfrm>
              <a:off x="2411422" y="3728434"/>
              <a:ext cx="2680408" cy="2680408"/>
            </a:xfrm>
            <a:prstGeom prst="ellipse">
              <a:avLst/>
            </a:prstGeom>
            <a:noFill/>
            <a:ln>
              <a:solidFill>
                <a:schemeClr val="tx1"/>
              </a:solid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105" name="文本框 104">
              <a:extLst>
                <a:ext uri="{FF2B5EF4-FFF2-40B4-BE49-F238E27FC236}">
                  <a16:creationId xmlns:a16="http://schemas.microsoft.com/office/drawing/2014/main" id="{4837CBAF-98D0-43CE-B794-E575AEF69B41}"/>
                </a:ext>
              </a:extLst>
            </p:cNvPr>
            <p:cNvSpPr txBox="1"/>
            <p:nvPr/>
          </p:nvSpPr>
          <p:spPr>
            <a:xfrm>
              <a:off x="3337956" y="5980937"/>
              <a:ext cx="906053" cy="369332"/>
            </a:xfrm>
            <a:prstGeom prst="rect">
              <a:avLst/>
            </a:prstGeom>
            <a:noFill/>
          </p:spPr>
          <p:txBody>
            <a:bodyPr wrap="square" rtlCol="0">
              <a:spAutoFit/>
            </a:bodyPr>
            <a:lstStyle/>
            <a:p>
              <a:pPr algn="ctr"/>
              <a:r>
                <a:rPr lang="en-US" altLang="zh-CN" b="1" dirty="0">
                  <a:latin typeface="Arial Narrow" panose="020B0606020202030204" pitchFamily="34" charset="0"/>
                </a:rPr>
                <a:t>BSS</a:t>
              </a:r>
              <a:endParaRPr lang="zh-CN" altLang="en-US" b="1" dirty="0">
                <a:latin typeface="Arial Narrow" panose="020B0606020202030204" pitchFamily="34" charset="0"/>
              </a:endParaRPr>
            </a:p>
          </p:txBody>
        </p:sp>
        <p:sp>
          <p:nvSpPr>
            <p:cNvPr id="107" name="文本框 106">
              <a:extLst>
                <a:ext uri="{FF2B5EF4-FFF2-40B4-BE49-F238E27FC236}">
                  <a16:creationId xmlns:a16="http://schemas.microsoft.com/office/drawing/2014/main" id="{6FE2B423-5B58-4A63-A621-B58D6E91A054}"/>
                </a:ext>
              </a:extLst>
            </p:cNvPr>
            <p:cNvSpPr txBox="1"/>
            <p:nvPr/>
          </p:nvSpPr>
          <p:spPr>
            <a:xfrm>
              <a:off x="3632984" y="4439007"/>
              <a:ext cx="618135" cy="369332"/>
            </a:xfrm>
            <a:prstGeom prst="rect">
              <a:avLst/>
            </a:prstGeom>
            <a:noFill/>
          </p:spPr>
          <p:txBody>
            <a:bodyPr wrap="square" rtlCol="0">
              <a:spAutoFit/>
            </a:bodyPr>
            <a:lstStyle/>
            <a:p>
              <a:pPr algn="ctr"/>
              <a:r>
                <a:rPr lang="en-US" altLang="zh-CN" b="1" dirty="0">
                  <a:latin typeface="Arial Narrow" panose="020B0606020202030204" pitchFamily="34" charset="0"/>
                </a:rPr>
                <a:t>AP</a:t>
              </a:r>
              <a:endParaRPr lang="zh-CN" altLang="en-US" b="1" dirty="0">
                <a:latin typeface="Arial Narrow" panose="020B0606020202030204" pitchFamily="34" charset="0"/>
              </a:endParaRPr>
            </a:p>
          </p:txBody>
        </p:sp>
        <p:pic>
          <p:nvPicPr>
            <p:cNvPr id="108" name="图形 107">
              <a:extLst>
                <a:ext uri="{FF2B5EF4-FFF2-40B4-BE49-F238E27FC236}">
                  <a16:creationId xmlns:a16="http://schemas.microsoft.com/office/drawing/2014/main" id="{4DFF76C5-A67C-429B-B189-D31461B15A24}"/>
                </a:ext>
              </a:extLst>
            </p:cNvPr>
            <p:cNvPicPr>
              <a:picLocks noChangeAspect="1"/>
            </p:cNvPicPr>
            <p:nvPr/>
          </p:nvPicPr>
          <p:blipFill>
            <a:blip r:embed="rId3">
              <a:extLst>
                <a:ext uri="{28A0092B-C50C-407E-A947-70E740481C1C}">
                  <a14:useLocalDpi xmlns:a14="http://schemas.microsoft.com/office/drawing/2010/main" val="0"/>
                </a:ext>
                <a:ext uri="{96DAC541-7B7A-43D3-8B79-37D633B846F1}">
                  <asvg:svgBlip xmlns:asvg="http://schemas.microsoft.com/office/drawing/2016/SVG/main" r:embed="rId4"/>
                </a:ext>
              </a:extLst>
            </a:blip>
            <a:stretch>
              <a:fillRect/>
            </a:stretch>
          </p:blipFill>
          <p:spPr>
            <a:xfrm>
              <a:off x="3456102" y="4504835"/>
              <a:ext cx="761109" cy="747014"/>
            </a:xfrm>
            <a:prstGeom prst="rect">
              <a:avLst/>
            </a:prstGeom>
          </p:spPr>
        </p:pic>
        <p:grpSp>
          <p:nvGrpSpPr>
            <p:cNvPr id="11" name="组合 10">
              <a:extLst>
                <a:ext uri="{FF2B5EF4-FFF2-40B4-BE49-F238E27FC236}">
                  <a16:creationId xmlns:a16="http://schemas.microsoft.com/office/drawing/2014/main" id="{E6837237-BBEF-4796-A4C5-019884975B16}"/>
                </a:ext>
              </a:extLst>
            </p:cNvPr>
            <p:cNvGrpSpPr/>
            <p:nvPr/>
          </p:nvGrpSpPr>
          <p:grpSpPr>
            <a:xfrm>
              <a:off x="2515019" y="3674495"/>
              <a:ext cx="520505" cy="652900"/>
              <a:chOff x="3307831" y="3292566"/>
              <a:chExt cx="432042" cy="541936"/>
            </a:xfrm>
          </p:grpSpPr>
          <p:grpSp>
            <p:nvGrpSpPr>
              <p:cNvPr id="147" name="组合 146">
                <a:extLst>
                  <a:ext uri="{FF2B5EF4-FFF2-40B4-BE49-F238E27FC236}">
                    <a16:creationId xmlns:a16="http://schemas.microsoft.com/office/drawing/2014/main" id="{E18A611A-20EA-4EDB-8F4A-F103BB2B5AB1}"/>
                  </a:ext>
                </a:extLst>
              </p:cNvPr>
              <p:cNvGrpSpPr/>
              <p:nvPr/>
            </p:nvGrpSpPr>
            <p:grpSpPr>
              <a:xfrm>
                <a:off x="3520609" y="3292566"/>
                <a:ext cx="202594" cy="186704"/>
                <a:chOff x="2556504" y="2484669"/>
                <a:chExt cx="381000" cy="351117"/>
              </a:xfrm>
            </p:grpSpPr>
            <p:pic>
              <p:nvPicPr>
                <p:cNvPr id="149" name="图形 148">
                  <a:extLst>
                    <a:ext uri="{FF2B5EF4-FFF2-40B4-BE49-F238E27FC236}">
                      <a16:creationId xmlns:a16="http://schemas.microsoft.com/office/drawing/2014/main" id="{F5C57350-2A04-43FC-9585-15ED2F7560D2}"/>
                    </a:ext>
                  </a:extLst>
                </p:cNvPr>
                <p:cNvPicPr>
                  <a:picLocks noChangeAspect="1"/>
                </p:cNvPicPr>
                <p:nvPr/>
              </p:nvPicPr>
              <p:blipFill>
                <a:blip r:embed="rId5">
                  <a:extLst>
                    <a:ext uri="{28A0092B-C50C-407E-A947-70E740481C1C}">
                      <a14:useLocalDpi xmlns:a14="http://schemas.microsoft.com/office/drawing/2010/main" val="0"/>
                    </a:ext>
                    <a:ext uri="{96DAC541-7B7A-43D3-8B79-37D633B846F1}">
                      <asvg:svgBlip xmlns:asvg="http://schemas.microsoft.com/office/drawing/2016/SVG/main" r:embed="rId6"/>
                    </a:ext>
                  </a:extLst>
                </a:blip>
                <a:stretch>
                  <a:fillRect/>
                </a:stretch>
              </p:blipFill>
              <p:spPr>
                <a:xfrm>
                  <a:off x="2556504" y="2484669"/>
                  <a:ext cx="381000" cy="285750"/>
                </a:xfrm>
                <a:prstGeom prst="rect">
                  <a:avLst/>
                </a:prstGeom>
              </p:spPr>
            </p:pic>
            <p:cxnSp>
              <p:nvCxnSpPr>
                <p:cNvPr id="150" name="直接连接符 149">
                  <a:extLst>
                    <a:ext uri="{FF2B5EF4-FFF2-40B4-BE49-F238E27FC236}">
                      <a16:creationId xmlns:a16="http://schemas.microsoft.com/office/drawing/2014/main" id="{C14AA7DC-D663-40E1-93ED-78AFBEF9788D}"/>
                    </a:ext>
                  </a:extLst>
                </p:cNvPr>
                <p:cNvCxnSpPr/>
                <p:nvPr/>
              </p:nvCxnSpPr>
              <p:spPr>
                <a:xfrm>
                  <a:off x="2747004" y="2612580"/>
                  <a:ext cx="0" cy="223206"/>
                </a:xfrm>
                <a:prstGeom prst="line">
                  <a:avLst/>
                </a:prstGeom>
                <a:ln w="25400">
                  <a:solidFill>
                    <a:srgbClr val="999999"/>
                  </a:solidFill>
                </a:ln>
              </p:spPr>
              <p:style>
                <a:lnRef idx="1">
                  <a:schemeClr val="accent1"/>
                </a:lnRef>
                <a:fillRef idx="0">
                  <a:schemeClr val="accent1"/>
                </a:fillRef>
                <a:effectRef idx="0">
                  <a:schemeClr val="accent1"/>
                </a:effectRef>
                <a:fontRef idx="minor">
                  <a:schemeClr val="tx1"/>
                </a:fontRef>
              </p:style>
            </p:cxnSp>
          </p:grpSp>
          <p:pic>
            <p:nvPicPr>
              <p:cNvPr id="148" name="图形 10">
                <a:extLst>
                  <a:ext uri="{FF2B5EF4-FFF2-40B4-BE49-F238E27FC236}">
                    <a16:creationId xmlns:a16="http://schemas.microsoft.com/office/drawing/2014/main" id="{C57C8590-35B2-40F5-BF0F-2B2C20C9F7C8}"/>
                  </a:ext>
                </a:extLst>
              </p:cNvPr>
              <p:cNvPicPr>
                <a:picLocks noChangeAspect="1"/>
              </p:cNvPicPr>
              <p:nvPr/>
            </p:nvPicPr>
            <p:blipFill>
              <a:blip r:embed="rId7">
                <a:extLst>
                  <a:ext uri="{28A0092B-C50C-407E-A947-70E740481C1C}">
                    <a14:useLocalDpi xmlns:a14="http://schemas.microsoft.com/office/drawing/2010/main" val="0"/>
                  </a:ext>
                  <a:ext uri="{96DAC541-7B7A-43D3-8B79-37D633B846F1}">
                    <asvg:svgBlip xmlns:asvg="http://schemas.microsoft.com/office/drawing/2016/SVG/main" r:embed="rId8"/>
                  </a:ext>
                </a:extLst>
              </a:blip>
              <a:stretch>
                <a:fillRect/>
              </a:stretch>
            </p:blipFill>
            <p:spPr>
              <a:xfrm>
                <a:off x="3307831" y="3416626"/>
                <a:ext cx="432042" cy="417876"/>
              </a:xfrm>
              <a:prstGeom prst="rect">
                <a:avLst/>
              </a:prstGeom>
            </p:spPr>
          </p:pic>
        </p:grpSp>
        <p:grpSp>
          <p:nvGrpSpPr>
            <p:cNvPr id="180" name="组合 179">
              <a:extLst>
                <a:ext uri="{FF2B5EF4-FFF2-40B4-BE49-F238E27FC236}">
                  <a16:creationId xmlns:a16="http://schemas.microsoft.com/office/drawing/2014/main" id="{4B813615-5810-4F78-99FD-AF20BE37D800}"/>
                </a:ext>
              </a:extLst>
            </p:cNvPr>
            <p:cNvGrpSpPr/>
            <p:nvPr/>
          </p:nvGrpSpPr>
          <p:grpSpPr>
            <a:xfrm>
              <a:off x="4490221" y="3687498"/>
              <a:ext cx="520505" cy="652900"/>
              <a:chOff x="3307831" y="3292566"/>
              <a:chExt cx="432042" cy="541936"/>
            </a:xfrm>
          </p:grpSpPr>
          <p:grpSp>
            <p:nvGrpSpPr>
              <p:cNvPr id="181" name="组合 180">
                <a:extLst>
                  <a:ext uri="{FF2B5EF4-FFF2-40B4-BE49-F238E27FC236}">
                    <a16:creationId xmlns:a16="http://schemas.microsoft.com/office/drawing/2014/main" id="{1C7521C4-4231-45E2-8801-882FA664FB56}"/>
                  </a:ext>
                </a:extLst>
              </p:cNvPr>
              <p:cNvGrpSpPr/>
              <p:nvPr/>
            </p:nvGrpSpPr>
            <p:grpSpPr>
              <a:xfrm>
                <a:off x="3520609" y="3292566"/>
                <a:ext cx="202594" cy="186704"/>
                <a:chOff x="2556504" y="2484669"/>
                <a:chExt cx="381000" cy="351117"/>
              </a:xfrm>
            </p:grpSpPr>
            <p:pic>
              <p:nvPicPr>
                <p:cNvPr id="183" name="图形 182">
                  <a:extLst>
                    <a:ext uri="{FF2B5EF4-FFF2-40B4-BE49-F238E27FC236}">
                      <a16:creationId xmlns:a16="http://schemas.microsoft.com/office/drawing/2014/main" id="{6F8FD578-5E76-4B5D-A529-32FF664768AA}"/>
                    </a:ext>
                  </a:extLst>
                </p:cNvPr>
                <p:cNvPicPr>
                  <a:picLocks noChangeAspect="1"/>
                </p:cNvPicPr>
                <p:nvPr/>
              </p:nvPicPr>
              <p:blipFill>
                <a:blip r:embed="rId5">
                  <a:extLst>
                    <a:ext uri="{28A0092B-C50C-407E-A947-70E740481C1C}">
                      <a14:useLocalDpi xmlns:a14="http://schemas.microsoft.com/office/drawing/2010/main" val="0"/>
                    </a:ext>
                    <a:ext uri="{96DAC541-7B7A-43D3-8B79-37D633B846F1}">
                      <asvg:svgBlip xmlns:asvg="http://schemas.microsoft.com/office/drawing/2016/SVG/main" r:embed="rId6"/>
                    </a:ext>
                  </a:extLst>
                </a:blip>
                <a:stretch>
                  <a:fillRect/>
                </a:stretch>
              </p:blipFill>
              <p:spPr>
                <a:xfrm>
                  <a:off x="2556504" y="2484669"/>
                  <a:ext cx="381000" cy="285750"/>
                </a:xfrm>
                <a:prstGeom prst="rect">
                  <a:avLst/>
                </a:prstGeom>
              </p:spPr>
            </p:pic>
            <p:cxnSp>
              <p:nvCxnSpPr>
                <p:cNvPr id="184" name="直接连接符 183">
                  <a:extLst>
                    <a:ext uri="{FF2B5EF4-FFF2-40B4-BE49-F238E27FC236}">
                      <a16:creationId xmlns:a16="http://schemas.microsoft.com/office/drawing/2014/main" id="{7DCE2291-9FDC-4871-9FA3-8972DFDF9CA0}"/>
                    </a:ext>
                  </a:extLst>
                </p:cNvPr>
                <p:cNvCxnSpPr/>
                <p:nvPr/>
              </p:nvCxnSpPr>
              <p:spPr>
                <a:xfrm>
                  <a:off x="2747004" y="2612580"/>
                  <a:ext cx="0" cy="223206"/>
                </a:xfrm>
                <a:prstGeom prst="line">
                  <a:avLst/>
                </a:prstGeom>
                <a:ln w="25400">
                  <a:solidFill>
                    <a:srgbClr val="999999"/>
                  </a:solidFill>
                </a:ln>
              </p:spPr>
              <p:style>
                <a:lnRef idx="1">
                  <a:schemeClr val="accent1"/>
                </a:lnRef>
                <a:fillRef idx="0">
                  <a:schemeClr val="accent1"/>
                </a:fillRef>
                <a:effectRef idx="0">
                  <a:schemeClr val="accent1"/>
                </a:effectRef>
                <a:fontRef idx="minor">
                  <a:schemeClr val="tx1"/>
                </a:fontRef>
              </p:style>
            </p:cxnSp>
          </p:grpSp>
          <p:pic>
            <p:nvPicPr>
              <p:cNvPr id="182" name="图形 10">
                <a:extLst>
                  <a:ext uri="{FF2B5EF4-FFF2-40B4-BE49-F238E27FC236}">
                    <a16:creationId xmlns:a16="http://schemas.microsoft.com/office/drawing/2014/main" id="{959806F0-BF7E-48FD-98F3-132CB07EC7DA}"/>
                  </a:ext>
                </a:extLst>
              </p:cNvPr>
              <p:cNvPicPr>
                <a:picLocks noChangeAspect="1"/>
              </p:cNvPicPr>
              <p:nvPr/>
            </p:nvPicPr>
            <p:blipFill>
              <a:blip r:embed="rId7">
                <a:extLst>
                  <a:ext uri="{28A0092B-C50C-407E-A947-70E740481C1C}">
                    <a14:useLocalDpi xmlns:a14="http://schemas.microsoft.com/office/drawing/2010/main" val="0"/>
                  </a:ext>
                  <a:ext uri="{96DAC541-7B7A-43D3-8B79-37D633B846F1}">
                    <asvg:svgBlip xmlns:asvg="http://schemas.microsoft.com/office/drawing/2016/SVG/main" r:embed="rId8"/>
                  </a:ext>
                </a:extLst>
              </a:blip>
              <a:stretch>
                <a:fillRect/>
              </a:stretch>
            </p:blipFill>
            <p:spPr>
              <a:xfrm>
                <a:off x="3307831" y="3416626"/>
                <a:ext cx="432042" cy="417876"/>
              </a:xfrm>
              <a:prstGeom prst="rect">
                <a:avLst/>
              </a:prstGeom>
            </p:spPr>
          </p:pic>
        </p:grpSp>
        <p:grpSp>
          <p:nvGrpSpPr>
            <p:cNvPr id="185" name="组合 184">
              <a:extLst>
                <a:ext uri="{FF2B5EF4-FFF2-40B4-BE49-F238E27FC236}">
                  <a16:creationId xmlns:a16="http://schemas.microsoft.com/office/drawing/2014/main" id="{4A479834-1E44-498B-B8B3-EC871C1970D5}"/>
                </a:ext>
              </a:extLst>
            </p:cNvPr>
            <p:cNvGrpSpPr/>
            <p:nvPr/>
          </p:nvGrpSpPr>
          <p:grpSpPr>
            <a:xfrm>
              <a:off x="2519820" y="5455800"/>
              <a:ext cx="520505" cy="652900"/>
              <a:chOff x="3307831" y="3292566"/>
              <a:chExt cx="432042" cy="541936"/>
            </a:xfrm>
          </p:grpSpPr>
          <p:grpSp>
            <p:nvGrpSpPr>
              <p:cNvPr id="186" name="组合 185">
                <a:extLst>
                  <a:ext uri="{FF2B5EF4-FFF2-40B4-BE49-F238E27FC236}">
                    <a16:creationId xmlns:a16="http://schemas.microsoft.com/office/drawing/2014/main" id="{16D33B7F-89A7-4277-885B-9EA75A441B28}"/>
                  </a:ext>
                </a:extLst>
              </p:cNvPr>
              <p:cNvGrpSpPr/>
              <p:nvPr/>
            </p:nvGrpSpPr>
            <p:grpSpPr>
              <a:xfrm>
                <a:off x="3520609" y="3292566"/>
                <a:ext cx="202594" cy="186704"/>
                <a:chOff x="2556504" y="2484669"/>
                <a:chExt cx="381000" cy="351117"/>
              </a:xfrm>
            </p:grpSpPr>
            <p:pic>
              <p:nvPicPr>
                <p:cNvPr id="188" name="图形 187">
                  <a:extLst>
                    <a:ext uri="{FF2B5EF4-FFF2-40B4-BE49-F238E27FC236}">
                      <a16:creationId xmlns:a16="http://schemas.microsoft.com/office/drawing/2014/main" id="{F2064A09-1199-4771-9CB4-818517F1E967}"/>
                    </a:ext>
                  </a:extLst>
                </p:cNvPr>
                <p:cNvPicPr>
                  <a:picLocks noChangeAspect="1"/>
                </p:cNvPicPr>
                <p:nvPr/>
              </p:nvPicPr>
              <p:blipFill>
                <a:blip r:embed="rId5">
                  <a:extLst>
                    <a:ext uri="{28A0092B-C50C-407E-A947-70E740481C1C}">
                      <a14:useLocalDpi xmlns:a14="http://schemas.microsoft.com/office/drawing/2010/main" val="0"/>
                    </a:ext>
                    <a:ext uri="{96DAC541-7B7A-43D3-8B79-37D633B846F1}">
                      <asvg:svgBlip xmlns:asvg="http://schemas.microsoft.com/office/drawing/2016/SVG/main" r:embed="rId6"/>
                    </a:ext>
                  </a:extLst>
                </a:blip>
                <a:stretch>
                  <a:fillRect/>
                </a:stretch>
              </p:blipFill>
              <p:spPr>
                <a:xfrm>
                  <a:off x="2556504" y="2484669"/>
                  <a:ext cx="381000" cy="285750"/>
                </a:xfrm>
                <a:prstGeom prst="rect">
                  <a:avLst/>
                </a:prstGeom>
              </p:spPr>
            </p:pic>
            <p:cxnSp>
              <p:nvCxnSpPr>
                <p:cNvPr id="189" name="直接连接符 188">
                  <a:extLst>
                    <a:ext uri="{FF2B5EF4-FFF2-40B4-BE49-F238E27FC236}">
                      <a16:creationId xmlns:a16="http://schemas.microsoft.com/office/drawing/2014/main" id="{E0F62E17-138A-43B5-B640-08B8619DDA4B}"/>
                    </a:ext>
                  </a:extLst>
                </p:cNvPr>
                <p:cNvCxnSpPr/>
                <p:nvPr/>
              </p:nvCxnSpPr>
              <p:spPr>
                <a:xfrm>
                  <a:off x="2747004" y="2612580"/>
                  <a:ext cx="0" cy="223206"/>
                </a:xfrm>
                <a:prstGeom prst="line">
                  <a:avLst/>
                </a:prstGeom>
                <a:ln w="25400">
                  <a:solidFill>
                    <a:srgbClr val="999999"/>
                  </a:solidFill>
                </a:ln>
              </p:spPr>
              <p:style>
                <a:lnRef idx="1">
                  <a:schemeClr val="accent1"/>
                </a:lnRef>
                <a:fillRef idx="0">
                  <a:schemeClr val="accent1"/>
                </a:fillRef>
                <a:effectRef idx="0">
                  <a:schemeClr val="accent1"/>
                </a:effectRef>
                <a:fontRef idx="minor">
                  <a:schemeClr val="tx1"/>
                </a:fontRef>
              </p:style>
            </p:cxnSp>
          </p:grpSp>
          <p:pic>
            <p:nvPicPr>
              <p:cNvPr id="187" name="图形 10">
                <a:extLst>
                  <a:ext uri="{FF2B5EF4-FFF2-40B4-BE49-F238E27FC236}">
                    <a16:creationId xmlns:a16="http://schemas.microsoft.com/office/drawing/2014/main" id="{3D926497-17BD-49E9-9CBD-555DEDC6E4C7}"/>
                  </a:ext>
                </a:extLst>
              </p:cNvPr>
              <p:cNvPicPr>
                <a:picLocks noChangeAspect="1"/>
              </p:cNvPicPr>
              <p:nvPr/>
            </p:nvPicPr>
            <p:blipFill>
              <a:blip r:embed="rId7">
                <a:extLst>
                  <a:ext uri="{28A0092B-C50C-407E-A947-70E740481C1C}">
                    <a14:useLocalDpi xmlns:a14="http://schemas.microsoft.com/office/drawing/2010/main" val="0"/>
                  </a:ext>
                  <a:ext uri="{96DAC541-7B7A-43D3-8B79-37D633B846F1}">
                    <asvg:svgBlip xmlns:asvg="http://schemas.microsoft.com/office/drawing/2016/SVG/main" r:embed="rId8"/>
                  </a:ext>
                </a:extLst>
              </a:blip>
              <a:stretch>
                <a:fillRect/>
              </a:stretch>
            </p:blipFill>
            <p:spPr>
              <a:xfrm>
                <a:off x="3307831" y="3416626"/>
                <a:ext cx="432042" cy="417876"/>
              </a:xfrm>
              <a:prstGeom prst="rect">
                <a:avLst/>
              </a:prstGeom>
            </p:spPr>
          </p:pic>
        </p:grpSp>
        <p:grpSp>
          <p:nvGrpSpPr>
            <p:cNvPr id="195" name="组合 194">
              <a:extLst>
                <a:ext uri="{FF2B5EF4-FFF2-40B4-BE49-F238E27FC236}">
                  <a16:creationId xmlns:a16="http://schemas.microsoft.com/office/drawing/2014/main" id="{B48F11EE-61D3-4B40-B404-51E520FB8B97}"/>
                </a:ext>
              </a:extLst>
            </p:cNvPr>
            <p:cNvGrpSpPr/>
            <p:nvPr/>
          </p:nvGrpSpPr>
          <p:grpSpPr>
            <a:xfrm>
              <a:off x="4372091" y="5455800"/>
              <a:ext cx="520505" cy="652900"/>
              <a:chOff x="3307831" y="3292566"/>
              <a:chExt cx="432042" cy="541936"/>
            </a:xfrm>
          </p:grpSpPr>
          <p:grpSp>
            <p:nvGrpSpPr>
              <p:cNvPr id="196" name="组合 195">
                <a:extLst>
                  <a:ext uri="{FF2B5EF4-FFF2-40B4-BE49-F238E27FC236}">
                    <a16:creationId xmlns:a16="http://schemas.microsoft.com/office/drawing/2014/main" id="{A6D643AB-484A-4710-A2E5-942DAADFFA2B}"/>
                  </a:ext>
                </a:extLst>
              </p:cNvPr>
              <p:cNvGrpSpPr/>
              <p:nvPr/>
            </p:nvGrpSpPr>
            <p:grpSpPr>
              <a:xfrm>
                <a:off x="3520609" y="3292566"/>
                <a:ext cx="202594" cy="186704"/>
                <a:chOff x="2556504" y="2484669"/>
                <a:chExt cx="381000" cy="351117"/>
              </a:xfrm>
            </p:grpSpPr>
            <p:pic>
              <p:nvPicPr>
                <p:cNvPr id="198" name="图形 197">
                  <a:extLst>
                    <a:ext uri="{FF2B5EF4-FFF2-40B4-BE49-F238E27FC236}">
                      <a16:creationId xmlns:a16="http://schemas.microsoft.com/office/drawing/2014/main" id="{84F7A979-1558-4664-BF65-0AB5F42D0B9A}"/>
                    </a:ext>
                  </a:extLst>
                </p:cNvPr>
                <p:cNvPicPr>
                  <a:picLocks noChangeAspect="1"/>
                </p:cNvPicPr>
                <p:nvPr/>
              </p:nvPicPr>
              <p:blipFill>
                <a:blip r:embed="rId5">
                  <a:extLst>
                    <a:ext uri="{28A0092B-C50C-407E-A947-70E740481C1C}">
                      <a14:useLocalDpi xmlns:a14="http://schemas.microsoft.com/office/drawing/2010/main" val="0"/>
                    </a:ext>
                    <a:ext uri="{96DAC541-7B7A-43D3-8B79-37D633B846F1}">
                      <asvg:svgBlip xmlns:asvg="http://schemas.microsoft.com/office/drawing/2016/SVG/main" r:embed="rId6"/>
                    </a:ext>
                  </a:extLst>
                </a:blip>
                <a:stretch>
                  <a:fillRect/>
                </a:stretch>
              </p:blipFill>
              <p:spPr>
                <a:xfrm>
                  <a:off x="2556504" y="2484669"/>
                  <a:ext cx="381000" cy="285750"/>
                </a:xfrm>
                <a:prstGeom prst="rect">
                  <a:avLst/>
                </a:prstGeom>
              </p:spPr>
            </p:pic>
            <p:cxnSp>
              <p:nvCxnSpPr>
                <p:cNvPr id="199" name="直接连接符 198">
                  <a:extLst>
                    <a:ext uri="{FF2B5EF4-FFF2-40B4-BE49-F238E27FC236}">
                      <a16:creationId xmlns:a16="http://schemas.microsoft.com/office/drawing/2014/main" id="{4D3771F0-33CB-465C-BE97-D43085855ED8}"/>
                    </a:ext>
                  </a:extLst>
                </p:cNvPr>
                <p:cNvCxnSpPr/>
                <p:nvPr/>
              </p:nvCxnSpPr>
              <p:spPr>
                <a:xfrm>
                  <a:off x="2747004" y="2612580"/>
                  <a:ext cx="0" cy="223206"/>
                </a:xfrm>
                <a:prstGeom prst="line">
                  <a:avLst/>
                </a:prstGeom>
                <a:ln w="25400">
                  <a:solidFill>
                    <a:srgbClr val="999999"/>
                  </a:solidFill>
                </a:ln>
              </p:spPr>
              <p:style>
                <a:lnRef idx="1">
                  <a:schemeClr val="accent1"/>
                </a:lnRef>
                <a:fillRef idx="0">
                  <a:schemeClr val="accent1"/>
                </a:fillRef>
                <a:effectRef idx="0">
                  <a:schemeClr val="accent1"/>
                </a:effectRef>
                <a:fontRef idx="minor">
                  <a:schemeClr val="tx1"/>
                </a:fontRef>
              </p:style>
            </p:cxnSp>
          </p:grpSp>
          <p:pic>
            <p:nvPicPr>
              <p:cNvPr id="197" name="图形 10">
                <a:extLst>
                  <a:ext uri="{FF2B5EF4-FFF2-40B4-BE49-F238E27FC236}">
                    <a16:creationId xmlns:a16="http://schemas.microsoft.com/office/drawing/2014/main" id="{28C44ABA-4977-4A49-B0CD-590F0DF18F1C}"/>
                  </a:ext>
                </a:extLst>
              </p:cNvPr>
              <p:cNvPicPr>
                <a:picLocks noChangeAspect="1"/>
              </p:cNvPicPr>
              <p:nvPr/>
            </p:nvPicPr>
            <p:blipFill>
              <a:blip r:embed="rId7">
                <a:extLst>
                  <a:ext uri="{28A0092B-C50C-407E-A947-70E740481C1C}">
                    <a14:useLocalDpi xmlns:a14="http://schemas.microsoft.com/office/drawing/2010/main" val="0"/>
                  </a:ext>
                  <a:ext uri="{96DAC541-7B7A-43D3-8B79-37D633B846F1}">
                    <asvg:svgBlip xmlns:asvg="http://schemas.microsoft.com/office/drawing/2016/SVG/main" r:embed="rId8"/>
                  </a:ext>
                </a:extLst>
              </a:blip>
              <a:stretch>
                <a:fillRect/>
              </a:stretch>
            </p:blipFill>
            <p:spPr>
              <a:xfrm>
                <a:off x="3307831" y="3416626"/>
                <a:ext cx="432042" cy="417876"/>
              </a:xfrm>
              <a:prstGeom prst="rect">
                <a:avLst/>
              </a:prstGeom>
            </p:spPr>
          </p:pic>
        </p:grpSp>
      </p:grpSp>
      <p:grpSp>
        <p:nvGrpSpPr>
          <p:cNvPr id="47" name="组合 46">
            <a:extLst>
              <a:ext uri="{FF2B5EF4-FFF2-40B4-BE49-F238E27FC236}">
                <a16:creationId xmlns:a16="http://schemas.microsoft.com/office/drawing/2014/main" id="{EA8F07A7-B74C-4FA9-802E-62EB98B6FDAC}"/>
              </a:ext>
            </a:extLst>
          </p:cNvPr>
          <p:cNvGrpSpPr/>
          <p:nvPr/>
        </p:nvGrpSpPr>
        <p:grpSpPr>
          <a:xfrm>
            <a:off x="7543774" y="3964560"/>
            <a:ext cx="1105174" cy="540314"/>
            <a:chOff x="7543774" y="3964560"/>
            <a:chExt cx="1105174" cy="540314"/>
          </a:xfrm>
        </p:grpSpPr>
        <p:cxnSp>
          <p:nvCxnSpPr>
            <p:cNvPr id="20" name="直接箭头连接符 19">
              <a:extLst>
                <a:ext uri="{FF2B5EF4-FFF2-40B4-BE49-F238E27FC236}">
                  <a16:creationId xmlns:a16="http://schemas.microsoft.com/office/drawing/2014/main" id="{1B313FA5-47C4-46D5-A7AB-0C749961D6C1}"/>
                </a:ext>
              </a:extLst>
            </p:cNvPr>
            <p:cNvCxnSpPr>
              <a:cxnSpLocks/>
            </p:cNvCxnSpPr>
            <p:nvPr/>
          </p:nvCxnSpPr>
          <p:spPr>
            <a:xfrm flipH="1" flipV="1">
              <a:off x="7987787" y="3964560"/>
              <a:ext cx="420578" cy="386431"/>
            </a:xfrm>
            <a:prstGeom prst="straightConnector1">
              <a:avLst/>
            </a:prstGeom>
            <a:ln w="25400">
              <a:solidFill>
                <a:schemeClr val="accent1">
                  <a:lumMod val="75000"/>
                </a:schemeClr>
              </a:solidFill>
              <a:prstDash val="sysDash"/>
              <a:tailEnd type="triangle"/>
            </a:ln>
          </p:spPr>
          <p:style>
            <a:lnRef idx="1">
              <a:schemeClr val="accent1"/>
            </a:lnRef>
            <a:fillRef idx="0">
              <a:schemeClr val="accent1"/>
            </a:fillRef>
            <a:effectRef idx="0">
              <a:schemeClr val="accent1"/>
            </a:effectRef>
            <a:fontRef idx="minor">
              <a:schemeClr val="tx1"/>
            </a:fontRef>
          </p:style>
        </p:cxnSp>
        <p:sp>
          <p:nvSpPr>
            <p:cNvPr id="45" name="文本框 44">
              <a:extLst>
                <a:ext uri="{FF2B5EF4-FFF2-40B4-BE49-F238E27FC236}">
                  <a16:creationId xmlns:a16="http://schemas.microsoft.com/office/drawing/2014/main" id="{97EF7080-A7EC-4D98-B258-4EA45AE02619}"/>
                </a:ext>
              </a:extLst>
            </p:cNvPr>
            <p:cNvSpPr txBox="1"/>
            <p:nvPr/>
          </p:nvSpPr>
          <p:spPr>
            <a:xfrm rot="2680089">
              <a:off x="7543774" y="4135542"/>
              <a:ext cx="1105174" cy="369332"/>
            </a:xfrm>
            <a:prstGeom prst="rect">
              <a:avLst/>
            </a:prstGeom>
            <a:noFill/>
          </p:spPr>
          <p:txBody>
            <a:bodyPr wrap="square" rtlCol="0">
              <a:spAutoFit/>
            </a:bodyPr>
            <a:lstStyle/>
            <a:p>
              <a:pPr algn="ctr"/>
              <a:r>
                <a:rPr lang="zh-CN" altLang="en-US" b="1" dirty="0">
                  <a:solidFill>
                    <a:schemeClr val="accent1">
                      <a:lumMod val="75000"/>
                    </a:schemeClr>
                  </a:solidFill>
                </a:rPr>
                <a:t>信标帧</a:t>
              </a:r>
            </a:p>
          </p:txBody>
        </p:sp>
      </p:grpSp>
      <p:grpSp>
        <p:nvGrpSpPr>
          <p:cNvPr id="50" name="组合 49">
            <a:extLst>
              <a:ext uri="{FF2B5EF4-FFF2-40B4-BE49-F238E27FC236}">
                <a16:creationId xmlns:a16="http://schemas.microsoft.com/office/drawing/2014/main" id="{57FFC29A-B4F8-4417-9143-24D58C4416D2}"/>
              </a:ext>
            </a:extLst>
          </p:cNvPr>
          <p:cNvGrpSpPr/>
          <p:nvPr/>
        </p:nvGrpSpPr>
        <p:grpSpPr>
          <a:xfrm>
            <a:off x="7828885" y="4808511"/>
            <a:ext cx="1105174" cy="546238"/>
            <a:chOff x="7828885" y="4808511"/>
            <a:chExt cx="1105174" cy="546238"/>
          </a:xfrm>
        </p:grpSpPr>
        <p:cxnSp>
          <p:nvCxnSpPr>
            <p:cNvPr id="202" name="直接箭头连接符 201">
              <a:extLst>
                <a:ext uri="{FF2B5EF4-FFF2-40B4-BE49-F238E27FC236}">
                  <a16:creationId xmlns:a16="http://schemas.microsoft.com/office/drawing/2014/main" id="{7D5B915B-7148-4F21-B1FF-447983FA63C2}"/>
                </a:ext>
              </a:extLst>
            </p:cNvPr>
            <p:cNvCxnSpPr>
              <a:cxnSpLocks/>
            </p:cNvCxnSpPr>
            <p:nvPr/>
          </p:nvCxnSpPr>
          <p:spPr>
            <a:xfrm flipH="1">
              <a:off x="8079302" y="4808511"/>
              <a:ext cx="420013" cy="375983"/>
            </a:xfrm>
            <a:prstGeom prst="straightConnector1">
              <a:avLst/>
            </a:prstGeom>
            <a:ln w="25400">
              <a:solidFill>
                <a:schemeClr val="accent1">
                  <a:lumMod val="75000"/>
                </a:schemeClr>
              </a:solidFill>
              <a:prstDash val="sysDash"/>
              <a:tailEnd type="triangle"/>
            </a:ln>
          </p:spPr>
          <p:style>
            <a:lnRef idx="1">
              <a:schemeClr val="accent1"/>
            </a:lnRef>
            <a:fillRef idx="0">
              <a:schemeClr val="accent1"/>
            </a:fillRef>
            <a:effectRef idx="0">
              <a:schemeClr val="accent1"/>
            </a:effectRef>
            <a:fontRef idx="minor">
              <a:schemeClr val="tx1"/>
            </a:fontRef>
          </p:style>
        </p:cxnSp>
        <p:sp>
          <p:nvSpPr>
            <p:cNvPr id="204" name="文本框 203">
              <a:extLst>
                <a:ext uri="{FF2B5EF4-FFF2-40B4-BE49-F238E27FC236}">
                  <a16:creationId xmlns:a16="http://schemas.microsoft.com/office/drawing/2014/main" id="{1329695E-B9A5-4C0C-8789-7055B8079AFD}"/>
                </a:ext>
              </a:extLst>
            </p:cNvPr>
            <p:cNvSpPr txBox="1"/>
            <p:nvPr/>
          </p:nvSpPr>
          <p:spPr>
            <a:xfrm rot="19133558">
              <a:off x="7828885" y="4985417"/>
              <a:ext cx="1105174" cy="369332"/>
            </a:xfrm>
            <a:prstGeom prst="rect">
              <a:avLst/>
            </a:prstGeom>
            <a:noFill/>
          </p:spPr>
          <p:txBody>
            <a:bodyPr wrap="square" rtlCol="0">
              <a:spAutoFit/>
            </a:bodyPr>
            <a:lstStyle/>
            <a:p>
              <a:pPr algn="ctr"/>
              <a:r>
                <a:rPr lang="zh-CN" altLang="en-US" b="1" dirty="0">
                  <a:solidFill>
                    <a:schemeClr val="accent1">
                      <a:lumMod val="75000"/>
                    </a:schemeClr>
                  </a:solidFill>
                </a:rPr>
                <a:t>信标帧</a:t>
              </a:r>
            </a:p>
          </p:txBody>
        </p:sp>
      </p:grpSp>
      <p:grpSp>
        <p:nvGrpSpPr>
          <p:cNvPr id="48" name="组合 47">
            <a:extLst>
              <a:ext uri="{FF2B5EF4-FFF2-40B4-BE49-F238E27FC236}">
                <a16:creationId xmlns:a16="http://schemas.microsoft.com/office/drawing/2014/main" id="{64CFD066-ED24-4338-A369-719356D9D8B6}"/>
              </a:ext>
            </a:extLst>
          </p:cNvPr>
          <p:cNvGrpSpPr/>
          <p:nvPr/>
        </p:nvGrpSpPr>
        <p:grpSpPr>
          <a:xfrm>
            <a:off x="9216356" y="3706589"/>
            <a:ext cx="472312" cy="1105174"/>
            <a:chOff x="9216356" y="3706589"/>
            <a:chExt cx="472312" cy="1105174"/>
          </a:xfrm>
        </p:grpSpPr>
        <p:cxnSp>
          <p:nvCxnSpPr>
            <p:cNvPr id="201" name="直接箭头连接符 200">
              <a:extLst>
                <a:ext uri="{FF2B5EF4-FFF2-40B4-BE49-F238E27FC236}">
                  <a16:creationId xmlns:a16="http://schemas.microsoft.com/office/drawing/2014/main" id="{6E127E07-8539-43DF-828D-B1B8F7039A3C}"/>
                </a:ext>
              </a:extLst>
            </p:cNvPr>
            <p:cNvCxnSpPr>
              <a:cxnSpLocks/>
            </p:cNvCxnSpPr>
            <p:nvPr/>
          </p:nvCxnSpPr>
          <p:spPr>
            <a:xfrm flipV="1">
              <a:off x="9216356" y="3905203"/>
              <a:ext cx="384427" cy="414460"/>
            </a:xfrm>
            <a:prstGeom prst="straightConnector1">
              <a:avLst/>
            </a:prstGeom>
            <a:ln w="25400">
              <a:solidFill>
                <a:schemeClr val="accent1">
                  <a:lumMod val="75000"/>
                </a:schemeClr>
              </a:solidFill>
              <a:prstDash val="sysDash"/>
              <a:tailEnd type="triangle"/>
            </a:ln>
          </p:spPr>
          <p:style>
            <a:lnRef idx="1">
              <a:schemeClr val="accent1"/>
            </a:lnRef>
            <a:fillRef idx="0">
              <a:schemeClr val="accent1"/>
            </a:fillRef>
            <a:effectRef idx="0">
              <a:schemeClr val="accent1"/>
            </a:effectRef>
            <a:fontRef idx="minor">
              <a:schemeClr val="tx1"/>
            </a:fontRef>
          </p:style>
        </p:cxnSp>
        <p:sp>
          <p:nvSpPr>
            <p:cNvPr id="205" name="文本框 204">
              <a:extLst>
                <a:ext uri="{FF2B5EF4-FFF2-40B4-BE49-F238E27FC236}">
                  <a16:creationId xmlns:a16="http://schemas.microsoft.com/office/drawing/2014/main" id="{21729012-7C77-4A60-8325-5C2360561AD1}"/>
                </a:ext>
              </a:extLst>
            </p:cNvPr>
            <p:cNvSpPr txBox="1"/>
            <p:nvPr/>
          </p:nvSpPr>
          <p:spPr>
            <a:xfrm rot="18842542">
              <a:off x="8951415" y="4074510"/>
              <a:ext cx="1105174" cy="369332"/>
            </a:xfrm>
            <a:prstGeom prst="rect">
              <a:avLst/>
            </a:prstGeom>
            <a:noFill/>
          </p:spPr>
          <p:txBody>
            <a:bodyPr wrap="square" rtlCol="0">
              <a:spAutoFit/>
            </a:bodyPr>
            <a:lstStyle/>
            <a:p>
              <a:pPr algn="ctr"/>
              <a:r>
                <a:rPr lang="zh-CN" altLang="en-US" b="1" dirty="0">
                  <a:solidFill>
                    <a:schemeClr val="accent1">
                      <a:lumMod val="75000"/>
                    </a:schemeClr>
                  </a:solidFill>
                </a:rPr>
                <a:t>信标帧</a:t>
              </a:r>
            </a:p>
          </p:txBody>
        </p:sp>
      </p:grpSp>
      <p:grpSp>
        <p:nvGrpSpPr>
          <p:cNvPr id="49" name="组合 48">
            <a:extLst>
              <a:ext uri="{FF2B5EF4-FFF2-40B4-BE49-F238E27FC236}">
                <a16:creationId xmlns:a16="http://schemas.microsoft.com/office/drawing/2014/main" id="{0FCB3834-6F80-4F5E-80F7-8AAED635D521}"/>
              </a:ext>
            </a:extLst>
          </p:cNvPr>
          <p:cNvGrpSpPr/>
          <p:nvPr/>
        </p:nvGrpSpPr>
        <p:grpSpPr>
          <a:xfrm>
            <a:off x="8571716" y="4850231"/>
            <a:ext cx="1105174" cy="518395"/>
            <a:chOff x="8571716" y="4850231"/>
            <a:chExt cx="1105174" cy="518395"/>
          </a:xfrm>
        </p:grpSpPr>
        <p:cxnSp>
          <p:nvCxnSpPr>
            <p:cNvPr id="203" name="直接箭头连接符 202">
              <a:extLst>
                <a:ext uri="{FF2B5EF4-FFF2-40B4-BE49-F238E27FC236}">
                  <a16:creationId xmlns:a16="http://schemas.microsoft.com/office/drawing/2014/main" id="{33B2280E-953B-4394-A6BD-FB77D63993B7}"/>
                </a:ext>
              </a:extLst>
            </p:cNvPr>
            <p:cNvCxnSpPr>
              <a:cxnSpLocks/>
            </p:cNvCxnSpPr>
            <p:nvPr/>
          </p:nvCxnSpPr>
          <p:spPr>
            <a:xfrm>
              <a:off x="9016570" y="4850231"/>
              <a:ext cx="462176" cy="425792"/>
            </a:xfrm>
            <a:prstGeom prst="straightConnector1">
              <a:avLst/>
            </a:prstGeom>
            <a:ln w="25400">
              <a:solidFill>
                <a:schemeClr val="accent1">
                  <a:lumMod val="75000"/>
                </a:schemeClr>
              </a:solidFill>
              <a:prstDash val="sysDash"/>
              <a:tailEnd type="triangle"/>
            </a:ln>
          </p:spPr>
          <p:style>
            <a:lnRef idx="1">
              <a:schemeClr val="accent1"/>
            </a:lnRef>
            <a:fillRef idx="0">
              <a:schemeClr val="accent1"/>
            </a:fillRef>
            <a:effectRef idx="0">
              <a:schemeClr val="accent1"/>
            </a:effectRef>
            <a:fontRef idx="minor">
              <a:schemeClr val="tx1"/>
            </a:fontRef>
          </p:style>
        </p:cxnSp>
        <p:sp>
          <p:nvSpPr>
            <p:cNvPr id="206" name="文本框 205">
              <a:extLst>
                <a:ext uri="{FF2B5EF4-FFF2-40B4-BE49-F238E27FC236}">
                  <a16:creationId xmlns:a16="http://schemas.microsoft.com/office/drawing/2014/main" id="{36DCA8E1-BE99-491F-926E-C37CBA51C06B}"/>
                </a:ext>
              </a:extLst>
            </p:cNvPr>
            <p:cNvSpPr txBox="1"/>
            <p:nvPr/>
          </p:nvSpPr>
          <p:spPr>
            <a:xfrm rot="2545248">
              <a:off x="8571716" y="4999294"/>
              <a:ext cx="1105174" cy="369332"/>
            </a:xfrm>
            <a:prstGeom prst="rect">
              <a:avLst/>
            </a:prstGeom>
            <a:noFill/>
          </p:spPr>
          <p:txBody>
            <a:bodyPr wrap="square" rtlCol="0">
              <a:spAutoFit/>
            </a:bodyPr>
            <a:lstStyle/>
            <a:p>
              <a:pPr algn="ctr"/>
              <a:r>
                <a:rPr lang="zh-CN" altLang="en-US" b="1" dirty="0">
                  <a:solidFill>
                    <a:schemeClr val="accent1">
                      <a:lumMod val="75000"/>
                    </a:schemeClr>
                  </a:solidFill>
                </a:rPr>
                <a:t>信标帧</a:t>
              </a:r>
            </a:p>
          </p:txBody>
        </p:sp>
      </p:grpSp>
      <p:grpSp>
        <p:nvGrpSpPr>
          <p:cNvPr id="53" name="组合 52">
            <a:extLst>
              <a:ext uri="{FF2B5EF4-FFF2-40B4-BE49-F238E27FC236}">
                <a16:creationId xmlns:a16="http://schemas.microsoft.com/office/drawing/2014/main" id="{BD67668C-9D18-4BD5-9771-F5F7723CF72E}"/>
              </a:ext>
            </a:extLst>
          </p:cNvPr>
          <p:cNvGrpSpPr/>
          <p:nvPr/>
        </p:nvGrpSpPr>
        <p:grpSpPr>
          <a:xfrm>
            <a:off x="2932396" y="3617457"/>
            <a:ext cx="3780659" cy="2248141"/>
            <a:chOff x="2932396" y="3617457"/>
            <a:chExt cx="3780659" cy="2248141"/>
          </a:xfrm>
        </p:grpSpPr>
        <p:sp>
          <p:nvSpPr>
            <p:cNvPr id="51" name="矩形 50">
              <a:extLst>
                <a:ext uri="{FF2B5EF4-FFF2-40B4-BE49-F238E27FC236}">
                  <a16:creationId xmlns:a16="http://schemas.microsoft.com/office/drawing/2014/main" id="{8B6F70AA-1687-4D1A-BE3D-D7506413CA37}"/>
                </a:ext>
              </a:extLst>
            </p:cNvPr>
            <p:cNvSpPr/>
            <p:nvPr/>
          </p:nvSpPr>
          <p:spPr>
            <a:xfrm>
              <a:off x="2932396" y="3617457"/>
              <a:ext cx="3779016" cy="384069"/>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zh-CN" altLang="en-US" b="1" dirty="0"/>
                <a:t>信标帧（</a:t>
              </a:r>
              <a:r>
                <a:rPr lang="en-US" altLang="zh-CN" b="1" dirty="0"/>
                <a:t>Beacon Frame</a:t>
              </a:r>
              <a:r>
                <a:rPr lang="zh-CN" altLang="en-US" b="1" dirty="0"/>
                <a:t>）</a:t>
              </a:r>
            </a:p>
          </p:txBody>
        </p:sp>
        <p:sp>
          <p:nvSpPr>
            <p:cNvPr id="52" name="对话气泡: 矩形 51">
              <a:extLst>
                <a:ext uri="{FF2B5EF4-FFF2-40B4-BE49-F238E27FC236}">
                  <a16:creationId xmlns:a16="http://schemas.microsoft.com/office/drawing/2014/main" id="{CAF8FF21-2927-4C27-9B2A-890B9D057DC6}"/>
                </a:ext>
              </a:extLst>
            </p:cNvPr>
            <p:cNvSpPr/>
            <p:nvPr/>
          </p:nvSpPr>
          <p:spPr>
            <a:xfrm>
              <a:off x="2934039" y="4010598"/>
              <a:ext cx="3779016" cy="1855000"/>
            </a:xfrm>
            <a:prstGeom prst="wedgeRectCallout">
              <a:avLst>
                <a:gd name="adj1" fmla="val 80990"/>
                <a:gd name="adj2" fmla="val -30605"/>
              </a:avLst>
            </a:pr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207" name="íşlïḍè">
              <a:extLst>
                <a:ext uri="{FF2B5EF4-FFF2-40B4-BE49-F238E27FC236}">
                  <a16:creationId xmlns:a16="http://schemas.microsoft.com/office/drawing/2014/main" id="{9973651A-0D01-4861-94BA-2FBBCE3E831A}"/>
                </a:ext>
              </a:extLst>
            </p:cNvPr>
            <p:cNvSpPr txBox="1"/>
            <p:nvPr/>
          </p:nvSpPr>
          <p:spPr>
            <a:xfrm>
              <a:off x="2947107" y="4221999"/>
              <a:ext cx="3761761" cy="1256463"/>
            </a:xfrm>
            <a:prstGeom prst="rect">
              <a:avLst/>
            </a:prstGeom>
            <a:noFill/>
          </p:spPr>
          <p:txBody>
            <a:bodyPr wrap="square" lIns="91440" tIns="45720" rIns="91440" bIns="45720" anchor="ctr">
              <a:noAutofit/>
            </a:bodyPr>
            <a:lstStyle/>
            <a:p>
              <a:pPr>
                <a:lnSpc>
                  <a:spcPct val="150000"/>
                </a:lnSpc>
              </a:pPr>
              <a:r>
                <a:rPr lang="zh-CN" altLang="en-US" b="1" dirty="0">
                  <a:latin typeface="Arial Narrow" panose="020B0606020202030204" pitchFamily="34" charset="0"/>
                </a:rPr>
                <a:t>服务集标识符</a:t>
              </a:r>
              <a:r>
                <a:rPr lang="en-US" altLang="zh-CN" b="1" dirty="0">
                  <a:latin typeface="Arial Narrow" panose="020B0606020202030204" pitchFamily="34" charset="0"/>
                </a:rPr>
                <a:t>SSID</a:t>
              </a:r>
            </a:p>
            <a:p>
              <a:pPr>
                <a:lnSpc>
                  <a:spcPct val="150000"/>
                </a:lnSpc>
              </a:pPr>
              <a:r>
                <a:rPr lang="en-US" altLang="zh-CN" b="1" dirty="0">
                  <a:latin typeface="Arial Narrow" panose="020B0606020202030204" pitchFamily="34" charset="0"/>
                </a:rPr>
                <a:t>AP</a:t>
              </a:r>
              <a:r>
                <a:rPr lang="zh-CN" altLang="en-US" b="1" dirty="0">
                  <a:latin typeface="Arial Narrow" panose="020B0606020202030204" pitchFamily="34" charset="0"/>
                </a:rPr>
                <a:t>的</a:t>
              </a:r>
              <a:r>
                <a:rPr lang="en-US" altLang="zh-CN" b="1" dirty="0">
                  <a:latin typeface="Arial Narrow" panose="020B0606020202030204" pitchFamily="34" charset="0"/>
                </a:rPr>
                <a:t>MAC</a:t>
              </a:r>
              <a:r>
                <a:rPr lang="zh-CN" altLang="en-US" b="1" dirty="0">
                  <a:latin typeface="Arial Narrow" panose="020B0606020202030204" pitchFamily="34" charset="0"/>
                </a:rPr>
                <a:t>地址</a:t>
              </a:r>
              <a:endParaRPr lang="en-US" altLang="zh-CN" b="1" dirty="0">
                <a:latin typeface="Arial Narrow" panose="020B0606020202030204" pitchFamily="34" charset="0"/>
              </a:endParaRPr>
            </a:p>
            <a:p>
              <a:pPr>
                <a:lnSpc>
                  <a:spcPct val="150000"/>
                </a:lnSpc>
              </a:pPr>
              <a:r>
                <a:rPr lang="zh-CN" altLang="en-US" b="1" dirty="0">
                  <a:latin typeface="Arial Narrow" panose="020B0606020202030204" pitchFamily="34" charset="0"/>
                </a:rPr>
                <a:t>所支持的速率、加密算法和安全配置等参数</a:t>
              </a:r>
              <a:endParaRPr lang="en-US" altLang="zh-CN" b="1" dirty="0">
                <a:latin typeface="Arial Narrow" panose="020B0606020202030204" pitchFamily="34" charset="0"/>
              </a:endParaRPr>
            </a:p>
          </p:txBody>
        </p:sp>
      </p:grpSp>
      <p:sp>
        <p:nvSpPr>
          <p:cNvPr id="57" name="对话气泡: 圆角矩形 56">
            <a:extLst>
              <a:ext uri="{FF2B5EF4-FFF2-40B4-BE49-F238E27FC236}">
                <a16:creationId xmlns:a16="http://schemas.microsoft.com/office/drawing/2014/main" id="{6700043B-B619-4CA5-8676-5C8000EBC94F}"/>
              </a:ext>
            </a:extLst>
          </p:cNvPr>
          <p:cNvSpPr/>
          <p:nvPr/>
        </p:nvSpPr>
        <p:spPr>
          <a:xfrm>
            <a:off x="9344438" y="2418771"/>
            <a:ext cx="1983877" cy="667394"/>
          </a:xfrm>
          <a:prstGeom prst="wedgeRoundRectCallout">
            <a:avLst>
              <a:gd name="adj1" fmla="val -21828"/>
              <a:gd name="adj2" fmla="val 77285"/>
              <a:gd name="adj3" fmla="val 16667"/>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zh-CN" altLang="en-US" b="1" dirty="0"/>
              <a:t>被动等待</a:t>
            </a:r>
            <a:endParaRPr lang="en-US" altLang="zh-CN" b="1" dirty="0"/>
          </a:p>
          <a:p>
            <a:pPr algn="ctr"/>
            <a:r>
              <a:rPr lang="zh-CN" altLang="en-US" b="1" dirty="0"/>
              <a:t>接收信标帧</a:t>
            </a:r>
          </a:p>
        </p:txBody>
      </p:sp>
    </p:spTree>
    <p:custDataLst>
      <p:tags r:id="rId1"/>
    </p:custDataLst>
    <p:extLst>
      <p:ext uri="{BB962C8B-B14F-4D97-AF65-F5344CB8AC3E}">
        <p14:creationId xmlns:p14="http://schemas.microsoft.com/office/powerpoint/2010/main" val="3823416906"/>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49" presetClass="entr" presetSubtype="0" decel="100000" fill="hold" grpId="0" nodeType="withEffect">
                                  <p:stCondLst>
                                    <p:cond delay="0"/>
                                  </p:stCondLst>
                                  <p:childTnLst>
                                    <p:set>
                                      <p:cBhvr>
                                        <p:cTn id="6" dur="1" fill="hold">
                                          <p:stCondLst>
                                            <p:cond delay="0"/>
                                          </p:stCondLst>
                                        </p:cTn>
                                        <p:tgtEl>
                                          <p:spTgt spid="90"/>
                                        </p:tgtEl>
                                        <p:attrNameLst>
                                          <p:attrName>style.visibility</p:attrName>
                                        </p:attrNameLst>
                                      </p:cBhvr>
                                      <p:to>
                                        <p:strVal val="visible"/>
                                      </p:to>
                                    </p:set>
                                    <p:anim calcmode="lin" valueType="num">
                                      <p:cBhvr>
                                        <p:cTn id="7" dur="500" fill="hold"/>
                                        <p:tgtEl>
                                          <p:spTgt spid="90"/>
                                        </p:tgtEl>
                                        <p:attrNameLst>
                                          <p:attrName>ppt_w</p:attrName>
                                        </p:attrNameLst>
                                      </p:cBhvr>
                                      <p:tavLst>
                                        <p:tav tm="0">
                                          <p:val>
                                            <p:fltVal val="0"/>
                                          </p:val>
                                        </p:tav>
                                        <p:tav tm="100000">
                                          <p:val>
                                            <p:strVal val="#ppt_w"/>
                                          </p:val>
                                        </p:tav>
                                      </p:tavLst>
                                    </p:anim>
                                    <p:anim calcmode="lin" valueType="num">
                                      <p:cBhvr>
                                        <p:cTn id="8" dur="500" fill="hold"/>
                                        <p:tgtEl>
                                          <p:spTgt spid="90"/>
                                        </p:tgtEl>
                                        <p:attrNameLst>
                                          <p:attrName>ppt_h</p:attrName>
                                        </p:attrNameLst>
                                      </p:cBhvr>
                                      <p:tavLst>
                                        <p:tav tm="0">
                                          <p:val>
                                            <p:fltVal val="0"/>
                                          </p:val>
                                        </p:tav>
                                        <p:tav tm="100000">
                                          <p:val>
                                            <p:strVal val="#ppt_h"/>
                                          </p:val>
                                        </p:tav>
                                      </p:tavLst>
                                    </p:anim>
                                    <p:anim calcmode="lin" valueType="num">
                                      <p:cBhvr>
                                        <p:cTn id="9" dur="500" fill="hold"/>
                                        <p:tgtEl>
                                          <p:spTgt spid="90"/>
                                        </p:tgtEl>
                                        <p:attrNameLst>
                                          <p:attrName>style.rotation</p:attrName>
                                        </p:attrNameLst>
                                      </p:cBhvr>
                                      <p:tavLst>
                                        <p:tav tm="0">
                                          <p:val>
                                            <p:fltVal val="360"/>
                                          </p:val>
                                        </p:tav>
                                        <p:tav tm="100000">
                                          <p:val>
                                            <p:fltVal val="0"/>
                                          </p:val>
                                        </p:tav>
                                      </p:tavLst>
                                    </p:anim>
                                    <p:animEffect transition="in" filter="fade">
                                      <p:cBhvr>
                                        <p:cTn id="10" dur="500"/>
                                        <p:tgtEl>
                                          <p:spTgt spid="90"/>
                                        </p:tgtEl>
                                      </p:cBhvr>
                                    </p:animEffect>
                                  </p:childTnLst>
                                </p:cTn>
                              </p:par>
                            </p:childTnLst>
                          </p:cTn>
                        </p:par>
                        <p:par>
                          <p:cTn id="11" fill="hold">
                            <p:stCondLst>
                              <p:cond delay="500"/>
                            </p:stCondLst>
                            <p:childTnLst>
                              <p:par>
                                <p:cTn id="12" presetID="1" presetClass="entr" presetSubtype="0" fill="hold" grpId="0" nodeType="afterEffect">
                                  <p:stCondLst>
                                    <p:cond delay="0"/>
                                  </p:stCondLst>
                                  <p:iterate type="lt">
                                    <p:tmAbs val="100"/>
                                  </p:iterate>
                                  <p:childTnLst>
                                    <p:set>
                                      <p:cBhvr>
                                        <p:cTn id="13" dur="1" fill="hold">
                                          <p:stCondLst>
                                            <p:cond delay="0"/>
                                          </p:stCondLst>
                                        </p:cTn>
                                        <p:tgtEl>
                                          <p:spTgt spid="93"/>
                                        </p:tgtEl>
                                        <p:attrNameLst>
                                          <p:attrName>style.visibility</p:attrName>
                                        </p:attrNameLst>
                                      </p:cBhvr>
                                      <p:to>
                                        <p:strVal val="visible"/>
                                      </p:to>
                                    </p:set>
                                  </p:childTnLst>
                                </p:cTn>
                              </p:par>
                            </p:childTnLst>
                          </p:cTn>
                        </p:par>
                      </p:childTnLst>
                    </p:cTn>
                  </p:par>
                  <p:par>
                    <p:cTn id="14" fill="hold">
                      <p:stCondLst>
                        <p:cond delay="indefinite"/>
                      </p:stCondLst>
                      <p:childTnLst>
                        <p:par>
                          <p:cTn id="15" fill="hold">
                            <p:stCondLst>
                              <p:cond delay="0"/>
                            </p:stCondLst>
                            <p:childTnLst>
                              <p:par>
                                <p:cTn id="16" presetID="1" presetClass="entr" presetSubtype="0" fill="hold" grpId="0" nodeType="clickEffect">
                                  <p:stCondLst>
                                    <p:cond delay="0"/>
                                  </p:stCondLst>
                                  <p:iterate type="lt">
                                    <p:tmAbs val="100"/>
                                  </p:iterate>
                                  <p:childTnLst>
                                    <p:set>
                                      <p:cBhvr>
                                        <p:cTn id="17" dur="1" fill="hold">
                                          <p:stCondLst>
                                            <p:cond delay="0"/>
                                          </p:stCondLst>
                                        </p:cTn>
                                        <p:tgtEl>
                                          <p:spTgt spid="98"/>
                                        </p:tgtEl>
                                        <p:attrNameLst>
                                          <p:attrName>style.visibility</p:attrName>
                                        </p:attrNameLst>
                                      </p:cBhvr>
                                      <p:to>
                                        <p:strVal val="visible"/>
                                      </p:to>
                                    </p:set>
                                  </p:childTnLst>
                                </p:cTn>
                              </p:par>
                            </p:childTnLst>
                          </p:cTn>
                        </p:par>
                      </p:childTnLst>
                    </p:cTn>
                  </p:par>
                  <p:par>
                    <p:cTn id="18" fill="hold">
                      <p:stCondLst>
                        <p:cond delay="indefinite"/>
                      </p:stCondLst>
                      <p:childTnLst>
                        <p:par>
                          <p:cTn id="19" fill="hold">
                            <p:stCondLst>
                              <p:cond delay="0"/>
                            </p:stCondLst>
                            <p:childTnLst>
                              <p:par>
                                <p:cTn id="20" presetID="1" presetClass="entr" presetSubtype="0" fill="hold" grpId="0" nodeType="clickEffect">
                                  <p:stCondLst>
                                    <p:cond delay="0"/>
                                  </p:stCondLst>
                                  <p:iterate type="lt">
                                    <p:tmAbs val="100"/>
                                  </p:iterate>
                                  <p:childTnLst>
                                    <p:set>
                                      <p:cBhvr>
                                        <p:cTn id="21" dur="1" fill="hold">
                                          <p:stCondLst>
                                            <p:cond delay="0"/>
                                          </p:stCondLst>
                                        </p:cTn>
                                        <p:tgtEl>
                                          <p:spTgt spid="103"/>
                                        </p:tgtEl>
                                        <p:attrNameLst>
                                          <p:attrName>style.visibility</p:attrName>
                                        </p:attrNameLst>
                                      </p:cBhvr>
                                      <p:to>
                                        <p:strVal val="visible"/>
                                      </p:to>
                                    </p:set>
                                  </p:childTnLst>
                                </p:cTn>
                              </p:par>
                            </p:childTnLst>
                          </p:cTn>
                        </p:par>
                      </p:childTnLst>
                    </p:cTn>
                  </p:par>
                  <p:par>
                    <p:cTn id="22" fill="hold">
                      <p:stCondLst>
                        <p:cond delay="indefinite"/>
                      </p:stCondLst>
                      <p:childTnLst>
                        <p:par>
                          <p:cTn id="23" fill="hold">
                            <p:stCondLst>
                              <p:cond delay="0"/>
                            </p:stCondLst>
                            <p:childTnLst>
                              <p:par>
                                <p:cTn id="24" presetID="1" presetClass="entr" presetSubtype="0" fill="hold" grpId="0" nodeType="clickEffect">
                                  <p:stCondLst>
                                    <p:cond delay="0"/>
                                  </p:stCondLst>
                                  <p:iterate type="lt">
                                    <p:tmAbs val="100"/>
                                  </p:iterate>
                                  <p:childTnLst>
                                    <p:set>
                                      <p:cBhvr>
                                        <p:cTn id="25" dur="1" fill="hold">
                                          <p:stCondLst>
                                            <p:cond delay="0"/>
                                          </p:stCondLst>
                                        </p:cTn>
                                        <p:tgtEl>
                                          <p:spTgt spid="102"/>
                                        </p:tgtEl>
                                        <p:attrNameLst>
                                          <p:attrName>style.visibility</p:attrName>
                                        </p:attrNameLst>
                                      </p:cBhvr>
                                      <p:to>
                                        <p:strVal val="visible"/>
                                      </p:to>
                                    </p:set>
                                  </p:childTnLst>
                                </p:cTn>
                              </p:par>
                            </p:childTnLst>
                          </p:cTn>
                        </p:par>
                      </p:childTnLst>
                    </p:cTn>
                  </p:par>
                  <p:par>
                    <p:cTn id="26" fill="hold">
                      <p:stCondLst>
                        <p:cond delay="indefinite"/>
                      </p:stCondLst>
                      <p:childTnLst>
                        <p:par>
                          <p:cTn id="27" fill="hold">
                            <p:stCondLst>
                              <p:cond delay="0"/>
                            </p:stCondLst>
                            <p:childTnLst>
                              <p:par>
                                <p:cTn id="28" presetID="49" presetClass="entr" presetSubtype="0" decel="100000" fill="hold" nodeType="clickEffect">
                                  <p:stCondLst>
                                    <p:cond delay="0"/>
                                  </p:stCondLst>
                                  <p:childTnLst>
                                    <p:set>
                                      <p:cBhvr>
                                        <p:cTn id="29" dur="1" fill="hold">
                                          <p:stCondLst>
                                            <p:cond delay="0"/>
                                          </p:stCondLst>
                                        </p:cTn>
                                        <p:tgtEl>
                                          <p:spTgt spid="15"/>
                                        </p:tgtEl>
                                        <p:attrNameLst>
                                          <p:attrName>style.visibility</p:attrName>
                                        </p:attrNameLst>
                                      </p:cBhvr>
                                      <p:to>
                                        <p:strVal val="visible"/>
                                      </p:to>
                                    </p:set>
                                    <p:anim calcmode="lin" valueType="num">
                                      <p:cBhvr>
                                        <p:cTn id="30" dur="500" fill="hold"/>
                                        <p:tgtEl>
                                          <p:spTgt spid="15"/>
                                        </p:tgtEl>
                                        <p:attrNameLst>
                                          <p:attrName>ppt_w</p:attrName>
                                        </p:attrNameLst>
                                      </p:cBhvr>
                                      <p:tavLst>
                                        <p:tav tm="0">
                                          <p:val>
                                            <p:fltVal val="0"/>
                                          </p:val>
                                        </p:tav>
                                        <p:tav tm="100000">
                                          <p:val>
                                            <p:strVal val="#ppt_w"/>
                                          </p:val>
                                        </p:tav>
                                      </p:tavLst>
                                    </p:anim>
                                    <p:anim calcmode="lin" valueType="num">
                                      <p:cBhvr>
                                        <p:cTn id="31" dur="500" fill="hold"/>
                                        <p:tgtEl>
                                          <p:spTgt spid="15"/>
                                        </p:tgtEl>
                                        <p:attrNameLst>
                                          <p:attrName>ppt_h</p:attrName>
                                        </p:attrNameLst>
                                      </p:cBhvr>
                                      <p:tavLst>
                                        <p:tav tm="0">
                                          <p:val>
                                            <p:fltVal val="0"/>
                                          </p:val>
                                        </p:tav>
                                        <p:tav tm="100000">
                                          <p:val>
                                            <p:strVal val="#ppt_h"/>
                                          </p:val>
                                        </p:tav>
                                      </p:tavLst>
                                    </p:anim>
                                    <p:anim calcmode="lin" valueType="num">
                                      <p:cBhvr>
                                        <p:cTn id="32" dur="500" fill="hold"/>
                                        <p:tgtEl>
                                          <p:spTgt spid="15"/>
                                        </p:tgtEl>
                                        <p:attrNameLst>
                                          <p:attrName>style.rotation</p:attrName>
                                        </p:attrNameLst>
                                      </p:cBhvr>
                                      <p:tavLst>
                                        <p:tav tm="0">
                                          <p:val>
                                            <p:fltVal val="360"/>
                                          </p:val>
                                        </p:tav>
                                        <p:tav tm="100000">
                                          <p:val>
                                            <p:fltVal val="0"/>
                                          </p:val>
                                        </p:tav>
                                      </p:tavLst>
                                    </p:anim>
                                    <p:animEffect transition="in" filter="fade">
                                      <p:cBhvr>
                                        <p:cTn id="33" dur="500"/>
                                        <p:tgtEl>
                                          <p:spTgt spid="15"/>
                                        </p:tgtEl>
                                      </p:cBhvr>
                                    </p:animEffect>
                                  </p:childTnLst>
                                </p:cTn>
                              </p:par>
                            </p:childTnLst>
                          </p:cTn>
                        </p:par>
                      </p:childTnLst>
                    </p:cTn>
                  </p:par>
                  <p:par>
                    <p:cTn id="34" fill="hold">
                      <p:stCondLst>
                        <p:cond delay="indefinite"/>
                      </p:stCondLst>
                      <p:childTnLst>
                        <p:par>
                          <p:cTn id="35" fill="hold">
                            <p:stCondLst>
                              <p:cond delay="0"/>
                            </p:stCondLst>
                            <p:childTnLst>
                              <p:par>
                                <p:cTn id="36" presetID="22" presetClass="entr" presetSubtype="4" fill="hold" nodeType="clickEffect">
                                  <p:stCondLst>
                                    <p:cond delay="0"/>
                                  </p:stCondLst>
                                  <p:childTnLst>
                                    <p:set>
                                      <p:cBhvr>
                                        <p:cTn id="37" dur="1" fill="hold">
                                          <p:stCondLst>
                                            <p:cond delay="0"/>
                                          </p:stCondLst>
                                        </p:cTn>
                                        <p:tgtEl>
                                          <p:spTgt spid="47"/>
                                        </p:tgtEl>
                                        <p:attrNameLst>
                                          <p:attrName>style.visibility</p:attrName>
                                        </p:attrNameLst>
                                      </p:cBhvr>
                                      <p:to>
                                        <p:strVal val="visible"/>
                                      </p:to>
                                    </p:set>
                                    <p:animEffect transition="in" filter="wipe(down)">
                                      <p:cBhvr>
                                        <p:cTn id="38" dur="500"/>
                                        <p:tgtEl>
                                          <p:spTgt spid="47"/>
                                        </p:tgtEl>
                                      </p:cBhvr>
                                    </p:animEffect>
                                  </p:childTnLst>
                                </p:cTn>
                              </p:par>
                              <p:par>
                                <p:cTn id="39" presetID="22" presetClass="entr" presetSubtype="4" fill="hold" nodeType="withEffect">
                                  <p:stCondLst>
                                    <p:cond delay="0"/>
                                  </p:stCondLst>
                                  <p:childTnLst>
                                    <p:set>
                                      <p:cBhvr>
                                        <p:cTn id="40" dur="1" fill="hold">
                                          <p:stCondLst>
                                            <p:cond delay="0"/>
                                          </p:stCondLst>
                                        </p:cTn>
                                        <p:tgtEl>
                                          <p:spTgt spid="48"/>
                                        </p:tgtEl>
                                        <p:attrNameLst>
                                          <p:attrName>style.visibility</p:attrName>
                                        </p:attrNameLst>
                                      </p:cBhvr>
                                      <p:to>
                                        <p:strVal val="visible"/>
                                      </p:to>
                                    </p:set>
                                    <p:animEffect transition="in" filter="wipe(down)">
                                      <p:cBhvr>
                                        <p:cTn id="41" dur="500"/>
                                        <p:tgtEl>
                                          <p:spTgt spid="48"/>
                                        </p:tgtEl>
                                      </p:cBhvr>
                                    </p:animEffect>
                                  </p:childTnLst>
                                </p:cTn>
                              </p:par>
                              <p:par>
                                <p:cTn id="42" presetID="22" presetClass="entr" presetSubtype="1" fill="hold" nodeType="withEffect">
                                  <p:stCondLst>
                                    <p:cond delay="0"/>
                                  </p:stCondLst>
                                  <p:childTnLst>
                                    <p:set>
                                      <p:cBhvr>
                                        <p:cTn id="43" dur="1" fill="hold">
                                          <p:stCondLst>
                                            <p:cond delay="0"/>
                                          </p:stCondLst>
                                        </p:cTn>
                                        <p:tgtEl>
                                          <p:spTgt spid="49"/>
                                        </p:tgtEl>
                                        <p:attrNameLst>
                                          <p:attrName>style.visibility</p:attrName>
                                        </p:attrNameLst>
                                      </p:cBhvr>
                                      <p:to>
                                        <p:strVal val="visible"/>
                                      </p:to>
                                    </p:set>
                                    <p:animEffect transition="in" filter="wipe(up)">
                                      <p:cBhvr>
                                        <p:cTn id="44" dur="500"/>
                                        <p:tgtEl>
                                          <p:spTgt spid="49"/>
                                        </p:tgtEl>
                                      </p:cBhvr>
                                    </p:animEffect>
                                  </p:childTnLst>
                                </p:cTn>
                              </p:par>
                              <p:par>
                                <p:cTn id="45" presetID="22" presetClass="entr" presetSubtype="1" fill="hold" nodeType="withEffect">
                                  <p:stCondLst>
                                    <p:cond delay="0"/>
                                  </p:stCondLst>
                                  <p:childTnLst>
                                    <p:set>
                                      <p:cBhvr>
                                        <p:cTn id="46" dur="1" fill="hold">
                                          <p:stCondLst>
                                            <p:cond delay="0"/>
                                          </p:stCondLst>
                                        </p:cTn>
                                        <p:tgtEl>
                                          <p:spTgt spid="50"/>
                                        </p:tgtEl>
                                        <p:attrNameLst>
                                          <p:attrName>style.visibility</p:attrName>
                                        </p:attrNameLst>
                                      </p:cBhvr>
                                      <p:to>
                                        <p:strVal val="visible"/>
                                      </p:to>
                                    </p:set>
                                    <p:animEffect transition="in" filter="wipe(up)">
                                      <p:cBhvr>
                                        <p:cTn id="47" dur="500"/>
                                        <p:tgtEl>
                                          <p:spTgt spid="50"/>
                                        </p:tgtEl>
                                      </p:cBhvr>
                                    </p:animEffect>
                                  </p:childTnLst>
                                </p:cTn>
                              </p:par>
                            </p:childTnLst>
                          </p:cTn>
                        </p:par>
                      </p:childTnLst>
                    </p:cTn>
                  </p:par>
                  <p:par>
                    <p:cTn id="48" fill="hold">
                      <p:stCondLst>
                        <p:cond delay="indefinite"/>
                      </p:stCondLst>
                      <p:childTnLst>
                        <p:par>
                          <p:cTn id="49" fill="hold">
                            <p:stCondLst>
                              <p:cond delay="0"/>
                            </p:stCondLst>
                            <p:childTnLst>
                              <p:par>
                                <p:cTn id="50" presetID="12" presetClass="entr" presetSubtype="8" fill="hold" nodeType="clickEffect">
                                  <p:stCondLst>
                                    <p:cond delay="0"/>
                                  </p:stCondLst>
                                  <p:childTnLst>
                                    <p:set>
                                      <p:cBhvr>
                                        <p:cTn id="51" dur="1" fill="hold">
                                          <p:stCondLst>
                                            <p:cond delay="0"/>
                                          </p:stCondLst>
                                        </p:cTn>
                                        <p:tgtEl>
                                          <p:spTgt spid="53"/>
                                        </p:tgtEl>
                                        <p:attrNameLst>
                                          <p:attrName>style.visibility</p:attrName>
                                        </p:attrNameLst>
                                      </p:cBhvr>
                                      <p:to>
                                        <p:strVal val="visible"/>
                                      </p:to>
                                    </p:set>
                                    <p:anim calcmode="lin" valueType="num">
                                      <p:cBhvr additive="base">
                                        <p:cTn id="52" dur="500"/>
                                        <p:tgtEl>
                                          <p:spTgt spid="53"/>
                                        </p:tgtEl>
                                        <p:attrNameLst>
                                          <p:attrName>ppt_x</p:attrName>
                                        </p:attrNameLst>
                                      </p:cBhvr>
                                      <p:tavLst>
                                        <p:tav tm="0">
                                          <p:val>
                                            <p:strVal val="#ppt_x-#ppt_w*1.125000"/>
                                          </p:val>
                                        </p:tav>
                                        <p:tav tm="100000">
                                          <p:val>
                                            <p:strVal val="#ppt_x"/>
                                          </p:val>
                                        </p:tav>
                                      </p:tavLst>
                                    </p:anim>
                                    <p:animEffect transition="in" filter="wipe(right)">
                                      <p:cBhvr>
                                        <p:cTn id="53" dur="500"/>
                                        <p:tgtEl>
                                          <p:spTgt spid="53"/>
                                        </p:tgtEl>
                                      </p:cBhvr>
                                    </p:animEffect>
                                  </p:childTnLst>
                                </p:cTn>
                              </p:par>
                            </p:childTnLst>
                          </p:cTn>
                        </p:par>
                      </p:childTnLst>
                    </p:cTn>
                  </p:par>
                  <p:par>
                    <p:cTn id="54" fill="hold">
                      <p:stCondLst>
                        <p:cond delay="indefinite"/>
                      </p:stCondLst>
                      <p:childTnLst>
                        <p:par>
                          <p:cTn id="55" fill="hold">
                            <p:stCondLst>
                              <p:cond delay="0"/>
                            </p:stCondLst>
                            <p:childTnLst>
                              <p:par>
                                <p:cTn id="56" presetID="12" presetClass="entr" presetSubtype="4" fill="hold" grpId="0" nodeType="clickEffect">
                                  <p:stCondLst>
                                    <p:cond delay="0"/>
                                  </p:stCondLst>
                                  <p:childTnLst>
                                    <p:set>
                                      <p:cBhvr>
                                        <p:cTn id="57" dur="1" fill="hold">
                                          <p:stCondLst>
                                            <p:cond delay="0"/>
                                          </p:stCondLst>
                                        </p:cTn>
                                        <p:tgtEl>
                                          <p:spTgt spid="57"/>
                                        </p:tgtEl>
                                        <p:attrNameLst>
                                          <p:attrName>style.visibility</p:attrName>
                                        </p:attrNameLst>
                                      </p:cBhvr>
                                      <p:to>
                                        <p:strVal val="visible"/>
                                      </p:to>
                                    </p:set>
                                    <p:anim calcmode="lin" valueType="num">
                                      <p:cBhvr additive="base">
                                        <p:cTn id="58" dur="500"/>
                                        <p:tgtEl>
                                          <p:spTgt spid="57"/>
                                        </p:tgtEl>
                                        <p:attrNameLst>
                                          <p:attrName>ppt_y</p:attrName>
                                        </p:attrNameLst>
                                      </p:cBhvr>
                                      <p:tavLst>
                                        <p:tav tm="0">
                                          <p:val>
                                            <p:strVal val="#ppt_y+#ppt_h*1.125000"/>
                                          </p:val>
                                        </p:tav>
                                        <p:tav tm="100000">
                                          <p:val>
                                            <p:strVal val="#ppt_y"/>
                                          </p:val>
                                        </p:tav>
                                      </p:tavLst>
                                    </p:anim>
                                    <p:animEffect transition="in" filter="wipe(up)">
                                      <p:cBhvr>
                                        <p:cTn id="59" dur="500"/>
                                        <p:tgtEl>
                                          <p:spTgt spid="57"/>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90" grpId="0" animBg="1"/>
      <p:bldP spid="93" grpId="0"/>
      <p:bldP spid="98" grpId="0"/>
      <p:bldP spid="102" grpId="0"/>
      <p:bldP spid="103" grpId="0"/>
      <p:bldP spid="57" grpId="0" animBg="1"/>
    </p:bldLst>
  </p:timing>
</p:sld>
</file>

<file path=ppt/slides/slide52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1" name="íşlïḍè">
            <a:extLst>
              <a:ext uri="{FF2B5EF4-FFF2-40B4-BE49-F238E27FC236}">
                <a16:creationId xmlns:a16="http://schemas.microsoft.com/office/drawing/2014/main" id="{2882B8A8-A951-4E36-A813-EE9E39641F4F}"/>
              </a:ext>
            </a:extLst>
          </p:cNvPr>
          <p:cNvSpPr txBox="1"/>
          <p:nvPr/>
        </p:nvSpPr>
        <p:spPr>
          <a:xfrm>
            <a:off x="933106" y="1149410"/>
            <a:ext cx="10513339" cy="478855"/>
          </a:xfrm>
          <a:prstGeom prst="rect">
            <a:avLst/>
          </a:prstGeom>
          <a:noFill/>
        </p:spPr>
        <p:txBody>
          <a:bodyPr wrap="square" lIns="91440" tIns="45720" rIns="91440" bIns="45720" anchor="ctr">
            <a:noAutofit/>
          </a:bodyPr>
          <a:lstStyle/>
          <a:p>
            <a:r>
              <a:rPr lang="zh-CN" altLang="en-US" sz="2000" b="1" dirty="0">
                <a:solidFill>
                  <a:schemeClr val="accent3">
                    <a:lumMod val="75000"/>
                  </a:schemeClr>
                </a:solidFill>
                <a:latin typeface="Arial Narrow" panose="020B0606020202030204" pitchFamily="34" charset="0"/>
              </a:rPr>
              <a:t>有固定基础设施的</a:t>
            </a:r>
            <a:r>
              <a:rPr lang="en-US" altLang="zh-CN" sz="2000" b="1" dirty="0">
                <a:solidFill>
                  <a:schemeClr val="accent3">
                    <a:lumMod val="75000"/>
                  </a:schemeClr>
                </a:solidFill>
                <a:latin typeface="Arial Narrow" panose="020B0606020202030204" pitchFamily="34" charset="0"/>
              </a:rPr>
              <a:t>802.11</a:t>
            </a:r>
            <a:r>
              <a:rPr lang="zh-CN" altLang="en-US" sz="2000" b="1" dirty="0">
                <a:solidFill>
                  <a:schemeClr val="accent3">
                    <a:lumMod val="75000"/>
                  </a:schemeClr>
                </a:solidFill>
                <a:latin typeface="Arial Narrow" panose="020B0606020202030204" pitchFamily="34" charset="0"/>
              </a:rPr>
              <a:t>无线局域网</a:t>
            </a:r>
          </a:p>
        </p:txBody>
      </p:sp>
      <p:grpSp>
        <p:nvGrpSpPr>
          <p:cNvPr id="4" name="组合 3">
            <a:extLst>
              <a:ext uri="{FF2B5EF4-FFF2-40B4-BE49-F238E27FC236}">
                <a16:creationId xmlns:a16="http://schemas.microsoft.com/office/drawing/2014/main" id="{9A1EA9F2-FCB6-48C3-935F-7AE7E3AD14AC}"/>
              </a:ext>
            </a:extLst>
          </p:cNvPr>
          <p:cNvGrpSpPr/>
          <p:nvPr/>
        </p:nvGrpSpPr>
        <p:grpSpPr>
          <a:xfrm>
            <a:off x="304800" y="749300"/>
            <a:ext cx="4938199" cy="400110"/>
            <a:chOff x="424117" y="898245"/>
            <a:chExt cx="4938199" cy="400110"/>
          </a:xfrm>
        </p:grpSpPr>
        <p:sp>
          <p:nvSpPr>
            <p:cNvPr id="2" name="平行四边形 1">
              <a:extLst>
                <a:ext uri="{FF2B5EF4-FFF2-40B4-BE49-F238E27FC236}">
                  <a16:creationId xmlns:a16="http://schemas.microsoft.com/office/drawing/2014/main" id="{1F5BAA3F-9845-4F89-A2DD-8222D3E4EDAC}"/>
                </a:ext>
              </a:extLst>
            </p:cNvPr>
            <p:cNvSpPr/>
            <p:nvPr/>
          </p:nvSpPr>
          <p:spPr>
            <a:xfrm>
              <a:off x="424117" y="898245"/>
              <a:ext cx="628306" cy="387090"/>
            </a:xfrm>
            <a:prstGeom prst="parallelogram">
              <a:avLst/>
            </a:prstGeom>
            <a:solidFill>
              <a:schemeClr val="accent3">
                <a:lumMod val="75000"/>
              </a:schemeClr>
            </a:solidFill>
            <a:ln>
              <a:solidFill>
                <a:schemeClr val="accent3">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CN" sz="2200" dirty="0">
                  <a:latin typeface="Impact" panose="020B0806030902050204" pitchFamily="34" charset="0"/>
                </a:rPr>
                <a:t>01</a:t>
              </a:r>
              <a:endParaRPr lang="zh-CN" altLang="en-US" sz="2200" dirty="0">
                <a:latin typeface="Impact" panose="020B0806030902050204" pitchFamily="34" charset="0"/>
              </a:endParaRPr>
            </a:p>
          </p:txBody>
        </p:sp>
        <p:sp>
          <p:nvSpPr>
            <p:cNvPr id="3" name="文本框 2">
              <a:extLst>
                <a:ext uri="{FF2B5EF4-FFF2-40B4-BE49-F238E27FC236}">
                  <a16:creationId xmlns:a16="http://schemas.microsoft.com/office/drawing/2014/main" id="{4D6BD736-A4D3-4F26-AFED-36E11F50F70B}"/>
                </a:ext>
              </a:extLst>
            </p:cNvPr>
            <p:cNvSpPr txBox="1"/>
            <p:nvPr/>
          </p:nvSpPr>
          <p:spPr>
            <a:xfrm>
              <a:off x="1052423" y="898245"/>
              <a:ext cx="4309893" cy="400110"/>
            </a:xfrm>
            <a:prstGeom prst="rect">
              <a:avLst/>
            </a:prstGeom>
            <a:noFill/>
          </p:spPr>
          <p:txBody>
            <a:bodyPr wrap="square" rtlCol="0">
              <a:spAutoFit/>
            </a:bodyPr>
            <a:lstStyle/>
            <a:p>
              <a:r>
                <a:rPr lang="en-US" altLang="zh-CN" sz="2000" b="1" dirty="0">
                  <a:solidFill>
                    <a:schemeClr val="tx1"/>
                  </a:solidFill>
                  <a:latin typeface="Arial Narrow" panose="020B0606020202030204" pitchFamily="34" charset="0"/>
                </a:rPr>
                <a:t>802.11</a:t>
              </a:r>
              <a:r>
                <a:rPr lang="zh-CN" altLang="en-US" sz="2000" b="1" dirty="0">
                  <a:solidFill>
                    <a:schemeClr val="tx1"/>
                  </a:solidFill>
                  <a:latin typeface="Arial Narrow" panose="020B0606020202030204" pitchFamily="34" charset="0"/>
                </a:rPr>
                <a:t>无线局域网的组成</a:t>
              </a:r>
              <a:endParaRPr lang="en-US" altLang="zh-CN" sz="2000" b="1" dirty="0">
                <a:solidFill>
                  <a:schemeClr val="tx1"/>
                </a:solidFill>
                <a:latin typeface="Arial Narrow" panose="020B0606020202030204" pitchFamily="34" charset="0"/>
              </a:endParaRPr>
            </a:p>
          </p:txBody>
        </p:sp>
      </p:grpSp>
      <p:sp>
        <p:nvSpPr>
          <p:cNvPr id="90" name="矩形 89">
            <a:extLst>
              <a:ext uri="{FF2B5EF4-FFF2-40B4-BE49-F238E27FC236}">
                <a16:creationId xmlns:a16="http://schemas.microsoft.com/office/drawing/2014/main" id="{DD3C5CFF-ACD9-4BE7-AA61-CFBF22DD7076}"/>
              </a:ext>
            </a:extLst>
          </p:cNvPr>
          <p:cNvSpPr/>
          <p:nvPr/>
        </p:nvSpPr>
        <p:spPr>
          <a:xfrm>
            <a:off x="1056633" y="1698628"/>
            <a:ext cx="256976" cy="256976"/>
          </a:xfrm>
          <a:prstGeom prst="rect">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93" name="íşlïḍè">
            <a:extLst>
              <a:ext uri="{FF2B5EF4-FFF2-40B4-BE49-F238E27FC236}">
                <a16:creationId xmlns:a16="http://schemas.microsoft.com/office/drawing/2014/main" id="{E575A1C7-7E39-4716-864F-86C44C719F0F}"/>
              </a:ext>
            </a:extLst>
          </p:cNvPr>
          <p:cNvSpPr txBox="1"/>
          <p:nvPr/>
        </p:nvSpPr>
        <p:spPr>
          <a:xfrm>
            <a:off x="1373861" y="1644306"/>
            <a:ext cx="10513339" cy="384069"/>
          </a:xfrm>
          <a:prstGeom prst="rect">
            <a:avLst/>
          </a:prstGeom>
          <a:noFill/>
        </p:spPr>
        <p:txBody>
          <a:bodyPr wrap="square" lIns="91440" tIns="45720" rIns="91440" bIns="45720" anchor="ctr">
            <a:noAutofit/>
          </a:bodyPr>
          <a:lstStyle/>
          <a:p>
            <a:r>
              <a:rPr lang="en-US" altLang="zh-CN" b="1" dirty="0">
                <a:latin typeface="Arial Narrow" panose="020B0606020202030204" pitchFamily="34" charset="0"/>
              </a:rPr>
              <a:t>802.11</a:t>
            </a:r>
            <a:r>
              <a:rPr lang="zh-CN" altLang="en-US" b="1" dirty="0">
                <a:latin typeface="Arial Narrow" panose="020B0606020202030204" pitchFamily="34" charset="0"/>
              </a:rPr>
              <a:t>标准并没有定义实现漫游的具体方法，仅定义了以下一些基本服务。</a:t>
            </a:r>
          </a:p>
        </p:txBody>
      </p:sp>
      <p:sp>
        <p:nvSpPr>
          <p:cNvPr id="98" name="íşlïḍè">
            <a:extLst>
              <a:ext uri="{FF2B5EF4-FFF2-40B4-BE49-F238E27FC236}">
                <a16:creationId xmlns:a16="http://schemas.microsoft.com/office/drawing/2014/main" id="{8A87C14A-571D-413F-9D9C-E9783875504B}"/>
              </a:ext>
            </a:extLst>
          </p:cNvPr>
          <p:cNvSpPr txBox="1"/>
          <p:nvPr/>
        </p:nvSpPr>
        <p:spPr>
          <a:xfrm>
            <a:off x="1313609" y="2166224"/>
            <a:ext cx="10573591" cy="384069"/>
          </a:xfrm>
          <a:prstGeom prst="rect">
            <a:avLst/>
          </a:prstGeom>
          <a:noFill/>
        </p:spPr>
        <p:txBody>
          <a:bodyPr wrap="square" lIns="91440" tIns="45720" rIns="91440" bIns="45720" anchor="ctr">
            <a:noAutofit/>
          </a:bodyPr>
          <a:lstStyle/>
          <a:p>
            <a:r>
              <a:rPr lang="zh-CN" altLang="en-US" b="1" dirty="0">
                <a:latin typeface="Arial Narrow" panose="020B0606020202030204" pitchFamily="34" charset="0"/>
              </a:rPr>
              <a:t>❶  </a:t>
            </a:r>
            <a:r>
              <a:rPr lang="zh-CN" altLang="en-US" b="1" dirty="0">
                <a:solidFill>
                  <a:schemeClr val="accent3">
                    <a:lumMod val="75000"/>
                  </a:schemeClr>
                </a:solidFill>
                <a:latin typeface="Arial Narrow" panose="020B0606020202030204" pitchFamily="34" charset="0"/>
              </a:rPr>
              <a:t>关联（</a:t>
            </a:r>
            <a:r>
              <a:rPr lang="en-US" altLang="zh-CN" b="1" dirty="0">
                <a:solidFill>
                  <a:schemeClr val="accent3">
                    <a:lumMod val="75000"/>
                  </a:schemeClr>
                </a:solidFill>
                <a:latin typeface="Arial Narrow" panose="020B0606020202030204" pitchFamily="34" charset="0"/>
              </a:rPr>
              <a:t>Association</a:t>
            </a:r>
            <a:r>
              <a:rPr lang="zh-CN" altLang="en-US" b="1" dirty="0">
                <a:solidFill>
                  <a:schemeClr val="accent3">
                    <a:lumMod val="75000"/>
                  </a:schemeClr>
                </a:solidFill>
                <a:latin typeface="Arial Narrow" panose="020B0606020202030204" pitchFamily="34" charset="0"/>
              </a:rPr>
              <a:t>）服务</a:t>
            </a:r>
          </a:p>
        </p:txBody>
      </p:sp>
      <p:sp>
        <p:nvSpPr>
          <p:cNvPr id="102" name="íşlïḍè">
            <a:extLst>
              <a:ext uri="{FF2B5EF4-FFF2-40B4-BE49-F238E27FC236}">
                <a16:creationId xmlns:a16="http://schemas.microsoft.com/office/drawing/2014/main" id="{EDBB4BC6-C40F-4A42-AEF0-A36B52C889A5}"/>
              </a:ext>
            </a:extLst>
          </p:cNvPr>
          <p:cNvSpPr txBox="1"/>
          <p:nvPr/>
        </p:nvSpPr>
        <p:spPr>
          <a:xfrm>
            <a:off x="1645004" y="3073522"/>
            <a:ext cx="1536607" cy="384069"/>
          </a:xfrm>
          <a:prstGeom prst="rect">
            <a:avLst/>
          </a:prstGeom>
          <a:noFill/>
        </p:spPr>
        <p:txBody>
          <a:bodyPr wrap="square" lIns="91440" tIns="45720" rIns="91440" bIns="45720" anchor="ctr">
            <a:noAutofit/>
          </a:bodyPr>
          <a:lstStyle/>
          <a:p>
            <a:r>
              <a:rPr lang="zh-CN" altLang="en-US" b="1" dirty="0">
                <a:latin typeface="Arial Narrow" panose="020B0606020202030204" pitchFamily="34" charset="0"/>
              </a:rPr>
              <a:t>●  </a:t>
            </a:r>
            <a:r>
              <a:rPr lang="zh-CN" altLang="en-US" b="1" dirty="0">
                <a:solidFill>
                  <a:schemeClr val="accent3">
                    <a:lumMod val="75000"/>
                  </a:schemeClr>
                </a:solidFill>
                <a:latin typeface="Arial Narrow" panose="020B0606020202030204" pitchFamily="34" charset="0"/>
              </a:rPr>
              <a:t>被动扫描</a:t>
            </a:r>
          </a:p>
        </p:txBody>
      </p:sp>
      <p:sp>
        <p:nvSpPr>
          <p:cNvPr id="103" name="íşlïḍè">
            <a:extLst>
              <a:ext uri="{FF2B5EF4-FFF2-40B4-BE49-F238E27FC236}">
                <a16:creationId xmlns:a16="http://schemas.microsoft.com/office/drawing/2014/main" id="{1F0E1391-0E16-41FF-9D1D-6B5F61D593B1}"/>
              </a:ext>
            </a:extLst>
          </p:cNvPr>
          <p:cNvSpPr txBox="1"/>
          <p:nvPr/>
        </p:nvSpPr>
        <p:spPr>
          <a:xfrm>
            <a:off x="1637584" y="2639430"/>
            <a:ext cx="10249616" cy="384069"/>
          </a:xfrm>
          <a:prstGeom prst="rect">
            <a:avLst/>
          </a:prstGeom>
          <a:noFill/>
        </p:spPr>
        <p:txBody>
          <a:bodyPr wrap="square" lIns="91440" tIns="45720" rIns="91440" bIns="45720" anchor="ctr">
            <a:noAutofit/>
          </a:bodyPr>
          <a:lstStyle/>
          <a:p>
            <a:r>
              <a:rPr lang="zh-CN" altLang="en-US" b="1" dirty="0">
                <a:latin typeface="Arial Narrow" panose="020B0606020202030204" pitchFamily="34" charset="0"/>
              </a:rPr>
              <a:t>移动站与接入点</a:t>
            </a:r>
            <a:r>
              <a:rPr lang="en-US" altLang="zh-CN" b="1" dirty="0">
                <a:latin typeface="Arial Narrow" panose="020B0606020202030204" pitchFamily="34" charset="0"/>
              </a:rPr>
              <a:t>AP</a:t>
            </a:r>
            <a:r>
              <a:rPr lang="zh-CN" altLang="en-US" b="1" dirty="0">
                <a:latin typeface="Arial Narrow" panose="020B0606020202030204" pitchFamily="34" charset="0"/>
              </a:rPr>
              <a:t>建立关联的方法有以下两种：</a:t>
            </a:r>
          </a:p>
        </p:txBody>
      </p:sp>
      <p:grpSp>
        <p:nvGrpSpPr>
          <p:cNvPr id="15" name="组合 14">
            <a:extLst>
              <a:ext uri="{FF2B5EF4-FFF2-40B4-BE49-F238E27FC236}">
                <a16:creationId xmlns:a16="http://schemas.microsoft.com/office/drawing/2014/main" id="{80142C39-D10E-4799-B656-2D88E4695B03}"/>
              </a:ext>
            </a:extLst>
          </p:cNvPr>
          <p:cNvGrpSpPr/>
          <p:nvPr/>
        </p:nvGrpSpPr>
        <p:grpSpPr>
          <a:xfrm>
            <a:off x="7383769" y="3311660"/>
            <a:ext cx="2680408" cy="2734347"/>
            <a:chOff x="2411422" y="3674495"/>
            <a:chExt cx="2680408" cy="2734347"/>
          </a:xfrm>
        </p:grpSpPr>
        <p:sp>
          <p:nvSpPr>
            <p:cNvPr id="104" name="椭圆 103">
              <a:extLst>
                <a:ext uri="{FF2B5EF4-FFF2-40B4-BE49-F238E27FC236}">
                  <a16:creationId xmlns:a16="http://schemas.microsoft.com/office/drawing/2014/main" id="{ACA0F4D0-1CAA-49EE-829E-BD751C45233D}"/>
                </a:ext>
              </a:extLst>
            </p:cNvPr>
            <p:cNvSpPr/>
            <p:nvPr/>
          </p:nvSpPr>
          <p:spPr>
            <a:xfrm>
              <a:off x="2411422" y="3728434"/>
              <a:ext cx="2680408" cy="2680408"/>
            </a:xfrm>
            <a:prstGeom prst="ellipse">
              <a:avLst/>
            </a:prstGeom>
            <a:noFill/>
            <a:ln>
              <a:solidFill>
                <a:schemeClr val="tx1"/>
              </a:solid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105" name="文本框 104">
              <a:extLst>
                <a:ext uri="{FF2B5EF4-FFF2-40B4-BE49-F238E27FC236}">
                  <a16:creationId xmlns:a16="http://schemas.microsoft.com/office/drawing/2014/main" id="{4837CBAF-98D0-43CE-B794-E575AEF69B41}"/>
                </a:ext>
              </a:extLst>
            </p:cNvPr>
            <p:cNvSpPr txBox="1"/>
            <p:nvPr/>
          </p:nvSpPr>
          <p:spPr>
            <a:xfrm>
              <a:off x="3337956" y="5980937"/>
              <a:ext cx="906053" cy="369332"/>
            </a:xfrm>
            <a:prstGeom prst="rect">
              <a:avLst/>
            </a:prstGeom>
            <a:noFill/>
          </p:spPr>
          <p:txBody>
            <a:bodyPr wrap="square" rtlCol="0">
              <a:spAutoFit/>
            </a:bodyPr>
            <a:lstStyle/>
            <a:p>
              <a:pPr algn="ctr"/>
              <a:r>
                <a:rPr lang="en-US" altLang="zh-CN" b="1" dirty="0">
                  <a:latin typeface="Arial Narrow" panose="020B0606020202030204" pitchFamily="34" charset="0"/>
                </a:rPr>
                <a:t>BSS</a:t>
              </a:r>
              <a:endParaRPr lang="zh-CN" altLang="en-US" b="1" dirty="0">
                <a:latin typeface="Arial Narrow" panose="020B0606020202030204" pitchFamily="34" charset="0"/>
              </a:endParaRPr>
            </a:p>
          </p:txBody>
        </p:sp>
        <p:sp>
          <p:nvSpPr>
            <p:cNvPr id="107" name="文本框 106">
              <a:extLst>
                <a:ext uri="{FF2B5EF4-FFF2-40B4-BE49-F238E27FC236}">
                  <a16:creationId xmlns:a16="http://schemas.microsoft.com/office/drawing/2014/main" id="{6FE2B423-5B58-4A63-A621-B58D6E91A054}"/>
                </a:ext>
              </a:extLst>
            </p:cNvPr>
            <p:cNvSpPr txBox="1"/>
            <p:nvPr/>
          </p:nvSpPr>
          <p:spPr>
            <a:xfrm>
              <a:off x="3632984" y="4439007"/>
              <a:ext cx="618135" cy="369332"/>
            </a:xfrm>
            <a:prstGeom prst="rect">
              <a:avLst/>
            </a:prstGeom>
            <a:noFill/>
          </p:spPr>
          <p:txBody>
            <a:bodyPr wrap="square" rtlCol="0">
              <a:spAutoFit/>
            </a:bodyPr>
            <a:lstStyle/>
            <a:p>
              <a:pPr algn="ctr"/>
              <a:r>
                <a:rPr lang="en-US" altLang="zh-CN" b="1" dirty="0">
                  <a:latin typeface="Arial Narrow" panose="020B0606020202030204" pitchFamily="34" charset="0"/>
                </a:rPr>
                <a:t>AP</a:t>
              </a:r>
              <a:endParaRPr lang="zh-CN" altLang="en-US" b="1" dirty="0">
                <a:latin typeface="Arial Narrow" panose="020B0606020202030204" pitchFamily="34" charset="0"/>
              </a:endParaRPr>
            </a:p>
          </p:txBody>
        </p:sp>
        <p:pic>
          <p:nvPicPr>
            <p:cNvPr id="108" name="图形 107">
              <a:extLst>
                <a:ext uri="{FF2B5EF4-FFF2-40B4-BE49-F238E27FC236}">
                  <a16:creationId xmlns:a16="http://schemas.microsoft.com/office/drawing/2014/main" id="{4DFF76C5-A67C-429B-B189-D31461B15A24}"/>
                </a:ext>
              </a:extLst>
            </p:cNvPr>
            <p:cNvPicPr>
              <a:picLocks noChangeAspect="1"/>
            </p:cNvPicPr>
            <p:nvPr/>
          </p:nvPicPr>
          <p:blipFill>
            <a:blip r:embed="rId3">
              <a:extLst>
                <a:ext uri="{28A0092B-C50C-407E-A947-70E740481C1C}">
                  <a14:useLocalDpi xmlns:a14="http://schemas.microsoft.com/office/drawing/2010/main" val="0"/>
                </a:ext>
                <a:ext uri="{96DAC541-7B7A-43D3-8B79-37D633B846F1}">
                  <asvg:svgBlip xmlns:asvg="http://schemas.microsoft.com/office/drawing/2016/SVG/main" r:embed="rId4"/>
                </a:ext>
              </a:extLst>
            </a:blip>
            <a:stretch>
              <a:fillRect/>
            </a:stretch>
          </p:blipFill>
          <p:spPr>
            <a:xfrm>
              <a:off x="3456102" y="4504835"/>
              <a:ext cx="761109" cy="747014"/>
            </a:xfrm>
            <a:prstGeom prst="rect">
              <a:avLst/>
            </a:prstGeom>
          </p:spPr>
        </p:pic>
        <p:grpSp>
          <p:nvGrpSpPr>
            <p:cNvPr id="11" name="组合 10">
              <a:extLst>
                <a:ext uri="{FF2B5EF4-FFF2-40B4-BE49-F238E27FC236}">
                  <a16:creationId xmlns:a16="http://schemas.microsoft.com/office/drawing/2014/main" id="{E6837237-BBEF-4796-A4C5-019884975B16}"/>
                </a:ext>
              </a:extLst>
            </p:cNvPr>
            <p:cNvGrpSpPr/>
            <p:nvPr/>
          </p:nvGrpSpPr>
          <p:grpSpPr>
            <a:xfrm>
              <a:off x="2515019" y="3674495"/>
              <a:ext cx="520505" cy="652900"/>
              <a:chOff x="3307831" y="3292566"/>
              <a:chExt cx="432042" cy="541936"/>
            </a:xfrm>
          </p:grpSpPr>
          <p:grpSp>
            <p:nvGrpSpPr>
              <p:cNvPr id="147" name="组合 146">
                <a:extLst>
                  <a:ext uri="{FF2B5EF4-FFF2-40B4-BE49-F238E27FC236}">
                    <a16:creationId xmlns:a16="http://schemas.microsoft.com/office/drawing/2014/main" id="{E18A611A-20EA-4EDB-8F4A-F103BB2B5AB1}"/>
                  </a:ext>
                </a:extLst>
              </p:cNvPr>
              <p:cNvGrpSpPr/>
              <p:nvPr/>
            </p:nvGrpSpPr>
            <p:grpSpPr>
              <a:xfrm>
                <a:off x="3520609" y="3292566"/>
                <a:ext cx="202594" cy="186704"/>
                <a:chOff x="2556504" y="2484669"/>
                <a:chExt cx="381000" cy="351117"/>
              </a:xfrm>
            </p:grpSpPr>
            <p:pic>
              <p:nvPicPr>
                <p:cNvPr id="149" name="图形 148">
                  <a:extLst>
                    <a:ext uri="{FF2B5EF4-FFF2-40B4-BE49-F238E27FC236}">
                      <a16:creationId xmlns:a16="http://schemas.microsoft.com/office/drawing/2014/main" id="{F5C57350-2A04-43FC-9585-15ED2F7560D2}"/>
                    </a:ext>
                  </a:extLst>
                </p:cNvPr>
                <p:cNvPicPr>
                  <a:picLocks noChangeAspect="1"/>
                </p:cNvPicPr>
                <p:nvPr/>
              </p:nvPicPr>
              <p:blipFill>
                <a:blip r:embed="rId5">
                  <a:extLst>
                    <a:ext uri="{28A0092B-C50C-407E-A947-70E740481C1C}">
                      <a14:useLocalDpi xmlns:a14="http://schemas.microsoft.com/office/drawing/2010/main" val="0"/>
                    </a:ext>
                    <a:ext uri="{96DAC541-7B7A-43D3-8B79-37D633B846F1}">
                      <asvg:svgBlip xmlns:asvg="http://schemas.microsoft.com/office/drawing/2016/SVG/main" r:embed="rId6"/>
                    </a:ext>
                  </a:extLst>
                </a:blip>
                <a:stretch>
                  <a:fillRect/>
                </a:stretch>
              </p:blipFill>
              <p:spPr>
                <a:xfrm>
                  <a:off x="2556504" y="2484669"/>
                  <a:ext cx="381000" cy="285750"/>
                </a:xfrm>
                <a:prstGeom prst="rect">
                  <a:avLst/>
                </a:prstGeom>
              </p:spPr>
            </p:pic>
            <p:cxnSp>
              <p:nvCxnSpPr>
                <p:cNvPr id="150" name="直接连接符 149">
                  <a:extLst>
                    <a:ext uri="{FF2B5EF4-FFF2-40B4-BE49-F238E27FC236}">
                      <a16:creationId xmlns:a16="http://schemas.microsoft.com/office/drawing/2014/main" id="{C14AA7DC-D663-40E1-93ED-78AFBEF9788D}"/>
                    </a:ext>
                  </a:extLst>
                </p:cNvPr>
                <p:cNvCxnSpPr/>
                <p:nvPr/>
              </p:nvCxnSpPr>
              <p:spPr>
                <a:xfrm>
                  <a:off x="2747004" y="2612580"/>
                  <a:ext cx="0" cy="223206"/>
                </a:xfrm>
                <a:prstGeom prst="line">
                  <a:avLst/>
                </a:prstGeom>
                <a:ln w="25400">
                  <a:solidFill>
                    <a:srgbClr val="999999"/>
                  </a:solidFill>
                </a:ln>
              </p:spPr>
              <p:style>
                <a:lnRef idx="1">
                  <a:schemeClr val="accent1"/>
                </a:lnRef>
                <a:fillRef idx="0">
                  <a:schemeClr val="accent1"/>
                </a:fillRef>
                <a:effectRef idx="0">
                  <a:schemeClr val="accent1"/>
                </a:effectRef>
                <a:fontRef idx="minor">
                  <a:schemeClr val="tx1"/>
                </a:fontRef>
              </p:style>
            </p:cxnSp>
          </p:grpSp>
          <p:pic>
            <p:nvPicPr>
              <p:cNvPr id="148" name="图形 10">
                <a:extLst>
                  <a:ext uri="{FF2B5EF4-FFF2-40B4-BE49-F238E27FC236}">
                    <a16:creationId xmlns:a16="http://schemas.microsoft.com/office/drawing/2014/main" id="{C57C8590-35B2-40F5-BF0F-2B2C20C9F7C8}"/>
                  </a:ext>
                </a:extLst>
              </p:cNvPr>
              <p:cNvPicPr>
                <a:picLocks noChangeAspect="1"/>
              </p:cNvPicPr>
              <p:nvPr/>
            </p:nvPicPr>
            <p:blipFill>
              <a:blip r:embed="rId7">
                <a:extLst>
                  <a:ext uri="{28A0092B-C50C-407E-A947-70E740481C1C}">
                    <a14:useLocalDpi xmlns:a14="http://schemas.microsoft.com/office/drawing/2010/main" val="0"/>
                  </a:ext>
                  <a:ext uri="{96DAC541-7B7A-43D3-8B79-37D633B846F1}">
                    <asvg:svgBlip xmlns:asvg="http://schemas.microsoft.com/office/drawing/2016/SVG/main" r:embed="rId8"/>
                  </a:ext>
                </a:extLst>
              </a:blip>
              <a:stretch>
                <a:fillRect/>
              </a:stretch>
            </p:blipFill>
            <p:spPr>
              <a:xfrm>
                <a:off x="3307831" y="3416626"/>
                <a:ext cx="432042" cy="417876"/>
              </a:xfrm>
              <a:prstGeom prst="rect">
                <a:avLst/>
              </a:prstGeom>
            </p:spPr>
          </p:pic>
        </p:grpSp>
        <p:grpSp>
          <p:nvGrpSpPr>
            <p:cNvPr id="180" name="组合 179">
              <a:extLst>
                <a:ext uri="{FF2B5EF4-FFF2-40B4-BE49-F238E27FC236}">
                  <a16:creationId xmlns:a16="http://schemas.microsoft.com/office/drawing/2014/main" id="{4B813615-5810-4F78-99FD-AF20BE37D800}"/>
                </a:ext>
              </a:extLst>
            </p:cNvPr>
            <p:cNvGrpSpPr/>
            <p:nvPr/>
          </p:nvGrpSpPr>
          <p:grpSpPr>
            <a:xfrm>
              <a:off x="4490221" y="3687498"/>
              <a:ext cx="520505" cy="652900"/>
              <a:chOff x="3307831" y="3292566"/>
              <a:chExt cx="432042" cy="541936"/>
            </a:xfrm>
          </p:grpSpPr>
          <p:grpSp>
            <p:nvGrpSpPr>
              <p:cNvPr id="181" name="组合 180">
                <a:extLst>
                  <a:ext uri="{FF2B5EF4-FFF2-40B4-BE49-F238E27FC236}">
                    <a16:creationId xmlns:a16="http://schemas.microsoft.com/office/drawing/2014/main" id="{1C7521C4-4231-45E2-8801-882FA664FB56}"/>
                  </a:ext>
                </a:extLst>
              </p:cNvPr>
              <p:cNvGrpSpPr/>
              <p:nvPr/>
            </p:nvGrpSpPr>
            <p:grpSpPr>
              <a:xfrm>
                <a:off x="3520609" y="3292566"/>
                <a:ext cx="202594" cy="186704"/>
                <a:chOff x="2556504" y="2484669"/>
                <a:chExt cx="381000" cy="351117"/>
              </a:xfrm>
            </p:grpSpPr>
            <p:pic>
              <p:nvPicPr>
                <p:cNvPr id="183" name="图形 182">
                  <a:extLst>
                    <a:ext uri="{FF2B5EF4-FFF2-40B4-BE49-F238E27FC236}">
                      <a16:creationId xmlns:a16="http://schemas.microsoft.com/office/drawing/2014/main" id="{6F8FD578-5E76-4B5D-A529-32FF664768AA}"/>
                    </a:ext>
                  </a:extLst>
                </p:cNvPr>
                <p:cNvPicPr>
                  <a:picLocks noChangeAspect="1"/>
                </p:cNvPicPr>
                <p:nvPr/>
              </p:nvPicPr>
              <p:blipFill>
                <a:blip r:embed="rId5">
                  <a:extLst>
                    <a:ext uri="{28A0092B-C50C-407E-A947-70E740481C1C}">
                      <a14:useLocalDpi xmlns:a14="http://schemas.microsoft.com/office/drawing/2010/main" val="0"/>
                    </a:ext>
                    <a:ext uri="{96DAC541-7B7A-43D3-8B79-37D633B846F1}">
                      <asvg:svgBlip xmlns:asvg="http://schemas.microsoft.com/office/drawing/2016/SVG/main" r:embed="rId6"/>
                    </a:ext>
                  </a:extLst>
                </a:blip>
                <a:stretch>
                  <a:fillRect/>
                </a:stretch>
              </p:blipFill>
              <p:spPr>
                <a:xfrm>
                  <a:off x="2556504" y="2484669"/>
                  <a:ext cx="381000" cy="285750"/>
                </a:xfrm>
                <a:prstGeom prst="rect">
                  <a:avLst/>
                </a:prstGeom>
              </p:spPr>
            </p:pic>
            <p:cxnSp>
              <p:nvCxnSpPr>
                <p:cNvPr id="184" name="直接连接符 183">
                  <a:extLst>
                    <a:ext uri="{FF2B5EF4-FFF2-40B4-BE49-F238E27FC236}">
                      <a16:creationId xmlns:a16="http://schemas.microsoft.com/office/drawing/2014/main" id="{7DCE2291-9FDC-4871-9FA3-8972DFDF9CA0}"/>
                    </a:ext>
                  </a:extLst>
                </p:cNvPr>
                <p:cNvCxnSpPr/>
                <p:nvPr/>
              </p:nvCxnSpPr>
              <p:spPr>
                <a:xfrm>
                  <a:off x="2747004" y="2612580"/>
                  <a:ext cx="0" cy="223206"/>
                </a:xfrm>
                <a:prstGeom prst="line">
                  <a:avLst/>
                </a:prstGeom>
                <a:ln w="25400">
                  <a:solidFill>
                    <a:srgbClr val="999999"/>
                  </a:solidFill>
                </a:ln>
              </p:spPr>
              <p:style>
                <a:lnRef idx="1">
                  <a:schemeClr val="accent1"/>
                </a:lnRef>
                <a:fillRef idx="0">
                  <a:schemeClr val="accent1"/>
                </a:fillRef>
                <a:effectRef idx="0">
                  <a:schemeClr val="accent1"/>
                </a:effectRef>
                <a:fontRef idx="minor">
                  <a:schemeClr val="tx1"/>
                </a:fontRef>
              </p:style>
            </p:cxnSp>
          </p:grpSp>
          <p:pic>
            <p:nvPicPr>
              <p:cNvPr id="182" name="图形 10">
                <a:extLst>
                  <a:ext uri="{FF2B5EF4-FFF2-40B4-BE49-F238E27FC236}">
                    <a16:creationId xmlns:a16="http://schemas.microsoft.com/office/drawing/2014/main" id="{959806F0-BF7E-48FD-98F3-132CB07EC7DA}"/>
                  </a:ext>
                </a:extLst>
              </p:cNvPr>
              <p:cNvPicPr>
                <a:picLocks noChangeAspect="1"/>
              </p:cNvPicPr>
              <p:nvPr/>
            </p:nvPicPr>
            <p:blipFill>
              <a:blip r:embed="rId7">
                <a:extLst>
                  <a:ext uri="{28A0092B-C50C-407E-A947-70E740481C1C}">
                    <a14:useLocalDpi xmlns:a14="http://schemas.microsoft.com/office/drawing/2010/main" val="0"/>
                  </a:ext>
                  <a:ext uri="{96DAC541-7B7A-43D3-8B79-37D633B846F1}">
                    <asvg:svgBlip xmlns:asvg="http://schemas.microsoft.com/office/drawing/2016/SVG/main" r:embed="rId8"/>
                  </a:ext>
                </a:extLst>
              </a:blip>
              <a:stretch>
                <a:fillRect/>
              </a:stretch>
            </p:blipFill>
            <p:spPr>
              <a:xfrm>
                <a:off x="3307831" y="3416626"/>
                <a:ext cx="432042" cy="417876"/>
              </a:xfrm>
              <a:prstGeom prst="rect">
                <a:avLst/>
              </a:prstGeom>
            </p:spPr>
          </p:pic>
        </p:grpSp>
        <p:grpSp>
          <p:nvGrpSpPr>
            <p:cNvPr id="185" name="组合 184">
              <a:extLst>
                <a:ext uri="{FF2B5EF4-FFF2-40B4-BE49-F238E27FC236}">
                  <a16:creationId xmlns:a16="http://schemas.microsoft.com/office/drawing/2014/main" id="{4A479834-1E44-498B-B8B3-EC871C1970D5}"/>
                </a:ext>
              </a:extLst>
            </p:cNvPr>
            <p:cNvGrpSpPr/>
            <p:nvPr/>
          </p:nvGrpSpPr>
          <p:grpSpPr>
            <a:xfrm>
              <a:off x="2519820" y="5455800"/>
              <a:ext cx="520505" cy="652900"/>
              <a:chOff x="3307831" y="3292566"/>
              <a:chExt cx="432042" cy="541936"/>
            </a:xfrm>
          </p:grpSpPr>
          <p:grpSp>
            <p:nvGrpSpPr>
              <p:cNvPr id="186" name="组合 185">
                <a:extLst>
                  <a:ext uri="{FF2B5EF4-FFF2-40B4-BE49-F238E27FC236}">
                    <a16:creationId xmlns:a16="http://schemas.microsoft.com/office/drawing/2014/main" id="{16D33B7F-89A7-4277-885B-9EA75A441B28}"/>
                  </a:ext>
                </a:extLst>
              </p:cNvPr>
              <p:cNvGrpSpPr/>
              <p:nvPr/>
            </p:nvGrpSpPr>
            <p:grpSpPr>
              <a:xfrm>
                <a:off x="3520609" y="3292566"/>
                <a:ext cx="202594" cy="186704"/>
                <a:chOff x="2556504" y="2484669"/>
                <a:chExt cx="381000" cy="351117"/>
              </a:xfrm>
            </p:grpSpPr>
            <p:pic>
              <p:nvPicPr>
                <p:cNvPr id="188" name="图形 187">
                  <a:extLst>
                    <a:ext uri="{FF2B5EF4-FFF2-40B4-BE49-F238E27FC236}">
                      <a16:creationId xmlns:a16="http://schemas.microsoft.com/office/drawing/2014/main" id="{F2064A09-1199-4771-9CB4-818517F1E967}"/>
                    </a:ext>
                  </a:extLst>
                </p:cNvPr>
                <p:cNvPicPr>
                  <a:picLocks noChangeAspect="1"/>
                </p:cNvPicPr>
                <p:nvPr/>
              </p:nvPicPr>
              <p:blipFill>
                <a:blip r:embed="rId5">
                  <a:extLst>
                    <a:ext uri="{28A0092B-C50C-407E-A947-70E740481C1C}">
                      <a14:useLocalDpi xmlns:a14="http://schemas.microsoft.com/office/drawing/2010/main" val="0"/>
                    </a:ext>
                    <a:ext uri="{96DAC541-7B7A-43D3-8B79-37D633B846F1}">
                      <asvg:svgBlip xmlns:asvg="http://schemas.microsoft.com/office/drawing/2016/SVG/main" r:embed="rId6"/>
                    </a:ext>
                  </a:extLst>
                </a:blip>
                <a:stretch>
                  <a:fillRect/>
                </a:stretch>
              </p:blipFill>
              <p:spPr>
                <a:xfrm>
                  <a:off x="2556504" y="2484669"/>
                  <a:ext cx="381000" cy="285750"/>
                </a:xfrm>
                <a:prstGeom prst="rect">
                  <a:avLst/>
                </a:prstGeom>
              </p:spPr>
            </p:pic>
            <p:cxnSp>
              <p:nvCxnSpPr>
                <p:cNvPr id="189" name="直接连接符 188">
                  <a:extLst>
                    <a:ext uri="{FF2B5EF4-FFF2-40B4-BE49-F238E27FC236}">
                      <a16:creationId xmlns:a16="http://schemas.microsoft.com/office/drawing/2014/main" id="{E0F62E17-138A-43B5-B640-08B8619DDA4B}"/>
                    </a:ext>
                  </a:extLst>
                </p:cNvPr>
                <p:cNvCxnSpPr/>
                <p:nvPr/>
              </p:nvCxnSpPr>
              <p:spPr>
                <a:xfrm>
                  <a:off x="2747004" y="2612580"/>
                  <a:ext cx="0" cy="223206"/>
                </a:xfrm>
                <a:prstGeom prst="line">
                  <a:avLst/>
                </a:prstGeom>
                <a:ln w="25400">
                  <a:solidFill>
                    <a:srgbClr val="999999"/>
                  </a:solidFill>
                </a:ln>
              </p:spPr>
              <p:style>
                <a:lnRef idx="1">
                  <a:schemeClr val="accent1"/>
                </a:lnRef>
                <a:fillRef idx="0">
                  <a:schemeClr val="accent1"/>
                </a:fillRef>
                <a:effectRef idx="0">
                  <a:schemeClr val="accent1"/>
                </a:effectRef>
                <a:fontRef idx="minor">
                  <a:schemeClr val="tx1"/>
                </a:fontRef>
              </p:style>
            </p:cxnSp>
          </p:grpSp>
          <p:pic>
            <p:nvPicPr>
              <p:cNvPr id="187" name="图形 10">
                <a:extLst>
                  <a:ext uri="{FF2B5EF4-FFF2-40B4-BE49-F238E27FC236}">
                    <a16:creationId xmlns:a16="http://schemas.microsoft.com/office/drawing/2014/main" id="{3D926497-17BD-49E9-9CBD-555DEDC6E4C7}"/>
                  </a:ext>
                </a:extLst>
              </p:cNvPr>
              <p:cNvPicPr>
                <a:picLocks noChangeAspect="1"/>
              </p:cNvPicPr>
              <p:nvPr/>
            </p:nvPicPr>
            <p:blipFill>
              <a:blip r:embed="rId7">
                <a:extLst>
                  <a:ext uri="{28A0092B-C50C-407E-A947-70E740481C1C}">
                    <a14:useLocalDpi xmlns:a14="http://schemas.microsoft.com/office/drawing/2010/main" val="0"/>
                  </a:ext>
                  <a:ext uri="{96DAC541-7B7A-43D3-8B79-37D633B846F1}">
                    <asvg:svgBlip xmlns:asvg="http://schemas.microsoft.com/office/drawing/2016/SVG/main" r:embed="rId8"/>
                  </a:ext>
                </a:extLst>
              </a:blip>
              <a:stretch>
                <a:fillRect/>
              </a:stretch>
            </p:blipFill>
            <p:spPr>
              <a:xfrm>
                <a:off x="3307831" y="3416626"/>
                <a:ext cx="432042" cy="417876"/>
              </a:xfrm>
              <a:prstGeom prst="rect">
                <a:avLst/>
              </a:prstGeom>
            </p:spPr>
          </p:pic>
        </p:grpSp>
        <p:grpSp>
          <p:nvGrpSpPr>
            <p:cNvPr id="195" name="组合 194">
              <a:extLst>
                <a:ext uri="{FF2B5EF4-FFF2-40B4-BE49-F238E27FC236}">
                  <a16:creationId xmlns:a16="http://schemas.microsoft.com/office/drawing/2014/main" id="{B48F11EE-61D3-4B40-B404-51E520FB8B97}"/>
                </a:ext>
              </a:extLst>
            </p:cNvPr>
            <p:cNvGrpSpPr/>
            <p:nvPr/>
          </p:nvGrpSpPr>
          <p:grpSpPr>
            <a:xfrm>
              <a:off x="4372091" y="5455800"/>
              <a:ext cx="520505" cy="652900"/>
              <a:chOff x="3307831" y="3292566"/>
              <a:chExt cx="432042" cy="541936"/>
            </a:xfrm>
          </p:grpSpPr>
          <p:grpSp>
            <p:nvGrpSpPr>
              <p:cNvPr id="196" name="组合 195">
                <a:extLst>
                  <a:ext uri="{FF2B5EF4-FFF2-40B4-BE49-F238E27FC236}">
                    <a16:creationId xmlns:a16="http://schemas.microsoft.com/office/drawing/2014/main" id="{A6D643AB-484A-4710-A2E5-942DAADFFA2B}"/>
                  </a:ext>
                </a:extLst>
              </p:cNvPr>
              <p:cNvGrpSpPr/>
              <p:nvPr/>
            </p:nvGrpSpPr>
            <p:grpSpPr>
              <a:xfrm>
                <a:off x="3520609" y="3292566"/>
                <a:ext cx="202594" cy="186704"/>
                <a:chOff x="2556504" y="2484669"/>
                <a:chExt cx="381000" cy="351117"/>
              </a:xfrm>
            </p:grpSpPr>
            <p:pic>
              <p:nvPicPr>
                <p:cNvPr id="198" name="图形 197">
                  <a:extLst>
                    <a:ext uri="{FF2B5EF4-FFF2-40B4-BE49-F238E27FC236}">
                      <a16:creationId xmlns:a16="http://schemas.microsoft.com/office/drawing/2014/main" id="{84F7A979-1558-4664-BF65-0AB5F42D0B9A}"/>
                    </a:ext>
                  </a:extLst>
                </p:cNvPr>
                <p:cNvPicPr>
                  <a:picLocks noChangeAspect="1"/>
                </p:cNvPicPr>
                <p:nvPr/>
              </p:nvPicPr>
              <p:blipFill>
                <a:blip r:embed="rId5">
                  <a:extLst>
                    <a:ext uri="{28A0092B-C50C-407E-A947-70E740481C1C}">
                      <a14:useLocalDpi xmlns:a14="http://schemas.microsoft.com/office/drawing/2010/main" val="0"/>
                    </a:ext>
                    <a:ext uri="{96DAC541-7B7A-43D3-8B79-37D633B846F1}">
                      <asvg:svgBlip xmlns:asvg="http://schemas.microsoft.com/office/drawing/2016/SVG/main" r:embed="rId6"/>
                    </a:ext>
                  </a:extLst>
                </a:blip>
                <a:stretch>
                  <a:fillRect/>
                </a:stretch>
              </p:blipFill>
              <p:spPr>
                <a:xfrm>
                  <a:off x="2556504" y="2484669"/>
                  <a:ext cx="381000" cy="285750"/>
                </a:xfrm>
                <a:prstGeom prst="rect">
                  <a:avLst/>
                </a:prstGeom>
              </p:spPr>
            </p:pic>
            <p:cxnSp>
              <p:nvCxnSpPr>
                <p:cNvPr id="199" name="直接连接符 198">
                  <a:extLst>
                    <a:ext uri="{FF2B5EF4-FFF2-40B4-BE49-F238E27FC236}">
                      <a16:creationId xmlns:a16="http://schemas.microsoft.com/office/drawing/2014/main" id="{4D3771F0-33CB-465C-BE97-D43085855ED8}"/>
                    </a:ext>
                  </a:extLst>
                </p:cNvPr>
                <p:cNvCxnSpPr/>
                <p:nvPr/>
              </p:nvCxnSpPr>
              <p:spPr>
                <a:xfrm>
                  <a:off x="2747004" y="2612580"/>
                  <a:ext cx="0" cy="223206"/>
                </a:xfrm>
                <a:prstGeom prst="line">
                  <a:avLst/>
                </a:prstGeom>
                <a:ln w="25400">
                  <a:solidFill>
                    <a:srgbClr val="999999"/>
                  </a:solidFill>
                </a:ln>
              </p:spPr>
              <p:style>
                <a:lnRef idx="1">
                  <a:schemeClr val="accent1"/>
                </a:lnRef>
                <a:fillRef idx="0">
                  <a:schemeClr val="accent1"/>
                </a:fillRef>
                <a:effectRef idx="0">
                  <a:schemeClr val="accent1"/>
                </a:effectRef>
                <a:fontRef idx="minor">
                  <a:schemeClr val="tx1"/>
                </a:fontRef>
              </p:style>
            </p:cxnSp>
          </p:grpSp>
          <p:pic>
            <p:nvPicPr>
              <p:cNvPr id="197" name="图形 10">
                <a:extLst>
                  <a:ext uri="{FF2B5EF4-FFF2-40B4-BE49-F238E27FC236}">
                    <a16:creationId xmlns:a16="http://schemas.microsoft.com/office/drawing/2014/main" id="{28C44ABA-4977-4A49-B0CD-590F0DF18F1C}"/>
                  </a:ext>
                </a:extLst>
              </p:cNvPr>
              <p:cNvPicPr>
                <a:picLocks noChangeAspect="1"/>
              </p:cNvPicPr>
              <p:nvPr/>
            </p:nvPicPr>
            <p:blipFill>
              <a:blip r:embed="rId7">
                <a:extLst>
                  <a:ext uri="{28A0092B-C50C-407E-A947-70E740481C1C}">
                    <a14:useLocalDpi xmlns:a14="http://schemas.microsoft.com/office/drawing/2010/main" val="0"/>
                  </a:ext>
                  <a:ext uri="{96DAC541-7B7A-43D3-8B79-37D633B846F1}">
                    <asvg:svgBlip xmlns:asvg="http://schemas.microsoft.com/office/drawing/2016/SVG/main" r:embed="rId8"/>
                  </a:ext>
                </a:extLst>
              </a:blip>
              <a:stretch>
                <a:fillRect/>
              </a:stretch>
            </p:blipFill>
            <p:spPr>
              <a:xfrm>
                <a:off x="3307831" y="3416626"/>
                <a:ext cx="432042" cy="417876"/>
              </a:xfrm>
              <a:prstGeom prst="rect">
                <a:avLst/>
              </a:prstGeom>
            </p:spPr>
          </p:pic>
        </p:grpSp>
      </p:grpSp>
      <p:sp>
        <p:nvSpPr>
          <p:cNvPr id="54" name="íşlïḍè">
            <a:extLst>
              <a:ext uri="{FF2B5EF4-FFF2-40B4-BE49-F238E27FC236}">
                <a16:creationId xmlns:a16="http://schemas.microsoft.com/office/drawing/2014/main" id="{1BC0D271-AD9A-43FF-A794-F17593170808}"/>
              </a:ext>
            </a:extLst>
          </p:cNvPr>
          <p:cNvSpPr txBox="1"/>
          <p:nvPr/>
        </p:nvSpPr>
        <p:spPr>
          <a:xfrm>
            <a:off x="1645004" y="3520806"/>
            <a:ext cx="1536607" cy="384069"/>
          </a:xfrm>
          <a:prstGeom prst="rect">
            <a:avLst/>
          </a:prstGeom>
          <a:noFill/>
        </p:spPr>
        <p:txBody>
          <a:bodyPr wrap="square" lIns="91440" tIns="45720" rIns="91440" bIns="45720" anchor="ctr">
            <a:noAutofit/>
          </a:bodyPr>
          <a:lstStyle/>
          <a:p>
            <a:r>
              <a:rPr lang="zh-CN" altLang="en-US" b="1" dirty="0">
                <a:latin typeface="Arial Narrow" panose="020B0606020202030204" pitchFamily="34" charset="0"/>
              </a:rPr>
              <a:t>●  </a:t>
            </a:r>
            <a:r>
              <a:rPr lang="zh-CN" altLang="en-US" b="1" dirty="0">
                <a:solidFill>
                  <a:schemeClr val="accent3">
                    <a:lumMod val="75000"/>
                  </a:schemeClr>
                </a:solidFill>
                <a:latin typeface="Arial Narrow" panose="020B0606020202030204" pitchFamily="34" charset="0"/>
              </a:rPr>
              <a:t>主动扫描</a:t>
            </a:r>
          </a:p>
        </p:txBody>
      </p:sp>
      <p:grpSp>
        <p:nvGrpSpPr>
          <p:cNvPr id="12" name="组合 11">
            <a:extLst>
              <a:ext uri="{FF2B5EF4-FFF2-40B4-BE49-F238E27FC236}">
                <a16:creationId xmlns:a16="http://schemas.microsoft.com/office/drawing/2014/main" id="{AA9EBCD4-AFB2-410B-9D78-3499689250C3}"/>
              </a:ext>
            </a:extLst>
          </p:cNvPr>
          <p:cNvGrpSpPr/>
          <p:nvPr/>
        </p:nvGrpSpPr>
        <p:grpSpPr>
          <a:xfrm>
            <a:off x="7835701" y="3532842"/>
            <a:ext cx="1377052" cy="694437"/>
            <a:chOff x="7835701" y="3532842"/>
            <a:chExt cx="1377052" cy="694437"/>
          </a:xfrm>
        </p:grpSpPr>
        <p:cxnSp>
          <p:nvCxnSpPr>
            <p:cNvPr id="56" name="直接箭头连接符 55">
              <a:extLst>
                <a:ext uri="{FF2B5EF4-FFF2-40B4-BE49-F238E27FC236}">
                  <a16:creationId xmlns:a16="http://schemas.microsoft.com/office/drawing/2014/main" id="{58353A5D-97DA-4A6C-A28A-1D2500E8F8C9}"/>
                </a:ext>
              </a:extLst>
            </p:cNvPr>
            <p:cNvCxnSpPr>
              <a:cxnSpLocks/>
            </p:cNvCxnSpPr>
            <p:nvPr/>
          </p:nvCxnSpPr>
          <p:spPr>
            <a:xfrm>
              <a:off x="8044233" y="3760415"/>
              <a:ext cx="512643" cy="466864"/>
            </a:xfrm>
            <a:prstGeom prst="straightConnector1">
              <a:avLst/>
            </a:prstGeom>
            <a:ln w="25400">
              <a:solidFill>
                <a:schemeClr val="accent1">
                  <a:lumMod val="75000"/>
                </a:schemeClr>
              </a:solidFill>
              <a:prstDash val="sysDash"/>
              <a:tailEnd type="triangle"/>
            </a:ln>
          </p:spPr>
          <p:style>
            <a:lnRef idx="1">
              <a:schemeClr val="accent1"/>
            </a:lnRef>
            <a:fillRef idx="0">
              <a:schemeClr val="accent1"/>
            </a:fillRef>
            <a:effectRef idx="0">
              <a:schemeClr val="accent1"/>
            </a:effectRef>
            <a:fontRef idx="minor">
              <a:schemeClr val="tx1"/>
            </a:fontRef>
          </p:style>
        </p:cxnSp>
        <p:sp>
          <p:nvSpPr>
            <p:cNvPr id="58" name="文本框 57">
              <a:extLst>
                <a:ext uri="{FF2B5EF4-FFF2-40B4-BE49-F238E27FC236}">
                  <a16:creationId xmlns:a16="http://schemas.microsoft.com/office/drawing/2014/main" id="{A8B6126C-6AF5-451B-BBBF-80EED4265D1E}"/>
                </a:ext>
              </a:extLst>
            </p:cNvPr>
            <p:cNvSpPr txBox="1"/>
            <p:nvPr/>
          </p:nvSpPr>
          <p:spPr>
            <a:xfrm rot="2448591">
              <a:off x="7835701" y="3532842"/>
              <a:ext cx="1377052" cy="369332"/>
            </a:xfrm>
            <a:prstGeom prst="rect">
              <a:avLst/>
            </a:prstGeom>
            <a:noFill/>
          </p:spPr>
          <p:txBody>
            <a:bodyPr wrap="square" rtlCol="0">
              <a:spAutoFit/>
            </a:bodyPr>
            <a:lstStyle/>
            <a:p>
              <a:pPr algn="ctr"/>
              <a:r>
                <a:rPr lang="zh-CN" altLang="en-US" b="1" dirty="0">
                  <a:solidFill>
                    <a:schemeClr val="accent1">
                      <a:lumMod val="75000"/>
                    </a:schemeClr>
                  </a:solidFill>
                </a:rPr>
                <a:t>探测请求帧</a:t>
              </a:r>
            </a:p>
          </p:txBody>
        </p:sp>
      </p:grpSp>
      <p:grpSp>
        <p:nvGrpSpPr>
          <p:cNvPr id="13" name="组合 12">
            <a:extLst>
              <a:ext uri="{FF2B5EF4-FFF2-40B4-BE49-F238E27FC236}">
                <a16:creationId xmlns:a16="http://schemas.microsoft.com/office/drawing/2014/main" id="{F3FB718D-3F99-4500-84EA-1810A9C0BC58}"/>
              </a:ext>
            </a:extLst>
          </p:cNvPr>
          <p:cNvGrpSpPr/>
          <p:nvPr/>
        </p:nvGrpSpPr>
        <p:grpSpPr>
          <a:xfrm>
            <a:off x="7863482" y="3849328"/>
            <a:ext cx="564967" cy="1377052"/>
            <a:chOff x="7863482" y="3849328"/>
            <a:chExt cx="564967" cy="1377052"/>
          </a:xfrm>
        </p:grpSpPr>
        <p:cxnSp>
          <p:nvCxnSpPr>
            <p:cNvPr id="60" name="直接箭头连接符 59">
              <a:extLst>
                <a:ext uri="{FF2B5EF4-FFF2-40B4-BE49-F238E27FC236}">
                  <a16:creationId xmlns:a16="http://schemas.microsoft.com/office/drawing/2014/main" id="{31708A03-64A6-4610-A319-C94C4EEA72F9}"/>
                </a:ext>
              </a:extLst>
            </p:cNvPr>
            <p:cNvCxnSpPr>
              <a:cxnSpLocks/>
              <a:stCxn id="108" idx="1"/>
            </p:cNvCxnSpPr>
            <p:nvPr/>
          </p:nvCxnSpPr>
          <p:spPr>
            <a:xfrm flipH="1" flipV="1">
              <a:off x="7918450" y="3977563"/>
              <a:ext cx="509999" cy="537944"/>
            </a:xfrm>
            <a:prstGeom prst="straightConnector1">
              <a:avLst/>
            </a:prstGeom>
            <a:ln w="25400">
              <a:solidFill>
                <a:schemeClr val="accent4"/>
              </a:solidFill>
              <a:prstDash val="sysDot"/>
              <a:tailEnd type="triangle"/>
            </a:ln>
          </p:spPr>
          <p:style>
            <a:lnRef idx="1">
              <a:schemeClr val="accent1"/>
            </a:lnRef>
            <a:fillRef idx="0">
              <a:schemeClr val="accent1"/>
            </a:fillRef>
            <a:effectRef idx="0">
              <a:schemeClr val="accent1"/>
            </a:effectRef>
            <a:fontRef idx="minor">
              <a:schemeClr val="tx1"/>
            </a:fontRef>
          </p:style>
        </p:cxnSp>
        <p:sp>
          <p:nvSpPr>
            <p:cNvPr id="64" name="文本框 63">
              <a:extLst>
                <a:ext uri="{FF2B5EF4-FFF2-40B4-BE49-F238E27FC236}">
                  <a16:creationId xmlns:a16="http://schemas.microsoft.com/office/drawing/2014/main" id="{D1B366CD-82C1-4C57-B5FE-937A47550F85}"/>
                </a:ext>
              </a:extLst>
            </p:cNvPr>
            <p:cNvSpPr txBox="1"/>
            <p:nvPr/>
          </p:nvSpPr>
          <p:spPr>
            <a:xfrm rot="2740465">
              <a:off x="7359622" y="4353188"/>
              <a:ext cx="1377052" cy="369332"/>
            </a:xfrm>
            <a:prstGeom prst="rect">
              <a:avLst/>
            </a:prstGeom>
            <a:noFill/>
          </p:spPr>
          <p:txBody>
            <a:bodyPr wrap="square" rtlCol="0">
              <a:spAutoFit/>
            </a:bodyPr>
            <a:lstStyle/>
            <a:p>
              <a:pPr algn="ctr"/>
              <a:r>
                <a:rPr lang="zh-CN" altLang="en-US" b="1" dirty="0">
                  <a:solidFill>
                    <a:schemeClr val="accent4"/>
                  </a:solidFill>
                </a:rPr>
                <a:t>探测响应帧</a:t>
              </a:r>
            </a:p>
          </p:txBody>
        </p:sp>
      </p:grpSp>
    </p:spTree>
    <p:custDataLst>
      <p:tags r:id="rId1"/>
    </p:custDataLst>
    <p:extLst>
      <p:ext uri="{BB962C8B-B14F-4D97-AF65-F5344CB8AC3E}">
        <p14:creationId xmlns:p14="http://schemas.microsoft.com/office/powerpoint/2010/main" val="3421674642"/>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 presetClass="entr" presetSubtype="0" fill="hold" grpId="0" nodeType="withEffect">
                                  <p:stCondLst>
                                    <p:cond delay="0"/>
                                  </p:stCondLst>
                                  <p:iterate type="lt">
                                    <p:tmAbs val="100"/>
                                  </p:iterate>
                                  <p:childTnLst>
                                    <p:set>
                                      <p:cBhvr>
                                        <p:cTn id="6" dur="1" fill="hold">
                                          <p:stCondLst>
                                            <p:cond delay="0"/>
                                          </p:stCondLst>
                                        </p:cTn>
                                        <p:tgtEl>
                                          <p:spTgt spid="54"/>
                                        </p:tgtEl>
                                        <p:attrNameLst>
                                          <p:attrName>style.visibility</p:attrName>
                                        </p:attrNameLst>
                                      </p:cBhvr>
                                      <p:to>
                                        <p:strVal val="visible"/>
                                      </p:to>
                                    </p:set>
                                  </p:childTnLst>
                                </p:cTn>
                              </p:par>
                            </p:childTnLst>
                          </p:cTn>
                        </p:par>
                      </p:childTnLst>
                    </p:cTn>
                  </p:par>
                  <p:par>
                    <p:cTn id="7" fill="hold">
                      <p:stCondLst>
                        <p:cond delay="indefinite"/>
                      </p:stCondLst>
                      <p:childTnLst>
                        <p:par>
                          <p:cTn id="8" fill="hold">
                            <p:stCondLst>
                              <p:cond delay="0"/>
                            </p:stCondLst>
                            <p:childTnLst>
                              <p:par>
                                <p:cTn id="9" presetID="22" presetClass="entr" presetSubtype="1" fill="hold" nodeType="clickEffect">
                                  <p:stCondLst>
                                    <p:cond delay="0"/>
                                  </p:stCondLst>
                                  <p:childTnLst>
                                    <p:set>
                                      <p:cBhvr>
                                        <p:cTn id="10" dur="1" fill="hold">
                                          <p:stCondLst>
                                            <p:cond delay="0"/>
                                          </p:stCondLst>
                                        </p:cTn>
                                        <p:tgtEl>
                                          <p:spTgt spid="12"/>
                                        </p:tgtEl>
                                        <p:attrNameLst>
                                          <p:attrName>style.visibility</p:attrName>
                                        </p:attrNameLst>
                                      </p:cBhvr>
                                      <p:to>
                                        <p:strVal val="visible"/>
                                      </p:to>
                                    </p:set>
                                    <p:animEffect transition="in" filter="wipe(up)">
                                      <p:cBhvr>
                                        <p:cTn id="11" dur="500"/>
                                        <p:tgtEl>
                                          <p:spTgt spid="12"/>
                                        </p:tgtEl>
                                      </p:cBhvr>
                                    </p:animEffect>
                                  </p:childTnLst>
                                </p:cTn>
                              </p:par>
                            </p:childTnLst>
                          </p:cTn>
                        </p:par>
                      </p:childTnLst>
                    </p:cTn>
                  </p:par>
                  <p:par>
                    <p:cTn id="12" fill="hold">
                      <p:stCondLst>
                        <p:cond delay="indefinite"/>
                      </p:stCondLst>
                      <p:childTnLst>
                        <p:par>
                          <p:cTn id="13" fill="hold">
                            <p:stCondLst>
                              <p:cond delay="0"/>
                            </p:stCondLst>
                            <p:childTnLst>
                              <p:par>
                                <p:cTn id="14" presetID="22" presetClass="entr" presetSubtype="4" fill="hold" nodeType="clickEffect">
                                  <p:stCondLst>
                                    <p:cond delay="0"/>
                                  </p:stCondLst>
                                  <p:childTnLst>
                                    <p:set>
                                      <p:cBhvr>
                                        <p:cTn id="15" dur="1" fill="hold">
                                          <p:stCondLst>
                                            <p:cond delay="0"/>
                                          </p:stCondLst>
                                        </p:cTn>
                                        <p:tgtEl>
                                          <p:spTgt spid="13"/>
                                        </p:tgtEl>
                                        <p:attrNameLst>
                                          <p:attrName>style.visibility</p:attrName>
                                        </p:attrNameLst>
                                      </p:cBhvr>
                                      <p:to>
                                        <p:strVal val="visible"/>
                                      </p:to>
                                    </p:set>
                                    <p:animEffect transition="in" filter="wipe(down)">
                                      <p:cBhvr>
                                        <p:cTn id="16" dur="500"/>
                                        <p:tgtEl>
                                          <p:spTgt spid="13"/>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4" grpId="0"/>
    </p:bldLst>
  </p:timing>
</p:sld>
</file>

<file path=ppt/slides/slide52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1" name="íşlïḍè">
            <a:extLst>
              <a:ext uri="{FF2B5EF4-FFF2-40B4-BE49-F238E27FC236}">
                <a16:creationId xmlns:a16="http://schemas.microsoft.com/office/drawing/2014/main" id="{2882B8A8-A951-4E36-A813-EE9E39641F4F}"/>
              </a:ext>
            </a:extLst>
          </p:cNvPr>
          <p:cNvSpPr txBox="1"/>
          <p:nvPr/>
        </p:nvSpPr>
        <p:spPr>
          <a:xfrm>
            <a:off x="933106" y="1149410"/>
            <a:ext cx="10513339" cy="478855"/>
          </a:xfrm>
          <a:prstGeom prst="rect">
            <a:avLst/>
          </a:prstGeom>
          <a:noFill/>
        </p:spPr>
        <p:txBody>
          <a:bodyPr wrap="square" lIns="91440" tIns="45720" rIns="91440" bIns="45720" anchor="ctr">
            <a:noAutofit/>
          </a:bodyPr>
          <a:lstStyle/>
          <a:p>
            <a:r>
              <a:rPr lang="zh-CN" altLang="en-US" sz="2000" b="1" dirty="0">
                <a:solidFill>
                  <a:schemeClr val="accent3">
                    <a:lumMod val="75000"/>
                  </a:schemeClr>
                </a:solidFill>
                <a:latin typeface="Arial Narrow" panose="020B0606020202030204" pitchFamily="34" charset="0"/>
              </a:rPr>
              <a:t>有固定基础设施的</a:t>
            </a:r>
            <a:r>
              <a:rPr lang="en-US" altLang="zh-CN" sz="2000" b="1" dirty="0">
                <a:solidFill>
                  <a:schemeClr val="accent3">
                    <a:lumMod val="75000"/>
                  </a:schemeClr>
                </a:solidFill>
                <a:latin typeface="Arial Narrow" panose="020B0606020202030204" pitchFamily="34" charset="0"/>
              </a:rPr>
              <a:t>802.11</a:t>
            </a:r>
            <a:r>
              <a:rPr lang="zh-CN" altLang="en-US" sz="2000" b="1" dirty="0">
                <a:solidFill>
                  <a:schemeClr val="accent3">
                    <a:lumMod val="75000"/>
                  </a:schemeClr>
                </a:solidFill>
                <a:latin typeface="Arial Narrow" panose="020B0606020202030204" pitchFamily="34" charset="0"/>
              </a:rPr>
              <a:t>无线局域网</a:t>
            </a:r>
          </a:p>
        </p:txBody>
      </p:sp>
      <p:grpSp>
        <p:nvGrpSpPr>
          <p:cNvPr id="4" name="组合 3">
            <a:extLst>
              <a:ext uri="{FF2B5EF4-FFF2-40B4-BE49-F238E27FC236}">
                <a16:creationId xmlns:a16="http://schemas.microsoft.com/office/drawing/2014/main" id="{9A1EA9F2-FCB6-48C3-935F-7AE7E3AD14AC}"/>
              </a:ext>
            </a:extLst>
          </p:cNvPr>
          <p:cNvGrpSpPr/>
          <p:nvPr/>
        </p:nvGrpSpPr>
        <p:grpSpPr>
          <a:xfrm>
            <a:off x="304800" y="749300"/>
            <a:ext cx="4938199" cy="400110"/>
            <a:chOff x="424117" y="898245"/>
            <a:chExt cx="4938199" cy="400110"/>
          </a:xfrm>
        </p:grpSpPr>
        <p:sp>
          <p:nvSpPr>
            <p:cNvPr id="2" name="平行四边形 1">
              <a:extLst>
                <a:ext uri="{FF2B5EF4-FFF2-40B4-BE49-F238E27FC236}">
                  <a16:creationId xmlns:a16="http://schemas.microsoft.com/office/drawing/2014/main" id="{1F5BAA3F-9845-4F89-A2DD-8222D3E4EDAC}"/>
                </a:ext>
              </a:extLst>
            </p:cNvPr>
            <p:cNvSpPr/>
            <p:nvPr/>
          </p:nvSpPr>
          <p:spPr>
            <a:xfrm>
              <a:off x="424117" y="898245"/>
              <a:ext cx="628306" cy="387090"/>
            </a:xfrm>
            <a:prstGeom prst="parallelogram">
              <a:avLst/>
            </a:prstGeom>
            <a:solidFill>
              <a:schemeClr val="accent3">
                <a:lumMod val="75000"/>
              </a:schemeClr>
            </a:solidFill>
            <a:ln>
              <a:solidFill>
                <a:schemeClr val="accent3">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CN" sz="2200" dirty="0">
                  <a:latin typeface="Impact" panose="020B0806030902050204" pitchFamily="34" charset="0"/>
                </a:rPr>
                <a:t>01</a:t>
              </a:r>
              <a:endParaRPr lang="zh-CN" altLang="en-US" sz="2200" dirty="0">
                <a:latin typeface="Impact" panose="020B0806030902050204" pitchFamily="34" charset="0"/>
              </a:endParaRPr>
            </a:p>
          </p:txBody>
        </p:sp>
        <p:sp>
          <p:nvSpPr>
            <p:cNvPr id="3" name="文本框 2">
              <a:extLst>
                <a:ext uri="{FF2B5EF4-FFF2-40B4-BE49-F238E27FC236}">
                  <a16:creationId xmlns:a16="http://schemas.microsoft.com/office/drawing/2014/main" id="{4D6BD736-A4D3-4F26-AFED-36E11F50F70B}"/>
                </a:ext>
              </a:extLst>
            </p:cNvPr>
            <p:cNvSpPr txBox="1"/>
            <p:nvPr/>
          </p:nvSpPr>
          <p:spPr>
            <a:xfrm>
              <a:off x="1052423" y="898245"/>
              <a:ext cx="4309893" cy="400110"/>
            </a:xfrm>
            <a:prstGeom prst="rect">
              <a:avLst/>
            </a:prstGeom>
            <a:noFill/>
          </p:spPr>
          <p:txBody>
            <a:bodyPr wrap="square" rtlCol="0">
              <a:spAutoFit/>
            </a:bodyPr>
            <a:lstStyle/>
            <a:p>
              <a:r>
                <a:rPr lang="en-US" altLang="zh-CN" sz="2000" b="1" dirty="0">
                  <a:solidFill>
                    <a:schemeClr val="tx1"/>
                  </a:solidFill>
                  <a:latin typeface="Arial Narrow" panose="020B0606020202030204" pitchFamily="34" charset="0"/>
                </a:rPr>
                <a:t>802.11</a:t>
              </a:r>
              <a:r>
                <a:rPr lang="zh-CN" altLang="en-US" sz="2000" b="1" dirty="0">
                  <a:solidFill>
                    <a:schemeClr val="tx1"/>
                  </a:solidFill>
                  <a:latin typeface="Arial Narrow" panose="020B0606020202030204" pitchFamily="34" charset="0"/>
                </a:rPr>
                <a:t>无线局域网的组成</a:t>
              </a:r>
              <a:endParaRPr lang="en-US" altLang="zh-CN" sz="2000" b="1" dirty="0">
                <a:solidFill>
                  <a:schemeClr val="tx1"/>
                </a:solidFill>
                <a:latin typeface="Arial Narrow" panose="020B0606020202030204" pitchFamily="34" charset="0"/>
              </a:endParaRPr>
            </a:p>
          </p:txBody>
        </p:sp>
      </p:grpSp>
      <p:sp>
        <p:nvSpPr>
          <p:cNvPr id="90" name="矩形 89">
            <a:extLst>
              <a:ext uri="{FF2B5EF4-FFF2-40B4-BE49-F238E27FC236}">
                <a16:creationId xmlns:a16="http://schemas.microsoft.com/office/drawing/2014/main" id="{DD3C5CFF-ACD9-4BE7-AA61-CFBF22DD7076}"/>
              </a:ext>
            </a:extLst>
          </p:cNvPr>
          <p:cNvSpPr/>
          <p:nvPr/>
        </p:nvSpPr>
        <p:spPr>
          <a:xfrm>
            <a:off x="1056633" y="1698628"/>
            <a:ext cx="256976" cy="256976"/>
          </a:xfrm>
          <a:prstGeom prst="rect">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93" name="íşlïḍè">
            <a:extLst>
              <a:ext uri="{FF2B5EF4-FFF2-40B4-BE49-F238E27FC236}">
                <a16:creationId xmlns:a16="http://schemas.microsoft.com/office/drawing/2014/main" id="{E575A1C7-7E39-4716-864F-86C44C719F0F}"/>
              </a:ext>
            </a:extLst>
          </p:cNvPr>
          <p:cNvSpPr txBox="1"/>
          <p:nvPr/>
        </p:nvSpPr>
        <p:spPr>
          <a:xfrm>
            <a:off x="1373861" y="1644306"/>
            <a:ext cx="10513339" cy="384069"/>
          </a:xfrm>
          <a:prstGeom prst="rect">
            <a:avLst/>
          </a:prstGeom>
          <a:noFill/>
        </p:spPr>
        <p:txBody>
          <a:bodyPr wrap="square" lIns="91440" tIns="45720" rIns="91440" bIns="45720" anchor="ctr">
            <a:noAutofit/>
          </a:bodyPr>
          <a:lstStyle/>
          <a:p>
            <a:r>
              <a:rPr lang="en-US" altLang="zh-CN" b="1" dirty="0">
                <a:latin typeface="Arial Narrow" panose="020B0606020202030204" pitchFamily="34" charset="0"/>
              </a:rPr>
              <a:t>802.11</a:t>
            </a:r>
            <a:r>
              <a:rPr lang="zh-CN" altLang="en-US" b="1" dirty="0">
                <a:latin typeface="Arial Narrow" panose="020B0606020202030204" pitchFamily="34" charset="0"/>
              </a:rPr>
              <a:t>标准并没有定义实现漫游的具体方法，仅定义了以下一些基本服务。</a:t>
            </a:r>
          </a:p>
        </p:txBody>
      </p:sp>
      <p:sp>
        <p:nvSpPr>
          <p:cNvPr id="98" name="íşlïḍè">
            <a:extLst>
              <a:ext uri="{FF2B5EF4-FFF2-40B4-BE49-F238E27FC236}">
                <a16:creationId xmlns:a16="http://schemas.microsoft.com/office/drawing/2014/main" id="{8A87C14A-571D-413F-9D9C-E9783875504B}"/>
              </a:ext>
            </a:extLst>
          </p:cNvPr>
          <p:cNvSpPr txBox="1"/>
          <p:nvPr/>
        </p:nvSpPr>
        <p:spPr>
          <a:xfrm>
            <a:off x="1313609" y="2166224"/>
            <a:ext cx="10573591" cy="384069"/>
          </a:xfrm>
          <a:prstGeom prst="rect">
            <a:avLst/>
          </a:prstGeom>
          <a:noFill/>
        </p:spPr>
        <p:txBody>
          <a:bodyPr wrap="square" lIns="91440" tIns="45720" rIns="91440" bIns="45720" anchor="ctr">
            <a:noAutofit/>
          </a:bodyPr>
          <a:lstStyle/>
          <a:p>
            <a:r>
              <a:rPr lang="zh-CN" altLang="en-US" b="1" dirty="0">
                <a:latin typeface="Arial Narrow" panose="020B0606020202030204" pitchFamily="34" charset="0"/>
              </a:rPr>
              <a:t>❶  </a:t>
            </a:r>
            <a:r>
              <a:rPr lang="zh-CN" altLang="en-US" b="1" dirty="0">
                <a:solidFill>
                  <a:schemeClr val="accent3">
                    <a:lumMod val="75000"/>
                  </a:schemeClr>
                </a:solidFill>
                <a:latin typeface="Arial Narrow" panose="020B0606020202030204" pitchFamily="34" charset="0"/>
              </a:rPr>
              <a:t>关联（</a:t>
            </a:r>
            <a:r>
              <a:rPr lang="en-US" altLang="zh-CN" b="1" dirty="0">
                <a:solidFill>
                  <a:schemeClr val="accent3">
                    <a:lumMod val="75000"/>
                  </a:schemeClr>
                </a:solidFill>
                <a:latin typeface="Arial Narrow" panose="020B0606020202030204" pitchFamily="34" charset="0"/>
              </a:rPr>
              <a:t>Association</a:t>
            </a:r>
            <a:r>
              <a:rPr lang="zh-CN" altLang="en-US" b="1" dirty="0">
                <a:solidFill>
                  <a:schemeClr val="accent3">
                    <a:lumMod val="75000"/>
                  </a:schemeClr>
                </a:solidFill>
                <a:latin typeface="Arial Narrow" panose="020B0606020202030204" pitchFamily="34" charset="0"/>
              </a:rPr>
              <a:t>）服务</a:t>
            </a:r>
          </a:p>
        </p:txBody>
      </p:sp>
      <p:sp>
        <p:nvSpPr>
          <p:cNvPr id="102" name="íşlïḍè">
            <a:extLst>
              <a:ext uri="{FF2B5EF4-FFF2-40B4-BE49-F238E27FC236}">
                <a16:creationId xmlns:a16="http://schemas.microsoft.com/office/drawing/2014/main" id="{EDBB4BC6-C40F-4A42-AEF0-A36B52C889A5}"/>
              </a:ext>
            </a:extLst>
          </p:cNvPr>
          <p:cNvSpPr txBox="1"/>
          <p:nvPr/>
        </p:nvSpPr>
        <p:spPr>
          <a:xfrm>
            <a:off x="1645004" y="3073522"/>
            <a:ext cx="1536607" cy="384069"/>
          </a:xfrm>
          <a:prstGeom prst="rect">
            <a:avLst/>
          </a:prstGeom>
          <a:noFill/>
        </p:spPr>
        <p:txBody>
          <a:bodyPr wrap="square" lIns="91440" tIns="45720" rIns="91440" bIns="45720" anchor="ctr">
            <a:noAutofit/>
          </a:bodyPr>
          <a:lstStyle/>
          <a:p>
            <a:r>
              <a:rPr lang="zh-CN" altLang="en-US" b="1" dirty="0">
                <a:latin typeface="Arial Narrow" panose="020B0606020202030204" pitchFamily="34" charset="0"/>
              </a:rPr>
              <a:t>●  </a:t>
            </a:r>
            <a:r>
              <a:rPr lang="zh-CN" altLang="en-US" b="1" dirty="0">
                <a:solidFill>
                  <a:schemeClr val="accent3">
                    <a:lumMod val="75000"/>
                  </a:schemeClr>
                </a:solidFill>
                <a:latin typeface="Arial Narrow" panose="020B0606020202030204" pitchFamily="34" charset="0"/>
              </a:rPr>
              <a:t>被动扫描</a:t>
            </a:r>
          </a:p>
        </p:txBody>
      </p:sp>
      <p:sp>
        <p:nvSpPr>
          <p:cNvPr id="103" name="íşlïḍè">
            <a:extLst>
              <a:ext uri="{FF2B5EF4-FFF2-40B4-BE49-F238E27FC236}">
                <a16:creationId xmlns:a16="http://schemas.microsoft.com/office/drawing/2014/main" id="{1F0E1391-0E16-41FF-9D1D-6B5F61D593B1}"/>
              </a:ext>
            </a:extLst>
          </p:cNvPr>
          <p:cNvSpPr txBox="1"/>
          <p:nvPr/>
        </p:nvSpPr>
        <p:spPr>
          <a:xfrm>
            <a:off x="1637584" y="2639430"/>
            <a:ext cx="10249616" cy="384069"/>
          </a:xfrm>
          <a:prstGeom prst="rect">
            <a:avLst/>
          </a:prstGeom>
          <a:noFill/>
        </p:spPr>
        <p:txBody>
          <a:bodyPr wrap="square" lIns="91440" tIns="45720" rIns="91440" bIns="45720" anchor="ctr">
            <a:noAutofit/>
          </a:bodyPr>
          <a:lstStyle/>
          <a:p>
            <a:r>
              <a:rPr lang="zh-CN" altLang="en-US" b="1" dirty="0">
                <a:latin typeface="Arial Narrow" panose="020B0606020202030204" pitchFamily="34" charset="0"/>
              </a:rPr>
              <a:t>移动站与接入点</a:t>
            </a:r>
            <a:r>
              <a:rPr lang="en-US" altLang="zh-CN" b="1" dirty="0">
                <a:latin typeface="Arial Narrow" panose="020B0606020202030204" pitchFamily="34" charset="0"/>
              </a:rPr>
              <a:t>AP</a:t>
            </a:r>
            <a:r>
              <a:rPr lang="zh-CN" altLang="en-US" b="1" dirty="0">
                <a:latin typeface="Arial Narrow" panose="020B0606020202030204" pitchFamily="34" charset="0"/>
              </a:rPr>
              <a:t>建立关联的方法有以下两种：</a:t>
            </a:r>
          </a:p>
        </p:txBody>
      </p:sp>
      <p:sp>
        <p:nvSpPr>
          <p:cNvPr id="54" name="íşlïḍè">
            <a:extLst>
              <a:ext uri="{FF2B5EF4-FFF2-40B4-BE49-F238E27FC236}">
                <a16:creationId xmlns:a16="http://schemas.microsoft.com/office/drawing/2014/main" id="{1BC0D271-AD9A-43FF-A794-F17593170808}"/>
              </a:ext>
            </a:extLst>
          </p:cNvPr>
          <p:cNvSpPr txBox="1"/>
          <p:nvPr/>
        </p:nvSpPr>
        <p:spPr>
          <a:xfrm>
            <a:off x="1645004" y="3520806"/>
            <a:ext cx="1536607" cy="384069"/>
          </a:xfrm>
          <a:prstGeom prst="rect">
            <a:avLst/>
          </a:prstGeom>
          <a:noFill/>
        </p:spPr>
        <p:txBody>
          <a:bodyPr wrap="square" lIns="91440" tIns="45720" rIns="91440" bIns="45720" anchor="ctr">
            <a:noAutofit/>
          </a:bodyPr>
          <a:lstStyle/>
          <a:p>
            <a:r>
              <a:rPr lang="zh-CN" altLang="en-US" b="1" dirty="0">
                <a:latin typeface="Arial Narrow" panose="020B0606020202030204" pitchFamily="34" charset="0"/>
              </a:rPr>
              <a:t>●  </a:t>
            </a:r>
            <a:r>
              <a:rPr lang="zh-CN" altLang="en-US" b="1" dirty="0">
                <a:solidFill>
                  <a:schemeClr val="accent3">
                    <a:lumMod val="75000"/>
                  </a:schemeClr>
                </a:solidFill>
                <a:latin typeface="Arial Narrow" panose="020B0606020202030204" pitchFamily="34" charset="0"/>
              </a:rPr>
              <a:t>主动扫描</a:t>
            </a:r>
          </a:p>
        </p:txBody>
      </p:sp>
      <p:sp>
        <p:nvSpPr>
          <p:cNvPr id="44" name="íşlïḍè">
            <a:extLst>
              <a:ext uri="{FF2B5EF4-FFF2-40B4-BE49-F238E27FC236}">
                <a16:creationId xmlns:a16="http://schemas.microsoft.com/office/drawing/2014/main" id="{9F5D0BE1-896E-40C7-83A6-A8A42960A8D5}"/>
              </a:ext>
            </a:extLst>
          </p:cNvPr>
          <p:cNvSpPr txBox="1"/>
          <p:nvPr/>
        </p:nvSpPr>
        <p:spPr>
          <a:xfrm>
            <a:off x="1373861" y="4058524"/>
            <a:ext cx="10573591" cy="384069"/>
          </a:xfrm>
          <a:prstGeom prst="rect">
            <a:avLst/>
          </a:prstGeom>
          <a:noFill/>
        </p:spPr>
        <p:txBody>
          <a:bodyPr wrap="square" lIns="91440" tIns="45720" rIns="91440" bIns="45720" anchor="ctr">
            <a:noAutofit/>
          </a:bodyPr>
          <a:lstStyle/>
          <a:p>
            <a:r>
              <a:rPr lang="zh-CN" altLang="en-US" b="1" dirty="0">
                <a:latin typeface="Arial Narrow" panose="020B0606020202030204" pitchFamily="34" charset="0"/>
              </a:rPr>
              <a:t>❷  </a:t>
            </a:r>
            <a:r>
              <a:rPr lang="zh-CN" altLang="en-US" b="1" dirty="0">
                <a:solidFill>
                  <a:schemeClr val="accent3">
                    <a:lumMod val="75000"/>
                  </a:schemeClr>
                </a:solidFill>
                <a:latin typeface="Arial Narrow" panose="020B0606020202030204" pitchFamily="34" charset="0"/>
              </a:rPr>
              <a:t>重建关联（</a:t>
            </a:r>
            <a:r>
              <a:rPr lang="en-US" altLang="zh-CN" b="1" dirty="0">
                <a:solidFill>
                  <a:schemeClr val="accent3">
                    <a:lumMod val="75000"/>
                  </a:schemeClr>
                </a:solidFill>
                <a:latin typeface="Arial Narrow" panose="020B0606020202030204" pitchFamily="34" charset="0"/>
              </a:rPr>
              <a:t>Reassociation</a:t>
            </a:r>
            <a:r>
              <a:rPr lang="zh-CN" altLang="en-US" b="1" dirty="0">
                <a:solidFill>
                  <a:schemeClr val="accent3">
                    <a:lumMod val="75000"/>
                  </a:schemeClr>
                </a:solidFill>
                <a:latin typeface="Arial Narrow" panose="020B0606020202030204" pitchFamily="34" charset="0"/>
              </a:rPr>
              <a:t>）服务和分离（</a:t>
            </a:r>
            <a:r>
              <a:rPr lang="en-US" altLang="zh-CN" b="1" dirty="0">
                <a:solidFill>
                  <a:schemeClr val="accent3">
                    <a:lumMod val="75000"/>
                  </a:schemeClr>
                </a:solidFill>
                <a:latin typeface="Arial Narrow" panose="020B0606020202030204" pitchFamily="34" charset="0"/>
              </a:rPr>
              <a:t>Dissociation</a:t>
            </a:r>
            <a:r>
              <a:rPr lang="zh-CN" altLang="en-US" b="1" dirty="0">
                <a:solidFill>
                  <a:schemeClr val="accent3">
                    <a:lumMod val="75000"/>
                  </a:schemeClr>
                </a:solidFill>
                <a:latin typeface="Arial Narrow" panose="020B0606020202030204" pitchFamily="34" charset="0"/>
              </a:rPr>
              <a:t>）服务</a:t>
            </a:r>
          </a:p>
        </p:txBody>
      </p:sp>
      <p:sp>
        <p:nvSpPr>
          <p:cNvPr id="45" name="íşlïḍè">
            <a:extLst>
              <a:ext uri="{FF2B5EF4-FFF2-40B4-BE49-F238E27FC236}">
                <a16:creationId xmlns:a16="http://schemas.microsoft.com/office/drawing/2014/main" id="{3A8BB4FA-DA48-4864-A38A-6627194155DF}"/>
              </a:ext>
            </a:extLst>
          </p:cNvPr>
          <p:cNvSpPr txBox="1"/>
          <p:nvPr/>
        </p:nvSpPr>
        <p:spPr>
          <a:xfrm>
            <a:off x="1645004" y="4560518"/>
            <a:ext cx="10249616" cy="621426"/>
          </a:xfrm>
          <a:prstGeom prst="rect">
            <a:avLst/>
          </a:prstGeom>
          <a:noFill/>
        </p:spPr>
        <p:txBody>
          <a:bodyPr wrap="square" lIns="91440" tIns="45720" rIns="91440" bIns="45720" anchor="ctr">
            <a:noAutofit/>
          </a:bodyPr>
          <a:lstStyle/>
          <a:p>
            <a:r>
              <a:rPr lang="zh-CN" altLang="en-US" b="1" dirty="0">
                <a:latin typeface="Arial Narrow" panose="020B0606020202030204" pitchFamily="34" charset="0"/>
              </a:rPr>
              <a:t>如果一个移动站要把与某个接入点</a:t>
            </a:r>
            <a:r>
              <a:rPr lang="en-US" altLang="zh-CN" b="1" dirty="0">
                <a:latin typeface="Arial Narrow" panose="020B0606020202030204" pitchFamily="34" charset="0"/>
              </a:rPr>
              <a:t>AP</a:t>
            </a:r>
            <a:r>
              <a:rPr lang="zh-CN" altLang="en-US" b="1" dirty="0">
                <a:latin typeface="Arial Narrow" panose="020B0606020202030204" pitchFamily="34" charset="0"/>
              </a:rPr>
              <a:t>的关联转移到另一个</a:t>
            </a:r>
            <a:r>
              <a:rPr lang="en-US" altLang="zh-CN" b="1" dirty="0">
                <a:latin typeface="Arial Narrow" panose="020B0606020202030204" pitchFamily="34" charset="0"/>
              </a:rPr>
              <a:t>AP</a:t>
            </a:r>
            <a:r>
              <a:rPr lang="zh-CN" altLang="en-US" b="1" dirty="0">
                <a:latin typeface="Arial Narrow" panose="020B0606020202030204" pitchFamily="34" charset="0"/>
              </a:rPr>
              <a:t>，就可以使用重建关联服务；若要终止关联服务，就应使用分离服务。</a:t>
            </a:r>
          </a:p>
        </p:txBody>
      </p:sp>
    </p:spTree>
    <p:custDataLst>
      <p:tags r:id="rId1"/>
    </p:custDataLst>
    <p:extLst>
      <p:ext uri="{BB962C8B-B14F-4D97-AF65-F5344CB8AC3E}">
        <p14:creationId xmlns:p14="http://schemas.microsoft.com/office/powerpoint/2010/main" val="1095117178"/>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 presetClass="entr" presetSubtype="0" fill="hold" grpId="0" nodeType="withEffect">
                                  <p:stCondLst>
                                    <p:cond delay="0"/>
                                  </p:stCondLst>
                                  <p:iterate type="lt">
                                    <p:tmAbs val="100"/>
                                  </p:iterate>
                                  <p:childTnLst>
                                    <p:set>
                                      <p:cBhvr>
                                        <p:cTn id="6" dur="1" fill="hold">
                                          <p:stCondLst>
                                            <p:cond delay="0"/>
                                          </p:stCondLst>
                                        </p:cTn>
                                        <p:tgtEl>
                                          <p:spTgt spid="44"/>
                                        </p:tgtEl>
                                        <p:attrNameLst>
                                          <p:attrName>style.visibility</p:attrName>
                                        </p:attrNameLst>
                                      </p:cBhvr>
                                      <p:to>
                                        <p:strVal val="visible"/>
                                      </p:to>
                                    </p:set>
                                  </p:childTnLst>
                                </p:cTn>
                              </p:par>
                            </p:childTnLst>
                          </p:cTn>
                        </p:par>
                      </p:childTnLst>
                    </p:cTn>
                  </p:par>
                  <p:par>
                    <p:cTn id="7" fill="hold">
                      <p:stCondLst>
                        <p:cond delay="indefinite"/>
                      </p:stCondLst>
                      <p:childTnLst>
                        <p:par>
                          <p:cTn id="8" fill="hold">
                            <p:stCondLst>
                              <p:cond delay="0"/>
                            </p:stCondLst>
                            <p:childTnLst>
                              <p:par>
                                <p:cTn id="9" presetID="1" presetClass="entr" presetSubtype="0" fill="hold" grpId="0" nodeType="clickEffect">
                                  <p:stCondLst>
                                    <p:cond delay="0"/>
                                  </p:stCondLst>
                                  <p:iterate type="lt">
                                    <p:tmAbs val="100"/>
                                  </p:iterate>
                                  <p:childTnLst>
                                    <p:set>
                                      <p:cBhvr>
                                        <p:cTn id="10" dur="1" fill="hold">
                                          <p:stCondLst>
                                            <p:cond delay="0"/>
                                          </p:stCondLst>
                                        </p:cTn>
                                        <p:tgtEl>
                                          <p:spTgt spid="45"/>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4" grpId="0"/>
      <p:bldP spid="45" grpId="0"/>
    </p:bldLst>
  </p:timing>
</p:sld>
</file>

<file path=ppt/slides/slide52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5" name="组合 4">
            <a:extLst>
              <a:ext uri="{FF2B5EF4-FFF2-40B4-BE49-F238E27FC236}">
                <a16:creationId xmlns:a16="http://schemas.microsoft.com/office/drawing/2014/main" id="{7B98394B-6EAE-4527-99D5-32E7DEC3D9CE}"/>
              </a:ext>
            </a:extLst>
          </p:cNvPr>
          <p:cNvGrpSpPr/>
          <p:nvPr/>
        </p:nvGrpSpPr>
        <p:grpSpPr>
          <a:xfrm>
            <a:off x="3140363" y="2514033"/>
            <a:ext cx="5911273" cy="3592282"/>
            <a:chOff x="3140363" y="2514033"/>
            <a:chExt cx="5911273" cy="3592282"/>
          </a:xfrm>
        </p:grpSpPr>
        <p:sp>
          <p:nvSpPr>
            <p:cNvPr id="15" name="椭圆 14">
              <a:extLst>
                <a:ext uri="{FF2B5EF4-FFF2-40B4-BE49-F238E27FC236}">
                  <a16:creationId xmlns:a16="http://schemas.microsoft.com/office/drawing/2014/main" id="{050839D7-8E2A-4DBC-BD02-EAD11020A27A}"/>
                </a:ext>
              </a:extLst>
            </p:cNvPr>
            <p:cNvSpPr/>
            <p:nvPr/>
          </p:nvSpPr>
          <p:spPr>
            <a:xfrm>
              <a:off x="3140363" y="2514033"/>
              <a:ext cx="5911273" cy="3592282"/>
            </a:xfrm>
            <a:prstGeom prst="ellipse">
              <a:avLst/>
            </a:prstGeom>
            <a:solidFill>
              <a:schemeClr val="bg2"/>
            </a:solidFill>
            <a:ln>
              <a:solidFill>
                <a:schemeClr val="tx1"/>
              </a:solidFill>
            </a:ln>
          </p:spPr>
          <p:style>
            <a:lnRef idx="2">
              <a:schemeClr val="accent2">
                <a:shade val="50000"/>
              </a:schemeClr>
            </a:lnRef>
            <a:fillRef idx="1">
              <a:schemeClr val="accent2"/>
            </a:fillRef>
            <a:effectRef idx="0">
              <a:schemeClr val="accent2"/>
            </a:effectRef>
            <a:fontRef idx="minor">
              <a:schemeClr val="lt1"/>
            </a:fontRef>
          </p:style>
          <p:txBody>
            <a:bodyPr rtlCol="0" anchor="ctr"/>
            <a:lstStyle/>
            <a:p>
              <a:pPr algn="ctr"/>
              <a:endParaRPr lang="zh-CN" altLang="en-US" b="1">
                <a:latin typeface="Arial Narrow" panose="020B0606020202030204" pitchFamily="34" charset="0"/>
              </a:endParaRPr>
            </a:p>
          </p:txBody>
        </p:sp>
        <p:grpSp>
          <p:nvGrpSpPr>
            <p:cNvPr id="17" name="组合 16">
              <a:extLst>
                <a:ext uri="{FF2B5EF4-FFF2-40B4-BE49-F238E27FC236}">
                  <a16:creationId xmlns:a16="http://schemas.microsoft.com/office/drawing/2014/main" id="{1C0EB936-5250-49EA-822C-A1FA2EC0BE68}"/>
                </a:ext>
              </a:extLst>
            </p:cNvPr>
            <p:cNvGrpSpPr/>
            <p:nvPr/>
          </p:nvGrpSpPr>
          <p:grpSpPr>
            <a:xfrm>
              <a:off x="3411564" y="4274934"/>
              <a:ext cx="662814" cy="846462"/>
              <a:chOff x="1558662" y="1609182"/>
              <a:chExt cx="662814" cy="846462"/>
            </a:xfrm>
          </p:grpSpPr>
          <p:grpSp>
            <p:nvGrpSpPr>
              <p:cNvPr id="18" name="组合 17">
                <a:extLst>
                  <a:ext uri="{FF2B5EF4-FFF2-40B4-BE49-F238E27FC236}">
                    <a16:creationId xmlns:a16="http://schemas.microsoft.com/office/drawing/2014/main" id="{BF627B7F-0C3E-4D39-9B9B-926F584BFF4D}"/>
                  </a:ext>
                </a:extLst>
              </p:cNvPr>
              <p:cNvGrpSpPr/>
              <p:nvPr/>
            </p:nvGrpSpPr>
            <p:grpSpPr>
              <a:xfrm>
                <a:off x="1558662" y="1609182"/>
                <a:ext cx="662814" cy="846462"/>
                <a:chOff x="2163893" y="1015189"/>
                <a:chExt cx="662814" cy="846462"/>
              </a:xfrm>
            </p:grpSpPr>
            <p:grpSp>
              <p:nvGrpSpPr>
                <p:cNvPr id="20" name="组合 19">
                  <a:extLst>
                    <a:ext uri="{FF2B5EF4-FFF2-40B4-BE49-F238E27FC236}">
                      <a16:creationId xmlns:a16="http://schemas.microsoft.com/office/drawing/2014/main" id="{8B861BF1-B7A8-4439-B43E-7AA70FD6870F}"/>
                    </a:ext>
                  </a:extLst>
                </p:cNvPr>
                <p:cNvGrpSpPr/>
                <p:nvPr/>
              </p:nvGrpSpPr>
              <p:grpSpPr>
                <a:xfrm>
                  <a:off x="2442267" y="1015189"/>
                  <a:ext cx="381000" cy="351117"/>
                  <a:chOff x="2556504" y="2484669"/>
                  <a:chExt cx="381000" cy="351117"/>
                </a:xfrm>
              </p:grpSpPr>
              <p:pic>
                <p:nvPicPr>
                  <p:cNvPr id="23" name="图形 22">
                    <a:extLst>
                      <a:ext uri="{FF2B5EF4-FFF2-40B4-BE49-F238E27FC236}">
                        <a16:creationId xmlns:a16="http://schemas.microsoft.com/office/drawing/2014/main" id="{6F9F4C71-9E03-4C98-AAAC-BF65C14F3B23}"/>
                      </a:ext>
                    </a:extLst>
                  </p:cNvPr>
                  <p:cNvPicPr>
                    <a:picLocks noChangeAspect="1"/>
                  </p:cNvPicPr>
                  <p:nvPr/>
                </p:nvPicPr>
                <p:blipFill>
                  <a:blip r:embed="rId3">
                    <a:extLst>
                      <a:ext uri="{28A0092B-C50C-407E-A947-70E740481C1C}">
                        <a14:useLocalDpi xmlns:a14="http://schemas.microsoft.com/office/drawing/2010/main" val="0"/>
                      </a:ext>
                      <a:ext uri="{96DAC541-7B7A-43D3-8B79-37D633B846F1}">
                        <asvg:svgBlip xmlns:asvg="http://schemas.microsoft.com/office/drawing/2016/SVG/main" r:embed="rId4"/>
                      </a:ext>
                    </a:extLst>
                  </a:blip>
                  <a:stretch>
                    <a:fillRect/>
                  </a:stretch>
                </p:blipFill>
                <p:spPr>
                  <a:xfrm>
                    <a:off x="2556504" y="2484669"/>
                    <a:ext cx="381000" cy="285750"/>
                  </a:xfrm>
                  <a:prstGeom prst="rect">
                    <a:avLst/>
                  </a:prstGeom>
                </p:spPr>
              </p:pic>
              <p:cxnSp>
                <p:nvCxnSpPr>
                  <p:cNvPr id="24" name="直接连接符 23">
                    <a:extLst>
                      <a:ext uri="{FF2B5EF4-FFF2-40B4-BE49-F238E27FC236}">
                        <a16:creationId xmlns:a16="http://schemas.microsoft.com/office/drawing/2014/main" id="{EA7CEB26-54CE-4708-843C-032AF2B592FB}"/>
                      </a:ext>
                    </a:extLst>
                  </p:cNvPr>
                  <p:cNvCxnSpPr/>
                  <p:nvPr/>
                </p:nvCxnSpPr>
                <p:spPr>
                  <a:xfrm>
                    <a:off x="2747004" y="2612580"/>
                    <a:ext cx="0" cy="223206"/>
                  </a:xfrm>
                  <a:prstGeom prst="line">
                    <a:avLst/>
                  </a:prstGeom>
                  <a:ln w="25400">
                    <a:solidFill>
                      <a:srgbClr val="999999"/>
                    </a:solidFill>
                  </a:ln>
                </p:spPr>
                <p:style>
                  <a:lnRef idx="1">
                    <a:schemeClr val="accent1"/>
                  </a:lnRef>
                  <a:fillRef idx="0">
                    <a:schemeClr val="accent1"/>
                  </a:fillRef>
                  <a:effectRef idx="0">
                    <a:schemeClr val="accent1"/>
                  </a:effectRef>
                  <a:fontRef idx="minor">
                    <a:schemeClr val="tx1"/>
                  </a:fontRef>
                </p:style>
              </p:cxnSp>
            </p:grpSp>
            <p:pic>
              <p:nvPicPr>
                <p:cNvPr id="22" name="图形 10">
                  <a:extLst>
                    <a:ext uri="{FF2B5EF4-FFF2-40B4-BE49-F238E27FC236}">
                      <a16:creationId xmlns:a16="http://schemas.microsoft.com/office/drawing/2014/main" id="{6B0540D4-E6AE-465C-B59F-EC1FB71E18F8}"/>
                    </a:ext>
                  </a:extLst>
                </p:cNvPr>
                <p:cNvPicPr>
                  <a:picLocks noChangeAspect="1"/>
                </p:cNvPicPr>
                <p:nvPr/>
              </p:nvPicPr>
              <p:blipFill>
                <a:blip r:embed="rId5">
                  <a:extLst>
                    <a:ext uri="{28A0092B-C50C-407E-A947-70E740481C1C}">
                      <a14:useLocalDpi xmlns:a14="http://schemas.microsoft.com/office/drawing/2010/main" val="0"/>
                    </a:ext>
                    <a:ext uri="{96DAC541-7B7A-43D3-8B79-37D633B846F1}">
                      <asvg:svgBlip xmlns:asvg="http://schemas.microsoft.com/office/drawing/2016/SVG/main" r:embed="rId6"/>
                    </a:ext>
                  </a:extLst>
                </a:blip>
                <a:stretch>
                  <a:fillRect/>
                </a:stretch>
              </p:blipFill>
              <p:spPr>
                <a:xfrm>
                  <a:off x="2163893" y="1220569"/>
                  <a:ext cx="662814" cy="641082"/>
                </a:xfrm>
                <a:prstGeom prst="rect">
                  <a:avLst/>
                </a:prstGeom>
              </p:spPr>
            </p:pic>
          </p:grpSp>
          <p:sp>
            <p:nvSpPr>
              <p:cNvPr id="19" name="文本框 18">
                <a:extLst>
                  <a:ext uri="{FF2B5EF4-FFF2-40B4-BE49-F238E27FC236}">
                    <a16:creationId xmlns:a16="http://schemas.microsoft.com/office/drawing/2014/main" id="{414506D2-D994-4241-9EC5-D2CAB02CEDAB}"/>
                  </a:ext>
                </a:extLst>
              </p:cNvPr>
              <p:cNvSpPr txBox="1"/>
              <p:nvPr/>
            </p:nvSpPr>
            <p:spPr>
              <a:xfrm>
                <a:off x="1882572" y="1848696"/>
                <a:ext cx="289927" cy="369332"/>
              </a:xfrm>
              <a:prstGeom prst="rect">
                <a:avLst/>
              </a:prstGeom>
              <a:noFill/>
            </p:spPr>
            <p:txBody>
              <a:bodyPr wrap="square" rtlCol="0">
                <a:spAutoFit/>
              </a:bodyPr>
              <a:lstStyle/>
              <a:p>
                <a:pPr algn="ctr"/>
                <a:r>
                  <a:rPr lang="en-US" altLang="zh-CN" b="1" dirty="0">
                    <a:latin typeface="Arial Narrow" panose="020B0606020202030204" pitchFamily="34" charset="0"/>
                  </a:rPr>
                  <a:t>A</a:t>
                </a:r>
                <a:endParaRPr lang="zh-CN" altLang="en-US" b="1" dirty="0">
                  <a:latin typeface="Arial Narrow" panose="020B0606020202030204" pitchFamily="34" charset="0"/>
                </a:endParaRPr>
              </a:p>
            </p:txBody>
          </p:sp>
        </p:grpSp>
        <p:grpSp>
          <p:nvGrpSpPr>
            <p:cNvPr id="25" name="组合 24">
              <a:extLst>
                <a:ext uri="{FF2B5EF4-FFF2-40B4-BE49-F238E27FC236}">
                  <a16:creationId xmlns:a16="http://schemas.microsoft.com/office/drawing/2014/main" id="{8E98DDC0-95DA-41AC-BBF7-2A0F58FB35F1}"/>
                </a:ext>
              </a:extLst>
            </p:cNvPr>
            <p:cNvGrpSpPr/>
            <p:nvPr/>
          </p:nvGrpSpPr>
          <p:grpSpPr>
            <a:xfrm>
              <a:off x="5311776" y="4753971"/>
              <a:ext cx="662814" cy="846462"/>
              <a:chOff x="1558662" y="1609182"/>
              <a:chExt cx="662814" cy="846462"/>
            </a:xfrm>
          </p:grpSpPr>
          <p:grpSp>
            <p:nvGrpSpPr>
              <p:cNvPr id="26" name="组合 25">
                <a:extLst>
                  <a:ext uri="{FF2B5EF4-FFF2-40B4-BE49-F238E27FC236}">
                    <a16:creationId xmlns:a16="http://schemas.microsoft.com/office/drawing/2014/main" id="{E12F4B23-8A0E-4313-B522-21401B225E83}"/>
                  </a:ext>
                </a:extLst>
              </p:cNvPr>
              <p:cNvGrpSpPr/>
              <p:nvPr/>
            </p:nvGrpSpPr>
            <p:grpSpPr>
              <a:xfrm>
                <a:off x="1558662" y="1609182"/>
                <a:ext cx="662814" cy="846462"/>
                <a:chOff x="2163893" y="1015189"/>
                <a:chExt cx="662814" cy="846462"/>
              </a:xfrm>
            </p:grpSpPr>
            <p:grpSp>
              <p:nvGrpSpPr>
                <p:cNvPr id="28" name="组合 27">
                  <a:extLst>
                    <a:ext uri="{FF2B5EF4-FFF2-40B4-BE49-F238E27FC236}">
                      <a16:creationId xmlns:a16="http://schemas.microsoft.com/office/drawing/2014/main" id="{74BFB22F-DF62-4BD4-8309-9E666B61A962}"/>
                    </a:ext>
                  </a:extLst>
                </p:cNvPr>
                <p:cNvGrpSpPr/>
                <p:nvPr/>
              </p:nvGrpSpPr>
              <p:grpSpPr>
                <a:xfrm>
                  <a:off x="2442267" y="1015189"/>
                  <a:ext cx="381000" cy="351117"/>
                  <a:chOff x="2556504" y="2484669"/>
                  <a:chExt cx="381000" cy="351117"/>
                </a:xfrm>
              </p:grpSpPr>
              <p:pic>
                <p:nvPicPr>
                  <p:cNvPr id="30" name="图形 29">
                    <a:extLst>
                      <a:ext uri="{FF2B5EF4-FFF2-40B4-BE49-F238E27FC236}">
                        <a16:creationId xmlns:a16="http://schemas.microsoft.com/office/drawing/2014/main" id="{00C554F8-CC76-4657-B798-A554C9DD1592}"/>
                      </a:ext>
                    </a:extLst>
                  </p:cNvPr>
                  <p:cNvPicPr>
                    <a:picLocks noChangeAspect="1"/>
                  </p:cNvPicPr>
                  <p:nvPr/>
                </p:nvPicPr>
                <p:blipFill>
                  <a:blip r:embed="rId3">
                    <a:extLst>
                      <a:ext uri="{28A0092B-C50C-407E-A947-70E740481C1C}">
                        <a14:useLocalDpi xmlns:a14="http://schemas.microsoft.com/office/drawing/2010/main" val="0"/>
                      </a:ext>
                      <a:ext uri="{96DAC541-7B7A-43D3-8B79-37D633B846F1}">
                        <asvg:svgBlip xmlns:asvg="http://schemas.microsoft.com/office/drawing/2016/SVG/main" r:embed="rId4"/>
                      </a:ext>
                    </a:extLst>
                  </a:blip>
                  <a:stretch>
                    <a:fillRect/>
                  </a:stretch>
                </p:blipFill>
                <p:spPr>
                  <a:xfrm>
                    <a:off x="2556504" y="2484669"/>
                    <a:ext cx="381000" cy="285750"/>
                  </a:xfrm>
                  <a:prstGeom prst="rect">
                    <a:avLst/>
                  </a:prstGeom>
                </p:spPr>
              </p:pic>
              <p:cxnSp>
                <p:nvCxnSpPr>
                  <p:cNvPr id="31" name="直接连接符 30">
                    <a:extLst>
                      <a:ext uri="{FF2B5EF4-FFF2-40B4-BE49-F238E27FC236}">
                        <a16:creationId xmlns:a16="http://schemas.microsoft.com/office/drawing/2014/main" id="{4F4829DA-384C-49AE-8C29-588AD64C315E}"/>
                      </a:ext>
                    </a:extLst>
                  </p:cNvPr>
                  <p:cNvCxnSpPr/>
                  <p:nvPr/>
                </p:nvCxnSpPr>
                <p:spPr>
                  <a:xfrm>
                    <a:off x="2747004" y="2612580"/>
                    <a:ext cx="0" cy="223206"/>
                  </a:xfrm>
                  <a:prstGeom prst="line">
                    <a:avLst/>
                  </a:prstGeom>
                  <a:ln w="25400">
                    <a:solidFill>
                      <a:srgbClr val="999999"/>
                    </a:solidFill>
                  </a:ln>
                </p:spPr>
                <p:style>
                  <a:lnRef idx="1">
                    <a:schemeClr val="accent1"/>
                  </a:lnRef>
                  <a:fillRef idx="0">
                    <a:schemeClr val="accent1"/>
                  </a:fillRef>
                  <a:effectRef idx="0">
                    <a:schemeClr val="accent1"/>
                  </a:effectRef>
                  <a:fontRef idx="minor">
                    <a:schemeClr val="tx1"/>
                  </a:fontRef>
                </p:style>
              </p:cxnSp>
            </p:grpSp>
            <p:pic>
              <p:nvPicPr>
                <p:cNvPr id="29" name="图形 10">
                  <a:extLst>
                    <a:ext uri="{FF2B5EF4-FFF2-40B4-BE49-F238E27FC236}">
                      <a16:creationId xmlns:a16="http://schemas.microsoft.com/office/drawing/2014/main" id="{D92A5F79-2363-4D3C-88AB-2EA14EF79A8A}"/>
                    </a:ext>
                  </a:extLst>
                </p:cNvPr>
                <p:cNvPicPr>
                  <a:picLocks noChangeAspect="1"/>
                </p:cNvPicPr>
                <p:nvPr/>
              </p:nvPicPr>
              <p:blipFill>
                <a:blip r:embed="rId5">
                  <a:extLst>
                    <a:ext uri="{28A0092B-C50C-407E-A947-70E740481C1C}">
                      <a14:useLocalDpi xmlns:a14="http://schemas.microsoft.com/office/drawing/2010/main" val="0"/>
                    </a:ext>
                    <a:ext uri="{96DAC541-7B7A-43D3-8B79-37D633B846F1}">
                      <asvg:svgBlip xmlns:asvg="http://schemas.microsoft.com/office/drawing/2016/SVG/main" r:embed="rId6"/>
                    </a:ext>
                  </a:extLst>
                </a:blip>
                <a:stretch>
                  <a:fillRect/>
                </a:stretch>
              </p:blipFill>
              <p:spPr>
                <a:xfrm>
                  <a:off x="2163893" y="1220569"/>
                  <a:ext cx="662814" cy="641082"/>
                </a:xfrm>
                <a:prstGeom prst="rect">
                  <a:avLst/>
                </a:prstGeom>
              </p:spPr>
            </p:pic>
          </p:grpSp>
          <p:sp>
            <p:nvSpPr>
              <p:cNvPr id="27" name="文本框 26">
                <a:extLst>
                  <a:ext uri="{FF2B5EF4-FFF2-40B4-BE49-F238E27FC236}">
                    <a16:creationId xmlns:a16="http://schemas.microsoft.com/office/drawing/2014/main" id="{65665CF5-53D4-4A1B-9607-B93F324E7F60}"/>
                  </a:ext>
                </a:extLst>
              </p:cNvPr>
              <p:cNvSpPr txBox="1"/>
              <p:nvPr/>
            </p:nvSpPr>
            <p:spPr>
              <a:xfrm>
                <a:off x="1882572" y="1848696"/>
                <a:ext cx="289927" cy="369332"/>
              </a:xfrm>
              <a:prstGeom prst="rect">
                <a:avLst/>
              </a:prstGeom>
              <a:noFill/>
            </p:spPr>
            <p:txBody>
              <a:bodyPr wrap="square" rtlCol="0">
                <a:spAutoFit/>
              </a:bodyPr>
              <a:lstStyle/>
              <a:p>
                <a:pPr algn="ctr"/>
                <a:r>
                  <a:rPr lang="en-US" altLang="zh-CN" b="1" dirty="0">
                    <a:latin typeface="Arial Narrow" panose="020B0606020202030204" pitchFamily="34" charset="0"/>
                  </a:rPr>
                  <a:t>C</a:t>
                </a:r>
                <a:endParaRPr lang="zh-CN" altLang="en-US" b="1" dirty="0">
                  <a:latin typeface="Arial Narrow" panose="020B0606020202030204" pitchFamily="34" charset="0"/>
                </a:endParaRPr>
              </a:p>
            </p:txBody>
          </p:sp>
        </p:grpSp>
        <p:grpSp>
          <p:nvGrpSpPr>
            <p:cNvPr id="32" name="组合 31">
              <a:extLst>
                <a:ext uri="{FF2B5EF4-FFF2-40B4-BE49-F238E27FC236}">
                  <a16:creationId xmlns:a16="http://schemas.microsoft.com/office/drawing/2014/main" id="{BF8C65D5-081F-4B8F-9CCE-5D23C1682B4E}"/>
                </a:ext>
              </a:extLst>
            </p:cNvPr>
            <p:cNvGrpSpPr/>
            <p:nvPr/>
          </p:nvGrpSpPr>
          <p:grpSpPr>
            <a:xfrm>
              <a:off x="4842903" y="3277148"/>
              <a:ext cx="662814" cy="846462"/>
              <a:chOff x="1558662" y="1609182"/>
              <a:chExt cx="662814" cy="846462"/>
            </a:xfrm>
          </p:grpSpPr>
          <p:grpSp>
            <p:nvGrpSpPr>
              <p:cNvPr id="33" name="组合 32">
                <a:extLst>
                  <a:ext uri="{FF2B5EF4-FFF2-40B4-BE49-F238E27FC236}">
                    <a16:creationId xmlns:a16="http://schemas.microsoft.com/office/drawing/2014/main" id="{8BB7EB73-BCCD-4742-AF0E-1309B670C46C}"/>
                  </a:ext>
                </a:extLst>
              </p:cNvPr>
              <p:cNvGrpSpPr/>
              <p:nvPr/>
            </p:nvGrpSpPr>
            <p:grpSpPr>
              <a:xfrm>
                <a:off x="1558662" y="1609182"/>
                <a:ext cx="662814" cy="846462"/>
                <a:chOff x="2163893" y="1015189"/>
                <a:chExt cx="662814" cy="846462"/>
              </a:xfrm>
            </p:grpSpPr>
            <p:grpSp>
              <p:nvGrpSpPr>
                <p:cNvPr id="35" name="组合 34">
                  <a:extLst>
                    <a:ext uri="{FF2B5EF4-FFF2-40B4-BE49-F238E27FC236}">
                      <a16:creationId xmlns:a16="http://schemas.microsoft.com/office/drawing/2014/main" id="{2AA7B07D-B27C-4C50-BE2F-84B8270E6C9A}"/>
                    </a:ext>
                  </a:extLst>
                </p:cNvPr>
                <p:cNvGrpSpPr/>
                <p:nvPr/>
              </p:nvGrpSpPr>
              <p:grpSpPr>
                <a:xfrm>
                  <a:off x="2442267" y="1015189"/>
                  <a:ext cx="381000" cy="351117"/>
                  <a:chOff x="2556504" y="2484669"/>
                  <a:chExt cx="381000" cy="351117"/>
                </a:xfrm>
              </p:grpSpPr>
              <p:pic>
                <p:nvPicPr>
                  <p:cNvPr id="37" name="图形 36">
                    <a:extLst>
                      <a:ext uri="{FF2B5EF4-FFF2-40B4-BE49-F238E27FC236}">
                        <a16:creationId xmlns:a16="http://schemas.microsoft.com/office/drawing/2014/main" id="{3D3F32D9-A58F-4024-9D91-57532B745651}"/>
                      </a:ext>
                    </a:extLst>
                  </p:cNvPr>
                  <p:cNvPicPr>
                    <a:picLocks noChangeAspect="1"/>
                  </p:cNvPicPr>
                  <p:nvPr/>
                </p:nvPicPr>
                <p:blipFill>
                  <a:blip r:embed="rId3">
                    <a:extLst>
                      <a:ext uri="{28A0092B-C50C-407E-A947-70E740481C1C}">
                        <a14:useLocalDpi xmlns:a14="http://schemas.microsoft.com/office/drawing/2010/main" val="0"/>
                      </a:ext>
                      <a:ext uri="{96DAC541-7B7A-43D3-8B79-37D633B846F1}">
                        <asvg:svgBlip xmlns:asvg="http://schemas.microsoft.com/office/drawing/2016/SVG/main" r:embed="rId4"/>
                      </a:ext>
                    </a:extLst>
                  </a:blip>
                  <a:stretch>
                    <a:fillRect/>
                  </a:stretch>
                </p:blipFill>
                <p:spPr>
                  <a:xfrm>
                    <a:off x="2556504" y="2484669"/>
                    <a:ext cx="381000" cy="285750"/>
                  </a:xfrm>
                  <a:prstGeom prst="rect">
                    <a:avLst/>
                  </a:prstGeom>
                </p:spPr>
              </p:pic>
              <p:cxnSp>
                <p:nvCxnSpPr>
                  <p:cNvPr id="38" name="直接连接符 37">
                    <a:extLst>
                      <a:ext uri="{FF2B5EF4-FFF2-40B4-BE49-F238E27FC236}">
                        <a16:creationId xmlns:a16="http://schemas.microsoft.com/office/drawing/2014/main" id="{66FB0A77-16E5-4DEF-BD0A-41A234C7D5BB}"/>
                      </a:ext>
                    </a:extLst>
                  </p:cNvPr>
                  <p:cNvCxnSpPr/>
                  <p:nvPr/>
                </p:nvCxnSpPr>
                <p:spPr>
                  <a:xfrm>
                    <a:off x="2747004" y="2612580"/>
                    <a:ext cx="0" cy="223206"/>
                  </a:xfrm>
                  <a:prstGeom prst="line">
                    <a:avLst/>
                  </a:prstGeom>
                  <a:ln w="25400">
                    <a:solidFill>
                      <a:srgbClr val="999999"/>
                    </a:solidFill>
                  </a:ln>
                </p:spPr>
                <p:style>
                  <a:lnRef idx="1">
                    <a:schemeClr val="accent1"/>
                  </a:lnRef>
                  <a:fillRef idx="0">
                    <a:schemeClr val="accent1"/>
                  </a:fillRef>
                  <a:effectRef idx="0">
                    <a:schemeClr val="accent1"/>
                  </a:effectRef>
                  <a:fontRef idx="minor">
                    <a:schemeClr val="tx1"/>
                  </a:fontRef>
                </p:style>
              </p:cxnSp>
            </p:grpSp>
            <p:pic>
              <p:nvPicPr>
                <p:cNvPr id="36" name="图形 10">
                  <a:extLst>
                    <a:ext uri="{FF2B5EF4-FFF2-40B4-BE49-F238E27FC236}">
                      <a16:creationId xmlns:a16="http://schemas.microsoft.com/office/drawing/2014/main" id="{3F8EF625-1973-4465-8504-2DA18869685F}"/>
                    </a:ext>
                  </a:extLst>
                </p:cNvPr>
                <p:cNvPicPr>
                  <a:picLocks noChangeAspect="1"/>
                </p:cNvPicPr>
                <p:nvPr/>
              </p:nvPicPr>
              <p:blipFill>
                <a:blip r:embed="rId5">
                  <a:extLst>
                    <a:ext uri="{28A0092B-C50C-407E-A947-70E740481C1C}">
                      <a14:useLocalDpi xmlns:a14="http://schemas.microsoft.com/office/drawing/2010/main" val="0"/>
                    </a:ext>
                    <a:ext uri="{96DAC541-7B7A-43D3-8B79-37D633B846F1}">
                      <asvg:svgBlip xmlns:asvg="http://schemas.microsoft.com/office/drawing/2016/SVG/main" r:embed="rId6"/>
                    </a:ext>
                  </a:extLst>
                </a:blip>
                <a:stretch>
                  <a:fillRect/>
                </a:stretch>
              </p:blipFill>
              <p:spPr>
                <a:xfrm>
                  <a:off x="2163893" y="1220569"/>
                  <a:ext cx="662814" cy="641082"/>
                </a:xfrm>
                <a:prstGeom prst="rect">
                  <a:avLst/>
                </a:prstGeom>
              </p:spPr>
            </p:pic>
          </p:grpSp>
          <p:sp>
            <p:nvSpPr>
              <p:cNvPr id="34" name="文本框 33">
                <a:extLst>
                  <a:ext uri="{FF2B5EF4-FFF2-40B4-BE49-F238E27FC236}">
                    <a16:creationId xmlns:a16="http://schemas.microsoft.com/office/drawing/2014/main" id="{0B05990E-97C8-4061-A387-C44D6D37AE54}"/>
                  </a:ext>
                </a:extLst>
              </p:cNvPr>
              <p:cNvSpPr txBox="1"/>
              <p:nvPr/>
            </p:nvSpPr>
            <p:spPr>
              <a:xfrm>
                <a:off x="1882572" y="1848696"/>
                <a:ext cx="289927" cy="369332"/>
              </a:xfrm>
              <a:prstGeom prst="rect">
                <a:avLst/>
              </a:prstGeom>
              <a:noFill/>
            </p:spPr>
            <p:txBody>
              <a:bodyPr wrap="square" rtlCol="0">
                <a:spAutoFit/>
              </a:bodyPr>
              <a:lstStyle/>
              <a:p>
                <a:pPr algn="ctr"/>
                <a:r>
                  <a:rPr lang="en-US" altLang="zh-CN" b="1" dirty="0">
                    <a:latin typeface="Arial Narrow" panose="020B0606020202030204" pitchFamily="34" charset="0"/>
                  </a:rPr>
                  <a:t>B</a:t>
                </a:r>
                <a:endParaRPr lang="zh-CN" altLang="en-US" b="1" dirty="0">
                  <a:latin typeface="Arial Narrow" panose="020B0606020202030204" pitchFamily="34" charset="0"/>
                </a:endParaRPr>
              </a:p>
            </p:txBody>
          </p:sp>
        </p:grpSp>
        <p:grpSp>
          <p:nvGrpSpPr>
            <p:cNvPr id="39" name="组合 38">
              <a:extLst>
                <a:ext uri="{FF2B5EF4-FFF2-40B4-BE49-F238E27FC236}">
                  <a16:creationId xmlns:a16="http://schemas.microsoft.com/office/drawing/2014/main" id="{FC07CA6A-4E0C-4FDF-83C2-F7C39DB273F8}"/>
                </a:ext>
              </a:extLst>
            </p:cNvPr>
            <p:cNvGrpSpPr/>
            <p:nvPr/>
          </p:nvGrpSpPr>
          <p:grpSpPr>
            <a:xfrm>
              <a:off x="7867438" y="3330604"/>
              <a:ext cx="662814" cy="846462"/>
              <a:chOff x="1558662" y="1609182"/>
              <a:chExt cx="662814" cy="846462"/>
            </a:xfrm>
          </p:grpSpPr>
          <p:grpSp>
            <p:nvGrpSpPr>
              <p:cNvPr id="40" name="组合 39">
                <a:extLst>
                  <a:ext uri="{FF2B5EF4-FFF2-40B4-BE49-F238E27FC236}">
                    <a16:creationId xmlns:a16="http://schemas.microsoft.com/office/drawing/2014/main" id="{B6450D53-3BC4-48C1-8264-253AB9A459A3}"/>
                  </a:ext>
                </a:extLst>
              </p:cNvPr>
              <p:cNvGrpSpPr/>
              <p:nvPr/>
            </p:nvGrpSpPr>
            <p:grpSpPr>
              <a:xfrm>
                <a:off x="1558662" y="1609182"/>
                <a:ext cx="662814" cy="846462"/>
                <a:chOff x="2163893" y="1015189"/>
                <a:chExt cx="662814" cy="846462"/>
              </a:xfrm>
            </p:grpSpPr>
            <p:grpSp>
              <p:nvGrpSpPr>
                <p:cNvPr id="42" name="组合 41">
                  <a:extLst>
                    <a:ext uri="{FF2B5EF4-FFF2-40B4-BE49-F238E27FC236}">
                      <a16:creationId xmlns:a16="http://schemas.microsoft.com/office/drawing/2014/main" id="{2F4F4F89-3BD6-4894-ADB9-A96AF897996B}"/>
                    </a:ext>
                  </a:extLst>
                </p:cNvPr>
                <p:cNvGrpSpPr/>
                <p:nvPr/>
              </p:nvGrpSpPr>
              <p:grpSpPr>
                <a:xfrm>
                  <a:off x="2442267" y="1015189"/>
                  <a:ext cx="381000" cy="351117"/>
                  <a:chOff x="2556504" y="2484669"/>
                  <a:chExt cx="381000" cy="351117"/>
                </a:xfrm>
              </p:grpSpPr>
              <p:pic>
                <p:nvPicPr>
                  <p:cNvPr id="46" name="图形 45">
                    <a:extLst>
                      <a:ext uri="{FF2B5EF4-FFF2-40B4-BE49-F238E27FC236}">
                        <a16:creationId xmlns:a16="http://schemas.microsoft.com/office/drawing/2014/main" id="{B590AFCF-E83F-4931-B7DA-28198D97ED6F}"/>
                      </a:ext>
                    </a:extLst>
                  </p:cNvPr>
                  <p:cNvPicPr>
                    <a:picLocks noChangeAspect="1"/>
                  </p:cNvPicPr>
                  <p:nvPr/>
                </p:nvPicPr>
                <p:blipFill>
                  <a:blip r:embed="rId3">
                    <a:extLst>
                      <a:ext uri="{28A0092B-C50C-407E-A947-70E740481C1C}">
                        <a14:useLocalDpi xmlns:a14="http://schemas.microsoft.com/office/drawing/2010/main" val="0"/>
                      </a:ext>
                      <a:ext uri="{96DAC541-7B7A-43D3-8B79-37D633B846F1}">
                        <asvg:svgBlip xmlns:asvg="http://schemas.microsoft.com/office/drawing/2016/SVG/main" r:embed="rId4"/>
                      </a:ext>
                    </a:extLst>
                  </a:blip>
                  <a:stretch>
                    <a:fillRect/>
                  </a:stretch>
                </p:blipFill>
                <p:spPr>
                  <a:xfrm>
                    <a:off x="2556504" y="2484669"/>
                    <a:ext cx="381000" cy="285750"/>
                  </a:xfrm>
                  <a:prstGeom prst="rect">
                    <a:avLst/>
                  </a:prstGeom>
                </p:spPr>
              </p:pic>
              <p:cxnSp>
                <p:nvCxnSpPr>
                  <p:cNvPr id="47" name="直接连接符 46">
                    <a:extLst>
                      <a:ext uri="{FF2B5EF4-FFF2-40B4-BE49-F238E27FC236}">
                        <a16:creationId xmlns:a16="http://schemas.microsoft.com/office/drawing/2014/main" id="{91D34039-4792-4209-B55C-4854E22E8DFA}"/>
                      </a:ext>
                    </a:extLst>
                  </p:cNvPr>
                  <p:cNvCxnSpPr/>
                  <p:nvPr/>
                </p:nvCxnSpPr>
                <p:spPr>
                  <a:xfrm>
                    <a:off x="2747004" y="2612580"/>
                    <a:ext cx="0" cy="223206"/>
                  </a:xfrm>
                  <a:prstGeom prst="line">
                    <a:avLst/>
                  </a:prstGeom>
                  <a:ln w="25400">
                    <a:solidFill>
                      <a:srgbClr val="999999"/>
                    </a:solidFill>
                  </a:ln>
                </p:spPr>
                <p:style>
                  <a:lnRef idx="1">
                    <a:schemeClr val="accent1"/>
                  </a:lnRef>
                  <a:fillRef idx="0">
                    <a:schemeClr val="accent1"/>
                  </a:fillRef>
                  <a:effectRef idx="0">
                    <a:schemeClr val="accent1"/>
                  </a:effectRef>
                  <a:fontRef idx="minor">
                    <a:schemeClr val="tx1"/>
                  </a:fontRef>
                </p:style>
              </p:cxnSp>
            </p:grpSp>
            <p:pic>
              <p:nvPicPr>
                <p:cNvPr id="43" name="图形 10">
                  <a:extLst>
                    <a:ext uri="{FF2B5EF4-FFF2-40B4-BE49-F238E27FC236}">
                      <a16:creationId xmlns:a16="http://schemas.microsoft.com/office/drawing/2014/main" id="{0B1443DE-ECCB-4391-AA41-058849699402}"/>
                    </a:ext>
                  </a:extLst>
                </p:cNvPr>
                <p:cNvPicPr>
                  <a:picLocks noChangeAspect="1"/>
                </p:cNvPicPr>
                <p:nvPr/>
              </p:nvPicPr>
              <p:blipFill>
                <a:blip r:embed="rId5">
                  <a:extLst>
                    <a:ext uri="{28A0092B-C50C-407E-A947-70E740481C1C}">
                      <a14:useLocalDpi xmlns:a14="http://schemas.microsoft.com/office/drawing/2010/main" val="0"/>
                    </a:ext>
                    <a:ext uri="{96DAC541-7B7A-43D3-8B79-37D633B846F1}">
                      <asvg:svgBlip xmlns:asvg="http://schemas.microsoft.com/office/drawing/2016/SVG/main" r:embed="rId6"/>
                    </a:ext>
                  </a:extLst>
                </a:blip>
                <a:stretch>
                  <a:fillRect/>
                </a:stretch>
              </p:blipFill>
              <p:spPr>
                <a:xfrm>
                  <a:off x="2163893" y="1220569"/>
                  <a:ext cx="662814" cy="641082"/>
                </a:xfrm>
                <a:prstGeom prst="rect">
                  <a:avLst/>
                </a:prstGeom>
              </p:spPr>
            </p:pic>
          </p:grpSp>
          <p:sp>
            <p:nvSpPr>
              <p:cNvPr id="41" name="文本框 40">
                <a:extLst>
                  <a:ext uri="{FF2B5EF4-FFF2-40B4-BE49-F238E27FC236}">
                    <a16:creationId xmlns:a16="http://schemas.microsoft.com/office/drawing/2014/main" id="{1B4B7452-7DAA-415D-BA31-DEB1A6BABC38}"/>
                  </a:ext>
                </a:extLst>
              </p:cNvPr>
              <p:cNvSpPr txBox="1"/>
              <p:nvPr/>
            </p:nvSpPr>
            <p:spPr>
              <a:xfrm>
                <a:off x="1882572" y="1848696"/>
                <a:ext cx="289927" cy="369332"/>
              </a:xfrm>
              <a:prstGeom prst="rect">
                <a:avLst/>
              </a:prstGeom>
              <a:noFill/>
            </p:spPr>
            <p:txBody>
              <a:bodyPr wrap="square" rtlCol="0">
                <a:spAutoFit/>
              </a:bodyPr>
              <a:lstStyle/>
              <a:p>
                <a:pPr algn="ctr"/>
                <a:r>
                  <a:rPr lang="en-US" altLang="zh-CN" b="1" dirty="0">
                    <a:latin typeface="Arial Narrow" panose="020B0606020202030204" pitchFamily="34" charset="0"/>
                  </a:rPr>
                  <a:t>F</a:t>
                </a:r>
                <a:endParaRPr lang="zh-CN" altLang="en-US" b="1" dirty="0">
                  <a:latin typeface="Arial Narrow" panose="020B0606020202030204" pitchFamily="34" charset="0"/>
                </a:endParaRPr>
              </a:p>
            </p:txBody>
          </p:sp>
        </p:grpSp>
        <p:grpSp>
          <p:nvGrpSpPr>
            <p:cNvPr id="48" name="组合 47">
              <a:extLst>
                <a:ext uri="{FF2B5EF4-FFF2-40B4-BE49-F238E27FC236}">
                  <a16:creationId xmlns:a16="http://schemas.microsoft.com/office/drawing/2014/main" id="{6A747A8D-ADF7-42E6-96DE-BCEAFEFC6E39}"/>
                </a:ext>
              </a:extLst>
            </p:cNvPr>
            <p:cNvGrpSpPr/>
            <p:nvPr/>
          </p:nvGrpSpPr>
          <p:grpSpPr>
            <a:xfrm>
              <a:off x="6383407" y="3701328"/>
              <a:ext cx="662814" cy="846462"/>
              <a:chOff x="1558662" y="1609182"/>
              <a:chExt cx="662814" cy="846462"/>
            </a:xfrm>
          </p:grpSpPr>
          <p:grpSp>
            <p:nvGrpSpPr>
              <p:cNvPr id="49" name="组合 48">
                <a:extLst>
                  <a:ext uri="{FF2B5EF4-FFF2-40B4-BE49-F238E27FC236}">
                    <a16:creationId xmlns:a16="http://schemas.microsoft.com/office/drawing/2014/main" id="{8FFA4E07-5AFF-4C6D-955E-54287CF115B7}"/>
                  </a:ext>
                </a:extLst>
              </p:cNvPr>
              <p:cNvGrpSpPr/>
              <p:nvPr/>
            </p:nvGrpSpPr>
            <p:grpSpPr>
              <a:xfrm>
                <a:off x="1558662" y="1609182"/>
                <a:ext cx="662814" cy="846462"/>
                <a:chOff x="2163893" y="1015189"/>
                <a:chExt cx="662814" cy="846462"/>
              </a:xfrm>
            </p:grpSpPr>
            <p:grpSp>
              <p:nvGrpSpPr>
                <p:cNvPr id="51" name="组合 50">
                  <a:extLst>
                    <a:ext uri="{FF2B5EF4-FFF2-40B4-BE49-F238E27FC236}">
                      <a16:creationId xmlns:a16="http://schemas.microsoft.com/office/drawing/2014/main" id="{E86D9FA2-7D77-4DAF-BA8E-D6B3F33FD54C}"/>
                    </a:ext>
                  </a:extLst>
                </p:cNvPr>
                <p:cNvGrpSpPr/>
                <p:nvPr/>
              </p:nvGrpSpPr>
              <p:grpSpPr>
                <a:xfrm>
                  <a:off x="2442267" y="1015189"/>
                  <a:ext cx="381000" cy="351117"/>
                  <a:chOff x="2556504" y="2484669"/>
                  <a:chExt cx="381000" cy="351117"/>
                </a:xfrm>
              </p:grpSpPr>
              <p:pic>
                <p:nvPicPr>
                  <p:cNvPr id="53" name="图形 52">
                    <a:extLst>
                      <a:ext uri="{FF2B5EF4-FFF2-40B4-BE49-F238E27FC236}">
                        <a16:creationId xmlns:a16="http://schemas.microsoft.com/office/drawing/2014/main" id="{DA9DEEF7-115F-4D2C-8FE7-0D93FB26C10B}"/>
                      </a:ext>
                    </a:extLst>
                  </p:cNvPr>
                  <p:cNvPicPr>
                    <a:picLocks noChangeAspect="1"/>
                  </p:cNvPicPr>
                  <p:nvPr/>
                </p:nvPicPr>
                <p:blipFill>
                  <a:blip r:embed="rId3">
                    <a:extLst>
                      <a:ext uri="{28A0092B-C50C-407E-A947-70E740481C1C}">
                        <a14:useLocalDpi xmlns:a14="http://schemas.microsoft.com/office/drawing/2010/main" val="0"/>
                      </a:ext>
                      <a:ext uri="{96DAC541-7B7A-43D3-8B79-37D633B846F1}">
                        <asvg:svgBlip xmlns:asvg="http://schemas.microsoft.com/office/drawing/2016/SVG/main" r:embed="rId4"/>
                      </a:ext>
                    </a:extLst>
                  </a:blip>
                  <a:stretch>
                    <a:fillRect/>
                  </a:stretch>
                </p:blipFill>
                <p:spPr>
                  <a:xfrm>
                    <a:off x="2556504" y="2484669"/>
                    <a:ext cx="381000" cy="285750"/>
                  </a:xfrm>
                  <a:prstGeom prst="rect">
                    <a:avLst/>
                  </a:prstGeom>
                </p:spPr>
              </p:pic>
              <p:cxnSp>
                <p:nvCxnSpPr>
                  <p:cNvPr id="55" name="直接连接符 54">
                    <a:extLst>
                      <a:ext uri="{FF2B5EF4-FFF2-40B4-BE49-F238E27FC236}">
                        <a16:creationId xmlns:a16="http://schemas.microsoft.com/office/drawing/2014/main" id="{FBF6A053-89A1-49C0-BF72-517DD2C03EC3}"/>
                      </a:ext>
                    </a:extLst>
                  </p:cNvPr>
                  <p:cNvCxnSpPr/>
                  <p:nvPr/>
                </p:nvCxnSpPr>
                <p:spPr>
                  <a:xfrm>
                    <a:off x="2747004" y="2612580"/>
                    <a:ext cx="0" cy="223206"/>
                  </a:xfrm>
                  <a:prstGeom prst="line">
                    <a:avLst/>
                  </a:prstGeom>
                  <a:ln w="25400">
                    <a:solidFill>
                      <a:srgbClr val="999999"/>
                    </a:solidFill>
                  </a:ln>
                </p:spPr>
                <p:style>
                  <a:lnRef idx="1">
                    <a:schemeClr val="accent1"/>
                  </a:lnRef>
                  <a:fillRef idx="0">
                    <a:schemeClr val="accent1"/>
                  </a:fillRef>
                  <a:effectRef idx="0">
                    <a:schemeClr val="accent1"/>
                  </a:effectRef>
                  <a:fontRef idx="minor">
                    <a:schemeClr val="tx1"/>
                  </a:fontRef>
                </p:style>
              </p:cxnSp>
            </p:grpSp>
            <p:pic>
              <p:nvPicPr>
                <p:cNvPr id="52" name="图形 10">
                  <a:extLst>
                    <a:ext uri="{FF2B5EF4-FFF2-40B4-BE49-F238E27FC236}">
                      <a16:creationId xmlns:a16="http://schemas.microsoft.com/office/drawing/2014/main" id="{DEA78142-A02B-4970-8656-C4ABDDF2CFB8}"/>
                    </a:ext>
                  </a:extLst>
                </p:cNvPr>
                <p:cNvPicPr>
                  <a:picLocks noChangeAspect="1"/>
                </p:cNvPicPr>
                <p:nvPr/>
              </p:nvPicPr>
              <p:blipFill>
                <a:blip r:embed="rId5">
                  <a:extLst>
                    <a:ext uri="{28A0092B-C50C-407E-A947-70E740481C1C}">
                      <a14:useLocalDpi xmlns:a14="http://schemas.microsoft.com/office/drawing/2010/main" val="0"/>
                    </a:ext>
                    <a:ext uri="{96DAC541-7B7A-43D3-8B79-37D633B846F1}">
                      <asvg:svgBlip xmlns:asvg="http://schemas.microsoft.com/office/drawing/2016/SVG/main" r:embed="rId6"/>
                    </a:ext>
                  </a:extLst>
                </a:blip>
                <a:stretch>
                  <a:fillRect/>
                </a:stretch>
              </p:blipFill>
              <p:spPr>
                <a:xfrm>
                  <a:off x="2163893" y="1220569"/>
                  <a:ext cx="662814" cy="641082"/>
                </a:xfrm>
                <a:prstGeom prst="rect">
                  <a:avLst/>
                </a:prstGeom>
              </p:spPr>
            </p:pic>
          </p:grpSp>
          <p:sp>
            <p:nvSpPr>
              <p:cNvPr id="50" name="文本框 49">
                <a:extLst>
                  <a:ext uri="{FF2B5EF4-FFF2-40B4-BE49-F238E27FC236}">
                    <a16:creationId xmlns:a16="http://schemas.microsoft.com/office/drawing/2014/main" id="{D5760F46-2318-4D7B-83CD-15D2FBB8CCFB}"/>
                  </a:ext>
                </a:extLst>
              </p:cNvPr>
              <p:cNvSpPr txBox="1"/>
              <p:nvPr/>
            </p:nvSpPr>
            <p:spPr>
              <a:xfrm>
                <a:off x="1882572" y="1848696"/>
                <a:ext cx="289927" cy="369332"/>
              </a:xfrm>
              <a:prstGeom prst="rect">
                <a:avLst/>
              </a:prstGeom>
              <a:noFill/>
            </p:spPr>
            <p:txBody>
              <a:bodyPr wrap="square" rtlCol="0">
                <a:spAutoFit/>
              </a:bodyPr>
              <a:lstStyle/>
              <a:p>
                <a:pPr algn="ctr"/>
                <a:r>
                  <a:rPr lang="en-US" altLang="zh-CN" b="1" dirty="0">
                    <a:latin typeface="Arial Narrow" panose="020B0606020202030204" pitchFamily="34" charset="0"/>
                  </a:rPr>
                  <a:t>D</a:t>
                </a:r>
                <a:endParaRPr lang="zh-CN" altLang="en-US" b="1" dirty="0">
                  <a:latin typeface="Arial Narrow" panose="020B0606020202030204" pitchFamily="34" charset="0"/>
                </a:endParaRPr>
              </a:p>
            </p:txBody>
          </p:sp>
        </p:grpSp>
        <p:grpSp>
          <p:nvGrpSpPr>
            <p:cNvPr id="56" name="组合 55">
              <a:extLst>
                <a:ext uri="{FF2B5EF4-FFF2-40B4-BE49-F238E27FC236}">
                  <a16:creationId xmlns:a16="http://schemas.microsoft.com/office/drawing/2014/main" id="{DA87A850-82DA-49A7-99C3-8AF09B1AB295}"/>
                </a:ext>
              </a:extLst>
            </p:cNvPr>
            <p:cNvGrpSpPr/>
            <p:nvPr/>
          </p:nvGrpSpPr>
          <p:grpSpPr>
            <a:xfrm>
              <a:off x="7426280" y="4481903"/>
              <a:ext cx="662814" cy="846462"/>
              <a:chOff x="1558662" y="1609182"/>
              <a:chExt cx="662814" cy="846462"/>
            </a:xfrm>
          </p:grpSpPr>
          <p:grpSp>
            <p:nvGrpSpPr>
              <p:cNvPr id="57" name="组合 56">
                <a:extLst>
                  <a:ext uri="{FF2B5EF4-FFF2-40B4-BE49-F238E27FC236}">
                    <a16:creationId xmlns:a16="http://schemas.microsoft.com/office/drawing/2014/main" id="{1AD8EE6F-60C1-4DBB-8C41-347040DC2891}"/>
                  </a:ext>
                </a:extLst>
              </p:cNvPr>
              <p:cNvGrpSpPr/>
              <p:nvPr/>
            </p:nvGrpSpPr>
            <p:grpSpPr>
              <a:xfrm>
                <a:off x="1558662" y="1609182"/>
                <a:ext cx="662814" cy="846462"/>
                <a:chOff x="2163893" y="1015189"/>
                <a:chExt cx="662814" cy="846462"/>
              </a:xfrm>
            </p:grpSpPr>
            <p:grpSp>
              <p:nvGrpSpPr>
                <p:cNvPr id="59" name="组合 58">
                  <a:extLst>
                    <a:ext uri="{FF2B5EF4-FFF2-40B4-BE49-F238E27FC236}">
                      <a16:creationId xmlns:a16="http://schemas.microsoft.com/office/drawing/2014/main" id="{969BEFAE-8B25-427C-BD49-46B977B4E24B}"/>
                    </a:ext>
                  </a:extLst>
                </p:cNvPr>
                <p:cNvGrpSpPr/>
                <p:nvPr/>
              </p:nvGrpSpPr>
              <p:grpSpPr>
                <a:xfrm>
                  <a:off x="2442267" y="1015189"/>
                  <a:ext cx="381000" cy="351117"/>
                  <a:chOff x="2556504" y="2484669"/>
                  <a:chExt cx="381000" cy="351117"/>
                </a:xfrm>
              </p:grpSpPr>
              <p:pic>
                <p:nvPicPr>
                  <p:cNvPr id="61" name="图形 60">
                    <a:extLst>
                      <a:ext uri="{FF2B5EF4-FFF2-40B4-BE49-F238E27FC236}">
                        <a16:creationId xmlns:a16="http://schemas.microsoft.com/office/drawing/2014/main" id="{BE81DEBF-421F-42C0-ABC1-45E835E4D57B}"/>
                      </a:ext>
                    </a:extLst>
                  </p:cNvPr>
                  <p:cNvPicPr>
                    <a:picLocks noChangeAspect="1"/>
                  </p:cNvPicPr>
                  <p:nvPr/>
                </p:nvPicPr>
                <p:blipFill>
                  <a:blip r:embed="rId3">
                    <a:extLst>
                      <a:ext uri="{28A0092B-C50C-407E-A947-70E740481C1C}">
                        <a14:useLocalDpi xmlns:a14="http://schemas.microsoft.com/office/drawing/2010/main" val="0"/>
                      </a:ext>
                      <a:ext uri="{96DAC541-7B7A-43D3-8B79-37D633B846F1}">
                        <asvg:svgBlip xmlns:asvg="http://schemas.microsoft.com/office/drawing/2016/SVG/main" r:embed="rId4"/>
                      </a:ext>
                    </a:extLst>
                  </a:blip>
                  <a:stretch>
                    <a:fillRect/>
                  </a:stretch>
                </p:blipFill>
                <p:spPr>
                  <a:xfrm>
                    <a:off x="2556504" y="2484669"/>
                    <a:ext cx="381000" cy="285750"/>
                  </a:xfrm>
                  <a:prstGeom prst="rect">
                    <a:avLst/>
                  </a:prstGeom>
                </p:spPr>
              </p:pic>
              <p:cxnSp>
                <p:nvCxnSpPr>
                  <p:cNvPr id="62" name="直接连接符 61">
                    <a:extLst>
                      <a:ext uri="{FF2B5EF4-FFF2-40B4-BE49-F238E27FC236}">
                        <a16:creationId xmlns:a16="http://schemas.microsoft.com/office/drawing/2014/main" id="{F4887953-8449-4216-B981-AC61A14AA1ED}"/>
                      </a:ext>
                    </a:extLst>
                  </p:cNvPr>
                  <p:cNvCxnSpPr/>
                  <p:nvPr/>
                </p:nvCxnSpPr>
                <p:spPr>
                  <a:xfrm>
                    <a:off x="2747004" y="2612580"/>
                    <a:ext cx="0" cy="223206"/>
                  </a:xfrm>
                  <a:prstGeom prst="line">
                    <a:avLst/>
                  </a:prstGeom>
                  <a:ln w="25400">
                    <a:solidFill>
                      <a:srgbClr val="999999"/>
                    </a:solidFill>
                  </a:ln>
                </p:spPr>
                <p:style>
                  <a:lnRef idx="1">
                    <a:schemeClr val="accent1"/>
                  </a:lnRef>
                  <a:fillRef idx="0">
                    <a:schemeClr val="accent1"/>
                  </a:fillRef>
                  <a:effectRef idx="0">
                    <a:schemeClr val="accent1"/>
                  </a:effectRef>
                  <a:fontRef idx="minor">
                    <a:schemeClr val="tx1"/>
                  </a:fontRef>
                </p:style>
              </p:cxnSp>
            </p:grpSp>
            <p:pic>
              <p:nvPicPr>
                <p:cNvPr id="60" name="图形 10">
                  <a:extLst>
                    <a:ext uri="{FF2B5EF4-FFF2-40B4-BE49-F238E27FC236}">
                      <a16:creationId xmlns:a16="http://schemas.microsoft.com/office/drawing/2014/main" id="{F56BF556-3595-46FB-9B4B-778358E0BE3F}"/>
                    </a:ext>
                  </a:extLst>
                </p:cNvPr>
                <p:cNvPicPr>
                  <a:picLocks noChangeAspect="1"/>
                </p:cNvPicPr>
                <p:nvPr/>
              </p:nvPicPr>
              <p:blipFill>
                <a:blip r:embed="rId5">
                  <a:extLst>
                    <a:ext uri="{28A0092B-C50C-407E-A947-70E740481C1C}">
                      <a14:useLocalDpi xmlns:a14="http://schemas.microsoft.com/office/drawing/2010/main" val="0"/>
                    </a:ext>
                    <a:ext uri="{96DAC541-7B7A-43D3-8B79-37D633B846F1}">
                      <asvg:svgBlip xmlns:asvg="http://schemas.microsoft.com/office/drawing/2016/SVG/main" r:embed="rId6"/>
                    </a:ext>
                  </a:extLst>
                </a:blip>
                <a:stretch>
                  <a:fillRect/>
                </a:stretch>
              </p:blipFill>
              <p:spPr>
                <a:xfrm>
                  <a:off x="2163893" y="1220569"/>
                  <a:ext cx="662814" cy="641082"/>
                </a:xfrm>
                <a:prstGeom prst="rect">
                  <a:avLst/>
                </a:prstGeom>
              </p:spPr>
            </p:pic>
          </p:grpSp>
          <p:sp>
            <p:nvSpPr>
              <p:cNvPr id="58" name="文本框 57">
                <a:extLst>
                  <a:ext uri="{FF2B5EF4-FFF2-40B4-BE49-F238E27FC236}">
                    <a16:creationId xmlns:a16="http://schemas.microsoft.com/office/drawing/2014/main" id="{9B53D919-9035-4FDC-84E8-BEBC3D1A1710}"/>
                  </a:ext>
                </a:extLst>
              </p:cNvPr>
              <p:cNvSpPr txBox="1"/>
              <p:nvPr/>
            </p:nvSpPr>
            <p:spPr>
              <a:xfrm>
                <a:off x="1882572" y="1848696"/>
                <a:ext cx="289927" cy="369332"/>
              </a:xfrm>
              <a:prstGeom prst="rect">
                <a:avLst/>
              </a:prstGeom>
              <a:noFill/>
            </p:spPr>
            <p:txBody>
              <a:bodyPr wrap="square" rtlCol="0">
                <a:spAutoFit/>
              </a:bodyPr>
              <a:lstStyle/>
              <a:p>
                <a:pPr algn="ctr"/>
                <a:r>
                  <a:rPr lang="en-US" altLang="zh-CN" b="1" dirty="0">
                    <a:latin typeface="Arial Narrow" panose="020B0606020202030204" pitchFamily="34" charset="0"/>
                  </a:rPr>
                  <a:t>E</a:t>
                </a:r>
                <a:endParaRPr lang="zh-CN" altLang="en-US" b="1" dirty="0">
                  <a:latin typeface="Arial Narrow" panose="020B0606020202030204" pitchFamily="34" charset="0"/>
                </a:endParaRPr>
              </a:p>
            </p:txBody>
          </p:sp>
        </p:grpSp>
        <p:sp>
          <p:nvSpPr>
            <p:cNvPr id="67" name="文本框 66">
              <a:extLst>
                <a:ext uri="{FF2B5EF4-FFF2-40B4-BE49-F238E27FC236}">
                  <a16:creationId xmlns:a16="http://schemas.microsoft.com/office/drawing/2014/main" id="{152F31F9-3C84-4FD8-AB01-8F4DF2698412}"/>
                </a:ext>
              </a:extLst>
            </p:cNvPr>
            <p:cNvSpPr txBox="1"/>
            <p:nvPr/>
          </p:nvSpPr>
          <p:spPr>
            <a:xfrm>
              <a:off x="5557495" y="2886589"/>
              <a:ext cx="1381807" cy="369332"/>
            </a:xfrm>
            <a:prstGeom prst="rect">
              <a:avLst/>
            </a:prstGeom>
            <a:noFill/>
          </p:spPr>
          <p:txBody>
            <a:bodyPr wrap="square" rtlCol="0">
              <a:spAutoFit/>
            </a:bodyPr>
            <a:lstStyle/>
            <a:p>
              <a:pPr algn="ctr"/>
              <a:r>
                <a:rPr lang="zh-CN" altLang="en-US" b="1" dirty="0">
                  <a:latin typeface="Arial Narrow" panose="020B0606020202030204" pitchFamily="34" charset="0"/>
                </a:rPr>
                <a:t>自组织网络</a:t>
              </a:r>
            </a:p>
          </p:txBody>
        </p:sp>
      </p:grpSp>
      <p:sp>
        <p:nvSpPr>
          <p:cNvPr id="21" name="íşlïḍè">
            <a:extLst>
              <a:ext uri="{FF2B5EF4-FFF2-40B4-BE49-F238E27FC236}">
                <a16:creationId xmlns:a16="http://schemas.microsoft.com/office/drawing/2014/main" id="{2882B8A8-A951-4E36-A813-EE9E39641F4F}"/>
              </a:ext>
            </a:extLst>
          </p:cNvPr>
          <p:cNvSpPr txBox="1"/>
          <p:nvPr/>
        </p:nvSpPr>
        <p:spPr>
          <a:xfrm>
            <a:off x="933106" y="1149410"/>
            <a:ext cx="10513339" cy="478855"/>
          </a:xfrm>
          <a:prstGeom prst="rect">
            <a:avLst/>
          </a:prstGeom>
          <a:noFill/>
        </p:spPr>
        <p:txBody>
          <a:bodyPr wrap="square" lIns="91440" tIns="45720" rIns="91440" bIns="45720" anchor="ctr">
            <a:noAutofit/>
          </a:bodyPr>
          <a:lstStyle/>
          <a:p>
            <a:r>
              <a:rPr lang="zh-CN" altLang="en-US" sz="2000" b="1" dirty="0">
                <a:solidFill>
                  <a:schemeClr val="accent3">
                    <a:lumMod val="75000"/>
                  </a:schemeClr>
                </a:solidFill>
                <a:latin typeface="Arial Narrow" panose="020B0606020202030204" pitchFamily="34" charset="0"/>
              </a:rPr>
              <a:t>无固定基础设施的</a:t>
            </a:r>
            <a:r>
              <a:rPr lang="en-US" altLang="zh-CN" sz="2000" b="1" dirty="0">
                <a:solidFill>
                  <a:schemeClr val="accent3">
                    <a:lumMod val="75000"/>
                  </a:schemeClr>
                </a:solidFill>
                <a:latin typeface="Arial Narrow" panose="020B0606020202030204" pitchFamily="34" charset="0"/>
              </a:rPr>
              <a:t>802.11</a:t>
            </a:r>
            <a:r>
              <a:rPr lang="zh-CN" altLang="en-US" sz="2000" b="1" dirty="0">
                <a:solidFill>
                  <a:schemeClr val="accent3">
                    <a:lumMod val="75000"/>
                  </a:schemeClr>
                </a:solidFill>
                <a:latin typeface="Arial Narrow" panose="020B0606020202030204" pitchFamily="34" charset="0"/>
              </a:rPr>
              <a:t>无线局域网</a:t>
            </a:r>
          </a:p>
        </p:txBody>
      </p:sp>
      <p:grpSp>
        <p:nvGrpSpPr>
          <p:cNvPr id="4" name="组合 3">
            <a:extLst>
              <a:ext uri="{FF2B5EF4-FFF2-40B4-BE49-F238E27FC236}">
                <a16:creationId xmlns:a16="http://schemas.microsoft.com/office/drawing/2014/main" id="{9A1EA9F2-FCB6-48C3-935F-7AE7E3AD14AC}"/>
              </a:ext>
            </a:extLst>
          </p:cNvPr>
          <p:cNvGrpSpPr/>
          <p:nvPr/>
        </p:nvGrpSpPr>
        <p:grpSpPr>
          <a:xfrm>
            <a:off x="304800" y="749300"/>
            <a:ext cx="4938199" cy="400110"/>
            <a:chOff x="424117" y="898245"/>
            <a:chExt cx="4938199" cy="400110"/>
          </a:xfrm>
        </p:grpSpPr>
        <p:sp>
          <p:nvSpPr>
            <p:cNvPr id="2" name="平行四边形 1">
              <a:extLst>
                <a:ext uri="{FF2B5EF4-FFF2-40B4-BE49-F238E27FC236}">
                  <a16:creationId xmlns:a16="http://schemas.microsoft.com/office/drawing/2014/main" id="{1F5BAA3F-9845-4F89-A2DD-8222D3E4EDAC}"/>
                </a:ext>
              </a:extLst>
            </p:cNvPr>
            <p:cNvSpPr/>
            <p:nvPr/>
          </p:nvSpPr>
          <p:spPr>
            <a:xfrm>
              <a:off x="424117" y="898245"/>
              <a:ext cx="628306" cy="387090"/>
            </a:xfrm>
            <a:prstGeom prst="parallelogram">
              <a:avLst/>
            </a:prstGeom>
            <a:solidFill>
              <a:schemeClr val="accent3">
                <a:lumMod val="75000"/>
              </a:schemeClr>
            </a:solidFill>
            <a:ln>
              <a:solidFill>
                <a:schemeClr val="accent3">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CN" sz="2200" dirty="0">
                  <a:latin typeface="Impact" panose="020B0806030902050204" pitchFamily="34" charset="0"/>
                </a:rPr>
                <a:t>01</a:t>
              </a:r>
              <a:endParaRPr lang="zh-CN" altLang="en-US" sz="2200" dirty="0">
                <a:latin typeface="Impact" panose="020B0806030902050204" pitchFamily="34" charset="0"/>
              </a:endParaRPr>
            </a:p>
          </p:txBody>
        </p:sp>
        <p:sp>
          <p:nvSpPr>
            <p:cNvPr id="3" name="文本框 2">
              <a:extLst>
                <a:ext uri="{FF2B5EF4-FFF2-40B4-BE49-F238E27FC236}">
                  <a16:creationId xmlns:a16="http://schemas.microsoft.com/office/drawing/2014/main" id="{4D6BD736-A4D3-4F26-AFED-36E11F50F70B}"/>
                </a:ext>
              </a:extLst>
            </p:cNvPr>
            <p:cNvSpPr txBox="1"/>
            <p:nvPr/>
          </p:nvSpPr>
          <p:spPr>
            <a:xfrm>
              <a:off x="1052423" y="898245"/>
              <a:ext cx="4309893" cy="400110"/>
            </a:xfrm>
            <a:prstGeom prst="rect">
              <a:avLst/>
            </a:prstGeom>
            <a:noFill/>
          </p:spPr>
          <p:txBody>
            <a:bodyPr wrap="square" rtlCol="0">
              <a:spAutoFit/>
            </a:bodyPr>
            <a:lstStyle/>
            <a:p>
              <a:r>
                <a:rPr lang="en-US" altLang="zh-CN" sz="2000" b="1" dirty="0">
                  <a:solidFill>
                    <a:schemeClr val="tx1"/>
                  </a:solidFill>
                  <a:latin typeface="Arial Narrow" panose="020B0606020202030204" pitchFamily="34" charset="0"/>
                </a:rPr>
                <a:t>802.11</a:t>
              </a:r>
              <a:r>
                <a:rPr lang="zh-CN" altLang="en-US" sz="2000" b="1" dirty="0">
                  <a:solidFill>
                    <a:schemeClr val="tx1"/>
                  </a:solidFill>
                  <a:latin typeface="Arial Narrow" panose="020B0606020202030204" pitchFamily="34" charset="0"/>
                </a:rPr>
                <a:t>无线局域网的组成</a:t>
              </a:r>
              <a:endParaRPr lang="en-US" altLang="zh-CN" sz="2000" b="1" dirty="0">
                <a:solidFill>
                  <a:schemeClr val="tx1"/>
                </a:solidFill>
                <a:latin typeface="Arial Narrow" panose="020B0606020202030204" pitchFamily="34" charset="0"/>
              </a:endParaRPr>
            </a:p>
          </p:txBody>
        </p:sp>
      </p:grpSp>
      <p:sp>
        <p:nvSpPr>
          <p:cNvPr id="14" name="íşlïḍè">
            <a:extLst>
              <a:ext uri="{FF2B5EF4-FFF2-40B4-BE49-F238E27FC236}">
                <a16:creationId xmlns:a16="http://schemas.microsoft.com/office/drawing/2014/main" id="{F6C873C1-888D-4E92-8717-E29E5203A315}"/>
              </a:ext>
            </a:extLst>
          </p:cNvPr>
          <p:cNvSpPr txBox="1"/>
          <p:nvPr/>
        </p:nvSpPr>
        <p:spPr>
          <a:xfrm>
            <a:off x="933106" y="1592294"/>
            <a:ext cx="10513339" cy="478855"/>
          </a:xfrm>
          <a:prstGeom prst="rect">
            <a:avLst/>
          </a:prstGeom>
          <a:noFill/>
        </p:spPr>
        <p:txBody>
          <a:bodyPr wrap="square" lIns="91440" tIns="45720" rIns="91440" bIns="45720" anchor="ctr">
            <a:noAutofit/>
          </a:bodyPr>
          <a:lstStyle/>
          <a:p>
            <a:r>
              <a:rPr lang="zh-CN" altLang="en-US" sz="2000" b="1" dirty="0">
                <a:solidFill>
                  <a:schemeClr val="accent3">
                    <a:lumMod val="75000"/>
                  </a:schemeClr>
                </a:solidFill>
                <a:latin typeface="Arial Narrow" panose="020B0606020202030204" pitchFamily="34" charset="0"/>
              </a:rPr>
              <a:t>自组织网络（</a:t>
            </a:r>
            <a:r>
              <a:rPr lang="en-US" altLang="zh-CN" sz="2000" b="1" dirty="0">
                <a:solidFill>
                  <a:schemeClr val="accent3">
                    <a:lumMod val="75000"/>
                  </a:schemeClr>
                </a:solidFill>
                <a:latin typeface="Arial Narrow" panose="020B0606020202030204" pitchFamily="34" charset="0"/>
              </a:rPr>
              <a:t>ad hoc Network</a:t>
            </a:r>
            <a:r>
              <a:rPr lang="zh-CN" altLang="en-US" sz="2000" b="1" dirty="0">
                <a:solidFill>
                  <a:schemeClr val="accent3">
                    <a:lumMod val="75000"/>
                  </a:schemeClr>
                </a:solidFill>
                <a:latin typeface="Arial Narrow" panose="020B0606020202030204" pitchFamily="34" charset="0"/>
              </a:rPr>
              <a:t>）</a:t>
            </a:r>
          </a:p>
        </p:txBody>
      </p:sp>
      <p:sp>
        <p:nvSpPr>
          <p:cNvPr id="16" name="文本框 15">
            <a:extLst>
              <a:ext uri="{FF2B5EF4-FFF2-40B4-BE49-F238E27FC236}">
                <a16:creationId xmlns:a16="http://schemas.microsoft.com/office/drawing/2014/main" id="{D22F8C09-F7C3-4465-A614-092D714FD826}"/>
              </a:ext>
            </a:extLst>
          </p:cNvPr>
          <p:cNvSpPr txBox="1"/>
          <p:nvPr/>
        </p:nvSpPr>
        <p:spPr>
          <a:xfrm>
            <a:off x="3677960" y="5039721"/>
            <a:ext cx="739881" cy="369332"/>
          </a:xfrm>
          <a:prstGeom prst="rect">
            <a:avLst/>
          </a:prstGeom>
          <a:noFill/>
        </p:spPr>
        <p:txBody>
          <a:bodyPr wrap="square" rtlCol="0">
            <a:spAutoFit/>
          </a:bodyPr>
          <a:lstStyle/>
          <a:p>
            <a:pPr algn="ctr"/>
            <a:r>
              <a:rPr lang="zh-CN" altLang="en-US" b="1" dirty="0">
                <a:latin typeface="Arial Narrow" panose="020B0606020202030204" pitchFamily="34" charset="0"/>
              </a:rPr>
              <a:t>源站</a:t>
            </a:r>
          </a:p>
        </p:txBody>
      </p:sp>
      <p:cxnSp>
        <p:nvCxnSpPr>
          <p:cNvPr id="63" name="直接箭头连接符 62">
            <a:extLst>
              <a:ext uri="{FF2B5EF4-FFF2-40B4-BE49-F238E27FC236}">
                <a16:creationId xmlns:a16="http://schemas.microsoft.com/office/drawing/2014/main" id="{73EF607C-F6D2-4733-8088-2FBEF0E528DF}"/>
              </a:ext>
            </a:extLst>
          </p:cNvPr>
          <p:cNvCxnSpPr>
            <a:cxnSpLocks/>
          </p:cNvCxnSpPr>
          <p:nvPr/>
        </p:nvCxnSpPr>
        <p:spPr>
          <a:xfrm flipV="1">
            <a:off x="4215902" y="4057085"/>
            <a:ext cx="627001" cy="423229"/>
          </a:xfrm>
          <a:prstGeom prst="straightConnector1">
            <a:avLst/>
          </a:prstGeom>
          <a:ln w="38100">
            <a:solidFill>
              <a:schemeClr val="tx1"/>
            </a:solidFill>
            <a:prstDash val="sysDash"/>
            <a:tailEnd type="triangle"/>
          </a:ln>
        </p:spPr>
        <p:style>
          <a:lnRef idx="1">
            <a:schemeClr val="accent1"/>
          </a:lnRef>
          <a:fillRef idx="0">
            <a:schemeClr val="accent1"/>
          </a:fillRef>
          <a:effectRef idx="0">
            <a:schemeClr val="accent1"/>
          </a:effectRef>
          <a:fontRef idx="minor">
            <a:schemeClr val="tx1"/>
          </a:fontRef>
        </p:style>
      </p:cxnSp>
      <p:cxnSp>
        <p:nvCxnSpPr>
          <p:cNvPr id="64" name="直接箭头连接符 63">
            <a:extLst>
              <a:ext uri="{FF2B5EF4-FFF2-40B4-BE49-F238E27FC236}">
                <a16:creationId xmlns:a16="http://schemas.microsoft.com/office/drawing/2014/main" id="{F75D0037-A718-48D2-903F-37EBDEB9A273}"/>
              </a:ext>
            </a:extLst>
          </p:cNvPr>
          <p:cNvCxnSpPr>
            <a:cxnSpLocks/>
          </p:cNvCxnSpPr>
          <p:nvPr/>
        </p:nvCxnSpPr>
        <p:spPr>
          <a:xfrm>
            <a:off x="5243804" y="4148019"/>
            <a:ext cx="201384" cy="891702"/>
          </a:xfrm>
          <a:prstGeom prst="straightConnector1">
            <a:avLst/>
          </a:prstGeom>
          <a:ln w="38100">
            <a:solidFill>
              <a:schemeClr val="tx1"/>
            </a:solidFill>
            <a:prstDash val="sysDash"/>
            <a:tailEnd type="triangle"/>
          </a:ln>
        </p:spPr>
        <p:style>
          <a:lnRef idx="1">
            <a:schemeClr val="accent1"/>
          </a:lnRef>
          <a:fillRef idx="0">
            <a:schemeClr val="accent1"/>
          </a:fillRef>
          <a:effectRef idx="0">
            <a:schemeClr val="accent1"/>
          </a:effectRef>
          <a:fontRef idx="minor">
            <a:schemeClr val="tx1"/>
          </a:fontRef>
        </p:style>
      </p:cxnSp>
      <p:cxnSp>
        <p:nvCxnSpPr>
          <p:cNvPr id="65" name="直接箭头连接符 64">
            <a:extLst>
              <a:ext uri="{FF2B5EF4-FFF2-40B4-BE49-F238E27FC236}">
                <a16:creationId xmlns:a16="http://schemas.microsoft.com/office/drawing/2014/main" id="{D028194B-2159-4213-A153-75ED9E49262E}"/>
              </a:ext>
            </a:extLst>
          </p:cNvPr>
          <p:cNvCxnSpPr>
            <a:cxnSpLocks/>
          </p:cNvCxnSpPr>
          <p:nvPr/>
        </p:nvCxnSpPr>
        <p:spPr>
          <a:xfrm flipV="1">
            <a:off x="5974590" y="4593870"/>
            <a:ext cx="513471" cy="445851"/>
          </a:xfrm>
          <a:prstGeom prst="straightConnector1">
            <a:avLst/>
          </a:prstGeom>
          <a:ln w="38100">
            <a:solidFill>
              <a:schemeClr val="tx1"/>
            </a:solidFill>
            <a:prstDash val="sysDash"/>
            <a:tailEnd type="triangle"/>
          </a:ln>
        </p:spPr>
        <p:style>
          <a:lnRef idx="1">
            <a:schemeClr val="accent1"/>
          </a:lnRef>
          <a:fillRef idx="0">
            <a:schemeClr val="accent1"/>
          </a:fillRef>
          <a:effectRef idx="0">
            <a:schemeClr val="accent1"/>
          </a:effectRef>
          <a:fontRef idx="minor">
            <a:schemeClr val="tx1"/>
          </a:fontRef>
        </p:style>
      </p:cxnSp>
      <p:cxnSp>
        <p:nvCxnSpPr>
          <p:cNvPr id="66" name="直接箭头连接符 65">
            <a:extLst>
              <a:ext uri="{FF2B5EF4-FFF2-40B4-BE49-F238E27FC236}">
                <a16:creationId xmlns:a16="http://schemas.microsoft.com/office/drawing/2014/main" id="{AB4E739D-ED46-424E-AB76-DC653AF0D34B}"/>
              </a:ext>
            </a:extLst>
          </p:cNvPr>
          <p:cNvCxnSpPr>
            <a:cxnSpLocks/>
          </p:cNvCxnSpPr>
          <p:nvPr/>
        </p:nvCxnSpPr>
        <p:spPr>
          <a:xfrm>
            <a:off x="6938590" y="4514448"/>
            <a:ext cx="617469" cy="391635"/>
          </a:xfrm>
          <a:prstGeom prst="straightConnector1">
            <a:avLst/>
          </a:prstGeom>
          <a:ln w="38100">
            <a:solidFill>
              <a:schemeClr val="tx1"/>
            </a:solidFill>
            <a:prstDash val="sysDash"/>
            <a:tailEnd type="triangle"/>
          </a:ln>
        </p:spPr>
        <p:style>
          <a:lnRef idx="1">
            <a:schemeClr val="accent1"/>
          </a:lnRef>
          <a:fillRef idx="0">
            <a:schemeClr val="accent1"/>
          </a:fillRef>
          <a:effectRef idx="0">
            <a:schemeClr val="accent1"/>
          </a:effectRef>
          <a:fontRef idx="minor">
            <a:schemeClr val="tx1"/>
          </a:fontRef>
        </p:style>
      </p:cxnSp>
      <p:sp>
        <p:nvSpPr>
          <p:cNvPr id="68" name="文本框 67">
            <a:extLst>
              <a:ext uri="{FF2B5EF4-FFF2-40B4-BE49-F238E27FC236}">
                <a16:creationId xmlns:a16="http://schemas.microsoft.com/office/drawing/2014/main" id="{74A86739-9A58-4FAD-B0DF-5A3BFF165DD8}"/>
              </a:ext>
            </a:extLst>
          </p:cNvPr>
          <p:cNvSpPr txBox="1"/>
          <p:nvPr/>
        </p:nvSpPr>
        <p:spPr>
          <a:xfrm>
            <a:off x="7274070" y="5283631"/>
            <a:ext cx="917278" cy="369332"/>
          </a:xfrm>
          <a:prstGeom prst="rect">
            <a:avLst/>
          </a:prstGeom>
          <a:noFill/>
        </p:spPr>
        <p:txBody>
          <a:bodyPr wrap="square" rtlCol="0">
            <a:spAutoFit/>
          </a:bodyPr>
          <a:lstStyle/>
          <a:p>
            <a:pPr algn="ctr"/>
            <a:r>
              <a:rPr lang="zh-CN" altLang="en-US" b="1" dirty="0">
                <a:latin typeface="Arial Narrow" panose="020B0606020202030204" pitchFamily="34" charset="0"/>
              </a:rPr>
              <a:t>目的站</a:t>
            </a:r>
          </a:p>
        </p:txBody>
      </p:sp>
      <p:sp>
        <p:nvSpPr>
          <p:cNvPr id="69" name="文本框 68">
            <a:extLst>
              <a:ext uri="{FF2B5EF4-FFF2-40B4-BE49-F238E27FC236}">
                <a16:creationId xmlns:a16="http://schemas.microsoft.com/office/drawing/2014/main" id="{F9BC71ED-569A-49BE-B9B8-2FC7B8602CFC}"/>
              </a:ext>
            </a:extLst>
          </p:cNvPr>
          <p:cNvSpPr txBox="1"/>
          <p:nvPr/>
        </p:nvSpPr>
        <p:spPr>
          <a:xfrm>
            <a:off x="4087580" y="3519197"/>
            <a:ext cx="917278" cy="369332"/>
          </a:xfrm>
          <a:prstGeom prst="rect">
            <a:avLst/>
          </a:prstGeom>
          <a:noFill/>
        </p:spPr>
        <p:txBody>
          <a:bodyPr wrap="square" rtlCol="0">
            <a:spAutoFit/>
          </a:bodyPr>
          <a:lstStyle/>
          <a:p>
            <a:pPr algn="ctr"/>
            <a:r>
              <a:rPr lang="zh-CN" altLang="en-US" b="1" dirty="0">
                <a:latin typeface="Arial Narrow" panose="020B0606020202030204" pitchFamily="34" charset="0"/>
              </a:rPr>
              <a:t>转发站</a:t>
            </a:r>
          </a:p>
        </p:txBody>
      </p:sp>
      <p:sp>
        <p:nvSpPr>
          <p:cNvPr id="70" name="文本框 69">
            <a:extLst>
              <a:ext uri="{FF2B5EF4-FFF2-40B4-BE49-F238E27FC236}">
                <a16:creationId xmlns:a16="http://schemas.microsoft.com/office/drawing/2014/main" id="{D2A2B6FD-E320-471B-B5A7-F5D58CCB21B5}"/>
              </a:ext>
            </a:extLst>
          </p:cNvPr>
          <p:cNvSpPr txBox="1"/>
          <p:nvPr/>
        </p:nvSpPr>
        <p:spPr>
          <a:xfrm>
            <a:off x="5254637" y="5585001"/>
            <a:ext cx="917278" cy="369332"/>
          </a:xfrm>
          <a:prstGeom prst="rect">
            <a:avLst/>
          </a:prstGeom>
          <a:noFill/>
        </p:spPr>
        <p:txBody>
          <a:bodyPr wrap="square" rtlCol="0">
            <a:spAutoFit/>
          </a:bodyPr>
          <a:lstStyle/>
          <a:p>
            <a:pPr algn="ctr"/>
            <a:r>
              <a:rPr lang="zh-CN" altLang="en-US" b="1" dirty="0">
                <a:latin typeface="Arial Narrow" panose="020B0606020202030204" pitchFamily="34" charset="0"/>
              </a:rPr>
              <a:t>转发站</a:t>
            </a:r>
          </a:p>
        </p:txBody>
      </p:sp>
      <p:sp>
        <p:nvSpPr>
          <p:cNvPr id="71" name="文本框 70">
            <a:extLst>
              <a:ext uri="{FF2B5EF4-FFF2-40B4-BE49-F238E27FC236}">
                <a16:creationId xmlns:a16="http://schemas.microsoft.com/office/drawing/2014/main" id="{5E79040C-D1B7-4797-8DD2-ECF0F1EBECC3}"/>
              </a:ext>
            </a:extLst>
          </p:cNvPr>
          <p:cNvSpPr txBox="1"/>
          <p:nvPr/>
        </p:nvSpPr>
        <p:spPr>
          <a:xfrm>
            <a:off x="6329561" y="4616189"/>
            <a:ext cx="917278" cy="369332"/>
          </a:xfrm>
          <a:prstGeom prst="rect">
            <a:avLst/>
          </a:prstGeom>
          <a:noFill/>
        </p:spPr>
        <p:txBody>
          <a:bodyPr wrap="square" rtlCol="0">
            <a:spAutoFit/>
          </a:bodyPr>
          <a:lstStyle/>
          <a:p>
            <a:pPr algn="ctr"/>
            <a:r>
              <a:rPr lang="zh-CN" altLang="en-US" b="1" dirty="0">
                <a:latin typeface="Arial Narrow" panose="020B0606020202030204" pitchFamily="34" charset="0"/>
              </a:rPr>
              <a:t>转发站</a:t>
            </a:r>
          </a:p>
        </p:txBody>
      </p:sp>
      <p:sp>
        <p:nvSpPr>
          <p:cNvPr id="72" name="对话气泡: 圆角矩形 71">
            <a:extLst>
              <a:ext uri="{FF2B5EF4-FFF2-40B4-BE49-F238E27FC236}">
                <a16:creationId xmlns:a16="http://schemas.microsoft.com/office/drawing/2014/main" id="{2E30758C-05C1-445E-972B-2FDDC31E4516}"/>
              </a:ext>
            </a:extLst>
          </p:cNvPr>
          <p:cNvSpPr/>
          <p:nvPr/>
        </p:nvSpPr>
        <p:spPr>
          <a:xfrm>
            <a:off x="1051337" y="2228944"/>
            <a:ext cx="2974063" cy="793656"/>
          </a:xfrm>
          <a:prstGeom prst="wedgeRoundRectCallout">
            <a:avLst>
              <a:gd name="adj1" fmla="val 53794"/>
              <a:gd name="adj2" fmla="val 120814"/>
              <a:gd name="adj3" fmla="val 16667"/>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zh-CN" altLang="en-US" b="1" dirty="0"/>
              <a:t>转发站需要具备路由功能</a:t>
            </a:r>
          </a:p>
        </p:txBody>
      </p:sp>
    </p:spTree>
    <p:custDataLst>
      <p:tags r:id="rId1"/>
    </p:custDataLst>
    <p:extLst>
      <p:ext uri="{BB962C8B-B14F-4D97-AF65-F5344CB8AC3E}">
        <p14:creationId xmlns:p14="http://schemas.microsoft.com/office/powerpoint/2010/main" val="1133112409"/>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47" presetClass="entr" presetSubtype="0" fill="hold" grpId="0" nodeType="withEffect">
                                  <p:stCondLst>
                                    <p:cond delay="0"/>
                                  </p:stCondLst>
                                  <p:childTnLst>
                                    <p:set>
                                      <p:cBhvr>
                                        <p:cTn id="6" dur="1" fill="hold">
                                          <p:stCondLst>
                                            <p:cond delay="0"/>
                                          </p:stCondLst>
                                        </p:cTn>
                                        <p:tgtEl>
                                          <p:spTgt spid="21"/>
                                        </p:tgtEl>
                                        <p:attrNameLst>
                                          <p:attrName>style.visibility</p:attrName>
                                        </p:attrNameLst>
                                      </p:cBhvr>
                                      <p:to>
                                        <p:strVal val="visible"/>
                                      </p:to>
                                    </p:set>
                                    <p:animEffect transition="in" filter="fade">
                                      <p:cBhvr>
                                        <p:cTn id="7" dur="1000"/>
                                        <p:tgtEl>
                                          <p:spTgt spid="21"/>
                                        </p:tgtEl>
                                      </p:cBhvr>
                                    </p:animEffect>
                                    <p:anim calcmode="lin" valueType="num">
                                      <p:cBhvr>
                                        <p:cTn id="8" dur="1000" fill="hold"/>
                                        <p:tgtEl>
                                          <p:spTgt spid="21"/>
                                        </p:tgtEl>
                                        <p:attrNameLst>
                                          <p:attrName>ppt_x</p:attrName>
                                        </p:attrNameLst>
                                      </p:cBhvr>
                                      <p:tavLst>
                                        <p:tav tm="0">
                                          <p:val>
                                            <p:strVal val="#ppt_x"/>
                                          </p:val>
                                        </p:tav>
                                        <p:tav tm="100000">
                                          <p:val>
                                            <p:strVal val="#ppt_x"/>
                                          </p:val>
                                        </p:tav>
                                      </p:tavLst>
                                    </p:anim>
                                    <p:anim calcmode="lin" valueType="num">
                                      <p:cBhvr>
                                        <p:cTn id="9" dur="1000" fill="hold"/>
                                        <p:tgtEl>
                                          <p:spTgt spid="21"/>
                                        </p:tgtEl>
                                        <p:attrNameLst>
                                          <p:attrName>ppt_y</p:attrName>
                                        </p:attrNameLst>
                                      </p:cBhvr>
                                      <p:tavLst>
                                        <p:tav tm="0">
                                          <p:val>
                                            <p:strVal val="#ppt_y-.1"/>
                                          </p:val>
                                        </p:tav>
                                        <p:tav tm="100000">
                                          <p:val>
                                            <p:strVal val="#ppt_y"/>
                                          </p:val>
                                        </p:tav>
                                      </p:tavLst>
                                    </p:anim>
                                  </p:childTnLst>
                                </p:cTn>
                              </p:par>
                            </p:childTnLst>
                          </p:cTn>
                        </p:par>
                      </p:childTnLst>
                    </p:cTn>
                  </p:par>
                  <p:par>
                    <p:cTn id="10" fill="hold">
                      <p:stCondLst>
                        <p:cond delay="indefinite"/>
                      </p:stCondLst>
                      <p:childTnLst>
                        <p:par>
                          <p:cTn id="11" fill="hold">
                            <p:stCondLst>
                              <p:cond delay="0"/>
                            </p:stCondLst>
                            <p:childTnLst>
                              <p:par>
                                <p:cTn id="12" presetID="47" presetClass="entr" presetSubtype="0" fill="hold" grpId="0" nodeType="clickEffect">
                                  <p:stCondLst>
                                    <p:cond delay="0"/>
                                  </p:stCondLst>
                                  <p:childTnLst>
                                    <p:set>
                                      <p:cBhvr>
                                        <p:cTn id="13" dur="1" fill="hold">
                                          <p:stCondLst>
                                            <p:cond delay="0"/>
                                          </p:stCondLst>
                                        </p:cTn>
                                        <p:tgtEl>
                                          <p:spTgt spid="14"/>
                                        </p:tgtEl>
                                        <p:attrNameLst>
                                          <p:attrName>style.visibility</p:attrName>
                                        </p:attrNameLst>
                                      </p:cBhvr>
                                      <p:to>
                                        <p:strVal val="visible"/>
                                      </p:to>
                                    </p:set>
                                    <p:animEffect transition="in" filter="fade">
                                      <p:cBhvr>
                                        <p:cTn id="14" dur="1000"/>
                                        <p:tgtEl>
                                          <p:spTgt spid="14"/>
                                        </p:tgtEl>
                                      </p:cBhvr>
                                    </p:animEffect>
                                    <p:anim calcmode="lin" valueType="num">
                                      <p:cBhvr>
                                        <p:cTn id="15" dur="1000" fill="hold"/>
                                        <p:tgtEl>
                                          <p:spTgt spid="14"/>
                                        </p:tgtEl>
                                        <p:attrNameLst>
                                          <p:attrName>ppt_x</p:attrName>
                                        </p:attrNameLst>
                                      </p:cBhvr>
                                      <p:tavLst>
                                        <p:tav tm="0">
                                          <p:val>
                                            <p:strVal val="#ppt_x"/>
                                          </p:val>
                                        </p:tav>
                                        <p:tav tm="100000">
                                          <p:val>
                                            <p:strVal val="#ppt_x"/>
                                          </p:val>
                                        </p:tav>
                                      </p:tavLst>
                                    </p:anim>
                                    <p:anim calcmode="lin" valueType="num">
                                      <p:cBhvr>
                                        <p:cTn id="16" dur="1000" fill="hold"/>
                                        <p:tgtEl>
                                          <p:spTgt spid="14"/>
                                        </p:tgtEl>
                                        <p:attrNameLst>
                                          <p:attrName>ppt_y</p:attrName>
                                        </p:attrNameLst>
                                      </p:cBhvr>
                                      <p:tavLst>
                                        <p:tav tm="0">
                                          <p:val>
                                            <p:strVal val="#ppt_y-.1"/>
                                          </p:val>
                                        </p:tav>
                                        <p:tav tm="100000">
                                          <p:val>
                                            <p:strVal val="#ppt_y"/>
                                          </p:val>
                                        </p:tav>
                                      </p:tavLst>
                                    </p:anim>
                                  </p:childTnLst>
                                </p:cTn>
                              </p:par>
                            </p:childTnLst>
                          </p:cTn>
                        </p:par>
                      </p:childTnLst>
                    </p:cTn>
                  </p:par>
                  <p:par>
                    <p:cTn id="17" fill="hold">
                      <p:stCondLst>
                        <p:cond delay="indefinite"/>
                      </p:stCondLst>
                      <p:childTnLst>
                        <p:par>
                          <p:cTn id="18" fill="hold">
                            <p:stCondLst>
                              <p:cond delay="0"/>
                            </p:stCondLst>
                            <p:childTnLst>
                              <p:par>
                                <p:cTn id="19" presetID="30" presetClass="entr" presetSubtype="0" fill="hold" nodeType="clickEffect">
                                  <p:stCondLst>
                                    <p:cond delay="0"/>
                                  </p:stCondLst>
                                  <p:childTnLst>
                                    <p:set>
                                      <p:cBhvr>
                                        <p:cTn id="20" dur="1" fill="hold">
                                          <p:stCondLst>
                                            <p:cond delay="0"/>
                                          </p:stCondLst>
                                        </p:cTn>
                                        <p:tgtEl>
                                          <p:spTgt spid="5"/>
                                        </p:tgtEl>
                                        <p:attrNameLst>
                                          <p:attrName>style.visibility</p:attrName>
                                        </p:attrNameLst>
                                      </p:cBhvr>
                                      <p:to>
                                        <p:strVal val="visible"/>
                                      </p:to>
                                    </p:set>
                                    <p:animEffect transition="in" filter="fade">
                                      <p:cBhvr>
                                        <p:cTn id="21" dur="800" decel="100000"/>
                                        <p:tgtEl>
                                          <p:spTgt spid="5"/>
                                        </p:tgtEl>
                                      </p:cBhvr>
                                    </p:animEffect>
                                    <p:anim calcmode="lin" valueType="num">
                                      <p:cBhvr>
                                        <p:cTn id="22" dur="800" decel="100000" fill="hold"/>
                                        <p:tgtEl>
                                          <p:spTgt spid="5"/>
                                        </p:tgtEl>
                                        <p:attrNameLst>
                                          <p:attrName>style.rotation</p:attrName>
                                        </p:attrNameLst>
                                      </p:cBhvr>
                                      <p:tavLst>
                                        <p:tav tm="0">
                                          <p:val>
                                            <p:fltVal val="-90"/>
                                          </p:val>
                                        </p:tav>
                                        <p:tav tm="100000">
                                          <p:val>
                                            <p:fltVal val="0"/>
                                          </p:val>
                                        </p:tav>
                                      </p:tavLst>
                                    </p:anim>
                                    <p:anim calcmode="lin" valueType="num">
                                      <p:cBhvr>
                                        <p:cTn id="23" dur="800" decel="100000" fill="hold"/>
                                        <p:tgtEl>
                                          <p:spTgt spid="5"/>
                                        </p:tgtEl>
                                        <p:attrNameLst>
                                          <p:attrName>ppt_x</p:attrName>
                                        </p:attrNameLst>
                                      </p:cBhvr>
                                      <p:tavLst>
                                        <p:tav tm="0">
                                          <p:val>
                                            <p:strVal val="#ppt_x+0.4"/>
                                          </p:val>
                                        </p:tav>
                                        <p:tav tm="100000">
                                          <p:val>
                                            <p:strVal val="#ppt_x-0.05"/>
                                          </p:val>
                                        </p:tav>
                                      </p:tavLst>
                                    </p:anim>
                                    <p:anim calcmode="lin" valueType="num">
                                      <p:cBhvr>
                                        <p:cTn id="24" dur="800" decel="100000" fill="hold"/>
                                        <p:tgtEl>
                                          <p:spTgt spid="5"/>
                                        </p:tgtEl>
                                        <p:attrNameLst>
                                          <p:attrName>ppt_y</p:attrName>
                                        </p:attrNameLst>
                                      </p:cBhvr>
                                      <p:tavLst>
                                        <p:tav tm="0">
                                          <p:val>
                                            <p:strVal val="#ppt_y-0.4"/>
                                          </p:val>
                                        </p:tav>
                                        <p:tav tm="100000">
                                          <p:val>
                                            <p:strVal val="#ppt_y+0.1"/>
                                          </p:val>
                                        </p:tav>
                                      </p:tavLst>
                                    </p:anim>
                                    <p:anim calcmode="lin" valueType="num">
                                      <p:cBhvr>
                                        <p:cTn id="25" dur="200" accel="100000" fill="hold">
                                          <p:stCondLst>
                                            <p:cond delay="800"/>
                                          </p:stCondLst>
                                        </p:cTn>
                                        <p:tgtEl>
                                          <p:spTgt spid="5"/>
                                        </p:tgtEl>
                                        <p:attrNameLst>
                                          <p:attrName>ppt_x</p:attrName>
                                        </p:attrNameLst>
                                      </p:cBhvr>
                                      <p:tavLst>
                                        <p:tav tm="0">
                                          <p:val>
                                            <p:strVal val="#ppt_x-0.05"/>
                                          </p:val>
                                        </p:tav>
                                        <p:tav tm="100000">
                                          <p:val>
                                            <p:strVal val="#ppt_x"/>
                                          </p:val>
                                        </p:tav>
                                      </p:tavLst>
                                    </p:anim>
                                    <p:anim calcmode="lin" valueType="num">
                                      <p:cBhvr>
                                        <p:cTn id="26" dur="200" accel="100000" fill="hold">
                                          <p:stCondLst>
                                            <p:cond delay="800"/>
                                          </p:stCondLst>
                                        </p:cTn>
                                        <p:tgtEl>
                                          <p:spTgt spid="5"/>
                                        </p:tgtEl>
                                        <p:attrNameLst>
                                          <p:attrName>ppt_y</p:attrName>
                                        </p:attrNameLst>
                                      </p:cBhvr>
                                      <p:tavLst>
                                        <p:tav tm="0">
                                          <p:val>
                                            <p:strVal val="#ppt_y+0.1"/>
                                          </p:val>
                                        </p:tav>
                                        <p:tav tm="100000">
                                          <p:val>
                                            <p:strVal val="#ppt_y"/>
                                          </p:val>
                                        </p:tav>
                                      </p:tavLst>
                                    </p:anim>
                                  </p:childTnLst>
                                </p:cTn>
                              </p:par>
                            </p:childTnLst>
                          </p:cTn>
                        </p:par>
                      </p:childTnLst>
                    </p:cTn>
                  </p:par>
                  <p:par>
                    <p:cTn id="27" fill="hold">
                      <p:stCondLst>
                        <p:cond delay="indefinite"/>
                      </p:stCondLst>
                      <p:childTnLst>
                        <p:par>
                          <p:cTn id="28" fill="hold">
                            <p:stCondLst>
                              <p:cond delay="0"/>
                            </p:stCondLst>
                            <p:childTnLst>
                              <p:par>
                                <p:cTn id="29" presetID="12" presetClass="entr" presetSubtype="1" fill="hold" grpId="0" nodeType="clickEffect">
                                  <p:stCondLst>
                                    <p:cond delay="0"/>
                                  </p:stCondLst>
                                  <p:childTnLst>
                                    <p:set>
                                      <p:cBhvr>
                                        <p:cTn id="30" dur="1" fill="hold">
                                          <p:stCondLst>
                                            <p:cond delay="0"/>
                                          </p:stCondLst>
                                        </p:cTn>
                                        <p:tgtEl>
                                          <p:spTgt spid="16"/>
                                        </p:tgtEl>
                                        <p:attrNameLst>
                                          <p:attrName>style.visibility</p:attrName>
                                        </p:attrNameLst>
                                      </p:cBhvr>
                                      <p:to>
                                        <p:strVal val="visible"/>
                                      </p:to>
                                    </p:set>
                                    <p:anim calcmode="lin" valueType="num">
                                      <p:cBhvr additive="base">
                                        <p:cTn id="31" dur="500"/>
                                        <p:tgtEl>
                                          <p:spTgt spid="16"/>
                                        </p:tgtEl>
                                        <p:attrNameLst>
                                          <p:attrName>ppt_y</p:attrName>
                                        </p:attrNameLst>
                                      </p:cBhvr>
                                      <p:tavLst>
                                        <p:tav tm="0">
                                          <p:val>
                                            <p:strVal val="#ppt_y-#ppt_h*1.125000"/>
                                          </p:val>
                                        </p:tav>
                                        <p:tav tm="100000">
                                          <p:val>
                                            <p:strVal val="#ppt_y"/>
                                          </p:val>
                                        </p:tav>
                                      </p:tavLst>
                                    </p:anim>
                                    <p:animEffect transition="in" filter="wipe(down)">
                                      <p:cBhvr>
                                        <p:cTn id="32" dur="500"/>
                                        <p:tgtEl>
                                          <p:spTgt spid="16"/>
                                        </p:tgtEl>
                                      </p:cBhvr>
                                    </p:animEffect>
                                  </p:childTnLst>
                                </p:cTn>
                              </p:par>
                              <p:par>
                                <p:cTn id="33" presetID="12" presetClass="entr" presetSubtype="1" fill="hold" grpId="0" nodeType="withEffect">
                                  <p:stCondLst>
                                    <p:cond delay="0"/>
                                  </p:stCondLst>
                                  <p:childTnLst>
                                    <p:set>
                                      <p:cBhvr>
                                        <p:cTn id="34" dur="1" fill="hold">
                                          <p:stCondLst>
                                            <p:cond delay="0"/>
                                          </p:stCondLst>
                                        </p:cTn>
                                        <p:tgtEl>
                                          <p:spTgt spid="68"/>
                                        </p:tgtEl>
                                        <p:attrNameLst>
                                          <p:attrName>style.visibility</p:attrName>
                                        </p:attrNameLst>
                                      </p:cBhvr>
                                      <p:to>
                                        <p:strVal val="visible"/>
                                      </p:to>
                                    </p:set>
                                    <p:anim calcmode="lin" valueType="num">
                                      <p:cBhvr additive="base">
                                        <p:cTn id="35" dur="500"/>
                                        <p:tgtEl>
                                          <p:spTgt spid="68"/>
                                        </p:tgtEl>
                                        <p:attrNameLst>
                                          <p:attrName>ppt_y</p:attrName>
                                        </p:attrNameLst>
                                      </p:cBhvr>
                                      <p:tavLst>
                                        <p:tav tm="0">
                                          <p:val>
                                            <p:strVal val="#ppt_y-#ppt_h*1.125000"/>
                                          </p:val>
                                        </p:tav>
                                        <p:tav tm="100000">
                                          <p:val>
                                            <p:strVal val="#ppt_y"/>
                                          </p:val>
                                        </p:tav>
                                      </p:tavLst>
                                    </p:anim>
                                    <p:animEffect transition="in" filter="wipe(down)">
                                      <p:cBhvr>
                                        <p:cTn id="36" dur="500"/>
                                        <p:tgtEl>
                                          <p:spTgt spid="68"/>
                                        </p:tgtEl>
                                      </p:cBhvr>
                                    </p:animEffect>
                                  </p:childTnLst>
                                </p:cTn>
                              </p:par>
                            </p:childTnLst>
                          </p:cTn>
                        </p:par>
                      </p:childTnLst>
                    </p:cTn>
                  </p:par>
                  <p:par>
                    <p:cTn id="37" fill="hold">
                      <p:stCondLst>
                        <p:cond delay="indefinite"/>
                      </p:stCondLst>
                      <p:childTnLst>
                        <p:par>
                          <p:cTn id="38" fill="hold">
                            <p:stCondLst>
                              <p:cond delay="0"/>
                            </p:stCondLst>
                            <p:childTnLst>
                              <p:par>
                                <p:cTn id="39" presetID="22" presetClass="entr" presetSubtype="8" fill="hold" nodeType="clickEffect">
                                  <p:stCondLst>
                                    <p:cond delay="0"/>
                                  </p:stCondLst>
                                  <p:childTnLst>
                                    <p:set>
                                      <p:cBhvr>
                                        <p:cTn id="40" dur="1" fill="hold">
                                          <p:stCondLst>
                                            <p:cond delay="0"/>
                                          </p:stCondLst>
                                        </p:cTn>
                                        <p:tgtEl>
                                          <p:spTgt spid="63"/>
                                        </p:tgtEl>
                                        <p:attrNameLst>
                                          <p:attrName>style.visibility</p:attrName>
                                        </p:attrNameLst>
                                      </p:cBhvr>
                                      <p:to>
                                        <p:strVal val="visible"/>
                                      </p:to>
                                    </p:set>
                                    <p:animEffect transition="in" filter="wipe(left)">
                                      <p:cBhvr>
                                        <p:cTn id="41" dur="500"/>
                                        <p:tgtEl>
                                          <p:spTgt spid="63"/>
                                        </p:tgtEl>
                                      </p:cBhvr>
                                    </p:animEffect>
                                  </p:childTnLst>
                                </p:cTn>
                              </p:par>
                            </p:childTnLst>
                          </p:cTn>
                        </p:par>
                      </p:childTnLst>
                    </p:cTn>
                  </p:par>
                  <p:par>
                    <p:cTn id="42" fill="hold">
                      <p:stCondLst>
                        <p:cond delay="indefinite"/>
                      </p:stCondLst>
                      <p:childTnLst>
                        <p:par>
                          <p:cTn id="43" fill="hold">
                            <p:stCondLst>
                              <p:cond delay="0"/>
                            </p:stCondLst>
                            <p:childTnLst>
                              <p:par>
                                <p:cTn id="44" presetID="22" presetClass="entr" presetSubtype="1" fill="hold" nodeType="clickEffect">
                                  <p:stCondLst>
                                    <p:cond delay="0"/>
                                  </p:stCondLst>
                                  <p:childTnLst>
                                    <p:set>
                                      <p:cBhvr>
                                        <p:cTn id="45" dur="1" fill="hold">
                                          <p:stCondLst>
                                            <p:cond delay="0"/>
                                          </p:stCondLst>
                                        </p:cTn>
                                        <p:tgtEl>
                                          <p:spTgt spid="64"/>
                                        </p:tgtEl>
                                        <p:attrNameLst>
                                          <p:attrName>style.visibility</p:attrName>
                                        </p:attrNameLst>
                                      </p:cBhvr>
                                      <p:to>
                                        <p:strVal val="visible"/>
                                      </p:to>
                                    </p:set>
                                    <p:animEffect transition="in" filter="wipe(up)">
                                      <p:cBhvr>
                                        <p:cTn id="46" dur="500"/>
                                        <p:tgtEl>
                                          <p:spTgt spid="64"/>
                                        </p:tgtEl>
                                      </p:cBhvr>
                                    </p:animEffect>
                                  </p:childTnLst>
                                </p:cTn>
                              </p:par>
                            </p:childTnLst>
                          </p:cTn>
                        </p:par>
                      </p:childTnLst>
                    </p:cTn>
                  </p:par>
                  <p:par>
                    <p:cTn id="47" fill="hold">
                      <p:stCondLst>
                        <p:cond delay="indefinite"/>
                      </p:stCondLst>
                      <p:childTnLst>
                        <p:par>
                          <p:cTn id="48" fill="hold">
                            <p:stCondLst>
                              <p:cond delay="0"/>
                            </p:stCondLst>
                            <p:childTnLst>
                              <p:par>
                                <p:cTn id="49" presetID="22" presetClass="entr" presetSubtype="8" fill="hold" nodeType="clickEffect">
                                  <p:stCondLst>
                                    <p:cond delay="0"/>
                                  </p:stCondLst>
                                  <p:childTnLst>
                                    <p:set>
                                      <p:cBhvr>
                                        <p:cTn id="50" dur="1" fill="hold">
                                          <p:stCondLst>
                                            <p:cond delay="0"/>
                                          </p:stCondLst>
                                        </p:cTn>
                                        <p:tgtEl>
                                          <p:spTgt spid="65"/>
                                        </p:tgtEl>
                                        <p:attrNameLst>
                                          <p:attrName>style.visibility</p:attrName>
                                        </p:attrNameLst>
                                      </p:cBhvr>
                                      <p:to>
                                        <p:strVal val="visible"/>
                                      </p:to>
                                    </p:set>
                                    <p:animEffect transition="in" filter="wipe(left)">
                                      <p:cBhvr>
                                        <p:cTn id="51" dur="500"/>
                                        <p:tgtEl>
                                          <p:spTgt spid="65"/>
                                        </p:tgtEl>
                                      </p:cBhvr>
                                    </p:animEffect>
                                  </p:childTnLst>
                                </p:cTn>
                              </p:par>
                            </p:childTnLst>
                          </p:cTn>
                        </p:par>
                      </p:childTnLst>
                    </p:cTn>
                  </p:par>
                  <p:par>
                    <p:cTn id="52" fill="hold">
                      <p:stCondLst>
                        <p:cond delay="indefinite"/>
                      </p:stCondLst>
                      <p:childTnLst>
                        <p:par>
                          <p:cTn id="53" fill="hold">
                            <p:stCondLst>
                              <p:cond delay="0"/>
                            </p:stCondLst>
                            <p:childTnLst>
                              <p:par>
                                <p:cTn id="54" presetID="22" presetClass="entr" presetSubtype="8" fill="hold" nodeType="clickEffect">
                                  <p:stCondLst>
                                    <p:cond delay="0"/>
                                  </p:stCondLst>
                                  <p:childTnLst>
                                    <p:set>
                                      <p:cBhvr>
                                        <p:cTn id="55" dur="1" fill="hold">
                                          <p:stCondLst>
                                            <p:cond delay="0"/>
                                          </p:stCondLst>
                                        </p:cTn>
                                        <p:tgtEl>
                                          <p:spTgt spid="66"/>
                                        </p:tgtEl>
                                        <p:attrNameLst>
                                          <p:attrName>style.visibility</p:attrName>
                                        </p:attrNameLst>
                                      </p:cBhvr>
                                      <p:to>
                                        <p:strVal val="visible"/>
                                      </p:to>
                                    </p:set>
                                    <p:animEffect transition="in" filter="wipe(left)">
                                      <p:cBhvr>
                                        <p:cTn id="56" dur="500"/>
                                        <p:tgtEl>
                                          <p:spTgt spid="66"/>
                                        </p:tgtEl>
                                      </p:cBhvr>
                                    </p:animEffect>
                                  </p:childTnLst>
                                </p:cTn>
                              </p:par>
                            </p:childTnLst>
                          </p:cTn>
                        </p:par>
                      </p:childTnLst>
                    </p:cTn>
                  </p:par>
                  <p:par>
                    <p:cTn id="57" fill="hold">
                      <p:stCondLst>
                        <p:cond delay="indefinite"/>
                      </p:stCondLst>
                      <p:childTnLst>
                        <p:par>
                          <p:cTn id="58" fill="hold">
                            <p:stCondLst>
                              <p:cond delay="0"/>
                            </p:stCondLst>
                            <p:childTnLst>
                              <p:par>
                                <p:cTn id="59" presetID="12" presetClass="entr" presetSubtype="2" fill="hold" grpId="0" nodeType="clickEffect">
                                  <p:stCondLst>
                                    <p:cond delay="0"/>
                                  </p:stCondLst>
                                  <p:childTnLst>
                                    <p:set>
                                      <p:cBhvr>
                                        <p:cTn id="60" dur="1" fill="hold">
                                          <p:stCondLst>
                                            <p:cond delay="0"/>
                                          </p:stCondLst>
                                        </p:cTn>
                                        <p:tgtEl>
                                          <p:spTgt spid="69"/>
                                        </p:tgtEl>
                                        <p:attrNameLst>
                                          <p:attrName>style.visibility</p:attrName>
                                        </p:attrNameLst>
                                      </p:cBhvr>
                                      <p:to>
                                        <p:strVal val="visible"/>
                                      </p:to>
                                    </p:set>
                                    <p:anim calcmode="lin" valueType="num">
                                      <p:cBhvr additive="base">
                                        <p:cTn id="61" dur="500"/>
                                        <p:tgtEl>
                                          <p:spTgt spid="69"/>
                                        </p:tgtEl>
                                        <p:attrNameLst>
                                          <p:attrName>ppt_x</p:attrName>
                                        </p:attrNameLst>
                                      </p:cBhvr>
                                      <p:tavLst>
                                        <p:tav tm="0">
                                          <p:val>
                                            <p:strVal val="#ppt_x+#ppt_w*1.125000"/>
                                          </p:val>
                                        </p:tav>
                                        <p:tav tm="100000">
                                          <p:val>
                                            <p:strVal val="#ppt_x"/>
                                          </p:val>
                                        </p:tav>
                                      </p:tavLst>
                                    </p:anim>
                                    <p:animEffect transition="in" filter="wipe(left)">
                                      <p:cBhvr>
                                        <p:cTn id="62" dur="500"/>
                                        <p:tgtEl>
                                          <p:spTgt spid="69"/>
                                        </p:tgtEl>
                                      </p:cBhvr>
                                    </p:animEffect>
                                  </p:childTnLst>
                                </p:cTn>
                              </p:par>
                              <p:par>
                                <p:cTn id="63" presetID="12" presetClass="entr" presetSubtype="1" fill="hold" grpId="0" nodeType="withEffect">
                                  <p:stCondLst>
                                    <p:cond delay="0"/>
                                  </p:stCondLst>
                                  <p:childTnLst>
                                    <p:set>
                                      <p:cBhvr>
                                        <p:cTn id="64" dur="1" fill="hold">
                                          <p:stCondLst>
                                            <p:cond delay="0"/>
                                          </p:stCondLst>
                                        </p:cTn>
                                        <p:tgtEl>
                                          <p:spTgt spid="70"/>
                                        </p:tgtEl>
                                        <p:attrNameLst>
                                          <p:attrName>style.visibility</p:attrName>
                                        </p:attrNameLst>
                                      </p:cBhvr>
                                      <p:to>
                                        <p:strVal val="visible"/>
                                      </p:to>
                                    </p:set>
                                    <p:anim calcmode="lin" valueType="num">
                                      <p:cBhvr additive="base">
                                        <p:cTn id="65" dur="500"/>
                                        <p:tgtEl>
                                          <p:spTgt spid="70"/>
                                        </p:tgtEl>
                                        <p:attrNameLst>
                                          <p:attrName>ppt_y</p:attrName>
                                        </p:attrNameLst>
                                      </p:cBhvr>
                                      <p:tavLst>
                                        <p:tav tm="0">
                                          <p:val>
                                            <p:strVal val="#ppt_y-#ppt_h*1.125000"/>
                                          </p:val>
                                        </p:tav>
                                        <p:tav tm="100000">
                                          <p:val>
                                            <p:strVal val="#ppt_y"/>
                                          </p:val>
                                        </p:tav>
                                      </p:tavLst>
                                    </p:anim>
                                    <p:animEffect transition="in" filter="wipe(down)">
                                      <p:cBhvr>
                                        <p:cTn id="66" dur="500"/>
                                        <p:tgtEl>
                                          <p:spTgt spid="70"/>
                                        </p:tgtEl>
                                      </p:cBhvr>
                                    </p:animEffect>
                                  </p:childTnLst>
                                </p:cTn>
                              </p:par>
                              <p:par>
                                <p:cTn id="67" presetID="12" presetClass="entr" presetSubtype="1" fill="hold" grpId="0" nodeType="withEffect">
                                  <p:stCondLst>
                                    <p:cond delay="0"/>
                                  </p:stCondLst>
                                  <p:childTnLst>
                                    <p:set>
                                      <p:cBhvr>
                                        <p:cTn id="68" dur="1" fill="hold">
                                          <p:stCondLst>
                                            <p:cond delay="0"/>
                                          </p:stCondLst>
                                        </p:cTn>
                                        <p:tgtEl>
                                          <p:spTgt spid="71"/>
                                        </p:tgtEl>
                                        <p:attrNameLst>
                                          <p:attrName>style.visibility</p:attrName>
                                        </p:attrNameLst>
                                      </p:cBhvr>
                                      <p:to>
                                        <p:strVal val="visible"/>
                                      </p:to>
                                    </p:set>
                                    <p:anim calcmode="lin" valueType="num">
                                      <p:cBhvr additive="base">
                                        <p:cTn id="69" dur="500"/>
                                        <p:tgtEl>
                                          <p:spTgt spid="71"/>
                                        </p:tgtEl>
                                        <p:attrNameLst>
                                          <p:attrName>ppt_y</p:attrName>
                                        </p:attrNameLst>
                                      </p:cBhvr>
                                      <p:tavLst>
                                        <p:tav tm="0">
                                          <p:val>
                                            <p:strVal val="#ppt_y-#ppt_h*1.125000"/>
                                          </p:val>
                                        </p:tav>
                                        <p:tav tm="100000">
                                          <p:val>
                                            <p:strVal val="#ppt_y"/>
                                          </p:val>
                                        </p:tav>
                                      </p:tavLst>
                                    </p:anim>
                                    <p:animEffect transition="in" filter="wipe(down)">
                                      <p:cBhvr>
                                        <p:cTn id="70" dur="500"/>
                                        <p:tgtEl>
                                          <p:spTgt spid="71"/>
                                        </p:tgtEl>
                                      </p:cBhvr>
                                    </p:animEffect>
                                  </p:childTnLst>
                                </p:cTn>
                              </p:par>
                            </p:childTnLst>
                          </p:cTn>
                        </p:par>
                      </p:childTnLst>
                    </p:cTn>
                  </p:par>
                  <p:par>
                    <p:cTn id="71" fill="hold">
                      <p:stCondLst>
                        <p:cond delay="indefinite"/>
                      </p:stCondLst>
                      <p:childTnLst>
                        <p:par>
                          <p:cTn id="72" fill="hold">
                            <p:stCondLst>
                              <p:cond delay="0"/>
                            </p:stCondLst>
                            <p:childTnLst>
                              <p:par>
                                <p:cTn id="73" presetID="12" presetClass="entr" presetSubtype="4" fill="hold" grpId="0" nodeType="clickEffect">
                                  <p:stCondLst>
                                    <p:cond delay="0"/>
                                  </p:stCondLst>
                                  <p:childTnLst>
                                    <p:set>
                                      <p:cBhvr>
                                        <p:cTn id="74" dur="1" fill="hold">
                                          <p:stCondLst>
                                            <p:cond delay="0"/>
                                          </p:stCondLst>
                                        </p:cTn>
                                        <p:tgtEl>
                                          <p:spTgt spid="72"/>
                                        </p:tgtEl>
                                        <p:attrNameLst>
                                          <p:attrName>style.visibility</p:attrName>
                                        </p:attrNameLst>
                                      </p:cBhvr>
                                      <p:to>
                                        <p:strVal val="visible"/>
                                      </p:to>
                                    </p:set>
                                    <p:anim calcmode="lin" valueType="num">
                                      <p:cBhvr additive="base">
                                        <p:cTn id="75" dur="500"/>
                                        <p:tgtEl>
                                          <p:spTgt spid="72"/>
                                        </p:tgtEl>
                                        <p:attrNameLst>
                                          <p:attrName>ppt_y</p:attrName>
                                        </p:attrNameLst>
                                      </p:cBhvr>
                                      <p:tavLst>
                                        <p:tav tm="0">
                                          <p:val>
                                            <p:strVal val="#ppt_y+#ppt_h*1.125000"/>
                                          </p:val>
                                        </p:tav>
                                        <p:tav tm="100000">
                                          <p:val>
                                            <p:strVal val="#ppt_y"/>
                                          </p:val>
                                        </p:tav>
                                      </p:tavLst>
                                    </p:anim>
                                    <p:animEffect transition="in" filter="wipe(up)">
                                      <p:cBhvr>
                                        <p:cTn id="76" dur="500"/>
                                        <p:tgtEl>
                                          <p:spTgt spid="72"/>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1" grpId="0"/>
      <p:bldP spid="14" grpId="0"/>
      <p:bldP spid="16" grpId="0"/>
      <p:bldP spid="68" grpId="0"/>
      <p:bldP spid="69" grpId="0"/>
      <p:bldP spid="70" grpId="0"/>
      <p:bldP spid="71" grpId="0"/>
      <p:bldP spid="72" grpId="0" animBg="1"/>
    </p:bldLst>
  </p:timing>
</p:sld>
</file>

<file path=ppt/slides/slide52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5" name="组合 4">
            <a:extLst>
              <a:ext uri="{FF2B5EF4-FFF2-40B4-BE49-F238E27FC236}">
                <a16:creationId xmlns:a16="http://schemas.microsoft.com/office/drawing/2014/main" id="{7B98394B-6EAE-4527-99D5-32E7DEC3D9CE}"/>
              </a:ext>
            </a:extLst>
          </p:cNvPr>
          <p:cNvGrpSpPr/>
          <p:nvPr/>
        </p:nvGrpSpPr>
        <p:grpSpPr>
          <a:xfrm>
            <a:off x="352713" y="2514033"/>
            <a:ext cx="5911273" cy="3592282"/>
            <a:chOff x="3140363" y="2514033"/>
            <a:chExt cx="5911273" cy="3592282"/>
          </a:xfrm>
        </p:grpSpPr>
        <p:sp>
          <p:nvSpPr>
            <p:cNvPr id="15" name="椭圆 14">
              <a:extLst>
                <a:ext uri="{FF2B5EF4-FFF2-40B4-BE49-F238E27FC236}">
                  <a16:creationId xmlns:a16="http://schemas.microsoft.com/office/drawing/2014/main" id="{050839D7-8E2A-4DBC-BD02-EAD11020A27A}"/>
                </a:ext>
              </a:extLst>
            </p:cNvPr>
            <p:cNvSpPr/>
            <p:nvPr/>
          </p:nvSpPr>
          <p:spPr>
            <a:xfrm>
              <a:off x="3140363" y="2514033"/>
              <a:ext cx="5911273" cy="3592282"/>
            </a:xfrm>
            <a:prstGeom prst="ellipse">
              <a:avLst/>
            </a:prstGeom>
            <a:solidFill>
              <a:schemeClr val="bg2"/>
            </a:solidFill>
            <a:ln>
              <a:solidFill>
                <a:schemeClr val="tx1"/>
              </a:solidFill>
            </a:ln>
          </p:spPr>
          <p:style>
            <a:lnRef idx="2">
              <a:schemeClr val="accent2">
                <a:shade val="50000"/>
              </a:schemeClr>
            </a:lnRef>
            <a:fillRef idx="1">
              <a:schemeClr val="accent2"/>
            </a:fillRef>
            <a:effectRef idx="0">
              <a:schemeClr val="accent2"/>
            </a:effectRef>
            <a:fontRef idx="minor">
              <a:schemeClr val="lt1"/>
            </a:fontRef>
          </p:style>
          <p:txBody>
            <a:bodyPr rtlCol="0" anchor="ctr"/>
            <a:lstStyle/>
            <a:p>
              <a:pPr algn="ctr"/>
              <a:endParaRPr lang="zh-CN" altLang="en-US" b="1">
                <a:latin typeface="Arial Narrow" panose="020B0606020202030204" pitchFamily="34" charset="0"/>
              </a:endParaRPr>
            </a:p>
          </p:txBody>
        </p:sp>
        <p:grpSp>
          <p:nvGrpSpPr>
            <p:cNvPr id="17" name="组合 16">
              <a:extLst>
                <a:ext uri="{FF2B5EF4-FFF2-40B4-BE49-F238E27FC236}">
                  <a16:creationId xmlns:a16="http://schemas.microsoft.com/office/drawing/2014/main" id="{1C0EB936-5250-49EA-822C-A1FA2EC0BE68}"/>
                </a:ext>
              </a:extLst>
            </p:cNvPr>
            <p:cNvGrpSpPr/>
            <p:nvPr/>
          </p:nvGrpSpPr>
          <p:grpSpPr>
            <a:xfrm>
              <a:off x="3411564" y="4274934"/>
              <a:ext cx="662814" cy="846462"/>
              <a:chOff x="1558662" y="1609182"/>
              <a:chExt cx="662814" cy="846462"/>
            </a:xfrm>
          </p:grpSpPr>
          <p:grpSp>
            <p:nvGrpSpPr>
              <p:cNvPr id="18" name="组合 17">
                <a:extLst>
                  <a:ext uri="{FF2B5EF4-FFF2-40B4-BE49-F238E27FC236}">
                    <a16:creationId xmlns:a16="http://schemas.microsoft.com/office/drawing/2014/main" id="{BF627B7F-0C3E-4D39-9B9B-926F584BFF4D}"/>
                  </a:ext>
                </a:extLst>
              </p:cNvPr>
              <p:cNvGrpSpPr/>
              <p:nvPr/>
            </p:nvGrpSpPr>
            <p:grpSpPr>
              <a:xfrm>
                <a:off x="1558662" y="1609182"/>
                <a:ext cx="662814" cy="846462"/>
                <a:chOff x="2163893" y="1015189"/>
                <a:chExt cx="662814" cy="846462"/>
              </a:xfrm>
            </p:grpSpPr>
            <p:grpSp>
              <p:nvGrpSpPr>
                <p:cNvPr id="20" name="组合 19">
                  <a:extLst>
                    <a:ext uri="{FF2B5EF4-FFF2-40B4-BE49-F238E27FC236}">
                      <a16:creationId xmlns:a16="http://schemas.microsoft.com/office/drawing/2014/main" id="{8B861BF1-B7A8-4439-B43E-7AA70FD6870F}"/>
                    </a:ext>
                  </a:extLst>
                </p:cNvPr>
                <p:cNvGrpSpPr/>
                <p:nvPr/>
              </p:nvGrpSpPr>
              <p:grpSpPr>
                <a:xfrm>
                  <a:off x="2442267" y="1015189"/>
                  <a:ext cx="381000" cy="351117"/>
                  <a:chOff x="2556504" y="2484669"/>
                  <a:chExt cx="381000" cy="351117"/>
                </a:xfrm>
              </p:grpSpPr>
              <p:pic>
                <p:nvPicPr>
                  <p:cNvPr id="23" name="图形 22">
                    <a:extLst>
                      <a:ext uri="{FF2B5EF4-FFF2-40B4-BE49-F238E27FC236}">
                        <a16:creationId xmlns:a16="http://schemas.microsoft.com/office/drawing/2014/main" id="{6F9F4C71-9E03-4C98-AAAC-BF65C14F3B23}"/>
                      </a:ext>
                    </a:extLst>
                  </p:cNvPr>
                  <p:cNvPicPr>
                    <a:picLocks noChangeAspect="1"/>
                  </p:cNvPicPr>
                  <p:nvPr/>
                </p:nvPicPr>
                <p:blipFill>
                  <a:blip r:embed="rId3">
                    <a:extLst>
                      <a:ext uri="{28A0092B-C50C-407E-A947-70E740481C1C}">
                        <a14:useLocalDpi xmlns:a14="http://schemas.microsoft.com/office/drawing/2010/main" val="0"/>
                      </a:ext>
                      <a:ext uri="{96DAC541-7B7A-43D3-8B79-37D633B846F1}">
                        <asvg:svgBlip xmlns:asvg="http://schemas.microsoft.com/office/drawing/2016/SVG/main" r:embed="rId4"/>
                      </a:ext>
                    </a:extLst>
                  </a:blip>
                  <a:stretch>
                    <a:fillRect/>
                  </a:stretch>
                </p:blipFill>
                <p:spPr>
                  <a:xfrm>
                    <a:off x="2556504" y="2484669"/>
                    <a:ext cx="381000" cy="285750"/>
                  </a:xfrm>
                  <a:prstGeom prst="rect">
                    <a:avLst/>
                  </a:prstGeom>
                </p:spPr>
              </p:pic>
              <p:cxnSp>
                <p:nvCxnSpPr>
                  <p:cNvPr id="24" name="直接连接符 23">
                    <a:extLst>
                      <a:ext uri="{FF2B5EF4-FFF2-40B4-BE49-F238E27FC236}">
                        <a16:creationId xmlns:a16="http://schemas.microsoft.com/office/drawing/2014/main" id="{EA7CEB26-54CE-4708-843C-032AF2B592FB}"/>
                      </a:ext>
                    </a:extLst>
                  </p:cNvPr>
                  <p:cNvCxnSpPr/>
                  <p:nvPr/>
                </p:nvCxnSpPr>
                <p:spPr>
                  <a:xfrm>
                    <a:off x="2747004" y="2612580"/>
                    <a:ext cx="0" cy="223206"/>
                  </a:xfrm>
                  <a:prstGeom prst="line">
                    <a:avLst/>
                  </a:prstGeom>
                  <a:ln w="25400">
                    <a:solidFill>
                      <a:srgbClr val="999999"/>
                    </a:solidFill>
                  </a:ln>
                </p:spPr>
                <p:style>
                  <a:lnRef idx="1">
                    <a:schemeClr val="accent1"/>
                  </a:lnRef>
                  <a:fillRef idx="0">
                    <a:schemeClr val="accent1"/>
                  </a:fillRef>
                  <a:effectRef idx="0">
                    <a:schemeClr val="accent1"/>
                  </a:effectRef>
                  <a:fontRef idx="minor">
                    <a:schemeClr val="tx1"/>
                  </a:fontRef>
                </p:style>
              </p:cxnSp>
            </p:grpSp>
            <p:pic>
              <p:nvPicPr>
                <p:cNvPr id="22" name="图形 10">
                  <a:extLst>
                    <a:ext uri="{FF2B5EF4-FFF2-40B4-BE49-F238E27FC236}">
                      <a16:creationId xmlns:a16="http://schemas.microsoft.com/office/drawing/2014/main" id="{6B0540D4-E6AE-465C-B59F-EC1FB71E18F8}"/>
                    </a:ext>
                  </a:extLst>
                </p:cNvPr>
                <p:cNvPicPr>
                  <a:picLocks noChangeAspect="1"/>
                </p:cNvPicPr>
                <p:nvPr/>
              </p:nvPicPr>
              <p:blipFill>
                <a:blip r:embed="rId5">
                  <a:extLst>
                    <a:ext uri="{28A0092B-C50C-407E-A947-70E740481C1C}">
                      <a14:useLocalDpi xmlns:a14="http://schemas.microsoft.com/office/drawing/2010/main" val="0"/>
                    </a:ext>
                    <a:ext uri="{96DAC541-7B7A-43D3-8B79-37D633B846F1}">
                      <asvg:svgBlip xmlns:asvg="http://schemas.microsoft.com/office/drawing/2016/SVG/main" r:embed="rId6"/>
                    </a:ext>
                  </a:extLst>
                </a:blip>
                <a:stretch>
                  <a:fillRect/>
                </a:stretch>
              </p:blipFill>
              <p:spPr>
                <a:xfrm>
                  <a:off x="2163893" y="1220569"/>
                  <a:ext cx="662814" cy="641082"/>
                </a:xfrm>
                <a:prstGeom prst="rect">
                  <a:avLst/>
                </a:prstGeom>
              </p:spPr>
            </p:pic>
          </p:grpSp>
          <p:sp>
            <p:nvSpPr>
              <p:cNvPr id="19" name="文本框 18">
                <a:extLst>
                  <a:ext uri="{FF2B5EF4-FFF2-40B4-BE49-F238E27FC236}">
                    <a16:creationId xmlns:a16="http://schemas.microsoft.com/office/drawing/2014/main" id="{414506D2-D994-4241-9EC5-D2CAB02CEDAB}"/>
                  </a:ext>
                </a:extLst>
              </p:cNvPr>
              <p:cNvSpPr txBox="1"/>
              <p:nvPr/>
            </p:nvSpPr>
            <p:spPr>
              <a:xfrm>
                <a:off x="1882572" y="1848696"/>
                <a:ext cx="289927" cy="369332"/>
              </a:xfrm>
              <a:prstGeom prst="rect">
                <a:avLst/>
              </a:prstGeom>
              <a:noFill/>
            </p:spPr>
            <p:txBody>
              <a:bodyPr wrap="square" rtlCol="0">
                <a:spAutoFit/>
              </a:bodyPr>
              <a:lstStyle/>
              <a:p>
                <a:pPr algn="ctr"/>
                <a:r>
                  <a:rPr lang="en-US" altLang="zh-CN" b="1" dirty="0">
                    <a:latin typeface="Arial Narrow" panose="020B0606020202030204" pitchFamily="34" charset="0"/>
                  </a:rPr>
                  <a:t>A</a:t>
                </a:r>
                <a:endParaRPr lang="zh-CN" altLang="en-US" b="1" dirty="0">
                  <a:latin typeface="Arial Narrow" panose="020B0606020202030204" pitchFamily="34" charset="0"/>
                </a:endParaRPr>
              </a:p>
            </p:txBody>
          </p:sp>
        </p:grpSp>
        <p:grpSp>
          <p:nvGrpSpPr>
            <p:cNvPr id="25" name="组合 24">
              <a:extLst>
                <a:ext uri="{FF2B5EF4-FFF2-40B4-BE49-F238E27FC236}">
                  <a16:creationId xmlns:a16="http://schemas.microsoft.com/office/drawing/2014/main" id="{8E98DDC0-95DA-41AC-BBF7-2A0F58FB35F1}"/>
                </a:ext>
              </a:extLst>
            </p:cNvPr>
            <p:cNvGrpSpPr/>
            <p:nvPr/>
          </p:nvGrpSpPr>
          <p:grpSpPr>
            <a:xfrm>
              <a:off x="5311776" y="4753971"/>
              <a:ext cx="662814" cy="846462"/>
              <a:chOff x="1558662" y="1609182"/>
              <a:chExt cx="662814" cy="846462"/>
            </a:xfrm>
          </p:grpSpPr>
          <p:grpSp>
            <p:nvGrpSpPr>
              <p:cNvPr id="26" name="组合 25">
                <a:extLst>
                  <a:ext uri="{FF2B5EF4-FFF2-40B4-BE49-F238E27FC236}">
                    <a16:creationId xmlns:a16="http://schemas.microsoft.com/office/drawing/2014/main" id="{E12F4B23-8A0E-4313-B522-21401B225E83}"/>
                  </a:ext>
                </a:extLst>
              </p:cNvPr>
              <p:cNvGrpSpPr/>
              <p:nvPr/>
            </p:nvGrpSpPr>
            <p:grpSpPr>
              <a:xfrm>
                <a:off x="1558662" y="1609182"/>
                <a:ext cx="662814" cy="846462"/>
                <a:chOff x="2163893" y="1015189"/>
                <a:chExt cx="662814" cy="846462"/>
              </a:xfrm>
            </p:grpSpPr>
            <p:grpSp>
              <p:nvGrpSpPr>
                <p:cNvPr id="28" name="组合 27">
                  <a:extLst>
                    <a:ext uri="{FF2B5EF4-FFF2-40B4-BE49-F238E27FC236}">
                      <a16:creationId xmlns:a16="http://schemas.microsoft.com/office/drawing/2014/main" id="{74BFB22F-DF62-4BD4-8309-9E666B61A962}"/>
                    </a:ext>
                  </a:extLst>
                </p:cNvPr>
                <p:cNvGrpSpPr/>
                <p:nvPr/>
              </p:nvGrpSpPr>
              <p:grpSpPr>
                <a:xfrm>
                  <a:off x="2442267" y="1015189"/>
                  <a:ext cx="381000" cy="351117"/>
                  <a:chOff x="2556504" y="2484669"/>
                  <a:chExt cx="381000" cy="351117"/>
                </a:xfrm>
              </p:grpSpPr>
              <p:pic>
                <p:nvPicPr>
                  <p:cNvPr id="30" name="图形 29">
                    <a:extLst>
                      <a:ext uri="{FF2B5EF4-FFF2-40B4-BE49-F238E27FC236}">
                        <a16:creationId xmlns:a16="http://schemas.microsoft.com/office/drawing/2014/main" id="{00C554F8-CC76-4657-B798-A554C9DD1592}"/>
                      </a:ext>
                    </a:extLst>
                  </p:cNvPr>
                  <p:cNvPicPr>
                    <a:picLocks noChangeAspect="1"/>
                  </p:cNvPicPr>
                  <p:nvPr/>
                </p:nvPicPr>
                <p:blipFill>
                  <a:blip r:embed="rId3">
                    <a:extLst>
                      <a:ext uri="{28A0092B-C50C-407E-A947-70E740481C1C}">
                        <a14:useLocalDpi xmlns:a14="http://schemas.microsoft.com/office/drawing/2010/main" val="0"/>
                      </a:ext>
                      <a:ext uri="{96DAC541-7B7A-43D3-8B79-37D633B846F1}">
                        <asvg:svgBlip xmlns:asvg="http://schemas.microsoft.com/office/drawing/2016/SVG/main" r:embed="rId4"/>
                      </a:ext>
                    </a:extLst>
                  </a:blip>
                  <a:stretch>
                    <a:fillRect/>
                  </a:stretch>
                </p:blipFill>
                <p:spPr>
                  <a:xfrm>
                    <a:off x="2556504" y="2484669"/>
                    <a:ext cx="381000" cy="285750"/>
                  </a:xfrm>
                  <a:prstGeom prst="rect">
                    <a:avLst/>
                  </a:prstGeom>
                </p:spPr>
              </p:pic>
              <p:cxnSp>
                <p:nvCxnSpPr>
                  <p:cNvPr id="31" name="直接连接符 30">
                    <a:extLst>
                      <a:ext uri="{FF2B5EF4-FFF2-40B4-BE49-F238E27FC236}">
                        <a16:creationId xmlns:a16="http://schemas.microsoft.com/office/drawing/2014/main" id="{4F4829DA-384C-49AE-8C29-588AD64C315E}"/>
                      </a:ext>
                    </a:extLst>
                  </p:cNvPr>
                  <p:cNvCxnSpPr/>
                  <p:nvPr/>
                </p:nvCxnSpPr>
                <p:spPr>
                  <a:xfrm>
                    <a:off x="2747004" y="2612580"/>
                    <a:ext cx="0" cy="223206"/>
                  </a:xfrm>
                  <a:prstGeom prst="line">
                    <a:avLst/>
                  </a:prstGeom>
                  <a:ln w="25400">
                    <a:solidFill>
                      <a:srgbClr val="999999"/>
                    </a:solidFill>
                  </a:ln>
                </p:spPr>
                <p:style>
                  <a:lnRef idx="1">
                    <a:schemeClr val="accent1"/>
                  </a:lnRef>
                  <a:fillRef idx="0">
                    <a:schemeClr val="accent1"/>
                  </a:fillRef>
                  <a:effectRef idx="0">
                    <a:schemeClr val="accent1"/>
                  </a:effectRef>
                  <a:fontRef idx="minor">
                    <a:schemeClr val="tx1"/>
                  </a:fontRef>
                </p:style>
              </p:cxnSp>
            </p:grpSp>
            <p:pic>
              <p:nvPicPr>
                <p:cNvPr id="29" name="图形 10">
                  <a:extLst>
                    <a:ext uri="{FF2B5EF4-FFF2-40B4-BE49-F238E27FC236}">
                      <a16:creationId xmlns:a16="http://schemas.microsoft.com/office/drawing/2014/main" id="{D92A5F79-2363-4D3C-88AB-2EA14EF79A8A}"/>
                    </a:ext>
                  </a:extLst>
                </p:cNvPr>
                <p:cNvPicPr>
                  <a:picLocks noChangeAspect="1"/>
                </p:cNvPicPr>
                <p:nvPr/>
              </p:nvPicPr>
              <p:blipFill>
                <a:blip r:embed="rId5">
                  <a:extLst>
                    <a:ext uri="{28A0092B-C50C-407E-A947-70E740481C1C}">
                      <a14:useLocalDpi xmlns:a14="http://schemas.microsoft.com/office/drawing/2010/main" val="0"/>
                    </a:ext>
                    <a:ext uri="{96DAC541-7B7A-43D3-8B79-37D633B846F1}">
                      <asvg:svgBlip xmlns:asvg="http://schemas.microsoft.com/office/drawing/2016/SVG/main" r:embed="rId6"/>
                    </a:ext>
                  </a:extLst>
                </a:blip>
                <a:stretch>
                  <a:fillRect/>
                </a:stretch>
              </p:blipFill>
              <p:spPr>
                <a:xfrm>
                  <a:off x="2163893" y="1220569"/>
                  <a:ext cx="662814" cy="641082"/>
                </a:xfrm>
                <a:prstGeom prst="rect">
                  <a:avLst/>
                </a:prstGeom>
              </p:spPr>
            </p:pic>
          </p:grpSp>
          <p:sp>
            <p:nvSpPr>
              <p:cNvPr id="27" name="文本框 26">
                <a:extLst>
                  <a:ext uri="{FF2B5EF4-FFF2-40B4-BE49-F238E27FC236}">
                    <a16:creationId xmlns:a16="http://schemas.microsoft.com/office/drawing/2014/main" id="{65665CF5-53D4-4A1B-9607-B93F324E7F60}"/>
                  </a:ext>
                </a:extLst>
              </p:cNvPr>
              <p:cNvSpPr txBox="1"/>
              <p:nvPr/>
            </p:nvSpPr>
            <p:spPr>
              <a:xfrm>
                <a:off x="1882572" y="1848696"/>
                <a:ext cx="289927" cy="369332"/>
              </a:xfrm>
              <a:prstGeom prst="rect">
                <a:avLst/>
              </a:prstGeom>
              <a:noFill/>
            </p:spPr>
            <p:txBody>
              <a:bodyPr wrap="square" rtlCol="0">
                <a:spAutoFit/>
              </a:bodyPr>
              <a:lstStyle/>
              <a:p>
                <a:pPr algn="ctr"/>
                <a:r>
                  <a:rPr lang="en-US" altLang="zh-CN" b="1" dirty="0">
                    <a:latin typeface="Arial Narrow" panose="020B0606020202030204" pitchFamily="34" charset="0"/>
                  </a:rPr>
                  <a:t>C</a:t>
                </a:r>
                <a:endParaRPr lang="zh-CN" altLang="en-US" b="1" dirty="0">
                  <a:latin typeface="Arial Narrow" panose="020B0606020202030204" pitchFamily="34" charset="0"/>
                </a:endParaRPr>
              </a:p>
            </p:txBody>
          </p:sp>
        </p:grpSp>
        <p:grpSp>
          <p:nvGrpSpPr>
            <p:cNvPr id="32" name="组合 31">
              <a:extLst>
                <a:ext uri="{FF2B5EF4-FFF2-40B4-BE49-F238E27FC236}">
                  <a16:creationId xmlns:a16="http://schemas.microsoft.com/office/drawing/2014/main" id="{BF8C65D5-081F-4B8F-9CCE-5D23C1682B4E}"/>
                </a:ext>
              </a:extLst>
            </p:cNvPr>
            <p:cNvGrpSpPr/>
            <p:nvPr/>
          </p:nvGrpSpPr>
          <p:grpSpPr>
            <a:xfrm>
              <a:off x="4842903" y="3277148"/>
              <a:ext cx="662814" cy="846462"/>
              <a:chOff x="1558662" y="1609182"/>
              <a:chExt cx="662814" cy="846462"/>
            </a:xfrm>
          </p:grpSpPr>
          <p:grpSp>
            <p:nvGrpSpPr>
              <p:cNvPr id="33" name="组合 32">
                <a:extLst>
                  <a:ext uri="{FF2B5EF4-FFF2-40B4-BE49-F238E27FC236}">
                    <a16:creationId xmlns:a16="http://schemas.microsoft.com/office/drawing/2014/main" id="{8BB7EB73-BCCD-4742-AF0E-1309B670C46C}"/>
                  </a:ext>
                </a:extLst>
              </p:cNvPr>
              <p:cNvGrpSpPr/>
              <p:nvPr/>
            </p:nvGrpSpPr>
            <p:grpSpPr>
              <a:xfrm>
                <a:off x="1558662" y="1609182"/>
                <a:ext cx="662814" cy="846462"/>
                <a:chOff x="2163893" y="1015189"/>
                <a:chExt cx="662814" cy="846462"/>
              </a:xfrm>
            </p:grpSpPr>
            <p:grpSp>
              <p:nvGrpSpPr>
                <p:cNvPr id="35" name="组合 34">
                  <a:extLst>
                    <a:ext uri="{FF2B5EF4-FFF2-40B4-BE49-F238E27FC236}">
                      <a16:creationId xmlns:a16="http://schemas.microsoft.com/office/drawing/2014/main" id="{2AA7B07D-B27C-4C50-BE2F-84B8270E6C9A}"/>
                    </a:ext>
                  </a:extLst>
                </p:cNvPr>
                <p:cNvGrpSpPr/>
                <p:nvPr/>
              </p:nvGrpSpPr>
              <p:grpSpPr>
                <a:xfrm>
                  <a:off x="2442267" y="1015189"/>
                  <a:ext cx="381000" cy="351117"/>
                  <a:chOff x="2556504" y="2484669"/>
                  <a:chExt cx="381000" cy="351117"/>
                </a:xfrm>
              </p:grpSpPr>
              <p:pic>
                <p:nvPicPr>
                  <p:cNvPr id="37" name="图形 36">
                    <a:extLst>
                      <a:ext uri="{FF2B5EF4-FFF2-40B4-BE49-F238E27FC236}">
                        <a16:creationId xmlns:a16="http://schemas.microsoft.com/office/drawing/2014/main" id="{3D3F32D9-A58F-4024-9D91-57532B745651}"/>
                      </a:ext>
                    </a:extLst>
                  </p:cNvPr>
                  <p:cNvPicPr>
                    <a:picLocks noChangeAspect="1"/>
                  </p:cNvPicPr>
                  <p:nvPr/>
                </p:nvPicPr>
                <p:blipFill>
                  <a:blip r:embed="rId3">
                    <a:extLst>
                      <a:ext uri="{28A0092B-C50C-407E-A947-70E740481C1C}">
                        <a14:useLocalDpi xmlns:a14="http://schemas.microsoft.com/office/drawing/2010/main" val="0"/>
                      </a:ext>
                      <a:ext uri="{96DAC541-7B7A-43D3-8B79-37D633B846F1}">
                        <asvg:svgBlip xmlns:asvg="http://schemas.microsoft.com/office/drawing/2016/SVG/main" r:embed="rId4"/>
                      </a:ext>
                    </a:extLst>
                  </a:blip>
                  <a:stretch>
                    <a:fillRect/>
                  </a:stretch>
                </p:blipFill>
                <p:spPr>
                  <a:xfrm>
                    <a:off x="2556504" y="2484669"/>
                    <a:ext cx="381000" cy="285750"/>
                  </a:xfrm>
                  <a:prstGeom prst="rect">
                    <a:avLst/>
                  </a:prstGeom>
                </p:spPr>
              </p:pic>
              <p:cxnSp>
                <p:nvCxnSpPr>
                  <p:cNvPr id="38" name="直接连接符 37">
                    <a:extLst>
                      <a:ext uri="{FF2B5EF4-FFF2-40B4-BE49-F238E27FC236}">
                        <a16:creationId xmlns:a16="http://schemas.microsoft.com/office/drawing/2014/main" id="{66FB0A77-16E5-4DEF-BD0A-41A234C7D5BB}"/>
                      </a:ext>
                    </a:extLst>
                  </p:cNvPr>
                  <p:cNvCxnSpPr/>
                  <p:nvPr/>
                </p:nvCxnSpPr>
                <p:spPr>
                  <a:xfrm>
                    <a:off x="2747004" y="2612580"/>
                    <a:ext cx="0" cy="223206"/>
                  </a:xfrm>
                  <a:prstGeom prst="line">
                    <a:avLst/>
                  </a:prstGeom>
                  <a:ln w="25400">
                    <a:solidFill>
                      <a:srgbClr val="999999"/>
                    </a:solidFill>
                  </a:ln>
                </p:spPr>
                <p:style>
                  <a:lnRef idx="1">
                    <a:schemeClr val="accent1"/>
                  </a:lnRef>
                  <a:fillRef idx="0">
                    <a:schemeClr val="accent1"/>
                  </a:fillRef>
                  <a:effectRef idx="0">
                    <a:schemeClr val="accent1"/>
                  </a:effectRef>
                  <a:fontRef idx="minor">
                    <a:schemeClr val="tx1"/>
                  </a:fontRef>
                </p:style>
              </p:cxnSp>
            </p:grpSp>
            <p:pic>
              <p:nvPicPr>
                <p:cNvPr id="36" name="图形 10">
                  <a:extLst>
                    <a:ext uri="{FF2B5EF4-FFF2-40B4-BE49-F238E27FC236}">
                      <a16:creationId xmlns:a16="http://schemas.microsoft.com/office/drawing/2014/main" id="{3F8EF625-1973-4465-8504-2DA18869685F}"/>
                    </a:ext>
                  </a:extLst>
                </p:cNvPr>
                <p:cNvPicPr>
                  <a:picLocks noChangeAspect="1"/>
                </p:cNvPicPr>
                <p:nvPr/>
              </p:nvPicPr>
              <p:blipFill>
                <a:blip r:embed="rId5">
                  <a:extLst>
                    <a:ext uri="{28A0092B-C50C-407E-A947-70E740481C1C}">
                      <a14:useLocalDpi xmlns:a14="http://schemas.microsoft.com/office/drawing/2010/main" val="0"/>
                    </a:ext>
                    <a:ext uri="{96DAC541-7B7A-43D3-8B79-37D633B846F1}">
                      <asvg:svgBlip xmlns:asvg="http://schemas.microsoft.com/office/drawing/2016/SVG/main" r:embed="rId6"/>
                    </a:ext>
                  </a:extLst>
                </a:blip>
                <a:stretch>
                  <a:fillRect/>
                </a:stretch>
              </p:blipFill>
              <p:spPr>
                <a:xfrm>
                  <a:off x="2163893" y="1220569"/>
                  <a:ext cx="662814" cy="641082"/>
                </a:xfrm>
                <a:prstGeom prst="rect">
                  <a:avLst/>
                </a:prstGeom>
              </p:spPr>
            </p:pic>
          </p:grpSp>
          <p:sp>
            <p:nvSpPr>
              <p:cNvPr id="34" name="文本框 33">
                <a:extLst>
                  <a:ext uri="{FF2B5EF4-FFF2-40B4-BE49-F238E27FC236}">
                    <a16:creationId xmlns:a16="http://schemas.microsoft.com/office/drawing/2014/main" id="{0B05990E-97C8-4061-A387-C44D6D37AE54}"/>
                  </a:ext>
                </a:extLst>
              </p:cNvPr>
              <p:cNvSpPr txBox="1"/>
              <p:nvPr/>
            </p:nvSpPr>
            <p:spPr>
              <a:xfrm>
                <a:off x="1882572" y="1848696"/>
                <a:ext cx="289927" cy="369332"/>
              </a:xfrm>
              <a:prstGeom prst="rect">
                <a:avLst/>
              </a:prstGeom>
              <a:noFill/>
            </p:spPr>
            <p:txBody>
              <a:bodyPr wrap="square" rtlCol="0">
                <a:spAutoFit/>
              </a:bodyPr>
              <a:lstStyle/>
              <a:p>
                <a:pPr algn="ctr"/>
                <a:r>
                  <a:rPr lang="en-US" altLang="zh-CN" b="1" dirty="0">
                    <a:latin typeface="Arial Narrow" panose="020B0606020202030204" pitchFamily="34" charset="0"/>
                  </a:rPr>
                  <a:t>B</a:t>
                </a:r>
                <a:endParaRPr lang="zh-CN" altLang="en-US" b="1" dirty="0">
                  <a:latin typeface="Arial Narrow" panose="020B0606020202030204" pitchFamily="34" charset="0"/>
                </a:endParaRPr>
              </a:p>
            </p:txBody>
          </p:sp>
        </p:grpSp>
        <p:grpSp>
          <p:nvGrpSpPr>
            <p:cNvPr id="39" name="组合 38">
              <a:extLst>
                <a:ext uri="{FF2B5EF4-FFF2-40B4-BE49-F238E27FC236}">
                  <a16:creationId xmlns:a16="http://schemas.microsoft.com/office/drawing/2014/main" id="{FC07CA6A-4E0C-4FDF-83C2-F7C39DB273F8}"/>
                </a:ext>
              </a:extLst>
            </p:cNvPr>
            <p:cNvGrpSpPr/>
            <p:nvPr/>
          </p:nvGrpSpPr>
          <p:grpSpPr>
            <a:xfrm>
              <a:off x="7867438" y="3330604"/>
              <a:ext cx="662814" cy="846462"/>
              <a:chOff x="1558662" y="1609182"/>
              <a:chExt cx="662814" cy="846462"/>
            </a:xfrm>
          </p:grpSpPr>
          <p:grpSp>
            <p:nvGrpSpPr>
              <p:cNvPr id="40" name="组合 39">
                <a:extLst>
                  <a:ext uri="{FF2B5EF4-FFF2-40B4-BE49-F238E27FC236}">
                    <a16:creationId xmlns:a16="http://schemas.microsoft.com/office/drawing/2014/main" id="{B6450D53-3BC4-48C1-8264-253AB9A459A3}"/>
                  </a:ext>
                </a:extLst>
              </p:cNvPr>
              <p:cNvGrpSpPr/>
              <p:nvPr/>
            </p:nvGrpSpPr>
            <p:grpSpPr>
              <a:xfrm>
                <a:off x="1558662" y="1609182"/>
                <a:ext cx="662814" cy="846462"/>
                <a:chOff x="2163893" y="1015189"/>
                <a:chExt cx="662814" cy="846462"/>
              </a:xfrm>
            </p:grpSpPr>
            <p:grpSp>
              <p:nvGrpSpPr>
                <p:cNvPr id="42" name="组合 41">
                  <a:extLst>
                    <a:ext uri="{FF2B5EF4-FFF2-40B4-BE49-F238E27FC236}">
                      <a16:creationId xmlns:a16="http://schemas.microsoft.com/office/drawing/2014/main" id="{2F4F4F89-3BD6-4894-ADB9-A96AF897996B}"/>
                    </a:ext>
                  </a:extLst>
                </p:cNvPr>
                <p:cNvGrpSpPr/>
                <p:nvPr/>
              </p:nvGrpSpPr>
              <p:grpSpPr>
                <a:xfrm>
                  <a:off x="2442267" y="1015189"/>
                  <a:ext cx="381000" cy="351117"/>
                  <a:chOff x="2556504" y="2484669"/>
                  <a:chExt cx="381000" cy="351117"/>
                </a:xfrm>
              </p:grpSpPr>
              <p:pic>
                <p:nvPicPr>
                  <p:cNvPr id="46" name="图形 45">
                    <a:extLst>
                      <a:ext uri="{FF2B5EF4-FFF2-40B4-BE49-F238E27FC236}">
                        <a16:creationId xmlns:a16="http://schemas.microsoft.com/office/drawing/2014/main" id="{B590AFCF-E83F-4931-B7DA-28198D97ED6F}"/>
                      </a:ext>
                    </a:extLst>
                  </p:cNvPr>
                  <p:cNvPicPr>
                    <a:picLocks noChangeAspect="1"/>
                  </p:cNvPicPr>
                  <p:nvPr/>
                </p:nvPicPr>
                <p:blipFill>
                  <a:blip r:embed="rId3">
                    <a:extLst>
                      <a:ext uri="{28A0092B-C50C-407E-A947-70E740481C1C}">
                        <a14:useLocalDpi xmlns:a14="http://schemas.microsoft.com/office/drawing/2010/main" val="0"/>
                      </a:ext>
                      <a:ext uri="{96DAC541-7B7A-43D3-8B79-37D633B846F1}">
                        <asvg:svgBlip xmlns:asvg="http://schemas.microsoft.com/office/drawing/2016/SVG/main" r:embed="rId4"/>
                      </a:ext>
                    </a:extLst>
                  </a:blip>
                  <a:stretch>
                    <a:fillRect/>
                  </a:stretch>
                </p:blipFill>
                <p:spPr>
                  <a:xfrm>
                    <a:off x="2556504" y="2484669"/>
                    <a:ext cx="381000" cy="285750"/>
                  </a:xfrm>
                  <a:prstGeom prst="rect">
                    <a:avLst/>
                  </a:prstGeom>
                </p:spPr>
              </p:pic>
              <p:cxnSp>
                <p:nvCxnSpPr>
                  <p:cNvPr id="47" name="直接连接符 46">
                    <a:extLst>
                      <a:ext uri="{FF2B5EF4-FFF2-40B4-BE49-F238E27FC236}">
                        <a16:creationId xmlns:a16="http://schemas.microsoft.com/office/drawing/2014/main" id="{91D34039-4792-4209-B55C-4854E22E8DFA}"/>
                      </a:ext>
                    </a:extLst>
                  </p:cNvPr>
                  <p:cNvCxnSpPr/>
                  <p:nvPr/>
                </p:nvCxnSpPr>
                <p:spPr>
                  <a:xfrm>
                    <a:off x="2747004" y="2612580"/>
                    <a:ext cx="0" cy="223206"/>
                  </a:xfrm>
                  <a:prstGeom prst="line">
                    <a:avLst/>
                  </a:prstGeom>
                  <a:ln w="25400">
                    <a:solidFill>
                      <a:srgbClr val="999999"/>
                    </a:solidFill>
                  </a:ln>
                </p:spPr>
                <p:style>
                  <a:lnRef idx="1">
                    <a:schemeClr val="accent1"/>
                  </a:lnRef>
                  <a:fillRef idx="0">
                    <a:schemeClr val="accent1"/>
                  </a:fillRef>
                  <a:effectRef idx="0">
                    <a:schemeClr val="accent1"/>
                  </a:effectRef>
                  <a:fontRef idx="minor">
                    <a:schemeClr val="tx1"/>
                  </a:fontRef>
                </p:style>
              </p:cxnSp>
            </p:grpSp>
            <p:pic>
              <p:nvPicPr>
                <p:cNvPr id="43" name="图形 10">
                  <a:extLst>
                    <a:ext uri="{FF2B5EF4-FFF2-40B4-BE49-F238E27FC236}">
                      <a16:creationId xmlns:a16="http://schemas.microsoft.com/office/drawing/2014/main" id="{0B1443DE-ECCB-4391-AA41-058849699402}"/>
                    </a:ext>
                  </a:extLst>
                </p:cNvPr>
                <p:cNvPicPr>
                  <a:picLocks noChangeAspect="1"/>
                </p:cNvPicPr>
                <p:nvPr/>
              </p:nvPicPr>
              <p:blipFill>
                <a:blip r:embed="rId5">
                  <a:extLst>
                    <a:ext uri="{28A0092B-C50C-407E-A947-70E740481C1C}">
                      <a14:useLocalDpi xmlns:a14="http://schemas.microsoft.com/office/drawing/2010/main" val="0"/>
                    </a:ext>
                    <a:ext uri="{96DAC541-7B7A-43D3-8B79-37D633B846F1}">
                      <asvg:svgBlip xmlns:asvg="http://schemas.microsoft.com/office/drawing/2016/SVG/main" r:embed="rId6"/>
                    </a:ext>
                  </a:extLst>
                </a:blip>
                <a:stretch>
                  <a:fillRect/>
                </a:stretch>
              </p:blipFill>
              <p:spPr>
                <a:xfrm>
                  <a:off x="2163893" y="1220569"/>
                  <a:ext cx="662814" cy="641082"/>
                </a:xfrm>
                <a:prstGeom prst="rect">
                  <a:avLst/>
                </a:prstGeom>
              </p:spPr>
            </p:pic>
          </p:grpSp>
          <p:sp>
            <p:nvSpPr>
              <p:cNvPr id="41" name="文本框 40">
                <a:extLst>
                  <a:ext uri="{FF2B5EF4-FFF2-40B4-BE49-F238E27FC236}">
                    <a16:creationId xmlns:a16="http://schemas.microsoft.com/office/drawing/2014/main" id="{1B4B7452-7DAA-415D-BA31-DEB1A6BABC38}"/>
                  </a:ext>
                </a:extLst>
              </p:cNvPr>
              <p:cNvSpPr txBox="1"/>
              <p:nvPr/>
            </p:nvSpPr>
            <p:spPr>
              <a:xfrm>
                <a:off x="1882572" y="1848696"/>
                <a:ext cx="289927" cy="369332"/>
              </a:xfrm>
              <a:prstGeom prst="rect">
                <a:avLst/>
              </a:prstGeom>
              <a:noFill/>
            </p:spPr>
            <p:txBody>
              <a:bodyPr wrap="square" rtlCol="0">
                <a:spAutoFit/>
              </a:bodyPr>
              <a:lstStyle/>
              <a:p>
                <a:pPr algn="ctr"/>
                <a:r>
                  <a:rPr lang="en-US" altLang="zh-CN" b="1" dirty="0">
                    <a:latin typeface="Arial Narrow" panose="020B0606020202030204" pitchFamily="34" charset="0"/>
                  </a:rPr>
                  <a:t>F</a:t>
                </a:r>
                <a:endParaRPr lang="zh-CN" altLang="en-US" b="1" dirty="0">
                  <a:latin typeface="Arial Narrow" panose="020B0606020202030204" pitchFamily="34" charset="0"/>
                </a:endParaRPr>
              </a:p>
            </p:txBody>
          </p:sp>
        </p:grpSp>
        <p:grpSp>
          <p:nvGrpSpPr>
            <p:cNvPr id="48" name="组合 47">
              <a:extLst>
                <a:ext uri="{FF2B5EF4-FFF2-40B4-BE49-F238E27FC236}">
                  <a16:creationId xmlns:a16="http://schemas.microsoft.com/office/drawing/2014/main" id="{6A747A8D-ADF7-42E6-96DE-BCEAFEFC6E39}"/>
                </a:ext>
              </a:extLst>
            </p:cNvPr>
            <p:cNvGrpSpPr/>
            <p:nvPr/>
          </p:nvGrpSpPr>
          <p:grpSpPr>
            <a:xfrm>
              <a:off x="6383407" y="3701328"/>
              <a:ext cx="662814" cy="846462"/>
              <a:chOff x="1558662" y="1609182"/>
              <a:chExt cx="662814" cy="846462"/>
            </a:xfrm>
          </p:grpSpPr>
          <p:grpSp>
            <p:nvGrpSpPr>
              <p:cNvPr id="49" name="组合 48">
                <a:extLst>
                  <a:ext uri="{FF2B5EF4-FFF2-40B4-BE49-F238E27FC236}">
                    <a16:creationId xmlns:a16="http://schemas.microsoft.com/office/drawing/2014/main" id="{8FFA4E07-5AFF-4C6D-955E-54287CF115B7}"/>
                  </a:ext>
                </a:extLst>
              </p:cNvPr>
              <p:cNvGrpSpPr/>
              <p:nvPr/>
            </p:nvGrpSpPr>
            <p:grpSpPr>
              <a:xfrm>
                <a:off x="1558662" y="1609182"/>
                <a:ext cx="662814" cy="846462"/>
                <a:chOff x="2163893" y="1015189"/>
                <a:chExt cx="662814" cy="846462"/>
              </a:xfrm>
            </p:grpSpPr>
            <p:grpSp>
              <p:nvGrpSpPr>
                <p:cNvPr id="51" name="组合 50">
                  <a:extLst>
                    <a:ext uri="{FF2B5EF4-FFF2-40B4-BE49-F238E27FC236}">
                      <a16:creationId xmlns:a16="http://schemas.microsoft.com/office/drawing/2014/main" id="{E86D9FA2-7D77-4DAF-BA8E-D6B3F33FD54C}"/>
                    </a:ext>
                  </a:extLst>
                </p:cNvPr>
                <p:cNvGrpSpPr/>
                <p:nvPr/>
              </p:nvGrpSpPr>
              <p:grpSpPr>
                <a:xfrm>
                  <a:off x="2442267" y="1015189"/>
                  <a:ext cx="381000" cy="351117"/>
                  <a:chOff x="2556504" y="2484669"/>
                  <a:chExt cx="381000" cy="351117"/>
                </a:xfrm>
              </p:grpSpPr>
              <p:pic>
                <p:nvPicPr>
                  <p:cNvPr id="53" name="图形 52">
                    <a:extLst>
                      <a:ext uri="{FF2B5EF4-FFF2-40B4-BE49-F238E27FC236}">
                        <a16:creationId xmlns:a16="http://schemas.microsoft.com/office/drawing/2014/main" id="{DA9DEEF7-115F-4D2C-8FE7-0D93FB26C10B}"/>
                      </a:ext>
                    </a:extLst>
                  </p:cNvPr>
                  <p:cNvPicPr>
                    <a:picLocks noChangeAspect="1"/>
                  </p:cNvPicPr>
                  <p:nvPr/>
                </p:nvPicPr>
                <p:blipFill>
                  <a:blip r:embed="rId3">
                    <a:extLst>
                      <a:ext uri="{28A0092B-C50C-407E-A947-70E740481C1C}">
                        <a14:useLocalDpi xmlns:a14="http://schemas.microsoft.com/office/drawing/2010/main" val="0"/>
                      </a:ext>
                      <a:ext uri="{96DAC541-7B7A-43D3-8B79-37D633B846F1}">
                        <asvg:svgBlip xmlns:asvg="http://schemas.microsoft.com/office/drawing/2016/SVG/main" r:embed="rId4"/>
                      </a:ext>
                    </a:extLst>
                  </a:blip>
                  <a:stretch>
                    <a:fillRect/>
                  </a:stretch>
                </p:blipFill>
                <p:spPr>
                  <a:xfrm>
                    <a:off x="2556504" y="2484669"/>
                    <a:ext cx="381000" cy="285750"/>
                  </a:xfrm>
                  <a:prstGeom prst="rect">
                    <a:avLst/>
                  </a:prstGeom>
                </p:spPr>
              </p:pic>
              <p:cxnSp>
                <p:nvCxnSpPr>
                  <p:cNvPr id="55" name="直接连接符 54">
                    <a:extLst>
                      <a:ext uri="{FF2B5EF4-FFF2-40B4-BE49-F238E27FC236}">
                        <a16:creationId xmlns:a16="http://schemas.microsoft.com/office/drawing/2014/main" id="{FBF6A053-89A1-49C0-BF72-517DD2C03EC3}"/>
                      </a:ext>
                    </a:extLst>
                  </p:cNvPr>
                  <p:cNvCxnSpPr/>
                  <p:nvPr/>
                </p:nvCxnSpPr>
                <p:spPr>
                  <a:xfrm>
                    <a:off x="2747004" y="2612580"/>
                    <a:ext cx="0" cy="223206"/>
                  </a:xfrm>
                  <a:prstGeom prst="line">
                    <a:avLst/>
                  </a:prstGeom>
                  <a:ln w="25400">
                    <a:solidFill>
                      <a:srgbClr val="999999"/>
                    </a:solidFill>
                  </a:ln>
                </p:spPr>
                <p:style>
                  <a:lnRef idx="1">
                    <a:schemeClr val="accent1"/>
                  </a:lnRef>
                  <a:fillRef idx="0">
                    <a:schemeClr val="accent1"/>
                  </a:fillRef>
                  <a:effectRef idx="0">
                    <a:schemeClr val="accent1"/>
                  </a:effectRef>
                  <a:fontRef idx="minor">
                    <a:schemeClr val="tx1"/>
                  </a:fontRef>
                </p:style>
              </p:cxnSp>
            </p:grpSp>
            <p:pic>
              <p:nvPicPr>
                <p:cNvPr id="52" name="图形 10">
                  <a:extLst>
                    <a:ext uri="{FF2B5EF4-FFF2-40B4-BE49-F238E27FC236}">
                      <a16:creationId xmlns:a16="http://schemas.microsoft.com/office/drawing/2014/main" id="{DEA78142-A02B-4970-8656-C4ABDDF2CFB8}"/>
                    </a:ext>
                  </a:extLst>
                </p:cNvPr>
                <p:cNvPicPr>
                  <a:picLocks noChangeAspect="1"/>
                </p:cNvPicPr>
                <p:nvPr/>
              </p:nvPicPr>
              <p:blipFill>
                <a:blip r:embed="rId5">
                  <a:extLst>
                    <a:ext uri="{28A0092B-C50C-407E-A947-70E740481C1C}">
                      <a14:useLocalDpi xmlns:a14="http://schemas.microsoft.com/office/drawing/2010/main" val="0"/>
                    </a:ext>
                    <a:ext uri="{96DAC541-7B7A-43D3-8B79-37D633B846F1}">
                      <asvg:svgBlip xmlns:asvg="http://schemas.microsoft.com/office/drawing/2016/SVG/main" r:embed="rId6"/>
                    </a:ext>
                  </a:extLst>
                </a:blip>
                <a:stretch>
                  <a:fillRect/>
                </a:stretch>
              </p:blipFill>
              <p:spPr>
                <a:xfrm>
                  <a:off x="2163893" y="1220569"/>
                  <a:ext cx="662814" cy="641082"/>
                </a:xfrm>
                <a:prstGeom prst="rect">
                  <a:avLst/>
                </a:prstGeom>
              </p:spPr>
            </p:pic>
          </p:grpSp>
          <p:sp>
            <p:nvSpPr>
              <p:cNvPr id="50" name="文本框 49">
                <a:extLst>
                  <a:ext uri="{FF2B5EF4-FFF2-40B4-BE49-F238E27FC236}">
                    <a16:creationId xmlns:a16="http://schemas.microsoft.com/office/drawing/2014/main" id="{D5760F46-2318-4D7B-83CD-15D2FBB8CCFB}"/>
                  </a:ext>
                </a:extLst>
              </p:cNvPr>
              <p:cNvSpPr txBox="1"/>
              <p:nvPr/>
            </p:nvSpPr>
            <p:spPr>
              <a:xfrm>
                <a:off x="1882572" y="1848696"/>
                <a:ext cx="289927" cy="369332"/>
              </a:xfrm>
              <a:prstGeom prst="rect">
                <a:avLst/>
              </a:prstGeom>
              <a:noFill/>
            </p:spPr>
            <p:txBody>
              <a:bodyPr wrap="square" rtlCol="0">
                <a:spAutoFit/>
              </a:bodyPr>
              <a:lstStyle/>
              <a:p>
                <a:pPr algn="ctr"/>
                <a:r>
                  <a:rPr lang="en-US" altLang="zh-CN" b="1" dirty="0">
                    <a:latin typeface="Arial Narrow" panose="020B0606020202030204" pitchFamily="34" charset="0"/>
                  </a:rPr>
                  <a:t>D</a:t>
                </a:r>
                <a:endParaRPr lang="zh-CN" altLang="en-US" b="1" dirty="0">
                  <a:latin typeface="Arial Narrow" panose="020B0606020202030204" pitchFamily="34" charset="0"/>
                </a:endParaRPr>
              </a:p>
            </p:txBody>
          </p:sp>
        </p:grpSp>
        <p:grpSp>
          <p:nvGrpSpPr>
            <p:cNvPr id="56" name="组合 55">
              <a:extLst>
                <a:ext uri="{FF2B5EF4-FFF2-40B4-BE49-F238E27FC236}">
                  <a16:creationId xmlns:a16="http://schemas.microsoft.com/office/drawing/2014/main" id="{DA87A850-82DA-49A7-99C3-8AF09B1AB295}"/>
                </a:ext>
              </a:extLst>
            </p:cNvPr>
            <p:cNvGrpSpPr/>
            <p:nvPr/>
          </p:nvGrpSpPr>
          <p:grpSpPr>
            <a:xfrm>
              <a:off x="7426280" y="4481903"/>
              <a:ext cx="662814" cy="846462"/>
              <a:chOff x="1558662" y="1609182"/>
              <a:chExt cx="662814" cy="846462"/>
            </a:xfrm>
          </p:grpSpPr>
          <p:grpSp>
            <p:nvGrpSpPr>
              <p:cNvPr id="57" name="组合 56">
                <a:extLst>
                  <a:ext uri="{FF2B5EF4-FFF2-40B4-BE49-F238E27FC236}">
                    <a16:creationId xmlns:a16="http://schemas.microsoft.com/office/drawing/2014/main" id="{1AD8EE6F-60C1-4DBB-8C41-347040DC2891}"/>
                  </a:ext>
                </a:extLst>
              </p:cNvPr>
              <p:cNvGrpSpPr/>
              <p:nvPr/>
            </p:nvGrpSpPr>
            <p:grpSpPr>
              <a:xfrm>
                <a:off x="1558662" y="1609182"/>
                <a:ext cx="662814" cy="846462"/>
                <a:chOff x="2163893" y="1015189"/>
                <a:chExt cx="662814" cy="846462"/>
              </a:xfrm>
            </p:grpSpPr>
            <p:grpSp>
              <p:nvGrpSpPr>
                <p:cNvPr id="59" name="组合 58">
                  <a:extLst>
                    <a:ext uri="{FF2B5EF4-FFF2-40B4-BE49-F238E27FC236}">
                      <a16:creationId xmlns:a16="http://schemas.microsoft.com/office/drawing/2014/main" id="{969BEFAE-8B25-427C-BD49-46B977B4E24B}"/>
                    </a:ext>
                  </a:extLst>
                </p:cNvPr>
                <p:cNvGrpSpPr/>
                <p:nvPr/>
              </p:nvGrpSpPr>
              <p:grpSpPr>
                <a:xfrm>
                  <a:off x="2442267" y="1015189"/>
                  <a:ext cx="381000" cy="351117"/>
                  <a:chOff x="2556504" y="2484669"/>
                  <a:chExt cx="381000" cy="351117"/>
                </a:xfrm>
              </p:grpSpPr>
              <p:pic>
                <p:nvPicPr>
                  <p:cNvPr id="61" name="图形 60">
                    <a:extLst>
                      <a:ext uri="{FF2B5EF4-FFF2-40B4-BE49-F238E27FC236}">
                        <a16:creationId xmlns:a16="http://schemas.microsoft.com/office/drawing/2014/main" id="{BE81DEBF-421F-42C0-ABC1-45E835E4D57B}"/>
                      </a:ext>
                    </a:extLst>
                  </p:cNvPr>
                  <p:cNvPicPr>
                    <a:picLocks noChangeAspect="1"/>
                  </p:cNvPicPr>
                  <p:nvPr/>
                </p:nvPicPr>
                <p:blipFill>
                  <a:blip r:embed="rId3">
                    <a:extLst>
                      <a:ext uri="{28A0092B-C50C-407E-A947-70E740481C1C}">
                        <a14:useLocalDpi xmlns:a14="http://schemas.microsoft.com/office/drawing/2010/main" val="0"/>
                      </a:ext>
                      <a:ext uri="{96DAC541-7B7A-43D3-8B79-37D633B846F1}">
                        <asvg:svgBlip xmlns:asvg="http://schemas.microsoft.com/office/drawing/2016/SVG/main" r:embed="rId4"/>
                      </a:ext>
                    </a:extLst>
                  </a:blip>
                  <a:stretch>
                    <a:fillRect/>
                  </a:stretch>
                </p:blipFill>
                <p:spPr>
                  <a:xfrm>
                    <a:off x="2556504" y="2484669"/>
                    <a:ext cx="381000" cy="285750"/>
                  </a:xfrm>
                  <a:prstGeom prst="rect">
                    <a:avLst/>
                  </a:prstGeom>
                </p:spPr>
              </p:pic>
              <p:cxnSp>
                <p:nvCxnSpPr>
                  <p:cNvPr id="62" name="直接连接符 61">
                    <a:extLst>
                      <a:ext uri="{FF2B5EF4-FFF2-40B4-BE49-F238E27FC236}">
                        <a16:creationId xmlns:a16="http://schemas.microsoft.com/office/drawing/2014/main" id="{F4887953-8449-4216-B981-AC61A14AA1ED}"/>
                      </a:ext>
                    </a:extLst>
                  </p:cNvPr>
                  <p:cNvCxnSpPr/>
                  <p:nvPr/>
                </p:nvCxnSpPr>
                <p:spPr>
                  <a:xfrm>
                    <a:off x="2747004" y="2612580"/>
                    <a:ext cx="0" cy="223206"/>
                  </a:xfrm>
                  <a:prstGeom prst="line">
                    <a:avLst/>
                  </a:prstGeom>
                  <a:ln w="25400">
                    <a:solidFill>
                      <a:srgbClr val="999999"/>
                    </a:solidFill>
                  </a:ln>
                </p:spPr>
                <p:style>
                  <a:lnRef idx="1">
                    <a:schemeClr val="accent1"/>
                  </a:lnRef>
                  <a:fillRef idx="0">
                    <a:schemeClr val="accent1"/>
                  </a:fillRef>
                  <a:effectRef idx="0">
                    <a:schemeClr val="accent1"/>
                  </a:effectRef>
                  <a:fontRef idx="minor">
                    <a:schemeClr val="tx1"/>
                  </a:fontRef>
                </p:style>
              </p:cxnSp>
            </p:grpSp>
            <p:pic>
              <p:nvPicPr>
                <p:cNvPr id="60" name="图形 10">
                  <a:extLst>
                    <a:ext uri="{FF2B5EF4-FFF2-40B4-BE49-F238E27FC236}">
                      <a16:creationId xmlns:a16="http://schemas.microsoft.com/office/drawing/2014/main" id="{F56BF556-3595-46FB-9B4B-778358E0BE3F}"/>
                    </a:ext>
                  </a:extLst>
                </p:cNvPr>
                <p:cNvPicPr>
                  <a:picLocks noChangeAspect="1"/>
                </p:cNvPicPr>
                <p:nvPr/>
              </p:nvPicPr>
              <p:blipFill>
                <a:blip r:embed="rId5">
                  <a:extLst>
                    <a:ext uri="{28A0092B-C50C-407E-A947-70E740481C1C}">
                      <a14:useLocalDpi xmlns:a14="http://schemas.microsoft.com/office/drawing/2010/main" val="0"/>
                    </a:ext>
                    <a:ext uri="{96DAC541-7B7A-43D3-8B79-37D633B846F1}">
                      <asvg:svgBlip xmlns:asvg="http://schemas.microsoft.com/office/drawing/2016/SVG/main" r:embed="rId6"/>
                    </a:ext>
                  </a:extLst>
                </a:blip>
                <a:stretch>
                  <a:fillRect/>
                </a:stretch>
              </p:blipFill>
              <p:spPr>
                <a:xfrm>
                  <a:off x="2163893" y="1220569"/>
                  <a:ext cx="662814" cy="641082"/>
                </a:xfrm>
                <a:prstGeom prst="rect">
                  <a:avLst/>
                </a:prstGeom>
              </p:spPr>
            </p:pic>
          </p:grpSp>
          <p:sp>
            <p:nvSpPr>
              <p:cNvPr id="58" name="文本框 57">
                <a:extLst>
                  <a:ext uri="{FF2B5EF4-FFF2-40B4-BE49-F238E27FC236}">
                    <a16:creationId xmlns:a16="http://schemas.microsoft.com/office/drawing/2014/main" id="{9B53D919-9035-4FDC-84E8-BEBC3D1A1710}"/>
                  </a:ext>
                </a:extLst>
              </p:cNvPr>
              <p:cNvSpPr txBox="1"/>
              <p:nvPr/>
            </p:nvSpPr>
            <p:spPr>
              <a:xfrm>
                <a:off x="1882572" y="1848696"/>
                <a:ext cx="289927" cy="369332"/>
              </a:xfrm>
              <a:prstGeom prst="rect">
                <a:avLst/>
              </a:prstGeom>
              <a:noFill/>
            </p:spPr>
            <p:txBody>
              <a:bodyPr wrap="square" rtlCol="0">
                <a:spAutoFit/>
              </a:bodyPr>
              <a:lstStyle/>
              <a:p>
                <a:pPr algn="ctr"/>
                <a:r>
                  <a:rPr lang="en-US" altLang="zh-CN" b="1" dirty="0">
                    <a:latin typeface="Arial Narrow" panose="020B0606020202030204" pitchFamily="34" charset="0"/>
                  </a:rPr>
                  <a:t>E</a:t>
                </a:r>
                <a:endParaRPr lang="zh-CN" altLang="en-US" b="1" dirty="0">
                  <a:latin typeface="Arial Narrow" panose="020B0606020202030204" pitchFamily="34" charset="0"/>
                </a:endParaRPr>
              </a:p>
            </p:txBody>
          </p:sp>
        </p:grpSp>
        <p:sp>
          <p:nvSpPr>
            <p:cNvPr id="67" name="文本框 66">
              <a:extLst>
                <a:ext uri="{FF2B5EF4-FFF2-40B4-BE49-F238E27FC236}">
                  <a16:creationId xmlns:a16="http://schemas.microsoft.com/office/drawing/2014/main" id="{152F31F9-3C84-4FD8-AB01-8F4DF2698412}"/>
                </a:ext>
              </a:extLst>
            </p:cNvPr>
            <p:cNvSpPr txBox="1"/>
            <p:nvPr/>
          </p:nvSpPr>
          <p:spPr>
            <a:xfrm>
              <a:off x="5557495" y="2886589"/>
              <a:ext cx="1381807" cy="369332"/>
            </a:xfrm>
            <a:prstGeom prst="rect">
              <a:avLst/>
            </a:prstGeom>
            <a:noFill/>
          </p:spPr>
          <p:txBody>
            <a:bodyPr wrap="square" rtlCol="0">
              <a:spAutoFit/>
            </a:bodyPr>
            <a:lstStyle/>
            <a:p>
              <a:pPr algn="ctr"/>
              <a:r>
                <a:rPr lang="zh-CN" altLang="en-US" b="1" dirty="0">
                  <a:latin typeface="Arial Narrow" panose="020B0606020202030204" pitchFamily="34" charset="0"/>
                </a:rPr>
                <a:t>自组织网络</a:t>
              </a:r>
            </a:p>
          </p:txBody>
        </p:sp>
      </p:grpSp>
      <p:sp>
        <p:nvSpPr>
          <p:cNvPr id="21" name="íşlïḍè">
            <a:extLst>
              <a:ext uri="{FF2B5EF4-FFF2-40B4-BE49-F238E27FC236}">
                <a16:creationId xmlns:a16="http://schemas.microsoft.com/office/drawing/2014/main" id="{2882B8A8-A951-4E36-A813-EE9E39641F4F}"/>
              </a:ext>
            </a:extLst>
          </p:cNvPr>
          <p:cNvSpPr txBox="1"/>
          <p:nvPr/>
        </p:nvSpPr>
        <p:spPr>
          <a:xfrm>
            <a:off x="933106" y="1149410"/>
            <a:ext cx="10513339" cy="478855"/>
          </a:xfrm>
          <a:prstGeom prst="rect">
            <a:avLst/>
          </a:prstGeom>
          <a:noFill/>
        </p:spPr>
        <p:txBody>
          <a:bodyPr wrap="square" lIns="91440" tIns="45720" rIns="91440" bIns="45720" anchor="ctr">
            <a:noAutofit/>
          </a:bodyPr>
          <a:lstStyle/>
          <a:p>
            <a:r>
              <a:rPr lang="zh-CN" altLang="en-US" sz="2000" b="1" dirty="0">
                <a:solidFill>
                  <a:schemeClr val="accent3">
                    <a:lumMod val="75000"/>
                  </a:schemeClr>
                </a:solidFill>
                <a:latin typeface="Arial Narrow" panose="020B0606020202030204" pitchFamily="34" charset="0"/>
              </a:rPr>
              <a:t>无固定基础设施的</a:t>
            </a:r>
            <a:r>
              <a:rPr lang="en-US" altLang="zh-CN" sz="2000" b="1" dirty="0">
                <a:solidFill>
                  <a:schemeClr val="accent3">
                    <a:lumMod val="75000"/>
                  </a:schemeClr>
                </a:solidFill>
                <a:latin typeface="Arial Narrow" panose="020B0606020202030204" pitchFamily="34" charset="0"/>
              </a:rPr>
              <a:t>802.11</a:t>
            </a:r>
            <a:r>
              <a:rPr lang="zh-CN" altLang="en-US" sz="2000" b="1" dirty="0">
                <a:solidFill>
                  <a:schemeClr val="accent3">
                    <a:lumMod val="75000"/>
                  </a:schemeClr>
                </a:solidFill>
                <a:latin typeface="Arial Narrow" panose="020B0606020202030204" pitchFamily="34" charset="0"/>
              </a:rPr>
              <a:t>无线局域网</a:t>
            </a:r>
          </a:p>
        </p:txBody>
      </p:sp>
      <p:grpSp>
        <p:nvGrpSpPr>
          <p:cNvPr id="4" name="组合 3">
            <a:extLst>
              <a:ext uri="{FF2B5EF4-FFF2-40B4-BE49-F238E27FC236}">
                <a16:creationId xmlns:a16="http://schemas.microsoft.com/office/drawing/2014/main" id="{9A1EA9F2-FCB6-48C3-935F-7AE7E3AD14AC}"/>
              </a:ext>
            </a:extLst>
          </p:cNvPr>
          <p:cNvGrpSpPr/>
          <p:nvPr/>
        </p:nvGrpSpPr>
        <p:grpSpPr>
          <a:xfrm>
            <a:off x="304800" y="749300"/>
            <a:ext cx="4938199" cy="400110"/>
            <a:chOff x="424117" y="898245"/>
            <a:chExt cx="4938199" cy="400110"/>
          </a:xfrm>
        </p:grpSpPr>
        <p:sp>
          <p:nvSpPr>
            <p:cNvPr id="2" name="平行四边形 1">
              <a:extLst>
                <a:ext uri="{FF2B5EF4-FFF2-40B4-BE49-F238E27FC236}">
                  <a16:creationId xmlns:a16="http://schemas.microsoft.com/office/drawing/2014/main" id="{1F5BAA3F-9845-4F89-A2DD-8222D3E4EDAC}"/>
                </a:ext>
              </a:extLst>
            </p:cNvPr>
            <p:cNvSpPr/>
            <p:nvPr/>
          </p:nvSpPr>
          <p:spPr>
            <a:xfrm>
              <a:off x="424117" y="898245"/>
              <a:ext cx="628306" cy="387090"/>
            </a:xfrm>
            <a:prstGeom prst="parallelogram">
              <a:avLst/>
            </a:prstGeom>
            <a:solidFill>
              <a:schemeClr val="accent3">
                <a:lumMod val="75000"/>
              </a:schemeClr>
            </a:solidFill>
            <a:ln>
              <a:solidFill>
                <a:schemeClr val="accent3">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CN" sz="2200" dirty="0">
                  <a:latin typeface="Impact" panose="020B0806030902050204" pitchFamily="34" charset="0"/>
                </a:rPr>
                <a:t>01</a:t>
              </a:r>
              <a:endParaRPr lang="zh-CN" altLang="en-US" sz="2200" dirty="0">
                <a:latin typeface="Impact" panose="020B0806030902050204" pitchFamily="34" charset="0"/>
              </a:endParaRPr>
            </a:p>
          </p:txBody>
        </p:sp>
        <p:sp>
          <p:nvSpPr>
            <p:cNvPr id="3" name="文本框 2">
              <a:extLst>
                <a:ext uri="{FF2B5EF4-FFF2-40B4-BE49-F238E27FC236}">
                  <a16:creationId xmlns:a16="http://schemas.microsoft.com/office/drawing/2014/main" id="{4D6BD736-A4D3-4F26-AFED-36E11F50F70B}"/>
                </a:ext>
              </a:extLst>
            </p:cNvPr>
            <p:cNvSpPr txBox="1"/>
            <p:nvPr/>
          </p:nvSpPr>
          <p:spPr>
            <a:xfrm>
              <a:off x="1052423" y="898245"/>
              <a:ext cx="4309893" cy="400110"/>
            </a:xfrm>
            <a:prstGeom prst="rect">
              <a:avLst/>
            </a:prstGeom>
            <a:noFill/>
          </p:spPr>
          <p:txBody>
            <a:bodyPr wrap="square" rtlCol="0">
              <a:spAutoFit/>
            </a:bodyPr>
            <a:lstStyle/>
            <a:p>
              <a:r>
                <a:rPr lang="en-US" altLang="zh-CN" sz="2000" b="1" dirty="0">
                  <a:solidFill>
                    <a:schemeClr val="tx1"/>
                  </a:solidFill>
                  <a:latin typeface="Arial Narrow" panose="020B0606020202030204" pitchFamily="34" charset="0"/>
                </a:rPr>
                <a:t>802.11</a:t>
              </a:r>
              <a:r>
                <a:rPr lang="zh-CN" altLang="en-US" sz="2000" b="1" dirty="0">
                  <a:solidFill>
                    <a:schemeClr val="tx1"/>
                  </a:solidFill>
                  <a:latin typeface="Arial Narrow" panose="020B0606020202030204" pitchFamily="34" charset="0"/>
                </a:rPr>
                <a:t>无线局域网的组成</a:t>
              </a:r>
              <a:endParaRPr lang="en-US" altLang="zh-CN" sz="2000" b="1" dirty="0">
                <a:solidFill>
                  <a:schemeClr val="tx1"/>
                </a:solidFill>
                <a:latin typeface="Arial Narrow" panose="020B0606020202030204" pitchFamily="34" charset="0"/>
              </a:endParaRPr>
            </a:p>
          </p:txBody>
        </p:sp>
      </p:grpSp>
      <p:sp>
        <p:nvSpPr>
          <p:cNvPr id="14" name="íşlïḍè">
            <a:extLst>
              <a:ext uri="{FF2B5EF4-FFF2-40B4-BE49-F238E27FC236}">
                <a16:creationId xmlns:a16="http://schemas.microsoft.com/office/drawing/2014/main" id="{F6C873C1-888D-4E92-8717-E29E5203A315}"/>
              </a:ext>
            </a:extLst>
          </p:cNvPr>
          <p:cNvSpPr txBox="1"/>
          <p:nvPr/>
        </p:nvSpPr>
        <p:spPr>
          <a:xfrm>
            <a:off x="933106" y="1592294"/>
            <a:ext cx="10513339" cy="478855"/>
          </a:xfrm>
          <a:prstGeom prst="rect">
            <a:avLst/>
          </a:prstGeom>
          <a:noFill/>
        </p:spPr>
        <p:txBody>
          <a:bodyPr wrap="square" lIns="91440" tIns="45720" rIns="91440" bIns="45720" anchor="ctr">
            <a:noAutofit/>
          </a:bodyPr>
          <a:lstStyle/>
          <a:p>
            <a:r>
              <a:rPr lang="zh-CN" altLang="en-US" sz="2000" b="1" dirty="0">
                <a:solidFill>
                  <a:schemeClr val="accent3">
                    <a:lumMod val="75000"/>
                  </a:schemeClr>
                </a:solidFill>
                <a:latin typeface="Arial Narrow" panose="020B0606020202030204" pitchFamily="34" charset="0"/>
              </a:rPr>
              <a:t>自组织网络（</a:t>
            </a:r>
            <a:r>
              <a:rPr lang="en-US" altLang="zh-CN" sz="2000" b="1" dirty="0">
                <a:solidFill>
                  <a:schemeClr val="accent3">
                    <a:lumMod val="75000"/>
                  </a:schemeClr>
                </a:solidFill>
                <a:latin typeface="Arial Narrow" panose="020B0606020202030204" pitchFamily="34" charset="0"/>
              </a:rPr>
              <a:t>ad hoc Network</a:t>
            </a:r>
            <a:r>
              <a:rPr lang="zh-CN" altLang="en-US" sz="2000" b="1" dirty="0">
                <a:solidFill>
                  <a:schemeClr val="accent3">
                    <a:lumMod val="75000"/>
                  </a:schemeClr>
                </a:solidFill>
                <a:latin typeface="Arial Narrow" panose="020B0606020202030204" pitchFamily="34" charset="0"/>
              </a:rPr>
              <a:t>）</a:t>
            </a:r>
          </a:p>
        </p:txBody>
      </p:sp>
      <p:sp>
        <p:nvSpPr>
          <p:cNvPr id="16" name="文本框 15">
            <a:extLst>
              <a:ext uri="{FF2B5EF4-FFF2-40B4-BE49-F238E27FC236}">
                <a16:creationId xmlns:a16="http://schemas.microsoft.com/office/drawing/2014/main" id="{D22F8C09-F7C3-4465-A614-092D714FD826}"/>
              </a:ext>
            </a:extLst>
          </p:cNvPr>
          <p:cNvSpPr txBox="1"/>
          <p:nvPr/>
        </p:nvSpPr>
        <p:spPr>
          <a:xfrm>
            <a:off x="890310" y="5039721"/>
            <a:ext cx="739881" cy="369332"/>
          </a:xfrm>
          <a:prstGeom prst="rect">
            <a:avLst/>
          </a:prstGeom>
          <a:noFill/>
        </p:spPr>
        <p:txBody>
          <a:bodyPr wrap="square" rtlCol="0">
            <a:spAutoFit/>
          </a:bodyPr>
          <a:lstStyle/>
          <a:p>
            <a:pPr algn="ctr"/>
            <a:r>
              <a:rPr lang="zh-CN" altLang="en-US" b="1" dirty="0">
                <a:latin typeface="Arial Narrow" panose="020B0606020202030204" pitchFamily="34" charset="0"/>
              </a:rPr>
              <a:t>源站</a:t>
            </a:r>
          </a:p>
        </p:txBody>
      </p:sp>
      <p:cxnSp>
        <p:nvCxnSpPr>
          <p:cNvPr id="63" name="直接箭头连接符 62">
            <a:extLst>
              <a:ext uri="{FF2B5EF4-FFF2-40B4-BE49-F238E27FC236}">
                <a16:creationId xmlns:a16="http://schemas.microsoft.com/office/drawing/2014/main" id="{73EF607C-F6D2-4733-8088-2FBEF0E528DF}"/>
              </a:ext>
            </a:extLst>
          </p:cNvPr>
          <p:cNvCxnSpPr>
            <a:cxnSpLocks/>
          </p:cNvCxnSpPr>
          <p:nvPr/>
        </p:nvCxnSpPr>
        <p:spPr>
          <a:xfrm flipV="1">
            <a:off x="1428252" y="4057085"/>
            <a:ext cx="627001" cy="423229"/>
          </a:xfrm>
          <a:prstGeom prst="straightConnector1">
            <a:avLst/>
          </a:prstGeom>
          <a:ln w="38100">
            <a:solidFill>
              <a:schemeClr val="tx1"/>
            </a:solidFill>
            <a:prstDash val="sysDash"/>
            <a:tailEnd type="triangle"/>
          </a:ln>
        </p:spPr>
        <p:style>
          <a:lnRef idx="1">
            <a:schemeClr val="accent1"/>
          </a:lnRef>
          <a:fillRef idx="0">
            <a:schemeClr val="accent1"/>
          </a:fillRef>
          <a:effectRef idx="0">
            <a:schemeClr val="accent1"/>
          </a:effectRef>
          <a:fontRef idx="minor">
            <a:schemeClr val="tx1"/>
          </a:fontRef>
        </p:style>
      </p:cxnSp>
      <p:cxnSp>
        <p:nvCxnSpPr>
          <p:cNvPr id="64" name="直接箭头连接符 63">
            <a:extLst>
              <a:ext uri="{FF2B5EF4-FFF2-40B4-BE49-F238E27FC236}">
                <a16:creationId xmlns:a16="http://schemas.microsoft.com/office/drawing/2014/main" id="{F75D0037-A718-48D2-903F-37EBDEB9A273}"/>
              </a:ext>
            </a:extLst>
          </p:cNvPr>
          <p:cNvCxnSpPr>
            <a:cxnSpLocks/>
          </p:cNvCxnSpPr>
          <p:nvPr/>
        </p:nvCxnSpPr>
        <p:spPr>
          <a:xfrm>
            <a:off x="2456154" y="4148019"/>
            <a:ext cx="201384" cy="891702"/>
          </a:xfrm>
          <a:prstGeom prst="straightConnector1">
            <a:avLst/>
          </a:prstGeom>
          <a:ln w="38100">
            <a:solidFill>
              <a:schemeClr val="tx1"/>
            </a:solidFill>
            <a:prstDash val="sysDash"/>
            <a:tailEnd type="triangle"/>
          </a:ln>
        </p:spPr>
        <p:style>
          <a:lnRef idx="1">
            <a:schemeClr val="accent1"/>
          </a:lnRef>
          <a:fillRef idx="0">
            <a:schemeClr val="accent1"/>
          </a:fillRef>
          <a:effectRef idx="0">
            <a:schemeClr val="accent1"/>
          </a:effectRef>
          <a:fontRef idx="minor">
            <a:schemeClr val="tx1"/>
          </a:fontRef>
        </p:style>
      </p:cxnSp>
      <p:cxnSp>
        <p:nvCxnSpPr>
          <p:cNvPr id="65" name="直接箭头连接符 64">
            <a:extLst>
              <a:ext uri="{FF2B5EF4-FFF2-40B4-BE49-F238E27FC236}">
                <a16:creationId xmlns:a16="http://schemas.microsoft.com/office/drawing/2014/main" id="{D028194B-2159-4213-A153-75ED9E49262E}"/>
              </a:ext>
            </a:extLst>
          </p:cNvPr>
          <p:cNvCxnSpPr>
            <a:cxnSpLocks/>
          </p:cNvCxnSpPr>
          <p:nvPr/>
        </p:nvCxnSpPr>
        <p:spPr>
          <a:xfrm flipV="1">
            <a:off x="3186940" y="4593870"/>
            <a:ext cx="513471" cy="445851"/>
          </a:xfrm>
          <a:prstGeom prst="straightConnector1">
            <a:avLst/>
          </a:prstGeom>
          <a:ln w="38100">
            <a:solidFill>
              <a:schemeClr val="tx1"/>
            </a:solidFill>
            <a:prstDash val="sysDash"/>
            <a:tailEnd type="triangle"/>
          </a:ln>
        </p:spPr>
        <p:style>
          <a:lnRef idx="1">
            <a:schemeClr val="accent1"/>
          </a:lnRef>
          <a:fillRef idx="0">
            <a:schemeClr val="accent1"/>
          </a:fillRef>
          <a:effectRef idx="0">
            <a:schemeClr val="accent1"/>
          </a:effectRef>
          <a:fontRef idx="minor">
            <a:schemeClr val="tx1"/>
          </a:fontRef>
        </p:style>
      </p:cxnSp>
      <p:cxnSp>
        <p:nvCxnSpPr>
          <p:cNvPr id="66" name="直接箭头连接符 65">
            <a:extLst>
              <a:ext uri="{FF2B5EF4-FFF2-40B4-BE49-F238E27FC236}">
                <a16:creationId xmlns:a16="http://schemas.microsoft.com/office/drawing/2014/main" id="{AB4E739D-ED46-424E-AB76-DC653AF0D34B}"/>
              </a:ext>
            </a:extLst>
          </p:cNvPr>
          <p:cNvCxnSpPr>
            <a:cxnSpLocks/>
          </p:cNvCxnSpPr>
          <p:nvPr/>
        </p:nvCxnSpPr>
        <p:spPr>
          <a:xfrm>
            <a:off x="4150940" y="4514448"/>
            <a:ext cx="617469" cy="391635"/>
          </a:xfrm>
          <a:prstGeom prst="straightConnector1">
            <a:avLst/>
          </a:prstGeom>
          <a:ln w="38100">
            <a:solidFill>
              <a:schemeClr val="tx1"/>
            </a:solidFill>
            <a:prstDash val="sysDash"/>
            <a:tailEnd type="triangle"/>
          </a:ln>
        </p:spPr>
        <p:style>
          <a:lnRef idx="1">
            <a:schemeClr val="accent1"/>
          </a:lnRef>
          <a:fillRef idx="0">
            <a:schemeClr val="accent1"/>
          </a:fillRef>
          <a:effectRef idx="0">
            <a:schemeClr val="accent1"/>
          </a:effectRef>
          <a:fontRef idx="minor">
            <a:schemeClr val="tx1"/>
          </a:fontRef>
        </p:style>
      </p:cxnSp>
      <p:sp>
        <p:nvSpPr>
          <p:cNvPr id="68" name="文本框 67">
            <a:extLst>
              <a:ext uri="{FF2B5EF4-FFF2-40B4-BE49-F238E27FC236}">
                <a16:creationId xmlns:a16="http://schemas.microsoft.com/office/drawing/2014/main" id="{74A86739-9A58-4FAD-B0DF-5A3BFF165DD8}"/>
              </a:ext>
            </a:extLst>
          </p:cNvPr>
          <p:cNvSpPr txBox="1"/>
          <p:nvPr/>
        </p:nvSpPr>
        <p:spPr>
          <a:xfrm>
            <a:off x="4486420" y="5283631"/>
            <a:ext cx="917278" cy="369332"/>
          </a:xfrm>
          <a:prstGeom prst="rect">
            <a:avLst/>
          </a:prstGeom>
          <a:noFill/>
        </p:spPr>
        <p:txBody>
          <a:bodyPr wrap="square" rtlCol="0">
            <a:spAutoFit/>
          </a:bodyPr>
          <a:lstStyle/>
          <a:p>
            <a:pPr algn="ctr"/>
            <a:r>
              <a:rPr lang="zh-CN" altLang="en-US" b="1" dirty="0">
                <a:latin typeface="Arial Narrow" panose="020B0606020202030204" pitchFamily="34" charset="0"/>
              </a:rPr>
              <a:t>目的站</a:t>
            </a:r>
          </a:p>
        </p:txBody>
      </p:sp>
      <p:sp>
        <p:nvSpPr>
          <p:cNvPr id="69" name="文本框 68">
            <a:extLst>
              <a:ext uri="{FF2B5EF4-FFF2-40B4-BE49-F238E27FC236}">
                <a16:creationId xmlns:a16="http://schemas.microsoft.com/office/drawing/2014/main" id="{F9BC71ED-569A-49BE-B9B8-2FC7B8602CFC}"/>
              </a:ext>
            </a:extLst>
          </p:cNvPr>
          <p:cNvSpPr txBox="1"/>
          <p:nvPr/>
        </p:nvSpPr>
        <p:spPr>
          <a:xfrm>
            <a:off x="1299930" y="3519197"/>
            <a:ext cx="917278" cy="369332"/>
          </a:xfrm>
          <a:prstGeom prst="rect">
            <a:avLst/>
          </a:prstGeom>
          <a:noFill/>
        </p:spPr>
        <p:txBody>
          <a:bodyPr wrap="square" rtlCol="0">
            <a:spAutoFit/>
          </a:bodyPr>
          <a:lstStyle/>
          <a:p>
            <a:pPr algn="ctr"/>
            <a:r>
              <a:rPr lang="zh-CN" altLang="en-US" b="1" dirty="0">
                <a:latin typeface="Arial Narrow" panose="020B0606020202030204" pitchFamily="34" charset="0"/>
              </a:rPr>
              <a:t>转发站</a:t>
            </a:r>
          </a:p>
        </p:txBody>
      </p:sp>
      <p:sp>
        <p:nvSpPr>
          <p:cNvPr id="70" name="文本框 69">
            <a:extLst>
              <a:ext uri="{FF2B5EF4-FFF2-40B4-BE49-F238E27FC236}">
                <a16:creationId xmlns:a16="http://schemas.microsoft.com/office/drawing/2014/main" id="{D2A2B6FD-E320-471B-B5A7-F5D58CCB21B5}"/>
              </a:ext>
            </a:extLst>
          </p:cNvPr>
          <p:cNvSpPr txBox="1"/>
          <p:nvPr/>
        </p:nvSpPr>
        <p:spPr>
          <a:xfrm>
            <a:off x="2466987" y="5585001"/>
            <a:ext cx="917278" cy="369332"/>
          </a:xfrm>
          <a:prstGeom prst="rect">
            <a:avLst/>
          </a:prstGeom>
          <a:noFill/>
        </p:spPr>
        <p:txBody>
          <a:bodyPr wrap="square" rtlCol="0">
            <a:spAutoFit/>
          </a:bodyPr>
          <a:lstStyle/>
          <a:p>
            <a:pPr algn="ctr"/>
            <a:r>
              <a:rPr lang="zh-CN" altLang="en-US" b="1" dirty="0">
                <a:latin typeface="Arial Narrow" panose="020B0606020202030204" pitchFamily="34" charset="0"/>
              </a:rPr>
              <a:t>转发站</a:t>
            </a:r>
          </a:p>
        </p:txBody>
      </p:sp>
      <p:sp>
        <p:nvSpPr>
          <p:cNvPr id="71" name="文本框 70">
            <a:extLst>
              <a:ext uri="{FF2B5EF4-FFF2-40B4-BE49-F238E27FC236}">
                <a16:creationId xmlns:a16="http://schemas.microsoft.com/office/drawing/2014/main" id="{5E79040C-D1B7-4797-8DD2-ECF0F1EBECC3}"/>
              </a:ext>
            </a:extLst>
          </p:cNvPr>
          <p:cNvSpPr txBox="1"/>
          <p:nvPr/>
        </p:nvSpPr>
        <p:spPr>
          <a:xfrm>
            <a:off x="3541911" y="4616189"/>
            <a:ext cx="917278" cy="369332"/>
          </a:xfrm>
          <a:prstGeom prst="rect">
            <a:avLst/>
          </a:prstGeom>
          <a:noFill/>
        </p:spPr>
        <p:txBody>
          <a:bodyPr wrap="square" rtlCol="0">
            <a:spAutoFit/>
          </a:bodyPr>
          <a:lstStyle/>
          <a:p>
            <a:pPr algn="ctr"/>
            <a:r>
              <a:rPr lang="zh-CN" altLang="en-US" b="1" dirty="0">
                <a:latin typeface="Arial Narrow" panose="020B0606020202030204" pitchFamily="34" charset="0"/>
              </a:rPr>
              <a:t>转发站</a:t>
            </a:r>
          </a:p>
        </p:txBody>
      </p:sp>
      <p:grpSp>
        <p:nvGrpSpPr>
          <p:cNvPr id="11" name="组合 10">
            <a:extLst>
              <a:ext uri="{FF2B5EF4-FFF2-40B4-BE49-F238E27FC236}">
                <a16:creationId xmlns:a16="http://schemas.microsoft.com/office/drawing/2014/main" id="{4153CFFB-5FCB-4542-BB83-32B86DC5E989}"/>
              </a:ext>
            </a:extLst>
          </p:cNvPr>
          <p:cNvGrpSpPr/>
          <p:nvPr/>
        </p:nvGrpSpPr>
        <p:grpSpPr>
          <a:xfrm>
            <a:off x="6263986" y="3405059"/>
            <a:ext cx="5575301" cy="1592843"/>
            <a:chOff x="6263986" y="3405059"/>
            <a:chExt cx="5575301" cy="1592843"/>
          </a:xfrm>
        </p:grpSpPr>
        <p:cxnSp>
          <p:nvCxnSpPr>
            <p:cNvPr id="10" name="直接连接符 9">
              <a:extLst>
                <a:ext uri="{FF2B5EF4-FFF2-40B4-BE49-F238E27FC236}">
                  <a16:creationId xmlns:a16="http://schemas.microsoft.com/office/drawing/2014/main" id="{C0BB677B-8EA8-4401-B52E-32B378C8AEFE}"/>
                </a:ext>
              </a:extLst>
            </p:cNvPr>
            <p:cNvCxnSpPr/>
            <p:nvPr/>
          </p:nvCxnSpPr>
          <p:spPr>
            <a:xfrm>
              <a:off x="6263986" y="4326225"/>
              <a:ext cx="3723350" cy="0"/>
            </a:xfrm>
            <a:prstGeom prst="line">
              <a:avLst/>
            </a:prstGeom>
            <a:ln w="12700">
              <a:solidFill>
                <a:schemeClr val="tx1"/>
              </a:solidFill>
              <a:tailEnd type="none"/>
            </a:ln>
          </p:spPr>
          <p:style>
            <a:lnRef idx="1">
              <a:schemeClr val="accent1"/>
            </a:lnRef>
            <a:fillRef idx="0">
              <a:schemeClr val="accent1"/>
            </a:fillRef>
            <a:effectRef idx="0">
              <a:schemeClr val="accent1"/>
            </a:effectRef>
            <a:fontRef idx="minor">
              <a:schemeClr val="tx1"/>
            </a:fontRef>
          </p:style>
        </p:cxnSp>
        <p:sp>
          <p:nvSpPr>
            <p:cNvPr id="73" name="云形 72">
              <a:extLst>
                <a:ext uri="{FF2B5EF4-FFF2-40B4-BE49-F238E27FC236}">
                  <a16:creationId xmlns:a16="http://schemas.microsoft.com/office/drawing/2014/main" id="{76207C3C-98B6-451B-9C90-BD8A70875CE4}"/>
                </a:ext>
              </a:extLst>
            </p:cNvPr>
            <p:cNvSpPr/>
            <p:nvPr/>
          </p:nvSpPr>
          <p:spPr>
            <a:xfrm>
              <a:off x="9552014" y="3405059"/>
              <a:ext cx="2287273" cy="1592843"/>
            </a:xfrm>
            <a:prstGeom prst="cloud">
              <a:avLst/>
            </a:prstGeom>
            <a:solidFill>
              <a:schemeClr val="accent6"/>
            </a:solidFill>
            <a:ln>
              <a:solidFill>
                <a:schemeClr val="accent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zh-CN" altLang="en-US" b="1" dirty="0">
                  <a:solidFill>
                    <a:schemeClr val="tx1"/>
                  </a:solidFill>
                </a:rPr>
                <a:t>因特网</a:t>
              </a:r>
            </a:p>
          </p:txBody>
        </p:sp>
        <p:sp>
          <p:nvSpPr>
            <p:cNvPr id="6" name="矩形 5">
              <a:extLst>
                <a:ext uri="{FF2B5EF4-FFF2-40B4-BE49-F238E27FC236}">
                  <a16:creationId xmlns:a16="http://schemas.microsoft.com/office/drawing/2014/main" id="{ABEEB37D-F405-4003-8FC7-26573593B0D2}"/>
                </a:ext>
              </a:extLst>
            </p:cNvPr>
            <p:cNvSpPr/>
            <p:nvPr/>
          </p:nvSpPr>
          <p:spPr>
            <a:xfrm>
              <a:off x="7078782" y="3946753"/>
              <a:ext cx="1705416" cy="746880"/>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zh-CN" altLang="en-US" b="1" dirty="0"/>
                <a:t>网关</a:t>
              </a:r>
              <a:r>
                <a:rPr lang="en-US" altLang="zh-CN" b="1" dirty="0"/>
                <a:t>gateway</a:t>
              </a:r>
            </a:p>
            <a:p>
              <a:pPr algn="ctr"/>
              <a:r>
                <a:rPr lang="zh-CN" altLang="en-US" b="1" dirty="0"/>
                <a:t>（协议转换器）</a:t>
              </a:r>
              <a:endParaRPr lang="en-US" altLang="zh-CN" b="1" dirty="0"/>
            </a:p>
          </p:txBody>
        </p:sp>
      </p:grpSp>
      <p:sp>
        <p:nvSpPr>
          <p:cNvPr id="74" name="文本框 73">
            <a:extLst>
              <a:ext uri="{FF2B5EF4-FFF2-40B4-BE49-F238E27FC236}">
                <a16:creationId xmlns:a16="http://schemas.microsoft.com/office/drawing/2014/main" id="{769616FE-1494-467B-A2C9-A89375C7AE84}"/>
              </a:ext>
            </a:extLst>
          </p:cNvPr>
          <p:cNvSpPr txBox="1"/>
          <p:nvPr/>
        </p:nvSpPr>
        <p:spPr>
          <a:xfrm>
            <a:off x="2034545" y="6098599"/>
            <a:ext cx="2547608" cy="369332"/>
          </a:xfrm>
          <a:prstGeom prst="rect">
            <a:avLst/>
          </a:prstGeom>
          <a:noFill/>
        </p:spPr>
        <p:txBody>
          <a:bodyPr wrap="square" rtlCol="0">
            <a:spAutoFit/>
          </a:bodyPr>
          <a:lstStyle/>
          <a:p>
            <a:pPr algn="ctr"/>
            <a:r>
              <a:rPr lang="zh-CN" altLang="en-US" b="1" dirty="0">
                <a:solidFill>
                  <a:schemeClr val="accent1">
                    <a:lumMod val="75000"/>
                  </a:schemeClr>
                </a:solidFill>
                <a:latin typeface="Arial Narrow" panose="020B0606020202030204" pitchFamily="34" charset="0"/>
              </a:rPr>
              <a:t>特定的路由选择协议</a:t>
            </a:r>
          </a:p>
        </p:txBody>
      </p:sp>
    </p:spTree>
    <p:custDataLst>
      <p:tags r:id="rId1"/>
    </p:custDataLst>
    <p:extLst>
      <p:ext uri="{BB962C8B-B14F-4D97-AF65-F5344CB8AC3E}">
        <p14:creationId xmlns:p14="http://schemas.microsoft.com/office/powerpoint/2010/main" val="556107300"/>
      </p:ext>
    </p:extLst>
  </p:cSld>
  <p:clrMapOvr>
    <a:masterClrMapping/>
  </p:clrMapOvr>
  <mc:AlternateContent xmlns:mc="http://schemas.openxmlformats.org/markup-compatibility/2006" xmlns:p159="http://schemas.microsoft.com/office/powerpoint/2015/09/main">
    <mc:Choice Requires="p159">
      <p:transition spd="slow">
        <p159:morph option="byObject"/>
      </p:transition>
    </mc:Choice>
    <mc:Fallback xmlns="">
      <p:transition spd="slow">
        <p:fade/>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47" presetClass="entr" presetSubtype="0" fill="hold" grpId="0" nodeType="withEffect">
                                  <p:stCondLst>
                                    <p:cond delay="0"/>
                                  </p:stCondLst>
                                  <p:childTnLst>
                                    <p:set>
                                      <p:cBhvr>
                                        <p:cTn id="6" dur="1" fill="hold">
                                          <p:stCondLst>
                                            <p:cond delay="0"/>
                                          </p:stCondLst>
                                        </p:cTn>
                                        <p:tgtEl>
                                          <p:spTgt spid="74"/>
                                        </p:tgtEl>
                                        <p:attrNameLst>
                                          <p:attrName>style.visibility</p:attrName>
                                        </p:attrNameLst>
                                      </p:cBhvr>
                                      <p:to>
                                        <p:strVal val="visible"/>
                                      </p:to>
                                    </p:set>
                                    <p:animEffect transition="in" filter="fade">
                                      <p:cBhvr>
                                        <p:cTn id="7" dur="1000"/>
                                        <p:tgtEl>
                                          <p:spTgt spid="74"/>
                                        </p:tgtEl>
                                      </p:cBhvr>
                                    </p:animEffect>
                                    <p:anim calcmode="lin" valueType="num">
                                      <p:cBhvr>
                                        <p:cTn id="8" dur="1000" fill="hold"/>
                                        <p:tgtEl>
                                          <p:spTgt spid="74"/>
                                        </p:tgtEl>
                                        <p:attrNameLst>
                                          <p:attrName>ppt_x</p:attrName>
                                        </p:attrNameLst>
                                      </p:cBhvr>
                                      <p:tavLst>
                                        <p:tav tm="0">
                                          <p:val>
                                            <p:strVal val="#ppt_x"/>
                                          </p:val>
                                        </p:tav>
                                        <p:tav tm="100000">
                                          <p:val>
                                            <p:strVal val="#ppt_x"/>
                                          </p:val>
                                        </p:tav>
                                      </p:tavLst>
                                    </p:anim>
                                    <p:anim calcmode="lin" valueType="num">
                                      <p:cBhvr>
                                        <p:cTn id="9" dur="1000" fill="hold"/>
                                        <p:tgtEl>
                                          <p:spTgt spid="74"/>
                                        </p:tgtEl>
                                        <p:attrNameLst>
                                          <p:attrName>ppt_y</p:attrName>
                                        </p:attrNameLst>
                                      </p:cBhvr>
                                      <p:tavLst>
                                        <p:tav tm="0">
                                          <p:val>
                                            <p:strVal val="#ppt_y-.1"/>
                                          </p:val>
                                        </p:tav>
                                        <p:tav tm="100000">
                                          <p:val>
                                            <p:strVal val="#ppt_y"/>
                                          </p:val>
                                        </p:tav>
                                      </p:tavLst>
                                    </p:anim>
                                  </p:childTnLst>
                                </p:cTn>
                              </p:par>
                            </p:childTnLst>
                          </p:cTn>
                        </p:par>
                      </p:childTnLst>
                    </p:cTn>
                  </p:par>
                  <p:par>
                    <p:cTn id="10" fill="hold">
                      <p:stCondLst>
                        <p:cond delay="indefinite"/>
                      </p:stCondLst>
                      <p:childTnLst>
                        <p:par>
                          <p:cTn id="11" fill="hold">
                            <p:stCondLst>
                              <p:cond delay="0"/>
                            </p:stCondLst>
                            <p:childTnLst>
                              <p:par>
                                <p:cTn id="12" presetID="22" presetClass="entr" presetSubtype="8" fill="hold" nodeType="clickEffect">
                                  <p:stCondLst>
                                    <p:cond delay="0"/>
                                  </p:stCondLst>
                                  <p:childTnLst>
                                    <p:set>
                                      <p:cBhvr>
                                        <p:cTn id="13" dur="1" fill="hold">
                                          <p:stCondLst>
                                            <p:cond delay="0"/>
                                          </p:stCondLst>
                                        </p:cTn>
                                        <p:tgtEl>
                                          <p:spTgt spid="11"/>
                                        </p:tgtEl>
                                        <p:attrNameLst>
                                          <p:attrName>style.visibility</p:attrName>
                                        </p:attrNameLst>
                                      </p:cBhvr>
                                      <p:to>
                                        <p:strVal val="visible"/>
                                      </p:to>
                                    </p:set>
                                    <p:animEffect transition="in" filter="wipe(left)">
                                      <p:cBhvr>
                                        <p:cTn id="14" dur="1000"/>
                                        <p:tgtEl>
                                          <p:spTgt spid="11"/>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74" grpId="0"/>
    </p:bldLst>
  </p:timing>
</p:sld>
</file>

<file path=ppt/slides/slide52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1" name="íşlïḍè">
            <a:extLst>
              <a:ext uri="{FF2B5EF4-FFF2-40B4-BE49-F238E27FC236}">
                <a16:creationId xmlns:a16="http://schemas.microsoft.com/office/drawing/2014/main" id="{2882B8A8-A951-4E36-A813-EE9E39641F4F}"/>
              </a:ext>
            </a:extLst>
          </p:cNvPr>
          <p:cNvSpPr txBox="1"/>
          <p:nvPr/>
        </p:nvSpPr>
        <p:spPr>
          <a:xfrm>
            <a:off x="933106" y="1149410"/>
            <a:ext cx="10513339" cy="478855"/>
          </a:xfrm>
          <a:prstGeom prst="rect">
            <a:avLst/>
          </a:prstGeom>
          <a:noFill/>
        </p:spPr>
        <p:txBody>
          <a:bodyPr wrap="square" lIns="91440" tIns="45720" rIns="91440" bIns="45720" anchor="ctr">
            <a:noAutofit/>
          </a:bodyPr>
          <a:lstStyle/>
          <a:p>
            <a:r>
              <a:rPr lang="zh-CN" altLang="en-US" sz="2000" b="1" dirty="0">
                <a:solidFill>
                  <a:schemeClr val="accent3">
                    <a:lumMod val="75000"/>
                  </a:schemeClr>
                </a:solidFill>
                <a:latin typeface="Arial Narrow" panose="020B0606020202030204" pitchFamily="34" charset="0"/>
              </a:rPr>
              <a:t>无固定基础设施的</a:t>
            </a:r>
            <a:r>
              <a:rPr lang="en-US" altLang="zh-CN" sz="2000" b="1" dirty="0">
                <a:solidFill>
                  <a:schemeClr val="accent3">
                    <a:lumMod val="75000"/>
                  </a:schemeClr>
                </a:solidFill>
                <a:latin typeface="Arial Narrow" panose="020B0606020202030204" pitchFamily="34" charset="0"/>
              </a:rPr>
              <a:t>802.11</a:t>
            </a:r>
            <a:r>
              <a:rPr lang="zh-CN" altLang="en-US" sz="2000" b="1" dirty="0">
                <a:solidFill>
                  <a:schemeClr val="accent3">
                    <a:lumMod val="75000"/>
                  </a:schemeClr>
                </a:solidFill>
                <a:latin typeface="Arial Narrow" panose="020B0606020202030204" pitchFamily="34" charset="0"/>
              </a:rPr>
              <a:t>无线局域网</a:t>
            </a:r>
          </a:p>
        </p:txBody>
      </p:sp>
      <p:grpSp>
        <p:nvGrpSpPr>
          <p:cNvPr id="4" name="组合 3">
            <a:extLst>
              <a:ext uri="{FF2B5EF4-FFF2-40B4-BE49-F238E27FC236}">
                <a16:creationId xmlns:a16="http://schemas.microsoft.com/office/drawing/2014/main" id="{9A1EA9F2-FCB6-48C3-935F-7AE7E3AD14AC}"/>
              </a:ext>
            </a:extLst>
          </p:cNvPr>
          <p:cNvGrpSpPr/>
          <p:nvPr/>
        </p:nvGrpSpPr>
        <p:grpSpPr>
          <a:xfrm>
            <a:off x="304800" y="749300"/>
            <a:ext cx="4938199" cy="400110"/>
            <a:chOff x="424117" y="898245"/>
            <a:chExt cx="4938199" cy="400110"/>
          </a:xfrm>
        </p:grpSpPr>
        <p:sp>
          <p:nvSpPr>
            <p:cNvPr id="2" name="平行四边形 1">
              <a:extLst>
                <a:ext uri="{FF2B5EF4-FFF2-40B4-BE49-F238E27FC236}">
                  <a16:creationId xmlns:a16="http://schemas.microsoft.com/office/drawing/2014/main" id="{1F5BAA3F-9845-4F89-A2DD-8222D3E4EDAC}"/>
                </a:ext>
              </a:extLst>
            </p:cNvPr>
            <p:cNvSpPr/>
            <p:nvPr/>
          </p:nvSpPr>
          <p:spPr>
            <a:xfrm>
              <a:off x="424117" y="898245"/>
              <a:ext cx="628306" cy="387090"/>
            </a:xfrm>
            <a:prstGeom prst="parallelogram">
              <a:avLst/>
            </a:prstGeom>
            <a:solidFill>
              <a:schemeClr val="accent3">
                <a:lumMod val="75000"/>
              </a:schemeClr>
            </a:solidFill>
            <a:ln>
              <a:solidFill>
                <a:schemeClr val="accent3">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CN" sz="2200" dirty="0">
                  <a:latin typeface="Impact" panose="020B0806030902050204" pitchFamily="34" charset="0"/>
                </a:rPr>
                <a:t>01</a:t>
              </a:r>
              <a:endParaRPr lang="zh-CN" altLang="en-US" sz="2200" dirty="0">
                <a:latin typeface="Impact" panose="020B0806030902050204" pitchFamily="34" charset="0"/>
              </a:endParaRPr>
            </a:p>
          </p:txBody>
        </p:sp>
        <p:sp>
          <p:nvSpPr>
            <p:cNvPr id="3" name="文本框 2">
              <a:extLst>
                <a:ext uri="{FF2B5EF4-FFF2-40B4-BE49-F238E27FC236}">
                  <a16:creationId xmlns:a16="http://schemas.microsoft.com/office/drawing/2014/main" id="{4D6BD736-A4D3-4F26-AFED-36E11F50F70B}"/>
                </a:ext>
              </a:extLst>
            </p:cNvPr>
            <p:cNvSpPr txBox="1"/>
            <p:nvPr/>
          </p:nvSpPr>
          <p:spPr>
            <a:xfrm>
              <a:off x="1052423" y="898245"/>
              <a:ext cx="4309893" cy="400110"/>
            </a:xfrm>
            <a:prstGeom prst="rect">
              <a:avLst/>
            </a:prstGeom>
            <a:noFill/>
          </p:spPr>
          <p:txBody>
            <a:bodyPr wrap="square" rtlCol="0">
              <a:spAutoFit/>
            </a:bodyPr>
            <a:lstStyle/>
            <a:p>
              <a:r>
                <a:rPr lang="en-US" altLang="zh-CN" sz="2000" b="1" dirty="0">
                  <a:solidFill>
                    <a:schemeClr val="tx1"/>
                  </a:solidFill>
                  <a:latin typeface="Arial Narrow" panose="020B0606020202030204" pitchFamily="34" charset="0"/>
                </a:rPr>
                <a:t>802.11</a:t>
              </a:r>
              <a:r>
                <a:rPr lang="zh-CN" altLang="en-US" sz="2000" b="1" dirty="0">
                  <a:solidFill>
                    <a:schemeClr val="tx1"/>
                  </a:solidFill>
                  <a:latin typeface="Arial Narrow" panose="020B0606020202030204" pitchFamily="34" charset="0"/>
                </a:rPr>
                <a:t>无线局域网的组成</a:t>
              </a:r>
              <a:endParaRPr lang="en-US" altLang="zh-CN" sz="2000" b="1" dirty="0">
                <a:solidFill>
                  <a:schemeClr val="tx1"/>
                </a:solidFill>
                <a:latin typeface="Arial Narrow" panose="020B0606020202030204" pitchFamily="34" charset="0"/>
              </a:endParaRPr>
            </a:p>
          </p:txBody>
        </p:sp>
      </p:grpSp>
      <p:sp>
        <p:nvSpPr>
          <p:cNvPr id="14" name="íşlïḍè">
            <a:extLst>
              <a:ext uri="{FF2B5EF4-FFF2-40B4-BE49-F238E27FC236}">
                <a16:creationId xmlns:a16="http://schemas.microsoft.com/office/drawing/2014/main" id="{F6C873C1-888D-4E92-8717-E29E5203A315}"/>
              </a:ext>
            </a:extLst>
          </p:cNvPr>
          <p:cNvSpPr txBox="1"/>
          <p:nvPr/>
        </p:nvSpPr>
        <p:spPr>
          <a:xfrm>
            <a:off x="933106" y="1592294"/>
            <a:ext cx="10513339" cy="478855"/>
          </a:xfrm>
          <a:prstGeom prst="rect">
            <a:avLst/>
          </a:prstGeom>
          <a:noFill/>
        </p:spPr>
        <p:txBody>
          <a:bodyPr wrap="square" lIns="91440" tIns="45720" rIns="91440" bIns="45720" anchor="ctr">
            <a:noAutofit/>
          </a:bodyPr>
          <a:lstStyle/>
          <a:p>
            <a:r>
              <a:rPr lang="zh-CN" altLang="en-US" sz="2000" b="1" dirty="0">
                <a:solidFill>
                  <a:schemeClr val="accent3">
                    <a:lumMod val="75000"/>
                  </a:schemeClr>
                </a:solidFill>
                <a:latin typeface="Arial Narrow" panose="020B0606020202030204" pitchFamily="34" charset="0"/>
              </a:rPr>
              <a:t>自组织网络（</a:t>
            </a:r>
            <a:r>
              <a:rPr lang="en-US" altLang="zh-CN" sz="2000" b="1" dirty="0">
                <a:solidFill>
                  <a:schemeClr val="accent3">
                    <a:lumMod val="75000"/>
                  </a:schemeClr>
                </a:solidFill>
                <a:latin typeface="Arial Narrow" panose="020B0606020202030204" pitchFamily="34" charset="0"/>
              </a:rPr>
              <a:t>ad hoc Network</a:t>
            </a:r>
            <a:r>
              <a:rPr lang="zh-CN" altLang="en-US" sz="2000" b="1" dirty="0">
                <a:solidFill>
                  <a:schemeClr val="accent3">
                    <a:lumMod val="75000"/>
                  </a:schemeClr>
                </a:solidFill>
                <a:latin typeface="Arial Narrow" panose="020B0606020202030204" pitchFamily="34" charset="0"/>
              </a:rPr>
              <a:t>）</a:t>
            </a:r>
          </a:p>
        </p:txBody>
      </p:sp>
      <p:pic>
        <p:nvPicPr>
          <p:cNvPr id="8" name="图片 7" descr="图片包含 图形用户界面&#10;&#10;描述已自动生成">
            <a:extLst>
              <a:ext uri="{FF2B5EF4-FFF2-40B4-BE49-F238E27FC236}">
                <a16:creationId xmlns:a16="http://schemas.microsoft.com/office/drawing/2014/main" id="{E86E3BD8-06FA-42B6-8B88-B3F762F22B36}"/>
              </a:ext>
            </a:extLst>
          </p:cNvPr>
          <p:cNvPicPr>
            <a:picLocks noChangeAspect="1"/>
          </p:cNvPicPr>
          <p:nvPr/>
        </p:nvPicPr>
        <p:blipFill>
          <a:blip r:embed="rId3" cstate="print">
            <a:extLst>
              <a:ext uri="{28A0092B-C50C-407E-A947-70E740481C1C}">
                <a14:useLocalDpi xmlns:a14="http://schemas.microsoft.com/office/drawing/2010/main" val="0"/>
              </a:ext>
            </a:extLst>
          </a:blip>
          <a:stretch>
            <a:fillRect/>
          </a:stretch>
        </p:blipFill>
        <p:spPr>
          <a:xfrm>
            <a:off x="1308737" y="2140046"/>
            <a:ext cx="9575163" cy="3371601"/>
          </a:xfrm>
          <a:prstGeom prst="rect">
            <a:avLst/>
          </a:prstGeom>
        </p:spPr>
      </p:pic>
      <p:sp>
        <p:nvSpPr>
          <p:cNvPr id="9" name="矩形 8">
            <a:extLst>
              <a:ext uri="{FF2B5EF4-FFF2-40B4-BE49-F238E27FC236}">
                <a16:creationId xmlns:a16="http://schemas.microsoft.com/office/drawing/2014/main" id="{5A02F850-4B62-4E03-A313-D78CBE4A3940}"/>
              </a:ext>
            </a:extLst>
          </p:cNvPr>
          <p:cNvSpPr/>
          <p:nvPr/>
        </p:nvSpPr>
        <p:spPr>
          <a:xfrm>
            <a:off x="933449" y="5504344"/>
            <a:ext cx="10328845" cy="858355"/>
          </a:xfrm>
          <a:prstGeom prst="rect">
            <a:avLst/>
          </a:prstGeom>
        </p:spPr>
        <p:style>
          <a:lnRef idx="2">
            <a:schemeClr val="accent4">
              <a:shade val="50000"/>
            </a:schemeClr>
          </a:lnRef>
          <a:fillRef idx="1">
            <a:schemeClr val="accent4"/>
          </a:fillRef>
          <a:effectRef idx="0">
            <a:schemeClr val="accent4"/>
          </a:effectRef>
          <a:fontRef idx="minor">
            <a:schemeClr val="lt1"/>
          </a:fontRef>
        </p:style>
        <p:txBody>
          <a:bodyPr rtlCol="0" anchor="ctr"/>
          <a:lstStyle/>
          <a:p>
            <a:pPr>
              <a:lnSpc>
                <a:spcPct val="150000"/>
              </a:lnSpc>
            </a:pPr>
            <a:r>
              <a:rPr lang="zh-CN" altLang="en-US" b="1" dirty="0"/>
              <a:t>自组织网络组网方便，不需要基站，并且具有非常好的生存性，这使得自组织网络在</a:t>
            </a:r>
            <a:r>
              <a:rPr lang="zh-CN" altLang="en-US" b="1" dirty="0">
                <a:solidFill>
                  <a:schemeClr val="tx1"/>
                </a:solidFill>
                <a:highlight>
                  <a:srgbClr val="F4B919"/>
                </a:highlight>
              </a:rPr>
              <a:t>军用</a:t>
            </a:r>
            <a:r>
              <a:rPr lang="zh-CN" altLang="en-US" b="1" dirty="0"/>
              <a:t>和</a:t>
            </a:r>
            <a:r>
              <a:rPr lang="zh-CN" altLang="en-US" b="1" dirty="0">
                <a:solidFill>
                  <a:schemeClr val="tx1"/>
                </a:solidFill>
                <a:highlight>
                  <a:srgbClr val="F4B919"/>
                </a:highlight>
              </a:rPr>
              <a:t>民用</a:t>
            </a:r>
            <a:r>
              <a:rPr lang="zh-CN" altLang="en-US" b="1" dirty="0"/>
              <a:t>领域都有很好的应用前景。</a:t>
            </a:r>
          </a:p>
        </p:txBody>
      </p:sp>
    </p:spTree>
    <p:custDataLst>
      <p:tags r:id="rId1"/>
    </p:custDataLst>
    <p:extLst>
      <p:ext uri="{BB962C8B-B14F-4D97-AF65-F5344CB8AC3E}">
        <p14:creationId xmlns:p14="http://schemas.microsoft.com/office/powerpoint/2010/main" val="2266384435"/>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2" presetClass="entr" presetSubtype="4" fill="hold" nodeType="withEffect">
                                  <p:stCondLst>
                                    <p:cond delay="0"/>
                                  </p:stCondLst>
                                  <p:childTnLst>
                                    <p:set>
                                      <p:cBhvr>
                                        <p:cTn id="6" dur="1" fill="hold">
                                          <p:stCondLst>
                                            <p:cond delay="0"/>
                                          </p:stCondLst>
                                        </p:cTn>
                                        <p:tgtEl>
                                          <p:spTgt spid="8"/>
                                        </p:tgtEl>
                                        <p:attrNameLst>
                                          <p:attrName>style.visibility</p:attrName>
                                        </p:attrNameLst>
                                      </p:cBhvr>
                                      <p:to>
                                        <p:strVal val="visible"/>
                                      </p:to>
                                    </p:set>
                                    <p:anim calcmode="lin" valueType="num">
                                      <p:cBhvr additive="base">
                                        <p:cTn id="7" dur="1000"/>
                                        <p:tgtEl>
                                          <p:spTgt spid="8"/>
                                        </p:tgtEl>
                                        <p:attrNameLst>
                                          <p:attrName>ppt_y</p:attrName>
                                        </p:attrNameLst>
                                      </p:cBhvr>
                                      <p:tavLst>
                                        <p:tav tm="0">
                                          <p:val>
                                            <p:strVal val="#ppt_y+#ppt_h*1.125000"/>
                                          </p:val>
                                        </p:tav>
                                        <p:tav tm="100000">
                                          <p:val>
                                            <p:strVal val="#ppt_y"/>
                                          </p:val>
                                        </p:tav>
                                      </p:tavLst>
                                    </p:anim>
                                    <p:animEffect transition="in" filter="wipe(up)">
                                      <p:cBhvr>
                                        <p:cTn id="8" dur="1000"/>
                                        <p:tgtEl>
                                          <p:spTgt spid="8"/>
                                        </p:tgtEl>
                                      </p:cBhvr>
                                    </p:animEffect>
                                  </p:childTnLst>
                                </p:cTn>
                              </p:par>
                              <p:par>
                                <p:cTn id="9" presetID="12" presetClass="entr" presetSubtype="1" fill="hold" grpId="0" nodeType="withEffect">
                                  <p:stCondLst>
                                    <p:cond delay="0"/>
                                  </p:stCondLst>
                                  <p:childTnLst>
                                    <p:set>
                                      <p:cBhvr>
                                        <p:cTn id="10" dur="1" fill="hold">
                                          <p:stCondLst>
                                            <p:cond delay="0"/>
                                          </p:stCondLst>
                                        </p:cTn>
                                        <p:tgtEl>
                                          <p:spTgt spid="9"/>
                                        </p:tgtEl>
                                        <p:attrNameLst>
                                          <p:attrName>style.visibility</p:attrName>
                                        </p:attrNameLst>
                                      </p:cBhvr>
                                      <p:to>
                                        <p:strVal val="visible"/>
                                      </p:to>
                                    </p:set>
                                    <p:anim calcmode="lin" valueType="num">
                                      <p:cBhvr additive="base">
                                        <p:cTn id="11" dur="1000"/>
                                        <p:tgtEl>
                                          <p:spTgt spid="9"/>
                                        </p:tgtEl>
                                        <p:attrNameLst>
                                          <p:attrName>ppt_y</p:attrName>
                                        </p:attrNameLst>
                                      </p:cBhvr>
                                      <p:tavLst>
                                        <p:tav tm="0">
                                          <p:val>
                                            <p:strVal val="#ppt_y-#ppt_h*1.125000"/>
                                          </p:val>
                                        </p:tav>
                                        <p:tav tm="100000">
                                          <p:val>
                                            <p:strVal val="#ppt_y"/>
                                          </p:val>
                                        </p:tav>
                                      </p:tavLst>
                                    </p:anim>
                                    <p:animEffect transition="in" filter="wipe(down)">
                                      <p:cBhvr>
                                        <p:cTn id="12" dur="1000"/>
                                        <p:tgtEl>
                                          <p:spTgt spid="9"/>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9" grpId="0" animBg="1"/>
    </p:bldLst>
  </p:timing>
</p:sld>
</file>

<file path=ppt/slides/slide52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1" name="íşlïḍè">
            <a:extLst>
              <a:ext uri="{FF2B5EF4-FFF2-40B4-BE49-F238E27FC236}">
                <a16:creationId xmlns:a16="http://schemas.microsoft.com/office/drawing/2014/main" id="{2882B8A8-A951-4E36-A813-EE9E39641F4F}"/>
              </a:ext>
            </a:extLst>
          </p:cNvPr>
          <p:cNvSpPr txBox="1"/>
          <p:nvPr/>
        </p:nvSpPr>
        <p:spPr>
          <a:xfrm>
            <a:off x="933106" y="1149410"/>
            <a:ext cx="10513339" cy="478855"/>
          </a:xfrm>
          <a:prstGeom prst="rect">
            <a:avLst/>
          </a:prstGeom>
          <a:noFill/>
        </p:spPr>
        <p:txBody>
          <a:bodyPr wrap="square" lIns="91440" tIns="45720" rIns="91440" bIns="45720" anchor="ctr">
            <a:noAutofit/>
          </a:bodyPr>
          <a:lstStyle/>
          <a:p>
            <a:r>
              <a:rPr lang="zh-CN" altLang="en-US" sz="2000" b="1" dirty="0">
                <a:solidFill>
                  <a:schemeClr val="accent3">
                    <a:lumMod val="75000"/>
                  </a:schemeClr>
                </a:solidFill>
                <a:latin typeface="Arial Narrow" panose="020B0606020202030204" pitchFamily="34" charset="0"/>
              </a:rPr>
              <a:t>无固定基础设施的</a:t>
            </a:r>
            <a:r>
              <a:rPr lang="en-US" altLang="zh-CN" sz="2000" b="1" dirty="0">
                <a:solidFill>
                  <a:schemeClr val="accent3">
                    <a:lumMod val="75000"/>
                  </a:schemeClr>
                </a:solidFill>
                <a:latin typeface="Arial Narrow" panose="020B0606020202030204" pitchFamily="34" charset="0"/>
              </a:rPr>
              <a:t>802.11</a:t>
            </a:r>
            <a:r>
              <a:rPr lang="zh-CN" altLang="en-US" sz="2000" b="1" dirty="0">
                <a:solidFill>
                  <a:schemeClr val="accent3">
                    <a:lumMod val="75000"/>
                  </a:schemeClr>
                </a:solidFill>
                <a:latin typeface="Arial Narrow" panose="020B0606020202030204" pitchFamily="34" charset="0"/>
              </a:rPr>
              <a:t>无线局域网</a:t>
            </a:r>
          </a:p>
        </p:txBody>
      </p:sp>
      <p:grpSp>
        <p:nvGrpSpPr>
          <p:cNvPr id="4" name="组合 3">
            <a:extLst>
              <a:ext uri="{FF2B5EF4-FFF2-40B4-BE49-F238E27FC236}">
                <a16:creationId xmlns:a16="http://schemas.microsoft.com/office/drawing/2014/main" id="{9A1EA9F2-FCB6-48C3-935F-7AE7E3AD14AC}"/>
              </a:ext>
            </a:extLst>
          </p:cNvPr>
          <p:cNvGrpSpPr/>
          <p:nvPr/>
        </p:nvGrpSpPr>
        <p:grpSpPr>
          <a:xfrm>
            <a:off x="304800" y="749300"/>
            <a:ext cx="4938199" cy="400110"/>
            <a:chOff x="424117" y="898245"/>
            <a:chExt cx="4938199" cy="400110"/>
          </a:xfrm>
        </p:grpSpPr>
        <p:sp>
          <p:nvSpPr>
            <p:cNvPr id="2" name="平行四边形 1">
              <a:extLst>
                <a:ext uri="{FF2B5EF4-FFF2-40B4-BE49-F238E27FC236}">
                  <a16:creationId xmlns:a16="http://schemas.microsoft.com/office/drawing/2014/main" id="{1F5BAA3F-9845-4F89-A2DD-8222D3E4EDAC}"/>
                </a:ext>
              </a:extLst>
            </p:cNvPr>
            <p:cNvSpPr/>
            <p:nvPr/>
          </p:nvSpPr>
          <p:spPr>
            <a:xfrm>
              <a:off x="424117" y="898245"/>
              <a:ext cx="628306" cy="387090"/>
            </a:xfrm>
            <a:prstGeom prst="parallelogram">
              <a:avLst/>
            </a:prstGeom>
            <a:solidFill>
              <a:schemeClr val="accent3">
                <a:lumMod val="75000"/>
              </a:schemeClr>
            </a:solidFill>
            <a:ln>
              <a:solidFill>
                <a:schemeClr val="accent3">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CN" sz="2200" dirty="0">
                  <a:latin typeface="Impact" panose="020B0806030902050204" pitchFamily="34" charset="0"/>
                </a:rPr>
                <a:t>01</a:t>
              </a:r>
              <a:endParaRPr lang="zh-CN" altLang="en-US" sz="2200" dirty="0">
                <a:latin typeface="Impact" panose="020B0806030902050204" pitchFamily="34" charset="0"/>
              </a:endParaRPr>
            </a:p>
          </p:txBody>
        </p:sp>
        <p:sp>
          <p:nvSpPr>
            <p:cNvPr id="3" name="文本框 2">
              <a:extLst>
                <a:ext uri="{FF2B5EF4-FFF2-40B4-BE49-F238E27FC236}">
                  <a16:creationId xmlns:a16="http://schemas.microsoft.com/office/drawing/2014/main" id="{4D6BD736-A4D3-4F26-AFED-36E11F50F70B}"/>
                </a:ext>
              </a:extLst>
            </p:cNvPr>
            <p:cNvSpPr txBox="1"/>
            <p:nvPr/>
          </p:nvSpPr>
          <p:spPr>
            <a:xfrm>
              <a:off x="1052423" y="898245"/>
              <a:ext cx="4309893" cy="400110"/>
            </a:xfrm>
            <a:prstGeom prst="rect">
              <a:avLst/>
            </a:prstGeom>
            <a:noFill/>
          </p:spPr>
          <p:txBody>
            <a:bodyPr wrap="square" rtlCol="0">
              <a:spAutoFit/>
            </a:bodyPr>
            <a:lstStyle/>
            <a:p>
              <a:r>
                <a:rPr lang="en-US" altLang="zh-CN" sz="2000" b="1" dirty="0">
                  <a:solidFill>
                    <a:schemeClr val="tx1"/>
                  </a:solidFill>
                  <a:latin typeface="Arial Narrow" panose="020B0606020202030204" pitchFamily="34" charset="0"/>
                </a:rPr>
                <a:t>802.11</a:t>
              </a:r>
              <a:r>
                <a:rPr lang="zh-CN" altLang="en-US" sz="2000" b="1" dirty="0">
                  <a:solidFill>
                    <a:schemeClr val="tx1"/>
                  </a:solidFill>
                  <a:latin typeface="Arial Narrow" panose="020B0606020202030204" pitchFamily="34" charset="0"/>
                </a:rPr>
                <a:t>无线局域网的组成</a:t>
              </a:r>
              <a:endParaRPr lang="en-US" altLang="zh-CN" sz="2000" b="1" dirty="0">
                <a:solidFill>
                  <a:schemeClr val="tx1"/>
                </a:solidFill>
                <a:latin typeface="Arial Narrow" panose="020B0606020202030204" pitchFamily="34" charset="0"/>
              </a:endParaRPr>
            </a:p>
          </p:txBody>
        </p:sp>
      </p:grpSp>
      <p:sp>
        <p:nvSpPr>
          <p:cNvPr id="14" name="íşlïḍè">
            <a:extLst>
              <a:ext uri="{FF2B5EF4-FFF2-40B4-BE49-F238E27FC236}">
                <a16:creationId xmlns:a16="http://schemas.microsoft.com/office/drawing/2014/main" id="{F6C873C1-888D-4E92-8717-E29E5203A315}"/>
              </a:ext>
            </a:extLst>
          </p:cNvPr>
          <p:cNvSpPr txBox="1"/>
          <p:nvPr/>
        </p:nvSpPr>
        <p:spPr>
          <a:xfrm>
            <a:off x="933106" y="1592294"/>
            <a:ext cx="10513339" cy="478855"/>
          </a:xfrm>
          <a:prstGeom prst="rect">
            <a:avLst/>
          </a:prstGeom>
          <a:noFill/>
        </p:spPr>
        <p:txBody>
          <a:bodyPr wrap="square" lIns="91440" tIns="45720" rIns="91440" bIns="45720" anchor="ctr">
            <a:noAutofit/>
          </a:bodyPr>
          <a:lstStyle/>
          <a:p>
            <a:r>
              <a:rPr lang="zh-CN" altLang="en-US" sz="2000" b="1" dirty="0">
                <a:solidFill>
                  <a:schemeClr val="accent3">
                    <a:lumMod val="75000"/>
                  </a:schemeClr>
                </a:solidFill>
                <a:latin typeface="Arial Narrow" panose="020B0606020202030204" pitchFamily="34" charset="0"/>
              </a:rPr>
              <a:t>自组织网络（</a:t>
            </a:r>
            <a:r>
              <a:rPr lang="en-US" altLang="zh-CN" sz="2000" b="1" dirty="0">
                <a:solidFill>
                  <a:schemeClr val="accent3">
                    <a:lumMod val="75000"/>
                  </a:schemeClr>
                </a:solidFill>
                <a:latin typeface="Arial Narrow" panose="020B0606020202030204" pitchFamily="34" charset="0"/>
              </a:rPr>
              <a:t>ad hoc Network</a:t>
            </a:r>
            <a:r>
              <a:rPr lang="zh-CN" altLang="en-US" sz="2000" b="1" dirty="0">
                <a:solidFill>
                  <a:schemeClr val="accent3">
                    <a:lumMod val="75000"/>
                  </a:schemeClr>
                </a:solidFill>
                <a:latin typeface="Arial Narrow" panose="020B0606020202030204" pitchFamily="34" charset="0"/>
              </a:rPr>
              <a:t>）</a:t>
            </a:r>
          </a:p>
        </p:txBody>
      </p:sp>
      <p:sp>
        <p:nvSpPr>
          <p:cNvPr id="9" name="矩形 8">
            <a:extLst>
              <a:ext uri="{FF2B5EF4-FFF2-40B4-BE49-F238E27FC236}">
                <a16:creationId xmlns:a16="http://schemas.microsoft.com/office/drawing/2014/main" id="{5A02F850-4B62-4E03-A313-D78CBE4A3940}"/>
              </a:ext>
            </a:extLst>
          </p:cNvPr>
          <p:cNvSpPr/>
          <p:nvPr/>
        </p:nvSpPr>
        <p:spPr>
          <a:xfrm>
            <a:off x="1109576" y="2714072"/>
            <a:ext cx="9972848" cy="1114978"/>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nSpc>
                <a:spcPct val="150000"/>
              </a:lnSpc>
            </a:pPr>
            <a:r>
              <a:rPr lang="en-US" altLang="zh-CN" b="1" dirty="0"/>
              <a:t>802.11</a:t>
            </a:r>
            <a:r>
              <a:rPr lang="zh-CN" altLang="en-US" b="1" dirty="0"/>
              <a:t>无线局域网的</a:t>
            </a:r>
            <a:r>
              <a:rPr lang="en-US" altLang="zh-CN" b="1" dirty="0"/>
              <a:t>ad hoc</a:t>
            </a:r>
            <a:r>
              <a:rPr lang="zh-CN" altLang="en-US" b="1" dirty="0"/>
              <a:t>模式允许网络中的各站点在其通信范围内直接通信，也就是</a:t>
            </a:r>
            <a:r>
              <a:rPr lang="zh-CN" altLang="en-US" b="1" dirty="0">
                <a:solidFill>
                  <a:schemeClr val="tx1"/>
                </a:solidFill>
                <a:highlight>
                  <a:srgbClr val="F4B919"/>
                </a:highlight>
              </a:rPr>
              <a:t>支持站点间的单跳通信</a:t>
            </a:r>
            <a:r>
              <a:rPr lang="zh-CN" altLang="en-US" b="1" dirty="0"/>
              <a:t>，而标准中</a:t>
            </a:r>
            <a:r>
              <a:rPr lang="zh-CN" altLang="en-US" b="1" dirty="0">
                <a:solidFill>
                  <a:schemeClr val="tx1"/>
                </a:solidFill>
                <a:highlight>
                  <a:srgbClr val="F4B919"/>
                </a:highlight>
              </a:rPr>
              <a:t>并没有包括多跳路由功能</a:t>
            </a:r>
            <a:r>
              <a:rPr lang="zh-CN" altLang="en-US" b="1" dirty="0"/>
              <a:t>。因此，</a:t>
            </a:r>
            <a:r>
              <a:rPr lang="en-US" altLang="zh-CN" b="1" dirty="0"/>
              <a:t>802.11</a:t>
            </a:r>
            <a:r>
              <a:rPr lang="zh-CN" altLang="en-US" b="1" dirty="0"/>
              <a:t>无线局域网的</a:t>
            </a:r>
            <a:r>
              <a:rPr lang="en-US" altLang="zh-CN" b="1" dirty="0"/>
              <a:t>ad hoc</a:t>
            </a:r>
            <a:r>
              <a:rPr lang="zh-CN" altLang="en-US" b="1" dirty="0"/>
              <a:t>模式应用较少。</a:t>
            </a:r>
          </a:p>
        </p:txBody>
      </p:sp>
    </p:spTree>
    <p:custDataLst>
      <p:tags r:id="rId1"/>
    </p:custDataLst>
    <p:extLst>
      <p:ext uri="{BB962C8B-B14F-4D97-AF65-F5344CB8AC3E}">
        <p14:creationId xmlns:p14="http://schemas.microsoft.com/office/powerpoint/2010/main" val="3406093350"/>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30" presetClass="entr" presetSubtype="0" fill="hold" grpId="0" nodeType="withEffect">
                                  <p:stCondLst>
                                    <p:cond delay="0"/>
                                  </p:stCondLst>
                                  <p:childTnLst>
                                    <p:set>
                                      <p:cBhvr>
                                        <p:cTn id="6" dur="1" fill="hold">
                                          <p:stCondLst>
                                            <p:cond delay="0"/>
                                          </p:stCondLst>
                                        </p:cTn>
                                        <p:tgtEl>
                                          <p:spTgt spid="9"/>
                                        </p:tgtEl>
                                        <p:attrNameLst>
                                          <p:attrName>style.visibility</p:attrName>
                                        </p:attrNameLst>
                                      </p:cBhvr>
                                      <p:to>
                                        <p:strVal val="visible"/>
                                      </p:to>
                                    </p:set>
                                    <p:animEffect transition="in" filter="fade">
                                      <p:cBhvr>
                                        <p:cTn id="7" dur="800" decel="100000"/>
                                        <p:tgtEl>
                                          <p:spTgt spid="9"/>
                                        </p:tgtEl>
                                      </p:cBhvr>
                                    </p:animEffect>
                                    <p:anim calcmode="lin" valueType="num">
                                      <p:cBhvr>
                                        <p:cTn id="8" dur="800" decel="100000" fill="hold"/>
                                        <p:tgtEl>
                                          <p:spTgt spid="9"/>
                                        </p:tgtEl>
                                        <p:attrNameLst>
                                          <p:attrName>style.rotation</p:attrName>
                                        </p:attrNameLst>
                                      </p:cBhvr>
                                      <p:tavLst>
                                        <p:tav tm="0">
                                          <p:val>
                                            <p:fltVal val="-90"/>
                                          </p:val>
                                        </p:tav>
                                        <p:tav tm="100000">
                                          <p:val>
                                            <p:fltVal val="0"/>
                                          </p:val>
                                        </p:tav>
                                      </p:tavLst>
                                    </p:anim>
                                    <p:anim calcmode="lin" valueType="num">
                                      <p:cBhvr>
                                        <p:cTn id="9" dur="800" decel="100000" fill="hold"/>
                                        <p:tgtEl>
                                          <p:spTgt spid="9"/>
                                        </p:tgtEl>
                                        <p:attrNameLst>
                                          <p:attrName>ppt_x</p:attrName>
                                        </p:attrNameLst>
                                      </p:cBhvr>
                                      <p:tavLst>
                                        <p:tav tm="0">
                                          <p:val>
                                            <p:strVal val="#ppt_x+0.4"/>
                                          </p:val>
                                        </p:tav>
                                        <p:tav tm="100000">
                                          <p:val>
                                            <p:strVal val="#ppt_x-0.05"/>
                                          </p:val>
                                        </p:tav>
                                      </p:tavLst>
                                    </p:anim>
                                    <p:anim calcmode="lin" valueType="num">
                                      <p:cBhvr>
                                        <p:cTn id="10" dur="800" decel="100000" fill="hold"/>
                                        <p:tgtEl>
                                          <p:spTgt spid="9"/>
                                        </p:tgtEl>
                                        <p:attrNameLst>
                                          <p:attrName>ppt_y</p:attrName>
                                        </p:attrNameLst>
                                      </p:cBhvr>
                                      <p:tavLst>
                                        <p:tav tm="0">
                                          <p:val>
                                            <p:strVal val="#ppt_y-0.4"/>
                                          </p:val>
                                        </p:tav>
                                        <p:tav tm="100000">
                                          <p:val>
                                            <p:strVal val="#ppt_y+0.1"/>
                                          </p:val>
                                        </p:tav>
                                      </p:tavLst>
                                    </p:anim>
                                    <p:anim calcmode="lin" valueType="num">
                                      <p:cBhvr>
                                        <p:cTn id="11" dur="200" accel="100000" fill="hold">
                                          <p:stCondLst>
                                            <p:cond delay="800"/>
                                          </p:stCondLst>
                                        </p:cTn>
                                        <p:tgtEl>
                                          <p:spTgt spid="9"/>
                                        </p:tgtEl>
                                        <p:attrNameLst>
                                          <p:attrName>ppt_x</p:attrName>
                                        </p:attrNameLst>
                                      </p:cBhvr>
                                      <p:tavLst>
                                        <p:tav tm="0">
                                          <p:val>
                                            <p:strVal val="#ppt_x-0.05"/>
                                          </p:val>
                                        </p:tav>
                                        <p:tav tm="100000">
                                          <p:val>
                                            <p:strVal val="#ppt_x"/>
                                          </p:val>
                                        </p:tav>
                                      </p:tavLst>
                                    </p:anim>
                                    <p:anim calcmode="lin" valueType="num">
                                      <p:cBhvr>
                                        <p:cTn id="12" dur="200" accel="100000" fill="hold">
                                          <p:stCondLst>
                                            <p:cond delay="800"/>
                                          </p:stCondLst>
                                        </p:cTn>
                                        <p:tgtEl>
                                          <p:spTgt spid="9"/>
                                        </p:tgtEl>
                                        <p:attrNameLst>
                                          <p:attrName>ppt_y</p:attrName>
                                        </p:attrNameLst>
                                      </p:cBhvr>
                                      <p:tavLst>
                                        <p:tav tm="0">
                                          <p:val>
                                            <p:strVal val="#ppt_y+0.1"/>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9" grpId="0" animBg="1"/>
    </p:bldLst>
  </p:timing>
</p:sld>
</file>

<file path=ppt/slides/slide53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4" name="组合 3">
            <a:extLst>
              <a:ext uri="{FF2B5EF4-FFF2-40B4-BE49-F238E27FC236}">
                <a16:creationId xmlns:a16="http://schemas.microsoft.com/office/drawing/2014/main" id="{9A1EA9F2-FCB6-48C3-935F-7AE7E3AD14AC}"/>
              </a:ext>
            </a:extLst>
          </p:cNvPr>
          <p:cNvGrpSpPr/>
          <p:nvPr/>
        </p:nvGrpSpPr>
        <p:grpSpPr>
          <a:xfrm>
            <a:off x="304799" y="749300"/>
            <a:ext cx="4938200" cy="400110"/>
            <a:chOff x="424116" y="898245"/>
            <a:chExt cx="4938200" cy="400110"/>
          </a:xfrm>
        </p:grpSpPr>
        <p:sp>
          <p:nvSpPr>
            <p:cNvPr id="2" name="平行四边形 1">
              <a:extLst>
                <a:ext uri="{FF2B5EF4-FFF2-40B4-BE49-F238E27FC236}">
                  <a16:creationId xmlns:a16="http://schemas.microsoft.com/office/drawing/2014/main" id="{1F5BAA3F-9845-4F89-A2DD-8222D3E4EDAC}"/>
                </a:ext>
              </a:extLst>
            </p:cNvPr>
            <p:cNvSpPr/>
            <p:nvPr/>
          </p:nvSpPr>
          <p:spPr>
            <a:xfrm>
              <a:off x="424116" y="898245"/>
              <a:ext cx="691019" cy="387090"/>
            </a:xfrm>
            <a:prstGeom prst="parallelogram">
              <a:avLst/>
            </a:prstGeom>
            <a:solidFill>
              <a:schemeClr val="accent3">
                <a:lumMod val="75000"/>
              </a:schemeClr>
            </a:solidFill>
            <a:ln>
              <a:solidFill>
                <a:schemeClr val="accent3">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CN" sz="2200" dirty="0">
                  <a:latin typeface="Impact" panose="020B0806030902050204" pitchFamily="34" charset="0"/>
                </a:rPr>
                <a:t>02</a:t>
              </a:r>
              <a:endParaRPr lang="zh-CN" altLang="en-US" sz="2200" dirty="0">
                <a:latin typeface="Impact" panose="020B0806030902050204" pitchFamily="34" charset="0"/>
              </a:endParaRPr>
            </a:p>
          </p:txBody>
        </p:sp>
        <p:sp>
          <p:nvSpPr>
            <p:cNvPr id="3" name="文本框 2">
              <a:extLst>
                <a:ext uri="{FF2B5EF4-FFF2-40B4-BE49-F238E27FC236}">
                  <a16:creationId xmlns:a16="http://schemas.microsoft.com/office/drawing/2014/main" id="{4D6BD736-A4D3-4F26-AFED-36E11F50F70B}"/>
                </a:ext>
              </a:extLst>
            </p:cNvPr>
            <p:cNvSpPr txBox="1"/>
            <p:nvPr/>
          </p:nvSpPr>
          <p:spPr>
            <a:xfrm>
              <a:off x="1052423" y="898245"/>
              <a:ext cx="4309893" cy="400110"/>
            </a:xfrm>
            <a:prstGeom prst="rect">
              <a:avLst/>
            </a:prstGeom>
            <a:noFill/>
          </p:spPr>
          <p:txBody>
            <a:bodyPr wrap="square" rtlCol="0">
              <a:spAutoFit/>
            </a:bodyPr>
            <a:lstStyle/>
            <a:p>
              <a:r>
                <a:rPr lang="en-US" altLang="zh-CN" sz="2000" b="1" dirty="0">
                  <a:solidFill>
                    <a:schemeClr val="tx1"/>
                  </a:solidFill>
                  <a:latin typeface="Arial Narrow" panose="020B0606020202030204" pitchFamily="34" charset="0"/>
                </a:rPr>
                <a:t>802.11</a:t>
              </a:r>
              <a:r>
                <a:rPr lang="zh-CN" altLang="en-US" sz="2000" b="1" dirty="0">
                  <a:solidFill>
                    <a:schemeClr val="tx1"/>
                  </a:solidFill>
                  <a:latin typeface="Arial Narrow" panose="020B0606020202030204" pitchFamily="34" charset="0"/>
                </a:rPr>
                <a:t>无线局域网的物理层</a:t>
              </a:r>
              <a:endParaRPr lang="en-US" altLang="zh-CN" sz="2000" b="1" dirty="0">
                <a:solidFill>
                  <a:schemeClr val="tx1"/>
                </a:solidFill>
                <a:latin typeface="Arial Narrow" panose="020B0606020202030204" pitchFamily="34" charset="0"/>
              </a:endParaRPr>
            </a:p>
          </p:txBody>
        </p:sp>
      </p:grpSp>
      <p:sp>
        <p:nvSpPr>
          <p:cNvPr id="20" name="矩形 19">
            <a:extLst>
              <a:ext uri="{FF2B5EF4-FFF2-40B4-BE49-F238E27FC236}">
                <a16:creationId xmlns:a16="http://schemas.microsoft.com/office/drawing/2014/main" id="{D40B1076-C7AA-46B2-AD6A-AE67FCC8EB53}"/>
              </a:ext>
            </a:extLst>
          </p:cNvPr>
          <p:cNvSpPr/>
          <p:nvPr/>
        </p:nvSpPr>
        <p:spPr>
          <a:xfrm>
            <a:off x="1056633" y="1335374"/>
            <a:ext cx="256976" cy="256976"/>
          </a:xfrm>
          <a:prstGeom prst="rect">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21" name="íşlïḍè">
            <a:extLst>
              <a:ext uri="{FF2B5EF4-FFF2-40B4-BE49-F238E27FC236}">
                <a16:creationId xmlns:a16="http://schemas.microsoft.com/office/drawing/2014/main" id="{2882B8A8-A951-4E36-A813-EE9E39641F4F}"/>
              </a:ext>
            </a:extLst>
          </p:cNvPr>
          <p:cNvSpPr txBox="1"/>
          <p:nvPr/>
        </p:nvSpPr>
        <p:spPr>
          <a:xfrm>
            <a:off x="1373861" y="1281052"/>
            <a:ext cx="10513339" cy="622904"/>
          </a:xfrm>
          <a:prstGeom prst="rect">
            <a:avLst/>
          </a:prstGeom>
          <a:noFill/>
        </p:spPr>
        <p:txBody>
          <a:bodyPr wrap="square" lIns="91440" tIns="45720" rIns="91440" bIns="45720" anchor="ctr">
            <a:noAutofit/>
          </a:bodyPr>
          <a:lstStyle/>
          <a:p>
            <a:r>
              <a:rPr lang="en-US" altLang="zh-CN" b="1" dirty="0">
                <a:latin typeface="Arial Narrow" panose="020B0606020202030204" pitchFamily="34" charset="0"/>
              </a:rPr>
              <a:t>802.11</a:t>
            </a:r>
            <a:r>
              <a:rPr lang="zh-CN" altLang="en-US" b="1" dirty="0">
                <a:latin typeface="Arial Narrow" panose="020B0606020202030204" pitchFamily="34" charset="0"/>
              </a:rPr>
              <a:t>无线局域网的物理层非常复杂，依据</a:t>
            </a:r>
            <a:r>
              <a:rPr lang="zh-CN" altLang="en-US" b="1" dirty="0">
                <a:solidFill>
                  <a:schemeClr val="accent1">
                    <a:lumMod val="75000"/>
                  </a:schemeClr>
                </a:solidFill>
                <a:latin typeface="Arial Narrow" panose="020B0606020202030204" pitchFamily="34" charset="0"/>
              </a:rPr>
              <a:t>工作频段</a:t>
            </a:r>
            <a:r>
              <a:rPr lang="zh-CN" altLang="en-US" b="1" dirty="0">
                <a:latin typeface="Arial Narrow" panose="020B0606020202030204" pitchFamily="34" charset="0"/>
              </a:rPr>
              <a:t>、</a:t>
            </a:r>
            <a:r>
              <a:rPr lang="zh-CN" altLang="en-US" b="1" dirty="0">
                <a:solidFill>
                  <a:schemeClr val="accent1">
                    <a:lumMod val="75000"/>
                  </a:schemeClr>
                </a:solidFill>
                <a:latin typeface="Arial Narrow" panose="020B0606020202030204" pitchFamily="34" charset="0"/>
              </a:rPr>
              <a:t>调制方式</a:t>
            </a:r>
            <a:r>
              <a:rPr lang="zh-CN" altLang="en-US" b="1" dirty="0">
                <a:latin typeface="Arial Narrow" panose="020B0606020202030204" pitchFamily="34" charset="0"/>
              </a:rPr>
              <a:t>、</a:t>
            </a:r>
            <a:r>
              <a:rPr lang="zh-CN" altLang="en-US" b="1" dirty="0">
                <a:solidFill>
                  <a:schemeClr val="accent1">
                    <a:lumMod val="75000"/>
                  </a:schemeClr>
                </a:solidFill>
                <a:latin typeface="Arial Narrow" panose="020B0606020202030204" pitchFamily="34" charset="0"/>
              </a:rPr>
              <a:t>传输速率</a:t>
            </a:r>
            <a:r>
              <a:rPr lang="zh-CN" altLang="en-US" b="1" dirty="0">
                <a:latin typeface="Arial Narrow" panose="020B0606020202030204" pitchFamily="34" charset="0"/>
              </a:rPr>
              <a:t>等，可将其分为多种物理层标准：</a:t>
            </a:r>
          </a:p>
        </p:txBody>
      </p:sp>
      <p:graphicFrame>
        <p:nvGraphicFramePr>
          <p:cNvPr id="5" name="表格 5">
            <a:extLst>
              <a:ext uri="{FF2B5EF4-FFF2-40B4-BE49-F238E27FC236}">
                <a16:creationId xmlns:a16="http://schemas.microsoft.com/office/drawing/2014/main" id="{7DE3F94E-CD1F-4F63-B5D1-2219990FFBAB}"/>
              </a:ext>
            </a:extLst>
          </p:cNvPr>
          <p:cNvGraphicFramePr>
            <a:graphicFrameLocks noGrp="1"/>
          </p:cNvGraphicFramePr>
          <p:nvPr/>
        </p:nvGraphicFramePr>
        <p:xfrm>
          <a:off x="1185121" y="2166421"/>
          <a:ext cx="10325450" cy="3658180"/>
        </p:xfrm>
        <a:graphic>
          <a:graphicData uri="http://schemas.openxmlformats.org/drawingml/2006/table">
            <a:tbl>
              <a:tblPr firstRow="1" bandRow="1">
                <a:tableStyleId>{00A15C55-8517-42AA-B614-E9B94910E393}</a:tableStyleId>
              </a:tblPr>
              <a:tblGrid>
                <a:gridCol w="916402">
                  <a:extLst>
                    <a:ext uri="{9D8B030D-6E8A-4147-A177-3AD203B41FA5}">
                      <a16:colId xmlns:a16="http://schemas.microsoft.com/office/drawing/2014/main" val="742002283"/>
                    </a:ext>
                  </a:extLst>
                </a:gridCol>
                <a:gridCol w="916402">
                  <a:extLst>
                    <a:ext uri="{9D8B030D-6E8A-4147-A177-3AD203B41FA5}">
                      <a16:colId xmlns:a16="http://schemas.microsoft.com/office/drawing/2014/main" val="4219116197"/>
                    </a:ext>
                  </a:extLst>
                </a:gridCol>
                <a:gridCol w="1171184">
                  <a:extLst>
                    <a:ext uri="{9D8B030D-6E8A-4147-A177-3AD203B41FA5}">
                      <a16:colId xmlns:a16="http://schemas.microsoft.com/office/drawing/2014/main" val="666220674"/>
                    </a:ext>
                  </a:extLst>
                </a:gridCol>
                <a:gridCol w="1171184">
                  <a:extLst>
                    <a:ext uri="{9D8B030D-6E8A-4147-A177-3AD203B41FA5}">
                      <a16:colId xmlns:a16="http://schemas.microsoft.com/office/drawing/2014/main" val="70818130"/>
                    </a:ext>
                  </a:extLst>
                </a:gridCol>
                <a:gridCol w="5254667">
                  <a:extLst>
                    <a:ext uri="{9D8B030D-6E8A-4147-A177-3AD203B41FA5}">
                      <a16:colId xmlns:a16="http://schemas.microsoft.com/office/drawing/2014/main" val="3344852835"/>
                    </a:ext>
                  </a:extLst>
                </a:gridCol>
                <a:gridCol w="895611">
                  <a:extLst>
                    <a:ext uri="{9D8B030D-6E8A-4147-A177-3AD203B41FA5}">
                      <a16:colId xmlns:a16="http://schemas.microsoft.com/office/drawing/2014/main" val="2893114742"/>
                    </a:ext>
                  </a:extLst>
                </a:gridCol>
              </a:tblGrid>
              <a:tr h="731636">
                <a:tc>
                  <a:txBody>
                    <a:bodyPr/>
                    <a:lstStyle/>
                    <a:p>
                      <a:pPr algn="ctr"/>
                      <a:r>
                        <a:rPr lang="zh-CN" altLang="en-US" dirty="0"/>
                        <a:t>标准</a:t>
                      </a:r>
                    </a:p>
                  </a:txBody>
                  <a:tcPr anchor="ctr"/>
                </a:tc>
                <a:tc>
                  <a:txBody>
                    <a:bodyPr/>
                    <a:lstStyle/>
                    <a:p>
                      <a:pPr algn="ctr"/>
                      <a:r>
                        <a:rPr lang="zh-CN" altLang="en-US" dirty="0"/>
                        <a:t>频段</a:t>
                      </a:r>
                    </a:p>
                  </a:txBody>
                  <a:tcPr anchor="ctr"/>
                </a:tc>
                <a:tc>
                  <a:txBody>
                    <a:bodyPr/>
                    <a:lstStyle/>
                    <a:p>
                      <a:pPr algn="ctr"/>
                      <a:r>
                        <a:rPr lang="zh-CN" altLang="en-US" dirty="0"/>
                        <a:t>调制方式</a:t>
                      </a:r>
                    </a:p>
                  </a:txBody>
                  <a:tcPr anchor="ctr"/>
                </a:tc>
                <a:tc>
                  <a:txBody>
                    <a:bodyPr/>
                    <a:lstStyle/>
                    <a:p>
                      <a:pPr algn="ctr"/>
                      <a:r>
                        <a:rPr lang="zh-CN" altLang="en-US" dirty="0"/>
                        <a:t>最高速率</a:t>
                      </a:r>
                    </a:p>
                  </a:txBody>
                  <a:tcPr anchor="ctr"/>
                </a:tc>
                <a:tc>
                  <a:txBody>
                    <a:bodyPr/>
                    <a:lstStyle/>
                    <a:p>
                      <a:pPr algn="ctr"/>
                      <a:r>
                        <a:rPr lang="zh-CN" altLang="en-US" dirty="0"/>
                        <a:t>特        点</a:t>
                      </a:r>
                    </a:p>
                  </a:txBody>
                  <a:tcPr anchor="ctr"/>
                </a:tc>
                <a:tc>
                  <a:txBody>
                    <a:bodyPr/>
                    <a:lstStyle/>
                    <a:p>
                      <a:pPr algn="ctr"/>
                      <a:r>
                        <a:rPr lang="zh-CN" altLang="en-US" dirty="0"/>
                        <a:t>时间</a:t>
                      </a:r>
                    </a:p>
                  </a:txBody>
                  <a:tcPr anchor="ctr"/>
                </a:tc>
                <a:extLst>
                  <a:ext uri="{0D108BD9-81ED-4DB2-BD59-A6C34878D82A}">
                    <a16:rowId xmlns:a16="http://schemas.microsoft.com/office/drawing/2014/main" val="3808636290"/>
                  </a:ext>
                </a:extLst>
              </a:tr>
              <a:tr h="731636">
                <a:tc>
                  <a:txBody>
                    <a:bodyPr/>
                    <a:lstStyle/>
                    <a:p>
                      <a:pPr algn="ctr"/>
                      <a:r>
                        <a:rPr lang="en-US" altLang="zh-CN" b="1" dirty="0"/>
                        <a:t>802.11b</a:t>
                      </a:r>
                      <a:endParaRPr lang="zh-CN" altLang="en-US" b="1" dirty="0"/>
                    </a:p>
                  </a:txBody>
                  <a:tcPr anchor="ctr"/>
                </a:tc>
                <a:tc>
                  <a:txBody>
                    <a:bodyPr/>
                    <a:lstStyle/>
                    <a:p>
                      <a:pPr algn="ctr"/>
                      <a:r>
                        <a:rPr lang="en-US" altLang="zh-CN" b="1" dirty="0"/>
                        <a:t>2.4GHz</a:t>
                      </a:r>
                      <a:endParaRPr lang="zh-CN" altLang="en-US" b="1" dirty="0"/>
                    </a:p>
                  </a:txBody>
                  <a:tcPr anchor="ctr"/>
                </a:tc>
                <a:tc>
                  <a:txBody>
                    <a:bodyPr/>
                    <a:lstStyle/>
                    <a:p>
                      <a:pPr algn="ctr"/>
                      <a:r>
                        <a:rPr lang="en-US" altLang="zh-CN" b="1" dirty="0"/>
                        <a:t>DSSS</a:t>
                      </a:r>
                      <a:endParaRPr lang="zh-CN" altLang="en-US" b="1" dirty="0"/>
                    </a:p>
                  </a:txBody>
                  <a:tcPr anchor="ctr"/>
                </a:tc>
                <a:tc>
                  <a:txBody>
                    <a:bodyPr/>
                    <a:lstStyle/>
                    <a:p>
                      <a:pPr algn="ctr"/>
                      <a:r>
                        <a:rPr lang="en-US" altLang="zh-CN" b="1" dirty="0"/>
                        <a:t>11Mb/s</a:t>
                      </a:r>
                      <a:endParaRPr lang="zh-CN" altLang="en-US" b="1" dirty="0"/>
                    </a:p>
                  </a:txBody>
                  <a:tcPr anchor="ctr"/>
                </a:tc>
                <a:tc>
                  <a:txBody>
                    <a:bodyPr/>
                    <a:lstStyle/>
                    <a:p>
                      <a:pPr algn="l"/>
                      <a:r>
                        <a:rPr lang="zh-CN" altLang="en-US" b="1" dirty="0"/>
                        <a:t>信号传播距离远且不易受阻碍，最高速率较低</a:t>
                      </a:r>
                    </a:p>
                  </a:txBody>
                  <a:tcPr anchor="ctr"/>
                </a:tc>
                <a:tc>
                  <a:txBody>
                    <a:bodyPr/>
                    <a:lstStyle/>
                    <a:p>
                      <a:pPr algn="ctr"/>
                      <a:r>
                        <a:rPr lang="en-US" altLang="zh-CN" b="1" dirty="0"/>
                        <a:t>1999</a:t>
                      </a:r>
                      <a:r>
                        <a:rPr lang="zh-CN" altLang="en-US" b="1" dirty="0"/>
                        <a:t>年</a:t>
                      </a:r>
                    </a:p>
                  </a:txBody>
                  <a:tcPr anchor="ctr"/>
                </a:tc>
                <a:extLst>
                  <a:ext uri="{0D108BD9-81ED-4DB2-BD59-A6C34878D82A}">
                    <a16:rowId xmlns:a16="http://schemas.microsoft.com/office/drawing/2014/main" val="113176762"/>
                  </a:ext>
                </a:extLst>
              </a:tr>
              <a:tr h="731636">
                <a:tc>
                  <a:txBody>
                    <a:bodyPr/>
                    <a:lstStyle/>
                    <a:p>
                      <a:pPr algn="ctr"/>
                      <a:r>
                        <a:rPr lang="en-US" altLang="zh-CN" b="1" dirty="0"/>
                        <a:t>802.11a</a:t>
                      </a:r>
                      <a:endParaRPr lang="zh-CN" altLang="en-US" b="1" dirty="0"/>
                    </a:p>
                  </a:txBody>
                  <a:tcPr anchor="ctr"/>
                </a:tc>
                <a:tc>
                  <a:txBody>
                    <a:bodyPr/>
                    <a:lstStyle/>
                    <a:p>
                      <a:pPr algn="ctr"/>
                      <a:r>
                        <a:rPr lang="en-US" altLang="zh-CN" b="1" dirty="0"/>
                        <a:t>5GHz</a:t>
                      </a:r>
                      <a:endParaRPr lang="zh-CN" altLang="en-US" b="1" dirty="0"/>
                    </a:p>
                  </a:txBody>
                  <a:tcPr anchor="ctr"/>
                </a:tc>
                <a:tc>
                  <a:txBody>
                    <a:bodyPr/>
                    <a:lstStyle/>
                    <a:p>
                      <a:pPr algn="ctr"/>
                      <a:r>
                        <a:rPr lang="en-US" altLang="zh-CN" b="1" dirty="0"/>
                        <a:t>OFDM</a:t>
                      </a:r>
                      <a:endParaRPr lang="zh-CN" altLang="en-US" b="1" dirty="0"/>
                    </a:p>
                  </a:txBody>
                  <a:tcPr anchor="ctr"/>
                </a:tc>
                <a:tc>
                  <a:txBody>
                    <a:bodyPr/>
                    <a:lstStyle/>
                    <a:p>
                      <a:pPr algn="ctr"/>
                      <a:r>
                        <a:rPr lang="en-US" altLang="zh-CN" b="1" dirty="0"/>
                        <a:t>54Mb/s</a:t>
                      </a:r>
                      <a:endParaRPr lang="zh-CN" altLang="en-US" b="1" dirty="0"/>
                    </a:p>
                  </a:txBody>
                  <a:tcPr anchor="ctr"/>
                </a:tc>
                <a:tc>
                  <a:txBody>
                    <a:bodyPr/>
                    <a:lstStyle/>
                    <a:p>
                      <a:pPr algn="l"/>
                      <a:r>
                        <a:rPr lang="zh-CN" altLang="en-US" b="1" dirty="0"/>
                        <a:t>信号传播距离较短且易受阻碍，最高速率较高，</a:t>
                      </a:r>
                      <a:endParaRPr lang="en-US" altLang="zh-CN" b="1" dirty="0"/>
                    </a:p>
                    <a:p>
                      <a:pPr algn="l"/>
                      <a:r>
                        <a:rPr lang="zh-CN" altLang="en-US" b="1" dirty="0"/>
                        <a:t>支持更多用户同时上网</a:t>
                      </a:r>
                    </a:p>
                  </a:txBody>
                  <a:tcPr anchor="ctr"/>
                </a:tc>
                <a:tc>
                  <a:txBody>
                    <a:bodyPr/>
                    <a:lstStyle/>
                    <a:p>
                      <a:pPr algn="ctr"/>
                      <a:r>
                        <a:rPr lang="en-US" altLang="zh-CN" b="1" dirty="0"/>
                        <a:t>1999</a:t>
                      </a:r>
                      <a:r>
                        <a:rPr lang="zh-CN" altLang="en-US" b="1" dirty="0"/>
                        <a:t>年</a:t>
                      </a:r>
                    </a:p>
                  </a:txBody>
                  <a:tcPr anchor="ctr"/>
                </a:tc>
                <a:extLst>
                  <a:ext uri="{0D108BD9-81ED-4DB2-BD59-A6C34878D82A}">
                    <a16:rowId xmlns:a16="http://schemas.microsoft.com/office/drawing/2014/main" val="427186013"/>
                  </a:ext>
                </a:extLst>
              </a:tr>
              <a:tr h="731636">
                <a:tc>
                  <a:txBody>
                    <a:bodyPr/>
                    <a:lstStyle/>
                    <a:p>
                      <a:pPr algn="ctr"/>
                      <a:r>
                        <a:rPr lang="en-US" altLang="zh-CN" b="1" dirty="0"/>
                        <a:t>802.11g</a:t>
                      </a:r>
                      <a:endParaRPr lang="zh-CN" altLang="en-US" b="1" dirty="0"/>
                    </a:p>
                  </a:txBody>
                  <a:tcPr anchor="ctr"/>
                </a:tc>
                <a:tc>
                  <a:txBody>
                    <a:bodyPr/>
                    <a:lstStyle/>
                    <a:p>
                      <a:pPr algn="ctr"/>
                      <a:r>
                        <a:rPr lang="en-US" altLang="zh-CN" b="1" dirty="0"/>
                        <a:t>2.4GHz</a:t>
                      </a:r>
                      <a:endParaRPr lang="zh-CN" altLang="en-US" b="1" dirty="0"/>
                    </a:p>
                  </a:txBody>
                  <a:tcPr anchor="ctr"/>
                </a:tc>
                <a:tc>
                  <a:txBody>
                    <a:bodyPr/>
                    <a:lstStyle/>
                    <a:p>
                      <a:pPr algn="ctr"/>
                      <a:r>
                        <a:rPr lang="en-US" altLang="zh-CN" b="1" dirty="0"/>
                        <a:t>OFDM</a:t>
                      </a:r>
                      <a:endParaRPr lang="zh-CN" altLang="en-US" b="1" dirty="0"/>
                    </a:p>
                  </a:txBody>
                  <a:tcPr anchor="ctr"/>
                </a:tc>
                <a:tc>
                  <a:txBody>
                    <a:bodyPr/>
                    <a:lstStyle/>
                    <a:p>
                      <a:pPr algn="ctr"/>
                      <a:r>
                        <a:rPr lang="en-US" altLang="zh-CN" b="1" dirty="0"/>
                        <a:t>54Mb/s</a:t>
                      </a:r>
                      <a:endParaRPr lang="zh-CN" altLang="en-US" b="1" dirty="0"/>
                    </a:p>
                  </a:txBody>
                  <a:tcPr anchor="ctr"/>
                </a:tc>
                <a:tc>
                  <a:txBody>
                    <a:bodyPr/>
                    <a:lstStyle/>
                    <a:p>
                      <a:pPr algn="l"/>
                      <a:r>
                        <a:rPr lang="zh-CN" altLang="en-US" b="1" dirty="0"/>
                        <a:t>信号传播距离远且不易受阻碍，最高速率较高，</a:t>
                      </a:r>
                      <a:endParaRPr lang="en-US" altLang="zh-CN" b="1" dirty="0"/>
                    </a:p>
                    <a:p>
                      <a:pPr algn="l"/>
                      <a:r>
                        <a:rPr lang="zh-CN" altLang="en-US" b="1" dirty="0"/>
                        <a:t>支持更多用户同时上网</a:t>
                      </a:r>
                    </a:p>
                  </a:txBody>
                  <a:tcPr anchor="ctr"/>
                </a:tc>
                <a:tc>
                  <a:txBody>
                    <a:bodyPr/>
                    <a:lstStyle/>
                    <a:p>
                      <a:pPr algn="ctr"/>
                      <a:r>
                        <a:rPr lang="en-US" altLang="zh-CN" b="1" dirty="0"/>
                        <a:t>2003</a:t>
                      </a:r>
                      <a:r>
                        <a:rPr lang="zh-CN" altLang="en-US" b="1" dirty="0"/>
                        <a:t>年</a:t>
                      </a:r>
                    </a:p>
                  </a:txBody>
                  <a:tcPr anchor="ctr"/>
                </a:tc>
                <a:extLst>
                  <a:ext uri="{0D108BD9-81ED-4DB2-BD59-A6C34878D82A}">
                    <a16:rowId xmlns:a16="http://schemas.microsoft.com/office/drawing/2014/main" val="1288479952"/>
                  </a:ext>
                </a:extLst>
              </a:tr>
              <a:tr h="731636">
                <a:tc>
                  <a:txBody>
                    <a:bodyPr/>
                    <a:lstStyle/>
                    <a:p>
                      <a:pPr algn="ctr"/>
                      <a:r>
                        <a:rPr lang="en-US" altLang="zh-CN" b="1" dirty="0"/>
                        <a:t>802.11n</a:t>
                      </a:r>
                      <a:endParaRPr lang="zh-CN" altLang="en-US" b="1" dirty="0"/>
                    </a:p>
                  </a:txBody>
                  <a:tcPr anchor="ctr"/>
                </a:tc>
                <a:tc>
                  <a:txBody>
                    <a:bodyPr/>
                    <a:lstStyle/>
                    <a:p>
                      <a:pPr algn="ctr"/>
                      <a:r>
                        <a:rPr lang="en-US" altLang="zh-CN" b="1" dirty="0"/>
                        <a:t>2.4GHz</a:t>
                      </a:r>
                    </a:p>
                    <a:p>
                      <a:pPr algn="ctr"/>
                      <a:r>
                        <a:rPr lang="en-US" altLang="zh-CN" b="1" dirty="0"/>
                        <a:t>5GHz</a:t>
                      </a:r>
                      <a:endParaRPr lang="zh-CN" altLang="en-US" b="1" dirty="0"/>
                    </a:p>
                  </a:txBody>
                  <a:tcPr anchor="ctr"/>
                </a:tc>
                <a:tc>
                  <a:txBody>
                    <a:bodyPr/>
                    <a:lstStyle/>
                    <a:p>
                      <a:pPr algn="ctr"/>
                      <a:r>
                        <a:rPr lang="en-US" altLang="zh-CN" b="1" dirty="0"/>
                        <a:t>MIMO</a:t>
                      </a:r>
                    </a:p>
                    <a:p>
                      <a:pPr algn="ctr"/>
                      <a:r>
                        <a:rPr lang="en-US" altLang="zh-CN" b="1" dirty="0"/>
                        <a:t>OFDM</a:t>
                      </a:r>
                      <a:endParaRPr lang="zh-CN" altLang="en-US" b="1" dirty="0"/>
                    </a:p>
                  </a:txBody>
                  <a:tcPr anchor="ctr"/>
                </a:tc>
                <a:tc>
                  <a:txBody>
                    <a:bodyPr/>
                    <a:lstStyle/>
                    <a:p>
                      <a:pPr algn="ctr"/>
                      <a:r>
                        <a:rPr lang="en-US" altLang="zh-CN" b="1" dirty="0"/>
                        <a:t>600Mb/s</a:t>
                      </a:r>
                      <a:endParaRPr lang="zh-CN" altLang="en-US" b="1" dirty="0"/>
                    </a:p>
                  </a:txBody>
                  <a:tcPr anchor="ctr"/>
                </a:tc>
                <a:tc>
                  <a:txBody>
                    <a:bodyPr/>
                    <a:lstStyle/>
                    <a:p>
                      <a:pPr algn="l"/>
                      <a:r>
                        <a:rPr lang="zh-CN" altLang="en-US" b="1" dirty="0"/>
                        <a:t>使用多个发射和接收天线达到更高的最高速率，</a:t>
                      </a:r>
                      <a:endParaRPr lang="en-US" altLang="zh-CN" b="1" dirty="0"/>
                    </a:p>
                    <a:p>
                      <a:pPr algn="l"/>
                      <a:r>
                        <a:rPr lang="zh-CN" altLang="en-US" b="1" dirty="0"/>
                        <a:t>使用双倍带宽（</a:t>
                      </a:r>
                      <a:r>
                        <a:rPr lang="en-US" altLang="zh-CN" b="1" dirty="0"/>
                        <a:t>40MHz</a:t>
                      </a:r>
                      <a:r>
                        <a:rPr lang="zh-CN" altLang="en-US" b="1" dirty="0"/>
                        <a:t>）时最高速率可达</a:t>
                      </a:r>
                      <a:r>
                        <a:rPr lang="en-US" altLang="zh-CN" b="1" dirty="0"/>
                        <a:t>600Mb/s</a:t>
                      </a:r>
                      <a:endParaRPr lang="zh-CN" altLang="en-US" b="1" dirty="0"/>
                    </a:p>
                  </a:txBody>
                  <a:tcPr anchor="ctr"/>
                </a:tc>
                <a:tc>
                  <a:txBody>
                    <a:bodyPr/>
                    <a:lstStyle/>
                    <a:p>
                      <a:pPr algn="ctr"/>
                      <a:r>
                        <a:rPr lang="en-US" altLang="zh-CN" b="1" dirty="0"/>
                        <a:t>2009</a:t>
                      </a:r>
                      <a:r>
                        <a:rPr lang="zh-CN" altLang="en-US" b="1" dirty="0"/>
                        <a:t>年</a:t>
                      </a:r>
                    </a:p>
                  </a:txBody>
                  <a:tcPr anchor="ctr"/>
                </a:tc>
                <a:extLst>
                  <a:ext uri="{0D108BD9-81ED-4DB2-BD59-A6C34878D82A}">
                    <a16:rowId xmlns:a16="http://schemas.microsoft.com/office/drawing/2014/main" val="474697441"/>
                  </a:ext>
                </a:extLst>
              </a:tr>
            </a:tbl>
          </a:graphicData>
        </a:graphic>
      </p:graphicFrame>
    </p:spTree>
    <p:custDataLst>
      <p:tags r:id="rId1"/>
    </p:custDataLst>
    <p:extLst>
      <p:ext uri="{BB962C8B-B14F-4D97-AF65-F5344CB8AC3E}">
        <p14:creationId xmlns:p14="http://schemas.microsoft.com/office/powerpoint/2010/main" val="1816874656"/>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2" presetClass="entr" presetSubtype="1" fill="hold" nodeType="withEffect">
                                  <p:stCondLst>
                                    <p:cond delay="0"/>
                                  </p:stCondLst>
                                  <p:childTnLst>
                                    <p:set>
                                      <p:cBhvr>
                                        <p:cTn id="6" dur="1" fill="hold">
                                          <p:stCondLst>
                                            <p:cond delay="0"/>
                                          </p:stCondLst>
                                        </p:cTn>
                                        <p:tgtEl>
                                          <p:spTgt spid="4"/>
                                        </p:tgtEl>
                                        <p:attrNameLst>
                                          <p:attrName>style.visibility</p:attrName>
                                        </p:attrNameLst>
                                      </p:cBhvr>
                                      <p:to>
                                        <p:strVal val="visible"/>
                                      </p:to>
                                    </p:set>
                                    <p:anim calcmode="lin" valueType="num">
                                      <p:cBhvr additive="base">
                                        <p:cTn id="7" dur="1000"/>
                                        <p:tgtEl>
                                          <p:spTgt spid="4"/>
                                        </p:tgtEl>
                                        <p:attrNameLst>
                                          <p:attrName>ppt_y</p:attrName>
                                        </p:attrNameLst>
                                      </p:cBhvr>
                                      <p:tavLst>
                                        <p:tav tm="0">
                                          <p:val>
                                            <p:strVal val="#ppt_y-#ppt_h*1.125000"/>
                                          </p:val>
                                        </p:tav>
                                        <p:tav tm="100000">
                                          <p:val>
                                            <p:strVal val="#ppt_y"/>
                                          </p:val>
                                        </p:tav>
                                      </p:tavLst>
                                    </p:anim>
                                    <p:animEffect transition="in" filter="wipe(down)">
                                      <p:cBhvr>
                                        <p:cTn id="8" dur="1000"/>
                                        <p:tgtEl>
                                          <p:spTgt spid="4"/>
                                        </p:tgtEl>
                                      </p:cBhvr>
                                    </p:animEffect>
                                  </p:childTnLst>
                                </p:cTn>
                              </p:par>
                            </p:childTnLst>
                          </p:cTn>
                        </p:par>
                      </p:childTnLst>
                    </p:cTn>
                  </p:par>
                  <p:par>
                    <p:cTn id="9" fill="hold">
                      <p:stCondLst>
                        <p:cond delay="indefinite"/>
                      </p:stCondLst>
                      <p:childTnLst>
                        <p:par>
                          <p:cTn id="10" fill="hold">
                            <p:stCondLst>
                              <p:cond delay="0"/>
                            </p:stCondLst>
                            <p:childTnLst>
                              <p:par>
                                <p:cTn id="11" presetID="49" presetClass="entr" presetSubtype="0" decel="100000" fill="hold" grpId="0" nodeType="clickEffect">
                                  <p:stCondLst>
                                    <p:cond delay="0"/>
                                  </p:stCondLst>
                                  <p:childTnLst>
                                    <p:set>
                                      <p:cBhvr>
                                        <p:cTn id="12" dur="1" fill="hold">
                                          <p:stCondLst>
                                            <p:cond delay="0"/>
                                          </p:stCondLst>
                                        </p:cTn>
                                        <p:tgtEl>
                                          <p:spTgt spid="20"/>
                                        </p:tgtEl>
                                        <p:attrNameLst>
                                          <p:attrName>style.visibility</p:attrName>
                                        </p:attrNameLst>
                                      </p:cBhvr>
                                      <p:to>
                                        <p:strVal val="visible"/>
                                      </p:to>
                                    </p:set>
                                    <p:anim calcmode="lin" valueType="num">
                                      <p:cBhvr>
                                        <p:cTn id="13" dur="500" fill="hold"/>
                                        <p:tgtEl>
                                          <p:spTgt spid="20"/>
                                        </p:tgtEl>
                                        <p:attrNameLst>
                                          <p:attrName>ppt_w</p:attrName>
                                        </p:attrNameLst>
                                      </p:cBhvr>
                                      <p:tavLst>
                                        <p:tav tm="0">
                                          <p:val>
                                            <p:fltVal val="0"/>
                                          </p:val>
                                        </p:tav>
                                        <p:tav tm="100000">
                                          <p:val>
                                            <p:strVal val="#ppt_w"/>
                                          </p:val>
                                        </p:tav>
                                      </p:tavLst>
                                    </p:anim>
                                    <p:anim calcmode="lin" valueType="num">
                                      <p:cBhvr>
                                        <p:cTn id="14" dur="500" fill="hold"/>
                                        <p:tgtEl>
                                          <p:spTgt spid="20"/>
                                        </p:tgtEl>
                                        <p:attrNameLst>
                                          <p:attrName>ppt_h</p:attrName>
                                        </p:attrNameLst>
                                      </p:cBhvr>
                                      <p:tavLst>
                                        <p:tav tm="0">
                                          <p:val>
                                            <p:fltVal val="0"/>
                                          </p:val>
                                        </p:tav>
                                        <p:tav tm="100000">
                                          <p:val>
                                            <p:strVal val="#ppt_h"/>
                                          </p:val>
                                        </p:tav>
                                      </p:tavLst>
                                    </p:anim>
                                    <p:anim calcmode="lin" valueType="num">
                                      <p:cBhvr>
                                        <p:cTn id="15" dur="500" fill="hold"/>
                                        <p:tgtEl>
                                          <p:spTgt spid="20"/>
                                        </p:tgtEl>
                                        <p:attrNameLst>
                                          <p:attrName>style.rotation</p:attrName>
                                        </p:attrNameLst>
                                      </p:cBhvr>
                                      <p:tavLst>
                                        <p:tav tm="0">
                                          <p:val>
                                            <p:fltVal val="360"/>
                                          </p:val>
                                        </p:tav>
                                        <p:tav tm="100000">
                                          <p:val>
                                            <p:fltVal val="0"/>
                                          </p:val>
                                        </p:tav>
                                      </p:tavLst>
                                    </p:anim>
                                    <p:animEffect transition="in" filter="fade">
                                      <p:cBhvr>
                                        <p:cTn id="16" dur="500"/>
                                        <p:tgtEl>
                                          <p:spTgt spid="20"/>
                                        </p:tgtEl>
                                      </p:cBhvr>
                                    </p:animEffect>
                                  </p:childTnLst>
                                </p:cTn>
                              </p:par>
                            </p:childTnLst>
                          </p:cTn>
                        </p:par>
                        <p:par>
                          <p:cTn id="17" fill="hold">
                            <p:stCondLst>
                              <p:cond delay="500"/>
                            </p:stCondLst>
                            <p:childTnLst>
                              <p:par>
                                <p:cTn id="18" presetID="1" presetClass="entr" presetSubtype="0" fill="hold" grpId="0" nodeType="afterEffect">
                                  <p:stCondLst>
                                    <p:cond delay="0"/>
                                  </p:stCondLst>
                                  <p:iterate type="lt">
                                    <p:tmAbs val="100"/>
                                  </p:iterate>
                                  <p:childTnLst>
                                    <p:set>
                                      <p:cBhvr>
                                        <p:cTn id="19" dur="1" fill="hold">
                                          <p:stCondLst>
                                            <p:cond delay="0"/>
                                          </p:stCondLst>
                                        </p:cTn>
                                        <p:tgtEl>
                                          <p:spTgt spid="21"/>
                                        </p:tgtEl>
                                        <p:attrNameLst>
                                          <p:attrName>style.visibility</p:attrName>
                                        </p:attrNameLst>
                                      </p:cBhvr>
                                      <p:to>
                                        <p:strVal val="visible"/>
                                      </p:to>
                                    </p:set>
                                  </p:childTnLst>
                                </p:cTn>
                              </p:par>
                            </p:childTnLst>
                          </p:cTn>
                        </p:par>
                      </p:childTnLst>
                    </p:cTn>
                  </p:par>
                  <p:par>
                    <p:cTn id="20" fill="hold">
                      <p:stCondLst>
                        <p:cond delay="indefinite"/>
                      </p:stCondLst>
                      <p:childTnLst>
                        <p:par>
                          <p:cTn id="21" fill="hold">
                            <p:stCondLst>
                              <p:cond delay="0"/>
                            </p:stCondLst>
                            <p:childTnLst>
                              <p:par>
                                <p:cTn id="22" presetID="30" presetClass="entr" presetSubtype="0" fill="hold" nodeType="clickEffect">
                                  <p:stCondLst>
                                    <p:cond delay="0"/>
                                  </p:stCondLst>
                                  <p:childTnLst>
                                    <p:set>
                                      <p:cBhvr>
                                        <p:cTn id="23" dur="1" fill="hold">
                                          <p:stCondLst>
                                            <p:cond delay="0"/>
                                          </p:stCondLst>
                                        </p:cTn>
                                        <p:tgtEl>
                                          <p:spTgt spid="5"/>
                                        </p:tgtEl>
                                        <p:attrNameLst>
                                          <p:attrName>style.visibility</p:attrName>
                                        </p:attrNameLst>
                                      </p:cBhvr>
                                      <p:to>
                                        <p:strVal val="visible"/>
                                      </p:to>
                                    </p:set>
                                    <p:animEffect transition="in" filter="fade">
                                      <p:cBhvr>
                                        <p:cTn id="24" dur="800" decel="100000"/>
                                        <p:tgtEl>
                                          <p:spTgt spid="5"/>
                                        </p:tgtEl>
                                      </p:cBhvr>
                                    </p:animEffect>
                                    <p:anim calcmode="lin" valueType="num">
                                      <p:cBhvr>
                                        <p:cTn id="25" dur="800" decel="100000" fill="hold"/>
                                        <p:tgtEl>
                                          <p:spTgt spid="5"/>
                                        </p:tgtEl>
                                        <p:attrNameLst>
                                          <p:attrName>style.rotation</p:attrName>
                                        </p:attrNameLst>
                                      </p:cBhvr>
                                      <p:tavLst>
                                        <p:tav tm="0">
                                          <p:val>
                                            <p:fltVal val="-90"/>
                                          </p:val>
                                        </p:tav>
                                        <p:tav tm="100000">
                                          <p:val>
                                            <p:fltVal val="0"/>
                                          </p:val>
                                        </p:tav>
                                      </p:tavLst>
                                    </p:anim>
                                    <p:anim calcmode="lin" valueType="num">
                                      <p:cBhvr>
                                        <p:cTn id="26" dur="800" decel="100000" fill="hold"/>
                                        <p:tgtEl>
                                          <p:spTgt spid="5"/>
                                        </p:tgtEl>
                                        <p:attrNameLst>
                                          <p:attrName>ppt_x</p:attrName>
                                        </p:attrNameLst>
                                      </p:cBhvr>
                                      <p:tavLst>
                                        <p:tav tm="0">
                                          <p:val>
                                            <p:strVal val="#ppt_x+0.4"/>
                                          </p:val>
                                        </p:tav>
                                        <p:tav tm="100000">
                                          <p:val>
                                            <p:strVal val="#ppt_x-0.05"/>
                                          </p:val>
                                        </p:tav>
                                      </p:tavLst>
                                    </p:anim>
                                    <p:anim calcmode="lin" valueType="num">
                                      <p:cBhvr>
                                        <p:cTn id="27" dur="800" decel="100000" fill="hold"/>
                                        <p:tgtEl>
                                          <p:spTgt spid="5"/>
                                        </p:tgtEl>
                                        <p:attrNameLst>
                                          <p:attrName>ppt_y</p:attrName>
                                        </p:attrNameLst>
                                      </p:cBhvr>
                                      <p:tavLst>
                                        <p:tav tm="0">
                                          <p:val>
                                            <p:strVal val="#ppt_y-0.4"/>
                                          </p:val>
                                        </p:tav>
                                        <p:tav tm="100000">
                                          <p:val>
                                            <p:strVal val="#ppt_y+0.1"/>
                                          </p:val>
                                        </p:tav>
                                      </p:tavLst>
                                    </p:anim>
                                    <p:anim calcmode="lin" valueType="num">
                                      <p:cBhvr>
                                        <p:cTn id="28" dur="200" accel="100000" fill="hold">
                                          <p:stCondLst>
                                            <p:cond delay="800"/>
                                          </p:stCondLst>
                                        </p:cTn>
                                        <p:tgtEl>
                                          <p:spTgt spid="5"/>
                                        </p:tgtEl>
                                        <p:attrNameLst>
                                          <p:attrName>ppt_x</p:attrName>
                                        </p:attrNameLst>
                                      </p:cBhvr>
                                      <p:tavLst>
                                        <p:tav tm="0">
                                          <p:val>
                                            <p:strVal val="#ppt_x-0.05"/>
                                          </p:val>
                                        </p:tav>
                                        <p:tav tm="100000">
                                          <p:val>
                                            <p:strVal val="#ppt_x"/>
                                          </p:val>
                                        </p:tav>
                                      </p:tavLst>
                                    </p:anim>
                                    <p:anim calcmode="lin" valueType="num">
                                      <p:cBhvr>
                                        <p:cTn id="29" dur="200" accel="100000" fill="hold">
                                          <p:stCondLst>
                                            <p:cond delay="800"/>
                                          </p:stCondLst>
                                        </p:cTn>
                                        <p:tgtEl>
                                          <p:spTgt spid="5"/>
                                        </p:tgtEl>
                                        <p:attrNameLst>
                                          <p:attrName>ppt_y</p:attrName>
                                        </p:attrNameLst>
                                      </p:cBhvr>
                                      <p:tavLst>
                                        <p:tav tm="0">
                                          <p:val>
                                            <p:strVal val="#ppt_y+0.1"/>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0" grpId="0" animBg="1"/>
      <p:bldP spid="21" grpId="0"/>
    </p:bldLst>
  </p:timing>
</p:sld>
</file>

<file path=ppt/slides/slide53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4" name="组合 3">
            <a:extLst>
              <a:ext uri="{FF2B5EF4-FFF2-40B4-BE49-F238E27FC236}">
                <a16:creationId xmlns:a16="http://schemas.microsoft.com/office/drawing/2014/main" id="{9A1EA9F2-FCB6-48C3-935F-7AE7E3AD14AC}"/>
              </a:ext>
            </a:extLst>
          </p:cNvPr>
          <p:cNvGrpSpPr/>
          <p:nvPr/>
        </p:nvGrpSpPr>
        <p:grpSpPr>
          <a:xfrm>
            <a:off x="304800" y="749300"/>
            <a:ext cx="4938199" cy="400110"/>
            <a:chOff x="424117" y="898245"/>
            <a:chExt cx="4938199" cy="400110"/>
          </a:xfrm>
        </p:grpSpPr>
        <p:sp>
          <p:nvSpPr>
            <p:cNvPr id="2" name="平行四边形 1">
              <a:extLst>
                <a:ext uri="{FF2B5EF4-FFF2-40B4-BE49-F238E27FC236}">
                  <a16:creationId xmlns:a16="http://schemas.microsoft.com/office/drawing/2014/main" id="{1F5BAA3F-9845-4F89-A2DD-8222D3E4EDAC}"/>
                </a:ext>
              </a:extLst>
            </p:cNvPr>
            <p:cNvSpPr/>
            <p:nvPr/>
          </p:nvSpPr>
          <p:spPr>
            <a:xfrm>
              <a:off x="424117" y="898245"/>
              <a:ext cx="628306" cy="387090"/>
            </a:xfrm>
            <a:prstGeom prst="parallelogram">
              <a:avLst/>
            </a:prstGeom>
            <a:solidFill>
              <a:schemeClr val="accent3">
                <a:lumMod val="75000"/>
              </a:schemeClr>
            </a:solidFill>
            <a:ln>
              <a:solidFill>
                <a:schemeClr val="accent3">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CN" sz="2200" dirty="0">
                  <a:latin typeface="Impact" panose="020B0806030902050204" pitchFamily="34" charset="0"/>
                </a:rPr>
                <a:t>01</a:t>
              </a:r>
              <a:endParaRPr lang="zh-CN" altLang="en-US" sz="2200" dirty="0">
                <a:latin typeface="Impact" panose="020B0806030902050204" pitchFamily="34" charset="0"/>
              </a:endParaRPr>
            </a:p>
          </p:txBody>
        </p:sp>
        <p:sp>
          <p:nvSpPr>
            <p:cNvPr id="3" name="文本框 2">
              <a:extLst>
                <a:ext uri="{FF2B5EF4-FFF2-40B4-BE49-F238E27FC236}">
                  <a16:creationId xmlns:a16="http://schemas.microsoft.com/office/drawing/2014/main" id="{4D6BD736-A4D3-4F26-AFED-36E11F50F70B}"/>
                </a:ext>
              </a:extLst>
            </p:cNvPr>
            <p:cNvSpPr txBox="1"/>
            <p:nvPr/>
          </p:nvSpPr>
          <p:spPr>
            <a:xfrm>
              <a:off x="1052423" y="898245"/>
              <a:ext cx="4309893" cy="400110"/>
            </a:xfrm>
            <a:prstGeom prst="rect">
              <a:avLst/>
            </a:prstGeom>
            <a:noFill/>
          </p:spPr>
          <p:txBody>
            <a:bodyPr wrap="square" rtlCol="0">
              <a:spAutoFit/>
            </a:bodyPr>
            <a:lstStyle/>
            <a:p>
              <a:r>
                <a:rPr lang="en-US" altLang="zh-CN" sz="2000" b="1" dirty="0">
                  <a:solidFill>
                    <a:schemeClr val="tx1"/>
                  </a:solidFill>
                  <a:latin typeface="Arial Narrow" panose="020B0606020202030204" pitchFamily="34" charset="0"/>
                </a:rPr>
                <a:t>802.11</a:t>
              </a:r>
              <a:r>
                <a:rPr lang="zh-CN" altLang="en-US" sz="2000" b="1" dirty="0">
                  <a:solidFill>
                    <a:schemeClr val="tx1"/>
                  </a:solidFill>
                  <a:latin typeface="Arial Narrow" panose="020B0606020202030204" pitchFamily="34" charset="0"/>
                </a:rPr>
                <a:t>无线局域网的物理层</a:t>
              </a:r>
              <a:endParaRPr lang="en-US" altLang="zh-CN" sz="2000" b="1" dirty="0">
                <a:solidFill>
                  <a:schemeClr val="tx1"/>
                </a:solidFill>
                <a:latin typeface="Arial Narrow" panose="020B0606020202030204" pitchFamily="34" charset="0"/>
              </a:endParaRPr>
            </a:p>
          </p:txBody>
        </p:sp>
      </p:grpSp>
      <p:sp>
        <p:nvSpPr>
          <p:cNvPr id="20" name="矩形 19">
            <a:extLst>
              <a:ext uri="{FF2B5EF4-FFF2-40B4-BE49-F238E27FC236}">
                <a16:creationId xmlns:a16="http://schemas.microsoft.com/office/drawing/2014/main" id="{D40B1076-C7AA-46B2-AD6A-AE67FCC8EB53}"/>
              </a:ext>
            </a:extLst>
          </p:cNvPr>
          <p:cNvSpPr/>
          <p:nvPr/>
        </p:nvSpPr>
        <p:spPr>
          <a:xfrm>
            <a:off x="1056633" y="1976724"/>
            <a:ext cx="256976" cy="256976"/>
          </a:xfrm>
          <a:prstGeom prst="rect">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21" name="íşlïḍè">
            <a:extLst>
              <a:ext uri="{FF2B5EF4-FFF2-40B4-BE49-F238E27FC236}">
                <a16:creationId xmlns:a16="http://schemas.microsoft.com/office/drawing/2014/main" id="{2882B8A8-A951-4E36-A813-EE9E39641F4F}"/>
              </a:ext>
            </a:extLst>
          </p:cNvPr>
          <p:cNvSpPr txBox="1"/>
          <p:nvPr/>
        </p:nvSpPr>
        <p:spPr>
          <a:xfrm>
            <a:off x="1373861" y="1922402"/>
            <a:ext cx="10513339" cy="400110"/>
          </a:xfrm>
          <a:prstGeom prst="rect">
            <a:avLst/>
          </a:prstGeom>
          <a:noFill/>
        </p:spPr>
        <p:txBody>
          <a:bodyPr wrap="square" lIns="91440" tIns="45720" rIns="91440" bIns="45720" anchor="ctr">
            <a:noAutofit/>
          </a:bodyPr>
          <a:lstStyle/>
          <a:p>
            <a:r>
              <a:rPr lang="en-US" altLang="zh-CN" b="1" dirty="0">
                <a:latin typeface="Arial Narrow" panose="020B0606020202030204" pitchFamily="34" charset="0"/>
              </a:rPr>
              <a:t>802.11</a:t>
            </a:r>
            <a:r>
              <a:rPr lang="zh-CN" altLang="en-US" b="1" dirty="0">
                <a:latin typeface="Arial Narrow" panose="020B0606020202030204" pitchFamily="34" charset="0"/>
              </a:rPr>
              <a:t>无线网卡一般会被做成</a:t>
            </a:r>
            <a:r>
              <a:rPr lang="zh-CN" altLang="en-US" b="1" dirty="0">
                <a:solidFill>
                  <a:schemeClr val="accent1">
                    <a:lumMod val="75000"/>
                  </a:schemeClr>
                </a:solidFill>
                <a:latin typeface="Arial Narrow" panose="020B0606020202030204" pitchFamily="34" charset="0"/>
              </a:rPr>
              <a:t>多模</a:t>
            </a:r>
            <a:r>
              <a:rPr lang="zh-CN" altLang="en-US" b="1" dirty="0">
                <a:latin typeface="Arial Narrow" panose="020B0606020202030204" pitchFamily="34" charset="0"/>
              </a:rPr>
              <a:t>的，以便能适应多种不同的物理层标准，例如支持</a:t>
            </a:r>
            <a:r>
              <a:rPr lang="en-US" altLang="zh-CN" b="1" dirty="0">
                <a:latin typeface="Arial Narrow" panose="020B0606020202030204" pitchFamily="34" charset="0"/>
              </a:rPr>
              <a:t>802.11b/g/n</a:t>
            </a:r>
            <a:r>
              <a:rPr lang="zh-CN" altLang="en-US" b="1" dirty="0">
                <a:latin typeface="Arial Narrow" panose="020B0606020202030204" pitchFamily="34" charset="0"/>
              </a:rPr>
              <a:t>。</a:t>
            </a:r>
          </a:p>
        </p:txBody>
      </p:sp>
      <p:sp>
        <p:nvSpPr>
          <p:cNvPr id="8" name="矩形 7">
            <a:extLst>
              <a:ext uri="{FF2B5EF4-FFF2-40B4-BE49-F238E27FC236}">
                <a16:creationId xmlns:a16="http://schemas.microsoft.com/office/drawing/2014/main" id="{BF28E9D3-880E-484E-985A-08EB72348E52}"/>
              </a:ext>
            </a:extLst>
          </p:cNvPr>
          <p:cNvSpPr/>
          <p:nvPr/>
        </p:nvSpPr>
        <p:spPr>
          <a:xfrm>
            <a:off x="1056633" y="1335374"/>
            <a:ext cx="256976" cy="256976"/>
          </a:xfrm>
          <a:prstGeom prst="rect">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9" name="íşlïḍè">
            <a:extLst>
              <a:ext uri="{FF2B5EF4-FFF2-40B4-BE49-F238E27FC236}">
                <a16:creationId xmlns:a16="http://schemas.microsoft.com/office/drawing/2014/main" id="{B50AFD33-64DF-419A-A2CB-70F10A8081F3}"/>
              </a:ext>
            </a:extLst>
          </p:cNvPr>
          <p:cNvSpPr txBox="1"/>
          <p:nvPr/>
        </p:nvSpPr>
        <p:spPr>
          <a:xfrm>
            <a:off x="1373861" y="1281052"/>
            <a:ext cx="10513339" cy="622904"/>
          </a:xfrm>
          <a:prstGeom prst="rect">
            <a:avLst/>
          </a:prstGeom>
          <a:noFill/>
        </p:spPr>
        <p:txBody>
          <a:bodyPr wrap="square" lIns="91440" tIns="45720" rIns="91440" bIns="45720" anchor="ctr">
            <a:noAutofit/>
          </a:bodyPr>
          <a:lstStyle/>
          <a:p>
            <a:r>
              <a:rPr lang="en-US" altLang="zh-CN" b="1" dirty="0">
                <a:latin typeface="Arial Narrow" panose="020B0606020202030204" pitchFamily="34" charset="0"/>
              </a:rPr>
              <a:t>802.11</a:t>
            </a:r>
            <a:r>
              <a:rPr lang="zh-CN" altLang="en-US" b="1" dirty="0">
                <a:latin typeface="Arial Narrow" panose="020B0606020202030204" pitchFamily="34" charset="0"/>
              </a:rPr>
              <a:t>无线局域网的物理层非常复杂，依据</a:t>
            </a:r>
            <a:r>
              <a:rPr lang="zh-CN" altLang="en-US" b="1" dirty="0">
                <a:solidFill>
                  <a:schemeClr val="accent1">
                    <a:lumMod val="75000"/>
                  </a:schemeClr>
                </a:solidFill>
                <a:latin typeface="Arial Narrow" panose="020B0606020202030204" pitchFamily="34" charset="0"/>
              </a:rPr>
              <a:t>工作频段</a:t>
            </a:r>
            <a:r>
              <a:rPr lang="zh-CN" altLang="en-US" b="1" dirty="0">
                <a:latin typeface="Arial Narrow" panose="020B0606020202030204" pitchFamily="34" charset="0"/>
              </a:rPr>
              <a:t>、</a:t>
            </a:r>
            <a:r>
              <a:rPr lang="zh-CN" altLang="en-US" b="1" dirty="0">
                <a:solidFill>
                  <a:schemeClr val="accent1">
                    <a:lumMod val="75000"/>
                  </a:schemeClr>
                </a:solidFill>
                <a:latin typeface="Arial Narrow" panose="020B0606020202030204" pitchFamily="34" charset="0"/>
              </a:rPr>
              <a:t>调制方式</a:t>
            </a:r>
            <a:r>
              <a:rPr lang="zh-CN" altLang="en-US" b="1" dirty="0">
                <a:latin typeface="Arial Narrow" panose="020B0606020202030204" pitchFamily="34" charset="0"/>
              </a:rPr>
              <a:t>、</a:t>
            </a:r>
            <a:r>
              <a:rPr lang="zh-CN" altLang="en-US" b="1" dirty="0">
                <a:solidFill>
                  <a:schemeClr val="accent1">
                    <a:lumMod val="75000"/>
                  </a:schemeClr>
                </a:solidFill>
                <a:latin typeface="Arial Narrow" panose="020B0606020202030204" pitchFamily="34" charset="0"/>
              </a:rPr>
              <a:t>传输速率</a:t>
            </a:r>
            <a:r>
              <a:rPr lang="zh-CN" altLang="en-US" b="1" dirty="0">
                <a:latin typeface="Arial Narrow" panose="020B0606020202030204" pitchFamily="34" charset="0"/>
              </a:rPr>
              <a:t>等，可将其分为多种物理层标准。</a:t>
            </a:r>
          </a:p>
        </p:txBody>
      </p:sp>
      <p:pic>
        <p:nvPicPr>
          <p:cNvPr id="7" name="图片 6">
            <a:extLst>
              <a:ext uri="{FF2B5EF4-FFF2-40B4-BE49-F238E27FC236}">
                <a16:creationId xmlns:a16="http://schemas.microsoft.com/office/drawing/2014/main" id="{88D92124-2E32-47F8-B39E-E4F738C3E4C7}"/>
              </a:ext>
            </a:extLst>
          </p:cNvPr>
          <p:cNvPicPr>
            <a:picLocks noChangeAspect="1"/>
          </p:cNvPicPr>
          <p:nvPr/>
        </p:nvPicPr>
        <p:blipFill>
          <a:blip r:embed="rId3"/>
          <a:stretch>
            <a:fillRect/>
          </a:stretch>
        </p:blipFill>
        <p:spPr>
          <a:xfrm>
            <a:off x="2834521" y="2776103"/>
            <a:ext cx="6522957" cy="3211442"/>
          </a:xfrm>
          <a:prstGeom prst="rect">
            <a:avLst/>
          </a:prstGeom>
        </p:spPr>
      </p:pic>
      <p:sp>
        <p:nvSpPr>
          <p:cNvPr id="10" name="矩形 9">
            <a:extLst>
              <a:ext uri="{FF2B5EF4-FFF2-40B4-BE49-F238E27FC236}">
                <a16:creationId xmlns:a16="http://schemas.microsoft.com/office/drawing/2014/main" id="{1752D594-00D7-4F22-8E68-951D09A97ADD}"/>
              </a:ext>
            </a:extLst>
          </p:cNvPr>
          <p:cNvSpPr/>
          <p:nvPr/>
        </p:nvSpPr>
        <p:spPr>
          <a:xfrm>
            <a:off x="4622800" y="4241800"/>
            <a:ext cx="1136650" cy="293689"/>
          </a:xfrm>
          <a:prstGeom prst="rect">
            <a:avLst/>
          </a:prstGeom>
          <a:noFill/>
          <a:ln w="25400">
            <a:solidFill>
              <a:schemeClr val="accent1">
                <a:lumMod val="75000"/>
              </a:schemeClr>
            </a:solid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11" name="平行四边形 10">
            <a:extLst>
              <a:ext uri="{FF2B5EF4-FFF2-40B4-BE49-F238E27FC236}">
                <a16:creationId xmlns:a16="http://schemas.microsoft.com/office/drawing/2014/main" id="{C4DB5D0B-A2BC-9FAC-9713-B4BD74E12310}"/>
              </a:ext>
            </a:extLst>
          </p:cNvPr>
          <p:cNvSpPr/>
          <p:nvPr/>
        </p:nvSpPr>
        <p:spPr>
          <a:xfrm>
            <a:off x="304799" y="749300"/>
            <a:ext cx="691019" cy="387090"/>
          </a:xfrm>
          <a:prstGeom prst="parallelogram">
            <a:avLst/>
          </a:prstGeom>
          <a:solidFill>
            <a:schemeClr val="accent3">
              <a:lumMod val="75000"/>
            </a:schemeClr>
          </a:solidFill>
          <a:ln>
            <a:solidFill>
              <a:schemeClr val="accent3">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CN" sz="2200" dirty="0">
                <a:latin typeface="Impact" panose="020B0806030902050204" pitchFamily="34" charset="0"/>
              </a:rPr>
              <a:t>02</a:t>
            </a:r>
            <a:endParaRPr lang="zh-CN" altLang="en-US" sz="2200" dirty="0">
              <a:latin typeface="Impact" panose="020B0806030902050204" pitchFamily="34" charset="0"/>
            </a:endParaRPr>
          </a:p>
        </p:txBody>
      </p:sp>
    </p:spTree>
    <p:custDataLst>
      <p:tags r:id="rId1"/>
    </p:custDataLst>
    <p:extLst>
      <p:ext uri="{BB962C8B-B14F-4D97-AF65-F5344CB8AC3E}">
        <p14:creationId xmlns:p14="http://schemas.microsoft.com/office/powerpoint/2010/main" val="3958222982"/>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49" presetClass="entr" presetSubtype="0" decel="100000" fill="hold" grpId="0" nodeType="withEffect">
                                  <p:stCondLst>
                                    <p:cond delay="0"/>
                                  </p:stCondLst>
                                  <p:childTnLst>
                                    <p:set>
                                      <p:cBhvr>
                                        <p:cTn id="6" dur="1" fill="hold">
                                          <p:stCondLst>
                                            <p:cond delay="0"/>
                                          </p:stCondLst>
                                        </p:cTn>
                                        <p:tgtEl>
                                          <p:spTgt spid="20"/>
                                        </p:tgtEl>
                                        <p:attrNameLst>
                                          <p:attrName>style.visibility</p:attrName>
                                        </p:attrNameLst>
                                      </p:cBhvr>
                                      <p:to>
                                        <p:strVal val="visible"/>
                                      </p:to>
                                    </p:set>
                                    <p:anim calcmode="lin" valueType="num">
                                      <p:cBhvr>
                                        <p:cTn id="7" dur="500" fill="hold"/>
                                        <p:tgtEl>
                                          <p:spTgt spid="20"/>
                                        </p:tgtEl>
                                        <p:attrNameLst>
                                          <p:attrName>ppt_w</p:attrName>
                                        </p:attrNameLst>
                                      </p:cBhvr>
                                      <p:tavLst>
                                        <p:tav tm="0">
                                          <p:val>
                                            <p:fltVal val="0"/>
                                          </p:val>
                                        </p:tav>
                                        <p:tav tm="100000">
                                          <p:val>
                                            <p:strVal val="#ppt_w"/>
                                          </p:val>
                                        </p:tav>
                                      </p:tavLst>
                                    </p:anim>
                                    <p:anim calcmode="lin" valueType="num">
                                      <p:cBhvr>
                                        <p:cTn id="8" dur="500" fill="hold"/>
                                        <p:tgtEl>
                                          <p:spTgt spid="20"/>
                                        </p:tgtEl>
                                        <p:attrNameLst>
                                          <p:attrName>ppt_h</p:attrName>
                                        </p:attrNameLst>
                                      </p:cBhvr>
                                      <p:tavLst>
                                        <p:tav tm="0">
                                          <p:val>
                                            <p:fltVal val="0"/>
                                          </p:val>
                                        </p:tav>
                                        <p:tav tm="100000">
                                          <p:val>
                                            <p:strVal val="#ppt_h"/>
                                          </p:val>
                                        </p:tav>
                                      </p:tavLst>
                                    </p:anim>
                                    <p:anim calcmode="lin" valueType="num">
                                      <p:cBhvr>
                                        <p:cTn id="9" dur="500" fill="hold"/>
                                        <p:tgtEl>
                                          <p:spTgt spid="20"/>
                                        </p:tgtEl>
                                        <p:attrNameLst>
                                          <p:attrName>style.rotation</p:attrName>
                                        </p:attrNameLst>
                                      </p:cBhvr>
                                      <p:tavLst>
                                        <p:tav tm="0">
                                          <p:val>
                                            <p:fltVal val="360"/>
                                          </p:val>
                                        </p:tav>
                                        <p:tav tm="100000">
                                          <p:val>
                                            <p:fltVal val="0"/>
                                          </p:val>
                                        </p:tav>
                                      </p:tavLst>
                                    </p:anim>
                                    <p:animEffect transition="in" filter="fade">
                                      <p:cBhvr>
                                        <p:cTn id="10" dur="500"/>
                                        <p:tgtEl>
                                          <p:spTgt spid="20"/>
                                        </p:tgtEl>
                                      </p:cBhvr>
                                    </p:animEffect>
                                  </p:childTnLst>
                                </p:cTn>
                              </p:par>
                            </p:childTnLst>
                          </p:cTn>
                        </p:par>
                        <p:par>
                          <p:cTn id="11" fill="hold">
                            <p:stCondLst>
                              <p:cond delay="500"/>
                            </p:stCondLst>
                            <p:childTnLst>
                              <p:par>
                                <p:cTn id="12" presetID="1" presetClass="entr" presetSubtype="0" fill="hold" grpId="0" nodeType="afterEffect">
                                  <p:stCondLst>
                                    <p:cond delay="0"/>
                                  </p:stCondLst>
                                  <p:iterate type="lt">
                                    <p:tmAbs val="100"/>
                                  </p:iterate>
                                  <p:childTnLst>
                                    <p:set>
                                      <p:cBhvr>
                                        <p:cTn id="13" dur="1" fill="hold">
                                          <p:stCondLst>
                                            <p:cond delay="0"/>
                                          </p:stCondLst>
                                        </p:cTn>
                                        <p:tgtEl>
                                          <p:spTgt spid="21"/>
                                        </p:tgtEl>
                                        <p:attrNameLst>
                                          <p:attrName>style.visibility</p:attrName>
                                        </p:attrNameLst>
                                      </p:cBhvr>
                                      <p:to>
                                        <p:strVal val="visible"/>
                                      </p:to>
                                    </p:set>
                                  </p:childTnLst>
                                </p:cTn>
                              </p:par>
                            </p:childTnLst>
                          </p:cTn>
                        </p:par>
                      </p:childTnLst>
                    </p:cTn>
                  </p:par>
                  <p:par>
                    <p:cTn id="14" fill="hold">
                      <p:stCondLst>
                        <p:cond delay="indefinite"/>
                      </p:stCondLst>
                      <p:childTnLst>
                        <p:par>
                          <p:cTn id="15" fill="hold">
                            <p:stCondLst>
                              <p:cond delay="0"/>
                            </p:stCondLst>
                            <p:childTnLst>
                              <p:par>
                                <p:cTn id="16" presetID="53" presetClass="entr" presetSubtype="16" fill="hold" nodeType="clickEffect">
                                  <p:stCondLst>
                                    <p:cond delay="0"/>
                                  </p:stCondLst>
                                  <p:childTnLst>
                                    <p:set>
                                      <p:cBhvr>
                                        <p:cTn id="17" dur="1" fill="hold">
                                          <p:stCondLst>
                                            <p:cond delay="0"/>
                                          </p:stCondLst>
                                        </p:cTn>
                                        <p:tgtEl>
                                          <p:spTgt spid="7"/>
                                        </p:tgtEl>
                                        <p:attrNameLst>
                                          <p:attrName>style.visibility</p:attrName>
                                        </p:attrNameLst>
                                      </p:cBhvr>
                                      <p:to>
                                        <p:strVal val="visible"/>
                                      </p:to>
                                    </p:set>
                                    <p:anim calcmode="lin" valueType="num">
                                      <p:cBhvr>
                                        <p:cTn id="18" dur="500" fill="hold"/>
                                        <p:tgtEl>
                                          <p:spTgt spid="7"/>
                                        </p:tgtEl>
                                        <p:attrNameLst>
                                          <p:attrName>ppt_w</p:attrName>
                                        </p:attrNameLst>
                                      </p:cBhvr>
                                      <p:tavLst>
                                        <p:tav tm="0">
                                          <p:val>
                                            <p:fltVal val="0"/>
                                          </p:val>
                                        </p:tav>
                                        <p:tav tm="100000">
                                          <p:val>
                                            <p:strVal val="#ppt_w"/>
                                          </p:val>
                                        </p:tav>
                                      </p:tavLst>
                                    </p:anim>
                                    <p:anim calcmode="lin" valueType="num">
                                      <p:cBhvr>
                                        <p:cTn id="19" dur="500" fill="hold"/>
                                        <p:tgtEl>
                                          <p:spTgt spid="7"/>
                                        </p:tgtEl>
                                        <p:attrNameLst>
                                          <p:attrName>ppt_h</p:attrName>
                                        </p:attrNameLst>
                                      </p:cBhvr>
                                      <p:tavLst>
                                        <p:tav tm="0">
                                          <p:val>
                                            <p:fltVal val="0"/>
                                          </p:val>
                                        </p:tav>
                                        <p:tav tm="100000">
                                          <p:val>
                                            <p:strVal val="#ppt_h"/>
                                          </p:val>
                                        </p:tav>
                                      </p:tavLst>
                                    </p:anim>
                                    <p:animEffect transition="in" filter="fade">
                                      <p:cBhvr>
                                        <p:cTn id="20" dur="500"/>
                                        <p:tgtEl>
                                          <p:spTgt spid="7"/>
                                        </p:tgtEl>
                                      </p:cBhvr>
                                    </p:animEffect>
                                  </p:childTnLst>
                                </p:cTn>
                              </p:par>
                            </p:childTnLst>
                          </p:cTn>
                        </p:par>
                      </p:childTnLst>
                    </p:cTn>
                  </p:par>
                  <p:par>
                    <p:cTn id="21" fill="hold">
                      <p:stCondLst>
                        <p:cond delay="indefinite"/>
                      </p:stCondLst>
                      <p:childTnLst>
                        <p:par>
                          <p:cTn id="22" fill="hold">
                            <p:stCondLst>
                              <p:cond delay="0"/>
                            </p:stCondLst>
                            <p:childTnLst>
                              <p:par>
                                <p:cTn id="23" presetID="53" presetClass="entr" presetSubtype="16" fill="hold" grpId="0" nodeType="clickEffect">
                                  <p:stCondLst>
                                    <p:cond delay="0"/>
                                  </p:stCondLst>
                                  <p:childTnLst>
                                    <p:set>
                                      <p:cBhvr>
                                        <p:cTn id="24" dur="1" fill="hold">
                                          <p:stCondLst>
                                            <p:cond delay="0"/>
                                          </p:stCondLst>
                                        </p:cTn>
                                        <p:tgtEl>
                                          <p:spTgt spid="10"/>
                                        </p:tgtEl>
                                        <p:attrNameLst>
                                          <p:attrName>style.visibility</p:attrName>
                                        </p:attrNameLst>
                                      </p:cBhvr>
                                      <p:to>
                                        <p:strVal val="visible"/>
                                      </p:to>
                                    </p:set>
                                    <p:anim calcmode="lin" valueType="num">
                                      <p:cBhvr>
                                        <p:cTn id="25" dur="500" fill="hold"/>
                                        <p:tgtEl>
                                          <p:spTgt spid="10"/>
                                        </p:tgtEl>
                                        <p:attrNameLst>
                                          <p:attrName>ppt_w</p:attrName>
                                        </p:attrNameLst>
                                      </p:cBhvr>
                                      <p:tavLst>
                                        <p:tav tm="0">
                                          <p:val>
                                            <p:fltVal val="0"/>
                                          </p:val>
                                        </p:tav>
                                        <p:tav tm="100000">
                                          <p:val>
                                            <p:strVal val="#ppt_w"/>
                                          </p:val>
                                        </p:tav>
                                      </p:tavLst>
                                    </p:anim>
                                    <p:anim calcmode="lin" valueType="num">
                                      <p:cBhvr>
                                        <p:cTn id="26" dur="500" fill="hold"/>
                                        <p:tgtEl>
                                          <p:spTgt spid="10"/>
                                        </p:tgtEl>
                                        <p:attrNameLst>
                                          <p:attrName>ppt_h</p:attrName>
                                        </p:attrNameLst>
                                      </p:cBhvr>
                                      <p:tavLst>
                                        <p:tav tm="0">
                                          <p:val>
                                            <p:fltVal val="0"/>
                                          </p:val>
                                        </p:tav>
                                        <p:tav tm="100000">
                                          <p:val>
                                            <p:strVal val="#ppt_h"/>
                                          </p:val>
                                        </p:tav>
                                      </p:tavLst>
                                    </p:anim>
                                    <p:animEffect transition="in" filter="fade">
                                      <p:cBhvr>
                                        <p:cTn id="27" dur="500"/>
                                        <p:tgtEl>
                                          <p:spTgt spid="10"/>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0" grpId="0" animBg="1"/>
      <p:bldP spid="21" grpId="0"/>
      <p:bldP spid="10" grpId="0" animBg="1"/>
    </p:bldLst>
  </p:timing>
</p:sld>
</file>

<file path=ppt/slides/slide53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4" name="组合 3">
            <a:extLst>
              <a:ext uri="{FF2B5EF4-FFF2-40B4-BE49-F238E27FC236}">
                <a16:creationId xmlns:a16="http://schemas.microsoft.com/office/drawing/2014/main" id="{9A1EA9F2-FCB6-48C3-935F-7AE7E3AD14AC}"/>
              </a:ext>
            </a:extLst>
          </p:cNvPr>
          <p:cNvGrpSpPr/>
          <p:nvPr/>
        </p:nvGrpSpPr>
        <p:grpSpPr>
          <a:xfrm>
            <a:off x="304800" y="749300"/>
            <a:ext cx="4938199" cy="400110"/>
            <a:chOff x="424117" y="898245"/>
            <a:chExt cx="4938199" cy="400110"/>
          </a:xfrm>
        </p:grpSpPr>
        <p:sp>
          <p:nvSpPr>
            <p:cNvPr id="2" name="平行四边形 1">
              <a:extLst>
                <a:ext uri="{FF2B5EF4-FFF2-40B4-BE49-F238E27FC236}">
                  <a16:creationId xmlns:a16="http://schemas.microsoft.com/office/drawing/2014/main" id="{1F5BAA3F-9845-4F89-A2DD-8222D3E4EDAC}"/>
                </a:ext>
              </a:extLst>
            </p:cNvPr>
            <p:cNvSpPr/>
            <p:nvPr/>
          </p:nvSpPr>
          <p:spPr>
            <a:xfrm>
              <a:off x="424117" y="898245"/>
              <a:ext cx="628306" cy="387090"/>
            </a:xfrm>
            <a:prstGeom prst="parallelogram">
              <a:avLst/>
            </a:prstGeom>
            <a:solidFill>
              <a:schemeClr val="accent3">
                <a:lumMod val="75000"/>
              </a:schemeClr>
            </a:solidFill>
            <a:ln>
              <a:solidFill>
                <a:schemeClr val="accent3">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CN" sz="2200" dirty="0">
                  <a:latin typeface="Impact" panose="020B0806030902050204" pitchFamily="34" charset="0"/>
                </a:rPr>
                <a:t>01</a:t>
              </a:r>
              <a:endParaRPr lang="zh-CN" altLang="en-US" sz="2200" dirty="0">
                <a:latin typeface="Impact" panose="020B0806030902050204" pitchFamily="34" charset="0"/>
              </a:endParaRPr>
            </a:p>
          </p:txBody>
        </p:sp>
        <p:sp>
          <p:nvSpPr>
            <p:cNvPr id="3" name="文本框 2">
              <a:extLst>
                <a:ext uri="{FF2B5EF4-FFF2-40B4-BE49-F238E27FC236}">
                  <a16:creationId xmlns:a16="http://schemas.microsoft.com/office/drawing/2014/main" id="{4D6BD736-A4D3-4F26-AFED-36E11F50F70B}"/>
                </a:ext>
              </a:extLst>
            </p:cNvPr>
            <p:cNvSpPr txBox="1"/>
            <p:nvPr/>
          </p:nvSpPr>
          <p:spPr>
            <a:xfrm>
              <a:off x="1052423" y="898245"/>
              <a:ext cx="4309893" cy="400110"/>
            </a:xfrm>
            <a:prstGeom prst="rect">
              <a:avLst/>
            </a:prstGeom>
            <a:noFill/>
          </p:spPr>
          <p:txBody>
            <a:bodyPr wrap="square" rtlCol="0">
              <a:spAutoFit/>
            </a:bodyPr>
            <a:lstStyle/>
            <a:p>
              <a:r>
                <a:rPr lang="en-US" altLang="zh-CN" sz="2000" b="1" dirty="0">
                  <a:solidFill>
                    <a:schemeClr val="tx1"/>
                  </a:solidFill>
                  <a:latin typeface="Arial Narrow" panose="020B0606020202030204" pitchFamily="34" charset="0"/>
                </a:rPr>
                <a:t>802.11</a:t>
              </a:r>
              <a:r>
                <a:rPr lang="zh-CN" altLang="en-US" sz="2000" b="1" dirty="0">
                  <a:solidFill>
                    <a:schemeClr val="tx1"/>
                  </a:solidFill>
                  <a:latin typeface="Arial Narrow" panose="020B0606020202030204" pitchFamily="34" charset="0"/>
                </a:rPr>
                <a:t>无线局域网的物理层</a:t>
              </a:r>
              <a:endParaRPr lang="en-US" altLang="zh-CN" sz="2000" b="1" dirty="0">
                <a:solidFill>
                  <a:schemeClr val="tx1"/>
                </a:solidFill>
                <a:latin typeface="Arial Narrow" panose="020B0606020202030204" pitchFamily="34" charset="0"/>
              </a:endParaRPr>
            </a:p>
          </p:txBody>
        </p:sp>
      </p:grpSp>
      <p:sp>
        <p:nvSpPr>
          <p:cNvPr id="20" name="矩形 19">
            <a:extLst>
              <a:ext uri="{FF2B5EF4-FFF2-40B4-BE49-F238E27FC236}">
                <a16:creationId xmlns:a16="http://schemas.microsoft.com/office/drawing/2014/main" id="{D40B1076-C7AA-46B2-AD6A-AE67FCC8EB53}"/>
              </a:ext>
            </a:extLst>
          </p:cNvPr>
          <p:cNvSpPr/>
          <p:nvPr/>
        </p:nvSpPr>
        <p:spPr>
          <a:xfrm>
            <a:off x="1056633" y="1335374"/>
            <a:ext cx="256976" cy="256976"/>
          </a:xfrm>
          <a:prstGeom prst="rect">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21" name="íşlïḍè">
            <a:extLst>
              <a:ext uri="{FF2B5EF4-FFF2-40B4-BE49-F238E27FC236}">
                <a16:creationId xmlns:a16="http://schemas.microsoft.com/office/drawing/2014/main" id="{2882B8A8-A951-4E36-A813-EE9E39641F4F}"/>
              </a:ext>
            </a:extLst>
          </p:cNvPr>
          <p:cNvSpPr txBox="1"/>
          <p:nvPr/>
        </p:nvSpPr>
        <p:spPr>
          <a:xfrm>
            <a:off x="1373861" y="1281052"/>
            <a:ext cx="10513339" cy="622904"/>
          </a:xfrm>
          <a:prstGeom prst="rect">
            <a:avLst/>
          </a:prstGeom>
          <a:noFill/>
        </p:spPr>
        <p:txBody>
          <a:bodyPr wrap="square" lIns="91440" tIns="45720" rIns="91440" bIns="45720" anchor="ctr">
            <a:noAutofit/>
          </a:bodyPr>
          <a:lstStyle/>
          <a:p>
            <a:r>
              <a:rPr lang="zh-CN" altLang="en-US" b="1" dirty="0">
                <a:latin typeface="Arial Narrow" panose="020B0606020202030204" pitchFamily="34" charset="0"/>
              </a:rPr>
              <a:t>无线局域网最初还使用红外技术（</a:t>
            </a:r>
            <a:r>
              <a:rPr lang="en-US" altLang="zh-CN" b="1" dirty="0">
                <a:latin typeface="Arial Narrow" panose="020B0606020202030204" pitchFamily="34" charset="0"/>
              </a:rPr>
              <a:t>infrared</a:t>
            </a:r>
            <a:r>
              <a:rPr lang="zh-CN" altLang="en-US" b="1" dirty="0">
                <a:latin typeface="Arial Narrow" panose="020B0606020202030204" pitchFamily="34" charset="0"/>
              </a:rPr>
              <a:t>，</a:t>
            </a:r>
            <a:r>
              <a:rPr lang="en-US" altLang="zh-CN" b="1" dirty="0">
                <a:latin typeface="Arial Narrow" panose="020B0606020202030204" pitchFamily="34" charset="0"/>
              </a:rPr>
              <a:t>IR</a:t>
            </a:r>
            <a:r>
              <a:rPr lang="zh-CN" altLang="en-US" b="1" dirty="0">
                <a:latin typeface="Arial Narrow" panose="020B0606020202030204" pitchFamily="34" charset="0"/>
              </a:rPr>
              <a:t>）和跳频扩频（</a:t>
            </a:r>
            <a:r>
              <a:rPr lang="en-US" altLang="zh-CN" b="1" dirty="0">
                <a:solidFill>
                  <a:schemeClr val="accent1">
                    <a:lumMod val="75000"/>
                  </a:schemeClr>
                </a:solidFill>
                <a:latin typeface="Arial Narrow" panose="020B0606020202030204" pitchFamily="34" charset="0"/>
              </a:rPr>
              <a:t>F</a:t>
            </a:r>
            <a:r>
              <a:rPr lang="en-US" altLang="zh-CN" b="1" dirty="0">
                <a:latin typeface="Arial Narrow" panose="020B0606020202030204" pitchFamily="34" charset="0"/>
              </a:rPr>
              <a:t>requency </a:t>
            </a:r>
            <a:r>
              <a:rPr lang="en-US" altLang="zh-CN" b="1" dirty="0">
                <a:solidFill>
                  <a:schemeClr val="accent1">
                    <a:lumMod val="75000"/>
                  </a:schemeClr>
                </a:solidFill>
                <a:latin typeface="Arial Narrow" panose="020B0606020202030204" pitchFamily="34" charset="0"/>
              </a:rPr>
              <a:t>H</a:t>
            </a:r>
            <a:r>
              <a:rPr lang="en-US" altLang="zh-CN" b="1" dirty="0">
                <a:latin typeface="Arial Narrow" panose="020B0606020202030204" pitchFamily="34" charset="0"/>
              </a:rPr>
              <a:t>opping </a:t>
            </a:r>
            <a:r>
              <a:rPr lang="en-US" altLang="zh-CN" b="1" dirty="0">
                <a:solidFill>
                  <a:schemeClr val="accent1">
                    <a:lumMod val="75000"/>
                  </a:schemeClr>
                </a:solidFill>
                <a:latin typeface="Arial Narrow" panose="020B0606020202030204" pitchFamily="34" charset="0"/>
              </a:rPr>
              <a:t>S</a:t>
            </a:r>
            <a:r>
              <a:rPr lang="en-US" altLang="zh-CN" b="1" dirty="0">
                <a:latin typeface="Arial Narrow" panose="020B0606020202030204" pitchFamily="34" charset="0"/>
              </a:rPr>
              <a:t>pread </a:t>
            </a:r>
            <a:r>
              <a:rPr lang="en-US" altLang="zh-CN" b="1" dirty="0">
                <a:solidFill>
                  <a:schemeClr val="accent1">
                    <a:lumMod val="75000"/>
                  </a:schemeClr>
                </a:solidFill>
                <a:latin typeface="Arial Narrow" panose="020B0606020202030204" pitchFamily="34" charset="0"/>
              </a:rPr>
              <a:t>S</a:t>
            </a:r>
            <a:r>
              <a:rPr lang="en-US" altLang="zh-CN" b="1" dirty="0">
                <a:latin typeface="Arial Narrow" panose="020B0606020202030204" pitchFamily="34" charset="0"/>
              </a:rPr>
              <a:t>pectrum</a:t>
            </a:r>
            <a:r>
              <a:rPr lang="zh-CN" altLang="en-US" b="1" dirty="0">
                <a:latin typeface="Arial Narrow" panose="020B0606020202030204" pitchFamily="34" charset="0"/>
              </a:rPr>
              <a:t>，</a:t>
            </a:r>
            <a:r>
              <a:rPr lang="en-US" altLang="zh-CN" b="1" dirty="0">
                <a:solidFill>
                  <a:schemeClr val="accent1">
                    <a:lumMod val="75000"/>
                  </a:schemeClr>
                </a:solidFill>
                <a:latin typeface="Arial Narrow" panose="020B0606020202030204" pitchFamily="34" charset="0"/>
              </a:rPr>
              <a:t>FHSS</a:t>
            </a:r>
            <a:r>
              <a:rPr lang="zh-CN" altLang="en-US" b="1" dirty="0">
                <a:latin typeface="Arial Narrow" panose="020B0606020202030204" pitchFamily="34" charset="0"/>
              </a:rPr>
              <a:t>）技术，但目前已经很少使用了。</a:t>
            </a:r>
          </a:p>
        </p:txBody>
      </p:sp>
      <p:sp>
        <p:nvSpPr>
          <p:cNvPr id="8" name="矩形 7">
            <a:extLst>
              <a:ext uri="{FF2B5EF4-FFF2-40B4-BE49-F238E27FC236}">
                <a16:creationId xmlns:a16="http://schemas.microsoft.com/office/drawing/2014/main" id="{67ED5F69-9717-498E-9F50-6E7E5B693A3B}"/>
              </a:ext>
            </a:extLst>
          </p:cNvPr>
          <p:cNvSpPr/>
          <p:nvPr/>
        </p:nvSpPr>
        <p:spPr>
          <a:xfrm>
            <a:off x="1056633" y="2144242"/>
            <a:ext cx="256976" cy="256976"/>
          </a:xfrm>
          <a:prstGeom prst="rect">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9" name="íşlïḍè">
            <a:extLst>
              <a:ext uri="{FF2B5EF4-FFF2-40B4-BE49-F238E27FC236}">
                <a16:creationId xmlns:a16="http://schemas.microsoft.com/office/drawing/2014/main" id="{C0520434-7E43-4EF1-8A8C-10DB6E0F01C9}"/>
              </a:ext>
            </a:extLst>
          </p:cNvPr>
          <p:cNvSpPr txBox="1"/>
          <p:nvPr/>
        </p:nvSpPr>
        <p:spPr>
          <a:xfrm>
            <a:off x="1373861" y="2089920"/>
            <a:ext cx="10513339" cy="622904"/>
          </a:xfrm>
          <a:prstGeom prst="rect">
            <a:avLst/>
          </a:prstGeom>
          <a:noFill/>
        </p:spPr>
        <p:txBody>
          <a:bodyPr wrap="square" lIns="91440" tIns="45720" rIns="91440" bIns="45720" anchor="ctr">
            <a:noAutofit/>
          </a:bodyPr>
          <a:lstStyle/>
          <a:p>
            <a:r>
              <a:rPr lang="zh-CN" altLang="en-US" b="1" dirty="0">
                <a:solidFill>
                  <a:schemeClr val="accent1">
                    <a:lumMod val="75000"/>
                  </a:schemeClr>
                </a:solidFill>
                <a:latin typeface="Arial Narrow" panose="020B0606020202030204" pitchFamily="34" charset="0"/>
              </a:rPr>
              <a:t>跳频技术</a:t>
            </a:r>
            <a:r>
              <a:rPr lang="zh-CN" altLang="en-US" b="1" dirty="0">
                <a:latin typeface="Arial Narrow" panose="020B0606020202030204" pitchFamily="34" charset="0"/>
              </a:rPr>
              <a:t>的发明人，是好莱坞黄金时代的著名女星</a:t>
            </a:r>
            <a:r>
              <a:rPr lang="zh-CN" altLang="en-US" b="1" dirty="0">
                <a:solidFill>
                  <a:schemeClr val="accent1">
                    <a:lumMod val="75000"/>
                  </a:schemeClr>
                </a:solidFill>
                <a:latin typeface="Arial Narrow" panose="020B0606020202030204" pitchFamily="34" charset="0"/>
              </a:rPr>
              <a:t>海蒂</a:t>
            </a:r>
            <a:r>
              <a:rPr lang="en-US" altLang="zh-CN" b="1" dirty="0">
                <a:solidFill>
                  <a:schemeClr val="accent1">
                    <a:lumMod val="75000"/>
                  </a:schemeClr>
                </a:solidFill>
                <a:latin typeface="Arial Narrow" panose="020B0606020202030204" pitchFamily="34" charset="0"/>
              </a:rPr>
              <a:t>·</a:t>
            </a:r>
            <a:r>
              <a:rPr lang="zh-CN" altLang="en-US" b="1" dirty="0">
                <a:solidFill>
                  <a:schemeClr val="accent1">
                    <a:lumMod val="75000"/>
                  </a:schemeClr>
                </a:solidFill>
                <a:latin typeface="Arial Narrow" panose="020B0606020202030204" pitchFamily="34" charset="0"/>
              </a:rPr>
              <a:t>拉玛</a:t>
            </a:r>
            <a:r>
              <a:rPr lang="zh-CN" altLang="en-US" b="1" dirty="0">
                <a:latin typeface="Arial Narrow" panose="020B0606020202030204" pitchFamily="34" charset="0"/>
              </a:rPr>
              <a:t>，跳频技术为</a:t>
            </a:r>
            <a:r>
              <a:rPr lang="en-US" altLang="zh-CN" b="1" dirty="0">
                <a:latin typeface="Arial Narrow" panose="020B0606020202030204" pitchFamily="34" charset="0"/>
              </a:rPr>
              <a:t>CDMA</a:t>
            </a:r>
            <a:r>
              <a:rPr lang="zh-CN" altLang="en-US" b="1" dirty="0">
                <a:latin typeface="Arial Narrow" panose="020B0606020202030204" pitchFamily="34" charset="0"/>
              </a:rPr>
              <a:t>和</a:t>
            </a:r>
            <a:r>
              <a:rPr lang="en-US" altLang="zh-CN" b="1" dirty="0">
                <a:latin typeface="Arial Narrow" panose="020B0606020202030204" pitchFamily="34" charset="0"/>
              </a:rPr>
              <a:t>Wi-Fi</a:t>
            </a:r>
            <a:r>
              <a:rPr lang="zh-CN" altLang="en-US" b="1" dirty="0">
                <a:latin typeface="Arial Narrow" panose="020B0606020202030204" pitchFamily="34" charset="0"/>
              </a:rPr>
              <a:t>等无线通信技术奠定了基础。因此，海蒂</a:t>
            </a:r>
            <a:r>
              <a:rPr lang="en-US" altLang="zh-CN" b="1" dirty="0">
                <a:latin typeface="Arial Narrow" panose="020B0606020202030204" pitchFamily="34" charset="0"/>
              </a:rPr>
              <a:t>·</a:t>
            </a:r>
            <a:r>
              <a:rPr lang="zh-CN" altLang="en-US" b="1" dirty="0">
                <a:latin typeface="Arial Narrow" panose="020B0606020202030204" pitchFamily="34" charset="0"/>
              </a:rPr>
              <a:t>拉玛被誉为“</a:t>
            </a:r>
            <a:r>
              <a:rPr lang="en-US" altLang="zh-CN" b="1" dirty="0">
                <a:solidFill>
                  <a:schemeClr val="accent1">
                    <a:lumMod val="75000"/>
                  </a:schemeClr>
                </a:solidFill>
                <a:latin typeface="Arial Narrow" panose="020B0606020202030204" pitchFamily="34" charset="0"/>
              </a:rPr>
              <a:t>Wi-Fi</a:t>
            </a:r>
            <a:r>
              <a:rPr lang="zh-CN" altLang="en-US" b="1" dirty="0">
                <a:solidFill>
                  <a:schemeClr val="accent1">
                    <a:lumMod val="75000"/>
                  </a:schemeClr>
                </a:solidFill>
                <a:latin typeface="Arial Narrow" panose="020B0606020202030204" pitchFamily="34" charset="0"/>
              </a:rPr>
              <a:t>之母</a:t>
            </a:r>
            <a:r>
              <a:rPr lang="zh-CN" altLang="en-US" b="1" dirty="0">
                <a:latin typeface="Arial Narrow" panose="020B0606020202030204" pitchFamily="34" charset="0"/>
              </a:rPr>
              <a:t>”。</a:t>
            </a:r>
          </a:p>
        </p:txBody>
      </p:sp>
      <p:pic>
        <p:nvPicPr>
          <p:cNvPr id="6" name="Wi-Fi之母 海蒂 拉玛">
            <a:hlinkClick r:id="" action="ppaction://media"/>
            <a:extLst>
              <a:ext uri="{FF2B5EF4-FFF2-40B4-BE49-F238E27FC236}">
                <a16:creationId xmlns:a16="http://schemas.microsoft.com/office/drawing/2014/main" id="{CBE3BB79-A10A-42F7-9A99-CBCE484D076A}"/>
              </a:ext>
            </a:extLst>
          </p:cNvPr>
          <p:cNvPicPr>
            <a:picLocks noChangeAspect="1"/>
          </p:cNvPicPr>
          <p:nvPr>
            <a:videoFile r:link="rId3"/>
            <p:extLst>
              <p:ext uri="{DAA4B4D4-6D71-4841-9C94-3DE7FCFB9230}">
                <p14:media xmlns:p14="http://schemas.microsoft.com/office/powerpoint/2010/main" r:embed="rId2"/>
              </p:ext>
            </p:extLst>
          </p:nvPr>
        </p:nvPicPr>
        <p:blipFill>
          <a:blip r:embed="rId5"/>
          <a:stretch>
            <a:fillRect/>
          </a:stretch>
        </p:blipFill>
        <p:spPr>
          <a:xfrm>
            <a:off x="6630530" y="2846174"/>
            <a:ext cx="4841684" cy="3406549"/>
          </a:xfrm>
          <a:prstGeom prst="round2DiagRect">
            <a:avLst>
              <a:gd name="adj1" fmla="val 16667"/>
              <a:gd name="adj2" fmla="val 0"/>
            </a:avLst>
          </a:prstGeom>
          <a:ln w="88900" cap="sq">
            <a:solidFill>
              <a:srgbClr val="FFFFFF"/>
            </a:solidFill>
            <a:miter lim="800000"/>
          </a:ln>
          <a:effectLst>
            <a:outerShdw blurRad="254000" algn="tl" rotWithShape="0">
              <a:srgbClr val="000000">
                <a:alpha val="43000"/>
              </a:srgbClr>
            </a:outerShdw>
          </a:effectLst>
        </p:spPr>
      </p:pic>
      <p:sp>
        <p:nvSpPr>
          <p:cNvPr id="10" name="平行四边形 9">
            <a:extLst>
              <a:ext uri="{FF2B5EF4-FFF2-40B4-BE49-F238E27FC236}">
                <a16:creationId xmlns:a16="http://schemas.microsoft.com/office/drawing/2014/main" id="{7D5F04C9-8520-5490-8AF8-D2B598EF2AF8}"/>
              </a:ext>
            </a:extLst>
          </p:cNvPr>
          <p:cNvSpPr/>
          <p:nvPr/>
        </p:nvSpPr>
        <p:spPr>
          <a:xfrm>
            <a:off x="304799" y="749300"/>
            <a:ext cx="691019" cy="387090"/>
          </a:xfrm>
          <a:prstGeom prst="parallelogram">
            <a:avLst/>
          </a:prstGeom>
          <a:solidFill>
            <a:schemeClr val="accent3">
              <a:lumMod val="75000"/>
            </a:schemeClr>
          </a:solidFill>
          <a:ln>
            <a:solidFill>
              <a:schemeClr val="accent3">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CN" sz="2200" dirty="0">
                <a:latin typeface="Impact" panose="020B0806030902050204" pitchFamily="34" charset="0"/>
              </a:rPr>
              <a:t>02</a:t>
            </a:r>
            <a:endParaRPr lang="zh-CN" altLang="en-US" sz="2200" dirty="0">
              <a:latin typeface="Impact" panose="020B0806030902050204" pitchFamily="34" charset="0"/>
            </a:endParaRPr>
          </a:p>
        </p:txBody>
      </p:sp>
    </p:spTree>
    <p:custDataLst>
      <p:tags r:id="rId1"/>
    </p:custDataLst>
    <p:extLst>
      <p:ext uri="{BB962C8B-B14F-4D97-AF65-F5344CB8AC3E}">
        <p14:creationId xmlns:p14="http://schemas.microsoft.com/office/powerpoint/2010/main" val="2097095360"/>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2" presetClass="entr" presetSubtype="1" fill="hold" nodeType="withEffect">
                                  <p:stCondLst>
                                    <p:cond delay="0"/>
                                  </p:stCondLst>
                                  <p:childTnLst>
                                    <p:set>
                                      <p:cBhvr>
                                        <p:cTn id="6" dur="1" fill="hold">
                                          <p:stCondLst>
                                            <p:cond delay="0"/>
                                          </p:stCondLst>
                                        </p:cTn>
                                        <p:tgtEl>
                                          <p:spTgt spid="4"/>
                                        </p:tgtEl>
                                        <p:attrNameLst>
                                          <p:attrName>style.visibility</p:attrName>
                                        </p:attrNameLst>
                                      </p:cBhvr>
                                      <p:to>
                                        <p:strVal val="visible"/>
                                      </p:to>
                                    </p:set>
                                    <p:anim calcmode="lin" valueType="num">
                                      <p:cBhvr additive="base">
                                        <p:cTn id="7" dur="1000"/>
                                        <p:tgtEl>
                                          <p:spTgt spid="4"/>
                                        </p:tgtEl>
                                        <p:attrNameLst>
                                          <p:attrName>ppt_y</p:attrName>
                                        </p:attrNameLst>
                                      </p:cBhvr>
                                      <p:tavLst>
                                        <p:tav tm="0">
                                          <p:val>
                                            <p:strVal val="#ppt_y-#ppt_h*1.125000"/>
                                          </p:val>
                                        </p:tav>
                                        <p:tav tm="100000">
                                          <p:val>
                                            <p:strVal val="#ppt_y"/>
                                          </p:val>
                                        </p:tav>
                                      </p:tavLst>
                                    </p:anim>
                                    <p:animEffect transition="in" filter="wipe(down)">
                                      <p:cBhvr>
                                        <p:cTn id="8" dur="1000"/>
                                        <p:tgtEl>
                                          <p:spTgt spid="4"/>
                                        </p:tgtEl>
                                      </p:cBhvr>
                                    </p:animEffect>
                                  </p:childTnLst>
                                </p:cTn>
                              </p:par>
                            </p:childTnLst>
                          </p:cTn>
                        </p:par>
                      </p:childTnLst>
                    </p:cTn>
                  </p:par>
                  <p:par>
                    <p:cTn id="9" fill="hold">
                      <p:stCondLst>
                        <p:cond delay="indefinite"/>
                      </p:stCondLst>
                      <p:childTnLst>
                        <p:par>
                          <p:cTn id="10" fill="hold">
                            <p:stCondLst>
                              <p:cond delay="0"/>
                            </p:stCondLst>
                            <p:childTnLst>
                              <p:par>
                                <p:cTn id="11" presetID="49" presetClass="entr" presetSubtype="0" decel="100000" fill="hold" grpId="0" nodeType="clickEffect">
                                  <p:stCondLst>
                                    <p:cond delay="0"/>
                                  </p:stCondLst>
                                  <p:childTnLst>
                                    <p:set>
                                      <p:cBhvr>
                                        <p:cTn id="12" dur="1" fill="hold">
                                          <p:stCondLst>
                                            <p:cond delay="0"/>
                                          </p:stCondLst>
                                        </p:cTn>
                                        <p:tgtEl>
                                          <p:spTgt spid="20"/>
                                        </p:tgtEl>
                                        <p:attrNameLst>
                                          <p:attrName>style.visibility</p:attrName>
                                        </p:attrNameLst>
                                      </p:cBhvr>
                                      <p:to>
                                        <p:strVal val="visible"/>
                                      </p:to>
                                    </p:set>
                                    <p:anim calcmode="lin" valueType="num">
                                      <p:cBhvr>
                                        <p:cTn id="13" dur="500" fill="hold"/>
                                        <p:tgtEl>
                                          <p:spTgt spid="20"/>
                                        </p:tgtEl>
                                        <p:attrNameLst>
                                          <p:attrName>ppt_w</p:attrName>
                                        </p:attrNameLst>
                                      </p:cBhvr>
                                      <p:tavLst>
                                        <p:tav tm="0">
                                          <p:val>
                                            <p:fltVal val="0"/>
                                          </p:val>
                                        </p:tav>
                                        <p:tav tm="100000">
                                          <p:val>
                                            <p:strVal val="#ppt_w"/>
                                          </p:val>
                                        </p:tav>
                                      </p:tavLst>
                                    </p:anim>
                                    <p:anim calcmode="lin" valueType="num">
                                      <p:cBhvr>
                                        <p:cTn id="14" dur="500" fill="hold"/>
                                        <p:tgtEl>
                                          <p:spTgt spid="20"/>
                                        </p:tgtEl>
                                        <p:attrNameLst>
                                          <p:attrName>ppt_h</p:attrName>
                                        </p:attrNameLst>
                                      </p:cBhvr>
                                      <p:tavLst>
                                        <p:tav tm="0">
                                          <p:val>
                                            <p:fltVal val="0"/>
                                          </p:val>
                                        </p:tav>
                                        <p:tav tm="100000">
                                          <p:val>
                                            <p:strVal val="#ppt_h"/>
                                          </p:val>
                                        </p:tav>
                                      </p:tavLst>
                                    </p:anim>
                                    <p:anim calcmode="lin" valueType="num">
                                      <p:cBhvr>
                                        <p:cTn id="15" dur="500" fill="hold"/>
                                        <p:tgtEl>
                                          <p:spTgt spid="20"/>
                                        </p:tgtEl>
                                        <p:attrNameLst>
                                          <p:attrName>style.rotation</p:attrName>
                                        </p:attrNameLst>
                                      </p:cBhvr>
                                      <p:tavLst>
                                        <p:tav tm="0">
                                          <p:val>
                                            <p:fltVal val="360"/>
                                          </p:val>
                                        </p:tav>
                                        <p:tav tm="100000">
                                          <p:val>
                                            <p:fltVal val="0"/>
                                          </p:val>
                                        </p:tav>
                                      </p:tavLst>
                                    </p:anim>
                                    <p:animEffect transition="in" filter="fade">
                                      <p:cBhvr>
                                        <p:cTn id="16" dur="500"/>
                                        <p:tgtEl>
                                          <p:spTgt spid="20"/>
                                        </p:tgtEl>
                                      </p:cBhvr>
                                    </p:animEffect>
                                  </p:childTnLst>
                                </p:cTn>
                              </p:par>
                            </p:childTnLst>
                          </p:cTn>
                        </p:par>
                        <p:par>
                          <p:cTn id="17" fill="hold">
                            <p:stCondLst>
                              <p:cond delay="500"/>
                            </p:stCondLst>
                            <p:childTnLst>
                              <p:par>
                                <p:cTn id="18" presetID="1" presetClass="entr" presetSubtype="0" fill="hold" grpId="0" nodeType="afterEffect">
                                  <p:stCondLst>
                                    <p:cond delay="0"/>
                                  </p:stCondLst>
                                  <p:iterate type="lt">
                                    <p:tmAbs val="100"/>
                                  </p:iterate>
                                  <p:childTnLst>
                                    <p:set>
                                      <p:cBhvr>
                                        <p:cTn id="19" dur="1" fill="hold">
                                          <p:stCondLst>
                                            <p:cond delay="0"/>
                                          </p:stCondLst>
                                        </p:cTn>
                                        <p:tgtEl>
                                          <p:spTgt spid="21"/>
                                        </p:tgtEl>
                                        <p:attrNameLst>
                                          <p:attrName>style.visibility</p:attrName>
                                        </p:attrNameLst>
                                      </p:cBhvr>
                                      <p:to>
                                        <p:strVal val="visible"/>
                                      </p:to>
                                    </p:set>
                                  </p:childTnLst>
                                </p:cTn>
                              </p:par>
                            </p:childTnLst>
                          </p:cTn>
                        </p:par>
                      </p:childTnLst>
                    </p:cTn>
                  </p:par>
                  <p:par>
                    <p:cTn id="20" fill="hold">
                      <p:stCondLst>
                        <p:cond delay="indefinite"/>
                      </p:stCondLst>
                      <p:childTnLst>
                        <p:par>
                          <p:cTn id="21" fill="hold">
                            <p:stCondLst>
                              <p:cond delay="0"/>
                            </p:stCondLst>
                            <p:childTnLst>
                              <p:par>
                                <p:cTn id="22" presetID="49" presetClass="entr" presetSubtype="0" decel="100000" fill="hold" grpId="0" nodeType="clickEffect">
                                  <p:stCondLst>
                                    <p:cond delay="0"/>
                                  </p:stCondLst>
                                  <p:childTnLst>
                                    <p:set>
                                      <p:cBhvr>
                                        <p:cTn id="23" dur="1" fill="hold">
                                          <p:stCondLst>
                                            <p:cond delay="0"/>
                                          </p:stCondLst>
                                        </p:cTn>
                                        <p:tgtEl>
                                          <p:spTgt spid="8"/>
                                        </p:tgtEl>
                                        <p:attrNameLst>
                                          <p:attrName>style.visibility</p:attrName>
                                        </p:attrNameLst>
                                      </p:cBhvr>
                                      <p:to>
                                        <p:strVal val="visible"/>
                                      </p:to>
                                    </p:set>
                                    <p:anim calcmode="lin" valueType="num">
                                      <p:cBhvr>
                                        <p:cTn id="24" dur="500" fill="hold"/>
                                        <p:tgtEl>
                                          <p:spTgt spid="8"/>
                                        </p:tgtEl>
                                        <p:attrNameLst>
                                          <p:attrName>ppt_w</p:attrName>
                                        </p:attrNameLst>
                                      </p:cBhvr>
                                      <p:tavLst>
                                        <p:tav tm="0">
                                          <p:val>
                                            <p:fltVal val="0"/>
                                          </p:val>
                                        </p:tav>
                                        <p:tav tm="100000">
                                          <p:val>
                                            <p:strVal val="#ppt_w"/>
                                          </p:val>
                                        </p:tav>
                                      </p:tavLst>
                                    </p:anim>
                                    <p:anim calcmode="lin" valueType="num">
                                      <p:cBhvr>
                                        <p:cTn id="25" dur="500" fill="hold"/>
                                        <p:tgtEl>
                                          <p:spTgt spid="8"/>
                                        </p:tgtEl>
                                        <p:attrNameLst>
                                          <p:attrName>ppt_h</p:attrName>
                                        </p:attrNameLst>
                                      </p:cBhvr>
                                      <p:tavLst>
                                        <p:tav tm="0">
                                          <p:val>
                                            <p:fltVal val="0"/>
                                          </p:val>
                                        </p:tav>
                                        <p:tav tm="100000">
                                          <p:val>
                                            <p:strVal val="#ppt_h"/>
                                          </p:val>
                                        </p:tav>
                                      </p:tavLst>
                                    </p:anim>
                                    <p:anim calcmode="lin" valueType="num">
                                      <p:cBhvr>
                                        <p:cTn id="26" dur="500" fill="hold"/>
                                        <p:tgtEl>
                                          <p:spTgt spid="8"/>
                                        </p:tgtEl>
                                        <p:attrNameLst>
                                          <p:attrName>style.rotation</p:attrName>
                                        </p:attrNameLst>
                                      </p:cBhvr>
                                      <p:tavLst>
                                        <p:tav tm="0">
                                          <p:val>
                                            <p:fltVal val="360"/>
                                          </p:val>
                                        </p:tav>
                                        <p:tav tm="100000">
                                          <p:val>
                                            <p:fltVal val="0"/>
                                          </p:val>
                                        </p:tav>
                                      </p:tavLst>
                                    </p:anim>
                                    <p:animEffect transition="in" filter="fade">
                                      <p:cBhvr>
                                        <p:cTn id="27" dur="500"/>
                                        <p:tgtEl>
                                          <p:spTgt spid="8"/>
                                        </p:tgtEl>
                                      </p:cBhvr>
                                    </p:animEffect>
                                  </p:childTnLst>
                                </p:cTn>
                              </p:par>
                            </p:childTnLst>
                          </p:cTn>
                        </p:par>
                        <p:par>
                          <p:cTn id="28" fill="hold">
                            <p:stCondLst>
                              <p:cond delay="500"/>
                            </p:stCondLst>
                            <p:childTnLst>
                              <p:par>
                                <p:cTn id="29" presetID="1" presetClass="entr" presetSubtype="0" fill="hold" grpId="0" nodeType="afterEffect">
                                  <p:stCondLst>
                                    <p:cond delay="0"/>
                                  </p:stCondLst>
                                  <p:iterate type="lt">
                                    <p:tmAbs val="100"/>
                                  </p:iterate>
                                  <p:childTnLst>
                                    <p:set>
                                      <p:cBhvr>
                                        <p:cTn id="30" dur="1" fill="hold">
                                          <p:stCondLst>
                                            <p:cond delay="0"/>
                                          </p:stCondLst>
                                        </p:cTn>
                                        <p:tgtEl>
                                          <p:spTgt spid="9"/>
                                        </p:tgtEl>
                                        <p:attrNameLst>
                                          <p:attrName>style.visibility</p:attrName>
                                        </p:attrNameLst>
                                      </p:cBhvr>
                                      <p:to>
                                        <p:strVal val="visible"/>
                                      </p:to>
                                    </p:set>
                                  </p:childTnLst>
                                </p:cTn>
                              </p:par>
                              <p:par>
                                <p:cTn id="31" presetID="2" presetClass="entr" presetSubtype="4" fill="hold" nodeType="withEffect">
                                  <p:stCondLst>
                                    <p:cond delay="0"/>
                                  </p:stCondLst>
                                  <p:childTnLst>
                                    <p:set>
                                      <p:cBhvr>
                                        <p:cTn id="32" dur="1" fill="hold">
                                          <p:stCondLst>
                                            <p:cond delay="0"/>
                                          </p:stCondLst>
                                        </p:cTn>
                                        <p:tgtEl>
                                          <p:spTgt spid="6"/>
                                        </p:tgtEl>
                                        <p:attrNameLst>
                                          <p:attrName>style.visibility</p:attrName>
                                        </p:attrNameLst>
                                      </p:cBhvr>
                                      <p:to>
                                        <p:strVal val="visible"/>
                                      </p:to>
                                    </p:set>
                                    <p:anim calcmode="lin" valueType="num">
                                      <p:cBhvr additive="base">
                                        <p:cTn id="33" dur="500" fill="hold"/>
                                        <p:tgtEl>
                                          <p:spTgt spid="6"/>
                                        </p:tgtEl>
                                        <p:attrNameLst>
                                          <p:attrName>ppt_x</p:attrName>
                                        </p:attrNameLst>
                                      </p:cBhvr>
                                      <p:tavLst>
                                        <p:tav tm="0">
                                          <p:val>
                                            <p:strVal val="#ppt_x"/>
                                          </p:val>
                                        </p:tav>
                                        <p:tav tm="100000">
                                          <p:val>
                                            <p:strVal val="#ppt_x"/>
                                          </p:val>
                                        </p:tav>
                                      </p:tavLst>
                                    </p:anim>
                                    <p:anim calcmode="lin" valueType="num">
                                      <p:cBhvr additive="base">
                                        <p:cTn id="34" dur="500" fill="hold"/>
                                        <p:tgtEl>
                                          <p:spTgt spid="6"/>
                                        </p:tgtEl>
                                        <p:attrNameLst>
                                          <p:attrName>ppt_y</p:attrName>
                                        </p:attrNameLst>
                                      </p:cBhvr>
                                      <p:tavLst>
                                        <p:tav tm="0">
                                          <p:val>
                                            <p:strVal val="1+#ppt_h/2"/>
                                          </p:val>
                                        </p:tav>
                                        <p:tav tm="100000">
                                          <p:val>
                                            <p:strVal val="#ppt_y"/>
                                          </p:val>
                                        </p:tav>
                                      </p:tavLst>
                                    </p:anim>
                                  </p:childTnLst>
                                </p:cTn>
                              </p:par>
                              <p:par>
                                <p:cTn id="35" presetID="1" presetClass="mediacall" presetSubtype="0" fill="hold" nodeType="withEffect">
                                  <p:stCondLst>
                                    <p:cond delay="0"/>
                                  </p:stCondLst>
                                  <p:childTnLst>
                                    <p:cmd type="call" cmd="playFrom(0.0)">
                                      <p:cBhvr>
                                        <p:cTn id="36" dur="23800" fill="hold"/>
                                        <p:tgtEl>
                                          <p:spTgt spid="6"/>
                                        </p:tgtEl>
                                      </p:cBhvr>
                                    </p:cmd>
                                  </p:childTnLst>
                                </p:cTn>
                              </p:par>
                            </p:childTnLst>
                          </p:cTn>
                        </p:par>
                      </p:childTnLst>
                    </p:cTn>
                  </p:par>
                </p:childTnLst>
              </p:cTn>
              <p:prevCondLst>
                <p:cond evt="onPrev" delay="0">
                  <p:tgtEl>
                    <p:sldTgt/>
                  </p:tgtEl>
                </p:cond>
              </p:prevCondLst>
              <p:nextCondLst>
                <p:cond evt="onNext" delay="0">
                  <p:tgtEl>
                    <p:sldTgt/>
                  </p:tgtEl>
                </p:cond>
              </p:nextCondLst>
            </p:seq>
            <p:video>
              <p:cMediaNode vol="80000">
                <p:cTn id="37" fill="hold" display="0">
                  <p:stCondLst>
                    <p:cond delay="indefinite"/>
                  </p:stCondLst>
                </p:cTn>
                <p:tgtEl>
                  <p:spTgt spid="6"/>
                </p:tgtEl>
              </p:cMediaNode>
            </p:video>
          </p:childTnLst>
        </p:cTn>
      </p:par>
    </p:tnLst>
    <p:bldLst>
      <p:bldP spid="20" grpId="0" animBg="1"/>
      <p:bldP spid="21" grpId="0"/>
      <p:bldP spid="8" grpId="0" animBg="1"/>
      <p:bldP spid="9" grpId="0"/>
    </p:bldLst>
  </p:timing>
</p:sld>
</file>

<file path=ppt/slides/slide53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 name="文本框 6">
            <a:extLst>
              <a:ext uri="{FF2B5EF4-FFF2-40B4-BE49-F238E27FC236}">
                <a16:creationId xmlns:a16="http://schemas.microsoft.com/office/drawing/2014/main" id="{4C047638-984E-4D64-9DEA-9890FE5F752C}"/>
              </a:ext>
            </a:extLst>
          </p:cNvPr>
          <p:cNvSpPr txBox="1"/>
          <p:nvPr/>
        </p:nvSpPr>
        <p:spPr>
          <a:xfrm>
            <a:off x="1313609" y="3594100"/>
            <a:ext cx="2188798" cy="1704634"/>
          </a:xfrm>
          <a:prstGeom prst="rect">
            <a:avLst/>
          </a:prstGeom>
          <a:noFill/>
        </p:spPr>
        <p:txBody>
          <a:bodyPr wrap="square" rtlCol="0">
            <a:spAutoFit/>
          </a:bodyPr>
          <a:lstStyle/>
          <a:p>
            <a:pPr>
              <a:lnSpc>
                <a:spcPct val="150000"/>
              </a:lnSpc>
            </a:pPr>
            <a:r>
              <a:rPr lang="zh-CN" altLang="en-US" b="1" dirty="0"/>
              <a:t>频段：</a:t>
            </a:r>
            <a:r>
              <a:rPr lang="en-US" altLang="zh-CN" b="1" dirty="0"/>
              <a:t>60GHz</a:t>
            </a:r>
          </a:p>
          <a:p>
            <a:pPr>
              <a:lnSpc>
                <a:spcPct val="150000"/>
              </a:lnSpc>
            </a:pPr>
            <a:r>
              <a:rPr lang="zh-CN" altLang="en-US" b="1" dirty="0"/>
              <a:t>最高速率：</a:t>
            </a:r>
            <a:r>
              <a:rPr lang="en-US" altLang="zh-CN" b="1" dirty="0"/>
              <a:t>7Gb/s</a:t>
            </a:r>
          </a:p>
          <a:p>
            <a:pPr>
              <a:lnSpc>
                <a:spcPct val="150000"/>
              </a:lnSpc>
            </a:pPr>
            <a:r>
              <a:rPr lang="zh-CN" altLang="en-US" b="1" dirty="0"/>
              <a:t>家庭内部无线高清音视频信号传输</a:t>
            </a:r>
          </a:p>
        </p:txBody>
      </p:sp>
      <p:sp>
        <p:nvSpPr>
          <p:cNvPr id="50" name="文本框 49">
            <a:extLst>
              <a:ext uri="{FF2B5EF4-FFF2-40B4-BE49-F238E27FC236}">
                <a16:creationId xmlns:a16="http://schemas.microsoft.com/office/drawing/2014/main" id="{EA868292-6E5C-49AA-B6BC-BBE028CF70B7}"/>
              </a:ext>
            </a:extLst>
          </p:cNvPr>
          <p:cNvSpPr txBox="1"/>
          <p:nvPr/>
        </p:nvSpPr>
        <p:spPr>
          <a:xfrm>
            <a:off x="3844379" y="3594100"/>
            <a:ext cx="2188798" cy="873637"/>
          </a:xfrm>
          <a:prstGeom prst="rect">
            <a:avLst/>
          </a:prstGeom>
          <a:noFill/>
        </p:spPr>
        <p:txBody>
          <a:bodyPr wrap="square" rtlCol="0">
            <a:spAutoFit/>
          </a:bodyPr>
          <a:lstStyle/>
          <a:p>
            <a:pPr>
              <a:lnSpc>
                <a:spcPct val="150000"/>
              </a:lnSpc>
            </a:pPr>
            <a:r>
              <a:rPr lang="zh-CN" altLang="en-US" b="1" dirty="0"/>
              <a:t>频段：</a:t>
            </a:r>
            <a:r>
              <a:rPr lang="en-US" altLang="zh-CN" b="1" dirty="0"/>
              <a:t>5GHz</a:t>
            </a:r>
          </a:p>
          <a:p>
            <a:pPr>
              <a:lnSpc>
                <a:spcPct val="150000"/>
              </a:lnSpc>
            </a:pPr>
            <a:r>
              <a:rPr lang="zh-CN" altLang="en-US" b="1" dirty="0"/>
              <a:t>最高速率：</a:t>
            </a:r>
            <a:r>
              <a:rPr lang="en-US" altLang="zh-CN" b="1" dirty="0"/>
              <a:t>1Gb/s</a:t>
            </a:r>
          </a:p>
        </p:txBody>
      </p:sp>
      <p:sp>
        <p:nvSpPr>
          <p:cNvPr id="51" name="文本框 50">
            <a:extLst>
              <a:ext uri="{FF2B5EF4-FFF2-40B4-BE49-F238E27FC236}">
                <a16:creationId xmlns:a16="http://schemas.microsoft.com/office/drawing/2014/main" id="{ED37343E-431D-47C7-B7EF-5B59BCF45F63}"/>
              </a:ext>
            </a:extLst>
          </p:cNvPr>
          <p:cNvSpPr txBox="1"/>
          <p:nvPr/>
        </p:nvSpPr>
        <p:spPr>
          <a:xfrm>
            <a:off x="6480818" y="3594100"/>
            <a:ext cx="2188798" cy="2535631"/>
          </a:xfrm>
          <a:prstGeom prst="rect">
            <a:avLst/>
          </a:prstGeom>
          <a:noFill/>
        </p:spPr>
        <p:txBody>
          <a:bodyPr wrap="square" rtlCol="0">
            <a:spAutoFit/>
          </a:bodyPr>
          <a:lstStyle/>
          <a:p>
            <a:pPr>
              <a:lnSpc>
                <a:spcPct val="150000"/>
              </a:lnSpc>
            </a:pPr>
            <a:r>
              <a:rPr lang="zh-CN" altLang="en-US" b="1" dirty="0"/>
              <a:t>频段：</a:t>
            </a:r>
            <a:r>
              <a:rPr lang="en-US" altLang="zh-CN" b="1" dirty="0"/>
              <a:t>900MHz</a:t>
            </a:r>
          </a:p>
          <a:p>
            <a:pPr>
              <a:lnSpc>
                <a:spcPct val="150000"/>
              </a:lnSpc>
            </a:pPr>
            <a:r>
              <a:rPr lang="zh-CN" altLang="en-US" b="1" dirty="0"/>
              <a:t>最高速率：</a:t>
            </a:r>
            <a:r>
              <a:rPr lang="en-US" altLang="zh-CN" b="1" dirty="0"/>
              <a:t>18Mb/s</a:t>
            </a:r>
          </a:p>
          <a:p>
            <a:pPr>
              <a:lnSpc>
                <a:spcPct val="150000"/>
              </a:lnSpc>
            </a:pPr>
            <a:r>
              <a:rPr lang="zh-CN" altLang="en-US" b="1" dirty="0"/>
              <a:t>功耗低、传输距离长（可达</a:t>
            </a:r>
            <a:r>
              <a:rPr lang="en-US" altLang="zh-CN" b="1" dirty="0"/>
              <a:t>1km</a:t>
            </a:r>
            <a:r>
              <a:rPr lang="zh-CN" altLang="en-US" b="1" dirty="0"/>
              <a:t>），很适合物联网设备之间的通信</a:t>
            </a:r>
          </a:p>
        </p:txBody>
      </p:sp>
      <p:sp>
        <p:nvSpPr>
          <p:cNvPr id="52" name="文本框 51">
            <a:extLst>
              <a:ext uri="{FF2B5EF4-FFF2-40B4-BE49-F238E27FC236}">
                <a16:creationId xmlns:a16="http://schemas.microsoft.com/office/drawing/2014/main" id="{71D10498-38FE-4268-95D3-0751531D09DF}"/>
              </a:ext>
            </a:extLst>
          </p:cNvPr>
          <p:cNvSpPr txBox="1"/>
          <p:nvPr/>
        </p:nvSpPr>
        <p:spPr>
          <a:xfrm>
            <a:off x="9011588" y="3594100"/>
            <a:ext cx="2188798" cy="873637"/>
          </a:xfrm>
          <a:prstGeom prst="rect">
            <a:avLst/>
          </a:prstGeom>
          <a:noFill/>
        </p:spPr>
        <p:txBody>
          <a:bodyPr wrap="square" rtlCol="0">
            <a:spAutoFit/>
          </a:bodyPr>
          <a:lstStyle/>
          <a:p>
            <a:pPr>
              <a:lnSpc>
                <a:spcPct val="150000"/>
              </a:lnSpc>
            </a:pPr>
            <a:r>
              <a:rPr lang="zh-CN" altLang="en-US" b="1" dirty="0"/>
              <a:t>频段：</a:t>
            </a:r>
            <a:r>
              <a:rPr lang="en-US" altLang="zh-CN" b="1" dirty="0"/>
              <a:t>2.4GHz/5GHz</a:t>
            </a:r>
          </a:p>
          <a:p>
            <a:pPr>
              <a:lnSpc>
                <a:spcPct val="150000"/>
              </a:lnSpc>
            </a:pPr>
            <a:r>
              <a:rPr lang="zh-CN" altLang="en-US" b="1" dirty="0"/>
              <a:t>最高速率：</a:t>
            </a:r>
            <a:r>
              <a:rPr lang="en-US" altLang="zh-CN" b="1" dirty="0"/>
              <a:t>9.6Gb/s</a:t>
            </a:r>
          </a:p>
        </p:txBody>
      </p:sp>
      <p:grpSp>
        <p:nvGrpSpPr>
          <p:cNvPr id="4" name="组合 3">
            <a:extLst>
              <a:ext uri="{FF2B5EF4-FFF2-40B4-BE49-F238E27FC236}">
                <a16:creationId xmlns:a16="http://schemas.microsoft.com/office/drawing/2014/main" id="{9A1EA9F2-FCB6-48C3-935F-7AE7E3AD14AC}"/>
              </a:ext>
            </a:extLst>
          </p:cNvPr>
          <p:cNvGrpSpPr/>
          <p:nvPr/>
        </p:nvGrpSpPr>
        <p:grpSpPr>
          <a:xfrm>
            <a:off x="304800" y="749300"/>
            <a:ext cx="4938199" cy="400110"/>
            <a:chOff x="424117" y="898245"/>
            <a:chExt cx="4938199" cy="400110"/>
          </a:xfrm>
        </p:grpSpPr>
        <p:sp>
          <p:nvSpPr>
            <p:cNvPr id="2" name="平行四边形 1">
              <a:extLst>
                <a:ext uri="{FF2B5EF4-FFF2-40B4-BE49-F238E27FC236}">
                  <a16:creationId xmlns:a16="http://schemas.microsoft.com/office/drawing/2014/main" id="{1F5BAA3F-9845-4F89-A2DD-8222D3E4EDAC}"/>
                </a:ext>
              </a:extLst>
            </p:cNvPr>
            <p:cNvSpPr/>
            <p:nvPr/>
          </p:nvSpPr>
          <p:spPr>
            <a:xfrm>
              <a:off x="424117" y="898245"/>
              <a:ext cx="628306" cy="387090"/>
            </a:xfrm>
            <a:prstGeom prst="parallelogram">
              <a:avLst/>
            </a:prstGeom>
            <a:solidFill>
              <a:schemeClr val="accent3">
                <a:lumMod val="75000"/>
              </a:schemeClr>
            </a:solidFill>
            <a:ln>
              <a:solidFill>
                <a:schemeClr val="accent3">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CN" sz="2200" dirty="0">
                  <a:latin typeface="Impact" panose="020B0806030902050204" pitchFamily="34" charset="0"/>
                </a:rPr>
                <a:t>01</a:t>
              </a:r>
              <a:endParaRPr lang="zh-CN" altLang="en-US" sz="2200" dirty="0">
                <a:latin typeface="Impact" panose="020B0806030902050204" pitchFamily="34" charset="0"/>
              </a:endParaRPr>
            </a:p>
          </p:txBody>
        </p:sp>
        <p:sp>
          <p:nvSpPr>
            <p:cNvPr id="3" name="文本框 2">
              <a:extLst>
                <a:ext uri="{FF2B5EF4-FFF2-40B4-BE49-F238E27FC236}">
                  <a16:creationId xmlns:a16="http://schemas.microsoft.com/office/drawing/2014/main" id="{4D6BD736-A4D3-4F26-AFED-36E11F50F70B}"/>
                </a:ext>
              </a:extLst>
            </p:cNvPr>
            <p:cNvSpPr txBox="1"/>
            <p:nvPr/>
          </p:nvSpPr>
          <p:spPr>
            <a:xfrm>
              <a:off x="1052423" y="898245"/>
              <a:ext cx="4309893" cy="400110"/>
            </a:xfrm>
            <a:prstGeom prst="rect">
              <a:avLst/>
            </a:prstGeom>
            <a:noFill/>
          </p:spPr>
          <p:txBody>
            <a:bodyPr wrap="square" rtlCol="0">
              <a:spAutoFit/>
            </a:bodyPr>
            <a:lstStyle/>
            <a:p>
              <a:r>
                <a:rPr lang="en-US" altLang="zh-CN" sz="2000" b="1" dirty="0">
                  <a:solidFill>
                    <a:schemeClr val="tx1"/>
                  </a:solidFill>
                  <a:latin typeface="Arial Narrow" panose="020B0606020202030204" pitchFamily="34" charset="0"/>
                </a:rPr>
                <a:t>802.11</a:t>
              </a:r>
              <a:r>
                <a:rPr lang="zh-CN" altLang="en-US" sz="2000" b="1" dirty="0">
                  <a:solidFill>
                    <a:schemeClr val="tx1"/>
                  </a:solidFill>
                  <a:latin typeface="Arial Narrow" panose="020B0606020202030204" pitchFamily="34" charset="0"/>
                </a:rPr>
                <a:t>无线局域网的物理层</a:t>
              </a:r>
              <a:endParaRPr lang="en-US" altLang="zh-CN" sz="2000" b="1" dirty="0">
                <a:solidFill>
                  <a:schemeClr val="tx1"/>
                </a:solidFill>
                <a:latin typeface="Arial Narrow" panose="020B0606020202030204" pitchFamily="34" charset="0"/>
              </a:endParaRPr>
            </a:p>
          </p:txBody>
        </p:sp>
      </p:grpSp>
      <p:sp>
        <p:nvSpPr>
          <p:cNvPr id="20" name="矩形 19">
            <a:extLst>
              <a:ext uri="{FF2B5EF4-FFF2-40B4-BE49-F238E27FC236}">
                <a16:creationId xmlns:a16="http://schemas.microsoft.com/office/drawing/2014/main" id="{D40B1076-C7AA-46B2-AD6A-AE67FCC8EB53}"/>
              </a:ext>
            </a:extLst>
          </p:cNvPr>
          <p:cNvSpPr/>
          <p:nvPr/>
        </p:nvSpPr>
        <p:spPr>
          <a:xfrm>
            <a:off x="1056633" y="1335374"/>
            <a:ext cx="256976" cy="256976"/>
          </a:xfrm>
          <a:prstGeom prst="rect">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21" name="íşlïḍè">
            <a:extLst>
              <a:ext uri="{FF2B5EF4-FFF2-40B4-BE49-F238E27FC236}">
                <a16:creationId xmlns:a16="http://schemas.microsoft.com/office/drawing/2014/main" id="{2882B8A8-A951-4E36-A813-EE9E39641F4F}"/>
              </a:ext>
            </a:extLst>
          </p:cNvPr>
          <p:cNvSpPr txBox="1"/>
          <p:nvPr/>
        </p:nvSpPr>
        <p:spPr>
          <a:xfrm>
            <a:off x="1373861" y="1281052"/>
            <a:ext cx="10513339" cy="400110"/>
          </a:xfrm>
          <a:prstGeom prst="rect">
            <a:avLst/>
          </a:prstGeom>
          <a:noFill/>
        </p:spPr>
        <p:txBody>
          <a:bodyPr wrap="square" lIns="91440" tIns="45720" rIns="91440" bIns="45720" anchor="ctr">
            <a:noAutofit/>
          </a:bodyPr>
          <a:lstStyle/>
          <a:p>
            <a:r>
              <a:rPr lang="zh-CN" altLang="en-US" b="1" dirty="0">
                <a:latin typeface="Arial Narrow" panose="020B0606020202030204" pitchFamily="34" charset="0"/>
              </a:rPr>
              <a:t>最近几年，</a:t>
            </a:r>
            <a:r>
              <a:rPr lang="en-US" altLang="zh-CN" b="1" dirty="0">
                <a:latin typeface="Arial Narrow" panose="020B0606020202030204" pitchFamily="34" charset="0"/>
              </a:rPr>
              <a:t>802.11</a:t>
            </a:r>
            <a:r>
              <a:rPr lang="zh-CN" altLang="en-US" b="1" dirty="0">
                <a:latin typeface="Arial Narrow" panose="020B0606020202030204" pitchFamily="34" charset="0"/>
              </a:rPr>
              <a:t>无线局域网又有一些新的物理层标准陆续推出：</a:t>
            </a:r>
          </a:p>
        </p:txBody>
      </p:sp>
      <p:grpSp>
        <p:nvGrpSpPr>
          <p:cNvPr id="53" name="组合 52">
            <a:extLst>
              <a:ext uri="{FF2B5EF4-FFF2-40B4-BE49-F238E27FC236}">
                <a16:creationId xmlns:a16="http://schemas.microsoft.com/office/drawing/2014/main" id="{90266520-5E82-4E7D-B7D7-E1EC9DF4A44A}"/>
              </a:ext>
            </a:extLst>
          </p:cNvPr>
          <p:cNvGrpSpPr/>
          <p:nvPr/>
        </p:nvGrpSpPr>
        <p:grpSpPr>
          <a:xfrm>
            <a:off x="1316322" y="2101826"/>
            <a:ext cx="9559356" cy="1388330"/>
            <a:chOff x="1316322" y="2101826"/>
            <a:chExt cx="9559356" cy="1388330"/>
          </a:xfrm>
        </p:grpSpPr>
        <p:cxnSp>
          <p:nvCxnSpPr>
            <p:cNvPr id="16" name="直接连接符 15">
              <a:extLst>
                <a:ext uri="{FF2B5EF4-FFF2-40B4-BE49-F238E27FC236}">
                  <a16:creationId xmlns:a16="http://schemas.microsoft.com/office/drawing/2014/main" id="{61014A14-CED1-44E3-A7BA-D050D61214D2}"/>
                </a:ext>
              </a:extLst>
            </p:cNvPr>
            <p:cNvCxnSpPr>
              <a:cxnSpLocks/>
            </p:cNvCxnSpPr>
            <p:nvPr/>
          </p:nvCxnSpPr>
          <p:spPr>
            <a:xfrm>
              <a:off x="1316322" y="2606335"/>
              <a:ext cx="9433711" cy="0"/>
            </a:xfrm>
            <a:prstGeom prst="line">
              <a:avLst/>
            </a:prstGeom>
            <a:noFill/>
            <a:ln>
              <a:gradFill>
                <a:gsLst>
                  <a:gs pos="0">
                    <a:schemeClr val="tx1"/>
                  </a:gs>
                  <a:gs pos="100000">
                    <a:schemeClr val="tx1">
                      <a:alpha val="10000"/>
                    </a:schemeClr>
                  </a:gs>
                </a:gsLst>
                <a:lin ang="5400000" scaled="1"/>
              </a:gradFill>
            </a:ln>
          </p:spPr>
          <p:style>
            <a:lnRef idx="2">
              <a:schemeClr val="accent1">
                <a:shade val="50000"/>
              </a:schemeClr>
            </a:lnRef>
            <a:fillRef idx="1">
              <a:schemeClr val="accent1"/>
            </a:fillRef>
            <a:effectRef idx="0">
              <a:schemeClr val="accent1"/>
            </a:effectRef>
            <a:fontRef idx="minor">
              <a:schemeClr val="lt1"/>
            </a:fontRef>
          </p:style>
        </p:cxnSp>
        <p:sp>
          <p:nvSpPr>
            <p:cNvPr id="42" name="圆角矩形 13">
              <a:extLst>
                <a:ext uri="{FF2B5EF4-FFF2-40B4-BE49-F238E27FC236}">
                  <a16:creationId xmlns:a16="http://schemas.microsoft.com/office/drawing/2014/main" id="{8639BC4A-8223-4801-BFFA-6B32B7E990D7}"/>
                </a:ext>
              </a:extLst>
            </p:cNvPr>
            <p:cNvSpPr/>
            <p:nvPr/>
          </p:nvSpPr>
          <p:spPr>
            <a:xfrm>
              <a:off x="1357383" y="3068220"/>
              <a:ext cx="1816641" cy="421936"/>
            </a:xfrm>
            <a:prstGeom prst="roundRect">
              <a:avLst>
                <a:gd name="adj" fmla="val 50000"/>
              </a:avLst>
            </a:prstGeom>
            <a:ln/>
          </p:spPr>
          <p:style>
            <a:lnRef idx="2">
              <a:schemeClr val="accent6">
                <a:shade val="50000"/>
              </a:schemeClr>
            </a:lnRef>
            <a:fillRef idx="1">
              <a:schemeClr val="accent6"/>
            </a:fillRef>
            <a:effectRef idx="0">
              <a:schemeClr val="accent6"/>
            </a:effectRef>
            <a:fontRef idx="minor">
              <a:schemeClr val="lt1"/>
            </a:fontRef>
          </p:style>
          <p:txBody>
            <a:bodyPr vert="horz" lIns="90000" tIns="46800" rIns="90000" bIns="46800" rtlCol="0" anchor="ctr" anchorCtr="0">
              <a:noAutofit/>
            </a:bodyPr>
            <a:lstStyle/>
            <a:p>
              <a:pPr algn="ctr" eaLnBrk="0" fontAlgn="base" hangingPunct="0">
                <a:spcBef>
                  <a:spcPct val="0"/>
                </a:spcBef>
                <a:spcAft>
                  <a:spcPct val="0"/>
                </a:spcAft>
              </a:pPr>
              <a:r>
                <a:rPr lang="en-US" altLang="zh-CN" sz="2400" b="1" dirty="0">
                  <a:solidFill>
                    <a:schemeClr val="bg1"/>
                  </a:solidFill>
                </a:rPr>
                <a:t>802.11ad</a:t>
              </a:r>
            </a:p>
          </p:txBody>
        </p:sp>
        <p:sp>
          <p:nvSpPr>
            <p:cNvPr id="43" name="任意多边形 19">
              <a:extLst>
                <a:ext uri="{FF2B5EF4-FFF2-40B4-BE49-F238E27FC236}">
                  <a16:creationId xmlns:a16="http://schemas.microsoft.com/office/drawing/2014/main" id="{264626AC-863E-48DC-B252-7F991066BD11}"/>
                </a:ext>
              </a:extLst>
            </p:cNvPr>
            <p:cNvSpPr/>
            <p:nvPr/>
          </p:nvSpPr>
          <p:spPr>
            <a:xfrm>
              <a:off x="2178165" y="2507360"/>
              <a:ext cx="175077" cy="197951"/>
            </a:xfrm>
            <a:custGeom>
              <a:avLst/>
              <a:gdLst>
                <a:gd name="connsiteX0" fmla="*/ 1496663 w 1635382"/>
                <a:gd name="connsiteY0" fmla="*/ 679532 h 1849045"/>
                <a:gd name="connsiteX1" fmla="*/ 432721 w 1635382"/>
                <a:gd name="connsiteY1" fmla="*/ 41167 h 1849045"/>
                <a:gd name="connsiteX2" fmla="*/ 0 w 1635382"/>
                <a:gd name="connsiteY2" fmla="*/ 286245 h 1849045"/>
                <a:gd name="connsiteX3" fmla="*/ 0 w 1635382"/>
                <a:gd name="connsiteY3" fmla="*/ 1562881 h 1849045"/>
                <a:gd name="connsiteX4" fmla="*/ 432721 w 1635382"/>
                <a:gd name="connsiteY4" fmla="*/ 1807864 h 1849045"/>
                <a:gd name="connsiteX5" fmla="*/ 1496568 w 1635382"/>
                <a:gd name="connsiteY5" fmla="*/ 1169594 h 1849045"/>
                <a:gd name="connsiteX6" fmla="*/ 1496663 w 1635382"/>
                <a:gd name="connsiteY6" fmla="*/ 679532 h 184904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635382" h="1849045">
                  <a:moveTo>
                    <a:pt x="1496663" y="679532"/>
                  </a:moveTo>
                  <a:lnTo>
                    <a:pt x="432721" y="41167"/>
                  </a:lnTo>
                  <a:cubicBezTo>
                    <a:pt x="242316" y="-73133"/>
                    <a:pt x="0" y="64122"/>
                    <a:pt x="0" y="286245"/>
                  </a:cubicBezTo>
                  <a:lnTo>
                    <a:pt x="0" y="1562881"/>
                  </a:lnTo>
                  <a:cubicBezTo>
                    <a:pt x="0" y="1785004"/>
                    <a:pt x="242316" y="1922164"/>
                    <a:pt x="432721" y="1807864"/>
                  </a:cubicBezTo>
                  <a:lnTo>
                    <a:pt x="1496568" y="1169594"/>
                  </a:lnTo>
                  <a:cubicBezTo>
                    <a:pt x="1681639" y="1058532"/>
                    <a:pt x="1681639" y="790499"/>
                    <a:pt x="1496663" y="679532"/>
                  </a:cubicBezTo>
                  <a:close/>
                </a:path>
              </a:pathLst>
            </a:custGeom>
            <a:ln/>
          </p:spPr>
          <p:style>
            <a:lnRef idx="3">
              <a:schemeClr val="lt1"/>
            </a:lnRef>
            <a:fillRef idx="1">
              <a:schemeClr val="dk1"/>
            </a:fillRef>
            <a:effectRef idx="1">
              <a:schemeClr val="dk1"/>
            </a:effectRef>
            <a:fontRef idx="minor">
              <a:schemeClr val="lt1"/>
            </a:fontRef>
          </p:style>
          <p:txBody>
            <a:bodyPr rot="0" spcFirstLastPara="0" vert="horz" wrap="square" lIns="91440" tIns="45720" rIns="91440" bIns="45720" numCol="1" spcCol="0" rtlCol="0" fromWordArt="0" anchor="ctr" anchorCtr="0" forceAA="0" compatLnSpc="1">
              <a:normAutofit fontScale="40000" lnSpcReduction="20000"/>
            </a:bodyPr>
            <a:lstStyle/>
            <a:p>
              <a:pPr algn="ctr" defTabSz="913765"/>
              <a:endParaRPr lang="zh-CN" altLang="en-US" sz="2000" b="1" dirty="0">
                <a:solidFill>
                  <a:schemeClr val="bg1"/>
                </a:solidFill>
              </a:endParaRPr>
            </a:p>
          </p:txBody>
        </p:sp>
        <p:sp>
          <p:nvSpPr>
            <p:cNvPr id="36" name="任意多边形 20">
              <a:extLst>
                <a:ext uri="{FF2B5EF4-FFF2-40B4-BE49-F238E27FC236}">
                  <a16:creationId xmlns:a16="http://schemas.microsoft.com/office/drawing/2014/main" id="{2C488BB7-DA2B-4A2B-A1BD-FACC82D87998}"/>
                </a:ext>
              </a:extLst>
            </p:cNvPr>
            <p:cNvSpPr/>
            <p:nvPr/>
          </p:nvSpPr>
          <p:spPr>
            <a:xfrm>
              <a:off x="4745383" y="2507360"/>
              <a:ext cx="175077" cy="197951"/>
            </a:xfrm>
            <a:custGeom>
              <a:avLst/>
              <a:gdLst>
                <a:gd name="connsiteX0" fmla="*/ 1496663 w 1635382"/>
                <a:gd name="connsiteY0" fmla="*/ 679532 h 1849045"/>
                <a:gd name="connsiteX1" fmla="*/ 432721 w 1635382"/>
                <a:gd name="connsiteY1" fmla="*/ 41167 h 1849045"/>
                <a:gd name="connsiteX2" fmla="*/ 0 w 1635382"/>
                <a:gd name="connsiteY2" fmla="*/ 286245 h 1849045"/>
                <a:gd name="connsiteX3" fmla="*/ 0 w 1635382"/>
                <a:gd name="connsiteY3" fmla="*/ 1562881 h 1849045"/>
                <a:gd name="connsiteX4" fmla="*/ 432721 w 1635382"/>
                <a:gd name="connsiteY4" fmla="*/ 1807864 h 1849045"/>
                <a:gd name="connsiteX5" fmla="*/ 1496568 w 1635382"/>
                <a:gd name="connsiteY5" fmla="*/ 1169594 h 1849045"/>
                <a:gd name="connsiteX6" fmla="*/ 1496663 w 1635382"/>
                <a:gd name="connsiteY6" fmla="*/ 679532 h 184904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635382" h="1849045">
                  <a:moveTo>
                    <a:pt x="1496663" y="679532"/>
                  </a:moveTo>
                  <a:lnTo>
                    <a:pt x="432721" y="41167"/>
                  </a:lnTo>
                  <a:cubicBezTo>
                    <a:pt x="242316" y="-73133"/>
                    <a:pt x="0" y="64122"/>
                    <a:pt x="0" y="286245"/>
                  </a:cubicBezTo>
                  <a:lnTo>
                    <a:pt x="0" y="1562881"/>
                  </a:lnTo>
                  <a:cubicBezTo>
                    <a:pt x="0" y="1785004"/>
                    <a:pt x="242316" y="1922164"/>
                    <a:pt x="432721" y="1807864"/>
                  </a:cubicBezTo>
                  <a:lnTo>
                    <a:pt x="1496568" y="1169594"/>
                  </a:lnTo>
                  <a:cubicBezTo>
                    <a:pt x="1681639" y="1058532"/>
                    <a:pt x="1681639" y="790499"/>
                    <a:pt x="1496663" y="679532"/>
                  </a:cubicBezTo>
                  <a:close/>
                </a:path>
              </a:pathLst>
            </a:custGeom>
            <a:ln/>
          </p:spPr>
          <p:style>
            <a:lnRef idx="3">
              <a:schemeClr val="lt1"/>
            </a:lnRef>
            <a:fillRef idx="1">
              <a:schemeClr val="dk1"/>
            </a:fillRef>
            <a:effectRef idx="1">
              <a:schemeClr val="dk1"/>
            </a:effectRef>
            <a:fontRef idx="minor">
              <a:schemeClr val="lt1"/>
            </a:fontRef>
          </p:style>
          <p:txBody>
            <a:bodyPr rot="0" spcFirstLastPara="0" vert="horz" wrap="square" lIns="91440" tIns="45720" rIns="91440" bIns="45720" numCol="1" spcCol="0" rtlCol="0" fromWordArt="0" anchor="ctr" anchorCtr="0" forceAA="0" compatLnSpc="1">
              <a:normAutofit fontScale="40000" lnSpcReduction="20000"/>
            </a:bodyPr>
            <a:lstStyle/>
            <a:p>
              <a:pPr algn="ctr" defTabSz="913765"/>
              <a:endParaRPr lang="zh-CN" altLang="en-US" sz="2000" b="1" dirty="0">
                <a:solidFill>
                  <a:schemeClr val="bg1"/>
                </a:solidFill>
              </a:endParaRPr>
            </a:p>
          </p:txBody>
        </p:sp>
        <p:sp>
          <p:nvSpPr>
            <p:cNvPr id="37" name="圆角矩形 24">
              <a:extLst>
                <a:ext uri="{FF2B5EF4-FFF2-40B4-BE49-F238E27FC236}">
                  <a16:creationId xmlns:a16="http://schemas.microsoft.com/office/drawing/2014/main" id="{D5BC6693-3D47-4270-A961-381A5D94D648}"/>
                </a:ext>
              </a:extLst>
            </p:cNvPr>
            <p:cNvSpPr/>
            <p:nvPr/>
          </p:nvSpPr>
          <p:spPr>
            <a:xfrm>
              <a:off x="3924601" y="3068220"/>
              <a:ext cx="1816641" cy="421936"/>
            </a:xfrm>
            <a:prstGeom prst="roundRect">
              <a:avLst>
                <a:gd name="adj" fmla="val 50000"/>
              </a:avLst>
            </a:prstGeom>
            <a:ln/>
          </p:spPr>
          <p:style>
            <a:lnRef idx="2">
              <a:schemeClr val="accent5">
                <a:shade val="50000"/>
              </a:schemeClr>
            </a:lnRef>
            <a:fillRef idx="1">
              <a:schemeClr val="accent5"/>
            </a:fillRef>
            <a:effectRef idx="0">
              <a:schemeClr val="accent5"/>
            </a:effectRef>
            <a:fontRef idx="minor">
              <a:schemeClr val="lt1"/>
            </a:fontRef>
          </p:style>
          <p:txBody>
            <a:bodyPr vert="horz" lIns="90000" tIns="46800" rIns="90000" bIns="46800" rtlCol="0" anchor="ctr" anchorCtr="0">
              <a:noAutofit/>
            </a:bodyPr>
            <a:lstStyle/>
            <a:p>
              <a:pPr algn="ctr" eaLnBrk="0" fontAlgn="base" hangingPunct="0">
                <a:spcBef>
                  <a:spcPct val="0"/>
                </a:spcBef>
                <a:spcAft>
                  <a:spcPct val="0"/>
                </a:spcAft>
              </a:pPr>
              <a:r>
                <a:rPr lang="en-US" altLang="zh-CN" sz="2400" b="1" dirty="0">
                  <a:solidFill>
                    <a:schemeClr val="bg1"/>
                  </a:solidFill>
                </a:rPr>
                <a:t>802.11ac</a:t>
              </a:r>
            </a:p>
          </p:txBody>
        </p:sp>
        <p:sp>
          <p:nvSpPr>
            <p:cNvPr id="30" name="任意多边形 21">
              <a:extLst>
                <a:ext uri="{FF2B5EF4-FFF2-40B4-BE49-F238E27FC236}">
                  <a16:creationId xmlns:a16="http://schemas.microsoft.com/office/drawing/2014/main" id="{09E02023-68F8-417A-9DE2-9600E1F024F5}"/>
                </a:ext>
              </a:extLst>
            </p:cNvPr>
            <p:cNvSpPr/>
            <p:nvPr/>
          </p:nvSpPr>
          <p:spPr>
            <a:xfrm>
              <a:off x="7312601" y="2507360"/>
              <a:ext cx="175077" cy="197951"/>
            </a:xfrm>
            <a:custGeom>
              <a:avLst/>
              <a:gdLst>
                <a:gd name="connsiteX0" fmla="*/ 1496663 w 1635382"/>
                <a:gd name="connsiteY0" fmla="*/ 679532 h 1849045"/>
                <a:gd name="connsiteX1" fmla="*/ 432721 w 1635382"/>
                <a:gd name="connsiteY1" fmla="*/ 41167 h 1849045"/>
                <a:gd name="connsiteX2" fmla="*/ 0 w 1635382"/>
                <a:gd name="connsiteY2" fmla="*/ 286245 h 1849045"/>
                <a:gd name="connsiteX3" fmla="*/ 0 w 1635382"/>
                <a:gd name="connsiteY3" fmla="*/ 1562881 h 1849045"/>
                <a:gd name="connsiteX4" fmla="*/ 432721 w 1635382"/>
                <a:gd name="connsiteY4" fmla="*/ 1807864 h 1849045"/>
                <a:gd name="connsiteX5" fmla="*/ 1496568 w 1635382"/>
                <a:gd name="connsiteY5" fmla="*/ 1169594 h 1849045"/>
                <a:gd name="connsiteX6" fmla="*/ 1496663 w 1635382"/>
                <a:gd name="connsiteY6" fmla="*/ 679532 h 184904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635382" h="1849045">
                  <a:moveTo>
                    <a:pt x="1496663" y="679532"/>
                  </a:moveTo>
                  <a:lnTo>
                    <a:pt x="432721" y="41167"/>
                  </a:lnTo>
                  <a:cubicBezTo>
                    <a:pt x="242316" y="-73133"/>
                    <a:pt x="0" y="64122"/>
                    <a:pt x="0" y="286245"/>
                  </a:cubicBezTo>
                  <a:lnTo>
                    <a:pt x="0" y="1562881"/>
                  </a:lnTo>
                  <a:cubicBezTo>
                    <a:pt x="0" y="1785004"/>
                    <a:pt x="242316" y="1922164"/>
                    <a:pt x="432721" y="1807864"/>
                  </a:cubicBezTo>
                  <a:lnTo>
                    <a:pt x="1496568" y="1169594"/>
                  </a:lnTo>
                  <a:cubicBezTo>
                    <a:pt x="1681639" y="1058532"/>
                    <a:pt x="1681639" y="790499"/>
                    <a:pt x="1496663" y="679532"/>
                  </a:cubicBezTo>
                  <a:close/>
                </a:path>
              </a:pathLst>
            </a:custGeom>
            <a:ln/>
          </p:spPr>
          <p:style>
            <a:lnRef idx="3">
              <a:schemeClr val="lt1"/>
            </a:lnRef>
            <a:fillRef idx="1">
              <a:schemeClr val="dk1"/>
            </a:fillRef>
            <a:effectRef idx="1">
              <a:schemeClr val="dk1"/>
            </a:effectRef>
            <a:fontRef idx="minor">
              <a:schemeClr val="lt1"/>
            </a:fontRef>
          </p:style>
          <p:txBody>
            <a:bodyPr rot="0" spcFirstLastPara="0" vert="horz" wrap="square" lIns="91440" tIns="45720" rIns="91440" bIns="45720" numCol="1" spcCol="0" rtlCol="0" fromWordArt="0" anchor="ctr" anchorCtr="0" forceAA="0" compatLnSpc="1">
              <a:normAutofit fontScale="40000" lnSpcReduction="20000"/>
            </a:bodyPr>
            <a:lstStyle/>
            <a:p>
              <a:pPr algn="ctr" defTabSz="913765"/>
              <a:endParaRPr lang="zh-CN" altLang="en-US" sz="2000" b="1" dirty="0">
                <a:solidFill>
                  <a:schemeClr val="bg1"/>
                </a:solidFill>
              </a:endParaRPr>
            </a:p>
          </p:txBody>
        </p:sp>
        <p:sp>
          <p:nvSpPr>
            <p:cNvPr id="31" name="圆角矩形 25">
              <a:extLst>
                <a:ext uri="{FF2B5EF4-FFF2-40B4-BE49-F238E27FC236}">
                  <a16:creationId xmlns:a16="http://schemas.microsoft.com/office/drawing/2014/main" id="{1538AA2B-1112-4A38-AD72-24903014788A}"/>
                </a:ext>
              </a:extLst>
            </p:cNvPr>
            <p:cNvSpPr/>
            <p:nvPr/>
          </p:nvSpPr>
          <p:spPr>
            <a:xfrm>
              <a:off x="6491819" y="3068220"/>
              <a:ext cx="1816641" cy="421936"/>
            </a:xfrm>
            <a:prstGeom prst="roundRect">
              <a:avLst>
                <a:gd name="adj" fmla="val 50000"/>
              </a:avLst>
            </a:prstGeom>
            <a:ln/>
          </p:spPr>
          <p:style>
            <a:lnRef idx="2">
              <a:schemeClr val="accent4">
                <a:shade val="50000"/>
              </a:schemeClr>
            </a:lnRef>
            <a:fillRef idx="1">
              <a:schemeClr val="accent4"/>
            </a:fillRef>
            <a:effectRef idx="0">
              <a:schemeClr val="accent4"/>
            </a:effectRef>
            <a:fontRef idx="minor">
              <a:schemeClr val="lt1"/>
            </a:fontRef>
          </p:style>
          <p:txBody>
            <a:bodyPr vert="horz" lIns="90000" tIns="46800" rIns="90000" bIns="46800" rtlCol="0" anchor="ctr" anchorCtr="0">
              <a:noAutofit/>
            </a:bodyPr>
            <a:lstStyle/>
            <a:p>
              <a:pPr algn="ctr" eaLnBrk="0" fontAlgn="base" hangingPunct="0">
                <a:spcBef>
                  <a:spcPct val="0"/>
                </a:spcBef>
                <a:spcAft>
                  <a:spcPct val="0"/>
                </a:spcAft>
              </a:pPr>
              <a:r>
                <a:rPr lang="en-US" altLang="zh-CN" sz="2400" b="1" dirty="0">
                  <a:solidFill>
                    <a:schemeClr val="bg1"/>
                  </a:solidFill>
                </a:rPr>
                <a:t>802.11ah</a:t>
              </a:r>
            </a:p>
          </p:txBody>
        </p:sp>
        <p:sp>
          <p:nvSpPr>
            <p:cNvPr id="24" name="任意多边形 22">
              <a:extLst>
                <a:ext uri="{FF2B5EF4-FFF2-40B4-BE49-F238E27FC236}">
                  <a16:creationId xmlns:a16="http://schemas.microsoft.com/office/drawing/2014/main" id="{860CA4B3-472C-4418-AFF5-8822878F1E25}"/>
                </a:ext>
              </a:extLst>
            </p:cNvPr>
            <p:cNvSpPr/>
            <p:nvPr/>
          </p:nvSpPr>
          <p:spPr>
            <a:xfrm>
              <a:off x="9879819" y="2507360"/>
              <a:ext cx="175077" cy="197951"/>
            </a:xfrm>
            <a:custGeom>
              <a:avLst/>
              <a:gdLst>
                <a:gd name="connsiteX0" fmla="*/ 1496663 w 1635382"/>
                <a:gd name="connsiteY0" fmla="*/ 679532 h 1849045"/>
                <a:gd name="connsiteX1" fmla="*/ 432721 w 1635382"/>
                <a:gd name="connsiteY1" fmla="*/ 41167 h 1849045"/>
                <a:gd name="connsiteX2" fmla="*/ 0 w 1635382"/>
                <a:gd name="connsiteY2" fmla="*/ 286245 h 1849045"/>
                <a:gd name="connsiteX3" fmla="*/ 0 w 1635382"/>
                <a:gd name="connsiteY3" fmla="*/ 1562881 h 1849045"/>
                <a:gd name="connsiteX4" fmla="*/ 432721 w 1635382"/>
                <a:gd name="connsiteY4" fmla="*/ 1807864 h 1849045"/>
                <a:gd name="connsiteX5" fmla="*/ 1496568 w 1635382"/>
                <a:gd name="connsiteY5" fmla="*/ 1169594 h 1849045"/>
                <a:gd name="connsiteX6" fmla="*/ 1496663 w 1635382"/>
                <a:gd name="connsiteY6" fmla="*/ 679532 h 184904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635382" h="1849045">
                  <a:moveTo>
                    <a:pt x="1496663" y="679532"/>
                  </a:moveTo>
                  <a:lnTo>
                    <a:pt x="432721" y="41167"/>
                  </a:lnTo>
                  <a:cubicBezTo>
                    <a:pt x="242316" y="-73133"/>
                    <a:pt x="0" y="64122"/>
                    <a:pt x="0" y="286245"/>
                  </a:cubicBezTo>
                  <a:lnTo>
                    <a:pt x="0" y="1562881"/>
                  </a:lnTo>
                  <a:cubicBezTo>
                    <a:pt x="0" y="1785004"/>
                    <a:pt x="242316" y="1922164"/>
                    <a:pt x="432721" y="1807864"/>
                  </a:cubicBezTo>
                  <a:lnTo>
                    <a:pt x="1496568" y="1169594"/>
                  </a:lnTo>
                  <a:cubicBezTo>
                    <a:pt x="1681639" y="1058532"/>
                    <a:pt x="1681639" y="790499"/>
                    <a:pt x="1496663" y="679532"/>
                  </a:cubicBezTo>
                  <a:close/>
                </a:path>
              </a:pathLst>
            </a:custGeom>
            <a:ln/>
          </p:spPr>
          <p:style>
            <a:lnRef idx="3">
              <a:schemeClr val="lt1"/>
            </a:lnRef>
            <a:fillRef idx="1">
              <a:schemeClr val="dk1"/>
            </a:fillRef>
            <a:effectRef idx="1">
              <a:schemeClr val="dk1"/>
            </a:effectRef>
            <a:fontRef idx="minor">
              <a:schemeClr val="lt1"/>
            </a:fontRef>
          </p:style>
          <p:txBody>
            <a:bodyPr rot="0" spcFirstLastPara="0" vert="horz" wrap="square" lIns="91440" tIns="45720" rIns="91440" bIns="45720" numCol="1" spcCol="0" rtlCol="0" fromWordArt="0" anchor="ctr" anchorCtr="0" forceAA="0" compatLnSpc="1">
              <a:normAutofit fontScale="40000" lnSpcReduction="20000"/>
            </a:bodyPr>
            <a:lstStyle/>
            <a:p>
              <a:pPr algn="ctr" defTabSz="913765"/>
              <a:endParaRPr lang="zh-CN" altLang="en-US" sz="2000" b="1" dirty="0">
                <a:solidFill>
                  <a:schemeClr val="bg1"/>
                </a:solidFill>
              </a:endParaRPr>
            </a:p>
          </p:txBody>
        </p:sp>
        <p:sp>
          <p:nvSpPr>
            <p:cNvPr id="25" name="圆角矩形 26">
              <a:extLst>
                <a:ext uri="{FF2B5EF4-FFF2-40B4-BE49-F238E27FC236}">
                  <a16:creationId xmlns:a16="http://schemas.microsoft.com/office/drawing/2014/main" id="{BF4E8AC2-4045-4B47-8FC2-47EBA1C05932}"/>
                </a:ext>
              </a:extLst>
            </p:cNvPr>
            <p:cNvSpPr/>
            <p:nvPr/>
          </p:nvSpPr>
          <p:spPr>
            <a:xfrm>
              <a:off x="9059037" y="3068220"/>
              <a:ext cx="1816641" cy="421936"/>
            </a:xfrm>
            <a:prstGeom prst="roundRect">
              <a:avLst>
                <a:gd name="adj" fmla="val 50000"/>
              </a:avLst>
            </a:prstGeom>
            <a:ln/>
          </p:spPr>
          <p:style>
            <a:lnRef idx="2">
              <a:schemeClr val="accent3">
                <a:shade val="50000"/>
              </a:schemeClr>
            </a:lnRef>
            <a:fillRef idx="1">
              <a:schemeClr val="accent3"/>
            </a:fillRef>
            <a:effectRef idx="0">
              <a:schemeClr val="accent3"/>
            </a:effectRef>
            <a:fontRef idx="minor">
              <a:schemeClr val="lt1"/>
            </a:fontRef>
          </p:style>
          <p:txBody>
            <a:bodyPr vert="horz" lIns="90000" tIns="46800" rIns="90000" bIns="46800" rtlCol="0" anchor="ctr" anchorCtr="0">
              <a:noAutofit/>
            </a:bodyPr>
            <a:lstStyle/>
            <a:p>
              <a:pPr algn="ctr" eaLnBrk="0" fontAlgn="base" hangingPunct="0">
                <a:spcBef>
                  <a:spcPct val="0"/>
                </a:spcBef>
                <a:spcAft>
                  <a:spcPct val="0"/>
                </a:spcAft>
              </a:pPr>
              <a:r>
                <a:rPr lang="en-US" altLang="zh-CN" sz="2400" b="1" dirty="0">
                  <a:solidFill>
                    <a:schemeClr val="bg1"/>
                  </a:solidFill>
                </a:rPr>
                <a:t>802.11ax</a:t>
              </a:r>
            </a:p>
          </p:txBody>
        </p:sp>
        <p:sp>
          <p:nvSpPr>
            <p:cNvPr id="5" name="文本框 4">
              <a:extLst>
                <a:ext uri="{FF2B5EF4-FFF2-40B4-BE49-F238E27FC236}">
                  <a16:creationId xmlns:a16="http://schemas.microsoft.com/office/drawing/2014/main" id="{8C226D31-A4DD-4A5F-B5FC-4ED2940CC34C}"/>
                </a:ext>
              </a:extLst>
            </p:cNvPr>
            <p:cNvSpPr txBox="1"/>
            <p:nvPr/>
          </p:nvSpPr>
          <p:spPr>
            <a:xfrm>
              <a:off x="1941852" y="2101826"/>
              <a:ext cx="750547" cy="369332"/>
            </a:xfrm>
            <a:prstGeom prst="rect">
              <a:avLst/>
            </a:prstGeom>
            <a:noFill/>
          </p:spPr>
          <p:txBody>
            <a:bodyPr wrap="square" rtlCol="0">
              <a:spAutoFit/>
            </a:bodyPr>
            <a:lstStyle/>
            <a:p>
              <a:pPr algn="ctr"/>
              <a:r>
                <a:rPr lang="en-US" altLang="zh-CN" b="1" dirty="0"/>
                <a:t>2012</a:t>
              </a:r>
              <a:endParaRPr lang="zh-CN" altLang="en-US" b="1" dirty="0"/>
            </a:p>
          </p:txBody>
        </p:sp>
        <p:sp>
          <p:nvSpPr>
            <p:cNvPr id="47" name="文本框 46">
              <a:extLst>
                <a:ext uri="{FF2B5EF4-FFF2-40B4-BE49-F238E27FC236}">
                  <a16:creationId xmlns:a16="http://schemas.microsoft.com/office/drawing/2014/main" id="{2A7658DC-8A0C-402D-8A83-0D0623F1F80E}"/>
                </a:ext>
              </a:extLst>
            </p:cNvPr>
            <p:cNvSpPr txBox="1"/>
            <p:nvPr/>
          </p:nvSpPr>
          <p:spPr>
            <a:xfrm>
              <a:off x="4509071" y="2101826"/>
              <a:ext cx="733928" cy="369332"/>
            </a:xfrm>
            <a:prstGeom prst="rect">
              <a:avLst/>
            </a:prstGeom>
            <a:noFill/>
          </p:spPr>
          <p:txBody>
            <a:bodyPr wrap="square" rtlCol="0">
              <a:spAutoFit/>
            </a:bodyPr>
            <a:lstStyle/>
            <a:p>
              <a:pPr algn="ctr"/>
              <a:r>
                <a:rPr lang="en-US" altLang="zh-CN" b="1" dirty="0"/>
                <a:t>2013</a:t>
              </a:r>
              <a:endParaRPr lang="zh-CN" altLang="en-US" b="1" dirty="0"/>
            </a:p>
          </p:txBody>
        </p:sp>
        <p:sp>
          <p:nvSpPr>
            <p:cNvPr id="48" name="文本框 47">
              <a:extLst>
                <a:ext uri="{FF2B5EF4-FFF2-40B4-BE49-F238E27FC236}">
                  <a16:creationId xmlns:a16="http://schemas.microsoft.com/office/drawing/2014/main" id="{0309FEB4-DF32-4AA1-B9FE-D1A7E8A54EBC}"/>
                </a:ext>
              </a:extLst>
            </p:cNvPr>
            <p:cNvSpPr txBox="1"/>
            <p:nvPr/>
          </p:nvSpPr>
          <p:spPr>
            <a:xfrm>
              <a:off x="7081392" y="2107568"/>
              <a:ext cx="733928" cy="369332"/>
            </a:xfrm>
            <a:prstGeom prst="rect">
              <a:avLst/>
            </a:prstGeom>
            <a:noFill/>
          </p:spPr>
          <p:txBody>
            <a:bodyPr wrap="square" rtlCol="0">
              <a:spAutoFit/>
            </a:bodyPr>
            <a:lstStyle/>
            <a:p>
              <a:pPr algn="ctr"/>
              <a:r>
                <a:rPr lang="en-US" altLang="zh-CN" b="1" dirty="0"/>
                <a:t>2016</a:t>
              </a:r>
              <a:endParaRPr lang="zh-CN" altLang="en-US" b="1" dirty="0"/>
            </a:p>
          </p:txBody>
        </p:sp>
        <p:sp>
          <p:nvSpPr>
            <p:cNvPr id="49" name="文本框 48">
              <a:extLst>
                <a:ext uri="{FF2B5EF4-FFF2-40B4-BE49-F238E27FC236}">
                  <a16:creationId xmlns:a16="http://schemas.microsoft.com/office/drawing/2014/main" id="{ECBAEFF1-A9B8-4CB9-B4DD-2B8AAD9D8673}"/>
                </a:ext>
              </a:extLst>
            </p:cNvPr>
            <p:cNvSpPr txBox="1"/>
            <p:nvPr/>
          </p:nvSpPr>
          <p:spPr>
            <a:xfrm>
              <a:off x="9602446" y="2107568"/>
              <a:ext cx="733927" cy="369332"/>
            </a:xfrm>
            <a:prstGeom prst="rect">
              <a:avLst/>
            </a:prstGeom>
            <a:noFill/>
          </p:spPr>
          <p:txBody>
            <a:bodyPr wrap="square" rtlCol="0">
              <a:spAutoFit/>
            </a:bodyPr>
            <a:lstStyle/>
            <a:p>
              <a:pPr algn="ctr"/>
              <a:r>
                <a:rPr lang="en-US" altLang="zh-CN" b="1" dirty="0"/>
                <a:t>2019</a:t>
              </a:r>
              <a:endParaRPr lang="zh-CN" altLang="en-US" b="1" dirty="0"/>
            </a:p>
          </p:txBody>
        </p:sp>
      </p:grpSp>
      <p:sp>
        <p:nvSpPr>
          <p:cNvPr id="26" name="平行四边形 25">
            <a:extLst>
              <a:ext uri="{FF2B5EF4-FFF2-40B4-BE49-F238E27FC236}">
                <a16:creationId xmlns:a16="http://schemas.microsoft.com/office/drawing/2014/main" id="{E216FAE6-D5EE-CA33-407E-2C07C1931B97}"/>
              </a:ext>
            </a:extLst>
          </p:cNvPr>
          <p:cNvSpPr/>
          <p:nvPr/>
        </p:nvSpPr>
        <p:spPr>
          <a:xfrm>
            <a:off x="304799" y="749300"/>
            <a:ext cx="691019" cy="387090"/>
          </a:xfrm>
          <a:prstGeom prst="parallelogram">
            <a:avLst/>
          </a:prstGeom>
          <a:solidFill>
            <a:schemeClr val="accent3">
              <a:lumMod val="75000"/>
            </a:schemeClr>
          </a:solidFill>
          <a:ln>
            <a:solidFill>
              <a:schemeClr val="accent3">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CN" sz="2200" dirty="0">
                <a:latin typeface="Impact" panose="020B0806030902050204" pitchFamily="34" charset="0"/>
              </a:rPr>
              <a:t>02</a:t>
            </a:r>
            <a:endParaRPr lang="zh-CN" altLang="en-US" sz="2200" dirty="0">
              <a:latin typeface="Impact" panose="020B0806030902050204" pitchFamily="34" charset="0"/>
            </a:endParaRPr>
          </a:p>
        </p:txBody>
      </p:sp>
    </p:spTree>
    <p:custDataLst>
      <p:tags r:id="rId1"/>
    </p:custDataLst>
    <p:extLst>
      <p:ext uri="{BB962C8B-B14F-4D97-AF65-F5344CB8AC3E}">
        <p14:creationId xmlns:p14="http://schemas.microsoft.com/office/powerpoint/2010/main" val="4247745189"/>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49" presetClass="entr" presetSubtype="0" decel="100000" fill="hold" grpId="0" nodeType="withEffect">
                                  <p:stCondLst>
                                    <p:cond delay="0"/>
                                  </p:stCondLst>
                                  <p:childTnLst>
                                    <p:set>
                                      <p:cBhvr>
                                        <p:cTn id="6" dur="1" fill="hold">
                                          <p:stCondLst>
                                            <p:cond delay="0"/>
                                          </p:stCondLst>
                                        </p:cTn>
                                        <p:tgtEl>
                                          <p:spTgt spid="20"/>
                                        </p:tgtEl>
                                        <p:attrNameLst>
                                          <p:attrName>style.visibility</p:attrName>
                                        </p:attrNameLst>
                                      </p:cBhvr>
                                      <p:to>
                                        <p:strVal val="visible"/>
                                      </p:to>
                                    </p:set>
                                    <p:anim calcmode="lin" valueType="num">
                                      <p:cBhvr>
                                        <p:cTn id="7" dur="500" fill="hold"/>
                                        <p:tgtEl>
                                          <p:spTgt spid="20"/>
                                        </p:tgtEl>
                                        <p:attrNameLst>
                                          <p:attrName>ppt_w</p:attrName>
                                        </p:attrNameLst>
                                      </p:cBhvr>
                                      <p:tavLst>
                                        <p:tav tm="0">
                                          <p:val>
                                            <p:fltVal val="0"/>
                                          </p:val>
                                        </p:tav>
                                        <p:tav tm="100000">
                                          <p:val>
                                            <p:strVal val="#ppt_w"/>
                                          </p:val>
                                        </p:tav>
                                      </p:tavLst>
                                    </p:anim>
                                    <p:anim calcmode="lin" valueType="num">
                                      <p:cBhvr>
                                        <p:cTn id="8" dur="500" fill="hold"/>
                                        <p:tgtEl>
                                          <p:spTgt spid="20"/>
                                        </p:tgtEl>
                                        <p:attrNameLst>
                                          <p:attrName>ppt_h</p:attrName>
                                        </p:attrNameLst>
                                      </p:cBhvr>
                                      <p:tavLst>
                                        <p:tav tm="0">
                                          <p:val>
                                            <p:fltVal val="0"/>
                                          </p:val>
                                        </p:tav>
                                        <p:tav tm="100000">
                                          <p:val>
                                            <p:strVal val="#ppt_h"/>
                                          </p:val>
                                        </p:tav>
                                      </p:tavLst>
                                    </p:anim>
                                    <p:anim calcmode="lin" valueType="num">
                                      <p:cBhvr>
                                        <p:cTn id="9" dur="500" fill="hold"/>
                                        <p:tgtEl>
                                          <p:spTgt spid="20"/>
                                        </p:tgtEl>
                                        <p:attrNameLst>
                                          <p:attrName>style.rotation</p:attrName>
                                        </p:attrNameLst>
                                      </p:cBhvr>
                                      <p:tavLst>
                                        <p:tav tm="0">
                                          <p:val>
                                            <p:fltVal val="360"/>
                                          </p:val>
                                        </p:tav>
                                        <p:tav tm="100000">
                                          <p:val>
                                            <p:fltVal val="0"/>
                                          </p:val>
                                        </p:tav>
                                      </p:tavLst>
                                    </p:anim>
                                    <p:animEffect transition="in" filter="fade">
                                      <p:cBhvr>
                                        <p:cTn id="10" dur="500"/>
                                        <p:tgtEl>
                                          <p:spTgt spid="20"/>
                                        </p:tgtEl>
                                      </p:cBhvr>
                                    </p:animEffect>
                                  </p:childTnLst>
                                </p:cTn>
                              </p:par>
                            </p:childTnLst>
                          </p:cTn>
                        </p:par>
                        <p:par>
                          <p:cTn id="11" fill="hold">
                            <p:stCondLst>
                              <p:cond delay="500"/>
                            </p:stCondLst>
                            <p:childTnLst>
                              <p:par>
                                <p:cTn id="12" presetID="1" presetClass="entr" presetSubtype="0" fill="hold" grpId="0" nodeType="afterEffect">
                                  <p:stCondLst>
                                    <p:cond delay="0"/>
                                  </p:stCondLst>
                                  <p:iterate type="lt">
                                    <p:tmAbs val="100"/>
                                  </p:iterate>
                                  <p:childTnLst>
                                    <p:set>
                                      <p:cBhvr>
                                        <p:cTn id="13" dur="1" fill="hold">
                                          <p:stCondLst>
                                            <p:cond delay="0"/>
                                          </p:stCondLst>
                                        </p:cTn>
                                        <p:tgtEl>
                                          <p:spTgt spid="21"/>
                                        </p:tgtEl>
                                        <p:attrNameLst>
                                          <p:attrName>style.visibility</p:attrName>
                                        </p:attrNameLst>
                                      </p:cBhvr>
                                      <p:to>
                                        <p:strVal val="visible"/>
                                      </p:to>
                                    </p:set>
                                  </p:childTnLst>
                                </p:cTn>
                              </p:par>
                            </p:childTnLst>
                          </p:cTn>
                        </p:par>
                      </p:childTnLst>
                    </p:cTn>
                  </p:par>
                  <p:par>
                    <p:cTn id="14" fill="hold">
                      <p:stCondLst>
                        <p:cond delay="indefinite"/>
                      </p:stCondLst>
                      <p:childTnLst>
                        <p:par>
                          <p:cTn id="15" fill="hold">
                            <p:stCondLst>
                              <p:cond delay="0"/>
                            </p:stCondLst>
                            <p:childTnLst>
                              <p:par>
                                <p:cTn id="16" presetID="22" presetClass="entr" presetSubtype="8" fill="hold" nodeType="clickEffect">
                                  <p:stCondLst>
                                    <p:cond delay="0"/>
                                  </p:stCondLst>
                                  <p:childTnLst>
                                    <p:set>
                                      <p:cBhvr>
                                        <p:cTn id="17" dur="1" fill="hold">
                                          <p:stCondLst>
                                            <p:cond delay="0"/>
                                          </p:stCondLst>
                                        </p:cTn>
                                        <p:tgtEl>
                                          <p:spTgt spid="53"/>
                                        </p:tgtEl>
                                        <p:attrNameLst>
                                          <p:attrName>style.visibility</p:attrName>
                                        </p:attrNameLst>
                                      </p:cBhvr>
                                      <p:to>
                                        <p:strVal val="visible"/>
                                      </p:to>
                                    </p:set>
                                    <p:animEffect transition="in" filter="wipe(left)">
                                      <p:cBhvr>
                                        <p:cTn id="18" dur="1500"/>
                                        <p:tgtEl>
                                          <p:spTgt spid="53"/>
                                        </p:tgtEl>
                                      </p:cBhvr>
                                    </p:animEffect>
                                  </p:childTnLst>
                                </p:cTn>
                              </p:par>
                            </p:childTnLst>
                          </p:cTn>
                        </p:par>
                      </p:childTnLst>
                    </p:cTn>
                  </p:par>
                  <p:par>
                    <p:cTn id="19" fill="hold">
                      <p:stCondLst>
                        <p:cond delay="indefinite"/>
                      </p:stCondLst>
                      <p:childTnLst>
                        <p:par>
                          <p:cTn id="20" fill="hold">
                            <p:stCondLst>
                              <p:cond delay="0"/>
                            </p:stCondLst>
                            <p:childTnLst>
                              <p:par>
                                <p:cTn id="21" presetID="47" presetClass="entr" presetSubtype="0" fill="hold" grpId="0" nodeType="clickEffect">
                                  <p:stCondLst>
                                    <p:cond delay="0"/>
                                  </p:stCondLst>
                                  <p:childTnLst>
                                    <p:set>
                                      <p:cBhvr>
                                        <p:cTn id="22" dur="1" fill="hold">
                                          <p:stCondLst>
                                            <p:cond delay="0"/>
                                          </p:stCondLst>
                                        </p:cTn>
                                        <p:tgtEl>
                                          <p:spTgt spid="7"/>
                                        </p:tgtEl>
                                        <p:attrNameLst>
                                          <p:attrName>style.visibility</p:attrName>
                                        </p:attrNameLst>
                                      </p:cBhvr>
                                      <p:to>
                                        <p:strVal val="visible"/>
                                      </p:to>
                                    </p:set>
                                    <p:animEffect transition="in" filter="fade">
                                      <p:cBhvr>
                                        <p:cTn id="23" dur="1000"/>
                                        <p:tgtEl>
                                          <p:spTgt spid="7"/>
                                        </p:tgtEl>
                                      </p:cBhvr>
                                    </p:animEffect>
                                    <p:anim calcmode="lin" valueType="num">
                                      <p:cBhvr>
                                        <p:cTn id="24" dur="1000" fill="hold"/>
                                        <p:tgtEl>
                                          <p:spTgt spid="7"/>
                                        </p:tgtEl>
                                        <p:attrNameLst>
                                          <p:attrName>ppt_x</p:attrName>
                                        </p:attrNameLst>
                                      </p:cBhvr>
                                      <p:tavLst>
                                        <p:tav tm="0">
                                          <p:val>
                                            <p:strVal val="#ppt_x"/>
                                          </p:val>
                                        </p:tav>
                                        <p:tav tm="100000">
                                          <p:val>
                                            <p:strVal val="#ppt_x"/>
                                          </p:val>
                                        </p:tav>
                                      </p:tavLst>
                                    </p:anim>
                                    <p:anim calcmode="lin" valueType="num">
                                      <p:cBhvr>
                                        <p:cTn id="25" dur="1000" fill="hold"/>
                                        <p:tgtEl>
                                          <p:spTgt spid="7"/>
                                        </p:tgtEl>
                                        <p:attrNameLst>
                                          <p:attrName>ppt_y</p:attrName>
                                        </p:attrNameLst>
                                      </p:cBhvr>
                                      <p:tavLst>
                                        <p:tav tm="0">
                                          <p:val>
                                            <p:strVal val="#ppt_y-.1"/>
                                          </p:val>
                                        </p:tav>
                                        <p:tav tm="100000">
                                          <p:val>
                                            <p:strVal val="#ppt_y"/>
                                          </p:val>
                                        </p:tav>
                                      </p:tavLst>
                                    </p:anim>
                                  </p:childTnLst>
                                </p:cTn>
                              </p:par>
                              <p:par>
                                <p:cTn id="26" presetID="47" presetClass="entr" presetSubtype="0" fill="hold" grpId="0" nodeType="withEffect">
                                  <p:stCondLst>
                                    <p:cond delay="0"/>
                                  </p:stCondLst>
                                  <p:childTnLst>
                                    <p:set>
                                      <p:cBhvr>
                                        <p:cTn id="27" dur="1" fill="hold">
                                          <p:stCondLst>
                                            <p:cond delay="0"/>
                                          </p:stCondLst>
                                        </p:cTn>
                                        <p:tgtEl>
                                          <p:spTgt spid="50"/>
                                        </p:tgtEl>
                                        <p:attrNameLst>
                                          <p:attrName>style.visibility</p:attrName>
                                        </p:attrNameLst>
                                      </p:cBhvr>
                                      <p:to>
                                        <p:strVal val="visible"/>
                                      </p:to>
                                    </p:set>
                                    <p:animEffect transition="in" filter="fade">
                                      <p:cBhvr>
                                        <p:cTn id="28" dur="1000"/>
                                        <p:tgtEl>
                                          <p:spTgt spid="50"/>
                                        </p:tgtEl>
                                      </p:cBhvr>
                                    </p:animEffect>
                                    <p:anim calcmode="lin" valueType="num">
                                      <p:cBhvr>
                                        <p:cTn id="29" dur="1000" fill="hold"/>
                                        <p:tgtEl>
                                          <p:spTgt spid="50"/>
                                        </p:tgtEl>
                                        <p:attrNameLst>
                                          <p:attrName>ppt_x</p:attrName>
                                        </p:attrNameLst>
                                      </p:cBhvr>
                                      <p:tavLst>
                                        <p:tav tm="0">
                                          <p:val>
                                            <p:strVal val="#ppt_x"/>
                                          </p:val>
                                        </p:tav>
                                        <p:tav tm="100000">
                                          <p:val>
                                            <p:strVal val="#ppt_x"/>
                                          </p:val>
                                        </p:tav>
                                      </p:tavLst>
                                    </p:anim>
                                    <p:anim calcmode="lin" valueType="num">
                                      <p:cBhvr>
                                        <p:cTn id="30" dur="1000" fill="hold"/>
                                        <p:tgtEl>
                                          <p:spTgt spid="50"/>
                                        </p:tgtEl>
                                        <p:attrNameLst>
                                          <p:attrName>ppt_y</p:attrName>
                                        </p:attrNameLst>
                                      </p:cBhvr>
                                      <p:tavLst>
                                        <p:tav tm="0">
                                          <p:val>
                                            <p:strVal val="#ppt_y-.1"/>
                                          </p:val>
                                        </p:tav>
                                        <p:tav tm="100000">
                                          <p:val>
                                            <p:strVal val="#ppt_y"/>
                                          </p:val>
                                        </p:tav>
                                      </p:tavLst>
                                    </p:anim>
                                  </p:childTnLst>
                                </p:cTn>
                              </p:par>
                              <p:par>
                                <p:cTn id="31" presetID="47" presetClass="entr" presetSubtype="0" fill="hold" grpId="0" nodeType="withEffect">
                                  <p:stCondLst>
                                    <p:cond delay="0"/>
                                  </p:stCondLst>
                                  <p:childTnLst>
                                    <p:set>
                                      <p:cBhvr>
                                        <p:cTn id="32" dur="1" fill="hold">
                                          <p:stCondLst>
                                            <p:cond delay="0"/>
                                          </p:stCondLst>
                                        </p:cTn>
                                        <p:tgtEl>
                                          <p:spTgt spid="51"/>
                                        </p:tgtEl>
                                        <p:attrNameLst>
                                          <p:attrName>style.visibility</p:attrName>
                                        </p:attrNameLst>
                                      </p:cBhvr>
                                      <p:to>
                                        <p:strVal val="visible"/>
                                      </p:to>
                                    </p:set>
                                    <p:animEffect transition="in" filter="fade">
                                      <p:cBhvr>
                                        <p:cTn id="33" dur="1000"/>
                                        <p:tgtEl>
                                          <p:spTgt spid="51"/>
                                        </p:tgtEl>
                                      </p:cBhvr>
                                    </p:animEffect>
                                    <p:anim calcmode="lin" valueType="num">
                                      <p:cBhvr>
                                        <p:cTn id="34" dur="1000" fill="hold"/>
                                        <p:tgtEl>
                                          <p:spTgt spid="51"/>
                                        </p:tgtEl>
                                        <p:attrNameLst>
                                          <p:attrName>ppt_x</p:attrName>
                                        </p:attrNameLst>
                                      </p:cBhvr>
                                      <p:tavLst>
                                        <p:tav tm="0">
                                          <p:val>
                                            <p:strVal val="#ppt_x"/>
                                          </p:val>
                                        </p:tav>
                                        <p:tav tm="100000">
                                          <p:val>
                                            <p:strVal val="#ppt_x"/>
                                          </p:val>
                                        </p:tav>
                                      </p:tavLst>
                                    </p:anim>
                                    <p:anim calcmode="lin" valueType="num">
                                      <p:cBhvr>
                                        <p:cTn id="35" dur="1000" fill="hold"/>
                                        <p:tgtEl>
                                          <p:spTgt spid="51"/>
                                        </p:tgtEl>
                                        <p:attrNameLst>
                                          <p:attrName>ppt_y</p:attrName>
                                        </p:attrNameLst>
                                      </p:cBhvr>
                                      <p:tavLst>
                                        <p:tav tm="0">
                                          <p:val>
                                            <p:strVal val="#ppt_y-.1"/>
                                          </p:val>
                                        </p:tav>
                                        <p:tav tm="100000">
                                          <p:val>
                                            <p:strVal val="#ppt_y"/>
                                          </p:val>
                                        </p:tav>
                                      </p:tavLst>
                                    </p:anim>
                                  </p:childTnLst>
                                </p:cTn>
                              </p:par>
                              <p:par>
                                <p:cTn id="36" presetID="47" presetClass="entr" presetSubtype="0" fill="hold" grpId="0" nodeType="withEffect">
                                  <p:stCondLst>
                                    <p:cond delay="0"/>
                                  </p:stCondLst>
                                  <p:childTnLst>
                                    <p:set>
                                      <p:cBhvr>
                                        <p:cTn id="37" dur="1" fill="hold">
                                          <p:stCondLst>
                                            <p:cond delay="0"/>
                                          </p:stCondLst>
                                        </p:cTn>
                                        <p:tgtEl>
                                          <p:spTgt spid="52"/>
                                        </p:tgtEl>
                                        <p:attrNameLst>
                                          <p:attrName>style.visibility</p:attrName>
                                        </p:attrNameLst>
                                      </p:cBhvr>
                                      <p:to>
                                        <p:strVal val="visible"/>
                                      </p:to>
                                    </p:set>
                                    <p:animEffect transition="in" filter="fade">
                                      <p:cBhvr>
                                        <p:cTn id="38" dur="1000"/>
                                        <p:tgtEl>
                                          <p:spTgt spid="52"/>
                                        </p:tgtEl>
                                      </p:cBhvr>
                                    </p:animEffect>
                                    <p:anim calcmode="lin" valueType="num">
                                      <p:cBhvr>
                                        <p:cTn id="39" dur="1000" fill="hold"/>
                                        <p:tgtEl>
                                          <p:spTgt spid="52"/>
                                        </p:tgtEl>
                                        <p:attrNameLst>
                                          <p:attrName>ppt_x</p:attrName>
                                        </p:attrNameLst>
                                      </p:cBhvr>
                                      <p:tavLst>
                                        <p:tav tm="0">
                                          <p:val>
                                            <p:strVal val="#ppt_x"/>
                                          </p:val>
                                        </p:tav>
                                        <p:tav tm="100000">
                                          <p:val>
                                            <p:strVal val="#ppt_x"/>
                                          </p:val>
                                        </p:tav>
                                      </p:tavLst>
                                    </p:anim>
                                    <p:anim calcmode="lin" valueType="num">
                                      <p:cBhvr>
                                        <p:cTn id="40" dur="1000" fill="hold"/>
                                        <p:tgtEl>
                                          <p:spTgt spid="52"/>
                                        </p:tgtEl>
                                        <p:attrNameLst>
                                          <p:attrName>ppt_y</p:attrName>
                                        </p:attrNameLst>
                                      </p:cBhvr>
                                      <p:tavLst>
                                        <p:tav tm="0">
                                          <p:val>
                                            <p:strVal val="#ppt_y-.1"/>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7" grpId="0"/>
      <p:bldP spid="50" grpId="0"/>
      <p:bldP spid="51" grpId="0"/>
      <p:bldP spid="52" grpId="0"/>
      <p:bldP spid="20" grpId="0" animBg="1"/>
      <p:bldP spid="21" grpId="0"/>
    </p:bldLst>
  </p:timing>
</p:sld>
</file>

<file path=ppt/slides/slide53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4" name="组合 3">
            <a:extLst>
              <a:ext uri="{FF2B5EF4-FFF2-40B4-BE49-F238E27FC236}">
                <a16:creationId xmlns:a16="http://schemas.microsoft.com/office/drawing/2014/main" id="{9A1EA9F2-FCB6-48C3-935F-7AE7E3AD14AC}"/>
              </a:ext>
            </a:extLst>
          </p:cNvPr>
          <p:cNvGrpSpPr/>
          <p:nvPr/>
        </p:nvGrpSpPr>
        <p:grpSpPr>
          <a:xfrm>
            <a:off x="304800" y="749300"/>
            <a:ext cx="5791200" cy="400110"/>
            <a:chOff x="424117" y="898245"/>
            <a:chExt cx="5791200" cy="400110"/>
          </a:xfrm>
        </p:grpSpPr>
        <p:sp>
          <p:nvSpPr>
            <p:cNvPr id="2" name="平行四边形 1">
              <a:extLst>
                <a:ext uri="{FF2B5EF4-FFF2-40B4-BE49-F238E27FC236}">
                  <a16:creationId xmlns:a16="http://schemas.microsoft.com/office/drawing/2014/main" id="{1F5BAA3F-9845-4F89-A2DD-8222D3E4EDAC}"/>
                </a:ext>
              </a:extLst>
            </p:cNvPr>
            <p:cNvSpPr/>
            <p:nvPr/>
          </p:nvSpPr>
          <p:spPr>
            <a:xfrm>
              <a:off x="424117" y="898245"/>
              <a:ext cx="684756" cy="387090"/>
            </a:xfrm>
            <a:prstGeom prst="parallelogram">
              <a:avLst/>
            </a:prstGeom>
            <a:solidFill>
              <a:schemeClr val="accent3">
                <a:lumMod val="75000"/>
              </a:schemeClr>
            </a:solidFill>
            <a:ln>
              <a:solidFill>
                <a:schemeClr val="accent3">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CN" sz="2200" dirty="0">
                  <a:latin typeface="Impact" panose="020B0806030902050204" pitchFamily="34" charset="0"/>
                </a:rPr>
                <a:t>03</a:t>
              </a:r>
              <a:endParaRPr lang="zh-CN" altLang="en-US" sz="2200" dirty="0">
                <a:latin typeface="Impact" panose="020B0806030902050204" pitchFamily="34" charset="0"/>
              </a:endParaRPr>
            </a:p>
          </p:txBody>
        </p:sp>
        <p:sp>
          <p:nvSpPr>
            <p:cNvPr id="3" name="文本框 2">
              <a:extLst>
                <a:ext uri="{FF2B5EF4-FFF2-40B4-BE49-F238E27FC236}">
                  <a16:creationId xmlns:a16="http://schemas.microsoft.com/office/drawing/2014/main" id="{4D6BD736-A4D3-4F26-AFED-36E11F50F70B}"/>
                </a:ext>
              </a:extLst>
            </p:cNvPr>
            <p:cNvSpPr txBox="1"/>
            <p:nvPr/>
          </p:nvSpPr>
          <p:spPr>
            <a:xfrm>
              <a:off x="1052423" y="898245"/>
              <a:ext cx="5162894" cy="400110"/>
            </a:xfrm>
            <a:prstGeom prst="rect">
              <a:avLst/>
            </a:prstGeom>
            <a:noFill/>
          </p:spPr>
          <p:txBody>
            <a:bodyPr wrap="square" rtlCol="0">
              <a:spAutoFit/>
            </a:bodyPr>
            <a:lstStyle/>
            <a:p>
              <a:r>
                <a:rPr lang="en-US" altLang="zh-CN" sz="2000" b="1" dirty="0">
                  <a:solidFill>
                    <a:schemeClr val="tx1"/>
                  </a:solidFill>
                  <a:latin typeface="Arial Narrow" panose="020B0606020202030204" pitchFamily="34" charset="0"/>
                </a:rPr>
                <a:t>802.11</a:t>
              </a:r>
              <a:r>
                <a:rPr lang="zh-CN" altLang="en-US" sz="2000" b="1" dirty="0">
                  <a:solidFill>
                    <a:schemeClr val="tx1"/>
                  </a:solidFill>
                  <a:latin typeface="Arial Narrow" panose="020B0606020202030204" pitchFamily="34" charset="0"/>
                </a:rPr>
                <a:t>无线局域网使用</a:t>
              </a:r>
              <a:r>
                <a:rPr lang="en-US" altLang="zh-CN" sz="2000" b="1" dirty="0">
                  <a:solidFill>
                    <a:schemeClr val="tx1"/>
                  </a:solidFill>
                  <a:latin typeface="Arial Narrow" panose="020B0606020202030204" pitchFamily="34" charset="0"/>
                </a:rPr>
                <a:t>CSMA/CA</a:t>
              </a:r>
              <a:r>
                <a:rPr lang="zh-CN" altLang="en-US" sz="2000" b="1" dirty="0">
                  <a:solidFill>
                    <a:schemeClr val="tx1"/>
                  </a:solidFill>
                  <a:latin typeface="Arial Narrow" panose="020B0606020202030204" pitchFamily="34" charset="0"/>
                </a:rPr>
                <a:t>协议的原因</a:t>
              </a:r>
              <a:endParaRPr lang="en-US" altLang="zh-CN" sz="2000" b="1" dirty="0">
                <a:solidFill>
                  <a:schemeClr val="tx1"/>
                </a:solidFill>
                <a:latin typeface="Arial Narrow" panose="020B0606020202030204" pitchFamily="34" charset="0"/>
              </a:endParaRPr>
            </a:p>
          </p:txBody>
        </p:sp>
      </p:grpSp>
      <p:grpSp>
        <p:nvGrpSpPr>
          <p:cNvPr id="39" name="组合 38">
            <a:extLst>
              <a:ext uri="{FF2B5EF4-FFF2-40B4-BE49-F238E27FC236}">
                <a16:creationId xmlns:a16="http://schemas.microsoft.com/office/drawing/2014/main" id="{10D2EB29-9945-4620-BCB3-1F1F178C3B06}"/>
              </a:ext>
            </a:extLst>
          </p:cNvPr>
          <p:cNvGrpSpPr/>
          <p:nvPr/>
        </p:nvGrpSpPr>
        <p:grpSpPr>
          <a:xfrm>
            <a:off x="1674092" y="2014262"/>
            <a:ext cx="9411442" cy="3472138"/>
            <a:chOff x="1674092" y="2014262"/>
            <a:chExt cx="9411442" cy="3472138"/>
          </a:xfrm>
        </p:grpSpPr>
        <p:grpSp>
          <p:nvGrpSpPr>
            <p:cNvPr id="7" name="组合 6">
              <a:extLst>
                <a:ext uri="{FF2B5EF4-FFF2-40B4-BE49-F238E27FC236}">
                  <a16:creationId xmlns:a16="http://schemas.microsoft.com/office/drawing/2014/main" id="{E9DA463B-82AA-42BC-8A75-18F2A44317A0}"/>
                </a:ext>
              </a:extLst>
            </p:cNvPr>
            <p:cNvGrpSpPr/>
            <p:nvPr/>
          </p:nvGrpSpPr>
          <p:grpSpPr>
            <a:xfrm>
              <a:off x="2511210" y="4152593"/>
              <a:ext cx="7180791" cy="812800"/>
              <a:chOff x="2455280" y="3752911"/>
              <a:chExt cx="7180791" cy="812800"/>
            </a:xfrm>
          </p:grpSpPr>
          <p:cxnSp>
            <p:nvCxnSpPr>
              <p:cNvPr id="8" name="直接连接符 7">
                <a:extLst>
                  <a:ext uri="{FF2B5EF4-FFF2-40B4-BE49-F238E27FC236}">
                    <a16:creationId xmlns:a16="http://schemas.microsoft.com/office/drawing/2014/main" id="{D2DFCBCA-3F41-4C30-9755-9273C045512A}"/>
                  </a:ext>
                </a:extLst>
              </p:cNvPr>
              <p:cNvCxnSpPr/>
              <p:nvPr/>
            </p:nvCxnSpPr>
            <p:spPr>
              <a:xfrm flipV="1">
                <a:off x="9636071" y="3752911"/>
                <a:ext cx="0" cy="812800"/>
              </a:xfrm>
              <a:prstGeom prst="line">
                <a:avLst/>
              </a:prstGeom>
              <a:ln w="152400">
                <a:solidFill>
                  <a:schemeClr val="tx1"/>
                </a:solidFill>
                <a:tailEnd w="med" len="lg"/>
              </a:ln>
            </p:spPr>
            <p:style>
              <a:lnRef idx="1">
                <a:schemeClr val="accent1"/>
              </a:lnRef>
              <a:fillRef idx="0">
                <a:schemeClr val="accent1"/>
              </a:fillRef>
              <a:effectRef idx="0">
                <a:schemeClr val="accent1"/>
              </a:effectRef>
              <a:fontRef idx="minor">
                <a:schemeClr val="tx1"/>
              </a:fontRef>
            </p:style>
          </p:cxnSp>
          <p:cxnSp>
            <p:nvCxnSpPr>
              <p:cNvPr id="9" name="直接连接符 8">
                <a:extLst>
                  <a:ext uri="{FF2B5EF4-FFF2-40B4-BE49-F238E27FC236}">
                    <a16:creationId xmlns:a16="http://schemas.microsoft.com/office/drawing/2014/main" id="{071E56C4-E09B-4C97-93F1-B26373DB1827}"/>
                  </a:ext>
                </a:extLst>
              </p:cNvPr>
              <p:cNvCxnSpPr/>
              <p:nvPr/>
            </p:nvCxnSpPr>
            <p:spPr>
              <a:xfrm flipV="1">
                <a:off x="2455280" y="3752911"/>
                <a:ext cx="0" cy="812800"/>
              </a:xfrm>
              <a:prstGeom prst="line">
                <a:avLst/>
              </a:prstGeom>
              <a:ln w="152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0" name="直接连接符 9">
                <a:extLst>
                  <a:ext uri="{FF2B5EF4-FFF2-40B4-BE49-F238E27FC236}">
                    <a16:creationId xmlns:a16="http://schemas.microsoft.com/office/drawing/2014/main" id="{A218D16E-DD38-47B9-A665-5E69EE225338}"/>
                  </a:ext>
                </a:extLst>
              </p:cNvPr>
              <p:cNvCxnSpPr/>
              <p:nvPr/>
            </p:nvCxnSpPr>
            <p:spPr>
              <a:xfrm flipV="1">
                <a:off x="4878779" y="3752911"/>
                <a:ext cx="0" cy="812800"/>
              </a:xfrm>
              <a:prstGeom prst="line">
                <a:avLst/>
              </a:prstGeom>
              <a:ln w="152400">
                <a:solidFill>
                  <a:schemeClr val="tx1"/>
                </a:solidFill>
                <a:tailEnd w="med" len="lg"/>
              </a:ln>
            </p:spPr>
            <p:style>
              <a:lnRef idx="1">
                <a:schemeClr val="accent1"/>
              </a:lnRef>
              <a:fillRef idx="0">
                <a:schemeClr val="accent1"/>
              </a:fillRef>
              <a:effectRef idx="0">
                <a:schemeClr val="accent1"/>
              </a:effectRef>
              <a:fontRef idx="minor">
                <a:schemeClr val="tx1"/>
              </a:fontRef>
            </p:style>
          </p:cxnSp>
          <p:cxnSp>
            <p:nvCxnSpPr>
              <p:cNvPr id="11" name="直接连接符 10">
                <a:extLst>
                  <a:ext uri="{FF2B5EF4-FFF2-40B4-BE49-F238E27FC236}">
                    <a16:creationId xmlns:a16="http://schemas.microsoft.com/office/drawing/2014/main" id="{4344F9D0-2357-442D-ABB9-7C52D0C50FFC}"/>
                  </a:ext>
                </a:extLst>
              </p:cNvPr>
              <p:cNvCxnSpPr/>
              <p:nvPr/>
            </p:nvCxnSpPr>
            <p:spPr>
              <a:xfrm flipV="1">
                <a:off x="7249637" y="3752911"/>
                <a:ext cx="0" cy="812800"/>
              </a:xfrm>
              <a:prstGeom prst="line">
                <a:avLst/>
              </a:prstGeom>
              <a:ln w="1524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2" name="组合 11">
              <a:extLst>
                <a:ext uri="{FF2B5EF4-FFF2-40B4-BE49-F238E27FC236}">
                  <a16:creationId xmlns:a16="http://schemas.microsoft.com/office/drawing/2014/main" id="{B3698993-6A00-46C5-A668-A428C596D918}"/>
                </a:ext>
              </a:extLst>
            </p:cNvPr>
            <p:cNvGrpSpPr/>
            <p:nvPr/>
          </p:nvGrpSpPr>
          <p:grpSpPr>
            <a:xfrm>
              <a:off x="1674092" y="3999182"/>
              <a:ext cx="8955675" cy="238462"/>
              <a:chOff x="1618162" y="3599500"/>
              <a:chExt cx="8955675" cy="238462"/>
            </a:xfrm>
          </p:grpSpPr>
          <p:cxnSp>
            <p:nvCxnSpPr>
              <p:cNvPr id="13" name="直接连接符 12">
                <a:extLst>
                  <a:ext uri="{FF2B5EF4-FFF2-40B4-BE49-F238E27FC236}">
                    <a16:creationId xmlns:a16="http://schemas.microsoft.com/office/drawing/2014/main" id="{6860CE1A-7802-4CD9-9B75-5FE220E639D6}"/>
                  </a:ext>
                </a:extLst>
              </p:cNvPr>
              <p:cNvCxnSpPr>
                <a:cxnSpLocks/>
              </p:cNvCxnSpPr>
              <p:nvPr/>
            </p:nvCxnSpPr>
            <p:spPr>
              <a:xfrm>
                <a:off x="1749794" y="3725200"/>
                <a:ext cx="8622888" cy="0"/>
              </a:xfrm>
              <a:prstGeom prst="line">
                <a:avLst/>
              </a:prstGeom>
              <a:ln w="152400">
                <a:solidFill>
                  <a:schemeClr val="tx1"/>
                </a:solidFill>
              </a:ln>
            </p:spPr>
            <p:style>
              <a:lnRef idx="1">
                <a:schemeClr val="accent1"/>
              </a:lnRef>
              <a:fillRef idx="0">
                <a:schemeClr val="accent1"/>
              </a:fillRef>
              <a:effectRef idx="0">
                <a:schemeClr val="accent1"/>
              </a:effectRef>
              <a:fontRef idx="minor">
                <a:schemeClr val="tx1"/>
              </a:fontRef>
            </p:style>
          </p:cxnSp>
          <p:sp>
            <p:nvSpPr>
              <p:cNvPr id="14" name="矩形 13">
                <a:extLst>
                  <a:ext uri="{FF2B5EF4-FFF2-40B4-BE49-F238E27FC236}">
                    <a16:creationId xmlns:a16="http://schemas.microsoft.com/office/drawing/2014/main" id="{5811DC53-72B6-48B9-9368-A50DDD98B26B}"/>
                  </a:ext>
                </a:extLst>
              </p:cNvPr>
              <p:cNvSpPr/>
              <p:nvPr/>
            </p:nvSpPr>
            <p:spPr>
              <a:xfrm>
                <a:off x="1618162" y="3599500"/>
                <a:ext cx="225524" cy="225524"/>
              </a:xfrm>
              <a:prstGeom prst="rect">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15" name="矩形 14">
                <a:extLst>
                  <a:ext uri="{FF2B5EF4-FFF2-40B4-BE49-F238E27FC236}">
                    <a16:creationId xmlns:a16="http://schemas.microsoft.com/office/drawing/2014/main" id="{151DE9E2-BF61-4CF2-A314-04A7271E9B2E}"/>
                  </a:ext>
                </a:extLst>
              </p:cNvPr>
              <p:cNvSpPr/>
              <p:nvPr/>
            </p:nvSpPr>
            <p:spPr>
              <a:xfrm>
                <a:off x="10348313" y="3612438"/>
                <a:ext cx="225524" cy="225524"/>
              </a:xfrm>
              <a:prstGeom prst="rect">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grpSp>
        <p:grpSp>
          <p:nvGrpSpPr>
            <p:cNvPr id="16" name="组合 15">
              <a:extLst>
                <a:ext uri="{FF2B5EF4-FFF2-40B4-BE49-F238E27FC236}">
                  <a16:creationId xmlns:a16="http://schemas.microsoft.com/office/drawing/2014/main" id="{D822CE2D-68C0-4132-A70E-8B66F8BBBF73}"/>
                </a:ext>
              </a:extLst>
            </p:cNvPr>
            <p:cNvGrpSpPr/>
            <p:nvPr/>
          </p:nvGrpSpPr>
          <p:grpSpPr>
            <a:xfrm>
              <a:off x="2024604" y="4845318"/>
              <a:ext cx="7852814" cy="641082"/>
              <a:chOff x="1968674" y="4445636"/>
              <a:chExt cx="7852814" cy="641082"/>
            </a:xfrm>
          </p:grpSpPr>
          <p:grpSp>
            <p:nvGrpSpPr>
              <p:cNvPr id="17" name="组合 16">
                <a:extLst>
                  <a:ext uri="{FF2B5EF4-FFF2-40B4-BE49-F238E27FC236}">
                    <a16:creationId xmlns:a16="http://schemas.microsoft.com/office/drawing/2014/main" id="{BBE7D993-E77C-4B40-9DB4-9D4195A03AAF}"/>
                  </a:ext>
                </a:extLst>
              </p:cNvPr>
              <p:cNvGrpSpPr/>
              <p:nvPr/>
            </p:nvGrpSpPr>
            <p:grpSpPr>
              <a:xfrm>
                <a:off x="1968674" y="4445636"/>
                <a:ext cx="662814" cy="641082"/>
                <a:chOff x="812355" y="3422987"/>
                <a:chExt cx="662814" cy="641082"/>
              </a:xfrm>
            </p:grpSpPr>
            <p:pic>
              <p:nvPicPr>
                <p:cNvPr id="29" name="图形 28">
                  <a:extLst>
                    <a:ext uri="{FF2B5EF4-FFF2-40B4-BE49-F238E27FC236}">
                      <a16:creationId xmlns:a16="http://schemas.microsoft.com/office/drawing/2014/main" id="{01F54466-7100-4AB0-BDE8-ABD5E5E6815E}"/>
                    </a:ext>
                  </a:extLst>
                </p:cNvPr>
                <p:cNvPicPr>
                  <a:picLocks noChangeAspect="1"/>
                </p:cNvPicPr>
                <p:nvPr/>
              </p:nvPicPr>
              <p:blipFill>
                <a:blip r:embed="rId3">
                  <a:extLst>
                    <a:ext uri="{28A0092B-C50C-407E-A947-70E740481C1C}">
                      <a14:useLocalDpi xmlns:a14="http://schemas.microsoft.com/office/drawing/2010/main" val="0"/>
                    </a:ext>
                    <a:ext uri="{96DAC541-7B7A-43D3-8B79-37D633B846F1}">
                      <asvg:svgBlip xmlns:asvg="http://schemas.microsoft.com/office/drawing/2016/SVG/main" r:embed="rId4"/>
                    </a:ext>
                  </a:extLst>
                </a:blip>
                <a:stretch>
                  <a:fillRect/>
                </a:stretch>
              </p:blipFill>
              <p:spPr>
                <a:xfrm>
                  <a:off x="812355" y="3422987"/>
                  <a:ext cx="662814" cy="641082"/>
                </a:xfrm>
                <a:prstGeom prst="rect">
                  <a:avLst/>
                </a:prstGeom>
              </p:spPr>
            </p:pic>
            <p:sp>
              <p:nvSpPr>
                <p:cNvPr id="30" name="文本框 29">
                  <a:extLst>
                    <a:ext uri="{FF2B5EF4-FFF2-40B4-BE49-F238E27FC236}">
                      <a16:creationId xmlns:a16="http://schemas.microsoft.com/office/drawing/2014/main" id="{64B9CC03-7BE1-43B6-84EF-6C07EC13C71E}"/>
                    </a:ext>
                  </a:extLst>
                </p:cNvPr>
                <p:cNvSpPr txBox="1"/>
                <p:nvPr/>
              </p:nvSpPr>
              <p:spPr>
                <a:xfrm>
                  <a:off x="1087044" y="3451320"/>
                  <a:ext cx="355235" cy="400110"/>
                </a:xfrm>
                <a:prstGeom prst="rect">
                  <a:avLst/>
                </a:prstGeom>
                <a:noFill/>
              </p:spPr>
              <p:txBody>
                <a:bodyPr wrap="square" rtlCol="0">
                  <a:spAutoFit/>
                </a:bodyPr>
                <a:lstStyle/>
                <a:p>
                  <a:pPr algn="ctr"/>
                  <a:r>
                    <a:rPr lang="en-US" altLang="zh-CN" sz="2000" b="1" dirty="0">
                      <a:solidFill>
                        <a:schemeClr val="bg1"/>
                      </a:solidFill>
                      <a:latin typeface="Arial Black" panose="020B0A04020102020204" pitchFamily="34" charset="0"/>
                      <a:ea typeface="+mj-ea"/>
                    </a:rPr>
                    <a:t>A</a:t>
                  </a:r>
                  <a:endParaRPr lang="zh-CN" altLang="en-US" sz="2000" b="1" dirty="0">
                    <a:solidFill>
                      <a:schemeClr val="bg1"/>
                    </a:solidFill>
                    <a:latin typeface="Arial Black" panose="020B0A04020102020204" pitchFamily="34" charset="0"/>
                    <a:ea typeface="+mj-ea"/>
                  </a:endParaRPr>
                </a:p>
              </p:txBody>
            </p:sp>
          </p:grpSp>
          <p:grpSp>
            <p:nvGrpSpPr>
              <p:cNvPr id="18" name="组合 17">
                <a:extLst>
                  <a:ext uri="{FF2B5EF4-FFF2-40B4-BE49-F238E27FC236}">
                    <a16:creationId xmlns:a16="http://schemas.microsoft.com/office/drawing/2014/main" id="{D1D65212-FE1B-48FA-96B9-EA1FD2A88922}"/>
                  </a:ext>
                </a:extLst>
              </p:cNvPr>
              <p:cNvGrpSpPr/>
              <p:nvPr/>
            </p:nvGrpSpPr>
            <p:grpSpPr>
              <a:xfrm>
                <a:off x="4365341" y="4445636"/>
                <a:ext cx="662814" cy="641082"/>
                <a:chOff x="3209022" y="3422987"/>
                <a:chExt cx="662814" cy="641082"/>
              </a:xfrm>
            </p:grpSpPr>
            <p:pic>
              <p:nvPicPr>
                <p:cNvPr id="27" name="图形 26">
                  <a:extLst>
                    <a:ext uri="{FF2B5EF4-FFF2-40B4-BE49-F238E27FC236}">
                      <a16:creationId xmlns:a16="http://schemas.microsoft.com/office/drawing/2014/main" id="{9FD31446-17AA-456C-965E-133E696E1658}"/>
                    </a:ext>
                  </a:extLst>
                </p:cNvPr>
                <p:cNvPicPr>
                  <a:picLocks noChangeAspect="1"/>
                </p:cNvPicPr>
                <p:nvPr/>
              </p:nvPicPr>
              <p:blipFill>
                <a:blip r:embed="rId3">
                  <a:extLst>
                    <a:ext uri="{28A0092B-C50C-407E-A947-70E740481C1C}">
                      <a14:useLocalDpi xmlns:a14="http://schemas.microsoft.com/office/drawing/2010/main" val="0"/>
                    </a:ext>
                    <a:ext uri="{96DAC541-7B7A-43D3-8B79-37D633B846F1}">
                      <asvg:svgBlip xmlns:asvg="http://schemas.microsoft.com/office/drawing/2016/SVG/main" r:embed="rId4"/>
                    </a:ext>
                  </a:extLst>
                </a:blip>
                <a:stretch>
                  <a:fillRect/>
                </a:stretch>
              </p:blipFill>
              <p:spPr>
                <a:xfrm>
                  <a:off x="3209022" y="3422987"/>
                  <a:ext cx="662814" cy="641082"/>
                </a:xfrm>
                <a:prstGeom prst="rect">
                  <a:avLst/>
                </a:prstGeom>
              </p:spPr>
            </p:pic>
            <p:sp>
              <p:nvSpPr>
                <p:cNvPr id="28" name="文本框 27">
                  <a:extLst>
                    <a:ext uri="{FF2B5EF4-FFF2-40B4-BE49-F238E27FC236}">
                      <a16:creationId xmlns:a16="http://schemas.microsoft.com/office/drawing/2014/main" id="{F8BF9498-B869-44D4-A0A5-6F93F1D8573F}"/>
                    </a:ext>
                  </a:extLst>
                </p:cNvPr>
                <p:cNvSpPr txBox="1"/>
                <p:nvPr/>
              </p:nvSpPr>
              <p:spPr>
                <a:xfrm>
                  <a:off x="3490791" y="3451320"/>
                  <a:ext cx="355235" cy="400110"/>
                </a:xfrm>
                <a:prstGeom prst="rect">
                  <a:avLst/>
                </a:prstGeom>
                <a:noFill/>
              </p:spPr>
              <p:txBody>
                <a:bodyPr wrap="square" rtlCol="0">
                  <a:spAutoFit/>
                </a:bodyPr>
                <a:lstStyle/>
                <a:p>
                  <a:pPr algn="ctr"/>
                  <a:r>
                    <a:rPr lang="en-US" altLang="zh-CN" sz="2000" b="1" dirty="0">
                      <a:solidFill>
                        <a:schemeClr val="bg1"/>
                      </a:solidFill>
                      <a:latin typeface="Arial Black" panose="020B0A04020102020204" pitchFamily="34" charset="0"/>
                      <a:ea typeface="+mj-ea"/>
                    </a:rPr>
                    <a:t>B</a:t>
                  </a:r>
                  <a:endParaRPr lang="zh-CN" altLang="en-US" sz="2000" b="1" dirty="0">
                    <a:solidFill>
                      <a:schemeClr val="bg1"/>
                    </a:solidFill>
                    <a:latin typeface="Arial Black" panose="020B0A04020102020204" pitchFamily="34" charset="0"/>
                    <a:ea typeface="+mj-ea"/>
                  </a:endParaRPr>
                </a:p>
              </p:txBody>
            </p:sp>
          </p:grpSp>
          <p:grpSp>
            <p:nvGrpSpPr>
              <p:cNvPr id="19" name="组合 18">
                <a:extLst>
                  <a:ext uri="{FF2B5EF4-FFF2-40B4-BE49-F238E27FC236}">
                    <a16:creationId xmlns:a16="http://schemas.microsoft.com/office/drawing/2014/main" id="{7F53C353-FB95-44DA-880A-77D5AAF9C2D5}"/>
                  </a:ext>
                </a:extLst>
              </p:cNvPr>
              <p:cNvGrpSpPr/>
              <p:nvPr/>
            </p:nvGrpSpPr>
            <p:grpSpPr>
              <a:xfrm>
                <a:off x="6762008" y="4445636"/>
                <a:ext cx="662814" cy="641082"/>
                <a:chOff x="5605689" y="3422987"/>
                <a:chExt cx="662814" cy="641082"/>
              </a:xfrm>
            </p:grpSpPr>
            <p:pic>
              <p:nvPicPr>
                <p:cNvPr id="25" name="图形 24">
                  <a:extLst>
                    <a:ext uri="{FF2B5EF4-FFF2-40B4-BE49-F238E27FC236}">
                      <a16:creationId xmlns:a16="http://schemas.microsoft.com/office/drawing/2014/main" id="{168335C3-EE1C-47F8-BD34-0D1B16BEABA8}"/>
                    </a:ext>
                  </a:extLst>
                </p:cNvPr>
                <p:cNvPicPr>
                  <a:picLocks noChangeAspect="1"/>
                </p:cNvPicPr>
                <p:nvPr/>
              </p:nvPicPr>
              <p:blipFill>
                <a:blip r:embed="rId3">
                  <a:extLst>
                    <a:ext uri="{28A0092B-C50C-407E-A947-70E740481C1C}">
                      <a14:useLocalDpi xmlns:a14="http://schemas.microsoft.com/office/drawing/2010/main" val="0"/>
                    </a:ext>
                    <a:ext uri="{96DAC541-7B7A-43D3-8B79-37D633B846F1}">
                      <asvg:svgBlip xmlns:asvg="http://schemas.microsoft.com/office/drawing/2016/SVG/main" r:embed="rId4"/>
                    </a:ext>
                  </a:extLst>
                </a:blip>
                <a:stretch>
                  <a:fillRect/>
                </a:stretch>
              </p:blipFill>
              <p:spPr>
                <a:xfrm>
                  <a:off x="5605689" y="3422987"/>
                  <a:ext cx="662814" cy="641082"/>
                </a:xfrm>
                <a:prstGeom prst="rect">
                  <a:avLst/>
                </a:prstGeom>
              </p:spPr>
            </p:pic>
            <p:sp>
              <p:nvSpPr>
                <p:cNvPr id="26" name="文本框 25">
                  <a:extLst>
                    <a:ext uri="{FF2B5EF4-FFF2-40B4-BE49-F238E27FC236}">
                      <a16:creationId xmlns:a16="http://schemas.microsoft.com/office/drawing/2014/main" id="{627B0DDC-EC07-4195-B6F8-28DB201E3805}"/>
                    </a:ext>
                  </a:extLst>
                </p:cNvPr>
                <p:cNvSpPr txBox="1"/>
                <p:nvPr/>
              </p:nvSpPr>
              <p:spPr>
                <a:xfrm>
                  <a:off x="5885506" y="3451320"/>
                  <a:ext cx="355235" cy="400110"/>
                </a:xfrm>
                <a:prstGeom prst="rect">
                  <a:avLst/>
                </a:prstGeom>
                <a:noFill/>
              </p:spPr>
              <p:txBody>
                <a:bodyPr wrap="square" rtlCol="0">
                  <a:spAutoFit/>
                </a:bodyPr>
                <a:lstStyle/>
                <a:p>
                  <a:pPr algn="ctr"/>
                  <a:r>
                    <a:rPr lang="en-US" altLang="zh-CN" sz="2000" b="1" dirty="0">
                      <a:solidFill>
                        <a:schemeClr val="bg1"/>
                      </a:solidFill>
                      <a:latin typeface="Arial Black" panose="020B0A04020102020204" pitchFamily="34" charset="0"/>
                      <a:ea typeface="+mj-ea"/>
                    </a:rPr>
                    <a:t>C</a:t>
                  </a:r>
                  <a:endParaRPr lang="zh-CN" altLang="en-US" sz="2000" b="1" dirty="0">
                    <a:solidFill>
                      <a:schemeClr val="bg1"/>
                    </a:solidFill>
                    <a:latin typeface="Arial Black" panose="020B0A04020102020204" pitchFamily="34" charset="0"/>
                    <a:ea typeface="+mj-ea"/>
                  </a:endParaRPr>
                </a:p>
              </p:txBody>
            </p:sp>
          </p:grpSp>
          <p:grpSp>
            <p:nvGrpSpPr>
              <p:cNvPr id="22" name="组合 21">
                <a:extLst>
                  <a:ext uri="{FF2B5EF4-FFF2-40B4-BE49-F238E27FC236}">
                    <a16:creationId xmlns:a16="http://schemas.microsoft.com/office/drawing/2014/main" id="{86570F47-90D9-4214-8F24-E2DFA94DD62A}"/>
                  </a:ext>
                </a:extLst>
              </p:cNvPr>
              <p:cNvGrpSpPr/>
              <p:nvPr/>
            </p:nvGrpSpPr>
            <p:grpSpPr>
              <a:xfrm>
                <a:off x="9158674" y="4445636"/>
                <a:ext cx="662814" cy="641082"/>
                <a:chOff x="8002355" y="3422987"/>
                <a:chExt cx="662814" cy="641082"/>
              </a:xfrm>
            </p:grpSpPr>
            <p:pic>
              <p:nvPicPr>
                <p:cNvPr id="23" name="图形 22">
                  <a:extLst>
                    <a:ext uri="{FF2B5EF4-FFF2-40B4-BE49-F238E27FC236}">
                      <a16:creationId xmlns:a16="http://schemas.microsoft.com/office/drawing/2014/main" id="{DBA4E015-0A32-470A-BC0C-D50EBA04AF7E}"/>
                    </a:ext>
                  </a:extLst>
                </p:cNvPr>
                <p:cNvPicPr>
                  <a:picLocks noChangeAspect="1"/>
                </p:cNvPicPr>
                <p:nvPr/>
              </p:nvPicPr>
              <p:blipFill>
                <a:blip r:embed="rId3">
                  <a:extLst>
                    <a:ext uri="{28A0092B-C50C-407E-A947-70E740481C1C}">
                      <a14:useLocalDpi xmlns:a14="http://schemas.microsoft.com/office/drawing/2010/main" val="0"/>
                    </a:ext>
                    <a:ext uri="{96DAC541-7B7A-43D3-8B79-37D633B846F1}">
                      <asvg:svgBlip xmlns:asvg="http://schemas.microsoft.com/office/drawing/2016/SVG/main" r:embed="rId4"/>
                    </a:ext>
                  </a:extLst>
                </a:blip>
                <a:stretch>
                  <a:fillRect/>
                </a:stretch>
              </p:blipFill>
              <p:spPr>
                <a:xfrm>
                  <a:off x="8002355" y="3422987"/>
                  <a:ext cx="662814" cy="641082"/>
                </a:xfrm>
                <a:prstGeom prst="rect">
                  <a:avLst/>
                </a:prstGeom>
              </p:spPr>
            </p:pic>
            <p:sp>
              <p:nvSpPr>
                <p:cNvPr id="24" name="文本框 23">
                  <a:extLst>
                    <a:ext uri="{FF2B5EF4-FFF2-40B4-BE49-F238E27FC236}">
                      <a16:creationId xmlns:a16="http://schemas.microsoft.com/office/drawing/2014/main" id="{C7491B0B-1D87-4223-8419-52B27E87C405}"/>
                    </a:ext>
                  </a:extLst>
                </p:cNvPr>
                <p:cNvSpPr txBox="1"/>
                <p:nvPr/>
              </p:nvSpPr>
              <p:spPr>
                <a:xfrm>
                  <a:off x="8282675" y="3444742"/>
                  <a:ext cx="355235" cy="400110"/>
                </a:xfrm>
                <a:prstGeom prst="rect">
                  <a:avLst/>
                </a:prstGeom>
                <a:noFill/>
              </p:spPr>
              <p:txBody>
                <a:bodyPr wrap="square" rtlCol="0">
                  <a:spAutoFit/>
                </a:bodyPr>
                <a:lstStyle/>
                <a:p>
                  <a:pPr algn="ctr"/>
                  <a:r>
                    <a:rPr lang="en-US" altLang="zh-CN" sz="2000" b="1" dirty="0">
                      <a:solidFill>
                        <a:schemeClr val="bg1"/>
                      </a:solidFill>
                      <a:latin typeface="Arial Black" panose="020B0A04020102020204" pitchFamily="34" charset="0"/>
                      <a:ea typeface="+mj-ea"/>
                    </a:rPr>
                    <a:t>D</a:t>
                  </a:r>
                  <a:endParaRPr lang="zh-CN" altLang="en-US" sz="2000" b="1" dirty="0">
                    <a:solidFill>
                      <a:schemeClr val="bg1"/>
                    </a:solidFill>
                    <a:latin typeface="Arial Black" panose="020B0A04020102020204" pitchFamily="34" charset="0"/>
                    <a:ea typeface="+mj-ea"/>
                  </a:endParaRPr>
                </a:p>
              </p:txBody>
            </p:sp>
          </p:grpSp>
        </p:grpSp>
        <p:cxnSp>
          <p:nvCxnSpPr>
            <p:cNvPr id="31" name="直接箭头连接符 30">
              <a:extLst>
                <a:ext uri="{FF2B5EF4-FFF2-40B4-BE49-F238E27FC236}">
                  <a16:creationId xmlns:a16="http://schemas.microsoft.com/office/drawing/2014/main" id="{DBA6E1E1-1A92-4F9E-9E00-627DBCDB84B3}"/>
                </a:ext>
              </a:extLst>
            </p:cNvPr>
            <p:cNvCxnSpPr/>
            <p:nvPr/>
          </p:nvCxnSpPr>
          <p:spPr>
            <a:xfrm flipV="1">
              <a:off x="4927448" y="4156037"/>
              <a:ext cx="0" cy="773654"/>
            </a:xfrm>
            <a:prstGeom prst="straightConnector1">
              <a:avLst/>
            </a:prstGeom>
            <a:ln w="50800" cap="rnd">
              <a:solidFill>
                <a:schemeClr val="accent6"/>
              </a:solidFill>
              <a:round/>
              <a:tailEnd type="triangle" w="med" len="med"/>
            </a:ln>
          </p:spPr>
          <p:style>
            <a:lnRef idx="1">
              <a:schemeClr val="accent1"/>
            </a:lnRef>
            <a:fillRef idx="0">
              <a:schemeClr val="accent1"/>
            </a:fillRef>
            <a:effectRef idx="0">
              <a:schemeClr val="accent1"/>
            </a:effectRef>
            <a:fontRef idx="minor">
              <a:schemeClr val="tx1"/>
            </a:fontRef>
          </p:style>
        </p:cxnSp>
        <p:cxnSp>
          <p:nvCxnSpPr>
            <p:cNvPr id="32" name="直接箭头连接符 31">
              <a:extLst>
                <a:ext uri="{FF2B5EF4-FFF2-40B4-BE49-F238E27FC236}">
                  <a16:creationId xmlns:a16="http://schemas.microsoft.com/office/drawing/2014/main" id="{3D20B02E-EA29-4AB3-BE8C-82FA6450DE2C}"/>
                </a:ext>
              </a:extLst>
            </p:cNvPr>
            <p:cNvCxnSpPr>
              <a:cxnSpLocks/>
            </p:cNvCxnSpPr>
            <p:nvPr/>
          </p:nvCxnSpPr>
          <p:spPr>
            <a:xfrm>
              <a:off x="4927448" y="4122562"/>
              <a:ext cx="1224482" cy="0"/>
            </a:xfrm>
            <a:prstGeom prst="straightConnector1">
              <a:avLst/>
            </a:prstGeom>
            <a:ln w="50800" cap="rnd">
              <a:solidFill>
                <a:schemeClr val="accent6"/>
              </a:solidFill>
              <a:round/>
              <a:tailEnd type="triangle" w="med" len="med"/>
            </a:ln>
          </p:spPr>
          <p:style>
            <a:lnRef idx="1">
              <a:schemeClr val="accent1"/>
            </a:lnRef>
            <a:fillRef idx="0">
              <a:schemeClr val="accent1"/>
            </a:fillRef>
            <a:effectRef idx="0">
              <a:schemeClr val="accent1"/>
            </a:effectRef>
            <a:fontRef idx="minor">
              <a:schemeClr val="tx1"/>
            </a:fontRef>
          </p:style>
        </p:cxnSp>
        <p:cxnSp>
          <p:nvCxnSpPr>
            <p:cNvPr id="33" name="直接箭头连接符 32">
              <a:extLst>
                <a:ext uri="{FF2B5EF4-FFF2-40B4-BE49-F238E27FC236}">
                  <a16:creationId xmlns:a16="http://schemas.microsoft.com/office/drawing/2014/main" id="{24975888-1F3E-46A6-AB0D-E9AB1FCCE63D}"/>
                </a:ext>
              </a:extLst>
            </p:cNvPr>
            <p:cNvCxnSpPr>
              <a:cxnSpLocks/>
            </p:cNvCxnSpPr>
            <p:nvPr/>
          </p:nvCxnSpPr>
          <p:spPr>
            <a:xfrm flipH="1">
              <a:off x="3766157" y="4122445"/>
              <a:ext cx="1168552" cy="0"/>
            </a:xfrm>
            <a:prstGeom prst="straightConnector1">
              <a:avLst/>
            </a:prstGeom>
            <a:ln w="50800" cap="rnd">
              <a:solidFill>
                <a:schemeClr val="accent6"/>
              </a:solidFill>
              <a:round/>
              <a:tailEnd type="triangle" w="med" len="med"/>
            </a:ln>
          </p:spPr>
          <p:style>
            <a:lnRef idx="1">
              <a:schemeClr val="accent1"/>
            </a:lnRef>
            <a:fillRef idx="0">
              <a:schemeClr val="accent1"/>
            </a:fillRef>
            <a:effectRef idx="0">
              <a:schemeClr val="accent1"/>
            </a:effectRef>
            <a:fontRef idx="minor">
              <a:schemeClr val="tx1"/>
            </a:fontRef>
          </p:style>
        </p:cxnSp>
        <p:cxnSp>
          <p:nvCxnSpPr>
            <p:cNvPr id="34" name="直接箭头连接符 33">
              <a:extLst>
                <a:ext uri="{FF2B5EF4-FFF2-40B4-BE49-F238E27FC236}">
                  <a16:creationId xmlns:a16="http://schemas.microsoft.com/office/drawing/2014/main" id="{B0E1F3D0-1C34-4E21-91E4-30298F953CC4}"/>
                </a:ext>
              </a:extLst>
            </p:cNvPr>
            <p:cNvCxnSpPr/>
            <p:nvPr/>
          </p:nvCxnSpPr>
          <p:spPr>
            <a:xfrm flipV="1">
              <a:off x="7305567" y="4147892"/>
              <a:ext cx="0" cy="773654"/>
            </a:xfrm>
            <a:prstGeom prst="straightConnector1">
              <a:avLst/>
            </a:prstGeom>
            <a:ln w="50800" cap="rnd">
              <a:solidFill>
                <a:schemeClr val="accent6"/>
              </a:solidFill>
              <a:round/>
              <a:tailEnd type="triangle" w="med" len="med"/>
            </a:ln>
          </p:spPr>
          <p:style>
            <a:lnRef idx="1">
              <a:schemeClr val="accent1"/>
            </a:lnRef>
            <a:fillRef idx="0">
              <a:schemeClr val="accent1"/>
            </a:fillRef>
            <a:effectRef idx="0">
              <a:schemeClr val="accent1"/>
            </a:effectRef>
            <a:fontRef idx="minor">
              <a:schemeClr val="tx1"/>
            </a:fontRef>
          </p:style>
        </p:cxnSp>
        <p:cxnSp>
          <p:nvCxnSpPr>
            <p:cNvPr id="35" name="直接箭头连接符 34">
              <a:extLst>
                <a:ext uri="{FF2B5EF4-FFF2-40B4-BE49-F238E27FC236}">
                  <a16:creationId xmlns:a16="http://schemas.microsoft.com/office/drawing/2014/main" id="{74FF5D27-BEE3-4DBF-A826-D0348281E865}"/>
                </a:ext>
              </a:extLst>
            </p:cNvPr>
            <p:cNvCxnSpPr>
              <a:cxnSpLocks/>
            </p:cNvCxnSpPr>
            <p:nvPr/>
          </p:nvCxnSpPr>
          <p:spPr>
            <a:xfrm flipH="1">
              <a:off x="6137015" y="4122445"/>
              <a:ext cx="1168552" cy="0"/>
            </a:xfrm>
            <a:prstGeom prst="straightConnector1">
              <a:avLst/>
            </a:prstGeom>
            <a:ln w="50800" cap="rnd">
              <a:solidFill>
                <a:schemeClr val="accent6"/>
              </a:solidFill>
              <a:round/>
              <a:tailEnd type="triangle" w="med" len="med"/>
            </a:ln>
          </p:spPr>
          <p:style>
            <a:lnRef idx="1">
              <a:schemeClr val="accent1"/>
            </a:lnRef>
            <a:fillRef idx="0">
              <a:schemeClr val="accent1"/>
            </a:fillRef>
            <a:effectRef idx="0">
              <a:schemeClr val="accent1"/>
            </a:effectRef>
            <a:fontRef idx="minor">
              <a:schemeClr val="tx1"/>
            </a:fontRef>
          </p:style>
        </p:cxnSp>
        <p:cxnSp>
          <p:nvCxnSpPr>
            <p:cNvPr id="36" name="直接箭头连接符 35">
              <a:extLst>
                <a:ext uri="{FF2B5EF4-FFF2-40B4-BE49-F238E27FC236}">
                  <a16:creationId xmlns:a16="http://schemas.microsoft.com/office/drawing/2014/main" id="{94363EBA-B7C4-41EB-8024-E0A8BBCB876E}"/>
                </a:ext>
              </a:extLst>
            </p:cNvPr>
            <p:cNvCxnSpPr>
              <a:cxnSpLocks/>
            </p:cNvCxnSpPr>
            <p:nvPr/>
          </p:nvCxnSpPr>
          <p:spPr>
            <a:xfrm>
              <a:off x="7305567" y="4122171"/>
              <a:ext cx="1224482" cy="0"/>
            </a:xfrm>
            <a:prstGeom prst="straightConnector1">
              <a:avLst/>
            </a:prstGeom>
            <a:ln w="50800" cap="rnd">
              <a:solidFill>
                <a:schemeClr val="accent6"/>
              </a:solidFill>
              <a:round/>
              <a:tailEnd type="triangle" w="med" len="med"/>
            </a:ln>
          </p:spPr>
          <p:style>
            <a:lnRef idx="1">
              <a:schemeClr val="accent1"/>
            </a:lnRef>
            <a:fillRef idx="0">
              <a:schemeClr val="accent1"/>
            </a:fillRef>
            <a:effectRef idx="0">
              <a:schemeClr val="accent1"/>
            </a:effectRef>
            <a:fontRef idx="minor">
              <a:schemeClr val="tx1"/>
            </a:fontRef>
          </p:style>
        </p:cxnSp>
        <p:sp>
          <p:nvSpPr>
            <p:cNvPr id="37" name="爆炸形: 8 pt  36">
              <a:extLst>
                <a:ext uri="{FF2B5EF4-FFF2-40B4-BE49-F238E27FC236}">
                  <a16:creationId xmlns:a16="http://schemas.microsoft.com/office/drawing/2014/main" id="{B8DA2301-7E0B-4599-AFF4-930497CE645B}"/>
                </a:ext>
              </a:extLst>
            </p:cNvPr>
            <p:cNvSpPr/>
            <p:nvPr/>
          </p:nvSpPr>
          <p:spPr>
            <a:xfrm>
              <a:off x="5418423" y="3203839"/>
              <a:ext cx="1355154" cy="1355154"/>
            </a:xfrm>
            <a:prstGeom prst="irregularSeal1">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zh-CN" altLang="en-US" sz="2000" b="1" dirty="0"/>
                <a:t>碰撞</a:t>
              </a:r>
            </a:p>
          </p:txBody>
        </p:sp>
        <p:sp>
          <p:nvSpPr>
            <p:cNvPr id="6" name="对话气泡: 圆角矩形 5">
              <a:extLst>
                <a:ext uri="{FF2B5EF4-FFF2-40B4-BE49-F238E27FC236}">
                  <a16:creationId xmlns:a16="http://schemas.microsoft.com/office/drawing/2014/main" id="{100FAF72-F6CE-40FA-9EDA-3FFD65AA59D2}"/>
                </a:ext>
              </a:extLst>
            </p:cNvPr>
            <p:cNvSpPr/>
            <p:nvPr/>
          </p:nvSpPr>
          <p:spPr>
            <a:xfrm>
              <a:off x="2024604" y="2014262"/>
              <a:ext cx="9060930" cy="845507"/>
            </a:xfrm>
            <a:prstGeom prst="wedgeRoundRectCallout">
              <a:avLst>
                <a:gd name="adj1" fmla="val -9428"/>
                <a:gd name="adj2" fmla="val 98796"/>
                <a:gd name="adj3" fmla="val 16667"/>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zh-CN" altLang="en-US" b="1" dirty="0">
                  <a:solidFill>
                    <a:schemeClr val="bg1"/>
                  </a:solidFill>
                  <a:latin typeface="Arial Narrow" panose="020B0606020202030204" pitchFamily="34" charset="0"/>
                </a:rPr>
                <a:t>为了解决各站点争用总线的问题，共享总线以太网使用了一种专用协议</a:t>
              </a:r>
              <a:r>
                <a:rPr lang="en-US" altLang="zh-CN" b="1" dirty="0">
                  <a:solidFill>
                    <a:schemeClr val="tx1"/>
                  </a:solidFill>
                  <a:highlight>
                    <a:srgbClr val="F4B919"/>
                  </a:highlight>
                  <a:latin typeface="Arial Narrow" panose="020B0606020202030204" pitchFamily="34" charset="0"/>
                </a:rPr>
                <a:t>CSMA/CD</a:t>
              </a:r>
              <a:r>
                <a:rPr lang="zh-CN" altLang="en-US" b="1" dirty="0">
                  <a:solidFill>
                    <a:schemeClr val="bg1"/>
                  </a:solidFill>
                  <a:latin typeface="Arial Narrow" panose="020B0606020202030204" pitchFamily="34" charset="0"/>
                </a:rPr>
                <a:t>。</a:t>
              </a:r>
              <a:endParaRPr lang="zh-CN" altLang="en-US" dirty="0">
                <a:solidFill>
                  <a:schemeClr val="bg1"/>
                </a:solidFill>
              </a:endParaRPr>
            </a:p>
          </p:txBody>
        </p:sp>
      </p:grpSp>
    </p:spTree>
    <p:custDataLst>
      <p:tags r:id="rId1"/>
    </p:custDataLst>
    <p:extLst>
      <p:ext uri="{BB962C8B-B14F-4D97-AF65-F5344CB8AC3E}">
        <p14:creationId xmlns:p14="http://schemas.microsoft.com/office/powerpoint/2010/main" val="3851297986"/>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2" presetClass="entr" presetSubtype="1" fill="hold" nodeType="withEffect">
                                  <p:stCondLst>
                                    <p:cond delay="0"/>
                                  </p:stCondLst>
                                  <p:childTnLst>
                                    <p:set>
                                      <p:cBhvr>
                                        <p:cTn id="6" dur="1" fill="hold">
                                          <p:stCondLst>
                                            <p:cond delay="0"/>
                                          </p:stCondLst>
                                        </p:cTn>
                                        <p:tgtEl>
                                          <p:spTgt spid="4"/>
                                        </p:tgtEl>
                                        <p:attrNameLst>
                                          <p:attrName>style.visibility</p:attrName>
                                        </p:attrNameLst>
                                      </p:cBhvr>
                                      <p:to>
                                        <p:strVal val="visible"/>
                                      </p:to>
                                    </p:set>
                                    <p:anim calcmode="lin" valueType="num">
                                      <p:cBhvr additive="base">
                                        <p:cTn id="7" dur="1000"/>
                                        <p:tgtEl>
                                          <p:spTgt spid="4"/>
                                        </p:tgtEl>
                                        <p:attrNameLst>
                                          <p:attrName>ppt_y</p:attrName>
                                        </p:attrNameLst>
                                      </p:cBhvr>
                                      <p:tavLst>
                                        <p:tav tm="0">
                                          <p:val>
                                            <p:strVal val="#ppt_y-#ppt_h*1.125000"/>
                                          </p:val>
                                        </p:tav>
                                        <p:tav tm="100000">
                                          <p:val>
                                            <p:strVal val="#ppt_y"/>
                                          </p:val>
                                        </p:tav>
                                      </p:tavLst>
                                    </p:anim>
                                    <p:animEffect transition="in" filter="wipe(down)">
                                      <p:cBhvr>
                                        <p:cTn id="8" dur="1000"/>
                                        <p:tgtEl>
                                          <p:spTgt spid="4"/>
                                        </p:tgtEl>
                                      </p:cBhvr>
                                    </p:animEffect>
                                  </p:childTnLst>
                                </p:cTn>
                              </p:par>
                            </p:childTnLst>
                          </p:cTn>
                        </p:par>
                      </p:childTnLst>
                    </p:cTn>
                  </p:par>
                  <p:par>
                    <p:cTn id="9" fill="hold">
                      <p:stCondLst>
                        <p:cond delay="indefinite"/>
                      </p:stCondLst>
                      <p:childTnLst>
                        <p:par>
                          <p:cTn id="10" fill="hold">
                            <p:stCondLst>
                              <p:cond delay="0"/>
                            </p:stCondLst>
                            <p:childTnLst>
                              <p:par>
                                <p:cTn id="11" presetID="15" presetClass="entr" presetSubtype="0" fill="hold" nodeType="clickEffect">
                                  <p:stCondLst>
                                    <p:cond delay="0"/>
                                  </p:stCondLst>
                                  <p:childTnLst>
                                    <p:set>
                                      <p:cBhvr>
                                        <p:cTn id="12" dur="1" fill="hold">
                                          <p:stCondLst>
                                            <p:cond delay="0"/>
                                          </p:stCondLst>
                                        </p:cTn>
                                        <p:tgtEl>
                                          <p:spTgt spid="39"/>
                                        </p:tgtEl>
                                        <p:attrNameLst>
                                          <p:attrName>style.visibility</p:attrName>
                                        </p:attrNameLst>
                                      </p:cBhvr>
                                      <p:to>
                                        <p:strVal val="visible"/>
                                      </p:to>
                                    </p:set>
                                    <p:anim calcmode="lin" valueType="num">
                                      <p:cBhvr>
                                        <p:cTn id="13" dur="1000" fill="hold"/>
                                        <p:tgtEl>
                                          <p:spTgt spid="39"/>
                                        </p:tgtEl>
                                        <p:attrNameLst>
                                          <p:attrName>ppt_w</p:attrName>
                                        </p:attrNameLst>
                                      </p:cBhvr>
                                      <p:tavLst>
                                        <p:tav tm="0">
                                          <p:val>
                                            <p:fltVal val="0"/>
                                          </p:val>
                                        </p:tav>
                                        <p:tav tm="100000">
                                          <p:val>
                                            <p:strVal val="#ppt_w"/>
                                          </p:val>
                                        </p:tav>
                                      </p:tavLst>
                                    </p:anim>
                                    <p:anim calcmode="lin" valueType="num">
                                      <p:cBhvr>
                                        <p:cTn id="14" dur="1000" fill="hold"/>
                                        <p:tgtEl>
                                          <p:spTgt spid="39"/>
                                        </p:tgtEl>
                                        <p:attrNameLst>
                                          <p:attrName>ppt_h</p:attrName>
                                        </p:attrNameLst>
                                      </p:cBhvr>
                                      <p:tavLst>
                                        <p:tav tm="0">
                                          <p:val>
                                            <p:fltVal val="0"/>
                                          </p:val>
                                        </p:tav>
                                        <p:tav tm="100000">
                                          <p:val>
                                            <p:strVal val="#ppt_h"/>
                                          </p:val>
                                        </p:tav>
                                      </p:tavLst>
                                    </p:anim>
                                    <p:anim calcmode="lin" valueType="num">
                                      <p:cBhvr>
                                        <p:cTn id="15" dur="1000" fill="hold"/>
                                        <p:tgtEl>
                                          <p:spTgt spid="39"/>
                                        </p:tgtEl>
                                        <p:attrNameLst>
                                          <p:attrName>ppt_x</p:attrName>
                                        </p:attrNameLst>
                                      </p:cBhvr>
                                      <p:tavLst>
                                        <p:tav tm="0" fmla="#ppt_x+(cos(-2*pi*(1-$))*-#ppt_x-sin(-2*pi*(1-$))*(1-#ppt_y))*(1-$)">
                                          <p:val>
                                            <p:fltVal val="0"/>
                                          </p:val>
                                        </p:tav>
                                        <p:tav tm="100000">
                                          <p:val>
                                            <p:fltVal val="1"/>
                                          </p:val>
                                        </p:tav>
                                      </p:tavLst>
                                    </p:anim>
                                    <p:anim calcmode="lin" valueType="num">
                                      <p:cBhvr>
                                        <p:cTn id="16" dur="1000" fill="hold"/>
                                        <p:tgtEl>
                                          <p:spTgt spid="39"/>
                                        </p:tgtEl>
                                        <p:attrNameLst>
                                          <p:attrName>ppt_y</p:attrName>
                                        </p:attrNameLst>
                                      </p:cBhvr>
                                      <p:tavLst>
                                        <p:tav tm="0" fmla="#ppt_y+(sin(-2*pi*(1-$))*-#ppt_x+cos(-2*pi*(1-$))*(1-#ppt_y))*(1-$)">
                                          <p:val>
                                            <p:fltVal val="0"/>
                                          </p:val>
                                        </p:tav>
                                        <p:tav tm="100000">
                                          <p:val>
                                            <p:fltVal val="1"/>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53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21" name="组合 20">
            <a:extLst>
              <a:ext uri="{FF2B5EF4-FFF2-40B4-BE49-F238E27FC236}">
                <a16:creationId xmlns:a16="http://schemas.microsoft.com/office/drawing/2014/main" id="{A0072DC4-0655-4900-B290-9B09DCB1EA40}"/>
              </a:ext>
            </a:extLst>
          </p:cNvPr>
          <p:cNvGrpSpPr/>
          <p:nvPr/>
        </p:nvGrpSpPr>
        <p:grpSpPr>
          <a:xfrm>
            <a:off x="7308736" y="714426"/>
            <a:ext cx="2975412" cy="3128848"/>
            <a:chOff x="4217527" y="1642957"/>
            <a:chExt cx="3749377" cy="3942725"/>
          </a:xfrm>
        </p:grpSpPr>
        <p:sp>
          <p:nvSpPr>
            <p:cNvPr id="103" name="文本框 102">
              <a:extLst>
                <a:ext uri="{FF2B5EF4-FFF2-40B4-BE49-F238E27FC236}">
                  <a16:creationId xmlns:a16="http://schemas.microsoft.com/office/drawing/2014/main" id="{43845208-1063-462C-9013-1052BB4A151A}"/>
                </a:ext>
              </a:extLst>
            </p:cNvPr>
            <p:cNvSpPr txBox="1"/>
            <p:nvPr/>
          </p:nvSpPr>
          <p:spPr>
            <a:xfrm>
              <a:off x="5511164" y="4065923"/>
              <a:ext cx="1272594" cy="465403"/>
            </a:xfrm>
            <a:prstGeom prst="rect">
              <a:avLst/>
            </a:prstGeom>
            <a:noFill/>
          </p:spPr>
          <p:txBody>
            <a:bodyPr wrap="square" rtlCol="0">
              <a:spAutoFit/>
            </a:bodyPr>
            <a:lstStyle/>
            <a:p>
              <a:pPr algn="ctr"/>
              <a:r>
                <a:rPr lang="en-US" altLang="zh-CN" b="1" dirty="0">
                  <a:latin typeface="Arial Narrow" panose="020B0606020202030204" pitchFamily="34" charset="0"/>
                </a:rPr>
                <a:t>AP</a:t>
              </a:r>
              <a:endParaRPr lang="zh-CN" altLang="en-US" b="1" dirty="0">
                <a:latin typeface="Arial Narrow" panose="020B0606020202030204" pitchFamily="34" charset="0"/>
              </a:endParaRPr>
            </a:p>
          </p:txBody>
        </p:sp>
        <p:grpSp>
          <p:nvGrpSpPr>
            <p:cNvPr id="104" name="组合 103">
              <a:extLst>
                <a:ext uri="{FF2B5EF4-FFF2-40B4-BE49-F238E27FC236}">
                  <a16:creationId xmlns:a16="http://schemas.microsoft.com/office/drawing/2014/main" id="{058F3135-015F-4F1B-AF59-73A266DCB198}"/>
                </a:ext>
              </a:extLst>
            </p:cNvPr>
            <p:cNvGrpSpPr/>
            <p:nvPr/>
          </p:nvGrpSpPr>
          <p:grpSpPr>
            <a:xfrm>
              <a:off x="4558444" y="2290712"/>
              <a:ext cx="3117230" cy="3117230"/>
              <a:chOff x="4558444" y="2487562"/>
              <a:chExt cx="3117230" cy="3117230"/>
            </a:xfrm>
          </p:grpSpPr>
          <p:sp>
            <p:nvSpPr>
              <p:cNvPr id="105" name="椭圆 104">
                <a:extLst>
                  <a:ext uri="{FF2B5EF4-FFF2-40B4-BE49-F238E27FC236}">
                    <a16:creationId xmlns:a16="http://schemas.microsoft.com/office/drawing/2014/main" id="{C642371E-A8DF-4FC9-962B-BBFF04EC1DAB}"/>
                  </a:ext>
                </a:extLst>
              </p:cNvPr>
              <p:cNvSpPr/>
              <p:nvPr/>
            </p:nvSpPr>
            <p:spPr>
              <a:xfrm>
                <a:off x="4558444" y="2487562"/>
                <a:ext cx="3117230" cy="3117230"/>
              </a:xfrm>
              <a:prstGeom prst="ellipse">
                <a:avLst/>
              </a:prstGeom>
              <a:noFill/>
              <a:ln>
                <a:solidFill>
                  <a:schemeClr val="tx1"/>
                </a:solid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106" name="文本框 105">
                <a:extLst>
                  <a:ext uri="{FF2B5EF4-FFF2-40B4-BE49-F238E27FC236}">
                    <a16:creationId xmlns:a16="http://schemas.microsoft.com/office/drawing/2014/main" id="{070E69DC-D3C3-43D2-A137-8B8BEC08AA07}"/>
                  </a:ext>
                </a:extLst>
              </p:cNvPr>
              <p:cNvSpPr txBox="1"/>
              <p:nvPr/>
            </p:nvSpPr>
            <p:spPr>
              <a:xfrm>
                <a:off x="5222049" y="2922666"/>
                <a:ext cx="1786001" cy="465403"/>
              </a:xfrm>
              <a:prstGeom prst="rect">
                <a:avLst/>
              </a:prstGeom>
              <a:noFill/>
            </p:spPr>
            <p:txBody>
              <a:bodyPr wrap="square" rtlCol="0">
                <a:spAutoFit/>
              </a:bodyPr>
              <a:lstStyle/>
              <a:p>
                <a:pPr algn="ctr"/>
                <a:r>
                  <a:rPr lang="en-US" altLang="zh-CN" b="1" dirty="0">
                    <a:latin typeface="Arial Narrow" panose="020B0606020202030204" pitchFamily="34" charset="0"/>
                  </a:rPr>
                  <a:t>BSS</a:t>
                </a:r>
                <a:endParaRPr lang="zh-CN" altLang="en-US" b="1" dirty="0">
                  <a:latin typeface="Arial Narrow" panose="020B0606020202030204" pitchFamily="34" charset="0"/>
                </a:endParaRPr>
              </a:p>
            </p:txBody>
          </p:sp>
        </p:grpSp>
        <p:grpSp>
          <p:nvGrpSpPr>
            <p:cNvPr id="107" name="组合 106">
              <a:extLst>
                <a:ext uri="{FF2B5EF4-FFF2-40B4-BE49-F238E27FC236}">
                  <a16:creationId xmlns:a16="http://schemas.microsoft.com/office/drawing/2014/main" id="{90C5E2C9-970F-41C7-959A-DE786E0D6179}"/>
                </a:ext>
              </a:extLst>
            </p:cNvPr>
            <p:cNvGrpSpPr/>
            <p:nvPr/>
          </p:nvGrpSpPr>
          <p:grpSpPr>
            <a:xfrm>
              <a:off x="4217527" y="1642957"/>
              <a:ext cx="3749377" cy="3942725"/>
              <a:chOff x="4217527" y="1839807"/>
              <a:chExt cx="3749377" cy="3942725"/>
            </a:xfrm>
          </p:grpSpPr>
          <p:pic>
            <p:nvPicPr>
              <p:cNvPr id="108" name="图形 107">
                <a:extLst>
                  <a:ext uri="{FF2B5EF4-FFF2-40B4-BE49-F238E27FC236}">
                    <a16:creationId xmlns:a16="http://schemas.microsoft.com/office/drawing/2014/main" id="{7073FB06-4546-4AF9-94A1-EE4FA2CA963A}"/>
                  </a:ext>
                </a:extLst>
              </p:cNvPr>
              <p:cNvPicPr>
                <a:picLocks noChangeAspect="1"/>
              </p:cNvPicPr>
              <p:nvPr/>
            </p:nvPicPr>
            <p:blipFill>
              <a:blip r:embed="rId3">
                <a:extLst>
                  <a:ext uri="{28A0092B-C50C-407E-A947-70E740481C1C}">
                    <a14:useLocalDpi xmlns:a14="http://schemas.microsoft.com/office/drawing/2010/main" val="0"/>
                  </a:ext>
                  <a:ext uri="{96DAC541-7B7A-43D3-8B79-37D633B846F1}">
                    <asvg:svgBlip xmlns:asvg="http://schemas.microsoft.com/office/drawing/2016/SVG/main" r:embed="rId4"/>
                  </a:ext>
                </a:extLst>
              </a:blip>
              <a:stretch>
                <a:fillRect/>
              </a:stretch>
            </p:blipFill>
            <p:spPr>
              <a:xfrm>
                <a:off x="5707974" y="3296491"/>
                <a:ext cx="1028700" cy="1009650"/>
              </a:xfrm>
              <a:prstGeom prst="rect">
                <a:avLst/>
              </a:prstGeom>
            </p:spPr>
          </p:pic>
          <p:grpSp>
            <p:nvGrpSpPr>
              <p:cNvPr id="109" name="组合 108">
                <a:extLst>
                  <a:ext uri="{FF2B5EF4-FFF2-40B4-BE49-F238E27FC236}">
                    <a16:creationId xmlns:a16="http://schemas.microsoft.com/office/drawing/2014/main" id="{22A2459B-2E7A-4166-9660-C3FE52540EE8}"/>
                  </a:ext>
                </a:extLst>
              </p:cNvPr>
              <p:cNvGrpSpPr/>
              <p:nvPr/>
            </p:nvGrpSpPr>
            <p:grpSpPr>
              <a:xfrm>
                <a:off x="7304090" y="3386940"/>
                <a:ext cx="662814" cy="854540"/>
                <a:chOff x="6442805" y="2960597"/>
                <a:chExt cx="662814" cy="854540"/>
              </a:xfrm>
            </p:grpSpPr>
            <p:grpSp>
              <p:nvGrpSpPr>
                <p:cNvPr id="145" name="组合 144">
                  <a:extLst>
                    <a:ext uri="{FF2B5EF4-FFF2-40B4-BE49-F238E27FC236}">
                      <a16:creationId xmlns:a16="http://schemas.microsoft.com/office/drawing/2014/main" id="{FA1C9B53-4599-4D12-928E-D3F199E0D3DF}"/>
                    </a:ext>
                  </a:extLst>
                </p:cNvPr>
                <p:cNvGrpSpPr/>
                <p:nvPr/>
              </p:nvGrpSpPr>
              <p:grpSpPr>
                <a:xfrm>
                  <a:off x="6724619" y="2960597"/>
                  <a:ext cx="381000" cy="351117"/>
                  <a:chOff x="2556504" y="2484669"/>
                  <a:chExt cx="381000" cy="351117"/>
                </a:xfrm>
              </p:grpSpPr>
              <p:pic>
                <p:nvPicPr>
                  <p:cNvPr id="147" name="图形 146">
                    <a:extLst>
                      <a:ext uri="{FF2B5EF4-FFF2-40B4-BE49-F238E27FC236}">
                        <a16:creationId xmlns:a16="http://schemas.microsoft.com/office/drawing/2014/main" id="{4910A2D9-D548-498D-B59A-660FA7572D8C}"/>
                      </a:ext>
                    </a:extLst>
                  </p:cNvPr>
                  <p:cNvPicPr>
                    <a:picLocks noChangeAspect="1"/>
                  </p:cNvPicPr>
                  <p:nvPr/>
                </p:nvPicPr>
                <p:blipFill>
                  <a:blip r:embed="rId5">
                    <a:extLst>
                      <a:ext uri="{28A0092B-C50C-407E-A947-70E740481C1C}">
                        <a14:useLocalDpi xmlns:a14="http://schemas.microsoft.com/office/drawing/2010/main" val="0"/>
                      </a:ext>
                      <a:ext uri="{96DAC541-7B7A-43D3-8B79-37D633B846F1}">
                        <asvg:svgBlip xmlns:asvg="http://schemas.microsoft.com/office/drawing/2016/SVG/main" r:embed="rId6"/>
                      </a:ext>
                    </a:extLst>
                  </a:blip>
                  <a:stretch>
                    <a:fillRect/>
                  </a:stretch>
                </p:blipFill>
                <p:spPr>
                  <a:xfrm>
                    <a:off x="2556504" y="2484669"/>
                    <a:ext cx="381000" cy="285750"/>
                  </a:xfrm>
                  <a:prstGeom prst="rect">
                    <a:avLst/>
                  </a:prstGeom>
                </p:spPr>
              </p:pic>
              <p:cxnSp>
                <p:nvCxnSpPr>
                  <p:cNvPr id="148" name="直接连接符 147">
                    <a:extLst>
                      <a:ext uri="{FF2B5EF4-FFF2-40B4-BE49-F238E27FC236}">
                        <a16:creationId xmlns:a16="http://schemas.microsoft.com/office/drawing/2014/main" id="{15B59540-6676-4B14-976C-4C30EF41A661}"/>
                      </a:ext>
                    </a:extLst>
                  </p:cNvPr>
                  <p:cNvCxnSpPr/>
                  <p:nvPr/>
                </p:nvCxnSpPr>
                <p:spPr>
                  <a:xfrm>
                    <a:off x="2747004" y="2612580"/>
                    <a:ext cx="0" cy="223206"/>
                  </a:xfrm>
                  <a:prstGeom prst="line">
                    <a:avLst/>
                  </a:prstGeom>
                  <a:ln w="25400">
                    <a:solidFill>
                      <a:srgbClr val="999999"/>
                    </a:solidFill>
                  </a:ln>
                </p:spPr>
                <p:style>
                  <a:lnRef idx="1">
                    <a:schemeClr val="accent1"/>
                  </a:lnRef>
                  <a:fillRef idx="0">
                    <a:schemeClr val="accent1"/>
                  </a:fillRef>
                  <a:effectRef idx="0">
                    <a:schemeClr val="accent1"/>
                  </a:effectRef>
                  <a:fontRef idx="minor">
                    <a:schemeClr val="tx1"/>
                  </a:fontRef>
                </p:style>
              </p:cxnSp>
            </p:grpSp>
            <p:pic>
              <p:nvPicPr>
                <p:cNvPr id="146" name="图形 10">
                  <a:extLst>
                    <a:ext uri="{FF2B5EF4-FFF2-40B4-BE49-F238E27FC236}">
                      <a16:creationId xmlns:a16="http://schemas.microsoft.com/office/drawing/2014/main" id="{7E497680-6DFE-4EC1-B047-AAF32F6B0308}"/>
                    </a:ext>
                  </a:extLst>
                </p:cNvPr>
                <p:cNvPicPr>
                  <a:picLocks noChangeAspect="1"/>
                </p:cNvPicPr>
                <p:nvPr/>
              </p:nvPicPr>
              <p:blipFill>
                <a:blip r:embed="rId7">
                  <a:extLst>
                    <a:ext uri="{28A0092B-C50C-407E-A947-70E740481C1C}">
                      <a14:useLocalDpi xmlns:a14="http://schemas.microsoft.com/office/drawing/2010/main" val="0"/>
                    </a:ext>
                    <a:ext uri="{96DAC541-7B7A-43D3-8B79-37D633B846F1}">
                      <asvg:svgBlip xmlns:asvg="http://schemas.microsoft.com/office/drawing/2016/SVG/main" r:embed="rId8"/>
                    </a:ext>
                  </a:extLst>
                </a:blip>
                <a:stretch>
                  <a:fillRect/>
                </a:stretch>
              </p:blipFill>
              <p:spPr>
                <a:xfrm>
                  <a:off x="6442805" y="3174055"/>
                  <a:ext cx="662814" cy="641082"/>
                </a:xfrm>
                <a:prstGeom prst="rect">
                  <a:avLst/>
                </a:prstGeom>
              </p:spPr>
            </p:pic>
          </p:grpSp>
          <p:grpSp>
            <p:nvGrpSpPr>
              <p:cNvPr id="110" name="组合 109">
                <a:extLst>
                  <a:ext uri="{FF2B5EF4-FFF2-40B4-BE49-F238E27FC236}">
                    <a16:creationId xmlns:a16="http://schemas.microsoft.com/office/drawing/2014/main" id="{B734E649-B2BD-45AE-B4AB-5C266A9E636A}"/>
                  </a:ext>
                </a:extLst>
              </p:cNvPr>
              <p:cNvGrpSpPr/>
              <p:nvPr/>
            </p:nvGrpSpPr>
            <p:grpSpPr>
              <a:xfrm>
                <a:off x="4708861" y="4411641"/>
                <a:ext cx="772699" cy="858650"/>
                <a:chOff x="8735761" y="5137011"/>
                <a:chExt cx="772699" cy="858650"/>
              </a:xfrm>
            </p:grpSpPr>
            <p:pic>
              <p:nvPicPr>
                <p:cNvPr id="141" name="图形 10">
                  <a:extLst>
                    <a:ext uri="{FF2B5EF4-FFF2-40B4-BE49-F238E27FC236}">
                      <a16:creationId xmlns:a16="http://schemas.microsoft.com/office/drawing/2014/main" id="{7DFFC727-B5EB-44A9-A2A0-CA7564F48CC9}"/>
                    </a:ext>
                  </a:extLst>
                </p:cNvPr>
                <p:cNvPicPr>
                  <a:picLocks noChangeAspect="1"/>
                </p:cNvPicPr>
                <p:nvPr/>
              </p:nvPicPr>
              <p:blipFill>
                <a:blip r:embed="rId7">
                  <a:extLst>
                    <a:ext uri="{28A0092B-C50C-407E-A947-70E740481C1C}">
                      <a14:useLocalDpi xmlns:a14="http://schemas.microsoft.com/office/drawing/2010/main" val="0"/>
                    </a:ext>
                    <a:ext uri="{96DAC541-7B7A-43D3-8B79-37D633B846F1}">
                      <asvg:svgBlip xmlns:asvg="http://schemas.microsoft.com/office/drawing/2016/SVG/main" r:embed="rId8"/>
                    </a:ext>
                  </a:extLst>
                </a:blip>
                <a:stretch>
                  <a:fillRect/>
                </a:stretch>
              </p:blipFill>
              <p:spPr>
                <a:xfrm>
                  <a:off x="8735761" y="5354579"/>
                  <a:ext cx="662814" cy="641082"/>
                </a:xfrm>
                <a:prstGeom prst="rect">
                  <a:avLst/>
                </a:prstGeom>
              </p:spPr>
            </p:pic>
            <p:grpSp>
              <p:nvGrpSpPr>
                <p:cNvPr id="142" name="组合 141">
                  <a:extLst>
                    <a:ext uri="{FF2B5EF4-FFF2-40B4-BE49-F238E27FC236}">
                      <a16:creationId xmlns:a16="http://schemas.microsoft.com/office/drawing/2014/main" id="{8098A548-A66D-485C-BC2D-77C4591E94A2}"/>
                    </a:ext>
                  </a:extLst>
                </p:cNvPr>
                <p:cNvGrpSpPr/>
                <p:nvPr/>
              </p:nvGrpSpPr>
              <p:grpSpPr>
                <a:xfrm>
                  <a:off x="9127460" y="5137011"/>
                  <a:ext cx="381000" cy="351117"/>
                  <a:chOff x="2556504" y="2484669"/>
                  <a:chExt cx="381000" cy="351117"/>
                </a:xfrm>
              </p:grpSpPr>
              <p:pic>
                <p:nvPicPr>
                  <p:cNvPr id="143" name="图形 142">
                    <a:extLst>
                      <a:ext uri="{FF2B5EF4-FFF2-40B4-BE49-F238E27FC236}">
                        <a16:creationId xmlns:a16="http://schemas.microsoft.com/office/drawing/2014/main" id="{557B6B3C-EA69-473B-A0A8-DE4ADF833CED}"/>
                      </a:ext>
                    </a:extLst>
                  </p:cNvPr>
                  <p:cNvPicPr>
                    <a:picLocks noChangeAspect="1"/>
                  </p:cNvPicPr>
                  <p:nvPr/>
                </p:nvPicPr>
                <p:blipFill>
                  <a:blip r:embed="rId5">
                    <a:extLst>
                      <a:ext uri="{28A0092B-C50C-407E-A947-70E740481C1C}">
                        <a14:useLocalDpi xmlns:a14="http://schemas.microsoft.com/office/drawing/2010/main" val="0"/>
                      </a:ext>
                      <a:ext uri="{96DAC541-7B7A-43D3-8B79-37D633B846F1}">
                        <asvg:svgBlip xmlns:asvg="http://schemas.microsoft.com/office/drawing/2016/SVG/main" r:embed="rId6"/>
                      </a:ext>
                    </a:extLst>
                  </a:blip>
                  <a:stretch>
                    <a:fillRect/>
                  </a:stretch>
                </p:blipFill>
                <p:spPr>
                  <a:xfrm>
                    <a:off x="2556504" y="2484669"/>
                    <a:ext cx="381000" cy="285750"/>
                  </a:xfrm>
                  <a:prstGeom prst="rect">
                    <a:avLst/>
                  </a:prstGeom>
                </p:spPr>
              </p:pic>
              <p:cxnSp>
                <p:nvCxnSpPr>
                  <p:cNvPr id="144" name="直接连接符 143">
                    <a:extLst>
                      <a:ext uri="{FF2B5EF4-FFF2-40B4-BE49-F238E27FC236}">
                        <a16:creationId xmlns:a16="http://schemas.microsoft.com/office/drawing/2014/main" id="{1A7F1181-17B7-4BA5-B3BA-CDD84AC28050}"/>
                      </a:ext>
                    </a:extLst>
                  </p:cNvPr>
                  <p:cNvCxnSpPr/>
                  <p:nvPr/>
                </p:nvCxnSpPr>
                <p:spPr>
                  <a:xfrm>
                    <a:off x="2747004" y="2612580"/>
                    <a:ext cx="0" cy="223206"/>
                  </a:xfrm>
                  <a:prstGeom prst="line">
                    <a:avLst/>
                  </a:prstGeom>
                  <a:ln w="25400">
                    <a:solidFill>
                      <a:srgbClr val="999999"/>
                    </a:solidFill>
                  </a:ln>
                </p:spPr>
                <p:style>
                  <a:lnRef idx="1">
                    <a:schemeClr val="accent1"/>
                  </a:lnRef>
                  <a:fillRef idx="0">
                    <a:schemeClr val="accent1"/>
                  </a:fillRef>
                  <a:effectRef idx="0">
                    <a:schemeClr val="accent1"/>
                  </a:effectRef>
                  <a:fontRef idx="minor">
                    <a:schemeClr val="tx1"/>
                  </a:fontRef>
                </p:style>
              </p:cxnSp>
            </p:grpSp>
          </p:grpSp>
          <p:grpSp>
            <p:nvGrpSpPr>
              <p:cNvPr id="111" name="组合 110">
                <a:extLst>
                  <a:ext uri="{FF2B5EF4-FFF2-40B4-BE49-F238E27FC236}">
                    <a16:creationId xmlns:a16="http://schemas.microsoft.com/office/drawing/2014/main" id="{83956610-ECC4-4FA1-8F1E-D05B1B6E94A5}"/>
                  </a:ext>
                </a:extLst>
              </p:cNvPr>
              <p:cNvGrpSpPr/>
              <p:nvPr/>
            </p:nvGrpSpPr>
            <p:grpSpPr>
              <a:xfrm>
                <a:off x="5767055" y="4878490"/>
                <a:ext cx="662814" cy="904042"/>
                <a:chOff x="7105619" y="4328526"/>
                <a:chExt cx="662814" cy="904042"/>
              </a:xfrm>
            </p:grpSpPr>
            <p:pic>
              <p:nvPicPr>
                <p:cNvPr id="137" name="图形 10">
                  <a:extLst>
                    <a:ext uri="{FF2B5EF4-FFF2-40B4-BE49-F238E27FC236}">
                      <a16:creationId xmlns:a16="http://schemas.microsoft.com/office/drawing/2014/main" id="{622D037A-9BC5-4AD0-8264-D5CDC4E32422}"/>
                    </a:ext>
                  </a:extLst>
                </p:cNvPr>
                <p:cNvPicPr>
                  <a:picLocks noChangeAspect="1"/>
                </p:cNvPicPr>
                <p:nvPr/>
              </p:nvPicPr>
              <p:blipFill>
                <a:blip r:embed="rId7">
                  <a:extLst>
                    <a:ext uri="{28A0092B-C50C-407E-A947-70E740481C1C}">
                      <a14:useLocalDpi xmlns:a14="http://schemas.microsoft.com/office/drawing/2010/main" val="0"/>
                    </a:ext>
                    <a:ext uri="{96DAC541-7B7A-43D3-8B79-37D633B846F1}">
                      <asvg:svgBlip xmlns:asvg="http://schemas.microsoft.com/office/drawing/2016/SVG/main" r:embed="rId8"/>
                    </a:ext>
                  </a:extLst>
                </a:blip>
                <a:stretch>
                  <a:fillRect/>
                </a:stretch>
              </p:blipFill>
              <p:spPr>
                <a:xfrm>
                  <a:off x="7105619" y="4591486"/>
                  <a:ext cx="662814" cy="641082"/>
                </a:xfrm>
                <a:prstGeom prst="rect">
                  <a:avLst/>
                </a:prstGeom>
              </p:spPr>
            </p:pic>
            <p:grpSp>
              <p:nvGrpSpPr>
                <p:cNvPr id="138" name="组合 137">
                  <a:extLst>
                    <a:ext uri="{FF2B5EF4-FFF2-40B4-BE49-F238E27FC236}">
                      <a16:creationId xmlns:a16="http://schemas.microsoft.com/office/drawing/2014/main" id="{09DA43AA-E5F3-4B52-A538-E3311BAE9465}"/>
                    </a:ext>
                  </a:extLst>
                </p:cNvPr>
                <p:cNvGrpSpPr/>
                <p:nvPr/>
              </p:nvGrpSpPr>
              <p:grpSpPr>
                <a:xfrm>
                  <a:off x="7360152" y="4328526"/>
                  <a:ext cx="381000" cy="351117"/>
                  <a:chOff x="2556504" y="2484669"/>
                  <a:chExt cx="381000" cy="351117"/>
                </a:xfrm>
              </p:grpSpPr>
              <p:pic>
                <p:nvPicPr>
                  <p:cNvPr id="139" name="图形 138">
                    <a:extLst>
                      <a:ext uri="{FF2B5EF4-FFF2-40B4-BE49-F238E27FC236}">
                        <a16:creationId xmlns:a16="http://schemas.microsoft.com/office/drawing/2014/main" id="{E00DD259-CF8A-4FA5-9F00-6A3E6F52A5A4}"/>
                      </a:ext>
                    </a:extLst>
                  </p:cNvPr>
                  <p:cNvPicPr>
                    <a:picLocks noChangeAspect="1"/>
                  </p:cNvPicPr>
                  <p:nvPr/>
                </p:nvPicPr>
                <p:blipFill>
                  <a:blip r:embed="rId5">
                    <a:extLst>
                      <a:ext uri="{28A0092B-C50C-407E-A947-70E740481C1C}">
                        <a14:useLocalDpi xmlns:a14="http://schemas.microsoft.com/office/drawing/2010/main" val="0"/>
                      </a:ext>
                      <a:ext uri="{96DAC541-7B7A-43D3-8B79-37D633B846F1}">
                        <asvg:svgBlip xmlns:asvg="http://schemas.microsoft.com/office/drawing/2016/SVG/main" r:embed="rId6"/>
                      </a:ext>
                    </a:extLst>
                  </a:blip>
                  <a:stretch>
                    <a:fillRect/>
                  </a:stretch>
                </p:blipFill>
                <p:spPr>
                  <a:xfrm>
                    <a:off x="2556504" y="2484669"/>
                    <a:ext cx="381000" cy="285750"/>
                  </a:xfrm>
                  <a:prstGeom prst="rect">
                    <a:avLst/>
                  </a:prstGeom>
                </p:spPr>
              </p:pic>
              <p:cxnSp>
                <p:nvCxnSpPr>
                  <p:cNvPr id="140" name="直接连接符 139">
                    <a:extLst>
                      <a:ext uri="{FF2B5EF4-FFF2-40B4-BE49-F238E27FC236}">
                        <a16:creationId xmlns:a16="http://schemas.microsoft.com/office/drawing/2014/main" id="{E93B7D4B-BBC8-4DAD-B48C-4CED45FCCF0D}"/>
                      </a:ext>
                    </a:extLst>
                  </p:cNvPr>
                  <p:cNvCxnSpPr/>
                  <p:nvPr/>
                </p:nvCxnSpPr>
                <p:spPr>
                  <a:xfrm>
                    <a:off x="2747004" y="2612580"/>
                    <a:ext cx="0" cy="223206"/>
                  </a:xfrm>
                  <a:prstGeom prst="line">
                    <a:avLst/>
                  </a:prstGeom>
                  <a:ln w="25400">
                    <a:solidFill>
                      <a:srgbClr val="999999"/>
                    </a:solidFill>
                  </a:ln>
                </p:spPr>
                <p:style>
                  <a:lnRef idx="1">
                    <a:schemeClr val="accent1"/>
                  </a:lnRef>
                  <a:fillRef idx="0">
                    <a:schemeClr val="accent1"/>
                  </a:fillRef>
                  <a:effectRef idx="0">
                    <a:schemeClr val="accent1"/>
                  </a:effectRef>
                  <a:fontRef idx="minor">
                    <a:schemeClr val="tx1"/>
                  </a:fontRef>
                </p:style>
              </p:cxnSp>
            </p:grpSp>
          </p:grpSp>
          <p:grpSp>
            <p:nvGrpSpPr>
              <p:cNvPr id="112" name="组合 111">
                <a:extLst>
                  <a:ext uri="{FF2B5EF4-FFF2-40B4-BE49-F238E27FC236}">
                    <a16:creationId xmlns:a16="http://schemas.microsoft.com/office/drawing/2014/main" id="{FAA660E8-B2FA-4191-82C7-D66171CDAE31}"/>
                  </a:ext>
                </a:extLst>
              </p:cNvPr>
              <p:cNvGrpSpPr/>
              <p:nvPr/>
            </p:nvGrpSpPr>
            <p:grpSpPr>
              <a:xfrm>
                <a:off x="5767055" y="1839807"/>
                <a:ext cx="662814" cy="846462"/>
                <a:chOff x="8552818" y="654050"/>
                <a:chExt cx="662814" cy="846462"/>
              </a:xfrm>
            </p:grpSpPr>
            <p:grpSp>
              <p:nvGrpSpPr>
                <p:cNvPr id="133" name="组合 132">
                  <a:extLst>
                    <a:ext uri="{FF2B5EF4-FFF2-40B4-BE49-F238E27FC236}">
                      <a16:creationId xmlns:a16="http://schemas.microsoft.com/office/drawing/2014/main" id="{2D1730DF-0C25-43C0-A58B-961805995D0F}"/>
                    </a:ext>
                  </a:extLst>
                </p:cNvPr>
                <p:cNvGrpSpPr/>
                <p:nvPr/>
              </p:nvGrpSpPr>
              <p:grpSpPr>
                <a:xfrm>
                  <a:off x="8831192" y="654050"/>
                  <a:ext cx="381000" cy="351117"/>
                  <a:chOff x="2556504" y="2484669"/>
                  <a:chExt cx="381000" cy="351117"/>
                </a:xfrm>
              </p:grpSpPr>
              <p:pic>
                <p:nvPicPr>
                  <p:cNvPr id="135" name="图形 134">
                    <a:extLst>
                      <a:ext uri="{FF2B5EF4-FFF2-40B4-BE49-F238E27FC236}">
                        <a16:creationId xmlns:a16="http://schemas.microsoft.com/office/drawing/2014/main" id="{4CF7DC1F-E135-4778-92AF-94AA5DB7BC10}"/>
                      </a:ext>
                    </a:extLst>
                  </p:cNvPr>
                  <p:cNvPicPr>
                    <a:picLocks noChangeAspect="1"/>
                  </p:cNvPicPr>
                  <p:nvPr/>
                </p:nvPicPr>
                <p:blipFill>
                  <a:blip r:embed="rId5">
                    <a:extLst>
                      <a:ext uri="{28A0092B-C50C-407E-A947-70E740481C1C}">
                        <a14:useLocalDpi xmlns:a14="http://schemas.microsoft.com/office/drawing/2010/main" val="0"/>
                      </a:ext>
                      <a:ext uri="{96DAC541-7B7A-43D3-8B79-37D633B846F1}">
                        <asvg:svgBlip xmlns:asvg="http://schemas.microsoft.com/office/drawing/2016/SVG/main" r:embed="rId6"/>
                      </a:ext>
                    </a:extLst>
                  </a:blip>
                  <a:stretch>
                    <a:fillRect/>
                  </a:stretch>
                </p:blipFill>
                <p:spPr>
                  <a:xfrm>
                    <a:off x="2556504" y="2484669"/>
                    <a:ext cx="381000" cy="285750"/>
                  </a:xfrm>
                  <a:prstGeom prst="rect">
                    <a:avLst/>
                  </a:prstGeom>
                </p:spPr>
              </p:pic>
              <p:cxnSp>
                <p:nvCxnSpPr>
                  <p:cNvPr id="136" name="直接连接符 135">
                    <a:extLst>
                      <a:ext uri="{FF2B5EF4-FFF2-40B4-BE49-F238E27FC236}">
                        <a16:creationId xmlns:a16="http://schemas.microsoft.com/office/drawing/2014/main" id="{1F404E3A-2B78-424B-93ED-8B24C498C6B1}"/>
                      </a:ext>
                    </a:extLst>
                  </p:cNvPr>
                  <p:cNvCxnSpPr/>
                  <p:nvPr/>
                </p:nvCxnSpPr>
                <p:spPr>
                  <a:xfrm>
                    <a:off x="2747004" y="2612580"/>
                    <a:ext cx="0" cy="223206"/>
                  </a:xfrm>
                  <a:prstGeom prst="line">
                    <a:avLst/>
                  </a:prstGeom>
                  <a:ln w="25400">
                    <a:solidFill>
                      <a:srgbClr val="999999"/>
                    </a:solidFill>
                  </a:ln>
                </p:spPr>
                <p:style>
                  <a:lnRef idx="1">
                    <a:schemeClr val="accent1"/>
                  </a:lnRef>
                  <a:fillRef idx="0">
                    <a:schemeClr val="accent1"/>
                  </a:fillRef>
                  <a:effectRef idx="0">
                    <a:schemeClr val="accent1"/>
                  </a:effectRef>
                  <a:fontRef idx="minor">
                    <a:schemeClr val="tx1"/>
                  </a:fontRef>
                </p:style>
              </p:cxnSp>
            </p:grpSp>
            <p:pic>
              <p:nvPicPr>
                <p:cNvPr id="134" name="图形 10">
                  <a:extLst>
                    <a:ext uri="{FF2B5EF4-FFF2-40B4-BE49-F238E27FC236}">
                      <a16:creationId xmlns:a16="http://schemas.microsoft.com/office/drawing/2014/main" id="{15C36231-69FE-4F3A-A4F1-666B15C30686}"/>
                    </a:ext>
                  </a:extLst>
                </p:cNvPr>
                <p:cNvPicPr>
                  <a:picLocks noChangeAspect="1"/>
                </p:cNvPicPr>
                <p:nvPr/>
              </p:nvPicPr>
              <p:blipFill>
                <a:blip r:embed="rId7">
                  <a:extLst>
                    <a:ext uri="{28A0092B-C50C-407E-A947-70E740481C1C}">
                      <a14:useLocalDpi xmlns:a14="http://schemas.microsoft.com/office/drawing/2010/main" val="0"/>
                    </a:ext>
                    <a:ext uri="{96DAC541-7B7A-43D3-8B79-37D633B846F1}">
                      <asvg:svgBlip xmlns:asvg="http://schemas.microsoft.com/office/drawing/2016/SVG/main" r:embed="rId8"/>
                    </a:ext>
                  </a:extLst>
                </a:blip>
                <a:stretch>
                  <a:fillRect/>
                </a:stretch>
              </p:blipFill>
              <p:spPr>
                <a:xfrm>
                  <a:off x="8552818" y="859430"/>
                  <a:ext cx="662814" cy="641082"/>
                </a:xfrm>
                <a:prstGeom prst="rect">
                  <a:avLst/>
                </a:prstGeom>
              </p:spPr>
            </p:pic>
          </p:grpSp>
          <p:grpSp>
            <p:nvGrpSpPr>
              <p:cNvPr id="113" name="组合 112">
                <a:extLst>
                  <a:ext uri="{FF2B5EF4-FFF2-40B4-BE49-F238E27FC236}">
                    <a16:creationId xmlns:a16="http://schemas.microsoft.com/office/drawing/2014/main" id="{DBAC26ED-BC0D-47B6-BBA0-FD8C102C3BB1}"/>
                  </a:ext>
                </a:extLst>
              </p:cNvPr>
              <p:cNvGrpSpPr/>
              <p:nvPr/>
            </p:nvGrpSpPr>
            <p:grpSpPr>
              <a:xfrm>
                <a:off x="4217527" y="3411447"/>
                <a:ext cx="681834" cy="830033"/>
                <a:chOff x="6956615" y="1391042"/>
                <a:chExt cx="681834" cy="830033"/>
              </a:xfrm>
            </p:grpSpPr>
            <p:grpSp>
              <p:nvGrpSpPr>
                <p:cNvPr id="129" name="组合 128">
                  <a:extLst>
                    <a:ext uri="{FF2B5EF4-FFF2-40B4-BE49-F238E27FC236}">
                      <a16:creationId xmlns:a16="http://schemas.microsoft.com/office/drawing/2014/main" id="{E8A04912-6E80-4EB6-A2CD-478B5F542BA3}"/>
                    </a:ext>
                  </a:extLst>
                </p:cNvPr>
                <p:cNvGrpSpPr/>
                <p:nvPr/>
              </p:nvGrpSpPr>
              <p:grpSpPr>
                <a:xfrm>
                  <a:off x="7257449" y="1391042"/>
                  <a:ext cx="381000" cy="351117"/>
                  <a:chOff x="2556504" y="2484669"/>
                  <a:chExt cx="381000" cy="351117"/>
                </a:xfrm>
              </p:grpSpPr>
              <p:pic>
                <p:nvPicPr>
                  <p:cNvPr id="131" name="图形 130">
                    <a:extLst>
                      <a:ext uri="{FF2B5EF4-FFF2-40B4-BE49-F238E27FC236}">
                        <a16:creationId xmlns:a16="http://schemas.microsoft.com/office/drawing/2014/main" id="{B90D2AC7-2BFE-4BDB-A9E6-E4249DB00F72}"/>
                      </a:ext>
                    </a:extLst>
                  </p:cNvPr>
                  <p:cNvPicPr>
                    <a:picLocks noChangeAspect="1"/>
                  </p:cNvPicPr>
                  <p:nvPr/>
                </p:nvPicPr>
                <p:blipFill>
                  <a:blip r:embed="rId5">
                    <a:extLst>
                      <a:ext uri="{28A0092B-C50C-407E-A947-70E740481C1C}">
                        <a14:useLocalDpi xmlns:a14="http://schemas.microsoft.com/office/drawing/2010/main" val="0"/>
                      </a:ext>
                      <a:ext uri="{96DAC541-7B7A-43D3-8B79-37D633B846F1}">
                        <asvg:svgBlip xmlns:asvg="http://schemas.microsoft.com/office/drawing/2016/SVG/main" r:embed="rId6"/>
                      </a:ext>
                    </a:extLst>
                  </a:blip>
                  <a:stretch>
                    <a:fillRect/>
                  </a:stretch>
                </p:blipFill>
                <p:spPr>
                  <a:xfrm>
                    <a:off x="2556504" y="2484669"/>
                    <a:ext cx="381000" cy="285750"/>
                  </a:xfrm>
                  <a:prstGeom prst="rect">
                    <a:avLst/>
                  </a:prstGeom>
                </p:spPr>
              </p:pic>
              <p:cxnSp>
                <p:nvCxnSpPr>
                  <p:cNvPr id="132" name="直接连接符 131">
                    <a:extLst>
                      <a:ext uri="{FF2B5EF4-FFF2-40B4-BE49-F238E27FC236}">
                        <a16:creationId xmlns:a16="http://schemas.microsoft.com/office/drawing/2014/main" id="{8E77DE39-22B9-472F-87FE-C40E890402F0}"/>
                      </a:ext>
                    </a:extLst>
                  </p:cNvPr>
                  <p:cNvCxnSpPr/>
                  <p:nvPr/>
                </p:nvCxnSpPr>
                <p:spPr>
                  <a:xfrm>
                    <a:off x="2747004" y="2612580"/>
                    <a:ext cx="0" cy="223206"/>
                  </a:xfrm>
                  <a:prstGeom prst="line">
                    <a:avLst/>
                  </a:prstGeom>
                  <a:ln w="25400">
                    <a:solidFill>
                      <a:srgbClr val="999999"/>
                    </a:solidFill>
                  </a:ln>
                </p:spPr>
                <p:style>
                  <a:lnRef idx="1">
                    <a:schemeClr val="accent1"/>
                  </a:lnRef>
                  <a:fillRef idx="0">
                    <a:schemeClr val="accent1"/>
                  </a:fillRef>
                  <a:effectRef idx="0">
                    <a:schemeClr val="accent1"/>
                  </a:effectRef>
                  <a:fontRef idx="minor">
                    <a:schemeClr val="tx1"/>
                  </a:fontRef>
                </p:style>
              </p:cxnSp>
            </p:grpSp>
            <p:pic>
              <p:nvPicPr>
                <p:cNvPr id="130" name="图形 10">
                  <a:extLst>
                    <a:ext uri="{FF2B5EF4-FFF2-40B4-BE49-F238E27FC236}">
                      <a16:creationId xmlns:a16="http://schemas.microsoft.com/office/drawing/2014/main" id="{1C18F13E-89F2-4D3C-9655-59E62970D2A1}"/>
                    </a:ext>
                  </a:extLst>
                </p:cNvPr>
                <p:cNvPicPr>
                  <a:picLocks noChangeAspect="1"/>
                </p:cNvPicPr>
                <p:nvPr/>
              </p:nvPicPr>
              <p:blipFill>
                <a:blip r:embed="rId7">
                  <a:extLst>
                    <a:ext uri="{28A0092B-C50C-407E-A947-70E740481C1C}">
                      <a14:useLocalDpi xmlns:a14="http://schemas.microsoft.com/office/drawing/2010/main" val="0"/>
                    </a:ext>
                    <a:ext uri="{96DAC541-7B7A-43D3-8B79-37D633B846F1}">
                      <asvg:svgBlip xmlns:asvg="http://schemas.microsoft.com/office/drawing/2016/SVG/main" r:embed="rId8"/>
                    </a:ext>
                  </a:extLst>
                </a:blip>
                <a:stretch>
                  <a:fillRect/>
                </a:stretch>
              </p:blipFill>
              <p:spPr>
                <a:xfrm>
                  <a:off x="6956615" y="1579993"/>
                  <a:ext cx="662814" cy="641082"/>
                </a:xfrm>
                <a:prstGeom prst="rect">
                  <a:avLst/>
                </a:prstGeom>
              </p:spPr>
            </p:pic>
          </p:grpSp>
          <p:grpSp>
            <p:nvGrpSpPr>
              <p:cNvPr id="114" name="组合 113">
                <a:extLst>
                  <a:ext uri="{FF2B5EF4-FFF2-40B4-BE49-F238E27FC236}">
                    <a16:creationId xmlns:a16="http://schemas.microsoft.com/office/drawing/2014/main" id="{47DAD306-24AB-4FDB-A2E4-E2DC42DCE272}"/>
                  </a:ext>
                </a:extLst>
              </p:cNvPr>
              <p:cNvGrpSpPr/>
              <p:nvPr/>
            </p:nvGrpSpPr>
            <p:grpSpPr>
              <a:xfrm>
                <a:off x="4708861" y="2303871"/>
                <a:ext cx="662814" cy="830033"/>
                <a:chOff x="10392760" y="1391042"/>
                <a:chExt cx="662814" cy="830033"/>
              </a:xfrm>
            </p:grpSpPr>
            <p:grpSp>
              <p:nvGrpSpPr>
                <p:cNvPr id="125" name="组合 124">
                  <a:extLst>
                    <a:ext uri="{FF2B5EF4-FFF2-40B4-BE49-F238E27FC236}">
                      <a16:creationId xmlns:a16="http://schemas.microsoft.com/office/drawing/2014/main" id="{3E05E1C8-0E12-482B-9FBC-52306ECCA3FE}"/>
                    </a:ext>
                  </a:extLst>
                </p:cNvPr>
                <p:cNvGrpSpPr/>
                <p:nvPr/>
              </p:nvGrpSpPr>
              <p:grpSpPr>
                <a:xfrm>
                  <a:off x="10674574" y="1391042"/>
                  <a:ext cx="381000" cy="351117"/>
                  <a:chOff x="2556504" y="2484669"/>
                  <a:chExt cx="381000" cy="351117"/>
                </a:xfrm>
              </p:grpSpPr>
              <p:pic>
                <p:nvPicPr>
                  <p:cNvPr id="127" name="图形 126">
                    <a:extLst>
                      <a:ext uri="{FF2B5EF4-FFF2-40B4-BE49-F238E27FC236}">
                        <a16:creationId xmlns:a16="http://schemas.microsoft.com/office/drawing/2014/main" id="{2211B57B-14C8-4789-83D9-BAC494D1C935}"/>
                      </a:ext>
                    </a:extLst>
                  </p:cNvPr>
                  <p:cNvPicPr>
                    <a:picLocks noChangeAspect="1"/>
                  </p:cNvPicPr>
                  <p:nvPr/>
                </p:nvPicPr>
                <p:blipFill>
                  <a:blip r:embed="rId5">
                    <a:extLst>
                      <a:ext uri="{28A0092B-C50C-407E-A947-70E740481C1C}">
                        <a14:useLocalDpi xmlns:a14="http://schemas.microsoft.com/office/drawing/2010/main" val="0"/>
                      </a:ext>
                      <a:ext uri="{96DAC541-7B7A-43D3-8B79-37D633B846F1}">
                        <asvg:svgBlip xmlns:asvg="http://schemas.microsoft.com/office/drawing/2016/SVG/main" r:embed="rId6"/>
                      </a:ext>
                    </a:extLst>
                  </a:blip>
                  <a:stretch>
                    <a:fillRect/>
                  </a:stretch>
                </p:blipFill>
                <p:spPr>
                  <a:xfrm>
                    <a:off x="2556504" y="2484669"/>
                    <a:ext cx="381000" cy="285750"/>
                  </a:xfrm>
                  <a:prstGeom prst="rect">
                    <a:avLst/>
                  </a:prstGeom>
                </p:spPr>
              </p:pic>
              <p:cxnSp>
                <p:nvCxnSpPr>
                  <p:cNvPr id="128" name="直接连接符 127">
                    <a:extLst>
                      <a:ext uri="{FF2B5EF4-FFF2-40B4-BE49-F238E27FC236}">
                        <a16:creationId xmlns:a16="http://schemas.microsoft.com/office/drawing/2014/main" id="{1EADFAC7-0692-444D-AE44-332783BCC9A5}"/>
                      </a:ext>
                    </a:extLst>
                  </p:cNvPr>
                  <p:cNvCxnSpPr/>
                  <p:nvPr/>
                </p:nvCxnSpPr>
                <p:spPr>
                  <a:xfrm>
                    <a:off x="2747004" y="2612580"/>
                    <a:ext cx="0" cy="223206"/>
                  </a:xfrm>
                  <a:prstGeom prst="line">
                    <a:avLst/>
                  </a:prstGeom>
                  <a:ln w="25400">
                    <a:solidFill>
                      <a:srgbClr val="999999"/>
                    </a:solidFill>
                  </a:ln>
                </p:spPr>
                <p:style>
                  <a:lnRef idx="1">
                    <a:schemeClr val="accent1"/>
                  </a:lnRef>
                  <a:fillRef idx="0">
                    <a:schemeClr val="accent1"/>
                  </a:fillRef>
                  <a:effectRef idx="0">
                    <a:schemeClr val="accent1"/>
                  </a:effectRef>
                  <a:fontRef idx="minor">
                    <a:schemeClr val="tx1"/>
                  </a:fontRef>
                </p:style>
              </p:cxnSp>
            </p:grpSp>
            <p:pic>
              <p:nvPicPr>
                <p:cNvPr id="126" name="图形 10">
                  <a:extLst>
                    <a:ext uri="{FF2B5EF4-FFF2-40B4-BE49-F238E27FC236}">
                      <a16:creationId xmlns:a16="http://schemas.microsoft.com/office/drawing/2014/main" id="{A1D8A147-EE3A-41AD-9309-C6209EE74039}"/>
                    </a:ext>
                  </a:extLst>
                </p:cNvPr>
                <p:cNvPicPr>
                  <a:picLocks noChangeAspect="1"/>
                </p:cNvPicPr>
                <p:nvPr/>
              </p:nvPicPr>
              <p:blipFill>
                <a:blip r:embed="rId7">
                  <a:extLst>
                    <a:ext uri="{28A0092B-C50C-407E-A947-70E740481C1C}">
                      <a14:useLocalDpi xmlns:a14="http://schemas.microsoft.com/office/drawing/2010/main" val="0"/>
                    </a:ext>
                    <a:ext uri="{96DAC541-7B7A-43D3-8B79-37D633B846F1}">
                      <asvg:svgBlip xmlns:asvg="http://schemas.microsoft.com/office/drawing/2016/SVG/main" r:embed="rId8"/>
                    </a:ext>
                  </a:extLst>
                </a:blip>
                <a:stretch>
                  <a:fillRect/>
                </a:stretch>
              </p:blipFill>
              <p:spPr>
                <a:xfrm>
                  <a:off x="10392760" y="1579993"/>
                  <a:ext cx="662814" cy="641082"/>
                </a:xfrm>
                <a:prstGeom prst="rect">
                  <a:avLst/>
                </a:prstGeom>
              </p:spPr>
            </p:pic>
          </p:grpSp>
          <p:grpSp>
            <p:nvGrpSpPr>
              <p:cNvPr id="115" name="组合 114">
                <a:extLst>
                  <a:ext uri="{FF2B5EF4-FFF2-40B4-BE49-F238E27FC236}">
                    <a16:creationId xmlns:a16="http://schemas.microsoft.com/office/drawing/2014/main" id="{21936DF2-B91E-4441-955B-D0D763788B0E}"/>
                  </a:ext>
                </a:extLst>
              </p:cNvPr>
              <p:cNvGrpSpPr/>
              <p:nvPr/>
            </p:nvGrpSpPr>
            <p:grpSpPr>
              <a:xfrm>
                <a:off x="6825249" y="2312765"/>
                <a:ext cx="684060" cy="821139"/>
                <a:chOff x="10868587" y="2993998"/>
                <a:chExt cx="684060" cy="821139"/>
              </a:xfrm>
            </p:grpSpPr>
            <p:grpSp>
              <p:nvGrpSpPr>
                <p:cNvPr id="121" name="组合 120">
                  <a:extLst>
                    <a:ext uri="{FF2B5EF4-FFF2-40B4-BE49-F238E27FC236}">
                      <a16:creationId xmlns:a16="http://schemas.microsoft.com/office/drawing/2014/main" id="{C430FE4A-15E0-43C1-BC1F-5E1843E5ACD9}"/>
                    </a:ext>
                  </a:extLst>
                </p:cNvPr>
                <p:cNvGrpSpPr/>
                <p:nvPr/>
              </p:nvGrpSpPr>
              <p:grpSpPr>
                <a:xfrm>
                  <a:off x="11171647" y="2993998"/>
                  <a:ext cx="381000" cy="351117"/>
                  <a:chOff x="2556504" y="2484669"/>
                  <a:chExt cx="381000" cy="351117"/>
                </a:xfrm>
              </p:grpSpPr>
              <p:pic>
                <p:nvPicPr>
                  <p:cNvPr id="123" name="图形 122">
                    <a:extLst>
                      <a:ext uri="{FF2B5EF4-FFF2-40B4-BE49-F238E27FC236}">
                        <a16:creationId xmlns:a16="http://schemas.microsoft.com/office/drawing/2014/main" id="{FD7E46B3-C70B-4019-9506-3F244C0F6EC0}"/>
                      </a:ext>
                    </a:extLst>
                  </p:cNvPr>
                  <p:cNvPicPr>
                    <a:picLocks noChangeAspect="1"/>
                  </p:cNvPicPr>
                  <p:nvPr/>
                </p:nvPicPr>
                <p:blipFill>
                  <a:blip r:embed="rId5">
                    <a:extLst>
                      <a:ext uri="{28A0092B-C50C-407E-A947-70E740481C1C}">
                        <a14:useLocalDpi xmlns:a14="http://schemas.microsoft.com/office/drawing/2010/main" val="0"/>
                      </a:ext>
                      <a:ext uri="{96DAC541-7B7A-43D3-8B79-37D633B846F1}">
                        <asvg:svgBlip xmlns:asvg="http://schemas.microsoft.com/office/drawing/2016/SVG/main" r:embed="rId6"/>
                      </a:ext>
                    </a:extLst>
                  </a:blip>
                  <a:stretch>
                    <a:fillRect/>
                  </a:stretch>
                </p:blipFill>
                <p:spPr>
                  <a:xfrm>
                    <a:off x="2556504" y="2484669"/>
                    <a:ext cx="381000" cy="285750"/>
                  </a:xfrm>
                  <a:prstGeom prst="rect">
                    <a:avLst/>
                  </a:prstGeom>
                </p:spPr>
              </p:pic>
              <p:cxnSp>
                <p:nvCxnSpPr>
                  <p:cNvPr id="124" name="直接连接符 123">
                    <a:extLst>
                      <a:ext uri="{FF2B5EF4-FFF2-40B4-BE49-F238E27FC236}">
                        <a16:creationId xmlns:a16="http://schemas.microsoft.com/office/drawing/2014/main" id="{151B5592-F299-4014-A5ED-22A9E1BA1B41}"/>
                      </a:ext>
                    </a:extLst>
                  </p:cNvPr>
                  <p:cNvCxnSpPr/>
                  <p:nvPr/>
                </p:nvCxnSpPr>
                <p:spPr>
                  <a:xfrm>
                    <a:off x="2747004" y="2612580"/>
                    <a:ext cx="0" cy="223206"/>
                  </a:xfrm>
                  <a:prstGeom prst="line">
                    <a:avLst/>
                  </a:prstGeom>
                  <a:ln w="25400">
                    <a:solidFill>
                      <a:srgbClr val="999999"/>
                    </a:solidFill>
                  </a:ln>
                </p:spPr>
                <p:style>
                  <a:lnRef idx="1">
                    <a:schemeClr val="accent1"/>
                  </a:lnRef>
                  <a:fillRef idx="0">
                    <a:schemeClr val="accent1"/>
                  </a:fillRef>
                  <a:effectRef idx="0">
                    <a:schemeClr val="accent1"/>
                  </a:effectRef>
                  <a:fontRef idx="minor">
                    <a:schemeClr val="tx1"/>
                  </a:fontRef>
                </p:style>
              </p:cxnSp>
            </p:grpSp>
            <p:pic>
              <p:nvPicPr>
                <p:cNvPr id="122" name="图形 10">
                  <a:extLst>
                    <a:ext uri="{FF2B5EF4-FFF2-40B4-BE49-F238E27FC236}">
                      <a16:creationId xmlns:a16="http://schemas.microsoft.com/office/drawing/2014/main" id="{B688FAAC-5C0B-420C-9731-00A2C74978BC}"/>
                    </a:ext>
                  </a:extLst>
                </p:cNvPr>
                <p:cNvPicPr>
                  <a:picLocks noChangeAspect="1"/>
                </p:cNvPicPr>
                <p:nvPr/>
              </p:nvPicPr>
              <p:blipFill>
                <a:blip r:embed="rId7">
                  <a:extLst>
                    <a:ext uri="{28A0092B-C50C-407E-A947-70E740481C1C}">
                      <a14:useLocalDpi xmlns:a14="http://schemas.microsoft.com/office/drawing/2010/main" val="0"/>
                    </a:ext>
                    <a:ext uri="{96DAC541-7B7A-43D3-8B79-37D633B846F1}">
                      <asvg:svgBlip xmlns:asvg="http://schemas.microsoft.com/office/drawing/2016/SVG/main" r:embed="rId8"/>
                    </a:ext>
                  </a:extLst>
                </a:blip>
                <a:stretch>
                  <a:fillRect/>
                </a:stretch>
              </p:blipFill>
              <p:spPr>
                <a:xfrm>
                  <a:off x="10868587" y="3174055"/>
                  <a:ext cx="662814" cy="641082"/>
                </a:xfrm>
                <a:prstGeom prst="rect">
                  <a:avLst/>
                </a:prstGeom>
              </p:spPr>
            </p:pic>
          </p:grpSp>
          <p:grpSp>
            <p:nvGrpSpPr>
              <p:cNvPr id="116" name="组合 115">
                <a:extLst>
                  <a:ext uri="{FF2B5EF4-FFF2-40B4-BE49-F238E27FC236}">
                    <a16:creationId xmlns:a16="http://schemas.microsoft.com/office/drawing/2014/main" id="{CB79E62A-FE4A-45A2-AC99-CA4D0F74D465}"/>
                  </a:ext>
                </a:extLst>
              </p:cNvPr>
              <p:cNvGrpSpPr/>
              <p:nvPr/>
            </p:nvGrpSpPr>
            <p:grpSpPr>
              <a:xfrm>
                <a:off x="6879143" y="4543756"/>
                <a:ext cx="662814" cy="853468"/>
                <a:chOff x="10344206" y="4379100"/>
                <a:chExt cx="662814" cy="853468"/>
              </a:xfrm>
            </p:grpSpPr>
            <p:grpSp>
              <p:nvGrpSpPr>
                <p:cNvPr id="117" name="组合 116">
                  <a:extLst>
                    <a:ext uri="{FF2B5EF4-FFF2-40B4-BE49-F238E27FC236}">
                      <a16:creationId xmlns:a16="http://schemas.microsoft.com/office/drawing/2014/main" id="{40F030F1-1C0C-4E16-954A-E047E2AEE282}"/>
                    </a:ext>
                  </a:extLst>
                </p:cNvPr>
                <p:cNvGrpSpPr/>
                <p:nvPr/>
              </p:nvGrpSpPr>
              <p:grpSpPr>
                <a:xfrm>
                  <a:off x="10626020" y="4379100"/>
                  <a:ext cx="381000" cy="351117"/>
                  <a:chOff x="2556504" y="2484669"/>
                  <a:chExt cx="381000" cy="351117"/>
                </a:xfrm>
              </p:grpSpPr>
              <p:pic>
                <p:nvPicPr>
                  <p:cNvPr id="119" name="图形 118">
                    <a:extLst>
                      <a:ext uri="{FF2B5EF4-FFF2-40B4-BE49-F238E27FC236}">
                        <a16:creationId xmlns:a16="http://schemas.microsoft.com/office/drawing/2014/main" id="{E4BFF3AE-27F3-415F-9459-948AD80A95D8}"/>
                      </a:ext>
                    </a:extLst>
                  </p:cNvPr>
                  <p:cNvPicPr>
                    <a:picLocks noChangeAspect="1"/>
                  </p:cNvPicPr>
                  <p:nvPr/>
                </p:nvPicPr>
                <p:blipFill>
                  <a:blip r:embed="rId5">
                    <a:extLst>
                      <a:ext uri="{28A0092B-C50C-407E-A947-70E740481C1C}">
                        <a14:useLocalDpi xmlns:a14="http://schemas.microsoft.com/office/drawing/2010/main" val="0"/>
                      </a:ext>
                      <a:ext uri="{96DAC541-7B7A-43D3-8B79-37D633B846F1}">
                        <asvg:svgBlip xmlns:asvg="http://schemas.microsoft.com/office/drawing/2016/SVG/main" r:embed="rId6"/>
                      </a:ext>
                    </a:extLst>
                  </a:blip>
                  <a:stretch>
                    <a:fillRect/>
                  </a:stretch>
                </p:blipFill>
                <p:spPr>
                  <a:xfrm>
                    <a:off x="2556504" y="2484669"/>
                    <a:ext cx="381000" cy="285750"/>
                  </a:xfrm>
                  <a:prstGeom prst="rect">
                    <a:avLst/>
                  </a:prstGeom>
                </p:spPr>
              </p:pic>
              <p:cxnSp>
                <p:nvCxnSpPr>
                  <p:cNvPr id="120" name="直接连接符 119">
                    <a:extLst>
                      <a:ext uri="{FF2B5EF4-FFF2-40B4-BE49-F238E27FC236}">
                        <a16:creationId xmlns:a16="http://schemas.microsoft.com/office/drawing/2014/main" id="{0EFFA7FE-CDEF-4717-9197-FEFC2BD49C93}"/>
                      </a:ext>
                    </a:extLst>
                  </p:cNvPr>
                  <p:cNvCxnSpPr/>
                  <p:nvPr/>
                </p:nvCxnSpPr>
                <p:spPr>
                  <a:xfrm>
                    <a:off x="2747004" y="2612580"/>
                    <a:ext cx="0" cy="223206"/>
                  </a:xfrm>
                  <a:prstGeom prst="line">
                    <a:avLst/>
                  </a:prstGeom>
                  <a:ln w="25400">
                    <a:solidFill>
                      <a:srgbClr val="999999"/>
                    </a:solidFill>
                  </a:ln>
                </p:spPr>
                <p:style>
                  <a:lnRef idx="1">
                    <a:schemeClr val="accent1"/>
                  </a:lnRef>
                  <a:fillRef idx="0">
                    <a:schemeClr val="accent1"/>
                  </a:fillRef>
                  <a:effectRef idx="0">
                    <a:schemeClr val="accent1"/>
                  </a:effectRef>
                  <a:fontRef idx="minor">
                    <a:schemeClr val="tx1"/>
                  </a:fontRef>
                </p:style>
              </p:cxnSp>
            </p:grpSp>
            <p:pic>
              <p:nvPicPr>
                <p:cNvPr id="118" name="图形 10">
                  <a:extLst>
                    <a:ext uri="{FF2B5EF4-FFF2-40B4-BE49-F238E27FC236}">
                      <a16:creationId xmlns:a16="http://schemas.microsoft.com/office/drawing/2014/main" id="{63CCF83A-39C7-4CD4-B334-078AF4430C58}"/>
                    </a:ext>
                  </a:extLst>
                </p:cNvPr>
                <p:cNvPicPr>
                  <a:picLocks noChangeAspect="1"/>
                </p:cNvPicPr>
                <p:nvPr/>
              </p:nvPicPr>
              <p:blipFill>
                <a:blip r:embed="rId7">
                  <a:extLst>
                    <a:ext uri="{28A0092B-C50C-407E-A947-70E740481C1C}">
                      <a14:useLocalDpi xmlns:a14="http://schemas.microsoft.com/office/drawing/2010/main" val="0"/>
                    </a:ext>
                    <a:ext uri="{96DAC541-7B7A-43D3-8B79-37D633B846F1}">
                      <asvg:svgBlip xmlns:asvg="http://schemas.microsoft.com/office/drawing/2016/SVG/main" r:embed="rId8"/>
                    </a:ext>
                  </a:extLst>
                </a:blip>
                <a:stretch>
                  <a:fillRect/>
                </a:stretch>
              </p:blipFill>
              <p:spPr>
                <a:xfrm>
                  <a:off x="10344206" y="4591486"/>
                  <a:ext cx="662814" cy="641082"/>
                </a:xfrm>
                <a:prstGeom prst="rect">
                  <a:avLst/>
                </a:prstGeom>
              </p:spPr>
            </p:pic>
          </p:grpSp>
        </p:grpSp>
      </p:grpSp>
      <p:sp>
        <p:nvSpPr>
          <p:cNvPr id="151" name="对话气泡: 椭圆形 150">
            <a:extLst>
              <a:ext uri="{FF2B5EF4-FFF2-40B4-BE49-F238E27FC236}">
                <a16:creationId xmlns:a16="http://schemas.microsoft.com/office/drawing/2014/main" id="{ACD923EF-8ED5-401F-9F17-F39019D7E1DB}"/>
              </a:ext>
            </a:extLst>
          </p:cNvPr>
          <p:cNvSpPr/>
          <p:nvPr/>
        </p:nvSpPr>
        <p:spPr>
          <a:xfrm>
            <a:off x="3364665" y="3783852"/>
            <a:ext cx="4821359" cy="2553556"/>
          </a:xfrm>
          <a:prstGeom prst="wedgeEllipseCallout">
            <a:avLst>
              <a:gd name="adj1" fmla="val 56720"/>
              <a:gd name="adj2" fmla="val 19155"/>
            </a:avLst>
          </a:prstGeom>
        </p:spPr>
        <p:style>
          <a:lnRef idx="2">
            <a:schemeClr val="accent4">
              <a:shade val="50000"/>
            </a:schemeClr>
          </a:lnRef>
          <a:fillRef idx="1">
            <a:schemeClr val="accent4"/>
          </a:fillRef>
          <a:effectRef idx="0">
            <a:schemeClr val="accent4"/>
          </a:effectRef>
          <a:fontRef idx="minor">
            <a:schemeClr val="lt1"/>
          </a:fontRef>
        </p:style>
        <p:txBody>
          <a:bodyPr rtlCol="0" anchor="ctr"/>
          <a:lstStyle/>
          <a:p>
            <a:pPr algn="ctr">
              <a:lnSpc>
                <a:spcPct val="150000"/>
              </a:lnSpc>
            </a:pPr>
            <a:r>
              <a:rPr lang="zh-CN" altLang="en-US" b="1" dirty="0"/>
              <a:t>同样使用广播信道的无线局域网</a:t>
            </a:r>
            <a:endParaRPr lang="en-US" altLang="zh-CN" b="1" dirty="0"/>
          </a:p>
          <a:p>
            <a:pPr algn="ctr">
              <a:lnSpc>
                <a:spcPct val="150000"/>
              </a:lnSpc>
            </a:pPr>
            <a:r>
              <a:rPr lang="zh-CN" altLang="en-US" b="1" dirty="0"/>
              <a:t>能不能也使用</a:t>
            </a:r>
            <a:r>
              <a:rPr lang="en-US" altLang="zh-CN" b="1" dirty="0">
                <a:solidFill>
                  <a:schemeClr val="tx1"/>
                </a:solidFill>
                <a:highlight>
                  <a:srgbClr val="F4B919"/>
                </a:highlight>
              </a:rPr>
              <a:t>CSMA/CD</a:t>
            </a:r>
            <a:r>
              <a:rPr lang="zh-CN" altLang="en-US" b="1" dirty="0"/>
              <a:t>协议呢？</a:t>
            </a:r>
          </a:p>
        </p:txBody>
      </p:sp>
      <p:grpSp>
        <p:nvGrpSpPr>
          <p:cNvPr id="4" name="组合 3">
            <a:extLst>
              <a:ext uri="{FF2B5EF4-FFF2-40B4-BE49-F238E27FC236}">
                <a16:creationId xmlns:a16="http://schemas.microsoft.com/office/drawing/2014/main" id="{9A1EA9F2-FCB6-48C3-935F-7AE7E3AD14AC}"/>
              </a:ext>
            </a:extLst>
          </p:cNvPr>
          <p:cNvGrpSpPr/>
          <p:nvPr/>
        </p:nvGrpSpPr>
        <p:grpSpPr>
          <a:xfrm>
            <a:off x="304800" y="749300"/>
            <a:ext cx="5791200" cy="400110"/>
            <a:chOff x="424117" y="898245"/>
            <a:chExt cx="5791200" cy="400110"/>
          </a:xfrm>
        </p:grpSpPr>
        <p:sp>
          <p:nvSpPr>
            <p:cNvPr id="2" name="平行四边形 1">
              <a:extLst>
                <a:ext uri="{FF2B5EF4-FFF2-40B4-BE49-F238E27FC236}">
                  <a16:creationId xmlns:a16="http://schemas.microsoft.com/office/drawing/2014/main" id="{1F5BAA3F-9845-4F89-A2DD-8222D3E4EDAC}"/>
                </a:ext>
              </a:extLst>
            </p:cNvPr>
            <p:cNvSpPr/>
            <p:nvPr/>
          </p:nvSpPr>
          <p:spPr>
            <a:xfrm>
              <a:off x="424117" y="898245"/>
              <a:ext cx="628306" cy="387090"/>
            </a:xfrm>
            <a:prstGeom prst="parallelogram">
              <a:avLst/>
            </a:prstGeom>
            <a:solidFill>
              <a:schemeClr val="accent3">
                <a:lumMod val="75000"/>
              </a:schemeClr>
            </a:solidFill>
            <a:ln>
              <a:solidFill>
                <a:schemeClr val="accent3">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CN" sz="2200" dirty="0">
                  <a:latin typeface="Impact" panose="020B0806030902050204" pitchFamily="34" charset="0"/>
                </a:rPr>
                <a:t>01</a:t>
              </a:r>
              <a:endParaRPr lang="zh-CN" altLang="en-US" sz="2200" dirty="0">
                <a:latin typeface="Impact" panose="020B0806030902050204" pitchFamily="34" charset="0"/>
              </a:endParaRPr>
            </a:p>
          </p:txBody>
        </p:sp>
        <p:sp>
          <p:nvSpPr>
            <p:cNvPr id="3" name="文本框 2">
              <a:extLst>
                <a:ext uri="{FF2B5EF4-FFF2-40B4-BE49-F238E27FC236}">
                  <a16:creationId xmlns:a16="http://schemas.microsoft.com/office/drawing/2014/main" id="{4D6BD736-A4D3-4F26-AFED-36E11F50F70B}"/>
                </a:ext>
              </a:extLst>
            </p:cNvPr>
            <p:cNvSpPr txBox="1"/>
            <p:nvPr/>
          </p:nvSpPr>
          <p:spPr>
            <a:xfrm>
              <a:off x="1052423" y="898245"/>
              <a:ext cx="5162894" cy="400110"/>
            </a:xfrm>
            <a:prstGeom prst="rect">
              <a:avLst/>
            </a:prstGeom>
            <a:noFill/>
          </p:spPr>
          <p:txBody>
            <a:bodyPr wrap="square" rtlCol="0">
              <a:spAutoFit/>
            </a:bodyPr>
            <a:lstStyle/>
            <a:p>
              <a:r>
                <a:rPr lang="en-US" altLang="zh-CN" sz="2000" b="1" dirty="0">
                  <a:solidFill>
                    <a:schemeClr val="tx1"/>
                  </a:solidFill>
                  <a:latin typeface="Arial Narrow" panose="020B0606020202030204" pitchFamily="34" charset="0"/>
                </a:rPr>
                <a:t>802.11</a:t>
              </a:r>
              <a:r>
                <a:rPr lang="zh-CN" altLang="en-US" sz="2000" b="1" dirty="0">
                  <a:solidFill>
                    <a:schemeClr val="tx1"/>
                  </a:solidFill>
                  <a:latin typeface="Arial Narrow" panose="020B0606020202030204" pitchFamily="34" charset="0"/>
                </a:rPr>
                <a:t>无线局域网使用</a:t>
              </a:r>
              <a:r>
                <a:rPr lang="en-US" altLang="zh-CN" sz="2000" b="1" dirty="0">
                  <a:solidFill>
                    <a:schemeClr val="tx1"/>
                  </a:solidFill>
                  <a:latin typeface="Arial Narrow" panose="020B0606020202030204" pitchFamily="34" charset="0"/>
                </a:rPr>
                <a:t>CSMA/CA</a:t>
              </a:r>
              <a:r>
                <a:rPr lang="zh-CN" altLang="en-US" sz="2000" b="1" dirty="0">
                  <a:solidFill>
                    <a:schemeClr val="tx1"/>
                  </a:solidFill>
                  <a:latin typeface="Arial Narrow" panose="020B0606020202030204" pitchFamily="34" charset="0"/>
                </a:rPr>
                <a:t>协议的原因</a:t>
              </a:r>
              <a:endParaRPr lang="en-US" altLang="zh-CN" sz="2000" b="1" dirty="0">
                <a:solidFill>
                  <a:schemeClr val="tx1"/>
                </a:solidFill>
                <a:latin typeface="Arial Narrow" panose="020B0606020202030204" pitchFamily="34" charset="0"/>
              </a:endParaRPr>
            </a:p>
          </p:txBody>
        </p:sp>
      </p:grpSp>
      <p:pic>
        <p:nvPicPr>
          <p:cNvPr id="20" name="图片 19" descr="图示&#10;&#10;描述已自动生成">
            <a:extLst>
              <a:ext uri="{FF2B5EF4-FFF2-40B4-BE49-F238E27FC236}">
                <a16:creationId xmlns:a16="http://schemas.microsoft.com/office/drawing/2014/main" id="{6E45D621-0CC5-40AE-B3D5-72D5275FAB2B}"/>
              </a:ext>
            </a:extLst>
          </p:cNvPr>
          <p:cNvPicPr>
            <a:picLocks noChangeAspect="1"/>
          </p:cNvPicPr>
          <p:nvPr/>
        </p:nvPicPr>
        <p:blipFill>
          <a:blip r:embed="rId9" cstate="print">
            <a:extLst>
              <a:ext uri="{28A0092B-C50C-407E-A947-70E740481C1C}">
                <a14:useLocalDpi xmlns:a14="http://schemas.microsoft.com/office/drawing/2010/main" val="0"/>
              </a:ext>
            </a:extLst>
          </a:blip>
          <a:stretch>
            <a:fillRect/>
          </a:stretch>
        </p:blipFill>
        <p:spPr>
          <a:xfrm>
            <a:off x="349665" y="1399324"/>
            <a:ext cx="5883932" cy="2170587"/>
          </a:xfrm>
          <a:prstGeom prst="rect">
            <a:avLst/>
          </a:prstGeom>
        </p:spPr>
      </p:pic>
      <p:grpSp>
        <p:nvGrpSpPr>
          <p:cNvPr id="38" name="组合 37">
            <a:extLst>
              <a:ext uri="{FF2B5EF4-FFF2-40B4-BE49-F238E27FC236}">
                <a16:creationId xmlns:a16="http://schemas.microsoft.com/office/drawing/2014/main" id="{926E5BA0-B964-4614-B375-025065743702}"/>
              </a:ext>
            </a:extLst>
          </p:cNvPr>
          <p:cNvGrpSpPr/>
          <p:nvPr/>
        </p:nvGrpSpPr>
        <p:grpSpPr>
          <a:xfrm>
            <a:off x="8427643" y="3594100"/>
            <a:ext cx="3432975" cy="2761160"/>
            <a:chOff x="3207781" y="1105990"/>
            <a:chExt cx="5776438" cy="4646020"/>
          </a:xfrm>
        </p:grpSpPr>
        <p:sp>
          <p:nvSpPr>
            <p:cNvPr id="40" name="任意多边形 4">
              <a:extLst>
                <a:ext uri="{FF2B5EF4-FFF2-40B4-BE49-F238E27FC236}">
                  <a16:creationId xmlns:a16="http://schemas.microsoft.com/office/drawing/2014/main" id="{9BCC6E4C-F942-424F-85F8-2934764F1367}"/>
                </a:ext>
              </a:extLst>
            </p:cNvPr>
            <p:cNvSpPr/>
            <p:nvPr/>
          </p:nvSpPr>
          <p:spPr>
            <a:xfrm>
              <a:off x="3598883" y="5220505"/>
              <a:ext cx="5385336" cy="531505"/>
            </a:xfrm>
            <a:custGeom>
              <a:avLst/>
              <a:gdLst>
                <a:gd name="connsiteX0" fmla="*/ -514 w 4756429"/>
                <a:gd name="connsiteY0" fmla="*/ 234476 h 469435"/>
                <a:gd name="connsiteX1" fmla="*/ 2377732 w 4756429"/>
                <a:gd name="connsiteY1" fmla="*/ -210 h 469435"/>
                <a:gd name="connsiteX2" fmla="*/ 4755915 w 4756429"/>
                <a:gd name="connsiteY2" fmla="*/ 234476 h 469435"/>
                <a:gd name="connsiteX3" fmla="*/ 2377732 w 4756429"/>
                <a:gd name="connsiteY3" fmla="*/ 469226 h 469435"/>
                <a:gd name="connsiteX4" fmla="*/ -514 w 4756429"/>
                <a:gd name="connsiteY4" fmla="*/ 234476 h 46943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756429" h="469435">
                  <a:moveTo>
                    <a:pt x="-514" y="234476"/>
                  </a:moveTo>
                  <a:cubicBezTo>
                    <a:pt x="-514" y="104871"/>
                    <a:pt x="1064277" y="-210"/>
                    <a:pt x="2377732" y="-210"/>
                  </a:cubicBezTo>
                  <a:cubicBezTo>
                    <a:pt x="3691187" y="-210"/>
                    <a:pt x="4755915" y="104871"/>
                    <a:pt x="4755915" y="234476"/>
                  </a:cubicBezTo>
                  <a:cubicBezTo>
                    <a:pt x="4755915" y="364081"/>
                    <a:pt x="3691187" y="469226"/>
                    <a:pt x="2377732" y="469226"/>
                  </a:cubicBezTo>
                  <a:cubicBezTo>
                    <a:pt x="1064277" y="469226"/>
                    <a:pt x="-514" y="364144"/>
                    <a:pt x="-514" y="234476"/>
                  </a:cubicBezTo>
                  <a:close/>
                </a:path>
              </a:pathLst>
            </a:custGeom>
            <a:solidFill>
              <a:srgbClr val="E8E8E8"/>
            </a:solidFill>
            <a:ln w="6346" cap="flat">
              <a:noFill/>
              <a:prstDash val="solid"/>
              <a:miter/>
            </a:ln>
          </p:spPr>
          <p:txBody>
            <a:bodyPr rtlCol="0" anchor="ctr"/>
            <a:lstStyle/>
            <a:p>
              <a:endParaRPr lang="zh-CN" altLang="en-US"/>
            </a:p>
          </p:txBody>
        </p:sp>
        <p:sp>
          <p:nvSpPr>
            <p:cNvPr id="41" name="任意多边形 5">
              <a:extLst>
                <a:ext uri="{FF2B5EF4-FFF2-40B4-BE49-F238E27FC236}">
                  <a16:creationId xmlns:a16="http://schemas.microsoft.com/office/drawing/2014/main" id="{E1E0C0BD-36F0-48B9-9918-3A1F0C8322EA}"/>
                </a:ext>
              </a:extLst>
            </p:cNvPr>
            <p:cNvSpPr/>
            <p:nvPr/>
          </p:nvSpPr>
          <p:spPr>
            <a:xfrm>
              <a:off x="4313321" y="3382454"/>
              <a:ext cx="883608" cy="1118025"/>
            </a:xfrm>
            <a:custGeom>
              <a:avLst/>
              <a:gdLst>
                <a:gd name="connsiteX0" fmla="*/ 304303 w 780419"/>
                <a:gd name="connsiteY0" fmla="*/ 118570 h 987461"/>
                <a:gd name="connsiteX1" fmla="*/ 254240 w 780419"/>
                <a:gd name="connsiteY1" fmla="*/ 127782 h 987461"/>
                <a:gd name="connsiteX2" fmla="*/ 200428 w 780419"/>
                <a:gd name="connsiteY2" fmla="*/ 182038 h 987461"/>
                <a:gd name="connsiteX3" fmla="*/ 189374 w 780419"/>
                <a:gd name="connsiteY3" fmla="*/ 260437 h 987461"/>
                <a:gd name="connsiteX4" fmla="*/ 195727 w 780419"/>
                <a:gd name="connsiteY4" fmla="*/ 517740 h 987461"/>
                <a:gd name="connsiteX5" fmla="*/ 71395 w 780419"/>
                <a:gd name="connsiteY5" fmla="*/ 592835 h 987461"/>
                <a:gd name="connsiteX6" fmla="*/ 24001 w 780419"/>
                <a:gd name="connsiteY6" fmla="*/ 840164 h 987461"/>
                <a:gd name="connsiteX7" fmla="*/ 249411 w 780419"/>
                <a:gd name="connsiteY7" fmla="*/ 982284 h 987461"/>
                <a:gd name="connsiteX8" fmla="*/ 522597 w 780419"/>
                <a:gd name="connsiteY8" fmla="*/ 959286 h 987461"/>
                <a:gd name="connsiteX9" fmla="*/ 699597 w 780419"/>
                <a:gd name="connsiteY9" fmla="*/ 889401 h 987461"/>
                <a:gd name="connsiteX10" fmla="*/ 708555 w 780419"/>
                <a:gd name="connsiteY10" fmla="*/ 575617 h 987461"/>
                <a:gd name="connsiteX11" fmla="*/ 764082 w 780419"/>
                <a:gd name="connsiteY11" fmla="*/ 389088 h 987461"/>
                <a:gd name="connsiteX12" fmla="*/ 606968 w 780419"/>
                <a:gd name="connsiteY12" fmla="*/ 27466 h 987461"/>
                <a:gd name="connsiteX13" fmla="*/ 304303 w 780419"/>
                <a:gd name="connsiteY13" fmla="*/ 118761 h 98746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780419" h="987461">
                  <a:moveTo>
                    <a:pt x="304303" y="118570"/>
                  </a:moveTo>
                  <a:cubicBezTo>
                    <a:pt x="307860" y="110184"/>
                    <a:pt x="258432" y="125940"/>
                    <a:pt x="254240" y="127782"/>
                  </a:cubicBezTo>
                  <a:cubicBezTo>
                    <a:pt x="230002" y="138284"/>
                    <a:pt x="210733" y="157712"/>
                    <a:pt x="200428" y="182038"/>
                  </a:cubicBezTo>
                  <a:cubicBezTo>
                    <a:pt x="191299" y="207108"/>
                    <a:pt x="187531" y="233817"/>
                    <a:pt x="189374" y="260437"/>
                  </a:cubicBezTo>
                  <a:cubicBezTo>
                    <a:pt x="191216" y="342393"/>
                    <a:pt x="253985" y="444679"/>
                    <a:pt x="195727" y="517740"/>
                  </a:cubicBezTo>
                  <a:cubicBezTo>
                    <a:pt x="165486" y="555478"/>
                    <a:pt x="111484" y="565706"/>
                    <a:pt x="71395" y="592835"/>
                  </a:cubicBezTo>
                  <a:cubicBezTo>
                    <a:pt x="-4843" y="644295"/>
                    <a:pt x="-20154" y="759351"/>
                    <a:pt x="24001" y="840164"/>
                  </a:cubicBezTo>
                  <a:cubicBezTo>
                    <a:pt x="68155" y="920976"/>
                    <a:pt x="158306" y="968752"/>
                    <a:pt x="249411" y="982284"/>
                  </a:cubicBezTo>
                  <a:cubicBezTo>
                    <a:pt x="340516" y="995816"/>
                    <a:pt x="433081" y="979552"/>
                    <a:pt x="522597" y="959286"/>
                  </a:cubicBezTo>
                  <a:cubicBezTo>
                    <a:pt x="584986" y="945182"/>
                    <a:pt x="648835" y="928092"/>
                    <a:pt x="699597" y="889401"/>
                  </a:cubicBezTo>
                  <a:cubicBezTo>
                    <a:pt x="819354" y="797724"/>
                    <a:pt x="763510" y="682986"/>
                    <a:pt x="708555" y="575617"/>
                  </a:cubicBezTo>
                  <a:cubicBezTo>
                    <a:pt x="673358" y="506876"/>
                    <a:pt x="736509" y="474475"/>
                    <a:pt x="764082" y="389088"/>
                  </a:cubicBezTo>
                  <a:cubicBezTo>
                    <a:pt x="813700" y="235469"/>
                    <a:pt x="742608" y="86360"/>
                    <a:pt x="606968" y="27466"/>
                  </a:cubicBezTo>
                  <a:cubicBezTo>
                    <a:pt x="384225" y="-69039"/>
                    <a:pt x="304747" y="117744"/>
                    <a:pt x="304303" y="118761"/>
                  </a:cubicBezTo>
                  <a:close/>
                </a:path>
              </a:pathLst>
            </a:custGeom>
            <a:solidFill>
              <a:srgbClr val="971D05"/>
            </a:solidFill>
            <a:ln w="6346" cap="flat">
              <a:noFill/>
              <a:prstDash val="solid"/>
              <a:miter/>
            </a:ln>
          </p:spPr>
          <p:txBody>
            <a:bodyPr rtlCol="0" anchor="ctr"/>
            <a:lstStyle/>
            <a:p>
              <a:endParaRPr lang="zh-CN" altLang="en-US"/>
            </a:p>
          </p:txBody>
        </p:sp>
        <p:sp>
          <p:nvSpPr>
            <p:cNvPr id="42" name="任意多边形 6">
              <a:extLst>
                <a:ext uri="{FF2B5EF4-FFF2-40B4-BE49-F238E27FC236}">
                  <a16:creationId xmlns:a16="http://schemas.microsoft.com/office/drawing/2014/main" id="{CAE4D6C5-D79D-4FC2-B54E-7E42A647E15F}"/>
                </a:ext>
              </a:extLst>
            </p:cNvPr>
            <p:cNvSpPr/>
            <p:nvPr/>
          </p:nvSpPr>
          <p:spPr>
            <a:xfrm>
              <a:off x="4743753" y="3967018"/>
              <a:ext cx="251762" cy="311178"/>
            </a:xfrm>
            <a:custGeom>
              <a:avLst/>
              <a:gdLst>
                <a:gd name="connsiteX0" fmla="*/ 110730 w 222361"/>
                <a:gd name="connsiteY0" fmla="*/ 274628 h 274838"/>
                <a:gd name="connsiteX1" fmla="*/ 110730 w 222361"/>
                <a:gd name="connsiteY1" fmla="*/ 274628 h 274838"/>
                <a:gd name="connsiteX2" fmla="*/ -514 w 222361"/>
                <a:gd name="connsiteY2" fmla="*/ 126853 h 274838"/>
                <a:gd name="connsiteX3" fmla="*/ -514 w 222361"/>
                <a:gd name="connsiteY3" fmla="*/ -210 h 274838"/>
                <a:gd name="connsiteX4" fmla="*/ 221847 w 222361"/>
                <a:gd name="connsiteY4" fmla="*/ -210 h 274838"/>
                <a:gd name="connsiteX5" fmla="*/ 221847 w 222361"/>
                <a:gd name="connsiteY5" fmla="*/ 126853 h 274838"/>
                <a:gd name="connsiteX6" fmla="*/ 111937 w 222361"/>
                <a:gd name="connsiteY6" fmla="*/ 274628 h 27483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22361" h="274838">
                  <a:moveTo>
                    <a:pt x="110730" y="274628"/>
                  </a:moveTo>
                  <a:lnTo>
                    <a:pt x="110730" y="274628"/>
                  </a:lnTo>
                  <a:cubicBezTo>
                    <a:pt x="49358" y="274628"/>
                    <a:pt x="-451" y="163639"/>
                    <a:pt x="-514" y="126853"/>
                  </a:cubicBezTo>
                  <a:lnTo>
                    <a:pt x="-514" y="-210"/>
                  </a:lnTo>
                  <a:lnTo>
                    <a:pt x="221847" y="-210"/>
                  </a:lnTo>
                  <a:lnTo>
                    <a:pt x="221847" y="126853"/>
                  </a:lnTo>
                  <a:cubicBezTo>
                    <a:pt x="221847" y="163448"/>
                    <a:pt x="172991" y="274438"/>
                    <a:pt x="111937" y="274628"/>
                  </a:cubicBezTo>
                  <a:close/>
                </a:path>
              </a:pathLst>
            </a:custGeom>
            <a:solidFill>
              <a:srgbClr val="FF93B1"/>
            </a:solidFill>
            <a:ln w="6346" cap="flat">
              <a:noFill/>
              <a:prstDash val="solid"/>
              <a:miter/>
            </a:ln>
          </p:spPr>
          <p:txBody>
            <a:bodyPr rtlCol="0" anchor="ctr"/>
            <a:lstStyle/>
            <a:p>
              <a:endParaRPr lang="zh-CN" altLang="en-US"/>
            </a:p>
          </p:txBody>
        </p:sp>
        <p:sp>
          <p:nvSpPr>
            <p:cNvPr id="43" name="任意多边形 7">
              <a:extLst>
                <a:ext uri="{FF2B5EF4-FFF2-40B4-BE49-F238E27FC236}">
                  <a16:creationId xmlns:a16="http://schemas.microsoft.com/office/drawing/2014/main" id="{42097499-89B4-4059-928D-0FC59D313BDC}"/>
                </a:ext>
              </a:extLst>
            </p:cNvPr>
            <p:cNvSpPr/>
            <p:nvPr/>
          </p:nvSpPr>
          <p:spPr>
            <a:xfrm>
              <a:off x="4572555" y="3764605"/>
              <a:ext cx="121406" cy="141542"/>
            </a:xfrm>
            <a:custGeom>
              <a:avLst/>
              <a:gdLst>
                <a:gd name="connsiteX0" fmla="*/ 77312 w 107228"/>
                <a:gd name="connsiteY0" fmla="*/ 27741 h 125013"/>
                <a:gd name="connsiteX1" fmla="*/ -514 w 107228"/>
                <a:gd name="connsiteY1" fmla="*/ 46801 h 125013"/>
                <a:gd name="connsiteX2" fmla="*/ 94783 w 107228"/>
                <a:gd name="connsiteY2" fmla="*/ 110332 h 125013"/>
                <a:gd name="connsiteX3" fmla="*/ 77312 w 107228"/>
                <a:gd name="connsiteY3" fmla="*/ 27741 h 125013"/>
              </a:gdLst>
              <a:ahLst/>
              <a:cxnLst>
                <a:cxn ang="0">
                  <a:pos x="connsiteX0" y="connsiteY0"/>
                </a:cxn>
                <a:cxn ang="0">
                  <a:pos x="connsiteX1" y="connsiteY1"/>
                </a:cxn>
                <a:cxn ang="0">
                  <a:pos x="connsiteX2" y="connsiteY2"/>
                </a:cxn>
                <a:cxn ang="0">
                  <a:pos x="connsiteX3" y="connsiteY3"/>
                </a:cxn>
              </a:cxnLst>
              <a:rect l="l" t="t" r="r" b="b"/>
              <a:pathLst>
                <a:path w="107228" h="125013">
                  <a:moveTo>
                    <a:pt x="77312" y="27741"/>
                  </a:moveTo>
                  <a:cubicBezTo>
                    <a:pt x="41226" y="-26515"/>
                    <a:pt x="-514" y="8364"/>
                    <a:pt x="-514" y="46801"/>
                  </a:cubicBezTo>
                  <a:cubicBezTo>
                    <a:pt x="-514" y="102073"/>
                    <a:pt x="60031" y="149722"/>
                    <a:pt x="94783" y="110332"/>
                  </a:cubicBezTo>
                  <a:cubicBezTo>
                    <a:pt x="129535" y="70943"/>
                    <a:pt x="77312" y="27741"/>
                    <a:pt x="77312" y="27741"/>
                  </a:cubicBezTo>
                  <a:close/>
                </a:path>
              </a:pathLst>
            </a:custGeom>
            <a:solidFill>
              <a:srgbClr val="FED0D6"/>
            </a:solidFill>
            <a:ln w="6346" cap="flat">
              <a:noFill/>
              <a:prstDash val="solid"/>
              <a:miter/>
            </a:ln>
          </p:spPr>
          <p:txBody>
            <a:bodyPr rtlCol="0" anchor="ctr"/>
            <a:lstStyle/>
            <a:p>
              <a:endParaRPr lang="zh-CN" altLang="en-US"/>
            </a:p>
          </p:txBody>
        </p:sp>
        <p:sp>
          <p:nvSpPr>
            <p:cNvPr id="44" name="任意多边形 8">
              <a:extLst>
                <a:ext uri="{FF2B5EF4-FFF2-40B4-BE49-F238E27FC236}">
                  <a16:creationId xmlns:a16="http://schemas.microsoft.com/office/drawing/2014/main" id="{41E50DCD-9B75-4500-A89B-5FA65EEBE5BE}"/>
                </a:ext>
              </a:extLst>
            </p:cNvPr>
            <p:cNvSpPr/>
            <p:nvPr/>
          </p:nvSpPr>
          <p:spPr>
            <a:xfrm>
              <a:off x="5034066" y="3764605"/>
              <a:ext cx="121425" cy="141542"/>
            </a:xfrm>
            <a:custGeom>
              <a:avLst/>
              <a:gdLst>
                <a:gd name="connsiteX0" fmla="*/ 28968 w 107245"/>
                <a:gd name="connsiteY0" fmla="*/ 27741 h 125013"/>
                <a:gd name="connsiteX1" fmla="*/ 106731 w 107245"/>
                <a:gd name="connsiteY1" fmla="*/ 46801 h 125013"/>
                <a:gd name="connsiteX2" fmla="*/ 11433 w 107245"/>
                <a:gd name="connsiteY2" fmla="*/ 110332 h 125013"/>
                <a:gd name="connsiteX3" fmla="*/ 28968 w 107245"/>
                <a:gd name="connsiteY3" fmla="*/ 27741 h 125013"/>
              </a:gdLst>
              <a:ahLst/>
              <a:cxnLst>
                <a:cxn ang="0">
                  <a:pos x="connsiteX0" y="connsiteY0"/>
                </a:cxn>
                <a:cxn ang="0">
                  <a:pos x="connsiteX1" y="connsiteY1"/>
                </a:cxn>
                <a:cxn ang="0">
                  <a:pos x="connsiteX2" y="connsiteY2"/>
                </a:cxn>
                <a:cxn ang="0">
                  <a:pos x="connsiteX3" y="connsiteY3"/>
                </a:cxn>
              </a:cxnLst>
              <a:rect l="l" t="t" r="r" b="b"/>
              <a:pathLst>
                <a:path w="107245" h="125013">
                  <a:moveTo>
                    <a:pt x="28968" y="27741"/>
                  </a:moveTo>
                  <a:cubicBezTo>
                    <a:pt x="64927" y="-26515"/>
                    <a:pt x="106731" y="8364"/>
                    <a:pt x="106731" y="46801"/>
                  </a:cubicBezTo>
                  <a:cubicBezTo>
                    <a:pt x="106731" y="102073"/>
                    <a:pt x="46249" y="149722"/>
                    <a:pt x="11433" y="110332"/>
                  </a:cubicBezTo>
                  <a:cubicBezTo>
                    <a:pt x="-23382" y="70943"/>
                    <a:pt x="28968" y="27741"/>
                    <a:pt x="28968" y="27741"/>
                  </a:cubicBezTo>
                  <a:close/>
                </a:path>
              </a:pathLst>
            </a:custGeom>
            <a:solidFill>
              <a:srgbClr val="FED0D6"/>
            </a:solidFill>
            <a:ln w="6346" cap="flat">
              <a:noFill/>
              <a:prstDash val="solid"/>
              <a:miter/>
            </a:ln>
          </p:spPr>
          <p:txBody>
            <a:bodyPr rtlCol="0" anchor="ctr"/>
            <a:lstStyle/>
            <a:p>
              <a:endParaRPr lang="zh-CN" altLang="en-US"/>
            </a:p>
          </p:txBody>
        </p:sp>
        <p:sp>
          <p:nvSpPr>
            <p:cNvPr id="45" name="任意多边形 9">
              <a:extLst>
                <a:ext uri="{FF2B5EF4-FFF2-40B4-BE49-F238E27FC236}">
                  <a16:creationId xmlns:a16="http://schemas.microsoft.com/office/drawing/2014/main" id="{05B24C5C-103C-45C2-B1CF-A9BEE7B24893}"/>
                </a:ext>
              </a:extLst>
            </p:cNvPr>
            <p:cNvSpPr/>
            <p:nvPr/>
          </p:nvSpPr>
          <p:spPr>
            <a:xfrm>
              <a:off x="4636485" y="3571274"/>
              <a:ext cx="453974" cy="467243"/>
            </a:xfrm>
            <a:custGeom>
              <a:avLst/>
              <a:gdLst>
                <a:gd name="connsiteX0" fmla="*/ 199817 w 400958"/>
                <a:gd name="connsiteY0" fmla="*/ 412468 h 412678"/>
                <a:gd name="connsiteX1" fmla="*/ 6744 w 400958"/>
                <a:gd name="connsiteY1" fmla="*/ 98113 h 412678"/>
                <a:gd name="connsiteX2" fmla="*/ 393207 w 400958"/>
                <a:gd name="connsiteY2" fmla="*/ 98113 h 412678"/>
                <a:gd name="connsiteX3" fmla="*/ 199817 w 400958"/>
                <a:gd name="connsiteY3" fmla="*/ 412468 h 412678"/>
              </a:gdLst>
              <a:ahLst/>
              <a:cxnLst>
                <a:cxn ang="0">
                  <a:pos x="connsiteX0" y="connsiteY0"/>
                </a:cxn>
                <a:cxn ang="0">
                  <a:pos x="connsiteX1" y="connsiteY1"/>
                </a:cxn>
                <a:cxn ang="0">
                  <a:pos x="connsiteX2" y="connsiteY2"/>
                </a:cxn>
                <a:cxn ang="0">
                  <a:pos x="connsiteX3" y="connsiteY3"/>
                </a:cxn>
              </a:cxnLst>
              <a:rect l="l" t="t" r="r" b="b"/>
              <a:pathLst>
                <a:path w="400958" h="412678">
                  <a:moveTo>
                    <a:pt x="199817" y="412468"/>
                  </a:moveTo>
                  <a:cubicBezTo>
                    <a:pt x="57569" y="412468"/>
                    <a:pt x="-26547" y="257387"/>
                    <a:pt x="6744" y="98113"/>
                  </a:cubicBezTo>
                  <a:cubicBezTo>
                    <a:pt x="34063" y="-33016"/>
                    <a:pt x="365762" y="-32953"/>
                    <a:pt x="393207" y="98113"/>
                  </a:cubicBezTo>
                  <a:cubicBezTo>
                    <a:pt x="426434" y="257387"/>
                    <a:pt x="342382" y="412595"/>
                    <a:pt x="199817" y="412468"/>
                  </a:cubicBezTo>
                  <a:close/>
                </a:path>
              </a:pathLst>
            </a:custGeom>
            <a:solidFill>
              <a:srgbClr val="FED0D6"/>
            </a:solidFill>
            <a:ln w="6346" cap="flat">
              <a:noFill/>
              <a:prstDash val="solid"/>
              <a:miter/>
            </a:ln>
          </p:spPr>
          <p:txBody>
            <a:bodyPr rtlCol="0" anchor="ctr"/>
            <a:lstStyle/>
            <a:p>
              <a:endParaRPr lang="zh-CN" altLang="en-US"/>
            </a:p>
          </p:txBody>
        </p:sp>
        <p:sp>
          <p:nvSpPr>
            <p:cNvPr id="46" name="任意多边形 10">
              <a:extLst>
                <a:ext uri="{FF2B5EF4-FFF2-40B4-BE49-F238E27FC236}">
                  <a16:creationId xmlns:a16="http://schemas.microsoft.com/office/drawing/2014/main" id="{EE90AD92-A70A-48C3-88A1-EB688F819FBF}"/>
                </a:ext>
              </a:extLst>
            </p:cNvPr>
            <p:cNvSpPr/>
            <p:nvPr/>
          </p:nvSpPr>
          <p:spPr>
            <a:xfrm>
              <a:off x="4757636" y="3487392"/>
              <a:ext cx="367502" cy="234313"/>
            </a:xfrm>
            <a:custGeom>
              <a:avLst/>
              <a:gdLst>
                <a:gd name="connsiteX0" fmla="*/ -514 w 324585"/>
                <a:gd name="connsiteY0" fmla="*/ 31541 h 206950"/>
                <a:gd name="connsiteX1" fmla="*/ 303231 w 324585"/>
                <a:gd name="connsiteY1" fmla="*/ 198693 h 206950"/>
                <a:gd name="connsiteX2" fmla="*/ 184045 w 324585"/>
                <a:gd name="connsiteY2" fmla="*/ 21757 h 206950"/>
                <a:gd name="connsiteX3" fmla="*/ -514 w 324585"/>
                <a:gd name="connsiteY3" fmla="*/ 31541 h 206950"/>
              </a:gdLst>
              <a:ahLst/>
              <a:cxnLst>
                <a:cxn ang="0">
                  <a:pos x="connsiteX0" y="connsiteY0"/>
                </a:cxn>
                <a:cxn ang="0">
                  <a:pos x="connsiteX1" y="connsiteY1"/>
                </a:cxn>
                <a:cxn ang="0">
                  <a:pos x="connsiteX2" y="connsiteY2"/>
                </a:cxn>
                <a:cxn ang="0">
                  <a:pos x="connsiteX3" y="connsiteY3"/>
                </a:cxn>
              </a:cxnLst>
              <a:rect l="l" t="t" r="r" b="b"/>
              <a:pathLst>
                <a:path w="324585" h="206950">
                  <a:moveTo>
                    <a:pt x="-514" y="31541"/>
                  </a:moveTo>
                  <a:cubicBezTo>
                    <a:pt x="-514" y="165911"/>
                    <a:pt x="253612" y="230650"/>
                    <a:pt x="303231" y="198693"/>
                  </a:cubicBezTo>
                  <a:cubicBezTo>
                    <a:pt x="352849" y="166737"/>
                    <a:pt x="314158" y="52951"/>
                    <a:pt x="184045" y="21757"/>
                  </a:cubicBezTo>
                  <a:cubicBezTo>
                    <a:pt x="53932" y="-9437"/>
                    <a:pt x="-197" y="-8484"/>
                    <a:pt x="-514" y="31541"/>
                  </a:cubicBezTo>
                  <a:close/>
                </a:path>
              </a:pathLst>
            </a:custGeom>
            <a:solidFill>
              <a:srgbClr val="971D05"/>
            </a:solidFill>
            <a:ln w="6346" cap="flat">
              <a:noFill/>
              <a:prstDash val="solid"/>
              <a:miter/>
            </a:ln>
          </p:spPr>
          <p:txBody>
            <a:bodyPr rtlCol="0" anchor="ctr"/>
            <a:lstStyle/>
            <a:p>
              <a:endParaRPr lang="zh-CN" altLang="en-US"/>
            </a:p>
          </p:txBody>
        </p:sp>
        <p:sp>
          <p:nvSpPr>
            <p:cNvPr id="47" name="任意多边形 11">
              <a:extLst>
                <a:ext uri="{FF2B5EF4-FFF2-40B4-BE49-F238E27FC236}">
                  <a16:creationId xmlns:a16="http://schemas.microsoft.com/office/drawing/2014/main" id="{29D7BFD9-1259-4160-85DF-5357D87F1D2C}"/>
                </a:ext>
              </a:extLst>
            </p:cNvPr>
            <p:cNvSpPr/>
            <p:nvPr/>
          </p:nvSpPr>
          <p:spPr>
            <a:xfrm>
              <a:off x="4592900" y="3508707"/>
              <a:ext cx="173053" cy="238281"/>
            </a:xfrm>
            <a:custGeom>
              <a:avLst/>
              <a:gdLst>
                <a:gd name="connsiteX0" fmla="*/ 145428 w 152844"/>
                <a:gd name="connsiteY0" fmla="*/ 11762 h 210454"/>
                <a:gd name="connsiteX1" fmla="*/ 38759 w 152844"/>
                <a:gd name="connsiteY1" fmla="*/ 209790 h 210454"/>
                <a:gd name="connsiteX2" fmla="*/ 27704 w 152844"/>
                <a:gd name="connsiteY2" fmla="*/ 78089 h 210454"/>
                <a:gd name="connsiteX3" fmla="*/ 145428 w 152844"/>
                <a:gd name="connsiteY3" fmla="*/ 11762 h 210454"/>
              </a:gdLst>
              <a:ahLst/>
              <a:cxnLst>
                <a:cxn ang="0">
                  <a:pos x="connsiteX0" y="connsiteY0"/>
                </a:cxn>
                <a:cxn ang="0">
                  <a:pos x="connsiteX1" y="connsiteY1"/>
                </a:cxn>
                <a:cxn ang="0">
                  <a:pos x="connsiteX2" y="connsiteY2"/>
                </a:cxn>
                <a:cxn ang="0">
                  <a:pos x="connsiteX3" y="connsiteY3"/>
                </a:cxn>
              </a:cxnLst>
              <a:rect l="l" t="t" r="r" b="b"/>
              <a:pathLst>
                <a:path w="152844" h="210454">
                  <a:moveTo>
                    <a:pt x="145428" y="11762"/>
                  </a:moveTo>
                  <a:cubicBezTo>
                    <a:pt x="177703" y="76501"/>
                    <a:pt x="89076" y="219320"/>
                    <a:pt x="38759" y="209790"/>
                  </a:cubicBezTo>
                  <a:cubicBezTo>
                    <a:pt x="-11559" y="200261"/>
                    <a:pt x="-11622" y="144416"/>
                    <a:pt x="27704" y="78089"/>
                  </a:cubicBezTo>
                  <a:cubicBezTo>
                    <a:pt x="67030" y="11762"/>
                    <a:pt x="130117" y="-18987"/>
                    <a:pt x="145428" y="11762"/>
                  </a:cubicBezTo>
                  <a:close/>
                </a:path>
              </a:pathLst>
            </a:custGeom>
            <a:solidFill>
              <a:srgbClr val="971D05"/>
            </a:solidFill>
            <a:ln w="6346" cap="flat">
              <a:noFill/>
              <a:prstDash val="solid"/>
              <a:miter/>
            </a:ln>
          </p:spPr>
          <p:txBody>
            <a:bodyPr rtlCol="0" anchor="ctr"/>
            <a:lstStyle/>
            <a:p>
              <a:endParaRPr lang="zh-CN" altLang="en-US"/>
            </a:p>
          </p:txBody>
        </p:sp>
        <p:sp>
          <p:nvSpPr>
            <p:cNvPr id="48" name="任意多边形 12">
              <a:extLst>
                <a:ext uri="{FF2B5EF4-FFF2-40B4-BE49-F238E27FC236}">
                  <a16:creationId xmlns:a16="http://schemas.microsoft.com/office/drawing/2014/main" id="{B588D128-37B6-417B-9AED-97395CB285FC}"/>
                </a:ext>
              </a:extLst>
            </p:cNvPr>
            <p:cNvSpPr/>
            <p:nvPr/>
          </p:nvSpPr>
          <p:spPr>
            <a:xfrm>
              <a:off x="3612370" y="4281731"/>
              <a:ext cx="915035" cy="627652"/>
            </a:xfrm>
            <a:custGeom>
              <a:avLst/>
              <a:gdLst>
                <a:gd name="connsiteX0" fmla="*/ 797158 w 808176"/>
                <a:gd name="connsiteY0" fmla="*/ 72207 h 554354"/>
                <a:gd name="connsiteX1" fmla="*/ 561011 w 808176"/>
                <a:gd name="connsiteY1" fmla="*/ 325698 h 554354"/>
                <a:gd name="connsiteX2" fmla="*/ 47611 w 808176"/>
                <a:gd name="connsiteY2" fmla="*/ 553523 h 554354"/>
                <a:gd name="connsiteX3" fmla="*/ 47611 w 808176"/>
                <a:gd name="connsiteY3" fmla="*/ 451110 h 554354"/>
                <a:gd name="connsiteX4" fmla="*/ 496844 w 808176"/>
                <a:gd name="connsiteY4" fmla="*/ 243743 h 554354"/>
                <a:gd name="connsiteX5" fmla="*/ 650844 w 808176"/>
                <a:gd name="connsiteY5" fmla="*/ 90123 h 554354"/>
                <a:gd name="connsiteX6" fmla="*/ 699637 w 808176"/>
                <a:gd name="connsiteY6" fmla="*/ 36375 h 554354"/>
                <a:gd name="connsiteX7" fmla="*/ 709866 w 808176"/>
                <a:gd name="connsiteY7" fmla="*/ 18459 h 554354"/>
                <a:gd name="connsiteX8" fmla="*/ 709866 w 808176"/>
                <a:gd name="connsiteY8" fmla="*/ 21000 h 554354"/>
                <a:gd name="connsiteX9" fmla="*/ 797158 w 808176"/>
                <a:gd name="connsiteY9" fmla="*/ 72207 h 55435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808176" h="554354">
                  <a:moveTo>
                    <a:pt x="797158" y="72207"/>
                  </a:moveTo>
                  <a:cubicBezTo>
                    <a:pt x="727280" y="164525"/>
                    <a:pt x="648151" y="249460"/>
                    <a:pt x="561011" y="325698"/>
                  </a:cubicBezTo>
                  <a:cubicBezTo>
                    <a:pt x="422385" y="446027"/>
                    <a:pt x="242717" y="563752"/>
                    <a:pt x="47611" y="553523"/>
                  </a:cubicBezTo>
                  <a:cubicBezTo>
                    <a:pt x="-16556" y="548377"/>
                    <a:pt x="-16556" y="446027"/>
                    <a:pt x="47611" y="451110"/>
                  </a:cubicBezTo>
                  <a:cubicBezTo>
                    <a:pt x="219591" y="461339"/>
                    <a:pt x="376197" y="351302"/>
                    <a:pt x="496844" y="243743"/>
                  </a:cubicBezTo>
                  <a:cubicBezTo>
                    <a:pt x="553323" y="197682"/>
                    <a:pt x="602052" y="143871"/>
                    <a:pt x="650844" y="90123"/>
                  </a:cubicBezTo>
                  <a:cubicBezTo>
                    <a:pt x="668824" y="72207"/>
                    <a:pt x="684199" y="54291"/>
                    <a:pt x="699637" y="36375"/>
                  </a:cubicBezTo>
                  <a:cubicBezTo>
                    <a:pt x="703589" y="30727"/>
                    <a:pt x="707013" y="24730"/>
                    <a:pt x="709866" y="18459"/>
                  </a:cubicBezTo>
                  <a:cubicBezTo>
                    <a:pt x="717553" y="10772"/>
                    <a:pt x="702178" y="31165"/>
                    <a:pt x="709866" y="21000"/>
                  </a:cubicBezTo>
                  <a:cubicBezTo>
                    <a:pt x="748366" y="-30206"/>
                    <a:pt x="838199" y="21000"/>
                    <a:pt x="797158" y="72207"/>
                  </a:cubicBezTo>
                  <a:close/>
                </a:path>
              </a:pathLst>
            </a:custGeom>
            <a:solidFill>
              <a:srgbClr val="FED0D6"/>
            </a:solidFill>
            <a:ln w="6346" cap="flat">
              <a:noFill/>
              <a:prstDash val="solid"/>
              <a:miter/>
            </a:ln>
          </p:spPr>
          <p:txBody>
            <a:bodyPr rtlCol="0" anchor="ctr"/>
            <a:lstStyle/>
            <a:p>
              <a:endParaRPr lang="zh-CN" altLang="en-US"/>
            </a:p>
          </p:txBody>
        </p:sp>
        <p:sp>
          <p:nvSpPr>
            <p:cNvPr id="49" name="任意多边形 13">
              <a:extLst>
                <a:ext uri="{FF2B5EF4-FFF2-40B4-BE49-F238E27FC236}">
                  <a16:creationId xmlns:a16="http://schemas.microsoft.com/office/drawing/2014/main" id="{02B6049E-2DEC-445C-BA81-6CF5CDA3AA0A}"/>
                </a:ext>
              </a:extLst>
            </p:cNvPr>
            <p:cNvSpPr/>
            <p:nvPr/>
          </p:nvSpPr>
          <p:spPr>
            <a:xfrm>
              <a:off x="5248839" y="3957542"/>
              <a:ext cx="415701" cy="712692"/>
            </a:xfrm>
            <a:custGeom>
              <a:avLst/>
              <a:gdLst>
                <a:gd name="connsiteX0" fmla="*/ 90290 w 367155"/>
                <a:gd name="connsiteY0" fmla="*/ 275691 h 629463"/>
                <a:gd name="connsiteX1" fmla="*/ 229361 w 367155"/>
                <a:gd name="connsiteY1" fmla="*/ 451738 h 629463"/>
                <a:gd name="connsiteX2" fmla="*/ 246959 w 367155"/>
                <a:gd name="connsiteY2" fmla="*/ 471877 h 629463"/>
                <a:gd name="connsiteX3" fmla="*/ 201979 w 367155"/>
                <a:gd name="connsiteY3" fmla="*/ 211016 h 629463"/>
                <a:gd name="connsiteX4" fmla="*/ 194292 w 367155"/>
                <a:gd name="connsiteY4" fmla="*/ 113241 h 629463"/>
                <a:gd name="connsiteX5" fmla="*/ 298420 w 367155"/>
                <a:gd name="connsiteY5" fmla="*/ 6952 h 629463"/>
                <a:gd name="connsiteX6" fmla="*/ 340732 w 367155"/>
                <a:gd name="connsiteY6" fmla="*/ 100280 h 629463"/>
                <a:gd name="connsiteX7" fmla="*/ 314748 w 367155"/>
                <a:gd name="connsiteY7" fmla="*/ 117624 h 629463"/>
                <a:gd name="connsiteX8" fmla="*/ 294544 w 367155"/>
                <a:gd name="connsiteY8" fmla="*/ 135286 h 629463"/>
                <a:gd name="connsiteX9" fmla="*/ 296006 w 367155"/>
                <a:gd name="connsiteY9" fmla="*/ 157077 h 629463"/>
                <a:gd name="connsiteX10" fmla="*/ 320402 w 367155"/>
                <a:gd name="connsiteY10" fmla="*/ 297927 h 629463"/>
                <a:gd name="connsiteX11" fmla="*/ 354518 w 367155"/>
                <a:gd name="connsiteY11" fmla="*/ 572194 h 629463"/>
                <a:gd name="connsiteX12" fmla="*/ 268560 w 367155"/>
                <a:gd name="connsiteY12" fmla="*/ 625243 h 629463"/>
                <a:gd name="connsiteX13" fmla="*/ 170785 w 367155"/>
                <a:gd name="connsiteY13" fmla="*/ 540237 h 629463"/>
                <a:gd name="connsiteX14" fmla="*/ 9668 w 367155"/>
                <a:gd name="connsiteY14" fmla="*/ 340176 h 629463"/>
                <a:gd name="connsiteX15" fmla="*/ 90290 w 367155"/>
                <a:gd name="connsiteY15" fmla="*/ 275437 h 62946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67155" h="629463">
                  <a:moveTo>
                    <a:pt x="90290" y="275691"/>
                  </a:moveTo>
                  <a:cubicBezTo>
                    <a:pt x="134762" y="336999"/>
                    <a:pt x="181013" y="394877"/>
                    <a:pt x="229361" y="451738"/>
                  </a:cubicBezTo>
                  <a:cubicBezTo>
                    <a:pt x="235714" y="459997"/>
                    <a:pt x="241432" y="465969"/>
                    <a:pt x="246959" y="471877"/>
                  </a:cubicBezTo>
                  <a:cubicBezTo>
                    <a:pt x="235460" y="384267"/>
                    <a:pt x="213478" y="298626"/>
                    <a:pt x="201979" y="211016"/>
                  </a:cubicBezTo>
                  <a:cubicBezTo>
                    <a:pt x="196325" y="179822"/>
                    <a:pt x="189273" y="146277"/>
                    <a:pt x="194292" y="113241"/>
                  </a:cubicBezTo>
                  <a:cubicBezTo>
                    <a:pt x="199692" y="62923"/>
                    <a:pt x="258395" y="30649"/>
                    <a:pt x="298420" y="6952"/>
                  </a:cubicBezTo>
                  <a:cubicBezTo>
                    <a:pt x="353692" y="-26593"/>
                    <a:pt x="396068" y="66735"/>
                    <a:pt x="340732" y="100280"/>
                  </a:cubicBezTo>
                  <a:cubicBezTo>
                    <a:pt x="351342" y="92593"/>
                    <a:pt x="319449" y="115528"/>
                    <a:pt x="314748" y="117624"/>
                  </a:cubicBezTo>
                  <a:cubicBezTo>
                    <a:pt x="304138" y="125311"/>
                    <a:pt x="296705" y="139924"/>
                    <a:pt x="294544" y="135286"/>
                  </a:cubicBezTo>
                  <a:cubicBezTo>
                    <a:pt x="294544" y="141004"/>
                    <a:pt x="296451" y="145642"/>
                    <a:pt x="296006" y="157077"/>
                  </a:cubicBezTo>
                  <a:cubicBezTo>
                    <a:pt x="303375" y="204409"/>
                    <a:pt x="310682" y="251740"/>
                    <a:pt x="320402" y="297927"/>
                  </a:cubicBezTo>
                  <a:cubicBezTo>
                    <a:pt x="335523" y="381090"/>
                    <a:pt x="369321" y="486744"/>
                    <a:pt x="354518" y="572194"/>
                  </a:cubicBezTo>
                  <a:cubicBezTo>
                    <a:pt x="348165" y="614442"/>
                    <a:pt x="311698" y="639474"/>
                    <a:pt x="268560" y="625243"/>
                  </a:cubicBezTo>
                  <a:cubicBezTo>
                    <a:pt x="230124" y="608915"/>
                    <a:pt x="198358" y="569906"/>
                    <a:pt x="170785" y="540237"/>
                  </a:cubicBezTo>
                  <a:cubicBezTo>
                    <a:pt x="113695" y="476343"/>
                    <a:pt x="59922" y="409571"/>
                    <a:pt x="9668" y="340176"/>
                  </a:cubicBezTo>
                  <a:cubicBezTo>
                    <a:pt x="-28451" y="287127"/>
                    <a:pt x="49821" y="223468"/>
                    <a:pt x="90290" y="275437"/>
                  </a:cubicBezTo>
                  <a:close/>
                </a:path>
              </a:pathLst>
            </a:custGeom>
            <a:solidFill>
              <a:srgbClr val="FED0D6"/>
            </a:solidFill>
            <a:ln w="6346" cap="flat">
              <a:noFill/>
              <a:prstDash val="solid"/>
              <a:miter/>
            </a:ln>
          </p:spPr>
          <p:txBody>
            <a:bodyPr rtlCol="0" anchor="ctr"/>
            <a:lstStyle/>
            <a:p>
              <a:endParaRPr lang="zh-CN" altLang="en-US"/>
            </a:p>
          </p:txBody>
        </p:sp>
        <p:sp>
          <p:nvSpPr>
            <p:cNvPr id="50" name="任意多边形 14">
              <a:extLst>
                <a:ext uri="{FF2B5EF4-FFF2-40B4-BE49-F238E27FC236}">
                  <a16:creationId xmlns:a16="http://schemas.microsoft.com/office/drawing/2014/main" id="{60E2C6F4-CC7F-4D71-A601-B0B3B57BF842}"/>
                </a:ext>
              </a:extLst>
            </p:cNvPr>
            <p:cNvSpPr/>
            <p:nvPr/>
          </p:nvSpPr>
          <p:spPr>
            <a:xfrm>
              <a:off x="4494869" y="4089375"/>
              <a:ext cx="731188" cy="915335"/>
            </a:xfrm>
            <a:custGeom>
              <a:avLst/>
              <a:gdLst>
                <a:gd name="connsiteX0" fmla="*/ -514 w 645799"/>
                <a:gd name="connsiteY0" fmla="*/ 61416 h 808441"/>
                <a:gd name="connsiteX1" fmla="*/ 219877 w 645799"/>
                <a:gd name="connsiteY1" fmla="*/ -210 h 808441"/>
                <a:gd name="connsiteX2" fmla="*/ 333662 w 645799"/>
                <a:gd name="connsiteY2" fmla="*/ 71263 h 808441"/>
                <a:gd name="connsiteX3" fmla="*/ 441666 w 645799"/>
                <a:gd name="connsiteY3" fmla="*/ -210 h 808441"/>
                <a:gd name="connsiteX4" fmla="*/ 481564 w 645799"/>
                <a:gd name="connsiteY4" fmla="*/ 3475 h 808441"/>
                <a:gd name="connsiteX5" fmla="*/ 625527 w 645799"/>
                <a:gd name="connsiteY5" fmla="*/ 23360 h 808441"/>
                <a:gd name="connsiteX6" fmla="*/ 637598 w 645799"/>
                <a:gd name="connsiteY6" fmla="*/ 333459 h 808441"/>
                <a:gd name="connsiteX7" fmla="*/ 645285 w 645799"/>
                <a:gd name="connsiteY7" fmla="*/ 792920 h 808441"/>
                <a:gd name="connsiteX8" fmla="*/ 384488 w 645799"/>
                <a:gd name="connsiteY8" fmla="*/ 808231 h 808441"/>
                <a:gd name="connsiteX9" fmla="*/ 20006 w 645799"/>
                <a:gd name="connsiteY9" fmla="*/ 792920 h 808441"/>
                <a:gd name="connsiteX10" fmla="*/ 27694 w 645799"/>
                <a:gd name="connsiteY10" fmla="*/ 333459 h 808441"/>
                <a:gd name="connsiteX11" fmla="*/ -514 w 645799"/>
                <a:gd name="connsiteY11" fmla="*/ 61416 h 80844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645799" h="808441">
                  <a:moveTo>
                    <a:pt x="-514" y="61416"/>
                  </a:moveTo>
                  <a:lnTo>
                    <a:pt x="219877" y="-210"/>
                  </a:lnTo>
                  <a:cubicBezTo>
                    <a:pt x="235252" y="69103"/>
                    <a:pt x="308250" y="71263"/>
                    <a:pt x="333662" y="71263"/>
                  </a:cubicBezTo>
                  <a:cubicBezTo>
                    <a:pt x="365428" y="71263"/>
                    <a:pt x="426292" y="69103"/>
                    <a:pt x="441666" y="-210"/>
                  </a:cubicBezTo>
                  <a:lnTo>
                    <a:pt x="481564" y="3475"/>
                  </a:lnTo>
                  <a:cubicBezTo>
                    <a:pt x="594142" y="14085"/>
                    <a:pt x="625527" y="23360"/>
                    <a:pt x="625527" y="23360"/>
                  </a:cubicBezTo>
                  <a:cubicBezTo>
                    <a:pt x="597382" y="336508"/>
                    <a:pt x="658436" y="258428"/>
                    <a:pt x="637598" y="333459"/>
                  </a:cubicBezTo>
                  <a:cubicBezTo>
                    <a:pt x="581436" y="535045"/>
                    <a:pt x="645285" y="792920"/>
                    <a:pt x="645285" y="792920"/>
                  </a:cubicBezTo>
                  <a:cubicBezTo>
                    <a:pt x="543317" y="808231"/>
                    <a:pt x="455770" y="808231"/>
                    <a:pt x="384488" y="808231"/>
                  </a:cubicBezTo>
                  <a:cubicBezTo>
                    <a:pt x="17401" y="808231"/>
                    <a:pt x="20006" y="792920"/>
                    <a:pt x="20006" y="792920"/>
                  </a:cubicBezTo>
                  <a:cubicBezTo>
                    <a:pt x="20006" y="792920"/>
                    <a:pt x="85889" y="477866"/>
                    <a:pt x="27694" y="333459"/>
                  </a:cubicBezTo>
                  <a:cubicBezTo>
                    <a:pt x="2281" y="269927"/>
                    <a:pt x="-514" y="61416"/>
                    <a:pt x="-514" y="61416"/>
                  </a:cubicBezTo>
                  <a:close/>
                </a:path>
              </a:pathLst>
            </a:custGeom>
            <a:solidFill>
              <a:srgbClr val="BE5ED3"/>
            </a:solidFill>
            <a:ln w="6346" cap="flat">
              <a:noFill/>
              <a:prstDash val="solid"/>
              <a:miter/>
            </a:ln>
          </p:spPr>
          <p:txBody>
            <a:bodyPr rtlCol="0" anchor="ctr"/>
            <a:lstStyle/>
            <a:p>
              <a:endParaRPr lang="zh-CN" altLang="en-US"/>
            </a:p>
          </p:txBody>
        </p:sp>
        <p:sp>
          <p:nvSpPr>
            <p:cNvPr id="51" name="任意多边形 15">
              <a:extLst>
                <a:ext uri="{FF2B5EF4-FFF2-40B4-BE49-F238E27FC236}">
                  <a16:creationId xmlns:a16="http://schemas.microsoft.com/office/drawing/2014/main" id="{8C5BA0C3-09B4-4288-A888-DC14F7DAD90A}"/>
                </a:ext>
              </a:extLst>
            </p:cNvPr>
            <p:cNvSpPr/>
            <p:nvPr/>
          </p:nvSpPr>
          <p:spPr>
            <a:xfrm>
              <a:off x="4736560" y="4414867"/>
              <a:ext cx="302114" cy="302114"/>
            </a:xfrm>
            <a:custGeom>
              <a:avLst/>
              <a:gdLst>
                <a:gd name="connsiteX0" fmla="*/ 266833 w 266833"/>
                <a:gd name="connsiteY0" fmla="*/ 133417 h 266833"/>
                <a:gd name="connsiteX1" fmla="*/ 133417 w 266833"/>
                <a:gd name="connsiteY1" fmla="*/ 266833 h 266833"/>
                <a:gd name="connsiteX2" fmla="*/ 0 w 266833"/>
                <a:gd name="connsiteY2" fmla="*/ 133417 h 266833"/>
                <a:gd name="connsiteX3" fmla="*/ 133417 w 266833"/>
                <a:gd name="connsiteY3" fmla="*/ 0 h 266833"/>
                <a:gd name="connsiteX4" fmla="*/ 266833 w 266833"/>
                <a:gd name="connsiteY4" fmla="*/ 133417 h 26683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66833" h="266833">
                  <a:moveTo>
                    <a:pt x="266833" y="133417"/>
                  </a:moveTo>
                  <a:cubicBezTo>
                    <a:pt x="266833" y="207101"/>
                    <a:pt x="207101" y="266833"/>
                    <a:pt x="133417" y="266833"/>
                  </a:cubicBezTo>
                  <a:cubicBezTo>
                    <a:pt x="59733" y="266833"/>
                    <a:pt x="0" y="207101"/>
                    <a:pt x="0" y="133417"/>
                  </a:cubicBezTo>
                  <a:cubicBezTo>
                    <a:pt x="0" y="59733"/>
                    <a:pt x="59733" y="0"/>
                    <a:pt x="133417" y="0"/>
                  </a:cubicBezTo>
                  <a:cubicBezTo>
                    <a:pt x="207101" y="0"/>
                    <a:pt x="266833" y="59733"/>
                    <a:pt x="266833" y="133417"/>
                  </a:cubicBezTo>
                  <a:close/>
                </a:path>
              </a:pathLst>
            </a:custGeom>
            <a:solidFill>
              <a:srgbClr val="FFC545"/>
            </a:solidFill>
            <a:ln w="6346" cap="flat">
              <a:noFill/>
              <a:prstDash val="solid"/>
              <a:miter/>
            </a:ln>
          </p:spPr>
          <p:txBody>
            <a:bodyPr rtlCol="0" anchor="ctr"/>
            <a:lstStyle/>
            <a:p>
              <a:endParaRPr lang="zh-CN" altLang="en-US"/>
            </a:p>
          </p:txBody>
        </p:sp>
        <p:sp>
          <p:nvSpPr>
            <p:cNvPr id="52" name="任意多边形 16">
              <a:extLst>
                <a:ext uri="{FF2B5EF4-FFF2-40B4-BE49-F238E27FC236}">
                  <a16:creationId xmlns:a16="http://schemas.microsoft.com/office/drawing/2014/main" id="{627D3DDC-80D8-49D2-9841-2D2CA109657A}"/>
                </a:ext>
              </a:extLst>
            </p:cNvPr>
            <p:cNvSpPr/>
            <p:nvPr/>
          </p:nvSpPr>
          <p:spPr>
            <a:xfrm>
              <a:off x="4808492" y="4501185"/>
              <a:ext cx="28772" cy="57545"/>
            </a:xfrm>
            <a:custGeom>
              <a:avLst/>
              <a:gdLst>
                <a:gd name="connsiteX0" fmla="*/ 25413 w 25412"/>
                <a:gd name="connsiteY0" fmla="*/ 25413 h 50825"/>
                <a:gd name="connsiteX1" fmla="*/ 12706 w 25412"/>
                <a:gd name="connsiteY1" fmla="*/ 50825 h 50825"/>
                <a:gd name="connsiteX2" fmla="*/ 0 w 25412"/>
                <a:gd name="connsiteY2" fmla="*/ 25413 h 50825"/>
                <a:gd name="connsiteX3" fmla="*/ 12706 w 25412"/>
                <a:gd name="connsiteY3" fmla="*/ 0 h 50825"/>
                <a:gd name="connsiteX4" fmla="*/ 25413 w 25412"/>
                <a:gd name="connsiteY4" fmla="*/ 25413 h 508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5412" h="50825">
                  <a:moveTo>
                    <a:pt x="25413" y="25413"/>
                  </a:moveTo>
                  <a:cubicBezTo>
                    <a:pt x="25413" y="39448"/>
                    <a:pt x="19724" y="50825"/>
                    <a:pt x="12706" y="50825"/>
                  </a:cubicBezTo>
                  <a:cubicBezTo>
                    <a:pt x="5689" y="50825"/>
                    <a:pt x="0" y="39448"/>
                    <a:pt x="0" y="25413"/>
                  </a:cubicBezTo>
                  <a:cubicBezTo>
                    <a:pt x="0" y="11378"/>
                    <a:pt x="5689" y="0"/>
                    <a:pt x="12706" y="0"/>
                  </a:cubicBezTo>
                  <a:cubicBezTo>
                    <a:pt x="19724" y="0"/>
                    <a:pt x="25413" y="11378"/>
                    <a:pt x="25413" y="25413"/>
                  </a:cubicBezTo>
                  <a:close/>
                </a:path>
              </a:pathLst>
            </a:custGeom>
            <a:solidFill>
              <a:srgbClr val="00002B"/>
            </a:solidFill>
            <a:ln w="6346" cap="flat">
              <a:noFill/>
              <a:prstDash val="solid"/>
              <a:miter/>
            </a:ln>
          </p:spPr>
          <p:txBody>
            <a:bodyPr rtlCol="0" anchor="ctr"/>
            <a:lstStyle/>
            <a:p>
              <a:endParaRPr lang="zh-CN" altLang="en-US"/>
            </a:p>
          </p:txBody>
        </p:sp>
        <p:sp>
          <p:nvSpPr>
            <p:cNvPr id="53" name="任意多边形 17">
              <a:extLst>
                <a:ext uri="{FF2B5EF4-FFF2-40B4-BE49-F238E27FC236}">
                  <a16:creationId xmlns:a16="http://schemas.microsoft.com/office/drawing/2014/main" id="{667145B2-F230-4E41-9816-7784D4F9895E}"/>
                </a:ext>
              </a:extLst>
            </p:cNvPr>
            <p:cNvSpPr/>
            <p:nvPr/>
          </p:nvSpPr>
          <p:spPr>
            <a:xfrm>
              <a:off x="4937970" y="4501185"/>
              <a:ext cx="28772" cy="57545"/>
            </a:xfrm>
            <a:custGeom>
              <a:avLst/>
              <a:gdLst>
                <a:gd name="connsiteX0" fmla="*/ 25413 w 25412"/>
                <a:gd name="connsiteY0" fmla="*/ 25413 h 50825"/>
                <a:gd name="connsiteX1" fmla="*/ 12706 w 25412"/>
                <a:gd name="connsiteY1" fmla="*/ 50825 h 50825"/>
                <a:gd name="connsiteX2" fmla="*/ 0 w 25412"/>
                <a:gd name="connsiteY2" fmla="*/ 25413 h 50825"/>
                <a:gd name="connsiteX3" fmla="*/ 12706 w 25412"/>
                <a:gd name="connsiteY3" fmla="*/ 0 h 50825"/>
                <a:gd name="connsiteX4" fmla="*/ 25413 w 25412"/>
                <a:gd name="connsiteY4" fmla="*/ 25413 h 508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5412" h="50825">
                  <a:moveTo>
                    <a:pt x="25413" y="25413"/>
                  </a:moveTo>
                  <a:cubicBezTo>
                    <a:pt x="25413" y="39448"/>
                    <a:pt x="19724" y="50825"/>
                    <a:pt x="12706" y="50825"/>
                  </a:cubicBezTo>
                  <a:cubicBezTo>
                    <a:pt x="5689" y="50825"/>
                    <a:pt x="0" y="39448"/>
                    <a:pt x="0" y="25413"/>
                  </a:cubicBezTo>
                  <a:cubicBezTo>
                    <a:pt x="0" y="11378"/>
                    <a:pt x="5689" y="0"/>
                    <a:pt x="12706" y="0"/>
                  </a:cubicBezTo>
                  <a:cubicBezTo>
                    <a:pt x="19724" y="0"/>
                    <a:pt x="25413" y="11378"/>
                    <a:pt x="25413" y="25413"/>
                  </a:cubicBezTo>
                  <a:close/>
                </a:path>
              </a:pathLst>
            </a:custGeom>
            <a:solidFill>
              <a:srgbClr val="00002B"/>
            </a:solidFill>
            <a:ln w="6346" cap="flat">
              <a:noFill/>
              <a:prstDash val="solid"/>
              <a:miter/>
            </a:ln>
          </p:spPr>
          <p:txBody>
            <a:bodyPr rtlCol="0" anchor="ctr"/>
            <a:lstStyle/>
            <a:p>
              <a:endParaRPr lang="zh-CN" altLang="en-US"/>
            </a:p>
          </p:txBody>
        </p:sp>
        <p:sp>
          <p:nvSpPr>
            <p:cNvPr id="54" name="任意多边形 18">
              <a:extLst>
                <a:ext uri="{FF2B5EF4-FFF2-40B4-BE49-F238E27FC236}">
                  <a16:creationId xmlns:a16="http://schemas.microsoft.com/office/drawing/2014/main" id="{100B27C9-409F-420E-94AD-A9D365F8ACBA}"/>
                </a:ext>
              </a:extLst>
            </p:cNvPr>
            <p:cNvSpPr/>
            <p:nvPr/>
          </p:nvSpPr>
          <p:spPr>
            <a:xfrm>
              <a:off x="4809355" y="4601890"/>
              <a:ext cx="156524" cy="64640"/>
            </a:xfrm>
            <a:custGeom>
              <a:avLst/>
              <a:gdLst>
                <a:gd name="connsiteX0" fmla="*/ -514 w 138245"/>
                <a:gd name="connsiteY0" fmla="*/ -210 h 57091"/>
                <a:gd name="connsiteX1" fmla="*/ 81924 w 138245"/>
                <a:gd name="connsiteY1" fmla="*/ 55596 h 57091"/>
                <a:gd name="connsiteX2" fmla="*/ 137731 w 138245"/>
                <a:gd name="connsiteY2" fmla="*/ -210 h 57091"/>
              </a:gdLst>
              <a:ahLst/>
              <a:cxnLst>
                <a:cxn ang="0">
                  <a:pos x="connsiteX0" y="connsiteY0"/>
                </a:cxn>
                <a:cxn ang="0">
                  <a:pos x="connsiteX1" y="connsiteY1"/>
                </a:cxn>
                <a:cxn ang="0">
                  <a:pos x="connsiteX2" y="connsiteY2"/>
                </a:cxn>
              </a:cxnLst>
              <a:rect l="l" t="t" r="r" b="b"/>
              <a:pathLst>
                <a:path w="138245" h="57091">
                  <a:moveTo>
                    <a:pt x="-514" y="-210"/>
                  </a:moveTo>
                  <a:cubicBezTo>
                    <a:pt x="6836" y="37966"/>
                    <a:pt x="43748" y="62953"/>
                    <a:pt x="81924" y="55596"/>
                  </a:cubicBezTo>
                  <a:cubicBezTo>
                    <a:pt x="110183" y="50152"/>
                    <a:pt x="132286" y="28055"/>
                    <a:pt x="137731" y="-210"/>
                  </a:cubicBezTo>
                  <a:close/>
                </a:path>
              </a:pathLst>
            </a:custGeom>
            <a:solidFill>
              <a:srgbClr val="E27AA5"/>
            </a:solidFill>
            <a:ln w="6346" cap="flat">
              <a:noFill/>
              <a:prstDash val="solid"/>
              <a:miter/>
            </a:ln>
          </p:spPr>
          <p:txBody>
            <a:bodyPr rtlCol="0" anchor="ctr"/>
            <a:lstStyle/>
            <a:p>
              <a:endParaRPr lang="zh-CN" altLang="en-US"/>
            </a:p>
          </p:txBody>
        </p:sp>
        <p:sp>
          <p:nvSpPr>
            <p:cNvPr id="55" name="任意多边形 19">
              <a:extLst>
                <a:ext uri="{FF2B5EF4-FFF2-40B4-BE49-F238E27FC236}">
                  <a16:creationId xmlns:a16="http://schemas.microsoft.com/office/drawing/2014/main" id="{F584AAD9-8926-4B8F-A08C-5DA5E61D1CE7}"/>
                </a:ext>
              </a:extLst>
            </p:cNvPr>
            <p:cNvSpPr/>
            <p:nvPr/>
          </p:nvSpPr>
          <p:spPr>
            <a:xfrm>
              <a:off x="4509837" y="4987374"/>
              <a:ext cx="724245" cy="307437"/>
            </a:xfrm>
            <a:custGeom>
              <a:avLst/>
              <a:gdLst>
                <a:gd name="connsiteX0" fmla="*/ 6214 w 639667"/>
                <a:gd name="connsiteY0" fmla="*/ -210 h 271534"/>
                <a:gd name="connsiteX1" fmla="*/ 632637 w 639667"/>
                <a:gd name="connsiteY1" fmla="*/ -210 h 271534"/>
                <a:gd name="connsiteX2" fmla="*/ 537657 w 639667"/>
                <a:gd name="connsiteY2" fmla="*/ 271325 h 271534"/>
                <a:gd name="connsiteX3" fmla="*/ 101194 w 639667"/>
                <a:gd name="connsiteY3" fmla="*/ 271325 h 271534"/>
                <a:gd name="connsiteX4" fmla="*/ 5897 w 639667"/>
                <a:gd name="connsiteY4" fmla="*/ -210 h 27153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39667" h="271534">
                  <a:moveTo>
                    <a:pt x="6214" y="-210"/>
                  </a:moveTo>
                  <a:cubicBezTo>
                    <a:pt x="295029" y="15101"/>
                    <a:pt x="632637" y="-210"/>
                    <a:pt x="632637" y="-210"/>
                  </a:cubicBezTo>
                  <a:cubicBezTo>
                    <a:pt x="632637" y="-210"/>
                    <a:pt x="676283" y="271325"/>
                    <a:pt x="537657" y="271325"/>
                  </a:cubicBezTo>
                  <a:lnTo>
                    <a:pt x="101194" y="271325"/>
                  </a:lnTo>
                  <a:cubicBezTo>
                    <a:pt x="-37432" y="271325"/>
                    <a:pt x="5897" y="-210"/>
                    <a:pt x="5897" y="-210"/>
                  </a:cubicBezTo>
                  <a:close/>
                </a:path>
              </a:pathLst>
            </a:custGeom>
            <a:solidFill>
              <a:srgbClr val="00002B"/>
            </a:solidFill>
            <a:ln w="6346" cap="flat">
              <a:noFill/>
              <a:prstDash val="solid"/>
              <a:miter/>
            </a:ln>
          </p:spPr>
          <p:txBody>
            <a:bodyPr rtlCol="0" anchor="ctr"/>
            <a:lstStyle/>
            <a:p>
              <a:endParaRPr lang="zh-CN" altLang="en-US"/>
            </a:p>
          </p:txBody>
        </p:sp>
        <p:sp>
          <p:nvSpPr>
            <p:cNvPr id="56" name="任意多边形 20">
              <a:extLst>
                <a:ext uri="{FF2B5EF4-FFF2-40B4-BE49-F238E27FC236}">
                  <a16:creationId xmlns:a16="http://schemas.microsoft.com/office/drawing/2014/main" id="{B46CA97E-2FDA-435F-9B5D-655B6AEE8EAC}"/>
                </a:ext>
              </a:extLst>
            </p:cNvPr>
            <p:cNvSpPr/>
            <p:nvPr/>
          </p:nvSpPr>
          <p:spPr>
            <a:xfrm>
              <a:off x="5524719" y="5246473"/>
              <a:ext cx="230304" cy="183920"/>
            </a:xfrm>
            <a:custGeom>
              <a:avLst/>
              <a:gdLst>
                <a:gd name="connsiteX0" fmla="*/ 27630 w 203409"/>
                <a:gd name="connsiteY0" fmla="*/ -210 h 162442"/>
                <a:gd name="connsiteX1" fmla="*/ 202787 w 203409"/>
                <a:gd name="connsiteY1" fmla="*/ 97057 h 162442"/>
                <a:gd name="connsiteX2" fmla="*/ -514 w 203409"/>
                <a:gd name="connsiteY2" fmla="*/ 161034 h 162442"/>
                <a:gd name="connsiteX3" fmla="*/ 27630 w 203409"/>
                <a:gd name="connsiteY3" fmla="*/ -210 h 162442"/>
              </a:gdLst>
              <a:ahLst/>
              <a:cxnLst>
                <a:cxn ang="0">
                  <a:pos x="connsiteX0" y="connsiteY0"/>
                </a:cxn>
                <a:cxn ang="0">
                  <a:pos x="connsiteX1" y="connsiteY1"/>
                </a:cxn>
                <a:cxn ang="0">
                  <a:pos x="connsiteX2" y="connsiteY2"/>
                </a:cxn>
                <a:cxn ang="0">
                  <a:pos x="connsiteX3" y="connsiteY3"/>
                </a:cxn>
              </a:cxnLst>
              <a:rect l="l" t="t" r="r" b="b"/>
              <a:pathLst>
                <a:path w="203409" h="162442">
                  <a:moveTo>
                    <a:pt x="27630" y="-210"/>
                  </a:moveTo>
                  <a:cubicBezTo>
                    <a:pt x="27630" y="-210"/>
                    <a:pt x="207933" y="20247"/>
                    <a:pt x="202787" y="97057"/>
                  </a:cubicBezTo>
                  <a:cubicBezTo>
                    <a:pt x="200246" y="176408"/>
                    <a:pt x="-514" y="161034"/>
                    <a:pt x="-514" y="161034"/>
                  </a:cubicBezTo>
                  <a:lnTo>
                    <a:pt x="27630" y="-210"/>
                  </a:lnTo>
                  <a:close/>
                </a:path>
              </a:pathLst>
            </a:custGeom>
            <a:solidFill>
              <a:srgbClr val="00002B"/>
            </a:solidFill>
            <a:ln w="6346" cap="flat">
              <a:noFill/>
              <a:prstDash val="solid"/>
              <a:miter/>
            </a:ln>
          </p:spPr>
          <p:txBody>
            <a:bodyPr rtlCol="0" anchor="ctr"/>
            <a:lstStyle/>
            <a:p>
              <a:endParaRPr lang="zh-CN" altLang="en-US"/>
            </a:p>
          </p:txBody>
        </p:sp>
        <p:sp>
          <p:nvSpPr>
            <p:cNvPr id="57" name="任意多边形 21">
              <a:extLst>
                <a:ext uri="{FF2B5EF4-FFF2-40B4-BE49-F238E27FC236}">
                  <a16:creationId xmlns:a16="http://schemas.microsoft.com/office/drawing/2014/main" id="{AFE9E69E-E8F3-4FA6-8E4E-4E939B8F9F7C}"/>
                </a:ext>
              </a:extLst>
            </p:cNvPr>
            <p:cNvSpPr/>
            <p:nvPr/>
          </p:nvSpPr>
          <p:spPr>
            <a:xfrm>
              <a:off x="4100646" y="5006258"/>
              <a:ext cx="1488236" cy="437236"/>
            </a:xfrm>
            <a:custGeom>
              <a:avLst/>
              <a:gdLst>
                <a:gd name="connsiteX0" fmla="*/ 1313924 w 1314438"/>
                <a:gd name="connsiteY0" fmla="*/ 208966 h 386175"/>
                <a:gd name="connsiteX1" fmla="*/ 2820 w 1314438"/>
                <a:gd name="connsiteY1" fmla="*/ 90797 h 386175"/>
                <a:gd name="connsiteX2" fmla="*/ 1293403 w 1314438"/>
                <a:gd name="connsiteY2" fmla="*/ 385966 h 386175"/>
                <a:gd name="connsiteX3" fmla="*/ 1313924 w 1314438"/>
                <a:gd name="connsiteY3" fmla="*/ 208712 h 386175"/>
              </a:gdLst>
              <a:ahLst/>
              <a:cxnLst>
                <a:cxn ang="0">
                  <a:pos x="connsiteX0" y="connsiteY0"/>
                </a:cxn>
                <a:cxn ang="0">
                  <a:pos x="connsiteX1" y="connsiteY1"/>
                </a:cxn>
                <a:cxn ang="0">
                  <a:pos x="connsiteX2" y="connsiteY2"/>
                </a:cxn>
                <a:cxn ang="0">
                  <a:pos x="connsiteX3" y="connsiteY3"/>
                </a:cxn>
              </a:cxnLst>
              <a:rect l="l" t="t" r="r" b="b"/>
              <a:pathLst>
                <a:path w="1314438" h="386175">
                  <a:moveTo>
                    <a:pt x="1313924" y="208966"/>
                  </a:moveTo>
                  <a:cubicBezTo>
                    <a:pt x="1313924" y="208966"/>
                    <a:pt x="82361" y="-168603"/>
                    <a:pt x="2820" y="90797"/>
                  </a:cubicBezTo>
                  <a:cubicBezTo>
                    <a:pt x="-76722" y="347847"/>
                    <a:pt x="1293403" y="385966"/>
                    <a:pt x="1293403" y="385966"/>
                  </a:cubicBezTo>
                  <a:lnTo>
                    <a:pt x="1313924" y="208712"/>
                  </a:lnTo>
                  <a:close/>
                </a:path>
              </a:pathLst>
            </a:custGeom>
            <a:solidFill>
              <a:srgbClr val="1E2160"/>
            </a:solidFill>
            <a:ln w="6346" cap="flat">
              <a:noFill/>
              <a:prstDash val="solid"/>
              <a:miter/>
            </a:ln>
          </p:spPr>
          <p:txBody>
            <a:bodyPr rtlCol="0" anchor="ctr"/>
            <a:lstStyle/>
            <a:p>
              <a:endParaRPr lang="zh-CN" altLang="en-US"/>
            </a:p>
          </p:txBody>
        </p:sp>
        <p:sp>
          <p:nvSpPr>
            <p:cNvPr id="58" name="任意多边形 22">
              <a:extLst>
                <a:ext uri="{FF2B5EF4-FFF2-40B4-BE49-F238E27FC236}">
                  <a16:creationId xmlns:a16="http://schemas.microsoft.com/office/drawing/2014/main" id="{22FD2E6F-98E8-41FB-99F5-69957E50F342}"/>
                </a:ext>
              </a:extLst>
            </p:cNvPr>
            <p:cNvSpPr/>
            <p:nvPr/>
          </p:nvSpPr>
          <p:spPr>
            <a:xfrm>
              <a:off x="4002665" y="5286755"/>
              <a:ext cx="235837" cy="184637"/>
            </a:xfrm>
            <a:custGeom>
              <a:avLst/>
              <a:gdLst>
                <a:gd name="connsiteX0" fmla="*/ 169282 w 208296"/>
                <a:gd name="connsiteY0" fmla="*/ -210 h 163075"/>
                <a:gd name="connsiteX1" fmla="*/ -94 w 208296"/>
                <a:gd name="connsiteY1" fmla="*/ 109382 h 163075"/>
                <a:gd name="connsiteX2" fmla="*/ 207782 w 208296"/>
                <a:gd name="connsiteY2" fmla="*/ 157857 h 163075"/>
                <a:gd name="connsiteX3" fmla="*/ 169282 w 208296"/>
                <a:gd name="connsiteY3" fmla="*/ -210 h 163075"/>
              </a:gdLst>
              <a:ahLst/>
              <a:cxnLst>
                <a:cxn ang="0">
                  <a:pos x="connsiteX0" y="connsiteY0"/>
                </a:cxn>
                <a:cxn ang="0">
                  <a:pos x="connsiteX1" y="connsiteY1"/>
                </a:cxn>
                <a:cxn ang="0">
                  <a:pos x="connsiteX2" y="connsiteY2"/>
                </a:cxn>
                <a:cxn ang="0">
                  <a:pos x="connsiteX3" y="connsiteY3"/>
                </a:cxn>
              </a:cxnLst>
              <a:rect l="l" t="t" r="r" b="b"/>
              <a:pathLst>
                <a:path w="208296" h="163075">
                  <a:moveTo>
                    <a:pt x="169282" y="-210"/>
                  </a:moveTo>
                  <a:cubicBezTo>
                    <a:pt x="169282" y="-210"/>
                    <a:pt x="-10322" y="32890"/>
                    <a:pt x="-94" y="109382"/>
                  </a:cubicBezTo>
                  <a:cubicBezTo>
                    <a:pt x="10135" y="185874"/>
                    <a:pt x="207782" y="157857"/>
                    <a:pt x="207782" y="157857"/>
                  </a:cubicBezTo>
                  <a:lnTo>
                    <a:pt x="169282" y="-210"/>
                  </a:lnTo>
                  <a:close/>
                </a:path>
              </a:pathLst>
            </a:custGeom>
            <a:solidFill>
              <a:srgbClr val="00002B"/>
            </a:solidFill>
            <a:ln w="6346" cap="flat">
              <a:noFill/>
              <a:prstDash val="solid"/>
              <a:miter/>
            </a:ln>
          </p:spPr>
          <p:txBody>
            <a:bodyPr rtlCol="0" anchor="ctr"/>
            <a:lstStyle/>
            <a:p>
              <a:endParaRPr lang="zh-CN" altLang="en-US"/>
            </a:p>
          </p:txBody>
        </p:sp>
        <p:sp>
          <p:nvSpPr>
            <p:cNvPr id="59" name="任意多边形 23">
              <a:extLst>
                <a:ext uri="{FF2B5EF4-FFF2-40B4-BE49-F238E27FC236}">
                  <a16:creationId xmlns:a16="http://schemas.microsoft.com/office/drawing/2014/main" id="{C1A9FF7E-41AE-46D6-80DC-36D71114A85A}"/>
                </a:ext>
              </a:extLst>
            </p:cNvPr>
            <p:cNvSpPr/>
            <p:nvPr/>
          </p:nvSpPr>
          <p:spPr>
            <a:xfrm>
              <a:off x="4163334" y="4959760"/>
              <a:ext cx="1475212" cy="524448"/>
            </a:xfrm>
            <a:custGeom>
              <a:avLst/>
              <a:gdLst>
                <a:gd name="connsiteX0" fmla="*/ -514 w 1302935"/>
                <a:gd name="connsiteY0" fmla="*/ 288407 h 463202"/>
                <a:gd name="connsiteX1" fmla="*/ 1297439 w 1302935"/>
                <a:gd name="connsiteY1" fmla="*/ 75449 h 463202"/>
                <a:gd name="connsiteX2" fmla="*/ 30298 w 1302935"/>
                <a:gd name="connsiteY2" fmla="*/ 462992 h 463202"/>
                <a:gd name="connsiteX3" fmla="*/ -514 w 1302935"/>
                <a:gd name="connsiteY3" fmla="*/ 288535 h 463202"/>
              </a:gdLst>
              <a:ahLst/>
              <a:cxnLst>
                <a:cxn ang="0">
                  <a:pos x="connsiteX0" y="connsiteY0"/>
                </a:cxn>
                <a:cxn ang="0">
                  <a:pos x="connsiteX1" y="connsiteY1"/>
                </a:cxn>
                <a:cxn ang="0">
                  <a:pos x="connsiteX2" y="connsiteY2"/>
                </a:cxn>
                <a:cxn ang="0">
                  <a:pos x="connsiteX3" y="connsiteY3"/>
                </a:cxn>
              </a:cxnLst>
              <a:rect l="l" t="t" r="r" b="b"/>
              <a:pathLst>
                <a:path w="1302935" h="463202">
                  <a:moveTo>
                    <a:pt x="-514" y="288407"/>
                  </a:moveTo>
                  <a:cubicBezTo>
                    <a:pt x="-514" y="288407"/>
                    <a:pt x="1197376" y="-178551"/>
                    <a:pt x="1297439" y="75449"/>
                  </a:cubicBezTo>
                  <a:cubicBezTo>
                    <a:pt x="1394896" y="326908"/>
                    <a:pt x="30298" y="462992"/>
                    <a:pt x="30298" y="462992"/>
                  </a:cubicBezTo>
                  <a:lnTo>
                    <a:pt x="-514" y="288535"/>
                  </a:lnTo>
                  <a:close/>
                </a:path>
              </a:pathLst>
            </a:custGeom>
            <a:solidFill>
              <a:srgbClr val="2A3072"/>
            </a:solidFill>
            <a:ln w="6346" cap="flat">
              <a:noFill/>
              <a:prstDash val="solid"/>
              <a:miter/>
            </a:ln>
          </p:spPr>
          <p:txBody>
            <a:bodyPr rtlCol="0" anchor="ctr"/>
            <a:lstStyle/>
            <a:p>
              <a:endParaRPr lang="zh-CN" altLang="en-US"/>
            </a:p>
          </p:txBody>
        </p:sp>
        <p:sp>
          <p:nvSpPr>
            <p:cNvPr id="60" name="任意多边形 24">
              <a:extLst>
                <a:ext uri="{FF2B5EF4-FFF2-40B4-BE49-F238E27FC236}">
                  <a16:creationId xmlns:a16="http://schemas.microsoft.com/office/drawing/2014/main" id="{25278746-049B-4215-BE03-CF83B3D508A9}"/>
                </a:ext>
              </a:extLst>
            </p:cNvPr>
            <p:cNvSpPr/>
            <p:nvPr/>
          </p:nvSpPr>
          <p:spPr>
            <a:xfrm>
              <a:off x="4197069" y="4159220"/>
              <a:ext cx="334881" cy="457055"/>
            </a:xfrm>
            <a:custGeom>
              <a:avLst/>
              <a:gdLst>
                <a:gd name="connsiteX0" fmla="*/ 262507 w 295773"/>
                <a:gd name="connsiteY0" fmla="*/ -210 h 403680"/>
                <a:gd name="connsiteX1" fmla="*/ -514 w 295773"/>
                <a:gd name="connsiteY1" fmla="*/ 206522 h 403680"/>
                <a:gd name="connsiteX2" fmla="*/ 151962 w 295773"/>
                <a:gd name="connsiteY2" fmla="*/ 403470 h 403680"/>
                <a:gd name="connsiteX3" fmla="*/ 290969 w 295773"/>
                <a:gd name="connsiteY3" fmla="*/ 272468 h 403680"/>
                <a:gd name="connsiteX4" fmla="*/ 262507 w 295773"/>
                <a:gd name="connsiteY4" fmla="*/ -210 h 4036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95773" h="403680">
                  <a:moveTo>
                    <a:pt x="262507" y="-210"/>
                  </a:moveTo>
                  <a:cubicBezTo>
                    <a:pt x="262507" y="-210"/>
                    <a:pt x="113843" y="47693"/>
                    <a:pt x="-514" y="206522"/>
                  </a:cubicBezTo>
                  <a:lnTo>
                    <a:pt x="151962" y="403470"/>
                  </a:lnTo>
                  <a:cubicBezTo>
                    <a:pt x="151962" y="403470"/>
                    <a:pt x="278326" y="317766"/>
                    <a:pt x="290969" y="272468"/>
                  </a:cubicBezTo>
                  <a:cubicBezTo>
                    <a:pt x="309393" y="206395"/>
                    <a:pt x="262507" y="-210"/>
                    <a:pt x="262507" y="-210"/>
                  </a:cubicBezTo>
                  <a:close/>
                </a:path>
              </a:pathLst>
            </a:custGeom>
            <a:solidFill>
              <a:srgbClr val="BE5ED3"/>
            </a:solidFill>
            <a:ln w="6346" cap="flat">
              <a:noFill/>
              <a:prstDash val="solid"/>
              <a:miter/>
            </a:ln>
          </p:spPr>
          <p:txBody>
            <a:bodyPr rtlCol="0" anchor="ctr"/>
            <a:lstStyle/>
            <a:p>
              <a:endParaRPr lang="zh-CN" altLang="en-US"/>
            </a:p>
          </p:txBody>
        </p:sp>
        <p:sp>
          <p:nvSpPr>
            <p:cNvPr id="61" name="任意多边形 25">
              <a:extLst>
                <a:ext uri="{FF2B5EF4-FFF2-40B4-BE49-F238E27FC236}">
                  <a16:creationId xmlns:a16="http://schemas.microsoft.com/office/drawing/2014/main" id="{2EB17516-9613-4131-B70A-4D5A1DE86FA8}"/>
                </a:ext>
              </a:extLst>
            </p:cNvPr>
            <p:cNvSpPr/>
            <p:nvPr/>
          </p:nvSpPr>
          <p:spPr>
            <a:xfrm>
              <a:off x="5168201" y="4116061"/>
              <a:ext cx="316452" cy="449862"/>
            </a:xfrm>
            <a:custGeom>
              <a:avLst/>
              <a:gdLst>
                <a:gd name="connsiteX0" fmla="*/ 30827 w 279496"/>
                <a:gd name="connsiteY0" fmla="*/ -210 h 397327"/>
                <a:gd name="connsiteX1" fmla="*/ 278982 w 279496"/>
                <a:gd name="connsiteY1" fmla="*/ 203092 h 397327"/>
                <a:gd name="connsiteX2" fmla="*/ 134892 w 279496"/>
                <a:gd name="connsiteY2" fmla="*/ 397117 h 397327"/>
                <a:gd name="connsiteX3" fmla="*/ 3508 w 279496"/>
                <a:gd name="connsiteY3" fmla="*/ 268148 h 397327"/>
                <a:gd name="connsiteX4" fmla="*/ 30827 w 279496"/>
                <a:gd name="connsiteY4" fmla="*/ -210 h 39732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79496" h="397327">
                  <a:moveTo>
                    <a:pt x="30827" y="-210"/>
                  </a:moveTo>
                  <a:cubicBezTo>
                    <a:pt x="30827" y="-210"/>
                    <a:pt x="161575" y="21899"/>
                    <a:pt x="278982" y="203092"/>
                  </a:cubicBezTo>
                  <a:lnTo>
                    <a:pt x="134892" y="397117"/>
                  </a:lnTo>
                  <a:cubicBezTo>
                    <a:pt x="134892" y="397117"/>
                    <a:pt x="15452" y="312747"/>
                    <a:pt x="3508" y="268148"/>
                  </a:cubicBezTo>
                  <a:cubicBezTo>
                    <a:pt x="-13899" y="203155"/>
                    <a:pt x="30827" y="-210"/>
                    <a:pt x="30827" y="-210"/>
                  </a:cubicBezTo>
                  <a:close/>
                </a:path>
              </a:pathLst>
            </a:custGeom>
            <a:solidFill>
              <a:srgbClr val="BE5ED3"/>
            </a:solidFill>
            <a:ln w="6346" cap="flat">
              <a:noFill/>
              <a:prstDash val="solid"/>
              <a:miter/>
            </a:ln>
          </p:spPr>
          <p:txBody>
            <a:bodyPr rtlCol="0" anchor="ctr"/>
            <a:lstStyle/>
            <a:p>
              <a:endParaRPr lang="zh-CN" altLang="en-US"/>
            </a:p>
          </p:txBody>
        </p:sp>
        <p:sp>
          <p:nvSpPr>
            <p:cNvPr id="62" name="任意多边形 26">
              <a:extLst>
                <a:ext uri="{FF2B5EF4-FFF2-40B4-BE49-F238E27FC236}">
                  <a16:creationId xmlns:a16="http://schemas.microsoft.com/office/drawing/2014/main" id="{3B7DD392-CCE2-4EB9-9ED0-D0F570699F4F}"/>
                </a:ext>
              </a:extLst>
            </p:cNvPr>
            <p:cNvSpPr/>
            <p:nvPr/>
          </p:nvSpPr>
          <p:spPr>
            <a:xfrm>
              <a:off x="3207781" y="3560975"/>
              <a:ext cx="1486066" cy="1759003"/>
            </a:xfrm>
            <a:custGeom>
              <a:avLst/>
              <a:gdLst>
                <a:gd name="connsiteX0" fmla="*/ 933471 w 1312521"/>
                <a:gd name="connsiteY0" fmla="*/ 872704 h 1553585"/>
                <a:gd name="connsiteX1" fmla="*/ 1030738 w 1312521"/>
                <a:gd name="connsiteY1" fmla="*/ 1006121 h 1553585"/>
                <a:gd name="connsiteX2" fmla="*/ 1002848 w 1312521"/>
                <a:gd name="connsiteY2" fmla="*/ 1177656 h 1553585"/>
                <a:gd name="connsiteX3" fmla="*/ 831211 w 1312521"/>
                <a:gd name="connsiteY3" fmla="*/ 1152962 h 1553585"/>
                <a:gd name="connsiteX4" fmla="*/ 830677 w 1312521"/>
                <a:gd name="connsiteY4" fmla="*/ 1152244 h 1553585"/>
                <a:gd name="connsiteX5" fmla="*/ 674897 w 1312521"/>
                <a:gd name="connsiteY5" fmla="*/ 940874 h 1553585"/>
                <a:gd name="connsiteX6" fmla="*/ 674008 w 1312521"/>
                <a:gd name="connsiteY6" fmla="*/ 935220 h 1553585"/>
                <a:gd name="connsiteX7" fmla="*/ 669942 w 1312521"/>
                <a:gd name="connsiteY7" fmla="*/ 931217 h 1553585"/>
                <a:gd name="connsiteX8" fmla="*/ 695354 w 1312521"/>
                <a:gd name="connsiteY8" fmla="*/ 758792 h 1553585"/>
                <a:gd name="connsiteX9" fmla="*/ 761046 w 1312521"/>
                <a:gd name="connsiteY9" fmla="*/ 359495 h 1553585"/>
                <a:gd name="connsiteX10" fmla="*/ 364075 w 1312521"/>
                <a:gd name="connsiteY10" fmla="*/ 301001 h 1553585"/>
                <a:gd name="connsiteX11" fmla="*/ 362321 w 1312521"/>
                <a:gd name="connsiteY11" fmla="*/ 302316 h 1553585"/>
                <a:gd name="connsiteX12" fmla="*/ 248727 w 1312521"/>
                <a:gd name="connsiteY12" fmla="*/ 557015 h 1553585"/>
                <a:gd name="connsiteX13" fmla="*/ 137946 w 1312521"/>
                <a:gd name="connsiteY13" fmla="*/ 696670 h 1553585"/>
                <a:gd name="connsiteX14" fmla="*/ 136910 w 1312521"/>
                <a:gd name="connsiteY14" fmla="*/ 696785 h 1553585"/>
                <a:gd name="connsiteX15" fmla="*/ 2668 w 1312521"/>
                <a:gd name="connsiteY15" fmla="*/ 586557 h 1553585"/>
                <a:gd name="connsiteX16" fmla="*/ 216389 w 1312521"/>
                <a:gd name="connsiteY16" fmla="*/ 102509 h 1553585"/>
                <a:gd name="connsiteX17" fmla="*/ 960282 w 1312521"/>
                <a:gd name="connsiteY17" fmla="*/ 215786 h 1553585"/>
                <a:gd name="connsiteX18" fmla="*/ 933471 w 1312521"/>
                <a:gd name="connsiteY18" fmla="*/ 872704 h 1553585"/>
                <a:gd name="connsiteX19" fmla="*/ 1259071 w 1312521"/>
                <a:gd name="connsiteY19" fmla="*/ 1318824 h 1553585"/>
                <a:gd name="connsiteX20" fmla="*/ 1287153 w 1312521"/>
                <a:gd name="connsiteY20" fmla="*/ 1357388 h 1553585"/>
                <a:gd name="connsiteX21" fmla="*/ 1259199 w 1312521"/>
                <a:gd name="connsiteY21" fmla="*/ 1528923 h 1553585"/>
                <a:gd name="connsiteX22" fmla="*/ 1087644 w 1312521"/>
                <a:gd name="connsiteY22" fmla="*/ 1504260 h 1553585"/>
                <a:gd name="connsiteX23" fmla="*/ 1087091 w 1312521"/>
                <a:gd name="connsiteY23" fmla="*/ 1503511 h 1553585"/>
                <a:gd name="connsiteX24" fmla="*/ 1061678 w 1312521"/>
                <a:gd name="connsiteY24" fmla="*/ 1465391 h 1553585"/>
                <a:gd name="connsiteX25" fmla="*/ 1087091 w 1312521"/>
                <a:gd name="connsiteY25" fmla="*/ 1292967 h 1553585"/>
                <a:gd name="connsiteX26" fmla="*/ 1259199 w 1312521"/>
                <a:gd name="connsiteY26" fmla="*/ 1318379 h 155358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Lst>
              <a:rect l="l" t="t" r="r" b="b"/>
              <a:pathLst>
                <a:path w="1312521" h="1553585">
                  <a:moveTo>
                    <a:pt x="933471" y="872704"/>
                  </a:moveTo>
                  <a:lnTo>
                    <a:pt x="1030738" y="1006121"/>
                  </a:lnTo>
                  <a:cubicBezTo>
                    <a:pt x="1071971" y="1062410"/>
                    <a:pt x="1061551" y="1137187"/>
                    <a:pt x="1002848" y="1177656"/>
                  </a:cubicBezTo>
                  <a:cubicBezTo>
                    <a:pt x="948630" y="1218234"/>
                    <a:pt x="871788" y="1207179"/>
                    <a:pt x="831211" y="1152962"/>
                  </a:cubicBezTo>
                  <a:cubicBezTo>
                    <a:pt x="831033" y="1152720"/>
                    <a:pt x="830855" y="1152485"/>
                    <a:pt x="830677" y="1152244"/>
                  </a:cubicBezTo>
                  <a:lnTo>
                    <a:pt x="674897" y="940874"/>
                  </a:lnTo>
                  <a:cubicBezTo>
                    <a:pt x="673246" y="937633"/>
                    <a:pt x="676486" y="935982"/>
                    <a:pt x="674008" y="935220"/>
                  </a:cubicBezTo>
                  <a:cubicBezTo>
                    <a:pt x="671530" y="934457"/>
                    <a:pt x="671594" y="934457"/>
                    <a:pt x="669942" y="931217"/>
                  </a:cubicBezTo>
                  <a:cubicBezTo>
                    <a:pt x="630362" y="878168"/>
                    <a:pt x="642369" y="798499"/>
                    <a:pt x="695354" y="758792"/>
                  </a:cubicBezTo>
                  <a:cubicBezTo>
                    <a:pt x="824769" y="665400"/>
                    <a:pt x="855010" y="486495"/>
                    <a:pt x="761046" y="359495"/>
                  </a:cubicBezTo>
                  <a:cubicBezTo>
                    <a:pt x="667578" y="233721"/>
                    <a:pt x="489849" y="207534"/>
                    <a:pt x="364075" y="301001"/>
                  </a:cubicBezTo>
                  <a:cubicBezTo>
                    <a:pt x="363490" y="301439"/>
                    <a:pt x="362906" y="301878"/>
                    <a:pt x="362321" y="302316"/>
                  </a:cubicBezTo>
                  <a:cubicBezTo>
                    <a:pt x="281636" y="360797"/>
                    <a:pt x="238326" y="457912"/>
                    <a:pt x="248727" y="557015"/>
                  </a:cubicBezTo>
                  <a:cubicBezTo>
                    <a:pt x="256700" y="626169"/>
                    <a:pt x="207101" y="688697"/>
                    <a:pt x="137946" y="696670"/>
                  </a:cubicBezTo>
                  <a:cubicBezTo>
                    <a:pt x="137603" y="696708"/>
                    <a:pt x="137254" y="696747"/>
                    <a:pt x="136910" y="696785"/>
                  </a:cubicBezTo>
                  <a:cubicBezTo>
                    <a:pt x="68106" y="701741"/>
                    <a:pt x="9847" y="656252"/>
                    <a:pt x="2668" y="586557"/>
                  </a:cubicBezTo>
                  <a:cubicBezTo>
                    <a:pt x="-18056" y="398554"/>
                    <a:pt x="63493" y="213855"/>
                    <a:pt x="216389" y="102509"/>
                  </a:cubicBezTo>
                  <a:cubicBezTo>
                    <a:pt x="453375" y="-70456"/>
                    <a:pt x="785519" y="-19878"/>
                    <a:pt x="960282" y="215786"/>
                  </a:cubicBezTo>
                  <a:cubicBezTo>
                    <a:pt x="1106405" y="415975"/>
                    <a:pt x="1089251" y="688017"/>
                    <a:pt x="933471" y="872704"/>
                  </a:cubicBezTo>
                  <a:close/>
                  <a:moveTo>
                    <a:pt x="1259071" y="1318824"/>
                  </a:moveTo>
                  <a:lnTo>
                    <a:pt x="1287153" y="1357388"/>
                  </a:lnTo>
                  <a:cubicBezTo>
                    <a:pt x="1328321" y="1413677"/>
                    <a:pt x="1317902" y="1488454"/>
                    <a:pt x="1259199" y="1528923"/>
                  </a:cubicBezTo>
                  <a:cubicBezTo>
                    <a:pt x="1205012" y="1569488"/>
                    <a:pt x="1128209" y="1558440"/>
                    <a:pt x="1087644" y="1504260"/>
                  </a:cubicBezTo>
                  <a:cubicBezTo>
                    <a:pt x="1087460" y="1504013"/>
                    <a:pt x="1087275" y="1503758"/>
                    <a:pt x="1087091" y="1503511"/>
                  </a:cubicBezTo>
                  <a:lnTo>
                    <a:pt x="1061678" y="1465391"/>
                  </a:lnTo>
                  <a:cubicBezTo>
                    <a:pt x="1019684" y="1411517"/>
                    <a:pt x="1034106" y="1332610"/>
                    <a:pt x="1087091" y="1292967"/>
                  </a:cubicBezTo>
                  <a:cubicBezTo>
                    <a:pt x="1141671" y="1252592"/>
                    <a:pt x="1218621" y="1263958"/>
                    <a:pt x="1259199" y="1318379"/>
                  </a:cubicBezTo>
                  <a:close/>
                </a:path>
              </a:pathLst>
            </a:custGeom>
            <a:solidFill>
              <a:srgbClr val="FFC545"/>
            </a:solidFill>
            <a:ln w="6346" cap="flat">
              <a:noFill/>
              <a:prstDash val="solid"/>
              <a:miter/>
            </a:ln>
          </p:spPr>
          <p:txBody>
            <a:bodyPr rtlCol="0" anchor="ctr"/>
            <a:lstStyle/>
            <a:p>
              <a:endParaRPr lang="zh-CN" altLang="en-US"/>
            </a:p>
          </p:txBody>
        </p:sp>
        <p:sp>
          <p:nvSpPr>
            <p:cNvPr id="63" name="任意多边形 27">
              <a:extLst>
                <a:ext uri="{FF2B5EF4-FFF2-40B4-BE49-F238E27FC236}">
                  <a16:creationId xmlns:a16="http://schemas.microsoft.com/office/drawing/2014/main" id="{4568A4D5-D2F9-47D0-897D-8E3674BEF3A3}"/>
                </a:ext>
              </a:extLst>
            </p:cNvPr>
            <p:cNvSpPr/>
            <p:nvPr/>
          </p:nvSpPr>
          <p:spPr>
            <a:xfrm>
              <a:off x="6164723" y="1962102"/>
              <a:ext cx="703194" cy="564027"/>
            </a:xfrm>
            <a:custGeom>
              <a:avLst/>
              <a:gdLst>
                <a:gd name="connsiteX0" fmla="*/ 577794 w 621074"/>
                <a:gd name="connsiteY0" fmla="*/ 416455 h 498159"/>
                <a:gd name="connsiteX1" fmla="*/ 538976 w 621074"/>
                <a:gd name="connsiteY1" fmla="*/ 192061 h 498159"/>
                <a:gd name="connsiteX2" fmla="*/ 398317 w 621074"/>
                <a:gd name="connsiteY2" fmla="*/ 31135 h 498159"/>
                <a:gd name="connsiteX3" fmla="*/ 10265 w 621074"/>
                <a:gd name="connsiteY3" fmla="*/ 121159 h 498159"/>
                <a:gd name="connsiteX4" fmla="*/ 38156 w 621074"/>
                <a:gd name="connsiteY4" fmla="*/ 265504 h 498159"/>
                <a:gd name="connsiteX5" fmla="*/ 65983 w 621074"/>
                <a:gd name="connsiteY5" fmla="*/ 440152 h 498159"/>
                <a:gd name="connsiteX6" fmla="*/ 577794 w 621074"/>
                <a:gd name="connsiteY6" fmla="*/ 416455 h 4981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621074" h="498159">
                  <a:moveTo>
                    <a:pt x="577794" y="416455"/>
                  </a:moveTo>
                  <a:cubicBezTo>
                    <a:pt x="667819" y="254576"/>
                    <a:pt x="596536" y="161629"/>
                    <a:pt x="538976" y="192061"/>
                  </a:cubicBezTo>
                  <a:cubicBezTo>
                    <a:pt x="538976" y="192061"/>
                    <a:pt x="530399" y="91617"/>
                    <a:pt x="398317" y="31135"/>
                  </a:cubicBezTo>
                  <a:cubicBezTo>
                    <a:pt x="245841" y="-38750"/>
                    <a:pt x="48893" y="15633"/>
                    <a:pt x="10265" y="121159"/>
                  </a:cubicBezTo>
                  <a:cubicBezTo>
                    <a:pt x="-25186" y="218554"/>
                    <a:pt x="38156" y="265504"/>
                    <a:pt x="38156" y="265504"/>
                  </a:cubicBezTo>
                  <a:cubicBezTo>
                    <a:pt x="38156" y="265504"/>
                    <a:pt x="-1043" y="335388"/>
                    <a:pt x="65983" y="440152"/>
                  </a:cubicBezTo>
                  <a:cubicBezTo>
                    <a:pt x="133009" y="544916"/>
                    <a:pt x="537515" y="488945"/>
                    <a:pt x="577794" y="416455"/>
                  </a:cubicBezTo>
                  <a:close/>
                </a:path>
              </a:pathLst>
            </a:custGeom>
            <a:solidFill>
              <a:srgbClr val="981D04"/>
            </a:solidFill>
            <a:ln w="6346" cap="flat">
              <a:noFill/>
              <a:prstDash val="solid"/>
              <a:miter/>
            </a:ln>
          </p:spPr>
          <p:txBody>
            <a:bodyPr rtlCol="0" anchor="ctr"/>
            <a:lstStyle/>
            <a:p>
              <a:endParaRPr lang="zh-CN" altLang="en-US"/>
            </a:p>
          </p:txBody>
        </p:sp>
        <p:sp>
          <p:nvSpPr>
            <p:cNvPr id="64" name="任意多边形 28">
              <a:extLst>
                <a:ext uri="{FF2B5EF4-FFF2-40B4-BE49-F238E27FC236}">
                  <a16:creationId xmlns:a16="http://schemas.microsoft.com/office/drawing/2014/main" id="{5C805A03-12CA-4A0F-8BEF-B0E30FEB5965}"/>
                </a:ext>
              </a:extLst>
            </p:cNvPr>
            <p:cNvSpPr/>
            <p:nvPr/>
          </p:nvSpPr>
          <p:spPr>
            <a:xfrm>
              <a:off x="6390997" y="2695691"/>
              <a:ext cx="273341" cy="276362"/>
            </a:xfrm>
            <a:custGeom>
              <a:avLst/>
              <a:gdLst>
                <a:gd name="connsiteX0" fmla="*/ 120196 w 241420"/>
                <a:gd name="connsiteY0" fmla="*/ 243879 h 244088"/>
                <a:gd name="connsiteX1" fmla="*/ 120196 w 241420"/>
                <a:gd name="connsiteY1" fmla="*/ 243879 h 244088"/>
                <a:gd name="connsiteX2" fmla="*/ -514 w 241420"/>
                <a:gd name="connsiteY2" fmla="*/ 160017 h 244088"/>
                <a:gd name="connsiteX3" fmla="*/ -514 w 241420"/>
                <a:gd name="connsiteY3" fmla="*/ -210 h 244088"/>
                <a:gd name="connsiteX4" fmla="*/ 240906 w 241420"/>
                <a:gd name="connsiteY4" fmla="*/ -210 h 244088"/>
                <a:gd name="connsiteX5" fmla="*/ 240906 w 241420"/>
                <a:gd name="connsiteY5" fmla="*/ 160335 h 244088"/>
                <a:gd name="connsiteX6" fmla="*/ 120958 w 241420"/>
                <a:gd name="connsiteY6" fmla="*/ 243752 h 24408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41420" h="244088">
                  <a:moveTo>
                    <a:pt x="120196" y="243879"/>
                  </a:moveTo>
                  <a:lnTo>
                    <a:pt x="120196" y="243879"/>
                  </a:lnTo>
                  <a:cubicBezTo>
                    <a:pt x="53551" y="243879"/>
                    <a:pt x="-514" y="206332"/>
                    <a:pt x="-514" y="160017"/>
                  </a:cubicBezTo>
                  <a:lnTo>
                    <a:pt x="-514" y="-210"/>
                  </a:lnTo>
                  <a:lnTo>
                    <a:pt x="240906" y="-210"/>
                  </a:lnTo>
                  <a:lnTo>
                    <a:pt x="240906" y="160335"/>
                  </a:lnTo>
                  <a:cubicBezTo>
                    <a:pt x="240906" y="206395"/>
                    <a:pt x="187222" y="243752"/>
                    <a:pt x="120958" y="243752"/>
                  </a:cubicBezTo>
                  <a:close/>
                </a:path>
              </a:pathLst>
            </a:custGeom>
            <a:solidFill>
              <a:srgbClr val="FF93B1"/>
            </a:solidFill>
            <a:ln w="6346" cap="flat">
              <a:noFill/>
              <a:prstDash val="solid"/>
              <a:miter/>
            </a:ln>
          </p:spPr>
          <p:txBody>
            <a:bodyPr rtlCol="0" anchor="ctr"/>
            <a:lstStyle/>
            <a:p>
              <a:endParaRPr lang="zh-CN" altLang="en-US"/>
            </a:p>
          </p:txBody>
        </p:sp>
        <p:sp>
          <p:nvSpPr>
            <p:cNvPr id="65" name="任意多边形 29">
              <a:extLst>
                <a:ext uri="{FF2B5EF4-FFF2-40B4-BE49-F238E27FC236}">
                  <a16:creationId xmlns:a16="http://schemas.microsoft.com/office/drawing/2014/main" id="{4B4B18CF-4481-4F63-AA5E-CAE7A26951C7}"/>
                </a:ext>
              </a:extLst>
            </p:cNvPr>
            <p:cNvSpPr/>
            <p:nvPr/>
          </p:nvSpPr>
          <p:spPr>
            <a:xfrm>
              <a:off x="6190954" y="2434905"/>
              <a:ext cx="140645" cy="163868"/>
            </a:xfrm>
            <a:custGeom>
              <a:avLst/>
              <a:gdLst>
                <a:gd name="connsiteX0" fmla="*/ 89827 w 124220"/>
                <a:gd name="connsiteY0" fmla="*/ 32284 h 144731"/>
                <a:gd name="connsiteX1" fmla="*/ -514 w 124220"/>
                <a:gd name="connsiteY1" fmla="*/ 54139 h 144731"/>
                <a:gd name="connsiteX2" fmla="*/ 109904 w 124220"/>
                <a:gd name="connsiteY2" fmla="*/ 127518 h 144731"/>
                <a:gd name="connsiteX3" fmla="*/ 89827 w 124220"/>
                <a:gd name="connsiteY3" fmla="*/ 32221 h 144731"/>
              </a:gdLst>
              <a:ahLst/>
              <a:cxnLst>
                <a:cxn ang="0">
                  <a:pos x="connsiteX0" y="connsiteY0"/>
                </a:cxn>
                <a:cxn ang="0">
                  <a:pos x="connsiteX1" y="connsiteY1"/>
                </a:cxn>
                <a:cxn ang="0">
                  <a:pos x="connsiteX2" y="connsiteY2"/>
                </a:cxn>
                <a:cxn ang="0">
                  <a:pos x="connsiteX3" y="connsiteY3"/>
                </a:cxn>
              </a:cxnLst>
              <a:rect l="l" t="t" r="r" b="b"/>
              <a:pathLst>
                <a:path w="124220" h="144731">
                  <a:moveTo>
                    <a:pt x="89827" y="32284"/>
                  </a:moveTo>
                  <a:cubicBezTo>
                    <a:pt x="47960" y="-30739"/>
                    <a:pt x="-514" y="9730"/>
                    <a:pt x="-514" y="54139"/>
                  </a:cubicBezTo>
                  <a:cubicBezTo>
                    <a:pt x="-514" y="118306"/>
                    <a:pt x="69752" y="173579"/>
                    <a:pt x="109904" y="127518"/>
                  </a:cubicBezTo>
                  <a:cubicBezTo>
                    <a:pt x="150056" y="81458"/>
                    <a:pt x="89827" y="32221"/>
                    <a:pt x="89827" y="32221"/>
                  </a:cubicBezTo>
                  <a:close/>
                </a:path>
              </a:pathLst>
            </a:custGeom>
            <a:solidFill>
              <a:srgbClr val="FED0D6"/>
            </a:solidFill>
            <a:ln w="6346" cap="flat">
              <a:noFill/>
              <a:prstDash val="solid"/>
              <a:miter/>
            </a:ln>
          </p:spPr>
          <p:txBody>
            <a:bodyPr rtlCol="0" anchor="ctr"/>
            <a:lstStyle/>
            <a:p>
              <a:endParaRPr lang="zh-CN" altLang="en-US"/>
            </a:p>
          </p:txBody>
        </p:sp>
        <p:sp>
          <p:nvSpPr>
            <p:cNvPr id="66" name="任意多边形 30">
              <a:extLst>
                <a:ext uri="{FF2B5EF4-FFF2-40B4-BE49-F238E27FC236}">
                  <a16:creationId xmlns:a16="http://schemas.microsoft.com/office/drawing/2014/main" id="{586A6920-AE13-494E-B970-FEC1A51D063B}"/>
                </a:ext>
              </a:extLst>
            </p:cNvPr>
            <p:cNvSpPr/>
            <p:nvPr/>
          </p:nvSpPr>
          <p:spPr>
            <a:xfrm>
              <a:off x="6727091" y="2434905"/>
              <a:ext cx="140816" cy="163868"/>
            </a:xfrm>
            <a:custGeom>
              <a:avLst/>
              <a:gdLst>
                <a:gd name="connsiteX0" fmla="*/ 33579 w 124371"/>
                <a:gd name="connsiteY0" fmla="*/ 32284 h 144731"/>
                <a:gd name="connsiteX1" fmla="*/ 123857 w 124371"/>
                <a:gd name="connsiteY1" fmla="*/ 54139 h 144731"/>
                <a:gd name="connsiteX2" fmla="*/ 13439 w 124371"/>
                <a:gd name="connsiteY2" fmla="*/ 127518 h 144731"/>
                <a:gd name="connsiteX3" fmla="*/ 33579 w 124371"/>
                <a:gd name="connsiteY3" fmla="*/ 32221 h 144731"/>
              </a:gdLst>
              <a:ahLst/>
              <a:cxnLst>
                <a:cxn ang="0">
                  <a:pos x="connsiteX0" y="connsiteY0"/>
                </a:cxn>
                <a:cxn ang="0">
                  <a:pos x="connsiteX1" y="connsiteY1"/>
                </a:cxn>
                <a:cxn ang="0">
                  <a:pos x="connsiteX2" y="connsiteY2"/>
                </a:cxn>
                <a:cxn ang="0">
                  <a:pos x="connsiteX3" y="connsiteY3"/>
                </a:cxn>
              </a:cxnLst>
              <a:rect l="l" t="t" r="r" b="b"/>
              <a:pathLst>
                <a:path w="124371" h="144731">
                  <a:moveTo>
                    <a:pt x="33579" y="32284"/>
                  </a:moveTo>
                  <a:cubicBezTo>
                    <a:pt x="75319" y="-30739"/>
                    <a:pt x="123857" y="9730"/>
                    <a:pt x="123857" y="54139"/>
                  </a:cubicBezTo>
                  <a:cubicBezTo>
                    <a:pt x="123857" y="118306"/>
                    <a:pt x="53972" y="173579"/>
                    <a:pt x="13439" y="127518"/>
                  </a:cubicBezTo>
                  <a:cubicBezTo>
                    <a:pt x="-27095" y="81458"/>
                    <a:pt x="33579" y="32221"/>
                    <a:pt x="33579" y="32221"/>
                  </a:cubicBezTo>
                  <a:close/>
                </a:path>
              </a:pathLst>
            </a:custGeom>
            <a:solidFill>
              <a:srgbClr val="FED0D6"/>
            </a:solidFill>
            <a:ln w="6346" cap="flat">
              <a:noFill/>
              <a:prstDash val="solid"/>
              <a:miter/>
            </a:ln>
          </p:spPr>
          <p:txBody>
            <a:bodyPr rtlCol="0" anchor="ctr"/>
            <a:lstStyle/>
            <a:p>
              <a:endParaRPr lang="zh-CN" altLang="en-US"/>
            </a:p>
          </p:txBody>
        </p:sp>
        <p:sp>
          <p:nvSpPr>
            <p:cNvPr id="67" name="任意多边形 31">
              <a:extLst>
                <a:ext uri="{FF2B5EF4-FFF2-40B4-BE49-F238E27FC236}">
                  <a16:creationId xmlns:a16="http://schemas.microsoft.com/office/drawing/2014/main" id="{1E2174A9-BB09-4DF5-B69B-78ED440C4B51}"/>
                </a:ext>
              </a:extLst>
            </p:cNvPr>
            <p:cNvSpPr/>
            <p:nvPr/>
          </p:nvSpPr>
          <p:spPr>
            <a:xfrm>
              <a:off x="6265196" y="2209296"/>
              <a:ext cx="527030" cy="543940"/>
            </a:xfrm>
            <a:custGeom>
              <a:avLst/>
              <a:gdLst>
                <a:gd name="connsiteX0" fmla="*/ 232068 w 465483"/>
                <a:gd name="connsiteY0" fmla="*/ 480209 h 480418"/>
                <a:gd name="connsiteX1" fmla="*/ 7928 w 465483"/>
                <a:gd name="connsiteY1" fmla="*/ 114266 h 480418"/>
                <a:gd name="connsiteX2" fmla="*/ 456589 w 465483"/>
                <a:gd name="connsiteY2" fmla="*/ 114266 h 480418"/>
                <a:gd name="connsiteX3" fmla="*/ 232068 w 465483"/>
                <a:gd name="connsiteY3" fmla="*/ 480209 h 480418"/>
              </a:gdLst>
              <a:ahLst/>
              <a:cxnLst>
                <a:cxn ang="0">
                  <a:pos x="connsiteX0" y="connsiteY0"/>
                </a:cxn>
                <a:cxn ang="0">
                  <a:pos x="connsiteX1" y="connsiteY1"/>
                </a:cxn>
                <a:cxn ang="0">
                  <a:pos x="connsiteX2" y="connsiteY2"/>
                </a:cxn>
                <a:cxn ang="0">
                  <a:pos x="connsiteX3" y="connsiteY3"/>
                </a:cxn>
              </a:cxnLst>
              <a:rect l="l" t="t" r="r" b="b"/>
              <a:pathLst>
                <a:path w="465483" h="480418">
                  <a:moveTo>
                    <a:pt x="232068" y="480209"/>
                  </a:moveTo>
                  <a:cubicBezTo>
                    <a:pt x="66886" y="480209"/>
                    <a:pt x="-30763" y="299588"/>
                    <a:pt x="7928" y="114266"/>
                  </a:cubicBezTo>
                  <a:cubicBezTo>
                    <a:pt x="39694" y="-38527"/>
                    <a:pt x="424696" y="-38210"/>
                    <a:pt x="456589" y="114266"/>
                  </a:cubicBezTo>
                  <a:cubicBezTo>
                    <a:pt x="495153" y="299588"/>
                    <a:pt x="397251" y="480209"/>
                    <a:pt x="232068" y="480209"/>
                  </a:cubicBezTo>
                  <a:close/>
                </a:path>
              </a:pathLst>
            </a:custGeom>
            <a:solidFill>
              <a:srgbClr val="FED0D6"/>
            </a:solidFill>
            <a:ln w="6346" cap="flat">
              <a:noFill/>
              <a:prstDash val="solid"/>
              <a:miter/>
            </a:ln>
          </p:spPr>
          <p:txBody>
            <a:bodyPr rtlCol="0" anchor="ctr"/>
            <a:lstStyle/>
            <a:p>
              <a:endParaRPr lang="zh-CN" altLang="en-US"/>
            </a:p>
          </p:txBody>
        </p:sp>
        <p:sp>
          <p:nvSpPr>
            <p:cNvPr id="68" name="任意多边形 32">
              <a:extLst>
                <a:ext uri="{FF2B5EF4-FFF2-40B4-BE49-F238E27FC236}">
                  <a16:creationId xmlns:a16="http://schemas.microsoft.com/office/drawing/2014/main" id="{489E0D5B-9702-418C-9699-9A4895203AE7}"/>
                </a:ext>
              </a:extLst>
            </p:cNvPr>
            <p:cNvSpPr/>
            <p:nvPr/>
          </p:nvSpPr>
          <p:spPr>
            <a:xfrm>
              <a:off x="6255890" y="2082565"/>
              <a:ext cx="448236" cy="230262"/>
            </a:xfrm>
            <a:custGeom>
              <a:avLst/>
              <a:gdLst>
                <a:gd name="connsiteX0" fmla="*/ 386663 w 395890"/>
                <a:gd name="connsiteY0" fmla="*/ 112221 h 203372"/>
                <a:gd name="connsiteX1" fmla="*/ 250388 w 395890"/>
                <a:gd name="connsiteY1" fmla="*/ 153708 h 203372"/>
                <a:gd name="connsiteX2" fmla="*/ 94799 w 395890"/>
                <a:gd name="connsiteY2" fmla="*/ 202246 h 203372"/>
                <a:gd name="connsiteX3" fmla="*/ 66146 w 395890"/>
                <a:gd name="connsiteY3" fmla="*/ 31028 h 203372"/>
                <a:gd name="connsiteX4" fmla="*/ 386663 w 395890"/>
                <a:gd name="connsiteY4" fmla="*/ 112221 h 20337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95890" h="203372">
                  <a:moveTo>
                    <a:pt x="386663" y="112221"/>
                  </a:moveTo>
                  <a:cubicBezTo>
                    <a:pt x="344034" y="208472"/>
                    <a:pt x="250388" y="153708"/>
                    <a:pt x="250388" y="153708"/>
                  </a:cubicBezTo>
                  <a:cubicBezTo>
                    <a:pt x="207091" y="190022"/>
                    <a:pt x="151062" y="207500"/>
                    <a:pt x="94799" y="202246"/>
                  </a:cubicBezTo>
                  <a:cubicBezTo>
                    <a:pt x="581" y="192970"/>
                    <a:pt x="-48592" y="79439"/>
                    <a:pt x="66146" y="31028"/>
                  </a:cubicBezTo>
                  <a:cubicBezTo>
                    <a:pt x="180884" y="-17383"/>
                    <a:pt x="446701" y="-22784"/>
                    <a:pt x="386663" y="112221"/>
                  </a:cubicBezTo>
                  <a:close/>
                </a:path>
              </a:pathLst>
            </a:custGeom>
            <a:solidFill>
              <a:srgbClr val="981D04"/>
            </a:solidFill>
            <a:ln w="6346" cap="flat">
              <a:noFill/>
              <a:prstDash val="solid"/>
              <a:miter/>
            </a:ln>
          </p:spPr>
          <p:txBody>
            <a:bodyPr rtlCol="0" anchor="ctr"/>
            <a:lstStyle/>
            <a:p>
              <a:endParaRPr lang="zh-CN" altLang="en-US"/>
            </a:p>
          </p:txBody>
        </p:sp>
        <p:sp>
          <p:nvSpPr>
            <p:cNvPr id="69" name="任意多边形 33">
              <a:extLst>
                <a:ext uri="{FF2B5EF4-FFF2-40B4-BE49-F238E27FC236}">
                  <a16:creationId xmlns:a16="http://schemas.microsoft.com/office/drawing/2014/main" id="{5384C495-0E19-467B-AA75-7594042F3358}"/>
                </a:ext>
              </a:extLst>
            </p:cNvPr>
            <p:cNvSpPr/>
            <p:nvPr/>
          </p:nvSpPr>
          <p:spPr>
            <a:xfrm>
              <a:off x="5999615" y="5296537"/>
              <a:ext cx="484830" cy="136671"/>
            </a:xfrm>
            <a:custGeom>
              <a:avLst/>
              <a:gdLst>
                <a:gd name="connsiteX0" fmla="*/ 415046 w 428211"/>
                <a:gd name="connsiteY0" fmla="*/ -210 h 120710"/>
                <a:gd name="connsiteX1" fmla="*/ 150755 w 428211"/>
                <a:gd name="connsiteY1" fmla="*/ -210 h 120710"/>
                <a:gd name="connsiteX2" fmla="*/ -514 w 428211"/>
                <a:gd name="connsiteY2" fmla="*/ 107794 h 120710"/>
                <a:gd name="connsiteX3" fmla="*/ -514 w 428211"/>
                <a:gd name="connsiteY3" fmla="*/ 120500 h 120710"/>
                <a:gd name="connsiteX4" fmla="*/ 425148 w 428211"/>
                <a:gd name="connsiteY4" fmla="*/ 120500 h 120710"/>
                <a:gd name="connsiteX5" fmla="*/ 414856 w 428211"/>
                <a:gd name="connsiteY5" fmla="*/ -210 h 1207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428211" h="120710">
                  <a:moveTo>
                    <a:pt x="415046" y="-210"/>
                  </a:moveTo>
                  <a:lnTo>
                    <a:pt x="150755" y="-210"/>
                  </a:lnTo>
                  <a:cubicBezTo>
                    <a:pt x="150755" y="-210"/>
                    <a:pt x="14924" y="76981"/>
                    <a:pt x="-514" y="107794"/>
                  </a:cubicBezTo>
                  <a:lnTo>
                    <a:pt x="-514" y="120500"/>
                  </a:lnTo>
                  <a:lnTo>
                    <a:pt x="425148" y="120500"/>
                  </a:lnTo>
                  <a:cubicBezTo>
                    <a:pt x="425148" y="120500"/>
                    <a:pt x="435377" y="30412"/>
                    <a:pt x="414856" y="-210"/>
                  </a:cubicBezTo>
                  <a:close/>
                </a:path>
              </a:pathLst>
            </a:custGeom>
            <a:solidFill>
              <a:srgbClr val="00065B"/>
            </a:solidFill>
            <a:ln w="6346" cap="flat">
              <a:noFill/>
              <a:prstDash val="solid"/>
              <a:miter/>
            </a:ln>
          </p:spPr>
          <p:txBody>
            <a:bodyPr rtlCol="0" anchor="ctr"/>
            <a:lstStyle/>
            <a:p>
              <a:endParaRPr lang="zh-CN" altLang="en-US"/>
            </a:p>
          </p:txBody>
        </p:sp>
        <p:sp>
          <p:nvSpPr>
            <p:cNvPr id="70" name="任意多边形 34">
              <a:extLst>
                <a:ext uri="{FF2B5EF4-FFF2-40B4-BE49-F238E27FC236}">
                  <a16:creationId xmlns:a16="http://schemas.microsoft.com/office/drawing/2014/main" id="{32620845-CBBC-4F6B-B098-F2557B129728}"/>
                </a:ext>
              </a:extLst>
            </p:cNvPr>
            <p:cNvSpPr/>
            <p:nvPr/>
          </p:nvSpPr>
          <p:spPr>
            <a:xfrm>
              <a:off x="5999255" y="5433496"/>
              <a:ext cx="483023" cy="22802"/>
            </a:xfrm>
            <a:custGeom>
              <a:avLst/>
              <a:gdLst>
                <a:gd name="connsiteX0" fmla="*/ 426615 w 426615"/>
                <a:gd name="connsiteY0" fmla="*/ 0 h 20139"/>
                <a:gd name="connsiteX1" fmla="*/ 0 w 426615"/>
                <a:gd name="connsiteY1" fmla="*/ 0 h 20139"/>
                <a:gd name="connsiteX2" fmla="*/ 0 w 426615"/>
                <a:gd name="connsiteY2" fmla="*/ 20140 h 20139"/>
                <a:gd name="connsiteX3" fmla="*/ 426615 w 426615"/>
                <a:gd name="connsiteY3" fmla="*/ 20140 h 20139"/>
                <a:gd name="connsiteX4" fmla="*/ 426615 w 426615"/>
                <a:gd name="connsiteY4" fmla="*/ 0 h 20139"/>
                <a:gd name="connsiteX5" fmla="*/ 426615 w 426615"/>
                <a:gd name="connsiteY5" fmla="*/ 0 h 201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426615" h="20139">
                  <a:moveTo>
                    <a:pt x="426615" y="0"/>
                  </a:moveTo>
                  <a:lnTo>
                    <a:pt x="0" y="0"/>
                  </a:lnTo>
                  <a:lnTo>
                    <a:pt x="0" y="20140"/>
                  </a:lnTo>
                  <a:lnTo>
                    <a:pt x="426615" y="20140"/>
                  </a:lnTo>
                  <a:lnTo>
                    <a:pt x="426615" y="0"/>
                  </a:lnTo>
                  <a:lnTo>
                    <a:pt x="426615" y="0"/>
                  </a:lnTo>
                  <a:close/>
                </a:path>
              </a:pathLst>
            </a:custGeom>
            <a:solidFill>
              <a:srgbClr val="434CC0"/>
            </a:solidFill>
            <a:ln w="6346" cap="flat">
              <a:noFill/>
              <a:prstDash val="solid"/>
              <a:miter/>
            </a:ln>
          </p:spPr>
          <p:txBody>
            <a:bodyPr rtlCol="0" anchor="ctr"/>
            <a:lstStyle/>
            <a:p>
              <a:endParaRPr lang="zh-CN" altLang="en-US"/>
            </a:p>
          </p:txBody>
        </p:sp>
        <p:sp>
          <p:nvSpPr>
            <p:cNvPr id="71" name="任意多边形 35">
              <a:extLst>
                <a:ext uri="{FF2B5EF4-FFF2-40B4-BE49-F238E27FC236}">
                  <a16:creationId xmlns:a16="http://schemas.microsoft.com/office/drawing/2014/main" id="{B09BEDF7-AFC5-4545-9619-E35FB047CEB5}"/>
                </a:ext>
              </a:extLst>
            </p:cNvPr>
            <p:cNvSpPr/>
            <p:nvPr/>
          </p:nvSpPr>
          <p:spPr>
            <a:xfrm>
              <a:off x="6140242" y="3782441"/>
              <a:ext cx="395626" cy="1526181"/>
            </a:xfrm>
            <a:custGeom>
              <a:avLst/>
              <a:gdLst>
                <a:gd name="connsiteX0" fmla="*/ 348910 w 349424"/>
                <a:gd name="connsiteY0" fmla="*/ -210 h 1347952"/>
                <a:gd name="connsiteX1" fmla="*/ 17656 w 349424"/>
                <a:gd name="connsiteY1" fmla="*/ -210 h 1347952"/>
                <a:gd name="connsiteX2" fmla="*/ -514 w 349424"/>
                <a:gd name="connsiteY2" fmla="*/ 1347742 h 1347952"/>
                <a:gd name="connsiteX3" fmla="*/ 305200 w 349424"/>
                <a:gd name="connsiteY3" fmla="*/ 1347742 h 1347952"/>
                <a:gd name="connsiteX4" fmla="*/ 346369 w 349424"/>
                <a:gd name="connsiteY4" fmla="*/ 202583 h 13479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49424" h="1347952">
                  <a:moveTo>
                    <a:pt x="348910" y="-210"/>
                  </a:moveTo>
                  <a:lnTo>
                    <a:pt x="17656" y="-210"/>
                  </a:lnTo>
                  <a:lnTo>
                    <a:pt x="-514" y="1347742"/>
                  </a:lnTo>
                  <a:lnTo>
                    <a:pt x="305200" y="1347742"/>
                  </a:lnTo>
                  <a:cubicBezTo>
                    <a:pt x="305200" y="1347742"/>
                    <a:pt x="303548" y="602833"/>
                    <a:pt x="346369" y="202583"/>
                  </a:cubicBezTo>
                  <a:close/>
                </a:path>
              </a:pathLst>
            </a:custGeom>
            <a:solidFill>
              <a:srgbClr val="981D04"/>
            </a:solidFill>
            <a:ln w="6346" cap="flat">
              <a:noFill/>
              <a:prstDash val="solid"/>
              <a:miter/>
            </a:ln>
          </p:spPr>
          <p:txBody>
            <a:bodyPr rtlCol="0" anchor="ctr"/>
            <a:lstStyle/>
            <a:p>
              <a:endParaRPr lang="zh-CN" altLang="en-US"/>
            </a:p>
          </p:txBody>
        </p:sp>
        <p:sp>
          <p:nvSpPr>
            <p:cNvPr id="72" name="任意多边形 36">
              <a:extLst>
                <a:ext uri="{FF2B5EF4-FFF2-40B4-BE49-F238E27FC236}">
                  <a16:creationId xmlns:a16="http://schemas.microsoft.com/office/drawing/2014/main" id="{02DB4202-F9FE-4558-9050-D445471AB444}"/>
                </a:ext>
              </a:extLst>
            </p:cNvPr>
            <p:cNvSpPr/>
            <p:nvPr/>
          </p:nvSpPr>
          <p:spPr>
            <a:xfrm>
              <a:off x="6583298" y="5296537"/>
              <a:ext cx="484866" cy="136671"/>
            </a:xfrm>
            <a:custGeom>
              <a:avLst/>
              <a:gdLst>
                <a:gd name="connsiteX0" fmla="*/ 12168 w 428243"/>
                <a:gd name="connsiteY0" fmla="*/ -210 h 120710"/>
                <a:gd name="connsiteX1" fmla="*/ 276460 w 428243"/>
                <a:gd name="connsiteY1" fmla="*/ -210 h 120710"/>
                <a:gd name="connsiteX2" fmla="*/ 427729 w 428243"/>
                <a:gd name="connsiteY2" fmla="*/ 107794 h 120710"/>
                <a:gd name="connsiteX3" fmla="*/ 427729 w 428243"/>
                <a:gd name="connsiteY3" fmla="*/ 120500 h 120710"/>
                <a:gd name="connsiteX4" fmla="*/ 2067 w 428243"/>
                <a:gd name="connsiteY4" fmla="*/ 120500 h 120710"/>
                <a:gd name="connsiteX5" fmla="*/ 12295 w 428243"/>
                <a:gd name="connsiteY5" fmla="*/ -210 h 1207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428243" h="120710">
                  <a:moveTo>
                    <a:pt x="12168" y="-210"/>
                  </a:moveTo>
                  <a:lnTo>
                    <a:pt x="276460" y="-210"/>
                  </a:lnTo>
                  <a:cubicBezTo>
                    <a:pt x="276460" y="-210"/>
                    <a:pt x="412354" y="76981"/>
                    <a:pt x="427729" y="107794"/>
                  </a:cubicBezTo>
                  <a:lnTo>
                    <a:pt x="427729" y="120500"/>
                  </a:lnTo>
                  <a:lnTo>
                    <a:pt x="2067" y="120500"/>
                  </a:lnTo>
                  <a:cubicBezTo>
                    <a:pt x="2067" y="120500"/>
                    <a:pt x="-8226" y="30412"/>
                    <a:pt x="12295" y="-210"/>
                  </a:cubicBezTo>
                  <a:close/>
                </a:path>
              </a:pathLst>
            </a:custGeom>
            <a:solidFill>
              <a:srgbClr val="00065B"/>
            </a:solidFill>
            <a:ln w="6346" cap="flat">
              <a:noFill/>
              <a:prstDash val="solid"/>
              <a:miter/>
            </a:ln>
          </p:spPr>
          <p:txBody>
            <a:bodyPr rtlCol="0" anchor="ctr"/>
            <a:lstStyle/>
            <a:p>
              <a:endParaRPr lang="zh-CN" altLang="en-US"/>
            </a:p>
          </p:txBody>
        </p:sp>
        <p:sp>
          <p:nvSpPr>
            <p:cNvPr id="73" name="任意多边形 37">
              <a:extLst>
                <a:ext uri="{FF2B5EF4-FFF2-40B4-BE49-F238E27FC236}">
                  <a16:creationId xmlns:a16="http://schemas.microsoft.com/office/drawing/2014/main" id="{903EC1FF-CA8B-4259-B932-3292E8032CFC}"/>
                </a:ext>
              </a:extLst>
            </p:cNvPr>
            <p:cNvSpPr/>
            <p:nvPr/>
          </p:nvSpPr>
          <p:spPr>
            <a:xfrm>
              <a:off x="6585142" y="5433496"/>
              <a:ext cx="483023" cy="22802"/>
            </a:xfrm>
            <a:custGeom>
              <a:avLst/>
              <a:gdLst>
                <a:gd name="connsiteX0" fmla="*/ 0 w 426615"/>
                <a:gd name="connsiteY0" fmla="*/ 0 h 20139"/>
                <a:gd name="connsiteX1" fmla="*/ 426615 w 426615"/>
                <a:gd name="connsiteY1" fmla="*/ 0 h 20139"/>
                <a:gd name="connsiteX2" fmla="*/ 426615 w 426615"/>
                <a:gd name="connsiteY2" fmla="*/ 20140 h 20139"/>
                <a:gd name="connsiteX3" fmla="*/ 0 w 426615"/>
                <a:gd name="connsiteY3" fmla="*/ 20140 h 20139"/>
                <a:gd name="connsiteX4" fmla="*/ 0 w 426615"/>
                <a:gd name="connsiteY4" fmla="*/ 0 h 20139"/>
                <a:gd name="connsiteX5" fmla="*/ 0 w 426615"/>
                <a:gd name="connsiteY5" fmla="*/ 0 h 201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426615" h="20139">
                  <a:moveTo>
                    <a:pt x="0" y="0"/>
                  </a:moveTo>
                  <a:lnTo>
                    <a:pt x="426615" y="0"/>
                  </a:lnTo>
                  <a:lnTo>
                    <a:pt x="426615" y="20140"/>
                  </a:lnTo>
                  <a:lnTo>
                    <a:pt x="0" y="20140"/>
                  </a:lnTo>
                  <a:lnTo>
                    <a:pt x="0" y="0"/>
                  </a:lnTo>
                  <a:lnTo>
                    <a:pt x="0" y="0"/>
                  </a:lnTo>
                  <a:close/>
                </a:path>
              </a:pathLst>
            </a:custGeom>
            <a:solidFill>
              <a:srgbClr val="434CC0"/>
            </a:solidFill>
            <a:ln w="6346" cap="flat">
              <a:noFill/>
              <a:prstDash val="solid"/>
              <a:miter/>
            </a:ln>
          </p:spPr>
          <p:txBody>
            <a:bodyPr rtlCol="0" anchor="ctr"/>
            <a:lstStyle/>
            <a:p>
              <a:endParaRPr lang="zh-CN" altLang="en-US"/>
            </a:p>
          </p:txBody>
        </p:sp>
        <p:sp>
          <p:nvSpPr>
            <p:cNvPr id="74" name="任意多边形 38">
              <a:extLst>
                <a:ext uri="{FF2B5EF4-FFF2-40B4-BE49-F238E27FC236}">
                  <a16:creationId xmlns:a16="http://schemas.microsoft.com/office/drawing/2014/main" id="{B840D378-744D-4542-86CE-2B1DDF6DE7B5}"/>
                </a:ext>
              </a:extLst>
            </p:cNvPr>
            <p:cNvSpPr/>
            <p:nvPr/>
          </p:nvSpPr>
          <p:spPr>
            <a:xfrm>
              <a:off x="6531551" y="3782441"/>
              <a:ext cx="395698" cy="1526181"/>
            </a:xfrm>
            <a:custGeom>
              <a:avLst/>
              <a:gdLst>
                <a:gd name="connsiteX0" fmla="*/ -514 w 349488"/>
                <a:gd name="connsiteY0" fmla="*/ -210 h 1347952"/>
                <a:gd name="connsiteX1" fmla="*/ 330803 w 349488"/>
                <a:gd name="connsiteY1" fmla="*/ -210 h 1347952"/>
                <a:gd name="connsiteX2" fmla="*/ 348974 w 349488"/>
                <a:gd name="connsiteY2" fmla="*/ 1347742 h 1347952"/>
                <a:gd name="connsiteX3" fmla="*/ 43259 w 349488"/>
                <a:gd name="connsiteY3" fmla="*/ 1347742 h 1347952"/>
                <a:gd name="connsiteX4" fmla="*/ 2408 w 349488"/>
                <a:gd name="connsiteY4" fmla="*/ 202583 h 13479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49488" h="1347952">
                  <a:moveTo>
                    <a:pt x="-514" y="-210"/>
                  </a:moveTo>
                  <a:lnTo>
                    <a:pt x="330803" y="-210"/>
                  </a:lnTo>
                  <a:lnTo>
                    <a:pt x="348974" y="1347742"/>
                  </a:lnTo>
                  <a:lnTo>
                    <a:pt x="43259" y="1347742"/>
                  </a:lnTo>
                  <a:cubicBezTo>
                    <a:pt x="43259" y="1347742"/>
                    <a:pt x="44911" y="602833"/>
                    <a:pt x="2408" y="202583"/>
                  </a:cubicBezTo>
                  <a:close/>
                </a:path>
              </a:pathLst>
            </a:custGeom>
            <a:solidFill>
              <a:srgbClr val="981D04"/>
            </a:solidFill>
            <a:ln w="6346" cap="flat">
              <a:noFill/>
              <a:prstDash val="solid"/>
              <a:miter/>
            </a:ln>
          </p:spPr>
          <p:txBody>
            <a:bodyPr rtlCol="0" anchor="ctr"/>
            <a:lstStyle/>
            <a:p>
              <a:endParaRPr lang="zh-CN" altLang="en-US"/>
            </a:p>
          </p:txBody>
        </p:sp>
        <p:sp>
          <p:nvSpPr>
            <p:cNvPr id="75" name="任意多边形 39">
              <a:extLst>
                <a:ext uri="{FF2B5EF4-FFF2-40B4-BE49-F238E27FC236}">
                  <a16:creationId xmlns:a16="http://schemas.microsoft.com/office/drawing/2014/main" id="{9DC64B5C-F2F0-478B-B05D-DA78C172AF97}"/>
                </a:ext>
              </a:extLst>
            </p:cNvPr>
            <p:cNvSpPr/>
            <p:nvPr/>
          </p:nvSpPr>
          <p:spPr>
            <a:xfrm>
              <a:off x="6096076" y="2836102"/>
              <a:ext cx="877570" cy="1154292"/>
            </a:xfrm>
            <a:custGeom>
              <a:avLst/>
              <a:gdLst>
                <a:gd name="connsiteX0" fmla="*/ 259966 w 775086"/>
                <a:gd name="connsiteY0" fmla="*/ -210 h 1019493"/>
                <a:gd name="connsiteX1" fmla="*/ 380676 w 775086"/>
                <a:gd name="connsiteY1" fmla="*/ 81873 h 1019493"/>
                <a:gd name="connsiteX2" fmla="*/ 383217 w 775086"/>
                <a:gd name="connsiteY2" fmla="*/ 81873 h 1019493"/>
                <a:gd name="connsiteX3" fmla="*/ 501132 w 775086"/>
                <a:gd name="connsiteY3" fmla="*/ -210 h 1019493"/>
                <a:gd name="connsiteX4" fmla="*/ 703735 w 775086"/>
                <a:gd name="connsiteY4" fmla="*/ 40832 h 1019493"/>
                <a:gd name="connsiteX5" fmla="*/ 774573 w 775086"/>
                <a:gd name="connsiteY5" fmla="*/ 943109 h 1019493"/>
                <a:gd name="connsiteX6" fmla="*/ -514 w 775086"/>
                <a:gd name="connsiteY6" fmla="*/ 924050 h 1019493"/>
                <a:gd name="connsiteX7" fmla="*/ 66893 w 775086"/>
                <a:gd name="connsiteY7" fmla="*/ 30603 h 1019493"/>
                <a:gd name="connsiteX8" fmla="*/ 260029 w 775086"/>
                <a:gd name="connsiteY8" fmla="*/ -210 h 101949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775086" h="1019493">
                  <a:moveTo>
                    <a:pt x="259966" y="-210"/>
                  </a:moveTo>
                  <a:cubicBezTo>
                    <a:pt x="277882" y="79268"/>
                    <a:pt x="372734" y="81873"/>
                    <a:pt x="380676" y="81873"/>
                  </a:cubicBezTo>
                  <a:lnTo>
                    <a:pt x="383217" y="81873"/>
                  </a:lnTo>
                  <a:cubicBezTo>
                    <a:pt x="390904" y="81873"/>
                    <a:pt x="480611" y="79268"/>
                    <a:pt x="501132" y="-210"/>
                  </a:cubicBezTo>
                  <a:lnTo>
                    <a:pt x="703735" y="40832"/>
                  </a:lnTo>
                  <a:lnTo>
                    <a:pt x="774573" y="943109"/>
                  </a:lnTo>
                  <a:cubicBezTo>
                    <a:pt x="615743" y="1025700"/>
                    <a:pt x="132394" y="1069347"/>
                    <a:pt x="-514" y="924050"/>
                  </a:cubicBezTo>
                  <a:lnTo>
                    <a:pt x="66893" y="30603"/>
                  </a:lnTo>
                  <a:lnTo>
                    <a:pt x="260029" y="-210"/>
                  </a:lnTo>
                  <a:close/>
                </a:path>
              </a:pathLst>
            </a:custGeom>
            <a:solidFill>
              <a:srgbClr val="00065B"/>
            </a:solidFill>
            <a:ln w="6346" cap="flat">
              <a:noFill/>
              <a:prstDash val="solid"/>
              <a:miter/>
            </a:ln>
          </p:spPr>
          <p:txBody>
            <a:bodyPr rtlCol="0" anchor="ctr"/>
            <a:lstStyle/>
            <a:p>
              <a:endParaRPr lang="zh-CN" altLang="en-US"/>
            </a:p>
          </p:txBody>
        </p:sp>
        <p:sp>
          <p:nvSpPr>
            <p:cNvPr id="76" name="任意多边形 40">
              <a:extLst>
                <a:ext uri="{FF2B5EF4-FFF2-40B4-BE49-F238E27FC236}">
                  <a16:creationId xmlns:a16="http://schemas.microsoft.com/office/drawing/2014/main" id="{9C7B52F3-F8BE-401D-9585-898E16CAF120}"/>
                </a:ext>
              </a:extLst>
            </p:cNvPr>
            <p:cNvSpPr/>
            <p:nvPr/>
          </p:nvSpPr>
          <p:spPr>
            <a:xfrm>
              <a:off x="5368249" y="3005839"/>
              <a:ext cx="792980" cy="422613"/>
            </a:xfrm>
            <a:custGeom>
              <a:avLst/>
              <a:gdLst>
                <a:gd name="connsiteX0" fmla="*/ 698477 w 700375"/>
                <a:gd name="connsiteY0" fmla="*/ 67344 h 373260"/>
                <a:gd name="connsiteX1" fmla="*/ 582976 w 700375"/>
                <a:gd name="connsiteY1" fmla="*/ 238880 h 373260"/>
                <a:gd name="connsiteX2" fmla="*/ 51470 w 700375"/>
                <a:gd name="connsiteY2" fmla="*/ 369755 h 373260"/>
                <a:gd name="connsiteX3" fmla="*/ 51470 w 700375"/>
                <a:gd name="connsiteY3" fmla="*/ 261751 h 373260"/>
                <a:gd name="connsiteX4" fmla="*/ 505786 w 700375"/>
                <a:gd name="connsiteY4" fmla="*/ 161816 h 373260"/>
                <a:gd name="connsiteX5" fmla="*/ 580181 w 700375"/>
                <a:gd name="connsiteY5" fmla="*/ 74714 h 373260"/>
                <a:gd name="connsiteX6" fmla="*/ 587932 w 700375"/>
                <a:gd name="connsiteY6" fmla="*/ 56798 h 373260"/>
                <a:gd name="connsiteX7" fmla="*/ 587932 w 700375"/>
                <a:gd name="connsiteY7" fmla="*/ 59339 h 373260"/>
                <a:gd name="connsiteX8" fmla="*/ 590474 w 700375"/>
                <a:gd name="connsiteY8" fmla="*/ 51652 h 373260"/>
                <a:gd name="connsiteX9" fmla="*/ 593015 w 700375"/>
                <a:gd name="connsiteY9" fmla="*/ 38945 h 373260"/>
                <a:gd name="connsiteX10" fmla="*/ 698287 w 700375"/>
                <a:gd name="connsiteY10" fmla="*/ 67154 h 37326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700375" h="373260">
                  <a:moveTo>
                    <a:pt x="698477" y="67344"/>
                  </a:moveTo>
                  <a:cubicBezTo>
                    <a:pt x="683039" y="133989"/>
                    <a:pt x="634310" y="195488"/>
                    <a:pt x="582976" y="238880"/>
                  </a:cubicBezTo>
                  <a:cubicBezTo>
                    <a:pt x="439014" y="362068"/>
                    <a:pt x="233933" y="382525"/>
                    <a:pt x="51470" y="369755"/>
                  </a:cubicBezTo>
                  <a:cubicBezTo>
                    <a:pt x="-17843" y="364609"/>
                    <a:pt x="-17843" y="256986"/>
                    <a:pt x="51470" y="261751"/>
                  </a:cubicBezTo>
                  <a:cubicBezTo>
                    <a:pt x="202930" y="274457"/>
                    <a:pt x="385139" y="264356"/>
                    <a:pt x="505786" y="161816"/>
                  </a:cubicBezTo>
                  <a:cubicBezTo>
                    <a:pt x="541681" y="131066"/>
                    <a:pt x="559660" y="110609"/>
                    <a:pt x="580181" y="74714"/>
                  </a:cubicBezTo>
                  <a:cubicBezTo>
                    <a:pt x="582284" y="68545"/>
                    <a:pt x="584876" y="62554"/>
                    <a:pt x="587932" y="56798"/>
                  </a:cubicBezTo>
                  <a:cubicBezTo>
                    <a:pt x="593015" y="46506"/>
                    <a:pt x="582786" y="69504"/>
                    <a:pt x="587932" y="59339"/>
                  </a:cubicBezTo>
                  <a:cubicBezTo>
                    <a:pt x="587932" y="56798"/>
                    <a:pt x="590474" y="54193"/>
                    <a:pt x="590474" y="51652"/>
                  </a:cubicBezTo>
                  <a:cubicBezTo>
                    <a:pt x="591077" y="47370"/>
                    <a:pt x="591928" y="43132"/>
                    <a:pt x="593015" y="38945"/>
                  </a:cubicBezTo>
                  <a:cubicBezTo>
                    <a:pt x="610994" y="-30241"/>
                    <a:pt x="713725" y="509"/>
                    <a:pt x="698287" y="67154"/>
                  </a:cubicBezTo>
                  <a:close/>
                </a:path>
              </a:pathLst>
            </a:custGeom>
            <a:solidFill>
              <a:srgbClr val="FED0D6"/>
            </a:solidFill>
            <a:ln w="6346" cap="flat">
              <a:noFill/>
              <a:prstDash val="solid"/>
              <a:miter/>
            </a:ln>
          </p:spPr>
          <p:txBody>
            <a:bodyPr rtlCol="0" anchor="ctr"/>
            <a:lstStyle/>
            <a:p>
              <a:endParaRPr lang="zh-CN" altLang="en-US"/>
            </a:p>
          </p:txBody>
        </p:sp>
        <p:sp>
          <p:nvSpPr>
            <p:cNvPr id="77" name="任意多边形 41">
              <a:extLst>
                <a:ext uri="{FF2B5EF4-FFF2-40B4-BE49-F238E27FC236}">
                  <a16:creationId xmlns:a16="http://schemas.microsoft.com/office/drawing/2014/main" id="{C7F4C46F-6288-4376-BA0F-1160E4A37D22}"/>
                </a:ext>
              </a:extLst>
            </p:cNvPr>
            <p:cNvSpPr/>
            <p:nvPr/>
          </p:nvSpPr>
          <p:spPr>
            <a:xfrm>
              <a:off x="5555003" y="2870989"/>
              <a:ext cx="617392" cy="613005"/>
            </a:xfrm>
            <a:custGeom>
              <a:avLst/>
              <a:gdLst>
                <a:gd name="connsiteX0" fmla="*/ 14860 w 545292"/>
                <a:gd name="connsiteY0" fmla="*/ 541208 h 541418"/>
                <a:gd name="connsiteX1" fmla="*/ 534550 w 545292"/>
                <a:gd name="connsiteY1" fmla="*/ 283332 h 541418"/>
                <a:gd name="connsiteX2" fmla="*/ 544778 w 545292"/>
                <a:gd name="connsiteY2" fmla="*/ -210 h 541418"/>
                <a:gd name="connsiteX3" fmla="*/ 544778 w 545292"/>
                <a:gd name="connsiteY3" fmla="*/ -210 h 541418"/>
                <a:gd name="connsiteX4" fmla="*/ 356661 w 545292"/>
                <a:gd name="connsiteY4" fmla="*/ 143562 h 541418"/>
                <a:gd name="connsiteX5" fmla="*/ -514 w 545292"/>
                <a:gd name="connsiteY5" fmla="*/ 353662 h 54141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545292" h="541418">
                  <a:moveTo>
                    <a:pt x="14860" y="541208"/>
                  </a:moveTo>
                  <a:cubicBezTo>
                    <a:pt x="14860" y="541208"/>
                    <a:pt x="369367" y="543812"/>
                    <a:pt x="534550" y="283332"/>
                  </a:cubicBezTo>
                  <a:lnTo>
                    <a:pt x="544778" y="-210"/>
                  </a:lnTo>
                  <a:lnTo>
                    <a:pt x="544778" y="-210"/>
                  </a:lnTo>
                  <a:cubicBezTo>
                    <a:pt x="544778" y="-210"/>
                    <a:pt x="471018" y="3793"/>
                    <a:pt x="356661" y="143562"/>
                  </a:cubicBezTo>
                  <a:cubicBezTo>
                    <a:pt x="285251" y="230855"/>
                    <a:pt x="140653" y="363890"/>
                    <a:pt x="-514" y="353662"/>
                  </a:cubicBezTo>
                  <a:close/>
                </a:path>
              </a:pathLst>
            </a:custGeom>
            <a:solidFill>
              <a:srgbClr val="434CC0"/>
            </a:solidFill>
            <a:ln w="6346" cap="flat">
              <a:noFill/>
              <a:prstDash val="solid"/>
              <a:miter/>
            </a:ln>
          </p:spPr>
          <p:txBody>
            <a:bodyPr rtlCol="0" anchor="ctr"/>
            <a:lstStyle/>
            <a:p>
              <a:endParaRPr lang="zh-CN" altLang="en-US"/>
            </a:p>
          </p:txBody>
        </p:sp>
        <p:sp>
          <p:nvSpPr>
            <p:cNvPr id="78" name="任意多边形 42">
              <a:extLst>
                <a:ext uri="{FF2B5EF4-FFF2-40B4-BE49-F238E27FC236}">
                  <a16:creationId xmlns:a16="http://schemas.microsoft.com/office/drawing/2014/main" id="{201E7014-8189-4DED-9DBE-F67FE6C45CFD}"/>
                </a:ext>
              </a:extLst>
            </p:cNvPr>
            <p:cNvSpPr/>
            <p:nvPr/>
          </p:nvSpPr>
          <p:spPr>
            <a:xfrm>
              <a:off x="4621893" y="1105990"/>
              <a:ext cx="1140920" cy="1998720"/>
            </a:xfrm>
            <a:custGeom>
              <a:avLst/>
              <a:gdLst>
                <a:gd name="connsiteX0" fmla="*/ 596690 w 1007682"/>
                <a:gd name="connsiteY0" fmla="*/ 1042540 h 1765307"/>
                <a:gd name="connsiteX1" fmla="*/ 596690 w 1007682"/>
                <a:gd name="connsiteY1" fmla="*/ 1209120 h 1765307"/>
                <a:gd name="connsiteX2" fmla="*/ 479747 w 1007682"/>
                <a:gd name="connsiteY2" fmla="*/ 1332124 h 1765307"/>
                <a:gd name="connsiteX3" fmla="*/ 473502 w 1007682"/>
                <a:gd name="connsiteY3" fmla="*/ 1332118 h 1765307"/>
                <a:gd name="connsiteX4" fmla="*/ 350314 w 1007682"/>
                <a:gd name="connsiteY4" fmla="*/ 1209120 h 1765307"/>
                <a:gd name="connsiteX5" fmla="*/ 350314 w 1007682"/>
                <a:gd name="connsiteY5" fmla="*/ 945209 h 1765307"/>
                <a:gd name="connsiteX6" fmla="*/ 352855 w 1007682"/>
                <a:gd name="connsiteY6" fmla="*/ 940063 h 1765307"/>
                <a:gd name="connsiteX7" fmla="*/ 350314 w 1007682"/>
                <a:gd name="connsiteY7" fmla="*/ 934981 h 1765307"/>
                <a:gd name="connsiteX8" fmla="*/ 473502 w 1007682"/>
                <a:gd name="connsiteY8" fmla="*/ 811983 h 1765307"/>
                <a:gd name="connsiteX9" fmla="*/ 760983 w 1007682"/>
                <a:gd name="connsiteY9" fmla="*/ 530157 h 1765307"/>
                <a:gd name="connsiteX10" fmla="*/ 473502 w 1007682"/>
                <a:gd name="connsiteY10" fmla="*/ 245725 h 1765307"/>
                <a:gd name="connsiteX11" fmla="*/ 229667 w 1007682"/>
                <a:gd name="connsiteY11" fmla="*/ 384097 h 1765307"/>
                <a:gd name="connsiteX12" fmla="*/ 62134 w 1007682"/>
                <a:gd name="connsiteY12" fmla="*/ 430888 h 1765307"/>
                <a:gd name="connsiteX13" fmla="*/ 15343 w 1007682"/>
                <a:gd name="connsiteY13" fmla="*/ 263355 h 1765307"/>
                <a:gd name="connsiteX14" fmla="*/ 16645 w 1007682"/>
                <a:gd name="connsiteY14" fmla="*/ 261100 h 1765307"/>
                <a:gd name="connsiteX15" fmla="*/ 473502 w 1007682"/>
                <a:gd name="connsiteY15" fmla="*/ -206 h 1765307"/>
                <a:gd name="connsiteX16" fmla="*/ 1007168 w 1007682"/>
                <a:gd name="connsiteY16" fmla="*/ 530157 h 1765307"/>
                <a:gd name="connsiteX17" fmla="*/ 596499 w 1007682"/>
                <a:gd name="connsiteY17" fmla="*/ 1042540 h 1765307"/>
                <a:gd name="connsiteX18" fmla="*/ 596690 w 1007682"/>
                <a:gd name="connsiteY18" fmla="*/ 1595965 h 1765307"/>
                <a:gd name="connsiteX19" fmla="*/ 596690 w 1007682"/>
                <a:gd name="connsiteY19" fmla="*/ 1642089 h 1765307"/>
                <a:gd name="connsiteX20" fmla="*/ 473502 w 1007682"/>
                <a:gd name="connsiteY20" fmla="*/ 1765086 h 1765307"/>
                <a:gd name="connsiteX21" fmla="*/ 350314 w 1007682"/>
                <a:gd name="connsiteY21" fmla="*/ 1645221 h 1765307"/>
                <a:gd name="connsiteX22" fmla="*/ 350314 w 1007682"/>
                <a:gd name="connsiteY22" fmla="*/ 1642089 h 1765307"/>
                <a:gd name="connsiteX23" fmla="*/ 350314 w 1007682"/>
                <a:gd name="connsiteY23" fmla="*/ 1595965 h 1765307"/>
                <a:gd name="connsiteX24" fmla="*/ 473502 w 1007682"/>
                <a:gd name="connsiteY24" fmla="*/ 1473031 h 1765307"/>
                <a:gd name="connsiteX25" fmla="*/ 596690 w 1007682"/>
                <a:gd name="connsiteY25" fmla="*/ 1592769 h 1765307"/>
                <a:gd name="connsiteX26" fmla="*/ 596690 w 1007682"/>
                <a:gd name="connsiteY26" fmla="*/ 1595965 h 17653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Lst>
              <a:rect l="l" t="t" r="r" b="b"/>
              <a:pathLst>
                <a:path w="1007682" h="1765307">
                  <a:moveTo>
                    <a:pt x="596690" y="1042540"/>
                  </a:moveTo>
                  <a:lnTo>
                    <a:pt x="596690" y="1209120"/>
                  </a:lnTo>
                  <a:cubicBezTo>
                    <a:pt x="598361" y="1275377"/>
                    <a:pt x="546004" y="1330447"/>
                    <a:pt x="479747" y="1332124"/>
                  </a:cubicBezTo>
                  <a:cubicBezTo>
                    <a:pt x="477663" y="1332175"/>
                    <a:pt x="475579" y="1332175"/>
                    <a:pt x="473502" y="1332118"/>
                  </a:cubicBezTo>
                  <a:cubicBezTo>
                    <a:pt x="405529" y="1332156"/>
                    <a:pt x="350384" y="1277093"/>
                    <a:pt x="350314" y="1209120"/>
                  </a:cubicBezTo>
                  <a:lnTo>
                    <a:pt x="350314" y="945209"/>
                  </a:lnTo>
                  <a:cubicBezTo>
                    <a:pt x="350314" y="942668"/>
                    <a:pt x="352855" y="942668"/>
                    <a:pt x="352855" y="940063"/>
                  </a:cubicBezTo>
                  <a:cubicBezTo>
                    <a:pt x="350314" y="937522"/>
                    <a:pt x="350314" y="937522"/>
                    <a:pt x="350314" y="934981"/>
                  </a:cubicBezTo>
                  <a:cubicBezTo>
                    <a:pt x="350314" y="870941"/>
                    <a:pt x="406793" y="811983"/>
                    <a:pt x="473502" y="811983"/>
                  </a:cubicBezTo>
                  <a:cubicBezTo>
                    <a:pt x="632649" y="811983"/>
                    <a:pt x="760983" y="686445"/>
                    <a:pt x="760983" y="530157"/>
                  </a:cubicBezTo>
                  <a:cubicBezTo>
                    <a:pt x="760983" y="368723"/>
                    <a:pt x="632649" y="245725"/>
                    <a:pt x="473502" y="245725"/>
                  </a:cubicBezTo>
                  <a:cubicBezTo>
                    <a:pt x="373636" y="246094"/>
                    <a:pt x="281198" y="298552"/>
                    <a:pt x="229667" y="384097"/>
                  </a:cubicBezTo>
                  <a:cubicBezTo>
                    <a:pt x="196326" y="443283"/>
                    <a:pt x="121320" y="464230"/>
                    <a:pt x="62134" y="430888"/>
                  </a:cubicBezTo>
                  <a:cubicBezTo>
                    <a:pt x="2948" y="397547"/>
                    <a:pt x="-17999" y="322541"/>
                    <a:pt x="15343" y="263355"/>
                  </a:cubicBezTo>
                  <a:cubicBezTo>
                    <a:pt x="15769" y="262599"/>
                    <a:pt x="16201" y="261850"/>
                    <a:pt x="16645" y="261100"/>
                  </a:cubicBezTo>
                  <a:cubicBezTo>
                    <a:pt x="111346" y="98668"/>
                    <a:pt x="285480" y="-930"/>
                    <a:pt x="473502" y="-206"/>
                  </a:cubicBezTo>
                  <a:cubicBezTo>
                    <a:pt x="766129" y="-206"/>
                    <a:pt x="1007168" y="235497"/>
                    <a:pt x="1007168" y="530157"/>
                  </a:cubicBezTo>
                  <a:cubicBezTo>
                    <a:pt x="1007168" y="778693"/>
                    <a:pt x="832647" y="988792"/>
                    <a:pt x="596499" y="1042540"/>
                  </a:cubicBezTo>
                  <a:close/>
                  <a:moveTo>
                    <a:pt x="596690" y="1595965"/>
                  </a:moveTo>
                  <a:lnTo>
                    <a:pt x="596690" y="1642089"/>
                  </a:lnTo>
                  <a:cubicBezTo>
                    <a:pt x="596690" y="1713816"/>
                    <a:pt x="545356" y="1765086"/>
                    <a:pt x="473502" y="1765086"/>
                  </a:cubicBezTo>
                  <a:cubicBezTo>
                    <a:pt x="406387" y="1766001"/>
                    <a:pt x="351235" y="1712336"/>
                    <a:pt x="350314" y="1645221"/>
                  </a:cubicBezTo>
                  <a:cubicBezTo>
                    <a:pt x="350301" y="1644179"/>
                    <a:pt x="350301" y="1643131"/>
                    <a:pt x="350314" y="1642089"/>
                  </a:cubicBezTo>
                  <a:lnTo>
                    <a:pt x="350314" y="1595965"/>
                  </a:lnTo>
                  <a:cubicBezTo>
                    <a:pt x="351305" y="1528386"/>
                    <a:pt x="405923" y="1473882"/>
                    <a:pt x="473502" y="1473031"/>
                  </a:cubicBezTo>
                  <a:cubicBezTo>
                    <a:pt x="540585" y="1472078"/>
                    <a:pt x="595737" y="1525686"/>
                    <a:pt x="596690" y="1592769"/>
                  </a:cubicBezTo>
                  <a:cubicBezTo>
                    <a:pt x="596703" y="1593830"/>
                    <a:pt x="596703" y="1594897"/>
                    <a:pt x="596690" y="1595965"/>
                  </a:cubicBezTo>
                  <a:close/>
                </a:path>
              </a:pathLst>
            </a:custGeom>
            <a:solidFill>
              <a:srgbClr val="FFC545"/>
            </a:solidFill>
            <a:ln w="6346" cap="flat">
              <a:noFill/>
              <a:prstDash val="solid"/>
              <a:miter/>
            </a:ln>
          </p:spPr>
          <p:txBody>
            <a:bodyPr rtlCol="0" anchor="ctr"/>
            <a:lstStyle/>
            <a:p>
              <a:endParaRPr lang="zh-CN" altLang="en-US"/>
            </a:p>
          </p:txBody>
        </p:sp>
        <p:sp>
          <p:nvSpPr>
            <p:cNvPr id="79" name="任意多边形 43">
              <a:extLst>
                <a:ext uri="{FF2B5EF4-FFF2-40B4-BE49-F238E27FC236}">
                  <a16:creationId xmlns:a16="http://schemas.microsoft.com/office/drawing/2014/main" id="{44697E87-3C90-4A2C-AFCB-B6B18765D853}"/>
                </a:ext>
              </a:extLst>
            </p:cNvPr>
            <p:cNvSpPr/>
            <p:nvPr/>
          </p:nvSpPr>
          <p:spPr>
            <a:xfrm>
              <a:off x="6447837" y="2687348"/>
              <a:ext cx="549892" cy="723736"/>
            </a:xfrm>
            <a:custGeom>
              <a:avLst/>
              <a:gdLst>
                <a:gd name="connsiteX0" fmla="*/ 104936 w 485675"/>
                <a:gd name="connsiteY0" fmla="*/ 49599 h 639217"/>
                <a:gd name="connsiteX1" fmla="*/ 228188 w 485675"/>
                <a:gd name="connsiteY1" fmla="*/ 397943 h 639217"/>
                <a:gd name="connsiteX2" fmla="*/ 282126 w 485675"/>
                <a:gd name="connsiteY2" fmla="*/ 492733 h 639217"/>
                <a:gd name="connsiteX3" fmla="*/ 305252 w 485675"/>
                <a:gd name="connsiteY3" fmla="*/ 523482 h 639217"/>
                <a:gd name="connsiteX4" fmla="*/ 315544 w 485675"/>
                <a:gd name="connsiteY4" fmla="*/ 533711 h 639217"/>
                <a:gd name="connsiteX5" fmla="*/ 294959 w 485675"/>
                <a:gd name="connsiteY5" fmla="*/ 533711 h 639217"/>
                <a:gd name="connsiteX6" fmla="*/ 310398 w 485675"/>
                <a:gd name="connsiteY6" fmla="*/ 513253 h 639217"/>
                <a:gd name="connsiteX7" fmla="*/ 341210 w 485675"/>
                <a:gd name="connsiteY7" fmla="*/ 456837 h 639217"/>
                <a:gd name="connsiteX8" fmla="*/ 379711 w 485675"/>
                <a:gd name="connsiteY8" fmla="*/ 308300 h 639217"/>
                <a:gd name="connsiteX9" fmla="*/ 484982 w 485675"/>
                <a:gd name="connsiteY9" fmla="*/ 308300 h 639217"/>
                <a:gd name="connsiteX10" fmla="*/ 364272 w 485675"/>
                <a:gd name="connsiteY10" fmla="*/ 613252 h 639217"/>
                <a:gd name="connsiteX11" fmla="*/ 179395 w 485675"/>
                <a:gd name="connsiteY11" fmla="*/ 528692 h 639217"/>
                <a:gd name="connsiteX12" fmla="*/ 53602 w 485675"/>
                <a:gd name="connsiteY12" fmla="*/ 267449 h 639217"/>
                <a:gd name="connsiteX13" fmla="*/ -336 w 485675"/>
                <a:gd name="connsiteY13" fmla="*/ 49726 h 639217"/>
                <a:gd name="connsiteX14" fmla="*/ 104936 w 485675"/>
                <a:gd name="connsiteY14" fmla="*/ 49726 h 6392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485675" h="639217">
                  <a:moveTo>
                    <a:pt x="104936" y="49599"/>
                  </a:moveTo>
                  <a:cubicBezTo>
                    <a:pt x="115228" y="172533"/>
                    <a:pt x="174312" y="290384"/>
                    <a:pt x="228188" y="397943"/>
                  </a:cubicBezTo>
                  <a:cubicBezTo>
                    <a:pt x="246167" y="431234"/>
                    <a:pt x="261605" y="461983"/>
                    <a:pt x="282126" y="492733"/>
                  </a:cubicBezTo>
                  <a:lnTo>
                    <a:pt x="305252" y="523482"/>
                  </a:lnTo>
                  <a:cubicBezTo>
                    <a:pt x="307793" y="528565"/>
                    <a:pt x="320626" y="536188"/>
                    <a:pt x="315544" y="533711"/>
                  </a:cubicBezTo>
                  <a:cubicBezTo>
                    <a:pt x="297564" y="541398"/>
                    <a:pt x="290131" y="541398"/>
                    <a:pt x="294959" y="533711"/>
                  </a:cubicBezTo>
                  <a:cubicBezTo>
                    <a:pt x="302647" y="528565"/>
                    <a:pt x="305252" y="521004"/>
                    <a:pt x="310398" y="513253"/>
                  </a:cubicBezTo>
                  <a:cubicBezTo>
                    <a:pt x="322596" y="495566"/>
                    <a:pt x="332951" y="476659"/>
                    <a:pt x="341210" y="456837"/>
                  </a:cubicBezTo>
                  <a:cubicBezTo>
                    <a:pt x="364145" y="410497"/>
                    <a:pt x="377233" y="359932"/>
                    <a:pt x="379711" y="308300"/>
                  </a:cubicBezTo>
                  <a:cubicBezTo>
                    <a:pt x="382252" y="241719"/>
                    <a:pt x="490129" y="241719"/>
                    <a:pt x="484982" y="308300"/>
                  </a:cubicBezTo>
                  <a:cubicBezTo>
                    <a:pt x="479837" y="410777"/>
                    <a:pt x="441336" y="541398"/>
                    <a:pt x="364272" y="613252"/>
                  </a:cubicBezTo>
                  <a:cubicBezTo>
                    <a:pt x="287208" y="685107"/>
                    <a:pt x="218149" y="590190"/>
                    <a:pt x="179395" y="528692"/>
                  </a:cubicBezTo>
                  <a:cubicBezTo>
                    <a:pt x="128061" y="446736"/>
                    <a:pt x="92102" y="357156"/>
                    <a:pt x="53602" y="267449"/>
                  </a:cubicBezTo>
                  <a:cubicBezTo>
                    <a:pt x="25185" y="197869"/>
                    <a:pt x="7014" y="124528"/>
                    <a:pt x="-336" y="49726"/>
                  </a:cubicBezTo>
                  <a:cubicBezTo>
                    <a:pt x="-5419" y="-16855"/>
                    <a:pt x="99853" y="-16855"/>
                    <a:pt x="104936" y="49726"/>
                  </a:cubicBezTo>
                  <a:close/>
                </a:path>
              </a:pathLst>
            </a:custGeom>
            <a:solidFill>
              <a:srgbClr val="FED0D6"/>
            </a:solidFill>
            <a:ln w="6346" cap="flat">
              <a:noFill/>
              <a:prstDash val="solid"/>
              <a:miter/>
            </a:ln>
          </p:spPr>
          <p:txBody>
            <a:bodyPr rtlCol="0" anchor="ctr"/>
            <a:lstStyle/>
            <a:p>
              <a:endParaRPr lang="zh-CN" altLang="en-US"/>
            </a:p>
          </p:txBody>
        </p:sp>
        <p:sp>
          <p:nvSpPr>
            <p:cNvPr id="80" name="任意多边形 44">
              <a:extLst>
                <a:ext uri="{FF2B5EF4-FFF2-40B4-BE49-F238E27FC236}">
                  <a16:creationId xmlns:a16="http://schemas.microsoft.com/office/drawing/2014/main" id="{C117B752-09EE-4393-BD65-921BCF4B71BD}"/>
                </a:ext>
              </a:extLst>
            </p:cNvPr>
            <p:cNvSpPr/>
            <p:nvPr/>
          </p:nvSpPr>
          <p:spPr>
            <a:xfrm>
              <a:off x="6450484" y="2821356"/>
              <a:ext cx="595677" cy="626971"/>
            </a:xfrm>
            <a:custGeom>
              <a:avLst/>
              <a:gdLst>
                <a:gd name="connsiteX0" fmla="*/ 391667 w 526113"/>
                <a:gd name="connsiteY0" fmla="*/ 53983 h 553753"/>
                <a:gd name="connsiteX1" fmla="*/ 525083 w 526113"/>
                <a:gd name="connsiteY1" fmla="*/ 215734 h 553753"/>
                <a:gd name="connsiteX2" fmla="*/ 273815 w 526113"/>
                <a:gd name="connsiteY2" fmla="*/ 552135 h 553753"/>
                <a:gd name="connsiteX3" fmla="*/ -514 w 526113"/>
                <a:gd name="connsiteY3" fmla="*/ 53983 h 553753"/>
                <a:gd name="connsiteX4" fmla="*/ 137540 w 526113"/>
                <a:gd name="connsiteY4" fmla="*/ -210 h 553753"/>
                <a:gd name="connsiteX5" fmla="*/ 299037 w 526113"/>
                <a:gd name="connsiteY5" fmla="*/ 364398 h 553753"/>
                <a:gd name="connsiteX6" fmla="*/ 391667 w 526113"/>
                <a:gd name="connsiteY6" fmla="*/ 53983 h 5537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526113" h="553753">
                  <a:moveTo>
                    <a:pt x="391667" y="53983"/>
                  </a:moveTo>
                  <a:cubicBezTo>
                    <a:pt x="391667" y="53983"/>
                    <a:pt x="535248" y="69357"/>
                    <a:pt x="525083" y="215734"/>
                  </a:cubicBezTo>
                  <a:cubicBezTo>
                    <a:pt x="514791" y="364653"/>
                    <a:pt x="391667" y="572656"/>
                    <a:pt x="273815" y="552135"/>
                  </a:cubicBezTo>
                  <a:cubicBezTo>
                    <a:pt x="155837" y="529009"/>
                    <a:pt x="27630" y="187463"/>
                    <a:pt x="-514" y="53983"/>
                  </a:cubicBezTo>
                  <a:lnTo>
                    <a:pt x="137540" y="-210"/>
                  </a:lnTo>
                  <a:cubicBezTo>
                    <a:pt x="137540" y="-210"/>
                    <a:pt x="275975" y="356711"/>
                    <a:pt x="299037" y="364398"/>
                  </a:cubicBezTo>
                  <a:lnTo>
                    <a:pt x="391667" y="53983"/>
                  </a:lnTo>
                  <a:close/>
                </a:path>
              </a:pathLst>
            </a:custGeom>
            <a:solidFill>
              <a:srgbClr val="434CC0"/>
            </a:solidFill>
            <a:ln w="6346" cap="flat">
              <a:noFill/>
              <a:prstDash val="solid"/>
              <a:miter/>
            </a:ln>
          </p:spPr>
          <p:txBody>
            <a:bodyPr rtlCol="0" anchor="ctr"/>
            <a:lstStyle/>
            <a:p>
              <a:endParaRPr lang="zh-CN" altLang="en-US"/>
            </a:p>
          </p:txBody>
        </p:sp>
        <p:sp>
          <p:nvSpPr>
            <p:cNvPr id="81" name="任意多边形 45">
              <a:extLst>
                <a:ext uri="{FF2B5EF4-FFF2-40B4-BE49-F238E27FC236}">
                  <a16:creationId xmlns:a16="http://schemas.microsoft.com/office/drawing/2014/main" id="{4E64D6D6-0912-44D5-A239-9D9A275114E4}"/>
                </a:ext>
              </a:extLst>
            </p:cNvPr>
            <p:cNvSpPr/>
            <p:nvPr/>
          </p:nvSpPr>
          <p:spPr>
            <a:xfrm>
              <a:off x="8263601" y="2004798"/>
              <a:ext cx="273214" cy="237195"/>
            </a:xfrm>
            <a:custGeom>
              <a:avLst/>
              <a:gdLst>
                <a:gd name="connsiteX0" fmla="*/ -513 w 241308"/>
                <a:gd name="connsiteY0" fmla="*/ 130082 h 209495"/>
                <a:gd name="connsiteX1" fmla="*/ 215813 w 241308"/>
                <a:gd name="connsiteY1" fmla="*/ 56513 h 209495"/>
                <a:gd name="connsiteX2" fmla="*/ 122294 w 241308"/>
                <a:gd name="connsiteY2" fmla="*/ 208608 h 209495"/>
                <a:gd name="connsiteX3" fmla="*/ 21470 w 241308"/>
                <a:gd name="connsiteY3" fmla="*/ 130972 h 209495"/>
              </a:gdLst>
              <a:ahLst/>
              <a:cxnLst>
                <a:cxn ang="0">
                  <a:pos x="connsiteX0" y="connsiteY0"/>
                </a:cxn>
                <a:cxn ang="0">
                  <a:pos x="connsiteX1" y="connsiteY1"/>
                </a:cxn>
                <a:cxn ang="0">
                  <a:pos x="connsiteX2" y="connsiteY2"/>
                </a:cxn>
                <a:cxn ang="0">
                  <a:pos x="connsiteX3" y="connsiteY3"/>
                </a:cxn>
              </a:cxnLst>
              <a:rect l="l" t="t" r="r" b="b"/>
              <a:pathLst>
                <a:path w="241308" h="209495">
                  <a:moveTo>
                    <a:pt x="-513" y="130082"/>
                  </a:moveTo>
                  <a:cubicBezTo>
                    <a:pt x="-1084" y="1177"/>
                    <a:pt x="150439" y="-48188"/>
                    <a:pt x="215813" y="56513"/>
                  </a:cubicBezTo>
                  <a:cubicBezTo>
                    <a:pt x="281187" y="161213"/>
                    <a:pt x="207046" y="216104"/>
                    <a:pt x="122294" y="208608"/>
                  </a:cubicBezTo>
                  <a:cubicBezTo>
                    <a:pt x="37543" y="201111"/>
                    <a:pt x="21470" y="130972"/>
                    <a:pt x="21470" y="130972"/>
                  </a:cubicBezTo>
                  <a:close/>
                </a:path>
              </a:pathLst>
            </a:custGeom>
            <a:solidFill>
              <a:srgbClr val="981D04"/>
            </a:solidFill>
            <a:ln w="6346" cap="flat">
              <a:noFill/>
              <a:prstDash val="solid"/>
              <a:miter/>
            </a:ln>
          </p:spPr>
          <p:txBody>
            <a:bodyPr rtlCol="0" anchor="ctr"/>
            <a:lstStyle/>
            <a:p>
              <a:endParaRPr lang="zh-CN" altLang="en-US"/>
            </a:p>
          </p:txBody>
        </p:sp>
        <p:sp>
          <p:nvSpPr>
            <p:cNvPr id="82" name="任意多边形 46">
              <a:extLst>
                <a:ext uri="{FF2B5EF4-FFF2-40B4-BE49-F238E27FC236}">
                  <a16:creationId xmlns:a16="http://schemas.microsoft.com/office/drawing/2014/main" id="{370D2A08-F417-466D-8E7E-E51F8CAB7450}"/>
                </a:ext>
              </a:extLst>
            </p:cNvPr>
            <p:cNvSpPr/>
            <p:nvPr/>
          </p:nvSpPr>
          <p:spPr>
            <a:xfrm>
              <a:off x="8197929" y="2105151"/>
              <a:ext cx="197911" cy="239513"/>
            </a:xfrm>
            <a:custGeom>
              <a:avLst/>
              <a:gdLst>
                <a:gd name="connsiteX0" fmla="*/ -514 w 174799"/>
                <a:gd name="connsiteY0" fmla="*/ 24739 h 211542"/>
                <a:gd name="connsiteX1" fmla="*/ 166701 w 174799"/>
                <a:gd name="connsiteY1" fmla="*/ 92020 h 211542"/>
                <a:gd name="connsiteX2" fmla="*/ 160348 w 174799"/>
                <a:gd name="connsiteY2" fmla="*/ 211332 h 211542"/>
              </a:gdLst>
              <a:ahLst/>
              <a:cxnLst>
                <a:cxn ang="0">
                  <a:pos x="connsiteX0" y="connsiteY0"/>
                </a:cxn>
                <a:cxn ang="0">
                  <a:pos x="connsiteX1" y="connsiteY1"/>
                </a:cxn>
                <a:cxn ang="0">
                  <a:pos x="connsiteX2" y="connsiteY2"/>
                </a:cxn>
              </a:cxnLst>
              <a:rect l="l" t="t" r="r" b="b"/>
              <a:pathLst>
                <a:path w="174799" h="211542">
                  <a:moveTo>
                    <a:pt x="-514" y="24739"/>
                  </a:moveTo>
                  <a:cubicBezTo>
                    <a:pt x="35890" y="-41461"/>
                    <a:pt x="146498" y="39161"/>
                    <a:pt x="166701" y="92020"/>
                  </a:cubicBezTo>
                  <a:cubicBezTo>
                    <a:pt x="186904" y="144878"/>
                    <a:pt x="160348" y="211332"/>
                    <a:pt x="160348" y="211332"/>
                  </a:cubicBezTo>
                  <a:close/>
                </a:path>
              </a:pathLst>
            </a:custGeom>
            <a:solidFill>
              <a:srgbClr val="F93F57"/>
            </a:solidFill>
            <a:ln w="6346" cap="flat">
              <a:noFill/>
              <a:prstDash val="solid"/>
              <a:miter/>
            </a:ln>
          </p:spPr>
          <p:txBody>
            <a:bodyPr rtlCol="0" anchor="ctr"/>
            <a:lstStyle/>
            <a:p>
              <a:endParaRPr lang="zh-CN" altLang="en-US"/>
            </a:p>
          </p:txBody>
        </p:sp>
        <p:sp>
          <p:nvSpPr>
            <p:cNvPr id="83" name="任意多边形 47">
              <a:extLst>
                <a:ext uri="{FF2B5EF4-FFF2-40B4-BE49-F238E27FC236}">
                  <a16:creationId xmlns:a16="http://schemas.microsoft.com/office/drawing/2014/main" id="{D2095585-8FE2-4AD4-8994-323F0016C9C5}"/>
                </a:ext>
              </a:extLst>
            </p:cNvPr>
            <p:cNvSpPr/>
            <p:nvPr/>
          </p:nvSpPr>
          <p:spPr>
            <a:xfrm>
              <a:off x="7774250" y="2086348"/>
              <a:ext cx="652587" cy="579300"/>
            </a:xfrm>
            <a:custGeom>
              <a:avLst/>
              <a:gdLst>
                <a:gd name="connsiteX0" fmla="*/ -514 w 576377"/>
                <a:gd name="connsiteY0" fmla="*/ 291788 h 511649"/>
                <a:gd name="connsiteX1" fmla="*/ 355898 w 576377"/>
                <a:gd name="connsiteY1" fmla="*/ 7992 h 511649"/>
                <a:gd name="connsiteX2" fmla="*/ 556976 w 576377"/>
                <a:gd name="connsiteY2" fmla="*/ 175842 h 511649"/>
                <a:gd name="connsiteX3" fmla="*/ 473114 w 576377"/>
                <a:gd name="connsiteY3" fmla="*/ 482701 h 511649"/>
                <a:gd name="connsiteX4" fmla="*/ -514 w 576377"/>
                <a:gd name="connsiteY4" fmla="*/ 291661 h 51164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76377" h="511649">
                  <a:moveTo>
                    <a:pt x="-514" y="291788"/>
                  </a:moveTo>
                  <a:cubicBezTo>
                    <a:pt x="10667" y="33341"/>
                    <a:pt x="203739" y="-24473"/>
                    <a:pt x="355898" y="7992"/>
                  </a:cubicBezTo>
                  <a:cubicBezTo>
                    <a:pt x="508056" y="40456"/>
                    <a:pt x="556976" y="175842"/>
                    <a:pt x="556976" y="175842"/>
                  </a:cubicBezTo>
                  <a:cubicBezTo>
                    <a:pt x="556976" y="175842"/>
                    <a:pt x="635247" y="359195"/>
                    <a:pt x="473114" y="482701"/>
                  </a:cubicBezTo>
                  <a:cubicBezTo>
                    <a:pt x="310981" y="606206"/>
                    <a:pt x="-514" y="291661"/>
                    <a:pt x="-514" y="291661"/>
                  </a:cubicBezTo>
                  <a:close/>
                </a:path>
              </a:pathLst>
            </a:custGeom>
            <a:solidFill>
              <a:srgbClr val="981D04"/>
            </a:solidFill>
            <a:ln w="6346" cap="flat">
              <a:noFill/>
              <a:prstDash val="solid"/>
              <a:miter/>
            </a:ln>
          </p:spPr>
          <p:txBody>
            <a:bodyPr rtlCol="0" anchor="ctr"/>
            <a:lstStyle/>
            <a:p>
              <a:endParaRPr lang="zh-CN" altLang="en-US"/>
            </a:p>
          </p:txBody>
        </p:sp>
        <p:sp>
          <p:nvSpPr>
            <p:cNvPr id="84" name="任意多边形 48">
              <a:extLst>
                <a:ext uri="{FF2B5EF4-FFF2-40B4-BE49-F238E27FC236}">
                  <a16:creationId xmlns:a16="http://schemas.microsoft.com/office/drawing/2014/main" id="{F0AC5BA8-1E80-4397-858B-9370313D8E4B}"/>
                </a:ext>
              </a:extLst>
            </p:cNvPr>
            <p:cNvSpPr/>
            <p:nvPr/>
          </p:nvSpPr>
          <p:spPr>
            <a:xfrm>
              <a:off x="7926027" y="2682959"/>
              <a:ext cx="248884" cy="276290"/>
            </a:xfrm>
            <a:custGeom>
              <a:avLst/>
              <a:gdLst>
                <a:gd name="connsiteX0" fmla="*/ 109395 w 219819"/>
                <a:gd name="connsiteY0" fmla="*/ 243815 h 244025"/>
                <a:gd name="connsiteX1" fmla="*/ 109395 w 219819"/>
                <a:gd name="connsiteY1" fmla="*/ 243815 h 244025"/>
                <a:gd name="connsiteX2" fmla="*/ -514 w 219819"/>
                <a:gd name="connsiteY2" fmla="*/ 160906 h 244025"/>
                <a:gd name="connsiteX3" fmla="*/ -514 w 219819"/>
                <a:gd name="connsiteY3" fmla="*/ -210 h 244025"/>
                <a:gd name="connsiteX4" fmla="*/ 219305 w 219819"/>
                <a:gd name="connsiteY4" fmla="*/ -210 h 244025"/>
                <a:gd name="connsiteX5" fmla="*/ 219305 w 219819"/>
                <a:gd name="connsiteY5" fmla="*/ 160017 h 244025"/>
                <a:gd name="connsiteX6" fmla="*/ 110602 w 219819"/>
                <a:gd name="connsiteY6" fmla="*/ 243815 h 2440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19819" h="244025">
                  <a:moveTo>
                    <a:pt x="109395" y="243815"/>
                  </a:moveTo>
                  <a:lnTo>
                    <a:pt x="109395" y="243815"/>
                  </a:lnTo>
                  <a:cubicBezTo>
                    <a:pt x="48976" y="243815"/>
                    <a:pt x="-197" y="206967"/>
                    <a:pt x="-514" y="160906"/>
                  </a:cubicBezTo>
                  <a:lnTo>
                    <a:pt x="-514" y="-210"/>
                  </a:lnTo>
                  <a:lnTo>
                    <a:pt x="219305" y="-210"/>
                  </a:lnTo>
                  <a:lnTo>
                    <a:pt x="219305" y="160017"/>
                  </a:lnTo>
                  <a:cubicBezTo>
                    <a:pt x="219305" y="206014"/>
                    <a:pt x="170958" y="243498"/>
                    <a:pt x="110602" y="243815"/>
                  </a:cubicBezTo>
                  <a:close/>
                </a:path>
              </a:pathLst>
            </a:custGeom>
            <a:solidFill>
              <a:srgbClr val="FF93B1"/>
            </a:solidFill>
            <a:ln w="6346" cap="flat">
              <a:noFill/>
              <a:prstDash val="solid"/>
              <a:miter/>
            </a:ln>
          </p:spPr>
          <p:txBody>
            <a:bodyPr rtlCol="0" anchor="ctr"/>
            <a:lstStyle/>
            <a:p>
              <a:endParaRPr lang="zh-CN" altLang="en-US"/>
            </a:p>
          </p:txBody>
        </p:sp>
        <p:sp>
          <p:nvSpPr>
            <p:cNvPr id="85" name="任意多边形 49">
              <a:extLst>
                <a:ext uri="{FF2B5EF4-FFF2-40B4-BE49-F238E27FC236}">
                  <a16:creationId xmlns:a16="http://schemas.microsoft.com/office/drawing/2014/main" id="{193351AD-DF5E-4EA0-9FD7-277D43CC9FB8}"/>
                </a:ext>
              </a:extLst>
            </p:cNvPr>
            <p:cNvSpPr/>
            <p:nvPr/>
          </p:nvSpPr>
          <p:spPr>
            <a:xfrm>
              <a:off x="7730087" y="2415564"/>
              <a:ext cx="132524" cy="169000"/>
            </a:xfrm>
            <a:custGeom>
              <a:avLst/>
              <a:gdLst>
                <a:gd name="connsiteX0" fmla="*/ 93764 w 117048"/>
                <a:gd name="connsiteY0" fmla="*/ 41043 h 149264"/>
                <a:gd name="connsiteX1" fmla="*/ 1072 w 117048"/>
                <a:gd name="connsiteY1" fmla="*/ 45490 h 149264"/>
                <a:gd name="connsiteX2" fmla="*/ 95670 w 117048"/>
                <a:gd name="connsiteY2" fmla="*/ 138183 h 149264"/>
                <a:gd name="connsiteX3" fmla="*/ 93764 w 117048"/>
                <a:gd name="connsiteY3" fmla="*/ 41043 h 149264"/>
              </a:gdLst>
              <a:ahLst/>
              <a:cxnLst>
                <a:cxn ang="0">
                  <a:pos x="connsiteX0" y="connsiteY0"/>
                </a:cxn>
                <a:cxn ang="0">
                  <a:pos x="connsiteX1" y="connsiteY1"/>
                </a:cxn>
                <a:cxn ang="0">
                  <a:pos x="connsiteX2" y="connsiteY2"/>
                </a:cxn>
                <a:cxn ang="0">
                  <a:pos x="connsiteX3" y="connsiteY3"/>
                </a:cxn>
              </a:cxnLst>
              <a:rect l="l" t="t" r="r" b="b"/>
              <a:pathLst>
                <a:path w="117048" h="149264">
                  <a:moveTo>
                    <a:pt x="93764" y="41043"/>
                  </a:moveTo>
                  <a:cubicBezTo>
                    <a:pt x="64540" y="-28842"/>
                    <a:pt x="9394" y="2098"/>
                    <a:pt x="1072" y="45490"/>
                  </a:cubicBezTo>
                  <a:cubicBezTo>
                    <a:pt x="-10936" y="108450"/>
                    <a:pt x="47640" y="175857"/>
                    <a:pt x="95670" y="138183"/>
                  </a:cubicBezTo>
                  <a:cubicBezTo>
                    <a:pt x="143700" y="100509"/>
                    <a:pt x="93764" y="41043"/>
                    <a:pt x="93764" y="41043"/>
                  </a:cubicBezTo>
                  <a:close/>
                </a:path>
              </a:pathLst>
            </a:custGeom>
            <a:solidFill>
              <a:srgbClr val="FED0D6"/>
            </a:solidFill>
            <a:ln w="6346" cap="flat">
              <a:noFill/>
              <a:prstDash val="solid"/>
              <a:miter/>
            </a:ln>
          </p:spPr>
          <p:txBody>
            <a:bodyPr rtlCol="0" anchor="ctr"/>
            <a:lstStyle/>
            <a:p>
              <a:endParaRPr lang="zh-CN" altLang="en-US"/>
            </a:p>
          </p:txBody>
        </p:sp>
        <p:sp>
          <p:nvSpPr>
            <p:cNvPr id="86" name="任意多边形 50">
              <a:extLst>
                <a:ext uri="{FF2B5EF4-FFF2-40B4-BE49-F238E27FC236}">
                  <a16:creationId xmlns:a16="http://schemas.microsoft.com/office/drawing/2014/main" id="{430330AC-3F89-418C-A28E-761A0517E2FE}"/>
                </a:ext>
              </a:extLst>
            </p:cNvPr>
            <p:cNvSpPr/>
            <p:nvPr/>
          </p:nvSpPr>
          <p:spPr>
            <a:xfrm>
              <a:off x="8248927" y="2523567"/>
              <a:ext cx="148402" cy="155616"/>
            </a:xfrm>
            <a:custGeom>
              <a:avLst/>
              <a:gdLst>
                <a:gd name="connsiteX0" fmla="*/ 44850 w 131071"/>
                <a:gd name="connsiteY0" fmla="*/ 23606 h 137443"/>
                <a:gd name="connsiteX1" fmla="*/ 129474 w 131071"/>
                <a:gd name="connsiteY1" fmla="*/ 61725 h 137443"/>
                <a:gd name="connsiteX2" fmla="*/ 7430 w 131071"/>
                <a:gd name="connsiteY2" fmla="*/ 113122 h 137443"/>
                <a:gd name="connsiteX3" fmla="*/ 44850 w 131071"/>
                <a:gd name="connsiteY3" fmla="*/ 23479 h 137443"/>
              </a:gdLst>
              <a:ahLst/>
              <a:cxnLst>
                <a:cxn ang="0">
                  <a:pos x="connsiteX0" y="connsiteY0"/>
                </a:cxn>
                <a:cxn ang="0">
                  <a:pos x="connsiteX1" y="connsiteY1"/>
                </a:cxn>
                <a:cxn ang="0">
                  <a:pos x="connsiteX2" y="connsiteY2"/>
                </a:cxn>
                <a:cxn ang="0">
                  <a:pos x="connsiteX3" y="connsiteY3"/>
                </a:cxn>
              </a:cxnLst>
              <a:rect l="l" t="t" r="r" b="b"/>
              <a:pathLst>
                <a:path w="131071" h="137443">
                  <a:moveTo>
                    <a:pt x="44850" y="23606"/>
                  </a:moveTo>
                  <a:cubicBezTo>
                    <a:pt x="97708" y="-30396"/>
                    <a:pt x="137734" y="18397"/>
                    <a:pt x="129474" y="61725"/>
                  </a:cubicBezTo>
                  <a:cubicBezTo>
                    <a:pt x="117466" y="124685"/>
                    <a:pt x="38115" y="165790"/>
                    <a:pt x="7430" y="113122"/>
                  </a:cubicBezTo>
                  <a:cubicBezTo>
                    <a:pt x="-23256" y="60455"/>
                    <a:pt x="44850" y="23479"/>
                    <a:pt x="44850" y="23479"/>
                  </a:cubicBezTo>
                  <a:close/>
                </a:path>
              </a:pathLst>
            </a:custGeom>
            <a:solidFill>
              <a:srgbClr val="FED0D6"/>
            </a:solidFill>
            <a:ln w="6346" cap="flat">
              <a:noFill/>
              <a:prstDash val="solid"/>
              <a:miter/>
            </a:ln>
          </p:spPr>
          <p:txBody>
            <a:bodyPr rtlCol="0" anchor="ctr"/>
            <a:lstStyle/>
            <a:p>
              <a:endParaRPr lang="zh-CN" altLang="en-US"/>
            </a:p>
          </p:txBody>
        </p:sp>
        <p:sp>
          <p:nvSpPr>
            <p:cNvPr id="87" name="任意多边形 51">
              <a:extLst>
                <a:ext uri="{FF2B5EF4-FFF2-40B4-BE49-F238E27FC236}">
                  <a16:creationId xmlns:a16="http://schemas.microsoft.com/office/drawing/2014/main" id="{33FAA2F8-254F-4398-96A1-FE7F976BC0FB}"/>
                </a:ext>
              </a:extLst>
            </p:cNvPr>
            <p:cNvSpPr/>
            <p:nvPr/>
          </p:nvSpPr>
          <p:spPr>
            <a:xfrm>
              <a:off x="7809723" y="2240589"/>
              <a:ext cx="532212" cy="546181"/>
            </a:xfrm>
            <a:custGeom>
              <a:avLst/>
              <a:gdLst>
                <a:gd name="connsiteX0" fmla="*/ 180923 w 470060"/>
                <a:gd name="connsiteY0" fmla="*/ 478301 h 482397"/>
                <a:gd name="connsiteX1" fmla="*/ 29463 w 470060"/>
                <a:gd name="connsiteY1" fmla="*/ 77479 h 482397"/>
                <a:gd name="connsiteX2" fmla="*/ 469484 w 470060"/>
                <a:gd name="connsiteY2" fmla="*/ 161341 h 482397"/>
                <a:gd name="connsiteX3" fmla="*/ 180923 w 470060"/>
                <a:gd name="connsiteY3" fmla="*/ 478301 h 482397"/>
              </a:gdLst>
              <a:ahLst/>
              <a:cxnLst>
                <a:cxn ang="0">
                  <a:pos x="connsiteX0" y="connsiteY0"/>
                </a:cxn>
                <a:cxn ang="0">
                  <a:pos x="connsiteX1" y="connsiteY1"/>
                </a:cxn>
                <a:cxn ang="0">
                  <a:pos x="connsiteX2" y="connsiteY2"/>
                </a:cxn>
                <a:cxn ang="0">
                  <a:pos x="connsiteX3" y="connsiteY3"/>
                </a:cxn>
              </a:cxnLst>
              <a:rect l="l" t="t" r="r" b="b"/>
              <a:pathLst>
                <a:path w="470060" h="482397">
                  <a:moveTo>
                    <a:pt x="180923" y="478301"/>
                  </a:moveTo>
                  <a:cubicBezTo>
                    <a:pt x="19045" y="447488"/>
                    <a:pt x="-42962" y="252065"/>
                    <a:pt x="29463" y="77479"/>
                  </a:cubicBezTo>
                  <a:cubicBezTo>
                    <a:pt x="89247" y="-66293"/>
                    <a:pt x="466880" y="5688"/>
                    <a:pt x="469484" y="161341"/>
                  </a:cubicBezTo>
                  <a:cubicBezTo>
                    <a:pt x="472788" y="350348"/>
                    <a:pt x="342929" y="509304"/>
                    <a:pt x="180923" y="478301"/>
                  </a:cubicBezTo>
                  <a:close/>
                </a:path>
              </a:pathLst>
            </a:custGeom>
            <a:solidFill>
              <a:srgbClr val="FED0D6"/>
            </a:solidFill>
            <a:ln w="6346" cap="flat">
              <a:noFill/>
              <a:prstDash val="solid"/>
              <a:miter/>
            </a:ln>
          </p:spPr>
          <p:txBody>
            <a:bodyPr rtlCol="0" anchor="ctr"/>
            <a:lstStyle/>
            <a:p>
              <a:endParaRPr lang="zh-CN" altLang="en-US"/>
            </a:p>
          </p:txBody>
        </p:sp>
        <p:sp>
          <p:nvSpPr>
            <p:cNvPr id="88" name="任意多边形 52">
              <a:extLst>
                <a:ext uri="{FF2B5EF4-FFF2-40B4-BE49-F238E27FC236}">
                  <a16:creationId xmlns:a16="http://schemas.microsoft.com/office/drawing/2014/main" id="{7C650052-E21D-4039-84D8-171C46E0FD7D}"/>
                </a:ext>
              </a:extLst>
            </p:cNvPr>
            <p:cNvSpPr/>
            <p:nvPr/>
          </p:nvSpPr>
          <p:spPr>
            <a:xfrm>
              <a:off x="7789201" y="2165401"/>
              <a:ext cx="375782" cy="560573"/>
            </a:xfrm>
            <a:custGeom>
              <a:avLst/>
              <a:gdLst>
                <a:gd name="connsiteX0" fmla="*/ 331384 w 331898"/>
                <a:gd name="connsiteY0" fmla="*/ 36709 h 495109"/>
                <a:gd name="connsiteX1" fmla="*/ 61184 w 331898"/>
                <a:gd name="connsiteY1" fmla="*/ 494899 h 495109"/>
                <a:gd name="connsiteX2" fmla="*/ 61184 w 331898"/>
                <a:gd name="connsiteY2" fmla="*/ 494899 h 495109"/>
                <a:gd name="connsiteX3" fmla="*/ 42633 w 331898"/>
                <a:gd name="connsiteY3" fmla="*/ 73430 h 495109"/>
                <a:gd name="connsiteX4" fmla="*/ 331384 w 331898"/>
                <a:gd name="connsiteY4" fmla="*/ 36709 h 49510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31898" h="495109">
                  <a:moveTo>
                    <a:pt x="331384" y="36709"/>
                  </a:moveTo>
                  <a:cubicBezTo>
                    <a:pt x="45491" y="74002"/>
                    <a:pt x="40409" y="335308"/>
                    <a:pt x="61184" y="494899"/>
                  </a:cubicBezTo>
                  <a:lnTo>
                    <a:pt x="61184" y="494899"/>
                  </a:lnTo>
                  <a:cubicBezTo>
                    <a:pt x="61184" y="494899"/>
                    <a:pt x="-64292" y="213962"/>
                    <a:pt x="42633" y="73430"/>
                  </a:cubicBezTo>
                  <a:cubicBezTo>
                    <a:pt x="149556" y="-67102"/>
                    <a:pt x="331384" y="36709"/>
                    <a:pt x="331384" y="36709"/>
                  </a:cubicBezTo>
                  <a:close/>
                </a:path>
              </a:pathLst>
            </a:custGeom>
            <a:solidFill>
              <a:srgbClr val="981D04"/>
            </a:solidFill>
            <a:ln w="6346" cap="flat">
              <a:noFill/>
              <a:prstDash val="solid"/>
              <a:miter/>
            </a:ln>
          </p:spPr>
          <p:txBody>
            <a:bodyPr rtlCol="0" anchor="ctr"/>
            <a:lstStyle/>
            <a:p>
              <a:endParaRPr lang="zh-CN" altLang="en-US"/>
            </a:p>
          </p:txBody>
        </p:sp>
        <p:sp>
          <p:nvSpPr>
            <p:cNvPr id="89" name="任意多边形 53">
              <a:extLst>
                <a:ext uri="{FF2B5EF4-FFF2-40B4-BE49-F238E27FC236}">
                  <a16:creationId xmlns:a16="http://schemas.microsoft.com/office/drawing/2014/main" id="{B6DCC3AB-1D58-47A7-88B5-EE7FDFD0AFA3}"/>
                </a:ext>
              </a:extLst>
            </p:cNvPr>
            <p:cNvSpPr/>
            <p:nvPr/>
          </p:nvSpPr>
          <p:spPr>
            <a:xfrm>
              <a:off x="7703109" y="2838260"/>
              <a:ext cx="683282" cy="765140"/>
            </a:xfrm>
            <a:custGeom>
              <a:avLst/>
              <a:gdLst>
                <a:gd name="connsiteX0" fmla="*/ 602973 w 603487"/>
                <a:gd name="connsiteY0" fmla="*/ 61225 h 675786"/>
                <a:gd name="connsiteX1" fmla="*/ 415491 w 603487"/>
                <a:gd name="connsiteY1" fmla="*/ -210 h 675786"/>
                <a:gd name="connsiteX2" fmla="*/ 302532 w 603487"/>
                <a:gd name="connsiteY2" fmla="*/ 86828 h 675786"/>
                <a:gd name="connsiteX3" fmla="*/ 299927 w 603487"/>
                <a:gd name="connsiteY3" fmla="*/ 86828 h 675786"/>
                <a:gd name="connsiteX4" fmla="*/ 197260 w 603487"/>
                <a:gd name="connsiteY4" fmla="*/ -210 h 675786"/>
                <a:gd name="connsiteX5" fmla="*/ -514 w 603487"/>
                <a:gd name="connsiteY5" fmla="*/ 61225 h 675786"/>
                <a:gd name="connsiteX6" fmla="*/ 24898 w 603487"/>
                <a:gd name="connsiteY6" fmla="*/ 268529 h 675786"/>
                <a:gd name="connsiteX7" fmla="*/ 50311 w 603487"/>
                <a:gd name="connsiteY7" fmla="*/ 406774 h 675786"/>
                <a:gd name="connsiteX8" fmla="*/ 88811 w 603487"/>
                <a:gd name="connsiteY8" fmla="*/ 675577 h 675786"/>
                <a:gd name="connsiteX9" fmla="*/ 512504 w 603487"/>
                <a:gd name="connsiteY9" fmla="*/ 675577 h 675786"/>
                <a:gd name="connsiteX10" fmla="*/ 553609 w 603487"/>
                <a:gd name="connsiteY10" fmla="*/ 406774 h 675786"/>
                <a:gd name="connsiteX11" fmla="*/ 576735 w 603487"/>
                <a:gd name="connsiteY11" fmla="*/ 268529 h 675786"/>
                <a:gd name="connsiteX12" fmla="*/ 602147 w 603487"/>
                <a:gd name="connsiteY12" fmla="*/ 61225 h 67578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603487" h="675786">
                  <a:moveTo>
                    <a:pt x="602973" y="61225"/>
                  </a:moveTo>
                  <a:lnTo>
                    <a:pt x="415491" y="-210"/>
                  </a:lnTo>
                  <a:cubicBezTo>
                    <a:pt x="400116" y="66308"/>
                    <a:pt x="315365" y="86828"/>
                    <a:pt x="302532" y="86828"/>
                  </a:cubicBezTo>
                  <a:lnTo>
                    <a:pt x="299927" y="86828"/>
                  </a:lnTo>
                  <a:cubicBezTo>
                    <a:pt x="287220" y="86828"/>
                    <a:pt x="212634" y="66308"/>
                    <a:pt x="197260" y="-210"/>
                  </a:cubicBezTo>
                  <a:lnTo>
                    <a:pt x="-514" y="61225"/>
                  </a:lnTo>
                  <a:lnTo>
                    <a:pt x="24898" y="268529"/>
                  </a:lnTo>
                  <a:cubicBezTo>
                    <a:pt x="24898" y="268529"/>
                    <a:pt x="9460" y="347880"/>
                    <a:pt x="50311" y="406774"/>
                  </a:cubicBezTo>
                  <a:cubicBezTo>
                    <a:pt x="88811" y="463063"/>
                    <a:pt x="88811" y="675577"/>
                    <a:pt x="88811" y="675577"/>
                  </a:cubicBezTo>
                  <a:lnTo>
                    <a:pt x="512504" y="675577"/>
                  </a:lnTo>
                  <a:cubicBezTo>
                    <a:pt x="512504" y="675577"/>
                    <a:pt x="512504" y="463063"/>
                    <a:pt x="553609" y="406774"/>
                  </a:cubicBezTo>
                  <a:cubicBezTo>
                    <a:pt x="592109" y="347880"/>
                    <a:pt x="576735" y="268529"/>
                    <a:pt x="576735" y="268529"/>
                  </a:cubicBezTo>
                  <a:lnTo>
                    <a:pt x="602147" y="61225"/>
                  </a:lnTo>
                  <a:close/>
                </a:path>
              </a:pathLst>
            </a:custGeom>
            <a:solidFill>
              <a:srgbClr val="F93F57"/>
            </a:solidFill>
            <a:ln w="6346" cap="flat">
              <a:noFill/>
              <a:prstDash val="solid"/>
              <a:miter/>
            </a:ln>
          </p:spPr>
          <p:txBody>
            <a:bodyPr rtlCol="0" anchor="ctr"/>
            <a:lstStyle/>
            <a:p>
              <a:endParaRPr lang="zh-CN" altLang="en-US"/>
            </a:p>
          </p:txBody>
        </p:sp>
        <p:sp>
          <p:nvSpPr>
            <p:cNvPr id="90" name="任意多边形 54">
              <a:extLst>
                <a:ext uri="{FF2B5EF4-FFF2-40B4-BE49-F238E27FC236}">
                  <a16:creationId xmlns:a16="http://schemas.microsoft.com/office/drawing/2014/main" id="{1ECFC384-45FE-42B9-8645-BC54EF87EEB5}"/>
                </a:ext>
              </a:extLst>
            </p:cNvPr>
            <p:cNvSpPr/>
            <p:nvPr/>
          </p:nvSpPr>
          <p:spPr>
            <a:xfrm>
              <a:off x="7668222" y="2246131"/>
              <a:ext cx="203061" cy="147805"/>
            </a:xfrm>
            <a:custGeom>
              <a:avLst/>
              <a:gdLst>
                <a:gd name="connsiteX0" fmla="*/ -514 w 179347"/>
                <a:gd name="connsiteY0" fmla="*/ 71186 h 130544"/>
                <a:gd name="connsiteX1" fmla="*/ 171784 w 179347"/>
                <a:gd name="connsiteY1" fmla="*/ 4287 h 130544"/>
                <a:gd name="connsiteX2" fmla="*/ 43195 w 179347"/>
                <a:gd name="connsiteY2" fmla="*/ 130334 h 130544"/>
                <a:gd name="connsiteX3" fmla="*/ -514 w 179347"/>
                <a:gd name="connsiteY3" fmla="*/ 71186 h 130544"/>
              </a:gdLst>
              <a:ahLst/>
              <a:cxnLst>
                <a:cxn ang="0">
                  <a:pos x="connsiteX0" y="connsiteY0"/>
                </a:cxn>
                <a:cxn ang="0">
                  <a:pos x="connsiteX1" y="connsiteY1"/>
                </a:cxn>
                <a:cxn ang="0">
                  <a:pos x="connsiteX2" y="connsiteY2"/>
                </a:cxn>
                <a:cxn ang="0">
                  <a:pos x="connsiteX3" y="connsiteY3"/>
                </a:cxn>
              </a:cxnLst>
              <a:rect l="l" t="t" r="r" b="b"/>
              <a:pathLst>
                <a:path w="179347" h="130544">
                  <a:moveTo>
                    <a:pt x="-514" y="71186"/>
                  </a:moveTo>
                  <a:cubicBezTo>
                    <a:pt x="-514" y="71186"/>
                    <a:pt x="146053" y="-21379"/>
                    <a:pt x="171784" y="4287"/>
                  </a:cubicBezTo>
                  <a:cubicBezTo>
                    <a:pt x="197196" y="27477"/>
                    <a:pt x="153804" y="73728"/>
                    <a:pt x="43195" y="130334"/>
                  </a:cubicBezTo>
                  <a:lnTo>
                    <a:pt x="-514" y="71186"/>
                  </a:lnTo>
                  <a:close/>
                </a:path>
              </a:pathLst>
            </a:custGeom>
            <a:solidFill>
              <a:srgbClr val="FED0D6"/>
            </a:solidFill>
            <a:ln w="6346" cap="flat">
              <a:noFill/>
              <a:prstDash val="solid"/>
              <a:miter/>
            </a:ln>
          </p:spPr>
          <p:txBody>
            <a:bodyPr rtlCol="0" anchor="ctr"/>
            <a:lstStyle/>
            <a:p>
              <a:endParaRPr lang="zh-CN" altLang="en-US"/>
            </a:p>
          </p:txBody>
        </p:sp>
        <p:sp>
          <p:nvSpPr>
            <p:cNvPr id="91" name="任意多边形 55">
              <a:extLst>
                <a:ext uri="{FF2B5EF4-FFF2-40B4-BE49-F238E27FC236}">
                  <a16:creationId xmlns:a16="http://schemas.microsoft.com/office/drawing/2014/main" id="{FB8CF46F-25BC-4CA5-8975-32DB488CC62A}"/>
                </a:ext>
              </a:extLst>
            </p:cNvPr>
            <p:cNvSpPr/>
            <p:nvPr/>
          </p:nvSpPr>
          <p:spPr>
            <a:xfrm>
              <a:off x="7253337" y="2273163"/>
              <a:ext cx="519616" cy="812040"/>
            </a:xfrm>
            <a:custGeom>
              <a:avLst/>
              <a:gdLst>
                <a:gd name="connsiteX0" fmla="*/ 396859 w 458935"/>
                <a:gd name="connsiteY0" fmla="*/ 560775 h 717209"/>
                <a:gd name="connsiteX1" fmla="*/ 147942 w 458935"/>
                <a:gd name="connsiteY1" fmla="*/ 358426 h 717209"/>
                <a:gd name="connsiteX2" fmla="*/ 458421 w 458935"/>
                <a:gd name="connsiteY2" fmla="*/ 107349 h 717209"/>
                <a:gd name="connsiteX3" fmla="*/ 409628 w 458935"/>
                <a:gd name="connsiteY3" fmla="*/ -210 h 717209"/>
                <a:gd name="connsiteX4" fmla="*/ 4297 w 458935"/>
                <a:gd name="connsiteY4" fmla="*/ 348134 h 717209"/>
                <a:gd name="connsiteX5" fmla="*/ 417253 w 458935"/>
                <a:gd name="connsiteY5" fmla="*/ 716999 h 717209"/>
                <a:gd name="connsiteX6" fmla="*/ 396732 w 458935"/>
                <a:gd name="connsiteY6" fmla="*/ 560775 h 71720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458935" h="717209">
                  <a:moveTo>
                    <a:pt x="396859" y="560775"/>
                  </a:moveTo>
                  <a:cubicBezTo>
                    <a:pt x="396859" y="560775"/>
                    <a:pt x="158234" y="399404"/>
                    <a:pt x="147942" y="358426"/>
                  </a:cubicBezTo>
                  <a:cubicBezTo>
                    <a:pt x="137713" y="320307"/>
                    <a:pt x="458421" y="107349"/>
                    <a:pt x="458421" y="107349"/>
                  </a:cubicBezTo>
                  <a:lnTo>
                    <a:pt x="409628" y="-210"/>
                  </a:lnTo>
                  <a:cubicBezTo>
                    <a:pt x="409628" y="-210"/>
                    <a:pt x="47879" y="230346"/>
                    <a:pt x="4297" y="348134"/>
                  </a:cubicBezTo>
                  <a:cubicBezTo>
                    <a:pt x="-41891" y="465986"/>
                    <a:pt x="255691" y="696542"/>
                    <a:pt x="417253" y="716999"/>
                  </a:cubicBezTo>
                  <a:lnTo>
                    <a:pt x="396732" y="560775"/>
                  </a:lnTo>
                  <a:close/>
                </a:path>
              </a:pathLst>
            </a:custGeom>
            <a:solidFill>
              <a:srgbClr val="F93F57"/>
            </a:solidFill>
            <a:ln w="6346" cap="flat">
              <a:noFill/>
              <a:prstDash val="solid"/>
              <a:miter/>
            </a:ln>
          </p:spPr>
          <p:txBody>
            <a:bodyPr rtlCol="0" anchor="ctr"/>
            <a:lstStyle/>
            <a:p>
              <a:endParaRPr lang="zh-CN" altLang="en-US"/>
            </a:p>
          </p:txBody>
        </p:sp>
        <p:sp>
          <p:nvSpPr>
            <p:cNvPr id="92" name="任意多边形 56">
              <a:extLst>
                <a:ext uri="{FF2B5EF4-FFF2-40B4-BE49-F238E27FC236}">
                  <a16:creationId xmlns:a16="http://schemas.microsoft.com/office/drawing/2014/main" id="{7BE0F6A1-1D5C-48C4-90E9-C67148A8F18B}"/>
                </a:ext>
              </a:extLst>
            </p:cNvPr>
            <p:cNvSpPr/>
            <p:nvPr/>
          </p:nvSpPr>
          <p:spPr>
            <a:xfrm>
              <a:off x="7861504" y="4281217"/>
              <a:ext cx="152998" cy="1017478"/>
            </a:xfrm>
            <a:custGeom>
              <a:avLst/>
              <a:gdLst>
                <a:gd name="connsiteX0" fmla="*/ 126555 w 135131"/>
                <a:gd name="connsiteY0" fmla="*/ 898656 h 898656"/>
                <a:gd name="connsiteX1" fmla="*/ 0 w 135131"/>
                <a:gd name="connsiteY1" fmla="*/ 898656 h 898656"/>
                <a:gd name="connsiteX2" fmla="*/ 0 w 135131"/>
                <a:gd name="connsiteY2" fmla="*/ 0 h 898656"/>
                <a:gd name="connsiteX3" fmla="*/ 135132 w 135131"/>
                <a:gd name="connsiteY3" fmla="*/ 0 h 898656"/>
                <a:gd name="connsiteX4" fmla="*/ 126555 w 135131"/>
                <a:gd name="connsiteY4" fmla="*/ 898656 h 898656"/>
                <a:gd name="connsiteX5" fmla="*/ 126555 w 135131"/>
                <a:gd name="connsiteY5" fmla="*/ 898656 h 898656"/>
                <a:gd name="connsiteX6" fmla="*/ 126555 w 135131"/>
                <a:gd name="connsiteY6" fmla="*/ 898656 h 89865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35131" h="898656">
                  <a:moveTo>
                    <a:pt x="126555" y="898656"/>
                  </a:moveTo>
                  <a:lnTo>
                    <a:pt x="0" y="898656"/>
                  </a:lnTo>
                  <a:lnTo>
                    <a:pt x="0" y="0"/>
                  </a:lnTo>
                  <a:lnTo>
                    <a:pt x="135132" y="0"/>
                  </a:lnTo>
                  <a:lnTo>
                    <a:pt x="126555" y="898656"/>
                  </a:lnTo>
                  <a:lnTo>
                    <a:pt x="126555" y="898656"/>
                  </a:lnTo>
                  <a:lnTo>
                    <a:pt x="126555" y="898656"/>
                  </a:lnTo>
                  <a:close/>
                </a:path>
              </a:pathLst>
            </a:custGeom>
            <a:solidFill>
              <a:srgbClr val="FED0D6"/>
            </a:solidFill>
            <a:ln w="6346" cap="flat">
              <a:noFill/>
              <a:prstDash val="solid"/>
              <a:miter/>
            </a:ln>
          </p:spPr>
          <p:txBody>
            <a:bodyPr rtlCol="0" anchor="ctr"/>
            <a:lstStyle/>
            <a:p>
              <a:endParaRPr lang="zh-CN" altLang="en-US"/>
            </a:p>
          </p:txBody>
        </p:sp>
        <p:sp>
          <p:nvSpPr>
            <p:cNvPr id="93" name="任意多边形 57">
              <a:extLst>
                <a:ext uri="{FF2B5EF4-FFF2-40B4-BE49-F238E27FC236}">
                  <a16:creationId xmlns:a16="http://schemas.microsoft.com/office/drawing/2014/main" id="{39754035-8D73-4C4A-A9FD-215F3210AB12}"/>
                </a:ext>
              </a:extLst>
            </p:cNvPr>
            <p:cNvSpPr/>
            <p:nvPr/>
          </p:nvSpPr>
          <p:spPr>
            <a:xfrm>
              <a:off x="7703109" y="5287978"/>
              <a:ext cx="316405" cy="123506"/>
            </a:xfrm>
            <a:custGeom>
              <a:avLst/>
              <a:gdLst>
                <a:gd name="connsiteX0" fmla="*/ 264603 w 279455"/>
                <a:gd name="connsiteY0" fmla="*/ -210 h 109083"/>
                <a:gd name="connsiteX1" fmla="*/ 138493 w 279455"/>
                <a:gd name="connsiteY1" fmla="*/ -210 h 109083"/>
                <a:gd name="connsiteX2" fmla="*/ -514 w 279455"/>
                <a:gd name="connsiteY2" fmla="*/ 96168 h 109083"/>
                <a:gd name="connsiteX3" fmla="*/ -514 w 279455"/>
                <a:gd name="connsiteY3" fmla="*/ 108874 h 109083"/>
                <a:gd name="connsiteX4" fmla="*/ 277500 w 279455"/>
                <a:gd name="connsiteY4" fmla="*/ 108874 h 109083"/>
                <a:gd name="connsiteX5" fmla="*/ 264794 w 279455"/>
                <a:gd name="connsiteY5" fmla="*/ -210 h 10908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9455" h="109083">
                  <a:moveTo>
                    <a:pt x="264603" y="-210"/>
                  </a:moveTo>
                  <a:lnTo>
                    <a:pt x="138493" y="-210"/>
                  </a:lnTo>
                  <a:cubicBezTo>
                    <a:pt x="138493" y="-210"/>
                    <a:pt x="12382" y="68277"/>
                    <a:pt x="-514" y="96168"/>
                  </a:cubicBezTo>
                  <a:lnTo>
                    <a:pt x="-514" y="108874"/>
                  </a:lnTo>
                  <a:lnTo>
                    <a:pt x="277500" y="108874"/>
                  </a:lnTo>
                  <a:cubicBezTo>
                    <a:pt x="277500" y="108874"/>
                    <a:pt x="285251" y="27681"/>
                    <a:pt x="264794" y="-210"/>
                  </a:cubicBezTo>
                  <a:close/>
                </a:path>
              </a:pathLst>
            </a:custGeom>
            <a:solidFill>
              <a:srgbClr val="F93F57"/>
            </a:solidFill>
            <a:ln w="6346" cap="flat">
              <a:noFill/>
              <a:prstDash val="solid"/>
              <a:miter/>
            </a:ln>
          </p:spPr>
          <p:txBody>
            <a:bodyPr rtlCol="0" anchor="ctr"/>
            <a:lstStyle/>
            <a:p>
              <a:endParaRPr lang="zh-CN" altLang="en-US"/>
            </a:p>
          </p:txBody>
        </p:sp>
        <p:sp>
          <p:nvSpPr>
            <p:cNvPr id="94" name="任意多边形 58">
              <a:extLst>
                <a:ext uri="{FF2B5EF4-FFF2-40B4-BE49-F238E27FC236}">
                  <a16:creationId xmlns:a16="http://schemas.microsoft.com/office/drawing/2014/main" id="{9F16CA40-1F4E-4824-95CE-15F00DCBCF2E}"/>
                </a:ext>
              </a:extLst>
            </p:cNvPr>
            <p:cNvSpPr/>
            <p:nvPr/>
          </p:nvSpPr>
          <p:spPr>
            <a:xfrm>
              <a:off x="7703109" y="5411484"/>
              <a:ext cx="314126" cy="18773"/>
            </a:xfrm>
            <a:custGeom>
              <a:avLst/>
              <a:gdLst>
                <a:gd name="connsiteX0" fmla="*/ 0 w 277442"/>
                <a:gd name="connsiteY0" fmla="*/ 0 h 16581"/>
                <a:gd name="connsiteX1" fmla="*/ 277443 w 277442"/>
                <a:gd name="connsiteY1" fmla="*/ 0 h 16581"/>
                <a:gd name="connsiteX2" fmla="*/ 277443 w 277442"/>
                <a:gd name="connsiteY2" fmla="*/ 16582 h 16581"/>
                <a:gd name="connsiteX3" fmla="*/ 0 w 277442"/>
                <a:gd name="connsiteY3" fmla="*/ 16582 h 16581"/>
                <a:gd name="connsiteX4" fmla="*/ 0 w 277442"/>
                <a:gd name="connsiteY4" fmla="*/ 0 h 16581"/>
                <a:gd name="connsiteX5" fmla="*/ 0 w 277442"/>
                <a:gd name="connsiteY5" fmla="*/ 0 h 1658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7442" h="16581">
                  <a:moveTo>
                    <a:pt x="0" y="0"/>
                  </a:moveTo>
                  <a:lnTo>
                    <a:pt x="277443" y="0"/>
                  </a:lnTo>
                  <a:lnTo>
                    <a:pt x="277443" y="16582"/>
                  </a:lnTo>
                  <a:lnTo>
                    <a:pt x="0" y="16582"/>
                  </a:lnTo>
                  <a:lnTo>
                    <a:pt x="0" y="0"/>
                  </a:lnTo>
                  <a:lnTo>
                    <a:pt x="0" y="0"/>
                  </a:lnTo>
                  <a:close/>
                </a:path>
              </a:pathLst>
            </a:custGeom>
            <a:solidFill>
              <a:srgbClr val="981D04"/>
            </a:solidFill>
            <a:ln w="6346" cap="flat">
              <a:noFill/>
              <a:prstDash val="solid"/>
              <a:miter/>
            </a:ln>
          </p:spPr>
          <p:txBody>
            <a:bodyPr rtlCol="0" anchor="ctr"/>
            <a:lstStyle/>
            <a:p>
              <a:endParaRPr lang="zh-CN" altLang="en-US"/>
            </a:p>
          </p:txBody>
        </p:sp>
        <p:sp>
          <p:nvSpPr>
            <p:cNvPr id="95" name="任意多边形 59">
              <a:extLst>
                <a:ext uri="{FF2B5EF4-FFF2-40B4-BE49-F238E27FC236}">
                  <a16:creationId xmlns:a16="http://schemas.microsoft.com/office/drawing/2014/main" id="{5BB3B8B7-93ED-4C63-95D2-86871F32DBAB}"/>
                </a:ext>
              </a:extLst>
            </p:cNvPr>
            <p:cNvSpPr/>
            <p:nvPr/>
          </p:nvSpPr>
          <p:spPr>
            <a:xfrm>
              <a:off x="8074926" y="4281217"/>
              <a:ext cx="154366" cy="1017478"/>
            </a:xfrm>
            <a:custGeom>
              <a:avLst/>
              <a:gdLst>
                <a:gd name="connsiteX0" fmla="*/ 8704 w 136339"/>
                <a:gd name="connsiteY0" fmla="*/ 898656 h 898656"/>
                <a:gd name="connsiteX1" fmla="*/ 136339 w 136339"/>
                <a:gd name="connsiteY1" fmla="*/ 898656 h 898656"/>
                <a:gd name="connsiteX2" fmla="*/ 136339 w 136339"/>
                <a:gd name="connsiteY2" fmla="*/ 0 h 898656"/>
                <a:gd name="connsiteX3" fmla="*/ 0 w 136339"/>
                <a:gd name="connsiteY3" fmla="*/ 0 h 898656"/>
                <a:gd name="connsiteX4" fmla="*/ 8704 w 136339"/>
                <a:gd name="connsiteY4" fmla="*/ 898656 h 898656"/>
                <a:gd name="connsiteX5" fmla="*/ 8704 w 136339"/>
                <a:gd name="connsiteY5" fmla="*/ 898656 h 898656"/>
                <a:gd name="connsiteX6" fmla="*/ 8704 w 136339"/>
                <a:gd name="connsiteY6" fmla="*/ 898656 h 89865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36339" h="898656">
                  <a:moveTo>
                    <a:pt x="8704" y="898656"/>
                  </a:moveTo>
                  <a:lnTo>
                    <a:pt x="136339" y="898656"/>
                  </a:lnTo>
                  <a:lnTo>
                    <a:pt x="136339" y="0"/>
                  </a:lnTo>
                  <a:lnTo>
                    <a:pt x="0" y="0"/>
                  </a:lnTo>
                  <a:lnTo>
                    <a:pt x="8704" y="898656"/>
                  </a:lnTo>
                  <a:lnTo>
                    <a:pt x="8704" y="898656"/>
                  </a:lnTo>
                  <a:lnTo>
                    <a:pt x="8704" y="898656"/>
                  </a:lnTo>
                  <a:close/>
                </a:path>
              </a:pathLst>
            </a:custGeom>
            <a:solidFill>
              <a:srgbClr val="FED0D6"/>
            </a:solidFill>
            <a:ln w="6346" cap="flat">
              <a:noFill/>
              <a:prstDash val="solid"/>
              <a:miter/>
            </a:ln>
          </p:spPr>
          <p:txBody>
            <a:bodyPr rtlCol="0" anchor="ctr"/>
            <a:lstStyle/>
            <a:p>
              <a:endParaRPr lang="zh-CN" altLang="en-US"/>
            </a:p>
          </p:txBody>
        </p:sp>
        <p:sp>
          <p:nvSpPr>
            <p:cNvPr id="96" name="任意多边形 60">
              <a:extLst>
                <a:ext uri="{FF2B5EF4-FFF2-40B4-BE49-F238E27FC236}">
                  <a16:creationId xmlns:a16="http://schemas.microsoft.com/office/drawing/2014/main" id="{B8463CD8-D190-4EEB-831C-4EB60B2D5B81}"/>
                </a:ext>
              </a:extLst>
            </p:cNvPr>
            <p:cNvSpPr/>
            <p:nvPr/>
          </p:nvSpPr>
          <p:spPr>
            <a:xfrm>
              <a:off x="8073764" y="5287978"/>
              <a:ext cx="312627" cy="123506"/>
            </a:xfrm>
            <a:custGeom>
              <a:avLst/>
              <a:gdLst>
                <a:gd name="connsiteX0" fmla="*/ 11376 w 276118"/>
                <a:gd name="connsiteY0" fmla="*/ -210 h 109083"/>
                <a:gd name="connsiteX1" fmla="*/ 139646 w 276118"/>
                <a:gd name="connsiteY1" fmla="*/ -210 h 109083"/>
                <a:gd name="connsiteX2" fmla="*/ 275604 w 276118"/>
                <a:gd name="connsiteY2" fmla="*/ 96168 h 109083"/>
                <a:gd name="connsiteX3" fmla="*/ 275604 w 276118"/>
                <a:gd name="connsiteY3" fmla="*/ 108874 h 109083"/>
                <a:gd name="connsiteX4" fmla="*/ 1147 w 276118"/>
                <a:gd name="connsiteY4" fmla="*/ 108874 h 109083"/>
                <a:gd name="connsiteX5" fmla="*/ 11376 w 276118"/>
                <a:gd name="connsiteY5" fmla="*/ -210 h 10908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6118" h="109083">
                  <a:moveTo>
                    <a:pt x="11376" y="-210"/>
                  </a:moveTo>
                  <a:lnTo>
                    <a:pt x="139646" y="-210"/>
                  </a:lnTo>
                  <a:cubicBezTo>
                    <a:pt x="139646" y="-210"/>
                    <a:pt x="262771" y="68277"/>
                    <a:pt x="275604" y="96168"/>
                  </a:cubicBezTo>
                  <a:lnTo>
                    <a:pt x="275604" y="108874"/>
                  </a:lnTo>
                  <a:lnTo>
                    <a:pt x="1147" y="108874"/>
                  </a:lnTo>
                  <a:cubicBezTo>
                    <a:pt x="1147" y="108874"/>
                    <a:pt x="-6604" y="27681"/>
                    <a:pt x="11376" y="-210"/>
                  </a:cubicBezTo>
                  <a:close/>
                </a:path>
              </a:pathLst>
            </a:custGeom>
            <a:solidFill>
              <a:srgbClr val="F93F57"/>
            </a:solidFill>
            <a:ln w="6346" cap="flat">
              <a:noFill/>
              <a:prstDash val="solid"/>
              <a:miter/>
            </a:ln>
          </p:spPr>
          <p:txBody>
            <a:bodyPr rtlCol="0" anchor="ctr"/>
            <a:lstStyle/>
            <a:p>
              <a:endParaRPr lang="zh-CN" altLang="en-US"/>
            </a:p>
          </p:txBody>
        </p:sp>
        <p:sp>
          <p:nvSpPr>
            <p:cNvPr id="97" name="任意多边形 61">
              <a:extLst>
                <a:ext uri="{FF2B5EF4-FFF2-40B4-BE49-F238E27FC236}">
                  <a16:creationId xmlns:a16="http://schemas.microsoft.com/office/drawing/2014/main" id="{604A684D-6B9F-4498-BD23-D97CA976177E}"/>
                </a:ext>
              </a:extLst>
            </p:cNvPr>
            <p:cNvSpPr/>
            <p:nvPr/>
          </p:nvSpPr>
          <p:spPr>
            <a:xfrm>
              <a:off x="8074926" y="5411484"/>
              <a:ext cx="311393" cy="18773"/>
            </a:xfrm>
            <a:custGeom>
              <a:avLst/>
              <a:gdLst>
                <a:gd name="connsiteX0" fmla="*/ 0 w 275028"/>
                <a:gd name="connsiteY0" fmla="*/ 0 h 16581"/>
                <a:gd name="connsiteX1" fmla="*/ 275029 w 275028"/>
                <a:gd name="connsiteY1" fmla="*/ 0 h 16581"/>
                <a:gd name="connsiteX2" fmla="*/ 275029 w 275028"/>
                <a:gd name="connsiteY2" fmla="*/ 16582 h 16581"/>
                <a:gd name="connsiteX3" fmla="*/ 0 w 275028"/>
                <a:gd name="connsiteY3" fmla="*/ 16582 h 16581"/>
                <a:gd name="connsiteX4" fmla="*/ 0 w 275028"/>
                <a:gd name="connsiteY4" fmla="*/ 0 h 16581"/>
                <a:gd name="connsiteX5" fmla="*/ 0 w 275028"/>
                <a:gd name="connsiteY5" fmla="*/ 0 h 1658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5028" h="16581">
                  <a:moveTo>
                    <a:pt x="0" y="0"/>
                  </a:moveTo>
                  <a:lnTo>
                    <a:pt x="275029" y="0"/>
                  </a:lnTo>
                  <a:lnTo>
                    <a:pt x="275029" y="16582"/>
                  </a:lnTo>
                  <a:lnTo>
                    <a:pt x="0" y="16582"/>
                  </a:lnTo>
                  <a:lnTo>
                    <a:pt x="0" y="0"/>
                  </a:lnTo>
                  <a:lnTo>
                    <a:pt x="0" y="0"/>
                  </a:lnTo>
                  <a:close/>
                </a:path>
              </a:pathLst>
            </a:custGeom>
            <a:solidFill>
              <a:srgbClr val="981D04"/>
            </a:solidFill>
            <a:ln w="6346" cap="flat">
              <a:noFill/>
              <a:prstDash val="solid"/>
              <a:miter/>
            </a:ln>
          </p:spPr>
          <p:txBody>
            <a:bodyPr rtlCol="0" anchor="ctr"/>
            <a:lstStyle/>
            <a:p>
              <a:endParaRPr lang="zh-CN" altLang="en-US"/>
            </a:p>
          </p:txBody>
        </p:sp>
        <p:sp>
          <p:nvSpPr>
            <p:cNvPr id="98" name="任意多边形 62">
              <a:extLst>
                <a:ext uri="{FF2B5EF4-FFF2-40B4-BE49-F238E27FC236}">
                  <a16:creationId xmlns:a16="http://schemas.microsoft.com/office/drawing/2014/main" id="{B5739EAC-83FA-44EA-9960-0D70B1C8BFAB}"/>
                </a:ext>
              </a:extLst>
            </p:cNvPr>
            <p:cNvSpPr/>
            <p:nvPr/>
          </p:nvSpPr>
          <p:spPr>
            <a:xfrm>
              <a:off x="7564855" y="3584555"/>
              <a:ext cx="961084" cy="1110846"/>
            </a:xfrm>
            <a:custGeom>
              <a:avLst/>
              <a:gdLst>
                <a:gd name="connsiteX0" fmla="*/ 635502 w 848847"/>
                <a:gd name="connsiteY0" fmla="*/ -210 h 981120"/>
                <a:gd name="connsiteX1" fmla="*/ 212380 w 848847"/>
                <a:gd name="connsiteY1" fmla="*/ -210 h 981120"/>
                <a:gd name="connsiteX2" fmla="*/ -514 w 848847"/>
                <a:gd name="connsiteY2" fmla="*/ 980910 h 981120"/>
                <a:gd name="connsiteX3" fmla="*/ 848334 w 848847"/>
                <a:gd name="connsiteY3" fmla="*/ 980910 h 981120"/>
                <a:gd name="connsiteX4" fmla="*/ 635502 w 848847"/>
                <a:gd name="connsiteY4" fmla="*/ -210 h 98112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48847" h="981120">
                  <a:moveTo>
                    <a:pt x="635502" y="-210"/>
                  </a:moveTo>
                  <a:lnTo>
                    <a:pt x="212380" y="-210"/>
                  </a:lnTo>
                  <a:cubicBezTo>
                    <a:pt x="12319" y="253281"/>
                    <a:pt x="-514" y="980910"/>
                    <a:pt x="-514" y="980910"/>
                  </a:cubicBezTo>
                  <a:lnTo>
                    <a:pt x="848334" y="980910"/>
                  </a:lnTo>
                  <a:cubicBezTo>
                    <a:pt x="848334" y="980910"/>
                    <a:pt x="838104" y="253281"/>
                    <a:pt x="635502" y="-210"/>
                  </a:cubicBezTo>
                  <a:close/>
                </a:path>
              </a:pathLst>
            </a:custGeom>
            <a:solidFill>
              <a:srgbClr val="434CC0"/>
            </a:solidFill>
            <a:ln w="6346" cap="flat">
              <a:noFill/>
              <a:prstDash val="solid"/>
              <a:miter/>
            </a:ln>
          </p:spPr>
          <p:txBody>
            <a:bodyPr rtlCol="0" anchor="ctr"/>
            <a:lstStyle/>
            <a:p>
              <a:endParaRPr lang="zh-CN" altLang="en-US"/>
            </a:p>
          </p:txBody>
        </p:sp>
        <p:sp>
          <p:nvSpPr>
            <p:cNvPr id="99" name="任意多边形 63">
              <a:extLst>
                <a:ext uri="{FF2B5EF4-FFF2-40B4-BE49-F238E27FC236}">
                  <a16:creationId xmlns:a16="http://schemas.microsoft.com/office/drawing/2014/main" id="{14317EB5-1A65-40A4-82B7-1D823538F7D2}"/>
                </a:ext>
              </a:extLst>
            </p:cNvPr>
            <p:cNvSpPr/>
            <p:nvPr/>
          </p:nvSpPr>
          <p:spPr>
            <a:xfrm>
              <a:off x="6993099" y="2948350"/>
              <a:ext cx="1467130" cy="1769867"/>
            </a:xfrm>
            <a:custGeom>
              <a:avLst/>
              <a:gdLst>
                <a:gd name="connsiteX0" fmla="*/ 927593 w 1295797"/>
                <a:gd name="connsiteY0" fmla="*/ 878849 h 1563180"/>
                <a:gd name="connsiteX1" fmla="*/ 1022891 w 1295797"/>
                <a:gd name="connsiteY1" fmla="*/ 1014617 h 1563180"/>
                <a:gd name="connsiteX2" fmla="*/ 992077 w 1295797"/>
                <a:gd name="connsiteY2" fmla="*/ 1186152 h 1563180"/>
                <a:gd name="connsiteX3" fmla="*/ 821876 w 1295797"/>
                <a:gd name="connsiteY3" fmla="*/ 1157900 h 1563180"/>
                <a:gd name="connsiteX4" fmla="*/ 820161 w 1295797"/>
                <a:gd name="connsiteY4" fmla="*/ 1155403 h 1563180"/>
                <a:gd name="connsiteX5" fmla="*/ 668447 w 1295797"/>
                <a:gd name="connsiteY5" fmla="*/ 940348 h 1563180"/>
                <a:gd name="connsiteX6" fmla="*/ 668447 w 1295797"/>
                <a:gd name="connsiteY6" fmla="*/ 935202 h 1563180"/>
                <a:gd name="connsiteX7" fmla="*/ 663300 w 1295797"/>
                <a:gd name="connsiteY7" fmla="*/ 932661 h 1563180"/>
                <a:gd name="connsiteX8" fmla="*/ 694114 w 1295797"/>
                <a:gd name="connsiteY8" fmla="*/ 761125 h 1563180"/>
                <a:gd name="connsiteX9" fmla="*/ 765968 w 1295797"/>
                <a:gd name="connsiteY9" fmla="*/ 364243 h 1563180"/>
                <a:gd name="connsiteX10" fmla="*/ 368196 w 1295797"/>
                <a:gd name="connsiteY10" fmla="*/ 297661 h 1563180"/>
                <a:gd name="connsiteX11" fmla="*/ 250154 w 1295797"/>
                <a:gd name="connsiteY11" fmla="*/ 551153 h 1563180"/>
                <a:gd name="connsiteX12" fmla="*/ 134780 w 1295797"/>
                <a:gd name="connsiteY12" fmla="*/ 686793 h 1563180"/>
                <a:gd name="connsiteX13" fmla="*/ 1364 w 1295797"/>
                <a:gd name="connsiteY13" fmla="*/ 574152 h 1563180"/>
                <a:gd name="connsiteX14" fmla="*/ 224614 w 1295797"/>
                <a:gd name="connsiteY14" fmla="*/ 95313 h 1563180"/>
                <a:gd name="connsiteX15" fmla="*/ 966156 w 1295797"/>
                <a:gd name="connsiteY15" fmla="*/ 223329 h 1563180"/>
                <a:gd name="connsiteX16" fmla="*/ 927657 w 1295797"/>
                <a:gd name="connsiteY16" fmla="*/ 878849 h 1563180"/>
                <a:gd name="connsiteX17" fmla="*/ 1245823 w 1295797"/>
                <a:gd name="connsiteY17" fmla="*/ 1332149 h 1563180"/>
                <a:gd name="connsiteX18" fmla="*/ 1271236 w 1295797"/>
                <a:gd name="connsiteY18" fmla="*/ 1367980 h 1563180"/>
                <a:gd name="connsiteX19" fmla="*/ 1242965 w 1295797"/>
                <a:gd name="connsiteY19" fmla="*/ 1542121 h 1563180"/>
                <a:gd name="connsiteX20" fmla="*/ 1068506 w 1295797"/>
                <a:gd name="connsiteY20" fmla="*/ 1511371 h 1563180"/>
                <a:gd name="connsiteX21" fmla="*/ 1043093 w 1295797"/>
                <a:gd name="connsiteY21" fmla="*/ 1473252 h 1563180"/>
                <a:gd name="connsiteX22" fmla="*/ 1073906 w 1295797"/>
                <a:gd name="connsiteY22" fmla="*/ 1301717 h 1563180"/>
                <a:gd name="connsiteX23" fmla="*/ 1242583 w 1295797"/>
                <a:gd name="connsiteY23" fmla="*/ 1327847 h 1563180"/>
                <a:gd name="connsiteX24" fmla="*/ 1245823 w 1295797"/>
                <a:gd name="connsiteY24" fmla="*/ 1332466 h 156318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1295797" h="1563180">
                  <a:moveTo>
                    <a:pt x="927593" y="878849"/>
                  </a:moveTo>
                  <a:lnTo>
                    <a:pt x="1022891" y="1014617"/>
                  </a:lnTo>
                  <a:cubicBezTo>
                    <a:pt x="1063932" y="1070906"/>
                    <a:pt x="1051098" y="1145174"/>
                    <a:pt x="992077" y="1186152"/>
                  </a:cubicBezTo>
                  <a:cubicBezTo>
                    <a:pt x="937313" y="1225345"/>
                    <a:pt x="861075" y="1212696"/>
                    <a:pt x="821876" y="1157900"/>
                  </a:cubicBezTo>
                  <a:cubicBezTo>
                    <a:pt x="821305" y="1157074"/>
                    <a:pt x="820732" y="1156242"/>
                    <a:pt x="820161" y="1155403"/>
                  </a:cubicBezTo>
                  <a:lnTo>
                    <a:pt x="668447" y="940348"/>
                  </a:lnTo>
                  <a:lnTo>
                    <a:pt x="668447" y="935202"/>
                  </a:lnTo>
                  <a:cubicBezTo>
                    <a:pt x="663300" y="935202"/>
                    <a:pt x="663300" y="935202"/>
                    <a:pt x="663300" y="932661"/>
                  </a:cubicBezTo>
                  <a:cubicBezTo>
                    <a:pt x="624801" y="878849"/>
                    <a:pt x="640239" y="799244"/>
                    <a:pt x="694114" y="761125"/>
                  </a:cubicBezTo>
                  <a:cubicBezTo>
                    <a:pt x="822384" y="668941"/>
                    <a:pt x="855738" y="492259"/>
                    <a:pt x="765968" y="364243"/>
                  </a:cubicBezTo>
                  <a:cubicBezTo>
                    <a:pt x="673593" y="233621"/>
                    <a:pt x="499135" y="208018"/>
                    <a:pt x="368196" y="297661"/>
                  </a:cubicBezTo>
                  <a:cubicBezTo>
                    <a:pt x="283572" y="359096"/>
                    <a:pt x="239926" y="456491"/>
                    <a:pt x="250154" y="551153"/>
                  </a:cubicBezTo>
                  <a:cubicBezTo>
                    <a:pt x="255618" y="620421"/>
                    <a:pt x="204030" y="681056"/>
                    <a:pt x="134780" y="686793"/>
                  </a:cubicBezTo>
                  <a:cubicBezTo>
                    <a:pt x="65467" y="691939"/>
                    <a:pt x="9051" y="643274"/>
                    <a:pt x="1364" y="574152"/>
                  </a:cubicBezTo>
                  <a:cubicBezTo>
                    <a:pt x="-14456" y="386231"/>
                    <a:pt x="70486" y="204003"/>
                    <a:pt x="224614" y="95313"/>
                  </a:cubicBezTo>
                  <a:cubicBezTo>
                    <a:pt x="466035" y="-71140"/>
                    <a:pt x="799386" y="-14788"/>
                    <a:pt x="966156" y="223329"/>
                  </a:cubicBezTo>
                  <a:cubicBezTo>
                    <a:pt x="1107832" y="424058"/>
                    <a:pt x="1091822" y="696081"/>
                    <a:pt x="927657" y="878849"/>
                  </a:cubicBezTo>
                  <a:close/>
                  <a:moveTo>
                    <a:pt x="1245823" y="1332149"/>
                  </a:moveTo>
                  <a:lnTo>
                    <a:pt x="1271236" y="1367980"/>
                  </a:lnTo>
                  <a:cubicBezTo>
                    <a:pt x="1312277" y="1426874"/>
                    <a:pt x="1299444" y="1501397"/>
                    <a:pt x="1242965" y="1542121"/>
                  </a:cubicBezTo>
                  <a:cubicBezTo>
                    <a:pt x="1189089" y="1577953"/>
                    <a:pt x="1109548" y="1567533"/>
                    <a:pt x="1068506" y="1511371"/>
                  </a:cubicBezTo>
                  <a:lnTo>
                    <a:pt x="1043093" y="1473252"/>
                  </a:lnTo>
                  <a:cubicBezTo>
                    <a:pt x="1004593" y="1419505"/>
                    <a:pt x="1019968" y="1339836"/>
                    <a:pt x="1073906" y="1301717"/>
                  </a:cubicBezTo>
                  <a:cubicBezTo>
                    <a:pt x="1127718" y="1262346"/>
                    <a:pt x="1203257" y="1274049"/>
                    <a:pt x="1242583" y="1327847"/>
                  </a:cubicBezTo>
                  <a:cubicBezTo>
                    <a:pt x="1243727" y="1329359"/>
                    <a:pt x="1244806" y="1330903"/>
                    <a:pt x="1245823" y="1332466"/>
                  </a:cubicBezTo>
                  <a:close/>
                </a:path>
              </a:pathLst>
            </a:custGeom>
            <a:solidFill>
              <a:srgbClr val="FFC545"/>
            </a:solidFill>
            <a:ln w="6346" cap="flat">
              <a:noFill/>
              <a:prstDash val="solid"/>
              <a:miter/>
            </a:ln>
          </p:spPr>
          <p:txBody>
            <a:bodyPr rtlCol="0" anchor="ctr"/>
            <a:lstStyle/>
            <a:p>
              <a:endParaRPr lang="zh-CN" altLang="en-US"/>
            </a:p>
          </p:txBody>
        </p:sp>
        <p:sp>
          <p:nvSpPr>
            <p:cNvPr id="100" name="任意多边形 64">
              <a:extLst>
                <a:ext uri="{FF2B5EF4-FFF2-40B4-BE49-F238E27FC236}">
                  <a16:creationId xmlns:a16="http://schemas.microsoft.com/office/drawing/2014/main" id="{97E2E612-A2FE-4528-BF62-505693EF57DF}"/>
                </a:ext>
              </a:extLst>
            </p:cNvPr>
            <p:cNvSpPr/>
            <p:nvPr/>
          </p:nvSpPr>
          <p:spPr>
            <a:xfrm>
              <a:off x="8074926" y="2908035"/>
              <a:ext cx="512041" cy="826857"/>
            </a:xfrm>
            <a:custGeom>
              <a:avLst/>
              <a:gdLst>
                <a:gd name="connsiteX0" fmla="*/ 274260 w 452244"/>
                <a:gd name="connsiteY0" fmla="*/ -210 h 730296"/>
                <a:gd name="connsiteX1" fmla="*/ 451387 w 452244"/>
                <a:gd name="connsiteY1" fmla="*/ 381616 h 730296"/>
                <a:gd name="connsiteX2" fmla="*/ 43132 w 452244"/>
                <a:gd name="connsiteY2" fmla="*/ 730087 h 730296"/>
                <a:gd name="connsiteX3" fmla="*/ -514 w 452244"/>
                <a:gd name="connsiteY3" fmla="*/ 558551 h 730296"/>
                <a:gd name="connsiteX4" fmla="*/ 315302 w 452244"/>
                <a:gd name="connsiteY4" fmla="*/ 366368 h 730296"/>
                <a:gd name="connsiteX5" fmla="*/ 248594 w 452244"/>
                <a:gd name="connsiteY5" fmla="*/ 207539 h 730296"/>
                <a:gd name="connsiteX6" fmla="*/ 274007 w 452244"/>
                <a:gd name="connsiteY6" fmla="*/ -19 h 7302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452244" h="730296">
                  <a:moveTo>
                    <a:pt x="274260" y="-210"/>
                  </a:moveTo>
                  <a:cubicBezTo>
                    <a:pt x="274260" y="-210"/>
                    <a:pt x="438553" y="292036"/>
                    <a:pt x="451387" y="381616"/>
                  </a:cubicBezTo>
                  <a:cubicBezTo>
                    <a:pt x="464093" y="473864"/>
                    <a:pt x="120196" y="717317"/>
                    <a:pt x="43132" y="730087"/>
                  </a:cubicBezTo>
                  <a:lnTo>
                    <a:pt x="-514" y="558551"/>
                  </a:lnTo>
                  <a:cubicBezTo>
                    <a:pt x="-514" y="558551"/>
                    <a:pt x="284489" y="425135"/>
                    <a:pt x="315302" y="366368"/>
                  </a:cubicBezTo>
                  <a:lnTo>
                    <a:pt x="248594" y="207539"/>
                  </a:lnTo>
                  <a:lnTo>
                    <a:pt x="274007" y="-19"/>
                  </a:lnTo>
                  <a:close/>
                </a:path>
              </a:pathLst>
            </a:custGeom>
            <a:solidFill>
              <a:srgbClr val="F93F57"/>
            </a:solidFill>
            <a:ln w="6346" cap="flat">
              <a:noFill/>
              <a:prstDash val="solid"/>
              <a:miter/>
            </a:ln>
          </p:spPr>
          <p:txBody>
            <a:bodyPr rtlCol="0" anchor="ctr"/>
            <a:lstStyle/>
            <a:p>
              <a:endParaRPr lang="zh-CN" altLang="en-US"/>
            </a:p>
          </p:txBody>
        </p:sp>
        <p:sp>
          <p:nvSpPr>
            <p:cNvPr id="101" name="任意多边形 65">
              <a:extLst>
                <a:ext uri="{FF2B5EF4-FFF2-40B4-BE49-F238E27FC236}">
                  <a16:creationId xmlns:a16="http://schemas.microsoft.com/office/drawing/2014/main" id="{B09CA05E-4AAC-4616-98AC-AC0B0D2F5050}"/>
                </a:ext>
              </a:extLst>
            </p:cNvPr>
            <p:cNvSpPr/>
            <p:nvPr/>
          </p:nvSpPr>
          <p:spPr>
            <a:xfrm>
              <a:off x="8008236" y="3573622"/>
              <a:ext cx="101648" cy="117572"/>
            </a:xfrm>
            <a:custGeom>
              <a:avLst/>
              <a:gdLst>
                <a:gd name="connsiteX0" fmla="*/ 66265 w 89777"/>
                <a:gd name="connsiteY0" fmla="*/ 362 h 103842"/>
                <a:gd name="connsiteX1" fmla="*/ 5147 w 89777"/>
                <a:gd name="connsiteY1" fmla="*/ 15800 h 103842"/>
                <a:gd name="connsiteX2" fmla="*/ 89263 w 89777"/>
                <a:gd name="connsiteY2" fmla="*/ 95596 h 103842"/>
                <a:gd name="connsiteX3" fmla="*/ 66265 w 89777"/>
                <a:gd name="connsiteY3" fmla="*/ 298 h 103842"/>
              </a:gdLst>
              <a:ahLst/>
              <a:cxnLst>
                <a:cxn ang="0">
                  <a:pos x="connsiteX0" y="connsiteY0"/>
                </a:cxn>
                <a:cxn ang="0">
                  <a:pos x="connsiteX1" y="connsiteY1"/>
                </a:cxn>
                <a:cxn ang="0">
                  <a:pos x="connsiteX2" y="connsiteY2"/>
                </a:cxn>
                <a:cxn ang="0">
                  <a:pos x="connsiteX3" y="connsiteY3"/>
                </a:cxn>
              </a:cxnLst>
              <a:rect l="l" t="t" r="r" b="b"/>
              <a:pathLst>
                <a:path w="89777" h="103842">
                  <a:moveTo>
                    <a:pt x="66265" y="362"/>
                  </a:moveTo>
                  <a:cubicBezTo>
                    <a:pt x="66265" y="362"/>
                    <a:pt x="15439" y="-4784"/>
                    <a:pt x="5147" y="15800"/>
                  </a:cubicBezTo>
                  <a:cubicBezTo>
                    <a:pt x="-5145" y="36384"/>
                    <a:pt x="-12705" y="131555"/>
                    <a:pt x="89263" y="95596"/>
                  </a:cubicBezTo>
                  <a:lnTo>
                    <a:pt x="66265" y="298"/>
                  </a:lnTo>
                  <a:close/>
                </a:path>
              </a:pathLst>
            </a:custGeom>
            <a:solidFill>
              <a:srgbClr val="FF93B1"/>
            </a:solidFill>
            <a:ln w="6346" cap="flat">
              <a:noFill/>
              <a:prstDash val="solid"/>
              <a:miter/>
            </a:ln>
          </p:spPr>
          <p:txBody>
            <a:bodyPr rtlCol="0" anchor="ctr"/>
            <a:lstStyle/>
            <a:p>
              <a:endParaRPr lang="zh-CN" altLang="en-US"/>
            </a:p>
          </p:txBody>
        </p:sp>
        <p:sp>
          <p:nvSpPr>
            <p:cNvPr id="102" name="任意多边形 67">
              <a:extLst>
                <a:ext uri="{FF2B5EF4-FFF2-40B4-BE49-F238E27FC236}">
                  <a16:creationId xmlns:a16="http://schemas.microsoft.com/office/drawing/2014/main" id="{64D2013D-94EC-4A4D-9F7E-93691C1DF9CA}"/>
                </a:ext>
              </a:extLst>
            </p:cNvPr>
            <p:cNvSpPr/>
            <p:nvPr/>
          </p:nvSpPr>
          <p:spPr>
            <a:xfrm rot="19901924">
              <a:off x="4001212" y="2597109"/>
              <a:ext cx="340051" cy="595716"/>
            </a:xfrm>
            <a:custGeom>
              <a:avLst/>
              <a:gdLst>
                <a:gd name="connsiteX0" fmla="*/ 596690 w 1007682"/>
                <a:gd name="connsiteY0" fmla="*/ 1042540 h 1765307"/>
                <a:gd name="connsiteX1" fmla="*/ 596690 w 1007682"/>
                <a:gd name="connsiteY1" fmla="*/ 1209120 h 1765307"/>
                <a:gd name="connsiteX2" fmla="*/ 479747 w 1007682"/>
                <a:gd name="connsiteY2" fmla="*/ 1332124 h 1765307"/>
                <a:gd name="connsiteX3" fmla="*/ 473502 w 1007682"/>
                <a:gd name="connsiteY3" fmla="*/ 1332118 h 1765307"/>
                <a:gd name="connsiteX4" fmla="*/ 350314 w 1007682"/>
                <a:gd name="connsiteY4" fmla="*/ 1209120 h 1765307"/>
                <a:gd name="connsiteX5" fmla="*/ 350314 w 1007682"/>
                <a:gd name="connsiteY5" fmla="*/ 945209 h 1765307"/>
                <a:gd name="connsiteX6" fmla="*/ 352855 w 1007682"/>
                <a:gd name="connsiteY6" fmla="*/ 940063 h 1765307"/>
                <a:gd name="connsiteX7" fmla="*/ 350314 w 1007682"/>
                <a:gd name="connsiteY7" fmla="*/ 934981 h 1765307"/>
                <a:gd name="connsiteX8" fmla="*/ 473502 w 1007682"/>
                <a:gd name="connsiteY8" fmla="*/ 811983 h 1765307"/>
                <a:gd name="connsiteX9" fmla="*/ 760983 w 1007682"/>
                <a:gd name="connsiteY9" fmla="*/ 530157 h 1765307"/>
                <a:gd name="connsiteX10" fmla="*/ 473502 w 1007682"/>
                <a:gd name="connsiteY10" fmla="*/ 245725 h 1765307"/>
                <a:gd name="connsiteX11" fmla="*/ 229667 w 1007682"/>
                <a:gd name="connsiteY11" fmla="*/ 384097 h 1765307"/>
                <a:gd name="connsiteX12" fmla="*/ 62134 w 1007682"/>
                <a:gd name="connsiteY12" fmla="*/ 430888 h 1765307"/>
                <a:gd name="connsiteX13" fmla="*/ 15343 w 1007682"/>
                <a:gd name="connsiteY13" fmla="*/ 263355 h 1765307"/>
                <a:gd name="connsiteX14" fmla="*/ 16645 w 1007682"/>
                <a:gd name="connsiteY14" fmla="*/ 261100 h 1765307"/>
                <a:gd name="connsiteX15" fmla="*/ 473502 w 1007682"/>
                <a:gd name="connsiteY15" fmla="*/ -206 h 1765307"/>
                <a:gd name="connsiteX16" fmla="*/ 1007168 w 1007682"/>
                <a:gd name="connsiteY16" fmla="*/ 530157 h 1765307"/>
                <a:gd name="connsiteX17" fmla="*/ 596499 w 1007682"/>
                <a:gd name="connsiteY17" fmla="*/ 1042540 h 1765307"/>
                <a:gd name="connsiteX18" fmla="*/ 596690 w 1007682"/>
                <a:gd name="connsiteY18" fmla="*/ 1595965 h 1765307"/>
                <a:gd name="connsiteX19" fmla="*/ 596690 w 1007682"/>
                <a:gd name="connsiteY19" fmla="*/ 1642089 h 1765307"/>
                <a:gd name="connsiteX20" fmla="*/ 473502 w 1007682"/>
                <a:gd name="connsiteY20" fmla="*/ 1765086 h 1765307"/>
                <a:gd name="connsiteX21" fmla="*/ 350314 w 1007682"/>
                <a:gd name="connsiteY21" fmla="*/ 1645221 h 1765307"/>
                <a:gd name="connsiteX22" fmla="*/ 350314 w 1007682"/>
                <a:gd name="connsiteY22" fmla="*/ 1642089 h 1765307"/>
                <a:gd name="connsiteX23" fmla="*/ 350314 w 1007682"/>
                <a:gd name="connsiteY23" fmla="*/ 1595965 h 1765307"/>
                <a:gd name="connsiteX24" fmla="*/ 473502 w 1007682"/>
                <a:gd name="connsiteY24" fmla="*/ 1473031 h 1765307"/>
                <a:gd name="connsiteX25" fmla="*/ 596690 w 1007682"/>
                <a:gd name="connsiteY25" fmla="*/ 1592769 h 1765307"/>
                <a:gd name="connsiteX26" fmla="*/ 596690 w 1007682"/>
                <a:gd name="connsiteY26" fmla="*/ 1595965 h 17653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Lst>
              <a:rect l="l" t="t" r="r" b="b"/>
              <a:pathLst>
                <a:path w="1007682" h="1765307">
                  <a:moveTo>
                    <a:pt x="596690" y="1042540"/>
                  </a:moveTo>
                  <a:lnTo>
                    <a:pt x="596690" y="1209120"/>
                  </a:lnTo>
                  <a:cubicBezTo>
                    <a:pt x="598361" y="1275377"/>
                    <a:pt x="546004" y="1330447"/>
                    <a:pt x="479747" y="1332124"/>
                  </a:cubicBezTo>
                  <a:cubicBezTo>
                    <a:pt x="477663" y="1332175"/>
                    <a:pt x="475579" y="1332175"/>
                    <a:pt x="473502" y="1332118"/>
                  </a:cubicBezTo>
                  <a:cubicBezTo>
                    <a:pt x="405529" y="1332156"/>
                    <a:pt x="350384" y="1277093"/>
                    <a:pt x="350314" y="1209120"/>
                  </a:cubicBezTo>
                  <a:lnTo>
                    <a:pt x="350314" y="945209"/>
                  </a:lnTo>
                  <a:cubicBezTo>
                    <a:pt x="350314" y="942668"/>
                    <a:pt x="352855" y="942668"/>
                    <a:pt x="352855" y="940063"/>
                  </a:cubicBezTo>
                  <a:cubicBezTo>
                    <a:pt x="350314" y="937522"/>
                    <a:pt x="350314" y="937522"/>
                    <a:pt x="350314" y="934981"/>
                  </a:cubicBezTo>
                  <a:cubicBezTo>
                    <a:pt x="350314" y="870941"/>
                    <a:pt x="406793" y="811983"/>
                    <a:pt x="473502" y="811983"/>
                  </a:cubicBezTo>
                  <a:cubicBezTo>
                    <a:pt x="632649" y="811983"/>
                    <a:pt x="760983" y="686445"/>
                    <a:pt x="760983" y="530157"/>
                  </a:cubicBezTo>
                  <a:cubicBezTo>
                    <a:pt x="760983" y="368723"/>
                    <a:pt x="632649" y="245725"/>
                    <a:pt x="473502" y="245725"/>
                  </a:cubicBezTo>
                  <a:cubicBezTo>
                    <a:pt x="373636" y="246094"/>
                    <a:pt x="281198" y="298552"/>
                    <a:pt x="229667" y="384097"/>
                  </a:cubicBezTo>
                  <a:cubicBezTo>
                    <a:pt x="196326" y="443283"/>
                    <a:pt x="121320" y="464230"/>
                    <a:pt x="62134" y="430888"/>
                  </a:cubicBezTo>
                  <a:cubicBezTo>
                    <a:pt x="2948" y="397547"/>
                    <a:pt x="-17999" y="322541"/>
                    <a:pt x="15343" y="263355"/>
                  </a:cubicBezTo>
                  <a:cubicBezTo>
                    <a:pt x="15769" y="262599"/>
                    <a:pt x="16201" y="261850"/>
                    <a:pt x="16645" y="261100"/>
                  </a:cubicBezTo>
                  <a:cubicBezTo>
                    <a:pt x="111346" y="98668"/>
                    <a:pt x="285480" y="-930"/>
                    <a:pt x="473502" y="-206"/>
                  </a:cubicBezTo>
                  <a:cubicBezTo>
                    <a:pt x="766129" y="-206"/>
                    <a:pt x="1007168" y="235497"/>
                    <a:pt x="1007168" y="530157"/>
                  </a:cubicBezTo>
                  <a:cubicBezTo>
                    <a:pt x="1007168" y="778693"/>
                    <a:pt x="832647" y="988792"/>
                    <a:pt x="596499" y="1042540"/>
                  </a:cubicBezTo>
                  <a:close/>
                  <a:moveTo>
                    <a:pt x="596690" y="1595965"/>
                  </a:moveTo>
                  <a:lnTo>
                    <a:pt x="596690" y="1642089"/>
                  </a:lnTo>
                  <a:cubicBezTo>
                    <a:pt x="596690" y="1713816"/>
                    <a:pt x="545356" y="1765086"/>
                    <a:pt x="473502" y="1765086"/>
                  </a:cubicBezTo>
                  <a:cubicBezTo>
                    <a:pt x="406387" y="1766001"/>
                    <a:pt x="351235" y="1712336"/>
                    <a:pt x="350314" y="1645221"/>
                  </a:cubicBezTo>
                  <a:cubicBezTo>
                    <a:pt x="350301" y="1644179"/>
                    <a:pt x="350301" y="1643131"/>
                    <a:pt x="350314" y="1642089"/>
                  </a:cubicBezTo>
                  <a:lnTo>
                    <a:pt x="350314" y="1595965"/>
                  </a:lnTo>
                  <a:cubicBezTo>
                    <a:pt x="351305" y="1528386"/>
                    <a:pt x="405923" y="1473882"/>
                    <a:pt x="473502" y="1473031"/>
                  </a:cubicBezTo>
                  <a:cubicBezTo>
                    <a:pt x="540585" y="1472078"/>
                    <a:pt x="595737" y="1525686"/>
                    <a:pt x="596690" y="1592769"/>
                  </a:cubicBezTo>
                  <a:cubicBezTo>
                    <a:pt x="596703" y="1593830"/>
                    <a:pt x="596703" y="1594897"/>
                    <a:pt x="596690" y="1595965"/>
                  </a:cubicBezTo>
                  <a:close/>
                </a:path>
              </a:pathLst>
            </a:custGeom>
            <a:solidFill>
              <a:srgbClr val="D0D4DA"/>
            </a:solidFill>
            <a:ln w="6346" cap="flat">
              <a:noFill/>
              <a:prstDash val="solid"/>
              <a:miter/>
            </a:ln>
          </p:spPr>
          <p:txBody>
            <a:bodyPr rtlCol="0" anchor="ctr"/>
            <a:lstStyle/>
            <a:p>
              <a:endParaRPr lang="zh-CN" altLang="en-US"/>
            </a:p>
          </p:txBody>
        </p:sp>
      </p:grpSp>
      <p:sp>
        <p:nvSpPr>
          <p:cNvPr id="149" name="平行四边形 148">
            <a:extLst>
              <a:ext uri="{FF2B5EF4-FFF2-40B4-BE49-F238E27FC236}">
                <a16:creationId xmlns:a16="http://schemas.microsoft.com/office/drawing/2014/main" id="{7E5C99E5-C6FB-87A5-026D-D599F1E4FA2C}"/>
              </a:ext>
            </a:extLst>
          </p:cNvPr>
          <p:cNvSpPr/>
          <p:nvPr/>
        </p:nvSpPr>
        <p:spPr>
          <a:xfrm>
            <a:off x="304800" y="749300"/>
            <a:ext cx="684756" cy="387090"/>
          </a:xfrm>
          <a:prstGeom prst="parallelogram">
            <a:avLst/>
          </a:prstGeom>
          <a:solidFill>
            <a:schemeClr val="accent3">
              <a:lumMod val="75000"/>
            </a:schemeClr>
          </a:solidFill>
          <a:ln>
            <a:solidFill>
              <a:schemeClr val="accent3">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CN" sz="2200" dirty="0">
                <a:latin typeface="Impact" panose="020B0806030902050204" pitchFamily="34" charset="0"/>
              </a:rPr>
              <a:t>03</a:t>
            </a:r>
            <a:endParaRPr lang="zh-CN" altLang="en-US" sz="2200" dirty="0">
              <a:latin typeface="Impact" panose="020B0806030902050204" pitchFamily="34" charset="0"/>
            </a:endParaRPr>
          </a:p>
        </p:txBody>
      </p:sp>
    </p:spTree>
    <p:custDataLst>
      <p:tags r:id="rId1"/>
    </p:custDataLst>
    <p:extLst>
      <p:ext uri="{BB962C8B-B14F-4D97-AF65-F5344CB8AC3E}">
        <p14:creationId xmlns:p14="http://schemas.microsoft.com/office/powerpoint/2010/main" val="3364799114"/>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42" presetClass="entr" presetSubtype="0" fill="hold" nodeType="withEffect">
                                  <p:stCondLst>
                                    <p:cond delay="0"/>
                                  </p:stCondLst>
                                  <p:childTnLst>
                                    <p:set>
                                      <p:cBhvr>
                                        <p:cTn id="6" dur="1" fill="hold">
                                          <p:stCondLst>
                                            <p:cond delay="0"/>
                                          </p:stCondLst>
                                        </p:cTn>
                                        <p:tgtEl>
                                          <p:spTgt spid="20"/>
                                        </p:tgtEl>
                                        <p:attrNameLst>
                                          <p:attrName>style.visibility</p:attrName>
                                        </p:attrNameLst>
                                      </p:cBhvr>
                                      <p:to>
                                        <p:strVal val="visible"/>
                                      </p:to>
                                    </p:set>
                                    <p:animEffect transition="in" filter="fade">
                                      <p:cBhvr>
                                        <p:cTn id="7" dur="1000"/>
                                        <p:tgtEl>
                                          <p:spTgt spid="20"/>
                                        </p:tgtEl>
                                      </p:cBhvr>
                                    </p:animEffect>
                                    <p:anim calcmode="lin" valueType="num">
                                      <p:cBhvr>
                                        <p:cTn id="8" dur="1000" fill="hold"/>
                                        <p:tgtEl>
                                          <p:spTgt spid="20"/>
                                        </p:tgtEl>
                                        <p:attrNameLst>
                                          <p:attrName>ppt_x</p:attrName>
                                        </p:attrNameLst>
                                      </p:cBhvr>
                                      <p:tavLst>
                                        <p:tav tm="0">
                                          <p:val>
                                            <p:strVal val="#ppt_x"/>
                                          </p:val>
                                        </p:tav>
                                        <p:tav tm="100000">
                                          <p:val>
                                            <p:strVal val="#ppt_x"/>
                                          </p:val>
                                        </p:tav>
                                      </p:tavLst>
                                    </p:anim>
                                    <p:anim calcmode="lin" valueType="num">
                                      <p:cBhvr>
                                        <p:cTn id="9" dur="1000" fill="hold"/>
                                        <p:tgtEl>
                                          <p:spTgt spid="20"/>
                                        </p:tgtEl>
                                        <p:attrNameLst>
                                          <p:attrName>ppt_y</p:attrName>
                                        </p:attrNameLst>
                                      </p:cBhvr>
                                      <p:tavLst>
                                        <p:tav tm="0">
                                          <p:val>
                                            <p:strVal val="#ppt_y+.1"/>
                                          </p:val>
                                        </p:tav>
                                        <p:tav tm="100000">
                                          <p:val>
                                            <p:strVal val="#ppt_y"/>
                                          </p:val>
                                        </p:tav>
                                      </p:tavLst>
                                    </p:anim>
                                  </p:childTnLst>
                                </p:cTn>
                              </p:par>
                              <p:par>
                                <p:cTn id="10" presetID="30" presetClass="entr" presetSubtype="0" fill="hold" nodeType="withEffect">
                                  <p:stCondLst>
                                    <p:cond delay="0"/>
                                  </p:stCondLst>
                                  <p:childTnLst>
                                    <p:set>
                                      <p:cBhvr>
                                        <p:cTn id="11" dur="1" fill="hold">
                                          <p:stCondLst>
                                            <p:cond delay="0"/>
                                          </p:stCondLst>
                                        </p:cTn>
                                        <p:tgtEl>
                                          <p:spTgt spid="38"/>
                                        </p:tgtEl>
                                        <p:attrNameLst>
                                          <p:attrName>style.visibility</p:attrName>
                                        </p:attrNameLst>
                                      </p:cBhvr>
                                      <p:to>
                                        <p:strVal val="visible"/>
                                      </p:to>
                                    </p:set>
                                    <p:animEffect transition="in" filter="fade">
                                      <p:cBhvr>
                                        <p:cTn id="12" dur="800" decel="100000"/>
                                        <p:tgtEl>
                                          <p:spTgt spid="38"/>
                                        </p:tgtEl>
                                      </p:cBhvr>
                                    </p:animEffect>
                                    <p:anim calcmode="lin" valueType="num">
                                      <p:cBhvr>
                                        <p:cTn id="13" dur="800" decel="100000" fill="hold"/>
                                        <p:tgtEl>
                                          <p:spTgt spid="38"/>
                                        </p:tgtEl>
                                        <p:attrNameLst>
                                          <p:attrName>style.rotation</p:attrName>
                                        </p:attrNameLst>
                                      </p:cBhvr>
                                      <p:tavLst>
                                        <p:tav tm="0">
                                          <p:val>
                                            <p:fltVal val="-90"/>
                                          </p:val>
                                        </p:tav>
                                        <p:tav tm="100000">
                                          <p:val>
                                            <p:fltVal val="0"/>
                                          </p:val>
                                        </p:tav>
                                      </p:tavLst>
                                    </p:anim>
                                    <p:anim calcmode="lin" valueType="num">
                                      <p:cBhvr>
                                        <p:cTn id="14" dur="800" decel="100000" fill="hold"/>
                                        <p:tgtEl>
                                          <p:spTgt spid="38"/>
                                        </p:tgtEl>
                                        <p:attrNameLst>
                                          <p:attrName>ppt_x</p:attrName>
                                        </p:attrNameLst>
                                      </p:cBhvr>
                                      <p:tavLst>
                                        <p:tav tm="0">
                                          <p:val>
                                            <p:strVal val="#ppt_x+0.4"/>
                                          </p:val>
                                        </p:tav>
                                        <p:tav tm="100000">
                                          <p:val>
                                            <p:strVal val="#ppt_x-0.05"/>
                                          </p:val>
                                        </p:tav>
                                      </p:tavLst>
                                    </p:anim>
                                    <p:anim calcmode="lin" valueType="num">
                                      <p:cBhvr>
                                        <p:cTn id="15" dur="800" decel="100000" fill="hold"/>
                                        <p:tgtEl>
                                          <p:spTgt spid="38"/>
                                        </p:tgtEl>
                                        <p:attrNameLst>
                                          <p:attrName>ppt_y</p:attrName>
                                        </p:attrNameLst>
                                      </p:cBhvr>
                                      <p:tavLst>
                                        <p:tav tm="0">
                                          <p:val>
                                            <p:strVal val="#ppt_y-0.4"/>
                                          </p:val>
                                        </p:tav>
                                        <p:tav tm="100000">
                                          <p:val>
                                            <p:strVal val="#ppt_y+0.1"/>
                                          </p:val>
                                        </p:tav>
                                      </p:tavLst>
                                    </p:anim>
                                    <p:anim calcmode="lin" valueType="num">
                                      <p:cBhvr>
                                        <p:cTn id="16" dur="200" accel="100000" fill="hold">
                                          <p:stCondLst>
                                            <p:cond delay="800"/>
                                          </p:stCondLst>
                                        </p:cTn>
                                        <p:tgtEl>
                                          <p:spTgt spid="38"/>
                                        </p:tgtEl>
                                        <p:attrNameLst>
                                          <p:attrName>ppt_x</p:attrName>
                                        </p:attrNameLst>
                                      </p:cBhvr>
                                      <p:tavLst>
                                        <p:tav tm="0">
                                          <p:val>
                                            <p:strVal val="#ppt_x-0.05"/>
                                          </p:val>
                                        </p:tav>
                                        <p:tav tm="100000">
                                          <p:val>
                                            <p:strVal val="#ppt_x"/>
                                          </p:val>
                                        </p:tav>
                                      </p:tavLst>
                                    </p:anim>
                                    <p:anim calcmode="lin" valueType="num">
                                      <p:cBhvr>
                                        <p:cTn id="17" dur="200" accel="100000" fill="hold">
                                          <p:stCondLst>
                                            <p:cond delay="800"/>
                                          </p:stCondLst>
                                        </p:cTn>
                                        <p:tgtEl>
                                          <p:spTgt spid="38"/>
                                        </p:tgtEl>
                                        <p:attrNameLst>
                                          <p:attrName>ppt_y</p:attrName>
                                        </p:attrNameLst>
                                      </p:cBhvr>
                                      <p:tavLst>
                                        <p:tav tm="0">
                                          <p:val>
                                            <p:strVal val="#ppt_y+0.1"/>
                                          </p:val>
                                        </p:tav>
                                        <p:tav tm="100000">
                                          <p:val>
                                            <p:strVal val="#ppt_y"/>
                                          </p:val>
                                        </p:tav>
                                      </p:tavLst>
                                    </p:anim>
                                  </p:childTnLst>
                                </p:cTn>
                              </p:par>
                            </p:childTnLst>
                          </p:cTn>
                        </p:par>
                        <p:par>
                          <p:cTn id="18" fill="hold">
                            <p:stCondLst>
                              <p:cond delay="1000"/>
                            </p:stCondLst>
                            <p:childTnLst>
                              <p:par>
                                <p:cTn id="19" presetID="12" presetClass="entr" presetSubtype="4" fill="hold" nodeType="afterEffect">
                                  <p:stCondLst>
                                    <p:cond delay="0"/>
                                  </p:stCondLst>
                                  <p:childTnLst>
                                    <p:set>
                                      <p:cBhvr>
                                        <p:cTn id="20" dur="1" fill="hold">
                                          <p:stCondLst>
                                            <p:cond delay="0"/>
                                          </p:stCondLst>
                                        </p:cTn>
                                        <p:tgtEl>
                                          <p:spTgt spid="21"/>
                                        </p:tgtEl>
                                        <p:attrNameLst>
                                          <p:attrName>style.visibility</p:attrName>
                                        </p:attrNameLst>
                                      </p:cBhvr>
                                      <p:to>
                                        <p:strVal val="visible"/>
                                      </p:to>
                                    </p:set>
                                    <p:anim calcmode="lin" valueType="num">
                                      <p:cBhvr additive="base">
                                        <p:cTn id="21" dur="500"/>
                                        <p:tgtEl>
                                          <p:spTgt spid="21"/>
                                        </p:tgtEl>
                                        <p:attrNameLst>
                                          <p:attrName>ppt_y</p:attrName>
                                        </p:attrNameLst>
                                      </p:cBhvr>
                                      <p:tavLst>
                                        <p:tav tm="0">
                                          <p:val>
                                            <p:strVal val="#ppt_y+#ppt_h*1.125000"/>
                                          </p:val>
                                        </p:tav>
                                        <p:tav tm="100000">
                                          <p:val>
                                            <p:strVal val="#ppt_y"/>
                                          </p:val>
                                        </p:tav>
                                      </p:tavLst>
                                    </p:anim>
                                    <p:animEffect transition="in" filter="wipe(up)">
                                      <p:cBhvr>
                                        <p:cTn id="22" dur="500"/>
                                        <p:tgtEl>
                                          <p:spTgt spid="21"/>
                                        </p:tgtEl>
                                      </p:cBhvr>
                                    </p:animEffect>
                                  </p:childTnLst>
                                </p:cTn>
                              </p:par>
                              <p:par>
                                <p:cTn id="23" presetID="12" presetClass="entr" presetSubtype="2" fill="hold" grpId="0" nodeType="withEffect">
                                  <p:stCondLst>
                                    <p:cond delay="0"/>
                                  </p:stCondLst>
                                  <p:childTnLst>
                                    <p:set>
                                      <p:cBhvr>
                                        <p:cTn id="24" dur="1" fill="hold">
                                          <p:stCondLst>
                                            <p:cond delay="0"/>
                                          </p:stCondLst>
                                        </p:cTn>
                                        <p:tgtEl>
                                          <p:spTgt spid="151"/>
                                        </p:tgtEl>
                                        <p:attrNameLst>
                                          <p:attrName>style.visibility</p:attrName>
                                        </p:attrNameLst>
                                      </p:cBhvr>
                                      <p:to>
                                        <p:strVal val="visible"/>
                                      </p:to>
                                    </p:set>
                                    <p:anim calcmode="lin" valueType="num">
                                      <p:cBhvr additive="base">
                                        <p:cTn id="25" dur="500"/>
                                        <p:tgtEl>
                                          <p:spTgt spid="151"/>
                                        </p:tgtEl>
                                        <p:attrNameLst>
                                          <p:attrName>ppt_x</p:attrName>
                                        </p:attrNameLst>
                                      </p:cBhvr>
                                      <p:tavLst>
                                        <p:tav tm="0">
                                          <p:val>
                                            <p:strVal val="#ppt_x+#ppt_w*1.125000"/>
                                          </p:val>
                                        </p:tav>
                                        <p:tav tm="100000">
                                          <p:val>
                                            <p:strVal val="#ppt_x"/>
                                          </p:val>
                                        </p:tav>
                                      </p:tavLst>
                                    </p:anim>
                                    <p:animEffect transition="in" filter="wipe(left)">
                                      <p:cBhvr>
                                        <p:cTn id="26" dur="500"/>
                                        <p:tgtEl>
                                          <p:spTgt spid="151"/>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51" grpId="0" animBg="1"/>
    </p:bldLst>
  </p:timing>
</p:sld>
</file>

<file path=ppt/slides/slide53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21" name="组合 20">
            <a:extLst>
              <a:ext uri="{FF2B5EF4-FFF2-40B4-BE49-F238E27FC236}">
                <a16:creationId xmlns:a16="http://schemas.microsoft.com/office/drawing/2014/main" id="{A0072DC4-0655-4900-B290-9B09DCB1EA40}"/>
              </a:ext>
            </a:extLst>
          </p:cNvPr>
          <p:cNvGrpSpPr/>
          <p:nvPr/>
        </p:nvGrpSpPr>
        <p:grpSpPr>
          <a:xfrm>
            <a:off x="8000886" y="3227502"/>
            <a:ext cx="2975412" cy="3128848"/>
            <a:chOff x="4217527" y="1642957"/>
            <a:chExt cx="3749377" cy="3942725"/>
          </a:xfrm>
        </p:grpSpPr>
        <p:sp>
          <p:nvSpPr>
            <p:cNvPr id="103" name="文本框 102">
              <a:extLst>
                <a:ext uri="{FF2B5EF4-FFF2-40B4-BE49-F238E27FC236}">
                  <a16:creationId xmlns:a16="http://schemas.microsoft.com/office/drawing/2014/main" id="{43845208-1063-462C-9013-1052BB4A151A}"/>
                </a:ext>
              </a:extLst>
            </p:cNvPr>
            <p:cNvSpPr txBox="1"/>
            <p:nvPr/>
          </p:nvSpPr>
          <p:spPr>
            <a:xfrm>
              <a:off x="5511164" y="4065923"/>
              <a:ext cx="1272594" cy="465403"/>
            </a:xfrm>
            <a:prstGeom prst="rect">
              <a:avLst/>
            </a:prstGeom>
            <a:noFill/>
          </p:spPr>
          <p:txBody>
            <a:bodyPr wrap="square" rtlCol="0">
              <a:spAutoFit/>
            </a:bodyPr>
            <a:lstStyle/>
            <a:p>
              <a:pPr algn="ctr"/>
              <a:r>
                <a:rPr lang="en-US" altLang="zh-CN" b="1" dirty="0">
                  <a:latin typeface="Arial Narrow" panose="020B0606020202030204" pitchFamily="34" charset="0"/>
                </a:rPr>
                <a:t>AP</a:t>
              </a:r>
              <a:endParaRPr lang="zh-CN" altLang="en-US" b="1" dirty="0">
                <a:latin typeface="Arial Narrow" panose="020B0606020202030204" pitchFamily="34" charset="0"/>
              </a:endParaRPr>
            </a:p>
          </p:txBody>
        </p:sp>
        <p:grpSp>
          <p:nvGrpSpPr>
            <p:cNvPr id="104" name="组合 103">
              <a:extLst>
                <a:ext uri="{FF2B5EF4-FFF2-40B4-BE49-F238E27FC236}">
                  <a16:creationId xmlns:a16="http://schemas.microsoft.com/office/drawing/2014/main" id="{058F3135-015F-4F1B-AF59-73A266DCB198}"/>
                </a:ext>
              </a:extLst>
            </p:cNvPr>
            <p:cNvGrpSpPr/>
            <p:nvPr/>
          </p:nvGrpSpPr>
          <p:grpSpPr>
            <a:xfrm>
              <a:off x="4558444" y="2290712"/>
              <a:ext cx="3117230" cy="3117230"/>
              <a:chOff x="4558444" y="2487562"/>
              <a:chExt cx="3117230" cy="3117230"/>
            </a:xfrm>
          </p:grpSpPr>
          <p:sp>
            <p:nvSpPr>
              <p:cNvPr id="105" name="椭圆 104">
                <a:extLst>
                  <a:ext uri="{FF2B5EF4-FFF2-40B4-BE49-F238E27FC236}">
                    <a16:creationId xmlns:a16="http://schemas.microsoft.com/office/drawing/2014/main" id="{C642371E-A8DF-4FC9-962B-BBFF04EC1DAB}"/>
                  </a:ext>
                </a:extLst>
              </p:cNvPr>
              <p:cNvSpPr/>
              <p:nvPr/>
            </p:nvSpPr>
            <p:spPr>
              <a:xfrm>
                <a:off x="4558444" y="2487562"/>
                <a:ext cx="3117230" cy="3117230"/>
              </a:xfrm>
              <a:prstGeom prst="ellipse">
                <a:avLst/>
              </a:prstGeom>
              <a:noFill/>
              <a:ln>
                <a:solidFill>
                  <a:schemeClr val="tx1"/>
                </a:solid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106" name="文本框 105">
                <a:extLst>
                  <a:ext uri="{FF2B5EF4-FFF2-40B4-BE49-F238E27FC236}">
                    <a16:creationId xmlns:a16="http://schemas.microsoft.com/office/drawing/2014/main" id="{070E69DC-D3C3-43D2-A137-8B8BEC08AA07}"/>
                  </a:ext>
                </a:extLst>
              </p:cNvPr>
              <p:cNvSpPr txBox="1"/>
              <p:nvPr/>
            </p:nvSpPr>
            <p:spPr>
              <a:xfrm>
                <a:off x="5222049" y="2922666"/>
                <a:ext cx="1786001" cy="465403"/>
              </a:xfrm>
              <a:prstGeom prst="rect">
                <a:avLst/>
              </a:prstGeom>
              <a:noFill/>
            </p:spPr>
            <p:txBody>
              <a:bodyPr wrap="square" rtlCol="0">
                <a:spAutoFit/>
              </a:bodyPr>
              <a:lstStyle/>
              <a:p>
                <a:pPr algn="ctr"/>
                <a:r>
                  <a:rPr lang="en-US" altLang="zh-CN" b="1" dirty="0">
                    <a:latin typeface="Arial Narrow" panose="020B0606020202030204" pitchFamily="34" charset="0"/>
                  </a:rPr>
                  <a:t>BSS</a:t>
                </a:r>
                <a:endParaRPr lang="zh-CN" altLang="en-US" b="1" dirty="0">
                  <a:latin typeface="Arial Narrow" panose="020B0606020202030204" pitchFamily="34" charset="0"/>
                </a:endParaRPr>
              </a:p>
            </p:txBody>
          </p:sp>
        </p:grpSp>
        <p:grpSp>
          <p:nvGrpSpPr>
            <p:cNvPr id="107" name="组合 106">
              <a:extLst>
                <a:ext uri="{FF2B5EF4-FFF2-40B4-BE49-F238E27FC236}">
                  <a16:creationId xmlns:a16="http://schemas.microsoft.com/office/drawing/2014/main" id="{90C5E2C9-970F-41C7-959A-DE786E0D6179}"/>
                </a:ext>
              </a:extLst>
            </p:cNvPr>
            <p:cNvGrpSpPr/>
            <p:nvPr/>
          </p:nvGrpSpPr>
          <p:grpSpPr>
            <a:xfrm>
              <a:off x="4217527" y="1642957"/>
              <a:ext cx="3749377" cy="3942725"/>
              <a:chOff x="4217527" y="1839807"/>
              <a:chExt cx="3749377" cy="3942725"/>
            </a:xfrm>
          </p:grpSpPr>
          <p:pic>
            <p:nvPicPr>
              <p:cNvPr id="108" name="图形 107">
                <a:extLst>
                  <a:ext uri="{FF2B5EF4-FFF2-40B4-BE49-F238E27FC236}">
                    <a16:creationId xmlns:a16="http://schemas.microsoft.com/office/drawing/2014/main" id="{7073FB06-4546-4AF9-94A1-EE4FA2CA963A}"/>
                  </a:ext>
                </a:extLst>
              </p:cNvPr>
              <p:cNvPicPr>
                <a:picLocks noChangeAspect="1"/>
              </p:cNvPicPr>
              <p:nvPr/>
            </p:nvPicPr>
            <p:blipFill>
              <a:blip r:embed="rId3">
                <a:extLst>
                  <a:ext uri="{28A0092B-C50C-407E-A947-70E740481C1C}">
                    <a14:useLocalDpi xmlns:a14="http://schemas.microsoft.com/office/drawing/2010/main" val="0"/>
                  </a:ext>
                  <a:ext uri="{96DAC541-7B7A-43D3-8B79-37D633B846F1}">
                    <asvg:svgBlip xmlns:asvg="http://schemas.microsoft.com/office/drawing/2016/SVG/main" r:embed="rId4"/>
                  </a:ext>
                </a:extLst>
              </a:blip>
              <a:stretch>
                <a:fillRect/>
              </a:stretch>
            </p:blipFill>
            <p:spPr>
              <a:xfrm>
                <a:off x="5707974" y="3296491"/>
                <a:ext cx="1028700" cy="1009650"/>
              </a:xfrm>
              <a:prstGeom prst="rect">
                <a:avLst/>
              </a:prstGeom>
            </p:spPr>
          </p:pic>
          <p:grpSp>
            <p:nvGrpSpPr>
              <p:cNvPr id="109" name="组合 108">
                <a:extLst>
                  <a:ext uri="{FF2B5EF4-FFF2-40B4-BE49-F238E27FC236}">
                    <a16:creationId xmlns:a16="http://schemas.microsoft.com/office/drawing/2014/main" id="{22A2459B-2E7A-4166-9660-C3FE52540EE8}"/>
                  </a:ext>
                </a:extLst>
              </p:cNvPr>
              <p:cNvGrpSpPr/>
              <p:nvPr/>
            </p:nvGrpSpPr>
            <p:grpSpPr>
              <a:xfrm>
                <a:off x="7304090" y="3386940"/>
                <a:ext cx="662814" cy="854540"/>
                <a:chOff x="6442805" y="2960597"/>
                <a:chExt cx="662814" cy="854540"/>
              </a:xfrm>
            </p:grpSpPr>
            <p:grpSp>
              <p:nvGrpSpPr>
                <p:cNvPr id="145" name="组合 144">
                  <a:extLst>
                    <a:ext uri="{FF2B5EF4-FFF2-40B4-BE49-F238E27FC236}">
                      <a16:creationId xmlns:a16="http://schemas.microsoft.com/office/drawing/2014/main" id="{FA1C9B53-4599-4D12-928E-D3F199E0D3DF}"/>
                    </a:ext>
                  </a:extLst>
                </p:cNvPr>
                <p:cNvGrpSpPr/>
                <p:nvPr/>
              </p:nvGrpSpPr>
              <p:grpSpPr>
                <a:xfrm>
                  <a:off x="6724619" y="2960597"/>
                  <a:ext cx="381000" cy="351117"/>
                  <a:chOff x="2556504" y="2484669"/>
                  <a:chExt cx="381000" cy="351117"/>
                </a:xfrm>
              </p:grpSpPr>
              <p:pic>
                <p:nvPicPr>
                  <p:cNvPr id="147" name="图形 146">
                    <a:extLst>
                      <a:ext uri="{FF2B5EF4-FFF2-40B4-BE49-F238E27FC236}">
                        <a16:creationId xmlns:a16="http://schemas.microsoft.com/office/drawing/2014/main" id="{4910A2D9-D548-498D-B59A-660FA7572D8C}"/>
                      </a:ext>
                    </a:extLst>
                  </p:cNvPr>
                  <p:cNvPicPr>
                    <a:picLocks noChangeAspect="1"/>
                  </p:cNvPicPr>
                  <p:nvPr/>
                </p:nvPicPr>
                <p:blipFill>
                  <a:blip r:embed="rId5">
                    <a:extLst>
                      <a:ext uri="{28A0092B-C50C-407E-A947-70E740481C1C}">
                        <a14:useLocalDpi xmlns:a14="http://schemas.microsoft.com/office/drawing/2010/main" val="0"/>
                      </a:ext>
                      <a:ext uri="{96DAC541-7B7A-43D3-8B79-37D633B846F1}">
                        <asvg:svgBlip xmlns:asvg="http://schemas.microsoft.com/office/drawing/2016/SVG/main" r:embed="rId6"/>
                      </a:ext>
                    </a:extLst>
                  </a:blip>
                  <a:stretch>
                    <a:fillRect/>
                  </a:stretch>
                </p:blipFill>
                <p:spPr>
                  <a:xfrm>
                    <a:off x="2556504" y="2484669"/>
                    <a:ext cx="381000" cy="285750"/>
                  </a:xfrm>
                  <a:prstGeom prst="rect">
                    <a:avLst/>
                  </a:prstGeom>
                </p:spPr>
              </p:pic>
              <p:cxnSp>
                <p:nvCxnSpPr>
                  <p:cNvPr id="148" name="直接连接符 147">
                    <a:extLst>
                      <a:ext uri="{FF2B5EF4-FFF2-40B4-BE49-F238E27FC236}">
                        <a16:creationId xmlns:a16="http://schemas.microsoft.com/office/drawing/2014/main" id="{15B59540-6676-4B14-976C-4C30EF41A661}"/>
                      </a:ext>
                    </a:extLst>
                  </p:cNvPr>
                  <p:cNvCxnSpPr/>
                  <p:nvPr/>
                </p:nvCxnSpPr>
                <p:spPr>
                  <a:xfrm>
                    <a:off x="2747004" y="2612580"/>
                    <a:ext cx="0" cy="223206"/>
                  </a:xfrm>
                  <a:prstGeom prst="line">
                    <a:avLst/>
                  </a:prstGeom>
                  <a:ln w="25400">
                    <a:solidFill>
                      <a:srgbClr val="999999"/>
                    </a:solidFill>
                  </a:ln>
                </p:spPr>
                <p:style>
                  <a:lnRef idx="1">
                    <a:schemeClr val="accent1"/>
                  </a:lnRef>
                  <a:fillRef idx="0">
                    <a:schemeClr val="accent1"/>
                  </a:fillRef>
                  <a:effectRef idx="0">
                    <a:schemeClr val="accent1"/>
                  </a:effectRef>
                  <a:fontRef idx="minor">
                    <a:schemeClr val="tx1"/>
                  </a:fontRef>
                </p:style>
              </p:cxnSp>
            </p:grpSp>
            <p:pic>
              <p:nvPicPr>
                <p:cNvPr id="146" name="图形 10">
                  <a:extLst>
                    <a:ext uri="{FF2B5EF4-FFF2-40B4-BE49-F238E27FC236}">
                      <a16:creationId xmlns:a16="http://schemas.microsoft.com/office/drawing/2014/main" id="{7E497680-6DFE-4EC1-B047-AAF32F6B0308}"/>
                    </a:ext>
                  </a:extLst>
                </p:cNvPr>
                <p:cNvPicPr>
                  <a:picLocks noChangeAspect="1"/>
                </p:cNvPicPr>
                <p:nvPr/>
              </p:nvPicPr>
              <p:blipFill>
                <a:blip r:embed="rId7">
                  <a:extLst>
                    <a:ext uri="{28A0092B-C50C-407E-A947-70E740481C1C}">
                      <a14:useLocalDpi xmlns:a14="http://schemas.microsoft.com/office/drawing/2010/main" val="0"/>
                    </a:ext>
                    <a:ext uri="{96DAC541-7B7A-43D3-8B79-37D633B846F1}">
                      <asvg:svgBlip xmlns:asvg="http://schemas.microsoft.com/office/drawing/2016/SVG/main" r:embed="rId8"/>
                    </a:ext>
                  </a:extLst>
                </a:blip>
                <a:stretch>
                  <a:fillRect/>
                </a:stretch>
              </p:blipFill>
              <p:spPr>
                <a:xfrm>
                  <a:off x="6442805" y="3174055"/>
                  <a:ext cx="662814" cy="641082"/>
                </a:xfrm>
                <a:prstGeom prst="rect">
                  <a:avLst/>
                </a:prstGeom>
              </p:spPr>
            </p:pic>
          </p:grpSp>
          <p:grpSp>
            <p:nvGrpSpPr>
              <p:cNvPr id="110" name="组合 109">
                <a:extLst>
                  <a:ext uri="{FF2B5EF4-FFF2-40B4-BE49-F238E27FC236}">
                    <a16:creationId xmlns:a16="http://schemas.microsoft.com/office/drawing/2014/main" id="{B734E649-B2BD-45AE-B4AB-5C266A9E636A}"/>
                  </a:ext>
                </a:extLst>
              </p:cNvPr>
              <p:cNvGrpSpPr/>
              <p:nvPr/>
            </p:nvGrpSpPr>
            <p:grpSpPr>
              <a:xfrm>
                <a:off x="4708861" y="4411641"/>
                <a:ext cx="772699" cy="858650"/>
                <a:chOff x="8735761" y="5137011"/>
                <a:chExt cx="772699" cy="858650"/>
              </a:xfrm>
            </p:grpSpPr>
            <p:pic>
              <p:nvPicPr>
                <p:cNvPr id="141" name="图形 10">
                  <a:extLst>
                    <a:ext uri="{FF2B5EF4-FFF2-40B4-BE49-F238E27FC236}">
                      <a16:creationId xmlns:a16="http://schemas.microsoft.com/office/drawing/2014/main" id="{7DFFC727-B5EB-44A9-A2A0-CA7564F48CC9}"/>
                    </a:ext>
                  </a:extLst>
                </p:cNvPr>
                <p:cNvPicPr>
                  <a:picLocks noChangeAspect="1"/>
                </p:cNvPicPr>
                <p:nvPr/>
              </p:nvPicPr>
              <p:blipFill>
                <a:blip r:embed="rId7">
                  <a:extLst>
                    <a:ext uri="{28A0092B-C50C-407E-A947-70E740481C1C}">
                      <a14:useLocalDpi xmlns:a14="http://schemas.microsoft.com/office/drawing/2010/main" val="0"/>
                    </a:ext>
                    <a:ext uri="{96DAC541-7B7A-43D3-8B79-37D633B846F1}">
                      <asvg:svgBlip xmlns:asvg="http://schemas.microsoft.com/office/drawing/2016/SVG/main" r:embed="rId8"/>
                    </a:ext>
                  </a:extLst>
                </a:blip>
                <a:stretch>
                  <a:fillRect/>
                </a:stretch>
              </p:blipFill>
              <p:spPr>
                <a:xfrm>
                  <a:off x="8735761" y="5354579"/>
                  <a:ext cx="662814" cy="641082"/>
                </a:xfrm>
                <a:prstGeom prst="rect">
                  <a:avLst/>
                </a:prstGeom>
              </p:spPr>
            </p:pic>
            <p:grpSp>
              <p:nvGrpSpPr>
                <p:cNvPr id="142" name="组合 141">
                  <a:extLst>
                    <a:ext uri="{FF2B5EF4-FFF2-40B4-BE49-F238E27FC236}">
                      <a16:creationId xmlns:a16="http://schemas.microsoft.com/office/drawing/2014/main" id="{8098A548-A66D-485C-BC2D-77C4591E94A2}"/>
                    </a:ext>
                  </a:extLst>
                </p:cNvPr>
                <p:cNvGrpSpPr/>
                <p:nvPr/>
              </p:nvGrpSpPr>
              <p:grpSpPr>
                <a:xfrm>
                  <a:off x="9127460" y="5137011"/>
                  <a:ext cx="381000" cy="351117"/>
                  <a:chOff x="2556504" y="2484669"/>
                  <a:chExt cx="381000" cy="351117"/>
                </a:xfrm>
              </p:grpSpPr>
              <p:pic>
                <p:nvPicPr>
                  <p:cNvPr id="143" name="图形 142">
                    <a:extLst>
                      <a:ext uri="{FF2B5EF4-FFF2-40B4-BE49-F238E27FC236}">
                        <a16:creationId xmlns:a16="http://schemas.microsoft.com/office/drawing/2014/main" id="{557B6B3C-EA69-473B-A0A8-DE4ADF833CED}"/>
                      </a:ext>
                    </a:extLst>
                  </p:cNvPr>
                  <p:cNvPicPr>
                    <a:picLocks noChangeAspect="1"/>
                  </p:cNvPicPr>
                  <p:nvPr/>
                </p:nvPicPr>
                <p:blipFill>
                  <a:blip r:embed="rId5">
                    <a:extLst>
                      <a:ext uri="{28A0092B-C50C-407E-A947-70E740481C1C}">
                        <a14:useLocalDpi xmlns:a14="http://schemas.microsoft.com/office/drawing/2010/main" val="0"/>
                      </a:ext>
                      <a:ext uri="{96DAC541-7B7A-43D3-8B79-37D633B846F1}">
                        <asvg:svgBlip xmlns:asvg="http://schemas.microsoft.com/office/drawing/2016/SVG/main" r:embed="rId6"/>
                      </a:ext>
                    </a:extLst>
                  </a:blip>
                  <a:stretch>
                    <a:fillRect/>
                  </a:stretch>
                </p:blipFill>
                <p:spPr>
                  <a:xfrm>
                    <a:off x="2556504" y="2484669"/>
                    <a:ext cx="381000" cy="285750"/>
                  </a:xfrm>
                  <a:prstGeom prst="rect">
                    <a:avLst/>
                  </a:prstGeom>
                </p:spPr>
              </p:pic>
              <p:cxnSp>
                <p:nvCxnSpPr>
                  <p:cNvPr id="144" name="直接连接符 143">
                    <a:extLst>
                      <a:ext uri="{FF2B5EF4-FFF2-40B4-BE49-F238E27FC236}">
                        <a16:creationId xmlns:a16="http://schemas.microsoft.com/office/drawing/2014/main" id="{1A7F1181-17B7-4BA5-B3BA-CDD84AC28050}"/>
                      </a:ext>
                    </a:extLst>
                  </p:cNvPr>
                  <p:cNvCxnSpPr/>
                  <p:nvPr/>
                </p:nvCxnSpPr>
                <p:spPr>
                  <a:xfrm>
                    <a:off x="2747004" y="2612580"/>
                    <a:ext cx="0" cy="223206"/>
                  </a:xfrm>
                  <a:prstGeom prst="line">
                    <a:avLst/>
                  </a:prstGeom>
                  <a:ln w="25400">
                    <a:solidFill>
                      <a:srgbClr val="999999"/>
                    </a:solidFill>
                  </a:ln>
                </p:spPr>
                <p:style>
                  <a:lnRef idx="1">
                    <a:schemeClr val="accent1"/>
                  </a:lnRef>
                  <a:fillRef idx="0">
                    <a:schemeClr val="accent1"/>
                  </a:fillRef>
                  <a:effectRef idx="0">
                    <a:schemeClr val="accent1"/>
                  </a:effectRef>
                  <a:fontRef idx="minor">
                    <a:schemeClr val="tx1"/>
                  </a:fontRef>
                </p:style>
              </p:cxnSp>
            </p:grpSp>
          </p:grpSp>
          <p:grpSp>
            <p:nvGrpSpPr>
              <p:cNvPr id="111" name="组合 110">
                <a:extLst>
                  <a:ext uri="{FF2B5EF4-FFF2-40B4-BE49-F238E27FC236}">
                    <a16:creationId xmlns:a16="http://schemas.microsoft.com/office/drawing/2014/main" id="{83956610-ECC4-4FA1-8F1E-D05B1B6E94A5}"/>
                  </a:ext>
                </a:extLst>
              </p:cNvPr>
              <p:cNvGrpSpPr/>
              <p:nvPr/>
            </p:nvGrpSpPr>
            <p:grpSpPr>
              <a:xfrm>
                <a:off x="5767055" y="4878490"/>
                <a:ext cx="662814" cy="904042"/>
                <a:chOff x="7105619" y="4328526"/>
                <a:chExt cx="662814" cy="904042"/>
              </a:xfrm>
            </p:grpSpPr>
            <p:pic>
              <p:nvPicPr>
                <p:cNvPr id="137" name="图形 10">
                  <a:extLst>
                    <a:ext uri="{FF2B5EF4-FFF2-40B4-BE49-F238E27FC236}">
                      <a16:creationId xmlns:a16="http://schemas.microsoft.com/office/drawing/2014/main" id="{622D037A-9BC5-4AD0-8264-D5CDC4E32422}"/>
                    </a:ext>
                  </a:extLst>
                </p:cNvPr>
                <p:cNvPicPr>
                  <a:picLocks noChangeAspect="1"/>
                </p:cNvPicPr>
                <p:nvPr/>
              </p:nvPicPr>
              <p:blipFill>
                <a:blip r:embed="rId7">
                  <a:extLst>
                    <a:ext uri="{28A0092B-C50C-407E-A947-70E740481C1C}">
                      <a14:useLocalDpi xmlns:a14="http://schemas.microsoft.com/office/drawing/2010/main" val="0"/>
                    </a:ext>
                    <a:ext uri="{96DAC541-7B7A-43D3-8B79-37D633B846F1}">
                      <asvg:svgBlip xmlns:asvg="http://schemas.microsoft.com/office/drawing/2016/SVG/main" r:embed="rId8"/>
                    </a:ext>
                  </a:extLst>
                </a:blip>
                <a:stretch>
                  <a:fillRect/>
                </a:stretch>
              </p:blipFill>
              <p:spPr>
                <a:xfrm>
                  <a:off x="7105619" y="4591486"/>
                  <a:ext cx="662814" cy="641082"/>
                </a:xfrm>
                <a:prstGeom prst="rect">
                  <a:avLst/>
                </a:prstGeom>
              </p:spPr>
            </p:pic>
            <p:grpSp>
              <p:nvGrpSpPr>
                <p:cNvPr id="138" name="组合 137">
                  <a:extLst>
                    <a:ext uri="{FF2B5EF4-FFF2-40B4-BE49-F238E27FC236}">
                      <a16:creationId xmlns:a16="http://schemas.microsoft.com/office/drawing/2014/main" id="{09DA43AA-E5F3-4B52-A538-E3311BAE9465}"/>
                    </a:ext>
                  </a:extLst>
                </p:cNvPr>
                <p:cNvGrpSpPr/>
                <p:nvPr/>
              </p:nvGrpSpPr>
              <p:grpSpPr>
                <a:xfrm>
                  <a:off x="7360152" y="4328526"/>
                  <a:ext cx="381000" cy="351117"/>
                  <a:chOff x="2556504" y="2484669"/>
                  <a:chExt cx="381000" cy="351117"/>
                </a:xfrm>
              </p:grpSpPr>
              <p:pic>
                <p:nvPicPr>
                  <p:cNvPr id="139" name="图形 138">
                    <a:extLst>
                      <a:ext uri="{FF2B5EF4-FFF2-40B4-BE49-F238E27FC236}">
                        <a16:creationId xmlns:a16="http://schemas.microsoft.com/office/drawing/2014/main" id="{E00DD259-CF8A-4FA5-9F00-6A3E6F52A5A4}"/>
                      </a:ext>
                    </a:extLst>
                  </p:cNvPr>
                  <p:cNvPicPr>
                    <a:picLocks noChangeAspect="1"/>
                  </p:cNvPicPr>
                  <p:nvPr/>
                </p:nvPicPr>
                <p:blipFill>
                  <a:blip r:embed="rId5">
                    <a:extLst>
                      <a:ext uri="{28A0092B-C50C-407E-A947-70E740481C1C}">
                        <a14:useLocalDpi xmlns:a14="http://schemas.microsoft.com/office/drawing/2010/main" val="0"/>
                      </a:ext>
                      <a:ext uri="{96DAC541-7B7A-43D3-8B79-37D633B846F1}">
                        <asvg:svgBlip xmlns:asvg="http://schemas.microsoft.com/office/drawing/2016/SVG/main" r:embed="rId6"/>
                      </a:ext>
                    </a:extLst>
                  </a:blip>
                  <a:stretch>
                    <a:fillRect/>
                  </a:stretch>
                </p:blipFill>
                <p:spPr>
                  <a:xfrm>
                    <a:off x="2556504" y="2484669"/>
                    <a:ext cx="381000" cy="285750"/>
                  </a:xfrm>
                  <a:prstGeom prst="rect">
                    <a:avLst/>
                  </a:prstGeom>
                </p:spPr>
              </p:pic>
              <p:cxnSp>
                <p:nvCxnSpPr>
                  <p:cNvPr id="140" name="直接连接符 139">
                    <a:extLst>
                      <a:ext uri="{FF2B5EF4-FFF2-40B4-BE49-F238E27FC236}">
                        <a16:creationId xmlns:a16="http://schemas.microsoft.com/office/drawing/2014/main" id="{E93B7D4B-BBC8-4DAD-B48C-4CED45FCCF0D}"/>
                      </a:ext>
                    </a:extLst>
                  </p:cNvPr>
                  <p:cNvCxnSpPr/>
                  <p:nvPr/>
                </p:nvCxnSpPr>
                <p:spPr>
                  <a:xfrm>
                    <a:off x="2747004" y="2612580"/>
                    <a:ext cx="0" cy="223206"/>
                  </a:xfrm>
                  <a:prstGeom prst="line">
                    <a:avLst/>
                  </a:prstGeom>
                  <a:ln w="25400">
                    <a:solidFill>
                      <a:srgbClr val="999999"/>
                    </a:solidFill>
                  </a:ln>
                </p:spPr>
                <p:style>
                  <a:lnRef idx="1">
                    <a:schemeClr val="accent1"/>
                  </a:lnRef>
                  <a:fillRef idx="0">
                    <a:schemeClr val="accent1"/>
                  </a:fillRef>
                  <a:effectRef idx="0">
                    <a:schemeClr val="accent1"/>
                  </a:effectRef>
                  <a:fontRef idx="minor">
                    <a:schemeClr val="tx1"/>
                  </a:fontRef>
                </p:style>
              </p:cxnSp>
            </p:grpSp>
          </p:grpSp>
          <p:grpSp>
            <p:nvGrpSpPr>
              <p:cNvPr id="112" name="组合 111">
                <a:extLst>
                  <a:ext uri="{FF2B5EF4-FFF2-40B4-BE49-F238E27FC236}">
                    <a16:creationId xmlns:a16="http://schemas.microsoft.com/office/drawing/2014/main" id="{FAA660E8-B2FA-4191-82C7-D66171CDAE31}"/>
                  </a:ext>
                </a:extLst>
              </p:cNvPr>
              <p:cNvGrpSpPr/>
              <p:nvPr/>
            </p:nvGrpSpPr>
            <p:grpSpPr>
              <a:xfrm>
                <a:off x="5767055" y="1839807"/>
                <a:ext cx="662814" cy="846462"/>
                <a:chOff x="8552818" y="654050"/>
                <a:chExt cx="662814" cy="846462"/>
              </a:xfrm>
            </p:grpSpPr>
            <p:grpSp>
              <p:nvGrpSpPr>
                <p:cNvPr id="133" name="组合 132">
                  <a:extLst>
                    <a:ext uri="{FF2B5EF4-FFF2-40B4-BE49-F238E27FC236}">
                      <a16:creationId xmlns:a16="http://schemas.microsoft.com/office/drawing/2014/main" id="{2D1730DF-0C25-43C0-A58B-961805995D0F}"/>
                    </a:ext>
                  </a:extLst>
                </p:cNvPr>
                <p:cNvGrpSpPr/>
                <p:nvPr/>
              </p:nvGrpSpPr>
              <p:grpSpPr>
                <a:xfrm>
                  <a:off x="8831192" y="654050"/>
                  <a:ext cx="381000" cy="351117"/>
                  <a:chOff x="2556504" y="2484669"/>
                  <a:chExt cx="381000" cy="351117"/>
                </a:xfrm>
              </p:grpSpPr>
              <p:pic>
                <p:nvPicPr>
                  <p:cNvPr id="135" name="图形 134">
                    <a:extLst>
                      <a:ext uri="{FF2B5EF4-FFF2-40B4-BE49-F238E27FC236}">
                        <a16:creationId xmlns:a16="http://schemas.microsoft.com/office/drawing/2014/main" id="{4CF7DC1F-E135-4778-92AF-94AA5DB7BC10}"/>
                      </a:ext>
                    </a:extLst>
                  </p:cNvPr>
                  <p:cNvPicPr>
                    <a:picLocks noChangeAspect="1"/>
                  </p:cNvPicPr>
                  <p:nvPr/>
                </p:nvPicPr>
                <p:blipFill>
                  <a:blip r:embed="rId5">
                    <a:extLst>
                      <a:ext uri="{28A0092B-C50C-407E-A947-70E740481C1C}">
                        <a14:useLocalDpi xmlns:a14="http://schemas.microsoft.com/office/drawing/2010/main" val="0"/>
                      </a:ext>
                      <a:ext uri="{96DAC541-7B7A-43D3-8B79-37D633B846F1}">
                        <asvg:svgBlip xmlns:asvg="http://schemas.microsoft.com/office/drawing/2016/SVG/main" r:embed="rId6"/>
                      </a:ext>
                    </a:extLst>
                  </a:blip>
                  <a:stretch>
                    <a:fillRect/>
                  </a:stretch>
                </p:blipFill>
                <p:spPr>
                  <a:xfrm>
                    <a:off x="2556504" y="2484669"/>
                    <a:ext cx="381000" cy="285750"/>
                  </a:xfrm>
                  <a:prstGeom prst="rect">
                    <a:avLst/>
                  </a:prstGeom>
                </p:spPr>
              </p:pic>
              <p:cxnSp>
                <p:nvCxnSpPr>
                  <p:cNvPr id="136" name="直接连接符 135">
                    <a:extLst>
                      <a:ext uri="{FF2B5EF4-FFF2-40B4-BE49-F238E27FC236}">
                        <a16:creationId xmlns:a16="http://schemas.microsoft.com/office/drawing/2014/main" id="{1F404E3A-2B78-424B-93ED-8B24C498C6B1}"/>
                      </a:ext>
                    </a:extLst>
                  </p:cNvPr>
                  <p:cNvCxnSpPr/>
                  <p:nvPr/>
                </p:nvCxnSpPr>
                <p:spPr>
                  <a:xfrm>
                    <a:off x="2747004" y="2612580"/>
                    <a:ext cx="0" cy="223206"/>
                  </a:xfrm>
                  <a:prstGeom prst="line">
                    <a:avLst/>
                  </a:prstGeom>
                  <a:ln w="25400">
                    <a:solidFill>
                      <a:srgbClr val="999999"/>
                    </a:solidFill>
                  </a:ln>
                </p:spPr>
                <p:style>
                  <a:lnRef idx="1">
                    <a:schemeClr val="accent1"/>
                  </a:lnRef>
                  <a:fillRef idx="0">
                    <a:schemeClr val="accent1"/>
                  </a:fillRef>
                  <a:effectRef idx="0">
                    <a:schemeClr val="accent1"/>
                  </a:effectRef>
                  <a:fontRef idx="minor">
                    <a:schemeClr val="tx1"/>
                  </a:fontRef>
                </p:style>
              </p:cxnSp>
            </p:grpSp>
            <p:pic>
              <p:nvPicPr>
                <p:cNvPr id="134" name="图形 10">
                  <a:extLst>
                    <a:ext uri="{FF2B5EF4-FFF2-40B4-BE49-F238E27FC236}">
                      <a16:creationId xmlns:a16="http://schemas.microsoft.com/office/drawing/2014/main" id="{15C36231-69FE-4F3A-A4F1-666B15C30686}"/>
                    </a:ext>
                  </a:extLst>
                </p:cNvPr>
                <p:cNvPicPr>
                  <a:picLocks noChangeAspect="1"/>
                </p:cNvPicPr>
                <p:nvPr/>
              </p:nvPicPr>
              <p:blipFill>
                <a:blip r:embed="rId7">
                  <a:extLst>
                    <a:ext uri="{28A0092B-C50C-407E-A947-70E740481C1C}">
                      <a14:useLocalDpi xmlns:a14="http://schemas.microsoft.com/office/drawing/2010/main" val="0"/>
                    </a:ext>
                    <a:ext uri="{96DAC541-7B7A-43D3-8B79-37D633B846F1}">
                      <asvg:svgBlip xmlns:asvg="http://schemas.microsoft.com/office/drawing/2016/SVG/main" r:embed="rId8"/>
                    </a:ext>
                  </a:extLst>
                </a:blip>
                <a:stretch>
                  <a:fillRect/>
                </a:stretch>
              </p:blipFill>
              <p:spPr>
                <a:xfrm>
                  <a:off x="8552818" y="859430"/>
                  <a:ext cx="662814" cy="641082"/>
                </a:xfrm>
                <a:prstGeom prst="rect">
                  <a:avLst/>
                </a:prstGeom>
              </p:spPr>
            </p:pic>
          </p:grpSp>
          <p:grpSp>
            <p:nvGrpSpPr>
              <p:cNvPr id="113" name="组合 112">
                <a:extLst>
                  <a:ext uri="{FF2B5EF4-FFF2-40B4-BE49-F238E27FC236}">
                    <a16:creationId xmlns:a16="http://schemas.microsoft.com/office/drawing/2014/main" id="{DBAC26ED-BC0D-47B6-BBA0-FD8C102C3BB1}"/>
                  </a:ext>
                </a:extLst>
              </p:cNvPr>
              <p:cNvGrpSpPr/>
              <p:nvPr/>
            </p:nvGrpSpPr>
            <p:grpSpPr>
              <a:xfrm>
                <a:off x="4217527" y="3411447"/>
                <a:ext cx="681834" cy="830033"/>
                <a:chOff x="6956615" y="1391042"/>
                <a:chExt cx="681834" cy="830033"/>
              </a:xfrm>
            </p:grpSpPr>
            <p:grpSp>
              <p:nvGrpSpPr>
                <p:cNvPr id="129" name="组合 128">
                  <a:extLst>
                    <a:ext uri="{FF2B5EF4-FFF2-40B4-BE49-F238E27FC236}">
                      <a16:creationId xmlns:a16="http://schemas.microsoft.com/office/drawing/2014/main" id="{E8A04912-6E80-4EB6-A2CD-478B5F542BA3}"/>
                    </a:ext>
                  </a:extLst>
                </p:cNvPr>
                <p:cNvGrpSpPr/>
                <p:nvPr/>
              </p:nvGrpSpPr>
              <p:grpSpPr>
                <a:xfrm>
                  <a:off x="7257449" y="1391042"/>
                  <a:ext cx="381000" cy="351117"/>
                  <a:chOff x="2556504" y="2484669"/>
                  <a:chExt cx="381000" cy="351117"/>
                </a:xfrm>
              </p:grpSpPr>
              <p:pic>
                <p:nvPicPr>
                  <p:cNvPr id="131" name="图形 130">
                    <a:extLst>
                      <a:ext uri="{FF2B5EF4-FFF2-40B4-BE49-F238E27FC236}">
                        <a16:creationId xmlns:a16="http://schemas.microsoft.com/office/drawing/2014/main" id="{B90D2AC7-2BFE-4BDB-A9E6-E4249DB00F72}"/>
                      </a:ext>
                    </a:extLst>
                  </p:cNvPr>
                  <p:cNvPicPr>
                    <a:picLocks noChangeAspect="1"/>
                  </p:cNvPicPr>
                  <p:nvPr/>
                </p:nvPicPr>
                <p:blipFill>
                  <a:blip r:embed="rId5">
                    <a:extLst>
                      <a:ext uri="{28A0092B-C50C-407E-A947-70E740481C1C}">
                        <a14:useLocalDpi xmlns:a14="http://schemas.microsoft.com/office/drawing/2010/main" val="0"/>
                      </a:ext>
                      <a:ext uri="{96DAC541-7B7A-43D3-8B79-37D633B846F1}">
                        <asvg:svgBlip xmlns:asvg="http://schemas.microsoft.com/office/drawing/2016/SVG/main" r:embed="rId6"/>
                      </a:ext>
                    </a:extLst>
                  </a:blip>
                  <a:stretch>
                    <a:fillRect/>
                  </a:stretch>
                </p:blipFill>
                <p:spPr>
                  <a:xfrm>
                    <a:off x="2556504" y="2484669"/>
                    <a:ext cx="381000" cy="285750"/>
                  </a:xfrm>
                  <a:prstGeom prst="rect">
                    <a:avLst/>
                  </a:prstGeom>
                </p:spPr>
              </p:pic>
              <p:cxnSp>
                <p:nvCxnSpPr>
                  <p:cNvPr id="132" name="直接连接符 131">
                    <a:extLst>
                      <a:ext uri="{FF2B5EF4-FFF2-40B4-BE49-F238E27FC236}">
                        <a16:creationId xmlns:a16="http://schemas.microsoft.com/office/drawing/2014/main" id="{8E77DE39-22B9-472F-87FE-C40E890402F0}"/>
                      </a:ext>
                    </a:extLst>
                  </p:cNvPr>
                  <p:cNvCxnSpPr/>
                  <p:nvPr/>
                </p:nvCxnSpPr>
                <p:spPr>
                  <a:xfrm>
                    <a:off x="2747004" y="2612580"/>
                    <a:ext cx="0" cy="223206"/>
                  </a:xfrm>
                  <a:prstGeom prst="line">
                    <a:avLst/>
                  </a:prstGeom>
                  <a:ln w="25400">
                    <a:solidFill>
                      <a:srgbClr val="999999"/>
                    </a:solidFill>
                  </a:ln>
                </p:spPr>
                <p:style>
                  <a:lnRef idx="1">
                    <a:schemeClr val="accent1"/>
                  </a:lnRef>
                  <a:fillRef idx="0">
                    <a:schemeClr val="accent1"/>
                  </a:fillRef>
                  <a:effectRef idx="0">
                    <a:schemeClr val="accent1"/>
                  </a:effectRef>
                  <a:fontRef idx="minor">
                    <a:schemeClr val="tx1"/>
                  </a:fontRef>
                </p:style>
              </p:cxnSp>
            </p:grpSp>
            <p:pic>
              <p:nvPicPr>
                <p:cNvPr id="130" name="图形 10">
                  <a:extLst>
                    <a:ext uri="{FF2B5EF4-FFF2-40B4-BE49-F238E27FC236}">
                      <a16:creationId xmlns:a16="http://schemas.microsoft.com/office/drawing/2014/main" id="{1C18F13E-89F2-4D3C-9655-59E62970D2A1}"/>
                    </a:ext>
                  </a:extLst>
                </p:cNvPr>
                <p:cNvPicPr>
                  <a:picLocks noChangeAspect="1"/>
                </p:cNvPicPr>
                <p:nvPr/>
              </p:nvPicPr>
              <p:blipFill>
                <a:blip r:embed="rId7">
                  <a:extLst>
                    <a:ext uri="{28A0092B-C50C-407E-A947-70E740481C1C}">
                      <a14:useLocalDpi xmlns:a14="http://schemas.microsoft.com/office/drawing/2010/main" val="0"/>
                    </a:ext>
                    <a:ext uri="{96DAC541-7B7A-43D3-8B79-37D633B846F1}">
                      <asvg:svgBlip xmlns:asvg="http://schemas.microsoft.com/office/drawing/2016/SVG/main" r:embed="rId8"/>
                    </a:ext>
                  </a:extLst>
                </a:blip>
                <a:stretch>
                  <a:fillRect/>
                </a:stretch>
              </p:blipFill>
              <p:spPr>
                <a:xfrm>
                  <a:off x="6956615" y="1579993"/>
                  <a:ext cx="662814" cy="641082"/>
                </a:xfrm>
                <a:prstGeom prst="rect">
                  <a:avLst/>
                </a:prstGeom>
              </p:spPr>
            </p:pic>
          </p:grpSp>
          <p:grpSp>
            <p:nvGrpSpPr>
              <p:cNvPr id="114" name="组合 113">
                <a:extLst>
                  <a:ext uri="{FF2B5EF4-FFF2-40B4-BE49-F238E27FC236}">
                    <a16:creationId xmlns:a16="http://schemas.microsoft.com/office/drawing/2014/main" id="{47DAD306-24AB-4FDB-A2E4-E2DC42DCE272}"/>
                  </a:ext>
                </a:extLst>
              </p:cNvPr>
              <p:cNvGrpSpPr/>
              <p:nvPr/>
            </p:nvGrpSpPr>
            <p:grpSpPr>
              <a:xfrm>
                <a:off x="4708861" y="2303871"/>
                <a:ext cx="662814" cy="830033"/>
                <a:chOff x="10392760" y="1391042"/>
                <a:chExt cx="662814" cy="830033"/>
              </a:xfrm>
            </p:grpSpPr>
            <p:grpSp>
              <p:nvGrpSpPr>
                <p:cNvPr id="125" name="组合 124">
                  <a:extLst>
                    <a:ext uri="{FF2B5EF4-FFF2-40B4-BE49-F238E27FC236}">
                      <a16:creationId xmlns:a16="http://schemas.microsoft.com/office/drawing/2014/main" id="{3E05E1C8-0E12-482B-9FBC-52306ECCA3FE}"/>
                    </a:ext>
                  </a:extLst>
                </p:cNvPr>
                <p:cNvGrpSpPr/>
                <p:nvPr/>
              </p:nvGrpSpPr>
              <p:grpSpPr>
                <a:xfrm>
                  <a:off x="10674574" y="1391042"/>
                  <a:ext cx="381000" cy="351117"/>
                  <a:chOff x="2556504" y="2484669"/>
                  <a:chExt cx="381000" cy="351117"/>
                </a:xfrm>
              </p:grpSpPr>
              <p:pic>
                <p:nvPicPr>
                  <p:cNvPr id="127" name="图形 126">
                    <a:extLst>
                      <a:ext uri="{FF2B5EF4-FFF2-40B4-BE49-F238E27FC236}">
                        <a16:creationId xmlns:a16="http://schemas.microsoft.com/office/drawing/2014/main" id="{2211B57B-14C8-4789-83D9-BAC494D1C935}"/>
                      </a:ext>
                    </a:extLst>
                  </p:cNvPr>
                  <p:cNvPicPr>
                    <a:picLocks noChangeAspect="1"/>
                  </p:cNvPicPr>
                  <p:nvPr/>
                </p:nvPicPr>
                <p:blipFill>
                  <a:blip r:embed="rId5">
                    <a:extLst>
                      <a:ext uri="{28A0092B-C50C-407E-A947-70E740481C1C}">
                        <a14:useLocalDpi xmlns:a14="http://schemas.microsoft.com/office/drawing/2010/main" val="0"/>
                      </a:ext>
                      <a:ext uri="{96DAC541-7B7A-43D3-8B79-37D633B846F1}">
                        <asvg:svgBlip xmlns:asvg="http://schemas.microsoft.com/office/drawing/2016/SVG/main" r:embed="rId6"/>
                      </a:ext>
                    </a:extLst>
                  </a:blip>
                  <a:stretch>
                    <a:fillRect/>
                  </a:stretch>
                </p:blipFill>
                <p:spPr>
                  <a:xfrm>
                    <a:off x="2556504" y="2484669"/>
                    <a:ext cx="381000" cy="285750"/>
                  </a:xfrm>
                  <a:prstGeom prst="rect">
                    <a:avLst/>
                  </a:prstGeom>
                </p:spPr>
              </p:pic>
              <p:cxnSp>
                <p:nvCxnSpPr>
                  <p:cNvPr id="128" name="直接连接符 127">
                    <a:extLst>
                      <a:ext uri="{FF2B5EF4-FFF2-40B4-BE49-F238E27FC236}">
                        <a16:creationId xmlns:a16="http://schemas.microsoft.com/office/drawing/2014/main" id="{1EADFAC7-0692-444D-AE44-332783BCC9A5}"/>
                      </a:ext>
                    </a:extLst>
                  </p:cNvPr>
                  <p:cNvCxnSpPr/>
                  <p:nvPr/>
                </p:nvCxnSpPr>
                <p:spPr>
                  <a:xfrm>
                    <a:off x="2747004" y="2612580"/>
                    <a:ext cx="0" cy="223206"/>
                  </a:xfrm>
                  <a:prstGeom prst="line">
                    <a:avLst/>
                  </a:prstGeom>
                  <a:ln w="25400">
                    <a:solidFill>
                      <a:srgbClr val="999999"/>
                    </a:solidFill>
                  </a:ln>
                </p:spPr>
                <p:style>
                  <a:lnRef idx="1">
                    <a:schemeClr val="accent1"/>
                  </a:lnRef>
                  <a:fillRef idx="0">
                    <a:schemeClr val="accent1"/>
                  </a:fillRef>
                  <a:effectRef idx="0">
                    <a:schemeClr val="accent1"/>
                  </a:effectRef>
                  <a:fontRef idx="minor">
                    <a:schemeClr val="tx1"/>
                  </a:fontRef>
                </p:style>
              </p:cxnSp>
            </p:grpSp>
            <p:pic>
              <p:nvPicPr>
                <p:cNvPr id="126" name="图形 10">
                  <a:extLst>
                    <a:ext uri="{FF2B5EF4-FFF2-40B4-BE49-F238E27FC236}">
                      <a16:creationId xmlns:a16="http://schemas.microsoft.com/office/drawing/2014/main" id="{A1D8A147-EE3A-41AD-9309-C6209EE74039}"/>
                    </a:ext>
                  </a:extLst>
                </p:cNvPr>
                <p:cNvPicPr>
                  <a:picLocks noChangeAspect="1"/>
                </p:cNvPicPr>
                <p:nvPr/>
              </p:nvPicPr>
              <p:blipFill>
                <a:blip r:embed="rId7">
                  <a:extLst>
                    <a:ext uri="{28A0092B-C50C-407E-A947-70E740481C1C}">
                      <a14:useLocalDpi xmlns:a14="http://schemas.microsoft.com/office/drawing/2010/main" val="0"/>
                    </a:ext>
                    <a:ext uri="{96DAC541-7B7A-43D3-8B79-37D633B846F1}">
                      <asvg:svgBlip xmlns:asvg="http://schemas.microsoft.com/office/drawing/2016/SVG/main" r:embed="rId8"/>
                    </a:ext>
                  </a:extLst>
                </a:blip>
                <a:stretch>
                  <a:fillRect/>
                </a:stretch>
              </p:blipFill>
              <p:spPr>
                <a:xfrm>
                  <a:off x="10392760" y="1579993"/>
                  <a:ext cx="662814" cy="641082"/>
                </a:xfrm>
                <a:prstGeom prst="rect">
                  <a:avLst/>
                </a:prstGeom>
              </p:spPr>
            </p:pic>
          </p:grpSp>
          <p:grpSp>
            <p:nvGrpSpPr>
              <p:cNvPr id="115" name="组合 114">
                <a:extLst>
                  <a:ext uri="{FF2B5EF4-FFF2-40B4-BE49-F238E27FC236}">
                    <a16:creationId xmlns:a16="http://schemas.microsoft.com/office/drawing/2014/main" id="{21936DF2-B91E-4441-955B-D0D763788B0E}"/>
                  </a:ext>
                </a:extLst>
              </p:cNvPr>
              <p:cNvGrpSpPr/>
              <p:nvPr/>
            </p:nvGrpSpPr>
            <p:grpSpPr>
              <a:xfrm>
                <a:off x="6825249" y="2312765"/>
                <a:ext cx="684060" cy="821139"/>
                <a:chOff x="10868587" y="2993998"/>
                <a:chExt cx="684060" cy="821139"/>
              </a:xfrm>
            </p:grpSpPr>
            <p:grpSp>
              <p:nvGrpSpPr>
                <p:cNvPr id="121" name="组合 120">
                  <a:extLst>
                    <a:ext uri="{FF2B5EF4-FFF2-40B4-BE49-F238E27FC236}">
                      <a16:creationId xmlns:a16="http://schemas.microsoft.com/office/drawing/2014/main" id="{C430FE4A-15E0-43C1-BC1F-5E1843E5ACD9}"/>
                    </a:ext>
                  </a:extLst>
                </p:cNvPr>
                <p:cNvGrpSpPr/>
                <p:nvPr/>
              </p:nvGrpSpPr>
              <p:grpSpPr>
                <a:xfrm>
                  <a:off x="11171647" y="2993998"/>
                  <a:ext cx="381000" cy="351117"/>
                  <a:chOff x="2556504" y="2484669"/>
                  <a:chExt cx="381000" cy="351117"/>
                </a:xfrm>
              </p:grpSpPr>
              <p:pic>
                <p:nvPicPr>
                  <p:cNvPr id="123" name="图形 122">
                    <a:extLst>
                      <a:ext uri="{FF2B5EF4-FFF2-40B4-BE49-F238E27FC236}">
                        <a16:creationId xmlns:a16="http://schemas.microsoft.com/office/drawing/2014/main" id="{FD7E46B3-C70B-4019-9506-3F244C0F6EC0}"/>
                      </a:ext>
                    </a:extLst>
                  </p:cNvPr>
                  <p:cNvPicPr>
                    <a:picLocks noChangeAspect="1"/>
                  </p:cNvPicPr>
                  <p:nvPr/>
                </p:nvPicPr>
                <p:blipFill>
                  <a:blip r:embed="rId5">
                    <a:extLst>
                      <a:ext uri="{28A0092B-C50C-407E-A947-70E740481C1C}">
                        <a14:useLocalDpi xmlns:a14="http://schemas.microsoft.com/office/drawing/2010/main" val="0"/>
                      </a:ext>
                      <a:ext uri="{96DAC541-7B7A-43D3-8B79-37D633B846F1}">
                        <asvg:svgBlip xmlns:asvg="http://schemas.microsoft.com/office/drawing/2016/SVG/main" r:embed="rId6"/>
                      </a:ext>
                    </a:extLst>
                  </a:blip>
                  <a:stretch>
                    <a:fillRect/>
                  </a:stretch>
                </p:blipFill>
                <p:spPr>
                  <a:xfrm>
                    <a:off x="2556504" y="2484669"/>
                    <a:ext cx="381000" cy="285750"/>
                  </a:xfrm>
                  <a:prstGeom prst="rect">
                    <a:avLst/>
                  </a:prstGeom>
                </p:spPr>
              </p:pic>
              <p:cxnSp>
                <p:nvCxnSpPr>
                  <p:cNvPr id="124" name="直接连接符 123">
                    <a:extLst>
                      <a:ext uri="{FF2B5EF4-FFF2-40B4-BE49-F238E27FC236}">
                        <a16:creationId xmlns:a16="http://schemas.microsoft.com/office/drawing/2014/main" id="{151B5592-F299-4014-A5ED-22A9E1BA1B41}"/>
                      </a:ext>
                    </a:extLst>
                  </p:cNvPr>
                  <p:cNvCxnSpPr/>
                  <p:nvPr/>
                </p:nvCxnSpPr>
                <p:spPr>
                  <a:xfrm>
                    <a:off x="2747004" y="2612580"/>
                    <a:ext cx="0" cy="223206"/>
                  </a:xfrm>
                  <a:prstGeom prst="line">
                    <a:avLst/>
                  </a:prstGeom>
                  <a:ln w="25400">
                    <a:solidFill>
                      <a:srgbClr val="999999"/>
                    </a:solidFill>
                  </a:ln>
                </p:spPr>
                <p:style>
                  <a:lnRef idx="1">
                    <a:schemeClr val="accent1"/>
                  </a:lnRef>
                  <a:fillRef idx="0">
                    <a:schemeClr val="accent1"/>
                  </a:fillRef>
                  <a:effectRef idx="0">
                    <a:schemeClr val="accent1"/>
                  </a:effectRef>
                  <a:fontRef idx="minor">
                    <a:schemeClr val="tx1"/>
                  </a:fontRef>
                </p:style>
              </p:cxnSp>
            </p:grpSp>
            <p:pic>
              <p:nvPicPr>
                <p:cNvPr id="122" name="图形 10">
                  <a:extLst>
                    <a:ext uri="{FF2B5EF4-FFF2-40B4-BE49-F238E27FC236}">
                      <a16:creationId xmlns:a16="http://schemas.microsoft.com/office/drawing/2014/main" id="{B688FAAC-5C0B-420C-9731-00A2C74978BC}"/>
                    </a:ext>
                  </a:extLst>
                </p:cNvPr>
                <p:cNvPicPr>
                  <a:picLocks noChangeAspect="1"/>
                </p:cNvPicPr>
                <p:nvPr/>
              </p:nvPicPr>
              <p:blipFill>
                <a:blip r:embed="rId7">
                  <a:extLst>
                    <a:ext uri="{28A0092B-C50C-407E-A947-70E740481C1C}">
                      <a14:useLocalDpi xmlns:a14="http://schemas.microsoft.com/office/drawing/2010/main" val="0"/>
                    </a:ext>
                    <a:ext uri="{96DAC541-7B7A-43D3-8B79-37D633B846F1}">
                      <asvg:svgBlip xmlns:asvg="http://schemas.microsoft.com/office/drawing/2016/SVG/main" r:embed="rId8"/>
                    </a:ext>
                  </a:extLst>
                </a:blip>
                <a:stretch>
                  <a:fillRect/>
                </a:stretch>
              </p:blipFill>
              <p:spPr>
                <a:xfrm>
                  <a:off x="10868587" y="3174055"/>
                  <a:ext cx="662814" cy="641082"/>
                </a:xfrm>
                <a:prstGeom prst="rect">
                  <a:avLst/>
                </a:prstGeom>
              </p:spPr>
            </p:pic>
          </p:grpSp>
          <p:grpSp>
            <p:nvGrpSpPr>
              <p:cNvPr id="116" name="组合 115">
                <a:extLst>
                  <a:ext uri="{FF2B5EF4-FFF2-40B4-BE49-F238E27FC236}">
                    <a16:creationId xmlns:a16="http://schemas.microsoft.com/office/drawing/2014/main" id="{CB79E62A-FE4A-45A2-AC99-CA4D0F74D465}"/>
                  </a:ext>
                </a:extLst>
              </p:cNvPr>
              <p:cNvGrpSpPr/>
              <p:nvPr/>
            </p:nvGrpSpPr>
            <p:grpSpPr>
              <a:xfrm>
                <a:off x="6879143" y="4543756"/>
                <a:ext cx="662814" cy="853468"/>
                <a:chOff x="10344206" y="4379100"/>
                <a:chExt cx="662814" cy="853468"/>
              </a:xfrm>
            </p:grpSpPr>
            <p:grpSp>
              <p:nvGrpSpPr>
                <p:cNvPr id="117" name="组合 116">
                  <a:extLst>
                    <a:ext uri="{FF2B5EF4-FFF2-40B4-BE49-F238E27FC236}">
                      <a16:creationId xmlns:a16="http://schemas.microsoft.com/office/drawing/2014/main" id="{40F030F1-1C0C-4E16-954A-E047E2AEE282}"/>
                    </a:ext>
                  </a:extLst>
                </p:cNvPr>
                <p:cNvGrpSpPr/>
                <p:nvPr/>
              </p:nvGrpSpPr>
              <p:grpSpPr>
                <a:xfrm>
                  <a:off x="10626020" y="4379100"/>
                  <a:ext cx="381000" cy="351117"/>
                  <a:chOff x="2556504" y="2484669"/>
                  <a:chExt cx="381000" cy="351117"/>
                </a:xfrm>
              </p:grpSpPr>
              <p:pic>
                <p:nvPicPr>
                  <p:cNvPr id="119" name="图形 118">
                    <a:extLst>
                      <a:ext uri="{FF2B5EF4-FFF2-40B4-BE49-F238E27FC236}">
                        <a16:creationId xmlns:a16="http://schemas.microsoft.com/office/drawing/2014/main" id="{E4BFF3AE-27F3-415F-9459-948AD80A95D8}"/>
                      </a:ext>
                    </a:extLst>
                  </p:cNvPr>
                  <p:cNvPicPr>
                    <a:picLocks noChangeAspect="1"/>
                  </p:cNvPicPr>
                  <p:nvPr/>
                </p:nvPicPr>
                <p:blipFill>
                  <a:blip r:embed="rId5">
                    <a:extLst>
                      <a:ext uri="{28A0092B-C50C-407E-A947-70E740481C1C}">
                        <a14:useLocalDpi xmlns:a14="http://schemas.microsoft.com/office/drawing/2010/main" val="0"/>
                      </a:ext>
                      <a:ext uri="{96DAC541-7B7A-43D3-8B79-37D633B846F1}">
                        <asvg:svgBlip xmlns:asvg="http://schemas.microsoft.com/office/drawing/2016/SVG/main" r:embed="rId6"/>
                      </a:ext>
                    </a:extLst>
                  </a:blip>
                  <a:stretch>
                    <a:fillRect/>
                  </a:stretch>
                </p:blipFill>
                <p:spPr>
                  <a:xfrm>
                    <a:off x="2556504" y="2484669"/>
                    <a:ext cx="381000" cy="285750"/>
                  </a:xfrm>
                  <a:prstGeom prst="rect">
                    <a:avLst/>
                  </a:prstGeom>
                </p:spPr>
              </p:pic>
              <p:cxnSp>
                <p:nvCxnSpPr>
                  <p:cNvPr id="120" name="直接连接符 119">
                    <a:extLst>
                      <a:ext uri="{FF2B5EF4-FFF2-40B4-BE49-F238E27FC236}">
                        <a16:creationId xmlns:a16="http://schemas.microsoft.com/office/drawing/2014/main" id="{0EFFA7FE-CDEF-4717-9197-FEFC2BD49C93}"/>
                      </a:ext>
                    </a:extLst>
                  </p:cNvPr>
                  <p:cNvCxnSpPr/>
                  <p:nvPr/>
                </p:nvCxnSpPr>
                <p:spPr>
                  <a:xfrm>
                    <a:off x="2747004" y="2612580"/>
                    <a:ext cx="0" cy="223206"/>
                  </a:xfrm>
                  <a:prstGeom prst="line">
                    <a:avLst/>
                  </a:prstGeom>
                  <a:ln w="25400">
                    <a:solidFill>
                      <a:srgbClr val="999999"/>
                    </a:solidFill>
                  </a:ln>
                </p:spPr>
                <p:style>
                  <a:lnRef idx="1">
                    <a:schemeClr val="accent1"/>
                  </a:lnRef>
                  <a:fillRef idx="0">
                    <a:schemeClr val="accent1"/>
                  </a:fillRef>
                  <a:effectRef idx="0">
                    <a:schemeClr val="accent1"/>
                  </a:effectRef>
                  <a:fontRef idx="minor">
                    <a:schemeClr val="tx1"/>
                  </a:fontRef>
                </p:style>
              </p:cxnSp>
            </p:grpSp>
            <p:pic>
              <p:nvPicPr>
                <p:cNvPr id="118" name="图形 10">
                  <a:extLst>
                    <a:ext uri="{FF2B5EF4-FFF2-40B4-BE49-F238E27FC236}">
                      <a16:creationId xmlns:a16="http://schemas.microsoft.com/office/drawing/2014/main" id="{63CCF83A-39C7-4CD4-B334-078AF4430C58}"/>
                    </a:ext>
                  </a:extLst>
                </p:cNvPr>
                <p:cNvPicPr>
                  <a:picLocks noChangeAspect="1"/>
                </p:cNvPicPr>
                <p:nvPr/>
              </p:nvPicPr>
              <p:blipFill>
                <a:blip r:embed="rId7">
                  <a:extLst>
                    <a:ext uri="{28A0092B-C50C-407E-A947-70E740481C1C}">
                      <a14:useLocalDpi xmlns:a14="http://schemas.microsoft.com/office/drawing/2010/main" val="0"/>
                    </a:ext>
                    <a:ext uri="{96DAC541-7B7A-43D3-8B79-37D633B846F1}">
                      <asvg:svgBlip xmlns:asvg="http://schemas.microsoft.com/office/drawing/2016/SVG/main" r:embed="rId8"/>
                    </a:ext>
                  </a:extLst>
                </a:blip>
                <a:stretch>
                  <a:fillRect/>
                </a:stretch>
              </p:blipFill>
              <p:spPr>
                <a:xfrm>
                  <a:off x="10344206" y="4591486"/>
                  <a:ext cx="662814" cy="641082"/>
                </a:xfrm>
                <a:prstGeom prst="rect">
                  <a:avLst/>
                </a:prstGeom>
              </p:spPr>
            </p:pic>
          </p:grpSp>
        </p:grpSp>
      </p:grpSp>
      <p:grpSp>
        <p:nvGrpSpPr>
          <p:cNvPr id="4" name="组合 3">
            <a:extLst>
              <a:ext uri="{FF2B5EF4-FFF2-40B4-BE49-F238E27FC236}">
                <a16:creationId xmlns:a16="http://schemas.microsoft.com/office/drawing/2014/main" id="{9A1EA9F2-FCB6-48C3-935F-7AE7E3AD14AC}"/>
              </a:ext>
            </a:extLst>
          </p:cNvPr>
          <p:cNvGrpSpPr/>
          <p:nvPr/>
        </p:nvGrpSpPr>
        <p:grpSpPr>
          <a:xfrm>
            <a:off x="304800" y="749300"/>
            <a:ext cx="5791200" cy="400110"/>
            <a:chOff x="424117" y="898245"/>
            <a:chExt cx="5791200" cy="400110"/>
          </a:xfrm>
        </p:grpSpPr>
        <p:sp>
          <p:nvSpPr>
            <p:cNvPr id="2" name="平行四边形 1">
              <a:extLst>
                <a:ext uri="{FF2B5EF4-FFF2-40B4-BE49-F238E27FC236}">
                  <a16:creationId xmlns:a16="http://schemas.microsoft.com/office/drawing/2014/main" id="{1F5BAA3F-9845-4F89-A2DD-8222D3E4EDAC}"/>
                </a:ext>
              </a:extLst>
            </p:cNvPr>
            <p:cNvSpPr/>
            <p:nvPr/>
          </p:nvSpPr>
          <p:spPr>
            <a:xfrm>
              <a:off x="424117" y="898245"/>
              <a:ext cx="628306" cy="387090"/>
            </a:xfrm>
            <a:prstGeom prst="parallelogram">
              <a:avLst/>
            </a:prstGeom>
            <a:solidFill>
              <a:schemeClr val="accent3">
                <a:lumMod val="75000"/>
              </a:schemeClr>
            </a:solidFill>
            <a:ln>
              <a:solidFill>
                <a:schemeClr val="accent3">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CN" sz="2200" dirty="0">
                  <a:latin typeface="Impact" panose="020B0806030902050204" pitchFamily="34" charset="0"/>
                </a:rPr>
                <a:t>01</a:t>
              </a:r>
              <a:endParaRPr lang="zh-CN" altLang="en-US" sz="2200" dirty="0">
                <a:latin typeface="Impact" panose="020B0806030902050204" pitchFamily="34" charset="0"/>
              </a:endParaRPr>
            </a:p>
          </p:txBody>
        </p:sp>
        <p:sp>
          <p:nvSpPr>
            <p:cNvPr id="3" name="文本框 2">
              <a:extLst>
                <a:ext uri="{FF2B5EF4-FFF2-40B4-BE49-F238E27FC236}">
                  <a16:creationId xmlns:a16="http://schemas.microsoft.com/office/drawing/2014/main" id="{4D6BD736-A4D3-4F26-AFED-36E11F50F70B}"/>
                </a:ext>
              </a:extLst>
            </p:cNvPr>
            <p:cNvSpPr txBox="1"/>
            <p:nvPr/>
          </p:nvSpPr>
          <p:spPr>
            <a:xfrm>
              <a:off x="1052423" y="898245"/>
              <a:ext cx="5162894" cy="400110"/>
            </a:xfrm>
            <a:prstGeom prst="rect">
              <a:avLst/>
            </a:prstGeom>
            <a:noFill/>
          </p:spPr>
          <p:txBody>
            <a:bodyPr wrap="square" rtlCol="0">
              <a:spAutoFit/>
            </a:bodyPr>
            <a:lstStyle/>
            <a:p>
              <a:r>
                <a:rPr lang="en-US" altLang="zh-CN" sz="2000" b="1" dirty="0">
                  <a:solidFill>
                    <a:schemeClr val="tx1"/>
                  </a:solidFill>
                  <a:latin typeface="Arial Narrow" panose="020B0606020202030204" pitchFamily="34" charset="0"/>
                </a:rPr>
                <a:t>802.11</a:t>
              </a:r>
              <a:r>
                <a:rPr lang="zh-CN" altLang="en-US" sz="2000" b="1" dirty="0">
                  <a:solidFill>
                    <a:schemeClr val="tx1"/>
                  </a:solidFill>
                  <a:latin typeface="Arial Narrow" panose="020B0606020202030204" pitchFamily="34" charset="0"/>
                </a:rPr>
                <a:t>无线局域网使用</a:t>
              </a:r>
              <a:r>
                <a:rPr lang="en-US" altLang="zh-CN" sz="2000" b="1" dirty="0">
                  <a:solidFill>
                    <a:schemeClr val="tx1"/>
                  </a:solidFill>
                  <a:latin typeface="Arial Narrow" panose="020B0606020202030204" pitchFamily="34" charset="0"/>
                </a:rPr>
                <a:t>CSMA/CA</a:t>
              </a:r>
              <a:r>
                <a:rPr lang="zh-CN" altLang="en-US" sz="2000" b="1" dirty="0">
                  <a:solidFill>
                    <a:schemeClr val="tx1"/>
                  </a:solidFill>
                  <a:latin typeface="Arial Narrow" panose="020B0606020202030204" pitchFamily="34" charset="0"/>
                </a:rPr>
                <a:t>协议的原因</a:t>
              </a:r>
              <a:endParaRPr lang="en-US" altLang="zh-CN" sz="2000" b="1" dirty="0">
                <a:solidFill>
                  <a:schemeClr val="tx1"/>
                </a:solidFill>
                <a:latin typeface="Arial Narrow" panose="020B0606020202030204" pitchFamily="34" charset="0"/>
              </a:endParaRPr>
            </a:p>
          </p:txBody>
        </p:sp>
      </p:grpSp>
      <p:pic>
        <p:nvPicPr>
          <p:cNvPr id="20" name="图片 19" descr="图示&#10;&#10;描述已自动生成">
            <a:extLst>
              <a:ext uri="{FF2B5EF4-FFF2-40B4-BE49-F238E27FC236}">
                <a16:creationId xmlns:a16="http://schemas.microsoft.com/office/drawing/2014/main" id="{6E45D621-0CC5-40AE-B3D5-72D5275FAB2B}"/>
              </a:ext>
            </a:extLst>
          </p:cNvPr>
          <p:cNvPicPr>
            <a:picLocks noChangeAspect="1"/>
          </p:cNvPicPr>
          <p:nvPr/>
        </p:nvPicPr>
        <p:blipFill>
          <a:blip r:embed="rId9" cstate="print">
            <a:extLst>
              <a:ext uri="{28A0092B-C50C-407E-A947-70E740481C1C}">
                <a14:useLocalDpi xmlns:a14="http://schemas.microsoft.com/office/drawing/2010/main" val="0"/>
              </a:ext>
            </a:extLst>
          </a:blip>
          <a:stretch>
            <a:fillRect/>
          </a:stretch>
        </p:blipFill>
        <p:spPr>
          <a:xfrm>
            <a:off x="442998" y="3938113"/>
            <a:ext cx="5883932" cy="2170587"/>
          </a:xfrm>
          <a:prstGeom prst="rect">
            <a:avLst/>
          </a:prstGeom>
        </p:spPr>
      </p:pic>
      <p:sp>
        <p:nvSpPr>
          <p:cNvPr id="149" name="矩形 148">
            <a:extLst>
              <a:ext uri="{FF2B5EF4-FFF2-40B4-BE49-F238E27FC236}">
                <a16:creationId xmlns:a16="http://schemas.microsoft.com/office/drawing/2014/main" id="{5A78928F-6268-41DC-B3B6-F3D801A45C9C}"/>
              </a:ext>
            </a:extLst>
          </p:cNvPr>
          <p:cNvSpPr/>
          <p:nvPr/>
        </p:nvSpPr>
        <p:spPr>
          <a:xfrm>
            <a:off x="1056633" y="1335374"/>
            <a:ext cx="256976" cy="256976"/>
          </a:xfrm>
          <a:prstGeom prst="rect">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150" name="íşlïḍè">
            <a:extLst>
              <a:ext uri="{FF2B5EF4-FFF2-40B4-BE49-F238E27FC236}">
                <a16:creationId xmlns:a16="http://schemas.microsoft.com/office/drawing/2014/main" id="{50DE6D9B-6332-41F3-9732-54E717DEB64A}"/>
              </a:ext>
            </a:extLst>
          </p:cNvPr>
          <p:cNvSpPr txBox="1"/>
          <p:nvPr/>
        </p:nvSpPr>
        <p:spPr>
          <a:xfrm>
            <a:off x="1373861" y="1281052"/>
            <a:ext cx="10513339" cy="622904"/>
          </a:xfrm>
          <a:prstGeom prst="rect">
            <a:avLst/>
          </a:prstGeom>
          <a:noFill/>
        </p:spPr>
        <p:txBody>
          <a:bodyPr wrap="square" lIns="91440" tIns="45720" rIns="91440" bIns="45720" anchor="ctr">
            <a:noAutofit/>
          </a:bodyPr>
          <a:lstStyle/>
          <a:p>
            <a:r>
              <a:rPr lang="zh-CN" altLang="en-US" b="1" dirty="0">
                <a:latin typeface="Arial Narrow" panose="020B0606020202030204" pitchFamily="34" charset="0"/>
              </a:rPr>
              <a:t>对于</a:t>
            </a:r>
            <a:r>
              <a:rPr lang="en-US" altLang="zh-CN" b="1" dirty="0">
                <a:latin typeface="Arial Narrow" panose="020B0606020202030204" pitchFamily="34" charset="0"/>
              </a:rPr>
              <a:t>802.11</a:t>
            </a:r>
            <a:r>
              <a:rPr lang="zh-CN" altLang="en-US" b="1" dirty="0">
                <a:latin typeface="Arial Narrow" panose="020B0606020202030204" pitchFamily="34" charset="0"/>
              </a:rPr>
              <a:t>无线局域网，其使用无线信道传输数据，这与共享总线以太网使用有线</a:t>
            </a:r>
            <a:r>
              <a:rPr lang="zh-CN" altLang="en-US" b="1" dirty="0">
                <a:solidFill>
                  <a:schemeClr val="accent1">
                    <a:lumMod val="75000"/>
                  </a:schemeClr>
                </a:solidFill>
                <a:latin typeface="Arial Narrow" panose="020B0606020202030204" pitchFamily="34" charset="0"/>
              </a:rPr>
              <a:t>传输介质不同</a:t>
            </a:r>
            <a:r>
              <a:rPr lang="zh-CN" altLang="en-US" b="1" dirty="0">
                <a:latin typeface="Arial Narrow" panose="020B0606020202030204" pitchFamily="34" charset="0"/>
              </a:rPr>
              <a:t>。因此，</a:t>
            </a:r>
            <a:r>
              <a:rPr lang="en-US" altLang="zh-CN" b="1" dirty="0">
                <a:latin typeface="Arial Narrow" panose="020B0606020202030204" pitchFamily="34" charset="0"/>
              </a:rPr>
              <a:t>802.11</a:t>
            </a:r>
            <a:r>
              <a:rPr lang="zh-CN" altLang="en-US" b="1" dirty="0">
                <a:latin typeface="Arial Narrow" panose="020B0606020202030204" pitchFamily="34" charset="0"/>
              </a:rPr>
              <a:t>无线局域网</a:t>
            </a:r>
            <a:r>
              <a:rPr lang="zh-CN" altLang="en-US" b="1" dirty="0">
                <a:solidFill>
                  <a:schemeClr val="accent1">
                    <a:lumMod val="75000"/>
                  </a:schemeClr>
                </a:solidFill>
                <a:latin typeface="Arial Narrow" panose="020B0606020202030204" pitchFamily="34" charset="0"/>
              </a:rPr>
              <a:t>不能简单照搬</a:t>
            </a:r>
            <a:r>
              <a:rPr lang="zh-CN" altLang="en-US" b="1" dirty="0">
                <a:latin typeface="Arial Narrow" panose="020B0606020202030204" pitchFamily="34" charset="0"/>
              </a:rPr>
              <a:t>共享总线以太网使用的</a:t>
            </a:r>
            <a:r>
              <a:rPr lang="en-US" altLang="zh-CN" b="1" dirty="0">
                <a:solidFill>
                  <a:schemeClr val="accent1">
                    <a:lumMod val="75000"/>
                  </a:schemeClr>
                </a:solidFill>
                <a:latin typeface="Arial Narrow" panose="020B0606020202030204" pitchFamily="34" charset="0"/>
              </a:rPr>
              <a:t>CSMA/CD</a:t>
            </a:r>
            <a:r>
              <a:rPr lang="zh-CN" altLang="en-US" b="1" dirty="0">
                <a:solidFill>
                  <a:schemeClr val="accent1">
                    <a:lumMod val="75000"/>
                  </a:schemeClr>
                </a:solidFill>
                <a:latin typeface="Arial Narrow" panose="020B0606020202030204" pitchFamily="34" charset="0"/>
              </a:rPr>
              <a:t>协议</a:t>
            </a:r>
            <a:r>
              <a:rPr lang="zh-CN" altLang="en-US" b="1" dirty="0">
                <a:latin typeface="Arial Narrow" panose="020B0606020202030204" pitchFamily="34" charset="0"/>
              </a:rPr>
              <a:t>。</a:t>
            </a:r>
          </a:p>
        </p:txBody>
      </p:sp>
      <p:sp>
        <p:nvSpPr>
          <p:cNvPr id="152" name="矩形 151">
            <a:extLst>
              <a:ext uri="{FF2B5EF4-FFF2-40B4-BE49-F238E27FC236}">
                <a16:creationId xmlns:a16="http://schemas.microsoft.com/office/drawing/2014/main" id="{82254DA9-EDB6-4943-A7AA-434585B3064D}"/>
              </a:ext>
            </a:extLst>
          </p:cNvPr>
          <p:cNvSpPr/>
          <p:nvPr/>
        </p:nvSpPr>
        <p:spPr>
          <a:xfrm>
            <a:off x="1056633" y="2283919"/>
            <a:ext cx="256976" cy="256976"/>
          </a:xfrm>
          <a:prstGeom prst="rect">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153" name="íşlïḍè">
            <a:extLst>
              <a:ext uri="{FF2B5EF4-FFF2-40B4-BE49-F238E27FC236}">
                <a16:creationId xmlns:a16="http://schemas.microsoft.com/office/drawing/2014/main" id="{29C91708-1C3B-485A-8961-55F1B9BD0D51}"/>
              </a:ext>
            </a:extLst>
          </p:cNvPr>
          <p:cNvSpPr txBox="1"/>
          <p:nvPr/>
        </p:nvSpPr>
        <p:spPr>
          <a:xfrm>
            <a:off x="1373861" y="2229597"/>
            <a:ext cx="10513339" cy="622904"/>
          </a:xfrm>
          <a:prstGeom prst="rect">
            <a:avLst/>
          </a:prstGeom>
          <a:noFill/>
        </p:spPr>
        <p:txBody>
          <a:bodyPr wrap="square" lIns="91440" tIns="45720" rIns="91440" bIns="45720" anchor="ctr">
            <a:noAutofit/>
          </a:bodyPr>
          <a:lstStyle/>
          <a:p>
            <a:r>
              <a:rPr lang="en-US" altLang="zh-CN" b="1" dirty="0">
                <a:latin typeface="Arial Narrow" panose="020B0606020202030204" pitchFamily="34" charset="0"/>
              </a:rPr>
              <a:t>802.11</a:t>
            </a:r>
            <a:r>
              <a:rPr lang="zh-CN" altLang="en-US" b="1" dirty="0">
                <a:latin typeface="Arial Narrow" panose="020B0606020202030204" pitchFamily="34" charset="0"/>
              </a:rPr>
              <a:t>无线局域网采用了另一种称为</a:t>
            </a:r>
            <a:r>
              <a:rPr lang="en-US" altLang="zh-CN" b="1" dirty="0">
                <a:latin typeface="Arial Narrow" panose="020B0606020202030204" pitchFamily="34" charset="0"/>
              </a:rPr>
              <a:t>CSMA/CA</a:t>
            </a:r>
            <a:r>
              <a:rPr lang="zh-CN" altLang="en-US" b="1" dirty="0">
                <a:latin typeface="Arial Narrow" panose="020B0606020202030204" pitchFamily="34" charset="0"/>
              </a:rPr>
              <a:t>的协议，也就是</a:t>
            </a:r>
            <a:r>
              <a:rPr lang="zh-CN" altLang="en-US" b="1" dirty="0">
                <a:solidFill>
                  <a:schemeClr val="accent1">
                    <a:lumMod val="75000"/>
                  </a:schemeClr>
                </a:solidFill>
                <a:latin typeface="Arial Narrow" panose="020B0606020202030204" pitchFamily="34" charset="0"/>
              </a:rPr>
              <a:t>载波监听多址接入</a:t>
            </a:r>
            <a:r>
              <a:rPr lang="en-US" altLang="zh-CN" b="1" dirty="0">
                <a:solidFill>
                  <a:schemeClr val="accent1">
                    <a:lumMod val="75000"/>
                  </a:schemeClr>
                </a:solidFill>
                <a:latin typeface="Arial Narrow" panose="020B0606020202030204" pitchFamily="34" charset="0"/>
              </a:rPr>
              <a:t>/</a:t>
            </a:r>
            <a:r>
              <a:rPr lang="zh-CN" altLang="en-US" b="1" dirty="0">
                <a:solidFill>
                  <a:schemeClr val="accent1">
                    <a:lumMod val="75000"/>
                  </a:schemeClr>
                </a:solidFill>
                <a:latin typeface="Arial Narrow" panose="020B0606020202030204" pitchFamily="34" charset="0"/>
              </a:rPr>
              <a:t>碰撞避免</a:t>
            </a:r>
            <a:r>
              <a:rPr lang="zh-CN" altLang="en-US" b="1" dirty="0">
                <a:latin typeface="Arial Narrow" panose="020B0606020202030204" pitchFamily="34" charset="0"/>
              </a:rPr>
              <a:t>（</a:t>
            </a:r>
            <a:r>
              <a:rPr lang="en-US" altLang="zh-CN" b="1" dirty="0">
                <a:solidFill>
                  <a:schemeClr val="accent1">
                    <a:lumMod val="75000"/>
                  </a:schemeClr>
                </a:solidFill>
                <a:latin typeface="Arial Narrow" panose="020B0606020202030204" pitchFamily="34" charset="0"/>
              </a:rPr>
              <a:t>C</a:t>
            </a:r>
            <a:r>
              <a:rPr lang="en-US" altLang="zh-CN" b="1" dirty="0">
                <a:latin typeface="Arial Narrow" panose="020B0606020202030204" pitchFamily="34" charset="0"/>
              </a:rPr>
              <a:t>arrier </a:t>
            </a:r>
            <a:r>
              <a:rPr lang="en-US" altLang="zh-CN" b="1" dirty="0">
                <a:solidFill>
                  <a:schemeClr val="accent1">
                    <a:lumMod val="75000"/>
                  </a:schemeClr>
                </a:solidFill>
                <a:latin typeface="Arial Narrow" panose="020B0606020202030204" pitchFamily="34" charset="0"/>
              </a:rPr>
              <a:t>S</a:t>
            </a:r>
            <a:r>
              <a:rPr lang="en-US" altLang="zh-CN" b="1" dirty="0">
                <a:latin typeface="Arial Narrow" panose="020B0606020202030204" pitchFamily="34" charset="0"/>
              </a:rPr>
              <a:t>ense </a:t>
            </a:r>
            <a:r>
              <a:rPr lang="en-US" altLang="zh-CN" b="1" dirty="0">
                <a:solidFill>
                  <a:schemeClr val="accent1">
                    <a:lumMod val="75000"/>
                  </a:schemeClr>
                </a:solidFill>
                <a:latin typeface="Arial Narrow" panose="020B0606020202030204" pitchFamily="34" charset="0"/>
              </a:rPr>
              <a:t>M</a:t>
            </a:r>
            <a:r>
              <a:rPr lang="en-US" altLang="zh-CN" b="1" dirty="0">
                <a:latin typeface="Arial Narrow" panose="020B0606020202030204" pitchFamily="34" charset="0"/>
              </a:rPr>
              <a:t>ultiple </a:t>
            </a:r>
            <a:r>
              <a:rPr lang="en-US" altLang="zh-CN" b="1" dirty="0">
                <a:solidFill>
                  <a:schemeClr val="accent1">
                    <a:lumMod val="75000"/>
                  </a:schemeClr>
                </a:solidFill>
                <a:latin typeface="Arial Narrow" panose="020B0606020202030204" pitchFamily="34" charset="0"/>
              </a:rPr>
              <a:t>A</a:t>
            </a:r>
            <a:r>
              <a:rPr lang="en-US" altLang="zh-CN" b="1" dirty="0">
                <a:latin typeface="Arial Narrow" panose="020B0606020202030204" pitchFamily="34" charset="0"/>
              </a:rPr>
              <a:t>ccess/</a:t>
            </a:r>
            <a:r>
              <a:rPr lang="en-US" altLang="zh-CN" b="1" dirty="0">
                <a:solidFill>
                  <a:schemeClr val="accent1">
                    <a:lumMod val="75000"/>
                  </a:schemeClr>
                </a:solidFill>
                <a:latin typeface="Arial Narrow" panose="020B0606020202030204" pitchFamily="34" charset="0"/>
              </a:rPr>
              <a:t>C</a:t>
            </a:r>
            <a:r>
              <a:rPr lang="en-US" altLang="zh-CN" b="1" dirty="0">
                <a:latin typeface="Arial Narrow" panose="020B0606020202030204" pitchFamily="34" charset="0"/>
              </a:rPr>
              <a:t>ollision </a:t>
            </a:r>
            <a:r>
              <a:rPr lang="en-US" altLang="zh-CN" b="1" dirty="0">
                <a:solidFill>
                  <a:schemeClr val="accent1">
                    <a:lumMod val="75000"/>
                  </a:schemeClr>
                </a:solidFill>
                <a:latin typeface="Arial Narrow" panose="020B0606020202030204" pitchFamily="34" charset="0"/>
              </a:rPr>
              <a:t>A</a:t>
            </a:r>
            <a:r>
              <a:rPr lang="en-US" altLang="zh-CN" b="1" dirty="0">
                <a:latin typeface="Arial Narrow" panose="020B0606020202030204" pitchFamily="34" charset="0"/>
              </a:rPr>
              <a:t>voidance</a:t>
            </a:r>
            <a:r>
              <a:rPr lang="zh-CN" altLang="en-US" b="1" dirty="0">
                <a:latin typeface="Arial Narrow" panose="020B0606020202030204" pitchFamily="34" charset="0"/>
              </a:rPr>
              <a:t>，</a:t>
            </a:r>
            <a:r>
              <a:rPr lang="en-US" altLang="zh-CN" b="1" dirty="0">
                <a:solidFill>
                  <a:schemeClr val="accent1">
                    <a:lumMod val="75000"/>
                  </a:schemeClr>
                </a:solidFill>
                <a:latin typeface="Arial Narrow" panose="020B0606020202030204" pitchFamily="34" charset="0"/>
              </a:rPr>
              <a:t>CSMA/CA</a:t>
            </a:r>
            <a:r>
              <a:rPr lang="zh-CN" altLang="en-US" b="1" dirty="0">
                <a:latin typeface="Arial Narrow" panose="020B0606020202030204" pitchFamily="34" charset="0"/>
              </a:rPr>
              <a:t>）。</a:t>
            </a:r>
          </a:p>
        </p:txBody>
      </p:sp>
      <p:sp>
        <p:nvSpPr>
          <p:cNvPr id="57" name="平行四边形 56">
            <a:extLst>
              <a:ext uri="{FF2B5EF4-FFF2-40B4-BE49-F238E27FC236}">
                <a16:creationId xmlns:a16="http://schemas.microsoft.com/office/drawing/2014/main" id="{252A31BF-9501-10D4-75A2-80369B762EA7}"/>
              </a:ext>
            </a:extLst>
          </p:cNvPr>
          <p:cNvSpPr/>
          <p:nvPr/>
        </p:nvSpPr>
        <p:spPr>
          <a:xfrm>
            <a:off x="304800" y="749300"/>
            <a:ext cx="684756" cy="387090"/>
          </a:xfrm>
          <a:prstGeom prst="parallelogram">
            <a:avLst/>
          </a:prstGeom>
          <a:solidFill>
            <a:schemeClr val="accent3">
              <a:lumMod val="75000"/>
            </a:schemeClr>
          </a:solidFill>
          <a:ln>
            <a:solidFill>
              <a:schemeClr val="accent3">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CN" sz="2200" dirty="0">
                <a:latin typeface="Impact" panose="020B0806030902050204" pitchFamily="34" charset="0"/>
              </a:rPr>
              <a:t>03</a:t>
            </a:r>
            <a:endParaRPr lang="zh-CN" altLang="en-US" sz="2200" dirty="0">
              <a:latin typeface="Impact" panose="020B0806030902050204" pitchFamily="34" charset="0"/>
            </a:endParaRPr>
          </a:p>
        </p:txBody>
      </p:sp>
    </p:spTree>
    <p:custDataLst>
      <p:tags r:id="rId1"/>
    </p:custDataLst>
    <p:extLst>
      <p:ext uri="{BB962C8B-B14F-4D97-AF65-F5344CB8AC3E}">
        <p14:creationId xmlns:p14="http://schemas.microsoft.com/office/powerpoint/2010/main" val="1869571081"/>
      </p:ext>
    </p:extLst>
  </p:cSld>
  <p:clrMapOvr>
    <a:masterClrMapping/>
  </p:clrMapOvr>
  <mc:AlternateContent xmlns:mc="http://schemas.openxmlformats.org/markup-compatibility/2006" xmlns:p159="http://schemas.microsoft.com/office/powerpoint/2015/09/main">
    <mc:Choice Requires="p159">
      <p:transition spd="slow">
        <p159:morph option="byObject"/>
      </p:transition>
    </mc:Choice>
    <mc:Fallback xmlns="">
      <p:transition spd="slow">
        <p:fade/>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49" presetClass="entr" presetSubtype="0" decel="100000" fill="hold" grpId="0" nodeType="withEffect">
                                  <p:stCondLst>
                                    <p:cond delay="0"/>
                                  </p:stCondLst>
                                  <p:childTnLst>
                                    <p:set>
                                      <p:cBhvr>
                                        <p:cTn id="6" dur="1" fill="hold">
                                          <p:stCondLst>
                                            <p:cond delay="0"/>
                                          </p:stCondLst>
                                        </p:cTn>
                                        <p:tgtEl>
                                          <p:spTgt spid="149"/>
                                        </p:tgtEl>
                                        <p:attrNameLst>
                                          <p:attrName>style.visibility</p:attrName>
                                        </p:attrNameLst>
                                      </p:cBhvr>
                                      <p:to>
                                        <p:strVal val="visible"/>
                                      </p:to>
                                    </p:set>
                                    <p:anim calcmode="lin" valueType="num">
                                      <p:cBhvr>
                                        <p:cTn id="7" dur="500" fill="hold"/>
                                        <p:tgtEl>
                                          <p:spTgt spid="149"/>
                                        </p:tgtEl>
                                        <p:attrNameLst>
                                          <p:attrName>ppt_w</p:attrName>
                                        </p:attrNameLst>
                                      </p:cBhvr>
                                      <p:tavLst>
                                        <p:tav tm="0">
                                          <p:val>
                                            <p:fltVal val="0"/>
                                          </p:val>
                                        </p:tav>
                                        <p:tav tm="100000">
                                          <p:val>
                                            <p:strVal val="#ppt_w"/>
                                          </p:val>
                                        </p:tav>
                                      </p:tavLst>
                                    </p:anim>
                                    <p:anim calcmode="lin" valueType="num">
                                      <p:cBhvr>
                                        <p:cTn id="8" dur="500" fill="hold"/>
                                        <p:tgtEl>
                                          <p:spTgt spid="149"/>
                                        </p:tgtEl>
                                        <p:attrNameLst>
                                          <p:attrName>ppt_h</p:attrName>
                                        </p:attrNameLst>
                                      </p:cBhvr>
                                      <p:tavLst>
                                        <p:tav tm="0">
                                          <p:val>
                                            <p:fltVal val="0"/>
                                          </p:val>
                                        </p:tav>
                                        <p:tav tm="100000">
                                          <p:val>
                                            <p:strVal val="#ppt_h"/>
                                          </p:val>
                                        </p:tav>
                                      </p:tavLst>
                                    </p:anim>
                                    <p:anim calcmode="lin" valueType="num">
                                      <p:cBhvr>
                                        <p:cTn id="9" dur="500" fill="hold"/>
                                        <p:tgtEl>
                                          <p:spTgt spid="149"/>
                                        </p:tgtEl>
                                        <p:attrNameLst>
                                          <p:attrName>style.rotation</p:attrName>
                                        </p:attrNameLst>
                                      </p:cBhvr>
                                      <p:tavLst>
                                        <p:tav tm="0">
                                          <p:val>
                                            <p:fltVal val="360"/>
                                          </p:val>
                                        </p:tav>
                                        <p:tav tm="100000">
                                          <p:val>
                                            <p:fltVal val="0"/>
                                          </p:val>
                                        </p:tav>
                                      </p:tavLst>
                                    </p:anim>
                                    <p:animEffect transition="in" filter="fade">
                                      <p:cBhvr>
                                        <p:cTn id="10" dur="500"/>
                                        <p:tgtEl>
                                          <p:spTgt spid="149"/>
                                        </p:tgtEl>
                                      </p:cBhvr>
                                    </p:animEffect>
                                  </p:childTnLst>
                                </p:cTn>
                              </p:par>
                            </p:childTnLst>
                          </p:cTn>
                        </p:par>
                        <p:par>
                          <p:cTn id="11" fill="hold">
                            <p:stCondLst>
                              <p:cond delay="500"/>
                            </p:stCondLst>
                            <p:childTnLst>
                              <p:par>
                                <p:cTn id="12" presetID="1" presetClass="entr" presetSubtype="0" fill="hold" grpId="0" nodeType="afterEffect">
                                  <p:stCondLst>
                                    <p:cond delay="0"/>
                                  </p:stCondLst>
                                  <p:iterate type="lt">
                                    <p:tmAbs val="100"/>
                                  </p:iterate>
                                  <p:childTnLst>
                                    <p:set>
                                      <p:cBhvr>
                                        <p:cTn id="13" dur="1" fill="hold">
                                          <p:stCondLst>
                                            <p:cond delay="0"/>
                                          </p:stCondLst>
                                        </p:cTn>
                                        <p:tgtEl>
                                          <p:spTgt spid="150"/>
                                        </p:tgtEl>
                                        <p:attrNameLst>
                                          <p:attrName>style.visibility</p:attrName>
                                        </p:attrNameLst>
                                      </p:cBhvr>
                                      <p:to>
                                        <p:strVal val="visible"/>
                                      </p:to>
                                    </p:set>
                                  </p:childTnLst>
                                </p:cTn>
                              </p:par>
                            </p:childTnLst>
                          </p:cTn>
                        </p:par>
                      </p:childTnLst>
                    </p:cTn>
                  </p:par>
                  <p:par>
                    <p:cTn id="14" fill="hold">
                      <p:stCondLst>
                        <p:cond delay="indefinite"/>
                      </p:stCondLst>
                      <p:childTnLst>
                        <p:par>
                          <p:cTn id="15" fill="hold">
                            <p:stCondLst>
                              <p:cond delay="0"/>
                            </p:stCondLst>
                            <p:childTnLst>
                              <p:par>
                                <p:cTn id="16" presetID="49" presetClass="entr" presetSubtype="0" decel="100000" fill="hold" grpId="0" nodeType="clickEffect">
                                  <p:stCondLst>
                                    <p:cond delay="0"/>
                                  </p:stCondLst>
                                  <p:childTnLst>
                                    <p:set>
                                      <p:cBhvr>
                                        <p:cTn id="17" dur="1" fill="hold">
                                          <p:stCondLst>
                                            <p:cond delay="0"/>
                                          </p:stCondLst>
                                        </p:cTn>
                                        <p:tgtEl>
                                          <p:spTgt spid="152"/>
                                        </p:tgtEl>
                                        <p:attrNameLst>
                                          <p:attrName>style.visibility</p:attrName>
                                        </p:attrNameLst>
                                      </p:cBhvr>
                                      <p:to>
                                        <p:strVal val="visible"/>
                                      </p:to>
                                    </p:set>
                                    <p:anim calcmode="lin" valueType="num">
                                      <p:cBhvr>
                                        <p:cTn id="18" dur="500" fill="hold"/>
                                        <p:tgtEl>
                                          <p:spTgt spid="152"/>
                                        </p:tgtEl>
                                        <p:attrNameLst>
                                          <p:attrName>ppt_w</p:attrName>
                                        </p:attrNameLst>
                                      </p:cBhvr>
                                      <p:tavLst>
                                        <p:tav tm="0">
                                          <p:val>
                                            <p:fltVal val="0"/>
                                          </p:val>
                                        </p:tav>
                                        <p:tav tm="100000">
                                          <p:val>
                                            <p:strVal val="#ppt_w"/>
                                          </p:val>
                                        </p:tav>
                                      </p:tavLst>
                                    </p:anim>
                                    <p:anim calcmode="lin" valueType="num">
                                      <p:cBhvr>
                                        <p:cTn id="19" dur="500" fill="hold"/>
                                        <p:tgtEl>
                                          <p:spTgt spid="152"/>
                                        </p:tgtEl>
                                        <p:attrNameLst>
                                          <p:attrName>ppt_h</p:attrName>
                                        </p:attrNameLst>
                                      </p:cBhvr>
                                      <p:tavLst>
                                        <p:tav tm="0">
                                          <p:val>
                                            <p:fltVal val="0"/>
                                          </p:val>
                                        </p:tav>
                                        <p:tav tm="100000">
                                          <p:val>
                                            <p:strVal val="#ppt_h"/>
                                          </p:val>
                                        </p:tav>
                                      </p:tavLst>
                                    </p:anim>
                                    <p:anim calcmode="lin" valueType="num">
                                      <p:cBhvr>
                                        <p:cTn id="20" dur="500" fill="hold"/>
                                        <p:tgtEl>
                                          <p:spTgt spid="152"/>
                                        </p:tgtEl>
                                        <p:attrNameLst>
                                          <p:attrName>style.rotation</p:attrName>
                                        </p:attrNameLst>
                                      </p:cBhvr>
                                      <p:tavLst>
                                        <p:tav tm="0">
                                          <p:val>
                                            <p:fltVal val="360"/>
                                          </p:val>
                                        </p:tav>
                                        <p:tav tm="100000">
                                          <p:val>
                                            <p:fltVal val="0"/>
                                          </p:val>
                                        </p:tav>
                                      </p:tavLst>
                                    </p:anim>
                                    <p:animEffect transition="in" filter="fade">
                                      <p:cBhvr>
                                        <p:cTn id="21" dur="500"/>
                                        <p:tgtEl>
                                          <p:spTgt spid="152"/>
                                        </p:tgtEl>
                                      </p:cBhvr>
                                    </p:animEffect>
                                  </p:childTnLst>
                                </p:cTn>
                              </p:par>
                            </p:childTnLst>
                          </p:cTn>
                        </p:par>
                        <p:par>
                          <p:cTn id="22" fill="hold">
                            <p:stCondLst>
                              <p:cond delay="500"/>
                            </p:stCondLst>
                            <p:childTnLst>
                              <p:par>
                                <p:cTn id="23" presetID="1" presetClass="entr" presetSubtype="0" fill="hold" grpId="0" nodeType="afterEffect">
                                  <p:stCondLst>
                                    <p:cond delay="0"/>
                                  </p:stCondLst>
                                  <p:iterate type="lt">
                                    <p:tmAbs val="100"/>
                                  </p:iterate>
                                  <p:childTnLst>
                                    <p:set>
                                      <p:cBhvr>
                                        <p:cTn id="24" dur="1" fill="hold">
                                          <p:stCondLst>
                                            <p:cond delay="0"/>
                                          </p:stCondLst>
                                        </p:cTn>
                                        <p:tgtEl>
                                          <p:spTgt spid="153"/>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49" grpId="0" animBg="1"/>
      <p:bldP spid="150" grpId="0"/>
      <p:bldP spid="152" grpId="0" animBg="1"/>
      <p:bldP spid="153" grpId="0"/>
    </p:bldLst>
  </p:timing>
</p:sld>
</file>

<file path=ppt/slides/slide53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4" name="组合 3">
            <a:extLst>
              <a:ext uri="{FF2B5EF4-FFF2-40B4-BE49-F238E27FC236}">
                <a16:creationId xmlns:a16="http://schemas.microsoft.com/office/drawing/2014/main" id="{9A1EA9F2-FCB6-48C3-935F-7AE7E3AD14AC}"/>
              </a:ext>
            </a:extLst>
          </p:cNvPr>
          <p:cNvGrpSpPr/>
          <p:nvPr/>
        </p:nvGrpSpPr>
        <p:grpSpPr>
          <a:xfrm>
            <a:off x="304800" y="749300"/>
            <a:ext cx="5791200" cy="400110"/>
            <a:chOff x="424117" y="898245"/>
            <a:chExt cx="5791200" cy="400110"/>
          </a:xfrm>
        </p:grpSpPr>
        <p:sp>
          <p:nvSpPr>
            <p:cNvPr id="2" name="平行四边形 1">
              <a:extLst>
                <a:ext uri="{FF2B5EF4-FFF2-40B4-BE49-F238E27FC236}">
                  <a16:creationId xmlns:a16="http://schemas.microsoft.com/office/drawing/2014/main" id="{1F5BAA3F-9845-4F89-A2DD-8222D3E4EDAC}"/>
                </a:ext>
              </a:extLst>
            </p:cNvPr>
            <p:cNvSpPr/>
            <p:nvPr/>
          </p:nvSpPr>
          <p:spPr>
            <a:xfrm>
              <a:off x="424117" y="898245"/>
              <a:ext cx="628306" cy="387090"/>
            </a:xfrm>
            <a:prstGeom prst="parallelogram">
              <a:avLst/>
            </a:prstGeom>
            <a:solidFill>
              <a:schemeClr val="accent3">
                <a:lumMod val="75000"/>
              </a:schemeClr>
            </a:solidFill>
            <a:ln>
              <a:solidFill>
                <a:schemeClr val="accent3">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CN" sz="2200" dirty="0">
                  <a:latin typeface="Impact" panose="020B0806030902050204" pitchFamily="34" charset="0"/>
                </a:rPr>
                <a:t>01</a:t>
              </a:r>
              <a:endParaRPr lang="zh-CN" altLang="en-US" sz="2200" dirty="0">
                <a:latin typeface="Impact" panose="020B0806030902050204" pitchFamily="34" charset="0"/>
              </a:endParaRPr>
            </a:p>
          </p:txBody>
        </p:sp>
        <p:sp>
          <p:nvSpPr>
            <p:cNvPr id="3" name="文本框 2">
              <a:extLst>
                <a:ext uri="{FF2B5EF4-FFF2-40B4-BE49-F238E27FC236}">
                  <a16:creationId xmlns:a16="http://schemas.microsoft.com/office/drawing/2014/main" id="{4D6BD736-A4D3-4F26-AFED-36E11F50F70B}"/>
                </a:ext>
              </a:extLst>
            </p:cNvPr>
            <p:cNvSpPr txBox="1"/>
            <p:nvPr/>
          </p:nvSpPr>
          <p:spPr>
            <a:xfrm>
              <a:off x="1052423" y="898245"/>
              <a:ext cx="5162894" cy="400110"/>
            </a:xfrm>
            <a:prstGeom prst="rect">
              <a:avLst/>
            </a:prstGeom>
            <a:noFill/>
          </p:spPr>
          <p:txBody>
            <a:bodyPr wrap="square" rtlCol="0">
              <a:spAutoFit/>
            </a:bodyPr>
            <a:lstStyle/>
            <a:p>
              <a:r>
                <a:rPr lang="en-US" altLang="zh-CN" sz="2000" b="1" dirty="0">
                  <a:solidFill>
                    <a:schemeClr val="tx1"/>
                  </a:solidFill>
                  <a:latin typeface="Arial Narrow" panose="020B0606020202030204" pitchFamily="34" charset="0"/>
                </a:rPr>
                <a:t>802.11</a:t>
              </a:r>
              <a:r>
                <a:rPr lang="zh-CN" altLang="en-US" sz="2000" b="1" dirty="0">
                  <a:solidFill>
                    <a:schemeClr val="tx1"/>
                  </a:solidFill>
                  <a:latin typeface="Arial Narrow" panose="020B0606020202030204" pitchFamily="34" charset="0"/>
                </a:rPr>
                <a:t>无线局域网使用</a:t>
              </a:r>
              <a:r>
                <a:rPr lang="en-US" altLang="zh-CN" sz="2000" b="1" dirty="0">
                  <a:solidFill>
                    <a:schemeClr val="tx1"/>
                  </a:solidFill>
                  <a:latin typeface="Arial Narrow" panose="020B0606020202030204" pitchFamily="34" charset="0"/>
                </a:rPr>
                <a:t>CSMA/CA</a:t>
              </a:r>
              <a:r>
                <a:rPr lang="zh-CN" altLang="en-US" sz="2000" b="1" dirty="0">
                  <a:solidFill>
                    <a:schemeClr val="tx1"/>
                  </a:solidFill>
                  <a:latin typeface="Arial Narrow" panose="020B0606020202030204" pitchFamily="34" charset="0"/>
                </a:rPr>
                <a:t>协议的原因</a:t>
              </a:r>
              <a:endParaRPr lang="en-US" altLang="zh-CN" sz="2000" b="1" dirty="0">
                <a:solidFill>
                  <a:schemeClr val="tx1"/>
                </a:solidFill>
                <a:latin typeface="Arial Narrow" panose="020B0606020202030204" pitchFamily="34" charset="0"/>
              </a:endParaRPr>
            </a:p>
          </p:txBody>
        </p:sp>
      </p:grpSp>
      <p:sp>
        <p:nvSpPr>
          <p:cNvPr id="149" name="矩形 148">
            <a:extLst>
              <a:ext uri="{FF2B5EF4-FFF2-40B4-BE49-F238E27FC236}">
                <a16:creationId xmlns:a16="http://schemas.microsoft.com/office/drawing/2014/main" id="{5A78928F-6268-41DC-B3B6-F3D801A45C9C}"/>
              </a:ext>
            </a:extLst>
          </p:cNvPr>
          <p:cNvSpPr/>
          <p:nvPr/>
        </p:nvSpPr>
        <p:spPr>
          <a:xfrm>
            <a:off x="1056633" y="1335374"/>
            <a:ext cx="256976" cy="256976"/>
          </a:xfrm>
          <a:prstGeom prst="rect">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150" name="íşlïḍè">
            <a:extLst>
              <a:ext uri="{FF2B5EF4-FFF2-40B4-BE49-F238E27FC236}">
                <a16:creationId xmlns:a16="http://schemas.microsoft.com/office/drawing/2014/main" id="{50DE6D9B-6332-41F3-9732-54E717DEB64A}"/>
              </a:ext>
            </a:extLst>
          </p:cNvPr>
          <p:cNvSpPr txBox="1"/>
          <p:nvPr/>
        </p:nvSpPr>
        <p:spPr>
          <a:xfrm>
            <a:off x="1373861" y="1281052"/>
            <a:ext cx="10513339" cy="622904"/>
          </a:xfrm>
          <a:prstGeom prst="rect">
            <a:avLst/>
          </a:prstGeom>
          <a:noFill/>
        </p:spPr>
        <p:txBody>
          <a:bodyPr wrap="square" lIns="91440" tIns="45720" rIns="91440" bIns="45720" anchor="ctr">
            <a:noAutofit/>
          </a:bodyPr>
          <a:lstStyle/>
          <a:p>
            <a:r>
              <a:rPr lang="zh-CN" altLang="en-US" b="1" dirty="0">
                <a:latin typeface="Arial Narrow" panose="020B0606020202030204" pitchFamily="34" charset="0"/>
              </a:rPr>
              <a:t>对于</a:t>
            </a:r>
            <a:r>
              <a:rPr lang="en-US" altLang="zh-CN" b="1" dirty="0">
                <a:latin typeface="Arial Narrow" panose="020B0606020202030204" pitchFamily="34" charset="0"/>
              </a:rPr>
              <a:t>802.11</a:t>
            </a:r>
            <a:r>
              <a:rPr lang="zh-CN" altLang="en-US" b="1" dirty="0">
                <a:latin typeface="Arial Narrow" panose="020B0606020202030204" pitchFamily="34" charset="0"/>
              </a:rPr>
              <a:t>无线局域网，其使用无线信道传输数据，这与共享总线以太网使用有线</a:t>
            </a:r>
            <a:r>
              <a:rPr lang="zh-CN" altLang="en-US" b="1" dirty="0">
                <a:solidFill>
                  <a:schemeClr val="accent1">
                    <a:lumMod val="75000"/>
                  </a:schemeClr>
                </a:solidFill>
                <a:latin typeface="Arial Narrow" panose="020B0606020202030204" pitchFamily="34" charset="0"/>
              </a:rPr>
              <a:t>传输介质不同</a:t>
            </a:r>
            <a:r>
              <a:rPr lang="zh-CN" altLang="en-US" b="1" dirty="0">
                <a:latin typeface="Arial Narrow" panose="020B0606020202030204" pitchFamily="34" charset="0"/>
              </a:rPr>
              <a:t>。因此，</a:t>
            </a:r>
            <a:r>
              <a:rPr lang="en-US" altLang="zh-CN" b="1" dirty="0">
                <a:latin typeface="Arial Narrow" panose="020B0606020202030204" pitchFamily="34" charset="0"/>
              </a:rPr>
              <a:t>802.11</a:t>
            </a:r>
            <a:r>
              <a:rPr lang="zh-CN" altLang="en-US" b="1" dirty="0">
                <a:latin typeface="Arial Narrow" panose="020B0606020202030204" pitchFamily="34" charset="0"/>
              </a:rPr>
              <a:t>无线局域网</a:t>
            </a:r>
            <a:r>
              <a:rPr lang="zh-CN" altLang="en-US" b="1" dirty="0">
                <a:solidFill>
                  <a:schemeClr val="accent1">
                    <a:lumMod val="75000"/>
                  </a:schemeClr>
                </a:solidFill>
                <a:latin typeface="Arial Narrow" panose="020B0606020202030204" pitchFamily="34" charset="0"/>
              </a:rPr>
              <a:t>不能简单照搬</a:t>
            </a:r>
            <a:r>
              <a:rPr lang="zh-CN" altLang="en-US" b="1" dirty="0">
                <a:latin typeface="Arial Narrow" panose="020B0606020202030204" pitchFamily="34" charset="0"/>
              </a:rPr>
              <a:t>共享总线以太网使用的</a:t>
            </a:r>
            <a:r>
              <a:rPr lang="en-US" altLang="zh-CN" b="1" dirty="0">
                <a:solidFill>
                  <a:schemeClr val="accent1">
                    <a:lumMod val="75000"/>
                  </a:schemeClr>
                </a:solidFill>
                <a:latin typeface="Arial Narrow" panose="020B0606020202030204" pitchFamily="34" charset="0"/>
              </a:rPr>
              <a:t>CSMA/CD</a:t>
            </a:r>
            <a:r>
              <a:rPr lang="zh-CN" altLang="en-US" b="1" dirty="0">
                <a:solidFill>
                  <a:schemeClr val="accent1">
                    <a:lumMod val="75000"/>
                  </a:schemeClr>
                </a:solidFill>
                <a:latin typeface="Arial Narrow" panose="020B0606020202030204" pitchFamily="34" charset="0"/>
              </a:rPr>
              <a:t>协议</a:t>
            </a:r>
            <a:r>
              <a:rPr lang="zh-CN" altLang="en-US" b="1" dirty="0">
                <a:latin typeface="Arial Narrow" panose="020B0606020202030204" pitchFamily="34" charset="0"/>
              </a:rPr>
              <a:t>。</a:t>
            </a:r>
          </a:p>
        </p:txBody>
      </p:sp>
      <p:sp>
        <p:nvSpPr>
          <p:cNvPr id="152" name="矩形 151">
            <a:extLst>
              <a:ext uri="{FF2B5EF4-FFF2-40B4-BE49-F238E27FC236}">
                <a16:creationId xmlns:a16="http://schemas.microsoft.com/office/drawing/2014/main" id="{82254DA9-EDB6-4943-A7AA-434585B3064D}"/>
              </a:ext>
            </a:extLst>
          </p:cNvPr>
          <p:cNvSpPr/>
          <p:nvPr/>
        </p:nvSpPr>
        <p:spPr>
          <a:xfrm>
            <a:off x="1056633" y="2283919"/>
            <a:ext cx="256976" cy="256976"/>
          </a:xfrm>
          <a:prstGeom prst="rect">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153" name="íşlïḍè">
            <a:extLst>
              <a:ext uri="{FF2B5EF4-FFF2-40B4-BE49-F238E27FC236}">
                <a16:creationId xmlns:a16="http://schemas.microsoft.com/office/drawing/2014/main" id="{29C91708-1C3B-485A-8961-55F1B9BD0D51}"/>
              </a:ext>
            </a:extLst>
          </p:cNvPr>
          <p:cNvSpPr txBox="1"/>
          <p:nvPr/>
        </p:nvSpPr>
        <p:spPr>
          <a:xfrm>
            <a:off x="1373861" y="2229597"/>
            <a:ext cx="10513339" cy="622904"/>
          </a:xfrm>
          <a:prstGeom prst="rect">
            <a:avLst/>
          </a:prstGeom>
          <a:noFill/>
        </p:spPr>
        <p:txBody>
          <a:bodyPr wrap="square" lIns="91440" tIns="45720" rIns="91440" bIns="45720" anchor="ctr">
            <a:noAutofit/>
          </a:bodyPr>
          <a:lstStyle/>
          <a:p>
            <a:r>
              <a:rPr lang="en-US" altLang="zh-CN" b="1" dirty="0">
                <a:latin typeface="Arial Narrow" panose="020B0606020202030204" pitchFamily="34" charset="0"/>
              </a:rPr>
              <a:t>802.11</a:t>
            </a:r>
            <a:r>
              <a:rPr lang="zh-CN" altLang="en-US" b="1" dirty="0">
                <a:latin typeface="Arial Narrow" panose="020B0606020202030204" pitchFamily="34" charset="0"/>
              </a:rPr>
              <a:t>无线局域网采用了另一种称为</a:t>
            </a:r>
            <a:r>
              <a:rPr lang="en-US" altLang="zh-CN" b="1" dirty="0">
                <a:latin typeface="Arial Narrow" panose="020B0606020202030204" pitchFamily="34" charset="0"/>
              </a:rPr>
              <a:t>CSMA/CA</a:t>
            </a:r>
            <a:r>
              <a:rPr lang="zh-CN" altLang="en-US" b="1" dirty="0">
                <a:latin typeface="Arial Narrow" panose="020B0606020202030204" pitchFamily="34" charset="0"/>
              </a:rPr>
              <a:t>的协议，也就是</a:t>
            </a:r>
            <a:r>
              <a:rPr lang="zh-CN" altLang="en-US" b="1" dirty="0">
                <a:solidFill>
                  <a:schemeClr val="accent1">
                    <a:lumMod val="75000"/>
                  </a:schemeClr>
                </a:solidFill>
                <a:latin typeface="Arial Narrow" panose="020B0606020202030204" pitchFamily="34" charset="0"/>
              </a:rPr>
              <a:t>载波监听多址接入</a:t>
            </a:r>
            <a:r>
              <a:rPr lang="en-US" altLang="zh-CN" b="1" dirty="0">
                <a:solidFill>
                  <a:schemeClr val="accent1">
                    <a:lumMod val="75000"/>
                  </a:schemeClr>
                </a:solidFill>
                <a:latin typeface="Arial Narrow" panose="020B0606020202030204" pitchFamily="34" charset="0"/>
              </a:rPr>
              <a:t>/</a:t>
            </a:r>
            <a:r>
              <a:rPr lang="zh-CN" altLang="en-US" b="1" dirty="0">
                <a:solidFill>
                  <a:schemeClr val="accent1">
                    <a:lumMod val="75000"/>
                  </a:schemeClr>
                </a:solidFill>
                <a:latin typeface="Arial Narrow" panose="020B0606020202030204" pitchFamily="34" charset="0"/>
              </a:rPr>
              <a:t>碰撞避免</a:t>
            </a:r>
            <a:r>
              <a:rPr lang="zh-CN" altLang="en-US" b="1" dirty="0">
                <a:latin typeface="Arial Narrow" panose="020B0606020202030204" pitchFamily="34" charset="0"/>
              </a:rPr>
              <a:t>（</a:t>
            </a:r>
            <a:r>
              <a:rPr lang="en-US" altLang="zh-CN" b="1" dirty="0">
                <a:solidFill>
                  <a:schemeClr val="accent1">
                    <a:lumMod val="75000"/>
                  </a:schemeClr>
                </a:solidFill>
                <a:latin typeface="Arial Narrow" panose="020B0606020202030204" pitchFamily="34" charset="0"/>
              </a:rPr>
              <a:t>C</a:t>
            </a:r>
            <a:r>
              <a:rPr lang="en-US" altLang="zh-CN" b="1" dirty="0">
                <a:latin typeface="Arial Narrow" panose="020B0606020202030204" pitchFamily="34" charset="0"/>
              </a:rPr>
              <a:t>arrier </a:t>
            </a:r>
            <a:r>
              <a:rPr lang="en-US" altLang="zh-CN" b="1" dirty="0">
                <a:solidFill>
                  <a:schemeClr val="accent1">
                    <a:lumMod val="75000"/>
                  </a:schemeClr>
                </a:solidFill>
                <a:latin typeface="Arial Narrow" panose="020B0606020202030204" pitchFamily="34" charset="0"/>
              </a:rPr>
              <a:t>S</a:t>
            </a:r>
            <a:r>
              <a:rPr lang="en-US" altLang="zh-CN" b="1" dirty="0">
                <a:latin typeface="Arial Narrow" panose="020B0606020202030204" pitchFamily="34" charset="0"/>
              </a:rPr>
              <a:t>ense </a:t>
            </a:r>
            <a:r>
              <a:rPr lang="en-US" altLang="zh-CN" b="1" dirty="0">
                <a:solidFill>
                  <a:schemeClr val="accent1">
                    <a:lumMod val="75000"/>
                  </a:schemeClr>
                </a:solidFill>
                <a:latin typeface="Arial Narrow" panose="020B0606020202030204" pitchFamily="34" charset="0"/>
              </a:rPr>
              <a:t>M</a:t>
            </a:r>
            <a:r>
              <a:rPr lang="en-US" altLang="zh-CN" b="1" dirty="0">
                <a:latin typeface="Arial Narrow" panose="020B0606020202030204" pitchFamily="34" charset="0"/>
              </a:rPr>
              <a:t>ultiple </a:t>
            </a:r>
            <a:r>
              <a:rPr lang="en-US" altLang="zh-CN" b="1" dirty="0">
                <a:solidFill>
                  <a:schemeClr val="accent1">
                    <a:lumMod val="75000"/>
                  </a:schemeClr>
                </a:solidFill>
                <a:latin typeface="Arial Narrow" panose="020B0606020202030204" pitchFamily="34" charset="0"/>
              </a:rPr>
              <a:t>A</a:t>
            </a:r>
            <a:r>
              <a:rPr lang="en-US" altLang="zh-CN" b="1" dirty="0">
                <a:latin typeface="Arial Narrow" panose="020B0606020202030204" pitchFamily="34" charset="0"/>
              </a:rPr>
              <a:t>ccess/</a:t>
            </a:r>
            <a:r>
              <a:rPr lang="en-US" altLang="zh-CN" b="1" dirty="0">
                <a:solidFill>
                  <a:schemeClr val="accent1">
                    <a:lumMod val="75000"/>
                  </a:schemeClr>
                </a:solidFill>
                <a:latin typeface="Arial Narrow" panose="020B0606020202030204" pitchFamily="34" charset="0"/>
              </a:rPr>
              <a:t>C</a:t>
            </a:r>
            <a:r>
              <a:rPr lang="en-US" altLang="zh-CN" b="1" dirty="0">
                <a:latin typeface="Arial Narrow" panose="020B0606020202030204" pitchFamily="34" charset="0"/>
              </a:rPr>
              <a:t>ollision </a:t>
            </a:r>
            <a:r>
              <a:rPr lang="en-US" altLang="zh-CN" b="1" dirty="0">
                <a:solidFill>
                  <a:schemeClr val="accent1">
                    <a:lumMod val="75000"/>
                  </a:schemeClr>
                </a:solidFill>
                <a:latin typeface="Arial Narrow" panose="020B0606020202030204" pitchFamily="34" charset="0"/>
              </a:rPr>
              <a:t>A</a:t>
            </a:r>
            <a:r>
              <a:rPr lang="en-US" altLang="zh-CN" b="1" dirty="0">
                <a:latin typeface="Arial Narrow" panose="020B0606020202030204" pitchFamily="34" charset="0"/>
              </a:rPr>
              <a:t>voidance</a:t>
            </a:r>
            <a:r>
              <a:rPr lang="zh-CN" altLang="en-US" b="1" dirty="0">
                <a:latin typeface="Arial Narrow" panose="020B0606020202030204" pitchFamily="34" charset="0"/>
              </a:rPr>
              <a:t>，</a:t>
            </a:r>
            <a:r>
              <a:rPr lang="en-US" altLang="zh-CN" b="1" dirty="0">
                <a:solidFill>
                  <a:schemeClr val="accent1">
                    <a:lumMod val="75000"/>
                  </a:schemeClr>
                </a:solidFill>
                <a:latin typeface="Arial Narrow" panose="020B0606020202030204" pitchFamily="34" charset="0"/>
              </a:rPr>
              <a:t>CSMA/CA</a:t>
            </a:r>
            <a:r>
              <a:rPr lang="zh-CN" altLang="en-US" b="1" dirty="0">
                <a:latin typeface="Arial Narrow" panose="020B0606020202030204" pitchFamily="34" charset="0"/>
              </a:rPr>
              <a:t>）。</a:t>
            </a:r>
          </a:p>
        </p:txBody>
      </p:sp>
      <p:sp>
        <p:nvSpPr>
          <p:cNvPr id="57" name="矩形 56">
            <a:extLst>
              <a:ext uri="{FF2B5EF4-FFF2-40B4-BE49-F238E27FC236}">
                <a16:creationId xmlns:a16="http://schemas.microsoft.com/office/drawing/2014/main" id="{72C5E83B-F3E9-4A78-BF19-DDBA83417043}"/>
              </a:ext>
            </a:extLst>
          </p:cNvPr>
          <p:cNvSpPr/>
          <p:nvPr/>
        </p:nvSpPr>
        <p:spPr>
          <a:xfrm>
            <a:off x="1056633" y="3232464"/>
            <a:ext cx="256976" cy="256976"/>
          </a:xfrm>
          <a:prstGeom prst="rect">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58" name="íşlïḍè">
            <a:extLst>
              <a:ext uri="{FF2B5EF4-FFF2-40B4-BE49-F238E27FC236}">
                <a16:creationId xmlns:a16="http://schemas.microsoft.com/office/drawing/2014/main" id="{A67ECB9C-9276-4BB7-B6D7-6B93E6A89CCA}"/>
              </a:ext>
            </a:extLst>
          </p:cNvPr>
          <p:cNvSpPr txBox="1"/>
          <p:nvPr/>
        </p:nvSpPr>
        <p:spPr>
          <a:xfrm>
            <a:off x="1373861" y="3178142"/>
            <a:ext cx="10513339" cy="622904"/>
          </a:xfrm>
          <a:prstGeom prst="rect">
            <a:avLst/>
          </a:prstGeom>
          <a:noFill/>
        </p:spPr>
        <p:txBody>
          <a:bodyPr wrap="square" lIns="91440" tIns="45720" rIns="91440" bIns="45720" anchor="ctr">
            <a:noAutofit/>
          </a:bodyPr>
          <a:lstStyle/>
          <a:p>
            <a:r>
              <a:rPr lang="en-US" altLang="zh-CN" b="1" dirty="0">
                <a:latin typeface="Arial Narrow" panose="020B0606020202030204" pitchFamily="34" charset="0"/>
              </a:rPr>
              <a:t>CSMA/CA</a:t>
            </a:r>
            <a:r>
              <a:rPr lang="zh-CN" altLang="en-US" b="1" dirty="0">
                <a:latin typeface="Arial Narrow" panose="020B0606020202030204" pitchFamily="34" charset="0"/>
              </a:rPr>
              <a:t>协议</a:t>
            </a:r>
            <a:r>
              <a:rPr lang="zh-CN" altLang="en-US" b="1" dirty="0">
                <a:solidFill>
                  <a:schemeClr val="accent1">
                    <a:lumMod val="75000"/>
                  </a:schemeClr>
                </a:solidFill>
                <a:latin typeface="Arial Narrow" panose="020B0606020202030204" pitchFamily="34" charset="0"/>
              </a:rPr>
              <a:t>仍然采用</a:t>
            </a:r>
            <a:r>
              <a:rPr lang="en-US" altLang="zh-CN" b="1" dirty="0">
                <a:latin typeface="Arial Narrow" panose="020B0606020202030204" pitchFamily="34" charset="0"/>
              </a:rPr>
              <a:t>CSMA/CD</a:t>
            </a:r>
            <a:r>
              <a:rPr lang="zh-CN" altLang="en-US" b="1" dirty="0">
                <a:latin typeface="Arial Narrow" panose="020B0606020202030204" pitchFamily="34" charset="0"/>
              </a:rPr>
              <a:t>协议中的</a:t>
            </a:r>
            <a:r>
              <a:rPr lang="en-US" altLang="zh-CN" b="1" dirty="0">
                <a:solidFill>
                  <a:schemeClr val="accent1">
                    <a:lumMod val="75000"/>
                  </a:schemeClr>
                </a:solidFill>
                <a:latin typeface="Arial Narrow" panose="020B0606020202030204" pitchFamily="34" charset="0"/>
              </a:rPr>
              <a:t>CSMA</a:t>
            </a:r>
            <a:r>
              <a:rPr lang="zh-CN" altLang="en-US" b="1" dirty="0">
                <a:latin typeface="Arial Narrow" panose="020B0606020202030204" pitchFamily="34" charset="0"/>
              </a:rPr>
              <a:t>，以“先听后说”的方式来减少碰撞的发生，但是</a:t>
            </a:r>
            <a:r>
              <a:rPr lang="zh-CN" altLang="en-US" b="1" dirty="0">
                <a:solidFill>
                  <a:schemeClr val="accent1">
                    <a:lumMod val="75000"/>
                  </a:schemeClr>
                </a:solidFill>
                <a:latin typeface="Arial Narrow" panose="020B0606020202030204" pitchFamily="34" charset="0"/>
              </a:rPr>
              <a:t>将“碰撞检测</a:t>
            </a:r>
            <a:r>
              <a:rPr lang="en-US" altLang="zh-CN" b="1" dirty="0">
                <a:solidFill>
                  <a:schemeClr val="accent1">
                    <a:lumMod val="75000"/>
                  </a:schemeClr>
                </a:solidFill>
                <a:latin typeface="Arial Narrow" panose="020B0606020202030204" pitchFamily="34" charset="0"/>
              </a:rPr>
              <a:t>CD</a:t>
            </a:r>
            <a:r>
              <a:rPr lang="zh-CN" altLang="en-US" b="1" dirty="0">
                <a:solidFill>
                  <a:schemeClr val="accent1">
                    <a:lumMod val="75000"/>
                  </a:schemeClr>
                </a:solidFill>
                <a:latin typeface="Arial Narrow" panose="020B0606020202030204" pitchFamily="34" charset="0"/>
              </a:rPr>
              <a:t>”改为了“碰撞避免</a:t>
            </a:r>
            <a:r>
              <a:rPr lang="en-US" altLang="zh-CN" b="1" dirty="0">
                <a:solidFill>
                  <a:schemeClr val="accent1">
                    <a:lumMod val="75000"/>
                  </a:schemeClr>
                </a:solidFill>
                <a:latin typeface="Arial Narrow" panose="020B0606020202030204" pitchFamily="34" charset="0"/>
              </a:rPr>
              <a:t>CA</a:t>
            </a:r>
            <a:r>
              <a:rPr lang="zh-CN" altLang="en-US" b="1" dirty="0">
                <a:solidFill>
                  <a:schemeClr val="accent1">
                    <a:lumMod val="75000"/>
                  </a:schemeClr>
                </a:solidFill>
                <a:latin typeface="Arial Narrow" panose="020B0606020202030204" pitchFamily="34" charset="0"/>
              </a:rPr>
              <a:t>”</a:t>
            </a:r>
            <a:r>
              <a:rPr lang="zh-CN" altLang="en-US" b="1" dirty="0">
                <a:latin typeface="Arial Narrow" panose="020B0606020202030204" pitchFamily="34" charset="0"/>
              </a:rPr>
              <a:t>。</a:t>
            </a:r>
          </a:p>
        </p:txBody>
      </p:sp>
      <p:sp>
        <p:nvSpPr>
          <p:cNvPr id="5" name="对话气泡: 圆角矩形 4">
            <a:extLst>
              <a:ext uri="{FF2B5EF4-FFF2-40B4-BE49-F238E27FC236}">
                <a16:creationId xmlns:a16="http://schemas.microsoft.com/office/drawing/2014/main" id="{A3C9BAD9-C06A-41CC-8664-7865EBF97C41}"/>
              </a:ext>
            </a:extLst>
          </p:cNvPr>
          <p:cNvSpPr/>
          <p:nvPr/>
        </p:nvSpPr>
        <p:spPr>
          <a:xfrm>
            <a:off x="1917700" y="4343400"/>
            <a:ext cx="8610600" cy="768350"/>
          </a:xfrm>
          <a:prstGeom prst="wedgeRoundRectCallout">
            <a:avLst>
              <a:gd name="adj1" fmla="val -18837"/>
              <a:gd name="adj2" fmla="val -118750"/>
              <a:gd name="adj3" fmla="val 16667"/>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zh-CN" altLang="en-US" b="1" dirty="0"/>
              <a:t>尽管</a:t>
            </a:r>
            <a:r>
              <a:rPr lang="en-US" altLang="zh-CN" b="1" dirty="0"/>
              <a:t>CA</a:t>
            </a:r>
            <a:r>
              <a:rPr lang="zh-CN" altLang="en-US" b="1" dirty="0"/>
              <a:t>表示碰撞避免，但并不能避免所有的碰撞，而是尽量减少碰撞发生的概率。</a:t>
            </a:r>
          </a:p>
        </p:txBody>
      </p:sp>
      <p:sp>
        <p:nvSpPr>
          <p:cNvPr id="12" name="平行四边形 11">
            <a:extLst>
              <a:ext uri="{FF2B5EF4-FFF2-40B4-BE49-F238E27FC236}">
                <a16:creationId xmlns:a16="http://schemas.microsoft.com/office/drawing/2014/main" id="{F5E19F8C-FBBF-4272-2C29-CAC875AF5DE1}"/>
              </a:ext>
            </a:extLst>
          </p:cNvPr>
          <p:cNvSpPr/>
          <p:nvPr/>
        </p:nvSpPr>
        <p:spPr>
          <a:xfrm>
            <a:off x="304800" y="749300"/>
            <a:ext cx="684756" cy="387090"/>
          </a:xfrm>
          <a:prstGeom prst="parallelogram">
            <a:avLst/>
          </a:prstGeom>
          <a:solidFill>
            <a:schemeClr val="accent3">
              <a:lumMod val="75000"/>
            </a:schemeClr>
          </a:solidFill>
          <a:ln>
            <a:solidFill>
              <a:schemeClr val="accent3">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CN" sz="2200" dirty="0">
                <a:latin typeface="Impact" panose="020B0806030902050204" pitchFamily="34" charset="0"/>
              </a:rPr>
              <a:t>03</a:t>
            </a:r>
            <a:endParaRPr lang="zh-CN" altLang="en-US" sz="2200" dirty="0">
              <a:latin typeface="Impact" panose="020B0806030902050204" pitchFamily="34" charset="0"/>
            </a:endParaRPr>
          </a:p>
        </p:txBody>
      </p:sp>
    </p:spTree>
    <p:custDataLst>
      <p:tags r:id="rId1"/>
    </p:custDataLst>
    <p:extLst>
      <p:ext uri="{BB962C8B-B14F-4D97-AF65-F5344CB8AC3E}">
        <p14:creationId xmlns:p14="http://schemas.microsoft.com/office/powerpoint/2010/main" val="1132919739"/>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49" presetClass="entr" presetSubtype="0" decel="100000" fill="hold" grpId="0" nodeType="withEffect">
                                  <p:stCondLst>
                                    <p:cond delay="0"/>
                                  </p:stCondLst>
                                  <p:childTnLst>
                                    <p:set>
                                      <p:cBhvr>
                                        <p:cTn id="6" dur="1" fill="hold">
                                          <p:stCondLst>
                                            <p:cond delay="0"/>
                                          </p:stCondLst>
                                        </p:cTn>
                                        <p:tgtEl>
                                          <p:spTgt spid="57"/>
                                        </p:tgtEl>
                                        <p:attrNameLst>
                                          <p:attrName>style.visibility</p:attrName>
                                        </p:attrNameLst>
                                      </p:cBhvr>
                                      <p:to>
                                        <p:strVal val="visible"/>
                                      </p:to>
                                    </p:set>
                                    <p:anim calcmode="lin" valueType="num">
                                      <p:cBhvr>
                                        <p:cTn id="7" dur="500" fill="hold"/>
                                        <p:tgtEl>
                                          <p:spTgt spid="57"/>
                                        </p:tgtEl>
                                        <p:attrNameLst>
                                          <p:attrName>ppt_w</p:attrName>
                                        </p:attrNameLst>
                                      </p:cBhvr>
                                      <p:tavLst>
                                        <p:tav tm="0">
                                          <p:val>
                                            <p:fltVal val="0"/>
                                          </p:val>
                                        </p:tav>
                                        <p:tav tm="100000">
                                          <p:val>
                                            <p:strVal val="#ppt_w"/>
                                          </p:val>
                                        </p:tav>
                                      </p:tavLst>
                                    </p:anim>
                                    <p:anim calcmode="lin" valueType="num">
                                      <p:cBhvr>
                                        <p:cTn id="8" dur="500" fill="hold"/>
                                        <p:tgtEl>
                                          <p:spTgt spid="57"/>
                                        </p:tgtEl>
                                        <p:attrNameLst>
                                          <p:attrName>ppt_h</p:attrName>
                                        </p:attrNameLst>
                                      </p:cBhvr>
                                      <p:tavLst>
                                        <p:tav tm="0">
                                          <p:val>
                                            <p:fltVal val="0"/>
                                          </p:val>
                                        </p:tav>
                                        <p:tav tm="100000">
                                          <p:val>
                                            <p:strVal val="#ppt_h"/>
                                          </p:val>
                                        </p:tav>
                                      </p:tavLst>
                                    </p:anim>
                                    <p:anim calcmode="lin" valueType="num">
                                      <p:cBhvr>
                                        <p:cTn id="9" dur="500" fill="hold"/>
                                        <p:tgtEl>
                                          <p:spTgt spid="57"/>
                                        </p:tgtEl>
                                        <p:attrNameLst>
                                          <p:attrName>style.rotation</p:attrName>
                                        </p:attrNameLst>
                                      </p:cBhvr>
                                      <p:tavLst>
                                        <p:tav tm="0">
                                          <p:val>
                                            <p:fltVal val="360"/>
                                          </p:val>
                                        </p:tav>
                                        <p:tav tm="100000">
                                          <p:val>
                                            <p:fltVal val="0"/>
                                          </p:val>
                                        </p:tav>
                                      </p:tavLst>
                                    </p:anim>
                                    <p:animEffect transition="in" filter="fade">
                                      <p:cBhvr>
                                        <p:cTn id="10" dur="500"/>
                                        <p:tgtEl>
                                          <p:spTgt spid="57"/>
                                        </p:tgtEl>
                                      </p:cBhvr>
                                    </p:animEffect>
                                  </p:childTnLst>
                                </p:cTn>
                              </p:par>
                            </p:childTnLst>
                          </p:cTn>
                        </p:par>
                        <p:par>
                          <p:cTn id="11" fill="hold">
                            <p:stCondLst>
                              <p:cond delay="500"/>
                            </p:stCondLst>
                            <p:childTnLst>
                              <p:par>
                                <p:cTn id="12" presetID="1" presetClass="entr" presetSubtype="0" fill="hold" grpId="0" nodeType="afterEffect">
                                  <p:stCondLst>
                                    <p:cond delay="0"/>
                                  </p:stCondLst>
                                  <p:iterate type="lt">
                                    <p:tmAbs val="100"/>
                                  </p:iterate>
                                  <p:childTnLst>
                                    <p:set>
                                      <p:cBhvr>
                                        <p:cTn id="13" dur="1" fill="hold">
                                          <p:stCondLst>
                                            <p:cond delay="0"/>
                                          </p:stCondLst>
                                        </p:cTn>
                                        <p:tgtEl>
                                          <p:spTgt spid="58"/>
                                        </p:tgtEl>
                                        <p:attrNameLst>
                                          <p:attrName>style.visibility</p:attrName>
                                        </p:attrNameLst>
                                      </p:cBhvr>
                                      <p:to>
                                        <p:strVal val="visible"/>
                                      </p:to>
                                    </p:set>
                                  </p:childTnLst>
                                </p:cTn>
                              </p:par>
                            </p:childTnLst>
                          </p:cTn>
                        </p:par>
                      </p:childTnLst>
                    </p:cTn>
                  </p:par>
                  <p:par>
                    <p:cTn id="14" fill="hold">
                      <p:stCondLst>
                        <p:cond delay="indefinite"/>
                      </p:stCondLst>
                      <p:childTnLst>
                        <p:par>
                          <p:cTn id="15" fill="hold">
                            <p:stCondLst>
                              <p:cond delay="0"/>
                            </p:stCondLst>
                            <p:childTnLst>
                              <p:par>
                                <p:cTn id="16" presetID="42" presetClass="entr" presetSubtype="0" fill="hold" grpId="0" nodeType="clickEffect">
                                  <p:stCondLst>
                                    <p:cond delay="0"/>
                                  </p:stCondLst>
                                  <p:childTnLst>
                                    <p:set>
                                      <p:cBhvr>
                                        <p:cTn id="17" dur="1" fill="hold">
                                          <p:stCondLst>
                                            <p:cond delay="0"/>
                                          </p:stCondLst>
                                        </p:cTn>
                                        <p:tgtEl>
                                          <p:spTgt spid="5"/>
                                        </p:tgtEl>
                                        <p:attrNameLst>
                                          <p:attrName>style.visibility</p:attrName>
                                        </p:attrNameLst>
                                      </p:cBhvr>
                                      <p:to>
                                        <p:strVal val="visible"/>
                                      </p:to>
                                    </p:set>
                                    <p:animEffect transition="in" filter="fade">
                                      <p:cBhvr>
                                        <p:cTn id="18" dur="1000"/>
                                        <p:tgtEl>
                                          <p:spTgt spid="5"/>
                                        </p:tgtEl>
                                      </p:cBhvr>
                                    </p:animEffect>
                                    <p:anim calcmode="lin" valueType="num">
                                      <p:cBhvr>
                                        <p:cTn id="19" dur="1000" fill="hold"/>
                                        <p:tgtEl>
                                          <p:spTgt spid="5"/>
                                        </p:tgtEl>
                                        <p:attrNameLst>
                                          <p:attrName>ppt_x</p:attrName>
                                        </p:attrNameLst>
                                      </p:cBhvr>
                                      <p:tavLst>
                                        <p:tav tm="0">
                                          <p:val>
                                            <p:strVal val="#ppt_x"/>
                                          </p:val>
                                        </p:tav>
                                        <p:tav tm="100000">
                                          <p:val>
                                            <p:strVal val="#ppt_x"/>
                                          </p:val>
                                        </p:tav>
                                      </p:tavLst>
                                    </p:anim>
                                    <p:anim calcmode="lin" valueType="num">
                                      <p:cBhvr>
                                        <p:cTn id="20" dur="1000" fill="hold"/>
                                        <p:tgtEl>
                                          <p:spTgt spid="5"/>
                                        </p:tgtEl>
                                        <p:attrNameLst>
                                          <p:attrName>ppt_y</p:attrName>
                                        </p:attrNameLst>
                                      </p:cBhvr>
                                      <p:tavLst>
                                        <p:tav tm="0">
                                          <p:val>
                                            <p:strVal val="#ppt_y+.1"/>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7" grpId="0" animBg="1"/>
      <p:bldP spid="58" grpId="0"/>
      <p:bldP spid="5" grpId="0" animBg="1"/>
    </p:bldLst>
  </p:timing>
</p:sld>
</file>

<file path=ppt/slides/slide53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4" name="组合 3">
            <a:extLst>
              <a:ext uri="{FF2B5EF4-FFF2-40B4-BE49-F238E27FC236}">
                <a16:creationId xmlns:a16="http://schemas.microsoft.com/office/drawing/2014/main" id="{9A1EA9F2-FCB6-48C3-935F-7AE7E3AD14AC}"/>
              </a:ext>
            </a:extLst>
          </p:cNvPr>
          <p:cNvGrpSpPr/>
          <p:nvPr/>
        </p:nvGrpSpPr>
        <p:grpSpPr>
          <a:xfrm>
            <a:off x="304800" y="749300"/>
            <a:ext cx="5791200" cy="400110"/>
            <a:chOff x="424117" y="898245"/>
            <a:chExt cx="5791200" cy="400110"/>
          </a:xfrm>
        </p:grpSpPr>
        <p:sp>
          <p:nvSpPr>
            <p:cNvPr id="2" name="平行四边形 1">
              <a:extLst>
                <a:ext uri="{FF2B5EF4-FFF2-40B4-BE49-F238E27FC236}">
                  <a16:creationId xmlns:a16="http://schemas.microsoft.com/office/drawing/2014/main" id="{1F5BAA3F-9845-4F89-A2DD-8222D3E4EDAC}"/>
                </a:ext>
              </a:extLst>
            </p:cNvPr>
            <p:cNvSpPr/>
            <p:nvPr/>
          </p:nvSpPr>
          <p:spPr>
            <a:xfrm>
              <a:off x="424117" y="898245"/>
              <a:ext cx="628306" cy="387090"/>
            </a:xfrm>
            <a:prstGeom prst="parallelogram">
              <a:avLst/>
            </a:prstGeom>
            <a:solidFill>
              <a:schemeClr val="accent3">
                <a:lumMod val="75000"/>
              </a:schemeClr>
            </a:solidFill>
            <a:ln>
              <a:solidFill>
                <a:schemeClr val="accent3">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CN" sz="2200" dirty="0">
                  <a:latin typeface="Impact" panose="020B0806030902050204" pitchFamily="34" charset="0"/>
                </a:rPr>
                <a:t>01</a:t>
              </a:r>
              <a:endParaRPr lang="zh-CN" altLang="en-US" sz="2200" dirty="0">
                <a:latin typeface="Impact" panose="020B0806030902050204" pitchFamily="34" charset="0"/>
              </a:endParaRPr>
            </a:p>
          </p:txBody>
        </p:sp>
        <p:sp>
          <p:nvSpPr>
            <p:cNvPr id="3" name="文本框 2">
              <a:extLst>
                <a:ext uri="{FF2B5EF4-FFF2-40B4-BE49-F238E27FC236}">
                  <a16:creationId xmlns:a16="http://schemas.microsoft.com/office/drawing/2014/main" id="{4D6BD736-A4D3-4F26-AFED-36E11F50F70B}"/>
                </a:ext>
              </a:extLst>
            </p:cNvPr>
            <p:cNvSpPr txBox="1"/>
            <p:nvPr/>
          </p:nvSpPr>
          <p:spPr>
            <a:xfrm>
              <a:off x="1052423" y="898245"/>
              <a:ext cx="5162894" cy="400110"/>
            </a:xfrm>
            <a:prstGeom prst="rect">
              <a:avLst/>
            </a:prstGeom>
            <a:noFill/>
          </p:spPr>
          <p:txBody>
            <a:bodyPr wrap="square" rtlCol="0">
              <a:spAutoFit/>
            </a:bodyPr>
            <a:lstStyle/>
            <a:p>
              <a:r>
                <a:rPr lang="en-US" altLang="zh-CN" sz="2000" b="1" dirty="0">
                  <a:solidFill>
                    <a:schemeClr val="tx1"/>
                  </a:solidFill>
                  <a:latin typeface="Arial Narrow" panose="020B0606020202030204" pitchFamily="34" charset="0"/>
                </a:rPr>
                <a:t>802.11</a:t>
              </a:r>
              <a:r>
                <a:rPr lang="zh-CN" altLang="en-US" sz="2000" b="1" dirty="0">
                  <a:solidFill>
                    <a:schemeClr val="tx1"/>
                  </a:solidFill>
                  <a:latin typeface="Arial Narrow" panose="020B0606020202030204" pitchFamily="34" charset="0"/>
                </a:rPr>
                <a:t>无线局域网使用</a:t>
              </a:r>
              <a:r>
                <a:rPr lang="en-US" altLang="zh-CN" sz="2000" b="1" dirty="0">
                  <a:solidFill>
                    <a:schemeClr val="tx1"/>
                  </a:solidFill>
                  <a:latin typeface="Arial Narrow" panose="020B0606020202030204" pitchFamily="34" charset="0"/>
                </a:rPr>
                <a:t>CSMA/CA</a:t>
              </a:r>
              <a:r>
                <a:rPr lang="zh-CN" altLang="en-US" sz="2000" b="1" dirty="0">
                  <a:solidFill>
                    <a:schemeClr val="tx1"/>
                  </a:solidFill>
                  <a:latin typeface="Arial Narrow" panose="020B0606020202030204" pitchFamily="34" charset="0"/>
                </a:rPr>
                <a:t>协议的原因</a:t>
              </a:r>
              <a:endParaRPr lang="en-US" altLang="zh-CN" sz="2000" b="1" dirty="0">
                <a:solidFill>
                  <a:schemeClr val="tx1"/>
                </a:solidFill>
                <a:latin typeface="Arial Narrow" panose="020B0606020202030204" pitchFamily="34" charset="0"/>
              </a:endParaRPr>
            </a:p>
          </p:txBody>
        </p:sp>
      </p:grpSp>
      <p:sp>
        <p:nvSpPr>
          <p:cNvPr id="12" name="矩形 11">
            <a:extLst>
              <a:ext uri="{FF2B5EF4-FFF2-40B4-BE49-F238E27FC236}">
                <a16:creationId xmlns:a16="http://schemas.microsoft.com/office/drawing/2014/main" id="{CFAA45CE-D0C3-4F7A-BED2-5FAF098A11AC}"/>
              </a:ext>
            </a:extLst>
          </p:cNvPr>
          <p:cNvSpPr/>
          <p:nvPr/>
        </p:nvSpPr>
        <p:spPr>
          <a:xfrm>
            <a:off x="1056633" y="1335374"/>
            <a:ext cx="256976" cy="256976"/>
          </a:xfrm>
          <a:prstGeom prst="rect">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13" name="íşlïḍè">
            <a:extLst>
              <a:ext uri="{FF2B5EF4-FFF2-40B4-BE49-F238E27FC236}">
                <a16:creationId xmlns:a16="http://schemas.microsoft.com/office/drawing/2014/main" id="{F40E133D-292F-4D04-8CEB-3842B7126540}"/>
              </a:ext>
            </a:extLst>
          </p:cNvPr>
          <p:cNvSpPr txBox="1"/>
          <p:nvPr/>
        </p:nvSpPr>
        <p:spPr>
          <a:xfrm>
            <a:off x="1373861" y="1281052"/>
            <a:ext cx="10513339" cy="400110"/>
          </a:xfrm>
          <a:prstGeom prst="rect">
            <a:avLst/>
          </a:prstGeom>
          <a:noFill/>
        </p:spPr>
        <p:txBody>
          <a:bodyPr wrap="square" lIns="91440" tIns="45720" rIns="91440" bIns="45720" anchor="ctr">
            <a:noAutofit/>
          </a:bodyPr>
          <a:lstStyle/>
          <a:p>
            <a:r>
              <a:rPr lang="en-US" altLang="zh-CN" b="1" dirty="0">
                <a:latin typeface="Arial Narrow" panose="020B0606020202030204" pitchFamily="34" charset="0"/>
              </a:rPr>
              <a:t>802.11</a:t>
            </a:r>
            <a:r>
              <a:rPr lang="zh-CN" altLang="en-US" b="1" dirty="0">
                <a:latin typeface="Arial Narrow" panose="020B0606020202030204" pitchFamily="34" charset="0"/>
              </a:rPr>
              <a:t>无线局域网不采用“碰撞检测</a:t>
            </a:r>
            <a:r>
              <a:rPr lang="en-US" altLang="zh-CN" b="1" dirty="0">
                <a:latin typeface="Arial Narrow" panose="020B0606020202030204" pitchFamily="34" charset="0"/>
              </a:rPr>
              <a:t>CD</a:t>
            </a:r>
            <a:r>
              <a:rPr lang="zh-CN" altLang="en-US" b="1" dirty="0">
                <a:latin typeface="Arial Narrow" panose="020B0606020202030204" pitchFamily="34" charset="0"/>
              </a:rPr>
              <a:t>”的原因如下：</a:t>
            </a:r>
          </a:p>
        </p:txBody>
      </p:sp>
      <p:sp>
        <p:nvSpPr>
          <p:cNvPr id="14" name="íşlïḍè">
            <a:extLst>
              <a:ext uri="{FF2B5EF4-FFF2-40B4-BE49-F238E27FC236}">
                <a16:creationId xmlns:a16="http://schemas.microsoft.com/office/drawing/2014/main" id="{305E89AB-FB6B-45D5-8553-1B12E57323A3}"/>
              </a:ext>
            </a:extLst>
          </p:cNvPr>
          <p:cNvSpPr txBox="1"/>
          <p:nvPr/>
        </p:nvSpPr>
        <p:spPr>
          <a:xfrm>
            <a:off x="1373861" y="1757450"/>
            <a:ext cx="10513339" cy="1011150"/>
          </a:xfrm>
          <a:prstGeom prst="rect">
            <a:avLst/>
          </a:prstGeom>
          <a:noFill/>
        </p:spPr>
        <p:txBody>
          <a:bodyPr wrap="square" lIns="91440" tIns="45720" rIns="91440" bIns="45720" anchor="ctr">
            <a:noAutofit/>
          </a:bodyPr>
          <a:lstStyle/>
          <a:p>
            <a:r>
              <a:rPr lang="zh-CN" altLang="en-US" b="1" dirty="0">
                <a:latin typeface="Arial Narrow" panose="020B0606020202030204" pitchFamily="34" charset="0"/>
              </a:rPr>
              <a:t>❶  由于</a:t>
            </a:r>
            <a:r>
              <a:rPr lang="zh-CN" altLang="en-US" b="1" dirty="0">
                <a:solidFill>
                  <a:schemeClr val="accent1">
                    <a:lumMod val="75000"/>
                  </a:schemeClr>
                </a:solidFill>
                <a:latin typeface="Arial Narrow" panose="020B0606020202030204" pitchFamily="34" charset="0"/>
              </a:rPr>
              <a:t>无线信道的传输环境复杂</a:t>
            </a:r>
            <a:r>
              <a:rPr lang="zh-CN" altLang="en-US" b="1" dirty="0">
                <a:latin typeface="Arial Narrow" panose="020B0606020202030204" pitchFamily="34" charset="0"/>
              </a:rPr>
              <a:t>且信号强度的动态范围非常大，在</a:t>
            </a:r>
            <a:r>
              <a:rPr lang="en-US" altLang="zh-CN" b="1" dirty="0">
                <a:latin typeface="Arial Narrow" panose="020B0606020202030204" pitchFamily="34" charset="0"/>
              </a:rPr>
              <a:t>802.11</a:t>
            </a:r>
            <a:r>
              <a:rPr lang="zh-CN" altLang="en-US" b="1" dirty="0">
                <a:latin typeface="Arial Narrow" panose="020B0606020202030204" pitchFamily="34" charset="0"/>
              </a:rPr>
              <a:t>无线网卡上</a:t>
            </a:r>
            <a:r>
              <a:rPr lang="zh-CN" altLang="en-US" b="1" dirty="0">
                <a:solidFill>
                  <a:schemeClr val="accent1">
                    <a:lumMod val="75000"/>
                  </a:schemeClr>
                </a:solidFill>
                <a:latin typeface="Arial Narrow" panose="020B0606020202030204" pitchFamily="34" charset="0"/>
              </a:rPr>
              <a:t>接收到的信号强度</a:t>
            </a:r>
            <a:endParaRPr lang="en-US" altLang="zh-CN" b="1" dirty="0">
              <a:solidFill>
                <a:schemeClr val="accent1">
                  <a:lumMod val="75000"/>
                </a:schemeClr>
              </a:solidFill>
              <a:latin typeface="Arial Narrow" panose="020B0606020202030204" pitchFamily="34" charset="0"/>
            </a:endParaRPr>
          </a:p>
          <a:p>
            <a:r>
              <a:rPr lang="en-US" altLang="zh-CN" b="1" dirty="0">
                <a:solidFill>
                  <a:schemeClr val="accent1">
                    <a:lumMod val="75000"/>
                  </a:schemeClr>
                </a:solidFill>
                <a:latin typeface="Arial Narrow" panose="020B0606020202030204" pitchFamily="34" charset="0"/>
              </a:rPr>
              <a:t>       </a:t>
            </a:r>
            <a:r>
              <a:rPr lang="zh-CN" altLang="en-US" b="1" dirty="0">
                <a:solidFill>
                  <a:schemeClr val="accent1">
                    <a:lumMod val="75000"/>
                  </a:schemeClr>
                </a:solidFill>
                <a:latin typeface="Arial Narrow" panose="020B0606020202030204" pitchFamily="34" charset="0"/>
              </a:rPr>
              <a:t>一般都远远小于发送信号的强度</a:t>
            </a:r>
            <a:r>
              <a:rPr lang="zh-CN" altLang="en-US" b="1" dirty="0">
                <a:latin typeface="Arial Narrow" panose="020B0606020202030204" pitchFamily="34" charset="0"/>
              </a:rPr>
              <a:t>，信号强度甚至相差百万倍。因此，</a:t>
            </a:r>
            <a:r>
              <a:rPr lang="zh-CN" altLang="en-US" b="1" dirty="0">
                <a:solidFill>
                  <a:schemeClr val="accent1">
                    <a:lumMod val="75000"/>
                  </a:schemeClr>
                </a:solidFill>
                <a:latin typeface="Arial Narrow" panose="020B0606020202030204" pitchFamily="34" charset="0"/>
              </a:rPr>
              <a:t>如果要在</a:t>
            </a:r>
            <a:r>
              <a:rPr lang="en-US" altLang="zh-CN" b="1" dirty="0">
                <a:solidFill>
                  <a:schemeClr val="accent1">
                    <a:lumMod val="75000"/>
                  </a:schemeClr>
                </a:solidFill>
                <a:latin typeface="Arial Narrow" panose="020B0606020202030204" pitchFamily="34" charset="0"/>
              </a:rPr>
              <a:t>802.11</a:t>
            </a:r>
            <a:r>
              <a:rPr lang="zh-CN" altLang="en-US" b="1" dirty="0">
                <a:solidFill>
                  <a:schemeClr val="accent1">
                    <a:lumMod val="75000"/>
                  </a:schemeClr>
                </a:solidFill>
                <a:latin typeface="Arial Narrow" panose="020B0606020202030204" pitchFamily="34" charset="0"/>
              </a:rPr>
              <a:t>无线网卡上实现</a:t>
            </a:r>
            <a:endParaRPr lang="en-US" altLang="zh-CN" b="1" dirty="0">
              <a:solidFill>
                <a:schemeClr val="accent1">
                  <a:lumMod val="75000"/>
                </a:schemeClr>
              </a:solidFill>
              <a:latin typeface="Arial Narrow" panose="020B0606020202030204" pitchFamily="34" charset="0"/>
            </a:endParaRPr>
          </a:p>
          <a:p>
            <a:r>
              <a:rPr lang="en-US" altLang="zh-CN" b="1" dirty="0">
                <a:solidFill>
                  <a:schemeClr val="accent1">
                    <a:lumMod val="75000"/>
                  </a:schemeClr>
                </a:solidFill>
                <a:latin typeface="Arial Narrow" panose="020B0606020202030204" pitchFamily="34" charset="0"/>
              </a:rPr>
              <a:t>       </a:t>
            </a:r>
            <a:r>
              <a:rPr lang="zh-CN" altLang="en-US" b="1" dirty="0">
                <a:solidFill>
                  <a:schemeClr val="accent1">
                    <a:lumMod val="75000"/>
                  </a:schemeClr>
                </a:solidFill>
                <a:latin typeface="Arial Narrow" panose="020B0606020202030204" pitchFamily="34" charset="0"/>
              </a:rPr>
              <a:t>碰撞检测</a:t>
            </a:r>
            <a:r>
              <a:rPr lang="zh-CN" altLang="en-US" b="1" dirty="0">
                <a:latin typeface="Arial Narrow" panose="020B0606020202030204" pitchFamily="34" charset="0"/>
              </a:rPr>
              <a:t>，</a:t>
            </a:r>
            <a:r>
              <a:rPr lang="zh-CN" altLang="en-US" b="1" dirty="0">
                <a:solidFill>
                  <a:schemeClr val="accent1">
                    <a:lumMod val="75000"/>
                  </a:schemeClr>
                </a:solidFill>
                <a:latin typeface="Arial Narrow" panose="020B0606020202030204" pitchFamily="34" charset="0"/>
              </a:rPr>
              <a:t>对硬件的要求非常高</a:t>
            </a:r>
            <a:r>
              <a:rPr lang="zh-CN" altLang="en-US" b="1" dirty="0">
                <a:latin typeface="Arial Narrow" panose="020B0606020202030204" pitchFamily="34" charset="0"/>
              </a:rPr>
              <a:t>。</a:t>
            </a:r>
          </a:p>
        </p:txBody>
      </p:sp>
      <p:sp>
        <p:nvSpPr>
          <p:cNvPr id="15" name="íşlïḍè">
            <a:extLst>
              <a:ext uri="{FF2B5EF4-FFF2-40B4-BE49-F238E27FC236}">
                <a16:creationId xmlns:a16="http://schemas.microsoft.com/office/drawing/2014/main" id="{96A879F6-ACE1-4F6A-BE7C-4F46305B4617}"/>
              </a:ext>
            </a:extLst>
          </p:cNvPr>
          <p:cNvSpPr txBox="1"/>
          <p:nvPr/>
        </p:nvSpPr>
        <p:spPr>
          <a:xfrm>
            <a:off x="1373861" y="2844888"/>
            <a:ext cx="10513339" cy="641262"/>
          </a:xfrm>
          <a:prstGeom prst="rect">
            <a:avLst/>
          </a:prstGeom>
          <a:noFill/>
        </p:spPr>
        <p:txBody>
          <a:bodyPr wrap="square" lIns="91440" tIns="45720" rIns="91440" bIns="45720" anchor="ctr">
            <a:noAutofit/>
          </a:bodyPr>
          <a:lstStyle/>
          <a:p>
            <a:r>
              <a:rPr lang="zh-CN" altLang="en-US" b="1" dirty="0">
                <a:latin typeface="Arial Narrow" panose="020B0606020202030204" pitchFamily="34" charset="0"/>
              </a:rPr>
              <a:t>❷  即使能够在硬件上实现碰撞检测功能，但由于无线电波传播的特殊性（</a:t>
            </a:r>
            <a:r>
              <a:rPr lang="zh-CN" altLang="en-US" b="1" dirty="0">
                <a:solidFill>
                  <a:schemeClr val="accent1">
                    <a:lumMod val="75000"/>
                  </a:schemeClr>
                </a:solidFill>
                <a:latin typeface="Arial Narrow" panose="020B0606020202030204" pitchFamily="34" charset="0"/>
              </a:rPr>
              <a:t>存在隐蔽站问题</a:t>
            </a:r>
            <a:r>
              <a:rPr lang="zh-CN" altLang="en-US" b="1" dirty="0">
                <a:latin typeface="Arial Narrow" panose="020B0606020202030204" pitchFamily="34" charset="0"/>
              </a:rPr>
              <a:t>），</a:t>
            </a:r>
            <a:r>
              <a:rPr lang="zh-CN" altLang="en-US" b="1" dirty="0">
                <a:solidFill>
                  <a:schemeClr val="accent1">
                    <a:lumMod val="75000"/>
                  </a:schemeClr>
                </a:solidFill>
                <a:latin typeface="Arial Narrow" panose="020B0606020202030204" pitchFamily="34" charset="0"/>
              </a:rPr>
              <a:t>还会出</a:t>
            </a:r>
            <a:endParaRPr lang="en-US" altLang="zh-CN" b="1" dirty="0">
              <a:solidFill>
                <a:schemeClr val="accent1">
                  <a:lumMod val="75000"/>
                </a:schemeClr>
              </a:solidFill>
              <a:latin typeface="Arial Narrow" panose="020B0606020202030204" pitchFamily="34" charset="0"/>
            </a:endParaRPr>
          </a:p>
          <a:p>
            <a:r>
              <a:rPr lang="en-US" altLang="zh-CN" b="1" dirty="0">
                <a:solidFill>
                  <a:schemeClr val="accent1">
                    <a:lumMod val="75000"/>
                  </a:schemeClr>
                </a:solidFill>
                <a:latin typeface="Arial Narrow" panose="020B0606020202030204" pitchFamily="34" charset="0"/>
              </a:rPr>
              <a:t>      </a:t>
            </a:r>
            <a:r>
              <a:rPr lang="zh-CN" altLang="en-US" b="1" dirty="0">
                <a:solidFill>
                  <a:schemeClr val="accent1">
                    <a:lumMod val="75000"/>
                  </a:schemeClr>
                </a:solidFill>
                <a:latin typeface="Arial Narrow" panose="020B0606020202030204" pitchFamily="34" charset="0"/>
              </a:rPr>
              <a:t>现无法检测到碰撞的情况</a:t>
            </a:r>
            <a:r>
              <a:rPr lang="zh-CN" altLang="en-US" b="1" dirty="0">
                <a:latin typeface="Arial Narrow" panose="020B0606020202030204" pitchFamily="34" charset="0"/>
              </a:rPr>
              <a:t>，因此实现</a:t>
            </a:r>
            <a:r>
              <a:rPr lang="zh-CN" altLang="en-US" b="1" dirty="0">
                <a:solidFill>
                  <a:schemeClr val="accent1">
                    <a:lumMod val="75000"/>
                  </a:schemeClr>
                </a:solidFill>
                <a:latin typeface="Arial Narrow" panose="020B0606020202030204" pitchFamily="34" charset="0"/>
              </a:rPr>
              <a:t>碰撞检测并没有意义</a:t>
            </a:r>
            <a:r>
              <a:rPr lang="zh-CN" altLang="en-US" b="1" dirty="0">
                <a:latin typeface="Arial Narrow" panose="020B0606020202030204" pitchFamily="34" charset="0"/>
              </a:rPr>
              <a:t>。</a:t>
            </a:r>
          </a:p>
        </p:txBody>
      </p:sp>
      <p:sp>
        <p:nvSpPr>
          <p:cNvPr id="9" name="平行四边形 8">
            <a:extLst>
              <a:ext uri="{FF2B5EF4-FFF2-40B4-BE49-F238E27FC236}">
                <a16:creationId xmlns:a16="http://schemas.microsoft.com/office/drawing/2014/main" id="{FA8B0671-9AC2-3226-53C8-D139AC03E6CA}"/>
              </a:ext>
            </a:extLst>
          </p:cNvPr>
          <p:cNvSpPr/>
          <p:nvPr/>
        </p:nvSpPr>
        <p:spPr>
          <a:xfrm>
            <a:off x="304800" y="749300"/>
            <a:ext cx="684756" cy="387090"/>
          </a:xfrm>
          <a:prstGeom prst="parallelogram">
            <a:avLst/>
          </a:prstGeom>
          <a:solidFill>
            <a:schemeClr val="accent3">
              <a:lumMod val="75000"/>
            </a:schemeClr>
          </a:solidFill>
          <a:ln>
            <a:solidFill>
              <a:schemeClr val="accent3">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CN" sz="2200" dirty="0">
                <a:latin typeface="Impact" panose="020B0806030902050204" pitchFamily="34" charset="0"/>
              </a:rPr>
              <a:t>03</a:t>
            </a:r>
            <a:endParaRPr lang="zh-CN" altLang="en-US" sz="2200" dirty="0">
              <a:latin typeface="Impact" panose="020B0806030902050204" pitchFamily="34" charset="0"/>
            </a:endParaRPr>
          </a:p>
        </p:txBody>
      </p:sp>
    </p:spTree>
    <p:custDataLst>
      <p:tags r:id="rId1"/>
    </p:custDataLst>
    <p:extLst>
      <p:ext uri="{BB962C8B-B14F-4D97-AF65-F5344CB8AC3E}">
        <p14:creationId xmlns:p14="http://schemas.microsoft.com/office/powerpoint/2010/main" val="3405040156"/>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49" presetClass="entr" presetSubtype="0" decel="100000" fill="hold" grpId="0" nodeType="withEffect">
                                  <p:stCondLst>
                                    <p:cond delay="0"/>
                                  </p:stCondLst>
                                  <p:childTnLst>
                                    <p:set>
                                      <p:cBhvr>
                                        <p:cTn id="6" dur="1" fill="hold">
                                          <p:stCondLst>
                                            <p:cond delay="0"/>
                                          </p:stCondLst>
                                        </p:cTn>
                                        <p:tgtEl>
                                          <p:spTgt spid="12"/>
                                        </p:tgtEl>
                                        <p:attrNameLst>
                                          <p:attrName>style.visibility</p:attrName>
                                        </p:attrNameLst>
                                      </p:cBhvr>
                                      <p:to>
                                        <p:strVal val="visible"/>
                                      </p:to>
                                    </p:set>
                                    <p:anim calcmode="lin" valueType="num">
                                      <p:cBhvr>
                                        <p:cTn id="7" dur="500" fill="hold"/>
                                        <p:tgtEl>
                                          <p:spTgt spid="12"/>
                                        </p:tgtEl>
                                        <p:attrNameLst>
                                          <p:attrName>ppt_w</p:attrName>
                                        </p:attrNameLst>
                                      </p:cBhvr>
                                      <p:tavLst>
                                        <p:tav tm="0">
                                          <p:val>
                                            <p:fltVal val="0"/>
                                          </p:val>
                                        </p:tav>
                                        <p:tav tm="100000">
                                          <p:val>
                                            <p:strVal val="#ppt_w"/>
                                          </p:val>
                                        </p:tav>
                                      </p:tavLst>
                                    </p:anim>
                                    <p:anim calcmode="lin" valueType="num">
                                      <p:cBhvr>
                                        <p:cTn id="8" dur="500" fill="hold"/>
                                        <p:tgtEl>
                                          <p:spTgt spid="12"/>
                                        </p:tgtEl>
                                        <p:attrNameLst>
                                          <p:attrName>ppt_h</p:attrName>
                                        </p:attrNameLst>
                                      </p:cBhvr>
                                      <p:tavLst>
                                        <p:tav tm="0">
                                          <p:val>
                                            <p:fltVal val="0"/>
                                          </p:val>
                                        </p:tav>
                                        <p:tav tm="100000">
                                          <p:val>
                                            <p:strVal val="#ppt_h"/>
                                          </p:val>
                                        </p:tav>
                                      </p:tavLst>
                                    </p:anim>
                                    <p:anim calcmode="lin" valueType="num">
                                      <p:cBhvr>
                                        <p:cTn id="9" dur="500" fill="hold"/>
                                        <p:tgtEl>
                                          <p:spTgt spid="12"/>
                                        </p:tgtEl>
                                        <p:attrNameLst>
                                          <p:attrName>style.rotation</p:attrName>
                                        </p:attrNameLst>
                                      </p:cBhvr>
                                      <p:tavLst>
                                        <p:tav tm="0">
                                          <p:val>
                                            <p:fltVal val="360"/>
                                          </p:val>
                                        </p:tav>
                                        <p:tav tm="100000">
                                          <p:val>
                                            <p:fltVal val="0"/>
                                          </p:val>
                                        </p:tav>
                                      </p:tavLst>
                                    </p:anim>
                                    <p:animEffect transition="in" filter="fade">
                                      <p:cBhvr>
                                        <p:cTn id="10" dur="500"/>
                                        <p:tgtEl>
                                          <p:spTgt spid="12"/>
                                        </p:tgtEl>
                                      </p:cBhvr>
                                    </p:animEffect>
                                  </p:childTnLst>
                                </p:cTn>
                              </p:par>
                            </p:childTnLst>
                          </p:cTn>
                        </p:par>
                        <p:par>
                          <p:cTn id="11" fill="hold">
                            <p:stCondLst>
                              <p:cond delay="500"/>
                            </p:stCondLst>
                            <p:childTnLst>
                              <p:par>
                                <p:cTn id="12" presetID="1" presetClass="entr" presetSubtype="0" fill="hold" grpId="0" nodeType="afterEffect">
                                  <p:stCondLst>
                                    <p:cond delay="0"/>
                                  </p:stCondLst>
                                  <p:iterate type="lt">
                                    <p:tmAbs val="100"/>
                                  </p:iterate>
                                  <p:childTnLst>
                                    <p:set>
                                      <p:cBhvr>
                                        <p:cTn id="13" dur="1" fill="hold">
                                          <p:stCondLst>
                                            <p:cond delay="0"/>
                                          </p:stCondLst>
                                        </p:cTn>
                                        <p:tgtEl>
                                          <p:spTgt spid="13"/>
                                        </p:tgtEl>
                                        <p:attrNameLst>
                                          <p:attrName>style.visibility</p:attrName>
                                        </p:attrNameLst>
                                      </p:cBhvr>
                                      <p:to>
                                        <p:strVal val="visible"/>
                                      </p:to>
                                    </p:set>
                                  </p:childTnLst>
                                </p:cTn>
                              </p:par>
                            </p:childTnLst>
                          </p:cTn>
                        </p:par>
                      </p:childTnLst>
                    </p:cTn>
                  </p:par>
                  <p:par>
                    <p:cTn id="14" fill="hold">
                      <p:stCondLst>
                        <p:cond delay="indefinite"/>
                      </p:stCondLst>
                      <p:childTnLst>
                        <p:par>
                          <p:cTn id="15" fill="hold">
                            <p:stCondLst>
                              <p:cond delay="0"/>
                            </p:stCondLst>
                            <p:childTnLst>
                              <p:par>
                                <p:cTn id="16" presetID="1" presetClass="entr" presetSubtype="0" fill="hold" grpId="0" nodeType="clickEffect">
                                  <p:stCondLst>
                                    <p:cond delay="0"/>
                                  </p:stCondLst>
                                  <p:iterate type="lt">
                                    <p:tmAbs val="100"/>
                                  </p:iterate>
                                  <p:childTnLst>
                                    <p:set>
                                      <p:cBhvr>
                                        <p:cTn id="17" dur="1" fill="hold">
                                          <p:stCondLst>
                                            <p:cond delay="0"/>
                                          </p:stCondLst>
                                        </p:cTn>
                                        <p:tgtEl>
                                          <p:spTgt spid="14"/>
                                        </p:tgtEl>
                                        <p:attrNameLst>
                                          <p:attrName>style.visibility</p:attrName>
                                        </p:attrNameLst>
                                      </p:cBhvr>
                                      <p:to>
                                        <p:strVal val="visible"/>
                                      </p:to>
                                    </p:set>
                                  </p:childTnLst>
                                </p:cTn>
                              </p:par>
                            </p:childTnLst>
                          </p:cTn>
                        </p:par>
                      </p:childTnLst>
                    </p:cTn>
                  </p:par>
                  <p:par>
                    <p:cTn id="18" fill="hold">
                      <p:stCondLst>
                        <p:cond delay="indefinite"/>
                      </p:stCondLst>
                      <p:childTnLst>
                        <p:par>
                          <p:cTn id="19" fill="hold">
                            <p:stCondLst>
                              <p:cond delay="0"/>
                            </p:stCondLst>
                            <p:childTnLst>
                              <p:par>
                                <p:cTn id="20" presetID="1" presetClass="entr" presetSubtype="0" fill="hold" grpId="0" nodeType="clickEffect">
                                  <p:stCondLst>
                                    <p:cond delay="0"/>
                                  </p:stCondLst>
                                  <p:iterate type="lt">
                                    <p:tmAbs val="100"/>
                                  </p:iterate>
                                  <p:childTnLst>
                                    <p:set>
                                      <p:cBhvr>
                                        <p:cTn id="21" dur="1" fill="hold">
                                          <p:stCondLst>
                                            <p:cond delay="0"/>
                                          </p:stCondLst>
                                        </p:cTn>
                                        <p:tgtEl>
                                          <p:spTgt spid="15"/>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2" grpId="0" animBg="1"/>
      <p:bldP spid="13" grpId="0"/>
      <p:bldP spid="14" grpId="0"/>
      <p:bldP spid="15" grpId="0"/>
    </p:bldLst>
  </p:timing>
</p:sld>
</file>

<file path=ppt/slides/slide53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0" name="文本框 69">
            <a:extLst>
              <a:ext uri="{FF2B5EF4-FFF2-40B4-BE49-F238E27FC236}">
                <a16:creationId xmlns:a16="http://schemas.microsoft.com/office/drawing/2014/main" id="{1C9E398D-B596-4672-8A71-9DB5634320DE}"/>
              </a:ext>
            </a:extLst>
          </p:cNvPr>
          <p:cNvSpPr txBox="1"/>
          <p:nvPr/>
        </p:nvSpPr>
        <p:spPr>
          <a:xfrm>
            <a:off x="3653854" y="3003929"/>
            <a:ext cx="1741832" cy="646331"/>
          </a:xfrm>
          <a:prstGeom prst="rect">
            <a:avLst/>
          </a:prstGeom>
          <a:noFill/>
        </p:spPr>
        <p:txBody>
          <a:bodyPr wrap="square" rtlCol="0">
            <a:spAutoFit/>
          </a:bodyPr>
          <a:lstStyle/>
          <a:p>
            <a:pPr algn="ctr"/>
            <a:r>
              <a:rPr lang="zh-CN" altLang="en-US" b="1" dirty="0">
                <a:latin typeface="+mn-ea"/>
              </a:rPr>
              <a:t>无法检测到</a:t>
            </a:r>
            <a:endParaRPr lang="en-US" altLang="zh-CN" b="1" dirty="0">
              <a:latin typeface="+mn-ea"/>
            </a:endParaRPr>
          </a:p>
          <a:p>
            <a:pPr algn="ctr"/>
            <a:r>
              <a:rPr lang="en-US" altLang="zh-CN" b="1" dirty="0">
                <a:latin typeface="+mn-ea"/>
              </a:rPr>
              <a:t>B</a:t>
            </a:r>
            <a:r>
              <a:rPr lang="zh-CN" altLang="en-US" b="1" dirty="0">
                <a:latin typeface="+mn-ea"/>
              </a:rPr>
              <a:t>发送的信号</a:t>
            </a:r>
          </a:p>
        </p:txBody>
      </p:sp>
      <p:sp>
        <p:nvSpPr>
          <p:cNvPr id="71" name="文本框 70">
            <a:extLst>
              <a:ext uri="{FF2B5EF4-FFF2-40B4-BE49-F238E27FC236}">
                <a16:creationId xmlns:a16="http://schemas.microsoft.com/office/drawing/2014/main" id="{E92C8C7E-A102-4840-8FD1-80C392A20CFF}"/>
              </a:ext>
            </a:extLst>
          </p:cNvPr>
          <p:cNvSpPr txBox="1"/>
          <p:nvPr/>
        </p:nvSpPr>
        <p:spPr>
          <a:xfrm>
            <a:off x="6987194" y="3003929"/>
            <a:ext cx="1741832" cy="646331"/>
          </a:xfrm>
          <a:prstGeom prst="rect">
            <a:avLst/>
          </a:prstGeom>
          <a:noFill/>
        </p:spPr>
        <p:txBody>
          <a:bodyPr wrap="square" rtlCol="0">
            <a:spAutoFit/>
          </a:bodyPr>
          <a:lstStyle/>
          <a:p>
            <a:pPr algn="ctr"/>
            <a:r>
              <a:rPr lang="zh-CN" altLang="en-US" b="1" dirty="0">
                <a:latin typeface="+mn-ea"/>
              </a:rPr>
              <a:t>无法检测到</a:t>
            </a:r>
            <a:endParaRPr lang="en-US" altLang="zh-CN" b="1" dirty="0">
              <a:latin typeface="+mn-ea"/>
            </a:endParaRPr>
          </a:p>
          <a:p>
            <a:pPr algn="ctr"/>
            <a:r>
              <a:rPr lang="en-US" altLang="zh-CN" b="1" dirty="0">
                <a:latin typeface="+mn-ea"/>
              </a:rPr>
              <a:t>A</a:t>
            </a:r>
            <a:r>
              <a:rPr lang="zh-CN" altLang="en-US" b="1" dirty="0">
                <a:latin typeface="+mn-ea"/>
              </a:rPr>
              <a:t>发送的信号</a:t>
            </a:r>
          </a:p>
        </p:txBody>
      </p:sp>
      <p:sp>
        <p:nvSpPr>
          <p:cNvPr id="68" name="文本框 67">
            <a:extLst>
              <a:ext uri="{FF2B5EF4-FFF2-40B4-BE49-F238E27FC236}">
                <a16:creationId xmlns:a16="http://schemas.microsoft.com/office/drawing/2014/main" id="{CAD926B6-E799-42F3-8B5D-3D9AB54D8C52}"/>
              </a:ext>
            </a:extLst>
          </p:cNvPr>
          <p:cNvSpPr txBox="1"/>
          <p:nvPr/>
        </p:nvSpPr>
        <p:spPr>
          <a:xfrm>
            <a:off x="3600821" y="4526777"/>
            <a:ext cx="1741832" cy="369332"/>
          </a:xfrm>
          <a:prstGeom prst="rect">
            <a:avLst/>
          </a:prstGeom>
          <a:noFill/>
        </p:spPr>
        <p:txBody>
          <a:bodyPr wrap="square" rtlCol="0">
            <a:spAutoFit/>
          </a:bodyPr>
          <a:lstStyle/>
          <a:p>
            <a:pPr algn="ctr"/>
            <a:r>
              <a:rPr lang="zh-CN" altLang="en-US" b="1" dirty="0">
                <a:latin typeface="+mn-ea"/>
              </a:rPr>
              <a:t>向</a:t>
            </a:r>
            <a:r>
              <a:rPr lang="en-US" altLang="zh-CN" b="1" dirty="0">
                <a:latin typeface="+mn-ea"/>
              </a:rPr>
              <a:t>AP</a:t>
            </a:r>
            <a:r>
              <a:rPr lang="zh-CN" altLang="en-US" b="1" dirty="0">
                <a:latin typeface="+mn-ea"/>
              </a:rPr>
              <a:t>发送数据</a:t>
            </a:r>
          </a:p>
        </p:txBody>
      </p:sp>
      <p:sp>
        <p:nvSpPr>
          <p:cNvPr id="69" name="文本框 68">
            <a:extLst>
              <a:ext uri="{FF2B5EF4-FFF2-40B4-BE49-F238E27FC236}">
                <a16:creationId xmlns:a16="http://schemas.microsoft.com/office/drawing/2014/main" id="{14C63ADD-A7F1-48D0-B344-4B4C3BD857A4}"/>
              </a:ext>
            </a:extLst>
          </p:cNvPr>
          <p:cNvSpPr txBox="1"/>
          <p:nvPr/>
        </p:nvSpPr>
        <p:spPr>
          <a:xfrm>
            <a:off x="6817635" y="4526777"/>
            <a:ext cx="1741832" cy="369332"/>
          </a:xfrm>
          <a:prstGeom prst="rect">
            <a:avLst/>
          </a:prstGeom>
          <a:noFill/>
        </p:spPr>
        <p:txBody>
          <a:bodyPr wrap="square" rtlCol="0">
            <a:spAutoFit/>
          </a:bodyPr>
          <a:lstStyle/>
          <a:p>
            <a:pPr algn="ctr"/>
            <a:r>
              <a:rPr lang="zh-CN" altLang="en-US" b="1" dirty="0">
                <a:latin typeface="+mn-ea"/>
              </a:rPr>
              <a:t>向</a:t>
            </a:r>
            <a:r>
              <a:rPr lang="en-US" altLang="zh-CN" b="1" dirty="0">
                <a:latin typeface="+mn-ea"/>
              </a:rPr>
              <a:t>AP</a:t>
            </a:r>
            <a:r>
              <a:rPr lang="zh-CN" altLang="en-US" b="1" dirty="0">
                <a:latin typeface="+mn-ea"/>
              </a:rPr>
              <a:t>发送数据</a:t>
            </a:r>
          </a:p>
        </p:txBody>
      </p:sp>
      <p:grpSp>
        <p:nvGrpSpPr>
          <p:cNvPr id="4" name="组合 3">
            <a:extLst>
              <a:ext uri="{FF2B5EF4-FFF2-40B4-BE49-F238E27FC236}">
                <a16:creationId xmlns:a16="http://schemas.microsoft.com/office/drawing/2014/main" id="{9A1EA9F2-FCB6-48C3-935F-7AE7E3AD14AC}"/>
              </a:ext>
            </a:extLst>
          </p:cNvPr>
          <p:cNvGrpSpPr/>
          <p:nvPr/>
        </p:nvGrpSpPr>
        <p:grpSpPr>
          <a:xfrm>
            <a:off x="304800" y="749300"/>
            <a:ext cx="5791200" cy="400110"/>
            <a:chOff x="424117" y="898245"/>
            <a:chExt cx="5791200" cy="400110"/>
          </a:xfrm>
        </p:grpSpPr>
        <p:sp>
          <p:nvSpPr>
            <p:cNvPr id="2" name="平行四边形 1">
              <a:extLst>
                <a:ext uri="{FF2B5EF4-FFF2-40B4-BE49-F238E27FC236}">
                  <a16:creationId xmlns:a16="http://schemas.microsoft.com/office/drawing/2014/main" id="{1F5BAA3F-9845-4F89-A2DD-8222D3E4EDAC}"/>
                </a:ext>
              </a:extLst>
            </p:cNvPr>
            <p:cNvSpPr/>
            <p:nvPr/>
          </p:nvSpPr>
          <p:spPr>
            <a:xfrm>
              <a:off x="424117" y="898245"/>
              <a:ext cx="628306" cy="387090"/>
            </a:xfrm>
            <a:prstGeom prst="parallelogram">
              <a:avLst/>
            </a:prstGeom>
            <a:solidFill>
              <a:schemeClr val="accent3">
                <a:lumMod val="75000"/>
              </a:schemeClr>
            </a:solidFill>
            <a:ln>
              <a:solidFill>
                <a:schemeClr val="accent3">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CN" sz="2200" dirty="0">
                  <a:latin typeface="Impact" panose="020B0806030902050204" pitchFamily="34" charset="0"/>
                </a:rPr>
                <a:t>01</a:t>
              </a:r>
              <a:endParaRPr lang="zh-CN" altLang="en-US" sz="2200" dirty="0">
                <a:latin typeface="Impact" panose="020B0806030902050204" pitchFamily="34" charset="0"/>
              </a:endParaRPr>
            </a:p>
          </p:txBody>
        </p:sp>
        <p:sp>
          <p:nvSpPr>
            <p:cNvPr id="3" name="文本框 2">
              <a:extLst>
                <a:ext uri="{FF2B5EF4-FFF2-40B4-BE49-F238E27FC236}">
                  <a16:creationId xmlns:a16="http://schemas.microsoft.com/office/drawing/2014/main" id="{4D6BD736-A4D3-4F26-AFED-36E11F50F70B}"/>
                </a:ext>
              </a:extLst>
            </p:cNvPr>
            <p:cNvSpPr txBox="1"/>
            <p:nvPr/>
          </p:nvSpPr>
          <p:spPr>
            <a:xfrm>
              <a:off x="1052423" y="898245"/>
              <a:ext cx="5162894" cy="400110"/>
            </a:xfrm>
            <a:prstGeom prst="rect">
              <a:avLst/>
            </a:prstGeom>
            <a:noFill/>
          </p:spPr>
          <p:txBody>
            <a:bodyPr wrap="square" rtlCol="0">
              <a:spAutoFit/>
            </a:bodyPr>
            <a:lstStyle/>
            <a:p>
              <a:r>
                <a:rPr lang="en-US" altLang="zh-CN" sz="2000" b="1" dirty="0">
                  <a:solidFill>
                    <a:schemeClr val="tx1"/>
                  </a:solidFill>
                  <a:latin typeface="Arial Narrow" panose="020B0606020202030204" pitchFamily="34" charset="0"/>
                </a:rPr>
                <a:t>802.11</a:t>
              </a:r>
              <a:r>
                <a:rPr lang="zh-CN" altLang="en-US" sz="2000" b="1" dirty="0">
                  <a:solidFill>
                    <a:schemeClr val="tx1"/>
                  </a:solidFill>
                  <a:latin typeface="Arial Narrow" panose="020B0606020202030204" pitchFamily="34" charset="0"/>
                </a:rPr>
                <a:t>无线局域网使用</a:t>
              </a:r>
              <a:r>
                <a:rPr lang="en-US" altLang="zh-CN" sz="2000" b="1" dirty="0">
                  <a:solidFill>
                    <a:schemeClr val="tx1"/>
                  </a:solidFill>
                  <a:latin typeface="Arial Narrow" panose="020B0606020202030204" pitchFamily="34" charset="0"/>
                </a:rPr>
                <a:t>CSMA/CA</a:t>
              </a:r>
              <a:r>
                <a:rPr lang="zh-CN" altLang="en-US" sz="2000" b="1" dirty="0">
                  <a:solidFill>
                    <a:schemeClr val="tx1"/>
                  </a:solidFill>
                  <a:latin typeface="Arial Narrow" panose="020B0606020202030204" pitchFamily="34" charset="0"/>
                </a:rPr>
                <a:t>协议的原因</a:t>
              </a:r>
              <a:endParaRPr lang="en-US" altLang="zh-CN" sz="2000" b="1" dirty="0">
                <a:solidFill>
                  <a:schemeClr val="tx1"/>
                </a:solidFill>
                <a:latin typeface="Arial Narrow" panose="020B0606020202030204" pitchFamily="34" charset="0"/>
              </a:endParaRPr>
            </a:p>
          </p:txBody>
        </p:sp>
      </p:grpSp>
      <p:sp>
        <p:nvSpPr>
          <p:cNvPr id="13" name="íşlïḍè">
            <a:extLst>
              <a:ext uri="{FF2B5EF4-FFF2-40B4-BE49-F238E27FC236}">
                <a16:creationId xmlns:a16="http://schemas.microsoft.com/office/drawing/2014/main" id="{F40E133D-292F-4D04-8CEB-3842B7126540}"/>
              </a:ext>
            </a:extLst>
          </p:cNvPr>
          <p:cNvSpPr txBox="1"/>
          <p:nvPr/>
        </p:nvSpPr>
        <p:spPr>
          <a:xfrm>
            <a:off x="2950705" y="1199022"/>
            <a:ext cx="6294895" cy="400110"/>
          </a:xfrm>
          <a:prstGeom prst="rect">
            <a:avLst/>
          </a:prstGeom>
          <a:noFill/>
        </p:spPr>
        <p:txBody>
          <a:bodyPr wrap="square" lIns="91440" tIns="45720" rIns="91440" bIns="45720" anchor="ctr">
            <a:noAutofit/>
          </a:bodyPr>
          <a:lstStyle/>
          <a:p>
            <a:pPr algn="ctr"/>
            <a:r>
              <a:rPr lang="zh-CN" altLang="en-US" sz="2000" b="1" dirty="0">
                <a:solidFill>
                  <a:schemeClr val="accent3">
                    <a:lumMod val="75000"/>
                  </a:schemeClr>
                </a:solidFill>
                <a:latin typeface="Arial Narrow" panose="020B0606020202030204" pitchFamily="34" charset="0"/>
              </a:rPr>
              <a:t>无线局域网的隐蔽站问题（</a:t>
            </a:r>
            <a:r>
              <a:rPr lang="en-US" altLang="zh-CN" sz="2000" b="1" dirty="0">
                <a:solidFill>
                  <a:schemeClr val="accent3">
                    <a:lumMod val="75000"/>
                  </a:schemeClr>
                </a:solidFill>
                <a:latin typeface="Arial Narrow" panose="020B0606020202030204" pitchFamily="34" charset="0"/>
              </a:rPr>
              <a:t>Hidden Station Problem</a:t>
            </a:r>
            <a:r>
              <a:rPr lang="zh-CN" altLang="en-US" sz="2000" b="1" dirty="0">
                <a:solidFill>
                  <a:schemeClr val="accent3">
                    <a:lumMod val="75000"/>
                  </a:schemeClr>
                </a:solidFill>
                <a:latin typeface="Arial Narrow" panose="020B0606020202030204" pitchFamily="34" charset="0"/>
              </a:rPr>
              <a:t>）</a:t>
            </a:r>
          </a:p>
        </p:txBody>
      </p:sp>
      <p:sp>
        <p:nvSpPr>
          <p:cNvPr id="39" name="椭圆 38">
            <a:extLst>
              <a:ext uri="{FF2B5EF4-FFF2-40B4-BE49-F238E27FC236}">
                <a16:creationId xmlns:a16="http://schemas.microsoft.com/office/drawing/2014/main" id="{AF2443FC-6484-4FC2-AC68-872C2B4D771F}"/>
              </a:ext>
            </a:extLst>
          </p:cNvPr>
          <p:cNvSpPr/>
          <p:nvPr/>
        </p:nvSpPr>
        <p:spPr>
          <a:xfrm>
            <a:off x="2239073" y="1973572"/>
            <a:ext cx="4465328" cy="4465328"/>
          </a:xfrm>
          <a:prstGeom prst="ellipse">
            <a:avLst/>
          </a:prstGeom>
          <a:noFill/>
          <a:ln>
            <a:solidFill>
              <a:schemeClr val="tx1"/>
            </a:solid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47" name="椭圆 46">
            <a:extLst>
              <a:ext uri="{FF2B5EF4-FFF2-40B4-BE49-F238E27FC236}">
                <a16:creationId xmlns:a16="http://schemas.microsoft.com/office/drawing/2014/main" id="{E8EBC990-013B-4D48-AAAA-4A4FDA28084C}"/>
              </a:ext>
            </a:extLst>
          </p:cNvPr>
          <p:cNvSpPr/>
          <p:nvPr/>
        </p:nvSpPr>
        <p:spPr>
          <a:xfrm>
            <a:off x="5512360" y="1973572"/>
            <a:ext cx="4465328" cy="4465328"/>
          </a:xfrm>
          <a:prstGeom prst="ellipse">
            <a:avLst/>
          </a:prstGeom>
          <a:noFill/>
          <a:ln>
            <a:solidFill>
              <a:schemeClr val="tx1"/>
            </a:solid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grpSp>
        <p:nvGrpSpPr>
          <p:cNvPr id="62" name="组合 61">
            <a:extLst>
              <a:ext uri="{FF2B5EF4-FFF2-40B4-BE49-F238E27FC236}">
                <a16:creationId xmlns:a16="http://schemas.microsoft.com/office/drawing/2014/main" id="{4EE7105B-C433-4F18-84EF-2B116C24212B}"/>
              </a:ext>
            </a:extLst>
          </p:cNvPr>
          <p:cNvGrpSpPr/>
          <p:nvPr/>
        </p:nvGrpSpPr>
        <p:grpSpPr>
          <a:xfrm>
            <a:off x="4140330" y="3526607"/>
            <a:ext cx="3936101" cy="1369502"/>
            <a:chOff x="4140330" y="3526607"/>
            <a:chExt cx="3936101" cy="1369502"/>
          </a:xfrm>
        </p:grpSpPr>
        <p:grpSp>
          <p:nvGrpSpPr>
            <p:cNvPr id="40" name="组合 39">
              <a:extLst>
                <a:ext uri="{FF2B5EF4-FFF2-40B4-BE49-F238E27FC236}">
                  <a16:creationId xmlns:a16="http://schemas.microsoft.com/office/drawing/2014/main" id="{F81CB3C8-366D-4C87-889D-2E0CC5A04BBA}"/>
                </a:ext>
              </a:extLst>
            </p:cNvPr>
            <p:cNvGrpSpPr/>
            <p:nvPr/>
          </p:nvGrpSpPr>
          <p:grpSpPr>
            <a:xfrm>
              <a:off x="4140330" y="3680315"/>
              <a:ext cx="662814" cy="846462"/>
              <a:chOff x="2163893" y="1015189"/>
              <a:chExt cx="662814" cy="846462"/>
            </a:xfrm>
          </p:grpSpPr>
          <p:grpSp>
            <p:nvGrpSpPr>
              <p:cNvPr id="41" name="组合 40">
                <a:extLst>
                  <a:ext uri="{FF2B5EF4-FFF2-40B4-BE49-F238E27FC236}">
                    <a16:creationId xmlns:a16="http://schemas.microsoft.com/office/drawing/2014/main" id="{F796CB4C-5325-49D4-8ED3-CE2AAA3D0C17}"/>
                  </a:ext>
                </a:extLst>
              </p:cNvPr>
              <p:cNvGrpSpPr/>
              <p:nvPr/>
            </p:nvGrpSpPr>
            <p:grpSpPr>
              <a:xfrm>
                <a:off x="2442267" y="1015189"/>
                <a:ext cx="381000" cy="351117"/>
                <a:chOff x="2556504" y="2484669"/>
                <a:chExt cx="381000" cy="351117"/>
              </a:xfrm>
            </p:grpSpPr>
            <p:pic>
              <p:nvPicPr>
                <p:cNvPr id="43" name="图形 42">
                  <a:extLst>
                    <a:ext uri="{FF2B5EF4-FFF2-40B4-BE49-F238E27FC236}">
                      <a16:creationId xmlns:a16="http://schemas.microsoft.com/office/drawing/2014/main" id="{496C9F8F-DD73-4AD7-8806-6252FD722FF0}"/>
                    </a:ext>
                  </a:extLst>
                </p:cNvPr>
                <p:cNvPicPr>
                  <a:picLocks noChangeAspect="1"/>
                </p:cNvPicPr>
                <p:nvPr/>
              </p:nvPicPr>
              <p:blipFill>
                <a:blip r:embed="rId3">
                  <a:extLst>
                    <a:ext uri="{28A0092B-C50C-407E-A947-70E740481C1C}">
                      <a14:useLocalDpi xmlns:a14="http://schemas.microsoft.com/office/drawing/2010/main" val="0"/>
                    </a:ext>
                    <a:ext uri="{96DAC541-7B7A-43D3-8B79-37D633B846F1}">
                      <asvg:svgBlip xmlns:asvg="http://schemas.microsoft.com/office/drawing/2016/SVG/main" r:embed="rId4"/>
                    </a:ext>
                  </a:extLst>
                </a:blip>
                <a:stretch>
                  <a:fillRect/>
                </a:stretch>
              </p:blipFill>
              <p:spPr>
                <a:xfrm>
                  <a:off x="2556504" y="2484669"/>
                  <a:ext cx="381000" cy="285750"/>
                </a:xfrm>
                <a:prstGeom prst="rect">
                  <a:avLst/>
                </a:prstGeom>
              </p:spPr>
            </p:pic>
            <p:cxnSp>
              <p:nvCxnSpPr>
                <p:cNvPr id="44" name="直接连接符 43">
                  <a:extLst>
                    <a:ext uri="{FF2B5EF4-FFF2-40B4-BE49-F238E27FC236}">
                      <a16:creationId xmlns:a16="http://schemas.microsoft.com/office/drawing/2014/main" id="{1D9177DF-1924-4414-9FA6-B96503358215}"/>
                    </a:ext>
                  </a:extLst>
                </p:cNvPr>
                <p:cNvCxnSpPr/>
                <p:nvPr/>
              </p:nvCxnSpPr>
              <p:spPr>
                <a:xfrm>
                  <a:off x="2747004" y="2612580"/>
                  <a:ext cx="0" cy="223206"/>
                </a:xfrm>
                <a:prstGeom prst="line">
                  <a:avLst/>
                </a:prstGeom>
                <a:ln w="25400">
                  <a:solidFill>
                    <a:srgbClr val="999999"/>
                  </a:solidFill>
                </a:ln>
              </p:spPr>
              <p:style>
                <a:lnRef idx="1">
                  <a:schemeClr val="accent1"/>
                </a:lnRef>
                <a:fillRef idx="0">
                  <a:schemeClr val="accent1"/>
                </a:fillRef>
                <a:effectRef idx="0">
                  <a:schemeClr val="accent1"/>
                </a:effectRef>
                <a:fontRef idx="minor">
                  <a:schemeClr val="tx1"/>
                </a:fontRef>
              </p:style>
            </p:cxnSp>
          </p:grpSp>
          <p:pic>
            <p:nvPicPr>
              <p:cNvPr id="42" name="图形 10">
                <a:extLst>
                  <a:ext uri="{FF2B5EF4-FFF2-40B4-BE49-F238E27FC236}">
                    <a16:creationId xmlns:a16="http://schemas.microsoft.com/office/drawing/2014/main" id="{9A73C202-0193-4BBD-BB9A-D4421E2E1F29}"/>
                  </a:ext>
                </a:extLst>
              </p:cNvPr>
              <p:cNvPicPr>
                <a:picLocks noChangeAspect="1"/>
              </p:cNvPicPr>
              <p:nvPr/>
            </p:nvPicPr>
            <p:blipFill>
              <a:blip r:embed="rId5">
                <a:extLst>
                  <a:ext uri="{28A0092B-C50C-407E-A947-70E740481C1C}">
                    <a14:useLocalDpi xmlns:a14="http://schemas.microsoft.com/office/drawing/2010/main" val="0"/>
                  </a:ext>
                  <a:ext uri="{96DAC541-7B7A-43D3-8B79-37D633B846F1}">
                    <asvg:svgBlip xmlns:asvg="http://schemas.microsoft.com/office/drawing/2016/SVG/main" r:embed="rId6"/>
                  </a:ext>
                </a:extLst>
              </a:blip>
              <a:stretch>
                <a:fillRect/>
              </a:stretch>
            </p:blipFill>
            <p:spPr>
              <a:xfrm>
                <a:off x="2163893" y="1220569"/>
                <a:ext cx="662814" cy="641082"/>
              </a:xfrm>
              <a:prstGeom prst="rect">
                <a:avLst/>
              </a:prstGeom>
            </p:spPr>
          </p:pic>
        </p:grpSp>
        <p:pic>
          <p:nvPicPr>
            <p:cNvPr id="45" name="图形 44">
              <a:extLst>
                <a:ext uri="{FF2B5EF4-FFF2-40B4-BE49-F238E27FC236}">
                  <a16:creationId xmlns:a16="http://schemas.microsoft.com/office/drawing/2014/main" id="{5748E986-62CC-4C14-808E-99572A40DCFB}"/>
                </a:ext>
              </a:extLst>
            </p:cNvPr>
            <p:cNvPicPr>
              <a:picLocks noChangeAspect="1"/>
            </p:cNvPicPr>
            <p:nvPr/>
          </p:nvPicPr>
          <p:blipFill>
            <a:blip r:embed="rId7">
              <a:extLst>
                <a:ext uri="{28A0092B-C50C-407E-A947-70E740481C1C}">
                  <a14:useLocalDpi xmlns:a14="http://schemas.microsoft.com/office/drawing/2010/main" val="0"/>
                </a:ext>
                <a:ext uri="{96DAC541-7B7A-43D3-8B79-37D633B846F1}">
                  <asvg:svgBlip xmlns:asvg="http://schemas.microsoft.com/office/drawing/2016/SVG/main" r:embed="rId8"/>
                </a:ext>
              </a:extLst>
            </a:blip>
            <a:stretch>
              <a:fillRect/>
            </a:stretch>
          </p:blipFill>
          <p:spPr>
            <a:xfrm>
              <a:off x="5576661" y="3526607"/>
              <a:ext cx="1028700" cy="1009650"/>
            </a:xfrm>
            <a:prstGeom prst="rect">
              <a:avLst/>
            </a:prstGeom>
          </p:spPr>
        </p:pic>
        <p:sp>
          <p:nvSpPr>
            <p:cNvPr id="46" name="文本框 45">
              <a:extLst>
                <a:ext uri="{FF2B5EF4-FFF2-40B4-BE49-F238E27FC236}">
                  <a16:creationId xmlns:a16="http://schemas.microsoft.com/office/drawing/2014/main" id="{3402ED7D-5AA2-4DCF-ACC6-1EB16CC8C097}"/>
                </a:ext>
              </a:extLst>
            </p:cNvPr>
            <p:cNvSpPr txBox="1"/>
            <p:nvPr/>
          </p:nvSpPr>
          <p:spPr>
            <a:xfrm>
              <a:off x="4415264" y="3923795"/>
              <a:ext cx="339118" cy="369332"/>
            </a:xfrm>
            <a:prstGeom prst="rect">
              <a:avLst/>
            </a:prstGeom>
            <a:noFill/>
          </p:spPr>
          <p:txBody>
            <a:bodyPr wrap="square" rtlCol="0">
              <a:spAutoFit/>
            </a:bodyPr>
            <a:lstStyle/>
            <a:p>
              <a:pPr algn="ctr"/>
              <a:r>
                <a:rPr lang="en-US" altLang="zh-CN" b="1" dirty="0">
                  <a:solidFill>
                    <a:schemeClr val="bg1"/>
                  </a:solidFill>
                  <a:latin typeface="+mn-ea"/>
                </a:rPr>
                <a:t>A</a:t>
              </a:r>
              <a:endParaRPr lang="zh-CN" altLang="en-US" b="1" dirty="0">
                <a:solidFill>
                  <a:schemeClr val="bg1"/>
                </a:solidFill>
                <a:latin typeface="+mn-ea"/>
              </a:endParaRPr>
            </a:p>
          </p:txBody>
        </p:sp>
        <p:grpSp>
          <p:nvGrpSpPr>
            <p:cNvPr id="48" name="组合 47">
              <a:extLst>
                <a:ext uri="{FF2B5EF4-FFF2-40B4-BE49-F238E27FC236}">
                  <a16:creationId xmlns:a16="http://schemas.microsoft.com/office/drawing/2014/main" id="{9AE4F7D5-A575-40AE-A3B1-3F053ABE784F}"/>
                </a:ext>
              </a:extLst>
            </p:cNvPr>
            <p:cNvGrpSpPr/>
            <p:nvPr/>
          </p:nvGrpSpPr>
          <p:grpSpPr>
            <a:xfrm>
              <a:off x="7413617" y="3680315"/>
              <a:ext cx="662814" cy="846462"/>
              <a:chOff x="2163893" y="1015189"/>
              <a:chExt cx="662814" cy="846462"/>
            </a:xfrm>
          </p:grpSpPr>
          <p:grpSp>
            <p:nvGrpSpPr>
              <p:cNvPr id="49" name="组合 48">
                <a:extLst>
                  <a:ext uri="{FF2B5EF4-FFF2-40B4-BE49-F238E27FC236}">
                    <a16:creationId xmlns:a16="http://schemas.microsoft.com/office/drawing/2014/main" id="{AE7CF116-0F5E-499D-AAC8-0AAC67E28834}"/>
                  </a:ext>
                </a:extLst>
              </p:cNvPr>
              <p:cNvGrpSpPr/>
              <p:nvPr/>
            </p:nvGrpSpPr>
            <p:grpSpPr>
              <a:xfrm>
                <a:off x="2442267" y="1015189"/>
                <a:ext cx="381000" cy="351117"/>
                <a:chOff x="2556504" y="2484669"/>
                <a:chExt cx="381000" cy="351117"/>
              </a:xfrm>
            </p:grpSpPr>
            <p:pic>
              <p:nvPicPr>
                <p:cNvPr id="51" name="图形 50">
                  <a:extLst>
                    <a:ext uri="{FF2B5EF4-FFF2-40B4-BE49-F238E27FC236}">
                      <a16:creationId xmlns:a16="http://schemas.microsoft.com/office/drawing/2014/main" id="{D86AB210-7C5F-4082-929F-6C61C7DE79FA}"/>
                    </a:ext>
                  </a:extLst>
                </p:cNvPr>
                <p:cNvPicPr>
                  <a:picLocks noChangeAspect="1"/>
                </p:cNvPicPr>
                <p:nvPr/>
              </p:nvPicPr>
              <p:blipFill>
                <a:blip r:embed="rId3">
                  <a:extLst>
                    <a:ext uri="{28A0092B-C50C-407E-A947-70E740481C1C}">
                      <a14:useLocalDpi xmlns:a14="http://schemas.microsoft.com/office/drawing/2010/main" val="0"/>
                    </a:ext>
                    <a:ext uri="{96DAC541-7B7A-43D3-8B79-37D633B846F1}">
                      <asvg:svgBlip xmlns:asvg="http://schemas.microsoft.com/office/drawing/2016/SVG/main" r:embed="rId4"/>
                    </a:ext>
                  </a:extLst>
                </a:blip>
                <a:stretch>
                  <a:fillRect/>
                </a:stretch>
              </p:blipFill>
              <p:spPr>
                <a:xfrm>
                  <a:off x="2556504" y="2484669"/>
                  <a:ext cx="381000" cy="285750"/>
                </a:xfrm>
                <a:prstGeom prst="rect">
                  <a:avLst/>
                </a:prstGeom>
              </p:spPr>
            </p:pic>
            <p:cxnSp>
              <p:nvCxnSpPr>
                <p:cNvPr id="52" name="直接连接符 51">
                  <a:extLst>
                    <a:ext uri="{FF2B5EF4-FFF2-40B4-BE49-F238E27FC236}">
                      <a16:creationId xmlns:a16="http://schemas.microsoft.com/office/drawing/2014/main" id="{31777674-5A60-4D7F-AC6E-15A4D58285D0}"/>
                    </a:ext>
                  </a:extLst>
                </p:cNvPr>
                <p:cNvCxnSpPr/>
                <p:nvPr/>
              </p:nvCxnSpPr>
              <p:spPr>
                <a:xfrm>
                  <a:off x="2747004" y="2612580"/>
                  <a:ext cx="0" cy="223206"/>
                </a:xfrm>
                <a:prstGeom prst="line">
                  <a:avLst/>
                </a:prstGeom>
                <a:ln w="25400">
                  <a:solidFill>
                    <a:srgbClr val="999999"/>
                  </a:solidFill>
                </a:ln>
              </p:spPr>
              <p:style>
                <a:lnRef idx="1">
                  <a:schemeClr val="accent1"/>
                </a:lnRef>
                <a:fillRef idx="0">
                  <a:schemeClr val="accent1"/>
                </a:fillRef>
                <a:effectRef idx="0">
                  <a:schemeClr val="accent1"/>
                </a:effectRef>
                <a:fontRef idx="minor">
                  <a:schemeClr val="tx1"/>
                </a:fontRef>
              </p:style>
            </p:cxnSp>
          </p:grpSp>
          <p:pic>
            <p:nvPicPr>
              <p:cNvPr id="50" name="图形 10">
                <a:extLst>
                  <a:ext uri="{FF2B5EF4-FFF2-40B4-BE49-F238E27FC236}">
                    <a16:creationId xmlns:a16="http://schemas.microsoft.com/office/drawing/2014/main" id="{CFD5B4A8-EFCC-45B8-B7FE-F8F1344E72C8}"/>
                  </a:ext>
                </a:extLst>
              </p:cNvPr>
              <p:cNvPicPr>
                <a:picLocks noChangeAspect="1"/>
              </p:cNvPicPr>
              <p:nvPr/>
            </p:nvPicPr>
            <p:blipFill>
              <a:blip r:embed="rId5">
                <a:extLst>
                  <a:ext uri="{28A0092B-C50C-407E-A947-70E740481C1C}">
                    <a14:useLocalDpi xmlns:a14="http://schemas.microsoft.com/office/drawing/2010/main" val="0"/>
                  </a:ext>
                  <a:ext uri="{96DAC541-7B7A-43D3-8B79-37D633B846F1}">
                    <asvg:svgBlip xmlns:asvg="http://schemas.microsoft.com/office/drawing/2016/SVG/main" r:embed="rId6"/>
                  </a:ext>
                </a:extLst>
              </a:blip>
              <a:stretch>
                <a:fillRect/>
              </a:stretch>
            </p:blipFill>
            <p:spPr>
              <a:xfrm>
                <a:off x="2163893" y="1220569"/>
                <a:ext cx="662814" cy="641082"/>
              </a:xfrm>
              <a:prstGeom prst="rect">
                <a:avLst/>
              </a:prstGeom>
            </p:spPr>
          </p:pic>
        </p:grpSp>
        <p:sp>
          <p:nvSpPr>
            <p:cNvPr id="53" name="文本框 52">
              <a:extLst>
                <a:ext uri="{FF2B5EF4-FFF2-40B4-BE49-F238E27FC236}">
                  <a16:creationId xmlns:a16="http://schemas.microsoft.com/office/drawing/2014/main" id="{1ED0CD2F-AA96-4724-B61E-00960675842A}"/>
                </a:ext>
              </a:extLst>
            </p:cNvPr>
            <p:cNvSpPr txBox="1"/>
            <p:nvPr/>
          </p:nvSpPr>
          <p:spPr>
            <a:xfrm>
              <a:off x="7688551" y="3922010"/>
              <a:ext cx="339118" cy="369332"/>
            </a:xfrm>
            <a:prstGeom prst="rect">
              <a:avLst/>
            </a:prstGeom>
            <a:noFill/>
          </p:spPr>
          <p:txBody>
            <a:bodyPr wrap="square" rtlCol="0">
              <a:spAutoFit/>
            </a:bodyPr>
            <a:lstStyle/>
            <a:p>
              <a:pPr algn="ctr"/>
              <a:r>
                <a:rPr lang="en-US" altLang="zh-CN" b="1" dirty="0">
                  <a:solidFill>
                    <a:schemeClr val="bg1"/>
                  </a:solidFill>
                  <a:latin typeface="Arial Narrow" panose="020B0606020202030204" pitchFamily="34" charset="0"/>
                  <a:ea typeface="宋体" panose="02010600030101010101" pitchFamily="2" charset="-122"/>
                </a:rPr>
                <a:t>B</a:t>
              </a:r>
              <a:endParaRPr lang="zh-CN" altLang="en-US" b="1" dirty="0">
                <a:solidFill>
                  <a:schemeClr val="bg1"/>
                </a:solidFill>
                <a:latin typeface="Arial Narrow" panose="020B0606020202030204" pitchFamily="34" charset="0"/>
                <a:ea typeface="宋体" panose="02010600030101010101" pitchFamily="2" charset="-122"/>
              </a:endParaRPr>
            </a:p>
          </p:txBody>
        </p:sp>
        <p:sp>
          <p:nvSpPr>
            <p:cNvPr id="54" name="文本框 53">
              <a:extLst>
                <a:ext uri="{FF2B5EF4-FFF2-40B4-BE49-F238E27FC236}">
                  <a16:creationId xmlns:a16="http://schemas.microsoft.com/office/drawing/2014/main" id="{BCF1AE77-5A7F-4E0D-AF12-1547AC734A2E}"/>
                </a:ext>
              </a:extLst>
            </p:cNvPr>
            <p:cNvSpPr txBox="1"/>
            <p:nvPr/>
          </p:nvSpPr>
          <p:spPr>
            <a:xfrm>
              <a:off x="5847381" y="4526777"/>
              <a:ext cx="487259" cy="369332"/>
            </a:xfrm>
            <a:prstGeom prst="rect">
              <a:avLst/>
            </a:prstGeom>
            <a:noFill/>
          </p:spPr>
          <p:txBody>
            <a:bodyPr wrap="square" rtlCol="0">
              <a:spAutoFit/>
            </a:bodyPr>
            <a:lstStyle/>
            <a:p>
              <a:pPr algn="ctr"/>
              <a:r>
                <a:rPr lang="en-US" altLang="zh-CN" b="1" dirty="0">
                  <a:latin typeface="Arial Narrow" panose="020B0606020202030204" pitchFamily="34" charset="0"/>
                  <a:ea typeface="宋体" panose="02010600030101010101" pitchFamily="2" charset="-122"/>
                </a:rPr>
                <a:t>AP</a:t>
              </a:r>
              <a:endParaRPr lang="zh-CN" altLang="en-US" b="1" dirty="0">
                <a:latin typeface="Arial Narrow" panose="020B0606020202030204" pitchFamily="34" charset="0"/>
                <a:ea typeface="宋体" panose="02010600030101010101" pitchFamily="2" charset="-122"/>
              </a:endParaRPr>
            </a:p>
          </p:txBody>
        </p:sp>
      </p:grpSp>
      <p:grpSp>
        <p:nvGrpSpPr>
          <p:cNvPr id="66" name="组合 65">
            <a:extLst>
              <a:ext uri="{FF2B5EF4-FFF2-40B4-BE49-F238E27FC236}">
                <a16:creationId xmlns:a16="http://schemas.microsoft.com/office/drawing/2014/main" id="{F22501F1-F73B-4DD1-A4FC-6557B96555F1}"/>
              </a:ext>
            </a:extLst>
          </p:cNvPr>
          <p:cNvGrpSpPr/>
          <p:nvPr/>
        </p:nvGrpSpPr>
        <p:grpSpPr>
          <a:xfrm>
            <a:off x="522255" y="2471526"/>
            <a:ext cx="2015204" cy="953809"/>
            <a:chOff x="522255" y="2471526"/>
            <a:chExt cx="2015204" cy="953809"/>
          </a:xfrm>
        </p:grpSpPr>
        <p:sp>
          <p:nvSpPr>
            <p:cNvPr id="57" name="文本框 56">
              <a:extLst>
                <a:ext uri="{FF2B5EF4-FFF2-40B4-BE49-F238E27FC236}">
                  <a16:creationId xmlns:a16="http://schemas.microsoft.com/office/drawing/2014/main" id="{20BF9549-926A-45DB-96BA-C87F6CAF701A}"/>
                </a:ext>
              </a:extLst>
            </p:cNvPr>
            <p:cNvSpPr txBox="1"/>
            <p:nvPr/>
          </p:nvSpPr>
          <p:spPr>
            <a:xfrm>
              <a:off x="522255" y="2471526"/>
              <a:ext cx="2015204" cy="369332"/>
            </a:xfrm>
            <a:prstGeom prst="rect">
              <a:avLst/>
            </a:prstGeom>
            <a:noFill/>
          </p:spPr>
          <p:txBody>
            <a:bodyPr wrap="square" rtlCol="0">
              <a:spAutoFit/>
            </a:bodyPr>
            <a:lstStyle/>
            <a:p>
              <a:pPr algn="ctr"/>
              <a:r>
                <a:rPr lang="en-US" altLang="zh-CN" b="1" dirty="0">
                  <a:latin typeface="+mn-ea"/>
                </a:rPr>
                <a:t>A</a:t>
              </a:r>
              <a:r>
                <a:rPr lang="zh-CN" altLang="en-US" b="1" dirty="0">
                  <a:latin typeface="+mn-ea"/>
                </a:rPr>
                <a:t>的信号覆盖范围</a:t>
              </a:r>
            </a:p>
          </p:txBody>
        </p:sp>
        <p:cxnSp>
          <p:nvCxnSpPr>
            <p:cNvPr id="60" name="直接箭头连接符 59">
              <a:extLst>
                <a:ext uri="{FF2B5EF4-FFF2-40B4-BE49-F238E27FC236}">
                  <a16:creationId xmlns:a16="http://schemas.microsoft.com/office/drawing/2014/main" id="{8B337A18-F476-4D9D-ABF4-A30295939473}"/>
                </a:ext>
              </a:extLst>
            </p:cNvPr>
            <p:cNvCxnSpPr>
              <a:cxnSpLocks/>
              <a:stCxn id="57" idx="2"/>
            </p:cNvCxnSpPr>
            <p:nvPr/>
          </p:nvCxnSpPr>
          <p:spPr>
            <a:xfrm>
              <a:off x="1529857" y="2840858"/>
              <a:ext cx="787400" cy="584477"/>
            </a:xfrm>
            <a:prstGeom prst="straightConnector1">
              <a:avLst/>
            </a:prstGeom>
            <a:ln w="25400">
              <a:solidFill>
                <a:schemeClr val="tx1"/>
              </a:solidFill>
              <a:prstDash val="sysDash"/>
              <a:tailEnd type="triangle" w="lg" len="lg"/>
            </a:ln>
          </p:spPr>
          <p:style>
            <a:lnRef idx="1">
              <a:schemeClr val="accent1"/>
            </a:lnRef>
            <a:fillRef idx="0">
              <a:schemeClr val="accent1"/>
            </a:fillRef>
            <a:effectRef idx="0">
              <a:schemeClr val="accent1"/>
            </a:effectRef>
            <a:fontRef idx="minor">
              <a:schemeClr val="tx1"/>
            </a:fontRef>
          </p:style>
        </p:cxnSp>
      </p:grpSp>
      <p:grpSp>
        <p:nvGrpSpPr>
          <p:cNvPr id="67" name="组合 66">
            <a:extLst>
              <a:ext uri="{FF2B5EF4-FFF2-40B4-BE49-F238E27FC236}">
                <a16:creationId xmlns:a16="http://schemas.microsoft.com/office/drawing/2014/main" id="{8CE2D893-6D93-4D62-99A3-D3E764AD02AF}"/>
              </a:ext>
            </a:extLst>
          </p:cNvPr>
          <p:cNvGrpSpPr/>
          <p:nvPr/>
        </p:nvGrpSpPr>
        <p:grpSpPr>
          <a:xfrm>
            <a:off x="9759534" y="2471526"/>
            <a:ext cx="2015204" cy="953809"/>
            <a:chOff x="9759534" y="2471526"/>
            <a:chExt cx="2015204" cy="953809"/>
          </a:xfrm>
        </p:grpSpPr>
        <p:sp>
          <p:nvSpPr>
            <p:cNvPr id="58" name="文本框 57">
              <a:extLst>
                <a:ext uri="{FF2B5EF4-FFF2-40B4-BE49-F238E27FC236}">
                  <a16:creationId xmlns:a16="http://schemas.microsoft.com/office/drawing/2014/main" id="{DD6BF238-7EF8-4F7F-AB94-F6A817F86DE6}"/>
                </a:ext>
              </a:extLst>
            </p:cNvPr>
            <p:cNvSpPr txBox="1"/>
            <p:nvPr/>
          </p:nvSpPr>
          <p:spPr>
            <a:xfrm>
              <a:off x="9759534" y="2471526"/>
              <a:ext cx="2015204" cy="369332"/>
            </a:xfrm>
            <a:prstGeom prst="rect">
              <a:avLst/>
            </a:prstGeom>
            <a:noFill/>
          </p:spPr>
          <p:txBody>
            <a:bodyPr wrap="square" rtlCol="0">
              <a:spAutoFit/>
            </a:bodyPr>
            <a:lstStyle/>
            <a:p>
              <a:pPr algn="ctr"/>
              <a:r>
                <a:rPr lang="en-US" altLang="zh-CN" b="1" dirty="0">
                  <a:latin typeface="+mn-ea"/>
                </a:rPr>
                <a:t>B</a:t>
              </a:r>
              <a:r>
                <a:rPr lang="zh-CN" altLang="en-US" b="1" dirty="0">
                  <a:latin typeface="+mn-ea"/>
                </a:rPr>
                <a:t>的信号覆盖范围</a:t>
              </a:r>
            </a:p>
          </p:txBody>
        </p:sp>
        <p:cxnSp>
          <p:nvCxnSpPr>
            <p:cNvPr id="61" name="直接箭头连接符 60">
              <a:extLst>
                <a:ext uri="{FF2B5EF4-FFF2-40B4-BE49-F238E27FC236}">
                  <a16:creationId xmlns:a16="http://schemas.microsoft.com/office/drawing/2014/main" id="{E8E515EE-533B-476B-B6ED-083D979695C7}"/>
                </a:ext>
              </a:extLst>
            </p:cNvPr>
            <p:cNvCxnSpPr>
              <a:cxnSpLocks/>
              <a:stCxn id="58" idx="2"/>
            </p:cNvCxnSpPr>
            <p:nvPr/>
          </p:nvCxnSpPr>
          <p:spPr>
            <a:xfrm flipH="1">
              <a:off x="9861509" y="2840858"/>
              <a:ext cx="905627" cy="584477"/>
            </a:xfrm>
            <a:prstGeom prst="straightConnector1">
              <a:avLst/>
            </a:prstGeom>
            <a:ln w="25400">
              <a:solidFill>
                <a:schemeClr val="tx1"/>
              </a:solidFill>
              <a:prstDash val="sysDash"/>
              <a:tailEnd type="triangle" w="lg" len="lg"/>
            </a:ln>
          </p:spPr>
          <p:style>
            <a:lnRef idx="1">
              <a:schemeClr val="accent1"/>
            </a:lnRef>
            <a:fillRef idx="0">
              <a:schemeClr val="accent1"/>
            </a:fillRef>
            <a:effectRef idx="0">
              <a:schemeClr val="accent1"/>
            </a:effectRef>
            <a:fontRef idx="minor">
              <a:schemeClr val="tx1"/>
            </a:fontRef>
          </p:style>
        </p:cxnSp>
      </p:grpSp>
      <p:grpSp>
        <p:nvGrpSpPr>
          <p:cNvPr id="74" name="组合 73">
            <a:extLst>
              <a:ext uri="{FF2B5EF4-FFF2-40B4-BE49-F238E27FC236}">
                <a16:creationId xmlns:a16="http://schemas.microsoft.com/office/drawing/2014/main" id="{446AF20C-3BF1-408B-90EA-C4039E9A3798}"/>
              </a:ext>
            </a:extLst>
          </p:cNvPr>
          <p:cNvGrpSpPr/>
          <p:nvPr/>
        </p:nvGrpSpPr>
        <p:grpSpPr>
          <a:xfrm>
            <a:off x="5463598" y="2656192"/>
            <a:ext cx="1583903" cy="1583903"/>
            <a:chOff x="8785647" y="949355"/>
            <a:chExt cx="1583903" cy="1583903"/>
          </a:xfrm>
        </p:grpSpPr>
        <p:sp>
          <p:nvSpPr>
            <p:cNvPr id="73" name="爆炸形: 8 pt  72">
              <a:extLst>
                <a:ext uri="{FF2B5EF4-FFF2-40B4-BE49-F238E27FC236}">
                  <a16:creationId xmlns:a16="http://schemas.microsoft.com/office/drawing/2014/main" id="{BF74CBF2-DBDC-4DD1-A29A-984430A23CB0}"/>
                </a:ext>
              </a:extLst>
            </p:cNvPr>
            <p:cNvSpPr/>
            <p:nvPr/>
          </p:nvSpPr>
          <p:spPr>
            <a:xfrm>
              <a:off x="8785647" y="949355"/>
              <a:ext cx="1583903" cy="1583903"/>
            </a:xfrm>
            <a:prstGeom prst="irregularSeal1">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72" name="文本框 71">
              <a:extLst>
                <a:ext uri="{FF2B5EF4-FFF2-40B4-BE49-F238E27FC236}">
                  <a16:creationId xmlns:a16="http://schemas.microsoft.com/office/drawing/2014/main" id="{9A177617-2240-4194-8B23-D18013D16222}"/>
                </a:ext>
              </a:extLst>
            </p:cNvPr>
            <p:cNvSpPr txBox="1"/>
            <p:nvPr/>
          </p:nvSpPr>
          <p:spPr>
            <a:xfrm>
              <a:off x="8925637" y="1359253"/>
              <a:ext cx="1247982" cy="646331"/>
            </a:xfrm>
            <a:prstGeom prst="rect">
              <a:avLst/>
            </a:prstGeom>
            <a:noFill/>
          </p:spPr>
          <p:txBody>
            <a:bodyPr wrap="square" rtlCol="0">
              <a:spAutoFit/>
            </a:bodyPr>
            <a:lstStyle/>
            <a:p>
              <a:pPr algn="ctr"/>
              <a:r>
                <a:rPr lang="en-US" altLang="zh-CN" b="1" dirty="0">
                  <a:solidFill>
                    <a:schemeClr val="bg1"/>
                  </a:solidFill>
                  <a:latin typeface="+mn-ea"/>
                </a:rPr>
                <a:t>A</a:t>
              </a:r>
              <a:r>
                <a:rPr lang="zh-CN" altLang="en-US" b="1" dirty="0">
                  <a:solidFill>
                    <a:schemeClr val="bg1"/>
                  </a:solidFill>
                  <a:latin typeface="+mn-ea"/>
                </a:rPr>
                <a:t>和</a:t>
              </a:r>
              <a:r>
                <a:rPr lang="en-US" altLang="zh-CN" b="1" dirty="0">
                  <a:solidFill>
                    <a:schemeClr val="bg1"/>
                  </a:solidFill>
                  <a:latin typeface="+mn-ea"/>
                </a:rPr>
                <a:t>B</a:t>
              </a:r>
            </a:p>
            <a:p>
              <a:pPr algn="ctr"/>
              <a:r>
                <a:rPr lang="zh-CN" altLang="en-US" b="1" dirty="0">
                  <a:solidFill>
                    <a:schemeClr val="bg1"/>
                  </a:solidFill>
                  <a:latin typeface="+mn-ea"/>
                </a:rPr>
                <a:t>信号碰撞</a:t>
              </a:r>
            </a:p>
          </p:txBody>
        </p:sp>
      </p:grpSp>
      <p:sp>
        <p:nvSpPr>
          <p:cNvPr id="36" name="平行四边形 35">
            <a:extLst>
              <a:ext uri="{FF2B5EF4-FFF2-40B4-BE49-F238E27FC236}">
                <a16:creationId xmlns:a16="http://schemas.microsoft.com/office/drawing/2014/main" id="{9E7765A5-83B2-34CB-04CE-FDE6900852A5}"/>
              </a:ext>
            </a:extLst>
          </p:cNvPr>
          <p:cNvSpPr/>
          <p:nvPr/>
        </p:nvSpPr>
        <p:spPr>
          <a:xfrm>
            <a:off x="304800" y="749300"/>
            <a:ext cx="684756" cy="387090"/>
          </a:xfrm>
          <a:prstGeom prst="parallelogram">
            <a:avLst/>
          </a:prstGeom>
          <a:solidFill>
            <a:schemeClr val="accent3">
              <a:lumMod val="75000"/>
            </a:schemeClr>
          </a:solidFill>
          <a:ln>
            <a:solidFill>
              <a:schemeClr val="accent3">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CN" sz="2200" dirty="0">
                <a:latin typeface="Impact" panose="020B0806030902050204" pitchFamily="34" charset="0"/>
              </a:rPr>
              <a:t>03</a:t>
            </a:r>
            <a:endParaRPr lang="zh-CN" altLang="en-US" sz="2200" dirty="0">
              <a:latin typeface="Impact" panose="020B0806030902050204" pitchFamily="34" charset="0"/>
            </a:endParaRPr>
          </a:p>
        </p:txBody>
      </p:sp>
    </p:spTree>
    <p:custDataLst>
      <p:tags r:id="rId1"/>
    </p:custDataLst>
    <p:extLst>
      <p:ext uri="{BB962C8B-B14F-4D97-AF65-F5344CB8AC3E}">
        <p14:creationId xmlns:p14="http://schemas.microsoft.com/office/powerpoint/2010/main" val="3296445957"/>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30" presetClass="entr" presetSubtype="0" fill="hold" grpId="0" nodeType="withEffect">
                                  <p:stCondLst>
                                    <p:cond delay="0"/>
                                  </p:stCondLst>
                                  <p:childTnLst>
                                    <p:set>
                                      <p:cBhvr>
                                        <p:cTn id="6" dur="1" fill="hold">
                                          <p:stCondLst>
                                            <p:cond delay="0"/>
                                          </p:stCondLst>
                                        </p:cTn>
                                        <p:tgtEl>
                                          <p:spTgt spid="13"/>
                                        </p:tgtEl>
                                        <p:attrNameLst>
                                          <p:attrName>style.visibility</p:attrName>
                                        </p:attrNameLst>
                                      </p:cBhvr>
                                      <p:to>
                                        <p:strVal val="visible"/>
                                      </p:to>
                                    </p:set>
                                    <p:animEffect transition="in" filter="fade">
                                      <p:cBhvr>
                                        <p:cTn id="7" dur="800" decel="100000"/>
                                        <p:tgtEl>
                                          <p:spTgt spid="13"/>
                                        </p:tgtEl>
                                      </p:cBhvr>
                                    </p:animEffect>
                                    <p:anim calcmode="lin" valueType="num">
                                      <p:cBhvr>
                                        <p:cTn id="8" dur="800" decel="100000" fill="hold"/>
                                        <p:tgtEl>
                                          <p:spTgt spid="13"/>
                                        </p:tgtEl>
                                        <p:attrNameLst>
                                          <p:attrName>style.rotation</p:attrName>
                                        </p:attrNameLst>
                                      </p:cBhvr>
                                      <p:tavLst>
                                        <p:tav tm="0">
                                          <p:val>
                                            <p:fltVal val="-90"/>
                                          </p:val>
                                        </p:tav>
                                        <p:tav tm="100000">
                                          <p:val>
                                            <p:fltVal val="0"/>
                                          </p:val>
                                        </p:tav>
                                      </p:tavLst>
                                    </p:anim>
                                    <p:anim calcmode="lin" valueType="num">
                                      <p:cBhvr>
                                        <p:cTn id="9" dur="800" decel="100000" fill="hold"/>
                                        <p:tgtEl>
                                          <p:spTgt spid="13"/>
                                        </p:tgtEl>
                                        <p:attrNameLst>
                                          <p:attrName>ppt_x</p:attrName>
                                        </p:attrNameLst>
                                      </p:cBhvr>
                                      <p:tavLst>
                                        <p:tav tm="0">
                                          <p:val>
                                            <p:strVal val="#ppt_x+0.4"/>
                                          </p:val>
                                        </p:tav>
                                        <p:tav tm="100000">
                                          <p:val>
                                            <p:strVal val="#ppt_x-0.05"/>
                                          </p:val>
                                        </p:tav>
                                      </p:tavLst>
                                    </p:anim>
                                    <p:anim calcmode="lin" valueType="num">
                                      <p:cBhvr>
                                        <p:cTn id="10" dur="800" decel="100000" fill="hold"/>
                                        <p:tgtEl>
                                          <p:spTgt spid="13"/>
                                        </p:tgtEl>
                                        <p:attrNameLst>
                                          <p:attrName>ppt_y</p:attrName>
                                        </p:attrNameLst>
                                      </p:cBhvr>
                                      <p:tavLst>
                                        <p:tav tm="0">
                                          <p:val>
                                            <p:strVal val="#ppt_y-0.4"/>
                                          </p:val>
                                        </p:tav>
                                        <p:tav tm="100000">
                                          <p:val>
                                            <p:strVal val="#ppt_y+0.1"/>
                                          </p:val>
                                        </p:tav>
                                      </p:tavLst>
                                    </p:anim>
                                    <p:anim calcmode="lin" valueType="num">
                                      <p:cBhvr>
                                        <p:cTn id="11" dur="200" accel="100000" fill="hold">
                                          <p:stCondLst>
                                            <p:cond delay="800"/>
                                          </p:stCondLst>
                                        </p:cTn>
                                        <p:tgtEl>
                                          <p:spTgt spid="13"/>
                                        </p:tgtEl>
                                        <p:attrNameLst>
                                          <p:attrName>ppt_x</p:attrName>
                                        </p:attrNameLst>
                                      </p:cBhvr>
                                      <p:tavLst>
                                        <p:tav tm="0">
                                          <p:val>
                                            <p:strVal val="#ppt_x-0.05"/>
                                          </p:val>
                                        </p:tav>
                                        <p:tav tm="100000">
                                          <p:val>
                                            <p:strVal val="#ppt_x"/>
                                          </p:val>
                                        </p:tav>
                                      </p:tavLst>
                                    </p:anim>
                                    <p:anim calcmode="lin" valueType="num">
                                      <p:cBhvr>
                                        <p:cTn id="12" dur="200" accel="100000" fill="hold">
                                          <p:stCondLst>
                                            <p:cond delay="800"/>
                                          </p:stCondLst>
                                        </p:cTn>
                                        <p:tgtEl>
                                          <p:spTgt spid="13"/>
                                        </p:tgtEl>
                                        <p:attrNameLst>
                                          <p:attrName>ppt_y</p:attrName>
                                        </p:attrNameLst>
                                      </p:cBhvr>
                                      <p:tavLst>
                                        <p:tav tm="0">
                                          <p:val>
                                            <p:strVal val="#ppt_y+0.1"/>
                                          </p:val>
                                        </p:tav>
                                        <p:tav tm="100000">
                                          <p:val>
                                            <p:strVal val="#ppt_y"/>
                                          </p:val>
                                        </p:tav>
                                      </p:tavLst>
                                    </p:anim>
                                  </p:childTnLst>
                                </p:cTn>
                              </p:par>
                            </p:childTnLst>
                          </p:cTn>
                        </p:par>
                      </p:childTnLst>
                    </p:cTn>
                  </p:par>
                  <p:par>
                    <p:cTn id="13" fill="hold">
                      <p:stCondLst>
                        <p:cond delay="indefinite"/>
                      </p:stCondLst>
                      <p:childTnLst>
                        <p:par>
                          <p:cTn id="14" fill="hold">
                            <p:stCondLst>
                              <p:cond delay="0"/>
                            </p:stCondLst>
                            <p:childTnLst>
                              <p:par>
                                <p:cTn id="15" presetID="30" presetClass="entr" presetSubtype="0" fill="hold" nodeType="clickEffect">
                                  <p:stCondLst>
                                    <p:cond delay="0"/>
                                  </p:stCondLst>
                                  <p:childTnLst>
                                    <p:set>
                                      <p:cBhvr>
                                        <p:cTn id="16" dur="1" fill="hold">
                                          <p:stCondLst>
                                            <p:cond delay="0"/>
                                          </p:stCondLst>
                                        </p:cTn>
                                        <p:tgtEl>
                                          <p:spTgt spid="62"/>
                                        </p:tgtEl>
                                        <p:attrNameLst>
                                          <p:attrName>style.visibility</p:attrName>
                                        </p:attrNameLst>
                                      </p:cBhvr>
                                      <p:to>
                                        <p:strVal val="visible"/>
                                      </p:to>
                                    </p:set>
                                    <p:animEffect transition="in" filter="fade">
                                      <p:cBhvr>
                                        <p:cTn id="17" dur="800" decel="100000"/>
                                        <p:tgtEl>
                                          <p:spTgt spid="62"/>
                                        </p:tgtEl>
                                      </p:cBhvr>
                                    </p:animEffect>
                                    <p:anim calcmode="lin" valueType="num">
                                      <p:cBhvr>
                                        <p:cTn id="18" dur="800" decel="100000" fill="hold"/>
                                        <p:tgtEl>
                                          <p:spTgt spid="62"/>
                                        </p:tgtEl>
                                        <p:attrNameLst>
                                          <p:attrName>style.rotation</p:attrName>
                                        </p:attrNameLst>
                                      </p:cBhvr>
                                      <p:tavLst>
                                        <p:tav tm="0">
                                          <p:val>
                                            <p:fltVal val="-90"/>
                                          </p:val>
                                        </p:tav>
                                        <p:tav tm="100000">
                                          <p:val>
                                            <p:fltVal val="0"/>
                                          </p:val>
                                        </p:tav>
                                      </p:tavLst>
                                    </p:anim>
                                    <p:anim calcmode="lin" valueType="num">
                                      <p:cBhvr>
                                        <p:cTn id="19" dur="800" decel="100000" fill="hold"/>
                                        <p:tgtEl>
                                          <p:spTgt spid="62"/>
                                        </p:tgtEl>
                                        <p:attrNameLst>
                                          <p:attrName>ppt_x</p:attrName>
                                        </p:attrNameLst>
                                      </p:cBhvr>
                                      <p:tavLst>
                                        <p:tav tm="0">
                                          <p:val>
                                            <p:strVal val="#ppt_x+0.4"/>
                                          </p:val>
                                        </p:tav>
                                        <p:tav tm="100000">
                                          <p:val>
                                            <p:strVal val="#ppt_x-0.05"/>
                                          </p:val>
                                        </p:tav>
                                      </p:tavLst>
                                    </p:anim>
                                    <p:anim calcmode="lin" valueType="num">
                                      <p:cBhvr>
                                        <p:cTn id="20" dur="800" decel="100000" fill="hold"/>
                                        <p:tgtEl>
                                          <p:spTgt spid="62"/>
                                        </p:tgtEl>
                                        <p:attrNameLst>
                                          <p:attrName>ppt_y</p:attrName>
                                        </p:attrNameLst>
                                      </p:cBhvr>
                                      <p:tavLst>
                                        <p:tav tm="0">
                                          <p:val>
                                            <p:strVal val="#ppt_y-0.4"/>
                                          </p:val>
                                        </p:tav>
                                        <p:tav tm="100000">
                                          <p:val>
                                            <p:strVal val="#ppt_y+0.1"/>
                                          </p:val>
                                        </p:tav>
                                      </p:tavLst>
                                    </p:anim>
                                    <p:anim calcmode="lin" valueType="num">
                                      <p:cBhvr>
                                        <p:cTn id="21" dur="200" accel="100000" fill="hold">
                                          <p:stCondLst>
                                            <p:cond delay="800"/>
                                          </p:stCondLst>
                                        </p:cTn>
                                        <p:tgtEl>
                                          <p:spTgt spid="62"/>
                                        </p:tgtEl>
                                        <p:attrNameLst>
                                          <p:attrName>ppt_x</p:attrName>
                                        </p:attrNameLst>
                                      </p:cBhvr>
                                      <p:tavLst>
                                        <p:tav tm="0">
                                          <p:val>
                                            <p:strVal val="#ppt_x-0.05"/>
                                          </p:val>
                                        </p:tav>
                                        <p:tav tm="100000">
                                          <p:val>
                                            <p:strVal val="#ppt_x"/>
                                          </p:val>
                                        </p:tav>
                                      </p:tavLst>
                                    </p:anim>
                                    <p:anim calcmode="lin" valueType="num">
                                      <p:cBhvr>
                                        <p:cTn id="22" dur="200" accel="100000" fill="hold">
                                          <p:stCondLst>
                                            <p:cond delay="800"/>
                                          </p:stCondLst>
                                        </p:cTn>
                                        <p:tgtEl>
                                          <p:spTgt spid="62"/>
                                        </p:tgtEl>
                                        <p:attrNameLst>
                                          <p:attrName>ppt_y</p:attrName>
                                        </p:attrNameLst>
                                      </p:cBhvr>
                                      <p:tavLst>
                                        <p:tav tm="0">
                                          <p:val>
                                            <p:strVal val="#ppt_y+0.1"/>
                                          </p:val>
                                        </p:tav>
                                        <p:tav tm="100000">
                                          <p:val>
                                            <p:strVal val="#ppt_y"/>
                                          </p:val>
                                        </p:tav>
                                      </p:tavLst>
                                    </p:anim>
                                  </p:childTnLst>
                                </p:cTn>
                              </p:par>
                            </p:childTnLst>
                          </p:cTn>
                        </p:par>
                      </p:childTnLst>
                    </p:cTn>
                  </p:par>
                  <p:par>
                    <p:cTn id="23" fill="hold">
                      <p:stCondLst>
                        <p:cond delay="indefinite"/>
                      </p:stCondLst>
                      <p:childTnLst>
                        <p:par>
                          <p:cTn id="24" fill="hold">
                            <p:stCondLst>
                              <p:cond delay="0"/>
                            </p:stCondLst>
                            <p:childTnLst>
                              <p:par>
                                <p:cTn id="25" presetID="53" presetClass="entr" presetSubtype="16" fill="hold" grpId="0" nodeType="clickEffect">
                                  <p:stCondLst>
                                    <p:cond delay="0"/>
                                  </p:stCondLst>
                                  <p:childTnLst>
                                    <p:set>
                                      <p:cBhvr>
                                        <p:cTn id="26" dur="1" fill="hold">
                                          <p:stCondLst>
                                            <p:cond delay="0"/>
                                          </p:stCondLst>
                                        </p:cTn>
                                        <p:tgtEl>
                                          <p:spTgt spid="39"/>
                                        </p:tgtEl>
                                        <p:attrNameLst>
                                          <p:attrName>style.visibility</p:attrName>
                                        </p:attrNameLst>
                                      </p:cBhvr>
                                      <p:to>
                                        <p:strVal val="visible"/>
                                      </p:to>
                                    </p:set>
                                    <p:anim calcmode="lin" valueType="num">
                                      <p:cBhvr>
                                        <p:cTn id="27" dur="500" fill="hold"/>
                                        <p:tgtEl>
                                          <p:spTgt spid="39"/>
                                        </p:tgtEl>
                                        <p:attrNameLst>
                                          <p:attrName>ppt_w</p:attrName>
                                        </p:attrNameLst>
                                      </p:cBhvr>
                                      <p:tavLst>
                                        <p:tav tm="0">
                                          <p:val>
                                            <p:fltVal val="0"/>
                                          </p:val>
                                        </p:tav>
                                        <p:tav tm="100000">
                                          <p:val>
                                            <p:strVal val="#ppt_w"/>
                                          </p:val>
                                        </p:tav>
                                      </p:tavLst>
                                    </p:anim>
                                    <p:anim calcmode="lin" valueType="num">
                                      <p:cBhvr>
                                        <p:cTn id="28" dur="500" fill="hold"/>
                                        <p:tgtEl>
                                          <p:spTgt spid="39"/>
                                        </p:tgtEl>
                                        <p:attrNameLst>
                                          <p:attrName>ppt_h</p:attrName>
                                        </p:attrNameLst>
                                      </p:cBhvr>
                                      <p:tavLst>
                                        <p:tav tm="0">
                                          <p:val>
                                            <p:fltVal val="0"/>
                                          </p:val>
                                        </p:tav>
                                        <p:tav tm="100000">
                                          <p:val>
                                            <p:strVal val="#ppt_h"/>
                                          </p:val>
                                        </p:tav>
                                      </p:tavLst>
                                    </p:anim>
                                    <p:animEffect transition="in" filter="fade">
                                      <p:cBhvr>
                                        <p:cTn id="29" dur="500"/>
                                        <p:tgtEl>
                                          <p:spTgt spid="39"/>
                                        </p:tgtEl>
                                      </p:cBhvr>
                                    </p:animEffect>
                                  </p:childTnLst>
                                </p:cTn>
                              </p:par>
                            </p:childTnLst>
                          </p:cTn>
                        </p:par>
                        <p:par>
                          <p:cTn id="30" fill="hold">
                            <p:stCondLst>
                              <p:cond delay="500"/>
                            </p:stCondLst>
                            <p:childTnLst>
                              <p:par>
                                <p:cTn id="31" presetID="2" presetClass="entr" presetSubtype="8" fill="hold" nodeType="afterEffect">
                                  <p:stCondLst>
                                    <p:cond delay="0"/>
                                  </p:stCondLst>
                                  <p:childTnLst>
                                    <p:set>
                                      <p:cBhvr>
                                        <p:cTn id="32" dur="1" fill="hold">
                                          <p:stCondLst>
                                            <p:cond delay="0"/>
                                          </p:stCondLst>
                                        </p:cTn>
                                        <p:tgtEl>
                                          <p:spTgt spid="66"/>
                                        </p:tgtEl>
                                        <p:attrNameLst>
                                          <p:attrName>style.visibility</p:attrName>
                                        </p:attrNameLst>
                                      </p:cBhvr>
                                      <p:to>
                                        <p:strVal val="visible"/>
                                      </p:to>
                                    </p:set>
                                    <p:anim calcmode="lin" valueType="num">
                                      <p:cBhvr additive="base">
                                        <p:cTn id="33" dur="500" fill="hold"/>
                                        <p:tgtEl>
                                          <p:spTgt spid="66"/>
                                        </p:tgtEl>
                                        <p:attrNameLst>
                                          <p:attrName>ppt_x</p:attrName>
                                        </p:attrNameLst>
                                      </p:cBhvr>
                                      <p:tavLst>
                                        <p:tav tm="0">
                                          <p:val>
                                            <p:strVal val="0-#ppt_w/2"/>
                                          </p:val>
                                        </p:tav>
                                        <p:tav tm="100000">
                                          <p:val>
                                            <p:strVal val="#ppt_x"/>
                                          </p:val>
                                        </p:tav>
                                      </p:tavLst>
                                    </p:anim>
                                    <p:anim calcmode="lin" valueType="num">
                                      <p:cBhvr additive="base">
                                        <p:cTn id="34" dur="500" fill="hold"/>
                                        <p:tgtEl>
                                          <p:spTgt spid="66"/>
                                        </p:tgtEl>
                                        <p:attrNameLst>
                                          <p:attrName>ppt_y</p:attrName>
                                        </p:attrNameLst>
                                      </p:cBhvr>
                                      <p:tavLst>
                                        <p:tav tm="0">
                                          <p:val>
                                            <p:strVal val="#ppt_y"/>
                                          </p:val>
                                        </p:tav>
                                        <p:tav tm="100000">
                                          <p:val>
                                            <p:strVal val="#ppt_y"/>
                                          </p:val>
                                        </p:tav>
                                      </p:tavLst>
                                    </p:anim>
                                  </p:childTnLst>
                                </p:cTn>
                              </p:par>
                            </p:childTnLst>
                          </p:cTn>
                        </p:par>
                      </p:childTnLst>
                    </p:cTn>
                  </p:par>
                  <p:par>
                    <p:cTn id="35" fill="hold">
                      <p:stCondLst>
                        <p:cond delay="indefinite"/>
                      </p:stCondLst>
                      <p:childTnLst>
                        <p:par>
                          <p:cTn id="36" fill="hold">
                            <p:stCondLst>
                              <p:cond delay="0"/>
                            </p:stCondLst>
                            <p:childTnLst>
                              <p:par>
                                <p:cTn id="37" presetID="53" presetClass="entr" presetSubtype="16" fill="hold" grpId="0" nodeType="clickEffect">
                                  <p:stCondLst>
                                    <p:cond delay="0"/>
                                  </p:stCondLst>
                                  <p:childTnLst>
                                    <p:set>
                                      <p:cBhvr>
                                        <p:cTn id="38" dur="1" fill="hold">
                                          <p:stCondLst>
                                            <p:cond delay="0"/>
                                          </p:stCondLst>
                                        </p:cTn>
                                        <p:tgtEl>
                                          <p:spTgt spid="47"/>
                                        </p:tgtEl>
                                        <p:attrNameLst>
                                          <p:attrName>style.visibility</p:attrName>
                                        </p:attrNameLst>
                                      </p:cBhvr>
                                      <p:to>
                                        <p:strVal val="visible"/>
                                      </p:to>
                                    </p:set>
                                    <p:anim calcmode="lin" valueType="num">
                                      <p:cBhvr>
                                        <p:cTn id="39" dur="500" fill="hold"/>
                                        <p:tgtEl>
                                          <p:spTgt spid="47"/>
                                        </p:tgtEl>
                                        <p:attrNameLst>
                                          <p:attrName>ppt_w</p:attrName>
                                        </p:attrNameLst>
                                      </p:cBhvr>
                                      <p:tavLst>
                                        <p:tav tm="0">
                                          <p:val>
                                            <p:fltVal val="0"/>
                                          </p:val>
                                        </p:tav>
                                        <p:tav tm="100000">
                                          <p:val>
                                            <p:strVal val="#ppt_w"/>
                                          </p:val>
                                        </p:tav>
                                      </p:tavLst>
                                    </p:anim>
                                    <p:anim calcmode="lin" valueType="num">
                                      <p:cBhvr>
                                        <p:cTn id="40" dur="500" fill="hold"/>
                                        <p:tgtEl>
                                          <p:spTgt spid="47"/>
                                        </p:tgtEl>
                                        <p:attrNameLst>
                                          <p:attrName>ppt_h</p:attrName>
                                        </p:attrNameLst>
                                      </p:cBhvr>
                                      <p:tavLst>
                                        <p:tav tm="0">
                                          <p:val>
                                            <p:fltVal val="0"/>
                                          </p:val>
                                        </p:tav>
                                        <p:tav tm="100000">
                                          <p:val>
                                            <p:strVal val="#ppt_h"/>
                                          </p:val>
                                        </p:tav>
                                      </p:tavLst>
                                    </p:anim>
                                    <p:animEffect transition="in" filter="fade">
                                      <p:cBhvr>
                                        <p:cTn id="41" dur="500"/>
                                        <p:tgtEl>
                                          <p:spTgt spid="47"/>
                                        </p:tgtEl>
                                      </p:cBhvr>
                                    </p:animEffect>
                                  </p:childTnLst>
                                </p:cTn>
                              </p:par>
                            </p:childTnLst>
                          </p:cTn>
                        </p:par>
                        <p:par>
                          <p:cTn id="42" fill="hold">
                            <p:stCondLst>
                              <p:cond delay="500"/>
                            </p:stCondLst>
                            <p:childTnLst>
                              <p:par>
                                <p:cTn id="43" presetID="2" presetClass="entr" presetSubtype="2" fill="hold" nodeType="afterEffect">
                                  <p:stCondLst>
                                    <p:cond delay="0"/>
                                  </p:stCondLst>
                                  <p:childTnLst>
                                    <p:set>
                                      <p:cBhvr>
                                        <p:cTn id="44" dur="1" fill="hold">
                                          <p:stCondLst>
                                            <p:cond delay="0"/>
                                          </p:stCondLst>
                                        </p:cTn>
                                        <p:tgtEl>
                                          <p:spTgt spid="67"/>
                                        </p:tgtEl>
                                        <p:attrNameLst>
                                          <p:attrName>style.visibility</p:attrName>
                                        </p:attrNameLst>
                                      </p:cBhvr>
                                      <p:to>
                                        <p:strVal val="visible"/>
                                      </p:to>
                                    </p:set>
                                    <p:anim calcmode="lin" valueType="num">
                                      <p:cBhvr additive="base">
                                        <p:cTn id="45" dur="500" fill="hold"/>
                                        <p:tgtEl>
                                          <p:spTgt spid="67"/>
                                        </p:tgtEl>
                                        <p:attrNameLst>
                                          <p:attrName>ppt_x</p:attrName>
                                        </p:attrNameLst>
                                      </p:cBhvr>
                                      <p:tavLst>
                                        <p:tav tm="0">
                                          <p:val>
                                            <p:strVal val="1+#ppt_w/2"/>
                                          </p:val>
                                        </p:tav>
                                        <p:tav tm="100000">
                                          <p:val>
                                            <p:strVal val="#ppt_x"/>
                                          </p:val>
                                        </p:tav>
                                      </p:tavLst>
                                    </p:anim>
                                    <p:anim calcmode="lin" valueType="num">
                                      <p:cBhvr additive="base">
                                        <p:cTn id="46" dur="500" fill="hold"/>
                                        <p:tgtEl>
                                          <p:spTgt spid="67"/>
                                        </p:tgtEl>
                                        <p:attrNameLst>
                                          <p:attrName>ppt_y</p:attrName>
                                        </p:attrNameLst>
                                      </p:cBhvr>
                                      <p:tavLst>
                                        <p:tav tm="0">
                                          <p:val>
                                            <p:strVal val="#ppt_y"/>
                                          </p:val>
                                        </p:tav>
                                        <p:tav tm="100000">
                                          <p:val>
                                            <p:strVal val="#ppt_y"/>
                                          </p:val>
                                        </p:tav>
                                      </p:tavLst>
                                    </p:anim>
                                  </p:childTnLst>
                                </p:cTn>
                              </p:par>
                            </p:childTnLst>
                          </p:cTn>
                        </p:par>
                      </p:childTnLst>
                    </p:cTn>
                  </p:par>
                  <p:par>
                    <p:cTn id="47" fill="hold">
                      <p:stCondLst>
                        <p:cond delay="indefinite"/>
                      </p:stCondLst>
                      <p:childTnLst>
                        <p:par>
                          <p:cTn id="48" fill="hold">
                            <p:stCondLst>
                              <p:cond delay="0"/>
                            </p:stCondLst>
                            <p:childTnLst>
                              <p:par>
                                <p:cTn id="49" presetID="12" presetClass="entr" presetSubtype="4" fill="hold" grpId="0" nodeType="clickEffect">
                                  <p:stCondLst>
                                    <p:cond delay="0"/>
                                  </p:stCondLst>
                                  <p:childTnLst>
                                    <p:set>
                                      <p:cBhvr>
                                        <p:cTn id="50" dur="1" fill="hold">
                                          <p:stCondLst>
                                            <p:cond delay="0"/>
                                          </p:stCondLst>
                                        </p:cTn>
                                        <p:tgtEl>
                                          <p:spTgt spid="70"/>
                                        </p:tgtEl>
                                        <p:attrNameLst>
                                          <p:attrName>style.visibility</p:attrName>
                                        </p:attrNameLst>
                                      </p:cBhvr>
                                      <p:to>
                                        <p:strVal val="visible"/>
                                      </p:to>
                                    </p:set>
                                    <p:anim calcmode="lin" valueType="num">
                                      <p:cBhvr additive="base">
                                        <p:cTn id="51" dur="500"/>
                                        <p:tgtEl>
                                          <p:spTgt spid="70"/>
                                        </p:tgtEl>
                                        <p:attrNameLst>
                                          <p:attrName>ppt_y</p:attrName>
                                        </p:attrNameLst>
                                      </p:cBhvr>
                                      <p:tavLst>
                                        <p:tav tm="0">
                                          <p:val>
                                            <p:strVal val="#ppt_y+#ppt_h*1.125000"/>
                                          </p:val>
                                        </p:tav>
                                        <p:tav tm="100000">
                                          <p:val>
                                            <p:strVal val="#ppt_y"/>
                                          </p:val>
                                        </p:tav>
                                      </p:tavLst>
                                    </p:anim>
                                    <p:animEffect transition="in" filter="wipe(up)">
                                      <p:cBhvr>
                                        <p:cTn id="52" dur="500"/>
                                        <p:tgtEl>
                                          <p:spTgt spid="70"/>
                                        </p:tgtEl>
                                      </p:cBhvr>
                                    </p:animEffect>
                                  </p:childTnLst>
                                </p:cTn>
                              </p:par>
                            </p:childTnLst>
                          </p:cTn>
                        </p:par>
                      </p:childTnLst>
                    </p:cTn>
                  </p:par>
                  <p:par>
                    <p:cTn id="53" fill="hold">
                      <p:stCondLst>
                        <p:cond delay="indefinite"/>
                      </p:stCondLst>
                      <p:childTnLst>
                        <p:par>
                          <p:cTn id="54" fill="hold">
                            <p:stCondLst>
                              <p:cond delay="0"/>
                            </p:stCondLst>
                            <p:childTnLst>
                              <p:par>
                                <p:cTn id="55" presetID="12" presetClass="entr" presetSubtype="4" fill="hold" grpId="0" nodeType="clickEffect">
                                  <p:stCondLst>
                                    <p:cond delay="0"/>
                                  </p:stCondLst>
                                  <p:childTnLst>
                                    <p:set>
                                      <p:cBhvr>
                                        <p:cTn id="56" dur="1" fill="hold">
                                          <p:stCondLst>
                                            <p:cond delay="0"/>
                                          </p:stCondLst>
                                        </p:cTn>
                                        <p:tgtEl>
                                          <p:spTgt spid="71"/>
                                        </p:tgtEl>
                                        <p:attrNameLst>
                                          <p:attrName>style.visibility</p:attrName>
                                        </p:attrNameLst>
                                      </p:cBhvr>
                                      <p:to>
                                        <p:strVal val="visible"/>
                                      </p:to>
                                    </p:set>
                                    <p:anim calcmode="lin" valueType="num">
                                      <p:cBhvr additive="base">
                                        <p:cTn id="57" dur="500"/>
                                        <p:tgtEl>
                                          <p:spTgt spid="71"/>
                                        </p:tgtEl>
                                        <p:attrNameLst>
                                          <p:attrName>ppt_y</p:attrName>
                                        </p:attrNameLst>
                                      </p:cBhvr>
                                      <p:tavLst>
                                        <p:tav tm="0">
                                          <p:val>
                                            <p:strVal val="#ppt_y+#ppt_h*1.125000"/>
                                          </p:val>
                                        </p:tav>
                                        <p:tav tm="100000">
                                          <p:val>
                                            <p:strVal val="#ppt_y"/>
                                          </p:val>
                                        </p:tav>
                                      </p:tavLst>
                                    </p:anim>
                                    <p:animEffect transition="in" filter="wipe(up)">
                                      <p:cBhvr>
                                        <p:cTn id="58" dur="500"/>
                                        <p:tgtEl>
                                          <p:spTgt spid="71"/>
                                        </p:tgtEl>
                                      </p:cBhvr>
                                    </p:animEffect>
                                  </p:childTnLst>
                                </p:cTn>
                              </p:par>
                            </p:childTnLst>
                          </p:cTn>
                        </p:par>
                      </p:childTnLst>
                    </p:cTn>
                  </p:par>
                  <p:par>
                    <p:cTn id="59" fill="hold">
                      <p:stCondLst>
                        <p:cond delay="indefinite"/>
                      </p:stCondLst>
                      <p:childTnLst>
                        <p:par>
                          <p:cTn id="60" fill="hold">
                            <p:stCondLst>
                              <p:cond delay="0"/>
                            </p:stCondLst>
                            <p:childTnLst>
                              <p:par>
                                <p:cTn id="61" presetID="12" presetClass="entr" presetSubtype="1" fill="hold" grpId="0" nodeType="clickEffect">
                                  <p:stCondLst>
                                    <p:cond delay="0"/>
                                  </p:stCondLst>
                                  <p:childTnLst>
                                    <p:set>
                                      <p:cBhvr>
                                        <p:cTn id="62" dur="1" fill="hold">
                                          <p:stCondLst>
                                            <p:cond delay="0"/>
                                          </p:stCondLst>
                                        </p:cTn>
                                        <p:tgtEl>
                                          <p:spTgt spid="68"/>
                                        </p:tgtEl>
                                        <p:attrNameLst>
                                          <p:attrName>style.visibility</p:attrName>
                                        </p:attrNameLst>
                                      </p:cBhvr>
                                      <p:to>
                                        <p:strVal val="visible"/>
                                      </p:to>
                                    </p:set>
                                    <p:anim calcmode="lin" valueType="num">
                                      <p:cBhvr additive="base">
                                        <p:cTn id="63" dur="500"/>
                                        <p:tgtEl>
                                          <p:spTgt spid="68"/>
                                        </p:tgtEl>
                                        <p:attrNameLst>
                                          <p:attrName>ppt_y</p:attrName>
                                        </p:attrNameLst>
                                      </p:cBhvr>
                                      <p:tavLst>
                                        <p:tav tm="0">
                                          <p:val>
                                            <p:strVal val="#ppt_y-#ppt_h*1.125000"/>
                                          </p:val>
                                        </p:tav>
                                        <p:tav tm="100000">
                                          <p:val>
                                            <p:strVal val="#ppt_y"/>
                                          </p:val>
                                        </p:tav>
                                      </p:tavLst>
                                    </p:anim>
                                    <p:animEffect transition="in" filter="wipe(down)">
                                      <p:cBhvr>
                                        <p:cTn id="64" dur="500"/>
                                        <p:tgtEl>
                                          <p:spTgt spid="68"/>
                                        </p:tgtEl>
                                      </p:cBhvr>
                                    </p:animEffect>
                                  </p:childTnLst>
                                </p:cTn>
                              </p:par>
                              <p:par>
                                <p:cTn id="65" presetID="12" presetClass="entr" presetSubtype="1" fill="hold" grpId="0" nodeType="withEffect">
                                  <p:stCondLst>
                                    <p:cond delay="0"/>
                                  </p:stCondLst>
                                  <p:childTnLst>
                                    <p:set>
                                      <p:cBhvr>
                                        <p:cTn id="66" dur="1" fill="hold">
                                          <p:stCondLst>
                                            <p:cond delay="0"/>
                                          </p:stCondLst>
                                        </p:cTn>
                                        <p:tgtEl>
                                          <p:spTgt spid="69"/>
                                        </p:tgtEl>
                                        <p:attrNameLst>
                                          <p:attrName>style.visibility</p:attrName>
                                        </p:attrNameLst>
                                      </p:cBhvr>
                                      <p:to>
                                        <p:strVal val="visible"/>
                                      </p:to>
                                    </p:set>
                                    <p:anim calcmode="lin" valueType="num">
                                      <p:cBhvr additive="base">
                                        <p:cTn id="67" dur="500"/>
                                        <p:tgtEl>
                                          <p:spTgt spid="69"/>
                                        </p:tgtEl>
                                        <p:attrNameLst>
                                          <p:attrName>ppt_y</p:attrName>
                                        </p:attrNameLst>
                                      </p:cBhvr>
                                      <p:tavLst>
                                        <p:tav tm="0">
                                          <p:val>
                                            <p:strVal val="#ppt_y-#ppt_h*1.125000"/>
                                          </p:val>
                                        </p:tav>
                                        <p:tav tm="100000">
                                          <p:val>
                                            <p:strVal val="#ppt_y"/>
                                          </p:val>
                                        </p:tav>
                                      </p:tavLst>
                                    </p:anim>
                                    <p:animEffect transition="in" filter="wipe(down)">
                                      <p:cBhvr>
                                        <p:cTn id="68" dur="500"/>
                                        <p:tgtEl>
                                          <p:spTgt spid="69"/>
                                        </p:tgtEl>
                                      </p:cBhvr>
                                    </p:animEffect>
                                  </p:childTnLst>
                                </p:cTn>
                              </p:par>
                            </p:childTnLst>
                          </p:cTn>
                        </p:par>
                      </p:childTnLst>
                    </p:cTn>
                  </p:par>
                  <p:par>
                    <p:cTn id="69" fill="hold">
                      <p:stCondLst>
                        <p:cond delay="indefinite"/>
                      </p:stCondLst>
                      <p:childTnLst>
                        <p:par>
                          <p:cTn id="70" fill="hold">
                            <p:stCondLst>
                              <p:cond delay="0"/>
                            </p:stCondLst>
                            <p:childTnLst>
                              <p:par>
                                <p:cTn id="71" presetID="53" presetClass="entr" presetSubtype="16" fill="hold" nodeType="clickEffect">
                                  <p:stCondLst>
                                    <p:cond delay="0"/>
                                  </p:stCondLst>
                                  <p:childTnLst>
                                    <p:set>
                                      <p:cBhvr>
                                        <p:cTn id="72" dur="1" fill="hold">
                                          <p:stCondLst>
                                            <p:cond delay="0"/>
                                          </p:stCondLst>
                                        </p:cTn>
                                        <p:tgtEl>
                                          <p:spTgt spid="74"/>
                                        </p:tgtEl>
                                        <p:attrNameLst>
                                          <p:attrName>style.visibility</p:attrName>
                                        </p:attrNameLst>
                                      </p:cBhvr>
                                      <p:to>
                                        <p:strVal val="visible"/>
                                      </p:to>
                                    </p:set>
                                    <p:anim calcmode="lin" valueType="num">
                                      <p:cBhvr>
                                        <p:cTn id="73" dur="500" fill="hold"/>
                                        <p:tgtEl>
                                          <p:spTgt spid="74"/>
                                        </p:tgtEl>
                                        <p:attrNameLst>
                                          <p:attrName>ppt_w</p:attrName>
                                        </p:attrNameLst>
                                      </p:cBhvr>
                                      <p:tavLst>
                                        <p:tav tm="0">
                                          <p:val>
                                            <p:fltVal val="0"/>
                                          </p:val>
                                        </p:tav>
                                        <p:tav tm="100000">
                                          <p:val>
                                            <p:strVal val="#ppt_w"/>
                                          </p:val>
                                        </p:tav>
                                      </p:tavLst>
                                    </p:anim>
                                    <p:anim calcmode="lin" valueType="num">
                                      <p:cBhvr>
                                        <p:cTn id="74" dur="500" fill="hold"/>
                                        <p:tgtEl>
                                          <p:spTgt spid="74"/>
                                        </p:tgtEl>
                                        <p:attrNameLst>
                                          <p:attrName>ppt_h</p:attrName>
                                        </p:attrNameLst>
                                      </p:cBhvr>
                                      <p:tavLst>
                                        <p:tav tm="0">
                                          <p:val>
                                            <p:fltVal val="0"/>
                                          </p:val>
                                        </p:tav>
                                        <p:tav tm="100000">
                                          <p:val>
                                            <p:strVal val="#ppt_h"/>
                                          </p:val>
                                        </p:tav>
                                      </p:tavLst>
                                    </p:anim>
                                    <p:animEffect transition="in" filter="fade">
                                      <p:cBhvr>
                                        <p:cTn id="75" dur="500"/>
                                        <p:tgtEl>
                                          <p:spTgt spid="74"/>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70" grpId="0"/>
      <p:bldP spid="71" grpId="0"/>
      <p:bldP spid="68" grpId="0"/>
      <p:bldP spid="69" grpId="0"/>
      <p:bldP spid="13" grpId="0"/>
      <p:bldP spid="39" grpId="0" animBg="1"/>
      <p:bldP spid="47" grpId="0" animBg="1"/>
    </p:bldLst>
  </p:timing>
</p:sld>
</file>

<file path=ppt/slides/slide54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0" name="文本框 69">
            <a:extLst>
              <a:ext uri="{FF2B5EF4-FFF2-40B4-BE49-F238E27FC236}">
                <a16:creationId xmlns:a16="http://schemas.microsoft.com/office/drawing/2014/main" id="{1C9E398D-B596-4672-8A71-9DB5634320DE}"/>
              </a:ext>
            </a:extLst>
          </p:cNvPr>
          <p:cNvSpPr txBox="1"/>
          <p:nvPr/>
        </p:nvSpPr>
        <p:spPr>
          <a:xfrm>
            <a:off x="3653854" y="3003929"/>
            <a:ext cx="1741832" cy="646331"/>
          </a:xfrm>
          <a:prstGeom prst="rect">
            <a:avLst/>
          </a:prstGeom>
          <a:noFill/>
        </p:spPr>
        <p:txBody>
          <a:bodyPr wrap="square" rtlCol="0">
            <a:spAutoFit/>
          </a:bodyPr>
          <a:lstStyle/>
          <a:p>
            <a:pPr algn="ctr"/>
            <a:r>
              <a:rPr lang="zh-CN" altLang="en-US" b="1" dirty="0">
                <a:solidFill>
                  <a:schemeClr val="accent1">
                    <a:lumMod val="75000"/>
                  </a:schemeClr>
                </a:solidFill>
                <a:latin typeface="+mn-ea"/>
              </a:rPr>
              <a:t>无法检测到</a:t>
            </a:r>
            <a:endParaRPr lang="en-US" altLang="zh-CN" b="1" dirty="0">
              <a:solidFill>
                <a:schemeClr val="accent1">
                  <a:lumMod val="75000"/>
                </a:schemeClr>
              </a:solidFill>
              <a:latin typeface="+mn-ea"/>
            </a:endParaRPr>
          </a:p>
          <a:p>
            <a:pPr algn="ctr"/>
            <a:r>
              <a:rPr lang="zh-CN" altLang="en-US" b="1" dirty="0">
                <a:solidFill>
                  <a:schemeClr val="accent1">
                    <a:lumMod val="75000"/>
                  </a:schemeClr>
                </a:solidFill>
                <a:latin typeface="+mn-ea"/>
              </a:rPr>
              <a:t>碰撞信号</a:t>
            </a:r>
          </a:p>
        </p:txBody>
      </p:sp>
      <p:sp>
        <p:nvSpPr>
          <p:cNvPr id="71" name="文本框 70">
            <a:extLst>
              <a:ext uri="{FF2B5EF4-FFF2-40B4-BE49-F238E27FC236}">
                <a16:creationId xmlns:a16="http://schemas.microsoft.com/office/drawing/2014/main" id="{E92C8C7E-A102-4840-8FD1-80C392A20CFF}"/>
              </a:ext>
            </a:extLst>
          </p:cNvPr>
          <p:cNvSpPr txBox="1"/>
          <p:nvPr/>
        </p:nvSpPr>
        <p:spPr>
          <a:xfrm>
            <a:off x="6987194" y="3003929"/>
            <a:ext cx="1741832" cy="646331"/>
          </a:xfrm>
          <a:prstGeom prst="rect">
            <a:avLst/>
          </a:prstGeom>
          <a:noFill/>
        </p:spPr>
        <p:txBody>
          <a:bodyPr wrap="square" rtlCol="0">
            <a:spAutoFit/>
          </a:bodyPr>
          <a:lstStyle/>
          <a:p>
            <a:pPr algn="ctr"/>
            <a:r>
              <a:rPr lang="zh-CN" altLang="en-US" b="1" dirty="0">
                <a:solidFill>
                  <a:schemeClr val="accent1">
                    <a:lumMod val="75000"/>
                  </a:schemeClr>
                </a:solidFill>
                <a:latin typeface="+mn-ea"/>
              </a:rPr>
              <a:t>无法检测到</a:t>
            </a:r>
            <a:endParaRPr lang="en-US" altLang="zh-CN" b="1" dirty="0">
              <a:solidFill>
                <a:schemeClr val="accent1">
                  <a:lumMod val="75000"/>
                </a:schemeClr>
              </a:solidFill>
              <a:latin typeface="+mn-ea"/>
            </a:endParaRPr>
          </a:p>
          <a:p>
            <a:pPr algn="ctr"/>
            <a:r>
              <a:rPr lang="zh-CN" altLang="en-US" b="1" dirty="0">
                <a:solidFill>
                  <a:schemeClr val="accent1">
                    <a:lumMod val="75000"/>
                  </a:schemeClr>
                </a:solidFill>
                <a:latin typeface="+mn-ea"/>
              </a:rPr>
              <a:t>碰撞信号</a:t>
            </a:r>
          </a:p>
        </p:txBody>
      </p:sp>
      <p:sp>
        <p:nvSpPr>
          <p:cNvPr id="68" name="文本框 67">
            <a:extLst>
              <a:ext uri="{FF2B5EF4-FFF2-40B4-BE49-F238E27FC236}">
                <a16:creationId xmlns:a16="http://schemas.microsoft.com/office/drawing/2014/main" id="{CAD926B6-E799-42F3-8B5D-3D9AB54D8C52}"/>
              </a:ext>
            </a:extLst>
          </p:cNvPr>
          <p:cNvSpPr txBox="1"/>
          <p:nvPr/>
        </p:nvSpPr>
        <p:spPr>
          <a:xfrm>
            <a:off x="3600821" y="4526777"/>
            <a:ext cx="1741832" cy="369332"/>
          </a:xfrm>
          <a:prstGeom prst="rect">
            <a:avLst/>
          </a:prstGeom>
          <a:noFill/>
        </p:spPr>
        <p:txBody>
          <a:bodyPr wrap="square" rtlCol="0">
            <a:spAutoFit/>
          </a:bodyPr>
          <a:lstStyle/>
          <a:p>
            <a:pPr algn="ctr"/>
            <a:r>
              <a:rPr lang="zh-CN" altLang="en-US" b="1" dirty="0">
                <a:latin typeface="+mn-ea"/>
              </a:rPr>
              <a:t>向</a:t>
            </a:r>
            <a:r>
              <a:rPr lang="en-US" altLang="zh-CN" b="1" dirty="0">
                <a:latin typeface="+mn-ea"/>
              </a:rPr>
              <a:t>AP</a:t>
            </a:r>
            <a:r>
              <a:rPr lang="zh-CN" altLang="en-US" b="1" dirty="0">
                <a:latin typeface="+mn-ea"/>
              </a:rPr>
              <a:t>发送数据</a:t>
            </a:r>
          </a:p>
        </p:txBody>
      </p:sp>
      <p:sp>
        <p:nvSpPr>
          <p:cNvPr id="69" name="文本框 68">
            <a:extLst>
              <a:ext uri="{FF2B5EF4-FFF2-40B4-BE49-F238E27FC236}">
                <a16:creationId xmlns:a16="http://schemas.microsoft.com/office/drawing/2014/main" id="{14C63ADD-A7F1-48D0-B344-4B4C3BD857A4}"/>
              </a:ext>
            </a:extLst>
          </p:cNvPr>
          <p:cNvSpPr txBox="1"/>
          <p:nvPr/>
        </p:nvSpPr>
        <p:spPr>
          <a:xfrm>
            <a:off x="6817635" y="4526777"/>
            <a:ext cx="1741832" cy="369332"/>
          </a:xfrm>
          <a:prstGeom prst="rect">
            <a:avLst/>
          </a:prstGeom>
          <a:noFill/>
        </p:spPr>
        <p:txBody>
          <a:bodyPr wrap="square" rtlCol="0">
            <a:spAutoFit/>
          </a:bodyPr>
          <a:lstStyle/>
          <a:p>
            <a:pPr algn="ctr"/>
            <a:r>
              <a:rPr lang="zh-CN" altLang="en-US" b="1" dirty="0">
                <a:latin typeface="+mn-ea"/>
              </a:rPr>
              <a:t>向</a:t>
            </a:r>
            <a:r>
              <a:rPr lang="en-US" altLang="zh-CN" b="1" dirty="0">
                <a:latin typeface="+mn-ea"/>
              </a:rPr>
              <a:t>AP</a:t>
            </a:r>
            <a:r>
              <a:rPr lang="zh-CN" altLang="en-US" b="1" dirty="0">
                <a:latin typeface="+mn-ea"/>
              </a:rPr>
              <a:t>发送数据</a:t>
            </a:r>
          </a:p>
        </p:txBody>
      </p:sp>
      <p:grpSp>
        <p:nvGrpSpPr>
          <p:cNvPr id="4" name="组合 3">
            <a:extLst>
              <a:ext uri="{FF2B5EF4-FFF2-40B4-BE49-F238E27FC236}">
                <a16:creationId xmlns:a16="http://schemas.microsoft.com/office/drawing/2014/main" id="{9A1EA9F2-FCB6-48C3-935F-7AE7E3AD14AC}"/>
              </a:ext>
            </a:extLst>
          </p:cNvPr>
          <p:cNvGrpSpPr/>
          <p:nvPr/>
        </p:nvGrpSpPr>
        <p:grpSpPr>
          <a:xfrm>
            <a:off x="304800" y="749300"/>
            <a:ext cx="5791200" cy="400110"/>
            <a:chOff x="424117" y="898245"/>
            <a:chExt cx="5791200" cy="400110"/>
          </a:xfrm>
        </p:grpSpPr>
        <p:sp>
          <p:nvSpPr>
            <p:cNvPr id="2" name="平行四边形 1">
              <a:extLst>
                <a:ext uri="{FF2B5EF4-FFF2-40B4-BE49-F238E27FC236}">
                  <a16:creationId xmlns:a16="http://schemas.microsoft.com/office/drawing/2014/main" id="{1F5BAA3F-9845-4F89-A2DD-8222D3E4EDAC}"/>
                </a:ext>
              </a:extLst>
            </p:cNvPr>
            <p:cNvSpPr/>
            <p:nvPr/>
          </p:nvSpPr>
          <p:spPr>
            <a:xfrm>
              <a:off x="424117" y="898245"/>
              <a:ext cx="628306" cy="387090"/>
            </a:xfrm>
            <a:prstGeom prst="parallelogram">
              <a:avLst/>
            </a:prstGeom>
            <a:solidFill>
              <a:schemeClr val="accent3">
                <a:lumMod val="75000"/>
              </a:schemeClr>
            </a:solidFill>
            <a:ln>
              <a:solidFill>
                <a:schemeClr val="accent3">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CN" sz="2200" dirty="0">
                  <a:latin typeface="Impact" panose="020B0806030902050204" pitchFamily="34" charset="0"/>
                </a:rPr>
                <a:t>01</a:t>
              </a:r>
              <a:endParaRPr lang="zh-CN" altLang="en-US" sz="2200" dirty="0">
                <a:latin typeface="Impact" panose="020B0806030902050204" pitchFamily="34" charset="0"/>
              </a:endParaRPr>
            </a:p>
          </p:txBody>
        </p:sp>
        <p:sp>
          <p:nvSpPr>
            <p:cNvPr id="3" name="文本框 2">
              <a:extLst>
                <a:ext uri="{FF2B5EF4-FFF2-40B4-BE49-F238E27FC236}">
                  <a16:creationId xmlns:a16="http://schemas.microsoft.com/office/drawing/2014/main" id="{4D6BD736-A4D3-4F26-AFED-36E11F50F70B}"/>
                </a:ext>
              </a:extLst>
            </p:cNvPr>
            <p:cNvSpPr txBox="1"/>
            <p:nvPr/>
          </p:nvSpPr>
          <p:spPr>
            <a:xfrm>
              <a:off x="1052423" y="898245"/>
              <a:ext cx="5162894" cy="400110"/>
            </a:xfrm>
            <a:prstGeom prst="rect">
              <a:avLst/>
            </a:prstGeom>
            <a:noFill/>
          </p:spPr>
          <p:txBody>
            <a:bodyPr wrap="square" rtlCol="0">
              <a:spAutoFit/>
            </a:bodyPr>
            <a:lstStyle/>
            <a:p>
              <a:r>
                <a:rPr lang="en-US" altLang="zh-CN" sz="2000" b="1" dirty="0">
                  <a:solidFill>
                    <a:schemeClr val="tx1"/>
                  </a:solidFill>
                  <a:latin typeface="Arial Narrow" panose="020B0606020202030204" pitchFamily="34" charset="0"/>
                </a:rPr>
                <a:t>802.11</a:t>
              </a:r>
              <a:r>
                <a:rPr lang="zh-CN" altLang="en-US" sz="2000" b="1" dirty="0">
                  <a:solidFill>
                    <a:schemeClr val="tx1"/>
                  </a:solidFill>
                  <a:latin typeface="Arial Narrow" panose="020B0606020202030204" pitchFamily="34" charset="0"/>
                </a:rPr>
                <a:t>无线局域网使用</a:t>
              </a:r>
              <a:r>
                <a:rPr lang="en-US" altLang="zh-CN" sz="2000" b="1" dirty="0">
                  <a:solidFill>
                    <a:schemeClr val="tx1"/>
                  </a:solidFill>
                  <a:latin typeface="Arial Narrow" panose="020B0606020202030204" pitchFamily="34" charset="0"/>
                </a:rPr>
                <a:t>CSMA/CA</a:t>
              </a:r>
              <a:r>
                <a:rPr lang="zh-CN" altLang="en-US" sz="2000" b="1" dirty="0">
                  <a:solidFill>
                    <a:schemeClr val="tx1"/>
                  </a:solidFill>
                  <a:latin typeface="Arial Narrow" panose="020B0606020202030204" pitchFamily="34" charset="0"/>
                </a:rPr>
                <a:t>协议的原因</a:t>
              </a:r>
              <a:endParaRPr lang="en-US" altLang="zh-CN" sz="2000" b="1" dirty="0">
                <a:solidFill>
                  <a:schemeClr val="tx1"/>
                </a:solidFill>
                <a:latin typeface="Arial Narrow" panose="020B0606020202030204" pitchFamily="34" charset="0"/>
              </a:endParaRPr>
            </a:p>
          </p:txBody>
        </p:sp>
      </p:grpSp>
      <p:sp>
        <p:nvSpPr>
          <p:cNvPr id="13" name="íşlïḍè">
            <a:extLst>
              <a:ext uri="{FF2B5EF4-FFF2-40B4-BE49-F238E27FC236}">
                <a16:creationId xmlns:a16="http://schemas.microsoft.com/office/drawing/2014/main" id="{F40E133D-292F-4D04-8CEB-3842B7126540}"/>
              </a:ext>
            </a:extLst>
          </p:cNvPr>
          <p:cNvSpPr txBox="1"/>
          <p:nvPr/>
        </p:nvSpPr>
        <p:spPr>
          <a:xfrm>
            <a:off x="2950705" y="1199022"/>
            <a:ext cx="6294895" cy="400110"/>
          </a:xfrm>
          <a:prstGeom prst="rect">
            <a:avLst/>
          </a:prstGeom>
          <a:noFill/>
        </p:spPr>
        <p:txBody>
          <a:bodyPr wrap="square" lIns="91440" tIns="45720" rIns="91440" bIns="45720" anchor="ctr">
            <a:noAutofit/>
          </a:bodyPr>
          <a:lstStyle/>
          <a:p>
            <a:pPr algn="ctr"/>
            <a:r>
              <a:rPr lang="zh-CN" altLang="en-US" sz="2000" b="1" dirty="0">
                <a:solidFill>
                  <a:schemeClr val="accent3">
                    <a:lumMod val="75000"/>
                  </a:schemeClr>
                </a:solidFill>
                <a:latin typeface="Arial Narrow" panose="020B0606020202030204" pitchFamily="34" charset="0"/>
              </a:rPr>
              <a:t>无线局域网的隐蔽站问题（</a:t>
            </a:r>
            <a:r>
              <a:rPr lang="en-US" altLang="zh-CN" sz="2000" b="1" dirty="0">
                <a:solidFill>
                  <a:schemeClr val="accent3">
                    <a:lumMod val="75000"/>
                  </a:schemeClr>
                </a:solidFill>
                <a:latin typeface="Arial Narrow" panose="020B0606020202030204" pitchFamily="34" charset="0"/>
              </a:rPr>
              <a:t>Hidden Station Problem</a:t>
            </a:r>
            <a:r>
              <a:rPr lang="zh-CN" altLang="en-US" sz="2000" b="1" dirty="0">
                <a:solidFill>
                  <a:schemeClr val="accent3">
                    <a:lumMod val="75000"/>
                  </a:schemeClr>
                </a:solidFill>
                <a:latin typeface="Arial Narrow" panose="020B0606020202030204" pitchFamily="34" charset="0"/>
              </a:rPr>
              <a:t>）</a:t>
            </a:r>
          </a:p>
        </p:txBody>
      </p:sp>
      <p:sp>
        <p:nvSpPr>
          <p:cNvPr id="39" name="椭圆 38">
            <a:extLst>
              <a:ext uri="{FF2B5EF4-FFF2-40B4-BE49-F238E27FC236}">
                <a16:creationId xmlns:a16="http://schemas.microsoft.com/office/drawing/2014/main" id="{AF2443FC-6484-4FC2-AC68-872C2B4D771F}"/>
              </a:ext>
            </a:extLst>
          </p:cNvPr>
          <p:cNvSpPr/>
          <p:nvPr/>
        </p:nvSpPr>
        <p:spPr>
          <a:xfrm>
            <a:off x="2239073" y="1973572"/>
            <a:ext cx="4465328" cy="4465328"/>
          </a:xfrm>
          <a:prstGeom prst="ellipse">
            <a:avLst/>
          </a:prstGeom>
          <a:noFill/>
          <a:ln>
            <a:solidFill>
              <a:schemeClr val="tx1"/>
            </a:solid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47" name="椭圆 46">
            <a:extLst>
              <a:ext uri="{FF2B5EF4-FFF2-40B4-BE49-F238E27FC236}">
                <a16:creationId xmlns:a16="http://schemas.microsoft.com/office/drawing/2014/main" id="{E8EBC990-013B-4D48-AAAA-4A4FDA28084C}"/>
              </a:ext>
            </a:extLst>
          </p:cNvPr>
          <p:cNvSpPr/>
          <p:nvPr/>
        </p:nvSpPr>
        <p:spPr>
          <a:xfrm>
            <a:off x="5512360" y="1973572"/>
            <a:ext cx="4465328" cy="4465328"/>
          </a:xfrm>
          <a:prstGeom prst="ellipse">
            <a:avLst/>
          </a:prstGeom>
          <a:noFill/>
          <a:ln>
            <a:solidFill>
              <a:schemeClr val="tx1"/>
            </a:solid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grpSp>
        <p:nvGrpSpPr>
          <p:cNvPr id="62" name="组合 61">
            <a:extLst>
              <a:ext uri="{FF2B5EF4-FFF2-40B4-BE49-F238E27FC236}">
                <a16:creationId xmlns:a16="http://schemas.microsoft.com/office/drawing/2014/main" id="{4EE7105B-C433-4F18-84EF-2B116C24212B}"/>
              </a:ext>
            </a:extLst>
          </p:cNvPr>
          <p:cNvGrpSpPr/>
          <p:nvPr/>
        </p:nvGrpSpPr>
        <p:grpSpPr>
          <a:xfrm>
            <a:off x="4140330" y="3526607"/>
            <a:ext cx="3936101" cy="1369502"/>
            <a:chOff x="4140330" y="3526607"/>
            <a:chExt cx="3936101" cy="1369502"/>
          </a:xfrm>
        </p:grpSpPr>
        <p:grpSp>
          <p:nvGrpSpPr>
            <p:cNvPr id="40" name="组合 39">
              <a:extLst>
                <a:ext uri="{FF2B5EF4-FFF2-40B4-BE49-F238E27FC236}">
                  <a16:creationId xmlns:a16="http://schemas.microsoft.com/office/drawing/2014/main" id="{F81CB3C8-366D-4C87-889D-2E0CC5A04BBA}"/>
                </a:ext>
              </a:extLst>
            </p:cNvPr>
            <p:cNvGrpSpPr/>
            <p:nvPr/>
          </p:nvGrpSpPr>
          <p:grpSpPr>
            <a:xfrm>
              <a:off x="4140330" y="3680315"/>
              <a:ext cx="662814" cy="846462"/>
              <a:chOff x="2163893" y="1015189"/>
              <a:chExt cx="662814" cy="846462"/>
            </a:xfrm>
          </p:grpSpPr>
          <p:grpSp>
            <p:nvGrpSpPr>
              <p:cNvPr id="41" name="组合 40">
                <a:extLst>
                  <a:ext uri="{FF2B5EF4-FFF2-40B4-BE49-F238E27FC236}">
                    <a16:creationId xmlns:a16="http://schemas.microsoft.com/office/drawing/2014/main" id="{F796CB4C-5325-49D4-8ED3-CE2AAA3D0C17}"/>
                  </a:ext>
                </a:extLst>
              </p:cNvPr>
              <p:cNvGrpSpPr/>
              <p:nvPr/>
            </p:nvGrpSpPr>
            <p:grpSpPr>
              <a:xfrm>
                <a:off x="2442267" y="1015189"/>
                <a:ext cx="381000" cy="351117"/>
                <a:chOff x="2556504" y="2484669"/>
                <a:chExt cx="381000" cy="351117"/>
              </a:xfrm>
            </p:grpSpPr>
            <p:pic>
              <p:nvPicPr>
                <p:cNvPr id="43" name="图形 42">
                  <a:extLst>
                    <a:ext uri="{FF2B5EF4-FFF2-40B4-BE49-F238E27FC236}">
                      <a16:creationId xmlns:a16="http://schemas.microsoft.com/office/drawing/2014/main" id="{496C9F8F-DD73-4AD7-8806-6252FD722FF0}"/>
                    </a:ext>
                  </a:extLst>
                </p:cNvPr>
                <p:cNvPicPr>
                  <a:picLocks noChangeAspect="1"/>
                </p:cNvPicPr>
                <p:nvPr/>
              </p:nvPicPr>
              <p:blipFill>
                <a:blip r:embed="rId3">
                  <a:extLst>
                    <a:ext uri="{28A0092B-C50C-407E-A947-70E740481C1C}">
                      <a14:useLocalDpi xmlns:a14="http://schemas.microsoft.com/office/drawing/2010/main" val="0"/>
                    </a:ext>
                    <a:ext uri="{96DAC541-7B7A-43D3-8B79-37D633B846F1}">
                      <asvg:svgBlip xmlns:asvg="http://schemas.microsoft.com/office/drawing/2016/SVG/main" r:embed="rId4"/>
                    </a:ext>
                  </a:extLst>
                </a:blip>
                <a:stretch>
                  <a:fillRect/>
                </a:stretch>
              </p:blipFill>
              <p:spPr>
                <a:xfrm>
                  <a:off x="2556504" y="2484669"/>
                  <a:ext cx="381000" cy="285750"/>
                </a:xfrm>
                <a:prstGeom prst="rect">
                  <a:avLst/>
                </a:prstGeom>
              </p:spPr>
            </p:pic>
            <p:cxnSp>
              <p:nvCxnSpPr>
                <p:cNvPr id="44" name="直接连接符 43">
                  <a:extLst>
                    <a:ext uri="{FF2B5EF4-FFF2-40B4-BE49-F238E27FC236}">
                      <a16:creationId xmlns:a16="http://schemas.microsoft.com/office/drawing/2014/main" id="{1D9177DF-1924-4414-9FA6-B96503358215}"/>
                    </a:ext>
                  </a:extLst>
                </p:cNvPr>
                <p:cNvCxnSpPr/>
                <p:nvPr/>
              </p:nvCxnSpPr>
              <p:spPr>
                <a:xfrm>
                  <a:off x="2747004" y="2612580"/>
                  <a:ext cx="0" cy="223206"/>
                </a:xfrm>
                <a:prstGeom prst="line">
                  <a:avLst/>
                </a:prstGeom>
                <a:ln w="25400">
                  <a:solidFill>
                    <a:srgbClr val="999999"/>
                  </a:solidFill>
                </a:ln>
              </p:spPr>
              <p:style>
                <a:lnRef idx="1">
                  <a:schemeClr val="accent1"/>
                </a:lnRef>
                <a:fillRef idx="0">
                  <a:schemeClr val="accent1"/>
                </a:fillRef>
                <a:effectRef idx="0">
                  <a:schemeClr val="accent1"/>
                </a:effectRef>
                <a:fontRef idx="minor">
                  <a:schemeClr val="tx1"/>
                </a:fontRef>
              </p:style>
            </p:cxnSp>
          </p:grpSp>
          <p:pic>
            <p:nvPicPr>
              <p:cNvPr id="42" name="图形 10">
                <a:extLst>
                  <a:ext uri="{FF2B5EF4-FFF2-40B4-BE49-F238E27FC236}">
                    <a16:creationId xmlns:a16="http://schemas.microsoft.com/office/drawing/2014/main" id="{9A73C202-0193-4BBD-BB9A-D4421E2E1F29}"/>
                  </a:ext>
                </a:extLst>
              </p:cNvPr>
              <p:cNvPicPr>
                <a:picLocks noChangeAspect="1"/>
              </p:cNvPicPr>
              <p:nvPr/>
            </p:nvPicPr>
            <p:blipFill>
              <a:blip r:embed="rId5">
                <a:extLst>
                  <a:ext uri="{28A0092B-C50C-407E-A947-70E740481C1C}">
                    <a14:useLocalDpi xmlns:a14="http://schemas.microsoft.com/office/drawing/2010/main" val="0"/>
                  </a:ext>
                  <a:ext uri="{96DAC541-7B7A-43D3-8B79-37D633B846F1}">
                    <asvg:svgBlip xmlns:asvg="http://schemas.microsoft.com/office/drawing/2016/SVG/main" r:embed="rId6"/>
                  </a:ext>
                </a:extLst>
              </a:blip>
              <a:stretch>
                <a:fillRect/>
              </a:stretch>
            </p:blipFill>
            <p:spPr>
              <a:xfrm>
                <a:off x="2163893" y="1220569"/>
                <a:ext cx="662814" cy="641082"/>
              </a:xfrm>
              <a:prstGeom prst="rect">
                <a:avLst/>
              </a:prstGeom>
            </p:spPr>
          </p:pic>
        </p:grpSp>
        <p:pic>
          <p:nvPicPr>
            <p:cNvPr id="45" name="图形 44">
              <a:extLst>
                <a:ext uri="{FF2B5EF4-FFF2-40B4-BE49-F238E27FC236}">
                  <a16:creationId xmlns:a16="http://schemas.microsoft.com/office/drawing/2014/main" id="{5748E986-62CC-4C14-808E-99572A40DCFB}"/>
                </a:ext>
              </a:extLst>
            </p:cNvPr>
            <p:cNvPicPr>
              <a:picLocks noChangeAspect="1"/>
            </p:cNvPicPr>
            <p:nvPr/>
          </p:nvPicPr>
          <p:blipFill>
            <a:blip r:embed="rId7">
              <a:extLst>
                <a:ext uri="{28A0092B-C50C-407E-A947-70E740481C1C}">
                  <a14:useLocalDpi xmlns:a14="http://schemas.microsoft.com/office/drawing/2010/main" val="0"/>
                </a:ext>
                <a:ext uri="{96DAC541-7B7A-43D3-8B79-37D633B846F1}">
                  <asvg:svgBlip xmlns:asvg="http://schemas.microsoft.com/office/drawing/2016/SVG/main" r:embed="rId8"/>
                </a:ext>
              </a:extLst>
            </a:blip>
            <a:stretch>
              <a:fillRect/>
            </a:stretch>
          </p:blipFill>
          <p:spPr>
            <a:xfrm>
              <a:off x="5576661" y="3526607"/>
              <a:ext cx="1028700" cy="1009650"/>
            </a:xfrm>
            <a:prstGeom prst="rect">
              <a:avLst/>
            </a:prstGeom>
          </p:spPr>
        </p:pic>
        <p:sp>
          <p:nvSpPr>
            <p:cNvPr id="46" name="文本框 45">
              <a:extLst>
                <a:ext uri="{FF2B5EF4-FFF2-40B4-BE49-F238E27FC236}">
                  <a16:creationId xmlns:a16="http://schemas.microsoft.com/office/drawing/2014/main" id="{3402ED7D-5AA2-4DCF-ACC6-1EB16CC8C097}"/>
                </a:ext>
              </a:extLst>
            </p:cNvPr>
            <p:cNvSpPr txBox="1"/>
            <p:nvPr/>
          </p:nvSpPr>
          <p:spPr>
            <a:xfrm>
              <a:off x="4415264" y="3923795"/>
              <a:ext cx="339118" cy="369332"/>
            </a:xfrm>
            <a:prstGeom prst="rect">
              <a:avLst/>
            </a:prstGeom>
            <a:noFill/>
          </p:spPr>
          <p:txBody>
            <a:bodyPr wrap="square" rtlCol="0">
              <a:spAutoFit/>
            </a:bodyPr>
            <a:lstStyle/>
            <a:p>
              <a:pPr algn="ctr"/>
              <a:r>
                <a:rPr lang="en-US" altLang="zh-CN" b="1" dirty="0">
                  <a:solidFill>
                    <a:schemeClr val="bg1"/>
                  </a:solidFill>
                  <a:latin typeface="+mn-ea"/>
                </a:rPr>
                <a:t>A</a:t>
              </a:r>
              <a:endParaRPr lang="zh-CN" altLang="en-US" b="1" dirty="0">
                <a:solidFill>
                  <a:schemeClr val="bg1"/>
                </a:solidFill>
                <a:latin typeface="+mn-ea"/>
              </a:endParaRPr>
            </a:p>
          </p:txBody>
        </p:sp>
        <p:grpSp>
          <p:nvGrpSpPr>
            <p:cNvPr id="48" name="组合 47">
              <a:extLst>
                <a:ext uri="{FF2B5EF4-FFF2-40B4-BE49-F238E27FC236}">
                  <a16:creationId xmlns:a16="http://schemas.microsoft.com/office/drawing/2014/main" id="{9AE4F7D5-A575-40AE-A3B1-3F053ABE784F}"/>
                </a:ext>
              </a:extLst>
            </p:cNvPr>
            <p:cNvGrpSpPr/>
            <p:nvPr/>
          </p:nvGrpSpPr>
          <p:grpSpPr>
            <a:xfrm>
              <a:off x="7413617" y="3680315"/>
              <a:ext cx="662814" cy="846462"/>
              <a:chOff x="2163893" y="1015189"/>
              <a:chExt cx="662814" cy="846462"/>
            </a:xfrm>
          </p:grpSpPr>
          <p:grpSp>
            <p:nvGrpSpPr>
              <p:cNvPr id="49" name="组合 48">
                <a:extLst>
                  <a:ext uri="{FF2B5EF4-FFF2-40B4-BE49-F238E27FC236}">
                    <a16:creationId xmlns:a16="http://schemas.microsoft.com/office/drawing/2014/main" id="{AE7CF116-0F5E-499D-AAC8-0AAC67E28834}"/>
                  </a:ext>
                </a:extLst>
              </p:cNvPr>
              <p:cNvGrpSpPr/>
              <p:nvPr/>
            </p:nvGrpSpPr>
            <p:grpSpPr>
              <a:xfrm>
                <a:off x="2442267" y="1015189"/>
                <a:ext cx="381000" cy="351117"/>
                <a:chOff x="2556504" y="2484669"/>
                <a:chExt cx="381000" cy="351117"/>
              </a:xfrm>
            </p:grpSpPr>
            <p:pic>
              <p:nvPicPr>
                <p:cNvPr id="51" name="图形 50">
                  <a:extLst>
                    <a:ext uri="{FF2B5EF4-FFF2-40B4-BE49-F238E27FC236}">
                      <a16:creationId xmlns:a16="http://schemas.microsoft.com/office/drawing/2014/main" id="{D86AB210-7C5F-4082-929F-6C61C7DE79FA}"/>
                    </a:ext>
                  </a:extLst>
                </p:cNvPr>
                <p:cNvPicPr>
                  <a:picLocks noChangeAspect="1"/>
                </p:cNvPicPr>
                <p:nvPr/>
              </p:nvPicPr>
              <p:blipFill>
                <a:blip r:embed="rId3">
                  <a:extLst>
                    <a:ext uri="{28A0092B-C50C-407E-A947-70E740481C1C}">
                      <a14:useLocalDpi xmlns:a14="http://schemas.microsoft.com/office/drawing/2010/main" val="0"/>
                    </a:ext>
                    <a:ext uri="{96DAC541-7B7A-43D3-8B79-37D633B846F1}">
                      <asvg:svgBlip xmlns:asvg="http://schemas.microsoft.com/office/drawing/2016/SVG/main" r:embed="rId4"/>
                    </a:ext>
                  </a:extLst>
                </a:blip>
                <a:stretch>
                  <a:fillRect/>
                </a:stretch>
              </p:blipFill>
              <p:spPr>
                <a:xfrm>
                  <a:off x="2556504" y="2484669"/>
                  <a:ext cx="381000" cy="285750"/>
                </a:xfrm>
                <a:prstGeom prst="rect">
                  <a:avLst/>
                </a:prstGeom>
              </p:spPr>
            </p:pic>
            <p:cxnSp>
              <p:nvCxnSpPr>
                <p:cNvPr id="52" name="直接连接符 51">
                  <a:extLst>
                    <a:ext uri="{FF2B5EF4-FFF2-40B4-BE49-F238E27FC236}">
                      <a16:creationId xmlns:a16="http://schemas.microsoft.com/office/drawing/2014/main" id="{31777674-5A60-4D7F-AC6E-15A4D58285D0}"/>
                    </a:ext>
                  </a:extLst>
                </p:cNvPr>
                <p:cNvCxnSpPr/>
                <p:nvPr/>
              </p:nvCxnSpPr>
              <p:spPr>
                <a:xfrm>
                  <a:off x="2747004" y="2612580"/>
                  <a:ext cx="0" cy="223206"/>
                </a:xfrm>
                <a:prstGeom prst="line">
                  <a:avLst/>
                </a:prstGeom>
                <a:ln w="25400">
                  <a:solidFill>
                    <a:srgbClr val="999999"/>
                  </a:solidFill>
                </a:ln>
              </p:spPr>
              <p:style>
                <a:lnRef idx="1">
                  <a:schemeClr val="accent1"/>
                </a:lnRef>
                <a:fillRef idx="0">
                  <a:schemeClr val="accent1"/>
                </a:fillRef>
                <a:effectRef idx="0">
                  <a:schemeClr val="accent1"/>
                </a:effectRef>
                <a:fontRef idx="minor">
                  <a:schemeClr val="tx1"/>
                </a:fontRef>
              </p:style>
            </p:cxnSp>
          </p:grpSp>
          <p:pic>
            <p:nvPicPr>
              <p:cNvPr id="50" name="图形 10">
                <a:extLst>
                  <a:ext uri="{FF2B5EF4-FFF2-40B4-BE49-F238E27FC236}">
                    <a16:creationId xmlns:a16="http://schemas.microsoft.com/office/drawing/2014/main" id="{CFD5B4A8-EFCC-45B8-B7FE-F8F1344E72C8}"/>
                  </a:ext>
                </a:extLst>
              </p:cNvPr>
              <p:cNvPicPr>
                <a:picLocks noChangeAspect="1"/>
              </p:cNvPicPr>
              <p:nvPr/>
            </p:nvPicPr>
            <p:blipFill>
              <a:blip r:embed="rId5">
                <a:extLst>
                  <a:ext uri="{28A0092B-C50C-407E-A947-70E740481C1C}">
                    <a14:useLocalDpi xmlns:a14="http://schemas.microsoft.com/office/drawing/2010/main" val="0"/>
                  </a:ext>
                  <a:ext uri="{96DAC541-7B7A-43D3-8B79-37D633B846F1}">
                    <asvg:svgBlip xmlns:asvg="http://schemas.microsoft.com/office/drawing/2016/SVG/main" r:embed="rId6"/>
                  </a:ext>
                </a:extLst>
              </a:blip>
              <a:stretch>
                <a:fillRect/>
              </a:stretch>
            </p:blipFill>
            <p:spPr>
              <a:xfrm>
                <a:off x="2163893" y="1220569"/>
                <a:ext cx="662814" cy="641082"/>
              </a:xfrm>
              <a:prstGeom prst="rect">
                <a:avLst/>
              </a:prstGeom>
            </p:spPr>
          </p:pic>
        </p:grpSp>
        <p:sp>
          <p:nvSpPr>
            <p:cNvPr id="53" name="文本框 52">
              <a:extLst>
                <a:ext uri="{FF2B5EF4-FFF2-40B4-BE49-F238E27FC236}">
                  <a16:creationId xmlns:a16="http://schemas.microsoft.com/office/drawing/2014/main" id="{1ED0CD2F-AA96-4724-B61E-00960675842A}"/>
                </a:ext>
              </a:extLst>
            </p:cNvPr>
            <p:cNvSpPr txBox="1"/>
            <p:nvPr/>
          </p:nvSpPr>
          <p:spPr>
            <a:xfrm>
              <a:off x="7688551" y="3922010"/>
              <a:ext cx="339118" cy="369332"/>
            </a:xfrm>
            <a:prstGeom prst="rect">
              <a:avLst/>
            </a:prstGeom>
            <a:noFill/>
          </p:spPr>
          <p:txBody>
            <a:bodyPr wrap="square" rtlCol="0">
              <a:spAutoFit/>
            </a:bodyPr>
            <a:lstStyle/>
            <a:p>
              <a:pPr algn="ctr"/>
              <a:r>
                <a:rPr lang="en-US" altLang="zh-CN" b="1" dirty="0">
                  <a:solidFill>
                    <a:schemeClr val="bg1"/>
                  </a:solidFill>
                  <a:latin typeface="Arial Narrow" panose="020B0606020202030204" pitchFamily="34" charset="0"/>
                  <a:ea typeface="宋体" panose="02010600030101010101" pitchFamily="2" charset="-122"/>
                </a:rPr>
                <a:t>B</a:t>
              </a:r>
              <a:endParaRPr lang="zh-CN" altLang="en-US" b="1" dirty="0">
                <a:solidFill>
                  <a:schemeClr val="bg1"/>
                </a:solidFill>
                <a:latin typeface="Arial Narrow" panose="020B0606020202030204" pitchFamily="34" charset="0"/>
                <a:ea typeface="宋体" panose="02010600030101010101" pitchFamily="2" charset="-122"/>
              </a:endParaRPr>
            </a:p>
          </p:txBody>
        </p:sp>
        <p:sp>
          <p:nvSpPr>
            <p:cNvPr id="54" name="文本框 53">
              <a:extLst>
                <a:ext uri="{FF2B5EF4-FFF2-40B4-BE49-F238E27FC236}">
                  <a16:creationId xmlns:a16="http://schemas.microsoft.com/office/drawing/2014/main" id="{BCF1AE77-5A7F-4E0D-AF12-1547AC734A2E}"/>
                </a:ext>
              </a:extLst>
            </p:cNvPr>
            <p:cNvSpPr txBox="1"/>
            <p:nvPr/>
          </p:nvSpPr>
          <p:spPr>
            <a:xfrm>
              <a:off x="5847381" y="4526777"/>
              <a:ext cx="487259" cy="369332"/>
            </a:xfrm>
            <a:prstGeom prst="rect">
              <a:avLst/>
            </a:prstGeom>
            <a:noFill/>
          </p:spPr>
          <p:txBody>
            <a:bodyPr wrap="square" rtlCol="0">
              <a:spAutoFit/>
            </a:bodyPr>
            <a:lstStyle/>
            <a:p>
              <a:pPr algn="ctr"/>
              <a:r>
                <a:rPr lang="en-US" altLang="zh-CN" b="1" dirty="0">
                  <a:latin typeface="Arial Narrow" panose="020B0606020202030204" pitchFamily="34" charset="0"/>
                  <a:ea typeface="宋体" panose="02010600030101010101" pitchFamily="2" charset="-122"/>
                </a:rPr>
                <a:t>AP</a:t>
              </a:r>
              <a:endParaRPr lang="zh-CN" altLang="en-US" b="1" dirty="0">
                <a:latin typeface="Arial Narrow" panose="020B0606020202030204" pitchFamily="34" charset="0"/>
                <a:ea typeface="宋体" panose="02010600030101010101" pitchFamily="2" charset="-122"/>
              </a:endParaRPr>
            </a:p>
          </p:txBody>
        </p:sp>
      </p:grpSp>
      <p:grpSp>
        <p:nvGrpSpPr>
          <p:cNvPr id="66" name="组合 65">
            <a:extLst>
              <a:ext uri="{FF2B5EF4-FFF2-40B4-BE49-F238E27FC236}">
                <a16:creationId xmlns:a16="http://schemas.microsoft.com/office/drawing/2014/main" id="{F22501F1-F73B-4DD1-A4FC-6557B96555F1}"/>
              </a:ext>
            </a:extLst>
          </p:cNvPr>
          <p:cNvGrpSpPr/>
          <p:nvPr/>
        </p:nvGrpSpPr>
        <p:grpSpPr>
          <a:xfrm>
            <a:off x="522255" y="2471526"/>
            <a:ext cx="2015204" cy="953809"/>
            <a:chOff x="522255" y="2471526"/>
            <a:chExt cx="2015204" cy="953809"/>
          </a:xfrm>
        </p:grpSpPr>
        <p:sp>
          <p:nvSpPr>
            <p:cNvPr id="57" name="文本框 56">
              <a:extLst>
                <a:ext uri="{FF2B5EF4-FFF2-40B4-BE49-F238E27FC236}">
                  <a16:creationId xmlns:a16="http://schemas.microsoft.com/office/drawing/2014/main" id="{20BF9549-926A-45DB-96BA-C87F6CAF701A}"/>
                </a:ext>
              </a:extLst>
            </p:cNvPr>
            <p:cNvSpPr txBox="1"/>
            <p:nvPr/>
          </p:nvSpPr>
          <p:spPr>
            <a:xfrm>
              <a:off x="522255" y="2471526"/>
              <a:ext cx="2015204" cy="369332"/>
            </a:xfrm>
            <a:prstGeom prst="rect">
              <a:avLst/>
            </a:prstGeom>
            <a:noFill/>
          </p:spPr>
          <p:txBody>
            <a:bodyPr wrap="square" rtlCol="0">
              <a:spAutoFit/>
            </a:bodyPr>
            <a:lstStyle/>
            <a:p>
              <a:pPr algn="ctr"/>
              <a:r>
                <a:rPr lang="en-US" altLang="zh-CN" b="1" dirty="0">
                  <a:latin typeface="+mn-ea"/>
                </a:rPr>
                <a:t>A</a:t>
              </a:r>
              <a:r>
                <a:rPr lang="zh-CN" altLang="en-US" b="1" dirty="0">
                  <a:latin typeface="+mn-ea"/>
                </a:rPr>
                <a:t>的信号覆盖范围</a:t>
              </a:r>
            </a:p>
          </p:txBody>
        </p:sp>
        <p:cxnSp>
          <p:nvCxnSpPr>
            <p:cNvPr id="60" name="直接箭头连接符 59">
              <a:extLst>
                <a:ext uri="{FF2B5EF4-FFF2-40B4-BE49-F238E27FC236}">
                  <a16:creationId xmlns:a16="http://schemas.microsoft.com/office/drawing/2014/main" id="{8B337A18-F476-4D9D-ABF4-A30295939473}"/>
                </a:ext>
              </a:extLst>
            </p:cNvPr>
            <p:cNvCxnSpPr>
              <a:cxnSpLocks/>
              <a:stCxn id="57" idx="2"/>
            </p:cNvCxnSpPr>
            <p:nvPr/>
          </p:nvCxnSpPr>
          <p:spPr>
            <a:xfrm>
              <a:off x="1529857" y="2840858"/>
              <a:ext cx="787400" cy="584477"/>
            </a:xfrm>
            <a:prstGeom prst="straightConnector1">
              <a:avLst/>
            </a:prstGeom>
            <a:ln w="25400">
              <a:solidFill>
                <a:schemeClr val="tx1"/>
              </a:solidFill>
              <a:prstDash val="sysDash"/>
              <a:tailEnd type="triangle" w="lg" len="lg"/>
            </a:ln>
          </p:spPr>
          <p:style>
            <a:lnRef idx="1">
              <a:schemeClr val="accent1"/>
            </a:lnRef>
            <a:fillRef idx="0">
              <a:schemeClr val="accent1"/>
            </a:fillRef>
            <a:effectRef idx="0">
              <a:schemeClr val="accent1"/>
            </a:effectRef>
            <a:fontRef idx="minor">
              <a:schemeClr val="tx1"/>
            </a:fontRef>
          </p:style>
        </p:cxnSp>
      </p:grpSp>
      <p:grpSp>
        <p:nvGrpSpPr>
          <p:cNvPr id="67" name="组合 66">
            <a:extLst>
              <a:ext uri="{FF2B5EF4-FFF2-40B4-BE49-F238E27FC236}">
                <a16:creationId xmlns:a16="http://schemas.microsoft.com/office/drawing/2014/main" id="{8CE2D893-6D93-4D62-99A3-D3E764AD02AF}"/>
              </a:ext>
            </a:extLst>
          </p:cNvPr>
          <p:cNvGrpSpPr/>
          <p:nvPr/>
        </p:nvGrpSpPr>
        <p:grpSpPr>
          <a:xfrm>
            <a:off x="9759534" y="2471526"/>
            <a:ext cx="2015204" cy="953809"/>
            <a:chOff x="9759534" y="2471526"/>
            <a:chExt cx="2015204" cy="953809"/>
          </a:xfrm>
        </p:grpSpPr>
        <p:sp>
          <p:nvSpPr>
            <p:cNvPr id="58" name="文本框 57">
              <a:extLst>
                <a:ext uri="{FF2B5EF4-FFF2-40B4-BE49-F238E27FC236}">
                  <a16:creationId xmlns:a16="http://schemas.microsoft.com/office/drawing/2014/main" id="{DD6BF238-7EF8-4F7F-AB94-F6A817F86DE6}"/>
                </a:ext>
              </a:extLst>
            </p:cNvPr>
            <p:cNvSpPr txBox="1"/>
            <p:nvPr/>
          </p:nvSpPr>
          <p:spPr>
            <a:xfrm>
              <a:off x="9759534" y="2471526"/>
              <a:ext cx="2015204" cy="369332"/>
            </a:xfrm>
            <a:prstGeom prst="rect">
              <a:avLst/>
            </a:prstGeom>
            <a:noFill/>
          </p:spPr>
          <p:txBody>
            <a:bodyPr wrap="square" rtlCol="0">
              <a:spAutoFit/>
            </a:bodyPr>
            <a:lstStyle/>
            <a:p>
              <a:pPr algn="ctr"/>
              <a:r>
                <a:rPr lang="en-US" altLang="zh-CN" b="1" dirty="0">
                  <a:latin typeface="+mn-ea"/>
                </a:rPr>
                <a:t>B</a:t>
              </a:r>
              <a:r>
                <a:rPr lang="zh-CN" altLang="en-US" b="1" dirty="0">
                  <a:latin typeface="+mn-ea"/>
                </a:rPr>
                <a:t>的信号覆盖范围</a:t>
              </a:r>
            </a:p>
          </p:txBody>
        </p:sp>
        <p:cxnSp>
          <p:nvCxnSpPr>
            <p:cNvPr id="61" name="直接箭头连接符 60">
              <a:extLst>
                <a:ext uri="{FF2B5EF4-FFF2-40B4-BE49-F238E27FC236}">
                  <a16:creationId xmlns:a16="http://schemas.microsoft.com/office/drawing/2014/main" id="{E8E515EE-533B-476B-B6ED-083D979695C7}"/>
                </a:ext>
              </a:extLst>
            </p:cNvPr>
            <p:cNvCxnSpPr>
              <a:cxnSpLocks/>
              <a:stCxn id="58" idx="2"/>
            </p:cNvCxnSpPr>
            <p:nvPr/>
          </p:nvCxnSpPr>
          <p:spPr>
            <a:xfrm flipH="1">
              <a:off x="9861509" y="2840858"/>
              <a:ext cx="905627" cy="584477"/>
            </a:xfrm>
            <a:prstGeom prst="straightConnector1">
              <a:avLst/>
            </a:prstGeom>
            <a:ln w="25400">
              <a:solidFill>
                <a:schemeClr val="tx1"/>
              </a:solidFill>
              <a:prstDash val="sysDash"/>
              <a:tailEnd type="triangle" w="lg" len="lg"/>
            </a:ln>
          </p:spPr>
          <p:style>
            <a:lnRef idx="1">
              <a:schemeClr val="accent1"/>
            </a:lnRef>
            <a:fillRef idx="0">
              <a:schemeClr val="accent1"/>
            </a:fillRef>
            <a:effectRef idx="0">
              <a:schemeClr val="accent1"/>
            </a:effectRef>
            <a:fontRef idx="minor">
              <a:schemeClr val="tx1"/>
            </a:fontRef>
          </p:style>
        </p:cxnSp>
      </p:grpSp>
      <p:grpSp>
        <p:nvGrpSpPr>
          <p:cNvPr id="74" name="组合 73">
            <a:extLst>
              <a:ext uri="{FF2B5EF4-FFF2-40B4-BE49-F238E27FC236}">
                <a16:creationId xmlns:a16="http://schemas.microsoft.com/office/drawing/2014/main" id="{446AF20C-3BF1-408B-90EA-C4039E9A3798}"/>
              </a:ext>
            </a:extLst>
          </p:cNvPr>
          <p:cNvGrpSpPr/>
          <p:nvPr/>
        </p:nvGrpSpPr>
        <p:grpSpPr>
          <a:xfrm>
            <a:off x="5463598" y="2656192"/>
            <a:ext cx="1583903" cy="1583903"/>
            <a:chOff x="8785647" y="949355"/>
            <a:chExt cx="1583903" cy="1583903"/>
          </a:xfrm>
        </p:grpSpPr>
        <p:sp>
          <p:nvSpPr>
            <p:cNvPr id="73" name="爆炸形: 8 pt  72">
              <a:extLst>
                <a:ext uri="{FF2B5EF4-FFF2-40B4-BE49-F238E27FC236}">
                  <a16:creationId xmlns:a16="http://schemas.microsoft.com/office/drawing/2014/main" id="{BF74CBF2-DBDC-4DD1-A29A-984430A23CB0}"/>
                </a:ext>
              </a:extLst>
            </p:cNvPr>
            <p:cNvSpPr/>
            <p:nvPr/>
          </p:nvSpPr>
          <p:spPr>
            <a:xfrm>
              <a:off x="8785647" y="949355"/>
              <a:ext cx="1583903" cy="1583903"/>
            </a:xfrm>
            <a:prstGeom prst="irregularSeal1">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72" name="文本框 71">
              <a:extLst>
                <a:ext uri="{FF2B5EF4-FFF2-40B4-BE49-F238E27FC236}">
                  <a16:creationId xmlns:a16="http://schemas.microsoft.com/office/drawing/2014/main" id="{9A177617-2240-4194-8B23-D18013D16222}"/>
                </a:ext>
              </a:extLst>
            </p:cNvPr>
            <p:cNvSpPr txBox="1"/>
            <p:nvPr/>
          </p:nvSpPr>
          <p:spPr>
            <a:xfrm>
              <a:off x="8925637" y="1359253"/>
              <a:ext cx="1247982" cy="646331"/>
            </a:xfrm>
            <a:prstGeom prst="rect">
              <a:avLst/>
            </a:prstGeom>
            <a:noFill/>
          </p:spPr>
          <p:txBody>
            <a:bodyPr wrap="square" rtlCol="0">
              <a:spAutoFit/>
            </a:bodyPr>
            <a:lstStyle/>
            <a:p>
              <a:pPr algn="ctr"/>
              <a:r>
                <a:rPr lang="en-US" altLang="zh-CN" b="1" dirty="0">
                  <a:solidFill>
                    <a:schemeClr val="bg1"/>
                  </a:solidFill>
                  <a:latin typeface="+mn-ea"/>
                </a:rPr>
                <a:t>A</a:t>
              </a:r>
              <a:r>
                <a:rPr lang="zh-CN" altLang="en-US" b="1" dirty="0">
                  <a:solidFill>
                    <a:schemeClr val="bg1"/>
                  </a:solidFill>
                  <a:latin typeface="+mn-ea"/>
                </a:rPr>
                <a:t>和</a:t>
              </a:r>
              <a:r>
                <a:rPr lang="en-US" altLang="zh-CN" b="1" dirty="0">
                  <a:solidFill>
                    <a:schemeClr val="bg1"/>
                  </a:solidFill>
                  <a:latin typeface="+mn-ea"/>
                </a:rPr>
                <a:t>B</a:t>
              </a:r>
            </a:p>
            <a:p>
              <a:pPr algn="ctr"/>
              <a:r>
                <a:rPr lang="zh-CN" altLang="en-US" b="1" dirty="0">
                  <a:solidFill>
                    <a:schemeClr val="bg1"/>
                  </a:solidFill>
                  <a:latin typeface="+mn-ea"/>
                </a:rPr>
                <a:t>信号碰撞</a:t>
              </a:r>
            </a:p>
          </p:txBody>
        </p:sp>
      </p:grpSp>
      <p:sp>
        <p:nvSpPr>
          <p:cNvPr id="5" name="矩形 4">
            <a:extLst>
              <a:ext uri="{FF2B5EF4-FFF2-40B4-BE49-F238E27FC236}">
                <a16:creationId xmlns:a16="http://schemas.microsoft.com/office/drawing/2014/main" id="{77969AD7-AD30-4565-BFC8-4F4A9F10A3F5}"/>
              </a:ext>
            </a:extLst>
          </p:cNvPr>
          <p:cNvSpPr/>
          <p:nvPr/>
        </p:nvSpPr>
        <p:spPr>
          <a:xfrm>
            <a:off x="3277960" y="5257743"/>
            <a:ext cx="5626100" cy="656014"/>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CN" sz="2800" b="1" dirty="0"/>
              <a:t>A</a:t>
            </a:r>
            <a:r>
              <a:rPr lang="zh-CN" altLang="en-US" sz="2800" b="1" dirty="0"/>
              <a:t>和</a:t>
            </a:r>
            <a:r>
              <a:rPr lang="en-US" altLang="zh-CN" sz="2800" b="1" dirty="0"/>
              <a:t>B</a:t>
            </a:r>
            <a:r>
              <a:rPr lang="zh-CN" altLang="en-US" sz="2800" b="1" dirty="0"/>
              <a:t>互为隐蔽站</a:t>
            </a:r>
          </a:p>
        </p:txBody>
      </p:sp>
      <p:sp>
        <p:nvSpPr>
          <p:cNvPr id="37" name="平行四边形 36">
            <a:extLst>
              <a:ext uri="{FF2B5EF4-FFF2-40B4-BE49-F238E27FC236}">
                <a16:creationId xmlns:a16="http://schemas.microsoft.com/office/drawing/2014/main" id="{AEE916EE-BF46-686E-2930-F1A7D7455938}"/>
              </a:ext>
            </a:extLst>
          </p:cNvPr>
          <p:cNvSpPr/>
          <p:nvPr/>
        </p:nvSpPr>
        <p:spPr>
          <a:xfrm>
            <a:off x="304800" y="749300"/>
            <a:ext cx="684756" cy="387090"/>
          </a:xfrm>
          <a:prstGeom prst="parallelogram">
            <a:avLst/>
          </a:prstGeom>
          <a:solidFill>
            <a:schemeClr val="accent3">
              <a:lumMod val="75000"/>
            </a:schemeClr>
          </a:solidFill>
          <a:ln>
            <a:solidFill>
              <a:schemeClr val="accent3">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CN" sz="2200" dirty="0">
                <a:latin typeface="Impact" panose="020B0806030902050204" pitchFamily="34" charset="0"/>
              </a:rPr>
              <a:t>03</a:t>
            </a:r>
            <a:endParaRPr lang="zh-CN" altLang="en-US" sz="2200" dirty="0">
              <a:latin typeface="Impact" panose="020B0806030902050204" pitchFamily="34" charset="0"/>
            </a:endParaRPr>
          </a:p>
        </p:txBody>
      </p:sp>
    </p:spTree>
    <p:custDataLst>
      <p:tags r:id="rId1"/>
    </p:custDataLst>
    <p:extLst>
      <p:ext uri="{BB962C8B-B14F-4D97-AF65-F5344CB8AC3E}">
        <p14:creationId xmlns:p14="http://schemas.microsoft.com/office/powerpoint/2010/main" val="3881927952"/>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2" presetClass="entr" presetSubtype="4" fill="hold" grpId="0" nodeType="withEffect">
                                  <p:stCondLst>
                                    <p:cond delay="0"/>
                                  </p:stCondLst>
                                  <p:childTnLst>
                                    <p:set>
                                      <p:cBhvr>
                                        <p:cTn id="6" dur="1" fill="hold">
                                          <p:stCondLst>
                                            <p:cond delay="0"/>
                                          </p:stCondLst>
                                        </p:cTn>
                                        <p:tgtEl>
                                          <p:spTgt spid="70"/>
                                        </p:tgtEl>
                                        <p:attrNameLst>
                                          <p:attrName>style.visibility</p:attrName>
                                        </p:attrNameLst>
                                      </p:cBhvr>
                                      <p:to>
                                        <p:strVal val="visible"/>
                                      </p:to>
                                    </p:set>
                                    <p:anim calcmode="lin" valueType="num">
                                      <p:cBhvr additive="base">
                                        <p:cTn id="7" dur="500"/>
                                        <p:tgtEl>
                                          <p:spTgt spid="70"/>
                                        </p:tgtEl>
                                        <p:attrNameLst>
                                          <p:attrName>ppt_y</p:attrName>
                                        </p:attrNameLst>
                                      </p:cBhvr>
                                      <p:tavLst>
                                        <p:tav tm="0">
                                          <p:val>
                                            <p:strVal val="#ppt_y+#ppt_h*1.125000"/>
                                          </p:val>
                                        </p:tav>
                                        <p:tav tm="100000">
                                          <p:val>
                                            <p:strVal val="#ppt_y"/>
                                          </p:val>
                                        </p:tav>
                                      </p:tavLst>
                                    </p:anim>
                                    <p:animEffect transition="in" filter="wipe(up)">
                                      <p:cBhvr>
                                        <p:cTn id="8" dur="500"/>
                                        <p:tgtEl>
                                          <p:spTgt spid="70"/>
                                        </p:tgtEl>
                                      </p:cBhvr>
                                    </p:animEffect>
                                  </p:childTnLst>
                                </p:cTn>
                              </p:par>
                              <p:par>
                                <p:cTn id="9" presetID="12" presetClass="entr" presetSubtype="4" fill="hold" grpId="0" nodeType="withEffect">
                                  <p:stCondLst>
                                    <p:cond delay="0"/>
                                  </p:stCondLst>
                                  <p:childTnLst>
                                    <p:set>
                                      <p:cBhvr>
                                        <p:cTn id="10" dur="1" fill="hold">
                                          <p:stCondLst>
                                            <p:cond delay="0"/>
                                          </p:stCondLst>
                                        </p:cTn>
                                        <p:tgtEl>
                                          <p:spTgt spid="71"/>
                                        </p:tgtEl>
                                        <p:attrNameLst>
                                          <p:attrName>style.visibility</p:attrName>
                                        </p:attrNameLst>
                                      </p:cBhvr>
                                      <p:to>
                                        <p:strVal val="visible"/>
                                      </p:to>
                                    </p:set>
                                    <p:anim calcmode="lin" valueType="num">
                                      <p:cBhvr additive="base">
                                        <p:cTn id="11" dur="500"/>
                                        <p:tgtEl>
                                          <p:spTgt spid="71"/>
                                        </p:tgtEl>
                                        <p:attrNameLst>
                                          <p:attrName>ppt_y</p:attrName>
                                        </p:attrNameLst>
                                      </p:cBhvr>
                                      <p:tavLst>
                                        <p:tav tm="0">
                                          <p:val>
                                            <p:strVal val="#ppt_y+#ppt_h*1.125000"/>
                                          </p:val>
                                        </p:tav>
                                        <p:tav tm="100000">
                                          <p:val>
                                            <p:strVal val="#ppt_y"/>
                                          </p:val>
                                        </p:tav>
                                      </p:tavLst>
                                    </p:anim>
                                    <p:animEffect transition="in" filter="wipe(up)">
                                      <p:cBhvr>
                                        <p:cTn id="12" dur="500"/>
                                        <p:tgtEl>
                                          <p:spTgt spid="71"/>
                                        </p:tgtEl>
                                      </p:cBhvr>
                                    </p:animEffect>
                                  </p:childTnLst>
                                </p:cTn>
                              </p:par>
                            </p:childTnLst>
                          </p:cTn>
                        </p:par>
                      </p:childTnLst>
                    </p:cTn>
                  </p:par>
                  <p:par>
                    <p:cTn id="13" fill="hold">
                      <p:stCondLst>
                        <p:cond delay="indefinite"/>
                      </p:stCondLst>
                      <p:childTnLst>
                        <p:par>
                          <p:cTn id="14" fill="hold">
                            <p:stCondLst>
                              <p:cond delay="0"/>
                            </p:stCondLst>
                            <p:childTnLst>
                              <p:par>
                                <p:cTn id="15" presetID="47" presetClass="entr" presetSubtype="0" fill="hold" grpId="0" nodeType="clickEffect">
                                  <p:stCondLst>
                                    <p:cond delay="0"/>
                                  </p:stCondLst>
                                  <p:childTnLst>
                                    <p:set>
                                      <p:cBhvr>
                                        <p:cTn id="16" dur="1" fill="hold">
                                          <p:stCondLst>
                                            <p:cond delay="0"/>
                                          </p:stCondLst>
                                        </p:cTn>
                                        <p:tgtEl>
                                          <p:spTgt spid="5"/>
                                        </p:tgtEl>
                                        <p:attrNameLst>
                                          <p:attrName>style.visibility</p:attrName>
                                        </p:attrNameLst>
                                      </p:cBhvr>
                                      <p:to>
                                        <p:strVal val="visible"/>
                                      </p:to>
                                    </p:set>
                                    <p:animEffect transition="in" filter="fade">
                                      <p:cBhvr>
                                        <p:cTn id="17" dur="1000"/>
                                        <p:tgtEl>
                                          <p:spTgt spid="5"/>
                                        </p:tgtEl>
                                      </p:cBhvr>
                                    </p:animEffect>
                                    <p:anim calcmode="lin" valueType="num">
                                      <p:cBhvr>
                                        <p:cTn id="18" dur="1000" fill="hold"/>
                                        <p:tgtEl>
                                          <p:spTgt spid="5"/>
                                        </p:tgtEl>
                                        <p:attrNameLst>
                                          <p:attrName>ppt_x</p:attrName>
                                        </p:attrNameLst>
                                      </p:cBhvr>
                                      <p:tavLst>
                                        <p:tav tm="0">
                                          <p:val>
                                            <p:strVal val="#ppt_x"/>
                                          </p:val>
                                        </p:tav>
                                        <p:tav tm="100000">
                                          <p:val>
                                            <p:strVal val="#ppt_x"/>
                                          </p:val>
                                        </p:tav>
                                      </p:tavLst>
                                    </p:anim>
                                    <p:anim calcmode="lin" valueType="num">
                                      <p:cBhvr>
                                        <p:cTn id="19" dur="1000" fill="hold"/>
                                        <p:tgtEl>
                                          <p:spTgt spid="5"/>
                                        </p:tgtEl>
                                        <p:attrNameLst>
                                          <p:attrName>ppt_y</p:attrName>
                                        </p:attrNameLst>
                                      </p:cBhvr>
                                      <p:tavLst>
                                        <p:tav tm="0">
                                          <p:val>
                                            <p:strVal val="#ppt_y-.1"/>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70" grpId="0"/>
      <p:bldP spid="71" grpId="0"/>
      <p:bldP spid="5" grpId="0" animBg="1"/>
    </p:bldLst>
  </p:timing>
</p:sld>
</file>

<file path=ppt/slides/slide54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4" name="组合 3">
            <a:extLst>
              <a:ext uri="{FF2B5EF4-FFF2-40B4-BE49-F238E27FC236}">
                <a16:creationId xmlns:a16="http://schemas.microsoft.com/office/drawing/2014/main" id="{9A1EA9F2-FCB6-48C3-935F-7AE7E3AD14AC}"/>
              </a:ext>
            </a:extLst>
          </p:cNvPr>
          <p:cNvGrpSpPr/>
          <p:nvPr/>
        </p:nvGrpSpPr>
        <p:grpSpPr>
          <a:xfrm>
            <a:off x="304800" y="749300"/>
            <a:ext cx="5791200" cy="400110"/>
            <a:chOff x="424117" y="898245"/>
            <a:chExt cx="5791200" cy="400110"/>
          </a:xfrm>
        </p:grpSpPr>
        <p:sp>
          <p:nvSpPr>
            <p:cNvPr id="2" name="平行四边形 1">
              <a:extLst>
                <a:ext uri="{FF2B5EF4-FFF2-40B4-BE49-F238E27FC236}">
                  <a16:creationId xmlns:a16="http://schemas.microsoft.com/office/drawing/2014/main" id="{1F5BAA3F-9845-4F89-A2DD-8222D3E4EDAC}"/>
                </a:ext>
              </a:extLst>
            </p:cNvPr>
            <p:cNvSpPr/>
            <p:nvPr/>
          </p:nvSpPr>
          <p:spPr>
            <a:xfrm>
              <a:off x="424117" y="898245"/>
              <a:ext cx="628306" cy="387090"/>
            </a:xfrm>
            <a:prstGeom prst="parallelogram">
              <a:avLst/>
            </a:prstGeom>
            <a:solidFill>
              <a:schemeClr val="accent3">
                <a:lumMod val="75000"/>
              </a:schemeClr>
            </a:solidFill>
            <a:ln>
              <a:solidFill>
                <a:schemeClr val="accent3">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CN" sz="2200" dirty="0">
                  <a:latin typeface="Impact" panose="020B0806030902050204" pitchFamily="34" charset="0"/>
                </a:rPr>
                <a:t>01</a:t>
              </a:r>
              <a:endParaRPr lang="zh-CN" altLang="en-US" sz="2200" dirty="0">
                <a:latin typeface="Impact" panose="020B0806030902050204" pitchFamily="34" charset="0"/>
              </a:endParaRPr>
            </a:p>
          </p:txBody>
        </p:sp>
        <p:sp>
          <p:nvSpPr>
            <p:cNvPr id="3" name="文本框 2">
              <a:extLst>
                <a:ext uri="{FF2B5EF4-FFF2-40B4-BE49-F238E27FC236}">
                  <a16:creationId xmlns:a16="http://schemas.microsoft.com/office/drawing/2014/main" id="{4D6BD736-A4D3-4F26-AFED-36E11F50F70B}"/>
                </a:ext>
              </a:extLst>
            </p:cNvPr>
            <p:cNvSpPr txBox="1"/>
            <p:nvPr/>
          </p:nvSpPr>
          <p:spPr>
            <a:xfrm>
              <a:off x="1052423" y="898245"/>
              <a:ext cx="5162894" cy="400110"/>
            </a:xfrm>
            <a:prstGeom prst="rect">
              <a:avLst/>
            </a:prstGeom>
            <a:noFill/>
          </p:spPr>
          <p:txBody>
            <a:bodyPr wrap="square" rtlCol="0">
              <a:spAutoFit/>
            </a:bodyPr>
            <a:lstStyle/>
            <a:p>
              <a:r>
                <a:rPr lang="en-US" altLang="zh-CN" sz="2000" b="1" dirty="0">
                  <a:solidFill>
                    <a:schemeClr val="tx1"/>
                  </a:solidFill>
                  <a:latin typeface="Arial Narrow" panose="020B0606020202030204" pitchFamily="34" charset="0"/>
                </a:rPr>
                <a:t>802.11</a:t>
              </a:r>
              <a:r>
                <a:rPr lang="zh-CN" altLang="en-US" sz="2000" b="1" dirty="0">
                  <a:solidFill>
                    <a:schemeClr val="tx1"/>
                  </a:solidFill>
                  <a:latin typeface="Arial Narrow" panose="020B0606020202030204" pitchFamily="34" charset="0"/>
                </a:rPr>
                <a:t>无线局域网使用</a:t>
              </a:r>
              <a:r>
                <a:rPr lang="en-US" altLang="zh-CN" sz="2000" b="1" dirty="0">
                  <a:solidFill>
                    <a:schemeClr val="tx1"/>
                  </a:solidFill>
                  <a:latin typeface="Arial Narrow" panose="020B0606020202030204" pitchFamily="34" charset="0"/>
                </a:rPr>
                <a:t>CSMA/CA</a:t>
              </a:r>
              <a:r>
                <a:rPr lang="zh-CN" altLang="en-US" sz="2000" b="1" dirty="0">
                  <a:solidFill>
                    <a:schemeClr val="tx1"/>
                  </a:solidFill>
                  <a:latin typeface="Arial Narrow" panose="020B0606020202030204" pitchFamily="34" charset="0"/>
                </a:rPr>
                <a:t>协议的原因</a:t>
              </a:r>
              <a:endParaRPr lang="en-US" altLang="zh-CN" sz="2000" b="1" dirty="0">
                <a:solidFill>
                  <a:schemeClr val="tx1"/>
                </a:solidFill>
                <a:latin typeface="Arial Narrow" panose="020B0606020202030204" pitchFamily="34" charset="0"/>
              </a:endParaRPr>
            </a:p>
          </p:txBody>
        </p:sp>
      </p:grpSp>
      <p:pic>
        <p:nvPicPr>
          <p:cNvPr id="7" name="图片 6" descr="图示&#10;&#10;描述已自动生成">
            <a:extLst>
              <a:ext uri="{FF2B5EF4-FFF2-40B4-BE49-F238E27FC236}">
                <a16:creationId xmlns:a16="http://schemas.microsoft.com/office/drawing/2014/main" id="{46A11408-6B16-491D-B0F6-EAEC73EDEB3B}"/>
              </a:ext>
            </a:extLst>
          </p:cNvPr>
          <p:cNvPicPr>
            <a:picLocks noChangeAspect="1"/>
          </p:cNvPicPr>
          <p:nvPr/>
        </p:nvPicPr>
        <p:blipFill>
          <a:blip r:embed="rId3" cstate="print">
            <a:extLst>
              <a:ext uri="{28A0092B-C50C-407E-A947-70E740481C1C}">
                <a14:useLocalDpi xmlns:a14="http://schemas.microsoft.com/office/drawing/2010/main" val="0"/>
              </a:ext>
            </a:extLst>
          </a:blip>
          <a:stretch>
            <a:fillRect/>
          </a:stretch>
        </p:blipFill>
        <p:spPr>
          <a:xfrm>
            <a:off x="2558330" y="3066563"/>
            <a:ext cx="7075340" cy="3314339"/>
          </a:xfrm>
          <a:prstGeom prst="rect">
            <a:avLst/>
          </a:prstGeom>
        </p:spPr>
      </p:pic>
      <p:sp>
        <p:nvSpPr>
          <p:cNvPr id="8" name="矩形 7">
            <a:extLst>
              <a:ext uri="{FF2B5EF4-FFF2-40B4-BE49-F238E27FC236}">
                <a16:creationId xmlns:a16="http://schemas.microsoft.com/office/drawing/2014/main" id="{3465FDE8-76E3-47BA-BF3B-165B610C1A7F}"/>
              </a:ext>
            </a:extLst>
          </p:cNvPr>
          <p:cNvSpPr/>
          <p:nvPr/>
        </p:nvSpPr>
        <p:spPr>
          <a:xfrm>
            <a:off x="1184103" y="1403107"/>
            <a:ext cx="9823794" cy="1047750"/>
          </a:xfrm>
          <a:prstGeom prst="rect">
            <a:avLst/>
          </a:prstGeom>
        </p:spPr>
        <p:style>
          <a:lnRef idx="2">
            <a:schemeClr val="accent4">
              <a:shade val="50000"/>
            </a:schemeClr>
          </a:lnRef>
          <a:fillRef idx="1">
            <a:schemeClr val="accent4"/>
          </a:fillRef>
          <a:effectRef idx="0">
            <a:schemeClr val="accent4"/>
          </a:effectRef>
          <a:fontRef idx="minor">
            <a:schemeClr val="lt1"/>
          </a:fontRef>
        </p:style>
        <p:txBody>
          <a:bodyPr rtlCol="0" anchor="ctr"/>
          <a:lstStyle/>
          <a:p>
            <a:pPr>
              <a:lnSpc>
                <a:spcPct val="150000"/>
              </a:lnSpc>
            </a:pPr>
            <a:r>
              <a:rPr lang="zh-CN" altLang="en-US" b="1" dirty="0"/>
              <a:t>无线局域网不能简单照搬共享总线以太网（有线局域网）使用的</a:t>
            </a:r>
            <a:r>
              <a:rPr lang="en-US" altLang="zh-CN" b="1" dirty="0"/>
              <a:t>CSMA/CD</a:t>
            </a:r>
            <a:r>
              <a:rPr lang="zh-CN" altLang="en-US" b="1" dirty="0"/>
              <a:t>协议，而是不再实现碰撞检测</a:t>
            </a:r>
            <a:r>
              <a:rPr lang="en-US" altLang="zh-CN" b="1" dirty="0"/>
              <a:t>CD</a:t>
            </a:r>
            <a:r>
              <a:rPr lang="zh-CN" altLang="en-US" b="1" dirty="0"/>
              <a:t>功能，但在</a:t>
            </a:r>
            <a:r>
              <a:rPr lang="en-US" altLang="zh-CN" b="1" dirty="0"/>
              <a:t>CSMA</a:t>
            </a:r>
            <a:r>
              <a:rPr lang="zh-CN" altLang="en-US" b="1" dirty="0"/>
              <a:t>的基础上增加碰撞避免</a:t>
            </a:r>
            <a:r>
              <a:rPr lang="en-US" altLang="zh-CN" b="1" dirty="0"/>
              <a:t>CA</a:t>
            </a:r>
            <a:r>
              <a:rPr lang="zh-CN" altLang="en-US" b="1" dirty="0"/>
              <a:t>功能，即使用</a:t>
            </a:r>
            <a:r>
              <a:rPr lang="en-US" altLang="zh-CN" b="1" dirty="0"/>
              <a:t>CSMA/CA</a:t>
            </a:r>
            <a:r>
              <a:rPr lang="zh-CN" altLang="en-US" b="1" dirty="0"/>
              <a:t>协议。</a:t>
            </a:r>
          </a:p>
        </p:txBody>
      </p:sp>
      <p:sp>
        <p:nvSpPr>
          <p:cNvPr id="9" name="平行四边形 8">
            <a:extLst>
              <a:ext uri="{FF2B5EF4-FFF2-40B4-BE49-F238E27FC236}">
                <a16:creationId xmlns:a16="http://schemas.microsoft.com/office/drawing/2014/main" id="{6A46759F-3578-C310-2BF7-B3E7199D14D2}"/>
              </a:ext>
            </a:extLst>
          </p:cNvPr>
          <p:cNvSpPr/>
          <p:nvPr/>
        </p:nvSpPr>
        <p:spPr>
          <a:xfrm>
            <a:off x="304800" y="749300"/>
            <a:ext cx="684756" cy="387090"/>
          </a:xfrm>
          <a:prstGeom prst="parallelogram">
            <a:avLst/>
          </a:prstGeom>
          <a:solidFill>
            <a:schemeClr val="accent3">
              <a:lumMod val="75000"/>
            </a:schemeClr>
          </a:solidFill>
          <a:ln>
            <a:solidFill>
              <a:schemeClr val="accent3">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CN" sz="2200" dirty="0">
                <a:latin typeface="Impact" panose="020B0806030902050204" pitchFamily="34" charset="0"/>
              </a:rPr>
              <a:t>03</a:t>
            </a:r>
            <a:endParaRPr lang="zh-CN" altLang="en-US" sz="2200" dirty="0">
              <a:latin typeface="Impact" panose="020B0806030902050204" pitchFamily="34" charset="0"/>
            </a:endParaRPr>
          </a:p>
        </p:txBody>
      </p:sp>
    </p:spTree>
    <p:custDataLst>
      <p:tags r:id="rId1"/>
    </p:custDataLst>
    <p:extLst>
      <p:ext uri="{BB962C8B-B14F-4D97-AF65-F5344CB8AC3E}">
        <p14:creationId xmlns:p14="http://schemas.microsoft.com/office/powerpoint/2010/main" val="404678028"/>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2" presetClass="entr" presetSubtype="1" fill="hold" nodeType="withEffect">
                                  <p:stCondLst>
                                    <p:cond delay="0"/>
                                  </p:stCondLst>
                                  <p:childTnLst>
                                    <p:set>
                                      <p:cBhvr>
                                        <p:cTn id="6" dur="1" fill="hold">
                                          <p:stCondLst>
                                            <p:cond delay="0"/>
                                          </p:stCondLst>
                                        </p:cTn>
                                        <p:tgtEl>
                                          <p:spTgt spid="7"/>
                                        </p:tgtEl>
                                        <p:attrNameLst>
                                          <p:attrName>style.visibility</p:attrName>
                                        </p:attrNameLst>
                                      </p:cBhvr>
                                      <p:to>
                                        <p:strVal val="visible"/>
                                      </p:to>
                                    </p:set>
                                    <p:anim calcmode="lin" valueType="num">
                                      <p:cBhvr additive="base">
                                        <p:cTn id="7" dur="500"/>
                                        <p:tgtEl>
                                          <p:spTgt spid="7"/>
                                        </p:tgtEl>
                                        <p:attrNameLst>
                                          <p:attrName>ppt_y</p:attrName>
                                        </p:attrNameLst>
                                      </p:cBhvr>
                                      <p:tavLst>
                                        <p:tav tm="0">
                                          <p:val>
                                            <p:strVal val="#ppt_y-#ppt_h*1.125000"/>
                                          </p:val>
                                        </p:tav>
                                        <p:tav tm="100000">
                                          <p:val>
                                            <p:strVal val="#ppt_y"/>
                                          </p:val>
                                        </p:tav>
                                      </p:tavLst>
                                    </p:anim>
                                    <p:animEffect transition="in" filter="wipe(down)">
                                      <p:cBhvr>
                                        <p:cTn id="8" dur="500"/>
                                        <p:tgtEl>
                                          <p:spTgt spid="7"/>
                                        </p:tgtEl>
                                      </p:cBhvr>
                                    </p:animEffect>
                                  </p:childTnLst>
                                </p:cTn>
                              </p:par>
                              <p:par>
                                <p:cTn id="9" presetID="12" presetClass="entr" presetSubtype="4" fill="hold" grpId="0" nodeType="withEffect">
                                  <p:stCondLst>
                                    <p:cond delay="0"/>
                                  </p:stCondLst>
                                  <p:childTnLst>
                                    <p:set>
                                      <p:cBhvr>
                                        <p:cTn id="10" dur="1" fill="hold">
                                          <p:stCondLst>
                                            <p:cond delay="0"/>
                                          </p:stCondLst>
                                        </p:cTn>
                                        <p:tgtEl>
                                          <p:spTgt spid="8"/>
                                        </p:tgtEl>
                                        <p:attrNameLst>
                                          <p:attrName>style.visibility</p:attrName>
                                        </p:attrNameLst>
                                      </p:cBhvr>
                                      <p:to>
                                        <p:strVal val="visible"/>
                                      </p:to>
                                    </p:set>
                                    <p:anim calcmode="lin" valueType="num">
                                      <p:cBhvr additive="base">
                                        <p:cTn id="11" dur="500"/>
                                        <p:tgtEl>
                                          <p:spTgt spid="8"/>
                                        </p:tgtEl>
                                        <p:attrNameLst>
                                          <p:attrName>ppt_y</p:attrName>
                                        </p:attrNameLst>
                                      </p:cBhvr>
                                      <p:tavLst>
                                        <p:tav tm="0">
                                          <p:val>
                                            <p:strVal val="#ppt_y+#ppt_h*1.125000"/>
                                          </p:val>
                                        </p:tav>
                                        <p:tav tm="100000">
                                          <p:val>
                                            <p:strVal val="#ppt_y"/>
                                          </p:val>
                                        </p:tav>
                                      </p:tavLst>
                                    </p:anim>
                                    <p:animEffect transition="in" filter="wipe(up)">
                                      <p:cBhvr>
                                        <p:cTn id="12" dur="500"/>
                                        <p:tgtEl>
                                          <p:spTgt spid="8"/>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8" grpId="0" animBg="1"/>
    </p:bldLst>
  </p:timing>
</p:sld>
</file>

<file path=ppt/slides/slide54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4" name="组合 3">
            <a:extLst>
              <a:ext uri="{FF2B5EF4-FFF2-40B4-BE49-F238E27FC236}">
                <a16:creationId xmlns:a16="http://schemas.microsoft.com/office/drawing/2014/main" id="{9A1EA9F2-FCB6-48C3-935F-7AE7E3AD14AC}"/>
              </a:ext>
            </a:extLst>
          </p:cNvPr>
          <p:cNvGrpSpPr/>
          <p:nvPr/>
        </p:nvGrpSpPr>
        <p:grpSpPr>
          <a:xfrm>
            <a:off x="304799" y="749300"/>
            <a:ext cx="5791201" cy="400110"/>
            <a:chOff x="424116" y="898245"/>
            <a:chExt cx="5791201" cy="400110"/>
          </a:xfrm>
        </p:grpSpPr>
        <p:sp>
          <p:nvSpPr>
            <p:cNvPr id="2" name="平行四边形 1">
              <a:extLst>
                <a:ext uri="{FF2B5EF4-FFF2-40B4-BE49-F238E27FC236}">
                  <a16:creationId xmlns:a16="http://schemas.microsoft.com/office/drawing/2014/main" id="{1F5BAA3F-9845-4F89-A2DD-8222D3E4EDAC}"/>
                </a:ext>
              </a:extLst>
            </p:cNvPr>
            <p:cNvSpPr/>
            <p:nvPr/>
          </p:nvSpPr>
          <p:spPr>
            <a:xfrm>
              <a:off x="424116" y="898245"/>
              <a:ext cx="691019" cy="387090"/>
            </a:xfrm>
            <a:prstGeom prst="parallelogram">
              <a:avLst/>
            </a:prstGeom>
            <a:solidFill>
              <a:schemeClr val="accent3">
                <a:lumMod val="75000"/>
              </a:schemeClr>
            </a:solidFill>
            <a:ln>
              <a:solidFill>
                <a:schemeClr val="accent3">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CN" sz="2200" dirty="0">
                  <a:latin typeface="Impact" panose="020B0806030902050204" pitchFamily="34" charset="0"/>
                </a:rPr>
                <a:t>04</a:t>
              </a:r>
              <a:endParaRPr lang="zh-CN" altLang="en-US" sz="2200" dirty="0">
                <a:latin typeface="Impact" panose="020B0806030902050204" pitchFamily="34" charset="0"/>
              </a:endParaRPr>
            </a:p>
          </p:txBody>
        </p:sp>
        <p:sp>
          <p:nvSpPr>
            <p:cNvPr id="3" name="文本框 2">
              <a:extLst>
                <a:ext uri="{FF2B5EF4-FFF2-40B4-BE49-F238E27FC236}">
                  <a16:creationId xmlns:a16="http://schemas.microsoft.com/office/drawing/2014/main" id="{4D6BD736-A4D3-4F26-AFED-36E11F50F70B}"/>
                </a:ext>
              </a:extLst>
            </p:cNvPr>
            <p:cNvSpPr txBox="1"/>
            <p:nvPr/>
          </p:nvSpPr>
          <p:spPr>
            <a:xfrm>
              <a:off x="1052423" y="898245"/>
              <a:ext cx="5162894" cy="400110"/>
            </a:xfrm>
            <a:prstGeom prst="rect">
              <a:avLst/>
            </a:prstGeom>
            <a:noFill/>
          </p:spPr>
          <p:txBody>
            <a:bodyPr wrap="square" rtlCol="0">
              <a:spAutoFit/>
            </a:bodyPr>
            <a:lstStyle/>
            <a:p>
              <a:r>
                <a:rPr lang="en-US" altLang="zh-CN" sz="2000" b="1" dirty="0">
                  <a:solidFill>
                    <a:schemeClr val="tx1"/>
                  </a:solidFill>
                  <a:latin typeface="Arial Narrow" panose="020B0606020202030204" pitchFamily="34" charset="0"/>
                </a:rPr>
                <a:t>CSMA/CA</a:t>
              </a:r>
              <a:r>
                <a:rPr lang="zh-CN" altLang="en-US" sz="2000" b="1" dirty="0">
                  <a:solidFill>
                    <a:schemeClr val="tx1"/>
                  </a:solidFill>
                  <a:latin typeface="Arial Narrow" panose="020B0606020202030204" pitchFamily="34" charset="0"/>
                </a:rPr>
                <a:t>协议的基本工作原理</a:t>
              </a:r>
              <a:endParaRPr lang="en-US" altLang="zh-CN" sz="2000" b="1" dirty="0">
                <a:solidFill>
                  <a:schemeClr val="tx1"/>
                </a:solidFill>
                <a:latin typeface="Arial Narrow" panose="020B0606020202030204" pitchFamily="34" charset="0"/>
              </a:endParaRPr>
            </a:p>
          </p:txBody>
        </p:sp>
      </p:grpSp>
      <p:grpSp>
        <p:nvGrpSpPr>
          <p:cNvPr id="89" name="组合 88">
            <a:extLst>
              <a:ext uri="{FF2B5EF4-FFF2-40B4-BE49-F238E27FC236}">
                <a16:creationId xmlns:a16="http://schemas.microsoft.com/office/drawing/2014/main" id="{CBFB1439-254A-4A59-9085-B30C4F2590D1}"/>
              </a:ext>
            </a:extLst>
          </p:cNvPr>
          <p:cNvGrpSpPr/>
          <p:nvPr/>
        </p:nvGrpSpPr>
        <p:grpSpPr>
          <a:xfrm>
            <a:off x="685585" y="2940516"/>
            <a:ext cx="11010480" cy="2858841"/>
            <a:chOff x="685585" y="2940516"/>
            <a:chExt cx="11010480" cy="2858841"/>
          </a:xfrm>
        </p:grpSpPr>
        <p:sp>
          <p:nvSpPr>
            <p:cNvPr id="21" name="文本框 20">
              <a:extLst>
                <a:ext uri="{FF2B5EF4-FFF2-40B4-BE49-F238E27FC236}">
                  <a16:creationId xmlns:a16="http://schemas.microsoft.com/office/drawing/2014/main" id="{6B66B3AE-5EEE-4D81-907C-03C705DB78A1}"/>
                </a:ext>
              </a:extLst>
            </p:cNvPr>
            <p:cNvSpPr txBox="1"/>
            <p:nvPr/>
          </p:nvSpPr>
          <p:spPr>
            <a:xfrm>
              <a:off x="685585" y="2940516"/>
              <a:ext cx="981076" cy="369332"/>
            </a:xfrm>
            <a:prstGeom prst="rect">
              <a:avLst/>
            </a:prstGeom>
            <a:noFill/>
          </p:spPr>
          <p:txBody>
            <a:bodyPr wrap="square" rtlCol="0">
              <a:spAutoFit/>
            </a:bodyPr>
            <a:lstStyle/>
            <a:p>
              <a:pPr algn="r"/>
              <a:r>
                <a:rPr lang="zh-CN" altLang="en-US" b="1" dirty="0"/>
                <a:t>源站</a:t>
              </a:r>
            </a:p>
          </p:txBody>
        </p:sp>
        <p:sp>
          <p:nvSpPr>
            <p:cNvPr id="26" name="文本框 25">
              <a:extLst>
                <a:ext uri="{FF2B5EF4-FFF2-40B4-BE49-F238E27FC236}">
                  <a16:creationId xmlns:a16="http://schemas.microsoft.com/office/drawing/2014/main" id="{55F45F7A-5AEF-492B-9759-CE04CE348A47}"/>
                </a:ext>
              </a:extLst>
            </p:cNvPr>
            <p:cNvSpPr txBox="1"/>
            <p:nvPr/>
          </p:nvSpPr>
          <p:spPr>
            <a:xfrm>
              <a:off x="685585" y="4187174"/>
              <a:ext cx="981076" cy="369332"/>
            </a:xfrm>
            <a:prstGeom prst="rect">
              <a:avLst/>
            </a:prstGeom>
            <a:noFill/>
          </p:spPr>
          <p:txBody>
            <a:bodyPr wrap="square" rtlCol="0">
              <a:spAutoFit/>
            </a:bodyPr>
            <a:lstStyle/>
            <a:p>
              <a:pPr algn="r"/>
              <a:r>
                <a:rPr lang="zh-CN" altLang="en-US" b="1" dirty="0"/>
                <a:t>目的站</a:t>
              </a:r>
            </a:p>
          </p:txBody>
        </p:sp>
        <p:sp>
          <p:nvSpPr>
            <p:cNvPr id="27" name="文本框 26">
              <a:extLst>
                <a:ext uri="{FF2B5EF4-FFF2-40B4-BE49-F238E27FC236}">
                  <a16:creationId xmlns:a16="http://schemas.microsoft.com/office/drawing/2014/main" id="{B51AE626-D1A6-4373-89DA-C0DCBFCB8C3D}"/>
                </a:ext>
              </a:extLst>
            </p:cNvPr>
            <p:cNvSpPr txBox="1"/>
            <p:nvPr/>
          </p:nvSpPr>
          <p:spPr>
            <a:xfrm>
              <a:off x="685585" y="5430025"/>
              <a:ext cx="981076" cy="369332"/>
            </a:xfrm>
            <a:prstGeom prst="rect">
              <a:avLst/>
            </a:prstGeom>
            <a:noFill/>
          </p:spPr>
          <p:txBody>
            <a:bodyPr wrap="square" rtlCol="0">
              <a:spAutoFit/>
            </a:bodyPr>
            <a:lstStyle/>
            <a:p>
              <a:pPr algn="r"/>
              <a:r>
                <a:rPr lang="zh-CN" altLang="en-US" b="1" dirty="0"/>
                <a:t>其他站</a:t>
              </a:r>
            </a:p>
          </p:txBody>
        </p:sp>
        <p:sp>
          <p:nvSpPr>
            <p:cNvPr id="30" name="文本框 29">
              <a:extLst>
                <a:ext uri="{FF2B5EF4-FFF2-40B4-BE49-F238E27FC236}">
                  <a16:creationId xmlns:a16="http://schemas.microsoft.com/office/drawing/2014/main" id="{2BABDEF4-A79B-4358-ADE3-DB385FF809C3}"/>
                </a:ext>
              </a:extLst>
            </p:cNvPr>
            <p:cNvSpPr txBox="1"/>
            <p:nvPr/>
          </p:nvSpPr>
          <p:spPr>
            <a:xfrm>
              <a:off x="11051539" y="2940516"/>
              <a:ext cx="644526" cy="369332"/>
            </a:xfrm>
            <a:prstGeom prst="rect">
              <a:avLst/>
            </a:prstGeom>
            <a:noFill/>
          </p:spPr>
          <p:txBody>
            <a:bodyPr wrap="square" rtlCol="0">
              <a:spAutoFit/>
            </a:bodyPr>
            <a:lstStyle/>
            <a:p>
              <a:r>
                <a:rPr lang="zh-CN" altLang="en-US" b="1" dirty="0"/>
                <a:t>时间</a:t>
              </a:r>
            </a:p>
          </p:txBody>
        </p:sp>
        <p:cxnSp>
          <p:nvCxnSpPr>
            <p:cNvPr id="34" name="直接箭头连接符 33">
              <a:extLst>
                <a:ext uri="{FF2B5EF4-FFF2-40B4-BE49-F238E27FC236}">
                  <a16:creationId xmlns:a16="http://schemas.microsoft.com/office/drawing/2014/main" id="{D4EF4257-E12E-4101-90B0-9301D8F114E6}"/>
                </a:ext>
              </a:extLst>
            </p:cNvPr>
            <p:cNvCxnSpPr>
              <a:cxnSpLocks/>
            </p:cNvCxnSpPr>
            <p:nvPr/>
          </p:nvCxnSpPr>
          <p:spPr>
            <a:xfrm>
              <a:off x="1666661" y="3125182"/>
              <a:ext cx="9367200" cy="0"/>
            </a:xfrm>
            <a:prstGeom prst="straightConnector1">
              <a:avLst/>
            </a:prstGeom>
            <a:ln w="12700">
              <a:solidFill>
                <a:schemeClr val="tx1"/>
              </a:solidFill>
              <a:tailEnd type="triangle"/>
            </a:ln>
          </p:spPr>
          <p:style>
            <a:lnRef idx="1">
              <a:schemeClr val="accent1"/>
            </a:lnRef>
            <a:fillRef idx="0">
              <a:schemeClr val="accent1"/>
            </a:fillRef>
            <a:effectRef idx="0">
              <a:schemeClr val="accent1"/>
            </a:effectRef>
            <a:fontRef idx="minor">
              <a:schemeClr val="tx1"/>
            </a:fontRef>
          </p:style>
        </p:cxnSp>
        <p:sp>
          <p:nvSpPr>
            <p:cNvPr id="38" name="文本框 37">
              <a:extLst>
                <a:ext uri="{FF2B5EF4-FFF2-40B4-BE49-F238E27FC236}">
                  <a16:creationId xmlns:a16="http://schemas.microsoft.com/office/drawing/2014/main" id="{F75DB5BB-114E-4297-A462-90A97F6DDC95}"/>
                </a:ext>
              </a:extLst>
            </p:cNvPr>
            <p:cNvSpPr txBox="1"/>
            <p:nvPr/>
          </p:nvSpPr>
          <p:spPr>
            <a:xfrm>
              <a:off x="11051539" y="5430025"/>
              <a:ext cx="644526" cy="369332"/>
            </a:xfrm>
            <a:prstGeom prst="rect">
              <a:avLst/>
            </a:prstGeom>
            <a:noFill/>
          </p:spPr>
          <p:txBody>
            <a:bodyPr wrap="square" rtlCol="0">
              <a:spAutoFit/>
            </a:bodyPr>
            <a:lstStyle/>
            <a:p>
              <a:r>
                <a:rPr lang="zh-CN" altLang="en-US" b="1" dirty="0"/>
                <a:t>时间</a:t>
              </a:r>
            </a:p>
          </p:txBody>
        </p:sp>
        <p:cxnSp>
          <p:nvCxnSpPr>
            <p:cNvPr id="39" name="直接箭头连接符 38">
              <a:extLst>
                <a:ext uri="{FF2B5EF4-FFF2-40B4-BE49-F238E27FC236}">
                  <a16:creationId xmlns:a16="http://schemas.microsoft.com/office/drawing/2014/main" id="{6F7A3EC4-C2B9-458E-84F0-71B6E6B9187E}"/>
                </a:ext>
              </a:extLst>
            </p:cNvPr>
            <p:cNvCxnSpPr>
              <a:cxnSpLocks/>
            </p:cNvCxnSpPr>
            <p:nvPr/>
          </p:nvCxnSpPr>
          <p:spPr>
            <a:xfrm>
              <a:off x="1666661" y="5614691"/>
              <a:ext cx="9367097" cy="0"/>
            </a:xfrm>
            <a:prstGeom prst="straightConnector1">
              <a:avLst/>
            </a:prstGeom>
            <a:ln w="12700">
              <a:solidFill>
                <a:schemeClr val="tx1"/>
              </a:solidFill>
              <a:tailEnd type="triangle"/>
            </a:ln>
          </p:spPr>
          <p:style>
            <a:lnRef idx="1">
              <a:schemeClr val="accent1"/>
            </a:lnRef>
            <a:fillRef idx="0">
              <a:schemeClr val="accent1"/>
            </a:fillRef>
            <a:effectRef idx="0">
              <a:schemeClr val="accent1"/>
            </a:effectRef>
            <a:fontRef idx="minor">
              <a:schemeClr val="tx1"/>
            </a:fontRef>
          </p:style>
        </p:cxnSp>
        <p:sp>
          <p:nvSpPr>
            <p:cNvPr id="41" name="文本框 40">
              <a:extLst>
                <a:ext uri="{FF2B5EF4-FFF2-40B4-BE49-F238E27FC236}">
                  <a16:creationId xmlns:a16="http://schemas.microsoft.com/office/drawing/2014/main" id="{C9D878B9-BA86-479F-8595-89A9C85AEF0C}"/>
                </a:ext>
              </a:extLst>
            </p:cNvPr>
            <p:cNvSpPr txBox="1"/>
            <p:nvPr/>
          </p:nvSpPr>
          <p:spPr>
            <a:xfrm>
              <a:off x="11051539" y="4185271"/>
              <a:ext cx="644526" cy="369332"/>
            </a:xfrm>
            <a:prstGeom prst="rect">
              <a:avLst/>
            </a:prstGeom>
            <a:noFill/>
          </p:spPr>
          <p:txBody>
            <a:bodyPr wrap="square" rtlCol="0">
              <a:spAutoFit/>
            </a:bodyPr>
            <a:lstStyle/>
            <a:p>
              <a:r>
                <a:rPr lang="zh-CN" altLang="en-US" b="1" dirty="0"/>
                <a:t>时间</a:t>
              </a:r>
            </a:p>
          </p:txBody>
        </p:sp>
        <p:cxnSp>
          <p:nvCxnSpPr>
            <p:cNvPr id="42" name="直接箭头连接符 41">
              <a:extLst>
                <a:ext uri="{FF2B5EF4-FFF2-40B4-BE49-F238E27FC236}">
                  <a16:creationId xmlns:a16="http://schemas.microsoft.com/office/drawing/2014/main" id="{3462DB36-3E6A-4AC1-B3D8-AE44A2C14328}"/>
                </a:ext>
              </a:extLst>
            </p:cNvPr>
            <p:cNvCxnSpPr>
              <a:cxnSpLocks/>
            </p:cNvCxnSpPr>
            <p:nvPr/>
          </p:nvCxnSpPr>
          <p:spPr>
            <a:xfrm>
              <a:off x="1666661" y="4369937"/>
              <a:ext cx="9367200" cy="0"/>
            </a:xfrm>
            <a:prstGeom prst="straightConnector1">
              <a:avLst/>
            </a:prstGeom>
            <a:ln w="12700">
              <a:solidFill>
                <a:schemeClr val="tx1"/>
              </a:solidFill>
              <a:tailEnd type="triangle"/>
            </a:ln>
          </p:spPr>
          <p:style>
            <a:lnRef idx="1">
              <a:schemeClr val="accent1"/>
            </a:lnRef>
            <a:fillRef idx="0">
              <a:schemeClr val="accent1"/>
            </a:fillRef>
            <a:effectRef idx="0">
              <a:schemeClr val="accent1"/>
            </a:effectRef>
            <a:fontRef idx="minor">
              <a:schemeClr val="tx1"/>
            </a:fontRef>
          </p:style>
        </p:cxnSp>
      </p:grpSp>
      <p:sp>
        <p:nvSpPr>
          <p:cNvPr id="45" name="矩形 44">
            <a:extLst>
              <a:ext uri="{FF2B5EF4-FFF2-40B4-BE49-F238E27FC236}">
                <a16:creationId xmlns:a16="http://schemas.microsoft.com/office/drawing/2014/main" id="{FC9995F2-5B14-429A-930A-0DCB65EF0D2A}"/>
              </a:ext>
            </a:extLst>
          </p:cNvPr>
          <p:cNvSpPr/>
          <p:nvPr/>
        </p:nvSpPr>
        <p:spPr>
          <a:xfrm>
            <a:off x="1666661" y="2725072"/>
            <a:ext cx="1136650" cy="400110"/>
          </a:xfrm>
          <a:prstGeom prst="rect">
            <a:avLst/>
          </a:prstGeom>
          <a:solidFill>
            <a:schemeClr val="accent4"/>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zh-CN" altLang="en-US" b="1" dirty="0"/>
              <a:t>信道空闲</a:t>
            </a:r>
          </a:p>
        </p:txBody>
      </p:sp>
      <p:grpSp>
        <p:nvGrpSpPr>
          <p:cNvPr id="96" name="组合 95">
            <a:extLst>
              <a:ext uri="{FF2B5EF4-FFF2-40B4-BE49-F238E27FC236}">
                <a16:creationId xmlns:a16="http://schemas.microsoft.com/office/drawing/2014/main" id="{9F34A613-8B53-4F2E-B766-6F806899F077}"/>
              </a:ext>
            </a:extLst>
          </p:cNvPr>
          <p:cNvGrpSpPr/>
          <p:nvPr/>
        </p:nvGrpSpPr>
        <p:grpSpPr>
          <a:xfrm>
            <a:off x="2781087" y="2616848"/>
            <a:ext cx="1120774" cy="509285"/>
            <a:chOff x="2781087" y="2616848"/>
            <a:chExt cx="1120774" cy="509285"/>
          </a:xfrm>
        </p:grpSpPr>
        <p:sp>
          <p:nvSpPr>
            <p:cNvPr id="46" name="文本框 45">
              <a:extLst>
                <a:ext uri="{FF2B5EF4-FFF2-40B4-BE49-F238E27FC236}">
                  <a16:creationId xmlns:a16="http://schemas.microsoft.com/office/drawing/2014/main" id="{DAFFB414-0080-4EA2-A178-2EE20AC6E26F}"/>
                </a:ext>
              </a:extLst>
            </p:cNvPr>
            <p:cNvSpPr txBox="1"/>
            <p:nvPr/>
          </p:nvSpPr>
          <p:spPr>
            <a:xfrm>
              <a:off x="2781087" y="2616848"/>
              <a:ext cx="1098550" cy="369332"/>
            </a:xfrm>
            <a:prstGeom prst="rect">
              <a:avLst/>
            </a:prstGeom>
            <a:noFill/>
          </p:spPr>
          <p:txBody>
            <a:bodyPr wrap="square" rtlCol="0">
              <a:spAutoFit/>
            </a:bodyPr>
            <a:lstStyle/>
            <a:p>
              <a:pPr algn="ctr"/>
              <a:r>
                <a:rPr lang="en-US" altLang="zh-CN" b="1" dirty="0"/>
                <a:t>DIFS</a:t>
              </a:r>
              <a:endParaRPr lang="zh-CN" altLang="en-US" b="1" dirty="0"/>
            </a:p>
          </p:txBody>
        </p:sp>
        <p:cxnSp>
          <p:nvCxnSpPr>
            <p:cNvPr id="48" name="直接连接符 47">
              <a:extLst>
                <a:ext uri="{FF2B5EF4-FFF2-40B4-BE49-F238E27FC236}">
                  <a16:creationId xmlns:a16="http://schemas.microsoft.com/office/drawing/2014/main" id="{A457A3D8-C3E3-46EA-8A2E-1E515E523F38}"/>
                </a:ext>
              </a:extLst>
            </p:cNvPr>
            <p:cNvCxnSpPr>
              <a:cxnSpLocks/>
            </p:cNvCxnSpPr>
            <p:nvPr/>
          </p:nvCxnSpPr>
          <p:spPr>
            <a:xfrm>
              <a:off x="3901861" y="2724121"/>
              <a:ext cx="0" cy="402012"/>
            </a:xfrm>
            <a:prstGeom prst="line">
              <a:avLst/>
            </a:prstGeom>
            <a:ln w="12700">
              <a:solidFill>
                <a:schemeClr val="tx1"/>
              </a:solidFill>
              <a:tailEnd type="none"/>
            </a:ln>
          </p:spPr>
          <p:style>
            <a:lnRef idx="1">
              <a:schemeClr val="accent1"/>
            </a:lnRef>
            <a:fillRef idx="0">
              <a:schemeClr val="accent1"/>
            </a:fillRef>
            <a:effectRef idx="0">
              <a:schemeClr val="accent1"/>
            </a:effectRef>
            <a:fontRef idx="minor">
              <a:schemeClr val="tx1"/>
            </a:fontRef>
          </p:style>
        </p:cxnSp>
        <p:cxnSp>
          <p:nvCxnSpPr>
            <p:cNvPr id="51" name="直接箭头连接符 50">
              <a:extLst>
                <a:ext uri="{FF2B5EF4-FFF2-40B4-BE49-F238E27FC236}">
                  <a16:creationId xmlns:a16="http://schemas.microsoft.com/office/drawing/2014/main" id="{C08C9339-6D4D-43A7-B909-1357F4148309}"/>
                </a:ext>
              </a:extLst>
            </p:cNvPr>
            <p:cNvCxnSpPr/>
            <p:nvPr/>
          </p:nvCxnSpPr>
          <p:spPr>
            <a:xfrm>
              <a:off x="2803311" y="2940516"/>
              <a:ext cx="1098550" cy="0"/>
            </a:xfrm>
            <a:prstGeom prst="straightConnector1">
              <a:avLst/>
            </a:prstGeom>
            <a:ln w="12700">
              <a:solidFill>
                <a:schemeClr val="tx1"/>
              </a:solidFill>
              <a:headEnd type="triangle"/>
              <a:tailEnd type="triangle"/>
            </a:ln>
          </p:spPr>
          <p:style>
            <a:lnRef idx="1">
              <a:schemeClr val="accent1"/>
            </a:lnRef>
            <a:fillRef idx="0">
              <a:schemeClr val="accent1"/>
            </a:fillRef>
            <a:effectRef idx="0">
              <a:schemeClr val="accent1"/>
            </a:effectRef>
            <a:fontRef idx="minor">
              <a:schemeClr val="tx1"/>
            </a:fontRef>
          </p:style>
        </p:cxnSp>
      </p:grpSp>
      <p:grpSp>
        <p:nvGrpSpPr>
          <p:cNvPr id="101" name="组合 100">
            <a:extLst>
              <a:ext uri="{FF2B5EF4-FFF2-40B4-BE49-F238E27FC236}">
                <a16:creationId xmlns:a16="http://schemas.microsoft.com/office/drawing/2014/main" id="{8DDDACE7-C25E-47A5-9A19-9015074D79CB}"/>
              </a:ext>
            </a:extLst>
          </p:cNvPr>
          <p:cNvGrpSpPr/>
          <p:nvPr/>
        </p:nvGrpSpPr>
        <p:grpSpPr>
          <a:xfrm>
            <a:off x="3901858" y="3124233"/>
            <a:ext cx="1250949" cy="1245704"/>
            <a:chOff x="3901858" y="3124233"/>
            <a:chExt cx="1250949" cy="1245704"/>
          </a:xfrm>
        </p:grpSpPr>
        <p:sp>
          <p:nvSpPr>
            <p:cNvPr id="52" name="平行四边形 51">
              <a:extLst>
                <a:ext uri="{FF2B5EF4-FFF2-40B4-BE49-F238E27FC236}">
                  <a16:creationId xmlns:a16="http://schemas.microsoft.com/office/drawing/2014/main" id="{A6D7F9EA-AAFF-4EBC-BB07-DDAF4A1C569A}"/>
                </a:ext>
              </a:extLst>
            </p:cNvPr>
            <p:cNvSpPr/>
            <p:nvPr/>
          </p:nvSpPr>
          <p:spPr>
            <a:xfrm flipH="1">
              <a:off x="3901858" y="3124233"/>
              <a:ext cx="1250949" cy="1245704"/>
            </a:xfrm>
            <a:prstGeom prst="parallelogram">
              <a:avLst/>
            </a:prstGeom>
            <a:solidFill>
              <a:schemeClr val="accent3"/>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b="1" dirty="0">
                <a:latin typeface="宋体" panose="02010600030101010101" pitchFamily="2" charset="-122"/>
                <a:ea typeface="宋体" panose="02010600030101010101" pitchFamily="2" charset="-122"/>
              </a:endParaRPr>
            </a:p>
          </p:txBody>
        </p:sp>
        <p:sp>
          <p:nvSpPr>
            <p:cNvPr id="98" name="文本框 97">
              <a:extLst>
                <a:ext uri="{FF2B5EF4-FFF2-40B4-BE49-F238E27FC236}">
                  <a16:creationId xmlns:a16="http://schemas.microsoft.com/office/drawing/2014/main" id="{C77411A2-1CD5-4040-ACBC-13BF9CEF8499}"/>
                </a:ext>
              </a:extLst>
            </p:cNvPr>
            <p:cNvSpPr txBox="1"/>
            <p:nvPr/>
          </p:nvSpPr>
          <p:spPr>
            <a:xfrm>
              <a:off x="4036794" y="3241201"/>
              <a:ext cx="981076" cy="646331"/>
            </a:xfrm>
            <a:prstGeom prst="rect">
              <a:avLst/>
            </a:prstGeom>
            <a:noFill/>
          </p:spPr>
          <p:txBody>
            <a:bodyPr wrap="square" rtlCol="0">
              <a:spAutoFit/>
            </a:bodyPr>
            <a:lstStyle/>
            <a:p>
              <a:pPr algn="ctr"/>
              <a:r>
                <a:rPr lang="zh-CN" altLang="en-US" b="1" dirty="0">
                  <a:solidFill>
                    <a:schemeClr val="bg1"/>
                  </a:solidFill>
                </a:rPr>
                <a:t>第</a:t>
              </a:r>
              <a:r>
                <a:rPr lang="en-US" altLang="zh-CN" b="1" dirty="0">
                  <a:solidFill>
                    <a:schemeClr val="bg1"/>
                  </a:solidFill>
                </a:rPr>
                <a:t>1</a:t>
              </a:r>
              <a:r>
                <a:rPr lang="zh-CN" altLang="en-US" b="1" dirty="0">
                  <a:solidFill>
                    <a:schemeClr val="bg1"/>
                  </a:solidFill>
                </a:rPr>
                <a:t>个</a:t>
              </a:r>
              <a:endParaRPr lang="en-US" altLang="zh-CN" b="1" dirty="0">
                <a:solidFill>
                  <a:schemeClr val="bg1"/>
                </a:solidFill>
              </a:endParaRPr>
            </a:p>
            <a:p>
              <a:pPr algn="ctr"/>
              <a:r>
                <a:rPr lang="zh-CN" altLang="en-US" b="1" dirty="0">
                  <a:solidFill>
                    <a:schemeClr val="bg1"/>
                  </a:solidFill>
                </a:rPr>
                <a:t>数据帧</a:t>
              </a:r>
            </a:p>
          </p:txBody>
        </p:sp>
        <p:cxnSp>
          <p:nvCxnSpPr>
            <p:cNvPr id="100" name="直接箭头连接符 99">
              <a:extLst>
                <a:ext uri="{FF2B5EF4-FFF2-40B4-BE49-F238E27FC236}">
                  <a16:creationId xmlns:a16="http://schemas.microsoft.com/office/drawing/2014/main" id="{7E326EA6-85DA-47B4-B17B-E09B87597BD9}"/>
                </a:ext>
              </a:extLst>
            </p:cNvPr>
            <p:cNvCxnSpPr/>
            <p:nvPr/>
          </p:nvCxnSpPr>
          <p:spPr>
            <a:xfrm>
              <a:off x="4565842" y="3880823"/>
              <a:ext cx="85308" cy="345801"/>
            </a:xfrm>
            <a:prstGeom prst="straightConnector1">
              <a:avLst/>
            </a:prstGeom>
            <a:ln w="38100">
              <a:solidFill>
                <a:schemeClr val="bg1"/>
              </a:solidFill>
              <a:tailEnd type="triangle"/>
            </a:ln>
          </p:spPr>
          <p:style>
            <a:lnRef idx="1">
              <a:schemeClr val="accent1"/>
            </a:lnRef>
            <a:fillRef idx="0">
              <a:schemeClr val="accent1"/>
            </a:fillRef>
            <a:effectRef idx="0">
              <a:schemeClr val="accent1"/>
            </a:effectRef>
            <a:fontRef idx="minor">
              <a:schemeClr val="tx1"/>
            </a:fontRef>
          </p:style>
        </p:cxnSp>
      </p:grpSp>
      <p:sp>
        <p:nvSpPr>
          <p:cNvPr id="106" name="对话气泡: 圆角矩形 105">
            <a:extLst>
              <a:ext uri="{FF2B5EF4-FFF2-40B4-BE49-F238E27FC236}">
                <a16:creationId xmlns:a16="http://schemas.microsoft.com/office/drawing/2014/main" id="{FE76405D-B77A-42A0-93AD-70DE7831E6F1}"/>
              </a:ext>
            </a:extLst>
          </p:cNvPr>
          <p:cNvSpPr/>
          <p:nvPr/>
        </p:nvSpPr>
        <p:spPr>
          <a:xfrm>
            <a:off x="1661680" y="1156252"/>
            <a:ext cx="10034385" cy="1281121"/>
          </a:xfrm>
          <a:prstGeom prst="wedgeRoundRectCallout">
            <a:avLst>
              <a:gd name="adj1" fmla="val -31466"/>
              <a:gd name="adj2" fmla="val 69793"/>
              <a:gd name="adj3" fmla="val 16667"/>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endParaRPr lang="zh-CN" altLang="en-US" b="1" dirty="0"/>
          </a:p>
        </p:txBody>
      </p:sp>
      <mc:AlternateContent xmlns:mc="http://schemas.openxmlformats.org/markup-compatibility/2006" xmlns:a14="http://schemas.microsoft.com/office/drawing/2010/main">
        <mc:Choice Requires="a14">
          <p:sp>
            <p:nvSpPr>
              <p:cNvPr id="108" name="文本框 107">
                <a:extLst>
                  <a:ext uri="{FF2B5EF4-FFF2-40B4-BE49-F238E27FC236}">
                    <a16:creationId xmlns:a16="http://schemas.microsoft.com/office/drawing/2014/main" id="{1ECBDA94-0160-4EC5-93FB-6126605A6115}"/>
                  </a:ext>
                </a:extLst>
              </p:cNvPr>
              <p:cNvSpPr txBox="1"/>
              <p:nvPr/>
            </p:nvSpPr>
            <p:spPr>
              <a:xfrm>
                <a:off x="1749424" y="1180188"/>
                <a:ext cx="8385175" cy="369332"/>
              </a:xfrm>
              <a:prstGeom prst="rect">
                <a:avLst/>
              </a:prstGeom>
              <a:noFill/>
            </p:spPr>
            <p:txBody>
              <a:bodyPr wrap="square">
                <a:spAutoFit/>
              </a:bodyPr>
              <a:lstStyle/>
              <a:p>
                <a:r>
                  <a:rPr lang="en-US" altLang="zh-CN" b="1" dirty="0">
                    <a:solidFill>
                      <a:schemeClr val="bg1"/>
                    </a:solidFill>
                  </a:rPr>
                  <a:t>DCF</a:t>
                </a:r>
                <a:r>
                  <a:rPr lang="zh-CN" altLang="en-US" b="1" dirty="0">
                    <a:solidFill>
                      <a:schemeClr val="bg1"/>
                    </a:solidFill>
                  </a:rPr>
                  <a:t>帧间间隔</a:t>
                </a:r>
                <a:r>
                  <a:rPr lang="en-US" altLang="zh-CN" b="1" dirty="0">
                    <a:solidFill>
                      <a:schemeClr val="bg1"/>
                    </a:solidFill>
                  </a:rPr>
                  <a:t>DIFS</a:t>
                </a:r>
                <a:r>
                  <a:rPr lang="zh-CN" altLang="en-US" b="1" dirty="0">
                    <a:solidFill>
                      <a:schemeClr val="bg1"/>
                    </a:solidFill>
                  </a:rPr>
                  <a:t>的长度为</a:t>
                </a:r>
                <a:r>
                  <a:rPr lang="en-US" altLang="zh-CN" b="1" dirty="0">
                    <a:solidFill>
                      <a:schemeClr val="bg1"/>
                    </a:solidFill>
                  </a:rPr>
                  <a:t>128</a:t>
                </a:r>
                <a14:m>
                  <m:oMath xmlns:m="http://schemas.openxmlformats.org/officeDocument/2006/math">
                    <m:r>
                      <a:rPr lang="el-GR" altLang="zh-CN" b="1" i="1" dirty="0" smtClean="0">
                        <a:solidFill>
                          <a:schemeClr val="bg1"/>
                        </a:solidFill>
                        <a:latin typeface="Cambria Math" panose="02040503050406030204" pitchFamily="18" charset="0"/>
                      </a:rPr>
                      <m:t>𝝁</m:t>
                    </m:r>
                    <m:r>
                      <a:rPr lang="en-US" altLang="zh-CN" b="1" i="1" dirty="0" smtClean="0">
                        <a:solidFill>
                          <a:schemeClr val="bg1"/>
                        </a:solidFill>
                        <a:latin typeface="Cambria Math" panose="02040503050406030204" pitchFamily="18" charset="0"/>
                      </a:rPr>
                      <m:t>𝒔</m:t>
                    </m:r>
                  </m:oMath>
                </a14:m>
                <a:r>
                  <a:rPr lang="zh-CN" altLang="en-US" b="1" dirty="0">
                    <a:solidFill>
                      <a:schemeClr val="bg1"/>
                    </a:solidFill>
                  </a:rPr>
                  <a:t>，在</a:t>
                </a:r>
                <a:r>
                  <a:rPr lang="en-US" altLang="zh-CN" b="1" dirty="0">
                    <a:solidFill>
                      <a:schemeClr val="bg1"/>
                    </a:solidFill>
                  </a:rPr>
                  <a:t>DCF</a:t>
                </a:r>
                <a:r>
                  <a:rPr lang="zh-CN" altLang="en-US" b="1" dirty="0">
                    <a:solidFill>
                      <a:schemeClr val="bg1"/>
                    </a:solidFill>
                  </a:rPr>
                  <a:t>方式中，</a:t>
                </a:r>
                <a:r>
                  <a:rPr lang="en-US" altLang="zh-CN" b="1" dirty="0">
                    <a:solidFill>
                      <a:schemeClr val="bg1"/>
                    </a:solidFill>
                  </a:rPr>
                  <a:t>DIFS</a:t>
                </a:r>
                <a:r>
                  <a:rPr lang="zh-CN" altLang="en-US" b="1" dirty="0">
                    <a:solidFill>
                      <a:schemeClr val="bg1"/>
                    </a:solidFill>
                  </a:rPr>
                  <a:t>用来发送数据帧和管理帧。</a:t>
                </a:r>
              </a:p>
            </p:txBody>
          </p:sp>
        </mc:Choice>
        <mc:Fallback xmlns="">
          <p:sp>
            <p:nvSpPr>
              <p:cNvPr id="108" name="文本框 107">
                <a:extLst>
                  <a:ext uri="{FF2B5EF4-FFF2-40B4-BE49-F238E27FC236}">
                    <a16:creationId xmlns:a16="http://schemas.microsoft.com/office/drawing/2014/main" id="{1ECBDA94-0160-4EC5-93FB-6126605A6115}"/>
                  </a:ext>
                </a:extLst>
              </p:cNvPr>
              <p:cNvSpPr txBox="1">
                <a:spLocks noRot="1" noChangeAspect="1" noMove="1" noResize="1" noEditPoints="1" noAdjustHandles="1" noChangeArrowheads="1" noChangeShapeType="1" noTextEdit="1"/>
              </p:cNvSpPr>
              <p:nvPr/>
            </p:nvSpPr>
            <p:spPr>
              <a:xfrm>
                <a:off x="1749424" y="1180188"/>
                <a:ext cx="8385175" cy="369332"/>
              </a:xfrm>
              <a:prstGeom prst="rect">
                <a:avLst/>
              </a:prstGeom>
              <a:blipFill>
                <a:blip r:embed="rId4"/>
                <a:stretch>
                  <a:fillRect l="-655" t="-10000" r="-145" b="-26667"/>
                </a:stretch>
              </a:blipFill>
            </p:spPr>
            <p:txBody>
              <a:bodyPr/>
              <a:lstStyle/>
              <a:p>
                <a:r>
                  <a:rPr lang="zh-CN" altLang="en-US">
                    <a:noFill/>
                  </a:rPr>
                  <a:t> </a:t>
                </a:r>
              </a:p>
            </p:txBody>
          </p:sp>
        </mc:Fallback>
      </mc:AlternateContent>
      <p:sp>
        <p:nvSpPr>
          <p:cNvPr id="109" name="文本框 108">
            <a:extLst>
              <a:ext uri="{FF2B5EF4-FFF2-40B4-BE49-F238E27FC236}">
                <a16:creationId xmlns:a16="http://schemas.microsoft.com/office/drawing/2014/main" id="{F1A6669D-0547-45A9-9EEF-8E80033EA1FF}"/>
              </a:ext>
            </a:extLst>
          </p:cNvPr>
          <p:cNvSpPr txBox="1"/>
          <p:nvPr/>
        </p:nvSpPr>
        <p:spPr>
          <a:xfrm>
            <a:off x="1749423" y="1487965"/>
            <a:ext cx="9832977" cy="923330"/>
          </a:xfrm>
          <a:prstGeom prst="rect">
            <a:avLst/>
          </a:prstGeom>
          <a:noFill/>
        </p:spPr>
        <p:txBody>
          <a:bodyPr wrap="square">
            <a:spAutoFit/>
          </a:bodyPr>
          <a:lstStyle/>
          <a:p>
            <a:r>
              <a:rPr lang="en-US" altLang="zh-CN" b="1" dirty="0">
                <a:solidFill>
                  <a:schemeClr val="bg1"/>
                </a:solidFill>
              </a:rPr>
              <a:t>DCF</a:t>
            </a:r>
            <a:r>
              <a:rPr lang="zh-CN" altLang="en-US" b="1" dirty="0">
                <a:solidFill>
                  <a:schemeClr val="bg1"/>
                </a:solidFill>
              </a:rPr>
              <a:t>是分布式协调功能（</a:t>
            </a:r>
            <a:r>
              <a:rPr lang="en-US" altLang="zh-CN" b="1" dirty="0">
                <a:solidFill>
                  <a:schemeClr val="bg1"/>
                </a:solidFill>
              </a:rPr>
              <a:t>Distributed Coordination Function</a:t>
            </a:r>
            <a:r>
              <a:rPr lang="zh-CN" altLang="en-US" b="1" dirty="0">
                <a:solidFill>
                  <a:schemeClr val="bg1"/>
                </a:solidFill>
              </a:rPr>
              <a:t>，</a:t>
            </a:r>
            <a:r>
              <a:rPr lang="en-US" altLang="zh-CN" b="1" dirty="0">
                <a:solidFill>
                  <a:schemeClr val="bg1"/>
                </a:solidFill>
              </a:rPr>
              <a:t>DCF</a:t>
            </a:r>
            <a:r>
              <a:rPr lang="zh-CN" altLang="en-US" b="1" dirty="0">
                <a:solidFill>
                  <a:schemeClr val="bg1"/>
                </a:solidFill>
              </a:rPr>
              <a:t>）的英文缩写词。在</a:t>
            </a:r>
            <a:r>
              <a:rPr lang="en-US" altLang="zh-CN" b="1" dirty="0">
                <a:solidFill>
                  <a:schemeClr val="bg1"/>
                </a:solidFill>
              </a:rPr>
              <a:t>DCF</a:t>
            </a:r>
            <a:r>
              <a:rPr lang="zh-CN" altLang="en-US" b="1" dirty="0">
                <a:solidFill>
                  <a:schemeClr val="bg1"/>
                </a:solidFill>
              </a:rPr>
              <a:t>方式下，没有中心控制站点，每个站点使用</a:t>
            </a:r>
            <a:r>
              <a:rPr lang="en-US" altLang="zh-CN" b="1" dirty="0">
                <a:solidFill>
                  <a:schemeClr val="bg1"/>
                </a:solidFill>
              </a:rPr>
              <a:t>CSMA/CA</a:t>
            </a:r>
            <a:r>
              <a:rPr lang="zh-CN" altLang="en-US" b="1" dirty="0">
                <a:solidFill>
                  <a:schemeClr val="bg1"/>
                </a:solidFill>
              </a:rPr>
              <a:t>协议通过争用信道来获取发送权。</a:t>
            </a:r>
            <a:r>
              <a:rPr lang="en-US" altLang="zh-CN" b="1" dirty="0">
                <a:solidFill>
                  <a:schemeClr val="bg1"/>
                </a:solidFill>
              </a:rPr>
              <a:t>DCF</a:t>
            </a:r>
            <a:r>
              <a:rPr lang="zh-CN" altLang="en-US" b="1" dirty="0">
                <a:solidFill>
                  <a:schemeClr val="bg1"/>
                </a:solidFill>
              </a:rPr>
              <a:t>方式是</a:t>
            </a:r>
            <a:r>
              <a:rPr lang="en-US" altLang="zh-CN" b="1" dirty="0">
                <a:solidFill>
                  <a:schemeClr val="bg1"/>
                </a:solidFill>
              </a:rPr>
              <a:t>802.11</a:t>
            </a:r>
            <a:r>
              <a:rPr lang="zh-CN" altLang="en-US" b="1" dirty="0">
                <a:solidFill>
                  <a:schemeClr val="bg1"/>
                </a:solidFill>
              </a:rPr>
              <a:t>定义的默认方式（必须实现）。</a:t>
            </a:r>
          </a:p>
        </p:txBody>
      </p:sp>
      <p:grpSp>
        <p:nvGrpSpPr>
          <p:cNvPr id="110" name="组合 109">
            <a:extLst>
              <a:ext uri="{FF2B5EF4-FFF2-40B4-BE49-F238E27FC236}">
                <a16:creationId xmlns:a16="http://schemas.microsoft.com/office/drawing/2014/main" id="{D7399B35-6105-4E8C-9DE1-DEA58750A70F}"/>
              </a:ext>
            </a:extLst>
          </p:cNvPr>
          <p:cNvGrpSpPr/>
          <p:nvPr/>
        </p:nvGrpSpPr>
        <p:grpSpPr>
          <a:xfrm>
            <a:off x="2121467" y="3123280"/>
            <a:ext cx="1363688" cy="830190"/>
            <a:chOff x="4018800" y="2864874"/>
            <a:chExt cx="1363688" cy="830190"/>
          </a:xfrm>
        </p:grpSpPr>
        <p:sp>
          <p:nvSpPr>
            <p:cNvPr id="111" name="文本框 110">
              <a:extLst>
                <a:ext uri="{FF2B5EF4-FFF2-40B4-BE49-F238E27FC236}">
                  <a16:creationId xmlns:a16="http://schemas.microsoft.com/office/drawing/2014/main" id="{2BB7DFE5-990D-4CC6-A437-FC8A0A9B563A}"/>
                </a:ext>
              </a:extLst>
            </p:cNvPr>
            <p:cNvSpPr txBox="1"/>
            <p:nvPr/>
          </p:nvSpPr>
          <p:spPr>
            <a:xfrm>
              <a:off x="4018800" y="3325732"/>
              <a:ext cx="1363688" cy="369332"/>
            </a:xfrm>
            <a:prstGeom prst="rect">
              <a:avLst/>
            </a:prstGeom>
            <a:noFill/>
          </p:spPr>
          <p:txBody>
            <a:bodyPr wrap="square" rtlCol="0">
              <a:spAutoFit/>
            </a:bodyPr>
            <a:lstStyle/>
            <a:p>
              <a:pPr algn="ctr"/>
              <a:r>
                <a:rPr lang="zh-CN" altLang="en-US" b="1" dirty="0">
                  <a:solidFill>
                    <a:schemeClr val="accent3"/>
                  </a:solidFill>
                  <a:latin typeface="Arial Narrow" panose="020B0606020202030204" pitchFamily="34" charset="0"/>
                </a:rPr>
                <a:t>有帧要发送</a:t>
              </a:r>
            </a:p>
          </p:txBody>
        </p:sp>
        <p:cxnSp>
          <p:nvCxnSpPr>
            <p:cNvPr id="112" name="直接箭头连接符 111">
              <a:extLst>
                <a:ext uri="{FF2B5EF4-FFF2-40B4-BE49-F238E27FC236}">
                  <a16:creationId xmlns:a16="http://schemas.microsoft.com/office/drawing/2014/main" id="{EAFCC176-BABE-4851-9F0B-8B118C945D1E}"/>
                </a:ext>
              </a:extLst>
            </p:cNvPr>
            <p:cNvCxnSpPr>
              <a:cxnSpLocks/>
            </p:cNvCxnSpPr>
            <p:nvPr/>
          </p:nvCxnSpPr>
          <p:spPr>
            <a:xfrm flipV="1">
              <a:off x="4702471" y="2864874"/>
              <a:ext cx="0" cy="521823"/>
            </a:xfrm>
            <a:prstGeom prst="straightConnector1">
              <a:avLst/>
            </a:prstGeom>
            <a:ln w="25400">
              <a:solidFill>
                <a:schemeClr val="tx1"/>
              </a:solidFill>
              <a:tailEnd type="triangle" w="med" len="lg"/>
            </a:ln>
          </p:spPr>
          <p:style>
            <a:lnRef idx="1">
              <a:schemeClr val="accent1"/>
            </a:lnRef>
            <a:fillRef idx="0">
              <a:schemeClr val="accent1"/>
            </a:fillRef>
            <a:effectRef idx="0">
              <a:schemeClr val="accent1"/>
            </a:effectRef>
            <a:fontRef idx="minor">
              <a:schemeClr val="tx1"/>
            </a:fontRef>
          </p:style>
        </p:cxnSp>
      </p:grpSp>
    </p:spTree>
    <p:custDataLst>
      <p:tags r:id="rId1"/>
    </p:custDataLst>
    <p:extLst>
      <p:ext uri="{BB962C8B-B14F-4D97-AF65-F5344CB8AC3E}">
        <p14:creationId xmlns:p14="http://schemas.microsoft.com/office/powerpoint/2010/main" val="514044182"/>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2" presetClass="entr" presetSubtype="1" fill="hold" nodeType="withEffect">
                                  <p:stCondLst>
                                    <p:cond delay="0"/>
                                  </p:stCondLst>
                                  <p:childTnLst>
                                    <p:set>
                                      <p:cBhvr>
                                        <p:cTn id="6" dur="1" fill="hold">
                                          <p:stCondLst>
                                            <p:cond delay="0"/>
                                          </p:stCondLst>
                                        </p:cTn>
                                        <p:tgtEl>
                                          <p:spTgt spid="4"/>
                                        </p:tgtEl>
                                        <p:attrNameLst>
                                          <p:attrName>style.visibility</p:attrName>
                                        </p:attrNameLst>
                                      </p:cBhvr>
                                      <p:to>
                                        <p:strVal val="visible"/>
                                      </p:to>
                                    </p:set>
                                    <p:anim calcmode="lin" valueType="num">
                                      <p:cBhvr additive="base">
                                        <p:cTn id="7" dur="1000"/>
                                        <p:tgtEl>
                                          <p:spTgt spid="4"/>
                                        </p:tgtEl>
                                        <p:attrNameLst>
                                          <p:attrName>ppt_y</p:attrName>
                                        </p:attrNameLst>
                                      </p:cBhvr>
                                      <p:tavLst>
                                        <p:tav tm="0">
                                          <p:val>
                                            <p:strVal val="#ppt_y-#ppt_h*1.125000"/>
                                          </p:val>
                                        </p:tav>
                                        <p:tav tm="100000">
                                          <p:val>
                                            <p:strVal val="#ppt_y"/>
                                          </p:val>
                                        </p:tav>
                                      </p:tavLst>
                                    </p:anim>
                                    <p:animEffect transition="in" filter="wipe(down)">
                                      <p:cBhvr>
                                        <p:cTn id="8" dur="1000"/>
                                        <p:tgtEl>
                                          <p:spTgt spid="4"/>
                                        </p:tgtEl>
                                      </p:cBhvr>
                                    </p:animEffect>
                                  </p:childTnLst>
                                </p:cTn>
                              </p:par>
                            </p:childTnLst>
                          </p:cTn>
                        </p:par>
                      </p:childTnLst>
                    </p:cTn>
                  </p:par>
                  <p:par>
                    <p:cTn id="9" fill="hold">
                      <p:stCondLst>
                        <p:cond delay="indefinite"/>
                      </p:stCondLst>
                      <p:childTnLst>
                        <p:par>
                          <p:cTn id="10" fill="hold">
                            <p:stCondLst>
                              <p:cond delay="0"/>
                            </p:stCondLst>
                            <p:childTnLst>
                              <p:par>
                                <p:cTn id="11" presetID="22" presetClass="entr" presetSubtype="8" fill="hold" nodeType="clickEffect">
                                  <p:stCondLst>
                                    <p:cond delay="0"/>
                                  </p:stCondLst>
                                  <p:childTnLst>
                                    <p:set>
                                      <p:cBhvr>
                                        <p:cTn id="12" dur="1" fill="hold">
                                          <p:stCondLst>
                                            <p:cond delay="0"/>
                                          </p:stCondLst>
                                        </p:cTn>
                                        <p:tgtEl>
                                          <p:spTgt spid="89"/>
                                        </p:tgtEl>
                                        <p:attrNameLst>
                                          <p:attrName>style.visibility</p:attrName>
                                        </p:attrNameLst>
                                      </p:cBhvr>
                                      <p:to>
                                        <p:strVal val="visible"/>
                                      </p:to>
                                    </p:set>
                                    <p:animEffect transition="in" filter="wipe(left)">
                                      <p:cBhvr>
                                        <p:cTn id="13" dur="1000"/>
                                        <p:tgtEl>
                                          <p:spTgt spid="89"/>
                                        </p:tgtEl>
                                      </p:cBhvr>
                                    </p:animEffect>
                                  </p:childTnLst>
                                </p:cTn>
                              </p:par>
                            </p:childTnLst>
                          </p:cTn>
                        </p:par>
                      </p:childTnLst>
                    </p:cTn>
                  </p:par>
                  <p:par>
                    <p:cTn id="14" fill="hold">
                      <p:stCondLst>
                        <p:cond delay="indefinite"/>
                      </p:stCondLst>
                      <p:childTnLst>
                        <p:par>
                          <p:cTn id="15" fill="hold">
                            <p:stCondLst>
                              <p:cond delay="0"/>
                            </p:stCondLst>
                            <p:childTnLst>
                              <p:par>
                                <p:cTn id="16" presetID="22" presetClass="entr" presetSubtype="8" fill="hold" grpId="0" nodeType="clickEffect">
                                  <p:stCondLst>
                                    <p:cond delay="0"/>
                                  </p:stCondLst>
                                  <p:childTnLst>
                                    <p:set>
                                      <p:cBhvr>
                                        <p:cTn id="17" dur="1" fill="hold">
                                          <p:stCondLst>
                                            <p:cond delay="0"/>
                                          </p:stCondLst>
                                        </p:cTn>
                                        <p:tgtEl>
                                          <p:spTgt spid="45"/>
                                        </p:tgtEl>
                                        <p:attrNameLst>
                                          <p:attrName>style.visibility</p:attrName>
                                        </p:attrNameLst>
                                      </p:cBhvr>
                                      <p:to>
                                        <p:strVal val="visible"/>
                                      </p:to>
                                    </p:set>
                                    <p:animEffect transition="in" filter="wipe(left)">
                                      <p:cBhvr>
                                        <p:cTn id="18" dur="500"/>
                                        <p:tgtEl>
                                          <p:spTgt spid="45"/>
                                        </p:tgtEl>
                                      </p:cBhvr>
                                    </p:animEffect>
                                  </p:childTnLst>
                                </p:cTn>
                              </p:par>
                            </p:childTnLst>
                          </p:cTn>
                        </p:par>
                      </p:childTnLst>
                    </p:cTn>
                  </p:par>
                  <p:par>
                    <p:cTn id="19" fill="hold">
                      <p:stCondLst>
                        <p:cond delay="indefinite"/>
                      </p:stCondLst>
                      <p:childTnLst>
                        <p:par>
                          <p:cTn id="20" fill="hold">
                            <p:stCondLst>
                              <p:cond delay="0"/>
                            </p:stCondLst>
                            <p:childTnLst>
                              <p:par>
                                <p:cTn id="21" presetID="22" presetClass="entr" presetSubtype="4" fill="hold" nodeType="clickEffect">
                                  <p:stCondLst>
                                    <p:cond delay="0"/>
                                  </p:stCondLst>
                                  <p:childTnLst>
                                    <p:set>
                                      <p:cBhvr>
                                        <p:cTn id="22" dur="1" fill="hold">
                                          <p:stCondLst>
                                            <p:cond delay="0"/>
                                          </p:stCondLst>
                                        </p:cTn>
                                        <p:tgtEl>
                                          <p:spTgt spid="110"/>
                                        </p:tgtEl>
                                        <p:attrNameLst>
                                          <p:attrName>style.visibility</p:attrName>
                                        </p:attrNameLst>
                                      </p:cBhvr>
                                      <p:to>
                                        <p:strVal val="visible"/>
                                      </p:to>
                                    </p:set>
                                    <p:animEffect transition="in" filter="wipe(down)">
                                      <p:cBhvr>
                                        <p:cTn id="23" dur="500"/>
                                        <p:tgtEl>
                                          <p:spTgt spid="110"/>
                                        </p:tgtEl>
                                      </p:cBhvr>
                                    </p:animEffect>
                                  </p:childTnLst>
                                </p:cTn>
                              </p:par>
                            </p:childTnLst>
                          </p:cTn>
                        </p:par>
                      </p:childTnLst>
                    </p:cTn>
                  </p:par>
                  <p:par>
                    <p:cTn id="24" fill="hold">
                      <p:stCondLst>
                        <p:cond delay="indefinite"/>
                      </p:stCondLst>
                      <p:childTnLst>
                        <p:par>
                          <p:cTn id="25" fill="hold">
                            <p:stCondLst>
                              <p:cond delay="0"/>
                            </p:stCondLst>
                            <p:childTnLst>
                              <p:par>
                                <p:cTn id="26" presetID="22" presetClass="entr" presetSubtype="8" fill="hold" nodeType="clickEffect">
                                  <p:stCondLst>
                                    <p:cond delay="0"/>
                                  </p:stCondLst>
                                  <p:childTnLst>
                                    <p:set>
                                      <p:cBhvr>
                                        <p:cTn id="27" dur="1" fill="hold">
                                          <p:stCondLst>
                                            <p:cond delay="0"/>
                                          </p:stCondLst>
                                        </p:cTn>
                                        <p:tgtEl>
                                          <p:spTgt spid="96"/>
                                        </p:tgtEl>
                                        <p:attrNameLst>
                                          <p:attrName>style.visibility</p:attrName>
                                        </p:attrNameLst>
                                      </p:cBhvr>
                                      <p:to>
                                        <p:strVal val="visible"/>
                                      </p:to>
                                    </p:set>
                                    <p:animEffect transition="in" filter="wipe(left)">
                                      <p:cBhvr>
                                        <p:cTn id="28" dur="500"/>
                                        <p:tgtEl>
                                          <p:spTgt spid="96"/>
                                        </p:tgtEl>
                                      </p:cBhvr>
                                    </p:animEffect>
                                  </p:childTnLst>
                                </p:cTn>
                              </p:par>
                            </p:childTnLst>
                          </p:cTn>
                        </p:par>
                      </p:childTnLst>
                    </p:cTn>
                  </p:par>
                  <p:par>
                    <p:cTn id="29" fill="hold">
                      <p:stCondLst>
                        <p:cond delay="indefinite"/>
                      </p:stCondLst>
                      <p:childTnLst>
                        <p:par>
                          <p:cTn id="30" fill="hold">
                            <p:stCondLst>
                              <p:cond delay="0"/>
                            </p:stCondLst>
                            <p:childTnLst>
                              <p:par>
                                <p:cTn id="31" presetID="22" presetClass="entr" presetSubtype="8" fill="hold" nodeType="clickEffect">
                                  <p:stCondLst>
                                    <p:cond delay="0"/>
                                  </p:stCondLst>
                                  <p:childTnLst>
                                    <p:set>
                                      <p:cBhvr>
                                        <p:cTn id="32" dur="1" fill="hold">
                                          <p:stCondLst>
                                            <p:cond delay="0"/>
                                          </p:stCondLst>
                                        </p:cTn>
                                        <p:tgtEl>
                                          <p:spTgt spid="101"/>
                                        </p:tgtEl>
                                        <p:attrNameLst>
                                          <p:attrName>style.visibility</p:attrName>
                                        </p:attrNameLst>
                                      </p:cBhvr>
                                      <p:to>
                                        <p:strVal val="visible"/>
                                      </p:to>
                                    </p:set>
                                    <p:animEffect transition="in" filter="wipe(left)">
                                      <p:cBhvr>
                                        <p:cTn id="33" dur="1000"/>
                                        <p:tgtEl>
                                          <p:spTgt spid="101"/>
                                        </p:tgtEl>
                                      </p:cBhvr>
                                    </p:animEffect>
                                  </p:childTnLst>
                                </p:cTn>
                              </p:par>
                            </p:childTnLst>
                          </p:cTn>
                        </p:par>
                      </p:childTnLst>
                    </p:cTn>
                  </p:par>
                  <p:par>
                    <p:cTn id="34" fill="hold">
                      <p:stCondLst>
                        <p:cond delay="indefinite"/>
                      </p:stCondLst>
                      <p:childTnLst>
                        <p:par>
                          <p:cTn id="35" fill="hold">
                            <p:stCondLst>
                              <p:cond delay="0"/>
                            </p:stCondLst>
                            <p:childTnLst>
                              <p:par>
                                <p:cTn id="36" presetID="22" presetClass="entr" presetSubtype="4" fill="hold" grpId="0" nodeType="clickEffect">
                                  <p:stCondLst>
                                    <p:cond delay="0"/>
                                  </p:stCondLst>
                                  <p:childTnLst>
                                    <p:set>
                                      <p:cBhvr>
                                        <p:cTn id="37" dur="1" fill="hold">
                                          <p:stCondLst>
                                            <p:cond delay="0"/>
                                          </p:stCondLst>
                                        </p:cTn>
                                        <p:tgtEl>
                                          <p:spTgt spid="106"/>
                                        </p:tgtEl>
                                        <p:attrNameLst>
                                          <p:attrName>style.visibility</p:attrName>
                                        </p:attrNameLst>
                                      </p:cBhvr>
                                      <p:to>
                                        <p:strVal val="visible"/>
                                      </p:to>
                                    </p:set>
                                    <p:animEffect transition="in" filter="wipe(down)">
                                      <p:cBhvr>
                                        <p:cTn id="38" dur="500"/>
                                        <p:tgtEl>
                                          <p:spTgt spid="106"/>
                                        </p:tgtEl>
                                      </p:cBhvr>
                                    </p:animEffect>
                                  </p:childTnLst>
                                </p:cTn>
                              </p:par>
                            </p:childTnLst>
                          </p:cTn>
                        </p:par>
                        <p:par>
                          <p:cTn id="39" fill="hold">
                            <p:stCondLst>
                              <p:cond delay="500"/>
                            </p:stCondLst>
                            <p:childTnLst>
                              <p:par>
                                <p:cTn id="40" presetID="1" presetClass="entr" presetSubtype="0" fill="hold" grpId="0" nodeType="afterEffect">
                                  <p:stCondLst>
                                    <p:cond delay="0"/>
                                  </p:stCondLst>
                                  <p:iterate type="lt">
                                    <p:tmAbs val="100"/>
                                  </p:iterate>
                                  <p:childTnLst>
                                    <p:set>
                                      <p:cBhvr>
                                        <p:cTn id="41" dur="1" fill="hold">
                                          <p:stCondLst>
                                            <p:cond delay="0"/>
                                          </p:stCondLst>
                                        </p:cTn>
                                        <p:tgtEl>
                                          <p:spTgt spid="108"/>
                                        </p:tgtEl>
                                        <p:attrNameLst>
                                          <p:attrName>style.visibility</p:attrName>
                                        </p:attrNameLst>
                                      </p:cBhvr>
                                      <p:to>
                                        <p:strVal val="visible"/>
                                      </p:to>
                                    </p:set>
                                  </p:childTnLst>
                                </p:cTn>
                              </p:par>
                            </p:childTnLst>
                          </p:cTn>
                        </p:par>
                      </p:childTnLst>
                    </p:cTn>
                  </p:par>
                  <p:par>
                    <p:cTn id="42" fill="hold">
                      <p:stCondLst>
                        <p:cond delay="indefinite"/>
                      </p:stCondLst>
                      <p:childTnLst>
                        <p:par>
                          <p:cTn id="43" fill="hold">
                            <p:stCondLst>
                              <p:cond delay="0"/>
                            </p:stCondLst>
                            <p:childTnLst>
                              <p:par>
                                <p:cTn id="44" presetID="1" presetClass="entr" presetSubtype="0" fill="hold" grpId="0" nodeType="clickEffect">
                                  <p:stCondLst>
                                    <p:cond delay="0"/>
                                  </p:stCondLst>
                                  <p:iterate type="lt">
                                    <p:tmAbs val="100"/>
                                  </p:iterate>
                                  <p:childTnLst>
                                    <p:set>
                                      <p:cBhvr>
                                        <p:cTn id="45" dur="1" fill="hold">
                                          <p:stCondLst>
                                            <p:cond delay="0"/>
                                          </p:stCondLst>
                                        </p:cTn>
                                        <p:tgtEl>
                                          <p:spTgt spid="109"/>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5" grpId="0" animBg="1"/>
      <p:bldP spid="106" grpId="0" animBg="1"/>
      <p:bldP spid="108" grpId="0"/>
      <p:bldP spid="109" grpId="0"/>
    </p:bldLst>
  </p:timing>
</p:sld>
</file>

<file path=ppt/slides/slide54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8" name="对话气泡: 圆角矩形 77">
            <a:extLst>
              <a:ext uri="{FF2B5EF4-FFF2-40B4-BE49-F238E27FC236}">
                <a16:creationId xmlns:a16="http://schemas.microsoft.com/office/drawing/2014/main" id="{B087DDDD-288B-4F25-908D-6C33A4D2079D}"/>
              </a:ext>
            </a:extLst>
          </p:cNvPr>
          <p:cNvSpPr/>
          <p:nvPr/>
        </p:nvSpPr>
        <p:spPr>
          <a:xfrm>
            <a:off x="1661680" y="1156252"/>
            <a:ext cx="10034385" cy="1281121"/>
          </a:xfrm>
          <a:prstGeom prst="wedgeRoundRectCallout">
            <a:avLst>
              <a:gd name="adj1" fmla="val -31466"/>
              <a:gd name="adj2" fmla="val 69793"/>
              <a:gd name="adj3" fmla="val 16667"/>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endParaRPr lang="zh-CN" altLang="en-US" b="1" dirty="0"/>
          </a:p>
        </p:txBody>
      </p:sp>
      <p:grpSp>
        <p:nvGrpSpPr>
          <p:cNvPr id="4" name="组合 3">
            <a:extLst>
              <a:ext uri="{FF2B5EF4-FFF2-40B4-BE49-F238E27FC236}">
                <a16:creationId xmlns:a16="http://schemas.microsoft.com/office/drawing/2014/main" id="{9A1EA9F2-FCB6-48C3-935F-7AE7E3AD14AC}"/>
              </a:ext>
            </a:extLst>
          </p:cNvPr>
          <p:cNvGrpSpPr/>
          <p:nvPr/>
        </p:nvGrpSpPr>
        <p:grpSpPr>
          <a:xfrm>
            <a:off x="304800" y="749300"/>
            <a:ext cx="5791200" cy="400110"/>
            <a:chOff x="424117" y="898245"/>
            <a:chExt cx="5791200" cy="400110"/>
          </a:xfrm>
        </p:grpSpPr>
        <p:sp>
          <p:nvSpPr>
            <p:cNvPr id="2" name="平行四边形 1">
              <a:extLst>
                <a:ext uri="{FF2B5EF4-FFF2-40B4-BE49-F238E27FC236}">
                  <a16:creationId xmlns:a16="http://schemas.microsoft.com/office/drawing/2014/main" id="{1F5BAA3F-9845-4F89-A2DD-8222D3E4EDAC}"/>
                </a:ext>
              </a:extLst>
            </p:cNvPr>
            <p:cNvSpPr/>
            <p:nvPr/>
          </p:nvSpPr>
          <p:spPr>
            <a:xfrm>
              <a:off x="424117" y="898245"/>
              <a:ext cx="628306" cy="387090"/>
            </a:xfrm>
            <a:prstGeom prst="parallelogram">
              <a:avLst/>
            </a:prstGeom>
            <a:solidFill>
              <a:schemeClr val="accent3">
                <a:lumMod val="75000"/>
              </a:schemeClr>
            </a:solidFill>
            <a:ln>
              <a:solidFill>
                <a:schemeClr val="accent3">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CN" sz="2200" dirty="0">
                  <a:latin typeface="Impact" panose="020B0806030902050204" pitchFamily="34" charset="0"/>
                </a:rPr>
                <a:t>01</a:t>
              </a:r>
              <a:endParaRPr lang="zh-CN" altLang="en-US" sz="2200" dirty="0">
                <a:latin typeface="Impact" panose="020B0806030902050204" pitchFamily="34" charset="0"/>
              </a:endParaRPr>
            </a:p>
          </p:txBody>
        </p:sp>
        <p:sp>
          <p:nvSpPr>
            <p:cNvPr id="3" name="文本框 2">
              <a:extLst>
                <a:ext uri="{FF2B5EF4-FFF2-40B4-BE49-F238E27FC236}">
                  <a16:creationId xmlns:a16="http://schemas.microsoft.com/office/drawing/2014/main" id="{4D6BD736-A4D3-4F26-AFED-36E11F50F70B}"/>
                </a:ext>
              </a:extLst>
            </p:cNvPr>
            <p:cNvSpPr txBox="1"/>
            <p:nvPr/>
          </p:nvSpPr>
          <p:spPr>
            <a:xfrm>
              <a:off x="1052423" y="898245"/>
              <a:ext cx="5162894" cy="400110"/>
            </a:xfrm>
            <a:prstGeom prst="rect">
              <a:avLst/>
            </a:prstGeom>
            <a:noFill/>
          </p:spPr>
          <p:txBody>
            <a:bodyPr wrap="square" rtlCol="0">
              <a:spAutoFit/>
            </a:bodyPr>
            <a:lstStyle/>
            <a:p>
              <a:r>
                <a:rPr lang="en-US" altLang="zh-CN" sz="2000" b="1" dirty="0">
                  <a:solidFill>
                    <a:schemeClr val="tx1"/>
                  </a:solidFill>
                  <a:latin typeface="Arial Narrow" panose="020B0606020202030204" pitchFamily="34" charset="0"/>
                </a:rPr>
                <a:t>CSMA/CA</a:t>
              </a:r>
              <a:r>
                <a:rPr lang="zh-CN" altLang="en-US" sz="2000" b="1" dirty="0">
                  <a:solidFill>
                    <a:schemeClr val="tx1"/>
                  </a:solidFill>
                  <a:latin typeface="Arial Narrow" panose="020B0606020202030204" pitchFamily="34" charset="0"/>
                </a:rPr>
                <a:t>协议的基本工作原理</a:t>
              </a:r>
              <a:endParaRPr lang="en-US" altLang="zh-CN" sz="2000" b="1" dirty="0">
                <a:solidFill>
                  <a:schemeClr val="tx1"/>
                </a:solidFill>
                <a:latin typeface="Arial Narrow" panose="020B0606020202030204" pitchFamily="34" charset="0"/>
              </a:endParaRPr>
            </a:p>
          </p:txBody>
        </p:sp>
      </p:grpSp>
      <p:grpSp>
        <p:nvGrpSpPr>
          <p:cNvPr id="89" name="组合 88">
            <a:extLst>
              <a:ext uri="{FF2B5EF4-FFF2-40B4-BE49-F238E27FC236}">
                <a16:creationId xmlns:a16="http://schemas.microsoft.com/office/drawing/2014/main" id="{CBFB1439-254A-4A59-9085-B30C4F2590D1}"/>
              </a:ext>
            </a:extLst>
          </p:cNvPr>
          <p:cNvGrpSpPr/>
          <p:nvPr/>
        </p:nvGrpSpPr>
        <p:grpSpPr>
          <a:xfrm>
            <a:off x="685585" y="2940516"/>
            <a:ext cx="11010480" cy="2858841"/>
            <a:chOff x="685585" y="2940516"/>
            <a:chExt cx="11010480" cy="2858841"/>
          </a:xfrm>
        </p:grpSpPr>
        <p:sp>
          <p:nvSpPr>
            <p:cNvPr id="21" name="文本框 20">
              <a:extLst>
                <a:ext uri="{FF2B5EF4-FFF2-40B4-BE49-F238E27FC236}">
                  <a16:creationId xmlns:a16="http://schemas.microsoft.com/office/drawing/2014/main" id="{6B66B3AE-5EEE-4D81-907C-03C705DB78A1}"/>
                </a:ext>
              </a:extLst>
            </p:cNvPr>
            <p:cNvSpPr txBox="1"/>
            <p:nvPr/>
          </p:nvSpPr>
          <p:spPr>
            <a:xfrm>
              <a:off x="685585" y="2940516"/>
              <a:ext cx="981076" cy="369332"/>
            </a:xfrm>
            <a:prstGeom prst="rect">
              <a:avLst/>
            </a:prstGeom>
            <a:noFill/>
          </p:spPr>
          <p:txBody>
            <a:bodyPr wrap="square" rtlCol="0">
              <a:spAutoFit/>
            </a:bodyPr>
            <a:lstStyle/>
            <a:p>
              <a:pPr algn="r"/>
              <a:r>
                <a:rPr lang="zh-CN" altLang="en-US" b="1" dirty="0"/>
                <a:t>源站</a:t>
              </a:r>
            </a:p>
          </p:txBody>
        </p:sp>
        <p:sp>
          <p:nvSpPr>
            <p:cNvPr id="26" name="文本框 25">
              <a:extLst>
                <a:ext uri="{FF2B5EF4-FFF2-40B4-BE49-F238E27FC236}">
                  <a16:creationId xmlns:a16="http://schemas.microsoft.com/office/drawing/2014/main" id="{55F45F7A-5AEF-492B-9759-CE04CE348A47}"/>
                </a:ext>
              </a:extLst>
            </p:cNvPr>
            <p:cNvSpPr txBox="1"/>
            <p:nvPr/>
          </p:nvSpPr>
          <p:spPr>
            <a:xfrm>
              <a:off x="685585" y="4187174"/>
              <a:ext cx="981076" cy="369332"/>
            </a:xfrm>
            <a:prstGeom prst="rect">
              <a:avLst/>
            </a:prstGeom>
            <a:noFill/>
          </p:spPr>
          <p:txBody>
            <a:bodyPr wrap="square" rtlCol="0">
              <a:spAutoFit/>
            </a:bodyPr>
            <a:lstStyle/>
            <a:p>
              <a:pPr algn="r"/>
              <a:r>
                <a:rPr lang="zh-CN" altLang="en-US" b="1" dirty="0"/>
                <a:t>目的站</a:t>
              </a:r>
            </a:p>
          </p:txBody>
        </p:sp>
        <p:sp>
          <p:nvSpPr>
            <p:cNvPr id="27" name="文本框 26">
              <a:extLst>
                <a:ext uri="{FF2B5EF4-FFF2-40B4-BE49-F238E27FC236}">
                  <a16:creationId xmlns:a16="http://schemas.microsoft.com/office/drawing/2014/main" id="{B51AE626-D1A6-4373-89DA-C0DCBFCB8C3D}"/>
                </a:ext>
              </a:extLst>
            </p:cNvPr>
            <p:cNvSpPr txBox="1"/>
            <p:nvPr/>
          </p:nvSpPr>
          <p:spPr>
            <a:xfrm>
              <a:off x="685585" y="5430025"/>
              <a:ext cx="981076" cy="369332"/>
            </a:xfrm>
            <a:prstGeom prst="rect">
              <a:avLst/>
            </a:prstGeom>
            <a:noFill/>
          </p:spPr>
          <p:txBody>
            <a:bodyPr wrap="square" rtlCol="0">
              <a:spAutoFit/>
            </a:bodyPr>
            <a:lstStyle/>
            <a:p>
              <a:pPr algn="r"/>
              <a:r>
                <a:rPr lang="zh-CN" altLang="en-US" b="1" dirty="0"/>
                <a:t>其他站</a:t>
              </a:r>
            </a:p>
          </p:txBody>
        </p:sp>
        <p:sp>
          <p:nvSpPr>
            <p:cNvPr id="30" name="文本框 29">
              <a:extLst>
                <a:ext uri="{FF2B5EF4-FFF2-40B4-BE49-F238E27FC236}">
                  <a16:creationId xmlns:a16="http://schemas.microsoft.com/office/drawing/2014/main" id="{2BABDEF4-A79B-4358-ADE3-DB385FF809C3}"/>
                </a:ext>
              </a:extLst>
            </p:cNvPr>
            <p:cNvSpPr txBox="1"/>
            <p:nvPr/>
          </p:nvSpPr>
          <p:spPr>
            <a:xfrm>
              <a:off x="11051539" y="2940516"/>
              <a:ext cx="644526" cy="369332"/>
            </a:xfrm>
            <a:prstGeom prst="rect">
              <a:avLst/>
            </a:prstGeom>
            <a:noFill/>
          </p:spPr>
          <p:txBody>
            <a:bodyPr wrap="square" rtlCol="0">
              <a:spAutoFit/>
            </a:bodyPr>
            <a:lstStyle/>
            <a:p>
              <a:r>
                <a:rPr lang="zh-CN" altLang="en-US" b="1" dirty="0"/>
                <a:t>时间</a:t>
              </a:r>
            </a:p>
          </p:txBody>
        </p:sp>
        <p:cxnSp>
          <p:nvCxnSpPr>
            <p:cNvPr id="34" name="直接箭头连接符 33">
              <a:extLst>
                <a:ext uri="{FF2B5EF4-FFF2-40B4-BE49-F238E27FC236}">
                  <a16:creationId xmlns:a16="http://schemas.microsoft.com/office/drawing/2014/main" id="{D4EF4257-E12E-4101-90B0-9301D8F114E6}"/>
                </a:ext>
              </a:extLst>
            </p:cNvPr>
            <p:cNvCxnSpPr>
              <a:cxnSpLocks/>
            </p:cNvCxnSpPr>
            <p:nvPr/>
          </p:nvCxnSpPr>
          <p:spPr>
            <a:xfrm>
              <a:off x="1666661" y="3125182"/>
              <a:ext cx="9367200" cy="0"/>
            </a:xfrm>
            <a:prstGeom prst="straightConnector1">
              <a:avLst/>
            </a:prstGeom>
            <a:ln w="12700">
              <a:solidFill>
                <a:schemeClr val="tx1"/>
              </a:solidFill>
              <a:tailEnd type="triangle"/>
            </a:ln>
          </p:spPr>
          <p:style>
            <a:lnRef idx="1">
              <a:schemeClr val="accent1"/>
            </a:lnRef>
            <a:fillRef idx="0">
              <a:schemeClr val="accent1"/>
            </a:fillRef>
            <a:effectRef idx="0">
              <a:schemeClr val="accent1"/>
            </a:effectRef>
            <a:fontRef idx="minor">
              <a:schemeClr val="tx1"/>
            </a:fontRef>
          </p:style>
        </p:cxnSp>
        <p:sp>
          <p:nvSpPr>
            <p:cNvPr id="38" name="文本框 37">
              <a:extLst>
                <a:ext uri="{FF2B5EF4-FFF2-40B4-BE49-F238E27FC236}">
                  <a16:creationId xmlns:a16="http://schemas.microsoft.com/office/drawing/2014/main" id="{F75DB5BB-114E-4297-A462-90A97F6DDC95}"/>
                </a:ext>
              </a:extLst>
            </p:cNvPr>
            <p:cNvSpPr txBox="1"/>
            <p:nvPr/>
          </p:nvSpPr>
          <p:spPr>
            <a:xfrm>
              <a:off x="11051539" y="5430025"/>
              <a:ext cx="644526" cy="369332"/>
            </a:xfrm>
            <a:prstGeom prst="rect">
              <a:avLst/>
            </a:prstGeom>
            <a:noFill/>
          </p:spPr>
          <p:txBody>
            <a:bodyPr wrap="square" rtlCol="0">
              <a:spAutoFit/>
            </a:bodyPr>
            <a:lstStyle/>
            <a:p>
              <a:r>
                <a:rPr lang="zh-CN" altLang="en-US" b="1" dirty="0"/>
                <a:t>时间</a:t>
              </a:r>
            </a:p>
          </p:txBody>
        </p:sp>
        <p:cxnSp>
          <p:nvCxnSpPr>
            <p:cNvPr id="39" name="直接箭头连接符 38">
              <a:extLst>
                <a:ext uri="{FF2B5EF4-FFF2-40B4-BE49-F238E27FC236}">
                  <a16:creationId xmlns:a16="http://schemas.microsoft.com/office/drawing/2014/main" id="{6F7A3EC4-C2B9-458E-84F0-71B6E6B9187E}"/>
                </a:ext>
              </a:extLst>
            </p:cNvPr>
            <p:cNvCxnSpPr>
              <a:cxnSpLocks/>
            </p:cNvCxnSpPr>
            <p:nvPr/>
          </p:nvCxnSpPr>
          <p:spPr>
            <a:xfrm>
              <a:off x="1666661" y="5614691"/>
              <a:ext cx="9367097" cy="0"/>
            </a:xfrm>
            <a:prstGeom prst="straightConnector1">
              <a:avLst/>
            </a:prstGeom>
            <a:ln w="12700">
              <a:solidFill>
                <a:schemeClr val="tx1"/>
              </a:solidFill>
              <a:tailEnd type="triangle"/>
            </a:ln>
          </p:spPr>
          <p:style>
            <a:lnRef idx="1">
              <a:schemeClr val="accent1"/>
            </a:lnRef>
            <a:fillRef idx="0">
              <a:schemeClr val="accent1"/>
            </a:fillRef>
            <a:effectRef idx="0">
              <a:schemeClr val="accent1"/>
            </a:effectRef>
            <a:fontRef idx="minor">
              <a:schemeClr val="tx1"/>
            </a:fontRef>
          </p:style>
        </p:cxnSp>
        <p:sp>
          <p:nvSpPr>
            <p:cNvPr id="41" name="文本框 40">
              <a:extLst>
                <a:ext uri="{FF2B5EF4-FFF2-40B4-BE49-F238E27FC236}">
                  <a16:creationId xmlns:a16="http://schemas.microsoft.com/office/drawing/2014/main" id="{C9D878B9-BA86-479F-8595-89A9C85AEF0C}"/>
                </a:ext>
              </a:extLst>
            </p:cNvPr>
            <p:cNvSpPr txBox="1"/>
            <p:nvPr/>
          </p:nvSpPr>
          <p:spPr>
            <a:xfrm>
              <a:off x="11051539" y="4185271"/>
              <a:ext cx="644526" cy="369332"/>
            </a:xfrm>
            <a:prstGeom prst="rect">
              <a:avLst/>
            </a:prstGeom>
            <a:noFill/>
          </p:spPr>
          <p:txBody>
            <a:bodyPr wrap="square" rtlCol="0">
              <a:spAutoFit/>
            </a:bodyPr>
            <a:lstStyle/>
            <a:p>
              <a:r>
                <a:rPr lang="zh-CN" altLang="en-US" b="1" dirty="0"/>
                <a:t>时间</a:t>
              </a:r>
            </a:p>
          </p:txBody>
        </p:sp>
        <p:cxnSp>
          <p:nvCxnSpPr>
            <p:cNvPr id="42" name="直接箭头连接符 41">
              <a:extLst>
                <a:ext uri="{FF2B5EF4-FFF2-40B4-BE49-F238E27FC236}">
                  <a16:creationId xmlns:a16="http://schemas.microsoft.com/office/drawing/2014/main" id="{3462DB36-3E6A-4AC1-B3D8-AE44A2C14328}"/>
                </a:ext>
              </a:extLst>
            </p:cNvPr>
            <p:cNvCxnSpPr>
              <a:cxnSpLocks/>
            </p:cNvCxnSpPr>
            <p:nvPr/>
          </p:nvCxnSpPr>
          <p:spPr>
            <a:xfrm>
              <a:off x="1666661" y="4369937"/>
              <a:ext cx="9367200" cy="0"/>
            </a:xfrm>
            <a:prstGeom prst="straightConnector1">
              <a:avLst/>
            </a:prstGeom>
            <a:ln w="12700">
              <a:solidFill>
                <a:schemeClr val="tx1"/>
              </a:solidFill>
              <a:tailEnd type="triangle"/>
            </a:ln>
          </p:spPr>
          <p:style>
            <a:lnRef idx="1">
              <a:schemeClr val="accent1"/>
            </a:lnRef>
            <a:fillRef idx="0">
              <a:schemeClr val="accent1"/>
            </a:fillRef>
            <a:effectRef idx="0">
              <a:schemeClr val="accent1"/>
            </a:effectRef>
            <a:fontRef idx="minor">
              <a:schemeClr val="tx1"/>
            </a:fontRef>
          </p:style>
        </p:cxnSp>
      </p:grpSp>
      <p:sp>
        <p:nvSpPr>
          <p:cNvPr id="45" name="矩形 44">
            <a:extLst>
              <a:ext uri="{FF2B5EF4-FFF2-40B4-BE49-F238E27FC236}">
                <a16:creationId xmlns:a16="http://schemas.microsoft.com/office/drawing/2014/main" id="{FC9995F2-5B14-429A-930A-0DCB65EF0D2A}"/>
              </a:ext>
            </a:extLst>
          </p:cNvPr>
          <p:cNvSpPr/>
          <p:nvPr/>
        </p:nvSpPr>
        <p:spPr>
          <a:xfrm>
            <a:off x="1666661" y="2725072"/>
            <a:ext cx="1136650" cy="400110"/>
          </a:xfrm>
          <a:prstGeom prst="rect">
            <a:avLst/>
          </a:prstGeom>
          <a:solidFill>
            <a:schemeClr val="accent4"/>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zh-CN" altLang="en-US" b="1" dirty="0"/>
              <a:t>信道空闲</a:t>
            </a:r>
          </a:p>
        </p:txBody>
      </p:sp>
      <p:grpSp>
        <p:nvGrpSpPr>
          <p:cNvPr id="96" name="组合 95">
            <a:extLst>
              <a:ext uri="{FF2B5EF4-FFF2-40B4-BE49-F238E27FC236}">
                <a16:creationId xmlns:a16="http://schemas.microsoft.com/office/drawing/2014/main" id="{9F34A613-8B53-4F2E-B766-6F806899F077}"/>
              </a:ext>
            </a:extLst>
          </p:cNvPr>
          <p:cNvGrpSpPr/>
          <p:nvPr/>
        </p:nvGrpSpPr>
        <p:grpSpPr>
          <a:xfrm>
            <a:off x="2781087" y="2616848"/>
            <a:ext cx="1120774" cy="509285"/>
            <a:chOff x="2781087" y="2616848"/>
            <a:chExt cx="1120774" cy="509285"/>
          </a:xfrm>
        </p:grpSpPr>
        <p:sp>
          <p:nvSpPr>
            <p:cNvPr id="46" name="文本框 45">
              <a:extLst>
                <a:ext uri="{FF2B5EF4-FFF2-40B4-BE49-F238E27FC236}">
                  <a16:creationId xmlns:a16="http://schemas.microsoft.com/office/drawing/2014/main" id="{DAFFB414-0080-4EA2-A178-2EE20AC6E26F}"/>
                </a:ext>
              </a:extLst>
            </p:cNvPr>
            <p:cNvSpPr txBox="1"/>
            <p:nvPr/>
          </p:nvSpPr>
          <p:spPr>
            <a:xfrm>
              <a:off x="2781087" y="2616848"/>
              <a:ext cx="1098550" cy="369332"/>
            </a:xfrm>
            <a:prstGeom prst="rect">
              <a:avLst/>
            </a:prstGeom>
            <a:noFill/>
          </p:spPr>
          <p:txBody>
            <a:bodyPr wrap="square" rtlCol="0">
              <a:spAutoFit/>
            </a:bodyPr>
            <a:lstStyle/>
            <a:p>
              <a:pPr algn="ctr"/>
              <a:r>
                <a:rPr lang="en-US" altLang="zh-CN" b="1" dirty="0"/>
                <a:t>DIFS</a:t>
              </a:r>
              <a:endParaRPr lang="zh-CN" altLang="en-US" b="1" dirty="0"/>
            </a:p>
          </p:txBody>
        </p:sp>
        <p:cxnSp>
          <p:nvCxnSpPr>
            <p:cNvPr id="48" name="直接连接符 47">
              <a:extLst>
                <a:ext uri="{FF2B5EF4-FFF2-40B4-BE49-F238E27FC236}">
                  <a16:creationId xmlns:a16="http://schemas.microsoft.com/office/drawing/2014/main" id="{A457A3D8-C3E3-46EA-8A2E-1E515E523F38}"/>
                </a:ext>
              </a:extLst>
            </p:cNvPr>
            <p:cNvCxnSpPr>
              <a:cxnSpLocks/>
            </p:cNvCxnSpPr>
            <p:nvPr/>
          </p:nvCxnSpPr>
          <p:spPr>
            <a:xfrm>
              <a:off x="3901861" y="2724121"/>
              <a:ext cx="0" cy="402012"/>
            </a:xfrm>
            <a:prstGeom prst="line">
              <a:avLst/>
            </a:prstGeom>
            <a:ln w="12700">
              <a:solidFill>
                <a:schemeClr val="tx1"/>
              </a:solidFill>
              <a:tailEnd type="none"/>
            </a:ln>
          </p:spPr>
          <p:style>
            <a:lnRef idx="1">
              <a:schemeClr val="accent1"/>
            </a:lnRef>
            <a:fillRef idx="0">
              <a:schemeClr val="accent1"/>
            </a:fillRef>
            <a:effectRef idx="0">
              <a:schemeClr val="accent1"/>
            </a:effectRef>
            <a:fontRef idx="minor">
              <a:schemeClr val="tx1"/>
            </a:fontRef>
          </p:style>
        </p:cxnSp>
        <p:cxnSp>
          <p:nvCxnSpPr>
            <p:cNvPr id="51" name="直接箭头连接符 50">
              <a:extLst>
                <a:ext uri="{FF2B5EF4-FFF2-40B4-BE49-F238E27FC236}">
                  <a16:creationId xmlns:a16="http://schemas.microsoft.com/office/drawing/2014/main" id="{C08C9339-6D4D-43A7-B909-1357F4148309}"/>
                </a:ext>
              </a:extLst>
            </p:cNvPr>
            <p:cNvCxnSpPr/>
            <p:nvPr/>
          </p:nvCxnSpPr>
          <p:spPr>
            <a:xfrm>
              <a:off x="2803311" y="2940516"/>
              <a:ext cx="1098550" cy="0"/>
            </a:xfrm>
            <a:prstGeom prst="straightConnector1">
              <a:avLst/>
            </a:prstGeom>
            <a:ln w="12700">
              <a:solidFill>
                <a:schemeClr val="tx1"/>
              </a:solidFill>
              <a:headEnd type="triangle"/>
              <a:tailEnd type="triangle"/>
            </a:ln>
          </p:spPr>
          <p:style>
            <a:lnRef idx="1">
              <a:schemeClr val="accent1"/>
            </a:lnRef>
            <a:fillRef idx="0">
              <a:schemeClr val="accent1"/>
            </a:fillRef>
            <a:effectRef idx="0">
              <a:schemeClr val="accent1"/>
            </a:effectRef>
            <a:fontRef idx="minor">
              <a:schemeClr val="tx1"/>
            </a:fontRef>
          </p:style>
        </p:cxnSp>
      </p:grpSp>
      <p:grpSp>
        <p:nvGrpSpPr>
          <p:cNvPr id="101" name="组合 100">
            <a:extLst>
              <a:ext uri="{FF2B5EF4-FFF2-40B4-BE49-F238E27FC236}">
                <a16:creationId xmlns:a16="http://schemas.microsoft.com/office/drawing/2014/main" id="{8DDDACE7-C25E-47A5-9A19-9015074D79CB}"/>
              </a:ext>
            </a:extLst>
          </p:cNvPr>
          <p:cNvGrpSpPr/>
          <p:nvPr/>
        </p:nvGrpSpPr>
        <p:grpSpPr>
          <a:xfrm>
            <a:off x="3901858" y="3124233"/>
            <a:ext cx="1250949" cy="1245704"/>
            <a:chOff x="3901858" y="3124233"/>
            <a:chExt cx="1250949" cy="1245704"/>
          </a:xfrm>
        </p:grpSpPr>
        <p:sp>
          <p:nvSpPr>
            <p:cNvPr id="52" name="平行四边形 51">
              <a:extLst>
                <a:ext uri="{FF2B5EF4-FFF2-40B4-BE49-F238E27FC236}">
                  <a16:creationId xmlns:a16="http://schemas.microsoft.com/office/drawing/2014/main" id="{A6D7F9EA-AAFF-4EBC-BB07-DDAF4A1C569A}"/>
                </a:ext>
              </a:extLst>
            </p:cNvPr>
            <p:cNvSpPr/>
            <p:nvPr/>
          </p:nvSpPr>
          <p:spPr>
            <a:xfrm flipH="1">
              <a:off x="3901858" y="3124233"/>
              <a:ext cx="1250949" cy="1245704"/>
            </a:xfrm>
            <a:prstGeom prst="parallelogram">
              <a:avLst/>
            </a:prstGeom>
            <a:solidFill>
              <a:schemeClr val="accent3"/>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b="1" dirty="0">
                <a:latin typeface="宋体" panose="02010600030101010101" pitchFamily="2" charset="-122"/>
                <a:ea typeface="宋体" panose="02010600030101010101" pitchFamily="2" charset="-122"/>
              </a:endParaRPr>
            </a:p>
          </p:txBody>
        </p:sp>
        <p:sp>
          <p:nvSpPr>
            <p:cNvPr id="98" name="文本框 97">
              <a:extLst>
                <a:ext uri="{FF2B5EF4-FFF2-40B4-BE49-F238E27FC236}">
                  <a16:creationId xmlns:a16="http://schemas.microsoft.com/office/drawing/2014/main" id="{C77411A2-1CD5-4040-ACBC-13BF9CEF8499}"/>
                </a:ext>
              </a:extLst>
            </p:cNvPr>
            <p:cNvSpPr txBox="1"/>
            <p:nvPr/>
          </p:nvSpPr>
          <p:spPr>
            <a:xfrm>
              <a:off x="4036794" y="3241201"/>
              <a:ext cx="981076" cy="646331"/>
            </a:xfrm>
            <a:prstGeom prst="rect">
              <a:avLst/>
            </a:prstGeom>
            <a:noFill/>
          </p:spPr>
          <p:txBody>
            <a:bodyPr wrap="square" rtlCol="0">
              <a:spAutoFit/>
            </a:bodyPr>
            <a:lstStyle/>
            <a:p>
              <a:pPr algn="ctr"/>
              <a:r>
                <a:rPr lang="zh-CN" altLang="en-US" b="1" dirty="0">
                  <a:solidFill>
                    <a:schemeClr val="bg1"/>
                  </a:solidFill>
                </a:rPr>
                <a:t>第</a:t>
              </a:r>
              <a:r>
                <a:rPr lang="en-US" altLang="zh-CN" b="1" dirty="0">
                  <a:solidFill>
                    <a:schemeClr val="bg1"/>
                  </a:solidFill>
                </a:rPr>
                <a:t>1</a:t>
              </a:r>
              <a:r>
                <a:rPr lang="zh-CN" altLang="en-US" b="1" dirty="0">
                  <a:solidFill>
                    <a:schemeClr val="bg1"/>
                  </a:solidFill>
                </a:rPr>
                <a:t>个</a:t>
              </a:r>
              <a:endParaRPr lang="en-US" altLang="zh-CN" b="1" dirty="0">
                <a:solidFill>
                  <a:schemeClr val="bg1"/>
                </a:solidFill>
              </a:endParaRPr>
            </a:p>
            <a:p>
              <a:pPr algn="ctr"/>
              <a:r>
                <a:rPr lang="zh-CN" altLang="en-US" b="1" dirty="0">
                  <a:solidFill>
                    <a:schemeClr val="bg1"/>
                  </a:solidFill>
                </a:rPr>
                <a:t>数据帧</a:t>
              </a:r>
            </a:p>
          </p:txBody>
        </p:sp>
        <p:cxnSp>
          <p:nvCxnSpPr>
            <p:cNvPr id="100" name="直接箭头连接符 99">
              <a:extLst>
                <a:ext uri="{FF2B5EF4-FFF2-40B4-BE49-F238E27FC236}">
                  <a16:creationId xmlns:a16="http://schemas.microsoft.com/office/drawing/2014/main" id="{7E326EA6-85DA-47B4-B17B-E09B87597BD9}"/>
                </a:ext>
              </a:extLst>
            </p:cNvPr>
            <p:cNvCxnSpPr/>
            <p:nvPr/>
          </p:nvCxnSpPr>
          <p:spPr>
            <a:xfrm>
              <a:off x="4565842" y="3880823"/>
              <a:ext cx="85308" cy="345801"/>
            </a:xfrm>
            <a:prstGeom prst="straightConnector1">
              <a:avLst/>
            </a:prstGeom>
            <a:ln w="38100">
              <a:solidFill>
                <a:schemeClr val="bg1"/>
              </a:solidFill>
              <a:tailEnd type="triangle"/>
            </a:ln>
          </p:spPr>
          <p:style>
            <a:lnRef idx="1">
              <a:schemeClr val="accent1"/>
            </a:lnRef>
            <a:fillRef idx="0">
              <a:schemeClr val="accent1"/>
            </a:fillRef>
            <a:effectRef idx="0">
              <a:schemeClr val="accent1"/>
            </a:effectRef>
            <a:fontRef idx="minor">
              <a:schemeClr val="tx1"/>
            </a:fontRef>
          </p:style>
        </p:cxnSp>
      </p:grpSp>
      <p:sp>
        <p:nvSpPr>
          <p:cNvPr id="61" name="文本框 60">
            <a:extLst>
              <a:ext uri="{FF2B5EF4-FFF2-40B4-BE49-F238E27FC236}">
                <a16:creationId xmlns:a16="http://schemas.microsoft.com/office/drawing/2014/main" id="{EFDF28B6-7827-4576-A666-B517834C72D2}"/>
              </a:ext>
            </a:extLst>
          </p:cNvPr>
          <p:cNvSpPr txBox="1"/>
          <p:nvPr/>
        </p:nvSpPr>
        <p:spPr>
          <a:xfrm>
            <a:off x="2454750" y="1616545"/>
            <a:ext cx="6499226" cy="369332"/>
          </a:xfrm>
          <a:prstGeom prst="rect">
            <a:avLst/>
          </a:prstGeom>
          <a:noFill/>
        </p:spPr>
        <p:txBody>
          <a:bodyPr wrap="square">
            <a:spAutoFit/>
          </a:bodyPr>
          <a:lstStyle/>
          <a:p>
            <a:r>
              <a:rPr lang="zh-CN" altLang="en-US" b="1" dirty="0">
                <a:solidFill>
                  <a:schemeClr val="bg1"/>
                </a:solidFill>
              </a:rPr>
              <a:t>等待</a:t>
            </a:r>
            <a:r>
              <a:rPr lang="en-US" altLang="zh-CN" b="1" dirty="0">
                <a:solidFill>
                  <a:schemeClr val="bg1"/>
                </a:solidFill>
              </a:rPr>
              <a:t>DIFS</a:t>
            </a:r>
            <a:r>
              <a:rPr lang="zh-CN" altLang="en-US" b="1" dirty="0">
                <a:solidFill>
                  <a:schemeClr val="bg1"/>
                </a:solidFill>
              </a:rPr>
              <a:t>间隔是考虑到可能有其他的站有高优先级的帧要发送。</a:t>
            </a:r>
          </a:p>
        </p:txBody>
      </p:sp>
      <p:grpSp>
        <p:nvGrpSpPr>
          <p:cNvPr id="66" name="组合 65">
            <a:extLst>
              <a:ext uri="{FF2B5EF4-FFF2-40B4-BE49-F238E27FC236}">
                <a16:creationId xmlns:a16="http://schemas.microsoft.com/office/drawing/2014/main" id="{4B7F12D5-EC9E-469F-92AF-1FA287F48D7C}"/>
              </a:ext>
            </a:extLst>
          </p:cNvPr>
          <p:cNvGrpSpPr/>
          <p:nvPr/>
        </p:nvGrpSpPr>
        <p:grpSpPr>
          <a:xfrm>
            <a:off x="2121467" y="3123280"/>
            <a:ext cx="1363688" cy="830190"/>
            <a:chOff x="4018800" y="2864874"/>
            <a:chExt cx="1363688" cy="830190"/>
          </a:xfrm>
        </p:grpSpPr>
        <p:sp>
          <p:nvSpPr>
            <p:cNvPr id="72" name="文本框 71">
              <a:extLst>
                <a:ext uri="{FF2B5EF4-FFF2-40B4-BE49-F238E27FC236}">
                  <a16:creationId xmlns:a16="http://schemas.microsoft.com/office/drawing/2014/main" id="{D03828A7-CA4F-4C09-BBDD-CE9C975A6151}"/>
                </a:ext>
              </a:extLst>
            </p:cNvPr>
            <p:cNvSpPr txBox="1"/>
            <p:nvPr/>
          </p:nvSpPr>
          <p:spPr>
            <a:xfrm>
              <a:off x="4018800" y="3325732"/>
              <a:ext cx="1363688" cy="369332"/>
            </a:xfrm>
            <a:prstGeom prst="rect">
              <a:avLst/>
            </a:prstGeom>
            <a:noFill/>
          </p:spPr>
          <p:txBody>
            <a:bodyPr wrap="square" rtlCol="0">
              <a:spAutoFit/>
            </a:bodyPr>
            <a:lstStyle/>
            <a:p>
              <a:pPr algn="ctr"/>
              <a:r>
                <a:rPr lang="zh-CN" altLang="en-US" b="1" dirty="0">
                  <a:solidFill>
                    <a:schemeClr val="accent3"/>
                  </a:solidFill>
                  <a:latin typeface="Arial Narrow" panose="020B0606020202030204" pitchFamily="34" charset="0"/>
                </a:rPr>
                <a:t>有帧要发送</a:t>
              </a:r>
            </a:p>
          </p:txBody>
        </p:sp>
        <p:cxnSp>
          <p:nvCxnSpPr>
            <p:cNvPr id="76" name="直接箭头连接符 75">
              <a:extLst>
                <a:ext uri="{FF2B5EF4-FFF2-40B4-BE49-F238E27FC236}">
                  <a16:creationId xmlns:a16="http://schemas.microsoft.com/office/drawing/2014/main" id="{D1AF9491-0A13-4387-B624-405F724582B6}"/>
                </a:ext>
              </a:extLst>
            </p:cNvPr>
            <p:cNvCxnSpPr>
              <a:cxnSpLocks/>
            </p:cNvCxnSpPr>
            <p:nvPr/>
          </p:nvCxnSpPr>
          <p:spPr>
            <a:xfrm flipV="1">
              <a:off x="4702471" y="2864874"/>
              <a:ext cx="0" cy="521823"/>
            </a:xfrm>
            <a:prstGeom prst="straightConnector1">
              <a:avLst/>
            </a:prstGeom>
            <a:ln w="25400">
              <a:solidFill>
                <a:schemeClr val="tx1"/>
              </a:solidFill>
              <a:tailEnd type="triangle" w="med" len="lg"/>
            </a:ln>
          </p:spPr>
          <p:style>
            <a:lnRef idx="1">
              <a:schemeClr val="accent1"/>
            </a:lnRef>
            <a:fillRef idx="0">
              <a:schemeClr val="accent1"/>
            </a:fillRef>
            <a:effectRef idx="0">
              <a:schemeClr val="accent1"/>
            </a:effectRef>
            <a:fontRef idx="minor">
              <a:schemeClr val="tx1"/>
            </a:fontRef>
          </p:style>
        </p:cxnSp>
      </p:grpSp>
      <p:sp>
        <p:nvSpPr>
          <p:cNvPr id="29" name="平行四边形 28">
            <a:extLst>
              <a:ext uri="{FF2B5EF4-FFF2-40B4-BE49-F238E27FC236}">
                <a16:creationId xmlns:a16="http://schemas.microsoft.com/office/drawing/2014/main" id="{DFE7BCAD-0509-EF2F-25F3-3EC0C42D3275}"/>
              </a:ext>
            </a:extLst>
          </p:cNvPr>
          <p:cNvSpPr/>
          <p:nvPr/>
        </p:nvSpPr>
        <p:spPr>
          <a:xfrm>
            <a:off x="304799" y="749300"/>
            <a:ext cx="691019" cy="387090"/>
          </a:xfrm>
          <a:prstGeom prst="parallelogram">
            <a:avLst/>
          </a:prstGeom>
          <a:solidFill>
            <a:schemeClr val="accent3">
              <a:lumMod val="75000"/>
            </a:schemeClr>
          </a:solidFill>
          <a:ln>
            <a:solidFill>
              <a:schemeClr val="accent3">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CN" sz="2200" dirty="0">
                <a:latin typeface="Impact" panose="020B0806030902050204" pitchFamily="34" charset="0"/>
              </a:rPr>
              <a:t>04</a:t>
            </a:r>
            <a:endParaRPr lang="zh-CN" altLang="en-US" sz="2200" dirty="0">
              <a:latin typeface="Impact" panose="020B0806030902050204" pitchFamily="34" charset="0"/>
            </a:endParaRPr>
          </a:p>
        </p:txBody>
      </p:sp>
    </p:spTree>
    <p:custDataLst>
      <p:tags r:id="rId1"/>
    </p:custDataLst>
    <p:extLst>
      <p:ext uri="{BB962C8B-B14F-4D97-AF65-F5344CB8AC3E}">
        <p14:creationId xmlns:p14="http://schemas.microsoft.com/office/powerpoint/2010/main" val="3887518556"/>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 presetClass="entr" presetSubtype="0" fill="hold" grpId="0" nodeType="withEffect">
                                  <p:stCondLst>
                                    <p:cond delay="0"/>
                                  </p:stCondLst>
                                  <p:iterate type="lt">
                                    <p:tmAbs val="100"/>
                                  </p:iterate>
                                  <p:childTnLst>
                                    <p:set>
                                      <p:cBhvr>
                                        <p:cTn id="6" dur="1" fill="hold">
                                          <p:stCondLst>
                                            <p:cond delay="0"/>
                                          </p:stCondLst>
                                        </p:cTn>
                                        <p:tgtEl>
                                          <p:spTgt spid="61"/>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61" grpId="0"/>
    </p:bldLst>
  </p:timing>
</p:sld>
</file>

<file path=ppt/slides/slide54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7" name="文本框 96">
            <a:extLst>
              <a:ext uri="{FF2B5EF4-FFF2-40B4-BE49-F238E27FC236}">
                <a16:creationId xmlns:a16="http://schemas.microsoft.com/office/drawing/2014/main" id="{D24C3A68-7191-4361-AF22-1569E3CAF12B}"/>
              </a:ext>
            </a:extLst>
          </p:cNvPr>
          <p:cNvSpPr txBox="1"/>
          <p:nvPr/>
        </p:nvSpPr>
        <p:spPr>
          <a:xfrm>
            <a:off x="4036794" y="1192743"/>
            <a:ext cx="6721248" cy="523220"/>
          </a:xfrm>
          <a:prstGeom prst="rect">
            <a:avLst/>
          </a:prstGeom>
          <a:noFill/>
        </p:spPr>
        <p:txBody>
          <a:bodyPr wrap="square" rtlCol="0">
            <a:spAutoFit/>
          </a:bodyPr>
          <a:lstStyle/>
          <a:p>
            <a:pPr algn="ctr"/>
            <a:r>
              <a:rPr lang="zh-CN" altLang="en-US" sz="2800" b="1" dirty="0">
                <a:solidFill>
                  <a:schemeClr val="accent3">
                    <a:lumMod val="75000"/>
                  </a:schemeClr>
                </a:solidFill>
              </a:rPr>
              <a:t>虚拟载波监听（</a:t>
            </a:r>
            <a:r>
              <a:rPr lang="en-US" altLang="zh-CN" sz="2800" b="1" dirty="0">
                <a:solidFill>
                  <a:schemeClr val="accent3">
                    <a:lumMod val="75000"/>
                  </a:schemeClr>
                </a:solidFill>
              </a:rPr>
              <a:t>Virtual Carrier Sense</a:t>
            </a:r>
            <a:r>
              <a:rPr lang="zh-CN" altLang="en-US" sz="2800" b="1" dirty="0">
                <a:solidFill>
                  <a:schemeClr val="accent3">
                    <a:lumMod val="75000"/>
                  </a:schemeClr>
                </a:solidFill>
              </a:rPr>
              <a:t>）机制</a:t>
            </a:r>
          </a:p>
        </p:txBody>
      </p:sp>
      <p:grpSp>
        <p:nvGrpSpPr>
          <p:cNvPr id="4" name="组合 3">
            <a:extLst>
              <a:ext uri="{FF2B5EF4-FFF2-40B4-BE49-F238E27FC236}">
                <a16:creationId xmlns:a16="http://schemas.microsoft.com/office/drawing/2014/main" id="{9A1EA9F2-FCB6-48C3-935F-7AE7E3AD14AC}"/>
              </a:ext>
            </a:extLst>
          </p:cNvPr>
          <p:cNvGrpSpPr/>
          <p:nvPr/>
        </p:nvGrpSpPr>
        <p:grpSpPr>
          <a:xfrm>
            <a:off x="304800" y="749300"/>
            <a:ext cx="5791200" cy="400110"/>
            <a:chOff x="424117" y="898245"/>
            <a:chExt cx="5791200" cy="400110"/>
          </a:xfrm>
        </p:grpSpPr>
        <p:sp>
          <p:nvSpPr>
            <p:cNvPr id="2" name="平行四边形 1">
              <a:extLst>
                <a:ext uri="{FF2B5EF4-FFF2-40B4-BE49-F238E27FC236}">
                  <a16:creationId xmlns:a16="http://schemas.microsoft.com/office/drawing/2014/main" id="{1F5BAA3F-9845-4F89-A2DD-8222D3E4EDAC}"/>
                </a:ext>
              </a:extLst>
            </p:cNvPr>
            <p:cNvSpPr/>
            <p:nvPr/>
          </p:nvSpPr>
          <p:spPr>
            <a:xfrm>
              <a:off x="424117" y="898245"/>
              <a:ext cx="628306" cy="387090"/>
            </a:xfrm>
            <a:prstGeom prst="parallelogram">
              <a:avLst/>
            </a:prstGeom>
            <a:solidFill>
              <a:schemeClr val="accent3">
                <a:lumMod val="75000"/>
              </a:schemeClr>
            </a:solidFill>
            <a:ln>
              <a:solidFill>
                <a:schemeClr val="accent3">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CN" sz="2200" dirty="0">
                  <a:latin typeface="Impact" panose="020B0806030902050204" pitchFamily="34" charset="0"/>
                </a:rPr>
                <a:t>01</a:t>
              </a:r>
              <a:endParaRPr lang="zh-CN" altLang="en-US" sz="2200" dirty="0">
                <a:latin typeface="Impact" panose="020B0806030902050204" pitchFamily="34" charset="0"/>
              </a:endParaRPr>
            </a:p>
          </p:txBody>
        </p:sp>
        <p:sp>
          <p:nvSpPr>
            <p:cNvPr id="3" name="文本框 2">
              <a:extLst>
                <a:ext uri="{FF2B5EF4-FFF2-40B4-BE49-F238E27FC236}">
                  <a16:creationId xmlns:a16="http://schemas.microsoft.com/office/drawing/2014/main" id="{4D6BD736-A4D3-4F26-AFED-36E11F50F70B}"/>
                </a:ext>
              </a:extLst>
            </p:cNvPr>
            <p:cNvSpPr txBox="1"/>
            <p:nvPr/>
          </p:nvSpPr>
          <p:spPr>
            <a:xfrm>
              <a:off x="1052423" y="898245"/>
              <a:ext cx="5162894" cy="400110"/>
            </a:xfrm>
            <a:prstGeom prst="rect">
              <a:avLst/>
            </a:prstGeom>
            <a:noFill/>
          </p:spPr>
          <p:txBody>
            <a:bodyPr wrap="square" rtlCol="0">
              <a:spAutoFit/>
            </a:bodyPr>
            <a:lstStyle/>
            <a:p>
              <a:r>
                <a:rPr lang="en-US" altLang="zh-CN" sz="2000" b="1" dirty="0">
                  <a:solidFill>
                    <a:schemeClr val="tx1"/>
                  </a:solidFill>
                  <a:latin typeface="Arial Narrow" panose="020B0606020202030204" pitchFamily="34" charset="0"/>
                </a:rPr>
                <a:t>CSMA/CA</a:t>
              </a:r>
              <a:r>
                <a:rPr lang="zh-CN" altLang="en-US" sz="2000" b="1" dirty="0">
                  <a:solidFill>
                    <a:schemeClr val="tx1"/>
                  </a:solidFill>
                  <a:latin typeface="Arial Narrow" panose="020B0606020202030204" pitchFamily="34" charset="0"/>
                </a:rPr>
                <a:t>协议的基本工作原理</a:t>
              </a:r>
              <a:endParaRPr lang="en-US" altLang="zh-CN" sz="2000" b="1" dirty="0">
                <a:solidFill>
                  <a:schemeClr val="tx1"/>
                </a:solidFill>
                <a:latin typeface="Arial Narrow" panose="020B0606020202030204" pitchFamily="34" charset="0"/>
              </a:endParaRPr>
            </a:p>
          </p:txBody>
        </p:sp>
      </p:grpSp>
      <p:grpSp>
        <p:nvGrpSpPr>
          <p:cNvPr id="89" name="组合 88">
            <a:extLst>
              <a:ext uri="{FF2B5EF4-FFF2-40B4-BE49-F238E27FC236}">
                <a16:creationId xmlns:a16="http://schemas.microsoft.com/office/drawing/2014/main" id="{CBFB1439-254A-4A59-9085-B30C4F2590D1}"/>
              </a:ext>
            </a:extLst>
          </p:cNvPr>
          <p:cNvGrpSpPr/>
          <p:nvPr/>
        </p:nvGrpSpPr>
        <p:grpSpPr>
          <a:xfrm>
            <a:off x="685585" y="2940516"/>
            <a:ext cx="11010480" cy="2858841"/>
            <a:chOff x="685585" y="2940516"/>
            <a:chExt cx="11010480" cy="2858841"/>
          </a:xfrm>
        </p:grpSpPr>
        <p:sp>
          <p:nvSpPr>
            <p:cNvPr id="21" name="文本框 20">
              <a:extLst>
                <a:ext uri="{FF2B5EF4-FFF2-40B4-BE49-F238E27FC236}">
                  <a16:creationId xmlns:a16="http://schemas.microsoft.com/office/drawing/2014/main" id="{6B66B3AE-5EEE-4D81-907C-03C705DB78A1}"/>
                </a:ext>
              </a:extLst>
            </p:cNvPr>
            <p:cNvSpPr txBox="1"/>
            <p:nvPr/>
          </p:nvSpPr>
          <p:spPr>
            <a:xfrm>
              <a:off x="685585" y="2940516"/>
              <a:ext cx="981076" cy="369332"/>
            </a:xfrm>
            <a:prstGeom prst="rect">
              <a:avLst/>
            </a:prstGeom>
            <a:noFill/>
          </p:spPr>
          <p:txBody>
            <a:bodyPr wrap="square" rtlCol="0">
              <a:spAutoFit/>
            </a:bodyPr>
            <a:lstStyle/>
            <a:p>
              <a:pPr algn="r"/>
              <a:r>
                <a:rPr lang="zh-CN" altLang="en-US" b="1" dirty="0"/>
                <a:t>源站</a:t>
              </a:r>
            </a:p>
          </p:txBody>
        </p:sp>
        <p:sp>
          <p:nvSpPr>
            <p:cNvPr id="26" name="文本框 25">
              <a:extLst>
                <a:ext uri="{FF2B5EF4-FFF2-40B4-BE49-F238E27FC236}">
                  <a16:creationId xmlns:a16="http://schemas.microsoft.com/office/drawing/2014/main" id="{55F45F7A-5AEF-492B-9759-CE04CE348A47}"/>
                </a:ext>
              </a:extLst>
            </p:cNvPr>
            <p:cNvSpPr txBox="1"/>
            <p:nvPr/>
          </p:nvSpPr>
          <p:spPr>
            <a:xfrm>
              <a:off x="685585" y="4187174"/>
              <a:ext cx="981076" cy="369332"/>
            </a:xfrm>
            <a:prstGeom prst="rect">
              <a:avLst/>
            </a:prstGeom>
            <a:noFill/>
          </p:spPr>
          <p:txBody>
            <a:bodyPr wrap="square" rtlCol="0">
              <a:spAutoFit/>
            </a:bodyPr>
            <a:lstStyle/>
            <a:p>
              <a:pPr algn="r"/>
              <a:r>
                <a:rPr lang="zh-CN" altLang="en-US" b="1" dirty="0"/>
                <a:t>目的站</a:t>
              </a:r>
            </a:p>
          </p:txBody>
        </p:sp>
        <p:sp>
          <p:nvSpPr>
            <p:cNvPr id="27" name="文本框 26">
              <a:extLst>
                <a:ext uri="{FF2B5EF4-FFF2-40B4-BE49-F238E27FC236}">
                  <a16:creationId xmlns:a16="http://schemas.microsoft.com/office/drawing/2014/main" id="{B51AE626-D1A6-4373-89DA-C0DCBFCB8C3D}"/>
                </a:ext>
              </a:extLst>
            </p:cNvPr>
            <p:cNvSpPr txBox="1"/>
            <p:nvPr/>
          </p:nvSpPr>
          <p:spPr>
            <a:xfrm>
              <a:off x="685585" y="5430025"/>
              <a:ext cx="981076" cy="369332"/>
            </a:xfrm>
            <a:prstGeom prst="rect">
              <a:avLst/>
            </a:prstGeom>
            <a:noFill/>
          </p:spPr>
          <p:txBody>
            <a:bodyPr wrap="square" rtlCol="0">
              <a:spAutoFit/>
            </a:bodyPr>
            <a:lstStyle/>
            <a:p>
              <a:pPr algn="r"/>
              <a:r>
                <a:rPr lang="zh-CN" altLang="en-US" b="1" dirty="0"/>
                <a:t>其他站</a:t>
              </a:r>
            </a:p>
          </p:txBody>
        </p:sp>
        <p:sp>
          <p:nvSpPr>
            <p:cNvPr id="30" name="文本框 29">
              <a:extLst>
                <a:ext uri="{FF2B5EF4-FFF2-40B4-BE49-F238E27FC236}">
                  <a16:creationId xmlns:a16="http://schemas.microsoft.com/office/drawing/2014/main" id="{2BABDEF4-A79B-4358-ADE3-DB385FF809C3}"/>
                </a:ext>
              </a:extLst>
            </p:cNvPr>
            <p:cNvSpPr txBox="1"/>
            <p:nvPr/>
          </p:nvSpPr>
          <p:spPr>
            <a:xfrm>
              <a:off x="11051539" y="2940516"/>
              <a:ext cx="644526" cy="369332"/>
            </a:xfrm>
            <a:prstGeom prst="rect">
              <a:avLst/>
            </a:prstGeom>
            <a:noFill/>
          </p:spPr>
          <p:txBody>
            <a:bodyPr wrap="square" rtlCol="0">
              <a:spAutoFit/>
            </a:bodyPr>
            <a:lstStyle/>
            <a:p>
              <a:r>
                <a:rPr lang="zh-CN" altLang="en-US" b="1" dirty="0"/>
                <a:t>时间</a:t>
              </a:r>
            </a:p>
          </p:txBody>
        </p:sp>
        <p:cxnSp>
          <p:nvCxnSpPr>
            <p:cNvPr id="34" name="直接箭头连接符 33">
              <a:extLst>
                <a:ext uri="{FF2B5EF4-FFF2-40B4-BE49-F238E27FC236}">
                  <a16:creationId xmlns:a16="http://schemas.microsoft.com/office/drawing/2014/main" id="{D4EF4257-E12E-4101-90B0-9301D8F114E6}"/>
                </a:ext>
              </a:extLst>
            </p:cNvPr>
            <p:cNvCxnSpPr>
              <a:cxnSpLocks/>
            </p:cNvCxnSpPr>
            <p:nvPr/>
          </p:nvCxnSpPr>
          <p:spPr>
            <a:xfrm>
              <a:off x="1666661" y="3125182"/>
              <a:ext cx="9367200" cy="0"/>
            </a:xfrm>
            <a:prstGeom prst="straightConnector1">
              <a:avLst/>
            </a:prstGeom>
            <a:ln w="12700">
              <a:solidFill>
                <a:schemeClr val="tx1"/>
              </a:solidFill>
              <a:tailEnd type="triangle"/>
            </a:ln>
          </p:spPr>
          <p:style>
            <a:lnRef idx="1">
              <a:schemeClr val="accent1"/>
            </a:lnRef>
            <a:fillRef idx="0">
              <a:schemeClr val="accent1"/>
            </a:fillRef>
            <a:effectRef idx="0">
              <a:schemeClr val="accent1"/>
            </a:effectRef>
            <a:fontRef idx="minor">
              <a:schemeClr val="tx1"/>
            </a:fontRef>
          </p:style>
        </p:cxnSp>
        <p:sp>
          <p:nvSpPr>
            <p:cNvPr id="38" name="文本框 37">
              <a:extLst>
                <a:ext uri="{FF2B5EF4-FFF2-40B4-BE49-F238E27FC236}">
                  <a16:creationId xmlns:a16="http://schemas.microsoft.com/office/drawing/2014/main" id="{F75DB5BB-114E-4297-A462-90A97F6DDC95}"/>
                </a:ext>
              </a:extLst>
            </p:cNvPr>
            <p:cNvSpPr txBox="1"/>
            <p:nvPr/>
          </p:nvSpPr>
          <p:spPr>
            <a:xfrm>
              <a:off x="11051539" y="5430025"/>
              <a:ext cx="644526" cy="369332"/>
            </a:xfrm>
            <a:prstGeom prst="rect">
              <a:avLst/>
            </a:prstGeom>
            <a:noFill/>
          </p:spPr>
          <p:txBody>
            <a:bodyPr wrap="square" rtlCol="0">
              <a:spAutoFit/>
            </a:bodyPr>
            <a:lstStyle/>
            <a:p>
              <a:r>
                <a:rPr lang="zh-CN" altLang="en-US" b="1" dirty="0"/>
                <a:t>时间</a:t>
              </a:r>
            </a:p>
          </p:txBody>
        </p:sp>
        <p:cxnSp>
          <p:nvCxnSpPr>
            <p:cNvPr id="39" name="直接箭头连接符 38">
              <a:extLst>
                <a:ext uri="{FF2B5EF4-FFF2-40B4-BE49-F238E27FC236}">
                  <a16:creationId xmlns:a16="http://schemas.microsoft.com/office/drawing/2014/main" id="{6F7A3EC4-C2B9-458E-84F0-71B6E6B9187E}"/>
                </a:ext>
              </a:extLst>
            </p:cNvPr>
            <p:cNvCxnSpPr>
              <a:cxnSpLocks/>
            </p:cNvCxnSpPr>
            <p:nvPr/>
          </p:nvCxnSpPr>
          <p:spPr>
            <a:xfrm>
              <a:off x="1666661" y="5614691"/>
              <a:ext cx="9367097" cy="0"/>
            </a:xfrm>
            <a:prstGeom prst="straightConnector1">
              <a:avLst/>
            </a:prstGeom>
            <a:ln w="12700">
              <a:solidFill>
                <a:schemeClr val="tx1"/>
              </a:solidFill>
              <a:tailEnd type="triangle"/>
            </a:ln>
          </p:spPr>
          <p:style>
            <a:lnRef idx="1">
              <a:schemeClr val="accent1"/>
            </a:lnRef>
            <a:fillRef idx="0">
              <a:schemeClr val="accent1"/>
            </a:fillRef>
            <a:effectRef idx="0">
              <a:schemeClr val="accent1"/>
            </a:effectRef>
            <a:fontRef idx="minor">
              <a:schemeClr val="tx1"/>
            </a:fontRef>
          </p:style>
        </p:cxnSp>
        <p:sp>
          <p:nvSpPr>
            <p:cNvPr id="41" name="文本框 40">
              <a:extLst>
                <a:ext uri="{FF2B5EF4-FFF2-40B4-BE49-F238E27FC236}">
                  <a16:creationId xmlns:a16="http://schemas.microsoft.com/office/drawing/2014/main" id="{C9D878B9-BA86-479F-8595-89A9C85AEF0C}"/>
                </a:ext>
              </a:extLst>
            </p:cNvPr>
            <p:cNvSpPr txBox="1"/>
            <p:nvPr/>
          </p:nvSpPr>
          <p:spPr>
            <a:xfrm>
              <a:off x="11051539" y="4185271"/>
              <a:ext cx="644526" cy="369332"/>
            </a:xfrm>
            <a:prstGeom prst="rect">
              <a:avLst/>
            </a:prstGeom>
            <a:noFill/>
          </p:spPr>
          <p:txBody>
            <a:bodyPr wrap="square" rtlCol="0">
              <a:spAutoFit/>
            </a:bodyPr>
            <a:lstStyle/>
            <a:p>
              <a:r>
                <a:rPr lang="zh-CN" altLang="en-US" b="1" dirty="0"/>
                <a:t>时间</a:t>
              </a:r>
            </a:p>
          </p:txBody>
        </p:sp>
        <p:cxnSp>
          <p:nvCxnSpPr>
            <p:cNvPr id="42" name="直接箭头连接符 41">
              <a:extLst>
                <a:ext uri="{FF2B5EF4-FFF2-40B4-BE49-F238E27FC236}">
                  <a16:creationId xmlns:a16="http://schemas.microsoft.com/office/drawing/2014/main" id="{3462DB36-3E6A-4AC1-B3D8-AE44A2C14328}"/>
                </a:ext>
              </a:extLst>
            </p:cNvPr>
            <p:cNvCxnSpPr>
              <a:cxnSpLocks/>
            </p:cNvCxnSpPr>
            <p:nvPr/>
          </p:nvCxnSpPr>
          <p:spPr>
            <a:xfrm>
              <a:off x="1666661" y="4369937"/>
              <a:ext cx="9367200" cy="0"/>
            </a:xfrm>
            <a:prstGeom prst="straightConnector1">
              <a:avLst/>
            </a:prstGeom>
            <a:ln w="12700">
              <a:solidFill>
                <a:schemeClr val="tx1"/>
              </a:solidFill>
              <a:tailEnd type="triangle"/>
            </a:ln>
          </p:spPr>
          <p:style>
            <a:lnRef idx="1">
              <a:schemeClr val="accent1"/>
            </a:lnRef>
            <a:fillRef idx="0">
              <a:schemeClr val="accent1"/>
            </a:fillRef>
            <a:effectRef idx="0">
              <a:schemeClr val="accent1"/>
            </a:effectRef>
            <a:fontRef idx="minor">
              <a:schemeClr val="tx1"/>
            </a:fontRef>
          </p:style>
        </p:cxnSp>
      </p:grpSp>
      <p:sp>
        <p:nvSpPr>
          <p:cNvPr id="45" name="矩形 44">
            <a:extLst>
              <a:ext uri="{FF2B5EF4-FFF2-40B4-BE49-F238E27FC236}">
                <a16:creationId xmlns:a16="http://schemas.microsoft.com/office/drawing/2014/main" id="{FC9995F2-5B14-429A-930A-0DCB65EF0D2A}"/>
              </a:ext>
            </a:extLst>
          </p:cNvPr>
          <p:cNvSpPr/>
          <p:nvPr/>
        </p:nvSpPr>
        <p:spPr>
          <a:xfrm>
            <a:off x="1666661" y="2725072"/>
            <a:ext cx="1136650" cy="400110"/>
          </a:xfrm>
          <a:prstGeom prst="rect">
            <a:avLst/>
          </a:prstGeom>
          <a:solidFill>
            <a:schemeClr val="accent4"/>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zh-CN" altLang="en-US" b="1" dirty="0"/>
              <a:t>信道空闲</a:t>
            </a:r>
          </a:p>
        </p:txBody>
      </p:sp>
      <p:grpSp>
        <p:nvGrpSpPr>
          <p:cNvPr id="96" name="组合 95">
            <a:extLst>
              <a:ext uri="{FF2B5EF4-FFF2-40B4-BE49-F238E27FC236}">
                <a16:creationId xmlns:a16="http://schemas.microsoft.com/office/drawing/2014/main" id="{9F34A613-8B53-4F2E-B766-6F806899F077}"/>
              </a:ext>
            </a:extLst>
          </p:cNvPr>
          <p:cNvGrpSpPr/>
          <p:nvPr/>
        </p:nvGrpSpPr>
        <p:grpSpPr>
          <a:xfrm>
            <a:off x="2781087" y="2616848"/>
            <a:ext cx="1120774" cy="509285"/>
            <a:chOff x="2781087" y="2616848"/>
            <a:chExt cx="1120774" cy="509285"/>
          </a:xfrm>
        </p:grpSpPr>
        <p:sp>
          <p:nvSpPr>
            <p:cNvPr id="46" name="文本框 45">
              <a:extLst>
                <a:ext uri="{FF2B5EF4-FFF2-40B4-BE49-F238E27FC236}">
                  <a16:creationId xmlns:a16="http://schemas.microsoft.com/office/drawing/2014/main" id="{DAFFB414-0080-4EA2-A178-2EE20AC6E26F}"/>
                </a:ext>
              </a:extLst>
            </p:cNvPr>
            <p:cNvSpPr txBox="1"/>
            <p:nvPr/>
          </p:nvSpPr>
          <p:spPr>
            <a:xfrm>
              <a:off x="2781087" y="2616848"/>
              <a:ext cx="1098550" cy="369332"/>
            </a:xfrm>
            <a:prstGeom prst="rect">
              <a:avLst/>
            </a:prstGeom>
            <a:noFill/>
          </p:spPr>
          <p:txBody>
            <a:bodyPr wrap="square" rtlCol="0">
              <a:spAutoFit/>
            </a:bodyPr>
            <a:lstStyle/>
            <a:p>
              <a:pPr algn="ctr"/>
              <a:r>
                <a:rPr lang="en-US" altLang="zh-CN" b="1" dirty="0"/>
                <a:t>DIFS</a:t>
              </a:r>
              <a:endParaRPr lang="zh-CN" altLang="en-US" b="1" dirty="0"/>
            </a:p>
          </p:txBody>
        </p:sp>
        <p:cxnSp>
          <p:nvCxnSpPr>
            <p:cNvPr id="48" name="直接连接符 47">
              <a:extLst>
                <a:ext uri="{FF2B5EF4-FFF2-40B4-BE49-F238E27FC236}">
                  <a16:creationId xmlns:a16="http://schemas.microsoft.com/office/drawing/2014/main" id="{A457A3D8-C3E3-46EA-8A2E-1E515E523F38}"/>
                </a:ext>
              </a:extLst>
            </p:cNvPr>
            <p:cNvCxnSpPr>
              <a:cxnSpLocks/>
            </p:cNvCxnSpPr>
            <p:nvPr/>
          </p:nvCxnSpPr>
          <p:spPr>
            <a:xfrm>
              <a:off x="3901861" y="2724121"/>
              <a:ext cx="0" cy="402012"/>
            </a:xfrm>
            <a:prstGeom prst="line">
              <a:avLst/>
            </a:prstGeom>
            <a:ln w="12700">
              <a:solidFill>
                <a:schemeClr val="tx1"/>
              </a:solidFill>
              <a:tailEnd type="none"/>
            </a:ln>
          </p:spPr>
          <p:style>
            <a:lnRef idx="1">
              <a:schemeClr val="accent1"/>
            </a:lnRef>
            <a:fillRef idx="0">
              <a:schemeClr val="accent1"/>
            </a:fillRef>
            <a:effectRef idx="0">
              <a:schemeClr val="accent1"/>
            </a:effectRef>
            <a:fontRef idx="minor">
              <a:schemeClr val="tx1"/>
            </a:fontRef>
          </p:style>
        </p:cxnSp>
        <p:cxnSp>
          <p:nvCxnSpPr>
            <p:cNvPr id="51" name="直接箭头连接符 50">
              <a:extLst>
                <a:ext uri="{FF2B5EF4-FFF2-40B4-BE49-F238E27FC236}">
                  <a16:creationId xmlns:a16="http://schemas.microsoft.com/office/drawing/2014/main" id="{C08C9339-6D4D-43A7-B909-1357F4148309}"/>
                </a:ext>
              </a:extLst>
            </p:cNvPr>
            <p:cNvCxnSpPr/>
            <p:nvPr/>
          </p:nvCxnSpPr>
          <p:spPr>
            <a:xfrm>
              <a:off x="2803311" y="2940516"/>
              <a:ext cx="1098550" cy="0"/>
            </a:xfrm>
            <a:prstGeom prst="straightConnector1">
              <a:avLst/>
            </a:prstGeom>
            <a:ln w="12700">
              <a:solidFill>
                <a:schemeClr val="tx1"/>
              </a:solidFill>
              <a:headEnd type="triangle"/>
              <a:tailEnd type="triangle"/>
            </a:ln>
          </p:spPr>
          <p:style>
            <a:lnRef idx="1">
              <a:schemeClr val="accent1"/>
            </a:lnRef>
            <a:fillRef idx="0">
              <a:schemeClr val="accent1"/>
            </a:fillRef>
            <a:effectRef idx="0">
              <a:schemeClr val="accent1"/>
            </a:effectRef>
            <a:fontRef idx="minor">
              <a:schemeClr val="tx1"/>
            </a:fontRef>
          </p:style>
        </p:cxnSp>
      </p:grpSp>
      <p:grpSp>
        <p:nvGrpSpPr>
          <p:cNvPr id="95" name="组合 94">
            <a:extLst>
              <a:ext uri="{FF2B5EF4-FFF2-40B4-BE49-F238E27FC236}">
                <a16:creationId xmlns:a16="http://schemas.microsoft.com/office/drawing/2014/main" id="{08635F60-A53B-4B12-8D1F-86D358857403}"/>
              </a:ext>
            </a:extLst>
          </p:cNvPr>
          <p:cNvGrpSpPr/>
          <p:nvPr/>
        </p:nvGrpSpPr>
        <p:grpSpPr>
          <a:xfrm>
            <a:off x="5121057" y="4368987"/>
            <a:ext cx="644523" cy="543960"/>
            <a:chOff x="5121057" y="4368987"/>
            <a:chExt cx="644523" cy="543960"/>
          </a:xfrm>
        </p:grpSpPr>
        <p:sp>
          <p:nvSpPr>
            <p:cNvPr id="54" name="文本框 53">
              <a:extLst>
                <a:ext uri="{FF2B5EF4-FFF2-40B4-BE49-F238E27FC236}">
                  <a16:creationId xmlns:a16="http://schemas.microsoft.com/office/drawing/2014/main" id="{2EF44418-7DC6-4C7A-A7DF-8D5879B16167}"/>
                </a:ext>
              </a:extLst>
            </p:cNvPr>
            <p:cNvSpPr txBox="1"/>
            <p:nvPr/>
          </p:nvSpPr>
          <p:spPr>
            <a:xfrm>
              <a:off x="5121057" y="4543615"/>
              <a:ext cx="644523" cy="369332"/>
            </a:xfrm>
            <a:prstGeom prst="rect">
              <a:avLst/>
            </a:prstGeom>
            <a:noFill/>
          </p:spPr>
          <p:txBody>
            <a:bodyPr wrap="square" rtlCol="0">
              <a:spAutoFit/>
            </a:bodyPr>
            <a:lstStyle/>
            <a:p>
              <a:pPr algn="ctr"/>
              <a:r>
                <a:rPr lang="en-US" altLang="zh-CN" b="1" dirty="0"/>
                <a:t>SIFS</a:t>
              </a:r>
              <a:endParaRPr lang="zh-CN" altLang="en-US" b="1" dirty="0"/>
            </a:p>
          </p:txBody>
        </p:sp>
        <p:cxnSp>
          <p:nvCxnSpPr>
            <p:cNvPr id="55" name="直接连接符 54">
              <a:extLst>
                <a:ext uri="{FF2B5EF4-FFF2-40B4-BE49-F238E27FC236}">
                  <a16:creationId xmlns:a16="http://schemas.microsoft.com/office/drawing/2014/main" id="{F57EC625-89D5-4C1B-8B4F-1E618B216BE1}"/>
                </a:ext>
              </a:extLst>
            </p:cNvPr>
            <p:cNvCxnSpPr>
              <a:cxnSpLocks/>
            </p:cNvCxnSpPr>
            <p:nvPr/>
          </p:nvCxnSpPr>
          <p:spPr>
            <a:xfrm>
              <a:off x="5152807" y="4368987"/>
              <a:ext cx="0" cy="402012"/>
            </a:xfrm>
            <a:prstGeom prst="line">
              <a:avLst/>
            </a:prstGeom>
            <a:ln w="12700">
              <a:solidFill>
                <a:schemeClr val="tx1"/>
              </a:solidFill>
              <a:tailEnd type="none"/>
            </a:ln>
          </p:spPr>
          <p:style>
            <a:lnRef idx="1">
              <a:schemeClr val="accent1"/>
            </a:lnRef>
            <a:fillRef idx="0">
              <a:schemeClr val="accent1"/>
            </a:fillRef>
            <a:effectRef idx="0">
              <a:schemeClr val="accent1"/>
            </a:effectRef>
            <a:fontRef idx="minor">
              <a:schemeClr val="tx1"/>
            </a:fontRef>
          </p:style>
        </p:cxnSp>
        <p:cxnSp>
          <p:nvCxnSpPr>
            <p:cNvPr id="56" name="直接连接符 55">
              <a:extLst>
                <a:ext uri="{FF2B5EF4-FFF2-40B4-BE49-F238E27FC236}">
                  <a16:creationId xmlns:a16="http://schemas.microsoft.com/office/drawing/2014/main" id="{99F7CD31-E2F2-4BA3-B2F1-1EC836290EF0}"/>
                </a:ext>
              </a:extLst>
            </p:cNvPr>
            <p:cNvCxnSpPr>
              <a:cxnSpLocks/>
            </p:cNvCxnSpPr>
            <p:nvPr/>
          </p:nvCxnSpPr>
          <p:spPr>
            <a:xfrm>
              <a:off x="5710293" y="4368987"/>
              <a:ext cx="0" cy="402012"/>
            </a:xfrm>
            <a:prstGeom prst="line">
              <a:avLst/>
            </a:prstGeom>
            <a:ln w="12700">
              <a:solidFill>
                <a:schemeClr val="tx1"/>
              </a:solidFill>
              <a:tailEnd type="none"/>
            </a:ln>
          </p:spPr>
          <p:style>
            <a:lnRef idx="1">
              <a:schemeClr val="accent1"/>
            </a:lnRef>
            <a:fillRef idx="0">
              <a:schemeClr val="accent1"/>
            </a:fillRef>
            <a:effectRef idx="0">
              <a:schemeClr val="accent1"/>
            </a:effectRef>
            <a:fontRef idx="minor">
              <a:schemeClr val="tx1"/>
            </a:fontRef>
          </p:style>
        </p:cxnSp>
        <p:cxnSp>
          <p:nvCxnSpPr>
            <p:cNvPr id="57" name="直接箭头连接符 56">
              <a:extLst>
                <a:ext uri="{FF2B5EF4-FFF2-40B4-BE49-F238E27FC236}">
                  <a16:creationId xmlns:a16="http://schemas.microsoft.com/office/drawing/2014/main" id="{F4A5C971-CE8D-448F-9D38-61A884296C78}"/>
                </a:ext>
              </a:extLst>
            </p:cNvPr>
            <p:cNvCxnSpPr>
              <a:cxnSpLocks/>
            </p:cNvCxnSpPr>
            <p:nvPr/>
          </p:nvCxnSpPr>
          <p:spPr>
            <a:xfrm>
              <a:off x="5152807" y="4543615"/>
              <a:ext cx="557486" cy="0"/>
            </a:xfrm>
            <a:prstGeom prst="straightConnector1">
              <a:avLst/>
            </a:prstGeom>
            <a:ln w="12700">
              <a:solidFill>
                <a:schemeClr val="tx1"/>
              </a:solidFill>
              <a:headEnd type="triangle"/>
              <a:tailEnd type="triangle"/>
            </a:ln>
          </p:spPr>
          <p:style>
            <a:lnRef idx="1">
              <a:schemeClr val="accent1"/>
            </a:lnRef>
            <a:fillRef idx="0">
              <a:schemeClr val="accent1"/>
            </a:fillRef>
            <a:effectRef idx="0">
              <a:schemeClr val="accent1"/>
            </a:effectRef>
            <a:fontRef idx="minor">
              <a:schemeClr val="tx1"/>
            </a:fontRef>
          </p:style>
        </p:cxnSp>
      </p:grpSp>
      <p:grpSp>
        <p:nvGrpSpPr>
          <p:cNvPr id="94" name="组合 93">
            <a:extLst>
              <a:ext uri="{FF2B5EF4-FFF2-40B4-BE49-F238E27FC236}">
                <a16:creationId xmlns:a16="http://schemas.microsoft.com/office/drawing/2014/main" id="{491AFCFF-DDE4-45C5-9C84-A10EA91C276B}"/>
              </a:ext>
            </a:extLst>
          </p:cNvPr>
          <p:cNvGrpSpPr/>
          <p:nvPr/>
        </p:nvGrpSpPr>
        <p:grpSpPr>
          <a:xfrm>
            <a:off x="3901858" y="3124233"/>
            <a:ext cx="2452961" cy="2490458"/>
            <a:chOff x="3901858" y="3124233"/>
            <a:chExt cx="2452961" cy="2490458"/>
          </a:xfrm>
        </p:grpSpPr>
        <p:cxnSp>
          <p:nvCxnSpPr>
            <p:cNvPr id="59" name="直接连接符 58">
              <a:extLst>
                <a:ext uri="{FF2B5EF4-FFF2-40B4-BE49-F238E27FC236}">
                  <a16:creationId xmlns:a16="http://schemas.microsoft.com/office/drawing/2014/main" id="{E80F14B7-9341-48B6-95EE-730F931D9EAC}"/>
                </a:ext>
              </a:extLst>
            </p:cNvPr>
            <p:cNvCxnSpPr>
              <a:cxnSpLocks/>
            </p:cNvCxnSpPr>
            <p:nvPr/>
          </p:nvCxnSpPr>
          <p:spPr>
            <a:xfrm>
              <a:off x="3901858" y="3124233"/>
              <a:ext cx="0" cy="2490458"/>
            </a:xfrm>
            <a:prstGeom prst="line">
              <a:avLst/>
            </a:prstGeom>
            <a:ln w="12700">
              <a:solidFill>
                <a:schemeClr val="tx1"/>
              </a:solidFill>
              <a:prstDash val="dash"/>
              <a:tailEnd type="none"/>
            </a:ln>
          </p:spPr>
          <p:style>
            <a:lnRef idx="1">
              <a:schemeClr val="accent1"/>
            </a:lnRef>
            <a:fillRef idx="0">
              <a:schemeClr val="accent1"/>
            </a:fillRef>
            <a:effectRef idx="0">
              <a:schemeClr val="accent1"/>
            </a:effectRef>
            <a:fontRef idx="minor">
              <a:schemeClr val="tx1"/>
            </a:fontRef>
          </p:style>
        </p:cxnSp>
        <p:cxnSp>
          <p:nvCxnSpPr>
            <p:cNvPr id="63" name="直接连接符 62">
              <a:extLst>
                <a:ext uri="{FF2B5EF4-FFF2-40B4-BE49-F238E27FC236}">
                  <a16:creationId xmlns:a16="http://schemas.microsoft.com/office/drawing/2014/main" id="{04353A82-1132-451F-9091-74875114B87F}"/>
                </a:ext>
              </a:extLst>
            </p:cNvPr>
            <p:cNvCxnSpPr>
              <a:cxnSpLocks/>
            </p:cNvCxnSpPr>
            <p:nvPr/>
          </p:nvCxnSpPr>
          <p:spPr>
            <a:xfrm>
              <a:off x="6354819" y="3124233"/>
              <a:ext cx="0" cy="2490458"/>
            </a:xfrm>
            <a:prstGeom prst="line">
              <a:avLst/>
            </a:prstGeom>
            <a:ln w="12700">
              <a:solidFill>
                <a:schemeClr val="tx1"/>
              </a:solidFill>
              <a:prstDash val="dash"/>
              <a:tailEnd type="none"/>
            </a:ln>
          </p:spPr>
          <p:style>
            <a:lnRef idx="1">
              <a:schemeClr val="accent1"/>
            </a:lnRef>
            <a:fillRef idx="0">
              <a:schemeClr val="accent1"/>
            </a:fillRef>
            <a:effectRef idx="0">
              <a:schemeClr val="accent1"/>
            </a:effectRef>
            <a:fontRef idx="minor">
              <a:schemeClr val="tx1"/>
            </a:fontRef>
          </p:style>
        </p:cxnSp>
      </p:grpSp>
      <p:sp>
        <p:nvSpPr>
          <p:cNvPr id="64" name="矩形 63">
            <a:extLst>
              <a:ext uri="{FF2B5EF4-FFF2-40B4-BE49-F238E27FC236}">
                <a16:creationId xmlns:a16="http://schemas.microsoft.com/office/drawing/2014/main" id="{1272FDDE-BB01-4D4B-970C-F78813A0748C}"/>
              </a:ext>
            </a:extLst>
          </p:cNvPr>
          <p:cNvSpPr/>
          <p:nvPr/>
        </p:nvSpPr>
        <p:spPr>
          <a:xfrm>
            <a:off x="3901855" y="5213631"/>
            <a:ext cx="2452961" cy="400110"/>
          </a:xfrm>
          <a:prstGeom prst="rect">
            <a:avLst/>
          </a:prstGeom>
          <a:solidFill>
            <a:schemeClr val="accent2"/>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CN" b="1" dirty="0"/>
              <a:t>NAV</a:t>
            </a:r>
            <a:r>
              <a:rPr lang="zh-CN" altLang="en-US" b="1" dirty="0"/>
              <a:t>（信道忙）</a:t>
            </a:r>
          </a:p>
        </p:txBody>
      </p:sp>
      <p:grpSp>
        <p:nvGrpSpPr>
          <p:cNvPr id="101" name="组合 100">
            <a:extLst>
              <a:ext uri="{FF2B5EF4-FFF2-40B4-BE49-F238E27FC236}">
                <a16:creationId xmlns:a16="http://schemas.microsoft.com/office/drawing/2014/main" id="{8DDDACE7-C25E-47A5-9A19-9015074D79CB}"/>
              </a:ext>
            </a:extLst>
          </p:cNvPr>
          <p:cNvGrpSpPr/>
          <p:nvPr/>
        </p:nvGrpSpPr>
        <p:grpSpPr>
          <a:xfrm>
            <a:off x="3901858" y="3124233"/>
            <a:ext cx="1250949" cy="1245704"/>
            <a:chOff x="3901858" y="3124233"/>
            <a:chExt cx="1250949" cy="1245704"/>
          </a:xfrm>
        </p:grpSpPr>
        <p:sp>
          <p:nvSpPr>
            <p:cNvPr id="52" name="平行四边形 51">
              <a:extLst>
                <a:ext uri="{FF2B5EF4-FFF2-40B4-BE49-F238E27FC236}">
                  <a16:creationId xmlns:a16="http://schemas.microsoft.com/office/drawing/2014/main" id="{A6D7F9EA-AAFF-4EBC-BB07-DDAF4A1C569A}"/>
                </a:ext>
              </a:extLst>
            </p:cNvPr>
            <p:cNvSpPr/>
            <p:nvPr/>
          </p:nvSpPr>
          <p:spPr>
            <a:xfrm flipH="1">
              <a:off x="3901858" y="3124233"/>
              <a:ext cx="1250949" cy="1245704"/>
            </a:xfrm>
            <a:prstGeom prst="parallelogram">
              <a:avLst/>
            </a:prstGeom>
            <a:solidFill>
              <a:schemeClr val="accent3"/>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b="1" dirty="0">
                <a:latin typeface="宋体" panose="02010600030101010101" pitchFamily="2" charset="-122"/>
                <a:ea typeface="宋体" panose="02010600030101010101" pitchFamily="2" charset="-122"/>
              </a:endParaRPr>
            </a:p>
          </p:txBody>
        </p:sp>
        <p:sp>
          <p:nvSpPr>
            <p:cNvPr id="98" name="文本框 97">
              <a:extLst>
                <a:ext uri="{FF2B5EF4-FFF2-40B4-BE49-F238E27FC236}">
                  <a16:creationId xmlns:a16="http://schemas.microsoft.com/office/drawing/2014/main" id="{C77411A2-1CD5-4040-ACBC-13BF9CEF8499}"/>
                </a:ext>
              </a:extLst>
            </p:cNvPr>
            <p:cNvSpPr txBox="1"/>
            <p:nvPr/>
          </p:nvSpPr>
          <p:spPr>
            <a:xfrm>
              <a:off x="4036794" y="3241201"/>
              <a:ext cx="981076" cy="646331"/>
            </a:xfrm>
            <a:prstGeom prst="rect">
              <a:avLst/>
            </a:prstGeom>
            <a:noFill/>
          </p:spPr>
          <p:txBody>
            <a:bodyPr wrap="square" rtlCol="0">
              <a:spAutoFit/>
            </a:bodyPr>
            <a:lstStyle/>
            <a:p>
              <a:pPr algn="ctr"/>
              <a:r>
                <a:rPr lang="zh-CN" altLang="en-US" b="1" dirty="0">
                  <a:solidFill>
                    <a:schemeClr val="bg1"/>
                  </a:solidFill>
                </a:rPr>
                <a:t>第</a:t>
              </a:r>
              <a:r>
                <a:rPr lang="en-US" altLang="zh-CN" b="1" dirty="0">
                  <a:solidFill>
                    <a:schemeClr val="bg1"/>
                  </a:solidFill>
                </a:rPr>
                <a:t>1</a:t>
              </a:r>
              <a:r>
                <a:rPr lang="zh-CN" altLang="en-US" b="1" dirty="0">
                  <a:solidFill>
                    <a:schemeClr val="bg1"/>
                  </a:solidFill>
                </a:rPr>
                <a:t>个</a:t>
              </a:r>
              <a:endParaRPr lang="en-US" altLang="zh-CN" b="1" dirty="0">
                <a:solidFill>
                  <a:schemeClr val="bg1"/>
                </a:solidFill>
              </a:endParaRPr>
            </a:p>
            <a:p>
              <a:pPr algn="ctr"/>
              <a:r>
                <a:rPr lang="zh-CN" altLang="en-US" b="1" dirty="0">
                  <a:solidFill>
                    <a:schemeClr val="bg1"/>
                  </a:solidFill>
                </a:rPr>
                <a:t>数据帧</a:t>
              </a:r>
            </a:p>
          </p:txBody>
        </p:sp>
        <p:cxnSp>
          <p:nvCxnSpPr>
            <p:cNvPr id="100" name="直接箭头连接符 99">
              <a:extLst>
                <a:ext uri="{FF2B5EF4-FFF2-40B4-BE49-F238E27FC236}">
                  <a16:creationId xmlns:a16="http://schemas.microsoft.com/office/drawing/2014/main" id="{7E326EA6-85DA-47B4-B17B-E09B87597BD9}"/>
                </a:ext>
              </a:extLst>
            </p:cNvPr>
            <p:cNvCxnSpPr/>
            <p:nvPr/>
          </p:nvCxnSpPr>
          <p:spPr>
            <a:xfrm>
              <a:off x="4565842" y="3880823"/>
              <a:ext cx="85308" cy="345801"/>
            </a:xfrm>
            <a:prstGeom prst="straightConnector1">
              <a:avLst/>
            </a:prstGeom>
            <a:ln w="38100">
              <a:solidFill>
                <a:schemeClr val="bg1"/>
              </a:solidFill>
              <a:tailEnd type="triangle"/>
            </a:ln>
          </p:spPr>
          <p:style>
            <a:lnRef idx="1">
              <a:schemeClr val="accent1"/>
            </a:lnRef>
            <a:fillRef idx="0">
              <a:schemeClr val="accent1"/>
            </a:fillRef>
            <a:effectRef idx="0">
              <a:schemeClr val="accent1"/>
            </a:effectRef>
            <a:fontRef idx="minor">
              <a:schemeClr val="tx1"/>
            </a:fontRef>
          </p:style>
        </p:cxnSp>
      </p:grpSp>
      <p:grpSp>
        <p:nvGrpSpPr>
          <p:cNvPr id="105" name="组合 104">
            <a:extLst>
              <a:ext uri="{FF2B5EF4-FFF2-40B4-BE49-F238E27FC236}">
                <a16:creationId xmlns:a16="http://schemas.microsoft.com/office/drawing/2014/main" id="{9ADF70C5-E8DB-494B-9078-A0E71C927CC4}"/>
              </a:ext>
            </a:extLst>
          </p:cNvPr>
          <p:cNvGrpSpPr/>
          <p:nvPr/>
        </p:nvGrpSpPr>
        <p:grpSpPr>
          <a:xfrm>
            <a:off x="5710293" y="3124233"/>
            <a:ext cx="644526" cy="1249899"/>
            <a:chOff x="5710293" y="3124233"/>
            <a:chExt cx="644526" cy="1249899"/>
          </a:xfrm>
        </p:grpSpPr>
        <p:sp>
          <p:nvSpPr>
            <p:cNvPr id="53" name="平行四边形 52">
              <a:extLst>
                <a:ext uri="{FF2B5EF4-FFF2-40B4-BE49-F238E27FC236}">
                  <a16:creationId xmlns:a16="http://schemas.microsoft.com/office/drawing/2014/main" id="{CF823127-217E-46A2-9594-8DA763C9DA37}"/>
                </a:ext>
              </a:extLst>
            </p:cNvPr>
            <p:cNvSpPr/>
            <p:nvPr/>
          </p:nvSpPr>
          <p:spPr>
            <a:xfrm>
              <a:off x="5710293" y="3124233"/>
              <a:ext cx="644526" cy="1245704"/>
            </a:xfrm>
            <a:prstGeom prst="parallelogram">
              <a:avLst>
                <a:gd name="adj" fmla="val 46023"/>
              </a:avLst>
            </a:prstGeom>
            <a:solidFill>
              <a:schemeClr val="accent5"/>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102" name="文本框 101">
              <a:extLst>
                <a:ext uri="{FF2B5EF4-FFF2-40B4-BE49-F238E27FC236}">
                  <a16:creationId xmlns:a16="http://schemas.microsoft.com/office/drawing/2014/main" id="{74CB46F0-6697-4B1A-9F3A-9CBDBD14D81B}"/>
                </a:ext>
              </a:extLst>
            </p:cNvPr>
            <p:cNvSpPr txBox="1"/>
            <p:nvPr/>
          </p:nvSpPr>
          <p:spPr>
            <a:xfrm rot="16963893">
              <a:off x="5653799" y="3893704"/>
              <a:ext cx="591525" cy="369332"/>
            </a:xfrm>
            <a:prstGeom prst="rect">
              <a:avLst/>
            </a:prstGeom>
            <a:noFill/>
          </p:spPr>
          <p:txBody>
            <a:bodyPr wrap="square" rtlCol="0">
              <a:spAutoFit/>
            </a:bodyPr>
            <a:lstStyle/>
            <a:p>
              <a:pPr algn="ctr"/>
              <a:r>
                <a:rPr lang="en-US" altLang="zh-CN" b="1" dirty="0">
                  <a:solidFill>
                    <a:schemeClr val="bg1"/>
                  </a:solidFill>
                </a:rPr>
                <a:t>ACK</a:t>
              </a:r>
              <a:endParaRPr lang="zh-CN" altLang="en-US" b="1" dirty="0">
                <a:solidFill>
                  <a:schemeClr val="bg1"/>
                </a:solidFill>
              </a:endParaRPr>
            </a:p>
          </p:txBody>
        </p:sp>
        <p:cxnSp>
          <p:nvCxnSpPr>
            <p:cNvPr id="103" name="直接箭头连接符 102">
              <a:extLst>
                <a:ext uri="{FF2B5EF4-FFF2-40B4-BE49-F238E27FC236}">
                  <a16:creationId xmlns:a16="http://schemas.microsoft.com/office/drawing/2014/main" id="{F302317B-DC54-4242-991A-5F00C6449389}"/>
                </a:ext>
              </a:extLst>
            </p:cNvPr>
            <p:cNvCxnSpPr>
              <a:cxnSpLocks/>
            </p:cNvCxnSpPr>
            <p:nvPr/>
          </p:nvCxnSpPr>
          <p:spPr>
            <a:xfrm flipV="1">
              <a:off x="6032556" y="3355319"/>
              <a:ext cx="104500" cy="410278"/>
            </a:xfrm>
            <a:prstGeom prst="straightConnector1">
              <a:avLst/>
            </a:prstGeom>
            <a:ln w="38100">
              <a:solidFill>
                <a:schemeClr val="bg1"/>
              </a:solidFill>
              <a:tailEnd type="triangle"/>
            </a:ln>
          </p:spPr>
          <p:style>
            <a:lnRef idx="1">
              <a:schemeClr val="accent1"/>
            </a:lnRef>
            <a:fillRef idx="0">
              <a:schemeClr val="accent1"/>
            </a:fillRef>
            <a:effectRef idx="0">
              <a:schemeClr val="accent1"/>
            </a:effectRef>
            <a:fontRef idx="minor">
              <a:schemeClr val="tx1"/>
            </a:fontRef>
          </p:style>
        </p:cxnSp>
      </p:grpSp>
      <p:grpSp>
        <p:nvGrpSpPr>
          <p:cNvPr id="66" name="组合 65">
            <a:extLst>
              <a:ext uri="{FF2B5EF4-FFF2-40B4-BE49-F238E27FC236}">
                <a16:creationId xmlns:a16="http://schemas.microsoft.com/office/drawing/2014/main" id="{4B7F12D5-EC9E-469F-92AF-1FA287F48D7C}"/>
              </a:ext>
            </a:extLst>
          </p:cNvPr>
          <p:cNvGrpSpPr/>
          <p:nvPr/>
        </p:nvGrpSpPr>
        <p:grpSpPr>
          <a:xfrm>
            <a:off x="2121467" y="3123280"/>
            <a:ext cx="1363688" cy="830190"/>
            <a:chOff x="4018800" y="2864874"/>
            <a:chExt cx="1363688" cy="830190"/>
          </a:xfrm>
        </p:grpSpPr>
        <p:sp>
          <p:nvSpPr>
            <p:cNvPr id="72" name="文本框 71">
              <a:extLst>
                <a:ext uri="{FF2B5EF4-FFF2-40B4-BE49-F238E27FC236}">
                  <a16:creationId xmlns:a16="http://schemas.microsoft.com/office/drawing/2014/main" id="{D03828A7-CA4F-4C09-BBDD-CE9C975A6151}"/>
                </a:ext>
              </a:extLst>
            </p:cNvPr>
            <p:cNvSpPr txBox="1"/>
            <p:nvPr/>
          </p:nvSpPr>
          <p:spPr>
            <a:xfrm>
              <a:off x="4018800" y="3325732"/>
              <a:ext cx="1363688" cy="369332"/>
            </a:xfrm>
            <a:prstGeom prst="rect">
              <a:avLst/>
            </a:prstGeom>
            <a:noFill/>
          </p:spPr>
          <p:txBody>
            <a:bodyPr wrap="square" rtlCol="0">
              <a:spAutoFit/>
            </a:bodyPr>
            <a:lstStyle/>
            <a:p>
              <a:pPr algn="ctr"/>
              <a:r>
                <a:rPr lang="zh-CN" altLang="en-US" b="1" dirty="0">
                  <a:solidFill>
                    <a:schemeClr val="accent3"/>
                  </a:solidFill>
                  <a:latin typeface="Arial Narrow" panose="020B0606020202030204" pitchFamily="34" charset="0"/>
                </a:rPr>
                <a:t>有帧要发送</a:t>
              </a:r>
            </a:p>
          </p:txBody>
        </p:sp>
        <p:cxnSp>
          <p:nvCxnSpPr>
            <p:cNvPr id="76" name="直接箭头连接符 75">
              <a:extLst>
                <a:ext uri="{FF2B5EF4-FFF2-40B4-BE49-F238E27FC236}">
                  <a16:creationId xmlns:a16="http://schemas.microsoft.com/office/drawing/2014/main" id="{D1AF9491-0A13-4387-B624-405F724582B6}"/>
                </a:ext>
              </a:extLst>
            </p:cNvPr>
            <p:cNvCxnSpPr>
              <a:cxnSpLocks/>
            </p:cNvCxnSpPr>
            <p:nvPr/>
          </p:nvCxnSpPr>
          <p:spPr>
            <a:xfrm flipV="1">
              <a:off x="4702471" y="2864874"/>
              <a:ext cx="0" cy="521823"/>
            </a:xfrm>
            <a:prstGeom prst="straightConnector1">
              <a:avLst/>
            </a:prstGeom>
            <a:ln w="25400">
              <a:solidFill>
                <a:schemeClr val="tx1"/>
              </a:solidFill>
              <a:tailEnd type="triangle" w="med" len="lg"/>
            </a:ln>
          </p:spPr>
          <p:style>
            <a:lnRef idx="1">
              <a:schemeClr val="accent1"/>
            </a:lnRef>
            <a:fillRef idx="0">
              <a:schemeClr val="accent1"/>
            </a:fillRef>
            <a:effectRef idx="0">
              <a:schemeClr val="accent1"/>
            </a:effectRef>
            <a:fontRef idx="minor">
              <a:schemeClr val="tx1"/>
            </a:fontRef>
          </p:style>
        </p:cxnSp>
      </p:grpSp>
      <p:sp>
        <p:nvSpPr>
          <p:cNvPr id="78" name="对话气泡: 圆角矩形 77">
            <a:extLst>
              <a:ext uri="{FF2B5EF4-FFF2-40B4-BE49-F238E27FC236}">
                <a16:creationId xmlns:a16="http://schemas.microsoft.com/office/drawing/2014/main" id="{E4D32078-0CB9-4478-8437-02A209DBC0A0}"/>
              </a:ext>
            </a:extLst>
          </p:cNvPr>
          <p:cNvSpPr/>
          <p:nvPr/>
        </p:nvSpPr>
        <p:spPr>
          <a:xfrm>
            <a:off x="3900033" y="1766352"/>
            <a:ext cx="7420251" cy="1014618"/>
          </a:xfrm>
          <a:prstGeom prst="wedgeRoundRectCallout">
            <a:avLst>
              <a:gd name="adj1" fmla="val -47352"/>
              <a:gd name="adj2" fmla="val 99282"/>
              <a:gd name="adj3" fmla="val 16667"/>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endParaRPr lang="zh-CN" altLang="en-US" b="1" dirty="0"/>
          </a:p>
        </p:txBody>
      </p:sp>
      <p:sp>
        <p:nvSpPr>
          <p:cNvPr id="86" name="文本框 85">
            <a:extLst>
              <a:ext uri="{FF2B5EF4-FFF2-40B4-BE49-F238E27FC236}">
                <a16:creationId xmlns:a16="http://schemas.microsoft.com/office/drawing/2014/main" id="{157568DE-15D7-4090-BC83-AB0D67387830}"/>
              </a:ext>
            </a:extLst>
          </p:cNvPr>
          <p:cNvSpPr txBox="1"/>
          <p:nvPr/>
        </p:nvSpPr>
        <p:spPr>
          <a:xfrm>
            <a:off x="3951749" y="1948111"/>
            <a:ext cx="7283625" cy="646331"/>
          </a:xfrm>
          <a:prstGeom prst="rect">
            <a:avLst/>
          </a:prstGeom>
          <a:noFill/>
        </p:spPr>
        <p:txBody>
          <a:bodyPr wrap="square">
            <a:spAutoFit/>
          </a:bodyPr>
          <a:lstStyle/>
          <a:p>
            <a:r>
              <a:rPr lang="zh-CN" altLang="en-US" b="1" dirty="0">
                <a:solidFill>
                  <a:schemeClr val="bg1"/>
                </a:solidFill>
              </a:rPr>
              <a:t>帧首部中的“持续时间”字段的值指出了源站要占用信道的时间（包括目的站发回确认帧所需的时间）。</a:t>
            </a:r>
          </a:p>
        </p:txBody>
      </p:sp>
      <p:sp>
        <p:nvSpPr>
          <p:cNvPr id="88" name="对话气泡: 圆角矩形 87">
            <a:extLst>
              <a:ext uri="{FF2B5EF4-FFF2-40B4-BE49-F238E27FC236}">
                <a16:creationId xmlns:a16="http://schemas.microsoft.com/office/drawing/2014/main" id="{004C2E55-5214-4560-8C36-247B7694B465}"/>
              </a:ext>
            </a:extLst>
          </p:cNvPr>
          <p:cNvSpPr/>
          <p:nvPr/>
        </p:nvSpPr>
        <p:spPr>
          <a:xfrm>
            <a:off x="868001" y="5762518"/>
            <a:ext cx="11019198" cy="685496"/>
          </a:xfrm>
          <a:prstGeom prst="wedgeRoundRectCallout">
            <a:avLst>
              <a:gd name="adj1" fmla="val -22346"/>
              <a:gd name="adj2" fmla="val -71163"/>
              <a:gd name="adj3" fmla="val 16667"/>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r>
              <a:rPr lang="zh-CN" altLang="en-US" b="1" dirty="0"/>
              <a:t>当某个站检测到正在信道中传送的帧首部中的“持续时间”字段时，就调整自己的网络分配向量（</a:t>
            </a:r>
            <a:r>
              <a:rPr lang="en-US" altLang="zh-CN" b="1" dirty="0"/>
              <a:t>Network Allocation Vector</a:t>
            </a:r>
            <a:r>
              <a:rPr lang="zh-CN" altLang="en-US" b="1" dirty="0"/>
              <a:t>，</a:t>
            </a:r>
            <a:r>
              <a:rPr lang="en-US" altLang="zh-CN" b="1" dirty="0"/>
              <a:t>NAV</a:t>
            </a:r>
            <a:r>
              <a:rPr lang="zh-CN" altLang="en-US" b="1" dirty="0"/>
              <a:t>）。</a:t>
            </a:r>
            <a:r>
              <a:rPr lang="en-US" altLang="zh-CN" b="1" dirty="0"/>
              <a:t>NAV</a:t>
            </a:r>
            <a:r>
              <a:rPr lang="zh-CN" altLang="en-US" b="1" dirty="0"/>
              <a:t>指出了完成这次帧的传送且信道转入空闲状态所需的时间。</a:t>
            </a:r>
          </a:p>
        </p:txBody>
      </p:sp>
      <p:sp>
        <p:nvSpPr>
          <p:cNvPr id="44" name="平行四边形 43">
            <a:extLst>
              <a:ext uri="{FF2B5EF4-FFF2-40B4-BE49-F238E27FC236}">
                <a16:creationId xmlns:a16="http://schemas.microsoft.com/office/drawing/2014/main" id="{35B26469-5489-BF49-1927-CA0FBE12C32E}"/>
              </a:ext>
            </a:extLst>
          </p:cNvPr>
          <p:cNvSpPr/>
          <p:nvPr/>
        </p:nvSpPr>
        <p:spPr>
          <a:xfrm>
            <a:off x="304799" y="749300"/>
            <a:ext cx="691019" cy="387090"/>
          </a:xfrm>
          <a:prstGeom prst="parallelogram">
            <a:avLst/>
          </a:prstGeom>
          <a:solidFill>
            <a:schemeClr val="accent3">
              <a:lumMod val="75000"/>
            </a:schemeClr>
          </a:solidFill>
          <a:ln>
            <a:solidFill>
              <a:schemeClr val="accent3">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CN" sz="2200" dirty="0">
                <a:latin typeface="Impact" panose="020B0806030902050204" pitchFamily="34" charset="0"/>
              </a:rPr>
              <a:t>04</a:t>
            </a:r>
            <a:endParaRPr lang="zh-CN" altLang="en-US" sz="2200" dirty="0">
              <a:latin typeface="Impact" panose="020B0806030902050204" pitchFamily="34" charset="0"/>
            </a:endParaRPr>
          </a:p>
        </p:txBody>
      </p:sp>
    </p:spTree>
    <p:custDataLst>
      <p:tags r:id="rId1"/>
    </p:custDataLst>
    <p:extLst>
      <p:ext uri="{BB962C8B-B14F-4D97-AF65-F5344CB8AC3E}">
        <p14:creationId xmlns:p14="http://schemas.microsoft.com/office/powerpoint/2010/main" val="1132613328"/>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2" presetClass="entr" presetSubtype="4" fill="hold" grpId="0" nodeType="withEffect">
                                  <p:stCondLst>
                                    <p:cond delay="0"/>
                                  </p:stCondLst>
                                  <p:childTnLst>
                                    <p:set>
                                      <p:cBhvr>
                                        <p:cTn id="6" dur="1" fill="hold">
                                          <p:stCondLst>
                                            <p:cond delay="0"/>
                                          </p:stCondLst>
                                        </p:cTn>
                                        <p:tgtEl>
                                          <p:spTgt spid="78"/>
                                        </p:tgtEl>
                                        <p:attrNameLst>
                                          <p:attrName>style.visibility</p:attrName>
                                        </p:attrNameLst>
                                      </p:cBhvr>
                                      <p:to>
                                        <p:strVal val="visible"/>
                                      </p:to>
                                    </p:set>
                                    <p:animEffect transition="in" filter="wipe(down)">
                                      <p:cBhvr>
                                        <p:cTn id="7" dur="500"/>
                                        <p:tgtEl>
                                          <p:spTgt spid="78"/>
                                        </p:tgtEl>
                                      </p:cBhvr>
                                    </p:animEffect>
                                  </p:childTnLst>
                                </p:cTn>
                              </p:par>
                            </p:childTnLst>
                          </p:cTn>
                        </p:par>
                        <p:par>
                          <p:cTn id="8" fill="hold">
                            <p:stCondLst>
                              <p:cond delay="500"/>
                            </p:stCondLst>
                            <p:childTnLst>
                              <p:par>
                                <p:cTn id="9" presetID="1" presetClass="entr" presetSubtype="0" fill="hold" grpId="0" nodeType="afterEffect">
                                  <p:stCondLst>
                                    <p:cond delay="0"/>
                                  </p:stCondLst>
                                  <p:iterate type="lt">
                                    <p:tmAbs val="100"/>
                                  </p:iterate>
                                  <p:childTnLst>
                                    <p:set>
                                      <p:cBhvr>
                                        <p:cTn id="10" dur="1" fill="hold">
                                          <p:stCondLst>
                                            <p:cond delay="0"/>
                                          </p:stCondLst>
                                        </p:cTn>
                                        <p:tgtEl>
                                          <p:spTgt spid="86"/>
                                        </p:tgtEl>
                                        <p:attrNameLst>
                                          <p:attrName>style.visibility</p:attrName>
                                        </p:attrNameLst>
                                      </p:cBhvr>
                                      <p:to>
                                        <p:strVal val="visible"/>
                                      </p:to>
                                    </p:set>
                                  </p:childTnLst>
                                </p:cTn>
                              </p:par>
                            </p:childTnLst>
                          </p:cTn>
                        </p:par>
                      </p:childTnLst>
                    </p:cTn>
                  </p:par>
                  <p:par>
                    <p:cTn id="11" fill="hold">
                      <p:stCondLst>
                        <p:cond delay="indefinite"/>
                      </p:stCondLst>
                      <p:childTnLst>
                        <p:par>
                          <p:cTn id="12" fill="hold">
                            <p:stCondLst>
                              <p:cond delay="0"/>
                            </p:stCondLst>
                            <p:childTnLst>
                              <p:par>
                                <p:cTn id="13" presetID="22" presetClass="entr" presetSubtype="8" fill="hold" nodeType="clickEffect">
                                  <p:stCondLst>
                                    <p:cond delay="0"/>
                                  </p:stCondLst>
                                  <p:childTnLst>
                                    <p:set>
                                      <p:cBhvr>
                                        <p:cTn id="14" dur="1" fill="hold">
                                          <p:stCondLst>
                                            <p:cond delay="0"/>
                                          </p:stCondLst>
                                        </p:cTn>
                                        <p:tgtEl>
                                          <p:spTgt spid="95"/>
                                        </p:tgtEl>
                                        <p:attrNameLst>
                                          <p:attrName>style.visibility</p:attrName>
                                        </p:attrNameLst>
                                      </p:cBhvr>
                                      <p:to>
                                        <p:strVal val="visible"/>
                                      </p:to>
                                    </p:set>
                                    <p:animEffect transition="in" filter="wipe(left)">
                                      <p:cBhvr>
                                        <p:cTn id="15" dur="500"/>
                                        <p:tgtEl>
                                          <p:spTgt spid="95"/>
                                        </p:tgtEl>
                                      </p:cBhvr>
                                    </p:animEffect>
                                  </p:childTnLst>
                                </p:cTn>
                              </p:par>
                            </p:childTnLst>
                          </p:cTn>
                        </p:par>
                      </p:childTnLst>
                    </p:cTn>
                  </p:par>
                  <p:par>
                    <p:cTn id="16" fill="hold">
                      <p:stCondLst>
                        <p:cond delay="indefinite"/>
                      </p:stCondLst>
                      <p:childTnLst>
                        <p:par>
                          <p:cTn id="17" fill="hold">
                            <p:stCondLst>
                              <p:cond delay="0"/>
                            </p:stCondLst>
                            <p:childTnLst>
                              <p:par>
                                <p:cTn id="18" presetID="22" presetClass="entr" presetSubtype="8" fill="hold" nodeType="clickEffect">
                                  <p:stCondLst>
                                    <p:cond delay="0"/>
                                  </p:stCondLst>
                                  <p:childTnLst>
                                    <p:set>
                                      <p:cBhvr>
                                        <p:cTn id="19" dur="1" fill="hold">
                                          <p:stCondLst>
                                            <p:cond delay="0"/>
                                          </p:stCondLst>
                                        </p:cTn>
                                        <p:tgtEl>
                                          <p:spTgt spid="105"/>
                                        </p:tgtEl>
                                        <p:attrNameLst>
                                          <p:attrName>style.visibility</p:attrName>
                                        </p:attrNameLst>
                                      </p:cBhvr>
                                      <p:to>
                                        <p:strVal val="visible"/>
                                      </p:to>
                                    </p:set>
                                    <p:animEffect transition="in" filter="wipe(left)">
                                      <p:cBhvr>
                                        <p:cTn id="20" dur="500"/>
                                        <p:tgtEl>
                                          <p:spTgt spid="105"/>
                                        </p:tgtEl>
                                      </p:cBhvr>
                                    </p:animEffect>
                                  </p:childTnLst>
                                </p:cTn>
                              </p:par>
                            </p:childTnLst>
                          </p:cTn>
                        </p:par>
                      </p:childTnLst>
                    </p:cTn>
                  </p:par>
                  <p:par>
                    <p:cTn id="21" fill="hold">
                      <p:stCondLst>
                        <p:cond delay="indefinite"/>
                      </p:stCondLst>
                      <p:childTnLst>
                        <p:par>
                          <p:cTn id="22" fill="hold">
                            <p:stCondLst>
                              <p:cond delay="0"/>
                            </p:stCondLst>
                            <p:childTnLst>
                              <p:par>
                                <p:cTn id="23" presetID="22" presetClass="entr" presetSubtype="1" fill="hold" nodeType="clickEffect">
                                  <p:stCondLst>
                                    <p:cond delay="0"/>
                                  </p:stCondLst>
                                  <p:childTnLst>
                                    <p:set>
                                      <p:cBhvr>
                                        <p:cTn id="24" dur="1" fill="hold">
                                          <p:stCondLst>
                                            <p:cond delay="0"/>
                                          </p:stCondLst>
                                        </p:cTn>
                                        <p:tgtEl>
                                          <p:spTgt spid="94"/>
                                        </p:tgtEl>
                                        <p:attrNameLst>
                                          <p:attrName>style.visibility</p:attrName>
                                        </p:attrNameLst>
                                      </p:cBhvr>
                                      <p:to>
                                        <p:strVal val="visible"/>
                                      </p:to>
                                    </p:set>
                                    <p:animEffect transition="in" filter="wipe(up)">
                                      <p:cBhvr>
                                        <p:cTn id="25" dur="500"/>
                                        <p:tgtEl>
                                          <p:spTgt spid="94"/>
                                        </p:tgtEl>
                                      </p:cBhvr>
                                    </p:animEffect>
                                  </p:childTnLst>
                                </p:cTn>
                              </p:par>
                            </p:childTnLst>
                          </p:cTn>
                        </p:par>
                      </p:childTnLst>
                    </p:cTn>
                  </p:par>
                  <p:par>
                    <p:cTn id="26" fill="hold">
                      <p:stCondLst>
                        <p:cond delay="indefinite"/>
                      </p:stCondLst>
                      <p:childTnLst>
                        <p:par>
                          <p:cTn id="27" fill="hold">
                            <p:stCondLst>
                              <p:cond delay="0"/>
                            </p:stCondLst>
                            <p:childTnLst>
                              <p:par>
                                <p:cTn id="28" presetID="22" presetClass="entr" presetSubtype="8" fill="hold" grpId="0" nodeType="clickEffect">
                                  <p:stCondLst>
                                    <p:cond delay="0"/>
                                  </p:stCondLst>
                                  <p:childTnLst>
                                    <p:set>
                                      <p:cBhvr>
                                        <p:cTn id="29" dur="1" fill="hold">
                                          <p:stCondLst>
                                            <p:cond delay="0"/>
                                          </p:stCondLst>
                                        </p:cTn>
                                        <p:tgtEl>
                                          <p:spTgt spid="64"/>
                                        </p:tgtEl>
                                        <p:attrNameLst>
                                          <p:attrName>style.visibility</p:attrName>
                                        </p:attrNameLst>
                                      </p:cBhvr>
                                      <p:to>
                                        <p:strVal val="visible"/>
                                      </p:to>
                                    </p:set>
                                    <p:animEffect transition="in" filter="wipe(left)">
                                      <p:cBhvr>
                                        <p:cTn id="30" dur="1000"/>
                                        <p:tgtEl>
                                          <p:spTgt spid="64"/>
                                        </p:tgtEl>
                                      </p:cBhvr>
                                    </p:animEffect>
                                  </p:childTnLst>
                                </p:cTn>
                              </p:par>
                              <p:par>
                                <p:cTn id="31" presetID="22" presetClass="entr" presetSubtype="4" fill="hold" grpId="0" nodeType="withEffect">
                                  <p:stCondLst>
                                    <p:cond delay="0"/>
                                  </p:stCondLst>
                                  <p:childTnLst>
                                    <p:set>
                                      <p:cBhvr>
                                        <p:cTn id="32" dur="1" fill="hold">
                                          <p:stCondLst>
                                            <p:cond delay="0"/>
                                          </p:stCondLst>
                                        </p:cTn>
                                        <p:tgtEl>
                                          <p:spTgt spid="88"/>
                                        </p:tgtEl>
                                        <p:attrNameLst>
                                          <p:attrName>style.visibility</p:attrName>
                                        </p:attrNameLst>
                                      </p:cBhvr>
                                      <p:to>
                                        <p:strVal val="visible"/>
                                      </p:to>
                                    </p:set>
                                    <p:animEffect transition="in" filter="wipe(down)">
                                      <p:cBhvr>
                                        <p:cTn id="33" dur="500"/>
                                        <p:tgtEl>
                                          <p:spTgt spid="88"/>
                                        </p:tgtEl>
                                      </p:cBhvr>
                                    </p:animEffect>
                                  </p:childTnLst>
                                </p:cTn>
                              </p:par>
                            </p:childTnLst>
                          </p:cTn>
                        </p:par>
                      </p:childTnLst>
                    </p:cTn>
                  </p:par>
                  <p:par>
                    <p:cTn id="34" fill="hold">
                      <p:stCondLst>
                        <p:cond delay="indefinite"/>
                      </p:stCondLst>
                      <p:childTnLst>
                        <p:par>
                          <p:cTn id="35" fill="hold">
                            <p:stCondLst>
                              <p:cond delay="0"/>
                            </p:stCondLst>
                            <p:childTnLst>
                              <p:par>
                                <p:cTn id="36" presetID="12" presetClass="entr" presetSubtype="4" fill="hold" grpId="0" nodeType="clickEffect">
                                  <p:stCondLst>
                                    <p:cond delay="0"/>
                                  </p:stCondLst>
                                  <p:childTnLst>
                                    <p:set>
                                      <p:cBhvr>
                                        <p:cTn id="37" dur="1" fill="hold">
                                          <p:stCondLst>
                                            <p:cond delay="0"/>
                                          </p:stCondLst>
                                        </p:cTn>
                                        <p:tgtEl>
                                          <p:spTgt spid="97"/>
                                        </p:tgtEl>
                                        <p:attrNameLst>
                                          <p:attrName>style.visibility</p:attrName>
                                        </p:attrNameLst>
                                      </p:cBhvr>
                                      <p:to>
                                        <p:strVal val="visible"/>
                                      </p:to>
                                    </p:set>
                                    <p:anim calcmode="lin" valueType="num">
                                      <p:cBhvr additive="base">
                                        <p:cTn id="38" dur="500"/>
                                        <p:tgtEl>
                                          <p:spTgt spid="97"/>
                                        </p:tgtEl>
                                        <p:attrNameLst>
                                          <p:attrName>ppt_y</p:attrName>
                                        </p:attrNameLst>
                                      </p:cBhvr>
                                      <p:tavLst>
                                        <p:tav tm="0">
                                          <p:val>
                                            <p:strVal val="#ppt_y+#ppt_h*1.125000"/>
                                          </p:val>
                                        </p:tav>
                                        <p:tav tm="100000">
                                          <p:val>
                                            <p:strVal val="#ppt_y"/>
                                          </p:val>
                                        </p:tav>
                                      </p:tavLst>
                                    </p:anim>
                                    <p:animEffect transition="in" filter="wipe(up)">
                                      <p:cBhvr>
                                        <p:cTn id="39" dur="500"/>
                                        <p:tgtEl>
                                          <p:spTgt spid="97"/>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97" grpId="0"/>
      <p:bldP spid="64" grpId="0" animBg="1"/>
      <p:bldP spid="78" grpId="0" animBg="1"/>
      <p:bldP spid="86" grpId="0"/>
      <p:bldP spid="88" grpId="0" animBg="1"/>
    </p:bldLst>
  </p:timing>
</p:sld>
</file>

<file path=ppt/slides/slide54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10" name="组合 9">
            <a:extLst>
              <a:ext uri="{FF2B5EF4-FFF2-40B4-BE49-F238E27FC236}">
                <a16:creationId xmlns:a16="http://schemas.microsoft.com/office/drawing/2014/main" id="{81CEAB35-B37D-4DE7-85E9-5535E774F956}"/>
              </a:ext>
            </a:extLst>
          </p:cNvPr>
          <p:cNvGrpSpPr/>
          <p:nvPr/>
        </p:nvGrpSpPr>
        <p:grpSpPr>
          <a:xfrm>
            <a:off x="1666168" y="1308645"/>
            <a:ext cx="10029897" cy="3173020"/>
            <a:chOff x="1666168" y="1308645"/>
            <a:chExt cx="10029897" cy="3173020"/>
          </a:xfrm>
        </p:grpSpPr>
        <p:sp>
          <p:nvSpPr>
            <p:cNvPr id="6" name="矩形 5">
              <a:extLst>
                <a:ext uri="{FF2B5EF4-FFF2-40B4-BE49-F238E27FC236}">
                  <a16:creationId xmlns:a16="http://schemas.microsoft.com/office/drawing/2014/main" id="{5404C275-2D56-4029-8680-F40CBBAF92D0}"/>
                </a:ext>
              </a:extLst>
            </p:cNvPr>
            <p:cNvSpPr/>
            <p:nvPr/>
          </p:nvSpPr>
          <p:spPr>
            <a:xfrm>
              <a:off x="1666168" y="1308645"/>
              <a:ext cx="10029897" cy="1144014"/>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cxnSp>
          <p:nvCxnSpPr>
            <p:cNvPr id="8" name="直接箭头连接符 7">
              <a:extLst>
                <a:ext uri="{FF2B5EF4-FFF2-40B4-BE49-F238E27FC236}">
                  <a16:creationId xmlns:a16="http://schemas.microsoft.com/office/drawing/2014/main" id="{14F26473-A83A-493D-822A-96928D4E9DCF}"/>
                </a:ext>
              </a:extLst>
            </p:cNvPr>
            <p:cNvCxnSpPr>
              <a:cxnSpLocks/>
            </p:cNvCxnSpPr>
            <p:nvPr/>
          </p:nvCxnSpPr>
          <p:spPr>
            <a:xfrm>
              <a:off x="5359400" y="2452659"/>
              <a:ext cx="0" cy="2029006"/>
            </a:xfrm>
            <a:prstGeom prst="straightConnector1">
              <a:avLst/>
            </a:prstGeom>
            <a:ln w="12700">
              <a:solidFill>
                <a:schemeClr val="accent1"/>
              </a:solidFill>
              <a:tailEnd type="triangle"/>
            </a:ln>
          </p:spPr>
          <p:style>
            <a:lnRef idx="1">
              <a:schemeClr val="accent1"/>
            </a:lnRef>
            <a:fillRef idx="0">
              <a:schemeClr val="accent1"/>
            </a:fillRef>
            <a:effectRef idx="0">
              <a:schemeClr val="accent1"/>
            </a:effectRef>
            <a:fontRef idx="minor">
              <a:schemeClr val="tx1"/>
            </a:fontRef>
          </p:style>
        </p:cxnSp>
      </p:grpSp>
      <p:grpSp>
        <p:nvGrpSpPr>
          <p:cNvPr id="4" name="组合 3">
            <a:extLst>
              <a:ext uri="{FF2B5EF4-FFF2-40B4-BE49-F238E27FC236}">
                <a16:creationId xmlns:a16="http://schemas.microsoft.com/office/drawing/2014/main" id="{9A1EA9F2-FCB6-48C3-935F-7AE7E3AD14AC}"/>
              </a:ext>
            </a:extLst>
          </p:cNvPr>
          <p:cNvGrpSpPr/>
          <p:nvPr/>
        </p:nvGrpSpPr>
        <p:grpSpPr>
          <a:xfrm>
            <a:off x="304800" y="749300"/>
            <a:ext cx="5791200" cy="400110"/>
            <a:chOff x="424117" y="898245"/>
            <a:chExt cx="5791200" cy="400110"/>
          </a:xfrm>
        </p:grpSpPr>
        <p:sp>
          <p:nvSpPr>
            <p:cNvPr id="2" name="平行四边形 1">
              <a:extLst>
                <a:ext uri="{FF2B5EF4-FFF2-40B4-BE49-F238E27FC236}">
                  <a16:creationId xmlns:a16="http://schemas.microsoft.com/office/drawing/2014/main" id="{1F5BAA3F-9845-4F89-A2DD-8222D3E4EDAC}"/>
                </a:ext>
              </a:extLst>
            </p:cNvPr>
            <p:cNvSpPr/>
            <p:nvPr/>
          </p:nvSpPr>
          <p:spPr>
            <a:xfrm>
              <a:off x="424117" y="898245"/>
              <a:ext cx="628306" cy="387090"/>
            </a:xfrm>
            <a:prstGeom prst="parallelogram">
              <a:avLst/>
            </a:prstGeom>
            <a:solidFill>
              <a:schemeClr val="accent3">
                <a:lumMod val="75000"/>
              </a:schemeClr>
            </a:solidFill>
            <a:ln>
              <a:solidFill>
                <a:schemeClr val="accent3">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CN" sz="2200" dirty="0">
                  <a:latin typeface="Impact" panose="020B0806030902050204" pitchFamily="34" charset="0"/>
                </a:rPr>
                <a:t>01</a:t>
              </a:r>
              <a:endParaRPr lang="zh-CN" altLang="en-US" sz="2200" dirty="0">
                <a:latin typeface="Impact" panose="020B0806030902050204" pitchFamily="34" charset="0"/>
              </a:endParaRPr>
            </a:p>
          </p:txBody>
        </p:sp>
        <p:sp>
          <p:nvSpPr>
            <p:cNvPr id="3" name="文本框 2">
              <a:extLst>
                <a:ext uri="{FF2B5EF4-FFF2-40B4-BE49-F238E27FC236}">
                  <a16:creationId xmlns:a16="http://schemas.microsoft.com/office/drawing/2014/main" id="{4D6BD736-A4D3-4F26-AFED-36E11F50F70B}"/>
                </a:ext>
              </a:extLst>
            </p:cNvPr>
            <p:cNvSpPr txBox="1"/>
            <p:nvPr/>
          </p:nvSpPr>
          <p:spPr>
            <a:xfrm>
              <a:off x="1052423" y="898245"/>
              <a:ext cx="5162894" cy="400110"/>
            </a:xfrm>
            <a:prstGeom prst="rect">
              <a:avLst/>
            </a:prstGeom>
            <a:noFill/>
          </p:spPr>
          <p:txBody>
            <a:bodyPr wrap="square" rtlCol="0">
              <a:spAutoFit/>
            </a:bodyPr>
            <a:lstStyle/>
            <a:p>
              <a:r>
                <a:rPr lang="en-US" altLang="zh-CN" sz="2000" b="1" dirty="0">
                  <a:solidFill>
                    <a:schemeClr val="tx1"/>
                  </a:solidFill>
                  <a:latin typeface="Arial Narrow" panose="020B0606020202030204" pitchFamily="34" charset="0"/>
                </a:rPr>
                <a:t>CSMA/CA</a:t>
              </a:r>
              <a:r>
                <a:rPr lang="zh-CN" altLang="en-US" sz="2000" b="1" dirty="0">
                  <a:solidFill>
                    <a:schemeClr val="tx1"/>
                  </a:solidFill>
                  <a:latin typeface="Arial Narrow" panose="020B0606020202030204" pitchFamily="34" charset="0"/>
                </a:rPr>
                <a:t>协议的基本工作原理</a:t>
              </a:r>
              <a:endParaRPr lang="en-US" altLang="zh-CN" sz="2000" b="1" dirty="0">
                <a:solidFill>
                  <a:schemeClr val="tx1"/>
                </a:solidFill>
                <a:latin typeface="Arial Narrow" panose="020B0606020202030204" pitchFamily="34" charset="0"/>
              </a:endParaRPr>
            </a:p>
          </p:txBody>
        </p:sp>
      </p:grpSp>
      <p:grpSp>
        <p:nvGrpSpPr>
          <p:cNvPr id="89" name="组合 88">
            <a:extLst>
              <a:ext uri="{FF2B5EF4-FFF2-40B4-BE49-F238E27FC236}">
                <a16:creationId xmlns:a16="http://schemas.microsoft.com/office/drawing/2014/main" id="{CBFB1439-254A-4A59-9085-B30C4F2590D1}"/>
              </a:ext>
            </a:extLst>
          </p:cNvPr>
          <p:cNvGrpSpPr/>
          <p:nvPr/>
        </p:nvGrpSpPr>
        <p:grpSpPr>
          <a:xfrm>
            <a:off x="685585" y="2940516"/>
            <a:ext cx="11010480" cy="2858841"/>
            <a:chOff x="685585" y="2940516"/>
            <a:chExt cx="11010480" cy="2858841"/>
          </a:xfrm>
        </p:grpSpPr>
        <p:sp>
          <p:nvSpPr>
            <p:cNvPr id="21" name="文本框 20">
              <a:extLst>
                <a:ext uri="{FF2B5EF4-FFF2-40B4-BE49-F238E27FC236}">
                  <a16:creationId xmlns:a16="http://schemas.microsoft.com/office/drawing/2014/main" id="{6B66B3AE-5EEE-4D81-907C-03C705DB78A1}"/>
                </a:ext>
              </a:extLst>
            </p:cNvPr>
            <p:cNvSpPr txBox="1"/>
            <p:nvPr/>
          </p:nvSpPr>
          <p:spPr>
            <a:xfrm>
              <a:off x="685585" y="2940516"/>
              <a:ext cx="981076" cy="369332"/>
            </a:xfrm>
            <a:prstGeom prst="rect">
              <a:avLst/>
            </a:prstGeom>
            <a:noFill/>
          </p:spPr>
          <p:txBody>
            <a:bodyPr wrap="square" rtlCol="0">
              <a:spAutoFit/>
            </a:bodyPr>
            <a:lstStyle/>
            <a:p>
              <a:pPr algn="r"/>
              <a:r>
                <a:rPr lang="zh-CN" altLang="en-US" b="1" dirty="0"/>
                <a:t>源站</a:t>
              </a:r>
            </a:p>
          </p:txBody>
        </p:sp>
        <p:sp>
          <p:nvSpPr>
            <p:cNvPr id="26" name="文本框 25">
              <a:extLst>
                <a:ext uri="{FF2B5EF4-FFF2-40B4-BE49-F238E27FC236}">
                  <a16:creationId xmlns:a16="http://schemas.microsoft.com/office/drawing/2014/main" id="{55F45F7A-5AEF-492B-9759-CE04CE348A47}"/>
                </a:ext>
              </a:extLst>
            </p:cNvPr>
            <p:cNvSpPr txBox="1"/>
            <p:nvPr/>
          </p:nvSpPr>
          <p:spPr>
            <a:xfrm>
              <a:off x="685585" y="4187174"/>
              <a:ext cx="981076" cy="369332"/>
            </a:xfrm>
            <a:prstGeom prst="rect">
              <a:avLst/>
            </a:prstGeom>
            <a:noFill/>
          </p:spPr>
          <p:txBody>
            <a:bodyPr wrap="square" rtlCol="0">
              <a:spAutoFit/>
            </a:bodyPr>
            <a:lstStyle/>
            <a:p>
              <a:pPr algn="r"/>
              <a:r>
                <a:rPr lang="zh-CN" altLang="en-US" b="1" dirty="0"/>
                <a:t>目的站</a:t>
              </a:r>
            </a:p>
          </p:txBody>
        </p:sp>
        <p:sp>
          <p:nvSpPr>
            <p:cNvPr id="27" name="文本框 26">
              <a:extLst>
                <a:ext uri="{FF2B5EF4-FFF2-40B4-BE49-F238E27FC236}">
                  <a16:creationId xmlns:a16="http://schemas.microsoft.com/office/drawing/2014/main" id="{B51AE626-D1A6-4373-89DA-C0DCBFCB8C3D}"/>
                </a:ext>
              </a:extLst>
            </p:cNvPr>
            <p:cNvSpPr txBox="1"/>
            <p:nvPr/>
          </p:nvSpPr>
          <p:spPr>
            <a:xfrm>
              <a:off x="685585" y="5430025"/>
              <a:ext cx="981076" cy="369332"/>
            </a:xfrm>
            <a:prstGeom prst="rect">
              <a:avLst/>
            </a:prstGeom>
            <a:noFill/>
          </p:spPr>
          <p:txBody>
            <a:bodyPr wrap="square" rtlCol="0">
              <a:spAutoFit/>
            </a:bodyPr>
            <a:lstStyle/>
            <a:p>
              <a:pPr algn="r"/>
              <a:r>
                <a:rPr lang="zh-CN" altLang="en-US" b="1" dirty="0"/>
                <a:t>其他站</a:t>
              </a:r>
            </a:p>
          </p:txBody>
        </p:sp>
        <p:sp>
          <p:nvSpPr>
            <p:cNvPr id="30" name="文本框 29">
              <a:extLst>
                <a:ext uri="{FF2B5EF4-FFF2-40B4-BE49-F238E27FC236}">
                  <a16:creationId xmlns:a16="http://schemas.microsoft.com/office/drawing/2014/main" id="{2BABDEF4-A79B-4358-ADE3-DB385FF809C3}"/>
                </a:ext>
              </a:extLst>
            </p:cNvPr>
            <p:cNvSpPr txBox="1"/>
            <p:nvPr/>
          </p:nvSpPr>
          <p:spPr>
            <a:xfrm>
              <a:off x="11051539" y="2940516"/>
              <a:ext cx="644526" cy="369332"/>
            </a:xfrm>
            <a:prstGeom prst="rect">
              <a:avLst/>
            </a:prstGeom>
            <a:noFill/>
          </p:spPr>
          <p:txBody>
            <a:bodyPr wrap="square" rtlCol="0">
              <a:spAutoFit/>
            </a:bodyPr>
            <a:lstStyle/>
            <a:p>
              <a:r>
                <a:rPr lang="zh-CN" altLang="en-US" b="1" dirty="0"/>
                <a:t>时间</a:t>
              </a:r>
            </a:p>
          </p:txBody>
        </p:sp>
        <p:cxnSp>
          <p:nvCxnSpPr>
            <p:cNvPr id="34" name="直接箭头连接符 33">
              <a:extLst>
                <a:ext uri="{FF2B5EF4-FFF2-40B4-BE49-F238E27FC236}">
                  <a16:creationId xmlns:a16="http://schemas.microsoft.com/office/drawing/2014/main" id="{D4EF4257-E12E-4101-90B0-9301D8F114E6}"/>
                </a:ext>
              </a:extLst>
            </p:cNvPr>
            <p:cNvCxnSpPr>
              <a:cxnSpLocks/>
            </p:cNvCxnSpPr>
            <p:nvPr/>
          </p:nvCxnSpPr>
          <p:spPr>
            <a:xfrm>
              <a:off x="1666661" y="3125182"/>
              <a:ext cx="9367200" cy="0"/>
            </a:xfrm>
            <a:prstGeom prst="straightConnector1">
              <a:avLst/>
            </a:prstGeom>
            <a:ln w="12700">
              <a:solidFill>
                <a:schemeClr val="tx1"/>
              </a:solidFill>
              <a:tailEnd type="triangle"/>
            </a:ln>
          </p:spPr>
          <p:style>
            <a:lnRef idx="1">
              <a:schemeClr val="accent1"/>
            </a:lnRef>
            <a:fillRef idx="0">
              <a:schemeClr val="accent1"/>
            </a:fillRef>
            <a:effectRef idx="0">
              <a:schemeClr val="accent1"/>
            </a:effectRef>
            <a:fontRef idx="minor">
              <a:schemeClr val="tx1"/>
            </a:fontRef>
          </p:style>
        </p:cxnSp>
        <p:sp>
          <p:nvSpPr>
            <p:cNvPr id="38" name="文本框 37">
              <a:extLst>
                <a:ext uri="{FF2B5EF4-FFF2-40B4-BE49-F238E27FC236}">
                  <a16:creationId xmlns:a16="http://schemas.microsoft.com/office/drawing/2014/main" id="{F75DB5BB-114E-4297-A462-90A97F6DDC95}"/>
                </a:ext>
              </a:extLst>
            </p:cNvPr>
            <p:cNvSpPr txBox="1"/>
            <p:nvPr/>
          </p:nvSpPr>
          <p:spPr>
            <a:xfrm>
              <a:off x="11051539" y="5430025"/>
              <a:ext cx="644526" cy="369332"/>
            </a:xfrm>
            <a:prstGeom prst="rect">
              <a:avLst/>
            </a:prstGeom>
            <a:noFill/>
          </p:spPr>
          <p:txBody>
            <a:bodyPr wrap="square" rtlCol="0">
              <a:spAutoFit/>
            </a:bodyPr>
            <a:lstStyle/>
            <a:p>
              <a:r>
                <a:rPr lang="zh-CN" altLang="en-US" b="1" dirty="0"/>
                <a:t>时间</a:t>
              </a:r>
            </a:p>
          </p:txBody>
        </p:sp>
        <p:cxnSp>
          <p:nvCxnSpPr>
            <p:cNvPr id="39" name="直接箭头连接符 38">
              <a:extLst>
                <a:ext uri="{FF2B5EF4-FFF2-40B4-BE49-F238E27FC236}">
                  <a16:creationId xmlns:a16="http://schemas.microsoft.com/office/drawing/2014/main" id="{6F7A3EC4-C2B9-458E-84F0-71B6E6B9187E}"/>
                </a:ext>
              </a:extLst>
            </p:cNvPr>
            <p:cNvCxnSpPr>
              <a:cxnSpLocks/>
            </p:cNvCxnSpPr>
            <p:nvPr/>
          </p:nvCxnSpPr>
          <p:spPr>
            <a:xfrm>
              <a:off x="1666661" y="5614691"/>
              <a:ext cx="9367097" cy="0"/>
            </a:xfrm>
            <a:prstGeom prst="straightConnector1">
              <a:avLst/>
            </a:prstGeom>
            <a:ln w="12700">
              <a:solidFill>
                <a:schemeClr val="tx1"/>
              </a:solidFill>
              <a:tailEnd type="triangle"/>
            </a:ln>
          </p:spPr>
          <p:style>
            <a:lnRef idx="1">
              <a:schemeClr val="accent1"/>
            </a:lnRef>
            <a:fillRef idx="0">
              <a:schemeClr val="accent1"/>
            </a:fillRef>
            <a:effectRef idx="0">
              <a:schemeClr val="accent1"/>
            </a:effectRef>
            <a:fontRef idx="minor">
              <a:schemeClr val="tx1"/>
            </a:fontRef>
          </p:style>
        </p:cxnSp>
        <p:sp>
          <p:nvSpPr>
            <p:cNvPr id="41" name="文本框 40">
              <a:extLst>
                <a:ext uri="{FF2B5EF4-FFF2-40B4-BE49-F238E27FC236}">
                  <a16:creationId xmlns:a16="http://schemas.microsoft.com/office/drawing/2014/main" id="{C9D878B9-BA86-479F-8595-89A9C85AEF0C}"/>
                </a:ext>
              </a:extLst>
            </p:cNvPr>
            <p:cNvSpPr txBox="1"/>
            <p:nvPr/>
          </p:nvSpPr>
          <p:spPr>
            <a:xfrm>
              <a:off x="11051539" y="4185271"/>
              <a:ext cx="644526" cy="369332"/>
            </a:xfrm>
            <a:prstGeom prst="rect">
              <a:avLst/>
            </a:prstGeom>
            <a:noFill/>
          </p:spPr>
          <p:txBody>
            <a:bodyPr wrap="square" rtlCol="0">
              <a:spAutoFit/>
            </a:bodyPr>
            <a:lstStyle/>
            <a:p>
              <a:r>
                <a:rPr lang="zh-CN" altLang="en-US" b="1" dirty="0"/>
                <a:t>时间</a:t>
              </a:r>
            </a:p>
          </p:txBody>
        </p:sp>
        <p:cxnSp>
          <p:nvCxnSpPr>
            <p:cNvPr id="42" name="直接箭头连接符 41">
              <a:extLst>
                <a:ext uri="{FF2B5EF4-FFF2-40B4-BE49-F238E27FC236}">
                  <a16:creationId xmlns:a16="http://schemas.microsoft.com/office/drawing/2014/main" id="{3462DB36-3E6A-4AC1-B3D8-AE44A2C14328}"/>
                </a:ext>
              </a:extLst>
            </p:cNvPr>
            <p:cNvCxnSpPr>
              <a:cxnSpLocks/>
            </p:cNvCxnSpPr>
            <p:nvPr/>
          </p:nvCxnSpPr>
          <p:spPr>
            <a:xfrm>
              <a:off x="1666661" y="4369937"/>
              <a:ext cx="9367200" cy="0"/>
            </a:xfrm>
            <a:prstGeom prst="straightConnector1">
              <a:avLst/>
            </a:prstGeom>
            <a:ln w="12700">
              <a:solidFill>
                <a:schemeClr val="tx1"/>
              </a:solidFill>
              <a:tailEnd type="triangle"/>
            </a:ln>
          </p:spPr>
          <p:style>
            <a:lnRef idx="1">
              <a:schemeClr val="accent1"/>
            </a:lnRef>
            <a:fillRef idx="0">
              <a:schemeClr val="accent1"/>
            </a:fillRef>
            <a:effectRef idx="0">
              <a:schemeClr val="accent1"/>
            </a:effectRef>
            <a:fontRef idx="minor">
              <a:schemeClr val="tx1"/>
            </a:fontRef>
          </p:style>
        </p:cxnSp>
      </p:grpSp>
      <p:sp>
        <p:nvSpPr>
          <p:cNvPr id="45" name="矩形 44">
            <a:extLst>
              <a:ext uri="{FF2B5EF4-FFF2-40B4-BE49-F238E27FC236}">
                <a16:creationId xmlns:a16="http://schemas.microsoft.com/office/drawing/2014/main" id="{FC9995F2-5B14-429A-930A-0DCB65EF0D2A}"/>
              </a:ext>
            </a:extLst>
          </p:cNvPr>
          <p:cNvSpPr/>
          <p:nvPr/>
        </p:nvSpPr>
        <p:spPr>
          <a:xfrm>
            <a:off x="1666661" y="2725072"/>
            <a:ext cx="1136650" cy="400110"/>
          </a:xfrm>
          <a:prstGeom prst="rect">
            <a:avLst/>
          </a:prstGeom>
          <a:solidFill>
            <a:schemeClr val="accent4"/>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zh-CN" altLang="en-US" b="1" dirty="0"/>
              <a:t>信道空闲</a:t>
            </a:r>
          </a:p>
        </p:txBody>
      </p:sp>
      <p:grpSp>
        <p:nvGrpSpPr>
          <p:cNvPr id="96" name="组合 95">
            <a:extLst>
              <a:ext uri="{FF2B5EF4-FFF2-40B4-BE49-F238E27FC236}">
                <a16:creationId xmlns:a16="http://schemas.microsoft.com/office/drawing/2014/main" id="{9F34A613-8B53-4F2E-B766-6F806899F077}"/>
              </a:ext>
            </a:extLst>
          </p:cNvPr>
          <p:cNvGrpSpPr/>
          <p:nvPr/>
        </p:nvGrpSpPr>
        <p:grpSpPr>
          <a:xfrm>
            <a:off x="2781087" y="2616848"/>
            <a:ext cx="1120774" cy="509285"/>
            <a:chOff x="2781087" y="2616848"/>
            <a:chExt cx="1120774" cy="509285"/>
          </a:xfrm>
        </p:grpSpPr>
        <p:sp>
          <p:nvSpPr>
            <p:cNvPr id="46" name="文本框 45">
              <a:extLst>
                <a:ext uri="{FF2B5EF4-FFF2-40B4-BE49-F238E27FC236}">
                  <a16:creationId xmlns:a16="http://schemas.microsoft.com/office/drawing/2014/main" id="{DAFFB414-0080-4EA2-A178-2EE20AC6E26F}"/>
                </a:ext>
              </a:extLst>
            </p:cNvPr>
            <p:cNvSpPr txBox="1"/>
            <p:nvPr/>
          </p:nvSpPr>
          <p:spPr>
            <a:xfrm>
              <a:off x="2781087" y="2616848"/>
              <a:ext cx="1098550" cy="369332"/>
            </a:xfrm>
            <a:prstGeom prst="rect">
              <a:avLst/>
            </a:prstGeom>
            <a:noFill/>
          </p:spPr>
          <p:txBody>
            <a:bodyPr wrap="square" rtlCol="0">
              <a:spAutoFit/>
            </a:bodyPr>
            <a:lstStyle/>
            <a:p>
              <a:pPr algn="ctr"/>
              <a:r>
                <a:rPr lang="en-US" altLang="zh-CN" b="1" dirty="0"/>
                <a:t>DIFS</a:t>
              </a:r>
              <a:endParaRPr lang="zh-CN" altLang="en-US" b="1" dirty="0"/>
            </a:p>
          </p:txBody>
        </p:sp>
        <p:cxnSp>
          <p:nvCxnSpPr>
            <p:cNvPr id="48" name="直接连接符 47">
              <a:extLst>
                <a:ext uri="{FF2B5EF4-FFF2-40B4-BE49-F238E27FC236}">
                  <a16:creationId xmlns:a16="http://schemas.microsoft.com/office/drawing/2014/main" id="{A457A3D8-C3E3-46EA-8A2E-1E515E523F38}"/>
                </a:ext>
              </a:extLst>
            </p:cNvPr>
            <p:cNvCxnSpPr>
              <a:cxnSpLocks/>
            </p:cNvCxnSpPr>
            <p:nvPr/>
          </p:nvCxnSpPr>
          <p:spPr>
            <a:xfrm>
              <a:off x="3901861" y="2724121"/>
              <a:ext cx="0" cy="402012"/>
            </a:xfrm>
            <a:prstGeom prst="line">
              <a:avLst/>
            </a:prstGeom>
            <a:ln w="12700">
              <a:solidFill>
                <a:schemeClr val="tx1"/>
              </a:solidFill>
              <a:tailEnd type="none"/>
            </a:ln>
          </p:spPr>
          <p:style>
            <a:lnRef idx="1">
              <a:schemeClr val="accent1"/>
            </a:lnRef>
            <a:fillRef idx="0">
              <a:schemeClr val="accent1"/>
            </a:fillRef>
            <a:effectRef idx="0">
              <a:schemeClr val="accent1"/>
            </a:effectRef>
            <a:fontRef idx="minor">
              <a:schemeClr val="tx1"/>
            </a:fontRef>
          </p:style>
        </p:cxnSp>
        <p:cxnSp>
          <p:nvCxnSpPr>
            <p:cNvPr id="51" name="直接箭头连接符 50">
              <a:extLst>
                <a:ext uri="{FF2B5EF4-FFF2-40B4-BE49-F238E27FC236}">
                  <a16:creationId xmlns:a16="http://schemas.microsoft.com/office/drawing/2014/main" id="{C08C9339-6D4D-43A7-B909-1357F4148309}"/>
                </a:ext>
              </a:extLst>
            </p:cNvPr>
            <p:cNvCxnSpPr/>
            <p:nvPr/>
          </p:nvCxnSpPr>
          <p:spPr>
            <a:xfrm>
              <a:off x="2803311" y="2940516"/>
              <a:ext cx="1098550" cy="0"/>
            </a:xfrm>
            <a:prstGeom prst="straightConnector1">
              <a:avLst/>
            </a:prstGeom>
            <a:ln w="12700">
              <a:solidFill>
                <a:schemeClr val="tx1"/>
              </a:solidFill>
              <a:headEnd type="triangle"/>
              <a:tailEnd type="triangle"/>
            </a:ln>
          </p:spPr>
          <p:style>
            <a:lnRef idx="1">
              <a:schemeClr val="accent1"/>
            </a:lnRef>
            <a:fillRef idx="0">
              <a:schemeClr val="accent1"/>
            </a:fillRef>
            <a:effectRef idx="0">
              <a:schemeClr val="accent1"/>
            </a:effectRef>
            <a:fontRef idx="minor">
              <a:schemeClr val="tx1"/>
            </a:fontRef>
          </p:style>
        </p:cxnSp>
      </p:grpSp>
      <p:grpSp>
        <p:nvGrpSpPr>
          <p:cNvPr id="95" name="组合 94">
            <a:extLst>
              <a:ext uri="{FF2B5EF4-FFF2-40B4-BE49-F238E27FC236}">
                <a16:creationId xmlns:a16="http://schemas.microsoft.com/office/drawing/2014/main" id="{08635F60-A53B-4B12-8D1F-86D358857403}"/>
              </a:ext>
            </a:extLst>
          </p:cNvPr>
          <p:cNvGrpSpPr/>
          <p:nvPr/>
        </p:nvGrpSpPr>
        <p:grpSpPr>
          <a:xfrm>
            <a:off x="5121057" y="4368987"/>
            <a:ext cx="644523" cy="543960"/>
            <a:chOff x="5121057" y="4368987"/>
            <a:chExt cx="644523" cy="543960"/>
          </a:xfrm>
        </p:grpSpPr>
        <p:sp>
          <p:nvSpPr>
            <p:cNvPr id="54" name="文本框 53">
              <a:extLst>
                <a:ext uri="{FF2B5EF4-FFF2-40B4-BE49-F238E27FC236}">
                  <a16:creationId xmlns:a16="http://schemas.microsoft.com/office/drawing/2014/main" id="{2EF44418-7DC6-4C7A-A7DF-8D5879B16167}"/>
                </a:ext>
              </a:extLst>
            </p:cNvPr>
            <p:cNvSpPr txBox="1"/>
            <p:nvPr/>
          </p:nvSpPr>
          <p:spPr>
            <a:xfrm>
              <a:off x="5121057" y="4543615"/>
              <a:ext cx="644523" cy="369332"/>
            </a:xfrm>
            <a:prstGeom prst="rect">
              <a:avLst/>
            </a:prstGeom>
            <a:noFill/>
          </p:spPr>
          <p:txBody>
            <a:bodyPr wrap="square" rtlCol="0">
              <a:spAutoFit/>
            </a:bodyPr>
            <a:lstStyle/>
            <a:p>
              <a:pPr algn="ctr"/>
              <a:r>
                <a:rPr lang="en-US" altLang="zh-CN" b="1" dirty="0"/>
                <a:t>SIFS</a:t>
              </a:r>
              <a:endParaRPr lang="zh-CN" altLang="en-US" b="1" dirty="0"/>
            </a:p>
          </p:txBody>
        </p:sp>
        <p:cxnSp>
          <p:nvCxnSpPr>
            <p:cNvPr id="55" name="直接连接符 54">
              <a:extLst>
                <a:ext uri="{FF2B5EF4-FFF2-40B4-BE49-F238E27FC236}">
                  <a16:creationId xmlns:a16="http://schemas.microsoft.com/office/drawing/2014/main" id="{F57EC625-89D5-4C1B-8B4F-1E618B216BE1}"/>
                </a:ext>
              </a:extLst>
            </p:cNvPr>
            <p:cNvCxnSpPr>
              <a:cxnSpLocks/>
            </p:cNvCxnSpPr>
            <p:nvPr/>
          </p:nvCxnSpPr>
          <p:spPr>
            <a:xfrm>
              <a:off x="5152807" y="4368987"/>
              <a:ext cx="0" cy="402012"/>
            </a:xfrm>
            <a:prstGeom prst="line">
              <a:avLst/>
            </a:prstGeom>
            <a:ln w="12700">
              <a:solidFill>
                <a:schemeClr val="tx1"/>
              </a:solidFill>
              <a:tailEnd type="none"/>
            </a:ln>
          </p:spPr>
          <p:style>
            <a:lnRef idx="1">
              <a:schemeClr val="accent1"/>
            </a:lnRef>
            <a:fillRef idx="0">
              <a:schemeClr val="accent1"/>
            </a:fillRef>
            <a:effectRef idx="0">
              <a:schemeClr val="accent1"/>
            </a:effectRef>
            <a:fontRef idx="minor">
              <a:schemeClr val="tx1"/>
            </a:fontRef>
          </p:style>
        </p:cxnSp>
        <p:cxnSp>
          <p:nvCxnSpPr>
            <p:cNvPr id="56" name="直接连接符 55">
              <a:extLst>
                <a:ext uri="{FF2B5EF4-FFF2-40B4-BE49-F238E27FC236}">
                  <a16:creationId xmlns:a16="http://schemas.microsoft.com/office/drawing/2014/main" id="{99F7CD31-E2F2-4BA3-B2F1-1EC836290EF0}"/>
                </a:ext>
              </a:extLst>
            </p:cNvPr>
            <p:cNvCxnSpPr>
              <a:cxnSpLocks/>
            </p:cNvCxnSpPr>
            <p:nvPr/>
          </p:nvCxnSpPr>
          <p:spPr>
            <a:xfrm>
              <a:off x="5710293" y="4368987"/>
              <a:ext cx="0" cy="402012"/>
            </a:xfrm>
            <a:prstGeom prst="line">
              <a:avLst/>
            </a:prstGeom>
            <a:ln w="12700">
              <a:solidFill>
                <a:schemeClr val="tx1"/>
              </a:solidFill>
              <a:tailEnd type="none"/>
            </a:ln>
          </p:spPr>
          <p:style>
            <a:lnRef idx="1">
              <a:schemeClr val="accent1"/>
            </a:lnRef>
            <a:fillRef idx="0">
              <a:schemeClr val="accent1"/>
            </a:fillRef>
            <a:effectRef idx="0">
              <a:schemeClr val="accent1"/>
            </a:effectRef>
            <a:fontRef idx="minor">
              <a:schemeClr val="tx1"/>
            </a:fontRef>
          </p:style>
        </p:cxnSp>
        <p:cxnSp>
          <p:nvCxnSpPr>
            <p:cNvPr id="57" name="直接箭头连接符 56">
              <a:extLst>
                <a:ext uri="{FF2B5EF4-FFF2-40B4-BE49-F238E27FC236}">
                  <a16:creationId xmlns:a16="http://schemas.microsoft.com/office/drawing/2014/main" id="{F4A5C971-CE8D-448F-9D38-61A884296C78}"/>
                </a:ext>
              </a:extLst>
            </p:cNvPr>
            <p:cNvCxnSpPr>
              <a:cxnSpLocks/>
            </p:cNvCxnSpPr>
            <p:nvPr/>
          </p:nvCxnSpPr>
          <p:spPr>
            <a:xfrm>
              <a:off x="5152807" y="4543615"/>
              <a:ext cx="557486" cy="0"/>
            </a:xfrm>
            <a:prstGeom prst="straightConnector1">
              <a:avLst/>
            </a:prstGeom>
            <a:ln w="12700">
              <a:solidFill>
                <a:schemeClr val="tx1"/>
              </a:solidFill>
              <a:headEnd type="triangle"/>
              <a:tailEnd type="triangle"/>
            </a:ln>
          </p:spPr>
          <p:style>
            <a:lnRef idx="1">
              <a:schemeClr val="accent1"/>
            </a:lnRef>
            <a:fillRef idx="0">
              <a:schemeClr val="accent1"/>
            </a:fillRef>
            <a:effectRef idx="0">
              <a:schemeClr val="accent1"/>
            </a:effectRef>
            <a:fontRef idx="minor">
              <a:schemeClr val="tx1"/>
            </a:fontRef>
          </p:style>
        </p:cxnSp>
      </p:grpSp>
      <p:grpSp>
        <p:nvGrpSpPr>
          <p:cNvPr id="94" name="组合 93">
            <a:extLst>
              <a:ext uri="{FF2B5EF4-FFF2-40B4-BE49-F238E27FC236}">
                <a16:creationId xmlns:a16="http://schemas.microsoft.com/office/drawing/2014/main" id="{491AFCFF-DDE4-45C5-9C84-A10EA91C276B}"/>
              </a:ext>
            </a:extLst>
          </p:cNvPr>
          <p:cNvGrpSpPr/>
          <p:nvPr/>
        </p:nvGrpSpPr>
        <p:grpSpPr>
          <a:xfrm>
            <a:off x="3901858" y="3124233"/>
            <a:ext cx="2452961" cy="2490458"/>
            <a:chOff x="3901858" y="3124233"/>
            <a:chExt cx="2452961" cy="2490458"/>
          </a:xfrm>
        </p:grpSpPr>
        <p:cxnSp>
          <p:nvCxnSpPr>
            <p:cNvPr id="59" name="直接连接符 58">
              <a:extLst>
                <a:ext uri="{FF2B5EF4-FFF2-40B4-BE49-F238E27FC236}">
                  <a16:creationId xmlns:a16="http://schemas.microsoft.com/office/drawing/2014/main" id="{E80F14B7-9341-48B6-95EE-730F931D9EAC}"/>
                </a:ext>
              </a:extLst>
            </p:cNvPr>
            <p:cNvCxnSpPr>
              <a:cxnSpLocks/>
            </p:cNvCxnSpPr>
            <p:nvPr/>
          </p:nvCxnSpPr>
          <p:spPr>
            <a:xfrm>
              <a:off x="3901858" y="3124233"/>
              <a:ext cx="0" cy="2490458"/>
            </a:xfrm>
            <a:prstGeom prst="line">
              <a:avLst/>
            </a:prstGeom>
            <a:ln w="12700">
              <a:solidFill>
                <a:schemeClr val="tx1"/>
              </a:solidFill>
              <a:prstDash val="dash"/>
              <a:tailEnd type="none"/>
            </a:ln>
          </p:spPr>
          <p:style>
            <a:lnRef idx="1">
              <a:schemeClr val="accent1"/>
            </a:lnRef>
            <a:fillRef idx="0">
              <a:schemeClr val="accent1"/>
            </a:fillRef>
            <a:effectRef idx="0">
              <a:schemeClr val="accent1"/>
            </a:effectRef>
            <a:fontRef idx="minor">
              <a:schemeClr val="tx1"/>
            </a:fontRef>
          </p:style>
        </p:cxnSp>
        <p:cxnSp>
          <p:nvCxnSpPr>
            <p:cNvPr id="63" name="直接连接符 62">
              <a:extLst>
                <a:ext uri="{FF2B5EF4-FFF2-40B4-BE49-F238E27FC236}">
                  <a16:creationId xmlns:a16="http://schemas.microsoft.com/office/drawing/2014/main" id="{04353A82-1132-451F-9091-74875114B87F}"/>
                </a:ext>
              </a:extLst>
            </p:cNvPr>
            <p:cNvCxnSpPr>
              <a:cxnSpLocks/>
            </p:cNvCxnSpPr>
            <p:nvPr/>
          </p:nvCxnSpPr>
          <p:spPr>
            <a:xfrm>
              <a:off x="6354819" y="3124233"/>
              <a:ext cx="0" cy="2490458"/>
            </a:xfrm>
            <a:prstGeom prst="line">
              <a:avLst/>
            </a:prstGeom>
            <a:ln w="12700">
              <a:solidFill>
                <a:schemeClr val="tx1"/>
              </a:solidFill>
              <a:prstDash val="dash"/>
              <a:tailEnd type="none"/>
            </a:ln>
          </p:spPr>
          <p:style>
            <a:lnRef idx="1">
              <a:schemeClr val="accent1"/>
            </a:lnRef>
            <a:fillRef idx="0">
              <a:schemeClr val="accent1"/>
            </a:fillRef>
            <a:effectRef idx="0">
              <a:schemeClr val="accent1"/>
            </a:effectRef>
            <a:fontRef idx="minor">
              <a:schemeClr val="tx1"/>
            </a:fontRef>
          </p:style>
        </p:cxnSp>
      </p:grpSp>
      <p:sp>
        <p:nvSpPr>
          <p:cNvPr id="64" name="矩形 63">
            <a:extLst>
              <a:ext uri="{FF2B5EF4-FFF2-40B4-BE49-F238E27FC236}">
                <a16:creationId xmlns:a16="http://schemas.microsoft.com/office/drawing/2014/main" id="{1272FDDE-BB01-4D4B-970C-F78813A0748C}"/>
              </a:ext>
            </a:extLst>
          </p:cNvPr>
          <p:cNvSpPr/>
          <p:nvPr/>
        </p:nvSpPr>
        <p:spPr>
          <a:xfrm>
            <a:off x="3901855" y="5213631"/>
            <a:ext cx="2452961" cy="400110"/>
          </a:xfrm>
          <a:prstGeom prst="rect">
            <a:avLst/>
          </a:prstGeom>
          <a:solidFill>
            <a:schemeClr val="accent2"/>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CN" b="1" dirty="0"/>
              <a:t>NAV</a:t>
            </a:r>
            <a:r>
              <a:rPr lang="zh-CN" altLang="en-US" b="1" dirty="0"/>
              <a:t>（信道忙）</a:t>
            </a:r>
          </a:p>
        </p:txBody>
      </p:sp>
      <p:grpSp>
        <p:nvGrpSpPr>
          <p:cNvPr id="101" name="组合 100">
            <a:extLst>
              <a:ext uri="{FF2B5EF4-FFF2-40B4-BE49-F238E27FC236}">
                <a16:creationId xmlns:a16="http://schemas.microsoft.com/office/drawing/2014/main" id="{8DDDACE7-C25E-47A5-9A19-9015074D79CB}"/>
              </a:ext>
            </a:extLst>
          </p:cNvPr>
          <p:cNvGrpSpPr/>
          <p:nvPr/>
        </p:nvGrpSpPr>
        <p:grpSpPr>
          <a:xfrm>
            <a:off x="3901858" y="3124233"/>
            <a:ext cx="1250949" cy="1245704"/>
            <a:chOff x="3901858" y="3124233"/>
            <a:chExt cx="1250949" cy="1245704"/>
          </a:xfrm>
        </p:grpSpPr>
        <p:sp>
          <p:nvSpPr>
            <p:cNvPr id="52" name="平行四边形 51">
              <a:extLst>
                <a:ext uri="{FF2B5EF4-FFF2-40B4-BE49-F238E27FC236}">
                  <a16:creationId xmlns:a16="http://schemas.microsoft.com/office/drawing/2014/main" id="{A6D7F9EA-AAFF-4EBC-BB07-DDAF4A1C569A}"/>
                </a:ext>
              </a:extLst>
            </p:cNvPr>
            <p:cNvSpPr/>
            <p:nvPr/>
          </p:nvSpPr>
          <p:spPr>
            <a:xfrm flipH="1">
              <a:off x="3901858" y="3124233"/>
              <a:ext cx="1250949" cy="1245704"/>
            </a:xfrm>
            <a:prstGeom prst="parallelogram">
              <a:avLst/>
            </a:prstGeom>
            <a:solidFill>
              <a:schemeClr val="accent3"/>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b="1" dirty="0">
                <a:latin typeface="宋体" panose="02010600030101010101" pitchFamily="2" charset="-122"/>
                <a:ea typeface="宋体" panose="02010600030101010101" pitchFamily="2" charset="-122"/>
              </a:endParaRPr>
            </a:p>
          </p:txBody>
        </p:sp>
        <p:sp>
          <p:nvSpPr>
            <p:cNvPr id="98" name="文本框 97">
              <a:extLst>
                <a:ext uri="{FF2B5EF4-FFF2-40B4-BE49-F238E27FC236}">
                  <a16:creationId xmlns:a16="http://schemas.microsoft.com/office/drawing/2014/main" id="{C77411A2-1CD5-4040-ACBC-13BF9CEF8499}"/>
                </a:ext>
              </a:extLst>
            </p:cNvPr>
            <p:cNvSpPr txBox="1"/>
            <p:nvPr/>
          </p:nvSpPr>
          <p:spPr>
            <a:xfrm>
              <a:off x="4036794" y="3241201"/>
              <a:ext cx="981076" cy="646331"/>
            </a:xfrm>
            <a:prstGeom prst="rect">
              <a:avLst/>
            </a:prstGeom>
            <a:noFill/>
          </p:spPr>
          <p:txBody>
            <a:bodyPr wrap="square" rtlCol="0">
              <a:spAutoFit/>
            </a:bodyPr>
            <a:lstStyle/>
            <a:p>
              <a:pPr algn="ctr"/>
              <a:r>
                <a:rPr lang="zh-CN" altLang="en-US" b="1" dirty="0">
                  <a:solidFill>
                    <a:schemeClr val="bg1"/>
                  </a:solidFill>
                </a:rPr>
                <a:t>第</a:t>
              </a:r>
              <a:r>
                <a:rPr lang="en-US" altLang="zh-CN" b="1" dirty="0">
                  <a:solidFill>
                    <a:schemeClr val="bg1"/>
                  </a:solidFill>
                </a:rPr>
                <a:t>1</a:t>
              </a:r>
              <a:r>
                <a:rPr lang="zh-CN" altLang="en-US" b="1" dirty="0">
                  <a:solidFill>
                    <a:schemeClr val="bg1"/>
                  </a:solidFill>
                </a:rPr>
                <a:t>个</a:t>
              </a:r>
              <a:endParaRPr lang="en-US" altLang="zh-CN" b="1" dirty="0">
                <a:solidFill>
                  <a:schemeClr val="bg1"/>
                </a:solidFill>
              </a:endParaRPr>
            </a:p>
            <a:p>
              <a:pPr algn="ctr"/>
              <a:r>
                <a:rPr lang="zh-CN" altLang="en-US" b="1" dirty="0">
                  <a:solidFill>
                    <a:schemeClr val="bg1"/>
                  </a:solidFill>
                </a:rPr>
                <a:t>数据帧</a:t>
              </a:r>
            </a:p>
          </p:txBody>
        </p:sp>
        <p:cxnSp>
          <p:nvCxnSpPr>
            <p:cNvPr id="100" name="直接箭头连接符 99">
              <a:extLst>
                <a:ext uri="{FF2B5EF4-FFF2-40B4-BE49-F238E27FC236}">
                  <a16:creationId xmlns:a16="http://schemas.microsoft.com/office/drawing/2014/main" id="{7E326EA6-85DA-47B4-B17B-E09B87597BD9}"/>
                </a:ext>
              </a:extLst>
            </p:cNvPr>
            <p:cNvCxnSpPr/>
            <p:nvPr/>
          </p:nvCxnSpPr>
          <p:spPr>
            <a:xfrm>
              <a:off x="4565842" y="3880823"/>
              <a:ext cx="85308" cy="345801"/>
            </a:xfrm>
            <a:prstGeom prst="straightConnector1">
              <a:avLst/>
            </a:prstGeom>
            <a:ln w="38100">
              <a:solidFill>
                <a:schemeClr val="bg1"/>
              </a:solidFill>
              <a:tailEnd type="triangle"/>
            </a:ln>
          </p:spPr>
          <p:style>
            <a:lnRef idx="1">
              <a:schemeClr val="accent1"/>
            </a:lnRef>
            <a:fillRef idx="0">
              <a:schemeClr val="accent1"/>
            </a:fillRef>
            <a:effectRef idx="0">
              <a:schemeClr val="accent1"/>
            </a:effectRef>
            <a:fontRef idx="minor">
              <a:schemeClr val="tx1"/>
            </a:fontRef>
          </p:style>
        </p:cxnSp>
      </p:grpSp>
      <p:grpSp>
        <p:nvGrpSpPr>
          <p:cNvPr id="105" name="组合 104">
            <a:extLst>
              <a:ext uri="{FF2B5EF4-FFF2-40B4-BE49-F238E27FC236}">
                <a16:creationId xmlns:a16="http://schemas.microsoft.com/office/drawing/2014/main" id="{9ADF70C5-E8DB-494B-9078-A0E71C927CC4}"/>
              </a:ext>
            </a:extLst>
          </p:cNvPr>
          <p:cNvGrpSpPr/>
          <p:nvPr/>
        </p:nvGrpSpPr>
        <p:grpSpPr>
          <a:xfrm>
            <a:off x="5710293" y="3124233"/>
            <a:ext cx="644526" cy="1249899"/>
            <a:chOff x="5710293" y="3124233"/>
            <a:chExt cx="644526" cy="1249899"/>
          </a:xfrm>
        </p:grpSpPr>
        <p:sp>
          <p:nvSpPr>
            <p:cNvPr id="53" name="平行四边形 52">
              <a:extLst>
                <a:ext uri="{FF2B5EF4-FFF2-40B4-BE49-F238E27FC236}">
                  <a16:creationId xmlns:a16="http://schemas.microsoft.com/office/drawing/2014/main" id="{CF823127-217E-46A2-9594-8DA763C9DA37}"/>
                </a:ext>
              </a:extLst>
            </p:cNvPr>
            <p:cNvSpPr/>
            <p:nvPr/>
          </p:nvSpPr>
          <p:spPr>
            <a:xfrm>
              <a:off x="5710293" y="3124233"/>
              <a:ext cx="644526" cy="1245704"/>
            </a:xfrm>
            <a:prstGeom prst="parallelogram">
              <a:avLst>
                <a:gd name="adj" fmla="val 46023"/>
              </a:avLst>
            </a:prstGeom>
            <a:solidFill>
              <a:schemeClr val="accent5"/>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102" name="文本框 101">
              <a:extLst>
                <a:ext uri="{FF2B5EF4-FFF2-40B4-BE49-F238E27FC236}">
                  <a16:creationId xmlns:a16="http://schemas.microsoft.com/office/drawing/2014/main" id="{74CB46F0-6697-4B1A-9F3A-9CBDBD14D81B}"/>
                </a:ext>
              </a:extLst>
            </p:cNvPr>
            <p:cNvSpPr txBox="1"/>
            <p:nvPr/>
          </p:nvSpPr>
          <p:spPr>
            <a:xfrm rot="16963893">
              <a:off x="5653799" y="3893704"/>
              <a:ext cx="591525" cy="369332"/>
            </a:xfrm>
            <a:prstGeom prst="rect">
              <a:avLst/>
            </a:prstGeom>
            <a:noFill/>
          </p:spPr>
          <p:txBody>
            <a:bodyPr wrap="square" rtlCol="0">
              <a:spAutoFit/>
            </a:bodyPr>
            <a:lstStyle/>
            <a:p>
              <a:pPr algn="ctr"/>
              <a:r>
                <a:rPr lang="en-US" altLang="zh-CN" b="1" dirty="0">
                  <a:solidFill>
                    <a:schemeClr val="bg1"/>
                  </a:solidFill>
                </a:rPr>
                <a:t>ACK</a:t>
              </a:r>
              <a:endParaRPr lang="zh-CN" altLang="en-US" b="1" dirty="0">
                <a:solidFill>
                  <a:schemeClr val="bg1"/>
                </a:solidFill>
              </a:endParaRPr>
            </a:p>
          </p:txBody>
        </p:sp>
        <p:cxnSp>
          <p:nvCxnSpPr>
            <p:cNvPr id="103" name="直接箭头连接符 102">
              <a:extLst>
                <a:ext uri="{FF2B5EF4-FFF2-40B4-BE49-F238E27FC236}">
                  <a16:creationId xmlns:a16="http://schemas.microsoft.com/office/drawing/2014/main" id="{F302317B-DC54-4242-991A-5F00C6449389}"/>
                </a:ext>
              </a:extLst>
            </p:cNvPr>
            <p:cNvCxnSpPr>
              <a:cxnSpLocks/>
            </p:cNvCxnSpPr>
            <p:nvPr/>
          </p:nvCxnSpPr>
          <p:spPr>
            <a:xfrm flipV="1">
              <a:off x="6032556" y="3355319"/>
              <a:ext cx="104500" cy="410278"/>
            </a:xfrm>
            <a:prstGeom prst="straightConnector1">
              <a:avLst/>
            </a:prstGeom>
            <a:ln w="38100">
              <a:solidFill>
                <a:schemeClr val="bg1"/>
              </a:solidFill>
              <a:tailEnd type="triangle"/>
            </a:ln>
          </p:spPr>
          <p:style>
            <a:lnRef idx="1">
              <a:schemeClr val="accent1"/>
            </a:lnRef>
            <a:fillRef idx="0">
              <a:schemeClr val="accent1"/>
            </a:fillRef>
            <a:effectRef idx="0">
              <a:schemeClr val="accent1"/>
            </a:effectRef>
            <a:fontRef idx="minor">
              <a:schemeClr val="tx1"/>
            </a:fontRef>
          </p:style>
        </p:cxnSp>
      </p:grpSp>
      <p:grpSp>
        <p:nvGrpSpPr>
          <p:cNvPr id="66" name="组合 65">
            <a:extLst>
              <a:ext uri="{FF2B5EF4-FFF2-40B4-BE49-F238E27FC236}">
                <a16:creationId xmlns:a16="http://schemas.microsoft.com/office/drawing/2014/main" id="{4B7F12D5-EC9E-469F-92AF-1FA287F48D7C}"/>
              </a:ext>
            </a:extLst>
          </p:cNvPr>
          <p:cNvGrpSpPr/>
          <p:nvPr/>
        </p:nvGrpSpPr>
        <p:grpSpPr>
          <a:xfrm>
            <a:off x="2121467" y="3123280"/>
            <a:ext cx="1363688" cy="830190"/>
            <a:chOff x="4018800" y="2864874"/>
            <a:chExt cx="1363688" cy="830190"/>
          </a:xfrm>
        </p:grpSpPr>
        <p:sp>
          <p:nvSpPr>
            <p:cNvPr id="72" name="文本框 71">
              <a:extLst>
                <a:ext uri="{FF2B5EF4-FFF2-40B4-BE49-F238E27FC236}">
                  <a16:creationId xmlns:a16="http://schemas.microsoft.com/office/drawing/2014/main" id="{D03828A7-CA4F-4C09-BBDD-CE9C975A6151}"/>
                </a:ext>
              </a:extLst>
            </p:cNvPr>
            <p:cNvSpPr txBox="1"/>
            <p:nvPr/>
          </p:nvSpPr>
          <p:spPr>
            <a:xfrm>
              <a:off x="4018800" y="3325732"/>
              <a:ext cx="1363688" cy="369332"/>
            </a:xfrm>
            <a:prstGeom prst="rect">
              <a:avLst/>
            </a:prstGeom>
            <a:noFill/>
          </p:spPr>
          <p:txBody>
            <a:bodyPr wrap="square" rtlCol="0">
              <a:spAutoFit/>
            </a:bodyPr>
            <a:lstStyle/>
            <a:p>
              <a:pPr algn="ctr"/>
              <a:r>
                <a:rPr lang="zh-CN" altLang="en-US" b="1" dirty="0">
                  <a:solidFill>
                    <a:schemeClr val="accent3"/>
                  </a:solidFill>
                  <a:latin typeface="Arial Narrow" panose="020B0606020202030204" pitchFamily="34" charset="0"/>
                </a:rPr>
                <a:t>有帧要发送</a:t>
              </a:r>
            </a:p>
          </p:txBody>
        </p:sp>
        <p:cxnSp>
          <p:nvCxnSpPr>
            <p:cNvPr id="76" name="直接箭头连接符 75">
              <a:extLst>
                <a:ext uri="{FF2B5EF4-FFF2-40B4-BE49-F238E27FC236}">
                  <a16:creationId xmlns:a16="http://schemas.microsoft.com/office/drawing/2014/main" id="{D1AF9491-0A13-4387-B624-405F724582B6}"/>
                </a:ext>
              </a:extLst>
            </p:cNvPr>
            <p:cNvCxnSpPr>
              <a:cxnSpLocks/>
            </p:cNvCxnSpPr>
            <p:nvPr/>
          </p:nvCxnSpPr>
          <p:spPr>
            <a:xfrm flipV="1">
              <a:off x="4702471" y="2864874"/>
              <a:ext cx="0" cy="521823"/>
            </a:xfrm>
            <a:prstGeom prst="straightConnector1">
              <a:avLst/>
            </a:prstGeom>
            <a:ln w="25400">
              <a:solidFill>
                <a:schemeClr val="tx1"/>
              </a:solidFill>
              <a:tailEnd type="triangle" w="med" len="lg"/>
            </a:ln>
          </p:spPr>
          <p:style>
            <a:lnRef idx="1">
              <a:schemeClr val="accent1"/>
            </a:lnRef>
            <a:fillRef idx="0">
              <a:schemeClr val="accent1"/>
            </a:fillRef>
            <a:effectRef idx="0">
              <a:schemeClr val="accent1"/>
            </a:effectRef>
            <a:fontRef idx="minor">
              <a:schemeClr val="tx1"/>
            </a:fontRef>
          </p:style>
        </p:cxnSp>
      </p:grpSp>
      <mc:AlternateContent xmlns:mc="http://schemas.openxmlformats.org/markup-compatibility/2006" xmlns:a14="http://schemas.microsoft.com/office/drawing/2010/main">
        <mc:Choice Requires="a14">
          <p:sp>
            <p:nvSpPr>
              <p:cNvPr id="106" name="文本框 105">
                <a:extLst>
                  <a:ext uri="{FF2B5EF4-FFF2-40B4-BE49-F238E27FC236}">
                    <a16:creationId xmlns:a16="http://schemas.microsoft.com/office/drawing/2014/main" id="{D4A71EE1-94B7-44EE-B48E-E32F99EEB1BC}"/>
                  </a:ext>
                </a:extLst>
              </p:cNvPr>
              <p:cNvSpPr txBox="1"/>
              <p:nvPr/>
            </p:nvSpPr>
            <p:spPr>
              <a:xfrm>
                <a:off x="1666167" y="1402024"/>
                <a:ext cx="10029897" cy="923330"/>
              </a:xfrm>
              <a:prstGeom prst="rect">
                <a:avLst/>
              </a:prstGeom>
              <a:noFill/>
            </p:spPr>
            <p:txBody>
              <a:bodyPr wrap="square">
                <a:spAutoFit/>
              </a:bodyPr>
              <a:lstStyle/>
              <a:p>
                <a:r>
                  <a:rPr lang="zh-CN" altLang="en-US" b="1" dirty="0">
                    <a:solidFill>
                      <a:schemeClr val="bg1"/>
                    </a:solidFill>
                  </a:rPr>
                  <a:t>短帧间间隔（</a:t>
                </a:r>
                <a:r>
                  <a:rPr lang="en-US" altLang="zh-CN" b="1" dirty="0">
                    <a:solidFill>
                      <a:schemeClr val="bg1"/>
                    </a:solidFill>
                  </a:rPr>
                  <a:t>Short Interframe Space</a:t>
                </a:r>
                <a:r>
                  <a:rPr lang="zh-CN" altLang="en-US" b="1" dirty="0">
                    <a:solidFill>
                      <a:schemeClr val="bg1"/>
                    </a:solidFill>
                  </a:rPr>
                  <a:t>，</a:t>
                </a:r>
                <a:r>
                  <a:rPr lang="en-US" altLang="zh-CN" b="1" dirty="0">
                    <a:solidFill>
                      <a:schemeClr val="bg1"/>
                    </a:solidFill>
                  </a:rPr>
                  <a:t>SIFS</a:t>
                </a:r>
                <a:r>
                  <a:rPr lang="zh-CN" altLang="en-US" b="1" dirty="0">
                    <a:solidFill>
                      <a:schemeClr val="bg1"/>
                    </a:solidFill>
                  </a:rPr>
                  <a:t>）的长度为</a:t>
                </a:r>
                <a:r>
                  <a:rPr lang="en-US" altLang="zh-CN" b="1" dirty="0">
                    <a:solidFill>
                      <a:schemeClr val="bg1"/>
                    </a:solidFill>
                  </a:rPr>
                  <a:t>28</a:t>
                </a:r>
                <a14:m>
                  <m:oMath xmlns:m="http://schemas.openxmlformats.org/officeDocument/2006/math">
                    <m:r>
                      <a:rPr lang="el-GR" altLang="zh-CN" b="1" i="1" dirty="0" smtClean="0">
                        <a:solidFill>
                          <a:schemeClr val="bg1"/>
                        </a:solidFill>
                        <a:latin typeface="Cambria Math" panose="02040503050406030204" pitchFamily="18" charset="0"/>
                      </a:rPr>
                      <m:t>𝝁</m:t>
                    </m:r>
                    <m:r>
                      <a:rPr lang="en-US" altLang="zh-CN" b="1" i="1" dirty="0" smtClean="0">
                        <a:solidFill>
                          <a:schemeClr val="bg1"/>
                        </a:solidFill>
                        <a:latin typeface="Cambria Math" panose="02040503050406030204" pitchFamily="18" charset="0"/>
                      </a:rPr>
                      <m:t>𝒔</m:t>
                    </m:r>
                  </m:oMath>
                </a14:m>
                <a:r>
                  <a:rPr lang="zh-CN" altLang="en-US" b="1" dirty="0">
                    <a:solidFill>
                      <a:schemeClr val="bg1"/>
                    </a:solidFill>
                  </a:rPr>
                  <a:t>，它是最短的帧间间隔，用来分隔开属于一次对话的各帧。一个站点应当能够在这段时间内从发送方式切换到接收方式。使用</a:t>
                </a:r>
                <a:r>
                  <a:rPr lang="en-US" altLang="zh-CN" b="1" dirty="0">
                    <a:solidFill>
                      <a:schemeClr val="bg1"/>
                    </a:solidFill>
                  </a:rPr>
                  <a:t>SIFS</a:t>
                </a:r>
                <a:r>
                  <a:rPr lang="zh-CN" altLang="en-US" b="1" dirty="0">
                    <a:solidFill>
                      <a:schemeClr val="bg1"/>
                    </a:solidFill>
                  </a:rPr>
                  <a:t>的帧类型有</a:t>
                </a:r>
                <a:r>
                  <a:rPr lang="en-US" altLang="zh-CN" b="1" dirty="0">
                    <a:solidFill>
                      <a:schemeClr val="bg1"/>
                    </a:solidFill>
                  </a:rPr>
                  <a:t>ACK</a:t>
                </a:r>
                <a:r>
                  <a:rPr lang="zh-CN" altLang="en-US" b="1" dirty="0">
                    <a:solidFill>
                      <a:schemeClr val="bg1"/>
                    </a:solidFill>
                  </a:rPr>
                  <a:t>帧、</a:t>
                </a:r>
                <a:r>
                  <a:rPr lang="en-US" altLang="zh-CN" b="1" dirty="0">
                    <a:solidFill>
                      <a:schemeClr val="bg1"/>
                    </a:solidFill>
                  </a:rPr>
                  <a:t>CTS</a:t>
                </a:r>
                <a:r>
                  <a:rPr lang="zh-CN" altLang="en-US" b="1" dirty="0">
                    <a:solidFill>
                      <a:schemeClr val="bg1"/>
                    </a:solidFill>
                  </a:rPr>
                  <a:t>帧等。</a:t>
                </a:r>
              </a:p>
            </p:txBody>
          </p:sp>
        </mc:Choice>
        <mc:Fallback xmlns="">
          <p:sp>
            <p:nvSpPr>
              <p:cNvPr id="106" name="文本框 105">
                <a:extLst>
                  <a:ext uri="{FF2B5EF4-FFF2-40B4-BE49-F238E27FC236}">
                    <a16:creationId xmlns:a16="http://schemas.microsoft.com/office/drawing/2014/main" id="{D4A71EE1-94B7-44EE-B48E-E32F99EEB1BC}"/>
                  </a:ext>
                </a:extLst>
              </p:cNvPr>
              <p:cNvSpPr txBox="1">
                <a:spLocks noRot="1" noChangeAspect="1" noMove="1" noResize="1" noEditPoints="1" noAdjustHandles="1" noChangeArrowheads="1" noChangeShapeType="1" noTextEdit="1"/>
              </p:cNvSpPr>
              <p:nvPr/>
            </p:nvSpPr>
            <p:spPr>
              <a:xfrm>
                <a:off x="1666167" y="1402024"/>
                <a:ext cx="10029897" cy="923330"/>
              </a:xfrm>
              <a:prstGeom prst="rect">
                <a:avLst/>
              </a:prstGeom>
              <a:blipFill>
                <a:blip r:embed="rId3"/>
                <a:stretch>
                  <a:fillRect l="-486" t="-3974" r="-365" b="-9934"/>
                </a:stretch>
              </a:blipFill>
            </p:spPr>
            <p:txBody>
              <a:bodyPr/>
              <a:lstStyle/>
              <a:p>
                <a:r>
                  <a:rPr lang="zh-CN" altLang="en-US">
                    <a:noFill/>
                  </a:rPr>
                  <a:t> </a:t>
                </a:r>
              </a:p>
            </p:txBody>
          </p:sp>
        </mc:Fallback>
      </mc:AlternateContent>
      <p:sp>
        <p:nvSpPr>
          <p:cNvPr id="44" name="平行四边形 43">
            <a:extLst>
              <a:ext uri="{FF2B5EF4-FFF2-40B4-BE49-F238E27FC236}">
                <a16:creationId xmlns:a16="http://schemas.microsoft.com/office/drawing/2014/main" id="{38573CE8-1A18-9D1D-2FFF-98EE492CD229}"/>
              </a:ext>
            </a:extLst>
          </p:cNvPr>
          <p:cNvSpPr/>
          <p:nvPr/>
        </p:nvSpPr>
        <p:spPr>
          <a:xfrm>
            <a:off x="304799" y="749300"/>
            <a:ext cx="691019" cy="387090"/>
          </a:xfrm>
          <a:prstGeom prst="parallelogram">
            <a:avLst/>
          </a:prstGeom>
          <a:solidFill>
            <a:schemeClr val="accent3">
              <a:lumMod val="75000"/>
            </a:schemeClr>
          </a:solidFill>
          <a:ln>
            <a:solidFill>
              <a:schemeClr val="accent3">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CN" sz="2200" dirty="0">
                <a:latin typeface="Impact" panose="020B0806030902050204" pitchFamily="34" charset="0"/>
              </a:rPr>
              <a:t>04</a:t>
            </a:r>
            <a:endParaRPr lang="zh-CN" altLang="en-US" sz="2200" dirty="0">
              <a:latin typeface="Impact" panose="020B0806030902050204" pitchFamily="34" charset="0"/>
            </a:endParaRPr>
          </a:p>
        </p:txBody>
      </p:sp>
    </p:spTree>
    <p:custDataLst>
      <p:tags r:id="rId1"/>
    </p:custDataLst>
    <p:extLst>
      <p:ext uri="{BB962C8B-B14F-4D97-AF65-F5344CB8AC3E}">
        <p14:creationId xmlns:p14="http://schemas.microsoft.com/office/powerpoint/2010/main" val="1864387724"/>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2" presetClass="entr" presetSubtype="1" fill="hold" nodeType="withEffect">
                                  <p:stCondLst>
                                    <p:cond delay="0"/>
                                  </p:stCondLst>
                                  <p:childTnLst>
                                    <p:set>
                                      <p:cBhvr>
                                        <p:cTn id="6" dur="1" fill="hold">
                                          <p:stCondLst>
                                            <p:cond delay="0"/>
                                          </p:stCondLst>
                                        </p:cTn>
                                        <p:tgtEl>
                                          <p:spTgt spid="10"/>
                                        </p:tgtEl>
                                        <p:attrNameLst>
                                          <p:attrName>style.visibility</p:attrName>
                                        </p:attrNameLst>
                                      </p:cBhvr>
                                      <p:to>
                                        <p:strVal val="visible"/>
                                      </p:to>
                                    </p:set>
                                    <p:animEffect transition="in" filter="wipe(up)">
                                      <p:cBhvr>
                                        <p:cTn id="7" dur="500"/>
                                        <p:tgtEl>
                                          <p:spTgt spid="10"/>
                                        </p:tgtEl>
                                      </p:cBhvr>
                                    </p:animEffect>
                                  </p:childTnLst>
                                </p:cTn>
                              </p:par>
                            </p:childTnLst>
                          </p:cTn>
                        </p:par>
                        <p:par>
                          <p:cTn id="8" fill="hold">
                            <p:stCondLst>
                              <p:cond delay="500"/>
                            </p:stCondLst>
                            <p:childTnLst>
                              <p:par>
                                <p:cTn id="9" presetID="1" presetClass="entr" presetSubtype="0" fill="hold" grpId="0" nodeType="afterEffect">
                                  <p:stCondLst>
                                    <p:cond delay="0"/>
                                  </p:stCondLst>
                                  <p:iterate type="lt">
                                    <p:tmAbs val="100"/>
                                  </p:iterate>
                                  <p:childTnLst>
                                    <p:set>
                                      <p:cBhvr>
                                        <p:cTn id="10" dur="1" fill="hold">
                                          <p:stCondLst>
                                            <p:cond delay="0"/>
                                          </p:stCondLst>
                                        </p:cTn>
                                        <p:tgtEl>
                                          <p:spTgt spid="106"/>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06" grpId="0"/>
    </p:bldLst>
  </p:timing>
</p:sld>
</file>

<file path=ppt/slides/slide54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4" name="组合 3">
            <a:extLst>
              <a:ext uri="{FF2B5EF4-FFF2-40B4-BE49-F238E27FC236}">
                <a16:creationId xmlns:a16="http://schemas.microsoft.com/office/drawing/2014/main" id="{9A1EA9F2-FCB6-48C3-935F-7AE7E3AD14AC}"/>
              </a:ext>
            </a:extLst>
          </p:cNvPr>
          <p:cNvGrpSpPr/>
          <p:nvPr/>
        </p:nvGrpSpPr>
        <p:grpSpPr>
          <a:xfrm>
            <a:off x="304800" y="749300"/>
            <a:ext cx="5791200" cy="400110"/>
            <a:chOff x="424117" y="898245"/>
            <a:chExt cx="5791200" cy="400110"/>
          </a:xfrm>
        </p:grpSpPr>
        <p:sp>
          <p:nvSpPr>
            <p:cNvPr id="2" name="平行四边形 1">
              <a:extLst>
                <a:ext uri="{FF2B5EF4-FFF2-40B4-BE49-F238E27FC236}">
                  <a16:creationId xmlns:a16="http://schemas.microsoft.com/office/drawing/2014/main" id="{1F5BAA3F-9845-4F89-A2DD-8222D3E4EDAC}"/>
                </a:ext>
              </a:extLst>
            </p:cNvPr>
            <p:cNvSpPr/>
            <p:nvPr/>
          </p:nvSpPr>
          <p:spPr>
            <a:xfrm>
              <a:off x="424117" y="898245"/>
              <a:ext cx="628306" cy="387090"/>
            </a:xfrm>
            <a:prstGeom prst="parallelogram">
              <a:avLst/>
            </a:prstGeom>
            <a:solidFill>
              <a:schemeClr val="accent3">
                <a:lumMod val="75000"/>
              </a:schemeClr>
            </a:solidFill>
            <a:ln>
              <a:solidFill>
                <a:schemeClr val="accent3">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CN" sz="2200" dirty="0">
                  <a:latin typeface="Impact" panose="020B0806030902050204" pitchFamily="34" charset="0"/>
                </a:rPr>
                <a:t>01</a:t>
              </a:r>
              <a:endParaRPr lang="zh-CN" altLang="en-US" sz="2200" dirty="0">
                <a:latin typeface="Impact" panose="020B0806030902050204" pitchFamily="34" charset="0"/>
              </a:endParaRPr>
            </a:p>
          </p:txBody>
        </p:sp>
        <p:sp>
          <p:nvSpPr>
            <p:cNvPr id="3" name="文本框 2">
              <a:extLst>
                <a:ext uri="{FF2B5EF4-FFF2-40B4-BE49-F238E27FC236}">
                  <a16:creationId xmlns:a16="http://schemas.microsoft.com/office/drawing/2014/main" id="{4D6BD736-A4D3-4F26-AFED-36E11F50F70B}"/>
                </a:ext>
              </a:extLst>
            </p:cNvPr>
            <p:cNvSpPr txBox="1"/>
            <p:nvPr/>
          </p:nvSpPr>
          <p:spPr>
            <a:xfrm>
              <a:off x="1052423" y="898245"/>
              <a:ext cx="5162894" cy="400110"/>
            </a:xfrm>
            <a:prstGeom prst="rect">
              <a:avLst/>
            </a:prstGeom>
            <a:noFill/>
          </p:spPr>
          <p:txBody>
            <a:bodyPr wrap="square" rtlCol="0">
              <a:spAutoFit/>
            </a:bodyPr>
            <a:lstStyle/>
            <a:p>
              <a:r>
                <a:rPr lang="en-US" altLang="zh-CN" sz="2000" b="1" dirty="0">
                  <a:solidFill>
                    <a:schemeClr val="tx1"/>
                  </a:solidFill>
                  <a:latin typeface="Arial Narrow" panose="020B0606020202030204" pitchFamily="34" charset="0"/>
                </a:rPr>
                <a:t>CSMA/CA</a:t>
              </a:r>
              <a:r>
                <a:rPr lang="zh-CN" altLang="en-US" sz="2000" b="1" dirty="0">
                  <a:solidFill>
                    <a:schemeClr val="tx1"/>
                  </a:solidFill>
                  <a:latin typeface="Arial Narrow" panose="020B0606020202030204" pitchFamily="34" charset="0"/>
                </a:rPr>
                <a:t>协议的基本工作原理</a:t>
              </a:r>
              <a:endParaRPr lang="en-US" altLang="zh-CN" sz="2000" b="1" dirty="0">
                <a:solidFill>
                  <a:schemeClr val="tx1"/>
                </a:solidFill>
                <a:latin typeface="Arial Narrow" panose="020B0606020202030204" pitchFamily="34" charset="0"/>
              </a:endParaRPr>
            </a:p>
          </p:txBody>
        </p:sp>
      </p:grpSp>
      <p:grpSp>
        <p:nvGrpSpPr>
          <p:cNvPr id="89" name="组合 88">
            <a:extLst>
              <a:ext uri="{FF2B5EF4-FFF2-40B4-BE49-F238E27FC236}">
                <a16:creationId xmlns:a16="http://schemas.microsoft.com/office/drawing/2014/main" id="{CBFB1439-254A-4A59-9085-B30C4F2590D1}"/>
              </a:ext>
            </a:extLst>
          </p:cNvPr>
          <p:cNvGrpSpPr/>
          <p:nvPr/>
        </p:nvGrpSpPr>
        <p:grpSpPr>
          <a:xfrm>
            <a:off x="685585" y="2940516"/>
            <a:ext cx="11010480" cy="2858841"/>
            <a:chOff x="685585" y="2940516"/>
            <a:chExt cx="11010480" cy="2858841"/>
          </a:xfrm>
        </p:grpSpPr>
        <p:sp>
          <p:nvSpPr>
            <p:cNvPr id="21" name="文本框 20">
              <a:extLst>
                <a:ext uri="{FF2B5EF4-FFF2-40B4-BE49-F238E27FC236}">
                  <a16:creationId xmlns:a16="http://schemas.microsoft.com/office/drawing/2014/main" id="{6B66B3AE-5EEE-4D81-907C-03C705DB78A1}"/>
                </a:ext>
              </a:extLst>
            </p:cNvPr>
            <p:cNvSpPr txBox="1"/>
            <p:nvPr/>
          </p:nvSpPr>
          <p:spPr>
            <a:xfrm>
              <a:off x="685585" y="2940516"/>
              <a:ext cx="981076" cy="369332"/>
            </a:xfrm>
            <a:prstGeom prst="rect">
              <a:avLst/>
            </a:prstGeom>
            <a:noFill/>
          </p:spPr>
          <p:txBody>
            <a:bodyPr wrap="square" rtlCol="0">
              <a:spAutoFit/>
            </a:bodyPr>
            <a:lstStyle/>
            <a:p>
              <a:pPr algn="r"/>
              <a:r>
                <a:rPr lang="zh-CN" altLang="en-US" b="1" dirty="0"/>
                <a:t>源站</a:t>
              </a:r>
            </a:p>
          </p:txBody>
        </p:sp>
        <p:sp>
          <p:nvSpPr>
            <p:cNvPr id="26" name="文本框 25">
              <a:extLst>
                <a:ext uri="{FF2B5EF4-FFF2-40B4-BE49-F238E27FC236}">
                  <a16:creationId xmlns:a16="http://schemas.microsoft.com/office/drawing/2014/main" id="{55F45F7A-5AEF-492B-9759-CE04CE348A47}"/>
                </a:ext>
              </a:extLst>
            </p:cNvPr>
            <p:cNvSpPr txBox="1"/>
            <p:nvPr/>
          </p:nvSpPr>
          <p:spPr>
            <a:xfrm>
              <a:off x="685585" y="4187174"/>
              <a:ext cx="981076" cy="369332"/>
            </a:xfrm>
            <a:prstGeom prst="rect">
              <a:avLst/>
            </a:prstGeom>
            <a:noFill/>
          </p:spPr>
          <p:txBody>
            <a:bodyPr wrap="square" rtlCol="0">
              <a:spAutoFit/>
            </a:bodyPr>
            <a:lstStyle/>
            <a:p>
              <a:pPr algn="r"/>
              <a:r>
                <a:rPr lang="zh-CN" altLang="en-US" b="1" dirty="0"/>
                <a:t>目的站</a:t>
              </a:r>
            </a:p>
          </p:txBody>
        </p:sp>
        <p:sp>
          <p:nvSpPr>
            <p:cNvPr id="27" name="文本框 26">
              <a:extLst>
                <a:ext uri="{FF2B5EF4-FFF2-40B4-BE49-F238E27FC236}">
                  <a16:creationId xmlns:a16="http://schemas.microsoft.com/office/drawing/2014/main" id="{B51AE626-D1A6-4373-89DA-C0DCBFCB8C3D}"/>
                </a:ext>
              </a:extLst>
            </p:cNvPr>
            <p:cNvSpPr txBox="1"/>
            <p:nvPr/>
          </p:nvSpPr>
          <p:spPr>
            <a:xfrm>
              <a:off x="685585" y="5430025"/>
              <a:ext cx="981076" cy="369332"/>
            </a:xfrm>
            <a:prstGeom prst="rect">
              <a:avLst/>
            </a:prstGeom>
            <a:noFill/>
          </p:spPr>
          <p:txBody>
            <a:bodyPr wrap="square" rtlCol="0">
              <a:spAutoFit/>
            </a:bodyPr>
            <a:lstStyle/>
            <a:p>
              <a:pPr algn="r"/>
              <a:r>
                <a:rPr lang="zh-CN" altLang="en-US" b="1" dirty="0"/>
                <a:t>其他站</a:t>
              </a:r>
            </a:p>
          </p:txBody>
        </p:sp>
        <p:sp>
          <p:nvSpPr>
            <p:cNvPr id="30" name="文本框 29">
              <a:extLst>
                <a:ext uri="{FF2B5EF4-FFF2-40B4-BE49-F238E27FC236}">
                  <a16:creationId xmlns:a16="http://schemas.microsoft.com/office/drawing/2014/main" id="{2BABDEF4-A79B-4358-ADE3-DB385FF809C3}"/>
                </a:ext>
              </a:extLst>
            </p:cNvPr>
            <p:cNvSpPr txBox="1"/>
            <p:nvPr/>
          </p:nvSpPr>
          <p:spPr>
            <a:xfrm>
              <a:off x="11051539" y="2940516"/>
              <a:ext cx="644526" cy="369332"/>
            </a:xfrm>
            <a:prstGeom prst="rect">
              <a:avLst/>
            </a:prstGeom>
            <a:noFill/>
          </p:spPr>
          <p:txBody>
            <a:bodyPr wrap="square" rtlCol="0">
              <a:spAutoFit/>
            </a:bodyPr>
            <a:lstStyle/>
            <a:p>
              <a:r>
                <a:rPr lang="zh-CN" altLang="en-US" b="1" dirty="0"/>
                <a:t>时间</a:t>
              </a:r>
            </a:p>
          </p:txBody>
        </p:sp>
        <p:cxnSp>
          <p:nvCxnSpPr>
            <p:cNvPr id="34" name="直接箭头连接符 33">
              <a:extLst>
                <a:ext uri="{FF2B5EF4-FFF2-40B4-BE49-F238E27FC236}">
                  <a16:creationId xmlns:a16="http://schemas.microsoft.com/office/drawing/2014/main" id="{D4EF4257-E12E-4101-90B0-9301D8F114E6}"/>
                </a:ext>
              </a:extLst>
            </p:cNvPr>
            <p:cNvCxnSpPr>
              <a:cxnSpLocks/>
            </p:cNvCxnSpPr>
            <p:nvPr/>
          </p:nvCxnSpPr>
          <p:spPr>
            <a:xfrm>
              <a:off x="1666661" y="3125182"/>
              <a:ext cx="9367200" cy="0"/>
            </a:xfrm>
            <a:prstGeom prst="straightConnector1">
              <a:avLst/>
            </a:prstGeom>
            <a:ln w="12700">
              <a:solidFill>
                <a:schemeClr val="tx1"/>
              </a:solidFill>
              <a:tailEnd type="triangle"/>
            </a:ln>
          </p:spPr>
          <p:style>
            <a:lnRef idx="1">
              <a:schemeClr val="accent1"/>
            </a:lnRef>
            <a:fillRef idx="0">
              <a:schemeClr val="accent1"/>
            </a:fillRef>
            <a:effectRef idx="0">
              <a:schemeClr val="accent1"/>
            </a:effectRef>
            <a:fontRef idx="minor">
              <a:schemeClr val="tx1"/>
            </a:fontRef>
          </p:style>
        </p:cxnSp>
        <p:sp>
          <p:nvSpPr>
            <p:cNvPr id="38" name="文本框 37">
              <a:extLst>
                <a:ext uri="{FF2B5EF4-FFF2-40B4-BE49-F238E27FC236}">
                  <a16:creationId xmlns:a16="http://schemas.microsoft.com/office/drawing/2014/main" id="{F75DB5BB-114E-4297-A462-90A97F6DDC95}"/>
                </a:ext>
              </a:extLst>
            </p:cNvPr>
            <p:cNvSpPr txBox="1"/>
            <p:nvPr/>
          </p:nvSpPr>
          <p:spPr>
            <a:xfrm>
              <a:off x="11051539" y="5430025"/>
              <a:ext cx="644526" cy="369332"/>
            </a:xfrm>
            <a:prstGeom prst="rect">
              <a:avLst/>
            </a:prstGeom>
            <a:noFill/>
          </p:spPr>
          <p:txBody>
            <a:bodyPr wrap="square" rtlCol="0">
              <a:spAutoFit/>
            </a:bodyPr>
            <a:lstStyle/>
            <a:p>
              <a:r>
                <a:rPr lang="zh-CN" altLang="en-US" b="1" dirty="0"/>
                <a:t>时间</a:t>
              </a:r>
            </a:p>
          </p:txBody>
        </p:sp>
        <p:cxnSp>
          <p:nvCxnSpPr>
            <p:cNvPr id="39" name="直接箭头连接符 38">
              <a:extLst>
                <a:ext uri="{FF2B5EF4-FFF2-40B4-BE49-F238E27FC236}">
                  <a16:creationId xmlns:a16="http://schemas.microsoft.com/office/drawing/2014/main" id="{6F7A3EC4-C2B9-458E-84F0-71B6E6B9187E}"/>
                </a:ext>
              </a:extLst>
            </p:cNvPr>
            <p:cNvCxnSpPr>
              <a:cxnSpLocks/>
            </p:cNvCxnSpPr>
            <p:nvPr/>
          </p:nvCxnSpPr>
          <p:spPr>
            <a:xfrm>
              <a:off x="1666661" y="5614691"/>
              <a:ext cx="9367097" cy="0"/>
            </a:xfrm>
            <a:prstGeom prst="straightConnector1">
              <a:avLst/>
            </a:prstGeom>
            <a:ln w="12700">
              <a:solidFill>
                <a:schemeClr val="tx1"/>
              </a:solidFill>
              <a:tailEnd type="triangle"/>
            </a:ln>
          </p:spPr>
          <p:style>
            <a:lnRef idx="1">
              <a:schemeClr val="accent1"/>
            </a:lnRef>
            <a:fillRef idx="0">
              <a:schemeClr val="accent1"/>
            </a:fillRef>
            <a:effectRef idx="0">
              <a:schemeClr val="accent1"/>
            </a:effectRef>
            <a:fontRef idx="minor">
              <a:schemeClr val="tx1"/>
            </a:fontRef>
          </p:style>
        </p:cxnSp>
        <p:sp>
          <p:nvSpPr>
            <p:cNvPr id="41" name="文本框 40">
              <a:extLst>
                <a:ext uri="{FF2B5EF4-FFF2-40B4-BE49-F238E27FC236}">
                  <a16:creationId xmlns:a16="http://schemas.microsoft.com/office/drawing/2014/main" id="{C9D878B9-BA86-479F-8595-89A9C85AEF0C}"/>
                </a:ext>
              </a:extLst>
            </p:cNvPr>
            <p:cNvSpPr txBox="1"/>
            <p:nvPr/>
          </p:nvSpPr>
          <p:spPr>
            <a:xfrm>
              <a:off x="11051539" y="4185271"/>
              <a:ext cx="644526" cy="369332"/>
            </a:xfrm>
            <a:prstGeom prst="rect">
              <a:avLst/>
            </a:prstGeom>
            <a:noFill/>
          </p:spPr>
          <p:txBody>
            <a:bodyPr wrap="square" rtlCol="0">
              <a:spAutoFit/>
            </a:bodyPr>
            <a:lstStyle/>
            <a:p>
              <a:r>
                <a:rPr lang="zh-CN" altLang="en-US" b="1" dirty="0"/>
                <a:t>时间</a:t>
              </a:r>
            </a:p>
          </p:txBody>
        </p:sp>
        <p:cxnSp>
          <p:nvCxnSpPr>
            <p:cNvPr id="42" name="直接箭头连接符 41">
              <a:extLst>
                <a:ext uri="{FF2B5EF4-FFF2-40B4-BE49-F238E27FC236}">
                  <a16:creationId xmlns:a16="http://schemas.microsoft.com/office/drawing/2014/main" id="{3462DB36-3E6A-4AC1-B3D8-AE44A2C14328}"/>
                </a:ext>
              </a:extLst>
            </p:cNvPr>
            <p:cNvCxnSpPr>
              <a:cxnSpLocks/>
            </p:cNvCxnSpPr>
            <p:nvPr/>
          </p:nvCxnSpPr>
          <p:spPr>
            <a:xfrm>
              <a:off x="1666661" y="4369937"/>
              <a:ext cx="9367200" cy="0"/>
            </a:xfrm>
            <a:prstGeom prst="straightConnector1">
              <a:avLst/>
            </a:prstGeom>
            <a:ln w="12700">
              <a:solidFill>
                <a:schemeClr val="tx1"/>
              </a:solidFill>
              <a:tailEnd type="triangle"/>
            </a:ln>
          </p:spPr>
          <p:style>
            <a:lnRef idx="1">
              <a:schemeClr val="accent1"/>
            </a:lnRef>
            <a:fillRef idx="0">
              <a:schemeClr val="accent1"/>
            </a:fillRef>
            <a:effectRef idx="0">
              <a:schemeClr val="accent1"/>
            </a:effectRef>
            <a:fontRef idx="minor">
              <a:schemeClr val="tx1"/>
            </a:fontRef>
          </p:style>
        </p:cxnSp>
      </p:grpSp>
      <p:sp>
        <p:nvSpPr>
          <p:cNvPr id="45" name="矩形 44">
            <a:extLst>
              <a:ext uri="{FF2B5EF4-FFF2-40B4-BE49-F238E27FC236}">
                <a16:creationId xmlns:a16="http://schemas.microsoft.com/office/drawing/2014/main" id="{FC9995F2-5B14-429A-930A-0DCB65EF0D2A}"/>
              </a:ext>
            </a:extLst>
          </p:cNvPr>
          <p:cNvSpPr/>
          <p:nvPr/>
        </p:nvSpPr>
        <p:spPr>
          <a:xfrm>
            <a:off x="1666661" y="2725072"/>
            <a:ext cx="1136650" cy="400110"/>
          </a:xfrm>
          <a:prstGeom prst="rect">
            <a:avLst/>
          </a:prstGeom>
          <a:solidFill>
            <a:schemeClr val="accent4"/>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zh-CN" altLang="en-US" b="1" dirty="0"/>
              <a:t>信道空闲</a:t>
            </a:r>
          </a:p>
        </p:txBody>
      </p:sp>
      <p:grpSp>
        <p:nvGrpSpPr>
          <p:cNvPr id="96" name="组合 95">
            <a:extLst>
              <a:ext uri="{FF2B5EF4-FFF2-40B4-BE49-F238E27FC236}">
                <a16:creationId xmlns:a16="http://schemas.microsoft.com/office/drawing/2014/main" id="{9F34A613-8B53-4F2E-B766-6F806899F077}"/>
              </a:ext>
            </a:extLst>
          </p:cNvPr>
          <p:cNvGrpSpPr/>
          <p:nvPr/>
        </p:nvGrpSpPr>
        <p:grpSpPr>
          <a:xfrm>
            <a:off x="2781087" y="2616848"/>
            <a:ext cx="1120774" cy="509285"/>
            <a:chOff x="2781087" y="2616848"/>
            <a:chExt cx="1120774" cy="509285"/>
          </a:xfrm>
        </p:grpSpPr>
        <p:sp>
          <p:nvSpPr>
            <p:cNvPr id="46" name="文本框 45">
              <a:extLst>
                <a:ext uri="{FF2B5EF4-FFF2-40B4-BE49-F238E27FC236}">
                  <a16:creationId xmlns:a16="http://schemas.microsoft.com/office/drawing/2014/main" id="{DAFFB414-0080-4EA2-A178-2EE20AC6E26F}"/>
                </a:ext>
              </a:extLst>
            </p:cNvPr>
            <p:cNvSpPr txBox="1"/>
            <p:nvPr/>
          </p:nvSpPr>
          <p:spPr>
            <a:xfrm>
              <a:off x="2781087" y="2616848"/>
              <a:ext cx="1098550" cy="369332"/>
            </a:xfrm>
            <a:prstGeom prst="rect">
              <a:avLst/>
            </a:prstGeom>
            <a:noFill/>
          </p:spPr>
          <p:txBody>
            <a:bodyPr wrap="square" rtlCol="0">
              <a:spAutoFit/>
            </a:bodyPr>
            <a:lstStyle/>
            <a:p>
              <a:pPr algn="ctr"/>
              <a:r>
                <a:rPr lang="en-US" altLang="zh-CN" b="1" dirty="0"/>
                <a:t>DIFS</a:t>
              </a:r>
              <a:endParaRPr lang="zh-CN" altLang="en-US" b="1" dirty="0"/>
            </a:p>
          </p:txBody>
        </p:sp>
        <p:cxnSp>
          <p:nvCxnSpPr>
            <p:cNvPr id="48" name="直接连接符 47">
              <a:extLst>
                <a:ext uri="{FF2B5EF4-FFF2-40B4-BE49-F238E27FC236}">
                  <a16:creationId xmlns:a16="http://schemas.microsoft.com/office/drawing/2014/main" id="{A457A3D8-C3E3-46EA-8A2E-1E515E523F38}"/>
                </a:ext>
              </a:extLst>
            </p:cNvPr>
            <p:cNvCxnSpPr>
              <a:cxnSpLocks/>
            </p:cNvCxnSpPr>
            <p:nvPr/>
          </p:nvCxnSpPr>
          <p:spPr>
            <a:xfrm>
              <a:off x="3901861" y="2724121"/>
              <a:ext cx="0" cy="402012"/>
            </a:xfrm>
            <a:prstGeom prst="line">
              <a:avLst/>
            </a:prstGeom>
            <a:ln w="12700">
              <a:solidFill>
                <a:schemeClr val="tx1"/>
              </a:solidFill>
              <a:tailEnd type="none"/>
            </a:ln>
          </p:spPr>
          <p:style>
            <a:lnRef idx="1">
              <a:schemeClr val="accent1"/>
            </a:lnRef>
            <a:fillRef idx="0">
              <a:schemeClr val="accent1"/>
            </a:fillRef>
            <a:effectRef idx="0">
              <a:schemeClr val="accent1"/>
            </a:effectRef>
            <a:fontRef idx="minor">
              <a:schemeClr val="tx1"/>
            </a:fontRef>
          </p:style>
        </p:cxnSp>
        <p:cxnSp>
          <p:nvCxnSpPr>
            <p:cNvPr id="51" name="直接箭头连接符 50">
              <a:extLst>
                <a:ext uri="{FF2B5EF4-FFF2-40B4-BE49-F238E27FC236}">
                  <a16:creationId xmlns:a16="http://schemas.microsoft.com/office/drawing/2014/main" id="{C08C9339-6D4D-43A7-B909-1357F4148309}"/>
                </a:ext>
              </a:extLst>
            </p:cNvPr>
            <p:cNvCxnSpPr/>
            <p:nvPr/>
          </p:nvCxnSpPr>
          <p:spPr>
            <a:xfrm>
              <a:off x="2803311" y="2940516"/>
              <a:ext cx="1098550" cy="0"/>
            </a:xfrm>
            <a:prstGeom prst="straightConnector1">
              <a:avLst/>
            </a:prstGeom>
            <a:ln w="12700">
              <a:solidFill>
                <a:schemeClr val="tx1"/>
              </a:solidFill>
              <a:headEnd type="triangle"/>
              <a:tailEnd type="triangle"/>
            </a:ln>
          </p:spPr>
          <p:style>
            <a:lnRef idx="1">
              <a:schemeClr val="accent1"/>
            </a:lnRef>
            <a:fillRef idx="0">
              <a:schemeClr val="accent1"/>
            </a:fillRef>
            <a:effectRef idx="0">
              <a:schemeClr val="accent1"/>
            </a:effectRef>
            <a:fontRef idx="minor">
              <a:schemeClr val="tx1"/>
            </a:fontRef>
          </p:style>
        </p:cxnSp>
      </p:grpSp>
      <p:grpSp>
        <p:nvGrpSpPr>
          <p:cNvPr id="95" name="组合 94">
            <a:extLst>
              <a:ext uri="{FF2B5EF4-FFF2-40B4-BE49-F238E27FC236}">
                <a16:creationId xmlns:a16="http://schemas.microsoft.com/office/drawing/2014/main" id="{08635F60-A53B-4B12-8D1F-86D358857403}"/>
              </a:ext>
            </a:extLst>
          </p:cNvPr>
          <p:cNvGrpSpPr/>
          <p:nvPr/>
        </p:nvGrpSpPr>
        <p:grpSpPr>
          <a:xfrm>
            <a:off x="5121057" y="4368987"/>
            <a:ext cx="644523" cy="543960"/>
            <a:chOff x="5121057" y="4368987"/>
            <a:chExt cx="644523" cy="543960"/>
          </a:xfrm>
        </p:grpSpPr>
        <p:sp>
          <p:nvSpPr>
            <p:cNvPr id="54" name="文本框 53">
              <a:extLst>
                <a:ext uri="{FF2B5EF4-FFF2-40B4-BE49-F238E27FC236}">
                  <a16:creationId xmlns:a16="http://schemas.microsoft.com/office/drawing/2014/main" id="{2EF44418-7DC6-4C7A-A7DF-8D5879B16167}"/>
                </a:ext>
              </a:extLst>
            </p:cNvPr>
            <p:cNvSpPr txBox="1"/>
            <p:nvPr/>
          </p:nvSpPr>
          <p:spPr>
            <a:xfrm>
              <a:off x="5121057" y="4543615"/>
              <a:ext cx="644523" cy="369332"/>
            </a:xfrm>
            <a:prstGeom prst="rect">
              <a:avLst/>
            </a:prstGeom>
            <a:noFill/>
          </p:spPr>
          <p:txBody>
            <a:bodyPr wrap="square" rtlCol="0">
              <a:spAutoFit/>
            </a:bodyPr>
            <a:lstStyle/>
            <a:p>
              <a:pPr algn="ctr"/>
              <a:r>
                <a:rPr lang="en-US" altLang="zh-CN" b="1" dirty="0"/>
                <a:t>SIFS</a:t>
              </a:r>
              <a:endParaRPr lang="zh-CN" altLang="en-US" b="1" dirty="0"/>
            </a:p>
          </p:txBody>
        </p:sp>
        <p:cxnSp>
          <p:nvCxnSpPr>
            <p:cNvPr id="55" name="直接连接符 54">
              <a:extLst>
                <a:ext uri="{FF2B5EF4-FFF2-40B4-BE49-F238E27FC236}">
                  <a16:creationId xmlns:a16="http://schemas.microsoft.com/office/drawing/2014/main" id="{F57EC625-89D5-4C1B-8B4F-1E618B216BE1}"/>
                </a:ext>
              </a:extLst>
            </p:cNvPr>
            <p:cNvCxnSpPr>
              <a:cxnSpLocks/>
            </p:cNvCxnSpPr>
            <p:nvPr/>
          </p:nvCxnSpPr>
          <p:spPr>
            <a:xfrm>
              <a:off x="5152807" y="4368987"/>
              <a:ext cx="0" cy="402012"/>
            </a:xfrm>
            <a:prstGeom prst="line">
              <a:avLst/>
            </a:prstGeom>
            <a:ln w="12700">
              <a:solidFill>
                <a:schemeClr val="tx1"/>
              </a:solidFill>
              <a:tailEnd type="none"/>
            </a:ln>
          </p:spPr>
          <p:style>
            <a:lnRef idx="1">
              <a:schemeClr val="accent1"/>
            </a:lnRef>
            <a:fillRef idx="0">
              <a:schemeClr val="accent1"/>
            </a:fillRef>
            <a:effectRef idx="0">
              <a:schemeClr val="accent1"/>
            </a:effectRef>
            <a:fontRef idx="minor">
              <a:schemeClr val="tx1"/>
            </a:fontRef>
          </p:style>
        </p:cxnSp>
        <p:cxnSp>
          <p:nvCxnSpPr>
            <p:cNvPr id="56" name="直接连接符 55">
              <a:extLst>
                <a:ext uri="{FF2B5EF4-FFF2-40B4-BE49-F238E27FC236}">
                  <a16:creationId xmlns:a16="http://schemas.microsoft.com/office/drawing/2014/main" id="{99F7CD31-E2F2-4BA3-B2F1-1EC836290EF0}"/>
                </a:ext>
              </a:extLst>
            </p:cNvPr>
            <p:cNvCxnSpPr>
              <a:cxnSpLocks/>
            </p:cNvCxnSpPr>
            <p:nvPr/>
          </p:nvCxnSpPr>
          <p:spPr>
            <a:xfrm>
              <a:off x="5710293" y="4368987"/>
              <a:ext cx="0" cy="402012"/>
            </a:xfrm>
            <a:prstGeom prst="line">
              <a:avLst/>
            </a:prstGeom>
            <a:ln w="12700">
              <a:solidFill>
                <a:schemeClr val="tx1"/>
              </a:solidFill>
              <a:tailEnd type="none"/>
            </a:ln>
          </p:spPr>
          <p:style>
            <a:lnRef idx="1">
              <a:schemeClr val="accent1"/>
            </a:lnRef>
            <a:fillRef idx="0">
              <a:schemeClr val="accent1"/>
            </a:fillRef>
            <a:effectRef idx="0">
              <a:schemeClr val="accent1"/>
            </a:effectRef>
            <a:fontRef idx="minor">
              <a:schemeClr val="tx1"/>
            </a:fontRef>
          </p:style>
        </p:cxnSp>
        <p:cxnSp>
          <p:nvCxnSpPr>
            <p:cNvPr id="57" name="直接箭头连接符 56">
              <a:extLst>
                <a:ext uri="{FF2B5EF4-FFF2-40B4-BE49-F238E27FC236}">
                  <a16:creationId xmlns:a16="http://schemas.microsoft.com/office/drawing/2014/main" id="{F4A5C971-CE8D-448F-9D38-61A884296C78}"/>
                </a:ext>
              </a:extLst>
            </p:cNvPr>
            <p:cNvCxnSpPr>
              <a:cxnSpLocks/>
            </p:cNvCxnSpPr>
            <p:nvPr/>
          </p:nvCxnSpPr>
          <p:spPr>
            <a:xfrm>
              <a:off x="5152807" y="4543615"/>
              <a:ext cx="557486" cy="0"/>
            </a:xfrm>
            <a:prstGeom prst="straightConnector1">
              <a:avLst/>
            </a:prstGeom>
            <a:ln w="12700">
              <a:solidFill>
                <a:schemeClr val="tx1"/>
              </a:solidFill>
              <a:headEnd type="triangle"/>
              <a:tailEnd type="triangle"/>
            </a:ln>
          </p:spPr>
          <p:style>
            <a:lnRef idx="1">
              <a:schemeClr val="accent1"/>
            </a:lnRef>
            <a:fillRef idx="0">
              <a:schemeClr val="accent1"/>
            </a:fillRef>
            <a:effectRef idx="0">
              <a:schemeClr val="accent1"/>
            </a:effectRef>
            <a:fontRef idx="minor">
              <a:schemeClr val="tx1"/>
            </a:fontRef>
          </p:style>
        </p:cxnSp>
      </p:grpSp>
      <p:grpSp>
        <p:nvGrpSpPr>
          <p:cNvPr id="94" name="组合 93">
            <a:extLst>
              <a:ext uri="{FF2B5EF4-FFF2-40B4-BE49-F238E27FC236}">
                <a16:creationId xmlns:a16="http://schemas.microsoft.com/office/drawing/2014/main" id="{491AFCFF-DDE4-45C5-9C84-A10EA91C276B}"/>
              </a:ext>
            </a:extLst>
          </p:cNvPr>
          <p:cNvGrpSpPr/>
          <p:nvPr/>
        </p:nvGrpSpPr>
        <p:grpSpPr>
          <a:xfrm>
            <a:off x="3901858" y="3124233"/>
            <a:ext cx="2452961" cy="2490458"/>
            <a:chOff x="3901858" y="3124233"/>
            <a:chExt cx="2452961" cy="2490458"/>
          </a:xfrm>
        </p:grpSpPr>
        <p:cxnSp>
          <p:nvCxnSpPr>
            <p:cNvPr id="59" name="直接连接符 58">
              <a:extLst>
                <a:ext uri="{FF2B5EF4-FFF2-40B4-BE49-F238E27FC236}">
                  <a16:creationId xmlns:a16="http://schemas.microsoft.com/office/drawing/2014/main" id="{E80F14B7-9341-48B6-95EE-730F931D9EAC}"/>
                </a:ext>
              </a:extLst>
            </p:cNvPr>
            <p:cNvCxnSpPr>
              <a:cxnSpLocks/>
            </p:cNvCxnSpPr>
            <p:nvPr/>
          </p:nvCxnSpPr>
          <p:spPr>
            <a:xfrm>
              <a:off x="3901858" y="3124233"/>
              <a:ext cx="0" cy="2490458"/>
            </a:xfrm>
            <a:prstGeom prst="line">
              <a:avLst/>
            </a:prstGeom>
            <a:ln w="12700">
              <a:solidFill>
                <a:schemeClr val="tx1"/>
              </a:solidFill>
              <a:prstDash val="dash"/>
              <a:tailEnd type="none"/>
            </a:ln>
          </p:spPr>
          <p:style>
            <a:lnRef idx="1">
              <a:schemeClr val="accent1"/>
            </a:lnRef>
            <a:fillRef idx="0">
              <a:schemeClr val="accent1"/>
            </a:fillRef>
            <a:effectRef idx="0">
              <a:schemeClr val="accent1"/>
            </a:effectRef>
            <a:fontRef idx="minor">
              <a:schemeClr val="tx1"/>
            </a:fontRef>
          </p:style>
        </p:cxnSp>
        <p:cxnSp>
          <p:nvCxnSpPr>
            <p:cNvPr id="63" name="直接连接符 62">
              <a:extLst>
                <a:ext uri="{FF2B5EF4-FFF2-40B4-BE49-F238E27FC236}">
                  <a16:creationId xmlns:a16="http://schemas.microsoft.com/office/drawing/2014/main" id="{04353A82-1132-451F-9091-74875114B87F}"/>
                </a:ext>
              </a:extLst>
            </p:cNvPr>
            <p:cNvCxnSpPr>
              <a:cxnSpLocks/>
            </p:cNvCxnSpPr>
            <p:nvPr/>
          </p:nvCxnSpPr>
          <p:spPr>
            <a:xfrm>
              <a:off x="6354819" y="3124233"/>
              <a:ext cx="0" cy="2490458"/>
            </a:xfrm>
            <a:prstGeom prst="line">
              <a:avLst/>
            </a:prstGeom>
            <a:ln w="12700">
              <a:solidFill>
                <a:schemeClr val="tx1"/>
              </a:solidFill>
              <a:prstDash val="dash"/>
              <a:tailEnd type="none"/>
            </a:ln>
          </p:spPr>
          <p:style>
            <a:lnRef idx="1">
              <a:schemeClr val="accent1"/>
            </a:lnRef>
            <a:fillRef idx="0">
              <a:schemeClr val="accent1"/>
            </a:fillRef>
            <a:effectRef idx="0">
              <a:schemeClr val="accent1"/>
            </a:effectRef>
            <a:fontRef idx="minor">
              <a:schemeClr val="tx1"/>
            </a:fontRef>
          </p:style>
        </p:cxnSp>
      </p:grpSp>
      <p:sp>
        <p:nvSpPr>
          <p:cNvPr id="64" name="矩形 63">
            <a:extLst>
              <a:ext uri="{FF2B5EF4-FFF2-40B4-BE49-F238E27FC236}">
                <a16:creationId xmlns:a16="http://schemas.microsoft.com/office/drawing/2014/main" id="{1272FDDE-BB01-4D4B-970C-F78813A0748C}"/>
              </a:ext>
            </a:extLst>
          </p:cNvPr>
          <p:cNvSpPr/>
          <p:nvPr/>
        </p:nvSpPr>
        <p:spPr>
          <a:xfrm>
            <a:off x="3901855" y="5213631"/>
            <a:ext cx="2452961" cy="400110"/>
          </a:xfrm>
          <a:prstGeom prst="rect">
            <a:avLst/>
          </a:prstGeom>
          <a:solidFill>
            <a:schemeClr val="accent2"/>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CN" b="1" dirty="0"/>
              <a:t>NAV</a:t>
            </a:r>
            <a:r>
              <a:rPr lang="zh-CN" altLang="en-US" b="1" dirty="0"/>
              <a:t>（信道忙）</a:t>
            </a:r>
          </a:p>
        </p:txBody>
      </p:sp>
      <p:grpSp>
        <p:nvGrpSpPr>
          <p:cNvPr id="101" name="组合 100">
            <a:extLst>
              <a:ext uri="{FF2B5EF4-FFF2-40B4-BE49-F238E27FC236}">
                <a16:creationId xmlns:a16="http://schemas.microsoft.com/office/drawing/2014/main" id="{8DDDACE7-C25E-47A5-9A19-9015074D79CB}"/>
              </a:ext>
            </a:extLst>
          </p:cNvPr>
          <p:cNvGrpSpPr/>
          <p:nvPr/>
        </p:nvGrpSpPr>
        <p:grpSpPr>
          <a:xfrm>
            <a:off x="3901858" y="3124233"/>
            <a:ext cx="1250949" cy="1245704"/>
            <a:chOff x="3901858" y="3124233"/>
            <a:chExt cx="1250949" cy="1245704"/>
          </a:xfrm>
        </p:grpSpPr>
        <p:sp>
          <p:nvSpPr>
            <p:cNvPr id="52" name="平行四边形 51">
              <a:extLst>
                <a:ext uri="{FF2B5EF4-FFF2-40B4-BE49-F238E27FC236}">
                  <a16:creationId xmlns:a16="http://schemas.microsoft.com/office/drawing/2014/main" id="{A6D7F9EA-AAFF-4EBC-BB07-DDAF4A1C569A}"/>
                </a:ext>
              </a:extLst>
            </p:cNvPr>
            <p:cNvSpPr/>
            <p:nvPr/>
          </p:nvSpPr>
          <p:spPr>
            <a:xfrm flipH="1">
              <a:off x="3901858" y="3124233"/>
              <a:ext cx="1250949" cy="1245704"/>
            </a:xfrm>
            <a:prstGeom prst="parallelogram">
              <a:avLst/>
            </a:prstGeom>
            <a:solidFill>
              <a:schemeClr val="accent3"/>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b="1" dirty="0">
                <a:latin typeface="宋体" panose="02010600030101010101" pitchFamily="2" charset="-122"/>
                <a:ea typeface="宋体" panose="02010600030101010101" pitchFamily="2" charset="-122"/>
              </a:endParaRPr>
            </a:p>
          </p:txBody>
        </p:sp>
        <p:sp>
          <p:nvSpPr>
            <p:cNvPr id="98" name="文本框 97">
              <a:extLst>
                <a:ext uri="{FF2B5EF4-FFF2-40B4-BE49-F238E27FC236}">
                  <a16:creationId xmlns:a16="http://schemas.microsoft.com/office/drawing/2014/main" id="{C77411A2-1CD5-4040-ACBC-13BF9CEF8499}"/>
                </a:ext>
              </a:extLst>
            </p:cNvPr>
            <p:cNvSpPr txBox="1"/>
            <p:nvPr/>
          </p:nvSpPr>
          <p:spPr>
            <a:xfrm>
              <a:off x="4036794" y="3241201"/>
              <a:ext cx="981076" cy="646331"/>
            </a:xfrm>
            <a:prstGeom prst="rect">
              <a:avLst/>
            </a:prstGeom>
            <a:noFill/>
          </p:spPr>
          <p:txBody>
            <a:bodyPr wrap="square" rtlCol="0">
              <a:spAutoFit/>
            </a:bodyPr>
            <a:lstStyle/>
            <a:p>
              <a:pPr algn="ctr"/>
              <a:r>
                <a:rPr lang="zh-CN" altLang="en-US" b="1" dirty="0">
                  <a:solidFill>
                    <a:schemeClr val="bg1"/>
                  </a:solidFill>
                </a:rPr>
                <a:t>第</a:t>
              </a:r>
              <a:r>
                <a:rPr lang="en-US" altLang="zh-CN" b="1" dirty="0">
                  <a:solidFill>
                    <a:schemeClr val="bg1"/>
                  </a:solidFill>
                </a:rPr>
                <a:t>1</a:t>
              </a:r>
              <a:r>
                <a:rPr lang="zh-CN" altLang="en-US" b="1" dirty="0">
                  <a:solidFill>
                    <a:schemeClr val="bg1"/>
                  </a:solidFill>
                </a:rPr>
                <a:t>个</a:t>
              </a:r>
              <a:endParaRPr lang="en-US" altLang="zh-CN" b="1" dirty="0">
                <a:solidFill>
                  <a:schemeClr val="bg1"/>
                </a:solidFill>
              </a:endParaRPr>
            </a:p>
            <a:p>
              <a:pPr algn="ctr"/>
              <a:r>
                <a:rPr lang="zh-CN" altLang="en-US" b="1" dirty="0">
                  <a:solidFill>
                    <a:schemeClr val="bg1"/>
                  </a:solidFill>
                </a:rPr>
                <a:t>数据帧</a:t>
              </a:r>
            </a:p>
          </p:txBody>
        </p:sp>
        <p:cxnSp>
          <p:nvCxnSpPr>
            <p:cNvPr id="100" name="直接箭头连接符 99">
              <a:extLst>
                <a:ext uri="{FF2B5EF4-FFF2-40B4-BE49-F238E27FC236}">
                  <a16:creationId xmlns:a16="http://schemas.microsoft.com/office/drawing/2014/main" id="{7E326EA6-85DA-47B4-B17B-E09B87597BD9}"/>
                </a:ext>
              </a:extLst>
            </p:cNvPr>
            <p:cNvCxnSpPr/>
            <p:nvPr/>
          </p:nvCxnSpPr>
          <p:spPr>
            <a:xfrm>
              <a:off x="4565842" y="3880823"/>
              <a:ext cx="85308" cy="345801"/>
            </a:xfrm>
            <a:prstGeom prst="straightConnector1">
              <a:avLst/>
            </a:prstGeom>
            <a:ln w="38100">
              <a:solidFill>
                <a:schemeClr val="bg1"/>
              </a:solidFill>
              <a:tailEnd type="triangle"/>
            </a:ln>
          </p:spPr>
          <p:style>
            <a:lnRef idx="1">
              <a:schemeClr val="accent1"/>
            </a:lnRef>
            <a:fillRef idx="0">
              <a:schemeClr val="accent1"/>
            </a:fillRef>
            <a:effectRef idx="0">
              <a:schemeClr val="accent1"/>
            </a:effectRef>
            <a:fontRef idx="minor">
              <a:schemeClr val="tx1"/>
            </a:fontRef>
          </p:style>
        </p:cxnSp>
      </p:grpSp>
      <p:grpSp>
        <p:nvGrpSpPr>
          <p:cNvPr id="105" name="组合 104">
            <a:extLst>
              <a:ext uri="{FF2B5EF4-FFF2-40B4-BE49-F238E27FC236}">
                <a16:creationId xmlns:a16="http://schemas.microsoft.com/office/drawing/2014/main" id="{9ADF70C5-E8DB-494B-9078-A0E71C927CC4}"/>
              </a:ext>
            </a:extLst>
          </p:cNvPr>
          <p:cNvGrpSpPr/>
          <p:nvPr/>
        </p:nvGrpSpPr>
        <p:grpSpPr>
          <a:xfrm>
            <a:off x="5710293" y="3124233"/>
            <a:ext cx="644526" cy="1249899"/>
            <a:chOff x="5710293" y="3124233"/>
            <a:chExt cx="644526" cy="1249899"/>
          </a:xfrm>
        </p:grpSpPr>
        <p:sp>
          <p:nvSpPr>
            <p:cNvPr id="53" name="平行四边形 52">
              <a:extLst>
                <a:ext uri="{FF2B5EF4-FFF2-40B4-BE49-F238E27FC236}">
                  <a16:creationId xmlns:a16="http://schemas.microsoft.com/office/drawing/2014/main" id="{CF823127-217E-46A2-9594-8DA763C9DA37}"/>
                </a:ext>
              </a:extLst>
            </p:cNvPr>
            <p:cNvSpPr/>
            <p:nvPr/>
          </p:nvSpPr>
          <p:spPr>
            <a:xfrm>
              <a:off x="5710293" y="3124233"/>
              <a:ext cx="644526" cy="1245704"/>
            </a:xfrm>
            <a:prstGeom prst="parallelogram">
              <a:avLst>
                <a:gd name="adj" fmla="val 46023"/>
              </a:avLst>
            </a:prstGeom>
            <a:solidFill>
              <a:schemeClr val="accent5"/>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102" name="文本框 101">
              <a:extLst>
                <a:ext uri="{FF2B5EF4-FFF2-40B4-BE49-F238E27FC236}">
                  <a16:creationId xmlns:a16="http://schemas.microsoft.com/office/drawing/2014/main" id="{74CB46F0-6697-4B1A-9F3A-9CBDBD14D81B}"/>
                </a:ext>
              </a:extLst>
            </p:cNvPr>
            <p:cNvSpPr txBox="1"/>
            <p:nvPr/>
          </p:nvSpPr>
          <p:spPr>
            <a:xfrm rot="16963893">
              <a:off x="5653799" y="3893704"/>
              <a:ext cx="591525" cy="369332"/>
            </a:xfrm>
            <a:prstGeom prst="rect">
              <a:avLst/>
            </a:prstGeom>
            <a:noFill/>
          </p:spPr>
          <p:txBody>
            <a:bodyPr wrap="square" rtlCol="0">
              <a:spAutoFit/>
            </a:bodyPr>
            <a:lstStyle/>
            <a:p>
              <a:pPr algn="ctr"/>
              <a:r>
                <a:rPr lang="en-US" altLang="zh-CN" b="1" dirty="0">
                  <a:solidFill>
                    <a:schemeClr val="bg1"/>
                  </a:solidFill>
                </a:rPr>
                <a:t>ACK</a:t>
              </a:r>
              <a:endParaRPr lang="zh-CN" altLang="en-US" b="1" dirty="0">
                <a:solidFill>
                  <a:schemeClr val="bg1"/>
                </a:solidFill>
              </a:endParaRPr>
            </a:p>
          </p:txBody>
        </p:sp>
        <p:cxnSp>
          <p:nvCxnSpPr>
            <p:cNvPr id="103" name="直接箭头连接符 102">
              <a:extLst>
                <a:ext uri="{FF2B5EF4-FFF2-40B4-BE49-F238E27FC236}">
                  <a16:creationId xmlns:a16="http://schemas.microsoft.com/office/drawing/2014/main" id="{F302317B-DC54-4242-991A-5F00C6449389}"/>
                </a:ext>
              </a:extLst>
            </p:cNvPr>
            <p:cNvCxnSpPr>
              <a:cxnSpLocks/>
            </p:cNvCxnSpPr>
            <p:nvPr/>
          </p:nvCxnSpPr>
          <p:spPr>
            <a:xfrm flipV="1">
              <a:off x="6032556" y="3355319"/>
              <a:ext cx="104500" cy="410278"/>
            </a:xfrm>
            <a:prstGeom prst="straightConnector1">
              <a:avLst/>
            </a:prstGeom>
            <a:ln w="38100">
              <a:solidFill>
                <a:schemeClr val="bg1"/>
              </a:solidFill>
              <a:tailEnd type="triangle"/>
            </a:ln>
          </p:spPr>
          <p:style>
            <a:lnRef idx="1">
              <a:schemeClr val="accent1"/>
            </a:lnRef>
            <a:fillRef idx="0">
              <a:schemeClr val="accent1"/>
            </a:fillRef>
            <a:effectRef idx="0">
              <a:schemeClr val="accent1"/>
            </a:effectRef>
            <a:fontRef idx="minor">
              <a:schemeClr val="tx1"/>
            </a:fontRef>
          </p:style>
        </p:cxnSp>
      </p:grpSp>
      <p:grpSp>
        <p:nvGrpSpPr>
          <p:cNvPr id="66" name="组合 65">
            <a:extLst>
              <a:ext uri="{FF2B5EF4-FFF2-40B4-BE49-F238E27FC236}">
                <a16:creationId xmlns:a16="http://schemas.microsoft.com/office/drawing/2014/main" id="{4B7F12D5-EC9E-469F-92AF-1FA287F48D7C}"/>
              </a:ext>
            </a:extLst>
          </p:cNvPr>
          <p:cNvGrpSpPr/>
          <p:nvPr/>
        </p:nvGrpSpPr>
        <p:grpSpPr>
          <a:xfrm>
            <a:off x="2121467" y="3123280"/>
            <a:ext cx="1363688" cy="830190"/>
            <a:chOff x="4018800" y="2864874"/>
            <a:chExt cx="1363688" cy="830190"/>
          </a:xfrm>
        </p:grpSpPr>
        <p:sp>
          <p:nvSpPr>
            <p:cNvPr id="72" name="文本框 71">
              <a:extLst>
                <a:ext uri="{FF2B5EF4-FFF2-40B4-BE49-F238E27FC236}">
                  <a16:creationId xmlns:a16="http://schemas.microsoft.com/office/drawing/2014/main" id="{D03828A7-CA4F-4C09-BBDD-CE9C975A6151}"/>
                </a:ext>
              </a:extLst>
            </p:cNvPr>
            <p:cNvSpPr txBox="1"/>
            <p:nvPr/>
          </p:nvSpPr>
          <p:spPr>
            <a:xfrm>
              <a:off x="4018800" y="3325732"/>
              <a:ext cx="1363688" cy="369332"/>
            </a:xfrm>
            <a:prstGeom prst="rect">
              <a:avLst/>
            </a:prstGeom>
            <a:noFill/>
          </p:spPr>
          <p:txBody>
            <a:bodyPr wrap="square" rtlCol="0">
              <a:spAutoFit/>
            </a:bodyPr>
            <a:lstStyle/>
            <a:p>
              <a:pPr algn="ctr"/>
              <a:r>
                <a:rPr lang="zh-CN" altLang="en-US" b="1" dirty="0">
                  <a:solidFill>
                    <a:schemeClr val="accent3"/>
                  </a:solidFill>
                  <a:latin typeface="Arial Narrow" panose="020B0606020202030204" pitchFamily="34" charset="0"/>
                </a:rPr>
                <a:t>有帧要发送</a:t>
              </a:r>
            </a:p>
          </p:txBody>
        </p:sp>
        <p:cxnSp>
          <p:nvCxnSpPr>
            <p:cNvPr id="76" name="直接箭头连接符 75">
              <a:extLst>
                <a:ext uri="{FF2B5EF4-FFF2-40B4-BE49-F238E27FC236}">
                  <a16:creationId xmlns:a16="http://schemas.microsoft.com/office/drawing/2014/main" id="{D1AF9491-0A13-4387-B624-405F724582B6}"/>
                </a:ext>
              </a:extLst>
            </p:cNvPr>
            <p:cNvCxnSpPr>
              <a:cxnSpLocks/>
            </p:cNvCxnSpPr>
            <p:nvPr/>
          </p:nvCxnSpPr>
          <p:spPr>
            <a:xfrm flipV="1">
              <a:off x="4702471" y="2864874"/>
              <a:ext cx="0" cy="521823"/>
            </a:xfrm>
            <a:prstGeom prst="straightConnector1">
              <a:avLst/>
            </a:prstGeom>
            <a:ln w="25400">
              <a:solidFill>
                <a:schemeClr val="tx1"/>
              </a:solidFill>
              <a:tailEnd type="triangle" w="med" len="lg"/>
            </a:ln>
          </p:spPr>
          <p:style>
            <a:lnRef idx="1">
              <a:schemeClr val="accent1"/>
            </a:lnRef>
            <a:fillRef idx="0">
              <a:schemeClr val="accent1"/>
            </a:fillRef>
            <a:effectRef idx="0">
              <a:schemeClr val="accent1"/>
            </a:effectRef>
            <a:fontRef idx="minor">
              <a:schemeClr val="tx1"/>
            </a:fontRef>
          </p:style>
        </p:cxnSp>
      </p:grpSp>
      <mc:AlternateContent xmlns:mc="http://schemas.openxmlformats.org/markup-compatibility/2006" xmlns:a14="http://schemas.microsoft.com/office/drawing/2010/main">
        <mc:Choice Requires="a14">
          <p:sp>
            <p:nvSpPr>
              <p:cNvPr id="106" name="文本框 105">
                <a:extLst>
                  <a:ext uri="{FF2B5EF4-FFF2-40B4-BE49-F238E27FC236}">
                    <a16:creationId xmlns:a16="http://schemas.microsoft.com/office/drawing/2014/main" id="{D4A71EE1-94B7-44EE-B48E-E32F99EEB1BC}"/>
                  </a:ext>
                </a:extLst>
              </p:cNvPr>
              <p:cNvSpPr txBox="1"/>
              <p:nvPr/>
            </p:nvSpPr>
            <p:spPr>
              <a:xfrm>
                <a:off x="1666167" y="1402024"/>
                <a:ext cx="10029897" cy="923330"/>
              </a:xfrm>
              <a:prstGeom prst="rect">
                <a:avLst/>
              </a:prstGeom>
              <a:noFill/>
            </p:spPr>
            <p:txBody>
              <a:bodyPr wrap="square">
                <a:spAutoFit/>
              </a:bodyPr>
              <a:lstStyle/>
              <a:p>
                <a:r>
                  <a:rPr lang="zh-CN" altLang="en-US" b="1" dirty="0">
                    <a:solidFill>
                      <a:schemeClr val="bg1"/>
                    </a:solidFill>
                  </a:rPr>
                  <a:t>短帧间间隔（</a:t>
                </a:r>
                <a:r>
                  <a:rPr lang="en-US" altLang="zh-CN" b="1" dirty="0">
                    <a:solidFill>
                      <a:schemeClr val="bg1"/>
                    </a:solidFill>
                  </a:rPr>
                  <a:t>Short Interframe Space</a:t>
                </a:r>
                <a:r>
                  <a:rPr lang="zh-CN" altLang="en-US" b="1" dirty="0">
                    <a:solidFill>
                      <a:schemeClr val="bg1"/>
                    </a:solidFill>
                  </a:rPr>
                  <a:t>，</a:t>
                </a:r>
                <a:r>
                  <a:rPr lang="en-US" altLang="zh-CN" b="1" dirty="0">
                    <a:solidFill>
                      <a:schemeClr val="bg1"/>
                    </a:solidFill>
                  </a:rPr>
                  <a:t>SIFS</a:t>
                </a:r>
                <a:r>
                  <a:rPr lang="zh-CN" altLang="en-US" b="1" dirty="0">
                    <a:solidFill>
                      <a:schemeClr val="bg1"/>
                    </a:solidFill>
                  </a:rPr>
                  <a:t>）的长度为</a:t>
                </a:r>
                <a:r>
                  <a:rPr lang="en-US" altLang="zh-CN" b="1" dirty="0">
                    <a:solidFill>
                      <a:schemeClr val="bg1"/>
                    </a:solidFill>
                  </a:rPr>
                  <a:t>28</a:t>
                </a:r>
                <a14:m>
                  <m:oMath xmlns:m="http://schemas.openxmlformats.org/officeDocument/2006/math">
                    <m:r>
                      <a:rPr lang="el-GR" altLang="zh-CN" b="1" i="1" dirty="0" smtClean="0">
                        <a:solidFill>
                          <a:schemeClr val="bg1"/>
                        </a:solidFill>
                        <a:latin typeface="Cambria Math" panose="02040503050406030204" pitchFamily="18" charset="0"/>
                      </a:rPr>
                      <m:t>𝝁</m:t>
                    </m:r>
                    <m:r>
                      <a:rPr lang="en-US" altLang="zh-CN" b="1" i="1" dirty="0" smtClean="0">
                        <a:solidFill>
                          <a:schemeClr val="bg1"/>
                        </a:solidFill>
                        <a:latin typeface="Cambria Math" panose="02040503050406030204" pitchFamily="18" charset="0"/>
                      </a:rPr>
                      <m:t>𝒔</m:t>
                    </m:r>
                  </m:oMath>
                </a14:m>
                <a:r>
                  <a:rPr lang="zh-CN" altLang="en-US" b="1" dirty="0">
                    <a:solidFill>
                      <a:schemeClr val="bg1"/>
                    </a:solidFill>
                  </a:rPr>
                  <a:t>，它是最短的帧间间隔，用来分隔开属于一次对话的各帧。一个站点应当能够在这段时间内从发送方式切换到接收方式。使用</a:t>
                </a:r>
                <a:r>
                  <a:rPr lang="en-US" altLang="zh-CN" b="1" dirty="0">
                    <a:solidFill>
                      <a:schemeClr val="bg1"/>
                    </a:solidFill>
                  </a:rPr>
                  <a:t>SIFS</a:t>
                </a:r>
                <a:r>
                  <a:rPr lang="zh-CN" altLang="en-US" b="1" dirty="0">
                    <a:solidFill>
                      <a:schemeClr val="bg1"/>
                    </a:solidFill>
                  </a:rPr>
                  <a:t>的帧类型有</a:t>
                </a:r>
                <a:r>
                  <a:rPr lang="en-US" altLang="zh-CN" b="1" dirty="0">
                    <a:solidFill>
                      <a:schemeClr val="bg1"/>
                    </a:solidFill>
                  </a:rPr>
                  <a:t>ACK</a:t>
                </a:r>
                <a:r>
                  <a:rPr lang="zh-CN" altLang="en-US" b="1" dirty="0">
                    <a:solidFill>
                      <a:schemeClr val="bg1"/>
                    </a:solidFill>
                  </a:rPr>
                  <a:t>帧、</a:t>
                </a:r>
                <a:r>
                  <a:rPr lang="en-US" altLang="zh-CN" b="1" dirty="0">
                    <a:solidFill>
                      <a:schemeClr val="bg1"/>
                    </a:solidFill>
                  </a:rPr>
                  <a:t>CTS</a:t>
                </a:r>
                <a:r>
                  <a:rPr lang="zh-CN" altLang="en-US" b="1" dirty="0">
                    <a:solidFill>
                      <a:schemeClr val="bg1"/>
                    </a:solidFill>
                  </a:rPr>
                  <a:t>帧等。</a:t>
                </a:r>
              </a:p>
            </p:txBody>
          </p:sp>
        </mc:Choice>
        <mc:Fallback xmlns="">
          <p:sp>
            <p:nvSpPr>
              <p:cNvPr id="106" name="文本框 105">
                <a:extLst>
                  <a:ext uri="{FF2B5EF4-FFF2-40B4-BE49-F238E27FC236}">
                    <a16:creationId xmlns:a16="http://schemas.microsoft.com/office/drawing/2014/main" id="{D4A71EE1-94B7-44EE-B48E-E32F99EEB1BC}"/>
                  </a:ext>
                </a:extLst>
              </p:cNvPr>
              <p:cNvSpPr txBox="1">
                <a:spLocks noRot="1" noChangeAspect="1" noMove="1" noResize="1" noEditPoints="1" noAdjustHandles="1" noChangeArrowheads="1" noChangeShapeType="1" noTextEdit="1"/>
              </p:cNvSpPr>
              <p:nvPr/>
            </p:nvSpPr>
            <p:spPr>
              <a:xfrm>
                <a:off x="1666167" y="1402024"/>
                <a:ext cx="10029897" cy="923330"/>
              </a:xfrm>
              <a:prstGeom prst="rect">
                <a:avLst/>
              </a:prstGeom>
              <a:blipFill>
                <a:blip r:embed="rId3"/>
                <a:stretch>
                  <a:fillRect l="-486" t="-3974" r="-365" b="-9934"/>
                </a:stretch>
              </a:blipFill>
            </p:spPr>
            <p:txBody>
              <a:bodyPr/>
              <a:lstStyle/>
              <a:p>
                <a:r>
                  <a:rPr lang="zh-CN" altLang="en-US">
                    <a:noFill/>
                  </a:rPr>
                  <a:t> </a:t>
                </a:r>
              </a:p>
            </p:txBody>
          </p:sp>
        </mc:Fallback>
      </mc:AlternateContent>
      <p:sp>
        <p:nvSpPr>
          <p:cNvPr id="78" name="对话气泡: 圆角矩形 77">
            <a:extLst>
              <a:ext uri="{FF2B5EF4-FFF2-40B4-BE49-F238E27FC236}">
                <a16:creationId xmlns:a16="http://schemas.microsoft.com/office/drawing/2014/main" id="{2123318E-B956-4AF4-B3F9-13821476BA71}"/>
              </a:ext>
            </a:extLst>
          </p:cNvPr>
          <p:cNvSpPr/>
          <p:nvPr/>
        </p:nvSpPr>
        <p:spPr>
          <a:xfrm>
            <a:off x="3900033" y="1766352"/>
            <a:ext cx="7420251" cy="1014618"/>
          </a:xfrm>
          <a:prstGeom prst="wedgeRoundRectCallout">
            <a:avLst>
              <a:gd name="adj1" fmla="val -19368"/>
              <a:gd name="adj2" fmla="val 81132"/>
              <a:gd name="adj3" fmla="val 16667"/>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endParaRPr lang="zh-CN" altLang="en-US" b="1" dirty="0"/>
          </a:p>
        </p:txBody>
      </p:sp>
      <p:sp>
        <p:nvSpPr>
          <p:cNvPr id="86" name="文本框 85">
            <a:extLst>
              <a:ext uri="{FF2B5EF4-FFF2-40B4-BE49-F238E27FC236}">
                <a16:creationId xmlns:a16="http://schemas.microsoft.com/office/drawing/2014/main" id="{2D975F35-B81B-4825-B1D3-36742C9F5657}"/>
              </a:ext>
            </a:extLst>
          </p:cNvPr>
          <p:cNvSpPr txBox="1"/>
          <p:nvPr/>
        </p:nvSpPr>
        <p:spPr>
          <a:xfrm>
            <a:off x="3951749" y="1948111"/>
            <a:ext cx="7283625" cy="646331"/>
          </a:xfrm>
          <a:prstGeom prst="rect">
            <a:avLst/>
          </a:prstGeom>
          <a:noFill/>
        </p:spPr>
        <p:txBody>
          <a:bodyPr wrap="square">
            <a:spAutoFit/>
          </a:bodyPr>
          <a:lstStyle/>
          <a:p>
            <a:r>
              <a:rPr lang="zh-CN" altLang="en-US" b="1" dirty="0">
                <a:solidFill>
                  <a:schemeClr val="bg1"/>
                </a:solidFill>
              </a:rPr>
              <a:t>由于无线信道的误码率较高，</a:t>
            </a:r>
            <a:r>
              <a:rPr lang="en-US" altLang="zh-CN" b="1" dirty="0">
                <a:solidFill>
                  <a:schemeClr val="bg1"/>
                </a:solidFill>
              </a:rPr>
              <a:t>CSMA/CA</a:t>
            </a:r>
            <a:r>
              <a:rPr lang="zh-CN" altLang="en-US" b="1" dirty="0">
                <a:solidFill>
                  <a:schemeClr val="bg1"/>
                </a:solidFill>
              </a:rPr>
              <a:t>协议还需要使用停止</a:t>
            </a:r>
            <a:r>
              <a:rPr lang="en-US" altLang="zh-CN" b="1" dirty="0">
                <a:solidFill>
                  <a:schemeClr val="bg1"/>
                </a:solidFill>
              </a:rPr>
              <a:t>-</a:t>
            </a:r>
            <a:r>
              <a:rPr lang="zh-CN" altLang="en-US" b="1" dirty="0">
                <a:solidFill>
                  <a:schemeClr val="bg1"/>
                </a:solidFill>
              </a:rPr>
              <a:t>等待的确认机制来实现可靠传输，这与使用</a:t>
            </a:r>
            <a:r>
              <a:rPr lang="en-US" altLang="zh-CN" b="1" dirty="0">
                <a:solidFill>
                  <a:schemeClr val="bg1"/>
                </a:solidFill>
              </a:rPr>
              <a:t>CSMA/CD</a:t>
            </a:r>
            <a:r>
              <a:rPr lang="zh-CN" altLang="en-US" b="1" dirty="0">
                <a:solidFill>
                  <a:schemeClr val="bg1"/>
                </a:solidFill>
              </a:rPr>
              <a:t>协议的共享式以太网不同。</a:t>
            </a:r>
          </a:p>
        </p:txBody>
      </p:sp>
      <p:sp>
        <p:nvSpPr>
          <p:cNvPr id="43" name="平行四边形 42">
            <a:extLst>
              <a:ext uri="{FF2B5EF4-FFF2-40B4-BE49-F238E27FC236}">
                <a16:creationId xmlns:a16="http://schemas.microsoft.com/office/drawing/2014/main" id="{0C946531-6B2C-8E8D-13BD-E9A78AA59D1B}"/>
              </a:ext>
            </a:extLst>
          </p:cNvPr>
          <p:cNvSpPr/>
          <p:nvPr/>
        </p:nvSpPr>
        <p:spPr>
          <a:xfrm>
            <a:off x="304799" y="749300"/>
            <a:ext cx="691019" cy="387090"/>
          </a:xfrm>
          <a:prstGeom prst="parallelogram">
            <a:avLst/>
          </a:prstGeom>
          <a:solidFill>
            <a:schemeClr val="accent3">
              <a:lumMod val="75000"/>
            </a:schemeClr>
          </a:solidFill>
          <a:ln>
            <a:solidFill>
              <a:schemeClr val="accent3">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CN" sz="2200" dirty="0">
                <a:latin typeface="Impact" panose="020B0806030902050204" pitchFamily="34" charset="0"/>
              </a:rPr>
              <a:t>04</a:t>
            </a:r>
            <a:endParaRPr lang="zh-CN" altLang="en-US" sz="2200" dirty="0">
              <a:latin typeface="Impact" panose="020B0806030902050204" pitchFamily="34" charset="0"/>
            </a:endParaRPr>
          </a:p>
        </p:txBody>
      </p:sp>
    </p:spTree>
    <p:custDataLst>
      <p:tags r:id="rId1"/>
    </p:custDataLst>
    <p:extLst>
      <p:ext uri="{BB962C8B-B14F-4D97-AF65-F5344CB8AC3E}">
        <p14:creationId xmlns:p14="http://schemas.microsoft.com/office/powerpoint/2010/main" val="293009783"/>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2" presetClass="entr" presetSubtype="4" fill="hold" grpId="0" nodeType="withEffect">
                                  <p:stCondLst>
                                    <p:cond delay="0"/>
                                  </p:stCondLst>
                                  <p:childTnLst>
                                    <p:set>
                                      <p:cBhvr>
                                        <p:cTn id="6" dur="1" fill="hold">
                                          <p:stCondLst>
                                            <p:cond delay="0"/>
                                          </p:stCondLst>
                                        </p:cTn>
                                        <p:tgtEl>
                                          <p:spTgt spid="78"/>
                                        </p:tgtEl>
                                        <p:attrNameLst>
                                          <p:attrName>style.visibility</p:attrName>
                                        </p:attrNameLst>
                                      </p:cBhvr>
                                      <p:to>
                                        <p:strVal val="visible"/>
                                      </p:to>
                                    </p:set>
                                    <p:animEffect transition="in" filter="wipe(down)">
                                      <p:cBhvr>
                                        <p:cTn id="7" dur="500"/>
                                        <p:tgtEl>
                                          <p:spTgt spid="78"/>
                                        </p:tgtEl>
                                      </p:cBhvr>
                                    </p:animEffect>
                                  </p:childTnLst>
                                </p:cTn>
                              </p:par>
                            </p:childTnLst>
                          </p:cTn>
                        </p:par>
                        <p:par>
                          <p:cTn id="8" fill="hold">
                            <p:stCondLst>
                              <p:cond delay="500"/>
                            </p:stCondLst>
                            <p:childTnLst>
                              <p:par>
                                <p:cTn id="9" presetID="1" presetClass="entr" presetSubtype="0" fill="hold" grpId="0" nodeType="afterEffect">
                                  <p:stCondLst>
                                    <p:cond delay="0"/>
                                  </p:stCondLst>
                                  <p:iterate type="lt">
                                    <p:tmAbs val="100"/>
                                  </p:iterate>
                                  <p:childTnLst>
                                    <p:set>
                                      <p:cBhvr>
                                        <p:cTn id="10" dur="1" fill="hold">
                                          <p:stCondLst>
                                            <p:cond delay="0"/>
                                          </p:stCondLst>
                                        </p:cTn>
                                        <p:tgtEl>
                                          <p:spTgt spid="86"/>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78" grpId="0" animBg="1"/>
      <p:bldP spid="86" grpId="0"/>
    </p:bldLst>
  </p:timing>
</p:sld>
</file>

<file path=ppt/slides/slide54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4" name="组合 3">
            <a:extLst>
              <a:ext uri="{FF2B5EF4-FFF2-40B4-BE49-F238E27FC236}">
                <a16:creationId xmlns:a16="http://schemas.microsoft.com/office/drawing/2014/main" id="{9A1EA9F2-FCB6-48C3-935F-7AE7E3AD14AC}"/>
              </a:ext>
            </a:extLst>
          </p:cNvPr>
          <p:cNvGrpSpPr/>
          <p:nvPr/>
        </p:nvGrpSpPr>
        <p:grpSpPr>
          <a:xfrm>
            <a:off x="304800" y="749300"/>
            <a:ext cx="5791200" cy="400110"/>
            <a:chOff x="424117" y="898245"/>
            <a:chExt cx="5791200" cy="400110"/>
          </a:xfrm>
        </p:grpSpPr>
        <p:sp>
          <p:nvSpPr>
            <p:cNvPr id="2" name="平行四边形 1">
              <a:extLst>
                <a:ext uri="{FF2B5EF4-FFF2-40B4-BE49-F238E27FC236}">
                  <a16:creationId xmlns:a16="http://schemas.microsoft.com/office/drawing/2014/main" id="{1F5BAA3F-9845-4F89-A2DD-8222D3E4EDAC}"/>
                </a:ext>
              </a:extLst>
            </p:cNvPr>
            <p:cNvSpPr/>
            <p:nvPr/>
          </p:nvSpPr>
          <p:spPr>
            <a:xfrm>
              <a:off x="424117" y="898245"/>
              <a:ext cx="628306" cy="387090"/>
            </a:xfrm>
            <a:prstGeom prst="parallelogram">
              <a:avLst/>
            </a:prstGeom>
            <a:solidFill>
              <a:schemeClr val="accent3">
                <a:lumMod val="75000"/>
              </a:schemeClr>
            </a:solidFill>
            <a:ln>
              <a:solidFill>
                <a:schemeClr val="accent3">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CN" sz="2200" dirty="0">
                  <a:latin typeface="Impact" panose="020B0806030902050204" pitchFamily="34" charset="0"/>
                </a:rPr>
                <a:t>01</a:t>
              </a:r>
              <a:endParaRPr lang="zh-CN" altLang="en-US" sz="2200" dirty="0">
                <a:latin typeface="Impact" panose="020B0806030902050204" pitchFamily="34" charset="0"/>
              </a:endParaRPr>
            </a:p>
          </p:txBody>
        </p:sp>
        <p:sp>
          <p:nvSpPr>
            <p:cNvPr id="3" name="文本框 2">
              <a:extLst>
                <a:ext uri="{FF2B5EF4-FFF2-40B4-BE49-F238E27FC236}">
                  <a16:creationId xmlns:a16="http://schemas.microsoft.com/office/drawing/2014/main" id="{4D6BD736-A4D3-4F26-AFED-36E11F50F70B}"/>
                </a:ext>
              </a:extLst>
            </p:cNvPr>
            <p:cNvSpPr txBox="1"/>
            <p:nvPr/>
          </p:nvSpPr>
          <p:spPr>
            <a:xfrm>
              <a:off x="1052423" y="898245"/>
              <a:ext cx="5162894" cy="400110"/>
            </a:xfrm>
            <a:prstGeom prst="rect">
              <a:avLst/>
            </a:prstGeom>
            <a:noFill/>
          </p:spPr>
          <p:txBody>
            <a:bodyPr wrap="square" rtlCol="0">
              <a:spAutoFit/>
            </a:bodyPr>
            <a:lstStyle/>
            <a:p>
              <a:r>
                <a:rPr lang="en-US" altLang="zh-CN" sz="2000" b="1" dirty="0">
                  <a:solidFill>
                    <a:schemeClr val="tx1"/>
                  </a:solidFill>
                  <a:latin typeface="Arial Narrow" panose="020B0606020202030204" pitchFamily="34" charset="0"/>
                </a:rPr>
                <a:t>CSMA/CA</a:t>
              </a:r>
              <a:r>
                <a:rPr lang="zh-CN" altLang="en-US" sz="2000" b="1" dirty="0">
                  <a:solidFill>
                    <a:schemeClr val="tx1"/>
                  </a:solidFill>
                  <a:latin typeface="Arial Narrow" panose="020B0606020202030204" pitchFamily="34" charset="0"/>
                </a:rPr>
                <a:t>协议的基本工作原理</a:t>
              </a:r>
              <a:endParaRPr lang="en-US" altLang="zh-CN" sz="2000" b="1" dirty="0">
                <a:solidFill>
                  <a:schemeClr val="tx1"/>
                </a:solidFill>
                <a:latin typeface="Arial Narrow" panose="020B0606020202030204" pitchFamily="34" charset="0"/>
              </a:endParaRPr>
            </a:p>
          </p:txBody>
        </p:sp>
      </p:grpSp>
      <p:grpSp>
        <p:nvGrpSpPr>
          <p:cNvPr id="89" name="组合 88">
            <a:extLst>
              <a:ext uri="{FF2B5EF4-FFF2-40B4-BE49-F238E27FC236}">
                <a16:creationId xmlns:a16="http://schemas.microsoft.com/office/drawing/2014/main" id="{CBFB1439-254A-4A59-9085-B30C4F2590D1}"/>
              </a:ext>
            </a:extLst>
          </p:cNvPr>
          <p:cNvGrpSpPr/>
          <p:nvPr/>
        </p:nvGrpSpPr>
        <p:grpSpPr>
          <a:xfrm>
            <a:off x="685585" y="3531066"/>
            <a:ext cx="11010480" cy="2858841"/>
            <a:chOff x="685585" y="2940516"/>
            <a:chExt cx="11010480" cy="2858841"/>
          </a:xfrm>
        </p:grpSpPr>
        <p:sp>
          <p:nvSpPr>
            <p:cNvPr id="21" name="文本框 20">
              <a:extLst>
                <a:ext uri="{FF2B5EF4-FFF2-40B4-BE49-F238E27FC236}">
                  <a16:creationId xmlns:a16="http://schemas.microsoft.com/office/drawing/2014/main" id="{6B66B3AE-5EEE-4D81-907C-03C705DB78A1}"/>
                </a:ext>
              </a:extLst>
            </p:cNvPr>
            <p:cNvSpPr txBox="1"/>
            <p:nvPr/>
          </p:nvSpPr>
          <p:spPr>
            <a:xfrm>
              <a:off x="685585" y="2940516"/>
              <a:ext cx="981076" cy="369332"/>
            </a:xfrm>
            <a:prstGeom prst="rect">
              <a:avLst/>
            </a:prstGeom>
            <a:noFill/>
          </p:spPr>
          <p:txBody>
            <a:bodyPr wrap="square" rtlCol="0">
              <a:spAutoFit/>
            </a:bodyPr>
            <a:lstStyle/>
            <a:p>
              <a:pPr algn="r"/>
              <a:r>
                <a:rPr lang="zh-CN" altLang="en-US" b="1" dirty="0"/>
                <a:t>源站</a:t>
              </a:r>
            </a:p>
          </p:txBody>
        </p:sp>
        <p:sp>
          <p:nvSpPr>
            <p:cNvPr id="26" name="文本框 25">
              <a:extLst>
                <a:ext uri="{FF2B5EF4-FFF2-40B4-BE49-F238E27FC236}">
                  <a16:creationId xmlns:a16="http://schemas.microsoft.com/office/drawing/2014/main" id="{55F45F7A-5AEF-492B-9759-CE04CE348A47}"/>
                </a:ext>
              </a:extLst>
            </p:cNvPr>
            <p:cNvSpPr txBox="1"/>
            <p:nvPr/>
          </p:nvSpPr>
          <p:spPr>
            <a:xfrm>
              <a:off x="685585" y="4187174"/>
              <a:ext cx="981076" cy="369332"/>
            </a:xfrm>
            <a:prstGeom prst="rect">
              <a:avLst/>
            </a:prstGeom>
            <a:noFill/>
          </p:spPr>
          <p:txBody>
            <a:bodyPr wrap="square" rtlCol="0">
              <a:spAutoFit/>
            </a:bodyPr>
            <a:lstStyle/>
            <a:p>
              <a:pPr algn="r"/>
              <a:r>
                <a:rPr lang="zh-CN" altLang="en-US" b="1" dirty="0"/>
                <a:t>目的站</a:t>
              </a:r>
            </a:p>
          </p:txBody>
        </p:sp>
        <p:sp>
          <p:nvSpPr>
            <p:cNvPr id="27" name="文本框 26">
              <a:extLst>
                <a:ext uri="{FF2B5EF4-FFF2-40B4-BE49-F238E27FC236}">
                  <a16:creationId xmlns:a16="http://schemas.microsoft.com/office/drawing/2014/main" id="{B51AE626-D1A6-4373-89DA-C0DCBFCB8C3D}"/>
                </a:ext>
              </a:extLst>
            </p:cNvPr>
            <p:cNvSpPr txBox="1"/>
            <p:nvPr/>
          </p:nvSpPr>
          <p:spPr>
            <a:xfrm>
              <a:off x="685585" y="5430025"/>
              <a:ext cx="981076" cy="369332"/>
            </a:xfrm>
            <a:prstGeom prst="rect">
              <a:avLst/>
            </a:prstGeom>
            <a:noFill/>
          </p:spPr>
          <p:txBody>
            <a:bodyPr wrap="square" rtlCol="0">
              <a:spAutoFit/>
            </a:bodyPr>
            <a:lstStyle/>
            <a:p>
              <a:pPr algn="r"/>
              <a:r>
                <a:rPr lang="zh-CN" altLang="en-US" b="1" dirty="0"/>
                <a:t>其他站</a:t>
              </a:r>
            </a:p>
          </p:txBody>
        </p:sp>
        <p:sp>
          <p:nvSpPr>
            <p:cNvPr id="30" name="文本框 29">
              <a:extLst>
                <a:ext uri="{FF2B5EF4-FFF2-40B4-BE49-F238E27FC236}">
                  <a16:creationId xmlns:a16="http://schemas.microsoft.com/office/drawing/2014/main" id="{2BABDEF4-A79B-4358-ADE3-DB385FF809C3}"/>
                </a:ext>
              </a:extLst>
            </p:cNvPr>
            <p:cNvSpPr txBox="1"/>
            <p:nvPr/>
          </p:nvSpPr>
          <p:spPr>
            <a:xfrm>
              <a:off x="11051539" y="2940516"/>
              <a:ext cx="644526" cy="369332"/>
            </a:xfrm>
            <a:prstGeom prst="rect">
              <a:avLst/>
            </a:prstGeom>
            <a:noFill/>
          </p:spPr>
          <p:txBody>
            <a:bodyPr wrap="square" rtlCol="0">
              <a:spAutoFit/>
            </a:bodyPr>
            <a:lstStyle/>
            <a:p>
              <a:r>
                <a:rPr lang="zh-CN" altLang="en-US" b="1" dirty="0"/>
                <a:t>时间</a:t>
              </a:r>
            </a:p>
          </p:txBody>
        </p:sp>
        <p:cxnSp>
          <p:nvCxnSpPr>
            <p:cNvPr id="34" name="直接箭头连接符 33">
              <a:extLst>
                <a:ext uri="{FF2B5EF4-FFF2-40B4-BE49-F238E27FC236}">
                  <a16:creationId xmlns:a16="http://schemas.microsoft.com/office/drawing/2014/main" id="{D4EF4257-E12E-4101-90B0-9301D8F114E6}"/>
                </a:ext>
              </a:extLst>
            </p:cNvPr>
            <p:cNvCxnSpPr>
              <a:cxnSpLocks/>
            </p:cNvCxnSpPr>
            <p:nvPr/>
          </p:nvCxnSpPr>
          <p:spPr>
            <a:xfrm>
              <a:off x="1666661" y="3125182"/>
              <a:ext cx="9367200" cy="0"/>
            </a:xfrm>
            <a:prstGeom prst="straightConnector1">
              <a:avLst/>
            </a:prstGeom>
            <a:ln w="12700">
              <a:solidFill>
                <a:schemeClr val="tx1"/>
              </a:solidFill>
              <a:tailEnd type="triangle"/>
            </a:ln>
          </p:spPr>
          <p:style>
            <a:lnRef idx="1">
              <a:schemeClr val="accent1"/>
            </a:lnRef>
            <a:fillRef idx="0">
              <a:schemeClr val="accent1"/>
            </a:fillRef>
            <a:effectRef idx="0">
              <a:schemeClr val="accent1"/>
            </a:effectRef>
            <a:fontRef idx="minor">
              <a:schemeClr val="tx1"/>
            </a:fontRef>
          </p:style>
        </p:cxnSp>
        <p:sp>
          <p:nvSpPr>
            <p:cNvPr id="38" name="文本框 37">
              <a:extLst>
                <a:ext uri="{FF2B5EF4-FFF2-40B4-BE49-F238E27FC236}">
                  <a16:creationId xmlns:a16="http://schemas.microsoft.com/office/drawing/2014/main" id="{F75DB5BB-114E-4297-A462-90A97F6DDC95}"/>
                </a:ext>
              </a:extLst>
            </p:cNvPr>
            <p:cNvSpPr txBox="1"/>
            <p:nvPr/>
          </p:nvSpPr>
          <p:spPr>
            <a:xfrm>
              <a:off x="11051539" y="5430025"/>
              <a:ext cx="644526" cy="369332"/>
            </a:xfrm>
            <a:prstGeom prst="rect">
              <a:avLst/>
            </a:prstGeom>
            <a:noFill/>
          </p:spPr>
          <p:txBody>
            <a:bodyPr wrap="square" rtlCol="0">
              <a:spAutoFit/>
            </a:bodyPr>
            <a:lstStyle/>
            <a:p>
              <a:r>
                <a:rPr lang="zh-CN" altLang="en-US" b="1" dirty="0"/>
                <a:t>时间</a:t>
              </a:r>
            </a:p>
          </p:txBody>
        </p:sp>
        <p:cxnSp>
          <p:nvCxnSpPr>
            <p:cNvPr id="39" name="直接箭头连接符 38">
              <a:extLst>
                <a:ext uri="{FF2B5EF4-FFF2-40B4-BE49-F238E27FC236}">
                  <a16:creationId xmlns:a16="http://schemas.microsoft.com/office/drawing/2014/main" id="{6F7A3EC4-C2B9-458E-84F0-71B6E6B9187E}"/>
                </a:ext>
              </a:extLst>
            </p:cNvPr>
            <p:cNvCxnSpPr>
              <a:cxnSpLocks/>
            </p:cNvCxnSpPr>
            <p:nvPr/>
          </p:nvCxnSpPr>
          <p:spPr>
            <a:xfrm>
              <a:off x="1666661" y="5614691"/>
              <a:ext cx="9367097" cy="0"/>
            </a:xfrm>
            <a:prstGeom prst="straightConnector1">
              <a:avLst/>
            </a:prstGeom>
            <a:ln w="12700">
              <a:solidFill>
                <a:schemeClr val="tx1"/>
              </a:solidFill>
              <a:tailEnd type="triangle"/>
            </a:ln>
          </p:spPr>
          <p:style>
            <a:lnRef idx="1">
              <a:schemeClr val="accent1"/>
            </a:lnRef>
            <a:fillRef idx="0">
              <a:schemeClr val="accent1"/>
            </a:fillRef>
            <a:effectRef idx="0">
              <a:schemeClr val="accent1"/>
            </a:effectRef>
            <a:fontRef idx="minor">
              <a:schemeClr val="tx1"/>
            </a:fontRef>
          </p:style>
        </p:cxnSp>
        <p:sp>
          <p:nvSpPr>
            <p:cNvPr id="41" name="文本框 40">
              <a:extLst>
                <a:ext uri="{FF2B5EF4-FFF2-40B4-BE49-F238E27FC236}">
                  <a16:creationId xmlns:a16="http://schemas.microsoft.com/office/drawing/2014/main" id="{C9D878B9-BA86-479F-8595-89A9C85AEF0C}"/>
                </a:ext>
              </a:extLst>
            </p:cNvPr>
            <p:cNvSpPr txBox="1"/>
            <p:nvPr/>
          </p:nvSpPr>
          <p:spPr>
            <a:xfrm>
              <a:off x="11051539" y="4185271"/>
              <a:ext cx="644526" cy="369332"/>
            </a:xfrm>
            <a:prstGeom prst="rect">
              <a:avLst/>
            </a:prstGeom>
            <a:noFill/>
          </p:spPr>
          <p:txBody>
            <a:bodyPr wrap="square" rtlCol="0">
              <a:spAutoFit/>
            </a:bodyPr>
            <a:lstStyle/>
            <a:p>
              <a:r>
                <a:rPr lang="zh-CN" altLang="en-US" b="1" dirty="0"/>
                <a:t>时间</a:t>
              </a:r>
            </a:p>
          </p:txBody>
        </p:sp>
        <p:cxnSp>
          <p:nvCxnSpPr>
            <p:cNvPr id="42" name="直接箭头连接符 41">
              <a:extLst>
                <a:ext uri="{FF2B5EF4-FFF2-40B4-BE49-F238E27FC236}">
                  <a16:creationId xmlns:a16="http://schemas.microsoft.com/office/drawing/2014/main" id="{3462DB36-3E6A-4AC1-B3D8-AE44A2C14328}"/>
                </a:ext>
              </a:extLst>
            </p:cNvPr>
            <p:cNvCxnSpPr>
              <a:cxnSpLocks/>
            </p:cNvCxnSpPr>
            <p:nvPr/>
          </p:nvCxnSpPr>
          <p:spPr>
            <a:xfrm>
              <a:off x="1666661" y="4369937"/>
              <a:ext cx="9367200" cy="0"/>
            </a:xfrm>
            <a:prstGeom prst="straightConnector1">
              <a:avLst/>
            </a:prstGeom>
            <a:ln w="12700">
              <a:solidFill>
                <a:schemeClr val="tx1"/>
              </a:solidFill>
              <a:tailEnd type="triangle"/>
            </a:ln>
          </p:spPr>
          <p:style>
            <a:lnRef idx="1">
              <a:schemeClr val="accent1"/>
            </a:lnRef>
            <a:fillRef idx="0">
              <a:schemeClr val="accent1"/>
            </a:fillRef>
            <a:effectRef idx="0">
              <a:schemeClr val="accent1"/>
            </a:effectRef>
            <a:fontRef idx="minor">
              <a:schemeClr val="tx1"/>
            </a:fontRef>
          </p:style>
        </p:cxnSp>
      </p:grpSp>
      <p:sp>
        <p:nvSpPr>
          <p:cNvPr id="45" name="矩形 44">
            <a:extLst>
              <a:ext uri="{FF2B5EF4-FFF2-40B4-BE49-F238E27FC236}">
                <a16:creationId xmlns:a16="http://schemas.microsoft.com/office/drawing/2014/main" id="{FC9995F2-5B14-429A-930A-0DCB65EF0D2A}"/>
              </a:ext>
            </a:extLst>
          </p:cNvPr>
          <p:cNvSpPr/>
          <p:nvPr/>
        </p:nvSpPr>
        <p:spPr>
          <a:xfrm>
            <a:off x="1666661" y="3315622"/>
            <a:ext cx="1136650" cy="400110"/>
          </a:xfrm>
          <a:prstGeom prst="rect">
            <a:avLst/>
          </a:prstGeom>
          <a:solidFill>
            <a:schemeClr val="accent4"/>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zh-CN" altLang="en-US" b="1" dirty="0"/>
              <a:t>信道空闲</a:t>
            </a:r>
          </a:p>
        </p:txBody>
      </p:sp>
      <p:grpSp>
        <p:nvGrpSpPr>
          <p:cNvPr id="96" name="组合 95">
            <a:extLst>
              <a:ext uri="{FF2B5EF4-FFF2-40B4-BE49-F238E27FC236}">
                <a16:creationId xmlns:a16="http://schemas.microsoft.com/office/drawing/2014/main" id="{9F34A613-8B53-4F2E-B766-6F806899F077}"/>
              </a:ext>
            </a:extLst>
          </p:cNvPr>
          <p:cNvGrpSpPr/>
          <p:nvPr/>
        </p:nvGrpSpPr>
        <p:grpSpPr>
          <a:xfrm>
            <a:off x="2781087" y="3207398"/>
            <a:ext cx="1120774" cy="509285"/>
            <a:chOff x="2781087" y="2616848"/>
            <a:chExt cx="1120774" cy="509285"/>
          </a:xfrm>
        </p:grpSpPr>
        <p:sp>
          <p:nvSpPr>
            <p:cNvPr id="46" name="文本框 45">
              <a:extLst>
                <a:ext uri="{FF2B5EF4-FFF2-40B4-BE49-F238E27FC236}">
                  <a16:creationId xmlns:a16="http://schemas.microsoft.com/office/drawing/2014/main" id="{DAFFB414-0080-4EA2-A178-2EE20AC6E26F}"/>
                </a:ext>
              </a:extLst>
            </p:cNvPr>
            <p:cNvSpPr txBox="1"/>
            <p:nvPr/>
          </p:nvSpPr>
          <p:spPr>
            <a:xfrm>
              <a:off x="2781087" y="2616848"/>
              <a:ext cx="1098550" cy="369332"/>
            </a:xfrm>
            <a:prstGeom prst="rect">
              <a:avLst/>
            </a:prstGeom>
            <a:noFill/>
          </p:spPr>
          <p:txBody>
            <a:bodyPr wrap="square" rtlCol="0">
              <a:spAutoFit/>
            </a:bodyPr>
            <a:lstStyle/>
            <a:p>
              <a:pPr algn="ctr"/>
              <a:r>
                <a:rPr lang="en-US" altLang="zh-CN" b="1" dirty="0"/>
                <a:t>DIFS</a:t>
              </a:r>
              <a:endParaRPr lang="zh-CN" altLang="en-US" b="1" dirty="0"/>
            </a:p>
          </p:txBody>
        </p:sp>
        <p:cxnSp>
          <p:nvCxnSpPr>
            <p:cNvPr id="48" name="直接连接符 47">
              <a:extLst>
                <a:ext uri="{FF2B5EF4-FFF2-40B4-BE49-F238E27FC236}">
                  <a16:creationId xmlns:a16="http://schemas.microsoft.com/office/drawing/2014/main" id="{A457A3D8-C3E3-46EA-8A2E-1E515E523F38}"/>
                </a:ext>
              </a:extLst>
            </p:cNvPr>
            <p:cNvCxnSpPr>
              <a:cxnSpLocks/>
            </p:cNvCxnSpPr>
            <p:nvPr/>
          </p:nvCxnSpPr>
          <p:spPr>
            <a:xfrm>
              <a:off x="3901861" y="2724121"/>
              <a:ext cx="0" cy="402012"/>
            </a:xfrm>
            <a:prstGeom prst="line">
              <a:avLst/>
            </a:prstGeom>
            <a:ln w="12700">
              <a:solidFill>
                <a:schemeClr val="tx1"/>
              </a:solidFill>
              <a:tailEnd type="none"/>
            </a:ln>
          </p:spPr>
          <p:style>
            <a:lnRef idx="1">
              <a:schemeClr val="accent1"/>
            </a:lnRef>
            <a:fillRef idx="0">
              <a:schemeClr val="accent1"/>
            </a:fillRef>
            <a:effectRef idx="0">
              <a:schemeClr val="accent1"/>
            </a:effectRef>
            <a:fontRef idx="minor">
              <a:schemeClr val="tx1"/>
            </a:fontRef>
          </p:style>
        </p:cxnSp>
        <p:cxnSp>
          <p:nvCxnSpPr>
            <p:cNvPr id="51" name="直接箭头连接符 50">
              <a:extLst>
                <a:ext uri="{FF2B5EF4-FFF2-40B4-BE49-F238E27FC236}">
                  <a16:creationId xmlns:a16="http://schemas.microsoft.com/office/drawing/2014/main" id="{C08C9339-6D4D-43A7-B909-1357F4148309}"/>
                </a:ext>
              </a:extLst>
            </p:cNvPr>
            <p:cNvCxnSpPr/>
            <p:nvPr/>
          </p:nvCxnSpPr>
          <p:spPr>
            <a:xfrm>
              <a:off x="2803311" y="2940516"/>
              <a:ext cx="1098550" cy="0"/>
            </a:xfrm>
            <a:prstGeom prst="straightConnector1">
              <a:avLst/>
            </a:prstGeom>
            <a:ln w="12700">
              <a:solidFill>
                <a:schemeClr val="tx1"/>
              </a:solidFill>
              <a:headEnd type="triangle"/>
              <a:tailEnd type="triangle"/>
            </a:ln>
          </p:spPr>
          <p:style>
            <a:lnRef idx="1">
              <a:schemeClr val="accent1"/>
            </a:lnRef>
            <a:fillRef idx="0">
              <a:schemeClr val="accent1"/>
            </a:fillRef>
            <a:effectRef idx="0">
              <a:schemeClr val="accent1"/>
            </a:effectRef>
            <a:fontRef idx="minor">
              <a:schemeClr val="tx1"/>
            </a:fontRef>
          </p:style>
        </p:cxnSp>
      </p:grpSp>
      <p:grpSp>
        <p:nvGrpSpPr>
          <p:cNvPr id="95" name="组合 94">
            <a:extLst>
              <a:ext uri="{FF2B5EF4-FFF2-40B4-BE49-F238E27FC236}">
                <a16:creationId xmlns:a16="http://schemas.microsoft.com/office/drawing/2014/main" id="{08635F60-A53B-4B12-8D1F-86D358857403}"/>
              </a:ext>
            </a:extLst>
          </p:cNvPr>
          <p:cNvGrpSpPr/>
          <p:nvPr/>
        </p:nvGrpSpPr>
        <p:grpSpPr>
          <a:xfrm>
            <a:off x="5121057" y="4959537"/>
            <a:ext cx="644523" cy="543960"/>
            <a:chOff x="5121057" y="4368987"/>
            <a:chExt cx="644523" cy="543960"/>
          </a:xfrm>
        </p:grpSpPr>
        <p:sp>
          <p:nvSpPr>
            <p:cNvPr id="54" name="文本框 53">
              <a:extLst>
                <a:ext uri="{FF2B5EF4-FFF2-40B4-BE49-F238E27FC236}">
                  <a16:creationId xmlns:a16="http://schemas.microsoft.com/office/drawing/2014/main" id="{2EF44418-7DC6-4C7A-A7DF-8D5879B16167}"/>
                </a:ext>
              </a:extLst>
            </p:cNvPr>
            <p:cNvSpPr txBox="1"/>
            <p:nvPr/>
          </p:nvSpPr>
          <p:spPr>
            <a:xfrm>
              <a:off x="5121057" y="4543615"/>
              <a:ext cx="644523" cy="369332"/>
            </a:xfrm>
            <a:prstGeom prst="rect">
              <a:avLst/>
            </a:prstGeom>
            <a:noFill/>
          </p:spPr>
          <p:txBody>
            <a:bodyPr wrap="square" rtlCol="0">
              <a:spAutoFit/>
            </a:bodyPr>
            <a:lstStyle/>
            <a:p>
              <a:pPr algn="ctr"/>
              <a:r>
                <a:rPr lang="en-US" altLang="zh-CN" b="1" dirty="0"/>
                <a:t>SIFS</a:t>
              </a:r>
              <a:endParaRPr lang="zh-CN" altLang="en-US" b="1" dirty="0"/>
            </a:p>
          </p:txBody>
        </p:sp>
        <p:cxnSp>
          <p:nvCxnSpPr>
            <p:cNvPr id="55" name="直接连接符 54">
              <a:extLst>
                <a:ext uri="{FF2B5EF4-FFF2-40B4-BE49-F238E27FC236}">
                  <a16:creationId xmlns:a16="http://schemas.microsoft.com/office/drawing/2014/main" id="{F57EC625-89D5-4C1B-8B4F-1E618B216BE1}"/>
                </a:ext>
              </a:extLst>
            </p:cNvPr>
            <p:cNvCxnSpPr>
              <a:cxnSpLocks/>
            </p:cNvCxnSpPr>
            <p:nvPr/>
          </p:nvCxnSpPr>
          <p:spPr>
            <a:xfrm>
              <a:off x="5152807" y="4368987"/>
              <a:ext cx="0" cy="402012"/>
            </a:xfrm>
            <a:prstGeom prst="line">
              <a:avLst/>
            </a:prstGeom>
            <a:ln w="12700">
              <a:solidFill>
                <a:schemeClr val="tx1"/>
              </a:solidFill>
              <a:tailEnd type="none"/>
            </a:ln>
          </p:spPr>
          <p:style>
            <a:lnRef idx="1">
              <a:schemeClr val="accent1"/>
            </a:lnRef>
            <a:fillRef idx="0">
              <a:schemeClr val="accent1"/>
            </a:fillRef>
            <a:effectRef idx="0">
              <a:schemeClr val="accent1"/>
            </a:effectRef>
            <a:fontRef idx="minor">
              <a:schemeClr val="tx1"/>
            </a:fontRef>
          </p:style>
        </p:cxnSp>
        <p:cxnSp>
          <p:nvCxnSpPr>
            <p:cNvPr id="56" name="直接连接符 55">
              <a:extLst>
                <a:ext uri="{FF2B5EF4-FFF2-40B4-BE49-F238E27FC236}">
                  <a16:creationId xmlns:a16="http://schemas.microsoft.com/office/drawing/2014/main" id="{99F7CD31-E2F2-4BA3-B2F1-1EC836290EF0}"/>
                </a:ext>
              </a:extLst>
            </p:cNvPr>
            <p:cNvCxnSpPr>
              <a:cxnSpLocks/>
            </p:cNvCxnSpPr>
            <p:nvPr/>
          </p:nvCxnSpPr>
          <p:spPr>
            <a:xfrm>
              <a:off x="5710293" y="4368987"/>
              <a:ext cx="0" cy="402012"/>
            </a:xfrm>
            <a:prstGeom prst="line">
              <a:avLst/>
            </a:prstGeom>
            <a:ln w="12700">
              <a:solidFill>
                <a:schemeClr val="tx1"/>
              </a:solidFill>
              <a:tailEnd type="none"/>
            </a:ln>
          </p:spPr>
          <p:style>
            <a:lnRef idx="1">
              <a:schemeClr val="accent1"/>
            </a:lnRef>
            <a:fillRef idx="0">
              <a:schemeClr val="accent1"/>
            </a:fillRef>
            <a:effectRef idx="0">
              <a:schemeClr val="accent1"/>
            </a:effectRef>
            <a:fontRef idx="minor">
              <a:schemeClr val="tx1"/>
            </a:fontRef>
          </p:style>
        </p:cxnSp>
        <p:cxnSp>
          <p:nvCxnSpPr>
            <p:cNvPr id="57" name="直接箭头连接符 56">
              <a:extLst>
                <a:ext uri="{FF2B5EF4-FFF2-40B4-BE49-F238E27FC236}">
                  <a16:creationId xmlns:a16="http://schemas.microsoft.com/office/drawing/2014/main" id="{F4A5C971-CE8D-448F-9D38-61A884296C78}"/>
                </a:ext>
              </a:extLst>
            </p:cNvPr>
            <p:cNvCxnSpPr>
              <a:cxnSpLocks/>
            </p:cNvCxnSpPr>
            <p:nvPr/>
          </p:nvCxnSpPr>
          <p:spPr>
            <a:xfrm>
              <a:off x="5152807" y="4543615"/>
              <a:ext cx="557486" cy="0"/>
            </a:xfrm>
            <a:prstGeom prst="straightConnector1">
              <a:avLst/>
            </a:prstGeom>
            <a:ln w="12700">
              <a:solidFill>
                <a:schemeClr val="tx1"/>
              </a:solidFill>
              <a:headEnd type="triangle"/>
              <a:tailEnd type="triangle"/>
            </a:ln>
          </p:spPr>
          <p:style>
            <a:lnRef idx="1">
              <a:schemeClr val="accent1"/>
            </a:lnRef>
            <a:fillRef idx="0">
              <a:schemeClr val="accent1"/>
            </a:fillRef>
            <a:effectRef idx="0">
              <a:schemeClr val="accent1"/>
            </a:effectRef>
            <a:fontRef idx="minor">
              <a:schemeClr val="tx1"/>
            </a:fontRef>
          </p:style>
        </p:cxnSp>
      </p:grpSp>
      <p:grpSp>
        <p:nvGrpSpPr>
          <p:cNvPr id="94" name="组合 93">
            <a:extLst>
              <a:ext uri="{FF2B5EF4-FFF2-40B4-BE49-F238E27FC236}">
                <a16:creationId xmlns:a16="http://schemas.microsoft.com/office/drawing/2014/main" id="{491AFCFF-DDE4-45C5-9C84-A10EA91C276B}"/>
              </a:ext>
            </a:extLst>
          </p:cNvPr>
          <p:cNvGrpSpPr/>
          <p:nvPr/>
        </p:nvGrpSpPr>
        <p:grpSpPr>
          <a:xfrm>
            <a:off x="3901858" y="3714783"/>
            <a:ext cx="2452961" cy="2490458"/>
            <a:chOff x="3901858" y="3124233"/>
            <a:chExt cx="2452961" cy="2490458"/>
          </a:xfrm>
        </p:grpSpPr>
        <p:cxnSp>
          <p:nvCxnSpPr>
            <p:cNvPr id="59" name="直接连接符 58">
              <a:extLst>
                <a:ext uri="{FF2B5EF4-FFF2-40B4-BE49-F238E27FC236}">
                  <a16:creationId xmlns:a16="http://schemas.microsoft.com/office/drawing/2014/main" id="{E80F14B7-9341-48B6-95EE-730F931D9EAC}"/>
                </a:ext>
              </a:extLst>
            </p:cNvPr>
            <p:cNvCxnSpPr>
              <a:cxnSpLocks/>
            </p:cNvCxnSpPr>
            <p:nvPr/>
          </p:nvCxnSpPr>
          <p:spPr>
            <a:xfrm>
              <a:off x="3901858" y="3124233"/>
              <a:ext cx="0" cy="2490458"/>
            </a:xfrm>
            <a:prstGeom prst="line">
              <a:avLst/>
            </a:prstGeom>
            <a:ln w="12700">
              <a:solidFill>
                <a:schemeClr val="tx1"/>
              </a:solidFill>
              <a:prstDash val="dash"/>
              <a:tailEnd type="none"/>
            </a:ln>
          </p:spPr>
          <p:style>
            <a:lnRef idx="1">
              <a:schemeClr val="accent1"/>
            </a:lnRef>
            <a:fillRef idx="0">
              <a:schemeClr val="accent1"/>
            </a:fillRef>
            <a:effectRef idx="0">
              <a:schemeClr val="accent1"/>
            </a:effectRef>
            <a:fontRef idx="minor">
              <a:schemeClr val="tx1"/>
            </a:fontRef>
          </p:style>
        </p:cxnSp>
        <p:cxnSp>
          <p:nvCxnSpPr>
            <p:cNvPr id="63" name="直接连接符 62">
              <a:extLst>
                <a:ext uri="{FF2B5EF4-FFF2-40B4-BE49-F238E27FC236}">
                  <a16:creationId xmlns:a16="http://schemas.microsoft.com/office/drawing/2014/main" id="{04353A82-1132-451F-9091-74875114B87F}"/>
                </a:ext>
              </a:extLst>
            </p:cNvPr>
            <p:cNvCxnSpPr>
              <a:cxnSpLocks/>
            </p:cNvCxnSpPr>
            <p:nvPr/>
          </p:nvCxnSpPr>
          <p:spPr>
            <a:xfrm>
              <a:off x="6354819" y="3124233"/>
              <a:ext cx="0" cy="2490458"/>
            </a:xfrm>
            <a:prstGeom prst="line">
              <a:avLst/>
            </a:prstGeom>
            <a:ln w="12700">
              <a:solidFill>
                <a:schemeClr val="tx1"/>
              </a:solidFill>
              <a:prstDash val="dash"/>
              <a:tailEnd type="none"/>
            </a:ln>
          </p:spPr>
          <p:style>
            <a:lnRef idx="1">
              <a:schemeClr val="accent1"/>
            </a:lnRef>
            <a:fillRef idx="0">
              <a:schemeClr val="accent1"/>
            </a:fillRef>
            <a:effectRef idx="0">
              <a:schemeClr val="accent1"/>
            </a:effectRef>
            <a:fontRef idx="minor">
              <a:schemeClr val="tx1"/>
            </a:fontRef>
          </p:style>
        </p:cxnSp>
      </p:grpSp>
      <p:sp>
        <p:nvSpPr>
          <p:cNvPr id="64" name="矩形 63">
            <a:extLst>
              <a:ext uri="{FF2B5EF4-FFF2-40B4-BE49-F238E27FC236}">
                <a16:creationId xmlns:a16="http://schemas.microsoft.com/office/drawing/2014/main" id="{1272FDDE-BB01-4D4B-970C-F78813A0748C}"/>
              </a:ext>
            </a:extLst>
          </p:cNvPr>
          <p:cNvSpPr/>
          <p:nvPr/>
        </p:nvSpPr>
        <p:spPr>
          <a:xfrm>
            <a:off x="3901855" y="5804181"/>
            <a:ext cx="2452961" cy="400110"/>
          </a:xfrm>
          <a:prstGeom prst="rect">
            <a:avLst/>
          </a:prstGeom>
          <a:solidFill>
            <a:schemeClr val="accent2"/>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CN" b="1" dirty="0"/>
              <a:t>NAV</a:t>
            </a:r>
            <a:r>
              <a:rPr lang="zh-CN" altLang="en-US" b="1" dirty="0"/>
              <a:t>（信道忙）</a:t>
            </a:r>
          </a:p>
        </p:txBody>
      </p:sp>
      <p:grpSp>
        <p:nvGrpSpPr>
          <p:cNvPr id="101" name="组合 100">
            <a:extLst>
              <a:ext uri="{FF2B5EF4-FFF2-40B4-BE49-F238E27FC236}">
                <a16:creationId xmlns:a16="http://schemas.microsoft.com/office/drawing/2014/main" id="{8DDDACE7-C25E-47A5-9A19-9015074D79CB}"/>
              </a:ext>
            </a:extLst>
          </p:cNvPr>
          <p:cNvGrpSpPr/>
          <p:nvPr/>
        </p:nvGrpSpPr>
        <p:grpSpPr>
          <a:xfrm>
            <a:off x="3901858" y="3714783"/>
            <a:ext cx="1250949" cy="1245704"/>
            <a:chOff x="3901858" y="3124233"/>
            <a:chExt cx="1250949" cy="1245704"/>
          </a:xfrm>
        </p:grpSpPr>
        <p:sp>
          <p:nvSpPr>
            <p:cNvPr id="52" name="平行四边形 51">
              <a:extLst>
                <a:ext uri="{FF2B5EF4-FFF2-40B4-BE49-F238E27FC236}">
                  <a16:creationId xmlns:a16="http://schemas.microsoft.com/office/drawing/2014/main" id="{A6D7F9EA-AAFF-4EBC-BB07-DDAF4A1C569A}"/>
                </a:ext>
              </a:extLst>
            </p:cNvPr>
            <p:cNvSpPr/>
            <p:nvPr/>
          </p:nvSpPr>
          <p:spPr>
            <a:xfrm flipH="1">
              <a:off x="3901858" y="3124233"/>
              <a:ext cx="1250949" cy="1245704"/>
            </a:xfrm>
            <a:prstGeom prst="parallelogram">
              <a:avLst/>
            </a:prstGeom>
            <a:solidFill>
              <a:schemeClr val="accent3"/>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b="1" dirty="0">
                <a:latin typeface="宋体" panose="02010600030101010101" pitchFamily="2" charset="-122"/>
                <a:ea typeface="宋体" panose="02010600030101010101" pitchFamily="2" charset="-122"/>
              </a:endParaRPr>
            </a:p>
          </p:txBody>
        </p:sp>
        <p:sp>
          <p:nvSpPr>
            <p:cNvPr id="98" name="文本框 97">
              <a:extLst>
                <a:ext uri="{FF2B5EF4-FFF2-40B4-BE49-F238E27FC236}">
                  <a16:creationId xmlns:a16="http://schemas.microsoft.com/office/drawing/2014/main" id="{C77411A2-1CD5-4040-ACBC-13BF9CEF8499}"/>
                </a:ext>
              </a:extLst>
            </p:cNvPr>
            <p:cNvSpPr txBox="1"/>
            <p:nvPr/>
          </p:nvSpPr>
          <p:spPr>
            <a:xfrm>
              <a:off x="4036794" y="3241201"/>
              <a:ext cx="981076" cy="646331"/>
            </a:xfrm>
            <a:prstGeom prst="rect">
              <a:avLst/>
            </a:prstGeom>
            <a:noFill/>
          </p:spPr>
          <p:txBody>
            <a:bodyPr wrap="square" rtlCol="0">
              <a:spAutoFit/>
            </a:bodyPr>
            <a:lstStyle/>
            <a:p>
              <a:pPr algn="ctr"/>
              <a:r>
                <a:rPr lang="zh-CN" altLang="en-US" b="1" dirty="0">
                  <a:solidFill>
                    <a:schemeClr val="bg1"/>
                  </a:solidFill>
                </a:rPr>
                <a:t>第</a:t>
              </a:r>
              <a:r>
                <a:rPr lang="en-US" altLang="zh-CN" b="1" dirty="0">
                  <a:solidFill>
                    <a:schemeClr val="bg1"/>
                  </a:solidFill>
                </a:rPr>
                <a:t>1</a:t>
              </a:r>
              <a:r>
                <a:rPr lang="zh-CN" altLang="en-US" b="1" dirty="0">
                  <a:solidFill>
                    <a:schemeClr val="bg1"/>
                  </a:solidFill>
                </a:rPr>
                <a:t>个</a:t>
              </a:r>
              <a:endParaRPr lang="en-US" altLang="zh-CN" b="1" dirty="0">
                <a:solidFill>
                  <a:schemeClr val="bg1"/>
                </a:solidFill>
              </a:endParaRPr>
            </a:p>
            <a:p>
              <a:pPr algn="ctr"/>
              <a:r>
                <a:rPr lang="zh-CN" altLang="en-US" b="1" dirty="0">
                  <a:solidFill>
                    <a:schemeClr val="bg1"/>
                  </a:solidFill>
                </a:rPr>
                <a:t>数据帧</a:t>
              </a:r>
            </a:p>
          </p:txBody>
        </p:sp>
        <p:cxnSp>
          <p:nvCxnSpPr>
            <p:cNvPr id="100" name="直接箭头连接符 99">
              <a:extLst>
                <a:ext uri="{FF2B5EF4-FFF2-40B4-BE49-F238E27FC236}">
                  <a16:creationId xmlns:a16="http://schemas.microsoft.com/office/drawing/2014/main" id="{7E326EA6-85DA-47B4-B17B-E09B87597BD9}"/>
                </a:ext>
              </a:extLst>
            </p:cNvPr>
            <p:cNvCxnSpPr/>
            <p:nvPr/>
          </p:nvCxnSpPr>
          <p:spPr>
            <a:xfrm>
              <a:off x="4565842" y="3880823"/>
              <a:ext cx="85308" cy="345801"/>
            </a:xfrm>
            <a:prstGeom prst="straightConnector1">
              <a:avLst/>
            </a:prstGeom>
            <a:ln w="38100">
              <a:solidFill>
                <a:schemeClr val="bg1"/>
              </a:solidFill>
              <a:tailEnd type="triangle"/>
            </a:ln>
          </p:spPr>
          <p:style>
            <a:lnRef idx="1">
              <a:schemeClr val="accent1"/>
            </a:lnRef>
            <a:fillRef idx="0">
              <a:schemeClr val="accent1"/>
            </a:fillRef>
            <a:effectRef idx="0">
              <a:schemeClr val="accent1"/>
            </a:effectRef>
            <a:fontRef idx="minor">
              <a:schemeClr val="tx1"/>
            </a:fontRef>
          </p:style>
        </p:cxnSp>
      </p:grpSp>
      <p:grpSp>
        <p:nvGrpSpPr>
          <p:cNvPr id="105" name="组合 104">
            <a:extLst>
              <a:ext uri="{FF2B5EF4-FFF2-40B4-BE49-F238E27FC236}">
                <a16:creationId xmlns:a16="http://schemas.microsoft.com/office/drawing/2014/main" id="{9ADF70C5-E8DB-494B-9078-A0E71C927CC4}"/>
              </a:ext>
            </a:extLst>
          </p:cNvPr>
          <p:cNvGrpSpPr/>
          <p:nvPr/>
        </p:nvGrpSpPr>
        <p:grpSpPr>
          <a:xfrm>
            <a:off x="5710293" y="3714783"/>
            <a:ext cx="644526" cy="1249899"/>
            <a:chOff x="5710293" y="3124233"/>
            <a:chExt cx="644526" cy="1249899"/>
          </a:xfrm>
        </p:grpSpPr>
        <p:sp>
          <p:nvSpPr>
            <p:cNvPr id="53" name="平行四边形 52">
              <a:extLst>
                <a:ext uri="{FF2B5EF4-FFF2-40B4-BE49-F238E27FC236}">
                  <a16:creationId xmlns:a16="http://schemas.microsoft.com/office/drawing/2014/main" id="{CF823127-217E-46A2-9594-8DA763C9DA37}"/>
                </a:ext>
              </a:extLst>
            </p:cNvPr>
            <p:cNvSpPr/>
            <p:nvPr/>
          </p:nvSpPr>
          <p:spPr>
            <a:xfrm>
              <a:off x="5710293" y="3124233"/>
              <a:ext cx="644526" cy="1245704"/>
            </a:xfrm>
            <a:prstGeom prst="parallelogram">
              <a:avLst>
                <a:gd name="adj" fmla="val 46023"/>
              </a:avLst>
            </a:prstGeom>
            <a:solidFill>
              <a:schemeClr val="accent5"/>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102" name="文本框 101">
              <a:extLst>
                <a:ext uri="{FF2B5EF4-FFF2-40B4-BE49-F238E27FC236}">
                  <a16:creationId xmlns:a16="http://schemas.microsoft.com/office/drawing/2014/main" id="{74CB46F0-6697-4B1A-9F3A-9CBDBD14D81B}"/>
                </a:ext>
              </a:extLst>
            </p:cNvPr>
            <p:cNvSpPr txBox="1"/>
            <p:nvPr/>
          </p:nvSpPr>
          <p:spPr>
            <a:xfrm rot="16963893">
              <a:off x="5653799" y="3893704"/>
              <a:ext cx="591525" cy="369332"/>
            </a:xfrm>
            <a:prstGeom prst="rect">
              <a:avLst/>
            </a:prstGeom>
            <a:noFill/>
          </p:spPr>
          <p:txBody>
            <a:bodyPr wrap="square" rtlCol="0">
              <a:spAutoFit/>
            </a:bodyPr>
            <a:lstStyle/>
            <a:p>
              <a:pPr algn="ctr"/>
              <a:r>
                <a:rPr lang="en-US" altLang="zh-CN" b="1" dirty="0">
                  <a:solidFill>
                    <a:schemeClr val="bg1"/>
                  </a:solidFill>
                </a:rPr>
                <a:t>ACK</a:t>
              </a:r>
              <a:endParaRPr lang="zh-CN" altLang="en-US" b="1" dirty="0">
                <a:solidFill>
                  <a:schemeClr val="bg1"/>
                </a:solidFill>
              </a:endParaRPr>
            </a:p>
          </p:txBody>
        </p:sp>
        <p:cxnSp>
          <p:nvCxnSpPr>
            <p:cNvPr id="103" name="直接箭头连接符 102">
              <a:extLst>
                <a:ext uri="{FF2B5EF4-FFF2-40B4-BE49-F238E27FC236}">
                  <a16:creationId xmlns:a16="http://schemas.microsoft.com/office/drawing/2014/main" id="{F302317B-DC54-4242-991A-5F00C6449389}"/>
                </a:ext>
              </a:extLst>
            </p:cNvPr>
            <p:cNvCxnSpPr>
              <a:cxnSpLocks/>
            </p:cNvCxnSpPr>
            <p:nvPr/>
          </p:nvCxnSpPr>
          <p:spPr>
            <a:xfrm flipV="1">
              <a:off x="6032556" y="3355319"/>
              <a:ext cx="104500" cy="410278"/>
            </a:xfrm>
            <a:prstGeom prst="straightConnector1">
              <a:avLst/>
            </a:prstGeom>
            <a:ln w="38100">
              <a:solidFill>
                <a:schemeClr val="bg1"/>
              </a:solidFill>
              <a:tailEnd type="triangle"/>
            </a:ln>
          </p:spPr>
          <p:style>
            <a:lnRef idx="1">
              <a:schemeClr val="accent1"/>
            </a:lnRef>
            <a:fillRef idx="0">
              <a:schemeClr val="accent1"/>
            </a:fillRef>
            <a:effectRef idx="0">
              <a:schemeClr val="accent1"/>
            </a:effectRef>
            <a:fontRef idx="minor">
              <a:schemeClr val="tx1"/>
            </a:fontRef>
          </p:style>
        </p:cxnSp>
      </p:grpSp>
      <p:grpSp>
        <p:nvGrpSpPr>
          <p:cNvPr id="66" name="组合 65">
            <a:extLst>
              <a:ext uri="{FF2B5EF4-FFF2-40B4-BE49-F238E27FC236}">
                <a16:creationId xmlns:a16="http://schemas.microsoft.com/office/drawing/2014/main" id="{4B7F12D5-EC9E-469F-92AF-1FA287F48D7C}"/>
              </a:ext>
            </a:extLst>
          </p:cNvPr>
          <p:cNvGrpSpPr/>
          <p:nvPr/>
        </p:nvGrpSpPr>
        <p:grpSpPr>
          <a:xfrm>
            <a:off x="2121467" y="3713830"/>
            <a:ext cx="1363688" cy="830190"/>
            <a:chOff x="4018800" y="2864874"/>
            <a:chExt cx="1363688" cy="830190"/>
          </a:xfrm>
        </p:grpSpPr>
        <p:sp>
          <p:nvSpPr>
            <p:cNvPr id="72" name="文本框 71">
              <a:extLst>
                <a:ext uri="{FF2B5EF4-FFF2-40B4-BE49-F238E27FC236}">
                  <a16:creationId xmlns:a16="http://schemas.microsoft.com/office/drawing/2014/main" id="{D03828A7-CA4F-4C09-BBDD-CE9C975A6151}"/>
                </a:ext>
              </a:extLst>
            </p:cNvPr>
            <p:cNvSpPr txBox="1"/>
            <p:nvPr/>
          </p:nvSpPr>
          <p:spPr>
            <a:xfrm>
              <a:off x="4018800" y="3325732"/>
              <a:ext cx="1363688" cy="369332"/>
            </a:xfrm>
            <a:prstGeom prst="rect">
              <a:avLst/>
            </a:prstGeom>
            <a:noFill/>
          </p:spPr>
          <p:txBody>
            <a:bodyPr wrap="square" rtlCol="0">
              <a:spAutoFit/>
            </a:bodyPr>
            <a:lstStyle/>
            <a:p>
              <a:pPr algn="ctr"/>
              <a:r>
                <a:rPr lang="zh-CN" altLang="en-US" b="1" dirty="0">
                  <a:solidFill>
                    <a:schemeClr val="accent3"/>
                  </a:solidFill>
                  <a:latin typeface="Arial Narrow" panose="020B0606020202030204" pitchFamily="34" charset="0"/>
                </a:rPr>
                <a:t>有帧要发送</a:t>
              </a:r>
            </a:p>
          </p:txBody>
        </p:sp>
        <p:cxnSp>
          <p:nvCxnSpPr>
            <p:cNvPr id="76" name="直接箭头连接符 75">
              <a:extLst>
                <a:ext uri="{FF2B5EF4-FFF2-40B4-BE49-F238E27FC236}">
                  <a16:creationId xmlns:a16="http://schemas.microsoft.com/office/drawing/2014/main" id="{D1AF9491-0A13-4387-B624-405F724582B6}"/>
                </a:ext>
              </a:extLst>
            </p:cNvPr>
            <p:cNvCxnSpPr>
              <a:cxnSpLocks/>
            </p:cNvCxnSpPr>
            <p:nvPr/>
          </p:nvCxnSpPr>
          <p:spPr>
            <a:xfrm flipV="1">
              <a:off x="4702471" y="2864874"/>
              <a:ext cx="0" cy="521823"/>
            </a:xfrm>
            <a:prstGeom prst="straightConnector1">
              <a:avLst/>
            </a:prstGeom>
            <a:ln w="25400">
              <a:solidFill>
                <a:schemeClr val="tx1"/>
              </a:solidFill>
              <a:tailEnd type="triangle" w="med" len="lg"/>
            </a:ln>
          </p:spPr>
          <p:style>
            <a:lnRef idx="1">
              <a:schemeClr val="accent1"/>
            </a:lnRef>
            <a:fillRef idx="0">
              <a:schemeClr val="accent1"/>
            </a:fillRef>
            <a:effectRef idx="0">
              <a:schemeClr val="accent1"/>
            </a:effectRef>
            <a:fontRef idx="minor">
              <a:schemeClr val="tx1"/>
            </a:fontRef>
          </p:style>
        </p:cxnSp>
      </p:grpSp>
      <p:sp>
        <p:nvSpPr>
          <p:cNvPr id="78" name="对话气泡: 圆角矩形 77">
            <a:extLst>
              <a:ext uri="{FF2B5EF4-FFF2-40B4-BE49-F238E27FC236}">
                <a16:creationId xmlns:a16="http://schemas.microsoft.com/office/drawing/2014/main" id="{2123318E-B956-4AF4-B3F9-13821476BA71}"/>
              </a:ext>
            </a:extLst>
          </p:cNvPr>
          <p:cNvSpPr/>
          <p:nvPr/>
        </p:nvSpPr>
        <p:spPr>
          <a:xfrm>
            <a:off x="3900033" y="2356902"/>
            <a:ext cx="7420251" cy="1014618"/>
          </a:xfrm>
          <a:prstGeom prst="wedgeRoundRectCallout">
            <a:avLst>
              <a:gd name="adj1" fmla="val -19368"/>
              <a:gd name="adj2" fmla="val 81132"/>
              <a:gd name="adj3" fmla="val 16667"/>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endParaRPr lang="zh-CN" altLang="en-US" b="1" dirty="0"/>
          </a:p>
        </p:txBody>
      </p:sp>
      <p:sp>
        <p:nvSpPr>
          <p:cNvPr id="86" name="文本框 85">
            <a:extLst>
              <a:ext uri="{FF2B5EF4-FFF2-40B4-BE49-F238E27FC236}">
                <a16:creationId xmlns:a16="http://schemas.microsoft.com/office/drawing/2014/main" id="{2D975F35-B81B-4825-B1D3-36742C9F5657}"/>
              </a:ext>
            </a:extLst>
          </p:cNvPr>
          <p:cNvSpPr txBox="1"/>
          <p:nvPr/>
        </p:nvSpPr>
        <p:spPr>
          <a:xfrm>
            <a:off x="3951749" y="2538661"/>
            <a:ext cx="7283625" cy="646331"/>
          </a:xfrm>
          <a:prstGeom prst="rect">
            <a:avLst/>
          </a:prstGeom>
          <a:noFill/>
        </p:spPr>
        <p:txBody>
          <a:bodyPr wrap="square">
            <a:spAutoFit/>
          </a:bodyPr>
          <a:lstStyle/>
          <a:p>
            <a:r>
              <a:rPr lang="zh-CN" altLang="en-US" b="1" dirty="0">
                <a:solidFill>
                  <a:schemeClr val="bg1"/>
                </a:solidFill>
              </a:rPr>
              <a:t>由于无线信道的误码率较高，</a:t>
            </a:r>
            <a:r>
              <a:rPr lang="en-US" altLang="zh-CN" b="1" dirty="0">
                <a:solidFill>
                  <a:schemeClr val="bg1"/>
                </a:solidFill>
              </a:rPr>
              <a:t>CSMA/CA</a:t>
            </a:r>
            <a:r>
              <a:rPr lang="zh-CN" altLang="en-US" b="1" dirty="0">
                <a:solidFill>
                  <a:schemeClr val="bg1"/>
                </a:solidFill>
              </a:rPr>
              <a:t>协议还需要使用停止</a:t>
            </a:r>
            <a:r>
              <a:rPr lang="en-US" altLang="zh-CN" b="1" dirty="0">
                <a:solidFill>
                  <a:schemeClr val="bg1"/>
                </a:solidFill>
              </a:rPr>
              <a:t>-</a:t>
            </a:r>
            <a:r>
              <a:rPr lang="zh-CN" altLang="en-US" b="1" dirty="0">
                <a:solidFill>
                  <a:schemeClr val="bg1"/>
                </a:solidFill>
              </a:rPr>
              <a:t>等待的确认机制来实现可靠传输，这与使用</a:t>
            </a:r>
            <a:r>
              <a:rPr lang="en-US" altLang="zh-CN" b="1" dirty="0">
                <a:solidFill>
                  <a:schemeClr val="bg1"/>
                </a:solidFill>
              </a:rPr>
              <a:t>CSMA/CD</a:t>
            </a:r>
            <a:r>
              <a:rPr lang="zh-CN" altLang="en-US" b="1" dirty="0">
                <a:solidFill>
                  <a:schemeClr val="bg1"/>
                </a:solidFill>
              </a:rPr>
              <a:t>协议的共享式以太网不同。</a:t>
            </a:r>
          </a:p>
        </p:txBody>
      </p:sp>
      <p:grpSp>
        <p:nvGrpSpPr>
          <p:cNvPr id="88" name="组合 87">
            <a:extLst>
              <a:ext uri="{FF2B5EF4-FFF2-40B4-BE49-F238E27FC236}">
                <a16:creationId xmlns:a16="http://schemas.microsoft.com/office/drawing/2014/main" id="{454C6EC3-21D7-4727-BADE-6EED12955FED}"/>
              </a:ext>
            </a:extLst>
          </p:cNvPr>
          <p:cNvGrpSpPr/>
          <p:nvPr/>
        </p:nvGrpSpPr>
        <p:grpSpPr>
          <a:xfrm>
            <a:off x="984250" y="1219686"/>
            <a:ext cx="10477500" cy="808940"/>
            <a:chOff x="984250" y="1219686"/>
            <a:chExt cx="10477500" cy="808940"/>
          </a:xfrm>
        </p:grpSpPr>
        <p:sp>
          <p:nvSpPr>
            <p:cNvPr id="97" name="文本框 96">
              <a:extLst>
                <a:ext uri="{FF2B5EF4-FFF2-40B4-BE49-F238E27FC236}">
                  <a16:creationId xmlns:a16="http://schemas.microsoft.com/office/drawing/2014/main" id="{6033B908-1EBC-4D52-9213-50B7C558E4D6}"/>
                </a:ext>
              </a:extLst>
            </p:cNvPr>
            <p:cNvSpPr txBox="1"/>
            <p:nvPr/>
          </p:nvSpPr>
          <p:spPr>
            <a:xfrm>
              <a:off x="984250" y="1219686"/>
              <a:ext cx="10477500" cy="369332"/>
            </a:xfrm>
            <a:prstGeom prst="rect">
              <a:avLst/>
            </a:prstGeom>
            <a:noFill/>
          </p:spPr>
          <p:txBody>
            <a:bodyPr wrap="square" rtlCol="0">
              <a:spAutoFit/>
            </a:bodyPr>
            <a:lstStyle/>
            <a:p>
              <a:r>
                <a:rPr lang="en-US" altLang="zh-CN" b="1" dirty="0"/>
                <a:t>【2011</a:t>
              </a:r>
              <a:r>
                <a:rPr lang="zh-CN" altLang="en-US" b="1" dirty="0"/>
                <a:t>年 题</a:t>
              </a:r>
              <a:r>
                <a:rPr lang="en-US" altLang="zh-CN" b="1" dirty="0"/>
                <a:t>36】</a:t>
              </a:r>
              <a:r>
                <a:rPr lang="zh-CN" altLang="en-US" b="1" dirty="0"/>
                <a:t>下列选项中，对正确接收到的数据帧进行确认的</a:t>
              </a:r>
              <a:r>
                <a:rPr lang="en-US" altLang="zh-CN" b="1" dirty="0"/>
                <a:t>MAC</a:t>
              </a:r>
              <a:r>
                <a:rPr lang="zh-CN" altLang="en-US" b="1" dirty="0"/>
                <a:t>协议是（      ）。</a:t>
              </a:r>
            </a:p>
          </p:txBody>
        </p:sp>
        <p:sp>
          <p:nvSpPr>
            <p:cNvPr id="99" name="文本框 98">
              <a:extLst>
                <a:ext uri="{FF2B5EF4-FFF2-40B4-BE49-F238E27FC236}">
                  <a16:creationId xmlns:a16="http://schemas.microsoft.com/office/drawing/2014/main" id="{6C141A11-A7E4-4434-9090-E7FCCEE06065}"/>
                </a:ext>
              </a:extLst>
            </p:cNvPr>
            <p:cNvSpPr txBox="1"/>
            <p:nvPr/>
          </p:nvSpPr>
          <p:spPr>
            <a:xfrm>
              <a:off x="2622550" y="1659294"/>
              <a:ext cx="1409700" cy="369332"/>
            </a:xfrm>
            <a:prstGeom prst="rect">
              <a:avLst/>
            </a:prstGeom>
            <a:noFill/>
          </p:spPr>
          <p:txBody>
            <a:bodyPr wrap="square" rtlCol="0">
              <a:spAutoFit/>
            </a:bodyPr>
            <a:lstStyle/>
            <a:p>
              <a:r>
                <a:rPr lang="en-US" altLang="zh-CN" b="1" dirty="0"/>
                <a:t>A. CSMA</a:t>
              </a:r>
              <a:endParaRPr lang="zh-CN" altLang="en-US" b="1" dirty="0"/>
            </a:p>
          </p:txBody>
        </p:sp>
        <p:sp>
          <p:nvSpPr>
            <p:cNvPr id="104" name="文本框 103">
              <a:extLst>
                <a:ext uri="{FF2B5EF4-FFF2-40B4-BE49-F238E27FC236}">
                  <a16:creationId xmlns:a16="http://schemas.microsoft.com/office/drawing/2014/main" id="{8AF30D6C-F348-40CA-91D1-6FF7A6B83B97}"/>
                </a:ext>
              </a:extLst>
            </p:cNvPr>
            <p:cNvSpPr txBox="1"/>
            <p:nvPr/>
          </p:nvSpPr>
          <p:spPr>
            <a:xfrm>
              <a:off x="4506383" y="1659294"/>
              <a:ext cx="1409700" cy="369332"/>
            </a:xfrm>
            <a:prstGeom prst="rect">
              <a:avLst/>
            </a:prstGeom>
            <a:noFill/>
          </p:spPr>
          <p:txBody>
            <a:bodyPr wrap="square" rtlCol="0">
              <a:spAutoFit/>
            </a:bodyPr>
            <a:lstStyle/>
            <a:p>
              <a:r>
                <a:rPr lang="en-US" altLang="zh-CN" b="1" dirty="0"/>
                <a:t>B. CDMA</a:t>
              </a:r>
              <a:endParaRPr lang="zh-CN" altLang="en-US" b="1" dirty="0"/>
            </a:p>
          </p:txBody>
        </p:sp>
        <p:sp>
          <p:nvSpPr>
            <p:cNvPr id="107" name="文本框 106">
              <a:extLst>
                <a:ext uri="{FF2B5EF4-FFF2-40B4-BE49-F238E27FC236}">
                  <a16:creationId xmlns:a16="http://schemas.microsoft.com/office/drawing/2014/main" id="{5EDAE5CF-284F-4ABA-9C63-5016C266E645}"/>
                </a:ext>
              </a:extLst>
            </p:cNvPr>
            <p:cNvSpPr txBox="1"/>
            <p:nvPr/>
          </p:nvSpPr>
          <p:spPr>
            <a:xfrm>
              <a:off x="6390216" y="1659294"/>
              <a:ext cx="1409700" cy="369332"/>
            </a:xfrm>
            <a:prstGeom prst="rect">
              <a:avLst/>
            </a:prstGeom>
            <a:noFill/>
          </p:spPr>
          <p:txBody>
            <a:bodyPr wrap="square" rtlCol="0">
              <a:spAutoFit/>
            </a:bodyPr>
            <a:lstStyle/>
            <a:p>
              <a:r>
                <a:rPr lang="en-US" altLang="zh-CN" b="1" dirty="0"/>
                <a:t>C. CSMA/CD</a:t>
              </a:r>
              <a:endParaRPr lang="zh-CN" altLang="en-US" b="1" dirty="0"/>
            </a:p>
          </p:txBody>
        </p:sp>
        <p:sp>
          <p:nvSpPr>
            <p:cNvPr id="108" name="文本框 107">
              <a:extLst>
                <a:ext uri="{FF2B5EF4-FFF2-40B4-BE49-F238E27FC236}">
                  <a16:creationId xmlns:a16="http://schemas.microsoft.com/office/drawing/2014/main" id="{520D3C68-1D2D-4FFD-8F27-FC5745CA1381}"/>
                </a:ext>
              </a:extLst>
            </p:cNvPr>
            <p:cNvSpPr txBox="1"/>
            <p:nvPr/>
          </p:nvSpPr>
          <p:spPr>
            <a:xfrm>
              <a:off x="8274050" y="1659294"/>
              <a:ext cx="1409700" cy="369332"/>
            </a:xfrm>
            <a:prstGeom prst="rect">
              <a:avLst/>
            </a:prstGeom>
            <a:noFill/>
          </p:spPr>
          <p:txBody>
            <a:bodyPr wrap="square" rtlCol="0">
              <a:spAutoFit/>
            </a:bodyPr>
            <a:lstStyle/>
            <a:p>
              <a:r>
                <a:rPr lang="en-US" altLang="zh-CN" b="1" dirty="0"/>
                <a:t>D. CSMA/CA</a:t>
              </a:r>
              <a:endParaRPr lang="zh-CN" altLang="en-US" b="1" dirty="0"/>
            </a:p>
          </p:txBody>
        </p:sp>
      </p:grpSp>
      <p:sp>
        <p:nvSpPr>
          <p:cNvPr id="109" name="文本框 108">
            <a:extLst>
              <a:ext uri="{FF2B5EF4-FFF2-40B4-BE49-F238E27FC236}">
                <a16:creationId xmlns:a16="http://schemas.microsoft.com/office/drawing/2014/main" id="{30DD4E0E-307E-4D79-86A4-D5803526A34C}"/>
              </a:ext>
            </a:extLst>
          </p:cNvPr>
          <p:cNvSpPr txBox="1"/>
          <p:nvPr/>
        </p:nvSpPr>
        <p:spPr>
          <a:xfrm>
            <a:off x="8696325" y="1161792"/>
            <a:ext cx="552450" cy="523220"/>
          </a:xfrm>
          <a:prstGeom prst="rect">
            <a:avLst/>
          </a:prstGeom>
          <a:noFill/>
        </p:spPr>
        <p:txBody>
          <a:bodyPr wrap="square" rtlCol="0">
            <a:spAutoFit/>
          </a:bodyPr>
          <a:lstStyle/>
          <a:p>
            <a:pPr algn="ctr"/>
            <a:r>
              <a:rPr lang="en-US" altLang="zh-CN" sz="2800" b="1" dirty="0">
                <a:solidFill>
                  <a:schemeClr val="accent1">
                    <a:lumMod val="75000"/>
                  </a:schemeClr>
                </a:solidFill>
                <a:latin typeface="Arial Black" panose="020B0A04020102020204" pitchFamily="34" charset="0"/>
              </a:rPr>
              <a:t>D</a:t>
            </a:r>
            <a:endParaRPr lang="zh-CN" altLang="en-US" sz="2800" b="1" dirty="0">
              <a:solidFill>
                <a:schemeClr val="accent1">
                  <a:lumMod val="75000"/>
                </a:schemeClr>
              </a:solidFill>
              <a:latin typeface="Arial Black" panose="020B0A04020102020204" pitchFamily="34" charset="0"/>
            </a:endParaRPr>
          </a:p>
        </p:txBody>
      </p:sp>
      <p:sp>
        <p:nvSpPr>
          <p:cNvPr id="49" name="平行四边形 48">
            <a:extLst>
              <a:ext uri="{FF2B5EF4-FFF2-40B4-BE49-F238E27FC236}">
                <a16:creationId xmlns:a16="http://schemas.microsoft.com/office/drawing/2014/main" id="{FA2D8EBF-46AD-DD04-34F6-7CB0920DEE8E}"/>
              </a:ext>
            </a:extLst>
          </p:cNvPr>
          <p:cNvSpPr/>
          <p:nvPr/>
        </p:nvSpPr>
        <p:spPr>
          <a:xfrm>
            <a:off x="304799" y="749300"/>
            <a:ext cx="691019" cy="387090"/>
          </a:xfrm>
          <a:prstGeom prst="parallelogram">
            <a:avLst/>
          </a:prstGeom>
          <a:solidFill>
            <a:schemeClr val="accent3">
              <a:lumMod val="75000"/>
            </a:schemeClr>
          </a:solidFill>
          <a:ln>
            <a:solidFill>
              <a:schemeClr val="accent3">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CN" sz="2200" dirty="0">
                <a:latin typeface="Impact" panose="020B0806030902050204" pitchFamily="34" charset="0"/>
              </a:rPr>
              <a:t>04</a:t>
            </a:r>
            <a:endParaRPr lang="zh-CN" altLang="en-US" sz="2200" dirty="0">
              <a:latin typeface="Impact" panose="020B0806030902050204" pitchFamily="34" charset="0"/>
            </a:endParaRPr>
          </a:p>
        </p:txBody>
      </p:sp>
    </p:spTree>
    <p:custDataLst>
      <p:tags r:id="rId1"/>
    </p:custDataLst>
    <p:extLst>
      <p:ext uri="{BB962C8B-B14F-4D97-AF65-F5344CB8AC3E}">
        <p14:creationId xmlns:p14="http://schemas.microsoft.com/office/powerpoint/2010/main" val="865199799"/>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30" presetClass="entr" presetSubtype="0" fill="hold" nodeType="withEffect">
                                  <p:stCondLst>
                                    <p:cond delay="0"/>
                                  </p:stCondLst>
                                  <p:childTnLst>
                                    <p:set>
                                      <p:cBhvr>
                                        <p:cTn id="6" dur="1" fill="hold">
                                          <p:stCondLst>
                                            <p:cond delay="0"/>
                                          </p:stCondLst>
                                        </p:cTn>
                                        <p:tgtEl>
                                          <p:spTgt spid="88"/>
                                        </p:tgtEl>
                                        <p:attrNameLst>
                                          <p:attrName>style.visibility</p:attrName>
                                        </p:attrNameLst>
                                      </p:cBhvr>
                                      <p:to>
                                        <p:strVal val="visible"/>
                                      </p:to>
                                    </p:set>
                                    <p:animEffect transition="in" filter="fade">
                                      <p:cBhvr>
                                        <p:cTn id="7" dur="800" decel="100000"/>
                                        <p:tgtEl>
                                          <p:spTgt spid="88"/>
                                        </p:tgtEl>
                                      </p:cBhvr>
                                    </p:animEffect>
                                    <p:anim calcmode="lin" valueType="num">
                                      <p:cBhvr>
                                        <p:cTn id="8" dur="800" decel="100000" fill="hold"/>
                                        <p:tgtEl>
                                          <p:spTgt spid="88"/>
                                        </p:tgtEl>
                                        <p:attrNameLst>
                                          <p:attrName>style.rotation</p:attrName>
                                        </p:attrNameLst>
                                      </p:cBhvr>
                                      <p:tavLst>
                                        <p:tav tm="0">
                                          <p:val>
                                            <p:fltVal val="-90"/>
                                          </p:val>
                                        </p:tav>
                                        <p:tav tm="100000">
                                          <p:val>
                                            <p:fltVal val="0"/>
                                          </p:val>
                                        </p:tav>
                                      </p:tavLst>
                                    </p:anim>
                                    <p:anim calcmode="lin" valueType="num">
                                      <p:cBhvr>
                                        <p:cTn id="9" dur="800" decel="100000" fill="hold"/>
                                        <p:tgtEl>
                                          <p:spTgt spid="88"/>
                                        </p:tgtEl>
                                        <p:attrNameLst>
                                          <p:attrName>ppt_x</p:attrName>
                                        </p:attrNameLst>
                                      </p:cBhvr>
                                      <p:tavLst>
                                        <p:tav tm="0">
                                          <p:val>
                                            <p:strVal val="#ppt_x+0.4"/>
                                          </p:val>
                                        </p:tav>
                                        <p:tav tm="100000">
                                          <p:val>
                                            <p:strVal val="#ppt_x-0.05"/>
                                          </p:val>
                                        </p:tav>
                                      </p:tavLst>
                                    </p:anim>
                                    <p:anim calcmode="lin" valueType="num">
                                      <p:cBhvr>
                                        <p:cTn id="10" dur="800" decel="100000" fill="hold"/>
                                        <p:tgtEl>
                                          <p:spTgt spid="88"/>
                                        </p:tgtEl>
                                        <p:attrNameLst>
                                          <p:attrName>ppt_y</p:attrName>
                                        </p:attrNameLst>
                                      </p:cBhvr>
                                      <p:tavLst>
                                        <p:tav tm="0">
                                          <p:val>
                                            <p:strVal val="#ppt_y-0.4"/>
                                          </p:val>
                                        </p:tav>
                                        <p:tav tm="100000">
                                          <p:val>
                                            <p:strVal val="#ppt_y+0.1"/>
                                          </p:val>
                                        </p:tav>
                                      </p:tavLst>
                                    </p:anim>
                                    <p:anim calcmode="lin" valueType="num">
                                      <p:cBhvr>
                                        <p:cTn id="11" dur="200" accel="100000" fill="hold">
                                          <p:stCondLst>
                                            <p:cond delay="800"/>
                                          </p:stCondLst>
                                        </p:cTn>
                                        <p:tgtEl>
                                          <p:spTgt spid="88"/>
                                        </p:tgtEl>
                                        <p:attrNameLst>
                                          <p:attrName>ppt_x</p:attrName>
                                        </p:attrNameLst>
                                      </p:cBhvr>
                                      <p:tavLst>
                                        <p:tav tm="0">
                                          <p:val>
                                            <p:strVal val="#ppt_x-0.05"/>
                                          </p:val>
                                        </p:tav>
                                        <p:tav tm="100000">
                                          <p:val>
                                            <p:strVal val="#ppt_x"/>
                                          </p:val>
                                        </p:tav>
                                      </p:tavLst>
                                    </p:anim>
                                    <p:anim calcmode="lin" valueType="num">
                                      <p:cBhvr>
                                        <p:cTn id="12" dur="200" accel="100000" fill="hold">
                                          <p:stCondLst>
                                            <p:cond delay="800"/>
                                          </p:stCondLst>
                                        </p:cTn>
                                        <p:tgtEl>
                                          <p:spTgt spid="88"/>
                                        </p:tgtEl>
                                        <p:attrNameLst>
                                          <p:attrName>ppt_y</p:attrName>
                                        </p:attrNameLst>
                                      </p:cBhvr>
                                      <p:tavLst>
                                        <p:tav tm="0">
                                          <p:val>
                                            <p:strVal val="#ppt_y+0.1"/>
                                          </p:val>
                                        </p:tav>
                                        <p:tav tm="100000">
                                          <p:val>
                                            <p:strVal val="#ppt_y"/>
                                          </p:val>
                                        </p:tav>
                                      </p:tavLst>
                                    </p:anim>
                                  </p:childTnLst>
                                </p:cTn>
                              </p:par>
                            </p:childTnLst>
                          </p:cTn>
                        </p:par>
                      </p:childTnLst>
                    </p:cTn>
                  </p:par>
                  <p:par>
                    <p:cTn id="13" fill="hold">
                      <p:stCondLst>
                        <p:cond delay="indefinite"/>
                      </p:stCondLst>
                      <p:childTnLst>
                        <p:par>
                          <p:cTn id="14" fill="hold">
                            <p:stCondLst>
                              <p:cond delay="0"/>
                            </p:stCondLst>
                            <p:childTnLst>
                              <p:par>
                                <p:cTn id="15" presetID="30" presetClass="entr" presetSubtype="0" fill="hold" grpId="0" nodeType="clickEffect">
                                  <p:stCondLst>
                                    <p:cond delay="0"/>
                                  </p:stCondLst>
                                  <p:childTnLst>
                                    <p:set>
                                      <p:cBhvr>
                                        <p:cTn id="16" dur="1" fill="hold">
                                          <p:stCondLst>
                                            <p:cond delay="0"/>
                                          </p:stCondLst>
                                        </p:cTn>
                                        <p:tgtEl>
                                          <p:spTgt spid="109"/>
                                        </p:tgtEl>
                                        <p:attrNameLst>
                                          <p:attrName>style.visibility</p:attrName>
                                        </p:attrNameLst>
                                      </p:cBhvr>
                                      <p:to>
                                        <p:strVal val="visible"/>
                                      </p:to>
                                    </p:set>
                                    <p:animEffect transition="in" filter="fade">
                                      <p:cBhvr>
                                        <p:cTn id="17" dur="800" decel="100000"/>
                                        <p:tgtEl>
                                          <p:spTgt spid="109"/>
                                        </p:tgtEl>
                                      </p:cBhvr>
                                    </p:animEffect>
                                    <p:anim calcmode="lin" valueType="num">
                                      <p:cBhvr>
                                        <p:cTn id="18" dur="800" decel="100000" fill="hold"/>
                                        <p:tgtEl>
                                          <p:spTgt spid="109"/>
                                        </p:tgtEl>
                                        <p:attrNameLst>
                                          <p:attrName>style.rotation</p:attrName>
                                        </p:attrNameLst>
                                      </p:cBhvr>
                                      <p:tavLst>
                                        <p:tav tm="0">
                                          <p:val>
                                            <p:fltVal val="-90"/>
                                          </p:val>
                                        </p:tav>
                                        <p:tav tm="100000">
                                          <p:val>
                                            <p:fltVal val="0"/>
                                          </p:val>
                                        </p:tav>
                                      </p:tavLst>
                                    </p:anim>
                                    <p:anim calcmode="lin" valueType="num">
                                      <p:cBhvr>
                                        <p:cTn id="19" dur="800" decel="100000" fill="hold"/>
                                        <p:tgtEl>
                                          <p:spTgt spid="109"/>
                                        </p:tgtEl>
                                        <p:attrNameLst>
                                          <p:attrName>ppt_x</p:attrName>
                                        </p:attrNameLst>
                                      </p:cBhvr>
                                      <p:tavLst>
                                        <p:tav tm="0">
                                          <p:val>
                                            <p:strVal val="#ppt_x+0.4"/>
                                          </p:val>
                                        </p:tav>
                                        <p:tav tm="100000">
                                          <p:val>
                                            <p:strVal val="#ppt_x-0.05"/>
                                          </p:val>
                                        </p:tav>
                                      </p:tavLst>
                                    </p:anim>
                                    <p:anim calcmode="lin" valueType="num">
                                      <p:cBhvr>
                                        <p:cTn id="20" dur="800" decel="100000" fill="hold"/>
                                        <p:tgtEl>
                                          <p:spTgt spid="109"/>
                                        </p:tgtEl>
                                        <p:attrNameLst>
                                          <p:attrName>ppt_y</p:attrName>
                                        </p:attrNameLst>
                                      </p:cBhvr>
                                      <p:tavLst>
                                        <p:tav tm="0">
                                          <p:val>
                                            <p:strVal val="#ppt_y-0.4"/>
                                          </p:val>
                                        </p:tav>
                                        <p:tav tm="100000">
                                          <p:val>
                                            <p:strVal val="#ppt_y+0.1"/>
                                          </p:val>
                                        </p:tav>
                                      </p:tavLst>
                                    </p:anim>
                                    <p:anim calcmode="lin" valueType="num">
                                      <p:cBhvr>
                                        <p:cTn id="21" dur="200" accel="100000" fill="hold">
                                          <p:stCondLst>
                                            <p:cond delay="800"/>
                                          </p:stCondLst>
                                        </p:cTn>
                                        <p:tgtEl>
                                          <p:spTgt spid="109"/>
                                        </p:tgtEl>
                                        <p:attrNameLst>
                                          <p:attrName>ppt_x</p:attrName>
                                        </p:attrNameLst>
                                      </p:cBhvr>
                                      <p:tavLst>
                                        <p:tav tm="0">
                                          <p:val>
                                            <p:strVal val="#ppt_x-0.05"/>
                                          </p:val>
                                        </p:tav>
                                        <p:tav tm="100000">
                                          <p:val>
                                            <p:strVal val="#ppt_x"/>
                                          </p:val>
                                        </p:tav>
                                      </p:tavLst>
                                    </p:anim>
                                    <p:anim calcmode="lin" valueType="num">
                                      <p:cBhvr>
                                        <p:cTn id="22" dur="200" accel="100000" fill="hold">
                                          <p:stCondLst>
                                            <p:cond delay="800"/>
                                          </p:stCondLst>
                                        </p:cTn>
                                        <p:tgtEl>
                                          <p:spTgt spid="109"/>
                                        </p:tgtEl>
                                        <p:attrNameLst>
                                          <p:attrName>ppt_y</p:attrName>
                                        </p:attrNameLst>
                                      </p:cBhvr>
                                      <p:tavLst>
                                        <p:tav tm="0">
                                          <p:val>
                                            <p:strVal val="#ppt_y+0.1"/>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09" grpId="0"/>
    </p:bldLst>
  </p:timing>
</p:sld>
</file>

<file path=ppt/slides/slide54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4" name="组合 3">
            <a:extLst>
              <a:ext uri="{FF2B5EF4-FFF2-40B4-BE49-F238E27FC236}">
                <a16:creationId xmlns:a16="http://schemas.microsoft.com/office/drawing/2014/main" id="{9A1EA9F2-FCB6-48C3-935F-7AE7E3AD14AC}"/>
              </a:ext>
            </a:extLst>
          </p:cNvPr>
          <p:cNvGrpSpPr/>
          <p:nvPr/>
        </p:nvGrpSpPr>
        <p:grpSpPr>
          <a:xfrm>
            <a:off x="304800" y="749300"/>
            <a:ext cx="5791200" cy="400110"/>
            <a:chOff x="424117" y="898245"/>
            <a:chExt cx="5791200" cy="400110"/>
          </a:xfrm>
        </p:grpSpPr>
        <p:sp>
          <p:nvSpPr>
            <p:cNvPr id="2" name="平行四边形 1">
              <a:extLst>
                <a:ext uri="{FF2B5EF4-FFF2-40B4-BE49-F238E27FC236}">
                  <a16:creationId xmlns:a16="http://schemas.microsoft.com/office/drawing/2014/main" id="{1F5BAA3F-9845-4F89-A2DD-8222D3E4EDAC}"/>
                </a:ext>
              </a:extLst>
            </p:cNvPr>
            <p:cNvSpPr/>
            <p:nvPr/>
          </p:nvSpPr>
          <p:spPr>
            <a:xfrm>
              <a:off x="424117" y="898245"/>
              <a:ext cx="628306" cy="387090"/>
            </a:xfrm>
            <a:prstGeom prst="parallelogram">
              <a:avLst/>
            </a:prstGeom>
            <a:solidFill>
              <a:schemeClr val="accent3">
                <a:lumMod val="75000"/>
              </a:schemeClr>
            </a:solidFill>
            <a:ln>
              <a:solidFill>
                <a:schemeClr val="accent3">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CN" sz="2200" dirty="0">
                  <a:latin typeface="Impact" panose="020B0806030902050204" pitchFamily="34" charset="0"/>
                </a:rPr>
                <a:t>01</a:t>
              </a:r>
              <a:endParaRPr lang="zh-CN" altLang="en-US" sz="2200" dirty="0">
                <a:latin typeface="Impact" panose="020B0806030902050204" pitchFamily="34" charset="0"/>
              </a:endParaRPr>
            </a:p>
          </p:txBody>
        </p:sp>
        <p:sp>
          <p:nvSpPr>
            <p:cNvPr id="3" name="文本框 2">
              <a:extLst>
                <a:ext uri="{FF2B5EF4-FFF2-40B4-BE49-F238E27FC236}">
                  <a16:creationId xmlns:a16="http://schemas.microsoft.com/office/drawing/2014/main" id="{4D6BD736-A4D3-4F26-AFED-36E11F50F70B}"/>
                </a:ext>
              </a:extLst>
            </p:cNvPr>
            <p:cNvSpPr txBox="1"/>
            <p:nvPr/>
          </p:nvSpPr>
          <p:spPr>
            <a:xfrm>
              <a:off x="1052423" y="898245"/>
              <a:ext cx="5162894" cy="400110"/>
            </a:xfrm>
            <a:prstGeom prst="rect">
              <a:avLst/>
            </a:prstGeom>
            <a:noFill/>
          </p:spPr>
          <p:txBody>
            <a:bodyPr wrap="square" rtlCol="0">
              <a:spAutoFit/>
            </a:bodyPr>
            <a:lstStyle/>
            <a:p>
              <a:r>
                <a:rPr lang="en-US" altLang="zh-CN" sz="2000" b="1" dirty="0">
                  <a:solidFill>
                    <a:schemeClr val="tx1"/>
                  </a:solidFill>
                  <a:latin typeface="Arial Narrow" panose="020B0606020202030204" pitchFamily="34" charset="0"/>
                </a:rPr>
                <a:t>CSMA/CA</a:t>
              </a:r>
              <a:r>
                <a:rPr lang="zh-CN" altLang="en-US" sz="2000" b="1" dirty="0">
                  <a:solidFill>
                    <a:schemeClr val="tx1"/>
                  </a:solidFill>
                  <a:latin typeface="Arial Narrow" panose="020B0606020202030204" pitchFamily="34" charset="0"/>
                </a:rPr>
                <a:t>协议的基本工作原理</a:t>
              </a:r>
              <a:endParaRPr lang="en-US" altLang="zh-CN" sz="2000" b="1" dirty="0">
                <a:solidFill>
                  <a:schemeClr val="tx1"/>
                </a:solidFill>
                <a:latin typeface="Arial Narrow" panose="020B0606020202030204" pitchFamily="34" charset="0"/>
              </a:endParaRPr>
            </a:p>
          </p:txBody>
        </p:sp>
      </p:grpSp>
      <p:grpSp>
        <p:nvGrpSpPr>
          <p:cNvPr id="89" name="组合 88">
            <a:extLst>
              <a:ext uri="{FF2B5EF4-FFF2-40B4-BE49-F238E27FC236}">
                <a16:creationId xmlns:a16="http://schemas.microsoft.com/office/drawing/2014/main" id="{CBFB1439-254A-4A59-9085-B30C4F2590D1}"/>
              </a:ext>
            </a:extLst>
          </p:cNvPr>
          <p:cNvGrpSpPr/>
          <p:nvPr/>
        </p:nvGrpSpPr>
        <p:grpSpPr>
          <a:xfrm>
            <a:off x="685585" y="2940516"/>
            <a:ext cx="11010480" cy="2858841"/>
            <a:chOff x="685585" y="2940516"/>
            <a:chExt cx="11010480" cy="2858841"/>
          </a:xfrm>
        </p:grpSpPr>
        <p:sp>
          <p:nvSpPr>
            <p:cNvPr id="21" name="文本框 20">
              <a:extLst>
                <a:ext uri="{FF2B5EF4-FFF2-40B4-BE49-F238E27FC236}">
                  <a16:creationId xmlns:a16="http://schemas.microsoft.com/office/drawing/2014/main" id="{6B66B3AE-5EEE-4D81-907C-03C705DB78A1}"/>
                </a:ext>
              </a:extLst>
            </p:cNvPr>
            <p:cNvSpPr txBox="1"/>
            <p:nvPr/>
          </p:nvSpPr>
          <p:spPr>
            <a:xfrm>
              <a:off x="685585" y="2940516"/>
              <a:ext cx="981076" cy="369332"/>
            </a:xfrm>
            <a:prstGeom prst="rect">
              <a:avLst/>
            </a:prstGeom>
            <a:noFill/>
          </p:spPr>
          <p:txBody>
            <a:bodyPr wrap="square" rtlCol="0">
              <a:spAutoFit/>
            </a:bodyPr>
            <a:lstStyle/>
            <a:p>
              <a:pPr algn="r"/>
              <a:r>
                <a:rPr lang="zh-CN" altLang="en-US" b="1" dirty="0"/>
                <a:t>源站</a:t>
              </a:r>
            </a:p>
          </p:txBody>
        </p:sp>
        <p:sp>
          <p:nvSpPr>
            <p:cNvPr id="26" name="文本框 25">
              <a:extLst>
                <a:ext uri="{FF2B5EF4-FFF2-40B4-BE49-F238E27FC236}">
                  <a16:creationId xmlns:a16="http://schemas.microsoft.com/office/drawing/2014/main" id="{55F45F7A-5AEF-492B-9759-CE04CE348A47}"/>
                </a:ext>
              </a:extLst>
            </p:cNvPr>
            <p:cNvSpPr txBox="1"/>
            <p:nvPr/>
          </p:nvSpPr>
          <p:spPr>
            <a:xfrm>
              <a:off x="685585" y="4187174"/>
              <a:ext cx="981076" cy="369332"/>
            </a:xfrm>
            <a:prstGeom prst="rect">
              <a:avLst/>
            </a:prstGeom>
            <a:noFill/>
          </p:spPr>
          <p:txBody>
            <a:bodyPr wrap="square" rtlCol="0">
              <a:spAutoFit/>
            </a:bodyPr>
            <a:lstStyle/>
            <a:p>
              <a:pPr algn="r"/>
              <a:r>
                <a:rPr lang="zh-CN" altLang="en-US" b="1" dirty="0"/>
                <a:t>目的站</a:t>
              </a:r>
            </a:p>
          </p:txBody>
        </p:sp>
        <p:sp>
          <p:nvSpPr>
            <p:cNvPr id="27" name="文本框 26">
              <a:extLst>
                <a:ext uri="{FF2B5EF4-FFF2-40B4-BE49-F238E27FC236}">
                  <a16:creationId xmlns:a16="http://schemas.microsoft.com/office/drawing/2014/main" id="{B51AE626-D1A6-4373-89DA-C0DCBFCB8C3D}"/>
                </a:ext>
              </a:extLst>
            </p:cNvPr>
            <p:cNvSpPr txBox="1"/>
            <p:nvPr/>
          </p:nvSpPr>
          <p:spPr>
            <a:xfrm>
              <a:off x="685585" y="5430025"/>
              <a:ext cx="981076" cy="369332"/>
            </a:xfrm>
            <a:prstGeom prst="rect">
              <a:avLst/>
            </a:prstGeom>
            <a:noFill/>
          </p:spPr>
          <p:txBody>
            <a:bodyPr wrap="square" rtlCol="0">
              <a:spAutoFit/>
            </a:bodyPr>
            <a:lstStyle/>
            <a:p>
              <a:pPr algn="r"/>
              <a:r>
                <a:rPr lang="zh-CN" altLang="en-US" b="1" dirty="0"/>
                <a:t>其他站</a:t>
              </a:r>
            </a:p>
          </p:txBody>
        </p:sp>
        <p:sp>
          <p:nvSpPr>
            <p:cNvPr id="30" name="文本框 29">
              <a:extLst>
                <a:ext uri="{FF2B5EF4-FFF2-40B4-BE49-F238E27FC236}">
                  <a16:creationId xmlns:a16="http://schemas.microsoft.com/office/drawing/2014/main" id="{2BABDEF4-A79B-4358-ADE3-DB385FF809C3}"/>
                </a:ext>
              </a:extLst>
            </p:cNvPr>
            <p:cNvSpPr txBox="1"/>
            <p:nvPr/>
          </p:nvSpPr>
          <p:spPr>
            <a:xfrm>
              <a:off x="11051539" y="2940516"/>
              <a:ext cx="644526" cy="369332"/>
            </a:xfrm>
            <a:prstGeom prst="rect">
              <a:avLst/>
            </a:prstGeom>
            <a:noFill/>
          </p:spPr>
          <p:txBody>
            <a:bodyPr wrap="square" rtlCol="0">
              <a:spAutoFit/>
            </a:bodyPr>
            <a:lstStyle/>
            <a:p>
              <a:r>
                <a:rPr lang="zh-CN" altLang="en-US" b="1" dirty="0"/>
                <a:t>时间</a:t>
              </a:r>
            </a:p>
          </p:txBody>
        </p:sp>
        <p:cxnSp>
          <p:nvCxnSpPr>
            <p:cNvPr id="34" name="直接箭头连接符 33">
              <a:extLst>
                <a:ext uri="{FF2B5EF4-FFF2-40B4-BE49-F238E27FC236}">
                  <a16:creationId xmlns:a16="http://schemas.microsoft.com/office/drawing/2014/main" id="{D4EF4257-E12E-4101-90B0-9301D8F114E6}"/>
                </a:ext>
              </a:extLst>
            </p:cNvPr>
            <p:cNvCxnSpPr>
              <a:cxnSpLocks/>
            </p:cNvCxnSpPr>
            <p:nvPr/>
          </p:nvCxnSpPr>
          <p:spPr>
            <a:xfrm>
              <a:off x="1666661" y="3125182"/>
              <a:ext cx="9367200" cy="0"/>
            </a:xfrm>
            <a:prstGeom prst="straightConnector1">
              <a:avLst/>
            </a:prstGeom>
            <a:ln w="12700">
              <a:solidFill>
                <a:schemeClr val="tx1"/>
              </a:solidFill>
              <a:tailEnd type="triangle"/>
            </a:ln>
          </p:spPr>
          <p:style>
            <a:lnRef idx="1">
              <a:schemeClr val="accent1"/>
            </a:lnRef>
            <a:fillRef idx="0">
              <a:schemeClr val="accent1"/>
            </a:fillRef>
            <a:effectRef idx="0">
              <a:schemeClr val="accent1"/>
            </a:effectRef>
            <a:fontRef idx="minor">
              <a:schemeClr val="tx1"/>
            </a:fontRef>
          </p:style>
        </p:cxnSp>
        <p:sp>
          <p:nvSpPr>
            <p:cNvPr id="38" name="文本框 37">
              <a:extLst>
                <a:ext uri="{FF2B5EF4-FFF2-40B4-BE49-F238E27FC236}">
                  <a16:creationId xmlns:a16="http://schemas.microsoft.com/office/drawing/2014/main" id="{F75DB5BB-114E-4297-A462-90A97F6DDC95}"/>
                </a:ext>
              </a:extLst>
            </p:cNvPr>
            <p:cNvSpPr txBox="1"/>
            <p:nvPr/>
          </p:nvSpPr>
          <p:spPr>
            <a:xfrm>
              <a:off x="11051539" y="5430025"/>
              <a:ext cx="644526" cy="369332"/>
            </a:xfrm>
            <a:prstGeom prst="rect">
              <a:avLst/>
            </a:prstGeom>
            <a:noFill/>
          </p:spPr>
          <p:txBody>
            <a:bodyPr wrap="square" rtlCol="0">
              <a:spAutoFit/>
            </a:bodyPr>
            <a:lstStyle/>
            <a:p>
              <a:r>
                <a:rPr lang="zh-CN" altLang="en-US" b="1" dirty="0"/>
                <a:t>时间</a:t>
              </a:r>
            </a:p>
          </p:txBody>
        </p:sp>
        <p:cxnSp>
          <p:nvCxnSpPr>
            <p:cNvPr id="39" name="直接箭头连接符 38">
              <a:extLst>
                <a:ext uri="{FF2B5EF4-FFF2-40B4-BE49-F238E27FC236}">
                  <a16:creationId xmlns:a16="http://schemas.microsoft.com/office/drawing/2014/main" id="{6F7A3EC4-C2B9-458E-84F0-71B6E6B9187E}"/>
                </a:ext>
              </a:extLst>
            </p:cNvPr>
            <p:cNvCxnSpPr>
              <a:cxnSpLocks/>
            </p:cNvCxnSpPr>
            <p:nvPr/>
          </p:nvCxnSpPr>
          <p:spPr>
            <a:xfrm>
              <a:off x="1666661" y="5614691"/>
              <a:ext cx="9367097" cy="0"/>
            </a:xfrm>
            <a:prstGeom prst="straightConnector1">
              <a:avLst/>
            </a:prstGeom>
            <a:ln w="12700">
              <a:solidFill>
                <a:schemeClr val="tx1"/>
              </a:solidFill>
              <a:tailEnd type="triangle"/>
            </a:ln>
          </p:spPr>
          <p:style>
            <a:lnRef idx="1">
              <a:schemeClr val="accent1"/>
            </a:lnRef>
            <a:fillRef idx="0">
              <a:schemeClr val="accent1"/>
            </a:fillRef>
            <a:effectRef idx="0">
              <a:schemeClr val="accent1"/>
            </a:effectRef>
            <a:fontRef idx="minor">
              <a:schemeClr val="tx1"/>
            </a:fontRef>
          </p:style>
        </p:cxnSp>
        <p:sp>
          <p:nvSpPr>
            <p:cNvPr id="41" name="文本框 40">
              <a:extLst>
                <a:ext uri="{FF2B5EF4-FFF2-40B4-BE49-F238E27FC236}">
                  <a16:creationId xmlns:a16="http://schemas.microsoft.com/office/drawing/2014/main" id="{C9D878B9-BA86-479F-8595-89A9C85AEF0C}"/>
                </a:ext>
              </a:extLst>
            </p:cNvPr>
            <p:cNvSpPr txBox="1"/>
            <p:nvPr/>
          </p:nvSpPr>
          <p:spPr>
            <a:xfrm>
              <a:off x="11051539" y="4185271"/>
              <a:ext cx="644526" cy="369332"/>
            </a:xfrm>
            <a:prstGeom prst="rect">
              <a:avLst/>
            </a:prstGeom>
            <a:noFill/>
          </p:spPr>
          <p:txBody>
            <a:bodyPr wrap="square" rtlCol="0">
              <a:spAutoFit/>
            </a:bodyPr>
            <a:lstStyle/>
            <a:p>
              <a:r>
                <a:rPr lang="zh-CN" altLang="en-US" b="1" dirty="0"/>
                <a:t>时间</a:t>
              </a:r>
            </a:p>
          </p:txBody>
        </p:sp>
        <p:cxnSp>
          <p:nvCxnSpPr>
            <p:cNvPr id="42" name="直接箭头连接符 41">
              <a:extLst>
                <a:ext uri="{FF2B5EF4-FFF2-40B4-BE49-F238E27FC236}">
                  <a16:creationId xmlns:a16="http://schemas.microsoft.com/office/drawing/2014/main" id="{3462DB36-3E6A-4AC1-B3D8-AE44A2C14328}"/>
                </a:ext>
              </a:extLst>
            </p:cNvPr>
            <p:cNvCxnSpPr>
              <a:cxnSpLocks/>
            </p:cNvCxnSpPr>
            <p:nvPr/>
          </p:nvCxnSpPr>
          <p:spPr>
            <a:xfrm>
              <a:off x="1666661" y="4369937"/>
              <a:ext cx="9367200" cy="0"/>
            </a:xfrm>
            <a:prstGeom prst="straightConnector1">
              <a:avLst/>
            </a:prstGeom>
            <a:ln w="12700">
              <a:solidFill>
                <a:schemeClr val="tx1"/>
              </a:solidFill>
              <a:tailEnd type="triangle"/>
            </a:ln>
          </p:spPr>
          <p:style>
            <a:lnRef idx="1">
              <a:schemeClr val="accent1"/>
            </a:lnRef>
            <a:fillRef idx="0">
              <a:schemeClr val="accent1"/>
            </a:fillRef>
            <a:effectRef idx="0">
              <a:schemeClr val="accent1"/>
            </a:effectRef>
            <a:fontRef idx="minor">
              <a:schemeClr val="tx1"/>
            </a:fontRef>
          </p:style>
        </p:cxnSp>
      </p:grpSp>
      <p:sp>
        <p:nvSpPr>
          <p:cNvPr id="45" name="矩形 44">
            <a:extLst>
              <a:ext uri="{FF2B5EF4-FFF2-40B4-BE49-F238E27FC236}">
                <a16:creationId xmlns:a16="http://schemas.microsoft.com/office/drawing/2014/main" id="{FC9995F2-5B14-429A-930A-0DCB65EF0D2A}"/>
              </a:ext>
            </a:extLst>
          </p:cNvPr>
          <p:cNvSpPr/>
          <p:nvPr/>
        </p:nvSpPr>
        <p:spPr>
          <a:xfrm>
            <a:off x="1666661" y="2725072"/>
            <a:ext cx="1136650" cy="400110"/>
          </a:xfrm>
          <a:prstGeom prst="rect">
            <a:avLst/>
          </a:prstGeom>
          <a:solidFill>
            <a:schemeClr val="accent4"/>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zh-CN" altLang="en-US" b="1" dirty="0"/>
              <a:t>信道空闲</a:t>
            </a:r>
          </a:p>
        </p:txBody>
      </p:sp>
      <p:grpSp>
        <p:nvGrpSpPr>
          <p:cNvPr id="96" name="组合 95">
            <a:extLst>
              <a:ext uri="{FF2B5EF4-FFF2-40B4-BE49-F238E27FC236}">
                <a16:creationId xmlns:a16="http://schemas.microsoft.com/office/drawing/2014/main" id="{9F34A613-8B53-4F2E-B766-6F806899F077}"/>
              </a:ext>
            </a:extLst>
          </p:cNvPr>
          <p:cNvGrpSpPr/>
          <p:nvPr/>
        </p:nvGrpSpPr>
        <p:grpSpPr>
          <a:xfrm>
            <a:off x="2781087" y="2616848"/>
            <a:ext cx="1120774" cy="509285"/>
            <a:chOff x="2781087" y="2616848"/>
            <a:chExt cx="1120774" cy="509285"/>
          </a:xfrm>
        </p:grpSpPr>
        <p:sp>
          <p:nvSpPr>
            <p:cNvPr id="46" name="文本框 45">
              <a:extLst>
                <a:ext uri="{FF2B5EF4-FFF2-40B4-BE49-F238E27FC236}">
                  <a16:creationId xmlns:a16="http://schemas.microsoft.com/office/drawing/2014/main" id="{DAFFB414-0080-4EA2-A178-2EE20AC6E26F}"/>
                </a:ext>
              </a:extLst>
            </p:cNvPr>
            <p:cNvSpPr txBox="1"/>
            <p:nvPr/>
          </p:nvSpPr>
          <p:spPr>
            <a:xfrm>
              <a:off x="2781087" y="2616848"/>
              <a:ext cx="1098550" cy="369332"/>
            </a:xfrm>
            <a:prstGeom prst="rect">
              <a:avLst/>
            </a:prstGeom>
            <a:noFill/>
          </p:spPr>
          <p:txBody>
            <a:bodyPr wrap="square" rtlCol="0">
              <a:spAutoFit/>
            </a:bodyPr>
            <a:lstStyle/>
            <a:p>
              <a:pPr algn="ctr"/>
              <a:r>
                <a:rPr lang="en-US" altLang="zh-CN" b="1" dirty="0"/>
                <a:t>DIFS</a:t>
              </a:r>
              <a:endParaRPr lang="zh-CN" altLang="en-US" b="1" dirty="0"/>
            </a:p>
          </p:txBody>
        </p:sp>
        <p:cxnSp>
          <p:nvCxnSpPr>
            <p:cNvPr id="48" name="直接连接符 47">
              <a:extLst>
                <a:ext uri="{FF2B5EF4-FFF2-40B4-BE49-F238E27FC236}">
                  <a16:creationId xmlns:a16="http://schemas.microsoft.com/office/drawing/2014/main" id="{A457A3D8-C3E3-46EA-8A2E-1E515E523F38}"/>
                </a:ext>
              </a:extLst>
            </p:cNvPr>
            <p:cNvCxnSpPr>
              <a:cxnSpLocks/>
            </p:cNvCxnSpPr>
            <p:nvPr/>
          </p:nvCxnSpPr>
          <p:spPr>
            <a:xfrm>
              <a:off x="3901861" y="2724121"/>
              <a:ext cx="0" cy="402012"/>
            </a:xfrm>
            <a:prstGeom prst="line">
              <a:avLst/>
            </a:prstGeom>
            <a:ln w="12700">
              <a:solidFill>
                <a:schemeClr val="tx1"/>
              </a:solidFill>
              <a:tailEnd type="none"/>
            </a:ln>
          </p:spPr>
          <p:style>
            <a:lnRef idx="1">
              <a:schemeClr val="accent1"/>
            </a:lnRef>
            <a:fillRef idx="0">
              <a:schemeClr val="accent1"/>
            </a:fillRef>
            <a:effectRef idx="0">
              <a:schemeClr val="accent1"/>
            </a:effectRef>
            <a:fontRef idx="minor">
              <a:schemeClr val="tx1"/>
            </a:fontRef>
          </p:style>
        </p:cxnSp>
        <p:cxnSp>
          <p:nvCxnSpPr>
            <p:cNvPr id="51" name="直接箭头连接符 50">
              <a:extLst>
                <a:ext uri="{FF2B5EF4-FFF2-40B4-BE49-F238E27FC236}">
                  <a16:creationId xmlns:a16="http://schemas.microsoft.com/office/drawing/2014/main" id="{C08C9339-6D4D-43A7-B909-1357F4148309}"/>
                </a:ext>
              </a:extLst>
            </p:cNvPr>
            <p:cNvCxnSpPr/>
            <p:nvPr/>
          </p:nvCxnSpPr>
          <p:spPr>
            <a:xfrm>
              <a:off x="2803311" y="2940516"/>
              <a:ext cx="1098550" cy="0"/>
            </a:xfrm>
            <a:prstGeom prst="straightConnector1">
              <a:avLst/>
            </a:prstGeom>
            <a:ln w="12700">
              <a:solidFill>
                <a:schemeClr val="tx1"/>
              </a:solidFill>
              <a:headEnd type="triangle"/>
              <a:tailEnd type="triangle"/>
            </a:ln>
          </p:spPr>
          <p:style>
            <a:lnRef idx="1">
              <a:schemeClr val="accent1"/>
            </a:lnRef>
            <a:fillRef idx="0">
              <a:schemeClr val="accent1"/>
            </a:fillRef>
            <a:effectRef idx="0">
              <a:schemeClr val="accent1"/>
            </a:effectRef>
            <a:fontRef idx="minor">
              <a:schemeClr val="tx1"/>
            </a:fontRef>
          </p:style>
        </p:cxnSp>
      </p:grpSp>
      <p:grpSp>
        <p:nvGrpSpPr>
          <p:cNvPr id="95" name="组合 94">
            <a:extLst>
              <a:ext uri="{FF2B5EF4-FFF2-40B4-BE49-F238E27FC236}">
                <a16:creationId xmlns:a16="http://schemas.microsoft.com/office/drawing/2014/main" id="{08635F60-A53B-4B12-8D1F-86D358857403}"/>
              </a:ext>
            </a:extLst>
          </p:cNvPr>
          <p:cNvGrpSpPr/>
          <p:nvPr/>
        </p:nvGrpSpPr>
        <p:grpSpPr>
          <a:xfrm>
            <a:off x="5121057" y="4368987"/>
            <a:ext cx="644523" cy="543960"/>
            <a:chOff x="5121057" y="4368987"/>
            <a:chExt cx="644523" cy="543960"/>
          </a:xfrm>
        </p:grpSpPr>
        <p:sp>
          <p:nvSpPr>
            <p:cNvPr id="54" name="文本框 53">
              <a:extLst>
                <a:ext uri="{FF2B5EF4-FFF2-40B4-BE49-F238E27FC236}">
                  <a16:creationId xmlns:a16="http://schemas.microsoft.com/office/drawing/2014/main" id="{2EF44418-7DC6-4C7A-A7DF-8D5879B16167}"/>
                </a:ext>
              </a:extLst>
            </p:cNvPr>
            <p:cNvSpPr txBox="1"/>
            <p:nvPr/>
          </p:nvSpPr>
          <p:spPr>
            <a:xfrm>
              <a:off x="5121057" y="4543615"/>
              <a:ext cx="644523" cy="369332"/>
            </a:xfrm>
            <a:prstGeom prst="rect">
              <a:avLst/>
            </a:prstGeom>
            <a:noFill/>
          </p:spPr>
          <p:txBody>
            <a:bodyPr wrap="square" rtlCol="0">
              <a:spAutoFit/>
            </a:bodyPr>
            <a:lstStyle/>
            <a:p>
              <a:pPr algn="ctr"/>
              <a:r>
                <a:rPr lang="en-US" altLang="zh-CN" b="1" dirty="0"/>
                <a:t>SIFS</a:t>
              </a:r>
              <a:endParaRPr lang="zh-CN" altLang="en-US" b="1" dirty="0"/>
            </a:p>
          </p:txBody>
        </p:sp>
        <p:cxnSp>
          <p:nvCxnSpPr>
            <p:cNvPr id="55" name="直接连接符 54">
              <a:extLst>
                <a:ext uri="{FF2B5EF4-FFF2-40B4-BE49-F238E27FC236}">
                  <a16:creationId xmlns:a16="http://schemas.microsoft.com/office/drawing/2014/main" id="{F57EC625-89D5-4C1B-8B4F-1E618B216BE1}"/>
                </a:ext>
              </a:extLst>
            </p:cNvPr>
            <p:cNvCxnSpPr>
              <a:cxnSpLocks/>
            </p:cNvCxnSpPr>
            <p:nvPr/>
          </p:nvCxnSpPr>
          <p:spPr>
            <a:xfrm>
              <a:off x="5152807" y="4368987"/>
              <a:ext cx="0" cy="402012"/>
            </a:xfrm>
            <a:prstGeom prst="line">
              <a:avLst/>
            </a:prstGeom>
            <a:ln w="12700">
              <a:solidFill>
                <a:schemeClr val="tx1"/>
              </a:solidFill>
              <a:tailEnd type="none"/>
            </a:ln>
          </p:spPr>
          <p:style>
            <a:lnRef idx="1">
              <a:schemeClr val="accent1"/>
            </a:lnRef>
            <a:fillRef idx="0">
              <a:schemeClr val="accent1"/>
            </a:fillRef>
            <a:effectRef idx="0">
              <a:schemeClr val="accent1"/>
            </a:effectRef>
            <a:fontRef idx="minor">
              <a:schemeClr val="tx1"/>
            </a:fontRef>
          </p:style>
        </p:cxnSp>
        <p:cxnSp>
          <p:nvCxnSpPr>
            <p:cNvPr id="56" name="直接连接符 55">
              <a:extLst>
                <a:ext uri="{FF2B5EF4-FFF2-40B4-BE49-F238E27FC236}">
                  <a16:creationId xmlns:a16="http://schemas.microsoft.com/office/drawing/2014/main" id="{99F7CD31-E2F2-4BA3-B2F1-1EC836290EF0}"/>
                </a:ext>
              </a:extLst>
            </p:cNvPr>
            <p:cNvCxnSpPr>
              <a:cxnSpLocks/>
            </p:cNvCxnSpPr>
            <p:nvPr/>
          </p:nvCxnSpPr>
          <p:spPr>
            <a:xfrm>
              <a:off x="5710293" y="4368987"/>
              <a:ext cx="0" cy="402012"/>
            </a:xfrm>
            <a:prstGeom prst="line">
              <a:avLst/>
            </a:prstGeom>
            <a:ln w="12700">
              <a:solidFill>
                <a:schemeClr val="tx1"/>
              </a:solidFill>
              <a:tailEnd type="none"/>
            </a:ln>
          </p:spPr>
          <p:style>
            <a:lnRef idx="1">
              <a:schemeClr val="accent1"/>
            </a:lnRef>
            <a:fillRef idx="0">
              <a:schemeClr val="accent1"/>
            </a:fillRef>
            <a:effectRef idx="0">
              <a:schemeClr val="accent1"/>
            </a:effectRef>
            <a:fontRef idx="minor">
              <a:schemeClr val="tx1"/>
            </a:fontRef>
          </p:style>
        </p:cxnSp>
        <p:cxnSp>
          <p:nvCxnSpPr>
            <p:cNvPr id="57" name="直接箭头连接符 56">
              <a:extLst>
                <a:ext uri="{FF2B5EF4-FFF2-40B4-BE49-F238E27FC236}">
                  <a16:creationId xmlns:a16="http://schemas.microsoft.com/office/drawing/2014/main" id="{F4A5C971-CE8D-448F-9D38-61A884296C78}"/>
                </a:ext>
              </a:extLst>
            </p:cNvPr>
            <p:cNvCxnSpPr>
              <a:cxnSpLocks/>
            </p:cNvCxnSpPr>
            <p:nvPr/>
          </p:nvCxnSpPr>
          <p:spPr>
            <a:xfrm>
              <a:off x="5152807" y="4543615"/>
              <a:ext cx="557486" cy="0"/>
            </a:xfrm>
            <a:prstGeom prst="straightConnector1">
              <a:avLst/>
            </a:prstGeom>
            <a:ln w="12700">
              <a:solidFill>
                <a:schemeClr val="tx1"/>
              </a:solidFill>
              <a:headEnd type="triangle"/>
              <a:tailEnd type="triangle"/>
            </a:ln>
          </p:spPr>
          <p:style>
            <a:lnRef idx="1">
              <a:schemeClr val="accent1"/>
            </a:lnRef>
            <a:fillRef idx="0">
              <a:schemeClr val="accent1"/>
            </a:fillRef>
            <a:effectRef idx="0">
              <a:schemeClr val="accent1"/>
            </a:effectRef>
            <a:fontRef idx="minor">
              <a:schemeClr val="tx1"/>
            </a:fontRef>
          </p:style>
        </p:cxnSp>
      </p:grpSp>
      <p:grpSp>
        <p:nvGrpSpPr>
          <p:cNvPr id="94" name="组合 93">
            <a:extLst>
              <a:ext uri="{FF2B5EF4-FFF2-40B4-BE49-F238E27FC236}">
                <a16:creationId xmlns:a16="http://schemas.microsoft.com/office/drawing/2014/main" id="{491AFCFF-DDE4-45C5-9C84-A10EA91C276B}"/>
              </a:ext>
            </a:extLst>
          </p:cNvPr>
          <p:cNvGrpSpPr/>
          <p:nvPr/>
        </p:nvGrpSpPr>
        <p:grpSpPr>
          <a:xfrm>
            <a:off x="3901858" y="3124233"/>
            <a:ext cx="2452961" cy="2490458"/>
            <a:chOff x="3901858" y="3124233"/>
            <a:chExt cx="2452961" cy="2490458"/>
          </a:xfrm>
        </p:grpSpPr>
        <p:cxnSp>
          <p:nvCxnSpPr>
            <p:cNvPr id="59" name="直接连接符 58">
              <a:extLst>
                <a:ext uri="{FF2B5EF4-FFF2-40B4-BE49-F238E27FC236}">
                  <a16:creationId xmlns:a16="http://schemas.microsoft.com/office/drawing/2014/main" id="{E80F14B7-9341-48B6-95EE-730F931D9EAC}"/>
                </a:ext>
              </a:extLst>
            </p:cNvPr>
            <p:cNvCxnSpPr>
              <a:cxnSpLocks/>
            </p:cNvCxnSpPr>
            <p:nvPr/>
          </p:nvCxnSpPr>
          <p:spPr>
            <a:xfrm>
              <a:off x="3901858" y="3124233"/>
              <a:ext cx="0" cy="2490458"/>
            </a:xfrm>
            <a:prstGeom prst="line">
              <a:avLst/>
            </a:prstGeom>
            <a:ln w="12700">
              <a:solidFill>
                <a:schemeClr val="tx1"/>
              </a:solidFill>
              <a:prstDash val="dash"/>
              <a:tailEnd type="none"/>
            </a:ln>
          </p:spPr>
          <p:style>
            <a:lnRef idx="1">
              <a:schemeClr val="accent1"/>
            </a:lnRef>
            <a:fillRef idx="0">
              <a:schemeClr val="accent1"/>
            </a:fillRef>
            <a:effectRef idx="0">
              <a:schemeClr val="accent1"/>
            </a:effectRef>
            <a:fontRef idx="minor">
              <a:schemeClr val="tx1"/>
            </a:fontRef>
          </p:style>
        </p:cxnSp>
        <p:cxnSp>
          <p:nvCxnSpPr>
            <p:cNvPr id="63" name="直接连接符 62">
              <a:extLst>
                <a:ext uri="{FF2B5EF4-FFF2-40B4-BE49-F238E27FC236}">
                  <a16:creationId xmlns:a16="http://schemas.microsoft.com/office/drawing/2014/main" id="{04353A82-1132-451F-9091-74875114B87F}"/>
                </a:ext>
              </a:extLst>
            </p:cNvPr>
            <p:cNvCxnSpPr>
              <a:cxnSpLocks/>
            </p:cNvCxnSpPr>
            <p:nvPr/>
          </p:nvCxnSpPr>
          <p:spPr>
            <a:xfrm>
              <a:off x="6354819" y="3124233"/>
              <a:ext cx="0" cy="2490458"/>
            </a:xfrm>
            <a:prstGeom prst="line">
              <a:avLst/>
            </a:prstGeom>
            <a:ln w="12700">
              <a:solidFill>
                <a:schemeClr val="tx1"/>
              </a:solidFill>
              <a:prstDash val="dash"/>
              <a:tailEnd type="none"/>
            </a:ln>
          </p:spPr>
          <p:style>
            <a:lnRef idx="1">
              <a:schemeClr val="accent1"/>
            </a:lnRef>
            <a:fillRef idx="0">
              <a:schemeClr val="accent1"/>
            </a:fillRef>
            <a:effectRef idx="0">
              <a:schemeClr val="accent1"/>
            </a:effectRef>
            <a:fontRef idx="minor">
              <a:schemeClr val="tx1"/>
            </a:fontRef>
          </p:style>
        </p:cxnSp>
      </p:grpSp>
      <p:sp>
        <p:nvSpPr>
          <p:cNvPr id="64" name="矩形 63">
            <a:extLst>
              <a:ext uri="{FF2B5EF4-FFF2-40B4-BE49-F238E27FC236}">
                <a16:creationId xmlns:a16="http://schemas.microsoft.com/office/drawing/2014/main" id="{1272FDDE-BB01-4D4B-970C-F78813A0748C}"/>
              </a:ext>
            </a:extLst>
          </p:cNvPr>
          <p:cNvSpPr/>
          <p:nvPr/>
        </p:nvSpPr>
        <p:spPr>
          <a:xfrm>
            <a:off x="3901855" y="5213631"/>
            <a:ext cx="2452961" cy="400110"/>
          </a:xfrm>
          <a:prstGeom prst="rect">
            <a:avLst/>
          </a:prstGeom>
          <a:solidFill>
            <a:schemeClr val="accent2"/>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CN" b="1" dirty="0"/>
              <a:t>NAV</a:t>
            </a:r>
            <a:r>
              <a:rPr lang="zh-CN" altLang="en-US" b="1" dirty="0"/>
              <a:t>（信道忙）</a:t>
            </a:r>
          </a:p>
        </p:txBody>
      </p:sp>
      <p:grpSp>
        <p:nvGrpSpPr>
          <p:cNvPr id="93" name="组合 92">
            <a:extLst>
              <a:ext uri="{FF2B5EF4-FFF2-40B4-BE49-F238E27FC236}">
                <a16:creationId xmlns:a16="http://schemas.microsoft.com/office/drawing/2014/main" id="{8DC7E20B-446E-468F-A777-1F0CE5387AB9}"/>
              </a:ext>
            </a:extLst>
          </p:cNvPr>
          <p:cNvGrpSpPr/>
          <p:nvPr/>
        </p:nvGrpSpPr>
        <p:grpSpPr>
          <a:xfrm>
            <a:off x="6319891" y="4728281"/>
            <a:ext cx="1132417" cy="883464"/>
            <a:chOff x="6319891" y="4728281"/>
            <a:chExt cx="1132417" cy="883464"/>
          </a:xfrm>
        </p:grpSpPr>
        <p:sp>
          <p:nvSpPr>
            <p:cNvPr id="65" name="文本框 64">
              <a:extLst>
                <a:ext uri="{FF2B5EF4-FFF2-40B4-BE49-F238E27FC236}">
                  <a16:creationId xmlns:a16="http://schemas.microsoft.com/office/drawing/2014/main" id="{112E06C7-CC37-4C15-8D5F-C597E655D9B0}"/>
                </a:ext>
              </a:extLst>
            </p:cNvPr>
            <p:cNvSpPr txBox="1"/>
            <p:nvPr/>
          </p:nvSpPr>
          <p:spPr>
            <a:xfrm>
              <a:off x="6319891" y="5066015"/>
              <a:ext cx="644523" cy="369332"/>
            </a:xfrm>
            <a:prstGeom prst="rect">
              <a:avLst/>
            </a:prstGeom>
            <a:noFill/>
          </p:spPr>
          <p:txBody>
            <a:bodyPr wrap="square" rtlCol="0">
              <a:spAutoFit/>
            </a:bodyPr>
            <a:lstStyle/>
            <a:p>
              <a:pPr algn="ctr"/>
              <a:r>
                <a:rPr lang="en-US" altLang="zh-CN" b="1" dirty="0"/>
                <a:t>SIFS</a:t>
              </a:r>
              <a:endParaRPr lang="zh-CN" altLang="en-US" b="1" dirty="0"/>
            </a:p>
          </p:txBody>
        </p:sp>
        <p:cxnSp>
          <p:nvCxnSpPr>
            <p:cNvPr id="67" name="直接连接符 66">
              <a:extLst>
                <a:ext uri="{FF2B5EF4-FFF2-40B4-BE49-F238E27FC236}">
                  <a16:creationId xmlns:a16="http://schemas.microsoft.com/office/drawing/2014/main" id="{22B723C0-27F9-4938-B5DB-7E871C438D36}"/>
                </a:ext>
              </a:extLst>
            </p:cNvPr>
            <p:cNvCxnSpPr>
              <a:cxnSpLocks/>
            </p:cNvCxnSpPr>
            <p:nvPr/>
          </p:nvCxnSpPr>
          <p:spPr>
            <a:xfrm>
              <a:off x="6909127" y="5209733"/>
              <a:ext cx="0" cy="402012"/>
            </a:xfrm>
            <a:prstGeom prst="line">
              <a:avLst/>
            </a:prstGeom>
            <a:ln w="12700">
              <a:solidFill>
                <a:schemeClr val="tx1"/>
              </a:solidFill>
              <a:tailEnd type="none"/>
            </a:ln>
          </p:spPr>
          <p:style>
            <a:lnRef idx="1">
              <a:schemeClr val="accent1"/>
            </a:lnRef>
            <a:fillRef idx="0">
              <a:schemeClr val="accent1"/>
            </a:fillRef>
            <a:effectRef idx="0">
              <a:schemeClr val="accent1"/>
            </a:effectRef>
            <a:fontRef idx="minor">
              <a:schemeClr val="tx1"/>
            </a:fontRef>
          </p:style>
        </p:cxnSp>
        <p:cxnSp>
          <p:nvCxnSpPr>
            <p:cNvPr id="68" name="直接箭头连接符 67">
              <a:extLst>
                <a:ext uri="{FF2B5EF4-FFF2-40B4-BE49-F238E27FC236}">
                  <a16:creationId xmlns:a16="http://schemas.microsoft.com/office/drawing/2014/main" id="{4EBC1104-8388-4879-A98C-A51E988B464F}"/>
                </a:ext>
              </a:extLst>
            </p:cNvPr>
            <p:cNvCxnSpPr>
              <a:cxnSpLocks/>
            </p:cNvCxnSpPr>
            <p:nvPr/>
          </p:nvCxnSpPr>
          <p:spPr>
            <a:xfrm>
              <a:off x="6351641" y="5384361"/>
              <a:ext cx="557486" cy="0"/>
            </a:xfrm>
            <a:prstGeom prst="straightConnector1">
              <a:avLst/>
            </a:prstGeom>
            <a:ln w="12700">
              <a:solidFill>
                <a:schemeClr val="tx1"/>
              </a:solidFill>
              <a:headEnd type="triangle"/>
              <a:tailEnd type="triangle"/>
            </a:ln>
          </p:spPr>
          <p:style>
            <a:lnRef idx="1">
              <a:schemeClr val="accent1"/>
            </a:lnRef>
            <a:fillRef idx="0">
              <a:schemeClr val="accent1"/>
            </a:fillRef>
            <a:effectRef idx="0">
              <a:schemeClr val="accent1"/>
            </a:effectRef>
            <a:fontRef idx="minor">
              <a:schemeClr val="tx1"/>
            </a:fontRef>
          </p:style>
        </p:cxnSp>
        <p:sp>
          <p:nvSpPr>
            <p:cNvPr id="69" name="文本框 68">
              <a:extLst>
                <a:ext uri="{FF2B5EF4-FFF2-40B4-BE49-F238E27FC236}">
                  <a16:creationId xmlns:a16="http://schemas.microsoft.com/office/drawing/2014/main" id="{47723386-C4CB-4EF1-B347-89BBE66641BC}"/>
                </a:ext>
              </a:extLst>
            </p:cNvPr>
            <p:cNvSpPr txBox="1"/>
            <p:nvPr/>
          </p:nvSpPr>
          <p:spPr>
            <a:xfrm>
              <a:off x="6331534" y="4728281"/>
              <a:ext cx="1098550" cy="369332"/>
            </a:xfrm>
            <a:prstGeom prst="rect">
              <a:avLst/>
            </a:prstGeom>
            <a:noFill/>
          </p:spPr>
          <p:txBody>
            <a:bodyPr wrap="square" rtlCol="0">
              <a:spAutoFit/>
            </a:bodyPr>
            <a:lstStyle/>
            <a:p>
              <a:pPr algn="ctr"/>
              <a:r>
                <a:rPr lang="en-US" altLang="zh-CN" b="1" dirty="0"/>
                <a:t>DIFS</a:t>
              </a:r>
              <a:endParaRPr lang="zh-CN" altLang="en-US" b="1" dirty="0"/>
            </a:p>
          </p:txBody>
        </p:sp>
        <p:cxnSp>
          <p:nvCxnSpPr>
            <p:cNvPr id="70" name="直接连接符 69">
              <a:extLst>
                <a:ext uri="{FF2B5EF4-FFF2-40B4-BE49-F238E27FC236}">
                  <a16:creationId xmlns:a16="http://schemas.microsoft.com/office/drawing/2014/main" id="{204C01E8-0194-489F-8CCB-603A3C6858E0}"/>
                </a:ext>
              </a:extLst>
            </p:cNvPr>
            <p:cNvCxnSpPr>
              <a:cxnSpLocks/>
            </p:cNvCxnSpPr>
            <p:nvPr/>
          </p:nvCxnSpPr>
          <p:spPr>
            <a:xfrm>
              <a:off x="7452308" y="4835554"/>
              <a:ext cx="0" cy="776191"/>
            </a:xfrm>
            <a:prstGeom prst="line">
              <a:avLst/>
            </a:prstGeom>
            <a:ln w="12700">
              <a:solidFill>
                <a:schemeClr val="tx1"/>
              </a:solidFill>
              <a:tailEnd type="none"/>
            </a:ln>
          </p:spPr>
          <p:style>
            <a:lnRef idx="1">
              <a:schemeClr val="accent1"/>
            </a:lnRef>
            <a:fillRef idx="0">
              <a:schemeClr val="accent1"/>
            </a:fillRef>
            <a:effectRef idx="0">
              <a:schemeClr val="accent1"/>
            </a:effectRef>
            <a:fontRef idx="minor">
              <a:schemeClr val="tx1"/>
            </a:fontRef>
          </p:style>
        </p:cxnSp>
        <p:cxnSp>
          <p:nvCxnSpPr>
            <p:cNvPr id="71" name="直接箭头连接符 70">
              <a:extLst>
                <a:ext uri="{FF2B5EF4-FFF2-40B4-BE49-F238E27FC236}">
                  <a16:creationId xmlns:a16="http://schemas.microsoft.com/office/drawing/2014/main" id="{FD1D87FD-922E-4108-BC0F-C21616E45EC3}"/>
                </a:ext>
              </a:extLst>
            </p:cNvPr>
            <p:cNvCxnSpPr/>
            <p:nvPr/>
          </p:nvCxnSpPr>
          <p:spPr>
            <a:xfrm>
              <a:off x="6353758" y="5085814"/>
              <a:ext cx="1098550" cy="0"/>
            </a:xfrm>
            <a:prstGeom prst="straightConnector1">
              <a:avLst/>
            </a:prstGeom>
            <a:ln w="12700">
              <a:solidFill>
                <a:schemeClr val="tx1"/>
              </a:solidFill>
              <a:headEnd type="triangle"/>
              <a:tailEnd type="triangle"/>
            </a:ln>
          </p:spPr>
          <p:style>
            <a:lnRef idx="1">
              <a:schemeClr val="accent1"/>
            </a:lnRef>
            <a:fillRef idx="0">
              <a:schemeClr val="accent1"/>
            </a:fillRef>
            <a:effectRef idx="0">
              <a:schemeClr val="accent1"/>
            </a:effectRef>
            <a:fontRef idx="minor">
              <a:schemeClr val="tx1"/>
            </a:fontRef>
          </p:style>
        </p:cxnSp>
      </p:grpSp>
      <p:sp>
        <p:nvSpPr>
          <p:cNvPr id="87" name="矩形 86">
            <a:extLst>
              <a:ext uri="{FF2B5EF4-FFF2-40B4-BE49-F238E27FC236}">
                <a16:creationId xmlns:a16="http://schemas.microsoft.com/office/drawing/2014/main" id="{FDA03B81-8BAD-48CF-82ED-574AB9F2FBC6}"/>
              </a:ext>
            </a:extLst>
          </p:cNvPr>
          <p:cNvSpPr/>
          <p:nvPr/>
        </p:nvSpPr>
        <p:spPr>
          <a:xfrm>
            <a:off x="9117174" y="5207739"/>
            <a:ext cx="1498924" cy="400110"/>
          </a:xfrm>
          <a:prstGeom prst="rect">
            <a:avLst/>
          </a:prstGeom>
          <a:solidFill>
            <a:schemeClr val="accent3"/>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zh-CN" altLang="en-US" b="1" dirty="0"/>
              <a:t>发送帧</a:t>
            </a:r>
          </a:p>
        </p:txBody>
      </p:sp>
      <p:grpSp>
        <p:nvGrpSpPr>
          <p:cNvPr id="92" name="组合 91">
            <a:extLst>
              <a:ext uri="{FF2B5EF4-FFF2-40B4-BE49-F238E27FC236}">
                <a16:creationId xmlns:a16="http://schemas.microsoft.com/office/drawing/2014/main" id="{42678F22-16EA-4ADF-A88D-659023997499}"/>
              </a:ext>
            </a:extLst>
          </p:cNvPr>
          <p:cNvGrpSpPr/>
          <p:nvPr/>
        </p:nvGrpSpPr>
        <p:grpSpPr>
          <a:xfrm>
            <a:off x="7452308" y="4728281"/>
            <a:ext cx="1664117" cy="893186"/>
            <a:chOff x="7452308" y="4728281"/>
            <a:chExt cx="1664117" cy="893186"/>
          </a:xfrm>
        </p:grpSpPr>
        <p:sp>
          <p:nvSpPr>
            <p:cNvPr id="73" name="文本框 72">
              <a:extLst>
                <a:ext uri="{FF2B5EF4-FFF2-40B4-BE49-F238E27FC236}">
                  <a16:creationId xmlns:a16="http://schemas.microsoft.com/office/drawing/2014/main" id="{704EF0CF-70F3-4494-A826-79BC73B0E9E9}"/>
                </a:ext>
              </a:extLst>
            </p:cNvPr>
            <p:cNvSpPr txBox="1"/>
            <p:nvPr/>
          </p:nvSpPr>
          <p:spPr>
            <a:xfrm>
              <a:off x="7452309" y="4728281"/>
              <a:ext cx="1661590" cy="369332"/>
            </a:xfrm>
            <a:prstGeom prst="rect">
              <a:avLst/>
            </a:prstGeom>
            <a:noFill/>
          </p:spPr>
          <p:txBody>
            <a:bodyPr wrap="square" rtlCol="0">
              <a:spAutoFit/>
            </a:bodyPr>
            <a:lstStyle/>
            <a:p>
              <a:pPr algn="ctr"/>
              <a:r>
                <a:rPr lang="zh-CN" altLang="en-US" b="1" dirty="0"/>
                <a:t>随机退避时间</a:t>
              </a:r>
            </a:p>
          </p:txBody>
        </p:sp>
        <p:cxnSp>
          <p:nvCxnSpPr>
            <p:cNvPr id="74" name="直接连接符 73">
              <a:extLst>
                <a:ext uri="{FF2B5EF4-FFF2-40B4-BE49-F238E27FC236}">
                  <a16:creationId xmlns:a16="http://schemas.microsoft.com/office/drawing/2014/main" id="{CAFC1D16-03AE-400F-947B-BD138E02EF04}"/>
                </a:ext>
              </a:extLst>
            </p:cNvPr>
            <p:cNvCxnSpPr>
              <a:cxnSpLocks/>
            </p:cNvCxnSpPr>
            <p:nvPr/>
          </p:nvCxnSpPr>
          <p:spPr>
            <a:xfrm>
              <a:off x="9115162" y="4845276"/>
              <a:ext cx="0" cy="776191"/>
            </a:xfrm>
            <a:prstGeom prst="line">
              <a:avLst/>
            </a:prstGeom>
            <a:ln w="12700">
              <a:solidFill>
                <a:schemeClr val="tx1"/>
              </a:solidFill>
              <a:tailEnd type="none"/>
            </a:ln>
          </p:spPr>
          <p:style>
            <a:lnRef idx="1">
              <a:schemeClr val="accent1"/>
            </a:lnRef>
            <a:fillRef idx="0">
              <a:schemeClr val="accent1"/>
            </a:fillRef>
            <a:effectRef idx="0">
              <a:schemeClr val="accent1"/>
            </a:effectRef>
            <a:fontRef idx="minor">
              <a:schemeClr val="tx1"/>
            </a:fontRef>
          </p:style>
        </p:cxnSp>
        <p:cxnSp>
          <p:nvCxnSpPr>
            <p:cNvPr id="75" name="直接箭头连接符 74">
              <a:extLst>
                <a:ext uri="{FF2B5EF4-FFF2-40B4-BE49-F238E27FC236}">
                  <a16:creationId xmlns:a16="http://schemas.microsoft.com/office/drawing/2014/main" id="{C09209EB-DC9D-4E99-B3F0-589F059C3933}"/>
                </a:ext>
              </a:extLst>
            </p:cNvPr>
            <p:cNvCxnSpPr>
              <a:cxnSpLocks/>
            </p:cNvCxnSpPr>
            <p:nvPr/>
          </p:nvCxnSpPr>
          <p:spPr>
            <a:xfrm>
              <a:off x="7452308" y="5086495"/>
              <a:ext cx="1661591" cy="0"/>
            </a:xfrm>
            <a:prstGeom prst="straightConnector1">
              <a:avLst/>
            </a:prstGeom>
            <a:ln w="12700">
              <a:solidFill>
                <a:schemeClr val="tx1"/>
              </a:solidFill>
              <a:headEnd type="triangle"/>
              <a:tailEnd type="triangle"/>
            </a:ln>
          </p:spPr>
          <p:style>
            <a:lnRef idx="1">
              <a:schemeClr val="accent1"/>
            </a:lnRef>
            <a:fillRef idx="0">
              <a:schemeClr val="accent1"/>
            </a:fillRef>
            <a:effectRef idx="0">
              <a:schemeClr val="accent1"/>
            </a:effectRef>
            <a:fontRef idx="minor">
              <a:schemeClr val="tx1"/>
            </a:fontRef>
          </p:style>
        </p:cxnSp>
        <p:grpSp>
          <p:nvGrpSpPr>
            <p:cNvPr id="91" name="组合 90">
              <a:extLst>
                <a:ext uri="{FF2B5EF4-FFF2-40B4-BE49-F238E27FC236}">
                  <a16:creationId xmlns:a16="http://schemas.microsoft.com/office/drawing/2014/main" id="{38EE3E5B-2BB4-40B9-AE8E-B1DB399A95B1}"/>
                </a:ext>
              </a:extLst>
            </p:cNvPr>
            <p:cNvGrpSpPr/>
            <p:nvPr/>
          </p:nvGrpSpPr>
          <p:grpSpPr>
            <a:xfrm>
              <a:off x="7456617" y="5207739"/>
              <a:ext cx="1659808" cy="401060"/>
              <a:chOff x="7456617" y="5207739"/>
              <a:chExt cx="1659808" cy="401060"/>
            </a:xfrm>
          </p:grpSpPr>
          <p:sp>
            <p:nvSpPr>
              <p:cNvPr id="77" name="矩形 76">
                <a:extLst>
                  <a:ext uri="{FF2B5EF4-FFF2-40B4-BE49-F238E27FC236}">
                    <a16:creationId xmlns:a16="http://schemas.microsoft.com/office/drawing/2014/main" id="{6124807E-B566-4FA4-9988-10F55C70012F}"/>
                  </a:ext>
                </a:extLst>
              </p:cNvPr>
              <p:cNvSpPr/>
              <p:nvPr/>
            </p:nvSpPr>
            <p:spPr>
              <a:xfrm>
                <a:off x="7456617" y="5207739"/>
                <a:ext cx="136945" cy="401060"/>
              </a:xfrm>
              <a:prstGeom prst="rect">
                <a:avLst/>
              </a:prstGeom>
              <a:solidFill>
                <a:schemeClr val="accent6"/>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79" name="矩形 78">
                <a:extLst>
                  <a:ext uri="{FF2B5EF4-FFF2-40B4-BE49-F238E27FC236}">
                    <a16:creationId xmlns:a16="http://schemas.microsoft.com/office/drawing/2014/main" id="{5B76CE03-F858-46BF-863A-C8142F5AB70E}"/>
                  </a:ext>
                </a:extLst>
              </p:cNvPr>
              <p:cNvSpPr/>
              <p:nvPr/>
            </p:nvSpPr>
            <p:spPr>
              <a:xfrm>
                <a:off x="7594295" y="5207739"/>
                <a:ext cx="136945" cy="401060"/>
              </a:xfrm>
              <a:prstGeom prst="rect">
                <a:avLst/>
              </a:prstGeom>
              <a:solidFill>
                <a:schemeClr val="accent6"/>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80" name="矩形 79">
                <a:extLst>
                  <a:ext uri="{FF2B5EF4-FFF2-40B4-BE49-F238E27FC236}">
                    <a16:creationId xmlns:a16="http://schemas.microsoft.com/office/drawing/2014/main" id="{C754B141-8D78-45C7-9DAB-932F69328E94}"/>
                  </a:ext>
                </a:extLst>
              </p:cNvPr>
              <p:cNvSpPr/>
              <p:nvPr/>
            </p:nvSpPr>
            <p:spPr>
              <a:xfrm>
                <a:off x="7731240" y="5207739"/>
                <a:ext cx="136945" cy="401060"/>
              </a:xfrm>
              <a:prstGeom prst="rect">
                <a:avLst/>
              </a:prstGeom>
              <a:solidFill>
                <a:schemeClr val="accent6"/>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81" name="矩形 80">
                <a:extLst>
                  <a:ext uri="{FF2B5EF4-FFF2-40B4-BE49-F238E27FC236}">
                    <a16:creationId xmlns:a16="http://schemas.microsoft.com/office/drawing/2014/main" id="{CDDC9F16-8BD6-4B93-AC0D-5FBB3B62CDD4}"/>
                  </a:ext>
                </a:extLst>
              </p:cNvPr>
              <p:cNvSpPr/>
              <p:nvPr/>
            </p:nvSpPr>
            <p:spPr>
              <a:xfrm>
                <a:off x="7865380" y="5207739"/>
                <a:ext cx="136945" cy="401060"/>
              </a:xfrm>
              <a:prstGeom prst="rect">
                <a:avLst/>
              </a:prstGeom>
              <a:solidFill>
                <a:schemeClr val="accent6"/>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82" name="矩形 81">
                <a:extLst>
                  <a:ext uri="{FF2B5EF4-FFF2-40B4-BE49-F238E27FC236}">
                    <a16:creationId xmlns:a16="http://schemas.microsoft.com/office/drawing/2014/main" id="{77A333E6-D611-49BC-B1E1-89432E03B3D8}"/>
                  </a:ext>
                </a:extLst>
              </p:cNvPr>
              <p:cNvSpPr/>
              <p:nvPr/>
            </p:nvSpPr>
            <p:spPr>
              <a:xfrm>
                <a:off x="8571140" y="5207739"/>
                <a:ext cx="136945" cy="401060"/>
              </a:xfrm>
              <a:prstGeom prst="rect">
                <a:avLst/>
              </a:prstGeom>
              <a:solidFill>
                <a:schemeClr val="accent6"/>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83" name="矩形 82">
                <a:extLst>
                  <a:ext uri="{FF2B5EF4-FFF2-40B4-BE49-F238E27FC236}">
                    <a16:creationId xmlns:a16="http://schemas.microsoft.com/office/drawing/2014/main" id="{AACC2820-67D4-4BC8-BE70-BBED9DC376D1}"/>
                  </a:ext>
                </a:extLst>
              </p:cNvPr>
              <p:cNvSpPr/>
              <p:nvPr/>
            </p:nvSpPr>
            <p:spPr>
              <a:xfrm>
                <a:off x="8708818" y="5207739"/>
                <a:ext cx="136945" cy="401060"/>
              </a:xfrm>
              <a:prstGeom prst="rect">
                <a:avLst/>
              </a:prstGeom>
              <a:solidFill>
                <a:schemeClr val="accent6"/>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84" name="矩形 83">
                <a:extLst>
                  <a:ext uri="{FF2B5EF4-FFF2-40B4-BE49-F238E27FC236}">
                    <a16:creationId xmlns:a16="http://schemas.microsoft.com/office/drawing/2014/main" id="{B1EED8D6-A9F1-49CF-AA15-2C1212A2483B}"/>
                  </a:ext>
                </a:extLst>
              </p:cNvPr>
              <p:cNvSpPr/>
              <p:nvPr/>
            </p:nvSpPr>
            <p:spPr>
              <a:xfrm>
                <a:off x="8845763" y="5207739"/>
                <a:ext cx="136945" cy="401060"/>
              </a:xfrm>
              <a:prstGeom prst="rect">
                <a:avLst/>
              </a:prstGeom>
              <a:solidFill>
                <a:schemeClr val="accent6"/>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85" name="矩形 84">
                <a:extLst>
                  <a:ext uri="{FF2B5EF4-FFF2-40B4-BE49-F238E27FC236}">
                    <a16:creationId xmlns:a16="http://schemas.microsoft.com/office/drawing/2014/main" id="{7D2124FD-7C5A-474C-A989-763C2D618E8A}"/>
                  </a:ext>
                </a:extLst>
              </p:cNvPr>
              <p:cNvSpPr/>
              <p:nvPr/>
            </p:nvSpPr>
            <p:spPr>
              <a:xfrm>
                <a:off x="8979480" y="5207739"/>
                <a:ext cx="136945" cy="401060"/>
              </a:xfrm>
              <a:prstGeom prst="rect">
                <a:avLst/>
              </a:prstGeom>
              <a:solidFill>
                <a:schemeClr val="accent6"/>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90" name="文本框 89">
                <a:extLst>
                  <a:ext uri="{FF2B5EF4-FFF2-40B4-BE49-F238E27FC236}">
                    <a16:creationId xmlns:a16="http://schemas.microsoft.com/office/drawing/2014/main" id="{C54DBC64-21DD-4889-820E-04FD99416F1C}"/>
                  </a:ext>
                </a:extLst>
              </p:cNvPr>
              <p:cNvSpPr txBox="1"/>
              <p:nvPr/>
            </p:nvSpPr>
            <p:spPr>
              <a:xfrm>
                <a:off x="8067790" y="5207739"/>
                <a:ext cx="430627" cy="369332"/>
              </a:xfrm>
              <a:prstGeom prst="rect">
                <a:avLst/>
              </a:prstGeom>
              <a:noFill/>
            </p:spPr>
            <p:txBody>
              <a:bodyPr wrap="square" rtlCol="0">
                <a:spAutoFit/>
              </a:bodyPr>
              <a:lstStyle/>
              <a:p>
                <a:pPr algn="ctr"/>
                <a:r>
                  <a:rPr lang="en-US" altLang="zh-CN" b="1" dirty="0">
                    <a:latin typeface="宋体" panose="02010600030101010101" pitchFamily="2" charset="-122"/>
                    <a:ea typeface="宋体" panose="02010600030101010101" pitchFamily="2" charset="-122"/>
                  </a:rPr>
                  <a:t>…</a:t>
                </a:r>
                <a:endParaRPr lang="zh-CN" altLang="en-US" b="1" dirty="0">
                  <a:latin typeface="宋体" panose="02010600030101010101" pitchFamily="2" charset="-122"/>
                  <a:ea typeface="宋体" panose="02010600030101010101" pitchFamily="2" charset="-122"/>
                </a:endParaRPr>
              </a:p>
            </p:txBody>
          </p:sp>
        </p:grpSp>
      </p:grpSp>
      <p:grpSp>
        <p:nvGrpSpPr>
          <p:cNvPr id="101" name="组合 100">
            <a:extLst>
              <a:ext uri="{FF2B5EF4-FFF2-40B4-BE49-F238E27FC236}">
                <a16:creationId xmlns:a16="http://schemas.microsoft.com/office/drawing/2014/main" id="{8DDDACE7-C25E-47A5-9A19-9015074D79CB}"/>
              </a:ext>
            </a:extLst>
          </p:cNvPr>
          <p:cNvGrpSpPr/>
          <p:nvPr/>
        </p:nvGrpSpPr>
        <p:grpSpPr>
          <a:xfrm>
            <a:off x="3901858" y="3124233"/>
            <a:ext cx="1250949" cy="1245704"/>
            <a:chOff x="3901858" y="3124233"/>
            <a:chExt cx="1250949" cy="1245704"/>
          </a:xfrm>
        </p:grpSpPr>
        <p:sp>
          <p:nvSpPr>
            <p:cNvPr id="52" name="平行四边形 51">
              <a:extLst>
                <a:ext uri="{FF2B5EF4-FFF2-40B4-BE49-F238E27FC236}">
                  <a16:creationId xmlns:a16="http://schemas.microsoft.com/office/drawing/2014/main" id="{A6D7F9EA-AAFF-4EBC-BB07-DDAF4A1C569A}"/>
                </a:ext>
              </a:extLst>
            </p:cNvPr>
            <p:cNvSpPr/>
            <p:nvPr/>
          </p:nvSpPr>
          <p:spPr>
            <a:xfrm flipH="1">
              <a:off x="3901858" y="3124233"/>
              <a:ext cx="1250949" cy="1245704"/>
            </a:xfrm>
            <a:prstGeom prst="parallelogram">
              <a:avLst/>
            </a:prstGeom>
            <a:solidFill>
              <a:schemeClr val="accent3"/>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b="1" dirty="0">
                <a:latin typeface="宋体" panose="02010600030101010101" pitchFamily="2" charset="-122"/>
                <a:ea typeface="宋体" panose="02010600030101010101" pitchFamily="2" charset="-122"/>
              </a:endParaRPr>
            </a:p>
          </p:txBody>
        </p:sp>
        <p:sp>
          <p:nvSpPr>
            <p:cNvPr id="98" name="文本框 97">
              <a:extLst>
                <a:ext uri="{FF2B5EF4-FFF2-40B4-BE49-F238E27FC236}">
                  <a16:creationId xmlns:a16="http://schemas.microsoft.com/office/drawing/2014/main" id="{C77411A2-1CD5-4040-ACBC-13BF9CEF8499}"/>
                </a:ext>
              </a:extLst>
            </p:cNvPr>
            <p:cNvSpPr txBox="1"/>
            <p:nvPr/>
          </p:nvSpPr>
          <p:spPr>
            <a:xfrm>
              <a:off x="4036794" y="3241201"/>
              <a:ext cx="981076" cy="646331"/>
            </a:xfrm>
            <a:prstGeom prst="rect">
              <a:avLst/>
            </a:prstGeom>
            <a:noFill/>
          </p:spPr>
          <p:txBody>
            <a:bodyPr wrap="square" rtlCol="0">
              <a:spAutoFit/>
            </a:bodyPr>
            <a:lstStyle/>
            <a:p>
              <a:pPr algn="ctr"/>
              <a:r>
                <a:rPr lang="zh-CN" altLang="en-US" b="1" dirty="0">
                  <a:solidFill>
                    <a:schemeClr val="bg1"/>
                  </a:solidFill>
                </a:rPr>
                <a:t>第</a:t>
              </a:r>
              <a:r>
                <a:rPr lang="en-US" altLang="zh-CN" b="1" dirty="0">
                  <a:solidFill>
                    <a:schemeClr val="bg1"/>
                  </a:solidFill>
                </a:rPr>
                <a:t>1</a:t>
              </a:r>
              <a:r>
                <a:rPr lang="zh-CN" altLang="en-US" b="1" dirty="0">
                  <a:solidFill>
                    <a:schemeClr val="bg1"/>
                  </a:solidFill>
                </a:rPr>
                <a:t>个</a:t>
              </a:r>
              <a:endParaRPr lang="en-US" altLang="zh-CN" b="1" dirty="0">
                <a:solidFill>
                  <a:schemeClr val="bg1"/>
                </a:solidFill>
              </a:endParaRPr>
            </a:p>
            <a:p>
              <a:pPr algn="ctr"/>
              <a:r>
                <a:rPr lang="zh-CN" altLang="en-US" b="1" dirty="0">
                  <a:solidFill>
                    <a:schemeClr val="bg1"/>
                  </a:solidFill>
                </a:rPr>
                <a:t>数据帧</a:t>
              </a:r>
            </a:p>
          </p:txBody>
        </p:sp>
        <p:cxnSp>
          <p:nvCxnSpPr>
            <p:cNvPr id="100" name="直接箭头连接符 99">
              <a:extLst>
                <a:ext uri="{FF2B5EF4-FFF2-40B4-BE49-F238E27FC236}">
                  <a16:creationId xmlns:a16="http://schemas.microsoft.com/office/drawing/2014/main" id="{7E326EA6-85DA-47B4-B17B-E09B87597BD9}"/>
                </a:ext>
              </a:extLst>
            </p:cNvPr>
            <p:cNvCxnSpPr/>
            <p:nvPr/>
          </p:nvCxnSpPr>
          <p:spPr>
            <a:xfrm>
              <a:off x="4565842" y="3880823"/>
              <a:ext cx="85308" cy="345801"/>
            </a:xfrm>
            <a:prstGeom prst="straightConnector1">
              <a:avLst/>
            </a:prstGeom>
            <a:ln w="38100">
              <a:solidFill>
                <a:schemeClr val="bg1"/>
              </a:solidFill>
              <a:tailEnd type="triangle"/>
            </a:ln>
          </p:spPr>
          <p:style>
            <a:lnRef idx="1">
              <a:schemeClr val="accent1"/>
            </a:lnRef>
            <a:fillRef idx="0">
              <a:schemeClr val="accent1"/>
            </a:fillRef>
            <a:effectRef idx="0">
              <a:schemeClr val="accent1"/>
            </a:effectRef>
            <a:fontRef idx="minor">
              <a:schemeClr val="tx1"/>
            </a:fontRef>
          </p:style>
        </p:cxnSp>
      </p:grpSp>
      <p:grpSp>
        <p:nvGrpSpPr>
          <p:cNvPr id="105" name="组合 104">
            <a:extLst>
              <a:ext uri="{FF2B5EF4-FFF2-40B4-BE49-F238E27FC236}">
                <a16:creationId xmlns:a16="http://schemas.microsoft.com/office/drawing/2014/main" id="{9ADF70C5-E8DB-494B-9078-A0E71C927CC4}"/>
              </a:ext>
            </a:extLst>
          </p:cNvPr>
          <p:cNvGrpSpPr/>
          <p:nvPr/>
        </p:nvGrpSpPr>
        <p:grpSpPr>
          <a:xfrm>
            <a:off x="5710293" y="3124233"/>
            <a:ext cx="644526" cy="1249899"/>
            <a:chOff x="5710293" y="3124233"/>
            <a:chExt cx="644526" cy="1249899"/>
          </a:xfrm>
        </p:grpSpPr>
        <p:sp>
          <p:nvSpPr>
            <p:cNvPr id="53" name="平行四边形 52">
              <a:extLst>
                <a:ext uri="{FF2B5EF4-FFF2-40B4-BE49-F238E27FC236}">
                  <a16:creationId xmlns:a16="http://schemas.microsoft.com/office/drawing/2014/main" id="{CF823127-217E-46A2-9594-8DA763C9DA37}"/>
                </a:ext>
              </a:extLst>
            </p:cNvPr>
            <p:cNvSpPr/>
            <p:nvPr/>
          </p:nvSpPr>
          <p:spPr>
            <a:xfrm>
              <a:off x="5710293" y="3124233"/>
              <a:ext cx="644526" cy="1245704"/>
            </a:xfrm>
            <a:prstGeom prst="parallelogram">
              <a:avLst>
                <a:gd name="adj" fmla="val 46023"/>
              </a:avLst>
            </a:prstGeom>
            <a:solidFill>
              <a:schemeClr val="accent5"/>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102" name="文本框 101">
              <a:extLst>
                <a:ext uri="{FF2B5EF4-FFF2-40B4-BE49-F238E27FC236}">
                  <a16:creationId xmlns:a16="http://schemas.microsoft.com/office/drawing/2014/main" id="{74CB46F0-6697-4B1A-9F3A-9CBDBD14D81B}"/>
                </a:ext>
              </a:extLst>
            </p:cNvPr>
            <p:cNvSpPr txBox="1"/>
            <p:nvPr/>
          </p:nvSpPr>
          <p:spPr>
            <a:xfrm rot="16963893">
              <a:off x="5653799" y="3893704"/>
              <a:ext cx="591525" cy="369332"/>
            </a:xfrm>
            <a:prstGeom prst="rect">
              <a:avLst/>
            </a:prstGeom>
            <a:noFill/>
          </p:spPr>
          <p:txBody>
            <a:bodyPr wrap="square" rtlCol="0">
              <a:spAutoFit/>
            </a:bodyPr>
            <a:lstStyle/>
            <a:p>
              <a:pPr algn="ctr"/>
              <a:r>
                <a:rPr lang="en-US" altLang="zh-CN" b="1" dirty="0">
                  <a:solidFill>
                    <a:schemeClr val="bg1"/>
                  </a:solidFill>
                </a:rPr>
                <a:t>ACK</a:t>
              </a:r>
              <a:endParaRPr lang="zh-CN" altLang="en-US" b="1" dirty="0">
                <a:solidFill>
                  <a:schemeClr val="bg1"/>
                </a:solidFill>
              </a:endParaRPr>
            </a:p>
          </p:txBody>
        </p:sp>
        <p:cxnSp>
          <p:nvCxnSpPr>
            <p:cNvPr id="103" name="直接箭头连接符 102">
              <a:extLst>
                <a:ext uri="{FF2B5EF4-FFF2-40B4-BE49-F238E27FC236}">
                  <a16:creationId xmlns:a16="http://schemas.microsoft.com/office/drawing/2014/main" id="{F302317B-DC54-4242-991A-5F00C6449389}"/>
                </a:ext>
              </a:extLst>
            </p:cNvPr>
            <p:cNvCxnSpPr>
              <a:cxnSpLocks/>
            </p:cNvCxnSpPr>
            <p:nvPr/>
          </p:nvCxnSpPr>
          <p:spPr>
            <a:xfrm flipV="1">
              <a:off x="6032556" y="3355319"/>
              <a:ext cx="104500" cy="410278"/>
            </a:xfrm>
            <a:prstGeom prst="straightConnector1">
              <a:avLst/>
            </a:prstGeom>
            <a:ln w="38100">
              <a:solidFill>
                <a:schemeClr val="bg1"/>
              </a:solidFill>
              <a:tailEnd type="triangle"/>
            </a:ln>
          </p:spPr>
          <p:style>
            <a:lnRef idx="1">
              <a:schemeClr val="accent1"/>
            </a:lnRef>
            <a:fillRef idx="0">
              <a:schemeClr val="accent1"/>
            </a:fillRef>
            <a:effectRef idx="0">
              <a:schemeClr val="accent1"/>
            </a:effectRef>
            <a:fontRef idx="minor">
              <a:schemeClr val="tx1"/>
            </a:fontRef>
          </p:style>
        </p:cxnSp>
      </p:grpSp>
      <p:grpSp>
        <p:nvGrpSpPr>
          <p:cNvPr id="66" name="组合 65">
            <a:extLst>
              <a:ext uri="{FF2B5EF4-FFF2-40B4-BE49-F238E27FC236}">
                <a16:creationId xmlns:a16="http://schemas.microsoft.com/office/drawing/2014/main" id="{4B7F12D5-EC9E-469F-92AF-1FA287F48D7C}"/>
              </a:ext>
            </a:extLst>
          </p:cNvPr>
          <p:cNvGrpSpPr/>
          <p:nvPr/>
        </p:nvGrpSpPr>
        <p:grpSpPr>
          <a:xfrm>
            <a:off x="2121467" y="3123280"/>
            <a:ext cx="1363688" cy="830190"/>
            <a:chOff x="4018800" y="2864874"/>
            <a:chExt cx="1363688" cy="830190"/>
          </a:xfrm>
        </p:grpSpPr>
        <p:sp>
          <p:nvSpPr>
            <p:cNvPr id="72" name="文本框 71">
              <a:extLst>
                <a:ext uri="{FF2B5EF4-FFF2-40B4-BE49-F238E27FC236}">
                  <a16:creationId xmlns:a16="http://schemas.microsoft.com/office/drawing/2014/main" id="{D03828A7-CA4F-4C09-BBDD-CE9C975A6151}"/>
                </a:ext>
              </a:extLst>
            </p:cNvPr>
            <p:cNvSpPr txBox="1"/>
            <p:nvPr/>
          </p:nvSpPr>
          <p:spPr>
            <a:xfrm>
              <a:off x="4018800" y="3325732"/>
              <a:ext cx="1363688" cy="369332"/>
            </a:xfrm>
            <a:prstGeom prst="rect">
              <a:avLst/>
            </a:prstGeom>
            <a:noFill/>
          </p:spPr>
          <p:txBody>
            <a:bodyPr wrap="square" rtlCol="0">
              <a:spAutoFit/>
            </a:bodyPr>
            <a:lstStyle/>
            <a:p>
              <a:pPr algn="ctr"/>
              <a:r>
                <a:rPr lang="zh-CN" altLang="en-US" b="1" dirty="0">
                  <a:solidFill>
                    <a:schemeClr val="accent3"/>
                  </a:solidFill>
                  <a:latin typeface="Arial Narrow" panose="020B0606020202030204" pitchFamily="34" charset="0"/>
                </a:rPr>
                <a:t>有帧要发送</a:t>
              </a:r>
            </a:p>
          </p:txBody>
        </p:sp>
        <p:cxnSp>
          <p:nvCxnSpPr>
            <p:cNvPr id="76" name="直接箭头连接符 75">
              <a:extLst>
                <a:ext uri="{FF2B5EF4-FFF2-40B4-BE49-F238E27FC236}">
                  <a16:creationId xmlns:a16="http://schemas.microsoft.com/office/drawing/2014/main" id="{D1AF9491-0A13-4387-B624-405F724582B6}"/>
                </a:ext>
              </a:extLst>
            </p:cNvPr>
            <p:cNvCxnSpPr>
              <a:cxnSpLocks/>
            </p:cNvCxnSpPr>
            <p:nvPr/>
          </p:nvCxnSpPr>
          <p:spPr>
            <a:xfrm flipV="1">
              <a:off x="4702471" y="2864874"/>
              <a:ext cx="0" cy="521823"/>
            </a:xfrm>
            <a:prstGeom prst="straightConnector1">
              <a:avLst/>
            </a:prstGeom>
            <a:ln w="25400">
              <a:solidFill>
                <a:schemeClr val="tx1"/>
              </a:solidFill>
              <a:tailEnd type="triangle" w="med" len="lg"/>
            </a:ln>
          </p:spPr>
          <p:style>
            <a:lnRef idx="1">
              <a:schemeClr val="accent1"/>
            </a:lnRef>
            <a:fillRef idx="0">
              <a:schemeClr val="accent1"/>
            </a:fillRef>
            <a:effectRef idx="0">
              <a:schemeClr val="accent1"/>
            </a:effectRef>
            <a:fontRef idx="minor">
              <a:schemeClr val="tx1"/>
            </a:fontRef>
          </p:style>
        </p:cxnSp>
      </p:grpSp>
      <p:grpSp>
        <p:nvGrpSpPr>
          <p:cNvPr id="6" name="组合 5">
            <a:extLst>
              <a:ext uri="{FF2B5EF4-FFF2-40B4-BE49-F238E27FC236}">
                <a16:creationId xmlns:a16="http://schemas.microsoft.com/office/drawing/2014/main" id="{13C9F183-84D2-41C5-B9EE-8ED2BD85CFE3}"/>
              </a:ext>
            </a:extLst>
          </p:cNvPr>
          <p:cNvGrpSpPr/>
          <p:nvPr/>
        </p:nvGrpSpPr>
        <p:grpSpPr>
          <a:xfrm>
            <a:off x="3514553" y="5621467"/>
            <a:ext cx="1747300" cy="893633"/>
            <a:chOff x="3514553" y="5621467"/>
            <a:chExt cx="1747300" cy="893633"/>
          </a:xfrm>
        </p:grpSpPr>
        <p:sp>
          <p:nvSpPr>
            <p:cNvPr id="97" name="文本框 96">
              <a:extLst>
                <a:ext uri="{FF2B5EF4-FFF2-40B4-BE49-F238E27FC236}">
                  <a16:creationId xmlns:a16="http://schemas.microsoft.com/office/drawing/2014/main" id="{63A025DC-0A2C-4BAC-9E24-192637B484E6}"/>
                </a:ext>
              </a:extLst>
            </p:cNvPr>
            <p:cNvSpPr txBox="1"/>
            <p:nvPr/>
          </p:nvSpPr>
          <p:spPr>
            <a:xfrm>
              <a:off x="3514553" y="5868769"/>
              <a:ext cx="1747300" cy="646331"/>
            </a:xfrm>
            <a:prstGeom prst="rect">
              <a:avLst/>
            </a:prstGeom>
            <a:noFill/>
          </p:spPr>
          <p:txBody>
            <a:bodyPr wrap="square" rtlCol="0">
              <a:spAutoFit/>
            </a:bodyPr>
            <a:lstStyle/>
            <a:p>
              <a:pPr algn="ctr"/>
              <a:r>
                <a:rPr lang="zh-CN" altLang="en-US" b="1" dirty="0">
                  <a:solidFill>
                    <a:schemeClr val="accent3"/>
                  </a:solidFill>
                  <a:latin typeface="Arial Narrow" panose="020B0606020202030204" pitchFamily="34" charset="0"/>
                </a:rPr>
                <a:t>有帧要发送</a:t>
              </a:r>
              <a:endParaRPr lang="en-US" altLang="zh-CN" b="1" dirty="0">
                <a:solidFill>
                  <a:schemeClr val="accent3"/>
                </a:solidFill>
                <a:latin typeface="Arial Narrow" panose="020B0606020202030204" pitchFamily="34" charset="0"/>
              </a:endParaRPr>
            </a:p>
            <a:p>
              <a:pPr algn="ctr"/>
              <a:r>
                <a:rPr lang="zh-CN" altLang="en-US" b="1" dirty="0">
                  <a:solidFill>
                    <a:schemeClr val="accent3"/>
                  </a:solidFill>
                  <a:latin typeface="Arial Narrow" panose="020B0606020202030204" pitchFamily="34" charset="0"/>
                </a:rPr>
                <a:t>只能推迟发送</a:t>
              </a:r>
            </a:p>
          </p:txBody>
        </p:sp>
        <p:cxnSp>
          <p:nvCxnSpPr>
            <p:cNvPr id="99" name="直接箭头连接符 98">
              <a:extLst>
                <a:ext uri="{FF2B5EF4-FFF2-40B4-BE49-F238E27FC236}">
                  <a16:creationId xmlns:a16="http://schemas.microsoft.com/office/drawing/2014/main" id="{9B18C0F7-A04F-4815-A1CA-7F8B3076BFAF}"/>
                </a:ext>
              </a:extLst>
            </p:cNvPr>
            <p:cNvCxnSpPr>
              <a:cxnSpLocks/>
            </p:cNvCxnSpPr>
            <p:nvPr/>
          </p:nvCxnSpPr>
          <p:spPr>
            <a:xfrm flipV="1">
              <a:off x="4388203" y="5621467"/>
              <a:ext cx="0" cy="330315"/>
            </a:xfrm>
            <a:prstGeom prst="straightConnector1">
              <a:avLst/>
            </a:prstGeom>
            <a:ln w="25400">
              <a:solidFill>
                <a:schemeClr val="tx1"/>
              </a:solidFill>
              <a:tailEnd type="triangle" w="med" len="lg"/>
            </a:ln>
          </p:spPr>
          <p:style>
            <a:lnRef idx="1">
              <a:schemeClr val="accent1"/>
            </a:lnRef>
            <a:fillRef idx="0">
              <a:schemeClr val="accent1"/>
            </a:fillRef>
            <a:effectRef idx="0">
              <a:schemeClr val="accent1"/>
            </a:effectRef>
            <a:fontRef idx="minor">
              <a:schemeClr val="tx1"/>
            </a:fontRef>
          </p:style>
        </p:cxnSp>
      </p:grpSp>
      <p:sp>
        <p:nvSpPr>
          <p:cNvPr id="104" name="对话气泡: 圆角矩形 103">
            <a:extLst>
              <a:ext uri="{FF2B5EF4-FFF2-40B4-BE49-F238E27FC236}">
                <a16:creationId xmlns:a16="http://schemas.microsoft.com/office/drawing/2014/main" id="{D9829E01-FCFC-464F-86C5-D3B58751F058}"/>
              </a:ext>
            </a:extLst>
          </p:cNvPr>
          <p:cNvSpPr/>
          <p:nvPr/>
        </p:nvSpPr>
        <p:spPr>
          <a:xfrm>
            <a:off x="4083052" y="1136389"/>
            <a:ext cx="7613012" cy="1767077"/>
          </a:xfrm>
          <a:prstGeom prst="wedgeRoundRectCallout">
            <a:avLst>
              <a:gd name="adj1" fmla="val 5650"/>
              <a:gd name="adj2" fmla="val 154654"/>
              <a:gd name="adj3" fmla="val 16667"/>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endParaRPr lang="zh-CN" altLang="en-US" b="1" dirty="0"/>
          </a:p>
        </p:txBody>
      </p:sp>
      <p:sp>
        <p:nvSpPr>
          <p:cNvPr id="107" name="文本框 106">
            <a:extLst>
              <a:ext uri="{FF2B5EF4-FFF2-40B4-BE49-F238E27FC236}">
                <a16:creationId xmlns:a16="http://schemas.microsoft.com/office/drawing/2014/main" id="{9598DDD6-E686-46C9-888A-1F950C13D4DC}"/>
              </a:ext>
            </a:extLst>
          </p:cNvPr>
          <p:cNvSpPr txBox="1"/>
          <p:nvPr/>
        </p:nvSpPr>
        <p:spPr>
          <a:xfrm>
            <a:off x="4157899" y="1210238"/>
            <a:ext cx="7437201" cy="646331"/>
          </a:xfrm>
          <a:prstGeom prst="rect">
            <a:avLst/>
          </a:prstGeom>
          <a:noFill/>
        </p:spPr>
        <p:txBody>
          <a:bodyPr wrap="square">
            <a:spAutoFit/>
          </a:bodyPr>
          <a:lstStyle/>
          <a:p>
            <a:r>
              <a:rPr lang="zh-CN" altLang="en-US" b="1" dirty="0">
                <a:solidFill>
                  <a:schemeClr val="bg1"/>
                </a:solidFill>
              </a:rPr>
              <a:t>         当某个站在发送帧时，很可能有多个站都在监听信道并等待发送帧，一旦信道空闲，这些站几乎同时发送帧而产生碰撞。</a:t>
            </a:r>
          </a:p>
        </p:txBody>
      </p:sp>
      <p:sp>
        <p:nvSpPr>
          <p:cNvPr id="108" name="文本框 107">
            <a:extLst>
              <a:ext uri="{FF2B5EF4-FFF2-40B4-BE49-F238E27FC236}">
                <a16:creationId xmlns:a16="http://schemas.microsoft.com/office/drawing/2014/main" id="{3DFF0DE9-6E0F-427C-B1F7-DF762608FF49}"/>
              </a:ext>
            </a:extLst>
          </p:cNvPr>
          <p:cNvSpPr txBox="1"/>
          <p:nvPr/>
        </p:nvSpPr>
        <p:spPr>
          <a:xfrm>
            <a:off x="4146779" y="1863344"/>
            <a:ext cx="7437201" cy="923330"/>
          </a:xfrm>
          <a:prstGeom prst="rect">
            <a:avLst/>
          </a:prstGeom>
          <a:noFill/>
        </p:spPr>
        <p:txBody>
          <a:bodyPr wrap="square">
            <a:spAutoFit/>
          </a:bodyPr>
          <a:lstStyle/>
          <a:p>
            <a:r>
              <a:rPr lang="zh-CN" altLang="en-US" b="1" dirty="0">
                <a:solidFill>
                  <a:schemeClr val="bg1"/>
                </a:solidFill>
              </a:rPr>
              <a:t>         为了避免上述情况，所有要发送帧的站检测到信道从忙转为空闲后，都要执行退避算法。这样不仅可以减少发生碰撞的概率，还可避免某个站长时间占用无线信道。</a:t>
            </a:r>
          </a:p>
        </p:txBody>
      </p:sp>
      <p:sp>
        <p:nvSpPr>
          <p:cNvPr id="78" name="平行四边形 77">
            <a:extLst>
              <a:ext uri="{FF2B5EF4-FFF2-40B4-BE49-F238E27FC236}">
                <a16:creationId xmlns:a16="http://schemas.microsoft.com/office/drawing/2014/main" id="{6A5BA633-4C5B-326B-A0A2-D3B8AE1CEDD4}"/>
              </a:ext>
            </a:extLst>
          </p:cNvPr>
          <p:cNvSpPr/>
          <p:nvPr/>
        </p:nvSpPr>
        <p:spPr>
          <a:xfrm>
            <a:off x="304799" y="749300"/>
            <a:ext cx="691019" cy="387090"/>
          </a:xfrm>
          <a:prstGeom prst="parallelogram">
            <a:avLst/>
          </a:prstGeom>
          <a:solidFill>
            <a:schemeClr val="accent3">
              <a:lumMod val="75000"/>
            </a:schemeClr>
          </a:solidFill>
          <a:ln>
            <a:solidFill>
              <a:schemeClr val="accent3">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CN" sz="2200" dirty="0">
                <a:latin typeface="Impact" panose="020B0806030902050204" pitchFamily="34" charset="0"/>
              </a:rPr>
              <a:t>04</a:t>
            </a:r>
            <a:endParaRPr lang="zh-CN" altLang="en-US" sz="2200" dirty="0">
              <a:latin typeface="Impact" panose="020B0806030902050204" pitchFamily="34" charset="0"/>
            </a:endParaRPr>
          </a:p>
        </p:txBody>
      </p:sp>
    </p:spTree>
    <p:custDataLst>
      <p:tags r:id="rId1"/>
    </p:custDataLst>
    <p:extLst>
      <p:ext uri="{BB962C8B-B14F-4D97-AF65-F5344CB8AC3E}">
        <p14:creationId xmlns:p14="http://schemas.microsoft.com/office/powerpoint/2010/main" val="4283394044"/>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2" presetClass="entr" presetSubtype="4" fill="hold" nodeType="withEffect">
                                  <p:stCondLst>
                                    <p:cond delay="0"/>
                                  </p:stCondLst>
                                  <p:childTnLst>
                                    <p:set>
                                      <p:cBhvr>
                                        <p:cTn id="6" dur="1" fill="hold">
                                          <p:stCondLst>
                                            <p:cond delay="0"/>
                                          </p:stCondLst>
                                        </p:cTn>
                                        <p:tgtEl>
                                          <p:spTgt spid="6"/>
                                        </p:tgtEl>
                                        <p:attrNameLst>
                                          <p:attrName>style.visibility</p:attrName>
                                        </p:attrNameLst>
                                      </p:cBhvr>
                                      <p:to>
                                        <p:strVal val="visible"/>
                                      </p:to>
                                    </p:set>
                                    <p:animEffect transition="in" filter="wipe(down)">
                                      <p:cBhvr>
                                        <p:cTn id="7" dur="500"/>
                                        <p:tgtEl>
                                          <p:spTgt spid="6"/>
                                        </p:tgtEl>
                                      </p:cBhvr>
                                    </p:animEffect>
                                  </p:childTnLst>
                                </p:cTn>
                              </p:par>
                            </p:childTnLst>
                          </p:cTn>
                        </p:par>
                      </p:childTnLst>
                    </p:cTn>
                  </p:par>
                  <p:par>
                    <p:cTn id="8" fill="hold">
                      <p:stCondLst>
                        <p:cond delay="indefinite"/>
                      </p:stCondLst>
                      <p:childTnLst>
                        <p:par>
                          <p:cTn id="9" fill="hold">
                            <p:stCondLst>
                              <p:cond delay="0"/>
                            </p:stCondLst>
                            <p:childTnLst>
                              <p:par>
                                <p:cTn id="10" presetID="22" presetClass="entr" presetSubtype="8" fill="hold" nodeType="clickEffect">
                                  <p:stCondLst>
                                    <p:cond delay="0"/>
                                  </p:stCondLst>
                                  <p:childTnLst>
                                    <p:set>
                                      <p:cBhvr>
                                        <p:cTn id="11" dur="1" fill="hold">
                                          <p:stCondLst>
                                            <p:cond delay="0"/>
                                          </p:stCondLst>
                                        </p:cTn>
                                        <p:tgtEl>
                                          <p:spTgt spid="93"/>
                                        </p:tgtEl>
                                        <p:attrNameLst>
                                          <p:attrName>style.visibility</p:attrName>
                                        </p:attrNameLst>
                                      </p:cBhvr>
                                      <p:to>
                                        <p:strVal val="visible"/>
                                      </p:to>
                                    </p:set>
                                    <p:animEffect transition="in" filter="wipe(left)">
                                      <p:cBhvr>
                                        <p:cTn id="12" dur="1000"/>
                                        <p:tgtEl>
                                          <p:spTgt spid="93"/>
                                        </p:tgtEl>
                                      </p:cBhvr>
                                    </p:animEffect>
                                  </p:childTnLst>
                                </p:cTn>
                              </p:par>
                            </p:childTnLst>
                          </p:cTn>
                        </p:par>
                      </p:childTnLst>
                    </p:cTn>
                  </p:par>
                  <p:par>
                    <p:cTn id="13" fill="hold">
                      <p:stCondLst>
                        <p:cond delay="indefinite"/>
                      </p:stCondLst>
                      <p:childTnLst>
                        <p:par>
                          <p:cTn id="14" fill="hold">
                            <p:stCondLst>
                              <p:cond delay="0"/>
                            </p:stCondLst>
                            <p:childTnLst>
                              <p:par>
                                <p:cTn id="15" presetID="22" presetClass="entr" presetSubtype="8" fill="hold" nodeType="clickEffect">
                                  <p:stCondLst>
                                    <p:cond delay="0"/>
                                  </p:stCondLst>
                                  <p:childTnLst>
                                    <p:set>
                                      <p:cBhvr>
                                        <p:cTn id="16" dur="1" fill="hold">
                                          <p:stCondLst>
                                            <p:cond delay="0"/>
                                          </p:stCondLst>
                                        </p:cTn>
                                        <p:tgtEl>
                                          <p:spTgt spid="92"/>
                                        </p:tgtEl>
                                        <p:attrNameLst>
                                          <p:attrName>style.visibility</p:attrName>
                                        </p:attrNameLst>
                                      </p:cBhvr>
                                      <p:to>
                                        <p:strVal val="visible"/>
                                      </p:to>
                                    </p:set>
                                    <p:animEffect transition="in" filter="wipe(left)">
                                      <p:cBhvr>
                                        <p:cTn id="17" dur="1000"/>
                                        <p:tgtEl>
                                          <p:spTgt spid="92"/>
                                        </p:tgtEl>
                                      </p:cBhvr>
                                    </p:animEffect>
                                  </p:childTnLst>
                                </p:cTn>
                              </p:par>
                            </p:childTnLst>
                          </p:cTn>
                        </p:par>
                      </p:childTnLst>
                    </p:cTn>
                  </p:par>
                  <p:par>
                    <p:cTn id="18" fill="hold">
                      <p:stCondLst>
                        <p:cond delay="indefinite"/>
                      </p:stCondLst>
                      <p:childTnLst>
                        <p:par>
                          <p:cTn id="19" fill="hold">
                            <p:stCondLst>
                              <p:cond delay="0"/>
                            </p:stCondLst>
                            <p:childTnLst>
                              <p:par>
                                <p:cTn id="20" presetID="22" presetClass="entr" presetSubtype="8" fill="hold" grpId="0" nodeType="clickEffect">
                                  <p:stCondLst>
                                    <p:cond delay="0"/>
                                  </p:stCondLst>
                                  <p:childTnLst>
                                    <p:set>
                                      <p:cBhvr>
                                        <p:cTn id="21" dur="1" fill="hold">
                                          <p:stCondLst>
                                            <p:cond delay="0"/>
                                          </p:stCondLst>
                                        </p:cTn>
                                        <p:tgtEl>
                                          <p:spTgt spid="87"/>
                                        </p:tgtEl>
                                        <p:attrNameLst>
                                          <p:attrName>style.visibility</p:attrName>
                                        </p:attrNameLst>
                                      </p:cBhvr>
                                      <p:to>
                                        <p:strVal val="visible"/>
                                      </p:to>
                                    </p:set>
                                    <p:animEffect transition="in" filter="wipe(left)">
                                      <p:cBhvr>
                                        <p:cTn id="22" dur="1000"/>
                                        <p:tgtEl>
                                          <p:spTgt spid="87"/>
                                        </p:tgtEl>
                                      </p:cBhvr>
                                    </p:animEffect>
                                  </p:childTnLst>
                                </p:cTn>
                              </p:par>
                            </p:childTnLst>
                          </p:cTn>
                        </p:par>
                      </p:childTnLst>
                    </p:cTn>
                  </p:par>
                  <p:par>
                    <p:cTn id="23" fill="hold">
                      <p:stCondLst>
                        <p:cond delay="indefinite"/>
                      </p:stCondLst>
                      <p:childTnLst>
                        <p:par>
                          <p:cTn id="24" fill="hold">
                            <p:stCondLst>
                              <p:cond delay="0"/>
                            </p:stCondLst>
                            <p:childTnLst>
                              <p:par>
                                <p:cTn id="25" presetID="22" presetClass="entr" presetSubtype="4" fill="hold" grpId="0" nodeType="clickEffect">
                                  <p:stCondLst>
                                    <p:cond delay="0"/>
                                  </p:stCondLst>
                                  <p:childTnLst>
                                    <p:set>
                                      <p:cBhvr>
                                        <p:cTn id="26" dur="1" fill="hold">
                                          <p:stCondLst>
                                            <p:cond delay="0"/>
                                          </p:stCondLst>
                                        </p:cTn>
                                        <p:tgtEl>
                                          <p:spTgt spid="104"/>
                                        </p:tgtEl>
                                        <p:attrNameLst>
                                          <p:attrName>style.visibility</p:attrName>
                                        </p:attrNameLst>
                                      </p:cBhvr>
                                      <p:to>
                                        <p:strVal val="visible"/>
                                      </p:to>
                                    </p:set>
                                    <p:animEffect transition="in" filter="wipe(down)">
                                      <p:cBhvr>
                                        <p:cTn id="27" dur="500"/>
                                        <p:tgtEl>
                                          <p:spTgt spid="104"/>
                                        </p:tgtEl>
                                      </p:cBhvr>
                                    </p:animEffect>
                                  </p:childTnLst>
                                </p:cTn>
                              </p:par>
                            </p:childTnLst>
                          </p:cTn>
                        </p:par>
                        <p:par>
                          <p:cTn id="28" fill="hold">
                            <p:stCondLst>
                              <p:cond delay="500"/>
                            </p:stCondLst>
                            <p:childTnLst>
                              <p:par>
                                <p:cTn id="29" presetID="1" presetClass="entr" presetSubtype="0" fill="hold" grpId="0" nodeType="afterEffect">
                                  <p:stCondLst>
                                    <p:cond delay="0"/>
                                  </p:stCondLst>
                                  <p:iterate type="lt">
                                    <p:tmAbs val="100"/>
                                  </p:iterate>
                                  <p:childTnLst>
                                    <p:set>
                                      <p:cBhvr>
                                        <p:cTn id="30" dur="1" fill="hold">
                                          <p:stCondLst>
                                            <p:cond delay="0"/>
                                          </p:stCondLst>
                                        </p:cTn>
                                        <p:tgtEl>
                                          <p:spTgt spid="107"/>
                                        </p:tgtEl>
                                        <p:attrNameLst>
                                          <p:attrName>style.visibility</p:attrName>
                                        </p:attrNameLst>
                                      </p:cBhvr>
                                      <p:to>
                                        <p:strVal val="visible"/>
                                      </p:to>
                                    </p:set>
                                  </p:childTnLst>
                                </p:cTn>
                              </p:par>
                            </p:childTnLst>
                          </p:cTn>
                        </p:par>
                        <p:par>
                          <p:cTn id="31" fill="hold">
                            <p:stCondLst>
                              <p:cond delay="5701"/>
                            </p:stCondLst>
                            <p:childTnLst>
                              <p:par>
                                <p:cTn id="32" presetID="1" presetClass="entr" presetSubtype="0" fill="hold" grpId="0" nodeType="afterEffect">
                                  <p:stCondLst>
                                    <p:cond delay="0"/>
                                  </p:stCondLst>
                                  <p:iterate type="lt">
                                    <p:tmAbs val="100"/>
                                  </p:iterate>
                                  <p:childTnLst>
                                    <p:set>
                                      <p:cBhvr>
                                        <p:cTn id="33" dur="1" fill="hold">
                                          <p:stCondLst>
                                            <p:cond delay="0"/>
                                          </p:stCondLst>
                                        </p:cTn>
                                        <p:tgtEl>
                                          <p:spTgt spid="108"/>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87" grpId="0" animBg="1"/>
      <p:bldP spid="104" grpId="0" animBg="1"/>
      <p:bldP spid="107" grpId="0"/>
      <p:bldP spid="108" grpId="0"/>
    </p:bldLst>
  </p:timing>
</p:sld>
</file>

<file path=ppt/slides/slide54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4" name="组合 3">
            <a:extLst>
              <a:ext uri="{FF2B5EF4-FFF2-40B4-BE49-F238E27FC236}">
                <a16:creationId xmlns:a16="http://schemas.microsoft.com/office/drawing/2014/main" id="{9A1EA9F2-FCB6-48C3-935F-7AE7E3AD14AC}"/>
              </a:ext>
            </a:extLst>
          </p:cNvPr>
          <p:cNvGrpSpPr/>
          <p:nvPr/>
        </p:nvGrpSpPr>
        <p:grpSpPr>
          <a:xfrm>
            <a:off x="304800" y="749300"/>
            <a:ext cx="5791200" cy="400110"/>
            <a:chOff x="424117" y="898245"/>
            <a:chExt cx="5791200" cy="400110"/>
          </a:xfrm>
        </p:grpSpPr>
        <p:sp>
          <p:nvSpPr>
            <p:cNvPr id="2" name="平行四边形 1">
              <a:extLst>
                <a:ext uri="{FF2B5EF4-FFF2-40B4-BE49-F238E27FC236}">
                  <a16:creationId xmlns:a16="http://schemas.microsoft.com/office/drawing/2014/main" id="{1F5BAA3F-9845-4F89-A2DD-8222D3E4EDAC}"/>
                </a:ext>
              </a:extLst>
            </p:cNvPr>
            <p:cNvSpPr/>
            <p:nvPr/>
          </p:nvSpPr>
          <p:spPr>
            <a:xfrm>
              <a:off x="424117" y="898245"/>
              <a:ext cx="628306" cy="387090"/>
            </a:xfrm>
            <a:prstGeom prst="parallelogram">
              <a:avLst/>
            </a:prstGeom>
            <a:solidFill>
              <a:schemeClr val="accent3">
                <a:lumMod val="75000"/>
              </a:schemeClr>
            </a:solidFill>
            <a:ln>
              <a:solidFill>
                <a:schemeClr val="accent3">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CN" sz="2200" dirty="0">
                  <a:latin typeface="Impact" panose="020B0806030902050204" pitchFamily="34" charset="0"/>
                </a:rPr>
                <a:t>01</a:t>
              </a:r>
              <a:endParaRPr lang="zh-CN" altLang="en-US" sz="2200" dirty="0">
                <a:latin typeface="Impact" panose="020B0806030902050204" pitchFamily="34" charset="0"/>
              </a:endParaRPr>
            </a:p>
          </p:txBody>
        </p:sp>
        <p:sp>
          <p:nvSpPr>
            <p:cNvPr id="3" name="文本框 2">
              <a:extLst>
                <a:ext uri="{FF2B5EF4-FFF2-40B4-BE49-F238E27FC236}">
                  <a16:creationId xmlns:a16="http://schemas.microsoft.com/office/drawing/2014/main" id="{4D6BD736-A4D3-4F26-AFED-36E11F50F70B}"/>
                </a:ext>
              </a:extLst>
            </p:cNvPr>
            <p:cNvSpPr txBox="1"/>
            <p:nvPr/>
          </p:nvSpPr>
          <p:spPr>
            <a:xfrm>
              <a:off x="1052423" y="898245"/>
              <a:ext cx="5162894" cy="400110"/>
            </a:xfrm>
            <a:prstGeom prst="rect">
              <a:avLst/>
            </a:prstGeom>
            <a:noFill/>
          </p:spPr>
          <p:txBody>
            <a:bodyPr wrap="square" rtlCol="0">
              <a:spAutoFit/>
            </a:bodyPr>
            <a:lstStyle/>
            <a:p>
              <a:r>
                <a:rPr lang="en-US" altLang="zh-CN" sz="2000" b="1" dirty="0">
                  <a:solidFill>
                    <a:schemeClr val="tx1"/>
                  </a:solidFill>
                  <a:latin typeface="Arial Narrow" panose="020B0606020202030204" pitchFamily="34" charset="0"/>
                </a:rPr>
                <a:t>CSMA/CA</a:t>
              </a:r>
              <a:r>
                <a:rPr lang="zh-CN" altLang="en-US" sz="2000" b="1" dirty="0">
                  <a:solidFill>
                    <a:schemeClr val="tx1"/>
                  </a:solidFill>
                  <a:latin typeface="Arial Narrow" panose="020B0606020202030204" pitchFamily="34" charset="0"/>
                </a:rPr>
                <a:t>协议的基本工作原理</a:t>
              </a:r>
              <a:endParaRPr lang="en-US" altLang="zh-CN" sz="2000" b="1" dirty="0">
                <a:solidFill>
                  <a:schemeClr val="tx1"/>
                </a:solidFill>
                <a:latin typeface="Arial Narrow" panose="020B0606020202030204" pitchFamily="34" charset="0"/>
              </a:endParaRPr>
            </a:p>
          </p:txBody>
        </p:sp>
      </p:grpSp>
      <p:grpSp>
        <p:nvGrpSpPr>
          <p:cNvPr id="89" name="组合 88">
            <a:extLst>
              <a:ext uri="{FF2B5EF4-FFF2-40B4-BE49-F238E27FC236}">
                <a16:creationId xmlns:a16="http://schemas.microsoft.com/office/drawing/2014/main" id="{CBFB1439-254A-4A59-9085-B30C4F2590D1}"/>
              </a:ext>
            </a:extLst>
          </p:cNvPr>
          <p:cNvGrpSpPr/>
          <p:nvPr/>
        </p:nvGrpSpPr>
        <p:grpSpPr>
          <a:xfrm>
            <a:off x="685585" y="2940516"/>
            <a:ext cx="11010480" cy="2858841"/>
            <a:chOff x="685585" y="2940516"/>
            <a:chExt cx="11010480" cy="2858841"/>
          </a:xfrm>
        </p:grpSpPr>
        <p:sp>
          <p:nvSpPr>
            <p:cNvPr id="21" name="文本框 20">
              <a:extLst>
                <a:ext uri="{FF2B5EF4-FFF2-40B4-BE49-F238E27FC236}">
                  <a16:creationId xmlns:a16="http://schemas.microsoft.com/office/drawing/2014/main" id="{6B66B3AE-5EEE-4D81-907C-03C705DB78A1}"/>
                </a:ext>
              </a:extLst>
            </p:cNvPr>
            <p:cNvSpPr txBox="1"/>
            <p:nvPr/>
          </p:nvSpPr>
          <p:spPr>
            <a:xfrm>
              <a:off x="685585" y="2940516"/>
              <a:ext cx="981076" cy="369332"/>
            </a:xfrm>
            <a:prstGeom prst="rect">
              <a:avLst/>
            </a:prstGeom>
            <a:noFill/>
          </p:spPr>
          <p:txBody>
            <a:bodyPr wrap="square" rtlCol="0">
              <a:spAutoFit/>
            </a:bodyPr>
            <a:lstStyle/>
            <a:p>
              <a:pPr algn="r"/>
              <a:r>
                <a:rPr lang="zh-CN" altLang="en-US" b="1" dirty="0"/>
                <a:t>源站</a:t>
              </a:r>
            </a:p>
          </p:txBody>
        </p:sp>
        <p:sp>
          <p:nvSpPr>
            <p:cNvPr id="26" name="文本框 25">
              <a:extLst>
                <a:ext uri="{FF2B5EF4-FFF2-40B4-BE49-F238E27FC236}">
                  <a16:creationId xmlns:a16="http://schemas.microsoft.com/office/drawing/2014/main" id="{55F45F7A-5AEF-492B-9759-CE04CE348A47}"/>
                </a:ext>
              </a:extLst>
            </p:cNvPr>
            <p:cNvSpPr txBox="1"/>
            <p:nvPr/>
          </p:nvSpPr>
          <p:spPr>
            <a:xfrm>
              <a:off x="685585" y="4187174"/>
              <a:ext cx="981076" cy="369332"/>
            </a:xfrm>
            <a:prstGeom prst="rect">
              <a:avLst/>
            </a:prstGeom>
            <a:noFill/>
          </p:spPr>
          <p:txBody>
            <a:bodyPr wrap="square" rtlCol="0">
              <a:spAutoFit/>
            </a:bodyPr>
            <a:lstStyle/>
            <a:p>
              <a:pPr algn="r"/>
              <a:r>
                <a:rPr lang="zh-CN" altLang="en-US" b="1" dirty="0"/>
                <a:t>目的站</a:t>
              </a:r>
            </a:p>
          </p:txBody>
        </p:sp>
        <p:sp>
          <p:nvSpPr>
            <p:cNvPr id="27" name="文本框 26">
              <a:extLst>
                <a:ext uri="{FF2B5EF4-FFF2-40B4-BE49-F238E27FC236}">
                  <a16:creationId xmlns:a16="http://schemas.microsoft.com/office/drawing/2014/main" id="{B51AE626-D1A6-4373-89DA-C0DCBFCB8C3D}"/>
                </a:ext>
              </a:extLst>
            </p:cNvPr>
            <p:cNvSpPr txBox="1"/>
            <p:nvPr/>
          </p:nvSpPr>
          <p:spPr>
            <a:xfrm>
              <a:off x="685585" y="5430025"/>
              <a:ext cx="981076" cy="369332"/>
            </a:xfrm>
            <a:prstGeom prst="rect">
              <a:avLst/>
            </a:prstGeom>
            <a:noFill/>
          </p:spPr>
          <p:txBody>
            <a:bodyPr wrap="square" rtlCol="0">
              <a:spAutoFit/>
            </a:bodyPr>
            <a:lstStyle/>
            <a:p>
              <a:pPr algn="r"/>
              <a:r>
                <a:rPr lang="zh-CN" altLang="en-US" b="1" dirty="0"/>
                <a:t>其他站</a:t>
              </a:r>
            </a:p>
          </p:txBody>
        </p:sp>
        <p:sp>
          <p:nvSpPr>
            <p:cNvPr id="30" name="文本框 29">
              <a:extLst>
                <a:ext uri="{FF2B5EF4-FFF2-40B4-BE49-F238E27FC236}">
                  <a16:creationId xmlns:a16="http://schemas.microsoft.com/office/drawing/2014/main" id="{2BABDEF4-A79B-4358-ADE3-DB385FF809C3}"/>
                </a:ext>
              </a:extLst>
            </p:cNvPr>
            <p:cNvSpPr txBox="1"/>
            <p:nvPr/>
          </p:nvSpPr>
          <p:spPr>
            <a:xfrm>
              <a:off x="11051539" y="2940516"/>
              <a:ext cx="644526" cy="369332"/>
            </a:xfrm>
            <a:prstGeom prst="rect">
              <a:avLst/>
            </a:prstGeom>
            <a:noFill/>
          </p:spPr>
          <p:txBody>
            <a:bodyPr wrap="square" rtlCol="0">
              <a:spAutoFit/>
            </a:bodyPr>
            <a:lstStyle/>
            <a:p>
              <a:r>
                <a:rPr lang="zh-CN" altLang="en-US" b="1" dirty="0"/>
                <a:t>时间</a:t>
              </a:r>
            </a:p>
          </p:txBody>
        </p:sp>
        <p:cxnSp>
          <p:nvCxnSpPr>
            <p:cNvPr id="34" name="直接箭头连接符 33">
              <a:extLst>
                <a:ext uri="{FF2B5EF4-FFF2-40B4-BE49-F238E27FC236}">
                  <a16:creationId xmlns:a16="http://schemas.microsoft.com/office/drawing/2014/main" id="{D4EF4257-E12E-4101-90B0-9301D8F114E6}"/>
                </a:ext>
              </a:extLst>
            </p:cNvPr>
            <p:cNvCxnSpPr>
              <a:cxnSpLocks/>
            </p:cNvCxnSpPr>
            <p:nvPr/>
          </p:nvCxnSpPr>
          <p:spPr>
            <a:xfrm>
              <a:off x="1666661" y="3125182"/>
              <a:ext cx="9367200" cy="0"/>
            </a:xfrm>
            <a:prstGeom prst="straightConnector1">
              <a:avLst/>
            </a:prstGeom>
            <a:ln w="12700">
              <a:solidFill>
                <a:schemeClr val="tx1"/>
              </a:solidFill>
              <a:tailEnd type="triangle"/>
            </a:ln>
          </p:spPr>
          <p:style>
            <a:lnRef idx="1">
              <a:schemeClr val="accent1"/>
            </a:lnRef>
            <a:fillRef idx="0">
              <a:schemeClr val="accent1"/>
            </a:fillRef>
            <a:effectRef idx="0">
              <a:schemeClr val="accent1"/>
            </a:effectRef>
            <a:fontRef idx="minor">
              <a:schemeClr val="tx1"/>
            </a:fontRef>
          </p:style>
        </p:cxnSp>
        <p:sp>
          <p:nvSpPr>
            <p:cNvPr id="38" name="文本框 37">
              <a:extLst>
                <a:ext uri="{FF2B5EF4-FFF2-40B4-BE49-F238E27FC236}">
                  <a16:creationId xmlns:a16="http://schemas.microsoft.com/office/drawing/2014/main" id="{F75DB5BB-114E-4297-A462-90A97F6DDC95}"/>
                </a:ext>
              </a:extLst>
            </p:cNvPr>
            <p:cNvSpPr txBox="1"/>
            <p:nvPr/>
          </p:nvSpPr>
          <p:spPr>
            <a:xfrm>
              <a:off x="11051539" y="5430025"/>
              <a:ext cx="644526" cy="369332"/>
            </a:xfrm>
            <a:prstGeom prst="rect">
              <a:avLst/>
            </a:prstGeom>
            <a:noFill/>
          </p:spPr>
          <p:txBody>
            <a:bodyPr wrap="square" rtlCol="0">
              <a:spAutoFit/>
            </a:bodyPr>
            <a:lstStyle/>
            <a:p>
              <a:r>
                <a:rPr lang="zh-CN" altLang="en-US" b="1" dirty="0"/>
                <a:t>时间</a:t>
              </a:r>
            </a:p>
          </p:txBody>
        </p:sp>
        <p:cxnSp>
          <p:nvCxnSpPr>
            <p:cNvPr id="39" name="直接箭头连接符 38">
              <a:extLst>
                <a:ext uri="{FF2B5EF4-FFF2-40B4-BE49-F238E27FC236}">
                  <a16:creationId xmlns:a16="http://schemas.microsoft.com/office/drawing/2014/main" id="{6F7A3EC4-C2B9-458E-84F0-71B6E6B9187E}"/>
                </a:ext>
              </a:extLst>
            </p:cNvPr>
            <p:cNvCxnSpPr>
              <a:cxnSpLocks/>
            </p:cNvCxnSpPr>
            <p:nvPr/>
          </p:nvCxnSpPr>
          <p:spPr>
            <a:xfrm>
              <a:off x="1666661" y="5614691"/>
              <a:ext cx="9367097" cy="0"/>
            </a:xfrm>
            <a:prstGeom prst="straightConnector1">
              <a:avLst/>
            </a:prstGeom>
            <a:ln w="12700">
              <a:solidFill>
                <a:schemeClr val="tx1"/>
              </a:solidFill>
              <a:tailEnd type="triangle"/>
            </a:ln>
          </p:spPr>
          <p:style>
            <a:lnRef idx="1">
              <a:schemeClr val="accent1"/>
            </a:lnRef>
            <a:fillRef idx="0">
              <a:schemeClr val="accent1"/>
            </a:fillRef>
            <a:effectRef idx="0">
              <a:schemeClr val="accent1"/>
            </a:effectRef>
            <a:fontRef idx="minor">
              <a:schemeClr val="tx1"/>
            </a:fontRef>
          </p:style>
        </p:cxnSp>
        <p:sp>
          <p:nvSpPr>
            <p:cNvPr id="41" name="文本框 40">
              <a:extLst>
                <a:ext uri="{FF2B5EF4-FFF2-40B4-BE49-F238E27FC236}">
                  <a16:creationId xmlns:a16="http://schemas.microsoft.com/office/drawing/2014/main" id="{C9D878B9-BA86-479F-8595-89A9C85AEF0C}"/>
                </a:ext>
              </a:extLst>
            </p:cNvPr>
            <p:cNvSpPr txBox="1"/>
            <p:nvPr/>
          </p:nvSpPr>
          <p:spPr>
            <a:xfrm>
              <a:off x="11051539" y="4185271"/>
              <a:ext cx="644526" cy="369332"/>
            </a:xfrm>
            <a:prstGeom prst="rect">
              <a:avLst/>
            </a:prstGeom>
            <a:noFill/>
          </p:spPr>
          <p:txBody>
            <a:bodyPr wrap="square" rtlCol="0">
              <a:spAutoFit/>
            </a:bodyPr>
            <a:lstStyle/>
            <a:p>
              <a:r>
                <a:rPr lang="zh-CN" altLang="en-US" b="1" dirty="0"/>
                <a:t>时间</a:t>
              </a:r>
            </a:p>
          </p:txBody>
        </p:sp>
        <p:cxnSp>
          <p:nvCxnSpPr>
            <p:cNvPr id="42" name="直接箭头连接符 41">
              <a:extLst>
                <a:ext uri="{FF2B5EF4-FFF2-40B4-BE49-F238E27FC236}">
                  <a16:creationId xmlns:a16="http://schemas.microsoft.com/office/drawing/2014/main" id="{3462DB36-3E6A-4AC1-B3D8-AE44A2C14328}"/>
                </a:ext>
              </a:extLst>
            </p:cNvPr>
            <p:cNvCxnSpPr>
              <a:cxnSpLocks/>
            </p:cNvCxnSpPr>
            <p:nvPr/>
          </p:nvCxnSpPr>
          <p:spPr>
            <a:xfrm>
              <a:off x="1666661" y="4369937"/>
              <a:ext cx="9367200" cy="0"/>
            </a:xfrm>
            <a:prstGeom prst="straightConnector1">
              <a:avLst/>
            </a:prstGeom>
            <a:ln w="12700">
              <a:solidFill>
                <a:schemeClr val="tx1"/>
              </a:solidFill>
              <a:tailEnd type="triangle"/>
            </a:ln>
          </p:spPr>
          <p:style>
            <a:lnRef idx="1">
              <a:schemeClr val="accent1"/>
            </a:lnRef>
            <a:fillRef idx="0">
              <a:schemeClr val="accent1"/>
            </a:fillRef>
            <a:effectRef idx="0">
              <a:schemeClr val="accent1"/>
            </a:effectRef>
            <a:fontRef idx="minor">
              <a:schemeClr val="tx1"/>
            </a:fontRef>
          </p:style>
        </p:cxnSp>
      </p:grpSp>
      <p:sp>
        <p:nvSpPr>
          <p:cNvPr id="45" name="矩形 44">
            <a:extLst>
              <a:ext uri="{FF2B5EF4-FFF2-40B4-BE49-F238E27FC236}">
                <a16:creationId xmlns:a16="http://schemas.microsoft.com/office/drawing/2014/main" id="{FC9995F2-5B14-429A-930A-0DCB65EF0D2A}"/>
              </a:ext>
            </a:extLst>
          </p:cNvPr>
          <p:cNvSpPr/>
          <p:nvPr/>
        </p:nvSpPr>
        <p:spPr>
          <a:xfrm>
            <a:off x="1666661" y="2725072"/>
            <a:ext cx="1136650" cy="400110"/>
          </a:xfrm>
          <a:prstGeom prst="rect">
            <a:avLst/>
          </a:prstGeom>
          <a:solidFill>
            <a:schemeClr val="accent4"/>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zh-CN" altLang="en-US" b="1" dirty="0"/>
              <a:t>信道空闲</a:t>
            </a:r>
          </a:p>
        </p:txBody>
      </p:sp>
      <p:grpSp>
        <p:nvGrpSpPr>
          <p:cNvPr id="96" name="组合 95">
            <a:extLst>
              <a:ext uri="{FF2B5EF4-FFF2-40B4-BE49-F238E27FC236}">
                <a16:creationId xmlns:a16="http://schemas.microsoft.com/office/drawing/2014/main" id="{9F34A613-8B53-4F2E-B766-6F806899F077}"/>
              </a:ext>
            </a:extLst>
          </p:cNvPr>
          <p:cNvGrpSpPr/>
          <p:nvPr/>
        </p:nvGrpSpPr>
        <p:grpSpPr>
          <a:xfrm>
            <a:off x="2781087" y="2616848"/>
            <a:ext cx="1120774" cy="509285"/>
            <a:chOff x="2781087" y="2616848"/>
            <a:chExt cx="1120774" cy="509285"/>
          </a:xfrm>
        </p:grpSpPr>
        <p:sp>
          <p:nvSpPr>
            <p:cNvPr id="46" name="文本框 45">
              <a:extLst>
                <a:ext uri="{FF2B5EF4-FFF2-40B4-BE49-F238E27FC236}">
                  <a16:creationId xmlns:a16="http://schemas.microsoft.com/office/drawing/2014/main" id="{DAFFB414-0080-4EA2-A178-2EE20AC6E26F}"/>
                </a:ext>
              </a:extLst>
            </p:cNvPr>
            <p:cNvSpPr txBox="1"/>
            <p:nvPr/>
          </p:nvSpPr>
          <p:spPr>
            <a:xfrm>
              <a:off x="2781087" y="2616848"/>
              <a:ext cx="1098550" cy="369332"/>
            </a:xfrm>
            <a:prstGeom prst="rect">
              <a:avLst/>
            </a:prstGeom>
            <a:noFill/>
          </p:spPr>
          <p:txBody>
            <a:bodyPr wrap="square" rtlCol="0">
              <a:spAutoFit/>
            </a:bodyPr>
            <a:lstStyle/>
            <a:p>
              <a:pPr algn="ctr"/>
              <a:r>
                <a:rPr lang="en-US" altLang="zh-CN" b="1" dirty="0"/>
                <a:t>DIFS</a:t>
              </a:r>
              <a:endParaRPr lang="zh-CN" altLang="en-US" b="1" dirty="0"/>
            </a:p>
          </p:txBody>
        </p:sp>
        <p:cxnSp>
          <p:nvCxnSpPr>
            <p:cNvPr id="48" name="直接连接符 47">
              <a:extLst>
                <a:ext uri="{FF2B5EF4-FFF2-40B4-BE49-F238E27FC236}">
                  <a16:creationId xmlns:a16="http://schemas.microsoft.com/office/drawing/2014/main" id="{A457A3D8-C3E3-46EA-8A2E-1E515E523F38}"/>
                </a:ext>
              </a:extLst>
            </p:cNvPr>
            <p:cNvCxnSpPr>
              <a:cxnSpLocks/>
            </p:cNvCxnSpPr>
            <p:nvPr/>
          </p:nvCxnSpPr>
          <p:spPr>
            <a:xfrm>
              <a:off x="3901861" y="2724121"/>
              <a:ext cx="0" cy="402012"/>
            </a:xfrm>
            <a:prstGeom prst="line">
              <a:avLst/>
            </a:prstGeom>
            <a:ln w="12700">
              <a:solidFill>
                <a:schemeClr val="tx1"/>
              </a:solidFill>
              <a:tailEnd type="none"/>
            </a:ln>
          </p:spPr>
          <p:style>
            <a:lnRef idx="1">
              <a:schemeClr val="accent1"/>
            </a:lnRef>
            <a:fillRef idx="0">
              <a:schemeClr val="accent1"/>
            </a:fillRef>
            <a:effectRef idx="0">
              <a:schemeClr val="accent1"/>
            </a:effectRef>
            <a:fontRef idx="minor">
              <a:schemeClr val="tx1"/>
            </a:fontRef>
          </p:style>
        </p:cxnSp>
        <p:cxnSp>
          <p:nvCxnSpPr>
            <p:cNvPr id="51" name="直接箭头连接符 50">
              <a:extLst>
                <a:ext uri="{FF2B5EF4-FFF2-40B4-BE49-F238E27FC236}">
                  <a16:creationId xmlns:a16="http://schemas.microsoft.com/office/drawing/2014/main" id="{C08C9339-6D4D-43A7-B909-1357F4148309}"/>
                </a:ext>
              </a:extLst>
            </p:cNvPr>
            <p:cNvCxnSpPr/>
            <p:nvPr/>
          </p:nvCxnSpPr>
          <p:spPr>
            <a:xfrm>
              <a:off x="2803311" y="2940516"/>
              <a:ext cx="1098550" cy="0"/>
            </a:xfrm>
            <a:prstGeom prst="straightConnector1">
              <a:avLst/>
            </a:prstGeom>
            <a:ln w="12700">
              <a:solidFill>
                <a:schemeClr val="tx1"/>
              </a:solidFill>
              <a:headEnd type="triangle"/>
              <a:tailEnd type="triangle"/>
            </a:ln>
          </p:spPr>
          <p:style>
            <a:lnRef idx="1">
              <a:schemeClr val="accent1"/>
            </a:lnRef>
            <a:fillRef idx="0">
              <a:schemeClr val="accent1"/>
            </a:fillRef>
            <a:effectRef idx="0">
              <a:schemeClr val="accent1"/>
            </a:effectRef>
            <a:fontRef idx="minor">
              <a:schemeClr val="tx1"/>
            </a:fontRef>
          </p:style>
        </p:cxnSp>
      </p:grpSp>
      <p:grpSp>
        <p:nvGrpSpPr>
          <p:cNvPr id="95" name="组合 94">
            <a:extLst>
              <a:ext uri="{FF2B5EF4-FFF2-40B4-BE49-F238E27FC236}">
                <a16:creationId xmlns:a16="http://schemas.microsoft.com/office/drawing/2014/main" id="{08635F60-A53B-4B12-8D1F-86D358857403}"/>
              </a:ext>
            </a:extLst>
          </p:cNvPr>
          <p:cNvGrpSpPr/>
          <p:nvPr/>
        </p:nvGrpSpPr>
        <p:grpSpPr>
          <a:xfrm>
            <a:off x="5121057" y="4368987"/>
            <a:ext cx="644523" cy="543960"/>
            <a:chOff x="5121057" y="4368987"/>
            <a:chExt cx="644523" cy="543960"/>
          </a:xfrm>
        </p:grpSpPr>
        <p:sp>
          <p:nvSpPr>
            <p:cNvPr id="54" name="文本框 53">
              <a:extLst>
                <a:ext uri="{FF2B5EF4-FFF2-40B4-BE49-F238E27FC236}">
                  <a16:creationId xmlns:a16="http://schemas.microsoft.com/office/drawing/2014/main" id="{2EF44418-7DC6-4C7A-A7DF-8D5879B16167}"/>
                </a:ext>
              </a:extLst>
            </p:cNvPr>
            <p:cNvSpPr txBox="1"/>
            <p:nvPr/>
          </p:nvSpPr>
          <p:spPr>
            <a:xfrm>
              <a:off x="5121057" y="4543615"/>
              <a:ext cx="644523" cy="369332"/>
            </a:xfrm>
            <a:prstGeom prst="rect">
              <a:avLst/>
            </a:prstGeom>
            <a:noFill/>
          </p:spPr>
          <p:txBody>
            <a:bodyPr wrap="square" rtlCol="0">
              <a:spAutoFit/>
            </a:bodyPr>
            <a:lstStyle/>
            <a:p>
              <a:pPr algn="ctr"/>
              <a:r>
                <a:rPr lang="en-US" altLang="zh-CN" b="1" dirty="0"/>
                <a:t>SIFS</a:t>
              </a:r>
              <a:endParaRPr lang="zh-CN" altLang="en-US" b="1" dirty="0"/>
            </a:p>
          </p:txBody>
        </p:sp>
        <p:cxnSp>
          <p:nvCxnSpPr>
            <p:cNvPr id="55" name="直接连接符 54">
              <a:extLst>
                <a:ext uri="{FF2B5EF4-FFF2-40B4-BE49-F238E27FC236}">
                  <a16:creationId xmlns:a16="http://schemas.microsoft.com/office/drawing/2014/main" id="{F57EC625-89D5-4C1B-8B4F-1E618B216BE1}"/>
                </a:ext>
              </a:extLst>
            </p:cNvPr>
            <p:cNvCxnSpPr>
              <a:cxnSpLocks/>
            </p:cNvCxnSpPr>
            <p:nvPr/>
          </p:nvCxnSpPr>
          <p:spPr>
            <a:xfrm>
              <a:off x="5152807" y="4368987"/>
              <a:ext cx="0" cy="402012"/>
            </a:xfrm>
            <a:prstGeom prst="line">
              <a:avLst/>
            </a:prstGeom>
            <a:ln w="12700">
              <a:solidFill>
                <a:schemeClr val="tx1"/>
              </a:solidFill>
              <a:tailEnd type="none"/>
            </a:ln>
          </p:spPr>
          <p:style>
            <a:lnRef idx="1">
              <a:schemeClr val="accent1"/>
            </a:lnRef>
            <a:fillRef idx="0">
              <a:schemeClr val="accent1"/>
            </a:fillRef>
            <a:effectRef idx="0">
              <a:schemeClr val="accent1"/>
            </a:effectRef>
            <a:fontRef idx="minor">
              <a:schemeClr val="tx1"/>
            </a:fontRef>
          </p:style>
        </p:cxnSp>
        <p:cxnSp>
          <p:nvCxnSpPr>
            <p:cNvPr id="56" name="直接连接符 55">
              <a:extLst>
                <a:ext uri="{FF2B5EF4-FFF2-40B4-BE49-F238E27FC236}">
                  <a16:creationId xmlns:a16="http://schemas.microsoft.com/office/drawing/2014/main" id="{99F7CD31-E2F2-4BA3-B2F1-1EC836290EF0}"/>
                </a:ext>
              </a:extLst>
            </p:cNvPr>
            <p:cNvCxnSpPr>
              <a:cxnSpLocks/>
            </p:cNvCxnSpPr>
            <p:nvPr/>
          </p:nvCxnSpPr>
          <p:spPr>
            <a:xfrm>
              <a:off x="5710293" y="4368987"/>
              <a:ext cx="0" cy="402012"/>
            </a:xfrm>
            <a:prstGeom prst="line">
              <a:avLst/>
            </a:prstGeom>
            <a:ln w="12700">
              <a:solidFill>
                <a:schemeClr val="tx1"/>
              </a:solidFill>
              <a:tailEnd type="none"/>
            </a:ln>
          </p:spPr>
          <p:style>
            <a:lnRef idx="1">
              <a:schemeClr val="accent1"/>
            </a:lnRef>
            <a:fillRef idx="0">
              <a:schemeClr val="accent1"/>
            </a:fillRef>
            <a:effectRef idx="0">
              <a:schemeClr val="accent1"/>
            </a:effectRef>
            <a:fontRef idx="minor">
              <a:schemeClr val="tx1"/>
            </a:fontRef>
          </p:style>
        </p:cxnSp>
        <p:cxnSp>
          <p:nvCxnSpPr>
            <p:cNvPr id="57" name="直接箭头连接符 56">
              <a:extLst>
                <a:ext uri="{FF2B5EF4-FFF2-40B4-BE49-F238E27FC236}">
                  <a16:creationId xmlns:a16="http://schemas.microsoft.com/office/drawing/2014/main" id="{F4A5C971-CE8D-448F-9D38-61A884296C78}"/>
                </a:ext>
              </a:extLst>
            </p:cNvPr>
            <p:cNvCxnSpPr>
              <a:cxnSpLocks/>
            </p:cNvCxnSpPr>
            <p:nvPr/>
          </p:nvCxnSpPr>
          <p:spPr>
            <a:xfrm>
              <a:off x="5152807" y="4543615"/>
              <a:ext cx="557486" cy="0"/>
            </a:xfrm>
            <a:prstGeom prst="straightConnector1">
              <a:avLst/>
            </a:prstGeom>
            <a:ln w="12700">
              <a:solidFill>
                <a:schemeClr val="tx1"/>
              </a:solidFill>
              <a:headEnd type="triangle"/>
              <a:tailEnd type="triangle"/>
            </a:ln>
          </p:spPr>
          <p:style>
            <a:lnRef idx="1">
              <a:schemeClr val="accent1"/>
            </a:lnRef>
            <a:fillRef idx="0">
              <a:schemeClr val="accent1"/>
            </a:fillRef>
            <a:effectRef idx="0">
              <a:schemeClr val="accent1"/>
            </a:effectRef>
            <a:fontRef idx="minor">
              <a:schemeClr val="tx1"/>
            </a:fontRef>
          </p:style>
        </p:cxnSp>
      </p:grpSp>
      <p:grpSp>
        <p:nvGrpSpPr>
          <p:cNvPr id="94" name="组合 93">
            <a:extLst>
              <a:ext uri="{FF2B5EF4-FFF2-40B4-BE49-F238E27FC236}">
                <a16:creationId xmlns:a16="http://schemas.microsoft.com/office/drawing/2014/main" id="{491AFCFF-DDE4-45C5-9C84-A10EA91C276B}"/>
              </a:ext>
            </a:extLst>
          </p:cNvPr>
          <p:cNvGrpSpPr/>
          <p:nvPr/>
        </p:nvGrpSpPr>
        <p:grpSpPr>
          <a:xfrm>
            <a:off x="3901858" y="3124233"/>
            <a:ext cx="2452961" cy="2490458"/>
            <a:chOff x="3901858" y="3124233"/>
            <a:chExt cx="2452961" cy="2490458"/>
          </a:xfrm>
        </p:grpSpPr>
        <p:cxnSp>
          <p:nvCxnSpPr>
            <p:cNvPr id="59" name="直接连接符 58">
              <a:extLst>
                <a:ext uri="{FF2B5EF4-FFF2-40B4-BE49-F238E27FC236}">
                  <a16:creationId xmlns:a16="http://schemas.microsoft.com/office/drawing/2014/main" id="{E80F14B7-9341-48B6-95EE-730F931D9EAC}"/>
                </a:ext>
              </a:extLst>
            </p:cNvPr>
            <p:cNvCxnSpPr>
              <a:cxnSpLocks/>
            </p:cNvCxnSpPr>
            <p:nvPr/>
          </p:nvCxnSpPr>
          <p:spPr>
            <a:xfrm>
              <a:off x="3901858" y="3124233"/>
              <a:ext cx="0" cy="2490458"/>
            </a:xfrm>
            <a:prstGeom prst="line">
              <a:avLst/>
            </a:prstGeom>
            <a:ln w="12700">
              <a:solidFill>
                <a:schemeClr val="tx1"/>
              </a:solidFill>
              <a:prstDash val="dash"/>
              <a:tailEnd type="none"/>
            </a:ln>
          </p:spPr>
          <p:style>
            <a:lnRef idx="1">
              <a:schemeClr val="accent1"/>
            </a:lnRef>
            <a:fillRef idx="0">
              <a:schemeClr val="accent1"/>
            </a:fillRef>
            <a:effectRef idx="0">
              <a:schemeClr val="accent1"/>
            </a:effectRef>
            <a:fontRef idx="minor">
              <a:schemeClr val="tx1"/>
            </a:fontRef>
          </p:style>
        </p:cxnSp>
        <p:cxnSp>
          <p:nvCxnSpPr>
            <p:cNvPr id="63" name="直接连接符 62">
              <a:extLst>
                <a:ext uri="{FF2B5EF4-FFF2-40B4-BE49-F238E27FC236}">
                  <a16:creationId xmlns:a16="http://schemas.microsoft.com/office/drawing/2014/main" id="{04353A82-1132-451F-9091-74875114B87F}"/>
                </a:ext>
              </a:extLst>
            </p:cNvPr>
            <p:cNvCxnSpPr>
              <a:cxnSpLocks/>
            </p:cNvCxnSpPr>
            <p:nvPr/>
          </p:nvCxnSpPr>
          <p:spPr>
            <a:xfrm>
              <a:off x="6354819" y="3124233"/>
              <a:ext cx="0" cy="2490458"/>
            </a:xfrm>
            <a:prstGeom prst="line">
              <a:avLst/>
            </a:prstGeom>
            <a:ln w="12700">
              <a:solidFill>
                <a:schemeClr val="tx1"/>
              </a:solidFill>
              <a:prstDash val="dash"/>
              <a:tailEnd type="none"/>
            </a:ln>
          </p:spPr>
          <p:style>
            <a:lnRef idx="1">
              <a:schemeClr val="accent1"/>
            </a:lnRef>
            <a:fillRef idx="0">
              <a:schemeClr val="accent1"/>
            </a:fillRef>
            <a:effectRef idx="0">
              <a:schemeClr val="accent1"/>
            </a:effectRef>
            <a:fontRef idx="minor">
              <a:schemeClr val="tx1"/>
            </a:fontRef>
          </p:style>
        </p:cxnSp>
      </p:grpSp>
      <p:sp>
        <p:nvSpPr>
          <p:cNvPr id="64" name="矩形 63">
            <a:extLst>
              <a:ext uri="{FF2B5EF4-FFF2-40B4-BE49-F238E27FC236}">
                <a16:creationId xmlns:a16="http://schemas.microsoft.com/office/drawing/2014/main" id="{1272FDDE-BB01-4D4B-970C-F78813A0748C}"/>
              </a:ext>
            </a:extLst>
          </p:cNvPr>
          <p:cNvSpPr/>
          <p:nvPr/>
        </p:nvSpPr>
        <p:spPr>
          <a:xfrm>
            <a:off x="3901855" y="5213631"/>
            <a:ext cx="2452961" cy="400110"/>
          </a:xfrm>
          <a:prstGeom prst="rect">
            <a:avLst/>
          </a:prstGeom>
          <a:solidFill>
            <a:schemeClr val="accent2"/>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CN" b="1" dirty="0"/>
              <a:t>NAV</a:t>
            </a:r>
            <a:r>
              <a:rPr lang="zh-CN" altLang="en-US" b="1" dirty="0"/>
              <a:t>（信道忙）</a:t>
            </a:r>
          </a:p>
        </p:txBody>
      </p:sp>
      <p:grpSp>
        <p:nvGrpSpPr>
          <p:cNvPr id="93" name="组合 92">
            <a:extLst>
              <a:ext uri="{FF2B5EF4-FFF2-40B4-BE49-F238E27FC236}">
                <a16:creationId xmlns:a16="http://schemas.microsoft.com/office/drawing/2014/main" id="{8DC7E20B-446E-468F-A777-1F0CE5387AB9}"/>
              </a:ext>
            </a:extLst>
          </p:cNvPr>
          <p:cNvGrpSpPr/>
          <p:nvPr/>
        </p:nvGrpSpPr>
        <p:grpSpPr>
          <a:xfrm>
            <a:off x="6319891" y="4728281"/>
            <a:ext cx="1132417" cy="883464"/>
            <a:chOff x="6319891" y="4728281"/>
            <a:chExt cx="1132417" cy="883464"/>
          </a:xfrm>
        </p:grpSpPr>
        <p:sp>
          <p:nvSpPr>
            <p:cNvPr id="65" name="文本框 64">
              <a:extLst>
                <a:ext uri="{FF2B5EF4-FFF2-40B4-BE49-F238E27FC236}">
                  <a16:creationId xmlns:a16="http://schemas.microsoft.com/office/drawing/2014/main" id="{112E06C7-CC37-4C15-8D5F-C597E655D9B0}"/>
                </a:ext>
              </a:extLst>
            </p:cNvPr>
            <p:cNvSpPr txBox="1"/>
            <p:nvPr/>
          </p:nvSpPr>
          <p:spPr>
            <a:xfrm>
              <a:off x="6319891" y="5066015"/>
              <a:ext cx="644523" cy="369332"/>
            </a:xfrm>
            <a:prstGeom prst="rect">
              <a:avLst/>
            </a:prstGeom>
            <a:noFill/>
          </p:spPr>
          <p:txBody>
            <a:bodyPr wrap="square" rtlCol="0">
              <a:spAutoFit/>
            </a:bodyPr>
            <a:lstStyle/>
            <a:p>
              <a:pPr algn="ctr"/>
              <a:r>
                <a:rPr lang="en-US" altLang="zh-CN" b="1" dirty="0"/>
                <a:t>SIFS</a:t>
              </a:r>
              <a:endParaRPr lang="zh-CN" altLang="en-US" b="1" dirty="0"/>
            </a:p>
          </p:txBody>
        </p:sp>
        <p:cxnSp>
          <p:nvCxnSpPr>
            <p:cNvPr id="67" name="直接连接符 66">
              <a:extLst>
                <a:ext uri="{FF2B5EF4-FFF2-40B4-BE49-F238E27FC236}">
                  <a16:creationId xmlns:a16="http://schemas.microsoft.com/office/drawing/2014/main" id="{22B723C0-27F9-4938-B5DB-7E871C438D36}"/>
                </a:ext>
              </a:extLst>
            </p:cNvPr>
            <p:cNvCxnSpPr>
              <a:cxnSpLocks/>
            </p:cNvCxnSpPr>
            <p:nvPr/>
          </p:nvCxnSpPr>
          <p:spPr>
            <a:xfrm>
              <a:off x="6909127" y="5209733"/>
              <a:ext cx="0" cy="402012"/>
            </a:xfrm>
            <a:prstGeom prst="line">
              <a:avLst/>
            </a:prstGeom>
            <a:ln w="12700">
              <a:solidFill>
                <a:schemeClr val="tx1"/>
              </a:solidFill>
              <a:tailEnd type="none"/>
            </a:ln>
          </p:spPr>
          <p:style>
            <a:lnRef idx="1">
              <a:schemeClr val="accent1"/>
            </a:lnRef>
            <a:fillRef idx="0">
              <a:schemeClr val="accent1"/>
            </a:fillRef>
            <a:effectRef idx="0">
              <a:schemeClr val="accent1"/>
            </a:effectRef>
            <a:fontRef idx="minor">
              <a:schemeClr val="tx1"/>
            </a:fontRef>
          </p:style>
        </p:cxnSp>
        <p:cxnSp>
          <p:nvCxnSpPr>
            <p:cNvPr id="68" name="直接箭头连接符 67">
              <a:extLst>
                <a:ext uri="{FF2B5EF4-FFF2-40B4-BE49-F238E27FC236}">
                  <a16:creationId xmlns:a16="http://schemas.microsoft.com/office/drawing/2014/main" id="{4EBC1104-8388-4879-A98C-A51E988B464F}"/>
                </a:ext>
              </a:extLst>
            </p:cNvPr>
            <p:cNvCxnSpPr>
              <a:cxnSpLocks/>
            </p:cNvCxnSpPr>
            <p:nvPr/>
          </p:nvCxnSpPr>
          <p:spPr>
            <a:xfrm>
              <a:off x="6351641" y="5384361"/>
              <a:ext cx="557486" cy="0"/>
            </a:xfrm>
            <a:prstGeom prst="straightConnector1">
              <a:avLst/>
            </a:prstGeom>
            <a:ln w="12700">
              <a:solidFill>
                <a:schemeClr val="tx1"/>
              </a:solidFill>
              <a:headEnd type="triangle"/>
              <a:tailEnd type="triangle"/>
            </a:ln>
          </p:spPr>
          <p:style>
            <a:lnRef idx="1">
              <a:schemeClr val="accent1"/>
            </a:lnRef>
            <a:fillRef idx="0">
              <a:schemeClr val="accent1"/>
            </a:fillRef>
            <a:effectRef idx="0">
              <a:schemeClr val="accent1"/>
            </a:effectRef>
            <a:fontRef idx="minor">
              <a:schemeClr val="tx1"/>
            </a:fontRef>
          </p:style>
        </p:cxnSp>
        <p:sp>
          <p:nvSpPr>
            <p:cNvPr id="69" name="文本框 68">
              <a:extLst>
                <a:ext uri="{FF2B5EF4-FFF2-40B4-BE49-F238E27FC236}">
                  <a16:creationId xmlns:a16="http://schemas.microsoft.com/office/drawing/2014/main" id="{47723386-C4CB-4EF1-B347-89BBE66641BC}"/>
                </a:ext>
              </a:extLst>
            </p:cNvPr>
            <p:cNvSpPr txBox="1"/>
            <p:nvPr/>
          </p:nvSpPr>
          <p:spPr>
            <a:xfrm>
              <a:off x="6331534" y="4728281"/>
              <a:ext cx="1098550" cy="369332"/>
            </a:xfrm>
            <a:prstGeom prst="rect">
              <a:avLst/>
            </a:prstGeom>
            <a:noFill/>
          </p:spPr>
          <p:txBody>
            <a:bodyPr wrap="square" rtlCol="0">
              <a:spAutoFit/>
            </a:bodyPr>
            <a:lstStyle/>
            <a:p>
              <a:pPr algn="ctr"/>
              <a:r>
                <a:rPr lang="en-US" altLang="zh-CN" b="1" dirty="0"/>
                <a:t>DIFS</a:t>
              </a:r>
              <a:endParaRPr lang="zh-CN" altLang="en-US" b="1" dirty="0"/>
            </a:p>
          </p:txBody>
        </p:sp>
        <p:cxnSp>
          <p:nvCxnSpPr>
            <p:cNvPr id="70" name="直接连接符 69">
              <a:extLst>
                <a:ext uri="{FF2B5EF4-FFF2-40B4-BE49-F238E27FC236}">
                  <a16:creationId xmlns:a16="http://schemas.microsoft.com/office/drawing/2014/main" id="{204C01E8-0194-489F-8CCB-603A3C6858E0}"/>
                </a:ext>
              </a:extLst>
            </p:cNvPr>
            <p:cNvCxnSpPr>
              <a:cxnSpLocks/>
            </p:cNvCxnSpPr>
            <p:nvPr/>
          </p:nvCxnSpPr>
          <p:spPr>
            <a:xfrm>
              <a:off x="7452308" y="4835554"/>
              <a:ext cx="0" cy="776191"/>
            </a:xfrm>
            <a:prstGeom prst="line">
              <a:avLst/>
            </a:prstGeom>
            <a:ln w="12700">
              <a:solidFill>
                <a:schemeClr val="tx1"/>
              </a:solidFill>
              <a:tailEnd type="none"/>
            </a:ln>
          </p:spPr>
          <p:style>
            <a:lnRef idx="1">
              <a:schemeClr val="accent1"/>
            </a:lnRef>
            <a:fillRef idx="0">
              <a:schemeClr val="accent1"/>
            </a:fillRef>
            <a:effectRef idx="0">
              <a:schemeClr val="accent1"/>
            </a:effectRef>
            <a:fontRef idx="minor">
              <a:schemeClr val="tx1"/>
            </a:fontRef>
          </p:style>
        </p:cxnSp>
        <p:cxnSp>
          <p:nvCxnSpPr>
            <p:cNvPr id="71" name="直接箭头连接符 70">
              <a:extLst>
                <a:ext uri="{FF2B5EF4-FFF2-40B4-BE49-F238E27FC236}">
                  <a16:creationId xmlns:a16="http://schemas.microsoft.com/office/drawing/2014/main" id="{FD1D87FD-922E-4108-BC0F-C21616E45EC3}"/>
                </a:ext>
              </a:extLst>
            </p:cNvPr>
            <p:cNvCxnSpPr/>
            <p:nvPr/>
          </p:nvCxnSpPr>
          <p:spPr>
            <a:xfrm>
              <a:off x="6353758" y="5085814"/>
              <a:ext cx="1098550" cy="0"/>
            </a:xfrm>
            <a:prstGeom prst="straightConnector1">
              <a:avLst/>
            </a:prstGeom>
            <a:ln w="12700">
              <a:solidFill>
                <a:schemeClr val="tx1"/>
              </a:solidFill>
              <a:headEnd type="triangle"/>
              <a:tailEnd type="triangle"/>
            </a:ln>
          </p:spPr>
          <p:style>
            <a:lnRef idx="1">
              <a:schemeClr val="accent1"/>
            </a:lnRef>
            <a:fillRef idx="0">
              <a:schemeClr val="accent1"/>
            </a:fillRef>
            <a:effectRef idx="0">
              <a:schemeClr val="accent1"/>
            </a:effectRef>
            <a:fontRef idx="minor">
              <a:schemeClr val="tx1"/>
            </a:fontRef>
          </p:style>
        </p:cxnSp>
      </p:grpSp>
      <p:sp>
        <p:nvSpPr>
          <p:cNvPr id="87" name="矩形 86">
            <a:extLst>
              <a:ext uri="{FF2B5EF4-FFF2-40B4-BE49-F238E27FC236}">
                <a16:creationId xmlns:a16="http://schemas.microsoft.com/office/drawing/2014/main" id="{FDA03B81-8BAD-48CF-82ED-574AB9F2FBC6}"/>
              </a:ext>
            </a:extLst>
          </p:cNvPr>
          <p:cNvSpPr/>
          <p:nvPr/>
        </p:nvSpPr>
        <p:spPr>
          <a:xfrm>
            <a:off x="9117174" y="5207739"/>
            <a:ext cx="1498924" cy="400110"/>
          </a:xfrm>
          <a:prstGeom prst="rect">
            <a:avLst/>
          </a:prstGeom>
          <a:solidFill>
            <a:schemeClr val="accent3"/>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zh-CN" altLang="en-US" b="1" dirty="0"/>
              <a:t>发送帧</a:t>
            </a:r>
          </a:p>
        </p:txBody>
      </p:sp>
      <p:grpSp>
        <p:nvGrpSpPr>
          <p:cNvPr id="92" name="组合 91">
            <a:extLst>
              <a:ext uri="{FF2B5EF4-FFF2-40B4-BE49-F238E27FC236}">
                <a16:creationId xmlns:a16="http://schemas.microsoft.com/office/drawing/2014/main" id="{42678F22-16EA-4ADF-A88D-659023997499}"/>
              </a:ext>
            </a:extLst>
          </p:cNvPr>
          <p:cNvGrpSpPr/>
          <p:nvPr/>
        </p:nvGrpSpPr>
        <p:grpSpPr>
          <a:xfrm>
            <a:off x="7452308" y="4728281"/>
            <a:ext cx="1664117" cy="893186"/>
            <a:chOff x="7452308" y="4728281"/>
            <a:chExt cx="1664117" cy="893186"/>
          </a:xfrm>
        </p:grpSpPr>
        <p:sp>
          <p:nvSpPr>
            <p:cNvPr id="73" name="文本框 72">
              <a:extLst>
                <a:ext uri="{FF2B5EF4-FFF2-40B4-BE49-F238E27FC236}">
                  <a16:creationId xmlns:a16="http://schemas.microsoft.com/office/drawing/2014/main" id="{704EF0CF-70F3-4494-A826-79BC73B0E9E9}"/>
                </a:ext>
              </a:extLst>
            </p:cNvPr>
            <p:cNvSpPr txBox="1"/>
            <p:nvPr/>
          </p:nvSpPr>
          <p:spPr>
            <a:xfrm>
              <a:off x="7452309" y="4728281"/>
              <a:ext cx="1661590" cy="369332"/>
            </a:xfrm>
            <a:prstGeom prst="rect">
              <a:avLst/>
            </a:prstGeom>
            <a:noFill/>
          </p:spPr>
          <p:txBody>
            <a:bodyPr wrap="square" rtlCol="0">
              <a:spAutoFit/>
            </a:bodyPr>
            <a:lstStyle/>
            <a:p>
              <a:pPr algn="ctr"/>
              <a:r>
                <a:rPr lang="zh-CN" altLang="en-US" b="1" dirty="0"/>
                <a:t>随机退避时间</a:t>
              </a:r>
            </a:p>
          </p:txBody>
        </p:sp>
        <p:cxnSp>
          <p:nvCxnSpPr>
            <p:cNvPr id="74" name="直接连接符 73">
              <a:extLst>
                <a:ext uri="{FF2B5EF4-FFF2-40B4-BE49-F238E27FC236}">
                  <a16:creationId xmlns:a16="http://schemas.microsoft.com/office/drawing/2014/main" id="{CAFC1D16-03AE-400F-947B-BD138E02EF04}"/>
                </a:ext>
              </a:extLst>
            </p:cNvPr>
            <p:cNvCxnSpPr>
              <a:cxnSpLocks/>
            </p:cNvCxnSpPr>
            <p:nvPr/>
          </p:nvCxnSpPr>
          <p:spPr>
            <a:xfrm>
              <a:off x="9115162" y="4845276"/>
              <a:ext cx="0" cy="776191"/>
            </a:xfrm>
            <a:prstGeom prst="line">
              <a:avLst/>
            </a:prstGeom>
            <a:ln w="12700">
              <a:solidFill>
                <a:schemeClr val="tx1"/>
              </a:solidFill>
              <a:tailEnd type="none"/>
            </a:ln>
          </p:spPr>
          <p:style>
            <a:lnRef idx="1">
              <a:schemeClr val="accent1"/>
            </a:lnRef>
            <a:fillRef idx="0">
              <a:schemeClr val="accent1"/>
            </a:fillRef>
            <a:effectRef idx="0">
              <a:schemeClr val="accent1"/>
            </a:effectRef>
            <a:fontRef idx="minor">
              <a:schemeClr val="tx1"/>
            </a:fontRef>
          </p:style>
        </p:cxnSp>
        <p:cxnSp>
          <p:nvCxnSpPr>
            <p:cNvPr id="75" name="直接箭头连接符 74">
              <a:extLst>
                <a:ext uri="{FF2B5EF4-FFF2-40B4-BE49-F238E27FC236}">
                  <a16:creationId xmlns:a16="http://schemas.microsoft.com/office/drawing/2014/main" id="{C09209EB-DC9D-4E99-B3F0-589F059C3933}"/>
                </a:ext>
              </a:extLst>
            </p:cNvPr>
            <p:cNvCxnSpPr>
              <a:cxnSpLocks/>
            </p:cNvCxnSpPr>
            <p:nvPr/>
          </p:nvCxnSpPr>
          <p:spPr>
            <a:xfrm>
              <a:off x="7452308" y="5086495"/>
              <a:ext cx="1661591" cy="0"/>
            </a:xfrm>
            <a:prstGeom prst="straightConnector1">
              <a:avLst/>
            </a:prstGeom>
            <a:ln w="12700">
              <a:solidFill>
                <a:schemeClr val="tx1"/>
              </a:solidFill>
              <a:headEnd type="triangle"/>
              <a:tailEnd type="triangle"/>
            </a:ln>
          </p:spPr>
          <p:style>
            <a:lnRef idx="1">
              <a:schemeClr val="accent1"/>
            </a:lnRef>
            <a:fillRef idx="0">
              <a:schemeClr val="accent1"/>
            </a:fillRef>
            <a:effectRef idx="0">
              <a:schemeClr val="accent1"/>
            </a:effectRef>
            <a:fontRef idx="minor">
              <a:schemeClr val="tx1"/>
            </a:fontRef>
          </p:style>
        </p:cxnSp>
        <p:grpSp>
          <p:nvGrpSpPr>
            <p:cNvPr id="91" name="组合 90">
              <a:extLst>
                <a:ext uri="{FF2B5EF4-FFF2-40B4-BE49-F238E27FC236}">
                  <a16:creationId xmlns:a16="http://schemas.microsoft.com/office/drawing/2014/main" id="{38EE3E5B-2BB4-40B9-AE8E-B1DB399A95B1}"/>
                </a:ext>
              </a:extLst>
            </p:cNvPr>
            <p:cNvGrpSpPr/>
            <p:nvPr/>
          </p:nvGrpSpPr>
          <p:grpSpPr>
            <a:xfrm>
              <a:off x="7456617" y="5207739"/>
              <a:ext cx="1659808" cy="401060"/>
              <a:chOff x="7456617" y="5207739"/>
              <a:chExt cx="1659808" cy="401060"/>
            </a:xfrm>
          </p:grpSpPr>
          <p:sp>
            <p:nvSpPr>
              <p:cNvPr id="77" name="矩形 76">
                <a:extLst>
                  <a:ext uri="{FF2B5EF4-FFF2-40B4-BE49-F238E27FC236}">
                    <a16:creationId xmlns:a16="http://schemas.microsoft.com/office/drawing/2014/main" id="{6124807E-B566-4FA4-9988-10F55C70012F}"/>
                  </a:ext>
                </a:extLst>
              </p:cNvPr>
              <p:cNvSpPr/>
              <p:nvPr/>
            </p:nvSpPr>
            <p:spPr>
              <a:xfrm>
                <a:off x="7456617" y="5207739"/>
                <a:ext cx="136945" cy="401060"/>
              </a:xfrm>
              <a:prstGeom prst="rect">
                <a:avLst/>
              </a:prstGeom>
              <a:solidFill>
                <a:schemeClr val="accent6"/>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79" name="矩形 78">
                <a:extLst>
                  <a:ext uri="{FF2B5EF4-FFF2-40B4-BE49-F238E27FC236}">
                    <a16:creationId xmlns:a16="http://schemas.microsoft.com/office/drawing/2014/main" id="{5B76CE03-F858-46BF-863A-C8142F5AB70E}"/>
                  </a:ext>
                </a:extLst>
              </p:cNvPr>
              <p:cNvSpPr/>
              <p:nvPr/>
            </p:nvSpPr>
            <p:spPr>
              <a:xfrm>
                <a:off x="7594295" y="5207739"/>
                <a:ext cx="136945" cy="401060"/>
              </a:xfrm>
              <a:prstGeom prst="rect">
                <a:avLst/>
              </a:prstGeom>
              <a:solidFill>
                <a:schemeClr val="accent6"/>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80" name="矩形 79">
                <a:extLst>
                  <a:ext uri="{FF2B5EF4-FFF2-40B4-BE49-F238E27FC236}">
                    <a16:creationId xmlns:a16="http://schemas.microsoft.com/office/drawing/2014/main" id="{C754B141-8D78-45C7-9DAB-932F69328E94}"/>
                  </a:ext>
                </a:extLst>
              </p:cNvPr>
              <p:cNvSpPr/>
              <p:nvPr/>
            </p:nvSpPr>
            <p:spPr>
              <a:xfrm>
                <a:off x="7731240" y="5207739"/>
                <a:ext cx="136945" cy="401060"/>
              </a:xfrm>
              <a:prstGeom prst="rect">
                <a:avLst/>
              </a:prstGeom>
              <a:solidFill>
                <a:schemeClr val="accent6"/>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81" name="矩形 80">
                <a:extLst>
                  <a:ext uri="{FF2B5EF4-FFF2-40B4-BE49-F238E27FC236}">
                    <a16:creationId xmlns:a16="http://schemas.microsoft.com/office/drawing/2014/main" id="{CDDC9F16-8BD6-4B93-AC0D-5FBB3B62CDD4}"/>
                  </a:ext>
                </a:extLst>
              </p:cNvPr>
              <p:cNvSpPr/>
              <p:nvPr/>
            </p:nvSpPr>
            <p:spPr>
              <a:xfrm>
                <a:off x="7865380" y="5207739"/>
                <a:ext cx="136945" cy="401060"/>
              </a:xfrm>
              <a:prstGeom prst="rect">
                <a:avLst/>
              </a:prstGeom>
              <a:solidFill>
                <a:schemeClr val="accent6"/>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82" name="矩形 81">
                <a:extLst>
                  <a:ext uri="{FF2B5EF4-FFF2-40B4-BE49-F238E27FC236}">
                    <a16:creationId xmlns:a16="http://schemas.microsoft.com/office/drawing/2014/main" id="{77A333E6-D611-49BC-B1E1-89432E03B3D8}"/>
                  </a:ext>
                </a:extLst>
              </p:cNvPr>
              <p:cNvSpPr/>
              <p:nvPr/>
            </p:nvSpPr>
            <p:spPr>
              <a:xfrm>
                <a:off x="8571140" y="5207739"/>
                <a:ext cx="136945" cy="401060"/>
              </a:xfrm>
              <a:prstGeom prst="rect">
                <a:avLst/>
              </a:prstGeom>
              <a:solidFill>
                <a:schemeClr val="accent6"/>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83" name="矩形 82">
                <a:extLst>
                  <a:ext uri="{FF2B5EF4-FFF2-40B4-BE49-F238E27FC236}">
                    <a16:creationId xmlns:a16="http://schemas.microsoft.com/office/drawing/2014/main" id="{AACC2820-67D4-4BC8-BE70-BBED9DC376D1}"/>
                  </a:ext>
                </a:extLst>
              </p:cNvPr>
              <p:cNvSpPr/>
              <p:nvPr/>
            </p:nvSpPr>
            <p:spPr>
              <a:xfrm>
                <a:off x="8708818" y="5207739"/>
                <a:ext cx="136945" cy="401060"/>
              </a:xfrm>
              <a:prstGeom prst="rect">
                <a:avLst/>
              </a:prstGeom>
              <a:solidFill>
                <a:schemeClr val="accent6"/>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84" name="矩形 83">
                <a:extLst>
                  <a:ext uri="{FF2B5EF4-FFF2-40B4-BE49-F238E27FC236}">
                    <a16:creationId xmlns:a16="http://schemas.microsoft.com/office/drawing/2014/main" id="{B1EED8D6-A9F1-49CF-AA15-2C1212A2483B}"/>
                  </a:ext>
                </a:extLst>
              </p:cNvPr>
              <p:cNvSpPr/>
              <p:nvPr/>
            </p:nvSpPr>
            <p:spPr>
              <a:xfrm>
                <a:off x="8845763" y="5207739"/>
                <a:ext cx="136945" cy="401060"/>
              </a:xfrm>
              <a:prstGeom prst="rect">
                <a:avLst/>
              </a:prstGeom>
              <a:solidFill>
                <a:schemeClr val="accent6"/>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85" name="矩形 84">
                <a:extLst>
                  <a:ext uri="{FF2B5EF4-FFF2-40B4-BE49-F238E27FC236}">
                    <a16:creationId xmlns:a16="http://schemas.microsoft.com/office/drawing/2014/main" id="{7D2124FD-7C5A-474C-A989-763C2D618E8A}"/>
                  </a:ext>
                </a:extLst>
              </p:cNvPr>
              <p:cNvSpPr/>
              <p:nvPr/>
            </p:nvSpPr>
            <p:spPr>
              <a:xfrm>
                <a:off x="8979480" y="5207739"/>
                <a:ext cx="136945" cy="401060"/>
              </a:xfrm>
              <a:prstGeom prst="rect">
                <a:avLst/>
              </a:prstGeom>
              <a:solidFill>
                <a:schemeClr val="accent6"/>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90" name="文本框 89">
                <a:extLst>
                  <a:ext uri="{FF2B5EF4-FFF2-40B4-BE49-F238E27FC236}">
                    <a16:creationId xmlns:a16="http://schemas.microsoft.com/office/drawing/2014/main" id="{C54DBC64-21DD-4889-820E-04FD99416F1C}"/>
                  </a:ext>
                </a:extLst>
              </p:cNvPr>
              <p:cNvSpPr txBox="1"/>
              <p:nvPr/>
            </p:nvSpPr>
            <p:spPr>
              <a:xfrm>
                <a:off x="8067790" y="5207739"/>
                <a:ext cx="430627" cy="369332"/>
              </a:xfrm>
              <a:prstGeom prst="rect">
                <a:avLst/>
              </a:prstGeom>
              <a:noFill/>
            </p:spPr>
            <p:txBody>
              <a:bodyPr wrap="square" rtlCol="0">
                <a:spAutoFit/>
              </a:bodyPr>
              <a:lstStyle/>
              <a:p>
                <a:pPr algn="ctr"/>
                <a:r>
                  <a:rPr lang="en-US" altLang="zh-CN" b="1" dirty="0">
                    <a:latin typeface="宋体" panose="02010600030101010101" pitchFamily="2" charset="-122"/>
                    <a:ea typeface="宋体" panose="02010600030101010101" pitchFamily="2" charset="-122"/>
                  </a:rPr>
                  <a:t>…</a:t>
                </a:r>
                <a:endParaRPr lang="zh-CN" altLang="en-US" b="1" dirty="0">
                  <a:latin typeface="宋体" panose="02010600030101010101" pitchFamily="2" charset="-122"/>
                  <a:ea typeface="宋体" panose="02010600030101010101" pitchFamily="2" charset="-122"/>
                </a:endParaRPr>
              </a:p>
            </p:txBody>
          </p:sp>
        </p:grpSp>
      </p:grpSp>
      <p:grpSp>
        <p:nvGrpSpPr>
          <p:cNvPr id="101" name="组合 100">
            <a:extLst>
              <a:ext uri="{FF2B5EF4-FFF2-40B4-BE49-F238E27FC236}">
                <a16:creationId xmlns:a16="http://schemas.microsoft.com/office/drawing/2014/main" id="{8DDDACE7-C25E-47A5-9A19-9015074D79CB}"/>
              </a:ext>
            </a:extLst>
          </p:cNvPr>
          <p:cNvGrpSpPr/>
          <p:nvPr/>
        </p:nvGrpSpPr>
        <p:grpSpPr>
          <a:xfrm>
            <a:off x="3901858" y="3124233"/>
            <a:ext cx="1250949" cy="1245704"/>
            <a:chOff x="3901858" y="3124233"/>
            <a:chExt cx="1250949" cy="1245704"/>
          </a:xfrm>
        </p:grpSpPr>
        <p:sp>
          <p:nvSpPr>
            <p:cNvPr id="52" name="平行四边形 51">
              <a:extLst>
                <a:ext uri="{FF2B5EF4-FFF2-40B4-BE49-F238E27FC236}">
                  <a16:creationId xmlns:a16="http://schemas.microsoft.com/office/drawing/2014/main" id="{A6D7F9EA-AAFF-4EBC-BB07-DDAF4A1C569A}"/>
                </a:ext>
              </a:extLst>
            </p:cNvPr>
            <p:cNvSpPr/>
            <p:nvPr/>
          </p:nvSpPr>
          <p:spPr>
            <a:xfrm flipH="1">
              <a:off x="3901858" y="3124233"/>
              <a:ext cx="1250949" cy="1245704"/>
            </a:xfrm>
            <a:prstGeom prst="parallelogram">
              <a:avLst/>
            </a:prstGeom>
            <a:solidFill>
              <a:schemeClr val="accent3"/>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b="1" dirty="0">
                <a:latin typeface="宋体" panose="02010600030101010101" pitchFamily="2" charset="-122"/>
                <a:ea typeface="宋体" panose="02010600030101010101" pitchFamily="2" charset="-122"/>
              </a:endParaRPr>
            </a:p>
          </p:txBody>
        </p:sp>
        <p:sp>
          <p:nvSpPr>
            <p:cNvPr id="98" name="文本框 97">
              <a:extLst>
                <a:ext uri="{FF2B5EF4-FFF2-40B4-BE49-F238E27FC236}">
                  <a16:creationId xmlns:a16="http://schemas.microsoft.com/office/drawing/2014/main" id="{C77411A2-1CD5-4040-ACBC-13BF9CEF8499}"/>
                </a:ext>
              </a:extLst>
            </p:cNvPr>
            <p:cNvSpPr txBox="1"/>
            <p:nvPr/>
          </p:nvSpPr>
          <p:spPr>
            <a:xfrm>
              <a:off x="4036794" y="3241201"/>
              <a:ext cx="981076" cy="646331"/>
            </a:xfrm>
            <a:prstGeom prst="rect">
              <a:avLst/>
            </a:prstGeom>
            <a:noFill/>
          </p:spPr>
          <p:txBody>
            <a:bodyPr wrap="square" rtlCol="0">
              <a:spAutoFit/>
            </a:bodyPr>
            <a:lstStyle/>
            <a:p>
              <a:pPr algn="ctr"/>
              <a:r>
                <a:rPr lang="zh-CN" altLang="en-US" b="1" dirty="0">
                  <a:solidFill>
                    <a:schemeClr val="bg1"/>
                  </a:solidFill>
                </a:rPr>
                <a:t>第</a:t>
              </a:r>
              <a:r>
                <a:rPr lang="en-US" altLang="zh-CN" b="1" dirty="0">
                  <a:solidFill>
                    <a:schemeClr val="bg1"/>
                  </a:solidFill>
                </a:rPr>
                <a:t>1</a:t>
              </a:r>
              <a:r>
                <a:rPr lang="zh-CN" altLang="en-US" b="1" dirty="0">
                  <a:solidFill>
                    <a:schemeClr val="bg1"/>
                  </a:solidFill>
                </a:rPr>
                <a:t>个</a:t>
              </a:r>
              <a:endParaRPr lang="en-US" altLang="zh-CN" b="1" dirty="0">
                <a:solidFill>
                  <a:schemeClr val="bg1"/>
                </a:solidFill>
              </a:endParaRPr>
            </a:p>
            <a:p>
              <a:pPr algn="ctr"/>
              <a:r>
                <a:rPr lang="zh-CN" altLang="en-US" b="1" dirty="0">
                  <a:solidFill>
                    <a:schemeClr val="bg1"/>
                  </a:solidFill>
                </a:rPr>
                <a:t>数据帧</a:t>
              </a:r>
            </a:p>
          </p:txBody>
        </p:sp>
        <p:cxnSp>
          <p:nvCxnSpPr>
            <p:cNvPr id="100" name="直接箭头连接符 99">
              <a:extLst>
                <a:ext uri="{FF2B5EF4-FFF2-40B4-BE49-F238E27FC236}">
                  <a16:creationId xmlns:a16="http://schemas.microsoft.com/office/drawing/2014/main" id="{7E326EA6-85DA-47B4-B17B-E09B87597BD9}"/>
                </a:ext>
              </a:extLst>
            </p:cNvPr>
            <p:cNvCxnSpPr/>
            <p:nvPr/>
          </p:nvCxnSpPr>
          <p:spPr>
            <a:xfrm>
              <a:off x="4565842" y="3880823"/>
              <a:ext cx="85308" cy="345801"/>
            </a:xfrm>
            <a:prstGeom prst="straightConnector1">
              <a:avLst/>
            </a:prstGeom>
            <a:ln w="38100">
              <a:solidFill>
                <a:schemeClr val="bg1"/>
              </a:solidFill>
              <a:tailEnd type="triangle"/>
            </a:ln>
          </p:spPr>
          <p:style>
            <a:lnRef idx="1">
              <a:schemeClr val="accent1"/>
            </a:lnRef>
            <a:fillRef idx="0">
              <a:schemeClr val="accent1"/>
            </a:fillRef>
            <a:effectRef idx="0">
              <a:schemeClr val="accent1"/>
            </a:effectRef>
            <a:fontRef idx="minor">
              <a:schemeClr val="tx1"/>
            </a:fontRef>
          </p:style>
        </p:cxnSp>
      </p:grpSp>
      <p:grpSp>
        <p:nvGrpSpPr>
          <p:cNvPr id="105" name="组合 104">
            <a:extLst>
              <a:ext uri="{FF2B5EF4-FFF2-40B4-BE49-F238E27FC236}">
                <a16:creationId xmlns:a16="http://schemas.microsoft.com/office/drawing/2014/main" id="{9ADF70C5-E8DB-494B-9078-A0E71C927CC4}"/>
              </a:ext>
            </a:extLst>
          </p:cNvPr>
          <p:cNvGrpSpPr/>
          <p:nvPr/>
        </p:nvGrpSpPr>
        <p:grpSpPr>
          <a:xfrm>
            <a:off x="5710293" y="3124233"/>
            <a:ext cx="644526" cy="1249899"/>
            <a:chOff x="5710293" y="3124233"/>
            <a:chExt cx="644526" cy="1249899"/>
          </a:xfrm>
        </p:grpSpPr>
        <p:sp>
          <p:nvSpPr>
            <p:cNvPr id="53" name="平行四边形 52">
              <a:extLst>
                <a:ext uri="{FF2B5EF4-FFF2-40B4-BE49-F238E27FC236}">
                  <a16:creationId xmlns:a16="http://schemas.microsoft.com/office/drawing/2014/main" id="{CF823127-217E-46A2-9594-8DA763C9DA37}"/>
                </a:ext>
              </a:extLst>
            </p:cNvPr>
            <p:cNvSpPr/>
            <p:nvPr/>
          </p:nvSpPr>
          <p:spPr>
            <a:xfrm>
              <a:off x="5710293" y="3124233"/>
              <a:ext cx="644526" cy="1245704"/>
            </a:xfrm>
            <a:prstGeom prst="parallelogram">
              <a:avLst>
                <a:gd name="adj" fmla="val 46023"/>
              </a:avLst>
            </a:prstGeom>
            <a:solidFill>
              <a:schemeClr val="accent5"/>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102" name="文本框 101">
              <a:extLst>
                <a:ext uri="{FF2B5EF4-FFF2-40B4-BE49-F238E27FC236}">
                  <a16:creationId xmlns:a16="http://schemas.microsoft.com/office/drawing/2014/main" id="{74CB46F0-6697-4B1A-9F3A-9CBDBD14D81B}"/>
                </a:ext>
              </a:extLst>
            </p:cNvPr>
            <p:cNvSpPr txBox="1"/>
            <p:nvPr/>
          </p:nvSpPr>
          <p:spPr>
            <a:xfrm rot="16963893">
              <a:off x="5653799" y="3893704"/>
              <a:ext cx="591525" cy="369332"/>
            </a:xfrm>
            <a:prstGeom prst="rect">
              <a:avLst/>
            </a:prstGeom>
            <a:noFill/>
          </p:spPr>
          <p:txBody>
            <a:bodyPr wrap="square" rtlCol="0">
              <a:spAutoFit/>
            </a:bodyPr>
            <a:lstStyle/>
            <a:p>
              <a:pPr algn="ctr"/>
              <a:r>
                <a:rPr lang="en-US" altLang="zh-CN" b="1" dirty="0">
                  <a:solidFill>
                    <a:schemeClr val="bg1"/>
                  </a:solidFill>
                </a:rPr>
                <a:t>ACK</a:t>
              </a:r>
              <a:endParaRPr lang="zh-CN" altLang="en-US" b="1" dirty="0">
                <a:solidFill>
                  <a:schemeClr val="bg1"/>
                </a:solidFill>
              </a:endParaRPr>
            </a:p>
          </p:txBody>
        </p:sp>
        <p:cxnSp>
          <p:nvCxnSpPr>
            <p:cNvPr id="103" name="直接箭头连接符 102">
              <a:extLst>
                <a:ext uri="{FF2B5EF4-FFF2-40B4-BE49-F238E27FC236}">
                  <a16:creationId xmlns:a16="http://schemas.microsoft.com/office/drawing/2014/main" id="{F302317B-DC54-4242-991A-5F00C6449389}"/>
                </a:ext>
              </a:extLst>
            </p:cNvPr>
            <p:cNvCxnSpPr>
              <a:cxnSpLocks/>
            </p:cNvCxnSpPr>
            <p:nvPr/>
          </p:nvCxnSpPr>
          <p:spPr>
            <a:xfrm flipV="1">
              <a:off x="6032556" y="3355319"/>
              <a:ext cx="104500" cy="410278"/>
            </a:xfrm>
            <a:prstGeom prst="straightConnector1">
              <a:avLst/>
            </a:prstGeom>
            <a:ln w="38100">
              <a:solidFill>
                <a:schemeClr val="bg1"/>
              </a:solidFill>
              <a:tailEnd type="triangle"/>
            </a:ln>
          </p:spPr>
          <p:style>
            <a:lnRef idx="1">
              <a:schemeClr val="accent1"/>
            </a:lnRef>
            <a:fillRef idx="0">
              <a:schemeClr val="accent1"/>
            </a:fillRef>
            <a:effectRef idx="0">
              <a:schemeClr val="accent1"/>
            </a:effectRef>
            <a:fontRef idx="minor">
              <a:schemeClr val="tx1"/>
            </a:fontRef>
          </p:style>
        </p:cxnSp>
      </p:grpSp>
      <p:grpSp>
        <p:nvGrpSpPr>
          <p:cNvPr id="66" name="组合 65">
            <a:extLst>
              <a:ext uri="{FF2B5EF4-FFF2-40B4-BE49-F238E27FC236}">
                <a16:creationId xmlns:a16="http://schemas.microsoft.com/office/drawing/2014/main" id="{4B7F12D5-EC9E-469F-92AF-1FA287F48D7C}"/>
              </a:ext>
            </a:extLst>
          </p:cNvPr>
          <p:cNvGrpSpPr/>
          <p:nvPr/>
        </p:nvGrpSpPr>
        <p:grpSpPr>
          <a:xfrm>
            <a:off x="2121467" y="3123280"/>
            <a:ext cx="1363688" cy="830190"/>
            <a:chOff x="4018800" y="2864874"/>
            <a:chExt cx="1363688" cy="830190"/>
          </a:xfrm>
        </p:grpSpPr>
        <p:sp>
          <p:nvSpPr>
            <p:cNvPr id="72" name="文本框 71">
              <a:extLst>
                <a:ext uri="{FF2B5EF4-FFF2-40B4-BE49-F238E27FC236}">
                  <a16:creationId xmlns:a16="http://schemas.microsoft.com/office/drawing/2014/main" id="{D03828A7-CA4F-4C09-BBDD-CE9C975A6151}"/>
                </a:ext>
              </a:extLst>
            </p:cNvPr>
            <p:cNvSpPr txBox="1"/>
            <p:nvPr/>
          </p:nvSpPr>
          <p:spPr>
            <a:xfrm>
              <a:off x="4018800" y="3325732"/>
              <a:ext cx="1363688" cy="369332"/>
            </a:xfrm>
            <a:prstGeom prst="rect">
              <a:avLst/>
            </a:prstGeom>
            <a:noFill/>
          </p:spPr>
          <p:txBody>
            <a:bodyPr wrap="square" rtlCol="0">
              <a:spAutoFit/>
            </a:bodyPr>
            <a:lstStyle/>
            <a:p>
              <a:pPr algn="ctr"/>
              <a:r>
                <a:rPr lang="zh-CN" altLang="en-US" b="1" dirty="0">
                  <a:solidFill>
                    <a:schemeClr val="accent3"/>
                  </a:solidFill>
                  <a:latin typeface="Arial Narrow" panose="020B0606020202030204" pitchFamily="34" charset="0"/>
                </a:rPr>
                <a:t>有帧要发送</a:t>
              </a:r>
            </a:p>
          </p:txBody>
        </p:sp>
        <p:cxnSp>
          <p:nvCxnSpPr>
            <p:cNvPr id="76" name="直接箭头连接符 75">
              <a:extLst>
                <a:ext uri="{FF2B5EF4-FFF2-40B4-BE49-F238E27FC236}">
                  <a16:creationId xmlns:a16="http://schemas.microsoft.com/office/drawing/2014/main" id="{D1AF9491-0A13-4387-B624-405F724582B6}"/>
                </a:ext>
              </a:extLst>
            </p:cNvPr>
            <p:cNvCxnSpPr>
              <a:cxnSpLocks/>
            </p:cNvCxnSpPr>
            <p:nvPr/>
          </p:nvCxnSpPr>
          <p:spPr>
            <a:xfrm flipV="1">
              <a:off x="4702471" y="2864874"/>
              <a:ext cx="0" cy="521823"/>
            </a:xfrm>
            <a:prstGeom prst="straightConnector1">
              <a:avLst/>
            </a:prstGeom>
            <a:ln w="25400">
              <a:solidFill>
                <a:schemeClr val="tx1"/>
              </a:solidFill>
              <a:tailEnd type="triangle" w="med" len="lg"/>
            </a:ln>
          </p:spPr>
          <p:style>
            <a:lnRef idx="1">
              <a:schemeClr val="accent1"/>
            </a:lnRef>
            <a:fillRef idx="0">
              <a:schemeClr val="accent1"/>
            </a:fillRef>
            <a:effectRef idx="0">
              <a:schemeClr val="accent1"/>
            </a:effectRef>
            <a:fontRef idx="minor">
              <a:schemeClr val="tx1"/>
            </a:fontRef>
          </p:style>
        </p:cxnSp>
      </p:grpSp>
      <p:grpSp>
        <p:nvGrpSpPr>
          <p:cNvPr id="6" name="组合 5">
            <a:extLst>
              <a:ext uri="{FF2B5EF4-FFF2-40B4-BE49-F238E27FC236}">
                <a16:creationId xmlns:a16="http://schemas.microsoft.com/office/drawing/2014/main" id="{13C9F183-84D2-41C5-B9EE-8ED2BD85CFE3}"/>
              </a:ext>
            </a:extLst>
          </p:cNvPr>
          <p:cNvGrpSpPr/>
          <p:nvPr/>
        </p:nvGrpSpPr>
        <p:grpSpPr>
          <a:xfrm>
            <a:off x="3514553" y="5621467"/>
            <a:ext cx="1747300" cy="893633"/>
            <a:chOff x="3514553" y="5621467"/>
            <a:chExt cx="1747300" cy="893633"/>
          </a:xfrm>
        </p:grpSpPr>
        <p:sp>
          <p:nvSpPr>
            <p:cNvPr id="97" name="文本框 96">
              <a:extLst>
                <a:ext uri="{FF2B5EF4-FFF2-40B4-BE49-F238E27FC236}">
                  <a16:creationId xmlns:a16="http://schemas.microsoft.com/office/drawing/2014/main" id="{63A025DC-0A2C-4BAC-9E24-192637B484E6}"/>
                </a:ext>
              </a:extLst>
            </p:cNvPr>
            <p:cNvSpPr txBox="1"/>
            <p:nvPr/>
          </p:nvSpPr>
          <p:spPr>
            <a:xfrm>
              <a:off x="3514553" y="5868769"/>
              <a:ext cx="1747300" cy="646331"/>
            </a:xfrm>
            <a:prstGeom prst="rect">
              <a:avLst/>
            </a:prstGeom>
            <a:noFill/>
          </p:spPr>
          <p:txBody>
            <a:bodyPr wrap="square" rtlCol="0">
              <a:spAutoFit/>
            </a:bodyPr>
            <a:lstStyle/>
            <a:p>
              <a:pPr algn="ctr"/>
              <a:r>
                <a:rPr lang="zh-CN" altLang="en-US" b="1" dirty="0">
                  <a:solidFill>
                    <a:schemeClr val="accent3"/>
                  </a:solidFill>
                  <a:latin typeface="Arial Narrow" panose="020B0606020202030204" pitchFamily="34" charset="0"/>
                </a:rPr>
                <a:t>有帧要发送</a:t>
              </a:r>
              <a:endParaRPr lang="en-US" altLang="zh-CN" b="1" dirty="0">
                <a:solidFill>
                  <a:schemeClr val="accent3"/>
                </a:solidFill>
                <a:latin typeface="Arial Narrow" panose="020B0606020202030204" pitchFamily="34" charset="0"/>
              </a:endParaRPr>
            </a:p>
            <a:p>
              <a:pPr algn="ctr"/>
              <a:r>
                <a:rPr lang="zh-CN" altLang="en-US" b="1" dirty="0">
                  <a:solidFill>
                    <a:schemeClr val="accent3"/>
                  </a:solidFill>
                  <a:latin typeface="Arial Narrow" panose="020B0606020202030204" pitchFamily="34" charset="0"/>
                </a:rPr>
                <a:t>只能推迟发送</a:t>
              </a:r>
            </a:p>
          </p:txBody>
        </p:sp>
        <p:cxnSp>
          <p:nvCxnSpPr>
            <p:cNvPr id="99" name="直接箭头连接符 98">
              <a:extLst>
                <a:ext uri="{FF2B5EF4-FFF2-40B4-BE49-F238E27FC236}">
                  <a16:creationId xmlns:a16="http://schemas.microsoft.com/office/drawing/2014/main" id="{9B18C0F7-A04F-4815-A1CA-7F8B3076BFAF}"/>
                </a:ext>
              </a:extLst>
            </p:cNvPr>
            <p:cNvCxnSpPr>
              <a:cxnSpLocks/>
            </p:cNvCxnSpPr>
            <p:nvPr/>
          </p:nvCxnSpPr>
          <p:spPr>
            <a:xfrm flipV="1">
              <a:off x="4388203" y="5621467"/>
              <a:ext cx="0" cy="330315"/>
            </a:xfrm>
            <a:prstGeom prst="straightConnector1">
              <a:avLst/>
            </a:prstGeom>
            <a:ln w="25400">
              <a:solidFill>
                <a:schemeClr val="tx1"/>
              </a:solidFill>
              <a:tailEnd type="triangle" w="med" len="lg"/>
            </a:ln>
          </p:spPr>
          <p:style>
            <a:lnRef idx="1">
              <a:schemeClr val="accent1"/>
            </a:lnRef>
            <a:fillRef idx="0">
              <a:schemeClr val="accent1"/>
            </a:fillRef>
            <a:effectRef idx="0">
              <a:schemeClr val="accent1"/>
            </a:effectRef>
            <a:fontRef idx="minor">
              <a:schemeClr val="tx1"/>
            </a:fontRef>
          </p:style>
        </p:cxnSp>
      </p:grpSp>
      <p:sp>
        <p:nvSpPr>
          <p:cNvPr id="104" name="对话气泡: 圆角矩形 103">
            <a:extLst>
              <a:ext uri="{FF2B5EF4-FFF2-40B4-BE49-F238E27FC236}">
                <a16:creationId xmlns:a16="http://schemas.microsoft.com/office/drawing/2014/main" id="{D9829E01-FCFC-464F-86C5-D3B58751F058}"/>
              </a:ext>
            </a:extLst>
          </p:cNvPr>
          <p:cNvSpPr/>
          <p:nvPr/>
        </p:nvSpPr>
        <p:spPr>
          <a:xfrm>
            <a:off x="3962400" y="1136389"/>
            <a:ext cx="7733664" cy="1950224"/>
          </a:xfrm>
          <a:prstGeom prst="wedgeRoundRectCallout">
            <a:avLst>
              <a:gd name="adj1" fmla="val 8360"/>
              <a:gd name="adj2" fmla="val 134141"/>
              <a:gd name="adj3" fmla="val 16667"/>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endParaRPr lang="zh-CN" altLang="en-US" b="1" dirty="0"/>
          </a:p>
        </p:txBody>
      </p:sp>
      <p:sp>
        <p:nvSpPr>
          <p:cNvPr id="107" name="文本框 106">
            <a:extLst>
              <a:ext uri="{FF2B5EF4-FFF2-40B4-BE49-F238E27FC236}">
                <a16:creationId xmlns:a16="http://schemas.microsoft.com/office/drawing/2014/main" id="{9598DDD6-E686-46C9-888A-1F950C13D4DC}"/>
              </a:ext>
            </a:extLst>
          </p:cNvPr>
          <p:cNvSpPr txBox="1"/>
          <p:nvPr/>
        </p:nvSpPr>
        <p:spPr>
          <a:xfrm>
            <a:off x="4036794" y="1165788"/>
            <a:ext cx="7659269" cy="923330"/>
          </a:xfrm>
          <a:prstGeom prst="rect">
            <a:avLst/>
          </a:prstGeom>
          <a:noFill/>
        </p:spPr>
        <p:txBody>
          <a:bodyPr wrap="square">
            <a:spAutoFit/>
          </a:bodyPr>
          <a:lstStyle/>
          <a:p>
            <a:r>
              <a:rPr lang="zh-CN" altLang="en-US" b="1" dirty="0">
                <a:solidFill>
                  <a:schemeClr val="bg1"/>
                </a:solidFill>
              </a:rPr>
              <a:t>         当某个站要发送数据帧时，仅在这种情况下才不使用退避算法：检测到信道空闲，并且该数据帧不是成功发送完上一个数据帧之后立即连续发送的数据帧。除此之外的以下情况，都必须使用退避算法：</a:t>
            </a:r>
          </a:p>
        </p:txBody>
      </p:sp>
      <p:sp>
        <p:nvSpPr>
          <p:cNvPr id="78" name="文本框 77">
            <a:extLst>
              <a:ext uri="{FF2B5EF4-FFF2-40B4-BE49-F238E27FC236}">
                <a16:creationId xmlns:a16="http://schemas.microsoft.com/office/drawing/2014/main" id="{4FC4B89C-D8EF-4C4C-B9E8-EF93D657EAAC}"/>
              </a:ext>
            </a:extLst>
          </p:cNvPr>
          <p:cNvSpPr txBox="1"/>
          <p:nvPr/>
        </p:nvSpPr>
        <p:spPr>
          <a:xfrm>
            <a:off x="4492945" y="2016017"/>
            <a:ext cx="7659269" cy="369332"/>
          </a:xfrm>
          <a:prstGeom prst="rect">
            <a:avLst/>
          </a:prstGeom>
          <a:noFill/>
        </p:spPr>
        <p:txBody>
          <a:bodyPr wrap="square">
            <a:spAutoFit/>
          </a:bodyPr>
          <a:lstStyle/>
          <a:p>
            <a:r>
              <a:rPr lang="zh-CN" altLang="en-US" b="1" dirty="0">
                <a:solidFill>
                  <a:schemeClr val="bg1"/>
                </a:solidFill>
              </a:rPr>
              <a:t>❶  在发送帧之前检测到信道处于忙态</a:t>
            </a:r>
          </a:p>
        </p:txBody>
      </p:sp>
      <p:sp>
        <p:nvSpPr>
          <p:cNvPr id="86" name="文本框 85">
            <a:extLst>
              <a:ext uri="{FF2B5EF4-FFF2-40B4-BE49-F238E27FC236}">
                <a16:creationId xmlns:a16="http://schemas.microsoft.com/office/drawing/2014/main" id="{04AAC921-1BAE-45B6-B23E-4ABF4C59DDEE}"/>
              </a:ext>
            </a:extLst>
          </p:cNvPr>
          <p:cNvSpPr txBox="1"/>
          <p:nvPr/>
        </p:nvSpPr>
        <p:spPr>
          <a:xfrm>
            <a:off x="4494586" y="2344576"/>
            <a:ext cx="7659269" cy="369332"/>
          </a:xfrm>
          <a:prstGeom prst="rect">
            <a:avLst/>
          </a:prstGeom>
          <a:noFill/>
        </p:spPr>
        <p:txBody>
          <a:bodyPr wrap="square">
            <a:spAutoFit/>
          </a:bodyPr>
          <a:lstStyle/>
          <a:p>
            <a:r>
              <a:rPr lang="zh-CN" altLang="en-US" b="1" dirty="0">
                <a:solidFill>
                  <a:schemeClr val="bg1"/>
                </a:solidFill>
              </a:rPr>
              <a:t>❷  在每一次重传一个帧时</a:t>
            </a:r>
          </a:p>
        </p:txBody>
      </p:sp>
      <p:sp>
        <p:nvSpPr>
          <p:cNvPr id="88" name="文本框 87">
            <a:extLst>
              <a:ext uri="{FF2B5EF4-FFF2-40B4-BE49-F238E27FC236}">
                <a16:creationId xmlns:a16="http://schemas.microsoft.com/office/drawing/2014/main" id="{B0A0B8B8-83F6-4404-B4D9-1E9E239D717A}"/>
              </a:ext>
            </a:extLst>
          </p:cNvPr>
          <p:cNvSpPr txBox="1"/>
          <p:nvPr/>
        </p:nvSpPr>
        <p:spPr>
          <a:xfrm>
            <a:off x="4492945" y="2687204"/>
            <a:ext cx="7659269" cy="369332"/>
          </a:xfrm>
          <a:prstGeom prst="rect">
            <a:avLst/>
          </a:prstGeom>
          <a:noFill/>
        </p:spPr>
        <p:txBody>
          <a:bodyPr wrap="square">
            <a:spAutoFit/>
          </a:bodyPr>
          <a:lstStyle/>
          <a:p>
            <a:r>
              <a:rPr lang="zh-CN" altLang="en-US" b="1" dirty="0">
                <a:solidFill>
                  <a:schemeClr val="bg1"/>
                </a:solidFill>
              </a:rPr>
              <a:t>❸  在每一次成功发送帧后要连续发送下一个帧时</a:t>
            </a:r>
          </a:p>
        </p:txBody>
      </p:sp>
      <p:sp>
        <p:nvSpPr>
          <p:cNvPr id="106" name="平行四边形 105">
            <a:extLst>
              <a:ext uri="{FF2B5EF4-FFF2-40B4-BE49-F238E27FC236}">
                <a16:creationId xmlns:a16="http://schemas.microsoft.com/office/drawing/2014/main" id="{3DC7FE87-B873-AF2C-4E19-29324E3E037C}"/>
              </a:ext>
            </a:extLst>
          </p:cNvPr>
          <p:cNvSpPr/>
          <p:nvPr/>
        </p:nvSpPr>
        <p:spPr>
          <a:xfrm>
            <a:off x="304799" y="749300"/>
            <a:ext cx="691019" cy="387090"/>
          </a:xfrm>
          <a:prstGeom prst="parallelogram">
            <a:avLst/>
          </a:prstGeom>
          <a:solidFill>
            <a:schemeClr val="accent3">
              <a:lumMod val="75000"/>
            </a:schemeClr>
          </a:solidFill>
          <a:ln>
            <a:solidFill>
              <a:schemeClr val="accent3">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CN" sz="2200" dirty="0">
                <a:latin typeface="Impact" panose="020B0806030902050204" pitchFamily="34" charset="0"/>
              </a:rPr>
              <a:t>04</a:t>
            </a:r>
            <a:endParaRPr lang="zh-CN" altLang="en-US" sz="2200" dirty="0">
              <a:latin typeface="Impact" panose="020B0806030902050204" pitchFamily="34" charset="0"/>
            </a:endParaRPr>
          </a:p>
        </p:txBody>
      </p:sp>
    </p:spTree>
    <p:custDataLst>
      <p:tags r:id="rId1"/>
    </p:custDataLst>
    <p:extLst>
      <p:ext uri="{BB962C8B-B14F-4D97-AF65-F5344CB8AC3E}">
        <p14:creationId xmlns:p14="http://schemas.microsoft.com/office/powerpoint/2010/main" val="263607188"/>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 presetClass="entr" presetSubtype="0" fill="hold" grpId="0" nodeType="withEffect">
                                  <p:stCondLst>
                                    <p:cond delay="0"/>
                                  </p:stCondLst>
                                  <p:iterate type="lt">
                                    <p:tmAbs val="100"/>
                                  </p:iterate>
                                  <p:childTnLst>
                                    <p:set>
                                      <p:cBhvr>
                                        <p:cTn id="6" dur="1" fill="hold">
                                          <p:stCondLst>
                                            <p:cond delay="0"/>
                                          </p:stCondLst>
                                        </p:cTn>
                                        <p:tgtEl>
                                          <p:spTgt spid="107"/>
                                        </p:tgtEl>
                                        <p:attrNameLst>
                                          <p:attrName>style.visibility</p:attrName>
                                        </p:attrNameLst>
                                      </p:cBhvr>
                                      <p:to>
                                        <p:strVal val="visible"/>
                                      </p:to>
                                    </p:set>
                                  </p:childTnLst>
                                </p:cTn>
                              </p:par>
                            </p:childTnLst>
                          </p:cTn>
                        </p:par>
                      </p:childTnLst>
                    </p:cTn>
                  </p:par>
                  <p:par>
                    <p:cTn id="7" fill="hold">
                      <p:stCondLst>
                        <p:cond delay="indefinite"/>
                      </p:stCondLst>
                      <p:childTnLst>
                        <p:par>
                          <p:cTn id="8" fill="hold">
                            <p:stCondLst>
                              <p:cond delay="0"/>
                            </p:stCondLst>
                            <p:childTnLst>
                              <p:par>
                                <p:cTn id="9" presetID="1" presetClass="entr" presetSubtype="0" fill="hold" grpId="0" nodeType="clickEffect">
                                  <p:stCondLst>
                                    <p:cond delay="0"/>
                                  </p:stCondLst>
                                  <p:iterate type="lt">
                                    <p:tmAbs val="100"/>
                                  </p:iterate>
                                  <p:childTnLst>
                                    <p:set>
                                      <p:cBhvr>
                                        <p:cTn id="10" dur="1" fill="hold">
                                          <p:stCondLst>
                                            <p:cond delay="0"/>
                                          </p:stCondLst>
                                        </p:cTn>
                                        <p:tgtEl>
                                          <p:spTgt spid="78"/>
                                        </p:tgtEl>
                                        <p:attrNameLst>
                                          <p:attrName>style.visibility</p:attrName>
                                        </p:attrNameLst>
                                      </p:cBhvr>
                                      <p:to>
                                        <p:strVal val="visible"/>
                                      </p:to>
                                    </p:set>
                                  </p:childTnLst>
                                </p:cTn>
                              </p:par>
                            </p:childTnLst>
                          </p:cTn>
                        </p:par>
                      </p:childTnLst>
                    </p:cTn>
                  </p:par>
                  <p:par>
                    <p:cTn id="11" fill="hold">
                      <p:stCondLst>
                        <p:cond delay="indefinite"/>
                      </p:stCondLst>
                      <p:childTnLst>
                        <p:par>
                          <p:cTn id="12" fill="hold">
                            <p:stCondLst>
                              <p:cond delay="0"/>
                            </p:stCondLst>
                            <p:childTnLst>
                              <p:par>
                                <p:cTn id="13" presetID="1" presetClass="entr" presetSubtype="0" fill="hold" grpId="0" nodeType="clickEffect">
                                  <p:stCondLst>
                                    <p:cond delay="0"/>
                                  </p:stCondLst>
                                  <p:iterate type="lt">
                                    <p:tmAbs val="100"/>
                                  </p:iterate>
                                  <p:childTnLst>
                                    <p:set>
                                      <p:cBhvr>
                                        <p:cTn id="14" dur="1" fill="hold">
                                          <p:stCondLst>
                                            <p:cond delay="0"/>
                                          </p:stCondLst>
                                        </p:cTn>
                                        <p:tgtEl>
                                          <p:spTgt spid="86"/>
                                        </p:tgtEl>
                                        <p:attrNameLst>
                                          <p:attrName>style.visibility</p:attrName>
                                        </p:attrNameLst>
                                      </p:cBhvr>
                                      <p:to>
                                        <p:strVal val="visible"/>
                                      </p:to>
                                    </p:set>
                                  </p:childTnLst>
                                </p:cTn>
                              </p:par>
                            </p:childTnLst>
                          </p:cTn>
                        </p:par>
                      </p:childTnLst>
                    </p:cTn>
                  </p:par>
                  <p:par>
                    <p:cTn id="15" fill="hold">
                      <p:stCondLst>
                        <p:cond delay="indefinite"/>
                      </p:stCondLst>
                      <p:childTnLst>
                        <p:par>
                          <p:cTn id="16" fill="hold">
                            <p:stCondLst>
                              <p:cond delay="0"/>
                            </p:stCondLst>
                            <p:childTnLst>
                              <p:par>
                                <p:cTn id="17" presetID="1" presetClass="entr" presetSubtype="0" fill="hold" grpId="0" nodeType="clickEffect">
                                  <p:stCondLst>
                                    <p:cond delay="0"/>
                                  </p:stCondLst>
                                  <p:iterate type="lt">
                                    <p:tmAbs val="100"/>
                                  </p:iterate>
                                  <p:childTnLst>
                                    <p:set>
                                      <p:cBhvr>
                                        <p:cTn id="18" dur="1" fill="hold">
                                          <p:stCondLst>
                                            <p:cond delay="0"/>
                                          </p:stCondLst>
                                        </p:cTn>
                                        <p:tgtEl>
                                          <p:spTgt spid="88"/>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07" grpId="0"/>
      <p:bldP spid="78" grpId="0"/>
      <p:bldP spid="86" grpId="0"/>
      <p:bldP spid="88" grpId="0"/>
    </p:bldLst>
  </p:timing>
</p:sld>
</file>

<file path=ppt/slides/slide55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4" name="组合 3">
            <a:extLst>
              <a:ext uri="{FF2B5EF4-FFF2-40B4-BE49-F238E27FC236}">
                <a16:creationId xmlns:a16="http://schemas.microsoft.com/office/drawing/2014/main" id="{9A1EA9F2-FCB6-48C3-935F-7AE7E3AD14AC}"/>
              </a:ext>
            </a:extLst>
          </p:cNvPr>
          <p:cNvGrpSpPr/>
          <p:nvPr/>
        </p:nvGrpSpPr>
        <p:grpSpPr>
          <a:xfrm>
            <a:off x="304800" y="749300"/>
            <a:ext cx="5791200" cy="400110"/>
            <a:chOff x="424117" y="898245"/>
            <a:chExt cx="5791200" cy="400110"/>
          </a:xfrm>
        </p:grpSpPr>
        <p:sp>
          <p:nvSpPr>
            <p:cNvPr id="2" name="平行四边形 1">
              <a:extLst>
                <a:ext uri="{FF2B5EF4-FFF2-40B4-BE49-F238E27FC236}">
                  <a16:creationId xmlns:a16="http://schemas.microsoft.com/office/drawing/2014/main" id="{1F5BAA3F-9845-4F89-A2DD-8222D3E4EDAC}"/>
                </a:ext>
              </a:extLst>
            </p:cNvPr>
            <p:cNvSpPr/>
            <p:nvPr/>
          </p:nvSpPr>
          <p:spPr>
            <a:xfrm>
              <a:off x="424117" y="898245"/>
              <a:ext cx="628306" cy="387090"/>
            </a:xfrm>
            <a:prstGeom prst="parallelogram">
              <a:avLst/>
            </a:prstGeom>
            <a:solidFill>
              <a:schemeClr val="accent3">
                <a:lumMod val="75000"/>
              </a:schemeClr>
            </a:solidFill>
            <a:ln>
              <a:solidFill>
                <a:schemeClr val="accent3">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CN" sz="2200" dirty="0">
                  <a:latin typeface="Impact" panose="020B0806030902050204" pitchFamily="34" charset="0"/>
                </a:rPr>
                <a:t>01</a:t>
              </a:r>
              <a:endParaRPr lang="zh-CN" altLang="en-US" sz="2200" dirty="0">
                <a:latin typeface="Impact" panose="020B0806030902050204" pitchFamily="34" charset="0"/>
              </a:endParaRPr>
            </a:p>
          </p:txBody>
        </p:sp>
        <p:sp>
          <p:nvSpPr>
            <p:cNvPr id="3" name="文本框 2">
              <a:extLst>
                <a:ext uri="{FF2B5EF4-FFF2-40B4-BE49-F238E27FC236}">
                  <a16:creationId xmlns:a16="http://schemas.microsoft.com/office/drawing/2014/main" id="{4D6BD736-A4D3-4F26-AFED-36E11F50F70B}"/>
                </a:ext>
              </a:extLst>
            </p:cNvPr>
            <p:cNvSpPr txBox="1"/>
            <p:nvPr/>
          </p:nvSpPr>
          <p:spPr>
            <a:xfrm>
              <a:off x="1052423" y="898245"/>
              <a:ext cx="5162894" cy="400110"/>
            </a:xfrm>
            <a:prstGeom prst="rect">
              <a:avLst/>
            </a:prstGeom>
            <a:noFill/>
          </p:spPr>
          <p:txBody>
            <a:bodyPr wrap="square" rtlCol="0">
              <a:spAutoFit/>
            </a:bodyPr>
            <a:lstStyle/>
            <a:p>
              <a:r>
                <a:rPr lang="en-US" altLang="zh-CN" sz="2000" b="1" dirty="0">
                  <a:solidFill>
                    <a:schemeClr val="tx1"/>
                  </a:solidFill>
                  <a:latin typeface="Arial Narrow" panose="020B0606020202030204" pitchFamily="34" charset="0"/>
                </a:rPr>
                <a:t>CSMA/CA</a:t>
              </a:r>
              <a:r>
                <a:rPr lang="zh-CN" altLang="en-US" sz="2000" b="1" dirty="0">
                  <a:solidFill>
                    <a:schemeClr val="tx1"/>
                  </a:solidFill>
                  <a:latin typeface="Arial Narrow" panose="020B0606020202030204" pitchFamily="34" charset="0"/>
                </a:rPr>
                <a:t>协议的基本工作原理</a:t>
              </a:r>
              <a:endParaRPr lang="en-US" altLang="zh-CN" sz="2000" b="1" dirty="0">
                <a:solidFill>
                  <a:schemeClr val="tx1"/>
                </a:solidFill>
                <a:latin typeface="Arial Narrow" panose="020B0606020202030204" pitchFamily="34" charset="0"/>
              </a:endParaRPr>
            </a:p>
          </p:txBody>
        </p:sp>
      </p:grpSp>
      <p:sp>
        <p:nvSpPr>
          <p:cNvPr id="106" name="文本框 105">
            <a:extLst>
              <a:ext uri="{FF2B5EF4-FFF2-40B4-BE49-F238E27FC236}">
                <a16:creationId xmlns:a16="http://schemas.microsoft.com/office/drawing/2014/main" id="{05653DE5-C742-449E-8418-291FFAA878A5}"/>
              </a:ext>
            </a:extLst>
          </p:cNvPr>
          <p:cNvSpPr txBox="1"/>
          <p:nvPr/>
        </p:nvSpPr>
        <p:spPr>
          <a:xfrm>
            <a:off x="933106" y="1136390"/>
            <a:ext cx="3073135" cy="400110"/>
          </a:xfrm>
          <a:prstGeom prst="rect">
            <a:avLst/>
          </a:prstGeom>
          <a:noFill/>
        </p:spPr>
        <p:txBody>
          <a:bodyPr wrap="square" rtlCol="0">
            <a:spAutoFit/>
          </a:bodyPr>
          <a:lstStyle/>
          <a:p>
            <a:r>
              <a:rPr lang="en-US" altLang="zh-CN" sz="2000" b="1" dirty="0">
                <a:solidFill>
                  <a:schemeClr val="accent3">
                    <a:lumMod val="75000"/>
                  </a:schemeClr>
                </a:solidFill>
                <a:latin typeface="Arial Narrow" panose="020B0606020202030204" pitchFamily="34" charset="0"/>
              </a:rPr>
              <a:t>CSMA/CA</a:t>
            </a:r>
            <a:r>
              <a:rPr lang="zh-CN" altLang="en-US" sz="2000" b="1" dirty="0">
                <a:solidFill>
                  <a:schemeClr val="accent3">
                    <a:lumMod val="75000"/>
                  </a:schemeClr>
                </a:solidFill>
                <a:latin typeface="Arial Narrow" panose="020B0606020202030204" pitchFamily="34" charset="0"/>
              </a:rPr>
              <a:t>协议的退避算法</a:t>
            </a:r>
            <a:endParaRPr lang="en-US" altLang="zh-CN" sz="2000" b="1" dirty="0">
              <a:solidFill>
                <a:schemeClr val="accent3">
                  <a:lumMod val="75000"/>
                </a:schemeClr>
              </a:solidFill>
              <a:latin typeface="Arial Narrow" panose="020B0606020202030204" pitchFamily="34" charset="0"/>
            </a:endParaRPr>
          </a:p>
        </p:txBody>
      </p:sp>
      <p:sp>
        <p:nvSpPr>
          <p:cNvPr id="108" name="矩形 107">
            <a:extLst>
              <a:ext uri="{FF2B5EF4-FFF2-40B4-BE49-F238E27FC236}">
                <a16:creationId xmlns:a16="http://schemas.microsoft.com/office/drawing/2014/main" id="{B9887B13-D44F-4EA3-B880-D3CEE9110CEC}"/>
              </a:ext>
            </a:extLst>
          </p:cNvPr>
          <p:cNvSpPr/>
          <p:nvPr/>
        </p:nvSpPr>
        <p:spPr>
          <a:xfrm>
            <a:off x="1056633" y="1589374"/>
            <a:ext cx="256976" cy="256976"/>
          </a:xfrm>
          <a:prstGeom prst="rect">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109" name="íşlïḍè">
            <a:extLst>
              <a:ext uri="{FF2B5EF4-FFF2-40B4-BE49-F238E27FC236}">
                <a16:creationId xmlns:a16="http://schemas.microsoft.com/office/drawing/2014/main" id="{85B463F3-8B59-4A9F-8647-7C528660087B}"/>
              </a:ext>
            </a:extLst>
          </p:cNvPr>
          <p:cNvSpPr txBox="1"/>
          <p:nvPr/>
        </p:nvSpPr>
        <p:spPr>
          <a:xfrm>
            <a:off x="1373861" y="1535052"/>
            <a:ext cx="10513339" cy="388538"/>
          </a:xfrm>
          <a:prstGeom prst="rect">
            <a:avLst/>
          </a:prstGeom>
          <a:noFill/>
        </p:spPr>
        <p:txBody>
          <a:bodyPr wrap="square" lIns="91440" tIns="45720" rIns="91440" bIns="45720" anchor="ctr">
            <a:noAutofit/>
          </a:bodyPr>
          <a:lstStyle/>
          <a:p>
            <a:r>
              <a:rPr lang="zh-CN" altLang="en-US" b="1" dirty="0">
                <a:latin typeface="Arial Narrow" panose="020B0606020202030204" pitchFamily="34" charset="0"/>
              </a:rPr>
              <a:t>在执行退避算法时，站点为退避计时器设置一个随机的退避时间：</a:t>
            </a:r>
          </a:p>
        </p:txBody>
      </p:sp>
      <p:sp>
        <p:nvSpPr>
          <p:cNvPr id="110" name="矩形 109">
            <a:extLst>
              <a:ext uri="{FF2B5EF4-FFF2-40B4-BE49-F238E27FC236}">
                <a16:creationId xmlns:a16="http://schemas.microsoft.com/office/drawing/2014/main" id="{B75F1DF2-1AB2-42A4-A031-F6E0C6E9C9B4}"/>
              </a:ext>
            </a:extLst>
          </p:cNvPr>
          <p:cNvSpPr/>
          <p:nvPr/>
        </p:nvSpPr>
        <p:spPr>
          <a:xfrm>
            <a:off x="1497388" y="2027524"/>
            <a:ext cx="256976" cy="256976"/>
          </a:xfrm>
          <a:prstGeom prst="rect">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111" name="íşlïḍè">
            <a:extLst>
              <a:ext uri="{FF2B5EF4-FFF2-40B4-BE49-F238E27FC236}">
                <a16:creationId xmlns:a16="http://schemas.microsoft.com/office/drawing/2014/main" id="{137BC58D-1D5E-4ED9-8A54-C83E465D3A2B}"/>
              </a:ext>
            </a:extLst>
          </p:cNvPr>
          <p:cNvSpPr txBox="1"/>
          <p:nvPr/>
        </p:nvSpPr>
        <p:spPr>
          <a:xfrm>
            <a:off x="1814617" y="1973202"/>
            <a:ext cx="10072584" cy="388538"/>
          </a:xfrm>
          <a:prstGeom prst="rect">
            <a:avLst/>
          </a:prstGeom>
          <a:noFill/>
        </p:spPr>
        <p:txBody>
          <a:bodyPr wrap="square" lIns="91440" tIns="45720" rIns="91440" bIns="45720" anchor="ctr">
            <a:noAutofit/>
          </a:bodyPr>
          <a:lstStyle/>
          <a:p>
            <a:r>
              <a:rPr lang="zh-CN" altLang="en-US" b="1" dirty="0">
                <a:latin typeface="Arial Narrow" panose="020B0606020202030204" pitchFamily="34" charset="0"/>
              </a:rPr>
              <a:t>当退避计时器的时间减小到零时，就开始发送数据；</a:t>
            </a:r>
          </a:p>
        </p:txBody>
      </p:sp>
      <p:sp>
        <p:nvSpPr>
          <p:cNvPr id="112" name="矩形 111">
            <a:extLst>
              <a:ext uri="{FF2B5EF4-FFF2-40B4-BE49-F238E27FC236}">
                <a16:creationId xmlns:a16="http://schemas.microsoft.com/office/drawing/2014/main" id="{84BAFDFA-5F25-47F1-A9CF-930A07D2D45E}"/>
              </a:ext>
            </a:extLst>
          </p:cNvPr>
          <p:cNvSpPr/>
          <p:nvPr/>
        </p:nvSpPr>
        <p:spPr>
          <a:xfrm>
            <a:off x="1497388" y="2519996"/>
            <a:ext cx="256976" cy="256976"/>
          </a:xfrm>
          <a:prstGeom prst="rect">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113" name="íşlïḍè">
            <a:extLst>
              <a:ext uri="{FF2B5EF4-FFF2-40B4-BE49-F238E27FC236}">
                <a16:creationId xmlns:a16="http://schemas.microsoft.com/office/drawing/2014/main" id="{EB6779CC-569B-46F2-9E98-771B2F17B15D}"/>
              </a:ext>
            </a:extLst>
          </p:cNvPr>
          <p:cNvSpPr txBox="1"/>
          <p:nvPr/>
        </p:nvSpPr>
        <p:spPr>
          <a:xfrm>
            <a:off x="1814617" y="2465674"/>
            <a:ext cx="10072584" cy="652176"/>
          </a:xfrm>
          <a:prstGeom prst="rect">
            <a:avLst/>
          </a:prstGeom>
          <a:noFill/>
        </p:spPr>
        <p:txBody>
          <a:bodyPr wrap="square" lIns="91440" tIns="45720" rIns="91440" bIns="45720" anchor="ctr">
            <a:noAutofit/>
          </a:bodyPr>
          <a:lstStyle/>
          <a:p>
            <a:r>
              <a:rPr lang="zh-CN" altLang="en-US" b="1" dirty="0">
                <a:latin typeface="Arial Narrow" panose="020B0606020202030204" pitchFamily="34" charset="0"/>
              </a:rPr>
              <a:t>当退避计时器的时间还未减小到零时而信道又转变为忙状态，这时就</a:t>
            </a:r>
            <a:r>
              <a:rPr lang="zh-CN" altLang="en-US" b="1" dirty="0">
                <a:solidFill>
                  <a:schemeClr val="accent1">
                    <a:lumMod val="75000"/>
                  </a:schemeClr>
                </a:solidFill>
                <a:latin typeface="Arial Narrow" panose="020B0606020202030204" pitchFamily="34" charset="0"/>
              </a:rPr>
              <a:t>冻结</a:t>
            </a:r>
            <a:r>
              <a:rPr lang="zh-CN" altLang="en-US" b="1" dirty="0">
                <a:latin typeface="Arial Narrow" panose="020B0606020202030204" pitchFamily="34" charset="0"/>
              </a:rPr>
              <a:t>退避计时器的数值，重新等待信道变为空闲，再经过帧间间隔</a:t>
            </a:r>
            <a:r>
              <a:rPr lang="en-US" altLang="zh-CN" b="1" dirty="0">
                <a:latin typeface="Arial Narrow" panose="020B0606020202030204" pitchFamily="34" charset="0"/>
              </a:rPr>
              <a:t>DIFS</a:t>
            </a:r>
            <a:r>
              <a:rPr lang="zh-CN" altLang="en-US" b="1" dirty="0">
                <a:latin typeface="Arial Narrow" panose="020B0606020202030204" pitchFamily="34" charset="0"/>
              </a:rPr>
              <a:t>后，继续启动退避计时器。</a:t>
            </a:r>
          </a:p>
        </p:txBody>
      </p:sp>
      <p:sp>
        <p:nvSpPr>
          <p:cNvPr id="114" name="矩形 113">
            <a:extLst>
              <a:ext uri="{FF2B5EF4-FFF2-40B4-BE49-F238E27FC236}">
                <a16:creationId xmlns:a16="http://schemas.microsoft.com/office/drawing/2014/main" id="{DA57CB30-8219-440F-8BFE-C841B0BF263F}"/>
              </a:ext>
            </a:extLst>
          </p:cNvPr>
          <p:cNvSpPr/>
          <p:nvPr/>
        </p:nvSpPr>
        <p:spPr>
          <a:xfrm>
            <a:off x="1056633" y="3276106"/>
            <a:ext cx="256976" cy="256976"/>
          </a:xfrm>
          <a:prstGeom prst="rect">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mc:AlternateContent xmlns:mc="http://schemas.openxmlformats.org/markup-compatibility/2006" xmlns:a14="http://schemas.microsoft.com/office/drawing/2010/main">
        <mc:Choice Requires="a14">
          <p:sp>
            <p:nvSpPr>
              <p:cNvPr id="115" name="íşlïḍè">
                <a:extLst>
                  <a:ext uri="{FF2B5EF4-FFF2-40B4-BE49-F238E27FC236}">
                    <a16:creationId xmlns:a16="http://schemas.microsoft.com/office/drawing/2014/main" id="{48AF8E2E-A60C-4218-BDD9-C86157059148}"/>
                  </a:ext>
                </a:extLst>
              </p:cNvPr>
              <p:cNvSpPr txBox="1"/>
              <p:nvPr/>
            </p:nvSpPr>
            <p:spPr>
              <a:xfrm>
                <a:off x="1373861" y="3221784"/>
                <a:ext cx="10513339" cy="905716"/>
              </a:xfrm>
              <a:prstGeom prst="rect">
                <a:avLst/>
              </a:prstGeom>
              <a:noFill/>
            </p:spPr>
            <p:txBody>
              <a:bodyPr wrap="square" lIns="91440" tIns="45720" rIns="91440" bIns="45720" anchor="ctr">
                <a:noAutofit/>
              </a:bodyPr>
              <a:lstStyle/>
              <a:p>
                <a:r>
                  <a:rPr lang="zh-CN" altLang="en-US" b="1" dirty="0">
                    <a:latin typeface="Arial Narrow" panose="020B0606020202030204" pitchFamily="34" charset="0"/>
                  </a:rPr>
                  <a:t>在进行第</a:t>
                </a:r>
                <a14:m>
                  <m:oMath xmlns:m="http://schemas.openxmlformats.org/officeDocument/2006/math">
                    <m:r>
                      <a:rPr lang="en-US" altLang="zh-CN" b="1" i="1" dirty="0" smtClean="0">
                        <a:latin typeface="Cambria Math" panose="02040503050406030204" pitchFamily="18" charset="0"/>
                      </a:rPr>
                      <m:t>𝒊</m:t>
                    </m:r>
                  </m:oMath>
                </a14:m>
                <a:r>
                  <a:rPr lang="zh-CN" altLang="en-US" b="1" dirty="0">
                    <a:latin typeface="Arial Narrow" panose="020B0606020202030204" pitchFamily="34" charset="0"/>
                  </a:rPr>
                  <a:t>次退避时，退避时间在时隙编号</a:t>
                </a:r>
                <a14:m>
                  <m:oMath xmlns:m="http://schemas.openxmlformats.org/officeDocument/2006/math">
                    <m:r>
                      <a:rPr lang="en-US" altLang="zh-CN" b="1" i="1" dirty="0" smtClean="0">
                        <a:latin typeface="Cambria Math" panose="02040503050406030204" pitchFamily="18" charset="0"/>
                      </a:rPr>
                      <m:t>{</m:t>
                    </m:r>
                    <m:r>
                      <a:rPr lang="en-US" altLang="zh-CN" b="1" i="1" dirty="0" smtClean="0">
                        <a:latin typeface="Cambria Math" panose="02040503050406030204" pitchFamily="18" charset="0"/>
                      </a:rPr>
                      <m:t>𝟎</m:t>
                    </m:r>
                    <m:r>
                      <a:rPr lang="zh-CN" altLang="en-US" b="1" i="1" dirty="0" smtClean="0">
                        <a:latin typeface="Cambria Math" panose="02040503050406030204" pitchFamily="18" charset="0"/>
                      </a:rPr>
                      <m:t>，</m:t>
                    </m:r>
                    <m:r>
                      <a:rPr lang="en-US" altLang="zh-CN" b="1" i="1" dirty="0" smtClean="0">
                        <a:latin typeface="Cambria Math" panose="02040503050406030204" pitchFamily="18" charset="0"/>
                      </a:rPr>
                      <m:t>𝟏</m:t>
                    </m:r>
                    <m:r>
                      <a:rPr lang="zh-CN" altLang="en-US" b="1" i="1" dirty="0" smtClean="0">
                        <a:latin typeface="Cambria Math" panose="02040503050406030204" pitchFamily="18" charset="0"/>
                      </a:rPr>
                      <m:t>，</m:t>
                    </m:r>
                    <m:r>
                      <a:rPr lang="en-US" altLang="zh-CN" b="1" i="1" dirty="0" smtClean="0">
                        <a:latin typeface="Cambria Math" panose="02040503050406030204" pitchFamily="18" charset="0"/>
                      </a:rPr>
                      <m:t>… </m:t>
                    </m:r>
                    <m:r>
                      <a:rPr lang="zh-CN" altLang="en-US" b="1" i="1" dirty="0" smtClean="0">
                        <a:latin typeface="Cambria Math" panose="02040503050406030204" pitchFamily="18" charset="0"/>
                      </a:rPr>
                      <m:t>，</m:t>
                    </m:r>
                    <m:sSup>
                      <m:sSupPr>
                        <m:ctrlPr>
                          <a:rPr lang="en-US" altLang="zh-CN" b="1" i="1" dirty="0" smtClean="0">
                            <a:latin typeface="Cambria Math" panose="02040503050406030204" pitchFamily="18" charset="0"/>
                          </a:rPr>
                        </m:ctrlPr>
                      </m:sSupPr>
                      <m:e>
                        <m:r>
                          <a:rPr lang="en-US" altLang="zh-CN" b="1" i="1" dirty="0" smtClean="0">
                            <a:latin typeface="Cambria Math" panose="02040503050406030204" pitchFamily="18" charset="0"/>
                          </a:rPr>
                          <m:t>𝟐</m:t>
                        </m:r>
                      </m:e>
                      <m:sup>
                        <m:r>
                          <a:rPr lang="en-US" altLang="zh-CN" b="1" i="1" dirty="0" smtClean="0">
                            <a:latin typeface="Cambria Math" panose="02040503050406030204" pitchFamily="18" charset="0"/>
                          </a:rPr>
                          <m:t>𝟐</m:t>
                        </m:r>
                        <m:r>
                          <a:rPr lang="en-US" altLang="zh-CN" b="1" i="1" dirty="0" smtClean="0">
                            <a:latin typeface="Cambria Math" panose="02040503050406030204" pitchFamily="18" charset="0"/>
                          </a:rPr>
                          <m:t>+</m:t>
                        </m:r>
                        <m:r>
                          <a:rPr lang="en-US" altLang="zh-CN" b="1" i="1" dirty="0" smtClean="0">
                            <a:latin typeface="Cambria Math" panose="02040503050406030204" pitchFamily="18" charset="0"/>
                          </a:rPr>
                          <m:t>𝒊</m:t>
                        </m:r>
                      </m:sup>
                    </m:sSup>
                    <m:r>
                      <a:rPr lang="en-US" altLang="zh-CN" b="1" i="1" dirty="0" smtClean="0">
                        <a:latin typeface="Cambria Math" panose="02040503050406030204" pitchFamily="18" charset="0"/>
                      </a:rPr>
                      <m:t>−</m:t>
                    </m:r>
                    <m:r>
                      <a:rPr lang="en-US" altLang="zh-CN" b="1" i="1" dirty="0" smtClean="0">
                        <a:latin typeface="Cambria Math" panose="02040503050406030204" pitchFamily="18" charset="0"/>
                      </a:rPr>
                      <m:t>𝟏</m:t>
                    </m:r>
                    <m:r>
                      <a:rPr lang="en-US" altLang="zh-CN" b="1" i="1" dirty="0" smtClean="0">
                        <a:latin typeface="Cambria Math" panose="02040503050406030204" pitchFamily="18" charset="0"/>
                      </a:rPr>
                      <m:t>}</m:t>
                    </m:r>
                  </m:oMath>
                </a14:m>
                <a:r>
                  <a:rPr lang="zh-CN" altLang="en-US" b="1" dirty="0">
                    <a:latin typeface="Arial Narrow" panose="020B0606020202030204" pitchFamily="34" charset="0"/>
                  </a:rPr>
                  <a:t>中随机选择一个，然后乘以基本退避时间（也就是一个时隙的长度）就可以得到随机的退避时间。当时隙编号达到</a:t>
                </a:r>
                <a:r>
                  <a:rPr lang="en-US" altLang="zh-CN" b="1" dirty="0">
                    <a:latin typeface="Arial Narrow" panose="020B0606020202030204" pitchFamily="34" charset="0"/>
                  </a:rPr>
                  <a:t>255</a:t>
                </a:r>
                <a:r>
                  <a:rPr lang="zh-CN" altLang="en-US" b="1" dirty="0">
                    <a:latin typeface="Arial Narrow" panose="020B0606020202030204" pitchFamily="34" charset="0"/>
                  </a:rPr>
                  <a:t>时（对应于第</a:t>
                </a:r>
                <a:r>
                  <a:rPr lang="en-US" altLang="zh-CN" b="1" dirty="0">
                    <a:latin typeface="Arial Narrow" panose="020B0606020202030204" pitchFamily="34" charset="0"/>
                  </a:rPr>
                  <a:t>6</a:t>
                </a:r>
                <a:r>
                  <a:rPr lang="zh-CN" altLang="en-US" b="1" dirty="0">
                    <a:latin typeface="Arial Narrow" panose="020B0606020202030204" pitchFamily="34" charset="0"/>
                  </a:rPr>
                  <a:t>次退避）就不再增加了。</a:t>
                </a:r>
              </a:p>
            </p:txBody>
          </p:sp>
        </mc:Choice>
        <mc:Fallback xmlns="">
          <p:sp>
            <p:nvSpPr>
              <p:cNvPr id="115" name="íşlïḍè">
                <a:extLst>
                  <a:ext uri="{FF2B5EF4-FFF2-40B4-BE49-F238E27FC236}">
                    <a16:creationId xmlns:a16="http://schemas.microsoft.com/office/drawing/2014/main" id="{48AF8E2E-A60C-4218-BDD9-C86157059148}"/>
                  </a:ext>
                </a:extLst>
              </p:cNvPr>
              <p:cNvSpPr txBox="1">
                <a:spLocks noRot="1" noChangeAspect="1" noMove="1" noResize="1" noEditPoints="1" noAdjustHandles="1" noChangeArrowheads="1" noChangeShapeType="1" noTextEdit="1"/>
              </p:cNvSpPr>
              <p:nvPr/>
            </p:nvSpPr>
            <p:spPr>
              <a:xfrm>
                <a:off x="1373861" y="3221784"/>
                <a:ext cx="10513339" cy="905716"/>
              </a:xfrm>
              <a:prstGeom prst="rect">
                <a:avLst/>
              </a:prstGeom>
              <a:blipFill>
                <a:blip r:embed="rId3"/>
                <a:stretch>
                  <a:fillRect l="-464" t="-4054" r="-1855" b="-11486"/>
                </a:stretch>
              </a:blipFill>
            </p:spPr>
            <p:txBody>
              <a:bodyPr/>
              <a:lstStyle/>
              <a:p>
                <a:r>
                  <a:rPr lang="zh-CN" altLang="en-US">
                    <a:noFill/>
                  </a:rPr>
                  <a:t> </a:t>
                </a:r>
              </a:p>
            </p:txBody>
          </p:sp>
        </mc:Fallback>
      </mc:AlternateContent>
      <p:sp>
        <p:nvSpPr>
          <p:cNvPr id="14" name="平行四边形 13">
            <a:extLst>
              <a:ext uri="{FF2B5EF4-FFF2-40B4-BE49-F238E27FC236}">
                <a16:creationId xmlns:a16="http://schemas.microsoft.com/office/drawing/2014/main" id="{145396ED-A673-6670-9D3C-735AAF9C0023}"/>
              </a:ext>
            </a:extLst>
          </p:cNvPr>
          <p:cNvSpPr/>
          <p:nvPr/>
        </p:nvSpPr>
        <p:spPr>
          <a:xfrm>
            <a:off x="304799" y="749300"/>
            <a:ext cx="691019" cy="387090"/>
          </a:xfrm>
          <a:prstGeom prst="parallelogram">
            <a:avLst/>
          </a:prstGeom>
          <a:solidFill>
            <a:schemeClr val="accent3">
              <a:lumMod val="75000"/>
            </a:schemeClr>
          </a:solidFill>
          <a:ln>
            <a:solidFill>
              <a:schemeClr val="accent3">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CN" sz="2200" dirty="0">
                <a:latin typeface="Impact" panose="020B0806030902050204" pitchFamily="34" charset="0"/>
              </a:rPr>
              <a:t>04</a:t>
            </a:r>
            <a:endParaRPr lang="zh-CN" altLang="en-US" sz="2200" dirty="0">
              <a:latin typeface="Impact" panose="020B0806030902050204" pitchFamily="34" charset="0"/>
            </a:endParaRPr>
          </a:p>
        </p:txBody>
      </p:sp>
    </p:spTree>
    <p:custDataLst>
      <p:tags r:id="rId1"/>
    </p:custDataLst>
    <p:extLst>
      <p:ext uri="{BB962C8B-B14F-4D97-AF65-F5344CB8AC3E}">
        <p14:creationId xmlns:p14="http://schemas.microsoft.com/office/powerpoint/2010/main" val="419114112"/>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2" presetClass="entr" presetSubtype="1" fill="hold" grpId="0" nodeType="withEffect">
                                  <p:stCondLst>
                                    <p:cond delay="0"/>
                                  </p:stCondLst>
                                  <p:childTnLst>
                                    <p:set>
                                      <p:cBhvr>
                                        <p:cTn id="6" dur="1" fill="hold">
                                          <p:stCondLst>
                                            <p:cond delay="0"/>
                                          </p:stCondLst>
                                        </p:cTn>
                                        <p:tgtEl>
                                          <p:spTgt spid="106"/>
                                        </p:tgtEl>
                                        <p:attrNameLst>
                                          <p:attrName>style.visibility</p:attrName>
                                        </p:attrNameLst>
                                      </p:cBhvr>
                                      <p:to>
                                        <p:strVal val="visible"/>
                                      </p:to>
                                    </p:set>
                                    <p:anim calcmode="lin" valueType="num">
                                      <p:cBhvr additive="base">
                                        <p:cTn id="7" dur="500"/>
                                        <p:tgtEl>
                                          <p:spTgt spid="106"/>
                                        </p:tgtEl>
                                        <p:attrNameLst>
                                          <p:attrName>ppt_y</p:attrName>
                                        </p:attrNameLst>
                                      </p:cBhvr>
                                      <p:tavLst>
                                        <p:tav tm="0">
                                          <p:val>
                                            <p:strVal val="#ppt_y-#ppt_h*1.125000"/>
                                          </p:val>
                                        </p:tav>
                                        <p:tav tm="100000">
                                          <p:val>
                                            <p:strVal val="#ppt_y"/>
                                          </p:val>
                                        </p:tav>
                                      </p:tavLst>
                                    </p:anim>
                                    <p:animEffect transition="in" filter="wipe(down)">
                                      <p:cBhvr>
                                        <p:cTn id="8" dur="500"/>
                                        <p:tgtEl>
                                          <p:spTgt spid="106"/>
                                        </p:tgtEl>
                                      </p:cBhvr>
                                    </p:animEffect>
                                  </p:childTnLst>
                                </p:cTn>
                              </p:par>
                            </p:childTnLst>
                          </p:cTn>
                        </p:par>
                      </p:childTnLst>
                    </p:cTn>
                  </p:par>
                  <p:par>
                    <p:cTn id="9" fill="hold">
                      <p:stCondLst>
                        <p:cond delay="indefinite"/>
                      </p:stCondLst>
                      <p:childTnLst>
                        <p:par>
                          <p:cTn id="10" fill="hold">
                            <p:stCondLst>
                              <p:cond delay="0"/>
                            </p:stCondLst>
                            <p:childTnLst>
                              <p:par>
                                <p:cTn id="11" presetID="49" presetClass="entr" presetSubtype="0" decel="100000" fill="hold" grpId="0" nodeType="clickEffect">
                                  <p:stCondLst>
                                    <p:cond delay="0"/>
                                  </p:stCondLst>
                                  <p:childTnLst>
                                    <p:set>
                                      <p:cBhvr>
                                        <p:cTn id="12" dur="1" fill="hold">
                                          <p:stCondLst>
                                            <p:cond delay="0"/>
                                          </p:stCondLst>
                                        </p:cTn>
                                        <p:tgtEl>
                                          <p:spTgt spid="108"/>
                                        </p:tgtEl>
                                        <p:attrNameLst>
                                          <p:attrName>style.visibility</p:attrName>
                                        </p:attrNameLst>
                                      </p:cBhvr>
                                      <p:to>
                                        <p:strVal val="visible"/>
                                      </p:to>
                                    </p:set>
                                    <p:anim calcmode="lin" valueType="num">
                                      <p:cBhvr>
                                        <p:cTn id="13" dur="500" fill="hold"/>
                                        <p:tgtEl>
                                          <p:spTgt spid="108"/>
                                        </p:tgtEl>
                                        <p:attrNameLst>
                                          <p:attrName>ppt_w</p:attrName>
                                        </p:attrNameLst>
                                      </p:cBhvr>
                                      <p:tavLst>
                                        <p:tav tm="0">
                                          <p:val>
                                            <p:fltVal val="0"/>
                                          </p:val>
                                        </p:tav>
                                        <p:tav tm="100000">
                                          <p:val>
                                            <p:strVal val="#ppt_w"/>
                                          </p:val>
                                        </p:tav>
                                      </p:tavLst>
                                    </p:anim>
                                    <p:anim calcmode="lin" valueType="num">
                                      <p:cBhvr>
                                        <p:cTn id="14" dur="500" fill="hold"/>
                                        <p:tgtEl>
                                          <p:spTgt spid="108"/>
                                        </p:tgtEl>
                                        <p:attrNameLst>
                                          <p:attrName>ppt_h</p:attrName>
                                        </p:attrNameLst>
                                      </p:cBhvr>
                                      <p:tavLst>
                                        <p:tav tm="0">
                                          <p:val>
                                            <p:fltVal val="0"/>
                                          </p:val>
                                        </p:tav>
                                        <p:tav tm="100000">
                                          <p:val>
                                            <p:strVal val="#ppt_h"/>
                                          </p:val>
                                        </p:tav>
                                      </p:tavLst>
                                    </p:anim>
                                    <p:anim calcmode="lin" valueType="num">
                                      <p:cBhvr>
                                        <p:cTn id="15" dur="500" fill="hold"/>
                                        <p:tgtEl>
                                          <p:spTgt spid="108"/>
                                        </p:tgtEl>
                                        <p:attrNameLst>
                                          <p:attrName>style.rotation</p:attrName>
                                        </p:attrNameLst>
                                      </p:cBhvr>
                                      <p:tavLst>
                                        <p:tav tm="0">
                                          <p:val>
                                            <p:fltVal val="360"/>
                                          </p:val>
                                        </p:tav>
                                        <p:tav tm="100000">
                                          <p:val>
                                            <p:fltVal val="0"/>
                                          </p:val>
                                        </p:tav>
                                      </p:tavLst>
                                    </p:anim>
                                    <p:animEffect transition="in" filter="fade">
                                      <p:cBhvr>
                                        <p:cTn id="16" dur="500"/>
                                        <p:tgtEl>
                                          <p:spTgt spid="108"/>
                                        </p:tgtEl>
                                      </p:cBhvr>
                                    </p:animEffect>
                                  </p:childTnLst>
                                </p:cTn>
                              </p:par>
                            </p:childTnLst>
                          </p:cTn>
                        </p:par>
                        <p:par>
                          <p:cTn id="17" fill="hold">
                            <p:stCondLst>
                              <p:cond delay="500"/>
                            </p:stCondLst>
                            <p:childTnLst>
                              <p:par>
                                <p:cTn id="18" presetID="1" presetClass="entr" presetSubtype="0" fill="hold" grpId="0" nodeType="afterEffect">
                                  <p:stCondLst>
                                    <p:cond delay="0"/>
                                  </p:stCondLst>
                                  <p:iterate type="lt">
                                    <p:tmAbs val="100"/>
                                  </p:iterate>
                                  <p:childTnLst>
                                    <p:set>
                                      <p:cBhvr>
                                        <p:cTn id="19" dur="1" fill="hold">
                                          <p:stCondLst>
                                            <p:cond delay="0"/>
                                          </p:stCondLst>
                                        </p:cTn>
                                        <p:tgtEl>
                                          <p:spTgt spid="109"/>
                                        </p:tgtEl>
                                        <p:attrNameLst>
                                          <p:attrName>style.visibility</p:attrName>
                                        </p:attrNameLst>
                                      </p:cBhvr>
                                      <p:to>
                                        <p:strVal val="visible"/>
                                      </p:to>
                                    </p:set>
                                  </p:childTnLst>
                                </p:cTn>
                              </p:par>
                            </p:childTnLst>
                          </p:cTn>
                        </p:par>
                      </p:childTnLst>
                    </p:cTn>
                  </p:par>
                  <p:par>
                    <p:cTn id="20" fill="hold">
                      <p:stCondLst>
                        <p:cond delay="indefinite"/>
                      </p:stCondLst>
                      <p:childTnLst>
                        <p:par>
                          <p:cTn id="21" fill="hold">
                            <p:stCondLst>
                              <p:cond delay="0"/>
                            </p:stCondLst>
                            <p:childTnLst>
                              <p:par>
                                <p:cTn id="22" presetID="49" presetClass="entr" presetSubtype="0" decel="100000" fill="hold" grpId="0" nodeType="clickEffect">
                                  <p:stCondLst>
                                    <p:cond delay="0"/>
                                  </p:stCondLst>
                                  <p:childTnLst>
                                    <p:set>
                                      <p:cBhvr>
                                        <p:cTn id="23" dur="1" fill="hold">
                                          <p:stCondLst>
                                            <p:cond delay="0"/>
                                          </p:stCondLst>
                                        </p:cTn>
                                        <p:tgtEl>
                                          <p:spTgt spid="110"/>
                                        </p:tgtEl>
                                        <p:attrNameLst>
                                          <p:attrName>style.visibility</p:attrName>
                                        </p:attrNameLst>
                                      </p:cBhvr>
                                      <p:to>
                                        <p:strVal val="visible"/>
                                      </p:to>
                                    </p:set>
                                    <p:anim calcmode="lin" valueType="num">
                                      <p:cBhvr>
                                        <p:cTn id="24" dur="500" fill="hold"/>
                                        <p:tgtEl>
                                          <p:spTgt spid="110"/>
                                        </p:tgtEl>
                                        <p:attrNameLst>
                                          <p:attrName>ppt_w</p:attrName>
                                        </p:attrNameLst>
                                      </p:cBhvr>
                                      <p:tavLst>
                                        <p:tav tm="0">
                                          <p:val>
                                            <p:fltVal val="0"/>
                                          </p:val>
                                        </p:tav>
                                        <p:tav tm="100000">
                                          <p:val>
                                            <p:strVal val="#ppt_w"/>
                                          </p:val>
                                        </p:tav>
                                      </p:tavLst>
                                    </p:anim>
                                    <p:anim calcmode="lin" valueType="num">
                                      <p:cBhvr>
                                        <p:cTn id="25" dur="500" fill="hold"/>
                                        <p:tgtEl>
                                          <p:spTgt spid="110"/>
                                        </p:tgtEl>
                                        <p:attrNameLst>
                                          <p:attrName>ppt_h</p:attrName>
                                        </p:attrNameLst>
                                      </p:cBhvr>
                                      <p:tavLst>
                                        <p:tav tm="0">
                                          <p:val>
                                            <p:fltVal val="0"/>
                                          </p:val>
                                        </p:tav>
                                        <p:tav tm="100000">
                                          <p:val>
                                            <p:strVal val="#ppt_h"/>
                                          </p:val>
                                        </p:tav>
                                      </p:tavLst>
                                    </p:anim>
                                    <p:anim calcmode="lin" valueType="num">
                                      <p:cBhvr>
                                        <p:cTn id="26" dur="500" fill="hold"/>
                                        <p:tgtEl>
                                          <p:spTgt spid="110"/>
                                        </p:tgtEl>
                                        <p:attrNameLst>
                                          <p:attrName>style.rotation</p:attrName>
                                        </p:attrNameLst>
                                      </p:cBhvr>
                                      <p:tavLst>
                                        <p:tav tm="0">
                                          <p:val>
                                            <p:fltVal val="360"/>
                                          </p:val>
                                        </p:tav>
                                        <p:tav tm="100000">
                                          <p:val>
                                            <p:fltVal val="0"/>
                                          </p:val>
                                        </p:tav>
                                      </p:tavLst>
                                    </p:anim>
                                    <p:animEffect transition="in" filter="fade">
                                      <p:cBhvr>
                                        <p:cTn id="27" dur="500"/>
                                        <p:tgtEl>
                                          <p:spTgt spid="110"/>
                                        </p:tgtEl>
                                      </p:cBhvr>
                                    </p:animEffect>
                                  </p:childTnLst>
                                </p:cTn>
                              </p:par>
                            </p:childTnLst>
                          </p:cTn>
                        </p:par>
                        <p:par>
                          <p:cTn id="28" fill="hold">
                            <p:stCondLst>
                              <p:cond delay="500"/>
                            </p:stCondLst>
                            <p:childTnLst>
                              <p:par>
                                <p:cTn id="29" presetID="1" presetClass="entr" presetSubtype="0" fill="hold" grpId="0" nodeType="afterEffect">
                                  <p:stCondLst>
                                    <p:cond delay="0"/>
                                  </p:stCondLst>
                                  <p:iterate type="lt">
                                    <p:tmAbs val="100"/>
                                  </p:iterate>
                                  <p:childTnLst>
                                    <p:set>
                                      <p:cBhvr>
                                        <p:cTn id="30" dur="1" fill="hold">
                                          <p:stCondLst>
                                            <p:cond delay="0"/>
                                          </p:stCondLst>
                                        </p:cTn>
                                        <p:tgtEl>
                                          <p:spTgt spid="111"/>
                                        </p:tgtEl>
                                        <p:attrNameLst>
                                          <p:attrName>style.visibility</p:attrName>
                                        </p:attrNameLst>
                                      </p:cBhvr>
                                      <p:to>
                                        <p:strVal val="visible"/>
                                      </p:to>
                                    </p:set>
                                  </p:childTnLst>
                                </p:cTn>
                              </p:par>
                            </p:childTnLst>
                          </p:cTn>
                        </p:par>
                      </p:childTnLst>
                    </p:cTn>
                  </p:par>
                  <p:par>
                    <p:cTn id="31" fill="hold">
                      <p:stCondLst>
                        <p:cond delay="indefinite"/>
                      </p:stCondLst>
                      <p:childTnLst>
                        <p:par>
                          <p:cTn id="32" fill="hold">
                            <p:stCondLst>
                              <p:cond delay="0"/>
                            </p:stCondLst>
                            <p:childTnLst>
                              <p:par>
                                <p:cTn id="33" presetID="49" presetClass="entr" presetSubtype="0" decel="100000" fill="hold" grpId="0" nodeType="clickEffect">
                                  <p:stCondLst>
                                    <p:cond delay="0"/>
                                  </p:stCondLst>
                                  <p:childTnLst>
                                    <p:set>
                                      <p:cBhvr>
                                        <p:cTn id="34" dur="1" fill="hold">
                                          <p:stCondLst>
                                            <p:cond delay="0"/>
                                          </p:stCondLst>
                                        </p:cTn>
                                        <p:tgtEl>
                                          <p:spTgt spid="112"/>
                                        </p:tgtEl>
                                        <p:attrNameLst>
                                          <p:attrName>style.visibility</p:attrName>
                                        </p:attrNameLst>
                                      </p:cBhvr>
                                      <p:to>
                                        <p:strVal val="visible"/>
                                      </p:to>
                                    </p:set>
                                    <p:anim calcmode="lin" valueType="num">
                                      <p:cBhvr>
                                        <p:cTn id="35" dur="500" fill="hold"/>
                                        <p:tgtEl>
                                          <p:spTgt spid="112"/>
                                        </p:tgtEl>
                                        <p:attrNameLst>
                                          <p:attrName>ppt_w</p:attrName>
                                        </p:attrNameLst>
                                      </p:cBhvr>
                                      <p:tavLst>
                                        <p:tav tm="0">
                                          <p:val>
                                            <p:fltVal val="0"/>
                                          </p:val>
                                        </p:tav>
                                        <p:tav tm="100000">
                                          <p:val>
                                            <p:strVal val="#ppt_w"/>
                                          </p:val>
                                        </p:tav>
                                      </p:tavLst>
                                    </p:anim>
                                    <p:anim calcmode="lin" valueType="num">
                                      <p:cBhvr>
                                        <p:cTn id="36" dur="500" fill="hold"/>
                                        <p:tgtEl>
                                          <p:spTgt spid="112"/>
                                        </p:tgtEl>
                                        <p:attrNameLst>
                                          <p:attrName>ppt_h</p:attrName>
                                        </p:attrNameLst>
                                      </p:cBhvr>
                                      <p:tavLst>
                                        <p:tav tm="0">
                                          <p:val>
                                            <p:fltVal val="0"/>
                                          </p:val>
                                        </p:tav>
                                        <p:tav tm="100000">
                                          <p:val>
                                            <p:strVal val="#ppt_h"/>
                                          </p:val>
                                        </p:tav>
                                      </p:tavLst>
                                    </p:anim>
                                    <p:anim calcmode="lin" valueType="num">
                                      <p:cBhvr>
                                        <p:cTn id="37" dur="500" fill="hold"/>
                                        <p:tgtEl>
                                          <p:spTgt spid="112"/>
                                        </p:tgtEl>
                                        <p:attrNameLst>
                                          <p:attrName>style.rotation</p:attrName>
                                        </p:attrNameLst>
                                      </p:cBhvr>
                                      <p:tavLst>
                                        <p:tav tm="0">
                                          <p:val>
                                            <p:fltVal val="360"/>
                                          </p:val>
                                        </p:tav>
                                        <p:tav tm="100000">
                                          <p:val>
                                            <p:fltVal val="0"/>
                                          </p:val>
                                        </p:tav>
                                      </p:tavLst>
                                    </p:anim>
                                    <p:animEffect transition="in" filter="fade">
                                      <p:cBhvr>
                                        <p:cTn id="38" dur="500"/>
                                        <p:tgtEl>
                                          <p:spTgt spid="112"/>
                                        </p:tgtEl>
                                      </p:cBhvr>
                                    </p:animEffect>
                                  </p:childTnLst>
                                </p:cTn>
                              </p:par>
                            </p:childTnLst>
                          </p:cTn>
                        </p:par>
                        <p:par>
                          <p:cTn id="39" fill="hold">
                            <p:stCondLst>
                              <p:cond delay="500"/>
                            </p:stCondLst>
                            <p:childTnLst>
                              <p:par>
                                <p:cTn id="40" presetID="1" presetClass="entr" presetSubtype="0" fill="hold" grpId="0" nodeType="afterEffect">
                                  <p:stCondLst>
                                    <p:cond delay="0"/>
                                  </p:stCondLst>
                                  <p:iterate type="lt">
                                    <p:tmAbs val="100"/>
                                  </p:iterate>
                                  <p:childTnLst>
                                    <p:set>
                                      <p:cBhvr>
                                        <p:cTn id="41" dur="1" fill="hold">
                                          <p:stCondLst>
                                            <p:cond delay="0"/>
                                          </p:stCondLst>
                                        </p:cTn>
                                        <p:tgtEl>
                                          <p:spTgt spid="113"/>
                                        </p:tgtEl>
                                        <p:attrNameLst>
                                          <p:attrName>style.visibility</p:attrName>
                                        </p:attrNameLst>
                                      </p:cBhvr>
                                      <p:to>
                                        <p:strVal val="visible"/>
                                      </p:to>
                                    </p:set>
                                  </p:childTnLst>
                                </p:cTn>
                              </p:par>
                            </p:childTnLst>
                          </p:cTn>
                        </p:par>
                      </p:childTnLst>
                    </p:cTn>
                  </p:par>
                  <p:par>
                    <p:cTn id="42" fill="hold">
                      <p:stCondLst>
                        <p:cond delay="indefinite"/>
                      </p:stCondLst>
                      <p:childTnLst>
                        <p:par>
                          <p:cTn id="43" fill="hold">
                            <p:stCondLst>
                              <p:cond delay="0"/>
                            </p:stCondLst>
                            <p:childTnLst>
                              <p:par>
                                <p:cTn id="44" presetID="49" presetClass="entr" presetSubtype="0" decel="100000" fill="hold" grpId="0" nodeType="clickEffect">
                                  <p:stCondLst>
                                    <p:cond delay="0"/>
                                  </p:stCondLst>
                                  <p:childTnLst>
                                    <p:set>
                                      <p:cBhvr>
                                        <p:cTn id="45" dur="1" fill="hold">
                                          <p:stCondLst>
                                            <p:cond delay="0"/>
                                          </p:stCondLst>
                                        </p:cTn>
                                        <p:tgtEl>
                                          <p:spTgt spid="114"/>
                                        </p:tgtEl>
                                        <p:attrNameLst>
                                          <p:attrName>style.visibility</p:attrName>
                                        </p:attrNameLst>
                                      </p:cBhvr>
                                      <p:to>
                                        <p:strVal val="visible"/>
                                      </p:to>
                                    </p:set>
                                    <p:anim calcmode="lin" valueType="num">
                                      <p:cBhvr>
                                        <p:cTn id="46" dur="500" fill="hold"/>
                                        <p:tgtEl>
                                          <p:spTgt spid="114"/>
                                        </p:tgtEl>
                                        <p:attrNameLst>
                                          <p:attrName>ppt_w</p:attrName>
                                        </p:attrNameLst>
                                      </p:cBhvr>
                                      <p:tavLst>
                                        <p:tav tm="0">
                                          <p:val>
                                            <p:fltVal val="0"/>
                                          </p:val>
                                        </p:tav>
                                        <p:tav tm="100000">
                                          <p:val>
                                            <p:strVal val="#ppt_w"/>
                                          </p:val>
                                        </p:tav>
                                      </p:tavLst>
                                    </p:anim>
                                    <p:anim calcmode="lin" valueType="num">
                                      <p:cBhvr>
                                        <p:cTn id="47" dur="500" fill="hold"/>
                                        <p:tgtEl>
                                          <p:spTgt spid="114"/>
                                        </p:tgtEl>
                                        <p:attrNameLst>
                                          <p:attrName>ppt_h</p:attrName>
                                        </p:attrNameLst>
                                      </p:cBhvr>
                                      <p:tavLst>
                                        <p:tav tm="0">
                                          <p:val>
                                            <p:fltVal val="0"/>
                                          </p:val>
                                        </p:tav>
                                        <p:tav tm="100000">
                                          <p:val>
                                            <p:strVal val="#ppt_h"/>
                                          </p:val>
                                        </p:tav>
                                      </p:tavLst>
                                    </p:anim>
                                    <p:anim calcmode="lin" valueType="num">
                                      <p:cBhvr>
                                        <p:cTn id="48" dur="500" fill="hold"/>
                                        <p:tgtEl>
                                          <p:spTgt spid="114"/>
                                        </p:tgtEl>
                                        <p:attrNameLst>
                                          <p:attrName>style.rotation</p:attrName>
                                        </p:attrNameLst>
                                      </p:cBhvr>
                                      <p:tavLst>
                                        <p:tav tm="0">
                                          <p:val>
                                            <p:fltVal val="360"/>
                                          </p:val>
                                        </p:tav>
                                        <p:tav tm="100000">
                                          <p:val>
                                            <p:fltVal val="0"/>
                                          </p:val>
                                        </p:tav>
                                      </p:tavLst>
                                    </p:anim>
                                    <p:animEffect transition="in" filter="fade">
                                      <p:cBhvr>
                                        <p:cTn id="49" dur="500"/>
                                        <p:tgtEl>
                                          <p:spTgt spid="114"/>
                                        </p:tgtEl>
                                      </p:cBhvr>
                                    </p:animEffect>
                                  </p:childTnLst>
                                </p:cTn>
                              </p:par>
                            </p:childTnLst>
                          </p:cTn>
                        </p:par>
                        <p:par>
                          <p:cTn id="50" fill="hold">
                            <p:stCondLst>
                              <p:cond delay="500"/>
                            </p:stCondLst>
                            <p:childTnLst>
                              <p:par>
                                <p:cTn id="51" presetID="1" presetClass="entr" presetSubtype="0" fill="hold" grpId="0" nodeType="afterEffect">
                                  <p:stCondLst>
                                    <p:cond delay="0"/>
                                  </p:stCondLst>
                                  <p:iterate type="lt">
                                    <p:tmAbs val="100"/>
                                  </p:iterate>
                                  <p:childTnLst>
                                    <p:set>
                                      <p:cBhvr>
                                        <p:cTn id="52" dur="1" fill="hold">
                                          <p:stCondLst>
                                            <p:cond delay="0"/>
                                          </p:stCondLst>
                                        </p:cTn>
                                        <p:tgtEl>
                                          <p:spTgt spid="115"/>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06" grpId="0"/>
      <p:bldP spid="108" grpId="0" animBg="1"/>
      <p:bldP spid="109" grpId="0"/>
      <p:bldP spid="110" grpId="0" animBg="1"/>
      <p:bldP spid="111" grpId="0"/>
      <p:bldP spid="112" grpId="0" animBg="1"/>
      <p:bldP spid="113" grpId="0"/>
      <p:bldP spid="114" grpId="0" animBg="1"/>
      <p:bldP spid="115" grpId="0"/>
    </p:bldLst>
  </p:timing>
</p:sld>
</file>

<file path=ppt/slides/slide55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4" name="组合 3">
            <a:extLst>
              <a:ext uri="{FF2B5EF4-FFF2-40B4-BE49-F238E27FC236}">
                <a16:creationId xmlns:a16="http://schemas.microsoft.com/office/drawing/2014/main" id="{9A1EA9F2-FCB6-48C3-935F-7AE7E3AD14AC}"/>
              </a:ext>
            </a:extLst>
          </p:cNvPr>
          <p:cNvGrpSpPr/>
          <p:nvPr/>
        </p:nvGrpSpPr>
        <p:grpSpPr>
          <a:xfrm>
            <a:off x="304800" y="749300"/>
            <a:ext cx="5791200" cy="400110"/>
            <a:chOff x="424117" y="898245"/>
            <a:chExt cx="5791200" cy="400110"/>
          </a:xfrm>
        </p:grpSpPr>
        <p:sp>
          <p:nvSpPr>
            <p:cNvPr id="2" name="平行四边形 1">
              <a:extLst>
                <a:ext uri="{FF2B5EF4-FFF2-40B4-BE49-F238E27FC236}">
                  <a16:creationId xmlns:a16="http://schemas.microsoft.com/office/drawing/2014/main" id="{1F5BAA3F-9845-4F89-A2DD-8222D3E4EDAC}"/>
                </a:ext>
              </a:extLst>
            </p:cNvPr>
            <p:cNvSpPr/>
            <p:nvPr/>
          </p:nvSpPr>
          <p:spPr>
            <a:xfrm>
              <a:off x="424117" y="898245"/>
              <a:ext cx="628306" cy="387090"/>
            </a:xfrm>
            <a:prstGeom prst="parallelogram">
              <a:avLst/>
            </a:prstGeom>
            <a:solidFill>
              <a:schemeClr val="accent3">
                <a:lumMod val="75000"/>
              </a:schemeClr>
            </a:solidFill>
            <a:ln>
              <a:solidFill>
                <a:schemeClr val="accent3">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CN" sz="2200" dirty="0">
                  <a:latin typeface="Impact" panose="020B0806030902050204" pitchFamily="34" charset="0"/>
                </a:rPr>
                <a:t>01</a:t>
              </a:r>
              <a:endParaRPr lang="zh-CN" altLang="en-US" sz="2200" dirty="0">
                <a:latin typeface="Impact" panose="020B0806030902050204" pitchFamily="34" charset="0"/>
              </a:endParaRPr>
            </a:p>
          </p:txBody>
        </p:sp>
        <p:sp>
          <p:nvSpPr>
            <p:cNvPr id="3" name="文本框 2">
              <a:extLst>
                <a:ext uri="{FF2B5EF4-FFF2-40B4-BE49-F238E27FC236}">
                  <a16:creationId xmlns:a16="http://schemas.microsoft.com/office/drawing/2014/main" id="{4D6BD736-A4D3-4F26-AFED-36E11F50F70B}"/>
                </a:ext>
              </a:extLst>
            </p:cNvPr>
            <p:cNvSpPr txBox="1"/>
            <p:nvPr/>
          </p:nvSpPr>
          <p:spPr>
            <a:xfrm>
              <a:off x="1052423" y="898245"/>
              <a:ext cx="5162894" cy="400110"/>
            </a:xfrm>
            <a:prstGeom prst="rect">
              <a:avLst/>
            </a:prstGeom>
            <a:noFill/>
          </p:spPr>
          <p:txBody>
            <a:bodyPr wrap="square" rtlCol="0">
              <a:spAutoFit/>
            </a:bodyPr>
            <a:lstStyle/>
            <a:p>
              <a:r>
                <a:rPr lang="en-US" altLang="zh-CN" sz="2000" b="1" dirty="0">
                  <a:solidFill>
                    <a:schemeClr val="tx1"/>
                  </a:solidFill>
                  <a:latin typeface="Arial Narrow" panose="020B0606020202030204" pitchFamily="34" charset="0"/>
                </a:rPr>
                <a:t>CSMA/CA</a:t>
              </a:r>
              <a:r>
                <a:rPr lang="zh-CN" altLang="en-US" sz="2000" b="1" dirty="0">
                  <a:solidFill>
                    <a:schemeClr val="tx1"/>
                  </a:solidFill>
                  <a:latin typeface="Arial Narrow" panose="020B0606020202030204" pitchFamily="34" charset="0"/>
                </a:rPr>
                <a:t>协议的基本工作原理</a:t>
              </a:r>
              <a:endParaRPr lang="en-US" altLang="zh-CN" sz="2000" b="1" dirty="0">
                <a:solidFill>
                  <a:schemeClr val="tx1"/>
                </a:solidFill>
                <a:latin typeface="Arial Narrow" panose="020B0606020202030204" pitchFamily="34" charset="0"/>
              </a:endParaRPr>
            </a:p>
          </p:txBody>
        </p:sp>
      </p:grpSp>
      <p:sp>
        <p:nvSpPr>
          <p:cNvPr id="106" name="文本框 105">
            <a:extLst>
              <a:ext uri="{FF2B5EF4-FFF2-40B4-BE49-F238E27FC236}">
                <a16:creationId xmlns:a16="http://schemas.microsoft.com/office/drawing/2014/main" id="{05653DE5-C742-449E-8418-291FFAA878A5}"/>
              </a:ext>
            </a:extLst>
          </p:cNvPr>
          <p:cNvSpPr txBox="1"/>
          <p:nvPr/>
        </p:nvSpPr>
        <p:spPr>
          <a:xfrm>
            <a:off x="933106" y="1136390"/>
            <a:ext cx="3073135" cy="400110"/>
          </a:xfrm>
          <a:prstGeom prst="rect">
            <a:avLst/>
          </a:prstGeom>
          <a:noFill/>
        </p:spPr>
        <p:txBody>
          <a:bodyPr wrap="square" rtlCol="0">
            <a:spAutoFit/>
          </a:bodyPr>
          <a:lstStyle/>
          <a:p>
            <a:r>
              <a:rPr lang="en-US" altLang="zh-CN" sz="2000" b="1" dirty="0">
                <a:solidFill>
                  <a:schemeClr val="accent3">
                    <a:lumMod val="75000"/>
                  </a:schemeClr>
                </a:solidFill>
                <a:latin typeface="Arial Narrow" panose="020B0606020202030204" pitchFamily="34" charset="0"/>
              </a:rPr>
              <a:t>CSMA/CA</a:t>
            </a:r>
            <a:r>
              <a:rPr lang="zh-CN" altLang="en-US" sz="2000" b="1" dirty="0">
                <a:solidFill>
                  <a:schemeClr val="accent3">
                    <a:lumMod val="75000"/>
                  </a:schemeClr>
                </a:solidFill>
                <a:latin typeface="Arial Narrow" panose="020B0606020202030204" pitchFamily="34" charset="0"/>
              </a:rPr>
              <a:t>协议的退避算法</a:t>
            </a:r>
            <a:endParaRPr lang="en-US" altLang="zh-CN" sz="2000" b="1" dirty="0">
              <a:solidFill>
                <a:schemeClr val="accent3">
                  <a:lumMod val="75000"/>
                </a:schemeClr>
              </a:solidFill>
              <a:latin typeface="Arial Narrow" panose="020B0606020202030204" pitchFamily="34" charset="0"/>
            </a:endParaRPr>
          </a:p>
        </p:txBody>
      </p:sp>
      <p:grpSp>
        <p:nvGrpSpPr>
          <p:cNvPr id="13" name="组合 12">
            <a:extLst>
              <a:ext uri="{FF2B5EF4-FFF2-40B4-BE49-F238E27FC236}">
                <a16:creationId xmlns:a16="http://schemas.microsoft.com/office/drawing/2014/main" id="{E9A2CF87-7897-4277-AB56-597BB724D1E8}"/>
              </a:ext>
            </a:extLst>
          </p:cNvPr>
          <p:cNvGrpSpPr/>
          <p:nvPr/>
        </p:nvGrpSpPr>
        <p:grpSpPr>
          <a:xfrm>
            <a:off x="301453" y="2114550"/>
            <a:ext cx="11585747" cy="4242832"/>
            <a:chOff x="301453" y="2114550"/>
            <a:chExt cx="11585747" cy="4242832"/>
          </a:xfrm>
        </p:grpSpPr>
        <p:grpSp>
          <p:nvGrpSpPr>
            <p:cNvPr id="9" name="组合 8">
              <a:extLst>
                <a:ext uri="{FF2B5EF4-FFF2-40B4-BE49-F238E27FC236}">
                  <a16:creationId xmlns:a16="http://schemas.microsoft.com/office/drawing/2014/main" id="{F70F822C-DE16-4310-9F97-F48544C3CE25}"/>
                </a:ext>
              </a:extLst>
            </p:cNvPr>
            <p:cNvGrpSpPr/>
            <p:nvPr/>
          </p:nvGrpSpPr>
          <p:grpSpPr>
            <a:xfrm>
              <a:off x="301453" y="2114550"/>
              <a:ext cx="11585747" cy="369332"/>
              <a:chOff x="301453" y="2127250"/>
              <a:chExt cx="11585747" cy="369332"/>
            </a:xfrm>
          </p:grpSpPr>
          <p:sp>
            <p:nvSpPr>
              <p:cNvPr id="5" name="文本框 4">
                <a:extLst>
                  <a:ext uri="{FF2B5EF4-FFF2-40B4-BE49-F238E27FC236}">
                    <a16:creationId xmlns:a16="http://schemas.microsoft.com/office/drawing/2014/main" id="{98212C5E-A627-4715-9E94-7A2C08F57E9A}"/>
                  </a:ext>
                </a:extLst>
              </p:cNvPr>
              <p:cNvSpPr txBox="1"/>
              <p:nvPr/>
            </p:nvSpPr>
            <p:spPr>
              <a:xfrm>
                <a:off x="301453" y="2127250"/>
                <a:ext cx="317500" cy="369332"/>
              </a:xfrm>
              <a:prstGeom prst="rect">
                <a:avLst/>
              </a:prstGeom>
              <a:noFill/>
            </p:spPr>
            <p:txBody>
              <a:bodyPr wrap="square" rtlCol="0">
                <a:spAutoFit/>
              </a:bodyPr>
              <a:lstStyle/>
              <a:p>
                <a:r>
                  <a:rPr lang="en-US" altLang="zh-CN" b="1" dirty="0"/>
                  <a:t>A</a:t>
                </a:r>
                <a:endParaRPr lang="zh-CN" altLang="en-US" b="1" dirty="0"/>
              </a:p>
            </p:txBody>
          </p:sp>
          <p:cxnSp>
            <p:nvCxnSpPr>
              <p:cNvPr id="7" name="直接箭头连接符 6">
                <a:extLst>
                  <a:ext uri="{FF2B5EF4-FFF2-40B4-BE49-F238E27FC236}">
                    <a16:creationId xmlns:a16="http://schemas.microsoft.com/office/drawing/2014/main" id="{81EE003A-BB57-4E9D-BC38-C9FB2621EEDF}"/>
                  </a:ext>
                </a:extLst>
              </p:cNvPr>
              <p:cNvCxnSpPr>
                <a:cxnSpLocks/>
              </p:cNvCxnSpPr>
              <p:nvPr/>
            </p:nvCxnSpPr>
            <p:spPr>
              <a:xfrm>
                <a:off x="618953" y="2311916"/>
                <a:ext cx="10639597" cy="0"/>
              </a:xfrm>
              <a:prstGeom prst="straightConnector1">
                <a:avLst/>
              </a:prstGeom>
              <a:ln w="12700">
                <a:solidFill>
                  <a:schemeClr val="tx1"/>
                </a:solidFill>
                <a:tailEnd type="triangle"/>
              </a:ln>
            </p:spPr>
            <p:style>
              <a:lnRef idx="1">
                <a:schemeClr val="accent1"/>
              </a:lnRef>
              <a:fillRef idx="0">
                <a:schemeClr val="accent1"/>
              </a:fillRef>
              <a:effectRef idx="0">
                <a:schemeClr val="accent1"/>
              </a:effectRef>
              <a:fontRef idx="minor">
                <a:schemeClr val="tx1"/>
              </a:fontRef>
            </p:style>
          </p:cxnSp>
          <p:sp>
            <p:nvSpPr>
              <p:cNvPr id="18" name="文本框 17">
                <a:extLst>
                  <a:ext uri="{FF2B5EF4-FFF2-40B4-BE49-F238E27FC236}">
                    <a16:creationId xmlns:a16="http://schemas.microsoft.com/office/drawing/2014/main" id="{43434842-FD43-443A-BD2B-1D64CC692256}"/>
                  </a:ext>
                </a:extLst>
              </p:cNvPr>
              <p:cNvSpPr txBox="1"/>
              <p:nvPr/>
            </p:nvSpPr>
            <p:spPr>
              <a:xfrm>
                <a:off x="11236152" y="2127250"/>
                <a:ext cx="651048" cy="369332"/>
              </a:xfrm>
              <a:prstGeom prst="rect">
                <a:avLst/>
              </a:prstGeom>
              <a:noFill/>
            </p:spPr>
            <p:txBody>
              <a:bodyPr wrap="square" rtlCol="0">
                <a:spAutoFit/>
              </a:bodyPr>
              <a:lstStyle/>
              <a:p>
                <a:r>
                  <a:rPr lang="zh-CN" altLang="en-US" b="1" dirty="0"/>
                  <a:t>时间</a:t>
                </a:r>
              </a:p>
            </p:txBody>
          </p:sp>
        </p:grpSp>
        <p:grpSp>
          <p:nvGrpSpPr>
            <p:cNvPr id="20" name="组合 19">
              <a:extLst>
                <a:ext uri="{FF2B5EF4-FFF2-40B4-BE49-F238E27FC236}">
                  <a16:creationId xmlns:a16="http://schemas.microsoft.com/office/drawing/2014/main" id="{00356708-64D7-4FEC-A958-DADDA07C8044}"/>
                </a:ext>
              </a:extLst>
            </p:cNvPr>
            <p:cNvGrpSpPr/>
            <p:nvPr/>
          </p:nvGrpSpPr>
          <p:grpSpPr>
            <a:xfrm>
              <a:off x="301453" y="3082925"/>
              <a:ext cx="11585747" cy="369332"/>
              <a:chOff x="301453" y="2127250"/>
              <a:chExt cx="11585747" cy="369332"/>
            </a:xfrm>
          </p:grpSpPr>
          <p:sp>
            <p:nvSpPr>
              <p:cNvPr id="21" name="文本框 20">
                <a:extLst>
                  <a:ext uri="{FF2B5EF4-FFF2-40B4-BE49-F238E27FC236}">
                    <a16:creationId xmlns:a16="http://schemas.microsoft.com/office/drawing/2014/main" id="{06B86E04-3B9C-4ADC-8B51-44D6E7DD4183}"/>
                  </a:ext>
                </a:extLst>
              </p:cNvPr>
              <p:cNvSpPr txBox="1"/>
              <p:nvPr/>
            </p:nvSpPr>
            <p:spPr>
              <a:xfrm>
                <a:off x="301453" y="2127250"/>
                <a:ext cx="317500" cy="369332"/>
              </a:xfrm>
              <a:prstGeom prst="rect">
                <a:avLst/>
              </a:prstGeom>
              <a:noFill/>
            </p:spPr>
            <p:txBody>
              <a:bodyPr wrap="square" rtlCol="0">
                <a:spAutoFit/>
              </a:bodyPr>
              <a:lstStyle/>
              <a:p>
                <a:r>
                  <a:rPr lang="en-US" altLang="zh-CN" b="1" dirty="0"/>
                  <a:t>B</a:t>
                </a:r>
                <a:endParaRPr lang="zh-CN" altLang="en-US" b="1" dirty="0"/>
              </a:p>
            </p:txBody>
          </p:sp>
          <p:cxnSp>
            <p:nvCxnSpPr>
              <p:cNvPr id="22" name="直接箭头连接符 21">
                <a:extLst>
                  <a:ext uri="{FF2B5EF4-FFF2-40B4-BE49-F238E27FC236}">
                    <a16:creationId xmlns:a16="http://schemas.microsoft.com/office/drawing/2014/main" id="{21C47F2C-1D11-44B4-9B45-DA867CBC5C4C}"/>
                  </a:ext>
                </a:extLst>
              </p:cNvPr>
              <p:cNvCxnSpPr>
                <a:cxnSpLocks/>
              </p:cNvCxnSpPr>
              <p:nvPr/>
            </p:nvCxnSpPr>
            <p:spPr>
              <a:xfrm>
                <a:off x="618953" y="2311916"/>
                <a:ext cx="10639597" cy="0"/>
              </a:xfrm>
              <a:prstGeom prst="straightConnector1">
                <a:avLst/>
              </a:prstGeom>
              <a:ln w="12700">
                <a:solidFill>
                  <a:schemeClr val="tx1"/>
                </a:solidFill>
                <a:tailEnd type="triangle"/>
              </a:ln>
            </p:spPr>
            <p:style>
              <a:lnRef idx="1">
                <a:schemeClr val="accent1"/>
              </a:lnRef>
              <a:fillRef idx="0">
                <a:schemeClr val="accent1"/>
              </a:fillRef>
              <a:effectRef idx="0">
                <a:schemeClr val="accent1"/>
              </a:effectRef>
              <a:fontRef idx="minor">
                <a:schemeClr val="tx1"/>
              </a:fontRef>
            </p:style>
          </p:cxnSp>
          <p:sp>
            <p:nvSpPr>
              <p:cNvPr id="23" name="文本框 22">
                <a:extLst>
                  <a:ext uri="{FF2B5EF4-FFF2-40B4-BE49-F238E27FC236}">
                    <a16:creationId xmlns:a16="http://schemas.microsoft.com/office/drawing/2014/main" id="{85B4B40A-DAF5-43E8-BD2D-8A341DB1F3F7}"/>
                  </a:ext>
                </a:extLst>
              </p:cNvPr>
              <p:cNvSpPr txBox="1"/>
              <p:nvPr/>
            </p:nvSpPr>
            <p:spPr>
              <a:xfrm>
                <a:off x="11236152" y="2127250"/>
                <a:ext cx="651048" cy="369332"/>
              </a:xfrm>
              <a:prstGeom prst="rect">
                <a:avLst/>
              </a:prstGeom>
              <a:noFill/>
            </p:spPr>
            <p:txBody>
              <a:bodyPr wrap="square" rtlCol="0">
                <a:spAutoFit/>
              </a:bodyPr>
              <a:lstStyle/>
              <a:p>
                <a:r>
                  <a:rPr lang="zh-CN" altLang="en-US" b="1" dirty="0"/>
                  <a:t>时间</a:t>
                </a:r>
              </a:p>
            </p:txBody>
          </p:sp>
        </p:grpSp>
        <p:grpSp>
          <p:nvGrpSpPr>
            <p:cNvPr id="24" name="组合 23">
              <a:extLst>
                <a:ext uri="{FF2B5EF4-FFF2-40B4-BE49-F238E27FC236}">
                  <a16:creationId xmlns:a16="http://schemas.microsoft.com/office/drawing/2014/main" id="{CC49AA89-10C4-4935-B2E2-2061899D8C7E}"/>
                </a:ext>
              </a:extLst>
            </p:cNvPr>
            <p:cNvGrpSpPr/>
            <p:nvPr/>
          </p:nvGrpSpPr>
          <p:grpSpPr>
            <a:xfrm>
              <a:off x="301453" y="4051300"/>
              <a:ext cx="11585747" cy="369332"/>
              <a:chOff x="301453" y="2127250"/>
              <a:chExt cx="11585747" cy="369332"/>
            </a:xfrm>
          </p:grpSpPr>
          <p:sp>
            <p:nvSpPr>
              <p:cNvPr id="25" name="文本框 24">
                <a:extLst>
                  <a:ext uri="{FF2B5EF4-FFF2-40B4-BE49-F238E27FC236}">
                    <a16:creationId xmlns:a16="http://schemas.microsoft.com/office/drawing/2014/main" id="{DDC36859-BAF7-4414-9967-51A1FCC384C5}"/>
                  </a:ext>
                </a:extLst>
              </p:cNvPr>
              <p:cNvSpPr txBox="1"/>
              <p:nvPr/>
            </p:nvSpPr>
            <p:spPr>
              <a:xfrm>
                <a:off x="301453" y="2127250"/>
                <a:ext cx="317500" cy="369332"/>
              </a:xfrm>
              <a:prstGeom prst="rect">
                <a:avLst/>
              </a:prstGeom>
              <a:noFill/>
            </p:spPr>
            <p:txBody>
              <a:bodyPr wrap="square" rtlCol="0">
                <a:spAutoFit/>
              </a:bodyPr>
              <a:lstStyle/>
              <a:p>
                <a:r>
                  <a:rPr lang="en-US" altLang="zh-CN" b="1" dirty="0"/>
                  <a:t>C</a:t>
                </a:r>
                <a:endParaRPr lang="zh-CN" altLang="en-US" b="1" dirty="0"/>
              </a:p>
            </p:txBody>
          </p:sp>
          <p:cxnSp>
            <p:nvCxnSpPr>
              <p:cNvPr id="26" name="直接箭头连接符 25">
                <a:extLst>
                  <a:ext uri="{FF2B5EF4-FFF2-40B4-BE49-F238E27FC236}">
                    <a16:creationId xmlns:a16="http://schemas.microsoft.com/office/drawing/2014/main" id="{59D5C84C-13EB-471C-AC1B-ED088F8DA00C}"/>
                  </a:ext>
                </a:extLst>
              </p:cNvPr>
              <p:cNvCxnSpPr>
                <a:cxnSpLocks/>
              </p:cNvCxnSpPr>
              <p:nvPr/>
            </p:nvCxnSpPr>
            <p:spPr>
              <a:xfrm>
                <a:off x="618953" y="2311916"/>
                <a:ext cx="10639597" cy="0"/>
              </a:xfrm>
              <a:prstGeom prst="straightConnector1">
                <a:avLst/>
              </a:prstGeom>
              <a:ln w="12700">
                <a:solidFill>
                  <a:schemeClr val="tx1"/>
                </a:solidFill>
                <a:tailEnd type="triangle"/>
              </a:ln>
            </p:spPr>
            <p:style>
              <a:lnRef idx="1">
                <a:schemeClr val="accent1"/>
              </a:lnRef>
              <a:fillRef idx="0">
                <a:schemeClr val="accent1"/>
              </a:fillRef>
              <a:effectRef idx="0">
                <a:schemeClr val="accent1"/>
              </a:effectRef>
              <a:fontRef idx="minor">
                <a:schemeClr val="tx1"/>
              </a:fontRef>
            </p:style>
          </p:cxnSp>
          <p:sp>
            <p:nvSpPr>
              <p:cNvPr id="27" name="文本框 26">
                <a:extLst>
                  <a:ext uri="{FF2B5EF4-FFF2-40B4-BE49-F238E27FC236}">
                    <a16:creationId xmlns:a16="http://schemas.microsoft.com/office/drawing/2014/main" id="{8368E69A-3C84-432C-A6F1-72BC4FA1B8FC}"/>
                  </a:ext>
                </a:extLst>
              </p:cNvPr>
              <p:cNvSpPr txBox="1"/>
              <p:nvPr/>
            </p:nvSpPr>
            <p:spPr>
              <a:xfrm>
                <a:off x="11236152" y="2127250"/>
                <a:ext cx="651048" cy="369332"/>
              </a:xfrm>
              <a:prstGeom prst="rect">
                <a:avLst/>
              </a:prstGeom>
              <a:noFill/>
            </p:spPr>
            <p:txBody>
              <a:bodyPr wrap="square" rtlCol="0">
                <a:spAutoFit/>
              </a:bodyPr>
              <a:lstStyle/>
              <a:p>
                <a:r>
                  <a:rPr lang="zh-CN" altLang="en-US" b="1" dirty="0"/>
                  <a:t>时间</a:t>
                </a:r>
              </a:p>
            </p:txBody>
          </p:sp>
        </p:grpSp>
        <p:grpSp>
          <p:nvGrpSpPr>
            <p:cNvPr id="28" name="组合 27">
              <a:extLst>
                <a:ext uri="{FF2B5EF4-FFF2-40B4-BE49-F238E27FC236}">
                  <a16:creationId xmlns:a16="http://schemas.microsoft.com/office/drawing/2014/main" id="{18A6842A-867A-4CE9-AA31-799F47B9F6FF}"/>
                </a:ext>
              </a:extLst>
            </p:cNvPr>
            <p:cNvGrpSpPr/>
            <p:nvPr/>
          </p:nvGrpSpPr>
          <p:grpSpPr>
            <a:xfrm>
              <a:off x="301453" y="5019675"/>
              <a:ext cx="11585747" cy="369332"/>
              <a:chOff x="301453" y="2127250"/>
              <a:chExt cx="11585747" cy="369332"/>
            </a:xfrm>
          </p:grpSpPr>
          <p:sp>
            <p:nvSpPr>
              <p:cNvPr id="29" name="文本框 28">
                <a:extLst>
                  <a:ext uri="{FF2B5EF4-FFF2-40B4-BE49-F238E27FC236}">
                    <a16:creationId xmlns:a16="http://schemas.microsoft.com/office/drawing/2014/main" id="{1CF7B8BF-DAFB-4AC5-BB98-3ABFE4C2FC61}"/>
                  </a:ext>
                </a:extLst>
              </p:cNvPr>
              <p:cNvSpPr txBox="1"/>
              <p:nvPr/>
            </p:nvSpPr>
            <p:spPr>
              <a:xfrm>
                <a:off x="301453" y="2127250"/>
                <a:ext cx="317500" cy="369332"/>
              </a:xfrm>
              <a:prstGeom prst="rect">
                <a:avLst/>
              </a:prstGeom>
              <a:noFill/>
            </p:spPr>
            <p:txBody>
              <a:bodyPr wrap="square" rtlCol="0">
                <a:spAutoFit/>
              </a:bodyPr>
              <a:lstStyle/>
              <a:p>
                <a:r>
                  <a:rPr lang="en-US" altLang="zh-CN" b="1" dirty="0"/>
                  <a:t>D</a:t>
                </a:r>
                <a:endParaRPr lang="zh-CN" altLang="en-US" b="1" dirty="0"/>
              </a:p>
            </p:txBody>
          </p:sp>
          <p:cxnSp>
            <p:nvCxnSpPr>
              <p:cNvPr id="30" name="直接箭头连接符 29">
                <a:extLst>
                  <a:ext uri="{FF2B5EF4-FFF2-40B4-BE49-F238E27FC236}">
                    <a16:creationId xmlns:a16="http://schemas.microsoft.com/office/drawing/2014/main" id="{80131CAE-FB67-4CEA-A7F4-F616C0E8D4A9}"/>
                  </a:ext>
                </a:extLst>
              </p:cNvPr>
              <p:cNvCxnSpPr>
                <a:cxnSpLocks/>
              </p:cNvCxnSpPr>
              <p:nvPr/>
            </p:nvCxnSpPr>
            <p:spPr>
              <a:xfrm>
                <a:off x="618953" y="2311916"/>
                <a:ext cx="10639597" cy="0"/>
              </a:xfrm>
              <a:prstGeom prst="straightConnector1">
                <a:avLst/>
              </a:prstGeom>
              <a:ln w="12700">
                <a:solidFill>
                  <a:schemeClr val="tx1"/>
                </a:solidFill>
                <a:tailEnd type="triangle"/>
              </a:ln>
            </p:spPr>
            <p:style>
              <a:lnRef idx="1">
                <a:schemeClr val="accent1"/>
              </a:lnRef>
              <a:fillRef idx="0">
                <a:schemeClr val="accent1"/>
              </a:fillRef>
              <a:effectRef idx="0">
                <a:schemeClr val="accent1"/>
              </a:effectRef>
              <a:fontRef idx="minor">
                <a:schemeClr val="tx1"/>
              </a:fontRef>
            </p:style>
          </p:cxnSp>
          <p:sp>
            <p:nvSpPr>
              <p:cNvPr id="31" name="文本框 30">
                <a:extLst>
                  <a:ext uri="{FF2B5EF4-FFF2-40B4-BE49-F238E27FC236}">
                    <a16:creationId xmlns:a16="http://schemas.microsoft.com/office/drawing/2014/main" id="{45D1378E-2F5A-4993-BA87-AA9D6FAC6145}"/>
                  </a:ext>
                </a:extLst>
              </p:cNvPr>
              <p:cNvSpPr txBox="1"/>
              <p:nvPr/>
            </p:nvSpPr>
            <p:spPr>
              <a:xfrm>
                <a:off x="11236152" y="2127250"/>
                <a:ext cx="651048" cy="369332"/>
              </a:xfrm>
              <a:prstGeom prst="rect">
                <a:avLst/>
              </a:prstGeom>
              <a:noFill/>
            </p:spPr>
            <p:txBody>
              <a:bodyPr wrap="square" rtlCol="0">
                <a:spAutoFit/>
              </a:bodyPr>
              <a:lstStyle/>
              <a:p>
                <a:r>
                  <a:rPr lang="zh-CN" altLang="en-US" b="1" dirty="0"/>
                  <a:t>时间</a:t>
                </a:r>
              </a:p>
            </p:txBody>
          </p:sp>
        </p:grpSp>
        <p:grpSp>
          <p:nvGrpSpPr>
            <p:cNvPr id="32" name="组合 31">
              <a:extLst>
                <a:ext uri="{FF2B5EF4-FFF2-40B4-BE49-F238E27FC236}">
                  <a16:creationId xmlns:a16="http://schemas.microsoft.com/office/drawing/2014/main" id="{5D1ACD69-AFA4-4324-8F5B-52755B154A39}"/>
                </a:ext>
              </a:extLst>
            </p:cNvPr>
            <p:cNvGrpSpPr/>
            <p:nvPr/>
          </p:nvGrpSpPr>
          <p:grpSpPr>
            <a:xfrm>
              <a:off x="301453" y="5988050"/>
              <a:ext cx="11585747" cy="369332"/>
              <a:chOff x="301453" y="2127250"/>
              <a:chExt cx="11585747" cy="369332"/>
            </a:xfrm>
          </p:grpSpPr>
          <p:sp>
            <p:nvSpPr>
              <p:cNvPr id="33" name="文本框 32">
                <a:extLst>
                  <a:ext uri="{FF2B5EF4-FFF2-40B4-BE49-F238E27FC236}">
                    <a16:creationId xmlns:a16="http://schemas.microsoft.com/office/drawing/2014/main" id="{95B3A383-C514-4D0E-A55B-29914F864433}"/>
                  </a:ext>
                </a:extLst>
              </p:cNvPr>
              <p:cNvSpPr txBox="1"/>
              <p:nvPr/>
            </p:nvSpPr>
            <p:spPr>
              <a:xfrm>
                <a:off x="301453" y="2127250"/>
                <a:ext cx="317500" cy="369332"/>
              </a:xfrm>
              <a:prstGeom prst="rect">
                <a:avLst/>
              </a:prstGeom>
              <a:noFill/>
            </p:spPr>
            <p:txBody>
              <a:bodyPr wrap="square" rtlCol="0">
                <a:spAutoFit/>
              </a:bodyPr>
              <a:lstStyle/>
              <a:p>
                <a:r>
                  <a:rPr lang="en-US" altLang="zh-CN" b="1" dirty="0"/>
                  <a:t>E</a:t>
                </a:r>
                <a:endParaRPr lang="zh-CN" altLang="en-US" b="1" dirty="0"/>
              </a:p>
            </p:txBody>
          </p:sp>
          <p:cxnSp>
            <p:nvCxnSpPr>
              <p:cNvPr id="34" name="直接箭头连接符 33">
                <a:extLst>
                  <a:ext uri="{FF2B5EF4-FFF2-40B4-BE49-F238E27FC236}">
                    <a16:creationId xmlns:a16="http://schemas.microsoft.com/office/drawing/2014/main" id="{ABE8C6BD-1317-4107-933E-FAAA98853D60}"/>
                  </a:ext>
                </a:extLst>
              </p:cNvPr>
              <p:cNvCxnSpPr>
                <a:cxnSpLocks/>
              </p:cNvCxnSpPr>
              <p:nvPr/>
            </p:nvCxnSpPr>
            <p:spPr>
              <a:xfrm>
                <a:off x="618953" y="2311916"/>
                <a:ext cx="10639597" cy="0"/>
              </a:xfrm>
              <a:prstGeom prst="straightConnector1">
                <a:avLst/>
              </a:prstGeom>
              <a:ln w="12700">
                <a:solidFill>
                  <a:schemeClr val="tx1"/>
                </a:solidFill>
                <a:tailEnd type="triangle"/>
              </a:ln>
            </p:spPr>
            <p:style>
              <a:lnRef idx="1">
                <a:schemeClr val="accent1"/>
              </a:lnRef>
              <a:fillRef idx="0">
                <a:schemeClr val="accent1"/>
              </a:fillRef>
              <a:effectRef idx="0">
                <a:schemeClr val="accent1"/>
              </a:effectRef>
              <a:fontRef idx="minor">
                <a:schemeClr val="tx1"/>
              </a:fontRef>
            </p:style>
          </p:cxnSp>
          <p:sp>
            <p:nvSpPr>
              <p:cNvPr id="35" name="文本框 34">
                <a:extLst>
                  <a:ext uri="{FF2B5EF4-FFF2-40B4-BE49-F238E27FC236}">
                    <a16:creationId xmlns:a16="http://schemas.microsoft.com/office/drawing/2014/main" id="{404A83A0-4929-4BBC-815A-E488773F3AD2}"/>
                  </a:ext>
                </a:extLst>
              </p:cNvPr>
              <p:cNvSpPr txBox="1"/>
              <p:nvPr/>
            </p:nvSpPr>
            <p:spPr>
              <a:xfrm>
                <a:off x="11236152" y="2127250"/>
                <a:ext cx="651048" cy="369332"/>
              </a:xfrm>
              <a:prstGeom prst="rect">
                <a:avLst/>
              </a:prstGeom>
              <a:noFill/>
            </p:spPr>
            <p:txBody>
              <a:bodyPr wrap="square" rtlCol="0">
                <a:spAutoFit/>
              </a:bodyPr>
              <a:lstStyle/>
              <a:p>
                <a:r>
                  <a:rPr lang="zh-CN" altLang="en-US" b="1" dirty="0"/>
                  <a:t>时间</a:t>
                </a:r>
              </a:p>
            </p:txBody>
          </p:sp>
        </p:grpSp>
      </p:grpSp>
      <p:sp>
        <p:nvSpPr>
          <p:cNvPr id="10" name="矩形 9">
            <a:extLst>
              <a:ext uri="{FF2B5EF4-FFF2-40B4-BE49-F238E27FC236}">
                <a16:creationId xmlns:a16="http://schemas.microsoft.com/office/drawing/2014/main" id="{697F9D7E-8929-405E-8E14-2C62DC25E604}"/>
              </a:ext>
            </a:extLst>
          </p:cNvPr>
          <p:cNvSpPr/>
          <p:nvPr/>
        </p:nvSpPr>
        <p:spPr>
          <a:xfrm>
            <a:off x="618953" y="2017522"/>
            <a:ext cx="1084809" cy="281602"/>
          </a:xfrm>
          <a:prstGeom prst="rect">
            <a:avLst/>
          </a:prstGeom>
          <a:solidFill>
            <a:schemeClr val="accent3"/>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zh-CN" altLang="en-US" b="1" dirty="0"/>
              <a:t>帧</a:t>
            </a:r>
          </a:p>
        </p:txBody>
      </p:sp>
      <p:cxnSp>
        <p:nvCxnSpPr>
          <p:cNvPr id="12" name="直接箭头连接符 11">
            <a:extLst>
              <a:ext uri="{FF2B5EF4-FFF2-40B4-BE49-F238E27FC236}">
                <a16:creationId xmlns:a16="http://schemas.microsoft.com/office/drawing/2014/main" id="{2B50A283-1E92-4F41-A48E-8B348D1FB3C0}"/>
              </a:ext>
            </a:extLst>
          </p:cNvPr>
          <p:cNvCxnSpPr/>
          <p:nvPr/>
        </p:nvCxnSpPr>
        <p:spPr>
          <a:xfrm flipV="1">
            <a:off x="787400" y="2908198"/>
            <a:ext cx="0" cy="359393"/>
          </a:xfrm>
          <a:prstGeom prst="straightConnector1">
            <a:avLst/>
          </a:prstGeom>
          <a:ln w="25400">
            <a:solidFill>
              <a:schemeClr val="tx1"/>
            </a:solidFill>
            <a:tailEnd type="triangle"/>
          </a:ln>
        </p:spPr>
        <p:style>
          <a:lnRef idx="1">
            <a:schemeClr val="accent1"/>
          </a:lnRef>
          <a:fillRef idx="0">
            <a:schemeClr val="accent1"/>
          </a:fillRef>
          <a:effectRef idx="0">
            <a:schemeClr val="accent1"/>
          </a:effectRef>
          <a:fontRef idx="minor">
            <a:schemeClr val="tx1"/>
          </a:fontRef>
        </p:style>
      </p:cxnSp>
      <p:cxnSp>
        <p:nvCxnSpPr>
          <p:cNvPr id="40" name="直接箭头连接符 39">
            <a:extLst>
              <a:ext uri="{FF2B5EF4-FFF2-40B4-BE49-F238E27FC236}">
                <a16:creationId xmlns:a16="http://schemas.microsoft.com/office/drawing/2014/main" id="{8400C2FF-104A-43DB-B546-500646D19705}"/>
              </a:ext>
            </a:extLst>
          </p:cNvPr>
          <p:cNvCxnSpPr/>
          <p:nvPr/>
        </p:nvCxnSpPr>
        <p:spPr>
          <a:xfrm flipV="1">
            <a:off x="1475870" y="3871603"/>
            <a:ext cx="0" cy="359393"/>
          </a:xfrm>
          <a:prstGeom prst="straightConnector1">
            <a:avLst/>
          </a:prstGeom>
          <a:ln w="25400">
            <a:solidFill>
              <a:schemeClr val="tx1"/>
            </a:solidFill>
            <a:tailEnd type="triangle"/>
          </a:ln>
        </p:spPr>
        <p:style>
          <a:lnRef idx="1">
            <a:schemeClr val="accent1"/>
          </a:lnRef>
          <a:fillRef idx="0">
            <a:schemeClr val="accent1"/>
          </a:fillRef>
          <a:effectRef idx="0">
            <a:schemeClr val="accent1"/>
          </a:effectRef>
          <a:fontRef idx="minor">
            <a:schemeClr val="tx1"/>
          </a:fontRef>
        </p:style>
      </p:cxnSp>
      <p:cxnSp>
        <p:nvCxnSpPr>
          <p:cNvPr id="41" name="直接箭头连接符 40">
            <a:extLst>
              <a:ext uri="{FF2B5EF4-FFF2-40B4-BE49-F238E27FC236}">
                <a16:creationId xmlns:a16="http://schemas.microsoft.com/office/drawing/2014/main" id="{0381CFDA-B52B-488C-A5A1-390838BA4275}"/>
              </a:ext>
            </a:extLst>
          </p:cNvPr>
          <p:cNvCxnSpPr/>
          <p:nvPr/>
        </p:nvCxnSpPr>
        <p:spPr>
          <a:xfrm flipV="1">
            <a:off x="933106" y="4839978"/>
            <a:ext cx="0" cy="359393"/>
          </a:xfrm>
          <a:prstGeom prst="straightConnector1">
            <a:avLst/>
          </a:prstGeom>
          <a:ln w="25400">
            <a:solidFill>
              <a:schemeClr val="tx1"/>
            </a:solidFill>
            <a:tailEnd type="triangle"/>
          </a:ln>
        </p:spPr>
        <p:style>
          <a:lnRef idx="1">
            <a:schemeClr val="accent1"/>
          </a:lnRef>
          <a:fillRef idx="0">
            <a:schemeClr val="accent1"/>
          </a:fillRef>
          <a:effectRef idx="0">
            <a:schemeClr val="accent1"/>
          </a:effectRef>
          <a:fontRef idx="minor">
            <a:schemeClr val="tx1"/>
          </a:fontRef>
        </p:style>
      </p:cxnSp>
      <p:grpSp>
        <p:nvGrpSpPr>
          <p:cNvPr id="6" name="组合 5">
            <a:extLst>
              <a:ext uri="{FF2B5EF4-FFF2-40B4-BE49-F238E27FC236}">
                <a16:creationId xmlns:a16="http://schemas.microsoft.com/office/drawing/2014/main" id="{029C3617-99E5-4F26-811B-3F1D309ABE2C}"/>
              </a:ext>
            </a:extLst>
          </p:cNvPr>
          <p:cNvGrpSpPr/>
          <p:nvPr/>
        </p:nvGrpSpPr>
        <p:grpSpPr>
          <a:xfrm>
            <a:off x="1440535" y="1543170"/>
            <a:ext cx="663786" cy="4814212"/>
            <a:chOff x="1170821" y="1543170"/>
            <a:chExt cx="663786" cy="4814212"/>
          </a:xfrm>
        </p:grpSpPr>
        <p:cxnSp>
          <p:nvCxnSpPr>
            <p:cNvPr id="15" name="直接连接符 14">
              <a:extLst>
                <a:ext uri="{FF2B5EF4-FFF2-40B4-BE49-F238E27FC236}">
                  <a16:creationId xmlns:a16="http://schemas.microsoft.com/office/drawing/2014/main" id="{2EB62571-F95F-428A-905C-7021F5B14EE6}"/>
                </a:ext>
              </a:extLst>
            </p:cNvPr>
            <p:cNvCxnSpPr/>
            <p:nvPr/>
          </p:nvCxnSpPr>
          <p:spPr>
            <a:xfrm>
              <a:off x="1438383" y="1854200"/>
              <a:ext cx="0" cy="4503182"/>
            </a:xfrm>
            <a:prstGeom prst="line">
              <a:avLst/>
            </a:prstGeom>
            <a:ln w="12700">
              <a:solidFill>
                <a:schemeClr val="tx1"/>
              </a:solidFill>
              <a:prstDash val="dash"/>
              <a:tailEnd type="none"/>
            </a:ln>
          </p:spPr>
          <p:style>
            <a:lnRef idx="1">
              <a:schemeClr val="accent1"/>
            </a:lnRef>
            <a:fillRef idx="0">
              <a:schemeClr val="accent1"/>
            </a:fillRef>
            <a:effectRef idx="0">
              <a:schemeClr val="accent1"/>
            </a:effectRef>
            <a:fontRef idx="minor">
              <a:schemeClr val="tx1"/>
            </a:fontRef>
          </p:style>
        </p:cxnSp>
        <p:cxnSp>
          <p:nvCxnSpPr>
            <p:cNvPr id="44" name="直接连接符 43">
              <a:extLst>
                <a:ext uri="{FF2B5EF4-FFF2-40B4-BE49-F238E27FC236}">
                  <a16:creationId xmlns:a16="http://schemas.microsoft.com/office/drawing/2014/main" id="{74A6E55A-F432-48B6-B83B-0DEC856712CB}"/>
                </a:ext>
              </a:extLst>
            </p:cNvPr>
            <p:cNvCxnSpPr/>
            <p:nvPr/>
          </p:nvCxnSpPr>
          <p:spPr>
            <a:xfrm>
              <a:off x="1568143" y="1854200"/>
              <a:ext cx="0" cy="4503182"/>
            </a:xfrm>
            <a:prstGeom prst="line">
              <a:avLst/>
            </a:prstGeom>
            <a:ln w="12700">
              <a:solidFill>
                <a:schemeClr val="tx1"/>
              </a:solidFill>
              <a:prstDash val="dash"/>
              <a:tailEnd type="none"/>
            </a:ln>
          </p:spPr>
          <p:style>
            <a:lnRef idx="1">
              <a:schemeClr val="accent1"/>
            </a:lnRef>
            <a:fillRef idx="0">
              <a:schemeClr val="accent1"/>
            </a:fillRef>
            <a:effectRef idx="0">
              <a:schemeClr val="accent1"/>
            </a:effectRef>
            <a:fontRef idx="minor">
              <a:schemeClr val="tx1"/>
            </a:fontRef>
          </p:style>
        </p:cxnSp>
        <p:sp>
          <p:nvSpPr>
            <p:cNvPr id="17" name="文本框 16">
              <a:extLst>
                <a:ext uri="{FF2B5EF4-FFF2-40B4-BE49-F238E27FC236}">
                  <a16:creationId xmlns:a16="http://schemas.microsoft.com/office/drawing/2014/main" id="{D349859A-78D0-4AC9-9F16-EC6ABB0D5F97}"/>
                </a:ext>
              </a:extLst>
            </p:cNvPr>
            <p:cNvSpPr txBox="1"/>
            <p:nvPr/>
          </p:nvSpPr>
          <p:spPr>
            <a:xfrm>
              <a:off x="1170821" y="1543170"/>
              <a:ext cx="663786" cy="369332"/>
            </a:xfrm>
            <a:prstGeom prst="rect">
              <a:avLst/>
            </a:prstGeom>
            <a:noFill/>
          </p:spPr>
          <p:txBody>
            <a:bodyPr wrap="square" rtlCol="0">
              <a:spAutoFit/>
            </a:bodyPr>
            <a:lstStyle/>
            <a:p>
              <a:pPr algn="ctr"/>
              <a:r>
                <a:rPr lang="en-US" altLang="zh-CN" b="1" dirty="0"/>
                <a:t>DIFS</a:t>
              </a:r>
              <a:endParaRPr lang="zh-CN" altLang="en-US" b="1" dirty="0"/>
            </a:p>
          </p:txBody>
        </p:sp>
      </p:grpSp>
      <p:sp>
        <p:nvSpPr>
          <p:cNvPr id="36" name="矩形 35">
            <a:extLst>
              <a:ext uri="{FF2B5EF4-FFF2-40B4-BE49-F238E27FC236}">
                <a16:creationId xmlns:a16="http://schemas.microsoft.com/office/drawing/2014/main" id="{05DFDE18-C656-4EA3-9FA9-D9D8B368031E}"/>
              </a:ext>
            </a:extLst>
          </p:cNvPr>
          <p:cNvSpPr/>
          <p:nvPr/>
        </p:nvSpPr>
        <p:spPr>
          <a:xfrm>
            <a:off x="1833524" y="2985989"/>
            <a:ext cx="2167888" cy="281602"/>
          </a:xfrm>
          <a:prstGeom prst="rect">
            <a:avLst/>
          </a:prstGeom>
          <a:solidFill>
            <a:schemeClr val="accent4"/>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r>
              <a:rPr lang="zh-CN" altLang="en-US" b="1" dirty="0">
                <a:solidFill>
                  <a:schemeClr val="bg1"/>
                </a:solidFill>
              </a:rPr>
              <a:t>退避时间</a:t>
            </a:r>
          </a:p>
        </p:txBody>
      </p:sp>
      <p:sp>
        <p:nvSpPr>
          <p:cNvPr id="37" name="矩形 36">
            <a:extLst>
              <a:ext uri="{FF2B5EF4-FFF2-40B4-BE49-F238E27FC236}">
                <a16:creationId xmlns:a16="http://schemas.microsoft.com/office/drawing/2014/main" id="{7250B680-5336-4D68-9853-5901B50315D5}"/>
              </a:ext>
            </a:extLst>
          </p:cNvPr>
          <p:cNvSpPr/>
          <p:nvPr/>
        </p:nvSpPr>
        <p:spPr>
          <a:xfrm>
            <a:off x="1842192" y="3945913"/>
            <a:ext cx="1137832" cy="281602"/>
          </a:xfrm>
          <a:prstGeom prst="rect">
            <a:avLst/>
          </a:prstGeom>
          <a:solidFill>
            <a:schemeClr val="accent4"/>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r>
              <a:rPr lang="zh-CN" altLang="en-US" b="1" dirty="0">
                <a:solidFill>
                  <a:schemeClr val="bg1"/>
                </a:solidFill>
              </a:rPr>
              <a:t>退避时间</a:t>
            </a:r>
          </a:p>
        </p:txBody>
      </p:sp>
      <p:sp>
        <p:nvSpPr>
          <p:cNvPr id="38" name="矩形 37">
            <a:extLst>
              <a:ext uri="{FF2B5EF4-FFF2-40B4-BE49-F238E27FC236}">
                <a16:creationId xmlns:a16="http://schemas.microsoft.com/office/drawing/2014/main" id="{52F90C61-8D7A-4D86-87E6-253700D09C79}"/>
              </a:ext>
            </a:extLst>
          </p:cNvPr>
          <p:cNvSpPr/>
          <p:nvPr/>
        </p:nvSpPr>
        <p:spPr>
          <a:xfrm>
            <a:off x="1833524" y="4922739"/>
            <a:ext cx="1482274" cy="281602"/>
          </a:xfrm>
          <a:prstGeom prst="rect">
            <a:avLst/>
          </a:prstGeom>
          <a:solidFill>
            <a:schemeClr val="accent4"/>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r>
              <a:rPr lang="zh-CN" altLang="en-US" b="1" dirty="0">
                <a:solidFill>
                  <a:schemeClr val="bg1"/>
                </a:solidFill>
              </a:rPr>
              <a:t>退避时间</a:t>
            </a:r>
          </a:p>
        </p:txBody>
      </p:sp>
      <p:cxnSp>
        <p:nvCxnSpPr>
          <p:cNvPr id="42" name="直接连接符 41">
            <a:extLst>
              <a:ext uri="{FF2B5EF4-FFF2-40B4-BE49-F238E27FC236}">
                <a16:creationId xmlns:a16="http://schemas.microsoft.com/office/drawing/2014/main" id="{0107F655-AE59-46C4-B4E7-920BC8D7634D}"/>
              </a:ext>
            </a:extLst>
          </p:cNvPr>
          <p:cNvCxnSpPr>
            <a:cxnSpLocks/>
          </p:cNvCxnSpPr>
          <p:nvPr/>
        </p:nvCxnSpPr>
        <p:spPr>
          <a:xfrm>
            <a:off x="2980024" y="2478958"/>
            <a:ext cx="0" cy="2720413"/>
          </a:xfrm>
          <a:prstGeom prst="line">
            <a:avLst/>
          </a:prstGeom>
          <a:ln w="12700">
            <a:solidFill>
              <a:schemeClr val="tx1"/>
            </a:solidFill>
            <a:prstDash val="dash"/>
            <a:tailEnd type="none"/>
          </a:ln>
        </p:spPr>
        <p:style>
          <a:lnRef idx="1">
            <a:schemeClr val="accent1"/>
          </a:lnRef>
          <a:fillRef idx="0">
            <a:schemeClr val="accent1"/>
          </a:fillRef>
          <a:effectRef idx="0">
            <a:schemeClr val="accent1"/>
          </a:effectRef>
          <a:fontRef idx="minor">
            <a:schemeClr val="tx1"/>
          </a:fontRef>
        </p:style>
      </p:cxnSp>
      <p:grpSp>
        <p:nvGrpSpPr>
          <p:cNvPr id="14" name="组合 13">
            <a:extLst>
              <a:ext uri="{FF2B5EF4-FFF2-40B4-BE49-F238E27FC236}">
                <a16:creationId xmlns:a16="http://schemas.microsoft.com/office/drawing/2014/main" id="{202147AC-7DB2-4D47-94CB-CF179DAF2DD4}"/>
              </a:ext>
            </a:extLst>
          </p:cNvPr>
          <p:cNvGrpSpPr/>
          <p:nvPr/>
        </p:nvGrpSpPr>
        <p:grpSpPr>
          <a:xfrm>
            <a:off x="2927059" y="2388289"/>
            <a:ext cx="1074353" cy="881175"/>
            <a:chOff x="2927059" y="2388289"/>
            <a:chExt cx="1074353" cy="881175"/>
          </a:xfrm>
        </p:grpSpPr>
        <p:sp>
          <p:nvSpPr>
            <p:cNvPr id="43" name="文本框 42">
              <a:extLst>
                <a:ext uri="{FF2B5EF4-FFF2-40B4-BE49-F238E27FC236}">
                  <a16:creationId xmlns:a16="http://schemas.microsoft.com/office/drawing/2014/main" id="{EEA82309-5129-4143-B44B-4DF3CA04F5D6}"/>
                </a:ext>
              </a:extLst>
            </p:cNvPr>
            <p:cNvSpPr txBox="1"/>
            <p:nvPr/>
          </p:nvSpPr>
          <p:spPr>
            <a:xfrm>
              <a:off x="2927059" y="2388289"/>
              <a:ext cx="651046" cy="646331"/>
            </a:xfrm>
            <a:prstGeom prst="rect">
              <a:avLst/>
            </a:prstGeom>
            <a:noFill/>
          </p:spPr>
          <p:txBody>
            <a:bodyPr wrap="square" rtlCol="0">
              <a:spAutoFit/>
            </a:bodyPr>
            <a:lstStyle/>
            <a:p>
              <a:r>
                <a:rPr lang="zh-CN" altLang="en-US" b="1" dirty="0">
                  <a:solidFill>
                    <a:schemeClr val="accent1">
                      <a:lumMod val="75000"/>
                    </a:schemeClr>
                  </a:solidFill>
                </a:rPr>
                <a:t>冻</a:t>
              </a:r>
              <a:endParaRPr lang="en-US" altLang="zh-CN" b="1" dirty="0">
                <a:solidFill>
                  <a:schemeClr val="accent1">
                    <a:lumMod val="75000"/>
                  </a:schemeClr>
                </a:solidFill>
              </a:endParaRPr>
            </a:p>
            <a:p>
              <a:r>
                <a:rPr lang="zh-CN" altLang="en-US" b="1" dirty="0">
                  <a:solidFill>
                    <a:schemeClr val="accent1">
                      <a:lumMod val="75000"/>
                    </a:schemeClr>
                  </a:solidFill>
                </a:rPr>
                <a:t>结</a:t>
              </a:r>
            </a:p>
          </p:txBody>
        </p:sp>
        <p:sp>
          <p:nvSpPr>
            <p:cNvPr id="11" name="矩形 10">
              <a:extLst>
                <a:ext uri="{FF2B5EF4-FFF2-40B4-BE49-F238E27FC236}">
                  <a16:creationId xmlns:a16="http://schemas.microsoft.com/office/drawing/2014/main" id="{2315ACCD-0131-46D3-BBB6-80845E926FB6}"/>
                </a:ext>
              </a:extLst>
            </p:cNvPr>
            <p:cNvSpPr/>
            <p:nvPr/>
          </p:nvSpPr>
          <p:spPr>
            <a:xfrm>
              <a:off x="2979877" y="2987867"/>
              <a:ext cx="1021535" cy="281597"/>
            </a:xfrm>
            <a:prstGeom prst="rect">
              <a:avLst/>
            </a:prstGeom>
            <a:pattFill prst="wdDnDiag">
              <a:fgClr>
                <a:schemeClr val="accent1">
                  <a:lumMod val="75000"/>
                </a:schemeClr>
              </a:fgClr>
              <a:bgClr>
                <a:schemeClr val="bg1"/>
              </a:bgClr>
            </a:patt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grpSp>
      <p:sp>
        <p:nvSpPr>
          <p:cNvPr id="89" name="矩形 88">
            <a:extLst>
              <a:ext uri="{FF2B5EF4-FFF2-40B4-BE49-F238E27FC236}">
                <a16:creationId xmlns:a16="http://schemas.microsoft.com/office/drawing/2014/main" id="{3EBC9E5E-592F-4B75-B057-0CFF704DF43F}"/>
              </a:ext>
            </a:extLst>
          </p:cNvPr>
          <p:cNvSpPr/>
          <p:nvPr/>
        </p:nvSpPr>
        <p:spPr>
          <a:xfrm>
            <a:off x="2977732" y="3945913"/>
            <a:ext cx="1229841" cy="281602"/>
          </a:xfrm>
          <a:prstGeom prst="rect">
            <a:avLst/>
          </a:prstGeom>
          <a:solidFill>
            <a:schemeClr val="accent3"/>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zh-CN" altLang="en-US" b="1" dirty="0"/>
              <a:t>帧</a:t>
            </a:r>
          </a:p>
        </p:txBody>
      </p:sp>
      <p:grpSp>
        <p:nvGrpSpPr>
          <p:cNvPr id="16" name="组合 15">
            <a:extLst>
              <a:ext uri="{FF2B5EF4-FFF2-40B4-BE49-F238E27FC236}">
                <a16:creationId xmlns:a16="http://schemas.microsoft.com/office/drawing/2014/main" id="{8D4F798D-F4E4-4A14-8E6A-3C6C6FADCBC7}"/>
              </a:ext>
            </a:extLst>
          </p:cNvPr>
          <p:cNvGrpSpPr/>
          <p:nvPr/>
        </p:nvGrpSpPr>
        <p:grpSpPr>
          <a:xfrm>
            <a:off x="2927059" y="4318184"/>
            <a:ext cx="651046" cy="881175"/>
            <a:chOff x="2927059" y="4318184"/>
            <a:chExt cx="651046" cy="881175"/>
          </a:xfrm>
        </p:grpSpPr>
        <p:sp>
          <p:nvSpPr>
            <p:cNvPr id="104" name="文本框 103">
              <a:extLst>
                <a:ext uri="{FF2B5EF4-FFF2-40B4-BE49-F238E27FC236}">
                  <a16:creationId xmlns:a16="http://schemas.microsoft.com/office/drawing/2014/main" id="{FF8AA019-42D7-4AE4-94D9-2FC4C51EDF4D}"/>
                </a:ext>
              </a:extLst>
            </p:cNvPr>
            <p:cNvSpPr txBox="1"/>
            <p:nvPr/>
          </p:nvSpPr>
          <p:spPr>
            <a:xfrm>
              <a:off x="2927059" y="4318184"/>
              <a:ext cx="651046" cy="646331"/>
            </a:xfrm>
            <a:prstGeom prst="rect">
              <a:avLst/>
            </a:prstGeom>
            <a:noFill/>
          </p:spPr>
          <p:txBody>
            <a:bodyPr wrap="square" rtlCol="0">
              <a:spAutoFit/>
            </a:bodyPr>
            <a:lstStyle/>
            <a:p>
              <a:r>
                <a:rPr lang="zh-CN" altLang="en-US" b="1" dirty="0">
                  <a:solidFill>
                    <a:schemeClr val="accent1">
                      <a:lumMod val="75000"/>
                    </a:schemeClr>
                  </a:solidFill>
                </a:rPr>
                <a:t>冻</a:t>
              </a:r>
              <a:endParaRPr lang="en-US" altLang="zh-CN" b="1" dirty="0">
                <a:solidFill>
                  <a:schemeClr val="accent1">
                    <a:lumMod val="75000"/>
                  </a:schemeClr>
                </a:solidFill>
              </a:endParaRPr>
            </a:p>
            <a:p>
              <a:r>
                <a:rPr lang="zh-CN" altLang="en-US" b="1" dirty="0">
                  <a:solidFill>
                    <a:schemeClr val="accent1">
                      <a:lumMod val="75000"/>
                    </a:schemeClr>
                  </a:solidFill>
                </a:rPr>
                <a:t>结</a:t>
              </a:r>
            </a:p>
          </p:txBody>
        </p:sp>
        <p:sp>
          <p:nvSpPr>
            <p:cNvPr id="105" name="矩形 104">
              <a:extLst>
                <a:ext uri="{FF2B5EF4-FFF2-40B4-BE49-F238E27FC236}">
                  <a16:creationId xmlns:a16="http://schemas.microsoft.com/office/drawing/2014/main" id="{8117F309-9170-4FAF-85D9-1C9E71048E01}"/>
                </a:ext>
              </a:extLst>
            </p:cNvPr>
            <p:cNvSpPr/>
            <p:nvPr/>
          </p:nvSpPr>
          <p:spPr>
            <a:xfrm>
              <a:off x="2979878" y="4917762"/>
              <a:ext cx="335923" cy="281597"/>
            </a:xfrm>
            <a:prstGeom prst="rect">
              <a:avLst/>
            </a:prstGeom>
            <a:pattFill prst="wdDnDiag">
              <a:fgClr>
                <a:schemeClr val="accent1">
                  <a:lumMod val="75000"/>
                </a:schemeClr>
              </a:fgClr>
              <a:bgClr>
                <a:schemeClr val="bg1"/>
              </a:bgClr>
            </a:patt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grpSp>
      <p:grpSp>
        <p:nvGrpSpPr>
          <p:cNvPr id="107" name="组合 106">
            <a:extLst>
              <a:ext uri="{FF2B5EF4-FFF2-40B4-BE49-F238E27FC236}">
                <a16:creationId xmlns:a16="http://schemas.microsoft.com/office/drawing/2014/main" id="{11BF812F-A8AC-4910-B8A1-998CA4BCDB8C}"/>
              </a:ext>
            </a:extLst>
          </p:cNvPr>
          <p:cNvGrpSpPr/>
          <p:nvPr/>
        </p:nvGrpSpPr>
        <p:grpSpPr>
          <a:xfrm>
            <a:off x="3940013" y="1543170"/>
            <a:ext cx="663786" cy="4814212"/>
            <a:chOff x="1170821" y="1543170"/>
            <a:chExt cx="663786" cy="4814212"/>
          </a:xfrm>
        </p:grpSpPr>
        <p:cxnSp>
          <p:nvCxnSpPr>
            <p:cNvPr id="108" name="直接连接符 107">
              <a:extLst>
                <a:ext uri="{FF2B5EF4-FFF2-40B4-BE49-F238E27FC236}">
                  <a16:creationId xmlns:a16="http://schemas.microsoft.com/office/drawing/2014/main" id="{21529D3D-5559-4643-BF1B-83F63D438BF0}"/>
                </a:ext>
              </a:extLst>
            </p:cNvPr>
            <p:cNvCxnSpPr/>
            <p:nvPr/>
          </p:nvCxnSpPr>
          <p:spPr>
            <a:xfrm>
              <a:off x="1438383" y="1854200"/>
              <a:ext cx="0" cy="4503182"/>
            </a:xfrm>
            <a:prstGeom prst="line">
              <a:avLst/>
            </a:prstGeom>
            <a:ln w="12700">
              <a:solidFill>
                <a:schemeClr val="tx1"/>
              </a:solidFill>
              <a:prstDash val="dash"/>
              <a:tailEnd type="none"/>
            </a:ln>
          </p:spPr>
          <p:style>
            <a:lnRef idx="1">
              <a:schemeClr val="accent1"/>
            </a:lnRef>
            <a:fillRef idx="0">
              <a:schemeClr val="accent1"/>
            </a:fillRef>
            <a:effectRef idx="0">
              <a:schemeClr val="accent1"/>
            </a:effectRef>
            <a:fontRef idx="minor">
              <a:schemeClr val="tx1"/>
            </a:fontRef>
          </p:style>
        </p:cxnSp>
        <p:cxnSp>
          <p:nvCxnSpPr>
            <p:cNvPr id="110" name="直接连接符 109">
              <a:extLst>
                <a:ext uri="{FF2B5EF4-FFF2-40B4-BE49-F238E27FC236}">
                  <a16:creationId xmlns:a16="http://schemas.microsoft.com/office/drawing/2014/main" id="{7895B3C0-C1B2-4BCB-90EF-8A5C36EBF541}"/>
                </a:ext>
              </a:extLst>
            </p:cNvPr>
            <p:cNvCxnSpPr/>
            <p:nvPr/>
          </p:nvCxnSpPr>
          <p:spPr>
            <a:xfrm>
              <a:off x="1568143" y="1854200"/>
              <a:ext cx="0" cy="4503182"/>
            </a:xfrm>
            <a:prstGeom prst="line">
              <a:avLst/>
            </a:prstGeom>
            <a:ln w="12700">
              <a:solidFill>
                <a:schemeClr val="tx1"/>
              </a:solidFill>
              <a:prstDash val="dash"/>
              <a:tailEnd type="none"/>
            </a:ln>
          </p:spPr>
          <p:style>
            <a:lnRef idx="1">
              <a:schemeClr val="accent1"/>
            </a:lnRef>
            <a:fillRef idx="0">
              <a:schemeClr val="accent1"/>
            </a:fillRef>
            <a:effectRef idx="0">
              <a:schemeClr val="accent1"/>
            </a:effectRef>
            <a:fontRef idx="minor">
              <a:schemeClr val="tx1"/>
            </a:fontRef>
          </p:style>
        </p:cxnSp>
        <p:sp>
          <p:nvSpPr>
            <p:cNvPr id="111" name="文本框 110">
              <a:extLst>
                <a:ext uri="{FF2B5EF4-FFF2-40B4-BE49-F238E27FC236}">
                  <a16:creationId xmlns:a16="http://schemas.microsoft.com/office/drawing/2014/main" id="{73460598-F141-42CA-8CE3-0E304DFB9A7D}"/>
                </a:ext>
              </a:extLst>
            </p:cNvPr>
            <p:cNvSpPr txBox="1"/>
            <p:nvPr/>
          </p:nvSpPr>
          <p:spPr>
            <a:xfrm>
              <a:off x="1170821" y="1543170"/>
              <a:ext cx="663786" cy="369332"/>
            </a:xfrm>
            <a:prstGeom prst="rect">
              <a:avLst/>
            </a:prstGeom>
            <a:noFill/>
          </p:spPr>
          <p:txBody>
            <a:bodyPr wrap="square" rtlCol="0">
              <a:spAutoFit/>
            </a:bodyPr>
            <a:lstStyle/>
            <a:p>
              <a:pPr algn="ctr"/>
              <a:r>
                <a:rPr lang="en-US" altLang="zh-CN" b="1" dirty="0"/>
                <a:t>DIFS</a:t>
              </a:r>
              <a:endParaRPr lang="zh-CN" altLang="en-US" b="1" dirty="0"/>
            </a:p>
          </p:txBody>
        </p:sp>
      </p:grpSp>
      <p:cxnSp>
        <p:nvCxnSpPr>
          <p:cNvPr id="116" name="直接箭头连接符 115">
            <a:extLst>
              <a:ext uri="{FF2B5EF4-FFF2-40B4-BE49-F238E27FC236}">
                <a16:creationId xmlns:a16="http://schemas.microsoft.com/office/drawing/2014/main" id="{7CDABC94-4469-456C-8832-D6A2E432108F}"/>
              </a:ext>
            </a:extLst>
          </p:cNvPr>
          <p:cNvCxnSpPr/>
          <p:nvPr/>
        </p:nvCxnSpPr>
        <p:spPr>
          <a:xfrm flipV="1">
            <a:off x="3886042" y="5808353"/>
            <a:ext cx="0" cy="359393"/>
          </a:xfrm>
          <a:prstGeom prst="straightConnector1">
            <a:avLst/>
          </a:prstGeom>
          <a:ln w="25400">
            <a:solidFill>
              <a:schemeClr val="tx1"/>
            </a:solidFill>
            <a:tailEnd type="triangle"/>
          </a:ln>
        </p:spPr>
        <p:style>
          <a:lnRef idx="1">
            <a:schemeClr val="accent1"/>
          </a:lnRef>
          <a:fillRef idx="0">
            <a:schemeClr val="accent1"/>
          </a:fillRef>
          <a:effectRef idx="0">
            <a:schemeClr val="accent1"/>
          </a:effectRef>
          <a:fontRef idx="minor">
            <a:schemeClr val="tx1"/>
          </a:fontRef>
        </p:style>
      </p:cxnSp>
      <p:sp>
        <p:nvSpPr>
          <p:cNvPr id="51" name="平行四边形 50">
            <a:extLst>
              <a:ext uri="{FF2B5EF4-FFF2-40B4-BE49-F238E27FC236}">
                <a16:creationId xmlns:a16="http://schemas.microsoft.com/office/drawing/2014/main" id="{60D0C696-B4DF-440C-F59F-1E49CC9B3FE0}"/>
              </a:ext>
            </a:extLst>
          </p:cNvPr>
          <p:cNvSpPr/>
          <p:nvPr/>
        </p:nvSpPr>
        <p:spPr>
          <a:xfrm>
            <a:off x="304799" y="749300"/>
            <a:ext cx="691019" cy="387090"/>
          </a:xfrm>
          <a:prstGeom prst="parallelogram">
            <a:avLst/>
          </a:prstGeom>
          <a:solidFill>
            <a:schemeClr val="accent3">
              <a:lumMod val="75000"/>
            </a:schemeClr>
          </a:solidFill>
          <a:ln>
            <a:solidFill>
              <a:schemeClr val="accent3">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CN" sz="2200" dirty="0">
                <a:latin typeface="Impact" panose="020B0806030902050204" pitchFamily="34" charset="0"/>
              </a:rPr>
              <a:t>04</a:t>
            </a:r>
            <a:endParaRPr lang="zh-CN" altLang="en-US" sz="2200" dirty="0">
              <a:latin typeface="Impact" panose="020B0806030902050204" pitchFamily="34" charset="0"/>
            </a:endParaRPr>
          </a:p>
        </p:txBody>
      </p:sp>
    </p:spTree>
    <p:custDataLst>
      <p:tags r:id="rId1"/>
    </p:custDataLst>
    <p:extLst>
      <p:ext uri="{BB962C8B-B14F-4D97-AF65-F5344CB8AC3E}">
        <p14:creationId xmlns:p14="http://schemas.microsoft.com/office/powerpoint/2010/main" val="925304430"/>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2" presetClass="entr" presetSubtype="8" fill="hold" nodeType="withEffect">
                                  <p:stCondLst>
                                    <p:cond delay="0"/>
                                  </p:stCondLst>
                                  <p:childTnLst>
                                    <p:set>
                                      <p:cBhvr>
                                        <p:cTn id="6" dur="1" fill="hold">
                                          <p:stCondLst>
                                            <p:cond delay="0"/>
                                          </p:stCondLst>
                                        </p:cTn>
                                        <p:tgtEl>
                                          <p:spTgt spid="13"/>
                                        </p:tgtEl>
                                        <p:attrNameLst>
                                          <p:attrName>style.visibility</p:attrName>
                                        </p:attrNameLst>
                                      </p:cBhvr>
                                      <p:to>
                                        <p:strVal val="visible"/>
                                      </p:to>
                                    </p:set>
                                    <p:animEffect transition="in" filter="wipe(left)">
                                      <p:cBhvr>
                                        <p:cTn id="7" dur="1000"/>
                                        <p:tgtEl>
                                          <p:spTgt spid="13"/>
                                        </p:tgtEl>
                                      </p:cBhvr>
                                    </p:animEffect>
                                  </p:childTnLst>
                                </p:cTn>
                              </p:par>
                            </p:childTnLst>
                          </p:cTn>
                        </p:par>
                      </p:childTnLst>
                    </p:cTn>
                  </p:par>
                  <p:par>
                    <p:cTn id="8" fill="hold">
                      <p:stCondLst>
                        <p:cond delay="indefinite"/>
                      </p:stCondLst>
                      <p:childTnLst>
                        <p:par>
                          <p:cTn id="9" fill="hold">
                            <p:stCondLst>
                              <p:cond delay="0"/>
                            </p:stCondLst>
                            <p:childTnLst>
                              <p:par>
                                <p:cTn id="10" presetID="22" presetClass="entr" presetSubtype="8" fill="hold" grpId="0" nodeType="clickEffect">
                                  <p:stCondLst>
                                    <p:cond delay="0"/>
                                  </p:stCondLst>
                                  <p:childTnLst>
                                    <p:set>
                                      <p:cBhvr>
                                        <p:cTn id="11" dur="1" fill="hold">
                                          <p:stCondLst>
                                            <p:cond delay="0"/>
                                          </p:stCondLst>
                                        </p:cTn>
                                        <p:tgtEl>
                                          <p:spTgt spid="10"/>
                                        </p:tgtEl>
                                        <p:attrNameLst>
                                          <p:attrName>style.visibility</p:attrName>
                                        </p:attrNameLst>
                                      </p:cBhvr>
                                      <p:to>
                                        <p:strVal val="visible"/>
                                      </p:to>
                                    </p:set>
                                    <p:animEffect transition="in" filter="wipe(left)">
                                      <p:cBhvr>
                                        <p:cTn id="12" dur="500"/>
                                        <p:tgtEl>
                                          <p:spTgt spid="10"/>
                                        </p:tgtEl>
                                      </p:cBhvr>
                                    </p:animEffect>
                                  </p:childTnLst>
                                </p:cTn>
                              </p:par>
                            </p:childTnLst>
                          </p:cTn>
                        </p:par>
                      </p:childTnLst>
                    </p:cTn>
                  </p:par>
                  <p:par>
                    <p:cTn id="13" fill="hold">
                      <p:stCondLst>
                        <p:cond delay="indefinite"/>
                      </p:stCondLst>
                      <p:childTnLst>
                        <p:par>
                          <p:cTn id="14" fill="hold">
                            <p:stCondLst>
                              <p:cond delay="0"/>
                            </p:stCondLst>
                            <p:childTnLst>
                              <p:par>
                                <p:cTn id="15" presetID="22" presetClass="entr" presetSubtype="4" fill="hold" nodeType="clickEffect">
                                  <p:stCondLst>
                                    <p:cond delay="0"/>
                                  </p:stCondLst>
                                  <p:childTnLst>
                                    <p:set>
                                      <p:cBhvr>
                                        <p:cTn id="16" dur="1" fill="hold">
                                          <p:stCondLst>
                                            <p:cond delay="0"/>
                                          </p:stCondLst>
                                        </p:cTn>
                                        <p:tgtEl>
                                          <p:spTgt spid="12"/>
                                        </p:tgtEl>
                                        <p:attrNameLst>
                                          <p:attrName>style.visibility</p:attrName>
                                        </p:attrNameLst>
                                      </p:cBhvr>
                                      <p:to>
                                        <p:strVal val="visible"/>
                                      </p:to>
                                    </p:set>
                                    <p:animEffect transition="in" filter="wipe(down)">
                                      <p:cBhvr>
                                        <p:cTn id="17" dur="500"/>
                                        <p:tgtEl>
                                          <p:spTgt spid="12"/>
                                        </p:tgtEl>
                                      </p:cBhvr>
                                    </p:animEffect>
                                  </p:childTnLst>
                                </p:cTn>
                              </p:par>
                            </p:childTnLst>
                          </p:cTn>
                        </p:par>
                        <p:par>
                          <p:cTn id="18" fill="hold">
                            <p:stCondLst>
                              <p:cond delay="500"/>
                            </p:stCondLst>
                            <p:childTnLst>
                              <p:par>
                                <p:cTn id="19" presetID="22" presetClass="entr" presetSubtype="4" fill="hold" nodeType="afterEffect">
                                  <p:stCondLst>
                                    <p:cond delay="0"/>
                                  </p:stCondLst>
                                  <p:childTnLst>
                                    <p:set>
                                      <p:cBhvr>
                                        <p:cTn id="20" dur="1" fill="hold">
                                          <p:stCondLst>
                                            <p:cond delay="0"/>
                                          </p:stCondLst>
                                        </p:cTn>
                                        <p:tgtEl>
                                          <p:spTgt spid="40"/>
                                        </p:tgtEl>
                                        <p:attrNameLst>
                                          <p:attrName>style.visibility</p:attrName>
                                        </p:attrNameLst>
                                      </p:cBhvr>
                                      <p:to>
                                        <p:strVal val="visible"/>
                                      </p:to>
                                    </p:set>
                                    <p:animEffect transition="in" filter="wipe(down)">
                                      <p:cBhvr>
                                        <p:cTn id="21" dur="500"/>
                                        <p:tgtEl>
                                          <p:spTgt spid="40"/>
                                        </p:tgtEl>
                                      </p:cBhvr>
                                    </p:animEffect>
                                  </p:childTnLst>
                                </p:cTn>
                              </p:par>
                            </p:childTnLst>
                          </p:cTn>
                        </p:par>
                        <p:par>
                          <p:cTn id="22" fill="hold">
                            <p:stCondLst>
                              <p:cond delay="1000"/>
                            </p:stCondLst>
                            <p:childTnLst>
                              <p:par>
                                <p:cTn id="23" presetID="22" presetClass="entr" presetSubtype="4" fill="hold" nodeType="afterEffect">
                                  <p:stCondLst>
                                    <p:cond delay="0"/>
                                  </p:stCondLst>
                                  <p:childTnLst>
                                    <p:set>
                                      <p:cBhvr>
                                        <p:cTn id="24" dur="1" fill="hold">
                                          <p:stCondLst>
                                            <p:cond delay="0"/>
                                          </p:stCondLst>
                                        </p:cTn>
                                        <p:tgtEl>
                                          <p:spTgt spid="41"/>
                                        </p:tgtEl>
                                        <p:attrNameLst>
                                          <p:attrName>style.visibility</p:attrName>
                                        </p:attrNameLst>
                                      </p:cBhvr>
                                      <p:to>
                                        <p:strVal val="visible"/>
                                      </p:to>
                                    </p:set>
                                    <p:animEffect transition="in" filter="wipe(down)">
                                      <p:cBhvr>
                                        <p:cTn id="25" dur="500"/>
                                        <p:tgtEl>
                                          <p:spTgt spid="41"/>
                                        </p:tgtEl>
                                      </p:cBhvr>
                                    </p:animEffect>
                                  </p:childTnLst>
                                </p:cTn>
                              </p:par>
                            </p:childTnLst>
                          </p:cTn>
                        </p:par>
                      </p:childTnLst>
                    </p:cTn>
                  </p:par>
                  <p:par>
                    <p:cTn id="26" fill="hold">
                      <p:stCondLst>
                        <p:cond delay="indefinite"/>
                      </p:stCondLst>
                      <p:childTnLst>
                        <p:par>
                          <p:cTn id="27" fill="hold">
                            <p:stCondLst>
                              <p:cond delay="0"/>
                            </p:stCondLst>
                            <p:childTnLst>
                              <p:par>
                                <p:cTn id="28" presetID="22" presetClass="entr" presetSubtype="1" fill="hold" nodeType="clickEffect">
                                  <p:stCondLst>
                                    <p:cond delay="0"/>
                                  </p:stCondLst>
                                  <p:childTnLst>
                                    <p:set>
                                      <p:cBhvr>
                                        <p:cTn id="29" dur="1" fill="hold">
                                          <p:stCondLst>
                                            <p:cond delay="0"/>
                                          </p:stCondLst>
                                        </p:cTn>
                                        <p:tgtEl>
                                          <p:spTgt spid="6"/>
                                        </p:tgtEl>
                                        <p:attrNameLst>
                                          <p:attrName>style.visibility</p:attrName>
                                        </p:attrNameLst>
                                      </p:cBhvr>
                                      <p:to>
                                        <p:strVal val="visible"/>
                                      </p:to>
                                    </p:set>
                                    <p:animEffect transition="in" filter="wipe(up)">
                                      <p:cBhvr>
                                        <p:cTn id="30" dur="1000"/>
                                        <p:tgtEl>
                                          <p:spTgt spid="6"/>
                                        </p:tgtEl>
                                      </p:cBhvr>
                                    </p:animEffect>
                                  </p:childTnLst>
                                </p:cTn>
                              </p:par>
                            </p:childTnLst>
                          </p:cTn>
                        </p:par>
                      </p:childTnLst>
                    </p:cTn>
                  </p:par>
                  <p:par>
                    <p:cTn id="31" fill="hold">
                      <p:stCondLst>
                        <p:cond delay="indefinite"/>
                      </p:stCondLst>
                      <p:childTnLst>
                        <p:par>
                          <p:cTn id="32" fill="hold">
                            <p:stCondLst>
                              <p:cond delay="0"/>
                            </p:stCondLst>
                            <p:childTnLst>
                              <p:par>
                                <p:cTn id="33" presetID="22" presetClass="entr" presetSubtype="8" fill="hold" grpId="0" nodeType="clickEffect">
                                  <p:stCondLst>
                                    <p:cond delay="0"/>
                                  </p:stCondLst>
                                  <p:childTnLst>
                                    <p:set>
                                      <p:cBhvr>
                                        <p:cTn id="34" dur="1" fill="hold">
                                          <p:stCondLst>
                                            <p:cond delay="0"/>
                                          </p:stCondLst>
                                        </p:cTn>
                                        <p:tgtEl>
                                          <p:spTgt spid="36"/>
                                        </p:tgtEl>
                                        <p:attrNameLst>
                                          <p:attrName>style.visibility</p:attrName>
                                        </p:attrNameLst>
                                      </p:cBhvr>
                                      <p:to>
                                        <p:strVal val="visible"/>
                                      </p:to>
                                    </p:set>
                                    <p:animEffect transition="in" filter="wipe(left)">
                                      <p:cBhvr>
                                        <p:cTn id="35" dur="1000"/>
                                        <p:tgtEl>
                                          <p:spTgt spid="36"/>
                                        </p:tgtEl>
                                      </p:cBhvr>
                                    </p:animEffect>
                                  </p:childTnLst>
                                </p:cTn>
                              </p:par>
                              <p:par>
                                <p:cTn id="36" presetID="22" presetClass="entr" presetSubtype="8" fill="hold" grpId="0" nodeType="withEffect">
                                  <p:stCondLst>
                                    <p:cond delay="0"/>
                                  </p:stCondLst>
                                  <p:childTnLst>
                                    <p:set>
                                      <p:cBhvr>
                                        <p:cTn id="37" dur="1" fill="hold">
                                          <p:stCondLst>
                                            <p:cond delay="0"/>
                                          </p:stCondLst>
                                        </p:cTn>
                                        <p:tgtEl>
                                          <p:spTgt spid="37"/>
                                        </p:tgtEl>
                                        <p:attrNameLst>
                                          <p:attrName>style.visibility</p:attrName>
                                        </p:attrNameLst>
                                      </p:cBhvr>
                                      <p:to>
                                        <p:strVal val="visible"/>
                                      </p:to>
                                    </p:set>
                                    <p:animEffect transition="in" filter="wipe(left)">
                                      <p:cBhvr>
                                        <p:cTn id="38" dur="1000"/>
                                        <p:tgtEl>
                                          <p:spTgt spid="37"/>
                                        </p:tgtEl>
                                      </p:cBhvr>
                                    </p:animEffect>
                                  </p:childTnLst>
                                </p:cTn>
                              </p:par>
                              <p:par>
                                <p:cTn id="39" presetID="22" presetClass="entr" presetSubtype="8" fill="hold" grpId="0" nodeType="withEffect">
                                  <p:stCondLst>
                                    <p:cond delay="0"/>
                                  </p:stCondLst>
                                  <p:childTnLst>
                                    <p:set>
                                      <p:cBhvr>
                                        <p:cTn id="40" dur="1" fill="hold">
                                          <p:stCondLst>
                                            <p:cond delay="0"/>
                                          </p:stCondLst>
                                        </p:cTn>
                                        <p:tgtEl>
                                          <p:spTgt spid="38"/>
                                        </p:tgtEl>
                                        <p:attrNameLst>
                                          <p:attrName>style.visibility</p:attrName>
                                        </p:attrNameLst>
                                      </p:cBhvr>
                                      <p:to>
                                        <p:strVal val="visible"/>
                                      </p:to>
                                    </p:set>
                                    <p:animEffect transition="in" filter="wipe(left)">
                                      <p:cBhvr>
                                        <p:cTn id="41" dur="1000"/>
                                        <p:tgtEl>
                                          <p:spTgt spid="38"/>
                                        </p:tgtEl>
                                      </p:cBhvr>
                                    </p:animEffect>
                                  </p:childTnLst>
                                </p:cTn>
                              </p:par>
                            </p:childTnLst>
                          </p:cTn>
                        </p:par>
                      </p:childTnLst>
                    </p:cTn>
                  </p:par>
                  <p:par>
                    <p:cTn id="42" fill="hold">
                      <p:stCondLst>
                        <p:cond delay="indefinite"/>
                      </p:stCondLst>
                      <p:childTnLst>
                        <p:par>
                          <p:cTn id="43" fill="hold">
                            <p:stCondLst>
                              <p:cond delay="0"/>
                            </p:stCondLst>
                            <p:childTnLst>
                              <p:par>
                                <p:cTn id="44" presetID="22" presetClass="entr" presetSubtype="8" fill="hold" grpId="0" nodeType="clickEffect">
                                  <p:stCondLst>
                                    <p:cond delay="0"/>
                                  </p:stCondLst>
                                  <p:childTnLst>
                                    <p:set>
                                      <p:cBhvr>
                                        <p:cTn id="45" dur="1" fill="hold">
                                          <p:stCondLst>
                                            <p:cond delay="0"/>
                                          </p:stCondLst>
                                        </p:cTn>
                                        <p:tgtEl>
                                          <p:spTgt spid="89"/>
                                        </p:tgtEl>
                                        <p:attrNameLst>
                                          <p:attrName>style.visibility</p:attrName>
                                        </p:attrNameLst>
                                      </p:cBhvr>
                                      <p:to>
                                        <p:strVal val="visible"/>
                                      </p:to>
                                    </p:set>
                                    <p:animEffect transition="in" filter="wipe(left)">
                                      <p:cBhvr>
                                        <p:cTn id="46" dur="1000"/>
                                        <p:tgtEl>
                                          <p:spTgt spid="89"/>
                                        </p:tgtEl>
                                      </p:cBhvr>
                                    </p:animEffect>
                                  </p:childTnLst>
                                </p:cTn>
                              </p:par>
                            </p:childTnLst>
                          </p:cTn>
                        </p:par>
                      </p:childTnLst>
                    </p:cTn>
                  </p:par>
                  <p:par>
                    <p:cTn id="47" fill="hold">
                      <p:stCondLst>
                        <p:cond delay="indefinite"/>
                      </p:stCondLst>
                      <p:childTnLst>
                        <p:par>
                          <p:cTn id="48" fill="hold">
                            <p:stCondLst>
                              <p:cond delay="0"/>
                            </p:stCondLst>
                            <p:childTnLst>
                              <p:par>
                                <p:cTn id="49" presetID="22" presetClass="entr" presetSubtype="1" fill="hold" nodeType="clickEffect">
                                  <p:stCondLst>
                                    <p:cond delay="0"/>
                                  </p:stCondLst>
                                  <p:childTnLst>
                                    <p:set>
                                      <p:cBhvr>
                                        <p:cTn id="50" dur="1" fill="hold">
                                          <p:stCondLst>
                                            <p:cond delay="0"/>
                                          </p:stCondLst>
                                        </p:cTn>
                                        <p:tgtEl>
                                          <p:spTgt spid="42"/>
                                        </p:tgtEl>
                                        <p:attrNameLst>
                                          <p:attrName>style.visibility</p:attrName>
                                        </p:attrNameLst>
                                      </p:cBhvr>
                                      <p:to>
                                        <p:strVal val="visible"/>
                                      </p:to>
                                    </p:set>
                                    <p:animEffect transition="in" filter="wipe(up)">
                                      <p:cBhvr>
                                        <p:cTn id="51" dur="500"/>
                                        <p:tgtEl>
                                          <p:spTgt spid="42"/>
                                        </p:tgtEl>
                                      </p:cBhvr>
                                    </p:animEffect>
                                  </p:childTnLst>
                                </p:cTn>
                              </p:par>
                            </p:childTnLst>
                          </p:cTn>
                        </p:par>
                        <p:par>
                          <p:cTn id="52" fill="hold">
                            <p:stCondLst>
                              <p:cond delay="500"/>
                            </p:stCondLst>
                            <p:childTnLst>
                              <p:par>
                                <p:cTn id="53" presetID="22" presetClass="entr" presetSubtype="8" fill="hold" nodeType="afterEffect">
                                  <p:stCondLst>
                                    <p:cond delay="0"/>
                                  </p:stCondLst>
                                  <p:childTnLst>
                                    <p:set>
                                      <p:cBhvr>
                                        <p:cTn id="54" dur="1" fill="hold">
                                          <p:stCondLst>
                                            <p:cond delay="0"/>
                                          </p:stCondLst>
                                        </p:cTn>
                                        <p:tgtEl>
                                          <p:spTgt spid="14"/>
                                        </p:tgtEl>
                                        <p:attrNameLst>
                                          <p:attrName>style.visibility</p:attrName>
                                        </p:attrNameLst>
                                      </p:cBhvr>
                                      <p:to>
                                        <p:strVal val="visible"/>
                                      </p:to>
                                    </p:set>
                                    <p:animEffect transition="in" filter="wipe(left)">
                                      <p:cBhvr>
                                        <p:cTn id="55" dur="1000"/>
                                        <p:tgtEl>
                                          <p:spTgt spid="14"/>
                                        </p:tgtEl>
                                      </p:cBhvr>
                                    </p:animEffect>
                                  </p:childTnLst>
                                </p:cTn>
                              </p:par>
                              <p:par>
                                <p:cTn id="56" presetID="22" presetClass="entr" presetSubtype="8" fill="hold" nodeType="withEffect">
                                  <p:stCondLst>
                                    <p:cond delay="0"/>
                                  </p:stCondLst>
                                  <p:childTnLst>
                                    <p:set>
                                      <p:cBhvr>
                                        <p:cTn id="57" dur="1" fill="hold">
                                          <p:stCondLst>
                                            <p:cond delay="0"/>
                                          </p:stCondLst>
                                        </p:cTn>
                                        <p:tgtEl>
                                          <p:spTgt spid="16"/>
                                        </p:tgtEl>
                                        <p:attrNameLst>
                                          <p:attrName>style.visibility</p:attrName>
                                        </p:attrNameLst>
                                      </p:cBhvr>
                                      <p:to>
                                        <p:strVal val="visible"/>
                                      </p:to>
                                    </p:set>
                                    <p:animEffect transition="in" filter="wipe(left)">
                                      <p:cBhvr>
                                        <p:cTn id="58" dur="1000"/>
                                        <p:tgtEl>
                                          <p:spTgt spid="16"/>
                                        </p:tgtEl>
                                      </p:cBhvr>
                                    </p:animEffect>
                                  </p:childTnLst>
                                </p:cTn>
                              </p:par>
                            </p:childTnLst>
                          </p:cTn>
                        </p:par>
                      </p:childTnLst>
                    </p:cTn>
                  </p:par>
                  <p:par>
                    <p:cTn id="59" fill="hold">
                      <p:stCondLst>
                        <p:cond delay="indefinite"/>
                      </p:stCondLst>
                      <p:childTnLst>
                        <p:par>
                          <p:cTn id="60" fill="hold">
                            <p:stCondLst>
                              <p:cond delay="0"/>
                            </p:stCondLst>
                            <p:childTnLst>
                              <p:par>
                                <p:cTn id="61" presetID="22" presetClass="entr" presetSubtype="4" fill="hold" nodeType="clickEffect">
                                  <p:stCondLst>
                                    <p:cond delay="0"/>
                                  </p:stCondLst>
                                  <p:childTnLst>
                                    <p:set>
                                      <p:cBhvr>
                                        <p:cTn id="62" dur="1" fill="hold">
                                          <p:stCondLst>
                                            <p:cond delay="0"/>
                                          </p:stCondLst>
                                        </p:cTn>
                                        <p:tgtEl>
                                          <p:spTgt spid="116"/>
                                        </p:tgtEl>
                                        <p:attrNameLst>
                                          <p:attrName>style.visibility</p:attrName>
                                        </p:attrNameLst>
                                      </p:cBhvr>
                                      <p:to>
                                        <p:strVal val="visible"/>
                                      </p:to>
                                    </p:set>
                                    <p:animEffect transition="in" filter="wipe(down)">
                                      <p:cBhvr>
                                        <p:cTn id="63" dur="500"/>
                                        <p:tgtEl>
                                          <p:spTgt spid="116"/>
                                        </p:tgtEl>
                                      </p:cBhvr>
                                    </p:animEffect>
                                  </p:childTnLst>
                                </p:cTn>
                              </p:par>
                            </p:childTnLst>
                          </p:cTn>
                        </p:par>
                      </p:childTnLst>
                    </p:cTn>
                  </p:par>
                  <p:par>
                    <p:cTn id="64" fill="hold">
                      <p:stCondLst>
                        <p:cond delay="indefinite"/>
                      </p:stCondLst>
                      <p:childTnLst>
                        <p:par>
                          <p:cTn id="65" fill="hold">
                            <p:stCondLst>
                              <p:cond delay="0"/>
                            </p:stCondLst>
                            <p:childTnLst>
                              <p:par>
                                <p:cTn id="66" presetID="22" presetClass="entr" presetSubtype="1" fill="hold" nodeType="clickEffect">
                                  <p:stCondLst>
                                    <p:cond delay="0"/>
                                  </p:stCondLst>
                                  <p:childTnLst>
                                    <p:set>
                                      <p:cBhvr>
                                        <p:cTn id="67" dur="1" fill="hold">
                                          <p:stCondLst>
                                            <p:cond delay="0"/>
                                          </p:stCondLst>
                                        </p:cTn>
                                        <p:tgtEl>
                                          <p:spTgt spid="107"/>
                                        </p:tgtEl>
                                        <p:attrNameLst>
                                          <p:attrName>style.visibility</p:attrName>
                                        </p:attrNameLst>
                                      </p:cBhvr>
                                      <p:to>
                                        <p:strVal val="visible"/>
                                      </p:to>
                                    </p:set>
                                    <p:animEffect transition="in" filter="wipe(up)">
                                      <p:cBhvr>
                                        <p:cTn id="68" dur="1000"/>
                                        <p:tgtEl>
                                          <p:spTgt spid="107"/>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0" grpId="0" animBg="1"/>
      <p:bldP spid="36" grpId="0" animBg="1"/>
      <p:bldP spid="37" grpId="0" animBg="1"/>
      <p:bldP spid="38" grpId="0" animBg="1"/>
      <p:bldP spid="89" grpId="0" animBg="1"/>
    </p:bldLst>
  </p:timing>
</p:sld>
</file>

<file path=ppt/slides/slide55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4" name="组合 3">
            <a:extLst>
              <a:ext uri="{FF2B5EF4-FFF2-40B4-BE49-F238E27FC236}">
                <a16:creationId xmlns:a16="http://schemas.microsoft.com/office/drawing/2014/main" id="{9A1EA9F2-FCB6-48C3-935F-7AE7E3AD14AC}"/>
              </a:ext>
            </a:extLst>
          </p:cNvPr>
          <p:cNvGrpSpPr/>
          <p:nvPr/>
        </p:nvGrpSpPr>
        <p:grpSpPr>
          <a:xfrm>
            <a:off x="304800" y="749300"/>
            <a:ext cx="5791200" cy="400110"/>
            <a:chOff x="424117" y="898245"/>
            <a:chExt cx="5791200" cy="400110"/>
          </a:xfrm>
        </p:grpSpPr>
        <p:sp>
          <p:nvSpPr>
            <p:cNvPr id="2" name="平行四边形 1">
              <a:extLst>
                <a:ext uri="{FF2B5EF4-FFF2-40B4-BE49-F238E27FC236}">
                  <a16:creationId xmlns:a16="http://schemas.microsoft.com/office/drawing/2014/main" id="{1F5BAA3F-9845-4F89-A2DD-8222D3E4EDAC}"/>
                </a:ext>
              </a:extLst>
            </p:cNvPr>
            <p:cNvSpPr/>
            <p:nvPr/>
          </p:nvSpPr>
          <p:spPr>
            <a:xfrm>
              <a:off x="424117" y="898245"/>
              <a:ext cx="628306" cy="387090"/>
            </a:xfrm>
            <a:prstGeom prst="parallelogram">
              <a:avLst/>
            </a:prstGeom>
            <a:solidFill>
              <a:schemeClr val="accent3">
                <a:lumMod val="75000"/>
              </a:schemeClr>
            </a:solidFill>
            <a:ln>
              <a:solidFill>
                <a:schemeClr val="accent3">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CN" sz="2200" dirty="0">
                  <a:latin typeface="Impact" panose="020B0806030902050204" pitchFamily="34" charset="0"/>
                </a:rPr>
                <a:t>01</a:t>
              </a:r>
              <a:endParaRPr lang="zh-CN" altLang="en-US" sz="2200" dirty="0">
                <a:latin typeface="Impact" panose="020B0806030902050204" pitchFamily="34" charset="0"/>
              </a:endParaRPr>
            </a:p>
          </p:txBody>
        </p:sp>
        <p:sp>
          <p:nvSpPr>
            <p:cNvPr id="3" name="文本框 2">
              <a:extLst>
                <a:ext uri="{FF2B5EF4-FFF2-40B4-BE49-F238E27FC236}">
                  <a16:creationId xmlns:a16="http://schemas.microsoft.com/office/drawing/2014/main" id="{4D6BD736-A4D3-4F26-AFED-36E11F50F70B}"/>
                </a:ext>
              </a:extLst>
            </p:cNvPr>
            <p:cNvSpPr txBox="1"/>
            <p:nvPr/>
          </p:nvSpPr>
          <p:spPr>
            <a:xfrm>
              <a:off x="1052423" y="898245"/>
              <a:ext cx="5162894" cy="400110"/>
            </a:xfrm>
            <a:prstGeom prst="rect">
              <a:avLst/>
            </a:prstGeom>
            <a:noFill/>
          </p:spPr>
          <p:txBody>
            <a:bodyPr wrap="square" rtlCol="0">
              <a:spAutoFit/>
            </a:bodyPr>
            <a:lstStyle/>
            <a:p>
              <a:r>
                <a:rPr lang="en-US" altLang="zh-CN" sz="2000" b="1" dirty="0">
                  <a:solidFill>
                    <a:schemeClr val="tx1"/>
                  </a:solidFill>
                  <a:latin typeface="Arial Narrow" panose="020B0606020202030204" pitchFamily="34" charset="0"/>
                </a:rPr>
                <a:t>CSMA/CA</a:t>
              </a:r>
              <a:r>
                <a:rPr lang="zh-CN" altLang="en-US" sz="2000" b="1" dirty="0">
                  <a:solidFill>
                    <a:schemeClr val="tx1"/>
                  </a:solidFill>
                  <a:latin typeface="Arial Narrow" panose="020B0606020202030204" pitchFamily="34" charset="0"/>
                </a:rPr>
                <a:t>协议的基本工作原理</a:t>
              </a:r>
              <a:endParaRPr lang="en-US" altLang="zh-CN" sz="2000" b="1" dirty="0">
                <a:solidFill>
                  <a:schemeClr val="tx1"/>
                </a:solidFill>
                <a:latin typeface="Arial Narrow" panose="020B0606020202030204" pitchFamily="34" charset="0"/>
              </a:endParaRPr>
            </a:p>
          </p:txBody>
        </p:sp>
      </p:grpSp>
      <p:sp>
        <p:nvSpPr>
          <p:cNvPr id="106" name="文本框 105">
            <a:extLst>
              <a:ext uri="{FF2B5EF4-FFF2-40B4-BE49-F238E27FC236}">
                <a16:creationId xmlns:a16="http://schemas.microsoft.com/office/drawing/2014/main" id="{05653DE5-C742-449E-8418-291FFAA878A5}"/>
              </a:ext>
            </a:extLst>
          </p:cNvPr>
          <p:cNvSpPr txBox="1"/>
          <p:nvPr/>
        </p:nvSpPr>
        <p:spPr>
          <a:xfrm>
            <a:off x="933106" y="1136390"/>
            <a:ext cx="3073135" cy="400110"/>
          </a:xfrm>
          <a:prstGeom prst="rect">
            <a:avLst/>
          </a:prstGeom>
          <a:noFill/>
        </p:spPr>
        <p:txBody>
          <a:bodyPr wrap="square" rtlCol="0">
            <a:spAutoFit/>
          </a:bodyPr>
          <a:lstStyle/>
          <a:p>
            <a:r>
              <a:rPr lang="en-US" altLang="zh-CN" sz="2000" b="1" dirty="0">
                <a:solidFill>
                  <a:schemeClr val="accent3">
                    <a:lumMod val="75000"/>
                  </a:schemeClr>
                </a:solidFill>
                <a:latin typeface="Arial Narrow" panose="020B0606020202030204" pitchFamily="34" charset="0"/>
              </a:rPr>
              <a:t>CSMA/CA</a:t>
            </a:r>
            <a:r>
              <a:rPr lang="zh-CN" altLang="en-US" sz="2000" b="1" dirty="0">
                <a:solidFill>
                  <a:schemeClr val="accent3">
                    <a:lumMod val="75000"/>
                  </a:schemeClr>
                </a:solidFill>
                <a:latin typeface="Arial Narrow" panose="020B0606020202030204" pitchFamily="34" charset="0"/>
              </a:rPr>
              <a:t>协议的退避算法</a:t>
            </a:r>
            <a:endParaRPr lang="en-US" altLang="zh-CN" sz="2000" b="1" dirty="0">
              <a:solidFill>
                <a:schemeClr val="accent3">
                  <a:lumMod val="75000"/>
                </a:schemeClr>
              </a:solidFill>
              <a:latin typeface="Arial Narrow" panose="020B0606020202030204" pitchFamily="34" charset="0"/>
            </a:endParaRPr>
          </a:p>
        </p:txBody>
      </p:sp>
      <p:grpSp>
        <p:nvGrpSpPr>
          <p:cNvPr id="13" name="组合 12">
            <a:extLst>
              <a:ext uri="{FF2B5EF4-FFF2-40B4-BE49-F238E27FC236}">
                <a16:creationId xmlns:a16="http://schemas.microsoft.com/office/drawing/2014/main" id="{E9A2CF87-7897-4277-AB56-597BB724D1E8}"/>
              </a:ext>
            </a:extLst>
          </p:cNvPr>
          <p:cNvGrpSpPr/>
          <p:nvPr/>
        </p:nvGrpSpPr>
        <p:grpSpPr>
          <a:xfrm>
            <a:off x="301453" y="2114550"/>
            <a:ext cx="11585747" cy="4242832"/>
            <a:chOff x="301453" y="2114550"/>
            <a:chExt cx="11585747" cy="4242832"/>
          </a:xfrm>
        </p:grpSpPr>
        <p:grpSp>
          <p:nvGrpSpPr>
            <p:cNvPr id="9" name="组合 8">
              <a:extLst>
                <a:ext uri="{FF2B5EF4-FFF2-40B4-BE49-F238E27FC236}">
                  <a16:creationId xmlns:a16="http://schemas.microsoft.com/office/drawing/2014/main" id="{F70F822C-DE16-4310-9F97-F48544C3CE25}"/>
                </a:ext>
              </a:extLst>
            </p:cNvPr>
            <p:cNvGrpSpPr/>
            <p:nvPr/>
          </p:nvGrpSpPr>
          <p:grpSpPr>
            <a:xfrm>
              <a:off x="301453" y="2114550"/>
              <a:ext cx="11585747" cy="369332"/>
              <a:chOff x="301453" y="2127250"/>
              <a:chExt cx="11585747" cy="369332"/>
            </a:xfrm>
          </p:grpSpPr>
          <p:sp>
            <p:nvSpPr>
              <p:cNvPr id="5" name="文本框 4">
                <a:extLst>
                  <a:ext uri="{FF2B5EF4-FFF2-40B4-BE49-F238E27FC236}">
                    <a16:creationId xmlns:a16="http://schemas.microsoft.com/office/drawing/2014/main" id="{98212C5E-A627-4715-9E94-7A2C08F57E9A}"/>
                  </a:ext>
                </a:extLst>
              </p:cNvPr>
              <p:cNvSpPr txBox="1"/>
              <p:nvPr/>
            </p:nvSpPr>
            <p:spPr>
              <a:xfrm>
                <a:off x="301453" y="2127250"/>
                <a:ext cx="317500" cy="369332"/>
              </a:xfrm>
              <a:prstGeom prst="rect">
                <a:avLst/>
              </a:prstGeom>
              <a:noFill/>
            </p:spPr>
            <p:txBody>
              <a:bodyPr wrap="square" rtlCol="0">
                <a:spAutoFit/>
              </a:bodyPr>
              <a:lstStyle/>
              <a:p>
                <a:r>
                  <a:rPr lang="en-US" altLang="zh-CN" b="1" dirty="0"/>
                  <a:t>A</a:t>
                </a:r>
                <a:endParaRPr lang="zh-CN" altLang="en-US" b="1" dirty="0"/>
              </a:p>
            </p:txBody>
          </p:sp>
          <p:cxnSp>
            <p:nvCxnSpPr>
              <p:cNvPr id="7" name="直接箭头连接符 6">
                <a:extLst>
                  <a:ext uri="{FF2B5EF4-FFF2-40B4-BE49-F238E27FC236}">
                    <a16:creationId xmlns:a16="http://schemas.microsoft.com/office/drawing/2014/main" id="{81EE003A-BB57-4E9D-BC38-C9FB2621EEDF}"/>
                  </a:ext>
                </a:extLst>
              </p:cNvPr>
              <p:cNvCxnSpPr>
                <a:cxnSpLocks/>
              </p:cNvCxnSpPr>
              <p:nvPr/>
            </p:nvCxnSpPr>
            <p:spPr>
              <a:xfrm>
                <a:off x="618953" y="2311916"/>
                <a:ext cx="10639597" cy="0"/>
              </a:xfrm>
              <a:prstGeom prst="straightConnector1">
                <a:avLst/>
              </a:prstGeom>
              <a:ln w="12700">
                <a:solidFill>
                  <a:schemeClr val="tx1"/>
                </a:solidFill>
                <a:tailEnd type="triangle"/>
              </a:ln>
            </p:spPr>
            <p:style>
              <a:lnRef idx="1">
                <a:schemeClr val="accent1"/>
              </a:lnRef>
              <a:fillRef idx="0">
                <a:schemeClr val="accent1"/>
              </a:fillRef>
              <a:effectRef idx="0">
                <a:schemeClr val="accent1"/>
              </a:effectRef>
              <a:fontRef idx="minor">
                <a:schemeClr val="tx1"/>
              </a:fontRef>
            </p:style>
          </p:cxnSp>
          <p:sp>
            <p:nvSpPr>
              <p:cNvPr id="18" name="文本框 17">
                <a:extLst>
                  <a:ext uri="{FF2B5EF4-FFF2-40B4-BE49-F238E27FC236}">
                    <a16:creationId xmlns:a16="http://schemas.microsoft.com/office/drawing/2014/main" id="{43434842-FD43-443A-BD2B-1D64CC692256}"/>
                  </a:ext>
                </a:extLst>
              </p:cNvPr>
              <p:cNvSpPr txBox="1"/>
              <p:nvPr/>
            </p:nvSpPr>
            <p:spPr>
              <a:xfrm>
                <a:off x="11236152" y="2127250"/>
                <a:ext cx="651048" cy="369332"/>
              </a:xfrm>
              <a:prstGeom prst="rect">
                <a:avLst/>
              </a:prstGeom>
              <a:noFill/>
            </p:spPr>
            <p:txBody>
              <a:bodyPr wrap="square" rtlCol="0">
                <a:spAutoFit/>
              </a:bodyPr>
              <a:lstStyle/>
              <a:p>
                <a:r>
                  <a:rPr lang="zh-CN" altLang="en-US" b="1" dirty="0"/>
                  <a:t>时间</a:t>
                </a:r>
              </a:p>
            </p:txBody>
          </p:sp>
        </p:grpSp>
        <p:grpSp>
          <p:nvGrpSpPr>
            <p:cNvPr id="20" name="组合 19">
              <a:extLst>
                <a:ext uri="{FF2B5EF4-FFF2-40B4-BE49-F238E27FC236}">
                  <a16:creationId xmlns:a16="http://schemas.microsoft.com/office/drawing/2014/main" id="{00356708-64D7-4FEC-A958-DADDA07C8044}"/>
                </a:ext>
              </a:extLst>
            </p:cNvPr>
            <p:cNvGrpSpPr/>
            <p:nvPr/>
          </p:nvGrpSpPr>
          <p:grpSpPr>
            <a:xfrm>
              <a:off x="301453" y="3082925"/>
              <a:ext cx="11585747" cy="369332"/>
              <a:chOff x="301453" y="2127250"/>
              <a:chExt cx="11585747" cy="369332"/>
            </a:xfrm>
          </p:grpSpPr>
          <p:sp>
            <p:nvSpPr>
              <p:cNvPr id="21" name="文本框 20">
                <a:extLst>
                  <a:ext uri="{FF2B5EF4-FFF2-40B4-BE49-F238E27FC236}">
                    <a16:creationId xmlns:a16="http://schemas.microsoft.com/office/drawing/2014/main" id="{06B86E04-3B9C-4ADC-8B51-44D6E7DD4183}"/>
                  </a:ext>
                </a:extLst>
              </p:cNvPr>
              <p:cNvSpPr txBox="1"/>
              <p:nvPr/>
            </p:nvSpPr>
            <p:spPr>
              <a:xfrm>
                <a:off x="301453" y="2127250"/>
                <a:ext cx="317500" cy="369332"/>
              </a:xfrm>
              <a:prstGeom prst="rect">
                <a:avLst/>
              </a:prstGeom>
              <a:noFill/>
            </p:spPr>
            <p:txBody>
              <a:bodyPr wrap="square" rtlCol="0">
                <a:spAutoFit/>
              </a:bodyPr>
              <a:lstStyle/>
              <a:p>
                <a:r>
                  <a:rPr lang="en-US" altLang="zh-CN" b="1" dirty="0"/>
                  <a:t>B</a:t>
                </a:r>
                <a:endParaRPr lang="zh-CN" altLang="en-US" b="1" dirty="0"/>
              </a:p>
            </p:txBody>
          </p:sp>
          <p:cxnSp>
            <p:nvCxnSpPr>
              <p:cNvPr id="22" name="直接箭头连接符 21">
                <a:extLst>
                  <a:ext uri="{FF2B5EF4-FFF2-40B4-BE49-F238E27FC236}">
                    <a16:creationId xmlns:a16="http://schemas.microsoft.com/office/drawing/2014/main" id="{21C47F2C-1D11-44B4-9B45-DA867CBC5C4C}"/>
                  </a:ext>
                </a:extLst>
              </p:cNvPr>
              <p:cNvCxnSpPr>
                <a:cxnSpLocks/>
              </p:cNvCxnSpPr>
              <p:nvPr/>
            </p:nvCxnSpPr>
            <p:spPr>
              <a:xfrm>
                <a:off x="618953" y="2311916"/>
                <a:ext cx="10639597" cy="0"/>
              </a:xfrm>
              <a:prstGeom prst="straightConnector1">
                <a:avLst/>
              </a:prstGeom>
              <a:ln w="12700">
                <a:solidFill>
                  <a:schemeClr val="tx1"/>
                </a:solidFill>
                <a:tailEnd type="triangle"/>
              </a:ln>
            </p:spPr>
            <p:style>
              <a:lnRef idx="1">
                <a:schemeClr val="accent1"/>
              </a:lnRef>
              <a:fillRef idx="0">
                <a:schemeClr val="accent1"/>
              </a:fillRef>
              <a:effectRef idx="0">
                <a:schemeClr val="accent1"/>
              </a:effectRef>
              <a:fontRef idx="minor">
                <a:schemeClr val="tx1"/>
              </a:fontRef>
            </p:style>
          </p:cxnSp>
          <p:sp>
            <p:nvSpPr>
              <p:cNvPr id="23" name="文本框 22">
                <a:extLst>
                  <a:ext uri="{FF2B5EF4-FFF2-40B4-BE49-F238E27FC236}">
                    <a16:creationId xmlns:a16="http://schemas.microsoft.com/office/drawing/2014/main" id="{85B4B40A-DAF5-43E8-BD2D-8A341DB1F3F7}"/>
                  </a:ext>
                </a:extLst>
              </p:cNvPr>
              <p:cNvSpPr txBox="1"/>
              <p:nvPr/>
            </p:nvSpPr>
            <p:spPr>
              <a:xfrm>
                <a:off x="11236152" y="2127250"/>
                <a:ext cx="651048" cy="369332"/>
              </a:xfrm>
              <a:prstGeom prst="rect">
                <a:avLst/>
              </a:prstGeom>
              <a:noFill/>
            </p:spPr>
            <p:txBody>
              <a:bodyPr wrap="square" rtlCol="0">
                <a:spAutoFit/>
              </a:bodyPr>
              <a:lstStyle/>
              <a:p>
                <a:r>
                  <a:rPr lang="zh-CN" altLang="en-US" b="1" dirty="0"/>
                  <a:t>时间</a:t>
                </a:r>
              </a:p>
            </p:txBody>
          </p:sp>
        </p:grpSp>
        <p:grpSp>
          <p:nvGrpSpPr>
            <p:cNvPr id="24" name="组合 23">
              <a:extLst>
                <a:ext uri="{FF2B5EF4-FFF2-40B4-BE49-F238E27FC236}">
                  <a16:creationId xmlns:a16="http://schemas.microsoft.com/office/drawing/2014/main" id="{CC49AA89-10C4-4935-B2E2-2061899D8C7E}"/>
                </a:ext>
              </a:extLst>
            </p:cNvPr>
            <p:cNvGrpSpPr/>
            <p:nvPr/>
          </p:nvGrpSpPr>
          <p:grpSpPr>
            <a:xfrm>
              <a:off x="301453" y="4051300"/>
              <a:ext cx="11585747" cy="369332"/>
              <a:chOff x="301453" y="2127250"/>
              <a:chExt cx="11585747" cy="369332"/>
            </a:xfrm>
          </p:grpSpPr>
          <p:sp>
            <p:nvSpPr>
              <p:cNvPr id="25" name="文本框 24">
                <a:extLst>
                  <a:ext uri="{FF2B5EF4-FFF2-40B4-BE49-F238E27FC236}">
                    <a16:creationId xmlns:a16="http://schemas.microsoft.com/office/drawing/2014/main" id="{DDC36859-BAF7-4414-9967-51A1FCC384C5}"/>
                  </a:ext>
                </a:extLst>
              </p:cNvPr>
              <p:cNvSpPr txBox="1"/>
              <p:nvPr/>
            </p:nvSpPr>
            <p:spPr>
              <a:xfrm>
                <a:off x="301453" y="2127250"/>
                <a:ext cx="317500" cy="369332"/>
              </a:xfrm>
              <a:prstGeom prst="rect">
                <a:avLst/>
              </a:prstGeom>
              <a:noFill/>
            </p:spPr>
            <p:txBody>
              <a:bodyPr wrap="square" rtlCol="0">
                <a:spAutoFit/>
              </a:bodyPr>
              <a:lstStyle/>
              <a:p>
                <a:r>
                  <a:rPr lang="en-US" altLang="zh-CN" b="1" dirty="0"/>
                  <a:t>C</a:t>
                </a:r>
                <a:endParaRPr lang="zh-CN" altLang="en-US" b="1" dirty="0"/>
              </a:p>
            </p:txBody>
          </p:sp>
          <p:cxnSp>
            <p:nvCxnSpPr>
              <p:cNvPr id="26" name="直接箭头连接符 25">
                <a:extLst>
                  <a:ext uri="{FF2B5EF4-FFF2-40B4-BE49-F238E27FC236}">
                    <a16:creationId xmlns:a16="http://schemas.microsoft.com/office/drawing/2014/main" id="{59D5C84C-13EB-471C-AC1B-ED088F8DA00C}"/>
                  </a:ext>
                </a:extLst>
              </p:cNvPr>
              <p:cNvCxnSpPr>
                <a:cxnSpLocks/>
              </p:cNvCxnSpPr>
              <p:nvPr/>
            </p:nvCxnSpPr>
            <p:spPr>
              <a:xfrm>
                <a:off x="618953" y="2311916"/>
                <a:ext cx="10639597" cy="0"/>
              </a:xfrm>
              <a:prstGeom prst="straightConnector1">
                <a:avLst/>
              </a:prstGeom>
              <a:ln w="12700">
                <a:solidFill>
                  <a:schemeClr val="tx1"/>
                </a:solidFill>
                <a:tailEnd type="triangle"/>
              </a:ln>
            </p:spPr>
            <p:style>
              <a:lnRef idx="1">
                <a:schemeClr val="accent1"/>
              </a:lnRef>
              <a:fillRef idx="0">
                <a:schemeClr val="accent1"/>
              </a:fillRef>
              <a:effectRef idx="0">
                <a:schemeClr val="accent1"/>
              </a:effectRef>
              <a:fontRef idx="minor">
                <a:schemeClr val="tx1"/>
              </a:fontRef>
            </p:style>
          </p:cxnSp>
          <p:sp>
            <p:nvSpPr>
              <p:cNvPr id="27" name="文本框 26">
                <a:extLst>
                  <a:ext uri="{FF2B5EF4-FFF2-40B4-BE49-F238E27FC236}">
                    <a16:creationId xmlns:a16="http://schemas.microsoft.com/office/drawing/2014/main" id="{8368E69A-3C84-432C-A6F1-72BC4FA1B8FC}"/>
                  </a:ext>
                </a:extLst>
              </p:cNvPr>
              <p:cNvSpPr txBox="1"/>
              <p:nvPr/>
            </p:nvSpPr>
            <p:spPr>
              <a:xfrm>
                <a:off x="11236152" y="2127250"/>
                <a:ext cx="651048" cy="369332"/>
              </a:xfrm>
              <a:prstGeom prst="rect">
                <a:avLst/>
              </a:prstGeom>
              <a:noFill/>
            </p:spPr>
            <p:txBody>
              <a:bodyPr wrap="square" rtlCol="0">
                <a:spAutoFit/>
              </a:bodyPr>
              <a:lstStyle/>
              <a:p>
                <a:r>
                  <a:rPr lang="zh-CN" altLang="en-US" b="1" dirty="0"/>
                  <a:t>时间</a:t>
                </a:r>
              </a:p>
            </p:txBody>
          </p:sp>
        </p:grpSp>
        <p:grpSp>
          <p:nvGrpSpPr>
            <p:cNvPr id="28" name="组合 27">
              <a:extLst>
                <a:ext uri="{FF2B5EF4-FFF2-40B4-BE49-F238E27FC236}">
                  <a16:creationId xmlns:a16="http://schemas.microsoft.com/office/drawing/2014/main" id="{18A6842A-867A-4CE9-AA31-799F47B9F6FF}"/>
                </a:ext>
              </a:extLst>
            </p:cNvPr>
            <p:cNvGrpSpPr/>
            <p:nvPr/>
          </p:nvGrpSpPr>
          <p:grpSpPr>
            <a:xfrm>
              <a:off x="301453" y="5019675"/>
              <a:ext cx="11585747" cy="369332"/>
              <a:chOff x="301453" y="2127250"/>
              <a:chExt cx="11585747" cy="369332"/>
            </a:xfrm>
          </p:grpSpPr>
          <p:sp>
            <p:nvSpPr>
              <p:cNvPr id="29" name="文本框 28">
                <a:extLst>
                  <a:ext uri="{FF2B5EF4-FFF2-40B4-BE49-F238E27FC236}">
                    <a16:creationId xmlns:a16="http://schemas.microsoft.com/office/drawing/2014/main" id="{1CF7B8BF-DAFB-4AC5-BB98-3ABFE4C2FC61}"/>
                  </a:ext>
                </a:extLst>
              </p:cNvPr>
              <p:cNvSpPr txBox="1"/>
              <p:nvPr/>
            </p:nvSpPr>
            <p:spPr>
              <a:xfrm>
                <a:off x="301453" y="2127250"/>
                <a:ext cx="317500" cy="369332"/>
              </a:xfrm>
              <a:prstGeom prst="rect">
                <a:avLst/>
              </a:prstGeom>
              <a:noFill/>
            </p:spPr>
            <p:txBody>
              <a:bodyPr wrap="square" rtlCol="0">
                <a:spAutoFit/>
              </a:bodyPr>
              <a:lstStyle/>
              <a:p>
                <a:r>
                  <a:rPr lang="en-US" altLang="zh-CN" b="1" dirty="0"/>
                  <a:t>D</a:t>
                </a:r>
                <a:endParaRPr lang="zh-CN" altLang="en-US" b="1" dirty="0"/>
              </a:p>
            </p:txBody>
          </p:sp>
          <p:cxnSp>
            <p:nvCxnSpPr>
              <p:cNvPr id="30" name="直接箭头连接符 29">
                <a:extLst>
                  <a:ext uri="{FF2B5EF4-FFF2-40B4-BE49-F238E27FC236}">
                    <a16:creationId xmlns:a16="http://schemas.microsoft.com/office/drawing/2014/main" id="{80131CAE-FB67-4CEA-A7F4-F616C0E8D4A9}"/>
                  </a:ext>
                </a:extLst>
              </p:cNvPr>
              <p:cNvCxnSpPr>
                <a:cxnSpLocks/>
              </p:cNvCxnSpPr>
              <p:nvPr/>
            </p:nvCxnSpPr>
            <p:spPr>
              <a:xfrm>
                <a:off x="618953" y="2311916"/>
                <a:ext cx="10639597" cy="0"/>
              </a:xfrm>
              <a:prstGeom prst="straightConnector1">
                <a:avLst/>
              </a:prstGeom>
              <a:ln w="12700">
                <a:solidFill>
                  <a:schemeClr val="tx1"/>
                </a:solidFill>
                <a:tailEnd type="triangle"/>
              </a:ln>
            </p:spPr>
            <p:style>
              <a:lnRef idx="1">
                <a:schemeClr val="accent1"/>
              </a:lnRef>
              <a:fillRef idx="0">
                <a:schemeClr val="accent1"/>
              </a:fillRef>
              <a:effectRef idx="0">
                <a:schemeClr val="accent1"/>
              </a:effectRef>
              <a:fontRef idx="minor">
                <a:schemeClr val="tx1"/>
              </a:fontRef>
            </p:style>
          </p:cxnSp>
          <p:sp>
            <p:nvSpPr>
              <p:cNvPr id="31" name="文本框 30">
                <a:extLst>
                  <a:ext uri="{FF2B5EF4-FFF2-40B4-BE49-F238E27FC236}">
                    <a16:creationId xmlns:a16="http://schemas.microsoft.com/office/drawing/2014/main" id="{45D1378E-2F5A-4993-BA87-AA9D6FAC6145}"/>
                  </a:ext>
                </a:extLst>
              </p:cNvPr>
              <p:cNvSpPr txBox="1"/>
              <p:nvPr/>
            </p:nvSpPr>
            <p:spPr>
              <a:xfrm>
                <a:off x="11236152" y="2127250"/>
                <a:ext cx="651048" cy="369332"/>
              </a:xfrm>
              <a:prstGeom prst="rect">
                <a:avLst/>
              </a:prstGeom>
              <a:noFill/>
            </p:spPr>
            <p:txBody>
              <a:bodyPr wrap="square" rtlCol="0">
                <a:spAutoFit/>
              </a:bodyPr>
              <a:lstStyle/>
              <a:p>
                <a:r>
                  <a:rPr lang="zh-CN" altLang="en-US" b="1" dirty="0"/>
                  <a:t>时间</a:t>
                </a:r>
              </a:p>
            </p:txBody>
          </p:sp>
        </p:grpSp>
        <p:grpSp>
          <p:nvGrpSpPr>
            <p:cNvPr id="32" name="组合 31">
              <a:extLst>
                <a:ext uri="{FF2B5EF4-FFF2-40B4-BE49-F238E27FC236}">
                  <a16:creationId xmlns:a16="http://schemas.microsoft.com/office/drawing/2014/main" id="{5D1ACD69-AFA4-4324-8F5B-52755B154A39}"/>
                </a:ext>
              </a:extLst>
            </p:cNvPr>
            <p:cNvGrpSpPr/>
            <p:nvPr/>
          </p:nvGrpSpPr>
          <p:grpSpPr>
            <a:xfrm>
              <a:off x="301453" y="5988050"/>
              <a:ext cx="11585747" cy="369332"/>
              <a:chOff x="301453" y="2127250"/>
              <a:chExt cx="11585747" cy="369332"/>
            </a:xfrm>
          </p:grpSpPr>
          <p:sp>
            <p:nvSpPr>
              <p:cNvPr id="33" name="文本框 32">
                <a:extLst>
                  <a:ext uri="{FF2B5EF4-FFF2-40B4-BE49-F238E27FC236}">
                    <a16:creationId xmlns:a16="http://schemas.microsoft.com/office/drawing/2014/main" id="{95B3A383-C514-4D0E-A55B-29914F864433}"/>
                  </a:ext>
                </a:extLst>
              </p:cNvPr>
              <p:cNvSpPr txBox="1"/>
              <p:nvPr/>
            </p:nvSpPr>
            <p:spPr>
              <a:xfrm>
                <a:off x="301453" y="2127250"/>
                <a:ext cx="317500" cy="369332"/>
              </a:xfrm>
              <a:prstGeom prst="rect">
                <a:avLst/>
              </a:prstGeom>
              <a:noFill/>
            </p:spPr>
            <p:txBody>
              <a:bodyPr wrap="square" rtlCol="0">
                <a:spAutoFit/>
              </a:bodyPr>
              <a:lstStyle/>
              <a:p>
                <a:r>
                  <a:rPr lang="en-US" altLang="zh-CN" b="1" dirty="0"/>
                  <a:t>E</a:t>
                </a:r>
                <a:endParaRPr lang="zh-CN" altLang="en-US" b="1" dirty="0"/>
              </a:p>
            </p:txBody>
          </p:sp>
          <p:cxnSp>
            <p:nvCxnSpPr>
              <p:cNvPr id="34" name="直接箭头连接符 33">
                <a:extLst>
                  <a:ext uri="{FF2B5EF4-FFF2-40B4-BE49-F238E27FC236}">
                    <a16:creationId xmlns:a16="http://schemas.microsoft.com/office/drawing/2014/main" id="{ABE8C6BD-1317-4107-933E-FAAA98853D60}"/>
                  </a:ext>
                </a:extLst>
              </p:cNvPr>
              <p:cNvCxnSpPr>
                <a:cxnSpLocks/>
              </p:cNvCxnSpPr>
              <p:nvPr/>
            </p:nvCxnSpPr>
            <p:spPr>
              <a:xfrm>
                <a:off x="618953" y="2311916"/>
                <a:ext cx="10639597" cy="0"/>
              </a:xfrm>
              <a:prstGeom prst="straightConnector1">
                <a:avLst/>
              </a:prstGeom>
              <a:ln w="12700">
                <a:solidFill>
                  <a:schemeClr val="tx1"/>
                </a:solidFill>
                <a:tailEnd type="triangle"/>
              </a:ln>
            </p:spPr>
            <p:style>
              <a:lnRef idx="1">
                <a:schemeClr val="accent1"/>
              </a:lnRef>
              <a:fillRef idx="0">
                <a:schemeClr val="accent1"/>
              </a:fillRef>
              <a:effectRef idx="0">
                <a:schemeClr val="accent1"/>
              </a:effectRef>
              <a:fontRef idx="minor">
                <a:schemeClr val="tx1"/>
              </a:fontRef>
            </p:style>
          </p:cxnSp>
          <p:sp>
            <p:nvSpPr>
              <p:cNvPr id="35" name="文本框 34">
                <a:extLst>
                  <a:ext uri="{FF2B5EF4-FFF2-40B4-BE49-F238E27FC236}">
                    <a16:creationId xmlns:a16="http://schemas.microsoft.com/office/drawing/2014/main" id="{404A83A0-4929-4BBC-815A-E488773F3AD2}"/>
                  </a:ext>
                </a:extLst>
              </p:cNvPr>
              <p:cNvSpPr txBox="1"/>
              <p:nvPr/>
            </p:nvSpPr>
            <p:spPr>
              <a:xfrm>
                <a:off x="11236152" y="2127250"/>
                <a:ext cx="651048" cy="369332"/>
              </a:xfrm>
              <a:prstGeom prst="rect">
                <a:avLst/>
              </a:prstGeom>
              <a:noFill/>
            </p:spPr>
            <p:txBody>
              <a:bodyPr wrap="square" rtlCol="0">
                <a:spAutoFit/>
              </a:bodyPr>
              <a:lstStyle/>
              <a:p>
                <a:r>
                  <a:rPr lang="zh-CN" altLang="en-US" b="1" dirty="0"/>
                  <a:t>时间</a:t>
                </a:r>
              </a:p>
            </p:txBody>
          </p:sp>
        </p:grpSp>
      </p:grpSp>
      <p:sp>
        <p:nvSpPr>
          <p:cNvPr id="10" name="矩形 9">
            <a:extLst>
              <a:ext uri="{FF2B5EF4-FFF2-40B4-BE49-F238E27FC236}">
                <a16:creationId xmlns:a16="http://schemas.microsoft.com/office/drawing/2014/main" id="{697F9D7E-8929-405E-8E14-2C62DC25E604}"/>
              </a:ext>
            </a:extLst>
          </p:cNvPr>
          <p:cNvSpPr/>
          <p:nvPr/>
        </p:nvSpPr>
        <p:spPr>
          <a:xfrm>
            <a:off x="618953" y="2017522"/>
            <a:ext cx="1084809" cy="281602"/>
          </a:xfrm>
          <a:prstGeom prst="rect">
            <a:avLst/>
          </a:prstGeom>
          <a:solidFill>
            <a:schemeClr val="accent3"/>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zh-CN" altLang="en-US" b="1" dirty="0"/>
              <a:t>帧</a:t>
            </a:r>
          </a:p>
        </p:txBody>
      </p:sp>
      <p:cxnSp>
        <p:nvCxnSpPr>
          <p:cNvPr id="12" name="直接箭头连接符 11">
            <a:extLst>
              <a:ext uri="{FF2B5EF4-FFF2-40B4-BE49-F238E27FC236}">
                <a16:creationId xmlns:a16="http://schemas.microsoft.com/office/drawing/2014/main" id="{2B50A283-1E92-4F41-A48E-8B348D1FB3C0}"/>
              </a:ext>
            </a:extLst>
          </p:cNvPr>
          <p:cNvCxnSpPr/>
          <p:nvPr/>
        </p:nvCxnSpPr>
        <p:spPr>
          <a:xfrm flipV="1">
            <a:off x="787400" y="2908198"/>
            <a:ext cx="0" cy="359393"/>
          </a:xfrm>
          <a:prstGeom prst="straightConnector1">
            <a:avLst/>
          </a:prstGeom>
          <a:ln w="25400">
            <a:solidFill>
              <a:schemeClr val="tx1"/>
            </a:solidFill>
            <a:tailEnd type="triangle"/>
          </a:ln>
        </p:spPr>
        <p:style>
          <a:lnRef idx="1">
            <a:schemeClr val="accent1"/>
          </a:lnRef>
          <a:fillRef idx="0">
            <a:schemeClr val="accent1"/>
          </a:fillRef>
          <a:effectRef idx="0">
            <a:schemeClr val="accent1"/>
          </a:effectRef>
          <a:fontRef idx="minor">
            <a:schemeClr val="tx1"/>
          </a:fontRef>
        </p:style>
      </p:cxnSp>
      <p:cxnSp>
        <p:nvCxnSpPr>
          <p:cNvPr id="40" name="直接箭头连接符 39">
            <a:extLst>
              <a:ext uri="{FF2B5EF4-FFF2-40B4-BE49-F238E27FC236}">
                <a16:creationId xmlns:a16="http://schemas.microsoft.com/office/drawing/2014/main" id="{8400C2FF-104A-43DB-B546-500646D19705}"/>
              </a:ext>
            </a:extLst>
          </p:cNvPr>
          <p:cNvCxnSpPr/>
          <p:nvPr/>
        </p:nvCxnSpPr>
        <p:spPr>
          <a:xfrm flipV="1">
            <a:off x="1475870" y="3871603"/>
            <a:ext cx="0" cy="359393"/>
          </a:xfrm>
          <a:prstGeom prst="straightConnector1">
            <a:avLst/>
          </a:prstGeom>
          <a:ln w="25400">
            <a:solidFill>
              <a:schemeClr val="tx1"/>
            </a:solidFill>
            <a:tailEnd type="triangle"/>
          </a:ln>
        </p:spPr>
        <p:style>
          <a:lnRef idx="1">
            <a:schemeClr val="accent1"/>
          </a:lnRef>
          <a:fillRef idx="0">
            <a:schemeClr val="accent1"/>
          </a:fillRef>
          <a:effectRef idx="0">
            <a:schemeClr val="accent1"/>
          </a:effectRef>
          <a:fontRef idx="minor">
            <a:schemeClr val="tx1"/>
          </a:fontRef>
        </p:style>
      </p:cxnSp>
      <p:cxnSp>
        <p:nvCxnSpPr>
          <p:cNvPr id="41" name="直接箭头连接符 40">
            <a:extLst>
              <a:ext uri="{FF2B5EF4-FFF2-40B4-BE49-F238E27FC236}">
                <a16:creationId xmlns:a16="http://schemas.microsoft.com/office/drawing/2014/main" id="{0381CFDA-B52B-488C-A5A1-390838BA4275}"/>
              </a:ext>
            </a:extLst>
          </p:cNvPr>
          <p:cNvCxnSpPr/>
          <p:nvPr/>
        </p:nvCxnSpPr>
        <p:spPr>
          <a:xfrm flipV="1">
            <a:off x="933106" y="4839978"/>
            <a:ext cx="0" cy="359393"/>
          </a:xfrm>
          <a:prstGeom prst="straightConnector1">
            <a:avLst/>
          </a:prstGeom>
          <a:ln w="25400">
            <a:solidFill>
              <a:schemeClr val="tx1"/>
            </a:solidFill>
            <a:tailEnd type="triangle"/>
          </a:ln>
        </p:spPr>
        <p:style>
          <a:lnRef idx="1">
            <a:schemeClr val="accent1"/>
          </a:lnRef>
          <a:fillRef idx="0">
            <a:schemeClr val="accent1"/>
          </a:fillRef>
          <a:effectRef idx="0">
            <a:schemeClr val="accent1"/>
          </a:effectRef>
          <a:fontRef idx="minor">
            <a:schemeClr val="tx1"/>
          </a:fontRef>
        </p:style>
      </p:cxnSp>
      <p:grpSp>
        <p:nvGrpSpPr>
          <p:cNvPr id="6" name="组合 5">
            <a:extLst>
              <a:ext uri="{FF2B5EF4-FFF2-40B4-BE49-F238E27FC236}">
                <a16:creationId xmlns:a16="http://schemas.microsoft.com/office/drawing/2014/main" id="{029C3617-99E5-4F26-811B-3F1D309ABE2C}"/>
              </a:ext>
            </a:extLst>
          </p:cNvPr>
          <p:cNvGrpSpPr/>
          <p:nvPr/>
        </p:nvGrpSpPr>
        <p:grpSpPr>
          <a:xfrm>
            <a:off x="1440535" y="1543170"/>
            <a:ext cx="663786" cy="4814212"/>
            <a:chOff x="1170821" y="1543170"/>
            <a:chExt cx="663786" cy="4814212"/>
          </a:xfrm>
        </p:grpSpPr>
        <p:cxnSp>
          <p:nvCxnSpPr>
            <p:cNvPr id="15" name="直接连接符 14">
              <a:extLst>
                <a:ext uri="{FF2B5EF4-FFF2-40B4-BE49-F238E27FC236}">
                  <a16:creationId xmlns:a16="http://schemas.microsoft.com/office/drawing/2014/main" id="{2EB62571-F95F-428A-905C-7021F5B14EE6}"/>
                </a:ext>
              </a:extLst>
            </p:cNvPr>
            <p:cNvCxnSpPr/>
            <p:nvPr/>
          </p:nvCxnSpPr>
          <p:spPr>
            <a:xfrm>
              <a:off x="1438383" y="1854200"/>
              <a:ext cx="0" cy="4503182"/>
            </a:xfrm>
            <a:prstGeom prst="line">
              <a:avLst/>
            </a:prstGeom>
            <a:ln w="12700">
              <a:solidFill>
                <a:schemeClr val="tx1"/>
              </a:solidFill>
              <a:prstDash val="dash"/>
              <a:tailEnd type="none"/>
            </a:ln>
          </p:spPr>
          <p:style>
            <a:lnRef idx="1">
              <a:schemeClr val="accent1"/>
            </a:lnRef>
            <a:fillRef idx="0">
              <a:schemeClr val="accent1"/>
            </a:fillRef>
            <a:effectRef idx="0">
              <a:schemeClr val="accent1"/>
            </a:effectRef>
            <a:fontRef idx="minor">
              <a:schemeClr val="tx1"/>
            </a:fontRef>
          </p:style>
        </p:cxnSp>
        <p:cxnSp>
          <p:nvCxnSpPr>
            <p:cNvPr id="44" name="直接连接符 43">
              <a:extLst>
                <a:ext uri="{FF2B5EF4-FFF2-40B4-BE49-F238E27FC236}">
                  <a16:creationId xmlns:a16="http://schemas.microsoft.com/office/drawing/2014/main" id="{74A6E55A-F432-48B6-B83B-0DEC856712CB}"/>
                </a:ext>
              </a:extLst>
            </p:cNvPr>
            <p:cNvCxnSpPr/>
            <p:nvPr/>
          </p:nvCxnSpPr>
          <p:spPr>
            <a:xfrm>
              <a:off x="1568143" y="1854200"/>
              <a:ext cx="0" cy="4503182"/>
            </a:xfrm>
            <a:prstGeom prst="line">
              <a:avLst/>
            </a:prstGeom>
            <a:ln w="12700">
              <a:solidFill>
                <a:schemeClr val="tx1"/>
              </a:solidFill>
              <a:prstDash val="dash"/>
              <a:tailEnd type="none"/>
            </a:ln>
          </p:spPr>
          <p:style>
            <a:lnRef idx="1">
              <a:schemeClr val="accent1"/>
            </a:lnRef>
            <a:fillRef idx="0">
              <a:schemeClr val="accent1"/>
            </a:fillRef>
            <a:effectRef idx="0">
              <a:schemeClr val="accent1"/>
            </a:effectRef>
            <a:fontRef idx="minor">
              <a:schemeClr val="tx1"/>
            </a:fontRef>
          </p:style>
        </p:cxnSp>
        <p:sp>
          <p:nvSpPr>
            <p:cNvPr id="17" name="文本框 16">
              <a:extLst>
                <a:ext uri="{FF2B5EF4-FFF2-40B4-BE49-F238E27FC236}">
                  <a16:creationId xmlns:a16="http://schemas.microsoft.com/office/drawing/2014/main" id="{D349859A-78D0-4AC9-9F16-EC6ABB0D5F97}"/>
                </a:ext>
              </a:extLst>
            </p:cNvPr>
            <p:cNvSpPr txBox="1"/>
            <p:nvPr/>
          </p:nvSpPr>
          <p:spPr>
            <a:xfrm>
              <a:off x="1170821" y="1543170"/>
              <a:ext cx="663786" cy="369332"/>
            </a:xfrm>
            <a:prstGeom prst="rect">
              <a:avLst/>
            </a:prstGeom>
            <a:noFill/>
          </p:spPr>
          <p:txBody>
            <a:bodyPr wrap="square" rtlCol="0">
              <a:spAutoFit/>
            </a:bodyPr>
            <a:lstStyle/>
            <a:p>
              <a:pPr algn="ctr"/>
              <a:r>
                <a:rPr lang="en-US" altLang="zh-CN" b="1" dirty="0"/>
                <a:t>DIFS</a:t>
              </a:r>
              <a:endParaRPr lang="zh-CN" altLang="en-US" b="1" dirty="0"/>
            </a:p>
          </p:txBody>
        </p:sp>
      </p:grpSp>
      <p:sp>
        <p:nvSpPr>
          <p:cNvPr id="36" name="矩形 35">
            <a:extLst>
              <a:ext uri="{FF2B5EF4-FFF2-40B4-BE49-F238E27FC236}">
                <a16:creationId xmlns:a16="http://schemas.microsoft.com/office/drawing/2014/main" id="{05DFDE18-C656-4EA3-9FA9-D9D8B368031E}"/>
              </a:ext>
            </a:extLst>
          </p:cNvPr>
          <p:cNvSpPr/>
          <p:nvPr/>
        </p:nvSpPr>
        <p:spPr>
          <a:xfrm>
            <a:off x="1833524" y="2985989"/>
            <a:ext cx="2167888" cy="281602"/>
          </a:xfrm>
          <a:prstGeom prst="rect">
            <a:avLst/>
          </a:prstGeom>
          <a:solidFill>
            <a:schemeClr val="accent4"/>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r>
              <a:rPr lang="zh-CN" altLang="en-US" b="1" dirty="0">
                <a:solidFill>
                  <a:schemeClr val="bg1"/>
                </a:solidFill>
              </a:rPr>
              <a:t>退避时间</a:t>
            </a:r>
          </a:p>
        </p:txBody>
      </p:sp>
      <p:sp>
        <p:nvSpPr>
          <p:cNvPr id="37" name="矩形 36">
            <a:extLst>
              <a:ext uri="{FF2B5EF4-FFF2-40B4-BE49-F238E27FC236}">
                <a16:creationId xmlns:a16="http://schemas.microsoft.com/office/drawing/2014/main" id="{7250B680-5336-4D68-9853-5901B50315D5}"/>
              </a:ext>
            </a:extLst>
          </p:cNvPr>
          <p:cNvSpPr/>
          <p:nvPr/>
        </p:nvSpPr>
        <p:spPr>
          <a:xfrm>
            <a:off x="1842192" y="3945913"/>
            <a:ext cx="1137832" cy="281602"/>
          </a:xfrm>
          <a:prstGeom prst="rect">
            <a:avLst/>
          </a:prstGeom>
          <a:solidFill>
            <a:schemeClr val="accent4"/>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r>
              <a:rPr lang="zh-CN" altLang="en-US" b="1" dirty="0">
                <a:solidFill>
                  <a:schemeClr val="bg1"/>
                </a:solidFill>
              </a:rPr>
              <a:t>退避时间</a:t>
            </a:r>
          </a:p>
        </p:txBody>
      </p:sp>
      <p:sp>
        <p:nvSpPr>
          <p:cNvPr id="38" name="矩形 37">
            <a:extLst>
              <a:ext uri="{FF2B5EF4-FFF2-40B4-BE49-F238E27FC236}">
                <a16:creationId xmlns:a16="http://schemas.microsoft.com/office/drawing/2014/main" id="{52F90C61-8D7A-4D86-87E6-253700D09C79}"/>
              </a:ext>
            </a:extLst>
          </p:cNvPr>
          <p:cNvSpPr/>
          <p:nvPr/>
        </p:nvSpPr>
        <p:spPr>
          <a:xfrm>
            <a:off x="1833524" y="4922739"/>
            <a:ext cx="1482274" cy="281602"/>
          </a:xfrm>
          <a:prstGeom prst="rect">
            <a:avLst/>
          </a:prstGeom>
          <a:solidFill>
            <a:schemeClr val="accent4"/>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r>
              <a:rPr lang="zh-CN" altLang="en-US" b="1" dirty="0">
                <a:solidFill>
                  <a:schemeClr val="bg1"/>
                </a:solidFill>
              </a:rPr>
              <a:t>退避时间</a:t>
            </a:r>
          </a:p>
        </p:txBody>
      </p:sp>
      <p:cxnSp>
        <p:nvCxnSpPr>
          <p:cNvPr id="42" name="直接连接符 41">
            <a:extLst>
              <a:ext uri="{FF2B5EF4-FFF2-40B4-BE49-F238E27FC236}">
                <a16:creationId xmlns:a16="http://schemas.microsoft.com/office/drawing/2014/main" id="{0107F655-AE59-46C4-B4E7-920BC8D7634D}"/>
              </a:ext>
            </a:extLst>
          </p:cNvPr>
          <p:cNvCxnSpPr>
            <a:cxnSpLocks/>
          </p:cNvCxnSpPr>
          <p:nvPr/>
        </p:nvCxnSpPr>
        <p:spPr>
          <a:xfrm>
            <a:off x="2980024" y="2478958"/>
            <a:ext cx="0" cy="2720413"/>
          </a:xfrm>
          <a:prstGeom prst="line">
            <a:avLst/>
          </a:prstGeom>
          <a:ln w="12700">
            <a:solidFill>
              <a:schemeClr val="tx1"/>
            </a:solidFill>
            <a:prstDash val="dash"/>
            <a:tailEnd type="none"/>
          </a:ln>
        </p:spPr>
        <p:style>
          <a:lnRef idx="1">
            <a:schemeClr val="accent1"/>
          </a:lnRef>
          <a:fillRef idx="0">
            <a:schemeClr val="accent1"/>
          </a:fillRef>
          <a:effectRef idx="0">
            <a:schemeClr val="accent1"/>
          </a:effectRef>
          <a:fontRef idx="minor">
            <a:schemeClr val="tx1"/>
          </a:fontRef>
        </p:style>
      </p:cxnSp>
      <p:grpSp>
        <p:nvGrpSpPr>
          <p:cNvPr id="14" name="组合 13">
            <a:extLst>
              <a:ext uri="{FF2B5EF4-FFF2-40B4-BE49-F238E27FC236}">
                <a16:creationId xmlns:a16="http://schemas.microsoft.com/office/drawing/2014/main" id="{202147AC-7DB2-4D47-94CB-CF179DAF2DD4}"/>
              </a:ext>
            </a:extLst>
          </p:cNvPr>
          <p:cNvGrpSpPr/>
          <p:nvPr/>
        </p:nvGrpSpPr>
        <p:grpSpPr>
          <a:xfrm>
            <a:off x="2927059" y="2388289"/>
            <a:ext cx="1074353" cy="881175"/>
            <a:chOff x="2927059" y="2388289"/>
            <a:chExt cx="1074353" cy="881175"/>
          </a:xfrm>
        </p:grpSpPr>
        <p:sp>
          <p:nvSpPr>
            <p:cNvPr id="43" name="文本框 42">
              <a:extLst>
                <a:ext uri="{FF2B5EF4-FFF2-40B4-BE49-F238E27FC236}">
                  <a16:creationId xmlns:a16="http://schemas.microsoft.com/office/drawing/2014/main" id="{EEA82309-5129-4143-B44B-4DF3CA04F5D6}"/>
                </a:ext>
              </a:extLst>
            </p:cNvPr>
            <p:cNvSpPr txBox="1"/>
            <p:nvPr/>
          </p:nvSpPr>
          <p:spPr>
            <a:xfrm>
              <a:off x="2927059" y="2388289"/>
              <a:ext cx="651046" cy="646331"/>
            </a:xfrm>
            <a:prstGeom prst="rect">
              <a:avLst/>
            </a:prstGeom>
            <a:noFill/>
          </p:spPr>
          <p:txBody>
            <a:bodyPr wrap="square" rtlCol="0">
              <a:spAutoFit/>
            </a:bodyPr>
            <a:lstStyle/>
            <a:p>
              <a:r>
                <a:rPr lang="zh-CN" altLang="en-US" b="1" dirty="0">
                  <a:solidFill>
                    <a:schemeClr val="accent1">
                      <a:lumMod val="75000"/>
                    </a:schemeClr>
                  </a:solidFill>
                </a:rPr>
                <a:t>冻</a:t>
              </a:r>
              <a:endParaRPr lang="en-US" altLang="zh-CN" b="1" dirty="0">
                <a:solidFill>
                  <a:schemeClr val="accent1">
                    <a:lumMod val="75000"/>
                  </a:schemeClr>
                </a:solidFill>
              </a:endParaRPr>
            </a:p>
            <a:p>
              <a:r>
                <a:rPr lang="zh-CN" altLang="en-US" b="1" dirty="0">
                  <a:solidFill>
                    <a:schemeClr val="accent1">
                      <a:lumMod val="75000"/>
                    </a:schemeClr>
                  </a:solidFill>
                </a:rPr>
                <a:t>结</a:t>
              </a:r>
            </a:p>
          </p:txBody>
        </p:sp>
        <p:sp>
          <p:nvSpPr>
            <p:cNvPr id="11" name="矩形 10">
              <a:extLst>
                <a:ext uri="{FF2B5EF4-FFF2-40B4-BE49-F238E27FC236}">
                  <a16:creationId xmlns:a16="http://schemas.microsoft.com/office/drawing/2014/main" id="{2315ACCD-0131-46D3-BBB6-80845E926FB6}"/>
                </a:ext>
              </a:extLst>
            </p:cNvPr>
            <p:cNvSpPr/>
            <p:nvPr/>
          </p:nvSpPr>
          <p:spPr>
            <a:xfrm>
              <a:off x="2979877" y="2987867"/>
              <a:ext cx="1021535" cy="281597"/>
            </a:xfrm>
            <a:prstGeom prst="rect">
              <a:avLst/>
            </a:prstGeom>
            <a:pattFill prst="wdDnDiag">
              <a:fgClr>
                <a:schemeClr val="accent1">
                  <a:lumMod val="75000"/>
                </a:schemeClr>
              </a:fgClr>
              <a:bgClr>
                <a:schemeClr val="bg1"/>
              </a:bgClr>
            </a:patt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grpSp>
      <p:sp>
        <p:nvSpPr>
          <p:cNvPr id="89" name="矩形 88">
            <a:extLst>
              <a:ext uri="{FF2B5EF4-FFF2-40B4-BE49-F238E27FC236}">
                <a16:creationId xmlns:a16="http://schemas.microsoft.com/office/drawing/2014/main" id="{3EBC9E5E-592F-4B75-B057-0CFF704DF43F}"/>
              </a:ext>
            </a:extLst>
          </p:cNvPr>
          <p:cNvSpPr/>
          <p:nvPr/>
        </p:nvSpPr>
        <p:spPr>
          <a:xfrm>
            <a:off x="2977731" y="3945913"/>
            <a:ext cx="1231200" cy="281602"/>
          </a:xfrm>
          <a:prstGeom prst="rect">
            <a:avLst/>
          </a:prstGeom>
          <a:solidFill>
            <a:schemeClr val="accent3"/>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zh-CN" altLang="en-US" b="1" dirty="0"/>
              <a:t>帧</a:t>
            </a:r>
          </a:p>
        </p:txBody>
      </p:sp>
      <p:grpSp>
        <p:nvGrpSpPr>
          <p:cNvPr id="16" name="组合 15">
            <a:extLst>
              <a:ext uri="{FF2B5EF4-FFF2-40B4-BE49-F238E27FC236}">
                <a16:creationId xmlns:a16="http://schemas.microsoft.com/office/drawing/2014/main" id="{8D4F798D-F4E4-4A14-8E6A-3C6C6FADCBC7}"/>
              </a:ext>
            </a:extLst>
          </p:cNvPr>
          <p:cNvGrpSpPr/>
          <p:nvPr/>
        </p:nvGrpSpPr>
        <p:grpSpPr>
          <a:xfrm>
            <a:off x="2927059" y="4318184"/>
            <a:ext cx="651046" cy="881175"/>
            <a:chOff x="2927059" y="4318184"/>
            <a:chExt cx="651046" cy="881175"/>
          </a:xfrm>
        </p:grpSpPr>
        <p:sp>
          <p:nvSpPr>
            <p:cNvPr id="104" name="文本框 103">
              <a:extLst>
                <a:ext uri="{FF2B5EF4-FFF2-40B4-BE49-F238E27FC236}">
                  <a16:creationId xmlns:a16="http://schemas.microsoft.com/office/drawing/2014/main" id="{FF8AA019-42D7-4AE4-94D9-2FC4C51EDF4D}"/>
                </a:ext>
              </a:extLst>
            </p:cNvPr>
            <p:cNvSpPr txBox="1"/>
            <p:nvPr/>
          </p:nvSpPr>
          <p:spPr>
            <a:xfrm>
              <a:off x="2927059" y="4318184"/>
              <a:ext cx="651046" cy="646331"/>
            </a:xfrm>
            <a:prstGeom prst="rect">
              <a:avLst/>
            </a:prstGeom>
            <a:noFill/>
          </p:spPr>
          <p:txBody>
            <a:bodyPr wrap="square" rtlCol="0">
              <a:spAutoFit/>
            </a:bodyPr>
            <a:lstStyle/>
            <a:p>
              <a:r>
                <a:rPr lang="zh-CN" altLang="en-US" b="1" dirty="0">
                  <a:solidFill>
                    <a:schemeClr val="accent1">
                      <a:lumMod val="75000"/>
                    </a:schemeClr>
                  </a:solidFill>
                </a:rPr>
                <a:t>冻</a:t>
              </a:r>
              <a:endParaRPr lang="en-US" altLang="zh-CN" b="1" dirty="0">
                <a:solidFill>
                  <a:schemeClr val="accent1">
                    <a:lumMod val="75000"/>
                  </a:schemeClr>
                </a:solidFill>
              </a:endParaRPr>
            </a:p>
            <a:p>
              <a:r>
                <a:rPr lang="zh-CN" altLang="en-US" b="1" dirty="0">
                  <a:solidFill>
                    <a:schemeClr val="accent1">
                      <a:lumMod val="75000"/>
                    </a:schemeClr>
                  </a:solidFill>
                </a:rPr>
                <a:t>结</a:t>
              </a:r>
            </a:p>
          </p:txBody>
        </p:sp>
        <p:sp>
          <p:nvSpPr>
            <p:cNvPr id="105" name="矩形 104">
              <a:extLst>
                <a:ext uri="{FF2B5EF4-FFF2-40B4-BE49-F238E27FC236}">
                  <a16:creationId xmlns:a16="http://schemas.microsoft.com/office/drawing/2014/main" id="{8117F309-9170-4FAF-85D9-1C9E71048E01}"/>
                </a:ext>
              </a:extLst>
            </p:cNvPr>
            <p:cNvSpPr/>
            <p:nvPr/>
          </p:nvSpPr>
          <p:spPr>
            <a:xfrm>
              <a:off x="2979878" y="4917762"/>
              <a:ext cx="335923" cy="281597"/>
            </a:xfrm>
            <a:prstGeom prst="rect">
              <a:avLst/>
            </a:prstGeom>
            <a:pattFill prst="wdDnDiag">
              <a:fgClr>
                <a:schemeClr val="accent1">
                  <a:lumMod val="75000"/>
                </a:schemeClr>
              </a:fgClr>
              <a:bgClr>
                <a:schemeClr val="bg1"/>
              </a:bgClr>
            </a:patt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grpSp>
      <p:grpSp>
        <p:nvGrpSpPr>
          <p:cNvPr id="107" name="组合 106">
            <a:extLst>
              <a:ext uri="{FF2B5EF4-FFF2-40B4-BE49-F238E27FC236}">
                <a16:creationId xmlns:a16="http://schemas.microsoft.com/office/drawing/2014/main" id="{11BF812F-A8AC-4910-B8A1-998CA4BCDB8C}"/>
              </a:ext>
            </a:extLst>
          </p:cNvPr>
          <p:cNvGrpSpPr/>
          <p:nvPr/>
        </p:nvGrpSpPr>
        <p:grpSpPr>
          <a:xfrm>
            <a:off x="3940013" y="1543170"/>
            <a:ext cx="663786" cy="4814212"/>
            <a:chOff x="1170821" y="1543170"/>
            <a:chExt cx="663786" cy="4814212"/>
          </a:xfrm>
        </p:grpSpPr>
        <p:cxnSp>
          <p:nvCxnSpPr>
            <p:cNvPr id="108" name="直接连接符 107">
              <a:extLst>
                <a:ext uri="{FF2B5EF4-FFF2-40B4-BE49-F238E27FC236}">
                  <a16:creationId xmlns:a16="http://schemas.microsoft.com/office/drawing/2014/main" id="{21529D3D-5559-4643-BF1B-83F63D438BF0}"/>
                </a:ext>
              </a:extLst>
            </p:cNvPr>
            <p:cNvCxnSpPr/>
            <p:nvPr/>
          </p:nvCxnSpPr>
          <p:spPr>
            <a:xfrm>
              <a:off x="1438383" y="1854200"/>
              <a:ext cx="0" cy="4503182"/>
            </a:xfrm>
            <a:prstGeom prst="line">
              <a:avLst/>
            </a:prstGeom>
            <a:ln w="12700">
              <a:solidFill>
                <a:schemeClr val="tx1"/>
              </a:solidFill>
              <a:prstDash val="dash"/>
              <a:tailEnd type="none"/>
            </a:ln>
          </p:spPr>
          <p:style>
            <a:lnRef idx="1">
              <a:schemeClr val="accent1"/>
            </a:lnRef>
            <a:fillRef idx="0">
              <a:schemeClr val="accent1"/>
            </a:fillRef>
            <a:effectRef idx="0">
              <a:schemeClr val="accent1"/>
            </a:effectRef>
            <a:fontRef idx="minor">
              <a:schemeClr val="tx1"/>
            </a:fontRef>
          </p:style>
        </p:cxnSp>
        <p:cxnSp>
          <p:nvCxnSpPr>
            <p:cNvPr id="110" name="直接连接符 109">
              <a:extLst>
                <a:ext uri="{FF2B5EF4-FFF2-40B4-BE49-F238E27FC236}">
                  <a16:creationId xmlns:a16="http://schemas.microsoft.com/office/drawing/2014/main" id="{7895B3C0-C1B2-4BCB-90EF-8A5C36EBF541}"/>
                </a:ext>
              </a:extLst>
            </p:cNvPr>
            <p:cNvCxnSpPr/>
            <p:nvPr/>
          </p:nvCxnSpPr>
          <p:spPr>
            <a:xfrm>
              <a:off x="1568143" y="1854200"/>
              <a:ext cx="0" cy="4503182"/>
            </a:xfrm>
            <a:prstGeom prst="line">
              <a:avLst/>
            </a:prstGeom>
            <a:ln w="12700">
              <a:solidFill>
                <a:schemeClr val="tx1"/>
              </a:solidFill>
              <a:prstDash val="dash"/>
              <a:tailEnd type="none"/>
            </a:ln>
          </p:spPr>
          <p:style>
            <a:lnRef idx="1">
              <a:schemeClr val="accent1"/>
            </a:lnRef>
            <a:fillRef idx="0">
              <a:schemeClr val="accent1"/>
            </a:fillRef>
            <a:effectRef idx="0">
              <a:schemeClr val="accent1"/>
            </a:effectRef>
            <a:fontRef idx="minor">
              <a:schemeClr val="tx1"/>
            </a:fontRef>
          </p:style>
        </p:cxnSp>
        <p:sp>
          <p:nvSpPr>
            <p:cNvPr id="111" name="文本框 110">
              <a:extLst>
                <a:ext uri="{FF2B5EF4-FFF2-40B4-BE49-F238E27FC236}">
                  <a16:creationId xmlns:a16="http://schemas.microsoft.com/office/drawing/2014/main" id="{73460598-F141-42CA-8CE3-0E304DFB9A7D}"/>
                </a:ext>
              </a:extLst>
            </p:cNvPr>
            <p:cNvSpPr txBox="1"/>
            <p:nvPr/>
          </p:nvSpPr>
          <p:spPr>
            <a:xfrm>
              <a:off x="1170821" y="1543170"/>
              <a:ext cx="663786" cy="369332"/>
            </a:xfrm>
            <a:prstGeom prst="rect">
              <a:avLst/>
            </a:prstGeom>
            <a:noFill/>
          </p:spPr>
          <p:txBody>
            <a:bodyPr wrap="square" rtlCol="0">
              <a:spAutoFit/>
            </a:bodyPr>
            <a:lstStyle/>
            <a:p>
              <a:pPr algn="ctr"/>
              <a:r>
                <a:rPr lang="en-US" altLang="zh-CN" b="1" dirty="0"/>
                <a:t>DIFS</a:t>
              </a:r>
              <a:endParaRPr lang="zh-CN" altLang="en-US" b="1" dirty="0"/>
            </a:p>
          </p:txBody>
        </p:sp>
      </p:grpSp>
      <p:cxnSp>
        <p:nvCxnSpPr>
          <p:cNvPr id="116" name="直接箭头连接符 115">
            <a:extLst>
              <a:ext uri="{FF2B5EF4-FFF2-40B4-BE49-F238E27FC236}">
                <a16:creationId xmlns:a16="http://schemas.microsoft.com/office/drawing/2014/main" id="{7CDABC94-4469-456C-8832-D6A2E432108F}"/>
              </a:ext>
            </a:extLst>
          </p:cNvPr>
          <p:cNvCxnSpPr/>
          <p:nvPr/>
        </p:nvCxnSpPr>
        <p:spPr>
          <a:xfrm flipV="1">
            <a:off x="3886042" y="5808353"/>
            <a:ext cx="0" cy="359393"/>
          </a:xfrm>
          <a:prstGeom prst="straightConnector1">
            <a:avLst/>
          </a:prstGeom>
          <a:ln w="25400">
            <a:solidFill>
              <a:schemeClr val="tx1"/>
            </a:solidFill>
            <a:tailEnd type="triangle"/>
          </a:ln>
        </p:spPr>
        <p:style>
          <a:lnRef idx="1">
            <a:schemeClr val="accent1"/>
          </a:lnRef>
          <a:fillRef idx="0">
            <a:schemeClr val="accent1"/>
          </a:fillRef>
          <a:effectRef idx="0">
            <a:schemeClr val="accent1"/>
          </a:effectRef>
          <a:fontRef idx="minor">
            <a:schemeClr val="tx1"/>
          </a:fontRef>
        </p:style>
      </p:cxnSp>
      <p:grpSp>
        <p:nvGrpSpPr>
          <p:cNvPr id="8" name="组合 7">
            <a:extLst>
              <a:ext uri="{FF2B5EF4-FFF2-40B4-BE49-F238E27FC236}">
                <a16:creationId xmlns:a16="http://schemas.microsoft.com/office/drawing/2014/main" id="{D20210DA-E29D-49C3-B99E-D5123FD0396C}"/>
              </a:ext>
            </a:extLst>
          </p:cNvPr>
          <p:cNvGrpSpPr/>
          <p:nvPr/>
        </p:nvGrpSpPr>
        <p:grpSpPr>
          <a:xfrm>
            <a:off x="4288155" y="2386411"/>
            <a:ext cx="1067775" cy="881175"/>
            <a:chOff x="4288155" y="2386411"/>
            <a:chExt cx="1067775" cy="881175"/>
          </a:xfrm>
        </p:grpSpPr>
        <p:sp>
          <p:nvSpPr>
            <p:cNvPr id="117" name="文本框 116">
              <a:extLst>
                <a:ext uri="{FF2B5EF4-FFF2-40B4-BE49-F238E27FC236}">
                  <a16:creationId xmlns:a16="http://schemas.microsoft.com/office/drawing/2014/main" id="{491EA744-A17E-4A87-9CBB-8E6EE9B61FCE}"/>
                </a:ext>
              </a:extLst>
            </p:cNvPr>
            <p:cNvSpPr txBox="1"/>
            <p:nvPr/>
          </p:nvSpPr>
          <p:spPr>
            <a:xfrm>
              <a:off x="4288155" y="2386411"/>
              <a:ext cx="651046" cy="646331"/>
            </a:xfrm>
            <a:prstGeom prst="rect">
              <a:avLst/>
            </a:prstGeom>
            <a:noFill/>
          </p:spPr>
          <p:txBody>
            <a:bodyPr wrap="square" rtlCol="0">
              <a:spAutoFit/>
            </a:bodyPr>
            <a:lstStyle/>
            <a:p>
              <a:r>
                <a:rPr lang="zh-CN" altLang="en-US" b="1" dirty="0">
                  <a:solidFill>
                    <a:schemeClr val="accent4"/>
                  </a:solidFill>
                </a:rPr>
                <a:t>解</a:t>
              </a:r>
              <a:endParaRPr lang="en-US" altLang="zh-CN" b="1" dirty="0">
                <a:solidFill>
                  <a:schemeClr val="accent4"/>
                </a:solidFill>
              </a:endParaRPr>
            </a:p>
            <a:p>
              <a:r>
                <a:rPr lang="zh-CN" altLang="en-US" b="1" dirty="0">
                  <a:solidFill>
                    <a:schemeClr val="accent4"/>
                  </a:solidFill>
                </a:rPr>
                <a:t>冻</a:t>
              </a:r>
            </a:p>
          </p:txBody>
        </p:sp>
        <p:sp>
          <p:nvSpPr>
            <p:cNvPr id="118" name="矩形 117">
              <a:extLst>
                <a:ext uri="{FF2B5EF4-FFF2-40B4-BE49-F238E27FC236}">
                  <a16:creationId xmlns:a16="http://schemas.microsoft.com/office/drawing/2014/main" id="{87382189-7442-4532-9F1E-A2F6DA1BFDC0}"/>
                </a:ext>
              </a:extLst>
            </p:cNvPr>
            <p:cNvSpPr/>
            <p:nvPr/>
          </p:nvSpPr>
          <p:spPr>
            <a:xfrm>
              <a:off x="4334395" y="2985989"/>
              <a:ext cx="1021535" cy="281597"/>
            </a:xfrm>
            <a:prstGeom prst="rect">
              <a:avLst/>
            </a:prstGeom>
            <a:solidFill>
              <a:schemeClr val="accent4"/>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grpSp>
      <p:grpSp>
        <p:nvGrpSpPr>
          <p:cNvPr id="19" name="组合 18">
            <a:extLst>
              <a:ext uri="{FF2B5EF4-FFF2-40B4-BE49-F238E27FC236}">
                <a16:creationId xmlns:a16="http://schemas.microsoft.com/office/drawing/2014/main" id="{9B792506-FF14-4226-BFBA-D54F42810EE1}"/>
              </a:ext>
            </a:extLst>
          </p:cNvPr>
          <p:cNvGrpSpPr/>
          <p:nvPr/>
        </p:nvGrpSpPr>
        <p:grpSpPr>
          <a:xfrm>
            <a:off x="4282793" y="4323537"/>
            <a:ext cx="651046" cy="884810"/>
            <a:chOff x="4282793" y="4323537"/>
            <a:chExt cx="651046" cy="884810"/>
          </a:xfrm>
        </p:grpSpPr>
        <p:sp>
          <p:nvSpPr>
            <p:cNvPr id="114" name="文本框 113">
              <a:extLst>
                <a:ext uri="{FF2B5EF4-FFF2-40B4-BE49-F238E27FC236}">
                  <a16:creationId xmlns:a16="http://schemas.microsoft.com/office/drawing/2014/main" id="{9E3375C6-8E03-4DCA-852C-C722DC38EA02}"/>
                </a:ext>
              </a:extLst>
            </p:cNvPr>
            <p:cNvSpPr txBox="1"/>
            <p:nvPr/>
          </p:nvSpPr>
          <p:spPr>
            <a:xfrm>
              <a:off x="4282793" y="4323537"/>
              <a:ext cx="651046" cy="646331"/>
            </a:xfrm>
            <a:prstGeom prst="rect">
              <a:avLst/>
            </a:prstGeom>
            <a:noFill/>
          </p:spPr>
          <p:txBody>
            <a:bodyPr wrap="square" rtlCol="0">
              <a:spAutoFit/>
            </a:bodyPr>
            <a:lstStyle/>
            <a:p>
              <a:r>
                <a:rPr lang="zh-CN" altLang="en-US" b="1" dirty="0">
                  <a:solidFill>
                    <a:schemeClr val="accent4"/>
                  </a:solidFill>
                </a:rPr>
                <a:t>解</a:t>
              </a:r>
              <a:endParaRPr lang="en-US" altLang="zh-CN" b="1" dirty="0">
                <a:solidFill>
                  <a:schemeClr val="accent4"/>
                </a:solidFill>
              </a:endParaRPr>
            </a:p>
            <a:p>
              <a:r>
                <a:rPr lang="zh-CN" altLang="en-US" b="1" dirty="0">
                  <a:solidFill>
                    <a:schemeClr val="accent4"/>
                  </a:solidFill>
                </a:rPr>
                <a:t>冻</a:t>
              </a:r>
            </a:p>
          </p:txBody>
        </p:sp>
        <p:sp>
          <p:nvSpPr>
            <p:cNvPr id="121" name="矩形 120">
              <a:extLst>
                <a:ext uri="{FF2B5EF4-FFF2-40B4-BE49-F238E27FC236}">
                  <a16:creationId xmlns:a16="http://schemas.microsoft.com/office/drawing/2014/main" id="{54FEAC8B-9A0A-42C7-B3C4-2DBF1BBA40B8}"/>
                </a:ext>
              </a:extLst>
            </p:cNvPr>
            <p:cNvSpPr/>
            <p:nvPr/>
          </p:nvSpPr>
          <p:spPr>
            <a:xfrm>
              <a:off x="4342748" y="4926750"/>
              <a:ext cx="335923" cy="281597"/>
            </a:xfrm>
            <a:prstGeom prst="rect">
              <a:avLst/>
            </a:prstGeom>
            <a:solidFill>
              <a:schemeClr val="accent4"/>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grpSp>
      <p:sp>
        <p:nvSpPr>
          <p:cNvPr id="122" name="矩形 121">
            <a:extLst>
              <a:ext uri="{FF2B5EF4-FFF2-40B4-BE49-F238E27FC236}">
                <a16:creationId xmlns:a16="http://schemas.microsoft.com/office/drawing/2014/main" id="{F26A8A2A-972A-4250-BFDF-8BB8737A4450}"/>
              </a:ext>
            </a:extLst>
          </p:cNvPr>
          <p:cNvSpPr/>
          <p:nvPr/>
        </p:nvSpPr>
        <p:spPr>
          <a:xfrm>
            <a:off x="4336679" y="5885391"/>
            <a:ext cx="708965" cy="281597"/>
          </a:xfrm>
          <a:prstGeom prst="rect">
            <a:avLst/>
          </a:prstGeom>
          <a:solidFill>
            <a:schemeClr val="accent4"/>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cxnSp>
        <p:nvCxnSpPr>
          <p:cNvPr id="123" name="直接连接符 122">
            <a:extLst>
              <a:ext uri="{FF2B5EF4-FFF2-40B4-BE49-F238E27FC236}">
                <a16:creationId xmlns:a16="http://schemas.microsoft.com/office/drawing/2014/main" id="{0F4426E0-92F6-4DAC-A8FB-1627959DA43E}"/>
              </a:ext>
            </a:extLst>
          </p:cNvPr>
          <p:cNvCxnSpPr>
            <a:cxnSpLocks/>
          </p:cNvCxnSpPr>
          <p:nvPr/>
        </p:nvCxnSpPr>
        <p:spPr>
          <a:xfrm>
            <a:off x="4678671" y="2478958"/>
            <a:ext cx="0" cy="3406433"/>
          </a:xfrm>
          <a:prstGeom prst="line">
            <a:avLst/>
          </a:prstGeom>
          <a:ln w="12700">
            <a:solidFill>
              <a:schemeClr val="tx1"/>
            </a:solidFill>
            <a:prstDash val="dash"/>
            <a:tailEnd type="none"/>
          </a:ln>
        </p:spPr>
        <p:style>
          <a:lnRef idx="1">
            <a:schemeClr val="accent1"/>
          </a:lnRef>
          <a:fillRef idx="0">
            <a:schemeClr val="accent1"/>
          </a:fillRef>
          <a:effectRef idx="0">
            <a:schemeClr val="accent1"/>
          </a:effectRef>
          <a:fontRef idx="minor">
            <a:schemeClr val="tx1"/>
          </a:fontRef>
        </p:style>
      </p:cxnSp>
      <p:grpSp>
        <p:nvGrpSpPr>
          <p:cNvPr id="39" name="组合 38">
            <a:extLst>
              <a:ext uri="{FF2B5EF4-FFF2-40B4-BE49-F238E27FC236}">
                <a16:creationId xmlns:a16="http://schemas.microsoft.com/office/drawing/2014/main" id="{BBEAC3CF-425D-4F24-BBDA-189919C686F8}"/>
              </a:ext>
            </a:extLst>
          </p:cNvPr>
          <p:cNvGrpSpPr/>
          <p:nvPr/>
        </p:nvGrpSpPr>
        <p:grpSpPr>
          <a:xfrm>
            <a:off x="4636220" y="2386072"/>
            <a:ext cx="720366" cy="881513"/>
            <a:chOff x="4636220" y="2386072"/>
            <a:chExt cx="720366" cy="881513"/>
          </a:xfrm>
        </p:grpSpPr>
        <p:sp>
          <p:nvSpPr>
            <p:cNvPr id="124" name="文本框 123">
              <a:extLst>
                <a:ext uri="{FF2B5EF4-FFF2-40B4-BE49-F238E27FC236}">
                  <a16:creationId xmlns:a16="http://schemas.microsoft.com/office/drawing/2014/main" id="{EA107EA6-898B-4E7C-916E-C82EEA7DE36C}"/>
                </a:ext>
              </a:extLst>
            </p:cNvPr>
            <p:cNvSpPr txBox="1"/>
            <p:nvPr/>
          </p:nvSpPr>
          <p:spPr>
            <a:xfrm>
              <a:off x="4636220" y="2386072"/>
              <a:ext cx="651046" cy="646331"/>
            </a:xfrm>
            <a:prstGeom prst="rect">
              <a:avLst/>
            </a:prstGeom>
            <a:noFill/>
          </p:spPr>
          <p:txBody>
            <a:bodyPr wrap="square" rtlCol="0">
              <a:spAutoFit/>
            </a:bodyPr>
            <a:lstStyle/>
            <a:p>
              <a:r>
                <a:rPr lang="zh-CN" altLang="en-US" b="1" dirty="0">
                  <a:solidFill>
                    <a:schemeClr val="accent1">
                      <a:lumMod val="75000"/>
                    </a:schemeClr>
                  </a:solidFill>
                </a:rPr>
                <a:t>冻</a:t>
              </a:r>
              <a:endParaRPr lang="en-US" altLang="zh-CN" b="1" dirty="0">
                <a:solidFill>
                  <a:schemeClr val="accent1">
                    <a:lumMod val="75000"/>
                  </a:schemeClr>
                </a:solidFill>
              </a:endParaRPr>
            </a:p>
            <a:p>
              <a:r>
                <a:rPr lang="zh-CN" altLang="en-US" b="1" dirty="0">
                  <a:solidFill>
                    <a:schemeClr val="accent1">
                      <a:lumMod val="75000"/>
                    </a:schemeClr>
                  </a:solidFill>
                </a:rPr>
                <a:t>结</a:t>
              </a:r>
            </a:p>
          </p:txBody>
        </p:sp>
        <p:sp>
          <p:nvSpPr>
            <p:cNvPr id="125" name="矩形 124">
              <a:extLst>
                <a:ext uri="{FF2B5EF4-FFF2-40B4-BE49-F238E27FC236}">
                  <a16:creationId xmlns:a16="http://schemas.microsoft.com/office/drawing/2014/main" id="{6BCBA0B2-B840-4CEA-AAF9-BE6EB5DD9647}"/>
                </a:ext>
              </a:extLst>
            </p:cNvPr>
            <p:cNvSpPr/>
            <p:nvPr/>
          </p:nvSpPr>
          <p:spPr>
            <a:xfrm>
              <a:off x="4688549" y="2985988"/>
              <a:ext cx="668037" cy="281597"/>
            </a:xfrm>
            <a:prstGeom prst="rect">
              <a:avLst/>
            </a:prstGeom>
            <a:pattFill prst="wdDnDiag">
              <a:fgClr>
                <a:schemeClr val="accent1">
                  <a:lumMod val="75000"/>
                </a:schemeClr>
              </a:fgClr>
              <a:bgClr>
                <a:schemeClr val="bg1"/>
              </a:bgClr>
            </a:patt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grpSp>
      <p:grpSp>
        <p:nvGrpSpPr>
          <p:cNvPr id="45" name="组合 44">
            <a:extLst>
              <a:ext uri="{FF2B5EF4-FFF2-40B4-BE49-F238E27FC236}">
                <a16:creationId xmlns:a16="http://schemas.microsoft.com/office/drawing/2014/main" id="{88C86E60-5EF3-4047-AAB1-7A1028028E1F}"/>
              </a:ext>
            </a:extLst>
          </p:cNvPr>
          <p:cNvGrpSpPr/>
          <p:nvPr/>
        </p:nvGrpSpPr>
        <p:grpSpPr>
          <a:xfrm>
            <a:off x="4618075" y="5273030"/>
            <a:ext cx="651046" cy="897963"/>
            <a:chOff x="4618075" y="5273030"/>
            <a:chExt cx="651046" cy="897963"/>
          </a:xfrm>
        </p:grpSpPr>
        <p:sp>
          <p:nvSpPr>
            <p:cNvPr id="126" name="文本框 125">
              <a:extLst>
                <a:ext uri="{FF2B5EF4-FFF2-40B4-BE49-F238E27FC236}">
                  <a16:creationId xmlns:a16="http://schemas.microsoft.com/office/drawing/2014/main" id="{7C10E230-250F-4C7C-B15F-31807C86150C}"/>
                </a:ext>
              </a:extLst>
            </p:cNvPr>
            <p:cNvSpPr txBox="1"/>
            <p:nvPr/>
          </p:nvSpPr>
          <p:spPr>
            <a:xfrm>
              <a:off x="4618075" y="5273030"/>
              <a:ext cx="651046" cy="646331"/>
            </a:xfrm>
            <a:prstGeom prst="rect">
              <a:avLst/>
            </a:prstGeom>
            <a:noFill/>
          </p:spPr>
          <p:txBody>
            <a:bodyPr wrap="square" rtlCol="0">
              <a:spAutoFit/>
            </a:bodyPr>
            <a:lstStyle/>
            <a:p>
              <a:r>
                <a:rPr lang="zh-CN" altLang="en-US" b="1" dirty="0">
                  <a:solidFill>
                    <a:schemeClr val="accent1">
                      <a:lumMod val="75000"/>
                    </a:schemeClr>
                  </a:solidFill>
                </a:rPr>
                <a:t>冻</a:t>
              </a:r>
              <a:endParaRPr lang="en-US" altLang="zh-CN" b="1" dirty="0">
                <a:solidFill>
                  <a:schemeClr val="accent1">
                    <a:lumMod val="75000"/>
                  </a:schemeClr>
                </a:solidFill>
              </a:endParaRPr>
            </a:p>
            <a:p>
              <a:r>
                <a:rPr lang="zh-CN" altLang="en-US" b="1" dirty="0">
                  <a:solidFill>
                    <a:schemeClr val="accent1">
                      <a:lumMod val="75000"/>
                    </a:schemeClr>
                  </a:solidFill>
                </a:rPr>
                <a:t>结</a:t>
              </a:r>
            </a:p>
          </p:txBody>
        </p:sp>
        <p:sp>
          <p:nvSpPr>
            <p:cNvPr id="127" name="矩形 126">
              <a:extLst>
                <a:ext uri="{FF2B5EF4-FFF2-40B4-BE49-F238E27FC236}">
                  <a16:creationId xmlns:a16="http://schemas.microsoft.com/office/drawing/2014/main" id="{A60F25E4-877A-4618-A517-6AFD25CCB455}"/>
                </a:ext>
              </a:extLst>
            </p:cNvPr>
            <p:cNvSpPr/>
            <p:nvPr/>
          </p:nvSpPr>
          <p:spPr>
            <a:xfrm>
              <a:off x="4678539" y="5889396"/>
              <a:ext cx="367105" cy="281597"/>
            </a:xfrm>
            <a:prstGeom prst="rect">
              <a:avLst/>
            </a:prstGeom>
            <a:pattFill prst="wdDnDiag">
              <a:fgClr>
                <a:schemeClr val="accent1">
                  <a:lumMod val="75000"/>
                </a:schemeClr>
              </a:fgClr>
              <a:bgClr>
                <a:schemeClr val="bg1"/>
              </a:bgClr>
            </a:patt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grpSp>
      <p:sp>
        <p:nvSpPr>
          <p:cNvPr id="128" name="矩形 127">
            <a:extLst>
              <a:ext uri="{FF2B5EF4-FFF2-40B4-BE49-F238E27FC236}">
                <a16:creationId xmlns:a16="http://schemas.microsoft.com/office/drawing/2014/main" id="{9C11FF19-766D-4007-9C52-C2ACD8AD18BB}"/>
              </a:ext>
            </a:extLst>
          </p:cNvPr>
          <p:cNvSpPr/>
          <p:nvPr/>
        </p:nvSpPr>
        <p:spPr>
          <a:xfrm>
            <a:off x="4678749" y="4927710"/>
            <a:ext cx="1084809" cy="281602"/>
          </a:xfrm>
          <a:prstGeom prst="rect">
            <a:avLst/>
          </a:prstGeom>
          <a:solidFill>
            <a:schemeClr val="accent3"/>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zh-CN" altLang="en-US" b="1" dirty="0"/>
              <a:t>帧</a:t>
            </a:r>
          </a:p>
        </p:txBody>
      </p:sp>
      <p:grpSp>
        <p:nvGrpSpPr>
          <p:cNvPr id="129" name="组合 128">
            <a:extLst>
              <a:ext uri="{FF2B5EF4-FFF2-40B4-BE49-F238E27FC236}">
                <a16:creationId xmlns:a16="http://schemas.microsoft.com/office/drawing/2014/main" id="{4BC44047-5390-4A12-AE7A-B9C46A8BAA88}"/>
              </a:ext>
            </a:extLst>
          </p:cNvPr>
          <p:cNvGrpSpPr/>
          <p:nvPr/>
        </p:nvGrpSpPr>
        <p:grpSpPr>
          <a:xfrm>
            <a:off x="5492878" y="1543170"/>
            <a:ext cx="663786" cy="4814212"/>
            <a:chOff x="1170821" y="1543170"/>
            <a:chExt cx="663786" cy="4814212"/>
          </a:xfrm>
        </p:grpSpPr>
        <p:cxnSp>
          <p:nvCxnSpPr>
            <p:cNvPr id="130" name="直接连接符 129">
              <a:extLst>
                <a:ext uri="{FF2B5EF4-FFF2-40B4-BE49-F238E27FC236}">
                  <a16:creationId xmlns:a16="http://schemas.microsoft.com/office/drawing/2014/main" id="{B13EE302-627C-4AC5-BD97-BBED764D2CD4}"/>
                </a:ext>
              </a:extLst>
            </p:cNvPr>
            <p:cNvCxnSpPr/>
            <p:nvPr/>
          </p:nvCxnSpPr>
          <p:spPr>
            <a:xfrm>
              <a:off x="1438383" y="1854200"/>
              <a:ext cx="0" cy="4503182"/>
            </a:xfrm>
            <a:prstGeom prst="line">
              <a:avLst/>
            </a:prstGeom>
            <a:ln w="12700">
              <a:solidFill>
                <a:schemeClr val="tx1"/>
              </a:solidFill>
              <a:prstDash val="dash"/>
              <a:tailEnd type="none"/>
            </a:ln>
          </p:spPr>
          <p:style>
            <a:lnRef idx="1">
              <a:schemeClr val="accent1"/>
            </a:lnRef>
            <a:fillRef idx="0">
              <a:schemeClr val="accent1"/>
            </a:fillRef>
            <a:effectRef idx="0">
              <a:schemeClr val="accent1"/>
            </a:effectRef>
            <a:fontRef idx="minor">
              <a:schemeClr val="tx1"/>
            </a:fontRef>
          </p:style>
        </p:cxnSp>
        <p:cxnSp>
          <p:nvCxnSpPr>
            <p:cNvPr id="131" name="直接连接符 130">
              <a:extLst>
                <a:ext uri="{FF2B5EF4-FFF2-40B4-BE49-F238E27FC236}">
                  <a16:creationId xmlns:a16="http://schemas.microsoft.com/office/drawing/2014/main" id="{CB8A760F-7FAC-43D9-ADC9-AF85F8906F70}"/>
                </a:ext>
              </a:extLst>
            </p:cNvPr>
            <p:cNvCxnSpPr/>
            <p:nvPr/>
          </p:nvCxnSpPr>
          <p:spPr>
            <a:xfrm>
              <a:off x="1568143" y="1854200"/>
              <a:ext cx="0" cy="4503182"/>
            </a:xfrm>
            <a:prstGeom prst="line">
              <a:avLst/>
            </a:prstGeom>
            <a:ln w="12700">
              <a:solidFill>
                <a:schemeClr val="tx1"/>
              </a:solidFill>
              <a:prstDash val="dash"/>
              <a:tailEnd type="none"/>
            </a:ln>
          </p:spPr>
          <p:style>
            <a:lnRef idx="1">
              <a:schemeClr val="accent1"/>
            </a:lnRef>
            <a:fillRef idx="0">
              <a:schemeClr val="accent1"/>
            </a:fillRef>
            <a:effectRef idx="0">
              <a:schemeClr val="accent1"/>
            </a:effectRef>
            <a:fontRef idx="minor">
              <a:schemeClr val="tx1"/>
            </a:fontRef>
          </p:style>
        </p:cxnSp>
        <p:sp>
          <p:nvSpPr>
            <p:cNvPr id="132" name="文本框 131">
              <a:extLst>
                <a:ext uri="{FF2B5EF4-FFF2-40B4-BE49-F238E27FC236}">
                  <a16:creationId xmlns:a16="http://schemas.microsoft.com/office/drawing/2014/main" id="{8EF85E31-451B-4028-8B2E-3CB2123496EF}"/>
                </a:ext>
              </a:extLst>
            </p:cNvPr>
            <p:cNvSpPr txBox="1"/>
            <p:nvPr/>
          </p:nvSpPr>
          <p:spPr>
            <a:xfrm>
              <a:off x="1170821" y="1543170"/>
              <a:ext cx="663786" cy="369332"/>
            </a:xfrm>
            <a:prstGeom prst="rect">
              <a:avLst/>
            </a:prstGeom>
            <a:noFill/>
          </p:spPr>
          <p:txBody>
            <a:bodyPr wrap="square" rtlCol="0">
              <a:spAutoFit/>
            </a:bodyPr>
            <a:lstStyle/>
            <a:p>
              <a:pPr algn="ctr"/>
              <a:r>
                <a:rPr lang="en-US" altLang="zh-CN" b="1" dirty="0"/>
                <a:t>DIFS</a:t>
              </a:r>
              <a:endParaRPr lang="zh-CN" altLang="en-US" b="1" dirty="0"/>
            </a:p>
          </p:txBody>
        </p:sp>
      </p:grpSp>
      <p:sp>
        <p:nvSpPr>
          <p:cNvPr id="70" name="平行四边形 69">
            <a:extLst>
              <a:ext uri="{FF2B5EF4-FFF2-40B4-BE49-F238E27FC236}">
                <a16:creationId xmlns:a16="http://schemas.microsoft.com/office/drawing/2014/main" id="{323DB796-A614-9C3C-9DD7-B9936B1E1076}"/>
              </a:ext>
            </a:extLst>
          </p:cNvPr>
          <p:cNvSpPr/>
          <p:nvPr/>
        </p:nvSpPr>
        <p:spPr>
          <a:xfrm>
            <a:off x="304799" y="749300"/>
            <a:ext cx="691019" cy="387090"/>
          </a:xfrm>
          <a:prstGeom prst="parallelogram">
            <a:avLst/>
          </a:prstGeom>
          <a:solidFill>
            <a:schemeClr val="accent3">
              <a:lumMod val="75000"/>
            </a:schemeClr>
          </a:solidFill>
          <a:ln>
            <a:solidFill>
              <a:schemeClr val="accent3">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CN" sz="2200" dirty="0">
                <a:latin typeface="Impact" panose="020B0806030902050204" pitchFamily="34" charset="0"/>
              </a:rPr>
              <a:t>04</a:t>
            </a:r>
            <a:endParaRPr lang="zh-CN" altLang="en-US" sz="2200" dirty="0">
              <a:latin typeface="Impact" panose="020B0806030902050204" pitchFamily="34" charset="0"/>
            </a:endParaRPr>
          </a:p>
        </p:txBody>
      </p:sp>
    </p:spTree>
    <p:custDataLst>
      <p:tags r:id="rId1"/>
    </p:custDataLst>
    <p:extLst>
      <p:ext uri="{BB962C8B-B14F-4D97-AF65-F5344CB8AC3E}">
        <p14:creationId xmlns:p14="http://schemas.microsoft.com/office/powerpoint/2010/main" val="3543774333"/>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2" presetClass="entr" presetSubtype="8" fill="hold" grpId="0" nodeType="withEffect">
                                  <p:stCondLst>
                                    <p:cond delay="0"/>
                                  </p:stCondLst>
                                  <p:childTnLst>
                                    <p:set>
                                      <p:cBhvr>
                                        <p:cTn id="6" dur="1" fill="hold">
                                          <p:stCondLst>
                                            <p:cond delay="0"/>
                                          </p:stCondLst>
                                        </p:cTn>
                                        <p:tgtEl>
                                          <p:spTgt spid="122"/>
                                        </p:tgtEl>
                                        <p:attrNameLst>
                                          <p:attrName>style.visibility</p:attrName>
                                        </p:attrNameLst>
                                      </p:cBhvr>
                                      <p:to>
                                        <p:strVal val="visible"/>
                                      </p:to>
                                    </p:set>
                                    <p:animEffect transition="in" filter="wipe(left)">
                                      <p:cBhvr>
                                        <p:cTn id="7" dur="1000"/>
                                        <p:tgtEl>
                                          <p:spTgt spid="122"/>
                                        </p:tgtEl>
                                      </p:cBhvr>
                                    </p:animEffect>
                                  </p:childTnLst>
                                </p:cTn>
                              </p:par>
                            </p:childTnLst>
                          </p:cTn>
                        </p:par>
                      </p:childTnLst>
                    </p:cTn>
                  </p:par>
                  <p:par>
                    <p:cTn id="8" fill="hold">
                      <p:stCondLst>
                        <p:cond delay="indefinite"/>
                      </p:stCondLst>
                      <p:childTnLst>
                        <p:par>
                          <p:cTn id="9" fill="hold">
                            <p:stCondLst>
                              <p:cond delay="0"/>
                            </p:stCondLst>
                            <p:childTnLst>
                              <p:par>
                                <p:cTn id="10" presetID="12" presetClass="entr" presetSubtype="8" fill="hold" nodeType="clickEffect">
                                  <p:stCondLst>
                                    <p:cond delay="0"/>
                                  </p:stCondLst>
                                  <p:childTnLst>
                                    <p:set>
                                      <p:cBhvr>
                                        <p:cTn id="11" dur="1" fill="hold">
                                          <p:stCondLst>
                                            <p:cond delay="0"/>
                                          </p:stCondLst>
                                        </p:cTn>
                                        <p:tgtEl>
                                          <p:spTgt spid="8"/>
                                        </p:tgtEl>
                                        <p:attrNameLst>
                                          <p:attrName>style.visibility</p:attrName>
                                        </p:attrNameLst>
                                      </p:cBhvr>
                                      <p:to>
                                        <p:strVal val="visible"/>
                                      </p:to>
                                    </p:set>
                                    <p:anim calcmode="lin" valueType="num">
                                      <p:cBhvr additive="base">
                                        <p:cTn id="12" dur="500"/>
                                        <p:tgtEl>
                                          <p:spTgt spid="8"/>
                                        </p:tgtEl>
                                        <p:attrNameLst>
                                          <p:attrName>ppt_x</p:attrName>
                                        </p:attrNameLst>
                                      </p:cBhvr>
                                      <p:tavLst>
                                        <p:tav tm="0">
                                          <p:val>
                                            <p:strVal val="#ppt_x-#ppt_w*1.125000"/>
                                          </p:val>
                                        </p:tav>
                                        <p:tav tm="100000">
                                          <p:val>
                                            <p:strVal val="#ppt_x"/>
                                          </p:val>
                                        </p:tav>
                                      </p:tavLst>
                                    </p:anim>
                                    <p:animEffect transition="in" filter="wipe(right)">
                                      <p:cBhvr>
                                        <p:cTn id="13" dur="500"/>
                                        <p:tgtEl>
                                          <p:spTgt spid="8"/>
                                        </p:tgtEl>
                                      </p:cBhvr>
                                    </p:animEffect>
                                  </p:childTnLst>
                                </p:cTn>
                              </p:par>
                              <p:par>
                                <p:cTn id="14" presetID="12" presetClass="entr" presetSubtype="8" fill="hold" nodeType="withEffect">
                                  <p:stCondLst>
                                    <p:cond delay="0"/>
                                  </p:stCondLst>
                                  <p:childTnLst>
                                    <p:set>
                                      <p:cBhvr>
                                        <p:cTn id="15" dur="1" fill="hold">
                                          <p:stCondLst>
                                            <p:cond delay="0"/>
                                          </p:stCondLst>
                                        </p:cTn>
                                        <p:tgtEl>
                                          <p:spTgt spid="19"/>
                                        </p:tgtEl>
                                        <p:attrNameLst>
                                          <p:attrName>style.visibility</p:attrName>
                                        </p:attrNameLst>
                                      </p:cBhvr>
                                      <p:to>
                                        <p:strVal val="visible"/>
                                      </p:to>
                                    </p:set>
                                    <p:anim calcmode="lin" valueType="num">
                                      <p:cBhvr additive="base">
                                        <p:cTn id="16" dur="500"/>
                                        <p:tgtEl>
                                          <p:spTgt spid="19"/>
                                        </p:tgtEl>
                                        <p:attrNameLst>
                                          <p:attrName>ppt_x</p:attrName>
                                        </p:attrNameLst>
                                      </p:cBhvr>
                                      <p:tavLst>
                                        <p:tav tm="0">
                                          <p:val>
                                            <p:strVal val="#ppt_x-#ppt_w*1.125000"/>
                                          </p:val>
                                        </p:tav>
                                        <p:tav tm="100000">
                                          <p:val>
                                            <p:strVal val="#ppt_x"/>
                                          </p:val>
                                        </p:tav>
                                      </p:tavLst>
                                    </p:anim>
                                    <p:animEffect transition="in" filter="wipe(right)">
                                      <p:cBhvr>
                                        <p:cTn id="17" dur="500"/>
                                        <p:tgtEl>
                                          <p:spTgt spid="19"/>
                                        </p:tgtEl>
                                      </p:cBhvr>
                                    </p:animEffect>
                                  </p:childTnLst>
                                </p:cTn>
                              </p:par>
                            </p:childTnLst>
                          </p:cTn>
                        </p:par>
                      </p:childTnLst>
                    </p:cTn>
                  </p:par>
                  <p:par>
                    <p:cTn id="18" fill="hold">
                      <p:stCondLst>
                        <p:cond delay="indefinite"/>
                      </p:stCondLst>
                      <p:childTnLst>
                        <p:par>
                          <p:cTn id="19" fill="hold">
                            <p:stCondLst>
                              <p:cond delay="0"/>
                            </p:stCondLst>
                            <p:childTnLst>
                              <p:par>
                                <p:cTn id="20" presetID="22" presetClass="entr" presetSubtype="8" fill="hold" grpId="0" nodeType="clickEffect">
                                  <p:stCondLst>
                                    <p:cond delay="0"/>
                                  </p:stCondLst>
                                  <p:childTnLst>
                                    <p:set>
                                      <p:cBhvr>
                                        <p:cTn id="21" dur="1" fill="hold">
                                          <p:stCondLst>
                                            <p:cond delay="0"/>
                                          </p:stCondLst>
                                        </p:cTn>
                                        <p:tgtEl>
                                          <p:spTgt spid="128"/>
                                        </p:tgtEl>
                                        <p:attrNameLst>
                                          <p:attrName>style.visibility</p:attrName>
                                        </p:attrNameLst>
                                      </p:cBhvr>
                                      <p:to>
                                        <p:strVal val="visible"/>
                                      </p:to>
                                    </p:set>
                                    <p:animEffect transition="in" filter="wipe(left)">
                                      <p:cBhvr>
                                        <p:cTn id="22" dur="1000"/>
                                        <p:tgtEl>
                                          <p:spTgt spid="128"/>
                                        </p:tgtEl>
                                      </p:cBhvr>
                                    </p:animEffect>
                                  </p:childTnLst>
                                </p:cTn>
                              </p:par>
                            </p:childTnLst>
                          </p:cTn>
                        </p:par>
                      </p:childTnLst>
                    </p:cTn>
                  </p:par>
                  <p:par>
                    <p:cTn id="23" fill="hold">
                      <p:stCondLst>
                        <p:cond delay="indefinite"/>
                      </p:stCondLst>
                      <p:childTnLst>
                        <p:par>
                          <p:cTn id="24" fill="hold">
                            <p:stCondLst>
                              <p:cond delay="0"/>
                            </p:stCondLst>
                            <p:childTnLst>
                              <p:par>
                                <p:cTn id="25" presetID="22" presetClass="entr" presetSubtype="1" fill="hold" nodeType="clickEffect">
                                  <p:stCondLst>
                                    <p:cond delay="0"/>
                                  </p:stCondLst>
                                  <p:childTnLst>
                                    <p:set>
                                      <p:cBhvr>
                                        <p:cTn id="26" dur="1" fill="hold">
                                          <p:stCondLst>
                                            <p:cond delay="0"/>
                                          </p:stCondLst>
                                        </p:cTn>
                                        <p:tgtEl>
                                          <p:spTgt spid="123"/>
                                        </p:tgtEl>
                                        <p:attrNameLst>
                                          <p:attrName>style.visibility</p:attrName>
                                        </p:attrNameLst>
                                      </p:cBhvr>
                                      <p:to>
                                        <p:strVal val="visible"/>
                                      </p:to>
                                    </p:set>
                                    <p:animEffect transition="in" filter="wipe(up)">
                                      <p:cBhvr>
                                        <p:cTn id="27" dur="500"/>
                                        <p:tgtEl>
                                          <p:spTgt spid="123"/>
                                        </p:tgtEl>
                                      </p:cBhvr>
                                    </p:animEffect>
                                  </p:childTnLst>
                                </p:cTn>
                              </p:par>
                            </p:childTnLst>
                          </p:cTn>
                        </p:par>
                        <p:par>
                          <p:cTn id="28" fill="hold">
                            <p:stCondLst>
                              <p:cond delay="500"/>
                            </p:stCondLst>
                            <p:childTnLst>
                              <p:par>
                                <p:cTn id="29" presetID="22" presetClass="entr" presetSubtype="8" fill="hold" nodeType="afterEffect">
                                  <p:stCondLst>
                                    <p:cond delay="0"/>
                                  </p:stCondLst>
                                  <p:childTnLst>
                                    <p:set>
                                      <p:cBhvr>
                                        <p:cTn id="30" dur="1" fill="hold">
                                          <p:stCondLst>
                                            <p:cond delay="0"/>
                                          </p:stCondLst>
                                        </p:cTn>
                                        <p:tgtEl>
                                          <p:spTgt spid="39"/>
                                        </p:tgtEl>
                                        <p:attrNameLst>
                                          <p:attrName>style.visibility</p:attrName>
                                        </p:attrNameLst>
                                      </p:cBhvr>
                                      <p:to>
                                        <p:strVal val="visible"/>
                                      </p:to>
                                    </p:set>
                                    <p:animEffect transition="in" filter="wipe(left)">
                                      <p:cBhvr>
                                        <p:cTn id="31" dur="1000"/>
                                        <p:tgtEl>
                                          <p:spTgt spid="39"/>
                                        </p:tgtEl>
                                      </p:cBhvr>
                                    </p:animEffect>
                                  </p:childTnLst>
                                </p:cTn>
                              </p:par>
                              <p:par>
                                <p:cTn id="32" presetID="22" presetClass="entr" presetSubtype="8" fill="hold" nodeType="withEffect">
                                  <p:stCondLst>
                                    <p:cond delay="0"/>
                                  </p:stCondLst>
                                  <p:childTnLst>
                                    <p:set>
                                      <p:cBhvr>
                                        <p:cTn id="33" dur="1" fill="hold">
                                          <p:stCondLst>
                                            <p:cond delay="0"/>
                                          </p:stCondLst>
                                        </p:cTn>
                                        <p:tgtEl>
                                          <p:spTgt spid="45"/>
                                        </p:tgtEl>
                                        <p:attrNameLst>
                                          <p:attrName>style.visibility</p:attrName>
                                        </p:attrNameLst>
                                      </p:cBhvr>
                                      <p:to>
                                        <p:strVal val="visible"/>
                                      </p:to>
                                    </p:set>
                                    <p:animEffect transition="in" filter="wipe(left)">
                                      <p:cBhvr>
                                        <p:cTn id="34" dur="1000"/>
                                        <p:tgtEl>
                                          <p:spTgt spid="45"/>
                                        </p:tgtEl>
                                      </p:cBhvr>
                                    </p:animEffect>
                                  </p:childTnLst>
                                </p:cTn>
                              </p:par>
                            </p:childTnLst>
                          </p:cTn>
                        </p:par>
                      </p:childTnLst>
                    </p:cTn>
                  </p:par>
                  <p:par>
                    <p:cTn id="35" fill="hold">
                      <p:stCondLst>
                        <p:cond delay="indefinite"/>
                      </p:stCondLst>
                      <p:childTnLst>
                        <p:par>
                          <p:cTn id="36" fill="hold">
                            <p:stCondLst>
                              <p:cond delay="0"/>
                            </p:stCondLst>
                            <p:childTnLst>
                              <p:par>
                                <p:cTn id="37" presetID="22" presetClass="entr" presetSubtype="1" fill="hold" nodeType="clickEffect">
                                  <p:stCondLst>
                                    <p:cond delay="0"/>
                                  </p:stCondLst>
                                  <p:childTnLst>
                                    <p:set>
                                      <p:cBhvr>
                                        <p:cTn id="38" dur="1" fill="hold">
                                          <p:stCondLst>
                                            <p:cond delay="0"/>
                                          </p:stCondLst>
                                        </p:cTn>
                                        <p:tgtEl>
                                          <p:spTgt spid="129"/>
                                        </p:tgtEl>
                                        <p:attrNameLst>
                                          <p:attrName>style.visibility</p:attrName>
                                        </p:attrNameLst>
                                      </p:cBhvr>
                                      <p:to>
                                        <p:strVal val="visible"/>
                                      </p:to>
                                    </p:set>
                                    <p:animEffect transition="in" filter="wipe(up)">
                                      <p:cBhvr>
                                        <p:cTn id="39" dur="1000"/>
                                        <p:tgtEl>
                                          <p:spTgt spid="129"/>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22" grpId="0" animBg="1"/>
      <p:bldP spid="128" grpId="0" animBg="1"/>
    </p:bldLst>
  </p:timing>
</p:sld>
</file>

<file path=ppt/slides/slide55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4" name="组合 3">
            <a:extLst>
              <a:ext uri="{FF2B5EF4-FFF2-40B4-BE49-F238E27FC236}">
                <a16:creationId xmlns:a16="http://schemas.microsoft.com/office/drawing/2014/main" id="{9A1EA9F2-FCB6-48C3-935F-7AE7E3AD14AC}"/>
              </a:ext>
            </a:extLst>
          </p:cNvPr>
          <p:cNvGrpSpPr/>
          <p:nvPr/>
        </p:nvGrpSpPr>
        <p:grpSpPr>
          <a:xfrm>
            <a:off x="304800" y="749300"/>
            <a:ext cx="5791200" cy="400110"/>
            <a:chOff x="424117" y="898245"/>
            <a:chExt cx="5791200" cy="400110"/>
          </a:xfrm>
        </p:grpSpPr>
        <p:sp>
          <p:nvSpPr>
            <p:cNvPr id="2" name="平行四边形 1">
              <a:extLst>
                <a:ext uri="{FF2B5EF4-FFF2-40B4-BE49-F238E27FC236}">
                  <a16:creationId xmlns:a16="http://schemas.microsoft.com/office/drawing/2014/main" id="{1F5BAA3F-9845-4F89-A2DD-8222D3E4EDAC}"/>
                </a:ext>
              </a:extLst>
            </p:cNvPr>
            <p:cNvSpPr/>
            <p:nvPr/>
          </p:nvSpPr>
          <p:spPr>
            <a:xfrm>
              <a:off x="424117" y="898245"/>
              <a:ext cx="628306" cy="387090"/>
            </a:xfrm>
            <a:prstGeom prst="parallelogram">
              <a:avLst/>
            </a:prstGeom>
            <a:solidFill>
              <a:schemeClr val="accent3">
                <a:lumMod val="75000"/>
              </a:schemeClr>
            </a:solidFill>
            <a:ln>
              <a:solidFill>
                <a:schemeClr val="accent3">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CN" sz="2200" dirty="0">
                  <a:latin typeface="Impact" panose="020B0806030902050204" pitchFamily="34" charset="0"/>
                </a:rPr>
                <a:t>01</a:t>
              </a:r>
              <a:endParaRPr lang="zh-CN" altLang="en-US" sz="2200" dirty="0">
                <a:latin typeface="Impact" panose="020B0806030902050204" pitchFamily="34" charset="0"/>
              </a:endParaRPr>
            </a:p>
          </p:txBody>
        </p:sp>
        <p:sp>
          <p:nvSpPr>
            <p:cNvPr id="3" name="文本框 2">
              <a:extLst>
                <a:ext uri="{FF2B5EF4-FFF2-40B4-BE49-F238E27FC236}">
                  <a16:creationId xmlns:a16="http://schemas.microsoft.com/office/drawing/2014/main" id="{4D6BD736-A4D3-4F26-AFED-36E11F50F70B}"/>
                </a:ext>
              </a:extLst>
            </p:cNvPr>
            <p:cNvSpPr txBox="1"/>
            <p:nvPr/>
          </p:nvSpPr>
          <p:spPr>
            <a:xfrm>
              <a:off x="1052423" y="898245"/>
              <a:ext cx="5162894" cy="400110"/>
            </a:xfrm>
            <a:prstGeom prst="rect">
              <a:avLst/>
            </a:prstGeom>
            <a:noFill/>
          </p:spPr>
          <p:txBody>
            <a:bodyPr wrap="square" rtlCol="0">
              <a:spAutoFit/>
            </a:bodyPr>
            <a:lstStyle/>
            <a:p>
              <a:r>
                <a:rPr lang="en-US" altLang="zh-CN" sz="2000" b="1" dirty="0">
                  <a:solidFill>
                    <a:schemeClr val="tx1"/>
                  </a:solidFill>
                  <a:latin typeface="Arial Narrow" panose="020B0606020202030204" pitchFamily="34" charset="0"/>
                </a:rPr>
                <a:t>CSMA/CA</a:t>
              </a:r>
              <a:r>
                <a:rPr lang="zh-CN" altLang="en-US" sz="2000" b="1" dirty="0">
                  <a:solidFill>
                    <a:schemeClr val="tx1"/>
                  </a:solidFill>
                  <a:latin typeface="Arial Narrow" panose="020B0606020202030204" pitchFamily="34" charset="0"/>
                </a:rPr>
                <a:t>协议的基本工作原理</a:t>
              </a:r>
              <a:endParaRPr lang="en-US" altLang="zh-CN" sz="2000" b="1" dirty="0">
                <a:solidFill>
                  <a:schemeClr val="tx1"/>
                </a:solidFill>
                <a:latin typeface="Arial Narrow" panose="020B0606020202030204" pitchFamily="34" charset="0"/>
              </a:endParaRPr>
            </a:p>
          </p:txBody>
        </p:sp>
      </p:grpSp>
      <p:sp>
        <p:nvSpPr>
          <p:cNvPr id="106" name="文本框 105">
            <a:extLst>
              <a:ext uri="{FF2B5EF4-FFF2-40B4-BE49-F238E27FC236}">
                <a16:creationId xmlns:a16="http://schemas.microsoft.com/office/drawing/2014/main" id="{05653DE5-C742-449E-8418-291FFAA878A5}"/>
              </a:ext>
            </a:extLst>
          </p:cNvPr>
          <p:cNvSpPr txBox="1"/>
          <p:nvPr/>
        </p:nvSpPr>
        <p:spPr>
          <a:xfrm>
            <a:off x="933106" y="1136390"/>
            <a:ext cx="3073135" cy="400110"/>
          </a:xfrm>
          <a:prstGeom prst="rect">
            <a:avLst/>
          </a:prstGeom>
          <a:noFill/>
        </p:spPr>
        <p:txBody>
          <a:bodyPr wrap="square" rtlCol="0">
            <a:spAutoFit/>
          </a:bodyPr>
          <a:lstStyle/>
          <a:p>
            <a:r>
              <a:rPr lang="en-US" altLang="zh-CN" sz="2000" b="1" dirty="0">
                <a:solidFill>
                  <a:schemeClr val="accent3">
                    <a:lumMod val="75000"/>
                  </a:schemeClr>
                </a:solidFill>
                <a:latin typeface="Arial Narrow" panose="020B0606020202030204" pitchFamily="34" charset="0"/>
              </a:rPr>
              <a:t>CSMA/CA</a:t>
            </a:r>
            <a:r>
              <a:rPr lang="zh-CN" altLang="en-US" sz="2000" b="1" dirty="0">
                <a:solidFill>
                  <a:schemeClr val="accent3">
                    <a:lumMod val="75000"/>
                  </a:schemeClr>
                </a:solidFill>
                <a:latin typeface="Arial Narrow" panose="020B0606020202030204" pitchFamily="34" charset="0"/>
              </a:rPr>
              <a:t>协议的退避算法</a:t>
            </a:r>
            <a:endParaRPr lang="en-US" altLang="zh-CN" sz="2000" b="1" dirty="0">
              <a:solidFill>
                <a:schemeClr val="accent3">
                  <a:lumMod val="75000"/>
                </a:schemeClr>
              </a:solidFill>
              <a:latin typeface="Arial Narrow" panose="020B0606020202030204" pitchFamily="34" charset="0"/>
            </a:endParaRPr>
          </a:p>
        </p:txBody>
      </p:sp>
      <p:grpSp>
        <p:nvGrpSpPr>
          <p:cNvPr id="13" name="组合 12">
            <a:extLst>
              <a:ext uri="{FF2B5EF4-FFF2-40B4-BE49-F238E27FC236}">
                <a16:creationId xmlns:a16="http://schemas.microsoft.com/office/drawing/2014/main" id="{E9A2CF87-7897-4277-AB56-597BB724D1E8}"/>
              </a:ext>
            </a:extLst>
          </p:cNvPr>
          <p:cNvGrpSpPr/>
          <p:nvPr/>
        </p:nvGrpSpPr>
        <p:grpSpPr>
          <a:xfrm>
            <a:off x="301453" y="2114550"/>
            <a:ext cx="11585747" cy="4242832"/>
            <a:chOff x="301453" y="2114550"/>
            <a:chExt cx="11585747" cy="4242832"/>
          </a:xfrm>
        </p:grpSpPr>
        <p:grpSp>
          <p:nvGrpSpPr>
            <p:cNvPr id="9" name="组合 8">
              <a:extLst>
                <a:ext uri="{FF2B5EF4-FFF2-40B4-BE49-F238E27FC236}">
                  <a16:creationId xmlns:a16="http://schemas.microsoft.com/office/drawing/2014/main" id="{F70F822C-DE16-4310-9F97-F48544C3CE25}"/>
                </a:ext>
              </a:extLst>
            </p:cNvPr>
            <p:cNvGrpSpPr/>
            <p:nvPr/>
          </p:nvGrpSpPr>
          <p:grpSpPr>
            <a:xfrm>
              <a:off x="301453" y="2114550"/>
              <a:ext cx="11585747" cy="369332"/>
              <a:chOff x="301453" y="2127250"/>
              <a:chExt cx="11585747" cy="369332"/>
            </a:xfrm>
          </p:grpSpPr>
          <p:sp>
            <p:nvSpPr>
              <p:cNvPr id="5" name="文本框 4">
                <a:extLst>
                  <a:ext uri="{FF2B5EF4-FFF2-40B4-BE49-F238E27FC236}">
                    <a16:creationId xmlns:a16="http://schemas.microsoft.com/office/drawing/2014/main" id="{98212C5E-A627-4715-9E94-7A2C08F57E9A}"/>
                  </a:ext>
                </a:extLst>
              </p:cNvPr>
              <p:cNvSpPr txBox="1"/>
              <p:nvPr/>
            </p:nvSpPr>
            <p:spPr>
              <a:xfrm>
                <a:off x="301453" y="2127250"/>
                <a:ext cx="317500" cy="369332"/>
              </a:xfrm>
              <a:prstGeom prst="rect">
                <a:avLst/>
              </a:prstGeom>
              <a:noFill/>
            </p:spPr>
            <p:txBody>
              <a:bodyPr wrap="square" rtlCol="0">
                <a:spAutoFit/>
              </a:bodyPr>
              <a:lstStyle/>
              <a:p>
                <a:r>
                  <a:rPr lang="en-US" altLang="zh-CN" b="1" dirty="0"/>
                  <a:t>A</a:t>
                </a:r>
                <a:endParaRPr lang="zh-CN" altLang="en-US" b="1" dirty="0"/>
              </a:p>
            </p:txBody>
          </p:sp>
          <p:cxnSp>
            <p:nvCxnSpPr>
              <p:cNvPr id="7" name="直接箭头连接符 6">
                <a:extLst>
                  <a:ext uri="{FF2B5EF4-FFF2-40B4-BE49-F238E27FC236}">
                    <a16:creationId xmlns:a16="http://schemas.microsoft.com/office/drawing/2014/main" id="{81EE003A-BB57-4E9D-BC38-C9FB2621EEDF}"/>
                  </a:ext>
                </a:extLst>
              </p:cNvPr>
              <p:cNvCxnSpPr>
                <a:cxnSpLocks/>
              </p:cNvCxnSpPr>
              <p:nvPr/>
            </p:nvCxnSpPr>
            <p:spPr>
              <a:xfrm>
                <a:off x="618953" y="2311916"/>
                <a:ext cx="10639597" cy="0"/>
              </a:xfrm>
              <a:prstGeom prst="straightConnector1">
                <a:avLst/>
              </a:prstGeom>
              <a:ln w="12700">
                <a:solidFill>
                  <a:schemeClr val="tx1"/>
                </a:solidFill>
                <a:tailEnd type="triangle"/>
              </a:ln>
            </p:spPr>
            <p:style>
              <a:lnRef idx="1">
                <a:schemeClr val="accent1"/>
              </a:lnRef>
              <a:fillRef idx="0">
                <a:schemeClr val="accent1"/>
              </a:fillRef>
              <a:effectRef idx="0">
                <a:schemeClr val="accent1"/>
              </a:effectRef>
              <a:fontRef idx="minor">
                <a:schemeClr val="tx1"/>
              </a:fontRef>
            </p:style>
          </p:cxnSp>
          <p:sp>
            <p:nvSpPr>
              <p:cNvPr id="18" name="文本框 17">
                <a:extLst>
                  <a:ext uri="{FF2B5EF4-FFF2-40B4-BE49-F238E27FC236}">
                    <a16:creationId xmlns:a16="http://schemas.microsoft.com/office/drawing/2014/main" id="{43434842-FD43-443A-BD2B-1D64CC692256}"/>
                  </a:ext>
                </a:extLst>
              </p:cNvPr>
              <p:cNvSpPr txBox="1"/>
              <p:nvPr/>
            </p:nvSpPr>
            <p:spPr>
              <a:xfrm>
                <a:off x="11236152" y="2127250"/>
                <a:ext cx="651048" cy="369332"/>
              </a:xfrm>
              <a:prstGeom prst="rect">
                <a:avLst/>
              </a:prstGeom>
              <a:noFill/>
            </p:spPr>
            <p:txBody>
              <a:bodyPr wrap="square" rtlCol="0">
                <a:spAutoFit/>
              </a:bodyPr>
              <a:lstStyle/>
              <a:p>
                <a:r>
                  <a:rPr lang="zh-CN" altLang="en-US" b="1" dirty="0"/>
                  <a:t>时间</a:t>
                </a:r>
              </a:p>
            </p:txBody>
          </p:sp>
        </p:grpSp>
        <p:grpSp>
          <p:nvGrpSpPr>
            <p:cNvPr id="20" name="组合 19">
              <a:extLst>
                <a:ext uri="{FF2B5EF4-FFF2-40B4-BE49-F238E27FC236}">
                  <a16:creationId xmlns:a16="http://schemas.microsoft.com/office/drawing/2014/main" id="{00356708-64D7-4FEC-A958-DADDA07C8044}"/>
                </a:ext>
              </a:extLst>
            </p:cNvPr>
            <p:cNvGrpSpPr/>
            <p:nvPr/>
          </p:nvGrpSpPr>
          <p:grpSpPr>
            <a:xfrm>
              <a:off x="301453" y="3082925"/>
              <a:ext cx="11585747" cy="369332"/>
              <a:chOff x="301453" y="2127250"/>
              <a:chExt cx="11585747" cy="369332"/>
            </a:xfrm>
          </p:grpSpPr>
          <p:sp>
            <p:nvSpPr>
              <p:cNvPr id="21" name="文本框 20">
                <a:extLst>
                  <a:ext uri="{FF2B5EF4-FFF2-40B4-BE49-F238E27FC236}">
                    <a16:creationId xmlns:a16="http://schemas.microsoft.com/office/drawing/2014/main" id="{06B86E04-3B9C-4ADC-8B51-44D6E7DD4183}"/>
                  </a:ext>
                </a:extLst>
              </p:cNvPr>
              <p:cNvSpPr txBox="1"/>
              <p:nvPr/>
            </p:nvSpPr>
            <p:spPr>
              <a:xfrm>
                <a:off x="301453" y="2127250"/>
                <a:ext cx="317500" cy="369332"/>
              </a:xfrm>
              <a:prstGeom prst="rect">
                <a:avLst/>
              </a:prstGeom>
              <a:noFill/>
            </p:spPr>
            <p:txBody>
              <a:bodyPr wrap="square" rtlCol="0">
                <a:spAutoFit/>
              </a:bodyPr>
              <a:lstStyle/>
              <a:p>
                <a:r>
                  <a:rPr lang="en-US" altLang="zh-CN" b="1" dirty="0"/>
                  <a:t>B</a:t>
                </a:r>
                <a:endParaRPr lang="zh-CN" altLang="en-US" b="1" dirty="0"/>
              </a:p>
            </p:txBody>
          </p:sp>
          <p:cxnSp>
            <p:nvCxnSpPr>
              <p:cNvPr id="22" name="直接箭头连接符 21">
                <a:extLst>
                  <a:ext uri="{FF2B5EF4-FFF2-40B4-BE49-F238E27FC236}">
                    <a16:creationId xmlns:a16="http://schemas.microsoft.com/office/drawing/2014/main" id="{21C47F2C-1D11-44B4-9B45-DA867CBC5C4C}"/>
                  </a:ext>
                </a:extLst>
              </p:cNvPr>
              <p:cNvCxnSpPr>
                <a:cxnSpLocks/>
              </p:cNvCxnSpPr>
              <p:nvPr/>
            </p:nvCxnSpPr>
            <p:spPr>
              <a:xfrm>
                <a:off x="618953" y="2311916"/>
                <a:ext cx="10639597" cy="0"/>
              </a:xfrm>
              <a:prstGeom prst="straightConnector1">
                <a:avLst/>
              </a:prstGeom>
              <a:ln w="12700">
                <a:solidFill>
                  <a:schemeClr val="tx1"/>
                </a:solidFill>
                <a:tailEnd type="triangle"/>
              </a:ln>
            </p:spPr>
            <p:style>
              <a:lnRef idx="1">
                <a:schemeClr val="accent1"/>
              </a:lnRef>
              <a:fillRef idx="0">
                <a:schemeClr val="accent1"/>
              </a:fillRef>
              <a:effectRef idx="0">
                <a:schemeClr val="accent1"/>
              </a:effectRef>
              <a:fontRef idx="minor">
                <a:schemeClr val="tx1"/>
              </a:fontRef>
            </p:style>
          </p:cxnSp>
          <p:sp>
            <p:nvSpPr>
              <p:cNvPr id="23" name="文本框 22">
                <a:extLst>
                  <a:ext uri="{FF2B5EF4-FFF2-40B4-BE49-F238E27FC236}">
                    <a16:creationId xmlns:a16="http://schemas.microsoft.com/office/drawing/2014/main" id="{85B4B40A-DAF5-43E8-BD2D-8A341DB1F3F7}"/>
                  </a:ext>
                </a:extLst>
              </p:cNvPr>
              <p:cNvSpPr txBox="1"/>
              <p:nvPr/>
            </p:nvSpPr>
            <p:spPr>
              <a:xfrm>
                <a:off x="11236152" y="2127250"/>
                <a:ext cx="651048" cy="369332"/>
              </a:xfrm>
              <a:prstGeom prst="rect">
                <a:avLst/>
              </a:prstGeom>
              <a:noFill/>
            </p:spPr>
            <p:txBody>
              <a:bodyPr wrap="square" rtlCol="0">
                <a:spAutoFit/>
              </a:bodyPr>
              <a:lstStyle/>
              <a:p>
                <a:r>
                  <a:rPr lang="zh-CN" altLang="en-US" b="1" dirty="0"/>
                  <a:t>时间</a:t>
                </a:r>
              </a:p>
            </p:txBody>
          </p:sp>
        </p:grpSp>
        <p:grpSp>
          <p:nvGrpSpPr>
            <p:cNvPr id="24" name="组合 23">
              <a:extLst>
                <a:ext uri="{FF2B5EF4-FFF2-40B4-BE49-F238E27FC236}">
                  <a16:creationId xmlns:a16="http://schemas.microsoft.com/office/drawing/2014/main" id="{CC49AA89-10C4-4935-B2E2-2061899D8C7E}"/>
                </a:ext>
              </a:extLst>
            </p:cNvPr>
            <p:cNvGrpSpPr/>
            <p:nvPr/>
          </p:nvGrpSpPr>
          <p:grpSpPr>
            <a:xfrm>
              <a:off x="301453" y="4051300"/>
              <a:ext cx="11585747" cy="369332"/>
              <a:chOff x="301453" y="2127250"/>
              <a:chExt cx="11585747" cy="369332"/>
            </a:xfrm>
          </p:grpSpPr>
          <p:sp>
            <p:nvSpPr>
              <p:cNvPr id="25" name="文本框 24">
                <a:extLst>
                  <a:ext uri="{FF2B5EF4-FFF2-40B4-BE49-F238E27FC236}">
                    <a16:creationId xmlns:a16="http://schemas.microsoft.com/office/drawing/2014/main" id="{DDC36859-BAF7-4414-9967-51A1FCC384C5}"/>
                  </a:ext>
                </a:extLst>
              </p:cNvPr>
              <p:cNvSpPr txBox="1"/>
              <p:nvPr/>
            </p:nvSpPr>
            <p:spPr>
              <a:xfrm>
                <a:off x="301453" y="2127250"/>
                <a:ext cx="317500" cy="369332"/>
              </a:xfrm>
              <a:prstGeom prst="rect">
                <a:avLst/>
              </a:prstGeom>
              <a:noFill/>
            </p:spPr>
            <p:txBody>
              <a:bodyPr wrap="square" rtlCol="0">
                <a:spAutoFit/>
              </a:bodyPr>
              <a:lstStyle/>
              <a:p>
                <a:r>
                  <a:rPr lang="en-US" altLang="zh-CN" b="1" dirty="0"/>
                  <a:t>C</a:t>
                </a:r>
                <a:endParaRPr lang="zh-CN" altLang="en-US" b="1" dirty="0"/>
              </a:p>
            </p:txBody>
          </p:sp>
          <p:cxnSp>
            <p:nvCxnSpPr>
              <p:cNvPr id="26" name="直接箭头连接符 25">
                <a:extLst>
                  <a:ext uri="{FF2B5EF4-FFF2-40B4-BE49-F238E27FC236}">
                    <a16:creationId xmlns:a16="http://schemas.microsoft.com/office/drawing/2014/main" id="{59D5C84C-13EB-471C-AC1B-ED088F8DA00C}"/>
                  </a:ext>
                </a:extLst>
              </p:cNvPr>
              <p:cNvCxnSpPr>
                <a:cxnSpLocks/>
              </p:cNvCxnSpPr>
              <p:nvPr/>
            </p:nvCxnSpPr>
            <p:spPr>
              <a:xfrm>
                <a:off x="618953" y="2311916"/>
                <a:ext cx="10639597" cy="0"/>
              </a:xfrm>
              <a:prstGeom prst="straightConnector1">
                <a:avLst/>
              </a:prstGeom>
              <a:ln w="12700">
                <a:solidFill>
                  <a:schemeClr val="tx1"/>
                </a:solidFill>
                <a:tailEnd type="triangle"/>
              </a:ln>
            </p:spPr>
            <p:style>
              <a:lnRef idx="1">
                <a:schemeClr val="accent1"/>
              </a:lnRef>
              <a:fillRef idx="0">
                <a:schemeClr val="accent1"/>
              </a:fillRef>
              <a:effectRef idx="0">
                <a:schemeClr val="accent1"/>
              </a:effectRef>
              <a:fontRef idx="minor">
                <a:schemeClr val="tx1"/>
              </a:fontRef>
            </p:style>
          </p:cxnSp>
          <p:sp>
            <p:nvSpPr>
              <p:cNvPr id="27" name="文本框 26">
                <a:extLst>
                  <a:ext uri="{FF2B5EF4-FFF2-40B4-BE49-F238E27FC236}">
                    <a16:creationId xmlns:a16="http://schemas.microsoft.com/office/drawing/2014/main" id="{8368E69A-3C84-432C-A6F1-72BC4FA1B8FC}"/>
                  </a:ext>
                </a:extLst>
              </p:cNvPr>
              <p:cNvSpPr txBox="1"/>
              <p:nvPr/>
            </p:nvSpPr>
            <p:spPr>
              <a:xfrm>
                <a:off x="11236152" y="2127250"/>
                <a:ext cx="651048" cy="369332"/>
              </a:xfrm>
              <a:prstGeom prst="rect">
                <a:avLst/>
              </a:prstGeom>
              <a:noFill/>
            </p:spPr>
            <p:txBody>
              <a:bodyPr wrap="square" rtlCol="0">
                <a:spAutoFit/>
              </a:bodyPr>
              <a:lstStyle/>
              <a:p>
                <a:r>
                  <a:rPr lang="zh-CN" altLang="en-US" b="1" dirty="0"/>
                  <a:t>时间</a:t>
                </a:r>
              </a:p>
            </p:txBody>
          </p:sp>
        </p:grpSp>
        <p:grpSp>
          <p:nvGrpSpPr>
            <p:cNvPr id="28" name="组合 27">
              <a:extLst>
                <a:ext uri="{FF2B5EF4-FFF2-40B4-BE49-F238E27FC236}">
                  <a16:creationId xmlns:a16="http://schemas.microsoft.com/office/drawing/2014/main" id="{18A6842A-867A-4CE9-AA31-799F47B9F6FF}"/>
                </a:ext>
              </a:extLst>
            </p:cNvPr>
            <p:cNvGrpSpPr/>
            <p:nvPr/>
          </p:nvGrpSpPr>
          <p:grpSpPr>
            <a:xfrm>
              <a:off x="301453" y="5019675"/>
              <a:ext cx="11585747" cy="369332"/>
              <a:chOff x="301453" y="2127250"/>
              <a:chExt cx="11585747" cy="369332"/>
            </a:xfrm>
          </p:grpSpPr>
          <p:sp>
            <p:nvSpPr>
              <p:cNvPr id="29" name="文本框 28">
                <a:extLst>
                  <a:ext uri="{FF2B5EF4-FFF2-40B4-BE49-F238E27FC236}">
                    <a16:creationId xmlns:a16="http://schemas.microsoft.com/office/drawing/2014/main" id="{1CF7B8BF-DAFB-4AC5-BB98-3ABFE4C2FC61}"/>
                  </a:ext>
                </a:extLst>
              </p:cNvPr>
              <p:cNvSpPr txBox="1"/>
              <p:nvPr/>
            </p:nvSpPr>
            <p:spPr>
              <a:xfrm>
                <a:off x="301453" y="2127250"/>
                <a:ext cx="317500" cy="369332"/>
              </a:xfrm>
              <a:prstGeom prst="rect">
                <a:avLst/>
              </a:prstGeom>
              <a:noFill/>
            </p:spPr>
            <p:txBody>
              <a:bodyPr wrap="square" rtlCol="0">
                <a:spAutoFit/>
              </a:bodyPr>
              <a:lstStyle/>
              <a:p>
                <a:r>
                  <a:rPr lang="en-US" altLang="zh-CN" b="1" dirty="0"/>
                  <a:t>D</a:t>
                </a:r>
                <a:endParaRPr lang="zh-CN" altLang="en-US" b="1" dirty="0"/>
              </a:p>
            </p:txBody>
          </p:sp>
          <p:cxnSp>
            <p:nvCxnSpPr>
              <p:cNvPr id="30" name="直接箭头连接符 29">
                <a:extLst>
                  <a:ext uri="{FF2B5EF4-FFF2-40B4-BE49-F238E27FC236}">
                    <a16:creationId xmlns:a16="http://schemas.microsoft.com/office/drawing/2014/main" id="{80131CAE-FB67-4CEA-A7F4-F616C0E8D4A9}"/>
                  </a:ext>
                </a:extLst>
              </p:cNvPr>
              <p:cNvCxnSpPr>
                <a:cxnSpLocks/>
              </p:cNvCxnSpPr>
              <p:nvPr/>
            </p:nvCxnSpPr>
            <p:spPr>
              <a:xfrm>
                <a:off x="618953" y="2311916"/>
                <a:ext cx="10639597" cy="0"/>
              </a:xfrm>
              <a:prstGeom prst="straightConnector1">
                <a:avLst/>
              </a:prstGeom>
              <a:ln w="12700">
                <a:solidFill>
                  <a:schemeClr val="tx1"/>
                </a:solidFill>
                <a:tailEnd type="triangle"/>
              </a:ln>
            </p:spPr>
            <p:style>
              <a:lnRef idx="1">
                <a:schemeClr val="accent1"/>
              </a:lnRef>
              <a:fillRef idx="0">
                <a:schemeClr val="accent1"/>
              </a:fillRef>
              <a:effectRef idx="0">
                <a:schemeClr val="accent1"/>
              </a:effectRef>
              <a:fontRef idx="minor">
                <a:schemeClr val="tx1"/>
              </a:fontRef>
            </p:style>
          </p:cxnSp>
          <p:sp>
            <p:nvSpPr>
              <p:cNvPr id="31" name="文本框 30">
                <a:extLst>
                  <a:ext uri="{FF2B5EF4-FFF2-40B4-BE49-F238E27FC236}">
                    <a16:creationId xmlns:a16="http://schemas.microsoft.com/office/drawing/2014/main" id="{45D1378E-2F5A-4993-BA87-AA9D6FAC6145}"/>
                  </a:ext>
                </a:extLst>
              </p:cNvPr>
              <p:cNvSpPr txBox="1"/>
              <p:nvPr/>
            </p:nvSpPr>
            <p:spPr>
              <a:xfrm>
                <a:off x="11236152" y="2127250"/>
                <a:ext cx="651048" cy="369332"/>
              </a:xfrm>
              <a:prstGeom prst="rect">
                <a:avLst/>
              </a:prstGeom>
              <a:noFill/>
            </p:spPr>
            <p:txBody>
              <a:bodyPr wrap="square" rtlCol="0">
                <a:spAutoFit/>
              </a:bodyPr>
              <a:lstStyle/>
              <a:p>
                <a:r>
                  <a:rPr lang="zh-CN" altLang="en-US" b="1" dirty="0"/>
                  <a:t>时间</a:t>
                </a:r>
              </a:p>
            </p:txBody>
          </p:sp>
        </p:grpSp>
        <p:grpSp>
          <p:nvGrpSpPr>
            <p:cNvPr id="32" name="组合 31">
              <a:extLst>
                <a:ext uri="{FF2B5EF4-FFF2-40B4-BE49-F238E27FC236}">
                  <a16:creationId xmlns:a16="http://schemas.microsoft.com/office/drawing/2014/main" id="{5D1ACD69-AFA4-4324-8F5B-52755B154A39}"/>
                </a:ext>
              </a:extLst>
            </p:cNvPr>
            <p:cNvGrpSpPr/>
            <p:nvPr/>
          </p:nvGrpSpPr>
          <p:grpSpPr>
            <a:xfrm>
              <a:off x="301453" y="5988050"/>
              <a:ext cx="11585747" cy="369332"/>
              <a:chOff x="301453" y="2127250"/>
              <a:chExt cx="11585747" cy="369332"/>
            </a:xfrm>
          </p:grpSpPr>
          <p:sp>
            <p:nvSpPr>
              <p:cNvPr id="33" name="文本框 32">
                <a:extLst>
                  <a:ext uri="{FF2B5EF4-FFF2-40B4-BE49-F238E27FC236}">
                    <a16:creationId xmlns:a16="http://schemas.microsoft.com/office/drawing/2014/main" id="{95B3A383-C514-4D0E-A55B-29914F864433}"/>
                  </a:ext>
                </a:extLst>
              </p:cNvPr>
              <p:cNvSpPr txBox="1"/>
              <p:nvPr/>
            </p:nvSpPr>
            <p:spPr>
              <a:xfrm>
                <a:off x="301453" y="2127250"/>
                <a:ext cx="317500" cy="369332"/>
              </a:xfrm>
              <a:prstGeom prst="rect">
                <a:avLst/>
              </a:prstGeom>
              <a:noFill/>
            </p:spPr>
            <p:txBody>
              <a:bodyPr wrap="square" rtlCol="0">
                <a:spAutoFit/>
              </a:bodyPr>
              <a:lstStyle/>
              <a:p>
                <a:r>
                  <a:rPr lang="en-US" altLang="zh-CN" b="1" dirty="0"/>
                  <a:t>E</a:t>
                </a:r>
                <a:endParaRPr lang="zh-CN" altLang="en-US" b="1" dirty="0"/>
              </a:p>
            </p:txBody>
          </p:sp>
          <p:cxnSp>
            <p:nvCxnSpPr>
              <p:cNvPr id="34" name="直接箭头连接符 33">
                <a:extLst>
                  <a:ext uri="{FF2B5EF4-FFF2-40B4-BE49-F238E27FC236}">
                    <a16:creationId xmlns:a16="http://schemas.microsoft.com/office/drawing/2014/main" id="{ABE8C6BD-1317-4107-933E-FAAA98853D60}"/>
                  </a:ext>
                </a:extLst>
              </p:cNvPr>
              <p:cNvCxnSpPr>
                <a:cxnSpLocks/>
              </p:cNvCxnSpPr>
              <p:nvPr/>
            </p:nvCxnSpPr>
            <p:spPr>
              <a:xfrm>
                <a:off x="618953" y="2311916"/>
                <a:ext cx="10639597" cy="0"/>
              </a:xfrm>
              <a:prstGeom prst="straightConnector1">
                <a:avLst/>
              </a:prstGeom>
              <a:ln w="12700">
                <a:solidFill>
                  <a:schemeClr val="tx1"/>
                </a:solidFill>
                <a:tailEnd type="triangle"/>
              </a:ln>
            </p:spPr>
            <p:style>
              <a:lnRef idx="1">
                <a:schemeClr val="accent1"/>
              </a:lnRef>
              <a:fillRef idx="0">
                <a:schemeClr val="accent1"/>
              </a:fillRef>
              <a:effectRef idx="0">
                <a:schemeClr val="accent1"/>
              </a:effectRef>
              <a:fontRef idx="minor">
                <a:schemeClr val="tx1"/>
              </a:fontRef>
            </p:style>
          </p:cxnSp>
          <p:sp>
            <p:nvSpPr>
              <p:cNvPr id="35" name="文本框 34">
                <a:extLst>
                  <a:ext uri="{FF2B5EF4-FFF2-40B4-BE49-F238E27FC236}">
                    <a16:creationId xmlns:a16="http://schemas.microsoft.com/office/drawing/2014/main" id="{404A83A0-4929-4BBC-815A-E488773F3AD2}"/>
                  </a:ext>
                </a:extLst>
              </p:cNvPr>
              <p:cNvSpPr txBox="1"/>
              <p:nvPr/>
            </p:nvSpPr>
            <p:spPr>
              <a:xfrm>
                <a:off x="11236152" y="2127250"/>
                <a:ext cx="651048" cy="369332"/>
              </a:xfrm>
              <a:prstGeom prst="rect">
                <a:avLst/>
              </a:prstGeom>
              <a:noFill/>
            </p:spPr>
            <p:txBody>
              <a:bodyPr wrap="square" rtlCol="0">
                <a:spAutoFit/>
              </a:bodyPr>
              <a:lstStyle/>
              <a:p>
                <a:r>
                  <a:rPr lang="zh-CN" altLang="en-US" b="1" dirty="0"/>
                  <a:t>时间</a:t>
                </a:r>
              </a:p>
            </p:txBody>
          </p:sp>
        </p:grpSp>
      </p:grpSp>
      <p:sp>
        <p:nvSpPr>
          <p:cNvPr id="10" name="矩形 9">
            <a:extLst>
              <a:ext uri="{FF2B5EF4-FFF2-40B4-BE49-F238E27FC236}">
                <a16:creationId xmlns:a16="http://schemas.microsoft.com/office/drawing/2014/main" id="{697F9D7E-8929-405E-8E14-2C62DC25E604}"/>
              </a:ext>
            </a:extLst>
          </p:cNvPr>
          <p:cNvSpPr/>
          <p:nvPr/>
        </p:nvSpPr>
        <p:spPr>
          <a:xfrm>
            <a:off x="618953" y="2017522"/>
            <a:ext cx="1084809" cy="281602"/>
          </a:xfrm>
          <a:prstGeom prst="rect">
            <a:avLst/>
          </a:prstGeom>
          <a:solidFill>
            <a:schemeClr val="accent3"/>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zh-CN" altLang="en-US" b="1" dirty="0"/>
              <a:t>帧</a:t>
            </a:r>
          </a:p>
        </p:txBody>
      </p:sp>
      <p:cxnSp>
        <p:nvCxnSpPr>
          <p:cNvPr id="12" name="直接箭头连接符 11">
            <a:extLst>
              <a:ext uri="{FF2B5EF4-FFF2-40B4-BE49-F238E27FC236}">
                <a16:creationId xmlns:a16="http://schemas.microsoft.com/office/drawing/2014/main" id="{2B50A283-1E92-4F41-A48E-8B348D1FB3C0}"/>
              </a:ext>
            </a:extLst>
          </p:cNvPr>
          <p:cNvCxnSpPr/>
          <p:nvPr/>
        </p:nvCxnSpPr>
        <p:spPr>
          <a:xfrm flipV="1">
            <a:off x="787400" y="2908198"/>
            <a:ext cx="0" cy="359393"/>
          </a:xfrm>
          <a:prstGeom prst="straightConnector1">
            <a:avLst/>
          </a:prstGeom>
          <a:ln w="25400">
            <a:solidFill>
              <a:schemeClr val="tx1"/>
            </a:solidFill>
            <a:tailEnd type="triangle"/>
          </a:ln>
        </p:spPr>
        <p:style>
          <a:lnRef idx="1">
            <a:schemeClr val="accent1"/>
          </a:lnRef>
          <a:fillRef idx="0">
            <a:schemeClr val="accent1"/>
          </a:fillRef>
          <a:effectRef idx="0">
            <a:schemeClr val="accent1"/>
          </a:effectRef>
          <a:fontRef idx="minor">
            <a:schemeClr val="tx1"/>
          </a:fontRef>
        </p:style>
      </p:cxnSp>
      <p:cxnSp>
        <p:nvCxnSpPr>
          <p:cNvPr id="40" name="直接箭头连接符 39">
            <a:extLst>
              <a:ext uri="{FF2B5EF4-FFF2-40B4-BE49-F238E27FC236}">
                <a16:creationId xmlns:a16="http://schemas.microsoft.com/office/drawing/2014/main" id="{8400C2FF-104A-43DB-B546-500646D19705}"/>
              </a:ext>
            </a:extLst>
          </p:cNvPr>
          <p:cNvCxnSpPr/>
          <p:nvPr/>
        </p:nvCxnSpPr>
        <p:spPr>
          <a:xfrm flipV="1">
            <a:off x="1475870" y="3871603"/>
            <a:ext cx="0" cy="359393"/>
          </a:xfrm>
          <a:prstGeom prst="straightConnector1">
            <a:avLst/>
          </a:prstGeom>
          <a:ln w="25400">
            <a:solidFill>
              <a:schemeClr val="tx1"/>
            </a:solidFill>
            <a:tailEnd type="triangle"/>
          </a:ln>
        </p:spPr>
        <p:style>
          <a:lnRef idx="1">
            <a:schemeClr val="accent1"/>
          </a:lnRef>
          <a:fillRef idx="0">
            <a:schemeClr val="accent1"/>
          </a:fillRef>
          <a:effectRef idx="0">
            <a:schemeClr val="accent1"/>
          </a:effectRef>
          <a:fontRef idx="minor">
            <a:schemeClr val="tx1"/>
          </a:fontRef>
        </p:style>
      </p:cxnSp>
      <p:cxnSp>
        <p:nvCxnSpPr>
          <p:cNvPr id="41" name="直接箭头连接符 40">
            <a:extLst>
              <a:ext uri="{FF2B5EF4-FFF2-40B4-BE49-F238E27FC236}">
                <a16:creationId xmlns:a16="http://schemas.microsoft.com/office/drawing/2014/main" id="{0381CFDA-B52B-488C-A5A1-390838BA4275}"/>
              </a:ext>
            </a:extLst>
          </p:cNvPr>
          <p:cNvCxnSpPr/>
          <p:nvPr/>
        </p:nvCxnSpPr>
        <p:spPr>
          <a:xfrm flipV="1">
            <a:off x="933106" y="4839978"/>
            <a:ext cx="0" cy="359393"/>
          </a:xfrm>
          <a:prstGeom prst="straightConnector1">
            <a:avLst/>
          </a:prstGeom>
          <a:ln w="25400">
            <a:solidFill>
              <a:schemeClr val="tx1"/>
            </a:solidFill>
            <a:tailEnd type="triangle"/>
          </a:ln>
        </p:spPr>
        <p:style>
          <a:lnRef idx="1">
            <a:schemeClr val="accent1"/>
          </a:lnRef>
          <a:fillRef idx="0">
            <a:schemeClr val="accent1"/>
          </a:fillRef>
          <a:effectRef idx="0">
            <a:schemeClr val="accent1"/>
          </a:effectRef>
          <a:fontRef idx="minor">
            <a:schemeClr val="tx1"/>
          </a:fontRef>
        </p:style>
      </p:cxnSp>
      <p:grpSp>
        <p:nvGrpSpPr>
          <p:cNvPr id="6" name="组合 5">
            <a:extLst>
              <a:ext uri="{FF2B5EF4-FFF2-40B4-BE49-F238E27FC236}">
                <a16:creationId xmlns:a16="http://schemas.microsoft.com/office/drawing/2014/main" id="{029C3617-99E5-4F26-811B-3F1D309ABE2C}"/>
              </a:ext>
            </a:extLst>
          </p:cNvPr>
          <p:cNvGrpSpPr/>
          <p:nvPr/>
        </p:nvGrpSpPr>
        <p:grpSpPr>
          <a:xfrm>
            <a:off x="1440535" y="1543170"/>
            <a:ext cx="663786" cy="4814212"/>
            <a:chOff x="1170821" y="1543170"/>
            <a:chExt cx="663786" cy="4814212"/>
          </a:xfrm>
        </p:grpSpPr>
        <p:cxnSp>
          <p:nvCxnSpPr>
            <p:cNvPr id="15" name="直接连接符 14">
              <a:extLst>
                <a:ext uri="{FF2B5EF4-FFF2-40B4-BE49-F238E27FC236}">
                  <a16:creationId xmlns:a16="http://schemas.microsoft.com/office/drawing/2014/main" id="{2EB62571-F95F-428A-905C-7021F5B14EE6}"/>
                </a:ext>
              </a:extLst>
            </p:cNvPr>
            <p:cNvCxnSpPr/>
            <p:nvPr/>
          </p:nvCxnSpPr>
          <p:spPr>
            <a:xfrm>
              <a:off x="1438383" y="1854200"/>
              <a:ext cx="0" cy="4503182"/>
            </a:xfrm>
            <a:prstGeom prst="line">
              <a:avLst/>
            </a:prstGeom>
            <a:ln w="12700">
              <a:solidFill>
                <a:schemeClr val="tx1"/>
              </a:solidFill>
              <a:prstDash val="dash"/>
              <a:tailEnd type="none"/>
            </a:ln>
          </p:spPr>
          <p:style>
            <a:lnRef idx="1">
              <a:schemeClr val="accent1"/>
            </a:lnRef>
            <a:fillRef idx="0">
              <a:schemeClr val="accent1"/>
            </a:fillRef>
            <a:effectRef idx="0">
              <a:schemeClr val="accent1"/>
            </a:effectRef>
            <a:fontRef idx="minor">
              <a:schemeClr val="tx1"/>
            </a:fontRef>
          </p:style>
        </p:cxnSp>
        <p:cxnSp>
          <p:nvCxnSpPr>
            <p:cNvPr id="44" name="直接连接符 43">
              <a:extLst>
                <a:ext uri="{FF2B5EF4-FFF2-40B4-BE49-F238E27FC236}">
                  <a16:creationId xmlns:a16="http://schemas.microsoft.com/office/drawing/2014/main" id="{74A6E55A-F432-48B6-B83B-0DEC856712CB}"/>
                </a:ext>
              </a:extLst>
            </p:cNvPr>
            <p:cNvCxnSpPr/>
            <p:nvPr/>
          </p:nvCxnSpPr>
          <p:spPr>
            <a:xfrm>
              <a:off x="1568143" y="1854200"/>
              <a:ext cx="0" cy="4503182"/>
            </a:xfrm>
            <a:prstGeom prst="line">
              <a:avLst/>
            </a:prstGeom>
            <a:ln w="12700">
              <a:solidFill>
                <a:schemeClr val="tx1"/>
              </a:solidFill>
              <a:prstDash val="dash"/>
              <a:tailEnd type="none"/>
            </a:ln>
          </p:spPr>
          <p:style>
            <a:lnRef idx="1">
              <a:schemeClr val="accent1"/>
            </a:lnRef>
            <a:fillRef idx="0">
              <a:schemeClr val="accent1"/>
            </a:fillRef>
            <a:effectRef idx="0">
              <a:schemeClr val="accent1"/>
            </a:effectRef>
            <a:fontRef idx="minor">
              <a:schemeClr val="tx1"/>
            </a:fontRef>
          </p:style>
        </p:cxnSp>
        <p:sp>
          <p:nvSpPr>
            <p:cNvPr id="17" name="文本框 16">
              <a:extLst>
                <a:ext uri="{FF2B5EF4-FFF2-40B4-BE49-F238E27FC236}">
                  <a16:creationId xmlns:a16="http://schemas.microsoft.com/office/drawing/2014/main" id="{D349859A-78D0-4AC9-9F16-EC6ABB0D5F97}"/>
                </a:ext>
              </a:extLst>
            </p:cNvPr>
            <p:cNvSpPr txBox="1"/>
            <p:nvPr/>
          </p:nvSpPr>
          <p:spPr>
            <a:xfrm>
              <a:off x="1170821" y="1543170"/>
              <a:ext cx="663786" cy="369332"/>
            </a:xfrm>
            <a:prstGeom prst="rect">
              <a:avLst/>
            </a:prstGeom>
            <a:noFill/>
          </p:spPr>
          <p:txBody>
            <a:bodyPr wrap="square" rtlCol="0">
              <a:spAutoFit/>
            </a:bodyPr>
            <a:lstStyle/>
            <a:p>
              <a:pPr algn="ctr"/>
              <a:r>
                <a:rPr lang="en-US" altLang="zh-CN" b="1" dirty="0"/>
                <a:t>DIFS</a:t>
              </a:r>
              <a:endParaRPr lang="zh-CN" altLang="en-US" b="1" dirty="0"/>
            </a:p>
          </p:txBody>
        </p:sp>
      </p:grpSp>
      <p:sp>
        <p:nvSpPr>
          <p:cNvPr id="36" name="矩形 35">
            <a:extLst>
              <a:ext uri="{FF2B5EF4-FFF2-40B4-BE49-F238E27FC236}">
                <a16:creationId xmlns:a16="http://schemas.microsoft.com/office/drawing/2014/main" id="{05DFDE18-C656-4EA3-9FA9-D9D8B368031E}"/>
              </a:ext>
            </a:extLst>
          </p:cNvPr>
          <p:cNvSpPr/>
          <p:nvPr/>
        </p:nvSpPr>
        <p:spPr>
          <a:xfrm>
            <a:off x="1833524" y="2985989"/>
            <a:ext cx="2167888" cy="281602"/>
          </a:xfrm>
          <a:prstGeom prst="rect">
            <a:avLst/>
          </a:prstGeom>
          <a:solidFill>
            <a:schemeClr val="accent4"/>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r>
              <a:rPr lang="zh-CN" altLang="en-US" b="1" dirty="0">
                <a:solidFill>
                  <a:schemeClr val="bg1"/>
                </a:solidFill>
              </a:rPr>
              <a:t>退避时间</a:t>
            </a:r>
          </a:p>
        </p:txBody>
      </p:sp>
      <p:sp>
        <p:nvSpPr>
          <p:cNvPr id="37" name="矩形 36">
            <a:extLst>
              <a:ext uri="{FF2B5EF4-FFF2-40B4-BE49-F238E27FC236}">
                <a16:creationId xmlns:a16="http://schemas.microsoft.com/office/drawing/2014/main" id="{7250B680-5336-4D68-9853-5901B50315D5}"/>
              </a:ext>
            </a:extLst>
          </p:cNvPr>
          <p:cNvSpPr/>
          <p:nvPr/>
        </p:nvSpPr>
        <p:spPr>
          <a:xfrm>
            <a:off x="1842192" y="3945913"/>
            <a:ext cx="1137832" cy="281602"/>
          </a:xfrm>
          <a:prstGeom prst="rect">
            <a:avLst/>
          </a:prstGeom>
          <a:solidFill>
            <a:schemeClr val="accent4"/>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r>
              <a:rPr lang="zh-CN" altLang="en-US" b="1" dirty="0">
                <a:solidFill>
                  <a:schemeClr val="bg1"/>
                </a:solidFill>
              </a:rPr>
              <a:t>退避时间</a:t>
            </a:r>
          </a:p>
        </p:txBody>
      </p:sp>
      <p:sp>
        <p:nvSpPr>
          <p:cNvPr id="38" name="矩形 37">
            <a:extLst>
              <a:ext uri="{FF2B5EF4-FFF2-40B4-BE49-F238E27FC236}">
                <a16:creationId xmlns:a16="http://schemas.microsoft.com/office/drawing/2014/main" id="{52F90C61-8D7A-4D86-87E6-253700D09C79}"/>
              </a:ext>
            </a:extLst>
          </p:cNvPr>
          <p:cNvSpPr/>
          <p:nvPr/>
        </p:nvSpPr>
        <p:spPr>
          <a:xfrm>
            <a:off x="1833524" y="4922739"/>
            <a:ext cx="1482274" cy="281602"/>
          </a:xfrm>
          <a:prstGeom prst="rect">
            <a:avLst/>
          </a:prstGeom>
          <a:solidFill>
            <a:schemeClr val="accent4"/>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r>
              <a:rPr lang="zh-CN" altLang="en-US" b="1" dirty="0">
                <a:solidFill>
                  <a:schemeClr val="bg1"/>
                </a:solidFill>
              </a:rPr>
              <a:t>退避时间</a:t>
            </a:r>
          </a:p>
        </p:txBody>
      </p:sp>
      <p:cxnSp>
        <p:nvCxnSpPr>
          <p:cNvPr id="42" name="直接连接符 41">
            <a:extLst>
              <a:ext uri="{FF2B5EF4-FFF2-40B4-BE49-F238E27FC236}">
                <a16:creationId xmlns:a16="http://schemas.microsoft.com/office/drawing/2014/main" id="{0107F655-AE59-46C4-B4E7-920BC8D7634D}"/>
              </a:ext>
            </a:extLst>
          </p:cNvPr>
          <p:cNvCxnSpPr>
            <a:cxnSpLocks/>
          </p:cNvCxnSpPr>
          <p:nvPr/>
        </p:nvCxnSpPr>
        <p:spPr>
          <a:xfrm>
            <a:off x="2980024" y="2478958"/>
            <a:ext cx="0" cy="2720413"/>
          </a:xfrm>
          <a:prstGeom prst="line">
            <a:avLst/>
          </a:prstGeom>
          <a:ln w="12700">
            <a:solidFill>
              <a:schemeClr val="tx1"/>
            </a:solidFill>
            <a:prstDash val="dash"/>
            <a:tailEnd type="none"/>
          </a:ln>
        </p:spPr>
        <p:style>
          <a:lnRef idx="1">
            <a:schemeClr val="accent1"/>
          </a:lnRef>
          <a:fillRef idx="0">
            <a:schemeClr val="accent1"/>
          </a:fillRef>
          <a:effectRef idx="0">
            <a:schemeClr val="accent1"/>
          </a:effectRef>
          <a:fontRef idx="minor">
            <a:schemeClr val="tx1"/>
          </a:fontRef>
        </p:style>
      </p:cxnSp>
      <p:grpSp>
        <p:nvGrpSpPr>
          <p:cNvPr id="14" name="组合 13">
            <a:extLst>
              <a:ext uri="{FF2B5EF4-FFF2-40B4-BE49-F238E27FC236}">
                <a16:creationId xmlns:a16="http://schemas.microsoft.com/office/drawing/2014/main" id="{202147AC-7DB2-4D47-94CB-CF179DAF2DD4}"/>
              </a:ext>
            </a:extLst>
          </p:cNvPr>
          <p:cNvGrpSpPr/>
          <p:nvPr/>
        </p:nvGrpSpPr>
        <p:grpSpPr>
          <a:xfrm>
            <a:off x="2927059" y="2388289"/>
            <a:ext cx="1074353" cy="881175"/>
            <a:chOff x="2927059" y="2388289"/>
            <a:chExt cx="1074353" cy="881175"/>
          </a:xfrm>
        </p:grpSpPr>
        <p:sp>
          <p:nvSpPr>
            <p:cNvPr id="43" name="文本框 42">
              <a:extLst>
                <a:ext uri="{FF2B5EF4-FFF2-40B4-BE49-F238E27FC236}">
                  <a16:creationId xmlns:a16="http://schemas.microsoft.com/office/drawing/2014/main" id="{EEA82309-5129-4143-B44B-4DF3CA04F5D6}"/>
                </a:ext>
              </a:extLst>
            </p:cNvPr>
            <p:cNvSpPr txBox="1"/>
            <p:nvPr/>
          </p:nvSpPr>
          <p:spPr>
            <a:xfrm>
              <a:off x="2927059" y="2388289"/>
              <a:ext cx="651046" cy="646331"/>
            </a:xfrm>
            <a:prstGeom prst="rect">
              <a:avLst/>
            </a:prstGeom>
            <a:noFill/>
          </p:spPr>
          <p:txBody>
            <a:bodyPr wrap="square" rtlCol="0">
              <a:spAutoFit/>
            </a:bodyPr>
            <a:lstStyle/>
            <a:p>
              <a:r>
                <a:rPr lang="zh-CN" altLang="en-US" b="1" dirty="0">
                  <a:solidFill>
                    <a:schemeClr val="accent1">
                      <a:lumMod val="75000"/>
                    </a:schemeClr>
                  </a:solidFill>
                </a:rPr>
                <a:t>冻</a:t>
              </a:r>
              <a:endParaRPr lang="en-US" altLang="zh-CN" b="1" dirty="0">
                <a:solidFill>
                  <a:schemeClr val="accent1">
                    <a:lumMod val="75000"/>
                  </a:schemeClr>
                </a:solidFill>
              </a:endParaRPr>
            </a:p>
            <a:p>
              <a:r>
                <a:rPr lang="zh-CN" altLang="en-US" b="1" dirty="0">
                  <a:solidFill>
                    <a:schemeClr val="accent1">
                      <a:lumMod val="75000"/>
                    </a:schemeClr>
                  </a:solidFill>
                </a:rPr>
                <a:t>结</a:t>
              </a:r>
            </a:p>
          </p:txBody>
        </p:sp>
        <p:sp>
          <p:nvSpPr>
            <p:cNvPr id="11" name="矩形 10">
              <a:extLst>
                <a:ext uri="{FF2B5EF4-FFF2-40B4-BE49-F238E27FC236}">
                  <a16:creationId xmlns:a16="http://schemas.microsoft.com/office/drawing/2014/main" id="{2315ACCD-0131-46D3-BBB6-80845E926FB6}"/>
                </a:ext>
              </a:extLst>
            </p:cNvPr>
            <p:cNvSpPr/>
            <p:nvPr/>
          </p:nvSpPr>
          <p:spPr>
            <a:xfrm>
              <a:off x="2979877" y="2987867"/>
              <a:ext cx="1021535" cy="281597"/>
            </a:xfrm>
            <a:prstGeom prst="rect">
              <a:avLst/>
            </a:prstGeom>
            <a:pattFill prst="wdDnDiag">
              <a:fgClr>
                <a:schemeClr val="accent1">
                  <a:lumMod val="75000"/>
                </a:schemeClr>
              </a:fgClr>
              <a:bgClr>
                <a:schemeClr val="bg1"/>
              </a:bgClr>
            </a:patt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grpSp>
      <p:sp>
        <p:nvSpPr>
          <p:cNvPr id="89" name="矩形 88">
            <a:extLst>
              <a:ext uri="{FF2B5EF4-FFF2-40B4-BE49-F238E27FC236}">
                <a16:creationId xmlns:a16="http://schemas.microsoft.com/office/drawing/2014/main" id="{3EBC9E5E-592F-4B75-B057-0CFF704DF43F}"/>
              </a:ext>
            </a:extLst>
          </p:cNvPr>
          <p:cNvSpPr/>
          <p:nvPr/>
        </p:nvSpPr>
        <p:spPr>
          <a:xfrm>
            <a:off x="2977732" y="3945913"/>
            <a:ext cx="1229842" cy="281602"/>
          </a:xfrm>
          <a:prstGeom prst="rect">
            <a:avLst/>
          </a:prstGeom>
          <a:solidFill>
            <a:schemeClr val="accent3"/>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zh-CN" altLang="en-US" b="1" dirty="0"/>
              <a:t>帧</a:t>
            </a:r>
          </a:p>
        </p:txBody>
      </p:sp>
      <p:grpSp>
        <p:nvGrpSpPr>
          <p:cNvPr id="16" name="组合 15">
            <a:extLst>
              <a:ext uri="{FF2B5EF4-FFF2-40B4-BE49-F238E27FC236}">
                <a16:creationId xmlns:a16="http://schemas.microsoft.com/office/drawing/2014/main" id="{8D4F798D-F4E4-4A14-8E6A-3C6C6FADCBC7}"/>
              </a:ext>
            </a:extLst>
          </p:cNvPr>
          <p:cNvGrpSpPr/>
          <p:nvPr/>
        </p:nvGrpSpPr>
        <p:grpSpPr>
          <a:xfrm>
            <a:off x="2927059" y="4318184"/>
            <a:ext cx="651046" cy="881175"/>
            <a:chOff x="2927059" y="4318184"/>
            <a:chExt cx="651046" cy="881175"/>
          </a:xfrm>
        </p:grpSpPr>
        <p:sp>
          <p:nvSpPr>
            <p:cNvPr id="104" name="文本框 103">
              <a:extLst>
                <a:ext uri="{FF2B5EF4-FFF2-40B4-BE49-F238E27FC236}">
                  <a16:creationId xmlns:a16="http://schemas.microsoft.com/office/drawing/2014/main" id="{FF8AA019-42D7-4AE4-94D9-2FC4C51EDF4D}"/>
                </a:ext>
              </a:extLst>
            </p:cNvPr>
            <p:cNvSpPr txBox="1"/>
            <p:nvPr/>
          </p:nvSpPr>
          <p:spPr>
            <a:xfrm>
              <a:off x="2927059" y="4318184"/>
              <a:ext cx="651046" cy="646331"/>
            </a:xfrm>
            <a:prstGeom prst="rect">
              <a:avLst/>
            </a:prstGeom>
            <a:noFill/>
          </p:spPr>
          <p:txBody>
            <a:bodyPr wrap="square" rtlCol="0">
              <a:spAutoFit/>
            </a:bodyPr>
            <a:lstStyle/>
            <a:p>
              <a:r>
                <a:rPr lang="zh-CN" altLang="en-US" b="1" dirty="0">
                  <a:solidFill>
                    <a:schemeClr val="accent1">
                      <a:lumMod val="75000"/>
                    </a:schemeClr>
                  </a:solidFill>
                </a:rPr>
                <a:t>冻</a:t>
              </a:r>
              <a:endParaRPr lang="en-US" altLang="zh-CN" b="1" dirty="0">
                <a:solidFill>
                  <a:schemeClr val="accent1">
                    <a:lumMod val="75000"/>
                  </a:schemeClr>
                </a:solidFill>
              </a:endParaRPr>
            </a:p>
            <a:p>
              <a:r>
                <a:rPr lang="zh-CN" altLang="en-US" b="1" dirty="0">
                  <a:solidFill>
                    <a:schemeClr val="accent1">
                      <a:lumMod val="75000"/>
                    </a:schemeClr>
                  </a:solidFill>
                </a:rPr>
                <a:t>结</a:t>
              </a:r>
            </a:p>
          </p:txBody>
        </p:sp>
        <p:sp>
          <p:nvSpPr>
            <p:cNvPr id="105" name="矩形 104">
              <a:extLst>
                <a:ext uri="{FF2B5EF4-FFF2-40B4-BE49-F238E27FC236}">
                  <a16:creationId xmlns:a16="http://schemas.microsoft.com/office/drawing/2014/main" id="{8117F309-9170-4FAF-85D9-1C9E71048E01}"/>
                </a:ext>
              </a:extLst>
            </p:cNvPr>
            <p:cNvSpPr/>
            <p:nvPr/>
          </p:nvSpPr>
          <p:spPr>
            <a:xfrm>
              <a:off x="2979878" y="4917762"/>
              <a:ext cx="335923" cy="281597"/>
            </a:xfrm>
            <a:prstGeom prst="rect">
              <a:avLst/>
            </a:prstGeom>
            <a:pattFill prst="wdDnDiag">
              <a:fgClr>
                <a:schemeClr val="accent1">
                  <a:lumMod val="75000"/>
                </a:schemeClr>
              </a:fgClr>
              <a:bgClr>
                <a:schemeClr val="bg1"/>
              </a:bgClr>
            </a:patt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grpSp>
      <p:grpSp>
        <p:nvGrpSpPr>
          <p:cNvPr id="107" name="组合 106">
            <a:extLst>
              <a:ext uri="{FF2B5EF4-FFF2-40B4-BE49-F238E27FC236}">
                <a16:creationId xmlns:a16="http://schemas.microsoft.com/office/drawing/2014/main" id="{11BF812F-A8AC-4910-B8A1-998CA4BCDB8C}"/>
              </a:ext>
            </a:extLst>
          </p:cNvPr>
          <p:cNvGrpSpPr/>
          <p:nvPr/>
        </p:nvGrpSpPr>
        <p:grpSpPr>
          <a:xfrm>
            <a:off x="3940013" y="1543170"/>
            <a:ext cx="663786" cy="4814212"/>
            <a:chOff x="1170821" y="1543170"/>
            <a:chExt cx="663786" cy="4814212"/>
          </a:xfrm>
        </p:grpSpPr>
        <p:cxnSp>
          <p:nvCxnSpPr>
            <p:cNvPr id="108" name="直接连接符 107">
              <a:extLst>
                <a:ext uri="{FF2B5EF4-FFF2-40B4-BE49-F238E27FC236}">
                  <a16:creationId xmlns:a16="http://schemas.microsoft.com/office/drawing/2014/main" id="{21529D3D-5559-4643-BF1B-83F63D438BF0}"/>
                </a:ext>
              </a:extLst>
            </p:cNvPr>
            <p:cNvCxnSpPr/>
            <p:nvPr/>
          </p:nvCxnSpPr>
          <p:spPr>
            <a:xfrm>
              <a:off x="1438383" y="1854200"/>
              <a:ext cx="0" cy="4503182"/>
            </a:xfrm>
            <a:prstGeom prst="line">
              <a:avLst/>
            </a:prstGeom>
            <a:ln w="12700">
              <a:solidFill>
                <a:schemeClr val="tx1"/>
              </a:solidFill>
              <a:prstDash val="dash"/>
              <a:tailEnd type="none"/>
            </a:ln>
          </p:spPr>
          <p:style>
            <a:lnRef idx="1">
              <a:schemeClr val="accent1"/>
            </a:lnRef>
            <a:fillRef idx="0">
              <a:schemeClr val="accent1"/>
            </a:fillRef>
            <a:effectRef idx="0">
              <a:schemeClr val="accent1"/>
            </a:effectRef>
            <a:fontRef idx="minor">
              <a:schemeClr val="tx1"/>
            </a:fontRef>
          </p:style>
        </p:cxnSp>
        <p:cxnSp>
          <p:nvCxnSpPr>
            <p:cNvPr id="110" name="直接连接符 109">
              <a:extLst>
                <a:ext uri="{FF2B5EF4-FFF2-40B4-BE49-F238E27FC236}">
                  <a16:creationId xmlns:a16="http://schemas.microsoft.com/office/drawing/2014/main" id="{7895B3C0-C1B2-4BCB-90EF-8A5C36EBF541}"/>
                </a:ext>
              </a:extLst>
            </p:cNvPr>
            <p:cNvCxnSpPr/>
            <p:nvPr/>
          </p:nvCxnSpPr>
          <p:spPr>
            <a:xfrm>
              <a:off x="1568143" y="1854200"/>
              <a:ext cx="0" cy="4503182"/>
            </a:xfrm>
            <a:prstGeom prst="line">
              <a:avLst/>
            </a:prstGeom>
            <a:ln w="12700">
              <a:solidFill>
                <a:schemeClr val="tx1"/>
              </a:solidFill>
              <a:prstDash val="dash"/>
              <a:tailEnd type="none"/>
            </a:ln>
          </p:spPr>
          <p:style>
            <a:lnRef idx="1">
              <a:schemeClr val="accent1"/>
            </a:lnRef>
            <a:fillRef idx="0">
              <a:schemeClr val="accent1"/>
            </a:fillRef>
            <a:effectRef idx="0">
              <a:schemeClr val="accent1"/>
            </a:effectRef>
            <a:fontRef idx="minor">
              <a:schemeClr val="tx1"/>
            </a:fontRef>
          </p:style>
        </p:cxnSp>
        <p:sp>
          <p:nvSpPr>
            <p:cNvPr id="111" name="文本框 110">
              <a:extLst>
                <a:ext uri="{FF2B5EF4-FFF2-40B4-BE49-F238E27FC236}">
                  <a16:creationId xmlns:a16="http://schemas.microsoft.com/office/drawing/2014/main" id="{73460598-F141-42CA-8CE3-0E304DFB9A7D}"/>
                </a:ext>
              </a:extLst>
            </p:cNvPr>
            <p:cNvSpPr txBox="1"/>
            <p:nvPr/>
          </p:nvSpPr>
          <p:spPr>
            <a:xfrm>
              <a:off x="1170821" y="1543170"/>
              <a:ext cx="663786" cy="369332"/>
            </a:xfrm>
            <a:prstGeom prst="rect">
              <a:avLst/>
            </a:prstGeom>
            <a:noFill/>
          </p:spPr>
          <p:txBody>
            <a:bodyPr wrap="square" rtlCol="0">
              <a:spAutoFit/>
            </a:bodyPr>
            <a:lstStyle/>
            <a:p>
              <a:pPr algn="ctr"/>
              <a:r>
                <a:rPr lang="en-US" altLang="zh-CN" b="1" dirty="0"/>
                <a:t>DIFS</a:t>
              </a:r>
              <a:endParaRPr lang="zh-CN" altLang="en-US" b="1" dirty="0"/>
            </a:p>
          </p:txBody>
        </p:sp>
      </p:grpSp>
      <p:cxnSp>
        <p:nvCxnSpPr>
          <p:cNvPr id="116" name="直接箭头连接符 115">
            <a:extLst>
              <a:ext uri="{FF2B5EF4-FFF2-40B4-BE49-F238E27FC236}">
                <a16:creationId xmlns:a16="http://schemas.microsoft.com/office/drawing/2014/main" id="{7CDABC94-4469-456C-8832-D6A2E432108F}"/>
              </a:ext>
            </a:extLst>
          </p:cNvPr>
          <p:cNvCxnSpPr/>
          <p:nvPr/>
        </p:nvCxnSpPr>
        <p:spPr>
          <a:xfrm flipV="1">
            <a:off x="3886042" y="5808353"/>
            <a:ext cx="0" cy="359393"/>
          </a:xfrm>
          <a:prstGeom prst="straightConnector1">
            <a:avLst/>
          </a:prstGeom>
          <a:ln w="25400">
            <a:solidFill>
              <a:schemeClr val="tx1"/>
            </a:solidFill>
            <a:tailEnd type="triangle"/>
          </a:ln>
        </p:spPr>
        <p:style>
          <a:lnRef idx="1">
            <a:schemeClr val="accent1"/>
          </a:lnRef>
          <a:fillRef idx="0">
            <a:schemeClr val="accent1"/>
          </a:fillRef>
          <a:effectRef idx="0">
            <a:schemeClr val="accent1"/>
          </a:effectRef>
          <a:fontRef idx="minor">
            <a:schemeClr val="tx1"/>
          </a:fontRef>
        </p:style>
      </p:cxnSp>
      <p:grpSp>
        <p:nvGrpSpPr>
          <p:cNvPr id="8" name="组合 7">
            <a:extLst>
              <a:ext uri="{FF2B5EF4-FFF2-40B4-BE49-F238E27FC236}">
                <a16:creationId xmlns:a16="http://schemas.microsoft.com/office/drawing/2014/main" id="{D20210DA-E29D-49C3-B99E-D5123FD0396C}"/>
              </a:ext>
            </a:extLst>
          </p:cNvPr>
          <p:cNvGrpSpPr/>
          <p:nvPr/>
        </p:nvGrpSpPr>
        <p:grpSpPr>
          <a:xfrm>
            <a:off x="4288155" y="2386411"/>
            <a:ext cx="1067775" cy="881175"/>
            <a:chOff x="4288155" y="2386411"/>
            <a:chExt cx="1067775" cy="881175"/>
          </a:xfrm>
        </p:grpSpPr>
        <p:sp>
          <p:nvSpPr>
            <p:cNvPr id="117" name="文本框 116">
              <a:extLst>
                <a:ext uri="{FF2B5EF4-FFF2-40B4-BE49-F238E27FC236}">
                  <a16:creationId xmlns:a16="http://schemas.microsoft.com/office/drawing/2014/main" id="{491EA744-A17E-4A87-9CBB-8E6EE9B61FCE}"/>
                </a:ext>
              </a:extLst>
            </p:cNvPr>
            <p:cNvSpPr txBox="1"/>
            <p:nvPr/>
          </p:nvSpPr>
          <p:spPr>
            <a:xfrm>
              <a:off x="4288155" y="2386411"/>
              <a:ext cx="651046" cy="646331"/>
            </a:xfrm>
            <a:prstGeom prst="rect">
              <a:avLst/>
            </a:prstGeom>
            <a:noFill/>
          </p:spPr>
          <p:txBody>
            <a:bodyPr wrap="square" rtlCol="0">
              <a:spAutoFit/>
            </a:bodyPr>
            <a:lstStyle/>
            <a:p>
              <a:r>
                <a:rPr lang="zh-CN" altLang="en-US" b="1" dirty="0">
                  <a:solidFill>
                    <a:schemeClr val="accent4"/>
                  </a:solidFill>
                </a:rPr>
                <a:t>解</a:t>
              </a:r>
              <a:endParaRPr lang="en-US" altLang="zh-CN" b="1" dirty="0">
                <a:solidFill>
                  <a:schemeClr val="accent4"/>
                </a:solidFill>
              </a:endParaRPr>
            </a:p>
            <a:p>
              <a:r>
                <a:rPr lang="zh-CN" altLang="en-US" b="1" dirty="0">
                  <a:solidFill>
                    <a:schemeClr val="accent4"/>
                  </a:solidFill>
                </a:rPr>
                <a:t>冻</a:t>
              </a:r>
            </a:p>
          </p:txBody>
        </p:sp>
        <p:sp>
          <p:nvSpPr>
            <p:cNvPr id="118" name="矩形 117">
              <a:extLst>
                <a:ext uri="{FF2B5EF4-FFF2-40B4-BE49-F238E27FC236}">
                  <a16:creationId xmlns:a16="http://schemas.microsoft.com/office/drawing/2014/main" id="{87382189-7442-4532-9F1E-A2F6DA1BFDC0}"/>
                </a:ext>
              </a:extLst>
            </p:cNvPr>
            <p:cNvSpPr/>
            <p:nvPr/>
          </p:nvSpPr>
          <p:spPr>
            <a:xfrm>
              <a:off x="4334395" y="2985989"/>
              <a:ext cx="1021535" cy="281597"/>
            </a:xfrm>
            <a:prstGeom prst="rect">
              <a:avLst/>
            </a:prstGeom>
            <a:solidFill>
              <a:schemeClr val="accent4"/>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grpSp>
      <p:grpSp>
        <p:nvGrpSpPr>
          <p:cNvPr id="19" name="组合 18">
            <a:extLst>
              <a:ext uri="{FF2B5EF4-FFF2-40B4-BE49-F238E27FC236}">
                <a16:creationId xmlns:a16="http://schemas.microsoft.com/office/drawing/2014/main" id="{9B792506-FF14-4226-BFBA-D54F42810EE1}"/>
              </a:ext>
            </a:extLst>
          </p:cNvPr>
          <p:cNvGrpSpPr/>
          <p:nvPr/>
        </p:nvGrpSpPr>
        <p:grpSpPr>
          <a:xfrm>
            <a:off x="4282793" y="4323537"/>
            <a:ext cx="651046" cy="884810"/>
            <a:chOff x="4282793" y="4323537"/>
            <a:chExt cx="651046" cy="884810"/>
          </a:xfrm>
        </p:grpSpPr>
        <p:sp>
          <p:nvSpPr>
            <p:cNvPr id="114" name="文本框 113">
              <a:extLst>
                <a:ext uri="{FF2B5EF4-FFF2-40B4-BE49-F238E27FC236}">
                  <a16:creationId xmlns:a16="http://schemas.microsoft.com/office/drawing/2014/main" id="{9E3375C6-8E03-4DCA-852C-C722DC38EA02}"/>
                </a:ext>
              </a:extLst>
            </p:cNvPr>
            <p:cNvSpPr txBox="1"/>
            <p:nvPr/>
          </p:nvSpPr>
          <p:spPr>
            <a:xfrm>
              <a:off x="4282793" y="4323537"/>
              <a:ext cx="651046" cy="646331"/>
            </a:xfrm>
            <a:prstGeom prst="rect">
              <a:avLst/>
            </a:prstGeom>
            <a:noFill/>
          </p:spPr>
          <p:txBody>
            <a:bodyPr wrap="square" rtlCol="0">
              <a:spAutoFit/>
            </a:bodyPr>
            <a:lstStyle/>
            <a:p>
              <a:r>
                <a:rPr lang="zh-CN" altLang="en-US" b="1" dirty="0">
                  <a:solidFill>
                    <a:schemeClr val="accent4"/>
                  </a:solidFill>
                </a:rPr>
                <a:t>解</a:t>
              </a:r>
              <a:endParaRPr lang="en-US" altLang="zh-CN" b="1" dirty="0">
                <a:solidFill>
                  <a:schemeClr val="accent4"/>
                </a:solidFill>
              </a:endParaRPr>
            </a:p>
            <a:p>
              <a:r>
                <a:rPr lang="zh-CN" altLang="en-US" b="1" dirty="0">
                  <a:solidFill>
                    <a:schemeClr val="accent4"/>
                  </a:solidFill>
                </a:rPr>
                <a:t>冻</a:t>
              </a:r>
            </a:p>
          </p:txBody>
        </p:sp>
        <p:sp>
          <p:nvSpPr>
            <p:cNvPr id="121" name="矩形 120">
              <a:extLst>
                <a:ext uri="{FF2B5EF4-FFF2-40B4-BE49-F238E27FC236}">
                  <a16:creationId xmlns:a16="http://schemas.microsoft.com/office/drawing/2014/main" id="{54FEAC8B-9A0A-42C7-B3C4-2DBF1BBA40B8}"/>
                </a:ext>
              </a:extLst>
            </p:cNvPr>
            <p:cNvSpPr/>
            <p:nvPr/>
          </p:nvSpPr>
          <p:spPr>
            <a:xfrm>
              <a:off x="4342748" y="4926750"/>
              <a:ext cx="335923" cy="281597"/>
            </a:xfrm>
            <a:prstGeom prst="rect">
              <a:avLst/>
            </a:prstGeom>
            <a:solidFill>
              <a:schemeClr val="accent4"/>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grpSp>
      <p:sp>
        <p:nvSpPr>
          <p:cNvPr id="122" name="矩形 121">
            <a:extLst>
              <a:ext uri="{FF2B5EF4-FFF2-40B4-BE49-F238E27FC236}">
                <a16:creationId xmlns:a16="http://schemas.microsoft.com/office/drawing/2014/main" id="{F26A8A2A-972A-4250-BFDF-8BB8737A4450}"/>
              </a:ext>
            </a:extLst>
          </p:cNvPr>
          <p:cNvSpPr/>
          <p:nvPr/>
        </p:nvSpPr>
        <p:spPr>
          <a:xfrm>
            <a:off x="4336679" y="5885391"/>
            <a:ext cx="708965" cy="281597"/>
          </a:xfrm>
          <a:prstGeom prst="rect">
            <a:avLst/>
          </a:prstGeom>
          <a:solidFill>
            <a:schemeClr val="accent4"/>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cxnSp>
        <p:nvCxnSpPr>
          <p:cNvPr id="123" name="直接连接符 122">
            <a:extLst>
              <a:ext uri="{FF2B5EF4-FFF2-40B4-BE49-F238E27FC236}">
                <a16:creationId xmlns:a16="http://schemas.microsoft.com/office/drawing/2014/main" id="{0F4426E0-92F6-4DAC-A8FB-1627959DA43E}"/>
              </a:ext>
            </a:extLst>
          </p:cNvPr>
          <p:cNvCxnSpPr>
            <a:cxnSpLocks/>
          </p:cNvCxnSpPr>
          <p:nvPr/>
        </p:nvCxnSpPr>
        <p:spPr>
          <a:xfrm>
            <a:off x="4678671" y="2478958"/>
            <a:ext cx="0" cy="3406433"/>
          </a:xfrm>
          <a:prstGeom prst="line">
            <a:avLst/>
          </a:prstGeom>
          <a:ln w="12700">
            <a:solidFill>
              <a:schemeClr val="tx1"/>
            </a:solidFill>
            <a:prstDash val="dash"/>
            <a:tailEnd type="none"/>
          </a:ln>
        </p:spPr>
        <p:style>
          <a:lnRef idx="1">
            <a:schemeClr val="accent1"/>
          </a:lnRef>
          <a:fillRef idx="0">
            <a:schemeClr val="accent1"/>
          </a:fillRef>
          <a:effectRef idx="0">
            <a:schemeClr val="accent1"/>
          </a:effectRef>
          <a:fontRef idx="minor">
            <a:schemeClr val="tx1"/>
          </a:fontRef>
        </p:style>
      </p:cxnSp>
      <p:grpSp>
        <p:nvGrpSpPr>
          <p:cNvPr id="39" name="组合 38">
            <a:extLst>
              <a:ext uri="{FF2B5EF4-FFF2-40B4-BE49-F238E27FC236}">
                <a16:creationId xmlns:a16="http://schemas.microsoft.com/office/drawing/2014/main" id="{BBEAC3CF-425D-4F24-BBDA-189919C686F8}"/>
              </a:ext>
            </a:extLst>
          </p:cNvPr>
          <p:cNvGrpSpPr/>
          <p:nvPr/>
        </p:nvGrpSpPr>
        <p:grpSpPr>
          <a:xfrm>
            <a:off x="4636220" y="2386072"/>
            <a:ext cx="720366" cy="881513"/>
            <a:chOff x="4636220" y="2386072"/>
            <a:chExt cx="720366" cy="881513"/>
          </a:xfrm>
        </p:grpSpPr>
        <p:sp>
          <p:nvSpPr>
            <p:cNvPr id="124" name="文本框 123">
              <a:extLst>
                <a:ext uri="{FF2B5EF4-FFF2-40B4-BE49-F238E27FC236}">
                  <a16:creationId xmlns:a16="http://schemas.microsoft.com/office/drawing/2014/main" id="{EA107EA6-898B-4E7C-916E-C82EEA7DE36C}"/>
                </a:ext>
              </a:extLst>
            </p:cNvPr>
            <p:cNvSpPr txBox="1"/>
            <p:nvPr/>
          </p:nvSpPr>
          <p:spPr>
            <a:xfrm>
              <a:off x="4636220" y="2386072"/>
              <a:ext cx="651046" cy="646331"/>
            </a:xfrm>
            <a:prstGeom prst="rect">
              <a:avLst/>
            </a:prstGeom>
            <a:noFill/>
          </p:spPr>
          <p:txBody>
            <a:bodyPr wrap="square" rtlCol="0">
              <a:spAutoFit/>
            </a:bodyPr>
            <a:lstStyle/>
            <a:p>
              <a:r>
                <a:rPr lang="zh-CN" altLang="en-US" b="1" dirty="0">
                  <a:solidFill>
                    <a:schemeClr val="accent1">
                      <a:lumMod val="75000"/>
                    </a:schemeClr>
                  </a:solidFill>
                </a:rPr>
                <a:t>冻</a:t>
              </a:r>
              <a:endParaRPr lang="en-US" altLang="zh-CN" b="1" dirty="0">
                <a:solidFill>
                  <a:schemeClr val="accent1">
                    <a:lumMod val="75000"/>
                  </a:schemeClr>
                </a:solidFill>
              </a:endParaRPr>
            </a:p>
            <a:p>
              <a:r>
                <a:rPr lang="zh-CN" altLang="en-US" b="1" dirty="0">
                  <a:solidFill>
                    <a:schemeClr val="accent1">
                      <a:lumMod val="75000"/>
                    </a:schemeClr>
                  </a:solidFill>
                </a:rPr>
                <a:t>结</a:t>
              </a:r>
            </a:p>
          </p:txBody>
        </p:sp>
        <p:sp>
          <p:nvSpPr>
            <p:cNvPr id="125" name="矩形 124">
              <a:extLst>
                <a:ext uri="{FF2B5EF4-FFF2-40B4-BE49-F238E27FC236}">
                  <a16:creationId xmlns:a16="http://schemas.microsoft.com/office/drawing/2014/main" id="{6BCBA0B2-B840-4CEA-AAF9-BE6EB5DD9647}"/>
                </a:ext>
              </a:extLst>
            </p:cNvPr>
            <p:cNvSpPr/>
            <p:nvPr/>
          </p:nvSpPr>
          <p:spPr>
            <a:xfrm>
              <a:off x="4688549" y="2985988"/>
              <a:ext cx="668037" cy="281597"/>
            </a:xfrm>
            <a:prstGeom prst="rect">
              <a:avLst/>
            </a:prstGeom>
            <a:pattFill prst="wdDnDiag">
              <a:fgClr>
                <a:schemeClr val="accent1">
                  <a:lumMod val="75000"/>
                </a:schemeClr>
              </a:fgClr>
              <a:bgClr>
                <a:schemeClr val="bg1"/>
              </a:bgClr>
            </a:patt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grpSp>
      <p:grpSp>
        <p:nvGrpSpPr>
          <p:cNvPr id="45" name="组合 44">
            <a:extLst>
              <a:ext uri="{FF2B5EF4-FFF2-40B4-BE49-F238E27FC236}">
                <a16:creationId xmlns:a16="http://schemas.microsoft.com/office/drawing/2014/main" id="{88C86E60-5EF3-4047-AAB1-7A1028028E1F}"/>
              </a:ext>
            </a:extLst>
          </p:cNvPr>
          <p:cNvGrpSpPr/>
          <p:nvPr/>
        </p:nvGrpSpPr>
        <p:grpSpPr>
          <a:xfrm>
            <a:off x="4618075" y="5273030"/>
            <a:ext cx="651046" cy="897963"/>
            <a:chOff x="4618075" y="5273030"/>
            <a:chExt cx="651046" cy="897963"/>
          </a:xfrm>
        </p:grpSpPr>
        <p:sp>
          <p:nvSpPr>
            <p:cNvPr id="126" name="文本框 125">
              <a:extLst>
                <a:ext uri="{FF2B5EF4-FFF2-40B4-BE49-F238E27FC236}">
                  <a16:creationId xmlns:a16="http://schemas.microsoft.com/office/drawing/2014/main" id="{7C10E230-250F-4C7C-B15F-31807C86150C}"/>
                </a:ext>
              </a:extLst>
            </p:cNvPr>
            <p:cNvSpPr txBox="1"/>
            <p:nvPr/>
          </p:nvSpPr>
          <p:spPr>
            <a:xfrm>
              <a:off x="4618075" y="5273030"/>
              <a:ext cx="651046" cy="646331"/>
            </a:xfrm>
            <a:prstGeom prst="rect">
              <a:avLst/>
            </a:prstGeom>
            <a:noFill/>
          </p:spPr>
          <p:txBody>
            <a:bodyPr wrap="square" rtlCol="0">
              <a:spAutoFit/>
            </a:bodyPr>
            <a:lstStyle/>
            <a:p>
              <a:r>
                <a:rPr lang="zh-CN" altLang="en-US" b="1" dirty="0">
                  <a:solidFill>
                    <a:schemeClr val="accent1">
                      <a:lumMod val="75000"/>
                    </a:schemeClr>
                  </a:solidFill>
                </a:rPr>
                <a:t>冻</a:t>
              </a:r>
              <a:endParaRPr lang="en-US" altLang="zh-CN" b="1" dirty="0">
                <a:solidFill>
                  <a:schemeClr val="accent1">
                    <a:lumMod val="75000"/>
                  </a:schemeClr>
                </a:solidFill>
              </a:endParaRPr>
            </a:p>
            <a:p>
              <a:r>
                <a:rPr lang="zh-CN" altLang="en-US" b="1" dirty="0">
                  <a:solidFill>
                    <a:schemeClr val="accent1">
                      <a:lumMod val="75000"/>
                    </a:schemeClr>
                  </a:solidFill>
                </a:rPr>
                <a:t>结</a:t>
              </a:r>
            </a:p>
          </p:txBody>
        </p:sp>
        <p:sp>
          <p:nvSpPr>
            <p:cNvPr id="127" name="矩形 126">
              <a:extLst>
                <a:ext uri="{FF2B5EF4-FFF2-40B4-BE49-F238E27FC236}">
                  <a16:creationId xmlns:a16="http://schemas.microsoft.com/office/drawing/2014/main" id="{A60F25E4-877A-4618-A517-6AFD25CCB455}"/>
                </a:ext>
              </a:extLst>
            </p:cNvPr>
            <p:cNvSpPr/>
            <p:nvPr/>
          </p:nvSpPr>
          <p:spPr>
            <a:xfrm>
              <a:off x="4678539" y="5889396"/>
              <a:ext cx="367105" cy="281597"/>
            </a:xfrm>
            <a:prstGeom prst="rect">
              <a:avLst/>
            </a:prstGeom>
            <a:pattFill prst="wdDnDiag">
              <a:fgClr>
                <a:schemeClr val="accent1">
                  <a:lumMod val="75000"/>
                </a:schemeClr>
              </a:fgClr>
              <a:bgClr>
                <a:schemeClr val="bg1"/>
              </a:bgClr>
            </a:patt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grpSp>
      <p:sp>
        <p:nvSpPr>
          <p:cNvPr id="128" name="矩形 127">
            <a:extLst>
              <a:ext uri="{FF2B5EF4-FFF2-40B4-BE49-F238E27FC236}">
                <a16:creationId xmlns:a16="http://schemas.microsoft.com/office/drawing/2014/main" id="{9C11FF19-766D-4007-9C52-C2ACD8AD18BB}"/>
              </a:ext>
            </a:extLst>
          </p:cNvPr>
          <p:cNvSpPr/>
          <p:nvPr/>
        </p:nvSpPr>
        <p:spPr>
          <a:xfrm>
            <a:off x="4678749" y="4927710"/>
            <a:ext cx="1084809" cy="281602"/>
          </a:xfrm>
          <a:prstGeom prst="rect">
            <a:avLst/>
          </a:prstGeom>
          <a:solidFill>
            <a:schemeClr val="accent3"/>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zh-CN" altLang="en-US" b="1" dirty="0"/>
              <a:t>帧</a:t>
            </a:r>
          </a:p>
        </p:txBody>
      </p:sp>
      <p:grpSp>
        <p:nvGrpSpPr>
          <p:cNvPr id="129" name="组合 128">
            <a:extLst>
              <a:ext uri="{FF2B5EF4-FFF2-40B4-BE49-F238E27FC236}">
                <a16:creationId xmlns:a16="http://schemas.microsoft.com/office/drawing/2014/main" id="{4BC44047-5390-4A12-AE7A-B9C46A8BAA88}"/>
              </a:ext>
            </a:extLst>
          </p:cNvPr>
          <p:cNvGrpSpPr/>
          <p:nvPr/>
        </p:nvGrpSpPr>
        <p:grpSpPr>
          <a:xfrm>
            <a:off x="5492878" y="1543170"/>
            <a:ext cx="663786" cy="4814212"/>
            <a:chOff x="1170821" y="1543170"/>
            <a:chExt cx="663786" cy="4814212"/>
          </a:xfrm>
        </p:grpSpPr>
        <p:cxnSp>
          <p:nvCxnSpPr>
            <p:cNvPr id="130" name="直接连接符 129">
              <a:extLst>
                <a:ext uri="{FF2B5EF4-FFF2-40B4-BE49-F238E27FC236}">
                  <a16:creationId xmlns:a16="http://schemas.microsoft.com/office/drawing/2014/main" id="{B13EE302-627C-4AC5-BD97-BBED764D2CD4}"/>
                </a:ext>
              </a:extLst>
            </p:cNvPr>
            <p:cNvCxnSpPr/>
            <p:nvPr/>
          </p:nvCxnSpPr>
          <p:spPr>
            <a:xfrm>
              <a:off x="1438383" y="1854200"/>
              <a:ext cx="0" cy="4503182"/>
            </a:xfrm>
            <a:prstGeom prst="line">
              <a:avLst/>
            </a:prstGeom>
            <a:ln w="12700">
              <a:solidFill>
                <a:schemeClr val="tx1"/>
              </a:solidFill>
              <a:prstDash val="dash"/>
              <a:tailEnd type="none"/>
            </a:ln>
          </p:spPr>
          <p:style>
            <a:lnRef idx="1">
              <a:schemeClr val="accent1"/>
            </a:lnRef>
            <a:fillRef idx="0">
              <a:schemeClr val="accent1"/>
            </a:fillRef>
            <a:effectRef idx="0">
              <a:schemeClr val="accent1"/>
            </a:effectRef>
            <a:fontRef idx="minor">
              <a:schemeClr val="tx1"/>
            </a:fontRef>
          </p:style>
        </p:cxnSp>
        <p:cxnSp>
          <p:nvCxnSpPr>
            <p:cNvPr id="131" name="直接连接符 130">
              <a:extLst>
                <a:ext uri="{FF2B5EF4-FFF2-40B4-BE49-F238E27FC236}">
                  <a16:creationId xmlns:a16="http://schemas.microsoft.com/office/drawing/2014/main" id="{CB8A760F-7FAC-43D9-ADC9-AF85F8906F70}"/>
                </a:ext>
              </a:extLst>
            </p:cNvPr>
            <p:cNvCxnSpPr/>
            <p:nvPr/>
          </p:nvCxnSpPr>
          <p:spPr>
            <a:xfrm>
              <a:off x="1568143" y="1854200"/>
              <a:ext cx="0" cy="4503182"/>
            </a:xfrm>
            <a:prstGeom prst="line">
              <a:avLst/>
            </a:prstGeom>
            <a:ln w="12700">
              <a:solidFill>
                <a:schemeClr val="tx1"/>
              </a:solidFill>
              <a:prstDash val="dash"/>
              <a:tailEnd type="none"/>
            </a:ln>
          </p:spPr>
          <p:style>
            <a:lnRef idx="1">
              <a:schemeClr val="accent1"/>
            </a:lnRef>
            <a:fillRef idx="0">
              <a:schemeClr val="accent1"/>
            </a:fillRef>
            <a:effectRef idx="0">
              <a:schemeClr val="accent1"/>
            </a:effectRef>
            <a:fontRef idx="minor">
              <a:schemeClr val="tx1"/>
            </a:fontRef>
          </p:style>
        </p:cxnSp>
        <p:sp>
          <p:nvSpPr>
            <p:cNvPr id="132" name="文本框 131">
              <a:extLst>
                <a:ext uri="{FF2B5EF4-FFF2-40B4-BE49-F238E27FC236}">
                  <a16:creationId xmlns:a16="http://schemas.microsoft.com/office/drawing/2014/main" id="{8EF85E31-451B-4028-8B2E-3CB2123496EF}"/>
                </a:ext>
              </a:extLst>
            </p:cNvPr>
            <p:cNvSpPr txBox="1"/>
            <p:nvPr/>
          </p:nvSpPr>
          <p:spPr>
            <a:xfrm>
              <a:off x="1170821" y="1543170"/>
              <a:ext cx="663786" cy="369332"/>
            </a:xfrm>
            <a:prstGeom prst="rect">
              <a:avLst/>
            </a:prstGeom>
            <a:noFill/>
          </p:spPr>
          <p:txBody>
            <a:bodyPr wrap="square" rtlCol="0">
              <a:spAutoFit/>
            </a:bodyPr>
            <a:lstStyle/>
            <a:p>
              <a:pPr algn="ctr"/>
              <a:r>
                <a:rPr lang="en-US" altLang="zh-CN" b="1" dirty="0"/>
                <a:t>DIFS</a:t>
              </a:r>
              <a:endParaRPr lang="zh-CN" altLang="en-US" b="1" dirty="0"/>
            </a:p>
          </p:txBody>
        </p:sp>
      </p:grpSp>
      <p:grpSp>
        <p:nvGrpSpPr>
          <p:cNvPr id="46" name="组合 45">
            <a:extLst>
              <a:ext uri="{FF2B5EF4-FFF2-40B4-BE49-F238E27FC236}">
                <a16:creationId xmlns:a16="http://schemas.microsoft.com/office/drawing/2014/main" id="{155825DB-EB5E-48B4-9345-BEC3BDF0D586}"/>
              </a:ext>
            </a:extLst>
          </p:cNvPr>
          <p:cNvGrpSpPr/>
          <p:nvPr/>
        </p:nvGrpSpPr>
        <p:grpSpPr>
          <a:xfrm>
            <a:off x="5848914" y="2382067"/>
            <a:ext cx="720366" cy="881513"/>
            <a:chOff x="5848914" y="2382067"/>
            <a:chExt cx="720366" cy="881513"/>
          </a:xfrm>
        </p:grpSpPr>
        <p:sp>
          <p:nvSpPr>
            <p:cNvPr id="133" name="文本框 132">
              <a:extLst>
                <a:ext uri="{FF2B5EF4-FFF2-40B4-BE49-F238E27FC236}">
                  <a16:creationId xmlns:a16="http://schemas.microsoft.com/office/drawing/2014/main" id="{68DB375F-3817-455B-ADE8-2C6A9EA8E401}"/>
                </a:ext>
              </a:extLst>
            </p:cNvPr>
            <p:cNvSpPr txBox="1"/>
            <p:nvPr/>
          </p:nvSpPr>
          <p:spPr>
            <a:xfrm>
              <a:off x="5848914" y="2382067"/>
              <a:ext cx="409421" cy="646331"/>
            </a:xfrm>
            <a:prstGeom prst="rect">
              <a:avLst/>
            </a:prstGeom>
            <a:noFill/>
          </p:spPr>
          <p:txBody>
            <a:bodyPr wrap="square" rtlCol="0">
              <a:spAutoFit/>
            </a:bodyPr>
            <a:lstStyle/>
            <a:p>
              <a:r>
                <a:rPr lang="zh-CN" altLang="en-US" b="1" dirty="0">
                  <a:solidFill>
                    <a:schemeClr val="accent4"/>
                  </a:solidFill>
                </a:rPr>
                <a:t>解</a:t>
              </a:r>
              <a:endParaRPr lang="en-US" altLang="zh-CN" b="1" dirty="0">
                <a:solidFill>
                  <a:schemeClr val="accent4"/>
                </a:solidFill>
              </a:endParaRPr>
            </a:p>
            <a:p>
              <a:r>
                <a:rPr lang="zh-CN" altLang="en-US" b="1" dirty="0">
                  <a:solidFill>
                    <a:schemeClr val="accent4"/>
                  </a:solidFill>
                </a:rPr>
                <a:t>冻</a:t>
              </a:r>
            </a:p>
          </p:txBody>
        </p:sp>
        <p:sp>
          <p:nvSpPr>
            <p:cNvPr id="134" name="矩形 133">
              <a:extLst>
                <a:ext uri="{FF2B5EF4-FFF2-40B4-BE49-F238E27FC236}">
                  <a16:creationId xmlns:a16="http://schemas.microsoft.com/office/drawing/2014/main" id="{B0184976-4EBC-4B18-8393-4B9C6035E0DF}"/>
                </a:ext>
              </a:extLst>
            </p:cNvPr>
            <p:cNvSpPr/>
            <p:nvPr/>
          </p:nvSpPr>
          <p:spPr>
            <a:xfrm>
              <a:off x="5901243" y="2981983"/>
              <a:ext cx="668037" cy="281597"/>
            </a:xfrm>
            <a:prstGeom prst="rect">
              <a:avLst/>
            </a:prstGeom>
            <a:solidFill>
              <a:schemeClr val="accent4"/>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grpSp>
      <p:grpSp>
        <p:nvGrpSpPr>
          <p:cNvPr id="47" name="组合 46">
            <a:extLst>
              <a:ext uri="{FF2B5EF4-FFF2-40B4-BE49-F238E27FC236}">
                <a16:creationId xmlns:a16="http://schemas.microsoft.com/office/drawing/2014/main" id="{B638B25D-D256-4D05-BB18-1B8D1A457799}"/>
              </a:ext>
            </a:extLst>
          </p:cNvPr>
          <p:cNvGrpSpPr/>
          <p:nvPr/>
        </p:nvGrpSpPr>
        <p:grpSpPr>
          <a:xfrm>
            <a:off x="5830769" y="5269025"/>
            <a:ext cx="427569" cy="897963"/>
            <a:chOff x="5830769" y="5269025"/>
            <a:chExt cx="427569" cy="897963"/>
          </a:xfrm>
        </p:grpSpPr>
        <p:sp>
          <p:nvSpPr>
            <p:cNvPr id="135" name="文本框 134">
              <a:extLst>
                <a:ext uri="{FF2B5EF4-FFF2-40B4-BE49-F238E27FC236}">
                  <a16:creationId xmlns:a16="http://schemas.microsoft.com/office/drawing/2014/main" id="{468F02DF-368A-4CC7-88E8-32F8127A4616}"/>
                </a:ext>
              </a:extLst>
            </p:cNvPr>
            <p:cNvSpPr txBox="1"/>
            <p:nvPr/>
          </p:nvSpPr>
          <p:spPr>
            <a:xfrm>
              <a:off x="5830769" y="5269025"/>
              <a:ext cx="402846" cy="646331"/>
            </a:xfrm>
            <a:prstGeom prst="rect">
              <a:avLst/>
            </a:prstGeom>
            <a:noFill/>
          </p:spPr>
          <p:txBody>
            <a:bodyPr wrap="square" rtlCol="0">
              <a:spAutoFit/>
            </a:bodyPr>
            <a:lstStyle/>
            <a:p>
              <a:r>
                <a:rPr lang="zh-CN" altLang="en-US" b="1" dirty="0">
                  <a:solidFill>
                    <a:schemeClr val="accent4"/>
                  </a:solidFill>
                </a:rPr>
                <a:t>解</a:t>
              </a:r>
              <a:endParaRPr lang="en-US" altLang="zh-CN" b="1" dirty="0">
                <a:solidFill>
                  <a:schemeClr val="accent4"/>
                </a:solidFill>
              </a:endParaRPr>
            </a:p>
            <a:p>
              <a:r>
                <a:rPr lang="zh-CN" altLang="en-US" b="1" dirty="0">
                  <a:solidFill>
                    <a:schemeClr val="accent4"/>
                  </a:solidFill>
                </a:rPr>
                <a:t>冻</a:t>
              </a:r>
              <a:endParaRPr lang="en-US" altLang="zh-CN" b="1" dirty="0">
                <a:solidFill>
                  <a:schemeClr val="accent4"/>
                </a:solidFill>
              </a:endParaRPr>
            </a:p>
          </p:txBody>
        </p:sp>
        <p:sp>
          <p:nvSpPr>
            <p:cNvPr id="136" name="矩形 135">
              <a:extLst>
                <a:ext uri="{FF2B5EF4-FFF2-40B4-BE49-F238E27FC236}">
                  <a16:creationId xmlns:a16="http://schemas.microsoft.com/office/drawing/2014/main" id="{0367A9D9-543C-4B58-8353-2B1355CBFF13}"/>
                </a:ext>
              </a:extLst>
            </p:cNvPr>
            <p:cNvSpPr/>
            <p:nvPr/>
          </p:nvSpPr>
          <p:spPr>
            <a:xfrm>
              <a:off x="5891233" y="5885391"/>
              <a:ext cx="367105" cy="281597"/>
            </a:xfrm>
            <a:prstGeom prst="rect">
              <a:avLst/>
            </a:prstGeom>
            <a:solidFill>
              <a:schemeClr val="accent4"/>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grpSp>
      <p:sp>
        <p:nvSpPr>
          <p:cNvPr id="137" name="矩形 136">
            <a:extLst>
              <a:ext uri="{FF2B5EF4-FFF2-40B4-BE49-F238E27FC236}">
                <a16:creationId xmlns:a16="http://schemas.microsoft.com/office/drawing/2014/main" id="{13264AF3-F9F8-472C-B38E-C6EC110B32E9}"/>
              </a:ext>
            </a:extLst>
          </p:cNvPr>
          <p:cNvSpPr/>
          <p:nvPr/>
        </p:nvSpPr>
        <p:spPr>
          <a:xfrm>
            <a:off x="6258335" y="5885386"/>
            <a:ext cx="1084809" cy="281602"/>
          </a:xfrm>
          <a:prstGeom prst="rect">
            <a:avLst/>
          </a:prstGeom>
          <a:solidFill>
            <a:schemeClr val="accent3"/>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zh-CN" altLang="en-US" b="1" dirty="0"/>
              <a:t>帧</a:t>
            </a:r>
          </a:p>
        </p:txBody>
      </p:sp>
      <p:cxnSp>
        <p:nvCxnSpPr>
          <p:cNvPr id="138" name="直接连接符 137">
            <a:extLst>
              <a:ext uri="{FF2B5EF4-FFF2-40B4-BE49-F238E27FC236}">
                <a16:creationId xmlns:a16="http://schemas.microsoft.com/office/drawing/2014/main" id="{B3779D58-1802-4A0C-A5EF-CB6E362A545B}"/>
              </a:ext>
            </a:extLst>
          </p:cNvPr>
          <p:cNvCxnSpPr>
            <a:cxnSpLocks/>
          </p:cNvCxnSpPr>
          <p:nvPr/>
        </p:nvCxnSpPr>
        <p:spPr>
          <a:xfrm>
            <a:off x="6254270" y="2478953"/>
            <a:ext cx="0" cy="3406433"/>
          </a:xfrm>
          <a:prstGeom prst="line">
            <a:avLst/>
          </a:prstGeom>
          <a:ln w="12700">
            <a:solidFill>
              <a:schemeClr val="tx1"/>
            </a:solidFill>
            <a:prstDash val="dash"/>
            <a:tailEnd type="none"/>
          </a:ln>
        </p:spPr>
        <p:style>
          <a:lnRef idx="1">
            <a:schemeClr val="accent1"/>
          </a:lnRef>
          <a:fillRef idx="0">
            <a:schemeClr val="accent1"/>
          </a:fillRef>
          <a:effectRef idx="0">
            <a:schemeClr val="accent1"/>
          </a:effectRef>
          <a:fontRef idx="minor">
            <a:schemeClr val="tx1"/>
          </a:fontRef>
        </p:style>
      </p:cxnSp>
      <p:grpSp>
        <p:nvGrpSpPr>
          <p:cNvPr id="48" name="组合 47">
            <a:extLst>
              <a:ext uri="{FF2B5EF4-FFF2-40B4-BE49-F238E27FC236}">
                <a16:creationId xmlns:a16="http://schemas.microsoft.com/office/drawing/2014/main" id="{6B7E5929-9744-4714-8D70-7C82B5205B19}"/>
              </a:ext>
            </a:extLst>
          </p:cNvPr>
          <p:cNvGrpSpPr/>
          <p:nvPr/>
        </p:nvGrpSpPr>
        <p:grpSpPr>
          <a:xfrm>
            <a:off x="6212091" y="2381835"/>
            <a:ext cx="651046" cy="879392"/>
            <a:chOff x="6212091" y="2381835"/>
            <a:chExt cx="651046" cy="879392"/>
          </a:xfrm>
        </p:grpSpPr>
        <p:sp>
          <p:nvSpPr>
            <p:cNvPr id="139" name="文本框 138">
              <a:extLst>
                <a:ext uri="{FF2B5EF4-FFF2-40B4-BE49-F238E27FC236}">
                  <a16:creationId xmlns:a16="http://schemas.microsoft.com/office/drawing/2014/main" id="{59A4B72F-D2AB-4645-A3B1-19B74D6BF0D8}"/>
                </a:ext>
              </a:extLst>
            </p:cNvPr>
            <p:cNvSpPr txBox="1"/>
            <p:nvPr/>
          </p:nvSpPr>
          <p:spPr>
            <a:xfrm>
              <a:off x="6212091" y="2381835"/>
              <a:ext cx="651046" cy="646331"/>
            </a:xfrm>
            <a:prstGeom prst="rect">
              <a:avLst/>
            </a:prstGeom>
            <a:noFill/>
          </p:spPr>
          <p:txBody>
            <a:bodyPr wrap="square" rtlCol="0">
              <a:spAutoFit/>
            </a:bodyPr>
            <a:lstStyle/>
            <a:p>
              <a:r>
                <a:rPr lang="zh-CN" altLang="en-US" b="1" dirty="0">
                  <a:solidFill>
                    <a:schemeClr val="accent1">
                      <a:lumMod val="75000"/>
                    </a:schemeClr>
                  </a:solidFill>
                </a:rPr>
                <a:t>冻</a:t>
              </a:r>
              <a:endParaRPr lang="en-US" altLang="zh-CN" b="1" dirty="0">
                <a:solidFill>
                  <a:schemeClr val="accent1">
                    <a:lumMod val="75000"/>
                  </a:schemeClr>
                </a:solidFill>
              </a:endParaRPr>
            </a:p>
            <a:p>
              <a:r>
                <a:rPr lang="zh-CN" altLang="en-US" b="1" dirty="0">
                  <a:solidFill>
                    <a:schemeClr val="accent1">
                      <a:lumMod val="75000"/>
                    </a:schemeClr>
                  </a:solidFill>
                </a:rPr>
                <a:t>结</a:t>
              </a:r>
            </a:p>
          </p:txBody>
        </p:sp>
        <p:sp>
          <p:nvSpPr>
            <p:cNvPr id="140" name="矩形 139">
              <a:extLst>
                <a:ext uri="{FF2B5EF4-FFF2-40B4-BE49-F238E27FC236}">
                  <a16:creationId xmlns:a16="http://schemas.microsoft.com/office/drawing/2014/main" id="{AE2D9C9F-6238-41B0-B76A-2032356C9ACE}"/>
                </a:ext>
              </a:extLst>
            </p:cNvPr>
            <p:cNvSpPr/>
            <p:nvPr/>
          </p:nvSpPr>
          <p:spPr>
            <a:xfrm>
              <a:off x="6269377" y="2979630"/>
              <a:ext cx="317663" cy="281597"/>
            </a:xfrm>
            <a:prstGeom prst="rect">
              <a:avLst/>
            </a:prstGeom>
            <a:pattFill prst="wdDnDiag">
              <a:fgClr>
                <a:schemeClr val="accent1">
                  <a:lumMod val="75000"/>
                </a:schemeClr>
              </a:fgClr>
              <a:bgClr>
                <a:schemeClr val="bg1"/>
              </a:bgClr>
            </a:patt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grpSp>
      <p:grpSp>
        <p:nvGrpSpPr>
          <p:cNvPr id="141" name="组合 140">
            <a:extLst>
              <a:ext uri="{FF2B5EF4-FFF2-40B4-BE49-F238E27FC236}">
                <a16:creationId xmlns:a16="http://schemas.microsoft.com/office/drawing/2014/main" id="{716D1AE1-253E-4A8E-B6D5-A035E7237AE4}"/>
              </a:ext>
            </a:extLst>
          </p:cNvPr>
          <p:cNvGrpSpPr/>
          <p:nvPr/>
        </p:nvGrpSpPr>
        <p:grpSpPr>
          <a:xfrm>
            <a:off x="7074451" y="1543170"/>
            <a:ext cx="663786" cy="4814212"/>
            <a:chOff x="1170821" y="1543170"/>
            <a:chExt cx="663786" cy="4814212"/>
          </a:xfrm>
        </p:grpSpPr>
        <p:cxnSp>
          <p:nvCxnSpPr>
            <p:cNvPr id="142" name="直接连接符 141">
              <a:extLst>
                <a:ext uri="{FF2B5EF4-FFF2-40B4-BE49-F238E27FC236}">
                  <a16:creationId xmlns:a16="http://schemas.microsoft.com/office/drawing/2014/main" id="{5B776EF7-7389-4C80-AB44-7A3D55E01981}"/>
                </a:ext>
              </a:extLst>
            </p:cNvPr>
            <p:cNvCxnSpPr/>
            <p:nvPr/>
          </p:nvCxnSpPr>
          <p:spPr>
            <a:xfrm>
              <a:off x="1438383" y="1854200"/>
              <a:ext cx="0" cy="4503182"/>
            </a:xfrm>
            <a:prstGeom prst="line">
              <a:avLst/>
            </a:prstGeom>
            <a:ln w="12700">
              <a:solidFill>
                <a:schemeClr val="tx1"/>
              </a:solidFill>
              <a:prstDash val="dash"/>
              <a:tailEnd type="none"/>
            </a:ln>
          </p:spPr>
          <p:style>
            <a:lnRef idx="1">
              <a:schemeClr val="accent1"/>
            </a:lnRef>
            <a:fillRef idx="0">
              <a:schemeClr val="accent1"/>
            </a:fillRef>
            <a:effectRef idx="0">
              <a:schemeClr val="accent1"/>
            </a:effectRef>
            <a:fontRef idx="minor">
              <a:schemeClr val="tx1"/>
            </a:fontRef>
          </p:style>
        </p:cxnSp>
        <p:cxnSp>
          <p:nvCxnSpPr>
            <p:cNvPr id="143" name="直接连接符 142">
              <a:extLst>
                <a:ext uri="{FF2B5EF4-FFF2-40B4-BE49-F238E27FC236}">
                  <a16:creationId xmlns:a16="http://schemas.microsoft.com/office/drawing/2014/main" id="{C4F6D7FA-14A4-479E-B995-FCE7C0FD3152}"/>
                </a:ext>
              </a:extLst>
            </p:cNvPr>
            <p:cNvCxnSpPr/>
            <p:nvPr/>
          </p:nvCxnSpPr>
          <p:spPr>
            <a:xfrm>
              <a:off x="1568143" y="1854200"/>
              <a:ext cx="0" cy="4503182"/>
            </a:xfrm>
            <a:prstGeom prst="line">
              <a:avLst/>
            </a:prstGeom>
            <a:ln w="12700">
              <a:solidFill>
                <a:schemeClr val="tx1"/>
              </a:solidFill>
              <a:prstDash val="dash"/>
              <a:tailEnd type="none"/>
            </a:ln>
          </p:spPr>
          <p:style>
            <a:lnRef idx="1">
              <a:schemeClr val="accent1"/>
            </a:lnRef>
            <a:fillRef idx="0">
              <a:schemeClr val="accent1"/>
            </a:fillRef>
            <a:effectRef idx="0">
              <a:schemeClr val="accent1"/>
            </a:effectRef>
            <a:fontRef idx="minor">
              <a:schemeClr val="tx1"/>
            </a:fontRef>
          </p:style>
        </p:cxnSp>
        <p:sp>
          <p:nvSpPr>
            <p:cNvPr id="144" name="文本框 143">
              <a:extLst>
                <a:ext uri="{FF2B5EF4-FFF2-40B4-BE49-F238E27FC236}">
                  <a16:creationId xmlns:a16="http://schemas.microsoft.com/office/drawing/2014/main" id="{E5876942-61D3-4B4C-8CAA-FFAEE8345A9C}"/>
                </a:ext>
              </a:extLst>
            </p:cNvPr>
            <p:cNvSpPr txBox="1"/>
            <p:nvPr/>
          </p:nvSpPr>
          <p:spPr>
            <a:xfrm>
              <a:off x="1170821" y="1543170"/>
              <a:ext cx="663786" cy="369332"/>
            </a:xfrm>
            <a:prstGeom prst="rect">
              <a:avLst/>
            </a:prstGeom>
            <a:noFill/>
          </p:spPr>
          <p:txBody>
            <a:bodyPr wrap="square" rtlCol="0">
              <a:spAutoFit/>
            </a:bodyPr>
            <a:lstStyle/>
            <a:p>
              <a:pPr algn="ctr"/>
              <a:r>
                <a:rPr lang="en-US" altLang="zh-CN" b="1" dirty="0"/>
                <a:t>DIFS</a:t>
              </a:r>
              <a:endParaRPr lang="zh-CN" altLang="en-US" b="1" dirty="0"/>
            </a:p>
          </p:txBody>
        </p:sp>
      </p:grpSp>
      <p:grpSp>
        <p:nvGrpSpPr>
          <p:cNvPr id="49" name="组合 48">
            <a:extLst>
              <a:ext uri="{FF2B5EF4-FFF2-40B4-BE49-F238E27FC236}">
                <a16:creationId xmlns:a16="http://schemas.microsoft.com/office/drawing/2014/main" id="{30B296E6-53B7-4D3E-AF79-68D5F874CCF2}"/>
              </a:ext>
            </a:extLst>
          </p:cNvPr>
          <p:cNvGrpSpPr/>
          <p:nvPr/>
        </p:nvGrpSpPr>
        <p:grpSpPr>
          <a:xfrm>
            <a:off x="7419752" y="2390549"/>
            <a:ext cx="651046" cy="879392"/>
            <a:chOff x="7419752" y="2390549"/>
            <a:chExt cx="651046" cy="879392"/>
          </a:xfrm>
        </p:grpSpPr>
        <p:sp>
          <p:nvSpPr>
            <p:cNvPr id="145" name="文本框 144">
              <a:extLst>
                <a:ext uri="{FF2B5EF4-FFF2-40B4-BE49-F238E27FC236}">
                  <a16:creationId xmlns:a16="http://schemas.microsoft.com/office/drawing/2014/main" id="{426370B1-A29F-4147-951F-79E96AA95B1A}"/>
                </a:ext>
              </a:extLst>
            </p:cNvPr>
            <p:cNvSpPr txBox="1"/>
            <p:nvPr/>
          </p:nvSpPr>
          <p:spPr>
            <a:xfrm>
              <a:off x="7419752" y="2390549"/>
              <a:ext cx="651046" cy="646331"/>
            </a:xfrm>
            <a:prstGeom prst="rect">
              <a:avLst/>
            </a:prstGeom>
            <a:noFill/>
          </p:spPr>
          <p:txBody>
            <a:bodyPr wrap="square" rtlCol="0">
              <a:spAutoFit/>
            </a:bodyPr>
            <a:lstStyle/>
            <a:p>
              <a:r>
                <a:rPr lang="zh-CN" altLang="en-US" b="1" dirty="0">
                  <a:solidFill>
                    <a:schemeClr val="accent4"/>
                  </a:solidFill>
                </a:rPr>
                <a:t>解</a:t>
              </a:r>
              <a:endParaRPr lang="en-US" altLang="zh-CN" b="1" dirty="0">
                <a:solidFill>
                  <a:schemeClr val="accent4"/>
                </a:solidFill>
              </a:endParaRPr>
            </a:p>
            <a:p>
              <a:r>
                <a:rPr lang="zh-CN" altLang="en-US" b="1" dirty="0">
                  <a:solidFill>
                    <a:schemeClr val="accent4"/>
                  </a:solidFill>
                </a:rPr>
                <a:t>冻</a:t>
              </a:r>
            </a:p>
          </p:txBody>
        </p:sp>
        <p:sp>
          <p:nvSpPr>
            <p:cNvPr id="146" name="矩形 145">
              <a:extLst>
                <a:ext uri="{FF2B5EF4-FFF2-40B4-BE49-F238E27FC236}">
                  <a16:creationId xmlns:a16="http://schemas.microsoft.com/office/drawing/2014/main" id="{B98B8892-E5FC-445E-A27A-54847C915E02}"/>
                </a:ext>
              </a:extLst>
            </p:cNvPr>
            <p:cNvSpPr/>
            <p:nvPr/>
          </p:nvSpPr>
          <p:spPr>
            <a:xfrm>
              <a:off x="7477038" y="2988344"/>
              <a:ext cx="317663" cy="281597"/>
            </a:xfrm>
            <a:prstGeom prst="rect">
              <a:avLst/>
            </a:prstGeom>
            <a:solidFill>
              <a:schemeClr val="accent4"/>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grpSp>
      <p:sp>
        <p:nvSpPr>
          <p:cNvPr id="147" name="矩形 146">
            <a:extLst>
              <a:ext uri="{FF2B5EF4-FFF2-40B4-BE49-F238E27FC236}">
                <a16:creationId xmlns:a16="http://schemas.microsoft.com/office/drawing/2014/main" id="{0DEC5D39-8EAA-46E6-A4EE-C8D43DCB31FC}"/>
              </a:ext>
            </a:extLst>
          </p:cNvPr>
          <p:cNvSpPr/>
          <p:nvPr/>
        </p:nvSpPr>
        <p:spPr>
          <a:xfrm>
            <a:off x="7792443" y="2985983"/>
            <a:ext cx="1084809" cy="281602"/>
          </a:xfrm>
          <a:prstGeom prst="rect">
            <a:avLst/>
          </a:prstGeom>
          <a:solidFill>
            <a:schemeClr val="accent3"/>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zh-CN" altLang="en-US" b="1" dirty="0"/>
              <a:t>帧</a:t>
            </a:r>
          </a:p>
        </p:txBody>
      </p:sp>
      <p:grpSp>
        <p:nvGrpSpPr>
          <p:cNvPr id="148" name="组合 147">
            <a:extLst>
              <a:ext uri="{FF2B5EF4-FFF2-40B4-BE49-F238E27FC236}">
                <a16:creationId xmlns:a16="http://schemas.microsoft.com/office/drawing/2014/main" id="{540CA9A6-1297-4548-ABCE-BE8822F08366}"/>
              </a:ext>
            </a:extLst>
          </p:cNvPr>
          <p:cNvGrpSpPr/>
          <p:nvPr/>
        </p:nvGrpSpPr>
        <p:grpSpPr>
          <a:xfrm>
            <a:off x="8607733" y="1543170"/>
            <a:ext cx="663786" cy="4814212"/>
            <a:chOff x="1170821" y="1543170"/>
            <a:chExt cx="663786" cy="4814212"/>
          </a:xfrm>
        </p:grpSpPr>
        <p:cxnSp>
          <p:nvCxnSpPr>
            <p:cNvPr id="149" name="直接连接符 148">
              <a:extLst>
                <a:ext uri="{FF2B5EF4-FFF2-40B4-BE49-F238E27FC236}">
                  <a16:creationId xmlns:a16="http://schemas.microsoft.com/office/drawing/2014/main" id="{0DD8F2C5-2C06-4DF3-B32C-39D77062DBC4}"/>
                </a:ext>
              </a:extLst>
            </p:cNvPr>
            <p:cNvCxnSpPr/>
            <p:nvPr/>
          </p:nvCxnSpPr>
          <p:spPr>
            <a:xfrm>
              <a:off x="1438383" y="1854200"/>
              <a:ext cx="0" cy="4503182"/>
            </a:xfrm>
            <a:prstGeom prst="line">
              <a:avLst/>
            </a:prstGeom>
            <a:ln w="12700">
              <a:solidFill>
                <a:schemeClr val="tx1"/>
              </a:solidFill>
              <a:prstDash val="dash"/>
              <a:tailEnd type="none"/>
            </a:ln>
          </p:spPr>
          <p:style>
            <a:lnRef idx="1">
              <a:schemeClr val="accent1"/>
            </a:lnRef>
            <a:fillRef idx="0">
              <a:schemeClr val="accent1"/>
            </a:fillRef>
            <a:effectRef idx="0">
              <a:schemeClr val="accent1"/>
            </a:effectRef>
            <a:fontRef idx="minor">
              <a:schemeClr val="tx1"/>
            </a:fontRef>
          </p:style>
        </p:cxnSp>
        <p:cxnSp>
          <p:nvCxnSpPr>
            <p:cNvPr id="150" name="直接连接符 149">
              <a:extLst>
                <a:ext uri="{FF2B5EF4-FFF2-40B4-BE49-F238E27FC236}">
                  <a16:creationId xmlns:a16="http://schemas.microsoft.com/office/drawing/2014/main" id="{80A61547-4D47-410F-A1A1-B2F299F17E89}"/>
                </a:ext>
              </a:extLst>
            </p:cNvPr>
            <p:cNvCxnSpPr/>
            <p:nvPr/>
          </p:nvCxnSpPr>
          <p:spPr>
            <a:xfrm>
              <a:off x="1568143" y="1854200"/>
              <a:ext cx="0" cy="4503182"/>
            </a:xfrm>
            <a:prstGeom prst="line">
              <a:avLst/>
            </a:prstGeom>
            <a:ln w="12700">
              <a:solidFill>
                <a:schemeClr val="tx1"/>
              </a:solidFill>
              <a:prstDash val="dash"/>
              <a:tailEnd type="none"/>
            </a:ln>
          </p:spPr>
          <p:style>
            <a:lnRef idx="1">
              <a:schemeClr val="accent1"/>
            </a:lnRef>
            <a:fillRef idx="0">
              <a:schemeClr val="accent1"/>
            </a:fillRef>
            <a:effectRef idx="0">
              <a:schemeClr val="accent1"/>
            </a:effectRef>
            <a:fontRef idx="minor">
              <a:schemeClr val="tx1"/>
            </a:fontRef>
          </p:style>
        </p:cxnSp>
        <p:sp>
          <p:nvSpPr>
            <p:cNvPr id="151" name="文本框 150">
              <a:extLst>
                <a:ext uri="{FF2B5EF4-FFF2-40B4-BE49-F238E27FC236}">
                  <a16:creationId xmlns:a16="http://schemas.microsoft.com/office/drawing/2014/main" id="{2D3D2949-6C0C-4D60-ADCB-BF256B95905E}"/>
                </a:ext>
              </a:extLst>
            </p:cNvPr>
            <p:cNvSpPr txBox="1"/>
            <p:nvPr/>
          </p:nvSpPr>
          <p:spPr>
            <a:xfrm>
              <a:off x="1170821" y="1543170"/>
              <a:ext cx="663786" cy="369332"/>
            </a:xfrm>
            <a:prstGeom prst="rect">
              <a:avLst/>
            </a:prstGeom>
            <a:noFill/>
          </p:spPr>
          <p:txBody>
            <a:bodyPr wrap="square" rtlCol="0">
              <a:spAutoFit/>
            </a:bodyPr>
            <a:lstStyle/>
            <a:p>
              <a:pPr algn="ctr"/>
              <a:r>
                <a:rPr lang="en-US" altLang="zh-CN" b="1" dirty="0"/>
                <a:t>DIFS</a:t>
              </a:r>
              <a:endParaRPr lang="zh-CN" altLang="en-US" b="1" dirty="0"/>
            </a:p>
          </p:txBody>
        </p:sp>
      </p:grpSp>
      <p:sp>
        <p:nvSpPr>
          <p:cNvPr id="152" name="矩形 151">
            <a:extLst>
              <a:ext uri="{FF2B5EF4-FFF2-40B4-BE49-F238E27FC236}">
                <a16:creationId xmlns:a16="http://schemas.microsoft.com/office/drawing/2014/main" id="{FD2C1666-12A9-4D22-8CF4-3BDD6F3DF29D}"/>
              </a:ext>
            </a:extLst>
          </p:cNvPr>
          <p:cNvSpPr/>
          <p:nvPr/>
        </p:nvSpPr>
        <p:spPr>
          <a:xfrm>
            <a:off x="9005055" y="2986500"/>
            <a:ext cx="1138862" cy="281602"/>
          </a:xfrm>
          <a:prstGeom prst="rect">
            <a:avLst/>
          </a:prstGeom>
          <a:solidFill>
            <a:schemeClr val="accent4"/>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zh-CN" altLang="en-US" b="1" dirty="0">
                <a:solidFill>
                  <a:schemeClr val="bg1"/>
                </a:solidFill>
              </a:rPr>
              <a:t>退避时间</a:t>
            </a:r>
          </a:p>
        </p:txBody>
      </p:sp>
      <p:sp>
        <p:nvSpPr>
          <p:cNvPr id="153" name="矩形 152">
            <a:extLst>
              <a:ext uri="{FF2B5EF4-FFF2-40B4-BE49-F238E27FC236}">
                <a16:creationId xmlns:a16="http://schemas.microsoft.com/office/drawing/2014/main" id="{C5ED7EB0-1CD0-4CA2-B9DA-341BD5CF6BCB}"/>
              </a:ext>
            </a:extLst>
          </p:cNvPr>
          <p:cNvSpPr/>
          <p:nvPr/>
        </p:nvSpPr>
        <p:spPr>
          <a:xfrm>
            <a:off x="10140668" y="2985983"/>
            <a:ext cx="984930" cy="281602"/>
          </a:xfrm>
          <a:prstGeom prst="rect">
            <a:avLst/>
          </a:prstGeom>
          <a:solidFill>
            <a:schemeClr val="accent3"/>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zh-CN" altLang="en-US" b="1" dirty="0"/>
              <a:t>帧</a:t>
            </a:r>
          </a:p>
        </p:txBody>
      </p:sp>
      <p:sp>
        <p:nvSpPr>
          <p:cNvPr id="95" name="平行四边形 94">
            <a:extLst>
              <a:ext uri="{FF2B5EF4-FFF2-40B4-BE49-F238E27FC236}">
                <a16:creationId xmlns:a16="http://schemas.microsoft.com/office/drawing/2014/main" id="{68FE66F8-9D95-A9B4-DC9C-F74A808951CA}"/>
              </a:ext>
            </a:extLst>
          </p:cNvPr>
          <p:cNvSpPr/>
          <p:nvPr/>
        </p:nvSpPr>
        <p:spPr>
          <a:xfrm>
            <a:off x="304799" y="749300"/>
            <a:ext cx="691019" cy="387090"/>
          </a:xfrm>
          <a:prstGeom prst="parallelogram">
            <a:avLst/>
          </a:prstGeom>
          <a:solidFill>
            <a:schemeClr val="accent3">
              <a:lumMod val="75000"/>
            </a:schemeClr>
          </a:solidFill>
          <a:ln>
            <a:solidFill>
              <a:schemeClr val="accent3">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CN" sz="2200" dirty="0">
                <a:latin typeface="Impact" panose="020B0806030902050204" pitchFamily="34" charset="0"/>
              </a:rPr>
              <a:t>04</a:t>
            </a:r>
            <a:endParaRPr lang="zh-CN" altLang="en-US" sz="2200" dirty="0">
              <a:latin typeface="Impact" panose="020B0806030902050204" pitchFamily="34" charset="0"/>
            </a:endParaRPr>
          </a:p>
        </p:txBody>
      </p:sp>
    </p:spTree>
    <p:custDataLst>
      <p:tags r:id="rId1"/>
    </p:custDataLst>
    <p:extLst>
      <p:ext uri="{BB962C8B-B14F-4D97-AF65-F5344CB8AC3E}">
        <p14:creationId xmlns:p14="http://schemas.microsoft.com/office/powerpoint/2010/main" val="1163726077"/>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2" presetClass="entr" presetSubtype="8" fill="hold" nodeType="withEffect">
                                  <p:stCondLst>
                                    <p:cond delay="0"/>
                                  </p:stCondLst>
                                  <p:childTnLst>
                                    <p:set>
                                      <p:cBhvr>
                                        <p:cTn id="6" dur="1" fill="hold">
                                          <p:stCondLst>
                                            <p:cond delay="0"/>
                                          </p:stCondLst>
                                        </p:cTn>
                                        <p:tgtEl>
                                          <p:spTgt spid="46"/>
                                        </p:tgtEl>
                                        <p:attrNameLst>
                                          <p:attrName>style.visibility</p:attrName>
                                        </p:attrNameLst>
                                      </p:cBhvr>
                                      <p:to>
                                        <p:strVal val="visible"/>
                                      </p:to>
                                    </p:set>
                                    <p:anim calcmode="lin" valueType="num">
                                      <p:cBhvr additive="base">
                                        <p:cTn id="7" dur="500"/>
                                        <p:tgtEl>
                                          <p:spTgt spid="46"/>
                                        </p:tgtEl>
                                        <p:attrNameLst>
                                          <p:attrName>ppt_x</p:attrName>
                                        </p:attrNameLst>
                                      </p:cBhvr>
                                      <p:tavLst>
                                        <p:tav tm="0">
                                          <p:val>
                                            <p:strVal val="#ppt_x-#ppt_w*1.125000"/>
                                          </p:val>
                                        </p:tav>
                                        <p:tav tm="100000">
                                          <p:val>
                                            <p:strVal val="#ppt_x"/>
                                          </p:val>
                                        </p:tav>
                                      </p:tavLst>
                                    </p:anim>
                                    <p:animEffect transition="in" filter="wipe(right)">
                                      <p:cBhvr>
                                        <p:cTn id="8" dur="500"/>
                                        <p:tgtEl>
                                          <p:spTgt spid="46"/>
                                        </p:tgtEl>
                                      </p:cBhvr>
                                    </p:animEffect>
                                  </p:childTnLst>
                                </p:cTn>
                              </p:par>
                              <p:par>
                                <p:cTn id="9" presetID="12" presetClass="entr" presetSubtype="8" fill="hold" nodeType="withEffect">
                                  <p:stCondLst>
                                    <p:cond delay="0"/>
                                  </p:stCondLst>
                                  <p:childTnLst>
                                    <p:set>
                                      <p:cBhvr>
                                        <p:cTn id="10" dur="1" fill="hold">
                                          <p:stCondLst>
                                            <p:cond delay="0"/>
                                          </p:stCondLst>
                                        </p:cTn>
                                        <p:tgtEl>
                                          <p:spTgt spid="47"/>
                                        </p:tgtEl>
                                        <p:attrNameLst>
                                          <p:attrName>style.visibility</p:attrName>
                                        </p:attrNameLst>
                                      </p:cBhvr>
                                      <p:to>
                                        <p:strVal val="visible"/>
                                      </p:to>
                                    </p:set>
                                    <p:anim calcmode="lin" valueType="num">
                                      <p:cBhvr additive="base">
                                        <p:cTn id="11" dur="500"/>
                                        <p:tgtEl>
                                          <p:spTgt spid="47"/>
                                        </p:tgtEl>
                                        <p:attrNameLst>
                                          <p:attrName>ppt_x</p:attrName>
                                        </p:attrNameLst>
                                      </p:cBhvr>
                                      <p:tavLst>
                                        <p:tav tm="0">
                                          <p:val>
                                            <p:strVal val="#ppt_x-#ppt_w*1.125000"/>
                                          </p:val>
                                        </p:tav>
                                        <p:tav tm="100000">
                                          <p:val>
                                            <p:strVal val="#ppt_x"/>
                                          </p:val>
                                        </p:tav>
                                      </p:tavLst>
                                    </p:anim>
                                    <p:animEffect transition="in" filter="wipe(right)">
                                      <p:cBhvr>
                                        <p:cTn id="12" dur="500"/>
                                        <p:tgtEl>
                                          <p:spTgt spid="47"/>
                                        </p:tgtEl>
                                      </p:cBhvr>
                                    </p:animEffect>
                                  </p:childTnLst>
                                </p:cTn>
                              </p:par>
                            </p:childTnLst>
                          </p:cTn>
                        </p:par>
                      </p:childTnLst>
                    </p:cTn>
                  </p:par>
                  <p:par>
                    <p:cTn id="13" fill="hold">
                      <p:stCondLst>
                        <p:cond delay="indefinite"/>
                      </p:stCondLst>
                      <p:childTnLst>
                        <p:par>
                          <p:cTn id="14" fill="hold">
                            <p:stCondLst>
                              <p:cond delay="0"/>
                            </p:stCondLst>
                            <p:childTnLst>
                              <p:par>
                                <p:cTn id="15" presetID="22" presetClass="entr" presetSubtype="8" fill="hold" grpId="0" nodeType="clickEffect">
                                  <p:stCondLst>
                                    <p:cond delay="0"/>
                                  </p:stCondLst>
                                  <p:childTnLst>
                                    <p:set>
                                      <p:cBhvr>
                                        <p:cTn id="16" dur="1" fill="hold">
                                          <p:stCondLst>
                                            <p:cond delay="0"/>
                                          </p:stCondLst>
                                        </p:cTn>
                                        <p:tgtEl>
                                          <p:spTgt spid="137"/>
                                        </p:tgtEl>
                                        <p:attrNameLst>
                                          <p:attrName>style.visibility</p:attrName>
                                        </p:attrNameLst>
                                      </p:cBhvr>
                                      <p:to>
                                        <p:strVal val="visible"/>
                                      </p:to>
                                    </p:set>
                                    <p:animEffect transition="in" filter="wipe(left)">
                                      <p:cBhvr>
                                        <p:cTn id="17" dur="1000"/>
                                        <p:tgtEl>
                                          <p:spTgt spid="137"/>
                                        </p:tgtEl>
                                      </p:cBhvr>
                                    </p:animEffect>
                                  </p:childTnLst>
                                </p:cTn>
                              </p:par>
                            </p:childTnLst>
                          </p:cTn>
                        </p:par>
                      </p:childTnLst>
                    </p:cTn>
                  </p:par>
                  <p:par>
                    <p:cTn id="18" fill="hold">
                      <p:stCondLst>
                        <p:cond delay="indefinite"/>
                      </p:stCondLst>
                      <p:childTnLst>
                        <p:par>
                          <p:cTn id="19" fill="hold">
                            <p:stCondLst>
                              <p:cond delay="0"/>
                            </p:stCondLst>
                            <p:childTnLst>
                              <p:par>
                                <p:cTn id="20" presetID="22" presetClass="entr" presetSubtype="1" fill="hold" nodeType="clickEffect">
                                  <p:stCondLst>
                                    <p:cond delay="0"/>
                                  </p:stCondLst>
                                  <p:childTnLst>
                                    <p:set>
                                      <p:cBhvr>
                                        <p:cTn id="21" dur="1" fill="hold">
                                          <p:stCondLst>
                                            <p:cond delay="0"/>
                                          </p:stCondLst>
                                        </p:cTn>
                                        <p:tgtEl>
                                          <p:spTgt spid="138"/>
                                        </p:tgtEl>
                                        <p:attrNameLst>
                                          <p:attrName>style.visibility</p:attrName>
                                        </p:attrNameLst>
                                      </p:cBhvr>
                                      <p:to>
                                        <p:strVal val="visible"/>
                                      </p:to>
                                    </p:set>
                                    <p:animEffect transition="in" filter="wipe(up)">
                                      <p:cBhvr>
                                        <p:cTn id="22" dur="500"/>
                                        <p:tgtEl>
                                          <p:spTgt spid="138"/>
                                        </p:tgtEl>
                                      </p:cBhvr>
                                    </p:animEffect>
                                  </p:childTnLst>
                                </p:cTn>
                              </p:par>
                            </p:childTnLst>
                          </p:cTn>
                        </p:par>
                        <p:par>
                          <p:cTn id="23" fill="hold">
                            <p:stCondLst>
                              <p:cond delay="500"/>
                            </p:stCondLst>
                            <p:childTnLst>
                              <p:par>
                                <p:cTn id="24" presetID="22" presetClass="entr" presetSubtype="8" fill="hold" nodeType="afterEffect">
                                  <p:stCondLst>
                                    <p:cond delay="0"/>
                                  </p:stCondLst>
                                  <p:childTnLst>
                                    <p:set>
                                      <p:cBhvr>
                                        <p:cTn id="25" dur="1" fill="hold">
                                          <p:stCondLst>
                                            <p:cond delay="0"/>
                                          </p:stCondLst>
                                        </p:cTn>
                                        <p:tgtEl>
                                          <p:spTgt spid="48"/>
                                        </p:tgtEl>
                                        <p:attrNameLst>
                                          <p:attrName>style.visibility</p:attrName>
                                        </p:attrNameLst>
                                      </p:cBhvr>
                                      <p:to>
                                        <p:strVal val="visible"/>
                                      </p:to>
                                    </p:set>
                                    <p:animEffect transition="in" filter="wipe(left)">
                                      <p:cBhvr>
                                        <p:cTn id="26" dur="1000"/>
                                        <p:tgtEl>
                                          <p:spTgt spid="48"/>
                                        </p:tgtEl>
                                      </p:cBhvr>
                                    </p:animEffect>
                                  </p:childTnLst>
                                </p:cTn>
                              </p:par>
                            </p:childTnLst>
                          </p:cTn>
                        </p:par>
                      </p:childTnLst>
                    </p:cTn>
                  </p:par>
                  <p:par>
                    <p:cTn id="27" fill="hold">
                      <p:stCondLst>
                        <p:cond delay="indefinite"/>
                      </p:stCondLst>
                      <p:childTnLst>
                        <p:par>
                          <p:cTn id="28" fill="hold">
                            <p:stCondLst>
                              <p:cond delay="0"/>
                            </p:stCondLst>
                            <p:childTnLst>
                              <p:par>
                                <p:cTn id="29" presetID="22" presetClass="entr" presetSubtype="1" fill="hold" nodeType="clickEffect">
                                  <p:stCondLst>
                                    <p:cond delay="0"/>
                                  </p:stCondLst>
                                  <p:childTnLst>
                                    <p:set>
                                      <p:cBhvr>
                                        <p:cTn id="30" dur="1" fill="hold">
                                          <p:stCondLst>
                                            <p:cond delay="0"/>
                                          </p:stCondLst>
                                        </p:cTn>
                                        <p:tgtEl>
                                          <p:spTgt spid="141"/>
                                        </p:tgtEl>
                                        <p:attrNameLst>
                                          <p:attrName>style.visibility</p:attrName>
                                        </p:attrNameLst>
                                      </p:cBhvr>
                                      <p:to>
                                        <p:strVal val="visible"/>
                                      </p:to>
                                    </p:set>
                                    <p:animEffect transition="in" filter="wipe(up)">
                                      <p:cBhvr>
                                        <p:cTn id="31" dur="1000"/>
                                        <p:tgtEl>
                                          <p:spTgt spid="141"/>
                                        </p:tgtEl>
                                      </p:cBhvr>
                                    </p:animEffect>
                                  </p:childTnLst>
                                </p:cTn>
                              </p:par>
                            </p:childTnLst>
                          </p:cTn>
                        </p:par>
                      </p:childTnLst>
                    </p:cTn>
                  </p:par>
                  <p:par>
                    <p:cTn id="32" fill="hold">
                      <p:stCondLst>
                        <p:cond delay="indefinite"/>
                      </p:stCondLst>
                      <p:childTnLst>
                        <p:par>
                          <p:cTn id="33" fill="hold">
                            <p:stCondLst>
                              <p:cond delay="0"/>
                            </p:stCondLst>
                            <p:childTnLst>
                              <p:par>
                                <p:cTn id="34" presetID="12" presetClass="entr" presetSubtype="8" fill="hold" nodeType="clickEffect">
                                  <p:stCondLst>
                                    <p:cond delay="0"/>
                                  </p:stCondLst>
                                  <p:childTnLst>
                                    <p:set>
                                      <p:cBhvr>
                                        <p:cTn id="35" dur="1" fill="hold">
                                          <p:stCondLst>
                                            <p:cond delay="0"/>
                                          </p:stCondLst>
                                        </p:cTn>
                                        <p:tgtEl>
                                          <p:spTgt spid="49"/>
                                        </p:tgtEl>
                                        <p:attrNameLst>
                                          <p:attrName>style.visibility</p:attrName>
                                        </p:attrNameLst>
                                      </p:cBhvr>
                                      <p:to>
                                        <p:strVal val="visible"/>
                                      </p:to>
                                    </p:set>
                                    <p:anim calcmode="lin" valueType="num">
                                      <p:cBhvr additive="base">
                                        <p:cTn id="36" dur="500"/>
                                        <p:tgtEl>
                                          <p:spTgt spid="49"/>
                                        </p:tgtEl>
                                        <p:attrNameLst>
                                          <p:attrName>ppt_x</p:attrName>
                                        </p:attrNameLst>
                                      </p:cBhvr>
                                      <p:tavLst>
                                        <p:tav tm="0">
                                          <p:val>
                                            <p:strVal val="#ppt_x-#ppt_w*1.125000"/>
                                          </p:val>
                                        </p:tav>
                                        <p:tav tm="100000">
                                          <p:val>
                                            <p:strVal val="#ppt_x"/>
                                          </p:val>
                                        </p:tav>
                                      </p:tavLst>
                                    </p:anim>
                                    <p:animEffect transition="in" filter="wipe(right)">
                                      <p:cBhvr>
                                        <p:cTn id="37" dur="500"/>
                                        <p:tgtEl>
                                          <p:spTgt spid="49"/>
                                        </p:tgtEl>
                                      </p:cBhvr>
                                    </p:animEffect>
                                  </p:childTnLst>
                                </p:cTn>
                              </p:par>
                            </p:childTnLst>
                          </p:cTn>
                        </p:par>
                      </p:childTnLst>
                    </p:cTn>
                  </p:par>
                  <p:par>
                    <p:cTn id="38" fill="hold">
                      <p:stCondLst>
                        <p:cond delay="indefinite"/>
                      </p:stCondLst>
                      <p:childTnLst>
                        <p:par>
                          <p:cTn id="39" fill="hold">
                            <p:stCondLst>
                              <p:cond delay="0"/>
                            </p:stCondLst>
                            <p:childTnLst>
                              <p:par>
                                <p:cTn id="40" presetID="22" presetClass="entr" presetSubtype="8" fill="hold" grpId="0" nodeType="clickEffect">
                                  <p:stCondLst>
                                    <p:cond delay="0"/>
                                  </p:stCondLst>
                                  <p:childTnLst>
                                    <p:set>
                                      <p:cBhvr>
                                        <p:cTn id="41" dur="1" fill="hold">
                                          <p:stCondLst>
                                            <p:cond delay="0"/>
                                          </p:stCondLst>
                                        </p:cTn>
                                        <p:tgtEl>
                                          <p:spTgt spid="147"/>
                                        </p:tgtEl>
                                        <p:attrNameLst>
                                          <p:attrName>style.visibility</p:attrName>
                                        </p:attrNameLst>
                                      </p:cBhvr>
                                      <p:to>
                                        <p:strVal val="visible"/>
                                      </p:to>
                                    </p:set>
                                    <p:animEffect transition="in" filter="wipe(left)">
                                      <p:cBhvr>
                                        <p:cTn id="42" dur="1000"/>
                                        <p:tgtEl>
                                          <p:spTgt spid="147"/>
                                        </p:tgtEl>
                                      </p:cBhvr>
                                    </p:animEffect>
                                  </p:childTnLst>
                                </p:cTn>
                              </p:par>
                            </p:childTnLst>
                          </p:cTn>
                        </p:par>
                      </p:childTnLst>
                    </p:cTn>
                  </p:par>
                  <p:par>
                    <p:cTn id="43" fill="hold">
                      <p:stCondLst>
                        <p:cond delay="indefinite"/>
                      </p:stCondLst>
                      <p:childTnLst>
                        <p:par>
                          <p:cTn id="44" fill="hold">
                            <p:stCondLst>
                              <p:cond delay="0"/>
                            </p:stCondLst>
                            <p:childTnLst>
                              <p:par>
                                <p:cTn id="45" presetID="22" presetClass="entr" presetSubtype="1" fill="hold" nodeType="clickEffect">
                                  <p:stCondLst>
                                    <p:cond delay="0"/>
                                  </p:stCondLst>
                                  <p:childTnLst>
                                    <p:set>
                                      <p:cBhvr>
                                        <p:cTn id="46" dur="1" fill="hold">
                                          <p:stCondLst>
                                            <p:cond delay="0"/>
                                          </p:stCondLst>
                                        </p:cTn>
                                        <p:tgtEl>
                                          <p:spTgt spid="148"/>
                                        </p:tgtEl>
                                        <p:attrNameLst>
                                          <p:attrName>style.visibility</p:attrName>
                                        </p:attrNameLst>
                                      </p:cBhvr>
                                      <p:to>
                                        <p:strVal val="visible"/>
                                      </p:to>
                                    </p:set>
                                    <p:animEffect transition="in" filter="wipe(up)">
                                      <p:cBhvr>
                                        <p:cTn id="47" dur="1000"/>
                                        <p:tgtEl>
                                          <p:spTgt spid="148"/>
                                        </p:tgtEl>
                                      </p:cBhvr>
                                    </p:animEffect>
                                  </p:childTnLst>
                                </p:cTn>
                              </p:par>
                            </p:childTnLst>
                          </p:cTn>
                        </p:par>
                      </p:childTnLst>
                    </p:cTn>
                  </p:par>
                  <p:par>
                    <p:cTn id="48" fill="hold">
                      <p:stCondLst>
                        <p:cond delay="indefinite"/>
                      </p:stCondLst>
                      <p:childTnLst>
                        <p:par>
                          <p:cTn id="49" fill="hold">
                            <p:stCondLst>
                              <p:cond delay="0"/>
                            </p:stCondLst>
                            <p:childTnLst>
                              <p:par>
                                <p:cTn id="50" presetID="22" presetClass="entr" presetSubtype="8" fill="hold" grpId="0" nodeType="clickEffect">
                                  <p:stCondLst>
                                    <p:cond delay="0"/>
                                  </p:stCondLst>
                                  <p:childTnLst>
                                    <p:set>
                                      <p:cBhvr>
                                        <p:cTn id="51" dur="1" fill="hold">
                                          <p:stCondLst>
                                            <p:cond delay="0"/>
                                          </p:stCondLst>
                                        </p:cTn>
                                        <p:tgtEl>
                                          <p:spTgt spid="152"/>
                                        </p:tgtEl>
                                        <p:attrNameLst>
                                          <p:attrName>style.visibility</p:attrName>
                                        </p:attrNameLst>
                                      </p:cBhvr>
                                      <p:to>
                                        <p:strVal val="visible"/>
                                      </p:to>
                                    </p:set>
                                    <p:animEffect transition="in" filter="wipe(left)">
                                      <p:cBhvr>
                                        <p:cTn id="52" dur="1000"/>
                                        <p:tgtEl>
                                          <p:spTgt spid="152"/>
                                        </p:tgtEl>
                                      </p:cBhvr>
                                    </p:animEffect>
                                  </p:childTnLst>
                                </p:cTn>
                              </p:par>
                            </p:childTnLst>
                          </p:cTn>
                        </p:par>
                      </p:childTnLst>
                    </p:cTn>
                  </p:par>
                  <p:par>
                    <p:cTn id="53" fill="hold">
                      <p:stCondLst>
                        <p:cond delay="indefinite"/>
                      </p:stCondLst>
                      <p:childTnLst>
                        <p:par>
                          <p:cTn id="54" fill="hold">
                            <p:stCondLst>
                              <p:cond delay="0"/>
                            </p:stCondLst>
                            <p:childTnLst>
                              <p:par>
                                <p:cTn id="55" presetID="22" presetClass="entr" presetSubtype="8" fill="hold" grpId="0" nodeType="clickEffect">
                                  <p:stCondLst>
                                    <p:cond delay="0"/>
                                  </p:stCondLst>
                                  <p:childTnLst>
                                    <p:set>
                                      <p:cBhvr>
                                        <p:cTn id="56" dur="1" fill="hold">
                                          <p:stCondLst>
                                            <p:cond delay="0"/>
                                          </p:stCondLst>
                                        </p:cTn>
                                        <p:tgtEl>
                                          <p:spTgt spid="153"/>
                                        </p:tgtEl>
                                        <p:attrNameLst>
                                          <p:attrName>style.visibility</p:attrName>
                                        </p:attrNameLst>
                                      </p:cBhvr>
                                      <p:to>
                                        <p:strVal val="visible"/>
                                      </p:to>
                                    </p:set>
                                    <p:animEffect transition="in" filter="wipe(left)">
                                      <p:cBhvr>
                                        <p:cTn id="57" dur="1000"/>
                                        <p:tgtEl>
                                          <p:spTgt spid="153"/>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37" grpId="0" animBg="1"/>
      <p:bldP spid="147" grpId="0" animBg="1"/>
      <p:bldP spid="152" grpId="0" animBg="1"/>
      <p:bldP spid="153" grpId="0" animBg="1"/>
    </p:bldLst>
  </p:timing>
</p:sld>
</file>

<file path=ppt/slides/slide55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4" name="组合 3">
            <a:extLst>
              <a:ext uri="{FF2B5EF4-FFF2-40B4-BE49-F238E27FC236}">
                <a16:creationId xmlns:a16="http://schemas.microsoft.com/office/drawing/2014/main" id="{9A1EA9F2-FCB6-48C3-935F-7AE7E3AD14AC}"/>
              </a:ext>
            </a:extLst>
          </p:cNvPr>
          <p:cNvGrpSpPr/>
          <p:nvPr/>
        </p:nvGrpSpPr>
        <p:grpSpPr>
          <a:xfrm>
            <a:off x="304800" y="749300"/>
            <a:ext cx="5791200" cy="400110"/>
            <a:chOff x="424117" y="898245"/>
            <a:chExt cx="5791200" cy="400110"/>
          </a:xfrm>
        </p:grpSpPr>
        <p:sp>
          <p:nvSpPr>
            <p:cNvPr id="2" name="平行四边形 1">
              <a:extLst>
                <a:ext uri="{FF2B5EF4-FFF2-40B4-BE49-F238E27FC236}">
                  <a16:creationId xmlns:a16="http://schemas.microsoft.com/office/drawing/2014/main" id="{1F5BAA3F-9845-4F89-A2DD-8222D3E4EDAC}"/>
                </a:ext>
              </a:extLst>
            </p:cNvPr>
            <p:cNvSpPr/>
            <p:nvPr/>
          </p:nvSpPr>
          <p:spPr>
            <a:xfrm>
              <a:off x="424117" y="898245"/>
              <a:ext cx="628306" cy="387090"/>
            </a:xfrm>
            <a:prstGeom prst="parallelogram">
              <a:avLst/>
            </a:prstGeom>
            <a:solidFill>
              <a:schemeClr val="accent3">
                <a:lumMod val="75000"/>
              </a:schemeClr>
            </a:solidFill>
            <a:ln>
              <a:solidFill>
                <a:schemeClr val="accent3">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CN" sz="2200" dirty="0">
                  <a:latin typeface="Impact" panose="020B0806030902050204" pitchFamily="34" charset="0"/>
                </a:rPr>
                <a:t>01</a:t>
              </a:r>
              <a:endParaRPr lang="zh-CN" altLang="en-US" sz="2200" dirty="0">
                <a:latin typeface="Impact" panose="020B0806030902050204" pitchFamily="34" charset="0"/>
              </a:endParaRPr>
            </a:p>
          </p:txBody>
        </p:sp>
        <p:sp>
          <p:nvSpPr>
            <p:cNvPr id="3" name="文本框 2">
              <a:extLst>
                <a:ext uri="{FF2B5EF4-FFF2-40B4-BE49-F238E27FC236}">
                  <a16:creationId xmlns:a16="http://schemas.microsoft.com/office/drawing/2014/main" id="{4D6BD736-A4D3-4F26-AFED-36E11F50F70B}"/>
                </a:ext>
              </a:extLst>
            </p:cNvPr>
            <p:cNvSpPr txBox="1"/>
            <p:nvPr/>
          </p:nvSpPr>
          <p:spPr>
            <a:xfrm>
              <a:off x="1052423" y="898245"/>
              <a:ext cx="5162894" cy="400110"/>
            </a:xfrm>
            <a:prstGeom prst="rect">
              <a:avLst/>
            </a:prstGeom>
            <a:noFill/>
          </p:spPr>
          <p:txBody>
            <a:bodyPr wrap="square" rtlCol="0">
              <a:spAutoFit/>
            </a:bodyPr>
            <a:lstStyle/>
            <a:p>
              <a:r>
                <a:rPr lang="en-US" altLang="zh-CN" sz="2000" b="1" dirty="0">
                  <a:solidFill>
                    <a:schemeClr val="tx1"/>
                  </a:solidFill>
                  <a:latin typeface="Arial Narrow" panose="020B0606020202030204" pitchFamily="34" charset="0"/>
                </a:rPr>
                <a:t>CSMA/CA</a:t>
              </a:r>
              <a:r>
                <a:rPr lang="zh-CN" altLang="en-US" sz="2000" b="1" dirty="0">
                  <a:solidFill>
                    <a:schemeClr val="tx1"/>
                  </a:solidFill>
                  <a:latin typeface="Arial Narrow" panose="020B0606020202030204" pitchFamily="34" charset="0"/>
                </a:rPr>
                <a:t>协议的基本工作原理</a:t>
              </a:r>
              <a:endParaRPr lang="en-US" altLang="zh-CN" sz="2000" b="1" dirty="0">
                <a:solidFill>
                  <a:schemeClr val="tx1"/>
                </a:solidFill>
                <a:latin typeface="Arial Narrow" panose="020B0606020202030204" pitchFamily="34" charset="0"/>
              </a:endParaRPr>
            </a:p>
          </p:txBody>
        </p:sp>
      </p:grpSp>
      <p:sp>
        <p:nvSpPr>
          <p:cNvPr id="106" name="文本框 105">
            <a:extLst>
              <a:ext uri="{FF2B5EF4-FFF2-40B4-BE49-F238E27FC236}">
                <a16:creationId xmlns:a16="http://schemas.microsoft.com/office/drawing/2014/main" id="{05653DE5-C742-449E-8418-291FFAA878A5}"/>
              </a:ext>
            </a:extLst>
          </p:cNvPr>
          <p:cNvSpPr txBox="1"/>
          <p:nvPr/>
        </p:nvSpPr>
        <p:spPr>
          <a:xfrm>
            <a:off x="933106" y="1136390"/>
            <a:ext cx="9920697" cy="400110"/>
          </a:xfrm>
          <a:prstGeom prst="rect">
            <a:avLst/>
          </a:prstGeom>
          <a:noFill/>
        </p:spPr>
        <p:txBody>
          <a:bodyPr wrap="square" rtlCol="0">
            <a:spAutoFit/>
          </a:bodyPr>
          <a:lstStyle/>
          <a:p>
            <a:r>
              <a:rPr lang="zh-CN" altLang="en-US" sz="2000" b="1" dirty="0">
                <a:solidFill>
                  <a:schemeClr val="accent3">
                    <a:lumMod val="75000"/>
                  </a:schemeClr>
                </a:solidFill>
                <a:latin typeface="Arial Narrow" panose="020B0606020202030204" pitchFamily="34" charset="0"/>
              </a:rPr>
              <a:t>为了进一步降低发生碰撞的概率，</a:t>
            </a:r>
            <a:r>
              <a:rPr lang="en-US" altLang="zh-CN" sz="2000" b="1" dirty="0">
                <a:solidFill>
                  <a:schemeClr val="accent3">
                    <a:lumMod val="75000"/>
                  </a:schemeClr>
                </a:solidFill>
                <a:latin typeface="Arial Narrow" panose="020B0606020202030204" pitchFamily="34" charset="0"/>
              </a:rPr>
              <a:t>802.11</a:t>
            </a:r>
            <a:r>
              <a:rPr lang="zh-CN" altLang="en-US" sz="2000" b="1" dirty="0">
                <a:solidFill>
                  <a:schemeClr val="accent3">
                    <a:lumMod val="75000"/>
                  </a:schemeClr>
                </a:solidFill>
                <a:latin typeface="Arial Narrow" panose="020B0606020202030204" pitchFamily="34" charset="0"/>
              </a:rPr>
              <a:t>无线局域网允许源站对信道进行预约。</a:t>
            </a:r>
            <a:endParaRPr lang="en-US" altLang="zh-CN" sz="2000" b="1" dirty="0">
              <a:solidFill>
                <a:schemeClr val="accent3">
                  <a:lumMod val="75000"/>
                </a:schemeClr>
              </a:solidFill>
              <a:latin typeface="Arial Narrow" panose="020B0606020202030204" pitchFamily="34" charset="0"/>
            </a:endParaRPr>
          </a:p>
        </p:txBody>
      </p:sp>
      <p:grpSp>
        <p:nvGrpSpPr>
          <p:cNvPr id="95" name="组合 94">
            <a:extLst>
              <a:ext uri="{FF2B5EF4-FFF2-40B4-BE49-F238E27FC236}">
                <a16:creationId xmlns:a16="http://schemas.microsoft.com/office/drawing/2014/main" id="{427726E1-BEF1-4A50-8CE3-19C4BFBA49FF}"/>
              </a:ext>
            </a:extLst>
          </p:cNvPr>
          <p:cNvGrpSpPr/>
          <p:nvPr/>
        </p:nvGrpSpPr>
        <p:grpSpPr>
          <a:xfrm>
            <a:off x="488092" y="3523023"/>
            <a:ext cx="11010480" cy="2858841"/>
            <a:chOff x="685585" y="2940516"/>
            <a:chExt cx="11010480" cy="2858841"/>
          </a:xfrm>
        </p:grpSpPr>
        <p:sp>
          <p:nvSpPr>
            <p:cNvPr id="96" name="文本框 95">
              <a:extLst>
                <a:ext uri="{FF2B5EF4-FFF2-40B4-BE49-F238E27FC236}">
                  <a16:creationId xmlns:a16="http://schemas.microsoft.com/office/drawing/2014/main" id="{A339BE44-2EC7-49C0-87AB-611E8216A808}"/>
                </a:ext>
              </a:extLst>
            </p:cNvPr>
            <p:cNvSpPr txBox="1"/>
            <p:nvPr/>
          </p:nvSpPr>
          <p:spPr>
            <a:xfrm>
              <a:off x="685585" y="2940516"/>
              <a:ext cx="981076" cy="369332"/>
            </a:xfrm>
            <a:prstGeom prst="rect">
              <a:avLst/>
            </a:prstGeom>
            <a:noFill/>
          </p:spPr>
          <p:txBody>
            <a:bodyPr wrap="square" rtlCol="0">
              <a:spAutoFit/>
            </a:bodyPr>
            <a:lstStyle/>
            <a:p>
              <a:pPr algn="r"/>
              <a:r>
                <a:rPr lang="zh-CN" altLang="en-US" b="1" dirty="0"/>
                <a:t>源站</a:t>
              </a:r>
            </a:p>
          </p:txBody>
        </p:sp>
        <p:sp>
          <p:nvSpPr>
            <p:cNvPr id="97" name="文本框 96">
              <a:extLst>
                <a:ext uri="{FF2B5EF4-FFF2-40B4-BE49-F238E27FC236}">
                  <a16:creationId xmlns:a16="http://schemas.microsoft.com/office/drawing/2014/main" id="{359E10C5-72AE-4F21-8044-366049C61866}"/>
                </a:ext>
              </a:extLst>
            </p:cNvPr>
            <p:cNvSpPr txBox="1"/>
            <p:nvPr/>
          </p:nvSpPr>
          <p:spPr>
            <a:xfrm>
              <a:off x="685585" y="4187174"/>
              <a:ext cx="981076" cy="369332"/>
            </a:xfrm>
            <a:prstGeom prst="rect">
              <a:avLst/>
            </a:prstGeom>
            <a:noFill/>
          </p:spPr>
          <p:txBody>
            <a:bodyPr wrap="square" rtlCol="0">
              <a:spAutoFit/>
            </a:bodyPr>
            <a:lstStyle/>
            <a:p>
              <a:pPr algn="r"/>
              <a:r>
                <a:rPr lang="zh-CN" altLang="en-US" b="1" dirty="0"/>
                <a:t>目的站</a:t>
              </a:r>
            </a:p>
          </p:txBody>
        </p:sp>
        <p:sp>
          <p:nvSpPr>
            <p:cNvPr id="98" name="文本框 97">
              <a:extLst>
                <a:ext uri="{FF2B5EF4-FFF2-40B4-BE49-F238E27FC236}">
                  <a16:creationId xmlns:a16="http://schemas.microsoft.com/office/drawing/2014/main" id="{857D48FC-58A9-49D0-B299-3FFD8B52D48C}"/>
                </a:ext>
              </a:extLst>
            </p:cNvPr>
            <p:cNvSpPr txBox="1"/>
            <p:nvPr/>
          </p:nvSpPr>
          <p:spPr>
            <a:xfrm>
              <a:off x="685585" y="5430025"/>
              <a:ext cx="981076" cy="369332"/>
            </a:xfrm>
            <a:prstGeom prst="rect">
              <a:avLst/>
            </a:prstGeom>
            <a:noFill/>
          </p:spPr>
          <p:txBody>
            <a:bodyPr wrap="square" rtlCol="0">
              <a:spAutoFit/>
            </a:bodyPr>
            <a:lstStyle/>
            <a:p>
              <a:pPr algn="r"/>
              <a:r>
                <a:rPr lang="zh-CN" altLang="en-US" b="1" dirty="0"/>
                <a:t>其他站</a:t>
              </a:r>
            </a:p>
          </p:txBody>
        </p:sp>
        <p:sp>
          <p:nvSpPr>
            <p:cNvPr id="99" name="文本框 98">
              <a:extLst>
                <a:ext uri="{FF2B5EF4-FFF2-40B4-BE49-F238E27FC236}">
                  <a16:creationId xmlns:a16="http://schemas.microsoft.com/office/drawing/2014/main" id="{824E5DB4-E949-41CA-8D08-649370CAC10D}"/>
                </a:ext>
              </a:extLst>
            </p:cNvPr>
            <p:cNvSpPr txBox="1"/>
            <p:nvPr/>
          </p:nvSpPr>
          <p:spPr>
            <a:xfrm>
              <a:off x="11051539" y="2940516"/>
              <a:ext cx="644526" cy="369332"/>
            </a:xfrm>
            <a:prstGeom prst="rect">
              <a:avLst/>
            </a:prstGeom>
            <a:noFill/>
          </p:spPr>
          <p:txBody>
            <a:bodyPr wrap="square" rtlCol="0">
              <a:spAutoFit/>
            </a:bodyPr>
            <a:lstStyle/>
            <a:p>
              <a:r>
                <a:rPr lang="zh-CN" altLang="en-US" b="1" dirty="0"/>
                <a:t>时间</a:t>
              </a:r>
            </a:p>
          </p:txBody>
        </p:sp>
        <p:cxnSp>
          <p:nvCxnSpPr>
            <p:cNvPr id="100" name="直接箭头连接符 99">
              <a:extLst>
                <a:ext uri="{FF2B5EF4-FFF2-40B4-BE49-F238E27FC236}">
                  <a16:creationId xmlns:a16="http://schemas.microsoft.com/office/drawing/2014/main" id="{8973A6A9-16DA-46EF-BDE1-82FC27113192}"/>
                </a:ext>
              </a:extLst>
            </p:cNvPr>
            <p:cNvCxnSpPr>
              <a:cxnSpLocks/>
            </p:cNvCxnSpPr>
            <p:nvPr/>
          </p:nvCxnSpPr>
          <p:spPr>
            <a:xfrm>
              <a:off x="1666661" y="3125182"/>
              <a:ext cx="9367200" cy="0"/>
            </a:xfrm>
            <a:prstGeom prst="straightConnector1">
              <a:avLst/>
            </a:prstGeom>
            <a:ln w="12700">
              <a:solidFill>
                <a:schemeClr val="tx1"/>
              </a:solidFill>
              <a:tailEnd type="triangle"/>
            </a:ln>
          </p:spPr>
          <p:style>
            <a:lnRef idx="1">
              <a:schemeClr val="accent1"/>
            </a:lnRef>
            <a:fillRef idx="0">
              <a:schemeClr val="accent1"/>
            </a:fillRef>
            <a:effectRef idx="0">
              <a:schemeClr val="accent1"/>
            </a:effectRef>
            <a:fontRef idx="minor">
              <a:schemeClr val="tx1"/>
            </a:fontRef>
          </p:style>
        </p:cxnSp>
        <p:sp>
          <p:nvSpPr>
            <p:cNvPr id="101" name="文本框 100">
              <a:extLst>
                <a:ext uri="{FF2B5EF4-FFF2-40B4-BE49-F238E27FC236}">
                  <a16:creationId xmlns:a16="http://schemas.microsoft.com/office/drawing/2014/main" id="{607423BF-70A1-49DF-91BE-85E5DBA4365F}"/>
                </a:ext>
              </a:extLst>
            </p:cNvPr>
            <p:cNvSpPr txBox="1"/>
            <p:nvPr/>
          </p:nvSpPr>
          <p:spPr>
            <a:xfrm>
              <a:off x="11051539" y="5430025"/>
              <a:ext cx="644526" cy="369332"/>
            </a:xfrm>
            <a:prstGeom prst="rect">
              <a:avLst/>
            </a:prstGeom>
            <a:noFill/>
          </p:spPr>
          <p:txBody>
            <a:bodyPr wrap="square" rtlCol="0">
              <a:spAutoFit/>
            </a:bodyPr>
            <a:lstStyle/>
            <a:p>
              <a:r>
                <a:rPr lang="zh-CN" altLang="en-US" b="1" dirty="0"/>
                <a:t>时间</a:t>
              </a:r>
            </a:p>
          </p:txBody>
        </p:sp>
        <p:cxnSp>
          <p:nvCxnSpPr>
            <p:cNvPr id="102" name="直接箭头连接符 101">
              <a:extLst>
                <a:ext uri="{FF2B5EF4-FFF2-40B4-BE49-F238E27FC236}">
                  <a16:creationId xmlns:a16="http://schemas.microsoft.com/office/drawing/2014/main" id="{14FB5E63-604F-4789-A8EF-BA385EDAFBFB}"/>
                </a:ext>
              </a:extLst>
            </p:cNvPr>
            <p:cNvCxnSpPr>
              <a:cxnSpLocks/>
            </p:cNvCxnSpPr>
            <p:nvPr/>
          </p:nvCxnSpPr>
          <p:spPr>
            <a:xfrm>
              <a:off x="1666661" y="5614691"/>
              <a:ext cx="9367097" cy="0"/>
            </a:xfrm>
            <a:prstGeom prst="straightConnector1">
              <a:avLst/>
            </a:prstGeom>
            <a:ln w="12700">
              <a:solidFill>
                <a:schemeClr val="tx1"/>
              </a:solidFill>
              <a:tailEnd type="triangle"/>
            </a:ln>
          </p:spPr>
          <p:style>
            <a:lnRef idx="1">
              <a:schemeClr val="accent1"/>
            </a:lnRef>
            <a:fillRef idx="0">
              <a:schemeClr val="accent1"/>
            </a:fillRef>
            <a:effectRef idx="0">
              <a:schemeClr val="accent1"/>
            </a:effectRef>
            <a:fontRef idx="minor">
              <a:schemeClr val="tx1"/>
            </a:fontRef>
          </p:style>
        </p:cxnSp>
        <p:sp>
          <p:nvSpPr>
            <p:cNvPr id="103" name="文本框 102">
              <a:extLst>
                <a:ext uri="{FF2B5EF4-FFF2-40B4-BE49-F238E27FC236}">
                  <a16:creationId xmlns:a16="http://schemas.microsoft.com/office/drawing/2014/main" id="{403C8105-CF44-4AFF-BA70-1502E7FD8965}"/>
                </a:ext>
              </a:extLst>
            </p:cNvPr>
            <p:cNvSpPr txBox="1"/>
            <p:nvPr/>
          </p:nvSpPr>
          <p:spPr>
            <a:xfrm>
              <a:off x="11051539" y="4185271"/>
              <a:ext cx="644526" cy="369332"/>
            </a:xfrm>
            <a:prstGeom prst="rect">
              <a:avLst/>
            </a:prstGeom>
            <a:noFill/>
          </p:spPr>
          <p:txBody>
            <a:bodyPr wrap="square" rtlCol="0">
              <a:spAutoFit/>
            </a:bodyPr>
            <a:lstStyle/>
            <a:p>
              <a:r>
                <a:rPr lang="zh-CN" altLang="en-US" b="1" dirty="0"/>
                <a:t>时间</a:t>
              </a:r>
            </a:p>
          </p:txBody>
        </p:sp>
        <p:cxnSp>
          <p:nvCxnSpPr>
            <p:cNvPr id="109" name="直接箭头连接符 108">
              <a:extLst>
                <a:ext uri="{FF2B5EF4-FFF2-40B4-BE49-F238E27FC236}">
                  <a16:creationId xmlns:a16="http://schemas.microsoft.com/office/drawing/2014/main" id="{C9D30BFA-BD02-48E2-B935-F0EE4CC6842E}"/>
                </a:ext>
              </a:extLst>
            </p:cNvPr>
            <p:cNvCxnSpPr>
              <a:cxnSpLocks/>
            </p:cNvCxnSpPr>
            <p:nvPr/>
          </p:nvCxnSpPr>
          <p:spPr>
            <a:xfrm>
              <a:off x="1666661" y="4369937"/>
              <a:ext cx="9367200" cy="0"/>
            </a:xfrm>
            <a:prstGeom prst="straightConnector1">
              <a:avLst/>
            </a:prstGeom>
            <a:ln w="12700">
              <a:solidFill>
                <a:schemeClr val="tx1"/>
              </a:solidFill>
              <a:tailEnd type="triangle"/>
            </a:ln>
          </p:spPr>
          <p:style>
            <a:lnRef idx="1">
              <a:schemeClr val="accent1"/>
            </a:lnRef>
            <a:fillRef idx="0">
              <a:schemeClr val="accent1"/>
            </a:fillRef>
            <a:effectRef idx="0">
              <a:schemeClr val="accent1"/>
            </a:effectRef>
            <a:fontRef idx="minor">
              <a:schemeClr val="tx1"/>
            </a:fontRef>
          </p:style>
        </p:cxnSp>
      </p:grpSp>
      <p:sp>
        <p:nvSpPr>
          <p:cNvPr id="201" name="矩形 200">
            <a:extLst>
              <a:ext uri="{FF2B5EF4-FFF2-40B4-BE49-F238E27FC236}">
                <a16:creationId xmlns:a16="http://schemas.microsoft.com/office/drawing/2014/main" id="{CBD5A6DC-9263-45C1-A676-C7BE3852393E}"/>
              </a:ext>
            </a:extLst>
          </p:cNvPr>
          <p:cNvSpPr/>
          <p:nvPr/>
        </p:nvSpPr>
        <p:spPr>
          <a:xfrm>
            <a:off x="1490131" y="3307579"/>
            <a:ext cx="1136650" cy="400110"/>
          </a:xfrm>
          <a:prstGeom prst="rect">
            <a:avLst/>
          </a:prstGeom>
          <a:solidFill>
            <a:schemeClr val="accent4"/>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zh-CN" altLang="en-US" b="1" dirty="0"/>
              <a:t>信道空闲</a:t>
            </a:r>
          </a:p>
        </p:txBody>
      </p:sp>
      <p:grpSp>
        <p:nvGrpSpPr>
          <p:cNvPr id="202" name="组合 201">
            <a:extLst>
              <a:ext uri="{FF2B5EF4-FFF2-40B4-BE49-F238E27FC236}">
                <a16:creationId xmlns:a16="http://schemas.microsoft.com/office/drawing/2014/main" id="{403CFCFF-B779-43D9-8E28-B158A7E142EC}"/>
              </a:ext>
            </a:extLst>
          </p:cNvPr>
          <p:cNvGrpSpPr/>
          <p:nvPr/>
        </p:nvGrpSpPr>
        <p:grpSpPr>
          <a:xfrm>
            <a:off x="2604557" y="3199355"/>
            <a:ext cx="1120774" cy="509285"/>
            <a:chOff x="2781087" y="2616848"/>
            <a:chExt cx="1120774" cy="509285"/>
          </a:xfrm>
        </p:grpSpPr>
        <p:sp>
          <p:nvSpPr>
            <p:cNvPr id="203" name="文本框 202">
              <a:extLst>
                <a:ext uri="{FF2B5EF4-FFF2-40B4-BE49-F238E27FC236}">
                  <a16:creationId xmlns:a16="http://schemas.microsoft.com/office/drawing/2014/main" id="{5A36E446-C357-4E8A-AA5B-D7385BD86E56}"/>
                </a:ext>
              </a:extLst>
            </p:cNvPr>
            <p:cNvSpPr txBox="1"/>
            <p:nvPr/>
          </p:nvSpPr>
          <p:spPr>
            <a:xfrm>
              <a:off x="2781087" y="2616848"/>
              <a:ext cx="1098550" cy="369332"/>
            </a:xfrm>
            <a:prstGeom prst="rect">
              <a:avLst/>
            </a:prstGeom>
            <a:noFill/>
          </p:spPr>
          <p:txBody>
            <a:bodyPr wrap="square" rtlCol="0">
              <a:spAutoFit/>
            </a:bodyPr>
            <a:lstStyle/>
            <a:p>
              <a:pPr algn="ctr"/>
              <a:r>
                <a:rPr lang="en-US" altLang="zh-CN" b="1" dirty="0"/>
                <a:t>DIFS</a:t>
              </a:r>
              <a:endParaRPr lang="zh-CN" altLang="en-US" b="1" dirty="0"/>
            </a:p>
          </p:txBody>
        </p:sp>
        <p:cxnSp>
          <p:nvCxnSpPr>
            <p:cNvPr id="204" name="直接连接符 203">
              <a:extLst>
                <a:ext uri="{FF2B5EF4-FFF2-40B4-BE49-F238E27FC236}">
                  <a16:creationId xmlns:a16="http://schemas.microsoft.com/office/drawing/2014/main" id="{BFF880F2-23DF-4A34-A906-D0FE3A1E216B}"/>
                </a:ext>
              </a:extLst>
            </p:cNvPr>
            <p:cNvCxnSpPr>
              <a:cxnSpLocks/>
            </p:cNvCxnSpPr>
            <p:nvPr/>
          </p:nvCxnSpPr>
          <p:spPr>
            <a:xfrm>
              <a:off x="3901861" y="2724121"/>
              <a:ext cx="0" cy="402012"/>
            </a:xfrm>
            <a:prstGeom prst="line">
              <a:avLst/>
            </a:prstGeom>
            <a:ln w="12700">
              <a:solidFill>
                <a:schemeClr val="tx1"/>
              </a:solidFill>
              <a:tailEnd type="none"/>
            </a:ln>
          </p:spPr>
          <p:style>
            <a:lnRef idx="1">
              <a:schemeClr val="accent1"/>
            </a:lnRef>
            <a:fillRef idx="0">
              <a:schemeClr val="accent1"/>
            </a:fillRef>
            <a:effectRef idx="0">
              <a:schemeClr val="accent1"/>
            </a:effectRef>
            <a:fontRef idx="minor">
              <a:schemeClr val="tx1"/>
            </a:fontRef>
          </p:style>
        </p:cxnSp>
        <p:cxnSp>
          <p:nvCxnSpPr>
            <p:cNvPr id="205" name="直接箭头连接符 204">
              <a:extLst>
                <a:ext uri="{FF2B5EF4-FFF2-40B4-BE49-F238E27FC236}">
                  <a16:creationId xmlns:a16="http://schemas.microsoft.com/office/drawing/2014/main" id="{688F02EC-EA60-4644-AF4D-A4A42FCB242F}"/>
                </a:ext>
              </a:extLst>
            </p:cNvPr>
            <p:cNvCxnSpPr/>
            <p:nvPr/>
          </p:nvCxnSpPr>
          <p:spPr>
            <a:xfrm>
              <a:off x="2803311" y="2940516"/>
              <a:ext cx="1098550" cy="0"/>
            </a:xfrm>
            <a:prstGeom prst="straightConnector1">
              <a:avLst/>
            </a:prstGeom>
            <a:ln w="12700">
              <a:solidFill>
                <a:schemeClr val="tx1"/>
              </a:solidFill>
              <a:headEnd type="triangle"/>
              <a:tailEnd type="triangle"/>
            </a:ln>
          </p:spPr>
          <p:style>
            <a:lnRef idx="1">
              <a:schemeClr val="accent1"/>
            </a:lnRef>
            <a:fillRef idx="0">
              <a:schemeClr val="accent1"/>
            </a:fillRef>
            <a:effectRef idx="0">
              <a:schemeClr val="accent1"/>
            </a:effectRef>
            <a:fontRef idx="minor">
              <a:schemeClr val="tx1"/>
            </a:fontRef>
          </p:style>
        </p:cxnSp>
      </p:grpSp>
      <p:grpSp>
        <p:nvGrpSpPr>
          <p:cNvPr id="206" name="组合 205">
            <a:extLst>
              <a:ext uri="{FF2B5EF4-FFF2-40B4-BE49-F238E27FC236}">
                <a16:creationId xmlns:a16="http://schemas.microsoft.com/office/drawing/2014/main" id="{A0087DF4-4649-4DC8-ADC5-73575CA1F1A3}"/>
              </a:ext>
            </a:extLst>
          </p:cNvPr>
          <p:cNvGrpSpPr/>
          <p:nvPr/>
        </p:nvGrpSpPr>
        <p:grpSpPr>
          <a:xfrm>
            <a:off x="1944937" y="3705787"/>
            <a:ext cx="1363688" cy="830190"/>
            <a:chOff x="4018800" y="2864874"/>
            <a:chExt cx="1363688" cy="830190"/>
          </a:xfrm>
        </p:grpSpPr>
        <p:sp>
          <p:nvSpPr>
            <p:cNvPr id="207" name="文本框 206">
              <a:extLst>
                <a:ext uri="{FF2B5EF4-FFF2-40B4-BE49-F238E27FC236}">
                  <a16:creationId xmlns:a16="http://schemas.microsoft.com/office/drawing/2014/main" id="{D043B378-50E9-475F-A0A4-BA17D4C286B8}"/>
                </a:ext>
              </a:extLst>
            </p:cNvPr>
            <p:cNvSpPr txBox="1"/>
            <p:nvPr/>
          </p:nvSpPr>
          <p:spPr>
            <a:xfrm>
              <a:off x="4018800" y="3325732"/>
              <a:ext cx="1363688" cy="369332"/>
            </a:xfrm>
            <a:prstGeom prst="rect">
              <a:avLst/>
            </a:prstGeom>
            <a:noFill/>
          </p:spPr>
          <p:txBody>
            <a:bodyPr wrap="square" rtlCol="0">
              <a:spAutoFit/>
            </a:bodyPr>
            <a:lstStyle/>
            <a:p>
              <a:pPr algn="ctr"/>
              <a:r>
                <a:rPr lang="zh-CN" altLang="en-US" b="1" dirty="0">
                  <a:solidFill>
                    <a:schemeClr val="accent3"/>
                  </a:solidFill>
                  <a:latin typeface="Arial Narrow" panose="020B0606020202030204" pitchFamily="34" charset="0"/>
                </a:rPr>
                <a:t>有帧要发送</a:t>
              </a:r>
            </a:p>
          </p:txBody>
        </p:sp>
        <p:cxnSp>
          <p:nvCxnSpPr>
            <p:cNvPr id="208" name="直接箭头连接符 207">
              <a:extLst>
                <a:ext uri="{FF2B5EF4-FFF2-40B4-BE49-F238E27FC236}">
                  <a16:creationId xmlns:a16="http://schemas.microsoft.com/office/drawing/2014/main" id="{E9431535-4218-4088-9B7F-6605F883266F}"/>
                </a:ext>
              </a:extLst>
            </p:cNvPr>
            <p:cNvCxnSpPr>
              <a:cxnSpLocks/>
            </p:cNvCxnSpPr>
            <p:nvPr/>
          </p:nvCxnSpPr>
          <p:spPr>
            <a:xfrm flipV="1">
              <a:off x="4702471" y="2864874"/>
              <a:ext cx="0" cy="521823"/>
            </a:xfrm>
            <a:prstGeom prst="straightConnector1">
              <a:avLst/>
            </a:prstGeom>
            <a:ln w="25400">
              <a:solidFill>
                <a:schemeClr val="tx1"/>
              </a:solidFill>
              <a:tailEnd type="triangle" w="med" len="lg"/>
            </a:ln>
          </p:spPr>
          <p:style>
            <a:lnRef idx="1">
              <a:schemeClr val="accent1"/>
            </a:lnRef>
            <a:fillRef idx="0">
              <a:schemeClr val="accent1"/>
            </a:fillRef>
            <a:effectRef idx="0">
              <a:schemeClr val="accent1"/>
            </a:effectRef>
            <a:fontRef idx="minor">
              <a:schemeClr val="tx1"/>
            </a:fontRef>
          </p:style>
        </p:cxnSp>
      </p:grpSp>
      <p:grpSp>
        <p:nvGrpSpPr>
          <p:cNvPr id="54" name="组合 53">
            <a:extLst>
              <a:ext uri="{FF2B5EF4-FFF2-40B4-BE49-F238E27FC236}">
                <a16:creationId xmlns:a16="http://schemas.microsoft.com/office/drawing/2014/main" id="{33B3B345-BC44-45F3-BB33-A134B9999CD0}"/>
              </a:ext>
            </a:extLst>
          </p:cNvPr>
          <p:cNvGrpSpPr/>
          <p:nvPr/>
        </p:nvGrpSpPr>
        <p:grpSpPr>
          <a:xfrm>
            <a:off x="3709885" y="3705787"/>
            <a:ext cx="404036" cy="1245704"/>
            <a:chOff x="3709885" y="3705787"/>
            <a:chExt cx="404036" cy="1245704"/>
          </a:xfrm>
        </p:grpSpPr>
        <p:sp>
          <p:nvSpPr>
            <p:cNvPr id="210" name="平行四边形 209">
              <a:extLst>
                <a:ext uri="{FF2B5EF4-FFF2-40B4-BE49-F238E27FC236}">
                  <a16:creationId xmlns:a16="http://schemas.microsoft.com/office/drawing/2014/main" id="{71AF24C0-1417-422F-9A99-A0A670F03A0A}"/>
                </a:ext>
              </a:extLst>
            </p:cNvPr>
            <p:cNvSpPr/>
            <p:nvPr/>
          </p:nvSpPr>
          <p:spPr>
            <a:xfrm flipH="1">
              <a:off x="3725331" y="3705787"/>
              <a:ext cx="388590" cy="1245704"/>
            </a:xfrm>
            <a:prstGeom prst="parallelogram">
              <a:avLst>
                <a:gd name="adj" fmla="val 36439"/>
              </a:avLst>
            </a:prstGeom>
            <a:solidFill>
              <a:schemeClr val="accent6">
                <a:lumMod val="50000"/>
              </a:schemeClr>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b="1" dirty="0">
                <a:latin typeface="宋体" panose="02010600030101010101" pitchFamily="2" charset="-122"/>
                <a:ea typeface="宋体" panose="02010600030101010101" pitchFamily="2" charset="-122"/>
              </a:endParaRPr>
            </a:p>
          </p:txBody>
        </p:sp>
        <p:cxnSp>
          <p:nvCxnSpPr>
            <p:cNvPr id="212" name="直接箭头连接符 211">
              <a:extLst>
                <a:ext uri="{FF2B5EF4-FFF2-40B4-BE49-F238E27FC236}">
                  <a16:creationId xmlns:a16="http://schemas.microsoft.com/office/drawing/2014/main" id="{E001F61D-5514-4F19-B133-E4CCB9FC4C5B}"/>
                </a:ext>
              </a:extLst>
            </p:cNvPr>
            <p:cNvCxnSpPr>
              <a:cxnSpLocks/>
            </p:cNvCxnSpPr>
            <p:nvPr/>
          </p:nvCxnSpPr>
          <p:spPr>
            <a:xfrm>
              <a:off x="3937293" y="4459260"/>
              <a:ext cx="51777" cy="328379"/>
            </a:xfrm>
            <a:prstGeom prst="straightConnector1">
              <a:avLst/>
            </a:prstGeom>
            <a:ln w="38100">
              <a:solidFill>
                <a:schemeClr val="bg1"/>
              </a:solidFill>
              <a:tailEnd type="triangle"/>
            </a:ln>
          </p:spPr>
          <p:style>
            <a:lnRef idx="1">
              <a:schemeClr val="accent1"/>
            </a:lnRef>
            <a:fillRef idx="0">
              <a:schemeClr val="accent1"/>
            </a:fillRef>
            <a:effectRef idx="0">
              <a:schemeClr val="accent1"/>
            </a:effectRef>
            <a:fontRef idx="minor">
              <a:schemeClr val="tx1"/>
            </a:fontRef>
          </p:style>
        </p:cxnSp>
        <p:sp>
          <p:nvSpPr>
            <p:cNvPr id="50" name="文本框 49">
              <a:extLst>
                <a:ext uri="{FF2B5EF4-FFF2-40B4-BE49-F238E27FC236}">
                  <a16:creationId xmlns:a16="http://schemas.microsoft.com/office/drawing/2014/main" id="{C72528BC-37CC-4C3D-901D-0B944A5167F1}"/>
                </a:ext>
              </a:extLst>
            </p:cNvPr>
            <p:cNvSpPr txBox="1"/>
            <p:nvPr/>
          </p:nvSpPr>
          <p:spPr>
            <a:xfrm rot="5016764">
              <a:off x="3572288" y="3987483"/>
              <a:ext cx="644526" cy="369332"/>
            </a:xfrm>
            <a:prstGeom prst="rect">
              <a:avLst/>
            </a:prstGeom>
            <a:noFill/>
          </p:spPr>
          <p:txBody>
            <a:bodyPr wrap="square" rtlCol="0">
              <a:spAutoFit/>
            </a:bodyPr>
            <a:lstStyle/>
            <a:p>
              <a:pPr algn="ctr"/>
              <a:r>
                <a:rPr lang="en-US" altLang="zh-CN" b="1" dirty="0">
                  <a:solidFill>
                    <a:schemeClr val="bg1"/>
                  </a:solidFill>
                </a:rPr>
                <a:t>RTS</a:t>
              </a:r>
              <a:endParaRPr lang="zh-CN" altLang="en-US" b="1" dirty="0">
                <a:solidFill>
                  <a:schemeClr val="bg1"/>
                </a:solidFill>
              </a:endParaRPr>
            </a:p>
          </p:txBody>
        </p:sp>
      </p:grpSp>
      <p:grpSp>
        <p:nvGrpSpPr>
          <p:cNvPr id="213" name="组合 212">
            <a:extLst>
              <a:ext uri="{FF2B5EF4-FFF2-40B4-BE49-F238E27FC236}">
                <a16:creationId xmlns:a16="http://schemas.microsoft.com/office/drawing/2014/main" id="{F8542F55-5F8E-4556-A457-3432A4CF167F}"/>
              </a:ext>
            </a:extLst>
          </p:cNvPr>
          <p:cNvGrpSpPr/>
          <p:nvPr/>
        </p:nvGrpSpPr>
        <p:grpSpPr>
          <a:xfrm>
            <a:off x="4082171" y="4950291"/>
            <a:ext cx="644523" cy="543960"/>
            <a:chOff x="5121057" y="4368987"/>
            <a:chExt cx="644523" cy="543960"/>
          </a:xfrm>
        </p:grpSpPr>
        <p:sp>
          <p:nvSpPr>
            <p:cNvPr id="214" name="文本框 213">
              <a:extLst>
                <a:ext uri="{FF2B5EF4-FFF2-40B4-BE49-F238E27FC236}">
                  <a16:creationId xmlns:a16="http://schemas.microsoft.com/office/drawing/2014/main" id="{DF84D51A-5266-4152-ABE4-B8533A7FC98E}"/>
                </a:ext>
              </a:extLst>
            </p:cNvPr>
            <p:cNvSpPr txBox="1"/>
            <p:nvPr/>
          </p:nvSpPr>
          <p:spPr>
            <a:xfrm>
              <a:off x="5121057" y="4543615"/>
              <a:ext cx="644523" cy="369332"/>
            </a:xfrm>
            <a:prstGeom prst="rect">
              <a:avLst/>
            </a:prstGeom>
            <a:noFill/>
          </p:spPr>
          <p:txBody>
            <a:bodyPr wrap="square" rtlCol="0">
              <a:spAutoFit/>
            </a:bodyPr>
            <a:lstStyle/>
            <a:p>
              <a:pPr algn="ctr"/>
              <a:r>
                <a:rPr lang="en-US" altLang="zh-CN" b="1" dirty="0"/>
                <a:t>SIFS</a:t>
              </a:r>
              <a:endParaRPr lang="zh-CN" altLang="en-US" b="1" dirty="0"/>
            </a:p>
          </p:txBody>
        </p:sp>
        <p:cxnSp>
          <p:nvCxnSpPr>
            <p:cNvPr id="215" name="直接连接符 214">
              <a:extLst>
                <a:ext uri="{FF2B5EF4-FFF2-40B4-BE49-F238E27FC236}">
                  <a16:creationId xmlns:a16="http://schemas.microsoft.com/office/drawing/2014/main" id="{16C7D407-89A7-476B-9F0C-295BA9580EBC}"/>
                </a:ext>
              </a:extLst>
            </p:cNvPr>
            <p:cNvCxnSpPr>
              <a:cxnSpLocks/>
            </p:cNvCxnSpPr>
            <p:nvPr/>
          </p:nvCxnSpPr>
          <p:spPr>
            <a:xfrm>
              <a:off x="5152807" y="4368987"/>
              <a:ext cx="0" cy="402012"/>
            </a:xfrm>
            <a:prstGeom prst="line">
              <a:avLst/>
            </a:prstGeom>
            <a:ln w="12700">
              <a:solidFill>
                <a:schemeClr val="tx1"/>
              </a:solidFill>
              <a:tailEnd type="none"/>
            </a:ln>
          </p:spPr>
          <p:style>
            <a:lnRef idx="1">
              <a:schemeClr val="accent1"/>
            </a:lnRef>
            <a:fillRef idx="0">
              <a:schemeClr val="accent1"/>
            </a:fillRef>
            <a:effectRef idx="0">
              <a:schemeClr val="accent1"/>
            </a:effectRef>
            <a:fontRef idx="minor">
              <a:schemeClr val="tx1"/>
            </a:fontRef>
          </p:style>
        </p:cxnSp>
        <p:cxnSp>
          <p:nvCxnSpPr>
            <p:cNvPr id="216" name="直接连接符 215">
              <a:extLst>
                <a:ext uri="{FF2B5EF4-FFF2-40B4-BE49-F238E27FC236}">
                  <a16:creationId xmlns:a16="http://schemas.microsoft.com/office/drawing/2014/main" id="{F270AF85-16E5-4DF8-A054-EDAE38368D6A}"/>
                </a:ext>
              </a:extLst>
            </p:cNvPr>
            <p:cNvCxnSpPr>
              <a:cxnSpLocks/>
            </p:cNvCxnSpPr>
            <p:nvPr/>
          </p:nvCxnSpPr>
          <p:spPr>
            <a:xfrm>
              <a:off x="5710293" y="4368987"/>
              <a:ext cx="0" cy="402012"/>
            </a:xfrm>
            <a:prstGeom prst="line">
              <a:avLst/>
            </a:prstGeom>
            <a:ln w="12700">
              <a:solidFill>
                <a:schemeClr val="tx1"/>
              </a:solidFill>
              <a:tailEnd type="none"/>
            </a:ln>
          </p:spPr>
          <p:style>
            <a:lnRef idx="1">
              <a:schemeClr val="accent1"/>
            </a:lnRef>
            <a:fillRef idx="0">
              <a:schemeClr val="accent1"/>
            </a:fillRef>
            <a:effectRef idx="0">
              <a:schemeClr val="accent1"/>
            </a:effectRef>
            <a:fontRef idx="minor">
              <a:schemeClr val="tx1"/>
            </a:fontRef>
          </p:style>
        </p:cxnSp>
        <p:cxnSp>
          <p:nvCxnSpPr>
            <p:cNvPr id="217" name="直接箭头连接符 216">
              <a:extLst>
                <a:ext uri="{FF2B5EF4-FFF2-40B4-BE49-F238E27FC236}">
                  <a16:creationId xmlns:a16="http://schemas.microsoft.com/office/drawing/2014/main" id="{32702915-3A58-47BF-8FEF-D1F4B0721E96}"/>
                </a:ext>
              </a:extLst>
            </p:cNvPr>
            <p:cNvCxnSpPr>
              <a:cxnSpLocks/>
            </p:cNvCxnSpPr>
            <p:nvPr/>
          </p:nvCxnSpPr>
          <p:spPr>
            <a:xfrm>
              <a:off x="5152807" y="4543615"/>
              <a:ext cx="557486" cy="0"/>
            </a:xfrm>
            <a:prstGeom prst="straightConnector1">
              <a:avLst/>
            </a:prstGeom>
            <a:ln w="12700">
              <a:solidFill>
                <a:schemeClr val="tx1"/>
              </a:solidFill>
              <a:headEnd type="triangle"/>
              <a:tailEnd type="triangle"/>
            </a:ln>
          </p:spPr>
          <p:style>
            <a:lnRef idx="1">
              <a:schemeClr val="accent1"/>
            </a:lnRef>
            <a:fillRef idx="0">
              <a:schemeClr val="accent1"/>
            </a:fillRef>
            <a:effectRef idx="0">
              <a:schemeClr val="accent1"/>
            </a:effectRef>
            <a:fontRef idx="minor">
              <a:schemeClr val="tx1"/>
            </a:fontRef>
          </p:style>
        </p:cxnSp>
      </p:grpSp>
      <p:grpSp>
        <p:nvGrpSpPr>
          <p:cNvPr id="56" name="组合 55">
            <a:extLst>
              <a:ext uri="{FF2B5EF4-FFF2-40B4-BE49-F238E27FC236}">
                <a16:creationId xmlns:a16="http://schemas.microsoft.com/office/drawing/2014/main" id="{27138416-11FC-4DC9-9FAF-D576ECDA3BD7}"/>
              </a:ext>
            </a:extLst>
          </p:cNvPr>
          <p:cNvGrpSpPr/>
          <p:nvPr/>
        </p:nvGrpSpPr>
        <p:grpSpPr>
          <a:xfrm>
            <a:off x="4654213" y="3705787"/>
            <a:ext cx="412826" cy="1252960"/>
            <a:chOff x="4654213" y="3705787"/>
            <a:chExt cx="412826" cy="1252960"/>
          </a:xfrm>
        </p:grpSpPr>
        <p:sp>
          <p:nvSpPr>
            <p:cNvPr id="218" name="平行四边形 217">
              <a:extLst>
                <a:ext uri="{FF2B5EF4-FFF2-40B4-BE49-F238E27FC236}">
                  <a16:creationId xmlns:a16="http://schemas.microsoft.com/office/drawing/2014/main" id="{79A27340-D172-4D83-95DB-9FFFF0067BC6}"/>
                </a:ext>
              </a:extLst>
            </p:cNvPr>
            <p:cNvSpPr/>
            <p:nvPr/>
          </p:nvSpPr>
          <p:spPr>
            <a:xfrm flipH="1">
              <a:off x="4678449" y="3705787"/>
              <a:ext cx="388590" cy="1245704"/>
            </a:xfrm>
            <a:prstGeom prst="parallelogram">
              <a:avLst>
                <a:gd name="adj" fmla="val 36439"/>
              </a:avLst>
            </a:prstGeom>
            <a:solidFill>
              <a:schemeClr val="accent1">
                <a:lumMod val="50000"/>
              </a:schemeClr>
            </a:solidFill>
            <a:ln>
              <a:solidFill>
                <a:schemeClr val="tx1"/>
              </a:solidFill>
            </a:ln>
            <a:scene3d>
              <a:camera prst="orthographicFront">
                <a:rot lat="0" lon="10800000" rev="0"/>
              </a:camera>
              <a:lightRig rig="threePt" dir="t"/>
            </a:scene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b="1" dirty="0">
                <a:latin typeface="宋体" panose="02010600030101010101" pitchFamily="2" charset="-122"/>
                <a:ea typeface="宋体" panose="02010600030101010101" pitchFamily="2" charset="-122"/>
              </a:endParaRPr>
            </a:p>
          </p:txBody>
        </p:sp>
        <p:sp>
          <p:nvSpPr>
            <p:cNvPr id="219" name="文本框 218">
              <a:extLst>
                <a:ext uri="{FF2B5EF4-FFF2-40B4-BE49-F238E27FC236}">
                  <a16:creationId xmlns:a16="http://schemas.microsoft.com/office/drawing/2014/main" id="{699EB066-EC6F-4F49-A2C7-0729522B5CEB}"/>
                </a:ext>
              </a:extLst>
            </p:cNvPr>
            <p:cNvSpPr txBox="1"/>
            <p:nvPr/>
          </p:nvSpPr>
          <p:spPr>
            <a:xfrm rot="16589550">
              <a:off x="4516616" y="4451818"/>
              <a:ext cx="644526" cy="369332"/>
            </a:xfrm>
            <a:prstGeom prst="rect">
              <a:avLst/>
            </a:prstGeom>
            <a:noFill/>
          </p:spPr>
          <p:txBody>
            <a:bodyPr wrap="square" rtlCol="0">
              <a:spAutoFit/>
            </a:bodyPr>
            <a:lstStyle/>
            <a:p>
              <a:pPr algn="ctr"/>
              <a:r>
                <a:rPr lang="en-US" altLang="zh-CN" b="1" dirty="0">
                  <a:solidFill>
                    <a:schemeClr val="bg1"/>
                  </a:solidFill>
                </a:rPr>
                <a:t>CTS</a:t>
              </a:r>
              <a:endParaRPr lang="zh-CN" altLang="en-US" b="1" dirty="0">
                <a:solidFill>
                  <a:schemeClr val="bg1"/>
                </a:solidFill>
              </a:endParaRPr>
            </a:p>
          </p:txBody>
        </p:sp>
        <p:cxnSp>
          <p:nvCxnSpPr>
            <p:cNvPr id="220" name="直接箭头连接符 219">
              <a:extLst>
                <a:ext uri="{FF2B5EF4-FFF2-40B4-BE49-F238E27FC236}">
                  <a16:creationId xmlns:a16="http://schemas.microsoft.com/office/drawing/2014/main" id="{B42E3466-3525-44FE-A3AA-207EDADFA442}"/>
                </a:ext>
              </a:extLst>
            </p:cNvPr>
            <p:cNvCxnSpPr>
              <a:cxnSpLocks/>
            </p:cNvCxnSpPr>
            <p:nvPr/>
          </p:nvCxnSpPr>
          <p:spPr>
            <a:xfrm flipV="1">
              <a:off x="4872744" y="3945404"/>
              <a:ext cx="48506" cy="382451"/>
            </a:xfrm>
            <a:prstGeom prst="straightConnector1">
              <a:avLst/>
            </a:prstGeom>
            <a:ln w="38100">
              <a:solidFill>
                <a:schemeClr val="bg1"/>
              </a:solidFill>
              <a:tailEnd type="triangle"/>
            </a:ln>
          </p:spPr>
          <p:style>
            <a:lnRef idx="1">
              <a:schemeClr val="accent1"/>
            </a:lnRef>
            <a:fillRef idx="0">
              <a:schemeClr val="accent1"/>
            </a:fillRef>
            <a:effectRef idx="0">
              <a:schemeClr val="accent1"/>
            </a:effectRef>
            <a:fontRef idx="minor">
              <a:schemeClr val="tx1"/>
            </a:fontRef>
          </p:style>
        </p:cxnSp>
      </p:grpSp>
      <p:sp>
        <p:nvSpPr>
          <p:cNvPr id="243" name="对话气泡: 圆角矩形 242">
            <a:extLst>
              <a:ext uri="{FF2B5EF4-FFF2-40B4-BE49-F238E27FC236}">
                <a16:creationId xmlns:a16="http://schemas.microsoft.com/office/drawing/2014/main" id="{B53A1F70-2501-4F94-A7E1-C52350479290}"/>
              </a:ext>
            </a:extLst>
          </p:cNvPr>
          <p:cNvSpPr/>
          <p:nvPr/>
        </p:nvSpPr>
        <p:spPr>
          <a:xfrm>
            <a:off x="2230183" y="1765683"/>
            <a:ext cx="7420251" cy="1014618"/>
          </a:xfrm>
          <a:prstGeom prst="wedgeRoundRectCallout">
            <a:avLst>
              <a:gd name="adj1" fmla="val -27584"/>
              <a:gd name="adj2" fmla="val 143091"/>
              <a:gd name="adj3" fmla="val 16667"/>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nSpc>
                <a:spcPct val="150000"/>
              </a:lnSpc>
            </a:pPr>
            <a:r>
              <a:rPr lang="en-US" altLang="zh-CN" b="1" dirty="0"/>
              <a:t>RTS</a:t>
            </a:r>
            <a:r>
              <a:rPr lang="zh-CN" altLang="en-US" b="1" dirty="0"/>
              <a:t>（</a:t>
            </a:r>
            <a:r>
              <a:rPr lang="en-US" altLang="zh-CN" b="1" dirty="0"/>
              <a:t>Request To Send</a:t>
            </a:r>
            <a:r>
              <a:rPr lang="zh-CN" altLang="en-US" b="1" dirty="0"/>
              <a:t>）帧是短的控制帧，它包括源地址、目的地址和本次通信（包括目的站发回确认帧所需的时间）所需的持续时间。</a:t>
            </a:r>
          </a:p>
        </p:txBody>
      </p:sp>
      <p:sp>
        <p:nvSpPr>
          <p:cNvPr id="38" name="平行四边形 37">
            <a:extLst>
              <a:ext uri="{FF2B5EF4-FFF2-40B4-BE49-F238E27FC236}">
                <a16:creationId xmlns:a16="http://schemas.microsoft.com/office/drawing/2014/main" id="{045F6E6B-9EBC-51AD-7C32-5FAF6A25F4DC}"/>
              </a:ext>
            </a:extLst>
          </p:cNvPr>
          <p:cNvSpPr/>
          <p:nvPr/>
        </p:nvSpPr>
        <p:spPr>
          <a:xfrm>
            <a:off x="304799" y="749300"/>
            <a:ext cx="691019" cy="387090"/>
          </a:xfrm>
          <a:prstGeom prst="parallelogram">
            <a:avLst/>
          </a:prstGeom>
          <a:solidFill>
            <a:schemeClr val="accent3">
              <a:lumMod val="75000"/>
            </a:schemeClr>
          </a:solidFill>
          <a:ln>
            <a:solidFill>
              <a:schemeClr val="accent3">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CN" sz="2200" dirty="0">
                <a:latin typeface="Impact" panose="020B0806030902050204" pitchFamily="34" charset="0"/>
              </a:rPr>
              <a:t>04</a:t>
            </a:r>
            <a:endParaRPr lang="zh-CN" altLang="en-US" sz="2200" dirty="0">
              <a:latin typeface="Impact" panose="020B0806030902050204" pitchFamily="34" charset="0"/>
            </a:endParaRPr>
          </a:p>
        </p:txBody>
      </p:sp>
    </p:spTree>
    <p:custDataLst>
      <p:tags r:id="rId1"/>
    </p:custDataLst>
    <p:extLst>
      <p:ext uri="{BB962C8B-B14F-4D97-AF65-F5344CB8AC3E}">
        <p14:creationId xmlns:p14="http://schemas.microsoft.com/office/powerpoint/2010/main" val="3071102918"/>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 presetClass="entr" presetSubtype="0" fill="hold" grpId="0" nodeType="withEffect">
                                  <p:stCondLst>
                                    <p:cond delay="0"/>
                                  </p:stCondLst>
                                  <p:iterate type="lt">
                                    <p:tmAbs val="100"/>
                                  </p:iterate>
                                  <p:childTnLst>
                                    <p:set>
                                      <p:cBhvr>
                                        <p:cTn id="6" dur="1" fill="hold">
                                          <p:stCondLst>
                                            <p:cond delay="0"/>
                                          </p:stCondLst>
                                        </p:cTn>
                                        <p:tgtEl>
                                          <p:spTgt spid="106"/>
                                        </p:tgtEl>
                                        <p:attrNameLst>
                                          <p:attrName>style.visibility</p:attrName>
                                        </p:attrNameLst>
                                      </p:cBhvr>
                                      <p:to>
                                        <p:strVal val="visible"/>
                                      </p:to>
                                    </p:set>
                                  </p:childTnLst>
                                </p:cTn>
                              </p:par>
                            </p:childTnLst>
                          </p:cTn>
                        </p:par>
                      </p:childTnLst>
                    </p:cTn>
                  </p:par>
                  <p:par>
                    <p:cTn id="7" fill="hold">
                      <p:stCondLst>
                        <p:cond delay="indefinite"/>
                      </p:stCondLst>
                      <p:childTnLst>
                        <p:par>
                          <p:cTn id="8" fill="hold">
                            <p:stCondLst>
                              <p:cond delay="0"/>
                            </p:stCondLst>
                            <p:childTnLst>
                              <p:par>
                                <p:cTn id="9" presetID="22" presetClass="entr" presetSubtype="8" fill="hold" nodeType="clickEffect">
                                  <p:stCondLst>
                                    <p:cond delay="0"/>
                                  </p:stCondLst>
                                  <p:childTnLst>
                                    <p:set>
                                      <p:cBhvr>
                                        <p:cTn id="10" dur="1" fill="hold">
                                          <p:stCondLst>
                                            <p:cond delay="0"/>
                                          </p:stCondLst>
                                        </p:cTn>
                                        <p:tgtEl>
                                          <p:spTgt spid="95"/>
                                        </p:tgtEl>
                                        <p:attrNameLst>
                                          <p:attrName>style.visibility</p:attrName>
                                        </p:attrNameLst>
                                      </p:cBhvr>
                                      <p:to>
                                        <p:strVal val="visible"/>
                                      </p:to>
                                    </p:set>
                                    <p:animEffect transition="in" filter="wipe(left)">
                                      <p:cBhvr>
                                        <p:cTn id="11" dur="1000"/>
                                        <p:tgtEl>
                                          <p:spTgt spid="95"/>
                                        </p:tgtEl>
                                      </p:cBhvr>
                                    </p:animEffect>
                                  </p:childTnLst>
                                </p:cTn>
                              </p:par>
                            </p:childTnLst>
                          </p:cTn>
                        </p:par>
                      </p:childTnLst>
                    </p:cTn>
                  </p:par>
                  <p:par>
                    <p:cTn id="12" fill="hold">
                      <p:stCondLst>
                        <p:cond delay="indefinite"/>
                      </p:stCondLst>
                      <p:childTnLst>
                        <p:par>
                          <p:cTn id="13" fill="hold">
                            <p:stCondLst>
                              <p:cond delay="0"/>
                            </p:stCondLst>
                            <p:childTnLst>
                              <p:par>
                                <p:cTn id="14" presetID="22" presetClass="entr" presetSubtype="8" fill="hold" grpId="0" nodeType="clickEffect">
                                  <p:stCondLst>
                                    <p:cond delay="0"/>
                                  </p:stCondLst>
                                  <p:childTnLst>
                                    <p:set>
                                      <p:cBhvr>
                                        <p:cTn id="15" dur="1" fill="hold">
                                          <p:stCondLst>
                                            <p:cond delay="0"/>
                                          </p:stCondLst>
                                        </p:cTn>
                                        <p:tgtEl>
                                          <p:spTgt spid="201"/>
                                        </p:tgtEl>
                                        <p:attrNameLst>
                                          <p:attrName>style.visibility</p:attrName>
                                        </p:attrNameLst>
                                      </p:cBhvr>
                                      <p:to>
                                        <p:strVal val="visible"/>
                                      </p:to>
                                    </p:set>
                                    <p:animEffect transition="in" filter="wipe(left)">
                                      <p:cBhvr>
                                        <p:cTn id="16" dur="500"/>
                                        <p:tgtEl>
                                          <p:spTgt spid="201"/>
                                        </p:tgtEl>
                                      </p:cBhvr>
                                    </p:animEffect>
                                  </p:childTnLst>
                                </p:cTn>
                              </p:par>
                            </p:childTnLst>
                          </p:cTn>
                        </p:par>
                      </p:childTnLst>
                    </p:cTn>
                  </p:par>
                  <p:par>
                    <p:cTn id="17" fill="hold">
                      <p:stCondLst>
                        <p:cond delay="indefinite"/>
                      </p:stCondLst>
                      <p:childTnLst>
                        <p:par>
                          <p:cTn id="18" fill="hold">
                            <p:stCondLst>
                              <p:cond delay="0"/>
                            </p:stCondLst>
                            <p:childTnLst>
                              <p:par>
                                <p:cTn id="19" presetID="22" presetClass="entr" presetSubtype="4" fill="hold" nodeType="clickEffect">
                                  <p:stCondLst>
                                    <p:cond delay="0"/>
                                  </p:stCondLst>
                                  <p:childTnLst>
                                    <p:set>
                                      <p:cBhvr>
                                        <p:cTn id="20" dur="1" fill="hold">
                                          <p:stCondLst>
                                            <p:cond delay="0"/>
                                          </p:stCondLst>
                                        </p:cTn>
                                        <p:tgtEl>
                                          <p:spTgt spid="206"/>
                                        </p:tgtEl>
                                        <p:attrNameLst>
                                          <p:attrName>style.visibility</p:attrName>
                                        </p:attrNameLst>
                                      </p:cBhvr>
                                      <p:to>
                                        <p:strVal val="visible"/>
                                      </p:to>
                                    </p:set>
                                    <p:animEffect transition="in" filter="wipe(down)">
                                      <p:cBhvr>
                                        <p:cTn id="21" dur="500"/>
                                        <p:tgtEl>
                                          <p:spTgt spid="206"/>
                                        </p:tgtEl>
                                      </p:cBhvr>
                                    </p:animEffect>
                                  </p:childTnLst>
                                </p:cTn>
                              </p:par>
                            </p:childTnLst>
                          </p:cTn>
                        </p:par>
                      </p:childTnLst>
                    </p:cTn>
                  </p:par>
                  <p:par>
                    <p:cTn id="22" fill="hold">
                      <p:stCondLst>
                        <p:cond delay="indefinite"/>
                      </p:stCondLst>
                      <p:childTnLst>
                        <p:par>
                          <p:cTn id="23" fill="hold">
                            <p:stCondLst>
                              <p:cond delay="0"/>
                            </p:stCondLst>
                            <p:childTnLst>
                              <p:par>
                                <p:cTn id="24" presetID="22" presetClass="entr" presetSubtype="8" fill="hold" nodeType="clickEffect">
                                  <p:stCondLst>
                                    <p:cond delay="0"/>
                                  </p:stCondLst>
                                  <p:childTnLst>
                                    <p:set>
                                      <p:cBhvr>
                                        <p:cTn id="25" dur="1" fill="hold">
                                          <p:stCondLst>
                                            <p:cond delay="0"/>
                                          </p:stCondLst>
                                        </p:cTn>
                                        <p:tgtEl>
                                          <p:spTgt spid="202"/>
                                        </p:tgtEl>
                                        <p:attrNameLst>
                                          <p:attrName>style.visibility</p:attrName>
                                        </p:attrNameLst>
                                      </p:cBhvr>
                                      <p:to>
                                        <p:strVal val="visible"/>
                                      </p:to>
                                    </p:set>
                                    <p:animEffect transition="in" filter="wipe(left)">
                                      <p:cBhvr>
                                        <p:cTn id="26" dur="500"/>
                                        <p:tgtEl>
                                          <p:spTgt spid="202"/>
                                        </p:tgtEl>
                                      </p:cBhvr>
                                    </p:animEffect>
                                  </p:childTnLst>
                                </p:cTn>
                              </p:par>
                            </p:childTnLst>
                          </p:cTn>
                        </p:par>
                      </p:childTnLst>
                    </p:cTn>
                  </p:par>
                  <p:par>
                    <p:cTn id="27" fill="hold">
                      <p:stCondLst>
                        <p:cond delay="indefinite"/>
                      </p:stCondLst>
                      <p:childTnLst>
                        <p:par>
                          <p:cTn id="28" fill="hold">
                            <p:stCondLst>
                              <p:cond delay="0"/>
                            </p:stCondLst>
                            <p:childTnLst>
                              <p:par>
                                <p:cTn id="29" presetID="22" presetClass="entr" presetSubtype="8" fill="hold" nodeType="clickEffect">
                                  <p:stCondLst>
                                    <p:cond delay="0"/>
                                  </p:stCondLst>
                                  <p:childTnLst>
                                    <p:set>
                                      <p:cBhvr>
                                        <p:cTn id="30" dur="1" fill="hold">
                                          <p:stCondLst>
                                            <p:cond delay="0"/>
                                          </p:stCondLst>
                                        </p:cTn>
                                        <p:tgtEl>
                                          <p:spTgt spid="54"/>
                                        </p:tgtEl>
                                        <p:attrNameLst>
                                          <p:attrName>style.visibility</p:attrName>
                                        </p:attrNameLst>
                                      </p:cBhvr>
                                      <p:to>
                                        <p:strVal val="visible"/>
                                      </p:to>
                                    </p:set>
                                    <p:animEffect transition="in" filter="wipe(left)">
                                      <p:cBhvr>
                                        <p:cTn id="31" dur="1000"/>
                                        <p:tgtEl>
                                          <p:spTgt spid="54"/>
                                        </p:tgtEl>
                                      </p:cBhvr>
                                    </p:animEffect>
                                  </p:childTnLst>
                                </p:cTn>
                              </p:par>
                            </p:childTnLst>
                          </p:cTn>
                        </p:par>
                      </p:childTnLst>
                    </p:cTn>
                  </p:par>
                  <p:par>
                    <p:cTn id="32" fill="hold">
                      <p:stCondLst>
                        <p:cond delay="indefinite"/>
                      </p:stCondLst>
                      <p:childTnLst>
                        <p:par>
                          <p:cTn id="33" fill="hold">
                            <p:stCondLst>
                              <p:cond delay="0"/>
                            </p:stCondLst>
                            <p:childTnLst>
                              <p:par>
                                <p:cTn id="34" presetID="22" presetClass="entr" presetSubtype="4" fill="hold" grpId="0" nodeType="clickEffect">
                                  <p:stCondLst>
                                    <p:cond delay="0"/>
                                  </p:stCondLst>
                                  <p:childTnLst>
                                    <p:set>
                                      <p:cBhvr>
                                        <p:cTn id="35" dur="1" fill="hold">
                                          <p:stCondLst>
                                            <p:cond delay="0"/>
                                          </p:stCondLst>
                                        </p:cTn>
                                        <p:tgtEl>
                                          <p:spTgt spid="243"/>
                                        </p:tgtEl>
                                        <p:attrNameLst>
                                          <p:attrName>style.visibility</p:attrName>
                                        </p:attrNameLst>
                                      </p:cBhvr>
                                      <p:to>
                                        <p:strVal val="visible"/>
                                      </p:to>
                                    </p:set>
                                    <p:animEffect transition="in" filter="wipe(down)">
                                      <p:cBhvr>
                                        <p:cTn id="36" dur="500"/>
                                        <p:tgtEl>
                                          <p:spTgt spid="243"/>
                                        </p:tgtEl>
                                      </p:cBhvr>
                                    </p:animEffect>
                                  </p:childTnLst>
                                </p:cTn>
                              </p:par>
                            </p:childTnLst>
                          </p:cTn>
                        </p:par>
                      </p:childTnLst>
                    </p:cTn>
                  </p:par>
                  <p:par>
                    <p:cTn id="37" fill="hold">
                      <p:stCondLst>
                        <p:cond delay="indefinite"/>
                      </p:stCondLst>
                      <p:childTnLst>
                        <p:par>
                          <p:cTn id="38" fill="hold">
                            <p:stCondLst>
                              <p:cond delay="0"/>
                            </p:stCondLst>
                            <p:childTnLst>
                              <p:par>
                                <p:cTn id="39" presetID="22" presetClass="entr" presetSubtype="8" fill="hold" nodeType="clickEffect">
                                  <p:stCondLst>
                                    <p:cond delay="0"/>
                                  </p:stCondLst>
                                  <p:childTnLst>
                                    <p:set>
                                      <p:cBhvr>
                                        <p:cTn id="40" dur="1" fill="hold">
                                          <p:stCondLst>
                                            <p:cond delay="0"/>
                                          </p:stCondLst>
                                        </p:cTn>
                                        <p:tgtEl>
                                          <p:spTgt spid="213"/>
                                        </p:tgtEl>
                                        <p:attrNameLst>
                                          <p:attrName>style.visibility</p:attrName>
                                        </p:attrNameLst>
                                      </p:cBhvr>
                                      <p:to>
                                        <p:strVal val="visible"/>
                                      </p:to>
                                    </p:set>
                                    <p:animEffect transition="in" filter="wipe(left)">
                                      <p:cBhvr>
                                        <p:cTn id="41" dur="500"/>
                                        <p:tgtEl>
                                          <p:spTgt spid="213"/>
                                        </p:tgtEl>
                                      </p:cBhvr>
                                    </p:animEffect>
                                  </p:childTnLst>
                                </p:cTn>
                              </p:par>
                            </p:childTnLst>
                          </p:cTn>
                        </p:par>
                      </p:childTnLst>
                    </p:cTn>
                  </p:par>
                  <p:par>
                    <p:cTn id="42" fill="hold">
                      <p:stCondLst>
                        <p:cond delay="indefinite"/>
                      </p:stCondLst>
                      <p:childTnLst>
                        <p:par>
                          <p:cTn id="43" fill="hold">
                            <p:stCondLst>
                              <p:cond delay="0"/>
                            </p:stCondLst>
                            <p:childTnLst>
                              <p:par>
                                <p:cTn id="44" presetID="22" presetClass="entr" presetSubtype="8" fill="hold" nodeType="clickEffect">
                                  <p:stCondLst>
                                    <p:cond delay="0"/>
                                  </p:stCondLst>
                                  <p:childTnLst>
                                    <p:set>
                                      <p:cBhvr>
                                        <p:cTn id="45" dur="1" fill="hold">
                                          <p:stCondLst>
                                            <p:cond delay="0"/>
                                          </p:stCondLst>
                                        </p:cTn>
                                        <p:tgtEl>
                                          <p:spTgt spid="56"/>
                                        </p:tgtEl>
                                        <p:attrNameLst>
                                          <p:attrName>style.visibility</p:attrName>
                                        </p:attrNameLst>
                                      </p:cBhvr>
                                      <p:to>
                                        <p:strVal val="visible"/>
                                      </p:to>
                                    </p:set>
                                    <p:animEffect transition="in" filter="wipe(left)">
                                      <p:cBhvr>
                                        <p:cTn id="46" dur="1000"/>
                                        <p:tgtEl>
                                          <p:spTgt spid="56"/>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06" grpId="0"/>
      <p:bldP spid="201" grpId="0" animBg="1"/>
      <p:bldP spid="243" grpId="0" animBg="1"/>
    </p:bldLst>
  </p:timing>
</p:sld>
</file>

<file path=ppt/slides/slide55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4" name="组合 3">
            <a:extLst>
              <a:ext uri="{FF2B5EF4-FFF2-40B4-BE49-F238E27FC236}">
                <a16:creationId xmlns:a16="http://schemas.microsoft.com/office/drawing/2014/main" id="{9A1EA9F2-FCB6-48C3-935F-7AE7E3AD14AC}"/>
              </a:ext>
            </a:extLst>
          </p:cNvPr>
          <p:cNvGrpSpPr/>
          <p:nvPr/>
        </p:nvGrpSpPr>
        <p:grpSpPr>
          <a:xfrm>
            <a:off x="304800" y="749300"/>
            <a:ext cx="5791200" cy="400110"/>
            <a:chOff x="424117" y="898245"/>
            <a:chExt cx="5791200" cy="400110"/>
          </a:xfrm>
        </p:grpSpPr>
        <p:sp>
          <p:nvSpPr>
            <p:cNvPr id="2" name="平行四边形 1">
              <a:extLst>
                <a:ext uri="{FF2B5EF4-FFF2-40B4-BE49-F238E27FC236}">
                  <a16:creationId xmlns:a16="http://schemas.microsoft.com/office/drawing/2014/main" id="{1F5BAA3F-9845-4F89-A2DD-8222D3E4EDAC}"/>
                </a:ext>
              </a:extLst>
            </p:cNvPr>
            <p:cNvSpPr/>
            <p:nvPr/>
          </p:nvSpPr>
          <p:spPr>
            <a:xfrm>
              <a:off x="424117" y="898245"/>
              <a:ext cx="628306" cy="387090"/>
            </a:xfrm>
            <a:prstGeom prst="parallelogram">
              <a:avLst/>
            </a:prstGeom>
            <a:solidFill>
              <a:schemeClr val="accent3">
                <a:lumMod val="75000"/>
              </a:schemeClr>
            </a:solidFill>
            <a:ln>
              <a:solidFill>
                <a:schemeClr val="accent3">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CN" sz="2200" dirty="0">
                  <a:latin typeface="Impact" panose="020B0806030902050204" pitchFamily="34" charset="0"/>
                </a:rPr>
                <a:t>01</a:t>
              </a:r>
              <a:endParaRPr lang="zh-CN" altLang="en-US" sz="2200" dirty="0">
                <a:latin typeface="Impact" panose="020B0806030902050204" pitchFamily="34" charset="0"/>
              </a:endParaRPr>
            </a:p>
          </p:txBody>
        </p:sp>
        <p:sp>
          <p:nvSpPr>
            <p:cNvPr id="3" name="文本框 2">
              <a:extLst>
                <a:ext uri="{FF2B5EF4-FFF2-40B4-BE49-F238E27FC236}">
                  <a16:creationId xmlns:a16="http://schemas.microsoft.com/office/drawing/2014/main" id="{4D6BD736-A4D3-4F26-AFED-36E11F50F70B}"/>
                </a:ext>
              </a:extLst>
            </p:cNvPr>
            <p:cNvSpPr txBox="1"/>
            <p:nvPr/>
          </p:nvSpPr>
          <p:spPr>
            <a:xfrm>
              <a:off x="1052423" y="898245"/>
              <a:ext cx="5162894" cy="400110"/>
            </a:xfrm>
            <a:prstGeom prst="rect">
              <a:avLst/>
            </a:prstGeom>
            <a:noFill/>
          </p:spPr>
          <p:txBody>
            <a:bodyPr wrap="square" rtlCol="0">
              <a:spAutoFit/>
            </a:bodyPr>
            <a:lstStyle/>
            <a:p>
              <a:r>
                <a:rPr lang="en-US" altLang="zh-CN" sz="2000" b="1" dirty="0">
                  <a:solidFill>
                    <a:schemeClr val="tx1"/>
                  </a:solidFill>
                  <a:latin typeface="Arial Narrow" panose="020B0606020202030204" pitchFamily="34" charset="0"/>
                </a:rPr>
                <a:t>CSMA/CA</a:t>
              </a:r>
              <a:r>
                <a:rPr lang="zh-CN" altLang="en-US" sz="2000" b="1" dirty="0">
                  <a:solidFill>
                    <a:schemeClr val="tx1"/>
                  </a:solidFill>
                  <a:latin typeface="Arial Narrow" panose="020B0606020202030204" pitchFamily="34" charset="0"/>
                </a:rPr>
                <a:t>协议的基本工作原理</a:t>
              </a:r>
              <a:endParaRPr lang="en-US" altLang="zh-CN" sz="2000" b="1" dirty="0">
                <a:solidFill>
                  <a:schemeClr val="tx1"/>
                </a:solidFill>
                <a:latin typeface="Arial Narrow" panose="020B0606020202030204" pitchFamily="34" charset="0"/>
              </a:endParaRPr>
            </a:p>
          </p:txBody>
        </p:sp>
      </p:grpSp>
      <p:sp>
        <p:nvSpPr>
          <p:cNvPr id="106" name="文本框 105">
            <a:extLst>
              <a:ext uri="{FF2B5EF4-FFF2-40B4-BE49-F238E27FC236}">
                <a16:creationId xmlns:a16="http://schemas.microsoft.com/office/drawing/2014/main" id="{05653DE5-C742-449E-8418-291FFAA878A5}"/>
              </a:ext>
            </a:extLst>
          </p:cNvPr>
          <p:cNvSpPr txBox="1"/>
          <p:nvPr/>
        </p:nvSpPr>
        <p:spPr>
          <a:xfrm>
            <a:off x="933106" y="1136390"/>
            <a:ext cx="9920697" cy="400110"/>
          </a:xfrm>
          <a:prstGeom prst="rect">
            <a:avLst/>
          </a:prstGeom>
          <a:noFill/>
        </p:spPr>
        <p:txBody>
          <a:bodyPr wrap="square" rtlCol="0">
            <a:spAutoFit/>
          </a:bodyPr>
          <a:lstStyle/>
          <a:p>
            <a:r>
              <a:rPr lang="zh-CN" altLang="en-US" sz="2000" b="1" dirty="0">
                <a:solidFill>
                  <a:schemeClr val="accent3">
                    <a:lumMod val="75000"/>
                  </a:schemeClr>
                </a:solidFill>
                <a:latin typeface="Arial Narrow" panose="020B0606020202030204" pitchFamily="34" charset="0"/>
              </a:rPr>
              <a:t>为了进一步降低发生碰撞的概率，</a:t>
            </a:r>
            <a:r>
              <a:rPr lang="en-US" altLang="zh-CN" sz="2000" b="1" dirty="0">
                <a:solidFill>
                  <a:schemeClr val="accent3">
                    <a:lumMod val="75000"/>
                  </a:schemeClr>
                </a:solidFill>
                <a:latin typeface="Arial Narrow" panose="020B0606020202030204" pitchFamily="34" charset="0"/>
              </a:rPr>
              <a:t>802.11</a:t>
            </a:r>
            <a:r>
              <a:rPr lang="zh-CN" altLang="en-US" sz="2000" b="1" dirty="0">
                <a:solidFill>
                  <a:schemeClr val="accent3">
                    <a:lumMod val="75000"/>
                  </a:schemeClr>
                </a:solidFill>
                <a:latin typeface="Arial Narrow" panose="020B0606020202030204" pitchFamily="34" charset="0"/>
              </a:rPr>
              <a:t>无线局域网允许源站对信道进行预约。</a:t>
            </a:r>
            <a:endParaRPr lang="en-US" altLang="zh-CN" sz="2000" b="1" dirty="0">
              <a:solidFill>
                <a:schemeClr val="accent3">
                  <a:lumMod val="75000"/>
                </a:schemeClr>
              </a:solidFill>
              <a:latin typeface="Arial Narrow" panose="020B0606020202030204" pitchFamily="34" charset="0"/>
            </a:endParaRPr>
          </a:p>
        </p:txBody>
      </p:sp>
      <p:grpSp>
        <p:nvGrpSpPr>
          <p:cNvPr id="95" name="组合 94">
            <a:extLst>
              <a:ext uri="{FF2B5EF4-FFF2-40B4-BE49-F238E27FC236}">
                <a16:creationId xmlns:a16="http://schemas.microsoft.com/office/drawing/2014/main" id="{427726E1-BEF1-4A50-8CE3-19C4BFBA49FF}"/>
              </a:ext>
            </a:extLst>
          </p:cNvPr>
          <p:cNvGrpSpPr/>
          <p:nvPr/>
        </p:nvGrpSpPr>
        <p:grpSpPr>
          <a:xfrm>
            <a:off x="488092" y="3523023"/>
            <a:ext cx="11010480" cy="2858841"/>
            <a:chOff x="685585" y="2940516"/>
            <a:chExt cx="11010480" cy="2858841"/>
          </a:xfrm>
        </p:grpSpPr>
        <p:sp>
          <p:nvSpPr>
            <p:cNvPr id="96" name="文本框 95">
              <a:extLst>
                <a:ext uri="{FF2B5EF4-FFF2-40B4-BE49-F238E27FC236}">
                  <a16:creationId xmlns:a16="http://schemas.microsoft.com/office/drawing/2014/main" id="{A339BE44-2EC7-49C0-87AB-611E8216A808}"/>
                </a:ext>
              </a:extLst>
            </p:cNvPr>
            <p:cNvSpPr txBox="1"/>
            <p:nvPr/>
          </p:nvSpPr>
          <p:spPr>
            <a:xfrm>
              <a:off x="685585" y="2940516"/>
              <a:ext cx="981076" cy="369332"/>
            </a:xfrm>
            <a:prstGeom prst="rect">
              <a:avLst/>
            </a:prstGeom>
            <a:noFill/>
          </p:spPr>
          <p:txBody>
            <a:bodyPr wrap="square" rtlCol="0">
              <a:spAutoFit/>
            </a:bodyPr>
            <a:lstStyle/>
            <a:p>
              <a:pPr algn="r"/>
              <a:r>
                <a:rPr lang="zh-CN" altLang="en-US" b="1" dirty="0"/>
                <a:t>源站</a:t>
              </a:r>
            </a:p>
          </p:txBody>
        </p:sp>
        <p:sp>
          <p:nvSpPr>
            <p:cNvPr id="97" name="文本框 96">
              <a:extLst>
                <a:ext uri="{FF2B5EF4-FFF2-40B4-BE49-F238E27FC236}">
                  <a16:creationId xmlns:a16="http://schemas.microsoft.com/office/drawing/2014/main" id="{359E10C5-72AE-4F21-8044-366049C61866}"/>
                </a:ext>
              </a:extLst>
            </p:cNvPr>
            <p:cNvSpPr txBox="1"/>
            <p:nvPr/>
          </p:nvSpPr>
          <p:spPr>
            <a:xfrm>
              <a:off x="685585" y="4187174"/>
              <a:ext cx="981076" cy="369332"/>
            </a:xfrm>
            <a:prstGeom prst="rect">
              <a:avLst/>
            </a:prstGeom>
            <a:noFill/>
          </p:spPr>
          <p:txBody>
            <a:bodyPr wrap="square" rtlCol="0">
              <a:spAutoFit/>
            </a:bodyPr>
            <a:lstStyle/>
            <a:p>
              <a:pPr algn="r"/>
              <a:r>
                <a:rPr lang="zh-CN" altLang="en-US" b="1" dirty="0"/>
                <a:t>目的站</a:t>
              </a:r>
            </a:p>
          </p:txBody>
        </p:sp>
        <p:sp>
          <p:nvSpPr>
            <p:cNvPr id="98" name="文本框 97">
              <a:extLst>
                <a:ext uri="{FF2B5EF4-FFF2-40B4-BE49-F238E27FC236}">
                  <a16:creationId xmlns:a16="http://schemas.microsoft.com/office/drawing/2014/main" id="{857D48FC-58A9-49D0-B299-3FFD8B52D48C}"/>
                </a:ext>
              </a:extLst>
            </p:cNvPr>
            <p:cNvSpPr txBox="1"/>
            <p:nvPr/>
          </p:nvSpPr>
          <p:spPr>
            <a:xfrm>
              <a:off x="685585" y="5430025"/>
              <a:ext cx="981076" cy="369332"/>
            </a:xfrm>
            <a:prstGeom prst="rect">
              <a:avLst/>
            </a:prstGeom>
            <a:noFill/>
          </p:spPr>
          <p:txBody>
            <a:bodyPr wrap="square" rtlCol="0">
              <a:spAutoFit/>
            </a:bodyPr>
            <a:lstStyle/>
            <a:p>
              <a:pPr algn="r"/>
              <a:r>
                <a:rPr lang="zh-CN" altLang="en-US" b="1" dirty="0"/>
                <a:t>其他站</a:t>
              </a:r>
            </a:p>
          </p:txBody>
        </p:sp>
        <p:sp>
          <p:nvSpPr>
            <p:cNvPr id="99" name="文本框 98">
              <a:extLst>
                <a:ext uri="{FF2B5EF4-FFF2-40B4-BE49-F238E27FC236}">
                  <a16:creationId xmlns:a16="http://schemas.microsoft.com/office/drawing/2014/main" id="{824E5DB4-E949-41CA-8D08-649370CAC10D}"/>
                </a:ext>
              </a:extLst>
            </p:cNvPr>
            <p:cNvSpPr txBox="1"/>
            <p:nvPr/>
          </p:nvSpPr>
          <p:spPr>
            <a:xfrm>
              <a:off x="11051539" y="2940516"/>
              <a:ext cx="644526" cy="369332"/>
            </a:xfrm>
            <a:prstGeom prst="rect">
              <a:avLst/>
            </a:prstGeom>
            <a:noFill/>
          </p:spPr>
          <p:txBody>
            <a:bodyPr wrap="square" rtlCol="0">
              <a:spAutoFit/>
            </a:bodyPr>
            <a:lstStyle/>
            <a:p>
              <a:r>
                <a:rPr lang="zh-CN" altLang="en-US" b="1" dirty="0"/>
                <a:t>时间</a:t>
              </a:r>
            </a:p>
          </p:txBody>
        </p:sp>
        <p:cxnSp>
          <p:nvCxnSpPr>
            <p:cNvPr id="100" name="直接箭头连接符 99">
              <a:extLst>
                <a:ext uri="{FF2B5EF4-FFF2-40B4-BE49-F238E27FC236}">
                  <a16:creationId xmlns:a16="http://schemas.microsoft.com/office/drawing/2014/main" id="{8973A6A9-16DA-46EF-BDE1-82FC27113192}"/>
                </a:ext>
              </a:extLst>
            </p:cNvPr>
            <p:cNvCxnSpPr>
              <a:cxnSpLocks/>
            </p:cNvCxnSpPr>
            <p:nvPr/>
          </p:nvCxnSpPr>
          <p:spPr>
            <a:xfrm>
              <a:off x="1666661" y="3125182"/>
              <a:ext cx="9367200" cy="0"/>
            </a:xfrm>
            <a:prstGeom prst="straightConnector1">
              <a:avLst/>
            </a:prstGeom>
            <a:ln w="12700">
              <a:solidFill>
                <a:schemeClr val="tx1"/>
              </a:solidFill>
              <a:tailEnd type="triangle"/>
            </a:ln>
          </p:spPr>
          <p:style>
            <a:lnRef idx="1">
              <a:schemeClr val="accent1"/>
            </a:lnRef>
            <a:fillRef idx="0">
              <a:schemeClr val="accent1"/>
            </a:fillRef>
            <a:effectRef idx="0">
              <a:schemeClr val="accent1"/>
            </a:effectRef>
            <a:fontRef idx="minor">
              <a:schemeClr val="tx1"/>
            </a:fontRef>
          </p:style>
        </p:cxnSp>
        <p:sp>
          <p:nvSpPr>
            <p:cNvPr id="101" name="文本框 100">
              <a:extLst>
                <a:ext uri="{FF2B5EF4-FFF2-40B4-BE49-F238E27FC236}">
                  <a16:creationId xmlns:a16="http://schemas.microsoft.com/office/drawing/2014/main" id="{607423BF-70A1-49DF-91BE-85E5DBA4365F}"/>
                </a:ext>
              </a:extLst>
            </p:cNvPr>
            <p:cNvSpPr txBox="1"/>
            <p:nvPr/>
          </p:nvSpPr>
          <p:spPr>
            <a:xfrm>
              <a:off x="11051539" y="5430025"/>
              <a:ext cx="644526" cy="369332"/>
            </a:xfrm>
            <a:prstGeom prst="rect">
              <a:avLst/>
            </a:prstGeom>
            <a:noFill/>
          </p:spPr>
          <p:txBody>
            <a:bodyPr wrap="square" rtlCol="0">
              <a:spAutoFit/>
            </a:bodyPr>
            <a:lstStyle/>
            <a:p>
              <a:r>
                <a:rPr lang="zh-CN" altLang="en-US" b="1" dirty="0"/>
                <a:t>时间</a:t>
              </a:r>
            </a:p>
          </p:txBody>
        </p:sp>
        <p:cxnSp>
          <p:nvCxnSpPr>
            <p:cNvPr id="102" name="直接箭头连接符 101">
              <a:extLst>
                <a:ext uri="{FF2B5EF4-FFF2-40B4-BE49-F238E27FC236}">
                  <a16:creationId xmlns:a16="http://schemas.microsoft.com/office/drawing/2014/main" id="{14FB5E63-604F-4789-A8EF-BA385EDAFBFB}"/>
                </a:ext>
              </a:extLst>
            </p:cNvPr>
            <p:cNvCxnSpPr>
              <a:cxnSpLocks/>
            </p:cNvCxnSpPr>
            <p:nvPr/>
          </p:nvCxnSpPr>
          <p:spPr>
            <a:xfrm>
              <a:off x="1666661" y="5614691"/>
              <a:ext cx="9367097" cy="0"/>
            </a:xfrm>
            <a:prstGeom prst="straightConnector1">
              <a:avLst/>
            </a:prstGeom>
            <a:ln w="12700">
              <a:solidFill>
                <a:schemeClr val="tx1"/>
              </a:solidFill>
              <a:tailEnd type="triangle"/>
            </a:ln>
          </p:spPr>
          <p:style>
            <a:lnRef idx="1">
              <a:schemeClr val="accent1"/>
            </a:lnRef>
            <a:fillRef idx="0">
              <a:schemeClr val="accent1"/>
            </a:fillRef>
            <a:effectRef idx="0">
              <a:schemeClr val="accent1"/>
            </a:effectRef>
            <a:fontRef idx="minor">
              <a:schemeClr val="tx1"/>
            </a:fontRef>
          </p:style>
        </p:cxnSp>
        <p:sp>
          <p:nvSpPr>
            <p:cNvPr id="103" name="文本框 102">
              <a:extLst>
                <a:ext uri="{FF2B5EF4-FFF2-40B4-BE49-F238E27FC236}">
                  <a16:creationId xmlns:a16="http://schemas.microsoft.com/office/drawing/2014/main" id="{403C8105-CF44-4AFF-BA70-1502E7FD8965}"/>
                </a:ext>
              </a:extLst>
            </p:cNvPr>
            <p:cNvSpPr txBox="1"/>
            <p:nvPr/>
          </p:nvSpPr>
          <p:spPr>
            <a:xfrm>
              <a:off x="11051539" y="4185271"/>
              <a:ext cx="644526" cy="369332"/>
            </a:xfrm>
            <a:prstGeom prst="rect">
              <a:avLst/>
            </a:prstGeom>
            <a:noFill/>
          </p:spPr>
          <p:txBody>
            <a:bodyPr wrap="square" rtlCol="0">
              <a:spAutoFit/>
            </a:bodyPr>
            <a:lstStyle/>
            <a:p>
              <a:r>
                <a:rPr lang="zh-CN" altLang="en-US" b="1" dirty="0"/>
                <a:t>时间</a:t>
              </a:r>
            </a:p>
          </p:txBody>
        </p:sp>
        <p:cxnSp>
          <p:nvCxnSpPr>
            <p:cNvPr id="109" name="直接箭头连接符 108">
              <a:extLst>
                <a:ext uri="{FF2B5EF4-FFF2-40B4-BE49-F238E27FC236}">
                  <a16:creationId xmlns:a16="http://schemas.microsoft.com/office/drawing/2014/main" id="{C9D30BFA-BD02-48E2-B935-F0EE4CC6842E}"/>
                </a:ext>
              </a:extLst>
            </p:cNvPr>
            <p:cNvCxnSpPr>
              <a:cxnSpLocks/>
            </p:cNvCxnSpPr>
            <p:nvPr/>
          </p:nvCxnSpPr>
          <p:spPr>
            <a:xfrm>
              <a:off x="1666661" y="4369937"/>
              <a:ext cx="9367200" cy="0"/>
            </a:xfrm>
            <a:prstGeom prst="straightConnector1">
              <a:avLst/>
            </a:prstGeom>
            <a:ln w="12700">
              <a:solidFill>
                <a:schemeClr val="tx1"/>
              </a:solidFill>
              <a:tailEnd type="triangle"/>
            </a:ln>
          </p:spPr>
          <p:style>
            <a:lnRef idx="1">
              <a:schemeClr val="accent1"/>
            </a:lnRef>
            <a:fillRef idx="0">
              <a:schemeClr val="accent1"/>
            </a:fillRef>
            <a:effectRef idx="0">
              <a:schemeClr val="accent1"/>
            </a:effectRef>
            <a:fontRef idx="minor">
              <a:schemeClr val="tx1"/>
            </a:fontRef>
          </p:style>
        </p:cxnSp>
      </p:grpSp>
      <p:sp>
        <p:nvSpPr>
          <p:cNvPr id="201" name="矩形 200">
            <a:extLst>
              <a:ext uri="{FF2B5EF4-FFF2-40B4-BE49-F238E27FC236}">
                <a16:creationId xmlns:a16="http://schemas.microsoft.com/office/drawing/2014/main" id="{CBD5A6DC-9263-45C1-A676-C7BE3852393E}"/>
              </a:ext>
            </a:extLst>
          </p:cNvPr>
          <p:cNvSpPr/>
          <p:nvPr/>
        </p:nvSpPr>
        <p:spPr>
          <a:xfrm>
            <a:off x="1490131" y="3307579"/>
            <a:ext cx="1136650" cy="400110"/>
          </a:xfrm>
          <a:prstGeom prst="rect">
            <a:avLst/>
          </a:prstGeom>
          <a:solidFill>
            <a:schemeClr val="accent4"/>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zh-CN" altLang="en-US" b="1" dirty="0"/>
              <a:t>信道空闲</a:t>
            </a:r>
          </a:p>
        </p:txBody>
      </p:sp>
      <p:grpSp>
        <p:nvGrpSpPr>
          <p:cNvPr id="202" name="组合 201">
            <a:extLst>
              <a:ext uri="{FF2B5EF4-FFF2-40B4-BE49-F238E27FC236}">
                <a16:creationId xmlns:a16="http://schemas.microsoft.com/office/drawing/2014/main" id="{403CFCFF-B779-43D9-8E28-B158A7E142EC}"/>
              </a:ext>
            </a:extLst>
          </p:cNvPr>
          <p:cNvGrpSpPr/>
          <p:nvPr/>
        </p:nvGrpSpPr>
        <p:grpSpPr>
          <a:xfrm>
            <a:off x="2604557" y="3199355"/>
            <a:ext cx="1120774" cy="509285"/>
            <a:chOff x="2781087" y="2616848"/>
            <a:chExt cx="1120774" cy="509285"/>
          </a:xfrm>
        </p:grpSpPr>
        <p:sp>
          <p:nvSpPr>
            <p:cNvPr id="203" name="文本框 202">
              <a:extLst>
                <a:ext uri="{FF2B5EF4-FFF2-40B4-BE49-F238E27FC236}">
                  <a16:creationId xmlns:a16="http://schemas.microsoft.com/office/drawing/2014/main" id="{5A36E446-C357-4E8A-AA5B-D7385BD86E56}"/>
                </a:ext>
              </a:extLst>
            </p:cNvPr>
            <p:cNvSpPr txBox="1"/>
            <p:nvPr/>
          </p:nvSpPr>
          <p:spPr>
            <a:xfrm>
              <a:off x="2781087" y="2616848"/>
              <a:ext cx="1098550" cy="369332"/>
            </a:xfrm>
            <a:prstGeom prst="rect">
              <a:avLst/>
            </a:prstGeom>
            <a:noFill/>
          </p:spPr>
          <p:txBody>
            <a:bodyPr wrap="square" rtlCol="0">
              <a:spAutoFit/>
            </a:bodyPr>
            <a:lstStyle/>
            <a:p>
              <a:pPr algn="ctr"/>
              <a:r>
                <a:rPr lang="en-US" altLang="zh-CN" b="1" dirty="0"/>
                <a:t>DIFS</a:t>
              </a:r>
              <a:endParaRPr lang="zh-CN" altLang="en-US" b="1" dirty="0"/>
            </a:p>
          </p:txBody>
        </p:sp>
        <p:cxnSp>
          <p:nvCxnSpPr>
            <p:cNvPr id="204" name="直接连接符 203">
              <a:extLst>
                <a:ext uri="{FF2B5EF4-FFF2-40B4-BE49-F238E27FC236}">
                  <a16:creationId xmlns:a16="http://schemas.microsoft.com/office/drawing/2014/main" id="{BFF880F2-23DF-4A34-A906-D0FE3A1E216B}"/>
                </a:ext>
              </a:extLst>
            </p:cNvPr>
            <p:cNvCxnSpPr>
              <a:cxnSpLocks/>
            </p:cNvCxnSpPr>
            <p:nvPr/>
          </p:nvCxnSpPr>
          <p:spPr>
            <a:xfrm>
              <a:off x="3901861" y="2724121"/>
              <a:ext cx="0" cy="402012"/>
            </a:xfrm>
            <a:prstGeom prst="line">
              <a:avLst/>
            </a:prstGeom>
            <a:ln w="12700">
              <a:solidFill>
                <a:schemeClr val="tx1"/>
              </a:solidFill>
              <a:tailEnd type="none"/>
            </a:ln>
          </p:spPr>
          <p:style>
            <a:lnRef idx="1">
              <a:schemeClr val="accent1"/>
            </a:lnRef>
            <a:fillRef idx="0">
              <a:schemeClr val="accent1"/>
            </a:fillRef>
            <a:effectRef idx="0">
              <a:schemeClr val="accent1"/>
            </a:effectRef>
            <a:fontRef idx="minor">
              <a:schemeClr val="tx1"/>
            </a:fontRef>
          </p:style>
        </p:cxnSp>
        <p:cxnSp>
          <p:nvCxnSpPr>
            <p:cNvPr id="205" name="直接箭头连接符 204">
              <a:extLst>
                <a:ext uri="{FF2B5EF4-FFF2-40B4-BE49-F238E27FC236}">
                  <a16:creationId xmlns:a16="http://schemas.microsoft.com/office/drawing/2014/main" id="{688F02EC-EA60-4644-AF4D-A4A42FCB242F}"/>
                </a:ext>
              </a:extLst>
            </p:cNvPr>
            <p:cNvCxnSpPr/>
            <p:nvPr/>
          </p:nvCxnSpPr>
          <p:spPr>
            <a:xfrm>
              <a:off x="2803311" y="2940516"/>
              <a:ext cx="1098550" cy="0"/>
            </a:xfrm>
            <a:prstGeom prst="straightConnector1">
              <a:avLst/>
            </a:prstGeom>
            <a:ln w="12700">
              <a:solidFill>
                <a:schemeClr val="tx1"/>
              </a:solidFill>
              <a:headEnd type="triangle"/>
              <a:tailEnd type="triangle"/>
            </a:ln>
          </p:spPr>
          <p:style>
            <a:lnRef idx="1">
              <a:schemeClr val="accent1"/>
            </a:lnRef>
            <a:fillRef idx="0">
              <a:schemeClr val="accent1"/>
            </a:fillRef>
            <a:effectRef idx="0">
              <a:schemeClr val="accent1"/>
            </a:effectRef>
            <a:fontRef idx="minor">
              <a:schemeClr val="tx1"/>
            </a:fontRef>
          </p:style>
        </p:cxnSp>
      </p:grpSp>
      <p:grpSp>
        <p:nvGrpSpPr>
          <p:cNvPr id="206" name="组合 205">
            <a:extLst>
              <a:ext uri="{FF2B5EF4-FFF2-40B4-BE49-F238E27FC236}">
                <a16:creationId xmlns:a16="http://schemas.microsoft.com/office/drawing/2014/main" id="{A0087DF4-4649-4DC8-ADC5-73575CA1F1A3}"/>
              </a:ext>
            </a:extLst>
          </p:cNvPr>
          <p:cNvGrpSpPr/>
          <p:nvPr/>
        </p:nvGrpSpPr>
        <p:grpSpPr>
          <a:xfrm>
            <a:off x="1944937" y="3705787"/>
            <a:ext cx="1363688" cy="830190"/>
            <a:chOff x="4018800" y="2864874"/>
            <a:chExt cx="1363688" cy="830190"/>
          </a:xfrm>
        </p:grpSpPr>
        <p:sp>
          <p:nvSpPr>
            <p:cNvPr id="207" name="文本框 206">
              <a:extLst>
                <a:ext uri="{FF2B5EF4-FFF2-40B4-BE49-F238E27FC236}">
                  <a16:creationId xmlns:a16="http://schemas.microsoft.com/office/drawing/2014/main" id="{D043B378-50E9-475F-A0A4-BA17D4C286B8}"/>
                </a:ext>
              </a:extLst>
            </p:cNvPr>
            <p:cNvSpPr txBox="1"/>
            <p:nvPr/>
          </p:nvSpPr>
          <p:spPr>
            <a:xfrm>
              <a:off x="4018800" y="3325732"/>
              <a:ext cx="1363688" cy="369332"/>
            </a:xfrm>
            <a:prstGeom prst="rect">
              <a:avLst/>
            </a:prstGeom>
            <a:noFill/>
          </p:spPr>
          <p:txBody>
            <a:bodyPr wrap="square" rtlCol="0">
              <a:spAutoFit/>
            </a:bodyPr>
            <a:lstStyle/>
            <a:p>
              <a:pPr algn="ctr"/>
              <a:r>
                <a:rPr lang="zh-CN" altLang="en-US" b="1" dirty="0">
                  <a:solidFill>
                    <a:schemeClr val="accent3"/>
                  </a:solidFill>
                  <a:latin typeface="Arial Narrow" panose="020B0606020202030204" pitchFamily="34" charset="0"/>
                </a:rPr>
                <a:t>有帧要发送</a:t>
              </a:r>
            </a:p>
          </p:txBody>
        </p:sp>
        <p:cxnSp>
          <p:nvCxnSpPr>
            <p:cNvPr id="208" name="直接箭头连接符 207">
              <a:extLst>
                <a:ext uri="{FF2B5EF4-FFF2-40B4-BE49-F238E27FC236}">
                  <a16:creationId xmlns:a16="http://schemas.microsoft.com/office/drawing/2014/main" id="{E9431535-4218-4088-9B7F-6605F883266F}"/>
                </a:ext>
              </a:extLst>
            </p:cNvPr>
            <p:cNvCxnSpPr>
              <a:cxnSpLocks/>
            </p:cNvCxnSpPr>
            <p:nvPr/>
          </p:nvCxnSpPr>
          <p:spPr>
            <a:xfrm flipV="1">
              <a:off x="4702471" y="2864874"/>
              <a:ext cx="0" cy="521823"/>
            </a:xfrm>
            <a:prstGeom prst="straightConnector1">
              <a:avLst/>
            </a:prstGeom>
            <a:ln w="25400">
              <a:solidFill>
                <a:schemeClr val="tx1"/>
              </a:solidFill>
              <a:tailEnd type="triangle" w="med" len="lg"/>
            </a:ln>
          </p:spPr>
          <p:style>
            <a:lnRef idx="1">
              <a:schemeClr val="accent1"/>
            </a:lnRef>
            <a:fillRef idx="0">
              <a:schemeClr val="accent1"/>
            </a:fillRef>
            <a:effectRef idx="0">
              <a:schemeClr val="accent1"/>
            </a:effectRef>
            <a:fontRef idx="minor">
              <a:schemeClr val="tx1"/>
            </a:fontRef>
          </p:style>
        </p:cxnSp>
      </p:grpSp>
      <p:grpSp>
        <p:nvGrpSpPr>
          <p:cNvPr id="54" name="组合 53">
            <a:extLst>
              <a:ext uri="{FF2B5EF4-FFF2-40B4-BE49-F238E27FC236}">
                <a16:creationId xmlns:a16="http://schemas.microsoft.com/office/drawing/2014/main" id="{33B3B345-BC44-45F3-BB33-A134B9999CD0}"/>
              </a:ext>
            </a:extLst>
          </p:cNvPr>
          <p:cNvGrpSpPr/>
          <p:nvPr/>
        </p:nvGrpSpPr>
        <p:grpSpPr>
          <a:xfrm>
            <a:off x="3709885" y="3705787"/>
            <a:ext cx="404036" cy="1245704"/>
            <a:chOff x="3709885" y="3705787"/>
            <a:chExt cx="404036" cy="1245704"/>
          </a:xfrm>
        </p:grpSpPr>
        <p:sp>
          <p:nvSpPr>
            <p:cNvPr id="210" name="平行四边形 209">
              <a:extLst>
                <a:ext uri="{FF2B5EF4-FFF2-40B4-BE49-F238E27FC236}">
                  <a16:creationId xmlns:a16="http://schemas.microsoft.com/office/drawing/2014/main" id="{71AF24C0-1417-422F-9A99-A0A670F03A0A}"/>
                </a:ext>
              </a:extLst>
            </p:cNvPr>
            <p:cNvSpPr/>
            <p:nvPr/>
          </p:nvSpPr>
          <p:spPr>
            <a:xfrm flipH="1">
              <a:off x="3725331" y="3705787"/>
              <a:ext cx="388590" cy="1245704"/>
            </a:xfrm>
            <a:prstGeom prst="parallelogram">
              <a:avLst>
                <a:gd name="adj" fmla="val 36439"/>
              </a:avLst>
            </a:prstGeom>
            <a:solidFill>
              <a:schemeClr val="accent6">
                <a:lumMod val="50000"/>
              </a:schemeClr>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b="1" dirty="0">
                <a:latin typeface="宋体" panose="02010600030101010101" pitchFamily="2" charset="-122"/>
                <a:ea typeface="宋体" panose="02010600030101010101" pitchFamily="2" charset="-122"/>
              </a:endParaRPr>
            </a:p>
          </p:txBody>
        </p:sp>
        <p:cxnSp>
          <p:nvCxnSpPr>
            <p:cNvPr id="212" name="直接箭头连接符 211">
              <a:extLst>
                <a:ext uri="{FF2B5EF4-FFF2-40B4-BE49-F238E27FC236}">
                  <a16:creationId xmlns:a16="http://schemas.microsoft.com/office/drawing/2014/main" id="{E001F61D-5514-4F19-B133-E4CCB9FC4C5B}"/>
                </a:ext>
              </a:extLst>
            </p:cNvPr>
            <p:cNvCxnSpPr>
              <a:cxnSpLocks/>
            </p:cNvCxnSpPr>
            <p:nvPr/>
          </p:nvCxnSpPr>
          <p:spPr>
            <a:xfrm>
              <a:off x="3937293" y="4459260"/>
              <a:ext cx="51777" cy="328379"/>
            </a:xfrm>
            <a:prstGeom prst="straightConnector1">
              <a:avLst/>
            </a:prstGeom>
            <a:ln w="38100">
              <a:solidFill>
                <a:schemeClr val="bg1"/>
              </a:solidFill>
              <a:tailEnd type="triangle"/>
            </a:ln>
          </p:spPr>
          <p:style>
            <a:lnRef idx="1">
              <a:schemeClr val="accent1"/>
            </a:lnRef>
            <a:fillRef idx="0">
              <a:schemeClr val="accent1"/>
            </a:fillRef>
            <a:effectRef idx="0">
              <a:schemeClr val="accent1"/>
            </a:effectRef>
            <a:fontRef idx="minor">
              <a:schemeClr val="tx1"/>
            </a:fontRef>
          </p:style>
        </p:cxnSp>
        <p:sp>
          <p:nvSpPr>
            <p:cNvPr id="50" name="文本框 49">
              <a:extLst>
                <a:ext uri="{FF2B5EF4-FFF2-40B4-BE49-F238E27FC236}">
                  <a16:creationId xmlns:a16="http://schemas.microsoft.com/office/drawing/2014/main" id="{C72528BC-37CC-4C3D-901D-0B944A5167F1}"/>
                </a:ext>
              </a:extLst>
            </p:cNvPr>
            <p:cNvSpPr txBox="1"/>
            <p:nvPr/>
          </p:nvSpPr>
          <p:spPr>
            <a:xfrm rot="5016764">
              <a:off x="3572288" y="3987483"/>
              <a:ext cx="644526" cy="369332"/>
            </a:xfrm>
            <a:prstGeom prst="rect">
              <a:avLst/>
            </a:prstGeom>
            <a:noFill/>
          </p:spPr>
          <p:txBody>
            <a:bodyPr wrap="square" rtlCol="0">
              <a:spAutoFit/>
            </a:bodyPr>
            <a:lstStyle/>
            <a:p>
              <a:pPr algn="ctr"/>
              <a:r>
                <a:rPr lang="en-US" altLang="zh-CN" b="1" dirty="0">
                  <a:solidFill>
                    <a:schemeClr val="bg1"/>
                  </a:solidFill>
                </a:rPr>
                <a:t>RTS</a:t>
              </a:r>
              <a:endParaRPr lang="zh-CN" altLang="en-US" b="1" dirty="0">
                <a:solidFill>
                  <a:schemeClr val="bg1"/>
                </a:solidFill>
              </a:endParaRPr>
            </a:p>
          </p:txBody>
        </p:sp>
      </p:grpSp>
      <p:grpSp>
        <p:nvGrpSpPr>
          <p:cNvPr id="213" name="组合 212">
            <a:extLst>
              <a:ext uri="{FF2B5EF4-FFF2-40B4-BE49-F238E27FC236}">
                <a16:creationId xmlns:a16="http://schemas.microsoft.com/office/drawing/2014/main" id="{F8542F55-5F8E-4556-A457-3432A4CF167F}"/>
              </a:ext>
            </a:extLst>
          </p:cNvPr>
          <p:cNvGrpSpPr/>
          <p:nvPr/>
        </p:nvGrpSpPr>
        <p:grpSpPr>
          <a:xfrm>
            <a:off x="4082171" y="4950291"/>
            <a:ext cx="644523" cy="543960"/>
            <a:chOff x="5121057" y="4368987"/>
            <a:chExt cx="644523" cy="543960"/>
          </a:xfrm>
        </p:grpSpPr>
        <p:sp>
          <p:nvSpPr>
            <p:cNvPr id="214" name="文本框 213">
              <a:extLst>
                <a:ext uri="{FF2B5EF4-FFF2-40B4-BE49-F238E27FC236}">
                  <a16:creationId xmlns:a16="http://schemas.microsoft.com/office/drawing/2014/main" id="{DF84D51A-5266-4152-ABE4-B8533A7FC98E}"/>
                </a:ext>
              </a:extLst>
            </p:cNvPr>
            <p:cNvSpPr txBox="1"/>
            <p:nvPr/>
          </p:nvSpPr>
          <p:spPr>
            <a:xfrm>
              <a:off x="5121057" y="4543615"/>
              <a:ext cx="644523" cy="369332"/>
            </a:xfrm>
            <a:prstGeom prst="rect">
              <a:avLst/>
            </a:prstGeom>
            <a:noFill/>
          </p:spPr>
          <p:txBody>
            <a:bodyPr wrap="square" rtlCol="0">
              <a:spAutoFit/>
            </a:bodyPr>
            <a:lstStyle/>
            <a:p>
              <a:pPr algn="ctr"/>
              <a:r>
                <a:rPr lang="en-US" altLang="zh-CN" b="1" dirty="0"/>
                <a:t>SIFS</a:t>
              </a:r>
              <a:endParaRPr lang="zh-CN" altLang="en-US" b="1" dirty="0"/>
            </a:p>
          </p:txBody>
        </p:sp>
        <p:cxnSp>
          <p:nvCxnSpPr>
            <p:cNvPr id="215" name="直接连接符 214">
              <a:extLst>
                <a:ext uri="{FF2B5EF4-FFF2-40B4-BE49-F238E27FC236}">
                  <a16:creationId xmlns:a16="http://schemas.microsoft.com/office/drawing/2014/main" id="{16C7D407-89A7-476B-9F0C-295BA9580EBC}"/>
                </a:ext>
              </a:extLst>
            </p:cNvPr>
            <p:cNvCxnSpPr>
              <a:cxnSpLocks/>
            </p:cNvCxnSpPr>
            <p:nvPr/>
          </p:nvCxnSpPr>
          <p:spPr>
            <a:xfrm>
              <a:off x="5152807" y="4368987"/>
              <a:ext cx="0" cy="402012"/>
            </a:xfrm>
            <a:prstGeom prst="line">
              <a:avLst/>
            </a:prstGeom>
            <a:ln w="12700">
              <a:solidFill>
                <a:schemeClr val="tx1"/>
              </a:solidFill>
              <a:tailEnd type="none"/>
            </a:ln>
          </p:spPr>
          <p:style>
            <a:lnRef idx="1">
              <a:schemeClr val="accent1"/>
            </a:lnRef>
            <a:fillRef idx="0">
              <a:schemeClr val="accent1"/>
            </a:fillRef>
            <a:effectRef idx="0">
              <a:schemeClr val="accent1"/>
            </a:effectRef>
            <a:fontRef idx="minor">
              <a:schemeClr val="tx1"/>
            </a:fontRef>
          </p:style>
        </p:cxnSp>
        <p:cxnSp>
          <p:nvCxnSpPr>
            <p:cNvPr id="216" name="直接连接符 215">
              <a:extLst>
                <a:ext uri="{FF2B5EF4-FFF2-40B4-BE49-F238E27FC236}">
                  <a16:creationId xmlns:a16="http://schemas.microsoft.com/office/drawing/2014/main" id="{F270AF85-16E5-4DF8-A054-EDAE38368D6A}"/>
                </a:ext>
              </a:extLst>
            </p:cNvPr>
            <p:cNvCxnSpPr>
              <a:cxnSpLocks/>
            </p:cNvCxnSpPr>
            <p:nvPr/>
          </p:nvCxnSpPr>
          <p:spPr>
            <a:xfrm>
              <a:off x="5710293" y="4368987"/>
              <a:ext cx="0" cy="402012"/>
            </a:xfrm>
            <a:prstGeom prst="line">
              <a:avLst/>
            </a:prstGeom>
            <a:ln w="12700">
              <a:solidFill>
                <a:schemeClr val="tx1"/>
              </a:solidFill>
              <a:tailEnd type="none"/>
            </a:ln>
          </p:spPr>
          <p:style>
            <a:lnRef idx="1">
              <a:schemeClr val="accent1"/>
            </a:lnRef>
            <a:fillRef idx="0">
              <a:schemeClr val="accent1"/>
            </a:fillRef>
            <a:effectRef idx="0">
              <a:schemeClr val="accent1"/>
            </a:effectRef>
            <a:fontRef idx="minor">
              <a:schemeClr val="tx1"/>
            </a:fontRef>
          </p:style>
        </p:cxnSp>
        <p:cxnSp>
          <p:nvCxnSpPr>
            <p:cNvPr id="217" name="直接箭头连接符 216">
              <a:extLst>
                <a:ext uri="{FF2B5EF4-FFF2-40B4-BE49-F238E27FC236}">
                  <a16:creationId xmlns:a16="http://schemas.microsoft.com/office/drawing/2014/main" id="{32702915-3A58-47BF-8FEF-D1F4B0721E96}"/>
                </a:ext>
              </a:extLst>
            </p:cNvPr>
            <p:cNvCxnSpPr>
              <a:cxnSpLocks/>
            </p:cNvCxnSpPr>
            <p:nvPr/>
          </p:nvCxnSpPr>
          <p:spPr>
            <a:xfrm>
              <a:off x="5152807" y="4543615"/>
              <a:ext cx="557486" cy="0"/>
            </a:xfrm>
            <a:prstGeom prst="straightConnector1">
              <a:avLst/>
            </a:prstGeom>
            <a:ln w="12700">
              <a:solidFill>
                <a:schemeClr val="tx1"/>
              </a:solidFill>
              <a:headEnd type="triangle"/>
              <a:tailEnd type="triangle"/>
            </a:ln>
          </p:spPr>
          <p:style>
            <a:lnRef idx="1">
              <a:schemeClr val="accent1"/>
            </a:lnRef>
            <a:fillRef idx="0">
              <a:schemeClr val="accent1"/>
            </a:fillRef>
            <a:effectRef idx="0">
              <a:schemeClr val="accent1"/>
            </a:effectRef>
            <a:fontRef idx="minor">
              <a:schemeClr val="tx1"/>
            </a:fontRef>
          </p:style>
        </p:cxnSp>
      </p:grpSp>
      <p:grpSp>
        <p:nvGrpSpPr>
          <p:cNvPr id="56" name="组合 55">
            <a:extLst>
              <a:ext uri="{FF2B5EF4-FFF2-40B4-BE49-F238E27FC236}">
                <a16:creationId xmlns:a16="http://schemas.microsoft.com/office/drawing/2014/main" id="{27138416-11FC-4DC9-9FAF-D576ECDA3BD7}"/>
              </a:ext>
            </a:extLst>
          </p:cNvPr>
          <p:cNvGrpSpPr/>
          <p:nvPr/>
        </p:nvGrpSpPr>
        <p:grpSpPr>
          <a:xfrm>
            <a:off x="4654213" y="3705787"/>
            <a:ext cx="412826" cy="1252960"/>
            <a:chOff x="4654213" y="3705787"/>
            <a:chExt cx="412826" cy="1252960"/>
          </a:xfrm>
        </p:grpSpPr>
        <p:sp>
          <p:nvSpPr>
            <p:cNvPr id="218" name="平行四边形 217">
              <a:extLst>
                <a:ext uri="{FF2B5EF4-FFF2-40B4-BE49-F238E27FC236}">
                  <a16:creationId xmlns:a16="http://schemas.microsoft.com/office/drawing/2014/main" id="{79A27340-D172-4D83-95DB-9FFFF0067BC6}"/>
                </a:ext>
              </a:extLst>
            </p:cNvPr>
            <p:cNvSpPr/>
            <p:nvPr/>
          </p:nvSpPr>
          <p:spPr>
            <a:xfrm flipH="1">
              <a:off x="4678449" y="3705787"/>
              <a:ext cx="388590" cy="1245704"/>
            </a:xfrm>
            <a:prstGeom prst="parallelogram">
              <a:avLst>
                <a:gd name="adj" fmla="val 36439"/>
              </a:avLst>
            </a:prstGeom>
            <a:solidFill>
              <a:schemeClr val="accent1">
                <a:lumMod val="50000"/>
              </a:schemeClr>
            </a:solidFill>
            <a:ln>
              <a:solidFill>
                <a:schemeClr val="tx1"/>
              </a:solidFill>
            </a:ln>
            <a:scene3d>
              <a:camera prst="orthographicFront">
                <a:rot lat="0" lon="10800000" rev="0"/>
              </a:camera>
              <a:lightRig rig="threePt" dir="t"/>
            </a:scene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b="1" dirty="0">
                <a:latin typeface="宋体" panose="02010600030101010101" pitchFamily="2" charset="-122"/>
                <a:ea typeface="宋体" panose="02010600030101010101" pitchFamily="2" charset="-122"/>
              </a:endParaRPr>
            </a:p>
          </p:txBody>
        </p:sp>
        <p:sp>
          <p:nvSpPr>
            <p:cNvPr id="219" name="文本框 218">
              <a:extLst>
                <a:ext uri="{FF2B5EF4-FFF2-40B4-BE49-F238E27FC236}">
                  <a16:creationId xmlns:a16="http://schemas.microsoft.com/office/drawing/2014/main" id="{699EB066-EC6F-4F49-A2C7-0729522B5CEB}"/>
                </a:ext>
              </a:extLst>
            </p:cNvPr>
            <p:cNvSpPr txBox="1"/>
            <p:nvPr/>
          </p:nvSpPr>
          <p:spPr>
            <a:xfrm rot="16589550">
              <a:off x="4516616" y="4451818"/>
              <a:ext cx="644526" cy="369332"/>
            </a:xfrm>
            <a:prstGeom prst="rect">
              <a:avLst/>
            </a:prstGeom>
            <a:noFill/>
          </p:spPr>
          <p:txBody>
            <a:bodyPr wrap="square" rtlCol="0">
              <a:spAutoFit/>
            </a:bodyPr>
            <a:lstStyle/>
            <a:p>
              <a:pPr algn="ctr"/>
              <a:r>
                <a:rPr lang="en-US" altLang="zh-CN" b="1" dirty="0">
                  <a:solidFill>
                    <a:schemeClr val="bg1"/>
                  </a:solidFill>
                </a:rPr>
                <a:t>CTS</a:t>
              </a:r>
              <a:endParaRPr lang="zh-CN" altLang="en-US" b="1" dirty="0">
                <a:solidFill>
                  <a:schemeClr val="bg1"/>
                </a:solidFill>
              </a:endParaRPr>
            </a:p>
          </p:txBody>
        </p:sp>
        <p:cxnSp>
          <p:nvCxnSpPr>
            <p:cNvPr id="220" name="直接箭头连接符 219">
              <a:extLst>
                <a:ext uri="{FF2B5EF4-FFF2-40B4-BE49-F238E27FC236}">
                  <a16:creationId xmlns:a16="http://schemas.microsoft.com/office/drawing/2014/main" id="{B42E3466-3525-44FE-A3AA-207EDADFA442}"/>
                </a:ext>
              </a:extLst>
            </p:cNvPr>
            <p:cNvCxnSpPr>
              <a:cxnSpLocks/>
            </p:cNvCxnSpPr>
            <p:nvPr/>
          </p:nvCxnSpPr>
          <p:spPr>
            <a:xfrm flipV="1">
              <a:off x="4872744" y="3945404"/>
              <a:ext cx="48506" cy="382451"/>
            </a:xfrm>
            <a:prstGeom prst="straightConnector1">
              <a:avLst/>
            </a:prstGeom>
            <a:ln w="38100">
              <a:solidFill>
                <a:schemeClr val="bg1"/>
              </a:solidFill>
              <a:tailEnd type="triangle"/>
            </a:ln>
          </p:spPr>
          <p:style>
            <a:lnRef idx="1">
              <a:schemeClr val="accent1"/>
            </a:lnRef>
            <a:fillRef idx="0">
              <a:schemeClr val="accent1"/>
            </a:fillRef>
            <a:effectRef idx="0">
              <a:schemeClr val="accent1"/>
            </a:effectRef>
            <a:fontRef idx="minor">
              <a:schemeClr val="tx1"/>
            </a:fontRef>
          </p:style>
        </p:cxnSp>
      </p:grpSp>
      <p:grpSp>
        <p:nvGrpSpPr>
          <p:cNvPr id="221" name="组合 220">
            <a:extLst>
              <a:ext uri="{FF2B5EF4-FFF2-40B4-BE49-F238E27FC236}">
                <a16:creationId xmlns:a16="http://schemas.microsoft.com/office/drawing/2014/main" id="{FC7732AA-96C4-422C-9D6D-F019F9E8D0C5}"/>
              </a:ext>
            </a:extLst>
          </p:cNvPr>
          <p:cNvGrpSpPr/>
          <p:nvPr/>
        </p:nvGrpSpPr>
        <p:grpSpPr>
          <a:xfrm>
            <a:off x="5034431" y="3176454"/>
            <a:ext cx="644523" cy="532186"/>
            <a:chOff x="5121057" y="4238813"/>
            <a:chExt cx="644523" cy="532186"/>
          </a:xfrm>
        </p:grpSpPr>
        <p:sp>
          <p:nvSpPr>
            <p:cNvPr id="222" name="文本框 221">
              <a:extLst>
                <a:ext uri="{FF2B5EF4-FFF2-40B4-BE49-F238E27FC236}">
                  <a16:creationId xmlns:a16="http://schemas.microsoft.com/office/drawing/2014/main" id="{B1115B59-7D90-4DB2-898E-8924F2F08D00}"/>
                </a:ext>
              </a:extLst>
            </p:cNvPr>
            <p:cNvSpPr txBox="1"/>
            <p:nvPr/>
          </p:nvSpPr>
          <p:spPr>
            <a:xfrm>
              <a:off x="5121057" y="4238813"/>
              <a:ext cx="644523" cy="369332"/>
            </a:xfrm>
            <a:prstGeom prst="rect">
              <a:avLst/>
            </a:prstGeom>
            <a:noFill/>
          </p:spPr>
          <p:txBody>
            <a:bodyPr wrap="square" rtlCol="0">
              <a:spAutoFit/>
            </a:bodyPr>
            <a:lstStyle/>
            <a:p>
              <a:pPr algn="ctr"/>
              <a:r>
                <a:rPr lang="en-US" altLang="zh-CN" b="1" dirty="0"/>
                <a:t>SIFS</a:t>
              </a:r>
              <a:endParaRPr lang="zh-CN" altLang="en-US" b="1" dirty="0"/>
            </a:p>
          </p:txBody>
        </p:sp>
        <p:cxnSp>
          <p:nvCxnSpPr>
            <p:cNvPr id="223" name="直接连接符 222">
              <a:extLst>
                <a:ext uri="{FF2B5EF4-FFF2-40B4-BE49-F238E27FC236}">
                  <a16:creationId xmlns:a16="http://schemas.microsoft.com/office/drawing/2014/main" id="{0779640C-04A0-47A5-9B85-5765D2E89DCD}"/>
                </a:ext>
              </a:extLst>
            </p:cNvPr>
            <p:cNvCxnSpPr>
              <a:cxnSpLocks/>
            </p:cNvCxnSpPr>
            <p:nvPr/>
          </p:nvCxnSpPr>
          <p:spPr>
            <a:xfrm>
              <a:off x="5152807" y="4368987"/>
              <a:ext cx="0" cy="402012"/>
            </a:xfrm>
            <a:prstGeom prst="line">
              <a:avLst/>
            </a:prstGeom>
            <a:ln w="12700">
              <a:solidFill>
                <a:schemeClr val="tx1"/>
              </a:solidFill>
              <a:tailEnd type="none"/>
            </a:ln>
          </p:spPr>
          <p:style>
            <a:lnRef idx="1">
              <a:schemeClr val="accent1"/>
            </a:lnRef>
            <a:fillRef idx="0">
              <a:schemeClr val="accent1"/>
            </a:fillRef>
            <a:effectRef idx="0">
              <a:schemeClr val="accent1"/>
            </a:effectRef>
            <a:fontRef idx="minor">
              <a:schemeClr val="tx1"/>
            </a:fontRef>
          </p:style>
        </p:cxnSp>
        <p:cxnSp>
          <p:nvCxnSpPr>
            <p:cNvPr id="224" name="直接连接符 223">
              <a:extLst>
                <a:ext uri="{FF2B5EF4-FFF2-40B4-BE49-F238E27FC236}">
                  <a16:creationId xmlns:a16="http://schemas.microsoft.com/office/drawing/2014/main" id="{27EDEAB6-86B6-4681-9AEF-AB6269047401}"/>
                </a:ext>
              </a:extLst>
            </p:cNvPr>
            <p:cNvCxnSpPr>
              <a:cxnSpLocks/>
            </p:cNvCxnSpPr>
            <p:nvPr/>
          </p:nvCxnSpPr>
          <p:spPr>
            <a:xfrm>
              <a:off x="5710293" y="4368987"/>
              <a:ext cx="0" cy="402012"/>
            </a:xfrm>
            <a:prstGeom prst="line">
              <a:avLst/>
            </a:prstGeom>
            <a:ln w="12700">
              <a:solidFill>
                <a:schemeClr val="tx1"/>
              </a:solidFill>
              <a:tailEnd type="none"/>
            </a:ln>
          </p:spPr>
          <p:style>
            <a:lnRef idx="1">
              <a:schemeClr val="accent1"/>
            </a:lnRef>
            <a:fillRef idx="0">
              <a:schemeClr val="accent1"/>
            </a:fillRef>
            <a:effectRef idx="0">
              <a:schemeClr val="accent1"/>
            </a:effectRef>
            <a:fontRef idx="minor">
              <a:schemeClr val="tx1"/>
            </a:fontRef>
          </p:style>
        </p:cxnSp>
        <p:cxnSp>
          <p:nvCxnSpPr>
            <p:cNvPr id="225" name="直接箭头连接符 224">
              <a:extLst>
                <a:ext uri="{FF2B5EF4-FFF2-40B4-BE49-F238E27FC236}">
                  <a16:creationId xmlns:a16="http://schemas.microsoft.com/office/drawing/2014/main" id="{7FF1E40E-2B13-439A-943A-99B912D70CCD}"/>
                </a:ext>
              </a:extLst>
            </p:cNvPr>
            <p:cNvCxnSpPr>
              <a:cxnSpLocks/>
            </p:cNvCxnSpPr>
            <p:nvPr/>
          </p:nvCxnSpPr>
          <p:spPr>
            <a:xfrm>
              <a:off x="5152807" y="4543615"/>
              <a:ext cx="557486" cy="0"/>
            </a:xfrm>
            <a:prstGeom prst="straightConnector1">
              <a:avLst/>
            </a:prstGeom>
            <a:ln w="12700">
              <a:solidFill>
                <a:schemeClr val="tx1"/>
              </a:solidFill>
              <a:headEnd type="triangle"/>
              <a:tailEnd type="triangle"/>
            </a:ln>
          </p:spPr>
          <p:style>
            <a:lnRef idx="1">
              <a:schemeClr val="accent1"/>
            </a:lnRef>
            <a:fillRef idx="0">
              <a:schemeClr val="accent1"/>
            </a:fillRef>
            <a:effectRef idx="0">
              <a:schemeClr val="accent1"/>
            </a:effectRef>
            <a:fontRef idx="minor">
              <a:schemeClr val="tx1"/>
            </a:fontRef>
          </p:style>
        </p:cxnSp>
      </p:grpSp>
      <p:grpSp>
        <p:nvGrpSpPr>
          <p:cNvPr id="226" name="组合 225">
            <a:extLst>
              <a:ext uri="{FF2B5EF4-FFF2-40B4-BE49-F238E27FC236}">
                <a16:creationId xmlns:a16="http://schemas.microsoft.com/office/drawing/2014/main" id="{BE7B3104-7EDA-4A47-BAC1-3BCE8B2444C8}"/>
              </a:ext>
            </a:extLst>
          </p:cNvPr>
          <p:cNvGrpSpPr/>
          <p:nvPr/>
        </p:nvGrpSpPr>
        <p:grpSpPr>
          <a:xfrm>
            <a:off x="6842009" y="4950541"/>
            <a:ext cx="644523" cy="543960"/>
            <a:chOff x="5121057" y="4368987"/>
            <a:chExt cx="644523" cy="543960"/>
          </a:xfrm>
        </p:grpSpPr>
        <p:sp>
          <p:nvSpPr>
            <p:cNvPr id="227" name="文本框 226">
              <a:extLst>
                <a:ext uri="{FF2B5EF4-FFF2-40B4-BE49-F238E27FC236}">
                  <a16:creationId xmlns:a16="http://schemas.microsoft.com/office/drawing/2014/main" id="{F39D4CD9-3F2F-419C-8C3F-9FE135A11DE1}"/>
                </a:ext>
              </a:extLst>
            </p:cNvPr>
            <p:cNvSpPr txBox="1"/>
            <p:nvPr/>
          </p:nvSpPr>
          <p:spPr>
            <a:xfrm>
              <a:off x="5121057" y="4543615"/>
              <a:ext cx="644523" cy="369332"/>
            </a:xfrm>
            <a:prstGeom prst="rect">
              <a:avLst/>
            </a:prstGeom>
            <a:noFill/>
          </p:spPr>
          <p:txBody>
            <a:bodyPr wrap="square" rtlCol="0">
              <a:spAutoFit/>
            </a:bodyPr>
            <a:lstStyle/>
            <a:p>
              <a:pPr algn="ctr"/>
              <a:r>
                <a:rPr lang="en-US" altLang="zh-CN" b="1" dirty="0"/>
                <a:t>SIFS</a:t>
              </a:r>
              <a:endParaRPr lang="zh-CN" altLang="en-US" b="1" dirty="0"/>
            </a:p>
          </p:txBody>
        </p:sp>
        <p:cxnSp>
          <p:nvCxnSpPr>
            <p:cNvPr id="228" name="直接连接符 227">
              <a:extLst>
                <a:ext uri="{FF2B5EF4-FFF2-40B4-BE49-F238E27FC236}">
                  <a16:creationId xmlns:a16="http://schemas.microsoft.com/office/drawing/2014/main" id="{E6DC4C0C-3EF7-4A39-A871-2379F43DDEB9}"/>
                </a:ext>
              </a:extLst>
            </p:cNvPr>
            <p:cNvCxnSpPr>
              <a:cxnSpLocks/>
            </p:cNvCxnSpPr>
            <p:nvPr/>
          </p:nvCxnSpPr>
          <p:spPr>
            <a:xfrm>
              <a:off x="5152807" y="4368987"/>
              <a:ext cx="0" cy="402012"/>
            </a:xfrm>
            <a:prstGeom prst="line">
              <a:avLst/>
            </a:prstGeom>
            <a:ln w="12700">
              <a:solidFill>
                <a:schemeClr val="tx1"/>
              </a:solidFill>
              <a:tailEnd type="none"/>
            </a:ln>
          </p:spPr>
          <p:style>
            <a:lnRef idx="1">
              <a:schemeClr val="accent1"/>
            </a:lnRef>
            <a:fillRef idx="0">
              <a:schemeClr val="accent1"/>
            </a:fillRef>
            <a:effectRef idx="0">
              <a:schemeClr val="accent1"/>
            </a:effectRef>
            <a:fontRef idx="minor">
              <a:schemeClr val="tx1"/>
            </a:fontRef>
          </p:style>
        </p:cxnSp>
        <p:cxnSp>
          <p:nvCxnSpPr>
            <p:cNvPr id="229" name="直接连接符 228">
              <a:extLst>
                <a:ext uri="{FF2B5EF4-FFF2-40B4-BE49-F238E27FC236}">
                  <a16:creationId xmlns:a16="http://schemas.microsoft.com/office/drawing/2014/main" id="{73533F96-3BDD-4753-9EED-1A08E604B1B0}"/>
                </a:ext>
              </a:extLst>
            </p:cNvPr>
            <p:cNvCxnSpPr>
              <a:cxnSpLocks/>
            </p:cNvCxnSpPr>
            <p:nvPr/>
          </p:nvCxnSpPr>
          <p:spPr>
            <a:xfrm>
              <a:off x="5710293" y="4368987"/>
              <a:ext cx="0" cy="402012"/>
            </a:xfrm>
            <a:prstGeom prst="line">
              <a:avLst/>
            </a:prstGeom>
            <a:ln w="12700">
              <a:solidFill>
                <a:schemeClr val="tx1"/>
              </a:solidFill>
              <a:tailEnd type="none"/>
            </a:ln>
          </p:spPr>
          <p:style>
            <a:lnRef idx="1">
              <a:schemeClr val="accent1"/>
            </a:lnRef>
            <a:fillRef idx="0">
              <a:schemeClr val="accent1"/>
            </a:fillRef>
            <a:effectRef idx="0">
              <a:schemeClr val="accent1"/>
            </a:effectRef>
            <a:fontRef idx="minor">
              <a:schemeClr val="tx1"/>
            </a:fontRef>
          </p:style>
        </p:cxnSp>
        <p:cxnSp>
          <p:nvCxnSpPr>
            <p:cNvPr id="230" name="直接箭头连接符 229">
              <a:extLst>
                <a:ext uri="{FF2B5EF4-FFF2-40B4-BE49-F238E27FC236}">
                  <a16:creationId xmlns:a16="http://schemas.microsoft.com/office/drawing/2014/main" id="{ED3BD2B5-2D7F-420B-9849-C0DB15050827}"/>
                </a:ext>
              </a:extLst>
            </p:cNvPr>
            <p:cNvCxnSpPr>
              <a:cxnSpLocks/>
            </p:cNvCxnSpPr>
            <p:nvPr/>
          </p:nvCxnSpPr>
          <p:spPr>
            <a:xfrm>
              <a:off x="5152807" y="4543615"/>
              <a:ext cx="557486" cy="0"/>
            </a:xfrm>
            <a:prstGeom prst="straightConnector1">
              <a:avLst/>
            </a:prstGeom>
            <a:ln w="12700">
              <a:solidFill>
                <a:schemeClr val="tx1"/>
              </a:solidFill>
              <a:headEnd type="triangle"/>
              <a:tailEnd type="triangle"/>
            </a:ln>
          </p:spPr>
          <p:style>
            <a:lnRef idx="1">
              <a:schemeClr val="accent1"/>
            </a:lnRef>
            <a:fillRef idx="0">
              <a:schemeClr val="accent1"/>
            </a:fillRef>
            <a:effectRef idx="0">
              <a:schemeClr val="accent1"/>
            </a:effectRef>
            <a:fontRef idx="minor">
              <a:schemeClr val="tx1"/>
            </a:fontRef>
          </p:style>
        </p:cxnSp>
      </p:grpSp>
      <p:grpSp>
        <p:nvGrpSpPr>
          <p:cNvPr id="231" name="组合 230">
            <a:extLst>
              <a:ext uri="{FF2B5EF4-FFF2-40B4-BE49-F238E27FC236}">
                <a16:creationId xmlns:a16="http://schemas.microsoft.com/office/drawing/2014/main" id="{6314FE5E-8FD6-4139-B007-AEF6270A0629}"/>
              </a:ext>
            </a:extLst>
          </p:cNvPr>
          <p:cNvGrpSpPr/>
          <p:nvPr/>
        </p:nvGrpSpPr>
        <p:grpSpPr>
          <a:xfrm>
            <a:off x="5622810" y="3705787"/>
            <a:ext cx="1250949" cy="1245704"/>
            <a:chOff x="3901858" y="3124233"/>
            <a:chExt cx="1250949" cy="1245704"/>
          </a:xfrm>
        </p:grpSpPr>
        <p:sp>
          <p:nvSpPr>
            <p:cNvPr id="232" name="平行四边形 231">
              <a:extLst>
                <a:ext uri="{FF2B5EF4-FFF2-40B4-BE49-F238E27FC236}">
                  <a16:creationId xmlns:a16="http://schemas.microsoft.com/office/drawing/2014/main" id="{84E5EE81-F4BC-4303-A2F7-4132AE0F978D}"/>
                </a:ext>
              </a:extLst>
            </p:cNvPr>
            <p:cNvSpPr/>
            <p:nvPr/>
          </p:nvSpPr>
          <p:spPr>
            <a:xfrm flipH="1">
              <a:off x="3901858" y="3124233"/>
              <a:ext cx="1250949" cy="1245704"/>
            </a:xfrm>
            <a:prstGeom prst="parallelogram">
              <a:avLst/>
            </a:prstGeom>
            <a:solidFill>
              <a:schemeClr val="accent3"/>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b="1" dirty="0">
                <a:latin typeface="宋体" panose="02010600030101010101" pitchFamily="2" charset="-122"/>
                <a:ea typeface="宋体" panose="02010600030101010101" pitchFamily="2" charset="-122"/>
              </a:endParaRPr>
            </a:p>
          </p:txBody>
        </p:sp>
        <p:sp>
          <p:nvSpPr>
            <p:cNvPr id="233" name="文本框 232">
              <a:extLst>
                <a:ext uri="{FF2B5EF4-FFF2-40B4-BE49-F238E27FC236}">
                  <a16:creationId xmlns:a16="http://schemas.microsoft.com/office/drawing/2014/main" id="{9D512235-9D87-4707-944E-0A0B18D77C21}"/>
                </a:ext>
              </a:extLst>
            </p:cNvPr>
            <p:cNvSpPr txBox="1"/>
            <p:nvPr/>
          </p:nvSpPr>
          <p:spPr>
            <a:xfrm>
              <a:off x="4036794" y="3241201"/>
              <a:ext cx="981076" cy="646331"/>
            </a:xfrm>
            <a:prstGeom prst="rect">
              <a:avLst/>
            </a:prstGeom>
            <a:noFill/>
          </p:spPr>
          <p:txBody>
            <a:bodyPr wrap="square" rtlCol="0">
              <a:spAutoFit/>
            </a:bodyPr>
            <a:lstStyle/>
            <a:p>
              <a:pPr algn="ctr"/>
              <a:r>
                <a:rPr lang="zh-CN" altLang="en-US" b="1" dirty="0">
                  <a:solidFill>
                    <a:schemeClr val="bg1"/>
                  </a:solidFill>
                </a:rPr>
                <a:t>第</a:t>
              </a:r>
              <a:r>
                <a:rPr lang="en-US" altLang="zh-CN" b="1" dirty="0">
                  <a:solidFill>
                    <a:schemeClr val="bg1"/>
                  </a:solidFill>
                </a:rPr>
                <a:t>1</a:t>
              </a:r>
              <a:r>
                <a:rPr lang="zh-CN" altLang="en-US" b="1" dirty="0">
                  <a:solidFill>
                    <a:schemeClr val="bg1"/>
                  </a:solidFill>
                </a:rPr>
                <a:t>个</a:t>
              </a:r>
              <a:endParaRPr lang="en-US" altLang="zh-CN" b="1" dirty="0">
                <a:solidFill>
                  <a:schemeClr val="bg1"/>
                </a:solidFill>
              </a:endParaRPr>
            </a:p>
            <a:p>
              <a:pPr algn="ctr"/>
              <a:r>
                <a:rPr lang="zh-CN" altLang="en-US" b="1" dirty="0">
                  <a:solidFill>
                    <a:schemeClr val="bg1"/>
                  </a:solidFill>
                </a:rPr>
                <a:t>数据帧</a:t>
              </a:r>
            </a:p>
          </p:txBody>
        </p:sp>
        <p:cxnSp>
          <p:nvCxnSpPr>
            <p:cNvPr id="234" name="直接箭头连接符 233">
              <a:extLst>
                <a:ext uri="{FF2B5EF4-FFF2-40B4-BE49-F238E27FC236}">
                  <a16:creationId xmlns:a16="http://schemas.microsoft.com/office/drawing/2014/main" id="{A64AF148-73BB-4D35-BB2B-6315C1688278}"/>
                </a:ext>
              </a:extLst>
            </p:cNvPr>
            <p:cNvCxnSpPr/>
            <p:nvPr/>
          </p:nvCxnSpPr>
          <p:spPr>
            <a:xfrm>
              <a:off x="4565842" y="3880823"/>
              <a:ext cx="85308" cy="345801"/>
            </a:xfrm>
            <a:prstGeom prst="straightConnector1">
              <a:avLst/>
            </a:prstGeom>
            <a:ln w="38100">
              <a:solidFill>
                <a:schemeClr val="bg1"/>
              </a:solidFill>
              <a:tailEnd type="triangle"/>
            </a:ln>
          </p:spPr>
          <p:style>
            <a:lnRef idx="1">
              <a:schemeClr val="accent1"/>
            </a:lnRef>
            <a:fillRef idx="0">
              <a:schemeClr val="accent1"/>
            </a:fillRef>
            <a:effectRef idx="0">
              <a:schemeClr val="accent1"/>
            </a:effectRef>
            <a:fontRef idx="minor">
              <a:schemeClr val="tx1"/>
            </a:fontRef>
          </p:style>
        </p:cxnSp>
      </p:grpSp>
      <p:grpSp>
        <p:nvGrpSpPr>
          <p:cNvPr id="235" name="组合 234">
            <a:extLst>
              <a:ext uri="{FF2B5EF4-FFF2-40B4-BE49-F238E27FC236}">
                <a16:creationId xmlns:a16="http://schemas.microsoft.com/office/drawing/2014/main" id="{D4722DFC-D81B-47DE-AF57-7507B94D7D5C}"/>
              </a:ext>
            </a:extLst>
          </p:cNvPr>
          <p:cNvGrpSpPr/>
          <p:nvPr/>
        </p:nvGrpSpPr>
        <p:grpSpPr>
          <a:xfrm>
            <a:off x="7431245" y="3705787"/>
            <a:ext cx="644526" cy="1249899"/>
            <a:chOff x="5710293" y="3124233"/>
            <a:chExt cx="644526" cy="1249899"/>
          </a:xfrm>
        </p:grpSpPr>
        <p:sp>
          <p:nvSpPr>
            <p:cNvPr id="236" name="平行四边形 235">
              <a:extLst>
                <a:ext uri="{FF2B5EF4-FFF2-40B4-BE49-F238E27FC236}">
                  <a16:creationId xmlns:a16="http://schemas.microsoft.com/office/drawing/2014/main" id="{549A7781-F5B6-45F3-B836-9B948E558CFA}"/>
                </a:ext>
              </a:extLst>
            </p:cNvPr>
            <p:cNvSpPr/>
            <p:nvPr/>
          </p:nvSpPr>
          <p:spPr>
            <a:xfrm>
              <a:off x="5710293" y="3124233"/>
              <a:ext cx="644526" cy="1245704"/>
            </a:xfrm>
            <a:prstGeom prst="parallelogram">
              <a:avLst>
                <a:gd name="adj" fmla="val 46023"/>
              </a:avLst>
            </a:prstGeom>
            <a:solidFill>
              <a:schemeClr val="accent5"/>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237" name="文本框 236">
              <a:extLst>
                <a:ext uri="{FF2B5EF4-FFF2-40B4-BE49-F238E27FC236}">
                  <a16:creationId xmlns:a16="http://schemas.microsoft.com/office/drawing/2014/main" id="{EE65319E-07AC-4EE4-9010-4FEF1A381329}"/>
                </a:ext>
              </a:extLst>
            </p:cNvPr>
            <p:cNvSpPr txBox="1"/>
            <p:nvPr/>
          </p:nvSpPr>
          <p:spPr>
            <a:xfrm rot="16963893">
              <a:off x="5653799" y="3893704"/>
              <a:ext cx="591525" cy="369332"/>
            </a:xfrm>
            <a:prstGeom prst="rect">
              <a:avLst/>
            </a:prstGeom>
            <a:noFill/>
          </p:spPr>
          <p:txBody>
            <a:bodyPr wrap="square" rtlCol="0">
              <a:spAutoFit/>
            </a:bodyPr>
            <a:lstStyle/>
            <a:p>
              <a:pPr algn="ctr"/>
              <a:r>
                <a:rPr lang="en-US" altLang="zh-CN" b="1" dirty="0">
                  <a:solidFill>
                    <a:schemeClr val="bg1"/>
                  </a:solidFill>
                </a:rPr>
                <a:t>ACK</a:t>
              </a:r>
              <a:endParaRPr lang="zh-CN" altLang="en-US" b="1" dirty="0">
                <a:solidFill>
                  <a:schemeClr val="bg1"/>
                </a:solidFill>
              </a:endParaRPr>
            </a:p>
          </p:txBody>
        </p:sp>
        <p:cxnSp>
          <p:nvCxnSpPr>
            <p:cNvPr id="238" name="直接箭头连接符 237">
              <a:extLst>
                <a:ext uri="{FF2B5EF4-FFF2-40B4-BE49-F238E27FC236}">
                  <a16:creationId xmlns:a16="http://schemas.microsoft.com/office/drawing/2014/main" id="{8AAFCFC7-9FE2-41CF-97BD-7048557C6519}"/>
                </a:ext>
              </a:extLst>
            </p:cNvPr>
            <p:cNvCxnSpPr>
              <a:cxnSpLocks/>
            </p:cNvCxnSpPr>
            <p:nvPr/>
          </p:nvCxnSpPr>
          <p:spPr>
            <a:xfrm flipV="1">
              <a:off x="6032556" y="3355319"/>
              <a:ext cx="104500" cy="410278"/>
            </a:xfrm>
            <a:prstGeom prst="straightConnector1">
              <a:avLst/>
            </a:prstGeom>
            <a:ln w="38100">
              <a:solidFill>
                <a:schemeClr val="bg1"/>
              </a:solidFill>
              <a:tailEnd type="triangle"/>
            </a:ln>
          </p:spPr>
          <p:style>
            <a:lnRef idx="1">
              <a:schemeClr val="accent1"/>
            </a:lnRef>
            <a:fillRef idx="0">
              <a:schemeClr val="accent1"/>
            </a:fillRef>
            <a:effectRef idx="0">
              <a:schemeClr val="accent1"/>
            </a:effectRef>
            <a:fontRef idx="minor">
              <a:schemeClr val="tx1"/>
            </a:fontRef>
          </p:style>
        </p:cxnSp>
      </p:grpSp>
      <p:sp>
        <p:nvSpPr>
          <p:cNvPr id="243" name="对话气泡: 圆角矩形 242">
            <a:extLst>
              <a:ext uri="{FF2B5EF4-FFF2-40B4-BE49-F238E27FC236}">
                <a16:creationId xmlns:a16="http://schemas.microsoft.com/office/drawing/2014/main" id="{B53A1F70-2501-4F94-A7E1-C52350479290}"/>
              </a:ext>
            </a:extLst>
          </p:cNvPr>
          <p:cNvSpPr/>
          <p:nvPr/>
        </p:nvSpPr>
        <p:spPr>
          <a:xfrm>
            <a:off x="2230183" y="1765683"/>
            <a:ext cx="7420251" cy="1014618"/>
          </a:xfrm>
          <a:prstGeom prst="wedgeRoundRectCallout">
            <a:avLst>
              <a:gd name="adj1" fmla="val -13806"/>
              <a:gd name="adj2" fmla="val 142465"/>
              <a:gd name="adj3" fmla="val 16667"/>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nSpc>
                <a:spcPct val="150000"/>
              </a:lnSpc>
            </a:pPr>
            <a:r>
              <a:rPr lang="en-US" altLang="zh-CN" b="1" dirty="0"/>
              <a:t>CTS</a:t>
            </a:r>
            <a:r>
              <a:rPr lang="zh-CN" altLang="en-US" b="1" dirty="0"/>
              <a:t>（</a:t>
            </a:r>
            <a:r>
              <a:rPr lang="en-US" altLang="zh-CN" b="1" dirty="0"/>
              <a:t>Clear To Send</a:t>
            </a:r>
            <a:r>
              <a:rPr lang="zh-CN" altLang="en-US" b="1" dirty="0"/>
              <a:t>）帧是短的响应控制帧，它也包括本次通信所需的持续时间（从</a:t>
            </a:r>
            <a:r>
              <a:rPr lang="en-US" altLang="zh-CN" b="1" dirty="0"/>
              <a:t>RTS</a:t>
            </a:r>
            <a:r>
              <a:rPr lang="zh-CN" altLang="en-US" b="1" dirty="0"/>
              <a:t>帧中将此持续时间复制到</a:t>
            </a:r>
            <a:r>
              <a:rPr lang="en-US" altLang="zh-CN" b="1" dirty="0"/>
              <a:t>CTS</a:t>
            </a:r>
            <a:r>
              <a:rPr lang="zh-CN" altLang="en-US" b="1" dirty="0"/>
              <a:t>帧中）。</a:t>
            </a:r>
          </a:p>
        </p:txBody>
      </p:sp>
      <p:sp>
        <p:nvSpPr>
          <p:cNvPr id="57" name="平行四边形 56">
            <a:extLst>
              <a:ext uri="{FF2B5EF4-FFF2-40B4-BE49-F238E27FC236}">
                <a16:creationId xmlns:a16="http://schemas.microsoft.com/office/drawing/2014/main" id="{E553B721-B5B2-A357-2DF0-1705890F8425}"/>
              </a:ext>
            </a:extLst>
          </p:cNvPr>
          <p:cNvSpPr/>
          <p:nvPr/>
        </p:nvSpPr>
        <p:spPr>
          <a:xfrm>
            <a:off x="304799" y="749300"/>
            <a:ext cx="691019" cy="387090"/>
          </a:xfrm>
          <a:prstGeom prst="parallelogram">
            <a:avLst/>
          </a:prstGeom>
          <a:solidFill>
            <a:schemeClr val="accent3">
              <a:lumMod val="75000"/>
            </a:schemeClr>
          </a:solidFill>
          <a:ln>
            <a:solidFill>
              <a:schemeClr val="accent3">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CN" sz="2200" dirty="0">
                <a:latin typeface="Impact" panose="020B0806030902050204" pitchFamily="34" charset="0"/>
              </a:rPr>
              <a:t>04</a:t>
            </a:r>
            <a:endParaRPr lang="zh-CN" altLang="en-US" sz="2200" dirty="0">
              <a:latin typeface="Impact" panose="020B0806030902050204" pitchFamily="34" charset="0"/>
            </a:endParaRPr>
          </a:p>
        </p:txBody>
      </p:sp>
    </p:spTree>
    <p:custDataLst>
      <p:tags r:id="rId1"/>
    </p:custDataLst>
    <p:extLst>
      <p:ext uri="{BB962C8B-B14F-4D97-AF65-F5344CB8AC3E}">
        <p14:creationId xmlns:p14="http://schemas.microsoft.com/office/powerpoint/2010/main" val="1188991304"/>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2" presetClass="entr" presetSubtype="4" fill="hold" grpId="0" nodeType="withEffect">
                                  <p:stCondLst>
                                    <p:cond delay="0"/>
                                  </p:stCondLst>
                                  <p:childTnLst>
                                    <p:set>
                                      <p:cBhvr>
                                        <p:cTn id="6" dur="1" fill="hold">
                                          <p:stCondLst>
                                            <p:cond delay="0"/>
                                          </p:stCondLst>
                                        </p:cTn>
                                        <p:tgtEl>
                                          <p:spTgt spid="243"/>
                                        </p:tgtEl>
                                        <p:attrNameLst>
                                          <p:attrName>style.visibility</p:attrName>
                                        </p:attrNameLst>
                                      </p:cBhvr>
                                      <p:to>
                                        <p:strVal val="visible"/>
                                      </p:to>
                                    </p:set>
                                    <p:animEffect transition="in" filter="wipe(down)">
                                      <p:cBhvr>
                                        <p:cTn id="7" dur="500"/>
                                        <p:tgtEl>
                                          <p:spTgt spid="243"/>
                                        </p:tgtEl>
                                      </p:cBhvr>
                                    </p:animEffect>
                                  </p:childTnLst>
                                </p:cTn>
                              </p:par>
                            </p:childTnLst>
                          </p:cTn>
                        </p:par>
                      </p:childTnLst>
                    </p:cTn>
                  </p:par>
                  <p:par>
                    <p:cTn id="8" fill="hold">
                      <p:stCondLst>
                        <p:cond delay="indefinite"/>
                      </p:stCondLst>
                      <p:childTnLst>
                        <p:par>
                          <p:cTn id="9" fill="hold">
                            <p:stCondLst>
                              <p:cond delay="0"/>
                            </p:stCondLst>
                            <p:childTnLst>
                              <p:par>
                                <p:cTn id="10" presetID="22" presetClass="entr" presetSubtype="8" fill="hold" nodeType="clickEffect">
                                  <p:stCondLst>
                                    <p:cond delay="0"/>
                                  </p:stCondLst>
                                  <p:childTnLst>
                                    <p:set>
                                      <p:cBhvr>
                                        <p:cTn id="11" dur="1" fill="hold">
                                          <p:stCondLst>
                                            <p:cond delay="0"/>
                                          </p:stCondLst>
                                        </p:cTn>
                                        <p:tgtEl>
                                          <p:spTgt spid="221"/>
                                        </p:tgtEl>
                                        <p:attrNameLst>
                                          <p:attrName>style.visibility</p:attrName>
                                        </p:attrNameLst>
                                      </p:cBhvr>
                                      <p:to>
                                        <p:strVal val="visible"/>
                                      </p:to>
                                    </p:set>
                                    <p:animEffect transition="in" filter="wipe(left)">
                                      <p:cBhvr>
                                        <p:cTn id="12" dur="500"/>
                                        <p:tgtEl>
                                          <p:spTgt spid="221"/>
                                        </p:tgtEl>
                                      </p:cBhvr>
                                    </p:animEffect>
                                  </p:childTnLst>
                                </p:cTn>
                              </p:par>
                            </p:childTnLst>
                          </p:cTn>
                        </p:par>
                      </p:childTnLst>
                    </p:cTn>
                  </p:par>
                  <p:par>
                    <p:cTn id="13" fill="hold">
                      <p:stCondLst>
                        <p:cond delay="indefinite"/>
                      </p:stCondLst>
                      <p:childTnLst>
                        <p:par>
                          <p:cTn id="14" fill="hold">
                            <p:stCondLst>
                              <p:cond delay="0"/>
                            </p:stCondLst>
                            <p:childTnLst>
                              <p:par>
                                <p:cTn id="15" presetID="22" presetClass="entr" presetSubtype="8" fill="hold" nodeType="clickEffect">
                                  <p:stCondLst>
                                    <p:cond delay="0"/>
                                  </p:stCondLst>
                                  <p:childTnLst>
                                    <p:set>
                                      <p:cBhvr>
                                        <p:cTn id="16" dur="1" fill="hold">
                                          <p:stCondLst>
                                            <p:cond delay="0"/>
                                          </p:stCondLst>
                                        </p:cTn>
                                        <p:tgtEl>
                                          <p:spTgt spid="231"/>
                                        </p:tgtEl>
                                        <p:attrNameLst>
                                          <p:attrName>style.visibility</p:attrName>
                                        </p:attrNameLst>
                                      </p:cBhvr>
                                      <p:to>
                                        <p:strVal val="visible"/>
                                      </p:to>
                                    </p:set>
                                    <p:animEffect transition="in" filter="wipe(left)">
                                      <p:cBhvr>
                                        <p:cTn id="17" dur="1000"/>
                                        <p:tgtEl>
                                          <p:spTgt spid="231"/>
                                        </p:tgtEl>
                                      </p:cBhvr>
                                    </p:animEffect>
                                  </p:childTnLst>
                                </p:cTn>
                              </p:par>
                            </p:childTnLst>
                          </p:cTn>
                        </p:par>
                      </p:childTnLst>
                    </p:cTn>
                  </p:par>
                  <p:par>
                    <p:cTn id="18" fill="hold">
                      <p:stCondLst>
                        <p:cond delay="indefinite"/>
                      </p:stCondLst>
                      <p:childTnLst>
                        <p:par>
                          <p:cTn id="19" fill="hold">
                            <p:stCondLst>
                              <p:cond delay="0"/>
                            </p:stCondLst>
                            <p:childTnLst>
                              <p:par>
                                <p:cTn id="20" presetID="22" presetClass="entr" presetSubtype="8" fill="hold" nodeType="clickEffect">
                                  <p:stCondLst>
                                    <p:cond delay="0"/>
                                  </p:stCondLst>
                                  <p:childTnLst>
                                    <p:set>
                                      <p:cBhvr>
                                        <p:cTn id="21" dur="1" fill="hold">
                                          <p:stCondLst>
                                            <p:cond delay="0"/>
                                          </p:stCondLst>
                                        </p:cTn>
                                        <p:tgtEl>
                                          <p:spTgt spid="226"/>
                                        </p:tgtEl>
                                        <p:attrNameLst>
                                          <p:attrName>style.visibility</p:attrName>
                                        </p:attrNameLst>
                                      </p:cBhvr>
                                      <p:to>
                                        <p:strVal val="visible"/>
                                      </p:to>
                                    </p:set>
                                    <p:animEffect transition="in" filter="wipe(left)">
                                      <p:cBhvr>
                                        <p:cTn id="22" dur="500"/>
                                        <p:tgtEl>
                                          <p:spTgt spid="226"/>
                                        </p:tgtEl>
                                      </p:cBhvr>
                                    </p:animEffect>
                                  </p:childTnLst>
                                </p:cTn>
                              </p:par>
                            </p:childTnLst>
                          </p:cTn>
                        </p:par>
                      </p:childTnLst>
                    </p:cTn>
                  </p:par>
                  <p:par>
                    <p:cTn id="23" fill="hold">
                      <p:stCondLst>
                        <p:cond delay="indefinite"/>
                      </p:stCondLst>
                      <p:childTnLst>
                        <p:par>
                          <p:cTn id="24" fill="hold">
                            <p:stCondLst>
                              <p:cond delay="0"/>
                            </p:stCondLst>
                            <p:childTnLst>
                              <p:par>
                                <p:cTn id="25" presetID="22" presetClass="entr" presetSubtype="8" fill="hold" nodeType="clickEffect">
                                  <p:stCondLst>
                                    <p:cond delay="0"/>
                                  </p:stCondLst>
                                  <p:childTnLst>
                                    <p:set>
                                      <p:cBhvr>
                                        <p:cTn id="26" dur="1" fill="hold">
                                          <p:stCondLst>
                                            <p:cond delay="0"/>
                                          </p:stCondLst>
                                        </p:cTn>
                                        <p:tgtEl>
                                          <p:spTgt spid="235"/>
                                        </p:tgtEl>
                                        <p:attrNameLst>
                                          <p:attrName>style.visibility</p:attrName>
                                        </p:attrNameLst>
                                      </p:cBhvr>
                                      <p:to>
                                        <p:strVal val="visible"/>
                                      </p:to>
                                    </p:set>
                                    <p:animEffect transition="in" filter="wipe(left)">
                                      <p:cBhvr>
                                        <p:cTn id="27" dur="1000"/>
                                        <p:tgtEl>
                                          <p:spTgt spid="235"/>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43" grpId="0" animBg="1"/>
    </p:bldLst>
  </p:timing>
</p:sld>
</file>

<file path=ppt/slides/slide55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4" name="组合 3">
            <a:extLst>
              <a:ext uri="{FF2B5EF4-FFF2-40B4-BE49-F238E27FC236}">
                <a16:creationId xmlns:a16="http://schemas.microsoft.com/office/drawing/2014/main" id="{9A1EA9F2-FCB6-48C3-935F-7AE7E3AD14AC}"/>
              </a:ext>
            </a:extLst>
          </p:cNvPr>
          <p:cNvGrpSpPr/>
          <p:nvPr/>
        </p:nvGrpSpPr>
        <p:grpSpPr>
          <a:xfrm>
            <a:off x="304800" y="749300"/>
            <a:ext cx="5791200" cy="400110"/>
            <a:chOff x="424117" y="898245"/>
            <a:chExt cx="5791200" cy="400110"/>
          </a:xfrm>
        </p:grpSpPr>
        <p:sp>
          <p:nvSpPr>
            <p:cNvPr id="2" name="平行四边形 1">
              <a:extLst>
                <a:ext uri="{FF2B5EF4-FFF2-40B4-BE49-F238E27FC236}">
                  <a16:creationId xmlns:a16="http://schemas.microsoft.com/office/drawing/2014/main" id="{1F5BAA3F-9845-4F89-A2DD-8222D3E4EDAC}"/>
                </a:ext>
              </a:extLst>
            </p:cNvPr>
            <p:cNvSpPr/>
            <p:nvPr/>
          </p:nvSpPr>
          <p:spPr>
            <a:xfrm>
              <a:off x="424117" y="898245"/>
              <a:ext cx="628306" cy="387090"/>
            </a:xfrm>
            <a:prstGeom prst="parallelogram">
              <a:avLst/>
            </a:prstGeom>
            <a:solidFill>
              <a:schemeClr val="accent3">
                <a:lumMod val="75000"/>
              </a:schemeClr>
            </a:solidFill>
            <a:ln>
              <a:solidFill>
                <a:schemeClr val="accent3">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CN" sz="2200" dirty="0">
                  <a:latin typeface="Impact" panose="020B0806030902050204" pitchFamily="34" charset="0"/>
                </a:rPr>
                <a:t>01</a:t>
              </a:r>
              <a:endParaRPr lang="zh-CN" altLang="en-US" sz="2200" dirty="0">
                <a:latin typeface="Impact" panose="020B0806030902050204" pitchFamily="34" charset="0"/>
              </a:endParaRPr>
            </a:p>
          </p:txBody>
        </p:sp>
        <p:sp>
          <p:nvSpPr>
            <p:cNvPr id="3" name="文本框 2">
              <a:extLst>
                <a:ext uri="{FF2B5EF4-FFF2-40B4-BE49-F238E27FC236}">
                  <a16:creationId xmlns:a16="http://schemas.microsoft.com/office/drawing/2014/main" id="{4D6BD736-A4D3-4F26-AFED-36E11F50F70B}"/>
                </a:ext>
              </a:extLst>
            </p:cNvPr>
            <p:cNvSpPr txBox="1"/>
            <p:nvPr/>
          </p:nvSpPr>
          <p:spPr>
            <a:xfrm>
              <a:off x="1052423" y="898245"/>
              <a:ext cx="5162894" cy="400110"/>
            </a:xfrm>
            <a:prstGeom prst="rect">
              <a:avLst/>
            </a:prstGeom>
            <a:noFill/>
          </p:spPr>
          <p:txBody>
            <a:bodyPr wrap="square" rtlCol="0">
              <a:spAutoFit/>
            </a:bodyPr>
            <a:lstStyle/>
            <a:p>
              <a:r>
                <a:rPr lang="en-US" altLang="zh-CN" sz="2000" b="1" dirty="0">
                  <a:solidFill>
                    <a:schemeClr val="tx1"/>
                  </a:solidFill>
                  <a:latin typeface="Arial Narrow" panose="020B0606020202030204" pitchFamily="34" charset="0"/>
                </a:rPr>
                <a:t>CSMA/CA</a:t>
              </a:r>
              <a:r>
                <a:rPr lang="zh-CN" altLang="en-US" sz="2000" b="1" dirty="0">
                  <a:solidFill>
                    <a:schemeClr val="tx1"/>
                  </a:solidFill>
                  <a:latin typeface="Arial Narrow" panose="020B0606020202030204" pitchFamily="34" charset="0"/>
                </a:rPr>
                <a:t>协议的基本工作原理</a:t>
              </a:r>
              <a:endParaRPr lang="en-US" altLang="zh-CN" sz="2000" b="1" dirty="0">
                <a:solidFill>
                  <a:schemeClr val="tx1"/>
                </a:solidFill>
                <a:latin typeface="Arial Narrow" panose="020B0606020202030204" pitchFamily="34" charset="0"/>
              </a:endParaRPr>
            </a:p>
          </p:txBody>
        </p:sp>
      </p:grpSp>
      <p:sp>
        <p:nvSpPr>
          <p:cNvPr id="106" name="文本框 105">
            <a:extLst>
              <a:ext uri="{FF2B5EF4-FFF2-40B4-BE49-F238E27FC236}">
                <a16:creationId xmlns:a16="http://schemas.microsoft.com/office/drawing/2014/main" id="{05653DE5-C742-449E-8418-291FFAA878A5}"/>
              </a:ext>
            </a:extLst>
          </p:cNvPr>
          <p:cNvSpPr txBox="1"/>
          <p:nvPr/>
        </p:nvSpPr>
        <p:spPr>
          <a:xfrm>
            <a:off x="933106" y="1136390"/>
            <a:ext cx="9920697" cy="400110"/>
          </a:xfrm>
          <a:prstGeom prst="rect">
            <a:avLst/>
          </a:prstGeom>
          <a:noFill/>
        </p:spPr>
        <p:txBody>
          <a:bodyPr wrap="square" rtlCol="0">
            <a:spAutoFit/>
          </a:bodyPr>
          <a:lstStyle/>
          <a:p>
            <a:r>
              <a:rPr lang="zh-CN" altLang="en-US" sz="2000" b="1" dirty="0">
                <a:solidFill>
                  <a:schemeClr val="accent3">
                    <a:lumMod val="75000"/>
                  </a:schemeClr>
                </a:solidFill>
                <a:latin typeface="Arial Narrow" panose="020B0606020202030204" pitchFamily="34" charset="0"/>
              </a:rPr>
              <a:t>为了进一步降低发生碰撞的概率，</a:t>
            </a:r>
            <a:r>
              <a:rPr lang="en-US" altLang="zh-CN" sz="2000" b="1" dirty="0">
                <a:solidFill>
                  <a:schemeClr val="accent3">
                    <a:lumMod val="75000"/>
                  </a:schemeClr>
                </a:solidFill>
                <a:latin typeface="Arial Narrow" panose="020B0606020202030204" pitchFamily="34" charset="0"/>
              </a:rPr>
              <a:t>802.11</a:t>
            </a:r>
            <a:r>
              <a:rPr lang="zh-CN" altLang="en-US" sz="2000" b="1" dirty="0">
                <a:solidFill>
                  <a:schemeClr val="accent3">
                    <a:lumMod val="75000"/>
                  </a:schemeClr>
                </a:solidFill>
                <a:latin typeface="Arial Narrow" panose="020B0606020202030204" pitchFamily="34" charset="0"/>
              </a:rPr>
              <a:t>无线局域网允许源站对信道进行预约。</a:t>
            </a:r>
            <a:endParaRPr lang="en-US" altLang="zh-CN" sz="2000" b="1" dirty="0">
              <a:solidFill>
                <a:schemeClr val="accent3">
                  <a:lumMod val="75000"/>
                </a:schemeClr>
              </a:solidFill>
              <a:latin typeface="Arial Narrow" panose="020B0606020202030204" pitchFamily="34" charset="0"/>
            </a:endParaRPr>
          </a:p>
        </p:txBody>
      </p:sp>
      <p:grpSp>
        <p:nvGrpSpPr>
          <p:cNvPr id="95" name="组合 94">
            <a:extLst>
              <a:ext uri="{FF2B5EF4-FFF2-40B4-BE49-F238E27FC236}">
                <a16:creationId xmlns:a16="http://schemas.microsoft.com/office/drawing/2014/main" id="{427726E1-BEF1-4A50-8CE3-19C4BFBA49FF}"/>
              </a:ext>
            </a:extLst>
          </p:cNvPr>
          <p:cNvGrpSpPr/>
          <p:nvPr/>
        </p:nvGrpSpPr>
        <p:grpSpPr>
          <a:xfrm>
            <a:off x="488092" y="3523023"/>
            <a:ext cx="11010480" cy="2858841"/>
            <a:chOff x="685585" y="2940516"/>
            <a:chExt cx="11010480" cy="2858841"/>
          </a:xfrm>
        </p:grpSpPr>
        <p:sp>
          <p:nvSpPr>
            <p:cNvPr id="96" name="文本框 95">
              <a:extLst>
                <a:ext uri="{FF2B5EF4-FFF2-40B4-BE49-F238E27FC236}">
                  <a16:creationId xmlns:a16="http://schemas.microsoft.com/office/drawing/2014/main" id="{A339BE44-2EC7-49C0-87AB-611E8216A808}"/>
                </a:ext>
              </a:extLst>
            </p:cNvPr>
            <p:cNvSpPr txBox="1"/>
            <p:nvPr/>
          </p:nvSpPr>
          <p:spPr>
            <a:xfrm>
              <a:off x="685585" y="2940516"/>
              <a:ext cx="981076" cy="369332"/>
            </a:xfrm>
            <a:prstGeom prst="rect">
              <a:avLst/>
            </a:prstGeom>
            <a:noFill/>
          </p:spPr>
          <p:txBody>
            <a:bodyPr wrap="square" rtlCol="0">
              <a:spAutoFit/>
            </a:bodyPr>
            <a:lstStyle/>
            <a:p>
              <a:pPr algn="r"/>
              <a:r>
                <a:rPr lang="zh-CN" altLang="en-US" b="1" dirty="0"/>
                <a:t>源站</a:t>
              </a:r>
            </a:p>
          </p:txBody>
        </p:sp>
        <p:sp>
          <p:nvSpPr>
            <p:cNvPr id="97" name="文本框 96">
              <a:extLst>
                <a:ext uri="{FF2B5EF4-FFF2-40B4-BE49-F238E27FC236}">
                  <a16:creationId xmlns:a16="http://schemas.microsoft.com/office/drawing/2014/main" id="{359E10C5-72AE-4F21-8044-366049C61866}"/>
                </a:ext>
              </a:extLst>
            </p:cNvPr>
            <p:cNvSpPr txBox="1"/>
            <p:nvPr/>
          </p:nvSpPr>
          <p:spPr>
            <a:xfrm>
              <a:off x="685585" y="4187174"/>
              <a:ext cx="981076" cy="369332"/>
            </a:xfrm>
            <a:prstGeom prst="rect">
              <a:avLst/>
            </a:prstGeom>
            <a:noFill/>
          </p:spPr>
          <p:txBody>
            <a:bodyPr wrap="square" rtlCol="0">
              <a:spAutoFit/>
            </a:bodyPr>
            <a:lstStyle/>
            <a:p>
              <a:pPr algn="r"/>
              <a:r>
                <a:rPr lang="zh-CN" altLang="en-US" b="1" dirty="0"/>
                <a:t>目的站</a:t>
              </a:r>
            </a:p>
          </p:txBody>
        </p:sp>
        <p:sp>
          <p:nvSpPr>
            <p:cNvPr id="98" name="文本框 97">
              <a:extLst>
                <a:ext uri="{FF2B5EF4-FFF2-40B4-BE49-F238E27FC236}">
                  <a16:creationId xmlns:a16="http://schemas.microsoft.com/office/drawing/2014/main" id="{857D48FC-58A9-49D0-B299-3FFD8B52D48C}"/>
                </a:ext>
              </a:extLst>
            </p:cNvPr>
            <p:cNvSpPr txBox="1"/>
            <p:nvPr/>
          </p:nvSpPr>
          <p:spPr>
            <a:xfrm>
              <a:off x="685585" y="5430025"/>
              <a:ext cx="981076" cy="369332"/>
            </a:xfrm>
            <a:prstGeom prst="rect">
              <a:avLst/>
            </a:prstGeom>
            <a:noFill/>
          </p:spPr>
          <p:txBody>
            <a:bodyPr wrap="square" rtlCol="0">
              <a:spAutoFit/>
            </a:bodyPr>
            <a:lstStyle/>
            <a:p>
              <a:pPr algn="r"/>
              <a:r>
                <a:rPr lang="zh-CN" altLang="en-US" b="1" dirty="0"/>
                <a:t>其他站</a:t>
              </a:r>
            </a:p>
          </p:txBody>
        </p:sp>
        <p:sp>
          <p:nvSpPr>
            <p:cNvPr id="99" name="文本框 98">
              <a:extLst>
                <a:ext uri="{FF2B5EF4-FFF2-40B4-BE49-F238E27FC236}">
                  <a16:creationId xmlns:a16="http://schemas.microsoft.com/office/drawing/2014/main" id="{824E5DB4-E949-41CA-8D08-649370CAC10D}"/>
                </a:ext>
              </a:extLst>
            </p:cNvPr>
            <p:cNvSpPr txBox="1"/>
            <p:nvPr/>
          </p:nvSpPr>
          <p:spPr>
            <a:xfrm>
              <a:off x="11051539" y="2940516"/>
              <a:ext cx="644526" cy="369332"/>
            </a:xfrm>
            <a:prstGeom prst="rect">
              <a:avLst/>
            </a:prstGeom>
            <a:noFill/>
          </p:spPr>
          <p:txBody>
            <a:bodyPr wrap="square" rtlCol="0">
              <a:spAutoFit/>
            </a:bodyPr>
            <a:lstStyle/>
            <a:p>
              <a:r>
                <a:rPr lang="zh-CN" altLang="en-US" b="1" dirty="0"/>
                <a:t>时间</a:t>
              </a:r>
            </a:p>
          </p:txBody>
        </p:sp>
        <p:cxnSp>
          <p:nvCxnSpPr>
            <p:cNvPr id="100" name="直接箭头连接符 99">
              <a:extLst>
                <a:ext uri="{FF2B5EF4-FFF2-40B4-BE49-F238E27FC236}">
                  <a16:creationId xmlns:a16="http://schemas.microsoft.com/office/drawing/2014/main" id="{8973A6A9-16DA-46EF-BDE1-82FC27113192}"/>
                </a:ext>
              </a:extLst>
            </p:cNvPr>
            <p:cNvCxnSpPr>
              <a:cxnSpLocks/>
            </p:cNvCxnSpPr>
            <p:nvPr/>
          </p:nvCxnSpPr>
          <p:spPr>
            <a:xfrm>
              <a:off x="1666661" y="3125182"/>
              <a:ext cx="9367200" cy="0"/>
            </a:xfrm>
            <a:prstGeom prst="straightConnector1">
              <a:avLst/>
            </a:prstGeom>
            <a:ln w="12700">
              <a:solidFill>
                <a:schemeClr val="tx1"/>
              </a:solidFill>
              <a:tailEnd type="triangle"/>
            </a:ln>
          </p:spPr>
          <p:style>
            <a:lnRef idx="1">
              <a:schemeClr val="accent1"/>
            </a:lnRef>
            <a:fillRef idx="0">
              <a:schemeClr val="accent1"/>
            </a:fillRef>
            <a:effectRef idx="0">
              <a:schemeClr val="accent1"/>
            </a:effectRef>
            <a:fontRef idx="minor">
              <a:schemeClr val="tx1"/>
            </a:fontRef>
          </p:style>
        </p:cxnSp>
        <p:sp>
          <p:nvSpPr>
            <p:cNvPr id="101" name="文本框 100">
              <a:extLst>
                <a:ext uri="{FF2B5EF4-FFF2-40B4-BE49-F238E27FC236}">
                  <a16:creationId xmlns:a16="http://schemas.microsoft.com/office/drawing/2014/main" id="{607423BF-70A1-49DF-91BE-85E5DBA4365F}"/>
                </a:ext>
              </a:extLst>
            </p:cNvPr>
            <p:cNvSpPr txBox="1"/>
            <p:nvPr/>
          </p:nvSpPr>
          <p:spPr>
            <a:xfrm>
              <a:off x="11051539" y="5430025"/>
              <a:ext cx="644526" cy="369332"/>
            </a:xfrm>
            <a:prstGeom prst="rect">
              <a:avLst/>
            </a:prstGeom>
            <a:noFill/>
          </p:spPr>
          <p:txBody>
            <a:bodyPr wrap="square" rtlCol="0">
              <a:spAutoFit/>
            </a:bodyPr>
            <a:lstStyle/>
            <a:p>
              <a:r>
                <a:rPr lang="zh-CN" altLang="en-US" b="1" dirty="0"/>
                <a:t>时间</a:t>
              </a:r>
            </a:p>
          </p:txBody>
        </p:sp>
        <p:cxnSp>
          <p:nvCxnSpPr>
            <p:cNvPr id="102" name="直接箭头连接符 101">
              <a:extLst>
                <a:ext uri="{FF2B5EF4-FFF2-40B4-BE49-F238E27FC236}">
                  <a16:creationId xmlns:a16="http://schemas.microsoft.com/office/drawing/2014/main" id="{14FB5E63-604F-4789-A8EF-BA385EDAFBFB}"/>
                </a:ext>
              </a:extLst>
            </p:cNvPr>
            <p:cNvCxnSpPr>
              <a:cxnSpLocks/>
            </p:cNvCxnSpPr>
            <p:nvPr/>
          </p:nvCxnSpPr>
          <p:spPr>
            <a:xfrm>
              <a:off x="1666661" y="5614691"/>
              <a:ext cx="9367097" cy="0"/>
            </a:xfrm>
            <a:prstGeom prst="straightConnector1">
              <a:avLst/>
            </a:prstGeom>
            <a:ln w="12700">
              <a:solidFill>
                <a:schemeClr val="tx1"/>
              </a:solidFill>
              <a:tailEnd type="triangle"/>
            </a:ln>
          </p:spPr>
          <p:style>
            <a:lnRef idx="1">
              <a:schemeClr val="accent1"/>
            </a:lnRef>
            <a:fillRef idx="0">
              <a:schemeClr val="accent1"/>
            </a:fillRef>
            <a:effectRef idx="0">
              <a:schemeClr val="accent1"/>
            </a:effectRef>
            <a:fontRef idx="minor">
              <a:schemeClr val="tx1"/>
            </a:fontRef>
          </p:style>
        </p:cxnSp>
        <p:sp>
          <p:nvSpPr>
            <p:cNvPr id="103" name="文本框 102">
              <a:extLst>
                <a:ext uri="{FF2B5EF4-FFF2-40B4-BE49-F238E27FC236}">
                  <a16:creationId xmlns:a16="http://schemas.microsoft.com/office/drawing/2014/main" id="{403C8105-CF44-4AFF-BA70-1502E7FD8965}"/>
                </a:ext>
              </a:extLst>
            </p:cNvPr>
            <p:cNvSpPr txBox="1"/>
            <p:nvPr/>
          </p:nvSpPr>
          <p:spPr>
            <a:xfrm>
              <a:off x="11051539" y="4185271"/>
              <a:ext cx="644526" cy="369332"/>
            </a:xfrm>
            <a:prstGeom prst="rect">
              <a:avLst/>
            </a:prstGeom>
            <a:noFill/>
          </p:spPr>
          <p:txBody>
            <a:bodyPr wrap="square" rtlCol="0">
              <a:spAutoFit/>
            </a:bodyPr>
            <a:lstStyle/>
            <a:p>
              <a:r>
                <a:rPr lang="zh-CN" altLang="en-US" b="1" dirty="0"/>
                <a:t>时间</a:t>
              </a:r>
            </a:p>
          </p:txBody>
        </p:sp>
        <p:cxnSp>
          <p:nvCxnSpPr>
            <p:cNvPr id="109" name="直接箭头连接符 108">
              <a:extLst>
                <a:ext uri="{FF2B5EF4-FFF2-40B4-BE49-F238E27FC236}">
                  <a16:creationId xmlns:a16="http://schemas.microsoft.com/office/drawing/2014/main" id="{C9D30BFA-BD02-48E2-B935-F0EE4CC6842E}"/>
                </a:ext>
              </a:extLst>
            </p:cNvPr>
            <p:cNvCxnSpPr>
              <a:cxnSpLocks/>
            </p:cNvCxnSpPr>
            <p:nvPr/>
          </p:nvCxnSpPr>
          <p:spPr>
            <a:xfrm>
              <a:off x="1666661" y="4369937"/>
              <a:ext cx="9367200" cy="0"/>
            </a:xfrm>
            <a:prstGeom prst="straightConnector1">
              <a:avLst/>
            </a:prstGeom>
            <a:ln w="12700">
              <a:solidFill>
                <a:schemeClr val="tx1"/>
              </a:solidFill>
              <a:tailEnd type="triangle"/>
            </a:ln>
          </p:spPr>
          <p:style>
            <a:lnRef idx="1">
              <a:schemeClr val="accent1"/>
            </a:lnRef>
            <a:fillRef idx="0">
              <a:schemeClr val="accent1"/>
            </a:fillRef>
            <a:effectRef idx="0">
              <a:schemeClr val="accent1"/>
            </a:effectRef>
            <a:fontRef idx="minor">
              <a:schemeClr val="tx1"/>
            </a:fontRef>
          </p:style>
        </p:cxnSp>
      </p:grpSp>
      <p:sp>
        <p:nvSpPr>
          <p:cNvPr id="201" name="矩形 200">
            <a:extLst>
              <a:ext uri="{FF2B5EF4-FFF2-40B4-BE49-F238E27FC236}">
                <a16:creationId xmlns:a16="http://schemas.microsoft.com/office/drawing/2014/main" id="{CBD5A6DC-9263-45C1-A676-C7BE3852393E}"/>
              </a:ext>
            </a:extLst>
          </p:cNvPr>
          <p:cNvSpPr/>
          <p:nvPr/>
        </p:nvSpPr>
        <p:spPr>
          <a:xfrm>
            <a:off x="1490131" y="3307579"/>
            <a:ext cx="1136650" cy="400110"/>
          </a:xfrm>
          <a:prstGeom prst="rect">
            <a:avLst/>
          </a:prstGeom>
          <a:solidFill>
            <a:schemeClr val="accent4"/>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zh-CN" altLang="en-US" b="1" dirty="0"/>
              <a:t>信道空闲</a:t>
            </a:r>
          </a:p>
        </p:txBody>
      </p:sp>
      <p:grpSp>
        <p:nvGrpSpPr>
          <p:cNvPr id="202" name="组合 201">
            <a:extLst>
              <a:ext uri="{FF2B5EF4-FFF2-40B4-BE49-F238E27FC236}">
                <a16:creationId xmlns:a16="http://schemas.microsoft.com/office/drawing/2014/main" id="{403CFCFF-B779-43D9-8E28-B158A7E142EC}"/>
              </a:ext>
            </a:extLst>
          </p:cNvPr>
          <p:cNvGrpSpPr/>
          <p:nvPr/>
        </p:nvGrpSpPr>
        <p:grpSpPr>
          <a:xfrm>
            <a:off x="2604557" y="3199355"/>
            <a:ext cx="1120774" cy="509285"/>
            <a:chOff x="2781087" y="2616848"/>
            <a:chExt cx="1120774" cy="509285"/>
          </a:xfrm>
        </p:grpSpPr>
        <p:sp>
          <p:nvSpPr>
            <p:cNvPr id="203" name="文本框 202">
              <a:extLst>
                <a:ext uri="{FF2B5EF4-FFF2-40B4-BE49-F238E27FC236}">
                  <a16:creationId xmlns:a16="http://schemas.microsoft.com/office/drawing/2014/main" id="{5A36E446-C357-4E8A-AA5B-D7385BD86E56}"/>
                </a:ext>
              </a:extLst>
            </p:cNvPr>
            <p:cNvSpPr txBox="1"/>
            <p:nvPr/>
          </p:nvSpPr>
          <p:spPr>
            <a:xfrm>
              <a:off x="2781087" y="2616848"/>
              <a:ext cx="1098550" cy="369332"/>
            </a:xfrm>
            <a:prstGeom prst="rect">
              <a:avLst/>
            </a:prstGeom>
            <a:noFill/>
          </p:spPr>
          <p:txBody>
            <a:bodyPr wrap="square" rtlCol="0">
              <a:spAutoFit/>
            </a:bodyPr>
            <a:lstStyle/>
            <a:p>
              <a:pPr algn="ctr"/>
              <a:r>
                <a:rPr lang="en-US" altLang="zh-CN" b="1" dirty="0"/>
                <a:t>DIFS</a:t>
              </a:r>
              <a:endParaRPr lang="zh-CN" altLang="en-US" b="1" dirty="0"/>
            </a:p>
          </p:txBody>
        </p:sp>
        <p:cxnSp>
          <p:nvCxnSpPr>
            <p:cNvPr id="204" name="直接连接符 203">
              <a:extLst>
                <a:ext uri="{FF2B5EF4-FFF2-40B4-BE49-F238E27FC236}">
                  <a16:creationId xmlns:a16="http://schemas.microsoft.com/office/drawing/2014/main" id="{BFF880F2-23DF-4A34-A906-D0FE3A1E216B}"/>
                </a:ext>
              </a:extLst>
            </p:cNvPr>
            <p:cNvCxnSpPr>
              <a:cxnSpLocks/>
            </p:cNvCxnSpPr>
            <p:nvPr/>
          </p:nvCxnSpPr>
          <p:spPr>
            <a:xfrm>
              <a:off x="3901861" y="2724121"/>
              <a:ext cx="0" cy="402012"/>
            </a:xfrm>
            <a:prstGeom prst="line">
              <a:avLst/>
            </a:prstGeom>
            <a:ln w="12700">
              <a:solidFill>
                <a:schemeClr val="tx1"/>
              </a:solidFill>
              <a:tailEnd type="none"/>
            </a:ln>
          </p:spPr>
          <p:style>
            <a:lnRef idx="1">
              <a:schemeClr val="accent1"/>
            </a:lnRef>
            <a:fillRef idx="0">
              <a:schemeClr val="accent1"/>
            </a:fillRef>
            <a:effectRef idx="0">
              <a:schemeClr val="accent1"/>
            </a:effectRef>
            <a:fontRef idx="minor">
              <a:schemeClr val="tx1"/>
            </a:fontRef>
          </p:style>
        </p:cxnSp>
        <p:cxnSp>
          <p:nvCxnSpPr>
            <p:cNvPr id="205" name="直接箭头连接符 204">
              <a:extLst>
                <a:ext uri="{FF2B5EF4-FFF2-40B4-BE49-F238E27FC236}">
                  <a16:creationId xmlns:a16="http://schemas.microsoft.com/office/drawing/2014/main" id="{688F02EC-EA60-4644-AF4D-A4A42FCB242F}"/>
                </a:ext>
              </a:extLst>
            </p:cNvPr>
            <p:cNvCxnSpPr/>
            <p:nvPr/>
          </p:nvCxnSpPr>
          <p:spPr>
            <a:xfrm>
              <a:off x="2803311" y="2940516"/>
              <a:ext cx="1098550" cy="0"/>
            </a:xfrm>
            <a:prstGeom prst="straightConnector1">
              <a:avLst/>
            </a:prstGeom>
            <a:ln w="12700">
              <a:solidFill>
                <a:schemeClr val="tx1"/>
              </a:solidFill>
              <a:headEnd type="triangle"/>
              <a:tailEnd type="triangle"/>
            </a:ln>
          </p:spPr>
          <p:style>
            <a:lnRef idx="1">
              <a:schemeClr val="accent1"/>
            </a:lnRef>
            <a:fillRef idx="0">
              <a:schemeClr val="accent1"/>
            </a:fillRef>
            <a:effectRef idx="0">
              <a:schemeClr val="accent1"/>
            </a:effectRef>
            <a:fontRef idx="minor">
              <a:schemeClr val="tx1"/>
            </a:fontRef>
          </p:style>
        </p:cxnSp>
      </p:grpSp>
      <p:grpSp>
        <p:nvGrpSpPr>
          <p:cNvPr id="206" name="组合 205">
            <a:extLst>
              <a:ext uri="{FF2B5EF4-FFF2-40B4-BE49-F238E27FC236}">
                <a16:creationId xmlns:a16="http://schemas.microsoft.com/office/drawing/2014/main" id="{A0087DF4-4649-4DC8-ADC5-73575CA1F1A3}"/>
              </a:ext>
            </a:extLst>
          </p:cNvPr>
          <p:cNvGrpSpPr/>
          <p:nvPr/>
        </p:nvGrpSpPr>
        <p:grpSpPr>
          <a:xfrm>
            <a:off x="1944937" y="3705787"/>
            <a:ext cx="1363688" cy="830190"/>
            <a:chOff x="4018800" y="2864874"/>
            <a:chExt cx="1363688" cy="830190"/>
          </a:xfrm>
        </p:grpSpPr>
        <p:sp>
          <p:nvSpPr>
            <p:cNvPr id="207" name="文本框 206">
              <a:extLst>
                <a:ext uri="{FF2B5EF4-FFF2-40B4-BE49-F238E27FC236}">
                  <a16:creationId xmlns:a16="http://schemas.microsoft.com/office/drawing/2014/main" id="{D043B378-50E9-475F-A0A4-BA17D4C286B8}"/>
                </a:ext>
              </a:extLst>
            </p:cNvPr>
            <p:cNvSpPr txBox="1"/>
            <p:nvPr/>
          </p:nvSpPr>
          <p:spPr>
            <a:xfrm>
              <a:off x="4018800" y="3325732"/>
              <a:ext cx="1363688" cy="369332"/>
            </a:xfrm>
            <a:prstGeom prst="rect">
              <a:avLst/>
            </a:prstGeom>
            <a:noFill/>
          </p:spPr>
          <p:txBody>
            <a:bodyPr wrap="square" rtlCol="0">
              <a:spAutoFit/>
            </a:bodyPr>
            <a:lstStyle/>
            <a:p>
              <a:pPr algn="ctr"/>
              <a:r>
                <a:rPr lang="zh-CN" altLang="en-US" b="1" dirty="0">
                  <a:solidFill>
                    <a:schemeClr val="accent3"/>
                  </a:solidFill>
                  <a:latin typeface="Arial Narrow" panose="020B0606020202030204" pitchFamily="34" charset="0"/>
                </a:rPr>
                <a:t>有帧要发送</a:t>
              </a:r>
            </a:p>
          </p:txBody>
        </p:sp>
        <p:cxnSp>
          <p:nvCxnSpPr>
            <p:cNvPr id="208" name="直接箭头连接符 207">
              <a:extLst>
                <a:ext uri="{FF2B5EF4-FFF2-40B4-BE49-F238E27FC236}">
                  <a16:creationId xmlns:a16="http://schemas.microsoft.com/office/drawing/2014/main" id="{E9431535-4218-4088-9B7F-6605F883266F}"/>
                </a:ext>
              </a:extLst>
            </p:cNvPr>
            <p:cNvCxnSpPr>
              <a:cxnSpLocks/>
            </p:cNvCxnSpPr>
            <p:nvPr/>
          </p:nvCxnSpPr>
          <p:spPr>
            <a:xfrm flipV="1">
              <a:off x="4702471" y="2864874"/>
              <a:ext cx="0" cy="521823"/>
            </a:xfrm>
            <a:prstGeom prst="straightConnector1">
              <a:avLst/>
            </a:prstGeom>
            <a:ln w="25400">
              <a:solidFill>
                <a:schemeClr val="tx1"/>
              </a:solidFill>
              <a:tailEnd type="triangle" w="med" len="lg"/>
            </a:ln>
          </p:spPr>
          <p:style>
            <a:lnRef idx="1">
              <a:schemeClr val="accent1"/>
            </a:lnRef>
            <a:fillRef idx="0">
              <a:schemeClr val="accent1"/>
            </a:fillRef>
            <a:effectRef idx="0">
              <a:schemeClr val="accent1"/>
            </a:effectRef>
            <a:fontRef idx="minor">
              <a:schemeClr val="tx1"/>
            </a:fontRef>
          </p:style>
        </p:cxnSp>
      </p:grpSp>
      <p:grpSp>
        <p:nvGrpSpPr>
          <p:cNvPr id="54" name="组合 53">
            <a:extLst>
              <a:ext uri="{FF2B5EF4-FFF2-40B4-BE49-F238E27FC236}">
                <a16:creationId xmlns:a16="http://schemas.microsoft.com/office/drawing/2014/main" id="{33B3B345-BC44-45F3-BB33-A134B9999CD0}"/>
              </a:ext>
            </a:extLst>
          </p:cNvPr>
          <p:cNvGrpSpPr/>
          <p:nvPr/>
        </p:nvGrpSpPr>
        <p:grpSpPr>
          <a:xfrm>
            <a:off x="3709885" y="3705787"/>
            <a:ext cx="404036" cy="1245704"/>
            <a:chOff x="3709885" y="3705787"/>
            <a:chExt cx="404036" cy="1245704"/>
          </a:xfrm>
        </p:grpSpPr>
        <p:sp>
          <p:nvSpPr>
            <p:cNvPr id="210" name="平行四边形 209">
              <a:extLst>
                <a:ext uri="{FF2B5EF4-FFF2-40B4-BE49-F238E27FC236}">
                  <a16:creationId xmlns:a16="http://schemas.microsoft.com/office/drawing/2014/main" id="{71AF24C0-1417-422F-9A99-A0A670F03A0A}"/>
                </a:ext>
              </a:extLst>
            </p:cNvPr>
            <p:cNvSpPr/>
            <p:nvPr/>
          </p:nvSpPr>
          <p:spPr>
            <a:xfrm flipH="1">
              <a:off x="3725331" y="3705787"/>
              <a:ext cx="388590" cy="1245704"/>
            </a:xfrm>
            <a:prstGeom prst="parallelogram">
              <a:avLst>
                <a:gd name="adj" fmla="val 36439"/>
              </a:avLst>
            </a:prstGeom>
            <a:solidFill>
              <a:schemeClr val="accent6">
                <a:lumMod val="50000"/>
              </a:schemeClr>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b="1" dirty="0">
                <a:latin typeface="宋体" panose="02010600030101010101" pitchFamily="2" charset="-122"/>
                <a:ea typeface="宋体" panose="02010600030101010101" pitchFamily="2" charset="-122"/>
              </a:endParaRPr>
            </a:p>
          </p:txBody>
        </p:sp>
        <p:cxnSp>
          <p:nvCxnSpPr>
            <p:cNvPr id="212" name="直接箭头连接符 211">
              <a:extLst>
                <a:ext uri="{FF2B5EF4-FFF2-40B4-BE49-F238E27FC236}">
                  <a16:creationId xmlns:a16="http://schemas.microsoft.com/office/drawing/2014/main" id="{E001F61D-5514-4F19-B133-E4CCB9FC4C5B}"/>
                </a:ext>
              </a:extLst>
            </p:cNvPr>
            <p:cNvCxnSpPr>
              <a:cxnSpLocks/>
            </p:cNvCxnSpPr>
            <p:nvPr/>
          </p:nvCxnSpPr>
          <p:spPr>
            <a:xfrm>
              <a:off x="3937293" y="4459260"/>
              <a:ext cx="51777" cy="328379"/>
            </a:xfrm>
            <a:prstGeom prst="straightConnector1">
              <a:avLst/>
            </a:prstGeom>
            <a:ln w="38100">
              <a:solidFill>
                <a:schemeClr val="bg1"/>
              </a:solidFill>
              <a:tailEnd type="triangle"/>
            </a:ln>
          </p:spPr>
          <p:style>
            <a:lnRef idx="1">
              <a:schemeClr val="accent1"/>
            </a:lnRef>
            <a:fillRef idx="0">
              <a:schemeClr val="accent1"/>
            </a:fillRef>
            <a:effectRef idx="0">
              <a:schemeClr val="accent1"/>
            </a:effectRef>
            <a:fontRef idx="minor">
              <a:schemeClr val="tx1"/>
            </a:fontRef>
          </p:style>
        </p:cxnSp>
        <p:sp>
          <p:nvSpPr>
            <p:cNvPr id="50" name="文本框 49">
              <a:extLst>
                <a:ext uri="{FF2B5EF4-FFF2-40B4-BE49-F238E27FC236}">
                  <a16:creationId xmlns:a16="http://schemas.microsoft.com/office/drawing/2014/main" id="{C72528BC-37CC-4C3D-901D-0B944A5167F1}"/>
                </a:ext>
              </a:extLst>
            </p:cNvPr>
            <p:cNvSpPr txBox="1"/>
            <p:nvPr/>
          </p:nvSpPr>
          <p:spPr>
            <a:xfrm rot="5016764">
              <a:off x="3572288" y="3987483"/>
              <a:ext cx="644526" cy="369332"/>
            </a:xfrm>
            <a:prstGeom prst="rect">
              <a:avLst/>
            </a:prstGeom>
            <a:noFill/>
          </p:spPr>
          <p:txBody>
            <a:bodyPr wrap="square" rtlCol="0">
              <a:spAutoFit/>
            </a:bodyPr>
            <a:lstStyle/>
            <a:p>
              <a:pPr algn="ctr"/>
              <a:r>
                <a:rPr lang="en-US" altLang="zh-CN" b="1" dirty="0">
                  <a:solidFill>
                    <a:schemeClr val="bg1"/>
                  </a:solidFill>
                </a:rPr>
                <a:t>RTS</a:t>
              </a:r>
              <a:endParaRPr lang="zh-CN" altLang="en-US" b="1" dirty="0">
                <a:solidFill>
                  <a:schemeClr val="bg1"/>
                </a:solidFill>
              </a:endParaRPr>
            </a:p>
          </p:txBody>
        </p:sp>
      </p:grpSp>
      <p:grpSp>
        <p:nvGrpSpPr>
          <p:cNvPr id="213" name="组合 212">
            <a:extLst>
              <a:ext uri="{FF2B5EF4-FFF2-40B4-BE49-F238E27FC236}">
                <a16:creationId xmlns:a16="http://schemas.microsoft.com/office/drawing/2014/main" id="{F8542F55-5F8E-4556-A457-3432A4CF167F}"/>
              </a:ext>
            </a:extLst>
          </p:cNvPr>
          <p:cNvGrpSpPr/>
          <p:nvPr/>
        </p:nvGrpSpPr>
        <p:grpSpPr>
          <a:xfrm>
            <a:off x="4082171" y="4950291"/>
            <a:ext cx="644523" cy="543960"/>
            <a:chOff x="5121057" y="4368987"/>
            <a:chExt cx="644523" cy="543960"/>
          </a:xfrm>
        </p:grpSpPr>
        <p:sp>
          <p:nvSpPr>
            <p:cNvPr id="214" name="文本框 213">
              <a:extLst>
                <a:ext uri="{FF2B5EF4-FFF2-40B4-BE49-F238E27FC236}">
                  <a16:creationId xmlns:a16="http://schemas.microsoft.com/office/drawing/2014/main" id="{DF84D51A-5266-4152-ABE4-B8533A7FC98E}"/>
                </a:ext>
              </a:extLst>
            </p:cNvPr>
            <p:cNvSpPr txBox="1"/>
            <p:nvPr/>
          </p:nvSpPr>
          <p:spPr>
            <a:xfrm>
              <a:off x="5121057" y="4543615"/>
              <a:ext cx="644523" cy="369332"/>
            </a:xfrm>
            <a:prstGeom prst="rect">
              <a:avLst/>
            </a:prstGeom>
            <a:noFill/>
          </p:spPr>
          <p:txBody>
            <a:bodyPr wrap="square" rtlCol="0">
              <a:spAutoFit/>
            </a:bodyPr>
            <a:lstStyle/>
            <a:p>
              <a:pPr algn="ctr"/>
              <a:r>
                <a:rPr lang="en-US" altLang="zh-CN" b="1" dirty="0"/>
                <a:t>SIFS</a:t>
              </a:r>
              <a:endParaRPr lang="zh-CN" altLang="en-US" b="1" dirty="0"/>
            </a:p>
          </p:txBody>
        </p:sp>
        <p:cxnSp>
          <p:nvCxnSpPr>
            <p:cNvPr id="215" name="直接连接符 214">
              <a:extLst>
                <a:ext uri="{FF2B5EF4-FFF2-40B4-BE49-F238E27FC236}">
                  <a16:creationId xmlns:a16="http://schemas.microsoft.com/office/drawing/2014/main" id="{16C7D407-89A7-476B-9F0C-295BA9580EBC}"/>
                </a:ext>
              </a:extLst>
            </p:cNvPr>
            <p:cNvCxnSpPr>
              <a:cxnSpLocks/>
            </p:cNvCxnSpPr>
            <p:nvPr/>
          </p:nvCxnSpPr>
          <p:spPr>
            <a:xfrm>
              <a:off x="5152807" y="4368987"/>
              <a:ext cx="0" cy="402012"/>
            </a:xfrm>
            <a:prstGeom prst="line">
              <a:avLst/>
            </a:prstGeom>
            <a:ln w="12700">
              <a:solidFill>
                <a:schemeClr val="tx1"/>
              </a:solidFill>
              <a:tailEnd type="none"/>
            </a:ln>
          </p:spPr>
          <p:style>
            <a:lnRef idx="1">
              <a:schemeClr val="accent1"/>
            </a:lnRef>
            <a:fillRef idx="0">
              <a:schemeClr val="accent1"/>
            </a:fillRef>
            <a:effectRef idx="0">
              <a:schemeClr val="accent1"/>
            </a:effectRef>
            <a:fontRef idx="minor">
              <a:schemeClr val="tx1"/>
            </a:fontRef>
          </p:style>
        </p:cxnSp>
        <p:cxnSp>
          <p:nvCxnSpPr>
            <p:cNvPr id="216" name="直接连接符 215">
              <a:extLst>
                <a:ext uri="{FF2B5EF4-FFF2-40B4-BE49-F238E27FC236}">
                  <a16:creationId xmlns:a16="http://schemas.microsoft.com/office/drawing/2014/main" id="{F270AF85-16E5-4DF8-A054-EDAE38368D6A}"/>
                </a:ext>
              </a:extLst>
            </p:cNvPr>
            <p:cNvCxnSpPr>
              <a:cxnSpLocks/>
            </p:cNvCxnSpPr>
            <p:nvPr/>
          </p:nvCxnSpPr>
          <p:spPr>
            <a:xfrm>
              <a:off x="5710293" y="4368987"/>
              <a:ext cx="0" cy="402012"/>
            </a:xfrm>
            <a:prstGeom prst="line">
              <a:avLst/>
            </a:prstGeom>
            <a:ln w="12700">
              <a:solidFill>
                <a:schemeClr val="tx1"/>
              </a:solidFill>
              <a:tailEnd type="none"/>
            </a:ln>
          </p:spPr>
          <p:style>
            <a:lnRef idx="1">
              <a:schemeClr val="accent1"/>
            </a:lnRef>
            <a:fillRef idx="0">
              <a:schemeClr val="accent1"/>
            </a:fillRef>
            <a:effectRef idx="0">
              <a:schemeClr val="accent1"/>
            </a:effectRef>
            <a:fontRef idx="minor">
              <a:schemeClr val="tx1"/>
            </a:fontRef>
          </p:style>
        </p:cxnSp>
        <p:cxnSp>
          <p:nvCxnSpPr>
            <p:cNvPr id="217" name="直接箭头连接符 216">
              <a:extLst>
                <a:ext uri="{FF2B5EF4-FFF2-40B4-BE49-F238E27FC236}">
                  <a16:creationId xmlns:a16="http://schemas.microsoft.com/office/drawing/2014/main" id="{32702915-3A58-47BF-8FEF-D1F4B0721E96}"/>
                </a:ext>
              </a:extLst>
            </p:cNvPr>
            <p:cNvCxnSpPr>
              <a:cxnSpLocks/>
            </p:cNvCxnSpPr>
            <p:nvPr/>
          </p:nvCxnSpPr>
          <p:spPr>
            <a:xfrm>
              <a:off x="5152807" y="4543615"/>
              <a:ext cx="557486" cy="0"/>
            </a:xfrm>
            <a:prstGeom prst="straightConnector1">
              <a:avLst/>
            </a:prstGeom>
            <a:ln w="12700">
              <a:solidFill>
                <a:schemeClr val="tx1"/>
              </a:solidFill>
              <a:headEnd type="triangle"/>
              <a:tailEnd type="triangle"/>
            </a:ln>
          </p:spPr>
          <p:style>
            <a:lnRef idx="1">
              <a:schemeClr val="accent1"/>
            </a:lnRef>
            <a:fillRef idx="0">
              <a:schemeClr val="accent1"/>
            </a:fillRef>
            <a:effectRef idx="0">
              <a:schemeClr val="accent1"/>
            </a:effectRef>
            <a:fontRef idx="minor">
              <a:schemeClr val="tx1"/>
            </a:fontRef>
          </p:style>
        </p:cxnSp>
      </p:grpSp>
      <p:grpSp>
        <p:nvGrpSpPr>
          <p:cNvPr id="56" name="组合 55">
            <a:extLst>
              <a:ext uri="{FF2B5EF4-FFF2-40B4-BE49-F238E27FC236}">
                <a16:creationId xmlns:a16="http://schemas.microsoft.com/office/drawing/2014/main" id="{27138416-11FC-4DC9-9FAF-D576ECDA3BD7}"/>
              </a:ext>
            </a:extLst>
          </p:cNvPr>
          <p:cNvGrpSpPr/>
          <p:nvPr/>
        </p:nvGrpSpPr>
        <p:grpSpPr>
          <a:xfrm>
            <a:off x="4654213" y="3705787"/>
            <a:ext cx="412826" cy="1252960"/>
            <a:chOff x="4654213" y="3705787"/>
            <a:chExt cx="412826" cy="1252960"/>
          </a:xfrm>
        </p:grpSpPr>
        <p:sp>
          <p:nvSpPr>
            <p:cNvPr id="218" name="平行四边形 217">
              <a:extLst>
                <a:ext uri="{FF2B5EF4-FFF2-40B4-BE49-F238E27FC236}">
                  <a16:creationId xmlns:a16="http://schemas.microsoft.com/office/drawing/2014/main" id="{79A27340-D172-4D83-95DB-9FFFF0067BC6}"/>
                </a:ext>
              </a:extLst>
            </p:cNvPr>
            <p:cNvSpPr/>
            <p:nvPr/>
          </p:nvSpPr>
          <p:spPr>
            <a:xfrm flipH="1">
              <a:off x="4678449" y="3705787"/>
              <a:ext cx="388590" cy="1245704"/>
            </a:xfrm>
            <a:prstGeom prst="parallelogram">
              <a:avLst>
                <a:gd name="adj" fmla="val 36439"/>
              </a:avLst>
            </a:prstGeom>
            <a:solidFill>
              <a:schemeClr val="accent1">
                <a:lumMod val="50000"/>
              </a:schemeClr>
            </a:solidFill>
            <a:ln>
              <a:solidFill>
                <a:schemeClr val="tx1"/>
              </a:solidFill>
            </a:ln>
            <a:scene3d>
              <a:camera prst="orthographicFront">
                <a:rot lat="0" lon="10800000" rev="0"/>
              </a:camera>
              <a:lightRig rig="threePt" dir="t"/>
            </a:scene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b="1" dirty="0">
                <a:latin typeface="宋体" panose="02010600030101010101" pitchFamily="2" charset="-122"/>
                <a:ea typeface="宋体" panose="02010600030101010101" pitchFamily="2" charset="-122"/>
              </a:endParaRPr>
            </a:p>
          </p:txBody>
        </p:sp>
        <p:sp>
          <p:nvSpPr>
            <p:cNvPr id="219" name="文本框 218">
              <a:extLst>
                <a:ext uri="{FF2B5EF4-FFF2-40B4-BE49-F238E27FC236}">
                  <a16:creationId xmlns:a16="http://schemas.microsoft.com/office/drawing/2014/main" id="{699EB066-EC6F-4F49-A2C7-0729522B5CEB}"/>
                </a:ext>
              </a:extLst>
            </p:cNvPr>
            <p:cNvSpPr txBox="1"/>
            <p:nvPr/>
          </p:nvSpPr>
          <p:spPr>
            <a:xfrm rot="16589550">
              <a:off x="4516616" y="4451818"/>
              <a:ext cx="644526" cy="369332"/>
            </a:xfrm>
            <a:prstGeom prst="rect">
              <a:avLst/>
            </a:prstGeom>
            <a:noFill/>
          </p:spPr>
          <p:txBody>
            <a:bodyPr wrap="square" rtlCol="0">
              <a:spAutoFit/>
            </a:bodyPr>
            <a:lstStyle/>
            <a:p>
              <a:pPr algn="ctr"/>
              <a:r>
                <a:rPr lang="en-US" altLang="zh-CN" b="1" dirty="0">
                  <a:solidFill>
                    <a:schemeClr val="bg1"/>
                  </a:solidFill>
                </a:rPr>
                <a:t>CTS</a:t>
              </a:r>
              <a:endParaRPr lang="zh-CN" altLang="en-US" b="1" dirty="0">
                <a:solidFill>
                  <a:schemeClr val="bg1"/>
                </a:solidFill>
              </a:endParaRPr>
            </a:p>
          </p:txBody>
        </p:sp>
        <p:cxnSp>
          <p:nvCxnSpPr>
            <p:cNvPr id="220" name="直接箭头连接符 219">
              <a:extLst>
                <a:ext uri="{FF2B5EF4-FFF2-40B4-BE49-F238E27FC236}">
                  <a16:creationId xmlns:a16="http://schemas.microsoft.com/office/drawing/2014/main" id="{B42E3466-3525-44FE-A3AA-207EDADFA442}"/>
                </a:ext>
              </a:extLst>
            </p:cNvPr>
            <p:cNvCxnSpPr>
              <a:cxnSpLocks/>
            </p:cNvCxnSpPr>
            <p:nvPr/>
          </p:nvCxnSpPr>
          <p:spPr>
            <a:xfrm flipV="1">
              <a:off x="4872744" y="3945404"/>
              <a:ext cx="48506" cy="382451"/>
            </a:xfrm>
            <a:prstGeom prst="straightConnector1">
              <a:avLst/>
            </a:prstGeom>
            <a:ln w="38100">
              <a:solidFill>
                <a:schemeClr val="bg1"/>
              </a:solidFill>
              <a:tailEnd type="triangle"/>
            </a:ln>
          </p:spPr>
          <p:style>
            <a:lnRef idx="1">
              <a:schemeClr val="accent1"/>
            </a:lnRef>
            <a:fillRef idx="0">
              <a:schemeClr val="accent1"/>
            </a:fillRef>
            <a:effectRef idx="0">
              <a:schemeClr val="accent1"/>
            </a:effectRef>
            <a:fontRef idx="minor">
              <a:schemeClr val="tx1"/>
            </a:fontRef>
          </p:style>
        </p:cxnSp>
      </p:grpSp>
      <p:grpSp>
        <p:nvGrpSpPr>
          <p:cNvPr id="221" name="组合 220">
            <a:extLst>
              <a:ext uri="{FF2B5EF4-FFF2-40B4-BE49-F238E27FC236}">
                <a16:creationId xmlns:a16="http://schemas.microsoft.com/office/drawing/2014/main" id="{FC7732AA-96C4-422C-9D6D-F019F9E8D0C5}"/>
              </a:ext>
            </a:extLst>
          </p:cNvPr>
          <p:cNvGrpSpPr/>
          <p:nvPr/>
        </p:nvGrpSpPr>
        <p:grpSpPr>
          <a:xfrm>
            <a:off x="5034431" y="3176454"/>
            <a:ext cx="644523" cy="532186"/>
            <a:chOff x="5121057" y="4238813"/>
            <a:chExt cx="644523" cy="532186"/>
          </a:xfrm>
        </p:grpSpPr>
        <p:sp>
          <p:nvSpPr>
            <p:cNvPr id="222" name="文本框 221">
              <a:extLst>
                <a:ext uri="{FF2B5EF4-FFF2-40B4-BE49-F238E27FC236}">
                  <a16:creationId xmlns:a16="http://schemas.microsoft.com/office/drawing/2014/main" id="{B1115B59-7D90-4DB2-898E-8924F2F08D00}"/>
                </a:ext>
              </a:extLst>
            </p:cNvPr>
            <p:cNvSpPr txBox="1"/>
            <p:nvPr/>
          </p:nvSpPr>
          <p:spPr>
            <a:xfrm>
              <a:off x="5121057" y="4238813"/>
              <a:ext cx="644523" cy="369332"/>
            </a:xfrm>
            <a:prstGeom prst="rect">
              <a:avLst/>
            </a:prstGeom>
            <a:noFill/>
          </p:spPr>
          <p:txBody>
            <a:bodyPr wrap="square" rtlCol="0">
              <a:spAutoFit/>
            </a:bodyPr>
            <a:lstStyle/>
            <a:p>
              <a:pPr algn="ctr"/>
              <a:r>
                <a:rPr lang="en-US" altLang="zh-CN" b="1" dirty="0"/>
                <a:t>SIFS</a:t>
              </a:r>
              <a:endParaRPr lang="zh-CN" altLang="en-US" b="1" dirty="0"/>
            </a:p>
          </p:txBody>
        </p:sp>
        <p:cxnSp>
          <p:nvCxnSpPr>
            <p:cNvPr id="223" name="直接连接符 222">
              <a:extLst>
                <a:ext uri="{FF2B5EF4-FFF2-40B4-BE49-F238E27FC236}">
                  <a16:creationId xmlns:a16="http://schemas.microsoft.com/office/drawing/2014/main" id="{0779640C-04A0-47A5-9B85-5765D2E89DCD}"/>
                </a:ext>
              </a:extLst>
            </p:cNvPr>
            <p:cNvCxnSpPr>
              <a:cxnSpLocks/>
            </p:cNvCxnSpPr>
            <p:nvPr/>
          </p:nvCxnSpPr>
          <p:spPr>
            <a:xfrm>
              <a:off x="5152807" y="4368987"/>
              <a:ext cx="0" cy="402012"/>
            </a:xfrm>
            <a:prstGeom prst="line">
              <a:avLst/>
            </a:prstGeom>
            <a:ln w="12700">
              <a:solidFill>
                <a:schemeClr val="tx1"/>
              </a:solidFill>
              <a:tailEnd type="none"/>
            </a:ln>
          </p:spPr>
          <p:style>
            <a:lnRef idx="1">
              <a:schemeClr val="accent1"/>
            </a:lnRef>
            <a:fillRef idx="0">
              <a:schemeClr val="accent1"/>
            </a:fillRef>
            <a:effectRef idx="0">
              <a:schemeClr val="accent1"/>
            </a:effectRef>
            <a:fontRef idx="minor">
              <a:schemeClr val="tx1"/>
            </a:fontRef>
          </p:style>
        </p:cxnSp>
        <p:cxnSp>
          <p:nvCxnSpPr>
            <p:cNvPr id="224" name="直接连接符 223">
              <a:extLst>
                <a:ext uri="{FF2B5EF4-FFF2-40B4-BE49-F238E27FC236}">
                  <a16:creationId xmlns:a16="http://schemas.microsoft.com/office/drawing/2014/main" id="{27EDEAB6-86B6-4681-9AEF-AB6269047401}"/>
                </a:ext>
              </a:extLst>
            </p:cNvPr>
            <p:cNvCxnSpPr>
              <a:cxnSpLocks/>
            </p:cNvCxnSpPr>
            <p:nvPr/>
          </p:nvCxnSpPr>
          <p:spPr>
            <a:xfrm>
              <a:off x="5710293" y="4368987"/>
              <a:ext cx="0" cy="402012"/>
            </a:xfrm>
            <a:prstGeom prst="line">
              <a:avLst/>
            </a:prstGeom>
            <a:ln w="12700">
              <a:solidFill>
                <a:schemeClr val="tx1"/>
              </a:solidFill>
              <a:tailEnd type="none"/>
            </a:ln>
          </p:spPr>
          <p:style>
            <a:lnRef idx="1">
              <a:schemeClr val="accent1"/>
            </a:lnRef>
            <a:fillRef idx="0">
              <a:schemeClr val="accent1"/>
            </a:fillRef>
            <a:effectRef idx="0">
              <a:schemeClr val="accent1"/>
            </a:effectRef>
            <a:fontRef idx="minor">
              <a:schemeClr val="tx1"/>
            </a:fontRef>
          </p:style>
        </p:cxnSp>
        <p:cxnSp>
          <p:nvCxnSpPr>
            <p:cNvPr id="225" name="直接箭头连接符 224">
              <a:extLst>
                <a:ext uri="{FF2B5EF4-FFF2-40B4-BE49-F238E27FC236}">
                  <a16:creationId xmlns:a16="http://schemas.microsoft.com/office/drawing/2014/main" id="{7FF1E40E-2B13-439A-943A-99B912D70CCD}"/>
                </a:ext>
              </a:extLst>
            </p:cNvPr>
            <p:cNvCxnSpPr>
              <a:cxnSpLocks/>
            </p:cNvCxnSpPr>
            <p:nvPr/>
          </p:nvCxnSpPr>
          <p:spPr>
            <a:xfrm>
              <a:off x="5152807" y="4543615"/>
              <a:ext cx="557486" cy="0"/>
            </a:xfrm>
            <a:prstGeom prst="straightConnector1">
              <a:avLst/>
            </a:prstGeom>
            <a:ln w="12700">
              <a:solidFill>
                <a:schemeClr val="tx1"/>
              </a:solidFill>
              <a:headEnd type="triangle"/>
              <a:tailEnd type="triangle"/>
            </a:ln>
          </p:spPr>
          <p:style>
            <a:lnRef idx="1">
              <a:schemeClr val="accent1"/>
            </a:lnRef>
            <a:fillRef idx="0">
              <a:schemeClr val="accent1"/>
            </a:fillRef>
            <a:effectRef idx="0">
              <a:schemeClr val="accent1"/>
            </a:effectRef>
            <a:fontRef idx="minor">
              <a:schemeClr val="tx1"/>
            </a:fontRef>
          </p:style>
        </p:cxnSp>
      </p:grpSp>
      <p:grpSp>
        <p:nvGrpSpPr>
          <p:cNvPr id="226" name="组合 225">
            <a:extLst>
              <a:ext uri="{FF2B5EF4-FFF2-40B4-BE49-F238E27FC236}">
                <a16:creationId xmlns:a16="http://schemas.microsoft.com/office/drawing/2014/main" id="{BE7B3104-7EDA-4A47-BAC1-3BCE8B2444C8}"/>
              </a:ext>
            </a:extLst>
          </p:cNvPr>
          <p:cNvGrpSpPr/>
          <p:nvPr/>
        </p:nvGrpSpPr>
        <p:grpSpPr>
          <a:xfrm>
            <a:off x="6842009" y="4950541"/>
            <a:ext cx="644523" cy="543960"/>
            <a:chOff x="5121057" y="4368987"/>
            <a:chExt cx="644523" cy="543960"/>
          </a:xfrm>
        </p:grpSpPr>
        <p:sp>
          <p:nvSpPr>
            <p:cNvPr id="227" name="文本框 226">
              <a:extLst>
                <a:ext uri="{FF2B5EF4-FFF2-40B4-BE49-F238E27FC236}">
                  <a16:creationId xmlns:a16="http://schemas.microsoft.com/office/drawing/2014/main" id="{F39D4CD9-3F2F-419C-8C3F-9FE135A11DE1}"/>
                </a:ext>
              </a:extLst>
            </p:cNvPr>
            <p:cNvSpPr txBox="1"/>
            <p:nvPr/>
          </p:nvSpPr>
          <p:spPr>
            <a:xfrm>
              <a:off x="5121057" y="4543615"/>
              <a:ext cx="644523" cy="369332"/>
            </a:xfrm>
            <a:prstGeom prst="rect">
              <a:avLst/>
            </a:prstGeom>
            <a:noFill/>
          </p:spPr>
          <p:txBody>
            <a:bodyPr wrap="square" rtlCol="0">
              <a:spAutoFit/>
            </a:bodyPr>
            <a:lstStyle/>
            <a:p>
              <a:pPr algn="ctr"/>
              <a:r>
                <a:rPr lang="en-US" altLang="zh-CN" b="1" dirty="0"/>
                <a:t>SIFS</a:t>
              </a:r>
              <a:endParaRPr lang="zh-CN" altLang="en-US" b="1" dirty="0"/>
            </a:p>
          </p:txBody>
        </p:sp>
        <p:cxnSp>
          <p:nvCxnSpPr>
            <p:cNvPr id="228" name="直接连接符 227">
              <a:extLst>
                <a:ext uri="{FF2B5EF4-FFF2-40B4-BE49-F238E27FC236}">
                  <a16:creationId xmlns:a16="http://schemas.microsoft.com/office/drawing/2014/main" id="{E6DC4C0C-3EF7-4A39-A871-2379F43DDEB9}"/>
                </a:ext>
              </a:extLst>
            </p:cNvPr>
            <p:cNvCxnSpPr>
              <a:cxnSpLocks/>
            </p:cNvCxnSpPr>
            <p:nvPr/>
          </p:nvCxnSpPr>
          <p:spPr>
            <a:xfrm>
              <a:off x="5152807" y="4368987"/>
              <a:ext cx="0" cy="402012"/>
            </a:xfrm>
            <a:prstGeom prst="line">
              <a:avLst/>
            </a:prstGeom>
            <a:ln w="12700">
              <a:solidFill>
                <a:schemeClr val="tx1"/>
              </a:solidFill>
              <a:tailEnd type="none"/>
            </a:ln>
          </p:spPr>
          <p:style>
            <a:lnRef idx="1">
              <a:schemeClr val="accent1"/>
            </a:lnRef>
            <a:fillRef idx="0">
              <a:schemeClr val="accent1"/>
            </a:fillRef>
            <a:effectRef idx="0">
              <a:schemeClr val="accent1"/>
            </a:effectRef>
            <a:fontRef idx="minor">
              <a:schemeClr val="tx1"/>
            </a:fontRef>
          </p:style>
        </p:cxnSp>
        <p:cxnSp>
          <p:nvCxnSpPr>
            <p:cNvPr id="229" name="直接连接符 228">
              <a:extLst>
                <a:ext uri="{FF2B5EF4-FFF2-40B4-BE49-F238E27FC236}">
                  <a16:creationId xmlns:a16="http://schemas.microsoft.com/office/drawing/2014/main" id="{73533F96-3BDD-4753-9EED-1A08E604B1B0}"/>
                </a:ext>
              </a:extLst>
            </p:cNvPr>
            <p:cNvCxnSpPr>
              <a:cxnSpLocks/>
            </p:cNvCxnSpPr>
            <p:nvPr/>
          </p:nvCxnSpPr>
          <p:spPr>
            <a:xfrm>
              <a:off x="5710293" y="4368987"/>
              <a:ext cx="0" cy="402012"/>
            </a:xfrm>
            <a:prstGeom prst="line">
              <a:avLst/>
            </a:prstGeom>
            <a:ln w="12700">
              <a:solidFill>
                <a:schemeClr val="tx1"/>
              </a:solidFill>
              <a:tailEnd type="none"/>
            </a:ln>
          </p:spPr>
          <p:style>
            <a:lnRef idx="1">
              <a:schemeClr val="accent1"/>
            </a:lnRef>
            <a:fillRef idx="0">
              <a:schemeClr val="accent1"/>
            </a:fillRef>
            <a:effectRef idx="0">
              <a:schemeClr val="accent1"/>
            </a:effectRef>
            <a:fontRef idx="minor">
              <a:schemeClr val="tx1"/>
            </a:fontRef>
          </p:style>
        </p:cxnSp>
        <p:cxnSp>
          <p:nvCxnSpPr>
            <p:cNvPr id="230" name="直接箭头连接符 229">
              <a:extLst>
                <a:ext uri="{FF2B5EF4-FFF2-40B4-BE49-F238E27FC236}">
                  <a16:creationId xmlns:a16="http://schemas.microsoft.com/office/drawing/2014/main" id="{ED3BD2B5-2D7F-420B-9849-C0DB15050827}"/>
                </a:ext>
              </a:extLst>
            </p:cNvPr>
            <p:cNvCxnSpPr>
              <a:cxnSpLocks/>
            </p:cNvCxnSpPr>
            <p:nvPr/>
          </p:nvCxnSpPr>
          <p:spPr>
            <a:xfrm>
              <a:off x="5152807" y="4543615"/>
              <a:ext cx="557486" cy="0"/>
            </a:xfrm>
            <a:prstGeom prst="straightConnector1">
              <a:avLst/>
            </a:prstGeom>
            <a:ln w="12700">
              <a:solidFill>
                <a:schemeClr val="tx1"/>
              </a:solidFill>
              <a:headEnd type="triangle"/>
              <a:tailEnd type="triangle"/>
            </a:ln>
          </p:spPr>
          <p:style>
            <a:lnRef idx="1">
              <a:schemeClr val="accent1"/>
            </a:lnRef>
            <a:fillRef idx="0">
              <a:schemeClr val="accent1"/>
            </a:fillRef>
            <a:effectRef idx="0">
              <a:schemeClr val="accent1"/>
            </a:effectRef>
            <a:fontRef idx="minor">
              <a:schemeClr val="tx1"/>
            </a:fontRef>
          </p:style>
        </p:cxnSp>
      </p:grpSp>
      <p:grpSp>
        <p:nvGrpSpPr>
          <p:cNvPr id="231" name="组合 230">
            <a:extLst>
              <a:ext uri="{FF2B5EF4-FFF2-40B4-BE49-F238E27FC236}">
                <a16:creationId xmlns:a16="http://schemas.microsoft.com/office/drawing/2014/main" id="{6314FE5E-8FD6-4139-B007-AEF6270A0629}"/>
              </a:ext>
            </a:extLst>
          </p:cNvPr>
          <p:cNvGrpSpPr/>
          <p:nvPr/>
        </p:nvGrpSpPr>
        <p:grpSpPr>
          <a:xfrm>
            <a:off x="5622810" y="3705787"/>
            <a:ext cx="1250949" cy="1245704"/>
            <a:chOff x="3901858" y="3124233"/>
            <a:chExt cx="1250949" cy="1245704"/>
          </a:xfrm>
        </p:grpSpPr>
        <p:sp>
          <p:nvSpPr>
            <p:cNvPr id="232" name="平行四边形 231">
              <a:extLst>
                <a:ext uri="{FF2B5EF4-FFF2-40B4-BE49-F238E27FC236}">
                  <a16:creationId xmlns:a16="http://schemas.microsoft.com/office/drawing/2014/main" id="{84E5EE81-F4BC-4303-A2F7-4132AE0F978D}"/>
                </a:ext>
              </a:extLst>
            </p:cNvPr>
            <p:cNvSpPr/>
            <p:nvPr/>
          </p:nvSpPr>
          <p:spPr>
            <a:xfrm flipH="1">
              <a:off x="3901858" y="3124233"/>
              <a:ext cx="1250949" cy="1245704"/>
            </a:xfrm>
            <a:prstGeom prst="parallelogram">
              <a:avLst/>
            </a:prstGeom>
            <a:solidFill>
              <a:schemeClr val="accent3"/>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b="1" dirty="0">
                <a:latin typeface="宋体" panose="02010600030101010101" pitchFamily="2" charset="-122"/>
                <a:ea typeface="宋体" panose="02010600030101010101" pitchFamily="2" charset="-122"/>
              </a:endParaRPr>
            </a:p>
          </p:txBody>
        </p:sp>
        <p:sp>
          <p:nvSpPr>
            <p:cNvPr id="233" name="文本框 232">
              <a:extLst>
                <a:ext uri="{FF2B5EF4-FFF2-40B4-BE49-F238E27FC236}">
                  <a16:creationId xmlns:a16="http://schemas.microsoft.com/office/drawing/2014/main" id="{9D512235-9D87-4707-944E-0A0B18D77C21}"/>
                </a:ext>
              </a:extLst>
            </p:cNvPr>
            <p:cNvSpPr txBox="1"/>
            <p:nvPr/>
          </p:nvSpPr>
          <p:spPr>
            <a:xfrm>
              <a:off x="4036794" y="3241201"/>
              <a:ext cx="981076" cy="646331"/>
            </a:xfrm>
            <a:prstGeom prst="rect">
              <a:avLst/>
            </a:prstGeom>
            <a:noFill/>
          </p:spPr>
          <p:txBody>
            <a:bodyPr wrap="square" rtlCol="0">
              <a:spAutoFit/>
            </a:bodyPr>
            <a:lstStyle/>
            <a:p>
              <a:pPr algn="ctr"/>
              <a:r>
                <a:rPr lang="zh-CN" altLang="en-US" b="1" dirty="0">
                  <a:solidFill>
                    <a:schemeClr val="bg1"/>
                  </a:solidFill>
                </a:rPr>
                <a:t>第</a:t>
              </a:r>
              <a:r>
                <a:rPr lang="en-US" altLang="zh-CN" b="1" dirty="0">
                  <a:solidFill>
                    <a:schemeClr val="bg1"/>
                  </a:solidFill>
                </a:rPr>
                <a:t>1</a:t>
              </a:r>
              <a:r>
                <a:rPr lang="zh-CN" altLang="en-US" b="1" dirty="0">
                  <a:solidFill>
                    <a:schemeClr val="bg1"/>
                  </a:solidFill>
                </a:rPr>
                <a:t>个</a:t>
              </a:r>
              <a:endParaRPr lang="en-US" altLang="zh-CN" b="1" dirty="0">
                <a:solidFill>
                  <a:schemeClr val="bg1"/>
                </a:solidFill>
              </a:endParaRPr>
            </a:p>
            <a:p>
              <a:pPr algn="ctr"/>
              <a:r>
                <a:rPr lang="zh-CN" altLang="en-US" b="1" dirty="0">
                  <a:solidFill>
                    <a:schemeClr val="bg1"/>
                  </a:solidFill>
                </a:rPr>
                <a:t>数据帧</a:t>
              </a:r>
            </a:p>
          </p:txBody>
        </p:sp>
        <p:cxnSp>
          <p:nvCxnSpPr>
            <p:cNvPr id="234" name="直接箭头连接符 233">
              <a:extLst>
                <a:ext uri="{FF2B5EF4-FFF2-40B4-BE49-F238E27FC236}">
                  <a16:creationId xmlns:a16="http://schemas.microsoft.com/office/drawing/2014/main" id="{A64AF148-73BB-4D35-BB2B-6315C1688278}"/>
                </a:ext>
              </a:extLst>
            </p:cNvPr>
            <p:cNvCxnSpPr/>
            <p:nvPr/>
          </p:nvCxnSpPr>
          <p:spPr>
            <a:xfrm>
              <a:off x="4565842" y="3880823"/>
              <a:ext cx="85308" cy="345801"/>
            </a:xfrm>
            <a:prstGeom prst="straightConnector1">
              <a:avLst/>
            </a:prstGeom>
            <a:ln w="38100">
              <a:solidFill>
                <a:schemeClr val="bg1"/>
              </a:solidFill>
              <a:tailEnd type="triangle"/>
            </a:ln>
          </p:spPr>
          <p:style>
            <a:lnRef idx="1">
              <a:schemeClr val="accent1"/>
            </a:lnRef>
            <a:fillRef idx="0">
              <a:schemeClr val="accent1"/>
            </a:fillRef>
            <a:effectRef idx="0">
              <a:schemeClr val="accent1"/>
            </a:effectRef>
            <a:fontRef idx="minor">
              <a:schemeClr val="tx1"/>
            </a:fontRef>
          </p:style>
        </p:cxnSp>
      </p:grpSp>
      <p:grpSp>
        <p:nvGrpSpPr>
          <p:cNvPr id="235" name="组合 234">
            <a:extLst>
              <a:ext uri="{FF2B5EF4-FFF2-40B4-BE49-F238E27FC236}">
                <a16:creationId xmlns:a16="http://schemas.microsoft.com/office/drawing/2014/main" id="{D4722DFC-D81B-47DE-AF57-7507B94D7D5C}"/>
              </a:ext>
            </a:extLst>
          </p:cNvPr>
          <p:cNvGrpSpPr/>
          <p:nvPr/>
        </p:nvGrpSpPr>
        <p:grpSpPr>
          <a:xfrm>
            <a:off x="7431245" y="3705787"/>
            <a:ext cx="644526" cy="1249899"/>
            <a:chOff x="5710293" y="3124233"/>
            <a:chExt cx="644526" cy="1249899"/>
          </a:xfrm>
        </p:grpSpPr>
        <p:sp>
          <p:nvSpPr>
            <p:cNvPr id="236" name="平行四边形 235">
              <a:extLst>
                <a:ext uri="{FF2B5EF4-FFF2-40B4-BE49-F238E27FC236}">
                  <a16:creationId xmlns:a16="http://schemas.microsoft.com/office/drawing/2014/main" id="{549A7781-F5B6-45F3-B836-9B948E558CFA}"/>
                </a:ext>
              </a:extLst>
            </p:cNvPr>
            <p:cNvSpPr/>
            <p:nvPr/>
          </p:nvSpPr>
          <p:spPr>
            <a:xfrm>
              <a:off x="5710293" y="3124233"/>
              <a:ext cx="644526" cy="1245704"/>
            </a:xfrm>
            <a:prstGeom prst="parallelogram">
              <a:avLst>
                <a:gd name="adj" fmla="val 46023"/>
              </a:avLst>
            </a:prstGeom>
            <a:solidFill>
              <a:schemeClr val="accent5"/>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237" name="文本框 236">
              <a:extLst>
                <a:ext uri="{FF2B5EF4-FFF2-40B4-BE49-F238E27FC236}">
                  <a16:creationId xmlns:a16="http://schemas.microsoft.com/office/drawing/2014/main" id="{EE65319E-07AC-4EE4-9010-4FEF1A381329}"/>
                </a:ext>
              </a:extLst>
            </p:cNvPr>
            <p:cNvSpPr txBox="1"/>
            <p:nvPr/>
          </p:nvSpPr>
          <p:spPr>
            <a:xfrm rot="16963893">
              <a:off x="5653799" y="3893704"/>
              <a:ext cx="591525" cy="369332"/>
            </a:xfrm>
            <a:prstGeom prst="rect">
              <a:avLst/>
            </a:prstGeom>
            <a:noFill/>
          </p:spPr>
          <p:txBody>
            <a:bodyPr wrap="square" rtlCol="0">
              <a:spAutoFit/>
            </a:bodyPr>
            <a:lstStyle/>
            <a:p>
              <a:pPr algn="ctr"/>
              <a:r>
                <a:rPr lang="en-US" altLang="zh-CN" b="1" dirty="0">
                  <a:solidFill>
                    <a:schemeClr val="bg1"/>
                  </a:solidFill>
                </a:rPr>
                <a:t>ACK</a:t>
              </a:r>
              <a:endParaRPr lang="zh-CN" altLang="en-US" b="1" dirty="0">
                <a:solidFill>
                  <a:schemeClr val="bg1"/>
                </a:solidFill>
              </a:endParaRPr>
            </a:p>
          </p:txBody>
        </p:sp>
        <p:cxnSp>
          <p:nvCxnSpPr>
            <p:cNvPr id="238" name="直接箭头连接符 237">
              <a:extLst>
                <a:ext uri="{FF2B5EF4-FFF2-40B4-BE49-F238E27FC236}">
                  <a16:creationId xmlns:a16="http://schemas.microsoft.com/office/drawing/2014/main" id="{8AAFCFC7-9FE2-41CF-97BD-7048557C6519}"/>
                </a:ext>
              </a:extLst>
            </p:cNvPr>
            <p:cNvCxnSpPr>
              <a:cxnSpLocks/>
            </p:cNvCxnSpPr>
            <p:nvPr/>
          </p:nvCxnSpPr>
          <p:spPr>
            <a:xfrm flipV="1">
              <a:off x="6032556" y="3355319"/>
              <a:ext cx="104500" cy="410278"/>
            </a:xfrm>
            <a:prstGeom prst="straightConnector1">
              <a:avLst/>
            </a:prstGeom>
            <a:ln w="38100">
              <a:solidFill>
                <a:schemeClr val="bg1"/>
              </a:solidFill>
              <a:tailEnd type="triangle"/>
            </a:ln>
          </p:spPr>
          <p:style>
            <a:lnRef idx="1">
              <a:schemeClr val="accent1"/>
            </a:lnRef>
            <a:fillRef idx="0">
              <a:schemeClr val="accent1"/>
            </a:fillRef>
            <a:effectRef idx="0">
              <a:schemeClr val="accent1"/>
            </a:effectRef>
            <a:fontRef idx="minor">
              <a:schemeClr val="tx1"/>
            </a:fontRef>
          </p:style>
        </p:cxnSp>
      </p:grpSp>
      <p:cxnSp>
        <p:nvCxnSpPr>
          <p:cNvPr id="240" name="直接连接符 239">
            <a:extLst>
              <a:ext uri="{FF2B5EF4-FFF2-40B4-BE49-F238E27FC236}">
                <a16:creationId xmlns:a16="http://schemas.microsoft.com/office/drawing/2014/main" id="{EA729708-6C08-4B53-9EC5-CF35282576CF}"/>
              </a:ext>
            </a:extLst>
          </p:cNvPr>
          <p:cNvCxnSpPr>
            <a:cxnSpLocks/>
          </p:cNvCxnSpPr>
          <p:nvPr/>
        </p:nvCxnSpPr>
        <p:spPr>
          <a:xfrm>
            <a:off x="5064536" y="3704375"/>
            <a:ext cx="0" cy="2490458"/>
          </a:xfrm>
          <a:prstGeom prst="line">
            <a:avLst/>
          </a:prstGeom>
          <a:ln w="12700">
            <a:solidFill>
              <a:schemeClr val="tx1"/>
            </a:solidFill>
            <a:prstDash val="dash"/>
            <a:tailEnd type="none"/>
          </a:ln>
        </p:spPr>
        <p:style>
          <a:lnRef idx="1">
            <a:schemeClr val="accent1"/>
          </a:lnRef>
          <a:fillRef idx="0">
            <a:schemeClr val="accent1"/>
          </a:fillRef>
          <a:effectRef idx="0">
            <a:schemeClr val="accent1"/>
          </a:effectRef>
          <a:fontRef idx="minor">
            <a:schemeClr val="tx1"/>
          </a:fontRef>
        </p:style>
      </p:cxnSp>
      <p:cxnSp>
        <p:nvCxnSpPr>
          <p:cNvPr id="241" name="直接连接符 240">
            <a:extLst>
              <a:ext uri="{FF2B5EF4-FFF2-40B4-BE49-F238E27FC236}">
                <a16:creationId xmlns:a16="http://schemas.microsoft.com/office/drawing/2014/main" id="{B11D70C1-2C8A-4F64-9960-308B01A6CDDA}"/>
              </a:ext>
            </a:extLst>
          </p:cNvPr>
          <p:cNvCxnSpPr>
            <a:cxnSpLocks/>
          </p:cNvCxnSpPr>
          <p:nvPr/>
        </p:nvCxnSpPr>
        <p:spPr>
          <a:xfrm>
            <a:off x="8086456" y="3704375"/>
            <a:ext cx="0" cy="2490458"/>
          </a:xfrm>
          <a:prstGeom prst="line">
            <a:avLst/>
          </a:prstGeom>
          <a:ln w="12700">
            <a:solidFill>
              <a:schemeClr val="tx1"/>
            </a:solidFill>
            <a:prstDash val="dash"/>
            <a:tailEnd type="none"/>
          </a:ln>
        </p:spPr>
        <p:style>
          <a:lnRef idx="1">
            <a:schemeClr val="accent1"/>
          </a:lnRef>
          <a:fillRef idx="0">
            <a:schemeClr val="accent1"/>
          </a:fillRef>
          <a:effectRef idx="0">
            <a:schemeClr val="accent1"/>
          </a:effectRef>
          <a:fontRef idx="minor">
            <a:schemeClr val="tx1"/>
          </a:fontRef>
        </p:style>
      </p:cxnSp>
      <p:sp>
        <p:nvSpPr>
          <p:cNvPr id="242" name="矩形 241">
            <a:extLst>
              <a:ext uri="{FF2B5EF4-FFF2-40B4-BE49-F238E27FC236}">
                <a16:creationId xmlns:a16="http://schemas.microsoft.com/office/drawing/2014/main" id="{7DDE5D54-EAC8-4144-A136-0CCBA22D3283}"/>
              </a:ext>
            </a:extLst>
          </p:cNvPr>
          <p:cNvSpPr/>
          <p:nvPr/>
        </p:nvSpPr>
        <p:spPr>
          <a:xfrm>
            <a:off x="5064533" y="5793773"/>
            <a:ext cx="3021922" cy="400110"/>
          </a:xfrm>
          <a:prstGeom prst="rect">
            <a:avLst/>
          </a:prstGeom>
          <a:solidFill>
            <a:schemeClr val="accent2"/>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CN" b="1" dirty="0"/>
              <a:t>NAV</a:t>
            </a:r>
            <a:r>
              <a:rPr lang="zh-CN" altLang="en-US" b="1" dirty="0"/>
              <a:t>（信道忙）</a:t>
            </a:r>
          </a:p>
        </p:txBody>
      </p:sp>
      <p:grpSp>
        <p:nvGrpSpPr>
          <p:cNvPr id="12" name="组合 11">
            <a:extLst>
              <a:ext uri="{FF2B5EF4-FFF2-40B4-BE49-F238E27FC236}">
                <a16:creationId xmlns:a16="http://schemas.microsoft.com/office/drawing/2014/main" id="{75CD4FF0-9179-447F-8CEF-A11974A578F3}"/>
              </a:ext>
            </a:extLst>
          </p:cNvPr>
          <p:cNvGrpSpPr/>
          <p:nvPr/>
        </p:nvGrpSpPr>
        <p:grpSpPr>
          <a:xfrm>
            <a:off x="5555295" y="1698403"/>
            <a:ext cx="6166206" cy="4314129"/>
            <a:chOff x="5555295" y="1698403"/>
            <a:chExt cx="6166206" cy="4314129"/>
          </a:xfrm>
        </p:grpSpPr>
        <p:sp>
          <p:nvSpPr>
            <p:cNvPr id="5" name="矩形 4">
              <a:extLst>
                <a:ext uri="{FF2B5EF4-FFF2-40B4-BE49-F238E27FC236}">
                  <a16:creationId xmlns:a16="http://schemas.microsoft.com/office/drawing/2014/main" id="{66DE394A-1CB0-462E-BE16-223FBBC731BA}"/>
                </a:ext>
              </a:extLst>
            </p:cNvPr>
            <p:cNvSpPr/>
            <p:nvPr/>
          </p:nvSpPr>
          <p:spPr>
            <a:xfrm>
              <a:off x="5555295" y="1698403"/>
              <a:ext cx="6166206" cy="1408225"/>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nSpc>
                  <a:spcPct val="150000"/>
                </a:lnSpc>
              </a:pPr>
              <a:r>
                <a:rPr lang="zh-CN" altLang="en-US" b="1" dirty="0"/>
                <a:t>除源站和目的站的其他各站，在收到</a:t>
              </a:r>
              <a:r>
                <a:rPr lang="en-US" altLang="zh-CN" b="1" dirty="0"/>
                <a:t>CTS</a:t>
              </a:r>
              <a:r>
                <a:rPr lang="zh-CN" altLang="en-US" b="1" dirty="0"/>
                <a:t>帧或数据帧后就推迟访问信道。这样就确保了源站和目的站之间的通信不会受到其他站的干扰。</a:t>
              </a:r>
              <a:endParaRPr lang="en-US" altLang="zh-CN" b="1" dirty="0"/>
            </a:p>
          </p:txBody>
        </p:sp>
        <p:cxnSp>
          <p:nvCxnSpPr>
            <p:cNvPr id="7" name="直接箭头连接符 6">
              <a:extLst>
                <a:ext uri="{FF2B5EF4-FFF2-40B4-BE49-F238E27FC236}">
                  <a16:creationId xmlns:a16="http://schemas.microsoft.com/office/drawing/2014/main" id="{20C12803-7E85-41E5-902B-F5BEFA8B9788}"/>
                </a:ext>
              </a:extLst>
            </p:cNvPr>
            <p:cNvCxnSpPr>
              <a:cxnSpLocks/>
            </p:cNvCxnSpPr>
            <p:nvPr/>
          </p:nvCxnSpPr>
          <p:spPr>
            <a:xfrm flipH="1">
              <a:off x="8149574" y="3106628"/>
              <a:ext cx="887496" cy="2905904"/>
            </a:xfrm>
            <a:prstGeom prst="straightConnector1">
              <a:avLst/>
            </a:prstGeom>
            <a:ln w="12700">
              <a:solidFill>
                <a:schemeClr val="tx1"/>
              </a:solidFill>
              <a:tailEnd type="triangle"/>
            </a:ln>
          </p:spPr>
          <p:style>
            <a:lnRef idx="1">
              <a:schemeClr val="accent1"/>
            </a:lnRef>
            <a:fillRef idx="0">
              <a:schemeClr val="accent1"/>
            </a:fillRef>
            <a:effectRef idx="0">
              <a:schemeClr val="accent1"/>
            </a:effectRef>
            <a:fontRef idx="minor">
              <a:schemeClr val="tx1"/>
            </a:fontRef>
          </p:style>
        </p:cxnSp>
      </p:grpSp>
      <p:sp>
        <p:nvSpPr>
          <p:cNvPr id="61" name="平行四边形 60">
            <a:extLst>
              <a:ext uri="{FF2B5EF4-FFF2-40B4-BE49-F238E27FC236}">
                <a16:creationId xmlns:a16="http://schemas.microsoft.com/office/drawing/2014/main" id="{D55DF43F-D06B-E94A-97AB-BE8C6E49402B}"/>
              </a:ext>
            </a:extLst>
          </p:cNvPr>
          <p:cNvSpPr/>
          <p:nvPr/>
        </p:nvSpPr>
        <p:spPr>
          <a:xfrm>
            <a:off x="304799" y="749300"/>
            <a:ext cx="691019" cy="387090"/>
          </a:xfrm>
          <a:prstGeom prst="parallelogram">
            <a:avLst/>
          </a:prstGeom>
          <a:solidFill>
            <a:schemeClr val="accent3">
              <a:lumMod val="75000"/>
            </a:schemeClr>
          </a:solidFill>
          <a:ln>
            <a:solidFill>
              <a:schemeClr val="accent3">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CN" sz="2200" dirty="0">
                <a:latin typeface="Impact" panose="020B0806030902050204" pitchFamily="34" charset="0"/>
              </a:rPr>
              <a:t>04</a:t>
            </a:r>
            <a:endParaRPr lang="zh-CN" altLang="en-US" sz="2200" dirty="0">
              <a:latin typeface="Impact" panose="020B0806030902050204" pitchFamily="34" charset="0"/>
            </a:endParaRPr>
          </a:p>
        </p:txBody>
      </p:sp>
    </p:spTree>
    <p:custDataLst>
      <p:tags r:id="rId1"/>
    </p:custDataLst>
    <p:extLst>
      <p:ext uri="{BB962C8B-B14F-4D97-AF65-F5344CB8AC3E}">
        <p14:creationId xmlns:p14="http://schemas.microsoft.com/office/powerpoint/2010/main" val="2156388804"/>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2" presetClass="entr" presetSubtype="1" fill="hold" nodeType="withEffect">
                                  <p:stCondLst>
                                    <p:cond delay="0"/>
                                  </p:stCondLst>
                                  <p:childTnLst>
                                    <p:set>
                                      <p:cBhvr>
                                        <p:cTn id="6" dur="1" fill="hold">
                                          <p:stCondLst>
                                            <p:cond delay="0"/>
                                          </p:stCondLst>
                                        </p:cTn>
                                        <p:tgtEl>
                                          <p:spTgt spid="12"/>
                                        </p:tgtEl>
                                        <p:attrNameLst>
                                          <p:attrName>style.visibility</p:attrName>
                                        </p:attrNameLst>
                                      </p:cBhvr>
                                      <p:to>
                                        <p:strVal val="visible"/>
                                      </p:to>
                                    </p:set>
                                    <p:animEffect transition="in" filter="wipe(up)">
                                      <p:cBhvr>
                                        <p:cTn id="7" dur="500"/>
                                        <p:tgtEl>
                                          <p:spTgt spid="12"/>
                                        </p:tgtEl>
                                      </p:cBhvr>
                                    </p:animEffect>
                                  </p:childTnLst>
                                </p:cTn>
                              </p:par>
                              <p:par>
                                <p:cTn id="8" presetID="22" presetClass="entr" presetSubtype="1" fill="hold" nodeType="withEffect">
                                  <p:stCondLst>
                                    <p:cond delay="0"/>
                                  </p:stCondLst>
                                  <p:childTnLst>
                                    <p:set>
                                      <p:cBhvr>
                                        <p:cTn id="9" dur="1" fill="hold">
                                          <p:stCondLst>
                                            <p:cond delay="0"/>
                                          </p:stCondLst>
                                        </p:cTn>
                                        <p:tgtEl>
                                          <p:spTgt spid="240"/>
                                        </p:tgtEl>
                                        <p:attrNameLst>
                                          <p:attrName>style.visibility</p:attrName>
                                        </p:attrNameLst>
                                      </p:cBhvr>
                                      <p:to>
                                        <p:strVal val="visible"/>
                                      </p:to>
                                    </p:set>
                                    <p:animEffect transition="in" filter="wipe(up)">
                                      <p:cBhvr>
                                        <p:cTn id="10" dur="500"/>
                                        <p:tgtEl>
                                          <p:spTgt spid="240"/>
                                        </p:tgtEl>
                                      </p:cBhvr>
                                    </p:animEffect>
                                  </p:childTnLst>
                                </p:cTn>
                              </p:par>
                            </p:childTnLst>
                          </p:cTn>
                        </p:par>
                        <p:par>
                          <p:cTn id="11" fill="hold">
                            <p:stCondLst>
                              <p:cond delay="500"/>
                            </p:stCondLst>
                            <p:childTnLst>
                              <p:par>
                                <p:cTn id="12" presetID="22" presetClass="entr" presetSubtype="8" fill="hold" grpId="0" nodeType="afterEffect">
                                  <p:stCondLst>
                                    <p:cond delay="0"/>
                                  </p:stCondLst>
                                  <p:childTnLst>
                                    <p:set>
                                      <p:cBhvr>
                                        <p:cTn id="13" dur="1" fill="hold">
                                          <p:stCondLst>
                                            <p:cond delay="0"/>
                                          </p:stCondLst>
                                        </p:cTn>
                                        <p:tgtEl>
                                          <p:spTgt spid="242"/>
                                        </p:tgtEl>
                                        <p:attrNameLst>
                                          <p:attrName>style.visibility</p:attrName>
                                        </p:attrNameLst>
                                      </p:cBhvr>
                                      <p:to>
                                        <p:strVal val="visible"/>
                                      </p:to>
                                    </p:set>
                                    <p:animEffect transition="in" filter="wipe(left)">
                                      <p:cBhvr>
                                        <p:cTn id="14" dur="1000"/>
                                        <p:tgtEl>
                                          <p:spTgt spid="242"/>
                                        </p:tgtEl>
                                      </p:cBhvr>
                                    </p:animEffect>
                                  </p:childTnLst>
                                </p:cTn>
                              </p:par>
                            </p:childTnLst>
                          </p:cTn>
                        </p:par>
                        <p:par>
                          <p:cTn id="15" fill="hold">
                            <p:stCondLst>
                              <p:cond delay="1500"/>
                            </p:stCondLst>
                            <p:childTnLst>
                              <p:par>
                                <p:cTn id="16" presetID="22" presetClass="entr" presetSubtype="4" fill="hold" nodeType="afterEffect">
                                  <p:stCondLst>
                                    <p:cond delay="0"/>
                                  </p:stCondLst>
                                  <p:childTnLst>
                                    <p:set>
                                      <p:cBhvr>
                                        <p:cTn id="17" dur="1" fill="hold">
                                          <p:stCondLst>
                                            <p:cond delay="0"/>
                                          </p:stCondLst>
                                        </p:cTn>
                                        <p:tgtEl>
                                          <p:spTgt spid="241"/>
                                        </p:tgtEl>
                                        <p:attrNameLst>
                                          <p:attrName>style.visibility</p:attrName>
                                        </p:attrNameLst>
                                      </p:cBhvr>
                                      <p:to>
                                        <p:strVal val="visible"/>
                                      </p:to>
                                    </p:set>
                                    <p:animEffect transition="in" filter="wipe(down)">
                                      <p:cBhvr>
                                        <p:cTn id="18" dur="500"/>
                                        <p:tgtEl>
                                          <p:spTgt spid="241"/>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42" grpId="0" animBg="1"/>
    </p:bldLst>
  </p:timing>
</p:sld>
</file>

<file path=ppt/slides/slide55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4" name="组合 3">
            <a:extLst>
              <a:ext uri="{FF2B5EF4-FFF2-40B4-BE49-F238E27FC236}">
                <a16:creationId xmlns:a16="http://schemas.microsoft.com/office/drawing/2014/main" id="{9A1EA9F2-FCB6-48C3-935F-7AE7E3AD14AC}"/>
              </a:ext>
            </a:extLst>
          </p:cNvPr>
          <p:cNvGrpSpPr/>
          <p:nvPr/>
        </p:nvGrpSpPr>
        <p:grpSpPr>
          <a:xfrm>
            <a:off x="304800" y="749300"/>
            <a:ext cx="5791200" cy="400110"/>
            <a:chOff x="424117" y="898245"/>
            <a:chExt cx="5791200" cy="400110"/>
          </a:xfrm>
        </p:grpSpPr>
        <p:sp>
          <p:nvSpPr>
            <p:cNvPr id="2" name="平行四边形 1">
              <a:extLst>
                <a:ext uri="{FF2B5EF4-FFF2-40B4-BE49-F238E27FC236}">
                  <a16:creationId xmlns:a16="http://schemas.microsoft.com/office/drawing/2014/main" id="{1F5BAA3F-9845-4F89-A2DD-8222D3E4EDAC}"/>
                </a:ext>
              </a:extLst>
            </p:cNvPr>
            <p:cNvSpPr/>
            <p:nvPr/>
          </p:nvSpPr>
          <p:spPr>
            <a:xfrm>
              <a:off x="424117" y="898245"/>
              <a:ext cx="628306" cy="387090"/>
            </a:xfrm>
            <a:prstGeom prst="parallelogram">
              <a:avLst/>
            </a:prstGeom>
            <a:solidFill>
              <a:schemeClr val="accent3">
                <a:lumMod val="75000"/>
              </a:schemeClr>
            </a:solidFill>
            <a:ln>
              <a:solidFill>
                <a:schemeClr val="accent3">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CN" sz="2200" dirty="0">
                  <a:latin typeface="Impact" panose="020B0806030902050204" pitchFamily="34" charset="0"/>
                </a:rPr>
                <a:t>01</a:t>
              </a:r>
              <a:endParaRPr lang="zh-CN" altLang="en-US" sz="2200" dirty="0">
                <a:latin typeface="Impact" panose="020B0806030902050204" pitchFamily="34" charset="0"/>
              </a:endParaRPr>
            </a:p>
          </p:txBody>
        </p:sp>
        <p:sp>
          <p:nvSpPr>
            <p:cNvPr id="3" name="文本框 2">
              <a:extLst>
                <a:ext uri="{FF2B5EF4-FFF2-40B4-BE49-F238E27FC236}">
                  <a16:creationId xmlns:a16="http://schemas.microsoft.com/office/drawing/2014/main" id="{4D6BD736-A4D3-4F26-AFED-36E11F50F70B}"/>
                </a:ext>
              </a:extLst>
            </p:cNvPr>
            <p:cNvSpPr txBox="1"/>
            <p:nvPr/>
          </p:nvSpPr>
          <p:spPr>
            <a:xfrm>
              <a:off x="1052423" y="898245"/>
              <a:ext cx="5162894" cy="400110"/>
            </a:xfrm>
            <a:prstGeom prst="rect">
              <a:avLst/>
            </a:prstGeom>
            <a:noFill/>
          </p:spPr>
          <p:txBody>
            <a:bodyPr wrap="square" rtlCol="0">
              <a:spAutoFit/>
            </a:bodyPr>
            <a:lstStyle/>
            <a:p>
              <a:r>
                <a:rPr lang="en-US" altLang="zh-CN" sz="2000" b="1" dirty="0">
                  <a:solidFill>
                    <a:schemeClr val="tx1"/>
                  </a:solidFill>
                  <a:latin typeface="Arial Narrow" panose="020B0606020202030204" pitchFamily="34" charset="0"/>
                </a:rPr>
                <a:t>CSMA/CA</a:t>
              </a:r>
              <a:r>
                <a:rPr lang="zh-CN" altLang="en-US" sz="2000" b="1" dirty="0">
                  <a:solidFill>
                    <a:schemeClr val="tx1"/>
                  </a:solidFill>
                  <a:latin typeface="Arial Narrow" panose="020B0606020202030204" pitchFamily="34" charset="0"/>
                </a:rPr>
                <a:t>协议的基本工作原理</a:t>
              </a:r>
              <a:endParaRPr lang="en-US" altLang="zh-CN" sz="2000" b="1" dirty="0">
                <a:solidFill>
                  <a:schemeClr val="tx1"/>
                </a:solidFill>
                <a:latin typeface="Arial Narrow" panose="020B0606020202030204" pitchFamily="34" charset="0"/>
              </a:endParaRPr>
            </a:p>
          </p:txBody>
        </p:sp>
      </p:grpSp>
      <p:sp>
        <p:nvSpPr>
          <p:cNvPr id="106" name="文本框 105">
            <a:extLst>
              <a:ext uri="{FF2B5EF4-FFF2-40B4-BE49-F238E27FC236}">
                <a16:creationId xmlns:a16="http://schemas.microsoft.com/office/drawing/2014/main" id="{05653DE5-C742-449E-8418-291FFAA878A5}"/>
              </a:ext>
            </a:extLst>
          </p:cNvPr>
          <p:cNvSpPr txBox="1"/>
          <p:nvPr/>
        </p:nvSpPr>
        <p:spPr>
          <a:xfrm>
            <a:off x="933106" y="1136390"/>
            <a:ext cx="9920697" cy="400110"/>
          </a:xfrm>
          <a:prstGeom prst="rect">
            <a:avLst/>
          </a:prstGeom>
          <a:noFill/>
        </p:spPr>
        <p:txBody>
          <a:bodyPr wrap="square" rtlCol="0">
            <a:spAutoFit/>
          </a:bodyPr>
          <a:lstStyle/>
          <a:p>
            <a:r>
              <a:rPr lang="zh-CN" altLang="en-US" sz="2000" b="1" dirty="0">
                <a:solidFill>
                  <a:schemeClr val="accent3">
                    <a:lumMod val="75000"/>
                  </a:schemeClr>
                </a:solidFill>
                <a:latin typeface="Arial Narrow" panose="020B0606020202030204" pitchFamily="34" charset="0"/>
              </a:rPr>
              <a:t>为了进一步降低发生碰撞的概率，</a:t>
            </a:r>
            <a:r>
              <a:rPr lang="en-US" altLang="zh-CN" sz="2000" b="1" dirty="0">
                <a:solidFill>
                  <a:schemeClr val="accent3">
                    <a:lumMod val="75000"/>
                  </a:schemeClr>
                </a:solidFill>
                <a:latin typeface="Arial Narrow" panose="020B0606020202030204" pitchFamily="34" charset="0"/>
              </a:rPr>
              <a:t>802.11</a:t>
            </a:r>
            <a:r>
              <a:rPr lang="zh-CN" altLang="en-US" sz="2000" b="1" dirty="0">
                <a:solidFill>
                  <a:schemeClr val="accent3">
                    <a:lumMod val="75000"/>
                  </a:schemeClr>
                </a:solidFill>
                <a:latin typeface="Arial Narrow" panose="020B0606020202030204" pitchFamily="34" charset="0"/>
              </a:rPr>
              <a:t>无线局域网允许源站对信道进行预约。</a:t>
            </a:r>
            <a:endParaRPr lang="en-US" altLang="zh-CN" sz="2000" b="1" dirty="0">
              <a:solidFill>
                <a:schemeClr val="accent3">
                  <a:lumMod val="75000"/>
                </a:schemeClr>
              </a:solidFill>
              <a:latin typeface="Arial Narrow" panose="020B0606020202030204" pitchFamily="34" charset="0"/>
            </a:endParaRPr>
          </a:p>
        </p:txBody>
      </p:sp>
      <p:grpSp>
        <p:nvGrpSpPr>
          <p:cNvPr id="95" name="组合 94">
            <a:extLst>
              <a:ext uri="{FF2B5EF4-FFF2-40B4-BE49-F238E27FC236}">
                <a16:creationId xmlns:a16="http://schemas.microsoft.com/office/drawing/2014/main" id="{427726E1-BEF1-4A50-8CE3-19C4BFBA49FF}"/>
              </a:ext>
            </a:extLst>
          </p:cNvPr>
          <p:cNvGrpSpPr/>
          <p:nvPr/>
        </p:nvGrpSpPr>
        <p:grpSpPr>
          <a:xfrm>
            <a:off x="488092" y="3523023"/>
            <a:ext cx="11010480" cy="2858841"/>
            <a:chOff x="685585" y="2940516"/>
            <a:chExt cx="11010480" cy="2858841"/>
          </a:xfrm>
        </p:grpSpPr>
        <p:sp>
          <p:nvSpPr>
            <p:cNvPr id="96" name="文本框 95">
              <a:extLst>
                <a:ext uri="{FF2B5EF4-FFF2-40B4-BE49-F238E27FC236}">
                  <a16:creationId xmlns:a16="http://schemas.microsoft.com/office/drawing/2014/main" id="{A339BE44-2EC7-49C0-87AB-611E8216A808}"/>
                </a:ext>
              </a:extLst>
            </p:cNvPr>
            <p:cNvSpPr txBox="1"/>
            <p:nvPr/>
          </p:nvSpPr>
          <p:spPr>
            <a:xfrm>
              <a:off x="685585" y="2940516"/>
              <a:ext cx="981076" cy="369332"/>
            </a:xfrm>
            <a:prstGeom prst="rect">
              <a:avLst/>
            </a:prstGeom>
            <a:noFill/>
          </p:spPr>
          <p:txBody>
            <a:bodyPr wrap="square" rtlCol="0">
              <a:spAutoFit/>
            </a:bodyPr>
            <a:lstStyle/>
            <a:p>
              <a:pPr algn="r"/>
              <a:r>
                <a:rPr lang="zh-CN" altLang="en-US" b="1" dirty="0"/>
                <a:t>源站</a:t>
              </a:r>
            </a:p>
          </p:txBody>
        </p:sp>
        <p:sp>
          <p:nvSpPr>
            <p:cNvPr id="97" name="文本框 96">
              <a:extLst>
                <a:ext uri="{FF2B5EF4-FFF2-40B4-BE49-F238E27FC236}">
                  <a16:creationId xmlns:a16="http://schemas.microsoft.com/office/drawing/2014/main" id="{359E10C5-72AE-4F21-8044-366049C61866}"/>
                </a:ext>
              </a:extLst>
            </p:cNvPr>
            <p:cNvSpPr txBox="1"/>
            <p:nvPr/>
          </p:nvSpPr>
          <p:spPr>
            <a:xfrm>
              <a:off x="685585" y="4187174"/>
              <a:ext cx="981076" cy="369332"/>
            </a:xfrm>
            <a:prstGeom prst="rect">
              <a:avLst/>
            </a:prstGeom>
            <a:noFill/>
          </p:spPr>
          <p:txBody>
            <a:bodyPr wrap="square" rtlCol="0">
              <a:spAutoFit/>
            </a:bodyPr>
            <a:lstStyle/>
            <a:p>
              <a:pPr algn="r"/>
              <a:r>
                <a:rPr lang="zh-CN" altLang="en-US" b="1" dirty="0"/>
                <a:t>目的站</a:t>
              </a:r>
            </a:p>
          </p:txBody>
        </p:sp>
        <p:sp>
          <p:nvSpPr>
            <p:cNvPr id="98" name="文本框 97">
              <a:extLst>
                <a:ext uri="{FF2B5EF4-FFF2-40B4-BE49-F238E27FC236}">
                  <a16:creationId xmlns:a16="http://schemas.microsoft.com/office/drawing/2014/main" id="{857D48FC-58A9-49D0-B299-3FFD8B52D48C}"/>
                </a:ext>
              </a:extLst>
            </p:cNvPr>
            <p:cNvSpPr txBox="1"/>
            <p:nvPr/>
          </p:nvSpPr>
          <p:spPr>
            <a:xfrm>
              <a:off x="685585" y="5430025"/>
              <a:ext cx="981076" cy="369332"/>
            </a:xfrm>
            <a:prstGeom prst="rect">
              <a:avLst/>
            </a:prstGeom>
            <a:noFill/>
          </p:spPr>
          <p:txBody>
            <a:bodyPr wrap="square" rtlCol="0">
              <a:spAutoFit/>
            </a:bodyPr>
            <a:lstStyle/>
            <a:p>
              <a:pPr algn="r"/>
              <a:r>
                <a:rPr lang="zh-CN" altLang="en-US" b="1" dirty="0"/>
                <a:t>其他站</a:t>
              </a:r>
            </a:p>
          </p:txBody>
        </p:sp>
        <p:sp>
          <p:nvSpPr>
            <p:cNvPr id="99" name="文本框 98">
              <a:extLst>
                <a:ext uri="{FF2B5EF4-FFF2-40B4-BE49-F238E27FC236}">
                  <a16:creationId xmlns:a16="http://schemas.microsoft.com/office/drawing/2014/main" id="{824E5DB4-E949-41CA-8D08-649370CAC10D}"/>
                </a:ext>
              </a:extLst>
            </p:cNvPr>
            <p:cNvSpPr txBox="1"/>
            <p:nvPr/>
          </p:nvSpPr>
          <p:spPr>
            <a:xfrm>
              <a:off x="11051539" y="2940516"/>
              <a:ext cx="644526" cy="369332"/>
            </a:xfrm>
            <a:prstGeom prst="rect">
              <a:avLst/>
            </a:prstGeom>
            <a:noFill/>
          </p:spPr>
          <p:txBody>
            <a:bodyPr wrap="square" rtlCol="0">
              <a:spAutoFit/>
            </a:bodyPr>
            <a:lstStyle/>
            <a:p>
              <a:r>
                <a:rPr lang="zh-CN" altLang="en-US" b="1" dirty="0"/>
                <a:t>时间</a:t>
              </a:r>
            </a:p>
          </p:txBody>
        </p:sp>
        <p:cxnSp>
          <p:nvCxnSpPr>
            <p:cNvPr id="100" name="直接箭头连接符 99">
              <a:extLst>
                <a:ext uri="{FF2B5EF4-FFF2-40B4-BE49-F238E27FC236}">
                  <a16:creationId xmlns:a16="http://schemas.microsoft.com/office/drawing/2014/main" id="{8973A6A9-16DA-46EF-BDE1-82FC27113192}"/>
                </a:ext>
              </a:extLst>
            </p:cNvPr>
            <p:cNvCxnSpPr>
              <a:cxnSpLocks/>
            </p:cNvCxnSpPr>
            <p:nvPr/>
          </p:nvCxnSpPr>
          <p:spPr>
            <a:xfrm>
              <a:off x="1666661" y="3125182"/>
              <a:ext cx="9367200" cy="0"/>
            </a:xfrm>
            <a:prstGeom prst="straightConnector1">
              <a:avLst/>
            </a:prstGeom>
            <a:ln w="12700">
              <a:solidFill>
                <a:schemeClr val="tx1"/>
              </a:solidFill>
              <a:tailEnd type="triangle"/>
            </a:ln>
          </p:spPr>
          <p:style>
            <a:lnRef idx="1">
              <a:schemeClr val="accent1"/>
            </a:lnRef>
            <a:fillRef idx="0">
              <a:schemeClr val="accent1"/>
            </a:fillRef>
            <a:effectRef idx="0">
              <a:schemeClr val="accent1"/>
            </a:effectRef>
            <a:fontRef idx="minor">
              <a:schemeClr val="tx1"/>
            </a:fontRef>
          </p:style>
        </p:cxnSp>
        <p:sp>
          <p:nvSpPr>
            <p:cNvPr id="101" name="文本框 100">
              <a:extLst>
                <a:ext uri="{FF2B5EF4-FFF2-40B4-BE49-F238E27FC236}">
                  <a16:creationId xmlns:a16="http://schemas.microsoft.com/office/drawing/2014/main" id="{607423BF-70A1-49DF-91BE-85E5DBA4365F}"/>
                </a:ext>
              </a:extLst>
            </p:cNvPr>
            <p:cNvSpPr txBox="1"/>
            <p:nvPr/>
          </p:nvSpPr>
          <p:spPr>
            <a:xfrm>
              <a:off x="11051539" y="5430025"/>
              <a:ext cx="644526" cy="369332"/>
            </a:xfrm>
            <a:prstGeom prst="rect">
              <a:avLst/>
            </a:prstGeom>
            <a:noFill/>
          </p:spPr>
          <p:txBody>
            <a:bodyPr wrap="square" rtlCol="0">
              <a:spAutoFit/>
            </a:bodyPr>
            <a:lstStyle/>
            <a:p>
              <a:r>
                <a:rPr lang="zh-CN" altLang="en-US" b="1" dirty="0"/>
                <a:t>时间</a:t>
              </a:r>
            </a:p>
          </p:txBody>
        </p:sp>
        <p:cxnSp>
          <p:nvCxnSpPr>
            <p:cNvPr id="102" name="直接箭头连接符 101">
              <a:extLst>
                <a:ext uri="{FF2B5EF4-FFF2-40B4-BE49-F238E27FC236}">
                  <a16:creationId xmlns:a16="http://schemas.microsoft.com/office/drawing/2014/main" id="{14FB5E63-604F-4789-A8EF-BA385EDAFBFB}"/>
                </a:ext>
              </a:extLst>
            </p:cNvPr>
            <p:cNvCxnSpPr>
              <a:cxnSpLocks/>
            </p:cNvCxnSpPr>
            <p:nvPr/>
          </p:nvCxnSpPr>
          <p:spPr>
            <a:xfrm>
              <a:off x="1666661" y="5614691"/>
              <a:ext cx="9367097" cy="0"/>
            </a:xfrm>
            <a:prstGeom prst="straightConnector1">
              <a:avLst/>
            </a:prstGeom>
            <a:ln w="12700">
              <a:solidFill>
                <a:schemeClr val="tx1"/>
              </a:solidFill>
              <a:tailEnd type="triangle"/>
            </a:ln>
          </p:spPr>
          <p:style>
            <a:lnRef idx="1">
              <a:schemeClr val="accent1"/>
            </a:lnRef>
            <a:fillRef idx="0">
              <a:schemeClr val="accent1"/>
            </a:fillRef>
            <a:effectRef idx="0">
              <a:schemeClr val="accent1"/>
            </a:effectRef>
            <a:fontRef idx="minor">
              <a:schemeClr val="tx1"/>
            </a:fontRef>
          </p:style>
        </p:cxnSp>
        <p:sp>
          <p:nvSpPr>
            <p:cNvPr id="103" name="文本框 102">
              <a:extLst>
                <a:ext uri="{FF2B5EF4-FFF2-40B4-BE49-F238E27FC236}">
                  <a16:creationId xmlns:a16="http://schemas.microsoft.com/office/drawing/2014/main" id="{403C8105-CF44-4AFF-BA70-1502E7FD8965}"/>
                </a:ext>
              </a:extLst>
            </p:cNvPr>
            <p:cNvSpPr txBox="1"/>
            <p:nvPr/>
          </p:nvSpPr>
          <p:spPr>
            <a:xfrm>
              <a:off x="11051539" y="4185271"/>
              <a:ext cx="644526" cy="369332"/>
            </a:xfrm>
            <a:prstGeom prst="rect">
              <a:avLst/>
            </a:prstGeom>
            <a:noFill/>
          </p:spPr>
          <p:txBody>
            <a:bodyPr wrap="square" rtlCol="0">
              <a:spAutoFit/>
            </a:bodyPr>
            <a:lstStyle/>
            <a:p>
              <a:r>
                <a:rPr lang="zh-CN" altLang="en-US" b="1" dirty="0"/>
                <a:t>时间</a:t>
              </a:r>
            </a:p>
          </p:txBody>
        </p:sp>
        <p:cxnSp>
          <p:nvCxnSpPr>
            <p:cNvPr id="109" name="直接箭头连接符 108">
              <a:extLst>
                <a:ext uri="{FF2B5EF4-FFF2-40B4-BE49-F238E27FC236}">
                  <a16:creationId xmlns:a16="http://schemas.microsoft.com/office/drawing/2014/main" id="{C9D30BFA-BD02-48E2-B935-F0EE4CC6842E}"/>
                </a:ext>
              </a:extLst>
            </p:cNvPr>
            <p:cNvCxnSpPr>
              <a:cxnSpLocks/>
            </p:cNvCxnSpPr>
            <p:nvPr/>
          </p:nvCxnSpPr>
          <p:spPr>
            <a:xfrm>
              <a:off x="1666661" y="4369937"/>
              <a:ext cx="9367200" cy="0"/>
            </a:xfrm>
            <a:prstGeom prst="straightConnector1">
              <a:avLst/>
            </a:prstGeom>
            <a:ln w="12700">
              <a:solidFill>
                <a:schemeClr val="tx1"/>
              </a:solidFill>
              <a:tailEnd type="triangle"/>
            </a:ln>
          </p:spPr>
          <p:style>
            <a:lnRef idx="1">
              <a:schemeClr val="accent1"/>
            </a:lnRef>
            <a:fillRef idx="0">
              <a:schemeClr val="accent1"/>
            </a:fillRef>
            <a:effectRef idx="0">
              <a:schemeClr val="accent1"/>
            </a:effectRef>
            <a:fontRef idx="minor">
              <a:schemeClr val="tx1"/>
            </a:fontRef>
          </p:style>
        </p:cxnSp>
      </p:grpSp>
      <p:sp>
        <p:nvSpPr>
          <p:cNvPr id="201" name="矩形 200">
            <a:extLst>
              <a:ext uri="{FF2B5EF4-FFF2-40B4-BE49-F238E27FC236}">
                <a16:creationId xmlns:a16="http://schemas.microsoft.com/office/drawing/2014/main" id="{CBD5A6DC-9263-45C1-A676-C7BE3852393E}"/>
              </a:ext>
            </a:extLst>
          </p:cNvPr>
          <p:cNvSpPr/>
          <p:nvPr/>
        </p:nvSpPr>
        <p:spPr>
          <a:xfrm>
            <a:off x="1490131" y="3307579"/>
            <a:ext cx="1136650" cy="400110"/>
          </a:xfrm>
          <a:prstGeom prst="rect">
            <a:avLst/>
          </a:prstGeom>
          <a:solidFill>
            <a:schemeClr val="accent4"/>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zh-CN" altLang="en-US" b="1" dirty="0"/>
              <a:t>信道空闲</a:t>
            </a:r>
          </a:p>
        </p:txBody>
      </p:sp>
      <p:grpSp>
        <p:nvGrpSpPr>
          <p:cNvPr id="202" name="组合 201">
            <a:extLst>
              <a:ext uri="{FF2B5EF4-FFF2-40B4-BE49-F238E27FC236}">
                <a16:creationId xmlns:a16="http://schemas.microsoft.com/office/drawing/2014/main" id="{403CFCFF-B779-43D9-8E28-B158A7E142EC}"/>
              </a:ext>
            </a:extLst>
          </p:cNvPr>
          <p:cNvGrpSpPr/>
          <p:nvPr/>
        </p:nvGrpSpPr>
        <p:grpSpPr>
          <a:xfrm>
            <a:off x="2604557" y="3199355"/>
            <a:ext cx="1120774" cy="509285"/>
            <a:chOff x="2781087" y="2616848"/>
            <a:chExt cx="1120774" cy="509285"/>
          </a:xfrm>
        </p:grpSpPr>
        <p:sp>
          <p:nvSpPr>
            <p:cNvPr id="203" name="文本框 202">
              <a:extLst>
                <a:ext uri="{FF2B5EF4-FFF2-40B4-BE49-F238E27FC236}">
                  <a16:creationId xmlns:a16="http://schemas.microsoft.com/office/drawing/2014/main" id="{5A36E446-C357-4E8A-AA5B-D7385BD86E56}"/>
                </a:ext>
              </a:extLst>
            </p:cNvPr>
            <p:cNvSpPr txBox="1"/>
            <p:nvPr/>
          </p:nvSpPr>
          <p:spPr>
            <a:xfrm>
              <a:off x="2781087" y="2616848"/>
              <a:ext cx="1098550" cy="369332"/>
            </a:xfrm>
            <a:prstGeom prst="rect">
              <a:avLst/>
            </a:prstGeom>
            <a:noFill/>
          </p:spPr>
          <p:txBody>
            <a:bodyPr wrap="square" rtlCol="0">
              <a:spAutoFit/>
            </a:bodyPr>
            <a:lstStyle/>
            <a:p>
              <a:pPr algn="ctr"/>
              <a:r>
                <a:rPr lang="en-US" altLang="zh-CN" b="1" dirty="0"/>
                <a:t>DIFS</a:t>
              </a:r>
              <a:endParaRPr lang="zh-CN" altLang="en-US" b="1" dirty="0"/>
            </a:p>
          </p:txBody>
        </p:sp>
        <p:cxnSp>
          <p:nvCxnSpPr>
            <p:cNvPr id="204" name="直接连接符 203">
              <a:extLst>
                <a:ext uri="{FF2B5EF4-FFF2-40B4-BE49-F238E27FC236}">
                  <a16:creationId xmlns:a16="http://schemas.microsoft.com/office/drawing/2014/main" id="{BFF880F2-23DF-4A34-A906-D0FE3A1E216B}"/>
                </a:ext>
              </a:extLst>
            </p:cNvPr>
            <p:cNvCxnSpPr>
              <a:cxnSpLocks/>
            </p:cNvCxnSpPr>
            <p:nvPr/>
          </p:nvCxnSpPr>
          <p:spPr>
            <a:xfrm>
              <a:off x="3901861" y="2724121"/>
              <a:ext cx="0" cy="402012"/>
            </a:xfrm>
            <a:prstGeom prst="line">
              <a:avLst/>
            </a:prstGeom>
            <a:ln w="12700">
              <a:solidFill>
                <a:schemeClr val="tx1"/>
              </a:solidFill>
              <a:tailEnd type="none"/>
            </a:ln>
          </p:spPr>
          <p:style>
            <a:lnRef idx="1">
              <a:schemeClr val="accent1"/>
            </a:lnRef>
            <a:fillRef idx="0">
              <a:schemeClr val="accent1"/>
            </a:fillRef>
            <a:effectRef idx="0">
              <a:schemeClr val="accent1"/>
            </a:effectRef>
            <a:fontRef idx="minor">
              <a:schemeClr val="tx1"/>
            </a:fontRef>
          </p:style>
        </p:cxnSp>
        <p:cxnSp>
          <p:nvCxnSpPr>
            <p:cNvPr id="205" name="直接箭头连接符 204">
              <a:extLst>
                <a:ext uri="{FF2B5EF4-FFF2-40B4-BE49-F238E27FC236}">
                  <a16:creationId xmlns:a16="http://schemas.microsoft.com/office/drawing/2014/main" id="{688F02EC-EA60-4644-AF4D-A4A42FCB242F}"/>
                </a:ext>
              </a:extLst>
            </p:cNvPr>
            <p:cNvCxnSpPr/>
            <p:nvPr/>
          </p:nvCxnSpPr>
          <p:spPr>
            <a:xfrm>
              <a:off x="2803311" y="2940516"/>
              <a:ext cx="1098550" cy="0"/>
            </a:xfrm>
            <a:prstGeom prst="straightConnector1">
              <a:avLst/>
            </a:prstGeom>
            <a:ln w="12700">
              <a:solidFill>
                <a:schemeClr val="tx1"/>
              </a:solidFill>
              <a:headEnd type="triangle"/>
              <a:tailEnd type="triangle"/>
            </a:ln>
          </p:spPr>
          <p:style>
            <a:lnRef idx="1">
              <a:schemeClr val="accent1"/>
            </a:lnRef>
            <a:fillRef idx="0">
              <a:schemeClr val="accent1"/>
            </a:fillRef>
            <a:effectRef idx="0">
              <a:schemeClr val="accent1"/>
            </a:effectRef>
            <a:fontRef idx="minor">
              <a:schemeClr val="tx1"/>
            </a:fontRef>
          </p:style>
        </p:cxnSp>
      </p:grpSp>
      <p:grpSp>
        <p:nvGrpSpPr>
          <p:cNvPr id="206" name="组合 205">
            <a:extLst>
              <a:ext uri="{FF2B5EF4-FFF2-40B4-BE49-F238E27FC236}">
                <a16:creationId xmlns:a16="http://schemas.microsoft.com/office/drawing/2014/main" id="{A0087DF4-4649-4DC8-ADC5-73575CA1F1A3}"/>
              </a:ext>
            </a:extLst>
          </p:cNvPr>
          <p:cNvGrpSpPr/>
          <p:nvPr/>
        </p:nvGrpSpPr>
        <p:grpSpPr>
          <a:xfrm>
            <a:off x="1944937" y="3705787"/>
            <a:ext cx="1363688" cy="830190"/>
            <a:chOff x="4018800" y="2864874"/>
            <a:chExt cx="1363688" cy="830190"/>
          </a:xfrm>
        </p:grpSpPr>
        <p:sp>
          <p:nvSpPr>
            <p:cNvPr id="207" name="文本框 206">
              <a:extLst>
                <a:ext uri="{FF2B5EF4-FFF2-40B4-BE49-F238E27FC236}">
                  <a16:creationId xmlns:a16="http://schemas.microsoft.com/office/drawing/2014/main" id="{D043B378-50E9-475F-A0A4-BA17D4C286B8}"/>
                </a:ext>
              </a:extLst>
            </p:cNvPr>
            <p:cNvSpPr txBox="1"/>
            <p:nvPr/>
          </p:nvSpPr>
          <p:spPr>
            <a:xfrm>
              <a:off x="4018800" y="3325732"/>
              <a:ext cx="1363688" cy="369332"/>
            </a:xfrm>
            <a:prstGeom prst="rect">
              <a:avLst/>
            </a:prstGeom>
            <a:noFill/>
          </p:spPr>
          <p:txBody>
            <a:bodyPr wrap="square" rtlCol="0">
              <a:spAutoFit/>
            </a:bodyPr>
            <a:lstStyle/>
            <a:p>
              <a:pPr algn="ctr"/>
              <a:r>
                <a:rPr lang="zh-CN" altLang="en-US" b="1" dirty="0">
                  <a:solidFill>
                    <a:schemeClr val="accent3"/>
                  </a:solidFill>
                  <a:latin typeface="Arial Narrow" panose="020B0606020202030204" pitchFamily="34" charset="0"/>
                </a:rPr>
                <a:t>有帧要发送</a:t>
              </a:r>
            </a:p>
          </p:txBody>
        </p:sp>
        <p:cxnSp>
          <p:nvCxnSpPr>
            <p:cNvPr id="208" name="直接箭头连接符 207">
              <a:extLst>
                <a:ext uri="{FF2B5EF4-FFF2-40B4-BE49-F238E27FC236}">
                  <a16:creationId xmlns:a16="http://schemas.microsoft.com/office/drawing/2014/main" id="{E9431535-4218-4088-9B7F-6605F883266F}"/>
                </a:ext>
              </a:extLst>
            </p:cNvPr>
            <p:cNvCxnSpPr>
              <a:cxnSpLocks/>
            </p:cNvCxnSpPr>
            <p:nvPr/>
          </p:nvCxnSpPr>
          <p:spPr>
            <a:xfrm flipV="1">
              <a:off x="4702471" y="2864874"/>
              <a:ext cx="0" cy="521823"/>
            </a:xfrm>
            <a:prstGeom prst="straightConnector1">
              <a:avLst/>
            </a:prstGeom>
            <a:ln w="25400">
              <a:solidFill>
                <a:schemeClr val="tx1"/>
              </a:solidFill>
              <a:tailEnd type="triangle" w="med" len="lg"/>
            </a:ln>
          </p:spPr>
          <p:style>
            <a:lnRef idx="1">
              <a:schemeClr val="accent1"/>
            </a:lnRef>
            <a:fillRef idx="0">
              <a:schemeClr val="accent1"/>
            </a:fillRef>
            <a:effectRef idx="0">
              <a:schemeClr val="accent1"/>
            </a:effectRef>
            <a:fontRef idx="minor">
              <a:schemeClr val="tx1"/>
            </a:fontRef>
          </p:style>
        </p:cxnSp>
      </p:grpSp>
      <p:grpSp>
        <p:nvGrpSpPr>
          <p:cNvPr id="54" name="组合 53">
            <a:extLst>
              <a:ext uri="{FF2B5EF4-FFF2-40B4-BE49-F238E27FC236}">
                <a16:creationId xmlns:a16="http://schemas.microsoft.com/office/drawing/2014/main" id="{33B3B345-BC44-45F3-BB33-A134B9999CD0}"/>
              </a:ext>
            </a:extLst>
          </p:cNvPr>
          <p:cNvGrpSpPr/>
          <p:nvPr/>
        </p:nvGrpSpPr>
        <p:grpSpPr>
          <a:xfrm>
            <a:off x="3709885" y="3705787"/>
            <a:ext cx="404036" cy="1245704"/>
            <a:chOff x="3709885" y="3705787"/>
            <a:chExt cx="404036" cy="1245704"/>
          </a:xfrm>
        </p:grpSpPr>
        <p:sp>
          <p:nvSpPr>
            <p:cNvPr id="210" name="平行四边形 209">
              <a:extLst>
                <a:ext uri="{FF2B5EF4-FFF2-40B4-BE49-F238E27FC236}">
                  <a16:creationId xmlns:a16="http://schemas.microsoft.com/office/drawing/2014/main" id="{71AF24C0-1417-422F-9A99-A0A670F03A0A}"/>
                </a:ext>
              </a:extLst>
            </p:cNvPr>
            <p:cNvSpPr/>
            <p:nvPr/>
          </p:nvSpPr>
          <p:spPr>
            <a:xfrm flipH="1">
              <a:off x="3725331" y="3705787"/>
              <a:ext cx="388590" cy="1245704"/>
            </a:xfrm>
            <a:prstGeom prst="parallelogram">
              <a:avLst>
                <a:gd name="adj" fmla="val 36439"/>
              </a:avLst>
            </a:prstGeom>
            <a:solidFill>
              <a:schemeClr val="accent6">
                <a:lumMod val="50000"/>
              </a:schemeClr>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b="1" dirty="0">
                <a:latin typeface="宋体" panose="02010600030101010101" pitchFamily="2" charset="-122"/>
                <a:ea typeface="宋体" panose="02010600030101010101" pitchFamily="2" charset="-122"/>
              </a:endParaRPr>
            </a:p>
          </p:txBody>
        </p:sp>
        <p:cxnSp>
          <p:nvCxnSpPr>
            <p:cNvPr id="212" name="直接箭头连接符 211">
              <a:extLst>
                <a:ext uri="{FF2B5EF4-FFF2-40B4-BE49-F238E27FC236}">
                  <a16:creationId xmlns:a16="http://schemas.microsoft.com/office/drawing/2014/main" id="{E001F61D-5514-4F19-B133-E4CCB9FC4C5B}"/>
                </a:ext>
              </a:extLst>
            </p:cNvPr>
            <p:cNvCxnSpPr>
              <a:cxnSpLocks/>
            </p:cNvCxnSpPr>
            <p:nvPr/>
          </p:nvCxnSpPr>
          <p:spPr>
            <a:xfrm>
              <a:off x="3937293" y="4459260"/>
              <a:ext cx="51777" cy="328379"/>
            </a:xfrm>
            <a:prstGeom prst="straightConnector1">
              <a:avLst/>
            </a:prstGeom>
            <a:ln w="38100">
              <a:solidFill>
                <a:schemeClr val="bg1"/>
              </a:solidFill>
              <a:tailEnd type="triangle"/>
            </a:ln>
          </p:spPr>
          <p:style>
            <a:lnRef idx="1">
              <a:schemeClr val="accent1"/>
            </a:lnRef>
            <a:fillRef idx="0">
              <a:schemeClr val="accent1"/>
            </a:fillRef>
            <a:effectRef idx="0">
              <a:schemeClr val="accent1"/>
            </a:effectRef>
            <a:fontRef idx="minor">
              <a:schemeClr val="tx1"/>
            </a:fontRef>
          </p:style>
        </p:cxnSp>
        <p:sp>
          <p:nvSpPr>
            <p:cNvPr id="50" name="文本框 49">
              <a:extLst>
                <a:ext uri="{FF2B5EF4-FFF2-40B4-BE49-F238E27FC236}">
                  <a16:creationId xmlns:a16="http://schemas.microsoft.com/office/drawing/2014/main" id="{C72528BC-37CC-4C3D-901D-0B944A5167F1}"/>
                </a:ext>
              </a:extLst>
            </p:cNvPr>
            <p:cNvSpPr txBox="1"/>
            <p:nvPr/>
          </p:nvSpPr>
          <p:spPr>
            <a:xfrm rot="5016764">
              <a:off x="3572288" y="3987483"/>
              <a:ext cx="644526" cy="369332"/>
            </a:xfrm>
            <a:prstGeom prst="rect">
              <a:avLst/>
            </a:prstGeom>
            <a:noFill/>
          </p:spPr>
          <p:txBody>
            <a:bodyPr wrap="square" rtlCol="0">
              <a:spAutoFit/>
            </a:bodyPr>
            <a:lstStyle/>
            <a:p>
              <a:pPr algn="ctr"/>
              <a:r>
                <a:rPr lang="en-US" altLang="zh-CN" b="1" dirty="0">
                  <a:solidFill>
                    <a:schemeClr val="bg1"/>
                  </a:solidFill>
                </a:rPr>
                <a:t>RTS</a:t>
              </a:r>
              <a:endParaRPr lang="zh-CN" altLang="en-US" b="1" dirty="0">
                <a:solidFill>
                  <a:schemeClr val="bg1"/>
                </a:solidFill>
              </a:endParaRPr>
            </a:p>
          </p:txBody>
        </p:sp>
      </p:grpSp>
      <p:grpSp>
        <p:nvGrpSpPr>
          <p:cNvPr id="213" name="组合 212">
            <a:extLst>
              <a:ext uri="{FF2B5EF4-FFF2-40B4-BE49-F238E27FC236}">
                <a16:creationId xmlns:a16="http://schemas.microsoft.com/office/drawing/2014/main" id="{F8542F55-5F8E-4556-A457-3432A4CF167F}"/>
              </a:ext>
            </a:extLst>
          </p:cNvPr>
          <p:cNvGrpSpPr/>
          <p:nvPr/>
        </p:nvGrpSpPr>
        <p:grpSpPr>
          <a:xfrm>
            <a:off x="4082171" y="4950291"/>
            <a:ext cx="644523" cy="543960"/>
            <a:chOff x="5121057" y="4368987"/>
            <a:chExt cx="644523" cy="543960"/>
          </a:xfrm>
        </p:grpSpPr>
        <p:sp>
          <p:nvSpPr>
            <p:cNvPr id="214" name="文本框 213">
              <a:extLst>
                <a:ext uri="{FF2B5EF4-FFF2-40B4-BE49-F238E27FC236}">
                  <a16:creationId xmlns:a16="http://schemas.microsoft.com/office/drawing/2014/main" id="{DF84D51A-5266-4152-ABE4-B8533A7FC98E}"/>
                </a:ext>
              </a:extLst>
            </p:cNvPr>
            <p:cNvSpPr txBox="1"/>
            <p:nvPr/>
          </p:nvSpPr>
          <p:spPr>
            <a:xfrm>
              <a:off x="5121057" y="4543615"/>
              <a:ext cx="644523" cy="369332"/>
            </a:xfrm>
            <a:prstGeom prst="rect">
              <a:avLst/>
            </a:prstGeom>
            <a:noFill/>
          </p:spPr>
          <p:txBody>
            <a:bodyPr wrap="square" rtlCol="0">
              <a:spAutoFit/>
            </a:bodyPr>
            <a:lstStyle/>
            <a:p>
              <a:pPr algn="ctr"/>
              <a:r>
                <a:rPr lang="en-US" altLang="zh-CN" b="1" dirty="0"/>
                <a:t>SIFS</a:t>
              </a:r>
              <a:endParaRPr lang="zh-CN" altLang="en-US" b="1" dirty="0"/>
            </a:p>
          </p:txBody>
        </p:sp>
        <p:cxnSp>
          <p:nvCxnSpPr>
            <p:cNvPr id="215" name="直接连接符 214">
              <a:extLst>
                <a:ext uri="{FF2B5EF4-FFF2-40B4-BE49-F238E27FC236}">
                  <a16:creationId xmlns:a16="http://schemas.microsoft.com/office/drawing/2014/main" id="{16C7D407-89A7-476B-9F0C-295BA9580EBC}"/>
                </a:ext>
              </a:extLst>
            </p:cNvPr>
            <p:cNvCxnSpPr>
              <a:cxnSpLocks/>
            </p:cNvCxnSpPr>
            <p:nvPr/>
          </p:nvCxnSpPr>
          <p:spPr>
            <a:xfrm>
              <a:off x="5152807" y="4368987"/>
              <a:ext cx="0" cy="402012"/>
            </a:xfrm>
            <a:prstGeom prst="line">
              <a:avLst/>
            </a:prstGeom>
            <a:ln w="12700">
              <a:solidFill>
                <a:schemeClr val="tx1"/>
              </a:solidFill>
              <a:tailEnd type="none"/>
            </a:ln>
          </p:spPr>
          <p:style>
            <a:lnRef idx="1">
              <a:schemeClr val="accent1"/>
            </a:lnRef>
            <a:fillRef idx="0">
              <a:schemeClr val="accent1"/>
            </a:fillRef>
            <a:effectRef idx="0">
              <a:schemeClr val="accent1"/>
            </a:effectRef>
            <a:fontRef idx="minor">
              <a:schemeClr val="tx1"/>
            </a:fontRef>
          </p:style>
        </p:cxnSp>
        <p:cxnSp>
          <p:nvCxnSpPr>
            <p:cNvPr id="216" name="直接连接符 215">
              <a:extLst>
                <a:ext uri="{FF2B5EF4-FFF2-40B4-BE49-F238E27FC236}">
                  <a16:creationId xmlns:a16="http://schemas.microsoft.com/office/drawing/2014/main" id="{F270AF85-16E5-4DF8-A054-EDAE38368D6A}"/>
                </a:ext>
              </a:extLst>
            </p:cNvPr>
            <p:cNvCxnSpPr>
              <a:cxnSpLocks/>
            </p:cNvCxnSpPr>
            <p:nvPr/>
          </p:nvCxnSpPr>
          <p:spPr>
            <a:xfrm>
              <a:off x="5710293" y="4368987"/>
              <a:ext cx="0" cy="402012"/>
            </a:xfrm>
            <a:prstGeom prst="line">
              <a:avLst/>
            </a:prstGeom>
            <a:ln w="12700">
              <a:solidFill>
                <a:schemeClr val="tx1"/>
              </a:solidFill>
              <a:tailEnd type="none"/>
            </a:ln>
          </p:spPr>
          <p:style>
            <a:lnRef idx="1">
              <a:schemeClr val="accent1"/>
            </a:lnRef>
            <a:fillRef idx="0">
              <a:schemeClr val="accent1"/>
            </a:fillRef>
            <a:effectRef idx="0">
              <a:schemeClr val="accent1"/>
            </a:effectRef>
            <a:fontRef idx="minor">
              <a:schemeClr val="tx1"/>
            </a:fontRef>
          </p:style>
        </p:cxnSp>
        <p:cxnSp>
          <p:nvCxnSpPr>
            <p:cNvPr id="217" name="直接箭头连接符 216">
              <a:extLst>
                <a:ext uri="{FF2B5EF4-FFF2-40B4-BE49-F238E27FC236}">
                  <a16:creationId xmlns:a16="http://schemas.microsoft.com/office/drawing/2014/main" id="{32702915-3A58-47BF-8FEF-D1F4B0721E96}"/>
                </a:ext>
              </a:extLst>
            </p:cNvPr>
            <p:cNvCxnSpPr>
              <a:cxnSpLocks/>
            </p:cNvCxnSpPr>
            <p:nvPr/>
          </p:nvCxnSpPr>
          <p:spPr>
            <a:xfrm>
              <a:off x="5152807" y="4543615"/>
              <a:ext cx="557486" cy="0"/>
            </a:xfrm>
            <a:prstGeom prst="straightConnector1">
              <a:avLst/>
            </a:prstGeom>
            <a:ln w="12700">
              <a:solidFill>
                <a:schemeClr val="tx1"/>
              </a:solidFill>
              <a:headEnd type="triangle"/>
              <a:tailEnd type="triangle"/>
            </a:ln>
          </p:spPr>
          <p:style>
            <a:lnRef idx="1">
              <a:schemeClr val="accent1"/>
            </a:lnRef>
            <a:fillRef idx="0">
              <a:schemeClr val="accent1"/>
            </a:fillRef>
            <a:effectRef idx="0">
              <a:schemeClr val="accent1"/>
            </a:effectRef>
            <a:fontRef idx="minor">
              <a:schemeClr val="tx1"/>
            </a:fontRef>
          </p:style>
        </p:cxnSp>
      </p:grpSp>
      <p:grpSp>
        <p:nvGrpSpPr>
          <p:cNvPr id="56" name="组合 55">
            <a:extLst>
              <a:ext uri="{FF2B5EF4-FFF2-40B4-BE49-F238E27FC236}">
                <a16:creationId xmlns:a16="http://schemas.microsoft.com/office/drawing/2014/main" id="{27138416-11FC-4DC9-9FAF-D576ECDA3BD7}"/>
              </a:ext>
            </a:extLst>
          </p:cNvPr>
          <p:cNvGrpSpPr/>
          <p:nvPr/>
        </p:nvGrpSpPr>
        <p:grpSpPr>
          <a:xfrm>
            <a:off x="4654213" y="3705787"/>
            <a:ext cx="412826" cy="1252960"/>
            <a:chOff x="4654213" y="3705787"/>
            <a:chExt cx="412826" cy="1252960"/>
          </a:xfrm>
        </p:grpSpPr>
        <p:sp>
          <p:nvSpPr>
            <p:cNvPr id="218" name="平行四边形 217">
              <a:extLst>
                <a:ext uri="{FF2B5EF4-FFF2-40B4-BE49-F238E27FC236}">
                  <a16:creationId xmlns:a16="http://schemas.microsoft.com/office/drawing/2014/main" id="{79A27340-D172-4D83-95DB-9FFFF0067BC6}"/>
                </a:ext>
              </a:extLst>
            </p:cNvPr>
            <p:cNvSpPr/>
            <p:nvPr/>
          </p:nvSpPr>
          <p:spPr>
            <a:xfrm flipH="1">
              <a:off x="4678449" y="3705787"/>
              <a:ext cx="388590" cy="1245704"/>
            </a:xfrm>
            <a:prstGeom prst="parallelogram">
              <a:avLst>
                <a:gd name="adj" fmla="val 36439"/>
              </a:avLst>
            </a:prstGeom>
            <a:solidFill>
              <a:schemeClr val="accent1">
                <a:lumMod val="50000"/>
              </a:schemeClr>
            </a:solidFill>
            <a:ln>
              <a:solidFill>
                <a:schemeClr val="tx1"/>
              </a:solidFill>
            </a:ln>
            <a:scene3d>
              <a:camera prst="orthographicFront">
                <a:rot lat="0" lon="10800000" rev="0"/>
              </a:camera>
              <a:lightRig rig="threePt" dir="t"/>
            </a:scene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b="1" dirty="0">
                <a:latin typeface="宋体" panose="02010600030101010101" pitchFamily="2" charset="-122"/>
                <a:ea typeface="宋体" panose="02010600030101010101" pitchFamily="2" charset="-122"/>
              </a:endParaRPr>
            </a:p>
          </p:txBody>
        </p:sp>
        <p:sp>
          <p:nvSpPr>
            <p:cNvPr id="219" name="文本框 218">
              <a:extLst>
                <a:ext uri="{FF2B5EF4-FFF2-40B4-BE49-F238E27FC236}">
                  <a16:creationId xmlns:a16="http://schemas.microsoft.com/office/drawing/2014/main" id="{699EB066-EC6F-4F49-A2C7-0729522B5CEB}"/>
                </a:ext>
              </a:extLst>
            </p:cNvPr>
            <p:cNvSpPr txBox="1"/>
            <p:nvPr/>
          </p:nvSpPr>
          <p:spPr>
            <a:xfrm rot="16589550">
              <a:off x="4516616" y="4451818"/>
              <a:ext cx="644526" cy="369332"/>
            </a:xfrm>
            <a:prstGeom prst="rect">
              <a:avLst/>
            </a:prstGeom>
            <a:noFill/>
          </p:spPr>
          <p:txBody>
            <a:bodyPr wrap="square" rtlCol="0">
              <a:spAutoFit/>
            </a:bodyPr>
            <a:lstStyle/>
            <a:p>
              <a:pPr algn="ctr"/>
              <a:r>
                <a:rPr lang="en-US" altLang="zh-CN" b="1" dirty="0">
                  <a:solidFill>
                    <a:schemeClr val="bg1"/>
                  </a:solidFill>
                </a:rPr>
                <a:t>CTS</a:t>
              </a:r>
              <a:endParaRPr lang="zh-CN" altLang="en-US" b="1" dirty="0">
                <a:solidFill>
                  <a:schemeClr val="bg1"/>
                </a:solidFill>
              </a:endParaRPr>
            </a:p>
          </p:txBody>
        </p:sp>
        <p:cxnSp>
          <p:nvCxnSpPr>
            <p:cNvPr id="220" name="直接箭头连接符 219">
              <a:extLst>
                <a:ext uri="{FF2B5EF4-FFF2-40B4-BE49-F238E27FC236}">
                  <a16:creationId xmlns:a16="http://schemas.microsoft.com/office/drawing/2014/main" id="{B42E3466-3525-44FE-A3AA-207EDADFA442}"/>
                </a:ext>
              </a:extLst>
            </p:cNvPr>
            <p:cNvCxnSpPr>
              <a:cxnSpLocks/>
            </p:cNvCxnSpPr>
            <p:nvPr/>
          </p:nvCxnSpPr>
          <p:spPr>
            <a:xfrm flipV="1">
              <a:off x="4872744" y="3945404"/>
              <a:ext cx="48506" cy="382451"/>
            </a:xfrm>
            <a:prstGeom prst="straightConnector1">
              <a:avLst/>
            </a:prstGeom>
            <a:ln w="38100">
              <a:solidFill>
                <a:schemeClr val="bg1"/>
              </a:solidFill>
              <a:tailEnd type="triangle"/>
            </a:ln>
          </p:spPr>
          <p:style>
            <a:lnRef idx="1">
              <a:schemeClr val="accent1"/>
            </a:lnRef>
            <a:fillRef idx="0">
              <a:schemeClr val="accent1"/>
            </a:fillRef>
            <a:effectRef idx="0">
              <a:schemeClr val="accent1"/>
            </a:effectRef>
            <a:fontRef idx="minor">
              <a:schemeClr val="tx1"/>
            </a:fontRef>
          </p:style>
        </p:cxnSp>
      </p:grpSp>
      <p:grpSp>
        <p:nvGrpSpPr>
          <p:cNvPr id="221" name="组合 220">
            <a:extLst>
              <a:ext uri="{FF2B5EF4-FFF2-40B4-BE49-F238E27FC236}">
                <a16:creationId xmlns:a16="http://schemas.microsoft.com/office/drawing/2014/main" id="{FC7732AA-96C4-422C-9D6D-F019F9E8D0C5}"/>
              </a:ext>
            </a:extLst>
          </p:cNvPr>
          <p:cNvGrpSpPr/>
          <p:nvPr/>
        </p:nvGrpSpPr>
        <p:grpSpPr>
          <a:xfrm>
            <a:off x="5034431" y="3176454"/>
            <a:ext cx="644523" cy="532186"/>
            <a:chOff x="5121057" y="4238813"/>
            <a:chExt cx="644523" cy="532186"/>
          </a:xfrm>
        </p:grpSpPr>
        <p:sp>
          <p:nvSpPr>
            <p:cNvPr id="222" name="文本框 221">
              <a:extLst>
                <a:ext uri="{FF2B5EF4-FFF2-40B4-BE49-F238E27FC236}">
                  <a16:creationId xmlns:a16="http://schemas.microsoft.com/office/drawing/2014/main" id="{B1115B59-7D90-4DB2-898E-8924F2F08D00}"/>
                </a:ext>
              </a:extLst>
            </p:cNvPr>
            <p:cNvSpPr txBox="1"/>
            <p:nvPr/>
          </p:nvSpPr>
          <p:spPr>
            <a:xfrm>
              <a:off x="5121057" y="4238813"/>
              <a:ext cx="644523" cy="369332"/>
            </a:xfrm>
            <a:prstGeom prst="rect">
              <a:avLst/>
            </a:prstGeom>
            <a:noFill/>
          </p:spPr>
          <p:txBody>
            <a:bodyPr wrap="square" rtlCol="0">
              <a:spAutoFit/>
            </a:bodyPr>
            <a:lstStyle/>
            <a:p>
              <a:pPr algn="ctr"/>
              <a:r>
                <a:rPr lang="en-US" altLang="zh-CN" b="1" dirty="0"/>
                <a:t>SIFS</a:t>
              </a:r>
              <a:endParaRPr lang="zh-CN" altLang="en-US" b="1" dirty="0"/>
            </a:p>
          </p:txBody>
        </p:sp>
        <p:cxnSp>
          <p:nvCxnSpPr>
            <p:cNvPr id="223" name="直接连接符 222">
              <a:extLst>
                <a:ext uri="{FF2B5EF4-FFF2-40B4-BE49-F238E27FC236}">
                  <a16:creationId xmlns:a16="http://schemas.microsoft.com/office/drawing/2014/main" id="{0779640C-04A0-47A5-9B85-5765D2E89DCD}"/>
                </a:ext>
              </a:extLst>
            </p:cNvPr>
            <p:cNvCxnSpPr>
              <a:cxnSpLocks/>
            </p:cNvCxnSpPr>
            <p:nvPr/>
          </p:nvCxnSpPr>
          <p:spPr>
            <a:xfrm>
              <a:off x="5152807" y="4368987"/>
              <a:ext cx="0" cy="402012"/>
            </a:xfrm>
            <a:prstGeom prst="line">
              <a:avLst/>
            </a:prstGeom>
            <a:ln w="12700">
              <a:solidFill>
                <a:schemeClr val="tx1"/>
              </a:solidFill>
              <a:tailEnd type="none"/>
            </a:ln>
          </p:spPr>
          <p:style>
            <a:lnRef idx="1">
              <a:schemeClr val="accent1"/>
            </a:lnRef>
            <a:fillRef idx="0">
              <a:schemeClr val="accent1"/>
            </a:fillRef>
            <a:effectRef idx="0">
              <a:schemeClr val="accent1"/>
            </a:effectRef>
            <a:fontRef idx="minor">
              <a:schemeClr val="tx1"/>
            </a:fontRef>
          </p:style>
        </p:cxnSp>
        <p:cxnSp>
          <p:nvCxnSpPr>
            <p:cNvPr id="224" name="直接连接符 223">
              <a:extLst>
                <a:ext uri="{FF2B5EF4-FFF2-40B4-BE49-F238E27FC236}">
                  <a16:creationId xmlns:a16="http://schemas.microsoft.com/office/drawing/2014/main" id="{27EDEAB6-86B6-4681-9AEF-AB6269047401}"/>
                </a:ext>
              </a:extLst>
            </p:cNvPr>
            <p:cNvCxnSpPr>
              <a:cxnSpLocks/>
            </p:cNvCxnSpPr>
            <p:nvPr/>
          </p:nvCxnSpPr>
          <p:spPr>
            <a:xfrm>
              <a:off x="5710293" y="4368987"/>
              <a:ext cx="0" cy="402012"/>
            </a:xfrm>
            <a:prstGeom prst="line">
              <a:avLst/>
            </a:prstGeom>
            <a:ln w="12700">
              <a:solidFill>
                <a:schemeClr val="tx1"/>
              </a:solidFill>
              <a:tailEnd type="none"/>
            </a:ln>
          </p:spPr>
          <p:style>
            <a:lnRef idx="1">
              <a:schemeClr val="accent1"/>
            </a:lnRef>
            <a:fillRef idx="0">
              <a:schemeClr val="accent1"/>
            </a:fillRef>
            <a:effectRef idx="0">
              <a:schemeClr val="accent1"/>
            </a:effectRef>
            <a:fontRef idx="minor">
              <a:schemeClr val="tx1"/>
            </a:fontRef>
          </p:style>
        </p:cxnSp>
        <p:cxnSp>
          <p:nvCxnSpPr>
            <p:cNvPr id="225" name="直接箭头连接符 224">
              <a:extLst>
                <a:ext uri="{FF2B5EF4-FFF2-40B4-BE49-F238E27FC236}">
                  <a16:creationId xmlns:a16="http://schemas.microsoft.com/office/drawing/2014/main" id="{7FF1E40E-2B13-439A-943A-99B912D70CCD}"/>
                </a:ext>
              </a:extLst>
            </p:cNvPr>
            <p:cNvCxnSpPr>
              <a:cxnSpLocks/>
            </p:cNvCxnSpPr>
            <p:nvPr/>
          </p:nvCxnSpPr>
          <p:spPr>
            <a:xfrm>
              <a:off x="5152807" y="4543615"/>
              <a:ext cx="557486" cy="0"/>
            </a:xfrm>
            <a:prstGeom prst="straightConnector1">
              <a:avLst/>
            </a:prstGeom>
            <a:ln w="12700">
              <a:solidFill>
                <a:schemeClr val="tx1"/>
              </a:solidFill>
              <a:headEnd type="triangle"/>
              <a:tailEnd type="triangle"/>
            </a:ln>
          </p:spPr>
          <p:style>
            <a:lnRef idx="1">
              <a:schemeClr val="accent1"/>
            </a:lnRef>
            <a:fillRef idx="0">
              <a:schemeClr val="accent1"/>
            </a:fillRef>
            <a:effectRef idx="0">
              <a:schemeClr val="accent1"/>
            </a:effectRef>
            <a:fontRef idx="minor">
              <a:schemeClr val="tx1"/>
            </a:fontRef>
          </p:style>
        </p:cxnSp>
      </p:grpSp>
      <p:grpSp>
        <p:nvGrpSpPr>
          <p:cNvPr id="226" name="组合 225">
            <a:extLst>
              <a:ext uri="{FF2B5EF4-FFF2-40B4-BE49-F238E27FC236}">
                <a16:creationId xmlns:a16="http://schemas.microsoft.com/office/drawing/2014/main" id="{BE7B3104-7EDA-4A47-BAC1-3BCE8B2444C8}"/>
              </a:ext>
            </a:extLst>
          </p:cNvPr>
          <p:cNvGrpSpPr/>
          <p:nvPr/>
        </p:nvGrpSpPr>
        <p:grpSpPr>
          <a:xfrm>
            <a:off x="6842009" y="4950541"/>
            <a:ext cx="644523" cy="543960"/>
            <a:chOff x="5121057" y="4368987"/>
            <a:chExt cx="644523" cy="543960"/>
          </a:xfrm>
        </p:grpSpPr>
        <p:sp>
          <p:nvSpPr>
            <p:cNvPr id="227" name="文本框 226">
              <a:extLst>
                <a:ext uri="{FF2B5EF4-FFF2-40B4-BE49-F238E27FC236}">
                  <a16:creationId xmlns:a16="http://schemas.microsoft.com/office/drawing/2014/main" id="{F39D4CD9-3F2F-419C-8C3F-9FE135A11DE1}"/>
                </a:ext>
              </a:extLst>
            </p:cNvPr>
            <p:cNvSpPr txBox="1"/>
            <p:nvPr/>
          </p:nvSpPr>
          <p:spPr>
            <a:xfrm>
              <a:off x="5121057" y="4543615"/>
              <a:ext cx="644523" cy="369332"/>
            </a:xfrm>
            <a:prstGeom prst="rect">
              <a:avLst/>
            </a:prstGeom>
            <a:noFill/>
          </p:spPr>
          <p:txBody>
            <a:bodyPr wrap="square" rtlCol="0">
              <a:spAutoFit/>
            </a:bodyPr>
            <a:lstStyle/>
            <a:p>
              <a:pPr algn="ctr"/>
              <a:r>
                <a:rPr lang="en-US" altLang="zh-CN" b="1" dirty="0"/>
                <a:t>SIFS</a:t>
              </a:r>
              <a:endParaRPr lang="zh-CN" altLang="en-US" b="1" dirty="0"/>
            </a:p>
          </p:txBody>
        </p:sp>
        <p:cxnSp>
          <p:nvCxnSpPr>
            <p:cNvPr id="228" name="直接连接符 227">
              <a:extLst>
                <a:ext uri="{FF2B5EF4-FFF2-40B4-BE49-F238E27FC236}">
                  <a16:creationId xmlns:a16="http://schemas.microsoft.com/office/drawing/2014/main" id="{E6DC4C0C-3EF7-4A39-A871-2379F43DDEB9}"/>
                </a:ext>
              </a:extLst>
            </p:cNvPr>
            <p:cNvCxnSpPr>
              <a:cxnSpLocks/>
            </p:cNvCxnSpPr>
            <p:nvPr/>
          </p:nvCxnSpPr>
          <p:spPr>
            <a:xfrm>
              <a:off x="5152807" y="4368987"/>
              <a:ext cx="0" cy="402012"/>
            </a:xfrm>
            <a:prstGeom prst="line">
              <a:avLst/>
            </a:prstGeom>
            <a:ln w="12700">
              <a:solidFill>
                <a:schemeClr val="tx1"/>
              </a:solidFill>
              <a:tailEnd type="none"/>
            </a:ln>
          </p:spPr>
          <p:style>
            <a:lnRef idx="1">
              <a:schemeClr val="accent1"/>
            </a:lnRef>
            <a:fillRef idx="0">
              <a:schemeClr val="accent1"/>
            </a:fillRef>
            <a:effectRef idx="0">
              <a:schemeClr val="accent1"/>
            </a:effectRef>
            <a:fontRef idx="minor">
              <a:schemeClr val="tx1"/>
            </a:fontRef>
          </p:style>
        </p:cxnSp>
        <p:cxnSp>
          <p:nvCxnSpPr>
            <p:cNvPr id="229" name="直接连接符 228">
              <a:extLst>
                <a:ext uri="{FF2B5EF4-FFF2-40B4-BE49-F238E27FC236}">
                  <a16:creationId xmlns:a16="http://schemas.microsoft.com/office/drawing/2014/main" id="{73533F96-3BDD-4753-9EED-1A08E604B1B0}"/>
                </a:ext>
              </a:extLst>
            </p:cNvPr>
            <p:cNvCxnSpPr>
              <a:cxnSpLocks/>
            </p:cNvCxnSpPr>
            <p:nvPr/>
          </p:nvCxnSpPr>
          <p:spPr>
            <a:xfrm>
              <a:off x="5710293" y="4368987"/>
              <a:ext cx="0" cy="402012"/>
            </a:xfrm>
            <a:prstGeom prst="line">
              <a:avLst/>
            </a:prstGeom>
            <a:ln w="12700">
              <a:solidFill>
                <a:schemeClr val="tx1"/>
              </a:solidFill>
              <a:tailEnd type="none"/>
            </a:ln>
          </p:spPr>
          <p:style>
            <a:lnRef idx="1">
              <a:schemeClr val="accent1"/>
            </a:lnRef>
            <a:fillRef idx="0">
              <a:schemeClr val="accent1"/>
            </a:fillRef>
            <a:effectRef idx="0">
              <a:schemeClr val="accent1"/>
            </a:effectRef>
            <a:fontRef idx="minor">
              <a:schemeClr val="tx1"/>
            </a:fontRef>
          </p:style>
        </p:cxnSp>
        <p:cxnSp>
          <p:nvCxnSpPr>
            <p:cNvPr id="230" name="直接箭头连接符 229">
              <a:extLst>
                <a:ext uri="{FF2B5EF4-FFF2-40B4-BE49-F238E27FC236}">
                  <a16:creationId xmlns:a16="http://schemas.microsoft.com/office/drawing/2014/main" id="{ED3BD2B5-2D7F-420B-9849-C0DB15050827}"/>
                </a:ext>
              </a:extLst>
            </p:cNvPr>
            <p:cNvCxnSpPr>
              <a:cxnSpLocks/>
            </p:cNvCxnSpPr>
            <p:nvPr/>
          </p:nvCxnSpPr>
          <p:spPr>
            <a:xfrm>
              <a:off x="5152807" y="4543615"/>
              <a:ext cx="557486" cy="0"/>
            </a:xfrm>
            <a:prstGeom prst="straightConnector1">
              <a:avLst/>
            </a:prstGeom>
            <a:ln w="12700">
              <a:solidFill>
                <a:schemeClr val="tx1"/>
              </a:solidFill>
              <a:headEnd type="triangle"/>
              <a:tailEnd type="triangle"/>
            </a:ln>
          </p:spPr>
          <p:style>
            <a:lnRef idx="1">
              <a:schemeClr val="accent1"/>
            </a:lnRef>
            <a:fillRef idx="0">
              <a:schemeClr val="accent1"/>
            </a:fillRef>
            <a:effectRef idx="0">
              <a:schemeClr val="accent1"/>
            </a:effectRef>
            <a:fontRef idx="minor">
              <a:schemeClr val="tx1"/>
            </a:fontRef>
          </p:style>
        </p:cxnSp>
      </p:grpSp>
      <p:grpSp>
        <p:nvGrpSpPr>
          <p:cNvPr id="231" name="组合 230">
            <a:extLst>
              <a:ext uri="{FF2B5EF4-FFF2-40B4-BE49-F238E27FC236}">
                <a16:creationId xmlns:a16="http://schemas.microsoft.com/office/drawing/2014/main" id="{6314FE5E-8FD6-4139-B007-AEF6270A0629}"/>
              </a:ext>
            </a:extLst>
          </p:cNvPr>
          <p:cNvGrpSpPr/>
          <p:nvPr/>
        </p:nvGrpSpPr>
        <p:grpSpPr>
          <a:xfrm>
            <a:off x="5622810" y="3705787"/>
            <a:ext cx="1250949" cy="1245704"/>
            <a:chOff x="3901858" y="3124233"/>
            <a:chExt cx="1250949" cy="1245704"/>
          </a:xfrm>
        </p:grpSpPr>
        <p:sp>
          <p:nvSpPr>
            <p:cNvPr id="232" name="平行四边形 231">
              <a:extLst>
                <a:ext uri="{FF2B5EF4-FFF2-40B4-BE49-F238E27FC236}">
                  <a16:creationId xmlns:a16="http://schemas.microsoft.com/office/drawing/2014/main" id="{84E5EE81-F4BC-4303-A2F7-4132AE0F978D}"/>
                </a:ext>
              </a:extLst>
            </p:cNvPr>
            <p:cNvSpPr/>
            <p:nvPr/>
          </p:nvSpPr>
          <p:spPr>
            <a:xfrm flipH="1">
              <a:off x="3901858" y="3124233"/>
              <a:ext cx="1250949" cy="1245704"/>
            </a:xfrm>
            <a:prstGeom prst="parallelogram">
              <a:avLst/>
            </a:prstGeom>
            <a:solidFill>
              <a:schemeClr val="accent3"/>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b="1" dirty="0">
                <a:latin typeface="宋体" panose="02010600030101010101" pitchFamily="2" charset="-122"/>
                <a:ea typeface="宋体" panose="02010600030101010101" pitchFamily="2" charset="-122"/>
              </a:endParaRPr>
            </a:p>
          </p:txBody>
        </p:sp>
        <p:sp>
          <p:nvSpPr>
            <p:cNvPr id="233" name="文本框 232">
              <a:extLst>
                <a:ext uri="{FF2B5EF4-FFF2-40B4-BE49-F238E27FC236}">
                  <a16:creationId xmlns:a16="http://schemas.microsoft.com/office/drawing/2014/main" id="{9D512235-9D87-4707-944E-0A0B18D77C21}"/>
                </a:ext>
              </a:extLst>
            </p:cNvPr>
            <p:cNvSpPr txBox="1"/>
            <p:nvPr/>
          </p:nvSpPr>
          <p:spPr>
            <a:xfrm>
              <a:off x="4036794" y="3241201"/>
              <a:ext cx="981076" cy="646331"/>
            </a:xfrm>
            <a:prstGeom prst="rect">
              <a:avLst/>
            </a:prstGeom>
            <a:noFill/>
          </p:spPr>
          <p:txBody>
            <a:bodyPr wrap="square" rtlCol="0">
              <a:spAutoFit/>
            </a:bodyPr>
            <a:lstStyle/>
            <a:p>
              <a:pPr algn="ctr"/>
              <a:r>
                <a:rPr lang="zh-CN" altLang="en-US" b="1" dirty="0">
                  <a:solidFill>
                    <a:schemeClr val="bg1"/>
                  </a:solidFill>
                </a:rPr>
                <a:t>第</a:t>
              </a:r>
              <a:r>
                <a:rPr lang="en-US" altLang="zh-CN" b="1" dirty="0">
                  <a:solidFill>
                    <a:schemeClr val="bg1"/>
                  </a:solidFill>
                </a:rPr>
                <a:t>1</a:t>
              </a:r>
              <a:r>
                <a:rPr lang="zh-CN" altLang="en-US" b="1" dirty="0">
                  <a:solidFill>
                    <a:schemeClr val="bg1"/>
                  </a:solidFill>
                </a:rPr>
                <a:t>个</a:t>
              </a:r>
              <a:endParaRPr lang="en-US" altLang="zh-CN" b="1" dirty="0">
                <a:solidFill>
                  <a:schemeClr val="bg1"/>
                </a:solidFill>
              </a:endParaRPr>
            </a:p>
            <a:p>
              <a:pPr algn="ctr"/>
              <a:r>
                <a:rPr lang="zh-CN" altLang="en-US" b="1" dirty="0">
                  <a:solidFill>
                    <a:schemeClr val="bg1"/>
                  </a:solidFill>
                </a:rPr>
                <a:t>数据帧</a:t>
              </a:r>
            </a:p>
          </p:txBody>
        </p:sp>
        <p:cxnSp>
          <p:nvCxnSpPr>
            <p:cNvPr id="234" name="直接箭头连接符 233">
              <a:extLst>
                <a:ext uri="{FF2B5EF4-FFF2-40B4-BE49-F238E27FC236}">
                  <a16:creationId xmlns:a16="http://schemas.microsoft.com/office/drawing/2014/main" id="{A64AF148-73BB-4D35-BB2B-6315C1688278}"/>
                </a:ext>
              </a:extLst>
            </p:cNvPr>
            <p:cNvCxnSpPr/>
            <p:nvPr/>
          </p:nvCxnSpPr>
          <p:spPr>
            <a:xfrm>
              <a:off x="4565842" y="3880823"/>
              <a:ext cx="85308" cy="345801"/>
            </a:xfrm>
            <a:prstGeom prst="straightConnector1">
              <a:avLst/>
            </a:prstGeom>
            <a:ln w="38100">
              <a:solidFill>
                <a:schemeClr val="bg1"/>
              </a:solidFill>
              <a:tailEnd type="triangle"/>
            </a:ln>
          </p:spPr>
          <p:style>
            <a:lnRef idx="1">
              <a:schemeClr val="accent1"/>
            </a:lnRef>
            <a:fillRef idx="0">
              <a:schemeClr val="accent1"/>
            </a:fillRef>
            <a:effectRef idx="0">
              <a:schemeClr val="accent1"/>
            </a:effectRef>
            <a:fontRef idx="minor">
              <a:schemeClr val="tx1"/>
            </a:fontRef>
          </p:style>
        </p:cxnSp>
      </p:grpSp>
      <p:grpSp>
        <p:nvGrpSpPr>
          <p:cNvPr id="235" name="组合 234">
            <a:extLst>
              <a:ext uri="{FF2B5EF4-FFF2-40B4-BE49-F238E27FC236}">
                <a16:creationId xmlns:a16="http://schemas.microsoft.com/office/drawing/2014/main" id="{D4722DFC-D81B-47DE-AF57-7507B94D7D5C}"/>
              </a:ext>
            </a:extLst>
          </p:cNvPr>
          <p:cNvGrpSpPr/>
          <p:nvPr/>
        </p:nvGrpSpPr>
        <p:grpSpPr>
          <a:xfrm>
            <a:off x="7431245" y="3705787"/>
            <a:ext cx="644526" cy="1249899"/>
            <a:chOff x="5710293" y="3124233"/>
            <a:chExt cx="644526" cy="1249899"/>
          </a:xfrm>
        </p:grpSpPr>
        <p:sp>
          <p:nvSpPr>
            <p:cNvPr id="236" name="平行四边形 235">
              <a:extLst>
                <a:ext uri="{FF2B5EF4-FFF2-40B4-BE49-F238E27FC236}">
                  <a16:creationId xmlns:a16="http://schemas.microsoft.com/office/drawing/2014/main" id="{549A7781-F5B6-45F3-B836-9B948E558CFA}"/>
                </a:ext>
              </a:extLst>
            </p:cNvPr>
            <p:cNvSpPr/>
            <p:nvPr/>
          </p:nvSpPr>
          <p:spPr>
            <a:xfrm>
              <a:off x="5710293" y="3124233"/>
              <a:ext cx="644526" cy="1245704"/>
            </a:xfrm>
            <a:prstGeom prst="parallelogram">
              <a:avLst>
                <a:gd name="adj" fmla="val 46023"/>
              </a:avLst>
            </a:prstGeom>
            <a:solidFill>
              <a:schemeClr val="accent5"/>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237" name="文本框 236">
              <a:extLst>
                <a:ext uri="{FF2B5EF4-FFF2-40B4-BE49-F238E27FC236}">
                  <a16:creationId xmlns:a16="http://schemas.microsoft.com/office/drawing/2014/main" id="{EE65319E-07AC-4EE4-9010-4FEF1A381329}"/>
                </a:ext>
              </a:extLst>
            </p:cNvPr>
            <p:cNvSpPr txBox="1"/>
            <p:nvPr/>
          </p:nvSpPr>
          <p:spPr>
            <a:xfrm rot="16963893">
              <a:off x="5653799" y="3893704"/>
              <a:ext cx="591525" cy="369332"/>
            </a:xfrm>
            <a:prstGeom prst="rect">
              <a:avLst/>
            </a:prstGeom>
            <a:noFill/>
          </p:spPr>
          <p:txBody>
            <a:bodyPr wrap="square" rtlCol="0">
              <a:spAutoFit/>
            </a:bodyPr>
            <a:lstStyle/>
            <a:p>
              <a:pPr algn="ctr"/>
              <a:r>
                <a:rPr lang="en-US" altLang="zh-CN" b="1" dirty="0">
                  <a:solidFill>
                    <a:schemeClr val="bg1"/>
                  </a:solidFill>
                </a:rPr>
                <a:t>ACK</a:t>
              </a:r>
              <a:endParaRPr lang="zh-CN" altLang="en-US" b="1" dirty="0">
                <a:solidFill>
                  <a:schemeClr val="bg1"/>
                </a:solidFill>
              </a:endParaRPr>
            </a:p>
          </p:txBody>
        </p:sp>
        <p:cxnSp>
          <p:nvCxnSpPr>
            <p:cNvPr id="238" name="直接箭头连接符 237">
              <a:extLst>
                <a:ext uri="{FF2B5EF4-FFF2-40B4-BE49-F238E27FC236}">
                  <a16:creationId xmlns:a16="http://schemas.microsoft.com/office/drawing/2014/main" id="{8AAFCFC7-9FE2-41CF-97BD-7048557C6519}"/>
                </a:ext>
              </a:extLst>
            </p:cNvPr>
            <p:cNvCxnSpPr>
              <a:cxnSpLocks/>
            </p:cNvCxnSpPr>
            <p:nvPr/>
          </p:nvCxnSpPr>
          <p:spPr>
            <a:xfrm flipV="1">
              <a:off x="6032556" y="3355319"/>
              <a:ext cx="104500" cy="410278"/>
            </a:xfrm>
            <a:prstGeom prst="straightConnector1">
              <a:avLst/>
            </a:prstGeom>
            <a:ln w="38100">
              <a:solidFill>
                <a:schemeClr val="bg1"/>
              </a:solidFill>
              <a:tailEnd type="triangle"/>
            </a:ln>
          </p:spPr>
          <p:style>
            <a:lnRef idx="1">
              <a:schemeClr val="accent1"/>
            </a:lnRef>
            <a:fillRef idx="0">
              <a:schemeClr val="accent1"/>
            </a:fillRef>
            <a:effectRef idx="0">
              <a:schemeClr val="accent1"/>
            </a:effectRef>
            <a:fontRef idx="minor">
              <a:schemeClr val="tx1"/>
            </a:fontRef>
          </p:style>
        </p:cxnSp>
      </p:grpSp>
      <p:cxnSp>
        <p:nvCxnSpPr>
          <p:cNvPr id="240" name="直接连接符 239">
            <a:extLst>
              <a:ext uri="{FF2B5EF4-FFF2-40B4-BE49-F238E27FC236}">
                <a16:creationId xmlns:a16="http://schemas.microsoft.com/office/drawing/2014/main" id="{EA729708-6C08-4B53-9EC5-CF35282576CF}"/>
              </a:ext>
            </a:extLst>
          </p:cNvPr>
          <p:cNvCxnSpPr>
            <a:cxnSpLocks/>
          </p:cNvCxnSpPr>
          <p:nvPr/>
        </p:nvCxnSpPr>
        <p:spPr>
          <a:xfrm>
            <a:off x="5064536" y="3704375"/>
            <a:ext cx="0" cy="2490458"/>
          </a:xfrm>
          <a:prstGeom prst="line">
            <a:avLst/>
          </a:prstGeom>
          <a:ln w="12700">
            <a:solidFill>
              <a:schemeClr val="tx1"/>
            </a:solidFill>
            <a:prstDash val="dash"/>
            <a:tailEnd type="none"/>
          </a:ln>
        </p:spPr>
        <p:style>
          <a:lnRef idx="1">
            <a:schemeClr val="accent1"/>
          </a:lnRef>
          <a:fillRef idx="0">
            <a:schemeClr val="accent1"/>
          </a:fillRef>
          <a:effectRef idx="0">
            <a:schemeClr val="accent1"/>
          </a:effectRef>
          <a:fontRef idx="minor">
            <a:schemeClr val="tx1"/>
          </a:fontRef>
        </p:style>
      </p:cxnSp>
      <p:cxnSp>
        <p:nvCxnSpPr>
          <p:cNvPr id="241" name="直接连接符 240">
            <a:extLst>
              <a:ext uri="{FF2B5EF4-FFF2-40B4-BE49-F238E27FC236}">
                <a16:creationId xmlns:a16="http://schemas.microsoft.com/office/drawing/2014/main" id="{B11D70C1-2C8A-4F64-9960-308B01A6CDDA}"/>
              </a:ext>
            </a:extLst>
          </p:cNvPr>
          <p:cNvCxnSpPr>
            <a:cxnSpLocks/>
          </p:cNvCxnSpPr>
          <p:nvPr/>
        </p:nvCxnSpPr>
        <p:spPr>
          <a:xfrm>
            <a:off x="8086456" y="3704375"/>
            <a:ext cx="0" cy="2490458"/>
          </a:xfrm>
          <a:prstGeom prst="line">
            <a:avLst/>
          </a:prstGeom>
          <a:ln w="12700">
            <a:solidFill>
              <a:schemeClr val="tx1"/>
            </a:solidFill>
            <a:prstDash val="dash"/>
            <a:tailEnd type="none"/>
          </a:ln>
        </p:spPr>
        <p:style>
          <a:lnRef idx="1">
            <a:schemeClr val="accent1"/>
          </a:lnRef>
          <a:fillRef idx="0">
            <a:schemeClr val="accent1"/>
          </a:fillRef>
          <a:effectRef idx="0">
            <a:schemeClr val="accent1"/>
          </a:effectRef>
          <a:fontRef idx="minor">
            <a:schemeClr val="tx1"/>
          </a:fontRef>
        </p:style>
      </p:cxnSp>
      <p:sp>
        <p:nvSpPr>
          <p:cNvPr id="242" name="矩形 241">
            <a:extLst>
              <a:ext uri="{FF2B5EF4-FFF2-40B4-BE49-F238E27FC236}">
                <a16:creationId xmlns:a16="http://schemas.microsoft.com/office/drawing/2014/main" id="{7DDE5D54-EAC8-4144-A136-0CCBA22D3283}"/>
              </a:ext>
            </a:extLst>
          </p:cNvPr>
          <p:cNvSpPr/>
          <p:nvPr/>
        </p:nvSpPr>
        <p:spPr>
          <a:xfrm>
            <a:off x="5064533" y="5793773"/>
            <a:ext cx="3021922" cy="400110"/>
          </a:xfrm>
          <a:prstGeom prst="rect">
            <a:avLst/>
          </a:prstGeom>
          <a:solidFill>
            <a:schemeClr val="accent2"/>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CN" b="1" dirty="0"/>
              <a:t>NAV</a:t>
            </a:r>
            <a:r>
              <a:rPr lang="zh-CN" altLang="en-US" b="1" dirty="0"/>
              <a:t>（信道忙）</a:t>
            </a:r>
          </a:p>
        </p:txBody>
      </p:sp>
      <p:sp>
        <p:nvSpPr>
          <p:cNvPr id="61" name="对话气泡: 圆角矩形 60">
            <a:extLst>
              <a:ext uri="{FF2B5EF4-FFF2-40B4-BE49-F238E27FC236}">
                <a16:creationId xmlns:a16="http://schemas.microsoft.com/office/drawing/2014/main" id="{BCEEE245-831A-4FC4-9318-8B77B9FF7DF4}"/>
              </a:ext>
            </a:extLst>
          </p:cNvPr>
          <p:cNvSpPr/>
          <p:nvPr/>
        </p:nvSpPr>
        <p:spPr>
          <a:xfrm>
            <a:off x="1944937" y="1796077"/>
            <a:ext cx="8450517" cy="1014618"/>
          </a:xfrm>
          <a:prstGeom prst="wedgeRoundRectCallout">
            <a:avLst>
              <a:gd name="adj1" fmla="val -26300"/>
              <a:gd name="adj2" fmla="val 136207"/>
              <a:gd name="adj3" fmla="val 16667"/>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nSpc>
                <a:spcPct val="150000"/>
              </a:lnSpc>
            </a:pPr>
            <a:r>
              <a:rPr lang="zh-CN" altLang="en-US" b="1" dirty="0"/>
              <a:t>若</a:t>
            </a:r>
            <a:r>
              <a:rPr lang="en-US" altLang="zh-CN" b="1" dirty="0"/>
              <a:t>RTS</a:t>
            </a:r>
            <a:r>
              <a:rPr lang="zh-CN" altLang="en-US" b="1" dirty="0"/>
              <a:t>帧发生碰撞，源站就不可能收到</a:t>
            </a:r>
            <a:r>
              <a:rPr lang="en-US" altLang="zh-CN" b="1" dirty="0"/>
              <a:t>CTS</a:t>
            </a:r>
            <a:r>
              <a:rPr lang="zh-CN" altLang="en-US" b="1" dirty="0"/>
              <a:t>帧，源站会执行退避算法重传</a:t>
            </a:r>
            <a:r>
              <a:rPr lang="en-US" altLang="zh-CN" b="1" dirty="0"/>
              <a:t>RTS</a:t>
            </a:r>
            <a:r>
              <a:rPr lang="zh-CN" altLang="en-US" b="1" dirty="0"/>
              <a:t>帧。</a:t>
            </a:r>
          </a:p>
        </p:txBody>
      </p:sp>
      <p:sp>
        <p:nvSpPr>
          <p:cNvPr id="59" name="平行四边形 58">
            <a:extLst>
              <a:ext uri="{FF2B5EF4-FFF2-40B4-BE49-F238E27FC236}">
                <a16:creationId xmlns:a16="http://schemas.microsoft.com/office/drawing/2014/main" id="{ADFE9DD6-10CD-DAA2-701E-D2C13657D920}"/>
              </a:ext>
            </a:extLst>
          </p:cNvPr>
          <p:cNvSpPr/>
          <p:nvPr/>
        </p:nvSpPr>
        <p:spPr>
          <a:xfrm>
            <a:off x="304799" y="749300"/>
            <a:ext cx="691019" cy="387090"/>
          </a:xfrm>
          <a:prstGeom prst="parallelogram">
            <a:avLst/>
          </a:prstGeom>
          <a:solidFill>
            <a:schemeClr val="accent3">
              <a:lumMod val="75000"/>
            </a:schemeClr>
          </a:solidFill>
          <a:ln>
            <a:solidFill>
              <a:schemeClr val="accent3">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CN" sz="2200" dirty="0">
                <a:latin typeface="Impact" panose="020B0806030902050204" pitchFamily="34" charset="0"/>
              </a:rPr>
              <a:t>04</a:t>
            </a:r>
            <a:endParaRPr lang="zh-CN" altLang="en-US" sz="2200" dirty="0">
              <a:latin typeface="Impact" panose="020B0806030902050204" pitchFamily="34" charset="0"/>
            </a:endParaRPr>
          </a:p>
        </p:txBody>
      </p:sp>
    </p:spTree>
    <p:custDataLst>
      <p:tags r:id="rId1"/>
    </p:custDataLst>
    <p:extLst>
      <p:ext uri="{BB962C8B-B14F-4D97-AF65-F5344CB8AC3E}">
        <p14:creationId xmlns:p14="http://schemas.microsoft.com/office/powerpoint/2010/main" val="3026282101"/>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2" presetClass="entr" presetSubtype="4" fill="hold" grpId="0" nodeType="withEffect">
                                  <p:stCondLst>
                                    <p:cond delay="0"/>
                                  </p:stCondLst>
                                  <p:childTnLst>
                                    <p:set>
                                      <p:cBhvr>
                                        <p:cTn id="6" dur="1" fill="hold">
                                          <p:stCondLst>
                                            <p:cond delay="0"/>
                                          </p:stCondLst>
                                        </p:cTn>
                                        <p:tgtEl>
                                          <p:spTgt spid="61"/>
                                        </p:tgtEl>
                                        <p:attrNameLst>
                                          <p:attrName>style.visibility</p:attrName>
                                        </p:attrNameLst>
                                      </p:cBhvr>
                                      <p:to>
                                        <p:strVal val="visible"/>
                                      </p:to>
                                    </p:set>
                                    <p:animEffect transition="in" filter="wipe(down)">
                                      <p:cBhvr>
                                        <p:cTn id="7" dur="500"/>
                                        <p:tgtEl>
                                          <p:spTgt spid="61"/>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61" grpId="0" animBg="1"/>
    </p:bldLst>
  </p:timing>
</p:sld>
</file>

<file path=ppt/slides/slide55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矩形 4">
            <a:extLst>
              <a:ext uri="{FF2B5EF4-FFF2-40B4-BE49-F238E27FC236}">
                <a16:creationId xmlns:a16="http://schemas.microsoft.com/office/drawing/2014/main" id="{5AE55503-6BDC-434F-AC7E-46C4DBD4A05B}"/>
              </a:ext>
            </a:extLst>
          </p:cNvPr>
          <p:cNvSpPr/>
          <p:nvPr/>
        </p:nvSpPr>
        <p:spPr>
          <a:xfrm>
            <a:off x="3728507" y="2988310"/>
            <a:ext cx="1894849" cy="2490457"/>
          </a:xfrm>
          <a:prstGeom prst="rect">
            <a:avLst/>
          </a:prstGeom>
          <a:solidFill>
            <a:schemeClr val="bg2"/>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grpSp>
        <p:nvGrpSpPr>
          <p:cNvPr id="4" name="组合 3">
            <a:extLst>
              <a:ext uri="{FF2B5EF4-FFF2-40B4-BE49-F238E27FC236}">
                <a16:creationId xmlns:a16="http://schemas.microsoft.com/office/drawing/2014/main" id="{9A1EA9F2-FCB6-48C3-935F-7AE7E3AD14AC}"/>
              </a:ext>
            </a:extLst>
          </p:cNvPr>
          <p:cNvGrpSpPr/>
          <p:nvPr/>
        </p:nvGrpSpPr>
        <p:grpSpPr>
          <a:xfrm>
            <a:off x="304800" y="749300"/>
            <a:ext cx="5791200" cy="400110"/>
            <a:chOff x="424117" y="898245"/>
            <a:chExt cx="5791200" cy="400110"/>
          </a:xfrm>
        </p:grpSpPr>
        <p:sp>
          <p:nvSpPr>
            <p:cNvPr id="2" name="平行四边形 1">
              <a:extLst>
                <a:ext uri="{FF2B5EF4-FFF2-40B4-BE49-F238E27FC236}">
                  <a16:creationId xmlns:a16="http://schemas.microsoft.com/office/drawing/2014/main" id="{1F5BAA3F-9845-4F89-A2DD-8222D3E4EDAC}"/>
                </a:ext>
              </a:extLst>
            </p:cNvPr>
            <p:cNvSpPr/>
            <p:nvPr/>
          </p:nvSpPr>
          <p:spPr>
            <a:xfrm>
              <a:off x="424117" y="898245"/>
              <a:ext cx="628306" cy="387090"/>
            </a:xfrm>
            <a:prstGeom prst="parallelogram">
              <a:avLst/>
            </a:prstGeom>
            <a:solidFill>
              <a:schemeClr val="accent3">
                <a:lumMod val="75000"/>
              </a:schemeClr>
            </a:solidFill>
            <a:ln>
              <a:solidFill>
                <a:schemeClr val="accent3">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CN" sz="2200" dirty="0">
                  <a:latin typeface="Impact" panose="020B0806030902050204" pitchFamily="34" charset="0"/>
                </a:rPr>
                <a:t>01</a:t>
              </a:r>
              <a:endParaRPr lang="zh-CN" altLang="en-US" sz="2200" dirty="0">
                <a:latin typeface="Impact" panose="020B0806030902050204" pitchFamily="34" charset="0"/>
              </a:endParaRPr>
            </a:p>
          </p:txBody>
        </p:sp>
        <p:sp>
          <p:nvSpPr>
            <p:cNvPr id="3" name="文本框 2">
              <a:extLst>
                <a:ext uri="{FF2B5EF4-FFF2-40B4-BE49-F238E27FC236}">
                  <a16:creationId xmlns:a16="http://schemas.microsoft.com/office/drawing/2014/main" id="{4D6BD736-A4D3-4F26-AFED-36E11F50F70B}"/>
                </a:ext>
              </a:extLst>
            </p:cNvPr>
            <p:cNvSpPr txBox="1"/>
            <p:nvPr/>
          </p:nvSpPr>
          <p:spPr>
            <a:xfrm>
              <a:off x="1052423" y="898245"/>
              <a:ext cx="5162894" cy="400110"/>
            </a:xfrm>
            <a:prstGeom prst="rect">
              <a:avLst/>
            </a:prstGeom>
            <a:noFill/>
          </p:spPr>
          <p:txBody>
            <a:bodyPr wrap="square" rtlCol="0">
              <a:spAutoFit/>
            </a:bodyPr>
            <a:lstStyle/>
            <a:p>
              <a:r>
                <a:rPr lang="en-US" altLang="zh-CN" sz="2000" b="1" dirty="0">
                  <a:solidFill>
                    <a:schemeClr val="tx1"/>
                  </a:solidFill>
                  <a:latin typeface="Arial Narrow" panose="020B0606020202030204" pitchFamily="34" charset="0"/>
                </a:rPr>
                <a:t>CSMA/CA</a:t>
              </a:r>
              <a:r>
                <a:rPr lang="zh-CN" altLang="en-US" sz="2000" b="1" dirty="0">
                  <a:solidFill>
                    <a:schemeClr val="tx1"/>
                  </a:solidFill>
                  <a:latin typeface="Arial Narrow" panose="020B0606020202030204" pitchFamily="34" charset="0"/>
                </a:rPr>
                <a:t>协议的基本工作原理</a:t>
              </a:r>
              <a:endParaRPr lang="en-US" altLang="zh-CN" sz="2000" b="1" dirty="0">
                <a:solidFill>
                  <a:schemeClr val="tx1"/>
                </a:solidFill>
                <a:latin typeface="Arial Narrow" panose="020B0606020202030204" pitchFamily="34" charset="0"/>
              </a:endParaRPr>
            </a:p>
          </p:txBody>
        </p:sp>
      </p:grpSp>
      <p:sp>
        <p:nvSpPr>
          <p:cNvPr id="106" name="文本框 105">
            <a:extLst>
              <a:ext uri="{FF2B5EF4-FFF2-40B4-BE49-F238E27FC236}">
                <a16:creationId xmlns:a16="http://schemas.microsoft.com/office/drawing/2014/main" id="{05653DE5-C742-449E-8418-291FFAA878A5}"/>
              </a:ext>
            </a:extLst>
          </p:cNvPr>
          <p:cNvSpPr txBox="1"/>
          <p:nvPr/>
        </p:nvSpPr>
        <p:spPr>
          <a:xfrm>
            <a:off x="933106" y="1136390"/>
            <a:ext cx="9920697" cy="400110"/>
          </a:xfrm>
          <a:prstGeom prst="rect">
            <a:avLst/>
          </a:prstGeom>
          <a:noFill/>
        </p:spPr>
        <p:txBody>
          <a:bodyPr wrap="square" rtlCol="0">
            <a:spAutoFit/>
          </a:bodyPr>
          <a:lstStyle/>
          <a:p>
            <a:r>
              <a:rPr lang="zh-CN" altLang="en-US" sz="2000" b="1" dirty="0">
                <a:solidFill>
                  <a:schemeClr val="accent3">
                    <a:lumMod val="75000"/>
                  </a:schemeClr>
                </a:solidFill>
                <a:latin typeface="Arial Narrow" panose="020B0606020202030204" pitchFamily="34" charset="0"/>
              </a:rPr>
              <a:t>为了进一步降低发生碰撞的概率，</a:t>
            </a:r>
            <a:r>
              <a:rPr lang="en-US" altLang="zh-CN" sz="2000" b="1" dirty="0">
                <a:solidFill>
                  <a:schemeClr val="accent3">
                    <a:lumMod val="75000"/>
                  </a:schemeClr>
                </a:solidFill>
                <a:latin typeface="Arial Narrow" panose="020B0606020202030204" pitchFamily="34" charset="0"/>
              </a:rPr>
              <a:t>802.11</a:t>
            </a:r>
            <a:r>
              <a:rPr lang="zh-CN" altLang="en-US" sz="2000" b="1" dirty="0">
                <a:solidFill>
                  <a:schemeClr val="accent3">
                    <a:lumMod val="75000"/>
                  </a:schemeClr>
                </a:solidFill>
                <a:latin typeface="Arial Narrow" panose="020B0606020202030204" pitchFamily="34" charset="0"/>
              </a:rPr>
              <a:t>无线局域网允许源站对信道进行预约。</a:t>
            </a:r>
            <a:endParaRPr lang="en-US" altLang="zh-CN" sz="2000" b="1" dirty="0">
              <a:solidFill>
                <a:schemeClr val="accent3">
                  <a:lumMod val="75000"/>
                </a:schemeClr>
              </a:solidFill>
              <a:latin typeface="Arial Narrow" panose="020B0606020202030204" pitchFamily="34" charset="0"/>
            </a:endParaRPr>
          </a:p>
        </p:txBody>
      </p:sp>
      <p:grpSp>
        <p:nvGrpSpPr>
          <p:cNvPr id="95" name="组合 94">
            <a:extLst>
              <a:ext uri="{FF2B5EF4-FFF2-40B4-BE49-F238E27FC236}">
                <a16:creationId xmlns:a16="http://schemas.microsoft.com/office/drawing/2014/main" id="{427726E1-BEF1-4A50-8CE3-19C4BFBA49FF}"/>
              </a:ext>
            </a:extLst>
          </p:cNvPr>
          <p:cNvGrpSpPr/>
          <p:nvPr/>
        </p:nvGrpSpPr>
        <p:grpSpPr>
          <a:xfrm>
            <a:off x="488092" y="3523023"/>
            <a:ext cx="11010480" cy="2858841"/>
            <a:chOff x="685585" y="2940516"/>
            <a:chExt cx="11010480" cy="2858841"/>
          </a:xfrm>
        </p:grpSpPr>
        <p:sp>
          <p:nvSpPr>
            <p:cNvPr id="96" name="文本框 95">
              <a:extLst>
                <a:ext uri="{FF2B5EF4-FFF2-40B4-BE49-F238E27FC236}">
                  <a16:creationId xmlns:a16="http://schemas.microsoft.com/office/drawing/2014/main" id="{A339BE44-2EC7-49C0-87AB-611E8216A808}"/>
                </a:ext>
              </a:extLst>
            </p:cNvPr>
            <p:cNvSpPr txBox="1"/>
            <p:nvPr/>
          </p:nvSpPr>
          <p:spPr>
            <a:xfrm>
              <a:off x="685585" y="2940516"/>
              <a:ext cx="981076" cy="369332"/>
            </a:xfrm>
            <a:prstGeom prst="rect">
              <a:avLst/>
            </a:prstGeom>
            <a:noFill/>
          </p:spPr>
          <p:txBody>
            <a:bodyPr wrap="square" rtlCol="0">
              <a:spAutoFit/>
            </a:bodyPr>
            <a:lstStyle/>
            <a:p>
              <a:pPr algn="r"/>
              <a:r>
                <a:rPr lang="zh-CN" altLang="en-US" b="1" dirty="0"/>
                <a:t>源站</a:t>
              </a:r>
            </a:p>
          </p:txBody>
        </p:sp>
        <p:sp>
          <p:nvSpPr>
            <p:cNvPr id="97" name="文本框 96">
              <a:extLst>
                <a:ext uri="{FF2B5EF4-FFF2-40B4-BE49-F238E27FC236}">
                  <a16:creationId xmlns:a16="http://schemas.microsoft.com/office/drawing/2014/main" id="{359E10C5-72AE-4F21-8044-366049C61866}"/>
                </a:ext>
              </a:extLst>
            </p:cNvPr>
            <p:cNvSpPr txBox="1"/>
            <p:nvPr/>
          </p:nvSpPr>
          <p:spPr>
            <a:xfrm>
              <a:off x="685585" y="4187174"/>
              <a:ext cx="981076" cy="369332"/>
            </a:xfrm>
            <a:prstGeom prst="rect">
              <a:avLst/>
            </a:prstGeom>
            <a:noFill/>
          </p:spPr>
          <p:txBody>
            <a:bodyPr wrap="square" rtlCol="0">
              <a:spAutoFit/>
            </a:bodyPr>
            <a:lstStyle/>
            <a:p>
              <a:pPr algn="r"/>
              <a:r>
                <a:rPr lang="zh-CN" altLang="en-US" b="1" dirty="0"/>
                <a:t>目的站</a:t>
              </a:r>
            </a:p>
          </p:txBody>
        </p:sp>
        <p:sp>
          <p:nvSpPr>
            <p:cNvPr id="98" name="文本框 97">
              <a:extLst>
                <a:ext uri="{FF2B5EF4-FFF2-40B4-BE49-F238E27FC236}">
                  <a16:creationId xmlns:a16="http://schemas.microsoft.com/office/drawing/2014/main" id="{857D48FC-58A9-49D0-B299-3FFD8B52D48C}"/>
                </a:ext>
              </a:extLst>
            </p:cNvPr>
            <p:cNvSpPr txBox="1"/>
            <p:nvPr/>
          </p:nvSpPr>
          <p:spPr>
            <a:xfrm>
              <a:off x="685585" y="5430025"/>
              <a:ext cx="981076" cy="369332"/>
            </a:xfrm>
            <a:prstGeom prst="rect">
              <a:avLst/>
            </a:prstGeom>
            <a:noFill/>
          </p:spPr>
          <p:txBody>
            <a:bodyPr wrap="square" rtlCol="0">
              <a:spAutoFit/>
            </a:bodyPr>
            <a:lstStyle/>
            <a:p>
              <a:pPr algn="r"/>
              <a:r>
                <a:rPr lang="zh-CN" altLang="en-US" b="1" dirty="0"/>
                <a:t>其他站</a:t>
              </a:r>
            </a:p>
          </p:txBody>
        </p:sp>
        <p:sp>
          <p:nvSpPr>
            <p:cNvPr id="99" name="文本框 98">
              <a:extLst>
                <a:ext uri="{FF2B5EF4-FFF2-40B4-BE49-F238E27FC236}">
                  <a16:creationId xmlns:a16="http://schemas.microsoft.com/office/drawing/2014/main" id="{824E5DB4-E949-41CA-8D08-649370CAC10D}"/>
                </a:ext>
              </a:extLst>
            </p:cNvPr>
            <p:cNvSpPr txBox="1"/>
            <p:nvPr/>
          </p:nvSpPr>
          <p:spPr>
            <a:xfrm>
              <a:off x="11051539" y="2940516"/>
              <a:ext cx="644526" cy="369332"/>
            </a:xfrm>
            <a:prstGeom prst="rect">
              <a:avLst/>
            </a:prstGeom>
            <a:noFill/>
          </p:spPr>
          <p:txBody>
            <a:bodyPr wrap="square" rtlCol="0">
              <a:spAutoFit/>
            </a:bodyPr>
            <a:lstStyle/>
            <a:p>
              <a:r>
                <a:rPr lang="zh-CN" altLang="en-US" b="1" dirty="0"/>
                <a:t>时间</a:t>
              </a:r>
            </a:p>
          </p:txBody>
        </p:sp>
        <p:cxnSp>
          <p:nvCxnSpPr>
            <p:cNvPr id="100" name="直接箭头连接符 99">
              <a:extLst>
                <a:ext uri="{FF2B5EF4-FFF2-40B4-BE49-F238E27FC236}">
                  <a16:creationId xmlns:a16="http://schemas.microsoft.com/office/drawing/2014/main" id="{8973A6A9-16DA-46EF-BDE1-82FC27113192}"/>
                </a:ext>
              </a:extLst>
            </p:cNvPr>
            <p:cNvCxnSpPr>
              <a:cxnSpLocks/>
            </p:cNvCxnSpPr>
            <p:nvPr/>
          </p:nvCxnSpPr>
          <p:spPr>
            <a:xfrm>
              <a:off x="1666661" y="3125182"/>
              <a:ext cx="9367200" cy="0"/>
            </a:xfrm>
            <a:prstGeom prst="straightConnector1">
              <a:avLst/>
            </a:prstGeom>
            <a:ln w="12700">
              <a:solidFill>
                <a:schemeClr val="tx1"/>
              </a:solidFill>
              <a:tailEnd type="triangle"/>
            </a:ln>
          </p:spPr>
          <p:style>
            <a:lnRef idx="1">
              <a:schemeClr val="accent1"/>
            </a:lnRef>
            <a:fillRef idx="0">
              <a:schemeClr val="accent1"/>
            </a:fillRef>
            <a:effectRef idx="0">
              <a:schemeClr val="accent1"/>
            </a:effectRef>
            <a:fontRef idx="minor">
              <a:schemeClr val="tx1"/>
            </a:fontRef>
          </p:style>
        </p:cxnSp>
        <p:sp>
          <p:nvSpPr>
            <p:cNvPr id="101" name="文本框 100">
              <a:extLst>
                <a:ext uri="{FF2B5EF4-FFF2-40B4-BE49-F238E27FC236}">
                  <a16:creationId xmlns:a16="http://schemas.microsoft.com/office/drawing/2014/main" id="{607423BF-70A1-49DF-91BE-85E5DBA4365F}"/>
                </a:ext>
              </a:extLst>
            </p:cNvPr>
            <p:cNvSpPr txBox="1"/>
            <p:nvPr/>
          </p:nvSpPr>
          <p:spPr>
            <a:xfrm>
              <a:off x="11051539" y="5430025"/>
              <a:ext cx="644526" cy="369332"/>
            </a:xfrm>
            <a:prstGeom prst="rect">
              <a:avLst/>
            </a:prstGeom>
            <a:noFill/>
          </p:spPr>
          <p:txBody>
            <a:bodyPr wrap="square" rtlCol="0">
              <a:spAutoFit/>
            </a:bodyPr>
            <a:lstStyle/>
            <a:p>
              <a:r>
                <a:rPr lang="zh-CN" altLang="en-US" b="1" dirty="0"/>
                <a:t>时间</a:t>
              </a:r>
            </a:p>
          </p:txBody>
        </p:sp>
        <p:cxnSp>
          <p:nvCxnSpPr>
            <p:cNvPr id="102" name="直接箭头连接符 101">
              <a:extLst>
                <a:ext uri="{FF2B5EF4-FFF2-40B4-BE49-F238E27FC236}">
                  <a16:creationId xmlns:a16="http://schemas.microsoft.com/office/drawing/2014/main" id="{14FB5E63-604F-4789-A8EF-BA385EDAFBFB}"/>
                </a:ext>
              </a:extLst>
            </p:cNvPr>
            <p:cNvCxnSpPr>
              <a:cxnSpLocks/>
            </p:cNvCxnSpPr>
            <p:nvPr/>
          </p:nvCxnSpPr>
          <p:spPr>
            <a:xfrm>
              <a:off x="1666661" y="5614691"/>
              <a:ext cx="9367097" cy="0"/>
            </a:xfrm>
            <a:prstGeom prst="straightConnector1">
              <a:avLst/>
            </a:prstGeom>
            <a:ln w="12700">
              <a:solidFill>
                <a:schemeClr val="tx1"/>
              </a:solidFill>
              <a:tailEnd type="triangle"/>
            </a:ln>
          </p:spPr>
          <p:style>
            <a:lnRef idx="1">
              <a:schemeClr val="accent1"/>
            </a:lnRef>
            <a:fillRef idx="0">
              <a:schemeClr val="accent1"/>
            </a:fillRef>
            <a:effectRef idx="0">
              <a:schemeClr val="accent1"/>
            </a:effectRef>
            <a:fontRef idx="minor">
              <a:schemeClr val="tx1"/>
            </a:fontRef>
          </p:style>
        </p:cxnSp>
        <p:sp>
          <p:nvSpPr>
            <p:cNvPr id="103" name="文本框 102">
              <a:extLst>
                <a:ext uri="{FF2B5EF4-FFF2-40B4-BE49-F238E27FC236}">
                  <a16:creationId xmlns:a16="http://schemas.microsoft.com/office/drawing/2014/main" id="{403C8105-CF44-4AFF-BA70-1502E7FD8965}"/>
                </a:ext>
              </a:extLst>
            </p:cNvPr>
            <p:cNvSpPr txBox="1"/>
            <p:nvPr/>
          </p:nvSpPr>
          <p:spPr>
            <a:xfrm>
              <a:off x="11051539" y="4185271"/>
              <a:ext cx="644526" cy="369332"/>
            </a:xfrm>
            <a:prstGeom prst="rect">
              <a:avLst/>
            </a:prstGeom>
            <a:noFill/>
          </p:spPr>
          <p:txBody>
            <a:bodyPr wrap="square" rtlCol="0">
              <a:spAutoFit/>
            </a:bodyPr>
            <a:lstStyle/>
            <a:p>
              <a:r>
                <a:rPr lang="zh-CN" altLang="en-US" b="1" dirty="0"/>
                <a:t>时间</a:t>
              </a:r>
            </a:p>
          </p:txBody>
        </p:sp>
        <p:cxnSp>
          <p:nvCxnSpPr>
            <p:cNvPr id="109" name="直接箭头连接符 108">
              <a:extLst>
                <a:ext uri="{FF2B5EF4-FFF2-40B4-BE49-F238E27FC236}">
                  <a16:creationId xmlns:a16="http://schemas.microsoft.com/office/drawing/2014/main" id="{C9D30BFA-BD02-48E2-B935-F0EE4CC6842E}"/>
                </a:ext>
              </a:extLst>
            </p:cNvPr>
            <p:cNvCxnSpPr>
              <a:cxnSpLocks/>
            </p:cNvCxnSpPr>
            <p:nvPr/>
          </p:nvCxnSpPr>
          <p:spPr>
            <a:xfrm>
              <a:off x="1666661" y="4369937"/>
              <a:ext cx="9367200" cy="0"/>
            </a:xfrm>
            <a:prstGeom prst="straightConnector1">
              <a:avLst/>
            </a:prstGeom>
            <a:ln w="12700">
              <a:solidFill>
                <a:schemeClr val="tx1"/>
              </a:solidFill>
              <a:tailEnd type="triangle"/>
            </a:ln>
          </p:spPr>
          <p:style>
            <a:lnRef idx="1">
              <a:schemeClr val="accent1"/>
            </a:lnRef>
            <a:fillRef idx="0">
              <a:schemeClr val="accent1"/>
            </a:fillRef>
            <a:effectRef idx="0">
              <a:schemeClr val="accent1"/>
            </a:effectRef>
            <a:fontRef idx="minor">
              <a:schemeClr val="tx1"/>
            </a:fontRef>
          </p:style>
        </p:cxnSp>
      </p:grpSp>
      <p:sp>
        <p:nvSpPr>
          <p:cNvPr id="201" name="矩形 200">
            <a:extLst>
              <a:ext uri="{FF2B5EF4-FFF2-40B4-BE49-F238E27FC236}">
                <a16:creationId xmlns:a16="http://schemas.microsoft.com/office/drawing/2014/main" id="{CBD5A6DC-9263-45C1-A676-C7BE3852393E}"/>
              </a:ext>
            </a:extLst>
          </p:cNvPr>
          <p:cNvSpPr/>
          <p:nvPr/>
        </p:nvSpPr>
        <p:spPr>
          <a:xfrm>
            <a:off x="1490131" y="3307579"/>
            <a:ext cx="1136650" cy="400110"/>
          </a:xfrm>
          <a:prstGeom prst="rect">
            <a:avLst/>
          </a:prstGeom>
          <a:solidFill>
            <a:schemeClr val="accent4"/>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zh-CN" altLang="en-US" b="1" dirty="0"/>
              <a:t>信道空闲</a:t>
            </a:r>
          </a:p>
        </p:txBody>
      </p:sp>
      <p:grpSp>
        <p:nvGrpSpPr>
          <p:cNvPr id="202" name="组合 201">
            <a:extLst>
              <a:ext uri="{FF2B5EF4-FFF2-40B4-BE49-F238E27FC236}">
                <a16:creationId xmlns:a16="http://schemas.microsoft.com/office/drawing/2014/main" id="{403CFCFF-B779-43D9-8E28-B158A7E142EC}"/>
              </a:ext>
            </a:extLst>
          </p:cNvPr>
          <p:cNvGrpSpPr/>
          <p:nvPr/>
        </p:nvGrpSpPr>
        <p:grpSpPr>
          <a:xfrm>
            <a:off x="2604557" y="3199355"/>
            <a:ext cx="1120774" cy="509285"/>
            <a:chOff x="2781087" y="2616848"/>
            <a:chExt cx="1120774" cy="509285"/>
          </a:xfrm>
        </p:grpSpPr>
        <p:sp>
          <p:nvSpPr>
            <p:cNvPr id="203" name="文本框 202">
              <a:extLst>
                <a:ext uri="{FF2B5EF4-FFF2-40B4-BE49-F238E27FC236}">
                  <a16:creationId xmlns:a16="http://schemas.microsoft.com/office/drawing/2014/main" id="{5A36E446-C357-4E8A-AA5B-D7385BD86E56}"/>
                </a:ext>
              </a:extLst>
            </p:cNvPr>
            <p:cNvSpPr txBox="1"/>
            <p:nvPr/>
          </p:nvSpPr>
          <p:spPr>
            <a:xfrm>
              <a:off x="2781087" y="2616848"/>
              <a:ext cx="1098550" cy="369332"/>
            </a:xfrm>
            <a:prstGeom prst="rect">
              <a:avLst/>
            </a:prstGeom>
            <a:noFill/>
          </p:spPr>
          <p:txBody>
            <a:bodyPr wrap="square" rtlCol="0">
              <a:spAutoFit/>
            </a:bodyPr>
            <a:lstStyle/>
            <a:p>
              <a:pPr algn="ctr"/>
              <a:r>
                <a:rPr lang="en-US" altLang="zh-CN" b="1" dirty="0"/>
                <a:t>DIFS</a:t>
              </a:r>
              <a:endParaRPr lang="zh-CN" altLang="en-US" b="1" dirty="0"/>
            </a:p>
          </p:txBody>
        </p:sp>
        <p:cxnSp>
          <p:nvCxnSpPr>
            <p:cNvPr id="204" name="直接连接符 203">
              <a:extLst>
                <a:ext uri="{FF2B5EF4-FFF2-40B4-BE49-F238E27FC236}">
                  <a16:creationId xmlns:a16="http://schemas.microsoft.com/office/drawing/2014/main" id="{BFF880F2-23DF-4A34-A906-D0FE3A1E216B}"/>
                </a:ext>
              </a:extLst>
            </p:cNvPr>
            <p:cNvCxnSpPr>
              <a:cxnSpLocks/>
            </p:cNvCxnSpPr>
            <p:nvPr/>
          </p:nvCxnSpPr>
          <p:spPr>
            <a:xfrm>
              <a:off x="3901861" y="2724121"/>
              <a:ext cx="0" cy="402012"/>
            </a:xfrm>
            <a:prstGeom prst="line">
              <a:avLst/>
            </a:prstGeom>
            <a:ln w="12700">
              <a:solidFill>
                <a:schemeClr val="tx1"/>
              </a:solidFill>
              <a:tailEnd type="none"/>
            </a:ln>
          </p:spPr>
          <p:style>
            <a:lnRef idx="1">
              <a:schemeClr val="accent1"/>
            </a:lnRef>
            <a:fillRef idx="0">
              <a:schemeClr val="accent1"/>
            </a:fillRef>
            <a:effectRef idx="0">
              <a:schemeClr val="accent1"/>
            </a:effectRef>
            <a:fontRef idx="minor">
              <a:schemeClr val="tx1"/>
            </a:fontRef>
          </p:style>
        </p:cxnSp>
        <p:cxnSp>
          <p:nvCxnSpPr>
            <p:cNvPr id="205" name="直接箭头连接符 204">
              <a:extLst>
                <a:ext uri="{FF2B5EF4-FFF2-40B4-BE49-F238E27FC236}">
                  <a16:creationId xmlns:a16="http://schemas.microsoft.com/office/drawing/2014/main" id="{688F02EC-EA60-4644-AF4D-A4A42FCB242F}"/>
                </a:ext>
              </a:extLst>
            </p:cNvPr>
            <p:cNvCxnSpPr/>
            <p:nvPr/>
          </p:nvCxnSpPr>
          <p:spPr>
            <a:xfrm>
              <a:off x="2803311" y="2940516"/>
              <a:ext cx="1098550" cy="0"/>
            </a:xfrm>
            <a:prstGeom prst="straightConnector1">
              <a:avLst/>
            </a:prstGeom>
            <a:ln w="12700">
              <a:solidFill>
                <a:schemeClr val="tx1"/>
              </a:solidFill>
              <a:headEnd type="triangle"/>
              <a:tailEnd type="triangle"/>
            </a:ln>
          </p:spPr>
          <p:style>
            <a:lnRef idx="1">
              <a:schemeClr val="accent1"/>
            </a:lnRef>
            <a:fillRef idx="0">
              <a:schemeClr val="accent1"/>
            </a:fillRef>
            <a:effectRef idx="0">
              <a:schemeClr val="accent1"/>
            </a:effectRef>
            <a:fontRef idx="minor">
              <a:schemeClr val="tx1"/>
            </a:fontRef>
          </p:style>
        </p:cxnSp>
      </p:grpSp>
      <p:grpSp>
        <p:nvGrpSpPr>
          <p:cNvPr id="206" name="组合 205">
            <a:extLst>
              <a:ext uri="{FF2B5EF4-FFF2-40B4-BE49-F238E27FC236}">
                <a16:creationId xmlns:a16="http://schemas.microsoft.com/office/drawing/2014/main" id="{A0087DF4-4649-4DC8-ADC5-73575CA1F1A3}"/>
              </a:ext>
            </a:extLst>
          </p:cNvPr>
          <p:cNvGrpSpPr/>
          <p:nvPr/>
        </p:nvGrpSpPr>
        <p:grpSpPr>
          <a:xfrm>
            <a:off x="1944937" y="3705787"/>
            <a:ext cx="1363688" cy="830190"/>
            <a:chOff x="4018800" y="2864874"/>
            <a:chExt cx="1363688" cy="830190"/>
          </a:xfrm>
        </p:grpSpPr>
        <p:sp>
          <p:nvSpPr>
            <p:cNvPr id="207" name="文本框 206">
              <a:extLst>
                <a:ext uri="{FF2B5EF4-FFF2-40B4-BE49-F238E27FC236}">
                  <a16:creationId xmlns:a16="http://schemas.microsoft.com/office/drawing/2014/main" id="{D043B378-50E9-475F-A0A4-BA17D4C286B8}"/>
                </a:ext>
              </a:extLst>
            </p:cNvPr>
            <p:cNvSpPr txBox="1"/>
            <p:nvPr/>
          </p:nvSpPr>
          <p:spPr>
            <a:xfrm>
              <a:off x="4018800" y="3325732"/>
              <a:ext cx="1363688" cy="369332"/>
            </a:xfrm>
            <a:prstGeom prst="rect">
              <a:avLst/>
            </a:prstGeom>
            <a:noFill/>
          </p:spPr>
          <p:txBody>
            <a:bodyPr wrap="square" rtlCol="0">
              <a:spAutoFit/>
            </a:bodyPr>
            <a:lstStyle/>
            <a:p>
              <a:pPr algn="ctr"/>
              <a:r>
                <a:rPr lang="zh-CN" altLang="en-US" b="1" dirty="0">
                  <a:solidFill>
                    <a:schemeClr val="accent3"/>
                  </a:solidFill>
                  <a:latin typeface="Arial Narrow" panose="020B0606020202030204" pitchFamily="34" charset="0"/>
                </a:rPr>
                <a:t>有帧要发送</a:t>
              </a:r>
            </a:p>
          </p:txBody>
        </p:sp>
        <p:cxnSp>
          <p:nvCxnSpPr>
            <p:cNvPr id="208" name="直接箭头连接符 207">
              <a:extLst>
                <a:ext uri="{FF2B5EF4-FFF2-40B4-BE49-F238E27FC236}">
                  <a16:creationId xmlns:a16="http://schemas.microsoft.com/office/drawing/2014/main" id="{E9431535-4218-4088-9B7F-6605F883266F}"/>
                </a:ext>
              </a:extLst>
            </p:cNvPr>
            <p:cNvCxnSpPr>
              <a:cxnSpLocks/>
            </p:cNvCxnSpPr>
            <p:nvPr/>
          </p:nvCxnSpPr>
          <p:spPr>
            <a:xfrm flipV="1">
              <a:off x="4702471" y="2864874"/>
              <a:ext cx="0" cy="521823"/>
            </a:xfrm>
            <a:prstGeom prst="straightConnector1">
              <a:avLst/>
            </a:prstGeom>
            <a:ln w="25400">
              <a:solidFill>
                <a:schemeClr val="tx1"/>
              </a:solidFill>
              <a:tailEnd type="triangle" w="med" len="lg"/>
            </a:ln>
          </p:spPr>
          <p:style>
            <a:lnRef idx="1">
              <a:schemeClr val="accent1"/>
            </a:lnRef>
            <a:fillRef idx="0">
              <a:schemeClr val="accent1"/>
            </a:fillRef>
            <a:effectRef idx="0">
              <a:schemeClr val="accent1"/>
            </a:effectRef>
            <a:fontRef idx="minor">
              <a:schemeClr val="tx1"/>
            </a:fontRef>
          </p:style>
        </p:cxnSp>
      </p:grpSp>
      <p:grpSp>
        <p:nvGrpSpPr>
          <p:cNvPr id="54" name="组合 53">
            <a:extLst>
              <a:ext uri="{FF2B5EF4-FFF2-40B4-BE49-F238E27FC236}">
                <a16:creationId xmlns:a16="http://schemas.microsoft.com/office/drawing/2014/main" id="{33B3B345-BC44-45F3-BB33-A134B9999CD0}"/>
              </a:ext>
            </a:extLst>
          </p:cNvPr>
          <p:cNvGrpSpPr/>
          <p:nvPr/>
        </p:nvGrpSpPr>
        <p:grpSpPr>
          <a:xfrm>
            <a:off x="3709885" y="3705787"/>
            <a:ext cx="404036" cy="1245704"/>
            <a:chOff x="3709885" y="3705787"/>
            <a:chExt cx="404036" cy="1245704"/>
          </a:xfrm>
        </p:grpSpPr>
        <p:sp>
          <p:nvSpPr>
            <p:cNvPr id="210" name="平行四边形 209">
              <a:extLst>
                <a:ext uri="{FF2B5EF4-FFF2-40B4-BE49-F238E27FC236}">
                  <a16:creationId xmlns:a16="http://schemas.microsoft.com/office/drawing/2014/main" id="{71AF24C0-1417-422F-9A99-A0A670F03A0A}"/>
                </a:ext>
              </a:extLst>
            </p:cNvPr>
            <p:cNvSpPr/>
            <p:nvPr/>
          </p:nvSpPr>
          <p:spPr>
            <a:xfrm flipH="1">
              <a:off x="3725331" y="3705787"/>
              <a:ext cx="388590" cy="1245704"/>
            </a:xfrm>
            <a:prstGeom prst="parallelogram">
              <a:avLst>
                <a:gd name="adj" fmla="val 36439"/>
              </a:avLst>
            </a:prstGeom>
            <a:solidFill>
              <a:schemeClr val="accent6">
                <a:lumMod val="50000"/>
              </a:schemeClr>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b="1" dirty="0">
                <a:latin typeface="宋体" panose="02010600030101010101" pitchFamily="2" charset="-122"/>
                <a:ea typeface="宋体" panose="02010600030101010101" pitchFamily="2" charset="-122"/>
              </a:endParaRPr>
            </a:p>
          </p:txBody>
        </p:sp>
        <p:cxnSp>
          <p:nvCxnSpPr>
            <p:cNvPr id="212" name="直接箭头连接符 211">
              <a:extLst>
                <a:ext uri="{FF2B5EF4-FFF2-40B4-BE49-F238E27FC236}">
                  <a16:creationId xmlns:a16="http://schemas.microsoft.com/office/drawing/2014/main" id="{E001F61D-5514-4F19-B133-E4CCB9FC4C5B}"/>
                </a:ext>
              </a:extLst>
            </p:cNvPr>
            <p:cNvCxnSpPr>
              <a:cxnSpLocks/>
            </p:cNvCxnSpPr>
            <p:nvPr/>
          </p:nvCxnSpPr>
          <p:spPr>
            <a:xfrm>
              <a:off x="3937293" y="4459260"/>
              <a:ext cx="51777" cy="328379"/>
            </a:xfrm>
            <a:prstGeom prst="straightConnector1">
              <a:avLst/>
            </a:prstGeom>
            <a:ln w="38100">
              <a:solidFill>
                <a:schemeClr val="bg1"/>
              </a:solidFill>
              <a:tailEnd type="triangle"/>
            </a:ln>
          </p:spPr>
          <p:style>
            <a:lnRef idx="1">
              <a:schemeClr val="accent1"/>
            </a:lnRef>
            <a:fillRef idx="0">
              <a:schemeClr val="accent1"/>
            </a:fillRef>
            <a:effectRef idx="0">
              <a:schemeClr val="accent1"/>
            </a:effectRef>
            <a:fontRef idx="minor">
              <a:schemeClr val="tx1"/>
            </a:fontRef>
          </p:style>
        </p:cxnSp>
        <p:sp>
          <p:nvSpPr>
            <p:cNvPr id="50" name="文本框 49">
              <a:extLst>
                <a:ext uri="{FF2B5EF4-FFF2-40B4-BE49-F238E27FC236}">
                  <a16:creationId xmlns:a16="http://schemas.microsoft.com/office/drawing/2014/main" id="{C72528BC-37CC-4C3D-901D-0B944A5167F1}"/>
                </a:ext>
              </a:extLst>
            </p:cNvPr>
            <p:cNvSpPr txBox="1"/>
            <p:nvPr/>
          </p:nvSpPr>
          <p:spPr>
            <a:xfrm rot="5016764">
              <a:off x="3572288" y="3987483"/>
              <a:ext cx="644526" cy="369332"/>
            </a:xfrm>
            <a:prstGeom prst="rect">
              <a:avLst/>
            </a:prstGeom>
            <a:noFill/>
          </p:spPr>
          <p:txBody>
            <a:bodyPr wrap="square" rtlCol="0">
              <a:spAutoFit/>
            </a:bodyPr>
            <a:lstStyle/>
            <a:p>
              <a:pPr algn="ctr"/>
              <a:r>
                <a:rPr lang="en-US" altLang="zh-CN" b="1" dirty="0">
                  <a:solidFill>
                    <a:schemeClr val="bg1"/>
                  </a:solidFill>
                </a:rPr>
                <a:t>RTS</a:t>
              </a:r>
              <a:endParaRPr lang="zh-CN" altLang="en-US" b="1" dirty="0">
                <a:solidFill>
                  <a:schemeClr val="bg1"/>
                </a:solidFill>
              </a:endParaRPr>
            </a:p>
          </p:txBody>
        </p:sp>
      </p:grpSp>
      <p:grpSp>
        <p:nvGrpSpPr>
          <p:cNvPr id="213" name="组合 212">
            <a:extLst>
              <a:ext uri="{FF2B5EF4-FFF2-40B4-BE49-F238E27FC236}">
                <a16:creationId xmlns:a16="http://schemas.microsoft.com/office/drawing/2014/main" id="{F8542F55-5F8E-4556-A457-3432A4CF167F}"/>
              </a:ext>
            </a:extLst>
          </p:cNvPr>
          <p:cNvGrpSpPr/>
          <p:nvPr/>
        </p:nvGrpSpPr>
        <p:grpSpPr>
          <a:xfrm>
            <a:off x="4082171" y="4950291"/>
            <a:ext cx="644523" cy="543960"/>
            <a:chOff x="5121057" y="4368987"/>
            <a:chExt cx="644523" cy="543960"/>
          </a:xfrm>
        </p:grpSpPr>
        <p:sp>
          <p:nvSpPr>
            <p:cNvPr id="214" name="文本框 213">
              <a:extLst>
                <a:ext uri="{FF2B5EF4-FFF2-40B4-BE49-F238E27FC236}">
                  <a16:creationId xmlns:a16="http://schemas.microsoft.com/office/drawing/2014/main" id="{DF84D51A-5266-4152-ABE4-B8533A7FC98E}"/>
                </a:ext>
              </a:extLst>
            </p:cNvPr>
            <p:cNvSpPr txBox="1"/>
            <p:nvPr/>
          </p:nvSpPr>
          <p:spPr>
            <a:xfrm>
              <a:off x="5121057" y="4543615"/>
              <a:ext cx="644523" cy="369332"/>
            </a:xfrm>
            <a:prstGeom prst="rect">
              <a:avLst/>
            </a:prstGeom>
            <a:noFill/>
          </p:spPr>
          <p:txBody>
            <a:bodyPr wrap="square" rtlCol="0">
              <a:spAutoFit/>
            </a:bodyPr>
            <a:lstStyle/>
            <a:p>
              <a:pPr algn="ctr"/>
              <a:r>
                <a:rPr lang="en-US" altLang="zh-CN" b="1" dirty="0"/>
                <a:t>SIFS</a:t>
              </a:r>
              <a:endParaRPr lang="zh-CN" altLang="en-US" b="1" dirty="0"/>
            </a:p>
          </p:txBody>
        </p:sp>
        <p:cxnSp>
          <p:nvCxnSpPr>
            <p:cNvPr id="215" name="直接连接符 214">
              <a:extLst>
                <a:ext uri="{FF2B5EF4-FFF2-40B4-BE49-F238E27FC236}">
                  <a16:creationId xmlns:a16="http://schemas.microsoft.com/office/drawing/2014/main" id="{16C7D407-89A7-476B-9F0C-295BA9580EBC}"/>
                </a:ext>
              </a:extLst>
            </p:cNvPr>
            <p:cNvCxnSpPr>
              <a:cxnSpLocks/>
            </p:cNvCxnSpPr>
            <p:nvPr/>
          </p:nvCxnSpPr>
          <p:spPr>
            <a:xfrm>
              <a:off x="5152807" y="4368987"/>
              <a:ext cx="0" cy="402012"/>
            </a:xfrm>
            <a:prstGeom prst="line">
              <a:avLst/>
            </a:prstGeom>
            <a:ln w="12700">
              <a:solidFill>
                <a:schemeClr val="tx1"/>
              </a:solidFill>
              <a:tailEnd type="none"/>
            </a:ln>
          </p:spPr>
          <p:style>
            <a:lnRef idx="1">
              <a:schemeClr val="accent1"/>
            </a:lnRef>
            <a:fillRef idx="0">
              <a:schemeClr val="accent1"/>
            </a:fillRef>
            <a:effectRef idx="0">
              <a:schemeClr val="accent1"/>
            </a:effectRef>
            <a:fontRef idx="minor">
              <a:schemeClr val="tx1"/>
            </a:fontRef>
          </p:style>
        </p:cxnSp>
        <p:cxnSp>
          <p:nvCxnSpPr>
            <p:cNvPr id="216" name="直接连接符 215">
              <a:extLst>
                <a:ext uri="{FF2B5EF4-FFF2-40B4-BE49-F238E27FC236}">
                  <a16:creationId xmlns:a16="http://schemas.microsoft.com/office/drawing/2014/main" id="{F270AF85-16E5-4DF8-A054-EDAE38368D6A}"/>
                </a:ext>
              </a:extLst>
            </p:cNvPr>
            <p:cNvCxnSpPr>
              <a:cxnSpLocks/>
            </p:cNvCxnSpPr>
            <p:nvPr/>
          </p:nvCxnSpPr>
          <p:spPr>
            <a:xfrm>
              <a:off x="5710293" y="4368987"/>
              <a:ext cx="0" cy="402012"/>
            </a:xfrm>
            <a:prstGeom prst="line">
              <a:avLst/>
            </a:prstGeom>
            <a:ln w="12700">
              <a:solidFill>
                <a:schemeClr val="tx1"/>
              </a:solidFill>
              <a:tailEnd type="none"/>
            </a:ln>
          </p:spPr>
          <p:style>
            <a:lnRef idx="1">
              <a:schemeClr val="accent1"/>
            </a:lnRef>
            <a:fillRef idx="0">
              <a:schemeClr val="accent1"/>
            </a:fillRef>
            <a:effectRef idx="0">
              <a:schemeClr val="accent1"/>
            </a:effectRef>
            <a:fontRef idx="minor">
              <a:schemeClr val="tx1"/>
            </a:fontRef>
          </p:style>
        </p:cxnSp>
        <p:cxnSp>
          <p:nvCxnSpPr>
            <p:cNvPr id="217" name="直接箭头连接符 216">
              <a:extLst>
                <a:ext uri="{FF2B5EF4-FFF2-40B4-BE49-F238E27FC236}">
                  <a16:creationId xmlns:a16="http://schemas.microsoft.com/office/drawing/2014/main" id="{32702915-3A58-47BF-8FEF-D1F4B0721E96}"/>
                </a:ext>
              </a:extLst>
            </p:cNvPr>
            <p:cNvCxnSpPr>
              <a:cxnSpLocks/>
            </p:cNvCxnSpPr>
            <p:nvPr/>
          </p:nvCxnSpPr>
          <p:spPr>
            <a:xfrm>
              <a:off x="5152807" y="4543615"/>
              <a:ext cx="557486" cy="0"/>
            </a:xfrm>
            <a:prstGeom prst="straightConnector1">
              <a:avLst/>
            </a:prstGeom>
            <a:ln w="12700">
              <a:solidFill>
                <a:schemeClr val="tx1"/>
              </a:solidFill>
              <a:headEnd type="triangle"/>
              <a:tailEnd type="triangle"/>
            </a:ln>
          </p:spPr>
          <p:style>
            <a:lnRef idx="1">
              <a:schemeClr val="accent1"/>
            </a:lnRef>
            <a:fillRef idx="0">
              <a:schemeClr val="accent1"/>
            </a:fillRef>
            <a:effectRef idx="0">
              <a:schemeClr val="accent1"/>
            </a:effectRef>
            <a:fontRef idx="minor">
              <a:schemeClr val="tx1"/>
            </a:fontRef>
          </p:style>
        </p:cxnSp>
      </p:grpSp>
      <p:grpSp>
        <p:nvGrpSpPr>
          <p:cNvPr id="56" name="组合 55">
            <a:extLst>
              <a:ext uri="{FF2B5EF4-FFF2-40B4-BE49-F238E27FC236}">
                <a16:creationId xmlns:a16="http://schemas.microsoft.com/office/drawing/2014/main" id="{27138416-11FC-4DC9-9FAF-D576ECDA3BD7}"/>
              </a:ext>
            </a:extLst>
          </p:cNvPr>
          <p:cNvGrpSpPr/>
          <p:nvPr/>
        </p:nvGrpSpPr>
        <p:grpSpPr>
          <a:xfrm>
            <a:off x="4654213" y="3705787"/>
            <a:ext cx="412826" cy="1252960"/>
            <a:chOff x="4654213" y="3705787"/>
            <a:chExt cx="412826" cy="1252960"/>
          </a:xfrm>
        </p:grpSpPr>
        <p:sp>
          <p:nvSpPr>
            <p:cNvPr id="218" name="平行四边形 217">
              <a:extLst>
                <a:ext uri="{FF2B5EF4-FFF2-40B4-BE49-F238E27FC236}">
                  <a16:creationId xmlns:a16="http://schemas.microsoft.com/office/drawing/2014/main" id="{79A27340-D172-4D83-95DB-9FFFF0067BC6}"/>
                </a:ext>
              </a:extLst>
            </p:cNvPr>
            <p:cNvSpPr/>
            <p:nvPr/>
          </p:nvSpPr>
          <p:spPr>
            <a:xfrm flipH="1">
              <a:off x="4678449" y="3705787"/>
              <a:ext cx="388590" cy="1245704"/>
            </a:xfrm>
            <a:prstGeom prst="parallelogram">
              <a:avLst>
                <a:gd name="adj" fmla="val 36439"/>
              </a:avLst>
            </a:prstGeom>
            <a:solidFill>
              <a:schemeClr val="accent1">
                <a:lumMod val="50000"/>
              </a:schemeClr>
            </a:solidFill>
            <a:ln>
              <a:solidFill>
                <a:schemeClr val="tx1"/>
              </a:solidFill>
            </a:ln>
            <a:scene3d>
              <a:camera prst="orthographicFront">
                <a:rot lat="0" lon="10800000" rev="0"/>
              </a:camera>
              <a:lightRig rig="threePt" dir="t"/>
            </a:scene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b="1" dirty="0">
                <a:latin typeface="宋体" panose="02010600030101010101" pitchFamily="2" charset="-122"/>
                <a:ea typeface="宋体" panose="02010600030101010101" pitchFamily="2" charset="-122"/>
              </a:endParaRPr>
            </a:p>
          </p:txBody>
        </p:sp>
        <p:sp>
          <p:nvSpPr>
            <p:cNvPr id="219" name="文本框 218">
              <a:extLst>
                <a:ext uri="{FF2B5EF4-FFF2-40B4-BE49-F238E27FC236}">
                  <a16:creationId xmlns:a16="http://schemas.microsoft.com/office/drawing/2014/main" id="{699EB066-EC6F-4F49-A2C7-0729522B5CEB}"/>
                </a:ext>
              </a:extLst>
            </p:cNvPr>
            <p:cNvSpPr txBox="1"/>
            <p:nvPr/>
          </p:nvSpPr>
          <p:spPr>
            <a:xfrm rot="16589550">
              <a:off x="4516616" y="4451818"/>
              <a:ext cx="644526" cy="369332"/>
            </a:xfrm>
            <a:prstGeom prst="rect">
              <a:avLst/>
            </a:prstGeom>
            <a:noFill/>
          </p:spPr>
          <p:txBody>
            <a:bodyPr wrap="square" rtlCol="0">
              <a:spAutoFit/>
            </a:bodyPr>
            <a:lstStyle/>
            <a:p>
              <a:pPr algn="ctr"/>
              <a:r>
                <a:rPr lang="en-US" altLang="zh-CN" b="1" dirty="0">
                  <a:solidFill>
                    <a:schemeClr val="bg1"/>
                  </a:solidFill>
                </a:rPr>
                <a:t>CTS</a:t>
              </a:r>
              <a:endParaRPr lang="zh-CN" altLang="en-US" b="1" dirty="0">
                <a:solidFill>
                  <a:schemeClr val="bg1"/>
                </a:solidFill>
              </a:endParaRPr>
            </a:p>
          </p:txBody>
        </p:sp>
        <p:cxnSp>
          <p:nvCxnSpPr>
            <p:cNvPr id="220" name="直接箭头连接符 219">
              <a:extLst>
                <a:ext uri="{FF2B5EF4-FFF2-40B4-BE49-F238E27FC236}">
                  <a16:creationId xmlns:a16="http://schemas.microsoft.com/office/drawing/2014/main" id="{B42E3466-3525-44FE-A3AA-207EDADFA442}"/>
                </a:ext>
              </a:extLst>
            </p:cNvPr>
            <p:cNvCxnSpPr>
              <a:cxnSpLocks/>
            </p:cNvCxnSpPr>
            <p:nvPr/>
          </p:nvCxnSpPr>
          <p:spPr>
            <a:xfrm flipV="1">
              <a:off x="4872744" y="3945404"/>
              <a:ext cx="48506" cy="382451"/>
            </a:xfrm>
            <a:prstGeom prst="straightConnector1">
              <a:avLst/>
            </a:prstGeom>
            <a:ln w="38100">
              <a:solidFill>
                <a:schemeClr val="bg1"/>
              </a:solidFill>
              <a:tailEnd type="triangle"/>
            </a:ln>
          </p:spPr>
          <p:style>
            <a:lnRef idx="1">
              <a:schemeClr val="accent1"/>
            </a:lnRef>
            <a:fillRef idx="0">
              <a:schemeClr val="accent1"/>
            </a:fillRef>
            <a:effectRef idx="0">
              <a:schemeClr val="accent1"/>
            </a:effectRef>
            <a:fontRef idx="minor">
              <a:schemeClr val="tx1"/>
            </a:fontRef>
          </p:style>
        </p:cxnSp>
      </p:grpSp>
      <p:grpSp>
        <p:nvGrpSpPr>
          <p:cNvPr id="221" name="组合 220">
            <a:extLst>
              <a:ext uri="{FF2B5EF4-FFF2-40B4-BE49-F238E27FC236}">
                <a16:creationId xmlns:a16="http://schemas.microsoft.com/office/drawing/2014/main" id="{FC7732AA-96C4-422C-9D6D-F019F9E8D0C5}"/>
              </a:ext>
            </a:extLst>
          </p:cNvPr>
          <p:cNvGrpSpPr/>
          <p:nvPr/>
        </p:nvGrpSpPr>
        <p:grpSpPr>
          <a:xfrm>
            <a:off x="5034431" y="3176454"/>
            <a:ext cx="644523" cy="532186"/>
            <a:chOff x="5121057" y="4238813"/>
            <a:chExt cx="644523" cy="532186"/>
          </a:xfrm>
        </p:grpSpPr>
        <p:sp>
          <p:nvSpPr>
            <p:cNvPr id="222" name="文本框 221">
              <a:extLst>
                <a:ext uri="{FF2B5EF4-FFF2-40B4-BE49-F238E27FC236}">
                  <a16:creationId xmlns:a16="http://schemas.microsoft.com/office/drawing/2014/main" id="{B1115B59-7D90-4DB2-898E-8924F2F08D00}"/>
                </a:ext>
              </a:extLst>
            </p:cNvPr>
            <p:cNvSpPr txBox="1"/>
            <p:nvPr/>
          </p:nvSpPr>
          <p:spPr>
            <a:xfrm>
              <a:off x="5121057" y="4238813"/>
              <a:ext cx="644523" cy="369332"/>
            </a:xfrm>
            <a:prstGeom prst="rect">
              <a:avLst/>
            </a:prstGeom>
            <a:noFill/>
          </p:spPr>
          <p:txBody>
            <a:bodyPr wrap="square" rtlCol="0">
              <a:spAutoFit/>
            </a:bodyPr>
            <a:lstStyle/>
            <a:p>
              <a:pPr algn="ctr"/>
              <a:r>
                <a:rPr lang="en-US" altLang="zh-CN" b="1" dirty="0"/>
                <a:t>SIFS</a:t>
              </a:r>
              <a:endParaRPr lang="zh-CN" altLang="en-US" b="1" dirty="0"/>
            </a:p>
          </p:txBody>
        </p:sp>
        <p:cxnSp>
          <p:nvCxnSpPr>
            <p:cNvPr id="223" name="直接连接符 222">
              <a:extLst>
                <a:ext uri="{FF2B5EF4-FFF2-40B4-BE49-F238E27FC236}">
                  <a16:creationId xmlns:a16="http://schemas.microsoft.com/office/drawing/2014/main" id="{0779640C-04A0-47A5-9B85-5765D2E89DCD}"/>
                </a:ext>
              </a:extLst>
            </p:cNvPr>
            <p:cNvCxnSpPr>
              <a:cxnSpLocks/>
            </p:cNvCxnSpPr>
            <p:nvPr/>
          </p:nvCxnSpPr>
          <p:spPr>
            <a:xfrm>
              <a:off x="5152807" y="4368987"/>
              <a:ext cx="0" cy="402012"/>
            </a:xfrm>
            <a:prstGeom prst="line">
              <a:avLst/>
            </a:prstGeom>
            <a:ln w="12700">
              <a:solidFill>
                <a:schemeClr val="tx1"/>
              </a:solidFill>
              <a:tailEnd type="none"/>
            </a:ln>
          </p:spPr>
          <p:style>
            <a:lnRef idx="1">
              <a:schemeClr val="accent1"/>
            </a:lnRef>
            <a:fillRef idx="0">
              <a:schemeClr val="accent1"/>
            </a:fillRef>
            <a:effectRef idx="0">
              <a:schemeClr val="accent1"/>
            </a:effectRef>
            <a:fontRef idx="minor">
              <a:schemeClr val="tx1"/>
            </a:fontRef>
          </p:style>
        </p:cxnSp>
        <p:cxnSp>
          <p:nvCxnSpPr>
            <p:cNvPr id="224" name="直接连接符 223">
              <a:extLst>
                <a:ext uri="{FF2B5EF4-FFF2-40B4-BE49-F238E27FC236}">
                  <a16:creationId xmlns:a16="http://schemas.microsoft.com/office/drawing/2014/main" id="{27EDEAB6-86B6-4681-9AEF-AB6269047401}"/>
                </a:ext>
              </a:extLst>
            </p:cNvPr>
            <p:cNvCxnSpPr>
              <a:cxnSpLocks/>
            </p:cNvCxnSpPr>
            <p:nvPr/>
          </p:nvCxnSpPr>
          <p:spPr>
            <a:xfrm>
              <a:off x="5710293" y="4368987"/>
              <a:ext cx="0" cy="402012"/>
            </a:xfrm>
            <a:prstGeom prst="line">
              <a:avLst/>
            </a:prstGeom>
            <a:ln w="12700">
              <a:solidFill>
                <a:schemeClr val="tx1"/>
              </a:solidFill>
              <a:tailEnd type="none"/>
            </a:ln>
          </p:spPr>
          <p:style>
            <a:lnRef idx="1">
              <a:schemeClr val="accent1"/>
            </a:lnRef>
            <a:fillRef idx="0">
              <a:schemeClr val="accent1"/>
            </a:fillRef>
            <a:effectRef idx="0">
              <a:schemeClr val="accent1"/>
            </a:effectRef>
            <a:fontRef idx="minor">
              <a:schemeClr val="tx1"/>
            </a:fontRef>
          </p:style>
        </p:cxnSp>
        <p:cxnSp>
          <p:nvCxnSpPr>
            <p:cNvPr id="225" name="直接箭头连接符 224">
              <a:extLst>
                <a:ext uri="{FF2B5EF4-FFF2-40B4-BE49-F238E27FC236}">
                  <a16:creationId xmlns:a16="http://schemas.microsoft.com/office/drawing/2014/main" id="{7FF1E40E-2B13-439A-943A-99B912D70CCD}"/>
                </a:ext>
              </a:extLst>
            </p:cNvPr>
            <p:cNvCxnSpPr>
              <a:cxnSpLocks/>
            </p:cNvCxnSpPr>
            <p:nvPr/>
          </p:nvCxnSpPr>
          <p:spPr>
            <a:xfrm>
              <a:off x="5152807" y="4543615"/>
              <a:ext cx="557486" cy="0"/>
            </a:xfrm>
            <a:prstGeom prst="straightConnector1">
              <a:avLst/>
            </a:prstGeom>
            <a:ln w="12700">
              <a:solidFill>
                <a:schemeClr val="tx1"/>
              </a:solidFill>
              <a:headEnd type="triangle"/>
              <a:tailEnd type="triangle"/>
            </a:ln>
          </p:spPr>
          <p:style>
            <a:lnRef idx="1">
              <a:schemeClr val="accent1"/>
            </a:lnRef>
            <a:fillRef idx="0">
              <a:schemeClr val="accent1"/>
            </a:fillRef>
            <a:effectRef idx="0">
              <a:schemeClr val="accent1"/>
            </a:effectRef>
            <a:fontRef idx="minor">
              <a:schemeClr val="tx1"/>
            </a:fontRef>
          </p:style>
        </p:cxnSp>
      </p:grpSp>
      <p:grpSp>
        <p:nvGrpSpPr>
          <p:cNvPr id="226" name="组合 225">
            <a:extLst>
              <a:ext uri="{FF2B5EF4-FFF2-40B4-BE49-F238E27FC236}">
                <a16:creationId xmlns:a16="http://schemas.microsoft.com/office/drawing/2014/main" id="{BE7B3104-7EDA-4A47-BAC1-3BCE8B2444C8}"/>
              </a:ext>
            </a:extLst>
          </p:cNvPr>
          <p:cNvGrpSpPr/>
          <p:nvPr/>
        </p:nvGrpSpPr>
        <p:grpSpPr>
          <a:xfrm>
            <a:off x="6842009" y="4950541"/>
            <a:ext cx="644523" cy="543960"/>
            <a:chOff x="5121057" y="4368987"/>
            <a:chExt cx="644523" cy="543960"/>
          </a:xfrm>
        </p:grpSpPr>
        <p:sp>
          <p:nvSpPr>
            <p:cNvPr id="227" name="文本框 226">
              <a:extLst>
                <a:ext uri="{FF2B5EF4-FFF2-40B4-BE49-F238E27FC236}">
                  <a16:creationId xmlns:a16="http://schemas.microsoft.com/office/drawing/2014/main" id="{F39D4CD9-3F2F-419C-8C3F-9FE135A11DE1}"/>
                </a:ext>
              </a:extLst>
            </p:cNvPr>
            <p:cNvSpPr txBox="1"/>
            <p:nvPr/>
          </p:nvSpPr>
          <p:spPr>
            <a:xfrm>
              <a:off x="5121057" y="4543615"/>
              <a:ext cx="644523" cy="369332"/>
            </a:xfrm>
            <a:prstGeom prst="rect">
              <a:avLst/>
            </a:prstGeom>
            <a:noFill/>
          </p:spPr>
          <p:txBody>
            <a:bodyPr wrap="square" rtlCol="0">
              <a:spAutoFit/>
            </a:bodyPr>
            <a:lstStyle/>
            <a:p>
              <a:pPr algn="ctr"/>
              <a:r>
                <a:rPr lang="en-US" altLang="zh-CN" b="1" dirty="0"/>
                <a:t>SIFS</a:t>
              </a:r>
              <a:endParaRPr lang="zh-CN" altLang="en-US" b="1" dirty="0"/>
            </a:p>
          </p:txBody>
        </p:sp>
        <p:cxnSp>
          <p:nvCxnSpPr>
            <p:cNvPr id="228" name="直接连接符 227">
              <a:extLst>
                <a:ext uri="{FF2B5EF4-FFF2-40B4-BE49-F238E27FC236}">
                  <a16:creationId xmlns:a16="http://schemas.microsoft.com/office/drawing/2014/main" id="{E6DC4C0C-3EF7-4A39-A871-2379F43DDEB9}"/>
                </a:ext>
              </a:extLst>
            </p:cNvPr>
            <p:cNvCxnSpPr>
              <a:cxnSpLocks/>
            </p:cNvCxnSpPr>
            <p:nvPr/>
          </p:nvCxnSpPr>
          <p:spPr>
            <a:xfrm>
              <a:off x="5152807" y="4368987"/>
              <a:ext cx="0" cy="402012"/>
            </a:xfrm>
            <a:prstGeom prst="line">
              <a:avLst/>
            </a:prstGeom>
            <a:ln w="12700">
              <a:solidFill>
                <a:schemeClr val="tx1"/>
              </a:solidFill>
              <a:tailEnd type="none"/>
            </a:ln>
          </p:spPr>
          <p:style>
            <a:lnRef idx="1">
              <a:schemeClr val="accent1"/>
            </a:lnRef>
            <a:fillRef idx="0">
              <a:schemeClr val="accent1"/>
            </a:fillRef>
            <a:effectRef idx="0">
              <a:schemeClr val="accent1"/>
            </a:effectRef>
            <a:fontRef idx="minor">
              <a:schemeClr val="tx1"/>
            </a:fontRef>
          </p:style>
        </p:cxnSp>
        <p:cxnSp>
          <p:nvCxnSpPr>
            <p:cNvPr id="229" name="直接连接符 228">
              <a:extLst>
                <a:ext uri="{FF2B5EF4-FFF2-40B4-BE49-F238E27FC236}">
                  <a16:creationId xmlns:a16="http://schemas.microsoft.com/office/drawing/2014/main" id="{73533F96-3BDD-4753-9EED-1A08E604B1B0}"/>
                </a:ext>
              </a:extLst>
            </p:cNvPr>
            <p:cNvCxnSpPr>
              <a:cxnSpLocks/>
            </p:cNvCxnSpPr>
            <p:nvPr/>
          </p:nvCxnSpPr>
          <p:spPr>
            <a:xfrm>
              <a:off x="5710293" y="4368987"/>
              <a:ext cx="0" cy="402012"/>
            </a:xfrm>
            <a:prstGeom prst="line">
              <a:avLst/>
            </a:prstGeom>
            <a:ln w="12700">
              <a:solidFill>
                <a:schemeClr val="tx1"/>
              </a:solidFill>
              <a:tailEnd type="none"/>
            </a:ln>
          </p:spPr>
          <p:style>
            <a:lnRef idx="1">
              <a:schemeClr val="accent1"/>
            </a:lnRef>
            <a:fillRef idx="0">
              <a:schemeClr val="accent1"/>
            </a:fillRef>
            <a:effectRef idx="0">
              <a:schemeClr val="accent1"/>
            </a:effectRef>
            <a:fontRef idx="minor">
              <a:schemeClr val="tx1"/>
            </a:fontRef>
          </p:style>
        </p:cxnSp>
        <p:cxnSp>
          <p:nvCxnSpPr>
            <p:cNvPr id="230" name="直接箭头连接符 229">
              <a:extLst>
                <a:ext uri="{FF2B5EF4-FFF2-40B4-BE49-F238E27FC236}">
                  <a16:creationId xmlns:a16="http://schemas.microsoft.com/office/drawing/2014/main" id="{ED3BD2B5-2D7F-420B-9849-C0DB15050827}"/>
                </a:ext>
              </a:extLst>
            </p:cNvPr>
            <p:cNvCxnSpPr>
              <a:cxnSpLocks/>
            </p:cNvCxnSpPr>
            <p:nvPr/>
          </p:nvCxnSpPr>
          <p:spPr>
            <a:xfrm>
              <a:off x="5152807" y="4543615"/>
              <a:ext cx="557486" cy="0"/>
            </a:xfrm>
            <a:prstGeom prst="straightConnector1">
              <a:avLst/>
            </a:prstGeom>
            <a:ln w="12700">
              <a:solidFill>
                <a:schemeClr val="tx1"/>
              </a:solidFill>
              <a:headEnd type="triangle"/>
              <a:tailEnd type="triangle"/>
            </a:ln>
          </p:spPr>
          <p:style>
            <a:lnRef idx="1">
              <a:schemeClr val="accent1"/>
            </a:lnRef>
            <a:fillRef idx="0">
              <a:schemeClr val="accent1"/>
            </a:fillRef>
            <a:effectRef idx="0">
              <a:schemeClr val="accent1"/>
            </a:effectRef>
            <a:fontRef idx="minor">
              <a:schemeClr val="tx1"/>
            </a:fontRef>
          </p:style>
        </p:cxnSp>
      </p:grpSp>
      <p:grpSp>
        <p:nvGrpSpPr>
          <p:cNvPr id="231" name="组合 230">
            <a:extLst>
              <a:ext uri="{FF2B5EF4-FFF2-40B4-BE49-F238E27FC236}">
                <a16:creationId xmlns:a16="http://schemas.microsoft.com/office/drawing/2014/main" id="{6314FE5E-8FD6-4139-B007-AEF6270A0629}"/>
              </a:ext>
            </a:extLst>
          </p:cNvPr>
          <p:cNvGrpSpPr/>
          <p:nvPr/>
        </p:nvGrpSpPr>
        <p:grpSpPr>
          <a:xfrm>
            <a:off x="5622810" y="3705787"/>
            <a:ext cx="1250949" cy="1245704"/>
            <a:chOff x="3901858" y="3124233"/>
            <a:chExt cx="1250949" cy="1245704"/>
          </a:xfrm>
        </p:grpSpPr>
        <p:sp>
          <p:nvSpPr>
            <p:cNvPr id="232" name="平行四边形 231">
              <a:extLst>
                <a:ext uri="{FF2B5EF4-FFF2-40B4-BE49-F238E27FC236}">
                  <a16:creationId xmlns:a16="http://schemas.microsoft.com/office/drawing/2014/main" id="{84E5EE81-F4BC-4303-A2F7-4132AE0F978D}"/>
                </a:ext>
              </a:extLst>
            </p:cNvPr>
            <p:cNvSpPr/>
            <p:nvPr/>
          </p:nvSpPr>
          <p:spPr>
            <a:xfrm flipH="1">
              <a:off x="3901858" y="3124233"/>
              <a:ext cx="1250949" cy="1245704"/>
            </a:xfrm>
            <a:prstGeom prst="parallelogram">
              <a:avLst/>
            </a:prstGeom>
            <a:solidFill>
              <a:schemeClr val="accent3"/>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b="1" dirty="0">
                <a:latin typeface="宋体" panose="02010600030101010101" pitchFamily="2" charset="-122"/>
                <a:ea typeface="宋体" panose="02010600030101010101" pitchFamily="2" charset="-122"/>
              </a:endParaRPr>
            </a:p>
          </p:txBody>
        </p:sp>
        <p:sp>
          <p:nvSpPr>
            <p:cNvPr id="233" name="文本框 232">
              <a:extLst>
                <a:ext uri="{FF2B5EF4-FFF2-40B4-BE49-F238E27FC236}">
                  <a16:creationId xmlns:a16="http://schemas.microsoft.com/office/drawing/2014/main" id="{9D512235-9D87-4707-944E-0A0B18D77C21}"/>
                </a:ext>
              </a:extLst>
            </p:cNvPr>
            <p:cNvSpPr txBox="1"/>
            <p:nvPr/>
          </p:nvSpPr>
          <p:spPr>
            <a:xfrm>
              <a:off x="4036794" y="3241201"/>
              <a:ext cx="981076" cy="646331"/>
            </a:xfrm>
            <a:prstGeom prst="rect">
              <a:avLst/>
            </a:prstGeom>
            <a:noFill/>
          </p:spPr>
          <p:txBody>
            <a:bodyPr wrap="square" rtlCol="0">
              <a:spAutoFit/>
            </a:bodyPr>
            <a:lstStyle/>
            <a:p>
              <a:pPr algn="ctr"/>
              <a:r>
                <a:rPr lang="zh-CN" altLang="en-US" b="1" dirty="0">
                  <a:solidFill>
                    <a:schemeClr val="bg1"/>
                  </a:solidFill>
                </a:rPr>
                <a:t>第</a:t>
              </a:r>
              <a:r>
                <a:rPr lang="en-US" altLang="zh-CN" b="1" dirty="0">
                  <a:solidFill>
                    <a:schemeClr val="bg1"/>
                  </a:solidFill>
                </a:rPr>
                <a:t>1</a:t>
              </a:r>
              <a:r>
                <a:rPr lang="zh-CN" altLang="en-US" b="1" dirty="0">
                  <a:solidFill>
                    <a:schemeClr val="bg1"/>
                  </a:solidFill>
                </a:rPr>
                <a:t>个</a:t>
              </a:r>
              <a:endParaRPr lang="en-US" altLang="zh-CN" b="1" dirty="0">
                <a:solidFill>
                  <a:schemeClr val="bg1"/>
                </a:solidFill>
              </a:endParaRPr>
            </a:p>
            <a:p>
              <a:pPr algn="ctr"/>
              <a:r>
                <a:rPr lang="zh-CN" altLang="en-US" b="1" dirty="0">
                  <a:solidFill>
                    <a:schemeClr val="bg1"/>
                  </a:solidFill>
                </a:rPr>
                <a:t>数据帧</a:t>
              </a:r>
            </a:p>
          </p:txBody>
        </p:sp>
        <p:cxnSp>
          <p:nvCxnSpPr>
            <p:cNvPr id="234" name="直接箭头连接符 233">
              <a:extLst>
                <a:ext uri="{FF2B5EF4-FFF2-40B4-BE49-F238E27FC236}">
                  <a16:creationId xmlns:a16="http://schemas.microsoft.com/office/drawing/2014/main" id="{A64AF148-73BB-4D35-BB2B-6315C1688278}"/>
                </a:ext>
              </a:extLst>
            </p:cNvPr>
            <p:cNvCxnSpPr/>
            <p:nvPr/>
          </p:nvCxnSpPr>
          <p:spPr>
            <a:xfrm>
              <a:off x="4565842" y="3880823"/>
              <a:ext cx="85308" cy="345801"/>
            </a:xfrm>
            <a:prstGeom prst="straightConnector1">
              <a:avLst/>
            </a:prstGeom>
            <a:ln w="38100">
              <a:solidFill>
                <a:schemeClr val="bg1"/>
              </a:solidFill>
              <a:tailEnd type="triangle"/>
            </a:ln>
          </p:spPr>
          <p:style>
            <a:lnRef idx="1">
              <a:schemeClr val="accent1"/>
            </a:lnRef>
            <a:fillRef idx="0">
              <a:schemeClr val="accent1"/>
            </a:fillRef>
            <a:effectRef idx="0">
              <a:schemeClr val="accent1"/>
            </a:effectRef>
            <a:fontRef idx="minor">
              <a:schemeClr val="tx1"/>
            </a:fontRef>
          </p:style>
        </p:cxnSp>
      </p:grpSp>
      <p:grpSp>
        <p:nvGrpSpPr>
          <p:cNvPr id="235" name="组合 234">
            <a:extLst>
              <a:ext uri="{FF2B5EF4-FFF2-40B4-BE49-F238E27FC236}">
                <a16:creationId xmlns:a16="http://schemas.microsoft.com/office/drawing/2014/main" id="{D4722DFC-D81B-47DE-AF57-7507B94D7D5C}"/>
              </a:ext>
            </a:extLst>
          </p:cNvPr>
          <p:cNvGrpSpPr/>
          <p:nvPr/>
        </p:nvGrpSpPr>
        <p:grpSpPr>
          <a:xfrm>
            <a:off x="7431245" y="3705787"/>
            <a:ext cx="644526" cy="1249899"/>
            <a:chOff x="5710293" y="3124233"/>
            <a:chExt cx="644526" cy="1249899"/>
          </a:xfrm>
        </p:grpSpPr>
        <p:sp>
          <p:nvSpPr>
            <p:cNvPr id="236" name="平行四边形 235">
              <a:extLst>
                <a:ext uri="{FF2B5EF4-FFF2-40B4-BE49-F238E27FC236}">
                  <a16:creationId xmlns:a16="http://schemas.microsoft.com/office/drawing/2014/main" id="{549A7781-F5B6-45F3-B836-9B948E558CFA}"/>
                </a:ext>
              </a:extLst>
            </p:cNvPr>
            <p:cNvSpPr/>
            <p:nvPr/>
          </p:nvSpPr>
          <p:spPr>
            <a:xfrm>
              <a:off x="5710293" y="3124233"/>
              <a:ext cx="644526" cy="1245704"/>
            </a:xfrm>
            <a:prstGeom prst="parallelogram">
              <a:avLst>
                <a:gd name="adj" fmla="val 46023"/>
              </a:avLst>
            </a:prstGeom>
            <a:solidFill>
              <a:schemeClr val="accent5"/>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237" name="文本框 236">
              <a:extLst>
                <a:ext uri="{FF2B5EF4-FFF2-40B4-BE49-F238E27FC236}">
                  <a16:creationId xmlns:a16="http://schemas.microsoft.com/office/drawing/2014/main" id="{EE65319E-07AC-4EE4-9010-4FEF1A381329}"/>
                </a:ext>
              </a:extLst>
            </p:cNvPr>
            <p:cNvSpPr txBox="1"/>
            <p:nvPr/>
          </p:nvSpPr>
          <p:spPr>
            <a:xfrm rot="16963893">
              <a:off x="5653799" y="3893704"/>
              <a:ext cx="591525" cy="369332"/>
            </a:xfrm>
            <a:prstGeom prst="rect">
              <a:avLst/>
            </a:prstGeom>
            <a:noFill/>
          </p:spPr>
          <p:txBody>
            <a:bodyPr wrap="square" rtlCol="0">
              <a:spAutoFit/>
            </a:bodyPr>
            <a:lstStyle/>
            <a:p>
              <a:pPr algn="ctr"/>
              <a:r>
                <a:rPr lang="en-US" altLang="zh-CN" b="1" dirty="0">
                  <a:solidFill>
                    <a:schemeClr val="bg1"/>
                  </a:solidFill>
                </a:rPr>
                <a:t>ACK</a:t>
              </a:r>
              <a:endParaRPr lang="zh-CN" altLang="en-US" b="1" dirty="0">
                <a:solidFill>
                  <a:schemeClr val="bg1"/>
                </a:solidFill>
              </a:endParaRPr>
            </a:p>
          </p:txBody>
        </p:sp>
        <p:cxnSp>
          <p:nvCxnSpPr>
            <p:cNvPr id="238" name="直接箭头连接符 237">
              <a:extLst>
                <a:ext uri="{FF2B5EF4-FFF2-40B4-BE49-F238E27FC236}">
                  <a16:creationId xmlns:a16="http://schemas.microsoft.com/office/drawing/2014/main" id="{8AAFCFC7-9FE2-41CF-97BD-7048557C6519}"/>
                </a:ext>
              </a:extLst>
            </p:cNvPr>
            <p:cNvCxnSpPr>
              <a:cxnSpLocks/>
            </p:cNvCxnSpPr>
            <p:nvPr/>
          </p:nvCxnSpPr>
          <p:spPr>
            <a:xfrm flipV="1">
              <a:off x="6032556" y="3355319"/>
              <a:ext cx="104500" cy="410278"/>
            </a:xfrm>
            <a:prstGeom prst="straightConnector1">
              <a:avLst/>
            </a:prstGeom>
            <a:ln w="38100">
              <a:solidFill>
                <a:schemeClr val="bg1"/>
              </a:solidFill>
              <a:tailEnd type="triangle"/>
            </a:ln>
          </p:spPr>
          <p:style>
            <a:lnRef idx="1">
              <a:schemeClr val="accent1"/>
            </a:lnRef>
            <a:fillRef idx="0">
              <a:schemeClr val="accent1"/>
            </a:fillRef>
            <a:effectRef idx="0">
              <a:schemeClr val="accent1"/>
            </a:effectRef>
            <a:fontRef idx="minor">
              <a:schemeClr val="tx1"/>
            </a:fontRef>
          </p:style>
        </p:cxnSp>
      </p:grpSp>
      <p:cxnSp>
        <p:nvCxnSpPr>
          <p:cNvPr id="240" name="直接连接符 239">
            <a:extLst>
              <a:ext uri="{FF2B5EF4-FFF2-40B4-BE49-F238E27FC236}">
                <a16:creationId xmlns:a16="http://schemas.microsoft.com/office/drawing/2014/main" id="{EA729708-6C08-4B53-9EC5-CF35282576CF}"/>
              </a:ext>
            </a:extLst>
          </p:cNvPr>
          <p:cNvCxnSpPr>
            <a:cxnSpLocks/>
          </p:cNvCxnSpPr>
          <p:nvPr/>
        </p:nvCxnSpPr>
        <p:spPr>
          <a:xfrm>
            <a:off x="5064536" y="3704375"/>
            <a:ext cx="0" cy="2490458"/>
          </a:xfrm>
          <a:prstGeom prst="line">
            <a:avLst/>
          </a:prstGeom>
          <a:ln w="12700">
            <a:solidFill>
              <a:schemeClr val="tx1"/>
            </a:solidFill>
            <a:prstDash val="dash"/>
            <a:tailEnd type="none"/>
          </a:ln>
        </p:spPr>
        <p:style>
          <a:lnRef idx="1">
            <a:schemeClr val="accent1"/>
          </a:lnRef>
          <a:fillRef idx="0">
            <a:schemeClr val="accent1"/>
          </a:fillRef>
          <a:effectRef idx="0">
            <a:schemeClr val="accent1"/>
          </a:effectRef>
          <a:fontRef idx="minor">
            <a:schemeClr val="tx1"/>
          </a:fontRef>
        </p:style>
      </p:cxnSp>
      <p:cxnSp>
        <p:nvCxnSpPr>
          <p:cNvPr id="241" name="直接连接符 240">
            <a:extLst>
              <a:ext uri="{FF2B5EF4-FFF2-40B4-BE49-F238E27FC236}">
                <a16:creationId xmlns:a16="http://schemas.microsoft.com/office/drawing/2014/main" id="{B11D70C1-2C8A-4F64-9960-308B01A6CDDA}"/>
              </a:ext>
            </a:extLst>
          </p:cNvPr>
          <p:cNvCxnSpPr>
            <a:cxnSpLocks/>
          </p:cNvCxnSpPr>
          <p:nvPr/>
        </p:nvCxnSpPr>
        <p:spPr>
          <a:xfrm>
            <a:off x="8086456" y="3704375"/>
            <a:ext cx="0" cy="2490458"/>
          </a:xfrm>
          <a:prstGeom prst="line">
            <a:avLst/>
          </a:prstGeom>
          <a:ln w="12700">
            <a:solidFill>
              <a:schemeClr val="tx1"/>
            </a:solidFill>
            <a:prstDash val="dash"/>
            <a:tailEnd type="none"/>
          </a:ln>
        </p:spPr>
        <p:style>
          <a:lnRef idx="1">
            <a:schemeClr val="accent1"/>
          </a:lnRef>
          <a:fillRef idx="0">
            <a:schemeClr val="accent1"/>
          </a:fillRef>
          <a:effectRef idx="0">
            <a:schemeClr val="accent1"/>
          </a:effectRef>
          <a:fontRef idx="minor">
            <a:schemeClr val="tx1"/>
          </a:fontRef>
        </p:style>
      </p:cxnSp>
      <p:sp>
        <p:nvSpPr>
          <p:cNvPr id="242" name="矩形 241">
            <a:extLst>
              <a:ext uri="{FF2B5EF4-FFF2-40B4-BE49-F238E27FC236}">
                <a16:creationId xmlns:a16="http://schemas.microsoft.com/office/drawing/2014/main" id="{7DDE5D54-EAC8-4144-A136-0CCBA22D3283}"/>
              </a:ext>
            </a:extLst>
          </p:cNvPr>
          <p:cNvSpPr/>
          <p:nvPr/>
        </p:nvSpPr>
        <p:spPr>
          <a:xfrm>
            <a:off x="5064533" y="5793773"/>
            <a:ext cx="3021922" cy="400110"/>
          </a:xfrm>
          <a:prstGeom prst="rect">
            <a:avLst/>
          </a:prstGeom>
          <a:solidFill>
            <a:schemeClr val="accent2"/>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CN" b="1" dirty="0"/>
              <a:t>NAV</a:t>
            </a:r>
            <a:r>
              <a:rPr lang="zh-CN" altLang="en-US" b="1" dirty="0"/>
              <a:t>（信道忙）</a:t>
            </a:r>
          </a:p>
        </p:txBody>
      </p:sp>
      <p:sp>
        <p:nvSpPr>
          <p:cNvPr id="61" name="对话气泡: 圆角矩形 60">
            <a:extLst>
              <a:ext uri="{FF2B5EF4-FFF2-40B4-BE49-F238E27FC236}">
                <a16:creationId xmlns:a16="http://schemas.microsoft.com/office/drawing/2014/main" id="{BCEEE245-831A-4FC4-9318-8B77B9FF7DF4}"/>
              </a:ext>
            </a:extLst>
          </p:cNvPr>
          <p:cNvSpPr/>
          <p:nvPr/>
        </p:nvSpPr>
        <p:spPr>
          <a:xfrm>
            <a:off x="5867403" y="1505448"/>
            <a:ext cx="6019793" cy="2055614"/>
          </a:xfrm>
          <a:prstGeom prst="wedgeRoundRectCallout">
            <a:avLst>
              <a:gd name="adj1" fmla="val -53410"/>
              <a:gd name="adj2" fmla="val 25322"/>
              <a:gd name="adj3" fmla="val 16667"/>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r>
              <a:rPr lang="zh-CN" altLang="en-US" b="1" dirty="0"/>
              <a:t>         使用</a:t>
            </a:r>
            <a:r>
              <a:rPr lang="en-US" altLang="zh-CN" b="1" dirty="0"/>
              <a:t>RTS</a:t>
            </a:r>
            <a:r>
              <a:rPr lang="zh-CN" altLang="en-US" b="1" dirty="0"/>
              <a:t>帧和</a:t>
            </a:r>
            <a:r>
              <a:rPr lang="en-US" altLang="zh-CN" b="1" dirty="0"/>
              <a:t>CTS</a:t>
            </a:r>
            <a:r>
              <a:rPr lang="zh-CN" altLang="en-US" b="1" dirty="0"/>
              <a:t>帧进行信道预约会带来额外的开销。但由于</a:t>
            </a:r>
            <a:r>
              <a:rPr lang="en-US" altLang="zh-CN" b="1" dirty="0"/>
              <a:t>RTS</a:t>
            </a:r>
            <a:r>
              <a:rPr lang="zh-CN" altLang="en-US" b="1" dirty="0"/>
              <a:t>帧和</a:t>
            </a:r>
            <a:r>
              <a:rPr lang="en-US" altLang="zh-CN" b="1" dirty="0"/>
              <a:t>CTS</a:t>
            </a:r>
            <a:r>
              <a:rPr lang="zh-CN" altLang="en-US" b="1" dirty="0"/>
              <a:t>帧都很短，发生碰撞的概率、碰撞产生的开销以及本身的开销都很小。对于一般的数据帧，其发送时延往往远大于传播时延（因为是局域网），碰撞的概率很大，且一旦发生碰撞而导致数据帧重发，则浪费的时间就很多，因此用很小的代价对信道进行预约往往是值得的。</a:t>
            </a:r>
          </a:p>
        </p:txBody>
      </p:sp>
      <p:sp>
        <p:nvSpPr>
          <p:cNvPr id="60" name="平行四边形 59">
            <a:extLst>
              <a:ext uri="{FF2B5EF4-FFF2-40B4-BE49-F238E27FC236}">
                <a16:creationId xmlns:a16="http://schemas.microsoft.com/office/drawing/2014/main" id="{71CBBD57-3840-5031-B314-60F8A3344240}"/>
              </a:ext>
            </a:extLst>
          </p:cNvPr>
          <p:cNvSpPr/>
          <p:nvPr/>
        </p:nvSpPr>
        <p:spPr>
          <a:xfrm>
            <a:off x="304799" y="749300"/>
            <a:ext cx="691019" cy="387090"/>
          </a:xfrm>
          <a:prstGeom prst="parallelogram">
            <a:avLst/>
          </a:prstGeom>
          <a:solidFill>
            <a:schemeClr val="accent3">
              <a:lumMod val="75000"/>
            </a:schemeClr>
          </a:solidFill>
          <a:ln>
            <a:solidFill>
              <a:schemeClr val="accent3">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CN" sz="2200" dirty="0">
                <a:latin typeface="Impact" panose="020B0806030902050204" pitchFamily="34" charset="0"/>
              </a:rPr>
              <a:t>04</a:t>
            </a:r>
            <a:endParaRPr lang="zh-CN" altLang="en-US" sz="2200" dirty="0">
              <a:latin typeface="Impact" panose="020B0806030902050204" pitchFamily="34" charset="0"/>
            </a:endParaRPr>
          </a:p>
        </p:txBody>
      </p:sp>
    </p:spTree>
    <p:custDataLst>
      <p:tags r:id="rId1"/>
    </p:custDataLst>
    <p:extLst>
      <p:ext uri="{BB962C8B-B14F-4D97-AF65-F5344CB8AC3E}">
        <p14:creationId xmlns:p14="http://schemas.microsoft.com/office/powerpoint/2010/main" val="2390856167"/>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2" presetClass="entr" presetSubtype="4" fill="hold" grpId="0" nodeType="withEffect">
                                  <p:stCondLst>
                                    <p:cond delay="0"/>
                                  </p:stCondLst>
                                  <p:childTnLst>
                                    <p:set>
                                      <p:cBhvr>
                                        <p:cTn id="6" dur="1" fill="hold">
                                          <p:stCondLst>
                                            <p:cond delay="0"/>
                                          </p:stCondLst>
                                        </p:cTn>
                                        <p:tgtEl>
                                          <p:spTgt spid="5"/>
                                        </p:tgtEl>
                                        <p:attrNameLst>
                                          <p:attrName>style.visibility</p:attrName>
                                        </p:attrNameLst>
                                      </p:cBhvr>
                                      <p:to>
                                        <p:strVal val="visible"/>
                                      </p:to>
                                    </p:set>
                                    <p:animEffect transition="in" filter="wipe(down)">
                                      <p:cBhvr>
                                        <p:cTn id="7" dur="500"/>
                                        <p:tgtEl>
                                          <p:spTgt spid="5"/>
                                        </p:tgtEl>
                                      </p:cBhvr>
                                    </p:animEffect>
                                  </p:childTnLst>
                                </p:cTn>
                              </p:par>
                            </p:childTnLst>
                          </p:cTn>
                        </p:par>
                        <p:par>
                          <p:cTn id="8" fill="hold">
                            <p:stCondLst>
                              <p:cond delay="500"/>
                            </p:stCondLst>
                            <p:childTnLst>
                              <p:par>
                                <p:cTn id="9" presetID="2" presetClass="entr" presetSubtype="2" fill="hold" grpId="0" nodeType="afterEffect">
                                  <p:stCondLst>
                                    <p:cond delay="0"/>
                                  </p:stCondLst>
                                  <p:childTnLst>
                                    <p:set>
                                      <p:cBhvr>
                                        <p:cTn id="10" dur="1" fill="hold">
                                          <p:stCondLst>
                                            <p:cond delay="0"/>
                                          </p:stCondLst>
                                        </p:cTn>
                                        <p:tgtEl>
                                          <p:spTgt spid="61"/>
                                        </p:tgtEl>
                                        <p:attrNameLst>
                                          <p:attrName>style.visibility</p:attrName>
                                        </p:attrNameLst>
                                      </p:cBhvr>
                                      <p:to>
                                        <p:strVal val="visible"/>
                                      </p:to>
                                    </p:set>
                                    <p:anim calcmode="lin" valueType="num">
                                      <p:cBhvr additive="base">
                                        <p:cTn id="11" dur="500" fill="hold"/>
                                        <p:tgtEl>
                                          <p:spTgt spid="61"/>
                                        </p:tgtEl>
                                        <p:attrNameLst>
                                          <p:attrName>ppt_x</p:attrName>
                                        </p:attrNameLst>
                                      </p:cBhvr>
                                      <p:tavLst>
                                        <p:tav tm="0">
                                          <p:val>
                                            <p:strVal val="1+#ppt_w/2"/>
                                          </p:val>
                                        </p:tav>
                                        <p:tav tm="100000">
                                          <p:val>
                                            <p:strVal val="#ppt_x"/>
                                          </p:val>
                                        </p:tav>
                                      </p:tavLst>
                                    </p:anim>
                                    <p:anim calcmode="lin" valueType="num">
                                      <p:cBhvr additive="base">
                                        <p:cTn id="12" dur="500" fill="hold"/>
                                        <p:tgtEl>
                                          <p:spTgt spid="61"/>
                                        </p:tgtEl>
                                        <p:attrNameLst>
                                          <p:attrName>ppt_y</p:attrName>
                                        </p:attrNameLst>
                                      </p:cBhvr>
                                      <p:tavLst>
                                        <p:tav tm="0">
                                          <p:val>
                                            <p:strVal val="#ppt_y"/>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 grpId="0" animBg="1"/>
      <p:bldP spid="61" grpId="0" animBg="1"/>
    </p:bldLst>
  </p:timing>
</p:sld>
</file>

<file path=ppt/slides/slide55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矩形 4">
            <a:extLst>
              <a:ext uri="{FF2B5EF4-FFF2-40B4-BE49-F238E27FC236}">
                <a16:creationId xmlns:a16="http://schemas.microsoft.com/office/drawing/2014/main" id="{5AE55503-6BDC-434F-AC7E-46C4DBD4A05B}"/>
              </a:ext>
            </a:extLst>
          </p:cNvPr>
          <p:cNvSpPr/>
          <p:nvPr/>
        </p:nvSpPr>
        <p:spPr>
          <a:xfrm>
            <a:off x="3728507" y="2988310"/>
            <a:ext cx="1894849" cy="2490457"/>
          </a:xfrm>
          <a:prstGeom prst="rect">
            <a:avLst/>
          </a:prstGeom>
          <a:solidFill>
            <a:schemeClr val="bg2"/>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grpSp>
        <p:nvGrpSpPr>
          <p:cNvPr id="4" name="组合 3">
            <a:extLst>
              <a:ext uri="{FF2B5EF4-FFF2-40B4-BE49-F238E27FC236}">
                <a16:creationId xmlns:a16="http://schemas.microsoft.com/office/drawing/2014/main" id="{9A1EA9F2-FCB6-48C3-935F-7AE7E3AD14AC}"/>
              </a:ext>
            </a:extLst>
          </p:cNvPr>
          <p:cNvGrpSpPr/>
          <p:nvPr/>
        </p:nvGrpSpPr>
        <p:grpSpPr>
          <a:xfrm>
            <a:off x="304800" y="749300"/>
            <a:ext cx="5791200" cy="400110"/>
            <a:chOff x="424117" y="898245"/>
            <a:chExt cx="5791200" cy="400110"/>
          </a:xfrm>
        </p:grpSpPr>
        <p:sp>
          <p:nvSpPr>
            <p:cNvPr id="2" name="平行四边形 1">
              <a:extLst>
                <a:ext uri="{FF2B5EF4-FFF2-40B4-BE49-F238E27FC236}">
                  <a16:creationId xmlns:a16="http://schemas.microsoft.com/office/drawing/2014/main" id="{1F5BAA3F-9845-4F89-A2DD-8222D3E4EDAC}"/>
                </a:ext>
              </a:extLst>
            </p:cNvPr>
            <p:cNvSpPr/>
            <p:nvPr/>
          </p:nvSpPr>
          <p:spPr>
            <a:xfrm>
              <a:off x="424117" y="898245"/>
              <a:ext cx="628306" cy="387090"/>
            </a:xfrm>
            <a:prstGeom prst="parallelogram">
              <a:avLst/>
            </a:prstGeom>
            <a:solidFill>
              <a:schemeClr val="accent3">
                <a:lumMod val="75000"/>
              </a:schemeClr>
            </a:solidFill>
            <a:ln>
              <a:solidFill>
                <a:schemeClr val="accent3">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CN" sz="2200" dirty="0">
                  <a:latin typeface="Impact" panose="020B0806030902050204" pitchFamily="34" charset="0"/>
                </a:rPr>
                <a:t>01</a:t>
              </a:r>
              <a:endParaRPr lang="zh-CN" altLang="en-US" sz="2200" dirty="0">
                <a:latin typeface="Impact" panose="020B0806030902050204" pitchFamily="34" charset="0"/>
              </a:endParaRPr>
            </a:p>
          </p:txBody>
        </p:sp>
        <p:sp>
          <p:nvSpPr>
            <p:cNvPr id="3" name="文本框 2">
              <a:extLst>
                <a:ext uri="{FF2B5EF4-FFF2-40B4-BE49-F238E27FC236}">
                  <a16:creationId xmlns:a16="http://schemas.microsoft.com/office/drawing/2014/main" id="{4D6BD736-A4D3-4F26-AFED-36E11F50F70B}"/>
                </a:ext>
              </a:extLst>
            </p:cNvPr>
            <p:cNvSpPr txBox="1"/>
            <p:nvPr/>
          </p:nvSpPr>
          <p:spPr>
            <a:xfrm>
              <a:off x="1052423" y="898245"/>
              <a:ext cx="5162894" cy="400110"/>
            </a:xfrm>
            <a:prstGeom prst="rect">
              <a:avLst/>
            </a:prstGeom>
            <a:noFill/>
          </p:spPr>
          <p:txBody>
            <a:bodyPr wrap="square" rtlCol="0">
              <a:spAutoFit/>
            </a:bodyPr>
            <a:lstStyle/>
            <a:p>
              <a:r>
                <a:rPr lang="en-US" altLang="zh-CN" sz="2000" b="1" dirty="0">
                  <a:solidFill>
                    <a:schemeClr val="tx1"/>
                  </a:solidFill>
                  <a:latin typeface="Arial Narrow" panose="020B0606020202030204" pitchFamily="34" charset="0"/>
                </a:rPr>
                <a:t>CSMA/CA</a:t>
              </a:r>
              <a:r>
                <a:rPr lang="zh-CN" altLang="en-US" sz="2000" b="1" dirty="0">
                  <a:solidFill>
                    <a:schemeClr val="tx1"/>
                  </a:solidFill>
                  <a:latin typeface="Arial Narrow" panose="020B0606020202030204" pitchFamily="34" charset="0"/>
                </a:rPr>
                <a:t>协议的基本工作原理</a:t>
              </a:r>
              <a:endParaRPr lang="en-US" altLang="zh-CN" sz="2000" b="1" dirty="0">
                <a:solidFill>
                  <a:schemeClr val="tx1"/>
                </a:solidFill>
                <a:latin typeface="Arial Narrow" panose="020B0606020202030204" pitchFamily="34" charset="0"/>
              </a:endParaRPr>
            </a:p>
          </p:txBody>
        </p:sp>
      </p:grpSp>
      <p:sp>
        <p:nvSpPr>
          <p:cNvPr id="106" name="文本框 105">
            <a:extLst>
              <a:ext uri="{FF2B5EF4-FFF2-40B4-BE49-F238E27FC236}">
                <a16:creationId xmlns:a16="http://schemas.microsoft.com/office/drawing/2014/main" id="{05653DE5-C742-449E-8418-291FFAA878A5}"/>
              </a:ext>
            </a:extLst>
          </p:cNvPr>
          <p:cNvSpPr txBox="1"/>
          <p:nvPr/>
        </p:nvSpPr>
        <p:spPr>
          <a:xfrm>
            <a:off x="933106" y="1136390"/>
            <a:ext cx="9920697" cy="400110"/>
          </a:xfrm>
          <a:prstGeom prst="rect">
            <a:avLst/>
          </a:prstGeom>
          <a:noFill/>
        </p:spPr>
        <p:txBody>
          <a:bodyPr wrap="square" rtlCol="0">
            <a:spAutoFit/>
          </a:bodyPr>
          <a:lstStyle/>
          <a:p>
            <a:r>
              <a:rPr lang="zh-CN" altLang="en-US" sz="2000" b="1" dirty="0">
                <a:solidFill>
                  <a:schemeClr val="accent3">
                    <a:lumMod val="75000"/>
                  </a:schemeClr>
                </a:solidFill>
                <a:latin typeface="Arial Narrow" panose="020B0606020202030204" pitchFamily="34" charset="0"/>
              </a:rPr>
              <a:t>为了进一步降低发生碰撞的概率，</a:t>
            </a:r>
            <a:r>
              <a:rPr lang="en-US" altLang="zh-CN" sz="2000" b="1" dirty="0">
                <a:solidFill>
                  <a:schemeClr val="accent3">
                    <a:lumMod val="75000"/>
                  </a:schemeClr>
                </a:solidFill>
                <a:latin typeface="Arial Narrow" panose="020B0606020202030204" pitchFamily="34" charset="0"/>
              </a:rPr>
              <a:t>802.11</a:t>
            </a:r>
            <a:r>
              <a:rPr lang="zh-CN" altLang="en-US" sz="2000" b="1" dirty="0">
                <a:solidFill>
                  <a:schemeClr val="accent3">
                    <a:lumMod val="75000"/>
                  </a:schemeClr>
                </a:solidFill>
                <a:latin typeface="Arial Narrow" panose="020B0606020202030204" pitchFamily="34" charset="0"/>
              </a:rPr>
              <a:t>无线局域网允许源站对信道进行预约。</a:t>
            </a:r>
            <a:endParaRPr lang="en-US" altLang="zh-CN" sz="2000" b="1" dirty="0">
              <a:solidFill>
                <a:schemeClr val="accent3">
                  <a:lumMod val="75000"/>
                </a:schemeClr>
              </a:solidFill>
              <a:latin typeface="Arial Narrow" panose="020B0606020202030204" pitchFamily="34" charset="0"/>
            </a:endParaRPr>
          </a:p>
        </p:txBody>
      </p:sp>
      <p:grpSp>
        <p:nvGrpSpPr>
          <p:cNvPr id="95" name="组合 94">
            <a:extLst>
              <a:ext uri="{FF2B5EF4-FFF2-40B4-BE49-F238E27FC236}">
                <a16:creationId xmlns:a16="http://schemas.microsoft.com/office/drawing/2014/main" id="{427726E1-BEF1-4A50-8CE3-19C4BFBA49FF}"/>
              </a:ext>
            </a:extLst>
          </p:cNvPr>
          <p:cNvGrpSpPr/>
          <p:nvPr/>
        </p:nvGrpSpPr>
        <p:grpSpPr>
          <a:xfrm>
            <a:off x="488092" y="3523023"/>
            <a:ext cx="11010480" cy="2858841"/>
            <a:chOff x="685585" y="2940516"/>
            <a:chExt cx="11010480" cy="2858841"/>
          </a:xfrm>
        </p:grpSpPr>
        <p:sp>
          <p:nvSpPr>
            <p:cNvPr id="96" name="文本框 95">
              <a:extLst>
                <a:ext uri="{FF2B5EF4-FFF2-40B4-BE49-F238E27FC236}">
                  <a16:creationId xmlns:a16="http://schemas.microsoft.com/office/drawing/2014/main" id="{A339BE44-2EC7-49C0-87AB-611E8216A808}"/>
                </a:ext>
              </a:extLst>
            </p:cNvPr>
            <p:cNvSpPr txBox="1"/>
            <p:nvPr/>
          </p:nvSpPr>
          <p:spPr>
            <a:xfrm>
              <a:off x="685585" y="2940516"/>
              <a:ext cx="981076" cy="369332"/>
            </a:xfrm>
            <a:prstGeom prst="rect">
              <a:avLst/>
            </a:prstGeom>
            <a:noFill/>
          </p:spPr>
          <p:txBody>
            <a:bodyPr wrap="square" rtlCol="0">
              <a:spAutoFit/>
            </a:bodyPr>
            <a:lstStyle/>
            <a:p>
              <a:pPr algn="r"/>
              <a:r>
                <a:rPr lang="zh-CN" altLang="en-US" b="1" dirty="0"/>
                <a:t>源站</a:t>
              </a:r>
            </a:p>
          </p:txBody>
        </p:sp>
        <p:sp>
          <p:nvSpPr>
            <p:cNvPr id="97" name="文本框 96">
              <a:extLst>
                <a:ext uri="{FF2B5EF4-FFF2-40B4-BE49-F238E27FC236}">
                  <a16:creationId xmlns:a16="http://schemas.microsoft.com/office/drawing/2014/main" id="{359E10C5-72AE-4F21-8044-366049C61866}"/>
                </a:ext>
              </a:extLst>
            </p:cNvPr>
            <p:cNvSpPr txBox="1"/>
            <p:nvPr/>
          </p:nvSpPr>
          <p:spPr>
            <a:xfrm>
              <a:off x="685585" y="4187174"/>
              <a:ext cx="981076" cy="369332"/>
            </a:xfrm>
            <a:prstGeom prst="rect">
              <a:avLst/>
            </a:prstGeom>
            <a:noFill/>
          </p:spPr>
          <p:txBody>
            <a:bodyPr wrap="square" rtlCol="0">
              <a:spAutoFit/>
            </a:bodyPr>
            <a:lstStyle/>
            <a:p>
              <a:pPr algn="r"/>
              <a:r>
                <a:rPr lang="zh-CN" altLang="en-US" b="1" dirty="0"/>
                <a:t>目的站</a:t>
              </a:r>
            </a:p>
          </p:txBody>
        </p:sp>
        <p:sp>
          <p:nvSpPr>
            <p:cNvPr id="98" name="文本框 97">
              <a:extLst>
                <a:ext uri="{FF2B5EF4-FFF2-40B4-BE49-F238E27FC236}">
                  <a16:creationId xmlns:a16="http://schemas.microsoft.com/office/drawing/2014/main" id="{857D48FC-58A9-49D0-B299-3FFD8B52D48C}"/>
                </a:ext>
              </a:extLst>
            </p:cNvPr>
            <p:cNvSpPr txBox="1"/>
            <p:nvPr/>
          </p:nvSpPr>
          <p:spPr>
            <a:xfrm>
              <a:off x="685585" y="5430025"/>
              <a:ext cx="981076" cy="369332"/>
            </a:xfrm>
            <a:prstGeom prst="rect">
              <a:avLst/>
            </a:prstGeom>
            <a:noFill/>
          </p:spPr>
          <p:txBody>
            <a:bodyPr wrap="square" rtlCol="0">
              <a:spAutoFit/>
            </a:bodyPr>
            <a:lstStyle/>
            <a:p>
              <a:pPr algn="r"/>
              <a:r>
                <a:rPr lang="zh-CN" altLang="en-US" b="1" dirty="0"/>
                <a:t>其他站</a:t>
              </a:r>
            </a:p>
          </p:txBody>
        </p:sp>
        <p:sp>
          <p:nvSpPr>
            <p:cNvPr id="99" name="文本框 98">
              <a:extLst>
                <a:ext uri="{FF2B5EF4-FFF2-40B4-BE49-F238E27FC236}">
                  <a16:creationId xmlns:a16="http://schemas.microsoft.com/office/drawing/2014/main" id="{824E5DB4-E949-41CA-8D08-649370CAC10D}"/>
                </a:ext>
              </a:extLst>
            </p:cNvPr>
            <p:cNvSpPr txBox="1"/>
            <p:nvPr/>
          </p:nvSpPr>
          <p:spPr>
            <a:xfrm>
              <a:off x="11051539" y="2940516"/>
              <a:ext cx="644526" cy="369332"/>
            </a:xfrm>
            <a:prstGeom prst="rect">
              <a:avLst/>
            </a:prstGeom>
            <a:noFill/>
          </p:spPr>
          <p:txBody>
            <a:bodyPr wrap="square" rtlCol="0">
              <a:spAutoFit/>
            </a:bodyPr>
            <a:lstStyle/>
            <a:p>
              <a:r>
                <a:rPr lang="zh-CN" altLang="en-US" b="1" dirty="0"/>
                <a:t>时间</a:t>
              </a:r>
            </a:p>
          </p:txBody>
        </p:sp>
        <p:cxnSp>
          <p:nvCxnSpPr>
            <p:cNvPr id="100" name="直接箭头连接符 99">
              <a:extLst>
                <a:ext uri="{FF2B5EF4-FFF2-40B4-BE49-F238E27FC236}">
                  <a16:creationId xmlns:a16="http://schemas.microsoft.com/office/drawing/2014/main" id="{8973A6A9-16DA-46EF-BDE1-82FC27113192}"/>
                </a:ext>
              </a:extLst>
            </p:cNvPr>
            <p:cNvCxnSpPr>
              <a:cxnSpLocks/>
            </p:cNvCxnSpPr>
            <p:nvPr/>
          </p:nvCxnSpPr>
          <p:spPr>
            <a:xfrm>
              <a:off x="1666661" y="3125182"/>
              <a:ext cx="9367200" cy="0"/>
            </a:xfrm>
            <a:prstGeom prst="straightConnector1">
              <a:avLst/>
            </a:prstGeom>
            <a:ln w="12700">
              <a:solidFill>
                <a:schemeClr val="tx1"/>
              </a:solidFill>
              <a:tailEnd type="triangle"/>
            </a:ln>
          </p:spPr>
          <p:style>
            <a:lnRef idx="1">
              <a:schemeClr val="accent1"/>
            </a:lnRef>
            <a:fillRef idx="0">
              <a:schemeClr val="accent1"/>
            </a:fillRef>
            <a:effectRef idx="0">
              <a:schemeClr val="accent1"/>
            </a:effectRef>
            <a:fontRef idx="minor">
              <a:schemeClr val="tx1"/>
            </a:fontRef>
          </p:style>
        </p:cxnSp>
        <p:sp>
          <p:nvSpPr>
            <p:cNvPr id="101" name="文本框 100">
              <a:extLst>
                <a:ext uri="{FF2B5EF4-FFF2-40B4-BE49-F238E27FC236}">
                  <a16:creationId xmlns:a16="http://schemas.microsoft.com/office/drawing/2014/main" id="{607423BF-70A1-49DF-91BE-85E5DBA4365F}"/>
                </a:ext>
              </a:extLst>
            </p:cNvPr>
            <p:cNvSpPr txBox="1"/>
            <p:nvPr/>
          </p:nvSpPr>
          <p:spPr>
            <a:xfrm>
              <a:off x="11051539" y="5430025"/>
              <a:ext cx="644526" cy="369332"/>
            </a:xfrm>
            <a:prstGeom prst="rect">
              <a:avLst/>
            </a:prstGeom>
            <a:noFill/>
          </p:spPr>
          <p:txBody>
            <a:bodyPr wrap="square" rtlCol="0">
              <a:spAutoFit/>
            </a:bodyPr>
            <a:lstStyle/>
            <a:p>
              <a:r>
                <a:rPr lang="zh-CN" altLang="en-US" b="1" dirty="0"/>
                <a:t>时间</a:t>
              </a:r>
            </a:p>
          </p:txBody>
        </p:sp>
        <p:cxnSp>
          <p:nvCxnSpPr>
            <p:cNvPr id="102" name="直接箭头连接符 101">
              <a:extLst>
                <a:ext uri="{FF2B5EF4-FFF2-40B4-BE49-F238E27FC236}">
                  <a16:creationId xmlns:a16="http://schemas.microsoft.com/office/drawing/2014/main" id="{14FB5E63-604F-4789-A8EF-BA385EDAFBFB}"/>
                </a:ext>
              </a:extLst>
            </p:cNvPr>
            <p:cNvCxnSpPr>
              <a:cxnSpLocks/>
            </p:cNvCxnSpPr>
            <p:nvPr/>
          </p:nvCxnSpPr>
          <p:spPr>
            <a:xfrm>
              <a:off x="1666661" y="5614691"/>
              <a:ext cx="9367097" cy="0"/>
            </a:xfrm>
            <a:prstGeom prst="straightConnector1">
              <a:avLst/>
            </a:prstGeom>
            <a:ln w="12700">
              <a:solidFill>
                <a:schemeClr val="tx1"/>
              </a:solidFill>
              <a:tailEnd type="triangle"/>
            </a:ln>
          </p:spPr>
          <p:style>
            <a:lnRef idx="1">
              <a:schemeClr val="accent1"/>
            </a:lnRef>
            <a:fillRef idx="0">
              <a:schemeClr val="accent1"/>
            </a:fillRef>
            <a:effectRef idx="0">
              <a:schemeClr val="accent1"/>
            </a:effectRef>
            <a:fontRef idx="minor">
              <a:schemeClr val="tx1"/>
            </a:fontRef>
          </p:style>
        </p:cxnSp>
        <p:sp>
          <p:nvSpPr>
            <p:cNvPr id="103" name="文本框 102">
              <a:extLst>
                <a:ext uri="{FF2B5EF4-FFF2-40B4-BE49-F238E27FC236}">
                  <a16:creationId xmlns:a16="http://schemas.microsoft.com/office/drawing/2014/main" id="{403C8105-CF44-4AFF-BA70-1502E7FD8965}"/>
                </a:ext>
              </a:extLst>
            </p:cNvPr>
            <p:cNvSpPr txBox="1"/>
            <p:nvPr/>
          </p:nvSpPr>
          <p:spPr>
            <a:xfrm>
              <a:off x="11051539" y="4185271"/>
              <a:ext cx="644526" cy="369332"/>
            </a:xfrm>
            <a:prstGeom prst="rect">
              <a:avLst/>
            </a:prstGeom>
            <a:noFill/>
          </p:spPr>
          <p:txBody>
            <a:bodyPr wrap="square" rtlCol="0">
              <a:spAutoFit/>
            </a:bodyPr>
            <a:lstStyle/>
            <a:p>
              <a:r>
                <a:rPr lang="zh-CN" altLang="en-US" b="1" dirty="0"/>
                <a:t>时间</a:t>
              </a:r>
            </a:p>
          </p:txBody>
        </p:sp>
        <p:cxnSp>
          <p:nvCxnSpPr>
            <p:cNvPr id="109" name="直接箭头连接符 108">
              <a:extLst>
                <a:ext uri="{FF2B5EF4-FFF2-40B4-BE49-F238E27FC236}">
                  <a16:creationId xmlns:a16="http://schemas.microsoft.com/office/drawing/2014/main" id="{C9D30BFA-BD02-48E2-B935-F0EE4CC6842E}"/>
                </a:ext>
              </a:extLst>
            </p:cNvPr>
            <p:cNvCxnSpPr>
              <a:cxnSpLocks/>
            </p:cNvCxnSpPr>
            <p:nvPr/>
          </p:nvCxnSpPr>
          <p:spPr>
            <a:xfrm>
              <a:off x="1666661" y="4369937"/>
              <a:ext cx="9367200" cy="0"/>
            </a:xfrm>
            <a:prstGeom prst="straightConnector1">
              <a:avLst/>
            </a:prstGeom>
            <a:ln w="12700">
              <a:solidFill>
                <a:schemeClr val="tx1"/>
              </a:solidFill>
              <a:tailEnd type="triangle"/>
            </a:ln>
          </p:spPr>
          <p:style>
            <a:lnRef idx="1">
              <a:schemeClr val="accent1"/>
            </a:lnRef>
            <a:fillRef idx="0">
              <a:schemeClr val="accent1"/>
            </a:fillRef>
            <a:effectRef idx="0">
              <a:schemeClr val="accent1"/>
            </a:effectRef>
            <a:fontRef idx="minor">
              <a:schemeClr val="tx1"/>
            </a:fontRef>
          </p:style>
        </p:cxnSp>
      </p:grpSp>
      <p:sp>
        <p:nvSpPr>
          <p:cNvPr id="201" name="矩形 200">
            <a:extLst>
              <a:ext uri="{FF2B5EF4-FFF2-40B4-BE49-F238E27FC236}">
                <a16:creationId xmlns:a16="http://schemas.microsoft.com/office/drawing/2014/main" id="{CBD5A6DC-9263-45C1-A676-C7BE3852393E}"/>
              </a:ext>
            </a:extLst>
          </p:cNvPr>
          <p:cNvSpPr/>
          <p:nvPr/>
        </p:nvSpPr>
        <p:spPr>
          <a:xfrm>
            <a:off x="1490131" y="3307579"/>
            <a:ext cx="1136650" cy="400110"/>
          </a:xfrm>
          <a:prstGeom prst="rect">
            <a:avLst/>
          </a:prstGeom>
          <a:solidFill>
            <a:schemeClr val="accent4"/>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zh-CN" altLang="en-US" b="1" dirty="0"/>
              <a:t>信道空闲</a:t>
            </a:r>
          </a:p>
        </p:txBody>
      </p:sp>
      <p:grpSp>
        <p:nvGrpSpPr>
          <p:cNvPr id="202" name="组合 201">
            <a:extLst>
              <a:ext uri="{FF2B5EF4-FFF2-40B4-BE49-F238E27FC236}">
                <a16:creationId xmlns:a16="http://schemas.microsoft.com/office/drawing/2014/main" id="{403CFCFF-B779-43D9-8E28-B158A7E142EC}"/>
              </a:ext>
            </a:extLst>
          </p:cNvPr>
          <p:cNvGrpSpPr/>
          <p:nvPr/>
        </p:nvGrpSpPr>
        <p:grpSpPr>
          <a:xfrm>
            <a:off x="2604557" y="3199355"/>
            <a:ext cx="1120774" cy="509285"/>
            <a:chOff x="2781087" y="2616848"/>
            <a:chExt cx="1120774" cy="509285"/>
          </a:xfrm>
        </p:grpSpPr>
        <p:sp>
          <p:nvSpPr>
            <p:cNvPr id="203" name="文本框 202">
              <a:extLst>
                <a:ext uri="{FF2B5EF4-FFF2-40B4-BE49-F238E27FC236}">
                  <a16:creationId xmlns:a16="http://schemas.microsoft.com/office/drawing/2014/main" id="{5A36E446-C357-4E8A-AA5B-D7385BD86E56}"/>
                </a:ext>
              </a:extLst>
            </p:cNvPr>
            <p:cNvSpPr txBox="1"/>
            <p:nvPr/>
          </p:nvSpPr>
          <p:spPr>
            <a:xfrm>
              <a:off x="2781087" y="2616848"/>
              <a:ext cx="1098550" cy="369332"/>
            </a:xfrm>
            <a:prstGeom prst="rect">
              <a:avLst/>
            </a:prstGeom>
            <a:noFill/>
          </p:spPr>
          <p:txBody>
            <a:bodyPr wrap="square" rtlCol="0">
              <a:spAutoFit/>
            </a:bodyPr>
            <a:lstStyle/>
            <a:p>
              <a:pPr algn="ctr"/>
              <a:r>
                <a:rPr lang="en-US" altLang="zh-CN" b="1" dirty="0"/>
                <a:t>DIFS</a:t>
              </a:r>
              <a:endParaRPr lang="zh-CN" altLang="en-US" b="1" dirty="0"/>
            </a:p>
          </p:txBody>
        </p:sp>
        <p:cxnSp>
          <p:nvCxnSpPr>
            <p:cNvPr id="204" name="直接连接符 203">
              <a:extLst>
                <a:ext uri="{FF2B5EF4-FFF2-40B4-BE49-F238E27FC236}">
                  <a16:creationId xmlns:a16="http://schemas.microsoft.com/office/drawing/2014/main" id="{BFF880F2-23DF-4A34-A906-D0FE3A1E216B}"/>
                </a:ext>
              </a:extLst>
            </p:cNvPr>
            <p:cNvCxnSpPr>
              <a:cxnSpLocks/>
            </p:cNvCxnSpPr>
            <p:nvPr/>
          </p:nvCxnSpPr>
          <p:spPr>
            <a:xfrm>
              <a:off x="3901861" y="2724121"/>
              <a:ext cx="0" cy="402012"/>
            </a:xfrm>
            <a:prstGeom prst="line">
              <a:avLst/>
            </a:prstGeom>
            <a:ln w="12700">
              <a:solidFill>
                <a:schemeClr val="tx1"/>
              </a:solidFill>
              <a:tailEnd type="none"/>
            </a:ln>
          </p:spPr>
          <p:style>
            <a:lnRef idx="1">
              <a:schemeClr val="accent1"/>
            </a:lnRef>
            <a:fillRef idx="0">
              <a:schemeClr val="accent1"/>
            </a:fillRef>
            <a:effectRef idx="0">
              <a:schemeClr val="accent1"/>
            </a:effectRef>
            <a:fontRef idx="minor">
              <a:schemeClr val="tx1"/>
            </a:fontRef>
          </p:style>
        </p:cxnSp>
        <p:cxnSp>
          <p:nvCxnSpPr>
            <p:cNvPr id="205" name="直接箭头连接符 204">
              <a:extLst>
                <a:ext uri="{FF2B5EF4-FFF2-40B4-BE49-F238E27FC236}">
                  <a16:creationId xmlns:a16="http://schemas.microsoft.com/office/drawing/2014/main" id="{688F02EC-EA60-4644-AF4D-A4A42FCB242F}"/>
                </a:ext>
              </a:extLst>
            </p:cNvPr>
            <p:cNvCxnSpPr/>
            <p:nvPr/>
          </p:nvCxnSpPr>
          <p:spPr>
            <a:xfrm>
              <a:off x="2803311" y="2940516"/>
              <a:ext cx="1098550" cy="0"/>
            </a:xfrm>
            <a:prstGeom prst="straightConnector1">
              <a:avLst/>
            </a:prstGeom>
            <a:ln w="12700">
              <a:solidFill>
                <a:schemeClr val="tx1"/>
              </a:solidFill>
              <a:headEnd type="triangle"/>
              <a:tailEnd type="triangle"/>
            </a:ln>
          </p:spPr>
          <p:style>
            <a:lnRef idx="1">
              <a:schemeClr val="accent1"/>
            </a:lnRef>
            <a:fillRef idx="0">
              <a:schemeClr val="accent1"/>
            </a:fillRef>
            <a:effectRef idx="0">
              <a:schemeClr val="accent1"/>
            </a:effectRef>
            <a:fontRef idx="minor">
              <a:schemeClr val="tx1"/>
            </a:fontRef>
          </p:style>
        </p:cxnSp>
      </p:grpSp>
      <p:grpSp>
        <p:nvGrpSpPr>
          <p:cNvPr id="206" name="组合 205">
            <a:extLst>
              <a:ext uri="{FF2B5EF4-FFF2-40B4-BE49-F238E27FC236}">
                <a16:creationId xmlns:a16="http://schemas.microsoft.com/office/drawing/2014/main" id="{A0087DF4-4649-4DC8-ADC5-73575CA1F1A3}"/>
              </a:ext>
            </a:extLst>
          </p:cNvPr>
          <p:cNvGrpSpPr/>
          <p:nvPr/>
        </p:nvGrpSpPr>
        <p:grpSpPr>
          <a:xfrm>
            <a:off x="1944937" y="3705787"/>
            <a:ext cx="1363688" cy="830190"/>
            <a:chOff x="4018800" y="2864874"/>
            <a:chExt cx="1363688" cy="830190"/>
          </a:xfrm>
        </p:grpSpPr>
        <p:sp>
          <p:nvSpPr>
            <p:cNvPr id="207" name="文本框 206">
              <a:extLst>
                <a:ext uri="{FF2B5EF4-FFF2-40B4-BE49-F238E27FC236}">
                  <a16:creationId xmlns:a16="http://schemas.microsoft.com/office/drawing/2014/main" id="{D043B378-50E9-475F-A0A4-BA17D4C286B8}"/>
                </a:ext>
              </a:extLst>
            </p:cNvPr>
            <p:cNvSpPr txBox="1"/>
            <p:nvPr/>
          </p:nvSpPr>
          <p:spPr>
            <a:xfrm>
              <a:off x="4018800" y="3325732"/>
              <a:ext cx="1363688" cy="369332"/>
            </a:xfrm>
            <a:prstGeom prst="rect">
              <a:avLst/>
            </a:prstGeom>
            <a:noFill/>
          </p:spPr>
          <p:txBody>
            <a:bodyPr wrap="square" rtlCol="0">
              <a:spAutoFit/>
            </a:bodyPr>
            <a:lstStyle/>
            <a:p>
              <a:pPr algn="ctr"/>
              <a:r>
                <a:rPr lang="zh-CN" altLang="en-US" b="1" dirty="0">
                  <a:solidFill>
                    <a:schemeClr val="accent3"/>
                  </a:solidFill>
                  <a:latin typeface="Arial Narrow" panose="020B0606020202030204" pitchFamily="34" charset="0"/>
                </a:rPr>
                <a:t>有帧要发送</a:t>
              </a:r>
            </a:p>
          </p:txBody>
        </p:sp>
        <p:cxnSp>
          <p:nvCxnSpPr>
            <p:cNvPr id="208" name="直接箭头连接符 207">
              <a:extLst>
                <a:ext uri="{FF2B5EF4-FFF2-40B4-BE49-F238E27FC236}">
                  <a16:creationId xmlns:a16="http://schemas.microsoft.com/office/drawing/2014/main" id="{E9431535-4218-4088-9B7F-6605F883266F}"/>
                </a:ext>
              </a:extLst>
            </p:cNvPr>
            <p:cNvCxnSpPr>
              <a:cxnSpLocks/>
            </p:cNvCxnSpPr>
            <p:nvPr/>
          </p:nvCxnSpPr>
          <p:spPr>
            <a:xfrm flipV="1">
              <a:off x="4702471" y="2864874"/>
              <a:ext cx="0" cy="521823"/>
            </a:xfrm>
            <a:prstGeom prst="straightConnector1">
              <a:avLst/>
            </a:prstGeom>
            <a:ln w="25400">
              <a:solidFill>
                <a:schemeClr val="tx1"/>
              </a:solidFill>
              <a:tailEnd type="triangle" w="med" len="lg"/>
            </a:ln>
          </p:spPr>
          <p:style>
            <a:lnRef idx="1">
              <a:schemeClr val="accent1"/>
            </a:lnRef>
            <a:fillRef idx="0">
              <a:schemeClr val="accent1"/>
            </a:fillRef>
            <a:effectRef idx="0">
              <a:schemeClr val="accent1"/>
            </a:effectRef>
            <a:fontRef idx="minor">
              <a:schemeClr val="tx1"/>
            </a:fontRef>
          </p:style>
        </p:cxnSp>
      </p:grpSp>
      <p:grpSp>
        <p:nvGrpSpPr>
          <p:cNvPr id="54" name="组合 53">
            <a:extLst>
              <a:ext uri="{FF2B5EF4-FFF2-40B4-BE49-F238E27FC236}">
                <a16:creationId xmlns:a16="http://schemas.microsoft.com/office/drawing/2014/main" id="{33B3B345-BC44-45F3-BB33-A134B9999CD0}"/>
              </a:ext>
            </a:extLst>
          </p:cNvPr>
          <p:cNvGrpSpPr/>
          <p:nvPr/>
        </p:nvGrpSpPr>
        <p:grpSpPr>
          <a:xfrm>
            <a:off x="3709885" y="3705787"/>
            <a:ext cx="404036" cy="1245704"/>
            <a:chOff x="3709885" y="3705787"/>
            <a:chExt cx="404036" cy="1245704"/>
          </a:xfrm>
        </p:grpSpPr>
        <p:sp>
          <p:nvSpPr>
            <p:cNvPr id="210" name="平行四边形 209">
              <a:extLst>
                <a:ext uri="{FF2B5EF4-FFF2-40B4-BE49-F238E27FC236}">
                  <a16:creationId xmlns:a16="http://schemas.microsoft.com/office/drawing/2014/main" id="{71AF24C0-1417-422F-9A99-A0A670F03A0A}"/>
                </a:ext>
              </a:extLst>
            </p:cNvPr>
            <p:cNvSpPr/>
            <p:nvPr/>
          </p:nvSpPr>
          <p:spPr>
            <a:xfrm flipH="1">
              <a:off x="3725331" y="3705787"/>
              <a:ext cx="388590" cy="1245704"/>
            </a:xfrm>
            <a:prstGeom prst="parallelogram">
              <a:avLst>
                <a:gd name="adj" fmla="val 36439"/>
              </a:avLst>
            </a:prstGeom>
            <a:solidFill>
              <a:schemeClr val="accent6">
                <a:lumMod val="50000"/>
              </a:schemeClr>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b="1" dirty="0">
                <a:latin typeface="宋体" panose="02010600030101010101" pitchFamily="2" charset="-122"/>
                <a:ea typeface="宋体" panose="02010600030101010101" pitchFamily="2" charset="-122"/>
              </a:endParaRPr>
            </a:p>
          </p:txBody>
        </p:sp>
        <p:cxnSp>
          <p:nvCxnSpPr>
            <p:cNvPr id="212" name="直接箭头连接符 211">
              <a:extLst>
                <a:ext uri="{FF2B5EF4-FFF2-40B4-BE49-F238E27FC236}">
                  <a16:creationId xmlns:a16="http://schemas.microsoft.com/office/drawing/2014/main" id="{E001F61D-5514-4F19-B133-E4CCB9FC4C5B}"/>
                </a:ext>
              </a:extLst>
            </p:cNvPr>
            <p:cNvCxnSpPr>
              <a:cxnSpLocks/>
            </p:cNvCxnSpPr>
            <p:nvPr/>
          </p:nvCxnSpPr>
          <p:spPr>
            <a:xfrm>
              <a:off x="3937293" y="4459260"/>
              <a:ext cx="51777" cy="328379"/>
            </a:xfrm>
            <a:prstGeom prst="straightConnector1">
              <a:avLst/>
            </a:prstGeom>
            <a:ln w="38100">
              <a:solidFill>
                <a:schemeClr val="bg1"/>
              </a:solidFill>
              <a:tailEnd type="triangle"/>
            </a:ln>
          </p:spPr>
          <p:style>
            <a:lnRef idx="1">
              <a:schemeClr val="accent1"/>
            </a:lnRef>
            <a:fillRef idx="0">
              <a:schemeClr val="accent1"/>
            </a:fillRef>
            <a:effectRef idx="0">
              <a:schemeClr val="accent1"/>
            </a:effectRef>
            <a:fontRef idx="minor">
              <a:schemeClr val="tx1"/>
            </a:fontRef>
          </p:style>
        </p:cxnSp>
        <p:sp>
          <p:nvSpPr>
            <p:cNvPr id="50" name="文本框 49">
              <a:extLst>
                <a:ext uri="{FF2B5EF4-FFF2-40B4-BE49-F238E27FC236}">
                  <a16:creationId xmlns:a16="http://schemas.microsoft.com/office/drawing/2014/main" id="{C72528BC-37CC-4C3D-901D-0B944A5167F1}"/>
                </a:ext>
              </a:extLst>
            </p:cNvPr>
            <p:cNvSpPr txBox="1"/>
            <p:nvPr/>
          </p:nvSpPr>
          <p:spPr>
            <a:xfrm rot="5016764">
              <a:off x="3572288" y="3987483"/>
              <a:ext cx="644526" cy="369332"/>
            </a:xfrm>
            <a:prstGeom prst="rect">
              <a:avLst/>
            </a:prstGeom>
            <a:noFill/>
          </p:spPr>
          <p:txBody>
            <a:bodyPr wrap="square" rtlCol="0">
              <a:spAutoFit/>
            </a:bodyPr>
            <a:lstStyle/>
            <a:p>
              <a:pPr algn="ctr"/>
              <a:r>
                <a:rPr lang="en-US" altLang="zh-CN" b="1" dirty="0">
                  <a:solidFill>
                    <a:schemeClr val="bg1"/>
                  </a:solidFill>
                </a:rPr>
                <a:t>RTS</a:t>
              </a:r>
              <a:endParaRPr lang="zh-CN" altLang="en-US" b="1" dirty="0">
                <a:solidFill>
                  <a:schemeClr val="bg1"/>
                </a:solidFill>
              </a:endParaRPr>
            </a:p>
          </p:txBody>
        </p:sp>
      </p:grpSp>
      <p:grpSp>
        <p:nvGrpSpPr>
          <p:cNvPr id="213" name="组合 212">
            <a:extLst>
              <a:ext uri="{FF2B5EF4-FFF2-40B4-BE49-F238E27FC236}">
                <a16:creationId xmlns:a16="http://schemas.microsoft.com/office/drawing/2014/main" id="{F8542F55-5F8E-4556-A457-3432A4CF167F}"/>
              </a:ext>
            </a:extLst>
          </p:cNvPr>
          <p:cNvGrpSpPr/>
          <p:nvPr/>
        </p:nvGrpSpPr>
        <p:grpSpPr>
          <a:xfrm>
            <a:off x="4082171" y="4950291"/>
            <a:ext cx="644523" cy="543960"/>
            <a:chOff x="5121057" y="4368987"/>
            <a:chExt cx="644523" cy="543960"/>
          </a:xfrm>
        </p:grpSpPr>
        <p:sp>
          <p:nvSpPr>
            <p:cNvPr id="214" name="文本框 213">
              <a:extLst>
                <a:ext uri="{FF2B5EF4-FFF2-40B4-BE49-F238E27FC236}">
                  <a16:creationId xmlns:a16="http://schemas.microsoft.com/office/drawing/2014/main" id="{DF84D51A-5266-4152-ABE4-B8533A7FC98E}"/>
                </a:ext>
              </a:extLst>
            </p:cNvPr>
            <p:cNvSpPr txBox="1"/>
            <p:nvPr/>
          </p:nvSpPr>
          <p:spPr>
            <a:xfrm>
              <a:off x="5121057" y="4543615"/>
              <a:ext cx="644523" cy="369332"/>
            </a:xfrm>
            <a:prstGeom prst="rect">
              <a:avLst/>
            </a:prstGeom>
            <a:noFill/>
          </p:spPr>
          <p:txBody>
            <a:bodyPr wrap="square" rtlCol="0">
              <a:spAutoFit/>
            </a:bodyPr>
            <a:lstStyle/>
            <a:p>
              <a:pPr algn="ctr"/>
              <a:r>
                <a:rPr lang="en-US" altLang="zh-CN" b="1" dirty="0"/>
                <a:t>SIFS</a:t>
              </a:r>
              <a:endParaRPr lang="zh-CN" altLang="en-US" b="1" dirty="0"/>
            </a:p>
          </p:txBody>
        </p:sp>
        <p:cxnSp>
          <p:nvCxnSpPr>
            <p:cNvPr id="215" name="直接连接符 214">
              <a:extLst>
                <a:ext uri="{FF2B5EF4-FFF2-40B4-BE49-F238E27FC236}">
                  <a16:creationId xmlns:a16="http://schemas.microsoft.com/office/drawing/2014/main" id="{16C7D407-89A7-476B-9F0C-295BA9580EBC}"/>
                </a:ext>
              </a:extLst>
            </p:cNvPr>
            <p:cNvCxnSpPr>
              <a:cxnSpLocks/>
            </p:cNvCxnSpPr>
            <p:nvPr/>
          </p:nvCxnSpPr>
          <p:spPr>
            <a:xfrm>
              <a:off x="5152807" y="4368987"/>
              <a:ext cx="0" cy="402012"/>
            </a:xfrm>
            <a:prstGeom prst="line">
              <a:avLst/>
            </a:prstGeom>
            <a:ln w="12700">
              <a:solidFill>
                <a:schemeClr val="tx1"/>
              </a:solidFill>
              <a:tailEnd type="none"/>
            </a:ln>
          </p:spPr>
          <p:style>
            <a:lnRef idx="1">
              <a:schemeClr val="accent1"/>
            </a:lnRef>
            <a:fillRef idx="0">
              <a:schemeClr val="accent1"/>
            </a:fillRef>
            <a:effectRef idx="0">
              <a:schemeClr val="accent1"/>
            </a:effectRef>
            <a:fontRef idx="minor">
              <a:schemeClr val="tx1"/>
            </a:fontRef>
          </p:style>
        </p:cxnSp>
        <p:cxnSp>
          <p:nvCxnSpPr>
            <p:cNvPr id="216" name="直接连接符 215">
              <a:extLst>
                <a:ext uri="{FF2B5EF4-FFF2-40B4-BE49-F238E27FC236}">
                  <a16:creationId xmlns:a16="http://schemas.microsoft.com/office/drawing/2014/main" id="{F270AF85-16E5-4DF8-A054-EDAE38368D6A}"/>
                </a:ext>
              </a:extLst>
            </p:cNvPr>
            <p:cNvCxnSpPr>
              <a:cxnSpLocks/>
            </p:cNvCxnSpPr>
            <p:nvPr/>
          </p:nvCxnSpPr>
          <p:spPr>
            <a:xfrm>
              <a:off x="5710293" y="4368987"/>
              <a:ext cx="0" cy="402012"/>
            </a:xfrm>
            <a:prstGeom prst="line">
              <a:avLst/>
            </a:prstGeom>
            <a:ln w="12700">
              <a:solidFill>
                <a:schemeClr val="tx1"/>
              </a:solidFill>
              <a:tailEnd type="none"/>
            </a:ln>
          </p:spPr>
          <p:style>
            <a:lnRef idx="1">
              <a:schemeClr val="accent1"/>
            </a:lnRef>
            <a:fillRef idx="0">
              <a:schemeClr val="accent1"/>
            </a:fillRef>
            <a:effectRef idx="0">
              <a:schemeClr val="accent1"/>
            </a:effectRef>
            <a:fontRef idx="minor">
              <a:schemeClr val="tx1"/>
            </a:fontRef>
          </p:style>
        </p:cxnSp>
        <p:cxnSp>
          <p:nvCxnSpPr>
            <p:cNvPr id="217" name="直接箭头连接符 216">
              <a:extLst>
                <a:ext uri="{FF2B5EF4-FFF2-40B4-BE49-F238E27FC236}">
                  <a16:creationId xmlns:a16="http://schemas.microsoft.com/office/drawing/2014/main" id="{32702915-3A58-47BF-8FEF-D1F4B0721E96}"/>
                </a:ext>
              </a:extLst>
            </p:cNvPr>
            <p:cNvCxnSpPr>
              <a:cxnSpLocks/>
            </p:cNvCxnSpPr>
            <p:nvPr/>
          </p:nvCxnSpPr>
          <p:spPr>
            <a:xfrm>
              <a:off x="5152807" y="4543615"/>
              <a:ext cx="557486" cy="0"/>
            </a:xfrm>
            <a:prstGeom prst="straightConnector1">
              <a:avLst/>
            </a:prstGeom>
            <a:ln w="12700">
              <a:solidFill>
                <a:schemeClr val="tx1"/>
              </a:solidFill>
              <a:headEnd type="triangle"/>
              <a:tailEnd type="triangle"/>
            </a:ln>
          </p:spPr>
          <p:style>
            <a:lnRef idx="1">
              <a:schemeClr val="accent1"/>
            </a:lnRef>
            <a:fillRef idx="0">
              <a:schemeClr val="accent1"/>
            </a:fillRef>
            <a:effectRef idx="0">
              <a:schemeClr val="accent1"/>
            </a:effectRef>
            <a:fontRef idx="minor">
              <a:schemeClr val="tx1"/>
            </a:fontRef>
          </p:style>
        </p:cxnSp>
      </p:grpSp>
      <p:grpSp>
        <p:nvGrpSpPr>
          <p:cNvPr id="56" name="组合 55">
            <a:extLst>
              <a:ext uri="{FF2B5EF4-FFF2-40B4-BE49-F238E27FC236}">
                <a16:creationId xmlns:a16="http://schemas.microsoft.com/office/drawing/2014/main" id="{27138416-11FC-4DC9-9FAF-D576ECDA3BD7}"/>
              </a:ext>
            </a:extLst>
          </p:cNvPr>
          <p:cNvGrpSpPr/>
          <p:nvPr/>
        </p:nvGrpSpPr>
        <p:grpSpPr>
          <a:xfrm>
            <a:off x="4654213" y="3705787"/>
            <a:ext cx="412826" cy="1252960"/>
            <a:chOff x="4654213" y="3705787"/>
            <a:chExt cx="412826" cy="1252960"/>
          </a:xfrm>
        </p:grpSpPr>
        <p:sp>
          <p:nvSpPr>
            <p:cNvPr id="218" name="平行四边形 217">
              <a:extLst>
                <a:ext uri="{FF2B5EF4-FFF2-40B4-BE49-F238E27FC236}">
                  <a16:creationId xmlns:a16="http://schemas.microsoft.com/office/drawing/2014/main" id="{79A27340-D172-4D83-95DB-9FFFF0067BC6}"/>
                </a:ext>
              </a:extLst>
            </p:cNvPr>
            <p:cNvSpPr/>
            <p:nvPr/>
          </p:nvSpPr>
          <p:spPr>
            <a:xfrm flipH="1">
              <a:off x="4678449" y="3705787"/>
              <a:ext cx="388590" cy="1245704"/>
            </a:xfrm>
            <a:prstGeom prst="parallelogram">
              <a:avLst>
                <a:gd name="adj" fmla="val 36439"/>
              </a:avLst>
            </a:prstGeom>
            <a:solidFill>
              <a:schemeClr val="accent1">
                <a:lumMod val="50000"/>
              </a:schemeClr>
            </a:solidFill>
            <a:ln>
              <a:solidFill>
                <a:schemeClr val="tx1"/>
              </a:solidFill>
            </a:ln>
            <a:scene3d>
              <a:camera prst="orthographicFront">
                <a:rot lat="0" lon="10800000" rev="0"/>
              </a:camera>
              <a:lightRig rig="threePt" dir="t"/>
            </a:scene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b="1" dirty="0">
                <a:latin typeface="宋体" panose="02010600030101010101" pitchFamily="2" charset="-122"/>
                <a:ea typeface="宋体" panose="02010600030101010101" pitchFamily="2" charset="-122"/>
              </a:endParaRPr>
            </a:p>
          </p:txBody>
        </p:sp>
        <p:sp>
          <p:nvSpPr>
            <p:cNvPr id="219" name="文本框 218">
              <a:extLst>
                <a:ext uri="{FF2B5EF4-FFF2-40B4-BE49-F238E27FC236}">
                  <a16:creationId xmlns:a16="http://schemas.microsoft.com/office/drawing/2014/main" id="{699EB066-EC6F-4F49-A2C7-0729522B5CEB}"/>
                </a:ext>
              </a:extLst>
            </p:cNvPr>
            <p:cNvSpPr txBox="1"/>
            <p:nvPr/>
          </p:nvSpPr>
          <p:spPr>
            <a:xfrm rot="16589550">
              <a:off x="4516616" y="4451818"/>
              <a:ext cx="644526" cy="369332"/>
            </a:xfrm>
            <a:prstGeom prst="rect">
              <a:avLst/>
            </a:prstGeom>
            <a:noFill/>
          </p:spPr>
          <p:txBody>
            <a:bodyPr wrap="square" rtlCol="0">
              <a:spAutoFit/>
            </a:bodyPr>
            <a:lstStyle/>
            <a:p>
              <a:pPr algn="ctr"/>
              <a:r>
                <a:rPr lang="en-US" altLang="zh-CN" b="1" dirty="0">
                  <a:solidFill>
                    <a:schemeClr val="bg1"/>
                  </a:solidFill>
                </a:rPr>
                <a:t>CTS</a:t>
              </a:r>
              <a:endParaRPr lang="zh-CN" altLang="en-US" b="1" dirty="0">
                <a:solidFill>
                  <a:schemeClr val="bg1"/>
                </a:solidFill>
              </a:endParaRPr>
            </a:p>
          </p:txBody>
        </p:sp>
        <p:cxnSp>
          <p:nvCxnSpPr>
            <p:cNvPr id="220" name="直接箭头连接符 219">
              <a:extLst>
                <a:ext uri="{FF2B5EF4-FFF2-40B4-BE49-F238E27FC236}">
                  <a16:creationId xmlns:a16="http://schemas.microsoft.com/office/drawing/2014/main" id="{B42E3466-3525-44FE-A3AA-207EDADFA442}"/>
                </a:ext>
              </a:extLst>
            </p:cNvPr>
            <p:cNvCxnSpPr>
              <a:cxnSpLocks/>
            </p:cNvCxnSpPr>
            <p:nvPr/>
          </p:nvCxnSpPr>
          <p:spPr>
            <a:xfrm flipV="1">
              <a:off x="4872744" y="3945404"/>
              <a:ext cx="48506" cy="382451"/>
            </a:xfrm>
            <a:prstGeom prst="straightConnector1">
              <a:avLst/>
            </a:prstGeom>
            <a:ln w="38100">
              <a:solidFill>
                <a:schemeClr val="bg1"/>
              </a:solidFill>
              <a:tailEnd type="triangle"/>
            </a:ln>
          </p:spPr>
          <p:style>
            <a:lnRef idx="1">
              <a:schemeClr val="accent1"/>
            </a:lnRef>
            <a:fillRef idx="0">
              <a:schemeClr val="accent1"/>
            </a:fillRef>
            <a:effectRef idx="0">
              <a:schemeClr val="accent1"/>
            </a:effectRef>
            <a:fontRef idx="minor">
              <a:schemeClr val="tx1"/>
            </a:fontRef>
          </p:style>
        </p:cxnSp>
      </p:grpSp>
      <p:grpSp>
        <p:nvGrpSpPr>
          <p:cNvPr id="221" name="组合 220">
            <a:extLst>
              <a:ext uri="{FF2B5EF4-FFF2-40B4-BE49-F238E27FC236}">
                <a16:creationId xmlns:a16="http://schemas.microsoft.com/office/drawing/2014/main" id="{FC7732AA-96C4-422C-9D6D-F019F9E8D0C5}"/>
              </a:ext>
            </a:extLst>
          </p:cNvPr>
          <p:cNvGrpSpPr/>
          <p:nvPr/>
        </p:nvGrpSpPr>
        <p:grpSpPr>
          <a:xfrm>
            <a:off x="5034431" y="3176454"/>
            <a:ext cx="644523" cy="532186"/>
            <a:chOff x="5121057" y="4238813"/>
            <a:chExt cx="644523" cy="532186"/>
          </a:xfrm>
        </p:grpSpPr>
        <p:sp>
          <p:nvSpPr>
            <p:cNvPr id="222" name="文本框 221">
              <a:extLst>
                <a:ext uri="{FF2B5EF4-FFF2-40B4-BE49-F238E27FC236}">
                  <a16:creationId xmlns:a16="http://schemas.microsoft.com/office/drawing/2014/main" id="{B1115B59-7D90-4DB2-898E-8924F2F08D00}"/>
                </a:ext>
              </a:extLst>
            </p:cNvPr>
            <p:cNvSpPr txBox="1"/>
            <p:nvPr/>
          </p:nvSpPr>
          <p:spPr>
            <a:xfrm>
              <a:off x="5121057" y="4238813"/>
              <a:ext cx="644523" cy="369332"/>
            </a:xfrm>
            <a:prstGeom prst="rect">
              <a:avLst/>
            </a:prstGeom>
            <a:noFill/>
          </p:spPr>
          <p:txBody>
            <a:bodyPr wrap="square" rtlCol="0">
              <a:spAutoFit/>
            </a:bodyPr>
            <a:lstStyle/>
            <a:p>
              <a:pPr algn="ctr"/>
              <a:r>
                <a:rPr lang="en-US" altLang="zh-CN" b="1" dirty="0"/>
                <a:t>SIFS</a:t>
              </a:r>
              <a:endParaRPr lang="zh-CN" altLang="en-US" b="1" dirty="0"/>
            </a:p>
          </p:txBody>
        </p:sp>
        <p:cxnSp>
          <p:nvCxnSpPr>
            <p:cNvPr id="223" name="直接连接符 222">
              <a:extLst>
                <a:ext uri="{FF2B5EF4-FFF2-40B4-BE49-F238E27FC236}">
                  <a16:creationId xmlns:a16="http://schemas.microsoft.com/office/drawing/2014/main" id="{0779640C-04A0-47A5-9B85-5765D2E89DCD}"/>
                </a:ext>
              </a:extLst>
            </p:cNvPr>
            <p:cNvCxnSpPr>
              <a:cxnSpLocks/>
            </p:cNvCxnSpPr>
            <p:nvPr/>
          </p:nvCxnSpPr>
          <p:spPr>
            <a:xfrm>
              <a:off x="5152807" y="4368987"/>
              <a:ext cx="0" cy="402012"/>
            </a:xfrm>
            <a:prstGeom prst="line">
              <a:avLst/>
            </a:prstGeom>
            <a:ln w="12700">
              <a:solidFill>
                <a:schemeClr val="tx1"/>
              </a:solidFill>
              <a:tailEnd type="none"/>
            </a:ln>
          </p:spPr>
          <p:style>
            <a:lnRef idx="1">
              <a:schemeClr val="accent1"/>
            </a:lnRef>
            <a:fillRef idx="0">
              <a:schemeClr val="accent1"/>
            </a:fillRef>
            <a:effectRef idx="0">
              <a:schemeClr val="accent1"/>
            </a:effectRef>
            <a:fontRef idx="minor">
              <a:schemeClr val="tx1"/>
            </a:fontRef>
          </p:style>
        </p:cxnSp>
        <p:cxnSp>
          <p:nvCxnSpPr>
            <p:cNvPr id="224" name="直接连接符 223">
              <a:extLst>
                <a:ext uri="{FF2B5EF4-FFF2-40B4-BE49-F238E27FC236}">
                  <a16:creationId xmlns:a16="http://schemas.microsoft.com/office/drawing/2014/main" id="{27EDEAB6-86B6-4681-9AEF-AB6269047401}"/>
                </a:ext>
              </a:extLst>
            </p:cNvPr>
            <p:cNvCxnSpPr>
              <a:cxnSpLocks/>
            </p:cNvCxnSpPr>
            <p:nvPr/>
          </p:nvCxnSpPr>
          <p:spPr>
            <a:xfrm>
              <a:off x="5710293" y="4368987"/>
              <a:ext cx="0" cy="402012"/>
            </a:xfrm>
            <a:prstGeom prst="line">
              <a:avLst/>
            </a:prstGeom>
            <a:ln w="12700">
              <a:solidFill>
                <a:schemeClr val="tx1"/>
              </a:solidFill>
              <a:tailEnd type="none"/>
            </a:ln>
          </p:spPr>
          <p:style>
            <a:lnRef idx="1">
              <a:schemeClr val="accent1"/>
            </a:lnRef>
            <a:fillRef idx="0">
              <a:schemeClr val="accent1"/>
            </a:fillRef>
            <a:effectRef idx="0">
              <a:schemeClr val="accent1"/>
            </a:effectRef>
            <a:fontRef idx="minor">
              <a:schemeClr val="tx1"/>
            </a:fontRef>
          </p:style>
        </p:cxnSp>
        <p:cxnSp>
          <p:nvCxnSpPr>
            <p:cNvPr id="225" name="直接箭头连接符 224">
              <a:extLst>
                <a:ext uri="{FF2B5EF4-FFF2-40B4-BE49-F238E27FC236}">
                  <a16:creationId xmlns:a16="http://schemas.microsoft.com/office/drawing/2014/main" id="{7FF1E40E-2B13-439A-943A-99B912D70CCD}"/>
                </a:ext>
              </a:extLst>
            </p:cNvPr>
            <p:cNvCxnSpPr>
              <a:cxnSpLocks/>
            </p:cNvCxnSpPr>
            <p:nvPr/>
          </p:nvCxnSpPr>
          <p:spPr>
            <a:xfrm>
              <a:off x="5152807" y="4543615"/>
              <a:ext cx="557486" cy="0"/>
            </a:xfrm>
            <a:prstGeom prst="straightConnector1">
              <a:avLst/>
            </a:prstGeom>
            <a:ln w="12700">
              <a:solidFill>
                <a:schemeClr val="tx1"/>
              </a:solidFill>
              <a:headEnd type="triangle"/>
              <a:tailEnd type="triangle"/>
            </a:ln>
          </p:spPr>
          <p:style>
            <a:lnRef idx="1">
              <a:schemeClr val="accent1"/>
            </a:lnRef>
            <a:fillRef idx="0">
              <a:schemeClr val="accent1"/>
            </a:fillRef>
            <a:effectRef idx="0">
              <a:schemeClr val="accent1"/>
            </a:effectRef>
            <a:fontRef idx="minor">
              <a:schemeClr val="tx1"/>
            </a:fontRef>
          </p:style>
        </p:cxnSp>
      </p:grpSp>
      <p:grpSp>
        <p:nvGrpSpPr>
          <p:cNvPr id="226" name="组合 225">
            <a:extLst>
              <a:ext uri="{FF2B5EF4-FFF2-40B4-BE49-F238E27FC236}">
                <a16:creationId xmlns:a16="http://schemas.microsoft.com/office/drawing/2014/main" id="{BE7B3104-7EDA-4A47-BAC1-3BCE8B2444C8}"/>
              </a:ext>
            </a:extLst>
          </p:cNvPr>
          <p:cNvGrpSpPr/>
          <p:nvPr/>
        </p:nvGrpSpPr>
        <p:grpSpPr>
          <a:xfrm>
            <a:off x="6842009" y="4950541"/>
            <a:ext cx="644523" cy="543960"/>
            <a:chOff x="5121057" y="4368987"/>
            <a:chExt cx="644523" cy="543960"/>
          </a:xfrm>
        </p:grpSpPr>
        <p:sp>
          <p:nvSpPr>
            <p:cNvPr id="227" name="文本框 226">
              <a:extLst>
                <a:ext uri="{FF2B5EF4-FFF2-40B4-BE49-F238E27FC236}">
                  <a16:creationId xmlns:a16="http://schemas.microsoft.com/office/drawing/2014/main" id="{F39D4CD9-3F2F-419C-8C3F-9FE135A11DE1}"/>
                </a:ext>
              </a:extLst>
            </p:cNvPr>
            <p:cNvSpPr txBox="1"/>
            <p:nvPr/>
          </p:nvSpPr>
          <p:spPr>
            <a:xfrm>
              <a:off x="5121057" y="4543615"/>
              <a:ext cx="644523" cy="369332"/>
            </a:xfrm>
            <a:prstGeom prst="rect">
              <a:avLst/>
            </a:prstGeom>
            <a:noFill/>
          </p:spPr>
          <p:txBody>
            <a:bodyPr wrap="square" rtlCol="0">
              <a:spAutoFit/>
            </a:bodyPr>
            <a:lstStyle/>
            <a:p>
              <a:pPr algn="ctr"/>
              <a:r>
                <a:rPr lang="en-US" altLang="zh-CN" b="1" dirty="0"/>
                <a:t>SIFS</a:t>
              </a:r>
              <a:endParaRPr lang="zh-CN" altLang="en-US" b="1" dirty="0"/>
            </a:p>
          </p:txBody>
        </p:sp>
        <p:cxnSp>
          <p:nvCxnSpPr>
            <p:cNvPr id="228" name="直接连接符 227">
              <a:extLst>
                <a:ext uri="{FF2B5EF4-FFF2-40B4-BE49-F238E27FC236}">
                  <a16:creationId xmlns:a16="http://schemas.microsoft.com/office/drawing/2014/main" id="{E6DC4C0C-3EF7-4A39-A871-2379F43DDEB9}"/>
                </a:ext>
              </a:extLst>
            </p:cNvPr>
            <p:cNvCxnSpPr>
              <a:cxnSpLocks/>
            </p:cNvCxnSpPr>
            <p:nvPr/>
          </p:nvCxnSpPr>
          <p:spPr>
            <a:xfrm>
              <a:off x="5152807" y="4368987"/>
              <a:ext cx="0" cy="402012"/>
            </a:xfrm>
            <a:prstGeom prst="line">
              <a:avLst/>
            </a:prstGeom>
            <a:ln w="12700">
              <a:solidFill>
                <a:schemeClr val="tx1"/>
              </a:solidFill>
              <a:tailEnd type="none"/>
            </a:ln>
          </p:spPr>
          <p:style>
            <a:lnRef idx="1">
              <a:schemeClr val="accent1"/>
            </a:lnRef>
            <a:fillRef idx="0">
              <a:schemeClr val="accent1"/>
            </a:fillRef>
            <a:effectRef idx="0">
              <a:schemeClr val="accent1"/>
            </a:effectRef>
            <a:fontRef idx="minor">
              <a:schemeClr val="tx1"/>
            </a:fontRef>
          </p:style>
        </p:cxnSp>
        <p:cxnSp>
          <p:nvCxnSpPr>
            <p:cNvPr id="229" name="直接连接符 228">
              <a:extLst>
                <a:ext uri="{FF2B5EF4-FFF2-40B4-BE49-F238E27FC236}">
                  <a16:creationId xmlns:a16="http://schemas.microsoft.com/office/drawing/2014/main" id="{73533F96-3BDD-4753-9EED-1A08E604B1B0}"/>
                </a:ext>
              </a:extLst>
            </p:cNvPr>
            <p:cNvCxnSpPr>
              <a:cxnSpLocks/>
            </p:cNvCxnSpPr>
            <p:nvPr/>
          </p:nvCxnSpPr>
          <p:spPr>
            <a:xfrm>
              <a:off x="5710293" y="4368987"/>
              <a:ext cx="0" cy="402012"/>
            </a:xfrm>
            <a:prstGeom prst="line">
              <a:avLst/>
            </a:prstGeom>
            <a:ln w="12700">
              <a:solidFill>
                <a:schemeClr val="tx1"/>
              </a:solidFill>
              <a:tailEnd type="none"/>
            </a:ln>
          </p:spPr>
          <p:style>
            <a:lnRef idx="1">
              <a:schemeClr val="accent1"/>
            </a:lnRef>
            <a:fillRef idx="0">
              <a:schemeClr val="accent1"/>
            </a:fillRef>
            <a:effectRef idx="0">
              <a:schemeClr val="accent1"/>
            </a:effectRef>
            <a:fontRef idx="minor">
              <a:schemeClr val="tx1"/>
            </a:fontRef>
          </p:style>
        </p:cxnSp>
        <p:cxnSp>
          <p:nvCxnSpPr>
            <p:cNvPr id="230" name="直接箭头连接符 229">
              <a:extLst>
                <a:ext uri="{FF2B5EF4-FFF2-40B4-BE49-F238E27FC236}">
                  <a16:creationId xmlns:a16="http://schemas.microsoft.com/office/drawing/2014/main" id="{ED3BD2B5-2D7F-420B-9849-C0DB15050827}"/>
                </a:ext>
              </a:extLst>
            </p:cNvPr>
            <p:cNvCxnSpPr>
              <a:cxnSpLocks/>
            </p:cNvCxnSpPr>
            <p:nvPr/>
          </p:nvCxnSpPr>
          <p:spPr>
            <a:xfrm>
              <a:off x="5152807" y="4543615"/>
              <a:ext cx="557486" cy="0"/>
            </a:xfrm>
            <a:prstGeom prst="straightConnector1">
              <a:avLst/>
            </a:prstGeom>
            <a:ln w="12700">
              <a:solidFill>
                <a:schemeClr val="tx1"/>
              </a:solidFill>
              <a:headEnd type="triangle"/>
              <a:tailEnd type="triangle"/>
            </a:ln>
          </p:spPr>
          <p:style>
            <a:lnRef idx="1">
              <a:schemeClr val="accent1"/>
            </a:lnRef>
            <a:fillRef idx="0">
              <a:schemeClr val="accent1"/>
            </a:fillRef>
            <a:effectRef idx="0">
              <a:schemeClr val="accent1"/>
            </a:effectRef>
            <a:fontRef idx="minor">
              <a:schemeClr val="tx1"/>
            </a:fontRef>
          </p:style>
        </p:cxnSp>
      </p:grpSp>
      <p:grpSp>
        <p:nvGrpSpPr>
          <p:cNvPr id="231" name="组合 230">
            <a:extLst>
              <a:ext uri="{FF2B5EF4-FFF2-40B4-BE49-F238E27FC236}">
                <a16:creationId xmlns:a16="http://schemas.microsoft.com/office/drawing/2014/main" id="{6314FE5E-8FD6-4139-B007-AEF6270A0629}"/>
              </a:ext>
            </a:extLst>
          </p:cNvPr>
          <p:cNvGrpSpPr/>
          <p:nvPr/>
        </p:nvGrpSpPr>
        <p:grpSpPr>
          <a:xfrm>
            <a:off x="5622810" y="3705787"/>
            <a:ext cx="1250949" cy="1245704"/>
            <a:chOff x="3901858" y="3124233"/>
            <a:chExt cx="1250949" cy="1245704"/>
          </a:xfrm>
        </p:grpSpPr>
        <p:sp>
          <p:nvSpPr>
            <p:cNvPr id="232" name="平行四边形 231">
              <a:extLst>
                <a:ext uri="{FF2B5EF4-FFF2-40B4-BE49-F238E27FC236}">
                  <a16:creationId xmlns:a16="http://schemas.microsoft.com/office/drawing/2014/main" id="{84E5EE81-F4BC-4303-A2F7-4132AE0F978D}"/>
                </a:ext>
              </a:extLst>
            </p:cNvPr>
            <p:cNvSpPr/>
            <p:nvPr/>
          </p:nvSpPr>
          <p:spPr>
            <a:xfrm flipH="1">
              <a:off x="3901858" y="3124233"/>
              <a:ext cx="1250949" cy="1245704"/>
            </a:xfrm>
            <a:prstGeom prst="parallelogram">
              <a:avLst/>
            </a:prstGeom>
            <a:solidFill>
              <a:schemeClr val="accent3"/>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b="1" dirty="0">
                <a:latin typeface="宋体" panose="02010600030101010101" pitchFamily="2" charset="-122"/>
                <a:ea typeface="宋体" panose="02010600030101010101" pitchFamily="2" charset="-122"/>
              </a:endParaRPr>
            </a:p>
          </p:txBody>
        </p:sp>
        <p:sp>
          <p:nvSpPr>
            <p:cNvPr id="233" name="文本框 232">
              <a:extLst>
                <a:ext uri="{FF2B5EF4-FFF2-40B4-BE49-F238E27FC236}">
                  <a16:creationId xmlns:a16="http://schemas.microsoft.com/office/drawing/2014/main" id="{9D512235-9D87-4707-944E-0A0B18D77C21}"/>
                </a:ext>
              </a:extLst>
            </p:cNvPr>
            <p:cNvSpPr txBox="1"/>
            <p:nvPr/>
          </p:nvSpPr>
          <p:spPr>
            <a:xfrm>
              <a:off x="4036794" y="3241201"/>
              <a:ext cx="981076" cy="646331"/>
            </a:xfrm>
            <a:prstGeom prst="rect">
              <a:avLst/>
            </a:prstGeom>
            <a:noFill/>
          </p:spPr>
          <p:txBody>
            <a:bodyPr wrap="square" rtlCol="0">
              <a:spAutoFit/>
            </a:bodyPr>
            <a:lstStyle/>
            <a:p>
              <a:pPr algn="ctr"/>
              <a:r>
                <a:rPr lang="zh-CN" altLang="en-US" b="1" dirty="0">
                  <a:solidFill>
                    <a:schemeClr val="bg1"/>
                  </a:solidFill>
                </a:rPr>
                <a:t>第</a:t>
              </a:r>
              <a:r>
                <a:rPr lang="en-US" altLang="zh-CN" b="1" dirty="0">
                  <a:solidFill>
                    <a:schemeClr val="bg1"/>
                  </a:solidFill>
                </a:rPr>
                <a:t>1</a:t>
              </a:r>
              <a:r>
                <a:rPr lang="zh-CN" altLang="en-US" b="1" dirty="0">
                  <a:solidFill>
                    <a:schemeClr val="bg1"/>
                  </a:solidFill>
                </a:rPr>
                <a:t>个</a:t>
              </a:r>
              <a:endParaRPr lang="en-US" altLang="zh-CN" b="1" dirty="0">
                <a:solidFill>
                  <a:schemeClr val="bg1"/>
                </a:solidFill>
              </a:endParaRPr>
            </a:p>
            <a:p>
              <a:pPr algn="ctr"/>
              <a:r>
                <a:rPr lang="zh-CN" altLang="en-US" b="1" dirty="0">
                  <a:solidFill>
                    <a:schemeClr val="bg1"/>
                  </a:solidFill>
                </a:rPr>
                <a:t>数据帧</a:t>
              </a:r>
            </a:p>
          </p:txBody>
        </p:sp>
        <p:cxnSp>
          <p:nvCxnSpPr>
            <p:cNvPr id="234" name="直接箭头连接符 233">
              <a:extLst>
                <a:ext uri="{FF2B5EF4-FFF2-40B4-BE49-F238E27FC236}">
                  <a16:creationId xmlns:a16="http://schemas.microsoft.com/office/drawing/2014/main" id="{A64AF148-73BB-4D35-BB2B-6315C1688278}"/>
                </a:ext>
              </a:extLst>
            </p:cNvPr>
            <p:cNvCxnSpPr/>
            <p:nvPr/>
          </p:nvCxnSpPr>
          <p:spPr>
            <a:xfrm>
              <a:off x="4565842" y="3880823"/>
              <a:ext cx="85308" cy="345801"/>
            </a:xfrm>
            <a:prstGeom prst="straightConnector1">
              <a:avLst/>
            </a:prstGeom>
            <a:ln w="38100">
              <a:solidFill>
                <a:schemeClr val="bg1"/>
              </a:solidFill>
              <a:tailEnd type="triangle"/>
            </a:ln>
          </p:spPr>
          <p:style>
            <a:lnRef idx="1">
              <a:schemeClr val="accent1"/>
            </a:lnRef>
            <a:fillRef idx="0">
              <a:schemeClr val="accent1"/>
            </a:fillRef>
            <a:effectRef idx="0">
              <a:schemeClr val="accent1"/>
            </a:effectRef>
            <a:fontRef idx="minor">
              <a:schemeClr val="tx1"/>
            </a:fontRef>
          </p:style>
        </p:cxnSp>
      </p:grpSp>
      <p:grpSp>
        <p:nvGrpSpPr>
          <p:cNvPr id="235" name="组合 234">
            <a:extLst>
              <a:ext uri="{FF2B5EF4-FFF2-40B4-BE49-F238E27FC236}">
                <a16:creationId xmlns:a16="http://schemas.microsoft.com/office/drawing/2014/main" id="{D4722DFC-D81B-47DE-AF57-7507B94D7D5C}"/>
              </a:ext>
            </a:extLst>
          </p:cNvPr>
          <p:cNvGrpSpPr/>
          <p:nvPr/>
        </p:nvGrpSpPr>
        <p:grpSpPr>
          <a:xfrm>
            <a:off x="7431245" y="3705787"/>
            <a:ext cx="644526" cy="1249899"/>
            <a:chOff x="5710293" y="3124233"/>
            <a:chExt cx="644526" cy="1249899"/>
          </a:xfrm>
        </p:grpSpPr>
        <p:sp>
          <p:nvSpPr>
            <p:cNvPr id="236" name="平行四边形 235">
              <a:extLst>
                <a:ext uri="{FF2B5EF4-FFF2-40B4-BE49-F238E27FC236}">
                  <a16:creationId xmlns:a16="http://schemas.microsoft.com/office/drawing/2014/main" id="{549A7781-F5B6-45F3-B836-9B948E558CFA}"/>
                </a:ext>
              </a:extLst>
            </p:cNvPr>
            <p:cNvSpPr/>
            <p:nvPr/>
          </p:nvSpPr>
          <p:spPr>
            <a:xfrm>
              <a:off x="5710293" y="3124233"/>
              <a:ext cx="644526" cy="1245704"/>
            </a:xfrm>
            <a:prstGeom prst="parallelogram">
              <a:avLst>
                <a:gd name="adj" fmla="val 46023"/>
              </a:avLst>
            </a:prstGeom>
            <a:solidFill>
              <a:schemeClr val="accent5"/>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237" name="文本框 236">
              <a:extLst>
                <a:ext uri="{FF2B5EF4-FFF2-40B4-BE49-F238E27FC236}">
                  <a16:creationId xmlns:a16="http://schemas.microsoft.com/office/drawing/2014/main" id="{EE65319E-07AC-4EE4-9010-4FEF1A381329}"/>
                </a:ext>
              </a:extLst>
            </p:cNvPr>
            <p:cNvSpPr txBox="1"/>
            <p:nvPr/>
          </p:nvSpPr>
          <p:spPr>
            <a:xfrm rot="16963893">
              <a:off x="5653799" y="3893704"/>
              <a:ext cx="591525" cy="369332"/>
            </a:xfrm>
            <a:prstGeom prst="rect">
              <a:avLst/>
            </a:prstGeom>
            <a:noFill/>
          </p:spPr>
          <p:txBody>
            <a:bodyPr wrap="square" rtlCol="0">
              <a:spAutoFit/>
            </a:bodyPr>
            <a:lstStyle/>
            <a:p>
              <a:pPr algn="ctr"/>
              <a:r>
                <a:rPr lang="en-US" altLang="zh-CN" b="1" dirty="0">
                  <a:solidFill>
                    <a:schemeClr val="bg1"/>
                  </a:solidFill>
                </a:rPr>
                <a:t>ACK</a:t>
              </a:r>
              <a:endParaRPr lang="zh-CN" altLang="en-US" b="1" dirty="0">
                <a:solidFill>
                  <a:schemeClr val="bg1"/>
                </a:solidFill>
              </a:endParaRPr>
            </a:p>
          </p:txBody>
        </p:sp>
        <p:cxnSp>
          <p:nvCxnSpPr>
            <p:cNvPr id="238" name="直接箭头连接符 237">
              <a:extLst>
                <a:ext uri="{FF2B5EF4-FFF2-40B4-BE49-F238E27FC236}">
                  <a16:creationId xmlns:a16="http://schemas.microsoft.com/office/drawing/2014/main" id="{8AAFCFC7-9FE2-41CF-97BD-7048557C6519}"/>
                </a:ext>
              </a:extLst>
            </p:cNvPr>
            <p:cNvCxnSpPr>
              <a:cxnSpLocks/>
            </p:cNvCxnSpPr>
            <p:nvPr/>
          </p:nvCxnSpPr>
          <p:spPr>
            <a:xfrm flipV="1">
              <a:off x="6032556" y="3355319"/>
              <a:ext cx="104500" cy="410278"/>
            </a:xfrm>
            <a:prstGeom prst="straightConnector1">
              <a:avLst/>
            </a:prstGeom>
            <a:ln w="38100">
              <a:solidFill>
                <a:schemeClr val="bg1"/>
              </a:solidFill>
              <a:tailEnd type="triangle"/>
            </a:ln>
          </p:spPr>
          <p:style>
            <a:lnRef idx="1">
              <a:schemeClr val="accent1"/>
            </a:lnRef>
            <a:fillRef idx="0">
              <a:schemeClr val="accent1"/>
            </a:fillRef>
            <a:effectRef idx="0">
              <a:schemeClr val="accent1"/>
            </a:effectRef>
            <a:fontRef idx="minor">
              <a:schemeClr val="tx1"/>
            </a:fontRef>
          </p:style>
        </p:cxnSp>
      </p:grpSp>
      <p:cxnSp>
        <p:nvCxnSpPr>
          <p:cNvPr id="240" name="直接连接符 239">
            <a:extLst>
              <a:ext uri="{FF2B5EF4-FFF2-40B4-BE49-F238E27FC236}">
                <a16:creationId xmlns:a16="http://schemas.microsoft.com/office/drawing/2014/main" id="{EA729708-6C08-4B53-9EC5-CF35282576CF}"/>
              </a:ext>
            </a:extLst>
          </p:cNvPr>
          <p:cNvCxnSpPr>
            <a:cxnSpLocks/>
          </p:cNvCxnSpPr>
          <p:nvPr/>
        </p:nvCxnSpPr>
        <p:spPr>
          <a:xfrm>
            <a:off x="5064536" y="3704375"/>
            <a:ext cx="0" cy="2490458"/>
          </a:xfrm>
          <a:prstGeom prst="line">
            <a:avLst/>
          </a:prstGeom>
          <a:ln w="12700">
            <a:solidFill>
              <a:schemeClr val="tx1"/>
            </a:solidFill>
            <a:prstDash val="dash"/>
            <a:tailEnd type="none"/>
          </a:ln>
        </p:spPr>
        <p:style>
          <a:lnRef idx="1">
            <a:schemeClr val="accent1"/>
          </a:lnRef>
          <a:fillRef idx="0">
            <a:schemeClr val="accent1"/>
          </a:fillRef>
          <a:effectRef idx="0">
            <a:schemeClr val="accent1"/>
          </a:effectRef>
          <a:fontRef idx="minor">
            <a:schemeClr val="tx1"/>
          </a:fontRef>
        </p:style>
      </p:cxnSp>
      <p:cxnSp>
        <p:nvCxnSpPr>
          <p:cNvPr id="241" name="直接连接符 240">
            <a:extLst>
              <a:ext uri="{FF2B5EF4-FFF2-40B4-BE49-F238E27FC236}">
                <a16:creationId xmlns:a16="http://schemas.microsoft.com/office/drawing/2014/main" id="{B11D70C1-2C8A-4F64-9960-308B01A6CDDA}"/>
              </a:ext>
            </a:extLst>
          </p:cNvPr>
          <p:cNvCxnSpPr>
            <a:cxnSpLocks/>
          </p:cNvCxnSpPr>
          <p:nvPr/>
        </p:nvCxnSpPr>
        <p:spPr>
          <a:xfrm>
            <a:off x="8086456" y="3704375"/>
            <a:ext cx="0" cy="2490458"/>
          </a:xfrm>
          <a:prstGeom prst="line">
            <a:avLst/>
          </a:prstGeom>
          <a:ln w="12700">
            <a:solidFill>
              <a:schemeClr val="tx1"/>
            </a:solidFill>
            <a:prstDash val="dash"/>
            <a:tailEnd type="none"/>
          </a:ln>
        </p:spPr>
        <p:style>
          <a:lnRef idx="1">
            <a:schemeClr val="accent1"/>
          </a:lnRef>
          <a:fillRef idx="0">
            <a:schemeClr val="accent1"/>
          </a:fillRef>
          <a:effectRef idx="0">
            <a:schemeClr val="accent1"/>
          </a:effectRef>
          <a:fontRef idx="minor">
            <a:schemeClr val="tx1"/>
          </a:fontRef>
        </p:style>
      </p:cxnSp>
      <p:sp>
        <p:nvSpPr>
          <p:cNvPr id="242" name="矩形 241">
            <a:extLst>
              <a:ext uri="{FF2B5EF4-FFF2-40B4-BE49-F238E27FC236}">
                <a16:creationId xmlns:a16="http://schemas.microsoft.com/office/drawing/2014/main" id="{7DDE5D54-EAC8-4144-A136-0CCBA22D3283}"/>
              </a:ext>
            </a:extLst>
          </p:cNvPr>
          <p:cNvSpPr/>
          <p:nvPr/>
        </p:nvSpPr>
        <p:spPr>
          <a:xfrm>
            <a:off x="5064533" y="5793773"/>
            <a:ext cx="3021922" cy="400110"/>
          </a:xfrm>
          <a:prstGeom prst="rect">
            <a:avLst/>
          </a:prstGeom>
          <a:solidFill>
            <a:schemeClr val="accent2"/>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CN" b="1" dirty="0"/>
              <a:t>NAV</a:t>
            </a:r>
            <a:r>
              <a:rPr lang="zh-CN" altLang="en-US" b="1" dirty="0"/>
              <a:t>（信道忙）</a:t>
            </a:r>
          </a:p>
        </p:txBody>
      </p:sp>
      <p:sp>
        <p:nvSpPr>
          <p:cNvPr id="61" name="对话气泡: 圆角矩形 60">
            <a:extLst>
              <a:ext uri="{FF2B5EF4-FFF2-40B4-BE49-F238E27FC236}">
                <a16:creationId xmlns:a16="http://schemas.microsoft.com/office/drawing/2014/main" id="{BCEEE245-831A-4FC4-9318-8B77B9FF7DF4}"/>
              </a:ext>
            </a:extLst>
          </p:cNvPr>
          <p:cNvSpPr/>
          <p:nvPr/>
        </p:nvSpPr>
        <p:spPr>
          <a:xfrm>
            <a:off x="5867403" y="1505448"/>
            <a:ext cx="6019793" cy="2055614"/>
          </a:xfrm>
          <a:prstGeom prst="wedgeRoundRectCallout">
            <a:avLst>
              <a:gd name="adj1" fmla="val -53410"/>
              <a:gd name="adj2" fmla="val 25322"/>
              <a:gd name="adj3" fmla="val 16667"/>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endParaRPr lang="zh-CN" altLang="en-US" b="1" dirty="0"/>
          </a:p>
        </p:txBody>
      </p:sp>
      <p:sp>
        <p:nvSpPr>
          <p:cNvPr id="62" name="文本框 61">
            <a:extLst>
              <a:ext uri="{FF2B5EF4-FFF2-40B4-BE49-F238E27FC236}">
                <a16:creationId xmlns:a16="http://schemas.microsoft.com/office/drawing/2014/main" id="{206A7CE6-B7E1-4089-AFF6-F6C4F4DB7166}"/>
              </a:ext>
            </a:extLst>
          </p:cNvPr>
          <p:cNvSpPr txBox="1"/>
          <p:nvPr/>
        </p:nvSpPr>
        <p:spPr>
          <a:xfrm>
            <a:off x="5905695" y="1550322"/>
            <a:ext cx="5575883" cy="646331"/>
          </a:xfrm>
          <a:prstGeom prst="rect">
            <a:avLst/>
          </a:prstGeom>
          <a:noFill/>
        </p:spPr>
        <p:txBody>
          <a:bodyPr wrap="square">
            <a:spAutoFit/>
          </a:bodyPr>
          <a:lstStyle/>
          <a:p>
            <a:r>
              <a:rPr lang="zh-CN" altLang="en-US" b="1" dirty="0">
                <a:solidFill>
                  <a:schemeClr val="bg1"/>
                </a:solidFill>
              </a:rPr>
              <a:t>         尽管如此，</a:t>
            </a:r>
            <a:r>
              <a:rPr lang="en-US" altLang="zh-CN" b="1" dirty="0">
                <a:solidFill>
                  <a:schemeClr val="bg1"/>
                </a:solidFill>
              </a:rPr>
              <a:t>802.11</a:t>
            </a:r>
            <a:r>
              <a:rPr lang="zh-CN" altLang="en-US" b="1" dirty="0">
                <a:solidFill>
                  <a:schemeClr val="bg1"/>
                </a:solidFill>
              </a:rPr>
              <a:t>无线局域网仍为用户提供了以下三种选择：</a:t>
            </a:r>
            <a:endParaRPr lang="zh-CN" altLang="en-US" dirty="0">
              <a:solidFill>
                <a:schemeClr val="bg1"/>
              </a:solidFill>
            </a:endParaRPr>
          </a:p>
        </p:txBody>
      </p:sp>
      <p:sp>
        <p:nvSpPr>
          <p:cNvPr id="63" name="文本框 62">
            <a:extLst>
              <a:ext uri="{FF2B5EF4-FFF2-40B4-BE49-F238E27FC236}">
                <a16:creationId xmlns:a16="http://schemas.microsoft.com/office/drawing/2014/main" id="{E88FDEE9-D4FC-4234-A683-D90BB558B504}"/>
              </a:ext>
            </a:extLst>
          </p:cNvPr>
          <p:cNvSpPr txBox="1"/>
          <p:nvPr/>
        </p:nvSpPr>
        <p:spPr>
          <a:xfrm>
            <a:off x="6391595" y="2160276"/>
            <a:ext cx="5438451" cy="369332"/>
          </a:xfrm>
          <a:prstGeom prst="rect">
            <a:avLst/>
          </a:prstGeom>
          <a:noFill/>
        </p:spPr>
        <p:txBody>
          <a:bodyPr wrap="square">
            <a:spAutoFit/>
          </a:bodyPr>
          <a:lstStyle/>
          <a:p>
            <a:r>
              <a:rPr lang="zh-CN" altLang="en-US" b="1" dirty="0">
                <a:solidFill>
                  <a:schemeClr val="bg1"/>
                </a:solidFill>
              </a:rPr>
              <a:t>❶  使用</a:t>
            </a:r>
            <a:r>
              <a:rPr lang="en-US" altLang="zh-CN" b="1" dirty="0">
                <a:solidFill>
                  <a:schemeClr val="bg1"/>
                </a:solidFill>
              </a:rPr>
              <a:t>RTS</a:t>
            </a:r>
            <a:r>
              <a:rPr lang="zh-CN" altLang="en-US" b="1" dirty="0">
                <a:solidFill>
                  <a:schemeClr val="bg1"/>
                </a:solidFill>
              </a:rPr>
              <a:t>帧和</a:t>
            </a:r>
            <a:r>
              <a:rPr lang="en-US" altLang="zh-CN" b="1" dirty="0">
                <a:solidFill>
                  <a:schemeClr val="bg1"/>
                </a:solidFill>
              </a:rPr>
              <a:t>CTS</a:t>
            </a:r>
            <a:r>
              <a:rPr lang="zh-CN" altLang="en-US" b="1" dirty="0">
                <a:solidFill>
                  <a:schemeClr val="bg1"/>
                </a:solidFill>
              </a:rPr>
              <a:t>帧。</a:t>
            </a:r>
          </a:p>
        </p:txBody>
      </p:sp>
      <p:sp>
        <p:nvSpPr>
          <p:cNvPr id="64" name="文本框 63">
            <a:extLst>
              <a:ext uri="{FF2B5EF4-FFF2-40B4-BE49-F238E27FC236}">
                <a16:creationId xmlns:a16="http://schemas.microsoft.com/office/drawing/2014/main" id="{AFF60A0B-64F0-4A25-AA70-4AA688F91E98}"/>
              </a:ext>
            </a:extLst>
          </p:cNvPr>
          <p:cNvSpPr txBox="1"/>
          <p:nvPr/>
        </p:nvSpPr>
        <p:spPr>
          <a:xfrm>
            <a:off x="6391595" y="2493231"/>
            <a:ext cx="5438455" cy="646331"/>
          </a:xfrm>
          <a:prstGeom prst="rect">
            <a:avLst/>
          </a:prstGeom>
          <a:noFill/>
        </p:spPr>
        <p:txBody>
          <a:bodyPr wrap="square">
            <a:spAutoFit/>
          </a:bodyPr>
          <a:lstStyle/>
          <a:p>
            <a:r>
              <a:rPr lang="zh-CN" altLang="en-US" b="1" dirty="0">
                <a:solidFill>
                  <a:schemeClr val="bg1"/>
                </a:solidFill>
              </a:rPr>
              <a:t>❷  只有当数据帧的长度超过某个数值时才使用</a:t>
            </a:r>
            <a:endParaRPr lang="en-US" altLang="zh-CN" b="1" dirty="0">
              <a:solidFill>
                <a:schemeClr val="bg1"/>
              </a:solidFill>
            </a:endParaRPr>
          </a:p>
          <a:p>
            <a:r>
              <a:rPr lang="en-US" altLang="zh-CN" b="1" dirty="0">
                <a:solidFill>
                  <a:schemeClr val="bg1"/>
                </a:solidFill>
              </a:rPr>
              <a:t>      RTS</a:t>
            </a:r>
            <a:r>
              <a:rPr lang="zh-CN" altLang="en-US" b="1" dirty="0">
                <a:solidFill>
                  <a:schemeClr val="bg1"/>
                </a:solidFill>
              </a:rPr>
              <a:t>帧和</a:t>
            </a:r>
            <a:r>
              <a:rPr lang="en-US" altLang="zh-CN" b="1" dirty="0">
                <a:solidFill>
                  <a:schemeClr val="bg1"/>
                </a:solidFill>
              </a:rPr>
              <a:t>CTS</a:t>
            </a:r>
            <a:r>
              <a:rPr lang="zh-CN" altLang="en-US" b="1" dirty="0">
                <a:solidFill>
                  <a:schemeClr val="bg1"/>
                </a:solidFill>
              </a:rPr>
              <a:t>帧。</a:t>
            </a:r>
          </a:p>
        </p:txBody>
      </p:sp>
      <p:sp>
        <p:nvSpPr>
          <p:cNvPr id="65" name="文本框 64">
            <a:extLst>
              <a:ext uri="{FF2B5EF4-FFF2-40B4-BE49-F238E27FC236}">
                <a16:creationId xmlns:a16="http://schemas.microsoft.com/office/drawing/2014/main" id="{57EA23C2-6AEA-4E6D-95CD-20D3517B183A}"/>
              </a:ext>
            </a:extLst>
          </p:cNvPr>
          <p:cNvSpPr txBox="1"/>
          <p:nvPr/>
        </p:nvSpPr>
        <p:spPr>
          <a:xfrm>
            <a:off x="6381515" y="3103185"/>
            <a:ext cx="5438451" cy="369332"/>
          </a:xfrm>
          <a:prstGeom prst="rect">
            <a:avLst/>
          </a:prstGeom>
          <a:noFill/>
        </p:spPr>
        <p:txBody>
          <a:bodyPr wrap="square">
            <a:spAutoFit/>
          </a:bodyPr>
          <a:lstStyle/>
          <a:p>
            <a:r>
              <a:rPr lang="zh-CN" altLang="en-US" b="1" dirty="0">
                <a:solidFill>
                  <a:schemeClr val="bg1"/>
                </a:solidFill>
              </a:rPr>
              <a:t>❸  不使用</a:t>
            </a:r>
            <a:r>
              <a:rPr lang="en-US" altLang="zh-CN" b="1" dirty="0">
                <a:solidFill>
                  <a:schemeClr val="bg1"/>
                </a:solidFill>
              </a:rPr>
              <a:t>RTS</a:t>
            </a:r>
            <a:r>
              <a:rPr lang="zh-CN" altLang="en-US" b="1" dirty="0">
                <a:solidFill>
                  <a:schemeClr val="bg1"/>
                </a:solidFill>
              </a:rPr>
              <a:t>帧和</a:t>
            </a:r>
            <a:r>
              <a:rPr lang="en-US" altLang="zh-CN" b="1" dirty="0">
                <a:solidFill>
                  <a:schemeClr val="bg1"/>
                </a:solidFill>
              </a:rPr>
              <a:t>CTS</a:t>
            </a:r>
            <a:r>
              <a:rPr lang="zh-CN" altLang="en-US" b="1" dirty="0">
                <a:solidFill>
                  <a:schemeClr val="bg1"/>
                </a:solidFill>
              </a:rPr>
              <a:t>帧。</a:t>
            </a:r>
          </a:p>
        </p:txBody>
      </p:sp>
      <p:sp>
        <p:nvSpPr>
          <p:cNvPr id="66" name="平行四边形 65">
            <a:extLst>
              <a:ext uri="{FF2B5EF4-FFF2-40B4-BE49-F238E27FC236}">
                <a16:creationId xmlns:a16="http://schemas.microsoft.com/office/drawing/2014/main" id="{A910DFC8-B281-E041-EE2D-E1790A78CA9F}"/>
              </a:ext>
            </a:extLst>
          </p:cNvPr>
          <p:cNvSpPr/>
          <p:nvPr/>
        </p:nvSpPr>
        <p:spPr>
          <a:xfrm>
            <a:off x="304799" y="749300"/>
            <a:ext cx="691019" cy="387090"/>
          </a:xfrm>
          <a:prstGeom prst="parallelogram">
            <a:avLst/>
          </a:prstGeom>
          <a:solidFill>
            <a:schemeClr val="accent3">
              <a:lumMod val="75000"/>
            </a:schemeClr>
          </a:solidFill>
          <a:ln>
            <a:solidFill>
              <a:schemeClr val="accent3">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CN" sz="2200" dirty="0">
                <a:latin typeface="Impact" panose="020B0806030902050204" pitchFamily="34" charset="0"/>
              </a:rPr>
              <a:t>04</a:t>
            </a:r>
            <a:endParaRPr lang="zh-CN" altLang="en-US" sz="2200" dirty="0">
              <a:latin typeface="Impact" panose="020B0806030902050204" pitchFamily="34" charset="0"/>
            </a:endParaRPr>
          </a:p>
        </p:txBody>
      </p:sp>
    </p:spTree>
    <p:custDataLst>
      <p:tags r:id="rId1"/>
    </p:custDataLst>
    <p:extLst>
      <p:ext uri="{BB962C8B-B14F-4D97-AF65-F5344CB8AC3E}">
        <p14:creationId xmlns:p14="http://schemas.microsoft.com/office/powerpoint/2010/main" val="3179069646"/>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 presetClass="entr" presetSubtype="0" fill="hold" grpId="0" nodeType="withEffect">
                                  <p:stCondLst>
                                    <p:cond delay="0"/>
                                  </p:stCondLst>
                                  <p:iterate type="lt">
                                    <p:tmAbs val="100"/>
                                  </p:iterate>
                                  <p:childTnLst>
                                    <p:set>
                                      <p:cBhvr>
                                        <p:cTn id="6" dur="1" fill="hold">
                                          <p:stCondLst>
                                            <p:cond delay="0"/>
                                          </p:stCondLst>
                                        </p:cTn>
                                        <p:tgtEl>
                                          <p:spTgt spid="62"/>
                                        </p:tgtEl>
                                        <p:attrNameLst>
                                          <p:attrName>style.visibility</p:attrName>
                                        </p:attrNameLst>
                                      </p:cBhvr>
                                      <p:to>
                                        <p:strVal val="visible"/>
                                      </p:to>
                                    </p:set>
                                  </p:childTnLst>
                                </p:cTn>
                              </p:par>
                            </p:childTnLst>
                          </p:cTn>
                        </p:par>
                      </p:childTnLst>
                    </p:cTn>
                  </p:par>
                  <p:par>
                    <p:cTn id="7" fill="hold">
                      <p:stCondLst>
                        <p:cond delay="indefinite"/>
                      </p:stCondLst>
                      <p:childTnLst>
                        <p:par>
                          <p:cTn id="8" fill="hold">
                            <p:stCondLst>
                              <p:cond delay="0"/>
                            </p:stCondLst>
                            <p:childTnLst>
                              <p:par>
                                <p:cTn id="9" presetID="1" presetClass="entr" presetSubtype="0" fill="hold" grpId="0" nodeType="clickEffect">
                                  <p:stCondLst>
                                    <p:cond delay="0"/>
                                  </p:stCondLst>
                                  <p:iterate type="lt">
                                    <p:tmAbs val="100"/>
                                  </p:iterate>
                                  <p:childTnLst>
                                    <p:set>
                                      <p:cBhvr>
                                        <p:cTn id="10" dur="1" fill="hold">
                                          <p:stCondLst>
                                            <p:cond delay="0"/>
                                          </p:stCondLst>
                                        </p:cTn>
                                        <p:tgtEl>
                                          <p:spTgt spid="63"/>
                                        </p:tgtEl>
                                        <p:attrNameLst>
                                          <p:attrName>style.visibility</p:attrName>
                                        </p:attrNameLst>
                                      </p:cBhvr>
                                      <p:to>
                                        <p:strVal val="visible"/>
                                      </p:to>
                                    </p:set>
                                  </p:childTnLst>
                                </p:cTn>
                              </p:par>
                            </p:childTnLst>
                          </p:cTn>
                        </p:par>
                      </p:childTnLst>
                    </p:cTn>
                  </p:par>
                  <p:par>
                    <p:cTn id="11" fill="hold">
                      <p:stCondLst>
                        <p:cond delay="indefinite"/>
                      </p:stCondLst>
                      <p:childTnLst>
                        <p:par>
                          <p:cTn id="12" fill="hold">
                            <p:stCondLst>
                              <p:cond delay="0"/>
                            </p:stCondLst>
                            <p:childTnLst>
                              <p:par>
                                <p:cTn id="13" presetID="1" presetClass="entr" presetSubtype="0" fill="hold" grpId="0" nodeType="clickEffect">
                                  <p:stCondLst>
                                    <p:cond delay="0"/>
                                  </p:stCondLst>
                                  <p:iterate type="lt">
                                    <p:tmAbs val="100"/>
                                  </p:iterate>
                                  <p:childTnLst>
                                    <p:set>
                                      <p:cBhvr>
                                        <p:cTn id="14" dur="1" fill="hold">
                                          <p:stCondLst>
                                            <p:cond delay="0"/>
                                          </p:stCondLst>
                                        </p:cTn>
                                        <p:tgtEl>
                                          <p:spTgt spid="64"/>
                                        </p:tgtEl>
                                        <p:attrNameLst>
                                          <p:attrName>style.visibility</p:attrName>
                                        </p:attrNameLst>
                                      </p:cBhvr>
                                      <p:to>
                                        <p:strVal val="visible"/>
                                      </p:to>
                                    </p:set>
                                  </p:childTnLst>
                                </p:cTn>
                              </p:par>
                            </p:childTnLst>
                          </p:cTn>
                        </p:par>
                      </p:childTnLst>
                    </p:cTn>
                  </p:par>
                  <p:par>
                    <p:cTn id="15" fill="hold">
                      <p:stCondLst>
                        <p:cond delay="indefinite"/>
                      </p:stCondLst>
                      <p:childTnLst>
                        <p:par>
                          <p:cTn id="16" fill="hold">
                            <p:stCondLst>
                              <p:cond delay="0"/>
                            </p:stCondLst>
                            <p:childTnLst>
                              <p:par>
                                <p:cTn id="17" presetID="1" presetClass="entr" presetSubtype="0" fill="hold" grpId="0" nodeType="clickEffect">
                                  <p:stCondLst>
                                    <p:cond delay="0"/>
                                  </p:stCondLst>
                                  <p:iterate type="lt">
                                    <p:tmAbs val="100"/>
                                  </p:iterate>
                                  <p:childTnLst>
                                    <p:set>
                                      <p:cBhvr>
                                        <p:cTn id="18" dur="1" fill="hold">
                                          <p:stCondLst>
                                            <p:cond delay="0"/>
                                          </p:stCondLst>
                                        </p:cTn>
                                        <p:tgtEl>
                                          <p:spTgt spid="65"/>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62" grpId="0"/>
      <p:bldP spid="63" grpId="0"/>
      <p:bldP spid="64" grpId="0"/>
      <p:bldP spid="65" grpId="0"/>
    </p:bldLst>
  </p:timing>
</p:sld>
</file>

<file path=ppt/slides/slide56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4" name="组合 3">
            <a:extLst>
              <a:ext uri="{FF2B5EF4-FFF2-40B4-BE49-F238E27FC236}">
                <a16:creationId xmlns:a16="http://schemas.microsoft.com/office/drawing/2014/main" id="{9A1EA9F2-FCB6-48C3-935F-7AE7E3AD14AC}"/>
              </a:ext>
            </a:extLst>
          </p:cNvPr>
          <p:cNvGrpSpPr/>
          <p:nvPr/>
        </p:nvGrpSpPr>
        <p:grpSpPr>
          <a:xfrm>
            <a:off x="304800" y="749300"/>
            <a:ext cx="5791200" cy="400110"/>
            <a:chOff x="424117" y="898245"/>
            <a:chExt cx="5791200" cy="400110"/>
          </a:xfrm>
        </p:grpSpPr>
        <p:sp>
          <p:nvSpPr>
            <p:cNvPr id="2" name="平行四边形 1">
              <a:extLst>
                <a:ext uri="{FF2B5EF4-FFF2-40B4-BE49-F238E27FC236}">
                  <a16:creationId xmlns:a16="http://schemas.microsoft.com/office/drawing/2014/main" id="{1F5BAA3F-9845-4F89-A2DD-8222D3E4EDAC}"/>
                </a:ext>
              </a:extLst>
            </p:cNvPr>
            <p:cNvSpPr/>
            <p:nvPr/>
          </p:nvSpPr>
          <p:spPr>
            <a:xfrm>
              <a:off x="424117" y="898245"/>
              <a:ext cx="628306" cy="387090"/>
            </a:xfrm>
            <a:prstGeom prst="parallelogram">
              <a:avLst/>
            </a:prstGeom>
            <a:solidFill>
              <a:schemeClr val="accent3">
                <a:lumMod val="75000"/>
              </a:schemeClr>
            </a:solidFill>
            <a:ln>
              <a:solidFill>
                <a:schemeClr val="accent3">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CN" sz="2200" dirty="0">
                  <a:latin typeface="Impact" panose="020B0806030902050204" pitchFamily="34" charset="0"/>
                </a:rPr>
                <a:t>01</a:t>
              </a:r>
              <a:endParaRPr lang="zh-CN" altLang="en-US" sz="2200" dirty="0">
                <a:latin typeface="Impact" panose="020B0806030902050204" pitchFamily="34" charset="0"/>
              </a:endParaRPr>
            </a:p>
          </p:txBody>
        </p:sp>
        <p:sp>
          <p:nvSpPr>
            <p:cNvPr id="3" name="文本框 2">
              <a:extLst>
                <a:ext uri="{FF2B5EF4-FFF2-40B4-BE49-F238E27FC236}">
                  <a16:creationId xmlns:a16="http://schemas.microsoft.com/office/drawing/2014/main" id="{4D6BD736-A4D3-4F26-AFED-36E11F50F70B}"/>
                </a:ext>
              </a:extLst>
            </p:cNvPr>
            <p:cNvSpPr txBox="1"/>
            <p:nvPr/>
          </p:nvSpPr>
          <p:spPr>
            <a:xfrm>
              <a:off x="1052423" y="898245"/>
              <a:ext cx="5162894" cy="400110"/>
            </a:xfrm>
            <a:prstGeom prst="rect">
              <a:avLst/>
            </a:prstGeom>
            <a:noFill/>
          </p:spPr>
          <p:txBody>
            <a:bodyPr wrap="square" rtlCol="0">
              <a:spAutoFit/>
            </a:bodyPr>
            <a:lstStyle/>
            <a:p>
              <a:r>
                <a:rPr lang="en-US" altLang="zh-CN" sz="2000" b="1" dirty="0">
                  <a:solidFill>
                    <a:schemeClr val="tx1"/>
                  </a:solidFill>
                  <a:latin typeface="Arial Narrow" panose="020B0606020202030204" pitchFamily="34" charset="0"/>
                </a:rPr>
                <a:t>CSMA/CA</a:t>
              </a:r>
              <a:r>
                <a:rPr lang="zh-CN" altLang="en-US" sz="2000" b="1" dirty="0">
                  <a:solidFill>
                    <a:schemeClr val="tx1"/>
                  </a:solidFill>
                  <a:latin typeface="Arial Narrow" panose="020B0606020202030204" pitchFamily="34" charset="0"/>
                </a:rPr>
                <a:t>协议的基本工作原理</a:t>
              </a:r>
              <a:endParaRPr lang="en-US" altLang="zh-CN" sz="2000" b="1" dirty="0">
                <a:solidFill>
                  <a:schemeClr val="tx1"/>
                </a:solidFill>
                <a:latin typeface="Arial Narrow" panose="020B0606020202030204" pitchFamily="34" charset="0"/>
              </a:endParaRPr>
            </a:p>
          </p:txBody>
        </p:sp>
      </p:grpSp>
      <p:sp>
        <p:nvSpPr>
          <p:cNvPr id="106" name="文本框 105">
            <a:extLst>
              <a:ext uri="{FF2B5EF4-FFF2-40B4-BE49-F238E27FC236}">
                <a16:creationId xmlns:a16="http://schemas.microsoft.com/office/drawing/2014/main" id="{05653DE5-C742-449E-8418-291FFAA878A5}"/>
              </a:ext>
            </a:extLst>
          </p:cNvPr>
          <p:cNvSpPr txBox="1"/>
          <p:nvPr/>
        </p:nvSpPr>
        <p:spPr>
          <a:xfrm>
            <a:off x="933106" y="1136390"/>
            <a:ext cx="9920697" cy="400110"/>
          </a:xfrm>
          <a:prstGeom prst="rect">
            <a:avLst/>
          </a:prstGeom>
          <a:noFill/>
        </p:spPr>
        <p:txBody>
          <a:bodyPr wrap="square" rtlCol="0">
            <a:spAutoFit/>
          </a:bodyPr>
          <a:lstStyle/>
          <a:p>
            <a:r>
              <a:rPr lang="zh-CN" altLang="en-US" sz="2000" b="1" dirty="0">
                <a:solidFill>
                  <a:schemeClr val="accent3">
                    <a:lumMod val="75000"/>
                  </a:schemeClr>
                </a:solidFill>
                <a:latin typeface="Arial Narrow" panose="020B0606020202030204" pitchFamily="34" charset="0"/>
              </a:rPr>
              <a:t>为了进一步降低发生碰撞的概率，</a:t>
            </a:r>
            <a:r>
              <a:rPr lang="en-US" altLang="zh-CN" sz="2000" b="1" dirty="0">
                <a:solidFill>
                  <a:schemeClr val="accent3">
                    <a:lumMod val="75000"/>
                  </a:schemeClr>
                </a:solidFill>
                <a:latin typeface="Arial Narrow" panose="020B0606020202030204" pitchFamily="34" charset="0"/>
              </a:rPr>
              <a:t>802.11</a:t>
            </a:r>
            <a:r>
              <a:rPr lang="zh-CN" altLang="en-US" sz="2000" b="1" dirty="0">
                <a:solidFill>
                  <a:schemeClr val="accent3">
                    <a:lumMod val="75000"/>
                  </a:schemeClr>
                </a:solidFill>
                <a:latin typeface="Arial Narrow" panose="020B0606020202030204" pitchFamily="34" charset="0"/>
              </a:rPr>
              <a:t>无线局域网允许源站对信道进行预约。</a:t>
            </a:r>
            <a:endParaRPr lang="en-US" altLang="zh-CN" sz="2000" b="1" dirty="0">
              <a:solidFill>
                <a:schemeClr val="accent3">
                  <a:lumMod val="75000"/>
                </a:schemeClr>
              </a:solidFill>
              <a:latin typeface="Arial Narrow" panose="020B0606020202030204" pitchFamily="34" charset="0"/>
            </a:endParaRPr>
          </a:p>
        </p:txBody>
      </p:sp>
      <p:grpSp>
        <p:nvGrpSpPr>
          <p:cNvPr id="95" name="组合 94">
            <a:extLst>
              <a:ext uri="{FF2B5EF4-FFF2-40B4-BE49-F238E27FC236}">
                <a16:creationId xmlns:a16="http://schemas.microsoft.com/office/drawing/2014/main" id="{427726E1-BEF1-4A50-8CE3-19C4BFBA49FF}"/>
              </a:ext>
            </a:extLst>
          </p:cNvPr>
          <p:cNvGrpSpPr/>
          <p:nvPr/>
        </p:nvGrpSpPr>
        <p:grpSpPr>
          <a:xfrm>
            <a:off x="488092" y="3523023"/>
            <a:ext cx="11010480" cy="2858841"/>
            <a:chOff x="685585" y="2940516"/>
            <a:chExt cx="11010480" cy="2858841"/>
          </a:xfrm>
        </p:grpSpPr>
        <p:sp>
          <p:nvSpPr>
            <p:cNvPr id="96" name="文本框 95">
              <a:extLst>
                <a:ext uri="{FF2B5EF4-FFF2-40B4-BE49-F238E27FC236}">
                  <a16:creationId xmlns:a16="http://schemas.microsoft.com/office/drawing/2014/main" id="{A339BE44-2EC7-49C0-87AB-611E8216A808}"/>
                </a:ext>
              </a:extLst>
            </p:cNvPr>
            <p:cNvSpPr txBox="1"/>
            <p:nvPr/>
          </p:nvSpPr>
          <p:spPr>
            <a:xfrm>
              <a:off x="685585" y="2940516"/>
              <a:ext cx="981076" cy="369332"/>
            </a:xfrm>
            <a:prstGeom prst="rect">
              <a:avLst/>
            </a:prstGeom>
            <a:noFill/>
          </p:spPr>
          <p:txBody>
            <a:bodyPr wrap="square" rtlCol="0">
              <a:spAutoFit/>
            </a:bodyPr>
            <a:lstStyle/>
            <a:p>
              <a:pPr algn="r"/>
              <a:r>
                <a:rPr lang="zh-CN" altLang="en-US" b="1" dirty="0"/>
                <a:t>源站</a:t>
              </a:r>
            </a:p>
          </p:txBody>
        </p:sp>
        <p:sp>
          <p:nvSpPr>
            <p:cNvPr id="97" name="文本框 96">
              <a:extLst>
                <a:ext uri="{FF2B5EF4-FFF2-40B4-BE49-F238E27FC236}">
                  <a16:creationId xmlns:a16="http://schemas.microsoft.com/office/drawing/2014/main" id="{359E10C5-72AE-4F21-8044-366049C61866}"/>
                </a:ext>
              </a:extLst>
            </p:cNvPr>
            <p:cNvSpPr txBox="1"/>
            <p:nvPr/>
          </p:nvSpPr>
          <p:spPr>
            <a:xfrm>
              <a:off x="685585" y="4187174"/>
              <a:ext cx="981076" cy="369332"/>
            </a:xfrm>
            <a:prstGeom prst="rect">
              <a:avLst/>
            </a:prstGeom>
            <a:noFill/>
          </p:spPr>
          <p:txBody>
            <a:bodyPr wrap="square" rtlCol="0">
              <a:spAutoFit/>
            </a:bodyPr>
            <a:lstStyle/>
            <a:p>
              <a:pPr algn="r"/>
              <a:r>
                <a:rPr lang="zh-CN" altLang="en-US" b="1" dirty="0"/>
                <a:t>目的站</a:t>
              </a:r>
            </a:p>
          </p:txBody>
        </p:sp>
        <p:sp>
          <p:nvSpPr>
            <p:cNvPr id="98" name="文本框 97">
              <a:extLst>
                <a:ext uri="{FF2B5EF4-FFF2-40B4-BE49-F238E27FC236}">
                  <a16:creationId xmlns:a16="http://schemas.microsoft.com/office/drawing/2014/main" id="{857D48FC-58A9-49D0-B299-3FFD8B52D48C}"/>
                </a:ext>
              </a:extLst>
            </p:cNvPr>
            <p:cNvSpPr txBox="1"/>
            <p:nvPr/>
          </p:nvSpPr>
          <p:spPr>
            <a:xfrm>
              <a:off x="685585" y="5430025"/>
              <a:ext cx="981076" cy="369332"/>
            </a:xfrm>
            <a:prstGeom prst="rect">
              <a:avLst/>
            </a:prstGeom>
            <a:noFill/>
          </p:spPr>
          <p:txBody>
            <a:bodyPr wrap="square" rtlCol="0">
              <a:spAutoFit/>
            </a:bodyPr>
            <a:lstStyle/>
            <a:p>
              <a:pPr algn="r"/>
              <a:r>
                <a:rPr lang="zh-CN" altLang="en-US" b="1" dirty="0"/>
                <a:t>其他站</a:t>
              </a:r>
            </a:p>
          </p:txBody>
        </p:sp>
        <p:sp>
          <p:nvSpPr>
            <p:cNvPr id="99" name="文本框 98">
              <a:extLst>
                <a:ext uri="{FF2B5EF4-FFF2-40B4-BE49-F238E27FC236}">
                  <a16:creationId xmlns:a16="http://schemas.microsoft.com/office/drawing/2014/main" id="{824E5DB4-E949-41CA-8D08-649370CAC10D}"/>
                </a:ext>
              </a:extLst>
            </p:cNvPr>
            <p:cNvSpPr txBox="1"/>
            <p:nvPr/>
          </p:nvSpPr>
          <p:spPr>
            <a:xfrm>
              <a:off x="11051539" y="2940516"/>
              <a:ext cx="644526" cy="369332"/>
            </a:xfrm>
            <a:prstGeom prst="rect">
              <a:avLst/>
            </a:prstGeom>
            <a:noFill/>
          </p:spPr>
          <p:txBody>
            <a:bodyPr wrap="square" rtlCol="0">
              <a:spAutoFit/>
            </a:bodyPr>
            <a:lstStyle/>
            <a:p>
              <a:r>
                <a:rPr lang="zh-CN" altLang="en-US" b="1" dirty="0"/>
                <a:t>时间</a:t>
              </a:r>
            </a:p>
          </p:txBody>
        </p:sp>
        <p:cxnSp>
          <p:nvCxnSpPr>
            <p:cNvPr id="100" name="直接箭头连接符 99">
              <a:extLst>
                <a:ext uri="{FF2B5EF4-FFF2-40B4-BE49-F238E27FC236}">
                  <a16:creationId xmlns:a16="http://schemas.microsoft.com/office/drawing/2014/main" id="{8973A6A9-16DA-46EF-BDE1-82FC27113192}"/>
                </a:ext>
              </a:extLst>
            </p:cNvPr>
            <p:cNvCxnSpPr>
              <a:cxnSpLocks/>
            </p:cNvCxnSpPr>
            <p:nvPr/>
          </p:nvCxnSpPr>
          <p:spPr>
            <a:xfrm>
              <a:off x="1666661" y="3125182"/>
              <a:ext cx="9367200" cy="0"/>
            </a:xfrm>
            <a:prstGeom prst="straightConnector1">
              <a:avLst/>
            </a:prstGeom>
            <a:ln w="12700">
              <a:solidFill>
                <a:schemeClr val="tx1"/>
              </a:solidFill>
              <a:tailEnd type="triangle"/>
            </a:ln>
          </p:spPr>
          <p:style>
            <a:lnRef idx="1">
              <a:schemeClr val="accent1"/>
            </a:lnRef>
            <a:fillRef idx="0">
              <a:schemeClr val="accent1"/>
            </a:fillRef>
            <a:effectRef idx="0">
              <a:schemeClr val="accent1"/>
            </a:effectRef>
            <a:fontRef idx="minor">
              <a:schemeClr val="tx1"/>
            </a:fontRef>
          </p:style>
        </p:cxnSp>
        <p:sp>
          <p:nvSpPr>
            <p:cNvPr id="101" name="文本框 100">
              <a:extLst>
                <a:ext uri="{FF2B5EF4-FFF2-40B4-BE49-F238E27FC236}">
                  <a16:creationId xmlns:a16="http://schemas.microsoft.com/office/drawing/2014/main" id="{607423BF-70A1-49DF-91BE-85E5DBA4365F}"/>
                </a:ext>
              </a:extLst>
            </p:cNvPr>
            <p:cNvSpPr txBox="1"/>
            <p:nvPr/>
          </p:nvSpPr>
          <p:spPr>
            <a:xfrm>
              <a:off x="11051539" y="5430025"/>
              <a:ext cx="644526" cy="369332"/>
            </a:xfrm>
            <a:prstGeom prst="rect">
              <a:avLst/>
            </a:prstGeom>
            <a:noFill/>
          </p:spPr>
          <p:txBody>
            <a:bodyPr wrap="square" rtlCol="0">
              <a:spAutoFit/>
            </a:bodyPr>
            <a:lstStyle/>
            <a:p>
              <a:r>
                <a:rPr lang="zh-CN" altLang="en-US" b="1" dirty="0"/>
                <a:t>时间</a:t>
              </a:r>
            </a:p>
          </p:txBody>
        </p:sp>
        <p:cxnSp>
          <p:nvCxnSpPr>
            <p:cNvPr id="102" name="直接箭头连接符 101">
              <a:extLst>
                <a:ext uri="{FF2B5EF4-FFF2-40B4-BE49-F238E27FC236}">
                  <a16:creationId xmlns:a16="http://schemas.microsoft.com/office/drawing/2014/main" id="{14FB5E63-604F-4789-A8EF-BA385EDAFBFB}"/>
                </a:ext>
              </a:extLst>
            </p:cNvPr>
            <p:cNvCxnSpPr>
              <a:cxnSpLocks/>
            </p:cNvCxnSpPr>
            <p:nvPr/>
          </p:nvCxnSpPr>
          <p:spPr>
            <a:xfrm>
              <a:off x="1666661" y="5614691"/>
              <a:ext cx="9367097" cy="0"/>
            </a:xfrm>
            <a:prstGeom prst="straightConnector1">
              <a:avLst/>
            </a:prstGeom>
            <a:ln w="12700">
              <a:solidFill>
                <a:schemeClr val="tx1"/>
              </a:solidFill>
              <a:tailEnd type="triangle"/>
            </a:ln>
          </p:spPr>
          <p:style>
            <a:lnRef idx="1">
              <a:schemeClr val="accent1"/>
            </a:lnRef>
            <a:fillRef idx="0">
              <a:schemeClr val="accent1"/>
            </a:fillRef>
            <a:effectRef idx="0">
              <a:schemeClr val="accent1"/>
            </a:effectRef>
            <a:fontRef idx="minor">
              <a:schemeClr val="tx1"/>
            </a:fontRef>
          </p:style>
        </p:cxnSp>
        <p:sp>
          <p:nvSpPr>
            <p:cNvPr id="103" name="文本框 102">
              <a:extLst>
                <a:ext uri="{FF2B5EF4-FFF2-40B4-BE49-F238E27FC236}">
                  <a16:creationId xmlns:a16="http://schemas.microsoft.com/office/drawing/2014/main" id="{403C8105-CF44-4AFF-BA70-1502E7FD8965}"/>
                </a:ext>
              </a:extLst>
            </p:cNvPr>
            <p:cNvSpPr txBox="1"/>
            <p:nvPr/>
          </p:nvSpPr>
          <p:spPr>
            <a:xfrm>
              <a:off x="11051539" y="4185271"/>
              <a:ext cx="644526" cy="369332"/>
            </a:xfrm>
            <a:prstGeom prst="rect">
              <a:avLst/>
            </a:prstGeom>
            <a:noFill/>
          </p:spPr>
          <p:txBody>
            <a:bodyPr wrap="square" rtlCol="0">
              <a:spAutoFit/>
            </a:bodyPr>
            <a:lstStyle/>
            <a:p>
              <a:r>
                <a:rPr lang="zh-CN" altLang="en-US" b="1" dirty="0"/>
                <a:t>时间</a:t>
              </a:r>
            </a:p>
          </p:txBody>
        </p:sp>
        <p:cxnSp>
          <p:nvCxnSpPr>
            <p:cNvPr id="109" name="直接箭头连接符 108">
              <a:extLst>
                <a:ext uri="{FF2B5EF4-FFF2-40B4-BE49-F238E27FC236}">
                  <a16:creationId xmlns:a16="http://schemas.microsoft.com/office/drawing/2014/main" id="{C9D30BFA-BD02-48E2-B935-F0EE4CC6842E}"/>
                </a:ext>
              </a:extLst>
            </p:cNvPr>
            <p:cNvCxnSpPr>
              <a:cxnSpLocks/>
            </p:cNvCxnSpPr>
            <p:nvPr/>
          </p:nvCxnSpPr>
          <p:spPr>
            <a:xfrm>
              <a:off x="1666661" y="4369937"/>
              <a:ext cx="9367200" cy="0"/>
            </a:xfrm>
            <a:prstGeom prst="straightConnector1">
              <a:avLst/>
            </a:prstGeom>
            <a:ln w="12700">
              <a:solidFill>
                <a:schemeClr val="tx1"/>
              </a:solidFill>
              <a:tailEnd type="triangle"/>
            </a:ln>
          </p:spPr>
          <p:style>
            <a:lnRef idx="1">
              <a:schemeClr val="accent1"/>
            </a:lnRef>
            <a:fillRef idx="0">
              <a:schemeClr val="accent1"/>
            </a:fillRef>
            <a:effectRef idx="0">
              <a:schemeClr val="accent1"/>
            </a:effectRef>
            <a:fontRef idx="minor">
              <a:schemeClr val="tx1"/>
            </a:fontRef>
          </p:style>
        </p:cxnSp>
      </p:grpSp>
      <p:sp>
        <p:nvSpPr>
          <p:cNvPr id="201" name="矩形 200">
            <a:extLst>
              <a:ext uri="{FF2B5EF4-FFF2-40B4-BE49-F238E27FC236}">
                <a16:creationId xmlns:a16="http://schemas.microsoft.com/office/drawing/2014/main" id="{CBD5A6DC-9263-45C1-A676-C7BE3852393E}"/>
              </a:ext>
            </a:extLst>
          </p:cNvPr>
          <p:cNvSpPr/>
          <p:nvPr/>
        </p:nvSpPr>
        <p:spPr>
          <a:xfrm>
            <a:off x="1490131" y="3307579"/>
            <a:ext cx="1136650" cy="400110"/>
          </a:xfrm>
          <a:prstGeom prst="rect">
            <a:avLst/>
          </a:prstGeom>
          <a:solidFill>
            <a:schemeClr val="accent4"/>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zh-CN" altLang="en-US" b="1" dirty="0"/>
              <a:t>信道空闲</a:t>
            </a:r>
          </a:p>
        </p:txBody>
      </p:sp>
      <p:grpSp>
        <p:nvGrpSpPr>
          <p:cNvPr id="202" name="组合 201">
            <a:extLst>
              <a:ext uri="{FF2B5EF4-FFF2-40B4-BE49-F238E27FC236}">
                <a16:creationId xmlns:a16="http://schemas.microsoft.com/office/drawing/2014/main" id="{403CFCFF-B779-43D9-8E28-B158A7E142EC}"/>
              </a:ext>
            </a:extLst>
          </p:cNvPr>
          <p:cNvGrpSpPr/>
          <p:nvPr/>
        </p:nvGrpSpPr>
        <p:grpSpPr>
          <a:xfrm>
            <a:off x="2604557" y="3199355"/>
            <a:ext cx="1120774" cy="509285"/>
            <a:chOff x="2781087" y="2616848"/>
            <a:chExt cx="1120774" cy="509285"/>
          </a:xfrm>
        </p:grpSpPr>
        <p:sp>
          <p:nvSpPr>
            <p:cNvPr id="203" name="文本框 202">
              <a:extLst>
                <a:ext uri="{FF2B5EF4-FFF2-40B4-BE49-F238E27FC236}">
                  <a16:creationId xmlns:a16="http://schemas.microsoft.com/office/drawing/2014/main" id="{5A36E446-C357-4E8A-AA5B-D7385BD86E56}"/>
                </a:ext>
              </a:extLst>
            </p:cNvPr>
            <p:cNvSpPr txBox="1"/>
            <p:nvPr/>
          </p:nvSpPr>
          <p:spPr>
            <a:xfrm>
              <a:off x="2781087" y="2616848"/>
              <a:ext cx="1098550" cy="369332"/>
            </a:xfrm>
            <a:prstGeom prst="rect">
              <a:avLst/>
            </a:prstGeom>
            <a:noFill/>
          </p:spPr>
          <p:txBody>
            <a:bodyPr wrap="square" rtlCol="0">
              <a:spAutoFit/>
            </a:bodyPr>
            <a:lstStyle/>
            <a:p>
              <a:pPr algn="ctr"/>
              <a:r>
                <a:rPr lang="en-US" altLang="zh-CN" b="1" dirty="0"/>
                <a:t>DIFS</a:t>
              </a:r>
              <a:endParaRPr lang="zh-CN" altLang="en-US" b="1" dirty="0"/>
            </a:p>
          </p:txBody>
        </p:sp>
        <p:cxnSp>
          <p:nvCxnSpPr>
            <p:cNvPr id="204" name="直接连接符 203">
              <a:extLst>
                <a:ext uri="{FF2B5EF4-FFF2-40B4-BE49-F238E27FC236}">
                  <a16:creationId xmlns:a16="http://schemas.microsoft.com/office/drawing/2014/main" id="{BFF880F2-23DF-4A34-A906-D0FE3A1E216B}"/>
                </a:ext>
              </a:extLst>
            </p:cNvPr>
            <p:cNvCxnSpPr>
              <a:cxnSpLocks/>
            </p:cNvCxnSpPr>
            <p:nvPr/>
          </p:nvCxnSpPr>
          <p:spPr>
            <a:xfrm>
              <a:off x="3901861" y="2724121"/>
              <a:ext cx="0" cy="402012"/>
            </a:xfrm>
            <a:prstGeom prst="line">
              <a:avLst/>
            </a:prstGeom>
            <a:ln w="12700">
              <a:solidFill>
                <a:schemeClr val="tx1"/>
              </a:solidFill>
              <a:tailEnd type="none"/>
            </a:ln>
          </p:spPr>
          <p:style>
            <a:lnRef idx="1">
              <a:schemeClr val="accent1"/>
            </a:lnRef>
            <a:fillRef idx="0">
              <a:schemeClr val="accent1"/>
            </a:fillRef>
            <a:effectRef idx="0">
              <a:schemeClr val="accent1"/>
            </a:effectRef>
            <a:fontRef idx="minor">
              <a:schemeClr val="tx1"/>
            </a:fontRef>
          </p:style>
        </p:cxnSp>
        <p:cxnSp>
          <p:nvCxnSpPr>
            <p:cNvPr id="205" name="直接箭头连接符 204">
              <a:extLst>
                <a:ext uri="{FF2B5EF4-FFF2-40B4-BE49-F238E27FC236}">
                  <a16:creationId xmlns:a16="http://schemas.microsoft.com/office/drawing/2014/main" id="{688F02EC-EA60-4644-AF4D-A4A42FCB242F}"/>
                </a:ext>
              </a:extLst>
            </p:cNvPr>
            <p:cNvCxnSpPr/>
            <p:nvPr/>
          </p:nvCxnSpPr>
          <p:spPr>
            <a:xfrm>
              <a:off x="2803311" y="2940516"/>
              <a:ext cx="1098550" cy="0"/>
            </a:xfrm>
            <a:prstGeom prst="straightConnector1">
              <a:avLst/>
            </a:prstGeom>
            <a:ln w="12700">
              <a:solidFill>
                <a:schemeClr val="tx1"/>
              </a:solidFill>
              <a:headEnd type="triangle"/>
              <a:tailEnd type="triangle"/>
            </a:ln>
          </p:spPr>
          <p:style>
            <a:lnRef idx="1">
              <a:schemeClr val="accent1"/>
            </a:lnRef>
            <a:fillRef idx="0">
              <a:schemeClr val="accent1"/>
            </a:fillRef>
            <a:effectRef idx="0">
              <a:schemeClr val="accent1"/>
            </a:effectRef>
            <a:fontRef idx="minor">
              <a:schemeClr val="tx1"/>
            </a:fontRef>
          </p:style>
        </p:cxnSp>
      </p:grpSp>
      <p:grpSp>
        <p:nvGrpSpPr>
          <p:cNvPr id="206" name="组合 205">
            <a:extLst>
              <a:ext uri="{FF2B5EF4-FFF2-40B4-BE49-F238E27FC236}">
                <a16:creationId xmlns:a16="http://schemas.microsoft.com/office/drawing/2014/main" id="{A0087DF4-4649-4DC8-ADC5-73575CA1F1A3}"/>
              </a:ext>
            </a:extLst>
          </p:cNvPr>
          <p:cNvGrpSpPr/>
          <p:nvPr/>
        </p:nvGrpSpPr>
        <p:grpSpPr>
          <a:xfrm>
            <a:off x="1944937" y="3705787"/>
            <a:ext cx="1363688" cy="830190"/>
            <a:chOff x="4018800" y="2864874"/>
            <a:chExt cx="1363688" cy="830190"/>
          </a:xfrm>
        </p:grpSpPr>
        <p:sp>
          <p:nvSpPr>
            <p:cNvPr id="207" name="文本框 206">
              <a:extLst>
                <a:ext uri="{FF2B5EF4-FFF2-40B4-BE49-F238E27FC236}">
                  <a16:creationId xmlns:a16="http://schemas.microsoft.com/office/drawing/2014/main" id="{D043B378-50E9-475F-A0A4-BA17D4C286B8}"/>
                </a:ext>
              </a:extLst>
            </p:cNvPr>
            <p:cNvSpPr txBox="1"/>
            <p:nvPr/>
          </p:nvSpPr>
          <p:spPr>
            <a:xfrm>
              <a:off x="4018800" y="3325732"/>
              <a:ext cx="1363688" cy="369332"/>
            </a:xfrm>
            <a:prstGeom prst="rect">
              <a:avLst/>
            </a:prstGeom>
            <a:noFill/>
          </p:spPr>
          <p:txBody>
            <a:bodyPr wrap="square" rtlCol="0">
              <a:spAutoFit/>
            </a:bodyPr>
            <a:lstStyle/>
            <a:p>
              <a:pPr algn="ctr"/>
              <a:r>
                <a:rPr lang="zh-CN" altLang="en-US" b="1" dirty="0">
                  <a:solidFill>
                    <a:schemeClr val="accent3"/>
                  </a:solidFill>
                  <a:latin typeface="Arial Narrow" panose="020B0606020202030204" pitchFamily="34" charset="0"/>
                </a:rPr>
                <a:t>有帧要发送</a:t>
              </a:r>
            </a:p>
          </p:txBody>
        </p:sp>
        <p:cxnSp>
          <p:nvCxnSpPr>
            <p:cNvPr id="208" name="直接箭头连接符 207">
              <a:extLst>
                <a:ext uri="{FF2B5EF4-FFF2-40B4-BE49-F238E27FC236}">
                  <a16:creationId xmlns:a16="http://schemas.microsoft.com/office/drawing/2014/main" id="{E9431535-4218-4088-9B7F-6605F883266F}"/>
                </a:ext>
              </a:extLst>
            </p:cNvPr>
            <p:cNvCxnSpPr>
              <a:cxnSpLocks/>
            </p:cNvCxnSpPr>
            <p:nvPr/>
          </p:nvCxnSpPr>
          <p:spPr>
            <a:xfrm flipV="1">
              <a:off x="4702471" y="2864874"/>
              <a:ext cx="0" cy="521823"/>
            </a:xfrm>
            <a:prstGeom prst="straightConnector1">
              <a:avLst/>
            </a:prstGeom>
            <a:ln w="25400">
              <a:solidFill>
                <a:schemeClr val="tx1"/>
              </a:solidFill>
              <a:tailEnd type="triangle" w="med" len="lg"/>
            </a:ln>
          </p:spPr>
          <p:style>
            <a:lnRef idx="1">
              <a:schemeClr val="accent1"/>
            </a:lnRef>
            <a:fillRef idx="0">
              <a:schemeClr val="accent1"/>
            </a:fillRef>
            <a:effectRef idx="0">
              <a:schemeClr val="accent1"/>
            </a:effectRef>
            <a:fontRef idx="minor">
              <a:schemeClr val="tx1"/>
            </a:fontRef>
          </p:style>
        </p:cxnSp>
      </p:grpSp>
      <p:grpSp>
        <p:nvGrpSpPr>
          <p:cNvPr id="54" name="组合 53">
            <a:extLst>
              <a:ext uri="{FF2B5EF4-FFF2-40B4-BE49-F238E27FC236}">
                <a16:creationId xmlns:a16="http://schemas.microsoft.com/office/drawing/2014/main" id="{33B3B345-BC44-45F3-BB33-A134B9999CD0}"/>
              </a:ext>
            </a:extLst>
          </p:cNvPr>
          <p:cNvGrpSpPr/>
          <p:nvPr/>
        </p:nvGrpSpPr>
        <p:grpSpPr>
          <a:xfrm>
            <a:off x="3709885" y="3705787"/>
            <a:ext cx="404036" cy="1245704"/>
            <a:chOff x="3709885" y="3705787"/>
            <a:chExt cx="404036" cy="1245704"/>
          </a:xfrm>
        </p:grpSpPr>
        <p:sp>
          <p:nvSpPr>
            <p:cNvPr id="210" name="平行四边形 209">
              <a:extLst>
                <a:ext uri="{FF2B5EF4-FFF2-40B4-BE49-F238E27FC236}">
                  <a16:creationId xmlns:a16="http://schemas.microsoft.com/office/drawing/2014/main" id="{71AF24C0-1417-422F-9A99-A0A670F03A0A}"/>
                </a:ext>
              </a:extLst>
            </p:cNvPr>
            <p:cNvSpPr/>
            <p:nvPr/>
          </p:nvSpPr>
          <p:spPr>
            <a:xfrm flipH="1">
              <a:off x="3725331" y="3705787"/>
              <a:ext cx="388590" cy="1245704"/>
            </a:xfrm>
            <a:prstGeom prst="parallelogram">
              <a:avLst>
                <a:gd name="adj" fmla="val 36439"/>
              </a:avLst>
            </a:prstGeom>
            <a:solidFill>
              <a:schemeClr val="accent6">
                <a:lumMod val="50000"/>
              </a:schemeClr>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b="1" dirty="0">
                <a:latin typeface="宋体" panose="02010600030101010101" pitchFamily="2" charset="-122"/>
                <a:ea typeface="宋体" panose="02010600030101010101" pitchFamily="2" charset="-122"/>
              </a:endParaRPr>
            </a:p>
          </p:txBody>
        </p:sp>
        <p:cxnSp>
          <p:nvCxnSpPr>
            <p:cNvPr id="212" name="直接箭头连接符 211">
              <a:extLst>
                <a:ext uri="{FF2B5EF4-FFF2-40B4-BE49-F238E27FC236}">
                  <a16:creationId xmlns:a16="http://schemas.microsoft.com/office/drawing/2014/main" id="{E001F61D-5514-4F19-B133-E4CCB9FC4C5B}"/>
                </a:ext>
              </a:extLst>
            </p:cNvPr>
            <p:cNvCxnSpPr>
              <a:cxnSpLocks/>
            </p:cNvCxnSpPr>
            <p:nvPr/>
          </p:nvCxnSpPr>
          <p:spPr>
            <a:xfrm>
              <a:off x="3937293" y="4459260"/>
              <a:ext cx="51777" cy="328379"/>
            </a:xfrm>
            <a:prstGeom prst="straightConnector1">
              <a:avLst/>
            </a:prstGeom>
            <a:ln w="38100">
              <a:solidFill>
                <a:schemeClr val="bg1"/>
              </a:solidFill>
              <a:tailEnd type="triangle"/>
            </a:ln>
          </p:spPr>
          <p:style>
            <a:lnRef idx="1">
              <a:schemeClr val="accent1"/>
            </a:lnRef>
            <a:fillRef idx="0">
              <a:schemeClr val="accent1"/>
            </a:fillRef>
            <a:effectRef idx="0">
              <a:schemeClr val="accent1"/>
            </a:effectRef>
            <a:fontRef idx="minor">
              <a:schemeClr val="tx1"/>
            </a:fontRef>
          </p:style>
        </p:cxnSp>
        <p:sp>
          <p:nvSpPr>
            <p:cNvPr id="50" name="文本框 49">
              <a:extLst>
                <a:ext uri="{FF2B5EF4-FFF2-40B4-BE49-F238E27FC236}">
                  <a16:creationId xmlns:a16="http://schemas.microsoft.com/office/drawing/2014/main" id="{C72528BC-37CC-4C3D-901D-0B944A5167F1}"/>
                </a:ext>
              </a:extLst>
            </p:cNvPr>
            <p:cNvSpPr txBox="1"/>
            <p:nvPr/>
          </p:nvSpPr>
          <p:spPr>
            <a:xfrm rot="5016764">
              <a:off x="3572288" y="3987483"/>
              <a:ext cx="644526" cy="369332"/>
            </a:xfrm>
            <a:prstGeom prst="rect">
              <a:avLst/>
            </a:prstGeom>
            <a:noFill/>
          </p:spPr>
          <p:txBody>
            <a:bodyPr wrap="square" rtlCol="0">
              <a:spAutoFit/>
            </a:bodyPr>
            <a:lstStyle/>
            <a:p>
              <a:pPr algn="ctr"/>
              <a:r>
                <a:rPr lang="en-US" altLang="zh-CN" b="1" dirty="0">
                  <a:solidFill>
                    <a:schemeClr val="bg1"/>
                  </a:solidFill>
                </a:rPr>
                <a:t>RTS</a:t>
              </a:r>
              <a:endParaRPr lang="zh-CN" altLang="en-US" b="1" dirty="0">
                <a:solidFill>
                  <a:schemeClr val="bg1"/>
                </a:solidFill>
              </a:endParaRPr>
            </a:p>
          </p:txBody>
        </p:sp>
      </p:grpSp>
      <p:grpSp>
        <p:nvGrpSpPr>
          <p:cNvPr id="213" name="组合 212">
            <a:extLst>
              <a:ext uri="{FF2B5EF4-FFF2-40B4-BE49-F238E27FC236}">
                <a16:creationId xmlns:a16="http://schemas.microsoft.com/office/drawing/2014/main" id="{F8542F55-5F8E-4556-A457-3432A4CF167F}"/>
              </a:ext>
            </a:extLst>
          </p:cNvPr>
          <p:cNvGrpSpPr/>
          <p:nvPr/>
        </p:nvGrpSpPr>
        <p:grpSpPr>
          <a:xfrm>
            <a:off x="4082171" y="4950291"/>
            <a:ext cx="644523" cy="543960"/>
            <a:chOff x="5121057" y="4368987"/>
            <a:chExt cx="644523" cy="543960"/>
          </a:xfrm>
        </p:grpSpPr>
        <p:sp>
          <p:nvSpPr>
            <p:cNvPr id="214" name="文本框 213">
              <a:extLst>
                <a:ext uri="{FF2B5EF4-FFF2-40B4-BE49-F238E27FC236}">
                  <a16:creationId xmlns:a16="http://schemas.microsoft.com/office/drawing/2014/main" id="{DF84D51A-5266-4152-ABE4-B8533A7FC98E}"/>
                </a:ext>
              </a:extLst>
            </p:cNvPr>
            <p:cNvSpPr txBox="1"/>
            <p:nvPr/>
          </p:nvSpPr>
          <p:spPr>
            <a:xfrm>
              <a:off x="5121057" y="4543615"/>
              <a:ext cx="644523" cy="369332"/>
            </a:xfrm>
            <a:prstGeom prst="rect">
              <a:avLst/>
            </a:prstGeom>
            <a:noFill/>
          </p:spPr>
          <p:txBody>
            <a:bodyPr wrap="square" rtlCol="0">
              <a:spAutoFit/>
            </a:bodyPr>
            <a:lstStyle/>
            <a:p>
              <a:pPr algn="ctr"/>
              <a:r>
                <a:rPr lang="en-US" altLang="zh-CN" b="1" dirty="0"/>
                <a:t>SIFS</a:t>
              </a:r>
              <a:endParaRPr lang="zh-CN" altLang="en-US" b="1" dirty="0"/>
            </a:p>
          </p:txBody>
        </p:sp>
        <p:cxnSp>
          <p:nvCxnSpPr>
            <p:cNvPr id="215" name="直接连接符 214">
              <a:extLst>
                <a:ext uri="{FF2B5EF4-FFF2-40B4-BE49-F238E27FC236}">
                  <a16:creationId xmlns:a16="http://schemas.microsoft.com/office/drawing/2014/main" id="{16C7D407-89A7-476B-9F0C-295BA9580EBC}"/>
                </a:ext>
              </a:extLst>
            </p:cNvPr>
            <p:cNvCxnSpPr>
              <a:cxnSpLocks/>
            </p:cNvCxnSpPr>
            <p:nvPr/>
          </p:nvCxnSpPr>
          <p:spPr>
            <a:xfrm>
              <a:off x="5152807" y="4368987"/>
              <a:ext cx="0" cy="402012"/>
            </a:xfrm>
            <a:prstGeom prst="line">
              <a:avLst/>
            </a:prstGeom>
            <a:ln w="12700">
              <a:solidFill>
                <a:schemeClr val="tx1"/>
              </a:solidFill>
              <a:tailEnd type="none"/>
            </a:ln>
          </p:spPr>
          <p:style>
            <a:lnRef idx="1">
              <a:schemeClr val="accent1"/>
            </a:lnRef>
            <a:fillRef idx="0">
              <a:schemeClr val="accent1"/>
            </a:fillRef>
            <a:effectRef idx="0">
              <a:schemeClr val="accent1"/>
            </a:effectRef>
            <a:fontRef idx="minor">
              <a:schemeClr val="tx1"/>
            </a:fontRef>
          </p:style>
        </p:cxnSp>
        <p:cxnSp>
          <p:nvCxnSpPr>
            <p:cNvPr id="216" name="直接连接符 215">
              <a:extLst>
                <a:ext uri="{FF2B5EF4-FFF2-40B4-BE49-F238E27FC236}">
                  <a16:creationId xmlns:a16="http://schemas.microsoft.com/office/drawing/2014/main" id="{F270AF85-16E5-4DF8-A054-EDAE38368D6A}"/>
                </a:ext>
              </a:extLst>
            </p:cNvPr>
            <p:cNvCxnSpPr>
              <a:cxnSpLocks/>
            </p:cNvCxnSpPr>
            <p:nvPr/>
          </p:nvCxnSpPr>
          <p:spPr>
            <a:xfrm>
              <a:off x="5710293" y="4368987"/>
              <a:ext cx="0" cy="402012"/>
            </a:xfrm>
            <a:prstGeom prst="line">
              <a:avLst/>
            </a:prstGeom>
            <a:ln w="12700">
              <a:solidFill>
                <a:schemeClr val="tx1"/>
              </a:solidFill>
              <a:tailEnd type="none"/>
            </a:ln>
          </p:spPr>
          <p:style>
            <a:lnRef idx="1">
              <a:schemeClr val="accent1"/>
            </a:lnRef>
            <a:fillRef idx="0">
              <a:schemeClr val="accent1"/>
            </a:fillRef>
            <a:effectRef idx="0">
              <a:schemeClr val="accent1"/>
            </a:effectRef>
            <a:fontRef idx="minor">
              <a:schemeClr val="tx1"/>
            </a:fontRef>
          </p:style>
        </p:cxnSp>
        <p:cxnSp>
          <p:nvCxnSpPr>
            <p:cNvPr id="217" name="直接箭头连接符 216">
              <a:extLst>
                <a:ext uri="{FF2B5EF4-FFF2-40B4-BE49-F238E27FC236}">
                  <a16:creationId xmlns:a16="http://schemas.microsoft.com/office/drawing/2014/main" id="{32702915-3A58-47BF-8FEF-D1F4B0721E96}"/>
                </a:ext>
              </a:extLst>
            </p:cNvPr>
            <p:cNvCxnSpPr>
              <a:cxnSpLocks/>
            </p:cNvCxnSpPr>
            <p:nvPr/>
          </p:nvCxnSpPr>
          <p:spPr>
            <a:xfrm>
              <a:off x="5152807" y="4543615"/>
              <a:ext cx="557486" cy="0"/>
            </a:xfrm>
            <a:prstGeom prst="straightConnector1">
              <a:avLst/>
            </a:prstGeom>
            <a:ln w="12700">
              <a:solidFill>
                <a:schemeClr val="tx1"/>
              </a:solidFill>
              <a:headEnd type="triangle"/>
              <a:tailEnd type="triangle"/>
            </a:ln>
          </p:spPr>
          <p:style>
            <a:lnRef idx="1">
              <a:schemeClr val="accent1"/>
            </a:lnRef>
            <a:fillRef idx="0">
              <a:schemeClr val="accent1"/>
            </a:fillRef>
            <a:effectRef idx="0">
              <a:schemeClr val="accent1"/>
            </a:effectRef>
            <a:fontRef idx="minor">
              <a:schemeClr val="tx1"/>
            </a:fontRef>
          </p:style>
        </p:cxnSp>
      </p:grpSp>
      <p:grpSp>
        <p:nvGrpSpPr>
          <p:cNvPr id="56" name="组合 55">
            <a:extLst>
              <a:ext uri="{FF2B5EF4-FFF2-40B4-BE49-F238E27FC236}">
                <a16:creationId xmlns:a16="http://schemas.microsoft.com/office/drawing/2014/main" id="{27138416-11FC-4DC9-9FAF-D576ECDA3BD7}"/>
              </a:ext>
            </a:extLst>
          </p:cNvPr>
          <p:cNvGrpSpPr/>
          <p:nvPr/>
        </p:nvGrpSpPr>
        <p:grpSpPr>
          <a:xfrm>
            <a:off x="4654213" y="3705787"/>
            <a:ext cx="412826" cy="1252960"/>
            <a:chOff x="4654213" y="3705787"/>
            <a:chExt cx="412826" cy="1252960"/>
          </a:xfrm>
        </p:grpSpPr>
        <p:sp>
          <p:nvSpPr>
            <p:cNvPr id="218" name="平行四边形 217">
              <a:extLst>
                <a:ext uri="{FF2B5EF4-FFF2-40B4-BE49-F238E27FC236}">
                  <a16:creationId xmlns:a16="http://schemas.microsoft.com/office/drawing/2014/main" id="{79A27340-D172-4D83-95DB-9FFFF0067BC6}"/>
                </a:ext>
              </a:extLst>
            </p:cNvPr>
            <p:cNvSpPr/>
            <p:nvPr/>
          </p:nvSpPr>
          <p:spPr>
            <a:xfrm flipH="1">
              <a:off x="4678449" y="3705787"/>
              <a:ext cx="388590" cy="1245704"/>
            </a:xfrm>
            <a:prstGeom prst="parallelogram">
              <a:avLst>
                <a:gd name="adj" fmla="val 36439"/>
              </a:avLst>
            </a:prstGeom>
            <a:solidFill>
              <a:schemeClr val="accent1">
                <a:lumMod val="50000"/>
              </a:schemeClr>
            </a:solidFill>
            <a:ln>
              <a:solidFill>
                <a:schemeClr val="tx1"/>
              </a:solidFill>
            </a:ln>
            <a:scene3d>
              <a:camera prst="orthographicFront">
                <a:rot lat="0" lon="10800000" rev="0"/>
              </a:camera>
              <a:lightRig rig="threePt" dir="t"/>
            </a:scene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b="1" dirty="0">
                <a:latin typeface="宋体" panose="02010600030101010101" pitchFamily="2" charset="-122"/>
                <a:ea typeface="宋体" panose="02010600030101010101" pitchFamily="2" charset="-122"/>
              </a:endParaRPr>
            </a:p>
          </p:txBody>
        </p:sp>
        <p:sp>
          <p:nvSpPr>
            <p:cNvPr id="219" name="文本框 218">
              <a:extLst>
                <a:ext uri="{FF2B5EF4-FFF2-40B4-BE49-F238E27FC236}">
                  <a16:creationId xmlns:a16="http://schemas.microsoft.com/office/drawing/2014/main" id="{699EB066-EC6F-4F49-A2C7-0729522B5CEB}"/>
                </a:ext>
              </a:extLst>
            </p:cNvPr>
            <p:cNvSpPr txBox="1"/>
            <p:nvPr/>
          </p:nvSpPr>
          <p:spPr>
            <a:xfrm rot="16589550">
              <a:off x="4516616" y="4451818"/>
              <a:ext cx="644526" cy="369332"/>
            </a:xfrm>
            <a:prstGeom prst="rect">
              <a:avLst/>
            </a:prstGeom>
            <a:noFill/>
          </p:spPr>
          <p:txBody>
            <a:bodyPr wrap="square" rtlCol="0">
              <a:spAutoFit/>
            </a:bodyPr>
            <a:lstStyle/>
            <a:p>
              <a:pPr algn="ctr"/>
              <a:r>
                <a:rPr lang="en-US" altLang="zh-CN" b="1" dirty="0">
                  <a:solidFill>
                    <a:schemeClr val="bg1"/>
                  </a:solidFill>
                </a:rPr>
                <a:t>CTS</a:t>
              </a:r>
              <a:endParaRPr lang="zh-CN" altLang="en-US" b="1" dirty="0">
                <a:solidFill>
                  <a:schemeClr val="bg1"/>
                </a:solidFill>
              </a:endParaRPr>
            </a:p>
          </p:txBody>
        </p:sp>
        <p:cxnSp>
          <p:nvCxnSpPr>
            <p:cNvPr id="220" name="直接箭头连接符 219">
              <a:extLst>
                <a:ext uri="{FF2B5EF4-FFF2-40B4-BE49-F238E27FC236}">
                  <a16:creationId xmlns:a16="http://schemas.microsoft.com/office/drawing/2014/main" id="{B42E3466-3525-44FE-A3AA-207EDADFA442}"/>
                </a:ext>
              </a:extLst>
            </p:cNvPr>
            <p:cNvCxnSpPr>
              <a:cxnSpLocks/>
            </p:cNvCxnSpPr>
            <p:nvPr/>
          </p:nvCxnSpPr>
          <p:spPr>
            <a:xfrm flipV="1">
              <a:off x="4872744" y="3945404"/>
              <a:ext cx="48506" cy="382451"/>
            </a:xfrm>
            <a:prstGeom prst="straightConnector1">
              <a:avLst/>
            </a:prstGeom>
            <a:ln w="38100">
              <a:solidFill>
                <a:schemeClr val="bg1"/>
              </a:solidFill>
              <a:tailEnd type="triangle"/>
            </a:ln>
          </p:spPr>
          <p:style>
            <a:lnRef idx="1">
              <a:schemeClr val="accent1"/>
            </a:lnRef>
            <a:fillRef idx="0">
              <a:schemeClr val="accent1"/>
            </a:fillRef>
            <a:effectRef idx="0">
              <a:schemeClr val="accent1"/>
            </a:effectRef>
            <a:fontRef idx="minor">
              <a:schemeClr val="tx1"/>
            </a:fontRef>
          </p:style>
        </p:cxnSp>
      </p:grpSp>
      <p:grpSp>
        <p:nvGrpSpPr>
          <p:cNvPr id="221" name="组合 220">
            <a:extLst>
              <a:ext uri="{FF2B5EF4-FFF2-40B4-BE49-F238E27FC236}">
                <a16:creationId xmlns:a16="http://schemas.microsoft.com/office/drawing/2014/main" id="{FC7732AA-96C4-422C-9D6D-F019F9E8D0C5}"/>
              </a:ext>
            </a:extLst>
          </p:cNvPr>
          <p:cNvGrpSpPr/>
          <p:nvPr/>
        </p:nvGrpSpPr>
        <p:grpSpPr>
          <a:xfrm>
            <a:off x="5034431" y="3176454"/>
            <a:ext cx="644523" cy="532186"/>
            <a:chOff x="5121057" y="4238813"/>
            <a:chExt cx="644523" cy="532186"/>
          </a:xfrm>
        </p:grpSpPr>
        <p:sp>
          <p:nvSpPr>
            <p:cNvPr id="222" name="文本框 221">
              <a:extLst>
                <a:ext uri="{FF2B5EF4-FFF2-40B4-BE49-F238E27FC236}">
                  <a16:creationId xmlns:a16="http://schemas.microsoft.com/office/drawing/2014/main" id="{B1115B59-7D90-4DB2-898E-8924F2F08D00}"/>
                </a:ext>
              </a:extLst>
            </p:cNvPr>
            <p:cNvSpPr txBox="1"/>
            <p:nvPr/>
          </p:nvSpPr>
          <p:spPr>
            <a:xfrm>
              <a:off x="5121057" y="4238813"/>
              <a:ext cx="644523" cy="369332"/>
            </a:xfrm>
            <a:prstGeom prst="rect">
              <a:avLst/>
            </a:prstGeom>
            <a:noFill/>
          </p:spPr>
          <p:txBody>
            <a:bodyPr wrap="square" rtlCol="0">
              <a:spAutoFit/>
            </a:bodyPr>
            <a:lstStyle/>
            <a:p>
              <a:pPr algn="ctr"/>
              <a:r>
                <a:rPr lang="en-US" altLang="zh-CN" b="1" dirty="0"/>
                <a:t>SIFS</a:t>
              </a:r>
              <a:endParaRPr lang="zh-CN" altLang="en-US" b="1" dirty="0"/>
            </a:p>
          </p:txBody>
        </p:sp>
        <p:cxnSp>
          <p:nvCxnSpPr>
            <p:cNvPr id="223" name="直接连接符 222">
              <a:extLst>
                <a:ext uri="{FF2B5EF4-FFF2-40B4-BE49-F238E27FC236}">
                  <a16:creationId xmlns:a16="http://schemas.microsoft.com/office/drawing/2014/main" id="{0779640C-04A0-47A5-9B85-5765D2E89DCD}"/>
                </a:ext>
              </a:extLst>
            </p:cNvPr>
            <p:cNvCxnSpPr>
              <a:cxnSpLocks/>
            </p:cNvCxnSpPr>
            <p:nvPr/>
          </p:nvCxnSpPr>
          <p:spPr>
            <a:xfrm>
              <a:off x="5152807" y="4368987"/>
              <a:ext cx="0" cy="402012"/>
            </a:xfrm>
            <a:prstGeom prst="line">
              <a:avLst/>
            </a:prstGeom>
            <a:ln w="12700">
              <a:solidFill>
                <a:schemeClr val="tx1"/>
              </a:solidFill>
              <a:tailEnd type="none"/>
            </a:ln>
          </p:spPr>
          <p:style>
            <a:lnRef idx="1">
              <a:schemeClr val="accent1"/>
            </a:lnRef>
            <a:fillRef idx="0">
              <a:schemeClr val="accent1"/>
            </a:fillRef>
            <a:effectRef idx="0">
              <a:schemeClr val="accent1"/>
            </a:effectRef>
            <a:fontRef idx="minor">
              <a:schemeClr val="tx1"/>
            </a:fontRef>
          </p:style>
        </p:cxnSp>
        <p:cxnSp>
          <p:nvCxnSpPr>
            <p:cNvPr id="224" name="直接连接符 223">
              <a:extLst>
                <a:ext uri="{FF2B5EF4-FFF2-40B4-BE49-F238E27FC236}">
                  <a16:creationId xmlns:a16="http://schemas.microsoft.com/office/drawing/2014/main" id="{27EDEAB6-86B6-4681-9AEF-AB6269047401}"/>
                </a:ext>
              </a:extLst>
            </p:cNvPr>
            <p:cNvCxnSpPr>
              <a:cxnSpLocks/>
            </p:cNvCxnSpPr>
            <p:nvPr/>
          </p:nvCxnSpPr>
          <p:spPr>
            <a:xfrm>
              <a:off x="5710293" y="4368987"/>
              <a:ext cx="0" cy="402012"/>
            </a:xfrm>
            <a:prstGeom prst="line">
              <a:avLst/>
            </a:prstGeom>
            <a:ln w="12700">
              <a:solidFill>
                <a:schemeClr val="tx1"/>
              </a:solidFill>
              <a:tailEnd type="none"/>
            </a:ln>
          </p:spPr>
          <p:style>
            <a:lnRef idx="1">
              <a:schemeClr val="accent1"/>
            </a:lnRef>
            <a:fillRef idx="0">
              <a:schemeClr val="accent1"/>
            </a:fillRef>
            <a:effectRef idx="0">
              <a:schemeClr val="accent1"/>
            </a:effectRef>
            <a:fontRef idx="minor">
              <a:schemeClr val="tx1"/>
            </a:fontRef>
          </p:style>
        </p:cxnSp>
        <p:cxnSp>
          <p:nvCxnSpPr>
            <p:cNvPr id="225" name="直接箭头连接符 224">
              <a:extLst>
                <a:ext uri="{FF2B5EF4-FFF2-40B4-BE49-F238E27FC236}">
                  <a16:creationId xmlns:a16="http://schemas.microsoft.com/office/drawing/2014/main" id="{7FF1E40E-2B13-439A-943A-99B912D70CCD}"/>
                </a:ext>
              </a:extLst>
            </p:cNvPr>
            <p:cNvCxnSpPr>
              <a:cxnSpLocks/>
            </p:cNvCxnSpPr>
            <p:nvPr/>
          </p:nvCxnSpPr>
          <p:spPr>
            <a:xfrm>
              <a:off x="5152807" y="4543615"/>
              <a:ext cx="557486" cy="0"/>
            </a:xfrm>
            <a:prstGeom prst="straightConnector1">
              <a:avLst/>
            </a:prstGeom>
            <a:ln w="12700">
              <a:solidFill>
                <a:schemeClr val="tx1"/>
              </a:solidFill>
              <a:headEnd type="triangle"/>
              <a:tailEnd type="triangle"/>
            </a:ln>
          </p:spPr>
          <p:style>
            <a:lnRef idx="1">
              <a:schemeClr val="accent1"/>
            </a:lnRef>
            <a:fillRef idx="0">
              <a:schemeClr val="accent1"/>
            </a:fillRef>
            <a:effectRef idx="0">
              <a:schemeClr val="accent1"/>
            </a:effectRef>
            <a:fontRef idx="minor">
              <a:schemeClr val="tx1"/>
            </a:fontRef>
          </p:style>
        </p:cxnSp>
      </p:grpSp>
      <p:grpSp>
        <p:nvGrpSpPr>
          <p:cNvPr id="226" name="组合 225">
            <a:extLst>
              <a:ext uri="{FF2B5EF4-FFF2-40B4-BE49-F238E27FC236}">
                <a16:creationId xmlns:a16="http://schemas.microsoft.com/office/drawing/2014/main" id="{BE7B3104-7EDA-4A47-BAC1-3BCE8B2444C8}"/>
              </a:ext>
            </a:extLst>
          </p:cNvPr>
          <p:cNvGrpSpPr/>
          <p:nvPr/>
        </p:nvGrpSpPr>
        <p:grpSpPr>
          <a:xfrm>
            <a:off x="6842009" y="4950541"/>
            <a:ext cx="644523" cy="543960"/>
            <a:chOff x="5121057" y="4368987"/>
            <a:chExt cx="644523" cy="543960"/>
          </a:xfrm>
        </p:grpSpPr>
        <p:sp>
          <p:nvSpPr>
            <p:cNvPr id="227" name="文本框 226">
              <a:extLst>
                <a:ext uri="{FF2B5EF4-FFF2-40B4-BE49-F238E27FC236}">
                  <a16:creationId xmlns:a16="http://schemas.microsoft.com/office/drawing/2014/main" id="{F39D4CD9-3F2F-419C-8C3F-9FE135A11DE1}"/>
                </a:ext>
              </a:extLst>
            </p:cNvPr>
            <p:cNvSpPr txBox="1"/>
            <p:nvPr/>
          </p:nvSpPr>
          <p:spPr>
            <a:xfrm>
              <a:off x="5121057" y="4543615"/>
              <a:ext cx="644523" cy="369332"/>
            </a:xfrm>
            <a:prstGeom prst="rect">
              <a:avLst/>
            </a:prstGeom>
            <a:noFill/>
          </p:spPr>
          <p:txBody>
            <a:bodyPr wrap="square" rtlCol="0">
              <a:spAutoFit/>
            </a:bodyPr>
            <a:lstStyle/>
            <a:p>
              <a:pPr algn="ctr"/>
              <a:r>
                <a:rPr lang="en-US" altLang="zh-CN" b="1" dirty="0"/>
                <a:t>SIFS</a:t>
              </a:r>
              <a:endParaRPr lang="zh-CN" altLang="en-US" b="1" dirty="0"/>
            </a:p>
          </p:txBody>
        </p:sp>
        <p:cxnSp>
          <p:nvCxnSpPr>
            <p:cNvPr id="228" name="直接连接符 227">
              <a:extLst>
                <a:ext uri="{FF2B5EF4-FFF2-40B4-BE49-F238E27FC236}">
                  <a16:creationId xmlns:a16="http://schemas.microsoft.com/office/drawing/2014/main" id="{E6DC4C0C-3EF7-4A39-A871-2379F43DDEB9}"/>
                </a:ext>
              </a:extLst>
            </p:cNvPr>
            <p:cNvCxnSpPr>
              <a:cxnSpLocks/>
            </p:cNvCxnSpPr>
            <p:nvPr/>
          </p:nvCxnSpPr>
          <p:spPr>
            <a:xfrm>
              <a:off x="5152807" y="4368987"/>
              <a:ext cx="0" cy="402012"/>
            </a:xfrm>
            <a:prstGeom prst="line">
              <a:avLst/>
            </a:prstGeom>
            <a:ln w="12700">
              <a:solidFill>
                <a:schemeClr val="tx1"/>
              </a:solidFill>
              <a:tailEnd type="none"/>
            </a:ln>
          </p:spPr>
          <p:style>
            <a:lnRef idx="1">
              <a:schemeClr val="accent1"/>
            </a:lnRef>
            <a:fillRef idx="0">
              <a:schemeClr val="accent1"/>
            </a:fillRef>
            <a:effectRef idx="0">
              <a:schemeClr val="accent1"/>
            </a:effectRef>
            <a:fontRef idx="minor">
              <a:schemeClr val="tx1"/>
            </a:fontRef>
          </p:style>
        </p:cxnSp>
        <p:cxnSp>
          <p:nvCxnSpPr>
            <p:cNvPr id="229" name="直接连接符 228">
              <a:extLst>
                <a:ext uri="{FF2B5EF4-FFF2-40B4-BE49-F238E27FC236}">
                  <a16:creationId xmlns:a16="http://schemas.microsoft.com/office/drawing/2014/main" id="{73533F96-3BDD-4753-9EED-1A08E604B1B0}"/>
                </a:ext>
              </a:extLst>
            </p:cNvPr>
            <p:cNvCxnSpPr>
              <a:cxnSpLocks/>
            </p:cNvCxnSpPr>
            <p:nvPr/>
          </p:nvCxnSpPr>
          <p:spPr>
            <a:xfrm>
              <a:off x="5710293" y="4368987"/>
              <a:ext cx="0" cy="402012"/>
            </a:xfrm>
            <a:prstGeom prst="line">
              <a:avLst/>
            </a:prstGeom>
            <a:ln w="12700">
              <a:solidFill>
                <a:schemeClr val="tx1"/>
              </a:solidFill>
              <a:tailEnd type="none"/>
            </a:ln>
          </p:spPr>
          <p:style>
            <a:lnRef idx="1">
              <a:schemeClr val="accent1"/>
            </a:lnRef>
            <a:fillRef idx="0">
              <a:schemeClr val="accent1"/>
            </a:fillRef>
            <a:effectRef idx="0">
              <a:schemeClr val="accent1"/>
            </a:effectRef>
            <a:fontRef idx="minor">
              <a:schemeClr val="tx1"/>
            </a:fontRef>
          </p:style>
        </p:cxnSp>
        <p:cxnSp>
          <p:nvCxnSpPr>
            <p:cNvPr id="230" name="直接箭头连接符 229">
              <a:extLst>
                <a:ext uri="{FF2B5EF4-FFF2-40B4-BE49-F238E27FC236}">
                  <a16:creationId xmlns:a16="http://schemas.microsoft.com/office/drawing/2014/main" id="{ED3BD2B5-2D7F-420B-9849-C0DB15050827}"/>
                </a:ext>
              </a:extLst>
            </p:cNvPr>
            <p:cNvCxnSpPr>
              <a:cxnSpLocks/>
            </p:cNvCxnSpPr>
            <p:nvPr/>
          </p:nvCxnSpPr>
          <p:spPr>
            <a:xfrm>
              <a:off x="5152807" y="4543615"/>
              <a:ext cx="557486" cy="0"/>
            </a:xfrm>
            <a:prstGeom prst="straightConnector1">
              <a:avLst/>
            </a:prstGeom>
            <a:ln w="12700">
              <a:solidFill>
                <a:schemeClr val="tx1"/>
              </a:solidFill>
              <a:headEnd type="triangle"/>
              <a:tailEnd type="triangle"/>
            </a:ln>
          </p:spPr>
          <p:style>
            <a:lnRef idx="1">
              <a:schemeClr val="accent1"/>
            </a:lnRef>
            <a:fillRef idx="0">
              <a:schemeClr val="accent1"/>
            </a:fillRef>
            <a:effectRef idx="0">
              <a:schemeClr val="accent1"/>
            </a:effectRef>
            <a:fontRef idx="minor">
              <a:schemeClr val="tx1"/>
            </a:fontRef>
          </p:style>
        </p:cxnSp>
      </p:grpSp>
      <p:grpSp>
        <p:nvGrpSpPr>
          <p:cNvPr id="231" name="组合 230">
            <a:extLst>
              <a:ext uri="{FF2B5EF4-FFF2-40B4-BE49-F238E27FC236}">
                <a16:creationId xmlns:a16="http://schemas.microsoft.com/office/drawing/2014/main" id="{6314FE5E-8FD6-4139-B007-AEF6270A0629}"/>
              </a:ext>
            </a:extLst>
          </p:cNvPr>
          <p:cNvGrpSpPr/>
          <p:nvPr/>
        </p:nvGrpSpPr>
        <p:grpSpPr>
          <a:xfrm>
            <a:off x="5622810" y="3705787"/>
            <a:ext cx="1250949" cy="1245704"/>
            <a:chOff x="3901858" y="3124233"/>
            <a:chExt cx="1250949" cy="1245704"/>
          </a:xfrm>
        </p:grpSpPr>
        <p:sp>
          <p:nvSpPr>
            <p:cNvPr id="232" name="平行四边形 231">
              <a:extLst>
                <a:ext uri="{FF2B5EF4-FFF2-40B4-BE49-F238E27FC236}">
                  <a16:creationId xmlns:a16="http://schemas.microsoft.com/office/drawing/2014/main" id="{84E5EE81-F4BC-4303-A2F7-4132AE0F978D}"/>
                </a:ext>
              </a:extLst>
            </p:cNvPr>
            <p:cNvSpPr/>
            <p:nvPr/>
          </p:nvSpPr>
          <p:spPr>
            <a:xfrm flipH="1">
              <a:off x="3901858" y="3124233"/>
              <a:ext cx="1250949" cy="1245704"/>
            </a:xfrm>
            <a:prstGeom prst="parallelogram">
              <a:avLst/>
            </a:prstGeom>
            <a:solidFill>
              <a:schemeClr val="accent3"/>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b="1" dirty="0">
                <a:latin typeface="宋体" panose="02010600030101010101" pitchFamily="2" charset="-122"/>
                <a:ea typeface="宋体" panose="02010600030101010101" pitchFamily="2" charset="-122"/>
              </a:endParaRPr>
            </a:p>
          </p:txBody>
        </p:sp>
        <p:sp>
          <p:nvSpPr>
            <p:cNvPr id="233" name="文本框 232">
              <a:extLst>
                <a:ext uri="{FF2B5EF4-FFF2-40B4-BE49-F238E27FC236}">
                  <a16:creationId xmlns:a16="http://schemas.microsoft.com/office/drawing/2014/main" id="{9D512235-9D87-4707-944E-0A0B18D77C21}"/>
                </a:ext>
              </a:extLst>
            </p:cNvPr>
            <p:cNvSpPr txBox="1"/>
            <p:nvPr/>
          </p:nvSpPr>
          <p:spPr>
            <a:xfrm>
              <a:off x="4036794" y="3241201"/>
              <a:ext cx="981076" cy="646331"/>
            </a:xfrm>
            <a:prstGeom prst="rect">
              <a:avLst/>
            </a:prstGeom>
            <a:noFill/>
          </p:spPr>
          <p:txBody>
            <a:bodyPr wrap="square" rtlCol="0">
              <a:spAutoFit/>
            </a:bodyPr>
            <a:lstStyle/>
            <a:p>
              <a:pPr algn="ctr"/>
              <a:r>
                <a:rPr lang="zh-CN" altLang="en-US" b="1" dirty="0">
                  <a:solidFill>
                    <a:schemeClr val="bg1"/>
                  </a:solidFill>
                </a:rPr>
                <a:t>第</a:t>
              </a:r>
              <a:r>
                <a:rPr lang="en-US" altLang="zh-CN" b="1" dirty="0">
                  <a:solidFill>
                    <a:schemeClr val="bg1"/>
                  </a:solidFill>
                </a:rPr>
                <a:t>1</a:t>
              </a:r>
              <a:r>
                <a:rPr lang="zh-CN" altLang="en-US" b="1" dirty="0">
                  <a:solidFill>
                    <a:schemeClr val="bg1"/>
                  </a:solidFill>
                </a:rPr>
                <a:t>个</a:t>
              </a:r>
              <a:endParaRPr lang="en-US" altLang="zh-CN" b="1" dirty="0">
                <a:solidFill>
                  <a:schemeClr val="bg1"/>
                </a:solidFill>
              </a:endParaRPr>
            </a:p>
            <a:p>
              <a:pPr algn="ctr"/>
              <a:r>
                <a:rPr lang="zh-CN" altLang="en-US" b="1" dirty="0">
                  <a:solidFill>
                    <a:schemeClr val="bg1"/>
                  </a:solidFill>
                </a:rPr>
                <a:t>数据帧</a:t>
              </a:r>
            </a:p>
          </p:txBody>
        </p:sp>
        <p:cxnSp>
          <p:nvCxnSpPr>
            <p:cNvPr id="234" name="直接箭头连接符 233">
              <a:extLst>
                <a:ext uri="{FF2B5EF4-FFF2-40B4-BE49-F238E27FC236}">
                  <a16:creationId xmlns:a16="http://schemas.microsoft.com/office/drawing/2014/main" id="{A64AF148-73BB-4D35-BB2B-6315C1688278}"/>
                </a:ext>
              </a:extLst>
            </p:cNvPr>
            <p:cNvCxnSpPr/>
            <p:nvPr/>
          </p:nvCxnSpPr>
          <p:spPr>
            <a:xfrm>
              <a:off x="4565842" y="3880823"/>
              <a:ext cx="85308" cy="345801"/>
            </a:xfrm>
            <a:prstGeom prst="straightConnector1">
              <a:avLst/>
            </a:prstGeom>
            <a:ln w="38100">
              <a:solidFill>
                <a:schemeClr val="bg1"/>
              </a:solidFill>
              <a:tailEnd type="triangle"/>
            </a:ln>
          </p:spPr>
          <p:style>
            <a:lnRef idx="1">
              <a:schemeClr val="accent1"/>
            </a:lnRef>
            <a:fillRef idx="0">
              <a:schemeClr val="accent1"/>
            </a:fillRef>
            <a:effectRef idx="0">
              <a:schemeClr val="accent1"/>
            </a:effectRef>
            <a:fontRef idx="minor">
              <a:schemeClr val="tx1"/>
            </a:fontRef>
          </p:style>
        </p:cxnSp>
      </p:grpSp>
      <p:grpSp>
        <p:nvGrpSpPr>
          <p:cNvPr id="235" name="组合 234">
            <a:extLst>
              <a:ext uri="{FF2B5EF4-FFF2-40B4-BE49-F238E27FC236}">
                <a16:creationId xmlns:a16="http://schemas.microsoft.com/office/drawing/2014/main" id="{D4722DFC-D81B-47DE-AF57-7507B94D7D5C}"/>
              </a:ext>
            </a:extLst>
          </p:cNvPr>
          <p:cNvGrpSpPr/>
          <p:nvPr/>
        </p:nvGrpSpPr>
        <p:grpSpPr>
          <a:xfrm>
            <a:off x="7431245" y="3705787"/>
            <a:ext cx="644526" cy="1249899"/>
            <a:chOff x="5710293" y="3124233"/>
            <a:chExt cx="644526" cy="1249899"/>
          </a:xfrm>
        </p:grpSpPr>
        <p:sp>
          <p:nvSpPr>
            <p:cNvPr id="236" name="平行四边形 235">
              <a:extLst>
                <a:ext uri="{FF2B5EF4-FFF2-40B4-BE49-F238E27FC236}">
                  <a16:creationId xmlns:a16="http://schemas.microsoft.com/office/drawing/2014/main" id="{549A7781-F5B6-45F3-B836-9B948E558CFA}"/>
                </a:ext>
              </a:extLst>
            </p:cNvPr>
            <p:cNvSpPr/>
            <p:nvPr/>
          </p:nvSpPr>
          <p:spPr>
            <a:xfrm>
              <a:off x="5710293" y="3124233"/>
              <a:ext cx="644526" cy="1245704"/>
            </a:xfrm>
            <a:prstGeom prst="parallelogram">
              <a:avLst>
                <a:gd name="adj" fmla="val 46023"/>
              </a:avLst>
            </a:prstGeom>
            <a:solidFill>
              <a:schemeClr val="accent5"/>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237" name="文本框 236">
              <a:extLst>
                <a:ext uri="{FF2B5EF4-FFF2-40B4-BE49-F238E27FC236}">
                  <a16:creationId xmlns:a16="http://schemas.microsoft.com/office/drawing/2014/main" id="{EE65319E-07AC-4EE4-9010-4FEF1A381329}"/>
                </a:ext>
              </a:extLst>
            </p:cNvPr>
            <p:cNvSpPr txBox="1"/>
            <p:nvPr/>
          </p:nvSpPr>
          <p:spPr>
            <a:xfrm rot="16963893">
              <a:off x="5653799" y="3893704"/>
              <a:ext cx="591525" cy="369332"/>
            </a:xfrm>
            <a:prstGeom prst="rect">
              <a:avLst/>
            </a:prstGeom>
            <a:noFill/>
          </p:spPr>
          <p:txBody>
            <a:bodyPr wrap="square" rtlCol="0">
              <a:spAutoFit/>
            </a:bodyPr>
            <a:lstStyle/>
            <a:p>
              <a:pPr algn="ctr"/>
              <a:r>
                <a:rPr lang="en-US" altLang="zh-CN" b="1" dirty="0">
                  <a:solidFill>
                    <a:schemeClr val="bg1"/>
                  </a:solidFill>
                </a:rPr>
                <a:t>ACK</a:t>
              </a:r>
              <a:endParaRPr lang="zh-CN" altLang="en-US" b="1" dirty="0">
                <a:solidFill>
                  <a:schemeClr val="bg1"/>
                </a:solidFill>
              </a:endParaRPr>
            </a:p>
          </p:txBody>
        </p:sp>
        <p:cxnSp>
          <p:nvCxnSpPr>
            <p:cNvPr id="238" name="直接箭头连接符 237">
              <a:extLst>
                <a:ext uri="{FF2B5EF4-FFF2-40B4-BE49-F238E27FC236}">
                  <a16:creationId xmlns:a16="http://schemas.microsoft.com/office/drawing/2014/main" id="{8AAFCFC7-9FE2-41CF-97BD-7048557C6519}"/>
                </a:ext>
              </a:extLst>
            </p:cNvPr>
            <p:cNvCxnSpPr>
              <a:cxnSpLocks/>
            </p:cNvCxnSpPr>
            <p:nvPr/>
          </p:nvCxnSpPr>
          <p:spPr>
            <a:xfrm flipV="1">
              <a:off x="6032556" y="3355319"/>
              <a:ext cx="104500" cy="410278"/>
            </a:xfrm>
            <a:prstGeom prst="straightConnector1">
              <a:avLst/>
            </a:prstGeom>
            <a:ln w="38100">
              <a:solidFill>
                <a:schemeClr val="bg1"/>
              </a:solidFill>
              <a:tailEnd type="triangle"/>
            </a:ln>
          </p:spPr>
          <p:style>
            <a:lnRef idx="1">
              <a:schemeClr val="accent1"/>
            </a:lnRef>
            <a:fillRef idx="0">
              <a:schemeClr val="accent1"/>
            </a:fillRef>
            <a:effectRef idx="0">
              <a:schemeClr val="accent1"/>
            </a:effectRef>
            <a:fontRef idx="minor">
              <a:schemeClr val="tx1"/>
            </a:fontRef>
          </p:style>
        </p:cxnSp>
      </p:grpSp>
      <p:cxnSp>
        <p:nvCxnSpPr>
          <p:cNvPr id="240" name="直接连接符 239">
            <a:extLst>
              <a:ext uri="{FF2B5EF4-FFF2-40B4-BE49-F238E27FC236}">
                <a16:creationId xmlns:a16="http://schemas.microsoft.com/office/drawing/2014/main" id="{EA729708-6C08-4B53-9EC5-CF35282576CF}"/>
              </a:ext>
            </a:extLst>
          </p:cNvPr>
          <p:cNvCxnSpPr>
            <a:cxnSpLocks/>
          </p:cNvCxnSpPr>
          <p:nvPr/>
        </p:nvCxnSpPr>
        <p:spPr>
          <a:xfrm>
            <a:off x="5064536" y="3704375"/>
            <a:ext cx="0" cy="2490458"/>
          </a:xfrm>
          <a:prstGeom prst="line">
            <a:avLst/>
          </a:prstGeom>
          <a:ln w="12700">
            <a:solidFill>
              <a:schemeClr val="tx1"/>
            </a:solidFill>
            <a:prstDash val="dash"/>
            <a:tailEnd type="none"/>
          </a:ln>
        </p:spPr>
        <p:style>
          <a:lnRef idx="1">
            <a:schemeClr val="accent1"/>
          </a:lnRef>
          <a:fillRef idx="0">
            <a:schemeClr val="accent1"/>
          </a:fillRef>
          <a:effectRef idx="0">
            <a:schemeClr val="accent1"/>
          </a:effectRef>
          <a:fontRef idx="minor">
            <a:schemeClr val="tx1"/>
          </a:fontRef>
        </p:style>
      </p:cxnSp>
      <p:cxnSp>
        <p:nvCxnSpPr>
          <p:cNvPr id="241" name="直接连接符 240">
            <a:extLst>
              <a:ext uri="{FF2B5EF4-FFF2-40B4-BE49-F238E27FC236}">
                <a16:creationId xmlns:a16="http://schemas.microsoft.com/office/drawing/2014/main" id="{B11D70C1-2C8A-4F64-9960-308B01A6CDDA}"/>
              </a:ext>
            </a:extLst>
          </p:cNvPr>
          <p:cNvCxnSpPr>
            <a:cxnSpLocks/>
          </p:cNvCxnSpPr>
          <p:nvPr/>
        </p:nvCxnSpPr>
        <p:spPr>
          <a:xfrm>
            <a:off x="8086456" y="3704375"/>
            <a:ext cx="0" cy="2490458"/>
          </a:xfrm>
          <a:prstGeom prst="line">
            <a:avLst/>
          </a:prstGeom>
          <a:ln w="12700">
            <a:solidFill>
              <a:schemeClr val="tx1"/>
            </a:solidFill>
            <a:prstDash val="dash"/>
            <a:tailEnd type="none"/>
          </a:ln>
        </p:spPr>
        <p:style>
          <a:lnRef idx="1">
            <a:schemeClr val="accent1"/>
          </a:lnRef>
          <a:fillRef idx="0">
            <a:schemeClr val="accent1"/>
          </a:fillRef>
          <a:effectRef idx="0">
            <a:schemeClr val="accent1"/>
          </a:effectRef>
          <a:fontRef idx="minor">
            <a:schemeClr val="tx1"/>
          </a:fontRef>
        </p:style>
      </p:cxnSp>
      <p:sp>
        <p:nvSpPr>
          <p:cNvPr id="242" name="矩形 241">
            <a:extLst>
              <a:ext uri="{FF2B5EF4-FFF2-40B4-BE49-F238E27FC236}">
                <a16:creationId xmlns:a16="http://schemas.microsoft.com/office/drawing/2014/main" id="{7DDE5D54-EAC8-4144-A136-0CCBA22D3283}"/>
              </a:ext>
            </a:extLst>
          </p:cNvPr>
          <p:cNvSpPr/>
          <p:nvPr/>
        </p:nvSpPr>
        <p:spPr>
          <a:xfrm>
            <a:off x="5064533" y="5793773"/>
            <a:ext cx="3021922" cy="400110"/>
          </a:xfrm>
          <a:prstGeom prst="rect">
            <a:avLst/>
          </a:prstGeom>
          <a:solidFill>
            <a:schemeClr val="accent2"/>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CN" b="1" dirty="0"/>
              <a:t>NAV</a:t>
            </a:r>
            <a:r>
              <a:rPr lang="zh-CN" altLang="en-US" b="1" dirty="0"/>
              <a:t>（信道忙）</a:t>
            </a:r>
          </a:p>
        </p:txBody>
      </p:sp>
      <p:grpSp>
        <p:nvGrpSpPr>
          <p:cNvPr id="12" name="组合 11">
            <a:extLst>
              <a:ext uri="{FF2B5EF4-FFF2-40B4-BE49-F238E27FC236}">
                <a16:creationId xmlns:a16="http://schemas.microsoft.com/office/drawing/2014/main" id="{D1B13171-4DB4-4ABE-9F00-CDC2F61B2CA8}"/>
              </a:ext>
            </a:extLst>
          </p:cNvPr>
          <p:cNvGrpSpPr/>
          <p:nvPr/>
        </p:nvGrpSpPr>
        <p:grpSpPr>
          <a:xfrm>
            <a:off x="1725990" y="1630832"/>
            <a:ext cx="7261403" cy="2161355"/>
            <a:chOff x="1725990" y="1630832"/>
            <a:chExt cx="7261403" cy="2161355"/>
          </a:xfrm>
        </p:grpSpPr>
        <p:sp>
          <p:nvSpPr>
            <p:cNvPr id="67" name="矩形 66">
              <a:extLst>
                <a:ext uri="{FF2B5EF4-FFF2-40B4-BE49-F238E27FC236}">
                  <a16:creationId xmlns:a16="http://schemas.microsoft.com/office/drawing/2014/main" id="{F9E06984-6669-4F03-B2BC-04DFC160F92B}"/>
                </a:ext>
              </a:extLst>
            </p:cNvPr>
            <p:cNvSpPr/>
            <p:nvPr/>
          </p:nvSpPr>
          <p:spPr>
            <a:xfrm>
              <a:off x="1725990" y="1630832"/>
              <a:ext cx="7261403" cy="1266356"/>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nSpc>
                  <a:spcPct val="150000"/>
                </a:lnSpc>
              </a:pPr>
              <a:r>
                <a:rPr lang="zh-CN" altLang="en-US" b="1" dirty="0"/>
                <a:t>由于</a:t>
              </a:r>
              <a:r>
                <a:rPr lang="en-US" altLang="zh-CN" b="1" dirty="0"/>
                <a:t>RTS</a:t>
              </a:r>
              <a:r>
                <a:rPr lang="zh-CN" altLang="en-US" b="1" dirty="0"/>
                <a:t>帧和</a:t>
              </a:r>
              <a:r>
                <a:rPr lang="en-US" altLang="zh-CN" b="1" dirty="0"/>
                <a:t>CTS</a:t>
              </a:r>
              <a:r>
                <a:rPr lang="zh-CN" altLang="en-US" b="1" dirty="0"/>
                <a:t>帧都会携带通信需要持续的时间，这与之前介绍过的数据帧可以携带通信所需持续时间的虚拟载波监听机制是一样的，因此使用</a:t>
              </a:r>
              <a:r>
                <a:rPr lang="en-US" altLang="zh-CN" b="1" dirty="0"/>
                <a:t>RTS</a:t>
              </a:r>
              <a:r>
                <a:rPr lang="zh-CN" altLang="en-US" b="1" dirty="0"/>
                <a:t>帧和</a:t>
              </a:r>
              <a:r>
                <a:rPr lang="en-US" altLang="zh-CN" b="1" dirty="0"/>
                <a:t>CTS</a:t>
              </a:r>
              <a:r>
                <a:rPr lang="zh-CN" altLang="en-US" b="1" dirty="0"/>
                <a:t>帧进行信道预约，也属于虚拟载波监听机制。</a:t>
              </a:r>
              <a:endParaRPr lang="en-US" altLang="zh-CN" b="1" dirty="0"/>
            </a:p>
          </p:txBody>
        </p:sp>
        <p:cxnSp>
          <p:nvCxnSpPr>
            <p:cNvPr id="7" name="直接箭头连接符 6">
              <a:extLst>
                <a:ext uri="{FF2B5EF4-FFF2-40B4-BE49-F238E27FC236}">
                  <a16:creationId xmlns:a16="http://schemas.microsoft.com/office/drawing/2014/main" id="{E7566BC7-D6C5-4306-ACCB-B2063CACF023}"/>
                </a:ext>
              </a:extLst>
            </p:cNvPr>
            <p:cNvCxnSpPr>
              <a:cxnSpLocks/>
            </p:cNvCxnSpPr>
            <p:nvPr/>
          </p:nvCxnSpPr>
          <p:spPr>
            <a:xfrm>
              <a:off x="3863723" y="2888803"/>
              <a:ext cx="0" cy="903384"/>
            </a:xfrm>
            <a:prstGeom prst="straightConnector1">
              <a:avLst/>
            </a:prstGeom>
            <a:ln w="25400">
              <a:solidFill>
                <a:schemeClr val="accent1">
                  <a:lumMod val="75000"/>
                </a:schemeClr>
              </a:solidFill>
              <a:tailEnd type="triangle"/>
            </a:ln>
          </p:spPr>
          <p:style>
            <a:lnRef idx="1">
              <a:schemeClr val="accent1"/>
            </a:lnRef>
            <a:fillRef idx="0">
              <a:schemeClr val="accent1"/>
            </a:fillRef>
            <a:effectRef idx="0">
              <a:schemeClr val="accent1"/>
            </a:effectRef>
            <a:fontRef idx="minor">
              <a:schemeClr val="tx1"/>
            </a:fontRef>
          </p:style>
        </p:cxnSp>
        <p:cxnSp>
          <p:nvCxnSpPr>
            <p:cNvPr id="74" name="直接箭头连接符 73">
              <a:extLst>
                <a:ext uri="{FF2B5EF4-FFF2-40B4-BE49-F238E27FC236}">
                  <a16:creationId xmlns:a16="http://schemas.microsoft.com/office/drawing/2014/main" id="{EA0AF7BA-FB8B-44C8-AE26-46045B948723}"/>
                </a:ext>
              </a:extLst>
            </p:cNvPr>
            <p:cNvCxnSpPr>
              <a:cxnSpLocks/>
            </p:cNvCxnSpPr>
            <p:nvPr/>
          </p:nvCxnSpPr>
          <p:spPr>
            <a:xfrm>
              <a:off x="4927560" y="2888803"/>
              <a:ext cx="0" cy="903384"/>
            </a:xfrm>
            <a:prstGeom prst="straightConnector1">
              <a:avLst/>
            </a:prstGeom>
            <a:ln w="25400">
              <a:solidFill>
                <a:schemeClr val="accent1">
                  <a:lumMod val="75000"/>
                </a:schemeClr>
              </a:solidFill>
              <a:tailEnd type="triangle"/>
            </a:ln>
          </p:spPr>
          <p:style>
            <a:lnRef idx="1">
              <a:schemeClr val="accent1"/>
            </a:lnRef>
            <a:fillRef idx="0">
              <a:schemeClr val="accent1"/>
            </a:fillRef>
            <a:effectRef idx="0">
              <a:schemeClr val="accent1"/>
            </a:effectRef>
            <a:fontRef idx="minor">
              <a:schemeClr val="tx1"/>
            </a:fontRef>
          </p:style>
        </p:cxnSp>
        <p:cxnSp>
          <p:nvCxnSpPr>
            <p:cNvPr id="75" name="直接箭头连接符 74">
              <a:extLst>
                <a:ext uri="{FF2B5EF4-FFF2-40B4-BE49-F238E27FC236}">
                  <a16:creationId xmlns:a16="http://schemas.microsoft.com/office/drawing/2014/main" id="{F5ABE0B7-44B2-43D9-84BF-BF766A822CE4}"/>
                </a:ext>
              </a:extLst>
            </p:cNvPr>
            <p:cNvCxnSpPr>
              <a:cxnSpLocks/>
            </p:cNvCxnSpPr>
            <p:nvPr/>
          </p:nvCxnSpPr>
          <p:spPr>
            <a:xfrm>
              <a:off x="6193316" y="2888803"/>
              <a:ext cx="0" cy="903384"/>
            </a:xfrm>
            <a:prstGeom prst="straightConnector1">
              <a:avLst/>
            </a:prstGeom>
            <a:ln w="25400">
              <a:solidFill>
                <a:schemeClr val="accent1">
                  <a:lumMod val="75000"/>
                </a:schemeClr>
              </a:solidFill>
              <a:tailEnd type="triangle"/>
            </a:ln>
          </p:spPr>
          <p:style>
            <a:lnRef idx="1">
              <a:schemeClr val="accent1"/>
            </a:lnRef>
            <a:fillRef idx="0">
              <a:schemeClr val="accent1"/>
            </a:fillRef>
            <a:effectRef idx="0">
              <a:schemeClr val="accent1"/>
            </a:effectRef>
            <a:fontRef idx="minor">
              <a:schemeClr val="tx1"/>
            </a:fontRef>
          </p:style>
        </p:cxnSp>
      </p:grpSp>
      <p:sp>
        <p:nvSpPr>
          <p:cNvPr id="63" name="平行四边形 62">
            <a:extLst>
              <a:ext uri="{FF2B5EF4-FFF2-40B4-BE49-F238E27FC236}">
                <a16:creationId xmlns:a16="http://schemas.microsoft.com/office/drawing/2014/main" id="{E478E621-7970-12DA-FD64-20C1DE94BC5F}"/>
              </a:ext>
            </a:extLst>
          </p:cNvPr>
          <p:cNvSpPr/>
          <p:nvPr/>
        </p:nvSpPr>
        <p:spPr>
          <a:xfrm>
            <a:off x="304799" y="749300"/>
            <a:ext cx="691019" cy="387090"/>
          </a:xfrm>
          <a:prstGeom prst="parallelogram">
            <a:avLst/>
          </a:prstGeom>
          <a:solidFill>
            <a:schemeClr val="accent3">
              <a:lumMod val="75000"/>
            </a:schemeClr>
          </a:solidFill>
          <a:ln>
            <a:solidFill>
              <a:schemeClr val="accent3">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CN" sz="2200" dirty="0">
                <a:latin typeface="Impact" panose="020B0806030902050204" pitchFamily="34" charset="0"/>
              </a:rPr>
              <a:t>04</a:t>
            </a:r>
            <a:endParaRPr lang="zh-CN" altLang="en-US" sz="2200" dirty="0">
              <a:latin typeface="Impact" panose="020B0806030902050204" pitchFamily="34" charset="0"/>
            </a:endParaRPr>
          </a:p>
        </p:txBody>
      </p:sp>
    </p:spTree>
    <p:custDataLst>
      <p:tags r:id="rId1"/>
    </p:custDataLst>
    <p:extLst>
      <p:ext uri="{BB962C8B-B14F-4D97-AF65-F5344CB8AC3E}">
        <p14:creationId xmlns:p14="http://schemas.microsoft.com/office/powerpoint/2010/main" val="1202173395"/>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2" presetClass="entr" presetSubtype="1" fill="hold" nodeType="withEffect">
                                  <p:stCondLst>
                                    <p:cond delay="0"/>
                                  </p:stCondLst>
                                  <p:childTnLst>
                                    <p:set>
                                      <p:cBhvr>
                                        <p:cTn id="6" dur="1" fill="hold">
                                          <p:stCondLst>
                                            <p:cond delay="0"/>
                                          </p:stCondLst>
                                        </p:cTn>
                                        <p:tgtEl>
                                          <p:spTgt spid="12"/>
                                        </p:tgtEl>
                                        <p:attrNameLst>
                                          <p:attrName>style.visibility</p:attrName>
                                        </p:attrNameLst>
                                      </p:cBhvr>
                                      <p:to>
                                        <p:strVal val="visible"/>
                                      </p:to>
                                    </p:set>
                                    <p:animEffect transition="in" filter="wipe(up)">
                                      <p:cBhvr>
                                        <p:cTn id="7" dur="500"/>
                                        <p:tgtEl>
                                          <p:spTgt spid="12"/>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56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4" name="组合 3">
            <a:extLst>
              <a:ext uri="{FF2B5EF4-FFF2-40B4-BE49-F238E27FC236}">
                <a16:creationId xmlns:a16="http://schemas.microsoft.com/office/drawing/2014/main" id="{9A1EA9F2-FCB6-48C3-935F-7AE7E3AD14AC}"/>
              </a:ext>
            </a:extLst>
          </p:cNvPr>
          <p:cNvGrpSpPr/>
          <p:nvPr/>
        </p:nvGrpSpPr>
        <p:grpSpPr>
          <a:xfrm>
            <a:off x="304800" y="749300"/>
            <a:ext cx="5791200" cy="400110"/>
            <a:chOff x="424117" y="898245"/>
            <a:chExt cx="5791200" cy="400110"/>
          </a:xfrm>
        </p:grpSpPr>
        <p:sp>
          <p:nvSpPr>
            <p:cNvPr id="2" name="平行四边形 1">
              <a:extLst>
                <a:ext uri="{FF2B5EF4-FFF2-40B4-BE49-F238E27FC236}">
                  <a16:creationId xmlns:a16="http://schemas.microsoft.com/office/drawing/2014/main" id="{1F5BAA3F-9845-4F89-A2DD-8222D3E4EDAC}"/>
                </a:ext>
              </a:extLst>
            </p:cNvPr>
            <p:cNvSpPr/>
            <p:nvPr/>
          </p:nvSpPr>
          <p:spPr>
            <a:xfrm>
              <a:off x="424117" y="898245"/>
              <a:ext cx="628306" cy="387090"/>
            </a:xfrm>
            <a:prstGeom prst="parallelogram">
              <a:avLst/>
            </a:prstGeom>
            <a:solidFill>
              <a:schemeClr val="accent3">
                <a:lumMod val="75000"/>
              </a:schemeClr>
            </a:solidFill>
            <a:ln>
              <a:solidFill>
                <a:schemeClr val="accent3">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CN" sz="2200" dirty="0">
                  <a:latin typeface="Impact" panose="020B0806030902050204" pitchFamily="34" charset="0"/>
                </a:rPr>
                <a:t>01</a:t>
              </a:r>
              <a:endParaRPr lang="zh-CN" altLang="en-US" sz="2200" dirty="0">
                <a:latin typeface="Impact" panose="020B0806030902050204" pitchFamily="34" charset="0"/>
              </a:endParaRPr>
            </a:p>
          </p:txBody>
        </p:sp>
        <p:sp>
          <p:nvSpPr>
            <p:cNvPr id="3" name="文本框 2">
              <a:extLst>
                <a:ext uri="{FF2B5EF4-FFF2-40B4-BE49-F238E27FC236}">
                  <a16:creationId xmlns:a16="http://schemas.microsoft.com/office/drawing/2014/main" id="{4D6BD736-A4D3-4F26-AFED-36E11F50F70B}"/>
                </a:ext>
              </a:extLst>
            </p:cNvPr>
            <p:cNvSpPr txBox="1"/>
            <p:nvPr/>
          </p:nvSpPr>
          <p:spPr>
            <a:xfrm>
              <a:off x="1052423" y="898245"/>
              <a:ext cx="5162894" cy="400110"/>
            </a:xfrm>
            <a:prstGeom prst="rect">
              <a:avLst/>
            </a:prstGeom>
            <a:noFill/>
          </p:spPr>
          <p:txBody>
            <a:bodyPr wrap="square" rtlCol="0">
              <a:spAutoFit/>
            </a:bodyPr>
            <a:lstStyle/>
            <a:p>
              <a:r>
                <a:rPr lang="en-US" altLang="zh-CN" sz="2000" b="1" dirty="0">
                  <a:solidFill>
                    <a:schemeClr val="tx1"/>
                  </a:solidFill>
                  <a:latin typeface="Arial Narrow" panose="020B0606020202030204" pitchFamily="34" charset="0"/>
                </a:rPr>
                <a:t>CSMA/CA</a:t>
              </a:r>
              <a:r>
                <a:rPr lang="zh-CN" altLang="en-US" sz="2000" b="1" dirty="0">
                  <a:solidFill>
                    <a:schemeClr val="tx1"/>
                  </a:solidFill>
                  <a:latin typeface="Arial Narrow" panose="020B0606020202030204" pitchFamily="34" charset="0"/>
                </a:rPr>
                <a:t>协议的基本工作原理</a:t>
              </a:r>
              <a:endParaRPr lang="en-US" altLang="zh-CN" sz="2000" b="1" dirty="0">
                <a:solidFill>
                  <a:schemeClr val="tx1"/>
                </a:solidFill>
                <a:latin typeface="Arial Narrow" panose="020B0606020202030204" pitchFamily="34" charset="0"/>
              </a:endParaRPr>
            </a:p>
          </p:txBody>
        </p:sp>
      </p:grpSp>
      <p:sp>
        <p:nvSpPr>
          <p:cNvPr id="106" name="文本框 105">
            <a:extLst>
              <a:ext uri="{FF2B5EF4-FFF2-40B4-BE49-F238E27FC236}">
                <a16:creationId xmlns:a16="http://schemas.microsoft.com/office/drawing/2014/main" id="{05653DE5-C742-449E-8418-291FFAA878A5}"/>
              </a:ext>
            </a:extLst>
          </p:cNvPr>
          <p:cNvSpPr txBox="1"/>
          <p:nvPr/>
        </p:nvSpPr>
        <p:spPr>
          <a:xfrm>
            <a:off x="933106" y="1136390"/>
            <a:ext cx="9920697" cy="400110"/>
          </a:xfrm>
          <a:prstGeom prst="rect">
            <a:avLst/>
          </a:prstGeom>
          <a:noFill/>
        </p:spPr>
        <p:txBody>
          <a:bodyPr wrap="square" rtlCol="0">
            <a:spAutoFit/>
          </a:bodyPr>
          <a:lstStyle/>
          <a:p>
            <a:r>
              <a:rPr lang="zh-CN" altLang="en-US" sz="2000" b="1" dirty="0">
                <a:solidFill>
                  <a:schemeClr val="accent3">
                    <a:lumMod val="75000"/>
                  </a:schemeClr>
                </a:solidFill>
                <a:latin typeface="Arial Narrow" panose="020B0606020202030204" pitchFamily="34" charset="0"/>
              </a:rPr>
              <a:t>为了进一步降低发生碰撞的概率，</a:t>
            </a:r>
            <a:r>
              <a:rPr lang="en-US" altLang="zh-CN" sz="2000" b="1" dirty="0">
                <a:solidFill>
                  <a:schemeClr val="accent3">
                    <a:lumMod val="75000"/>
                  </a:schemeClr>
                </a:solidFill>
                <a:latin typeface="Arial Narrow" panose="020B0606020202030204" pitchFamily="34" charset="0"/>
              </a:rPr>
              <a:t>802.11</a:t>
            </a:r>
            <a:r>
              <a:rPr lang="zh-CN" altLang="en-US" sz="2000" b="1" dirty="0">
                <a:solidFill>
                  <a:schemeClr val="accent3">
                    <a:lumMod val="75000"/>
                  </a:schemeClr>
                </a:solidFill>
                <a:latin typeface="Arial Narrow" panose="020B0606020202030204" pitchFamily="34" charset="0"/>
              </a:rPr>
              <a:t>无线局域网允许源站对信道进行预约。</a:t>
            </a:r>
            <a:endParaRPr lang="en-US" altLang="zh-CN" sz="2000" b="1" dirty="0">
              <a:solidFill>
                <a:schemeClr val="accent3">
                  <a:lumMod val="75000"/>
                </a:schemeClr>
              </a:solidFill>
              <a:latin typeface="Arial Narrow" panose="020B0606020202030204" pitchFamily="34" charset="0"/>
            </a:endParaRPr>
          </a:p>
        </p:txBody>
      </p:sp>
      <p:grpSp>
        <p:nvGrpSpPr>
          <p:cNvPr id="95" name="组合 94">
            <a:extLst>
              <a:ext uri="{FF2B5EF4-FFF2-40B4-BE49-F238E27FC236}">
                <a16:creationId xmlns:a16="http://schemas.microsoft.com/office/drawing/2014/main" id="{427726E1-BEF1-4A50-8CE3-19C4BFBA49FF}"/>
              </a:ext>
            </a:extLst>
          </p:cNvPr>
          <p:cNvGrpSpPr/>
          <p:nvPr/>
        </p:nvGrpSpPr>
        <p:grpSpPr>
          <a:xfrm>
            <a:off x="488092" y="3523023"/>
            <a:ext cx="11010480" cy="2858841"/>
            <a:chOff x="685585" y="2940516"/>
            <a:chExt cx="11010480" cy="2858841"/>
          </a:xfrm>
        </p:grpSpPr>
        <p:sp>
          <p:nvSpPr>
            <p:cNvPr id="96" name="文本框 95">
              <a:extLst>
                <a:ext uri="{FF2B5EF4-FFF2-40B4-BE49-F238E27FC236}">
                  <a16:creationId xmlns:a16="http://schemas.microsoft.com/office/drawing/2014/main" id="{A339BE44-2EC7-49C0-87AB-611E8216A808}"/>
                </a:ext>
              </a:extLst>
            </p:cNvPr>
            <p:cNvSpPr txBox="1"/>
            <p:nvPr/>
          </p:nvSpPr>
          <p:spPr>
            <a:xfrm>
              <a:off x="685585" y="2940516"/>
              <a:ext cx="981076" cy="369332"/>
            </a:xfrm>
            <a:prstGeom prst="rect">
              <a:avLst/>
            </a:prstGeom>
            <a:noFill/>
          </p:spPr>
          <p:txBody>
            <a:bodyPr wrap="square" rtlCol="0">
              <a:spAutoFit/>
            </a:bodyPr>
            <a:lstStyle/>
            <a:p>
              <a:pPr algn="r"/>
              <a:r>
                <a:rPr lang="zh-CN" altLang="en-US" b="1" dirty="0"/>
                <a:t>源站</a:t>
              </a:r>
            </a:p>
          </p:txBody>
        </p:sp>
        <p:sp>
          <p:nvSpPr>
            <p:cNvPr id="97" name="文本框 96">
              <a:extLst>
                <a:ext uri="{FF2B5EF4-FFF2-40B4-BE49-F238E27FC236}">
                  <a16:creationId xmlns:a16="http://schemas.microsoft.com/office/drawing/2014/main" id="{359E10C5-72AE-4F21-8044-366049C61866}"/>
                </a:ext>
              </a:extLst>
            </p:cNvPr>
            <p:cNvSpPr txBox="1"/>
            <p:nvPr/>
          </p:nvSpPr>
          <p:spPr>
            <a:xfrm>
              <a:off x="685585" y="4187174"/>
              <a:ext cx="981076" cy="369332"/>
            </a:xfrm>
            <a:prstGeom prst="rect">
              <a:avLst/>
            </a:prstGeom>
            <a:noFill/>
          </p:spPr>
          <p:txBody>
            <a:bodyPr wrap="square" rtlCol="0">
              <a:spAutoFit/>
            </a:bodyPr>
            <a:lstStyle/>
            <a:p>
              <a:pPr algn="r"/>
              <a:r>
                <a:rPr lang="zh-CN" altLang="en-US" b="1" dirty="0"/>
                <a:t>目的站</a:t>
              </a:r>
            </a:p>
          </p:txBody>
        </p:sp>
        <p:sp>
          <p:nvSpPr>
            <p:cNvPr id="98" name="文本框 97">
              <a:extLst>
                <a:ext uri="{FF2B5EF4-FFF2-40B4-BE49-F238E27FC236}">
                  <a16:creationId xmlns:a16="http://schemas.microsoft.com/office/drawing/2014/main" id="{857D48FC-58A9-49D0-B299-3FFD8B52D48C}"/>
                </a:ext>
              </a:extLst>
            </p:cNvPr>
            <p:cNvSpPr txBox="1"/>
            <p:nvPr/>
          </p:nvSpPr>
          <p:spPr>
            <a:xfrm>
              <a:off x="685585" y="5430025"/>
              <a:ext cx="981076" cy="369332"/>
            </a:xfrm>
            <a:prstGeom prst="rect">
              <a:avLst/>
            </a:prstGeom>
            <a:noFill/>
          </p:spPr>
          <p:txBody>
            <a:bodyPr wrap="square" rtlCol="0">
              <a:spAutoFit/>
            </a:bodyPr>
            <a:lstStyle/>
            <a:p>
              <a:pPr algn="r"/>
              <a:r>
                <a:rPr lang="zh-CN" altLang="en-US" b="1" dirty="0"/>
                <a:t>其他站</a:t>
              </a:r>
            </a:p>
          </p:txBody>
        </p:sp>
        <p:sp>
          <p:nvSpPr>
            <p:cNvPr id="99" name="文本框 98">
              <a:extLst>
                <a:ext uri="{FF2B5EF4-FFF2-40B4-BE49-F238E27FC236}">
                  <a16:creationId xmlns:a16="http://schemas.microsoft.com/office/drawing/2014/main" id="{824E5DB4-E949-41CA-8D08-649370CAC10D}"/>
                </a:ext>
              </a:extLst>
            </p:cNvPr>
            <p:cNvSpPr txBox="1"/>
            <p:nvPr/>
          </p:nvSpPr>
          <p:spPr>
            <a:xfrm>
              <a:off x="11051539" y="2940516"/>
              <a:ext cx="644526" cy="369332"/>
            </a:xfrm>
            <a:prstGeom prst="rect">
              <a:avLst/>
            </a:prstGeom>
            <a:noFill/>
          </p:spPr>
          <p:txBody>
            <a:bodyPr wrap="square" rtlCol="0">
              <a:spAutoFit/>
            </a:bodyPr>
            <a:lstStyle/>
            <a:p>
              <a:r>
                <a:rPr lang="zh-CN" altLang="en-US" b="1" dirty="0"/>
                <a:t>时间</a:t>
              </a:r>
            </a:p>
          </p:txBody>
        </p:sp>
        <p:cxnSp>
          <p:nvCxnSpPr>
            <p:cNvPr id="100" name="直接箭头连接符 99">
              <a:extLst>
                <a:ext uri="{FF2B5EF4-FFF2-40B4-BE49-F238E27FC236}">
                  <a16:creationId xmlns:a16="http://schemas.microsoft.com/office/drawing/2014/main" id="{8973A6A9-16DA-46EF-BDE1-82FC27113192}"/>
                </a:ext>
              </a:extLst>
            </p:cNvPr>
            <p:cNvCxnSpPr>
              <a:cxnSpLocks/>
            </p:cNvCxnSpPr>
            <p:nvPr/>
          </p:nvCxnSpPr>
          <p:spPr>
            <a:xfrm>
              <a:off x="1666661" y="3125182"/>
              <a:ext cx="9367200" cy="0"/>
            </a:xfrm>
            <a:prstGeom prst="straightConnector1">
              <a:avLst/>
            </a:prstGeom>
            <a:ln w="12700">
              <a:solidFill>
                <a:schemeClr val="tx1"/>
              </a:solidFill>
              <a:tailEnd type="triangle"/>
            </a:ln>
          </p:spPr>
          <p:style>
            <a:lnRef idx="1">
              <a:schemeClr val="accent1"/>
            </a:lnRef>
            <a:fillRef idx="0">
              <a:schemeClr val="accent1"/>
            </a:fillRef>
            <a:effectRef idx="0">
              <a:schemeClr val="accent1"/>
            </a:effectRef>
            <a:fontRef idx="minor">
              <a:schemeClr val="tx1"/>
            </a:fontRef>
          </p:style>
        </p:cxnSp>
        <p:sp>
          <p:nvSpPr>
            <p:cNvPr id="101" name="文本框 100">
              <a:extLst>
                <a:ext uri="{FF2B5EF4-FFF2-40B4-BE49-F238E27FC236}">
                  <a16:creationId xmlns:a16="http://schemas.microsoft.com/office/drawing/2014/main" id="{607423BF-70A1-49DF-91BE-85E5DBA4365F}"/>
                </a:ext>
              </a:extLst>
            </p:cNvPr>
            <p:cNvSpPr txBox="1"/>
            <p:nvPr/>
          </p:nvSpPr>
          <p:spPr>
            <a:xfrm>
              <a:off x="11051539" y="5430025"/>
              <a:ext cx="644526" cy="369332"/>
            </a:xfrm>
            <a:prstGeom prst="rect">
              <a:avLst/>
            </a:prstGeom>
            <a:noFill/>
          </p:spPr>
          <p:txBody>
            <a:bodyPr wrap="square" rtlCol="0">
              <a:spAutoFit/>
            </a:bodyPr>
            <a:lstStyle/>
            <a:p>
              <a:r>
                <a:rPr lang="zh-CN" altLang="en-US" b="1" dirty="0"/>
                <a:t>时间</a:t>
              </a:r>
            </a:p>
          </p:txBody>
        </p:sp>
        <p:cxnSp>
          <p:nvCxnSpPr>
            <p:cNvPr id="102" name="直接箭头连接符 101">
              <a:extLst>
                <a:ext uri="{FF2B5EF4-FFF2-40B4-BE49-F238E27FC236}">
                  <a16:creationId xmlns:a16="http://schemas.microsoft.com/office/drawing/2014/main" id="{14FB5E63-604F-4789-A8EF-BA385EDAFBFB}"/>
                </a:ext>
              </a:extLst>
            </p:cNvPr>
            <p:cNvCxnSpPr>
              <a:cxnSpLocks/>
            </p:cNvCxnSpPr>
            <p:nvPr/>
          </p:nvCxnSpPr>
          <p:spPr>
            <a:xfrm>
              <a:off x="1666661" y="5614691"/>
              <a:ext cx="9367097" cy="0"/>
            </a:xfrm>
            <a:prstGeom prst="straightConnector1">
              <a:avLst/>
            </a:prstGeom>
            <a:ln w="12700">
              <a:solidFill>
                <a:schemeClr val="tx1"/>
              </a:solidFill>
              <a:tailEnd type="triangle"/>
            </a:ln>
          </p:spPr>
          <p:style>
            <a:lnRef idx="1">
              <a:schemeClr val="accent1"/>
            </a:lnRef>
            <a:fillRef idx="0">
              <a:schemeClr val="accent1"/>
            </a:fillRef>
            <a:effectRef idx="0">
              <a:schemeClr val="accent1"/>
            </a:effectRef>
            <a:fontRef idx="minor">
              <a:schemeClr val="tx1"/>
            </a:fontRef>
          </p:style>
        </p:cxnSp>
        <p:sp>
          <p:nvSpPr>
            <p:cNvPr id="103" name="文本框 102">
              <a:extLst>
                <a:ext uri="{FF2B5EF4-FFF2-40B4-BE49-F238E27FC236}">
                  <a16:creationId xmlns:a16="http://schemas.microsoft.com/office/drawing/2014/main" id="{403C8105-CF44-4AFF-BA70-1502E7FD8965}"/>
                </a:ext>
              </a:extLst>
            </p:cNvPr>
            <p:cNvSpPr txBox="1"/>
            <p:nvPr/>
          </p:nvSpPr>
          <p:spPr>
            <a:xfrm>
              <a:off x="11051539" y="4185271"/>
              <a:ext cx="644526" cy="369332"/>
            </a:xfrm>
            <a:prstGeom prst="rect">
              <a:avLst/>
            </a:prstGeom>
            <a:noFill/>
          </p:spPr>
          <p:txBody>
            <a:bodyPr wrap="square" rtlCol="0">
              <a:spAutoFit/>
            </a:bodyPr>
            <a:lstStyle/>
            <a:p>
              <a:r>
                <a:rPr lang="zh-CN" altLang="en-US" b="1" dirty="0"/>
                <a:t>时间</a:t>
              </a:r>
            </a:p>
          </p:txBody>
        </p:sp>
        <p:cxnSp>
          <p:nvCxnSpPr>
            <p:cNvPr id="109" name="直接箭头连接符 108">
              <a:extLst>
                <a:ext uri="{FF2B5EF4-FFF2-40B4-BE49-F238E27FC236}">
                  <a16:creationId xmlns:a16="http://schemas.microsoft.com/office/drawing/2014/main" id="{C9D30BFA-BD02-48E2-B935-F0EE4CC6842E}"/>
                </a:ext>
              </a:extLst>
            </p:cNvPr>
            <p:cNvCxnSpPr>
              <a:cxnSpLocks/>
            </p:cNvCxnSpPr>
            <p:nvPr/>
          </p:nvCxnSpPr>
          <p:spPr>
            <a:xfrm>
              <a:off x="1666661" y="4369937"/>
              <a:ext cx="9367200" cy="0"/>
            </a:xfrm>
            <a:prstGeom prst="straightConnector1">
              <a:avLst/>
            </a:prstGeom>
            <a:ln w="12700">
              <a:solidFill>
                <a:schemeClr val="tx1"/>
              </a:solidFill>
              <a:tailEnd type="triangle"/>
            </a:ln>
          </p:spPr>
          <p:style>
            <a:lnRef idx="1">
              <a:schemeClr val="accent1"/>
            </a:lnRef>
            <a:fillRef idx="0">
              <a:schemeClr val="accent1"/>
            </a:fillRef>
            <a:effectRef idx="0">
              <a:schemeClr val="accent1"/>
            </a:effectRef>
            <a:fontRef idx="minor">
              <a:schemeClr val="tx1"/>
            </a:fontRef>
          </p:style>
        </p:cxnSp>
      </p:grpSp>
      <p:sp>
        <p:nvSpPr>
          <p:cNvPr id="201" name="矩形 200">
            <a:extLst>
              <a:ext uri="{FF2B5EF4-FFF2-40B4-BE49-F238E27FC236}">
                <a16:creationId xmlns:a16="http://schemas.microsoft.com/office/drawing/2014/main" id="{CBD5A6DC-9263-45C1-A676-C7BE3852393E}"/>
              </a:ext>
            </a:extLst>
          </p:cNvPr>
          <p:cNvSpPr/>
          <p:nvPr/>
        </p:nvSpPr>
        <p:spPr>
          <a:xfrm>
            <a:off x="1490131" y="3307579"/>
            <a:ext cx="1136650" cy="400110"/>
          </a:xfrm>
          <a:prstGeom prst="rect">
            <a:avLst/>
          </a:prstGeom>
          <a:solidFill>
            <a:schemeClr val="accent4"/>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zh-CN" altLang="en-US" b="1" dirty="0"/>
              <a:t>信道空闲</a:t>
            </a:r>
          </a:p>
        </p:txBody>
      </p:sp>
      <p:grpSp>
        <p:nvGrpSpPr>
          <p:cNvPr id="202" name="组合 201">
            <a:extLst>
              <a:ext uri="{FF2B5EF4-FFF2-40B4-BE49-F238E27FC236}">
                <a16:creationId xmlns:a16="http://schemas.microsoft.com/office/drawing/2014/main" id="{403CFCFF-B779-43D9-8E28-B158A7E142EC}"/>
              </a:ext>
            </a:extLst>
          </p:cNvPr>
          <p:cNvGrpSpPr/>
          <p:nvPr/>
        </p:nvGrpSpPr>
        <p:grpSpPr>
          <a:xfrm>
            <a:off x="2604557" y="3199355"/>
            <a:ext cx="1120774" cy="509285"/>
            <a:chOff x="2781087" y="2616848"/>
            <a:chExt cx="1120774" cy="509285"/>
          </a:xfrm>
        </p:grpSpPr>
        <p:sp>
          <p:nvSpPr>
            <p:cNvPr id="203" name="文本框 202">
              <a:extLst>
                <a:ext uri="{FF2B5EF4-FFF2-40B4-BE49-F238E27FC236}">
                  <a16:creationId xmlns:a16="http://schemas.microsoft.com/office/drawing/2014/main" id="{5A36E446-C357-4E8A-AA5B-D7385BD86E56}"/>
                </a:ext>
              </a:extLst>
            </p:cNvPr>
            <p:cNvSpPr txBox="1"/>
            <p:nvPr/>
          </p:nvSpPr>
          <p:spPr>
            <a:xfrm>
              <a:off x="2781087" y="2616848"/>
              <a:ext cx="1098550" cy="369332"/>
            </a:xfrm>
            <a:prstGeom prst="rect">
              <a:avLst/>
            </a:prstGeom>
            <a:noFill/>
          </p:spPr>
          <p:txBody>
            <a:bodyPr wrap="square" rtlCol="0">
              <a:spAutoFit/>
            </a:bodyPr>
            <a:lstStyle/>
            <a:p>
              <a:pPr algn="ctr"/>
              <a:r>
                <a:rPr lang="en-US" altLang="zh-CN" b="1" dirty="0"/>
                <a:t>DIFS</a:t>
              </a:r>
              <a:endParaRPr lang="zh-CN" altLang="en-US" b="1" dirty="0"/>
            </a:p>
          </p:txBody>
        </p:sp>
        <p:cxnSp>
          <p:nvCxnSpPr>
            <p:cNvPr id="204" name="直接连接符 203">
              <a:extLst>
                <a:ext uri="{FF2B5EF4-FFF2-40B4-BE49-F238E27FC236}">
                  <a16:creationId xmlns:a16="http://schemas.microsoft.com/office/drawing/2014/main" id="{BFF880F2-23DF-4A34-A906-D0FE3A1E216B}"/>
                </a:ext>
              </a:extLst>
            </p:cNvPr>
            <p:cNvCxnSpPr>
              <a:cxnSpLocks/>
            </p:cNvCxnSpPr>
            <p:nvPr/>
          </p:nvCxnSpPr>
          <p:spPr>
            <a:xfrm>
              <a:off x="3901861" y="2724121"/>
              <a:ext cx="0" cy="402012"/>
            </a:xfrm>
            <a:prstGeom prst="line">
              <a:avLst/>
            </a:prstGeom>
            <a:ln w="12700">
              <a:solidFill>
                <a:schemeClr val="tx1"/>
              </a:solidFill>
              <a:tailEnd type="none"/>
            </a:ln>
          </p:spPr>
          <p:style>
            <a:lnRef idx="1">
              <a:schemeClr val="accent1"/>
            </a:lnRef>
            <a:fillRef idx="0">
              <a:schemeClr val="accent1"/>
            </a:fillRef>
            <a:effectRef idx="0">
              <a:schemeClr val="accent1"/>
            </a:effectRef>
            <a:fontRef idx="minor">
              <a:schemeClr val="tx1"/>
            </a:fontRef>
          </p:style>
        </p:cxnSp>
        <p:cxnSp>
          <p:nvCxnSpPr>
            <p:cNvPr id="205" name="直接箭头连接符 204">
              <a:extLst>
                <a:ext uri="{FF2B5EF4-FFF2-40B4-BE49-F238E27FC236}">
                  <a16:creationId xmlns:a16="http://schemas.microsoft.com/office/drawing/2014/main" id="{688F02EC-EA60-4644-AF4D-A4A42FCB242F}"/>
                </a:ext>
              </a:extLst>
            </p:cNvPr>
            <p:cNvCxnSpPr/>
            <p:nvPr/>
          </p:nvCxnSpPr>
          <p:spPr>
            <a:xfrm>
              <a:off x="2803311" y="2940516"/>
              <a:ext cx="1098550" cy="0"/>
            </a:xfrm>
            <a:prstGeom prst="straightConnector1">
              <a:avLst/>
            </a:prstGeom>
            <a:ln w="12700">
              <a:solidFill>
                <a:schemeClr val="tx1"/>
              </a:solidFill>
              <a:headEnd type="triangle"/>
              <a:tailEnd type="triangle"/>
            </a:ln>
          </p:spPr>
          <p:style>
            <a:lnRef idx="1">
              <a:schemeClr val="accent1"/>
            </a:lnRef>
            <a:fillRef idx="0">
              <a:schemeClr val="accent1"/>
            </a:fillRef>
            <a:effectRef idx="0">
              <a:schemeClr val="accent1"/>
            </a:effectRef>
            <a:fontRef idx="minor">
              <a:schemeClr val="tx1"/>
            </a:fontRef>
          </p:style>
        </p:cxnSp>
      </p:grpSp>
      <p:grpSp>
        <p:nvGrpSpPr>
          <p:cNvPr id="206" name="组合 205">
            <a:extLst>
              <a:ext uri="{FF2B5EF4-FFF2-40B4-BE49-F238E27FC236}">
                <a16:creationId xmlns:a16="http://schemas.microsoft.com/office/drawing/2014/main" id="{A0087DF4-4649-4DC8-ADC5-73575CA1F1A3}"/>
              </a:ext>
            </a:extLst>
          </p:cNvPr>
          <p:cNvGrpSpPr/>
          <p:nvPr/>
        </p:nvGrpSpPr>
        <p:grpSpPr>
          <a:xfrm>
            <a:off x="1944937" y="3705787"/>
            <a:ext cx="1363688" cy="830190"/>
            <a:chOff x="4018800" y="2864874"/>
            <a:chExt cx="1363688" cy="830190"/>
          </a:xfrm>
        </p:grpSpPr>
        <p:sp>
          <p:nvSpPr>
            <p:cNvPr id="207" name="文本框 206">
              <a:extLst>
                <a:ext uri="{FF2B5EF4-FFF2-40B4-BE49-F238E27FC236}">
                  <a16:creationId xmlns:a16="http://schemas.microsoft.com/office/drawing/2014/main" id="{D043B378-50E9-475F-A0A4-BA17D4C286B8}"/>
                </a:ext>
              </a:extLst>
            </p:cNvPr>
            <p:cNvSpPr txBox="1"/>
            <p:nvPr/>
          </p:nvSpPr>
          <p:spPr>
            <a:xfrm>
              <a:off x="4018800" y="3325732"/>
              <a:ext cx="1363688" cy="369332"/>
            </a:xfrm>
            <a:prstGeom prst="rect">
              <a:avLst/>
            </a:prstGeom>
            <a:noFill/>
          </p:spPr>
          <p:txBody>
            <a:bodyPr wrap="square" rtlCol="0">
              <a:spAutoFit/>
            </a:bodyPr>
            <a:lstStyle/>
            <a:p>
              <a:pPr algn="ctr"/>
              <a:r>
                <a:rPr lang="zh-CN" altLang="en-US" b="1" dirty="0">
                  <a:solidFill>
                    <a:schemeClr val="accent3"/>
                  </a:solidFill>
                  <a:latin typeface="Arial Narrow" panose="020B0606020202030204" pitchFamily="34" charset="0"/>
                </a:rPr>
                <a:t>有帧要发送</a:t>
              </a:r>
            </a:p>
          </p:txBody>
        </p:sp>
        <p:cxnSp>
          <p:nvCxnSpPr>
            <p:cNvPr id="208" name="直接箭头连接符 207">
              <a:extLst>
                <a:ext uri="{FF2B5EF4-FFF2-40B4-BE49-F238E27FC236}">
                  <a16:creationId xmlns:a16="http://schemas.microsoft.com/office/drawing/2014/main" id="{E9431535-4218-4088-9B7F-6605F883266F}"/>
                </a:ext>
              </a:extLst>
            </p:cNvPr>
            <p:cNvCxnSpPr>
              <a:cxnSpLocks/>
            </p:cNvCxnSpPr>
            <p:nvPr/>
          </p:nvCxnSpPr>
          <p:spPr>
            <a:xfrm flipV="1">
              <a:off x="4702471" y="2864874"/>
              <a:ext cx="0" cy="521823"/>
            </a:xfrm>
            <a:prstGeom prst="straightConnector1">
              <a:avLst/>
            </a:prstGeom>
            <a:ln w="25400">
              <a:solidFill>
                <a:schemeClr val="tx1"/>
              </a:solidFill>
              <a:tailEnd type="triangle" w="med" len="lg"/>
            </a:ln>
          </p:spPr>
          <p:style>
            <a:lnRef idx="1">
              <a:schemeClr val="accent1"/>
            </a:lnRef>
            <a:fillRef idx="0">
              <a:schemeClr val="accent1"/>
            </a:fillRef>
            <a:effectRef idx="0">
              <a:schemeClr val="accent1"/>
            </a:effectRef>
            <a:fontRef idx="minor">
              <a:schemeClr val="tx1"/>
            </a:fontRef>
          </p:style>
        </p:cxnSp>
      </p:grpSp>
      <p:grpSp>
        <p:nvGrpSpPr>
          <p:cNvPr id="54" name="组合 53">
            <a:extLst>
              <a:ext uri="{FF2B5EF4-FFF2-40B4-BE49-F238E27FC236}">
                <a16:creationId xmlns:a16="http://schemas.microsoft.com/office/drawing/2014/main" id="{33B3B345-BC44-45F3-BB33-A134B9999CD0}"/>
              </a:ext>
            </a:extLst>
          </p:cNvPr>
          <p:cNvGrpSpPr/>
          <p:nvPr/>
        </p:nvGrpSpPr>
        <p:grpSpPr>
          <a:xfrm>
            <a:off x="3709885" y="3705787"/>
            <a:ext cx="404036" cy="1245704"/>
            <a:chOff x="3709885" y="3705787"/>
            <a:chExt cx="404036" cy="1245704"/>
          </a:xfrm>
        </p:grpSpPr>
        <p:sp>
          <p:nvSpPr>
            <p:cNvPr id="210" name="平行四边形 209">
              <a:extLst>
                <a:ext uri="{FF2B5EF4-FFF2-40B4-BE49-F238E27FC236}">
                  <a16:creationId xmlns:a16="http://schemas.microsoft.com/office/drawing/2014/main" id="{71AF24C0-1417-422F-9A99-A0A670F03A0A}"/>
                </a:ext>
              </a:extLst>
            </p:cNvPr>
            <p:cNvSpPr/>
            <p:nvPr/>
          </p:nvSpPr>
          <p:spPr>
            <a:xfrm flipH="1">
              <a:off x="3725331" y="3705787"/>
              <a:ext cx="388590" cy="1245704"/>
            </a:xfrm>
            <a:prstGeom prst="parallelogram">
              <a:avLst>
                <a:gd name="adj" fmla="val 36439"/>
              </a:avLst>
            </a:prstGeom>
            <a:solidFill>
              <a:schemeClr val="accent6">
                <a:lumMod val="50000"/>
              </a:schemeClr>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b="1" dirty="0">
                <a:latin typeface="宋体" panose="02010600030101010101" pitchFamily="2" charset="-122"/>
                <a:ea typeface="宋体" panose="02010600030101010101" pitchFamily="2" charset="-122"/>
              </a:endParaRPr>
            </a:p>
          </p:txBody>
        </p:sp>
        <p:cxnSp>
          <p:nvCxnSpPr>
            <p:cNvPr id="212" name="直接箭头连接符 211">
              <a:extLst>
                <a:ext uri="{FF2B5EF4-FFF2-40B4-BE49-F238E27FC236}">
                  <a16:creationId xmlns:a16="http://schemas.microsoft.com/office/drawing/2014/main" id="{E001F61D-5514-4F19-B133-E4CCB9FC4C5B}"/>
                </a:ext>
              </a:extLst>
            </p:cNvPr>
            <p:cNvCxnSpPr>
              <a:cxnSpLocks/>
            </p:cNvCxnSpPr>
            <p:nvPr/>
          </p:nvCxnSpPr>
          <p:spPr>
            <a:xfrm>
              <a:off x="3937293" y="4459260"/>
              <a:ext cx="51777" cy="328379"/>
            </a:xfrm>
            <a:prstGeom prst="straightConnector1">
              <a:avLst/>
            </a:prstGeom>
            <a:ln w="38100">
              <a:solidFill>
                <a:schemeClr val="bg1"/>
              </a:solidFill>
              <a:tailEnd type="triangle"/>
            </a:ln>
          </p:spPr>
          <p:style>
            <a:lnRef idx="1">
              <a:schemeClr val="accent1"/>
            </a:lnRef>
            <a:fillRef idx="0">
              <a:schemeClr val="accent1"/>
            </a:fillRef>
            <a:effectRef idx="0">
              <a:schemeClr val="accent1"/>
            </a:effectRef>
            <a:fontRef idx="minor">
              <a:schemeClr val="tx1"/>
            </a:fontRef>
          </p:style>
        </p:cxnSp>
        <p:sp>
          <p:nvSpPr>
            <p:cNvPr id="50" name="文本框 49">
              <a:extLst>
                <a:ext uri="{FF2B5EF4-FFF2-40B4-BE49-F238E27FC236}">
                  <a16:creationId xmlns:a16="http://schemas.microsoft.com/office/drawing/2014/main" id="{C72528BC-37CC-4C3D-901D-0B944A5167F1}"/>
                </a:ext>
              </a:extLst>
            </p:cNvPr>
            <p:cNvSpPr txBox="1"/>
            <p:nvPr/>
          </p:nvSpPr>
          <p:spPr>
            <a:xfrm rot="5016764">
              <a:off x="3572288" y="3987483"/>
              <a:ext cx="644526" cy="369332"/>
            </a:xfrm>
            <a:prstGeom prst="rect">
              <a:avLst/>
            </a:prstGeom>
            <a:noFill/>
          </p:spPr>
          <p:txBody>
            <a:bodyPr wrap="square" rtlCol="0">
              <a:spAutoFit/>
            </a:bodyPr>
            <a:lstStyle/>
            <a:p>
              <a:pPr algn="ctr"/>
              <a:r>
                <a:rPr lang="en-US" altLang="zh-CN" b="1" dirty="0">
                  <a:solidFill>
                    <a:schemeClr val="bg1"/>
                  </a:solidFill>
                </a:rPr>
                <a:t>RTS</a:t>
              </a:r>
              <a:endParaRPr lang="zh-CN" altLang="en-US" b="1" dirty="0">
                <a:solidFill>
                  <a:schemeClr val="bg1"/>
                </a:solidFill>
              </a:endParaRPr>
            </a:p>
          </p:txBody>
        </p:sp>
      </p:grpSp>
      <p:grpSp>
        <p:nvGrpSpPr>
          <p:cNvPr id="213" name="组合 212">
            <a:extLst>
              <a:ext uri="{FF2B5EF4-FFF2-40B4-BE49-F238E27FC236}">
                <a16:creationId xmlns:a16="http://schemas.microsoft.com/office/drawing/2014/main" id="{F8542F55-5F8E-4556-A457-3432A4CF167F}"/>
              </a:ext>
            </a:extLst>
          </p:cNvPr>
          <p:cNvGrpSpPr/>
          <p:nvPr/>
        </p:nvGrpSpPr>
        <p:grpSpPr>
          <a:xfrm>
            <a:off x="4082171" y="4950291"/>
            <a:ext cx="644523" cy="543960"/>
            <a:chOff x="5121057" y="4368987"/>
            <a:chExt cx="644523" cy="543960"/>
          </a:xfrm>
        </p:grpSpPr>
        <p:sp>
          <p:nvSpPr>
            <p:cNvPr id="214" name="文本框 213">
              <a:extLst>
                <a:ext uri="{FF2B5EF4-FFF2-40B4-BE49-F238E27FC236}">
                  <a16:creationId xmlns:a16="http://schemas.microsoft.com/office/drawing/2014/main" id="{DF84D51A-5266-4152-ABE4-B8533A7FC98E}"/>
                </a:ext>
              </a:extLst>
            </p:cNvPr>
            <p:cNvSpPr txBox="1"/>
            <p:nvPr/>
          </p:nvSpPr>
          <p:spPr>
            <a:xfrm>
              <a:off x="5121057" y="4543615"/>
              <a:ext cx="644523" cy="369332"/>
            </a:xfrm>
            <a:prstGeom prst="rect">
              <a:avLst/>
            </a:prstGeom>
            <a:noFill/>
          </p:spPr>
          <p:txBody>
            <a:bodyPr wrap="square" rtlCol="0">
              <a:spAutoFit/>
            </a:bodyPr>
            <a:lstStyle/>
            <a:p>
              <a:pPr algn="ctr"/>
              <a:r>
                <a:rPr lang="en-US" altLang="zh-CN" b="1" dirty="0"/>
                <a:t>SIFS</a:t>
              </a:r>
              <a:endParaRPr lang="zh-CN" altLang="en-US" b="1" dirty="0"/>
            </a:p>
          </p:txBody>
        </p:sp>
        <p:cxnSp>
          <p:nvCxnSpPr>
            <p:cNvPr id="215" name="直接连接符 214">
              <a:extLst>
                <a:ext uri="{FF2B5EF4-FFF2-40B4-BE49-F238E27FC236}">
                  <a16:creationId xmlns:a16="http://schemas.microsoft.com/office/drawing/2014/main" id="{16C7D407-89A7-476B-9F0C-295BA9580EBC}"/>
                </a:ext>
              </a:extLst>
            </p:cNvPr>
            <p:cNvCxnSpPr>
              <a:cxnSpLocks/>
            </p:cNvCxnSpPr>
            <p:nvPr/>
          </p:nvCxnSpPr>
          <p:spPr>
            <a:xfrm>
              <a:off x="5152807" y="4368987"/>
              <a:ext cx="0" cy="402012"/>
            </a:xfrm>
            <a:prstGeom prst="line">
              <a:avLst/>
            </a:prstGeom>
            <a:ln w="12700">
              <a:solidFill>
                <a:schemeClr val="tx1"/>
              </a:solidFill>
              <a:tailEnd type="none"/>
            </a:ln>
          </p:spPr>
          <p:style>
            <a:lnRef idx="1">
              <a:schemeClr val="accent1"/>
            </a:lnRef>
            <a:fillRef idx="0">
              <a:schemeClr val="accent1"/>
            </a:fillRef>
            <a:effectRef idx="0">
              <a:schemeClr val="accent1"/>
            </a:effectRef>
            <a:fontRef idx="minor">
              <a:schemeClr val="tx1"/>
            </a:fontRef>
          </p:style>
        </p:cxnSp>
        <p:cxnSp>
          <p:nvCxnSpPr>
            <p:cNvPr id="216" name="直接连接符 215">
              <a:extLst>
                <a:ext uri="{FF2B5EF4-FFF2-40B4-BE49-F238E27FC236}">
                  <a16:creationId xmlns:a16="http://schemas.microsoft.com/office/drawing/2014/main" id="{F270AF85-16E5-4DF8-A054-EDAE38368D6A}"/>
                </a:ext>
              </a:extLst>
            </p:cNvPr>
            <p:cNvCxnSpPr>
              <a:cxnSpLocks/>
            </p:cNvCxnSpPr>
            <p:nvPr/>
          </p:nvCxnSpPr>
          <p:spPr>
            <a:xfrm>
              <a:off x="5710293" y="4368987"/>
              <a:ext cx="0" cy="402012"/>
            </a:xfrm>
            <a:prstGeom prst="line">
              <a:avLst/>
            </a:prstGeom>
            <a:ln w="12700">
              <a:solidFill>
                <a:schemeClr val="tx1"/>
              </a:solidFill>
              <a:tailEnd type="none"/>
            </a:ln>
          </p:spPr>
          <p:style>
            <a:lnRef idx="1">
              <a:schemeClr val="accent1"/>
            </a:lnRef>
            <a:fillRef idx="0">
              <a:schemeClr val="accent1"/>
            </a:fillRef>
            <a:effectRef idx="0">
              <a:schemeClr val="accent1"/>
            </a:effectRef>
            <a:fontRef idx="minor">
              <a:schemeClr val="tx1"/>
            </a:fontRef>
          </p:style>
        </p:cxnSp>
        <p:cxnSp>
          <p:nvCxnSpPr>
            <p:cNvPr id="217" name="直接箭头连接符 216">
              <a:extLst>
                <a:ext uri="{FF2B5EF4-FFF2-40B4-BE49-F238E27FC236}">
                  <a16:creationId xmlns:a16="http://schemas.microsoft.com/office/drawing/2014/main" id="{32702915-3A58-47BF-8FEF-D1F4B0721E96}"/>
                </a:ext>
              </a:extLst>
            </p:cNvPr>
            <p:cNvCxnSpPr>
              <a:cxnSpLocks/>
            </p:cNvCxnSpPr>
            <p:nvPr/>
          </p:nvCxnSpPr>
          <p:spPr>
            <a:xfrm>
              <a:off x="5152807" y="4543615"/>
              <a:ext cx="557486" cy="0"/>
            </a:xfrm>
            <a:prstGeom prst="straightConnector1">
              <a:avLst/>
            </a:prstGeom>
            <a:ln w="12700">
              <a:solidFill>
                <a:schemeClr val="tx1"/>
              </a:solidFill>
              <a:headEnd type="triangle"/>
              <a:tailEnd type="triangle"/>
            </a:ln>
          </p:spPr>
          <p:style>
            <a:lnRef idx="1">
              <a:schemeClr val="accent1"/>
            </a:lnRef>
            <a:fillRef idx="0">
              <a:schemeClr val="accent1"/>
            </a:fillRef>
            <a:effectRef idx="0">
              <a:schemeClr val="accent1"/>
            </a:effectRef>
            <a:fontRef idx="minor">
              <a:schemeClr val="tx1"/>
            </a:fontRef>
          </p:style>
        </p:cxnSp>
      </p:grpSp>
      <p:grpSp>
        <p:nvGrpSpPr>
          <p:cNvPr id="56" name="组合 55">
            <a:extLst>
              <a:ext uri="{FF2B5EF4-FFF2-40B4-BE49-F238E27FC236}">
                <a16:creationId xmlns:a16="http://schemas.microsoft.com/office/drawing/2014/main" id="{27138416-11FC-4DC9-9FAF-D576ECDA3BD7}"/>
              </a:ext>
            </a:extLst>
          </p:cNvPr>
          <p:cNvGrpSpPr/>
          <p:nvPr/>
        </p:nvGrpSpPr>
        <p:grpSpPr>
          <a:xfrm>
            <a:off x="4654213" y="3705787"/>
            <a:ext cx="412826" cy="1252960"/>
            <a:chOff x="4654213" y="3705787"/>
            <a:chExt cx="412826" cy="1252960"/>
          </a:xfrm>
        </p:grpSpPr>
        <p:sp>
          <p:nvSpPr>
            <p:cNvPr id="218" name="平行四边形 217">
              <a:extLst>
                <a:ext uri="{FF2B5EF4-FFF2-40B4-BE49-F238E27FC236}">
                  <a16:creationId xmlns:a16="http://schemas.microsoft.com/office/drawing/2014/main" id="{79A27340-D172-4D83-95DB-9FFFF0067BC6}"/>
                </a:ext>
              </a:extLst>
            </p:cNvPr>
            <p:cNvSpPr/>
            <p:nvPr/>
          </p:nvSpPr>
          <p:spPr>
            <a:xfrm flipH="1">
              <a:off x="4678449" y="3705787"/>
              <a:ext cx="388590" cy="1245704"/>
            </a:xfrm>
            <a:prstGeom prst="parallelogram">
              <a:avLst>
                <a:gd name="adj" fmla="val 36439"/>
              </a:avLst>
            </a:prstGeom>
            <a:solidFill>
              <a:schemeClr val="accent1">
                <a:lumMod val="50000"/>
              </a:schemeClr>
            </a:solidFill>
            <a:ln>
              <a:solidFill>
                <a:schemeClr val="tx1"/>
              </a:solidFill>
            </a:ln>
            <a:scene3d>
              <a:camera prst="orthographicFront">
                <a:rot lat="0" lon="10800000" rev="0"/>
              </a:camera>
              <a:lightRig rig="threePt" dir="t"/>
            </a:scene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b="1" dirty="0">
                <a:latin typeface="宋体" panose="02010600030101010101" pitchFamily="2" charset="-122"/>
                <a:ea typeface="宋体" panose="02010600030101010101" pitchFamily="2" charset="-122"/>
              </a:endParaRPr>
            </a:p>
          </p:txBody>
        </p:sp>
        <p:sp>
          <p:nvSpPr>
            <p:cNvPr id="219" name="文本框 218">
              <a:extLst>
                <a:ext uri="{FF2B5EF4-FFF2-40B4-BE49-F238E27FC236}">
                  <a16:creationId xmlns:a16="http://schemas.microsoft.com/office/drawing/2014/main" id="{699EB066-EC6F-4F49-A2C7-0729522B5CEB}"/>
                </a:ext>
              </a:extLst>
            </p:cNvPr>
            <p:cNvSpPr txBox="1"/>
            <p:nvPr/>
          </p:nvSpPr>
          <p:spPr>
            <a:xfrm rot="16589550">
              <a:off x="4516616" y="4451818"/>
              <a:ext cx="644526" cy="369332"/>
            </a:xfrm>
            <a:prstGeom prst="rect">
              <a:avLst/>
            </a:prstGeom>
            <a:noFill/>
          </p:spPr>
          <p:txBody>
            <a:bodyPr wrap="square" rtlCol="0">
              <a:spAutoFit/>
            </a:bodyPr>
            <a:lstStyle/>
            <a:p>
              <a:pPr algn="ctr"/>
              <a:r>
                <a:rPr lang="en-US" altLang="zh-CN" b="1" dirty="0">
                  <a:solidFill>
                    <a:schemeClr val="bg1"/>
                  </a:solidFill>
                </a:rPr>
                <a:t>CTS</a:t>
              </a:r>
              <a:endParaRPr lang="zh-CN" altLang="en-US" b="1" dirty="0">
                <a:solidFill>
                  <a:schemeClr val="bg1"/>
                </a:solidFill>
              </a:endParaRPr>
            </a:p>
          </p:txBody>
        </p:sp>
        <p:cxnSp>
          <p:nvCxnSpPr>
            <p:cNvPr id="220" name="直接箭头连接符 219">
              <a:extLst>
                <a:ext uri="{FF2B5EF4-FFF2-40B4-BE49-F238E27FC236}">
                  <a16:creationId xmlns:a16="http://schemas.microsoft.com/office/drawing/2014/main" id="{B42E3466-3525-44FE-A3AA-207EDADFA442}"/>
                </a:ext>
              </a:extLst>
            </p:cNvPr>
            <p:cNvCxnSpPr>
              <a:cxnSpLocks/>
            </p:cNvCxnSpPr>
            <p:nvPr/>
          </p:nvCxnSpPr>
          <p:spPr>
            <a:xfrm flipV="1">
              <a:off x="4872744" y="3945404"/>
              <a:ext cx="48506" cy="382451"/>
            </a:xfrm>
            <a:prstGeom prst="straightConnector1">
              <a:avLst/>
            </a:prstGeom>
            <a:ln w="38100">
              <a:solidFill>
                <a:schemeClr val="bg1"/>
              </a:solidFill>
              <a:tailEnd type="triangle"/>
            </a:ln>
          </p:spPr>
          <p:style>
            <a:lnRef idx="1">
              <a:schemeClr val="accent1"/>
            </a:lnRef>
            <a:fillRef idx="0">
              <a:schemeClr val="accent1"/>
            </a:fillRef>
            <a:effectRef idx="0">
              <a:schemeClr val="accent1"/>
            </a:effectRef>
            <a:fontRef idx="minor">
              <a:schemeClr val="tx1"/>
            </a:fontRef>
          </p:style>
        </p:cxnSp>
      </p:grpSp>
      <p:grpSp>
        <p:nvGrpSpPr>
          <p:cNvPr id="221" name="组合 220">
            <a:extLst>
              <a:ext uri="{FF2B5EF4-FFF2-40B4-BE49-F238E27FC236}">
                <a16:creationId xmlns:a16="http://schemas.microsoft.com/office/drawing/2014/main" id="{FC7732AA-96C4-422C-9D6D-F019F9E8D0C5}"/>
              </a:ext>
            </a:extLst>
          </p:cNvPr>
          <p:cNvGrpSpPr/>
          <p:nvPr/>
        </p:nvGrpSpPr>
        <p:grpSpPr>
          <a:xfrm>
            <a:off x="5034431" y="3176454"/>
            <a:ext cx="644523" cy="532186"/>
            <a:chOff x="5121057" y="4238813"/>
            <a:chExt cx="644523" cy="532186"/>
          </a:xfrm>
        </p:grpSpPr>
        <p:sp>
          <p:nvSpPr>
            <p:cNvPr id="222" name="文本框 221">
              <a:extLst>
                <a:ext uri="{FF2B5EF4-FFF2-40B4-BE49-F238E27FC236}">
                  <a16:creationId xmlns:a16="http://schemas.microsoft.com/office/drawing/2014/main" id="{B1115B59-7D90-4DB2-898E-8924F2F08D00}"/>
                </a:ext>
              </a:extLst>
            </p:cNvPr>
            <p:cNvSpPr txBox="1"/>
            <p:nvPr/>
          </p:nvSpPr>
          <p:spPr>
            <a:xfrm>
              <a:off x="5121057" y="4238813"/>
              <a:ext cx="644523" cy="369332"/>
            </a:xfrm>
            <a:prstGeom prst="rect">
              <a:avLst/>
            </a:prstGeom>
            <a:noFill/>
          </p:spPr>
          <p:txBody>
            <a:bodyPr wrap="square" rtlCol="0">
              <a:spAutoFit/>
            </a:bodyPr>
            <a:lstStyle/>
            <a:p>
              <a:pPr algn="ctr"/>
              <a:r>
                <a:rPr lang="en-US" altLang="zh-CN" b="1" dirty="0"/>
                <a:t>SIFS</a:t>
              </a:r>
              <a:endParaRPr lang="zh-CN" altLang="en-US" b="1" dirty="0"/>
            </a:p>
          </p:txBody>
        </p:sp>
        <p:cxnSp>
          <p:nvCxnSpPr>
            <p:cNvPr id="223" name="直接连接符 222">
              <a:extLst>
                <a:ext uri="{FF2B5EF4-FFF2-40B4-BE49-F238E27FC236}">
                  <a16:creationId xmlns:a16="http://schemas.microsoft.com/office/drawing/2014/main" id="{0779640C-04A0-47A5-9B85-5765D2E89DCD}"/>
                </a:ext>
              </a:extLst>
            </p:cNvPr>
            <p:cNvCxnSpPr>
              <a:cxnSpLocks/>
            </p:cNvCxnSpPr>
            <p:nvPr/>
          </p:nvCxnSpPr>
          <p:spPr>
            <a:xfrm>
              <a:off x="5152807" y="4368987"/>
              <a:ext cx="0" cy="402012"/>
            </a:xfrm>
            <a:prstGeom prst="line">
              <a:avLst/>
            </a:prstGeom>
            <a:ln w="12700">
              <a:solidFill>
                <a:schemeClr val="tx1"/>
              </a:solidFill>
              <a:tailEnd type="none"/>
            </a:ln>
          </p:spPr>
          <p:style>
            <a:lnRef idx="1">
              <a:schemeClr val="accent1"/>
            </a:lnRef>
            <a:fillRef idx="0">
              <a:schemeClr val="accent1"/>
            </a:fillRef>
            <a:effectRef idx="0">
              <a:schemeClr val="accent1"/>
            </a:effectRef>
            <a:fontRef idx="minor">
              <a:schemeClr val="tx1"/>
            </a:fontRef>
          </p:style>
        </p:cxnSp>
        <p:cxnSp>
          <p:nvCxnSpPr>
            <p:cNvPr id="224" name="直接连接符 223">
              <a:extLst>
                <a:ext uri="{FF2B5EF4-FFF2-40B4-BE49-F238E27FC236}">
                  <a16:creationId xmlns:a16="http://schemas.microsoft.com/office/drawing/2014/main" id="{27EDEAB6-86B6-4681-9AEF-AB6269047401}"/>
                </a:ext>
              </a:extLst>
            </p:cNvPr>
            <p:cNvCxnSpPr>
              <a:cxnSpLocks/>
            </p:cNvCxnSpPr>
            <p:nvPr/>
          </p:nvCxnSpPr>
          <p:spPr>
            <a:xfrm>
              <a:off x="5710293" y="4368987"/>
              <a:ext cx="0" cy="402012"/>
            </a:xfrm>
            <a:prstGeom prst="line">
              <a:avLst/>
            </a:prstGeom>
            <a:ln w="12700">
              <a:solidFill>
                <a:schemeClr val="tx1"/>
              </a:solidFill>
              <a:tailEnd type="none"/>
            </a:ln>
          </p:spPr>
          <p:style>
            <a:lnRef idx="1">
              <a:schemeClr val="accent1"/>
            </a:lnRef>
            <a:fillRef idx="0">
              <a:schemeClr val="accent1"/>
            </a:fillRef>
            <a:effectRef idx="0">
              <a:schemeClr val="accent1"/>
            </a:effectRef>
            <a:fontRef idx="minor">
              <a:schemeClr val="tx1"/>
            </a:fontRef>
          </p:style>
        </p:cxnSp>
        <p:cxnSp>
          <p:nvCxnSpPr>
            <p:cNvPr id="225" name="直接箭头连接符 224">
              <a:extLst>
                <a:ext uri="{FF2B5EF4-FFF2-40B4-BE49-F238E27FC236}">
                  <a16:creationId xmlns:a16="http://schemas.microsoft.com/office/drawing/2014/main" id="{7FF1E40E-2B13-439A-943A-99B912D70CCD}"/>
                </a:ext>
              </a:extLst>
            </p:cNvPr>
            <p:cNvCxnSpPr>
              <a:cxnSpLocks/>
            </p:cNvCxnSpPr>
            <p:nvPr/>
          </p:nvCxnSpPr>
          <p:spPr>
            <a:xfrm>
              <a:off x="5152807" y="4543615"/>
              <a:ext cx="557486" cy="0"/>
            </a:xfrm>
            <a:prstGeom prst="straightConnector1">
              <a:avLst/>
            </a:prstGeom>
            <a:ln w="12700">
              <a:solidFill>
                <a:schemeClr val="tx1"/>
              </a:solidFill>
              <a:headEnd type="triangle"/>
              <a:tailEnd type="triangle"/>
            </a:ln>
          </p:spPr>
          <p:style>
            <a:lnRef idx="1">
              <a:schemeClr val="accent1"/>
            </a:lnRef>
            <a:fillRef idx="0">
              <a:schemeClr val="accent1"/>
            </a:fillRef>
            <a:effectRef idx="0">
              <a:schemeClr val="accent1"/>
            </a:effectRef>
            <a:fontRef idx="minor">
              <a:schemeClr val="tx1"/>
            </a:fontRef>
          </p:style>
        </p:cxnSp>
      </p:grpSp>
      <p:grpSp>
        <p:nvGrpSpPr>
          <p:cNvPr id="226" name="组合 225">
            <a:extLst>
              <a:ext uri="{FF2B5EF4-FFF2-40B4-BE49-F238E27FC236}">
                <a16:creationId xmlns:a16="http://schemas.microsoft.com/office/drawing/2014/main" id="{BE7B3104-7EDA-4A47-BAC1-3BCE8B2444C8}"/>
              </a:ext>
            </a:extLst>
          </p:cNvPr>
          <p:cNvGrpSpPr/>
          <p:nvPr/>
        </p:nvGrpSpPr>
        <p:grpSpPr>
          <a:xfrm>
            <a:off x="6842009" y="4950541"/>
            <a:ext cx="644523" cy="543960"/>
            <a:chOff x="5121057" y="4368987"/>
            <a:chExt cx="644523" cy="543960"/>
          </a:xfrm>
        </p:grpSpPr>
        <p:sp>
          <p:nvSpPr>
            <p:cNvPr id="227" name="文本框 226">
              <a:extLst>
                <a:ext uri="{FF2B5EF4-FFF2-40B4-BE49-F238E27FC236}">
                  <a16:creationId xmlns:a16="http://schemas.microsoft.com/office/drawing/2014/main" id="{F39D4CD9-3F2F-419C-8C3F-9FE135A11DE1}"/>
                </a:ext>
              </a:extLst>
            </p:cNvPr>
            <p:cNvSpPr txBox="1"/>
            <p:nvPr/>
          </p:nvSpPr>
          <p:spPr>
            <a:xfrm>
              <a:off x="5121057" y="4543615"/>
              <a:ext cx="644523" cy="369332"/>
            </a:xfrm>
            <a:prstGeom prst="rect">
              <a:avLst/>
            </a:prstGeom>
            <a:noFill/>
          </p:spPr>
          <p:txBody>
            <a:bodyPr wrap="square" rtlCol="0">
              <a:spAutoFit/>
            </a:bodyPr>
            <a:lstStyle/>
            <a:p>
              <a:pPr algn="ctr"/>
              <a:r>
                <a:rPr lang="en-US" altLang="zh-CN" b="1" dirty="0"/>
                <a:t>SIFS</a:t>
              </a:r>
              <a:endParaRPr lang="zh-CN" altLang="en-US" b="1" dirty="0"/>
            </a:p>
          </p:txBody>
        </p:sp>
        <p:cxnSp>
          <p:nvCxnSpPr>
            <p:cNvPr id="228" name="直接连接符 227">
              <a:extLst>
                <a:ext uri="{FF2B5EF4-FFF2-40B4-BE49-F238E27FC236}">
                  <a16:creationId xmlns:a16="http://schemas.microsoft.com/office/drawing/2014/main" id="{E6DC4C0C-3EF7-4A39-A871-2379F43DDEB9}"/>
                </a:ext>
              </a:extLst>
            </p:cNvPr>
            <p:cNvCxnSpPr>
              <a:cxnSpLocks/>
            </p:cNvCxnSpPr>
            <p:nvPr/>
          </p:nvCxnSpPr>
          <p:spPr>
            <a:xfrm>
              <a:off x="5152807" y="4368987"/>
              <a:ext cx="0" cy="402012"/>
            </a:xfrm>
            <a:prstGeom prst="line">
              <a:avLst/>
            </a:prstGeom>
            <a:ln w="12700">
              <a:solidFill>
                <a:schemeClr val="tx1"/>
              </a:solidFill>
              <a:tailEnd type="none"/>
            </a:ln>
          </p:spPr>
          <p:style>
            <a:lnRef idx="1">
              <a:schemeClr val="accent1"/>
            </a:lnRef>
            <a:fillRef idx="0">
              <a:schemeClr val="accent1"/>
            </a:fillRef>
            <a:effectRef idx="0">
              <a:schemeClr val="accent1"/>
            </a:effectRef>
            <a:fontRef idx="minor">
              <a:schemeClr val="tx1"/>
            </a:fontRef>
          </p:style>
        </p:cxnSp>
        <p:cxnSp>
          <p:nvCxnSpPr>
            <p:cNvPr id="229" name="直接连接符 228">
              <a:extLst>
                <a:ext uri="{FF2B5EF4-FFF2-40B4-BE49-F238E27FC236}">
                  <a16:creationId xmlns:a16="http://schemas.microsoft.com/office/drawing/2014/main" id="{73533F96-3BDD-4753-9EED-1A08E604B1B0}"/>
                </a:ext>
              </a:extLst>
            </p:cNvPr>
            <p:cNvCxnSpPr>
              <a:cxnSpLocks/>
            </p:cNvCxnSpPr>
            <p:nvPr/>
          </p:nvCxnSpPr>
          <p:spPr>
            <a:xfrm>
              <a:off x="5710293" y="4368987"/>
              <a:ext cx="0" cy="402012"/>
            </a:xfrm>
            <a:prstGeom prst="line">
              <a:avLst/>
            </a:prstGeom>
            <a:ln w="12700">
              <a:solidFill>
                <a:schemeClr val="tx1"/>
              </a:solidFill>
              <a:tailEnd type="none"/>
            </a:ln>
          </p:spPr>
          <p:style>
            <a:lnRef idx="1">
              <a:schemeClr val="accent1"/>
            </a:lnRef>
            <a:fillRef idx="0">
              <a:schemeClr val="accent1"/>
            </a:fillRef>
            <a:effectRef idx="0">
              <a:schemeClr val="accent1"/>
            </a:effectRef>
            <a:fontRef idx="minor">
              <a:schemeClr val="tx1"/>
            </a:fontRef>
          </p:style>
        </p:cxnSp>
        <p:cxnSp>
          <p:nvCxnSpPr>
            <p:cNvPr id="230" name="直接箭头连接符 229">
              <a:extLst>
                <a:ext uri="{FF2B5EF4-FFF2-40B4-BE49-F238E27FC236}">
                  <a16:creationId xmlns:a16="http://schemas.microsoft.com/office/drawing/2014/main" id="{ED3BD2B5-2D7F-420B-9849-C0DB15050827}"/>
                </a:ext>
              </a:extLst>
            </p:cNvPr>
            <p:cNvCxnSpPr>
              <a:cxnSpLocks/>
            </p:cNvCxnSpPr>
            <p:nvPr/>
          </p:nvCxnSpPr>
          <p:spPr>
            <a:xfrm>
              <a:off x="5152807" y="4543615"/>
              <a:ext cx="557486" cy="0"/>
            </a:xfrm>
            <a:prstGeom prst="straightConnector1">
              <a:avLst/>
            </a:prstGeom>
            <a:ln w="12700">
              <a:solidFill>
                <a:schemeClr val="tx1"/>
              </a:solidFill>
              <a:headEnd type="triangle"/>
              <a:tailEnd type="triangle"/>
            </a:ln>
          </p:spPr>
          <p:style>
            <a:lnRef idx="1">
              <a:schemeClr val="accent1"/>
            </a:lnRef>
            <a:fillRef idx="0">
              <a:schemeClr val="accent1"/>
            </a:fillRef>
            <a:effectRef idx="0">
              <a:schemeClr val="accent1"/>
            </a:effectRef>
            <a:fontRef idx="minor">
              <a:schemeClr val="tx1"/>
            </a:fontRef>
          </p:style>
        </p:cxnSp>
      </p:grpSp>
      <p:grpSp>
        <p:nvGrpSpPr>
          <p:cNvPr id="231" name="组合 230">
            <a:extLst>
              <a:ext uri="{FF2B5EF4-FFF2-40B4-BE49-F238E27FC236}">
                <a16:creationId xmlns:a16="http://schemas.microsoft.com/office/drawing/2014/main" id="{6314FE5E-8FD6-4139-B007-AEF6270A0629}"/>
              </a:ext>
            </a:extLst>
          </p:cNvPr>
          <p:cNvGrpSpPr/>
          <p:nvPr/>
        </p:nvGrpSpPr>
        <p:grpSpPr>
          <a:xfrm>
            <a:off x="5622810" y="3705787"/>
            <a:ext cx="1250949" cy="1245704"/>
            <a:chOff x="3901858" y="3124233"/>
            <a:chExt cx="1250949" cy="1245704"/>
          </a:xfrm>
        </p:grpSpPr>
        <p:sp>
          <p:nvSpPr>
            <p:cNvPr id="232" name="平行四边形 231">
              <a:extLst>
                <a:ext uri="{FF2B5EF4-FFF2-40B4-BE49-F238E27FC236}">
                  <a16:creationId xmlns:a16="http://schemas.microsoft.com/office/drawing/2014/main" id="{84E5EE81-F4BC-4303-A2F7-4132AE0F978D}"/>
                </a:ext>
              </a:extLst>
            </p:cNvPr>
            <p:cNvSpPr/>
            <p:nvPr/>
          </p:nvSpPr>
          <p:spPr>
            <a:xfrm flipH="1">
              <a:off x="3901858" y="3124233"/>
              <a:ext cx="1250949" cy="1245704"/>
            </a:xfrm>
            <a:prstGeom prst="parallelogram">
              <a:avLst/>
            </a:prstGeom>
            <a:solidFill>
              <a:schemeClr val="accent3"/>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b="1" dirty="0">
                <a:latin typeface="宋体" panose="02010600030101010101" pitchFamily="2" charset="-122"/>
                <a:ea typeface="宋体" panose="02010600030101010101" pitchFamily="2" charset="-122"/>
              </a:endParaRPr>
            </a:p>
          </p:txBody>
        </p:sp>
        <p:sp>
          <p:nvSpPr>
            <p:cNvPr id="233" name="文本框 232">
              <a:extLst>
                <a:ext uri="{FF2B5EF4-FFF2-40B4-BE49-F238E27FC236}">
                  <a16:creationId xmlns:a16="http://schemas.microsoft.com/office/drawing/2014/main" id="{9D512235-9D87-4707-944E-0A0B18D77C21}"/>
                </a:ext>
              </a:extLst>
            </p:cNvPr>
            <p:cNvSpPr txBox="1"/>
            <p:nvPr/>
          </p:nvSpPr>
          <p:spPr>
            <a:xfrm>
              <a:off x="4036794" y="3241201"/>
              <a:ext cx="981076" cy="646331"/>
            </a:xfrm>
            <a:prstGeom prst="rect">
              <a:avLst/>
            </a:prstGeom>
            <a:noFill/>
          </p:spPr>
          <p:txBody>
            <a:bodyPr wrap="square" rtlCol="0">
              <a:spAutoFit/>
            </a:bodyPr>
            <a:lstStyle/>
            <a:p>
              <a:pPr algn="ctr"/>
              <a:r>
                <a:rPr lang="zh-CN" altLang="en-US" b="1" dirty="0">
                  <a:solidFill>
                    <a:schemeClr val="bg1"/>
                  </a:solidFill>
                </a:rPr>
                <a:t>第</a:t>
              </a:r>
              <a:r>
                <a:rPr lang="en-US" altLang="zh-CN" b="1" dirty="0">
                  <a:solidFill>
                    <a:schemeClr val="bg1"/>
                  </a:solidFill>
                </a:rPr>
                <a:t>1</a:t>
              </a:r>
              <a:r>
                <a:rPr lang="zh-CN" altLang="en-US" b="1" dirty="0">
                  <a:solidFill>
                    <a:schemeClr val="bg1"/>
                  </a:solidFill>
                </a:rPr>
                <a:t>个</a:t>
              </a:r>
              <a:endParaRPr lang="en-US" altLang="zh-CN" b="1" dirty="0">
                <a:solidFill>
                  <a:schemeClr val="bg1"/>
                </a:solidFill>
              </a:endParaRPr>
            </a:p>
            <a:p>
              <a:pPr algn="ctr"/>
              <a:r>
                <a:rPr lang="zh-CN" altLang="en-US" b="1" dirty="0">
                  <a:solidFill>
                    <a:schemeClr val="bg1"/>
                  </a:solidFill>
                </a:rPr>
                <a:t>数据帧</a:t>
              </a:r>
            </a:p>
          </p:txBody>
        </p:sp>
        <p:cxnSp>
          <p:nvCxnSpPr>
            <p:cNvPr id="234" name="直接箭头连接符 233">
              <a:extLst>
                <a:ext uri="{FF2B5EF4-FFF2-40B4-BE49-F238E27FC236}">
                  <a16:creationId xmlns:a16="http://schemas.microsoft.com/office/drawing/2014/main" id="{A64AF148-73BB-4D35-BB2B-6315C1688278}"/>
                </a:ext>
              </a:extLst>
            </p:cNvPr>
            <p:cNvCxnSpPr/>
            <p:nvPr/>
          </p:nvCxnSpPr>
          <p:spPr>
            <a:xfrm>
              <a:off x="4565842" y="3880823"/>
              <a:ext cx="85308" cy="345801"/>
            </a:xfrm>
            <a:prstGeom prst="straightConnector1">
              <a:avLst/>
            </a:prstGeom>
            <a:ln w="38100">
              <a:solidFill>
                <a:schemeClr val="bg1"/>
              </a:solidFill>
              <a:tailEnd type="triangle"/>
            </a:ln>
          </p:spPr>
          <p:style>
            <a:lnRef idx="1">
              <a:schemeClr val="accent1"/>
            </a:lnRef>
            <a:fillRef idx="0">
              <a:schemeClr val="accent1"/>
            </a:fillRef>
            <a:effectRef idx="0">
              <a:schemeClr val="accent1"/>
            </a:effectRef>
            <a:fontRef idx="minor">
              <a:schemeClr val="tx1"/>
            </a:fontRef>
          </p:style>
        </p:cxnSp>
      </p:grpSp>
      <p:grpSp>
        <p:nvGrpSpPr>
          <p:cNvPr id="235" name="组合 234">
            <a:extLst>
              <a:ext uri="{FF2B5EF4-FFF2-40B4-BE49-F238E27FC236}">
                <a16:creationId xmlns:a16="http://schemas.microsoft.com/office/drawing/2014/main" id="{D4722DFC-D81B-47DE-AF57-7507B94D7D5C}"/>
              </a:ext>
            </a:extLst>
          </p:cNvPr>
          <p:cNvGrpSpPr/>
          <p:nvPr/>
        </p:nvGrpSpPr>
        <p:grpSpPr>
          <a:xfrm>
            <a:off x="7431245" y="3705787"/>
            <a:ext cx="644526" cy="1249899"/>
            <a:chOff x="5710293" y="3124233"/>
            <a:chExt cx="644526" cy="1249899"/>
          </a:xfrm>
        </p:grpSpPr>
        <p:sp>
          <p:nvSpPr>
            <p:cNvPr id="236" name="平行四边形 235">
              <a:extLst>
                <a:ext uri="{FF2B5EF4-FFF2-40B4-BE49-F238E27FC236}">
                  <a16:creationId xmlns:a16="http://schemas.microsoft.com/office/drawing/2014/main" id="{549A7781-F5B6-45F3-B836-9B948E558CFA}"/>
                </a:ext>
              </a:extLst>
            </p:cNvPr>
            <p:cNvSpPr/>
            <p:nvPr/>
          </p:nvSpPr>
          <p:spPr>
            <a:xfrm>
              <a:off x="5710293" y="3124233"/>
              <a:ext cx="644526" cy="1245704"/>
            </a:xfrm>
            <a:prstGeom prst="parallelogram">
              <a:avLst>
                <a:gd name="adj" fmla="val 46023"/>
              </a:avLst>
            </a:prstGeom>
            <a:solidFill>
              <a:schemeClr val="accent5"/>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237" name="文本框 236">
              <a:extLst>
                <a:ext uri="{FF2B5EF4-FFF2-40B4-BE49-F238E27FC236}">
                  <a16:creationId xmlns:a16="http://schemas.microsoft.com/office/drawing/2014/main" id="{EE65319E-07AC-4EE4-9010-4FEF1A381329}"/>
                </a:ext>
              </a:extLst>
            </p:cNvPr>
            <p:cNvSpPr txBox="1"/>
            <p:nvPr/>
          </p:nvSpPr>
          <p:spPr>
            <a:xfrm rot="16963893">
              <a:off x="5653799" y="3893704"/>
              <a:ext cx="591525" cy="369332"/>
            </a:xfrm>
            <a:prstGeom prst="rect">
              <a:avLst/>
            </a:prstGeom>
            <a:noFill/>
          </p:spPr>
          <p:txBody>
            <a:bodyPr wrap="square" rtlCol="0">
              <a:spAutoFit/>
            </a:bodyPr>
            <a:lstStyle/>
            <a:p>
              <a:pPr algn="ctr"/>
              <a:r>
                <a:rPr lang="en-US" altLang="zh-CN" b="1" dirty="0">
                  <a:solidFill>
                    <a:schemeClr val="bg1"/>
                  </a:solidFill>
                </a:rPr>
                <a:t>ACK</a:t>
              </a:r>
              <a:endParaRPr lang="zh-CN" altLang="en-US" b="1" dirty="0">
                <a:solidFill>
                  <a:schemeClr val="bg1"/>
                </a:solidFill>
              </a:endParaRPr>
            </a:p>
          </p:txBody>
        </p:sp>
        <p:cxnSp>
          <p:nvCxnSpPr>
            <p:cNvPr id="238" name="直接箭头连接符 237">
              <a:extLst>
                <a:ext uri="{FF2B5EF4-FFF2-40B4-BE49-F238E27FC236}">
                  <a16:creationId xmlns:a16="http://schemas.microsoft.com/office/drawing/2014/main" id="{8AAFCFC7-9FE2-41CF-97BD-7048557C6519}"/>
                </a:ext>
              </a:extLst>
            </p:cNvPr>
            <p:cNvCxnSpPr>
              <a:cxnSpLocks/>
            </p:cNvCxnSpPr>
            <p:nvPr/>
          </p:nvCxnSpPr>
          <p:spPr>
            <a:xfrm flipV="1">
              <a:off x="6032556" y="3355319"/>
              <a:ext cx="104500" cy="410278"/>
            </a:xfrm>
            <a:prstGeom prst="straightConnector1">
              <a:avLst/>
            </a:prstGeom>
            <a:ln w="38100">
              <a:solidFill>
                <a:schemeClr val="bg1"/>
              </a:solidFill>
              <a:tailEnd type="triangle"/>
            </a:ln>
          </p:spPr>
          <p:style>
            <a:lnRef idx="1">
              <a:schemeClr val="accent1"/>
            </a:lnRef>
            <a:fillRef idx="0">
              <a:schemeClr val="accent1"/>
            </a:fillRef>
            <a:effectRef idx="0">
              <a:schemeClr val="accent1"/>
            </a:effectRef>
            <a:fontRef idx="minor">
              <a:schemeClr val="tx1"/>
            </a:fontRef>
          </p:style>
        </p:cxnSp>
      </p:grpSp>
      <p:cxnSp>
        <p:nvCxnSpPr>
          <p:cNvPr id="240" name="直接连接符 239">
            <a:extLst>
              <a:ext uri="{FF2B5EF4-FFF2-40B4-BE49-F238E27FC236}">
                <a16:creationId xmlns:a16="http://schemas.microsoft.com/office/drawing/2014/main" id="{EA729708-6C08-4B53-9EC5-CF35282576CF}"/>
              </a:ext>
            </a:extLst>
          </p:cNvPr>
          <p:cNvCxnSpPr>
            <a:cxnSpLocks/>
          </p:cNvCxnSpPr>
          <p:nvPr/>
        </p:nvCxnSpPr>
        <p:spPr>
          <a:xfrm>
            <a:off x="5064536" y="3704375"/>
            <a:ext cx="0" cy="2490458"/>
          </a:xfrm>
          <a:prstGeom prst="line">
            <a:avLst/>
          </a:prstGeom>
          <a:ln w="12700">
            <a:solidFill>
              <a:schemeClr val="tx1"/>
            </a:solidFill>
            <a:prstDash val="dash"/>
            <a:tailEnd type="none"/>
          </a:ln>
        </p:spPr>
        <p:style>
          <a:lnRef idx="1">
            <a:schemeClr val="accent1"/>
          </a:lnRef>
          <a:fillRef idx="0">
            <a:schemeClr val="accent1"/>
          </a:fillRef>
          <a:effectRef idx="0">
            <a:schemeClr val="accent1"/>
          </a:effectRef>
          <a:fontRef idx="minor">
            <a:schemeClr val="tx1"/>
          </a:fontRef>
        </p:style>
      </p:cxnSp>
      <p:cxnSp>
        <p:nvCxnSpPr>
          <p:cNvPr id="241" name="直接连接符 240">
            <a:extLst>
              <a:ext uri="{FF2B5EF4-FFF2-40B4-BE49-F238E27FC236}">
                <a16:creationId xmlns:a16="http://schemas.microsoft.com/office/drawing/2014/main" id="{B11D70C1-2C8A-4F64-9960-308B01A6CDDA}"/>
              </a:ext>
            </a:extLst>
          </p:cNvPr>
          <p:cNvCxnSpPr>
            <a:cxnSpLocks/>
          </p:cNvCxnSpPr>
          <p:nvPr/>
        </p:nvCxnSpPr>
        <p:spPr>
          <a:xfrm>
            <a:off x="8086456" y="3704375"/>
            <a:ext cx="0" cy="2490458"/>
          </a:xfrm>
          <a:prstGeom prst="line">
            <a:avLst/>
          </a:prstGeom>
          <a:ln w="12700">
            <a:solidFill>
              <a:schemeClr val="tx1"/>
            </a:solidFill>
            <a:prstDash val="dash"/>
            <a:tailEnd type="none"/>
          </a:ln>
        </p:spPr>
        <p:style>
          <a:lnRef idx="1">
            <a:schemeClr val="accent1"/>
          </a:lnRef>
          <a:fillRef idx="0">
            <a:schemeClr val="accent1"/>
          </a:fillRef>
          <a:effectRef idx="0">
            <a:schemeClr val="accent1"/>
          </a:effectRef>
          <a:fontRef idx="minor">
            <a:schemeClr val="tx1"/>
          </a:fontRef>
        </p:style>
      </p:cxnSp>
      <p:sp>
        <p:nvSpPr>
          <p:cNvPr id="242" name="矩形 241">
            <a:extLst>
              <a:ext uri="{FF2B5EF4-FFF2-40B4-BE49-F238E27FC236}">
                <a16:creationId xmlns:a16="http://schemas.microsoft.com/office/drawing/2014/main" id="{7DDE5D54-EAC8-4144-A136-0CCBA22D3283}"/>
              </a:ext>
            </a:extLst>
          </p:cNvPr>
          <p:cNvSpPr/>
          <p:nvPr/>
        </p:nvSpPr>
        <p:spPr>
          <a:xfrm>
            <a:off x="5064533" y="5793773"/>
            <a:ext cx="3021922" cy="400110"/>
          </a:xfrm>
          <a:prstGeom prst="rect">
            <a:avLst/>
          </a:prstGeom>
          <a:solidFill>
            <a:schemeClr val="accent2"/>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CN" b="1" dirty="0"/>
              <a:t>NAV</a:t>
            </a:r>
            <a:r>
              <a:rPr lang="zh-CN" altLang="en-US" b="1" dirty="0"/>
              <a:t>（信道忙）</a:t>
            </a:r>
          </a:p>
        </p:txBody>
      </p:sp>
      <p:grpSp>
        <p:nvGrpSpPr>
          <p:cNvPr id="12" name="组合 11">
            <a:extLst>
              <a:ext uri="{FF2B5EF4-FFF2-40B4-BE49-F238E27FC236}">
                <a16:creationId xmlns:a16="http://schemas.microsoft.com/office/drawing/2014/main" id="{D1B13171-4DB4-4ABE-9F00-CDC2F61B2CA8}"/>
              </a:ext>
            </a:extLst>
          </p:cNvPr>
          <p:cNvGrpSpPr/>
          <p:nvPr/>
        </p:nvGrpSpPr>
        <p:grpSpPr>
          <a:xfrm>
            <a:off x="1725990" y="1630832"/>
            <a:ext cx="7261403" cy="2161355"/>
            <a:chOff x="1725990" y="1630832"/>
            <a:chExt cx="7261403" cy="2161355"/>
          </a:xfrm>
        </p:grpSpPr>
        <p:sp>
          <p:nvSpPr>
            <p:cNvPr id="67" name="矩形 66">
              <a:extLst>
                <a:ext uri="{FF2B5EF4-FFF2-40B4-BE49-F238E27FC236}">
                  <a16:creationId xmlns:a16="http://schemas.microsoft.com/office/drawing/2014/main" id="{F9E06984-6669-4F03-B2BC-04DFC160F92B}"/>
                </a:ext>
              </a:extLst>
            </p:cNvPr>
            <p:cNvSpPr/>
            <p:nvPr/>
          </p:nvSpPr>
          <p:spPr>
            <a:xfrm>
              <a:off x="1725990" y="1630832"/>
              <a:ext cx="7261403" cy="1266356"/>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nSpc>
                  <a:spcPct val="150000"/>
                </a:lnSpc>
              </a:pPr>
              <a:endParaRPr lang="en-US" altLang="zh-CN" b="1" dirty="0"/>
            </a:p>
          </p:txBody>
        </p:sp>
        <p:cxnSp>
          <p:nvCxnSpPr>
            <p:cNvPr id="7" name="直接箭头连接符 6">
              <a:extLst>
                <a:ext uri="{FF2B5EF4-FFF2-40B4-BE49-F238E27FC236}">
                  <a16:creationId xmlns:a16="http://schemas.microsoft.com/office/drawing/2014/main" id="{E7566BC7-D6C5-4306-ACCB-B2063CACF023}"/>
                </a:ext>
              </a:extLst>
            </p:cNvPr>
            <p:cNvCxnSpPr>
              <a:cxnSpLocks/>
            </p:cNvCxnSpPr>
            <p:nvPr/>
          </p:nvCxnSpPr>
          <p:spPr>
            <a:xfrm>
              <a:off x="3863723" y="2888803"/>
              <a:ext cx="0" cy="903384"/>
            </a:xfrm>
            <a:prstGeom prst="straightConnector1">
              <a:avLst/>
            </a:prstGeom>
            <a:ln w="25400">
              <a:solidFill>
                <a:schemeClr val="accent1">
                  <a:lumMod val="75000"/>
                </a:schemeClr>
              </a:solidFill>
              <a:tailEnd type="triangle"/>
            </a:ln>
          </p:spPr>
          <p:style>
            <a:lnRef idx="1">
              <a:schemeClr val="accent1"/>
            </a:lnRef>
            <a:fillRef idx="0">
              <a:schemeClr val="accent1"/>
            </a:fillRef>
            <a:effectRef idx="0">
              <a:schemeClr val="accent1"/>
            </a:effectRef>
            <a:fontRef idx="minor">
              <a:schemeClr val="tx1"/>
            </a:fontRef>
          </p:style>
        </p:cxnSp>
        <p:cxnSp>
          <p:nvCxnSpPr>
            <p:cNvPr id="74" name="直接箭头连接符 73">
              <a:extLst>
                <a:ext uri="{FF2B5EF4-FFF2-40B4-BE49-F238E27FC236}">
                  <a16:creationId xmlns:a16="http://schemas.microsoft.com/office/drawing/2014/main" id="{EA0AF7BA-FB8B-44C8-AE26-46045B948723}"/>
                </a:ext>
              </a:extLst>
            </p:cNvPr>
            <p:cNvCxnSpPr>
              <a:cxnSpLocks/>
            </p:cNvCxnSpPr>
            <p:nvPr/>
          </p:nvCxnSpPr>
          <p:spPr>
            <a:xfrm>
              <a:off x="4927560" y="2888803"/>
              <a:ext cx="0" cy="903384"/>
            </a:xfrm>
            <a:prstGeom prst="straightConnector1">
              <a:avLst/>
            </a:prstGeom>
            <a:ln w="25400">
              <a:solidFill>
                <a:schemeClr val="accent1">
                  <a:lumMod val="75000"/>
                </a:schemeClr>
              </a:solidFill>
              <a:tailEnd type="triangle"/>
            </a:ln>
          </p:spPr>
          <p:style>
            <a:lnRef idx="1">
              <a:schemeClr val="accent1"/>
            </a:lnRef>
            <a:fillRef idx="0">
              <a:schemeClr val="accent1"/>
            </a:fillRef>
            <a:effectRef idx="0">
              <a:schemeClr val="accent1"/>
            </a:effectRef>
            <a:fontRef idx="minor">
              <a:schemeClr val="tx1"/>
            </a:fontRef>
          </p:style>
        </p:cxnSp>
        <p:cxnSp>
          <p:nvCxnSpPr>
            <p:cNvPr id="75" name="直接箭头连接符 74">
              <a:extLst>
                <a:ext uri="{FF2B5EF4-FFF2-40B4-BE49-F238E27FC236}">
                  <a16:creationId xmlns:a16="http://schemas.microsoft.com/office/drawing/2014/main" id="{F5ABE0B7-44B2-43D9-84BF-BF766A822CE4}"/>
                </a:ext>
              </a:extLst>
            </p:cNvPr>
            <p:cNvCxnSpPr>
              <a:cxnSpLocks/>
            </p:cNvCxnSpPr>
            <p:nvPr/>
          </p:nvCxnSpPr>
          <p:spPr>
            <a:xfrm>
              <a:off x="6193316" y="2888803"/>
              <a:ext cx="0" cy="903384"/>
            </a:xfrm>
            <a:prstGeom prst="straightConnector1">
              <a:avLst/>
            </a:prstGeom>
            <a:ln w="25400">
              <a:solidFill>
                <a:schemeClr val="accent1">
                  <a:lumMod val="75000"/>
                </a:schemeClr>
              </a:solidFill>
              <a:tailEnd type="triangle"/>
            </a:ln>
          </p:spPr>
          <p:style>
            <a:lnRef idx="1">
              <a:schemeClr val="accent1"/>
            </a:lnRef>
            <a:fillRef idx="0">
              <a:schemeClr val="accent1"/>
            </a:fillRef>
            <a:effectRef idx="0">
              <a:schemeClr val="accent1"/>
            </a:effectRef>
            <a:fontRef idx="minor">
              <a:schemeClr val="tx1"/>
            </a:fontRef>
          </p:style>
        </p:cxnSp>
      </p:grpSp>
      <p:sp>
        <p:nvSpPr>
          <p:cNvPr id="64" name="文本框 63">
            <a:extLst>
              <a:ext uri="{FF2B5EF4-FFF2-40B4-BE49-F238E27FC236}">
                <a16:creationId xmlns:a16="http://schemas.microsoft.com/office/drawing/2014/main" id="{C1E08203-A2AD-4FBE-B865-388C4DCA7773}"/>
              </a:ext>
            </a:extLst>
          </p:cNvPr>
          <p:cNvSpPr txBox="1"/>
          <p:nvPr/>
        </p:nvSpPr>
        <p:spPr>
          <a:xfrm>
            <a:off x="1725989" y="1585112"/>
            <a:ext cx="7261401" cy="1289135"/>
          </a:xfrm>
          <a:prstGeom prst="rect">
            <a:avLst/>
          </a:prstGeom>
          <a:noFill/>
        </p:spPr>
        <p:txBody>
          <a:bodyPr wrap="square">
            <a:spAutoFit/>
          </a:bodyPr>
          <a:lstStyle/>
          <a:p>
            <a:pPr>
              <a:lnSpc>
                <a:spcPct val="150000"/>
              </a:lnSpc>
            </a:pPr>
            <a:r>
              <a:rPr lang="zh-CN" altLang="en-US" b="1" dirty="0">
                <a:solidFill>
                  <a:schemeClr val="bg1"/>
                </a:solidFill>
              </a:rPr>
              <a:t>利用虚拟载波监听机制，站点只要监听到数据帧、</a:t>
            </a:r>
            <a:r>
              <a:rPr lang="en-US" altLang="zh-CN" b="1" dirty="0">
                <a:solidFill>
                  <a:schemeClr val="bg1"/>
                </a:solidFill>
              </a:rPr>
              <a:t>RTS</a:t>
            </a:r>
            <a:r>
              <a:rPr lang="zh-CN" altLang="en-US" b="1" dirty="0">
                <a:solidFill>
                  <a:schemeClr val="bg1"/>
                </a:solidFill>
              </a:rPr>
              <a:t>帧或</a:t>
            </a:r>
            <a:r>
              <a:rPr lang="en-US" altLang="zh-CN" b="1" dirty="0">
                <a:solidFill>
                  <a:schemeClr val="bg1"/>
                </a:solidFill>
              </a:rPr>
              <a:t>CTS</a:t>
            </a:r>
            <a:r>
              <a:rPr lang="zh-CN" altLang="en-US" b="1" dirty="0">
                <a:solidFill>
                  <a:schemeClr val="bg1"/>
                </a:solidFill>
              </a:rPr>
              <a:t>帧中的任何一个，就能知道信道将被占用的持续时间，而不需要真正监听到信道上的信号，因此虚拟载波监听机制能减少隐蔽站带来的碰撞问题。</a:t>
            </a:r>
            <a:endParaRPr lang="en-US" altLang="zh-CN" b="1" dirty="0">
              <a:solidFill>
                <a:schemeClr val="bg1"/>
              </a:solidFill>
            </a:endParaRPr>
          </a:p>
        </p:txBody>
      </p:sp>
      <p:sp>
        <p:nvSpPr>
          <p:cNvPr id="65" name="平行四边形 64">
            <a:extLst>
              <a:ext uri="{FF2B5EF4-FFF2-40B4-BE49-F238E27FC236}">
                <a16:creationId xmlns:a16="http://schemas.microsoft.com/office/drawing/2014/main" id="{939648DD-E3FD-DACB-1C10-78B92EE9C942}"/>
              </a:ext>
            </a:extLst>
          </p:cNvPr>
          <p:cNvSpPr/>
          <p:nvPr/>
        </p:nvSpPr>
        <p:spPr>
          <a:xfrm>
            <a:off x="304799" y="749300"/>
            <a:ext cx="691019" cy="387090"/>
          </a:xfrm>
          <a:prstGeom prst="parallelogram">
            <a:avLst/>
          </a:prstGeom>
          <a:solidFill>
            <a:schemeClr val="accent3">
              <a:lumMod val="75000"/>
            </a:schemeClr>
          </a:solidFill>
          <a:ln>
            <a:solidFill>
              <a:schemeClr val="accent3">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CN" sz="2200" dirty="0">
                <a:latin typeface="Impact" panose="020B0806030902050204" pitchFamily="34" charset="0"/>
              </a:rPr>
              <a:t>04</a:t>
            </a:r>
            <a:endParaRPr lang="zh-CN" altLang="en-US" sz="2200" dirty="0">
              <a:latin typeface="Impact" panose="020B0806030902050204" pitchFamily="34" charset="0"/>
            </a:endParaRPr>
          </a:p>
        </p:txBody>
      </p:sp>
    </p:spTree>
    <p:custDataLst>
      <p:tags r:id="rId1"/>
    </p:custDataLst>
    <p:extLst>
      <p:ext uri="{BB962C8B-B14F-4D97-AF65-F5344CB8AC3E}">
        <p14:creationId xmlns:p14="http://schemas.microsoft.com/office/powerpoint/2010/main" val="373267197"/>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 presetClass="entr" presetSubtype="0" fill="hold" grpId="0" nodeType="withEffect">
                                  <p:stCondLst>
                                    <p:cond delay="0"/>
                                  </p:stCondLst>
                                  <p:iterate type="lt">
                                    <p:tmAbs val="100"/>
                                  </p:iterate>
                                  <p:childTnLst>
                                    <p:set>
                                      <p:cBhvr>
                                        <p:cTn id="6" dur="1" fill="hold">
                                          <p:stCondLst>
                                            <p:cond delay="0"/>
                                          </p:stCondLst>
                                        </p:cTn>
                                        <p:tgtEl>
                                          <p:spTgt spid="64"/>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64" grpId="0"/>
    </p:bldLst>
  </p:timing>
</p:sld>
</file>

<file path=ppt/slides/slide56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标注: 右箭头 4">
            <a:extLst>
              <a:ext uri="{FF2B5EF4-FFF2-40B4-BE49-F238E27FC236}">
                <a16:creationId xmlns:a16="http://schemas.microsoft.com/office/drawing/2014/main" id="{7C6217C6-A161-4FB0-97AB-1F1B884F06E0}"/>
              </a:ext>
            </a:extLst>
          </p:cNvPr>
          <p:cNvSpPr/>
          <p:nvPr/>
        </p:nvSpPr>
        <p:spPr>
          <a:xfrm>
            <a:off x="4804168" y="4170692"/>
            <a:ext cx="736600" cy="241300"/>
          </a:xfrm>
          <a:prstGeom prst="rightArrowCallout">
            <a:avLst>
              <a:gd name="adj1" fmla="val 25000"/>
              <a:gd name="adj2" fmla="val 25000"/>
              <a:gd name="adj3" fmla="val 25000"/>
              <a:gd name="adj4" fmla="val 82394"/>
            </a:avLst>
          </a:prstGeom>
          <a:solidFill>
            <a:schemeClr val="accent6">
              <a:lumMod val="75000"/>
            </a:schemeClr>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CN" b="1" dirty="0"/>
              <a:t>RTS</a:t>
            </a:r>
            <a:endParaRPr lang="zh-CN" altLang="en-US" b="1" dirty="0"/>
          </a:p>
        </p:txBody>
      </p:sp>
      <p:sp>
        <p:nvSpPr>
          <p:cNvPr id="108" name="标注: 右箭头 107">
            <a:extLst>
              <a:ext uri="{FF2B5EF4-FFF2-40B4-BE49-F238E27FC236}">
                <a16:creationId xmlns:a16="http://schemas.microsoft.com/office/drawing/2014/main" id="{C0F81583-A3BF-4455-9E31-0E1B608CBF22}"/>
              </a:ext>
            </a:extLst>
          </p:cNvPr>
          <p:cNvSpPr/>
          <p:nvPr/>
        </p:nvSpPr>
        <p:spPr>
          <a:xfrm rot="5400000">
            <a:off x="4216523" y="4959093"/>
            <a:ext cx="736600" cy="241300"/>
          </a:xfrm>
          <a:prstGeom prst="rightArrowCallout">
            <a:avLst>
              <a:gd name="adj1" fmla="val 25000"/>
              <a:gd name="adj2" fmla="val 25000"/>
              <a:gd name="adj3" fmla="val 25000"/>
              <a:gd name="adj4" fmla="val 82394"/>
            </a:avLst>
          </a:prstGeom>
          <a:solidFill>
            <a:schemeClr val="accent6">
              <a:lumMod val="75000"/>
            </a:schemeClr>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CN" b="1" dirty="0"/>
              <a:t>RTS</a:t>
            </a:r>
            <a:endParaRPr lang="zh-CN" altLang="en-US" b="1" dirty="0"/>
          </a:p>
        </p:txBody>
      </p:sp>
      <p:sp>
        <p:nvSpPr>
          <p:cNvPr id="110" name="标注: 右箭头 109">
            <a:extLst>
              <a:ext uri="{FF2B5EF4-FFF2-40B4-BE49-F238E27FC236}">
                <a16:creationId xmlns:a16="http://schemas.microsoft.com/office/drawing/2014/main" id="{45383B48-63F0-4531-99AA-5AA40F42548A}"/>
              </a:ext>
            </a:extLst>
          </p:cNvPr>
          <p:cNvSpPr/>
          <p:nvPr/>
        </p:nvSpPr>
        <p:spPr>
          <a:xfrm rot="16200000">
            <a:off x="4216523" y="3086131"/>
            <a:ext cx="736600" cy="241300"/>
          </a:xfrm>
          <a:prstGeom prst="rightArrowCallout">
            <a:avLst>
              <a:gd name="adj1" fmla="val 25000"/>
              <a:gd name="adj2" fmla="val 25000"/>
              <a:gd name="adj3" fmla="val 25000"/>
              <a:gd name="adj4" fmla="val 82394"/>
            </a:avLst>
          </a:prstGeom>
          <a:solidFill>
            <a:schemeClr val="accent6">
              <a:lumMod val="75000"/>
            </a:schemeClr>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CN" b="1" dirty="0"/>
              <a:t>RTS</a:t>
            </a:r>
            <a:endParaRPr lang="zh-CN" altLang="en-US" b="1" dirty="0"/>
          </a:p>
        </p:txBody>
      </p:sp>
      <p:grpSp>
        <p:nvGrpSpPr>
          <p:cNvPr id="8" name="组合 7">
            <a:extLst>
              <a:ext uri="{FF2B5EF4-FFF2-40B4-BE49-F238E27FC236}">
                <a16:creationId xmlns:a16="http://schemas.microsoft.com/office/drawing/2014/main" id="{E8F34761-1880-4493-8069-E5ADFDDA69F0}"/>
              </a:ext>
            </a:extLst>
          </p:cNvPr>
          <p:cNvGrpSpPr/>
          <p:nvPr/>
        </p:nvGrpSpPr>
        <p:grpSpPr>
          <a:xfrm>
            <a:off x="3347010" y="4106676"/>
            <a:ext cx="736600" cy="369332"/>
            <a:chOff x="3139117" y="4462761"/>
            <a:chExt cx="736600" cy="369332"/>
          </a:xfrm>
        </p:grpSpPr>
        <p:sp>
          <p:nvSpPr>
            <p:cNvPr id="111" name="标注: 右箭头 110">
              <a:extLst>
                <a:ext uri="{FF2B5EF4-FFF2-40B4-BE49-F238E27FC236}">
                  <a16:creationId xmlns:a16="http://schemas.microsoft.com/office/drawing/2014/main" id="{BCF67DB0-1237-474D-ACA3-60BF4DAF2C86}"/>
                </a:ext>
              </a:extLst>
            </p:cNvPr>
            <p:cNvSpPr/>
            <p:nvPr/>
          </p:nvSpPr>
          <p:spPr>
            <a:xfrm rot="10800000">
              <a:off x="3139117" y="4526777"/>
              <a:ext cx="736600" cy="241300"/>
            </a:xfrm>
            <a:prstGeom prst="rightArrowCallout">
              <a:avLst>
                <a:gd name="adj1" fmla="val 25000"/>
                <a:gd name="adj2" fmla="val 25000"/>
                <a:gd name="adj3" fmla="val 25000"/>
                <a:gd name="adj4" fmla="val 82394"/>
              </a:avLst>
            </a:prstGeom>
            <a:solidFill>
              <a:schemeClr val="accent6">
                <a:lumMod val="75000"/>
              </a:schemeClr>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b="1" dirty="0"/>
            </a:p>
          </p:txBody>
        </p:sp>
        <p:sp>
          <p:nvSpPr>
            <p:cNvPr id="112" name="文本框 111">
              <a:extLst>
                <a:ext uri="{FF2B5EF4-FFF2-40B4-BE49-F238E27FC236}">
                  <a16:creationId xmlns:a16="http://schemas.microsoft.com/office/drawing/2014/main" id="{0B93DEEF-C86B-4BA8-AA50-91DDC05BD452}"/>
                </a:ext>
              </a:extLst>
            </p:cNvPr>
            <p:cNvSpPr txBox="1"/>
            <p:nvPr/>
          </p:nvSpPr>
          <p:spPr>
            <a:xfrm>
              <a:off x="3269606" y="4462761"/>
              <a:ext cx="606111" cy="369332"/>
            </a:xfrm>
            <a:prstGeom prst="rect">
              <a:avLst/>
            </a:prstGeom>
            <a:noFill/>
          </p:spPr>
          <p:txBody>
            <a:bodyPr wrap="square">
              <a:spAutoFit/>
            </a:bodyPr>
            <a:lstStyle/>
            <a:p>
              <a:pPr algn="ctr"/>
              <a:r>
                <a:rPr lang="en-US" altLang="zh-CN" b="1" dirty="0">
                  <a:solidFill>
                    <a:schemeClr val="bg1"/>
                  </a:solidFill>
                </a:rPr>
                <a:t>RTS</a:t>
              </a:r>
              <a:endParaRPr lang="zh-CN" altLang="en-US" b="1" dirty="0">
                <a:solidFill>
                  <a:schemeClr val="bg1"/>
                </a:solidFill>
              </a:endParaRPr>
            </a:p>
          </p:txBody>
        </p:sp>
      </p:grpSp>
      <p:grpSp>
        <p:nvGrpSpPr>
          <p:cNvPr id="4" name="组合 3">
            <a:extLst>
              <a:ext uri="{FF2B5EF4-FFF2-40B4-BE49-F238E27FC236}">
                <a16:creationId xmlns:a16="http://schemas.microsoft.com/office/drawing/2014/main" id="{9A1EA9F2-FCB6-48C3-935F-7AE7E3AD14AC}"/>
              </a:ext>
            </a:extLst>
          </p:cNvPr>
          <p:cNvGrpSpPr/>
          <p:nvPr/>
        </p:nvGrpSpPr>
        <p:grpSpPr>
          <a:xfrm>
            <a:off x="304800" y="749300"/>
            <a:ext cx="5791200" cy="400110"/>
            <a:chOff x="424117" y="898245"/>
            <a:chExt cx="5791200" cy="400110"/>
          </a:xfrm>
        </p:grpSpPr>
        <p:sp>
          <p:nvSpPr>
            <p:cNvPr id="2" name="平行四边形 1">
              <a:extLst>
                <a:ext uri="{FF2B5EF4-FFF2-40B4-BE49-F238E27FC236}">
                  <a16:creationId xmlns:a16="http://schemas.microsoft.com/office/drawing/2014/main" id="{1F5BAA3F-9845-4F89-A2DD-8222D3E4EDAC}"/>
                </a:ext>
              </a:extLst>
            </p:cNvPr>
            <p:cNvSpPr/>
            <p:nvPr/>
          </p:nvSpPr>
          <p:spPr>
            <a:xfrm>
              <a:off x="424117" y="898245"/>
              <a:ext cx="628306" cy="387090"/>
            </a:xfrm>
            <a:prstGeom prst="parallelogram">
              <a:avLst/>
            </a:prstGeom>
            <a:solidFill>
              <a:schemeClr val="accent3">
                <a:lumMod val="75000"/>
              </a:schemeClr>
            </a:solidFill>
            <a:ln>
              <a:solidFill>
                <a:schemeClr val="accent3">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CN" sz="2200" dirty="0">
                  <a:latin typeface="Impact" panose="020B0806030902050204" pitchFamily="34" charset="0"/>
                </a:rPr>
                <a:t>01</a:t>
              </a:r>
              <a:endParaRPr lang="zh-CN" altLang="en-US" sz="2200" dirty="0">
                <a:latin typeface="Impact" panose="020B0806030902050204" pitchFamily="34" charset="0"/>
              </a:endParaRPr>
            </a:p>
          </p:txBody>
        </p:sp>
        <p:sp>
          <p:nvSpPr>
            <p:cNvPr id="3" name="文本框 2">
              <a:extLst>
                <a:ext uri="{FF2B5EF4-FFF2-40B4-BE49-F238E27FC236}">
                  <a16:creationId xmlns:a16="http://schemas.microsoft.com/office/drawing/2014/main" id="{4D6BD736-A4D3-4F26-AFED-36E11F50F70B}"/>
                </a:ext>
              </a:extLst>
            </p:cNvPr>
            <p:cNvSpPr txBox="1"/>
            <p:nvPr/>
          </p:nvSpPr>
          <p:spPr>
            <a:xfrm>
              <a:off x="1052423" y="898245"/>
              <a:ext cx="5162894" cy="400110"/>
            </a:xfrm>
            <a:prstGeom prst="rect">
              <a:avLst/>
            </a:prstGeom>
            <a:noFill/>
          </p:spPr>
          <p:txBody>
            <a:bodyPr wrap="square" rtlCol="0">
              <a:spAutoFit/>
            </a:bodyPr>
            <a:lstStyle/>
            <a:p>
              <a:r>
                <a:rPr lang="en-US" altLang="zh-CN" sz="2000" b="1" dirty="0">
                  <a:solidFill>
                    <a:schemeClr val="tx1"/>
                  </a:solidFill>
                  <a:latin typeface="Arial Narrow" panose="020B0606020202030204" pitchFamily="34" charset="0"/>
                </a:rPr>
                <a:t>CSMA/CA</a:t>
              </a:r>
              <a:r>
                <a:rPr lang="zh-CN" altLang="en-US" sz="2000" b="1" dirty="0">
                  <a:solidFill>
                    <a:schemeClr val="tx1"/>
                  </a:solidFill>
                  <a:latin typeface="Arial Narrow" panose="020B0606020202030204" pitchFamily="34" charset="0"/>
                </a:rPr>
                <a:t>协议的基本工作原理</a:t>
              </a:r>
              <a:endParaRPr lang="en-US" altLang="zh-CN" sz="2000" b="1" dirty="0">
                <a:solidFill>
                  <a:schemeClr val="tx1"/>
                </a:solidFill>
                <a:latin typeface="Arial Narrow" panose="020B0606020202030204" pitchFamily="34" charset="0"/>
              </a:endParaRPr>
            </a:p>
          </p:txBody>
        </p:sp>
      </p:grpSp>
      <p:sp>
        <p:nvSpPr>
          <p:cNvPr id="106" name="文本框 105">
            <a:extLst>
              <a:ext uri="{FF2B5EF4-FFF2-40B4-BE49-F238E27FC236}">
                <a16:creationId xmlns:a16="http://schemas.microsoft.com/office/drawing/2014/main" id="{05653DE5-C742-449E-8418-291FFAA878A5}"/>
              </a:ext>
            </a:extLst>
          </p:cNvPr>
          <p:cNvSpPr txBox="1"/>
          <p:nvPr/>
        </p:nvSpPr>
        <p:spPr>
          <a:xfrm>
            <a:off x="933106" y="1136390"/>
            <a:ext cx="9920697" cy="400110"/>
          </a:xfrm>
          <a:prstGeom prst="rect">
            <a:avLst/>
          </a:prstGeom>
          <a:noFill/>
        </p:spPr>
        <p:txBody>
          <a:bodyPr wrap="square" rtlCol="0">
            <a:spAutoFit/>
          </a:bodyPr>
          <a:lstStyle/>
          <a:p>
            <a:r>
              <a:rPr lang="zh-CN" altLang="en-US" sz="2000" b="1" dirty="0">
                <a:solidFill>
                  <a:schemeClr val="accent3">
                    <a:lumMod val="75000"/>
                  </a:schemeClr>
                </a:solidFill>
                <a:latin typeface="Arial Narrow" panose="020B0606020202030204" pitchFamily="34" charset="0"/>
              </a:rPr>
              <a:t>为了进一步降低发生碰撞的概率，</a:t>
            </a:r>
            <a:r>
              <a:rPr lang="en-US" altLang="zh-CN" sz="2000" b="1" dirty="0">
                <a:solidFill>
                  <a:schemeClr val="accent3">
                    <a:lumMod val="75000"/>
                  </a:schemeClr>
                </a:solidFill>
                <a:latin typeface="Arial Narrow" panose="020B0606020202030204" pitchFamily="34" charset="0"/>
              </a:rPr>
              <a:t>802.11</a:t>
            </a:r>
            <a:r>
              <a:rPr lang="zh-CN" altLang="en-US" sz="2000" b="1" dirty="0">
                <a:solidFill>
                  <a:schemeClr val="accent3">
                    <a:lumMod val="75000"/>
                  </a:schemeClr>
                </a:solidFill>
                <a:latin typeface="Arial Narrow" panose="020B0606020202030204" pitchFamily="34" charset="0"/>
              </a:rPr>
              <a:t>无线局域网允许源站对信道进行预约。</a:t>
            </a:r>
            <a:endParaRPr lang="en-US" altLang="zh-CN" sz="2000" b="1" dirty="0">
              <a:solidFill>
                <a:schemeClr val="accent3">
                  <a:lumMod val="75000"/>
                </a:schemeClr>
              </a:solidFill>
              <a:latin typeface="Arial Narrow" panose="020B0606020202030204" pitchFamily="34" charset="0"/>
            </a:endParaRPr>
          </a:p>
        </p:txBody>
      </p:sp>
      <p:grpSp>
        <p:nvGrpSpPr>
          <p:cNvPr id="9" name="组合 8">
            <a:extLst>
              <a:ext uri="{FF2B5EF4-FFF2-40B4-BE49-F238E27FC236}">
                <a16:creationId xmlns:a16="http://schemas.microsoft.com/office/drawing/2014/main" id="{988088A9-5EC8-4C57-AFA4-5903E5DF1361}"/>
              </a:ext>
            </a:extLst>
          </p:cNvPr>
          <p:cNvGrpSpPr/>
          <p:nvPr/>
        </p:nvGrpSpPr>
        <p:grpSpPr>
          <a:xfrm>
            <a:off x="522255" y="1973572"/>
            <a:ext cx="11252483" cy="4465328"/>
            <a:chOff x="522255" y="1973572"/>
            <a:chExt cx="11252483" cy="4465328"/>
          </a:xfrm>
        </p:grpSpPr>
        <p:sp>
          <p:nvSpPr>
            <p:cNvPr id="70" name="椭圆 69">
              <a:extLst>
                <a:ext uri="{FF2B5EF4-FFF2-40B4-BE49-F238E27FC236}">
                  <a16:creationId xmlns:a16="http://schemas.microsoft.com/office/drawing/2014/main" id="{FC27A71C-51AA-4D1B-9747-1E646E100C8A}"/>
                </a:ext>
              </a:extLst>
            </p:cNvPr>
            <p:cNvSpPr/>
            <p:nvPr/>
          </p:nvSpPr>
          <p:spPr>
            <a:xfrm>
              <a:off x="2239073" y="1973572"/>
              <a:ext cx="4465328" cy="4465328"/>
            </a:xfrm>
            <a:prstGeom prst="ellipse">
              <a:avLst/>
            </a:prstGeom>
            <a:noFill/>
            <a:ln>
              <a:solidFill>
                <a:schemeClr val="tx1"/>
              </a:solid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71" name="椭圆 70">
              <a:extLst>
                <a:ext uri="{FF2B5EF4-FFF2-40B4-BE49-F238E27FC236}">
                  <a16:creationId xmlns:a16="http://schemas.microsoft.com/office/drawing/2014/main" id="{AB5EDB37-EDC8-4954-A901-EA3F977BEFF3}"/>
                </a:ext>
              </a:extLst>
            </p:cNvPr>
            <p:cNvSpPr/>
            <p:nvPr/>
          </p:nvSpPr>
          <p:spPr>
            <a:xfrm>
              <a:off x="5512360" y="1973572"/>
              <a:ext cx="4465328" cy="4465328"/>
            </a:xfrm>
            <a:prstGeom prst="ellipse">
              <a:avLst/>
            </a:prstGeom>
            <a:noFill/>
            <a:ln>
              <a:solidFill>
                <a:schemeClr val="tx1"/>
              </a:solid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grpSp>
          <p:nvGrpSpPr>
            <p:cNvPr id="72" name="组合 71">
              <a:extLst>
                <a:ext uri="{FF2B5EF4-FFF2-40B4-BE49-F238E27FC236}">
                  <a16:creationId xmlns:a16="http://schemas.microsoft.com/office/drawing/2014/main" id="{771492D6-801E-4FE3-AD9D-273A73FBD750}"/>
                </a:ext>
              </a:extLst>
            </p:cNvPr>
            <p:cNvGrpSpPr/>
            <p:nvPr/>
          </p:nvGrpSpPr>
          <p:grpSpPr>
            <a:xfrm>
              <a:off x="4140330" y="3526607"/>
              <a:ext cx="3936101" cy="1369502"/>
              <a:chOff x="4140330" y="3526607"/>
              <a:chExt cx="3936101" cy="1369502"/>
            </a:xfrm>
          </p:grpSpPr>
          <p:grpSp>
            <p:nvGrpSpPr>
              <p:cNvPr id="73" name="组合 72">
                <a:extLst>
                  <a:ext uri="{FF2B5EF4-FFF2-40B4-BE49-F238E27FC236}">
                    <a16:creationId xmlns:a16="http://schemas.microsoft.com/office/drawing/2014/main" id="{9A01709F-6ED3-4F9D-8FC0-272164B3FF12}"/>
                  </a:ext>
                </a:extLst>
              </p:cNvPr>
              <p:cNvGrpSpPr/>
              <p:nvPr/>
            </p:nvGrpSpPr>
            <p:grpSpPr>
              <a:xfrm>
                <a:off x="4140330" y="3680315"/>
                <a:ext cx="662814" cy="846462"/>
                <a:chOff x="2163893" y="1015189"/>
                <a:chExt cx="662814" cy="846462"/>
              </a:xfrm>
            </p:grpSpPr>
            <p:grpSp>
              <p:nvGrpSpPr>
                <p:cNvPr id="85" name="组合 84">
                  <a:extLst>
                    <a:ext uri="{FF2B5EF4-FFF2-40B4-BE49-F238E27FC236}">
                      <a16:creationId xmlns:a16="http://schemas.microsoft.com/office/drawing/2014/main" id="{3E168586-F26D-447D-A611-46481B4FC9BB}"/>
                    </a:ext>
                  </a:extLst>
                </p:cNvPr>
                <p:cNvGrpSpPr/>
                <p:nvPr/>
              </p:nvGrpSpPr>
              <p:grpSpPr>
                <a:xfrm>
                  <a:off x="2442267" y="1015189"/>
                  <a:ext cx="381000" cy="351117"/>
                  <a:chOff x="2556504" y="2484669"/>
                  <a:chExt cx="381000" cy="351117"/>
                </a:xfrm>
              </p:grpSpPr>
              <p:pic>
                <p:nvPicPr>
                  <p:cNvPr id="87" name="图形 86">
                    <a:extLst>
                      <a:ext uri="{FF2B5EF4-FFF2-40B4-BE49-F238E27FC236}">
                        <a16:creationId xmlns:a16="http://schemas.microsoft.com/office/drawing/2014/main" id="{10101D43-F7C5-4447-84FD-B9DC6398A45F}"/>
                      </a:ext>
                    </a:extLst>
                  </p:cNvPr>
                  <p:cNvPicPr>
                    <a:picLocks noChangeAspect="1"/>
                  </p:cNvPicPr>
                  <p:nvPr/>
                </p:nvPicPr>
                <p:blipFill>
                  <a:blip r:embed="rId3">
                    <a:extLst>
                      <a:ext uri="{28A0092B-C50C-407E-A947-70E740481C1C}">
                        <a14:useLocalDpi xmlns:a14="http://schemas.microsoft.com/office/drawing/2010/main" val="0"/>
                      </a:ext>
                      <a:ext uri="{96DAC541-7B7A-43D3-8B79-37D633B846F1}">
                        <asvg:svgBlip xmlns:asvg="http://schemas.microsoft.com/office/drawing/2016/SVG/main" r:embed="rId4"/>
                      </a:ext>
                    </a:extLst>
                  </a:blip>
                  <a:stretch>
                    <a:fillRect/>
                  </a:stretch>
                </p:blipFill>
                <p:spPr>
                  <a:xfrm>
                    <a:off x="2556504" y="2484669"/>
                    <a:ext cx="381000" cy="285750"/>
                  </a:xfrm>
                  <a:prstGeom prst="rect">
                    <a:avLst/>
                  </a:prstGeom>
                </p:spPr>
              </p:pic>
              <p:cxnSp>
                <p:nvCxnSpPr>
                  <p:cNvPr id="88" name="直接连接符 87">
                    <a:extLst>
                      <a:ext uri="{FF2B5EF4-FFF2-40B4-BE49-F238E27FC236}">
                        <a16:creationId xmlns:a16="http://schemas.microsoft.com/office/drawing/2014/main" id="{0FB80A97-A0BF-4B33-82D2-32C330353E20}"/>
                      </a:ext>
                    </a:extLst>
                  </p:cNvPr>
                  <p:cNvCxnSpPr/>
                  <p:nvPr/>
                </p:nvCxnSpPr>
                <p:spPr>
                  <a:xfrm>
                    <a:off x="2747004" y="2612580"/>
                    <a:ext cx="0" cy="223206"/>
                  </a:xfrm>
                  <a:prstGeom prst="line">
                    <a:avLst/>
                  </a:prstGeom>
                  <a:ln w="25400">
                    <a:solidFill>
                      <a:srgbClr val="999999"/>
                    </a:solidFill>
                  </a:ln>
                </p:spPr>
                <p:style>
                  <a:lnRef idx="1">
                    <a:schemeClr val="accent1"/>
                  </a:lnRef>
                  <a:fillRef idx="0">
                    <a:schemeClr val="accent1"/>
                  </a:fillRef>
                  <a:effectRef idx="0">
                    <a:schemeClr val="accent1"/>
                  </a:effectRef>
                  <a:fontRef idx="minor">
                    <a:schemeClr val="tx1"/>
                  </a:fontRef>
                </p:style>
              </p:cxnSp>
            </p:grpSp>
            <p:pic>
              <p:nvPicPr>
                <p:cNvPr id="86" name="图形 10">
                  <a:extLst>
                    <a:ext uri="{FF2B5EF4-FFF2-40B4-BE49-F238E27FC236}">
                      <a16:creationId xmlns:a16="http://schemas.microsoft.com/office/drawing/2014/main" id="{3D471F2F-1CB3-48DE-912B-1EB13672E573}"/>
                    </a:ext>
                  </a:extLst>
                </p:cNvPr>
                <p:cNvPicPr>
                  <a:picLocks noChangeAspect="1"/>
                </p:cNvPicPr>
                <p:nvPr/>
              </p:nvPicPr>
              <p:blipFill>
                <a:blip r:embed="rId5">
                  <a:extLst>
                    <a:ext uri="{28A0092B-C50C-407E-A947-70E740481C1C}">
                      <a14:useLocalDpi xmlns:a14="http://schemas.microsoft.com/office/drawing/2010/main" val="0"/>
                    </a:ext>
                    <a:ext uri="{96DAC541-7B7A-43D3-8B79-37D633B846F1}">
                      <asvg:svgBlip xmlns:asvg="http://schemas.microsoft.com/office/drawing/2016/SVG/main" r:embed="rId6"/>
                    </a:ext>
                  </a:extLst>
                </a:blip>
                <a:stretch>
                  <a:fillRect/>
                </a:stretch>
              </p:blipFill>
              <p:spPr>
                <a:xfrm>
                  <a:off x="2163893" y="1220569"/>
                  <a:ext cx="662814" cy="641082"/>
                </a:xfrm>
                <a:prstGeom prst="rect">
                  <a:avLst/>
                </a:prstGeom>
              </p:spPr>
            </p:pic>
          </p:grpSp>
          <p:pic>
            <p:nvPicPr>
              <p:cNvPr id="76" name="图形 75">
                <a:extLst>
                  <a:ext uri="{FF2B5EF4-FFF2-40B4-BE49-F238E27FC236}">
                    <a16:creationId xmlns:a16="http://schemas.microsoft.com/office/drawing/2014/main" id="{734FB3B5-AF1F-4E91-9329-5C31519E8682}"/>
                  </a:ext>
                </a:extLst>
              </p:cNvPr>
              <p:cNvPicPr>
                <a:picLocks noChangeAspect="1"/>
              </p:cNvPicPr>
              <p:nvPr/>
            </p:nvPicPr>
            <p:blipFill>
              <a:blip r:embed="rId7">
                <a:extLst>
                  <a:ext uri="{28A0092B-C50C-407E-A947-70E740481C1C}">
                    <a14:useLocalDpi xmlns:a14="http://schemas.microsoft.com/office/drawing/2010/main" val="0"/>
                  </a:ext>
                  <a:ext uri="{96DAC541-7B7A-43D3-8B79-37D633B846F1}">
                    <asvg:svgBlip xmlns:asvg="http://schemas.microsoft.com/office/drawing/2016/SVG/main" r:embed="rId8"/>
                  </a:ext>
                </a:extLst>
              </a:blip>
              <a:stretch>
                <a:fillRect/>
              </a:stretch>
            </p:blipFill>
            <p:spPr>
              <a:xfrm>
                <a:off x="5576661" y="3526607"/>
                <a:ext cx="1028700" cy="1009650"/>
              </a:xfrm>
              <a:prstGeom prst="rect">
                <a:avLst/>
              </a:prstGeom>
            </p:spPr>
          </p:pic>
          <p:sp>
            <p:nvSpPr>
              <p:cNvPr id="77" name="文本框 76">
                <a:extLst>
                  <a:ext uri="{FF2B5EF4-FFF2-40B4-BE49-F238E27FC236}">
                    <a16:creationId xmlns:a16="http://schemas.microsoft.com/office/drawing/2014/main" id="{6168D346-6A25-4349-BCF7-E10917FA8861}"/>
                  </a:ext>
                </a:extLst>
              </p:cNvPr>
              <p:cNvSpPr txBox="1"/>
              <p:nvPr/>
            </p:nvSpPr>
            <p:spPr>
              <a:xfrm>
                <a:off x="4415264" y="3923795"/>
                <a:ext cx="339118" cy="369332"/>
              </a:xfrm>
              <a:prstGeom prst="rect">
                <a:avLst/>
              </a:prstGeom>
              <a:noFill/>
            </p:spPr>
            <p:txBody>
              <a:bodyPr wrap="square" rtlCol="0">
                <a:spAutoFit/>
              </a:bodyPr>
              <a:lstStyle/>
              <a:p>
                <a:pPr algn="ctr"/>
                <a:r>
                  <a:rPr lang="en-US" altLang="zh-CN" b="1" dirty="0">
                    <a:solidFill>
                      <a:schemeClr val="bg1"/>
                    </a:solidFill>
                    <a:latin typeface="+mn-ea"/>
                  </a:rPr>
                  <a:t>A</a:t>
                </a:r>
                <a:endParaRPr lang="zh-CN" altLang="en-US" b="1" dirty="0">
                  <a:solidFill>
                    <a:schemeClr val="bg1"/>
                  </a:solidFill>
                  <a:latin typeface="+mn-ea"/>
                </a:endParaRPr>
              </a:p>
            </p:txBody>
          </p:sp>
          <p:grpSp>
            <p:nvGrpSpPr>
              <p:cNvPr id="78" name="组合 77">
                <a:extLst>
                  <a:ext uri="{FF2B5EF4-FFF2-40B4-BE49-F238E27FC236}">
                    <a16:creationId xmlns:a16="http://schemas.microsoft.com/office/drawing/2014/main" id="{8247A8FB-1474-472D-BB5F-95D0B282D6ED}"/>
                  </a:ext>
                </a:extLst>
              </p:cNvPr>
              <p:cNvGrpSpPr/>
              <p:nvPr/>
            </p:nvGrpSpPr>
            <p:grpSpPr>
              <a:xfrm>
                <a:off x="7413617" y="3680315"/>
                <a:ext cx="662814" cy="846462"/>
                <a:chOff x="2163893" y="1015189"/>
                <a:chExt cx="662814" cy="846462"/>
              </a:xfrm>
            </p:grpSpPr>
            <p:grpSp>
              <p:nvGrpSpPr>
                <p:cNvPr id="81" name="组合 80">
                  <a:extLst>
                    <a:ext uri="{FF2B5EF4-FFF2-40B4-BE49-F238E27FC236}">
                      <a16:creationId xmlns:a16="http://schemas.microsoft.com/office/drawing/2014/main" id="{F02417E4-255C-4E57-B920-D3F39046E87B}"/>
                    </a:ext>
                  </a:extLst>
                </p:cNvPr>
                <p:cNvGrpSpPr/>
                <p:nvPr/>
              </p:nvGrpSpPr>
              <p:grpSpPr>
                <a:xfrm>
                  <a:off x="2442267" y="1015189"/>
                  <a:ext cx="381000" cy="351117"/>
                  <a:chOff x="2556504" y="2484669"/>
                  <a:chExt cx="381000" cy="351117"/>
                </a:xfrm>
              </p:grpSpPr>
              <p:pic>
                <p:nvPicPr>
                  <p:cNvPr id="83" name="图形 82">
                    <a:extLst>
                      <a:ext uri="{FF2B5EF4-FFF2-40B4-BE49-F238E27FC236}">
                        <a16:creationId xmlns:a16="http://schemas.microsoft.com/office/drawing/2014/main" id="{4BA06DEA-46B7-4324-B5A8-AF6E5AC07E0A}"/>
                      </a:ext>
                    </a:extLst>
                  </p:cNvPr>
                  <p:cNvPicPr>
                    <a:picLocks noChangeAspect="1"/>
                  </p:cNvPicPr>
                  <p:nvPr/>
                </p:nvPicPr>
                <p:blipFill>
                  <a:blip r:embed="rId3">
                    <a:extLst>
                      <a:ext uri="{28A0092B-C50C-407E-A947-70E740481C1C}">
                        <a14:useLocalDpi xmlns:a14="http://schemas.microsoft.com/office/drawing/2010/main" val="0"/>
                      </a:ext>
                      <a:ext uri="{96DAC541-7B7A-43D3-8B79-37D633B846F1}">
                        <asvg:svgBlip xmlns:asvg="http://schemas.microsoft.com/office/drawing/2016/SVG/main" r:embed="rId4"/>
                      </a:ext>
                    </a:extLst>
                  </a:blip>
                  <a:stretch>
                    <a:fillRect/>
                  </a:stretch>
                </p:blipFill>
                <p:spPr>
                  <a:xfrm>
                    <a:off x="2556504" y="2484669"/>
                    <a:ext cx="381000" cy="285750"/>
                  </a:xfrm>
                  <a:prstGeom prst="rect">
                    <a:avLst/>
                  </a:prstGeom>
                </p:spPr>
              </p:pic>
              <p:cxnSp>
                <p:nvCxnSpPr>
                  <p:cNvPr id="84" name="直接连接符 83">
                    <a:extLst>
                      <a:ext uri="{FF2B5EF4-FFF2-40B4-BE49-F238E27FC236}">
                        <a16:creationId xmlns:a16="http://schemas.microsoft.com/office/drawing/2014/main" id="{DAF6F47B-2B6E-47AC-BA11-9864EF98BA29}"/>
                      </a:ext>
                    </a:extLst>
                  </p:cNvPr>
                  <p:cNvCxnSpPr/>
                  <p:nvPr/>
                </p:nvCxnSpPr>
                <p:spPr>
                  <a:xfrm>
                    <a:off x="2747004" y="2612580"/>
                    <a:ext cx="0" cy="223206"/>
                  </a:xfrm>
                  <a:prstGeom prst="line">
                    <a:avLst/>
                  </a:prstGeom>
                  <a:ln w="25400">
                    <a:solidFill>
                      <a:srgbClr val="999999"/>
                    </a:solidFill>
                  </a:ln>
                </p:spPr>
                <p:style>
                  <a:lnRef idx="1">
                    <a:schemeClr val="accent1"/>
                  </a:lnRef>
                  <a:fillRef idx="0">
                    <a:schemeClr val="accent1"/>
                  </a:fillRef>
                  <a:effectRef idx="0">
                    <a:schemeClr val="accent1"/>
                  </a:effectRef>
                  <a:fontRef idx="minor">
                    <a:schemeClr val="tx1"/>
                  </a:fontRef>
                </p:style>
              </p:cxnSp>
            </p:grpSp>
            <p:pic>
              <p:nvPicPr>
                <p:cNvPr id="82" name="图形 10">
                  <a:extLst>
                    <a:ext uri="{FF2B5EF4-FFF2-40B4-BE49-F238E27FC236}">
                      <a16:creationId xmlns:a16="http://schemas.microsoft.com/office/drawing/2014/main" id="{91926B9F-96A6-47E0-9634-6B3EA4BF935B}"/>
                    </a:ext>
                  </a:extLst>
                </p:cNvPr>
                <p:cNvPicPr>
                  <a:picLocks noChangeAspect="1"/>
                </p:cNvPicPr>
                <p:nvPr/>
              </p:nvPicPr>
              <p:blipFill>
                <a:blip r:embed="rId5">
                  <a:extLst>
                    <a:ext uri="{28A0092B-C50C-407E-A947-70E740481C1C}">
                      <a14:useLocalDpi xmlns:a14="http://schemas.microsoft.com/office/drawing/2010/main" val="0"/>
                    </a:ext>
                    <a:ext uri="{96DAC541-7B7A-43D3-8B79-37D633B846F1}">
                      <asvg:svgBlip xmlns:asvg="http://schemas.microsoft.com/office/drawing/2016/SVG/main" r:embed="rId6"/>
                    </a:ext>
                  </a:extLst>
                </a:blip>
                <a:stretch>
                  <a:fillRect/>
                </a:stretch>
              </p:blipFill>
              <p:spPr>
                <a:xfrm>
                  <a:off x="2163893" y="1220569"/>
                  <a:ext cx="662814" cy="641082"/>
                </a:xfrm>
                <a:prstGeom prst="rect">
                  <a:avLst/>
                </a:prstGeom>
              </p:spPr>
            </p:pic>
          </p:grpSp>
          <p:sp>
            <p:nvSpPr>
              <p:cNvPr id="79" name="文本框 78">
                <a:extLst>
                  <a:ext uri="{FF2B5EF4-FFF2-40B4-BE49-F238E27FC236}">
                    <a16:creationId xmlns:a16="http://schemas.microsoft.com/office/drawing/2014/main" id="{C999F6E8-7951-4B7E-A3A0-CB52D1F8496F}"/>
                  </a:ext>
                </a:extLst>
              </p:cNvPr>
              <p:cNvSpPr txBox="1"/>
              <p:nvPr/>
            </p:nvSpPr>
            <p:spPr>
              <a:xfrm>
                <a:off x="7688551" y="3922010"/>
                <a:ext cx="339118" cy="369332"/>
              </a:xfrm>
              <a:prstGeom prst="rect">
                <a:avLst/>
              </a:prstGeom>
              <a:noFill/>
            </p:spPr>
            <p:txBody>
              <a:bodyPr wrap="square" rtlCol="0">
                <a:spAutoFit/>
              </a:bodyPr>
              <a:lstStyle/>
              <a:p>
                <a:pPr algn="ctr"/>
                <a:r>
                  <a:rPr lang="en-US" altLang="zh-CN" b="1" dirty="0">
                    <a:solidFill>
                      <a:schemeClr val="bg1"/>
                    </a:solidFill>
                    <a:latin typeface="Arial Narrow" panose="020B0606020202030204" pitchFamily="34" charset="0"/>
                    <a:ea typeface="宋体" panose="02010600030101010101" pitchFamily="2" charset="-122"/>
                  </a:rPr>
                  <a:t>B</a:t>
                </a:r>
                <a:endParaRPr lang="zh-CN" altLang="en-US" b="1" dirty="0">
                  <a:solidFill>
                    <a:schemeClr val="bg1"/>
                  </a:solidFill>
                  <a:latin typeface="Arial Narrow" panose="020B0606020202030204" pitchFamily="34" charset="0"/>
                  <a:ea typeface="宋体" panose="02010600030101010101" pitchFamily="2" charset="-122"/>
                </a:endParaRPr>
              </a:p>
            </p:txBody>
          </p:sp>
          <p:sp>
            <p:nvSpPr>
              <p:cNvPr id="80" name="文本框 79">
                <a:extLst>
                  <a:ext uri="{FF2B5EF4-FFF2-40B4-BE49-F238E27FC236}">
                    <a16:creationId xmlns:a16="http://schemas.microsoft.com/office/drawing/2014/main" id="{07A9AA9B-E1EF-42C3-9077-9414A1E73736}"/>
                  </a:ext>
                </a:extLst>
              </p:cNvPr>
              <p:cNvSpPr txBox="1"/>
              <p:nvPr/>
            </p:nvSpPr>
            <p:spPr>
              <a:xfrm>
                <a:off x="5847381" y="4526777"/>
                <a:ext cx="487259" cy="369332"/>
              </a:xfrm>
              <a:prstGeom prst="rect">
                <a:avLst/>
              </a:prstGeom>
              <a:noFill/>
            </p:spPr>
            <p:txBody>
              <a:bodyPr wrap="square" rtlCol="0">
                <a:spAutoFit/>
              </a:bodyPr>
              <a:lstStyle/>
              <a:p>
                <a:pPr algn="ctr"/>
                <a:r>
                  <a:rPr lang="en-US" altLang="zh-CN" b="1" dirty="0">
                    <a:latin typeface="Arial Narrow" panose="020B0606020202030204" pitchFamily="34" charset="0"/>
                    <a:ea typeface="宋体" panose="02010600030101010101" pitchFamily="2" charset="-122"/>
                  </a:rPr>
                  <a:t>AP</a:t>
                </a:r>
                <a:endParaRPr lang="zh-CN" altLang="en-US" b="1" dirty="0">
                  <a:latin typeface="Arial Narrow" panose="020B0606020202030204" pitchFamily="34" charset="0"/>
                  <a:ea typeface="宋体" panose="02010600030101010101" pitchFamily="2" charset="-122"/>
                </a:endParaRPr>
              </a:p>
            </p:txBody>
          </p:sp>
        </p:grpSp>
        <p:grpSp>
          <p:nvGrpSpPr>
            <p:cNvPr id="89" name="组合 88">
              <a:extLst>
                <a:ext uri="{FF2B5EF4-FFF2-40B4-BE49-F238E27FC236}">
                  <a16:creationId xmlns:a16="http://schemas.microsoft.com/office/drawing/2014/main" id="{485AE61C-69E1-432E-9417-8E48509DB2FA}"/>
                </a:ext>
              </a:extLst>
            </p:cNvPr>
            <p:cNvGrpSpPr/>
            <p:nvPr/>
          </p:nvGrpSpPr>
          <p:grpSpPr>
            <a:xfrm>
              <a:off x="522255" y="2471526"/>
              <a:ext cx="2015204" cy="953809"/>
              <a:chOff x="522255" y="2471526"/>
              <a:chExt cx="2015204" cy="953809"/>
            </a:xfrm>
          </p:grpSpPr>
          <p:sp>
            <p:nvSpPr>
              <p:cNvPr id="90" name="文本框 89">
                <a:extLst>
                  <a:ext uri="{FF2B5EF4-FFF2-40B4-BE49-F238E27FC236}">
                    <a16:creationId xmlns:a16="http://schemas.microsoft.com/office/drawing/2014/main" id="{14533D45-F4D5-45B3-820E-E4F0CC0F9F4E}"/>
                  </a:ext>
                </a:extLst>
              </p:cNvPr>
              <p:cNvSpPr txBox="1"/>
              <p:nvPr/>
            </p:nvSpPr>
            <p:spPr>
              <a:xfrm>
                <a:off x="522255" y="2471526"/>
                <a:ext cx="2015204" cy="369332"/>
              </a:xfrm>
              <a:prstGeom prst="rect">
                <a:avLst/>
              </a:prstGeom>
              <a:noFill/>
            </p:spPr>
            <p:txBody>
              <a:bodyPr wrap="square" rtlCol="0">
                <a:spAutoFit/>
              </a:bodyPr>
              <a:lstStyle/>
              <a:p>
                <a:pPr algn="ctr"/>
                <a:r>
                  <a:rPr lang="en-US" altLang="zh-CN" b="1" dirty="0">
                    <a:latin typeface="+mn-ea"/>
                  </a:rPr>
                  <a:t>A</a:t>
                </a:r>
                <a:r>
                  <a:rPr lang="zh-CN" altLang="en-US" b="1" dirty="0">
                    <a:latin typeface="+mn-ea"/>
                  </a:rPr>
                  <a:t>的信号覆盖范围</a:t>
                </a:r>
              </a:p>
            </p:txBody>
          </p:sp>
          <p:cxnSp>
            <p:nvCxnSpPr>
              <p:cNvPr id="91" name="直接箭头连接符 90">
                <a:extLst>
                  <a:ext uri="{FF2B5EF4-FFF2-40B4-BE49-F238E27FC236}">
                    <a16:creationId xmlns:a16="http://schemas.microsoft.com/office/drawing/2014/main" id="{1CE9CB27-92D3-42CD-B0C6-B6EFD0511BF6}"/>
                  </a:ext>
                </a:extLst>
              </p:cNvPr>
              <p:cNvCxnSpPr>
                <a:cxnSpLocks/>
                <a:stCxn id="90" idx="2"/>
              </p:cNvCxnSpPr>
              <p:nvPr/>
            </p:nvCxnSpPr>
            <p:spPr>
              <a:xfrm>
                <a:off x="1529857" y="2840858"/>
                <a:ext cx="787400" cy="584477"/>
              </a:xfrm>
              <a:prstGeom prst="straightConnector1">
                <a:avLst/>
              </a:prstGeom>
              <a:ln w="25400">
                <a:solidFill>
                  <a:schemeClr val="tx1"/>
                </a:solidFill>
                <a:prstDash val="sysDash"/>
                <a:tailEnd type="triangle" w="lg" len="lg"/>
              </a:ln>
            </p:spPr>
            <p:style>
              <a:lnRef idx="1">
                <a:schemeClr val="accent1"/>
              </a:lnRef>
              <a:fillRef idx="0">
                <a:schemeClr val="accent1"/>
              </a:fillRef>
              <a:effectRef idx="0">
                <a:schemeClr val="accent1"/>
              </a:effectRef>
              <a:fontRef idx="minor">
                <a:schemeClr val="tx1"/>
              </a:fontRef>
            </p:style>
          </p:cxnSp>
        </p:grpSp>
        <p:grpSp>
          <p:nvGrpSpPr>
            <p:cNvPr id="92" name="组合 91">
              <a:extLst>
                <a:ext uri="{FF2B5EF4-FFF2-40B4-BE49-F238E27FC236}">
                  <a16:creationId xmlns:a16="http://schemas.microsoft.com/office/drawing/2014/main" id="{9EDA3E1E-DA3F-4803-8CEA-AFA987AEFED0}"/>
                </a:ext>
              </a:extLst>
            </p:cNvPr>
            <p:cNvGrpSpPr/>
            <p:nvPr/>
          </p:nvGrpSpPr>
          <p:grpSpPr>
            <a:xfrm>
              <a:off x="9759534" y="2471526"/>
              <a:ext cx="2015204" cy="953809"/>
              <a:chOff x="9759534" y="2471526"/>
              <a:chExt cx="2015204" cy="953809"/>
            </a:xfrm>
          </p:grpSpPr>
          <p:sp>
            <p:nvSpPr>
              <p:cNvPr id="93" name="文本框 92">
                <a:extLst>
                  <a:ext uri="{FF2B5EF4-FFF2-40B4-BE49-F238E27FC236}">
                    <a16:creationId xmlns:a16="http://schemas.microsoft.com/office/drawing/2014/main" id="{0EC36024-D49C-4281-B3C6-A7D0BC939D06}"/>
                  </a:ext>
                </a:extLst>
              </p:cNvPr>
              <p:cNvSpPr txBox="1"/>
              <p:nvPr/>
            </p:nvSpPr>
            <p:spPr>
              <a:xfrm>
                <a:off x="9759534" y="2471526"/>
                <a:ext cx="2015204" cy="369332"/>
              </a:xfrm>
              <a:prstGeom prst="rect">
                <a:avLst/>
              </a:prstGeom>
              <a:noFill/>
            </p:spPr>
            <p:txBody>
              <a:bodyPr wrap="square" rtlCol="0">
                <a:spAutoFit/>
              </a:bodyPr>
              <a:lstStyle/>
              <a:p>
                <a:pPr algn="ctr"/>
                <a:r>
                  <a:rPr lang="en-US" altLang="zh-CN" b="1" dirty="0">
                    <a:latin typeface="+mn-ea"/>
                  </a:rPr>
                  <a:t>B</a:t>
                </a:r>
                <a:r>
                  <a:rPr lang="zh-CN" altLang="en-US" b="1" dirty="0">
                    <a:latin typeface="+mn-ea"/>
                  </a:rPr>
                  <a:t>的信号覆盖范围</a:t>
                </a:r>
              </a:p>
            </p:txBody>
          </p:sp>
          <p:cxnSp>
            <p:nvCxnSpPr>
              <p:cNvPr id="94" name="直接箭头连接符 93">
                <a:extLst>
                  <a:ext uri="{FF2B5EF4-FFF2-40B4-BE49-F238E27FC236}">
                    <a16:creationId xmlns:a16="http://schemas.microsoft.com/office/drawing/2014/main" id="{42DCF7E1-28BB-4B7F-B4AC-226105E9B241}"/>
                  </a:ext>
                </a:extLst>
              </p:cNvPr>
              <p:cNvCxnSpPr>
                <a:cxnSpLocks/>
                <a:stCxn id="93" idx="2"/>
              </p:cNvCxnSpPr>
              <p:nvPr/>
            </p:nvCxnSpPr>
            <p:spPr>
              <a:xfrm flipH="1">
                <a:off x="9861509" y="2840858"/>
                <a:ext cx="905627" cy="584477"/>
              </a:xfrm>
              <a:prstGeom prst="straightConnector1">
                <a:avLst/>
              </a:prstGeom>
              <a:ln w="25400">
                <a:solidFill>
                  <a:schemeClr val="tx1"/>
                </a:solidFill>
                <a:prstDash val="sysDash"/>
                <a:tailEnd type="triangle" w="lg" len="lg"/>
              </a:ln>
            </p:spPr>
            <p:style>
              <a:lnRef idx="1">
                <a:schemeClr val="accent1"/>
              </a:lnRef>
              <a:fillRef idx="0">
                <a:schemeClr val="accent1"/>
              </a:fillRef>
              <a:effectRef idx="0">
                <a:schemeClr val="accent1"/>
              </a:effectRef>
              <a:fontRef idx="minor">
                <a:schemeClr val="tx1"/>
              </a:fontRef>
            </p:style>
          </p:cxnSp>
        </p:grpSp>
      </p:grpSp>
      <p:sp>
        <p:nvSpPr>
          <p:cNvPr id="36" name="平行四边形 35">
            <a:extLst>
              <a:ext uri="{FF2B5EF4-FFF2-40B4-BE49-F238E27FC236}">
                <a16:creationId xmlns:a16="http://schemas.microsoft.com/office/drawing/2014/main" id="{3EDCD4DE-2B5A-AEA2-3CEF-733557AD1C5A}"/>
              </a:ext>
            </a:extLst>
          </p:cNvPr>
          <p:cNvSpPr/>
          <p:nvPr/>
        </p:nvSpPr>
        <p:spPr>
          <a:xfrm>
            <a:off x="304799" y="749300"/>
            <a:ext cx="691019" cy="387090"/>
          </a:xfrm>
          <a:prstGeom prst="parallelogram">
            <a:avLst/>
          </a:prstGeom>
          <a:solidFill>
            <a:schemeClr val="accent3">
              <a:lumMod val="75000"/>
            </a:schemeClr>
          </a:solidFill>
          <a:ln>
            <a:solidFill>
              <a:schemeClr val="accent3">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CN" sz="2200" dirty="0">
                <a:latin typeface="Impact" panose="020B0806030902050204" pitchFamily="34" charset="0"/>
              </a:rPr>
              <a:t>04</a:t>
            </a:r>
            <a:endParaRPr lang="zh-CN" altLang="en-US" sz="2200" dirty="0">
              <a:latin typeface="Impact" panose="020B0806030902050204" pitchFamily="34" charset="0"/>
            </a:endParaRPr>
          </a:p>
        </p:txBody>
      </p:sp>
    </p:spTree>
    <p:custDataLst>
      <p:tags r:id="rId1"/>
    </p:custDataLst>
    <p:extLst>
      <p:ext uri="{BB962C8B-B14F-4D97-AF65-F5344CB8AC3E}">
        <p14:creationId xmlns:p14="http://schemas.microsoft.com/office/powerpoint/2010/main" val="868258501"/>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30" presetClass="entr" presetSubtype="0" fill="hold" nodeType="withEffect">
                                  <p:stCondLst>
                                    <p:cond delay="0"/>
                                  </p:stCondLst>
                                  <p:childTnLst>
                                    <p:set>
                                      <p:cBhvr>
                                        <p:cTn id="6" dur="1" fill="hold">
                                          <p:stCondLst>
                                            <p:cond delay="0"/>
                                          </p:stCondLst>
                                        </p:cTn>
                                        <p:tgtEl>
                                          <p:spTgt spid="9"/>
                                        </p:tgtEl>
                                        <p:attrNameLst>
                                          <p:attrName>style.visibility</p:attrName>
                                        </p:attrNameLst>
                                      </p:cBhvr>
                                      <p:to>
                                        <p:strVal val="visible"/>
                                      </p:to>
                                    </p:set>
                                    <p:animEffect transition="in" filter="fade">
                                      <p:cBhvr>
                                        <p:cTn id="7" dur="800" decel="100000"/>
                                        <p:tgtEl>
                                          <p:spTgt spid="9"/>
                                        </p:tgtEl>
                                      </p:cBhvr>
                                    </p:animEffect>
                                    <p:anim calcmode="lin" valueType="num">
                                      <p:cBhvr>
                                        <p:cTn id="8" dur="800" decel="100000" fill="hold"/>
                                        <p:tgtEl>
                                          <p:spTgt spid="9"/>
                                        </p:tgtEl>
                                        <p:attrNameLst>
                                          <p:attrName>style.rotation</p:attrName>
                                        </p:attrNameLst>
                                      </p:cBhvr>
                                      <p:tavLst>
                                        <p:tav tm="0">
                                          <p:val>
                                            <p:fltVal val="-90"/>
                                          </p:val>
                                        </p:tav>
                                        <p:tav tm="100000">
                                          <p:val>
                                            <p:fltVal val="0"/>
                                          </p:val>
                                        </p:tav>
                                      </p:tavLst>
                                    </p:anim>
                                    <p:anim calcmode="lin" valueType="num">
                                      <p:cBhvr>
                                        <p:cTn id="9" dur="800" decel="100000" fill="hold"/>
                                        <p:tgtEl>
                                          <p:spTgt spid="9"/>
                                        </p:tgtEl>
                                        <p:attrNameLst>
                                          <p:attrName>ppt_x</p:attrName>
                                        </p:attrNameLst>
                                      </p:cBhvr>
                                      <p:tavLst>
                                        <p:tav tm="0">
                                          <p:val>
                                            <p:strVal val="#ppt_x+0.4"/>
                                          </p:val>
                                        </p:tav>
                                        <p:tav tm="100000">
                                          <p:val>
                                            <p:strVal val="#ppt_x-0.05"/>
                                          </p:val>
                                        </p:tav>
                                      </p:tavLst>
                                    </p:anim>
                                    <p:anim calcmode="lin" valueType="num">
                                      <p:cBhvr>
                                        <p:cTn id="10" dur="800" decel="100000" fill="hold"/>
                                        <p:tgtEl>
                                          <p:spTgt spid="9"/>
                                        </p:tgtEl>
                                        <p:attrNameLst>
                                          <p:attrName>ppt_y</p:attrName>
                                        </p:attrNameLst>
                                      </p:cBhvr>
                                      <p:tavLst>
                                        <p:tav tm="0">
                                          <p:val>
                                            <p:strVal val="#ppt_y-0.4"/>
                                          </p:val>
                                        </p:tav>
                                        <p:tav tm="100000">
                                          <p:val>
                                            <p:strVal val="#ppt_y+0.1"/>
                                          </p:val>
                                        </p:tav>
                                      </p:tavLst>
                                    </p:anim>
                                    <p:anim calcmode="lin" valueType="num">
                                      <p:cBhvr>
                                        <p:cTn id="11" dur="200" accel="100000" fill="hold">
                                          <p:stCondLst>
                                            <p:cond delay="800"/>
                                          </p:stCondLst>
                                        </p:cTn>
                                        <p:tgtEl>
                                          <p:spTgt spid="9"/>
                                        </p:tgtEl>
                                        <p:attrNameLst>
                                          <p:attrName>ppt_x</p:attrName>
                                        </p:attrNameLst>
                                      </p:cBhvr>
                                      <p:tavLst>
                                        <p:tav tm="0">
                                          <p:val>
                                            <p:strVal val="#ppt_x-0.05"/>
                                          </p:val>
                                        </p:tav>
                                        <p:tav tm="100000">
                                          <p:val>
                                            <p:strVal val="#ppt_x"/>
                                          </p:val>
                                        </p:tav>
                                      </p:tavLst>
                                    </p:anim>
                                    <p:anim calcmode="lin" valueType="num">
                                      <p:cBhvr>
                                        <p:cTn id="12" dur="200" accel="100000" fill="hold">
                                          <p:stCondLst>
                                            <p:cond delay="800"/>
                                          </p:stCondLst>
                                        </p:cTn>
                                        <p:tgtEl>
                                          <p:spTgt spid="9"/>
                                        </p:tgtEl>
                                        <p:attrNameLst>
                                          <p:attrName>ppt_y</p:attrName>
                                        </p:attrNameLst>
                                      </p:cBhvr>
                                      <p:tavLst>
                                        <p:tav tm="0">
                                          <p:val>
                                            <p:strVal val="#ppt_y+0.1"/>
                                          </p:val>
                                        </p:tav>
                                        <p:tav tm="100000">
                                          <p:val>
                                            <p:strVal val="#ppt_y"/>
                                          </p:val>
                                        </p:tav>
                                      </p:tavLst>
                                    </p:anim>
                                  </p:childTnLst>
                                </p:cTn>
                              </p:par>
                            </p:childTnLst>
                          </p:cTn>
                        </p:par>
                      </p:childTnLst>
                    </p:cTn>
                  </p:par>
                  <p:par>
                    <p:cTn id="13" fill="hold">
                      <p:stCondLst>
                        <p:cond delay="indefinite"/>
                      </p:stCondLst>
                      <p:childTnLst>
                        <p:par>
                          <p:cTn id="14" fill="hold">
                            <p:stCondLst>
                              <p:cond delay="0"/>
                            </p:stCondLst>
                            <p:childTnLst>
                              <p:par>
                                <p:cTn id="15" presetID="12" presetClass="entr" presetSubtype="8" fill="hold" grpId="0" nodeType="clickEffect">
                                  <p:stCondLst>
                                    <p:cond delay="0"/>
                                  </p:stCondLst>
                                  <p:childTnLst>
                                    <p:set>
                                      <p:cBhvr>
                                        <p:cTn id="16" dur="1" fill="hold">
                                          <p:stCondLst>
                                            <p:cond delay="0"/>
                                          </p:stCondLst>
                                        </p:cTn>
                                        <p:tgtEl>
                                          <p:spTgt spid="5"/>
                                        </p:tgtEl>
                                        <p:attrNameLst>
                                          <p:attrName>style.visibility</p:attrName>
                                        </p:attrNameLst>
                                      </p:cBhvr>
                                      <p:to>
                                        <p:strVal val="visible"/>
                                      </p:to>
                                    </p:set>
                                    <p:anim calcmode="lin" valueType="num">
                                      <p:cBhvr additive="base">
                                        <p:cTn id="17" dur="500"/>
                                        <p:tgtEl>
                                          <p:spTgt spid="5"/>
                                        </p:tgtEl>
                                        <p:attrNameLst>
                                          <p:attrName>ppt_x</p:attrName>
                                        </p:attrNameLst>
                                      </p:cBhvr>
                                      <p:tavLst>
                                        <p:tav tm="0">
                                          <p:val>
                                            <p:strVal val="#ppt_x-#ppt_w*1.125000"/>
                                          </p:val>
                                        </p:tav>
                                        <p:tav tm="100000">
                                          <p:val>
                                            <p:strVal val="#ppt_x"/>
                                          </p:val>
                                        </p:tav>
                                      </p:tavLst>
                                    </p:anim>
                                    <p:animEffect transition="in" filter="wipe(right)">
                                      <p:cBhvr>
                                        <p:cTn id="18" dur="500"/>
                                        <p:tgtEl>
                                          <p:spTgt spid="5"/>
                                        </p:tgtEl>
                                      </p:cBhvr>
                                    </p:animEffect>
                                  </p:childTnLst>
                                </p:cTn>
                              </p:par>
                              <p:par>
                                <p:cTn id="19" presetID="12" presetClass="entr" presetSubtype="1" fill="hold" grpId="0" nodeType="withEffect">
                                  <p:stCondLst>
                                    <p:cond delay="0"/>
                                  </p:stCondLst>
                                  <p:childTnLst>
                                    <p:set>
                                      <p:cBhvr>
                                        <p:cTn id="20" dur="1" fill="hold">
                                          <p:stCondLst>
                                            <p:cond delay="0"/>
                                          </p:stCondLst>
                                        </p:cTn>
                                        <p:tgtEl>
                                          <p:spTgt spid="108"/>
                                        </p:tgtEl>
                                        <p:attrNameLst>
                                          <p:attrName>style.visibility</p:attrName>
                                        </p:attrNameLst>
                                      </p:cBhvr>
                                      <p:to>
                                        <p:strVal val="visible"/>
                                      </p:to>
                                    </p:set>
                                    <p:anim calcmode="lin" valueType="num">
                                      <p:cBhvr additive="base">
                                        <p:cTn id="21" dur="500"/>
                                        <p:tgtEl>
                                          <p:spTgt spid="108"/>
                                        </p:tgtEl>
                                        <p:attrNameLst>
                                          <p:attrName>ppt_y</p:attrName>
                                        </p:attrNameLst>
                                      </p:cBhvr>
                                      <p:tavLst>
                                        <p:tav tm="0">
                                          <p:val>
                                            <p:strVal val="#ppt_y-#ppt_h*1.125000"/>
                                          </p:val>
                                        </p:tav>
                                        <p:tav tm="100000">
                                          <p:val>
                                            <p:strVal val="#ppt_y"/>
                                          </p:val>
                                        </p:tav>
                                      </p:tavLst>
                                    </p:anim>
                                    <p:animEffect transition="in" filter="wipe(down)">
                                      <p:cBhvr>
                                        <p:cTn id="22" dur="500"/>
                                        <p:tgtEl>
                                          <p:spTgt spid="108"/>
                                        </p:tgtEl>
                                      </p:cBhvr>
                                    </p:animEffect>
                                  </p:childTnLst>
                                </p:cTn>
                              </p:par>
                              <p:par>
                                <p:cTn id="23" presetID="12" presetClass="entr" presetSubtype="2" fill="hold" nodeType="withEffect">
                                  <p:stCondLst>
                                    <p:cond delay="0"/>
                                  </p:stCondLst>
                                  <p:childTnLst>
                                    <p:set>
                                      <p:cBhvr>
                                        <p:cTn id="24" dur="1" fill="hold">
                                          <p:stCondLst>
                                            <p:cond delay="0"/>
                                          </p:stCondLst>
                                        </p:cTn>
                                        <p:tgtEl>
                                          <p:spTgt spid="8"/>
                                        </p:tgtEl>
                                        <p:attrNameLst>
                                          <p:attrName>style.visibility</p:attrName>
                                        </p:attrNameLst>
                                      </p:cBhvr>
                                      <p:to>
                                        <p:strVal val="visible"/>
                                      </p:to>
                                    </p:set>
                                    <p:anim calcmode="lin" valueType="num">
                                      <p:cBhvr additive="base">
                                        <p:cTn id="25" dur="500"/>
                                        <p:tgtEl>
                                          <p:spTgt spid="8"/>
                                        </p:tgtEl>
                                        <p:attrNameLst>
                                          <p:attrName>ppt_x</p:attrName>
                                        </p:attrNameLst>
                                      </p:cBhvr>
                                      <p:tavLst>
                                        <p:tav tm="0">
                                          <p:val>
                                            <p:strVal val="#ppt_x+#ppt_w*1.125000"/>
                                          </p:val>
                                        </p:tav>
                                        <p:tav tm="100000">
                                          <p:val>
                                            <p:strVal val="#ppt_x"/>
                                          </p:val>
                                        </p:tav>
                                      </p:tavLst>
                                    </p:anim>
                                    <p:animEffect transition="in" filter="wipe(left)">
                                      <p:cBhvr>
                                        <p:cTn id="26" dur="500"/>
                                        <p:tgtEl>
                                          <p:spTgt spid="8"/>
                                        </p:tgtEl>
                                      </p:cBhvr>
                                    </p:animEffect>
                                  </p:childTnLst>
                                </p:cTn>
                              </p:par>
                              <p:par>
                                <p:cTn id="27" presetID="12" presetClass="entr" presetSubtype="4" fill="hold" grpId="0" nodeType="withEffect">
                                  <p:stCondLst>
                                    <p:cond delay="0"/>
                                  </p:stCondLst>
                                  <p:childTnLst>
                                    <p:set>
                                      <p:cBhvr>
                                        <p:cTn id="28" dur="1" fill="hold">
                                          <p:stCondLst>
                                            <p:cond delay="0"/>
                                          </p:stCondLst>
                                        </p:cTn>
                                        <p:tgtEl>
                                          <p:spTgt spid="110"/>
                                        </p:tgtEl>
                                        <p:attrNameLst>
                                          <p:attrName>style.visibility</p:attrName>
                                        </p:attrNameLst>
                                      </p:cBhvr>
                                      <p:to>
                                        <p:strVal val="visible"/>
                                      </p:to>
                                    </p:set>
                                    <p:anim calcmode="lin" valueType="num">
                                      <p:cBhvr additive="base">
                                        <p:cTn id="29" dur="500"/>
                                        <p:tgtEl>
                                          <p:spTgt spid="110"/>
                                        </p:tgtEl>
                                        <p:attrNameLst>
                                          <p:attrName>ppt_y</p:attrName>
                                        </p:attrNameLst>
                                      </p:cBhvr>
                                      <p:tavLst>
                                        <p:tav tm="0">
                                          <p:val>
                                            <p:strVal val="#ppt_y+#ppt_h*1.125000"/>
                                          </p:val>
                                        </p:tav>
                                        <p:tav tm="100000">
                                          <p:val>
                                            <p:strVal val="#ppt_y"/>
                                          </p:val>
                                        </p:tav>
                                      </p:tavLst>
                                    </p:anim>
                                    <p:animEffect transition="in" filter="wipe(up)">
                                      <p:cBhvr>
                                        <p:cTn id="30" dur="500"/>
                                        <p:tgtEl>
                                          <p:spTgt spid="110"/>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 grpId="0" animBg="1"/>
      <p:bldP spid="108" grpId="0" animBg="1"/>
      <p:bldP spid="110" grpId="0" animBg="1"/>
    </p:bldLst>
  </p:timing>
</p:sld>
</file>

<file path=ppt/slides/slide56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标注: 右箭头 4">
            <a:extLst>
              <a:ext uri="{FF2B5EF4-FFF2-40B4-BE49-F238E27FC236}">
                <a16:creationId xmlns:a16="http://schemas.microsoft.com/office/drawing/2014/main" id="{7C6217C6-A161-4FB0-97AB-1F1B884F06E0}"/>
              </a:ext>
            </a:extLst>
          </p:cNvPr>
          <p:cNvSpPr/>
          <p:nvPr/>
        </p:nvSpPr>
        <p:spPr>
          <a:xfrm>
            <a:off x="6446184" y="4170692"/>
            <a:ext cx="736600" cy="241300"/>
          </a:xfrm>
          <a:prstGeom prst="rightArrowCallout">
            <a:avLst>
              <a:gd name="adj1" fmla="val 25000"/>
              <a:gd name="adj2" fmla="val 25000"/>
              <a:gd name="adj3" fmla="val 25000"/>
              <a:gd name="adj4" fmla="val 82394"/>
            </a:avLst>
          </a:prstGeom>
          <a:solidFill>
            <a:schemeClr val="accent2">
              <a:lumMod val="50000"/>
            </a:schemeClr>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CN" b="1" dirty="0"/>
              <a:t>CTS</a:t>
            </a:r>
            <a:endParaRPr lang="zh-CN" altLang="en-US" b="1" dirty="0"/>
          </a:p>
        </p:txBody>
      </p:sp>
      <p:sp>
        <p:nvSpPr>
          <p:cNvPr id="108" name="标注: 右箭头 107">
            <a:extLst>
              <a:ext uri="{FF2B5EF4-FFF2-40B4-BE49-F238E27FC236}">
                <a16:creationId xmlns:a16="http://schemas.microsoft.com/office/drawing/2014/main" id="{C0F81583-A3BF-4455-9E31-0E1B608CBF22}"/>
              </a:ext>
            </a:extLst>
          </p:cNvPr>
          <p:cNvSpPr/>
          <p:nvPr/>
        </p:nvSpPr>
        <p:spPr>
          <a:xfrm rot="5400000">
            <a:off x="5722710" y="5103734"/>
            <a:ext cx="736600" cy="241300"/>
          </a:xfrm>
          <a:prstGeom prst="rightArrowCallout">
            <a:avLst>
              <a:gd name="adj1" fmla="val 25000"/>
              <a:gd name="adj2" fmla="val 25000"/>
              <a:gd name="adj3" fmla="val 25000"/>
              <a:gd name="adj4" fmla="val 82394"/>
            </a:avLst>
          </a:prstGeom>
          <a:solidFill>
            <a:schemeClr val="accent2">
              <a:lumMod val="50000"/>
            </a:schemeClr>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CN" b="1" dirty="0"/>
              <a:t>CTS</a:t>
            </a:r>
            <a:endParaRPr lang="zh-CN" altLang="en-US" b="1" dirty="0"/>
          </a:p>
        </p:txBody>
      </p:sp>
      <p:sp>
        <p:nvSpPr>
          <p:cNvPr id="110" name="标注: 右箭头 109">
            <a:extLst>
              <a:ext uri="{FF2B5EF4-FFF2-40B4-BE49-F238E27FC236}">
                <a16:creationId xmlns:a16="http://schemas.microsoft.com/office/drawing/2014/main" id="{45383B48-63F0-4531-99AA-5AA40F42548A}"/>
              </a:ext>
            </a:extLst>
          </p:cNvPr>
          <p:cNvSpPr/>
          <p:nvPr/>
        </p:nvSpPr>
        <p:spPr>
          <a:xfrm rot="16200000">
            <a:off x="5753223" y="3086131"/>
            <a:ext cx="736600" cy="241300"/>
          </a:xfrm>
          <a:prstGeom prst="rightArrowCallout">
            <a:avLst>
              <a:gd name="adj1" fmla="val 25000"/>
              <a:gd name="adj2" fmla="val 25000"/>
              <a:gd name="adj3" fmla="val 25000"/>
              <a:gd name="adj4" fmla="val 82394"/>
            </a:avLst>
          </a:prstGeom>
          <a:solidFill>
            <a:schemeClr val="accent2">
              <a:lumMod val="50000"/>
            </a:schemeClr>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CN" b="1" dirty="0"/>
              <a:t>CTS</a:t>
            </a:r>
            <a:endParaRPr lang="zh-CN" altLang="en-US" b="1" dirty="0"/>
          </a:p>
        </p:txBody>
      </p:sp>
      <p:grpSp>
        <p:nvGrpSpPr>
          <p:cNvPr id="8" name="组合 7">
            <a:extLst>
              <a:ext uri="{FF2B5EF4-FFF2-40B4-BE49-F238E27FC236}">
                <a16:creationId xmlns:a16="http://schemas.microsoft.com/office/drawing/2014/main" id="{E8F34761-1880-4493-8069-E5ADFDDA69F0}"/>
              </a:ext>
            </a:extLst>
          </p:cNvPr>
          <p:cNvGrpSpPr/>
          <p:nvPr/>
        </p:nvGrpSpPr>
        <p:grpSpPr>
          <a:xfrm>
            <a:off x="4794369" y="4106676"/>
            <a:ext cx="736600" cy="369332"/>
            <a:chOff x="3139117" y="4462761"/>
            <a:chExt cx="736600" cy="369332"/>
          </a:xfrm>
          <a:solidFill>
            <a:schemeClr val="accent2">
              <a:lumMod val="50000"/>
            </a:schemeClr>
          </a:solidFill>
        </p:grpSpPr>
        <p:sp>
          <p:nvSpPr>
            <p:cNvPr id="111" name="标注: 右箭头 110">
              <a:extLst>
                <a:ext uri="{FF2B5EF4-FFF2-40B4-BE49-F238E27FC236}">
                  <a16:creationId xmlns:a16="http://schemas.microsoft.com/office/drawing/2014/main" id="{BCF67DB0-1237-474D-ACA3-60BF4DAF2C86}"/>
                </a:ext>
              </a:extLst>
            </p:cNvPr>
            <p:cNvSpPr/>
            <p:nvPr/>
          </p:nvSpPr>
          <p:spPr>
            <a:xfrm rot="10800000">
              <a:off x="3139117" y="4526777"/>
              <a:ext cx="736600" cy="241300"/>
            </a:xfrm>
            <a:prstGeom prst="rightArrowCallout">
              <a:avLst>
                <a:gd name="adj1" fmla="val 25000"/>
                <a:gd name="adj2" fmla="val 25000"/>
                <a:gd name="adj3" fmla="val 25000"/>
                <a:gd name="adj4" fmla="val 82394"/>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b="1" dirty="0"/>
            </a:p>
          </p:txBody>
        </p:sp>
        <p:sp>
          <p:nvSpPr>
            <p:cNvPr id="112" name="文本框 111">
              <a:extLst>
                <a:ext uri="{FF2B5EF4-FFF2-40B4-BE49-F238E27FC236}">
                  <a16:creationId xmlns:a16="http://schemas.microsoft.com/office/drawing/2014/main" id="{0B93DEEF-C86B-4BA8-AA50-91DDC05BD452}"/>
                </a:ext>
              </a:extLst>
            </p:cNvPr>
            <p:cNvSpPr txBox="1"/>
            <p:nvPr/>
          </p:nvSpPr>
          <p:spPr>
            <a:xfrm>
              <a:off x="3269606" y="4462761"/>
              <a:ext cx="606111" cy="369332"/>
            </a:xfrm>
            <a:prstGeom prst="rect">
              <a:avLst/>
            </a:prstGeom>
            <a:grpFill/>
          </p:spPr>
          <p:txBody>
            <a:bodyPr wrap="square">
              <a:spAutoFit/>
            </a:bodyPr>
            <a:lstStyle/>
            <a:p>
              <a:pPr algn="ctr"/>
              <a:r>
                <a:rPr lang="en-US" altLang="zh-CN" b="1" dirty="0">
                  <a:solidFill>
                    <a:schemeClr val="bg1"/>
                  </a:solidFill>
                </a:rPr>
                <a:t>CTS</a:t>
              </a:r>
              <a:endParaRPr lang="zh-CN" altLang="en-US" b="1" dirty="0">
                <a:solidFill>
                  <a:schemeClr val="bg1"/>
                </a:solidFill>
              </a:endParaRPr>
            </a:p>
          </p:txBody>
        </p:sp>
      </p:grpSp>
      <p:grpSp>
        <p:nvGrpSpPr>
          <p:cNvPr id="4" name="组合 3">
            <a:extLst>
              <a:ext uri="{FF2B5EF4-FFF2-40B4-BE49-F238E27FC236}">
                <a16:creationId xmlns:a16="http://schemas.microsoft.com/office/drawing/2014/main" id="{9A1EA9F2-FCB6-48C3-935F-7AE7E3AD14AC}"/>
              </a:ext>
            </a:extLst>
          </p:cNvPr>
          <p:cNvGrpSpPr/>
          <p:nvPr/>
        </p:nvGrpSpPr>
        <p:grpSpPr>
          <a:xfrm>
            <a:off x="304800" y="749300"/>
            <a:ext cx="5791200" cy="400110"/>
            <a:chOff x="424117" y="898245"/>
            <a:chExt cx="5791200" cy="400110"/>
          </a:xfrm>
        </p:grpSpPr>
        <p:sp>
          <p:nvSpPr>
            <p:cNvPr id="2" name="平行四边形 1">
              <a:extLst>
                <a:ext uri="{FF2B5EF4-FFF2-40B4-BE49-F238E27FC236}">
                  <a16:creationId xmlns:a16="http://schemas.microsoft.com/office/drawing/2014/main" id="{1F5BAA3F-9845-4F89-A2DD-8222D3E4EDAC}"/>
                </a:ext>
              </a:extLst>
            </p:cNvPr>
            <p:cNvSpPr/>
            <p:nvPr/>
          </p:nvSpPr>
          <p:spPr>
            <a:xfrm>
              <a:off x="424117" y="898245"/>
              <a:ext cx="628306" cy="387090"/>
            </a:xfrm>
            <a:prstGeom prst="parallelogram">
              <a:avLst/>
            </a:prstGeom>
            <a:solidFill>
              <a:schemeClr val="accent3">
                <a:lumMod val="75000"/>
              </a:schemeClr>
            </a:solidFill>
            <a:ln>
              <a:solidFill>
                <a:schemeClr val="accent3">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CN" sz="2200" dirty="0">
                  <a:latin typeface="Impact" panose="020B0806030902050204" pitchFamily="34" charset="0"/>
                </a:rPr>
                <a:t>01</a:t>
              </a:r>
              <a:endParaRPr lang="zh-CN" altLang="en-US" sz="2200" dirty="0">
                <a:latin typeface="Impact" panose="020B0806030902050204" pitchFamily="34" charset="0"/>
              </a:endParaRPr>
            </a:p>
          </p:txBody>
        </p:sp>
        <p:sp>
          <p:nvSpPr>
            <p:cNvPr id="3" name="文本框 2">
              <a:extLst>
                <a:ext uri="{FF2B5EF4-FFF2-40B4-BE49-F238E27FC236}">
                  <a16:creationId xmlns:a16="http://schemas.microsoft.com/office/drawing/2014/main" id="{4D6BD736-A4D3-4F26-AFED-36E11F50F70B}"/>
                </a:ext>
              </a:extLst>
            </p:cNvPr>
            <p:cNvSpPr txBox="1"/>
            <p:nvPr/>
          </p:nvSpPr>
          <p:spPr>
            <a:xfrm>
              <a:off x="1052423" y="898245"/>
              <a:ext cx="5162894" cy="400110"/>
            </a:xfrm>
            <a:prstGeom prst="rect">
              <a:avLst/>
            </a:prstGeom>
            <a:noFill/>
          </p:spPr>
          <p:txBody>
            <a:bodyPr wrap="square" rtlCol="0">
              <a:spAutoFit/>
            </a:bodyPr>
            <a:lstStyle/>
            <a:p>
              <a:r>
                <a:rPr lang="en-US" altLang="zh-CN" sz="2000" b="1" dirty="0">
                  <a:solidFill>
                    <a:schemeClr val="tx1"/>
                  </a:solidFill>
                  <a:latin typeface="Arial Narrow" panose="020B0606020202030204" pitchFamily="34" charset="0"/>
                </a:rPr>
                <a:t>CSMA/CA</a:t>
              </a:r>
              <a:r>
                <a:rPr lang="zh-CN" altLang="en-US" sz="2000" b="1" dirty="0">
                  <a:solidFill>
                    <a:schemeClr val="tx1"/>
                  </a:solidFill>
                  <a:latin typeface="Arial Narrow" panose="020B0606020202030204" pitchFamily="34" charset="0"/>
                </a:rPr>
                <a:t>协议的基本工作原理</a:t>
              </a:r>
              <a:endParaRPr lang="en-US" altLang="zh-CN" sz="2000" b="1" dirty="0">
                <a:solidFill>
                  <a:schemeClr val="tx1"/>
                </a:solidFill>
                <a:latin typeface="Arial Narrow" panose="020B0606020202030204" pitchFamily="34" charset="0"/>
              </a:endParaRPr>
            </a:p>
          </p:txBody>
        </p:sp>
      </p:grpSp>
      <p:sp>
        <p:nvSpPr>
          <p:cNvPr id="106" name="文本框 105">
            <a:extLst>
              <a:ext uri="{FF2B5EF4-FFF2-40B4-BE49-F238E27FC236}">
                <a16:creationId xmlns:a16="http://schemas.microsoft.com/office/drawing/2014/main" id="{05653DE5-C742-449E-8418-291FFAA878A5}"/>
              </a:ext>
            </a:extLst>
          </p:cNvPr>
          <p:cNvSpPr txBox="1"/>
          <p:nvPr/>
        </p:nvSpPr>
        <p:spPr>
          <a:xfrm>
            <a:off x="933106" y="1136390"/>
            <a:ext cx="9920697" cy="400110"/>
          </a:xfrm>
          <a:prstGeom prst="rect">
            <a:avLst/>
          </a:prstGeom>
          <a:noFill/>
        </p:spPr>
        <p:txBody>
          <a:bodyPr wrap="square" rtlCol="0">
            <a:spAutoFit/>
          </a:bodyPr>
          <a:lstStyle/>
          <a:p>
            <a:r>
              <a:rPr lang="zh-CN" altLang="en-US" sz="2000" b="1" dirty="0">
                <a:solidFill>
                  <a:schemeClr val="accent3">
                    <a:lumMod val="75000"/>
                  </a:schemeClr>
                </a:solidFill>
                <a:latin typeface="Arial Narrow" panose="020B0606020202030204" pitchFamily="34" charset="0"/>
              </a:rPr>
              <a:t>为了进一步降低发生碰撞的概率，</a:t>
            </a:r>
            <a:r>
              <a:rPr lang="en-US" altLang="zh-CN" sz="2000" b="1" dirty="0">
                <a:solidFill>
                  <a:schemeClr val="accent3">
                    <a:lumMod val="75000"/>
                  </a:schemeClr>
                </a:solidFill>
                <a:latin typeface="Arial Narrow" panose="020B0606020202030204" pitchFamily="34" charset="0"/>
              </a:rPr>
              <a:t>802.11</a:t>
            </a:r>
            <a:r>
              <a:rPr lang="zh-CN" altLang="en-US" sz="2000" b="1" dirty="0">
                <a:solidFill>
                  <a:schemeClr val="accent3">
                    <a:lumMod val="75000"/>
                  </a:schemeClr>
                </a:solidFill>
                <a:latin typeface="Arial Narrow" panose="020B0606020202030204" pitchFamily="34" charset="0"/>
              </a:rPr>
              <a:t>无线局域网允许源站对信道进行预约。</a:t>
            </a:r>
            <a:endParaRPr lang="en-US" altLang="zh-CN" sz="2000" b="1" dirty="0">
              <a:solidFill>
                <a:schemeClr val="accent3">
                  <a:lumMod val="75000"/>
                </a:schemeClr>
              </a:solidFill>
              <a:latin typeface="Arial Narrow" panose="020B0606020202030204" pitchFamily="34" charset="0"/>
            </a:endParaRPr>
          </a:p>
        </p:txBody>
      </p:sp>
      <p:grpSp>
        <p:nvGrpSpPr>
          <p:cNvPr id="9" name="组合 8">
            <a:extLst>
              <a:ext uri="{FF2B5EF4-FFF2-40B4-BE49-F238E27FC236}">
                <a16:creationId xmlns:a16="http://schemas.microsoft.com/office/drawing/2014/main" id="{988088A9-5EC8-4C57-AFA4-5903E5DF1361}"/>
              </a:ext>
            </a:extLst>
          </p:cNvPr>
          <p:cNvGrpSpPr/>
          <p:nvPr/>
        </p:nvGrpSpPr>
        <p:grpSpPr>
          <a:xfrm>
            <a:off x="522255" y="1973572"/>
            <a:ext cx="11252483" cy="4465328"/>
            <a:chOff x="522255" y="1973572"/>
            <a:chExt cx="11252483" cy="4465328"/>
          </a:xfrm>
        </p:grpSpPr>
        <p:sp>
          <p:nvSpPr>
            <p:cNvPr id="70" name="椭圆 69">
              <a:extLst>
                <a:ext uri="{FF2B5EF4-FFF2-40B4-BE49-F238E27FC236}">
                  <a16:creationId xmlns:a16="http://schemas.microsoft.com/office/drawing/2014/main" id="{FC27A71C-51AA-4D1B-9747-1E646E100C8A}"/>
                </a:ext>
              </a:extLst>
            </p:cNvPr>
            <p:cNvSpPr/>
            <p:nvPr/>
          </p:nvSpPr>
          <p:spPr>
            <a:xfrm>
              <a:off x="2239073" y="1973572"/>
              <a:ext cx="4465328" cy="4465328"/>
            </a:xfrm>
            <a:prstGeom prst="ellipse">
              <a:avLst/>
            </a:prstGeom>
            <a:noFill/>
            <a:ln>
              <a:solidFill>
                <a:schemeClr val="tx1"/>
              </a:solid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71" name="椭圆 70">
              <a:extLst>
                <a:ext uri="{FF2B5EF4-FFF2-40B4-BE49-F238E27FC236}">
                  <a16:creationId xmlns:a16="http://schemas.microsoft.com/office/drawing/2014/main" id="{AB5EDB37-EDC8-4954-A901-EA3F977BEFF3}"/>
                </a:ext>
              </a:extLst>
            </p:cNvPr>
            <p:cNvSpPr/>
            <p:nvPr/>
          </p:nvSpPr>
          <p:spPr>
            <a:xfrm>
              <a:off x="5512360" y="1973572"/>
              <a:ext cx="4465328" cy="4465328"/>
            </a:xfrm>
            <a:prstGeom prst="ellipse">
              <a:avLst/>
            </a:prstGeom>
            <a:noFill/>
            <a:ln>
              <a:solidFill>
                <a:schemeClr val="tx1"/>
              </a:solid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grpSp>
          <p:nvGrpSpPr>
            <p:cNvPr id="72" name="组合 71">
              <a:extLst>
                <a:ext uri="{FF2B5EF4-FFF2-40B4-BE49-F238E27FC236}">
                  <a16:creationId xmlns:a16="http://schemas.microsoft.com/office/drawing/2014/main" id="{771492D6-801E-4FE3-AD9D-273A73FBD750}"/>
                </a:ext>
              </a:extLst>
            </p:cNvPr>
            <p:cNvGrpSpPr/>
            <p:nvPr/>
          </p:nvGrpSpPr>
          <p:grpSpPr>
            <a:xfrm>
              <a:off x="4140330" y="3526607"/>
              <a:ext cx="3936101" cy="1369502"/>
              <a:chOff x="4140330" y="3526607"/>
              <a:chExt cx="3936101" cy="1369502"/>
            </a:xfrm>
          </p:grpSpPr>
          <p:grpSp>
            <p:nvGrpSpPr>
              <p:cNvPr id="73" name="组合 72">
                <a:extLst>
                  <a:ext uri="{FF2B5EF4-FFF2-40B4-BE49-F238E27FC236}">
                    <a16:creationId xmlns:a16="http://schemas.microsoft.com/office/drawing/2014/main" id="{9A01709F-6ED3-4F9D-8FC0-272164B3FF12}"/>
                  </a:ext>
                </a:extLst>
              </p:cNvPr>
              <p:cNvGrpSpPr/>
              <p:nvPr/>
            </p:nvGrpSpPr>
            <p:grpSpPr>
              <a:xfrm>
                <a:off x="4140330" y="3680315"/>
                <a:ext cx="662814" cy="846462"/>
                <a:chOff x="2163893" y="1015189"/>
                <a:chExt cx="662814" cy="846462"/>
              </a:xfrm>
            </p:grpSpPr>
            <p:grpSp>
              <p:nvGrpSpPr>
                <p:cNvPr id="85" name="组合 84">
                  <a:extLst>
                    <a:ext uri="{FF2B5EF4-FFF2-40B4-BE49-F238E27FC236}">
                      <a16:creationId xmlns:a16="http://schemas.microsoft.com/office/drawing/2014/main" id="{3E168586-F26D-447D-A611-46481B4FC9BB}"/>
                    </a:ext>
                  </a:extLst>
                </p:cNvPr>
                <p:cNvGrpSpPr/>
                <p:nvPr/>
              </p:nvGrpSpPr>
              <p:grpSpPr>
                <a:xfrm>
                  <a:off x="2442267" y="1015189"/>
                  <a:ext cx="381000" cy="351117"/>
                  <a:chOff x="2556504" y="2484669"/>
                  <a:chExt cx="381000" cy="351117"/>
                </a:xfrm>
              </p:grpSpPr>
              <p:pic>
                <p:nvPicPr>
                  <p:cNvPr id="87" name="图形 86">
                    <a:extLst>
                      <a:ext uri="{FF2B5EF4-FFF2-40B4-BE49-F238E27FC236}">
                        <a16:creationId xmlns:a16="http://schemas.microsoft.com/office/drawing/2014/main" id="{10101D43-F7C5-4447-84FD-B9DC6398A45F}"/>
                      </a:ext>
                    </a:extLst>
                  </p:cNvPr>
                  <p:cNvPicPr>
                    <a:picLocks noChangeAspect="1"/>
                  </p:cNvPicPr>
                  <p:nvPr/>
                </p:nvPicPr>
                <p:blipFill>
                  <a:blip r:embed="rId3">
                    <a:extLst>
                      <a:ext uri="{28A0092B-C50C-407E-A947-70E740481C1C}">
                        <a14:useLocalDpi xmlns:a14="http://schemas.microsoft.com/office/drawing/2010/main" val="0"/>
                      </a:ext>
                      <a:ext uri="{96DAC541-7B7A-43D3-8B79-37D633B846F1}">
                        <asvg:svgBlip xmlns:asvg="http://schemas.microsoft.com/office/drawing/2016/SVG/main" r:embed="rId4"/>
                      </a:ext>
                    </a:extLst>
                  </a:blip>
                  <a:stretch>
                    <a:fillRect/>
                  </a:stretch>
                </p:blipFill>
                <p:spPr>
                  <a:xfrm>
                    <a:off x="2556504" y="2484669"/>
                    <a:ext cx="381000" cy="285750"/>
                  </a:xfrm>
                  <a:prstGeom prst="rect">
                    <a:avLst/>
                  </a:prstGeom>
                </p:spPr>
              </p:pic>
              <p:cxnSp>
                <p:nvCxnSpPr>
                  <p:cNvPr id="88" name="直接连接符 87">
                    <a:extLst>
                      <a:ext uri="{FF2B5EF4-FFF2-40B4-BE49-F238E27FC236}">
                        <a16:creationId xmlns:a16="http://schemas.microsoft.com/office/drawing/2014/main" id="{0FB80A97-A0BF-4B33-82D2-32C330353E20}"/>
                      </a:ext>
                    </a:extLst>
                  </p:cNvPr>
                  <p:cNvCxnSpPr/>
                  <p:nvPr/>
                </p:nvCxnSpPr>
                <p:spPr>
                  <a:xfrm>
                    <a:off x="2747004" y="2612580"/>
                    <a:ext cx="0" cy="223206"/>
                  </a:xfrm>
                  <a:prstGeom prst="line">
                    <a:avLst/>
                  </a:prstGeom>
                  <a:ln w="25400">
                    <a:solidFill>
                      <a:srgbClr val="999999"/>
                    </a:solidFill>
                  </a:ln>
                </p:spPr>
                <p:style>
                  <a:lnRef idx="1">
                    <a:schemeClr val="accent1"/>
                  </a:lnRef>
                  <a:fillRef idx="0">
                    <a:schemeClr val="accent1"/>
                  </a:fillRef>
                  <a:effectRef idx="0">
                    <a:schemeClr val="accent1"/>
                  </a:effectRef>
                  <a:fontRef idx="minor">
                    <a:schemeClr val="tx1"/>
                  </a:fontRef>
                </p:style>
              </p:cxnSp>
            </p:grpSp>
            <p:pic>
              <p:nvPicPr>
                <p:cNvPr id="86" name="图形 10">
                  <a:extLst>
                    <a:ext uri="{FF2B5EF4-FFF2-40B4-BE49-F238E27FC236}">
                      <a16:creationId xmlns:a16="http://schemas.microsoft.com/office/drawing/2014/main" id="{3D471F2F-1CB3-48DE-912B-1EB13672E573}"/>
                    </a:ext>
                  </a:extLst>
                </p:cNvPr>
                <p:cNvPicPr>
                  <a:picLocks noChangeAspect="1"/>
                </p:cNvPicPr>
                <p:nvPr/>
              </p:nvPicPr>
              <p:blipFill>
                <a:blip r:embed="rId5">
                  <a:extLst>
                    <a:ext uri="{28A0092B-C50C-407E-A947-70E740481C1C}">
                      <a14:useLocalDpi xmlns:a14="http://schemas.microsoft.com/office/drawing/2010/main" val="0"/>
                    </a:ext>
                    <a:ext uri="{96DAC541-7B7A-43D3-8B79-37D633B846F1}">
                      <asvg:svgBlip xmlns:asvg="http://schemas.microsoft.com/office/drawing/2016/SVG/main" r:embed="rId6"/>
                    </a:ext>
                  </a:extLst>
                </a:blip>
                <a:stretch>
                  <a:fillRect/>
                </a:stretch>
              </p:blipFill>
              <p:spPr>
                <a:xfrm>
                  <a:off x="2163893" y="1220569"/>
                  <a:ext cx="662814" cy="641082"/>
                </a:xfrm>
                <a:prstGeom prst="rect">
                  <a:avLst/>
                </a:prstGeom>
              </p:spPr>
            </p:pic>
          </p:grpSp>
          <p:pic>
            <p:nvPicPr>
              <p:cNvPr id="76" name="图形 75">
                <a:extLst>
                  <a:ext uri="{FF2B5EF4-FFF2-40B4-BE49-F238E27FC236}">
                    <a16:creationId xmlns:a16="http://schemas.microsoft.com/office/drawing/2014/main" id="{734FB3B5-AF1F-4E91-9329-5C31519E8682}"/>
                  </a:ext>
                </a:extLst>
              </p:cNvPr>
              <p:cNvPicPr>
                <a:picLocks noChangeAspect="1"/>
              </p:cNvPicPr>
              <p:nvPr/>
            </p:nvPicPr>
            <p:blipFill>
              <a:blip r:embed="rId7">
                <a:extLst>
                  <a:ext uri="{28A0092B-C50C-407E-A947-70E740481C1C}">
                    <a14:useLocalDpi xmlns:a14="http://schemas.microsoft.com/office/drawing/2010/main" val="0"/>
                  </a:ext>
                  <a:ext uri="{96DAC541-7B7A-43D3-8B79-37D633B846F1}">
                    <asvg:svgBlip xmlns:asvg="http://schemas.microsoft.com/office/drawing/2016/SVG/main" r:embed="rId8"/>
                  </a:ext>
                </a:extLst>
              </a:blip>
              <a:stretch>
                <a:fillRect/>
              </a:stretch>
            </p:blipFill>
            <p:spPr>
              <a:xfrm>
                <a:off x="5576661" y="3526607"/>
                <a:ext cx="1028700" cy="1009650"/>
              </a:xfrm>
              <a:prstGeom prst="rect">
                <a:avLst/>
              </a:prstGeom>
            </p:spPr>
          </p:pic>
          <p:sp>
            <p:nvSpPr>
              <p:cNvPr id="77" name="文本框 76">
                <a:extLst>
                  <a:ext uri="{FF2B5EF4-FFF2-40B4-BE49-F238E27FC236}">
                    <a16:creationId xmlns:a16="http://schemas.microsoft.com/office/drawing/2014/main" id="{6168D346-6A25-4349-BCF7-E10917FA8861}"/>
                  </a:ext>
                </a:extLst>
              </p:cNvPr>
              <p:cNvSpPr txBox="1"/>
              <p:nvPr/>
            </p:nvSpPr>
            <p:spPr>
              <a:xfrm>
                <a:off x="4415264" y="3923795"/>
                <a:ext cx="339118" cy="369332"/>
              </a:xfrm>
              <a:prstGeom prst="rect">
                <a:avLst/>
              </a:prstGeom>
              <a:noFill/>
            </p:spPr>
            <p:txBody>
              <a:bodyPr wrap="square" rtlCol="0">
                <a:spAutoFit/>
              </a:bodyPr>
              <a:lstStyle/>
              <a:p>
                <a:pPr algn="ctr"/>
                <a:r>
                  <a:rPr lang="en-US" altLang="zh-CN" b="1" dirty="0">
                    <a:solidFill>
                      <a:schemeClr val="bg1"/>
                    </a:solidFill>
                    <a:latin typeface="+mn-ea"/>
                  </a:rPr>
                  <a:t>A</a:t>
                </a:r>
                <a:endParaRPr lang="zh-CN" altLang="en-US" b="1" dirty="0">
                  <a:solidFill>
                    <a:schemeClr val="bg1"/>
                  </a:solidFill>
                  <a:latin typeface="+mn-ea"/>
                </a:endParaRPr>
              </a:p>
            </p:txBody>
          </p:sp>
          <p:grpSp>
            <p:nvGrpSpPr>
              <p:cNvPr id="78" name="组合 77">
                <a:extLst>
                  <a:ext uri="{FF2B5EF4-FFF2-40B4-BE49-F238E27FC236}">
                    <a16:creationId xmlns:a16="http://schemas.microsoft.com/office/drawing/2014/main" id="{8247A8FB-1474-472D-BB5F-95D0B282D6ED}"/>
                  </a:ext>
                </a:extLst>
              </p:cNvPr>
              <p:cNvGrpSpPr/>
              <p:nvPr/>
            </p:nvGrpSpPr>
            <p:grpSpPr>
              <a:xfrm>
                <a:off x="7413617" y="3680315"/>
                <a:ext cx="662814" cy="846462"/>
                <a:chOff x="2163893" y="1015189"/>
                <a:chExt cx="662814" cy="846462"/>
              </a:xfrm>
            </p:grpSpPr>
            <p:grpSp>
              <p:nvGrpSpPr>
                <p:cNvPr id="81" name="组合 80">
                  <a:extLst>
                    <a:ext uri="{FF2B5EF4-FFF2-40B4-BE49-F238E27FC236}">
                      <a16:creationId xmlns:a16="http://schemas.microsoft.com/office/drawing/2014/main" id="{F02417E4-255C-4E57-B920-D3F39046E87B}"/>
                    </a:ext>
                  </a:extLst>
                </p:cNvPr>
                <p:cNvGrpSpPr/>
                <p:nvPr/>
              </p:nvGrpSpPr>
              <p:grpSpPr>
                <a:xfrm>
                  <a:off x="2442267" y="1015189"/>
                  <a:ext cx="381000" cy="351117"/>
                  <a:chOff x="2556504" y="2484669"/>
                  <a:chExt cx="381000" cy="351117"/>
                </a:xfrm>
              </p:grpSpPr>
              <p:pic>
                <p:nvPicPr>
                  <p:cNvPr id="83" name="图形 82">
                    <a:extLst>
                      <a:ext uri="{FF2B5EF4-FFF2-40B4-BE49-F238E27FC236}">
                        <a16:creationId xmlns:a16="http://schemas.microsoft.com/office/drawing/2014/main" id="{4BA06DEA-46B7-4324-B5A8-AF6E5AC07E0A}"/>
                      </a:ext>
                    </a:extLst>
                  </p:cNvPr>
                  <p:cNvPicPr>
                    <a:picLocks noChangeAspect="1"/>
                  </p:cNvPicPr>
                  <p:nvPr/>
                </p:nvPicPr>
                <p:blipFill>
                  <a:blip r:embed="rId3">
                    <a:extLst>
                      <a:ext uri="{28A0092B-C50C-407E-A947-70E740481C1C}">
                        <a14:useLocalDpi xmlns:a14="http://schemas.microsoft.com/office/drawing/2010/main" val="0"/>
                      </a:ext>
                      <a:ext uri="{96DAC541-7B7A-43D3-8B79-37D633B846F1}">
                        <asvg:svgBlip xmlns:asvg="http://schemas.microsoft.com/office/drawing/2016/SVG/main" r:embed="rId4"/>
                      </a:ext>
                    </a:extLst>
                  </a:blip>
                  <a:stretch>
                    <a:fillRect/>
                  </a:stretch>
                </p:blipFill>
                <p:spPr>
                  <a:xfrm>
                    <a:off x="2556504" y="2484669"/>
                    <a:ext cx="381000" cy="285750"/>
                  </a:xfrm>
                  <a:prstGeom prst="rect">
                    <a:avLst/>
                  </a:prstGeom>
                </p:spPr>
              </p:pic>
              <p:cxnSp>
                <p:nvCxnSpPr>
                  <p:cNvPr id="84" name="直接连接符 83">
                    <a:extLst>
                      <a:ext uri="{FF2B5EF4-FFF2-40B4-BE49-F238E27FC236}">
                        <a16:creationId xmlns:a16="http://schemas.microsoft.com/office/drawing/2014/main" id="{DAF6F47B-2B6E-47AC-BA11-9864EF98BA29}"/>
                      </a:ext>
                    </a:extLst>
                  </p:cNvPr>
                  <p:cNvCxnSpPr/>
                  <p:nvPr/>
                </p:nvCxnSpPr>
                <p:spPr>
                  <a:xfrm>
                    <a:off x="2747004" y="2612580"/>
                    <a:ext cx="0" cy="223206"/>
                  </a:xfrm>
                  <a:prstGeom prst="line">
                    <a:avLst/>
                  </a:prstGeom>
                  <a:ln w="25400">
                    <a:solidFill>
                      <a:srgbClr val="999999"/>
                    </a:solidFill>
                  </a:ln>
                </p:spPr>
                <p:style>
                  <a:lnRef idx="1">
                    <a:schemeClr val="accent1"/>
                  </a:lnRef>
                  <a:fillRef idx="0">
                    <a:schemeClr val="accent1"/>
                  </a:fillRef>
                  <a:effectRef idx="0">
                    <a:schemeClr val="accent1"/>
                  </a:effectRef>
                  <a:fontRef idx="minor">
                    <a:schemeClr val="tx1"/>
                  </a:fontRef>
                </p:style>
              </p:cxnSp>
            </p:grpSp>
            <p:pic>
              <p:nvPicPr>
                <p:cNvPr id="82" name="图形 10">
                  <a:extLst>
                    <a:ext uri="{FF2B5EF4-FFF2-40B4-BE49-F238E27FC236}">
                      <a16:creationId xmlns:a16="http://schemas.microsoft.com/office/drawing/2014/main" id="{91926B9F-96A6-47E0-9634-6B3EA4BF935B}"/>
                    </a:ext>
                  </a:extLst>
                </p:cNvPr>
                <p:cNvPicPr>
                  <a:picLocks noChangeAspect="1"/>
                </p:cNvPicPr>
                <p:nvPr/>
              </p:nvPicPr>
              <p:blipFill>
                <a:blip r:embed="rId5">
                  <a:extLst>
                    <a:ext uri="{28A0092B-C50C-407E-A947-70E740481C1C}">
                      <a14:useLocalDpi xmlns:a14="http://schemas.microsoft.com/office/drawing/2010/main" val="0"/>
                    </a:ext>
                    <a:ext uri="{96DAC541-7B7A-43D3-8B79-37D633B846F1}">
                      <asvg:svgBlip xmlns:asvg="http://schemas.microsoft.com/office/drawing/2016/SVG/main" r:embed="rId6"/>
                    </a:ext>
                  </a:extLst>
                </a:blip>
                <a:stretch>
                  <a:fillRect/>
                </a:stretch>
              </p:blipFill>
              <p:spPr>
                <a:xfrm>
                  <a:off x="2163893" y="1220569"/>
                  <a:ext cx="662814" cy="641082"/>
                </a:xfrm>
                <a:prstGeom prst="rect">
                  <a:avLst/>
                </a:prstGeom>
              </p:spPr>
            </p:pic>
          </p:grpSp>
          <p:sp>
            <p:nvSpPr>
              <p:cNvPr id="79" name="文本框 78">
                <a:extLst>
                  <a:ext uri="{FF2B5EF4-FFF2-40B4-BE49-F238E27FC236}">
                    <a16:creationId xmlns:a16="http://schemas.microsoft.com/office/drawing/2014/main" id="{C999F6E8-7951-4B7E-A3A0-CB52D1F8496F}"/>
                  </a:ext>
                </a:extLst>
              </p:cNvPr>
              <p:cNvSpPr txBox="1"/>
              <p:nvPr/>
            </p:nvSpPr>
            <p:spPr>
              <a:xfrm>
                <a:off x="7688551" y="3922010"/>
                <a:ext cx="339118" cy="369332"/>
              </a:xfrm>
              <a:prstGeom prst="rect">
                <a:avLst/>
              </a:prstGeom>
              <a:noFill/>
            </p:spPr>
            <p:txBody>
              <a:bodyPr wrap="square" rtlCol="0">
                <a:spAutoFit/>
              </a:bodyPr>
              <a:lstStyle/>
              <a:p>
                <a:pPr algn="ctr"/>
                <a:r>
                  <a:rPr lang="en-US" altLang="zh-CN" b="1" dirty="0">
                    <a:solidFill>
                      <a:schemeClr val="bg1"/>
                    </a:solidFill>
                    <a:latin typeface="Arial Narrow" panose="020B0606020202030204" pitchFamily="34" charset="0"/>
                    <a:ea typeface="宋体" panose="02010600030101010101" pitchFamily="2" charset="-122"/>
                  </a:rPr>
                  <a:t>B</a:t>
                </a:r>
                <a:endParaRPr lang="zh-CN" altLang="en-US" b="1" dirty="0">
                  <a:solidFill>
                    <a:schemeClr val="bg1"/>
                  </a:solidFill>
                  <a:latin typeface="Arial Narrow" panose="020B0606020202030204" pitchFamily="34" charset="0"/>
                  <a:ea typeface="宋体" panose="02010600030101010101" pitchFamily="2" charset="-122"/>
                </a:endParaRPr>
              </a:p>
            </p:txBody>
          </p:sp>
          <p:sp>
            <p:nvSpPr>
              <p:cNvPr id="80" name="文本框 79">
                <a:extLst>
                  <a:ext uri="{FF2B5EF4-FFF2-40B4-BE49-F238E27FC236}">
                    <a16:creationId xmlns:a16="http://schemas.microsoft.com/office/drawing/2014/main" id="{07A9AA9B-E1EF-42C3-9077-9414A1E73736}"/>
                  </a:ext>
                </a:extLst>
              </p:cNvPr>
              <p:cNvSpPr txBox="1"/>
              <p:nvPr/>
            </p:nvSpPr>
            <p:spPr>
              <a:xfrm>
                <a:off x="5847381" y="4526777"/>
                <a:ext cx="487259" cy="369332"/>
              </a:xfrm>
              <a:prstGeom prst="rect">
                <a:avLst/>
              </a:prstGeom>
              <a:noFill/>
            </p:spPr>
            <p:txBody>
              <a:bodyPr wrap="square" rtlCol="0">
                <a:spAutoFit/>
              </a:bodyPr>
              <a:lstStyle/>
              <a:p>
                <a:pPr algn="ctr"/>
                <a:r>
                  <a:rPr lang="en-US" altLang="zh-CN" b="1" dirty="0">
                    <a:latin typeface="Arial Narrow" panose="020B0606020202030204" pitchFamily="34" charset="0"/>
                    <a:ea typeface="宋体" panose="02010600030101010101" pitchFamily="2" charset="-122"/>
                  </a:rPr>
                  <a:t>AP</a:t>
                </a:r>
                <a:endParaRPr lang="zh-CN" altLang="en-US" b="1" dirty="0">
                  <a:latin typeface="Arial Narrow" panose="020B0606020202030204" pitchFamily="34" charset="0"/>
                  <a:ea typeface="宋体" panose="02010600030101010101" pitchFamily="2" charset="-122"/>
                </a:endParaRPr>
              </a:p>
            </p:txBody>
          </p:sp>
        </p:grpSp>
        <p:grpSp>
          <p:nvGrpSpPr>
            <p:cNvPr id="89" name="组合 88">
              <a:extLst>
                <a:ext uri="{FF2B5EF4-FFF2-40B4-BE49-F238E27FC236}">
                  <a16:creationId xmlns:a16="http://schemas.microsoft.com/office/drawing/2014/main" id="{485AE61C-69E1-432E-9417-8E48509DB2FA}"/>
                </a:ext>
              </a:extLst>
            </p:cNvPr>
            <p:cNvGrpSpPr/>
            <p:nvPr/>
          </p:nvGrpSpPr>
          <p:grpSpPr>
            <a:xfrm>
              <a:off x="522255" y="2471526"/>
              <a:ext cx="2015204" cy="953809"/>
              <a:chOff x="522255" y="2471526"/>
              <a:chExt cx="2015204" cy="953809"/>
            </a:xfrm>
          </p:grpSpPr>
          <p:sp>
            <p:nvSpPr>
              <p:cNvPr id="90" name="文本框 89">
                <a:extLst>
                  <a:ext uri="{FF2B5EF4-FFF2-40B4-BE49-F238E27FC236}">
                    <a16:creationId xmlns:a16="http://schemas.microsoft.com/office/drawing/2014/main" id="{14533D45-F4D5-45B3-820E-E4F0CC0F9F4E}"/>
                  </a:ext>
                </a:extLst>
              </p:cNvPr>
              <p:cNvSpPr txBox="1"/>
              <p:nvPr/>
            </p:nvSpPr>
            <p:spPr>
              <a:xfrm>
                <a:off x="522255" y="2471526"/>
                <a:ext cx="2015204" cy="369332"/>
              </a:xfrm>
              <a:prstGeom prst="rect">
                <a:avLst/>
              </a:prstGeom>
              <a:noFill/>
            </p:spPr>
            <p:txBody>
              <a:bodyPr wrap="square" rtlCol="0">
                <a:spAutoFit/>
              </a:bodyPr>
              <a:lstStyle/>
              <a:p>
                <a:pPr algn="ctr"/>
                <a:r>
                  <a:rPr lang="en-US" altLang="zh-CN" b="1" dirty="0">
                    <a:latin typeface="+mn-ea"/>
                  </a:rPr>
                  <a:t>A</a:t>
                </a:r>
                <a:r>
                  <a:rPr lang="zh-CN" altLang="en-US" b="1" dirty="0">
                    <a:latin typeface="+mn-ea"/>
                  </a:rPr>
                  <a:t>的信号覆盖范围</a:t>
                </a:r>
              </a:p>
            </p:txBody>
          </p:sp>
          <p:cxnSp>
            <p:nvCxnSpPr>
              <p:cNvPr id="91" name="直接箭头连接符 90">
                <a:extLst>
                  <a:ext uri="{FF2B5EF4-FFF2-40B4-BE49-F238E27FC236}">
                    <a16:creationId xmlns:a16="http://schemas.microsoft.com/office/drawing/2014/main" id="{1CE9CB27-92D3-42CD-B0C6-B6EFD0511BF6}"/>
                  </a:ext>
                </a:extLst>
              </p:cNvPr>
              <p:cNvCxnSpPr>
                <a:cxnSpLocks/>
                <a:stCxn id="90" idx="2"/>
              </p:cNvCxnSpPr>
              <p:nvPr/>
            </p:nvCxnSpPr>
            <p:spPr>
              <a:xfrm>
                <a:off x="1529857" y="2840858"/>
                <a:ext cx="787400" cy="584477"/>
              </a:xfrm>
              <a:prstGeom prst="straightConnector1">
                <a:avLst/>
              </a:prstGeom>
              <a:ln w="25400">
                <a:solidFill>
                  <a:schemeClr val="tx1"/>
                </a:solidFill>
                <a:prstDash val="sysDash"/>
                <a:tailEnd type="triangle" w="lg" len="lg"/>
              </a:ln>
            </p:spPr>
            <p:style>
              <a:lnRef idx="1">
                <a:schemeClr val="accent1"/>
              </a:lnRef>
              <a:fillRef idx="0">
                <a:schemeClr val="accent1"/>
              </a:fillRef>
              <a:effectRef idx="0">
                <a:schemeClr val="accent1"/>
              </a:effectRef>
              <a:fontRef idx="minor">
                <a:schemeClr val="tx1"/>
              </a:fontRef>
            </p:style>
          </p:cxnSp>
        </p:grpSp>
        <p:grpSp>
          <p:nvGrpSpPr>
            <p:cNvPr id="92" name="组合 91">
              <a:extLst>
                <a:ext uri="{FF2B5EF4-FFF2-40B4-BE49-F238E27FC236}">
                  <a16:creationId xmlns:a16="http://schemas.microsoft.com/office/drawing/2014/main" id="{9EDA3E1E-DA3F-4803-8CEA-AFA987AEFED0}"/>
                </a:ext>
              </a:extLst>
            </p:cNvPr>
            <p:cNvGrpSpPr/>
            <p:nvPr/>
          </p:nvGrpSpPr>
          <p:grpSpPr>
            <a:xfrm>
              <a:off x="9759534" y="2471526"/>
              <a:ext cx="2015204" cy="953809"/>
              <a:chOff x="9759534" y="2471526"/>
              <a:chExt cx="2015204" cy="953809"/>
            </a:xfrm>
          </p:grpSpPr>
          <p:sp>
            <p:nvSpPr>
              <p:cNvPr id="93" name="文本框 92">
                <a:extLst>
                  <a:ext uri="{FF2B5EF4-FFF2-40B4-BE49-F238E27FC236}">
                    <a16:creationId xmlns:a16="http://schemas.microsoft.com/office/drawing/2014/main" id="{0EC36024-D49C-4281-B3C6-A7D0BC939D06}"/>
                  </a:ext>
                </a:extLst>
              </p:cNvPr>
              <p:cNvSpPr txBox="1"/>
              <p:nvPr/>
            </p:nvSpPr>
            <p:spPr>
              <a:xfrm>
                <a:off x="9759534" y="2471526"/>
                <a:ext cx="2015204" cy="369332"/>
              </a:xfrm>
              <a:prstGeom prst="rect">
                <a:avLst/>
              </a:prstGeom>
              <a:noFill/>
            </p:spPr>
            <p:txBody>
              <a:bodyPr wrap="square" rtlCol="0">
                <a:spAutoFit/>
              </a:bodyPr>
              <a:lstStyle/>
              <a:p>
                <a:pPr algn="ctr"/>
                <a:r>
                  <a:rPr lang="en-US" altLang="zh-CN" b="1" dirty="0">
                    <a:latin typeface="+mn-ea"/>
                  </a:rPr>
                  <a:t>B</a:t>
                </a:r>
                <a:r>
                  <a:rPr lang="zh-CN" altLang="en-US" b="1" dirty="0">
                    <a:latin typeface="+mn-ea"/>
                  </a:rPr>
                  <a:t>的信号覆盖范围</a:t>
                </a:r>
              </a:p>
            </p:txBody>
          </p:sp>
          <p:cxnSp>
            <p:nvCxnSpPr>
              <p:cNvPr id="94" name="直接箭头连接符 93">
                <a:extLst>
                  <a:ext uri="{FF2B5EF4-FFF2-40B4-BE49-F238E27FC236}">
                    <a16:creationId xmlns:a16="http://schemas.microsoft.com/office/drawing/2014/main" id="{42DCF7E1-28BB-4B7F-B4AC-226105E9B241}"/>
                  </a:ext>
                </a:extLst>
              </p:cNvPr>
              <p:cNvCxnSpPr>
                <a:cxnSpLocks/>
                <a:stCxn id="93" idx="2"/>
              </p:cNvCxnSpPr>
              <p:nvPr/>
            </p:nvCxnSpPr>
            <p:spPr>
              <a:xfrm flipH="1">
                <a:off x="9861509" y="2840858"/>
                <a:ext cx="905627" cy="584477"/>
              </a:xfrm>
              <a:prstGeom prst="straightConnector1">
                <a:avLst/>
              </a:prstGeom>
              <a:ln w="25400">
                <a:solidFill>
                  <a:schemeClr val="tx1"/>
                </a:solidFill>
                <a:prstDash val="sysDash"/>
                <a:tailEnd type="triangle" w="lg" len="lg"/>
              </a:ln>
            </p:spPr>
            <p:style>
              <a:lnRef idx="1">
                <a:schemeClr val="accent1"/>
              </a:lnRef>
              <a:fillRef idx="0">
                <a:schemeClr val="accent1"/>
              </a:fillRef>
              <a:effectRef idx="0">
                <a:schemeClr val="accent1"/>
              </a:effectRef>
              <a:fontRef idx="minor">
                <a:schemeClr val="tx1"/>
              </a:fontRef>
            </p:style>
          </p:cxnSp>
        </p:grpSp>
      </p:grpSp>
      <p:sp>
        <p:nvSpPr>
          <p:cNvPr id="36" name="平行四边形 35">
            <a:extLst>
              <a:ext uri="{FF2B5EF4-FFF2-40B4-BE49-F238E27FC236}">
                <a16:creationId xmlns:a16="http://schemas.microsoft.com/office/drawing/2014/main" id="{A5C9B182-5F8D-551A-AEAC-8E2980BF5812}"/>
              </a:ext>
            </a:extLst>
          </p:cNvPr>
          <p:cNvSpPr/>
          <p:nvPr/>
        </p:nvSpPr>
        <p:spPr>
          <a:xfrm>
            <a:off x="304799" y="749300"/>
            <a:ext cx="691019" cy="387090"/>
          </a:xfrm>
          <a:prstGeom prst="parallelogram">
            <a:avLst/>
          </a:prstGeom>
          <a:solidFill>
            <a:schemeClr val="accent3">
              <a:lumMod val="75000"/>
            </a:schemeClr>
          </a:solidFill>
          <a:ln>
            <a:solidFill>
              <a:schemeClr val="accent3">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CN" sz="2200" dirty="0">
                <a:latin typeface="Impact" panose="020B0806030902050204" pitchFamily="34" charset="0"/>
              </a:rPr>
              <a:t>04</a:t>
            </a:r>
            <a:endParaRPr lang="zh-CN" altLang="en-US" sz="2200" dirty="0">
              <a:latin typeface="Impact" panose="020B0806030902050204" pitchFamily="34" charset="0"/>
            </a:endParaRPr>
          </a:p>
        </p:txBody>
      </p:sp>
    </p:spTree>
    <p:custDataLst>
      <p:tags r:id="rId1"/>
    </p:custDataLst>
    <p:extLst>
      <p:ext uri="{BB962C8B-B14F-4D97-AF65-F5344CB8AC3E}">
        <p14:creationId xmlns:p14="http://schemas.microsoft.com/office/powerpoint/2010/main" val="1619773059"/>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2" presetClass="entr" presetSubtype="8" fill="hold" grpId="0" nodeType="withEffect">
                                  <p:stCondLst>
                                    <p:cond delay="0"/>
                                  </p:stCondLst>
                                  <p:childTnLst>
                                    <p:set>
                                      <p:cBhvr>
                                        <p:cTn id="6" dur="1" fill="hold">
                                          <p:stCondLst>
                                            <p:cond delay="0"/>
                                          </p:stCondLst>
                                        </p:cTn>
                                        <p:tgtEl>
                                          <p:spTgt spid="5"/>
                                        </p:tgtEl>
                                        <p:attrNameLst>
                                          <p:attrName>style.visibility</p:attrName>
                                        </p:attrNameLst>
                                      </p:cBhvr>
                                      <p:to>
                                        <p:strVal val="visible"/>
                                      </p:to>
                                    </p:set>
                                    <p:anim calcmode="lin" valueType="num">
                                      <p:cBhvr additive="base">
                                        <p:cTn id="7" dur="500"/>
                                        <p:tgtEl>
                                          <p:spTgt spid="5"/>
                                        </p:tgtEl>
                                        <p:attrNameLst>
                                          <p:attrName>ppt_x</p:attrName>
                                        </p:attrNameLst>
                                      </p:cBhvr>
                                      <p:tavLst>
                                        <p:tav tm="0">
                                          <p:val>
                                            <p:strVal val="#ppt_x-#ppt_w*1.125000"/>
                                          </p:val>
                                        </p:tav>
                                        <p:tav tm="100000">
                                          <p:val>
                                            <p:strVal val="#ppt_x"/>
                                          </p:val>
                                        </p:tav>
                                      </p:tavLst>
                                    </p:anim>
                                    <p:animEffect transition="in" filter="wipe(right)">
                                      <p:cBhvr>
                                        <p:cTn id="8" dur="500"/>
                                        <p:tgtEl>
                                          <p:spTgt spid="5"/>
                                        </p:tgtEl>
                                      </p:cBhvr>
                                    </p:animEffect>
                                  </p:childTnLst>
                                </p:cTn>
                              </p:par>
                              <p:par>
                                <p:cTn id="9" presetID="12" presetClass="entr" presetSubtype="1" fill="hold" grpId="0" nodeType="withEffect">
                                  <p:stCondLst>
                                    <p:cond delay="0"/>
                                  </p:stCondLst>
                                  <p:childTnLst>
                                    <p:set>
                                      <p:cBhvr>
                                        <p:cTn id="10" dur="1" fill="hold">
                                          <p:stCondLst>
                                            <p:cond delay="0"/>
                                          </p:stCondLst>
                                        </p:cTn>
                                        <p:tgtEl>
                                          <p:spTgt spid="108"/>
                                        </p:tgtEl>
                                        <p:attrNameLst>
                                          <p:attrName>style.visibility</p:attrName>
                                        </p:attrNameLst>
                                      </p:cBhvr>
                                      <p:to>
                                        <p:strVal val="visible"/>
                                      </p:to>
                                    </p:set>
                                    <p:anim calcmode="lin" valueType="num">
                                      <p:cBhvr additive="base">
                                        <p:cTn id="11" dur="500"/>
                                        <p:tgtEl>
                                          <p:spTgt spid="108"/>
                                        </p:tgtEl>
                                        <p:attrNameLst>
                                          <p:attrName>ppt_y</p:attrName>
                                        </p:attrNameLst>
                                      </p:cBhvr>
                                      <p:tavLst>
                                        <p:tav tm="0">
                                          <p:val>
                                            <p:strVal val="#ppt_y-#ppt_h*1.125000"/>
                                          </p:val>
                                        </p:tav>
                                        <p:tav tm="100000">
                                          <p:val>
                                            <p:strVal val="#ppt_y"/>
                                          </p:val>
                                        </p:tav>
                                      </p:tavLst>
                                    </p:anim>
                                    <p:animEffect transition="in" filter="wipe(down)">
                                      <p:cBhvr>
                                        <p:cTn id="12" dur="500"/>
                                        <p:tgtEl>
                                          <p:spTgt spid="108"/>
                                        </p:tgtEl>
                                      </p:cBhvr>
                                    </p:animEffect>
                                  </p:childTnLst>
                                </p:cTn>
                              </p:par>
                              <p:par>
                                <p:cTn id="13" presetID="12" presetClass="entr" presetSubtype="2" fill="hold" nodeType="withEffect">
                                  <p:stCondLst>
                                    <p:cond delay="0"/>
                                  </p:stCondLst>
                                  <p:childTnLst>
                                    <p:set>
                                      <p:cBhvr>
                                        <p:cTn id="14" dur="1" fill="hold">
                                          <p:stCondLst>
                                            <p:cond delay="0"/>
                                          </p:stCondLst>
                                        </p:cTn>
                                        <p:tgtEl>
                                          <p:spTgt spid="8"/>
                                        </p:tgtEl>
                                        <p:attrNameLst>
                                          <p:attrName>style.visibility</p:attrName>
                                        </p:attrNameLst>
                                      </p:cBhvr>
                                      <p:to>
                                        <p:strVal val="visible"/>
                                      </p:to>
                                    </p:set>
                                    <p:anim calcmode="lin" valueType="num">
                                      <p:cBhvr additive="base">
                                        <p:cTn id="15" dur="500"/>
                                        <p:tgtEl>
                                          <p:spTgt spid="8"/>
                                        </p:tgtEl>
                                        <p:attrNameLst>
                                          <p:attrName>ppt_x</p:attrName>
                                        </p:attrNameLst>
                                      </p:cBhvr>
                                      <p:tavLst>
                                        <p:tav tm="0">
                                          <p:val>
                                            <p:strVal val="#ppt_x+#ppt_w*1.125000"/>
                                          </p:val>
                                        </p:tav>
                                        <p:tav tm="100000">
                                          <p:val>
                                            <p:strVal val="#ppt_x"/>
                                          </p:val>
                                        </p:tav>
                                      </p:tavLst>
                                    </p:anim>
                                    <p:animEffect transition="in" filter="wipe(left)">
                                      <p:cBhvr>
                                        <p:cTn id="16" dur="500"/>
                                        <p:tgtEl>
                                          <p:spTgt spid="8"/>
                                        </p:tgtEl>
                                      </p:cBhvr>
                                    </p:animEffect>
                                  </p:childTnLst>
                                </p:cTn>
                              </p:par>
                              <p:par>
                                <p:cTn id="17" presetID="12" presetClass="entr" presetSubtype="4" fill="hold" grpId="0" nodeType="withEffect">
                                  <p:stCondLst>
                                    <p:cond delay="0"/>
                                  </p:stCondLst>
                                  <p:childTnLst>
                                    <p:set>
                                      <p:cBhvr>
                                        <p:cTn id="18" dur="1" fill="hold">
                                          <p:stCondLst>
                                            <p:cond delay="0"/>
                                          </p:stCondLst>
                                        </p:cTn>
                                        <p:tgtEl>
                                          <p:spTgt spid="110"/>
                                        </p:tgtEl>
                                        <p:attrNameLst>
                                          <p:attrName>style.visibility</p:attrName>
                                        </p:attrNameLst>
                                      </p:cBhvr>
                                      <p:to>
                                        <p:strVal val="visible"/>
                                      </p:to>
                                    </p:set>
                                    <p:anim calcmode="lin" valueType="num">
                                      <p:cBhvr additive="base">
                                        <p:cTn id="19" dur="500"/>
                                        <p:tgtEl>
                                          <p:spTgt spid="110"/>
                                        </p:tgtEl>
                                        <p:attrNameLst>
                                          <p:attrName>ppt_y</p:attrName>
                                        </p:attrNameLst>
                                      </p:cBhvr>
                                      <p:tavLst>
                                        <p:tav tm="0">
                                          <p:val>
                                            <p:strVal val="#ppt_y+#ppt_h*1.125000"/>
                                          </p:val>
                                        </p:tav>
                                        <p:tav tm="100000">
                                          <p:val>
                                            <p:strVal val="#ppt_y"/>
                                          </p:val>
                                        </p:tav>
                                      </p:tavLst>
                                    </p:anim>
                                    <p:animEffect transition="in" filter="wipe(up)">
                                      <p:cBhvr>
                                        <p:cTn id="20" dur="500"/>
                                        <p:tgtEl>
                                          <p:spTgt spid="110"/>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 grpId="0" animBg="1"/>
      <p:bldP spid="108" grpId="0" animBg="1"/>
      <p:bldP spid="110" grpId="0" animBg="1"/>
    </p:bldLst>
  </p:timing>
</p:sld>
</file>

<file path=ppt/slides/slide56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5" name="组合 4">
            <a:extLst>
              <a:ext uri="{FF2B5EF4-FFF2-40B4-BE49-F238E27FC236}">
                <a16:creationId xmlns:a16="http://schemas.microsoft.com/office/drawing/2014/main" id="{69956C02-ADE2-4946-90DF-849F1B28A1F5}"/>
              </a:ext>
            </a:extLst>
          </p:cNvPr>
          <p:cNvGrpSpPr/>
          <p:nvPr/>
        </p:nvGrpSpPr>
        <p:grpSpPr>
          <a:xfrm>
            <a:off x="3728507" y="2920544"/>
            <a:ext cx="1894849" cy="2636336"/>
            <a:chOff x="3728507" y="2920544"/>
            <a:chExt cx="1894849" cy="2636336"/>
          </a:xfrm>
        </p:grpSpPr>
        <p:sp>
          <p:nvSpPr>
            <p:cNvPr id="13" name="矩形 12">
              <a:extLst>
                <a:ext uri="{FF2B5EF4-FFF2-40B4-BE49-F238E27FC236}">
                  <a16:creationId xmlns:a16="http://schemas.microsoft.com/office/drawing/2014/main" id="{B065C457-6543-4D31-8C27-BCE60F4EEAB9}"/>
                </a:ext>
              </a:extLst>
            </p:cNvPr>
            <p:cNvSpPr/>
            <p:nvPr/>
          </p:nvSpPr>
          <p:spPr>
            <a:xfrm>
              <a:off x="3728507" y="3278688"/>
              <a:ext cx="1894849" cy="2278192"/>
            </a:xfrm>
            <a:prstGeom prst="rect">
              <a:avLst/>
            </a:prstGeom>
            <a:solidFill>
              <a:schemeClr val="bg2"/>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68" name="íşlïḍè">
              <a:extLst>
                <a:ext uri="{FF2B5EF4-FFF2-40B4-BE49-F238E27FC236}">
                  <a16:creationId xmlns:a16="http://schemas.microsoft.com/office/drawing/2014/main" id="{131DAA97-9B8A-458F-9D80-C40280C1BFE3}"/>
                </a:ext>
              </a:extLst>
            </p:cNvPr>
            <p:cNvSpPr txBox="1"/>
            <p:nvPr/>
          </p:nvSpPr>
          <p:spPr>
            <a:xfrm>
              <a:off x="4113921" y="2920544"/>
              <a:ext cx="1172119" cy="400111"/>
            </a:xfrm>
            <a:prstGeom prst="rect">
              <a:avLst/>
            </a:prstGeom>
            <a:noFill/>
          </p:spPr>
          <p:txBody>
            <a:bodyPr wrap="square" lIns="91440" tIns="45720" rIns="91440" bIns="45720" anchor="ctr">
              <a:noAutofit/>
            </a:bodyPr>
            <a:lstStyle/>
            <a:p>
              <a:r>
                <a:rPr lang="zh-CN" altLang="en-US" b="1" dirty="0">
                  <a:latin typeface="Arial Narrow" panose="020B0606020202030204" pitchFamily="34" charset="0"/>
                </a:rPr>
                <a:t>信道预约</a:t>
              </a:r>
            </a:p>
          </p:txBody>
        </p:sp>
      </p:grpSp>
      <p:grpSp>
        <p:nvGrpSpPr>
          <p:cNvPr id="4" name="组合 3">
            <a:extLst>
              <a:ext uri="{FF2B5EF4-FFF2-40B4-BE49-F238E27FC236}">
                <a16:creationId xmlns:a16="http://schemas.microsoft.com/office/drawing/2014/main" id="{9A1EA9F2-FCB6-48C3-935F-7AE7E3AD14AC}"/>
              </a:ext>
            </a:extLst>
          </p:cNvPr>
          <p:cNvGrpSpPr/>
          <p:nvPr/>
        </p:nvGrpSpPr>
        <p:grpSpPr>
          <a:xfrm>
            <a:off x="304800" y="749300"/>
            <a:ext cx="5791200" cy="400110"/>
            <a:chOff x="424117" y="898245"/>
            <a:chExt cx="5791200" cy="400110"/>
          </a:xfrm>
        </p:grpSpPr>
        <p:sp>
          <p:nvSpPr>
            <p:cNvPr id="2" name="平行四边形 1">
              <a:extLst>
                <a:ext uri="{FF2B5EF4-FFF2-40B4-BE49-F238E27FC236}">
                  <a16:creationId xmlns:a16="http://schemas.microsoft.com/office/drawing/2014/main" id="{1F5BAA3F-9845-4F89-A2DD-8222D3E4EDAC}"/>
                </a:ext>
              </a:extLst>
            </p:cNvPr>
            <p:cNvSpPr/>
            <p:nvPr/>
          </p:nvSpPr>
          <p:spPr>
            <a:xfrm>
              <a:off x="424117" y="898245"/>
              <a:ext cx="628306" cy="387090"/>
            </a:xfrm>
            <a:prstGeom prst="parallelogram">
              <a:avLst/>
            </a:prstGeom>
            <a:solidFill>
              <a:schemeClr val="accent3">
                <a:lumMod val="75000"/>
              </a:schemeClr>
            </a:solidFill>
            <a:ln>
              <a:solidFill>
                <a:schemeClr val="accent3">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CN" sz="2200" dirty="0">
                  <a:latin typeface="Impact" panose="020B0806030902050204" pitchFamily="34" charset="0"/>
                </a:rPr>
                <a:t>01</a:t>
              </a:r>
              <a:endParaRPr lang="zh-CN" altLang="en-US" sz="2200" dirty="0">
                <a:latin typeface="Impact" panose="020B0806030902050204" pitchFamily="34" charset="0"/>
              </a:endParaRPr>
            </a:p>
          </p:txBody>
        </p:sp>
        <p:sp>
          <p:nvSpPr>
            <p:cNvPr id="3" name="文本框 2">
              <a:extLst>
                <a:ext uri="{FF2B5EF4-FFF2-40B4-BE49-F238E27FC236}">
                  <a16:creationId xmlns:a16="http://schemas.microsoft.com/office/drawing/2014/main" id="{4D6BD736-A4D3-4F26-AFED-36E11F50F70B}"/>
                </a:ext>
              </a:extLst>
            </p:cNvPr>
            <p:cNvSpPr txBox="1"/>
            <p:nvPr/>
          </p:nvSpPr>
          <p:spPr>
            <a:xfrm>
              <a:off x="1052423" y="898245"/>
              <a:ext cx="5162894" cy="400110"/>
            </a:xfrm>
            <a:prstGeom prst="rect">
              <a:avLst/>
            </a:prstGeom>
            <a:noFill/>
          </p:spPr>
          <p:txBody>
            <a:bodyPr wrap="square" rtlCol="0">
              <a:spAutoFit/>
            </a:bodyPr>
            <a:lstStyle/>
            <a:p>
              <a:r>
                <a:rPr lang="en-US" altLang="zh-CN" sz="2000" b="1" dirty="0">
                  <a:solidFill>
                    <a:schemeClr val="tx1"/>
                  </a:solidFill>
                  <a:latin typeface="Arial Narrow" panose="020B0606020202030204" pitchFamily="34" charset="0"/>
                </a:rPr>
                <a:t>CSMA/CA</a:t>
              </a:r>
              <a:r>
                <a:rPr lang="zh-CN" altLang="en-US" sz="2000" b="1" dirty="0">
                  <a:solidFill>
                    <a:schemeClr val="tx1"/>
                  </a:solidFill>
                  <a:latin typeface="Arial Narrow" panose="020B0606020202030204" pitchFamily="34" charset="0"/>
                </a:rPr>
                <a:t>协议的基本工作原理</a:t>
              </a:r>
              <a:endParaRPr lang="en-US" altLang="zh-CN" sz="2000" b="1" dirty="0">
                <a:solidFill>
                  <a:schemeClr val="tx1"/>
                </a:solidFill>
                <a:latin typeface="Arial Narrow" panose="020B0606020202030204" pitchFamily="34" charset="0"/>
              </a:endParaRPr>
            </a:p>
          </p:txBody>
        </p:sp>
      </p:grpSp>
      <p:sp>
        <p:nvSpPr>
          <p:cNvPr id="106" name="文本框 105">
            <a:extLst>
              <a:ext uri="{FF2B5EF4-FFF2-40B4-BE49-F238E27FC236}">
                <a16:creationId xmlns:a16="http://schemas.microsoft.com/office/drawing/2014/main" id="{05653DE5-C742-449E-8418-291FFAA878A5}"/>
              </a:ext>
            </a:extLst>
          </p:cNvPr>
          <p:cNvSpPr txBox="1"/>
          <p:nvPr/>
        </p:nvSpPr>
        <p:spPr>
          <a:xfrm>
            <a:off x="933106" y="1136390"/>
            <a:ext cx="9920697" cy="400110"/>
          </a:xfrm>
          <a:prstGeom prst="rect">
            <a:avLst/>
          </a:prstGeom>
          <a:noFill/>
        </p:spPr>
        <p:txBody>
          <a:bodyPr wrap="square" rtlCol="0">
            <a:spAutoFit/>
          </a:bodyPr>
          <a:lstStyle/>
          <a:p>
            <a:r>
              <a:rPr lang="zh-CN" altLang="en-US" sz="2000" b="1" dirty="0">
                <a:solidFill>
                  <a:schemeClr val="accent3">
                    <a:lumMod val="75000"/>
                  </a:schemeClr>
                </a:solidFill>
                <a:latin typeface="Arial Narrow" panose="020B0606020202030204" pitchFamily="34" charset="0"/>
              </a:rPr>
              <a:t>为了进一步降低发生碰撞的概率，</a:t>
            </a:r>
            <a:r>
              <a:rPr lang="en-US" altLang="zh-CN" sz="2000" b="1" dirty="0">
                <a:solidFill>
                  <a:schemeClr val="accent3">
                    <a:lumMod val="75000"/>
                  </a:schemeClr>
                </a:solidFill>
                <a:latin typeface="Arial Narrow" panose="020B0606020202030204" pitchFamily="34" charset="0"/>
              </a:rPr>
              <a:t>802.11</a:t>
            </a:r>
            <a:r>
              <a:rPr lang="zh-CN" altLang="en-US" sz="2000" b="1" dirty="0">
                <a:solidFill>
                  <a:schemeClr val="accent3">
                    <a:lumMod val="75000"/>
                  </a:schemeClr>
                </a:solidFill>
                <a:latin typeface="Arial Narrow" panose="020B0606020202030204" pitchFamily="34" charset="0"/>
              </a:rPr>
              <a:t>无线局域网允许源站对信道进行预约。</a:t>
            </a:r>
            <a:endParaRPr lang="en-US" altLang="zh-CN" sz="2000" b="1" dirty="0">
              <a:solidFill>
                <a:schemeClr val="accent3">
                  <a:lumMod val="75000"/>
                </a:schemeClr>
              </a:solidFill>
              <a:latin typeface="Arial Narrow" panose="020B0606020202030204" pitchFamily="34" charset="0"/>
            </a:endParaRPr>
          </a:p>
        </p:txBody>
      </p:sp>
      <p:sp>
        <p:nvSpPr>
          <p:cNvPr id="7" name="íşlïḍè">
            <a:extLst>
              <a:ext uri="{FF2B5EF4-FFF2-40B4-BE49-F238E27FC236}">
                <a16:creationId xmlns:a16="http://schemas.microsoft.com/office/drawing/2014/main" id="{20A605B5-4D94-48FA-BDC2-47AAC76CF4D3}"/>
              </a:ext>
            </a:extLst>
          </p:cNvPr>
          <p:cNvSpPr txBox="1"/>
          <p:nvPr/>
        </p:nvSpPr>
        <p:spPr>
          <a:xfrm>
            <a:off x="9177139" y="1622118"/>
            <a:ext cx="394903" cy="400111"/>
          </a:xfrm>
          <a:prstGeom prst="rect">
            <a:avLst/>
          </a:prstGeom>
          <a:noFill/>
        </p:spPr>
        <p:txBody>
          <a:bodyPr wrap="square" lIns="91440" tIns="45720" rIns="91440" bIns="45720" anchor="ctr">
            <a:noAutofit/>
          </a:bodyPr>
          <a:lstStyle/>
          <a:p>
            <a:pPr algn="ctr"/>
            <a:r>
              <a:rPr lang="en-US" altLang="zh-CN" sz="2800" b="1" dirty="0">
                <a:solidFill>
                  <a:schemeClr val="accent1">
                    <a:lumMod val="75000"/>
                  </a:schemeClr>
                </a:solidFill>
                <a:latin typeface="Arial Black" panose="020B0A04020102020204" pitchFamily="34" charset="0"/>
              </a:rPr>
              <a:t>D</a:t>
            </a:r>
            <a:endParaRPr lang="zh-CN" altLang="en-US" sz="2800" b="1" dirty="0">
              <a:solidFill>
                <a:schemeClr val="accent1">
                  <a:lumMod val="75000"/>
                </a:schemeClr>
              </a:solidFill>
              <a:latin typeface="Arial Black" panose="020B0A04020102020204" pitchFamily="34" charset="0"/>
            </a:endParaRPr>
          </a:p>
        </p:txBody>
      </p:sp>
      <p:sp>
        <p:nvSpPr>
          <p:cNvPr id="8" name="íşlïḍè">
            <a:extLst>
              <a:ext uri="{FF2B5EF4-FFF2-40B4-BE49-F238E27FC236}">
                <a16:creationId xmlns:a16="http://schemas.microsoft.com/office/drawing/2014/main" id="{B4E89348-0594-46ED-973D-6A2F9ABE7B65}"/>
              </a:ext>
            </a:extLst>
          </p:cNvPr>
          <p:cNvSpPr txBox="1"/>
          <p:nvPr/>
        </p:nvSpPr>
        <p:spPr>
          <a:xfrm>
            <a:off x="983701" y="2818595"/>
            <a:ext cx="720024" cy="400111"/>
          </a:xfrm>
          <a:prstGeom prst="rect">
            <a:avLst/>
          </a:prstGeom>
          <a:noFill/>
        </p:spPr>
        <p:txBody>
          <a:bodyPr wrap="square" lIns="91440" tIns="45720" rIns="91440" bIns="45720" anchor="ctr">
            <a:noAutofit/>
          </a:bodyPr>
          <a:lstStyle/>
          <a:p>
            <a:r>
              <a:rPr lang="zh-CN" altLang="en-US" b="1" dirty="0">
                <a:latin typeface="Arial Narrow" panose="020B0606020202030204" pitchFamily="34" charset="0"/>
              </a:rPr>
              <a:t>解析</a:t>
            </a:r>
          </a:p>
        </p:txBody>
      </p:sp>
      <p:grpSp>
        <p:nvGrpSpPr>
          <p:cNvPr id="69" name="组合 68">
            <a:extLst>
              <a:ext uri="{FF2B5EF4-FFF2-40B4-BE49-F238E27FC236}">
                <a16:creationId xmlns:a16="http://schemas.microsoft.com/office/drawing/2014/main" id="{746CA1BA-E00B-41B3-BF07-BE97831C7D0E}"/>
              </a:ext>
            </a:extLst>
          </p:cNvPr>
          <p:cNvGrpSpPr/>
          <p:nvPr/>
        </p:nvGrpSpPr>
        <p:grpSpPr>
          <a:xfrm>
            <a:off x="822715" y="1606729"/>
            <a:ext cx="10270017" cy="1270561"/>
            <a:chOff x="822715" y="1606729"/>
            <a:chExt cx="10270017" cy="1270561"/>
          </a:xfrm>
        </p:grpSpPr>
        <p:sp>
          <p:nvSpPr>
            <p:cNvPr id="6" name="íşlïḍè">
              <a:extLst>
                <a:ext uri="{FF2B5EF4-FFF2-40B4-BE49-F238E27FC236}">
                  <a16:creationId xmlns:a16="http://schemas.microsoft.com/office/drawing/2014/main" id="{859513CD-CB05-436A-B038-0C3F8CFA5FAD}"/>
                </a:ext>
              </a:extLst>
            </p:cNvPr>
            <p:cNvSpPr txBox="1"/>
            <p:nvPr/>
          </p:nvSpPr>
          <p:spPr>
            <a:xfrm>
              <a:off x="822715" y="1606729"/>
              <a:ext cx="10270017" cy="400111"/>
            </a:xfrm>
            <a:prstGeom prst="rect">
              <a:avLst/>
            </a:prstGeom>
            <a:noFill/>
          </p:spPr>
          <p:txBody>
            <a:bodyPr wrap="square" lIns="91440" tIns="45720" rIns="91440" bIns="45720" anchor="ctr">
              <a:noAutofit/>
            </a:bodyPr>
            <a:lstStyle/>
            <a:p>
              <a:r>
                <a:rPr lang="en-US" altLang="zh-CN" b="1" dirty="0">
                  <a:latin typeface="Arial Narrow" panose="020B0606020202030204" pitchFamily="34" charset="0"/>
                </a:rPr>
                <a:t>【2018</a:t>
              </a:r>
              <a:r>
                <a:rPr lang="zh-CN" altLang="en-US" b="1" dirty="0">
                  <a:latin typeface="Arial Narrow" panose="020B0606020202030204" pitchFamily="34" charset="0"/>
                </a:rPr>
                <a:t>年 题</a:t>
              </a:r>
              <a:r>
                <a:rPr lang="en-US" altLang="zh-CN" b="1" dirty="0">
                  <a:latin typeface="Arial Narrow" panose="020B0606020202030204" pitchFamily="34" charset="0"/>
                </a:rPr>
                <a:t>35】IEEE 802.11</a:t>
              </a:r>
              <a:r>
                <a:rPr lang="zh-CN" altLang="en-US" b="1" dirty="0">
                  <a:latin typeface="Arial Narrow" panose="020B0606020202030204" pitchFamily="34" charset="0"/>
                </a:rPr>
                <a:t>无线局域网的</a:t>
              </a:r>
              <a:r>
                <a:rPr lang="en-US" altLang="zh-CN" b="1" dirty="0">
                  <a:latin typeface="Arial Narrow" panose="020B0606020202030204" pitchFamily="34" charset="0"/>
                </a:rPr>
                <a:t>MAC</a:t>
              </a:r>
              <a:r>
                <a:rPr lang="zh-CN" altLang="en-US" b="1" dirty="0">
                  <a:latin typeface="Arial Narrow" panose="020B0606020202030204" pitchFamily="34" charset="0"/>
                </a:rPr>
                <a:t>协议</a:t>
              </a:r>
              <a:r>
                <a:rPr lang="en-US" altLang="zh-CN" b="1" dirty="0">
                  <a:latin typeface="Arial Narrow" panose="020B0606020202030204" pitchFamily="34" charset="0"/>
                </a:rPr>
                <a:t>CSMA/CA</a:t>
              </a:r>
              <a:r>
                <a:rPr lang="zh-CN" altLang="en-US" b="1" dirty="0">
                  <a:latin typeface="Arial Narrow" panose="020B0606020202030204" pitchFamily="34" charset="0"/>
                </a:rPr>
                <a:t>进行信道预约的方法是（      ）。</a:t>
              </a:r>
            </a:p>
          </p:txBody>
        </p:sp>
        <p:sp>
          <p:nvSpPr>
            <p:cNvPr id="9" name="íşlïḍè">
              <a:extLst>
                <a:ext uri="{FF2B5EF4-FFF2-40B4-BE49-F238E27FC236}">
                  <a16:creationId xmlns:a16="http://schemas.microsoft.com/office/drawing/2014/main" id="{B0CEDBD0-1D1B-4E1B-8BFF-F2F2EF66607D}"/>
                </a:ext>
              </a:extLst>
            </p:cNvPr>
            <p:cNvSpPr txBox="1"/>
            <p:nvPr/>
          </p:nvSpPr>
          <p:spPr>
            <a:xfrm>
              <a:off x="2426281" y="2064048"/>
              <a:ext cx="1707308" cy="400111"/>
            </a:xfrm>
            <a:prstGeom prst="rect">
              <a:avLst/>
            </a:prstGeom>
            <a:noFill/>
          </p:spPr>
          <p:txBody>
            <a:bodyPr wrap="square" lIns="91440" tIns="45720" rIns="91440" bIns="45720" anchor="ctr">
              <a:noAutofit/>
            </a:bodyPr>
            <a:lstStyle/>
            <a:p>
              <a:r>
                <a:rPr lang="en-US" altLang="zh-CN" b="1" dirty="0">
                  <a:latin typeface="Arial Narrow" panose="020B0606020202030204" pitchFamily="34" charset="0"/>
                </a:rPr>
                <a:t>A. </a:t>
              </a:r>
              <a:r>
                <a:rPr lang="zh-CN" altLang="en-US" b="1" dirty="0">
                  <a:latin typeface="Arial Narrow" panose="020B0606020202030204" pitchFamily="34" charset="0"/>
                </a:rPr>
                <a:t>发送确认帧</a:t>
              </a:r>
            </a:p>
          </p:txBody>
        </p:sp>
        <p:sp>
          <p:nvSpPr>
            <p:cNvPr id="10" name="íşlïḍè">
              <a:extLst>
                <a:ext uri="{FF2B5EF4-FFF2-40B4-BE49-F238E27FC236}">
                  <a16:creationId xmlns:a16="http://schemas.microsoft.com/office/drawing/2014/main" id="{EC037753-CBE4-4100-BC57-0DEE9BD6E819}"/>
                </a:ext>
              </a:extLst>
            </p:cNvPr>
            <p:cNvSpPr txBox="1"/>
            <p:nvPr/>
          </p:nvSpPr>
          <p:spPr>
            <a:xfrm>
              <a:off x="6351105" y="2064048"/>
              <a:ext cx="2826034" cy="400111"/>
            </a:xfrm>
            <a:prstGeom prst="rect">
              <a:avLst/>
            </a:prstGeom>
            <a:noFill/>
          </p:spPr>
          <p:txBody>
            <a:bodyPr wrap="square" lIns="91440" tIns="45720" rIns="91440" bIns="45720" anchor="ctr">
              <a:noAutofit/>
            </a:bodyPr>
            <a:lstStyle/>
            <a:p>
              <a:r>
                <a:rPr lang="en-US" altLang="zh-CN" b="1" dirty="0">
                  <a:latin typeface="Arial Narrow" panose="020B0606020202030204" pitchFamily="34" charset="0"/>
                </a:rPr>
                <a:t>B. </a:t>
              </a:r>
              <a:r>
                <a:rPr lang="zh-CN" altLang="en-US" b="1" dirty="0">
                  <a:latin typeface="Arial Narrow" panose="020B0606020202030204" pitchFamily="34" charset="0"/>
                </a:rPr>
                <a:t>采用二进制指数退避</a:t>
              </a:r>
            </a:p>
          </p:txBody>
        </p:sp>
        <p:sp>
          <p:nvSpPr>
            <p:cNvPr id="11" name="íşlïḍè">
              <a:extLst>
                <a:ext uri="{FF2B5EF4-FFF2-40B4-BE49-F238E27FC236}">
                  <a16:creationId xmlns:a16="http://schemas.microsoft.com/office/drawing/2014/main" id="{F88CD972-C503-4BAD-A0CF-77009823A0F9}"/>
                </a:ext>
              </a:extLst>
            </p:cNvPr>
            <p:cNvSpPr txBox="1"/>
            <p:nvPr/>
          </p:nvSpPr>
          <p:spPr>
            <a:xfrm>
              <a:off x="2426280" y="2477179"/>
              <a:ext cx="2565341" cy="400111"/>
            </a:xfrm>
            <a:prstGeom prst="rect">
              <a:avLst/>
            </a:prstGeom>
            <a:noFill/>
          </p:spPr>
          <p:txBody>
            <a:bodyPr wrap="square" lIns="91440" tIns="45720" rIns="91440" bIns="45720" anchor="ctr">
              <a:noAutofit/>
            </a:bodyPr>
            <a:lstStyle/>
            <a:p>
              <a:r>
                <a:rPr lang="en-US" altLang="zh-CN" b="1" dirty="0">
                  <a:latin typeface="Arial Narrow" panose="020B0606020202030204" pitchFamily="34" charset="0"/>
                </a:rPr>
                <a:t>C. </a:t>
              </a:r>
              <a:r>
                <a:rPr lang="zh-CN" altLang="en-US" b="1" dirty="0">
                  <a:latin typeface="Arial Narrow" panose="020B0606020202030204" pitchFamily="34" charset="0"/>
                </a:rPr>
                <a:t>使用多个</a:t>
              </a:r>
              <a:r>
                <a:rPr lang="en-US" altLang="zh-CN" b="1" dirty="0">
                  <a:latin typeface="Arial Narrow" panose="020B0606020202030204" pitchFamily="34" charset="0"/>
                </a:rPr>
                <a:t>MAC</a:t>
              </a:r>
              <a:r>
                <a:rPr lang="zh-CN" altLang="en-US" b="1" dirty="0">
                  <a:latin typeface="Arial Narrow" panose="020B0606020202030204" pitchFamily="34" charset="0"/>
                </a:rPr>
                <a:t>地址</a:t>
              </a:r>
            </a:p>
          </p:txBody>
        </p:sp>
        <p:sp>
          <p:nvSpPr>
            <p:cNvPr id="12" name="íşlïḍè">
              <a:extLst>
                <a:ext uri="{FF2B5EF4-FFF2-40B4-BE49-F238E27FC236}">
                  <a16:creationId xmlns:a16="http://schemas.microsoft.com/office/drawing/2014/main" id="{11884930-FD4B-41E5-BBAF-B4A0FDDF42A1}"/>
                </a:ext>
              </a:extLst>
            </p:cNvPr>
            <p:cNvSpPr txBox="1"/>
            <p:nvPr/>
          </p:nvSpPr>
          <p:spPr>
            <a:xfrm>
              <a:off x="6351105" y="2464159"/>
              <a:ext cx="2826034" cy="400111"/>
            </a:xfrm>
            <a:prstGeom prst="rect">
              <a:avLst/>
            </a:prstGeom>
            <a:noFill/>
          </p:spPr>
          <p:txBody>
            <a:bodyPr wrap="square" lIns="91440" tIns="45720" rIns="91440" bIns="45720" anchor="ctr">
              <a:noAutofit/>
            </a:bodyPr>
            <a:lstStyle/>
            <a:p>
              <a:r>
                <a:rPr lang="en-US" altLang="zh-CN" b="1" dirty="0">
                  <a:latin typeface="Arial Narrow" panose="020B0606020202030204" pitchFamily="34" charset="0"/>
                </a:rPr>
                <a:t>D. </a:t>
              </a:r>
              <a:r>
                <a:rPr lang="zh-CN" altLang="en-US" b="1" dirty="0">
                  <a:latin typeface="Arial Narrow" panose="020B0606020202030204" pitchFamily="34" charset="0"/>
                </a:rPr>
                <a:t>交换</a:t>
              </a:r>
              <a:r>
                <a:rPr lang="en-US" altLang="zh-CN" b="1" dirty="0">
                  <a:latin typeface="Arial Narrow" panose="020B0606020202030204" pitchFamily="34" charset="0"/>
                </a:rPr>
                <a:t>RTS</a:t>
              </a:r>
              <a:r>
                <a:rPr lang="zh-CN" altLang="en-US" b="1" dirty="0">
                  <a:latin typeface="Arial Narrow" panose="020B0606020202030204" pitchFamily="34" charset="0"/>
                </a:rPr>
                <a:t>和</a:t>
              </a:r>
              <a:r>
                <a:rPr lang="en-US" altLang="zh-CN" b="1" dirty="0">
                  <a:latin typeface="Arial Narrow" panose="020B0606020202030204" pitchFamily="34" charset="0"/>
                </a:rPr>
                <a:t>CTS</a:t>
              </a:r>
              <a:r>
                <a:rPr lang="zh-CN" altLang="en-US" b="1" dirty="0">
                  <a:latin typeface="Arial Narrow" panose="020B0606020202030204" pitchFamily="34" charset="0"/>
                </a:rPr>
                <a:t>帧</a:t>
              </a:r>
            </a:p>
          </p:txBody>
        </p:sp>
      </p:grpSp>
      <p:grpSp>
        <p:nvGrpSpPr>
          <p:cNvPr id="70" name="组合 69">
            <a:extLst>
              <a:ext uri="{FF2B5EF4-FFF2-40B4-BE49-F238E27FC236}">
                <a16:creationId xmlns:a16="http://schemas.microsoft.com/office/drawing/2014/main" id="{A56418B4-5EF5-41BA-94A9-D316CF9D078F}"/>
              </a:ext>
            </a:extLst>
          </p:cNvPr>
          <p:cNvGrpSpPr/>
          <p:nvPr/>
        </p:nvGrpSpPr>
        <p:grpSpPr>
          <a:xfrm>
            <a:off x="488092" y="3239084"/>
            <a:ext cx="11010480" cy="3205410"/>
            <a:chOff x="488092" y="3239084"/>
            <a:chExt cx="11010480" cy="3205410"/>
          </a:xfrm>
        </p:grpSpPr>
        <p:grpSp>
          <p:nvGrpSpPr>
            <p:cNvPr id="14" name="组合 13">
              <a:extLst>
                <a:ext uri="{FF2B5EF4-FFF2-40B4-BE49-F238E27FC236}">
                  <a16:creationId xmlns:a16="http://schemas.microsoft.com/office/drawing/2014/main" id="{9ADEA72D-38D3-4C30-BEF8-3DB0CB273799}"/>
                </a:ext>
              </a:extLst>
            </p:cNvPr>
            <p:cNvGrpSpPr/>
            <p:nvPr/>
          </p:nvGrpSpPr>
          <p:grpSpPr>
            <a:xfrm>
              <a:off x="488092" y="3585653"/>
              <a:ext cx="11010480" cy="2858841"/>
              <a:chOff x="685585" y="2940516"/>
              <a:chExt cx="11010480" cy="2858841"/>
            </a:xfrm>
          </p:grpSpPr>
          <p:sp>
            <p:nvSpPr>
              <p:cNvPr id="15" name="文本框 14">
                <a:extLst>
                  <a:ext uri="{FF2B5EF4-FFF2-40B4-BE49-F238E27FC236}">
                    <a16:creationId xmlns:a16="http://schemas.microsoft.com/office/drawing/2014/main" id="{E7BD0955-F4A3-4931-9573-CA4ED1B52809}"/>
                  </a:ext>
                </a:extLst>
              </p:cNvPr>
              <p:cNvSpPr txBox="1"/>
              <p:nvPr/>
            </p:nvSpPr>
            <p:spPr>
              <a:xfrm>
                <a:off x="685585" y="2940516"/>
                <a:ext cx="981076" cy="369332"/>
              </a:xfrm>
              <a:prstGeom prst="rect">
                <a:avLst/>
              </a:prstGeom>
              <a:noFill/>
            </p:spPr>
            <p:txBody>
              <a:bodyPr wrap="square" rtlCol="0">
                <a:spAutoFit/>
              </a:bodyPr>
              <a:lstStyle/>
              <a:p>
                <a:pPr algn="r"/>
                <a:r>
                  <a:rPr lang="zh-CN" altLang="en-US" b="1" dirty="0"/>
                  <a:t>源站</a:t>
                </a:r>
              </a:p>
            </p:txBody>
          </p:sp>
          <p:sp>
            <p:nvSpPr>
              <p:cNvPr id="16" name="文本框 15">
                <a:extLst>
                  <a:ext uri="{FF2B5EF4-FFF2-40B4-BE49-F238E27FC236}">
                    <a16:creationId xmlns:a16="http://schemas.microsoft.com/office/drawing/2014/main" id="{7097F0D5-6F3B-40F9-8B21-9C5769B65D26}"/>
                  </a:ext>
                </a:extLst>
              </p:cNvPr>
              <p:cNvSpPr txBox="1"/>
              <p:nvPr/>
            </p:nvSpPr>
            <p:spPr>
              <a:xfrm>
                <a:off x="685585" y="4187174"/>
                <a:ext cx="981076" cy="369332"/>
              </a:xfrm>
              <a:prstGeom prst="rect">
                <a:avLst/>
              </a:prstGeom>
              <a:noFill/>
            </p:spPr>
            <p:txBody>
              <a:bodyPr wrap="square" rtlCol="0">
                <a:spAutoFit/>
              </a:bodyPr>
              <a:lstStyle/>
              <a:p>
                <a:pPr algn="r"/>
                <a:r>
                  <a:rPr lang="zh-CN" altLang="en-US" b="1" dirty="0"/>
                  <a:t>目的站</a:t>
                </a:r>
              </a:p>
            </p:txBody>
          </p:sp>
          <p:sp>
            <p:nvSpPr>
              <p:cNvPr id="17" name="文本框 16">
                <a:extLst>
                  <a:ext uri="{FF2B5EF4-FFF2-40B4-BE49-F238E27FC236}">
                    <a16:creationId xmlns:a16="http://schemas.microsoft.com/office/drawing/2014/main" id="{3B36ECA5-A34E-48FC-90FE-9F83A7B54AE9}"/>
                  </a:ext>
                </a:extLst>
              </p:cNvPr>
              <p:cNvSpPr txBox="1"/>
              <p:nvPr/>
            </p:nvSpPr>
            <p:spPr>
              <a:xfrm>
                <a:off x="685585" y="5430025"/>
                <a:ext cx="981076" cy="369332"/>
              </a:xfrm>
              <a:prstGeom prst="rect">
                <a:avLst/>
              </a:prstGeom>
              <a:noFill/>
            </p:spPr>
            <p:txBody>
              <a:bodyPr wrap="square" rtlCol="0">
                <a:spAutoFit/>
              </a:bodyPr>
              <a:lstStyle/>
              <a:p>
                <a:pPr algn="r"/>
                <a:r>
                  <a:rPr lang="zh-CN" altLang="en-US" b="1" dirty="0"/>
                  <a:t>其他站</a:t>
                </a:r>
              </a:p>
            </p:txBody>
          </p:sp>
          <p:sp>
            <p:nvSpPr>
              <p:cNvPr id="18" name="文本框 17">
                <a:extLst>
                  <a:ext uri="{FF2B5EF4-FFF2-40B4-BE49-F238E27FC236}">
                    <a16:creationId xmlns:a16="http://schemas.microsoft.com/office/drawing/2014/main" id="{236593F5-84E7-462C-94AD-34C38DA30355}"/>
                  </a:ext>
                </a:extLst>
              </p:cNvPr>
              <p:cNvSpPr txBox="1"/>
              <p:nvPr/>
            </p:nvSpPr>
            <p:spPr>
              <a:xfrm>
                <a:off x="11051539" y="2940516"/>
                <a:ext cx="644526" cy="369332"/>
              </a:xfrm>
              <a:prstGeom prst="rect">
                <a:avLst/>
              </a:prstGeom>
              <a:noFill/>
            </p:spPr>
            <p:txBody>
              <a:bodyPr wrap="square" rtlCol="0">
                <a:spAutoFit/>
              </a:bodyPr>
              <a:lstStyle/>
              <a:p>
                <a:r>
                  <a:rPr lang="zh-CN" altLang="en-US" b="1" dirty="0"/>
                  <a:t>时间</a:t>
                </a:r>
              </a:p>
            </p:txBody>
          </p:sp>
          <p:cxnSp>
            <p:nvCxnSpPr>
              <p:cNvPr id="19" name="直接箭头连接符 18">
                <a:extLst>
                  <a:ext uri="{FF2B5EF4-FFF2-40B4-BE49-F238E27FC236}">
                    <a16:creationId xmlns:a16="http://schemas.microsoft.com/office/drawing/2014/main" id="{156917AB-E4D7-4129-94A2-39D70877A052}"/>
                  </a:ext>
                </a:extLst>
              </p:cNvPr>
              <p:cNvCxnSpPr>
                <a:cxnSpLocks/>
              </p:cNvCxnSpPr>
              <p:nvPr/>
            </p:nvCxnSpPr>
            <p:spPr>
              <a:xfrm>
                <a:off x="1666661" y="3125182"/>
                <a:ext cx="9367200" cy="0"/>
              </a:xfrm>
              <a:prstGeom prst="straightConnector1">
                <a:avLst/>
              </a:prstGeom>
              <a:ln w="12700">
                <a:solidFill>
                  <a:schemeClr val="tx1"/>
                </a:solidFill>
                <a:tailEnd type="triangle"/>
              </a:ln>
            </p:spPr>
            <p:style>
              <a:lnRef idx="1">
                <a:schemeClr val="accent1"/>
              </a:lnRef>
              <a:fillRef idx="0">
                <a:schemeClr val="accent1"/>
              </a:fillRef>
              <a:effectRef idx="0">
                <a:schemeClr val="accent1"/>
              </a:effectRef>
              <a:fontRef idx="minor">
                <a:schemeClr val="tx1"/>
              </a:fontRef>
            </p:style>
          </p:cxnSp>
          <p:sp>
            <p:nvSpPr>
              <p:cNvPr id="20" name="文本框 19">
                <a:extLst>
                  <a:ext uri="{FF2B5EF4-FFF2-40B4-BE49-F238E27FC236}">
                    <a16:creationId xmlns:a16="http://schemas.microsoft.com/office/drawing/2014/main" id="{8F27091C-855F-4E89-9DE7-779F30F57946}"/>
                  </a:ext>
                </a:extLst>
              </p:cNvPr>
              <p:cNvSpPr txBox="1"/>
              <p:nvPr/>
            </p:nvSpPr>
            <p:spPr>
              <a:xfrm>
                <a:off x="11051539" y="5430025"/>
                <a:ext cx="644526" cy="369332"/>
              </a:xfrm>
              <a:prstGeom prst="rect">
                <a:avLst/>
              </a:prstGeom>
              <a:noFill/>
            </p:spPr>
            <p:txBody>
              <a:bodyPr wrap="square" rtlCol="0">
                <a:spAutoFit/>
              </a:bodyPr>
              <a:lstStyle/>
              <a:p>
                <a:r>
                  <a:rPr lang="zh-CN" altLang="en-US" b="1" dirty="0"/>
                  <a:t>时间</a:t>
                </a:r>
              </a:p>
            </p:txBody>
          </p:sp>
          <p:cxnSp>
            <p:nvCxnSpPr>
              <p:cNvPr id="21" name="直接箭头连接符 20">
                <a:extLst>
                  <a:ext uri="{FF2B5EF4-FFF2-40B4-BE49-F238E27FC236}">
                    <a16:creationId xmlns:a16="http://schemas.microsoft.com/office/drawing/2014/main" id="{47F20181-0F0A-4F34-AEAC-DD1D210ABDB3}"/>
                  </a:ext>
                </a:extLst>
              </p:cNvPr>
              <p:cNvCxnSpPr>
                <a:cxnSpLocks/>
              </p:cNvCxnSpPr>
              <p:nvPr/>
            </p:nvCxnSpPr>
            <p:spPr>
              <a:xfrm>
                <a:off x="1666661" y="5614691"/>
                <a:ext cx="9367097" cy="0"/>
              </a:xfrm>
              <a:prstGeom prst="straightConnector1">
                <a:avLst/>
              </a:prstGeom>
              <a:ln w="12700">
                <a:solidFill>
                  <a:schemeClr val="tx1"/>
                </a:solidFill>
                <a:tailEnd type="triangle"/>
              </a:ln>
            </p:spPr>
            <p:style>
              <a:lnRef idx="1">
                <a:schemeClr val="accent1"/>
              </a:lnRef>
              <a:fillRef idx="0">
                <a:schemeClr val="accent1"/>
              </a:fillRef>
              <a:effectRef idx="0">
                <a:schemeClr val="accent1"/>
              </a:effectRef>
              <a:fontRef idx="minor">
                <a:schemeClr val="tx1"/>
              </a:fontRef>
            </p:style>
          </p:cxnSp>
          <p:sp>
            <p:nvSpPr>
              <p:cNvPr id="22" name="文本框 21">
                <a:extLst>
                  <a:ext uri="{FF2B5EF4-FFF2-40B4-BE49-F238E27FC236}">
                    <a16:creationId xmlns:a16="http://schemas.microsoft.com/office/drawing/2014/main" id="{BA791850-CD25-40F2-BAB7-2B19B58DE1D5}"/>
                  </a:ext>
                </a:extLst>
              </p:cNvPr>
              <p:cNvSpPr txBox="1"/>
              <p:nvPr/>
            </p:nvSpPr>
            <p:spPr>
              <a:xfrm>
                <a:off x="11051539" y="4185271"/>
                <a:ext cx="644526" cy="369332"/>
              </a:xfrm>
              <a:prstGeom prst="rect">
                <a:avLst/>
              </a:prstGeom>
              <a:noFill/>
            </p:spPr>
            <p:txBody>
              <a:bodyPr wrap="square" rtlCol="0">
                <a:spAutoFit/>
              </a:bodyPr>
              <a:lstStyle/>
              <a:p>
                <a:r>
                  <a:rPr lang="zh-CN" altLang="en-US" b="1" dirty="0"/>
                  <a:t>时间</a:t>
                </a:r>
              </a:p>
            </p:txBody>
          </p:sp>
          <p:cxnSp>
            <p:nvCxnSpPr>
              <p:cNvPr id="23" name="直接箭头连接符 22">
                <a:extLst>
                  <a:ext uri="{FF2B5EF4-FFF2-40B4-BE49-F238E27FC236}">
                    <a16:creationId xmlns:a16="http://schemas.microsoft.com/office/drawing/2014/main" id="{C856B7DB-9BEF-46A9-9B90-C45AF3BEDEEB}"/>
                  </a:ext>
                </a:extLst>
              </p:cNvPr>
              <p:cNvCxnSpPr>
                <a:cxnSpLocks/>
              </p:cNvCxnSpPr>
              <p:nvPr/>
            </p:nvCxnSpPr>
            <p:spPr>
              <a:xfrm>
                <a:off x="1666661" y="4369937"/>
                <a:ext cx="9367200" cy="0"/>
              </a:xfrm>
              <a:prstGeom prst="straightConnector1">
                <a:avLst/>
              </a:prstGeom>
              <a:ln w="12700">
                <a:solidFill>
                  <a:schemeClr val="tx1"/>
                </a:solidFill>
                <a:tailEnd type="triangle"/>
              </a:ln>
            </p:spPr>
            <p:style>
              <a:lnRef idx="1">
                <a:schemeClr val="accent1"/>
              </a:lnRef>
              <a:fillRef idx="0">
                <a:schemeClr val="accent1"/>
              </a:fillRef>
              <a:effectRef idx="0">
                <a:schemeClr val="accent1"/>
              </a:effectRef>
              <a:fontRef idx="minor">
                <a:schemeClr val="tx1"/>
              </a:fontRef>
            </p:style>
          </p:cxnSp>
        </p:grpSp>
        <p:sp>
          <p:nvSpPr>
            <p:cNvPr id="24" name="矩形 23">
              <a:extLst>
                <a:ext uri="{FF2B5EF4-FFF2-40B4-BE49-F238E27FC236}">
                  <a16:creationId xmlns:a16="http://schemas.microsoft.com/office/drawing/2014/main" id="{69389795-5ACA-482A-9F08-FD6598A45CE4}"/>
                </a:ext>
              </a:extLst>
            </p:cNvPr>
            <p:cNvSpPr/>
            <p:nvPr/>
          </p:nvSpPr>
          <p:spPr>
            <a:xfrm>
              <a:off x="1490131" y="3370209"/>
              <a:ext cx="1136650" cy="400110"/>
            </a:xfrm>
            <a:prstGeom prst="rect">
              <a:avLst/>
            </a:prstGeom>
            <a:solidFill>
              <a:schemeClr val="accent4"/>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zh-CN" altLang="en-US" b="1" dirty="0"/>
                <a:t>信道空闲</a:t>
              </a:r>
            </a:p>
          </p:txBody>
        </p:sp>
        <p:grpSp>
          <p:nvGrpSpPr>
            <p:cNvPr id="25" name="组合 24">
              <a:extLst>
                <a:ext uri="{FF2B5EF4-FFF2-40B4-BE49-F238E27FC236}">
                  <a16:creationId xmlns:a16="http://schemas.microsoft.com/office/drawing/2014/main" id="{8F637B30-6E0B-4E82-86CC-A90C01B28230}"/>
                </a:ext>
              </a:extLst>
            </p:cNvPr>
            <p:cNvGrpSpPr/>
            <p:nvPr/>
          </p:nvGrpSpPr>
          <p:grpSpPr>
            <a:xfrm>
              <a:off x="2604557" y="3261985"/>
              <a:ext cx="1120774" cy="509285"/>
              <a:chOff x="2781087" y="2616848"/>
              <a:chExt cx="1120774" cy="509285"/>
            </a:xfrm>
          </p:grpSpPr>
          <p:sp>
            <p:nvSpPr>
              <p:cNvPr id="26" name="文本框 25">
                <a:extLst>
                  <a:ext uri="{FF2B5EF4-FFF2-40B4-BE49-F238E27FC236}">
                    <a16:creationId xmlns:a16="http://schemas.microsoft.com/office/drawing/2014/main" id="{802040F8-15AF-48F1-B4F5-D047E9BE5AE7}"/>
                  </a:ext>
                </a:extLst>
              </p:cNvPr>
              <p:cNvSpPr txBox="1"/>
              <p:nvPr/>
            </p:nvSpPr>
            <p:spPr>
              <a:xfrm>
                <a:off x="2781087" y="2616848"/>
                <a:ext cx="1098550" cy="369332"/>
              </a:xfrm>
              <a:prstGeom prst="rect">
                <a:avLst/>
              </a:prstGeom>
              <a:noFill/>
            </p:spPr>
            <p:txBody>
              <a:bodyPr wrap="square" rtlCol="0">
                <a:spAutoFit/>
              </a:bodyPr>
              <a:lstStyle/>
              <a:p>
                <a:pPr algn="ctr"/>
                <a:r>
                  <a:rPr lang="en-US" altLang="zh-CN" b="1" dirty="0"/>
                  <a:t>DIFS</a:t>
                </a:r>
                <a:endParaRPr lang="zh-CN" altLang="en-US" b="1" dirty="0"/>
              </a:p>
            </p:txBody>
          </p:sp>
          <p:cxnSp>
            <p:nvCxnSpPr>
              <p:cNvPr id="27" name="直接连接符 26">
                <a:extLst>
                  <a:ext uri="{FF2B5EF4-FFF2-40B4-BE49-F238E27FC236}">
                    <a16:creationId xmlns:a16="http://schemas.microsoft.com/office/drawing/2014/main" id="{A905DD5D-BF6E-4C5F-B561-51258C7F1062}"/>
                  </a:ext>
                </a:extLst>
              </p:cNvPr>
              <p:cNvCxnSpPr>
                <a:cxnSpLocks/>
              </p:cNvCxnSpPr>
              <p:nvPr/>
            </p:nvCxnSpPr>
            <p:spPr>
              <a:xfrm>
                <a:off x="3901861" y="2724121"/>
                <a:ext cx="0" cy="402012"/>
              </a:xfrm>
              <a:prstGeom prst="line">
                <a:avLst/>
              </a:prstGeom>
              <a:ln w="12700">
                <a:solidFill>
                  <a:schemeClr val="tx1"/>
                </a:solidFill>
                <a:tailEnd type="none"/>
              </a:ln>
            </p:spPr>
            <p:style>
              <a:lnRef idx="1">
                <a:schemeClr val="accent1"/>
              </a:lnRef>
              <a:fillRef idx="0">
                <a:schemeClr val="accent1"/>
              </a:fillRef>
              <a:effectRef idx="0">
                <a:schemeClr val="accent1"/>
              </a:effectRef>
              <a:fontRef idx="minor">
                <a:schemeClr val="tx1"/>
              </a:fontRef>
            </p:style>
          </p:cxnSp>
          <p:cxnSp>
            <p:nvCxnSpPr>
              <p:cNvPr id="28" name="直接箭头连接符 27">
                <a:extLst>
                  <a:ext uri="{FF2B5EF4-FFF2-40B4-BE49-F238E27FC236}">
                    <a16:creationId xmlns:a16="http://schemas.microsoft.com/office/drawing/2014/main" id="{5648A609-E8A6-4536-BF63-C112AE782A8E}"/>
                  </a:ext>
                </a:extLst>
              </p:cNvPr>
              <p:cNvCxnSpPr/>
              <p:nvPr/>
            </p:nvCxnSpPr>
            <p:spPr>
              <a:xfrm>
                <a:off x="2803311" y="2940516"/>
                <a:ext cx="1098550" cy="0"/>
              </a:xfrm>
              <a:prstGeom prst="straightConnector1">
                <a:avLst/>
              </a:prstGeom>
              <a:ln w="12700">
                <a:solidFill>
                  <a:schemeClr val="tx1"/>
                </a:solidFill>
                <a:headEnd type="triangle"/>
                <a:tailEnd type="triangle"/>
              </a:ln>
            </p:spPr>
            <p:style>
              <a:lnRef idx="1">
                <a:schemeClr val="accent1"/>
              </a:lnRef>
              <a:fillRef idx="0">
                <a:schemeClr val="accent1"/>
              </a:fillRef>
              <a:effectRef idx="0">
                <a:schemeClr val="accent1"/>
              </a:effectRef>
              <a:fontRef idx="minor">
                <a:schemeClr val="tx1"/>
              </a:fontRef>
            </p:style>
          </p:cxnSp>
        </p:grpSp>
        <p:grpSp>
          <p:nvGrpSpPr>
            <p:cNvPr id="29" name="组合 28">
              <a:extLst>
                <a:ext uri="{FF2B5EF4-FFF2-40B4-BE49-F238E27FC236}">
                  <a16:creationId xmlns:a16="http://schemas.microsoft.com/office/drawing/2014/main" id="{DAC70A8D-151F-43F3-990D-A7B471206359}"/>
                </a:ext>
              </a:extLst>
            </p:cNvPr>
            <p:cNvGrpSpPr/>
            <p:nvPr/>
          </p:nvGrpSpPr>
          <p:grpSpPr>
            <a:xfrm>
              <a:off x="1944937" y="3768417"/>
              <a:ext cx="1363688" cy="830190"/>
              <a:chOff x="4018800" y="2864874"/>
              <a:chExt cx="1363688" cy="830190"/>
            </a:xfrm>
          </p:grpSpPr>
          <p:sp>
            <p:nvSpPr>
              <p:cNvPr id="30" name="文本框 29">
                <a:extLst>
                  <a:ext uri="{FF2B5EF4-FFF2-40B4-BE49-F238E27FC236}">
                    <a16:creationId xmlns:a16="http://schemas.microsoft.com/office/drawing/2014/main" id="{13AE6EB5-E0E1-4629-B962-137F788688CC}"/>
                  </a:ext>
                </a:extLst>
              </p:cNvPr>
              <p:cNvSpPr txBox="1"/>
              <p:nvPr/>
            </p:nvSpPr>
            <p:spPr>
              <a:xfrm>
                <a:off x="4018800" y="3325732"/>
                <a:ext cx="1363688" cy="369332"/>
              </a:xfrm>
              <a:prstGeom prst="rect">
                <a:avLst/>
              </a:prstGeom>
              <a:noFill/>
            </p:spPr>
            <p:txBody>
              <a:bodyPr wrap="square" rtlCol="0">
                <a:spAutoFit/>
              </a:bodyPr>
              <a:lstStyle/>
              <a:p>
                <a:pPr algn="ctr"/>
                <a:r>
                  <a:rPr lang="zh-CN" altLang="en-US" b="1" dirty="0">
                    <a:solidFill>
                      <a:schemeClr val="accent3"/>
                    </a:solidFill>
                    <a:latin typeface="Arial Narrow" panose="020B0606020202030204" pitchFamily="34" charset="0"/>
                  </a:rPr>
                  <a:t>有帧要发送</a:t>
                </a:r>
              </a:p>
            </p:txBody>
          </p:sp>
          <p:cxnSp>
            <p:nvCxnSpPr>
              <p:cNvPr id="31" name="直接箭头连接符 30">
                <a:extLst>
                  <a:ext uri="{FF2B5EF4-FFF2-40B4-BE49-F238E27FC236}">
                    <a16:creationId xmlns:a16="http://schemas.microsoft.com/office/drawing/2014/main" id="{C3D50A9C-444F-41AA-BAE2-673D483B01A2}"/>
                  </a:ext>
                </a:extLst>
              </p:cNvPr>
              <p:cNvCxnSpPr>
                <a:cxnSpLocks/>
              </p:cNvCxnSpPr>
              <p:nvPr/>
            </p:nvCxnSpPr>
            <p:spPr>
              <a:xfrm flipV="1">
                <a:off x="4702471" y="2864874"/>
                <a:ext cx="0" cy="521823"/>
              </a:xfrm>
              <a:prstGeom prst="straightConnector1">
                <a:avLst/>
              </a:prstGeom>
              <a:ln w="25400">
                <a:solidFill>
                  <a:schemeClr val="tx1"/>
                </a:solidFill>
                <a:tailEnd type="triangle" w="med" len="lg"/>
              </a:ln>
            </p:spPr>
            <p:style>
              <a:lnRef idx="1">
                <a:schemeClr val="accent1"/>
              </a:lnRef>
              <a:fillRef idx="0">
                <a:schemeClr val="accent1"/>
              </a:fillRef>
              <a:effectRef idx="0">
                <a:schemeClr val="accent1"/>
              </a:effectRef>
              <a:fontRef idx="minor">
                <a:schemeClr val="tx1"/>
              </a:fontRef>
            </p:style>
          </p:cxnSp>
        </p:grpSp>
        <p:grpSp>
          <p:nvGrpSpPr>
            <p:cNvPr id="32" name="组合 31">
              <a:extLst>
                <a:ext uri="{FF2B5EF4-FFF2-40B4-BE49-F238E27FC236}">
                  <a16:creationId xmlns:a16="http://schemas.microsoft.com/office/drawing/2014/main" id="{62119515-41FD-4E32-A98E-6BC667B527A3}"/>
                </a:ext>
              </a:extLst>
            </p:cNvPr>
            <p:cNvGrpSpPr/>
            <p:nvPr/>
          </p:nvGrpSpPr>
          <p:grpSpPr>
            <a:xfrm>
              <a:off x="3709885" y="3768417"/>
              <a:ext cx="404036" cy="1245704"/>
              <a:chOff x="3709885" y="3705787"/>
              <a:chExt cx="404036" cy="1245704"/>
            </a:xfrm>
          </p:grpSpPr>
          <p:sp>
            <p:nvSpPr>
              <p:cNvPr id="33" name="平行四边形 32">
                <a:extLst>
                  <a:ext uri="{FF2B5EF4-FFF2-40B4-BE49-F238E27FC236}">
                    <a16:creationId xmlns:a16="http://schemas.microsoft.com/office/drawing/2014/main" id="{94B83A11-02C1-4DAC-9E0D-D18FF4BC6C3C}"/>
                  </a:ext>
                </a:extLst>
              </p:cNvPr>
              <p:cNvSpPr/>
              <p:nvPr/>
            </p:nvSpPr>
            <p:spPr>
              <a:xfrm flipH="1">
                <a:off x="3725331" y="3705787"/>
                <a:ext cx="388590" cy="1245704"/>
              </a:xfrm>
              <a:prstGeom prst="parallelogram">
                <a:avLst>
                  <a:gd name="adj" fmla="val 36439"/>
                </a:avLst>
              </a:prstGeom>
              <a:solidFill>
                <a:schemeClr val="accent6">
                  <a:lumMod val="50000"/>
                </a:schemeClr>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b="1" dirty="0">
                  <a:latin typeface="宋体" panose="02010600030101010101" pitchFamily="2" charset="-122"/>
                  <a:ea typeface="宋体" panose="02010600030101010101" pitchFamily="2" charset="-122"/>
                </a:endParaRPr>
              </a:p>
            </p:txBody>
          </p:sp>
          <p:cxnSp>
            <p:nvCxnSpPr>
              <p:cNvPr id="34" name="直接箭头连接符 33">
                <a:extLst>
                  <a:ext uri="{FF2B5EF4-FFF2-40B4-BE49-F238E27FC236}">
                    <a16:creationId xmlns:a16="http://schemas.microsoft.com/office/drawing/2014/main" id="{43D5735D-1959-4BED-9677-AE458193EA96}"/>
                  </a:ext>
                </a:extLst>
              </p:cNvPr>
              <p:cNvCxnSpPr>
                <a:cxnSpLocks/>
              </p:cNvCxnSpPr>
              <p:nvPr/>
            </p:nvCxnSpPr>
            <p:spPr>
              <a:xfrm>
                <a:off x="3937293" y="4459260"/>
                <a:ext cx="51777" cy="328379"/>
              </a:xfrm>
              <a:prstGeom prst="straightConnector1">
                <a:avLst/>
              </a:prstGeom>
              <a:ln w="38100">
                <a:solidFill>
                  <a:schemeClr val="bg1"/>
                </a:solidFill>
                <a:tailEnd type="triangle"/>
              </a:ln>
            </p:spPr>
            <p:style>
              <a:lnRef idx="1">
                <a:schemeClr val="accent1"/>
              </a:lnRef>
              <a:fillRef idx="0">
                <a:schemeClr val="accent1"/>
              </a:fillRef>
              <a:effectRef idx="0">
                <a:schemeClr val="accent1"/>
              </a:effectRef>
              <a:fontRef idx="minor">
                <a:schemeClr val="tx1"/>
              </a:fontRef>
            </p:style>
          </p:cxnSp>
          <p:sp>
            <p:nvSpPr>
              <p:cNvPr id="35" name="文本框 34">
                <a:extLst>
                  <a:ext uri="{FF2B5EF4-FFF2-40B4-BE49-F238E27FC236}">
                    <a16:creationId xmlns:a16="http://schemas.microsoft.com/office/drawing/2014/main" id="{35D00523-5EAF-4919-872E-B6EB52F7B025}"/>
                  </a:ext>
                </a:extLst>
              </p:cNvPr>
              <p:cNvSpPr txBox="1"/>
              <p:nvPr/>
            </p:nvSpPr>
            <p:spPr>
              <a:xfrm rot="5016764">
                <a:off x="3572288" y="3987483"/>
                <a:ext cx="644526" cy="369332"/>
              </a:xfrm>
              <a:prstGeom prst="rect">
                <a:avLst/>
              </a:prstGeom>
              <a:noFill/>
            </p:spPr>
            <p:txBody>
              <a:bodyPr wrap="square" rtlCol="0">
                <a:spAutoFit/>
              </a:bodyPr>
              <a:lstStyle/>
              <a:p>
                <a:pPr algn="ctr"/>
                <a:r>
                  <a:rPr lang="en-US" altLang="zh-CN" b="1" dirty="0">
                    <a:solidFill>
                      <a:schemeClr val="bg1"/>
                    </a:solidFill>
                  </a:rPr>
                  <a:t>RTS</a:t>
                </a:r>
                <a:endParaRPr lang="zh-CN" altLang="en-US" b="1" dirty="0">
                  <a:solidFill>
                    <a:schemeClr val="bg1"/>
                  </a:solidFill>
                </a:endParaRPr>
              </a:p>
            </p:txBody>
          </p:sp>
        </p:grpSp>
        <p:grpSp>
          <p:nvGrpSpPr>
            <p:cNvPr id="36" name="组合 35">
              <a:extLst>
                <a:ext uri="{FF2B5EF4-FFF2-40B4-BE49-F238E27FC236}">
                  <a16:creationId xmlns:a16="http://schemas.microsoft.com/office/drawing/2014/main" id="{DD7D49A9-C266-49FF-BB76-75B3084D12B6}"/>
                </a:ext>
              </a:extLst>
            </p:cNvPr>
            <p:cNvGrpSpPr/>
            <p:nvPr/>
          </p:nvGrpSpPr>
          <p:grpSpPr>
            <a:xfrm>
              <a:off x="4082171" y="5012921"/>
              <a:ext cx="644523" cy="543960"/>
              <a:chOff x="5121057" y="4368987"/>
              <a:chExt cx="644523" cy="543960"/>
            </a:xfrm>
          </p:grpSpPr>
          <p:sp>
            <p:nvSpPr>
              <p:cNvPr id="37" name="文本框 36">
                <a:extLst>
                  <a:ext uri="{FF2B5EF4-FFF2-40B4-BE49-F238E27FC236}">
                    <a16:creationId xmlns:a16="http://schemas.microsoft.com/office/drawing/2014/main" id="{67263E3D-51EC-4D7E-8675-AF51CE94A950}"/>
                  </a:ext>
                </a:extLst>
              </p:cNvPr>
              <p:cNvSpPr txBox="1"/>
              <p:nvPr/>
            </p:nvSpPr>
            <p:spPr>
              <a:xfrm>
                <a:off x="5121057" y="4543615"/>
                <a:ext cx="644523" cy="369332"/>
              </a:xfrm>
              <a:prstGeom prst="rect">
                <a:avLst/>
              </a:prstGeom>
              <a:noFill/>
            </p:spPr>
            <p:txBody>
              <a:bodyPr wrap="square" rtlCol="0">
                <a:spAutoFit/>
              </a:bodyPr>
              <a:lstStyle/>
              <a:p>
                <a:pPr algn="ctr"/>
                <a:r>
                  <a:rPr lang="en-US" altLang="zh-CN" b="1" dirty="0"/>
                  <a:t>SIFS</a:t>
                </a:r>
                <a:endParaRPr lang="zh-CN" altLang="en-US" b="1" dirty="0"/>
              </a:p>
            </p:txBody>
          </p:sp>
          <p:cxnSp>
            <p:nvCxnSpPr>
              <p:cNvPr id="38" name="直接连接符 37">
                <a:extLst>
                  <a:ext uri="{FF2B5EF4-FFF2-40B4-BE49-F238E27FC236}">
                    <a16:creationId xmlns:a16="http://schemas.microsoft.com/office/drawing/2014/main" id="{C67025EE-1389-4060-BD9E-C312A655AD8E}"/>
                  </a:ext>
                </a:extLst>
              </p:cNvPr>
              <p:cNvCxnSpPr>
                <a:cxnSpLocks/>
              </p:cNvCxnSpPr>
              <p:nvPr/>
            </p:nvCxnSpPr>
            <p:spPr>
              <a:xfrm>
                <a:off x="5152807" y="4368987"/>
                <a:ext cx="0" cy="402012"/>
              </a:xfrm>
              <a:prstGeom prst="line">
                <a:avLst/>
              </a:prstGeom>
              <a:ln w="12700">
                <a:solidFill>
                  <a:schemeClr val="tx1"/>
                </a:solidFill>
                <a:tailEnd type="none"/>
              </a:ln>
            </p:spPr>
            <p:style>
              <a:lnRef idx="1">
                <a:schemeClr val="accent1"/>
              </a:lnRef>
              <a:fillRef idx="0">
                <a:schemeClr val="accent1"/>
              </a:fillRef>
              <a:effectRef idx="0">
                <a:schemeClr val="accent1"/>
              </a:effectRef>
              <a:fontRef idx="minor">
                <a:schemeClr val="tx1"/>
              </a:fontRef>
            </p:style>
          </p:cxnSp>
          <p:cxnSp>
            <p:nvCxnSpPr>
              <p:cNvPr id="39" name="直接连接符 38">
                <a:extLst>
                  <a:ext uri="{FF2B5EF4-FFF2-40B4-BE49-F238E27FC236}">
                    <a16:creationId xmlns:a16="http://schemas.microsoft.com/office/drawing/2014/main" id="{C55D601D-95CB-4805-AF77-3857B9AD554B}"/>
                  </a:ext>
                </a:extLst>
              </p:cNvPr>
              <p:cNvCxnSpPr>
                <a:cxnSpLocks/>
              </p:cNvCxnSpPr>
              <p:nvPr/>
            </p:nvCxnSpPr>
            <p:spPr>
              <a:xfrm>
                <a:off x="5710293" y="4368987"/>
                <a:ext cx="0" cy="402012"/>
              </a:xfrm>
              <a:prstGeom prst="line">
                <a:avLst/>
              </a:prstGeom>
              <a:ln w="12700">
                <a:solidFill>
                  <a:schemeClr val="tx1"/>
                </a:solidFill>
                <a:tailEnd type="none"/>
              </a:ln>
            </p:spPr>
            <p:style>
              <a:lnRef idx="1">
                <a:schemeClr val="accent1"/>
              </a:lnRef>
              <a:fillRef idx="0">
                <a:schemeClr val="accent1"/>
              </a:fillRef>
              <a:effectRef idx="0">
                <a:schemeClr val="accent1"/>
              </a:effectRef>
              <a:fontRef idx="minor">
                <a:schemeClr val="tx1"/>
              </a:fontRef>
            </p:style>
          </p:cxnSp>
          <p:cxnSp>
            <p:nvCxnSpPr>
              <p:cNvPr id="40" name="直接箭头连接符 39">
                <a:extLst>
                  <a:ext uri="{FF2B5EF4-FFF2-40B4-BE49-F238E27FC236}">
                    <a16:creationId xmlns:a16="http://schemas.microsoft.com/office/drawing/2014/main" id="{0C0CD05F-FF5A-49D2-AA86-B8B470600C78}"/>
                  </a:ext>
                </a:extLst>
              </p:cNvPr>
              <p:cNvCxnSpPr>
                <a:cxnSpLocks/>
              </p:cNvCxnSpPr>
              <p:nvPr/>
            </p:nvCxnSpPr>
            <p:spPr>
              <a:xfrm>
                <a:off x="5152807" y="4543615"/>
                <a:ext cx="557486" cy="0"/>
              </a:xfrm>
              <a:prstGeom prst="straightConnector1">
                <a:avLst/>
              </a:prstGeom>
              <a:ln w="12700">
                <a:solidFill>
                  <a:schemeClr val="tx1"/>
                </a:solidFill>
                <a:headEnd type="triangle"/>
                <a:tailEnd type="triangle"/>
              </a:ln>
            </p:spPr>
            <p:style>
              <a:lnRef idx="1">
                <a:schemeClr val="accent1"/>
              </a:lnRef>
              <a:fillRef idx="0">
                <a:schemeClr val="accent1"/>
              </a:fillRef>
              <a:effectRef idx="0">
                <a:schemeClr val="accent1"/>
              </a:effectRef>
              <a:fontRef idx="minor">
                <a:schemeClr val="tx1"/>
              </a:fontRef>
            </p:style>
          </p:cxnSp>
        </p:grpSp>
        <p:grpSp>
          <p:nvGrpSpPr>
            <p:cNvPr id="41" name="组合 40">
              <a:extLst>
                <a:ext uri="{FF2B5EF4-FFF2-40B4-BE49-F238E27FC236}">
                  <a16:creationId xmlns:a16="http://schemas.microsoft.com/office/drawing/2014/main" id="{00561D2B-B6C4-45D4-9B4A-410700AC9005}"/>
                </a:ext>
              </a:extLst>
            </p:cNvPr>
            <p:cNvGrpSpPr/>
            <p:nvPr/>
          </p:nvGrpSpPr>
          <p:grpSpPr>
            <a:xfrm>
              <a:off x="4654213" y="3768417"/>
              <a:ext cx="412826" cy="1252960"/>
              <a:chOff x="4654213" y="3705787"/>
              <a:chExt cx="412826" cy="1252960"/>
            </a:xfrm>
          </p:grpSpPr>
          <p:sp>
            <p:nvSpPr>
              <p:cNvPr id="42" name="平行四边形 41">
                <a:extLst>
                  <a:ext uri="{FF2B5EF4-FFF2-40B4-BE49-F238E27FC236}">
                    <a16:creationId xmlns:a16="http://schemas.microsoft.com/office/drawing/2014/main" id="{A7855902-009C-431E-A3F7-062A38749029}"/>
                  </a:ext>
                </a:extLst>
              </p:cNvPr>
              <p:cNvSpPr/>
              <p:nvPr/>
            </p:nvSpPr>
            <p:spPr>
              <a:xfrm flipH="1">
                <a:off x="4678449" y="3705787"/>
                <a:ext cx="388590" cy="1245704"/>
              </a:xfrm>
              <a:prstGeom prst="parallelogram">
                <a:avLst>
                  <a:gd name="adj" fmla="val 36439"/>
                </a:avLst>
              </a:prstGeom>
              <a:solidFill>
                <a:schemeClr val="accent1">
                  <a:lumMod val="50000"/>
                </a:schemeClr>
              </a:solidFill>
              <a:ln>
                <a:solidFill>
                  <a:schemeClr val="tx1"/>
                </a:solidFill>
              </a:ln>
              <a:scene3d>
                <a:camera prst="orthographicFront">
                  <a:rot lat="0" lon="10800000" rev="0"/>
                </a:camera>
                <a:lightRig rig="threePt" dir="t"/>
              </a:scene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b="1" dirty="0">
                  <a:latin typeface="宋体" panose="02010600030101010101" pitchFamily="2" charset="-122"/>
                  <a:ea typeface="宋体" panose="02010600030101010101" pitchFamily="2" charset="-122"/>
                </a:endParaRPr>
              </a:p>
            </p:txBody>
          </p:sp>
          <p:sp>
            <p:nvSpPr>
              <p:cNvPr id="43" name="文本框 42">
                <a:extLst>
                  <a:ext uri="{FF2B5EF4-FFF2-40B4-BE49-F238E27FC236}">
                    <a16:creationId xmlns:a16="http://schemas.microsoft.com/office/drawing/2014/main" id="{767B4DF8-7DD0-4437-832F-DE733C98968A}"/>
                  </a:ext>
                </a:extLst>
              </p:cNvPr>
              <p:cNvSpPr txBox="1"/>
              <p:nvPr/>
            </p:nvSpPr>
            <p:spPr>
              <a:xfrm rot="16589550">
                <a:off x="4516616" y="4451818"/>
                <a:ext cx="644526" cy="369332"/>
              </a:xfrm>
              <a:prstGeom prst="rect">
                <a:avLst/>
              </a:prstGeom>
              <a:noFill/>
            </p:spPr>
            <p:txBody>
              <a:bodyPr wrap="square" rtlCol="0">
                <a:spAutoFit/>
              </a:bodyPr>
              <a:lstStyle/>
              <a:p>
                <a:pPr algn="ctr"/>
                <a:r>
                  <a:rPr lang="en-US" altLang="zh-CN" b="1" dirty="0">
                    <a:solidFill>
                      <a:schemeClr val="bg1"/>
                    </a:solidFill>
                  </a:rPr>
                  <a:t>CTS</a:t>
                </a:r>
                <a:endParaRPr lang="zh-CN" altLang="en-US" b="1" dirty="0">
                  <a:solidFill>
                    <a:schemeClr val="bg1"/>
                  </a:solidFill>
                </a:endParaRPr>
              </a:p>
            </p:txBody>
          </p:sp>
          <p:cxnSp>
            <p:nvCxnSpPr>
              <p:cNvPr id="44" name="直接箭头连接符 43">
                <a:extLst>
                  <a:ext uri="{FF2B5EF4-FFF2-40B4-BE49-F238E27FC236}">
                    <a16:creationId xmlns:a16="http://schemas.microsoft.com/office/drawing/2014/main" id="{EAF418C5-8192-4571-8C6C-DE5E04F1BC6E}"/>
                  </a:ext>
                </a:extLst>
              </p:cNvPr>
              <p:cNvCxnSpPr>
                <a:cxnSpLocks/>
              </p:cNvCxnSpPr>
              <p:nvPr/>
            </p:nvCxnSpPr>
            <p:spPr>
              <a:xfrm flipV="1">
                <a:off x="4872744" y="3945404"/>
                <a:ext cx="48506" cy="382451"/>
              </a:xfrm>
              <a:prstGeom prst="straightConnector1">
                <a:avLst/>
              </a:prstGeom>
              <a:ln w="38100">
                <a:solidFill>
                  <a:schemeClr val="bg1"/>
                </a:solidFill>
                <a:tailEnd type="triangle"/>
              </a:ln>
            </p:spPr>
            <p:style>
              <a:lnRef idx="1">
                <a:schemeClr val="accent1"/>
              </a:lnRef>
              <a:fillRef idx="0">
                <a:schemeClr val="accent1"/>
              </a:fillRef>
              <a:effectRef idx="0">
                <a:schemeClr val="accent1"/>
              </a:effectRef>
              <a:fontRef idx="minor">
                <a:schemeClr val="tx1"/>
              </a:fontRef>
            </p:style>
          </p:cxnSp>
        </p:grpSp>
        <p:grpSp>
          <p:nvGrpSpPr>
            <p:cNvPr id="45" name="组合 44">
              <a:extLst>
                <a:ext uri="{FF2B5EF4-FFF2-40B4-BE49-F238E27FC236}">
                  <a16:creationId xmlns:a16="http://schemas.microsoft.com/office/drawing/2014/main" id="{26AECA37-2E1D-4AAA-BC14-53B6CD49F1B1}"/>
                </a:ext>
              </a:extLst>
            </p:cNvPr>
            <p:cNvGrpSpPr/>
            <p:nvPr/>
          </p:nvGrpSpPr>
          <p:grpSpPr>
            <a:xfrm>
              <a:off x="5034431" y="3239084"/>
              <a:ext cx="644523" cy="532186"/>
              <a:chOff x="5121057" y="4238813"/>
              <a:chExt cx="644523" cy="532186"/>
            </a:xfrm>
          </p:grpSpPr>
          <p:sp>
            <p:nvSpPr>
              <p:cNvPr id="46" name="文本框 45">
                <a:extLst>
                  <a:ext uri="{FF2B5EF4-FFF2-40B4-BE49-F238E27FC236}">
                    <a16:creationId xmlns:a16="http://schemas.microsoft.com/office/drawing/2014/main" id="{87C768A3-0F33-4C1E-92DB-86AEEF5D7F94}"/>
                  </a:ext>
                </a:extLst>
              </p:cNvPr>
              <p:cNvSpPr txBox="1"/>
              <p:nvPr/>
            </p:nvSpPr>
            <p:spPr>
              <a:xfrm>
                <a:off x="5121057" y="4238813"/>
                <a:ext cx="644523" cy="369332"/>
              </a:xfrm>
              <a:prstGeom prst="rect">
                <a:avLst/>
              </a:prstGeom>
              <a:noFill/>
            </p:spPr>
            <p:txBody>
              <a:bodyPr wrap="square" rtlCol="0">
                <a:spAutoFit/>
              </a:bodyPr>
              <a:lstStyle/>
              <a:p>
                <a:pPr algn="ctr"/>
                <a:r>
                  <a:rPr lang="en-US" altLang="zh-CN" b="1" dirty="0"/>
                  <a:t>SIFS</a:t>
                </a:r>
                <a:endParaRPr lang="zh-CN" altLang="en-US" b="1" dirty="0"/>
              </a:p>
            </p:txBody>
          </p:sp>
          <p:cxnSp>
            <p:nvCxnSpPr>
              <p:cNvPr id="47" name="直接连接符 46">
                <a:extLst>
                  <a:ext uri="{FF2B5EF4-FFF2-40B4-BE49-F238E27FC236}">
                    <a16:creationId xmlns:a16="http://schemas.microsoft.com/office/drawing/2014/main" id="{4F8CA9EE-4DC6-4696-A421-585D6A9E780F}"/>
                  </a:ext>
                </a:extLst>
              </p:cNvPr>
              <p:cNvCxnSpPr>
                <a:cxnSpLocks/>
              </p:cNvCxnSpPr>
              <p:nvPr/>
            </p:nvCxnSpPr>
            <p:spPr>
              <a:xfrm>
                <a:off x="5152807" y="4368987"/>
                <a:ext cx="0" cy="402012"/>
              </a:xfrm>
              <a:prstGeom prst="line">
                <a:avLst/>
              </a:prstGeom>
              <a:ln w="12700">
                <a:solidFill>
                  <a:schemeClr val="tx1"/>
                </a:solidFill>
                <a:tailEnd type="none"/>
              </a:ln>
            </p:spPr>
            <p:style>
              <a:lnRef idx="1">
                <a:schemeClr val="accent1"/>
              </a:lnRef>
              <a:fillRef idx="0">
                <a:schemeClr val="accent1"/>
              </a:fillRef>
              <a:effectRef idx="0">
                <a:schemeClr val="accent1"/>
              </a:effectRef>
              <a:fontRef idx="minor">
                <a:schemeClr val="tx1"/>
              </a:fontRef>
            </p:style>
          </p:cxnSp>
          <p:cxnSp>
            <p:nvCxnSpPr>
              <p:cNvPr id="48" name="直接连接符 47">
                <a:extLst>
                  <a:ext uri="{FF2B5EF4-FFF2-40B4-BE49-F238E27FC236}">
                    <a16:creationId xmlns:a16="http://schemas.microsoft.com/office/drawing/2014/main" id="{5A2F2C9F-FDB8-41D0-B026-BE6B9513417D}"/>
                  </a:ext>
                </a:extLst>
              </p:cNvPr>
              <p:cNvCxnSpPr>
                <a:cxnSpLocks/>
              </p:cNvCxnSpPr>
              <p:nvPr/>
            </p:nvCxnSpPr>
            <p:spPr>
              <a:xfrm>
                <a:off x="5710293" y="4368987"/>
                <a:ext cx="0" cy="402012"/>
              </a:xfrm>
              <a:prstGeom prst="line">
                <a:avLst/>
              </a:prstGeom>
              <a:ln w="12700">
                <a:solidFill>
                  <a:schemeClr val="tx1"/>
                </a:solidFill>
                <a:tailEnd type="none"/>
              </a:ln>
            </p:spPr>
            <p:style>
              <a:lnRef idx="1">
                <a:schemeClr val="accent1"/>
              </a:lnRef>
              <a:fillRef idx="0">
                <a:schemeClr val="accent1"/>
              </a:fillRef>
              <a:effectRef idx="0">
                <a:schemeClr val="accent1"/>
              </a:effectRef>
              <a:fontRef idx="minor">
                <a:schemeClr val="tx1"/>
              </a:fontRef>
            </p:style>
          </p:cxnSp>
          <p:cxnSp>
            <p:nvCxnSpPr>
              <p:cNvPr id="49" name="直接箭头连接符 48">
                <a:extLst>
                  <a:ext uri="{FF2B5EF4-FFF2-40B4-BE49-F238E27FC236}">
                    <a16:creationId xmlns:a16="http://schemas.microsoft.com/office/drawing/2014/main" id="{BFECF505-24C3-466E-9517-46D9156AB6CB}"/>
                  </a:ext>
                </a:extLst>
              </p:cNvPr>
              <p:cNvCxnSpPr>
                <a:cxnSpLocks/>
              </p:cNvCxnSpPr>
              <p:nvPr/>
            </p:nvCxnSpPr>
            <p:spPr>
              <a:xfrm>
                <a:off x="5152807" y="4543615"/>
                <a:ext cx="557486" cy="0"/>
              </a:xfrm>
              <a:prstGeom prst="straightConnector1">
                <a:avLst/>
              </a:prstGeom>
              <a:ln w="12700">
                <a:solidFill>
                  <a:schemeClr val="tx1"/>
                </a:solidFill>
                <a:headEnd type="triangle"/>
                <a:tailEnd type="triangle"/>
              </a:ln>
            </p:spPr>
            <p:style>
              <a:lnRef idx="1">
                <a:schemeClr val="accent1"/>
              </a:lnRef>
              <a:fillRef idx="0">
                <a:schemeClr val="accent1"/>
              </a:fillRef>
              <a:effectRef idx="0">
                <a:schemeClr val="accent1"/>
              </a:effectRef>
              <a:fontRef idx="minor">
                <a:schemeClr val="tx1"/>
              </a:fontRef>
            </p:style>
          </p:cxnSp>
        </p:grpSp>
        <p:grpSp>
          <p:nvGrpSpPr>
            <p:cNvPr id="50" name="组合 49">
              <a:extLst>
                <a:ext uri="{FF2B5EF4-FFF2-40B4-BE49-F238E27FC236}">
                  <a16:creationId xmlns:a16="http://schemas.microsoft.com/office/drawing/2014/main" id="{8E13C533-0F78-4F5D-8059-3094D73E67A8}"/>
                </a:ext>
              </a:extLst>
            </p:cNvPr>
            <p:cNvGrpSpPr/>
            <p:nvPr/>
          </p:nvGrpSpPr>
          <p:grpSpPr>
            <a:xfrm>
              <a:off x="6842009" y="5013171"/>
              <a:ext cx="644523" cy="543960"/>
              <a:chOff x="5121057" y="4368987"/>
              <a:chExt cx="644523" cy="543960"/>
            </a:xfrm>
          </p:grpSpPr>
          <p:sp>
            <p:nvSpPr>
              <p:cNvPr id="51" name="文本框 50">
                <a:extLst>
                  <a:ext uri="{FF2B5EF4-FFF2-40B4-BE49-F238E27FC236}">
                    <a16:creationId xmlns:a16="http://schemas.microsoft.com/office/drawing/2014/main" id="{6BBC2685-B0F2-48A2-B2F6-B7FDCF663D98}"/>
                  </a:ext>
                </a:extLst>
              </p:cNvPr>
              <p:cNvSpPr txBox="1"/>
              <p:nvPr/>
            </p:nvSpPr>
            <p:spPr>
              <a:xfrm>
                <a:off x="5121057" y="4543615"/>
                <a:ext cx="644523" cy="369332"/>
              </a:xfrm>
              <a:prstGeom prst="rect">
                <a:avLst/>
              </a:prstGeom>
              <a:noFill/>
            </p:spPr>
            <p:txBody>
              <a:bodyPr wrap="square" rtlCol="0">
                <a:spAutoFit/>
              </a:bodyPr>
              <a:lstStyle/>
              <a:p>
                <a:pPr algn="ctr"/>
                <a:r>
                  <a:rPr lang="en-US" altLang="zh-CN" b="1" dirty="0"/>
                  <a:t>SIFS</a:t>
                </a:r>
                <a:endParaRPr lang="zh-CN" altLang="en-US" b="1" dirty="0"/>
              </a:p>
            </p:txBody>
          </p:sp>
          <p:cxnSp>
            <p:nvCxnSpPr>
              <p:cNvPr id="52" name="直接连接符 51">
                <a:extLst>
                  <a:ext uri="{FF2B5EF4-FFF2-40B4-BE49-F238E27FC236}">
                    <a16:creationId xmlns:a16="http://schemas.microsoft.com/office/drawing/2014/main" id="{74B1136E-9098-4D6B-A748-F6802866F251}"/>
                  </a:ext>
                </a:extLst>
              </p:cNvPr>
              <p:cNvCxnSpPr>
                <a:cxnSpLocks/>
              </p:cNvCxnSpPr>
              <p:nvPr/>
            </p:nvCxnSpPr>
            <p:spPr>
              <a:xfrm>
                <a:off x="5152807" y="4368987"/>
                <a:ext cx="0" cy="402012"/>
              </a:xfrm>
              <a:prstGeom prst="line">
                <a:avLst/>
              </a:prstGeom>
              <a:ln w="12700">
                <a:solidFill>
                  <a:schemeClr val="tx1"/>
                </a:solidFill>
                <a:tailEnd type="none"/>
              </a:ln>
            </p:spPr>
            <p:style>
              <a:lnRef idx="1">
                <a:schemeClr val="accent1"/>
              </a:lnRef>
              <a:fillRef idx="0">
                <a:schemeClr val="accent1"/>
              </a:fillRef>
              <a:effectRef idx="0">
                <a:schemeClr val="accent1"/>
              </a:effectRef>
              <a:fontRef idx="minor">
                <a:schemeClr val="tx1"/>
              </a:fontRef>
            </p:style>
          </p:cxnSp>
          <p:cxnSp>
            <p:nvCxnSpPr>
              <p:cNvPr id="53" name="直接连接符 52">
                <a:extLst>
                  <a:ext uri="{FF2B5EF4-FFF2-40B4-BE49-F238E27FC236}">
                    <a16:creationId xmlns:a16="http://schemas.microsoft.com/office/drawing/2014/main" id="{D1EDAEAC-1E31-4550-9FBB-D45EB196976A}"/>
                  </a:ext>
                </a:extLst>
              </p:cNvPr>
              <p:cNvCxnSpPr>
                <a:cxnSpLocks/>
              </p:cNvCxnSpPr>
              <p:nvPr/>
            </p:nvCxnSpPr>
            <p:spPr>
              <a:xfrm>
                <a:off x="5710293" y="4368987"/>
                <a:ext cx="0" cy="402012"/>
              </a:xfrm>
              <a:prstGeom prst="line">
                <a:avLst/>
              </a:prstGeom>
              <a:ln w="12700">
                <a:solidFill>
                  <a:schemeClr val="tx1"/>
                </a:solidFill>
                <a:tailEnd type="none"/>
              </a:ln>
            </p:spPr>
            <p:style>
              <a:lnRef idx="1">
                <a:schemeClr val="accent1"/>
              </a:lnRef>
              <a:fillRef idx="0">
                <a:schemeClr val="accent1"/>
              </a:fillRef>
              <a:effectRef idx="0">
                <a:schemeClr val="accent1"/>
              </a:effectRef>
              <a:fontRef idx="minor">
                <a:schemeClr val="tx1"/>
              </a:fontRef>
            </p:style>
          </p:cxnSp>
          <p:cxnSp>
            <p:nvCxnSpPr>
              <p:cNvPr id="54" name="直接箭头连接符 53">
                <a:extLst>
                  <a:ext uri="{FF2B5EF4-FFF2-40B4-BE49-F238E27FC236}">
                    <a16:creationId xmlns:a16="http://schemas.microsoft.com/office/drawing/2014/main" id="{29EA6329-BAC6-4E20-84A9-FD36E54C498A}"/>
                  </a:ext>
                </a:extLst>
              </p:cNvPr>
              <p:cNvCxnSpPr>
                <a:cxnSpLocks/>
              </p:cNvCxnSpPr>
              <p:nvPr/>
            </p:nvCxnSpPr>
            <p:spPr>
              <a:xfrm>
                <a:off x="5152807" y="4543615"/>
                <a:ext cx="557486" cy="0"/>
              </a:xfrm>
              <a:prstGeom prst="straightConnector1">
                <a:avLst/>
              </a:prstGeom>
              <a:ln w="12700">
                <a:solidFill>
                  <a:schemeClr val="tx1"/>
                </a:solidFill>
                <a:headEnd type="triangle"/>
                <a:tailEnd type="triangle"/>
              </a:ln>
            </p:spPr>
            <p:style>
              <a:lnRef idx="1">
                <a:schemeClr val="accent1"/>
              </a:lnRef>
              <a:fillRef idx="0">
                <a:schemeClr val="accent1"/>
              </a:fillRef>
              <a:effectRef idx="0">
                <a:schemeClr val="accent1"/>
              </a:effectRef>
              <a:fontRef idx="minor">
                <a:schemeClr val="tx1"/>
              </a:fontRef>
            </p:style>
          </p:cxnSp>
        </p:grpSp>
        <p:grpSp>
          <p:nvGrpSpPr>
            <p:cNvPr id="55" name="组合 54">
              <a:extLst>
                <a:ext uri="{FF2B5EF4-FFF2-40B4-BE49-F238E27FC236}">
                  <a16:creationId xmlns:a16="http://schemas.microsoft.com/office/drawing/2014/main" id="{B2AA7BE5-912B-4C68-8ED9-FC07B0A04160}"/>
                </a:ext>
              </a:extLst>
            </p:cNvPr>
            <p:cNvGrpSpPr/>
            <p:nvPr/>
          </p:nvGrpSpPr>
          <p:grpSpPr>
            <a:xfrm>
              <a:off x="5622810" y="3768417"/>
              <a:ext cx="1250949" cy="1245704"/>
              <a:chOff x="3901858" y="3124233"/>
              <a:chExt cx="1250949" cy="1245704"/>
            </a:xfrm>
          </p:grpSpPr>
          <p:sp>
            <p:nvSpPr>
              <p:cNvPr id="56" name="平行四边形 55">
                <a:extLst>
                  <a:ext uri="{FF2B5EF4-FFF2-40B4-BE49-F238E27FC236}">
                    <a16:creationId xmlns:a16="http://schemas.microsoft.com/office/drawing/2014/main" id="{4D197E4E-7255-470B-A633-EAFAF8FCC8C2}"/>
                  </a:ext>
                </a:extLst>
              </p:cNvPr>
              <p:cNvSpPr/>
              <p:nvPr/>
            </p:nvSpPr>
            <p:spPr>
              <a:xfrm flipH="1">
                <a:off x="3901858" y="3124233"/>
                <a:ext cx="1250949" cy="1245704"/>
              </a:xfrm>
              <a:prstGeom prst="parallelogram">
                <a:avLst/>
              </a:prstGeom>
              <a:solidFill>
                <a:schemeClr val="accent3"/>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b="1" dirty="0">
                  <a:latin typeface="宋体" panose="02010600030101010101" pitchFamily="2" charset="-122"/>
                  <a:ea typeface="宋体" panose="02010600030101010101" pitchFamily="2" charset="-122"/>
                </a:endParaRPr>
              </a:p>
            </p:txBody>
          </p:sp>
          <p:sp>
            <p:nvSpPr>
              <p:cNvPr id="57" name="文本框 56">
                <a:extLst>
                  <a:ext uri="{FF2B5EF4-FFF2-40B4-BE49-F238E27FC236}">
                    <a16:creationId xmlns:a16="http://schemas.microsoft.com/office/drawing/2014/main" id="{DE67AF9B-F573-483B-927C-C1611BB0D234}"/>
                  </a:ext>
                </a:extLst>
              </p:cNvPr>
              <p:cNvSpPr txBox="1"/>
              <p:nvPr/>
            </p:nvSpPr>
            <p:spPr>
              <a:xfrm>
                <a:off x="4036794" y="3241201"/>
                <a:ext cx="981076" cy="646331"/>
              </a:xfrm>
              <a:prstGeom prst="rect">
                <a:avLst/>
              </a:prstGeom>
              <a:noFill/>
            </p:spPr>
            <p:txBody>
              <a:bodyPr wrap="square" rtlCol="0">
                <a:spAutoFit/>
              </a:bodyPr>
              <a:lstStyle/>
              <a:p>
                <a:pPr algn="ctr"/>
                <a:r>
                  <a:rPr lang="zh-CN" altLang="en-US" b="1" dirty="0">
                    <a:solidFill>
                      <a:schemeClr val="bg1"/>
                    </a:solidFill>
                  </a:rPr>
                  <a:t>第</a:t>
                </a:r>
                <a:r>
                  <a:rPr lang="en-US" altLang="zh-CN" b="1" dirty="0">
                    <a:solidFill>
                      <a:schemeClr val="bg1"/>
                    </a:solidFill>
                  </a:rPr>
                  <a:t>1</a:t>
                </a:r>
                <a:r>
                  <a:rPr lang="zh-CN" altLang="en-US" b="1" dirty="0">
                    <a:solidFill>
                      <a:schemeClr val="bg1"/>
                    </a:solidFill>
                  </a:rPr>
                  <a:t>个</a:t>
                </a:r>
                <a:endParaRPr lang="en-US" altLang="zh-CN" b="1" dirty="0">
                  <a:solidFill>
                    <a:schemeClr val="bg1"/>
                  </a:solidFill>
                </a:endParaRPr>
              </a:p>
              <a:p>
                <a:pPr algn="ctr"/>
                <a:r>
                  <a:rPr lang="zh-CN" altLang="en-US" b="1" dirty="0">
                    <a:solidFill>
                      <a:schemeClr val="bg1"/>
                    </a:solidFill>
                  </a:rPr>
                  <a:t>数据帧</a:t>
                </a:r>
              </a:p>
            </p:txBody>
          </p:sp>
          <p:cxnSp>
            <p:nvCxnSpPr>
              <p:cNvPr id="58" name="直接箭头连接符 57">
                <a:extLst>
                  <a:ext uri="{FF2B5EF4-FFF2-40B4-BE49-F238E27FC236}">
                    <a16:creationId xmlns:a16="http://schemas.microsoft.com/office/drawing/2014/main" id="{23ABDD72-86CA-4073-97A0-C9ECAB89C813}"/>
                  </a:ext>
                </a:extLst>
              </p:cNvPr>
              <p:cNvCxnSpPr/>
              <p:nvPr/>
            </p:nvCxnSpPr>
            <p:spPr>
              <a:xfrm>
                <a:off x="4565842" y="3880823"/>
                <a:ext cx="85308" cy="345801"/>
              </a:xfrm>
              <a:prstGeom prst="straightConnector1">
                <a:avLst/>
              </a:prstGeom>
              <a:ln w="38100">
                <a:solidFill>
                  <a:schemeClr val="bg1"/>
                </a:solidFill>
                <a:tailEnd type="triangle"/>
              </a:ln>
            </p:spPr>
            <p:style>
              <a:lnRef idx="1">
                <a:schemeClr val="accent1"/>
              </a:lnRef>
              <a:fillRef idx="0">
                <a:schemeClr val="accent1"/>
              </a:fillRef>
              <a:effectRef idx="0">
                <a:schemeClr val="accent1"/>
              </a:effectRef>
              <a:fontRef idx="minor">
                <a:schemeClr val="tx1"/>
              </a:fontRef>
            </p:style>
          </p:cxnSp>
        </p:grpSp>
        <p:grpSp>
          <p:nvGrpSpPr>
            <p:cNvPr id="59" name="组合 58">
              <a:extLst>
                <a:ext uri="{FF2B5EF4-FFF2-40B4-BE49-F238E27FC236}">
                  <a16:creationId xmlns:a16="http://schemas.microsoft.com/office/drawing/2014/main" id="{441C3633-F0AA-4F96-84A1-767278D17548}"/>
                </a:ext>
              </a:extLst>
            </p:cNvPr>
            <p:cNvGrpSpPr/>
            <p:nvPr/>
          </p:nvGrpSpPr>
          <p:grpSpPr>
            <a:xfrm>
              <a:off x="7431245" y="3768417"/>
              <a:ext cx="644526" cy="1249899"/>
              <a:chOff x="5710293" y="3124233"/>
              <a:chExt cx="644526" cy="1249899"/>
            </a:xfrm>
          </p:grpSpPr>
          <p:sp>
            <p:nvSpPr>
              <p:cNvPr id="60" name="平行四边形 59">
                <a:extLst>
                  <a:ext uri="{FF2B5EF4-FFF2-40B4-BE49-F238E27FC236}">
                    <a16:creationId xmlns:a16="http://schemas.microsoft.com/office/drawing/2014/main" id="{55EA51B6-B486-4EDD-AFDA-4E5CDD7DFD5D}"/>
                  </a:ext>
                </a:extLst>
              </p:cNvPr>
              <p:cNvSpPr/>
              <p:nvPr/>
            </p:nvSpPr>
            <p:spPr>
              <a:xfrm>
                <a:off x="5710293" y="3124233"/>
                <a:ext cx="644526" cy="1245704"/>
              </a:xfrm>
              <a:prstGeom prst="parallelogram">
                <a:avLst>
                  <a:gd name="adj" fmla="val 46023"/>
                </a:avLst>
              </a:prstGeom>
              <a:solidFill>
                <a:schemeClr val="accent5"/>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61" name="文本框 60">
                <a:extLst>
                  <a:ext uri="{FF2B5EF4-FFF2-40B4-BE49-F238E27FC236}">
                    <a16:creationId xmlns:a16="http://schemas.microsoft.com/office/drawing/2014/main" id="{930E6E64-F570-445F-A0F6-064236D971D7}"/>
                  </a:ext>
                </a:extLst>
              </p:cNvPr>
              <p:cNvSpPr txBox="1"/>
              <p:nvPr/>
            </p:nvSpPr>
            <p:spPr>
              <a:xfrm rot="16963893">
                <a:off x="5653799" y="3893704"/>
                <a:ext cx="591525" cy="369332"/>
              </a:xfrm>
              <a:prstGeom prst="rect">
                <a:avLst/>
              </a:prstGeom>
              <a:noFill/>
            </p:spPr>
            <p:txBody>
              <a:bodyPr wrap="square" rtlCol="0">
                <a:spAutoFit/>
              </a:bodyPr>
              <a:lstStyle/>
              <a:p>
                <a:pPr algn="ctr"/>
                <a:r>
                  <a:rPr lang="en-US" altLang="zh-CN" b="1" dirty="0">
                    <a:solidFill>
                      <a:schemeClr val="bg1"/>
                    </a:solidFill>
                  </a:rPr>
                  <a:t>ACK</a:t>
                </a:r>
                <a:endParaRPr lang="zh-CN" altLang="en-US" b="1" dirty="0">
                  <a:solidFill>
                    <a:schemeClr val="bg1"/>
                  </a:solidFill>
                </a:endParaRPr>
              </a:p>
            </p:txBody>
          </p:sp>
          <p:cxnSp>
            <p:nvCxnSpPr>
              <p:cNvPr id="62" name="直接箭头连接符 61">
                <a:extLst>
                  <a:ext uri="{FF2B5EF4-FFF2-40B4-BE49-F238E27FC236}">
                    <a16:creationId xmlns:a16="http://schemas.microsoft.com/office/drawing/2014/main" id="{B7B7595A-B627-4722-A039-EF8A05B29098}"/>
                  </a:ext>
                </a:extLst>
              </p:cNvPr>
              <p:cNvCxnSpPr>
                <a:cxnSpLocks/>
              </p:cNvCxnSpPr>
              <p:nvPr/>
            </p:nvCxnSpPr>
            <p:spPr>
              <a:xfrm flipV="1">
                <a:off x="6032556" y="3355319"/>
                <a:ext cx="104500" cy="410278"/>
              </a:xfrm>
              <a:prstGeom prst="straightConnector1">
                <a:avLst/>
              </a:prstGeom>
              <a:ln w="38100">
                <a:solidFill>
                  <a:schemeClr val="bg1"/>
                </a:solidFill>
                <a:tailEnd type="triangle"/>
              </a:ln>
            </p:spPr>
            <p:style>
              <a:lnRef idx="1">
                <a:schemeClr val="accent1"/>
              </a:lnRef>
              <a:fillRef idx="0">
                <a:schemeClr val="accent1"/>
              </a:fillRef>
              <a:effectRef idx="0">
                <a:schemeClr val="accent1"/>
              </a:effectRef>
              <a:fontRef idx="minor">
                <a:schemeClr val="tx1"/>
              </a:fontRef>
            </p:style>
          </p:cxnSp>
        </p:grpSp>
        <p:cxnSp>
          <p:nvCxnSpPr>
            <p:cNvPr id="63" name="直接连接符 62">
              <a:extLst>
                <a:ext uri="{FF2B5EF4-FFF2-40B4-BE49-F238E27FC236}">
                  <a16:creationId xmlns:a16="http://schemas.microsoft.com/office/drawing/2014/main" id="{42AB5BB6-0BA3-4705-A834-500606AFB778}"/>
                </a:ext>
              </a:extLst>
            </p:cNvPr>
            <p:cNvCxnSpPr>
              <a:cxnSpLocks/>
            </p:cNvCxnSpPr>
            <p:nvPr/>
          </p:nvCxnSpPr>
          <p:spPr>
            <a:xfrm>
              <a:off x="5064536" y="3767005"/>
              <a:ext cx="0" cy="2490458"/>
            </a:xfrm>
            <a:prstGeom prst="line">
              <a:avLst/>
            </a:prstGeom>
            <a:ln w="12700">
              <a:solidFill>
                <a:schemeClr val="tx1"/>
              </a:solidFill>
              <a:prstDash val="dash"/>
              <a:tailEnd type="none"/>
            </a:ln>
          </p:spPr>
          <p:style>
            <a:lnRef idx="1">
              <a:schemeClr val="accent1"/>
            </a:lnRef>
            <a:fillRef idx="0">
              <a:schemeClr val="accent1"/>
            </a:fillRef>
            <a:effectRef idx="0">
              <a:schemeClr val="accent1"/>
            </a:effectRef>
            <a:fontRef idx="minor">
              <a:schemeClr val="tx1"/>
            </a:fontRef>
          </p:style>
        </p:cxnSp>
        <p:cxnSp>
          <p:nvCxnSpPr>
            <p:cNvPr id="64" name="直接连接符 63">
              <a:extLst>
                <a:ext uri="{FF2B5EF4-FFF2-40B4-BE49-F238E27FC236}">
                  <a16:creationId xmlns:a16="http://schemas.microsoft.com/office/drawing/2014/main" id="{C78A7A0D-CA2F-488B-BD51-113CAA1A80EE}"/>
                </a:ext>
              </a:extLst>
            </p:cNvPr>
            <p:cNvCxnSpPr>
              <a:cxnSpLocks/>
            </p:cNvCxnSpPr>
            <p:nvPr/>
          </p:nvCxnSpPr>
          <p:spPr>
            <a:xfrm>
              <a:off x="8086456" y="3767005"/>
              <a:ext cx="0" cy="2490458"/>
            </a:xfrm>
            <a:prstGeom prst="line">
              <a:avLst/>
            </a:prstGeom>
            <a:ln w="12700">
              <a:solidFill>
                <a:schemeClr val="tx1"/>
              </a:solidFill>
              <a:prstDash val="dash"/>
              <a:tailEnd type="none"/>
            </a:ln>
          </p:spPr>
          <p:style>
            <a:lnRef idx="1">
              <a:schemeClr val="accent1"/>
            </a:lnRef>
            <a:fillRef idx="0">
              <a:schemeClr val="accent1"/>
            </a:fillRef>
            <a:effectRef idx="0">
              <a:schemeClr val="accent1"/>
            </a:effectRef>
            <a:fontRef idx="minor">
              <a:schemeClr val="tx1"/>
            </a:fontRef>
          </p:style>
        </p:cxnSp>
        <p:sp>
          <p:nvSpPr>
            <p:cNvPr id="65" name="矩形 64">
              <a:extLst>
                <a:ext uri="{FF2B5EF4-FFF2-40B4-BE49-F238E27FC236}">
                  <a16:creationId xmlns:a16="http://schemas.microsoft.com/office/drawing/2014/main" id="{C226836A-DCF5-42B6-AE26-156A0A98D296}"/>
                </a:ext>
              </a:extLst>
            </p:cNvPr>
            <p:cNvSpPr/>
            <p:nvPr/>
          </p:nvSpPr>
          <p:spPr>
            <a:xfrm>
              <a:off x="5064533" y="5856403"/>
              <a:ext cx="3021922" cy="400110"/>
            </a:xfrm>
            <a:prstGeom prst="rect">
              <a:avLst/>
            </a:prstGeom>
            <a:solidFill>
              <a:schemeClr val="accent2"/>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CN" b="1" dirty="0"/>
                <a:t>NAV</a:t>
              </a:r>
              <a:r>
                <a:rPr lang="zh-CN" altLang="en-US" b="1" dirty="0"/>
                <a:t>（信道忙）</a:t>
              </a:r>
            </a:p>
          </p:txBody>
        </p:sp>
      </p:grpSp>
      <p:sp>
        <p:nvSpPr>
          <p:cNvPr id="71" name="平行四边形 70">
            <a:extLst>
              <a:ext uri="{FF2B5EF4-FFF2-40B4-BE49-F238E27FC236}">
                <a16:creationId xmlns:a16="http://schemas.microsoft.com/office/drawing/2014/main" id="{3D285FEB-5AC4-A7E4-2A6E-045273BFD966}"/>
              </a:ext>
            </a:extLst>
          </p:cNvPr>
          <p:cNvSpPr/>
          <p:nvPr/>
        </p:nvSpPr>
        <p:spPr>
          <a:xfrm>
            <a:off x="304799" y="749300"/>
            <a:ext cx="691019" cy="387090"/>
          </a:xfrm>
          <a:prstGeom prst="parallelogram">
            <a:avLst/>
          </a:prstGeom>
          <a:solidFill>
            <a:schemeClr val="accent3">
              <a:lumMod val="75000"/>
            </a:schemeClr>
          </a:solidFill>
          <a:ln>
            <a:solidFill>
              <a:schemeClr val="accent3">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CN" sz="2200" dirty="0">
                <a:latin typeface="Impact" panose="020B0806030902050204" pitchFamily="34" charset="0"/>
              </a:rPr>
              <a:t>04</a:t>
            </a:r>
            <a:endParaRPr lang="zh-CN" altLang="en-US" sz="2200" dirty="0">
              <a:latin typeface="Impact" panose="020B0806030902050204" pitchFamily="34" charset="0"/>
            </a:endParaRPr>
          </a:p>
        </p:txBody>
      </p:sp>
    </p:spTree>
    <p:custDataLst>
      <p:tags r:id="rId1"/>
    </p:custDataLst>
    <p:extLst>
      <p:ext uri="{BB962C8B-B14F-4D97-AF65-F5344CB8AC3E}">
        <p14:creationId xmlns:p14="http://schemas.microsoft.com/office/powerpoint/2010/main" val="4237264052"/>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30" presetClass="entr" presetSubtype="0" fill="hold" nodeType="withEffect">
                                  <p:stCondLst>
                                    <p:cond delay="0"/>
                                  </p:stCondLst>
                                  <p:childTnLst>
                                    <p:set>
                                      <p:cBhvr>
                                        <p:cTn id="6" dur="1" fill="hold">
                                          <p:stCondLst>
                                            <p:cond delay="0"/>
                                          </p:stCondLst>
                                        </p:cTn>
                                        <p:tgtEl>
                                          <p:spTgt spid="69"/>
                                        </p:tgtEl>
                                        <p:attrNameLst>
                                          <p:attrName>style.visibility</p:attrName>
                                        </p:attrNameLst>
                                      </p:cBhvr>
                                      <p:to>
                                        <p:strVal val="visible"/>
                                      </p:to>
                                    </p:set>
                                    <p:animEffect transition="in" filter="fade">
                                      <p:cBhvr>
                                        <p:cTn id="7" dur="800" decel="100000"/>
                                        <p:tgtEl>
                                          <p:spTgt spid="69"/>
                                        </p:tgtEl>
                                      </p:cBhvr>
                                    </p:animEffect>
                                    <p:anim calcmode="lin" valueType="num">
                                      <p:cBhvr>
                                        <p:cTn id="8" dur="800" decel="100000" fill="hold"/>
                                        <p:tgtEl>
                                          <p:spTgt spid="69"/>
                                        </p:tgtEl>
                                        <p:attrNameLst>
                                          <p:attrName>style.rotation</p:attrName>
                                        </p:attrNameLst>
                                      </p:cBhvr>
                                      <p:tavLst>
                                        <p:tav tm="0">
                                          <p:val>
                                            <p:fltVal val="-90"/>
                                          </p:val>
                                        </p:tav>
                                        <p:tav tm="100000">
                                          <p:val>
                                            <p:fltVal val="0"/>
                                          </p:val>
                                        </p:tav>
                                      </p:tavLst>
                                    </p:anim>
                                    <p:anim calcmode="lin" valueType="num">
                                      <p:cBhvr>
                                        <p:cTn id="9" dur="800" decel="100000" fill="hold"/>
                                        <p:tgtEl>
                                          <p:spTgt spid="69"/>
                                        </p:tgtEl>
                                        <p:attrNameLst>
                                          <p:attrName>ppt_x</p:attrName>
                                        </p:attrNameLst>
                                      </p:cBhvr>
                                      <p:tavLst>
                                        <p:tav tm="0">
                                          <p:val>
                                            <p:strVal val="#ppt_x+0.4"/>
                                          </p:val>
                                        </p:tav>
                                        <p:tav tm="100000">
                                          <p:val>
                                            <p:strVal val="#ppt_x-0.05"/>
                                          </p:val>
                                        </p:tav>
                                      </p:tavLst>
                                    </p:anim>
                                    <p:anim calcmode="lin" valueType="num">
                                      <p:cBhvr>
                                        <p:cTn id="10" dur="800" decel="100000" fill="hold"/>
                                        <p:tgtEl>
                                          <p:spTgt spid="69"/>
                                        </p:tgtEl>
                                        <p:attrNameLst>
                                          <p:attrName>ppt_y</p:attrName>
                                        </p:attrNameLst>
                                      </p:cBhvr>
                                      <p:tavLst>
                                        <p:tav tm="0">
                                          <p:val>
                                            <p:strVal val="#ppt_y-0.4"/>
                                          </p:val>
                                        </p:tav>
                                        <p:tav tm="100000">
                                          <p:val>
                                            <p:strVal val="#ppt_y+0.1"/>
                                          </p:val>
                                        </p:tav>
                                      </p:tavLst>
                                    </p:anim>
                                    <p:anim calcmode="lin" valueType="num">
                                      <p:cBhvr>
                                        <p:cTn id="11" dur="200" accel="100000" fill="hold">
                                          <p:stCondLst>
                                            <p:cond delay="800"/>
                                          </p:stCondLst>
                                        </p:cTn>
                                        <p:tgtEl>
                                          <p:spTgt spid="69"/>
                                        </p:tgtEl>
                                        <p:attrNameLst>
                                          <p:attrName>ppt_x</p:attrName>
                                        </p:attrNameLst>
                                      </p:cBhvr>
                                      <p:tavLst>
                                        <p:tav tm="0">
                                          <p:val>
                                            <p:strVal val="#ppt_x-0.05"/>
                                          </p:val>
                                        </p:tav>
                                        <p:tav tm="100000">
                                          <p:val>
                                            <p:strVal val="#ppt_x"/>
                                          </p:val>
                                        </p:tav>
                                      </p:tavLst>
                                    </p:anim>
                                    <p:anim calcmode="lin" valueType="num">
                                      <p:cBhvr>
                                        <p:cTn id="12" dur="200" accel="100000" fill="hold">
                                          <p:stCondLst>
                                            <p:cond delay="800"/>
                                          </p:stCondLst>
                                        </p:cTn>
                                        <p:tgtEl>
                                          <p:spTgt spid="69"/>
                                        </p:tgtEl>
                                        <p:attrNameLst>
                                          <p:attrName>ppt_y</p:attrName>
                                        </p:attrNameLst>
                                      </p:cBhvr>
                                      <p:tavLst>
                                        <p:tav tm="0">
                                          <p:val>
                                            <p:strVal val="#ppt_y+0.1"/>
                                          </p:val>
                                        </p:tav>
                                        <p:tav tm="100000">
                                          <p:val>
                                            <p:strVal val="#ppt_y"/>
                                          </p:val>
                                        </p:tav>
                                      </p:tavLst>
                                    </p:anim>
                                  </p:childTnLst>
                                </p:cTn>
                              </p:par>
                            </p:childTnLst>
                          </p:cTn>
                        </p:par>
                      </p:childTnLst>
                    </p:cTn>
                  </p:par>
                  <p:par>
                    <p:cTn id="13" fill="hold">
                      <p:stCondLst>
                        <p:cond delay="indefinite"/>
                      </p:stCondLst>
                      <p:childTnLst>
                        <p:par>
                          <p:cTn id="14" fill="hold">
                            <p:stCondLst>
                              <p:cond delay="0"/>
                            </p:stCondLst>
                            <p:childTnLst>
                              <p:par>
                                <p:cTn id="15" presetID="30" presetClass="entr" presetSubtype="0" fill="hold" grpId="0" nodeType="clickEffect">
                                  <p:stCondLst>
                                    <p:cond delay="0"/>
                                  </p:stCondLst>
                                  <p:childTnLst>
                                    <p:set>
                                      <p:cBhvr>
                                        <p:cTn id="16" dur="1" fill="hold">
                                          <p:stCondLst>
                                            <p:cond delay="0"/>
                                          </p:stCondLst>
                                        </p:cTn>
                                        <p:tgtEl>
                                          <p:spTgt spid="7"/>
                                        </p:tgtEl>
                                        <p:attrNameLst>
                                          <p:attrName>style.visibility</p:attrName>
                                        </p:attrNameLst>
                                      </p:cBhvr>
                                      <p:to>
                                        <p:strVal val="visible"/>
                                      </p:to>
                                    </p:set>
                                    <p:animEffect transition="in" filter="fade">
                                      <p:cBhvr>
                                        <p:cTn id="17" dur="800" decel="100000"/>
                                        <p:tgtEl>
                                          <p:spTgt spid="7"/>
                                        </p:tgtEl>
                                      </p:cBhvr>
                                    </p:animEffect>
                                    <p:anim calcmode="lin" valueType="num">
                                      <p:cBhvr>
                                        <p:cTn id="18" dur="800" decel="100000" fill="hold"/>
                                        <p:tgtEl>
                                          <p:spTgt spid="7"/>
                                        </p:tgtEl>
                                        <p:attrNameLst>
                                          <p:attrName>style.rotation</p:attrName>
                                        </p:attrNameLst>
                                      </p:cBhvr>
                                      <p:tavLst>
                                        <p:tav tm="0">
                                          <p:val>
                                            <p:fltVal val="-90"/>
                                          </p:val>
                                        </p:tav>
                                        <p:tav tm="100000">
                                          <p:val>
                                            <p:fltVal val="0"/>
                                          </p:val>
                                        </p:tav>
                                      </p:tavLst>
                                    </p:anim>
                                    <p:anim calcmode="lin" valueType="num">
                                      <p:cBhvr>
                                        <p:cTn id="19" dur="800" decel="100000" fill="hold"/>
                                        <p:tgtEl>
                                          <p:spTgt spid="7"/>
                                        </p:tgtEl>
                                        <p:attrNameLst>
                                          <p:attrName>ppt_x</p:attrName>
                                        </p:attrNameLst>
                                      </p:cBhvr>
                                      <p:tavLst>
                                        <p:tav tm="0">
                                          <p:val>
                                            <p:strVal val="#ppt_x+0.4"/>
                                          </p:val>
                                        </p:tav>
                                        <p:tav tm="100000">
                                          <p:val>
                                            <p:strVal val="#ppt_x-0.05"/>
                                          </p:val>
                                        </p:tav>
                                      </p:tavLst>
                                    </p:anim>
                                    <p:anim calcmode="lin" valueType="num">
                                      <p:cBhvr>
                                        <p:cTn id="20" dur="800" decel="100000" fill="hold"/>
                                        <p:tgtEl>
                                          <p:spTgt spid="7"/>
                                        </p:tgtEl>
                                        <p:attrNameLst>
                                          <p:attrName>ppt_y</p:attrName>
                                        </p:attrNameLst>
                                      </p:cBhvr>
                                      <p:tavLst>
                                        <p:tav tm="0">
                                          <p:val>
                                            <p:strVal val="#ppt_y-0.4"/>
                                          </p:val>
                                        </p:tav>
                                        <p:tav tm="100000">
                                          <p:val>
                                            <p:strVal val="#ppt_y+0.1"/>
                                          </p:val>
                                        </p:tav>
                                      </p:tavLst>
                                    </p:anim>
                                    <p:anim calcmode="lin" valueType="num">
                                      <p:cBhvr>
                                        <p:cTn id="21" dur="200" accel="100000" fill="hold">
                                          <p:stCondLst>
                                            <p:cond delay="800"/>
                                          </p:stCondLst>
                                        </p:cTn>
                                        <p:tgtEl>
                                          <p:spTgt spid="7"/>
                                        </p:tgtEl>
                                        <p:attrNameLst>
                                          <p:attrName>ppt_x</p:attrName>
                                        </p:attrNameLst>
                                      </p:cBhvr>
                                      <p:tavLst>
                                        <p:tav tm="0">
                                          <p:val>
                                            <p:strVal val="#ppt_x-0.05"/>
                                          </p:val>
                                        </p:tav>
                                        <p:tav tm="100000">
                                          <p:val>
                                            <p:strVal val="#ppt_x"/>
                                          </p:val>
                                        </p:tav>
                                      </p:tavLst>
                                    </p:anim>
                                    <p:anim calcmode="lin" valueType="num">
                                      <p:cBhvr>
                                        <p:cTn id="22" dur="200" accel="100000" fill="hold">
                                          <p:stCondLst>
                                            <p:cond delay="800"/>
                                          </p:stCondLst>
                                        </p:cTn>
                                        <p:tgtEl>
                                          <p:spTgt spid="7"/>
                                        </p:tgtEl>
                                        <p:attrNameLst>
                                          <p:attrName>ppt_y</p:attrName>
                                        </p:attrNameLst>
                                      </p:cBhvr>
                                      <p:tavLst>
                                        <p:tav tm="0">
                                          <p:val>
                                            <p:strVal val="#ppt_y+0.1"/>
                                          </p:val>
                                        </p:tav>
                                        <p:tav tm="100000">
                                          <p:val>
                                            <p:strVal val="#ppt_y"/>
                                          </p:val>
                                        </p:tav>
                                      </p:tavLst>
                                    </p:anim>
                                  </p:childTnLst>
                                </p:cTn>
                              </p:par>
                            </p:childTnLst>
                          </p:cTn>
                        </p:par>
                      </p:childTnLst>
                    </p:cTn>
                  </p:par>
                  <p:par>
                    <p:cTn id="23" fill="hold">
                      <p:stCondLst>
                        <p:cond delay="indefinite"/>
                      </p:stCondLst>
                      <p:childTnLst>
                        <p:par>
                          <p:cTn id="24" fill="hold">
                            <p:stCondLst>
                              <p:cond delay="0"/>
                            </p:stCondLst>
                            <p:childTnLst>
                              <p:par>
                                <p:cTn id="25" presetID="53" presetClass="entr" presetSubtype="16" fill="hold" grpId="0" nodeType="clickEffect">
                                  <p:stCondLst>
                                    <p:cond delay="0"/>
                                  </p:stCondLst>
                                  <p:childTnLst>
                                    <p:set>
                                      <p:cBhvr>
                                        <p:cTn id="26" dur="1" fill="hold">
                                          <p:stCondLst>
                                            <p:cond delay="0"/>
                                          </p:stCondLst>
                                        </p:cTn>
                                        <p:tgtEl>
                                          <p:spTgt spid="8"/>
                                        </p:tgtEl>
                                        <p:attrNameLst>
                                          <p:attrName>style.visibility</p:attrName>
                                        </p:attrNameLst>
                                      </p:cBhvr>
                                      <p:to>
                                        <p:strVal val="visible"/>
                                      </p:to>
                                    </p:set>
                                    <p:anim calcmode="lin" valueType="num">
                                      <p:cBhvr>
                                        <p:cTn id="27" dur="500" fill="hold"/>
                                        <p:tgtEl>
                                          <p:spTgt spid="8"/>
                                        </p:tgtEl>
                                        <p:attrNameLst>
                                          <p:attrName>ppt_w</p:attrName>
                                        </p:attrNameLst>
                                      </p:cBhvr>
                                      <p:tavLst>
                                        <p:tav tm="0">
                                          <p:val>
                                            <p:fltVal val="0"/>
                                          </p:val>
                                        </p:tav>
                                        <p:tav tm="100000">
                                          <p:val>
                                            <p:strVal val="#ppt_w"/>
                                          </p:val>
                                        </p:tav>
                                      </p:tavLst>
                                    </p:anim>
                                    <p:anim calcmode="lin" valueType="num">
                                      <p:cBhvr>
                                        <p:cTn id="28" dur="500" fill="hold"/>
                                        <p:tgtEl>
                                          <p:spTgt spid="8"/>
                                        </p:tgtEl>
                                        <p:attrNameLst>
                                          <p:attrName>ppt_h</p:attrName>
                                        </p:attrNameLst>
                                      </p:cBhvr>
                                      <p:tavLst>
                                        <p:tav tm="0">
                                          <p:val>
                                            <p:fltVal val="0"/>
                                          </p:val>
                                        </p:tav>
                                        <p:tav tm="100000">
                                          <p:val>
                                            <p:strVal val="#ppt_h"/>
                                          </p:val>
                                        </p:tav>
                                      </p:tavLst>
                                    </p:anim>
                                    <p:animEffect transition="in" filter="fade">
                                      <p:cBhvr>
                                        <p:cTn id="29" dur="500"/>
                                        <p:tgtEl>
                                          <p:spTgt spid="8"/>
                                        </p:tgtEl>
                                      </p:cBhvr>
                                    </p:animEffect>
                                  </p:childTnLst>
                                </p:cTn>
                              </p:par>
                            </p:childTnLst>
                          </p:cTn>
                        </p:par>
                      </p:childTnLst>
                    </p:cTn>
                  </p:par>
                  <p:par>
                    <p:cTn id="30" fill="hold">
                      <p:stCondLst>
                        <p:cond delay="indefinite"/>
                      </p:stCondLst>
                      <p:childTnLst>
                        <p:par>
                          <p:cTn id="31" fill="hold">
                            <p:stCondLst>
                              <p:cond delay="0"/>
                            </p:stCondLst>
                            <p:childTnLst>
                              <p:par>
                                <p:cTn id="32" presetID="22" presetClass="entr" presetSubtype="8" fill="hold" nodeType="clickEffect">
                                  <p:stCondLst>
                                    <p:cond delay="0"/>
                                  </p:stCondLst>
                                  <p:childTnLst>
                                    <p:set>
                                      <p:cBhvr>
                                        <p:cTn id="33" dur="1" fill="hold">
                                          <p:stCondLst>
                                            <p:cond delay="0"/>
                                          </p:stCondLst>
                                        </p:cTn>
                                        <p:tgtEl>
                                          <p:spTgt spid="70"/>
                                        </p:tgtEl>
                                        <p:attrNameLst>
                                          <p:attrName>style.visibility</p:attrName>
                                        </p:attrNameLst>
                                      </p:cBhvr>
                                      <p:to>
                                        <p:strVal val="visible"/>
                                      </p:to>
                                    </p:set>
                                    <p:animEffect transition="in" filter="wipe(left)">
                                      <p:cBhvr>
                                        <p:cTn id="34" dur="1000"/>
                                        <p:tgtEl>
                                          <p:spTgt spid="70"/>
                                        </p:tgtEl>
                                      </p:cBhvr>
                                    </p:animEffect>
                                  </p:childTnLst>
                                </p:cTn>
                              </p:par>
                            </p:childTnLst>
                          </p:cTn>
                        </p:par>
                      </p:childTnLst>
                    </p:cTn>
                  </p:par>
                  <p:par>
                    <p:cTn id="35" fill="hold">
                      <p:stCondLst>
                        <p:cond delay="indefinite"/>
                      </p:stCondLst>
                      <p:childTnLst>
                        <p:par>
                          <p:cTn id="36" fill="hold">
                            <p:stCondLst>
                              <p:cond delay="0"/>
                            </p:stCondLst>
                            <p:childTnLst>
                              <p:par>
                                <p:cTn id="37" presetID="22" presetClass="entr" presetSubtype="1" fill="hold" nodeType="clickEffect">
                                  <p:stCondLst>
                                    <p:cond delay="0"/>
                                  </p:stCondLst>
                                  <p:childTnLst>
                                    <p:set>
                                      <p:cBhvr>
                                        <p:cTn id="38" dur="1" fill="hold">
                                          <p:stCondLst>
                                            <p:cond delay="0"/>
                                          </p:stCondLst>
                                        </p:cTn>
                                        <p:tgtEl>
                                          <p:spTgt spid="5"/>
                                        </p:tgtEl>
                                        <p:attrNameLst>
                                          <p:attrName>style.visibility</p:attrName>
                                        </p:attrNameLst>
                                      </p:cBhvr>
                                      <p:to>
                                        <p:strVal val="visible"/>
                                      </p:to>
                                    </p:set>
                                    <p:animEffect transition="in" filter="wipe(up)">
                                      <p:cBhvr>
                                        <p:cTn id="39" dur="1000"/>
                                        <p:tgtEl>
                                          <p:spTgt spid="5"/>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7" grpId="0"/>
      <p:bldP spid="8" grpId="0"/>
    </p:bldLst>
  </p:timing>
</p:sld>
</file>

<file path=ppt/slides/slide56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4" name="组合 3">
            <a:extLst>
              <a:ext uri="{FF2B5EF4-FFF2-40B4-BE49-F238E27FC236}">
                <a16:creationId xmlns:a16="http://schemas.microsoft.com/office/drawing/2014/main" id="{9A1EA9F2-FCB6-48C3-935F-7AE7E3AD14AC}"/>
              </a:ext>
            </a:extLst>
          </p:cNvPr>
          <p:cNvGrpSpPr/>
          <p:nvPr/>
        </p:nvGrpSpPr>
        <p:grpSpPr>
          <a:xfrm>
            <a:off x="304800" y="749300"/>
            <a:ext cx="5791200" cy="400110"/>
            <a:chOff x="424117" y="898245"/>
            <a:chExt cx="5791200" cy="400110"/>
          </a:xfrm>
        </p:grpSpPr>
        <p:sp>
          <p:nvSpPr>
            <p:cNvPr id="2" name="平行四边形 1">
              <a:extLst>
                <a:ext uri="{FF2B5EF4-FFF2-40B4-BE49-F238E27FC236}">
                  <a16:creationId xmlns:a16="http://schemas.microsoft.com/office/drawing/2014/main" id="{1F5BAA3F-9845-4F89-A2DD-8222D3E4EDAC}"/>
                </a:ext>
              </a:extLst>
            </p:cNvPr>
            <p:cNvSpPr/>
            <p:nvPr/>
          </p:nvSpPr>
          <p:spPr>
            <a:xfrm>
              <a:off x="424117" y="898245"/>
              <a:ext cx="628306" cy="387090"/>
            </a:xfrm>
            <a:prstGeom prst="parallelogram">
              <a:avLst/>
            </a:prstGeom>
            <a:solidFill>
              <a:schemeClr val="accent3">
                <a:lumMod val="75000"/>
              </a:schemeClr>
            </a:solidFill>
            <a:ln>
              <a:solidFill>
                <a:schemeClr val="accent3">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CN" sz="2200" dirty="0">
                  <a:latin typeface="Impact" panose="020B0806030902050204" pitchFamily="34" charset="0"/>
                </a:rPr>
                <a:t>01</a:t>
              </a:r>
              <a:endParaRPr lang="zh-CN" altLang="en-US" sz="2200" dirty="0">
                <a:latin typeface="Impact" panose="020B0806030902050204" pitchFamily="34" charset="0"/>
              </a:endParaRPr>
            </a:p>
          </p:txBody>
        </p:sp>
        <p:sp>
          <p:nvSpPr>
            <p:cNvPr id="3" name="文本框 2">
              <a:extLst>
                <a:ext uri="{FF2B5EF4-FFF2-40B4-BE49-F238E27FC236}">
                  <a16:creationId xmlns:a16="http://schemas.microsoft.com/office/drawing/2014/main" id="{4D6BD736-A4D3-4F26-AFED-36E11F50F70B}"/>
                </a:ext>
              </a:extLst>
            </p:cNvPr>
            <p:cNvSpPr txBox="1"/>
            <p:nvPr/>
          </p:nvSpPr>
          <p:spPr>
            <a:xfrm>
              <a:off x="1052423" y="898245"/>
              <a:ext cx="5162894" cy="400110"/>
            </a:xfrm>
            <a:prstGeom prst="rect">
              <a:avLst/>
            </a:prstGeom>
            <a:noFill/>
          </p:spPr>
          <p:txBody>
            <a:bodyPr wrap="square" rtlCol="0">
              <a:spAutoFit/>
            </a:bodyPr>
            <a:lstStyle/>
            <a:p>
              <a:r>
                <a:rPr lang="en-US" altLang="zh-CN" sz="2000" b="1" dirty="0">
                  <a:solidFill>
                    <a:schemeClr val="tx1"/>
                  </a:solidFill>
                  <a:latin typeface="Arial Narrow" panose="020B0606020202030204" pitchFamily="34" charset="0"/>
                </a:rPr>
                <a:t>CSMA/CA</a:t>
              </a:r>
              <a:r>
                <a:rPr lang="zh-CN" altLang="en-US" sz="2000" b="1" dirty="0">
                  <a:solidFill>
                    <a:schemeClr val="tx1"/>
                  </a:solidFill>
                  <a:latin typeface="Arial Narrow" panose="020B0606020202030204" pitchFamily="34" charset="0"/>
                </a:rPr>
                <a:t>协议的基本工作原理</a:t>
              </a:r>
              <a:endParaRPr lang="en-US" altLang="zh-CN" sz="2000" b="1" dirty="0">
                <a:solidFill>
                  <a:schemeClr val="tx1"/>
                </a:solidFill>
                <a:latin typeface="Arial Narrow" panose="020B0606020202030204" pitchFamily="34" charset="0"/>
              </a:endParaRPr>
            </a:p>
          </p:txBody>
        </p:sp>
      </p:grpSp>
      <p:sp>
        <p:nvSpPr>
          <p:cNvPr id="106" name="文本框 105">
            <a:extLst>
              <a:ext uri="{FF2B5EF4-FFF2-40B4-BE49-F238E27FC236}">
                <a16:creationId xmlns:a16="http://schemas.microsoft.com/office/drawing/2014/main" id="{05653DE5-C742-449E-8418-291FFAA878A5}"/>
              </a:ext>
            </a:extLst>
          </p:cNvPr>
          <p:cNvSpPr txBox="1"/>
          <p:nvPr/>
        </p:nvSpPr>
        <p:spPr>
          <a:xfrm>
            <a:off x="933106" y="1136390"/>
            <a:ext cx="9920697" cy="400110"/>
          </a:xfrm>
          <a:prstGeom prst="rect">
            <a:avLst/>
          </a:prstGeom>
          <a:noFill/>
        </p:spPr>
        <p:txBody>
          <a:bodyPr wrap="square" rtlCol="0">
            <a:spAutoFit/>
          </a:bodyPr>
          <a:lstStyle/>
          <a:p>
            <a:r>
              <a:rPr lang="zh-CN" altLang="en-US" sz="2000" b="1" dirty="0">
                <a:solidFill>
                  <a:schemeClr val="accent3">
                    <a:lumMod val="75000"/>
                  </a:schemeClr>
                </a:solidFill>
                <a:latin typeface="Arial Narrow" panose="020B0606020202030204" pitchFamily="34" charset="0"/>
              </a:rPr>
              <a:t>为了进一步降低发生碰撞的概率，</a:t>
            </a:r>
            <a:r>
              <a:rPr lang="en-US" altLang="zh-CN" sz="2000" b="1" dirty="0">
                <a:solidFill>
                  <a:schemeClr val="accent3">
                    <a:lumMod val="75000"/>
                  </a:schemeClr>
                </a:solidFill>
                <a:latin typeface="Arial Narrow" panose="020B0606020202030204" pitchFamily="34" charset="0"/>
              </a:rPr>
              <a:t>802.11</a:t>
            </a:r>
            <a:r>
              <a:rPr lang="zh-CN" altLang="en-US" sz="2000" b="1" dirty="0">
                <a:solidFill>
                  <a:schemeClr val="accent3">
                    <a:lumMod val="75000"/>
                  </a:schemeClr>
                </a:solidFill>
                <a:latin typeface="Arial Narrow" panose="020B0606020202030204" pitchFamily="34" charset="0"/>
              </a:rPr>
              <a:t>无线局域网允许源站对信道进行预约。</a:t>
            </a:r>
            <a:endParaRPr lang="en-US" altLang="zh-CN" sz="2000" b="1" dirty="0">
              <a:solidFill>
                <a:schemeClr val="accent3">
                  <a:lumMod val="75000"/>
                </a:schemeClr>
              </a:solidFill>
              <a:latin typeface="Arial Narrow" panose="020B0606020202030204" pitchFamily="34" charset="0"/>
            </a:endParaRPr>
          </a:p>
        </p:txBody>
      </p:sp>
      <p:sp>
        <p:nvSpPr>
          <p:cNvPr id="7" name="íşlïḍè">
            <a:extLst>
              <a:ext uri="{FF2B5EF4-FFF2-40B4-BE49-F238E27FC236}">
                <a16:creationId xmlns:a16="http://schemas.microsoft.com/office/drawing/2014/main" id="{20A605B5-4D94-48FA-BDC2-47AAC76CF4D3}"/>
              </a:ext>
            </a:extLst>
          </p:cNvPr>
          <p:cNvSpPr txBox="1"/>
          <p:nvPr/>
        </p:nvSpPr>
        <p:spPr>
          <a:xfrm>
            <a:off x="8074507" y="1854435"/>
            <a:ext cx="394903" cy="400111"/>
          </a:xfrm>
          <a:prstGeom prst="rect">
            <a:avLst/>
          </a:prstGeom>
          <a:noFill/>
        </p:spPr>
        <p:txBody>
          <a:bodyPr wrap="square" lIns="91440" tIns="45720" rIns="91440" bIns="45720" anchor="ctr">
            <a:noAutofit/>
          </a:bodyPr>
          <a:lstStyle/>
          <a:p>
            <a:pPr algn="ctr"/>
            <a:r>
              <a:rPr lang="en-US" altLang="zh-CN" sz="2800" b="1" dirty="0">
                <a:solidFill>
                  <a:schemeClr val="accent1">
                    <a:lumMod val="75000"/>
                  </a:schemeClr>
                </a:solidFill>
                <a:latin typeface="Arial Black" panose="020B0A04020102020204" pitchFamily="34" charset="0"/>
              </a:rPr>
              <a:t>A</a:t>
            </a:r>
            <a:endParaRPr lang="zh-CN" altLang="en-US" sz="2800" b="1" dirty="0">
              <a:solidFill>
                <a:schemeClr val="accent1">
                  <a:lumMod val="75000"/>
                </a:schemeClr>
              </a:solidFill>
              <a:latin typeface="Arial Black" panose="020B0A04020102020204" pitchFamily="34" charset="0"/>
            </a:endParaRPr>
          </a:p>
        </p:txBody>
      </p:sp>
      <p:sp>
        <p:nvSpPr>
          <p:cNvPr id="8" name="íşlïḍè">
            <a:extLst>
              <a:ext uri="{FF2B5EF4-FFF2-40B4-BE49-F238E27FC236}">
                <a16:creationId xmlns:a16="http://schemas.microsoft.com/office/drawing/2014/main" id="{B4E89348-0594-46ED-973D-6A2F9ABE7B65}"/>
              </a:ext>
            </a:extLst>
          </p:cNvPr>
          <p:cNvSpPr txBox="1"/>
          <p:nvPr/>
        </p:nvSpPr>
        <p:spPr>
          <a:xfrm>
            <a:off x="4236429" y="2654657"/>
            <a:ext cx="720024" cy="400111"/>
          </a:xfrm>
          <a:prstGeom prst="rect">
            <a:avLst/>
          </a:prstGeom>
          <a:noFill/>
        </p:spPr>
        <p:txBody>
          <a:bodyPr wrap="square" lIns="91440" tIns="45720" rIns="91440" bIns="45720" anchor="ctr">
            <a:noAutofit/>
          </a:bodyPr>
          <a:lstStyle/>
          <a:p>
            <a:r>
              <a:rPr lang="zh-CN" altLang="en-US" b="1" dirty="0">
                <a:latin typeface="Arial Narrow" panose="020B0606020202030204" pitchFamily="34" charset="0"/>
              </a:rPr>
              <a:t>解析</a:t>
            </a:r>
          </a:p>
        </p:txBody>
      </p:sp>
      <p:grpSp>
        <p:nvGrpSpPr>
          <p:cNvPr id="119" name="组合 118">
            <a:extLst>
              <a:ext uri="{FF2B5EF4-FFF2-40B4-BE49-F238E27FC236}">
                <a16:creationId xmlns:a16="http://schemas.microsoft.com/office/drawing/2014/main" id="{111B8F36-9327-468D-B850-AF55FD001CBE}"/>
              </a:ext>
            </a:extLst>
          </p:cNvPr>
          <p:cNvGrpSpPr/>
          <p:nvPr/>
        </p:nvGrpSpPr>
        <p:grpSpPr>
          <a:xfrm>
            <a:off x="574391" y="1701979"/>
            <a:ext cx="11312809" cy="4789625"/>
            <a:chOff x="574391" y="1701979"/>
            <a:chExt cx="11312809" cy="4789625"/>
          </a:xfrm>
        </p:grpSpPr>
        <p:grpSp>
          <p:nvGrpSpPr>
            <p:cNvPr id="66" name="组合 65">
              <a:extLst>
                <a:ext uri="{FF2B5EF4-FFF2-40B4-BE49-F238E27FC236}">
                  <a16:creationId xmlns:a16="http://schemas.microsoft.com/office/drawing/2014/main" id="{5EA4F339-F8CF-43AB-B82A-134D8E1B9B10}"/>
                </a:ext>
              </a:extLst>
            </p:cNvPr>
            <p:cNvGrpSpPr/>
            <p:nvPr/>
          </p:nvGrpSpPr>
          <p:grpSpPr>
            <a:xfrm>
              <a:off x="822715" y="1701979"/>
              <a:ext cx="11064485" cy="844305"/>
              <a:chOff x="822715" y="1701979"/>
              <a:chExt cx="11064485" cy="844305"/>
            </a:xfrm>
          </p:grpSpPr>
          <p:sp>
            <p:nvSpPr>
              <p:cNvPr id="6" name="íşlïḍè">
                <a:extLst>
                  <a:ext uri="{FF2B5EF4-FFF2-40B4-BE49-F238E27FC236}">
                    <a16:creationId xmlns:a16="http://schemas.microsoft.com/office/drawing/2014/main" id="{859513CD-CB05-436A-B038-0C3F8CFA5FAD}"/>
                  </a:ext>
                </a:extLst>
              </p:cNvPr>
              <p:cNvSpPr txBox="1"/>
              <p:nvPr/>
            </p:nvSpPr>
            <p:spPr>
              <a:xfrm>
                <a:off x="822715" y="1701979"/>
                <a:ext cx="11064485" cy="400111"/>
              </a:xfrm>
              <a:prstGeom prst="rect">
                <a:avLst/>
              </a:prstGeom>
              <a:noFill/>
            </p:spPr>
            <p:txBody>
              <a:bodyPr wrap="square" lIns="91440" tIns="45720" rIns="91440" bIns="45720" anchor="ctr">
                <a:noAutofit/>
              </a:bodyPr>
              <a:lstStyle/>
              <a:p>
                <a:r>
                  <a:rPr lang="en-US" altLang="zh-CN" b="1" dirty="0">
                    <a:latin typeface="Arial Narrow" panose="020B0606020202030204" pitchFamily="34" charset="0"/>
                  </a:rPr>
                  <a:t>【2020</a:t>
                </a:r>
                <a:r>
                  <a:rPr lang="zh-CN" altLang="en-US" b="1" dirty="0">
                    <a:latin typeface="Arial Narrow" panose="020B0606020202030204" pitchFamily="34" charset="0"/>
                  </a:rPr>
                  <a:t>年 题</a:t>
                </a:r>
                <a:r>
                  <a:rPr lang="en-US" altLang="zh-CN" b="1" dirty="0">
                    <a:latin typeface="Arial Narrow" panose="020B0606020202030204" pitchFamily="34" charset="0"/>
                  </a:rPr>
                  <a:t>37】</a:t>
                </a:r>
                <a:r>
                  <a:rPr lang="zh-CN" altLang="en-US" b="1" dirty="0">
                    <a:latin typeface="Arial Narrow" panose="020B0606020202030204" pitchFamily="34" charset="0"/>
                  </a:rPr>
                  <a:t>某</a:t>
                </a:r>
                <a:r>
                  <a:rPr lang="en-US" altLang="zh-CN" b="1" dirty="0">
                    <a:latin typeface="Arial Narrow" panose="020B0606020202030204" pitchFamily="34" charset="0"/>
                  </a:rPr>
                  <a:t>IEEE 802.11</a:t>
                </a:r>
                <a:r>
                  <a:rPr lang="zh-CN" altLang="en-US" b="1" dirty="0">
                    <a:latin typeface="Arial Narrow" panose="020B0606020202030204" pitchFamily="34" charset="0"/>
                  </a:rPr>
                  <a:t>无线局域网中主机</a:t>
                </a:r>
                <a:r>
                  <a:rPr lang="en-US" altLang="zh-CN" b="1" dirty="0">
                    <a:latin typeface="Arial Narrow" panose="020B0606020202030204" pitchFamily="34" charset="0"/>
                  </a:rPr>
                  <a:t>H</a:t>
                </a:r>
                <a:r>
                  <a:rPr lang="zh-CN" altLang="en-US" b="1" dirty="0">
                    <a:latin typeface="Arial Narrow" panose="020B0606020202030204" pitchFamily="34" charset="0"/>
                  </a:rPr>
                  <a:t>与</a:t>
                </a:r>
                <a:r>
                  <a:rPr lang="en-US" altLang="zh-CN" b="1" dirty="0">
                    <a:latin typeface="Arial Narrow" panose="020B0606020202030204" pitchFamily="34" charset="0"/>
                  </a:rPr>
                  <a:t>AP</a:t>
                </a:r>
                <a:r>
                  <a:rPr lang="zh-CN" altLang="en-US" b="1" dirty="0">
                    <a:latin typeface="Arial Narrow" panose="020B0606020202030204" pitchFamily="34" charset="0"/>
                  </a:rPr>
                  <a:t>之间发送或接收</a:t>
                </a:r>
                <a:r>
                  <a:rPr lang="en-US" altLang="zh-CN" b="1" dirty="0">
                    <a:latin typeface="Arial Narrow" panose="020B0606020202030204" pitchFamily="34" charset="0"/>
                  </a:rPr>
                  <a:t>CSMA/CA</a:t>
                </a:r>
                <a:r>
                  <a:rPr lang="zh-CN" altLang="en-US" b="1" dirty="0">
                    <a:latin typeface="Arial Narrow" panose="020B0606020202030204" pitchFamily="34" charset="0"/>
                  </a:rPr>
                  <a:t>帧的过程如下图所示，在</a:t>
                </a:r>
                <a:r>
                  <a:rPr lang="en-US" altLang="zh-CN" b="1" dirty="0">
                    <a:latin typeface="Arial Narrow" panose="020B0606020202030204" pitchFamily="34" charset="0"/>
                  </a:rPr>
                  <a:t>H</a:t>
                </a:r>
                <a:r>
                  <a:rPr lang="zh-CN" altLang="en-US" b="1" dirty="0">
                    <a:latin typeface="Arial Narrow" panose="020B0606020202030204" pitchFamily="34" charset="0"/>
                  </a:rPr>
                  <a:t>或</a:t>
                </a:r>
                <a:endParaRPr lang="en-US" altLang="zh-CN" b="1" dirty="0">
                  <a:latin typeface="Arial Narrow" panose="020B0606020202030204" pitchFamily="34" charset="0"/>
                </a:endParaRPr>
              </a:p>
              <a:p>
                <a:r>
                  <a:rPr lang="en-US" altLang="zh-CN" b="1" dirty="0">
                    <a:latin typeface="Arial Narrow" panose="020B0606020202030204" pitchFamily="34" charset="0"/>
                  </a:rPr>
                  <a:t>                               AP</a:t>
                </a:r>
                <a:r>
                  <a:rPr lang="zh-CN" altLang="en-US" b="1" dirty="0">
                    <a:latin typeface="Arial Narrow" panose="020B0606020202030204" pitchFamily="34" charset="0"/>
                  </a:rPr>
                  <a:t>发送帧前所等待的帧间间隔时间（</a:t>
                </a:r>
                <a:r>
                  <a:rPr lang="en-US" altLang="zh-CN" b="1" dirty="0">
                    <a:latin typeface="Arial Narrow" panose="020B0606020202030204" pitchFamily="34" charset="0"/>
                  </a:rPr>
                  <a:t>IFS</a:t>
                </a:r>
                <a:r>
                  <a:rPr lang="zh-CN" altLang="en-US" b="1" dirty="0">
                    <a:latin typeface="Arial Narrow" panose="020B0606020202030204" pitchFamily="34" charset="0"/>
                  </a:rPr>
                  <a:t>）中最长的是（      ）。</a:t>
                </a:r>
              </a:p>
            </p:txBody>
          </p:sp>
          <p:sp>
            <p:nvSpPr>
              <p:cNvPr id="9" name="íşlïḍè">
                <a:extLst>
                  <a:ext uri="{FF2B5EF4-FFF2-40B4-BE49-F238E27FC236}">
                    <a16:creationId xmlns:a16="http://schemas.microsoft.com/office/drawing/2014/main" id="{B0CEDBD0-1D1B-4E1B-8BFF-F2F2EF66607D}"/>
                  </a:ext>
                </a:extLst>
              </p:cNvPr>
              <p:cNvSpPr txBox="1"/>
              <p:nvPr/>
            </p:nvSpPr>
            <p:spPr>
              <a:xfrm>
                <a:off x="2438981" y="2146173"/>
                <a:ext cx="882069" cy="400111"/>
              </a:xfrm>
              <a:prstGeom prst="rect">
                <a:avLst/>
              </a:prstGeom>
              <a:noFill/>
            </p:spPr>
            <p:txBody>
              <a:bodyPr wrap="square" lIns="91440" tIns="45720" rIns="91440" bIns="45720" anchor="ctr">
                <a:noAutofit/>
              </a:bodyPr>
              <a:lstStyle/>
              <a:p>
                <a:r>
                  <a:rPr lang="en-US" altLang="zh-CN" b="1" dirty="0">
                    <a:latin typeface="Arial Narrow" panose="020B0606020202030204" pitchFamily="34" charset="0"/>
                  </a:rPr>
                  <a:t>A. IFS1</a:t>
                </a:r>
                <a:endParaRPr lang="zh-CN" altLang="en-US" b="1" dirty="0">
                  <a:latin typeface="Arial Narrow" panose="020B0606020202030204" pitchFamily="34" charset="0"/>
                </a:endParaRPr>
              </a:p>
            </p:txBody>
          </p:sp>
          <p:sp>
            <p:nvSpPr>
              <p:cNvPr id="71" name="íşlïḍè">
                <a:extLst>
                  <a:ext uri="{FF2B5EF4-FFF2-40B4-BE49-F238E27FC236}">
                    <a16:creationId xmlns:a16="http://schemas.microsoft.com/office/drawing/2014/main" id="{51AB5723-72B1-400B-88BD-5715E26F5316}"/>
                  </a:ext>
                </a:extLst>
              </p:cNvPr>
              <p:cNvSpPr txBox="1"/>
              <p:nvPr/>
            </p:nvSpPr>
            <p:spPr>
              <a:xfrm>
                <a:off x="4339748" y="2146173"/>
                <a:ext cx="882069" cy="400111"/>
              </a:xfrm>
              <a:prstGeom prst="rect">
                <a:avLst/>
              </a:prstGeom>
              <a:noFill/>
            </p:spPr>
            <p:txBody>
              <a:bodyPr wrap="square" lIns="91440" tIns="45720" rIns="91440" bIns="45720" anchor="ctr">
                <a:noAutofit/>
              </a:bodyPr>
              <a:lstStyle/>
              <a:p>
                <a:r>
                  <a:rPr lang="en-US" altLang="zh-CN" b="1" dirty="0">
                    <a:latin typeface="Arial Narrow" panose="020B0606020202030204" pitchFamily="34" charset="0"/>
                  </a:rPr>
                  <a:t>B. IFS2</a:t>
                </a:r>
                <a:endParaRPr lang="zh-CN" altLang="en-US" b="1" dirty="0">
                  <a:latin typeface="Arial Narrow" panose="020B0606020202030204" pitchFamily="34" charset="0"/>
                </a:endParaRPr>
              </a:p>
            </p:txBody>
          </p:sp>
          <p:sp>
            <p:nvSpPr>
              <p:cNvPr id="72" name="íşlïḍè">
                <a:extLst>
                  <a:ext uri="{FF2B5EF4-FFF2-40B4-BE49-F238E27FC236}">
                    <a16:creationId xmlns:a16="http://schemas.microsoft.com/office/drawing/2014/main" id="{CDCBD7A1-E90E-4854-B9E2-78887DE878F3}"/>
                  </a:ext>
                </a:extLst>
              </p:cNvPr>
              <p:cNvSpPr txBox="1"/>
              <p:nvPr/>
            </p:nvSpPr>
            <p:spPr>
              <a:xfrm>
                <a:off x="6240515" y="2146173"/>
                <a:ext cx="882069" cy="400111"/>
              </a:xfrm>
              <a:prstGeom prst="rect">
                <a:avLst/>
              </a:prstGeom>
              <a:noFill/>
            </p:spPr>
            <p:txBody>
              <a:bodyPr wrap="square" lIns="91440" tIns="45720" rIns="91440" bIns="45720" anchor="ctr">
                <a:noAutofit/>
              </a:bodyPr>
              <a:lstStyle/>
              <a:p>
                <a:r>
                  <a:rPr lang="en-US" altLang="zh-CN" b="1" dirty="0">
                    <a:latin typeface="Arial Narrow" panose="020B0606020202030204" pitchFamily="34" charset="0"/>
                  </a:rPr>
                  <a:t>C. IFS3</a:t>
                </a:r>
                <a:endParaRPr lang="zh-CN" altLang="en-US" b="1" dirty="0">
                  <a:latin typeface="Arial Narrow" panose="020B0606020202030204" pitchFamily="34" charset="0"/>
                </a:endParaRPr>
              </a:p>
            </p:txBody>
          </p:sp>
          <p:sp>
            <p:nvSpPr>
              <p:cNvPr id="73" name="íşlïḍè">
                <a:extLst>
                  <a:ext uri="{FF2B5EF4-FFF2-40B4-BE49-F238E27FC236}">
                    <a16:creationId xmlns:a16="http://schemas.microsoft.com/office/drawing/2014/main" id="{6B3F4CFA-64C0-4BE0-830D-D74B8C457D19}"/>
                  </a:ext>
                </a:extLst>
              </p:cNvPr>
              <p:cNvSpPr txBox="1"/>
              <p:nvPr/>
            </p:nvSpPr>
            <p:spPr>
              <a:xfrm>
                <a:off x="8141281" y="2146173"/>
                <a:ext cx="882069" cy="400111"/>
              </a:xfrm>
              <a:prstGeom prst="rect">
                <a:avLst/>
              </a:prstGeom>
              <a:noFill/>
            </p:spPr>
            <p:txBody>
              <a:bodyPr wrap="square" lIns="91440" tIns="45720" rIns="91440" bIns="45720" anchor="ctr">
                <a:noAutofit/>
              </a:bodyPr>
              <a:lstStyle/>
              <a:p>
                <a:r>
                  <a:rPr lang="en-US" altLang="zh-CN" b="1" dirty="0">
                    <a:latin typeface="Arial Narrow" panose="020B0606020202030204" pitchFamily="34" charset="0"/>
                  </a:rPr>
                  <a:t>D. IFS4</a:t>
                </a:r>
                <a:endParaRPr lang="zh-CN" altLang="en-US" b="1" dirty="0">
                  <a:latin typeface="Arial Narrow" panose="020B0606020202030204" pitchFamily="34" charset="0"/>
                </a:endParaRPr>
              </a:p>
            </p:txBody>
          </p:sp>
        </p:grpSp>
        <p:grpSp>
          <p:nvGrpSpPr>
            <p:cNvPr id="118" name="组合 117">
              <a:extLst>
                <a:ext uri="{FF2B5EF4-FFF2-40B4-BE49-F238E27FC236}">
                  <a16:creationId xmlns:a16="http://schemas.microsoft.com/office/drawing/2014/main" id="{82CF050C-72D4-437D-9347-87377A443B6B}"/>
                </a:ext>
              </a:extLst>
            </p:cNvPr>
            <p:cNvGrpSpPr/>
            <p:nvPr/>
          </p:nvGrpSpPr>
          <p:grpSpPr>
            <a:xfrm>
              <a:off x="574391" y="2616195"/>
              <a:ext cx="3830109" cy="3875409"/>
              <a:chOff x="574391" y="2616195"/>
              <a:chExt cx="3830109" cy="3875409"/>
            </a:xfrm>
          </p:grpSpPr>
          <p:sp>
            <p:nvSpPr>
              <p:cNvPr id="67" name="矩形 66">
                <a:extLst>
                  <a:ext uri="{FF2B5EF4-FFF2-40B4-BE49-F238E27FC236}">
                    <a16:creationId xmlns:a16="http://schemas.microsoft.com/office/drawing/2014/main" id="{9125A8E4-F0BB-4A25-9127-E0647EE58CC5}"/>
                  </a:ext>
                </a:extLst>
              </p:cNvPr>
              <p:cNvSpPr/>
              <p:nvPr/>
            </p:nvSpPr>
            <p:spPr>
              <a:xfrm>
                <a:off x="1035050" y="2616195"/>
                <a:ext cx="549757" cy="317500"/>
              </a:xfrm>
              <a:prstGeom prst="rect">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CN" b="1" dirty="0">
                    <a:solidFill>
                      <a:schemeClr val="tx1"/>
                    </a:solidFill>
                  </a:rPr>
                  <a:t>H</a:t>
                </a:r>
                <a:endParaRPr lang="zh-CN" altLang="en-US" b="1" dirty="0">
                  <a:solidFill>
                    <a:schemeClr val="tx1"/>
                  </a:solidFill>
                </a:endParaRPr>
              </a:p>
            </p:txBody>
          </p:sp>
          <p:sp>
            <p:nvSpPr>
              <p:cNvPr id="75" name="矩形 74">
                <a:extLst>
                  <a:ext uri="{FF2B5EF4-FFF2-40B4-BE49-F238E27FC236}">
                    <a16:creationId xmlns:a16="http://schemas.microsoft.com/office/drawing/2014/main" id="{E608FC80-2E5B-4F2E-A6FB-246C04FF626D}"/>
                  </a:ext>
                </a:extLst>
              </p:cNvPr>
              <p:cNvSpPr/>
              <p:nvPr/>
            </p:nvSpPr>
            <p:spPr>
              <a:xfrm>
                <a:off x="3143250" y="2616195"/>
                <a:ext cx="549757" cy="317500"/>
              </a:xfrm>
              <a:prstGeom prst="rect">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CN" b="1" dirty="0">
                    <a:solidFill>
                      <a:schemeClr val="tx1"/>
                    </a:solidFill>
                  </a:rPr>
                  <a:t>AP</a:t>
                </a:r>
                <a:endParaRPr lang="zh-CN" altLang="en-US" b="1" dirty="0">
                  <a:solidFill>
                    <a:schemeClr val="tx1"/>
                  </a:solidFill>
                </a:endParaRPr>
              </a:p>
            </p:txBody>
          </p:sp>
          <p:cxnSp>
            <p:nvCxnSpPr>
              <p:cNvPr id="76" name="直接箭头连接符 75">
                <a:extLst>
                  <a:ext uri="{FF2B5EF4-FFF2-40B4-BE49-F238E27FC236}">
                    <a16:creationId xmlns:a16="http://schemas.microsoft.com/office/drawing/2014/main" id="{8C1C3D28-6E29-496D-8FA3-F2581A7F6AC7}"/>
                  </a:ext>
                </a:extLst>
              </p:cNvPr>
              <p:cNvCxnSpPr>
                <a:cxnSpLocks/>
                <a:stCxn id="67" idx="2"/>
              </p:cNvCxnSpPr>
              <p:nvPr/>
            </p:nvCxnSpPr>
            <p:spPr>
              <a:xfrm>
                <a:off x="1309929" y="2933695"/>
                <a:ext cx="0" cy="3505205"/>
              </a:xfrm>
              <a:prstGeom prst="straightConnector1">
                <a:avLst/>
              </a:prstGeom>
              <a:ln w="12700">
                <a:solidFill>
                  <a:schemeClr val="tx1"/>
                </a:solidFill>
                <a:tailEnd type="triangle"/>
              </a:ln>
            </p:spPr>
            <p:style>
              <a:lnRef idx="1">
                <a:schemeClr val="accent1"/>
              </a:lnRef>
              <a:fillRef idx="0">
                <a:schemeClr val="accent1"/>
              </a:fillRef>
              <a:effectRef idx="0">
                <a:schemeClr val="accent1"/>
              </a:effectRef>
              <a:fontRef idx="minor">
                <a:schemeClr val="tx1"/>
              </a:fontRef>
            </p:style>
          </p:cxnSp>
          <p:cxnSp>
            <p:nvCxnSpPr>
              <p:cNvPr id="78" name="直接箭头连接符 77">
                <a:extLst>
                  <a:ext uri="{FF2B5EF4-FFF2-40B4-BE49-F238E27FC236}">
                    <a16:creationId xmlns:a16="http://schemas.microsoft.com/office/drawing/2014/main" id="{C37D2921-D04E-4611-A986-DF6EBC1FAEC2}"/>
                  </a:ext>
                </a:extLst>
              </p:cNvPr>
              <p:cNvCxnSpPr>
                <a:cxnSpLocks/>
                <a:stCxn id="75" idx="2"/>
              </p:cNvCxnSpPr>
              <p:nvPr/>
            </p:nvCxnSpPr>
            <p:spPr>
              <a:xfrm>
                <a:off x="3418129" y="2933695"/>
                <a:ext cx="0" cy="3505205"/>
              </a:xfrm>
              <a:prstGeom prst="straightConnector1">
                <a:avLst/>
              </a:prstGeom>
              <a:ln w="12700">
                <a:solidFill>
                  <a:schemeClr val="tx1"/>
                </a:solidFill>
                <a:tailEnd type="triangle"/>
              </a:ln>
            </p:spPr>
            <p:style>
              <a:lnRef idx="1">
                <a:schemeClr val="accent1"/>
              </a:lnRef>
              <a:fillRef idx="0">
                <a:schemeClr val="accent1"/>
              </a:fillRef>
              <a:effectRef idx="0">
                <a:schemeClr val="accent1"/>
              </a:effectRef>
              <a:fontRef idx="minor">
                <a:schemeClr val="tx1"/>
              </a:fontRef>
            </p:style>
          </p:cxnSp>
          <p:cxnSp>
            <p:nvCxnSpPr>
              <p:cNvPr id="79" name="直接连接符 78">
                <a:extLst>
                  <a:ext uri="{FF2B5EF4-FFF2-40B4-BE49-F238E27FC236}">
                    <a16:creationId xmlns:a16="http://schemas.microsoft.com/office/drawing/2014/main" id="{31CF9AC7-C7DB-42ED-A3F1-D9C131DD911C}"/>
                  </a:ext>
                </a:extLst>
              </p:cNvPr>
              <p:cNvCxnSpPr/>
              <p:nvPr/>
            </p:nvCxnSpPr>
            <p:spPr>
              <a:xfrm>
                <a:off x="1309928" y="3263900"/>
                <a:ext cx="2108200" cy="254000"/>
              </a:xfrm>
              <a:prstGeom prst="line">
                <a:avLst/>
              </a:prstGeom>
              <a:ln w="12700">
                <a:solidFill>
                  <a:schemeClr val="tx1"/>
                </a:solidFill>
                <a:tailEnd type="none"/>
              </a:ln>
            </p:spPr>
            <p:style>
              <a:lnRef idx="1">
                <a:schemeClr val="accent1"/>
              </a:lnRef>
              <a:fillRef idx="0">
                <a:schemeClr val="accent1"/>
              </a:fillRef>
              <a:effectRef idx="0">
                <a:schemeClr val="accent1"/>
              </a:effectRef>
              <a:fontRef idx="minor">
                <a:schemeClr val="tx1"/>
              </a:fontRef>
            </p:style>
          </p:cxnSp>
          <p:cxnSp>
            <p:nvCxnSpPr>
              <p:cNvPr id="81" name="直接连接符 80">
                <a:extLst>
                  <a:ext uri="{FF2B5EF4-FFF2-40B4-BE49-F238E27FC236}">
                    <a16:creationId xmlns:a16="http://schemas.microsoft.com/office/drawing/2014/main" id="{ED9D017C-E9AF-4939-8310-C5A6D3592785}"/>
                  </a:ext>
                </a:extLst>
              </p:cNvPr>
              <p:cNvCxnSpPr/>
              <p:nvPr/>
            </p:nvCxnSpPr>
            <p:spPr>
              <a:xfrm>
                <a:off x="1309928" y="3509259"/>
                <a:ext cx="2108200" cy="254000"/>
              </a:xfrm>
              <a:prstGeom prst="line">
                <a:avLst/>
              </a:prstGeom>
              <a:ln w="12700">
                <a:solidFill>
                  <a:schemeClr val="tx1"/>
                </a:solidFill>
                <a:tailEnd type="none"/>
              </a:ln>
            </p:spPr>
            <p:style>
              <a:lnRef idx="1">
                <a:schemeClr val="accent1"/>
              </a:lnRef>
              <a:fillRef idx="0">
                <a:schemeClr val="accent1"/>
              </a:fillRef>
              <a:effectRef idx="0">
                <a:schemeClr val="accent1"/>
              </a:effectRef>
              <a:fontRef idx="minor">
                <a:schemeClr val="tx1"/>
              </a:fontRef>
            </p:style>
          </p:cxnSp>
          <p:cxnSp>
            <p:nvCxnSpPr>
              <p:cNvPr id="82" name="直接连接符 81">
                <a:extLst>
                  <a:ext uri="{FF2B5EF4-FFF2-40B4-BE49-F238E27FC236}">
                    <a16:creationId xmlns:a16="http://schemas.microsoft.com/office/drawing/2014/main" id="{49B27548-90C9-42BE-8863-2287D558BC11}"/>
                  </a:ext>
                </a:extLst>
              </p:cNvPr>
              <p:cNvCxnSpPr>
                <a:cxnSpLocks/>
              </p:cNvCxnSpPr>
              <p:nvPr/>
            </p:nvCxnSpPr>
            <p:spPr>
              <a:xfrm flipV="1">
                <a:off x="1309928" y="4061184"/>
                <a:ext cx="2108200" cy="250466"/>
              </a:xfrm>
              <a:prstGeom prst="line">
                <a:avLst/>
              </a:prstGeom>
              <a:ln w="12700">
                <a:solidFill>
                  <a:schemeClr val="tx1"/>
                </a:solidFill>
                <a:tailEnd type="none"/>
              </a:ln>
            </p:spPr>
            <p:style>
              <a:lnRef idx="1">
                <a:schemeClr val="accent1"/>
              </a:lnRef>
              <a:fillRef idx="0">
                <a:schemeClr val="accent1"/>
              </a:fillRef>
              <a:effectRef idx="0">
                <a:schemeClr val="accent1"/>
              </a:effectRef>
              <a:fontRef idx="minor">
                <a:schemeClr val="tx1"/>
              </a:fontRef>
            </p:style>
          </p:cxnSp>
          <p:cxnSp>
            <p:nvCxnSpPr>
              <p:cNvPr id="85" name="直接连接符 84">
                <a:extLst>
                  <a:ext uri="{FF2B5EF4-FFF2-40B4-BE49-F238E27FC236}">
                    <a16:creationId xmlns:a16="http://schemas.microsoft.com/office/drawing/2014/main" id="{C7829A86-FDA3-433A-961A-551A1AC77A3B}"/>
                  </a:ext>
                </a:extLst>
              </p:cNvPr>
              <p:cNvCxnSpPr>
                <a:cxnSpLocks/>
              </p:cNvCxnSpPr>
              <p:nvPr/>
            </p:nvCxnSpPr>
            <p:spPr>
              <a:xfrm flipV="1">
                <a:off x="1309928" y="4311650"/>
                <a:ext cx="2108200" cy="250466"/>
              </a:xfrm>
              <a:prstGeom prst="line">
                <a:avLst/>
              </a:prstGeom>
              <a:ln w="12700">
                <a:solidFill>
                  <a:schemeClr val="tx1"/>
                </a:solidFill>
                <a:tailEnd type="none"/>
              </a:ln>
            </p:spPr>
            <p:style>
              <a:lnRef idx="1">
                <a:schemeClr val="accent1"/>
              </a:lnRef>
              <a:fillRef idx="0">
                <a:schemeClr val="accent1"/>
              </a:fillRef>
              <a:effectRef idx="0">
                <a:schemeClr val="accent1"/>
              </a:effectRef>
              <a:fontRef idx="minor">
                <a:schemeClr val="tx1"/>
              </a:fontRef>
            </p:style>
          </p:cxnSp>
          <p:cxnSp>
            <p:nvCxnSpPr>
              <p:cNvPr id="86" name="直接连接符 85">
                <a:extLst>
                  <a:ext uri="{FF2B5EF4-FFF2-40B4-BE49-F238E27FC236}">
                    <a16:creationId xmlns:a16="http://schemas.microsoft.com/office/drawing/2014/main" id="{0B044054-FC74-4D2D-A8C6-27C27BC27090}"/>
                  </a:ext>
                </a:extLst>
              </p:cNvPr>
              <p:cNvCxnSpPr>
                <a:cxnSpLocks/>
              </p:cNvCxnSpPr>
              <p:nvPr/>
            </p:nvCxnSpPr>
            <p:spPr>
              <a:xfrm flipV="1">
                <a:off x="1309928" y="5812735"/>
                <a:ext cx="2108200" cy="250466"/>
              </a:xfrm>
              <a:prstGeom prst="line">
                <a:avLst/>
              </a:prstGeom>
              <a:ln w="12700">
                <a:solidFill>
                  <a:schemeClr val="tx1"/>
                </a:solidFill>
                <a:tailEnd type="none"/>
              </a:ln>
            </p:spPr>
            <p:style>
              <a:lnRef idx="1">
                <a:schemeClr val="accent1"/>
              </a:lnRef>
              <a:fillRef idx="0">
                <a:schemeClr val="accent1"/>
              </a:fillRef>
              <a:effectRef idx="0">
                <a:schemeClr val="accent1"/>
              </a:effectRef>
              <a:fontRef idx="minor">
                <a:schemeClr val="tx1"/>
              </a:fontRef>
            </p:style>
          </p:cxnSp>
          <p:cxnSp>
            <p:nvCxnSpPr>
              <p:cNvPr id="87" name="直接连接符 86">
                <a:extLst>
                  <a:ext uri="{FF2B5EF4-FFF2-40B4-BE49-F238E27FC236}">
                    <a16:creationId xmlns:a16="http://schemas.microsoft.com/office/drawing/2014/main" id="{FD2E654F-4F42-4BEA-9B80-E599AF6A5B76}"/>
                  </a:ext>
                </a:extLst>
              </p:cNvPr>
              <p:cNvCxnSpPr>
                <a:cxnSpLocks/>
              </p:cNvCxnSpPr>
              <p:nvPr/>
            </p:nvCxnSpPr>
            <p:spPr>
              <a:xfrm flipV="1">
                <a:off x="1309928" y="6063201"/>
                <a:ext cx="2108200" cy="250466"/>
              </a:xfrm>
              <a:prstGeom prst="line">
                <a:avLst/>
              </a:prstGeom>
              <a:ln w="12700">
                <a:solidFill>
                  <a:schemeClr val="tx1"/>
                </a:solidFill>
                <a:tailEnd type="none"/>
              </a:ln>
            </p:spPr>
            <p:style>
              <a:lnRef idx="1">
                <a:schemeClr val="accent1"/>
              </a:lnRef>
              <a:fillRef idx="0">
                <a:schemeClr val="accent1"/>
              </a:fillRef>
              <a:effectRef idx="0">
                <a:schemeClr val="accent1"/>
              </a:effectRef>
              <a:fontRef idx="minor">
                <a:schemeClr val="tx1"/>
              </a:fontRef>
            </p:style>
          </p:cxnSp>
          <p:cxnSp>
            <p:nvCxnSpPr>
              <p:cNvPr id="92" name="直接连接符 91">
                <a:extLst>
                  <a:ext uri="{FF2B5EF4-FFF2-40B4-BE49-F238E27FC236}">
                    <a16:creationId xmlns:a16="http://schemas.microsoft.com/office/drawing/2014/main" id="{9823C7F8-DC1A-4014-B0F7-21ECAF86F9D6}"/>
                  </a:ext>
                </a:extLst>
              </p:cNvPr>
              <p:cNvCxnSpPr/>
              <p:nvPr/>
            </p:nvCxnSpPr>
            <p:spPr>
              <a:xfrm>
                <a:off x="1309928" y="4893296"/>
                <a:ext cx="2108200" cy="254000"/>
              </a:xfrm>
              <a:prstGeom prst="line">
                <a:avLst/>
              </a:prstGeom>
              <a:ln w="12700">
                <a:solidFill>
                  <a:schemeClr val="tx1"/>
                </a:solidFill>
                <a:tailEnd type="none"/>
              </a:ln>
            </p:spPr>
            <p:style>
              <a:lnRef idx="1">
                <a:schemeClr val="accent1"/>
              </a:lnRef>
              <a:fillRef idx="0">
                <a:schemeClr val="accent1"/>
              </a:fillRef>
              <a:effectRef idx="0">
                <a:schemeClr val="accent1"/>
              </a:effectRef>
              <a:fontRef idx="minor">
                <a:schemeClr val="tx1"/>
              </a:fontRef>
            </p:style>
          </p:cxnSp>
          <p:cxnSp>
            <p:nvCxnSpPr>
              <p:cNvPr id="93" name="直接连接符 92">
                <a:extLst>
                  <a:ext uri="{FF2B5EF4-FFF2-40B4-BE49-F238E27FC236}">
                    <a16:creationId xmlns:a16="http://schemas.microsoft.com/office/drawing/2014/main" id="{58A5D483-B81B-4BAB-9E08-1B8BA16A019C}"/>
                  </a:ext>
                </a:extLst>
              </p:cNvPr>
              <p:cNvCxnSpPr/>
              <p:nvPr/>
            </p:nvCxnSpPr>
            <p:spPr>
              <a:xfrm>
                <a:off x="1309928" y="5227555"/>
                <a:ext cx="2108200" cy="254000"/>
              </a:xfrm>
              <a:prstGeom prst="line">
                <a:avLst/>
              </a:prstGeom>
              <a:ln w="12700">
                <a:solidFill>
                  <a:schemeClr val="tx1"/>
                </a:solidFill>
                <a:tailEnd type="none"/>
              </a:ln>
            </p:spPr>
            <p:style>
              <a:lnRef idx="1">
                <a:schemeClr val="accent1"/>
              </a:lnRef>
              <a:fillRef idx="0">
                <a:schemeClr val="accent1"/>
              </a:fillRef>
              <a:effectRef idx="0">
                <a:schemeClr val="accent1"/>
              </a:effectRef>
              <a:fontRef idx="minor">
                <a:schemeClr val="tx1"/>
              </a:fontRef>
            </p:style>
          </p:cxnSp>
          <p:sp>
            <p:nvSpPr>
              <p:cNvPr id="94" name="íşlïḍè">
                <a:extLst>
                  <a:ext uri="{FF2B5EF4-FFF2-40B4-BE49-F238E27FC236}">
                    <a16:creationId xmlns:a16="http://schemas.microsoft.com/office/drawing/2014/main" id="{DF6509AC-F77D-4EC3-BD87-01F6906624B3}"/>
                  </a:ext>
                </a:extLst>
              </p:cNvPr>
              <p:cNvSpPr txBox="1"/>
              <p:nvPr/>
            </p:nvSpPr>
            <p:spPr>
              <a:xfrm rot="499786">
                <a:off x="1624120" y="3271493"/>
                <a:ext cx="882069" cy="400111"/>
              </a:xfrm>
              <a:prstGeom prst="rect">
                <a:avLst/>
              </a:prstGeom>
              <a:noFill/>
            </p:spPr>
            <p:txBody>
              <a:bodyPr wrap="square" lIns="91440" tIns="45720" rIns="91440" bIns="45720" anchor="ctr">
                <a:noAutofit/>
              </a:bodyPr>
              <a:lstStyle/>
              <a:p>
                <a:r>
                  <a:rPr lang="en-US" altLang="zh-CN" b="1" dirty="0">
                    <a:latin typeface="Arial Narrow" panose="020B0606020202030204" pitchFamily="34" charset="0"/>
                  </a:rPr>
                  <a:t>RTS</a:t>
                </a:r>
                <a:endParaRPr lang="zh-CN" altLang="en-US" b="1" dirty="0">
                  <a:latin typeface="Arial Narrow" panose="020B0606020202030204" pitchFamily="34" charset="0"/>
                </a:endParaRPr>
              </a:p>
            </p:txBody>
          </p:sp>
          <p:cxnSp>
            <p:nvCxnSpPr>
              <p:cNvPr id="95" name="直接箭头连接符 94">
                <a:extLst>
                  <a:ext uri="{FF2B5EF4-FFF2-40B4-BE49-F238E27FC236}">
                    <a16:creationId xmlns:a16="http://schemas.microsoft.com/office/drawing/2014/main" id="{99FF24CA-7401-4D96-82AE-6C650772E70E}"/>
                  </a:ext>
                </a:extLst>
              </p:cNvPr>
              <p:cNvCxnSpPr>
                <a:cxnSpLocks/>
              </p:cNvCxnSpPr>
              <p:nvPr/>
            </p:nvCxnSpPr>
            <p:spPr>
              <a:xfrm>
                <a:off x="2219906" y="3491307"/>
                <a:ext cx="396294" cy="48818"/>
              </a:xfrm>
              <a:prstGeom prst="straightConnector1">
                <a:avLst/>
              </a:prstGeom>
              <a:ln w="12700">
                <a:solidFill>
                  <a:schemeClr val="tx1"/>
                </a:solidFill>
                <a:tailEnd type="triangle"/>
              </a:ln>
            </p:spPr>
            <p:style>
              <a:lnRef idx="1">
                <a:schemeClr val="accent1"/>
              </a:lnRef>
              <a:fillRef idx="0">
                <a:schemeClr val="accent1"/>
              </a:fillRef>
              <a:effectRef idx="0">
                <a:schemeClr val="accent1"/>
              </a:effectRef>
              <a:fontRef idx="minor">
                <a:schemeClr val="tx1"/>
              </a:fontRef>
            </p:style>
          </p:cxnSp>
          <p:sp>
            <p:nvSpPr>
              <p:cNvPr id="99" name="íşlïḍè">
                <a:extLst>
                  <a:ext uri="{FF2B5EF4-FFF2-40B4-BE49-F238E27FC236}">
                    <a16:creationId xmlns:a16="http://schemas.microsoft.com/office/drawing/2014/main" id="{AF05CDA2-0BE5-4B49-B260-2C64290B3CC9}"/>
                  </a:ext>
                </a:extLst>
              </p:cNvPr>
              <p:cNvSpPr txBox="1"/>
              <p:nvPr/>
            </p:nvSpPr>
            <p:spPr>
              <a:xfrm rot="21167069">
                <a:off x="2598784" y="4031336"/>
                <a:ext cx="882069" cy="400111"/>
              </a:xfrm>
              <a:prstGeom prst="rect">
                <a:avLst/>
              </a:prstGeom>
              <a:noFill/>
            </p:spPr>
            <p:txBody>
              <a:bodyPr wrap="square" lIns="91440" tIns="45720" rIns="91440" bIns="45720" anchor="ctr">
                <a:noAutofit/>
              </a:bodyPr>
              <a:lstStyle/>
              <a:p>
                <a:r>
                  <a:rPr lang="en-US" altLang="zh-CN" b="1" dirty="0">
                    <a:latin typeface="Arial Narrow" panose="020B0606020202030204" pitchFamily="34" charset="0"/>
                  </a:rPr>
                  <a:t>CTS</a:t>
                </a:r>
                <a:endParaRPr lang="zh-CN" altLang="en-US" b="1" dirty="0">
                  <a:latin typeface="Arial Narrow" panose="020B0606020202030204" pitchFamily="34" charset="0"/>
                </a:endParaRPr>
              </a:p>
            </p:txBody>
          </p:sp>
          <p:cxnSp>
            <p:nvCxnSpPr>
              <p:cNvPr id="100" name="直接箭头连接符 99">
                <a:extLst>
                  <a:ext uri="{FF2B5EF4-FFF2-40B4-BE49-F238E27FC236}">
                    <a16:creationId xmlns:a16="http://schemas.microsoft.com/office/drawing/2014/main" id="{1DBFE584-D5B9-479E-9246-91662FBDB443}"/>
                  </a:ext>
                </a:extLst>
              </p:cNvPr>
              <p:cNvCxnSpPr>
                <a:cxnSpLocks/>
              </p:cNvCxnSpPr>
              <p:nvPr/>
            </p:nvCxnSpPr>
            <p:spPr>
              <a:xfrm flipH="1">
                <a:off x="2219906" y="4271767"/>
                <a:ext cx="416323" cy="68029"/>
              </a:xfrm>
              <a:prstGeom prst="straightConnector1">
                <a:avLst/>
              </a:prstGeom>
              <a:ln w="12700">
                <a:solidFill>
                  <a:schemeClr val="tx1"/>
                </a:solidFill>
                <a:tailEnd type="triangle"/>
              </a:ln>
            </p:spPr>
            <p:style>
              <a:lnRef idx="1">
                <a:schemeClr val="accent1"/>
              </a:lnRef>
              <a:fillRef idx="0">
                <a:schemeClr val="accent1"/>
              </a:fillRef>
              <a:effectRef idx="0">
                <a:schemeClr val="accent1"/>
              </a:effectRef>
              <a:fontRef idx="minor">
                <a:schemeClr val="tx1"/>
              </a:fontRef>
            </p:style>
          </p:cxnSp>
          <p:sp>
            <p:nvSpPr>
              <p:cNvPr id="103" name="íşlïḍè">
                <a:extLst>
                  <a:ext uri="{FF2B5EF4-FFF2-40B4-BE49-F238E27FC236}">
                    <a16:creationId xmlns:a16="http://schemas.microsoft.com/office/drawing/2014/main" id="{BC24E8D4-E568-44AF-8B31-1DE4EE2FCF03}"/>
                  </a:ext>
                </a:extLst>
              </p:cNvPr>
              <p:cNvSpPr txBox="1"/>
              <p:nvPr/>
            </p:nvSpPr>
            <p:spPr>
              <a:xfrm rot="499786">
                <a:off x="1624120" y="4958821"/>
                <a:ext cx="882069" cy="400111"/>
              </a:xfrm>
              <a:prstGeom prst="rect">
                <a:avLst/>
              </a:prstGeom>
              <a:noFill/>
            </p:spPr>
            <p:txBody>
              <a:bodyPr wrap="square" lIns="91440" tIns="45720" rIns="91440" bIns="45720" anchor="ctr">
                <a:noAutofit/>
              </a:bodyPr>
              <a:lstStyle/>
              <a:p>
                <a:r>
                  <a:rPr lang="en-US" altLang="zh-CN" b="1" dirty="0">
                    <a:latin typeface="Arial Narrow" panose="020B0606020202030204" pitchFamily="34" charset="0"/>
                  </a:rPr>
                  <a:t>DATA</a:t>
                </a:r>
                <a:endParaRPr lang="zh-CN" altLang="en-US" b="1" dirty="0">
                  <a:latin typeface="Arial Narrow" panose="020B0606020202030204" pitchFamily="34" charset="0"/>
                </a:endParaRPr>
              </a:p>
            </p:txBody>
          </p:sp>
          <p:cxnSp>
            <p:nvCxnSpPr>
              <p:cNvPr id="104" name="直接箭头连接符 103">
                <a:extLst>
                  <a:ext uri="{FF2B5EF4-FFF2-40B4-BE49-F238E27FC236}">
                    <a16:creationId xmlns:a16="http://schemas.microsoft.com/office/drawing/2014/main" id="{975A75FF-7C3C-418D-92B0-DA418C3F8A1E}"/>
                  </a:ext>
                </a:extLst>
              </p:cNvPr>
              <p:cNvCxnSpPr>
                <a:cxnSpLocks/>
              </p:cNvCxnSpPr>
              <p:nvPr/>
            </p:nvCxnSpPr>
            <p:spPr>
              <a:xfrm>
                <a:off x="2219906" y="5178635"/>
                <a:ext cx="396294" cy="48818"/>
              </a:xfrm>
              <a:prstGeom prst="straightConnector1">
                <a:avLst/>
              </a:prstGeom>
              <a:ln w="12700">
                <a:solidFill>
                  <a:schemeClr val="tx1"/>
                </a:solidFill>
                <a:tailEnd type="triangle"/>
              </a:ln>
            </p:spPr>
            <p:style>
              <a:lnRef idx="1">
                <a:schemeClr val="accent1"/>
              </a:lnRef>
              <a:fillRef idx="0">
                <a:schemeClr val="accent1"/>
              </a:fillRef>
              <a:effectRef idx="0">
                <a:schemeClr val="accent1"/>
              </a:effectRef>
              <a:fontRef idx="minor">
                <a:schemeClr val="tx1"/>
              </a:fontRef>
            </p:style>
          </p:cxnSp>
          <p:sp>
            <p:nvSpPr>
              <p:cNvPr id="105" name="íşlïḍè">
                <a:extLst>
                  <a:ext uri="{FF2B5EF4-FFF2-40B4-BE49-F238E27FC236}">
                    <a16:creationId xmlns:a16="http://schemas.microsoft.com/office/drawing/2014/main" id="{3BF064BF-4FDD-4AD9-B6A5-6D3F1A556F64}"/>
                  </a:ext>
                </a:extLst>
              </p:cNvPr>
              <p:cNvSpPr txBox="1"/>
              <p:nvPr/>
            </p:nvSpPr>
            <p:spPr>
              <a:xfrm rot="21167069">
                <a:off x="2598784" y="5772208"/>
                <a:ext cx="882069" cy="400111"/>
              </a:xfrm>
              <a:prstGeom prst="rect">
                <a:avLst/>
              </a:prstGeom>
              <a:noFill/>
            </p:spPr>
            <p:txBody>
              <a:bodyPr wrap="square" lIns="91440" tIns="45720" rIns="91440" bIns="45720" anchor="ctr">
                <a:noAutofit/>
              </a:bodyPr>
              <a:lstStyle/>
              <a:p>
                <a:r>
                  <a:rPr lang="en-US" altLang="zh-CN" b="1" dirty="0">
                    <a:latin typeface="Arial Narrow" panose="020B0606020202030204" pitchFamily="34" charset="0"/>
                  </a:rPr>
                  <a:t>ACK</a:t>
                </a:r>
                <a:endParaRPr lang="zh-CN" altLang="en-US" b="1" dirty="0">
                  <a:latin typeface="Arial Narrow" panose="020B0606020202030204" pitchFamily="34" charset="0"/>
                </a:endParaRPr>
              </a:p>
            </p:txBody>
          </p:sp>
          <p:cxnSp>
            <p:nvCxnSpPr>
              <p:cNvPr id="107" name="直接箭头连接符 106">
                <a:extLst>
                  <a:ext uri="{FF2B5EF4-FFF2-40B4-BE49-F238E27FC236}">
                    <a16:creationId xmlns:a16="http://schemas.microsoft.com/office/drawing/2014/main" id="{D152B044-ACB5-4682-8BC9-6269ECE8F991}"/>
                  </a:ext>
                </a:extLst>
              </p:cNvPr>
              <p:cNvCxnSpPr>
                <a:cxnSpLocks/>
              </p:cNvCxnSpPr>
              <p:nvPr/>
            </p:nvCxnSpPr>
            <p:spPr>
              <a:xfrm flipH="1">
                <a:off x="2219906" y="6012639"/>
                <a:ext cx="416323" cy="68029"/>
              </a:xfrm>
              <a:prstGeom prst="straightConnector1">
                <a:avLst/>
              </a:prstGeom>
              <a:ln w="12700">
                <a:solidFill>
                  <a:schemeClr val="tx1"/>
                </a:solidFill>
                <a:tailEnd type="triangle"/>
              </a:ln>
            </p:spPr>
            <p:style>
              <a:lnRef idx="1">
                <a:schemeClr val="accent1"/>
              </a:lnRef>
              <a:fillRef idx="0">
                <a:schemeClr val="accent1"/>
              </a:fillRef>
              <a:effectRef idx="0">
                <a:schemeClr val="accent1"/>
              </a:effectRef>
              <a:fontRef idx="minor">
                <a:schemeClr val="tx1"/>
              </a:fontRef>
            </p:style>
          </p:cxnSp>
          <p:sp>
            <p:nvSpPr>
              <p:cNvPr id="108" name="íşlïḍè">
                <a:extLst>
                  <a:ext uri="{FF2B5EF4-FFF2-40B4-BE49-F238E27FC236}">
                    <a16:creationId xmlns:a16="http://schemas.microsoft.com/office/drawing/2014/main" id="{E98C0F65-772C-4BD8-9328-DD3B76E51568}"/>
                  </a:ext>
                </a:extLst>
              </p:cNvPr>
              <p:cNvSpPr txBox="1"/>
              <p:nvPr/>
            </p:nvSpPr>
            <p:spPr>
              <a:xfrm>
                <a:off x="675038" y="6091493"/>
                <a:ext cx="720024" cy="400111"/>
              </a:xfrm>
              <a:prstGeom prst="rect">
                <a:avLst/>
              </a:prstGeom>
              <a:noFill/>
            </p:spPr>
            <p:txBody>
              <a:bodyPr wrap="square" lIns="91440" tIns="45720" rIns="91440" bIns="45720" anchor="ctr">
                <a:noAutofit/>
              </a:bodyPr>
              <a:lstStyle/>
              <a:p>
                <a:r>
                  <a:rPr lang="zh-CN" altLang="en-US" b="1" dirty="0">
                    <a:latin typeface="Arial Narrow" panose="020B0606020202030204" pitchFamily="34" charset="0"/>
                  </a:rPr>
                  <a:t>时间</a:t>
                </a:r>
              </a:p>
            </p:txBody>
          </p:sp>
          <p:sp>
            <p:nvSpPr>
              <p:cNvPr id="102" name="右大括号 101">
                <a:extLst>
                  <a:ext uri="{FF2B5EF4-FFF2-40B4-BE49-F238E27FC236}">
                    <a16:creationId xmlns:a16="http://schemas.microsoft.com/office/drawing/2014/main" id="{B3C8458F-79FC-4107-BEE1-3F9CE04ECC77}"/>
                  </a:ext>
                </a:extLst>
              </p:cNvPr>
              <p:cNvSpPr/>
              <p:nvPr/>
            </p:nvSpPr>
            <p:spPr>
              <a:xfrm>
                <a:off x="3411778" y="3769609"/>
                <a:ext cx="104303" cy="280458"/>
              </a:xfrm>
              <a:prstGeom prst="rightBrace">
                <a:avLst>
                  <a:gd name="adj1" fmla="val 37164"/>
                  <a:gd name="adj2" fmla="val 50000"/>
                </a:avLst>
              </a:prstGeom>
              <a:ln w="12700">
                <a:solidFill>
                  <a:schemeClr val="tx1"/>
                </a:solidFill>
                <a:tailEnd type="none"/>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zh-CN" altLang="en-US"/>
              </a:p>
            </p:txBody>
          </p:sp>
          <p:sp>
            <p:nvSpPr>
              <p:cNvPr id="109" name="íşlïḍè">
                <a:extLst>
                  <a:ext uri="{FF2B5EF4-FFF2-40B4-BE49-F238E27FC236}">
                    <a16:creationId xmlns:a16="http://schemas.microsoft.com/office/drawing/2014/main" id="{426C8B26-A131-440C-A6D9-6181AFF92133}"/>
                  </a:ext>
                </a:extLst>
              </p:cNvPr>
              <p:cNvSpPr txBox="1"/>
              <p:nvPr/>
            </p:nvSpPr>
            <p:spPr>
              <a:xfrm>
                <a:off x="3522431" y="3703432"/>
                <a:ext cx="882069" cy="400111"/>
              </a:xfrm>
              <a:prstGeom prst="rect">
                <a:avLst/>
              </a:prstGeom>
              <a:noFill/>
            </p:spPr>
            <p:txBody>
              <a:bodyPr wrap="square" lIns="91440" tIns="45720" rIns="91440" bIns="45720" anchor="ctr">
                <a:noAutofit/>
              </a:bodyPr>
              <a:lstStyle/>
              <a:p>
                <a:r>
                  <a:rPr lang="en-US" altLang="zh-CN" b="1" dirty="0">
                    <a:latin typeface="Arial Narrow" panose="020B0606020202030204" pitchFamily="34" charset="0"/>
                  </a:rPr>
                  <a:t>IFS2</a:t>
                </a:r>
                <a:endParaRPr lang="zh-CN" altLang="en-US" b="1" dirty="0">
                  <a:latin typeface="Arial Narrow" panose="020B0606020202030204" pitchFamily="34" charset="0"/>
                </a:endParaRPr>
              </a:p>
            </p:txBody>
          </p:sp>
          <p:sp>
            <p:nvSpPr>
              <p:cNvPr id="110" name="右大括号 109">
                <a:extLst>
                  <a:ext uri="{FF2B5EF4-FFF2-40B4-BE49-F238E27FC236}">
                    <a16:creationId xmlns:a16="http://schemas.microsoft.com/office/drawing/2014/main" id="{8FE74874-1EF7-4A4B-8787-0433B79A60AC}"/>
                  </a:ext>
                </a:extLst>
              </p:cNvPr>
              <p:cNvSpPr/>
              <p:nvPr/>
            </p:nvSpPr>
            <p:spPr>
              <a:xfrm>
                <a:off x="3411779" y="5486891"/>
                <a:ext cx="104302" cy="325843"/>
              </a:xfrm>
              <a:prstGeom prst="rightBrace">
                <a:avLst>
                  <a:gd name="adj1" fmla="val 37164"/>
                  <a:gd name="adj2" fmla="val 50000"/>
                </a:avLst>
              </a:prstGeom>
              <a:ln w="12700">
                <a:solidFill>
                  <a:schemeClr val="tx1"/>
                </a:solidFill>
                <a:tailEnd type="none"/>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zh-CN" altLang="en-US"/>
              </a:p>
            </p:txBody>
          </p:sp>
          <p:sp>
            <p:nvSpPr>
              <p:cNvPr id="111" name="íşlïḍè">
                <a:extLst>
                  <a:ext uri="{FF2B5EF4-FFF2-40B4-BE49-F238E27FC236}">
                    <a16:creationId xmlns:a16="http://schemas.microsoft.com/office/drawing/2014/main" id="{45AED48B-8A8D-4219-B24F-139764B0E390}"/>
                  </a:ext>
                </a:extLst>
              </p:cNvPr>
              <p:cNvSpPr txBox="1"/>
              <p:nvPr/>
            </p:nvSpPr>
            <p:spPr>
              <a:xfrm>
                <a:off x="3522431" y="5420715"/>
                <a:ext cx="882069" cy="400111"/>
              </a:xfrm>
              <a:prstGeom prst="rect">
                <a:avLst/>
              </a:prstGeom>
              <a:noFill/>
            </p:spPr>
            <p:txBody>
              <a:bodyPr wrap="square" lIns="91440" tIns="45720" rIns="91440" bIns="45720" anchor="ctr">
                <a:noAutofit/>
              </a:bodyPr>
              <a:lstStyle/>
              <a:p>
                <a:r>
                  <a:rPr lang="en-US" altLang="zh-CN" b="1" dirty="0">
                    <a:latin typeface="Arial Narrow" panose="020B0606020202030204" pitchFamily="34" charset="0"/>
                  </a:rPr>
                  <a:t>IFS4</a:t>
                </a:r>
                <a:endParaRPr lang="zh-CN" altLang="en-US" b="1" dirty="0">
                  <a:latin typeface="Arial Narrow" panose="020B0606020202030204" pitchFamily="34" charset="0"/>
                </a:endParaRPr>
              </a:p>
            </p:txBody>
          </p:sp>
          <p:sp>
            <p:nvSpPr>
              <p:cNvPr id="112" name="右大括号 111">
                <a:extLst>
                  <a:ext uri="{FF2B5EF4-FFF2-40B4-BE49-F238E27FC236}">
                    <a16:creationId xmlns:a16="http://schemas.microsoft.com/office/drawing/2014/main" id="{C90C4941-438A-4499-AF42-D488FF143264}"/>
                  </a:ext>
                </a:extLst>
              </p:cNvPr>
              <p:cNvSpPr/>
              <p:nvPr/>
            </p:nvSpPr>
            <p:spPr>
              <a:xfrm>
                <a:off x="1143104" y="2966781"/>
                <a:ext cx="104303" cy="280458"/>
              </a:xfrm>
              <a:prstGeom prst="rightBrace">
                <a:avLst>
                  <a:gd name="adj1" fmla="val 37164"/>
                  <a:gd name="adj2" fmla="val 50000"/>
                </a:avLst>
              </a:prstGeom>
              <a:ln w="12700">
                <a:solidFill>
                  <a:schemeClr val="tx1"/>
                </a:solidFill>
                <a:tailEnd type="none"/>
              </a:ln>
              <a:scene3d>
                <a:camera prst="orthographicFront">
                  <a:rot lat="0" lon="10800000" rev="0"/>
                </a:camera>
                <a:lightRig rig="threePt" dir="t"/>
              </a:scene3d>
            </p:spPr>
            <p:style>
              <a:lnRef idx="1">
                <a:schemeClr val="accent1"/>
              </a:lnRef>
              <a:fillRef idx="0">
                <a:schemeClr val="accent1"/>
              </a:fillRef>
              <a:effectRef idx="0">
                <a:schemeClr val="accent1"/>
              </a:effectRef>
              <a:fontRef idx="minor">
                <a:schemeClr val="tx1"/>
              </a:fontRef>
            </p:style>
            <p:txBody>
              <a:bodyPr rtlCol="0" anchor="ctr"/>
              <a:lstStyle/>
              <a:p>
                <a:pPr algn="ctr"/>
                <a:endParaRPr lang="zh-CN" altLang="en-US"/>
              </a:p>
            </p:txBody>
          </p:sp>
          <p:sp>
            <p:nvSpPr>
              <p:cNvPr id="115" name="íşlïḍè">
                <a:extLst>
                  <a:ext uri="{FF2B5EF4-FFF2-40B4-BE49-F238E27FC236}">
                    <a16:creationId xmlns:a16="http://schemas.microsoft.com/office/drawing/2014/main" id="{72322B1C-BA0B-40EC-9C98-59555332C50B}"/>
                  </a:ext>
                </a:extLst>
              </p:cNvPr>
              <p:cNvSpPr txBox="1"/>
              <p:nvPr/>
            </p:nvSpPr>
            <p:spPr>
              <a:xfrm>
                <a:off x="578262" y="2913755"/>
                <a:ext cx="661403" cy="400111"/>
              </a:xfrm>
              <a:prstGeom prst="rect">
                <a:avLst/>
              </a:prstGeom>
              <a:noFill/>
            </p:spPr>
            <p:txBody>
              <a:bodyPr wrap="square" lIns="91440" tIns="45720" rIns="91440" bIns="45720" anchor="ctr">
                <a:noAutofit/>
              </a:bodyPr>
              <a:lstStyle/>
              <a:p>
                <a:pPr algn="r"/>
                <a:r>
                  <a:rPr lang="en-US" altLang="zh-CN" b="1" dirty="0">
                    <a:latin typeface="Arial Narrow" panose="020B0606020202030204" pitchFamily="34" charset="0"/>
                  </a:rPr>
                  <a:t>IFS1</a:t>
                </a:r>
                <a:endParaRPr lang="zh-CN" altLang="en-US" b="1" dirty="0">
                  <a:latin typeface="Arial Narrow" panose="020B0606020202030204" pitchFamily="34" charset="0"/>
                </a:endParaRPr>
              </a:p>
            </p:txBody>
          </p:sp>
          <p:sp>
            <p:nvSpPr>
              <p:cNvPr id="116" name="右大括号 115">
                <a:extLst>
                  <a:ext uri="{FF2B5EF4-FFF2-40B4-BE49-F238E27FC236}">
                    <a16:creationId xmlns:a16="http://schemas.microsoft.com/office/drawing/2014/main" id="{C6AE1453-8E24-4D87-BAFF-74FFE5B9E30D}"/>
                  </a:ext>
                </a:extLst>
              </p:cNvPr>
              <p:cNvSpPr/>
              <p:nvPr/>
            </p:nvSpPr>
            <p:spPr>
              <a:xfrm>
                <a:off x="1139233" y="4562116"/>
                <a:ext cx="127370" cy="317601"/>
              </a:xfrm>
              <a:prstGeom prst="rightBrace">
                <a:avLst>
                  <a:gd name="adj1" fmla="val 37164"/>
                  <a:gd name="adj2" fmla="val 50000"/>
                </a:avLst>
              </a:prstGeom>
              <a:ln w="12700">
                <a:solidFill>
                  <a:schemeClr val="tx1"/>
                </a:solidFill>
                <a:tailEnd type="none"/>
              </a:ln>
              <a:scene3d>
                <a:camera prst="orthographicFront">
                  <a:rot lat="0" lon="10800000" rev="0"/>
                </a:camera>
                <a:lightRig rig="threePt" dir="t"/>
              </a:scene3d>
            </p:spPr>
            <p:style>
              <a:lnRef idx="1">
                <a:schemeClr val="accent1"/>
              </a:lnRef>
              <a:fillRef idx="0">
                <a:schemeClr val="accent1"/>
              </a:fillRef>
              <a:effectRef idx="0">
                <a:schemeClr val="accent1"/>
              </a:effectRef>
              <a:fontRef idx="minor">
                <a:schemeClr val="tx1"/>
              </a:fontRef>
            </p:style>
            <p:txBody>
              <a:bodyPr rtlCol="0" anchor="ctr"/>
              <a:lstStyle/>
              <a:p>
                <a:pPr algn="ctr"/>
                <a:endParaRPr lang="zh-CN" altLang="en-US"/>
              </a:p>
            </p:txBody>
          </p:sp>
          <p:sp>
            <p:nvSpPr>
              <p:cNvPr id="117" name="íşlïḍè">
                <a:extLst>
                  <a:ext uri="{FF2B5EF4-FFF2-40B4-BE49-F238E27FC236}">
                    <a16:creationId xmlns:a16="http://schemas.microsoft.com/office/drawing/2014/main" id="{AD818B66-8FB0-4E7A-97D2-045A467AD9DE}"/>
                  </a:ext>
                </a:extLst>
              </p:cNvPr>
              <p:cNvSpPr txBox="1"/>
              <p:nvPr/>
            </p:nvSpPr>
            <p:spPr>
              <a:xfrm>
                <a:off x="574391" y="4527265"/>
                <a:ext cx="661403" cy="400111"/>
              </a:xfrm>
              <a:prstGeom prst="rect">
                <a:avLst/>
              </a:prstGeom>
              <a:noFill/>
            </p:spPr>
            <p:txBody>
              <a:bodyPr wrap="square" lIns="91440" tIns="45720" rIns="91440" bIns="45720" anchor="ctr">
                <a:noAutofit/>
              </a:bodyPr>
              <a:lstStyle/>
              <a:p>
                <a:pPr algn="r"/>
                <a:r>
                  <a:rPr lang="en-US" altLang="zh-CN" b="1" dirty="0">
                    <a:latin typeface="Arial Narrow" panose="020B0606020202030204" pitchFamily="34" charset="0"/>
                  </a:rPr>
                  <a:t>IFS3</a:t>
                </a:r>
                <a:endParaRPr lang="zh-CN" altLang="en-US" b="1" dirty="0">
                  <a:latin typeface="Arial Narrow" panose="020B0606020202030204" pitchFamily="34" charset="0"/>
                </a:endParaRPr>
              </a:p>
            </p:txBody>
          </p:sp>
        </p:grpSp>
      </p:grpSp>
      <p:pic>
        <p:nvPicPr>
          <p:cNvPr id="176" name="图片 175" descr="手机屏幕的截图&#10;&#10;描述已自动生成">
            <a:extLst>
              <a:ext uri="{FF2B5EF4-FFF2-40B4-BE49-F238E27FC236}">
                <a16:creationId xmlns:a16="http://schemas.microsoft.com/office/drawing/2014/main" id="{6606E7F1-99F6-4CC0-BB0E-4DE017DAEE45}"/>
              </a:ext>
            </a:extLst>
          </p:cNvPr>
          <p:cNvPicPr>
            <a:picLocks noChangeAspect="1"/>
          </p:cNvPicPr>
          <p:nvPr/>
        </p:nvPicPr>
        <p:blipFill>
          <a:blip r:embed="rId3" cstate="print">
            <a:extLst>
              <a:ext uri="{28A0092B-C50C-407E-A947-70E740481C1C}">
                <a14:useLocalDpi xmlns:a14="http://schemas.microsoft.com/office/drawing/2010/main" val="0"/>
              </a:ext>
            </a:extLst>
          </a:blip>
          <a:stretch>
            <a:fillRect/>
          </a:stretch>
        </p:blipFill>
        <p:spPr>
          <a:xfrm>
            <a:off x="4403691" y="4036751"/>
            <a:ext cx="7447484" cy="2238539"/>
          </a:xfrm>
          <a:prstGeom prst="rect">
            <a:avLst/>
          </a:prstGeom>
        </p:spPr>
      </p:pic>
      <mc:AlternateContent xmlns:mc="http://schemas.openxmlformats.org/markup-compatibility/2006" xmlns:a14="http://schemas.microsoft.com/office/drawing/2010/main">
        <mc:Choice Requires="a14">
          <p:sp>
            <p:nvSpPr>
              <p:cNvPr id="177" name="对话气泡: 圆角矩形 176">
                <a:extLst>
                  <a:ext uri="{FF2B5EF4-FFF2-40B4-BE49-F238E27FC236}">
                    <a16:creationId xmlns:a16="http://schemas.microsoft.com/office/drawing/2014/main" id="{58F3F392-2CB9-4871-A440-54E78CCEB8EA}"/>
                  </a:ext>
                </a:extLst>
              </p:cNvPr>
              <p:cNvSpPr/>
              <p:nvPr/>
            </p:nvSpPr>
            <p:spPr>
              <a:xfrm>
                <a:off x="5349402" y="2879603"/>
                <a:ext cx="6359995" cy="983898"/>
              </a:xfrm>
              <a:prstGeom prst="wedgeRoundRectCallout">
                <a:avLst>
                  <a:gd name="adj1" fmla="val -35116"/>
                  <a:gd name="adj2" fmla="val 73930"/>
                  <a:gd name="adj3" fmla="val 16667"/>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r>
                  <a:rPr lang="en-US" altLang="zh-CN" b="1" dirty="0">
                    <a:solidFill>
                      <a:schemeClr val="bg1"/>
                    </a:solidFill>
                  </a:rPr>
                  <a:t>DCF</a:t>
                </a:r>
                <a:r>
                  <a:rPr lang="zh-CN" altLang="en-US" b="1" dirty="0">
                    <a:solidFill>
                      <a:schemeClr val="bg1"/>
                    </a:solidFill>
                  </a:rPr>
                  <a:t>帧间间隔</a:t>
                </a:r>
                <a:r>
                  <a:rPr lang="en-US" altLang="zh-CN" b="1" dirty="0">
                    <a:solidFill>
                      <a:schemeClr val="bg1"/>
                    </a:solidFill>
                  </a:rPr>
                  <a:t>DIFS</a:t>
                </a:r>
                <a:r>
                  <a:rPr lang="zh-CN" altLang="en-US" b="1" dirty="0">
                    <a:solidFill>
                      <a:schemeClr val="bg1"/>
                    </a:solidFill>
                  </a:rPr>
                  <a:t>的长度为</a:t>
                </a:r>
                <a:r>
                  <a:rPr lang="en-US" altLang="zh-CN" b="1" dirty="0">
                    <a:solidFill>
                      <a:schemeClr val="bg1"/>
                    </a:solidFill>
                  </a:rPr>
                  <a:t>128</a:t>
                </a:r>
                <a14:m>
                  <m:oMath xmlns:m="http://schemas.openxmlformats.org/officeDocument/2006/math">
                    <m:r>
                      <a:rPr lang="el-GR" altLang="zh-CN" b="1" i="1" dirty="0">
                        <a:solidFill>
                          <a:schemeClr val="bg1"/>
                        </a:solidFill>
                        <a:latin typeface="Cambria Math" panose="02040503050406030204" pitchFamily="18" charset="0"/>
                      </a:rPr>
                      <m:t>𝝁</m:t>
                    </m:r>
                    <m:r>
                      <a:rPr lang="en-US" altLang="zh-CN" b="1" i="1" dirty="0">
                        <a:solidFill>
                          <a:schemeClr val="bg1"/>
                        </a:solidFill>
                        <a:latin typeface="Cambria Math" panose="02040503050406030204" pitchFamily="18" charset="0"/>
                      </a:rPr>
                      <m:t>𝒔</m:t>
                    </m:r>
                  </m:oMath>
                </a14:m>
                <a:r>
                  <a:rPr lang="zh-CN" altLang="en-US" b="1" dirty="0">
                    <a:solidFill>
                      <a:schemeClr val="bg1"/>
                    </a:solidFill>
                  </a:rPr>
                  <a:t>，在</a:t>
                </a:r>
                <a:r>
                  <a:rPr lang="en-US" altLang="zh-CN" b="1" dirty="0">
                    <a:solidFill>
                      <a:schemeClr val="bg1"/>
                    </a:solidFill>
                  </a:rPr>
                  <a:t>DCF</a:t>
                </a:r>
                <a:r>
                  <a:rPr lang="zh-CN" altLang="en-US" b="1" dirty="0">
                    <a:solidFill>
                      <a:schemeClr val="bg1"/>
                    </a:solidFill>
                  </a:rPr>
                  <a:t>方式中，</a:t>
                </a:r>
                <a:r>
                  <a:rPr lang="en-US" altLang="zh-CN" b="1" dirty="0">
                    <a:solidFill>
                      <a:schemeClr val="bg1"/>
                    </a:solidFill>
                  </a:rPr>
                  <a:t>DIFS</a:t>
                </a:r>
                <a:r>
                  <a:rPr lang="zh-CN" altLang="en-US" b="1" dirty="0">
                    <a:solidFill>
                      <a:schemeClr val="bg1"/>
                    </a:solidFill>
                  </a:rPr>
                  <a:t>用来发送数据帧和管理帧。等待</a:t>
                </a:r>
                <a:r>
                  <a:rPr lang="en-US" altLang="zh-CN" b="1" dirty="0">
                    <a:solidFill>
                      <a:schemeClr val="bg1"/>
                    </a:solidFill>
                  </a:rPr>
                  <a:t>DIFS</a:t>
                </a:r>
                <a:r>
                  <a:rPr lang="zh-CN" altLang="en-US" b="1" dirty="0">
                    <a:solidFill>
                      <a:schemeClr val="bg1"/>
                    </a:solidFill>
                  </a:rPr>
                  <a:t>间隔是考虑到可能有其他的站有高优先级的帧要发送。</a:t>
                </a:r>
              </a:p>
            </p:txBody>
          </p:sp>
        </mc:Choice>
        <mc:Fallback xmlns="">
          <p:sp>
            <p:nvSpPr>
              <p:cNvPr id="177" name="对话气泡: 圆角矩形 176">
                <a:extLst>
                  <a:ext uri="{FF2B5EF4-FFF2-40B4-BE49-F238E27FC236}">
                    <a16:creationId xmlns:a16="http://schemas.microsoft.com/office/drawing/2014/main" id="{58F3F392-2CB9-4871-A440-54E78CCEB8EA}"/>
                  </a:ext>
                </a:extLst>
              </p:cNvPr>
              <p:cNvSpPr>
                <a:spLocks noRot="1" noChangeAspect="1" noMove="1" noResize="1" noEditPoints="1" noAdjustHandles="1" noChangeArrowheads="1" noChangeShapeType="1" noTextEdit="1"/>
              </p:cNvSpPr>
              <p:nvPr/>
            </p:nvSpPr>
            <p:spPr>
              <a:xfrm>
                <a:off x="5349402" y="2879603"/>
                <a:ext cx="6359995" cy="983898"/>
              </a:xfrm>
              <a:prstGeom prst="wedgeRoundRectCallout">
                <a:avLst>
                  <a:gd name="adj1" fmla="val -35116"/>
                  <a:gd name="adj2" fmla="val 73930"/>
                  <a:gd name="adj3" fmla="val 16667"/>
                </a:avLst>
              </a:prstGeom>
              <a:blipFill>
                <a:blip r:embed="rId4"/>
                <a:stretch>
                  <a:fillRect/>
                </a:stretch>
              </a:blipFill>
            </p:spPr>
            <p:txBody>
              <a:bodyPr/>
              <a:lstStyle/>
              <a:p>
                <a:r>
                  <a:rPr lang="zh-CN" altLang="en-US">
                    <a:noFill/>
                  </a:rPr>
                  <a:t> </a:t>
                </a:r>
              </a:p>
            </p:txBody>
          </p:sp>
        </mc:Fallback>
      </mc:AlternateContent>
      <p:sp>
        <p:nvSpPr>
          <p:cNvPr id="47" name="平行四边形 46">
            <a:extLst>
              <a:ext uri="{FF2B5EF4-FFF2-40B4-BE49-F238E27FC236}">
                <a16:creationId xmlns:a16="http://schemas.microsoft.com/office/drawing/2014/main" id="{5A3EC990-3EBF-675A-B33B-D83716817702}"/>
              </a:ext>
            </a:extLst>
          </p:cNvPr>
          <p:cNvSpPr/>
          <p:nvPr/>
        </p:nvSpPr>
        <p:spPr>
          <a:xfrm>
            <a:off x="304799" y="749300"/>
            <a:ext cx="691019" cy="387090"/>
          </a:xfrm>
          <a:prstGeom prst="parallelogram">
            <a:avLst/>
          </a:prstGeom>
          <a:solidFill>
            <a:schemeClr val="accent3">
              <a:lumMod val="75000"/>
            </a:schemeClr>
          </a:solidFill>
          <a:ln>
            <a:solidFill>
              <a:schemeClr val="accent3">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CN" sz="2200" dirty="0">
                <a:latin typeface="Impact" panose="020B0806030902050204" pitchFamily="34" charset="0"/>
              </a:rPr>
              <a:t>04</a:t>
            </a:r>
            <a:endParaRPr lang="zh-CN" altLang="en-US" sz="2200" dirty="0">
              <a:latin typeface="Impact" panose="020B0806030902050204" pitchFamily="34" charset="0"/>
            </a:endParaRPr>
          </a:p>
        </p:txBody>
      </p:sp>
    </p:spTree>
    <p:custDataLst>
      <p:tags r:id="rId1"/>
    </p:custDataLst>
    <p:extLst>
      <p:ext uri="{BB962C8B-B14F-4D97-AF65-F5344CB8AC3E}">
        <p14:creationId xmlns:p14="http://schemas.microsoft.com/office/powerpoint/2010/main" val="2671621249"/>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30" presetClass="entr" presetSubtype="0" fill="hold" nodeType="withEffect">
                                  <p:stCondLst>
                                    <p:cond delay="0"/>
                                  </p:stCondLst>
                                  <p:childTnLst>
                                    <p:set>
                                      <p:cBhvr>
                                        <p:cTn id="6" dur="1" fill="hold">
                                          <p:stCondLst>
                                            <p:cond delay="0"/>
                                          </p:stCondLst>
                                        </p:cTn>
                                        <p:tgtEl>
                                          <p:spTgt spid="119"/>
                                        </p:tgtEl>
                                        <p:attrNameLst>
                                          <p:attrName>style.visibility</p:attrName>
                                        </p:attrNameLst>
                                      </p:cBhvr>
                                      <p:to>
                                        <p:strVal val="visible"/>
                                      </p:to>
                                    </p:set>
                                    <p:animEffect transition="in" filter="fade">
                                      <p:cBhvr>
                                        <p:cTn id="7" dur="800" decel="100000"/>
                                        <p:tgtEl>
                                          <p:spTgt spid="119"/>
                                        </p:tgtEl>
                                      </p:cBhvr>
                                    </p:animEffect>
                                    <p:anim calcmode="lin" valueType="num">
                                      <p:cBhvr>
                                        <p:cTn id="8" dur="800" decel="100000" fill="hold"/>
                                        <p:tgtEl>
                                          <p:spTgt spid="119"/>
                                        </p:tgtEl>
                                        <p:attrNameLst>
                                          <p:attrName>style.rotation</p:attrName>
                                        </p:attrNameLst>
                                      </p:cBhvr>
                                      <p:tavLst>
                                        <p:tav tm="0">
                                          <p:val>
                                            <p:fltVal val="-90"/>
                                          </p:val>
                                        </p:tav>
                                        <p:tav tm="100000">
                                          <p:val>
                                            <p:fltVal val="0"/>
                                          </p:val>
                                        </p:tav>
                                      </p:tavLst>
                                    </p:anim>
                                    <p:anim calcmode="lin" valueType="num">
                                      <p:cBhvr>
                                        <p:cTn id="9" dur="800" decel="100000" fill="hold"/>
                                        <p:tgtEl>
                                          <p:spTgt spid="119"/>
                                        </p:tgtEl>
                                        <p:attrNameLst>
                                          <p:attrName>ppt_x</p:attrName>
                                        </p:attrNameLst>
                                      </p:cBhvr>
                                      <p:tavLst>
                                        <p:tav tm="0">
                                          <p:val>
                                            <p:strVal val="#ppt_x+0.4"/>
                                          </p:val>
                                        </p:tav>
                                        <p:tav tm="100000">
                                          <p:val>
                                            <p:strVal val="#ppt_x-0.05"/>
                                          </p:val>
                                        </p:tav>
                                      </p:tavLst>
                                    </p:anim>
                                    <p:anim calcmode="lin" valueType="num">
                                      <p:cBhvr>
                                        <p:cTn id="10" dur="800" decel="100000" fill="hold"/>
                                        <p:tgtEl>
                                          <p:spTgt spid="119"/>
                                        </p:tgtEl>
                                        <p:attrNameLst>
                                          <p:attrName>ppt_y</p:attrName>
                                        </p:attrNameLst>
                                      </p:cBhvr>
                                      <p:tavLst>
                                        <p:tav tm="0">
                                          <p:val>
                                            <p:strVal val="#ppt_y-0.4"/>
                                          </p:val>
                                        </p:tav>
                                        <p:tav tm="100000">
                                          <p:val>
                                            <p:strVal val="#ppt_y+0.1"/>
                                          </p:val>
                                        </p:tav>
                                      </p:tavLst>
                                    </p:anim>
                                    <p:anim calcmode="lin" valueType="num">
                                      <p:cBhvr>
                                        <p:cTn id="11" dur="200" accel="100000" fill="hold">
                                          <p:stCondLst>
                                            <p:cond delay="800"/>
                                          </p:stCondLst>
                                        </p:cTn>
                                        <p:tgtEl>
                                          <p:spTgt spid="119"/>
                                        </p:tgtEl>
                                        <p:attrNameLst>
                                          <p:attrName>ppt_x</p:attrName>
                                        </p:attrNameLst>
                                      </p:cBhvr>
                                      <p:tavLst>
                                        <p:tav tm="0">
                                          <p:val>
                                            <p:strVal val="#ppt_x-0.05"/>
                                          </p:val>
                                        </p:tav>
                                        <p:tav tm="100000">
                                          <p:val>
                                            <p:strVal val="#ppt_x"/>
                                          </p:val>
                                        </p:tav>
                                      </p:tavLst>
                                    </p:anim>
                                    <p:anim calcmode="lin" valueType="num">
                                      <p:cBhvr>
                                        <p:cTn id="12" dur="200" accel="100000" fill="hold">
                                          <p:stCondLst>
                                            <p:cond delay="800"/>
                                          </p:stCondLst>
                                        </p:cTn>
                                        <p:tgtEl>
                                          <p:spTgt spid="119"/>
                                        </p:tgtEl>
                                        <p:attrNameLst>
                                          <p:attrName>ppt_y</p:attrName>
                                        </p:attrNameLst>
                                      </p:cBhvr>
                                      <p:tavLst>
                                        <p:tav tm="0">
                                          <p:val>
                                            <p:strVal val="#ppt_y+0.1"/>
                                          </p:val>
                                        </p:tav>
                                        <p:tav tm="100000">
                                          <p:val>
                                            <p:strVal val="#ppt_y"/>
                                          </p:val>
                                        </p:tav>
                                      </p:tavLst>
                                    </p:anim>
                                  </p:childTnLst>
                                </p:cTn>
                              </p:par>
                            </p:childTnLst>
                          </p:cTn>
                        </p:par>
                      </p:childTnLst>
                    </p:cTn>
                  </p:par>
                  <p:par>
                    <p:cTn id="13" fill="hold">
                      <p:stCondLst>
                        <p:cond delay="indefinite"/>
                      </p:stCondLst>
                      <p:childTnLst>
                        <p:par>
                          <p:cTn id="14" fill="hold">
                            <p:stCondLst>
                              <p:cond delay="0"/>
                            </p:stCondLst>
                            <p:childTnLst>
                              <p:par>
                                <p:cTn id="15" presetID="30" presetClass="entr" presetSubtype="0" fill="hold" grpId="0" nodeType="clickEffect">
                                  <p:stCondLst>
                                    <p:cond delay="0"/>
                                  </p:stCondLst>
                                  <p:childTnLst>
                                    <p:set>
                                      <p:cBhvr>
                                        <p:cTn id="16" dur="1" fill="hold">
                                          <p:stCondLst>
                                            <p:cond delay="0"/>
                                          </p:stCondLst>
                                        </p:cTn>
                                        <p:tgtEl>
                                          <p:spTgt spid="7"/>
                                        </p:tgtEl>
                                        <p:attrNameLst>
                                          <p:attrName>style.visibility</p:attrName>
                                        </p:attrNameLst>
                                      </p:cBhvr>
                                      <p:to>
                                        <p:strVal val="visible"/>
                                      </p:to>
                                    </p:set>
                                    <p:animEffect transition="in" filter="fade">
                                      <p:cBhvr>
                                        <p:cTn id="17" dur="800" decel="100000"/>
                                        <p:tgtEl>
                                          <p:spTgt spid="7"/>
                                        </p:tgtEl>
                                      </p:cBhvr>
                                    </p:animEffect>
                                    <p:anim calcmode="lin" valueType="num">
                                      <p:cBhvr>
                                        <p:cTn id="18" dur="800" decel="100000" fill="hold"/>
                                        <p:tgtEl>
                                          <p:spTgt spid="7"/>
                                        </p:tgtEl>
                                        <p:attrNameLst>
                                          <p:attrName>style.rotation</p:attrName>
                                        </p:attrNameLst>
                                      </p:cBhvr>
                                      <p:tavLst>
                                        <p:tav tm="0">
                                          <p:val>
                                            <p:fltVal val="-90"/>
                                          </p:val>
                                        </p:tav>
                                        <p:tav tm="100000">
                                          <p:val>
                                            <p:fltVal val="0"/>
                                          </p:val>
                                        </p:tav>
                                      </p:tavLst>
                                    </p:anim>
                                    <p:anim calcmode="lin" valueType="num">
                                      <p:cBhvr>
                                        <p:cTn id="19" dur="800" decel="100000" fill="hold"/>
                                        <p:tgtEl>
                                          <p:spTgt spid="7"/>
                                        </p:tgtEl>
                                        <p:attrNameLst>
                                          <p:attrName>ppt_x</p:attrName>
                                        </p:attrNameLst>
                                      </p:cBhvr>
                                      <p:tavLst>
                                        <p:tav tm="0">
                                          <p:val>
                                            <p:strVal val="#ppt_x+0.4"/>
                                          </p:val>
                                        </p:tav>
                                        <p:tav tm="100000">
                                          <p:val>
                                            <p:strVal val="#ppt_x-0.05"/>
                                          </p:val>
                                        </p:tav>
                                      </p:tavLst>
                                    </p:anim>
                                    <p:anim calcmode="lin" valueType="num">
                                      <p:cBhvr>
                                        <p:cTn id="20" dur="800" decel="100000" fill="hold"/>
                                        <p:tgtEl>
                                          <p:spTgt spid="7"/>
                                        </p:tgtEl>
                                        <p:attrNameLst>
                                          <p:attrName>ppt_y</p:attrName>
                                        </p:attrNameLst>
                                      </p:cBhvr>
                                      <p:tavLst>
                                        <p:tav tm="0">
                                          <p:val>
                                            <p:strVal val="#ppt_y-0.4"/>
                                          </p:val>
                                        </p:tav>
                                        <p:tav tm="100000">
                                          <p:val>
                                            <p:strVal val="#ppt_y+0.1"/>
                                          </p:val>
                                        </p:tav>
                                      </p:tavLst>
                                    </p:anim>
                                    <p:anim calcmode="lin" valueType="num">
                                      <p:cBhvr>
                                        <p:cTn id="21" dur="200" accel="100000" fill="hold">
                                          <p:stCondLst>
                                            <p:cond delay="800"/>
                                          </p:stCondLst>
                                        </p:cTn>
                                        <p:tgtEl>
                                          <p:spTgt spid="7"/>
                                        </p:tgtEl>
                                        <p:attrNameLst>
                                          <p:attrName>ppt_x</p:attrName>
                                        </p:attrNameLst>
                                      </p:cBhvr>
                                      <p:tavLst>
                                        <p:tav tm="0">
                                          <p:val>
                                            <p:strVal val="#ppt_x-0.05"/>
                                          </p:val>
                                        </p:tav>
                                        <p:tav tm="100000">
                                          <p:val>
                                            <p:strVal val="#ppt_x"/>
                                          </p:val>
                                        </p:tav>
                                      </p:tavLst>
                                    </p:anim>
                                    <p:anim calcmode="lin" valueType="num">
                                      <p:cBhvr>
                                        <p:cTn id="22" dur="200" accel="100000" fill="hold">
                                          <p:stCondLst>
                                            <p:cond delay="800"/>
                                          </p:stCondLst>
                                        </p:cTn>
                                        <p:tgtEl>
                                          <p:spTgt spid="7"/>
                                        </p:tgtEl>
                                        <p:attrNameLst>
                                          <p:attrName>ppt_y</p:attrName>
                                        </p:attrNameLst>
                                      </p:cBhvr>
                                      <p:tavLst>
                                        <p:tav tm="0">
                                          <p:val>
                                            <p:strVal val="#ppt_y+0.1"/>
                                          </p:val>
                                        </p:tav>
                                        <p:tav tm="100000">
                                          <p:val>
                                            <p:strVal val="#ppt_y"/>
                                          </p:val>
                                        </p:tav>
                                      </p:tavLst>
                                    </p:anim>
                                  </p:childTnLst>
                                </p:cTn>
                              </p:par>
                            </p:childTnLst>
                          </p:cTn>
                        </p:par>
                      </p:childTnLst>
                    </p:cTn>
                  </p:par>
                  <p:par>
                    <p:cTn id="23" fill="hold">
                      <p:stCondLst>
                        <p:cond delay="indefinite"/>
                      </p:stCondLst>
                      <p:childTnLst>
                        <p:par>
                          <p:cTn id="24" fill="hold">
                            <p:stCondLst>
                              <p:cond delay="0"/>
                            </p:stCondLst>
                            <p:childTnLst>
                              <p:par>
                                <p:cTn id="25" presetID="53" presetClass="entr" presetSubtype="16" fill="hold" grpId="0" nodeType="clickEffect">
                                  <p:stCondLst>
                                    <p:cond delay="0"/>
                                  </p:stCondLst>
                                  <p:childTnLst>
                                    <p:set>
                                      <p:cBhvr>
                                        <p:cTn id="26" dur="1" fill="hold">
                                          <p:stCondLst>
                                            <p:cond delay="0"/>
                                          </p:stCondLst>
                                        </p:cTn>
                                        <p:tgtEl>
                                          <p:spTgt spid="8"/>
                                        </p:tgtEl>
                                        <p:attrNameLst>
                                          <p:attrName>style.visibility</p:attrName>
                                        </p:attrNameLst>
                                      </p:cBhvr>
                                      <p:to>
                                        <p:strVal val="visible"/>
                                      </p:to>
                                    </p:set>
                                    <p:anim calcmode="lin" valueType="num">
                                      <p:cBhvr>
                                        <p:cTn id="27" dur="500" fill="hold"/>
                                        <p:tgtEl>
                                          <p:spTgt spid="8"/>
                                        </p:tgtEl>
                                        <p:attrNameLst>
                                          <p:attrName>ppt_w</p:attrName>
                                        </p:attrNameLst>
                                      </p:cBhvr>
                                      <p:tavLst>
                                        <p:tav tm="0">
                                          <p:val>
                                            <p:fltVal val="0"/>
                                          </p:val>
                                        </p:tav>
                                        <p:tav tm="100000">
                                          <p:val>
                                            <p:strVal val="#ppt_w"/>
                                          </p:val>
                                        </p:tav>
                                      </p:tavLst>
                                    </p:anim>
                                    <p:anim calcmode="lin" valueType="num">
                                      <p:cBhvr>
                                        <p:cTn id="28" dur="500" fill="hold"/>
                                        <p:tgtEl>
                                          <p:spTgt spid="8"/>
                                        </p:tgtEl>
                                        <p:attrNameLst>
                                          <p:attrName>ppt_h</p:attrName>
                                        </p:attrNameLst>
                                      </p:cBhvr>
                                      <p:tavLst>
                                        <p:tav tm="0">
                                          <p:val>
                                            <p:fltVal val="0"/>
                                          </p:val>
                                        </p:tav>
                                        <p:tav tm="100000">
                                          <p:val>
                                            <p:strVal val="#ppt_h"/>
                                          </p:val>
                                        </p:tav>
                                      </p:tavLst>
                                    </p:anim>
                                    <p:animEffect transition="in" filter="fade">
                                      <p:cBhvr>
                                        <p:cTn id="29" dur="500"/>
                                        <p:tgtEl>
                                          <p:spTgt spid="8"/>
                                        </p:tgtEl>
                                      </p:cBhvr>
                                    </p:animEffect>
                                  </p:childTnLst>
                                </p:cTn>
                              </p:par>
                            </p:childTnLst>
                          </p:cTn>
                        </p:par>
                      </p:childTnLst>
                    </p:cTn>
                  </p:par>
                  <p:par>
                    <p:cTn id="30" fill="hold">
                      <p:stCondLst>
                        <p:cond delay="indefinite"/>
                      </p:stCondLst>
                      <p:childTnLst>
                        <p:par>
                          <p:cTn id="31" fill="hold">
                            <p:stCondLst>
                              <p:cond delay="0"/>
                            </p:stCondLst>
                            <p:childTnLst>
                              <p:par>
                                <p:cTn id="32" presetID="22" presetClass="entr" presetSubtype="8" fill="hold" nodeType="clickEffect">
                                  <p:stCondLst>
                                    <p:cond delay="0"/>
                                  </p:stCondLst>
                                  <p:childTnLst>
                                    <p:set>
                                      <p:cBhvr>
                                        <p:cTn id="33" dur="1" fill="hold">
                                          <p:stCondLst>
                                            <p:cond delay="0"/>
                                          </p:stCondLst>
                                        </p:cTn>
                                        <p:tgtEl>
                                          <p:spTgt spid="176"/>
                                        </p:tgtEl>
                                        <p:attrNameLst>
                                          <p:attrName>style.visibility</p:attrName>
                                        </p:attrNameLst>
                                      </p:cBhvr>
                                      <p:to>
                                        <p:strVal val="visible"/>
                                      </p:to>
                                    </p:set>
                                    <p:animEffect transition="in" filter="wipe(left)">
                                      <p:cBhvr>
                                        <p:cTn id="34" dur="1000"/>
                                        <p:tgtEl>
                                          <p:spTgt spid="176"/>
                                        </p:tgtEl>
                                      </p:cBhvr>
                                    </p:animEffect>
                                  </p:childTnLst>
                                </p:cTn>
                              </p:par>
                            </p:childTnLst>
                          </p:cTn>
                        </p:par>
                      </p:childTnLst>
                    </p:cTn>
                  </p:par>
                  <p:par>
                    <p:cTn id="35" fill="hold">
                      <p:stCondLst>
                        <p:cond delay="indefinite"/>
                      </p:stCondLst>
                      <p:childTnLst>
                        <p:par>
                          <p:cTn id="36" fill="hold">
                            <p:stCondLst>
                              <p:cond delay="0"/>
                            </p:stCondLst>
                            <p:childTnLst>
                              <p:par>
                                <p:cTn id="37" presetID="22" presetClass="entr" presetSubtype="4" fill="hold" grpId="0" nodeType="clickEffect">
                                  <p:stCondLst>
                                    <p:cond delay="0"/>
                                  </p:stCondLst>
                                  <p:childTnLst>
                                    <p:set>
                                      <p:cBhvr>
                                        <p:cTn id="38" dur="1" fill="hold">
                                          <p:stCondLst>
                                            <p:cond delay="0"/>
                                          </p:stCondLst>
                                        </p:cTn>
                                        <p:tgtEl>
                                          <p:spTgt spid="177"/>
                                        </p:tgtEl>
                                        <p:attrNameLst>
                                          <p:attrName>style.visibility</p:attrName>
                                        </p:attrNameLst>
                                      </p:cBhvr>
                                      <p:to>
                                        <p:strVal val="visible"/>
                                      </p:to>
                                    </p:set>
                                    <p:animEffect transition="in" filter="wipe(down)">
                                      <p:cBhvr>
                                        <p:cTn id="39" dur="500"/>
                                        <p:tgtEl>
                                          <p:spTgt spid="177"/>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7" grpId="0"/>
      <p:bldP spid="8" grpId="0"/>
      <p:bldP spid="177" grpId="0" animBg="1"/>
    </p:bldLst>
  </p:timing>
</p:sld>
</file>

<file path=ppt/slides/slide56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4" name="组合 3">
            <a:extLst>
              <a:ext uri="{FF2B5EF4-FFF2-40B4-BE49-F238E27FC236}">
                <a16:creationId xmlns:a16="http://schemas.microsoft.com/office/drawing/2014/main" id="{9A1EA9F2-FCB6-48C3-935F-7AE7E3AD14AC}"/>
              </a:ext>
            </a:extLst>
          </p:cNvPr>
          <p:cNvGrpSpPr/>
          <p:nvPr/>
        </p:nvGrpSpPr>
        <p:grpSpPr>
          <a:xfrm>
            <a:off x="304800" y="749300"/>
            <a:ext cx="5791200" cy="400110"/>
            <a:chOff x="424117" y="898245"/>
            <a:chExt cx="5791200" cy="400110"/>
          </a:xfrm>
        </p:grpSpPr>
        <p:sp>
          <p:nvSpPr>
            <p:cNvPr id="2" name="平行四边形 1">
              <a:extLst>
                <a:ext uri="{FF2B5EF4-FFF2-40B4-BE49-F238E27FC236}">
                  <a16:creationId xmlns:a16="http://schemas.microsoft.com/office/drawing/2014/main" id="{1F5BAA3F-9845-4F89-A2DD-8222D3E4EDAC}"/>
                </a:ext>
              </a:extLst>
            </p:cNvPr>
            <p:cNvSpPr/>
            <p:nvPr/>
          </p:nvSpPr>
          <p:spPr>
            <a:xfrm>
              <a:off x="424117" y="898245"/>
              <a:ext cx="628306" cy="387090"/>
            </a:xfrm>
            <a:prstGeom prst="parallelogram">
              <a:avLst/>
            </a:prstGeom>
            <a:solidFill>
              <a:schemeClr val="accent3">
                <a:lumMod val="75000"/>
              </a:schemeClr>
            </a:solidFill>
            <a:ln>
              <a:solidFill>
                <a:schemeClr val="accent3">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CN" sz="2200" dirty="0">
                  <a:latin typeface="Impact" panose="020B0806030902050204" pitchFamily="34" charset="0"/>
                </a:rPr>
                <a:t>01</a:t>
              </a:r>
              <a:endParaRPr lang="zh-CN" altLang="en-US" sz="2200" dirty="0">
                <a:latin typeface="Impact" panose="020B0806030902050204" pitchFamily="34" charset="0"/>
              </a:endParaRPr>
            </a:p>
          </p:txBody>
        </p:sp>
        <p:sp>
          <p:nvSpPr>
            <p:cNvPr id="3" name="文本框 2">
              <a:extLst>
                <a:ext uri="{FF2B5EF4-FFF2-40B4-BE49-F238E27FC236}">
                  <a16:creationId xmlns:a16="http://schemas.microsoft.com/office/drawing/2014/main" id="{4D6BD736-A4D3-4F26-AFED-36E11F50F70B}"/>
                </a:ext>
              </a:extLst>
            </p:cNvPr>
            <p:cNvSpPr txBox="1"/>
            <p:nvPr/>
          </p:nvSpPr>
          <p:spPr>
            <a:xfrm>
              <a:off x="1052423" y="898245"/>
              <a:ext cx="5162894" cy="400110"/>
            </a:xfrm>
            <a:prstGeom prst="rect">
              <a:avLst/>
            </a:prstGeom>
            <a:noFill/>
          </p:spPr>
          <p:txBody>
            <a:bodyPr wrap="square" rtlCol="0">
              <a:spAutoFit/>
            </a:bodyPr>
            <a:lstStyle/>
            <a:p>
              <a:r>
                <a:rPr lang="en-US" altLang="zh-CN" sz="2000" b="1" dirty="0">
                  <a:solidFill>
                    <a:schemeClr val="tx1"/>
                  </a:solidFill>
                  <a:latin typeface="Arial Narrow" panose="020B0606020202030204" pitchFamily="34" charset="0"/>
                </a:rPr>
                <a:t>CSMA/CA</a:t>
              </a:r>
              <a:r>
                <a:rPr lang="zh-CN" altLang="en-US" sz="2000" b="1" dirty="0">
                  <a:solidFill>
                    <a:schemeClr val="tx1"/>
                  </a:solidFill>
                  <a:latin typeface="Arial Narrow" panose="020B0606020202030204" pitchFamily="34" charset="0"/>
                </a:rPr>
                <a:t>协议的基本工作原理</a:t>
              </a:r>
              <a:endParaRPr lang="en-US" altLang="zh-CN" sz="2000" b="1" dirty="0">
                <a:solidFill>
                  <a:schemeClr val="tx1"/>
                </a:solidFill>
                <a:latin typeface="Arial Narrow" panose="020B0606020202030204" pitchFamily="34" charset="0"/>
              </a:endParaRPr>
            </a:p>
          </p:txBody>
        </p:sp>
      </p:grpSp>
      <p:sp>
        <p:nvSpPr>
          <p:cNvPr id="106" name="文本框 105">
            <a:extLst>
              <a:ext uri="{FF2B5EF4-FFF2-40B4-BE49-F238E27FC236}">
                <a16:creationId xmlns:a16="http://schemas.microsoft.com/office/drawing/2014/main" id="{05653DE5-C742-449E-8418-291FFAA878A5}"/>
              </a:ext>
            </a:extLst>
          </p:cNvPr>
          <p:cNvSpPr txBox="1"/>
          <p:nvPr/>
        </p:nvSpPr>
        <p:spPr>
          <a:xfrm>
            <a:off x="933106" y="1136390"/>
            <a:ext cx="9920697" cy="400110"/>
          </a:xfrm>
          <a:prstGeom prst="rect">
            <a:avLst/>
          </a:prstGeom>
          <a:noFill/>
        </p:spPr>
        <p:txBody>
          <a:bodyPr wrap="square" rtlCol="0">
            <a:spAutoFit/>
          </a:bodyPr>
          <a:lstStyle/>
          <a:p>
            <a:r>
              <a:rPr lang="zh-CN" altLang="en-US" sz="2000" b="1" dirty="0">
                <a:solidFill>
                  <a:schemeClr val="accent3">
                    <a:lumMod val="75000"/>
                  </a:schemeClr>
                </a:solidFill>
                <a:latin typeface="Arial Narrow" panose="020B0606020202030204" pitchFamily="34" charset="0"/>
              </a:rPr>
              <a:t>为了进一步降低发生碰撞的概率，</a:t>
            </a:r>
            <a:r>
              <a:rPr lang="en-US" altLang="zh-CN" sz="2000" b="1" dirty="0">
                <a:solidFill>
                  <a:schemeClr val="accent3">
                    <a:lumMod val="75000"/>
                  </a:schemeClr>
                </a:solidFill>
                <a:latin typeface="Arial Narrow" panose="020B0606020202030204" pitchFamily="34" charset="0"/>
              </a:rPr>
              <a:t>802.11</a:t>
            </a:r>
            <a:r>
              <a:rPr lang="zh-CN" altLang="en-US" sz="2000" b="1" dirty="0">
                <a:solidFill>
                  <a:schemeClr val="accent3">
                    <a:lumMod val="75000"/>
                  </a:schemeClr>
                </a:solidFill>
                <a:latin typeface="Arial Narrow" panose="020B0606020202030204" pitchFamily="34" charset="0"/>
              </a:rPr>
              <a:t>无线局域网允许源站对信道进行预约。</a:t>
            </a:r>
            <a:endParaRPr lang="en-US" altLang="zh-CN" sz="2000" b="1" dirty="0">
              <a:solidFill>
                <a:schemeClr val="accent3">
                  <a:lumMod val="75000"/>
                </a:schemeClr>
              </a:solidFill>
              <a:latin typeface="Arial Narrow" panose="020B0606020202030204" pitchFamily="34" charset="0"/>
            </a:endParaRPr>
          </a:p>
        </p:txBody>
      </p:sp>
      <p:sp>
        <p:nvSpPr>
          <p:cNvPr id="7" name="íşlïḍè">
            <a:extLst>
              <a:ext uri="{FF2B5EF4-FFF2-40B4-BE49-F238E27FC236}">
                <a16:creationId xmlns:a16="http://schemas.microsoft.com/office/drawing/2014/main" id="{20A605B5-4D94-48FA-BDC2-47AAC76CF4D3}"/>
              </a:ext>
            </a:extLst>
          </p:cNvPr>
          <p:cNvSpPr txBox="1"/>
          <p:nvPr/>
        </p:nvSpPr>
        <p:spPr>
          <a:xfrm>
            <a:off x="8074507" y="1854435"/>
            <a:ext cx="394903" cy="400111"/>
          </a:xfrm>
          <a:prstGeom prst="rect">
            <a:avLst/>
          </a:prstGeom>
          <a:noFill/>
        </p:spPr>
        <p:txBody>
          <a:bodyPr wrap="square" lIns="91440" tIns="45720" rIns="91440" bIns="45720" anchor="ctr">
            <a:noAutofit/>
          </a:bodyPr>
          <a:lstStyle/>
          <a:p>
            <a:pPr algn="ctr"/>
            <a:r>
              <a:rPr lang="en-US" altLang="zh-CN" sz="2800" b="1" dirty="0">
                <a:solidFill>
                  <a:schemeClr val="accent1">
                    <a:lumMod val="75000"/>
                  </a:schemeClr>
                </a:solidFill>
                <a:latin typeface="Arial Black" panose="020B0A04020102020204" pitchFamily="34" charset="0"/>
              </a:rPr>
              <a:t>A</a:t>
            </a:r>
            <a:endParaRPr lang="zh-CN" altLang="en-US" sz="2800" b="1" dirty="0">
              <a:solidFill>
                <a:schemeClr val="accent1">
                  <a:lumMod val="75000"/>
                </a:schemeClr>
              </a:solidFill>
              <a:latin typeface="Arial Black" panose="020B0A04020102020204" pitchFamily="34" charset="0"/>
            </a:endParaRPr>
          </a:p>
        </p:txBody>
      </p:sp>
      <p:sp>
        <p:nvSpPr>
          <p:cNvPr id="8" name="íşlïḍè">
            <a:extLst>
              <a:ext uri="{FF2B5EF4-FFF2-40B4-BE49-F238E27FC236}">
                <a16:creationId xmlns:a16="http://schemas.microsoft.com/office/drawing/2014/main" id="{B4E89348-0594-46ED-973D-6A2F9ABE7B65}"/>
              </a:ext>
            </a:extLst>
          </p:cNvPr>
          <p:cNvSpPr txBox="1"/>
          <p:nvPr/>
        </p:nvSpPr>
        <p:spPr>
          <a:xfrm>
            <a:off x="4236429" y="2654657"/>
            <a:ext cx="720024" cy="400111"/>
          </a:xfrm>
          <a:prstGeom prst="rect">
            <a:avLst/>
          </a:prstGeom>
          <a:noFill/>
        </p:spPr>
        <p:txBody>
          <a:bodyPr wrap="square" lIns="91440" tIns="45720" rIns="91440" bIns="45720" anchor="ctr">
            <a:noAutofit/>
          </a:bodyPr>
          <a:lstStyle/>
          <a:p>
            <a:r>
              <a:rPr lang="zh-CN" altLang="en-US" b="1" dirty="0">
                <a:latin typeface="Arial Narrow" panose="020B0606020202030204" pitchFamily="34" charset="0"/>
              </a:rPr>
              <a:t>解析</a:t>
            </a:r>
          </a:p>
        </p:txBody>
      </p:sp>
      <p:grpSp>
        <p:nvGrpSpPr>
          <p:cNvPr id="119" name="组合 118">
            <a:extLst>
              <a:ext uri="{FF2B5EF4-FFF2-40B4-BE49-F238E27FC236}">
                <a16:creationId xmlns:a16="http://schemas.microsoft.com/office/drawing/2014/main" id="{111B8F36-9327-468D-B850-AF55FD001CBE}"/>
              </a:ext>
            </a:extLst>
          </p:cNvPr>
          <p:cNvGrpSpPr/>
          <p:nvPr/>
        </p:nvGrpSpPr>
        <p:grpSpPr>
          <a:xfrm>
            <a:off x="574391" y="1701979"/>
            <a:ext cx="11312809" cy="4789625"/>
            <a:chOff x="574391" y="1701979"/>
            <a:chExt cx="11312809" cy="4789625"/>
          </a:xfrm>
        </p:grpSpPr>
        <p:grpSp>
          <p:nvGrpSpPr>
            <p:cNvPr id="66" name="组合 65">
              <a:extLst>
                <a:ext uri="{FF2B5EF4-FFF2-40B4-BE49-F238E27FC236}">
                  <a16:creationId xmlns:a16="http://schemas.microsoft.com/office/drawing/2014/main" id="{5EA4F339-F8CF-43AB-B82A-134D8E1B9B10}"/>
                </a:ext>
              </a:extLst>
            </p:cNvPr>
            <p:cNvGrpSpPr/>
            <p:nvPr/>
          </p:nvGrpSpPr>
          <p:grpSpPr>
            <a:xfrm>
              <a:off x="822715" y="1701979"/>
              <a:ext cx="11064485" cy="844305"/>
              <a:chOff x="822715" y="1701979"/>
              <a:chExt cx="11064485" cy="844305"/>
            </a:xfrm>
          </p:grpSpPr>
          <p:sp>
            <p:nvSpPr>
              <p:cNvPr id="6" name="íşlïḍè">
                <a:extLst>
                  <a:ext uri="{FF2B5EF4-FFF2-40B4-BE49-F238E27FC236}">
                    <a16:creationId xmlns:a16="http://schemas.microsoft.com/office/drawing/2014/main" id="{859513CD-CB05-436A-B038-0C3F8CFA5FAD}"/>
                  </a:ext>
                </a:extLst>
              </p:cNvPr>
              <p:cNvSpPr txBox="1"/>
              <p:nvPr/>
            </p:nvSpPr>
            <p:spPr>
              <a:xfrm>
                <a:off x="822715" y="1701979"/>
                <a:ext cx="11064485" cy="400111"/>
              </a:xfrm>
              <a:prstGeom prst="rect">
                <a:avLst/>
              </a:prstGeom>
              <a:noFill/>
            </p:spPr>
            <p:txBody>
              <a:bodyPr wrap="square" lIns="91440" tIns="45720" rIns="91440" bIns="45720" anchor="ctr">
                <a:noAutofit/>
              </a:bodyPr>
              <a:lstStyle/>
              <a:p>
                <a:r>
                  <a:rPr lang="en-US" altLang="zh-CN" b="1" dirty="0">
                    <a:latin typeface="Arial Narrow" panose="020B0606020202030204" pitchFamily="34" charset="0"/>
                  </a:rPr>
                  <a:t>【2020</a:t>
                </a:r>
                <a:r>
                  <a:rPr lang="zh-CN" altLang="en-US" b="1" dirty="0">
                    <a:latin typeface="Arial Narrow" panose="020B0606020202030204" pitchFamily="34" charset="0"/>
                  </a:rPr>
                  <a:t>年 题</a:t>
                </a:r>
                <a:r>
                  <a:rPr lang="en-US" altLang="zh-CN" b="1" dirty="0">
                    <a:latin typeface="Arial Narrow" panose="020B0606020202030204" pitchFamily="34" charset="0"/>
                  </a:rPr>
                  <a:t>37】</a:t>
                </a:r>
                <a:r>
                  <a:rPr lang="zh-CN" altLang="en-US" b="1" dirty="0">
                    <a:latin typeface="Arial Narrow" panose="020B0606020202030204" pitchFamily="34" charset="0"/>
                  </a:rPr>
                  <a:t>某</a:t>
                </a:r>
                <a:r>
                  <a:rPr lang="en-US" altLang="zh-CN" b="1" dirty="0">
                    <a:latin typeface="Arial Narrow" panose="020B0606020202030204" pitchFamily="34" charset="0"/>
                  </a:rPr>
                  <a:t>IEEE 802.11</a:t>
                </a:r>
                <a:r>
                  <a:rPr lang="zh-CN" altLang="en-US" b="1" dirty="0">
                    <a:latin typeface="Arial Narrow" panose="020B0606020202030204" pitchFamily="34" charset="0"/>
                  </a:rPr>
                  <a:t>无线局域网中主机</a:t>
                </a:r>
                <a:r>
                  <a:rPr lang="en-US" altLang="zh-CN" b="1" dirty="0">
                    <a:latin typeface="Arial Narrow" panose="020B0606020202030204" pitchFamily="34" charset="0"/>
                  </a:rPr>
                  <a:t>H</a:t>
                </a:r>
                <a:r>
                  <a:rPr lang="zh-CN" altLang="en-US" b="1" dirty="0">
                    <a:latin typeface="Arial Narrow" panose="020B0606020202030204" pitchFamily="34" charset="0"/>
                  </a:rPr>
                  <a:t>与</a:t>
                </a:r>
                <a:r>
                  <a:rPr lang="en-US" altLang="zh-CN" b="1" dirty="0">
                    <a:latin typeface="Arial Narrow" panose="020B0606020202030204" pitchFamily="34" charset="0"/>
                  </a:rPr>
                  <a:t>AP</a:t>
                </a:r>
                <a:r>
                  <a:rPr lang="zh-CN" altLang="en-US" b="1" dirty="0">
                    <a:latin typeface="Arial Narrow" panose="020B0606020202030204" pitchFamily="34" charset="0"/>
                  </a:rPr>
                  <a:t>之间发送或接收</a:t>
                </a:r>
                <a:r>
                  <a:rPr lang="en-US" altLang="zh-CN" b="1" dirty="0">
                    <a:latin typeface="Arial Narrow" panose="020B0606020202030204" pitchFamily="34" charset="0"/>
                  </a:rPr>
                  <a:t>CSMA/CA</a:t>
                </a:r>
                <a:r>
                  <a:rPr lang="zh-CN" altLang="en-US" b="1" dirty="0">
                    <a:latin typeface="Arial Narrow" panose="020B0606020202030204" pitchFamily="34" charset="0"/>
                  </a:rPr>
                  <a:t>帧的过程如下图所示，在</a:t>
                </a:r>
                <a:r>
                  <a:rPr lang="en-US" altLang="zh-CN" b="1" dirty="0">
                    <a:latin typeface="Arial Narrow" panose="020B0606020202030204" pitchFamily="34" charset="0"/>
                  </a:rPr>
                  <a:t>H</a:t>
                </a:r>
                <a:r>
                  <a:rPr lang="zh-CN" altLang="en-US" b="1" dirty="0">
                    <a:latin typeface="Arial Narrow" panose="020B0606020202030204" pitchFamily="34" charset="0"/>
                  </a:rPr>
                  <a:t>或</a:t>
                </a:r>
                <a:endParaRPr lang="en-US" altLang="zh-CN" b="1" dirty="0">
                  <a:latin typeface="Arial Narrow" panose="020B0606020202030204" pitchFamily="34" charset="0"/>
                </a:endParaRPr>
              </a:p>
              <a:p>
                <a:r>
                  <a:rPr lang="en-US" altLang="zh-CN" b="1" dirty="0">
                    <a:latin typeface="Arial Narrow" panose="020B0606020202030204" pitchFamily="34" charset="0"/>
                  </a:rPr>
                  <a:t>                               AP</a:t>
                </a:r>
                <a:r>
                  <a:rPr lang="zh-CN" altLang="en-US" b="1" dirty="0">
                    <a:latin typeface="Arial Narrow" panose="020B0606020202030204" pitchFamily="34" charset="0"/>
                  </a:rPr>
                  <a:t>发送帧前所等待的帧间间隔时间（</a:t>
                </a:r>
                <a:r>
                  <a:rPr lang="en-US" altLang="zh-CN" b="1" dirty="0">
                    <a:latin typeface="Arial Narrow" panose="020B0606020202030204" pitchFamily="34" charset="0"/>
                  </a:rPr>
                  <a:t>IFS</a:t>
                </a:r>
                <a:r>
                  <a:rPr lang="zh-CN" altLang="en-US" b="1" dirty="0">
                    <a:latin typeface="Arial Narrow" panose="020B0606020202030204" pitchFamily="34" charset="0"/>
                  </a:rPr>
                  <a:t>）中最长的是（      ）。</a:t>
                </a:r>
              </a:p>
            </p:txBody>
          </p:sp>
          <p:sp>
            <p:nvSpPr>
              <p:cNvPr id="9" name="íşlïḍè">
                <a:extLst>
                  <a:ext uri="{FF2B5EF4-FFF2-40B4-BE49-F238E27FC236}">
                    <a16:creationId xmlns:a16="http://schemas.microsoft.com/office/drawing/2014/main" id="{B0CEDBD0-1D1B-4E1B-8BFF-F2F2EF66607D}"/>
                  </a:ext>
                </a:extLst>
              </p:cNvPr>
              <p:cNvSpPr txBox="1"/>
              <p:nvPr/>
            </p:nvSpPr>
            <p:spPr>
              <a:xfrm>
                <a:off x="2438981" y="2146173"/>
                <a:ext cx="882069" cy="400111"/>
              </a:xfrm>
              <a:prstGeom prst="rect">
                <a:avLst/>
              </a:prstGeom>
              <a:noFill/>
            </p:spPr>
            <p:txBody>
              <a:bodyPr wrap="square" lIns="91440" tIns="45720" rIns="91440" bIns="45720" anchor="ctr">
                <a:noAutofit/>
              </a:bodyPr>
              <a:lstStyle/>
              <a:p>
                <a:r>
                  <a:rPr lang="en-US" altLang="zh-CN" b="1" dirty="0">
                    <a:latin typeface="Arial Narrow" panose="020B0606020202030204" pitchFamily="34" charset="0"/>
                  </a:rPr>
                  <a:t>A. IFS1</a:t>
                </a:r>
                <a:endParaRPr lang="zh-CN" altLang="en-US" b="1" dirty="0">
                  <a:latin typeface="Arial Narrow" panose="020B0606020202030204" pitchFamily="34" charset="0"/>
                </a:endParaRPr>
              </a:p>
            </p:txBody>
          </p:sp>
          <p:sp>
            <p:nvSpPr>
              <p:cNvPr id="71" name="íşlïḍè">
                <a:extLst>
                  <a:ext uri="{FF2B5EF4-FFF2-40B4-BE49-F238E27FC236}">
                    <a16:creationId xmlns:a16="http://schemas.microsoft.com/office/drawing/2014/main" id="{51AB5723-72B1-400B-88BD-5715E26F5316}"/>
                  </a:ext>
                </a:extLst>
              </p:cNvPr>
              <p:cNvSpPr txBox="1"/>
              <p:nvPr/>
            </p:nvSpPr>
            <p:spPr>
              <a:xfrm>
                <a:off x="4339748" y="2146173"/>
                <a:ext cx="882069" cy="400111"/>
              </a:xfrm>
              <a:prstGeom prst="rect">
                <a:avLst/>
              </a:prstGeom>
              <a:noFill/>
            </p:spPr>
            <p:txBody>
              <a:bodyPr wrap="square" lIns="91440" tIns="45720" rIns="91440" bIns="45720" anchor="ctr">
                <a:noAutofit/>
              </a:bodyPr>
              <a:lstStyle/>
              <a:p>
                <a:r>
                  <a:rPr lang="en-US" altLang="zh-CN" b="1" dirty="0">
                    <a:latin typeface="Arial Narrow" panose="020B0606020202030204" pitchFamily="34" charset="0"/>
                  </a:rPr>
                  <a:t>B. IFS2</a:t>
                </a:r>
                <a:endParaRPr lang="zh-CN" altLang="en-US" b="1" dirty="0">
                  <a:latin typeface="Arial Narrow" panose="020B0606020202030204" pitchFamily="34" charset="0"/>
                </a:endParaRPr>
              </a:p>
            </p:txBody>
          </p:sp>
          <p:sp>
            <p:nvSpPr>
              <p:cNvPr id="72" name="íşlïḍè">
                <a:extLst>
                  <a:ext uri="{FF2B5EF4-FFF2-40B4-BE49-F238E27FC236}">
                    <a16:creationId xmlns:a16="http://schemas.microsoft.com/office/drawing/2014/main" id="{CDCBD7A1-E90E-4854-B9E2-78887DE878F3}"/>
                  </a:ext>
                </a:extLst>
              </p:cNvPr>
              <p:cNvSpPr txBox="1"/>
              <p:nvPr/>
            </p:nvSpPr>
            <p:spPr>
              <a:xfrm>
                <a:off x="6240515" y="2146173"/>
                <a:ext cx="882069" cy="400111"/>
              </a:xfrm>
              <a:prstGeom prst="rect">
                <a:avLst/>
              </a:prstGeom>
              <a:noFill/>
            </p:spPr>
            <p:txBody>
              <a:bodyPr wrap="square" lIns="91440" tIns="45720" rIns="91440" bIns="45720" anchor="ctr">
                <a:noAutofit/>
              </a:bodyPr>
              <a:lstStyle/>
              <a:p>
                <a:r>
                  <a:rPr lang="en-US" altLang="zh-CN" b="1" dirty="0">
                    <a:latin typeface="Arial Narrow" panose="020B0606020202030204" pitchFamily="34" charset="0"/>
                  </a:rPr>
                  <a:t>C. IFS3</a:t>
                </a:r>
                <a:endParaRPr lang="zh-CN" altLang="en-US" b="1" dirty="0">
                  <a:latin typeface="Arial Narrow" panose="020B0606020202030204" pitchFamily="34" charset="0"/>
                </a:endParaRPr>
              </a:p>
            </p:txBody>
          </p:sp>
          <p:sp>
            <p:nvSpPr>
              <p:cNvPr id="73" name="íşlïḍè">
                <a:extLst>
                  <a:ext uri="{FF2B5EF4-FFF2-40B4-BE49-F238E27FC236}">
                    <a16:creationId xmlns:a16="http://schemas.microsoft.com/office/drawing/2014/main" id="{6B3F4CFA-64C0-4BE0-830D-D74B8C457D19}"/>
                  </a:ext>
                </a:extLst>
              </p:cNvPr>
              <p:cNvSpPr txBox="1"/>
              <p:nvPr/>
            </p:nvSpPr>
            <p:spPr>
              <a:xfrm>
                <a:off x="8141281" y="2146173"/>
                <a:ext cx="882069" cy="400111"/>
              </a:xfrm>
              <a:prstGeom prst="rect">
                <a:avLst/>
              </a:prstGeom>
              <a:noFill/>
            </p:spPr>
            <p:txBody>
              <a:bodyPr wrap="square" lIns="91440" tIns="45720" rIns="91440" bIns="45720" anchor="ctr">
                <a:noAutofit/>
              </a:bodyPr>
              <a:lstStyle/>
              <a:p>
                <a:r>
                  <a:rPr lang="en-US" altLang="zh-CN" b="1" dirty="0">
                    <a:latin typeface="Arial Narrow" panose="020B0606020202030204" pitchFamily="34" charset="0"/>
                  </a:rPr>
                  <a:t>D. IFS4</a:t>
                </a:r>
                <a:endParaRPr lang="zh-CN" altLang="en-US" b="1" dirty="0">
                  <a:latin typeface="Arial Narrow" panose="020B0606020202030204" pitchFamily="34" charset="0"/>
                </a:endParaRPr>
              </a:p>
            </p:txBody>
          </p:sp>
        </p:grpSp>
        <p:grpSp>
          <p:nvGrpSpPr>
            <p:cNvPr id="118" name="组合 117">
              <a:extLst>
                <a:ext uri="{FF2B5EF4-FFF2-40B4-BE49-F238E27FC236}">
                  <a16:creationId xmlns:a16="http://schemas.microsoft.com/office/drawing/2014/main" id="{82CF050C-72D4-437D-9347-87377A443B6B}"/>
                </a:ext>
              </a:extLst>
            </p:cNvPr>
            <p:cNvGrpSpPr/>
            <p:nvPr/>
          </p:nvGrpSpPr>
          <p:grpSpPr>
            <a:xfrm>
              <a:off x="574391" y="2616195"/>
              <a:ext cx="3830109" cy="3875409"/>
              <a:chOff x="574391" y="2616195"/>
              <a:chExt cx="3830109" cy="3875409"/>
            </a:xfrm>
          </p:grpSpPr>
          <p:sp>
            <p:nvSpPr>
              <p:cNvPr id="67" name="矩形 66">
                <a:extLst>
                  <a:ext uri="{FF2B5EF4-FFF2-40B4-BE49-F238E27FC236}">
                    <a16:creationId xmlns:a16="http://schemas.microsoft.com/office/drawing/2014/main" id="{9125A8E4-F0BB-4A25-9127-E0647EE58CC5}"/>
                  </a:ext>
                </a:extLst>
              </p:cNvPr>
              <p:cNvSpPr/>
              <p:nvPr/>
            </p:nvSpPr>
            <p:spPr>
              <a:xfrm>
                <a:off x="1035050" y="2616195"/>
                <a:ext cx="549757" cy="317500"/>
              </a:xfrm>
              <a:prstGeom prst="rect">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CN" b="1" dirty="0">
                    <a:solidFill>
                      <a:schemeClr val="tx1"/>
                    </a:solidFill>
                  </a:rPr>
                  <a:t>H</a:t>
                </a:r>
                <a:endParaRPr lang="zh-CN" altLang="en-US" b="1" dirty="0">
                  <a:solidFill>
                    <a:schemeClr val="tx1"/>
                  </a:solidFill>
                </a:endParaRPr>
              </a:p>
            </p:txBody>
          </p:sp>
          <p:sp>
            <p:nvSpPr>
              <p:cNvPr id="75" name="矩形 74">
                <a:extLst>
                  <a:ext uri="{FF2B5EF4-FFF2-40B4-BE49-F238E27FC236}">
                    <a16:creationId xmlns:a16="http://schemas.microsoft.com/office/drawing/2014/main" id="{E608FC80-2E5B-4F2E-A6FB-246C04FF626D}"/>
                  </a:ext>
                </a:extLst>
              </p:cNvPr>
              <p:cNvSpPr/>
              <p:nvPr/>
            </p:nvSpPr>
            <p:spPr>
              <a:xfrm>
                <a:off x="3143250" y="2616195"/>
                <a:ext cx="549757" cy="317500"/>
              </a:xfrm>
              <a:prstGeom prst="rect">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CN" b="1" dirty="0">
                    <a:solidFill>
                      <a:schemeClr val="tx1"/>
                    </a:solidFill>
                  </a:rPr>
                  <a:t>AP</a:t>
                </a:r>
                <a:endParaRPr lang="zh-CN" altLang="en-US" b="1" dirty="0">
                  <a:solidFill>
                    <a:schemeClr val="tx1"/>
                  </a:solidFill>
                </a:endParaRPr>
              </a:p>
            </p:txBody>
          </p:sp>
          <p:cxnSp>
            <p:nvCxnSpPr>
              <p:cNvPr id="76" name="直接箭头连接符 75">
                <a:extLst>
                  <a:ext uri="{FF2B5EF4-FFF2-40B4-BE49-F238E27FC236}">
                    <a16:creationId xmlns:a16="http://schemas.microsoft.com/office/drawing/2014/main" id="{8C1C3D28-6E29-496D-8FA3-F2581A7F6AC7}"/>
                  </a:ext>
                </a:extLst>
              </p:cNvPr>
              <p:cNvCxnSpPr>
                <a:cxnSpLocks/>
                <a:stCxn id="67" idx="2"/>
              </p:cNvCxnSpPr>
              <p:nvPr/>
            </p:nvCxnSpPr>
            <p:spPr>
              <a:xfrm>
                <a:off x="1309929" y="2933695"/>
                <a:ext cx="0" cy="3505205"/>
              </a:xfrm>
              <a:prstGeom prst="straightConnector1">
                <a:avLst/>
              </a:prstGeom>
              <a:ln w="12700">
                <a:solidFill>
                  <a:schemeClr val="tx1"/>
                </a:solidFill>
                <a:tailEnd type="triangle"/>
              </a:ln>
            </p:spPr>
            <p:style>
              <a:lnRef idx="1">
                <a:schemeClr val="accent1"/>
              </a:lnRef>
              <a:fillRef idx="0">
                <a:schemeClr val="accent1"/>
              </a:fillRef>
              <a:effectRef idx="0">
                <a:schemeClr val="accent1"/>
              </a:effectRef>
              <a:fontRef idx="minor">
                <a:schemeClr val="tx1"/>
              </a:fontRef>
            </p:style>
          </p:cxnSp>
          <p:cxnSp>
            <p:nvCxnSpPr>
              <p:cNvPr id="78" name="直接箭头连接符 77">
                <a:extLst>
                  <a:ext uri="{FF2B5EF4-FFF2-40B4-BE49-F238E27FC236}">
                    <a16:creationId xmlns:a16="http://schemas.microsoft.com/office/drawing/2014/main" id="{C37D2921-D04E-4611-A986-DF6EBC1FAEC2}"/>
                  </a:ext>
                </a:extLst>
              </p:cNvPr>
              <p:cNvCxnSpPr>
                <a:cxnSpLocks/>
                <a:stCxn id="75" idx="2"/>
              </p:cNvCxnSpPr>
              <p:nvPr/>
            </p:nvCxnSpPr>
            <p:spPr>
              <a:xfrm>
                <a:off x="3418129" y="2933695"/>
                <a:ext cx="0" cy="3505205"/>
              </a:xfrm>
              <a:prstGeom prst="straightConnector1">
                <a:avLst/>
              </a:prstGeom>
              <a:ln w="12700">
                <a:solidFill>
                  <a:schemeClr val="tx1"/>
                </a:solidFill>
                <a:tailEnd type="triangle"/>
              </a:ln>
            </p:spPr>
            <p:style>
              <a:lnRef idx="1">
                <a:schemeClr val="accent1"/>
              </a:lnRef>
              <a:fillRef idx="0">
                <a:schemeClr val="accent1"/>
              </a:fillRef>
              <a:effectRef idx="0">
                <a:schemeClr val="accent1"/>
              </a:effectRef>
              <a:fontRef idx="minor">
                <a:schemeClr val="tx1"/>
              </a:fontRef>
            </p:style>
          </p:cxnSp>
          <p:cxnSp>
            <p:nvCxnSpPr>
              <p:cNvPr id="79" name="直接连接符 78">
                <a:extLst>
                  <a:ext uri="{FF2B5EF4-FFF2-40B4-BE49-F238E27FC236}">
                    <a16:creationId xmlns:a16="http://schemas.microsoft.com/office/drawing/2014/main" id="{31CF9AC7-C7DB-42ED-A3F1-D9C131DD911C}"/>
                  </a:ext>
                </a:extLst>
              </p:cNvPr>
              <p:cNvCxnSpPr/>
              <p:nvPr/>
            </p:nvCxnSpPr>
            <p:spPr>
              <a:xfrm>
                <a:off x="1309928" y="3263900"/>
                <a:ext cx="2108200" cy="254000"/>
              </a:xfrm>
              <a:prstGeom prst="line">
                <a:avLst/>
              </a:prstGeom>
              <a:ln w="12700">
                <a:solidFill>
                  <a:schemeClr val="tx1"/>
                </a:solidFill>
                <a:tailEnd type="none"/>
              </a:ln>
            </p:spPr>
            <p:style>
              <a:lnRef idx="1">
                <a:schemeClr val="accent1"/>
              </a:lnRef>
              <a:fillRef idx="0">
                <a:schemeClr val="accent1"/>
              </a:fillRef>
              <a:effectRef idx="0">
                <a:schemeClr val="accent1"/>
              </a:effectRef>
              <a:fontRef idx="minor">
                <a:schemeClr val="tx1"/>
              </a:fontRef>
            </p:style>
          </p:cxnSp>
          <p:cxnSp>
            <p:nvCxnSpPr>
              <p:cNvPr id="81" name="直接连接符 80">
                <a:extLst>
                  <a:ext uri="{FF2B5EF4-FFF2-40B4-BE49-F238E27FC236}">
                    <a16:creationId xmlns:a16="http://schemas.microsoft.com/office/drawing/2014/main" id="{ED9D017C-E9AF-4939-8310-C5A6D3592785}"/>
                  </a:ext>
                </a:extLst>
              </p:cNvPr>
              <p:cNvCxnSpPr/>
              <p:nvPr/>
            </p:nvCxnSpPr>
            <p:spPr>
              <a:xfrm>
                <a:off x="1309928" y="3509259"/>
                <a:ext cx="2108200" cy="254000"/>
              </a:xfrm>
              <a:prstGeom prst="line">
                <a:avLst/>
              </a:prstGeom>
              <a:ln w="12700">
                <a:solidFill>
                  <a:schemeClr val="tx1"/>
                </a:solidFill>
                <a:tailEnd type="none"/>
              </a:ln>
            </p:spPr>
            <p:style>
              <a:lnRef idx="1">
                <a:schemeClr val="accent1"/>
              </a:lnRef>
              <a:fillRef idx="0">
                <a:schemeClr val="accent1"/>
              </a:fillRef>
              <a:effectRef idx="0">
                <a:schemeClr val="accent1"/>
              </a:effectRef>
              <a:fontRef idx="minor">
                <a:schemeClr val="tx1"/>
              </a:fontRef>
            </p:style>
          </p:cxnSp>
          <p:cxnSp>
            <p:nvCxnSpPr>
              <p:cNvPr id="82" name="直接连接符 81">
                <a:extLst>
                  <a:ext uri="{FF2B5EF4-FFF2-40B4-BE49-F238E27FC236}">
                    <a16:creationId xmlns:a16="http://schemas.microsoft.com/office/drawing/2014/main" id="{49B27548-90C9-42BE-8863-2287D558BC11}"/>
                  </a:ext>
                </a:extLst>
              </p:cNvPr>
              <p:cNvCxnSpPr>
                <a:cxnSpLocks/>
              </p:cNvCxnSpPr>
              <p:nvPr/>
            </p:nvCxnSpPr>
            <p:spPr>
              <a:xfrm flipV="1">
                <a:off x="1309928" y="4061184"/>
                <a:ext cx="2108200" cy="250466"/>
              </a:xfrm>
              <a:prstGeom prst="line">
                <a:avLst/>
              </a:prstGeom>
              <a:ln w="12700">
                <a:solidFill>
                  <a:schemeClr val="tx1"/>
                </a:solidFill>
                <a:tailEnd type="none"/>
              </a:ln>
            </p:spPr>
            <p:style>
              <a:lnRef idx="1">
                <a:schemeClr val="accent1"/>
              </a:lnRef>
              <a:fillRef idx="0">
                <a:schemeClr val="accent1"/>
              </a:fillRef>
              <a:effectRef idx="0">
                <a:schemeClr val="accent1"/>
              </a:effectRef>
              <a:fontRef idx="minor">
                <a:schemeClr val="tx1"/>
              </a:fontRef>
            </p:style>
          </p:cxnSp>
          <p:cxnSp>
            <p:nvCxnSpPr>
              <p:cNvPr id="85" name="直接连接符 84">
                <a:extLst>
                  <a:ext uri="{FF2B5EF4-FFF2-40B4-BE49-F238E27FC236}">
                    <a16:creationId xmlns:a16="http://schemas.microsoft.com/office/drawing/2014/main" id="{C7829A86-FDA3-433A-961A-551A1AC77A3B}"/>
                  </a:ext>
                </a:extLst>
              </p:cNvPr>
              <p:cNvCxnSpPr>
                <a:cxnSpLocks/>
              </p:cNvCxnSpPr>
              <p:nvPr/>
            </p:nvCxnSpPr>
            <p:spPr>
              <a:xfrm flipV="1">
                <a:off x="1309928" y="4311650"/>
                <a:ext cx="2108200" cy="250466"/>
              </a:xfrm>
              <a:prstGeom prst="line">
                <a:avLst/>
              </a:prstGeom>
              <a:ln w="12700">
                <a:solidFill>
                  <a:schemeClr val="tx1"/>
                </a:solidFill>
                <a:tailEnd type="none"/>
              </a:ln>
            </p:spPr>
            <p:style>
              <a:lnRef idx="1">
                <a:schemeClr val="accent1"/>
              </a:lnRef>
              <a:fillRef idx="0">
                <a:schemeClr val="accent1"/>
              </a:fillRef>
              <a:effectRef idx="0">
                <a:schemeClr val="accent1"/>
              </a:effectRef>
              <a:fontRef idx="minor">
                <a:schemeClr val="tx1"/>
              </a:fontRef>
            </p:style>
          </p:cxnSp>
          <p:cxnSp>
            <p:nvCxnSpPr>
              <p:cNvPr id="86" name="直接连接符 85">
                <a:extLst>
                  <a:ext uri="{FF2B5EF4-FFF2-40B4-BE49-F238E27FC236}">
                    <a16:creationId xmlns:a16="http://schemas.microsoft.com/office/drawing/2014/main" id="{0B044054-FC74-4D2D-A8C6-27C27BC27090}"/>
                  </a:ext>
                </a:extLst>
              </p:cNvPr>
              <p:cNvCxnSpPr>
                <a:cxnSpLocks/>
              </p:cNvCxnSpPr>
              <p:nvPr/>
            </p:nvCxnSpPr>
            <p:spPr>
              <a:xfrm flipV="1">
                <a:off x="1309928" y="5812735"/>
                <a:ext cx="2108200" cy="250466"/>
              </a:xfrm>
              <a:prstGeom prst="line">
                <a:avLst/>
              </a:prstGeom>
              <a:ln w="12700">
                <a:solidFill>
                  <a:schemeClr val="tx1"/>
                </a:solidFill>
                <a:tailEnd type="none"/>
              </a:ln>
            </p:spPr>
            <p:style>
              <a:lnRef idx="1">
                <a:schemeClr val="accent1"/>
              </a:lnRef>
              <a:fillRef idx="0">
                <a:schemeClr val="accent1"/>
              </a:fillRef>
              <a:effectRef idx="0">
                <a:schemeClr val="accent1"/>
              </a:effectRef>
              <a:fontRef idx="minor">
                <a:schemeClr val="tx1"/>
              </a:fontRef>
            </p:style>
          </p:cxnSp>
          <p:cxnSp>
            <p:nvCxnSpPr>
              <p:cNvPr id="87" name="直接连接符 86">
                <a:extLst>
                  <a:ext uri="{FF2B5EF4-FFF2-40B4-BE49-F238E27FC236}">
                    <a16:creationId xmlns:a16="http://schemas.microsoft.com/office/drawing/2014/main" id="{FD2E654F-4F42-4BEA-9B80-E599AF6A5B76}"/>
                  </a:ext>
                </a:extLst>
              </p:cNvPr>
              <p:cNvCxnSpPr>
                <a:cxnSpLocks/>
              </p:cNvCxnSpPr>
              <p:nvPr/>
            </p:nvCxnSpPr>
            <p:spPr>
              <a:xfrm flipV="1">
                <a:off x="1309928" y="6063201"/>
                <a:ext cx="2108200" cy="250466"/>
              </a:xfrm>
              <a:prstGeom prst="line">
                <a:avLst/>
              </a:prstGeom>
              <a:ln w="12700">
                <a:solidFill>
                  <a:schemeClr val="tx1"/>
                </a:solidFill>
                <a:tailEnd type="none"/>
              </a:ln>
            </p:spPr>
            <p:style>
              <a:lnRef idx="1">
                <a:schemeClr val="accent1"/>
              </a:lnRef>
              <a:fillRef idx="0">
                <a:schemeClr val="accent1"/>
              </a:fillRef>
              <a:effectRef idx="0">
                <a:schemeClr val="accent1"/>
              </a:effectRef>
              <a:fontRef idx="minor">
                <a:schemeClr val="tx1"/>
              </a:fontRef>
            </p:style>
          </p:cxnSp>
          <p:cxnSp>
            <p:nvCxnSpPr>
              <p:cNvPr id="92" name="直接连接符 91">
                <a:extLst>
                  <a:ext uri="{FF2B5EF4-FFF2-40B4-BE49-F238E27FC236}">
                    <a16:creationId xmlns:a16="http://schemas.microsoft.com/office/drawing/2014/main" id="{9823C7F8-DC1A-4014-B0F7-21ECAF86F9D6}"/>
                  </a:ext>
                </a:extLst>
              </p:cNvPr>
              <p:cNvCxnSpPr/>
              <p:nvPr/>
            </p:nvCxnSpPr>
            <p:spPr>
              <a:xfrm>
                <a:off x="1309928" y="4893296"/>
                <a:ext cx="2108200" cy="254000"/>
              </a:xfrm>
              <a:prstGeom prst="line">
                <a:avLst/>
              </a:prstGeom>
              <a:ln w="12700">
                <a:solidFill>
                  <a:schemeClr val="tx1"/>
                </a:solidFill>
                <a:tailEnd type="none"/>
              </a:ln>
            </p:spPr>
            <p:style>
              <a:lnRef idx="1">
                <a:schemeClr val="accent1"/>
              </a:lnRef>
              <a:fillRef idx="0">
                <a:schemeClr val="accent1"/>
              </a:fillRef>
              <a:effectRef idx="0">
                <a:schemeClr val="accent1"/>
              </a:effectRef>
              <a:fontRef idx="minor">
                <a:schemeClr val="tx1"/>
              </a:fontRef>
            </p:style>
          </p:cxnSp>
          <p:cxnSp>
            <p:nvCxnSpPr>
              <p:cNvPr id="93" name="直接连接符 92">
                <a:extLst>
                  <a:ext uri="{FF2B5EF4-FFF2-40B4-BE49-F238E27FC236}">
                    <a16:creationId xmlns:a16="http://schemas.microsoft.com/office/drawing/2014/main" id="{58A5D483-B81B-4BAB-9E08-1B8BA16A019C}"/>
                  </a:ext>
                </a:extLst>
              </p:cNvPr>
              <p:cNvCxnSpPr/>
              <p:nvPr/>
            </p:nvCxnSpPr>
            <p:spPr>
              <a:xfrm>
                <a:off x="1309928" y="5227555"/>
                <a:ext cx="2108200" cy="254000"/>
              </a:xfrm>
              <a:prstGeom prst="line">
                <a:avLst/>
              </a:prstGeom>
              <a:ln w="12700">
                <a:solidFill>
                  <a:schemeClr val="tx1"/>
                </a:solidFill>
                <a:tailEnd type="none"/>
              </a:ln>
            </p:spPr>
            <p:style>
              <a:lnRef idx="1">
                <a:schemeClr val="accent1"/>
              </a:lnRef>
              <a:fillRef idx="0">
                <a:schemeClr val="accent1"/>
              </a:fillRef>
              <a:effectRef idx="0">
                <a:schemeClr val="accent1"/>
              </a:effectRef>
              <a:fontRef idx="minor">
                <a:schemeClr val="tx1"/>
              </a:fontRef>
            </p:style>
          </p:cxnSp>
          <p:sp>
            <p:nvSpPr>
              <p:cNvPr id="94" name="íşlïḍè">
                <a:extLst>
                  <a:ext uri="{FF2B5EF4-FFF2-40B4-BE49-F238E27FC236}">
                    <a16:creationId xmlns:a16="http://schemas.microsoft.com/office/drawing/2014/main" id="{DF6509AC-F77D-4EC3-BD87-01F6906624B3}"/>
                  </a:ext>
                </a:extLst>
              </p:cNvPr>
              <p:cNvSpPr txBox="1"/>
              <p:nvPr/>
            </p:nvSpPr>
            <p:spPr>
              <a:xfrm rot="499786">
                <a:off x="1624120" y="3271493"/>
                <a:ext cx="882069" cy="400111"/>
              </a:xfrm>
              <a:prstGeom prst="rect">
                <a:avLst/>
              </a:prstGeom>
              <a:noFill/>
            </p:spPr>
            <p:txBody>
              <a:bodyPr wrap="square" lIns="91440" tIns="45720" rIns="91440" bIns="45720" anchor="ctr">
                <a:noAutofit/>
              </a:bodyPr>
              <a:lstStyle/>
              <a:p>
                <a:r>
                  <a:rPr lang="en-US" altLang="zh-CN" b="1" dirty="0">
                    <a:latin typeface="Arial Narrow" panose="020B0606020202030204" pitchFamily="34" charset="0"/>
                  </a:rPr>
                  <a:t>RTS</a:t>
                </a:r>
                <a:endParaRPr lang="zh-CN" altLang="en-US" b="1" dirty="0">
                  <a:latin typeface="Arial Narrow" panose="020B0606020202030204" pitchFamily="34" charset="0"/>
                </a:endParaRPr>
              </a:p>
            </p:txBody>
          </p:sp>
          <p:cxnSp>
            <p:nvCxnSpPr>
              <p:cNvPr id="95" name="直接箭头连接符 94">
                <a:extLst>
                  <a:ext uri="{FF2B5EF4-FFF2-40B4-BE49-F238E27FC236}">
                    <a16:creationId xmlns:a16="http://schemas.microsoft.com/office/drawing/2014/main" id="{99FF24CA-7401-4D96-82AE-6C650772E70E}"/>
                  </a:ext>
                </a:extLst>
              </p:cNvPr>
              <p:cNvCxnSpPr>
                <a:cxnSpLocks/>
              </p:cNvCxnSpPr>
              <p:nvPr/>
            </p:nvCxnSpPr>
            <p:spPr>
              <a:xfrm>
                <a:off x="2219906" y="3491307"/>
                <a:ext cx="396294" cy="48818"/>
              </a:xfrm>
              <a:prstGeom prst="straightConnector1">
                <a:avLst/>
              </a:prstGeom>
              <a:ln w="12700">
                <a:solidFill>
                  <a:schemeClr val="tx1"/>
                </a:solidFill>
                <a:tailEnd type="triangle"/>
              </a:ln>
            </p:spPr>
            <p:style>
              <a:lnRef idx="1">
                <a:schemeClr val="accent1"/>
              </a:lnRef>
              <a:fillRef idx="0">
                <a:schemeClr val="accent1"/>
              </a:fillRef>
              <a:effectRef idx="0">
                <a:schemeClr val="accent1"/>
              </a:effectRef>
              <a:fontRef idx="minor">
                <a:schemeClr val="tx1"/>
              </a:fontRef>
            </p:style>
          </p:cxnSp>
          <p:sp>
            <p:nvSpPr>
              <p:cNvPr id="99" name="íşlïḍè">
                <a:extLst>
                  <a:ext uri="{FF2B5EF4-FFF2-40B4-BE49-F238E27FC236}">
                    <a16:creationId xmlns:a16="http://schemas.microsoft.com/office/drawing/2014/main" id="{AF05CDA2-0BE5-4B49-B260-2C64290B3CC9}"/>
                  </a:ext>
                </a:extLst>
              </p:cNvPr>
              <p:cNvSpPr txBox="1"/>
              <p:nvPr/>
            </p:nvSpPr>
            <p:spPr>
              <a:xfrm rot="21167069">
                <a:off x="2598784" y="4031336"/>
                <a:ext cx="882069" cy="400111"/>
              </a:xfrm>
              <a:prstGeom prst="rect">
                <a:avLst/>
              </a:prstGeom>
              <a:noFill/>
            </p:spPr>
            <p:txBody>
              <a:bodyPr wrap="square" lIns="91440" tIns="45720" rIns="91440" bIns="45720" anchor="ctr">
                <a:noAutofit/>
              </a:bodyPr>
              <a:lstStyle/>
              <a:p>
                <a:r>
                  <a:rPr lang="en-US" altLang="zh-CN" b="1" dirty="0">
                    <a:latin typeface="Arial Narrow" panose="020B0606020202030204" pitchFamily="34" charset="0"/>
                  </a:rPr>
                  <a:t>CTS</a:t>
                </a:r>
                <a:endParaRPr lang="zh-CN" altLang="en-US" b="1" dirty="0">
                  <a:latin typeface="Arial Narrow" panose="020B0606020202030204" pitchFamily="34" charset="0"/>
                </a:endParaRPr>
              </a:p>
            </p:txBody>
          </p:sp>
          <p:cxnSp>
            <p:nvCxnSpPr>
              <p:cNvPr id="100" name="直接箭头连接符 99">
                <a:extLst>
                  <a:ext uri="{FF2B5EF4-FFF2-40B4-BE49-F238E27FC236}">
                    <a16:creationId xmlns:a16="http://schemas.microsoft.com/office/drawing/2014/main" id="{1DBFE584-D5B9-479E-9246-91662FBDB443}"/>
                  </a:ext>
                </a:extLst>
              </p:cNvPr>
              <p:cNvCxnSpPr>
                <a:cxnSpLocks/>
              </p:cNvCxnSpPr>
              <p:nvPr/>
            </p:nvCxnSpPr>
            <p:spPr>
              <a:xfrm flipH="1">
                <a:off x="2219906" y="4271767"/>
                <a:ext cx="416323" cy="68029"/>
              </a:xfrm>
              <a:prstGeom prst="straightConnector1">
                <a:avLst/>
              </a:prstGeom>
              <a:ln w="12700">
                <a:solidFill>
                  <a:schemeClr val="tx1"/>
                </a:solidFill>
                <a:tailEnd type="triangle"/>
              </a:ln>
            </p:spPr>
            <p:style>
              <a:lnRef idx="1">
                <a:schemeClr val="accent1"/>
              </a:lnRef>
              <a:fillRef idx="0">
                <a:schemeClr val="accent1"/>
              </a:fillRef>
              <a:effectRef idx="0">
                <a:schemeClr val="accent1"/>
              </a:effectRef>
              <a:fontRef idx="minor">
                <a:schemeClr val="tx1"/>
              </a:fontRef>
            </p:style>
          </p:cxnSp>
          <p:sp>
            <p:nvSpPr>
              <p:cNvPr id="103" name="íşlïḍè">
                <a:extLst>
                  <a:ext uri="{FF2B5EF4-FFF2-40B4-BE49-F238E27FC236}">
                    <a16:creationId xmlns:a16="http://schemas.microsoft.com/office/drawing/2014/main" id="{BC24E8D4-E568-44AF-8B31-1DE4EE2FCF03}"/>
                  </a:ext>
                </a:extLst>
              </p:cNvPr>
              <p:cNvSpPr txBox="1"/>
              <p:nvPr/>
            </p:nvSpPr>
            <p:spPr>
              <a:xfrm rot="499786">
                <a:off x="1624120" y="4958821"/>
                <a:ext cx="882069" cy="400111"/>
              </a:xfrm>
              <a:prstGeom prst="rect">
                <a:avLst/>
              </a:prstGeom>
              <a:noFill/>
            </p:spPr>
            <p:txBody>
              <a:bodyPr wrap="square" lIns="91440" tIns="45720" rIns="91440" bIns="45720" anchor="ctr">
                <a:noAutofit/>
              </a:bodyPr>
              <a:lstStyle/>
              <a:p>
                <a:r>
                  <a:rPr lang="en-US" altLang="zh-CN" b="1" dirty="0">
                    <a:latin typeface="Arial Narrow" panose="020B0606020202030204" pitchFamily="34" charset="0"/>
                  </a:rPr>
                  <a:t>DATA</a:t>
                </a:r>
                <a:endParaRPr lang="zh-CN" altLang="en-US" b="1" dirty="0">
                  <a:latin typeface="Arial Narrow" panose="020B0606020202030204" pitchFamily="34" charset="0"/>
                </a:endParaRPr>
              </a:p>
            </p:txBody>
          </p:sp>
          <p:cxnSp>
            <p:nvCxnSpPr>
              <p:cNvPr id="104" name="直接箭头连接符 103">
                <a:extLst>
                  <a:ext uri="{FF2B5EF4-FFF2-40B4-BE49-F238E27FC236}">
                    <a16:creationId xmlns:a16="http://schemas.microsoft.com/office/drawing/2014/main" id="{975A75FF-7C3C-418D-92B0-DA418C3F8A1E}"/>
                  </a:ext>
                </a:extLst>
              </p:cNvPr>
              <p:cNvCxnSpPr>
                <a:cxnSpLocks/>
              </p:cNvCxnSpPr>
              <p:nvPr/>
            </p:nvCxnSpPr>
            <p:spPr>
              <a:xfrm>
                <a:off x="2219906" y="5178635"/>
                <a:ext cx="396294" cy="48818"/>
              </a:xfrm>
              <a:prstGeom prst="straightConnector1">
                <a:avLst/>
              </a:prstGeom>
              <a:ln w="12700">
                <a:solidFill>
                  <a:schemeClr val="tx1"/>
                </a:solidFill>
                <a:tailEnd type="triangle"/>
              </a:ln>
            </p:spPr>
            <p:style>
              <a:lnRef idx="1">
                <a:schemeClr val="accent1"/>
              </a:lnRef>
              <a:fillRef idx="0">
                <a:schemeClr val="accent1"/>
              </a:fillRef>
              <a:effectRef idx="0">
                <a:schemeClr val="accent1"/>
              </a:effectRef>
              <a:fontRef idx="minor">
                <a:schemeClr val="tx1"/>
              </a:fontRef>
            </p:style>
          </p:cxnSp>
          <p:sp>
            <p:nvSpPr>
              <p:cNvPr id="105" name="íşlïḍè">
                <a:extLst>
                  <a:ext uri="{FF2B5EF4-FFF2-40B4-BE49-F238E27FC236}">
                    <a16:creationId xmlns:a16="http://schemas.microsoft.com/office/drawing/2014/main" id="{3BF064BF-4FDD-4AD9-B6A5-6D3F1A556F64}"/>
                  </a:ext>
                </a:extLst>
              </p:cNvPr>
              <p:cNvSpPr txBox="1"/>
              <p:nvPr/>
            </p:nvSpPr>
            <p:spPr>
              <a:xfrm rot="21167069">
                <a:off x="2598784" y="5772208"/>
                <a:ext cx="882069" cy="400111"/>
              </a:xfrm>
              <a:prstGeom prst="rect">
                <a:avLst/>
              </a:prstGeom>
              <a:noFill/>
            </p:spPr>
            <p:txBody>
              <a:bodyPr wrap="square" lIns="91440" tIns="45720" rIns="91440" bIns="45720" anchor="ctr">
                <a:noAutofit/>
              </a:bodyPr>
              <a:lstStyle/>
              <a:p>
                <a:r>
                  <a:rPr lang="en-US" altLang="zh-CN" b="1" dirty="0">
                    <a:latin typeface="Arial Narrow" panose="020B0606020202030204" pitchFamily="34" charset="0"/>
                  </a:rPr>
                  <a:t>ACK</a:t>
                </a:r>
                <a:endParaRPr lang="zh-CN" altLang="en-US" b="1" dirty="0">
                  <a:latin typeface="Arial Narrow" panose="020B0606020202030204" pitchFamily="34" charset="0"/>
                </a:endParaRPr>
              </a:p>
            </p:txBody>
          </p:sp>
          <p:cxnSp>
            <p:nvCxnSpPr>
              <p:cNvPr id="107" name="直接箭头连接符 106">
                <a:extLst>
                  <a:ext uri="{FF2B5EF4-FFF2-40B4-BE49-F238E27FC236}">
                    <a16:creationId xmlns:a16="http://schemas.microsoft.com/office/drawing/2014/main" id="{D152B044-ACB5-4682-8BC9-6269ECE8F991}"/>
                  </a:ext>
                </a:extLst>
              </p:cNvPr>
              <p:cNvCxnSpPr>
                <a:cxnSpLocks/>
              </p:cNvCxnSpPr>
              <p:nvPr/>
            </p:nvCxnSpPr>
            <p:spPr>
              <a:xfrm flipH="1">
                <a:off x="2219906" y="6012639"/>
                <a:ext cx="416323" cy="68029"/>
              </a:xfrm>
              <a:prstGeom prst="straightConnector1">
                <a:avLst/>
              </a:prstGeom>
              <a:ln w="12700">
                <a:solidFill>
                  <a:schemeClr val="tx1"/>
                </a:solidFill>
                <a:tailEnd type="triangle"/>
              </a:ln>
            </p:spPr>
            <p:style>
              <a:lnRef idx="1">
                <a:schemeClr val="accent1"/>
              </a:lnRef>
              <a:fillRef idx="0">
                <a:schemeClr val="accent1"/>
              </a:fillRef>
              <a:effectRef idx="0">
                <a:schemeClr val="accent1"/>
              </a:effectRef>
              <a:fontRef idx="minor">
                <a:schemeClr val="tx1"/>
              </a:fontRef>
            </p:style>
          </p:cxnSp>
          <p:sp>
            <p:nvSpPr>
              <p:cNvPr id="108" name="íşlïḍè">
                <a:extLst>
                  <a:ext uri="{FF2B5EF4-FFF2-40B4-BE49-F238E27FC236}">
                    <a16:creationId xmlns:a16="http://schemas.microsoft.com/office/drawing/2014/main" id="{E98C0F65-772C-4BD8-9328-DD3B76E51568}"/>
                  </a:ext>
                </a:extLst>
              </p:cNvPr>
              <p:cNvSpPr txBox="1"/>
              <p:nvPr/>
            </p:nvSpPr>
            <p:spPr>
              <a:xfrm>
                <a:off x="675038" y="6091493"/>
                <a:ext cx="720024" cy="400111"/>
              </a:xfrm>
              <a:prstGeom prst="rect">
                <a:avLst/>
              </a:prstGeom>
              <a:noFill/>
            </p:spPr>
            <p:txBody>
              <a:bodyPr wrap="square" lIns="91440" tIns="45720" rIns="91440" bIns="45720" anchor="ctr">
                <a:noAutofit/>
              </a:bodyPr>
              <a:lstStyle/>
              <a:p>
                <a:r>
                  <a:rPr lang="zh-CN" altLang="en-US" b="1" dirty="0">
                    <a:latin typeface="Arial Narrow" panose="020B0606020202030204" pitchFamily="34" charset="0"/>
                  </a:rPr>
                  <a:t>时间</a:t>
                </a:r>
              </a:p>
            </p:txBody>
          </p:sp>
          <p:sp>
            <p:nvSpPr>
              <p:cNvPr id="102" name="右大括号 101">
                <a:extLst>
                  <a:ext uri="{FF2B5EF4-FFF2-40B4-BE49-F238E27FC236}">
                    <a16:creationId xmlns:a16="http://schemas.microsoft.com/office/drawing/2014/main" id="{B3C8458F-79FC-4107-BEE1-3F9CE04ECC77}"/>
                  </a:ext>
                </a:extLst>
              </p:cNvPr>
              <p:cNvSpPr/>
              <p:nvPr/>
            </p:nvSpPr>
            <p:spPr>
              <a:xfrm>
                <a:off x="3411778" y="3769609"/>
                <a:ext cx="104303" cy="280458"/>
              </a:xfrm>
              <a:prstGeom prst="rightBrace">
                <a:avLst>
                  <a:gd name="adj1" fmla="val 37164"/>
                  <a:gd name="adj2" fmla="val 50000"/>
                </a:avLst>
              </a:prstGeom>
              <a:ln w="12700">
                <a:solidFill>
                  <a:schemeClr val="tx1"/>
                </a:solidFill>
                <a:tailEnd type="none"/>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zh-CN" altLang="en-US"/>
              </a:p>
            </p:txBody>
          </p:sp>
          <p:sp>
            <p:nvSpPr>
              <p:cNvPr id="109" name="íşlïḍè">
                <a:extLst>
                  <a:ext uri="{FF2B5EF4-FFF2-40B4-BE49-F238E27FC236}">
                    <a16:creationId xmlns:a16="http://schemas.microsoft.com/office/drawing/2014/main" id="{426C8B26-A131-440C-A6D9-6181AFF92133}"/>
                  </a:ext>
                </a:extLst>
              </p:cNvPr>
              <p:cNvSpPr txBox="1"/>
              <p:nvPr/>
            </p:nvSpPr>
            <p:spPr>
              <a:xfrm>
                <a:off x="3522431" y="3703432"/>
                <a:ext cx="882069" cy="400111"/>
              </a:xfrm>
              <a:prstGeom prst="rect">
                <a:avLst/>
              </a:prstGeom>
              <a:noFill/>
            </p:spPr>
            <p:txBody>
              <a:bodyPr wrap="square" lIns="91440" tIns="45720" rIns="91440" bIns="45720" anchor="ctr">
                <a:noAutofit/>
              </a:bodyPr>
              <a:lstStyle/>
              <a:p>
                <a:r>
                  <a:rPr lang="en-US" altLang="zh-CN" b="1" dirty="0">
                    <a:latin typeface="Arial Narrow" panose="020B0606020202030204" pitchFamily="34" charset="0"/>
                  </a:rPr>
                  <a:t>IFS2</a:t>
                </a:r>
                <a:endParaRPr lang="zh-CN" altLang="en-US" b="1" dirty="0">
                  <a:latin typeface="Arial Narrow" panose="020B0606020202030204" pitchFamily="34" charset="0"/>
                </a:endParaRPr>
              </a:p>
            </p:txBody>
          </p:sp>
          <p:sp>
            <p:nvSpPr>
              <p:cNvPr id="110" name="右大括号 109">
                <a:extLst>
                  <a:ext uri="{FF2B5EF4-FFF2-40B4-BE49-F238E27FC236}">
                    <a16:creationId xmlns:a16="http://schemas.microsoft.com/office/drawing/2014/main" id="{8FE74874-1EF7-4A4B-8787-0433B79A60AC}"/>
                  </a:ext>
                </a:extLst>
              </p:cNvPr>
              <p:cNvSpPr/>
              <p:nvPr/>
            </p:nvSpPr>
            <p:spPr>
              <a:xfrm>
                <a:off x="3411779" y="5486891"/>
                <a:ext cx="104302" cy="325843"/>
              </a:xfrm>
              <a:prstGeom prst="rightBrace">
                <a:avLst>
                  <a:gd name="adj1" fmla="val 37164"/>
                  <a:gd name="adj2" fmla="val 50000"/>
                </a:avLst>
              </a:prstGeom>
              <a:ln w="12700">
                <a:solidFill>
                  <a:schemeClr val="tx1"/>
                </a:solidFill>
                <a:tailEnd type="none"/>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zh-CN" altLang="en-US"/>
              </a:p>
            </p:txBody>
          </p:sp>
          <p:sp>
            <p:nvSpPr>
              <p:cNvPr id="111" name="íşlïḍè">
                <a:extLst>
                  <a:ext uri="{FF2B5EF4-FFF2-40B4-BE49-F238E27FC236}">
                    <a16:creationId xmlns:a16="http://schemas.microsoft.com/office/drawing/2014/main" id="{45AED48B-8A8D-4219-B24F-139764B0E390}"/>
                  </a:ext>
                </a:extLst>
              </p:cNvPr>
              <p:cNvSpPr txBox="1"/>
              <p:nvPr/>
            </p:nvSpPr>
            <p:spPr>
              <a:xfrm>
                <a:off x="3522431" y="5420715"/>
                <a:ext cx="882069" cy="400111"/>
              </a:xfrm>
              <a:prstGeom prst="rect">
                <a:avLst/>
              </a:prstGeom>
              <a:noFill/>
            </p:spPr>
            <p:txBody>
              <a:bodyPr wrap="square" lIns="91440" tIns="45720" rIns="91440" bIns="45720" anchor="ctr">
                <a:noAutofit/>
              </a:bodyPr>
              <a:lstStyle/>
              <a:p>
                <a:r>
                  <a:rPr lang="en-US" altLang="zh-CN" b="1" dirty="0">
                    <a:latin typeface="Arial Narrow" panose="020B0606020202030204" pitchFamily="34" charset="0"/>
                  </a:rPr>
                  <a:t>IFS4</a:t>
                </a:r>
                <a:endParaRPr lang="zh-CN" altLang="en-US" b="1" dirty="0">
                  <a:latin typeface="Arial Narrow" panose="020B0606020202030204" pitchFamily="34" charset="0"/>
                </a:endParaRPr>
              </a:p>
            </p:txBody>
          </p:sp>
          <p:sp>
            <p:nvSpPr>
              <p:cNvPr id="112" name="右大括号 111">
                <a:extLst>
                  <a:ext uri="{FF2B5EF4-FFF2-40B4-BE49-F238E27FC236}">
                    <a16:creationId xmlns:a16="http://schemas.microsoft.com/office/drawing/2014/main" id="{C90C4941-438A-4499-AF42-D488FF143264}"/>
                  </a:ext>
                </a:extLst>
              </p:cNvPr>
              <p:cNvSpPr/>
              <p:nvPr/>
            </p:nvSpPr>
            <p:spPr>
              <a:xfrm>
                <a:off x="1143104" y="2966781"/>
                <a:ext cx="104303" cy="280458"/>
              </a:xfrm>
              <a:prstGeom prst="rightBrace">
                <a:avLst>
                  <a:gd name="adj1" fmla="val 37164"/>
                  <a:gd name="adj2" fmla="val 50000"/>
                </a:avLst>
              </a:prstGeom>
              <a:ln w="12700">
                <a:solidFill>
                  <a:schemeClr val="tx1"/>
                </a:solidFill>
                <a:tailEnd type="none"/>
              </a:ln>
              <a:scene3d>
                <a:camera prst="orthographicFront">
                  <a:rot lat="0" lon="10800000" rev="0"/>
                </a:camera>
                <a:lightRig rig="threePt" dir="t"/>
              </a:scene3d>
            </p:spPr>
            <p:style>
              <a:lnRef idx="1">
                <a:schemeClr val="accent1"/>
              </a:lnRef>
              <a:fillRef idx="0">
                <a:schemeClr val="accent1"/>
              </a:fillRef>
              <a:effectRef idx="0">
                <a:schemeClr val="accent1"/>
              </a:effectRef>
              <a:fontRef idx="minor">
                <a:schemeClr val="tx1"/>
              </a:fontRef>
            </p:style>
            <p:txBody>
              <a:bodyPr rtlCol="0" anchor="ctr"/>
              <a:lstStyle/>
              <a:p>
                <a:pPr algn="ctr"/>
                <a:endParaRPr lang="zh-CN" altLang="en-US"/>
              </a:p>
            </p:txBody>
          </p:sp>
          <p:sp>
            <p:nvSpPr>
              <p:cNvPr id="115" name="íşlïḍè">
                <a:extLst>
                  <a:ext uri="{FF2B5EF4-FFF2-40B4-BE49-F238E27FC236}">
                    <a16:creationId xmlns:a16="http://schemas.microsoft.com/office/drawing/2014/main" id="{72322B1C-BA0B-40EC-9C98-59555332C50B}"/>
                  </a:ext>
                </a:extLst>
              </p:cNvPr>
              <p:cNvSpPr txBox="1"/>
              <p:nvPr/>
            </p:nvSpPr>
            <p:spPr>
              <a:xfrm>
                <a:off x="578262" y="2913755"/>
                <a:ext cx="661403" cy="400111"/>
              </a:xfrm>
              <a:prstGeom prst="rect">
                <a:avLst/>
              </a:prstGeom>
              <a:noFill/>
            </p:spPr>
            <p:txBody>
              <a:bodyPr wrap="square" lIns="91440" tIns="45720" rIns="91440" bIns="45720" anchor="ctr">
                <a:noAutofit/>
              </a:bodyPr>
              <a:lstStyle/>
              <a:p>
                <a:pPr algn="r"/>
                <a:r>
                  <a:rPr lang="en-US" altLang="zh-CN" b="1" dirty="0">
                    <a:latin typeface="Arial Narrow" panose="020B0606020202030204" pitchFamily="34" charset="0"/>
                  </a:rPr>
                  <a:t>IFS1</a:t>
                </a:r>
                <a:endParaRPr lang="zh-CN" altLang="en-US" b="1" dirty="0">
                  <a:latin typeface="Arial Narrow" panose="020B0606020202030204" pitchFamily="34" charset="0"/>
                </a:endParaRPr>
              </a:p>
            </p:txBody>
          </p:sp>
          <p:sp>
            <p:nvSpPr>
              <p:cNvPr id="116" name="右大括号 115">
                <a:extLst>
                  <a:ext uri="{FF2B5EF4-FFF2-40B4-BE49-F238E27FC236}">
                    <a16:creationId xmlns:a16="http://schemas.microsoft.com/office/drawing/2014/main" id="{C6AE1453-8E24-4D87-BAFF-74FFE5B9E30D}"/>
                  </a:ext>
                </a:extLst>
              </p:cNvPr>
              <p:cNvSpPr/>
              <p:nvPr/>
            </p:nvSpPr>
            <p:spPr>
              <a:xfrm>
                <a:off x="1139233" y="4562116"/>
                <a:ext cx="127370" cy="317601"/>
              </a:xfrm>
              <a:prstGeom prst="rightBrace">
                <a:avLst>
                  <a:gd name="adj1" fmla="val 37164"/>
                  <a:gd name="adj2" fmla="val 50000"/>
                </a:avLst>
              </a:prstGeom>
              <a:ln w="12700">
                <a:solidFill>
                  <a:schemeClr val="tx1"/>
                </a:solidFill>
                <a:tailEnd type="none"/>
              </a:ln>
              <a:scene3d>
                <a:camera prst="orthographicFront">
                  <a:rot lat="0" lon="10800000" rev="0"/>
                </a:camera>
                <a:lightRig rig="threePt" dir="t"/>
              </a:scene3d>
            </p:spPr>
            <p:style>
              <a:lnRef idx="1">
                <a:schemeClr val="accent1"/>
              </a:lnRef>
              <a:fillRef idx="0">
                <a:schemeClr val="accent1"/>
              </a:fillRef>
              <a:effectRef idx="0">
                <a:schemeClr val="accent1"/>
              </a:effectRef>
              <a:fontRef idx="minor">
                <a:schemeClr val="tx1"/>
              </a:fontRef>
            </p:style>
            <p:txBody>
              <a:bodyPr rtlCol="0" anchor="ctr"/>
              <a:lstStyle/>
              <a:p>
                <a:pPr algn="ctr"/>
                <a:endParaRPr lang="zh-CN" altLang="en-US"/>
              </a:p>
            </p:txBody>
          </p:sp>
          <p:sp>
            <p:nvSpPr>
              <p:cNvPr id="117" name="íşlïḍè">
                <a:extLst>
                  <a:ext uri="{FF2B5EF4-FFF2-40B4-BE49-F238E27FC236}">
                    <a16:creationId xmlns:a16="http://schemas.microsoft.com/office/drawing/2014/main" id="{AD818B66-8FB0-4E7A-97D2-045A467AD9DE}"/>
                  </a:ext>
                </a:extLst>
              </p:cNvPr>
              <p:cNvSpPr txBox="1"/>
              <p:nvPr/>
            </p:nvSpPr>
            <p:spPr>
              <a:xfrm>
                <a:off x="574391" y="4527265"/>
                <a:ext cx="661403" cy="400111"/>
              </a:xfrm>
              <a:prstGeom prst="rect">
                <a:avLst/>
              </a:prstGeom>
              <a:noFill/>
            </p:spPr>
            <p:txBody>
              <a:bodyPr wrap="square" lIns="91440" tIns="45720" rIns="91440" bIns="45720" anchor="ctr">
                <a:noAutofit/>
              </a:bodyPr>
              <a:lstStyle/>
              <a:p>
                <a:pPr algn="r"/>
                <a:r>
                  <a:rPr lang="en-US" altLang="zh-CN" b="1" dirty="0">
                    <a:latin typeface="Arial Narrow" panose="020B0606020202030204" pitchFamily="34" charset="0"/>
                  </a:rPr>
                  <a:t>IFS3</a:t>
                </a:r>
                <a:endParaRPr lang="zh-CN" altLang="en-US" b="1" dirty="0">
                  <a:latin typeface="Arial Narrow" panose="020B0606020202030204" pitchFamily="34" charset="0"/>
                </a:endParaRPr>
              </a:p>
            </p:txBody>
          </p:sp>
        </p:grpSp>
      </p:grpSp>
      <p:pic>
        <p:nvPicPr>
          <p:cNvPr id="176" name="图片 175" descr="手机屏幕的截图&#10;&#10;描述已自动生成">
            <a:extLst>
              <a:ext uri="{FF2B5EF4-FFF2-40B4-BE49-F238E27FC236}">
                <a16:creationId xmlns:a16="http://schemas.microsoft.com/office/drawing/2014/main" id="{6606E7F1-99F6-4CC0-BB0E-4DE017DAEE45}"/>
              </a:ext>
            </a:extLst>
          </p:cNvPr>
          <p:cNvPicPr>
            <a:picLocks noChangeAspect="1"/>
          </p:cNvPicPr>
          <p:nvPr/>
        </p:nvPicPr>
        <p:blipFill>
          <a:blip r:embed="rId3" cstate="print">
            <a:extLst>
              <a:ext uri="{28A0092B-C50C-407E-A947-70E740481C1C}">
                <a14:useLocalDpi xmlns:a14="http://schemas.microsoft.com/office/drawing/2010/main" val="0"/>
              </a:ext>
            </a:extLst>
          </a:blip>
          <a:stretch>
            <a:fillRect/>
          </a:stretch>
        </p:blipFill>
        <p:spPr>
          <a:xfrm>
            <a:off x="4403691" y="4036751"/>
            <a:ext cx="7447484" cy="2238539"/>
          </a:xfrm>
          <a:prstGeom prst="rect">
            <a:avLst/>
          </a:prstGeom>
        </p:spPr>
      </p:pic>
      <mc:AlternateContent xmlns:mc="http://schemas.openxmlformats.org/markup-compatibility/2006" xmlns:a14="http://schemas.microsoft.com/office/drawing/2010/main">
        <mc:Choice Requires="a14">
          <p:sp>
            <p:nvSpPr>
              <p:cNvPr id="177" name="对话气泡: 圆角矩形 176">
                <a:extLst>
                  <a:ext uri="{FF2B5EF4-FFF2-40B4-BE49-F238E27FC236}">
                    <a16:creationId xmlns:a16="http://schemas.microsoft.com/office/drawing/2014/main" id="{58F3F392-2CB9-4871-A440-54E78CCEB8EA}"/>
                  </a:ext>
                </a:extLst>
              </p:cNvPr>
              <p:cNvSpPr/>
              <p:nvPr/>
            </p:nvSpPr>
            <p:spPr>
              <a:xfrm>
                <a:off x="5349402" y="2587865"/>
                <a:ext cx="6455245" cy="1275636"/>
              </a:xfrm>
              <a:prstGeom prst="wedgeRoundRectCallout">
                <a:avLst>
                  <a:gd name="adj1" fmla="val -15209"/>
                  <a:gd name="adj2" fmla="val 67957"/>
                  <a:gd name="adj3" fmla="val 16667"/>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r>
                  <a:rPr lang="zh-CN" altLang="en-US" b="1" dirty="0">
                    <a:solidFill>
                      <a:schemeClr val="bg1"/>
                    </a:solidFill>
                  </a:rPr>
                  <a:t>短帧间间隔</a:t>
                </a:r>
                <a:r>
                  <a:rPr lang="en-US" altLang="zh-CN" b="1" dirty="0">
                    <a:solidFill>
                      <a:schemeClr val="bg1"/>
                    </a:solidFill>
                  </a:rPr>
                  <a:t>SIFS</a:t>
                </a:r>
                <a:r>
                  <a:rPr lang="zh-CN" altLang="en-US" b="1" dirty="0">
                    <a:solidFill>
                      <a:schemeClr val="bg1"/>
                    </a:solidFill>
                  </a:rPr>
                  <a:t>的长度为</a:t>
                </a:r>
                <a:r>
                  <a:rPr lang="en-US" altLang="zh-CN" b="1" dirty="0">
                    <a:solidFill>
                      <a:schemeClr val="bg1"/>
                    </a:solidFill>
                  </a:rPr>
                  <a:t>28</a:t>
                </a:r>
                <a14:m>
                  <m:oMath xmlns:m="http://schemas.openxmlformats.org/officeDocument/2006/math">
                    <m:r>
                      <a:rPr lang="el-GR" altLang="zh-CN" b="1" i="1" dirty="0">
                        <a:solidFill>
                          <a:schemeClr val="bg1"/>
                        </a:solidFill>
                        <a:latin typeface="Cambria Math" panose="02040503050406030204" pitchFamily="18" charset="0"/>
                      </a:rPr>
                      <m:t>𝝁</m:t>
                    </m:r>
                    <m:r>
                      <a:rPr lang="en-US" altLang="zh-CN" b="1" i="1" dirty="0">
                        <a:solidFill>
                          <a:schemeClr val="bg1"/>
                        </a:solidFill>
                        <a:latin typeface="Cambria Math" panose="02040503050406030204" pitchFamily="18" charset="0"/>
                      </a:rPr>
                      <m:t>𝒔</m:t>
                    </m:r>
                  </m:oMath>
                </a14:m>
                <a:r>
                  <a:rPr lang="zh-CN" altLang="en-US" b="1" dirty="0">
                    <a:solidFill>
                      <a:schemeClr val="bg1"/>
                    </a:solidFill>
                  </a:rPr>
                  <a:t>，它是最短的帧间间隔，用来分隔开属于一次对话的各帧。一个站点应当能够在这段时间内从发送方式切换到接收方式。使用</a:t>
                </a:r>
                <a:r>
                  <a:rPr lang="en-US" altLang="zh-CN" b="1" dirty="0">
                    <a:solidFill>
                      <a:schemeClr val="bg1"/>
                    </a:solidFill>
                  </a:rPr>
                  <a:t>SIFS</a:t>
                </a:r>
                <a:r>
                  <a:rPr lang="zh-CN" altLang="en-US" b="1" dirty="0">
                    <a:solidFill>
                      <a:schemeClr val="bg1"/>
                    </a:solidFill>
                  </a:rPr>
                  <a:t>的帧类型有</a:t>
                </a:r>
                <a:r>
                  <a:rPr lang="en-US" altLang="zh-CN" b="1" dirty="0">
                    <a:solidFill>
                      <a:schemeClr val="bg1"/>
                    </a:solidFill>
                  </a:rPr>
                  <a:t>ACK</a:t>
                </a:r>
                <a:r>
                  <a:rPr lang="zh-CN" altLang="en-US" b="1" dirty="0">
                    <a:solidFill>
                      <a:schemeClr val="bg1"/>
                    </a:solidFill>
                  </a:rPr>
                  <a:t>帧、</a:t>
                </a:r>
                <a:r>
                  <a:rPr lang="en-US" altLang="zh-CN" b="1" dirty="0">
                    <a:solidFill>
                      <a:schemeClr val="bg1"/>
                    </a:solidFill>
                  </a:rPr>
                  <a:t>CTS</a:t>
                </a:r>
                <a:r>
                  <a:rPr lang="zh-CN" altLang="en-US" b="1" dirty="0">
                    <a:solidFill>
                      <a:schemeClr val="bg1"/>
                    </a:solidFill>
                  </a:rPr>
                  <a:t>帧等。</a:t>
                </a:r>
              </a:p>
            </p:txBody>
          </p:sp>
        </mc:Choice>
        <mc:Fallback xmlns="">
          <p:sp>
            <p:nvSpPr>
              <p:cNvPr id="177" name="对话气泡: 圆角矩形 176">
                <a:extLst>
                  <a:ext uri="{FF2B5EF4-FFF2-40B4-BE49-F238E27FC236}">
                    <a16:creationId xmlns:a16="http://schemas.microsoft.com/office/drawing/2014/main" id="{58F3F392-2CB9-4871-A440-54E78CCEB8EA}"/>
                  </a:ext>
                </a:extLst>
              </p:cNvPr>
              <p:cNvSpPr>
                <a:spLocks noRot="1" noChangeAspect="1" noMove="1" noResize="1" noEditPoints="1" noAdjustHandles="1" noChangeArrowheads="1" noChangeShapeType="1" noTextEdit="1"/>
              </p:cNvSpPr>
              <p:nvPr/>
            </p:nvSpPr>
            <p:spPr>
              <a:xfrm>
                <a:off x="5349402" y="2587865"/>
                <a:ext cx="6455245" cy="1275636"/>
              </a:xfrm>
              <a:prstGeom prst="wedgeRoundRectCallout">
                <a:avLst>
                  <a:gd name="adj1" fmla="val -15209"/>
                  <a:gd name="adj2" fmla="val 67957"/>
                  <a:gd name="adj3" fmla="val 16667"/>
                </a:avLst>
              </a:prstGeom>
              <a:blipFill>
                <a:blip r:embed="rId4"/>
                <a:stretch>
                  <a:fillRect/>
                </a:stretch>
              </a:blipFill>
            </p:spPr>
            <p:txBody>
              <a:bodyPr/>
              <a:lstStyle/>
              <a:p>
                <a:r>
                  <a:rPr lang="zh-CN" altLang="en-US">
                    <a:noFill/>
                  </a:rPr>
                  <a:t> </a:t>
                </a:r>
              </a:p>
            </p:txBody>
          </p:sp>
        </mc:Fallback>
      </mc:AlternateContent>
      <p:sp>
        <p:nvSpPr>
          <p:cNvPr id="47" name="平行四边形 46">
            <a:extLst>
              <a:ext uri="{FF2B5EF4-FFF2-40B4-BE49-F238E27FC236}">
                <a16:creationId xmlns:a16="http://schemas.microsoft.com/office/drawing/2014/main" id="{9CB65A98-1701-73A8-ADAB-A2C6B52D45CF}"/>
              </a:ext>
            </a:extLst>
          </p:cNvPr>
          <p:cNvSpPr/>
          <p:nvPr/>
        </p:nvSpPr>
        <p:spPr>
          <a:xfrm>
            <a:off x="304799" y="749300"/>
            <a:ext cx="691019" cy="387090"/>
          </a:xfrm>
          <a:prstGeom prst="parallelogram">
            <a:avLst/>
          </a:prstGeom>
          <a:solidFill>
            <a:schemeClr val="accent3">
              <a:lumMod val="75000"/>
            </a:schemeClr>
          </a:solidFill>
          <a:ln>
            <a:solidFill>
              <a:schemeClr val="accent3">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CN" sz="2200" dirty="0">
                <a:latin typeface="Impact" panose="020B0806030902050204" pitchFamily="34" charset="0"/>
              </a:rPr>
              <a:t>04</a:t>
            </a:r>
            <a:endParaRPr lang="zh-CN" altLang="en-US" sz="2200" dirty="0">
              <a:latin typeface="Impact" panose="020B0806030902050204" pitchFamily="34" charset="0"/>
            </a:endParaRPr>
          </a:p>
        </p:txBody>
      </p:sp>
    </p:spTree>
    <p:custDataLst>
      <p:tags r:id="rId1"/>
    </p:custDataLst>
    <p:extLst>
      <p:ext uri="{BB962C8B-B14F-4D97-AF65-F5344CB8AC3E}">
        <p14:creationId xmlns:p14="http://schemas.microsoft.com/office/powerpoint/2010/main" val="93884329"/>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2" presetClass="entr" presetSubtype="4" fill="hold" grpId="0" nodeType="withEffect">
                                  <p:stCondLst>
                                    <p:cond delay="0"/>
                                  </p:stCondLst>
                                  <p:childTnLst>
                                    <p:set>
                                      <p:cBhvr>
                                        <p:cTn id="6" dur="1" fill="hold">
                                          <p:stCondLst>
                                            <p:cond delay="0"/>
                                          </p:stCondLst>
                                        </p:cTn>
                                        <p:tgtEl>
                                          <p:spTgt spid="177"/>
                                        </p:tgtEl>
                                        <p:attrNameLst>
                                          <p:attrName>style.visibility</p:attrName>
                                        </p:attrNameLst>
                                      </p:cBhvr>
                                      <p:to>
                                        <p:strVal val="visible"/>
                                      </p:to>
                                    </p:set>
                                    <p:animEffect transition="in" filter="wipe(down)">
                                      <p:cBhvr>
                                        <p:cTn id="7" dur="500"/>
                                        <p:tgtEl>
                                          <p:spTgt spid="177"/>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77" grpId="0" animBg="1"/>
    </p:bldLst>
  </p:timing>
</p:sld>
</file>

<file path=ppt/slides/slide56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4" name="组合 3">
            <a:extLst>
              <a:ext uri="{FF2B5EF4-FFF2-40B4-BE49-F238E27FC236}">
                <a16:creationId xmlns:a16="http://schemas.microsoft.com/office/drawing/2014/main" id="{9A1EA9F2-FCB6-48C3-935F-7AE7E3AD14AC}"/>
              </a:ext>
            </a:extLst>
          </p:cNvPr>
          <p:cNvGrpSpPr/>
          <p:nvPr/>
        </p:nvGrpSpPr>
        <p:grpSpPr>
          <a:xfrm>
            <a:off x="304800" y="749300"/>
            <a:ext cx="5791200" cy="400110"/>
            <a:chOff x="424117" y="898245"/>
            <a:chExt cx="5791200" cy="400110"/>
          </a:xfrm>
        </p:grpSpPr>
        <p:sp>
          <p:nvSpPr>
            <p:cNvPr id="2" name="平行四边形 1">
              <a:extLst>
                <a:ext uri="{FF2B5EF4-FFF2-40B4-BE49-F238E27FC236}">
                  <a16:creationId xmlns:a16="http://schemas.microsoft.com/office/drawing/2014/main" id="{1F5BAA3F-9845-4F89-A2DD-8222D3E4EDAC}"/>
                </a:ext>
              </a:extLst>
            </p:cNvPr>
            <p:cNvSpPr/>
            <p:nvPr/>
          </p:nvSpPr>
          <p:spPr>
            <a:xfrm>
              <a:off x="424117" y="898245"/>
              <a:ext cx="723900" cy="387090"/>
            </a:xfrm>
            <a:prstGeom prst="parallelogram">
              <a:avLst/>
            </a:prstGeom>
            <a:solidFill>
              <a:schemeClr val="accent3">
                <a:lumMod val="75000"/>
              </a:schemeClr>
            </a:solidFill>
            <a:ln>
              <a:solidFill>
                <a:schemeClr val="accent3">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CN" sz="2200" dirty="0">
                  <a:latin typeface="Impact" panose="020B0806030902050204" pitchFamily="34" charset="0"/>
                </a:rPr>
                <a:t>05</a:t>
              </a:r>
              <a:endParaRPr lang="zh-CN" altLang="en-US" sz="2200" dirty="0">
                <a:latin typeface="Impact" panose="020B0806030902050204" pitchFamily="34" charset="0"/>
              </a:endParaRPr>
            </a:p>
          </p:txBody>
        </p:sp>
        <p:sp>
          <p:nvSpPr>
            <p:cNvPr id="3" name="文本框 2">
              <a:extLst>
                <a:ext uri="{FF2B5EF4-FFF2-40B4-BE49-F238E27FC236}">
                  <a16:creationId xmlns:a16="http://schemas.microsoft.com/office/drawing/2014/main" id="{4D6BD736-A4D3-4F26-AFED-36E11F50F70B}"/>
                </a:ext>
              </a:extLst>
            </p:cNvPr>
            <p:cNvSpPr txBox="1"/>
            <p:nvPr/>
          </p:nvSpPr>
          <p:spPr>
            <a:xfrm>
              <a:off x="1052423" y="898245"/>
              <a:ext cx="5162894" cy="400110"/>
            </a:xfrm>
            <a:prstGeom prst="rect">
              <a:avLst/>
            </a:prstGeom>
            <a:noFill/>
          </p:spPr>
          <p:txBody>
            <a:bodyPr wrap="square" rtlCol="0">
              <a:spAutoFit/>
            </a:bodyPr>
            <a:lstStyle/>
            <a:p>
              <a:r>
                <a:rPr lang="en-US" altLang="zh-CN" sz="2000" b="1" dirty="0">
                  <a:solidFill>
                    <a:schemeClr val="tx1"/>
                  </a:solidFill>
                  <a:latin typeface="Arial Narrow" panose="020B0606020202030204" pitchFamily="34" charset="0"/>
                </a:rPr>
                <a:t>802.11</a:t>
              </a:r>
              <a:r>
                <a:rPr lang="zh-CN" altLang="en-US" sz="2000" b="1" dirty="0">
                  <a:solidFill>
                    <a:schemeClr val="tx1"/>
                  </a:solidFill>
                  <a:latin typeface="Arial Narrow" panose="020B0606020202030204" pitchFamily="34" charset="0"/>
                </a:rPr>
                <a:t>无线局域网的</a:t>
              </a:r>
              <a:r>
                <a:rPr lang="en-US" altLang="zh-CN" sz="2000" b="1" dirty="0">
                  <a:solidFill>
                    <a:schemeClr val="tx1"/>
                  </a:solidFill>
                  <a:latin typeface="Arial Narrow" panose="020B0606020202030204" pitchFamily="34" charset="0"/>
                </a:rPr>
                <a:t>MAC</a:t>
              </a:r>
              <a:r>
                <a:rPr lang="zh-CN" altLang="en-US" sz="2000" b="1" dirty="0">
                  <a:solidFill>
                    <a:schemeClr val="tx1"/>
                  </a:solidFill>
                  <a:latin typeface="Arial Narrow" panose="020B0606020202030204" pitchFamily="34" charset="0"/>
                </a:rPr>
                <a:t>帧</a:t>
              </a:r>
              <a:endParaRPr lang="en-US" altLang="zh-CN" sz="2000" b="1" dirty="0">
                <a:solidFill>
                  <a:schemeClr val="tx1"/>
                </a:solidFill>
                <a:latin typeface="Arial Narrow" panose="020B0606020202030204" pitchFamily="34" charset="0"/>
              </a:endParaRPr>
            </a:p>
          </p:txBody>
        </p:sp>
      </p:grpSp>
      <p:sp>
        <p:nvSpPr>
          <p:cNvPr id="7" name="矩形 6">
            <a:extLst>
              <a:ext uri="{FF2B5EF4-FFF2-40B4-BE49-F238E27FC236}">
                <a16:creationId xmlns:a16="http://schemas.microsoft.com/office/drawing/2014/main" id="{2A389F9D-F1F5-4C87-83EE-639AEA070FF5}"/>
              </a:ext>
            </a:extLst>
          </p:cNvPr>
          <p:cNvSpPr/>
          <p:nvPr/>
        </p:nvSpPr>
        <p:spPr>
          <a:xfrm>
            <a:off x="882306" y="2247900"/>
            <a:ext cx="3200400" cy="469900"/>
          </a:xfrm>
          <a:prstGeom prst="rect">
            <a:avLst/>
          </a:prstGeom>
        </p:spPr>
        <p:style>
          <a:lnRef idx="2">
            <a:schemeClr val="accent4">
              <a:shade val="50000"/>
            </a:schemeClr>
          </a:lnRef>
          <a:fillRef idx="1">
            <a:schemeClr val="accent4"/>
          </a:fillRef>
          <a:effectRef idx="0">
            <a:schemeClr val="accent4"/>
          </a:effectRef>
          <a:fontRef idx="minor">
            <a:schemeClr val="lt1"/>
          </a:fontRef>
        </p:style>
        <p:txBody>
          <a:bodyPr rtlCol="0" anchor="ctr"/>
          <a:lstStyle/>
          <a:p>
            <a:pPr algn="ctr"/>
            <a:r>
              <a:rPr lang="zh-CN" altLang="en-US" b="1" dirty="0"/>
              <a:t>数据帧</a:t>
            </a:r>
          </a:p>
        </p:txBody>
      </p:sp>
      <p:sp>
        <p:nvSpPr>
          <p:cNvPr id="66" name="矩形 65">
            <a:extLst>
              <a:ext uri="{FF2B5EF4-FFF2-40B4-BE49-F238E27FC236}">
                <a16:creationId xmlns:a16="http://schemas.microsoft.com/office/drawing/2014/main" id="{B4417451-10F0-4CA4-9024-F46A3F0C89A2}"/>
              </a:ext>
            </a:extLst>
          </p:cNvPr>
          <p:cNvSpPr/>
          <p:nvPr/>
        </p:nvSpPr>
        <p:spPr>
          <a:xfrm>
            <a:off x="882306" y="2717799"/>
            <a:ext cx="3200400" cy="2508252"/>
          </a:xfrm>
          <a:prstGeom prst="rect">
            <a:avLst/>
          </a:prstGeom>
          <a:noFill/>
        </p:spPr>
        <p:style>
          <a:lnRef idx="2">
            <a:schemeClr val="accent4">
              <a:shade val="50000"/>
            </a:schemeClr>
          </a:lnRef>
          <a:fillRef idx="1">
            <a:schemeClr val="accent4"/>
          </a:fillRef>
          <a:effectRef idx="0">
            <a:schemeClr val="accent4"/>
          </a:effectRef>
          <a:fontRef idx="minor">
            <a:schemeClr val="lt1"/>
          </a:fontRef>
        </p:style>
        <p:txBody>
          <a:bodyPr rtlCol="0" anchor="ctr"/>
          <a:lstStyle/>
          <a:p>
            <a:pPr algn="ctr"/>
            <a:endParaRPr lang="zh-CN" altLang="en-US" b="1" dirty="0"/>
          </a:p>
        </p:txBody>
      </p:sp>
      <p:sp>
        <p:nvSpPr>
          <p:cNvPr id="64" name="矩形 63">
            <a:extLst>
              <a:ext uri="{FF2B5EF4-FFF2-40B4-BE49-F238E27FC236}">
                <a16:creationId xmlns:a16="http://schemas.microsoft.com/office/drawing/2014/main" id="{A0167802-E0E8-4704-8549-DD980F77607F}"/>
              </a:ext>
            </a:extLst>
          </p:cNvPr>
          <p:cNvSpPr/>
          <p:nvPr/>
        </p:nvSpPr>
        <p:spPr>
          <a:xfrm>
            <a:off x="4498631" y="2247900"/>
            <a:ext cx="3200400" cy="469900"/>
          </a:xfrm>
          <a:prstGeom prst="rect">
            <a:avLst/>
          </a:prstGeom>
        </p:spPr>
        <p:style>
          <a:lnRef idx="2">
            <a:schemeClr val="accent3">
              <a:shade val="50000"/>
            </a:schemeClr>
          </a:lnRef>
          <a:fillRef idx="1">
            <a:schemeClr val="accent3"/>
          </a:fillRef>
          <a:effectRef idx="0">
            <a:schemeClr val="accent3"/>
          </a:effectRef>
          <a:fontRef idx="minor">
            <a:schemeClr val="lt1"/>
          </a:fontRef>
        </p:style>
        <p:txBody>
          <a:bodyPr rtlCol="0" anchor="ctr"/>
          <a:lstStyle/>
          <a:p>
            <a:pPr algn="ctr"/>
            <a:r>
              <a:rPr lang="zh-CN" altLang="en-US" b="1" dirty="0"/>
              <a:t>控制帧</a:t>
            </a:r>
          </a:p>
        </p:txBody>
      </p:sp>
      <p:sp>
        <p:nvSpPr>
          <p:cNvPr id="65" name="矩形 64">
            <a:extLst>
              <a:ext uri="{FF2B5EF4-FFF2-40B4-BE49-F238E27FC236}">
                <a16:creationId xmlns:a16="http://schemas.microsoft.com/office/drawing/2014/main" id="{07A8CB70-9624-4466-90C6-7DA3B9DF1F9D}"/>
              </a:ext>
            </a:extLst>
          </p:cNvPr>
          <p:cNvSpPr/>
          <p:nvPr/>
        </p:nvSpPr>
        <p:spPr>
          <a:xfrm>
            <a:off x="8114956" y="2247900"/>
            <a:ext cx="3200400" cy="469900"/>
          </a:xfrm>
          <a:prstGeom prst="rect">
            <a:avLst/>
          </a:prstGeom>
        </p:spPr>
        <p:style>
          <a:lnRef idx="2">
            <a:schemeClr val="accent2">
              <a:shade val="50000"/>
            </a:schemeClr>
          </a:lnRef>
          <a:fillRef idx="1">
            <a:schemeClr val="accent2"/>
          </a:fillRef>
          <a:effectRef idx="0">
            <a:schemeClr val="accent2"/>
          </a:effectRef>
          <a:fontRef idx="minor">
            <a:schemeClr val="lt1"/>
          </a:fontRef>
        </p:style>
        <p:txBody>
          <a:bodyPr rtlCol="0" anchor="ctr"/>
          <a:lstStyle/>
          <a:p>
            <a:pPr algn="ctr"/>
            <a:r>
              <a:rPr lang="zh-CN" altLang="en-US" b="1" dirty="0"/>
              <a:t>管理帧</a:t>
            </a:r>
          </a:p>
        </p:txBody>
      </p:sp>
      <p:sp>
        <p:nvSpPr>
          <p:cNvPr id="11" name="椭圆 10">
            <a:extLst>
              <a:ext uri="{FF2B5EF4-FFF2-40B4-BE49-F238E27FC236}">
                <a16:creationId xmlns:a16="http://schemas.microsoft.com/office/drawing/2014/main" id="{26190466-FE36-4858-9208-875C1B020AE0}"/>
              </a:ext>
            </a:extLst>
          </p:cNvPr>
          <p:cNvSpPr/>
          <p:nvPr/>
        </p:nvSpPr>
        <p:spPr>
          <a:xfrm>
            <a:off x="1028700" y="2946400"/>
            <a:ext cx="171450" cy="17145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12" name="文本框 11">
            <a:extLst>
              <a:ext uri="{FF2B5EF4-FFF2-40B4-BE49-F238E27FC236}">
                <a16:creationId xmlns:a16="http://schemas.microsoft.com/office/drawing/2014/main" id="{EAA99341-897C-4835-99B3-90D1D62DB9CA}"/>
              </a:ext>
            </a:extLst>
          </p:cNvPr>
          <p:cNvSpPr txBox="1"/>
          <p:nvPr/>
        </p:nvSpPr>
        <p:spPr>
          <a:xfrm>
            <a:off x="1200150" y="2847459"/>
            <a:ext cx="2628900" cy="369332"/>
          </a:xfrm>
          <a:prstGeom prst="rect">
            <a:avLst/>
          </a:prstGeom>
          <a:noFill/>
        </p:spPr>
        <p:txBody>
          <a:bodyPr wrap="square" rtlCol="0">
            <a:spAutoFit/>
          </a:bodyPr>
          <a:lstStyle/>
          <a:p>
            <a:r>
              <a:rPr lang="zh-CN" altLang="en-US" b="1" dirty="0"/>
              <a:t>用于在站点间传输数据</a:t>
            </a:r>
          </a:p>
        </p:txBody>
      </p:sp>
    </p:spTree>
    <p:custDataLst>
      <p:tags r:id="rId1"/>
    </p:custDataLst>
    <p:extLst>
      <p:ext uri="{BB962C8B-B14F-4D97-AF65-F5344CB8AC3E}">
        <p14:creationId xmlns:p14="http://schemas.microsoft.com/office/powerpoint/2010/main" val="2163850738"/>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2" presetClass="entr" presetSubtype="1" fill="hold" nodeType="withEffect">
                                  <p:stCondLst>
                                    <p:cond delay="0"/>
                                  </p:stCondLst>
                                  <p:childTnLst>
                                    <p:set>
                                      <p:cBhvr>
                                        <p:cTn id="6" dur="1" fill="hold">
                                          <p:stCondLst>
                                            <p:cond delay="0"/>
                                          </p:stCondLst>
                                        </p:cTn>
                                        <p:tgtEl>
                                          <p:spTgt spid="4"/>
                                        </p:tgtEl>
                                        <p:attrNameLst>
                                          <p:attrName>style.visibility</p:attrName>
                                        </p:attrNameLst>
                                      </p:cBhvr>
                                      <p:to>
                                        <p:strVal val="visible"/>
                                      </p:to>
                                    </p:set>
                                    <p:anim calcmode="lin" valueType="num">
                                      <p:cBhvr additive="base">
                                        <p:cTn id="7" dur="1000"/>
                                        <p:tgtEl>
                                          <p:spTgt spid="4"/>
                                        </p:tgtEl>
                                        <p:attrNameLst>
                                          <p:attrName>ppt_y</p:attrName>
                                        </p:attrNameLst>
                                      </p:cBhvr>
                                      <p:tavLst>
                                        <p:tav tm="0">
                                          <p:val>
                                            <p:strVal val="#ppt_y-#ppt_h*1.125000"/>
                                          </p:val>
                                        </p:tav>
                                        <p:tav tm="100000">
                                          <p:val>
                                            <p:strVal val="#ppt_y"/>
                                          </p:val>
                                        </p:tav>
                                      </p:tavLst>
                                    </p:anim>
                                    <p:animEffect transition="in" filter="wipe(down)">
                                      <p:cBhvr>
                                        <p:cTn id="8" dur="1000"/>
                                        <p:tgtEl>
                                          <p:spTgt spid="4"/>
                                        </p:tgtEl>
                                      </p:cBhvr>
                                    </p:animEffect>
                                  </p:childTnLst>
                                </p:cTn>
                              </p:par>
                            </p:childTnLst>
                          </p:cTn>
                        </p:par>
                      </p:childTnLst>
                    </p:cTn>
                  </p:par>
                  <p:par>
                    <p:cTn id="9" fill="hold">
                      <p:stCondLst>
                        <p:cond delay="indefinite"/>
                      </p:stCondLst>
                      <p:childTnLst>
                        <p:par>
                          <p:cTn id="10" fill="hold">
                            <p:stCondLst>
                              <p:cond delay="0"/>
                            </p:stCondLst>
                            <p:childTnLst>
                              <p:par>
                                <p:cTn id="11" presetID="53" presetClass="entr" presetSubtype="16" fill="hold" grpId="0" nodeType="clickEffect">
                                  <p:stCondLst>
                                    <p:cond delay="0"/>
                                  </p:stCondLst>
                                  <p:childTnLst>
                                    <p:set>
                                      <p:cBhvr>
                                        <p:cTn id="12" dur="1" fill="hold">
                                          <p:stCondLst>
                                            <p:cond delay="0"/>
                                          </p:stCondLst>
                                        </p:cTn>
                                        <p:tgtEl>
                                          <p:spTgt spid="7"/>
                                        </p:tgtEl>
                                        <p:attrNameLst>
                                          <p:attrName>style.visibility</p:attrName>
                                        </p:attrNameLst>
                                      </p:cBhvr>
                                      <p:to>
                                        <p:strVal val="visible"/>
                                      </p:to>
                                    </p:set>
                                    <p:anim calcmode="lin" valueType="num">
                                      <p:cBhvr>
                                        <p:cTn id="13" dur="500" fill="hold"/>
                                        <p:tgtEl>
                                          <p:spTgt spid="7"/>
                                        </p:tgtEl>
                                        <p:attrNameLst>
                                          <p:attrName>ppt_w</p:attrName>
                                        </p:attrNameLst>
                                      </p:cBhvr>
                                      <p:tavLst>
                                        <p:tav tm="0">
                                          <p:val>
                                            <p:fltVal val="0"/>
                                          </p:val>
                                        </p:tav>
                                        <p:tav tm="100000">
                                          <p:val>
                                            <p:strVal val="#ppt_w"/>
                                          </p:val>
                                        </p:tav>
                                      </p:tavLst>
                                    </p:anim>
                                    <p:anim calcmode="lin" valueType="num">
                                      <p:cBhvr>
                                        <p:cTn id="14" dur="500" fill="hold"/>
                                        <p:tgtEl>
                                          <p:spTgt spid="7"/>
                                        </p:tgtEl>
                                        <p:attrNameLst>
                                          <p:attrName>ppt_h</p:attrName>
                                        </p:attrNameLst>
                                      </p:cBhvr>
                                      <p:tavLst>
                                        <p:tav tm="0">
                                          <p:val>
                                            <p:fltVal val="0"/>
                                          </p:val>
                                        </p:tav>
                                        <p:tav tm="100000">
                                          <p:val>
                                            <p:strVal val="#ppt_h"/>
                                          </p:val>
                                        </p:tav>
                                      </p:tavLst>
                                    </p:anim>
                                    <p:animEffect transition="in" filter="fade">
                                      <p:cBhvr>
                                        <p:cTn id="15" dur="500"/>
                                        <p:tgtEl>
                                          <p:spTgt spid="7"/>
                                        </p:tgtEl>
                                      </p:cBhvr>
                                    </p:animEffect>
                                  </p:childTnLst>
                                </p:cTn>
                              </p:par>
                            </p:childTnLst>
                          </p:cTn>
                        </p:par>
                      </p:childTnLst>
                    </p:cTn>
                  </p:par>
                  <p:par>
                    <p:cTn id="16" fill="hold">
                      <p:stCondLst>
                        <p:cond delay="indefinite"/>
                      </p:stCondLst>
                      <p:childTnLst>
                        <p:par>
                          <p:cTn id="17" fill="hold">
                            <p:stCondLst>
                              <p:cond delay="0"/>
                            </p:stCondLst>
                            <p:childTnLst>
                              <p:par>
                                <p:cTn id="18" presetID="53" presetClass="entr" presetSubtype="16" fill="hold" grpId="0" nodeType="clickEffect">
                                  <p:stCondLst>
                                    <p:cond delay="0"/>
                                  </p:stCondLst>
                                  <p:childTnLst>
                                    <p:set>
                                      <p:cBhvr>
                                        <p:cTn id="19" dur="1" fill="hold">
                                          <p:stCondLst>
                                            <p:cond delay="0"/>
                                          </p:stCondLst>
                                        </p:cTn>
                                        <p:tgtEl>
                                          <p:spTgt spid="64"/>
                                        </p:tgtEl>
                                        <p:attrNameLst>
                                          <p:attrName>style.visibility</p:attrName>
                                        </p:attrNameLst>
                                      </p:cBhvr>
                                      <p:to>
                                        <p:strVal val="visible"/>
                                      </p:to>
                                    </p:set>
                                    <p:anim calcmode="lin" valueType="num">
                                      <p:cBhvr>
                                        <p:cTn id="20" dur="500" fill="hold"/>
                                        <p:tgtEl>
                                          <p:spTgt spid="64"/>
                                        </p:tgtEl>
                                        <p:attrNameLst>
                                          <p:attrName>ppt_w</p:attrName>
                                        </p:attrNameLst>
                                      </p:cBhvr>
                                      <p:tavLst>
                                        <p:tav tm="0">
                                          <p:val>
                                            <p:fltVal val="0"/>
                                          </p:val>
                                        </p:tav>
                                        <p:tav tm="100000">
                                          <p:val>
                                            <p:strVal val="#ppt_w"/>
                                          </p:val>
                                        </p:tav>
                                      </p:tavLst>
                                    </p:anim>
                                    <p:anim calcmode="lin" valueType="num">
                                      <p:cBhvr>
                                        <p:cTn id="21" dur="500" fill="hold"/>
                                        <p:tgtEl>
                                          <p:spTgt spid="64"/>
                                        </p:tgtEl>
                                        <p:attrNameLst>
                                          <p:attrName>ppt_h</p:attrName>
                                        </p:attrNameLst>
                                      </p:cBhvr>
                                      <p:tavLst>
                                        <p:tav tm="0">
                                          <p:val>
                                            <p:fltVal val="0"/>
                                          </p:val>
                                        </p:tav>
                                        <p:tav tm="100000">
                                          <p:val>
                                            <p:strVal val="#ppt_h"/>
                                          </p:val>
                                        </p:tav>
                                      </p:tavLst>
                                    </p:anim>
                                    <p:animEffect transition="in" filter="fade">
                                      <p:cBhvr>
                                        <p:cTn id="22" dur="500"/>
                                        <p:tgtEl>
                                          <p:spTgt spid="64"/>
                                        </p:tgtEl>
                                      </p:cBhvr>
                                    </p:animEffect>
                                  </p:childTnLst>
                                </p:cTn>
                              </p:par>
                            </p:childTnLst>
                          </p:cTn>
                        </p:par>
                      </p:childTnLst>
                    </p:cTn>
                  </p:par>
                  <p:par>
                    <p:cTn id="23" fill="hold">
                      <p:stCondLst>
                        <p:cond delay="indefinite"/>
                      </p:stCondLst>
                      <p:childTnLst>
                        <p:par>
                          <p:cTn id="24" fill="hold">
                            <p:stCondLst>
                              <p:cond delay="0"/>
                            </p:stCondLst>
                            <p:childTnLst>
                              <p:par>
                                <p:cTn id="25" presetID="53" presetClass="entr" presetSubtype="16" fill="hold" grpId="0" nodeType="clickEffect">
                                  <p:stCondLst>
                                    <p:cond delay="0"/>
                                  </p:stCondLst>
                                  <p:childTnLst>
                                    <p:set>
                                      <p:cBhvr>
                                        <p:cTn id="26" dur="1" fill="hold">
                                          <p:stCondLst>
                                            <p:cond delay="0"/>
                                          </p:stCondLst>
                                        </p:cTn>
                                        <p:tgtEl>
                                          <p:spTgt spid="65"/>
                                        </p:tgtEl>
                                        <p:attrNameLst>
                                          <p:attrName>style.visibility</p:attrName>
                                        </p:attrNameLst>
                                      </p:cBhvr>
                                      <p:to>
                                        <p:strVal val="visible"/>
                                      </p:to>
                                    </p:set>
                                    <p:anim calcmode="lin" valueType="num">
                                      <p:cBhvr>
                                        <p:cTn id="27" dur="500" fill="hold"/>
                                        <p:tgtEl>
                                          <p:spTgt spid="65"/>
                                        </p:tgtEl>
                                        <p:attrNameLst>
                                          <p:attrName>ppt_w</p:attrName>
                                        </p:attrNameLst>
                                      </p:cBhvr>
                                      <p:tavLst>
                                        <p:tav tm="0">
                                          <p:val>
                                            <p:fltVal val="0"/>
                                          </p:val>
                                        </p:tav>
                                        <p:tav tm="100000">
                                          <p:val>
                                            <p:strVal val="#ppt_w"/>
                                          </p:val>
                                        </p:tav>
                                      </p:tavLst>
                                    </p:anim>
                                    <p:anim calcmode="lin" valueType="num">
                                      <p:cBhvr>
                                        <p:cTn id="28" dur="500" fill="hold"/>
                                        <p:tgtEl>
                                          <p:spTgt spid="65"/>
                                        </p:tgtEl>
                                        <p:attrNameLst>
                                          <p:attrName>ppt_h</p:attrName>
                                        </p:attrNameLst>
                                      </p:cBhvr>
                                      <p:tavLst>
                                        <p:tav tm="0">
                                          <p:val>
                                            <p:fltVal val="0"/>
                                          </p:val>
                                        </p:tav>
                                        <p:tav tm="100000">
                                          <p:val>
                                            <p:strVal val="#ppt_h"/>
                                          </p:val>
                                        </p:tav>
                                      </p:tavLst>
                                    </p:anim>
                                    <p:animEffect transition="in" filter="fade">
                                      <p:cBhvr>
                                        <p:cTn id="29" dur="500"/>
                                        <p:tgtEl>
                                          <p:spTgt spid="65"/>
                                        </p:tgtEl>
                                      </p:cBhvr>
                                    </p:animEffect>
                                  </p:childTnLst>
                                </p:cTn>
                              </p:par>
                            </p:childTnLst>
                          </p:cTn>
                        </p:par>
                      </p:childTnLst>
                    </p:cTn>
                  </p:par>
                  <p:par>
                    <p:cTn id="30" fill="hold">
                      <p:stCondLst>
                        <p:cond delay="indefinite"/>
                      </p:stCondLst>
                      <p:childTnLst>
                        <p:par>
                          <p:cTn id="31" fill="hold">
                            <p:stCondLst>
                              <p:cond delay="0"/>
                            </p:stCondLst>
                            <p:childTnLst>
                              <p:par>
                                <p:cTn id="32" presetID="22" presetClass="entr" presetSubtype="1" fill="hold" grpId="0" nodeType="clickEffect">
                                  <p:stCondLst>
                                    <p:cond delay="0"/>
                                  </p:stCondLst>
                                  <p:childTnLst>
                                    <p:set>
                                      <p:cBhvr>
                                        <p:cTn id="33" dur="1" fill="hold">
                                          <p:stCondLst>
                                            <p:cond delay="0"/>
                                          </p:stCondLst>
                                        </p:cTn>
                                        <p:tgtEl>
                                          <p:spTgt spid="66"/>
                                        </p:tgtEl>
                                        <p:attrNameLst>
                                          <p:attrName>style.visibility</p:attrName>
                                        </p:attrNameLst>
                                      </p:cBhvr>
                                      <p:to>
                                        <p:strVal val="visible"/>
                                      </p:to>
                                    </p:set>
                                    <p:animEffect transition="in" filter="wipe(up)">
                                      <p:cBhvr>
                                        <p:cTn id="34" dur="500"/>
                                        <p:tgtEl>
                                          <p:spTgt spid="66"/>
                                        </p:tgtEl>
                                      </p:cBhvr>
                                    </p:animEffect>
                                  </p:childTnLst>
                                </p:cTn>
                              </p:par>
                            </p:childTnLst>
                          </p:cTn>
                        </p:par>
                        <p:par>
                          <p:cTn id="35" fill="hold">
                            <p:stCondLst>
                              <p:cond delay="500"/>
                            </p:stCondLst>
                            <p:childTnLst>
                              <p:par>
                                <p:cTn id="36" presetID="53" presetClass="entr" presetSubtype="16" fill="hold" grpId="0" nodeType="afterEffect">
                                  <p:stCondLst>
                                    <p:cond delay="0"/>
                                  </p:stCondLst>
                                  <p:childTnLst>
                                    <p:set>
                                      <p:cBhvr>
                                        <p:cTn id="37" dur="1" fill="hold">
                                          <p:stCondLst>
                                            <p:cond delay="0"/>
                                          </p:stCondLst>
                                        </p:cTn>
                                        <p:tgtEl>
                                          <p:spTgt spid="11"/>
                                        </p:tgtEl>
                                        <p:attrNameLst>
                                          <p:attrName>style.visibility</p:attrName>
                                        </p:attrNameLst>
                                      </p:cBhvr>
                                      <p:to>
                                        <p:strVal val="visible"/>
                                      </p:to>
                                    </p:set>
                                    <p:anim calcmode="lin" valueType="num">
                                      <p:cBhvr>
                                        <p:cTn id="38" dur="500" fill="hold"/>
                                        <p:tgtEl>
                                          <p:spTgt spid="11"/>
                                        </p:tgtEl>
                                        <p:attrNameLst>
                                          <p:attrName>ppt_w</p:attrName>
                                        </p:attrNameLst>
                                      </p:cBhvr>
                                      <p:tavLst>
                                        <p:tav tm="0">
                                          <p:val>
                                            <p:fltVal val="0"/>
                                          </p:val>
                                        </p:tav>
                                        <p:tav tm="100000">
                                          <p:val>
                                            <p:strVal val="#ppt_w"/>
                                          </p:val>
                                        </p:tav>
                                      </p:tavLst>
                                    </p:anim>
                                    <p:anim calcmode="lin" valueType="num">
                                      <p:cBhvr>
                                        <p:cTn id="39" dur="500" fill="hold"/>
                                        <p:tgtEl>
                                          <p:spTgt spid="11"/>
                                        </p:tgtEl>
                                        <p:attrNameLst>
                                          <p:attrName>ppt_h</p:attrName>
                                        </p:attrNameLst>
                                      </p:cBhvr>
                                      <p:tavLst>
                                        <p:tav tm="0">
                                          <p:val>
                                            <p:fltVal val="0"/>
                                          </p:val>
                                        </p:tav>
                                        <p:tav tm="100000">
                                          <p:val>
                                            <p:strVal val="#ppt_h"/>
                                          </p:val>
                                        </p:tav>
                                      </p:tavLst>
                                    </p:anim>
                                    <p:animEffect transition="in" filter="fade">
                                      <p:cBhvr>
                                        <p:cTn id="40" dur="500"/>
                                        <p:tgtEl>
                                          <p:spTgt spid="11"/>
                                        </p:tgtEl>
                                      </p:cBhvr>
                                    </p:animEffect>
                                  </p:childTnLst>
                                </p:cTn>
                              </p:par>
                            </p:childTnLst>
                          </p:cTn>
                        </p:par>
                        <p:par>
                          <p:cTn id="41" fill="hold">
                            <p:stCondLst>
                              <p:cond delay="1000"/>
                            </p:stCondLst>
                            <p:childTnLst>
                              <p:par>
                                <p:cTn id="42" presetID="1" presetClass="entr" presetSubtype="0" fill="hold" grpId="0" nodeType="afterEffect">
                                  <p:stCondLst>
                                    <p:cond delay="0"/>
                                  </p:stCondLst>
                                  <p:iterate type="lt">
                                    <p:tmAbs val="100"/>
                                  </p:iterate>
                                  <p:childTnLst>
                                    <p:set>
                                      <p:cBhvr>
                                        <p:cTn id="43" dur="1" fill="hold">
                                          <p:stCondLst>
                                            <p:cond delay="0"/>
                                          </p:stCondLst>
                                        </p:cTn>
                                        <p:tgtEl>
                                          <p:spTgt spid="12"/>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7" grpId="0" animBg="1"/>
      <p:bldP spid="66" grpId="0" animBg="1"/>
      <p:bldP spid="64" grpId="0" animBg="1"/>
      <p:bldP spid="65" grpId="0" animBg="1"/>
      <p:bldP spid="11" grpId="0" animBg="1"/>
      <p:bldP spid="12" grpId="0"/>
    </p:bldLst>
  </p:timing>
</p:sld>
</file>

<file path=ppt/slides/slide56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4" name="组合 3">
            <a:extLst>
              <a:ext uri="{FF2B5EF4-FFF2-40B4-BE49-F238E27FC236}">
                <a16:creationId xmlns:a16="http://schemas.microsoft.com/office/drawing/2014/main" id="{9A1EA9F2-FCB6-48C3-935F-7AE7E3AD14AC}"/>
              </a:ext>
            </a:extLst>
          </p:cNvPr>
          <p:cNvGrpSpPr/>
          <p:nvPr/>
        </p:nvGrpSpPr>
        <p:grpSpPr>
          <a:xfrm>
            <a:off x="304800" y="749300"/>
            <a:ext cx="5791200" cy="400110"/>
            <a:chOff x="424117" y="898245"/>
            <a:chExt cx="5791200" cy="400110"/>
          </a:xfrm>
        </p:grpSpPr>
        <p:sp>
          <p:nvSpPr>
            <p:cNvPr id="2" name="平行四边形 1">
              <a:extLst>
                <a:ext uri="{FF2B5EF4-FFF2-40B4-BE49-F238E27FC236}">
                  <a16:creationId xmlns:a16="http://schemas.microsoft.com/office/drawing/2014/main" id="{1F5BAA3F-9845-4F89-A2DD-8222D3E4EDAC}"/>
                </a:ext>
              </a:extLst>
            </p:cNvPr>
            <p:cNvSpPr/>
            <p:nvPr/>
          </p:nvSpPr>
          <p:spPr>
            <a:xfrm>
              <a:off x="424117" y="898245"/>
              <a:ext cx="628306" cy="387090"/>
            </a:xfrm>
            <a:prstGeom prst="parallelogram">
              <a:avLst/>
            </a:prstGeom>
            <a:solidFill>
              <a:schemeClr val="accent3">
                <a:lumMod val="75000"/>
              </a:schemeClr>
            </a:solidFill>
            <a:ln>
              <a:solidFill>
                <a:schemeClr val="accent3">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CN" sz="2200" dirty="0">
                  <a:latin typeface="Impact" panose="020B0806030902050204" pitchFamily="34" charset="0"/>
                </a:rPr>
                <a:t>01</a:t>
              </a:r>
              <a:endParaRPr lang="zh-CN" altLang="en-US" sz="2200" dirty="0">
                <a:latin typeface="Impact" panose="020B0806030902050204" pitchFamily="34" charset="0"/>
              </a:endParaRPr>
            </a:p>
          </p:txBody>
        </p:sp>
        <p:sp>
          <p:nvSpPr>
            <p:cNvPr id="3" name="文本框 2">
              <a:extLst>
                <a:ext uri="{FF2B5EF4-FFF2-40B4-BE49-F238E27FC236}">
                  <a16:creationId xmlns:a16="http://schemas.microsoft.com/office/drawing/2014/main" id="{4D6BD736-A4D3-4F26-AFED-36E11F50F70B}"/>
                </a:ext>
              </a:extLst>
            </p:cNvPr>
            <p:cNvSpPr txBox="1"/>
            <p:nvPr/>
          </p:nvSpPr>
          <p:spPr>
            <a:xfrm>
              <a:off x="1052423" y="898245"/>
              <a:ext cx="5162894" cy="400110"/>
            </a:xfrm>
            <a:prstGeom prst="rect">
              <a:avLst/>
            </a:prstGeom>
            <a:noFill/>
          </p:spPr>
          <p:txBody>
            <a:bodyPr wrap="square" rtlCol="0">
              <a:spAutoFit/>
            </a:bodyPr>
            <a:lstStyle/>
            <a:p>
              <a:r>
                <a:rPr lang="en-US" altLang="zh-CN" sz="2000" b="1" dirty="0">
                  <a:solidFill>
                    <a:schemeClr val="tx1"/>
                  </a:solidFill>
                  <a:latin typeface="Arial Narrow" panose="020B0606020202030204" pitchFamily="34" charset="0"/>
                </a:rPr>
                <a:t>802.11</a:t>
              </a:r>
              <a:r>
                <a:rPr lang="zh-CN" altLang="en-US" sz="2000" b="1" dirty="0">
                  <a:solidFill>
                    <a:schemeClr val="tx1"/>
                  </a:solidFill>
                  <a:latin typeface="Arial Narrow" panose="020B0606020202030204" pitchFamily="34" charset="0"/>
                </a:rPr>
                <a:t>无线局域网的</a:t>
              </a:r>
              <a:r>
                <a:rPr lang="en-US" altLang="zh-CN" sz="2000" b="1" dirty="0">
                  <a:solidFill>
                    <a:schemeClr val="tx1"/>
                  </a:solidFill>
                  <a:latin typeface="Arial Narrow" panose="020B0606020202030204" pitchFamily="34" charset="0"/>
                </a:rPr>
                <a:t>MAC</a:t>
              </a:r>
              <a:r>
                <a:rPr lang="zh-CN" altLang="en-US" sz="2000" b="1" dirty="0">
                  <a:solidFill>
                    <a:schemeClr val="tx1"/>
                  </a:solidFill>
                  <a:latin typeface="Arial Narrow" panose="020B0606020202030204" pitchFamily="34" charset="0"/>
                </a:rPr>
                <a:t>帧</a:t>
              </a:r>
              <a:endParaRPr lang="en-US" altLang="zh-CN" sz="2000" b="1" dirty="0">
                <a:solidFill>
                  <a:schemeClr val="tx1"/>
                </a:solidFill>
                <a:latin typeface="Arial Narrow" panose="020B0606020202030204" pitchFamily="34" charset="0"/>
              </a:endParaRPr>
            </a:p>
          </p:txBody>
        </p:sp>
      </p:grpSp>
      <p:sp>
        <p:nvSpPr>
          <p:cNvPr id="7" name="矩形 6">
            <a:extLst>
              <a:ext uri="{FF2B5EF4-FFF2-40B4-BE49-F238E27FC236}">
                <a16:creationId xmlns:a16="http://schemas.microsoft.com/office/drawing/2014/main" id="{2A389F9D-F1F5-4C87-83EE-639AEA070FF5}"/>
              </a:ext>
            </a:extLst>
          </p:cNvPr>
          <p:cNvSpPr/>
          <p:nvPr/>
        </p:nvSpPr>
        <p:spPr>
          <a:xfrm>
            <a:off x="882306" y="2247900"/>
            <a:ext cx="3200400" cy="469900"/>
          </a:xfrm>
          <a:prstGeom prst="rect">
            <a:avLst/>
          </a:prstGeom>
        </p:spPr>
        <p:style>
          <a:lnRef idx="2">
            <a:schemeClr val="accent4">
              <a:shade val="50000"/>
            </a:schemeClr>
          </a:lnRef>
          <a:fillRef idx="1">
            <a:schemeClr val="accent4"/>
          </a:fillRef>
          <a:effectRef idx="0">
            <a:schemeClr val="accent4"/>
          </a:effectRef>
          <a:fontRef idx="minor">
            <a:schemeClr val="lt1"/>
          </a:fontRef>
        </p:style>
        <p:txBody>
          <a:bodyPr rtlCol="0" anchor="ctr"/>
          <a:lstStyle/>
          <a:p>
            <a:pPr algn="ctr"/>
            <a:r>
              <a:rPr lang="zh-CN" altLang="en-US" b="1" dirty="0"/>
              <a:t>数据帧</a:t>
            </a:r>
          </a:p>
        </p:txBody>
      </p:sp>
      <p:sp>
        <p:nvSpPr>
          <p:cNvPr id="66" name="矩形 65">
            <a:extLst>
              <a:ext uri="{FF2B5EF4-FFF2-40B4-BE49-F238E27FC236}">
                <a16:creationId xmlns:a16="http://schemas.microsoft.com/office/drawing/2014/main" id="{B4417451-10F0-4CA4-9024-F46A3F0C89A2}"/>
              </a:ext>
            </a:extLst>
          </p:cNvPr>
          <p:cNvSpPr/>
          <p:nvPr/>
        </p:nvSpPr>
        <p:spPr>
          <a:xfrm>
            <a:off x="882306" y="2717799"/>
            <a:ext cx="3200400" cy="2508252"/>
          </a:xfrm>
          <a:prstGeom prst="rect">
            <a:avLst/>
          </a:prstGeom>
          <a:noFill/>
        </p:spPr>
        <p:style>
          <a:lnRef idx="2">
            <a:schemeClr val="accent4">
              <a:shade val="50000"/>
            </a:schemeClr>
          </a:lnRef>
          <a:fillRef idx="1">
            <a:schemeClr val="accent4"/>
          </a:fillRef>
          <a:effectRef idx="0">
            <a:schemeClr val="accent4"/>
          </a:effectRef>
          <a:fontRef idx="minor">
            <a:schemeClr val="lt1"/>
          </a:fontRef>
        </p:style>
        <p:txBody>
          <a:bodyPr rtlCol="0" anchor="ctr"/>
          <a:lstStyle/>
          <a:p>
            <a:pPr algn="ctr"/>
            <a:endParaRPr lang="zh-CN" altLang="en-US" b="1" dirty="0"/>
          </a:p>
        </p:txBody>
      </p:sp>
      <p:sp>
        <p:nvSpPr>
          <p:cNvPr id="64" name="矩形 63">
            <a:extLst>
              <a:ext uri="{FF2B5EF4-FFF2-40B4-BE49-F238E27FC236}">
                <a16:creationId xmlns:a16="http://schemas.microsoft.com/office/drawing/2014/main" id="{A0167802-E0E8-4704-8549-DD980F77607F}"/>
              </a:ext>
            </a:extLst>
          </p:cNvPr>
          <p:cNvSpPr/>
          <p:nvPr/>
        </p:nvSpPr>
        <p:spPr>
          <a:xfrm>
            <a:off x="4498631" y="2247900"/>
            <a:ext cx="3200400" cy="469900"/>
          </a:xfrm>
          <a:prstGeom prst="rect">
            <a:avLst/>
          </a:prstGeom>
        </p:spPr>
        <p:style>
          <a:lnRef idx="2">
            <a:schemeClr val="accent3">
              <a:shade val="50000"/>
            </a:schemeClr>
          </a:lnRef>
          <a:fillRef idx="1">
            <a:schemeClr val="accent3"/>
          </a:fillRef>
          <a:effectRef idx="0">
            <a:schemeClr val="accent3"/>
          </a:effectRef>
          <a:fontRef idx="minor">
            <a:schemeClr val="lt1"/>
          </a:fontRef>
        </p:style>
        <p:txBody>
          <a:bodyPr rtlCol="0" anchor="ctr"/>
          <a:lstStyle/>
          <a:p>
            <a:pPr algn="ctr"/>
            <a:r>
              <a:rPr lang="zh-CN" altLang="en-US" b="1" dirty="0"/>
              <a:t>控制帧</a:t>
            </a:r>
          </a:p>
        </p:txBody>
      </p:sp>
      <p:sp>
        <p:nvSpPr>
          <p:cNvPr id="68" name="矩形 67">
            <a:extLst>
              <a:ext uri="{FF2B5EF4-FFF2-40B4-BE49-F238E27FC236}">
                <a16:creationId xmlns:a16="http://schemas.microsoft.com/office/drawing/2014/main" id="{D0BD66B3-807A-4B16-8A50-FEF4113A076B}"/>
              </a:ext>
            </a:extLst>
          </p:cNvPr>
          <p:cNvSpPr/>
          <p:nvPr/>
        </p:nvSpPr>
        <p:spPr>
          <a:xfrm>
            <a:off x="4498631" y="2717798"/>
            <a:ext cx="3200400" cy="2508252"/>
          </a:xfrm>
          <a:prstGeom prst="rect">
            <a:avLst/>
          </a:prstGeom>
          <a:noFill/>
        </p:spPr>
        <p:style>
          <a:lnRef idx="2">
            <a:schemeClr val="accent3">
              <a:shade val="50000"/>
            </a:schemeClr>
          </a:lnRef>
          <a:fillRef idx="1">
            <a:schemeClr val="accent3"/>
          </a:fillRef>
          <a:effectRef idx="0">
            <a:schemeClr val="accent3"/>
          </a:effectRef>
          <a:fontRef idx="minor">
            <a:schemeClr val="lt1"/>
          </a:fontRef>
        </p:style>
        <p:txBody>
          <a:bodyPr rtlCol="0" anchor="ctr"/>
          <a:lstStyle/>
          <a:p>
            <a:pPr algn="ctr"/>
            <a:endParaRPr lang="zh-CN" altLang="en-US" b="1" dirty="0"/>
          </a:p>
        </p:txBody>
      </p:sp>
      <p:sp>
        <p:nvSpPr>
          <p:cNvPr id="11" name="椭圆 10">
            <a:extLst>
              <a:ext uri="{FF2B5EF4-FFF2-40B4-BE49-F238E27FC236}">
                <a16:creationId xmlns:a16="http://schemas.microsoft.com/office/drawing/2014/main" id="{26190466-FE36-4858-9208-875C1B020AE0}"/>
              </a:ext>
            </a:extLst>
          </p:cNvPr>
          <p:cNvSpPr/>
          <p:nvPr/>
        </p:nvSpPr>
        <p:spPr>
          <a:xfrm>
            <a:off x="1028700" y="2946400"/>
            <a:ext cx="171450" cy="17145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12" name="文本框 11">
            <a:extLst>
              <a:ext uri="{FF2B5EF4-FFF2-40B4-BE49-F238E27FC236}">
                <a16:creationId xmlns:a16="http://schemas.microsoft.com/office/drawing/2014/main" id="{EAA99341-897C-4835-99B3-90D1D62DB9CA}"/>
              </a:ext>
            </a:extLst>
          </p:cNvPr>
          <p:cNvSpPr txBox="1"/>
          <p:nvPr/>
        </p:nvSpPr>
        <p:spPr>
          <a:xfrm>
            <a:off x="1200150" y="2847459"/>
            <a:ext cx="2628900" cy="369332"/>
          </a:xfrm>
          <a:prstGeom prst="rect">
            <a:avLst/>
          </a:prstGeom>
          <a:noFill/>
        </p:spPr>
        <p:txBody>
          <a:bodyPr wrap="square" rtlCol="0">
            <a:spAutoFit/>
          </a:bodyPr>
          <a:lstStyle/>
          <a:p>
            <a:r>
              <a:rPr lang="zh-CN" altLang="en-US" b="1" dirty="0"/>
              <a:t>用于在站点间传输数据</a:t>
            </a:r>
          </a:p>
        </p:txBody>
      </p:sp>
      <p:sp>
        <p:nvSpPr>
          <p:cNvPr id="70" name="椭圆 69">
            <a:extLst>
              <a:ext uri="{FF2B5EF4-FFF2-40B4-BE49-F238E27FC236}">
                <a16:creationId xmlns:a16="http://schemas.microsoft.com/office/drawing/2014/main" id="{8A0E9F37-918D-479F-AEBB-B812C2CF5BDC}"/>
              </a:ext>
            </a:extLst>
          </p:cNvPr>
          <p:cNvSpPr/>
          <p:nvPr/>
        </p:nvSpPr>
        <p:spPr>
          <a:xfrm>
            <a:off x="4610100" y="2946400"/>
            <a:ext cx="171450" cy="17145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71" name="文本框 70">
            <a:extLst>
              <a:ext uri="{FF2B5EF4-FFF2-40B4-BE49-F238E27FC236}">
                <a16:creationId xmlns:a16="http://schemas.microsoft.com/office/drawing/2014/main" id="{DB974DAE-D388-4FF3-8064-55BEF682613B}"/>
              </a:ext>
            </a:extLst>
          </p:cNvPr>
          <p:cNvSpPr txBox="1"/>
          <p:nvPr/>
        </p:nvSpPr>
        <p:spPr>
          <a:xfrm>
            <a:off x="4781549" y="2847459"/>
            <a:ext cx="2917481" cy="369332"/>
          </a:xfrm>
          <a:prstGeom prst="rect">
            <a:avLst/>
          </a:prstGeom>
          <a:noFill/>
        </p:spPr>
        <p:txBody>
          <a:bodyPr wrap="square" rtlCol="0">
            <a:spAutoFit/>
          </a:bodyPr>
          <a:lstStyle/>
          <a:p>
            <a:r>
              <a:rPr lang="zh-CN" altLang="en-US" b="1" dirty="0"/>
              <a:t>通常与数据帧搭配使用</a:t>
            </a:r>
          </a:p>
        </p:txBody>
      </p:sp>
      <p:sp>
        <p:nvSpPr>
          <p:cNvPr id="72" name="椭圆 71">
            <a:extLst>
              <a:ext uri="{FF2B5EF4-FFF2-40B4-BE49-F238E27FC236}">
                <a16:creationId xmlns:a16="http://schemas.microsoft.com/office/drawing/2014/main" id="{F6377B11-46A8-49E7-9281-8D7995CEF51D}"/>
              </a:ext>
            </a:extLst>
          </p:cNvPr>
          <p:cNvSpPr/>
          <p:nvPr/>
        </p:nvSpPr>
        <p:spPr>
          <a:xfrm>
            <a:off x="4610100" y="3388239"/>
            <a:ext cx="171450" cy="17145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73" name="文本框 72">
            <a:extLst>
              <a:ext uri="{FF2B5EF4-FFF2-40B4-BE49-F238E27FC236}">
                <a16:creationId xmlns:a16="http://schemas.microsoft.com/office/drawing/2014/main" id="{BD057B3D-6E65-4A53-BA12-35EBFF1CEB97}"/>
              </a:ext>
            </a:extLst>
          </p:cNvPr>
          <p:cNvSpPr txBox="1"/>
          <p:nvPr/>
        </p:nvSpPr>
        <p:spPr>
          <a:xfrm>
            <a:off x="4781549" y="3289298"/>
            <a:ext cx="2917481" cy="1200329"/>
          </a:xfrm>
          <a:prstGeom prst="rect">
            <a:avLst/>
          </a:prstGeom>
          <a:noFill/>
        </p:spPr>
        <p:txBody>
          <a:bodyPr wrap="square" rtlCol="0">
            <a:spAutoFit/>
          </a:bodyPr>
          <a:lstStyle/>
          <a:p>
            <a:r>
              <a:rPr lang="zh-CN" altLang="en-US" b="1" dirty="0"/>
              <a:t>负责区域的清空、虚拟载波监听的维护以及信道的接入，并于收到数据帧时予以确认。</a:t>
            </a:r>
          </a:p>
        </p:txBody>
      </p:sp>
      <p:sp>
        <p:nvSpPr>
          <p:cNvPr id="74" name="椭圆 73">
            <a:extLst>
              <a:ext uri="{FF2B5EF4-FFF2-40B4-BE49-F238E27FC236}">
                <a16:creationId xmlns:a16="http://schemas.microsoft.com/office/drawing/2014/main" id="{9BD16DF3-957C-4C26-8C14-6A44427E584A}"/>
              </a:ext>
            </a:extLst>
          </p:cNvPr>
          <p:cNvSpPr/>
          <p:nvPr/>
        </p:nvSpPr>
        <p:spPr>
          <a:xfrm>
            <a:off x="4610100" y="4598480"/>
            <a:ext cx="171450" cy="17145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75" name="文本框 74">
            <a:extLst>
              <a:ext uri="{FF2B5EF4-FFF2-40B4-BE49-F238E27FC236}">
                <a16:creationId xmlns:a16="http://schemas.microsoft.com/office/drawing/2014/main" id="{C1618575-A73F-4DC1-9CE1-BA6BFF51225B}"/>
              </a:ext>
            </a:extLst>
          </p:cNvPr>
          <p:cNvSpPr txBox="1"/>
          <p:nvPr/>
        </p:nvSpPr>
        <p:spPr>
          <a:xfrm>
            <a:off x="4781549" y="4499539"/>
            <a:ext cx="2917481" cy="646331"/>
          </a:xfrm>
          <a:prstGeom prst="rect">
            <a:avLst/>
          </a:prstGeom>
          <a:noFill/>
        </p:spPr>
        <p:txBody>
          <a:bodyPr wrap="square" rtlCol="0">
            <a:spAutoFit/>
          </a:bodyPr>
          <a:lstStyle/>
          <a:p>
            <a:r>
              <a:rPr lang="en-US" altLang="zh-CN" b="1" dirty="0"/>
              <a:t>ACK</a:t>
            </a:r>
            <a:r>
              <a:rPr lang="zh-CN" altLang="en-US" b="1" dirty="0"/>
              <a:t>帧、</a:t>
            </a:r>
            <a:r>
              <a:rPr lang="en-US" altLang="zh-CN" b="1" dirty="0"/>
              <a:t>RTS</a:t>
            </a:r>
            <a:r>
              <a:rPr lang="zh-CN" altLang="en-US" b="1" dirty="0"/>
              <a:t>帧以及</a:t>
            </a:r>
            <a:r>
              <a:rPr lang="en-US" altLang="zh-CN" b="1" dirty="0"/>
              <a:t>CTS</a:t>
            </a:r>
            <a:r>
              <a:rPr lang="zh-CN" altLang="en-US" b="1" dirty="0"/>
              <a:t>帧等都属于控制帧。</a:t>
            </a:r>
          </a:p>
        </p:txBody>
      </p:sp>
      <p:sp>
        <p:nvSpPr>
          <p:cNvPr id="23" name="矩形 22">
            <a:extLst>
              <a:ext uri="{FF2B5EF4-FFF2-40B4-BE49-F238E27FC236}">
                <a16:creationId xmlns:a16="http://schemas.microsoft.com/office/drawing/2014/main" id="{DD7D506F-FB72-4290-A68E-9424316AD4BF}"/>
              </a:ext>
            </a:extLst>
          </p:cNvPr>
          <p:cNvSpPr/>
          <p:nvPr/>
        </p:nvSpPr>
        <p:spPr>
          <a:xfrm>
            <a:off x="8114956" y="2247900"/>
            <a:ext cx="3200400" cy="469900"/>
          </a:xfrm>
          <a:prstGeom prst="rect">
            <a:avLst/>
          </a:prstGeom>
        </p:spPr>
        <p:style>
          <a:lnRef idx="2">
            <a:schemeClr val="accent2">
              <a:shade val="50000"/>
            </a:schemeClr>
          </a:lnRef>
          <a:fillRef idx="1">
            <a:schemeClr val="accent2"/>
          </a:fillRef>
          <a:effectRef idx="0">
            <a:schemeClr val="accent2"/>
          </a:effectRef>
          <a:fontRef idx="minor">
            <a:schemeClr val="lt1"/>
          </a:fontRef>
        </p:style>
        <p:txBody>
          <a:bodyPr rtlCol="0" anchor="ctr"/>
          <a:lstStyle/>
          <a:p>
            <a:pPr algn="ctr"/>
            <a:r>
              <a:rPr lang="zh-CN" altLang="en-US" b="1" dirty="0"/>
              <a:t>管理帧</a:t>
            </a:r>
          </a:p>
        </p:txBody>
      </p:sp>
      <p:sp>
        <p:nvSpPr>
          <p:cNvPr id="18" name="平行四边形 17">
            <a:extLst>
              <a:ext uri="{FF2B5EF4-FFF2-40B4-BE49-F238E27FC236}">
                <a16:creationId xmlns:a16="http://schemas.microsoft.com/office/drawing/2014/main" id="{195E08A5-FC7A-B8CA-170B-FFDA4694899A}"/>
              </a:ext>
            </a:extLst>
          </p:cNvPr>
          <p:cNvSpPr/>
          <p:nvPr/>
        </p:nvSpPr>
        <p:spPr>
          <a:xfrm>
            <a:off x="304800" y="749300"/>
            <a:ext cx="723900" cy="387090"/>
          </a:xfrm>
          <a:prstGeom prst="parallelogram">
            <a:avLst/>
          </a:prstGeom>
          <a:solidFill>
            <a:schemeClr val="accent3">
              <a:lumMod val="75000"/>
            </a:schemeClr>
          </a:solidFill>
          <a:ln>
            <a:solidFill>
              <a:schemeClr val="accent3">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CN" sz="2200" dirty="0">
                <a:latin typeface="Impact" panose="020B0806030902050204" pitchFamily="34" charset="0"/>
              </a:rPr>
              <a:t>05</a:t>
            </a:r>
            <a:endParaRPr lang="zh-CN" altLang="en-US" sz="2200" dirty="0">
              <a:latin typeface="Impact" panose="020B0806030902050204" pitchFamily="34" charset="0"/>
            </a:endParaRPr>
          </a:p>
        </p:txBody>
      </p:sp>
    </p:spTree>
    <p:custDataLst>
      <p:tags r:id="rId1"/>
    </p:custDataLst>
    <p:extLst>
      <p:ext uri="{BB962C8B-B14F-4D97-AF65-F5344CB8AC3E}">
        <p14:creationId xmlns:p14="http://schemas.microsoft.com/office/powerpoint/2010/main" val="2909712118"/>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2" presetClass="entr" presetSubtype="1" fill="hold" grpId="0" nodeType="withEffect">
                                  <p:stCondLst>
                                    <p:cond delay="0"/>
                                  </p:stCondLst>
                                  <p:childTnLst>
                                    <p:set>
                                      <p:cBhvr>
                                        <p:cTn id="6" dur="1" fill="hold">
                                          <p:stCondLst>
                                            <p:cond delay="0"/>
                                          </p:stCondLst>
                                        </p:cTn>
                                        <p:tgtEl>
                                          <p:spTgt spid="68"/>
                                        </p:tgtEl>
                                        <p:attrNameLst>
                                          <p:attrName>style.visibility</p:attrName>
                                        </p:attrNameLst>
                                      </p:cBhvr>
                                      <p:to>
                                        <p:strVal val="visible"/>
                                      </p:to>
                                    </p:set>
                                    <p:animEffect transition="in" filter="wipe(up)">
                                      <p:cBhvr>
                                        <p:cTn id="7" dur="500"/>
                                        <p:tgtEl>
                                          <p:spTgt spid="68"/>
                                        </p:tgtEl>
                                      </p:cBhvr>
                                    </p:animEffect>
                                  </p:childTnLst>
                                </p:cTn>
                              </p:par>
                            </p:childTnLst>
                          </p:cTn>
                        </p:par>
                        <p:par>
                          <p:cTn id="8" fill="hold">
                            <p:stCondLst>
                              <p:cond delay="500"/>
                            </p:stCondLst>
                            <p:childTnLst>
                              <p:par>
                                <p:cTn id="9" presetID="53" presetClass="entr" presetSubtype="16" fill="hold" grpId="0" nodeType="afterEffect">
                                  <p:stCondLst>
                                    <p:cond delay="0"/>
                                  </p:stCondLst>
                                  <p:childTnLst>
                                    <p:set>
                                      <p:cBhvr>
                                        <p:cTn id="10" dur="1" fill="hold">
                                          <p:stCondLst>
                                            <p:cond delay="0"/>
                                          </p:stCondLst>
                                        </p:cTn>
                                        <p:tgtEl>
                                          <p:spTgt spid="70"/>
                                        </p:tgtEl>
                                        <p:attrNameLst>
                                          <p:attrName>style.visibility</p:attrName>
                                        </p:attrNameLst>
                                      </p:cBhvr>
                                      <p:to>
                                        <p:strVal val="visible"/>
                                      </p:to>
                                    </p:set>
                                    <p:anim calcmode="lin" valueType="num">
                                      <p:cBhvr>
                                        <p:cTn id="11" dur="500" fill="hold"/>
                                        <p:tgtEl>
                                          <p:spTgt spid="70"/>
                                        </p:tgtEl>
                                        <p:attrNameLst>
                                          <p:attrName>ppt_w</p:attrName>
                                        </p:attrNameLst>
                                      </p:cBhvr>
                                      <p:tavLst>
                                        <p:tav tm="0">
                                          <p:val>
                                            <p:fltVal val="0"/>
                                          </p:val>
                                        </p:tav>
                                        <p:tav tm="100000">
                                          <p:val>
                                            <p:strVal val="#ppt_w"/>
                                          </p:val>
                                        </p:tav>
                                      </p:tavLst>
                                    </p:anim>
                                    <p:anim calcmode="lin" valueType="num">
                                      <p:cBhvr>
                                        <p:cTn id="12" dur="500" fill="hold"/>
                                        <p:tgtEl>
                                          <p:spTgt spid="70"/>
                                        </p:tgtEl>
                                        <p:attrNameLst>
                                          <p:attrName>ppt_h</p:attrName>
                                        </p:attrNameLst>
                                      </p:cBhvr>
                                      <p:tavLst>
                                        <p:tav tm="0">
                                          <p:val>
                                            <p:fltVal val="0"/>
                                          </p:val>
                                        </p:tav>
                                        <p:tav tm="100000">
                                          <p:val>
                                            <p:strVal val="#ppt_h"/>
                                          </p:val>
                                        </p:tav>
                                      </p:tavLst>
                                    </p:anim>
                                    <p:animEffect transition="in" filter="fade">
                                      <p:cBhvr>
                                        <p:cTn id="13" dur="500"/>
                                        <p:tgtEl>
                                          <p:spTgt spid="70"/>
                                        </p:tgtEl>
                                      </p:cBhvr>
                                    </p:animEffect>
                                  </p:childTnLst>
                                </p:cTn>
                              </p:par>
                            </p:childTnLst>
                          </p:cTn>
                        </p:par>
                        <p:par>
                          <p:cTn id="14" fill="hold">
                            <p:stCondLst>
                              <p:cond delay="1000"/>
                            </p:stCondLst>
                            <p:childTnLst>
                              <p:par>
                                <p:cTn id="15" presetID="1" presetClass="entr" presetSubtype="0" fill="hold" grpId="0" nodeType="afterEffect">
                                  <p:stCondLst>
                                    <p:cond delay="0"/>
                                  </p:stCondLst>
                                  <p:iterate type="lt">
                                    <p:tmAbs val="100"/>
                                  </p:iterate>
                                  <p:childTnLst>
                                    <p:set>
                                      <p:cBhvr>
                                        <p:cTn id="16" dur="1" fill="hold">
                                          <p:stCondLst>
                                            <p:cond delay="0"/>
                                          </p:stCondLst>
                                        </p:cTn>
                                        <p:tgtEl>
                                          <p:spTgt spid="71"/>
                                        </p:tgtEl>
                                        <p:attrNameLst>
                                          <p:attrName>style.visibility</p:attrName>
                                        </p:attrNameLst>
                                      </p:cBhvr>
                                      <p:to>
                                        <p:strVal val="visible"/>
                                      </p:to>
                                    </p:set>
                                  </p:childTnLst>
                                </p:cTn>
                              </p:par>
                            </p:childTnLst>
                          </p:cTn>
                        </p:par>
                      </p:childTnLst>
                    </p:cTn>
                  </p:par>
                  <p:par>
                    <p:cTn id="17" fill="hold">
                      <p:stCondLst>
                        <p:cond delay="indefinite"/>
                      </p:stCondLst>
                      <p:childTnLst>
                        <p:par>
                          <p:cTn id="18" fill="hold">
                            <p:stCondLst>
                              <p:cond delay="0"/>
                            </p:stCondLst>
                            <p:childTnLst>
                              <p:par>
                                <p:cTn id="19" presetID="53" presetClass="entr" presetSubtype="16" fill="hold" grpId="0" nodeType="clickEffect">
                                  <p:stCondLst>
                                    <p:cond delay="0"/>
                                  </p:stCondLst>
                                  <p:childTnLst>
                                    <p:set>
                                      <p:cBhvr>
                                        <p:cTn id="20" dur="1" fill="hold">
                                          <p:stCondLst>
                                            <p:cond delay="0"/>
                                          </p:stCondLst>
                                        </p:cTn>
                                        <p:tgtEl>
                                          <p:spTgt spid="72"/>
                                        </p:tgtEl>
                                        <p:attrNameLst>
                                          <p:attrName>style.visibility</p:attrName>
                                        </p:attrNameLst>
                                      </p:cBhvr>
                                      <p:to>
                                        <p:strVal val="visible"/>
                                      </p:to>
                                    </p:set>
                                    <p:anim calcmode="lin" valueType="num">
                                      <p:cBhvr>
                                        <p:cTn id="21" dur="500" fill="hold"/>
                                        <p:tgtEl>
                                          <p:spTgt spid="72"/>
                                        </p:tgtEl>
                                        <p:attrNameLst>
                                          <p:attrName>ppt_w</p:attrName>
                                        </p:attrNameLst>
                                      </p:cBhvr>
                                      <p:tavLst>
                                        <p:tav tm="0">
                                          <p:val>
                                            <p:fltVal val="0"/>
                                          </p:val>
                                        </p:tav>
                                        <p:tav tm="100000">
                                          <p:val>
                                            <p:strVal val="#ppt_w"/>
                                          </p:val>
                                        </p:tav>
                                      </p:tavLst>
                                    </p:anim>
                                    <p:anim calcmode="lin" valueType="num">
                                      <p:cBhvr>
                                        <p:cTn id="22" dur="500" fill="hold"/>
                                        <p:tgtEl>
                                          <p:spTgt spid="72"/>
                                        </p:tgtEl>
                                        <p:attrNameLst>
                                          <p:attrName>ppt_h</p:attrName>
                                        </p:attrNameLst>
                                      </p:cBhvr>
                                      <p:tavLst>
                                        <p:tav tm="0">
                                          <p:val>
                                            <p:fltVal val="0"/>
                                          </p:val>
                                        </p:tav>
                                        <p:tav tm="100000">
                                          <p:val>
                                            <p:strVal val="#ppt_h"/>
                                          </p:val>
                                        </p:tav>
                                      </p:tavLst>
                                    </p:anim>
                                    <p:animEffect transition="in" filter="fade">
                                      <p:cBhvr>
                                        <p:cTn id="23" dur="500"/>
                                        <p:tgtEl>
                                          <p:spTgt spid="72"/>
                                        </p:tgtEl>
                                      </p:cBhvr>
                                    </p:animEffect>
                                  </p:childTnLst>
                                </p:cTn>
                              </p:par>
                            </p:childTnLst>
                          </p:cTn>
                        </p:par>
                        <p:par>
                          <p:cTn id="24" fill="hold">
                            <p:stCondLst>
                              <p:cond delay="500"/>
                            </p:stCondLst>
                            <p:childTnLst>
                              <p:par>
                                <p:cTn id="25" presetID="1" presetClass="entr" presetSubtype="0" fill="hold" grpId="0" nodeType="afterEffect">
                                  <p:stCondLst>
                                    <p:cond delay="0"/>
                                  </p:stCondLst>
                                  <p:iterate type="lt">
                                    <p:tmAbs val="100"/>
                                  </p:iterate>
                                  <p:childTnLst>
                                    <p:set>
                                      <p:cBhvr>
                                        <p:cTn id="26" dur="1" fill="hold">
                                          <p:stCondLst>
                                            <p:cond delay="0"/>
                                          </p:stCondLst>
                                        </p:cTn>
                                        <p:tgtEl>
                                          <p:spTgt spid="73"/>
                                        </p:tgtEl>
                                        <p:attrNameLst>
                                          <p:attrName>style.visibility</p:attrName>
                                        </p:attrNameLst>
                                      </p:cBhvr>
                                      <p:to>
                                        <p:strVal val="visible"/>
                                      </p:to>
                                    </p:set>
                                  </p:childTnLst>
                                </p:cTn>
                              </p:par>
                            </p:childTnLst>
                          </p:cTn>
                        </p:par>
                      </p:childTnLst>
                    </p:cTn>
                  </p:par>
                  <p:par>
                    <p:cTn id="27" fill="hold">
                      <p:stCondLst>
                        <p:cond delay="indefinite"/>
                      </p:stCondLst>
                      <p:childTnLst>
                        <p:par>
                          <p:cTn id="28" fill="hold">
                            <p:stCondLst>
                              <p:cond delay="0"/>
                            </p:stCondLst>
                            <p:childTnLst>
                              <p:par>
                                <p:cTn id="29" presetID="53" presetClass="entr" presetSubtype="16" fill="hold" grpId="0" nodeType="clickEffect">
                                  <p:stCondLst>
                                    <p:cond delay="0"/>
                                  </p:stCondLst>
                                  <p:childTnLst>
                                    <p:set>
                                      <p:cBhvr>
                                        <p:cTn id="30" dur="1" fill="hold">
                                          <p:stCondLst>
                                            <p:cond delay="0"/>
                                          </p:stCondLst>
                                        </p:cTn>
                                        <p:tgtEl>
                                          <p:spTgt spid="74"/>
                                        </p:tgtEl>
                                        <p:attrNameLst>
                                          <p:attrName>style.visibility</p:attrName>
                                        </p:attrNameLst>
                                      </p:cBhvr>
                                      <p:to>
                                        <p:strVal val="visible"/>
                                      </p:to>
                                    </p:set>
                                    <p:anim calcmode="lin" valueType="num">
                                      <p:cBhvr>
                                        <p:cTn id="31" dur="500" fill="hold"/>
                                        <p:tgtEl>
                                          <p:spTgt spid="74"/>
                                        </p:tgtEl>
                                        <p:attrNameLst>
                                          <p:attrName>ppt_w</p:attrName>
                                        </p:attrNameLst>
                                      </p:cBhvr>
                                      <p:tavLst>
                                        <p:tav tm="0">
                                          <p:val>
                                            <p:fltVal val="0"/>
                                          </p:val>
                                        </p:tav>
                                        <p:tav tm="100000">
                                          <p:val>
                                            <p:strVal val="#ppt_w"/>
                                          </p:val>
                                        </p:tav>
                                      </p:tavLst>
                                    </p:anim>
                                    <p:anim calcmode="lin" valueType="num">
                                      <p:cBhvr>
                                        <p:cTn id="32" dur="500" fill="hold"/>
                                        <p:tgtEl>
                                          <p:spTgt spid="74"/>
                                        </p:tgtEl>
                                        <p:attrNameLst>
                                          <p:attrName>ppt_h</p:attrName>
                                        </p:attrNameLst>
                                      </p:cBhvr>
                                      <p:tavLst>
                                        <p:tav tm="0">
                                          <p:val>
                                            <p:fltVal val="0"/>
                                          </p:val>
                                        </p:tav>
                                        <p:tav tm="100000">
                                          <p:val>
                                            <p:strVal val="#ppt_h"/>
                                          </p:val>
                                        </p:tav>
                                      </p:tavLst>
                                    </p:anim>
                                    <p:animEffect transition="in" filter="fade">
                                      <p:cBhvr>
                                        <p:cTn id="33" dur="500"/>
                                        <p:tgtEl>
                                          <p:spTgt spid="74"/>
                                        </p:tgtEl>
                                      </p:cBhvr>
                                    </p:animEffect>
                                  </p:childTnLst>
                                </p:cTn>
                              </p:par>
                            </p:childTnLst>
                          </p:cTn>
                        </p:par>
                        <p:par>
                          <p:cTn id="34" fill="hold">
                            <p:stCondLst>
                              <p:cond delay="500"/>
                            </p:stCondLst>
                            <p:childTnLst>
                              <p:par>
                                <p:cTn id="35" presetID="1" presetClass="entr" presetSubtype="0" fill="hold" grpId="0" nodeType="afterEffect">
                                  <p:stCondLst>
                                    <p:cond delay="0"/>
                                  </p:stCondLst>
                                  <p:iterate type="lt">
                                    <p:tmAbs val="100"/>
                                  </p:iterate>
                                  <p:childTnLst>
                                    <p:set>
                                      <p:cBhvr>
                                        <p:cTn id="36" dur="1" fill="hold">
                                          <p:stCondLst>
                                            <p:cond delay="0"/>
                                          </p:stCondLst>
                                        </p:cTn>
                                        <p:tgtEl>
                                          <p:spTgt spid="75"/>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68" grpId="0" animBg="1"/>
      <p:bldP spid="70" grpId="0" animBg="1"/>
      <p:bldP spid="71" grpId="0"/>
      <p:bldP spid="72" grpId="0" animBg="1"/>
      <p:bldP spid="73" grpId="0"/>
      <p:bldP spid="74" grpId="0" animBg="1"/>
      <p:bldP spid="75" grpId="0"/>
    </p:bldLst>
  </p:timing>
</p:sld>
</file>

<file path=ppt/slides/slide56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4" name="组合 3">
            <a:extLst>
              <a:ext uri="{FF2B5EF4-FFF2-40B4-BE49-F238E27FC236}">
                <a16:creationId xmlns:a16="http://schemas.microsoft.com/office/drawing/2014/main" id="{9A1EA9F2-FCB6-48C3-935F-7AE7E3AD14AC}"/>
              </a:ext>
            </a:extLst>
          </p:cNvPr>
          <p:cNvGrpSpPr/>
          <p:nvPr/>
        </p:nvGrpSpPr>
        <p:grpSpPr>
          <a:xfrm>
            <a:off x="304800" y="749300"/>
            <a:ext cx="5791200" cy="400110"/>
            <a:chOff x="424117" y="898245"/>
            <a:chExt cx="5791200" cy="400110"/>
          </a:xfrm>
        </p:grpSpPr>
        <p:sp>
          <p:nvSpPr>
            <p:cNvPr id="2" name="平行四边形 1">
              <a:extLst>
                <a:ext uri="{FF2B5EF4-FFF2-40B4-BE49-F238E27FC236}">
                  <a16:creationId xmlns:a16="http://schemas.microsoft.com/office/drawing/2014/main" id="{1F5BAA3F-9845-4F89-A2DD-8222D3E4EDAC}"/>
                </a:ext>
              </a:extLst>
            </p:cNvPr>
            <p:cNvSpPr/>
            <p:nvPr/>
          </p:nvSpPr>
          <p:spPr>
            <a:xfrm>
              <a:off x="424117" y="898245"/>
              <a:ext cx="628306" cy="387090"/>
            </a:xfrm>
            <a:prstGeom prst="parallelogram">
              <a:avLst/>
            </a:prstGeom>
            <a:solidFill>
              <a:schemeClr val="accent3">
                <a:lumMod val="75000"/>
              </a:schemeClr>
            </a:solidFill>
            <a:ln>
              <a:solidFill>
                <a:schemeClr val="accent3">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CN" sz="2200" dirty="0">
                  <a:latin typeface="Impact" panose="020B0806030902050204" pitchFamily="34" charset="0"/>
                </a:rPr>
                <a:t>01</a:t>
              </a:r>
              <a:endParaRPr lang="zh-CN" altLang="en-US" sz="2200" dirty="0">
                <a:latin typeface="Impact" panose="020B0806030902050204" pitchFamily="34" charset="0"/>
              </a:endParaRPr>
            </a:p>
          </p:txBody>
        </p:sp>
        <p:sp>
          <p:nvSpPr>
            <p:cNvPr id="3" name="文本框 2">
              <a:extLst>
                <a:ext uri="{FF2B5EF4-FFF2-40B4-BE49-F238E27FC236}">
                  <a16:creationId xmlns:a16="http://schemas.microsoft.com/office/drawing/2014/main" id="{4D6BD736-A4D3-4F26-AFED-36E11F50F70B}"/>
                </a:ext>
              </a:extLst>
            </p:cNvPr>
            <p:cNvSpPr txBox="1"/>
            <p:nvPr/>
          </p:nvSpPr>
          <p:spPr>
            <a:xfrm>
              <a:off x="1052423" y="898245"/>
              <a:ext cx="5162894" cy="400110"/>
            </a:xfrm>
            <a:prstGeom prst="rect">
              <a:avLst/>
            </a:prstGeom>
            <a:noFill/>
          </p:spPr>
          <p:txBody>
            <a:bodyPr wrap="square" rtlCol="0">
              <a:spAutoFit/>
            </a:bodyPr>
            <a:lstStyle/>
            <a:p>
              <a:r>
                <a:rPr lang="en-US" altLang="zh-CN" sz="2000" b="1" dirty="0">
                  <a:solidFill>
                    <a:schemeClr val="tx1"/>
                  </a:solidFill>
                  <a:latin typeface="Arial Narrow" panose="020B0606020202030204" pitchFamily="34" charset="0"/>
                </a:rPr>
                <a:t>802.11</a:t>
              </a:r>
              <a:r>
                <a:rPr lang="zh-CN" altLang="en-US" sz="2000" b="1" dirty="0">
                  <a:solidFill>
                    <a:schemeClr val="tx1"/>
                  </a:solidFill>
                  <a:latin typeface="Arial Narrow" panose="020B0606020202030204" pitchFamily="34" charset="0"/>
                </a:rPr>
                <a:t>无线局域网的</a:t>
              </a:r>
              <a:r>
                <a:rPr lang="en-US" altLang="zh-CN" sz="2000" b="1" dirty="0">
                  <a:solidFill>
                    <a:schemeClr val="tx1"/>
                  </a:solidFill>
                  <a:latin typeface="Arial Narrow" panose="020B0606020202030204" pitchFamily="34" charset="0"/>
                </a:rPr>
                <a:t>MAC</a:t>
              </a:r>
              <a:r>
                <a:rPr lang="zh-CN" altLang="en-US" sz="2000" b="1" dirty="0">
                  <a:solidFill>
                    <a:schemeClr val="tx1"/>
                  </a:solidFill>
                  <a:latin typeface="Arial Narrow" panose="020B0606020202030204" pitchFamily="34" charset="0"/>
                </a:rPr>
                <a:t>帧</a:t>
              </a:r>
              <a:endParaRPr lang="en-US" altLang="zh-CN" sz="2000" b="1" dirty="0">
                <a:solidFill>
                  <a:schemeClr val="tx1"/>
                </a:solidFill>
                <a:latin typeface="Arial Narrow" panose="020B0606020202030204" pitchFamily="34" charset="0"/>
              </a:endParaRPr>
            </a:p>
          </p:txBody>
        </p:sp>
      </p:grpSp>
      <p:sp>
        <p:nvSpPr>
          <p:cNvPr id="7" name="矩形 6">
            <a:extLst>
              <a:ext uri="{FF2B5EF4-FFF2-40B4-BE49-F238E27FC236}">
                <a16:creationId xmlns:a16="http://schemas.microsoft.com/office/drawing/2014/main" id="{2A389F9D-F1F5-4C87-83EE-639AEA070FF5}"/>
              </a:ext>
            </a:extLst>
          </p:cNvPr>
          <p:cNvSpPr/>
          <p:nvPr/>
        </p:nvSpPr>
        <p:spPr>
          <a:xfrm>
            <a:off x="882306" y="2247900"/>
            <a:ext cx="3200400" cy="469900"/>
          </a:xfrm>
          <a:prstGeom prst="rect">
            <a:avLst/>
          </a:prstGeom>
        </p:spPr>
        <p:style>
          <a:lnRef idx="2">
            <a:schemeClr val="accent4">
              <a:shade val="50000"/>
            </a:schemeClr>
          </a:lnRef>
          <a:fillRef idx="1">
            <a:schemeClr val="accent4"/>
          </a:fillRef>
          <a:effectRef idx="0">
            <a:schemeClr val="accent4"/>
          </a:effectRef>
          <a:fontRef idx="minor">
            <a:schemeClr val="lt1"/>
          </a:fontRef>
        </p:style>
        <p:txBody>
          <a:bodyPr rtlCol="0" anchor="ctr"/>
          <a:lstStyle/>
          <a:p>
            <a:pPr algn="ctr"/>
            <a:r>
              <a:rPr lang="zh-CN" altLang="en-US" b="1" dirty="0"/>
              <a:t>数据帧</a:t>
            </a:r>
          </a:p>
        </p:txBody>
      </p:sp>
      <p:sp>
        <p:nvSpPr>
          <p:cNvPr id="66" name="矩形 65">
            <a:extLst>
              <a:ext uri="{FF2B5EF4-FFF2-40B4-BE49-F238E27FC236}">
                <a16:creationId xmlns:a16="http://schemas.microsoft.com/office/drawing/2014/main" id="{B4417451-10F0-4CA4-9024-F46A3F0C89A2}"/>
              </a:ext>
            </a:extLst>
          </p:cNvPr>
          <p:cNvSpPr/>
          <p:nvPr/>
        </p:nvSpPr>
        <p:spPr>
          <a:xfrm>
            <a:off x="882306" y="2717799"/>
            <a:ext cx="3200400" cy="2508252"/>
          </a:xfrm>
          <a:prstGeom prst="rect">
            <a:avLst/>
          </a:prstGeom>
          <a:noFill/>
        </p:spPr>
        <p:style>
          <a:lnRef idx="2">
            <a:schemeClr val="accent4">
              <a:shade val="50000"/>
            </a:schemeClr>
          </a:lnRef>
          <a:fillRef idx="1">
            <a:schemeClr val="accent4"/>
          </a:fillRef>
          <a:effectRef idx="0">
            <a:schemeClr val="accent4"/>
          </a:effectRef>
          <a:fontRef idx="minor">
            <a:schemeClr val="lt1"/>
          </a:fontRef>
        </p:style>
        <p:txBody>
          <a:bodyPr rtlCol="0" anchor="ctr"/>
          <a:lstStyle/>
          <a:p>
            <a:pPr algn="ctr"/>
            <a:endParaRPr lang="zh-CN" altLang="en-US" b="1" dirty="0"/>
          </a:p>
        </p:txBody>
      </p:sp>
      <p:sp>
        <p:nvSpPr>
          <p:cNvPr id="64" name="矩形 63">
            <a:extLst>
              <a:ext uri="{FF2B5EF4-FFF2-40B4-BE49-F238E27FC236}">
                <a16:creationId xmlns:a16="http://schemas.microsoft.com/office/drawing/2014/main" id="{A0167802-E0E8-4704-8549-DD980F77607F}"/>
              </a:ext>
            </a:extLst>
          </p:cNvPr>
          <p:cNvSpPr/>
          <p:nvPr/>
        </p:nvSpPr>
        <p:spPr>
          <a:xfrm>
            <a:off x="4498631" y="2247900"/>
            <a:ext cx="3200400" cy="469900"/>
          </a:xfrm>
          <a:prstGeom prst="rect">
            <a:avLst/>
          </a:prstGeom>
        </p:spPr>
        <p:style>
          <a:lnRef idx="2">
            <a:schemeClr val="accent3">
              <a:shade val="50000"/>
            </a:schemeClr>
          </a:lnRef>
          <a:fillRef idx="1">
            <a:schemeClr val="accent3"/>
          </a:fillRef>
          <a:effectRef idx="0">
            <a:schemeClr val="accent3"/>
          </a:effectRef>
          <a:fontRef idx="minor">
            <a:schemeClr val="lt1"/>
          </a:fontRef>
        </p:style>
        <p:txBody>
          <a:bodyPr rtlCol="0" anchor="ctr"/>
          <a:lstStyle/>
          <a:p>
            <a:pPr algn="ctr"/>
            <a:r>
              <a:rPr lang="zh-CN" altLang="en-US" b="1" dirty="0"/>
              <a:t>控制帧</a:t>
            </a:r>
          </a:p>
        </p:txBody>
      </p:sp>
      <p:sp>
        <p:nvSpPr>
          <p:cNvPr id="68" name="矩形 67">
            <a:extLst>
              <a:ext uri="{FF2B5EF4-FFF2-40B4-BE49-F238E27FC236}">
                <a16:creationId xmlns:a16="http://schemas.microsoft.com/office/drawing/2014/main" id="{D0BD66B3-807A-4B16-8A50-FEF4113A076B}"/>
              </a:ext>
            </a:extLst>
          </p:cNvPr>
          <p:cNvSpPr/>
          <p:nvPr/>
        </p:nvSpPr>
        <p:spPr>
          <a:xfrm>
            <a:off x="4498631" y="2717798"/>
            <a:ext cx="3200400" cy="2508252"/>
          </a:xfrm>
          <a:prstGeom prst="rect">
            <a:avLst/>
          </a:prstGeom>
          <a:noFill/>
        </p:spPr>
        <p:style>
          <a:lnRef idx="2">
            <a:schemeClr val="accent3">
              <a:shade val="50000"/>
            </a:schemeClr>
          </a:lnRef>
          <a:fillRef idx="1">
            <a:schemeClr val="accent3"/>
          </a:fillRef>
          <a:effectRef idx="0">
            <a:schemeClr val="accent3"/>
          </a:effectRef>
          <a:fontRef idx="minor">
            <a:schemeClr val="lt1"/>
          </a:fontRef>
        </p:style>
        <p:txBody>
          <a:bodyPr rtlCol="0" anchor="ctr"/>
          <a:lstStyle/>
          <a:p>
            <a:pPr algn="ctr"/>
            <a:endParaRPr lang="zh-CN" altLang="en-US" b="1" dirty="0"/>
          </a:p>
        </p:txBody>
      </p:sp>
      <p:sp>
        <p:nvSpPr>
          <p:cNvPr id="65" name="矩形 64">
            <a:extLst>
              <a:ext uri="{FF2B5EF4-FFF2-40B4-BE49-F238E27FC236}">
                <a16:creationId xmlns:a16="http://schemas.microsoft.com/office/drawing/2014/main" id="{07A8CB70-9624-4466-90C6-7DA3B9DF1F9D}"/>
              </a:ext>
            </a:extLst>
          </p:cNvPr>
          <p:cNvSpPr/>
          <p:nvPr/>
        </p:nvSpPr>
        <p:spPr>
          <a:xfrm>
            <a:off x="8114956" y="2247900"/>
            <a:ext cx="3200400" cy="469900"/>
          </a:xfrm>
          <a:prstGeom prst="rect">
            <a:avLst/>
          </a:prstGeom>
        </p:spPr>
        <p:style>
          <a:lnRef idx="2">
            <a:schemeClr val="accent2">
              <a:shade val="50000"/>
            </a:schemeClr>
          </a:lnRef>
          <a:fillRef idx="1">
            <a:schemeClr val="accent2"/>
          </a:fillRef>
          <a:effectRef idx="0">
            <a:schemeClr val="accent2"/>
          </a:effectRef>
          <a:fontRef idx="minor">
            <a:schemeClr val="lt1"/>
          </a:fontRef>
        </p:style>
        <p:txBody>
          <a:bodyPr rtlCol="0" anchor="ctr"/>
          <a:lstStyle/>
          <a:p>
            <a:pPr algn="ctr"/>
            <a:r>
              <a:rPr lang="zh-CN" altLang="en-US" b="1" dirty="0"/>
              <a:t>管理帧</a:t>
            </a:r>
          </a:p>
        </p:txBody>
      </p:sp>
      <p:sp>
        <p:nvSpPr>
          <p:cNvPr id="69" name="矩形 68">
            <a:extLst>
              <a:ext uri="{FF2B5EF4-FFF2-40B4-BE49-F238E27FC236}">
                <a16:creationId xmlns:a16="http://schemas.microsoft.com/office/drawing/2014/main" id="{C7D1D17D-60C1-4D0F-B11B-825F19F51CA9}"/>
              </a:ext>
            </a:extLst>
          </p:cNvPr>
          <p:cNvSpPr/>
          <p:nvPr/>
        </p:nvSpPr>
        <p:spPr>
          <a:xfrm>
            <a:off x="8114956" y="2717797"/>
            <a:ext cx="3200400" cy="2508251"/>
          </a:xfrm>
          <a:prstGeom prst="rect">
            <a:avLst/>
          </a:prstGeom>
          <a:noFill/>
        </p:spPr>
        <p:style>
          <a:lnRef idx="2">
            <a:schemeClr val="accent2">
              <a:shade val="50000"/>
            </a:schemeClr>
          </a:lnRef>
          <a:fillRef idx="1">
            <a:schemeClr val="accent2"/>
          </a:fillRef>
          <a:effectRef idx="0">
            <a:schemeClr val="accent2"/>
          </a:effectRef>
          <a:fontRef idx="minor">
            <a:schemeClr val="lt1"/>
          </a:fontRef>
        </p:style>
        <p:txBody>
          <a:bodyPr rtlCol="0" anchor="ctr"/>
          <a:lstStyle/>
          <a:p>
            <a:pPr algn="ctr"/>
            <a:endParaRPr lang="zh-CN" altLang="en-US" b="1" dirty="0"/>
          </a:p>
        </p:txBody>
      </p:sp>
      <p:sp>
        <p:nvSpPr>
          <p:cNvPr id="11" name="椭圆 10">
            <a:extLst>
              <a:ext uri="{FF2B5EF4-FFF2-40B4-BE49-F238E27FC236}">
                <a16:creationId xmlns:a16="http://schemas.microsoft.com/office/drawing/2014/main" id="{26190466-FE36-4858-9208-875C1B020AE0}"/>
              </a:ext>
            </a:extLst>
          </p:cNvPr>
          <p:cNvSpPr/>
          <p:nvPr/>
        </p:nvSpPr>
        <p:spPr>
          <a:xfrm>
            <a:off x="1028700" y="2946400"/>
            <a:ext cx="171450" cy="17145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12" name="文本框 11">
            <a:extLst>
              <a:ext uri="{FF2B5EF4-FFF2-40B4-BE49-F238E27FC236}">
                <a16:creationId xmlns:a16="http://schemas.microsoft.com/office/drawing/2014/main" id="{EAA99341-897C-4835-99B3-90D1D62DB9CA}"/>
              </a:ext>
            </a:extLst>
          </p:cNvPr>
          <p:cNvSpPr txBox="1"/>
          <p:nvPr/>
        </p:nvSpPr>
        <p:spPr>
          <a:xfrm>
            <a:off x="1200150" y="2847459"/>
            <a:ext cx="2628900" cy="369332"/>
          </a:xfrm>
          <a:prstGeom prst="rect">
            <a:avLst/>
          </a:prstGeom>
          <a:noFill/>
        </p:spPr>
        <p:txBody>
          <a:bodyPr wrap="square" rtlCol="0">
            <a:spAutoFit/>
          </a:bodyPr>
          <a:lstStyle/>
          <a:p>
            <a:r>
              <a:rPr lang="zh-CN" altLang="en-US" b="1" dirty="0"/>
              <a:t>用于在站点间传输数据</a:t>
            </a:r>
          </a:p>
        </p:txBody>
      </p:sp>
      <p:sp>
        <p:nvSpPr>
          <p:cNvPr id="70" name="椭圆 69">
            <a:extLst>
              <a:ext uri="{FF2B5EF4-FFF2-40B4-BE49-F238E27FC236}">
                <a16:creationId xmlns:a16="http://schemas.microsoft.com/office/drawing/2014/main" id="{8A0E9F37-918D-479F-AEBB-B812C2CF5BDC}"/>
              </a:ext>
            </a:extLst>
          </p:cNvPr>
          <p:cNvSpPr/>
          <p:nvPr/>
        </p:nvSpPr>
        <p:spPr>
          <a:xfrm>
            <a:off x="4610100" y="2946400"/>
            <a:ext cx="171450" cy="17145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71" name="文本框 70">
            <a:extLst>
              <a:ext uri="{FF2B5EF4-FFF2-40B4-BE49-F238E27FC236}">
                <a16:creationId xmlns:a16="http://schemas.microsoft.com/office/drawing/2014/main" id="{DB974DAE-D388-4FF3-8064-55BEF682613B}"/>
              </a:ext>
            </a:extLst>
          </p:cNvPr>
          <p:cNvSpPr txBox="1"/>
          <p:nvPr/>
        </p:nvSpPr>
        <p:spPr>
          <a:xfrm>
            <a:off x="4781549" y="2847459"/>
            <a:ext cx="2917481" cy="369332"/>
          </a:xfrm>
          <a:prstGeom prst="rect">
            <a:avLst/>
          </a:prstGeom>
          <a:noFill/>
        </p:spPr>
        <p:txBody>
          <a:bodyPr wrap="square" rtlCol="0">
            <a:spAutoFit/>
          </a:bodyPr>
          <a:lstStyle/>
          <a:p>
            <a:r>
              <a:rPr lang="zh-CN" altLang="en-US" b="1" dirty="0"/>
              <a:t>通常与数据帧搭配使用</a:t>
            </a:r>
          </a:p>
        </p:txBody>
      </p:sp>
      <p:sp>
        <p:nvSpPr>
          <p:cNvPr id="72" name="椭圆 71">
            <a:extLst>
              <a:ext uri="{FF2B5EF4-FFF2-40B4-BE49-F238E27FC236}">
                <a16:creationId xmlns:a16="http://schemas.microsoft.com/office/drawing/2014/main" id="{F6377B11-46A8-49E7-9281-8D7995CEF51D}"/>
              </a:ext>
            </a:extLst>
          </p:cNvPr>
          <p:cNvSpPr/>
          <p:nvPr/>
        </p:nvSpPr>
        <p:spPr>
          <a:xfrm>
            <a:off x="4610100" y="3388239"/>
            <a:ext cx="171450" cy="17145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73" name="文本框 72">
            <a:extLst>
              <a:ext uri="{FF2B5EF4-FFF2-40B4-BE49-F238E27FC236}">
                <a16:creationId xmlns:a16="http://schemas.microsoft.com/office/drawing/2014/main" id="{BD057B3D-6E65-4A53-BA12-35EBFF1CEB97}"/>
              </a:ext>
            </a:extLst>
          </p:cNvPr>
          <p:cNvSpPr txBox="1"/>
          <p:nvPr/>
        </p:nvSpPr>
        <p:spPr>
          <a:xfrm>
            <a:off x="4781549" y="3289298"/>
            <a:ext cx="2917481" cy="1200329"/>
          </a:xfrm>
          <a:prstGeom prst="rect">
            <a:avLst/>
          </a:prstGeom>
          <a:noFill/>
        </p:spPr>
        <p:txBody>
          <a:bodyPr wrap="square" rtlCol="0">
            <a:spAutoFit/>
          </a:bodyPr>
          <a:lstStyle/>
          <a:p>
            <a:r>
              <a:rPr lang="zh-CN" altLang="en-US" b="1" dirty="0"/>
              <a:t>负责区域的清空、虚拟载波监听的维护以及信道的接入，并于收到数据帧时予以确认。</a:t>
            </a:r>
          </a:p>
        </p:txBody>
      </p:sp>
      <p:sp>
        <p:nvSpPr>
          <p:cNvPr id="74" name="椭圆 73">
            <a:extLst>
              <a:ext uri="{FF2B5EF4-FFF2-40B4-BE49-F238E27FC236}">
                <a16:creationId xmlns:a16="http://schemas.microsoft.com/office/drawing/2014/main" id="{9BD16DF3-957C-4C26-8C14-6A44427E584A}"/>
              </a:ext>
            </a:extLst>
          </p:cNvPr>
          <p:cNvSpPr/>
          <p:nvPr/>
        </p:nvSpPr>
        <p:spPr>
          <a:xfrm>
            <a:off x="4610100" y="4598480"/>
            <a:ext cx="171450" cy="17145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75" name="文本框 74">
            <a:extLst>
              <a:ext uri="{FF2B5EF4-FFF2-40B4-BE49-F238E27FC236}">
                <a16:creationId xmlns:a16="http://schemas.microsoft.com/office/drawing/2014/main" id="{C1618575-A73F-4DC1-9CE1-BA6BFF51225B}"/>
              </a:ext>
            </a:extLst>
          </p:cNvPr>
          <p:cNvSpPr txBox="1"/>
          <p:nvPr/>
        </p:nvSpPr>
        <p:spPr>
          <a:xfrm>
            <a:off x="4781549" y="4499539"/>
            <a:ext cx="2917481" cy="646331"/>
          </a:xfrm>
          <a:prstGeom prst="rect">
            <a:avLst/>
          </a:prstGeom>
          <a:noFill/>
        </p:spPr>
        <p:txBody>
          <a:bodyPr wrap="square" rtlCol="0">
            <a:spAutoFit/>
          </a:bodyPr>
          <a:lstStyle/>
          <a:p>
            <a:r>
              <a:rPr lang="en-US" altLang="zh-CN" b="1" dirty="0"/>
              <a:t>ACK</a:t>
            </a:r>
            <a:r>
              <a:rPr lang="zh-CN" altLang="en-US" b="1" dirty="0"/>
              <a:t>帧、</a:t>
            </a:r>
            <a:r>
              <a:rPr lang="en-US" altLang="zh-CN" b="1" dirty="0"/>
              <a:t>RTS</a:t>
            </a:r>
            <a:r>
              <a:rPr lang="zh-CN" altLang="en-US" b="1" dirty="0"/>
              <a:t>帧以及</a:t>
            </a:r>
            <a:r>
              <a:rPr lang="en-US" altLang="zh-CN" b="1" dirty="0"/>
              <a:t>CTS</a:t>
            </a:r>
            <a:r>
              <a:rPr lang="zh-CN" altLang="en-US" b="1" dirty="0"/>
              <a:t>帧等都属于控制帧。</a:t>
            </a:r>
          </a:p>
        </p:txBody>
      </p:sp>
      <p:sp>
        <p:nvSpPr>
          <p:cNvPr id="76" name="椭圆 75">
            <a:extLst>
              <a:ext uri="{FF2B5EF4-FFF2-40B4-BE49-F238E27FC236}">
                <a16:creationId xmlns:a16="http://schemas.microsoft.com/office/drawing/2014/main" id="{4A7A075B-D15B-45CA-8B9F-6FF0075D17FA}"/>
              </a:ext>
            </a:extLst>
          </p:cNvPr>
          <p:cNvSpPr/>
          <p:nvPr/>
        </p:nvSpPr>
        <p:spPr>
          <a:xfrm>
            <a:off x="8220764" y="2946400"/>
            <a:ext cx="171450" cy="17145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77" name="文本框 76">
            <a:extLst>
              <a:ext uri="{FF2B5EF4-FFF2-40B4-BE49-F238E27FC236}">
                <a16:creationId xmlns:a16="http://schemas.microsoft.com/office/drawing/2014/main" id="{933A9D6E-F756-4CAB-9A97-68BD4366EF07}"/>
              </a:ext>
            </a:extLst>
          </p:cNvPr>
          <p:cNvSpPr txBox="1"/>
          <p:nvPr/>
        </p:nvSpPr>
        <p:spPr>
          <a:xfrm>
            <a:off x="8392213" y="2847459"/>
            <a:ext cx="2917481" cy="923330"/>
          </a:xfrm>
          <a:prstGeom prst="rect">
            <a:avLst/>
          </a:prstGeom>
          <a:noFill/>
        </p:spPr>
        <p:txBody>
          <a:bodyPr wrap="square" rtlCol="0">
            <a:spAutoFit/>
          </a:bodyPr>
          <a:lstStyle/>
          <a:p>
            <a:r>
              <a:rPr lang="zh-CN" altLang="en-US" b="1" dirty="0"/>
              <a:t>用于加入或退出无线网络，以及处理</a:t>
            </a:r>
            <a:r>
              <a:rPr lang="en-US" altLang="zh-CN" b="1" dirty="0"/>
              <a:t>AP</a:t>
            </a:r>
            <a:r>
              <a:rPr lang="zh-CN" altLang="en-US" b="1" dirty="0"/>
              <a:t>之间连接的转移事宜。</a:t>
            </a:r>
          </a:p>
        </p:txBody>
      </p:sp>
      <p:sp>
        <p:nvSpPr>
          <p:cNvPr id="78" name="椭圆 77">
            <a:extLst>
              <a:ext uri="{FF2B5EF4-FFF2-40B4-BE49-F238E27FC236}">
                <a16:creationId xmlns:a16="http://schemas.microsoft.com/office/drawing/2014/main" id="{7AF0A7A6-88B8-41B9-A243-8A0981A6477E}"/>
              </a:ext>
            </a:extLst>
          </p:cNvPr>
          <p:cNvSpPr/>
          <p:nvPr/>
        </p:nvSpPr>
        <p:spPr>
          <a:xfrm>
            <a:off x="8220764" y="3921689"/>
            <a:ext cx="171450" cy="17145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79" name="文本框 78">
            <a:extLst>
              <a:ext uri="{FF2B5EF4-FFF2-40B4-BE49-F238E27FC236}">
                <a16:creationId xmlns:a16="http://schemas.microsoft.com/office/drawing/2014/main" id="{A1C0991B-7898-40B2-893B-F2B61B4C9942}"/>
              </a:ext>
            </a:extLst>
          </p:cNvPr>
          <p:cNvSpPr txBox="1"/>
          <p:nvPr/>
        </p:nvSpPr>
        <p:spPr>
          <a:xfrm>
            <a:off x="8392213" y="3822748"/>
            <a:ext cx="2917481" cy="923330"/>
          </a:xfrm>
          <a:prstGeom prst="rect">
            <a:avLst/>
          </a:prstGeom>
          <a:noFill/>
        </p:spPr>
        <p:txBody>
          <a:bodyPr wrap="square" rtlCol="0">
            <a:spAutoFit/>
          </a:bodyPr>
          <a:lstStyle/>
          <a:p>
            <a:r>
              <a:rPr lang="zh-CN" altLang="en-US" b="1" dirty="0"/>
              <a:t>信标帧、关联请求帧以及身份认证帧等都属于管理帧。</a:t>
            </a:r>
          </a:p>
        </p:txBody>
      </p:sp>
      <p:sp>
        <p:nvSpPr>
          <p:cNvPr id="23" name="平行四边形 22">
            <a:extLst>
              <a:ext uri="{FF2B5EF4-FFF2-40B4-BE49-F238E27FC236}">
                <a16:creationId xmlns:a16="http://schemas.microsoft.com/office/drawing/2014/main" id="{84371CB2-98E9-C739-8280-722EFBE09FD1}"/>
              </a:ext>
            </a:extLst>
          </p:cNvPr>
          <p:cNvSpPr/>
          <p:nvPr/>
        </p:nvSpPr>
        <p:spPr>
          <a:xfrm>
            <a:off x="304800" y="749300"/>
            <a:ext cx="723900" cy="387090"/>
          </a:xfrm>
          <a:prstGeom prst="parallelogram">
            <a:avLst/>
          </a:prstGeom>
          <a:solidFill>
            <a:schemeClr val="accent3">
              <a:lumMod val="75000"/>
            </a:schemeClr>
          </a:solidFill>
          <a:ln>
            <a:solidFill>
              <a:schemeClr val="accent3">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CN" sz="2200" dirty="0">
                <a:latin typeface="Impact" panose="020B0806030902050204" pitchFamily="34" charset="0"/>
              </a:rPr>
              <a:t>05</a:t>
            </a:r>
            <a:endParaRPr lang="zh-CN" altLang="en-US" sz="2200" dirty="0">
              <a:latin typeface="Impact" panose="020B0806030902050204" pitchFamily="34" charset="0"/>
            </a:endParaRPr>
          </a:p>
        </p:txBody>
      </p:sp>
    </p:spTree>
    <p:custDataLst>
      <p:tags r:id="rId1"/>
    </p:custDataLst>
    <p:extLst>
      <p:ext uri="{BB962C8B-B14F-4D97-AF65-F5344CB8AC3E}">
        <p14:creationId xmlns:p14="http://schemas.microsoft.com/office/powerpoint/2010/main" val="2421652413"/>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2" presetClass="entr" presetSubtype="1" fill="hold" grpId="0" nodeType="withEffect">
                                  <p:stCondLst>
                                    <p:cond delay="0"/>
                                  </p:stCondLst>
                                  <p:childTnLst>
                                    <p:set>
                                      <p:cBhvr>
                                        <p:cTn id="6" dur="1" fill="hold">
                                          <p:stCondLst>
                                            <p:cond delay="0"/>
                                          </p:stCondLst>
                                        </p:cTn>
                                        <p:tgtEl>
                                          <p:spTgt spid="69"/>
                                        </p:tgtEl>
                                        <p:attrNameLst>
                                          <p:attrName>style.visibility</p:attrName>
                                        </p:attrNameLst>
                                      </p:cBhvr>
                                      <p:to>
                                        <p:strVal val="visible"/>
                                      </p:to>
                                    </p:set>
                                    <p:animEffect transition="in" filter="wipe(up)">
                                      <p:cBhvr>
                                        <p:cTn id="7" dur="500"/>
                                        <p:tgtEl>
                                          <p:spTgt spid="69"/>
                                        </p:tgtEl>
                                      </p:cBhvr>
                                    </p:animEffect>
                                  </p:childTnLst>
                                </p:cTn>
                              </p:par>
                            </p:childTnLst>
                          </p:cTn>
                        </p:par>
                        <p:par>
                          <p:cTn id="8" fill="hold">
                            <p:stCondLst>
                              <p:cond delay="500"/>
                            </p:stCondLst>
                            <p:childTnLst>
                              <p:par>
                                <p:cTn id="9" presetID="53" presetClass="entr" presetSubtype="16" fill="hold" grpId="0" nodeType="afterEffect">
                                  <p:stCondLst>
                                    <p:cond delay="0"/>
                                  </p:stCondLst>
                                  <p:childTnLst>
                                    <p:set>
                                      <p:cBhvr>
                                        <p:cTn id="10" dur="1" fill="hold">
                                          <p:stCondLst>
                                            <p:cond delay="0"/>
                                          </p:stCondLst>
                                        </p:cTn>
                                        <p:tgtEl>
                                          <p:spTgt spid="76"/>
                                        </p:tgtEl>
                                        <p:attrNameLst>
                                          <p:attrName>style.visibility</p:attrName>
                                        </p:attrNameLst>
                                      </p:cBhvr>
                                      <p:to>
                                        <p:strVal val="visible"/>
                                      </p:to>
                                    </p:set>
                                    <p:anim calcmode="lin" valueType="num">
                                      <p:cBhvr>
                                        <p:cTn id="11" dur="500" fill="hold"/>
                                        <p:tgtEl>
                                          <p:spTgt spid="76"/>
                                        </p:tgtEl>
                                        <p:attrNameLst>
                                          <p:attrName>ppt_w</p:attrName>
                                        </p:attrNameLst>
                                      </p:cBhvr>
                                      <p:tavLst>
                                        <p:tav tm="0">
                                          <p:val>
                                            <p:fltVal val="0"/>
                                          </p:val>
                                        </p:tav>
                                        <p:tav tm="100000">
                                          <p:val>
                                            <p:strVal val="#ppt_w"/>
                                          </p:val>
                                        </p:tav>
                                      </p:tavLst>
                                    </p:anim>
                                    <p:anim calcmode="lin" valueType="num">
                                      <p:cBhvr>
                                        <p:cTn id="12" dur="500" fill="hold"/>
                                        <p:tgtEl>
                                          <p:spTgt spid="76"/>
                                        </p:tgtEl>
                                        <p:attrNameLst>
                                          <p:attrName>ppt_h</p:attrName>
                                        </p:attrNameLst>
                                      </p:cBhvr>
                                      <p:tavLst>
                                        <p:tav tm="0">
                                          <p:val>
                                            <p:fltVal val="0"/>
                                          </p:val>
                                        </p:tav>
                                        <p:tav tm="100000">
                                          <p:val>
                                            <p:strVal val="#ppt_h"/>
                                          </p:val>
                                        </p:tav>
                                      </p:tavLst>
                                    </p:anim>
                                    <p:animEffect transition="in" filter="fade">
                                      <p:cBhvr>
                                        <p:cTn id="13" dur="500"/>
                                        <p:tgtEl>
                                          <p:spTgt spid="76"/>
                                        </p:tgtEl>
                                      </p:cBhvr>
                                    </p:animEffect>
                                  </p:childTnLst>
                                </p:cTn>
                              </p:par>
                            </p:childTnLst>
                          </p:cTn>
                        </p:par>
                        <p:par>
                          <p:cTn id="14" fill="hold">
                            <p:stCondLst>
                              <p:cond delay="1000"/>
                            </p:stCondLst>
                            <p:childTnLst>
                              <p:par>
                                <p:cTn id="15" presetID="1" presetClass="entr" presetSubtype="0" fill="hold" grpId="0" nodeType="afterEffect">
                                  <p:stCondLst>
                                    <p:cond delay="0"/>
                                  </p:stCondLst>
                                  <p:iterate type="lt">
                                    <p:tmAbs val="100"/>
                                  </p:iterate>
                                  <p:childTnLst>
                                    <p:set>
                                      <p:cBhvr>
                                        <p:cTn id="16" dur="1" fill="hold">
                                          <p:stCondLst>
                                            <p:cond delay="0"/>
                                          </p:stCondLst>
                                        </p:cTn>
                                        <p:tgtEl>
                                          <p:spTgt spid="77"/>
                                        </p:tgtEl>
                                        <p:attrNameLst>
                                          <p:attrName>style.visibility</p:attrName>
                                        </p:attrNameLst>
                                      </p:cBhvr>
                                      <p:to>
                                        <p:strVal val="visible"/>
                                      </p:to>
                                    </p:set>
                                  </p:childTnLst>
                                </p:cTn>
                              </p:par>
                            </p:childTnLst>
                          </p:cTn>
                        </p:par>
                      </p:childTnLst>
                    </p:cTn>
                  </p:par>
                  <p:par>
                    <p:cTn id="17" fill="hold">
                      <p:stCondLst>
                        <p:cond delay="indefinite"/>
                      </p:stCondLst>
                      <p:childTnLst>
                        <p:par>
                          <p:cTn id="18" fill="hold">
                            <p:stCondLst>
                              <p:cond delay="0"/>
                            </p:stCondLst>
                            <p:childTnLst>
                              <p:par>
                                <p:cTn id="19" presetID="53" presetClass="entr" presetSubtype="16" fill="hold" grpId="0" nodeType="clickEffect">
                                  <p:stCondLst>
                                    <p:cond delay="0"/>
                                  </p:stCondLst>
                                  <p:childTnLst>
                                    <p:set>
                                      <p:cBhvr>
                                        <p:cTn id="20" dur="1" fill="hold">
                                          <p:stCondLst>
                                            <p:cond delay="0"/>
                                          </p:stCondLst>
                                        </p:cTn>
                                        <p:tgtEl>
                                          <p:spTgt spid="78"/>
                                        </p:tgtEl>
                                        <p:attrNameLst>
                                          <p:attrName>style.visibility</p:attrName>
                                        </p:attrNameLst>
                                      </p:cBhvr>
                                      <p:to>
                                        <p:strVal val="visible"/>
                                      </p:to>
                                    </p:set>
                                    <p:anim calcmode="lin" valueType="num">
                                      <p:cBhvr>
                                        <p:cTn id="21" dur="500" fill="hold"/>
                                        <p:tgtEl>
                                          <p:spTgt spid="78"/>
                                        </p:tgtEl>
                                        <p:attrNameLst>
                                          <p:attrName>ppt_w</p:attrName>
                                        </p:attrNameLst>
                                      </p:cBhvr>
                                      <p:tavLst>
                                        <p:tav tm="0">
                                          <p:val>
                                            <p:fltVal val="0"/>
                                          </p:val>
                                        </p:tav>
                                        <p:tav tm="100000">
                                          <p:val>
                                            <p:strVal val="#ppt_w"/>
                                          </p:val>
                                        </p:tav>
                                      </p:tavLst>
                                    </p:anim>
                                    <p:anim calcmode="lin" valueType="num">
                                      <p:cBhvr>
                                        <p:cTn id="22" dur="500" fill="hold"/>
                                        <p:tgtEl>
                                          <p:spTgt spid="78"/>
                                        </p:tgtEl>
                                        <p:attrNameLst>
                                          <p:attrName>ppt_h</p:attrName>
                                        </p:attrNameLst>
                                      </p:cBhvr>
                                      <p:tavLst>
                                        <p:tav tm="0">
                                          <p:val>
                                            <p:fltVal val="0"/>
                                          </p:val>
                                        </p:tav>
                                        <p:tav tm="100000">
                                          <p:val>
                                            <p:strVal val="#ppt_h"/>
                                          </p:val>
                                        </p:tav>
                                      </p:tavLst>
                                    </p:anim>
                                    <p:animEffect transition="in" filter="fade">
                                      <p:cBhvr>
                                        <p:cTn id="23" dur="500"/>
                                        <p:tgtEl>
                                          <p:spTgt spid="78"/>
                                        </p:tgtEl>
                                      </p:cBhvr>
                                    </p:animEffect>
                                  </p:childTnLst>
                                </p:cTn>
                              </p:par>
                            </p:childTnLst>
                          </p:cTn>
                        </p:par>
                        <p:par>
                          <p:cTn id="24" fill="hold">
                            <p:stCondLst>
                              <p:cond delay="500"/>
                            </p:stCondLst>
                            <p:childTnLst>
                              <p:par>
                                <p:cTn id="25" presetID="1" presetClass="entr" presetSubtype="0" fill="hold" grpId="0" nodeType="afterEffect">
                                  <p:stCondLst>
                                    <p:cond delay="0"/>
                                  </p:stCondLst>
                                  <p:iterate type="lt">
                                    <p:tmAbs val="100"/>
                                  </p:iterate>
                                  <p:childTnLst>
                                    <p:set>
                                      <p:cBhvr>
                                        <p:cTn id="26" dur="1" fill="hold">
                                          <p:stCondLst>
                                            <p:cond delay="0"/>
                                          </p:stCondLst>
                                        </p:cTn>
                                        <p:tgtEl>
                                          <p:spTgt spid="79"/>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69" grpId="0" animBg="1"/>
      <p:bldP spid="76" grpId="0" animBg="1"/>
      <p:bldP spid="77" grpId="0"/>
      <p:bldP spid="78" grpId="0" animBg="1"/>
      <p:bldP spid="79" grpId="0"/>
    </p:bldLst>
  </p:timing>
</p:sld>
</file>

<file path=ppt/slides/slide57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4" name="组合 3">
            <a:extLst>
              <a:ext uri="{FF2B5EF4-FFF2-40B4-BE49-F238E27FC236}">
                <a16:creationId xmlns:a16="http://schemas.microsoft.com/office/drawing/2014/main" id="{9A1EA9F2-FCB6-48C3-935F-7AE7E3AD14AC}"/>
              </a:ext>
            </a:extLst>
          </p:cNvPr>
          <p:cNvGrpSpPr/>
          <p:nvPr/>
        </p:nvGrpSpPr>
        <p:grpSpPr>
          <a:xfrm>
            <a:off x="304800" y="749300"/>
            <a:ext cx="5791200" cy="400110"/>
            <a:chOff x="424117" y="898245"/>
            <a:chExt cx="5791200" cy="400110"/>
          </a:xfrm>
        </p:grpSpPr>
        <p:sp>
          <p:nvSpPr>
            <p:cNvPr id="2" name="平行四边形 1">
              <a:extLst>
                <a:ext uri="{FF2B5EF4-FFF2-40B4-BE49-F238E27FC236}">
                  <a16:creationId xmlns:a16="http://schemas.microsoft.com/office/drawing/2014/main" id="{1F5BAA3F-9845-4F89-A2DD-8222D3E4EDAC}"/>
                </a:ext>
              </a:extLst>
            </p:cNvPr>
            <p:cNvSpPr/>
            <p:nvPr/>
          </p:nvSpPr>
          <p:spPr>
            <a:xfrm>
              <a:off x="424117" y="898245"/>
              <a:ext cx="628306" cy="387090"/>
            </a:xfrm>
            <a:prstGeom prst="parallelogram">
              <a:avLst/>
            </a:prstGeom>
            <a:solidFill>
              <a:schemeClr val="accent3">
                <a:lumMod val="75000"/>
              </a:schemeClr>
            </a:solidFill>
            <a:ln>
              <a:solidFill>
                <a:schemeClr val="accent3">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CN" sz="2200" dirty="0">
                  <a:latin typeface="Impact" panose="020B0806030902050204" pitchFamily="34" charset="0"/>
                </a:rPr>
                <a:t>01</a:t>
              </a:r>
              <a:endParaRPr lang="zh-CN" altLang="en-US" sz="2200" dirty="0">
                <a:latin typeface="Impact" panose="020B0806030902050204" pitchFamily="34" charset="0"/>
              </a:endParaRPr>
            </a:p>
          </p:txBody>
        </p:sp>
        <p:sp>
          <p:nvSpPr>
            <p:cNvPr id="3" name="文本框 2">
              <a:extLst>
                <a:ext uri="{FF2B5EF4-FFF2-40B4-BE49-F238E27FC236}">
                  <a16:creationId xmlns:a16="http://schemas.microsoft.com/office/drawing/2014/main" id="{4D6BD736-A4D3-4F26-AFED-36E11F50F70B}"/>
                </a:ext>
              </a:extLst>
            </p:cNvPr>
            <p:cNvSpPr txBox="1"/>
            <p:nvPr/>
          </p:nvSpPr>
          <p:spPr>
            <a:xfrm>
              <a:off x="1052423" y="898245"/>
              <a:ext cx="5162894" cy="400110"/>
            </a:xfrm>
            <a:prstGeom prst="rect">
              <a:avLst/>
            </a:prstGeom>
            <a:noFill/>
          </p:spPr>
          <p:txBody>
            <a:bodyPr wrap="square" rtlCol="0">
              <a:spAutoFit/>
            </a:bodyPr>
            <a:lstStyle/>
            <a:p>
              <a:r>
                <a:rPr lang="en-US" altLang="zh-CN" sz="2000" b="1" dirty="0">
                  <a:solidFill>
                    <a:schemeClr val="tx1"/>
                  </a:solidFill>
                  <a:latin typeface="Arial Narrow" panose="020B0606020202030204" pitchFamily="34" charset="0"/>
                </a:rPr>
                <a:t>802.11</a:t>
              </a:r>
              <a:r>
                <a:rPr lang="zh-CN" altLang="en-US" sz="2000" b="1" dirty="0">
                  <a:solidFill>
                    <a:schemeClr val="tx1"/>
                  </a:solidFill>
                  <a:latin typeface="Arial Narrow" panose="020B0606020202030204" pitchFamily="34" charset="0"/>
                </a:rPr>
                <a:t>无线局域网的</a:t>
              </a:r>
              <a:r>
                <a:rPr lang="en-US" altLang="zh-CN" sz="2000" b="1" dirty="0">
                  <a:solidFill>
                    <a:schemeClr val="tx1"/>
                  </a:solidFill>
                  <a:latin typeface="Arial Narrow" panose="020B0606020202030204" pitchFamily="34" charset="0"/>
                </a:rPr>
                <a:t>MAC</a:t>
              </a:r>
              <a:r>
                <a:rPr lang="zh-CN" altLang="en-US" sz="2000" b="1" dirty="0">
                  <a:solidFill>
                    <a:schemeClr val="tx1"/>
                  </a:solidFill>
                  <a:latin typeface="Arial Narrow" panose="020B0606020202030204" pitchFamily="34" charset="0"/>
                </a:rPr>
                <a:t>帧</a:t>
              </a:r>
              <a:endParaRPr lang="en-US" altLang="zh-CN" sz="2000" b="1" dirty="0">
                <a:solidFill>
                  <a:schemeClr val="tx1"/>
                </a:solidFill>
                <a:latin typeface="Arial Narrow" panose="020B0606020202030204" pitchFamily="34" charset="0"/>
              </a:endParaRPr>
            </a:p>
          </p:txBody>
        </p:sp>
      </p:grpSp>
      <p:grpSp>
        <p:nvGrpSpPr>
          <p:cNvPr id="8" name="组合 7">
            <a:extLst>
              <a:ext uri="{FF2B5EF4-FFF2-40B4-BE49-F238E27FC236}">
                <a16:creationId xmlns:a16="http://schemas.microsoft.com/office/drawing/2014/main" id="{B64ABECE-DE5B-42BB-A4DE-C6E7D0E1013D}"/>
              </a:ext>
            </a:extLst>
          </p:cNvPr>
          <p:cNvGrpSpPr/>
          <p:nvPr/>
        </p:nvGrpSpPr>
        <p:grpSpPr>
          <a:xfrm>
            <a:off x="465423" y="1581867"/>
            <a:ext cx="7686251" cy="489168"/>
            <a:chOff x="465423" y="1969217"/>
            <a:chExt cx="7686251" cy="489168"/>
          </a:xfrm>
        </p:grpSpPr>
        <p:cxnSp>
          <p:nvCxnSpPr>
            <p:cNvPr id="24" name="直接连接符 23">
              <a:extLst>
                <a:ext uri="{FF2B5EF4-FFF2-40B4-BE49-F238E27FC236}">
                  <a16:creationId xmlns:a16="http://schemas.microsoft.com/office/drawing/2014/main" id="{DAF0C2C1-A68B-4259-A489-5505460A508D}"/>
                </a:ext>
              </a:extLst>
            </p:cNvPr>
            <p:cNvCxnSpPr/>
            <p:nvPr/>
          </p:nvCxnSpPr>
          <p:spPr>
            <a:xfrm flipV="1">
              <a:off x="465423" y="1991246"/>
              <a:ext cx="0" cy="467139"/>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5" name="直接连接符 24">
              <a:extLst>
                <a:ext uri="{FF2B5EF4-FFF2-40B4-BE49-F238E27FC236}">
                  <a16:creationId xmlns:a16="http://schemas.microsoft.com/office/drawing/2014/main" id="{9B014577-1385-48C2-B60A-93EE0E101280}"/>
                </a:ext>
              </a:extLst>
            </p:cNvPr>
            <p:cNvCxnSpPr/>
            <p:nvPr/>
          </p:nvCxnSpPr>
          <p:spPr>
            <a:xfrm flipV="1">
              <a:off x="8151674" y="1991246"/>
              <a:ext cx="0" cy="467139"/>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8" name="直接箭头连接符 27">
              <a:extLst>
                <a:ext uri="{FF2B5EF4-FFF2-40B4-BE49-F238E27FC236}">
                  <a16:creationId xmlns:a16="http://schemas.microsoft.com/office/drawing/2014/main" id="{5DCCA8BD-04A8-4B04-AD75-7A82FBB4110A}"/>
                </a:ext>
              </a:extLst>
            </p:cNvPr>
            <p:cNvCxnSpPr>
              <a:cxnSpLocks/>
            </p:cNvCxnSpPr>
            <p:nvPr/>
          </p:nvCxnSpPr>
          <p:spPr>
            <a:xfrm>
              <a:off x="465423" y="2159077"/>
              <a:ext cx="7676312" cy="0"/>
            </a:xfrm>
            <a:prstGeom prst="straightConnector1">
              <a:avLst/>
            </a:prstGeom>
            <a:ln w="12700">
              <a:solidFill>
                <a:schemeClr val="tx1"/>
              </a:solidFill>
              <a:headEnd type="triangle" w="lg" len="lg"/>
              <a:tailEnd type="triangle" w="lg" len="lg"/>
            </a:ln>
          </p:spPr>
          <p:style>
            <a:lnRef idx="1">
              <a:schemeClr val="accent1"/>
            </a:lnRef>
            <a:fillRef idx="0">
              <a:schemeClr val="accent1"/>
            </a:fillRef>
            <a:effectRef idx="0">
              <a:schemeClr val="accent1"/>
            </a:effectRef>
            <a:fontRef idx="minor">
              <a:schemeClr val="tx1"/>
            </a:fontRef>
          </p:style>
        </p:cxnSp>
        <p:sp>
          <p:nvSpPr>
            <p:cNvPr id="31" name="文本框 30">
              <a:extLst>
                <a:ext uri="{FF2B5EF4-FFF2-40B4-BE49-F238E27FC236}">
                  <a16:creationId xmlns:a16="http://schemas.microsoft.com/office/drawing/2014/main" id="{DFD7D356-1575-4044-A76B-B618352CD119}"/>
                </a:ext>
              </a:extLst>
            </p:cNvPr>
            <p:cNvSpPr txBox="1"/>
            <p:nvPr/>
          </p:nvSpPr>
          <p:spPr>
            <a:xfrm>
              <a:off x="3970476" y="1969217"/>
              <a:ext cx="666206" cy="369332"/>
            </a:xfrm>
            <a:prstGeom prst="rect">
              <a:avLst/>
            </a:prstGeom>
            <a:solidFill>
              <a:schemeClr val="bg1"/>
            </a:solidFill>
          </p:spPr>
          <p:txBody>
            <a:bodyPr wrap="square" rtlCol="0">
              <a:spAutoFit/>
            </a:bodyPr>
            <a:lstStyle/>
            <a:p>
              <a:pPr algn="ctr"/>
              <a:r>
                <a:rPr lang="zh-CN" altLang="en-US" b="1" dirty="0">
                  <a:latin typeface="+mn-ea"/>
                </a:rPr>
                <a:t>帧头</a:t>
              </a:r>
            </a:p>
          </p:txBody>
        </p:sp>
      </p:grpSp>
      <p:graphicFrame>
        <p:nvGraphicFramePr>
          <p:cNvPr id="34" name="表格 21">
            <a:extLst>
              <a:ext uri="{FF2B5EF4-FFF2-40B4-BE49-F238E27FC236}">
                <a16:creationId xmlns:a16="http://schemas.microsoft.com/office/drawing/2014/main" id="{DF5CDFD2-8CC8-4CBE-AE88-C65AF556565B}"/>
              </a:ext>
            </a:extLst>
          </p:cNvPr>
          <p:cNvGraphicFramePr>
            <a:graphicFrameLocks noGrp="1"/>
          </p:cNvGraphicFramePr>
          <p:nvPr/>
        </p:nvGraphicFramePr>
        <p:xfrm>
          <a:off x="468725" y="2082108"/>
          <a:ext cx="11292507" cy="1010920"/>
        </p:xfrm>
        <a:graphic>
          <a:graphicData uri="http://schemas.openxmlformats.org/drawingml/2006/table">
            <a:tbl>
              <a:tblPr firstRow="1" bandRow="1">
                <a:tableStyleId>{5C22544A-7EE6-4342-B048-85BDC9FD1C3A}</a:tableStyleId>
              </a:tblPr>
              <a:tblGrid>
                <a:gridCol w="899493">
                  <a:extLst>
                    <a:ext uri="{9D8B030D-6E8A-4147-A177-3AD203B41FA5}">
                      <a16:colId xmlns:a16="http://schemas.microsoft.com/office/drawing/2014/main" val="1258819126"/>
                    </a:ext>
                  </a:extLst>
                </a:gridCol>
                <a:gridCol w="894522">
                  <a:extLst>
                    <a:ext uri="{9D8B030D-6E8A-4147-A177-3AD203B41FA5}">
                      <a16:colId xmlns:a16="http://schemas.microsoft.com/office/drawing/2014/main" val="32700923"/>
                    </a:ext>
                  </a:extLst>
                </a:gridCol>
                <a:gridCol w="1242391">
                  <a:extLst>
                    <a:ext uri="{9D8B030D-6E8A-4147-A177-3AD203B41FA5}">
                      <a16:colId xmlns:a16="http://schemas.microsoft.com/office/drawing/2014/main" val="1037279983"/>
                    </a:ext>
                  </a:extLst>
                </a:gridCol>
                <a:gridCol w="1252331">
                  <a:extLst>
                    <a:ext uri="{9D8B030D-6E8A-4147-A177-3AD203B41FA5}">
                      <a16:colId xmlns:a16="http://schemas.microsoft.com/office/drawing/2014/main" val="3611894563"/>
                    </a:ext>
                  </a:extLst>
                </a:gridCol>
                <a:gridCol w="1262269">
                  <a:extLst>
                    <a:ext uri="{9D8B030D-6E8A-4147-A177-3AD203B41FA5}">
                      <a16:colId xmlns:a16="http://schemas.microsoft.com/office/drawing/2014/main" val="153125566"/>
                    </a:ext>
                  </a:extLst>
                </a:gridCol>
                <a:gridCol w="884583">
                  <a:extLst>
                    <a:ext uri="{9D8B030D-6E8A-4147-A177-3AD203B41FA5}">
                      <a16:colId xmlns:a16="http://schemas.microsoft.com/office/drawing/2014/main" val="951368562"/>
                    </a:ext>
                  </a:extLst>
                </a:gridCol>
                <a:gridCol w="1252330">
                  <a:extLst>
                    <a:ext uri="{9D8B030D-6E8A-4147-A177-3AD203B41FA5}">
                      <a16:colId xmlns:a16="http://schemas.microsoft.com/office/drawing/2014/main" val="1974035653"/>
                    </a:ext>
                  </a:extLst>
                </a:gridCol>
                <a:gridCol w="2345635">
                  <a:extLst>
                    <a:ext uri="{9D8B030D-6E8A-4147-A177-3AD203B41FA5}">
                      <a16:colId xmlns:a16="http://schemas.microsoft.com/office/drawing/2014/main" val="1651430110"/>
                    </a:ext>
                  </a:extLst>
                </a:gridCol>
                <a:gridCol w="1258953">
                  <a:extLst>
                    <a:ext uri="{9D8B030D-6E8A-4147-A177-3AD203B41FA5}">
                      <a16:colId xmlns:a16="http://schemas.microsoft.com/office/drawing/2014/main" val="3356981729"/>
                    </a:ext>
                  </a:extLst>
                </a:gridCol>
              </a:tblGrid>
              <a:tr h="370840">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altLang="zh-CN" sz="1800" b="1" i="0" u="none" strike="noStrike" kern="1200" cap="none" spc="0" normalizeH="0" baseline="0" noProof="0" dirty="0">
                          <a:ln>
                            <a:noFill/>
                          </a:ln>
                          <a:solidFill>
                            <a:prstClr val="black"/>
                          </a:solidFill>
                          <a:effectLst/>
                          <a:uLnTx/>
                          <a:uFillTx/>
                          <a:latin typeface="Arial Narrow" panose="020B0606020202030204" pitchFamily="34" charset="0"/>
                          <a:ea typeface="+mn-ea"/>
                          <a:cs typeface="+mn-cs"/>
                        </a:rPr>
                        <a:t>2</a:t>
                      </a:r>
                      <a:r>
                        <a:rPr kumimoji="0" lang="zh-CN" altLang="en-US" sz="1800" b="1" i="0" u="none" strike="noStrike" kern="1200" cap="none" spc="0" normalizeH="0" baseline="0" noProof="0" dirty="0">
                          <a:ln>
                            <a:noFill/>
                          </a:ln>
                          <a:solidFill>
                            <a:prstClr val="black"/>
                          </a:solidFill>
                          <a:effectLst/>
                          <a:uLnTx/>
                          <a:uFillTx/>
                          <a:latin typeface="Arial Narrow" panose="020B0606020202030204" pitchFamily="34" charset="0"/>
                          <a:ea typeface="+mn-ea"/>
                          <a:cs typeface="+mn-cs"/>
                        </a:rPr>
                        <a:t>字节</a:t>
                      </a: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altLang="zh-CN" sz="1800" b="1" i="0" u="none" strike="noStrike" kern="1200" cap="none" spc="0" normalizeH="0" baseline="0" noProof="0" dirty="0">
                          <a:ln>
                            <a:noFill/>
                          </a:ln>
                          <a:solidFill>
                            <a:prstClr val="black"/>
                          </a:solidFill>
                          <a:effectLst/>
                          <a:uLnTx/>
                          <a:uFillTx/>
                          <a:latin typeface="Arial Narrow" panose="020B0606020202030204" pitchFamily="34" charset="0"/>
                          <a:ea typeface="+mn-ea"/>
                          <a:cs typeface="+mn-cs"/>
                        </a:rPr>
                        <a:t>2</a:t>
                      </a:r>
                      <a:r>
                        <a:rPr kumimoji="0" lang="zh-CN" altLang="en-US" sz="1800" b="1" i="0" u="none" strike="noStrike" kern="1200" cap="none" spc="0" normalizeH="0" baseline="0" noProof="0" dirty="0">
                          <a:ln>
                            <a:noFill/>
                          </a:ln>
                          <a:solidFill>
                            <a:prstClr val="black"/>
                          </a:solidFill>
                          <a:effectLst/>
                          <a:uLnTx/>
                          <a:uFillTx/>
                          <a:latin typeface="Arial Narrow" panose="020B0606020202030204" pitchFamily="34" charset="0"/>
                          <a:ea typeface="+mn-ea"/>
                          <a:cs typeface="+mn-cs"/>
                        </a:rPr>
                        <a:t>字节</a:t>
                      </a: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altLang="zh-CN" sz="1800" b="1" i="0" u="none" strike="noStrike" kern="1200" cap="none" spc="0" normalizeH="0" baseline="0" noProof="0" dirty="0">
                          <a:ln>
                            <a:noFill/>
                          </a:ln>
                          <a:solidFill>
                            <a:prstClr val="black"/>
                          </a:solidFill>
                          <a:effectLst/>
                          <a:uLnTx/>
                          <a:uFillTx/>
                          <a:latin typeface="Arial Narrow" panose="020B0606020202030204" pitchFamily="34" charset="0"/>
                          <a:ea typeface="+mn-ea"/>
                          <a:cs typeface="+mn-cs"/>
                        </a:rPr>
                        <a:t>6</a:t>
                      </a:r>
                      <a:r>
                        <a:rPr kumimoji="0" lang="zh-CN" altLang="en-US" sz="1800" b="1" i="0" u="none" strike="noStrike" kern="1200" cap="none" spc="0" normalizeH="0" baseline="0" noProof="0" dirty="0">
                          <a:ln>
                            <a:noFill/>
                          </a:ln>
                          <a:solidFill>
                            <a:prstClr val="black"/>
                          </a:solidFill>
                          <a:effectLst/>
                          <a:uLnTx/>
                          <a:uFillTx/>
                          <a:latin typeface="Arial Narrow" panose="020B0606020202030204" pitchFamily="34" charset="0"/>
                          <a:ea typeface="+mn-ea"/>
                          <a:cs typeface="+mn-cs"/>
                        </a:rPr>
                        <a:t>字节</a:t>
                      </a: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altLang="zh-CN" sz="1800" b="1" i="0" u="none" strike="noStrike" kern="1200" cap="none" spc="0" normalizeH="0" baseline="0" noProof="0" dirty="0">
                          <a:ln>
                            <a:noFill/>
                          </a:ln>
                          <a:solidFill>
                            <a:prstClr val="black"/>
                          </a:solidFill>
                          <a:effectLst/>
                          <a:uLnTx/>
                          <a:uFillTx/>
                          <a:latin typeface="Arial Narrow" panose="020B0606020202030204" pitchFamily="34" charset="0"/>
                          <a:ea typeface="+mn-ea"/>
                          <a:cs typeface="+mn-cs"/>
                        </a:rPr>
                        <a:t>6</a:t>
                      </a:r>
                      <a:r>
                        <a:rPr kumimoji="0" lang="zh-CN" altLang="en-US" sz="1800" b="1" i="0" u="none" strike="noStrike" kern="1200" cap="none" spc="0" normalizeH="0" baseline="0" noProof="0" dirty="0">
                          <a:ln>
                            <a:noFill/>
                          </a:ln>
                          <a:solidFill>
                            <a:prstClr val="black"/>
                          </a:solidFill>
                          <a:effectLst/>
                          <a:uLnTx/>
                          <a:uFillTx/>
                          <a:latin typeface="Arial Narrow" panose="020B0606020202030204" pitchFamily="34" charset="0"/>
                          <a:ea typeface="+mn-ea"/>
                          <a:cs typeface="+mn-cs"/>
                        </a:rPr>
                        <a:t>字节</a:t>
                      </a: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altLang="zh-CN" sz="1800" b="1" i="0" u="none" strike="noStrike" kern="1200" cap="none" spc="0" normalizeH="0" baseline="0" noProof="0" dirty="0">
                          <a:ln>
                            <a:noFill/>
                          </a:ln>
                          <a:solidFill>
                            <a:prstClr val="black"/>
                          </a:solidFill>
                          <a:effectLst/>
                          <a:uLnTx/>
                          <a:uFillTx/>
                          <a:latin typeface="Arial Narrow" panose="020B0606020202030204" pitchFamily="34" charset="0"/>
                          <a:ea typeface="+mn-ea"/>
                          <a:cs typeface="+mn-cs"/>
                        </a:rPr>
                        <a:t>6</a:t>
                      </a:r>
                      <a:r>
                        <a:rPr kumimoji="0" lang="zh-CN" altLang="en-US" sz="1800" b="1" i="0" u="none" strike="noStrike" kern="1200" cap="none" spc="0" normalizeH="0" baseline="0" noProof="0" dirty="0">
                          <a:ln>
                            <a:noFill/>
                          </a:ln>
                          <a:solidFill>
                            <a:prstClr val="black"/>
                          </a:solidFill>
                          <a:effectLst/>
                          <a:uLnTx/>
                          <a:uFillTx/>
                          <a:latin typeface="Arial Narrow" panose="020B0606020202030204" pitchFamily="34" charset="0"/>
                          <a:ea typeface="+mn-ea"/>
                          <a:cs typeface="+mn-cs"/>
                        </a:rPr>
                        <a:t>字节</a:t>
                      </a: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altLang="zh-CN" sz="1800" b="1" i="0" u="none" strike="noStrike" kern="1200" cap="none" spc="0" normalizeH="0" baseline="0" noProof="0" dirty="0">
                          <a:ln>
                            <a:noFill/>
                          </a:ln>
                          <a:solidFill>
                            <a:prstClr val="black"/>
                          </a:solidFill>
                          <a:effectLst/>
                          <a:uLnTx/>
                          <a:uFillTx/>
                          <a:latin typeface="Arial Narrow" panose="020B0606020202030204" pitchFamily="34" charset="0"/>
                          <a:ea typeface="+mn-ea"/>
                          <a:cs typeface="+mn-cs"/>
                        </a:rPr>
                        <a:t>2</a:t>
                      </a:r>
                      <a:r>
                        <a:rPr kumimoji="0" lang="zh-CN" altLang="en-US" sz="1800" b="1" i="0" u="none" strike="noStrike" kern="1200" cap="none" spc="0" normalizeH="0" baseline="0" noProof="0" dirty="0">
                          <a:ln>
                            <a:noFill/>
                          </a:ln>
                          <a:solidFill>
                            <a:prstClr val="black"/>
                          </a:solidFill>
                          <a:effectLst/>
                          <a:uLnTx/>
                          <a:uFillTx/>
                          <a:latin typeface="Arial Narrow" panose="020B0606020202030204" pitchFamily="34" charset="0"/>
                          <a:ea typeface="+mn-ea"/>
                          <a:cs typeface="+mn-cs"/>
                        </a:rPr>
                        <a:t>字节</a:t>
                      </a: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altLang="zh-CN" sz="1800" b="1" i="0" u="none" strike="noStrike" kern="1200" cap="none" spc="0" normalizeH="0" baseline="0" noProof="0" dirty="0">
                          <a:ln>
                            <a:noFill/>
                          </a:ln>
                          <a:solidFill>
                            <a:prstClr val="black"/>
                          </a:solidFill>
                          <a:effectLst/>
                          <a:uLnTx/>
                          <a:uFillTx/>
                          <a:latin typeface="Arial Narrow" panose="020B0606020202030204" pitchFamily="34" charset="0"/>
                          <a:ea typeface="+mn-ea"/>
                          <a:cs typeface="+mn-cs"/>
                        </a:rPr>
                        <a:t>6</a:t>
                      </a:r>
                      <a:r>
                        <a:rPr kumimoji="0" lang="zh-CN" altLang="en-US" sz="1800" b="1" i="0" u="none" strike="noStrike" kern="1200" cap="none" spc="0" normalizeH="0" baseline="0" noProof="0" dirty="0">
                          <a:ln>
                            <a:noFill/>
                          </a:ln>
                          <a:solidFill>
                            <a:prstClr val="black"/>
                          </a:solidFill>
                          <a:effectLst/>
                          <a:uLnTx/>
                          <a:uFillTx/>
                          <a:latin typeface="Arial Narrow" panose="020B0606020202030204" pitchFamily="34" charset="0"/>
                          <a:ea typeface="+mn-ea"/>
                          <a:cs typeface="+mn-cs"/>
                        </a:rPr>
                        <a:t>字节</a:t>
                      </a: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altLang="zh-CN" b="1" dirty="0">
                          <a:solidFill>
                            <a:schemeClr val="tx1"/>
                          </a:solidFill>
                          <a:latin typeface="Arial Narrow" panose="020B0606020202030204" pitchFamily="34" charset="0"/>
                          <a:ea typeface="+mn-ea"/>
                        </a:rPr>
                        <a:t>0</a:t>
                      </a:r>
                      <a:r>
                        <a:rPr lang="zh-CN" altLang="en-US" b="1" dirty="0">
                          <a:solidFill>
                            <a:schemeClr val="tx1"/>
                          </a:solidFill>
                          <a:latin typeface="Arial Narrow" panose="020B0606020202030204" pitchFamily="34" charset="0"/>
                          <a:ea typeface="+mn-ea"/>
                        </a:rPr>
                        <a:t>～</a:t>
                      </a:r>
                      <a:r>
                        <a:rPr lang="en-US" altLang="zh-CN" b="1" dirty="0">
                          <a:solidFill>
                            <a:schemeClr val="tx1"/>
                          </a:solidFill>
                          <a:latin typeface="Arial Narrow" panose="020B0606020202030204" pitchFamily="34" charset="0"/>
                          <a:ea typeface="+mn-ea"/>
                        </a:rPr>
                        <a:t>2312</a:t>
                      </a:r>
                      <a:r>
                        <a:rPr kumimoji="0" lang="zh-CN" altLang="en-US" sz="1800" b="1" i="0" u="none" strike="noStrike" kern="1200" cap="none" spc="0" normalizeH="0" baseline="0" noProof="0" dirty="0">
                          <a:ln>
                            <a:noFill/>
                          </a:ln>
                          <a:solidFill>
                            <a:prstClr val="black"/>
                          </a:solidFill>
                          <a:effectLst/>
                          <a:uLnTx/>
                          <a:uFillTx/>
                          <a:latin typeface="Arial Narrow" panose="020B0606020202030204" pitchFamily="34" charset="0"/>
                          <a:ea typeface="+mn-ea"/>
                          <a:cs typeface="+mn-cs"/>
                        </a:rPr>
                        <a:t>字节</a:t>
                      </a: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altLang="zh-CN" sz="1800" b="1" i="0" u="none" strike="noStrike" kern="1200" cap="none" spc="0" normalizeH="0" baseline="0" noProof="0" dirty="0">
                          <a:ln>
                            <a:noFill/>
                          </a:ln>
                          <a:solidFill>
                            <a:prstClr val="black"/>
                          </a:solidFill>
                          <a:effectLst/>
                          <a:uLnTx/>
                          <a:uFillTx/>
                          <a:latin typeface="Arial Narrow" panose="020B0606020202030204" pitchFamily="34" charset="0"/>
                          <a:ea typeface="+mn-ea"/>
                          <a:cs typeface="+mn-cs"/>
                        </a:rPr>
                        <a:t>4</a:t>
                      </a:r>
                      <a:r>
                        <a:rPr kumimoji="0" lang="zh-CN" altLang="en-US" sz="1800" b="1" i="0" u="none" strike="noStrike" kern="1200" cap="none" spc="0" normalizeH="0" baseline="0" noProof="0" dirty="0">
                          <a:ln>
                            <a:noFill/>
                          </a:ln>
                          <a:solidFill>
                            <a:prstClr val="black"/>
                          </a:solidFill>
                          <a:effectLst/>
                          <a:uLnTx/>
                          <a:uFillTx/>
                          <a:latin typeface="Arial Narrow" panose="020B0606020202030204" pitchFamily="34" charset="0"/>
                          <a:ea typeface="+mn-ea"/>
                          <a:cs typeface="+mn-cs"/>
                        </a:rPr>
                        <a:t>字节</a:t>
                      </a: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436464120"/>
                  </a:ext>
                </a:extLst>
              </a:tr>
              <a:tr h="370840">
                <a:tc>
                  <a:txBody>
                    <a:bodyPr/>
                    <a:lstStyle/>
                    <a:p>
                      <a:pPr marL="0" marR="0" lvl="0" indent="0" algn="ctr" defTabSz="914390" rtl="0" eaLnBrk="1" fontAlgn="auto" latinLnBrk="0" hangingPunct="1">
                        <a:lnSpc>
                          <a:spcPct val="100000"/>
                        </a:lnSpc>
                        <a:spcBef>
                          <a:spcPts val="0"/>
                        </a:spcBef>
                        <a:spcAft>
                          <a:spcPts val="0"/>
                        </a:spcAft>
                        <a:buClrTx/>
                        <a:buSzTx/>
                        <a:buFontTx/>
                        <a:buNone/>
                        <a:tabLst/>
                        <a:defRPr/>
                      </a:pPr>
                      <a:r>
                        <a:rPr lang="zh-CN" altLang="en-US" b="1" dirty="0">
                          <a:solidFill>
                            <a:schemeClr val="bg1"/>
                          </a:solidFill>
                          <a:latin typeface="Arial Narrow" panose="020B0606020202030204" pitchFamily="34" charset="0"/>
                          <a:ea typeface="+mn-ea"/>
                        </a:rPr>
                        <a:t>帧控制</a:t>
                      </a: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rgbClr val="00B0F0"/>
                    </a:solidFill>
                  </a:tcPr>
                </a:tc>
                <a:tc>
                  <a:txBody>
                    <a:bodyPr/>
                    <a:lstStyle/>
                    <a:p>
                      <a:pPr marL="0" marR="0" lvl="0" indent="0" algn="ctr" defTabSz="914390" rtl="0" eaLnBrk="1" fontAlgn="auto" latinLnBrk="0" hangingPunct="1">
                        <a:lnSpc>
                          <a:spcPct val="100000"/>
                        </a:lnSpc>
                        <a:spcBef>
                          <a:spcPts val="0"/>
                        </a:spcBef>
                        <a:spcAft>
                          <a:spcPts val="0"/>
                        </a:spcAft>
                        <a:buClrTx/>
                        <a:buSzTx/>
                        <a:buFontTx/>
                        <a:buNone/>
                        <a:tabLst/>
                        <a:defRPr/>
                      </a:pPr>
                      <a:r>
                        <a:rPr lang="zh-CN" altLang="en-US" b="1" dirty="0">
                          <a:solidFill>
                            <a:schemeClr val="bg1"/>
                          </a:solidFill>
                          <a:latin typeface="Arial Narrow" panose="020B0606020202030204" pitchFamily="34" charset="0"/>
                          <a:ea typeface="+mn-ea"/>
                        </a:rPr>
                        <a:t>持续期</a:t>
                      </a:r>
                      <a:endParaRPr lang="zh-CN" altLang="en-US" b="1" dirty="0">
                        <a:latin typeface="Arial Narrow" panose="020B0606020202030204" pitchFamily="34" charset="0"/>
                        <a:ea typeface="+mn-ea"/>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rgbClr val="00B0F0"/>
                    </a:solidFill>
                  </a:tcPr>
                </a:tc>
                <a:tc>
                  <a:txBody>
                    <a:bodyPr/>
                    <a:lstStyle/>
                    <a:p>
                      <a:pPr marL="0" marR="0" lvl="0" indent="0" algn="ctr" defTabSz="914390" rtl="0" eaLnBrk="1" fontAlgn="auto" latinLnBrk="0" hangingPunct="1">
                        <a:lnSpc>
                          <a:spcPct val="100000"/>
                        </a:lnSpc>
                        <a:spcBef>
                          <a:spcPts val="0"/>
                        </a:spcBef>
                        <a:spcAft>
                          <a:spcPts val="0"/>
                        </a:spcAft>
                        <a:buClrTx/>
                        <a:buSzTx/>
                        <a:buFontTx/>
                        <a:buNone/>
                        <a:tabLst/>
                        <a:defRPr/>
                      </a:pPr>
                      <a:r>
                        <a:rPr lang="zh-CN" altLang="en-US" b="1" dirty="0">
                          <a:solidFill>
                            <a:schemeClr val="bg1"/>
                          </a:solidFill>
                          <a:latin typeface="Arial Narrow" panose="020B0606020202030204" pitchFamily="34" charset="0"/>
                          <a:ea typeface="+mn-ea"/>
                        </a:rPr>
                        <a:t>地址</a:t>
                      </a:r>
                      <a:r>
                        <a:rPr lang="en-US" altLang="zh-CN" b="1" dirty="0">
                          <a:solidFill>
                            <a:schemeClr val="bg1"/>
                          </a:solidFill>
                          <a:latin typeface="Arial Narrow" panose="020B0606020202030204" pitchFamily="34" charset="0"/>
                          <a:ea typeface="+mn-ea"/>
                        </a:rPr>
                        <a:t>1</a:t>
                      </a:r>
                      <a:endParaRPr lang="zh-CN" altLang="en-US" b="1" dirty="0">
                        <a:latin typeface="Arial Narrow" panose="020B0606020202030204" pitchFamily="34" charset="0"/>
                        <a:ea typeface="+mn-ea"/>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rgbClr val="00B0F0"/>
                    </a:solidFill>
                  </a:tcPr>
                </a:tc>
                <a:tc>
                  <a:txBody>
                    <a:bodyPr/>
                    <a:lstStyle/>
                    <a:p>
                      <a:pPr marL="0" marR="0" lvl="0" indent="0" algn="ctr" defTabSz="914390" rtl="0" eaLnBrk="1" fontAlgn="auto" latinLnBrk="0" hangingPunct="1">
                        <a:lnSpc>
                          <a:spcPct val="100000"/>
                        </a:lnSpc>
                        <a:spcBef>
                          <a:spcPts val="0"/>
                        </a:spcBef>
                        <a:spcAft>
                          <a:spcPts val="0"/>
                        </a:spcAft>
                        <a:buClrTx/>
                        <a:buSzTx/>
                        <a:buFontTx/>
                        <a:buNone/>
                        <a:tabLst/>
                        <a:defRPr/>
                      </a:pPr>
                      <a:r>
                        <a:rPr lang="zh-CN" altLang="en-US" b="1" dirty="0">
                          <a:solidFill>
                            <a:schemeClr val="bg1"/>
                          </a:solidFill>
                          <a:latin typeface="Arial Narrow" panose="020B0606020202030204" pitchFamily="34" charset="0"/>
                          <a:ea typeface="+mn-ea"/>
                        </a:rPr>
                        <a:t>地址</a:t>
                      </a:r>
                      <a:r>
                        <a:rPr lang="en-US" altLang="zh-CN" b="1" dirty="0">
                          <a:solidFill>
                            <a:schemeClr val="bg1"/>
                          </a:solidFill>
                          <a:latin typeface="Arial Narrow" panose="020B0606020202030204" pitchFamily="34" charset="0"/>
                          <a:ea typeface="+mn-ea"/>
                        </a:rPr>
                        <a:t>2</a:t>
                      </a:r>
                      <a:endParaRPr lang="zh-CN" altLang="en-US" b="1" dirty="0">
                        <a:latin typeface="Arial Narrow" panose="020B0606020202030204" pitchFamily="34" charset="0"/>
                        <a:ea typeface="+mn-ea"/>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rgbClr val="00B0F0"/>
                    </a:solidFill>
                  </a:tcPr>
                </a:tc>
                <a:tc>
                  <a:txBody>
                    <a:bodyPr/>
                    <a:lstStyle/>
                    <a:p>
                      <a:pPr marL="0" marR="0" lvl="0" indent="0" algn="ctr" defTabSz="914390" rtl="0" eaLnBrk="1" fontAlgn="auto" latinLnBrk="0" hangingPunct="1">
                        <a:lnSpc>
                          <a:spcPct val="100000"/>
                        </a:lnSpc>
                        <a:spcBef>
                          <a:spcPts val="0"/>
                        </a:spcBef>
                        <a:spcAft>
                          <a:spcPts val="0"/>
                        </a:spcAft>
                        <a:buClrTx/>
                        <a:buSzTx/>
                        <a:buFontTx/>
                        <a:buNone/>
                        <a:tabLst/>
                        <a:defRPr/>
                      </a:pPr>
                      <a:r>
                        <a:rPr lang="zh-CN" altLang="en-US" b="1" dirty="0">
                          <a:solidFill>
                            <a:schemeClr val="bg1"/>
                          </a:solidFill>
                          <a:latin typeface="Arial Narrow" panose="020B0606020202030204" pitchFamily="34" charset="0"/>
                          <a:ea typeface="+mn-ea"/>
                        </a:rPr>
                        <a:t>地址</a:t>
                      </a:r>
                      <a:r>
                        <a:rPr lang="en-US" altLang="zh-CN" b="1" dirty="0">
                          <a:solidFill>
                            <a:schemeClr val="bg1"/>
                          </a:solidFill>
                          <a:latin typeface="Arial Narrow" panose="020B0606020202030204" pitchFamily="34" charset="0"/>
                          <a:ea typeface="+mn-ea"/>
                        </a:rPr>
                        <a:t>3</a:t>
                      </a:r>
                      <a:endParaRPr lang="zh-CN" altLang="en-US" b="1" dirty="0">
                        <a:latin typeface="Arial Narrow" panose="020B0606020202030204" pitchFamily="34" charset="0"/>
                        <a:ea typeface="+mn-ea"/>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rgbClr val="00B0F0"/>
                    </a:solidFill>
                  </a:tcPr>
                </a:tc>
                <a:tc>
                  <a:txBody>
                    <a:bodyPr/>
                    <a:lstStyle/>
                    <a:p>
                      <a:pPr algn="ctr"/>
                      <a:r>
                        <a:rPr lang="zh-CN" altLang="en-US" b="1" dirty="0">
                          <a:solidFill>
                            <a:schemeClr val="bg1"/>
                          </a:solidFill>
                          <a:latin typeface="Arial Narrow" panose="020B0606020202030204" pitchFamily="34" charset="0"/>
                          <a:ea typeface="+mn-ea"/>
                        </a:rPr>
                        <a:t>序号</a:t>
                      </a:r>
                      <a:endParaRPr lang="en-US" altLang="zh-CN" b="1" dirty="0">
                        <a:solidFill>
                          <a:schemeClr val="bg1"/>
                        </a:solidFill>
                        <a:latin typeface="Arial Narrow" panose="020B0606020202030204" pitchFamily="34" charset="0"/>
                        <a:ea typeface="+mn-ea"/>
                      </a:endParaRPr>
                    </a:p>
                    <a:p>
                      <a:pPr algn="ctr"/>
                      <a:r>
                        <a:rPr lang="zh-CN" altLang="en-US" b="1" dirty="0">
                          <a:solidFill>
                            <a:schemeClr val="bg1"/>
                          </a:solidFill>
                          <a:latin typeface="Arial Narrow" panose="020B0606020202030204" pitchFamily="34" charset="0"/>
                          <a:ea typeface="+mn-ea"/>
                        </a:rPr>
                        <a:t>控制</a:t>
                      </a:r>
                      <a:endParaRPr lang="zh-CN" altLang="en-US" b="1" dirty="0">
                        <a:latin typeface="Arial Narrow" panose="020B0606020202030204" pitchFamily="34" charset="0"/>
                        <a:ea typeface="+mn-ea"/>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rgbClr val="00B0F0"/>
                    </a:solidFill>
                  </a:tcPr>
                </a:tc>
                <a:tc>
                  <a:txBody>
                    <a:bodyPr/>
                    <a:lstStyle/>
                    <a:p>
                      <a:pPr marL="0" marR="0" lvl="0" indent="0" algn="ctr" defTabSz="914390" rtl="0" eaLnBrk="1" fontAlgn="auto" latinLnBrk="0" hangingPunct="1">
                        <a:lnSpc>
                          <a:spcPct val="100000"/>
                        </a:lnSpc>
                        <a:spcBef>
                          <a:spcPts val="0"/>
                        </a:spcBef>
                        <a:spcAft>
                          <a:spcPts val="0"/>
                        </a:spcAft>
                        <a:buClrTx/>
                        <a:buSzTx/>
                        <a:buFontTx/>
                        <a:buNone/>
                        <a:tabLst/>
                        <a:defRPr/>
                      </a:pPr>
                      <a:r>
                        <a:rPr lang="zh-CN" altLang="en-US" b="1" dirty="0">
                          <a:solidFill>
                            <a:schemeClr val="bg1"/>
                          </a:solidFill>
                          <a:latin typeface="Arial Narrow" panose="020B0606020202030204" pitchFamily="34" charset="0"/>
                          <a:ea typeface="+mn-ea"/>
                        </a:rPr>
                        <a:t>地址</a:t>
                      </a:r>
                      <a:r>
                        <a:rPr lang="en-US" altLang="zh-CN" b="1" dirty="0">
                          <a:solidFill>
                            <a:schemeClr val="bg1"/>
                          </a:solidFill>
                          <a:latin typeface="Arial Narrow" panose="020B0606020202030204" pitchFamily="34" charset="0"/>
                          <a:ea typeface="+mn-ea"/>
                        </a:rPr>
                        <a:t>4</a:t>
                      </a:r>
                      <a:endParaRPr lang="zh-CN" altLang="en-US" b="1" dirty="0">
                        <a:latin typeface="Arial Narrow" panose="020B0606020202030204" pitchFamily="34" charset="0"/>
                        <a:ea typeface="+mn-ea"/>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rgbClr val="00B0F0"/>
                    </a:solidFill>
                  </a:tcPr>
                </a:tc>
                <a:tc>
                  <a:txBody>
                    <a:bodyPr/>
                    <a:lstStyle/>
                    <a:p>
                      <a:pPr marL="0" marR="0" lvl="0" indent="0" algn="ctr" defTabSz="914390" rtl="0" eaLnBrk="1" fontAlgn="auto" latinLnBrk="0" hangingPunct="1">
                        <a:lnSpc>
                          <a:spcPct val="100000"/>
                        </a:lnSpc>
                        <a:spcBef>
                          <a:spcPts val="0"/>
                        </a:spcBef>
                        <a:spcAft>
                          <a:spcPts val="0"/>
                        </a:spcAft>
                        <a:buClrTx/>
                        <a:buSzTx/>
                        <a:buFontTx/>
                        <a:buNone/>
                        <a:tabLst/>
                        <a:defRPr/>
                      </a:pPr>
                      <a:r>
                        <a:rPr lang="zh-CN" altLang="en-US" b="1" dirty="0">
                          <a:solidFill>
                            <a:schemeClr val="bg1"/>
                          </a:solidFill>
                          <a:latin typeface="Arial Narrow" panose="020B0606020202030204" pitchFamily="34" charset="0"/>
                          <a:ea typeface="+mn-ea"/>
                        </a:rPr>
                        <a:t>数据载荷</a:t>
                      </a: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rgbClr val="00B050"/>
                    </a:solidFill>
                  </a:tcPr>
                </a:tc>
                <a:tc>
                  <a:txBody>
                    <a:bodyPr/>
                    <a:lstStyle/>
                    <a:p>
                      <a:pPr marL="0" marR="0" lvl="0" indent="0" algn="ctr" defTabSz="914390" rtl="0" eaLnBrk="1" fontAlgn="auto" latinLnBrk="0" hangingPunct="1">
                        <a:lnSpc>
                          <a:spcPct val="100000"/>
                        </a:lnSpc>
                        <a:spcBef>
                          <a:spcPts val="0"/>
                        </a:spcBef>
                        <a:spcAft>
                          <a:spcPts val="0"/>
                        </a:spcAft>
                        <a:buClrTx/>
                        <a:buSzTx/>
                        <a:buFontTx/>
                        <a:buNone/>
                        <a:tabLst/>
                        <a:defRPr/>
                      </a:pPr>
                      <a:r>
                        <a:rPr lang="en-US" altLang="zh-CN" b="1" dirty="0">
                          <a:solidFill>
                            <a:schemeClr val="bg1"/>
                          </a:solidFill>
                          <a:latin typeface="Arial Narrow" panose="020B0606020202030204" pitchFamily="34" charset="0"/>
                          <a:ea typeface="+mn-ea"/>
                        </a:rPr>
                        <a:t>FCS</a:t>
                      </a:r>
                      <a:endParaRPr lang="zh-CN" altLang="en-US" b="1" dirty="0">
                        <a:solidFill>
                          <a:schemeClr val="bg1"/>
                        </a:solidFill>
                        <a:latin typeface="Arial Narrow" panose="020B0606020202030204" pitchFamily="34" charset="0"/>
                        <a:ea typeface="+mn-ea"/>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rgbClr val="F38181"/>
                    </a:solidFill>
                  </a:tcPr>
                </a:tc>
                <a:extLst>
                  <a:ext uri="{0D108BD9-81ED-4DB2-BD59-A6C34878D82A}">
                    <a16:rowId xmlns:a16="http://schemas.microsoft.com/office/drawing/2014/main" val="1239924772"/>
                  </a:ext>
                </a:extLst>
              </a:tr>
            </a:tbl>
          </a:graphicData>
        </a:graphic>
      </p:graphicFrame>
      <p:sp>
        <p:nvSpPr>
          <p:cNvPr id="6" name="文本框 5">
            <a:extLst>
              <a:ext uri="{FF2B5EF4-FFF2-40B4-BE49-F238E27FC236}">
                <a16:creationId xmlns:a16="http://schemas.microsoft.com/office/drawing/2014/main" id="{00300E53-D674-4EB6-8732-F7D51A1E4D4E}"/>
              </a:ext>
            </a:extLst>
          </p:cNvPr>
          <p:cNvSpPr txBox="1"/>
          <p:nvPr/>
        </p:nvSpPr>
        <p:spPr>
          <a:xfrm>
            <a:off x="933106" y="1160483"/>
            <a:ext cx="3772422" cy="400110"/>
          </a:xfrm>
          <a:prstGeom prst="rect">
            <a:avLst/>
          </a:prstGeom>
          <a:noFill/>
        </p:spPr>
        <p:txBody>
          <a:bodyPr wrap="square" rtlCol="0">
            <a:spAutoFit/>
          </a:bodyPr>
          <a:lstStyle/>
          <a:p>
            <a:r>
              <a:rPr lang="en-US" altLang="zh-CN" sz="2000" b="1" dirty="0">
                <a:solidFill>
                  <a:schemeClr val="accent3">
                    <a:lumMod val="75000"/>
                  </a:schemeClr>
                </a:solidFill>
              </a:rPr>
              <a:t>802.11</a:t>
            </a:r>
            <a:r>
              <a:rPr lang="zh-CN" altLang="en-US" sz="2000" b="1" dirty="0">
                <a:solidFill>
                  <a:schemeClr val="accent3">
                    <a:lumMod val="75000"/>
                  </a:schemeClr>
                </a:solidFill>
              </a:rPr>
              <a:t>无线局域网的数据帧格式</a:t>
            </a:r>
          </a:p>
        </p:txBody>
      </p:sp>
      <p:grpSp>
        <p:nvGrpSpPr>
          <p:cNvPr id="10" name="组合 9">
            <a:extLst>
              <a:ext uri="{FF2B5EF4-FFF2-40B4-BE49-F238E27FC236}">
                <a16:creationId xmlns:a16="http://schemas.microsoft.com/office/drawing/2014/main" id="{68884846-B2F5-4704-BEF0-F8DA07F20049}"/>
              </a:ext>
            </a:extLst>
          </p:cNvPr>
          <p:cNvGrpSpPr/>
          <p:nvPr/>
        </p:nvGrpSpPr>
        <p:grpSpPr>
          <a:xfrm>
            <a:off x="8141735" y="1581867"/>
            <a:ext cx="2368825" cy="489168"/>
            <a:chOff x="8141735" y="1969217"/>
            <a:chExt cx="2368825" cy="489168"/>
          </a:xfrm>
        </p:grpSpPr>
        <p:grpSp>
          <p:nvGrpSpPr>
            <p:cNvPr id="9" name="组合 8">
              <a:extLst>
                <a:ext uri="{FF2B5EF4-FFF2-40B4-BE49-F238E27FC236}">
                  <a16:creationId xmlns:a16="http://schemas.microsoft.com/office/drawing/2014/main" id="{433ADD27-246C-471D-BEE6-2481DA39CE05}"/>
                </a:ext>
              </a:extLst>
            </p:cNvPr>
            <p:cNvGrpSpPr/>
            <p:nvPr/>
          </p:nvGrpSpPr>
          <p:grpSpPr>
            <a:xfrm>
              <a:off x="8141735" y="1969217"/>
              <a:ext cx="2368825" cy="489168"/>
              <a:chOff x="8141735" y="1969217"/>
              <a:chExt cx="2368825" cy="489168"/>
            </a:xfrm>
          </p:grpSpPr>
          <p:cxnSp>
            <p:nvCxnSpPr>
              <p:cNvPr id="26" name="直接连接符 25">
                <a:extLst>
                  <a:ext uri="{FF2B5EF4-FFF2-40B4-BE49-F238E27FC236}">
                    <a16:creationId xmlns:a16="http://schemas.microsoft.com/office/drawing/2014/main" id="{0320450B-106B-4AE8-BFAE-867EE8E34B09}"/>
                  </a:ext>
                </a:extLst>
              </p:cNvPr>
              <p:cNvCxnSpPr/>
              <p:nvPr/>
            </p:nvCxnSpPr>
            <p:spPr>
              <a:xfrm flipV="1">
                <a:off x="10500621" y="1991246"/>
                <a:ext cx="0" cy="467139"/>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9" name="直接箭头连接符 28">
                <a:extLst>
                  <a:ext uri="{FF2B5EF4-FFF2-40B4-BE49-F238E27FC236}">
                    <a16:creationId xmlns:a16="http://schemas.microsoft.com/office/drawing/2014/main" id="{296A9D28-06DD-4036-87E5-60E6D2E6F29D}"/>
                  </a:ext>
                </a:extLst>
              </p:cNvPr>
              <p:cNvCxnSpPr>
                <a:cxnSpLocks/>
              </p:cNvCxnSpPr>
              <p:nvPr/>
            </p:nvCxnSpPr>
            <p:spPr>
              <a:xfrm>
                <a:off x="8141735" y="2159077"/>
                <a:ext cx="2368825" cy="0"/>
              </a:xfrm>
              <a:prstGeom prst="straightConnector1">
                <a:avLst/>
              </a:prstGeom>
              <a:ln w="12700">
                <a:solidFill>
                  <a:schemeClr val="tx1"/>
                </a:solidFill>
                <a:headEnd type="triangle" w="lg" len="lg"/>
                <a:tailEnd type="triangle" w="lg" len="lg"/>
              </a:ln>
            </p:spPr>
            <p:style>
              <a:lnRef idx="1">
                <a:schemeClr val="accent1"/>
              </a:lnRef>
              <a:fillRef idx="0">
                <a:schemeClr val="accent1"/>
              </a:fillRef>
              <a:effectRef idx="0">
                <a:schemeClr val="accent1"/>
              </a:effectRef>
              <a:fontRef idx="minor">
                <a:schemeClr val="tx1"/>
              </a:fontRef>
            </p:style>
          </p:cxnSp>
          <p:sp>
            <p:nvSpPr>
              <p:cNvPr id="32" name="文本框 31">
                <a:extLst>
                  <a:ext uri="{FF2B5EF4-FFF2-40B4-BE49-F238E27FC236}">
                    <a16:creationId xmlns:a16="http://schemas.microsoft.com/office/drawing/2014/main" id="{C4C0732D-A1F1-4291-8FEB-1CA7A5B50B1C}"/>
                  </a:ext>
                </a:extLst>
              </p:cNvPr>
              <p:cNvSpPr txBox="1"/>
              <p:nvPr/>
            </p:nvSpPr>
            <p:spPr>
              <a:xfrm>
                <a:off x="8993044" y="1969217"/>
                <a:ext cx="666206" cy="369332"/>
              </a:xfrm>
              <a:prstGeom prst="rect">
                <a:avLst/>
              </a:prstGeom>
              <a:solidFill>
                <a:schemeClr val="bg1"/>
              </a:solidFill>
            </p:spPr>
            <p:txBody>
              <a:bodyPr wrap="square" rtlCol="0">
                <a:spAutoFit/>
              </a:bodyPr>
              <a:lstStyle/>
              <a:p>
                <a:pPr algn="ctr"/>
                <a:r>
                  <a:rPr lang="zh-CN" altLang="en-US" b="1" dirty="0">
                    <a:latin typeface="+mn-ea"/>
                  </a:rPr>
                  <a:t>数据</a:t>
                </a:r>
              </a:p>
            </p:txBody>
          </p:sp>
        </p:grpSp>
        <p:cxnSp>
          <p:nvCxnSpPr>
            <p:cNvPr id="41" name="直接连接符 40">
              <a:extLst>
                <a:ext uri="{FF2B5EF4-FFF2-40B4-BE49-F238E27FC236}">
                  <a16:creationId xmlns:a16="http://schemas.microsoft.com/office/drawing/2014/main" id="{D1268D15-2F34-434D-91FB-EFF6E0FF3F4D}"/>
                </a:ext>
              </a:extLst>
            </p:cNvPr>
            <p:cNvCxnSpPr/>
            <p:nvPr/>
          </p:nvCxnSpPr>
          <p:spPr>
            <a:xfrm flipV="1">
              <a:off x="8152156" y="1991245"/>
              <a:ext cx="0" cy="467139"/>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3" name="组合 12">
            <a:extLst>
              <a:ext uri="{FF2B5EF4-FFF2-40B4-BE49-F238E27FC236}">
                <a16:creationId xmlns:a16="http://schemas.microsoft.com/office/drawing/2014/main" id="{197A39FD-BEC4-4A02-B207-F1448072D1C4}"/>
              </a:ext>
            </a:extLst>
          </p:cNvPr>
          <p:cNvGrpSpPr/>
          <p:nvPr/>
        </p:nvGrpSpPr>
        <p:grpSpPr>
          <a:xfrm>
            <a:off x="10504210" y="1581867"/>
            <a:ext cx="1257022" cy="500241"/>
            <a:chOff x="10504210" y="1969217"/>
            <a:chExt cx="1257022" cy="500241"/>
          </a:xfrm>
        </p:grpSpPr>
        <p:cxnSp>
          <p:nvCxnSpPr>
            <p:cNvPr id="27" name="直接连接符 26">
              <a:extLst>
                <a:ext uri="{FF2B5EF4-FFF2-40B4-BE49-F238E27FC236}">
                  <a16:creationId xmlns:a16="http://schemas.microsoft.com/office/drawing/2014/main" id="{8BBF4108-1BD2-408F-80D9-ED61891098CD}"/>
                </a:ext>
              </a:extLst>
            </p:cNvPr>
            <p:cNvCxnSpPr/>
            <p:nvPr/>
          </p:nvCxnSpPr>
          <p:spPr>
            <a:xfrm flipV="1">
              <a:off x="11761232" y="1991246"/>
              <a:ext cx="0" cy="467139"/>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0" name="直接箭头连接符 29">
              <a:extLst>
                <a:ext uri="{FF2B5EF4-FFF2-40B4-BE49-F238E27FC236}">
                  <a16:creationId xmlns:a16="http://schemas.microsoft.com/office/drawing/2014/main" id="{AEE217B9-AE76-47E8-B744-667B709763A4}"/>
                </a:ext>
              </a:extLst>
            </p:cNvPr>
            <p:cNvCxnSpPr>
              <a:cxnSpLocks/>
            </p:cNvCxnSpPr>
            <p:nvPr/>
          </p:nvCxnSpPr>
          <p:spPr>
            <a:xfrm>
              <a:off x="10510560" y="2159077"/>
              <a:ext cx="1250672" cy="0"/>
            </a:xfrm>
            <a:prstGeom prst="straightConnector1">
              <a:avLst/>
            </a:prstGeom>
            <a:ln w="12700">
              <a:solidFill>
                <a:schemeClr val="tx1"/>
              </a:solidFill>
              <a:headEnd type="triangle" w="lg" len="lg"/>
              <a:tailEnd type="triangle" w="lg" len="lg"/>
            </a:ln>
          </p:spPr>
          <p:style>
            <a:lnRef idx="1">
              <a:schemeClr val="accent1"/>
            </a:lnRef>
            <a:fillRef idx="0">
              <a:schemeClr val="accent1"/>
            </a:fillRef>
            <a:effectRef idx="0">
              <a:schemeClr val="accent1"/>
            </a:effectRef>
            <a:fontRef idx="minor">
              <a:schemeClr val="tx1"/>
            </a:fontRef>
          </p:style>
        </p:cxnSp>
        <p:sp>
          <p:nvSpPr>
            <p:cNvPr id="33" name="文本框 32">
              <a:extLst>
                <a:ext uri="{FF2B5EF4-FFF2-40B4-BE49-F238E27FC236}">
                  <a16:creationId xmlns:a16="http://schemas.microsoft.com/office/drawing/2014/main" id="{A19752B0-AD16-4259-BE78-F50CC620D31A}"/>
                </a:ext>
              </a:extLst>
            </p:cNvPr>
            <p:cNvSpPr txBox="1"/>
            <p:nvPr/>
          </p:nvSpPr>
          <p:spPr>
            <a:xfrm>
              <a:off x="10802793" y="1969217"/>
              <a:ext cx="666206" cy="369332"/>
            </a:xfrm>
            <a:prstGeom prst="rect">
              <a:avLst/>
            </a:prstGeom>
            <a:solidFill>
              <a:schemeClr val="bg1"/>
            </a:solidFill>
          </p:spPr>
          <p:txBody>
            <a:bodyPr wrap="square" rtlCol="0">
              <a:spAutoFit/>
            </a:bodyPr>
            <a:lstStyle/>
            <a:p>
              <a:pPr algn="ctr"/>
              <a:r>
                <a:rPr lang="zh-CN" altLang="en-US" b="1" dirty="0">
                  <a:latin typeface="+mn-ea"/>
                </a:rPr>
                <a:t>帧尾</a:t>
              </a:r>
            </a:p>
          </p:txBody>
        </p:sp>
        <p:cxnSp>
          <p:nvCxnSpPr>
            <p:cNvPr id="43" name="直接连接符 42">
              <a:extLst>
                <a:ext uri="{FF2B5EF4-FFF2-40B4-BE49-F238E27FC236}">
                  <a16:creationId xmlns:a16="http://schemas.microsoft.com/office/drawing/2014/main" id="{3DACA377-8FFB-4E7B-9FC0-CB508C52232F}"/>
                </a:ext>
              </a:extLst>
            </p:cNvPr>
            <p:cNvCxnSpPr/>
            <p:nvPr/>
          </p:nvCxnSpPr>
          <p:spPr>
            <a:xfrm flipV="1">
              <a:off x="10504210" y="2002319"/>
              <a:ext cx="0" cy="467139"/>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grpSp>
      <p:graphicFrame>
        <p:nvGraphicFramePr>
          <p:cNvPr id="45" name="表格 24">
            <a:extLst>
              <a:ext uri="{FF2B5EF4-FFF2-40B4-BE49-F238E27FC236}">
                <a16:creationId xmlns:a16="http://schemas.microsoft.com/office/drawing/2014/main" id="{A21FB8E5-DCAF-4F28-A1EA-88132BE3CFDA}"/>
              </a:ext>
            </a:extLst>
          </p:cNvPr>
          <p:cNvGraphicFramePr>
            <a:graphicFrameLocks noGrp="1"/>
          </p:cNvGraphicFramePr>
          <p:nvPr/>
        </p:nvGraphicFramePr>
        <p:xfrm>
          <a:off x="631135" y="4609192"/>
          <a:ext cx="11256065" cy="1010920"/>
        </p:xfrm>
        <a:graphic>
          <a:graphicData uri="http://schemas.openxmlformats.org/drawingml/2006/table">
            <a:tbl>
              <a:tblPr firstRow="1" bandRow="1">
                <a:tableStyleId>{5C22544A-7EE6-4342-B048-85BDC9FD1C3A}</a:tableStyleId>
              </a:tblPr>
              <a:tblGrid>
                <a:gridCol w="1167846">
                  <a:extLst>
                    <a:ext uri="{9D8B030D-6E8A-4147-A177-3AD203B41FA5}">
                      <a16:colId xmlns:a16="http://schemas.microsoft.com/office/drawing/2014/main" val="1222263770"/>
                    </a:ext>
                  </a:extLst>
                </a:gridCol>
                <a:gridCol w="1192696">
                  <a:extLst>
                    <a:ext uri="{9D8B030D-6E8A-4147-A177-3AD203B41FA5}">
                      <a16:colId xmlns:a16="http://schemas.microsoft.com/office/drawing/2014/main" val="175696541"/>
                    </a:ext>
                  </a:extLst>
                </a:gridCol>
                <a:gridCol w="2067339">
                  <a:extLst>
                    <a:ext uri="{9D8B030D-6E8A-4147-A177-3AD203B41FA5}">
                      <a16:colId xmlns:a16="http://schemas.microsoft.com/office/drawing/2014/main" val="659589237"/>
                    </a:ext>
                  </a:extLst>
                </a:gridCol>
                <a:gridCol w="853523">
                  <a:extLst>
                    <a:ext uri="{9D8B030D-6E8A-4147-A177-3AD203B41FA5}">
                      <a16:colId xmlns:a16="http://schemas.microsoft.com/office/drawing/2014/main" val="961101779"/>
                    </a:ext>
                  </a:extLst>
                </a:gridCol>
                <a:gridCol w="853523">
                  <a:extLst>
                    <a:ext uri="{9D8B030D-6E8A-4147-A177-3AD203B41FA5}">
                      <a16:colId xmlns:a16="http://schemas.microsoft.com/office/drawing/2014/main" val="1661262334"/>
                    </a:ext>
                  </a:extLst>
                </a:gridCol>
                <a:gridCol w="853523">
                  <a:extLst>
                    <a:ext uri="{9D8B030D-6E8A-4147-A177-3AD203B41FA5}">
                      <a16:colId xmlns:a16="http://schemas.microsoft.com/office/drawing/2014/main" val="4113799096"/>
                    </a:ext>
                  </a:extLst>
                </a:gridCol>
                <a:gridCol w="853523">
                  <a:extLst>
                    <a:ext uri="{9D8B030D-6E8A-4147-A177-3AD203B41FA5}">
                      <a16:colId xmlns:a16="http://schemas.microsoft.com/office/drawing/2014/main" val="2056271473"/>
                    </a:ext>
                  </a:extLst>
                </a:gridCol>
                <a:gridCol w="853523">
                  <a:extLst>
                    <a:ext uri="{9D8B030D-6E8A-4147-A177-3AD203B41FA5}">
                      <a16:colId xmlns:a16="http://schemas.microsoft.com/office/drawing/2014/main" val="21840033"/>
                    </a:ext>
                  </a:extLst>
                </a:gridCol>
                <a:gridCol w="853523">
                  <a:extLst>
                    <a:ext uri="{9D8B030D-6E8A-4147-A177-3AD203B41FA5}">
                      <a16:colId xmlns:a16="http://schemas.microsoft.com/office/drawing/2014/main" val="3273971935"/>
                    </a:ext>
                  </a:extLst>
                </a:gridCol>
                <a:gridCol w="853523">
                  <a:extLst>
                    <a:ext uri="{9D8B030D-6E8A-4147-A177-3AD203B41FA5}">
                      <a16:colId xmlns:a16="http://schemas.microsoft.com/office/drawing/2014/main" val="1295560168"/>
                    </a:ext>
                  </a:extLst>
                </a:gridCol>
                <a:gridCol w="853523">
                  <a:extLst>
                    <a:ext uri="{9D8B030D-6E8A-4147-A177-3AD203B41FA5}">
                      <a16:colId xmlns:a16="http://schemas.microsoft.com/office/drawing/2014/main" val="2134594065"/>
                    </a:ext>
                  </a:extLst>
                </a:gridCol>
              </a:tblGrid>
              <a:tr h="370840">
                <a:tc>
                  <a:txBody>
                    <a:bodyPr/>
                    <a:lstStyle/>
                    <a:p>
                      <a:pPr algn="ctr"/>
                      <a:r>
                        <a:rPr lang="zh-CN" altLang="en-US" b="1" dirty="0">
                          <a:latin typeface="Arial Narrow" panose="020B0606020202030204" pitchFamily="34" charset="0"/>
                          <a:ea typeface="+mn-ea"/>
                        </a:rPr>
                        <a:t>协议版本</a:t>
                      </a: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rgbClr val="00B0F0"/>
                    </a:solidFill>
                  </a:tcPr>
                </a:tc>
                <a:tc>
                  <a:txBody>
                    <a:bodyPr/>
                    <a:lstStyle/>
                    <a:p>
                      <a:pPr algn="ctr"/>
                      <a:r>
                        <a:rPr lang="zh-CN" altLang="en-US" b="1" dirty="0">
                          <a:latin typeface="Arial Narrow" panose="020B0606020202030204" pitchFamily="34" charset="0"/>
                          <a:ea typeface="+mn-ea"/>
                        </a:rPr>
                        <a:t>类型</a:t>
                      </a: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rgbClr val="00B0F0"/>
                    </a:solidFill>
                  </a:tcPr>
                </a:tc>
                <a:tc>
                  <a:txBody>
                    <a:bodyPr/>
                    <a:lstStyle/>
                    <a:p>
                      <a:pPr algn="ctr"/>
                      <a:r>
                        <a:rPr lang="zh-CN" altLang="en-US" b="1" dirty="0">
                          <a:latin typeface="Arial Narrow" panose="020B0606020202030204" pitchFamily="34" charset="0"/>
                          <a:ea typeface="+mn-ea"/>
                        </a:rPr>
                        <a:t>子类型</a:t>
                      </a: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rgbClr val="00B0F0"/>
                    </a:solidFill>
                  </a:tcPr>
                </a:tc>
                <a:tc>
                  <a:txBody>
                    <a:bodyPr/>
                    <a:lstStyle/>
                    <a:p>
                      <a:pPr algn="ctr"/>
                      <a:r>
                        <a:rPr lang="zh-CN" altLang="en-US" b="1" dirty="0">
                          <a:latin typeface="Arial Narrow" panose="020B0606020202030204" pitchFamily="34" charset="0"/>
                          <a:ea typeface="+mn-ea"/>
                        </a:rPr>
                        <a:t>去往</a:t>
                      </a:r>
                      <a:endParaRPr lang="en-US" altLang="zh-CN" b="1" dirty="0">
                        <a:latin typeface="Arial Narrow" panose="020B0606020202030204" pitchFamily="34" charset="0"/>
                        <a:ea typeface="+mn-ea"/>
                      </a:endParaRPr>
                    </a:p>
                    <a:p>
                      <a:pPr algn="ctr"/>
                      <a:r>
                        <a:rPr lang="en-US" altLang="zh-CN" b="1" dirty="0">
                          <a:latin typeface="Arial Narrow" panose="020B0606020202030204" pitchFamily="34" charset="0"/>
                          <a:ea typeface="+mn-ea"/>
                        </a:rPr>
                        <a:t>DS</a:t>
                      </a:r>
                      <a:endParaRPr lang="zh-CN" altLang="en-US" b="1" dirty="0">
                        <a:latin typeface="Arial Narrow" panose="020B0606020202030204" pitchFamily="34" charset="0"/>
                        <a:ea typeface="+mn-ea"/>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rgbClr val="00B0F0"/>
                    </a:solidFill>
                  </a:tcPr>
                </a:tc>
                <a:tc>
                  <a:txBody>
                    <a:bodyPr/>
                    <a:lstStyle/>
                    <a:p>
                      <a:pPr algn="ctr"/>
                      <a:r>
                        <a:rPr lang="zh-CN" altLang="en-US" b="1" dirty="0">
                          <a:latin typeface="Arial Narrow" panose="020B0606020202030204" pitchFamily="34" charset="0"/>
                          <a:ea typeface="+mn-ea"/>
                        </a:rPr>
                        <a:t>来自</a:t>
                      </a:r>
                      <a:endParaRPr lang="en-US" altLang="zh-CN" b="1" dirty="0">
                        <a:latin typeface="Arial Narrow" panose="020B0606020202030204" pitchFamily="34" charset="0"/>
                        <a:ea typeface="+mn-ea"/>
                      </a:endParaRPr>
                    </a:p>
                    <a:p>
                      <a:pPr algn="ctr"/>
                      <a:r>
                        <a:rPr lang="en-US" altLang="zh-CN" b="1" dirty="0">
                          <a:latin typeface="Arial Narrow" panose="020B0606020202030204" pitchFamily="34" charset="0"/>
                          <a:ea typeface="+mn-ea"/>
                        </a:rPr>
                        <a:t>DS</a:t>
                      </a:r>
                      <a:endParaRPr lang="zh-CN" altLang="en-US" b="1" dirty="0">
                        <a:latin typeface="Arial Narrow" panose="020B0606020202030204" pitchFamily="34" charset="0"/>
                        <a:ea typeface="+mn-ea"/>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rgbClr val="00B0F0"/>
                    </a:solidFill>
                  </a:tcPr>
                </a:tc>
                <a:tc>
                  <a:txBody>
                    <a:bodyPr/>
                    <a:lstStyle/>
                    <a:p>
                      <a:pPr algn="ctr"/>
                      <a:r>
                        <a:rPr lang="zh-CN" altLang="en-US" b="1" dirty="0">
                          <a:latin typeface="Arial Narrow" panose="020B0606020202030204" pitchFamily="34" charset="0"/>
                          <a:ea typeface="+mn-ea"/>
                        </a:rPr>
                        <a:t>更多</a:t>
                      </a:r>
                      <a:endParaRPr lang="en-US" altLang="zh-CN" b="1" dirty="0">
                        <a:latin typeface="Arial Narrow" panose="020B0606020202030204" pitchFamily="34" charset="0"/>
                        <a:ea typeface="+mn-ea"/>
                      </a:endParaRPr>
                    </a:p>
                    <a:p>
                      <a:pPr algn="ctr"/>
                      <a:r>
                        <a:rPr lang="zh-CN" altLang="en-US" b="1" dirty="0">
                          <a:latin typeface="Arial Narrow" panose="020B0606020202030204" pitchFamily="34" charset="0"/>
                          <a:ea typeface="+mn-ea"/>
                        </a:rPr>
                        <a:t>分片</a:t>
                      </a: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rgbClr val="00B0F0"/>
                    </a:solidFill>
                  </a:tcPr>
                </a:tc>
                <a:tc>
                  <a:txBody>
                    <a:bodyPr/>
                    <a:lstStyle/>
                    <a:p>
                      <a:pPr algn="ctr"/>
                      <a:r>
                        <a:rPr lang="zh-CN" altLang="en-US" b="1" dirty="0">
                          <a:latin typeface="Arial Narrow" panose="020B0606020202030204" pitchFamily="34" charset="0"/>
                          <a:ea typeface="+mn-ea"/>
                        </a:rPr>
                        <a:t>重试</a:t>
                      </a: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rgbClr val="00B0F0"/>
                    </a:solidFill>
                  </a:tcPr>
                </a:tc>
                <a:tc>
                  <a:txBody>
                    <a:bodyPr/>
                    <a:lstStyle/>
                    <a:p>
                      <a:pPr algn="ctr"/>
                      <a:r>
                        <a:rPr lang="zh-CN" altLang="en-US" b="1" dirty="0">
                          <a:latin typeface="Arial Narrow" panose="020B0606020202030204" pitchFamily="34" charset="0"/>
                          <a:ea typeface="+mn-ea"/>
                        </a:rPr>
                        <a:t>功率</a:t>
                      </a:r>
                      <a:endParaRPr lang="en-US" altLang="zh-CN" b="1" dirty="0">
                        <a:latin typeface="Arial Narrow" panose="020B0606020202030204" pitchFamily="34" charset="0"/>
                        <a:ea typeface="+mn-ea"/>
                      </a:endParaRPr>
                    </a:p>
                    <a:p>
                      <a:pPr algn="ctr"/>
                      <a:r>
                        <a:rPr lang="zh-CN" altLang="en-US" b="1" dirty="0">
                          <a:latin typeface="Arial Narrow" panose="020B0606020202030204" pitchFamily="34" charset="0"/>
                          <a:ea typeface="+mn-ea"/>
                        </a:rPr>
                        <a:t>管理</a:t>
                      </a: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rgbClr val="00B0F0"/>
                    </a:solidFill>
                  </a:tcPr>
                </a:tc>
                <a:tc>
                  <a:txBody>
                    <a:bodyPr/>
                    <a:lstStyle/>
                    <a:p>
                      <a:pPr algn="ctr"/>
                      <a:r>
                        <a:rPr lang="zh-CN" altLang="en-US" b="1" dirty="0">
                          <a:latin typeface="Arial Narrow" panose="020B0606020202030204" pitchFamily="34" charset="0"/>
                          <a:ea typeface="+mn-ea"/>
                        </a:rPr>
                        <a:t>更多</a:t>
                      </a:r>
                      <a:endParaRPr lang="en-US" altLang="zh-CN" b="1" dirty="0">
                        <a:latin typeface="Arial Narrow" panose="020B0606020202030204" pitchFamily="34" charset="0"/>
                        <a:ea typeface="+mn-ea"/>
                      </a:endParaRPr>
                    </a:p>
                    <a:p>
                      <a:pPr algn="ctr"/>
                      <a:r>
                        <a:rPr lang="zh-CN" altLang="en-US" b="1" dirty="0">
                          <a:latin typeface="Arial Narrow" panose="020B0606020202030204" pitchFamily="34" charset="0"/>
                          <a:ea typeface="+mn-ea"/>
                        </a:rPr>
                        <a:t>数据</a:t>
                      </a: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rgbClr val="00B0F0"/>
                    </a:solidFill>
                  </a:tcPr>
                </a:tc>
                <a:tc>
                  <a:txBody>
                    <a:bodyPr/>
                    <a:lstStyle/>
                    <a:p>
                      <a:pPr algn="ctr"/>
                      <a:r>
                        <a:rPr lang="en-US" altLang="zh-CN" b="1" dirty="0">
                          <a:latin typeface="Arial Narrow" panose="020B0606020202030204" pitchFamily="34" charset="0"/>
                          <a:ea typeface="+mn-ea"/>
                        </a:rPr>
                        <a:t>WEP</a:t>
                      </a:r>
                      <a:endParaRPr lang="zh-CN" altLang="en-US" b="1" dirty="0">
                        <a:latin typeface="Arial Narrow" panose="020B0606020202030204" pitchFamily="34" charset="0"/>
                        <a:ea typeface="+mn-ea"/>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rgbClr val="00B0F0"/>
                    </a:solidFill>
                  </a:tcPr>
                </a:tc>
                <a:tc>
                  <a:txBody>
                    <a:bodyPr/>
                    <a:lstStyle/>
                    <a:p>
                      <a:pPr algn="ctr"/>
                      <a:r>
                        <a:rPr lang="zh-CN" altLang="en-US" b="1" dirty="0">
                          <a:latin typeface="Arial Narrow" panose="020B0606020202030204" pitchFamily="34" charset="0"/>
                          <a:ea typeface="+mn-ea"/>
                        </a:rPr>
                        <a:t>顺序</a:t>
                      </a: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rgbClr val="00B0F0"/>
                    </a:solidFill>
                  </a:tcPr>
                </a:tc>
                <a:extLst>
                  <a:ext uri="{0D108BD9-81ED-4DB2-BD59-A6C34878D82A}">
                    <a16:rowId xmlns:a16="http://schemas.microsoft.com/office/drawing/2014/main" val="3635511122"/>
                  </a:ext>
                </a:extLst>
              </a:tr>
              <a:tr h="370840">
                <a:tc>
                  <a:txBody>
                    <a:bodyPr/>
                    <a:lstStyle/>
                    <a:p>
                      <a:pPr algn="ctr"/>
                      <a:r>
                        <a:rPr lang="en-US" altLang="zh-CN" b="1" dirty="0">
                          <a:latin typeface="Arial Narrow" panose="020B0606020202030204" pitchFamily="34" charset="0"/>
                          <a:ea typeface="+mn-ea"/>
                        </a:rPr>
                        <a:t>2</a:t>
                      </a:r>
                      <a:r>
                        <a:rPr lang="zh-CN" altLang="en-US" b="1" dirty="0">
                          <a:latin typeface="Arial Narrow" panose="020B0606020202030204" pitchFamily="34" charset="0"/>
                          <a:ea typeface="+mn-ea"/>
                        </a:rPr>
                        <a:t>比特</a:t>
                      </a: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390" rtl="0" eaLnBrk="1" fontAlgn="auto" latinLnBrk="0" hangingPunct="1">
                        <a:lnSpc>
                          <a:spcPct val="100000"/>
                        </a:lnSpc>
                        <a:spcBef>
                          <a:spcPts val="0"/>
                        </a:spcBef>
                        <a:spcAft>
                          <a:spcPts val="0"/>
                        </a:spcAft>
                        <a:buClrTx/>
                        <a:buSzTx/>
                        <a:buFontTx/>
                        <a:buNone/>
                        <a:tabLst/>
                        <a:defRPr/>
                      </a:pPr>
                      <a:r>
                        <a:rPr lang="en-US" altLang="zh-CN" b="1" dirty="0">
                          <a:latin typeface="Arial Narrow" panose="020B0606020202030204" pitchFamily="34" charset="0"/>
                          <a:ea typeface="+mn-ea"/>
                        </a:rPr>
                        <a:t>2</a:t>
                      </a:r>
                      <a:r>
                        <a:rPr lang="zh-CN" altLang="en-US" b="1" dirty="0">
                          <a:latin typeface="Arial Narrow" panose="020B0606020202030204" pitchFamily="34" charset="0"/>
                          <a:ea typeface="+mn-ea"/>
                        </a:rPr>
                        <a:t>比特</a:t>
                      </a: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390" rtl="0" eaLnBrk="1" fontAlgn="auto" latinLnBrk="0" hangingPunct="1">
                        <a:lnSpc>
                          <a:spcPct val="100000"/>
                        </a:lnSpc>
                        <a:spcBef>
                          <a:spcPts val="0"/>
                        </a:spcBef>
                        <a:spcAft>
                          <a:spcPts val="0"/>
                        </a:spcAft>
                        <a:buClrTx/>
                        <a:buSzTx/>
                        <a:buFontTx/>
                        <a:buNone/>
                        <a:tabLst/>
                        <a:defRPr/>
                      </a:pPr>
                      <a:r>
                        <a:rPr lang="en-US" altLang="zh-CN" b="1" dirty="0">
                          <a:latin typeface="Arial Narrow" panose="020B0606020202030204" pitchFamily="34" charset="0"/>
                          <a:ea typeface="+mn-ea"/>
                        </a:rPr>
                        <a:t>4</a:t>
                      </a:r>
                      <a:r>
                        <a:rPr lang="zh-CN" altLang="en-US" b="1" dirty="0">
                          <a:latin typeface="Arial Narrow" panose="020B0606020202030204" pitchFamily="34" charset="0"/>
                          <a:ea typeface="+mn-ea"/>
                        </a:rPr>
                        <a:t>比特</a:t>
                      </a: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US" altLang="zh-CN" b="1" dirty="0">
                          <a:latin typeface="Arial Narrow" panose="020B0606020202030204" pitchFamily="34" charset="0"/>
                          <a:ea typeface="+mn-ea"/>
                        </a:rPr>
                        <a:t>1</a:t>
                      </a:r>
                      <a:r>
                        <a:rPr lang="zh-CN" altLang="en-US" b="1" dirty="0">
                          <a:latin typeface="Arial Narrow" panose="020B0606020202030204" pitchFamily="34" charset="0"/>
                          <a:ea typeface="+mn-ea"/>
                        </a:rPr>
                        <a:t>比特</a:t>
                      </a: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US" altLang="zh-CN" b="1" dirty="0">
                          <a:latin typeface="Arial Narrow" panose="020B0606020202030204" pitchFamily="34" charset="0"/>
                          <a:ea typeface="+mn-ea"/>
                        </a:rPr>
                        <a:t>1</a:t>
                      </a:r>
                      <a:r>
                        <a:rPr lang="zh-CN" altLang="en-US" b="1" dirty="0">
                          <a:latin typeface="Arial Narrow" panose="020B0606020202030204" pitchFamily="34" charset="0"/>
                          <a:ea typeface="+mn-ea"/>
                        </a:rPr>
                        <a:t>比特</a:t>
                      </a: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US" altLang="zh-CN" b="1" dirty="0">
                          <a:latin typeface="Arial Narrow" panose="020B0606020202030204" pitchFamily="34" charset="0"/>
                          <a:ea typeface="+mn-ea"/>
                        </a:rPr>
                        <a:t>1</a:t>
                      </a:r>
                      <a:r>
                        <a:rPr lang="zh-CN" altLang="en-US" b="1" dirty="0">
                          <a:latin typeface="Arial Narrow" panose="020B0606020202030204" pitchFamily="34" charset="0"/>
                          <a:ea typeface="+mn-ea"/>
                        </a:rPr>
                        <a:t>比特</a:t>
                      </a: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US" altLang="zh-CN" b="1" dirty="0">
                          <a:latin typeface="Arial Narrow" panose="020B0606020202030204" pitchFamily="34" charset="0"/>
                          <a:ea typeface="+mn-ea"/>
                        </a:rPr>
                        <a:t>1</a:t>
                      </a:r>
                      <a:r>
                        <a:rPr lang="zh-CN" altLang="en-US" b="1" dirty="0">
                          <a:latin typeface="Arial Narrow" panose="020B0606020202030204" pitchFamily="34" charset="0"/>
                          <a:ea typeface="+mn-ea"/>
                        </a:rPr>
                        <a:t>比特</a:t>
                      </a: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US" altLang="zh-CN" b="1" dirty="0">
                          <a:latin typeface="Arial Narrow" panose="020B0606020202030204" pitchFamily="34" charset="0"/>
                          <a:ea typeface="+mn-ea"/>
                        </a:rPr>
                        <a:t>1</a:t>
                      </a:r>
                      <a:r>
                        <a:rPr lang="zh-CN" altLang="en-US" b="1" dirty="0">
                          <a:latin typeface="Arial Narrow" panose="020B0606020202030204" pitchFamily="34" charset="0"/>
                          <a:ea typeface="+mn-ea"/>
                        </a:rPr>
                        <a:t>比特</a:t>
                      </a: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US" altLang="zh-CN" b="1" dirty="0">
                          <a:latin typeface="Arial Narrow" panose="020B0606020202030204" pitchFamily="34" charset="0"/>
                          <a:ea typeface="+mn-ea"/>
                        </a:rPr>
                        <a:t>1</a:t>
                      </a:r>
                      <a:r>
                        <a:rPr lang="zh-CN" altLang="en-US" b="1" dirty="0">
                          <a:latin typeface="Arial Narrow" panose="020B0606020202030204" pitchFamily="34" charset="0"/>
                          <a:ea typeface="+mn-ea"/>
                        </a:rPr>
                        <a:t>比特</a:t>
                      </a: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US" altLang="zh-CN" b="1" dirty="0">
                          <a:latin typeface="Arial Narrow" panose="020B0606020202030204" pitchFamily="34" charset="0"/>
                          <a:ea typeface="+mn-ea"/>
                        </a:rPr>
                        <a:t>1</a:t>
                      </a:r>
                      <a:r>
                        <a:rPr lang="zh-CN" altLang="en-US" b="1" dirty="0">
                          <a:latin typeface="Arial Narrow" panose="020B0606020202030204" pitchFamily="34" charset="0"/>
                          <a:ea typeface="+mn-ea"/>
                        </a:rPr>
                        <a:t>比特</a:t>
                      </a: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US" altLang="zh-CN" b="1" dirty="0">
                          <a:latin typeface="Arial Narrow" panose="020B0606020202030204" pitchFamily="34" charset="0"/>
                          <a:ea typeface="+mn-ea"/>
                        </a:rPr>
                        <a:t>1</a:t>
                      </a:r>
                      <a:r>
                        <a:rPr lang="zh-CN" altLang="en-US" b="1" dirty="0">
                          <a:latin typeface="Arial Narrow" panose="020B0606020202030204" pitchFamily="34" charset="0"/>
                          <a:ea typeface="+mn-ea"/>
                        </a:rPr>
                        <a:t>比特</a:t>
                      </a: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203339035"/>
                  </a:ext>
                </a:extLst>
              </a:tr>
            </a:tbl>
          </a:graphicData>
        </a:graphic>
      </p:graphicFrame>
      <p:cxnSp>
        <p:nvCxnSpPr>
          <p:cNvPr id="46" name="直接连接符 45">
            <a:extLst>
              <a:ext uri="{FF2B5EF4-FFF2-40B4-BE49-F238E27FC236}">
                <a16:creationId xmlns:a16="http://schemas.microsoft.com/office/drawing/2014/main" id="{6F0C1708-B378-4E47-8AAB-4272FE1CFC13}"/>
              </a:ext>
            </a:extLst>
          </p:cNvPr>
          <p:cNvCxnSpPr>
            <a:cxnSpLocks/>
          </p:cNvCxnSpPr>
          <p:nvPr/>
        </p:nvCxnSpPr>
        <p:spPr>
          <a:xfrm>
            <a:off x="465423" y="3089897"/>
            <a:ext cx="165712" cy="1519295"/>
          </a:xfrm>
          <a:prstGeom prst="line">
            <a:avLst/>
          </a:prstGeom>
          <a:ln w="12700">
            <a:solidFill>
              <a:schemeClr val="tx1"/>
            </a:solidFill>
            <a:prstDash val="dash"/>
          </a:ln>
        </p:spPr>
        <p:style>
          <a:lnRef idx="1">
            <a:schemeClr val="accent1"/>
          </a:lnRef>
          <a:fillRef idx="0">
            <a:schemeClr val="accent1"/>
          </a:fillRef>
          <a:effectRef idx="0">
            <a:schemeClr val="accent1"/>
          </a:effectRef>
          <a:fontRef idx="minor">
            <a:schemeClr val="tx1"/>
          </a:fontRef>
        </p:style>
      </p:cxnSp>
      <p:cxnSp>
        <p:nvCxnSpPr>
          <p:cNvPr id="49" name="直接连接符 48">
            <a:extLst>
              <a:ext uri="{FF2B5EF4-FFF2-40B4-BE49-F238E27FC236}">
                <a16:creationId xmlns:a16="http://schemas.microsoft.com/office/drawing/2014/main" id="{C09DB4CC-7D34-4326-8E40-C845DDCD33F2}"/>
              </a:ext>
            </a:extLst>
          </p:cNvPr>
          <p:cNvCxnSpPr>
            <a:cxnSpLocks/>
          </p:cNvCxnSpPr>
          <p:nvPr/>
        </p:nvCxnSpPr>
        <p:spPr>
          <a:xfrm>
            <a:off x="1365250" y="3089897"/>
            <a:ext cx="10521950" cy="1519295"/>
          </a:xfrm>
          <a:prstGeom prst="line">
            <a:avLst/>
          </a:prstGeom>
          <a:ln w="12700">
            <a:solidFill>
              <a:schemeClr val="tx1"/>
            </a:solidFill>
            <a:prstDash val="dash"/>
          </a:ln>
        </p:spPr>
        <p:style>
          <a:lnRef idx="1">
            <a:schemeClr val="accent1"/>
          </a:lnRef>
          <a:fillRef idx="0">
            <a:schemeClr val="accent1"/>
          </a:fillRef>
          <a:effectRef idx="0">
            <a:schemeClr val="accent1"/>
          </a:effectRef>
          <a:fontRef idx="minor">
            <a:schemeClr val="tx1"/>
          </a:fontRef>
        </p:style>
      </p:cxnSp>
      <p:sp>
        <p:nvSpPr>
          <p:cNvPr id="35" name="平行四边形 34">
            <a:extLst>
              <a:ext uri="{FF2B5EF4-FFF2-40B4-BE49-F238E27FC236}">
                <a16:creationId xmlns:a16="http://schemas.microsoft.com/office/drawing/2014/main" id="{FA9B6594-8457-AE74-98BE-3BD4B75F2577}"/>
              </a:ext>
            </a:extLst>
          </p:cNvPr>
          <p:cNvSpPr/>
          <p:nvPr/>
        </p:nvSpPr>
        <p:spPr>
          <a:xfrm>
            <a:off x="304800" y="749300"/>
            <a:ext cx="723900" cy="387090"/>
          </a:xfrm>
          <a:prstGeom prst="parallelogram">
            <a:avLst/>
          </a:prstGeom>
          <a:solidFill>
            <a:schemeClr val="accent3">
              <a:lumMod val="75000"/>
            </a:schemeClr>
          </a:solidFill>
          <a:ln>
            <a:solidFill>
              <a:schemeClr val="accent3">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CN" sz="2200" dirty="0">
                <a:latin typeface="Impact" panose="020B0806030902050204" pitchFamily="34" charset="0"/>
              </a:rPr>
              <a:t>05</a:t>
            </a:r>
            <a:endParaRPr lang="zh-CN" altLang="en-US" sz="2200" dirty="0">
              <a:latin typeface="Impact" panose="020B0806030902050204" pitchFamily="34" charset="0"/>
            </a:endParaRPr>
          </a:p>
        </p:txBody>
      </p:sp>
    </p:spTree>
    <p:custDataLst>
      <p:tags r:id="rId1"/>
    </p:custDataLst>
    <p:extLst>
      <p:ext uri="{BB962C8B-B14F-4D97-AF65-F5344CB8AC3E}">
        <p14:creationId xmlns:p14="http://schemas.microsoft.com/office/powerpoint/2010/main" val="4032238739"/>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47" presetClass="entr" presetSubtype="0" fill="hold" grpId="0" nodeType="withEffect">
                                  <p:stCondLst>
                                    <p:cond delay="0"/>
                                  </p:stCondLst>
                                  <p:childTnLst>
                                    <p:set>
                                      <p:cBhvr>
                                        <p:cTn id="6" dur="1" fill="hold">
                                          <p:stCondLst>
                                            <p:cond delay="0"/>
                                          </p:stCondLst>
                                        </p:cTn>
                                        <p:tgtEl>
                                          <p:spTgt spid="6"/>
                                        </p:tgtEl>
                                        <p:attrNameLst>
                                          <p:attrName>style.visibility</p:attrName>
                                        </p:attrNameLst>
                                      </p:cBhvr>
                                      <p:to>
                                        <p:strVal val="visible"/>
                                      </p:to>
                                    </p:set>
                                    <p:animEffect transition="in" filter="fade">
                                      <p:cBhvr>
                                        <p:cTn id="7" dur="1000"/>
                                        <p:tgtEl>
                                          <p:spTgt spid="6"/>
                                        </p:tgtEl>
                                      </p:cBhvr>
                                    </p:animEffect>
                                    <p:anim calcmode="lin" valueType="num">
                                      <p:cBhvr>
                                        <p:cTn id="8" dur="1000" fill="hold"/>
                                        <p:tgtEl>
                                          <p:spTgt spid="6"/>
                                        </p:tgtEl>
                                        <p:attrNameLst>
                                          <p:attrName>ppt_x</p:attrName>
                                        </p:attrNameLst>
                                      </p:cBhvr>
                                      <p:tavLst>
                                        <p:tav tm="0">
                                          <p:val>
                                            <p:strVal val="#ppt_x"/>
                                          </p:val>
                                        </p:tav>
                                        <p:tav tm="100000">
                                          <p:val>
                                            <p:strVal val="#ppt_x"/>
                                          </p:val>
                                        </p:tav>
                                      </p:tavLst>
                                    </p:anim>
                                    <p:anim calcmode="lin" valueType="num">
                                      <p:cBhvr>
                                        <p:cTn id="9" dur="1000" fill="hold"/>
                                        <p:tgtEl>
                                          <p:spTgt spid="6"/>
                                        </p:tgtEl>
                                        <p:attrNameLst>
                                          <p:attrName>ppt_y</p:attrName>
                                        </p:attrNameLst>
                                      </p:cBhvr>
                                      <p:tavLst>
                                        <p:tav tm="0">
                                          <p:val>
                                            <p:strVal val="#ppt_y-.1"/>
                                          </p:val>
                                        </p:tav>
                                        <p:tav tm="100000">
                                          <p:val>
                                            <p:strVal val="#ppt_y"/>
                                          </p:val>
                                        </p:tav>
                                      </p:tavLst>
                                    </p:anim>
                                  </p:childTnLst>
                                </p:cTn>
                              </p:par>
                            </p:childTnLst>
                          </p:cTn>
                        </p:par>
                      </p:childTnLst>
                    </p:cTn>
                  </p:par>
                  <p:par>
                    <p:cTn id="10" fill="hold">
                      <p:stCondLst>
                        <p:cond delay="indefinite"/>
                      </p:stCondLst>
                      <p:childTnLst>
                        <p:par>
                          <p:cTn id="11" fill="hold">
                            <p:stCondLst>
                              <p:cond delay="0"/>
                            </p:stCondLst>
                            <p:childTnLst>
                              <p:par>
                                <p:cTn id="12" presetID="30" presetClass="entr" presetSubtype="0" fill="hold" nodeType="clickEffect">
                                  <p:stCondLst>
                                    <p:cond delay="0"/>
                                  </p:stCondLst>
                                  <p:childTnLst>
                                    <p:set>
                                      <p:cBhvr>
                                        <p:cTn id="13" dur="1" fill="hold">
                                          <p:stCondLst>
                                            <p:cond delay="0"/>
                                          </p:stCondLst>
                                        </p:cTn>
                                        <p:tgtEl>
                                          <p:spTgt spid="34"/>
                                        </p:tgtEl>
                                        <p:attrNameLst>
                                          <p:attrName>style.visibility</p:attrName>
                                        </p:attrNameLst>
                                      </p:cBhvr>
                                      <p:to>
                                        <p:strVal val="visible"/>
                                      </p:to>
                                    </p:set>
                                    <p:animEffect transition="in" filter="fade">
                                      <p:cBhvr>
                                        <p:cTn id="14" dur="800" decel="100000"/>
                                        <p:tgtEl>
                                          <p:spTgt spid="34"/>
                                        </p:tgtEl>
                                      </p:cBhvr>
                                    </p:animEffect>
                                    <p:anim calcmode="lin" valueType="num">
                                      <p:cBhvr>
                                        <p:cTn id="15" dur="800" decel="100000" fill="hold"/>
                                        <p:tgtEl>
                                          <p:spTgt spid="34"/>
                                        </p:tgtEl>
                                        <p:attrNameLst>
                                          <p:attrName>style.rotation</p:attrName>
                                        </p:attrNameLst>
                                      </p:cBhvr>
                                      <p:tavLst>
                                        <p:tav tm="0">
                                          <p:val>
                                            <p:fltVal val="-90"/>
                                          </p:val>
                                        </p:tav>
                                        <p:tav tm="100000">
                                          <p:val>
                                            <p:fltVal val="0"/>
                                          </p:val>
                                        </p:tav>
                                      </p:tavLst>
                                    </p:anim>
                                    <p:anim calcmode="lin" valueType="num">
                                      <p:cBhvr>
                                        <p:cTn id="16" dur="800" decel="100000" fill="hold"/>
                                        <p:tgtEl>
                                          <p:spTgt spid="34"/>
                                        </p:tgtEl>
                                        <p:attrNameLst>
                                          <p:attrName>ppt_x</p:attrName>
                                        </p:attrNameLst>
                                      </p:cBhvr>
                                      <p:tavLst>
                                        <p:tav tm="0">
                                          <p:val>
                                            <p:strVal val="#ppt_x+0.4"/>
                                          </p:val>
                                        </p:tav>
                                        <p:tav tm="100000">
                                          <p:val>
                                            <p:strVal val="#ppt_x-0.05"/>
                                          </p:val>
                                        </p:tav>
                                      </p:tavLst>
                                    </p:anim>
                                    <p:anim calcmode="lin" valueType="num">
                                      <p:cBhvr>
                                        <p:cTn id="17" dur="800" decel="100000" fill="hold"/>
                                        <p:tgtEl>
                                          <p:spTgt spid="34"/>
                                        </p:tgtEl>
                                        <p:attrNameLst>
                                          <p:attrName>ppt_y</p:attrName>
                                        </p:attrNameLst>
                                      </p:cBhvr>
                                      <p:tavLst>
                                        <p:tav tm="0">
                                          <p:val>
                                            <p:strVal val="#ppt_y-0.4"/>
                                          </p:val>
                                        </p:tav>
                                        <p:tav tm="100000">
                                          <p:val>
                                            <p:strVal val="#ppt_y+0.1"/>
                                          </p:val>
                                        </p:tav>
                                      </p:tavLst>
                                    </p:anim>
                                    <p:anim calcmode="lin" valueType="num">
                                      <p:cBhvr>
                                        <p:cTn id="18" dur="200" accel="100000" fill="hold">
                                          <p:stCondLst>
                                            <p:cond delay="800"/>
                                          </p:stCondLst>
                                        </p:cTn>
                                        <p:tgtEl>
                                          <p:spTgt spid="34"/>
                                        </p:tgtEl>
                                        <p:attrNameLst>
                                          <p:attrName>ppt_x</p:attrName>
                                        </p:attrNameLst>
                                      </p:cBhvr>
                                      <p:tavLst>
                                        <p:tav tm="0">
                                          <p:val>
                                            <p:strVal val="#ppt_x-0.05"/>
                                          </p:val>
                                        </p:tav>
                                        <p:tav tm="100000">
                                          <p:val>
                                            <p:strVal val="#ppt_x"/>
                                          </p:val>
                                        </p:tav>
                                      </p:tavLst>
                                    </p:anim>
                                    <p:anim calcmode="lin" valueType="num">
                                      <p:cBhvr>
                                        <p:cTn id="19" dur="200" accel="100000" fill="hold">
                                          <p:stCondLst>
                                            <p:cond delay="800"/>
                                          </p:stCondLst>
                                        </p:cTn>
                                        <p:tgtEl>
                                          <p:spTgt spid="34"/>
                                        </p:tgtEl>
                                        <p:attrNameLst>
                                          <p:attrName>ppt_y</p:attrName>
                                        </p:attrNameLst>
                                      </p:cBhvr>
                                      <p:tavLst>
                                        <p:tav tm="0">
                                          <p:val>
                                            <p:strVal val="#ppt_y+0.1"/>
                                          </p:val>
                                        </p:tav>
                                        <p:tav tm="100000">
                                          <p:val>
                                            <p:strVal val="#ppt_y"/>
                                          </p:val>
                                        </p:tav>
                                      </p:tavLst>
                                    </p:anim>
                                  </p:childTnLst>
                                </p:cTn>
                              </p:par>
                            </p:childTnLst>
                          </p:cTn>
                        </p:par>
                      </p:childTnLst>
                    </p:cTn>
                  </p:par>
                  <p:par>
                    <p:cTn id="20" fill="hold">
                      <p:stCondLst>
                        <p:cond delay="indefinite"/>
                      </p:stCondLst>
                      <p:childTnLst>
                        <p:par>
                          <p:cTn id="21" fill="hold">
                            <p:stCondLst>
                              <p:cond delay="0"/>
                            </p:stCondLst>
                            <p:childTnLst>
                              <p:par>
                                <p:cTn id="22" presetID="12" presetClass="entr" presetSubtype="4" fill="hold" nodeType="clickEffect">
                                  <p:stCondLst>
                                    <p:cond delay="0"/>
                                  </p:stCondLst>
                                  <p:childTnLst>
                                    <p:set>
                                      <p:cBhvr>
                                        <p:cTn id="23" dur="1" fill="hold">
                                          <p:stCondLst>
                                            <p:cond delay="0"/>
                                          </p:stCondLst>
                                        </p:cTn>
                                        <p:tgtEl>
                                          <p:spTgt spid="8"/>
                                        </p:tgtEl>
                                        <p:attrNameLst>
                                          <p:attrName>style.visibility</p:attrName>
                                        </p:attrNameLst>
                                      </p:cBhvr>
                                      <p:to>
                                        <p:strVal val="visible"/>
                                      </p:to>
                                    </p:set>
                                    <p:anim calcmode="lin" valueType="num">
                                      <p:cBhvr additive="base">
                                        <p:cTn id="24" dur="500"/>
                                        <p:tgtEl>
                                          <p:spTgt spid="8"/>
                                        </p:tgtEl>
                                        <p:attrNameLst>
                                          <p:attrName>ppt_y</p:attrName>
                                        </p:attrNameLst>
                                      </p:cBhvr>
                                      <p:tavLst>
                                        <p:tav tm="0">
                                          <p:val>
                                            <p:strVal val="#ppt_y+#ppt_h*1.125000"/>
                                          </p:val>
                                        </p:tav>
                                        <p:tav tm="100000">
                                          <p:val>
                                            <p:strVal val="#ppt_y"/>
                                          </p:val>
                                        </p:tav>
                                      </p:tavLst>
                                    </p:anim>
                                    <p:animEffect transition="in" filter="wipe(up)">
                                      <p:cBhvr>
                                        <p:cTn id="25" dur="500"/>
                                        <p:tgtEl>
                                          <p:spTgt spid="8"/>
                                        </p:tgtEl>
                                      </p:cBhvr>
                                    </p:animEffect>
                                  </p:childTnLst>
                                </p:cTn>
                              </p:par>
                            </p:childTnLst>
                          </p:cTn>
                        </p:par>
                      </p:childTnLst>
                    </p:cTn>
                  </p:par>
                  <p:par>
                    <p:cTn id="26" fill="hold">
                      <p:stCondLst>
                        <p:cond delay="indefinite"/>
                      </p:stCondLst>
                      <p:childTnLst>
                        <p:par>
                          <p:cTn id="27" fill="hold">
                            <p:stCondLst>
                              <p:cond delay="0"/>
                            </p:stCondLst>
                            <p:childTnLst>
                              <p:par>
                                <p:cTn id="28" presetID="12" presetClass="entr" presetSubtype="4" fill="hold" nodeType="clickEffect">
                                  <p:stCondLst>
                                    <p:cond delay="0"/>
                                  </p:stCondLst>
                                  <p:childTnLst>
                                    <p:set>
                                      <p:cBhvr>
                                        <p:cTn id="29" dur="1" fill="hold">
                                          <p:stCondLst>
                                            <p:cond delay="0"/>
                                          </p:stCondLst>
                                        </p:cTn>
                                        <p:tgtEl>
                                          <p:spTgt spid="10"/>
                                        </p:tgtEl>
                                        <p:attrNameLst>
                                          <p:attrName>style.visibility</p:attrName>
                                        </p:attrNameLst>
                                      </p:cBhvr>
                                      <p:to>
                                        <p:strVal val="visible"/>
                                      </p:to>
                                    </p:set>
                                    <p:anim calcmode="lin" valueType="num">
                                      <p:cBhvr additive="base">
                                        <p:cTn id="30" dur="500"/>
                                        <p:tgtEl>
                                          <p:spTgt spid="10"/>
                                        </p:tgtEl>
                                        <p:attrNameLst>
                                          <p:attrName>ppt_y</p:attrName>
                                        </p:attrNameLst>
                                      </p:cBhvr>
                                      <p:tavLst>
                                        <p:tav tm="0">
                                          <p:val>
                                            <p:strVal val="#ppt_y+#ppt_h*1.125000"/>
                                          </p:val>
                                        </p:tav>
                                        <p:tav tm="100000">
                                          <p:val>
                                            <p:strVal val="#ppt_y"/>
                                          </p:val>
                                        </p:tav>
                                      </p:tavLst>
                                    </p:anim>
                                    <p:animEffect transition="in" filter="wipe(up)">
                                      <p:cBhvr>
                                        <p:cTn id="31" dur="500"/>
                                        <p:tgtEl>
                                          <p:spTgt spid="10"/>
                                        </p:tgtEl>
                                      </p:cBhvr>
                                    </p:animEffect>
                                  </p:childTnLst>
                                </p:cTn>
                              </p:par>
                            </p:childTnLst>
                          </p:cTn>
                        </p:par>
                      </p:childTnLst>
                    </p:cTn>
                  </p:par>
                  <p:par>
                    <p:cTn id="32" fill="hold">
                      <p:stCondLst>
                        <p:cond delay="indefinite"/>
                      </p:stCondLst>
                      <p:childTnLst>
                        <p:par>
                          <p:cTn id="33" fill="hold">
                            <p:stCondLst>
                              <p:cond delay="0"/>
                            </p:stCondLst>
                            <p:childTnLst>
                              <p:par>
                                <p:cTn id="34" presetID="12" presetClass="entr" presetSubtype="4" fill="hold" nodeType="clickEffect">
                                  <p:stCondLst>
                                    <p:cond delay="0"/>
                                  </p:stCondLst>
                                  <p:childTnLst>
                                    <p:set>
                                      <p:cBhvr>
                                        <p:cTn id="35" dur="1" fill="hold">
                                          <p:stCondLst>
                                            <p:cond delay="0"/>
                                          </p:stCondLst>
                                        </p:cTn>
                                        <p:tgtEl>
                                          <p:spTgt spid="13"/>
                                        </p:tgtEl>
                                        <p:attrNameLst>
                                          <p:attrName>style.visibility</p:attrName>
                                        </p:attrNameLst>
                                      </p:cBhvr>
                                      <p:to>
                                        <p:strVal val="visible"/>
                                      </p:to>
                                    </p:set>
                                    <p:anim calcmode="lin" valueType="num">
                                      <p:cBhvr additive="base">
                                        <p:cTn id="36" dur="500"/>
                                        <p:tgtEl>
                                          <p:spTgt spid="13"/>
                                        </p:tgtEl>
                                        <p:attrNameLst>
                                          <p:attrName>ppt_y</p:attrName>
                                        </p:attrNameLst>
                                      </p:cBhvr>
                                      <p:tavLst>
                                        <p:tav tm="0">
                                          <p:val>
                                            <p:strVal val="#ppt_y+#ppt_h*1.125000"/>
                                          </p:val>
                                        </p:tav>
                                        <p:tav tm="100000">
                                          <p:val>
                                            <p:strVal val="#ppt_y"/>
                                          </p:val>
                                        </p:tav>
                                      </p:tavLst>
                                    </p:anim>
                                    <p:animEffect transition="in" filter="wipe(up)">
                                      <p:cBhvr>
                                        <p:cTn id="37" dur="500"/>
                                        <p:tgtEl>
                                          <p:spTgt spid="13"/>
                                        </p:tgtEl>
                                      </p:cBhvr>
                                    </p:animEffect>
                                  </p:childTnLst>
                                </p:cTn>
                              </p:par>
                            </p:childTnLst>
                          </p:cTn>
                        </p:par>
                      </p:childTnLst>
                    </p:cTn>
                  </p:par>
                  <p:par>
                    <p:cTn id="38" fill="hold">
                      <p:stCondLst>
                        <p:cond delay="indefinite"/>
                      </p:stCondLst>
                      <p:childTnLst>
                        <p:par>
                          <p:cTn id="39" fill="hold">
                            <p:stCondLst>
                              <p:cond delay="0"/>
                            </p:stCondLst>
                            <p:childTnLst>
                              <p:par>
                                <p:cTn id="40" presetID="22" presetClass="entr" presetSubtype="1" fill="hold" nodeType="clickEffect">
                                  <p:stCondLst>
                                    <p:cond delay="0"/>
                                  </p:stCondLst>
                                  <p:childTnLst>
                                    <p:set>
                                      <p:cBhvr>
                                        <p:cTn id="41" dur="1" fill="hold">
                                          <p:stCondLst>
                                            <p:cond delay="0"/>
                                          </p:stCondLst>
                                        </p:cTn>
                                        <p:tgtEl>
                                          <p:spTgt spid="46"/>
                                        </p:tgtEl>
                                        <p:attrNameLst>
                                          <p:attrName>style.visibility</p:attrName>
                                        </p:attrNameLst>
                                      </p:cBhvr>
                                      <p:to>
                                        <p:strVal val="visible"/>
                                      </p:to>
                                    </p:set>
                                    <p:animEffect transition="in" filter="wipe(up)">
                                      <p:cBhvr>
                                        <p:cTn id="42" dur="500"/>
                                        <p:tgtEl>
                                          <p:spTgt spid="46"/>
                                        </p:tgtEl>
                                      </p:cBhvr>
                                    </p:animEffect>
                                  </p:childTnLst>
                                </p:cTn>
                              </p:par>
                              <p:par>
                                <p:cTn id="43" presetID="22" presetClass="entr" presetSubtype="1" fill="hold" nodeType="withEffect">
                                  <p:stCondLst>
                                    <p:cond delay="0"/>
                                  </p:stCondLst>
                                  <p:childTnLst>
                                    <p:set>
                                      <p:cBhvr>
                                        <p:cTn id="44" dur="1" fill="hold">
                                          <p:stCondLst>
                                            <p:cond delay="0"/>
                                          </p:stCondLst>
                                        </p:cTn>
                                        <p:tgtEl>
                                          <p:spTgt spid="49"/>
                                        </p:tgtEl>
                                        <p:attrNameLst>
                                          <p:attrName>style.visibility</p:attrName>
                                        </p:attrNameLst>
                                      </p:cBhvr>
                                      <p:to>
                                        <p:strVal val="visible"/>
                                      </p:to>
                                    </p:set>
                                    <p:animEffect transition="in" filter="wipe(up)">
                                      <p:cBhvr>
                                        <p:cTn id="45" dur="500"/>
                                        <p:tgtEl>
                                          <p:spTgt spid="49"/>
                                        </p:tgtEl>
                                      </p:cBhvr>
                                    </p:animEffect>
                                  </p:childTnLst>
                                </p:cTn>
                              </p:par>
                            </p:childTnLst>
                          </p:cTn>
                        </p:par>
                        <p:par>
                          <p:cTn id="46" fill="hold">
                            <p:stCondLst>
                              <p:cond delay="500"/>
                            </p:stCondLst>
                            <p:childTnLst>
                              <p:par>
                                <p:cTn id="47" presetID="22" presetClass="entr" presetSubtype="1" fill="hold" nodeType="afterEffect">
                                  <p:stCondLst>
                                    <p:cond delay="0"/>
                                  </p:stCondLst>
                                  <p:childTnLst>
                                    <p:set>
                                      <p:cBhvr>
                                        <p:cTn id="48" dur="1" fill="hold">
                                          <p:stCondLst>
                                            <p:cond delay="0"/>
                                          </p:stCondLst>
                                        </p:cTn>
                                        <p:tgtEl>
                                          <p:spTgt spid="45"/>
                                        </p:tgtEl>
                                        <p:attrNameLst>
                                          <p:attrName>style.visibility</p:attrName>
                                        </p:attrNameLst>
                                      </p:cBhvr>
                                      <p:to>
                                        <p:strVal val="visible"/>
                                      </p:to>
                                    </p:set>
                                    <p:animEffect transition="in" filter="wipe(up)">
                                      <p:cBhvr>
                                        <p:cTn id="49" dur="500"/>
                                        <p:tgtEl>
                                          <p:spTgt spid="45"/>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6" grpId="0"/>
    </p:bldLst>
  </p:timing>
</p:sld>
</file>

<file path=ppt/slides/slide57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4" name="组合 3">
            <a:extLst>
              <a:ext uri="{FF2B5EF4-FFF2-40B4-BE49-F238E27FC236}">
                <a16:creationId xmlns:a16="http://schemas.microsoft.com/office/drawing/2014/main" id="{9A1EA9F2-FCB6-48C3-935F-7AE7E3AD14AC}"/>
              </a:ext>
            </a:extLst>
          </p:cNvPr>
          <p:cNvGrpSpPr/>
          <p:nvPr/>
        </p:nvGrpSpPr>
        <p:grpSpPr>
          <a:xfrm>
            <a:off x="304800" y="749300"/>
            <a:ext cx="5791200" cy="400110"/>
            <a:chOff x="424117" y="898245"/>
            <a:chExt cx="5791200" cy="400110"/>
          </a:xfrm>
        </p:grpSpPr>
        <p:sp>
          <p:nvSpPr>
            <p:cNvPr id="2" name="平行四边形 1">
              <a:extLst>
                <a:ext uri="{FF2B5EF4-FFF2-40B4-BE49-F238E27FC236}">
                  <a16:creationId xmlns:a16="http://schemas.microsoft.com/office/drawing/2014/main" id="{1F5BAA3F-9845-4F89-A2DD-8222D3E4EDAC}"/>
                </a:ext>
              </a:extLst>
            </p:cNvPr>
            <p:cNvSpPr/>
            <p:nvPr/>
          </p:nvSpPr>
          <p:spPr>
            <a:xfrm>
              <a:off x="424117" y="898245"/>
              <a:ext cx="628306" cy="387090"/>
            </a:xfrm>
            <a:prstGeom prst="parallelogram">
              <a:avLst/>
            </a:prstGeom>
            <a:solidFill>
              <a:schemeClr val="accent3">
                <a:lumMod val="75000"/>
              </a:schemeClr>
            </a:solidFill>
            <a:ln>
              <a:solidFill>
                <a:schemeClr val="accent3">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CN" sz="2200" dirty="0">
                  <a:latin typeface="Impact" panose="020B0806030902050204" pitchFamily="34" charset="0"/>
                </a:rPr>
                <a:t>01</a:t>
              </a:r>
              <a:endParaRPr lang="zh-CN" altLang="en-US" sz="2200" dirty="0">
                <a:latin typeface="Impact" panose="020B0806030902050204" pitchFamily="34" charset="0"/>
              </a:endParaRPr>
            </a:p>
          </p:txBody>
        </p:sp>
        <p:sp>
          <p:nvSpPr>
            <p:cNvPr id="3" name="文本框 2">
              <a:extLst>
                <a:ext uri="{FF2B5EF4-FFF2-40B4-BE49-F238E27FC236}">
                  <a16:creationId xmlns:a16="http://schemas.microsoft.com/office/drawing/2014/main" id="{4D6BD736-A4D3-4F26-AFED-36E11F50F70B}"/>
                </a:ext>
              </a:extLst>
            </p:cNvPr>
            <p:cNvSpPr txBox="1"/>
            <p:nvPr/>
          </p:nvSpPr>
          <p:spPr>
            <a:xfrm>
              <a:off x="1052423" y="898245"/>
              <a:ext cx="5162894" cy="400110"/>
            </a:xfrm>
            <a:prstGeom prst="rect">
              <a:avLst/>
            </a:prstGeom>
            <a:noFill/>
          </p:spPr>
          <p:txBody>
            <a:bodyPr wrap="square" rtlCol="0">
              <a:spAutoFit/>
            </a:bodyPr>
            <a:lstStyle/>
            <a:p>
              <a:r>
                <a:rPr lang="en-US" altLang="zh-CN" sz="2000" b="1" dirty="0">
                  <a:solidFill>
                    <a:schemeClr val="tx1"/>
                  </a:solidFill>
                  <a:latin typeface="Arial Narrow" panose="020B0606020202030204" pitchFamily="34" charset="0"/>
                </a:rPr>
                <a:t>802.11</a:t>
              </a:r>
              <a:r>
                <a:rPr lang="zh-CN" altLang="en-US" sz="2000" b="1" dirty="0">
                  <a:solidFill>
                    <a:schemeClr val="tx1"/>
                  </a:solidFill>
                  <a:latin typeface="Arial Narrow" panose="020B0606020202030204" pitchFamily="34" charset="0"/>
                </a:rPr>
                <a:t>无线局域网的</a:t>
              </a:r>
              <a:r>
                <a:rPr lang="en-US" altLang="zh-CN" sz="2000" b="1" dirty="0">
                  <a:solidFill>
                    <a:schemeClr val="tx1"/>
                  </a:solidFill>
                  <a:latin typeface="Arial Narrow" panose="020B0606020202030204" pitchFamily="34" charset="0"/>
                </a:rPr>
                <a:t>MAC</a:t>
              </a:r>
              <a:r>
                <a:rPr lang="zh-CN" altLang="en-US" sz="2000" b="1" dirty="0">
                  <a:solidFill>
                    <a:schemeClr val="tx1"/>
                  </a:solidFill>
                  <a:latin typeface="Arial Narrow" panose="020B0606020202030204" pitchFamily="34" charset="0"/>
                </a:rPr>
                <a:t>帧</a:t>
              </a:r>
              <a:endParaRPr lang="en-US" altLang="zh-CN" sz="2000" b="1" dirty="0">
                <a:solidFill>
                  <a:schemeClr val="tx1"/>
                </a:solidFill>
                <a:latin typeface="Arial Narrow" panose="020B0606020202030204" pitchFamily="34" charset="0"/>
              </a:endParaRPr>
            </a:p>
          </p:txBody>
        </p:sp>
      </p:grpSp>
      <p:grpSp>
        <p:nvGrpSpPr>
          <p:cNvPr id="8" name="组合 7">
            <a:extLst>
              <a:ext uri="{FF2B5EF4-FFF2-40B4-BE49-F238E27FC236}">
                <a16:creationId xmlns:a16="http://schemas.microsoft.com/office/drawing/2014/main" id="{B64ABECE-DE5B-42BB-A4DE-C6E7D0E1013D}"/>
              </a:ext>
            </a:extLst>
          </p:cNvPr>
          <p:cNvGrpSpPr/>
          <p:nvPr/>
        </p:nvGrpSpPr>
        <p:grpSpPr>
          <a:xfrm>
            <a:off x="465423" y="1581867"/>
            <a:ext cx="7686251" cy="489168"/>
            <a:chOff x="465423" y="1969217"/>
            <a:chExt cx="7686251" cy="489168"/>
          </a:xfrm>
        </p:grpSpPr>
        <p:cxnSp>
          <p:nvCxnSpPr>
            <p:cNvPr id="24" name="直接连接符 23">
              <a:extLst>
                <a:ext uri="{FF2B5EF4-FFF2-40B4-BE49-F238E27FC236}">
                  <a16:creationId xmlns:a16="http://schemas.microsoft.com/office/drawing/2014/main" id="{DAF0C2C1-A68B-4259-A489-5505460A508D}"/>
                </a:ext>
              </a:extLst>
            </p:cNvPr>
            <p:cNvCxnSpPr/>
            <p:nvPr/>
          </p:nvCxnSpPr>
          <p:spPr>
            <a:xfrm flipV="1">
              <a:off x="465423" y="1991246"/>
              <a:ext cx="0" cy="467139"/>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5" name="直接连接符 24">
              <a:extLst>
                <a:ext uri="{FF2B5EF4-FFF2-40B4-BE49-F238E27FC236}">
                  <a16:creationId xmlns:a16="http://schemas.microsoft.com/office/drawing/2014/main" id="{9B014577-1385-48C2-B60A-93EE0E101280}"/>
                </a:ext>
              </a:extLst>
            </p:cNvPr>
            <p:cNvCxnSpPr/>
            <p:nvPr/>
          </p:nvCxnSpPr>
          <p:spPr>
            <a:xfrm flipV="1">
              <a:off x="8151674" y="1991246"/>
              <a:ext cx="0" cy="467139"/>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8" name="直接箭头连接符 27">
              <a:extLst>
                <a:ext uri="{FF2B5EF4-FFF2-40B4-BE49-F238E27FC236}">
                  <a16:creationId xmlns:a16="http://schemas.microsoft.com/office/drawing/2014/main" id="{5DCCA8BD-04A8-4B04-AD75-7A82FBB4110A}"/>
                </a:ext>
              </a:extLst>
            </p:cNvPr>
            <p:cNvCxnSpPr>
              <a:cxnSpLocks/>
            </p:cNvCxnSpPr>
            <p:nvPr/>
          </p:nvCxnSpPr>
          <p:spPr>
            <a:xfrm>
              <a:off x="465423" y="2159077"/>
              <a:ext cx="7676312" cy="0"/>
            </a:xfrm>
            <a:prstGeom prst="straightConnector1">
              <a:avLst/>
            </a:prstGeom>
            <a:ln w="12700">
              <a:solidFill>
                <a:schemeClr val="tx1"/>
              </a:solidFill>
              <a:headEnd type="triangle" w="lg" len="lg"/>
              <a:tailEnd type="triangle" w="lg" len="lg"/>
            </a:ln>
          </p:spPr>
          <p:style>
            <a:lnRef idx="1">
              <a:schemeClr val="accent1"/>
            </a:lnRef>
            <a:fillRef idx="0">
              <a:schemeClr val="accent1"/>
            </a:fillRef>
            <a:effectRef idx="0">
              <a:schemeClr val="accent1"/>
            </a:effectRef>
            <a:fontRef idx="minor">
              <a:schemeClr val="tx1"/>
            </a:fontRef>
          </p:style>
        </p:cxnSp>
        <p:sp>
          <p:nvSpPr>
            <p:cNvPr id="31" name="文本框 30">
              <a:extLst>
                <a:ext uri="{FF2B5EF4-FFF2-40B4-BE49-F238E27FC236}">
                  <a16:creationId xmlns:a16="http://schemas.microsoft.com/office/drawing/2014/main" id="{DFD7D356-1575-4044-A76B-B618352CD119}"/>
                </a:ext>
              </a:extLst>
            </p:cNvPr>
            <p:cNvSpPr txBox="1"/>
            <p:nvPr/>
          </p:nvSpPr>
          <p:spPr>
            <a:xfrm>
              <a:off x="3970476" y="1969217"/>
              <a:ext cx="666206" cy="369332"/>
            </a:xfrm>
            <a:prstGeom prst="rect">
              <a:avLst/>
            </a:prstGeom>
            <a:solidFill>
              <a:schemeClr val="bg1"/>
            </a:solidFill>
          </p:spPr>
          <p:txBody>
            <a:bodyPr wrap="square" rtlCol="0">
              <a:spAutoFit/>
            </a:bodyPr>
            <a:lstStyle/>
            <a:p>
              <a:pPr algn="ctr"/>
              <a:r>
                <a:rPr lang="zh-CN" altLang="en-US" b="1" dirty="0">
                  <a:latin typeface="+mn-ea"/>
                </a:rPr>
                <a:t>帧头</a:t>
              </a:r>
            </a:p>
          </p:txBody>
        </p:sp>
      </p:grpSp>
      <p:graphicFrame>
        <p:nvGraphicFramePr>
          <p:cNvPr id="34" name="表格 21">
            <a:extLst>
              <a:ext uri="{FF2B5EF4-FFF2-40B4-BE49-F238E27FC236}">
                <a16:creationId xmlns:a16="http://schemas.microsoft.com/office/drawing/2014/main" id="{DF5CDFD2-8CC8-4CBE-AE88-C65AF556565B}"/>
              </a:ext>
            </a:extLst>
          </p:cNvPr>
          <p:cNvGraphicFramePr>
            <a:graphicFrameLocks noGrp="1"/>
          </p:cNvGraphicFramePr>
          <p:nvPr/>
        </p:nvGraphicFramePr>
        <p:xfrm>
          <a:off x="468725" y="2082108"/>
          <a:ext cx="11292507" cy="1010920"/>
        </p:xfrm>
        <a:graphic>
          <a:graphicData uri="http://schemas.openxmlformats.org/drawingml/2006/table">
            <a:tbl>
              <a:tblPr firstRow="1" bandRow="1">
                <a:tableStyleId>{5C22544A-7EE6-4342-B048-85BDC9FD1C3A}</a:tableStyleId>
              </a:tblPr>
              <a:tblGrid>
                <a:gridCol w="899493">
                  <a:extLst>
                    <a:ext uri="{9D8B030D-6E8A-4147-A177-3AD203B41FA5}">
                      <a16:colId xmlns:a16="http://schemas.microsoft.com/office/drawing/2014/main" val="1258819126"/>
                    </a:ext>
                  </a:extLst>
                </a:gridCol>
                <a:gridCol w="894522">
                  <a:extLst>
                    <a:ext uri="{9D8B030D-6E8A-4147-A177-3AD203B41FA5}">
                      <a16:colId xmlns:a16="http://schemas.microsoft.com/office/drawing/2014/main" val="32700923"/>
                    </a:ext>
                  </a:extLst>
                </a:gridCol>
                <a:gridCol w="1242391">
                  <a:extLst>
                    <a:ext uri="{9D8B030D-6E8A-4147-A177-3AD203B41FA5}">
                      <a16:colId xmlns:a16="http://schemas.microsoft.com/office/drawing/2014/main" val="1037279983"/>
                    </a:ext>
                  </a:extLst>
                </a:gridCol>
                <a:gridCol w="1252331">
                  <a:extLst>
                    <a:ext uri="{9D8B030D-6E8A-4147-A177-3AD203B41FA5}">
                      <a16:colId xmlns:a16="http://schemas.microsoft.com/office/drawing/2014/main" val="3611894563"/>
                    </a:ext>
                  </a:extLst>
                </a:gridCol>
                <a:gridCol w="1262269">
                  <a:extLst>
                    <a:ext uri="{9D8B030D-6E8A-4147-A177-3AD203B41FA5}">
                      <a16:colId xmlns:a16="http://schemas.microsoft.com/office/drawing/2014/main" val="153125566"/>
                    </a:ext>
                  </a:extLst>
                </a:gridCol>
                <a:gridCol w="884583">
                  <a:extLst>
                    <a:ext uri="{9D8B030D-6E8A-4147-A177-3AD203B41FA5}">
                      <a16:colId xmlns:a16="http://schemas.microsoft.com/office/drawing/2014/main" val="951368562"/>
                    </a:ext>
                  </a:extLst>
                </a:gridCol>
                <a:gridCol w="1252330">
                  <a:extLst>
                    <a:ext uri="{9D8B030D-6E8A-4147-A177-3AD203B41FA5}">
                      <a16:colId xmlns:a16="http://schemas.microsoft.com/office/drawing/2014/main" val="1974035653"/>
                    </a:ext>
                  </a:extLst>
                </a:gridCol>
                <a:gridCol w="2345635">
                  <a:extLst>
                    <a:ext uri="{9D8B030D-6E8A-4147-A177-3AD203B41FA5}">
                      <a16:colId xmlns:a16="http://schemas.microsoft.com/office/drawing/2014/main" val="1651430110"/>
                    </a:ext>
                  </a:extLst>
                </a:gridCol>
                <a:gridCol w="1258953">
                  <a:extLst>
                    <a:ext uri="{9D8B030D-6E8A-4147-A177-3AD203B41FA5}">
                      <a16:colId xmlns:a16="http://schemas.microsoft.com/office/drawing/2014/main" val="3356981729"/>
                    </a:ext>
                  </a:extLst>
                </a:gridCol>
              </a:tblGrid>
              <a:tr h="370840">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altLang="zh-CN" sz="1800" b="1" i="0" u="none" strike="noStrike" kern="1200" cap="none" spc="0" normalizeH="0" baseline="0" noProof="0" dirty="0">
                          <a:ln>
                            <a:noFill/>
                          </a:ln>
                          <a:solidFill>
                            <a:prstClr val="black"/>
                          </a:solidFill>
                          <a:effectLst/>
                          <a:uLnTx/>
                          <a:uFillTx/>
                          <a:latin typeface="Arial Narrow" panose="020B0606020202030204" pitchFamily="34" charset="0"/>
                          <a:ea typeface="+mn-ea"/>
                          <a:cs typeface="+mn-cs"/>
                        </a:rPr>
                        <a:t>2</a:t>
                      </a:r>
                      <a:r>
                        <a:rPr kumimoji="0" lang="zh-CN" altLang="en-US" sz="1800" b="1" i="0" u="none" strike="noStrike" kern="1200" cap="none" spc="0" normalizeH="0" baseline="0" noProof="0" dirty="0">
                          <a:ln>
                            <a:noFill/>
                          </a:ln>
                          <a:solidFill>
                            <a:prstClr val="black"/>
                          </a:solidFill>
                          <a:effectLst/>
                          <a:uLnTx/>
                          <a:uFillTx/>
                          <a:latin typeface="Arial Narrow" panose="020B0606020202030204" pitchFamily="34" charset="0"/>
                          <a:ea typeface="+mn-ea"/>
                          <a:cs typeface="+mn-cs"/>
                        </a:rPr>
                        <a:t>字节</a:t>
                      </a: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altLang="zh-CN" sz="1800" b="1" i="0" u="none" strike="noStrike" kern="1200" cap="none" spc="0" normalizeH="0" baseline="0" noProof="0" dirty="0">
                          <a:ln>
                            <a:noFill/>
                          </a:ln>
                          <a:solidFill>
                            <a:prstClr val="black"/>
                          </a:solidFill>
                          <a:effectLst/>
                          <a:uLnTx/>
                          <a:uFillTx/>
                          <a:latin typeface="Arial Narrow" panose="020B0606020202030204" pitchFamily="34" charset="0"/>
                          <a:ea typeface="+mn-ea"/>
                          <a:cs typeface="+mn-cs"/>
                        </a:rPr>
                        <a:t>2</a:t>
                      </a:r>
                      <a:r>
                        <a:rPr kumimoji="0" lang="zh-CN" altLang="en-US" sz="1800" b="1" i="0" u="none" strike="noStrike" kern="1200" cap="none" spc="0" normalizeH="0" baseline="0" noProof="0" dirty="0">
                          <a:ln>
                            <a:noFill/>
                          </a:ln>
                          <a:solidFill>
                            <a:prstClr val="black"/>
                          </a:solidFill>
                          <a:effectLst/>
                          <a:uLnTx/>
                          <a:uFillTx/>
                          <a:latin typeface="Arial Narrow" panose="020B0606020202030204" pitchFamily="34" charset="0"/>
                          <a:ea typeface="+mn-ea"/>
                          <a:cs typeface="+mn-cs"/>
                        </a:rPr>
                        <a:t>字节</a:t>
                      </a: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altLang="zh-CN" sz="1800" b="1" i="0" u="none" strike="noStrike" kern="1200" cap="none" spc="0" normalizeH="0" baseline="0" noProof="0" dirty="0">
                          <a:ln>
                            <a:noFill/>
                          </a:ln>
                          <a:solidFill>
                            <a:prstClr val="black"/>
                          </a:solidFill>
                          <a:effectLst/>
                          <a:uLnTx/>
                          <a:uFillTx/>
                          <a:latin typeface="Arial Narrow" panose="020B0606020202030204" pitchFamily="34" charset="0"/>
                          <a:ea typeface="+mn-ea"/>
                          <a:cs typeface="+mn-cs"/>
                        </a:rPr>
                        <a:t>6</a:t>
                      </a:r>
                      <a:r>
                        <a:rPr kumimoji="0" lang="zh-CN" altLang="en-US" sz="1800" b="1" i="0" u="none" strike="noStrike" kern="1200" cap="none" spc="0" normalizeH="0" baseline="0" noProof="0" dirty="0">
                          <a:ln>
                            <a:noFill/>
                          </a:ln>
                          <a:solidFill>
                            <a:prstClr val="black"/>
                          </a:solidFill>
                          <a:effectLst/>
                          <a:uLnTx/>
                          <a:uFillTx/>
                          <a:latin typeface="Arial Narrow" panose="020B0606020202030204" pitchFamily="34" charset="0"/>
                          <a:ea typeface="+mn-ea"/>
                          <a:cs typeface="+mn-cs"/>
                        </a:rPr>
                        <a:t>字节</a:t>
                      </a: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altLang="zh-CN" sz="1800" b="1" i="0" u="none" strike="noStrike" kern="1200" cap="none" spc="0" normalizeH="0" baseline="0" noProof="0" dirty="0">
                          <a:ln>
                            <a:noFill/>
                          </a:ln>
                          <a:solidFill>
                            <a:prstClr val="black"/>
                          </a:solidFill>
                          <a:effectLst/>
                          <a:uLnTx/>
                          <a:uFillTx/>
                          <a:latin typeface="Arial Narrow" panose="020B0606020202030204" pitchFamily="34" charset="0"/>
                          <a:ea typeface="+mn-ea"/>
                          <a:cs typeface="+mn-cs"/>
                        </a:rPr>
                        <a:t>6</a:t>
                      </a:r>
                      <a:r>
                        <a:rPr kumimoji="0" lang="zh-CN" altLang="en-US" sz="1800" b="1" i="0" u="none" strike="noStrike" kern="1200" cap="none" spc="0" normalizeH="0" baseline="0" noProof="0" dirty="0">
                          <a:ln>
                            <a:noFill/>
                          </a:ln>
                          <a:solidFill>
                            <a:prstClr val="black"/>
                          </a:solidFill>
                          <a:effectLst/>
                          <a:uLnTx/>
                          <a:uFillTx/>
                          <a:latin typeface="Arial Narrow" panose="020B0606020202030204" pitchFamily="34" charset="0"/>
                          <a:ea typeface="+mn-ea"/>
                          <a:cs typeface="+mn-cs"/>
                        </a:rPr>
                        <a:t>字节</a:t>
                      </a: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altLang="zh-CN" sz="1800" b="1" i="0" u="none" strike="noStrike" kern="1200" cap="none" spc="0" normalizeH="0" baseline="0" noProof="0" dirty="0">
                          <a:ln>
                            <a:noFill/>
                          </a:ln>
                          <a:solidFill>
                            <a:prstClr val="black"/>
                          </a:solidFill>
                          <a:effectLst/>
                          <a:uLnTx/>
                          <a:uFillTx/>
                          <a:latin typeface="Arial Narrow" panose="020B0606020202030204" pitchFamily="34" charset="0"/>
                          <a:ea typeface="+mn-ea"/>
                          <a:cs typeface="+mn-cs"/>
                        </a:rPr>
                        <a:t>6</a:t>
                      </a:r>
                      <a:r>
                        <a:rPr kumimoji="0" lang="zh-CN" altLang="en-US" sz="1800" b="1" i="0" u="none" strike="noStrike" kern="1200" cap="none" spc="0" normalizeH="0" baseline="0" noProof="0" dirty="0">
                          <a:ln>
                            <a:noFill/>
                          </a:ln>
                          <a:solidFill>
                            <a:prstClr val="black"/>
                          </a:solidFill>
                          <a:effectLst/>
                          <a:uLnTx/>
                          <a:uFillTx/>
                          <a:latin typeface="Arial Narrow" panose="020B0606020202030204" pitchFamily="34" charset="0"/>
                          <a:ea typeface="+mn-ea"/>
                          <a:cs typeface="+mn-cs"/>
                        </a:rPr>
                        <a:t>字节</a:t>
                      </a: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altLang="zh-CN" sz="1800" b="1" i="0" u="none" strike="noStrike" kern="1200" cap="none" spc="0" normalizeH="0" baseline="0" noProof="0" dirty="0">
                          <a:ln>
                            <a:noFill/>
                          </a:ln>
                          <a:solidFill>
                            <a:prstClr val="black"/>
                          </a:solidFill>
                          <a:effectLst/>
                          <a:uLnTx/>
                          <a:uFillTx/>
                          <a:latin typeface="Arial Narrow" panose="020B0606020202030204" pitchFamily="34" charset="0"/>
                          <a:ea typeface="+mn-ea"/>
                          <a:cs typeface="+mn-cs"/>
                        </a:rPr>
                        <a:t>2</a:t>
                      </a:r>
                      <a:r>
                        <a:rPr kumimoji="0" lang="zh-CN" altLang="en-US" sz="1800" b="1" i="0" u="none" strike="noStrike" kern="1200" cap="none" spc="0" normalizeH="0" baseline="0" noProof="0" dirty="0">
                          <a:ln>
                            <a:noFill/>
                          </a:ln>
                          <a:solidFill>
                            <a:prstClr val="black"/>
                          </a:solidFill>
                          <a:effectLst/>
                          <a:uLnTx/>
                          <a:uFillTx/>
                          <a:latin typeface="Arial Narrow" panose="020B0606020202030204" pitchFamily="34" charset="0"/>
                          <a:ea typeface="+mn-ea"/>
                          <a:cs typeface="+mn-cs"/>
                        </a:rPr>
                        <a:t>字节</a:t>
                      </a: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altLang="zh-CN" sz="1800" b="1" i="0" u="none" strike="noStrike" kern="1200" cap="none" spc="0" normalizeH="0" baseline="0" noProof="0" dirty="0">
                          <a:ln>
                            <a:noFill/>
                          </a:ln>
                          <a:solidFill>
                            <a:prstClr val="black"/>
                          </a:solidFill>
                          <a:effectLst/>
                          <a:uLnTx/>
                          <a:uFillTx/>
                          <a:latin typeface="Arial Narrow" panose="020B0606020202030204" pitchFamily="34" charset="0"/>
                          <a:ea typeface="+mn-ea"/>
                          <a:cs typeface="+mn-cs"/>
                        </a:rPr>
                        <a:t>6</a:t>
                      </a:r>
                      <a:r>
                        <a:rPr kumimoji="0" lang="zh-CN" altLang="en-US" sz="1800" b="1" i="0" u="none" strike="noStrike" kern="1200" cap="none" spc="0" normalizeH="0" baseline="0" noProof="0" dirty="0">
                          <a:ln>
                            <a:noFill/>
                          </a:ln>
                          <a:solidFill>
                            <a:prstClr val="black"/>
                          </a:solidFill>
                          <a:effectLst/>
                          <a:uLnTx/>
                          <a:uFillTx/>
                          <a:latin typeface="Arial Narrow" panose="020B0606020202030204" pitchFamily="34" charset="0"/>
                          <a:ea typeface="+mn-ea"/>
                          <a:cs typeface="+mn-cs"/>
                        </a:rPr>
                        <a:t>字节</a:t>
                      </a: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altLang="zh-CN" b="1" dirty="0">
                          <a:solidFill>
                            <a:schemeClr val="tx1"/>
                          </a:solidFill>
                          <a:latin typeface="Arial Narrow" panose="020B0606020202030204" pitchFamily="34" charset="0"/>
                          <a:ea typeface="+mn-ea"/>
                        </a:rPr>
                        <a:t>0</a:t>
                      </a:r>
                      <a:r>
                        <a:rPr lang="zh-CN" altLang="en-US" b="1" dirty="0">
                          <a:solidFill>
                            <a:schemeClr val="tx1"/>
                          </a:solidFill>
                          <a:latin typeface="Arial Narrow" panose="020B0606020202030204" pitchFamily="34" charset="0"/>
                          <a:ea typeface="+mn-ea"/>
                        </a:rPr>
                        <a:t>～</a:t>
                      </a:r>
                      <a:r>
                        <a:rPr lang="en-US" altLang="zh-CN" b="1" dirty="0">
                          <a:solidFill>
                            <a:schemeClr val="tx1"/>
                          </a:solidFill>
                          <a:latin typeface="Arial Narrow" panose="020B0606020202030204" pitchFamily="34" charset="0"/>
                          <a:ea typeface="+mn-ea"/>
                        </a:rPr>
                        <a:t>2312</a:t>
                      </a:r>
                      <a:r>
                        <a:rPr kumimoji="0" lang="zh-CN" altLang="en-US" sz="1800" b="1" i="0" u="none" strike="noStrike" kern="1200" cap="none" spc="0" normalizeH="0" baseline="0" noProof="0" dirty="0">
                          <a:ln>
                            <a:noFill/>
                          </a:ln>
                          <a:solidFill>
                            <a:prstClr val="black"/>
                          </a:solidFill>
                          <a:effectLst/>
                          <a:uLnTx/>
                          <a:uFillTx/>
                          <a:latin typeface="Arial Narrow" panose="020B0606020202030204" pitchFamily="34" charset="0"/>
                          <a:ea typeface="+mn-ea"/>
                          <a:cs typeface="+mn-cs"/>
                        </a:rPr>
                        <a:t>字节</a:t>
                      </a: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altLang="zh-CN" sz="1800" b="1" i="0" u="none" strike="noStrike" kern="1200" cap="none" spc="0" normalizeH="0" baseline="0" noProof="0" dirty="0">
                          <a:ln>
                            <a:noFill/>
                          </a:ln>
                          <a:solidFill>
                            <a:prstClr val="black"/>
                          </a:solidFill>
                          <a:effectLst/>
                          <a:uLnTx/>
                          <a:uFillTx/>
                          <a:latin typeface="Arial Narrow" panose="020B0606020202030204" pitchFamily="34" charset="0"/>
                          <a:ea typeface="+mn-ea"/>
                          <a:cs typeface="+mn-cs"/>
                        </a:rPr>
                        <a:t>4</a:t>
                      </a:r>
                      <a:r>
                        <a:rPr kumimoji="0" lang="zh-CN" altLang="en-US" sz="1800" b="1" i="0" u="none" strike="noStrike" kern="1200" cap="none" spc="0" normalizeH="0" baseline="0" noProof="0" dirty="0">
                          <a:ln>
                            <a:noFill/>
                          </a:ln>
                          <a:solidFill>
                            <a:prstClr val="black"/>
                          </a:solidFill>
                          <a:effectLst/>
                          <a:uLnTx/>
                          <a:uFillTx/>
                          <a:latin typeface="Arial Narrow" panose="020B0606020202030204" pitchFamily="34" charset="0"/>
                          <a:ea typeface="+mn-ea"/>
                          <a:cs typeface="+mn-cs"/>
                        </a:rPr>
                        <a:t>字节</a:t>
                      </a: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436464120"/>
                  </a:ext>
                </a:extLst>
              </a:tr>
              <a:tr h="370840">
                <a:tc>
                  <a:txBody>
                    <a:bodyPr/>
                    <a:lstStyle/>
                    <a:p>
                      <a:pPr marL="0" marR="0" lvl="0" indent="0" algn="ctr" defTabSz="914390" rtl="0" eaLnBrk="1" fontAlgn="auto" latinLnBrk="0" hangingPunct="1">
                        <a:lnSpc>
                          <a:spcPct val="100000"/>
                        </a:lnSpc>
                        <a:spcBef>
                          <a:spcPts val="0"/>
                        </a:spcBef>
                        <a:spcAft>
                          <a:spcPts val="0"/>
                        </a:spcAft>
                        <a:buClrTx/>
                        <a:buSzTx/>
                        <a:buFontTx/>
                        <a:buNone/>
                        <a:tabLst/>
                        <a:defRPr/>
                      </a:pPr>
                      <a:r>
                        <a:rPr lang="zh-CN" altLang="en-US" b="1" dirty="0">
                          <a:solidFill>
                            <a:schemeClr val="bg1"/>
                          </a:solidFill>
                          <a:latin typeface="Arial Narrow" panose="020B0606020202030204" pitchFamily="34" charset="0"/>
                          <a:ea typeface="+mn-ea"/>
                        </a:rPr>
                        <a:t>帧控制</a:t>
                      </a: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rgbClr val="00B0F0"/>
                    </a:solidFill>
                  </a:tcPr>
                </a:tc>
                <a:tc>
                  <a:txBody>
                    <a:bodyPr/>
                    <a:lstStyle/>
                    <a:p>
                      <a:pPr marL="0" marR="0" lvl="0" indent="0" algn="ctr" defTabSz="914390" rtl="0" eaLnBrk="1" fontAlgn="auto" latinLnBrk="0" hangingPunct="1">
                        <a:lnSpc>
                          <a:spcPct val="100000"/>
                        </a:lnSpc>
                        <a:spcBef>
                          <a:spcPts val="0"/>
                        </a:spcBef>
                        <a:spcAft>
                          <a:spcPts val="0"/>
                        </a:spcAft>
                        <a:buClrTx/>
                        <a:buSzTx/>
                        <a:buFontTx/>
                        <a:buNone/>
                        <a:tabLst/>
                        <a:defRPr/>
                      </a:pPr>
                      <a:r>
                        <a:rPr lang="zh-CN" altLang="en-US" b="1" dirty="0">
                          <a:solidFill>
                            <a:schemeClr val="bg1"/>
                          </a:solidFill>
                          <a:latin typeface="Arial Narrow" panose="020B0606020202030204" pitchFamily="34" charset="0"/>
                          <a:ea typeface="+mn-ea"/>
                        </a:rPr>
                        <a:t>持续期</a:t>
                      </a:r>
                      <a:endParaRPr lang="zh-CN" altLang="en-US" b="1" dirty="0">
                        <a:latin typeface="Arial Narrow" panose="020B0606020202030204" pitchFamily="34" charset="0"/>
                        <a:ea typeface="+mn-ea"/>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rgbClr val="00B0F0"/>
                    </a:solidFill>
                  </a:tcPr>
                </a:tc>
                <a:tc>
                  <a:txBody>
                    <a:bodyPr/>
                    <a:lstStyle/>
                    <a:p>
                      <a:pPr marL="0" marR="0" lvl="0" indent="0" algn="ctr" defTabSz="914390" rtl="0" eaLnBrk="1" fontAlgn="auto" latinLnBrk="0" hangingPunct="1">
                        <a:lnSpc>
                          <a:spcPct val="100000"/>
                        </a:lnSpc>
                        <a:spcBef>
                          <a:spcPts val="0"/>
                        </a:spcBef>
                        <a:spcAft>
                          <a:spcPts val="0"/>
                        </a:spcAft>
                        <a:buClrTx/>
                        <a:buSzTx/>
                        <a:buFontTx/>
                        <a:buNone/>
                        <a:tabLst/>
                        <a:defRPr/>
                      </a:pPr>
                      <a:r>
                        <a:rPr lang="zh-CN" altLang="en-US" b="1" dirty="0">
                          <a:solidFill>
                            <a:schemeClr val="bg1"/>
                          </a:solidFill>
                          <a:latin typeface="Arial Narrow" panose="020B0606020202030204" pitchFamily="34" charset="0"/>
                          <a:ea typeface="+mn-ea"/>
                        </a:rPr>
                        <a:t>地址</a:t>
                      </a:r>
                      <a:r>
                        <a:rPr lang="en-US" altLang="zh-CN" b="1" dirty="0">
                          <a:solidFill>
                            <a:schemeClr val="bg1"/>
                          </a:solidFill>
                          <a:latin typeface="Arial Narrow" panose="020B0606020202030204" pitchFamily="34" charset="0"/>
                          <a:ea typeface="+mn-ea"/>
                        </a:rPr>
                        <a:t>1</a:t>
                      </a:r>
                      <a:endParaRPr lang="zh-CN" altLang="en-US" b="1" dirty="0">
                        <a:latin typeface="Arial Narrow" panose="020B0606020202030204" pitchFamily="34" charset="0"/>
                        <a:ea typeface="+mn-ea"/>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rgbClr val="00B0F0"/>
                    </a:solidFill>
                  </a:tcPr>
                </a:tc>
                <a:tc>
                  <a:txBody>
                    <a:bodyPr/>
                    <a:lstStyle/>
                    <a:p>
                      <a:pPr marL="0" marR="0" lvl="0" indent="0" algn="ctr" defTabSz="914390" rtl="0" eaLnBrk="1" fontAlgn="auto" latinLnBrk="0" hangingPunct="1">
                        <a:lnSpc>
                          <a:spcPct val="100000"/>
                        </a:lnSpc>
                        <a:spcBef>
                          <a:spcPts val="0"/>
                        </a:spcBef>
                        <a:spcAft>
                          <a:spcPts val="0"/>
                        </a:spcAft>
                        <a:buClrTx/>
                        <a:buSzTx/>
                        <a:buFontTx/>
                        <a:buNone/>
                        <a:tabLst/>
                        <a:defRPr/>
                      </a:pPr>
                      <a:r>
                        <a:rPr lang="zh-CN" altLang="en-US" b="1" dirty="0">
                          <a:solidFill>
                            <a:schemeClr val="bg1"/>
                          </a:solidFill>
                          <a:latin typeface="Arial Narrow" panose="020B0606020202030204" pitchFamily="34" charset="0"/>
                          <a:ea typeface="+mn-ea"/>
                        </a:rPr>
                        <a:t>地址</a:t>
                      </a:r>
                      <a:r>
                        <a:rPr lang="en-US" altLang="zh-CN" b="1" dirty="0">
                          <a:solidFill>
                            <a:schemeClr val="bg1"/>
                          </a:solidFill>
                          <a:latin typeface="Arial Narrow" panose="020B0606020202030204" pitchFamily="34" charset="0"/>
                          <a:ea typeface="+mn-ea"/>
                        </a:rPr>
                        <a:t>2</a:t>
                      </a:r>
                      <a:endParaRPr lang="zh-CN" altLang="en-US" b="1" dirty="0">
                        <a:latin typeface="Arial Narrow" panose="020B0606020202030204" pitchFamily="34" charset="0"/>
                        <a:ea typeface="+mn-ea"/>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rgbClr val="00B0F0"/>
                    </a:solidFill>
                  </a:tcPr>
                </a:tc>
                <a:tc>
                  <a:txBody>
                    <a:bodyPr/>
                    <a:lstStyle/>
                    <a:p>
                      <a:pPr marL="0" marR="0" lvl="0" indent="0" algn="ctr" defTabSz="914390" rtl="0" eaLnBrk="1" fontAlgn="auto" latinLnBrk="0" hangingPunct="1">
                        <a:lnSpc>
                          <a:spcPct val="100000"/>
                        </a:lnSpc>
                        <a:spcBef>
                          <a:spcPts val="0"/>
                        </a:spcBef>
                        <a:spcAft>
                          <a:spcPts val="0"/>
                        </a:spcAft>
                        <a:buClrTx/>
                        <a:buSzTx/>
                        <a:buFontTx/>
                        <a:buNone/>
                        <a:tabLst/>
                        <a:defRPr/>
                      </a:pPr>
                      <a:r>
                        <a:rPr lang="zh-CN" altLang="en-US" b="1" dirty="0">
                          <a:solidFill>
                            <a:schemeClr val="bg1"/>
                          </a:solidFill>
                          <a:latin typeface="Arial Narrow" panose="020B0606020202030204" pitchFamily="34" charset="0"/>
                          <a:ea typeface="+mn-ea"/>
                        </a:rPr>
                        <a:t>地址</a:t>
                      </a:r>
                      <a:r>
                        <a:rPr lang="en-US" altLang="zh-CN" b="1" dirty="0">
                          <a:solidFill>
                            <a:schemeClr val="bg1"/>
                          </a:solidFill>
                          <a:latin typeface="Arial Narrow" panose="020B0606020202030204" pitchFamily="34" charset="0"/>
                          <a:ea typeface="+mn-ea"/>
                        </a:rPr>
                        <a:t>3</a:t>
                      </a:r>
                      <a:endParaRPr lang="zh-CN" altLang="en-US" b="1" dirty="0">
                        <a:latin typeface="Arial Narrow" panose="020B0606020202030204" pitchFamily="34" charset="0"/>
                        <a:ea typeface="+mn-ea"/>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rgbClr val="00B0F0"/>
                    </a:solidFill>
                  </a:tcPr>
                </a:tc>
                <a:tc>
                  <a:txBody>
                    <a:bodyPr/>
                    <a:lstStyle/>
                    <a:p>
                      <a:pPr algn="ctr"/>
                      <a:r>
                        <a:rPr lang="zh-CN" altLang="en-US" b="1" dirty="0">
                          <a:solidFill>
                            <a:schemeClr val="bg1"/>
                          </a:solidFill>
                          <a:latin typeface="Arial Narrow" panose="020B0606020202030204" pitchFamily="34" charset="0"/>
                          <a:ea typeface="+mn-ea"/>
                        </a:rPr>
                        <a:t>序号</a:t>
                      </a:r>
                      <a:endParaRPr lang="en-US" altLang="zh-CN" b="1" dirty="0">
                        <a:solidFill>
                          <a:schemeClr val="bg1"/>
                        </a:solidFill>
                        <a:latin typeface="Arial Narrow" panose="020B0606020202030204" pitchFamily="34" charset="0"/>
                        <a:ea typeface="+mn-ea"/>
                      </a:endParaRPr>
                    </a:p>
                    <a:p>
                      <a:pPr algn="ctr"/>
                      <a:r>
                        <a:rPr lang="zh-CN" altLang="en-US" b="1" dirty="0">
                          <a:solidFill>
                            <a:schemeClr val="bg1"/>
                          </a:solidFill>
                          <a:latin typeface="Arial Narrow" panose="020B0606020202030204" pitchFamily="34" charset="0"/>
                          <a:ea typeface="+mn-ea"/>
                        </a:rPr>
                        <a:t>控制</a:t>
                      </a:r>
                      <a:endParaRPr lang="zh-CN" altLang="en-US" b="1" dirty="0">
                        <a:latin typeface="Arial Narrow" panose="020B0606020202030204" pitchFamily="34" charset="0"/>
                        <a:ea typeface="+mn-ea"/>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rgbClr val="00B0F0"/>
                    </a:solidFill>
                  </a:tcPr>
                </a:tc>
                <a:tc>
                  <a:txBody>
                    <a:bodyPr/>
                    <a:lstStyle/>
                    <a:p>
                      <a:pPr marL="0" marR="0" lvl="0" indent="0" algn="ctr" defTabSz="914390" rtl="0" eaLnBrk="1" fontAlgn="auto" latinLnBrk="0" hangingPunct="1">
                        <a:lnSpc>
                          <a:spcPct val="100000"/>
                        </a:lnSpc>
                        <a:spcBef>
                          <a:spcPts val="0"/>
                        </a:spcBef>
                        <a:spcAft>
                          <a:spcPts val="0"/>
                        </a:spcAft>
                        <a:buClrTx/>
                        <a:buSzTx/>
                        <a:buFontTx/>
                        <a:buNone/>
                        <a:tabLst/>
                        <a:defRPr/>
                      </a:pPr>
                      <a:r>
                        <a:rPr lang="zh-CN" altLang="en-US" b="1" dirty="0">
                          <a:solidFill>
                            <a:schemeClr val="bg1"/>
                          </a:solidFill>
                          <a:latin typeface="Arial Narrow" panose="020B0606020202030204" pitchFamily="34" charset="0"/>
                          <a:ea typeface="+mn-ea"/>
                        </a:rPr>
                        <a:t>地址</a:t>
                      </a:r>
                      <a:r>
                        <a:rPr lang="en-US" altLang="zh-CN" b="1" dirty="0">
                          <a:solidFill>
                            <a:schemeClr val="bg1"/>
                          </a:solidFill>
                          <a:latin typeface="Arial Narrow" panose="020B0606020202030204" pitchFamily="34" charset="0"/>
                          <a:ea typeface="+mn-ea"/>
                        </a:rPr>
                        <a:t>4</a:t>
                      </a:r>
                      <a:endParaRPr lang="zh-CN" altLang="en-US" b="1" dirty="0">
                        <a:latin typeface="Arial Narrow" panose="020B0606020202030204" pitchFamily="34" charset="0"/>
                        <a:ea typeface="+mn-ea"/>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rgbClr val="00B0F0"/>
                    </a:solidFill>
                  </a:tcPr>
                </a:tc>
                <a:tc>
                  <a:txBody>
                    <a:bodyPr/>
                    <a:lstStyle/>
                    <a:p>
                      <a:pPr marL="0" marR="0" lvl="0" indent="0" algn="ctr" defTabSz="914390" rtl="0" eaLnBrk="1" fontAlgn="auto" latinLnBrk="0" hangingPunct="1">
                        <a:lnSpc>
                          <a:spcPct val="100000"/>
                        </a:lnSpc>
                        <a:spcBef>
                          <a:spcPts val="0"/>
                        </a:spcBef>
                        <a:spcAft>
                          <a:spcPts val="0"/>
                        </a:spcAft>
                        <a:buClrTx/>
                        <a:buSzTx/>
                        <a:buFontTx/>
                        <a:buNone/>
                        <a:tabLst/>
                        <a:defRPr/>
                      </a:pPr>
                      <a:r>
                        <a:rPr lang="zh-CN" altLang="en-US" b="1" dirty="0">
                          <a:solidFill>
                            <a:schemeClr val="bg1"/>
                          </a:solidFill>
                          <a:latin typeface="Arial Narrow" panose="020B0606020202030204" pitchFamily="34" charset="0"/>
                          <a:ea typeface="+mn-ea"/>
                        </a:rPr>
                        <a:t>数据载荷</a:t>
                      </a: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rgbClr val="00B050"/>
                    </a:solidFill>
                  </a:tcPr>
                </a:tc>
                <a:tc>
                  <a:txBody>
                    <a:bodyPr/>
                    <a:lstStyle/>
                    <a:p>
                      <a:pPr marL="0" marR="0" lvl="0" indent="0" algn="ctr" defTabSz="914390" rtl="0" eaLnBrk="1" fontAlgn="auto" latinLnBrk="0" hangingPunct="1">
                        <a:lnSpc>
                          <a:spcPct val="100000"/>
                        </a:lnSpc>
                        <a:spcBef>
                          <a:spcPts val="0"/>
                        </a:spcBef>
                        <a:spcAft>
                          <a:spcPts val="0"/>
                        </a:spcAft>
                        <a:buClrTx/>
                        <a:buSzTx/>
                        <a:buFontTx/>
                        <a:buNone/>
                        <a:tabLst/>
                        <a:defRPr/>
                      </a:pPr>
                      <a:r>
                        <a:rPr lang="en-US" altLang="zh-CN" b="1" dirty="0">
                          <a:solidFill>
                            <a:schemeClr val="bg1"/>
                          </a:solidFill>
                          <a:latin typeface="Arial Narrow" panose="020B0606020202030204" pitchFamily="34" charset="0"/>
                          <a:ea typeface="+mn-ea"/>
                        </a:rPr>
                        <a:t>FCS</a:t>
                      </a:r>
                      <a:endParaRPr lang="zh-CN" altLang="en-US" b="1" dirty="0">
                        <a:solidFill>
                          <a:schemeClr val="bg1"/>
                        </a:solidFill>
                        <a:latin typeface="Arial Narrow" panose="020B0606020202030204" pitchFamily="34" charset="0"/>
                        <a:ea typeface="+mn-ea"/>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rgbClr val="F38181"/>
                    </a:solidFill>
                  </a:tcPr>
                </a:tc>
                <a:extLst>
                  <a:ext uri="{0D108BD9-81ED-4DB2-BD59-A6C34878D82A}">
                    <a16:rowId xmlns:a16="http://schemas.microsoft.com/office/drawing/2014/main" val="1239924772"/>
                  </a:ext>
                </a:extLst>
              </a:tr>
            </a:tbl>
          </a:graphicData>
        </a:graphic>
      </p:graphicFrame>
      <p:sp>
        <p:nvSpPr>
          <p:cNvPr id="6" name="文本框 5">
            <a:extLst>
              <a:ext uri="{FF2B5EF4-FFF2-40B4-BE49-F238E27FC236}">
                <a16:creationId xmlns:a16="http://schemas.microsoft.com/office/drawing/2014/main" id="{00300E53-D674-4EB6-8732-F7D51A1E4D4E}"/>
              </a:ext>
            </a:extLst>
          </p:cNvPr>
          <p:cNvSpPr txBox="1"/>
          <p:nvPr/>
        </p:nvSpPr>
        <p:spPr>
          <a:xfrm>
            <a:off x="933106" y="1160483"/>
            <a:ext cx="3772422" cy="400110"/>
          </a:xfrm>
          <a:prstGeom prst="rect">
            <a:avLst/>
          </a:prstGeom>
          <a:noFill/>
        </p:spPr>
        <p:txBody>
          <a:bodyPr wrap="square" rtlCol="0">
            <a:spAutoFit/>
          </a:bodyPr>
          <a:lstStyle/>
          <a:p>
            <a:r>
              <a:rPr lang="en-US" altLang="zh-CN" sz="2000" b="1" dirty="0">
                <a:solidFill>
                  <a:schemeClr val="accent3">
                    <a:lumMod val="75000"/>
                  </a:schemeClr>
                </a:solidFill>
              </a:rPr>
              <a:t>802.11</a:t>
            </a:r>
            <a:r>
              <a:rPr lang="zh-CN" altLang="en-US" sz="2000" b="1" dirty="0">
                <a:solidFill>
                  <a:schemeClr val="accent3">
                    <a:lumMod val="75000"/>
                  </a:schemeClr>
                </a:solidFill>
              </a:rPr>
              <a:t>无线局域网的数据帧格式</a:t>
            </a:r>
          </a:p>
        </p:txBody>
      </p:sp>
      <p:grpSp>
        <p:nvGrpSpPr>
          <p:cNvPr id="10" name="组合 9">
            <a:extLst>
              <a:ext uri="{FF2B5EF4-FFF2-40B4-BE49-F238E27FC236}">
                <a16:creationId xmlns:a16="http://schemas.microsoft.com/office/drawing/2014/main" id="{68884846-B2F5-4704-BEF0-F8DA07F20049}"/>
              </a:ext>
            </a:extLst>
          </p:cNvPr>
          <p:cNvGrpSpPr/>
          <p:nvPr/>
        </p:nvGrpSpPr>
        <p:grpSpPr>
          <a:xfrm>
            <a:off x="8141735" y="1581867"/>
            <a:ext cx="2368825" cy="489168"/>
            <a:chOff x="8141735" y="1969217"/>
            <a:chExt cx="2368825" cy="489168"/>
          </a:xfrm>
        </p:grpSpPr>
        <p:grpSp>
          <p:nvGrpSpPr>
            <p:cNvPr id="9" name="组合 8">
              <a:extLst>
                <a:ext uri="{FF2B5EF4-FFF2-40B4-BE49-F238E27FC236}">
                  <a16:creationId xmlns:a16="http://schemas.microsoft.com/office/drawing/2014/main" id="{433ADD27-246C-471D-BEE6-2481DA39CE05}"/>
                </a:ext>
              </a:extLst>
            </p:cNvPr>
            <p:cNvGrpSpPr/>
            <p:nvPr/>
          </p:nvGrpSpPr>
          <p:grpSpPr>
            <a:xfrm>
              <a:off x="8141735" y="1969217"/>
              <a:ext cx="2368825" cy="489168"/>
              <a:chOff x="8141735" y="1969217"/>
              <a:chExt cx="2368825" cy="489168"/>
            </a:xfrm>
          </p:grpSpPr>
          <p:cxnSp>
            <p:nvCxnSpPr>
              <p:cNvPr id="26" name="直接连接符 25">
                <a:extLst>
                  <a:ext uri="{FF2B5EF4-FFF2-40B4-BE49-F238E27FC236}">
                    <a16:creationId xmlns:a16="http://schemas.microsoft.com/office/drawing/2014/main" id="{0320450B-106B-4AE8-BFAE-867EE8E34B09}"/>
                  </a:ext>
                </a:extLst>
              </p:cNvPr>
              <p:cNvCxnSpPr/>
              <p:nvPr/>
            </p:nvCxnSpPr>
            <p:spPr>
              <a:xfrm flipV="1">
                <a:off x="10500621" y="1991246"/>
                <a:ext cx="0" cy="467139"/>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9" name="直接箭头连接符 28">
                <a:extLst>
                  <a:ext uri="{FF2B5EF4-FFF2-40B4-BE49-F238E27FC236}">
                    <a16:creationId xmlns:a16="http://schemas.microsoft.com/office/drawing/2014/main" id="{296A9D28-06DD-4036-87E5-60E6D2E6F29D}"/>
                  </a:ext>
                </a:extLst>
              </p:cNvPr>
              <p:cNvCxnSpPr>
                <a:cxnSpLocks/>
              </p:cNvCxnSpPr>
              <p:nvPr/>
            </p:nvCxnSpPr>
            <p:spPr>
              <a:xfrm>
                <a:off x="8141735" y="2159077"/>
                <a:ext cx="2368825" cy="0"/>
              </a:xfrm>
              <a:prstGeom prst="straightConnector1">
                <a:avLst/>
              </a:prstGeom>
              <a:ln w="12700">
                <a:solidFill>
                  <a:schemeClr val="tx1"/>
                </a:solidFill>
                <a:headEnd type="triangle" w="lg" len="lg"/>
                <a:tailEnd type="triangle" w="lg" len="lg"/>
              </a:ln>
            </p:spPr>
            <p:style>
              <a:lnRef idx="1">
                <a:schemeClr val="accent1"/>
              </a:lnRef>
              <a:fillRef idx="0">
                <a:schemeClr val="accent1"/>
              </a:fillRef>
              <a:effectRef idx="0">
                <a:schemeClr val="accent1"/>
              </a:effectRef>
              <a:fontRef idx="minor">
                <a:schemeClr val="tx1"/>
              </a:fontRef>
            </p:style>
          </p:cxnSp>
          <p:sp>
            <p:nvSpPr>
              <p:cNvPr id="32" name="文本框 31">
                <a:extLst>
                  <a:ext uri="{FF2B5EF4-FFF2-40B4-BE49-F238E27FC236}">
                    <a16:creationId xmlns:a16="http://schemas.microsoft.com/office/drawing/2014/main" id="{C4C0732D-A1F1-4291-8FEB-1CA7A5B50B1C}"/>
                  </a:ext>
                </a:extLst>
              </p:cNvPr>
              <p:cNvSpPr txBox="1"/>
              <p:nvPr/>
            </p:nvSpPr>
            <p:spPr>
              <a:xfrm>
                <a:off x="8993044" y="1969217"/>
                <a:ext cx="666206" cy="369332"/>
              </a:xfrm>
              <a:prstGeom prst="rect">
                <a:avLst/>
              </a:prstGeom>
              <a:solidFill>
                <a:schemeClr val="bg1"/>
              </a:solidFill>
            </p:spPr>
            <p:txBody>
              <a:bodyPr wrap="square" rtlCol="0">
                <a:spAutoFit/>
              </a:bodyPr>
              <a:lstStyle/>
              <a:p>
                <a:pPr algn="ctr"/>
                <a:r>
                  <a:rPr lang="zh-CN" altLang="en-US" b="1" dirty="0">
                    <a:latin typeface="+mn-ea"/>
                  </a:rPr>
                  <a:t>数据</a:t>
                </a:r>
              </a:p>
            </p:txBody>
          </p:sp>
        </p:grpSp>
        <p:cxnSp>
          <p:nvCxnSpPr>
            <p:cNvPr id="41" name="直接连接符 40">
              <a:extLst>
                <a:ext uri="{FF2B5EF4-FFF2-40B4-BE49-F238E27FC236}">
                  <a16:creationId xmlns:a16="http://schemas.microsoft.com/office/drawing/2014/main" id="{D1268D15-2F34-434D-91FB-EFF6E0FF3F4D}"/>
                </a:ext>
              </a:extLst>
            </p:cNvPr>
            <p:cNvCxnSpPr/>
            <p:nvPr/>
          </p:nvCxnSpPr>
          <p:spPr>
            <a:xfrm flipV="1">
              <a:off x="8152156" y="1991245"/>
              <a:ext cx="0" cy="467139"/>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3" name="组合 12">
            <a:extLst>
              <a:ext uri="{FF2B5EF4-FFF2-40B4-BE49-F238E27FC236}">
                <a16:creationId xmlns:a16="http://schemas.microsoft.com/office/drawing/2014/main" id="{197A39FD-BEC4-4A02-B207-F1448072D1C4}"/>
              </a:ext>
            </a:extLst>
          </p:cNvPr>
          <p:cNvGrpSpPr/>
          <p:nvPr/>
        </p:nvGrpSpPr>
        <p:grpSpPr>
          <a:xfrm>
            <a:off x="10504210" y="1581867"/>
            <a:ext cx="1257022" cy="500241"/>
            <a:chOff x="10504210" y="1969217"/>
            <a:chExt cx="1257022" cy="500241"/>
          </a:xfrm>
        </p:grpSpPr>
        <p:cxnSp>
          <p:nvCxnSpPr>
            <p:cNvPr id="27" name="直接连接符 26">
              <a:extLst>
                <a:ext uri="{FF2B5EF4-FFF2-40B4-BE49-F238E27FC236}">
                  <a16:creationId xmlns:a16="http://schemas.microsoft.com/office/drawing/2014/main" id="{8BBF4108-1BD2-408F-80D9-ED61891098CD}"/>
                </a:ext>
              </a:extLst>
            </p:cNvPr>
            <p:cNvCxnSpPr/>
            <p:nvPr/>
          </p:nvCxnSpPr>
          <p:spPr>
            <a:xfrm flipV="1">
              <a:off x="11761232" y="1991246"/>
              <a:ext cx="0" cy="467139"/>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0" name="直接箭头连接符 29">
              <a:extLst>
                <a:ext uri="{FF2B5EF4-FFF2-40B4-BE49-F238E27FC236}">
                  <a16:creationId xmlns:a16="http://schemas.microsoft.com/office/drawing/2014/main" id="{AEE217B9-AE76-47E8-B744-667B709763A4}"/>
                </a:ext>
              </a:extLst>
            </p:cNvPr>
            <p:cNvCxnSpPr>
              <a:cxnSpLocks/>
            </p:cNvCxnSpPr>
            <p:nvPr/>
          </p:nvCxnSpPr>
          <p:spPr>
            <a:xfrm>
              <a:off x="10510560" y="2159077"/>
              <a:ext cx="1250672" cy="0"/>
            </a:xfrm>
            <a:prstGeom prst="straightConnector1">
              <a:avLst/>
            </a:prstGeom>
            <a:ln w="12700">
              <a:solidFill>
                <a:schemeClr val="tx1"/>
              </a:solidFill>
              <a:headEnd type="triangle" w="lg" len="lg"/>
              <a:tailEnd type="triangle" w="lg" len="lg"/>
            </a:ln>
          </p:spPr>
          <p:style>
            <a:lnRef idx="1">
              <a:schemeClr val="accent1"/>
            </a:lnRef>
            <a:fillRef idx="0">
              <a:schemeClr val="accent1"/>
            </a:fillRef>
            <a:effectRef idx="0">
              <a:schemeClr val="accent1"/>
            </a:effectRef>
            <a:fontRef idx="minor">
              <a:schemeClr val="tx1"/>
            </a:fontRef>
          </p:style>
        </p:cxnSp>
        <p:sp>
          <p:nvSpPr>
            <p:cNvPr id="33" name="文本框 32">
              <a:extLst>
                <a:ext uri="{FF2B5EF4-FFF2-40B4-BE49-F238E27FC236}">
                  <a16:creationId xmlns:a16="http://schemas.microsoft.com/office/drawing/2014/main" id="{A19752B0-AD16-4259-BE78-F50CC620D31A}"/>
                </a:ext>
              </a:extLst>
            </p:cNvPr>
            <p:cNvSpPr txBox="1"/>
            <p:nvPr/>
          </p:nvSpPr>
          <p:spPr>
            <a:xfrm>
              <a:off x="10802793" y="1969217"/>
              <a:ext cx="666206" cy="369332"/>
            </a:xfrm>
            <a:prstGeom prst="rect">
              <a:avLst/>
            </a:prstGeom>
            <a:solidFill>
              <a:schemeClr val="bg1"/>
            </a:solidFill>
          </p:spPr>
          <p:txBody>
            <a:bodyPr wrap="square" rtlCol="0">
              <a:spAutoFit/>
            </a:bodyPr>
            <a:lstStyle/>
            <a:p>
              <a:pPr algn="ctr"/>
              <a:r>
                <a:rPr lang="zh-CN" altLang="en-US" b="1" dirty="0">
                  <a:latin typeface="+mn-ea"/>
                </a:rPr>
                <a:t>帧尾</a:t>
              </a:r>
            </a:p>
          </p:txBody>
        </p:sp>
        <p:cxnSp>
          <p:nvCxnSpPr>
            <p:cNvPr id="43" name="直接连接符 42">
              <a:extLst>
                <a:ext uri="{FF2B5EF4-FFF2-40B4-BE49-F238E27FC236}">
                  <a16:creationId xmlns:a16="http://schemas.microsoft.com/office/drawing/2014/main" id="{3DACA377-8FFB-4E7B-9FC0-CB508C52232F}"/>
                </a:ext>
              </a:extLst>
            </p:cNvPr>
            <p:cNvCxnSpPr/>
            <p:nvPr/>
          </p:nvCxnSpPr>
          <p:spPr>
            <a:xfrm flipV="1">
              <a:off x="10504210" y="2002319"/>
              <a:ext cx="0" cy="467139"/>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5" name="对话气泡: 圆角矩形 4">
            <a:extLst>
              <a:ext uri="{FF2B5EF4-FFF2-40B4-BE49-F238E27FC236}">
                <a16:creationId xmlns:a16="http://schemas.microsoft.com/office/drawing/2014/main" id="{B95860B4-AF4B-48D4-A5B5-082483436E47}"/>
              </a:ext>
            </a:extLst>
          </p:cNvPr>
          <p:cNvSpPr/>
          <p:nvPr/>
        </p:nvSpPr>
        <p:spPr>
          <a:xfrm>
            <a:off x="465423" y="3987800"/>
            <a:ext cx="7488272" cy="1010920"/>
          </a:xfrm>
          <a:prstGeom prst="wedgeRoundRectCallout">
            <a:avLst>
              <a:gd name="adj1" fmla="val -31355"/>
              <a:gd name="adj2" fmla="val -150917"/>
              <a:gd name="adj3" fmla="val 16667"/>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nSpc>
                <a:spcPct val="150000"/>
              </a:lnSpc>
            </a:pPr>
            <a:r>
              <a:rPr lang="zh-CN" altLang="en-US" b="1" dirty="0">
                <a:latin typeface="Arial Narrow" panose="020B0606020202030204" pitchFamily="34" charset="0"/>
              </a:rPr>
              <a:t>用于实现</a:t>
            </a:r>
            <a:r>
              <a:rPr lang="en-US" altLang="zh-CN" b="1" dirty="0">
                <a:latin typeface="Arial Narrow" panose="020B0606020202030204" pitchFamily="34" charset="0"/>
              </a:rPr>
              <a:t>CSMA/CA</a:t>
            </a:r>
            <a:r>
              <a:rPr lang="zh-CN" altLang="en-US" b="1" dirty="0">
                <a:latin typeface="Arial Narrow" panose="020B0606020202030204" pitchFamily="34" charset="0"/>
              </a:rPr>
              <a:t>的虚拟载波监听和信道预约机制。在数据帧、</a:t>
            </a:r>
            <a:r>
              <a:rPr lang="en-US" altLang="zh-CN" b="1" dirty="0">
                <a:latin typeface="Arial Narrow" panose="020B0606020202030204" pitchFamily="34" charset="0"/>
              </a:rPr>
              <a:t>RTS</a:t>
            </a:r>
            <a:r>
              <a:rPr lang="zh-CN" altLang="en-US" b="1" dirty="0">
                <a:latin typeface="Arial Narrow" panose="020B0606020202030204" pitchFamily="34" charset="0"/>
              </a:rPr>
              <a:t>帧和</a:t>
            </a:r>
            <a:r>
              <a:rPr lang="en-US" altLang="zh-CN" b="1" dirty="0">
                <a:latin typeface="Arial Narrow" panose="020B0606020202030204" pitchFamily="34" charset="0"/>
              </a:rPr>
              <a:t>CTS</a:t>
            </a:r>
            <a:r>
              <a:rPr lang="zh-CN" altLang="en-US" b="1" dirty="0">
                <a:latin typeface="Arial Narrow" panose="020B0606020202030204" pitchFamily="34" charset="0"/>
              </a:rPr>
              <a:t>帧中用该字段指出将要持续占用信道的时长。</a:t>
            </a:r>
          </a:p>
        </p:txBody>
      </p:sp>
      <p:sp>
        <p:nvSpPr>
          <p:cNvPr id="35" name="平行四边形 34">
            <a:extLst>
              <a:ext uri="{FF2B5EF4-FFF2-40B4-BE49-F238E27FC236}">
                <a16:creationId xmlns:a16="http://schemas.microsoft.com/office/drawing/2014/main" id="{747FA30E-3333-DBCC-20C2-09883A5A7550}"/>
              </a:ext>
            </a:extLst>
          </p:cNvPr>
          <p:cNvSpPr/>
          <p:nvPr/>
        </p:nvSpPr>
        <p:spPr>
          <a:xfrm>
            <a:off x="304800" y="749300"/>
            <a:ext cx="723900" cy="387090"/>
          </a:xfrm>
          <a:prstGeom prst="parallelogram">
            <a:avLst/>
          </a:prstGeom>
          <a:solidFill>
            <a:schemeClr val="accent3">
              <a:lumMod val="75000"/>
            </a:schemeClr>
          </a:solidFill>
          <a:ln>
            <a:solidFill>
              <a:schemeClr val="accent3">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CN" sz="2200" dirty="0">
                <a:latin typeface="Impact" panose="020B0806030902050204" pitchFamily="34" charset="0"/>
              </a:rPr>
              <a:t>05</a:t>
            </a:r>
            <a:endParaRPr lang="zh-CN" altLang="en-US" sz="2200" dirty="0">
              <a:latin typeface="Impact" panose="020B0806030902050204" pitchFamily="34" charset="0"/>
            </a:endParaRPr>
          </a:p>
        </p:txBody>
      </p:sp>
    </p:spTree>
    <p:custDataLst>
      <p:tags r:id="rId1"/>
    </p:custDataLst>
    <p:extLst>
      <p:ext uri="{BB962C8B-B14F-4D97-AF65-F5344CB8AC3E}">
        <p14:creationId xmlns:p14="http://schemas.microsoft.com/office/powerpoint/2010/main" val="2944312571"/>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42" presetClass="entr" presetSubtype="0" fill="hold" grpId="0" nodeType="withEffect">
                                  <p:stCondLst>
                                    <p:cond delay="0"/>
                                  </p:stCondLst>
                                  <p:childTnLst>
                                    <p:set>
                                      <p:cBhvr>
                                        <p:cTn id="6" dur="1" fill="hold">
                                          <p:stCondLst>
                                            <p:cond delay="0"/>
                                          </p:stCondLst>
                                        </p:cTn>
                                        <p:tgtEl>
                                          <p:spTgt spid="5"/>
                                        </p:tgtEl>
                                        <p:attrNameLst>
                                          <p:attrName>style.visibility</p:attrName>
                                        </p:attrNameLst>
                                      </p:cBhvr>
                                      <p:to>
                                        <p:strVal val="visible"/>
                                      </p:to>
                                    </p:set>
                                    <p:animEffect transition="in" filter="fade">
                                      <p:cBhvr>
                                        <p:cTn id="7" dur="800"/>
                                        <p:tgtEl>
                                          <p:spTgt spid="5"/>
                                        </p:tgtEl>
                                      </p:cBhvr>
                                    </p:animEffect>
                                    <p:anim calcmode="lin" valueType="num">
                                      <p:cBhvr>
                                        <p:cTn id="8" dur="800" fill="hold"/>
                                        <p:tgtEl>
                                          <p:spTgt spid="5"/>
                                        </p:tgtEl>
                                        <p:attrNameLst>
                                          <p:attrName>ppt_x</p:attrName>
                                        </p:attrNameLst>
                                      </p:cBhvr>
                                      <p:tavLst>
                                        <p:tav tm="0">
                                          <p:val>
                                            <p:strVal val="#ppt_x"/>
                                          </p:val>
                                        </p:tav>
                                        <p:tav tm="100000">
                                          <p:val>
                                            <p:strVal val="#ppt_x"/>
                                          </p:val>
                                        </p:tav>
                                      </p:tavLst>
                                    </p:anim>
                                    <p:anim calcmode="lin" valueType="num">
                                      <p:cBhvr>
                                        <p:cTn id="9" dur="800" fill="hold"/>
                                        <p:tgtEl>
                                          <p:spTgt spid="5"/>
                                        </p:tgtEl>
                                        <p:attrNameLst>
                                          <p:attrName>ppt_y</p:attrName>
                                        </p:attrNameLst>
                                      </p:cBhvr>
                                      <p:tavLst>
                                        <p:tav tm="0">
                                          <p:val>
                                            <p:strVal val="#ppt_y+.1"/>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 grpId="0" animBg="1"/>
    </p:bldLst>
  </p:timing>
</p:sld>
</file>

<file path=ppt/slides/slide57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4" name="组合 3">
            <a:extLst>
              <a:ext uri="{FF2B5EF4-FFF2-40B4-BE49-F238E27FC236}">
                <a16:creationId xmlns:a16="http://schemas.microsoft.com/office/drawing/2014/main" id="{9A1EA9F2-FCB6-48C3-935F-7AE7E3AD14AC}"/>
              </a:ext>
            </a:extLst>
          </p:cNvPr>
          <p:cNvGrpSpPr/>
          <p:nvPr/>
        </p:nvGrpSpPr>
        <p:grpSpPr>
          <a:xfrm>
            <a:off x="304800" y="749300"/>
            <a:ext cx="5791200" cy="400110"/>
            <a:chOff x="424117" y="898245"/>
            <a:chExt cx="5791200" cy="400110"/>
          </a:xfrm>
        </p:grpSpPr>
        <p:sp>
          <p:nvSpPr>
            <p:cNvPr id="2" name="平行四边形 1">
              <a:extLst>
                <a:ext uri="{FF2B5EF4-FFF2-40B4-BE49-F238E27FC236}">
                  <a16:creationId xmlns:a16="http://schemas.microsoft.com/office/drawing/2014/main" id="{1F5BAA3F-9845-4F89-A2DD-8222D3E4EDAC}"/>
                </a:ext>
              </a:extLst>
            </p:cNvPr>
            <p:cNvSpPr/>
            <p:nvPr/>
          </p:nvSpPr>
          <p:spPr>
            <a:xfrm>
              <a:off x="424117" y="898245"/>
              <a:ext cx="628306" cy="387090"/>
            </a:xfrm>
            <a:prstGeom prst="parallelogram">
              <a:avLst/>
            </a:prstGeom>
            <a:solidFill>
              <a:schemeClr val="accent3">
                <a:lumMod val="75000"/>
              </a:schemeClr>
            </a:solidFill>
            <a:ln>
              <a:solidFill>
                <a:schemeClr val="accent3">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CN" sz="2200" dirty="0">
                  <a:latin typeface="Impact" panose="020B0806030902050204" pitchFamily="34" charset="0"/>
                </a:rPr>
                <a:t>01</a:t>
              </a:r>
              <a:endParaRPr lang="zh-CN" altLang="en-US" sz="2200" dirty="0">
                <a:latin typeface="Impact" panose="020B0806030902050204" pitchFamily="34" charset="0"/>
              </a:endParaRPr>
            </a:p>
          </p:txBody>
        </p:sp>
        <p:sp>
          <p:nvSpPr>
            <p:cNvPr id="3" name="文本框 2">
              <a:extLst>
                <a:ext uri="{FF2B5EF4-FFF2-40B4-BE49-F238E27FC236}">
                  <a16:creationId xmlns:a16="http://schemas.microsoft.com/office/drawing/2014/main" id="{4D6BD736-A4D3-4F26-AFED-36E11F50F70B}"/>
                </a:ext>
              </a:extLst>
            </p:cNvPr>
            <p:cNvSpPr txBox="1"/>
            <p:nvPr/>
          </p:nvSpPr>
          <p:spPr>
            <a:xfrm>
              <a:off x="1052423" y="898245"/>
              <a:ext cx="5162894" cy="400110"/>
            </a:xfrm>
            <a:prstGeom prst="rect">
              <a:avLst/>
            </a:prstGeom>
            <a:noFill/>
          </p:spPr>
          <p:txBody>
            <a:bodyPr wrap="square" rtlCol="0">
              <a:spAutoFit/>
            </a:bodyPr>
            <a:lstStyle/>
            <a:p>
              <a:r>
                <a:rPr lang="en-US" altLang="zh-CN" sz="2000" b="1" dirty="0">
                  <a:solidFill>
                    <a:schemeClr val="tx1"/>
                  </a:solidFill>
                  <a:latin typeface="Arial Narrow" panose="020B0606020202030204" pitchFamily="34" charset="0"/>
                </a:rPr>
                <a:t>802.11</a:t>
              </a:r>
              <a:r>
                <a:rPr lang="zh-CN" altLang="en-US" sz="2000" b="1" dirty="0">
                  <a:solidFill>
                    <a:schemeClr val="tx1"/>
                  </a:solidFill>
                  <a:latin typeface="Arial Narrow" panose="020B0606020202030204" pitchFamily="34" charset="0"/>
                </a:rPr>
                <a:t>无线局域网的</a:t>
              </a:r>
              <a:r>
                <a:rPr lang="en-US" altLang="zh-CN" sz="2000" b="1" dirty="0">
                  <a:solidFill>
                    <a:schemeClr val="tx1"/>
                  </a:solidFill>
                  <a:latin typeface="Arial Narrow" panose="020B0606020202030204" pitchFamily="34" charset="0"/>
                </a:rPr>
                <a:t>MAC</a:t>
              </a:r>
              <a:r>
                <a:rPr lang="zh-CN" altLang="en-US" sz="2000" b="1" dirty="0">
                  <a:solidFill>
                    <a:schemeClr val="tx1"/>
                  </a:solidFill>
                  <a:latin typeface="Arial Narrow" panose="020B0606020202030204" pitchFamily="34" charset="0"/>
                </a:rPr>
                <a:t>帧</a:t>
              </a:r>
              <a:endParaRPr lang="en-US" altLang="zh-CN" sz="2000" b="1" dirty="0">
                <a:solidFill>
                  <a:schemeClr val="tx1"/>
                </a:solidFill>
                <a:latin typeface="Arial Narrow" panose="020B0606020202030204" pitchFamily="34" charset="0"/>
              </a:endParaRPr>
            </a:p>
          </p:txBody>
        </p:sp>
      </p:grpSp>
      <p:grpSp>
        <p:nvGrpSpPr>
          <p:cNvPr id="8" name="组合 7">
            <a:extLst>
              <a:ext uri="{FF2B5EF4-FFF2-40B4-BE49-F238E27FC236}">
                <a16:creationId xmlns:a16="http://schemas.microsoft.com/office/drawing/2014/main" id="{B64ABECE-DE5B-42BB-A4DE-C6E7D0E1013D}"/>
              </a:ext>
            </a:extLst>
          </p:cNvPr>
          <p:cNvGrpSpPr/>
          <p:nvPr/>
        </p:nvGrpSpPr>
        <p:grpSpPr>
          <a:xfrm>
            <a:off x="465423" y="1581867"/>
            <a:ext cx="7686251" cy="489168"/>
            <a:chOff x="465423" y="1969217"/>
            <a:chExt cx="7686251" cy="489168"/>
          </a:xfrm>
        </p:grpSpPr>
        <p:cxnSp>
          <p:nvCxnSpPr>
            <p:cNvPr id="24" name="直接连接符 23">
              <a:extLst>
                <a:ext uri="{FF2B5EF4-FFF2-40B4-BE49-F238E27FC236}">
                  <a16:creationId xmlns:a16="http://schemas.microsoft.com/office/drawing/2014/main" id="{DAF0C2C1-A68B-4259-A489-5505460A508D}"/>
                </a:ext>
              </a:extLst>
            </p:cNvPr>
            <p:cNvCxnSpPr/>
            <p:nvPr/>
          </p:nvCxnSpPr>
          <p:spPr>
            <a:xfrm flipV="1">
              <a:off x="465423" y="1991246"/>
              <a:ext cx="0" cy="467139"/>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5" name="直接连接符 24">
              <a:extLst>
                <a:ext uri="{FF2B5EF4-FFF2-40B4-BE49-F238E27FC236}">
                  <a16:creationId xmlns:a16="http://schemas.microsoft.com/office/drawing/2014/main" id="{9B014577-1385-48C2-B60A-93EE0E101280}"/>
                </a:ext>
              </a:extLst>
            </p:cNvPr>
            <p:cNvCxnSpPr/>
            <p:nvPr/>
          </p:nvCxnSpPr>
          <p:spPr>
            <a:xfrm flipV="1">
              <a:off x="8151674" y="1991246"/>
              <a:ext cx="0" cy="467139"/>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8" name="直接箭头连接符 27">
              <a:extLst>
                <a:ext uri="{FF2B5EF4-FFF2-40B4-BE49-F238E27FC236}">
                  <a16:creationId xmlns:a16="http://schemas.microsoft.com/office/drawing/2014/main" id="{5DCCA8BD-04A8-4B04-AD75-7A82FBB4110A}"/>
                </a:ext>
              </a:extLst>
            </p:cNvPr>
            <p:cNvCxnSpPr>
              <a:cxnSpLocks/>
            </p:cNvCxnSpPr>
            <p:nvPr/>
          </p:nvCxnSpPr>
          <p:spPr>
            <a:xfrm>
              <a:off x="465423" y="2159077"/>
              <a:ext cx="7676312" cy="0"/>
            </a:xfrm>
            <a:prstGeom prst="straightConnector1">
              <a:avLst/>
            </a:prstGeom>
            <a:ln w="12700">
              <a:solidFill>
                <a:schemeClr val="tx1"/>
              </a:solidFill>
              <a:headEnd type="triangle" w="lg" len="lg"/>
              <a:tailEnd type="triangle" w="lg" len="lg"/>
            </a:ln>
          </p:spPr>
          <p:style>
            <a:lnRef idx="1">
              <a:schemeClr val="accent1"/>
            </a:lnRef>
            <a:fillRef idx="0">
              <a:schemeClr val="accent1"/>
            </a:fillRef>
            <a:effectRef idx="0">
              <a:schemeClr val="accent1"/>
            </a:effectRef>
            <a:fontRef idx="minor">
              <a:schemeClr val="tx1"/>
            </a:fontRef>
          </p:style>
        </p:cxnSp>
        <p:sp>
          <p:nvSpPr>
            <p:cNvPr id="31" name="文本框 30">
              <a:extLst>
                <a:ext uri="{FF2B5EF4-FFF2-40B4-BE49-F238E27FC236}">
                  <a16:creationId xmlns:a16="http://schemas.microsoft.com/office/drawing/2014/main" id="{DFD7D356-1575-4044-A76B-B618352CD119}"/>
                </a:ext>
              </a:extLst>
            </p:cNvPr>
            <p:cNvSpPr txBox="1"/>
            <p:nvPr/>
          </p:nvSpPr>
          <p:spPr>
            <a:xfrm>
              <a:off x="3970476" y="1969217"/>
              <a:ext cx="666206" cy="369332"/>
            </a:xfrm>
            <a:prstGeom prst="rect">
              <a:avLst/>
            </a:prstGeom>
            <a:solidFill>
              <a:schemeClr val="bg1"/>
            </a:solidFill>
          </p:spPr>
          <p:txBody>
            <a:bodyPr wrap="square" rtlCol="0">
              <a:spAutoFit/>
            </a:bodyPr>
            <a:lstStyle/>
            <a:p>
              <a:pPr algn="ctr"/>
              <a:r>
                <a:rPr lang="zh-CN" altLang="en-US" b="1" dirty="0">
                  <a:latin typeface="+mn-ea"/>
                </a:rPr>
                <a:t>帧头</a:t>
              </a:r>
            </a:p>
          </p:txBody>
        </p:sp>
      </p:grpSp>
      <p:graphicFrame>
        <p:nvGraphicFramePr>
          <p:cNvPr id="34" name="表格 21">
            <a:extLst>
              <a:ext uri="{FF2B5EF4-FFF2-40B4-BE49-F238E27FC236}">
                <a16:creationId xmlns:a16="http://schemas.microsoft.com/office/drawing/2014/main" id="{DF5CDFD2-8CC8-4CBE-AE88-C65AF556565B}"/>
              </a:ext>
            </a:extLst>
          </p:cNvPr>
          <p:cNvGraphicFramePr>
            <a:graphicFrameLocks noGrp="1"/>
          </p:cNvGraphicFramePr>
          <p:nvPr/>
        </p:nvGraphicFramePr>
        <p:xfrm>
          <a:off x="468725" y="2082108"/>
          <a:ext cx="11292507" cy="1010920"/>
        </p:xfrm>
        <a:graphic>
          <a:graphicData uri="http://schemas.openxmlformats.org/drawingml/2006/table">
            <a:tbl>
              <a:tblPr firstRow="1" bandRow="1">
                <a:tableStyleId>{5C22544A-7EE6-4342-B048-85BDC9FD1C3A}</a:tableStyleId>
              </a:tblPr>
              <a:tblGrid>
                <a:gridCol w="899493">
                  <a:extLst>
                    <a:ext uri="{9D8B030D-6E8A-4147-A177-3AD203B41FA5}">
                      <a16:colId xmlns:a16="http://schemas.microsoft.com/office/drawing/2014/main" val="1258819126"/>
                    </a:ext>
                  </a:extLst>
                </a:gridCol>
                <a:gridCol w="894522">
                  <a:extLst>
                    <a:ext uri="{9D8B030D-6E8A-4147-A177-3AD203B41FA5}">
                      <a16:colId xmlns:a16="http://schemas.microsoft.com/office/drawing/2014/main" val="32700923"/>
                    </a:ext>
                  </a:extLst>
                </a:gridCol>
                <a:gridCol w="1242391">
                  <a:extLst>
                    <a:ext uri="{9D8B030D-6E8A-4147-A177-3AD203B41FA5}">
                      <a16:colId xmlns:a16="http://schemas.microsoft.com/office/drawing/2014/main" val="1037279983"/>
                    </a:ext>
                  </a:extLst>
                </a:gridCol>
                <a:gridCol w="1252331">
                  <a:extLst>
                    <a:ext uri="{9D8B030D-6E8A-4147-A177-3AD203B41FA5}">
                      <a16:colId xmlns:a16="http://schemas.microsoft.com/office/drawing/2014/main" val="3611894563"/>
                    </a:ext>
                  </a:extLst>
                </a:gridCol>
                <a:gridCol w="1262269">
                  <a:extLst>
                    <a:ext uri="{9D8B030D-6E8A-4147-A177-3AD203B41FA5}">
                      <a16:colId xmlns:a16="http://schemas.microsoft.com/office/drawing/2014/main" val="153125566"/>
                    </a:ext>
                  </a:extLst>
                </a:gridCol>
                <a:gridCol w="884583">
                  <a:extLst>
                    <a:ext uri="{9D8B030D-6E8A-4147-A177-3AD203B41FA5}">
                      <a16:colId xmlns:a16="http://schemas.microsoft.com/office/drawing/2014/main" val="951368562"/>
                    </a:ext>
                  </a:extLst>
                </a:gridCol>
                <a:gridCol w="1252330">
                  <a:extLst>
                    <a:ext uri="{9D8B030D-6E8A-4147-A177-3AD203B41FA5}">
                      <a16:colId xmlns:a16="http://schemas.microsoft.com/office/drawing/2014/main" val="1974035653"/>
                    </a:ext>
                  </a:extLst>
                </a:gridCol>
                <a:gridCol w="2345635">
                  <a:extLst>
                    <a:ext uri="{9D8B030D-6E8A-4147-A177-3AD203B41FA5}">
                      <a16:colId xmlns:a16="http://schemas.microsoft.com/office/drawing/2014/main" val="1651430110"/>
                    </a:ext>
                  </a:extLst>
                </a:gridCol>
                <a:gridCol w="1258953">
                  <a:extLst>
                    <a:ext uri="{9D8B030D-6E8A-4147-A177-3AD203B41FA5}">
                      <a16:colId xmlns:a16="http://schemas.microsoft.com/office/drawing/2014/main" val="3356981729"/>
                    </a:ext>
                  </a:extLst>
                </a:gridCol>
              </a:tblGrid>
              <a:tr h="370840">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altLang="zh-CN" sz="1800" b="1" i="0" u="none" strike="noStrike" kern="1200" cap="none" spc="0" normalizeH="0" baseline="0" noProof="0" dirty="0">
                          <a:ln>
                            <a:noFill/>
                          </a:ln>
                          <a:solidFill>
                            <a:prstClr val="black"/>
                          </a:solidFill>
                          <a:effectLst/>
                          <a:uLnTx/>
                          <a:uFillTx/>
                          <a:latin typeface="Arial Narrow" panose="020B0606020202030204" pitchFamily="34" charset="0"/>
                          <a:ea typeface="+mn-ea"/>
                          <a:cs typeface="+mn-cs"/>
                        </a:rPr>
                        <a:t>2</a:t>
                      </a:r>
                      <a:r>
                        <a:rPr kumimoji="0" lang="zh-CN" altLang="en-US" sz="1800" b="1" i="0" u="none" strike="noStrike" kern="1200" cap="none" spc="0" normalizeH="0" baseline="0" noProof="0" dirty="0">
                          <a:ln>
                            <a:noFill/>
                          </a:ln>
                          <a:solidFill>
                            <a:prstClr val="black"/>
                          </a:solidFill>
                          <a:effectLst/>
                          <a:uLnTx/>
                          <a:uFillTx/>
                          <a:latin typeface="Arial Narrow" panose="020B0606020202030204" pitchFamily="34" charset="0"/>
                          <a:ea typeface="+mn-ea"/>
                          <a:cs typeface="+mn-cs"/>
                        </a:rPr>
                        <a:t>字节</a:t>
                      </a: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altLang="zh-CN" sz="1800" b="1" i="0" u="none" strike="noStrike" kern="1200" cap="none" spc="0" normalizeH="0" baseline="0" noProof="0" dirty="0">
                          <a:ln>
                            <a:noFill/>
                          </a:ln>
                          <a:solidFill>
                            <a:prstClr val="black"/>
                          </a:solidFill>
                          <a:effectLst/>
                          <a:uLnTx/>
                          <a:uFillTx/>
                          <a:latin typeface="Arial Narrow" panose="020B0606020202030204" pitchFamily="34" charset="0"/>
                          <a:ea typeface="+mn-ea"/>
                          <a:cs typeface="+mn-cs"/>
                        </a:rPr>
                        <a:t>2</a:t>
                      </a:r>
                      <a:r>
                        <a:rPr kumimoji="0" lang="zh-CN" altLang="en-US" sz="1800" b="1" i="0" u="none" strike="noStrike" kern="1200" cap="none" spc="0" normalizeH="0" baseline="0" noProof="0" dirty="0">
                          <a:ln>
                            <a:noFill/>
                          </a:ln>
                          <a:solidFill>
                            <a:prstClr val="black"/>
                          </a:solidFill>
                          <a:effectLst/>
                          <a:uLnTx/>
                          <a:uFillTx/>
                          <a:latin typeface="Arial Narrow" panose="020B0606020202030204" pitchFamily="34" charset="0"/>
                          <a:ea typeface="+mn-ea"/>
                          <a:cs typeface="+mn-cs"/>
                        </a:rPr>
                        <a:t>字节</a:t>
                      </a: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altLang="zh-CN" sz="1800" b="1" i="0" u="none" strike="noStrike" kern="1200" cap="none" spc="0" normalizeH="0" baseline="0" noProof="0" dirty="0">
                          <a:ln>
                            <a:noFill/>
                          </a:ln>
                          <a:solidFill>
                            <a:prstClr val="black"/>
                          </a:solidFill>
                          <a:effectLst/>
                          <a:uLnTx/>
                          <a:uFillTx/>
                          <a:latin typeface="Arial Narrow" panose="020B0606020202030204" pitchFamily="34" charset="0"/>
                          <a:ea typeface="+mn-ea"/>
                          <a:cs typeface="+mn-cs"/>
                        </a:rPr>
                        <a:t>6</a:t>
                      </a:r>
                      <a:r>
                        <a:rPr kumimoji="0" lang="zh-CN" altLang="en-US" sz="1800" b="1" i="0" u="none" strike="noStrike" kern="1200" cap="none" spc="0" normalizeH="0" baseline="0" noProof="0" dirty="0">
                          <a:ln>
                            <a:noFill/>
                          </a:ln>
                          <a:solidFill>
                            <a:prstClr val="black"/>
                          </a:solidFill>
                          <a:effectLst/>
                          <a:uLnTx/>
                          <a:uFillTx/>
                          <a:latin typeface="Arial Narrow" panose="020B0606020202030204" pitchFamily="34" charset="0"/>
                          <a:ea typeface="+mn-ea"/>
                          <a:cs typeface="+mn-cs"/>
                        </a:rPr>
                        <a:t>字节</a:t>
                      </a: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altLang="zh-CN" sz="1800" b="1" i="0" u="none" strike="noStrike" kern="1200" cap="none" spc="0" normalizeH="0" baseline="0" noProof="0" dirty="0">
                          <a:ln>
                            <a:noFill/>
                          </a:ln>
                          <a:solidFill>
                            <a:prstClr val="black"/>
                          </a:solidFill>
                          <a:effectLst/>
                          <a:uLnTx/>
                          <a:uFillTx/>
                          <a:latin typeface="Arial Narrow" panose="020B0606020202030204" pitchFamily="34" charset="0"/>
                          <a:ea typeface="+mn-ea"/>
                          <a:cs typeface="+mn-cs"/>
                        </a:rPr>
                        <a:t>6</a:t>
                      </a:r>
                      <a:r>
                        <a:rPr kumimoji="0" lang="zh-CN" altLang="en-US" sz="1800" b="1" i="0" u="none" strike="noStrike" kern="1200" cap="none" spc="0" normalizeH="0" baseline="0" noProof="0" dirty="0">
                          <a:ln>
                            <a:noFill/>
                          </a:ln>
                          <a:solidFill>
                            <a:prstClr val="black"/>
                          </a:solidFill>
                          <a:effectLst/>
                          <a:uLnTx/>
                          <a:uFillTx/>
                          <a:latin typeface="Arial Narrow" panose="020B0606020202030204" pitchFamily="34" charset="0"/>
                          <a:ea typeface="+mn-ea"/>
                          <a:cs typeface="+mn-cs"/>
                        </a:rPr>
                        <a:t>字节</a:t>
                      </a: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altLang="zh-CN" sz="1800" b="1" i="0" u="none" strike="noStrike" kern="1200" cap="none" spc="0" normalizeH="0" baseline="0" noProof="0" dirty="0">
                          <a:ln>
                            <a:noFill/>
                          </a:ln>
                          <a:solidFill>
                            <a:prstClr val="black"/>
                          </a:solidFill>
                          <a:effectLst/>
                          <a:uLnTx/>
                          <a:uFillTx/>
                          <a:latin typeface="Arial Narrow" panose="020B0606020202030204" pitchFamily="34" charset="0"/>
                          <a:ea typeface="+mn-ea"/>
                          <a:cs typeface="+mn-cs"/>
                        </a:rPr>
                        <a:t>6</a:t>
                      </a:r>
                      <a:r>
                        <a:rPr kumimoji="0" lang="zh-CN" altLang="en-US" sz="1800" b="1" i="0" u="none" strike="noStrike" kern="1200" cap="none" spc="0" normalizeH="0" baseline="0" noProof="0" dirty="0">
                          <a:ln>
                            <a:noFill/>
                          </a:ln>
                          <a:solidFill>
                            <a:prstClr val="black"/>
                          </a:solidFill>
                          <a:effectLst/>
                          <a:uLnTx/>
                          <a:uFillTx/>
                          <a:latin typeface="Arial Narrow" panose="020B0606020202030204" pitchFamily="34" charset="0"/>
                          <a:ea typeface="+mn-ea"/>
                          <a:cs typeface="+mn-cs"/>
                        </a:rPr>
                        <a:t>字节</a:t>
                      </a: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altLang="zh-CN" sz="1800" b="1" i="0" u="none" strike="noStrike" kern="1200" cap="none" spc="0" normalizeH="0" baseline="0" noProof="0" dirty="0">
                          <a:ln>
                            <a:noFill/>
                          </a:ln>
                          <a:solidFill>
                            <a:prstClr val="black"/>
                          </a:solidFill>
                          <a:effectLst/>
                          <a:uLnTx/>
                          <a:uFillTx/>
                          <a:latin typeface="Arial Narrow" panose="020B0606020202030204" pitchFamily="34" charset="0"/>
                          <a:ea typeface="+mn-ea"/>
                          <a:cs typeface="+mn-cs"/>
                        </a:rPr>
                        <a:t>2</a:t>
                      </a:r>
                      <a:r>
                        <a:rPr kumimoji="0" lang="zh-CN" altLang="en-US" sz="1800" b="1" i="0" u="none" strike="noStrike" kern="1200" cap="none" spc="0" normalizeH="0" baseline="0" noProof="0" dirty="0">
                          <a:ln>
                            <a:noFill/>
                          </a:ln>
                          <a:solidFill>
                            <a:prstClr val="black"/>
                          </a:solidFill>
                          <a:effectLst/>
                          <a:uLnTx/>
                          <a:uFillTx/>
                          <a:latin typeface="Arial Narrow" panose="020B0606020202030204" pitchFamily="34" charset="0"/>
                          <a:ea typeface="+mn-ea"/>
                          <a:cs typeface="+mn-cs"/>
                        </a:rPr>
                        <a:t>字节</a:t>
                      </a: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altLang="zh-CN" sz="1800" b="1" i="0" u="none" strike="noStrike" kern="1200" cap="none" spc="0" normalizeH="0" baseline="0" noProof="0" dirty="0">
                          <a:ln>
                            <a:noFill/>
                          </a:ln>
                          <a:solidFill>
                            <a:prstClr val="black"/>
                          </a:solidFill>
                          <a:effectLst/>
                          <a:uLnTx/>
                          <a:uFillTx/>
                          <a:latin typeface="Arial Narrow" panose="020B0606020202030204" pitchFamily="34" charset="0"/>
                          <a:ea typeface="+mn-ea"/>
                          <a:cs typeface="+mn-cs"/>
                        </a:rPr>
                        <a:t>6</a:t>
                      </a:r>
                      <a:r>
                        <a:rPr kumimoji="0" lang="zh-CN" altLang="en-US" sz="1800" b="1" i="0" u="none" strike="noStrike" kern="1200" cap="none" spc="0" normalizeH="0" baseline="0" noProof="0" dirty="0">
                          <a:ln>
                            <a:noFill/>
                          </a:ln>
                          <a:solidFill>
                            <a:prstClr val="black"/>
                          </a:solidFill>
                          <a:effectLst/>
                          <a:uLnTx/>
                          <a:uFillTx/>
                          <a:latin typeface="Arial Narrow" panose="020B0606020202030204" pitchFamily="34" charset="0"/>
                          <a:ea typeface="+mn-ea"/>
                          <a:cs typeface="+mn-cs"/>
                        </a:rPr>
                        <a:t>字节</a:t>
                      </a: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altLang="zh-CN" b="1" dirty="0">
                          <a:solidFill>
                            <a:schemeClr val="tx1"/>
                          </a:solidFill>
                          <a:latin typeface="Arial Narrow" panose="020B0606020202030204" pitchFamily="34" charset="0"/>
                          <a:ea typeface="+mn-ea"/>
                        </a:rPr>
                        <a:t>0</a:t>
                      </a:r>
                      <a:r>
                        <a:rPr lang="zh-CN" altLang="en-US" b="1" dirty="0">
                          <a:solidFill>
                            <a:schemeClr val="tx1"/>
                          </a:solidFill>
                          <a:latin typeface="Arial Narrow" panose="020B0606020202030204" pitchFamily="34" charset="0"/>
                          <a:ea typeface="+mn-ea"/>
                        </a:rPr>
                        <a:t>～</a:t>
                      </a:r>
                      <a:r>
                        <a:rPr lang="en-US" altLang="zh-CN" b="1" dirty="0">
                          <a:solidFill>
                            <a:schemeClr val="tx1"/>
                          </a:solidFill>
                          <a:latin typeface="Arial Narrow" panose="020B0606020202030204" pitchFamily="34" charset="0"/>
                          <a:ea typeface="+mn-ea"/>
                        </a:rPr>
                        <a:t>2312</a:t>
                      </a:r>
                      <a:r>
                        <a:rPr kumimoji="0" lang="zh-CN" altLang="en-US" sz="1800" b="1" i="0" u="none" strike="noStrike" kern="1200" cap="none" spc="0" normalizeH="0" baseline="0" noProof="0" dirty="0">
                          <a:ln>
                            <a:noFill/>
                          </a:ln>
                          <a:solidFill>
                            <a:prstClr val="black"/>
                          </a:solidFill>
                          <a:effectLst/>
                          <a:uLnTx/>
                          <a:uFillTx/>
                          <a:latin typeface="Arial Narrow" panose="020B0606020202030204" pitchFamily="34" charset="0"/>
                          <a:ea typeface="+mn-ea"/>
                          <a:cs typeface="+mn-cs"/>
                        </a:rPr>
                        <a:t>字节</a:t>
                      </a: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altLang="zh-CN" sz="1800" b="1" i="0" u="none" strike="noStrike" kern="1200" cap="none" spc="0" normalizeH="0" baseline="0" noProof="0" dirty="0">
                          <a:ln>
                            <a:noFill/>
                          </a:ln>
                          <a:solidFill>
                            <a:prstClr val="black"/>
                          </a:solidFill>
                          <a:effectLst/>
                          <a:uLnTx/>
                          <a:uFillTx/>
                          <a:latin typeface="Arial Narrow" panose="020B0606020202030204" pitchFamily="34" charset="0"/>
                          <a:ea typeface="+mn-ea"/>
                          <a:cs typeface="+mn-cs"/>
                        </a:rPr>
                        <a:t>4</a:t>
                      </a:r>
                      <a:r>
                        <a:rPr kumimoji="0" lang="zh-CN" altLang="en-US" sz="1800" b="1" i="0" u="none" strike="noStrike" kern="1200" cap="none" spc="0" normalizeH="0" baseline="0" noProof="0" dirty="0">
                          <a:ln>
                            <a:noFill/>
                          </a:ln>
                          <a:solidFill>
                            <a:prstClr val="black"/>
                          </a:solidFill>
                          <a:effectLst/>
                          <a:uLnTx/>
                          <a:uFillTx/>
                          <a:latin typeface="Arial Narrow" panose="020B0606020202030204" pitchFamily="34" charset="0"/>
                          <a:ea typeface="+mn-ea"/>
                          <a:cs typeface="+mn-cs"/>
                        </a:rPr>
                        <a:t>字节</a:t>
                      </a: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436464120"/>
                  </a:ext>
                </a:extLst>
              </a:tr>
              <a:tr h="370840">
                <a:tc>
                  <a:txBody>
                    <a:bodyPr/>
                    <a:lstStyle/>
                    <a:p>
                      <a:pPr marL="0" marR="0" lvl="0" indent="0" algn="ctr" defTabSz="914390" rtl="0" eaLnBrk="1" fontAlgn="auto" latinLnBrk="0" hangingPunct="1">
                        <a:lnSpc>
                          <a:spcPct val="100000"/>
                        </a:lnSpc>
                        <a:spcBef>
                          <a:spcPts val="0"/>
                        </a:spcBef>
                        <a:spcAft>
                          <a:spcPts val="0"/>
                        </a:spcAft>
                        <a:buClrTx/>
                        <a:buSzTx/>
                        <a:buFontTx/>
                        <a:buNone/>
                        <a:tabLst/>
                        <a:defRPr/>
                      </a:pPr>
                      <a:r>
                        <a:rPr lang="zh-CN" altLang="en-US" b="1" dirty="0">
                          <a:solidFill>
                            <a:schemeClr val="bg1"/>
                          </a:solidFill>
                          <a:latin typeface="Arial Narrow" panose="020B0606020202030204" pitchFamily="34" charset="0"/>
                          <a:ea typeface="+mn-ea"/>
                        </a:rPr>
                        <a:t>帧控制</a:t>
                      </a: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rgbClr val="00B0F0"/>
                    </a:solidFill>
                  </a:tcPr>
                </a:tc>
                <a:tc>
                  <a:txBody>
                    <a:bodyPr/>
                    <a:lstStyle/>
                    <a:p>
                      <a:pPr marL="0" marR="0" lvl="0" indent="0" algn="ctr" defTabSz="914390" rtl="0" eaLnBrk="1" fontAlgn="auto" latinLnBrk="0" hangingPunct="1">
                        <a:lnSpc>
                          <a:spcPct val="100000"/>
                        </a:lnSpc>
                        <a:spcBef>
                          <a:spcPts val="0"/>
                        </a:spcBef>
                        <a:spcAft>
                          <a:spcPts val="0"/>
                        </a:spcAft>
                        <a:buClrTx/>
                        <a:buSzTx/>
                        <a:buFontTx/>
                        <a:buNone/>
                        <a:tabLst/>
                        <a:defRPr/>
                      </a:pPr>
                      <a:r>
                        <a:rPr lang="zh-CN" altLang="en-US" b="1" dirty="0">
                          <a:solidFill>
                            <a:schemeClr val="bg1"/>
                          </a:solidFill>
                          <a:latin typeface="Arial Narrow" panose="020B0606020202030204" pitchFamily="34" charset="0"/>
                          <a:ea typeface="+mn-ea"/>
                        </a:rPr>
                        <a:t>持续期</a:t>
                      </a:r>
                      <a:endParaRPr lang="zh-CN" altLang="en-US" b="1" dirty="0">
                        <a:latin typeface="Arial Narrow" panose="020B0606020202030204" pitchFamily="34" charset="0"/>
                        <a:ea typeface="+mn-ea"/>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rgbClr val="00B0F0"/>
                    </a:solidFill>
                  </a:tcPr>
                </a:tc>
                <a:tc>
                  <a:txBody>
                    <a:bodyPr/>
                    <a:lstStyle/>
                    <a:p>
                      <a:pPr marL="0" marR="0" lvl="0" indent="0" algn="ctr" defTabSz="914390" rtl="0" eaLnBrk="1" fontAlgn="auto" latinLnBrk="0" hangingPunct="1">
                        <a:lnSpc>
                          <a:spcPct val="100000"/>
                        </a:lnSpc>
                        <a:spcBef>
                          <a:spcPts val="0"/>
                        </a:spcBef>
                        <a:spcAft>
                          <a:spcPts val="0"/>
                        </a:spcAft>
                        <a:buClrTx/>
                        <a:buSzTx/>
                        <a:buFontTx/>
                        <a:buNone/>
                        <a:tabLst/>
                        <a:defRPr/>
                      </a:pPr>
                      <a:r>
                        <a:rPr lang="zh-CN" altLang="en-US" b="1" dirty="0">
                          <a:solidFill>
                            <a:schemeClr val="bg1"/>
                          </a:solidFill>
                          <a:latin typeface="Arial Narrow" panose="020B0606020202030204" pitchFamily="34" charset="0"/>
                          <a:ea typeface="+mn-ea"/>
                        </a:rPr>
                        <a:t>地址</a:t>
                      </a:r>
                      <a:r>
                        <a:rPr lang="en-US" altLang="zh-CN" b="1" dirty="0">
                          <a:solidFill>
                            <a:schemeClr val="bg1"/>
                          </a:solidFill>
                          <a:latin typeface="Arial Narrow" panose="020B0606020202030204" pitchFamily="34" charset="0"/>
                          <a:ea typeface="+mn-ea"/>
                        </a:rPr>
                        <a:t>1</a:t>
                      </a:r>
                      <a:endParaRPr lang="zh-CN" altLang="en-US" b="1" dirty="0">
                        <a:latin typeface="Arial Narrow" panose="020B0606020202030204" pitchFamily="34" charset="0"/>
                        <a:ea typeface="+mn-ea"/>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rgbClr val="00B0F0"/>
                    </a:solidFill>
                  </a:tcPr>
                </a:tc>
                <a:tc>
                  <a:txBody>
                    <a:bodyPr/>
                    <a:lstStyle/>
                    <a:p>
                      <a:pPr marL="0" marR="0" lvl="0" indent="0" algn="ctr" defTabSz="914390" rtl="0" eaLnBrk="1" fontAlgn="auto" latinLnBrk="0" hangingPunct="1">
                        <a:lnSpc>
                          <a:spcPct val="100000"/>
                        </a:lnSpc>
                        <a:spcBef>
                          <a:spcPts val="0"/>
                        </a:spcBef>
                        <a:spcAft>
                          <a:spcPts val="0"/>
                        </a:spcAft>
                        <a:buClrTx/>
                        <a:buSzTx/>
                        <a:buFontTx/>
                        <a:buNone/>
                        <a:tabLst/>
                        <a:defRPr/>
                      </a:pPr>
                      <a:r>
                        <a:rPr lang="zh-CN" altLang="en-US" b="1" dirty="0">
                          <a:solidFill>
                            <a:schemeClr val="bg1"/>
                          </a:solidFill>
                          <a:latin typeface="Arial Narrow" panose="020B0606020202030204" pitchFamily="34" charset="0"/>
                          <a:ea typeface="+mn-ea"/>
                        </a:rPr>
                        <a:t>地址</a:t>
                      </a:r>
                      <a:r>
                        <a:rPr lang="en-US" altLang="zh-CN" b="1" dirty="0">
                          <a:solidFill>
                            <a:schemeClr val="bg1"/>
                          </a:solidFill>
                          <a:latin typeface="Arial Narrow" panose="020B0606020202030204" pitchFamily="34" charset="0"/>
                          <a:ea typeface="+mn-ea"/>
                        </a:rPr>
                        <a:t>2</a:t>
                      </a:r>
                      <a:endParaRPr lang="zh-CN" altLang="en-US" b="1" dirty="0">
                        <a:latin typeface="Arial Narrow" panose="020B0606020202030204" pitchFamily="34" charset="0"/>
                        <a:ea typeface="+mn-ea"/>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rgbClr val="00B0F0"/>
                    </a:solidFill>
                  </a:tcPr>
                </a:tc>
                <a:tc>
                  <a:txBody>
                    <a:bodyPr/>
                    <a:lstStyle/>
                    <a:p>
                      <a:pPr marL="0" marR="0" lvl="0" indent="0" algn="ctr" defTabSz="914390" rtl="0" eaLnBrk="1" fontAlgn="auto" latinLnBrk="0" hangingPunct="1">
                        <a:lnSpc>
                          <a:spcPct val="100000"/>
                        </a:lnSpc>
                        <a:spcBef>
                          <a:spcPts val="0"/>
                        </a:spcBef>
                        <a:spcAft>
                          <a:spcPts val="0"/>
                        </a:spcAft>
                        <a:buClrTx/>
                        <a:buSzTx/>
                        <a:buFontTx/>
                        <a:buNone/>
                        <a:tabLst/>
                        <a:defRPr/>
                      </a:pPr>
                      <a:r>
                        <a:rPr lang="zh-CN" altLang="en-US" b="1" dirty="0">
                          <a:solidFill>
                            <a:schemeClr val="bg1"/>
                          </a:solidFill>
                          <a:latin typeface="Arial Narrow" panose="020B0606020202030204" pitchFamily="34" charset="0"/>
                          <a:ea typeface="+mn-ea"/>
                        </a:rPr>
                        <a:t>地址</a:t>
                      </a:r>
                      <a:r>
                        <a:rPr lang="en-US" altLang="zh-CN" b="1" dirty="0">
                          <a:solidFill>
                            <a:schemeClr val="bg1"/>
                          </a:solidFill>
                          <a:latin typeface="Arial Narrow" panose="020B0606020202030204" pitchFamily="34" charset="0"/>
                          <a:ea typeface="+mn-ea"/>
                        </a:rPr>
                        <a:t>3</a:t>
                      </a:r>
                      <a:endParaRPr lang="zh-CN" altLang="en-US" b="1" dirty="0">
                        <a:latin typeface="Arial Narrow" panose="020B0606020202030204" pitchFamily="34" charset="0"/>
                        <a:ea typeface="+mn-ea"/>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rgbClr val="00B0F0"/>
                    </a:solidFill>
                  </a:tcPr>
                </a:tc>
                <a:tc>
                  <a:txBody>
                    <a:bodyPr/>
                    <a:lstStyle/>
                    <a:p>
                      <a:pPr algn="ctr"/>
                      <a:r>
                        <a:rPr lang="zh-CN" altLang="en-US" b="1" dirty="0">
                          <a:solidFill>
                            <a:schemeClr val="bg1"/>
                          </a:solidFill>
                          <a:latin typeface="Arial Narrow" panose="020B0606020202030204" pitchFamily="34" charset="0"/>
                          <a:ea typeface="+mn-ea"/>
                        </a:rPr>
                        <a:t>序号</a:t>
                      </a:r>
                      <a:endParaRPr lang="en-US" altLang="zh-CN" b="1" dirty="0">
                        <a:solidFill>
                          <a:schemeClr val="bg1"/>
                        </a:solidFill>
                        <a:latin typeface="Arial Narrow" panose="020B0606020202030204" pitchFamily="34" charset="0"/>
                        <a:ea typeface="+mn-ea"/>
                      </a:endParaRPr>
                    </a:p>
                    <a:p>
                      <a:pPr algn="ctr"/>
                      <a:r>
                        <a:rPr lang="zh-CN" altLang="en-US" b="1" dirty="0">
                          <a:solidFill>
                            <a:schemeClr val="bg1"/>
                          </a:solidFill>
                          <a:latin typeface="Arial Narrow" panose="020B0606020202030204" pitchFamily="34" charset="0"/>
                          <a:ea typeface="+mn-ea"/>
                        </a:rPr>
                        <a:t>控制</a:t>
                      </a:r>
                      <a:endParaRPr lang="zh-CN" altLang="en-US" b="1" dirty="0">
                        <a:latin typeface="Arial Narrow" panose="020B0606020202030204" pitchFamily="34" charset="0"/>
                        <a:ea typeface="+mn-ea"/>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rgbClr val="00B0F0"/>
                    </a:solidFill>
                  </a:tcPr>
                </a:tc>
                <a:tc>
                  <a:txBody>
                    <a:bodyPr/>
                    <a:lstStyle/>
                    <a:p>
                      <a:pPr marL="0" marR="0" lvl="0" indent="0" algn="ctr" defTabSz="914390" rtl="0" eaLnBrk="1" fontAlgn="auto" latinLnBrk="0" hangingPunct="1">
                        <a:lnSpc>
                          <a:spcPct val="100000"/>
                        </a:lnSpc>
                        <a:spcBef>
                          <a:spcPts val="0"/>
                        </a:spcBef>
                        <a:spcAft>
                          <a:spcPts val="0"/>
                        </a:spcAft>
                        <a:buClrTx/>
                        <a:buSzTx/>
                        <a:buFontTx/>
                        <a:buNone/>
                        <a:tabLst/>
                        <a:defRPr/>
                      </a:pPr>
                      <a:r>
                        <a:rPr lang="zh-CN" altLang="en-US" b="1" dirty="0">
                          <a:solidFill>
                            <a:schemeClr val="bg1"/>
                          </a:solidFill>
                          <a:latin typeface="Arial Narrow" panose="020B0606020202030204" pitchFamily="34" charset="0"/>
                          <a:ea typeface="+mn-ea"/>
                        </a:rPr>
                        <a:t>地址</a:t>
                      </a:r>
                      <a:r>
                        <a:rPr lang="en-US" altLang="zh-CN" b="1" dirty="0">
                          <a:solidFill>
                            <a:schemeClr val="bg1"/>
                          </a:solidFill>
                          <a:latin typeface="Arial Narrow" panose="020B0606020202030204" pitchFamily="34" charset="0"/>
                          <a:ea typeface="+mn-ea"/>
                        </a:rPr>
                        <a:t>4</a:t>
                      </a:r>
                      <a:endParaRPr lang="zh-CN" altLang="en-US" b="1" dirty="0">
                        <a:latin typeface="Arial Narrow" panose="020B0606020202030204" pitchFamily="34" charset="0"/>
                        <a:ea typeface="+mn-ea"/>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rgbClr val="00B0F0"/>
                    </a:solidFill>
                  </a:tcPr>
                </a:tc>
                <a:tc>
                  <a:txBody>
                    <a:bodyPr/>
                    <a:lstStyle/>
                    <a:p>
                      <a:pPr marL="0" marR="0" lvl="0" indent="0" algn="ctr" defTabSz="914390" rtl="0" eaLnBrk="1" fontAlgn="auto" latinLnBrk="0" hangingPunct="1">
                        <a:lnSpc>
                          <a:spcPct val="100000"/>
                        </a:lnSpc>
                        <a:spcBef>
                          <a:spcPts val="0"/>
                        </a:spcBef>
                        <a:spcAft>
                          <a:spcPts val="0"/>
                        </a:spcAft>
                        <a:buClrTx/>
                        <a:buSzTx/>
                        <a:buFontTx/>
                        <a:buNone/>
                        <a:tabLst/>
                        <a:defRPr/>
                      </a:pPr>
                      <a:r>
                        <a:rPr lang="zh-CN" altLang="en-US" b="1" dirty="0">
                          <a:solidFill>
                            <a:schemeClr val="bg1"/>
                          </a:solidFill>
                          <a:latin typeface="Arial Narrow" panose="020B0606020202030204" pitchFamily="34" charset="0"/>
                          <a:ea typeface="+mn-ea"/>
                        </a:rPr>
                        <a:t>数据载荷</a:t>
                      </a: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rgbClr val="00B050"/>
                    </a:solidFill>
                  </a:tcPr>
                </a:tc>
                <a:tc>
                  <a:txBody>
                    <a:bodyPr/>
                    <a:lstStyle/>
                    <a:p>
                      <a:pPr marL="0" marR="0" lvl="0" indent="0" algn="ctr" defTabSz="914390" rtl="0" eaLnBrk="1" fontAlgn="auto" latinLnBrk="0" hangingPunct="1">
                        <a:lnSpc>
                          <a:spcPct val="100000"/>
                        </a:lnSpc>
                        <a:spcBef>
                          <a:spcPts val="0"/>
                        </a:spcBef>
                        <a:spcAft>
                          <a:spcPts val="0"/>
                        </a:spcAft>
                        <a:buClrTx/>
                        <a:buSzTx/>
                        <a:buFontTx/>
                        <a:buNone/>
                        <a:tabLst/>
                        <a:defRPr/>
                      </a:pPr>
                      <a:r>
                        <a:rPr lang="en-US" altLang="zh-CN" b="1" dirty="0">
                          <a:solidFill>
                            <a:schemeClr val="bg1"/>
                          </a:solidFill>
                          <a:latin typeface="Arial Narrow" panose="020B0606020202030204" pitchFamily="34" charset="0"/>
                          <a:ea typeface="+mn-ea"/>
                        </a:rPr>
                        <a:t>FCS</a:t>
                      </a:r>
                      <a:endParaRPr lang="zh-CN" altLang="en-US" b="1" dirty="0">
                        <a:solidFill>
                          <a:schemeClr val="bg1"/>
                        </a:solidFill>
                        <a:latin typeface="Arial Narrow" panose="020B0606020202030204" pitchFamily="34" charset="0"/>
                        <a:ea typeface="+mn-ea"/>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rgbClr val="F38181"/>
                    </a:solidFill>
                  </a:tcPr>
                </a:tc>
                <a:extLst>
                  <a:ext uri="{0D108BD9-81ED-4DB2-BD59-A6C34878D82A}">
                    <a16:rowId xmlns:a16="http://schemas.microsoft.com/office/drawing/2014/main" val="1239924772"/>
                  </a:ext>
                </a:extLst>
              </a:tr>
            </a:tbl>
          </a:graphicData>
        </a:graphic>
      </p:graphicFrame>
      <p:sp>
        <p:nvSpPr>
          <p:cNvPr id="6" name="文本框 5">
            <a:extLst>
              <a:ext uri="{FF2B5EF4-FFF2-40B4-BE49-F238E27FC236}">
                <a16:creationId xmlns:a16="http://schemas.microsoft.com/office/drawing/2014/main" id="{00300E53-D674-4EB6-8732-F7D51A1E4D4E}"/>
              </a:ext>
            </a:extLst>
          </p:cNvPr>
          <p:cNvSpPr txBox="1"/>
          <p:nvPr/>
        </p:nvSpPr>
        <p:spPr>
          <a:xfrm>
            <a:off x="933106" y="1160483"/>
            <a:ext cx="3772422" cy="400110"/>
          </a:xfrm>
          <a:prstGeom prst="rect">
            <a:avLst/>
          </a:prstGeom>
          <a:noFill/>
        </p:spPr>
        <p:txBody>
          <a:bodyPr wrap="square" rtlCol="0">
            <a:spAutoFit/>
          </a:bodyPr>
          <a:lstStyle/>
          <a:p>
            <a:r>
              <a:rPr lang="en-US" altLang="zh-CN" sz="2000" b="1" dirty="0">
                <a:solidFill>
                  <a:schemeClr val="accent3">
                    <a:lumMod val="75000"/>
                  </a:schemeClr>
                </a:solidFill>
              </a:rPr>
              <a:t>802.11</a:t>
            </a:r>
            <a:r>
              <a:rPr lang="zh-CN" altLang="en-US" sz="2000" b="1" dirty="0">
                <a:solidFill>
                  <a:schemeClr val="accent3">
                    <a:lumMod val="75000"/>
                  </a:schemeClr>
                </a:solidFill>
              </a:rPr>
              <a:t>无线局域网的数据帧格式</a:t>
            </a:r>
          </a:p>
        </p:txBody>
      </p:sp>
      <p:grpSp>
        <p:nvGrpSpPr>
          <p:cNvPr id="10" name="组合 9">
            <a:extLst>
              <a:ext uri="{FF2B5EF4-FFF2-40B4-BE49-F238E27FC236}">
                <a16:creationId xmlns:a16="http://schemas.microsoft.com/office/drawing/2014/main" id="{68884846-B2F5-4704-BEF0-F8DA07F20049}"/>
              </a:ext>
            </a:extLst>
          </p:cNvPr>
          <p:cNvGrpSpPr/>
          <p:nvPr/>
        </p:nvGrpSpPr>
        <p:grpSpPr>
          <a:xfrm>
            <a:off x="8141735" y="1581867"/>
            <a:ext cx="2368825" cy="489168"/>
            <a:chOff x="8141735" y="1969217"/>
            <a:chExt cx="2368825" cy="489168"/>
          </a:xfrm>
        </p:grpSpPr>
        <p:grpSp>
          <p:nvGrpSpPr>
            <p:cNvPr id="9" name="组合 8">
              <a:extLst>
                <a:ext uri="{FF2B5EF4-FFF2-40B4-BE49-F238E27FC236}">
                  <a16:creationId xmlns:a16="http://schemas.microsoft.com/office/drawing/2014/main" id="{433ADD27-246C-471D-BEE6-2481DA39CE05}"/>
                </a:ext>
              </a:extLst>
            </p:cNvPr>
            <p:cNvGrpSpPr/>
            <p:nvPr/>
          </p:nvGrpSpPr>
          <p:grpSpPr>
            <a:xfrm>
              <a:off x="8141735" y="1969217"/>
              <a:ext cx="2368825" cy="489168"/>
              <a:chOff x="8141735" y="1969217"/>
              <a:chExt cx="2368825" cy="489168"/>
            </a:xfrm>
          </p:grpSpPr>
          <p:cxnSp>
            <p:nvCxnSpPr>
              <p:cNvPr id="26" name="直接连接符 25">
                <a:extLst>
                  <a:ext uri="{FF2B5EF4-FFF2-40B4-BE49-F238E27FC236}">
                    <a16:creationId xmlns:a16="http://schemas.microsoft.com/office/drawing/2014/main" id="{0320450B-106B-4AE8-BFAE-867EE8E34B09}"/>
                  </a:ext>
                </a:extLst>
              </p:cNvPr>
              <p:cNvCxnSpPr/>
              <p:nvPr/>
            </p:nvCxnSpPr>
            <p:spPr>
              <a:xfrm flipV="1">
                <a:off x="10500621" y="1991246"/>
                <a:ext cx="0" cy="467139"/>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9" name="直接箭头连接符 28">
                <a:extLst>
                  <a:ext uri="{FF2B5EF4-FFF2-40B4-BE49-F238E27FC236}">
                    <a16:creationId xmlns:a16="http://schemas.microsoft.com/office/drawing/2014/main" id="{296A9D28-06DD-4036-87E5-60E6D2E6F29D}"/>
                  </a:ext>
                </a:extLst>
              </p:cNvPr>
              <p:cNvCxnSpPr>
                <a:cxnSpLocks/>
              </p:cNvCxnSpPr>
              <p:nvPr/>
            </p:nvCxnSpPr>
            <p:spPr>
              <a:xfrm>
                <a:off x="8141735" y="2159077"/>
                <a:ext cx="2368825" cy="0"/>
              </a:xfrm>
              <a:prstGeom prst="straightConnector1">
                <a:avLst/>
              </a:prstGeom>
              <a:ln w="12700">
                <a:solidFill>
                  <a:schemeClr val="tx1"/>
                </a:solidFill>
                <a:headEnd type="triangle" w="lg" len="lg"/>
                <a:tailEnd type="triangle" w="lg" len="lg"/>
              </a:ln>
            </p:spPr>
            <p:style>
              <a:lnRef idx="1">
                <a:schemeClr val="accent1"/>
              </a:lnRef>
              <a:fillRef idx="0">
                <a:schemeClr val="accent1"/>
              </a:fillRef>
              <a:effectRef idx="0">
                <a:schemeClr val="accent1"/>
              </a:effectRef>
              <a:fontRef idx="minor">
                <a:schemeClr val="tx1"/>
              </a:fontRef>
            </p:style>
          </p:cxnSp>
          <p:sp>
            <p:nvSpPr>
              <p:cNvPr id="32" name="文本框 31">
                <a:extLst>
                  <a:ext uri="{FF2B5EF4-FFF2-40B4-BE49-F238E27FC236}">
                    <a16:creationId xmlns:a16="http://schemas.microsoft.com/office/drawing/2014/main" id="{C4C0732D-A1F1-4291-8FEB-1CA7A5B50B1C}"/>
                  </a:ext>
                </a:extLst>
              </p:cNvPr>
              <p:cNvSpPr txBox="1"/>
              <p:nvPr/>
            </p:nvSpPr>
            <p:spPr>
              <a:xfrm>
                <a:off x="8993044" y="1969217"/>
                <a:ext cx="666206" cy="369332"/>
              </a:xfrm>
              <a:prstGeom prst="rect">
                <a:avLst/>
              </a:prstGeom>
              <a:solidFill>
                <a:schemeClr val="bg1"/>
              </a:solidFill>
            </p:spPr>
            <p:txBody>
              <a:bodyPr wrap="square" rtlCol="0">
                <a:spAutoFit/>
              </a:bodyPr>
              <a:lstStyle/>
              <a:p>
                <a:pPr algn="ctr"/>
                <a:r>
                  <a:rPr lang="zh-CN" altLang="en-US" b="1" dirty="0">
                    <a:latin typeface="+mn-ea"/>
                  </a:rPr>
                  <a:t>数据</a:t>
                </a:r>
              </a:p>
            </p:txBody>
          </p:sp>
        </p:grpSp>
        <p:cxnSp>
          <p:nvCxnSpPr>
            <p:cNvPr id="41" name="直接连接符 40">
              <a:extLst>
                <a:ext uri="{FF2B5EF4-FFF2-40B4-BE49-F238E27FC236}">
                  <a16:creationId xmlns:a16="http://schemas.microsoft.com/office/drawing/2014/main" id="{D1268D15-2F34-434D-91FB-EFF6E0FF3F4D}"/>
                </a:ext>
              </a:extLst>
            </p:cNvPr>
            <p:cNvCxnSpPr/>
            <p:nvPr/>
          </p:nvCxnSpPr>
          <p:spPr>
            <a:xfrm flipV="1">
              <a:off x="8152156" y="1991245"/>
              <a:ext cx="0" cy="467139"/>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3" name="组合 12">
            <a:extLst>
              <a:ext uri="{FF2B5EF4-FFF2-40B4-BE49-F238E27FC236}">
                <a16:creationId xmlns:a16="http://schemas.microsoft.com/office/drawing/2014/main" id="{197A39FD-BEC4-4A02-B207-F1448072D1C4}"/>
              </a:ext>
            </a:extLst>
          </p:cNvPr>
          <p:cNvGrpSpPr/>
          <p:nvPr/>
        </p:nvGrpSpPr>
        <p:grpSpPr>
          <a:xfrm>
            <a:off x="10504210" y="1581867"/>
            <a:ext cx="1257022" cy="500241"/>
            <a:chOff x="10504210" y="1969217"/>
            <a:chExt cx="1257022" cy="500241"/>
          </a:xfrm>
        </p:grpSpPr>
        <p:cxnSp>
          <p:nvCxnSpPr>
            <p:cNvPr id="27" name="直接连接符 26">
              <a:extLst>
                <a:ext uri="{FF2B5EF4-FFF2-40B4-BE49-F238E27FC236}">
                  <a16:creationId xmlns:a16="http://schemas.microsoft.com/office/drawing/2014/main" id="{8BBF4108-1BD2-408F-80D9-ED61891098CD}"/>
                </a:ext>
              </a:extLst>
            </p:cNvPr>
            <p:cNvCxnSpPr/>
            <p:nvPr/>
          </p:nvCxnSpPr>
          <p:spPr>
            <a:xfrm flipV="1">
              <a:off x="11761232" y="1991246"/>
              <a:ext cx="0" cy="467139"/>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0" name="直接箭头连接符 29">
              <a:extLst>
                <a:ext uri="{FF2B5EF4-FFF2-40B4-BE49-F238E27FC236}">
                  <a16:creationId xmlns:a16="http://schemas.microsoft.com/office/drawing/2014/main" id="{AEE217B9-AE76-47E8-B744-667B709763A4}"/>
                </a:ext>
              </a:extLst>
            </p:cNvPr>
            <p:cNvCxnSpPr>
              <a:cxnSpLocks/>
            </p:cNvCxnSpPr>
            <p:nvPr/>
          </p:nvCxnSpPr>
          <p:spPr>
            <a:xfrm>
              <a:off x="10510560" y="2159077"/>
              <a:ext cx="1250672" cy="0"/>
            </a:xfrm>
            <a:prstGeom prst="straightConnector1">
              <a:avLst/>
            </a:prstGeom>
            <a:ln w="12700">
              <a:solidFill>
                <a:schemeClr val="tx1"/>
              </a:solidFill>
              <a:headEnd type="triangle" w="lg" len="lg"/>
              <a:tailEnd type="triangle" w="lg" len="lg"/>
            </a:ln>
          </p:spPr>
          <p:style>
            <a:lnRef idx="1">
              <a:schemeClr val="accent1"/>
            </a:lnRef>
            <a:fillRef idx="0">
              <a:schemeClr val="accent1"/>
            </a:fillRef>
            <a:effectRef idx="0">
              <a:schemeClr val="accent1"/>
            </a:effectRef>
            <a:fontRef idx="minor">
              <a:schemeClr val="tx1"/>
            </a:fontRef>
          </p:style>
        </p:cxnSp>
        <p:sp>
          <p:nvSpPr>
            <p:cNvPr id="33" name="文本框 32">
              <a:extLst>
                <a:ext uri="{FF2B5EF4-FFF2-40B4-BE49-F238E27FC236}">
                  <a16:creationId xmlns:a16="http://schemas.microsoft.com/office/drawing/2014/main" id="{A19752B0-AD16-4259-BE78-F50CC620D31A}"/>
                </a:ext>
              </a:extLst>
            </p:cNvPr>
            <p:cNvSpPr txBox="1"/>
            <p:nvPr/>
          </p:nvSpPr>
          <p:spPr>
            <a:xfrm>
              <a:off x="10802793" y="1969217"/>
              <a:ext cx="666206" cy="369332"/>
            </a:xfrm>
            <a:prstGeom prst="rect">
              <a:avLst/>
            </a:prstGeom>
            <a:solidFill>
              <a:schemeClr val="bg1"/>
            </a:solidFill>
          </p:spPr>
          <p:txBody>
            <a:bodyPr wrap="square" rtlCol="0">
              <a:spAutoFit/>
            </a:bodyPr>
            <a:lstStyle/>
            <a:p>
              <a:pPr algn="ctr"/>
              <a:r>
                <a:rPr lang="zh-CN" altLang="en-US" b="1" dirty="0">
                  <a:latin typeface="+mn-ea"/>
                </a:rPr>
                <a:t>帧尾</a:t>
              </a:r>
            </a:p>
          </p:txBody>
        </p:sp>
        <p:cxnSp>
          <p:nvCxnSpPr>
            <p:cNvPr id="43" name="直接连接符 42">
              <a:extLst>
                <a:ext uri="{FF2B5EF4-FFF2-40B4-BE49-F238E27FC236}">
                  <a16:creationId xmlns:a16="http://schemas.microsoft.com/office/drawing/2014/main" id="{3DACA377-8FFB-4E7B-9FC0-CB508C52232F}"/>
                </a:ext>
              </a:extLst>
            </p:cNvPr>
            <p:cNvCxnSpPr/>
            <p:nvPr/>
          </p:nvCxnSpPr>
          <p:spPr>
            <a:xfrm flipV="1">
              <a:off x="10504210" y="2002319"/>
              <a:ext cx="0" cy="467139"/>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5" name="对话气泡: 圆角矩形 4">
            <a:extLst>
              <a:ext uri="{FF2B5EF4-FFF2-40B4-BE49-F238E27FC236}">
                <a16:creationId xmlns:a16="http://schemas.microsoft.com/office/drawing/2014/main" id="{B95860B4-AF4B-48D4-A5B5-082483436E47}"/>
              </a:ext>
            </a:extLst>
          </p:cNvPr>
          <p:cNvSpPr/>
          <p:nvPr/>
        </p:nvSpPr>
        <p:spPr>
          <a:xfrm>
            <a:off x="5016647" y="3770746"/>
            <a:ext cx="5073503" cy="703387"/>
          </a:xfrm>
          <a:prstGeom prst="wedgeRoundRectCallout">
            <a:avLst>
              <a:gd name="adj1" fmla="val -21073"/>
              <a:gd name="adj2" fmla="val -153625"/>
              <a:gd name="adj3" fmla="val 16667"/>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nSpc>
                <a:spcPct val="150000"/>
              </a:lnSpc>
            </a:pPr>
            <a:r>
              <a:rPr lang="zh-CN" altLang="en-US" b="1" dirty="0">
                <a:latin typeface="Arial Narrow" panose="020B0606020202030204" pitchFamily="34" charset="0"/>
              </a:rPr>
              <a:t>用来实现</a:t>
            </a:r>
            <a:r>
              <a:rPr lang="en-US" altLang="zh-CN" b="1" dirty="0">
                <a:latin typeface="Arial Narrow" panose="020B0606020202030204" pitchFamily="34" charset="0"/>
              </a:rPr>
              <a:t>802.11</a:t>
            </a:r>
            <a:r>
              <a:rPr lang="zh-CN" altLang="en-US" b="1" dirty="0">
                <a:latin typeface="Arial Narrow" panose="020B0606020202030204" pitchFamily="34" charset="0"/>
              </a:rPr>
              <a:t>的可靠传输，对数据帧进行编号。</a:t>
            </a:r>
          </a:p>
        </p:txBody>
      </p:sp>
      <p:sp>
        <p:nvSpPr>
          <p:cNvPr id="35" name="平行四边形 34">
            <a:extLst>
              <a:ext uri="{FF2B5EF4-FFF2-40B4-BE49-F238E27FC236}">
                <a16:creationId xmlns:a16="http://schemas.microsoft.com/office/drawing/2014/main" id="{97F52828-54E9-34F4-1767-29690047F84A}"/>
              </a:ext>
            </a:extLst>
          </p:cNvPr>
          <p:cNvSpPr/>
          <p:nvPr/>
        </p:nvSpPr>
        <p:spPr>
          <a:xfrm>
            <a:off x="304800" y="749300"/>
            <a:ext cx="723900" cy="387090"/>
          </a:xfrm>
          <a:prstGeom prst="parallelogram">
            <a:avLst/>
          </a:prstGeom>
          <a:solidFill>
            <a:schemeClr val="accent3">
              <a:lumMod val="75000"/>
            </a:schemeClr>
          </a:solidFill>
          <a:ln>
            <a:solidFill>
              <a:schemeClr val="accent3">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CN" sz="2200" dirty="0">
                <a:latin typeface="Impact" panose="020B0806030902050204" pitchFamily="34" charset="0"/>
              </a:rPr>
              <a:t>05</a:t>
            </a:r>
            <a:endParaRPr lang="zh-CN" altLang="en-US" sz="2200" dirty="0">
              <a:latin typeface="Impact" panose="020B0806030902050204" pitchFamily="34" charset="0"/>
            </a:endParaRPr>
          </a:p>
        </p:txBody>
      </p:sp>
    </p:spTree>
    <p:custDataLst>
      <p:tags r:id="rId1"/>
    </p:custDataLst>
    <p:extLst>
      <p:ext uri="{BB962C8B-B14F-4D97-AF65-F5344CB8AC3E}">
        <p14:creationId xmlns:p14="http://schemas.microsoft.com/office/powerpoint/2010/main" val="2849994757"/>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42" presetClass="entr" presetSubtype="0" fill="hold" grpId="0" nodeType="withEffect">
                                  <p:stCondLst>
                                    <p:cond delay="0"/>
                                  </p:stCondLst>
                                  <p:childTnLst>
                                    <p:set>
                                      <p:cBhvr>
                                        <p:cTn id="6" dur="1" fill="hold">
                                          <p:stCondLst>
                                            <p:cond delay="0"/>
                                          </p:stCondLst>
                                        </p:cTn>
                                        <p:tgtEl>
                                          <p:spTgt spid="5"/>
                                        </p:tgtEl>
                                        <p:attrNameLst>
                                          <p:attrName>style.visibility</p:attrName>
                                        </p:attrNameLst>
                                      </p:cBhvr>
                                      <p:to>
                                        <p:strVal val="visible"/>
                                      </p:to>
                                    </p:set>
                                    <p:animEffect transition="in" filter="fade">
                                      <p:cBhvr>
                                        <p:cTn id="7" dur="1000"/>
                                        <p:tgtEl>
                                          <p:spTgt spid="5"/>
                                        </p:tgtEl>
                                      </p:cBhvr>
                                    </p:animEffect>
                                    <p:anim calcmode="lin" valueType="num">
                                      <p:cBhvr>
                                        <p:cTn id="8" dur="1000" fill="hold"/>
                                        <p:tgtEl>
                                          <p:spTgt spid="5"/>
                                        </p:tgtEl>
                                        <p:attrNameLst>
                                          <p:attrName>ppt_x</p:attrName>
                                        </p:attrNameLst>
                                      </p:cBhvr>
                                      <p:tavLst>
                                        <p:tav tm="0">
                                          <p:val>
                                            <p:strVal val="#ppt_x"/>
                                          </p:val>
                                        </p:tav>
                                        <p:tav tm="100000">
                                          <p:val>
                                            <p:strVal val="#ppt_x"/>
                                          </p:val>
                                        </p:tav>
                                      </p:tavLst>
                                    </p:anim>
                                    <p:anim calcmode="lin" valueType="num">
                                      <p:cBhvr>
                                        <p:cTn id="9" dur="1000" fill="hold"/>
                                        <p:tgtEl>
                                          <p:spTgt spid="5"/>
                                        </p:tgtEl>
                                        <p:attrNameLst>
                                          <p:attrName>ppt_y</p:attrName>
                                        </p:attrNameLst>
                                      </p:cBhvr>
                                      <p:tavLst>
                                        <p:tav tm="0">
                                          <p:val>
                                            <p:strVal val="#ppt_y+.1"/>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 grpId="0" animBg="1"/>
    </p:bldLst>
  </p:timing>
</p:sld>
</file>

<file path=ppt/slides/slide57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4" name="组合 3">
            <a:extLst>
              <a:ext uri="{FF2B5EF4-FFF2-40B4-BE49-F238E27FC236}">
                <a16:creationId xmlns:a16="http://schemas.microsoft.com/office/drawing/2014/main" id="{9A1EA9F2-FCB6-48C3-935F-7AE7E3AD14AC}"/>
              </a:ext>
            </a:extLst>
          </p:cNvPr>
          <p:cNvGrpSpPr/>
          <p:nvPr/>
        </p:nvGrpSpPr>
        <p:grpSpPr>
          <a:xfrm>
            <a:off x="304800" y="749300"/>
            <a:ext cx="5791200" cy="400110"/>
            <a:chOff x="424117" y="898245"/>
            <a:chExt cx="5791200" cy="400110"/>
          </a:xfrm>
        </p:grpSpPr>
        <p:sp>
          <p:nvSpPr>
            <p:cNvPr id="2" name="平行四边形 1">
              <a:extLst>
                <a:ext uri="{FF2B5EF4-FFF2-40B4-BE49-F238E27FC236}">
                  <a16:creationId xmlns:a16="http://schemas.microsoft.com/office/drawing/2014/main" id="{1F5BAA3F-9845-4F89-A2DD-8222D3E4EDAC}"/>
                </a:ext>
              </a:extLst>
            </p:cNvPr>
            <p:cNvSpPr/>
            <p:nvPr/>
          </p:nvSpPr>
          <p:spPr>
            <a:xfrm>
              <a:off x="424117" y="898245"/>
              <a:ext cx="628306" cy="387090"/>
            </a:xfrm>
            <a:prstGeom prst="parallelogram">
              <a:avLst/>
            </a:prstGeom>
            <a:solidFill>
              <a:schemeClr val="accent3">
                <a:lumMod val="75000"/>
              </a:schemeClr>
            </a:solidFill>
            <a:ln>
              <a:solidFill>
                <a:schemeClr val="accent3">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CN" sz="2200" dirty="0">
                  <a:latin typeface="Impact" panose="020B0806030902050204" pitchFamily="34" charset="0"/>
                </a:rPr>
                <a:t>01</a:t>
              </a:r>
              <a:endParaRPr lang="zh-CN" altLang="en-US" sz="2200" dirty="0">
                <a:latin typeface="Impact" panose="020B0806030902050204" pitchFamily="34" charset="0"/>
              </a:endParaRPr>
            </a:p>
          </p:txBody>
        </p:sp>
        <p:sp>
          <p:nvSpPr>
            <p:cNvPr id="3" name="文本框 2">
              <a:extLst>
                <a:ext uri="{FF2B5EF4-FFF2-40B4-BE49-F238E27FC236}">
                  <a16:creationId xmlns:a16="http://schemas.microsoft.com/office/drawing/2014/main" id="{4D6BD736-A4D3-4F26-AFED-36E11F50F70B}"/>
                </a:ext>
              </a:extLst>
            </p:cNvPr>
            <p:cNvSpPr txBox="1"/>
            <p:nvPr/>
          </p:nvSpPr>
          <p:spPr>
            <a:xfrm>
              <a:off x="1052423" y="898245"/>
              <a:ext cx="5162894" cy="400110"/>
            </a:xfrm>
            <a:prstGeom prst="rect">
              <a:avLst/>
            </a:prstGeom>
            <a:noFill/>
          </p:spPr>
          <p:txBody>
            <a:bodyPr wrap="square" rtlCol="0">
              <a:spAutoFit/>
            </a:bodyPr>
            <a:lstStyle/>
            <a:p>
              <a:r>
                <a:rPr lang="en-US" altLang="zh-CN" sz="2000" b="1" dirty="0">
                  <a:solidFill>
                    <a:schemeClr val="tx1"/>
                  </a:solidFill>
                  <a:latin typeface="Arial Narrow" panose="020B0606020202030204" pitchFamily="34" charset="0"/>
                </a:rPr>
                <a:t>802.11</a:t>
              </a:r>
              <a:r>
                <a:rPr lang="zh-CN" altLang="en-US" sz="2000" b="1" dirty="0">
                  <a:solidFill>
                    <a:schemeClr val="tx1"/>
                  </a:solidFill>
                  <a:latin typeface="Arial Narrow" panose="020B0606020202030204" pitchFamily="34" charset="0"/>
                </a:rPr>
                <a:t>无线局域网的</a:t>
              </a:r>
              <a:r>
                <a:rPr lang="en-US" altLang="zh-CN" sz="2000" b="1" dirty="0">
                  <a:solidFill>
                    <a:schemeClr val="tx1"/>
                  </a:solidFill>
                  <a:latin typeface="Arial Narrow" panose="020B0606020202030204" pitchFamily="34" charset="0"/>
                </a:rPr>
                <a:t>MAC</a:t>
              </a:r>
              <a:r>
                <a:rPr lang="zh-CN" altLang="en-US" sz="2000" b="1" dirty="0">
                  <a:solidFill>
                    <a:schemeClr val="tx1"/>
                  </a:solidFill>
                  <a:latin typeface="Arial Narrow" panose="020B0606020202030204" pitchFamily="34" charset="0"/>
                </a:rPr>
                <a:t>帧</a:t>
              </a:r>
              <a:endParaRPr lang="en-US" altLang="zh-CN" sz="2000" b="1" dirty="0">
                <a:solidFill>
                  <a:schemeClr val="tx1"/>
                </a:solidFill>
                <a:latin typeface="Arial Narrow" panose="020B0606020202030204" pitchFamily="34" charset="0"/>
              </a:endParaRPr>
            </a:p>
          </p:txBody>
        </p:sp>
      </p:grpSp>
      <p:grpSp>
        <p:nvGrpSpPr>
          <p:cNvPr id="8" name="组合 7">
            <a:extLst>
              <a:ext uri="{FF2B5EF4-FFF2-40B4-BE49-F238E27FC236}">
                <a16:creationId xmlns:a16="http://schemas.microsoft.com/office/drawing/2014/main" id="{B64ABECE-DE5B-42BB-A4DE-C6E7D0E1013D}"/>
              </a:ext>
            </a:extLst>
          </p:cNvPr>
          <p:cNvGrpSpPr/>
          <p:nvPr/>
        </p:nvGrpSpPr>
        <p:grpSpPr>
          <a:xfrm>
            <a:off x="465423" y="1581867"/>
            <a:ext cx="7686251" cy="489168"/>
            <a:chOff x="465423" y="1969217"/>
            <a:chExt cx="7686251" cy="489168"/>
          </a:xfrm>
        </p:grpSpPr>
        <p:cxnSp>
          <p:nvCxnSpPr>
            <p:cNvPr id="24" name="直接连接符 23">
              <a:extLst>
                <a:ext uri="{FF2B5EF4-FFF2-40B4-BE49-F238E27FC236}">
                  <a16:creationId xmlns:a16="http://schemas.microsoft.com/office/drawing/2014/main" id="{DAF0C2C1-A68B-4259-A489-5505460A508D}"/>
                </a:ext>
              </a:extLst>
            </p:cNvPr>
            <p:cNvCxnSpPr/>
            <p:nvPr/>
          </p:nvCxnSpPr>
          <p:spPr>
            <a:xfrm flipV="1">
              <a:off x="465423" y="1991246"/>
              <a:ext cx="0" cy="467139"/>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5" name="直接连接符 24">
              <a:extLst>
                <a:ext uri="{FF2B5EF4-FFF2-40B4-BE49-F238E27FC236}">
                  <a16:creationId xmlns:a16="http://schemas.microsoft.com/office/drawing/2014/main" id="{9B014577-1385-48C2-B60A-93EE0E101280}"/>
                </a:ext>
              </a:extLst>
            </p:cNvPr>
            <p:cNvCxnSpPr/>
            <p:nvPr/>
          </p:nvCxnSpPr>
          <p:spPr>
            <a:xfrm flipV="1">
              <a:off x="8151674" y="1991246"/>
              <a:ext cx="0" cy="467139"/>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8" name="直接箭头连接符 27">
              <a:extLst>
                <a:ext uri="{FF2B5EF4-FFF2-40B4-BE49-F238E27FC236}">
                  <a16:creationId xmlns:a16="http://schemas.microsoft.com/office/drawing/2014/main" id="{5DCCA8BD-04A8-4B04-AD75-7A82FBB4110A}"/>
                </a:ext>
              </a:extLst>
            </p:cNvPr>
            <p:cNvCxnSpPr>
              <a:cxnSpLocks/>
            </p:cNvCxnSpPr>
            <p:nvPr/>
          </p:nvCxnSpPr>
          <p:spPr>
            <a:xfrm>
              <a:off x="465423" y="2159077"/>
              <a:ext cx="7676312" cy="0"/>
            </a:xfrm>
            <a:prstGeom prst="straightConnector1">
              <a:avLst/>
            </a:prstGeom>
            <a:ln w="12700">
              <a:solidFill>
                <a:schemeClr val="tx1"/>
              </a:solidFill>
              <a:headEnd type="triangle" w="lg" len="lg"/>
              <a:tailEnd type="triangle" w="lg" len="lg"/>
            </a:ln>
          </p:spPr>
          <p:style>
            <a:lnRef idx="1">
              <a:schemeClr val="accent1"/>
            </a:lnRef>
            <a:fillRef idx="0">
              <a:schemeClr val="accent1"/>
            </a:fillRef>
            <a:effectRef idx="0">
              <a:schemeClr val="accent1"/>
            </a:effectRef>
            <a:fontRef idx="minor">
              <a:schemeClr val="tx1"/>
            </a:fontRef>
          </p:style>
        </p:cxnSp>
        <p:sp>
          <p:nvSpPr>
            <p:cNvPr id="31" name="文本框 30">
              <a:extLst>
                <a:ext uri="{FF2B5EF4-FFF2-40B4-BE49-F238E27FC236}">
                  <a16:creationId xmlns:a16="http://schemas.microsoft.com/office/drawing/2014/main" id="{DFD7D356-1575-4044-A76B-B618352CD119}"/>
                </a:ext>
              </a:extLst>
            </p:cNvPr>
            <p:cNvSpPr txBox="1"/>
            <p:nvPr/>
          </p:nvSpPr>
          <p:spPr>
            <a:xfrm>
              <a:off x="3970476" y="1969217"/>
              <a:ext cx="666206" cy="369332"/>
            </a:xfrm>
            <a:prstGeom prst="rect">
              <a:avLst/>
            </a:prstGeom>
            <a:solidFill>
              <a:schemeClr val="bg1"/>
            </a:solidFill>
          </p:spPr>
          <p:txBody>
            <a:bodyPr wrap="square" rtlCol="0">
              <a:spAutoFit/>
            </a:bodyPr>
            <a:lstStyle/>
            <a:p>
              <a:pPr algn="ctr"/>
              <a:r>
                <a:rPr lang="zh-CN" altLang="en-US" b="1" dirty="0">
                  <a:latin typeface="+mn-ea"/>
                </a:rPr>
                <a:t>帧头</a:t>
              </a:r>
            </a:p>
          </p:txBody>
        </p:sp>
      </p:grpSp>
      <p:graphicFrame>
        <p:nvGraphicFramePr>
          <p:cNvPr id="34" name="表格 21">
            <a:extLst>
              <a:ext uri="{FF2B5EF4-FFF2-40B4-BE49-F238E27FC236}">
                <a16:creationId xmlns:a16="http://schemas.microsoft.com/office/drawing/2014/main" id="{DF5CDFD2-8CC8-4CBE-AE88-C65AF556565B}"/>
              </a:ext>
            </a:extLst>
          </p:cNvPr>
          <p:cNvGraphicFramePr>
            <a:graphicFrameLocks noGrp="1"/>
          </p:cNvGraphicFramePr>
          <p:nvPr/>
        </p:nvGraphicFramePr>
        <p:xfrm>
          <a:off x="468725" y="2082108"/>
          <a:ext cx="11292507" cy="1010920"/>
        </p:xfrm>
        <a:graphic>
          <a:graphicData uri="http://schemas.openxmlformats.org/drawingml/2006/table">
            <a:tbl>
              <a:tblPr firstRow="1" bandRow="1">
                <a:tableStyleId>{5C22544A-7EE6-4342-B048-85BDC9FD1C3A}</a:tableStyleId>
              </a:tblPr>
              <a:tblGrid>
                <a:gridCol w="899493">
                  <a:extLst>
                    <a:ext uri="{9D8B030D-6E8A-4147-A177-3AD203B41FA5}">
                      <a16:colId xmlns:a16="http://schemas.microsoft.com/office/drawing/2014/main" val="1258819126"/>
                    </a:ext>
                  </a:extLst>
                </a:gridCol>
                <a:gridCol w="894522">
                  <a:extLst>
                    <a:ext uri="{9D8B030D-6E8A-4147-A177-3AD203B41FA5}">
                      <a16:colId xmlns:a16="http://schemas.microsoft.com/office/drawing/2014/main" val="32700923"/>
                    </a:ext>
                  </a:extLst>
                </a:gridCol>
                <a:gridCol w="1242391">
                  <a:extLst>
                    <a:ext uri="{9D8B030D-6E8A-4147-A177-3AD203B41FA5}">
                      <a16:colId xmlns:a16="http://schemas.microsoft.com/office/drawing/2014/main" val="1037279983"/>
                    </a:ext>
                  </a:extLst>
                </a:gridCol>
                <a:gridCol w="1252331">
                  <a:extLst>
                    <a:ext uri="{9D8B030D-6E8A-4147-A177-3AD203B41FA5}">
                      <a16:colId xmlns:a16="http://schemas.microsoft.com/office/drawing/2014/main" val="3611894563"/>
                    </a:ext>
                  </a:extLst>
                </a:gridCol>
                <a:gridCol w="1262269">
                  <a:extLst>
                    <a:ext uri="{9D8B030D-6E8A-4147-A177-3AD203B41FA5}">
                      <a16:colId xmlns:a16="http://schemas.microsoft.com/office/drawing/2014/main" val="153125566"/>
                    </a:ext>
                  </a:extLst>
                </a:gridCol>
                <a:gridCol w="884583">
                  <a:extLst>
                    <a:ext uri="{9D8B030D-6E8A-4147-A177-3AD203B41FA5}">
                      <a16:colId xmlns:a16="http://schemas.microsoft.com/office/drawing/2014/main" val="951368562"/>
                    </a:ext>
                  </a:extLst>
                </a:gridCol>
                <a:gridCol w="1252330">
                  <a:extLst>
                    <a:ext uri="{9D8B030D-6E8A-4147-A177-3AD203B41FA5}">
                      <a16:colId xmlns:a16="http://schemas.microsoft.com/office/drawing/2014/main" val="1974035653"/>
                    </a:ext>
                  </a:extLst>
                </a:gridCol>
                <a:gridCol w="2345635">
                  <a:extLst>
                    <a:ext uri="{9D8B030D-6E8A-4147-A177-3AD203B41FA5}">
                      <a16:colId xmlns:a16="http://schemas.microsoft.com/office/drawing/2014/main" val="1651430110"/>
                    </a:ext>
                  </a:extLst>
                </a:gridCol>
                <a:gridCol w="1258953">
                  <a:extLst>
                    <a:ext uri="{9D8B030D-6E8A-4147-A177-3AD203B41FA5}">
                      <a16:colId xmlns:a16="http://schemas.microsoft.com/office/drawing/2014/main" val="3356981729"/>
                    </a:ext>
                  </a:extLst>
                </a:gridCol>
              </a:tblGrid>
              <a:tr h="370840">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altLang="zh-CN" sz="1800" b="1" i="0" u="none" strike="noStrike" kern="1200" cap="none" spc="0" normalizeH="0" baseline="0" noProof="0" dirty="0">
                          <a:ln>
                            <a:noFill/>
                          </a:ln>
                          <a:solidFill>
                            <a:prstClr val="black"/>
                          </a:solidFill>
                          <a:effectLst/>
                          <a:uLnTx/>
                          <a:uFillTx/>
                          <a:latin typeface="Arial Narrow" panose="020B0606020202030204" pitchFamily="34" charset="0"/>
                          <a:ea typeface="+mn-ea"/>
                          <a:cs typeface="+mn-cs"/>
                        </a:rPr>
                        <a:t>2</a:t>
                      </a:r>
                      <a:r>
                        <a:rPr kumimoji="0" lang="zh-CN" altLang="en-US" sz="1800" b="1" i="0" u="none" strike="noStrike" kern="1200" cap="none" spc="0" normalizeH="0" baseline="0" noProof="0" dirty="0">
                          <a:ln>
                            <a:noFill/>
                          </a:ln>
                          <a:solidFill>
                            <a:prstClr val="black"/>
                          </a:solidFill>
                          <a:effectLst/>
                          <a:uLnTx/>
                          <a:uFillTx/>
                          <a:latin typeface="Arial Narrow" panose="020B0606020202030204" pitchFamily="34" charset="0"/>
                          <a:ea typeface="+mn-ea"/>
                          <a:cs typeface="+mn-cs"/>
                        </a:rPr>
                        <a:t>字节</a:t>
                      </a: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altLang="zh-CN" sz="1800" b="1" i="0" u="none" strike="noStrike" kern="1200" cap="none" spc="0" normalizeH="0" baseline="0" noProof="0" dirty="0">
                          <a:ln>
                            <a:noFill/>
                          </a:ln>
                          <a:solidFill>
                            <a:prstClr val="black"/>
                          </a:solidFill>
                          <a:effectLst/>
                          <a:uLnTx/>
                          <a:uFillTx/>
                          <a:latin typeface="Arial Narrow" panose="020B0606020202030204" pitchFamily="34" charset="0"/>
                          <a:ea typeface="+mn-ea"/>
                          <a:cs typeface="+mn-cs"/>
                        </a:rPr>
                        <a:t>2</a:t>
                      </a:r>
                      <a:r>
                        <a:rPr kumimoji="0" lang="zh-CN" altLang="en-US" sz="1800" b="1" i="0" u="none" strike="noStrike" kern="1200" cap="none" spc="0" normalizeH="0" baseline="0" noProof="0" dirty="0">
                          <a:ln>
                            <a:noFill/>
                          </a:ln>
                          <a:solidFill>
                            <a:prstClr val="black"/>
                          </a:solidFill>
                          <a:effectLst/>
                          <a:uLnTx/>
                          <a:uFillTx/>
                          <a:latin typeface="Arial Narrow" panose="020B0606020202030204" pitchFamily="34" charset="0"/>
                          <a:ea typeface="+mn-ea"/>
                          <a:cs typeface="+mn-cs"/>
                        </a:rPr>
                        <a:t>字节</a:t>
                      </a: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altLang="zh-CN" sz="1800" b="1" i="0" u="none" strike="noStrike" kern="1200" cap="none" spc="0" normalizeH="0" baseline="0" noProof="0" dirty="0">
                          <a:ln>
                            <a:noFill/>
                          </a:ln>
                          <a:solidFill>
                            <a:prstClr val="black"/>
                          </a:solidFill>
                          <a:effectLst/>
                          <a:uLnTx/>
                          <a:uFillTx/>
                          <a:latin typeface="Arial Narrow" panose="020B0606020202030204" pitchFamily="34" charset="0"/>
                          <a:ea typeface="+mn-ea"/>
                          <a:cs typeface="+mn-cs"/>
                        </a:rPr>
                        <a:t>6</a:t>
                      </a:r>
                      <a:r>
                        <a:rPr kumimoji="0" lang="zh-CN" altLang="en-US" sz="1800" b="1" i="0" u="none" strike="noStrike" kern="1200" cap="none" spc="0" normalizeH="0" baseline="0" noProof="0" dirty="0">
                          <a:ln>
                            <a:noFill/>
                          </a:ln>
                          <a:solidFill>
                            <a:prstClr val="black"/>
                          </a:solidFill>
                          <a:effectLst/>
                          <a:uLnTx/>
                          <a:uFillTx/>
                          <a:latin typeface="Arial Narrow" panose="020B0606020202030204" pitchFamily="34" charset="0"/>
                          <a:ea typeface="+mn-ea"/>
                          <a:cs typeface="+mn-cs"/>
                        </a:rPr>
                        <a:t>字节</a:t>
                      </a: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altLang="zh-CN" sz="1800" b="1" i="0" u="none" strike="noStrike" kern="1200" cap="none" spc="0" normalizeH="0" baseline="0" noProof="0" dirty="0">
                          <a:ln>
                            <a:noFill/>
                          </a:ln>
                          <a:solidFill>
                            <a:prstClr val="black"/>
                          </a:solidFill>
                          <a:effectLst/>
                          <a:uLnTx/>
                          <a:uFillTx/>
                          <a:latin typeface="Arial Narrow" panose="020B0606020202030204" pitchFamily="34" charset="0"/>
                          <a:ea typeface="+mn-ea"/>
                          <a:cs typeface="+mn-cs"/>
                        </a:rPr>
                        <a:t>6</a:t>
                      </a:r>
                      <a:r>
                        <a:rPr kumimoji="0" lang="zh-CN" altLang="en-US" sz="1800" b="1" i="0" u="none" strike="noStrike" kern="1200" cap="none" spc="0" normalizeH="0" baseline="0" noProof="0" dirty="0">
                          <a:ln>
                            <a:noFill/>
                          </a:ln>
                          <a:solidFill>
                            <a:prstClr val="black"/>
                          </a:solidFill>
                          <a:effectLst/>
                          <a:uLnTx/>
                          <a:uFillTx/>
                          <a:latin typeface="Arial Narrow" panose="020B0606020202030204" pitchFamily="34" charset="0"/>
                          <a:ea typeface="+mn-ea"/>
                          <a:cs typeface="+mn-cs"/>
                        </a:rPr>
                        <a:t>字节</a:t>
                      </a: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altLang="zh-CN" sz="1800" b="1" i="0" u="none" strike="noStrike" kern="1200" cap="none" spc="0" normalizeH="0" baseline="0" noProof="0" dirty="0">
                          <a:ln>
                            <a:noFill/>
                          </a:ln>
                          <a:solidFill>
                            <a:prstClr val="black"/>
                          </a:solidFill>
                          <a:effectLst/>
                          <a:uLnTx/>
                          <a:uFillTx/>
                          <a:latin typeface="Arial Narrow" panose="020B0606020202030204" pitchFamily="34" charset="0"/>
                          <a:ea typeface="+mn-ea"/>
                          <a:cs typeface="+mn-cs"/>
                        </a:rPr>
                        <a:t>6</a:t>
                      </a:r>
                      <a:r>
                        <a:rPr kumimoji="0" lang="zh-CN" altLang="en-US" sz="1800" b="1" i="0" u="none" strike="noStrike" kern="1200" cap="none" spc="0" normalizeH="0" baseline="0" noProof="0" dirty="0">
                          <a:ln>
                            <a:noFill/>
                          </a:ln>
                          <a:solidFill>
                            <a:prstClr val="black"/>
                          </a:solidFill>
                          <a:effectLst/>
                          <a:uLnTx/>
                          <a:uFillTx/>
                          <a:latin typeface="Arial Narrow" panose="020B0606020202030204" pitchFamily="34" charset="0"/>
                          <a:ea typeface="+mn-ea"/>
                          <a:cs typeface="+mn-cs"/>
                        </a:rPr>
                        <a:t>字节</a:t>
                      </a: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altLang="zh-CN" sz="1800" b="1" i="0" u="none" strike="noStrike" kern="1200" cap="none" spc="0" normalizeH="0" baseline="0" noProof="0" dirty="0">
                          <a:ln>
                            <a:noFill/>
                          </a:ln>
                          <a:solidFill>
                            <a:prstClr val="black"/>
                          </a:solidFill>
                          <a:effectLst/>
                          <a:uLnTx/>
                          <a:uFillTx/>
                          <a:latin typeface="Arial Narrow" panose="020B0606020202030204" pitchFamily="34" charset="0"/>
                          <a:ea typeface="+mn-ea"/>
                          <a:cs typeface="+mn-cs"/>
                        </a:rPr>
                        <a:t>2</a:t>
                      </a:r>
                      <a:r>
                        <a:rPr kumimoji="0" lang="zh-CN" altLang="en-US" sz="1800" b="1" i="0" u="none" strike="noStrike" kern="1200" cap="none" spc="0" normalizeH="0" baseline="0" noProof="0" dirty="0">
                          <a:ln>
                            <a:noFill/>
                          </a:ln>
                          <a:solidFill>
                            <a:prstClr val="black"/>
                          </a:solidFill>
                          <a:effectLst/>
                          <a:uLnTx/>
                          <a:uFillTx/>
                          <a:latin typeface="Arial Narrow" panose="020B0606020202030204" pitchFamily="34" charset="0"/>
                          <a:ea typeface="+mn-ea"/>
                          <a:cs typeface="+mn-cs"/>
                        </a:rPr>
                        <a:t>字节</a:t>
                      </a: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altLang="zh-CN" sz="1800" b="1" i="0" u="none" strike="noStrike" kern="1200" cap="none" spc="0" normalizeH="0" baseline="0" noProof="0" dirty="0">
                          <a:ln>
                            <a:noFill/>
                          </a:ln>
                          <a:solidFill>
                            <a:prstClr val="black"/>
                          </a:solidFill>
                          <a:effectLst/>
                          <a:uLnTx/>
                          <a:uFillTx/>
                          <a:latin typeface="Arial Narrow" panose="020B0606020202030204" pitchFamily="34" charset="0"/>
                          <a:ea typeface="+mn-ea"/>
                          <a:cs typeface="+mn-cs"/>
                        </a:rPr>
                        <a:t>6</a:t>
                      </a:r>
                      <a:r>
                        <a:rPr kumimoji="0" lang="zh-CN" altLang="en-US" sz="1800" b="1" i="0" u="none" strike="noStrike" kern="1200" cap="none" spc="0" normalizeH="0" baseline="0" noProof="0" dirty="0">
                          <a:ln>
                            <a:noFill/>
                          </a:ln>
                          <a:solidFill>
                            <a:prstClr val="black"/>
                          </a:solidFill>
                          <a:effectLst/>
                          <a:uLnTx/>
                          <a:uFillTx/>
                          <a:latin typeface="Arial Narrow" panose="020B0606020202030204" pitchFamily="34" charset="0"/>
                          <a:ea typeface="+mn-ea"/>
                          <a:cs typeface="+mn-cs"/>
                        </a:rPr>
                        <a:t>字节</a:t>
                      </a: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altLang="zh-CN" b="1" dirty="0">
                          <a:solidFill>
                            <a:schemeClr val="tx1"/>
                          </a:solidFill>
                          <a:latin typeface="Arial Narrow" panose="020B0606020202030204" pitchFamily="34" charset="0"/>
                          <a:ea typeface="+mn-ea"/>
                        </a:rPr>
                        <a:t>0</a:t>
                      </a:r>
                      <a:r>
                        <a:rPr lang="zh-CN" altLang="en-US" b="1" dirty="0">
                          <a:solidFill>
                            <a:schemeClr val="tx1"/>
                          </a:solidFill>
                          <a:latin typeface="Arial Narrow" panose="020B0606020202030204" pitchFamily="34" charset="0"/>
                          <a:ea typeface="+mn-ea"/>
                        </a:rPr>
                        <a:t>～</a:t>
                      </a:r>
                      <a:r>
                        <a:rPr lang="en-US" altLang="zh-CN" b="1" dirty="0">
                          <a:solidFill>
                            <a:schemeClr val="tx1"/>
                          </a:solidFill>
                          <a:latin typeface="Arial Narrow" panose="020B0606020202030204" pitchFamily="34" charset="0"/>
                          <a:ea typeface="+mn-ea"/>
                        </a:rPr>
                        <a:t>2312</a:t>
                      </a:r>
                      <a:r>
                        <a:rPr kumimoji="0" lang="zh-CN" altLang="en-US" sz="1800" b="1" i="0" u="none" strike="noStrike" kern="1200" cap="none" spc="0" normalizeH="0" baseline="0" noProof="0" dirty="0">
                          <a:ln>
                            <a:noFill/>
                          </a:ln>
                          <a:solidFill>
                            <a:prstClr val="black"/>
                          </a:solidFill>
                          <a:effectLst/>
                          <a:uLnTx/>
                          <a:uFillTx/>
                          <a:latin typeface="Arial Narrow" panose="020B0606020202030204" pitchFamily="34" charset="0"/>
                          <a:ea typeface="+mn-ea"/>
                          <a:cs typeface="+mn-cs"/>
                        </a:rPr>
                        <a:t>字节</a:t>
                      </a: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altLang="zh-CN" sz="1800" b="1" i="0" u="none" strike="noStrike" kern="1200" cap="none" spc="0" normalizeH="0" baseline="0" noProof="0" dirty="0">
                          <a:ln>
                            <a:noFill/>
                          </a:ln>
                          <a:solidFill>
                            <a:prstClr val="black"/>
                          </a:solidFill>
                          <a:effectLst/>
                          <a:uLnTx/>
                          <a:uFillTx/>
                          <a:latin typeface="Arial Narrow" panose="020B0606020202030204" pitchFamily="34" charset="0"/>
                          <a:ea typeface="+mn-ea"/>
                          <a:cs typeface="+mn-cs"/>
                        </a:rPr>
                        <a:t>4</a:t>
                      </a:r>
                      <a:r>
                        <a:rPr kumimoji="0" lang="zh-CN" altLang="en-US" sz="1800" b="1" i="0" u="none" strike="noStrike" kern="1200" cap="none" spc="0" normalizeH="0" baseline="0" noProof="0" dirty="0">
                          <a:ln>
                            <a:noFill/>
                          </a:ln>
                          <a:solidFill>
                            <a:prstClr val="black"/>
                          </a:solidFill>
                          <a:effectLst/>
                          <a:uLnTx/>
                          <a:uFillTx/>
                          <a:latin typeface="Arial Narrow" panose="020B0606020202030204" pitchFamily="34" charset="0"/>
                          <a:ea typeface="+mn-ea"/>
                          <a:cs typeface="+mn-cs"/>
                        </a:rPr>
                        <a:t>字节</a:t>
                      </a: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436464120"/>
                  </a:ext>
                </a:extLst>
              </a:tr>
              <a:tr h="370840">
                <a:tc>
                  <a:txBody>
                    <a:bodyPr/>
                    <a:lstStyle/>
                    <a:p>
                      <a:pPr marL="0" marR="0" lvl="0" indent="0" algn="ctr" defTabSz="914390" rtl="0" eaLnBrk="1" fontAlgn="auto" latinLnBrk="0" hangingPunct="1">
                        <a:lnSpc>
                          <a:spcPct val="100000"/>
                        </a:lnSpc>
                        <a:spcBef>
                          <a:spcPts val="0"/>
                        </a:spcBef>
                        <a:spcAft>
                          <a:spcPts val="0"/>
                        </a:spcAft>
                        <a:buClrTx/>
                        <a:buSzTx/>
                        <a:buFontTx/>
                        <a:buNone/>
                        <a:tabLst/>
                        <a:defRPr/>
                      </a:pPr>
                      <a:r>
                        <a:rPr lang="zh-CN" altLang="en-US" b="1" dirty="0">
                          <a:solidFill>
                            <a:schemeClr val="bg1"/>
                          </a:solidFill>
                          <a:latin typeface="Arial Narrow" panose="020B0606020202030204" pitchFamily="34" charset="0"/>
                          <a:ea typeface="+mn-ea"/>
                        </a:rPr>
                        <a:t>帧控制</a:t>
                      </a: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rgbClr val="00B0F0"/>
                    </a:solidFill>
                  </a:tcPr>
                </a:tc>
                <a:tc>
                  <a:txBody>
                    <a:bodyPr/>
                    <a:lstStyle/>
                    <a:p>
                      <a:pPr marL="0" marR="0" lvl="0" indent="0" algn="ctr" defTabSz="914390" rtl="0" eaLnBrk="1" fontAlgn="auto" latinLnBrk="0" hangingPunct="1">
                        <a:lnSpc>
                          <a:spcPct val="100000"/>
                        </a:lnSpc>
                        <a:spcBef>
                          <a:spcPts val="0"/>
                        </a:spcBef>
                        <a:spcAft>
                          <a:spcPts val="0"/>
                        </a:spcAft>
                        <a:buClrTx/>
                        <a:buSzTx/>
                        <a:buFontTx/>
                        <a:buNone/>
                        <a:tabLst/>
                        <a:defRPr/>
                      </a:pPr>
                      <a:r>
                        <a:rPr lang="zh-CN" altLang="en-US" b="1" dirty="0">
                          <a:solidFill>
                            <a:schemeClr val="bg1"/>
                          </a:solidFill>
                          <a:latin typeface="Arial Narrow" panose="020B0606020202030204" pitchFamily="34" charset="0"/>
                          <a:ea typeface="+mn-ea"/>
                        </a:rPr>
                        <a:t>持续期</a:t>
                      </a:r>
                      <a:endParaRPr lang="zh-CN" altLang="en-US" b="1" dirty="0">
                        <a:latin typeface="Arial Narrow" panose="020B0606020202030204" pitchFamily="34" charset="0"/>
                        <a:ea typeface="+mn-ea"/>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rgbClr val="00B0F0"/>
                    </a:solidFill>
                  </a:tcPr>
                </a:tc>
                <a:tc>
                  <a:txBody>
                    <a:bodyPr/>
                    <a:lstStyle/>
                    <a:p>
                      <a:pPr marL="0" marR="0" lvl="0" indent="0" algn="ctr" defTabSz="914390" rtl="0" eaLnBrk="1" fontAlgn="auto" latinLnBrk="0" hangingPunct="1">
                        <a:lnSpc>
                          <a:spcPct val="100000"/>
                        </a:lnSpc>
                        <a:spcBef>
                          <a:spcPts val="0"/>
                        </a:spcBef>
                        <a:spcAft>
                          <a:spcPts val="0"/>
                        </a:spcAft>
                        <a:buClrTx/>
                        <a:buSzTx/>
                        <a:buFontTx/>
                        <a:buNone/>
                        <a:tabLst/>
                        <a:defRPr/>
                      </a:pPr>
                      <a:r>
                        <a:rPr lang="zh-CN" altLang="en-US" b="1" dirty="0">
                          <a:solidFill>
                            <a:schemeClr val="bg1"/>
                          </a:solidFill>
                          <a:latin typeface="Arial Narrow" panose="020B0606020202030204" pitchFamily="34" charset="0"/>
                          <a:ea typeface="+mn-ea"/>
                        </a:rPr>
                        <a:t>地址</a:t>
                      </a:r>
                      <a:r>
                        <a:rPr lang="en-US" altLang="zh-CN" b="1" dirty="0">
                          <a:solidFill>
                            <a:schemeClr val="bg1"/>
                          </a:solidFill>
                          <a:latin typeface="Arial Narrow" panose="020B0606020202030204" pitchFamily="34" charset="0"/>
                          <a:ea typeface="+mn-ea"/>
                        </a:rPr>
                        <a:t>1</a:t>
                      </a:r>
                      <a:endParaRPr lang="zh-CN" altLang="en-US" b="1" dirty="0">
                        <a:latin typeface="Arial Narrow" panose="020B0606020202030204" pitchFamily="34" charset="0"/>
                        <a:ea typeface="+mn-ea"/>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rgbClr val="00B0F0"/>
                    </a:solidFill>
                  </a:tcPr>
                </a:tc>
                <a:tc>
                  <a:txBody>
                    <a:bodyPr/>
                    <a:lstStyle/>
                    <a:p>
                      <a:pPr marL="0" marR="0" lvl="0" indent="0" algn="ctr" defTabSz="914390" rtl="0" eaLnBrk="1" fontAlgn="auto" latinLnBrk="0" hangingPunct="1">
                        <a:lnSpc>
                          <a:spcPct val="100000"/>
                        </a:lnSpc>
                        <a:spcBef>
                          <a:spcPts val="0"/>
                        </a:spcBef>
                        <a:spcAft>
                          <a:spcPts val="0"/>
                        </a:spcAft>
                        <a:buClrTx/>
                        <a:buSzTx/>
                        <a:buFontTx/>
                        <a:buNone/>
                        <a:tabLst/>
                        <a:defRPr/>
                      </a:pPr>
                      <a:r>
                        <a:rPr lang="zh-CN" altLang="en-US" b="1" dirty="0">
                          <a:solidFill>
                            <a:schemeClr val="bg1"/>
                          </a:solidFill>
                          <a:latin typeface="Arial Narrow" panose="020B0606020202030204" pitchFamily="34" charset="0"/>
                          <a:ea typeface="+mn-ea"/>
                        </a:rPr>
                        <a:t>地址</a:t>
                      </a:r>
                      <a:r>
                        <a:rPr lang="en-US" altLang="zh-CN" b="1" dirty="0">
                          <a:solidFill>
                            <a:schemeClr val="bg1"/>
                          </a:solidFill>
                          <a:latin typeface="Arial Narrow" panose="020B0606020202030204" pitchFamily="34" charset="0"/>
                          <a:ea typeface="+mn-ea"/>
                        </a:rPr>
                        <a:t>2</a:t>
                      </a:r>
                      <a:endParaRPr lang="zh-CN" altLang="en-US" b="1" dirty="0">
                        <a:latin typeface="Arial Narrow" panose="020B0606020202030204" pitchFamily="34" charset="0"/>
                        <a:ea typeface="+mn-ea"/>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rgbClr val="00B0F0"/>
                    </a:solidFill>
                  </a:tcPr>
                </a:tc>
                <a:tc>
                  <a:txBody>
                    <a:bodyPr/>
                    <a:lstStyle/>
                    <a:p>
                      <a:pPr marL="0" marR="0" lvl="0" indent="0" algn="ctr" defTabSz="914390" rtl="0" eaLnBrk="1" fontAlgn="auto" latinLnBrk="0" hangingPunct="1">
                        <a:lnSpc>
                          <a:spcPct val="100000"/>
                        </a:lnSpc>
                        <a:spcBef>
                          <a:spcPts val="0"/>
                        </a:spcBef>
                        <a:spcAft>
                          <a:spcPts val="0"/>
                        </a:spcAft>
                        <a:buClrTx/>
                        <a:buSzTx/>
                        <a:buFontTx/>
                        <a:buNone/>
                        <a:tabLst/>
                        <a:defRPr/>
                      </a:pPr>
                      <a:r>
                        <a:rPr lang="zh-CN" altLang="en-US" b="1" dirty="0">
                          <a:solidFill>
                            <a:schemeClr val="bg1"/>
                          </a:solidFill>
                          <a:latin typeface="Arial Narrow" panose="020B0606020202030204" pitchFamily="34" charset="0"/>
                          <a:ea typeface="+mn-ea"/>
                        </a:rPr>
                        <a:t>地址</a:t>
                      </a:r>
                      <a:r>
                        <a:rPr lang="en-US" altLang="zh-CN" b="1" dirty="0">
                          <a:solidFill>
                            <a:schemeClr val="bg1"/>
                          </a:solidFill>
                          <a:latin typeface="Arial Narrow" panose="020B0606020202030204" pitchFamily="34" charset="0"/>
                          <a:ea typeface="+mn-ea"/>
                        </a:rPr>
                        <a:t>3</a:t>
                      </a:r>
                      <a:endParaRPr lang="zh-CN" altLang="en-US" b="1" dirty="0">
                        <a:latin typeface="Arial Narrow" panose="020B0606020202030204" pitchFamily="34" charset="0"/>
                        <a:ea typeface="+mn-ea"/>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rgbClr val="00B0F0"/>
                    </a:solidFill>
                  </a:tcPr>
                </a:tc>
                <a:tc>
                  <a:txBody>
                    <a:bodyPr/>
                    <a:lstStyle/>
                    <a:p>
                      <a:pPr algn="ctr"/>
                      <a:r>
                        <a:rPr lang="zh-CN" altLang="en-US" b="1" dirty="0">
                          <a:solidFill>
                            <a:schemeClr val="bg1"/>
                          </a:solidFill>
                          <a:latin typeface="Arial Narrow" panose="020B0606020202030204" pitchFamily="34" charset="0"/>
                          <a:ea typeface="+mn-ea"/>
                        </a:rPr>
                        <a:t>序号</a:t>
                      </a:r>
                      <a:endParaRPr lang="en-US" altLang="zh-CN" b="1" dirty="0">
                        <a:solidFill>
                          <a:schemeClr val="bg1"/>
                        </a:solidFill>
                        <a:latin typeface="Arial Narrow" panose="020B0606020202030204" pitchFamily="34" charset="0"/>
                        <a:ea typeface="+mn-ea"/>
                      </a:endParaRPr>
                    </a:p>
                    <a:p>
                      <a:pPr algn="ctr"/>
                      <a:r>
                        <a:rPr lang="zh-CN" altLang="en-US" b="1" dirty="0">
                          <a:solidFill>
                            <a:schemeClr val="bg1"/>
                          </a:solidFill>
                          <a:latin typeface="Arial Narrow" panose="020B0606020202030204" pitchFamily="34" charset="0"/>
                          <a:ea typeface="+mn-ea"/>
                        </a:rPr>
                        <a:t>控制</a:t>
                      </a:r>
                      <a:endParaRPr lang="zh-CN" altLang="en-US" b="1" dirty="0">
                        <a:latin typeface="Arial Narrow" panose="020B0606020202030204" pitchFamily="34" charset="0"/>
                        <a:ea typeface="+mn-ea"/>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rgbClr val="00B0F0"/>
                    </a:solidFill>
                  </a:tcPr>
                </a:tc>
                <a:tc>
                  <a:txBody>
                    <a:bodyPr/>
                    <a:lstStyle/>
                    <a:p>
                      <a:pPr marL="0" marR="0" lvl="0" indent="0" algn="ctr" defTabSz="914390" rtl="0" eaLnBrk="1" fontAlgn="auto" latinLnBrk="0" hangingPunct="1">
                        <a:lnSpc>
                          <a:spcPct val="100000"/>
                        </a:lnSpc>
                        <a:spcBef>
                          <a:spcPts val="0"/>
                        </a:spcBef>
                        <a:spcAft>
                          <a:spcPts val="0"/>
                        </a:spcAft>
                        <a:buClrTx/>
                        <a:buSzTx/>
                        <a:buFontTx/>
                        <a:buNone/>
                        <a:tabLst/>
                        <a:defRPr/>
                      </a:pPr>
                      <a:r>
                        <a:rPr lang="zh-CN" altLang="en-US" b="1" dirty="0">
                          <a:solidFill>
                            <a:schemeClr val="bg1"/>
                          </a:solidFill>
                          <a:latin typeface="Arial Narrow" panose="020B0606020202030204" pitchFamily="34" charset="0"/>
                          <a:ea typeface="+mn-ea"/>
                        </a:rPr>
                        <a:t>地址</a:t>
                      </a:r>
                      <a:r>
                        <a:rPr lang="en-US" altLang="zh-CN" b="1" dirty="0">
                          <a:solidFill>
                            <a:schemeClr val="bg1"/>
                          </a:solidFill>
                          <a:latin typeface="Arial Narrow" panose="020B0606020202030204" pitchFamily="34" charset="0"/>
                          <a:ea typeface="+mn-ea"/>
                        </a:rPr>
                        <a:t>4</a:t>
                      </a:r>
                      <a:endParaRPr lang="zh-CN" altLang="en-US" b="1" dirty="0">
                        <a:latin typeface="Arial Narrow" panose="020B0606020202030204" pitchFamily="34" charset="0"/>
                        <a:ea typeface="+mn-ea"/>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rgbClr val="00B0F0"/>
                    </a:solidFill>
                  </a:tcPr>
                </a:tc>
                <a:tc>
                  <a:txBody>
                    <a:bodyPr/>
                    <a:lstStyle/>
                    <a:p>
                      <a:pPr marL="0" marR="0" lvl="0" indent="0" algn="ctr" defTabSz="914390" rtl="0" eaLnBrk="1" fontAlgn="auto" latinLnBrk="0" hangingPunct="1">
                        <a:lnSpc>
                          <a:spcPct val="100000"/>
                        </a:lnSpc>
                        <a:spcBef>
                          <a:spcPts val="0"/>
                        </a:spcBef>
                        <a:spcAft>
                          <a:spcPts val="0"/>
                        </a:spcAft>
                        <a:buClrTx/>
                        <a:buSzTx/>
                        <a:buFontTx/>
                        <a:buNone/>
                        <a:tabLst/>
                        <a:defRPr/>
                      </a:pPr>
                      <a:r>
                        <a:rPr lang="zh-CN" altLang="en-US" b="1" dirty="0">
                          <a:solidFill>
                            <a:schemeClr val="bg1"/>
                          </a:solidFill>
                          <a:latin typeface="Arial Narrow" panose="020B0606020202030204" pitchFamily="34" charset="0"/>
                          <a:ea typeface="+mn-ea"/>
                        </a:rPr>
                        <a:t>数据载荷</a:t>
                      </a: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rgbClr val="00B050"/>
                    </a:solidFill>
                  </a:tcPr>
                </a:tc>
                <a:tc>
                  <a:txBody>
                    <a:bodyPr/>
                    <a:lstStyle/>
                    <a:p>
                      <a:pPr marL="0" marR="0" lvl="0" indent="0" algn="ctr" defTabSz="914390" rtl="0" eaLnBrk="1" fontAlgn="auto" latinLnBrk="0" hangingPunct="1">
                        <a:lnSpc>
                          <a:spcPct val="100000"/>
                        </a:lnSpc>
                        <a:spcBef>
                          <a:spcPts val="0"/>
                        </a:spcBef>
                        <a:spcAft>
                          <a:spcPts val="0"/>
                        </a:spcAft>
                        <a:buClrTx/>
                        <a:buSzTx/>
                        <a:buFontTx/>
                        <a:buNone/>
                        <a:tabLst/>
                        <a:defRPr/>
                      </a:pPr>
                      <a:r>
                        <a:rPr lang="en-US" altLang="zh-CN" b="1" dirty="0">
                          <a:solidFill>
                            <a:schemeClr val="bg1"/>
                          </a:solidFill>
                          <a:latin typeface="Arial Narrow" panose="020B0606020202030204" pitchFamily="34" charset="0"/>
                          <a:ea typeface="+mn-ea"/>
                        </a:rPr>
                        <a:t>FCS</a:t>
                      </a:r>
                      <a:endParaRPr lang="zh-CN" altLang="en-US" b="1" dirty="0">
                        <a:solidFill>
                          <a:schemeClr val="bg1"/>
                        </a:solidFill>
                        <a:latin typeface="Arial Narrow" panose="020B0606020202030204" pitchFamily="34" charset="0"/>
                        <a:ea typeface="+mn-ea"/>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rgbClr val="F38181"/>
                    </a:solidFill>
                  </a:tcPr>
                </a:tc>
                <a:extLst>
                  <a:ext uri="{0D108BD9-81ED-4DB2-BD59-A6C34878D82A}">
                    <a16:rowId xmlns:a16="http://schemas.microsoft.com/office/drawing/2014/main" val="1239924772"/>
                  </a:ext>
                </a:extLst>
              </a:tr>
            </a:tbl>
          </a:graphicData>
        </a:graphic>
      </p:graphicFrame>
      <p:sp>
        <p:nvSpPr>
          <p:cNvPr id="6" name="文本框 5">
            <a:extLst>
              <a:ext uri="{FF2B5EF4-FFF2-40B4-BE49-F238E27FC236}">
                <a16:creationId xmlns:a16="http://schemas.microsoft.com/office/drawing/2014/main" id="{00300E53-D674-4EB6-8732-F7D51A1E4D4E}"/>
              </a:ext>
            </a:extLst>
          </p:cNvPr>
          <p:cNvSpPr txBox="1"/>
          <p:nvPr/>
        </p:nvSpPr>
        <p:spPr>
          <a:xfrm>
            <a:off x="933106" y="1160483"/>
            <a:ext cx="3772422" cy="400110"/>
          </a:xfrm>
          <a:prstGeom prst="rect">
            <a:avLst/>
          </a:prstGeom>
          <a:noFill/>
        </p:spPr>
        <p:txBody>
          <a:bodyPr wrap="square" rtlCol="0">
            <a:spAutoFit/>
          </a:bodyPr>
          <a:lstStyle/>
          <a:p>
            <a:r>
              <a:rPr lang="en-US" altLang="zh-CN" sz="2000" b="1" dirty="0">
                <a:solidFill>
                  <a:schemeClr val="accent3">
                    <a:lumMod val="75000"/>
                  </a:schemeClr>
                </a:solidFill>
              </a:rPr>
              <a:t>802.11</a:t>
            </a:r>
            <a:r>
              <a:rPr lang="zh-CN" altLang="en-US" sz="2000" b="1" dirty="0">
                <a:solidFill>
                  <a:schemeClr val="accent3">
                    <a:lumMod val="75000"/>
                  </a:schemeClr>
                </a:solidFill>
              </a:rPr>
              <a:t>无线局域网的数据帧格式</a:t>
            </a:r>
          </a:p>
        </p:txBody>
      </p:sp>
      <p:grpSp>
        <p:nvGrpSpPr>
          <p:cNvPr id="10" name="组合 9">
            <a:extLst>
              <a:ext uri="{FF2B5EF4-FFF2-40B4-BE49-F238E27FC236}">
                <a16:creationId xmlns:a16="http://schemas.microsoft.com/office/drawing/2014/main" id="{68884846-B2F5-4704-BEF0-F8DA07F20049}"/>
              </a:ext>
            </a:extLst>
          </p:cNvPr>
          <p:cNvGrpSpPr/>
          <p:nvPr/>
        </p:nvGrpSpPr>
        <p:grpSpPr>
          <a:xfrm>
            <a:off x="8141735" y="1581867"/>
            <a:ext cx="2368825" cy="489168"/>
            <a:chOff x="8141735" y="1969217"/>
            <a:chExt cx="2368825" cy="489168"/>
          </a:xfrm>
        </p:grpSpPr>
        <p:grpSp>
          <p:nvGrpSpPr>
            <p:cNvPr id="9" name="组合 8">
              <a:extLst>
                <a:ext uri="{FF2B5EF4-FFF2-40B4-BE49-F238E27FC236}">
                  <a16:creationId xmlns:a16="http://schemas.microsoft.com/office/drawing/2014/main" id="{433ADD27-246C-471D-BEE6-2481DA39CE05}"/>
                </a:ext>
              </a:extLst>
            </p:cNvPr>
            <p:cNvGrpSpPr/>
            <p:nvPr/>
          </p:nvGrpSpPr>
          <p:grpSpPr>
            <a:xfrm>
              <a:off x="8141735" y="1969217"/>
              <a:ext cx="2368825" cy="489168"/>
              <a:chOff x="8141735" y="1969217"/>
              <a:chExt cx="2368825" cy="489168"/>
            </a:xfrm>
          </p:grpSpPr>
          <p:cxnSp>
            <p:nvCxnSpPr>
              <p:cNvPr id="26" name="直接连接符 25">
                <a:extLst>
                  <a:ext uri="{FF2B5EF4-FFF2-40B4-BE49-F238E27FC236}">
                    <a16:creationId xmlns:a16="http://schemas.microsoft.com/office/drawing/2014/main" id="{0320450B-106B-4AE8-BFAE-867EE8E34B09}"/>
                  </a:ext>
                </a:extLst>
              </p:cNvPr>
              <p:cNvCxnSpPr/>
              <p:nvPr/>
            </p:nvCxnSpPr>
            <p:spPr>
              <a:xfrm flipV="1">
                <a:off x="10500621" y="1991246"/>
                <a:ext cx="0" cy="467139"/>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9" name="直接箭头连接符 28">
                <a:extLst>
                  <a:ext uri="{FF2B5EF4-FFF2-40B4-BE49-F238E27FC236}">
                    <a16:creationId xmlns:a16="http://schemas.microsoft.com/office/drawing/2014/main" id="{296A9D28-06DD-4036-87E5-60E6D2E6F29D}"/>
                  </a:ext>
                </a:extLst>
              </p:cNvPr>
              <p:cNvCxnSpPr>
                <a:cxnSpLocks/>
              </p:cNvCxnSpPr>
              <p:nvPr/>
            </p:nvCxnSpPr>
            <p:spPr>
              <a:xfrm>
                <a:off x="8141735" y="2159077"/>
                <a:ext cx="2368825" cy="0"/>
              </a:xfrm>
              <a:prstGeom prst="straightConnector1">
                <a:avLst/>
              </a:prstGeom>
              <a:ln w="12700">
                <a:solidFill>
                  <a:schemeClr val="tx1"/>
                </a:solidFill>
                <a:headEnd type="triangle" w="lg" len="lg"/>
                <a:tailEnd type="triangle" w="lg" len="lg"/>
              </a:ln>
            </p:spPr>
            <p:style>
              <a:lnRef idx="1">
                <a:schemeClr val="accent1"/>
              </a:lnRef>
              <a:fillRef idx="0">
                <a:schemeClr val="accent1"/>
              </a:fillRef>
              <a:effectRef idx="0">
                <a:schemeClr val="accent1"/>
              </a:effectRef>
              <a:fontRef idx="minor">
                <a:schemeClr val="tx1"/>
              </a:fontRef>
            </p:style>
          </p:cxnSp>
          <p:sp>
            <p:nvSpPr>
              <p:cNvPr id="32" name="文本框 31">
                <a:extLst>
                  <a:ext uri="{FF2B5EF4-FFF2-40B4-BE49-F238E27FC236}">
                    <a16:creationId xmlns:a16="http://schemas.microsoft.com/office/drawing/2014/main" id="{C4C0732D-A1F1-4291-8FEB-1CA7A5B50B1C}"/>
                  </a:ext>
                </a:extLst>
              </p:cNvPr>
              <p:cNvSpPr txBox="1"/>
              <p:nvPr/>
            </p:nvSpPr>
            <p:spPr>
              <a:xfrm>
                <a:off x="8993044" y="1969217"/>
                <a:ext cx="666206" cy="369332"/>
              </a:xfrm>
              <a:prstGeom prst="rect">
                <a:avLst/>
              </a:prstGeom>
              <a:solidFill>
                <a:schemeClr val="bg1"/>
              </a:solidFill>
            </p:spPr>
            <p:txBody>
              <a:bodyPr wrap="square" rtlCol="0">
                <a:spAutoFit/>
              </a:bodyPr>
              <a:lstStyle/>
              <a:p>
                <a:pPr algn="ctr"/>
                <a:r>
                  <a:rPr lang="zh-CN" altLang="en-US" b="1" dirty="0">
                    <a:latin typeface="+mn-ea"/>
                  </a:rPr>
                  <a:t>数据</a:t>
                </a:r>
              </a:p>
            </p:txBody>
          </p:sp>
        </p:grpSp>
        <p:cxnSp>
          <p:nvCxnSpPr>
            <p:cNvPr id="41" name="直接连接符 40">
              <a:extLst>
                <a:ext uri="{FF2B5EF4-FFF2-40B4-BE49-F238E27FC236}">
                  <a16:creationId xmlns:a16="http://schemas.microsoft.com/office/drawing/2014/main" id="{D1268D15-2F34-434D-91FB-EFF6E0FF3F4D}"/>
                </a:ext>
              </a:extLst>
            </p:cNvPr>
            <p:cNvCxnSpPr/>
            <p:nvPr/>
          </p:nvCxnSpPr>
          <p:spPr>
            <a:xfrm flipV="1">
              <a:off x="8152156" y="1991245"/>
              <a:ext cx="0" cy="467139"/>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3" name="组合 12">
            <a:extLst>
              <a:ext uri="{FF2B5EF4-FFF2-40B4-BE49-F238E27FC236}">
                <a16:creationId xmlns:a16="http://schemas.microsoft.com/office/drawing/2014/main" id="{197A39FD-BEC4-4A02-B207-F1448072D1C4}"/>
              </a:ext>
            </a:extLst>
          </p:cNvPr>
          <p:cNvGrpSpPr/>
          <p:nvPr/>
        </p:nvGrpSpPr>
        <p:grpSpPr>
          <a:xfrm>
            <a:off x="10504210" y="1581867"/>
            <a:ext cx="1257022" cy="500241"/>
            <a:chOff x="10504210" y="1969217"/>
            <a:chExt cx="1257022" cy="500241"/>
          </a:xfrm>
        </p:grpSpPr>
        <p:cxnSp>
          <p:nvCxnSpPr>
            <p:cNvPr id="27" name="直接连接符 26">
              <a:extLst>
                <a:ext uri="{FF2B5EF4-FFF2-40B4-BE49-F238E27FC236}">
                  <a16:creationId xmlns:a16="http://schemas.microsoft.com/office/drawing/2014/main" id="{8BBF4108-1BD2-408F-80D9-ED61891098CD}"/>
                </a:ext>
              </a:extLst>
            </p:cNvPr>
            <p:cNvCxnSpPr/>
            <p:nvPr/>
          </p:nvCxnSpPr>
          <p:spPr>
            <a:xfrm flipV="1">
              <a:off x="11761232" y="1991246"/>
              <a:ext cx="0" cy="467139"/>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0" name="直接箭头连接符 29">
              <a:extLst>
                <a:ext uri="{FF2B5EF4-FFF2-40B4-BE49-F238E27FC236}">
                  <a16:creationId xmlns:a16="http://schemas.microsoft.com/office/drawing/2014/main" id="{AEE217B9-AE76-47E8-B744-667B709763A4}"/>
                </a:ext>
              </a:extLst>
            </p:cNvPr>
            <p:cNvCxnSpPr>
              <a:cxnSpLocks/>
            </p:cNvCxnSpPr>
            <p:nvPr/>
          </p:nvCxnSpPr>
          <p:spPr>
            <a:xfrm>
              <a:off x="10510560" y="2159077"/>
              <a:ext cx="1250672" cy="0"/>
            </a:xfrm>
            <a:prstGeom prst="straightConnector1">
              <a:avLst/>
            </a:prstGeom>
            <a:ln w="12700">
              <a:solidFill>
                <a:schemeClr val="tx1"/>
              </a:solidFill>
              <a:headEnd type="triangle" w="lg" len="lg"/>
              <a:tailEnd type="triangle" w="lg" len="lg"/>
            </a:ln>
          </p:spPr>
          <p:style>
            <a:lnRef idx="1">
              <a:schemeClr val="accent1"/>
            </a:lnRef>
            <a:fillRef idx="0">
              <a:schemeClr val="accent1"/>
            </a:fillRef>
            <a:effectRef idx="0">
              <a:schemeClr val="accent1"/>
            </a:effectRef>
            <a:fontRef idx="minor">
              <a:schemeClr val="tx1"/>
            </a:fontRef>
          </p:style>
        </p:cxnSp>
        <p:sp>
          <p:nvSpPr>
            <p:cNvPr id="33" name="文本框 32">
              <a:extLst>
                <a:ext uri="{FF2B5EF4-FFF2-40B4-BE49-F238E27FC236}">
                  <a16:creationId xmlns:a16="http://schemas.microsoft.com/office/drawing/2014/main" id="{A19752B0-AD16-4259-BE78-F50CC620D31A}"/>
                </a:ext>
              </a:extLst>
            </p:cNvPr>
            <p:cNvSpPr txBox="1"/>
            <p:nvPr/>
          </p:nvSpPr>
          <p:spPr>
            <a:xfrm>
              <a:off x="10802793" y="1969217"/>
              <a:ext cx="666206" cy="369332"/>
            </a:xfrm>
            <a:prstGeom prst="rect">
              <a:avLst/>
            </a:prstGeom>
            <a:solidFill>
              <a:schemeClr val="bg1"/>
            </a:solidFill>
          </p:spPr>
          <p:txBody>
            <a:bodyPr wrap="square" rtlCol="0">
              <a:spAutoFit/>
            </a:bodyPr>
            <a:lstStyle/>
            <a:p>
              <a:pPr algn="ctr"/>
              <a:r>
                <a:rPr lang="zh-CN" altLang="en-US" b="1" dirty="0">
                  <a:latin typeface="+mn-ea"/>
                </a:rPr>
                <a:t>帧尾</a:t>
              </a:r>
            </a:p>
          </p:txBody>
        </p:sp>
        <p:cxnSp>
          <p:nvCxnSpPr>
            <p:cNvPr id="43" name="直接连接符 42">
              <a:extLst>
                <a:ext uri="{FF2B5EF4-FFF2-40B4-BE49-F238E27FC236}">
                  <a16:creationId xmlns:a16="http://schemas.microsoft.com/office/drawing/2014/main" id="{3DACA377-8FFB-4E7B-9FC0-CB508C52232F}"/>
                </a:ext>
              </a:extLst>
            </p:cNvPr>
            <p:cNvCxnSpPr/>
            <p:nvPr/>
          </p:nvCxnSpPr>
          <p:spPr>
            <a:xfrm flipV="1">
              <a:off x="10504210" y="2002319"/>
              <a:ext cx="0" cy="467139"/>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22" name="矩形 21">
            <a:extLst>
              <a:ext uri="{FF2B5EF4-FFF2-40B4-BE49-F238E27FC236}">
                <a16:creationId xmlns:a16="http://schemas.microsoft.com/office/drawing/2014/main" id="{462F750E-8002-413F-B4E1-FC7A0EB02D1E}"/>
              </a:ext>
            </a:extLst>
          </p:cNvPr>
          <p:cNvSpPr/>
          <p:nvPr/>
        </p:nvSpPr>
        <p:spPr>
          <a:xfrm>
            <a:off x="2247899" y="3448421"/>
            <a:ext cx="5893835" cy="874024"/>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nSpc>
                <a:spcPct val="150000"/>
              </a:lnSpc>
            </a:pPr>
            <a:r>
              <a:rPr lang="zh-CN" altLang="en-US" b="1" dirty="0">
                <a:latin typeface="Arial Narrow" panose="020B0606020202030204" pitchFamily="34" charset="0"/>
              </a:rPr>
              <a:t>取决于帧控制字段中的“去往</a:t>
            </a:r>
            <a:r>
              <a:rPr lang="en-US" altLang="zh-CN" b="1" dirty="0">
                <a:latin typeface="Arial Narrow" panose="020B0606020202030204" pitchFamily="34" charset="0"/>
              </a:rPr>
              <a:t>DS</a:t>
            </a:r>
            <a:r>
              <a:rPr lang="zh-CN" altLang="en-US" b="1" dirty="0">
                <a:latin typeface="Arial Narrow" panose="020B0606020202030204" pitchFamily="34" charset="0"/>
              </a:rPr>
              <a:t>”（到分配系统）和“来自</a:t>
            </a:r>
            <a:r>
              <a:rPr lang="en-US" altLang="zh-CN" b="1" dirty="0">
                <a:latin typeface="Arial Narrow" panose="020B0606020202030204" pitchFamily="34" charset="0"/>
              </a:rPr>
              <a:t>DS</a:t>
            </a:r>
            <a:r>
              <a:rPr lang="zh-CN" altLang="en-US" b="1" dirty="0">
                <a:latin typeface="Arial Narrow" panose="020B0606020202030204" pitchFamily="34" charset="0"/>
              </a:rPr>
              <a:t>”（分配系统）这两个字段的值。</a:t>
            </a:r>
          </a:p>
        </p:txBody>
      </p:sp>
      <p:grpSp>
        <p:nvGrpSpPr>
          <p:cNvPr id="53" name="组合 52">
            <a:extLst>
              <a:ext uri="{FF2B5EF4-FFF2-40B4-BE49-F238E27FC236}">
                <a16:creationId xmlns:a16="http://schemas.microsoft.com/office/drawing/2014/main" id="{275F183B-1733-42BC-9C15-46CA4F89D5E7}"/>
              </a:ext>
            </a:extLst>
          </p:cNvPr>
          <p:cNvGrpSpPr/>
          <p:nvPr/>
        </p:nvGrpSpPr>
        <p:grpSpPr>
          <a:xfrm>
            <a:off x="2838450" y="3093028"/>
            <a:ext cx="4660900" cy="355393"/>
            <a:chOff x="2838450" y="3093028"/>
            <a:chExt cx="4660900" cy="355393"/>
          </a:xfrm>
        </p:grpSpPr>
        <p:cxnSp>
          <p:nvCxnSpPr>
            <p:cNvPr id="44" name="直接箭头连接符 43">
              <a:extLst>
                <a:ext uri="{FF2B5EF4-FFF2-40B4-BE49-F238E27FC236}">
                  <a16:creationId xmlns:a16="http://schemas.microsoft.com/office/drawing/2014/main" id="{E0B882F0-EE35-4E87-98D6-8E81CFDEF30F}"/>
                </a:ext>
              </a:extLst>
            </p:cNvPr>
            <p:cNvCxnSpPr/>
            <p:nvPr/>
          </p:nvCxnSpPr>
          <p:spPr>
            <a:xfrm>
              <a:off x="2838450" y="3093028"/>
              <a:ext cx="0" cy="355393"/>
            </a:xfrm>
            <a:prstGeom prst="straightConnector1">
              <a:avLst/>
            </a:prstGeom>
            <a:ln w="12700">
              <a:solidFill>
                <a:schemeClr val="tx1"/>
              </a:solidFill>
              <a:tailEnd type="triangle"/>
            </a:ln>
          </p:spPr>
          <p:style>
            <a:lnRef idx="1">
              <a:schemeClr val="accent1"/>
            </a:lnRef>
            <a:fillRef idx="0">
              <a:schemeClr val="accent1"/>
            </a:fillRef>
            <a:effectRef idx="0">
              <a:schemeClr val="accent1"/>
            </a:effectRef>
            <a:fontRef idx="minor">
              <a:schemeClr val="tx1"/>
            </a:fontRef>
          </p:style>
        </p:cxnSp>
        <p:cxnSp>
          <p:nvCxnSpPr>
            <p:cNvPr id="45" name="直接箭头连接符 44">
              <a:extLst>
                <a:ext uri="{FF2B5EF4-FFF2-40B4-BE49-F238E27FC236}">
                  <a16:creationId xmlns:a16="http://schemas.microsoft.com/office/drawing/2014/main" id="{D8FBC6E4-AF92-49E6-94DB-531839640436}"/>
                </a:ext>
              </a:extLst>
            </p:cNvPr>
            <p:cNvCxnSpPr/>
            <p:nvPr/>
          </p:nvCxnSpPr>
          <p:spPr>
            <a:xfrm>
              <a:off x="4159250" y="3093028"/>
              <a:ext cx="0" cy="355393"/>
            </a:xfrm>
            <a:prstGeom prst="straightConnector1">
              <a:avLst/>
            </a:prstGeom>
            <a:ln w="12700">
              <a:solidFill>
                <a:schemeClr val="tx1"/>
              </a:solidFill>
              <a:tailEnd type="triangle"/>
            </a:ln>
          </p:spPr>
          <p:style>
            <a:lnRef idx="1">
              <a:schemeClr val="accent1"/>
            </a:lnRef>
            <a:fillRef idx="0">
              <a:schemeClr val="accent1"/>
            </a:fillRef>
            <a:effectRef idx="0">
              <a:schemeClr val="accent1"/>
            </a:effectRef>
            <a:fontRef idx="minor">
              <a:schemeClr val="tx1"/>
            </a:fontRef>
          </p:style>
        </p:cxnSp>
        <p:cxnSp>
          <p:nvCxnSpPr>
            <p:cNvPr id="46" name="直接箭头连接符 45">
              <a:extLst>
                <a:ext uri="{FF2B5EF4-FFF2-40B4-BE49-F238E27FC236}">
                  <a16:creationId xmlns:a16="http://schemas.microsoft.com/office/drawing/2014/main" id="{39D6E006-2494-4192-8A35-5D8564297D33}"/>
                </a:ext>
              </a:extLst>
            </p:cNvPr>
            <p:cNvCxnSpPr/>
            <p:nvPr/>
          </p:nvCxnSpPr>
          <p:spPr>
            <a:xfrm>
              <a:off x="5454650" y="3093028"/>
              <a:ext cx="0" cy="355393"/>
            </a:xfrm>
            <a:prstGeom prst="straightConnector1">
              <a:avLst/>
            </a:prstGeom>
            <a:ln w="12700">
              <a:solidFill>
                <a:schemeClr val="tx1"/>
              </a:solidFill>
              <a:tailEnd type="triangle"/>
            </a:ln>
          </p:spPr>
          <p:style>
            <a:lnRef idx="1">
              <a:schemeClr val="accent1"/>
            </a:lnRef>
            <a:fillRef idx="0">
              <a:schemeClr val="accent1"/>
            </a:fillRef>
            <a:effectRef idx="0">
              <a:schemeClr val="accent1"/>
            </a:effectRef>
            <a:fontRef idx="minor">
              <a:schemeClr val="tx1"/>
            </a:fontRef>
          </p:style>
        </p:cxnSp>
        <p:cxnSp>
          <p:nvCxnSpPr>
            <p:cNvPr id="47" name="直接箭头连接符 46">
              <a:extLst>
                <a:ext uri="{FF2B5EF4-FFF2-40B4-BE49-F238E27FC236}">
                  <a16:creationId xmlns:a16="http://schemas.microsoft.com/office/drawing/2014/main" id="{94824458-95A5-459C-A28A-AB74EAF62ADF}"/>
                </a:ext>
              </a:extLst>
            </p:cNvPr>
            <p:cNvCxnSpPr/>
            <p:nvPr/>
          </p:nvCxnSpPr>
          <p:spPr>
            <a:xfrm>
              <a:off x="7499350" y="3093028"/>
              <a:ext cx="0" cy="355393"/>
            </a:xfrm>
            <a:prstGeom prst="straightConnector1">
              <a:avLst/>
            </a:prstGeom>
            <a:ln w="12700">
              <a:solidFill>
                <a:schemeClr val="tx1"/>
              </a:solidFill>
              <a:tailEnd type="triangle"/>
            </a:ln>
          </p:spPr>
          <p:style>
            <a:lnRef idx="1">
              <a:schemeClr val="accent1"/>
            </a:lnRef>
            <a:fillRef idx="0">
              <a:schemeClr val="accent1"/>
            </a:fillRef>
            <a:effectRef idx="0">
              <a:schemeClr val="accent1"/>
            </a:effectRef>
            <a:fontRef idx="minor">
              <a:schemeClr val="tx1"/>
            </a:fontRef>
          </p:style>
        </p:cxnSp>
      </p:grpSp>
      <p:cxnSp>
        <p:nvCxnSpPr>
          <p:cNvPr id="52" name="连接符: 肘形 51">
            <a:extLst>
              <a:ext uri="{FF2B5EF4-FFF2-40B4-BE49-F238E27FC236}">
                <a16:creationId xmlns:a16="http://schemas.microsoft.com/office/drawing/2014/main" id="{49C2E947-91B6-429B-BBF7-B1F9DFD97B9D}"/>
              </a:ext>
            </a:extLst>
          </p:cNvPr>
          <p:cNvCxnSpPr>
            <a:cxnSpLocks/>
            <a:stCxn id="22" idx="1"/>
          </p:cNvCxnSpPr>
          <p:nvPr/>
        </p:nvCxnSpPr>
        <p:spPr>
          <a:xfrm rot="10800000">
            <a:off x="895351" y="3093029"/>
            <a:ext cx="1352549" cy="792405"/>
          </a:xfrm>
          <a:prstGeom prst="bentConnector2">
            <a:avLst/>
          </a:prstGeom>
          <a:ln w="12700">
            <a:solidFill>
              <a:schemeClr val="tx1"/>
            </a:solidFill>
            <a:tailEnd type="triangle"/>
          </a:ln>
        </p:spPr>
        <p:style>
          <a:lnRef idx="1">
            <a:schemeClr val="accent1"/>
          </a:lnRef>
          <a:fillRef idx="0">
            <a:schemeClr val="accent1"/>
          </a:fillRef>
          <a:effectRef idx="0">
            <a:schemeClr val="accent1"/>
          </a:effectRef>
          <a:fontRef idx="minor">
            <a:schemeClr val="tx1"/>
          </a:fontRef>
        </p:style>
      </p:cxnSp>
      <p:sp>
        <p:nvSpPr>
          <p:cNvPr id="35" name="平行四边形 34">
            <a:extLst>
              <a:ext uri="{FF2B5EF4-FFF2-40B4-BE49-F238E27FC236}">
                <a16:creationId xmlns:a16="http://schemas.microsoft.com/office/drawing/2014/main" id="{9D5EF515-9CD1-0466-3E45-AAFFEB7F4F40}"/>
              </a:ext>
            </a:extLst>
          </p:cNvPr>
          <p:cNvSpPr/>
          <p:nvPr/>
        </p:nvSpPr>
        <p:spPr>
          <a:xfrm>
            <a:off x="304800" y="749300"/>
            <a:ext cx="723900" cy="387090"/>
          </a:xfrm>
          <a:prstGeom prst="parallelogram">
            <a:avLst/>
          </a:prstGeom>
          <a:solidFill>
            <a:schemeClr val="accent3">
              <a:lumMod val="75000"/>
            </a:schemeClr>
          </a:solidFill>
          <a:ln>
            <a:solidFill>
              <a:schemeClr val="accent3">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CN" sz="2200" dirty="0">
                <a:latin typeface="Impact" panose="020B0806030902050204" pitchFamily="34" charset="0"/>
              </a:rPr>
              <a:t>05</a:t>
            </a:r>
            <a:endParaRPr lang="zh-CN" altLang="en-US" sz="2200" dirty="0">
              <a:latin typeface="Impact" panose="020B0806030902050204" pitchFamily="34" charset="0"/>
            </a:endParaRPr>
          </a:p>
        </p:txBody>
      </p:sp>
    </p:spTree>
    <p:custDataLst>
      <p:tags r:id="rId1"/>
    </p:custDataLst>
    <p:extLst>
      <p:ext uri="{BB962C8B-B14F-4D97-AF65-F5344CB8AC3E}">
        <p14:creationId xmlns:p14="http://schemas.microsoft.com/office/powerpoint/2010/main" val="3743952778"/>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2" presetClass="entr" presetSubtype="1" fill="hold" nodeType="withEffect">
                                  <p:stCondLst>
                                    <p:cond delay="0"/>
                                  </p:stCondLst>
                                  <p:childTnLst>
                                    <p:set>
                                      <p:cBhvr>
                                        <p:cTn id="6" dur="1" fill="hold">
                                          <p:stCondLst>
                                            <p:cond delay="0"/>
                                          </p:stCondLst>
                                        </p:cTn>
                                        <p:tgtEl>
                                          <p:spTgt spid="53"/>
                                        </p:tgtEl>
                                        <p:attrNameLst>
                                          <p:attrName>style.visibility</p:attrName>
                                        </p:attrNameLst>
                                      </p:cBhvr>
                                      <p:to>
                                        <p:strVal val="visible"/>
                                      </p:to>
                                    </p:set>
                                    <p:animEffect transition="in" filter="wipe(up)">
                                      <p:cBhvr>
                                        <p:cTn id="7" dur="500"/>
                                        <p:tgtEl>
                                          <p:spTgt spid="53"/>
                                        </p:tgtEl>
                                      </p:cBhvr>
                                    </p:animEffect>
                                  </p:childTnLst>
                                </p:cTn>
                              </p:par>
                            </p:childTnLst>
                          </p:cTn>
                        </p:par>
                        <p:par>
                          <p:cTn id="8" fill="hold">
                            <p:stCondLst>
                              <p:cond delay="500"/>
                            </p:stCondLst>
                            <p:childTnLst>
                              <p:par>
                                <p:cTn id="9" presetID="22" presetClass="entr" presetSubtype="1" fill="hold" grpId="0" nodeType="afterEffect">
                                  <p:stCondLst>
                                    <p:cond delay="0"/>
                                  </p:stCondLst>
                                  <p:childTnLst>
                                    <p:set>
                                      <p:cBhvr>
                                        <p:cTn id="10" dur="1" fill="hold">
                                          <p:stCondLst>
                                            <p:cond delay="0"/>
                                          </p:stCondLst>
                                        </p:cTn>
                                        <p:tgtEl>
                                          <p:spTgt spid="22"/>
                                        </p:tgtEl>
                                        <p:attrNameLst>
                                          <p:attrName>style.visibility</p:attrName>
                                        </p:attrNameLst>
                                      </p:cBhvr>
                                      <p:to>
                                        <p:strVal val="visible"/>
                                      </p:to>
                                    </p:set>
                                    <p:animEffect transition="in" filter="wipe(up)">
                                      <p:cBhvr>
                                        <p:cTn id="11" dur="500"/>
                                        <p:tgtEl>
                                          <p:spTgt spid="22"/>
                                        </p:tgtEl>
                                      </p:cBhvr>
                                    </p:animEffect>
                                  </p:childTnLst>
                                </p:cTn>
                              </p:par>
                            </p:childTnLst>
                          </p:cTn>
                        </p:par>
                        <p:par>
                          <p:cTn id="12" fill="hold">
                            <p:stCondLst>
                              <p:cond delay="1000"/>
                            </p:stCondLst>
                            <p:childTnLst>
                              <p:par>
                                <p:cTn id="13" presetID="22" presetClass="entr" presetSubtype="2" fill="hold" nodeType="afterEffect">
                                  <p:stCondLst>
                                    <p:cond delay="0"/>
                                  </p:stCondLst>
                                  <p:childTnLst>
                                    <p:set>
                                      <p:cBhvr>
                                        <p:cTn id="14" dur="1" fill="hold">
                                          <p:stCondLst>
                                            <p:cond delay="0"/>
                                          </p:stCondLst>
                                        </p:cTn>
                                        <p:tgtEl>
                                          <p:spTgt spid="52"/>
                                        </p:tgtEl>
                                        <p:attrNameLst>
                                          <p:attrName>style.visibility</p:attrName>
                                        </p:attrNameLst>
                                      </p:cBhvr>
                                      <p:to>
                                        <p:strVal val="visible"/>
                                      </p:to>
                                    </p:set>
                                    <p:animEffect transition="in" filter="wipe(right)">
                                      <p:cBhvr>
                                        <p:cTn id="15" dur="500"/>
                                        <p:tgtEl>
                                          <p:spTgt spid="52"/>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2" grpId="0" animBg="1"/>
    </p:bldLst>
  </p:timing>
</p:sld>
</file>

<file path=ppt/slides/slide57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4" name="组合 3">
            <a:extLst>
              <a:ext uri="{FF2B5EF4-FFF2-40B4-BE49-F238E27FC236}">
                <a16:creationId xmlns:a16="http://schemas.microsoft.com/office/drawing/2014/main" id="{9A1EA9F2-FCB6-48C3-935F-7AE7E3AD14AC}"/>
              </a:ext>
            </a:extLst>
          </p:cNvPr>
          <p:cNvGrpSpPr/>
          <p:nvPr/>
        </p:nvGrpSpPr>
        <p:grpSpPr>
          <a:xfrm>
            <a:off x="304800" y="749300"/>
            <a:ext cx="5791200" cy="400110"/>
            <a:chOff x="424117" y="898245"/>
            <a:chExt cx="5791200" cy="400110"/>
          </a:xfrm>
        </p:grpSpPr>
        <p:sp>
          <p:nvSpPr>
            <p:cNvPr id="2" name="平行四边形 1">
              <a:extLst>
                <a:ext uri="{FF2B5EF4-FFF2-40B4-BE49-F238E27FC236}">
                  <a16:creationId xmlns:a16="http://schemas.microsoft.com/office/drawing/2014/main" id="{1F5BAA3F-9845-4F89-A2DD-8222D3E4EDAC}"/>
                </a:ext>
              </a:extLst>
            </p:cNvPr>
            <p:cNvSpPr/>
            <p:nvPr/>
          </p:nvSpPr>
          <p:spPr>
            <a:xfrm>
              <a:off x="424117" y="898245"/>
              <a:ext cx="628306" cy="387090"/>
            </a:xfrm>
            <a:prstGeom prst="parallelogram">
              <a:avLst/>
            </a:prstGeom>
            <a:solidFill>
              <a:schemeClr val="accent3">
                <a:lumMod val="75000"/>
              </a:schemeClr>
            </a:solidFill>
            <a:ln>
              <a:solidFill>
                <a:schemeClr val="accent3">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CN" sz="2200" dirty="0">
                  <a:latin typeface="Impact" panose="020B0806030902050204" pitchFamily="34" charset="0"/>
                </a:rPr>
                <a:t>01</a:t>
              </a:r>
              <a:endParaRPr lang="zh-CN" altLang="en-US" sz="2200" dirty="0">
                <a:latin typeface="Impact" panose="020B0806030902050204" pitchFamily="34" charset="0"/>
              </a:endParaRPr>
            </a:p>
          </p:txBody>
        </p:sp>
        <p:sp>
          <p:nvSpPr>
            <p:cNvPr id="3" name="文本框 2">
              <a:extLst>
                <a:ext uri="{FF2B5EF4-FFF2-40B4-BE49-F238E27FC236}">
                  <a16:creationId xmlns:a16="http://schemas.microsoft.com/office/drawing/2014/main" id="{4D6BD736-A4D3-4F26-AFED-36E11F50F70B}"/>
                </a:ext>
              </a:extLst>
            </p:cNvPr>
            <p:cNvSpPr txBox="1"/>
            <p:nvPr/>
          </p:nvSpPr>
          <p:spPr>
            <a:xfrm>
              <a:off x="1052423" y="898245"/>
              <a:ext cx="5162894" cy="400110"/>
            </a:xfrm>
            <a:prstGeom prst="rect">
              <a:avLst/>
            </a:prstGeom>
            <a:noFill/>
          </p:spPr>
          <p:txBody>
            <a:bodyPr wrap="square" rtlCol="0">
              <a:spAutoFit/>
            </a:bodyPr>
            <a:lstStyle/>
            <a:p>
              <a:r>
                <a:rPr lang="en-US" altLang="zh-CN" sz="2000" b="1" dirty="0">
                  <a:solidFill>
                    <a:schemeClr val="tx1"/>
                  </a:solidFill>
                  <a:latin typeface="Arial Narrow" panose="020B0606020202030204" pitchFamily="34" charset="0"/>
                </a:rPr>
                <a:t>802.11</a:t>
              </a:r>
              <a:r>
                <a:rPr lang="zh-CN" altLang="en-US" sz="2000" b="1" dirty="0">
                  <a:solidFill>
                    <a:schemeClr val="tx1"/>
                  </a:solidFill>
                  <a:latin typeface="Arial Narrow" panose="020B0606020202030204" pitchFamily="34" charset="0"/>
                </a:rPr>
                <a:t>无线局域网的</a:t>
              </a:r>
              <a:r>
                <a:rPr lang="en-US" altLang="zh-CN" sz="2000" b="1" dirty="0">
                  <a:solidFill>
                    <a:schemeClr val="tx1"/>
                  </a:solidFill>
                  <a:latin typeface="Arial Narrow" panose="020B0606020202030204" pitchFamily="34" charset="0"/>
                </a:rPr>
                <a:t>MAC</a:t>
              </a:r>
              <a:r>
                <a:rPr lang="zh-CN" altLang="en-US" sz="2000" b="1" dirty="0">
                  <a:solidFill>
                    <a:schemeClr val="tx1"/>
                  </a:solidFill>
                  <a:latin typeface="Arial Narrow" panose="020B0606020202030204" pitchFamily="34" charset="0"/>
                </a:rPr>
                <a:t>帧</a:t>
              </a:r>
              <a:endParaRPr lang="en-US" altLang="zh-CN" sz="2000" b="1" dirty="0">
                <a:solidFill>
                  <a:schemeClr val="tx1"/>
                </a:solidFill>
                <a:latin typeface="Arial Narrow" panose="020B0606020202030204" pitchFamily="34" charset="0"/>
              </a:endParaRPr>
            </a:p>
          </p:txBody>
        </p:sp>
      </p:grpSp>
      <p:grpSp>
        <p:nvGrpSpPr>
          <p:cNvPr id="8" name="组合 7">
            <a:extLst>
              <a:ext uri="{FF2B5EF4-FFF2-40B4-BE49-F238E27FC236}">
                <a16:creationId xmlns:a16="http://schemas.microsoft.com/office/drawing/2014/main" id="{B64ABECE-DE5B-42BB-A4DE-C6E7D0E1013D}"/>
              </a:ext>
            </a:extLst>
          </p:cNvPr>
          <p:cNvGrpSpPr/>
          <p:nvPr/>
        </p:nvGrpSpPr>
        <p:grpSpPr>
          <a:xfrm>
            <a:off x="465423" y="1581867"/>
            <a:ext cx="7686251" cy="489168"/>
            <a:chOff x="465423" y="1969217"/>
            <a:chExt cx="7686251" cy="489168"/>
          </a:xfrm>
        </p:grpSpPr>
        <p:cxnSp>
          <p:nvCxnSpPr>
            <p:cNvPr id="24" name="直接连接符 23">
              <a:extLst>
                <a:ext uri="{FF2B5EF4-FFF2-40B4-BE49-F238E27FC236}">
                  <a16:creationId xmlns:a16="http://schemas.microsoft.com/office/drawing/2014/main" id="{DAF0C2C1-A68B-4259-A489-5505460A508D}"/>
                </a:ext>
              </a:extLst>
            </p:cNvPr>
            <p:cNvCxnSpPr/>
            <p:nvPr/>
          </p:nvCxnSpPr>
          <p:spPr>
            <a:xfrm flipV="1">
              <a:off x="465423" y="1991246"/>
              <a:ext cx="0" cy="467139"/>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5" name="直接连接符 24">
              <a:extLst>
                <a:ext uri="{FF2B5EF4-FFF2-40B4-BE49-F238E27FC236}">
                  <a16:creationId xmlns:a16="http://schemas.microsoft.com/office/drawing/2014/main" id="{9B014577-1385-48C2-B60A-93EE0E101280}"/>
                </a:ext>
              </a:extLst>
            </p:cNvPr>
            <p:cNvCxnSpPr/>
            <p:nvPr/>
          </p:nvCxnSpPr>
          <p:spPr>
            <a:xfrm flipV="1">
              <a:off x="8151674" y="1991246"/>
              <a:ext cx="0" cy="467139"/>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8" name="直接箭头连接符 27">
              <a:extLst>
                <a:ext uri="{FF2B5EF4-FFF2-40B4-BE49-F238E27FC236}">
                  <a16:creationId xmlns:a16="http://schemas.microsoft.com/office/drawing/2014/main" id="{5DCCA8BD-04A8-4B04-AD75-7A82FBB4110A}"/>
                </a:ext>
              </a:extLst>
            </p:cNvPr>
            <p:cNvCxnSpPr>
              <a:cxnSpLocks/>
            </p:cNvCxnSpPr>
            <p:nvPr/>
          </p:nvCxnSpPr>
          <p:spPr>
            <a:xfrm>
              <a:off x="465423" y="2159077"/>
              <a:ext cx="7676312" cy="0"/>
            </a:xfrm>
            <a:prstGeom prst="straightConnector1">
              <a:avLst/>
            </a:prstGeom>
            <a:ln w="12700">
              <a:solidFill>
                <a:schemeClr val="tx1"/>
              </a:solidFill>
              <a:headEnd type="triangle" w="lg" len="lg"/>
              <a:tailEnd type="triangle" w="lg" len="lg"/>
            </a:ln>
          </p:spPr>
          <p:style>
            <a:lnRef idx="1">
              <a:schemeClr val="accent1"/>
            </a:lnRef>
            <a:fillRef idx="0">
              <a:schemeClr val="accent1"/>
            </a:fillRef>
            <a:effectRef idx="0">
              <a:schemeClr val="accent1"/>
            </a:effectRef>
            <a:fontRef idx="minor">
              <a:schemeClr val="tx1"/>
            </a:fontRef>
          </p:style>
        </p:cxnSp>
        <p:sp>
          <p:nvSpPr>
            <p:cNvPr id="31" name="文本框 30">
              <a:extLst>
                <a:ext uri="{FF2B5EF4-FFF2-40B4-BE49-F238E27FC236}">
                  <a16:creationId xmlns:a16="http://schemas.microsoft.com/office/drawing/2014/main" id="{DFD7D356-1575-4044-A76B-B618352CD119}"/>
                </a:ext>
              </a:extLst>
            </p:cNvPr>
            <p:cNvSpPr txBox="1"/>
            <p:nvPr/>
          </p:nvSpPr>
          <p:spPr>
            <a:xfrm>
              <a:off x="3970476" y="1969217"/>
              <a:ext cx="666206" cy="369332"/>
            </a:xfrm>
            <a:prstGeom prst="rect">
              <a:avLst/>
            </a:prstGeom>
            <a:solidFill>
              <a:schemeClr val="bg1"/>
            </a:solidFill>
          </p:spPr>
          <p:txBody>
            <a:bodyPr wrap="square" rtlCol="0">
              <a:spAutoFit/>
            </a:bodyPr>
            <a:lstStyle/>
            <a:p>
              <a:pPr algn="ctr"/>
              <a:r>
                <a:rPr lang="zh-CN" altLang="en-US" b="1" dirty="0">
                  <a:latin typeface="+mn-ea"/>
                </a:rPr>
                <a:t>帧头</a:t>
              </a:r>
            </a:p>
          </p:txBody>
        </p:sp>
      </p:grpSp>
      <p:graphicFrame>
        <p:nvGraphicFramePr>
          <p:cNvPr id="34" name="表格 21">
            <a:extLst>
              <a:ext uri="{FF2B5EF4-FFF2-40B4-BE49-F238E27FC236}">
                <a16:creationId xmlns:a16="http://schemas.microsoft.com/office/drawing/2014/main" id="{DF5CDFD2-8CC8-4CBE-AE88-C65AF556565B}"/>
              </a:ext>
            </a:extLst>
          </p:cNvPr>
          <p:cNvGraphicFramePr>
            <a:graphicFrameLocks noGrp="1"/>
          </p:cNvGraphicFramePr>
          <p:nvPr/>
        </p:nvGraphicFramePr>
        <p:xfrm>
          <a:off x="468725" y="2082108"/>
          <a:ext cx="11292507" cy="1010920"/>
        </p:xfrm>
        <a:graphic>
          <a:graphicData uri="http://schemas.openxmlformats.org/drawingml/2006/table">
            <a:tbl>
              <a:tblPr firstRow="1" bandRow="1">
                <a:tableStyleId>{5C22544A-7EE6-4342-B048-85BDC9FD1C3A}</a:tableStyleId>
              </a:tblPr>
              <a:tblGrid>
                <a:gridCol w="899493">
                  <a:extLst>
                    <a:ext uri="{9D8B030D-6E8A-4147-A177-3AD203B41FA5}">
                      <a16:colId xmlns:a16="http://schemas.microsoft.com/office/drawing/2014/main" val="1258819126"/>
                    </a:ext>
                  </a:extLst>
                </a:gridCol>
                <a:gridCol w="894522">
                  <a:extLst>
                    <a:ext uri="{9D8B030D-6E8A-4147-A177-3AD203B41FA5}">
                      <a16:colId xmlns:a16="http://schemas.microsoft.com/office/drawing/2014/main" val="32700923"/>
                    </a:ext>
                  </a:extLst>
                </a:gridCol>
                <a:gridCol w="1242391">
                  <a:extLst>
                    <a:ext uri="{9D8B030D-6E8A-4147-A177-3AD203B41FA5}">
                      <a16:colId xmlns:a16="http://schemas.microsoft.com/office/drawing/2014/main" val="1037279983"/>
                    </a:ext>
                  </a:extLst>
                </a:gridCol>
                <a:gridCol w="1252331">
                  <a:extLst>
                    <a:ext uri="{9D8B030D-6E8A-4147-A177-3AD203B41FA5}">
                      <a16:colId xmlns:a16="http://schemas.microsoft.com/office/drawing/2014/main" val="3611894563"/>
                    </a:ext>
                  </a:extLst>
                </a:gridCol>
                <a:gridCol w="1262269">
                  <a:extLst>
                    <a:ext uri="{9D8B030D-6E8A-4147-A177-3AD203B41FA5}">
                      <a16:colId xmlns:a16="http://schemas.microsoft.com/office/drawing/2014/main" val="153125566"/>
                    </a:ext>
                  </a:extLst>
                </a:gridCol>
                <a:gridCol w="884583">
                  <a:extLst>
                    <a:ext uri="{9D8B030D-6E8A-4147-A177-3AD203B41FA5}">
                      <a16:colId xmlns:a16="http://schemas.microsoft.com/office/drawing/2014/main" val="951368562"/>
                    </a:ext>
                  </a:extLst>
                </a:gridCol>
                <a:gridCol w="1252330">
                  <a:extLst>
                    <a:ext uri="{9D8B030D-6E8A-4147-A177-3AD203B41FA5}">
                      <a16:colId xmlns:a16="http://schemas.microsoft.com/office/drawing/2014/main" val="1974035653"/>
                    </a:ext>
                  </a:extLst>
                </a:gridCol>
                <a:gridCol w="2345635">
                  <a:extLst>
                    <a:ext uri="{9D8B030D-6E8A-4147-A177-3AD203B41FA5}">
                      <a16:colId xmlns:a16="http://schemas.microsoft.com/office/drawing/2014/main" val="1651430110"/>
                    </a:ext>
                  </a:extLst>
                </a:gridCol>
                <a:gridCol w="1258953">
                  <a:extLst>
                    <a:ext uri="{9D8B030D-6E8A-4147-A177-3AD203B41FA5}">
                      <a16:colId xmlns:a16="http://schemas.microsoft.com/office/drawing/2014/main" val="3356981729"/>
                    </a:ext>
                  </a:extLst>
                </a:gridCol>
              </a:tblGrid>
              <a:tr h="370840">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altLang="zh-CN" sz="1800" b="1" i="0" u="none" strike="noStrike" kern="1200" cap="none" spc="0" normalizeH="0" baseline="0" noProof="0" dirty="0">
                          <a:ln>
                            <a:noFill/>
                          </a:ln>
                          <a:solidFill>
                            <a:prstClr val="black"/>
                          </a:solidFill>
                          <a:effectLst/>
                          <a:uLnTx/>
                          <a:uFillTx/>
                          <a:latin typeface="Arial Narrow" panose="020B0606020202030204" pitchFamily="34" charset="0"/>
                          <a:ea typeface="+mn-ea"/>
                          <a:cs typeface="+mn-cs"/>
                        </a:rPr>
                        <a:t>2</a:t>
                      </a:r>
                      <a:r>
                        <a:rPr kumimoji="0" lang="zh-CN" altLang="en-US" sz="1800" b="1" i="0" u="none" strike="noStrike" kern="1200" cap="none" spc="0" normalizeH="0" baseline="0" noProof="0" dirty="0">
                          <a:ln>
                            <a:noFill/>
                          </a:ln>
                          <a:solidFill>
                            <a:prstClr val="black"/>
                          </a:solidFill>
                          <a:effectLst/>
                          <a:uLnTx/>
                          <a:uFillTx/>
                          <a:latin typeface="Arial Narrow" panose="020B0606020202030204" pitchFamily="34" charset="0"/>
                          <a:ea typeface="+mn-ea"/>
                          <a:cs typeface="+mn-cs"/>
                        </a:rPr>
                        <a:t>字节</a:t>
                      </a: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altLang="zh-CN" sz="1800" b="1" i="0" u="none" strike="noStrike" kern="1200" cap="none" spc="0" normalizeH="0" baseline="0" noProof="0" dirty="0">
                          <a:ln>
                            <a:noFill/>
                          </a:ln>
                          <a:solidFill>
                            <a:prstClr val="black"/>
                          </a:solidFill>
                          <a:effectLst/>
                          <a:uLnTx/>
                          <a:uFillTx/>
                          <a:latin typeface="Arial Narrow" panose="020B0606020202030204" pitchFamily="34" charset="0"/>
                          <a:ea typeface="+mn-ea"/>
                          <a:cs typeface="+mn-cs"/>
                        </a:rPr>
                        <a:t>2</a:t>
                      </a:r>
                      <a:r>
                        <a:rPr kumimoji="0" lang="zh-CN" altLang="en-US" sz="1800" b="1" i="0" u="none" strike="noStrike" kern="1200" cap="none" spc="0" normalizeH="0" baseline="0" noProof="0" dirty="0">
                          <a:ln>
                            <a:noFill/>
                          </a:ln>
                          <a:solidFill>
                            <a:prstClr val="black"/>
                          </a:solidFill>
                          <a:effectLst/>
                          <a:uLnTx/>
                          <a:uFillTx/>
                          <a:latin typeface="Arial Narrow" panose="020B0606020202030204" pitchFamily="34" charset="0"/>
                          <a:ea typeface="+mn-ea"/>
                          <a:cs typeface="+mn-cs"/>
                        </a:rPr>
                        <a:t>字节</a:t>
                      </a: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altLang="zh-CN" sz="1800" b="1" i="0" u="none" strike="noStrike" kern="1200" cap="none" spc="0" normalizeH="0" baseline="0" noProof="0" dirty="0">
                          <a:ln>
                            <a:noFill/>
                          </a:ln>
                          <a:solidFill>
                            <a:prstClr val="black"/>
                          </a:solidFill>
                          <a:effectLst/>
                          <a:uLnTx/>
                          <a:uFillTx/>
                          <a:latin typeface="Arial Narrow" panose="020B0606020202030204" pitchFamily="34" charset="0"/>
                          <a:ea typeface="+mn-ea"/>
                          <a:cs typeface="+mn-cs"/>
                        </a:rPr>
                        <a:t>6</a:t>
                      </a:r>
                      <a:r>
                        <a:rPr kumimoji="0" lang="zh-CN" altLang="en-US" sz="1800" b="1" i="0" u="none" strike="noStrike" kern="1200" cap="none" spc="0" normalizeH="0" baseline="0" noProof="0" dirty="0">
                          <a:ln>
                            <a:noFill/>
                          </a:ln>
                          <a:solidFill>
                            <a:prstClr val="black"/>
                          </a:solidFill>
                          <a:effectLst/>
                          <a:uLnTx/>
                          <a:uFillTx/>
                          <a:latin typeface="Arial Narrow" panose="020B0606020202030204" pitchFamily="34" charset="0"/>
                          <a:ea typeface="+mn-ea"/>
                          <a:cs typeface="+mn-cs"/>
                        </a:rPr>
                        <a:t>字节</a:t>
                      </a: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altLang="zh-CN" sz="1800" b="1" i="0" u="none" strike="noStrike" kern="1200" cap="none" spc="0" normalizeH="0" baseline="0" noProof="0" dirty="0">
                          <a:ln>
                            <a:noFill/>
                          </a:ln>
                          <a:solidFill>
                            <a:prstClr val="black"/>
                          </a:solidFill>
                          <a:effectLst/>
                          <a:uLnTx/>
                          <a:uFillTx/>
                          <a:latin typeface="Arial Narrow" panose="020B0606020202030204" pitchFamily="34" charset="0"/>
                          <a:ea typeface="+mn-ea"/>
                          <a:cs typeface="+mn-cs"/>
                        </a:rPr>
                        <a:t>6</a:t>
                      </a:r>
                      <a:r>
                        <a:rPr kumimoji="0" lang="zh-CN" altLang="en-US" sz="1800" b="1" i="0" u="none" strike="noStrike" kern="1200" cap="none" spc="0" normalizeH="0" baseline="0" noProof="0" dirty="0">
                          <a:ln>
                            <a:noFill/>
                          </a:ln>
                          <a:solidFill>
                            <a:prstClr val="black"/>
                          </a:solidFill>
                          <a:effectLst/>
                          <a:uLnTx/>
                          <a:uFillTx/>
                          <a:latin typeface="Arial Narrow" panose="020B0606020202030204" pitchFamily="34" charset="0"/>
                          <a:ea typeface="+mn-ea"/>
                          <a:cs typeface="+mn-cs"/>
                        </a:rPr>
                        <a:t>字节</a:t>
                      </a: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altLang="zh-CN" sz="1800" b="1" i="0" u="none" strike="noStrike" kern="1200" cap="none" spc="0" normalizeH="0" baseline="0" noProof="0" dirty="0">
                          <a:ln>
                            <a:noFill/>
                          </a:ln>
                          <a:solidFill>
                            <a:prstClr val="black"/>
                          </a:solidFill>
                          <a:effectLst/>
                          <a:uLnTx/>
                          <a:uFillTx/>
                          <a:latin typeface="Arial Narrow" panose="020B0606020202030204" pitchFamily="34" charset="0"/>
                          <a:ea typeface="+mn-ea"/>
                          <a:cs typeface="+mn-cs"/>
                        </a:rPr>
                        <a:t>6</a:t>
                      </a:r>
                      <a:r>
                        <a:rPr kumimoji="0" lang="zh-CN" altLang="en-US" sz="1800" b="1" i="0" u="none" strike="noStrike" kern="1200" cap="none" spc="0" normalizeH="0" baseline="0" noProof="0" dirty="0">
                          <a:ln>
                            <a:noFill/>
                          </a:ln>
                          <a:solidFill>
                            <a:prstClr val="black"/>
                          </a:solidFill>
                          <a:effectLst/>
                          <a:uLnTx/>
                          <a:uFillTx/>
                          <a:latin typeface="Arial Narrow" panose="020B0606020202030204" pitchFamily="34" charset="0"/>
                          <a:ea typeface="+mn-ea"/>
                          <a:cs typeface="+mn-cs"/>
                        </a:rPr>
                        <a:t>字节</a:t>
                      </a: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altLang="zh-CN" sz="1800" b="1" i="0" u="none" strike="noStrike" kern="1200" cap="none" spc="0" normalizeH="0" baseline="0" noProof="0" dirty="0">
                          <a:ln>
                            <a:noFill/>
                          </a:ln>
                          <a:solidFill>
                            <a:prstClr val="black"/>
                          </a:solidFill>
                          <a:effectLst/>
                          <a:uLnTx/>
                          <a:uFillTx/>
                          <a:latin typeface="Arial Narrow" panose="020B0606020202030204" pitchFamily="34" charset="0"/>
                          <a:ea typeface="+mn-ea"/>
                          <a:cs typeface="+mn-cs"/>
                        </a:rPr>
                        <a:t>2</a:t>
                      </a:r>
                      <a:r>
                        <a:rPr kumimoji="0" lang="zh-CN" altLang="en-US" sz="1800" b="1" i="0" u="none" strike="noStrike" kern="1200" cap="none" spc="0" normalizeH="0" baseline="0" noProof="0" dirty="0">
                          <a:ln>
                            <a:noFill/>
                          </a:ln>
                          <a:solidFill>
                            <a:prstClr val="black"/>
                          </a:solidFill>
                          <a:effectLst/>
                          <a:uLnTx/>
                          <a:uFillTx/>
                          <a:latin typeface="Arial Narrow" panose="020B0606020202030204" pitchFamily="34" charset="0"/>
                          <a:ea typeface="+mn-ea"/>
                          <a:cs typeface="+mn-cs"/>
                        </a:rPr>
                        <a:t>字节</a:t>
                      </a: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altLang="zh-CN" sz="1800" b="1" i="0" u="none" strike="noStrike" kern="1200" cap="none" spc="0" normalizeH="0" baseline="0" noProof="0" dirty="0">
                          <a:ln>
                            <a:noFill/>
                          </a:ln>
                          <a:solidFill>
                            <a:prstClr val="black"/>
                          </a:solidFill>
                          <a:effectLst/>
                          <a:uLnTx/>
                          <a:uFillTx/>
                          <a:latin typeface="Arial Narrow" panose="020B0606020202030204" pitchFamily="34" charset="0"/>
                          <a:ea typeface="+mn-ea"/>
                          <a:cs typeface="+mn-cs"/>
                        </a:rPr>
                        <a:t>6</a:t>
                      </a:r>
                      <a:r>
                        <a:rPr kumimoji="0" lang="zh-CN" altLang="en-US" sz="1800" b="1" i="0" u="none" strike="noStrike" kern="1200" cap="none" spc="0" normalizeH="0" baseline="0" noProof="0" dirty="0">
                          <a:ln>
                            <a:noFill/>
                          </a:ln>
                          <a:solidFill>
                            <a:prstClr val="black"/>
                          </a:solidFill>
                          <a:effectLst/>
                          <a:uLnTx/>
                          <a:uFillTx/>
                          <a:latin typeface="Arial Narrow" panose="020B0606020202030204" pitchFamily="34" charset="0"/>
                          <a:ea typeface="+mn-ea"/>
                          <a:cs typeface="+mn-cs"/>
                        </a:rPr>
                        <a:t>字节</a:t>
                      </a: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altLang="zh-CN" b="1" dirty="0">
                          <a:solidFill>
                            <a:schemeClr val="tx1"/>
                          </a:solidFill>
                          <a:latin typeface="Arial Narrow" panose="020B0606020202030204" pitchFamily="34" charset="0"/>
                          <a:ea typeface="+mn-ea"/>
                        </a:rPr>
                        <a:t>0</a:t>
                      </a:r>
                      <a:r>
                        <a:rPr lang="zh-CN" altLang="en-US" b="1" dirty="0">
                          <a:solidFill>
                            <a:schemeClr val="tx1"/>
                          </a:solidFill>
                          <a:latin typeface="Arial Narrow" panose="020B0606020202030204" pitchFamily="34" charset="0"/>
                          <a:ea typeface="+mn-ea"/>
                        </a:rPr>
                        <a:t>～</a:t>
                      </a:r>
                      <a:r>
                        <a:rPr lang="en-US" altLang="zh-CN" b="1" dirty="0">
                          <a:solidFill>
                            <a:schemeClr val="tx1"/>
                          </a:solidFill>
                          <a:latin typeface="Arial Narrow" panose="020B0606020202030204" pitchFamily="34" charset="0"/>
                          <a:ea typeface="+mn-ea"/>
                        </a:rPr>
                        <a:t>2312</a:t>
                      </a:r>
                      <a:r>
                        <a:rPr kumimoji="0" lang="zh-CN" altLang="en-US" sz="1800" b="1" i="0" u="none" strike="noStrike" kern="1200" cap="none" spc="0" normalizeH="0" baseline="0" noProof="0" dirty="0">
                          <a:ln>
                            <a:noFill/>
                          </a:ln>
                          <a:solidFill>
                            <a:prstClr val="black"/>
                          </a:solidFill>
                          <a:effectLst/>
                          <a:uLnTx/>
                          <a:uFillTx/>
                          <a:latin typeface="Arial Narrow" panose="020B0606020202030204" pitchFamily="34" charset="0"/>
                          <a:ea typeface="+mn-ea"/>
                          <a:cs typeface="+mn-cs"/>
                        </a:rPr>
                        <a:t>字节</a:t>
                      </a: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altLang="zh-CN" sz="1800" b="1" i="0" u="none" strike="noStrike" kern="1200" cap="none" spc="0" normalizeH="0" baseline="0" noProof="0" dirty="0">
                          <a:ln>
                            <a:noFill/>
                          </a:ln>
                          <a:solidFill>
                            <a:prstClr val="black"/>
                          </a:solidFill>
                          <a:effectLst/>
                          <a:uLnTx/>
                          <a:uFillTx/>
                          <a:latin typeface="Arial Narrow" panose="020B0606020202030204" pitchFamily="34" charset="0"/>
                          <a:ea typeface="+mn-ea"/>
                          <a:cs typeface="+mn-cs"/>
                        </a:rPr>
                        <a:t>4</a:t>
                      </a:r>
                      <a:r>
                        <a:rPr kumimoji="0" lang="zh-CN" altLang="en-US" sz="1800" b="1" i="0" u="none" strike="noStrike" kern="1200" cap="none" spc="0" normalizeH="0" baseline="0" noProof="0" dirty="0">
                          <a:ln>
                            <a:noFill/>
                          </a:ln>
                          <a:solidFill>
                            <a:prstClr val="black"/>
                          </a:solidFill>
                          <a:effectLst/>
                          <a:uLnTx/>
                          <a:uFillTx/>
                          <a:latin typeface="Arial Narrow" panose="020B0606020202030204" pitchFamily="34" charset="0"/>
                          <a:ea typeface="+mn-ea"/>
                          <a:cs typeface="+mn-cs"/>
                        </a:rPr>
                        <a:t>字节</a:t>
                      </a: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436464120"/>
                  </a:ext>
                </a:extLst>
              </a:tr>
              <a:tr h="370840">
                <a:tc>
                  <a:txBody>
                    <a:bodyPr/>
                    <a:lstStyle/>
                    <a:p>
                      <a:pPr marL="0" marR="0" lvl="0" indent="0" algn="ctr" defTabSz="914390" rtl="0" eaLnBrk="1" fontAlgn="auto" latinLnBrk="0" hangingPunct="1">
                        <a:lnSpc>
                          <a:spcPct val="100000"/>
                        </a:lnSpc>
                        <a:spcBef>
                          <a:spcPts val="0"/>
                        </a:spcBef>
                        <a:spcAft>
                          <a:spcPts val="0"/>
                        </a:spcAft>
                        <a:buClrTx/>
                        <a:buSzTx/>
                        <a:buFontTx/>
                        <a:buNone/>
                        <a:tabLst/>
                        <a:defRPr/>
                      </a:pPr>
                      <a:r>
                        <a:rPr lang="zh-CN" altLang="en-US" b="1" dirty="0">
                          <a:solidFill>
                            <a:schemeClr val="bg1"/>
                          </a:solidFill>
                          <a:latin typeface="Arial Narrow" panose="020B0606020202030204" pitchFamily="34" charset="0"/>
                          <a:ea typeface="+mn-ea"/>
                        </a:rPr>
                        <a:t>帧控制</a:t>
                      </a: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rgbClr val="00B0F0"/>
                    </a:solidFill>
                  </a:tcPr>
                </a:tc>
                <a:tc>
                  <a:txBody>
                    <a:bodyPr/>
                    <a:lstStyle/>
                    <a:p>
                      <a:pPr marL="0" marR="0" lvl="0" indent="0" algn="ctr" defTabSz="914390" rtl="0" eaLnBrk="1" fontAlgn="auto" latinLnBrk="0" hangingPunct="1">
                        <a:lnSpc>
                          <a:spcPct val="100000"/>
                        </a:lnSpc>
                        <a:spcBef>
                          <a:spcPts val="0"/>
                        </a:spcBef>
                        <a:spcAft>
                          <a:spcPts val="0"/>
                        </a:spcAft>
                        <a:buClrTx/>
                        <a:buSzTx/>
                        <a:buFontTx/>
                        <a:buNone/>
                        <a:tabLst/>
                        <a:defRPr/>
                      </a:pPr>
                      <a:r>
                        <a:rPr lang="zh-CN" altLang="en-US" b="1" dirty="0">
                          <a:solidFill>
                            <a:schemeClr val="bg1"/>
                          </a:solidFill>
                          <a:latin typeface="Arial Narrow" panose="020B0606020202030204" pitchFamily="34" charset="0"/>
                          <a:ea typeface="+mn-ea"/>
                        </a:rPr>
                        <a:t>持续期</a:t>
                      </a:r>
                      <a:endParaRPr lang="zh-CN" altLang="en-US" b="1" dirty="0">
                        <a:latin typeface="Arial Narrow" panose="020B0606020202030204" pitchFamily="34" charset="0"/>
                        <a:ea typeface="+mn-ea"/>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rgbClr val="00B0F0"/>
                    </a:solidFill>
                  </a:tcPr>
                </a:tc>
                <a:tc>
                  <a:txBody>
                    <a:bodyPr/>
                    <a:lstStyle/>
                    <a:p>
                      <a:pPr marL="0" marR="0" lvl="0" indent="0" algn="ctr" defTabSz="914390" rtl="0" eaLnBrk="1" fontAlgn="auto" latinLnBrk="0" hangingPunct="1">
                        <a:lnSpc>
                          <a:spcPct val="100000"/>
                        </a:lnSpc>
                        <a:spcBef>
                          <a:spcPts val="0"/>
                        </a:spcBef>
                        <a:spcAft>
                          <a:spcPts val="0"/>
                        </a:spcAft>
                        <a:buClrTx/>
                        <a:buSzTx/>
                        <a:buFontTx/>
                        <a:buNone/>
                        <a:tabLst/>
                        <a:defRPr/>
                      </a:pPr>
                      <a:r>
                        <a:rPr lang="zh-CN" altLang="en-US" b="1" dirty="0">
                          <a:solidFill>
                            <a:schemeClr val="bg1"/>
                          </a:solidFill>
                          <a:latin typeface="Arial Narrow" panose="020B0606020202030204" pitchFamily="34" charset="0"/>
                          <a:ea typeface="+mn-ea"/>
                        </a:rPr>
                        <a:t>地址</a:t>
                      </a:r>
                      <a:r>
                        <a:rPr lang="en-US" altLang="zh-CN" b="1" dirty="0">
                          <a:solidFill>
                            <a:schemeClr val="bg1"/>
                          </a:solidFill>
                          <a:latin typeface="Arial Narrow" panose="020B0606020202030204" pitchFamily="34" charset="0"/>
                          <a:ea typeface="+mn-ea"/>
                        </a:rPr>
                        <a:t>1</a:t>
                      </a:r>
                      <a:endParaRPr lang="zh-CN" altLang="en-US" b="1" dirty="0">
                        <a:latin typeface="Arial Narrow" panose="020B0606020202030204" pitchFamily="34" charset="0"/>
                        <a:ea typeface="+mn-ea"/>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rgbClr val="00B0F0"/>
                    </a:solidFill>
                  </a:tcPr>
                </a:tc>
                <a:tc>
                  <a:txBody>
                    <a:bodyPr/>
                    <a:lstStyle/>
                    <a:p>
                      <a:pPr marL="0" marR="0" lvl="0" indent="0" algn="ctr" defTabSz="914390" rtl="0" eaLnBrk="1" fontAlgn="auto" latinLnBrk="0" hangingPunct="1">
                        <a:lnSpc>
                          <a:spcPct val="100000"/>
                        </a:lnSpc>
                        <a:spcBef>
                          <a:spcPts val="0"/>
                        </a:spcBef>
                        <a:spcAft>
                          <a:spcPts val="0"/>
                        </a:spcAft>
                        <a:buClrTx/>
                        <a:buSzTx/>
                        <a:buFontTx/>
                        <a:buNone/>
                        <a:tabLst/>
                        <a:defRPr/>
                      </a:pPr>
                      <a:r>
                        <a:rPr lang="zh-CN" altLang="en-US" b="1" dirty="0">
                          <a:solidFill>
                            <a:schemeClr val="bg1"/>
                          </a:solidFill>
                          <a:latin typeface="Arial Narrow" panose="020B0606020202030204" pitchFamily="34" charset="0"/>
                          <a:ea typeface="+mn-ea"/>
                        </a:rPr>
                        <a:t>地址</a:t>
                      </a:r>
                      <a:r>
                        <a:rPr lang="en-US" altLang="zh-CN" b="1" dirty="0">
                          <a:solidFill>
                            <a:schemeClr val="bg1"/>
                          </a:solidFill>
                          <a:latin typeface="Arial Narrow" panose="020B0606020202030204" pitchFamily="34" charset="0"/>
                          <a:ea typeface="+mn-ea"/>
                        </a:rPr>
                        <a:t>2</a:t>
                      </a:r>
                      <a:endParaRPr lang="zh-CN" altLang="en-US" b="1" dirty="0">
                        <a:latin typeface="Arial Narrow" panose="020B0606020202030204" pitchFamily="34" charset="0"/>
                        <a:ea typeface="+mn-ea"/>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rgbClr val="00B0F0"/>
                    </a:solidFill>
                  </a:tcPr>
                </a:tc>
                <a:tc>
                  <a:txBody>
                    <a:bodyPr/>
                    <a:lstStyle/>
                    <a:p>
                      <a:pPr marL="0" marR="0" lvl="0" indent="0" algn="ctr" defTabSz="914390" rtl="0" eaLnBrk="1" fontAlgn="auto" latinLnBrk="0" hangingPunct="1">
                        <a:lnSpc>
                          <a:spcPct val="100000"/>
                        </a:lnSpc>
                        <a:spcBef>
                          <a:spcPts val="0"/>
                        </a:spcBef>
                        <a:spcAft>
                          <a:spcPts val="0"/>
                        </a:spcAft>
                        <a:buClrTx/>
                        <a:buSzTx/>
                        <a:buFontTx/>
                        <a:buNone/>
                        <a:tabLst/>
                        <a:defRPr/>
                      </a:pPr>
                      <a:r>
                        <a:rPr lang="zh-CN" altLang="en-US" b="1" dirty="0">
                          <a:solidFill>
                            <a:schemeClr val="bg1"/>
                          </a:solidFill>
                          <a:latin typeface="Arial Narrow" panose="020B0606020202030204" pitchFamily="34" charset="0"/>
                          <a:ea typeface="+mn-ea"/>
                        </a:rPr>
                        <a:t>地址</a:t>
                      </a:r>
                      <a:r>
                        <a:rPr lang="en-US" altLang="zh-CN" b="1" dirty="0">
                          <a:solidFill>
                            <a:schemeClr val="bg1"/>
                          </a:solidFill>
                          <a:latin typeface="Arial Narrow" panose="020B0606020202030204" pitchFamily="34" charset="0"/>
                          <a:ea typeface="+mn-ea"/>
                        </a:rPr>
                        <a:t>3</a:t>
                      </a:r>
                      <a:endParaRPr lang="zh-CN" altLang="en-US" b="1" dirty="0">
                        <a:latin typeface="Arial Narrow" panose="020B0606020202030204" pitchFamily="34" charset="0"/>
                        <a:ea typeface="+mn-ea"/>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rgbClr val="00B0F0"/>
                    </a:solidFill>
                  </a:tcPr>
                </a:tc>
                <a:tc>
                  <a:txBody>
                    <a:bodyPr/>
                    <a:lstStyle/>
                    <a:p>
                      <a:pPr algn="ctr"/>
                      <a:r>
                        <a:rPr lang="zh-CN" altLang="en-US" b="1" dirty="0">
                          <a:solidFill>
                            <a:schemeClr val="bg1"/>
                          </a:solidFill>
                          <a:latin typeface="Arial Narrow" panose="020B0606020202030204" pitchFamily="34" charset="0"/>
                          <a:ea typeface="+mn-ea"/>
                        </a:rPr>
                        <a:t>序号</a:t>
                      </a:r>
                      <a:endParaRPr lang="en-US" altLang="zh-CN" b="1" dirty="0">
                        <a:solidFill>
                          <a:schemeClr val="bg1"/>
                        </a:solidFill>
                        <a:latin typeface="Arial Narrow" panose="020B0606020202030204" pitchFamily="34" charset="0"/>
                        <a:ea typeface="+mn-ea"/>
                      </a:endParaRPr>
                    </a:p>
                    <a:p>
                      <a:pPr algn="ctr"/>
                      <a:r>
                        <a:rPr lang="zh-CN" altLang="en-US" b="1" dirty="0">
                          <a:solidFill>
                            <a:schemeClr val="bg1"/>
                          </a:solidFill>
                          <a:latin typeface="Arial Narrow" panose="020B0606020202030204" pitchFamily="34" charset="0"/>
                          <a:ea typeface="+mn-ea"/>
                        </a:rPr>
                        <a:t>控制</a:t>
                      </a:r>
                      <a:endParaRPr lang="zh-CN" altLang="en-US" b="1" dirty="0">
                        <a:latin typeface="Arial Narrow" panose="020B0606020202030204" pitchFamily="34" charset="0"/>
                        <a:ea typeface="+mn-ea"/>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rgbClr val="00B0F0"/>
                    </a:solidFill>
                  </a:tcPr>
                </a:tc>
                <a:tc>
                  <a:txBody>
                    <a:bodyPr/>
                    <a:lstStyle/>
                    <a:p>
                      <a:pPr marL="0" marR="0" lvl="0" indent="0" algn="ctr" defTabSz="914390" rtl="0" eaLnBrk="1" fontAlgn="auto" latinLnBrk="0" hangingPunct="1">
                        <a:lnSpc>
                          <a:spcPct val="100000"/>
                        </a:lnSpc>
                        <a:spcBef>
                          <a:spcPts val="0"/>
                        </a:spcBef>
                        <a:spcAft>
                          <a:spcPts val="0"/>
                        </a:spcAft>
                        <a:buClrTx/>
                        <a:buSzTx/>
                        <a:buFontTx/>
                        <a:buNone/>
                        <a:tabLst/>
                        <a:defRPr/>
                      </a:pPr>
                      <a:r>
                        <a:rPr lang="zh-CN" altLang="en-US" b="1" dirty="0">
                          <a:solidFill>
                            <a:schemeClr val="bg1"/>
                          </a:solidFill>
                          <a:latin typeface="Arial Narrow" panose="020B0606020202030204" pitchFamily="34" charset="0"/>
                          <a:ea typeface="+mn-ea"/>
                        </a:rPr>
                        <a:t>地址</a:t>
                      </a:r>
                      <a:r>
                        <a:rPr lang="en-US" altLang="zh-CN" b="1" dirty="0">
                          <a:solidFill>
                            <a:schemeClr val="bg1"/>
                          </a:solidFill>
                          <a:latin typeface="Arial Narrow" panose="020B0606020202030204" pitchFamily="34" charset="0"/>
                          <a:ea typeface="+mn-ea"/>
                        </a:rPr>
                        <a:t>4</a:t>
                      </a:r>
                      <a:endParaRPr lang="zh-CN" altLang="en-US" b="1" dirty="0">
                        <a:latin typeface="Arial Narrow" panose="020B0606020202030204" pitchFamily="34" charset="0"/>
                        <a:ea typeface="+mn-ea"/>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rgbClr val="00B0F0"/>
                    </a:solidFill>
                  </a:tcPr>
                </a:tc>
                <a:tc>
                  <a:txBody>
                    <a:bodyPr/>
                    <a:lstStyle/>
                    <a:p>
                      <a:pPr marL="0" marR="0" lvl="0" indent="0" algn="ctr" defTabSz="914390" rtl="0" eaLnBrk="1" fontAlgn="auto" latinLnBrk="0" hangingPunct="1">
                        <a:lnSpc>
                          <a:spcPct val="100000"/>
                        </a:lnSpc>
                        <a:spcBef>
                          <a:spcPts val="0"/>
                        </a:spcBef>
                        <a:spcAft>
                          <a:spcPts val="0"/>
                        </a:spcAft>
                        <a:buClrTx/>
                        <a:buSzTx/>
                        <a:buFontTx/>
                        <a:buNone/>
                        <a:tabLst/>
                        <a:defRPr/>
                      </a:pPr>
                      <a:r>
                        <a:rPr lang="zh-CN" altLang="en-US" b="1" dirty="0">
                          <a:solidFill>
                            <a:schemeClr val="bg1"/>
                          </a:solidFill>
                          <a:latin typeface="Arial Narrow" panose="020B0606020202030204" pitchFamily="34" charset="0"/>
                          <a:ea typeface="+mn-ea"/>
                        </a:rPr>
                        <a:t>数据载荷</a:t>
                      </a: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rgbClr val="00B050"/>
                    </a:solidFill>
                  </a:tcPr>
                </a:tc>
                <a:tc>
                  <a:txBody>
                    <a:bodyPr/>
                    <a:lstStyle/>
                    <a:p>
                      <a:pPr marL="0" marR="0" lvl="0" indent="0" algn="ctr" defTabSz="914390" rtl="0" eaLnBrk="1" fontAlgn="auto" latinLnBrk="0" hangingPunct="1">
                        <a:lnSpc>
                          <a:spcPct val="100000"/>
                        </a:lnSpc>
                        <a:spcBef>
                          <a:spcPts val="0"/>
                        </a:spcBef>
                        <a:spcAft>
                          <a:spcPts val="0"/>
                        </a:spcAft>
                        <a:buClrTx/>
                        <a:buSzTx/>
                        <a:buFontTx/>
                        <a:buNone/>
                        <a:tabLst/>
                        <a:defRPr/>
                      </a:pPr>
                      <a:r>
                        <a:rPr lang="en-US" altLang="zh-CN" b="1" dirty="0">
                          <a:solidFill>
                            <a:schemeClr val="bg1"/>
                          </a:solidFill>
                          <a:latin typeface="Arial Narrow" panose="020B0606020202030204" pitchFamily="34" charset="0"/>
                          <a:ea typeface="+mn-ea"/>
                        </a:rPr>
                        <a:t>FCS</a:t>
                      </a:r>
                      <a:endParaRPr lang="zh-CN" altLang="en-US" b="1" dirty="0">
                        <a:solidFill>
                          <a:schemeClr val="bg1"/>
                        </a:solidFill>
                        <a:latin typeface="Arial Narrow" panose="020B0606020202030204" pitchFamily="34" charset="0"/>
                        <a:ea typeface="+mn-ea"/>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rgbClr val="F38181"/>
                    </a:solidFill>
                  </a:tcPr>
                </a:tc>
                <a:extLst>
                  <a:ext uri="{0D108BD9-81ED-4DB2-BD59-A6C34878D82A}">
                    <a16:rowId xmlns:a16="http://schemas.microsoft.com/office/drawing/2014/main" val="1239924772"/>
                  </a:ext>
                </a:extLst>
              </a:tr>
            </a:tbl>
          </a:graphicData>
        </a:graphic>
      </p:graphicFrame>
      <p:sp>
        <p:nvSpPr>
          <p:cNvPr id="6" name="文本框 5">
            <a:extLst>
              <a:ext uri="{FF2B5EF4-FFF2-40B4-BE49-F238E27FC236}">
                <a16:creationId xmlns:a16="http://schemas.microsoft.com/office/drawing/2014/main" id="{00300E53-D674-4EB6-8732-F7D51A1E4D4E}"/>
              </a:ext>
            </a:extLst>
          </p:cNvPr>
          <p:cNvSpPr txBox="1"/>
          <p:nvPr/>
        </p:nvSpPr>
        <p:spPr>
          <a:xfrm>
            <a:off x="933106" y="1160483"/>
            <a:ext cx="3772422" cy="400110"/>
          </a:xfrm>
          <a:prstGeom prst="rect">
            <a:avLst/>
          </a:prstGeom>
          <a:noFill/>
        </p:spPr>
        <p:txBody>
          <a:bodyPr wrap="square" rtlCol="0">
            <a:spAutoFit/>
          </a:bodyPr>
          <a:lstStyle/>
          <a:p>
            <a:r>
              <a:rPr lang="en-US" altLang="zh-CN" sz="2000" b="1" dirty="0">
                <a:solidFill>
                  <a:schemeClr val="accent3">
                    <a:lumMod val="75000"/>
                  </a:schemeClr>
                </a:solidFill>
              </a:rPr>
              <a:t>802.11</a:t>
            </a:r>
            <a:r>
              <a:rPr lang="zh-CN" altLang="en-US" sz="2000" b="1" dirty="0">
                <a:solidFill>
                  <a:schemeClr val="accent3">
                    <a:lumMod val="75000"/>
                  </a:schemeClr>
                </a:solidFill>
              </a:rPr>
              <a:t>无线局域网的数据帧格式</a:t>
            </a:r>
          </a:p>
        </p:txBody>
      </p:sp>
      <p:grpSp>
        <p:nvGrpSpPr>
          <p:cNvPr id="10" name="组合 9">
            <a:extLst>
              <a:ext uri="{FF2B5EF4-FFF2-40B4-BE49-F238E27FC236}">
                <a16:creationId xmlns:a16="http://schemas.microsoft.com/office/drawing/2014/main" id="{68884846-B2F5-4704-BEF0-F8DA07F20049}"/>
              </a:ext>
            </a:extLst>
          </p:cNvPr>
          <p:cNvGrpSpPr/>
          <p:nvPr/>
        </p:nvGrpSpPr>
        <p:grpSpPr>
          <a:xfrm>
            <a:off x="8141735" y="1581867"/>
            <a:ext cx="2368825" cy="489168"/>
            <a:chOff x="8141735" y="1969217"/>
            <a:chExt cx="2368825" cy="489168"/>
          </a:xfrm>
        </p:grpSpPr>
        <p:grpSp>
          <p:nvGrpSpPr>
            <p:cNvPr id="9" name="组合 8">
              <a:extLst>
                <a:ext uri="{FF2B5EF4-FFF2-40B4-BE49-F238E27FC236}">
                  <a16:creationId xmlns:a16="http://schemas.microsoft.com/office/drawing/2014/main" id="{433ADD27-246C-471D-BEE6-2481DA39CE05}"/>
                </a:ext>
              </a:extLst>
            </p:cNvPr>
            <p:cNvGrpSpPr/>
            <p:nvPr/>
          </p:nvGrpSpPr>
          <p:grpSpPr>
            <a:xfrm>
              <a:off x="8141735" y="1969217"/>
              <a:ext cx="2368825" cy="489168"/>
              <a:chOff x="8141735" y="1969217"/>
              <a:chExt cx="2368825" cy="489168"/>
            </a:xfrm>
          </p:grpSpPr>
          <p:cxnSp>
            <p:nvCxnSpPr>
              <p:cNvPr id="26" name="直接连接符 25">
                <a:extLst>
                  <a:ext uri="{FF2B5EF4-FFF2-40B4-BE49-F238E27FC236}">
                    <a16:creationId xmlns:a16="http://schemas.microsoft.com/office/drawing/2014/main" id="{0320450B-106B-4AE8-BFAE-867EE8E34B09}"/>
                  </a:ext>
                </a:extLst>
              </p:cNvPr>
              <p:cNvCxnSpPr/>
              <p:nvPr/>
            </p:nvCxnSpPr>
            <p:spPr>
              <a:xfrm flipV="1">
                <a:off x="10500621" y="1991246"/>
                <a:ext cx="0" cy="467139"/>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9" name="直接箭头连接符 28">
                <a:extLst>
                  <a:ext uri="{FF2B5EF4-FFF2-40B4-BE49-F238E27FC236}">
                    <a16:creationId xmlns:a16="http://schemas.microsoft.com/office/drawing/2014/main" id="{296A9D28-06DD-4036-87E5-60E6D2E6F29D}"/>
                  </a:ext>
                </a:extLst>
              </p:cNvPr>
              <p:cNvCxnSpPr>
                <a:cxnSpLocks/>
              </p:cNvCxnSpPr>
              <p:nvPr/>
            </p:nvCxnSpPr>
            <p:spPr>
              <a:xfrm>
                <a:off x="8141735" y="2159077"/>
                <a:ext cx="2368825" cy="0"/>
              </a:xfrm>
              <a:prstGeom prst="straightConnector1">
                <a:avLst/>
              </a:prstGeom>
              <a:ln w="12700">
                <a:solidFill>
                  <a:schemeClr val="tx1"/>
                </a:solidFill>
                <a:headEnd type="triangle" w="lg" len="lg"/>
                <a:tailEnd type="triangle" w="lg" len="lg"/>
              </a:ln>
            </p:spPr>
            <p:style>
              <a:lnRef idx="1">
                <a:schemeClr val="accent1"/>
              </a:lnRef>
              <a:fillRef idx="0">
                <a:schemeClr val="accent1"/>
              </a:fillRef>
              <a:effectRef idx="0">
                <a:schemeClr val="accent1"/>
              </a:effectRef>
              <a:fontRef idx="minor">
                <a:schemeClr val="tx1"/>
              </a:fontRef>
            </p:style>
          </p:cxnSp>
          <p:sp>
            <p:nvSpPr>
              <p:cNvPr id="32" name="文本框 31">
                <a:extLst>
                  <a:ext uri="{FF2B5EF4-FFF2-40B4-BE49-F238E27FC236}">
                    <a16:creationId xmlns:a16="http://schemas.microsoft.com/office/drawing/2014/main" id="{C4C0732D-A1F1-4291-8FEB-1CA7A5B50B1C}"/>
                  </a:ext>
                </a:extLst>
              </p:cNvPr>
              <p:cNvSpPr txBox="1"/>
              <p:nvPr/>
            </p:nvSpPr>
            <p:spPr>
              <a:xfrm>
                <a:off x="8993044" y="1969217"/>
                <a:ext cx="666206" cy="369332"/>
              </a:xfrm>
              <a:prstGeom prst="rect">
                <a:avLst/>
              </a:prstGeom>
              <a:solidFill>
                <a:schemeClr val="bg1"/>
              </a:solidFill>
            </p:spPr>
            <p:txBody>
              <a:bodyPr wrap="square" rtlCol="0">
                <a:spAutoFit/>
              </a:bodyPr>
              <a:lstStyle/>
              <a:p>
                <a:pPr algn="ctr"/>
                <a:r>
                  <a:rPr lang="zh-CN" altLang="en-US" b="1" dirty="0">
                    <a:latin typeface="+mn-ea"/>
                  </a:rPr>
                  <a:t>数据</a:t>
                </a:r>
              </a:p>
            </p:txBody>
          </p:sp>
        </p:grpSp>
        <p:cxnSp>
          <p:nvCxnSpPr>
            <p:cNvPr id="41" name="直接连接符 40">
              <a:extLst>
                <a:ext uri="{FF2B5EF4-FFF2-40B4-BE49-F238E27FC236}">
                  <a16:creationId xmlns:a16="http://schemas.microsoft.com/office/drawing/2014/main" id="{D1268D15-2F34-434D-91FB-EFF6E0FF3F4D}"/>
                </a:ext>
              </a:extLst>
            </p:cNvPr>
            <p:cNvCxnSpPr/>
            <p:nvPr/>
          </p:nvCxnSpPr>
          <p:spPr>
            <a:xfrm flipV="1">
              <a:off x="8152156" y="1991245"/>
              <a:ext cx="0" cy="467139"/>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3" name="组合 12">
            <a:extLst>
              <a:ext uri="{FF2B5EF4-FFF2-40B4-BE49-F238E27FC236}">
                <a16:creationId xmlns:a16="http://schemas.microsoft.com/office/drawing/2014/main" id="{197A39FD-BEC4-4A02-B207-F1448072D1C4}"/>
              </a:ext>
            </a:extLst>
          </p:cNvPr>
          <p:cNvGrpSpPr/>
          <p:nvPr/>
        </p:nvGrpSpPr>
        <p:grpSpPr>
          <a:xfrm>
            <a:off x="10504210" y="1581867"/>
            <a:ext cx="1257022" cy="500241"/>
            <a:chOff x="10504210" y="1969217"/>
            <a:chExt cx="1257022" cy="500241"/>
          </a:xfrm>
        </p:grpSpPr>
        <p:cxnSp>
          <p:nvCxnSpPr>
            <p:cNvPr id="27" name="直接连接符 26">
              <a:extLst>
                <a:ext uri="{FF2B5EF4-FFF2-40B4-BE49-F238E27FC236}">
                  <a16:creationId xmlns:a16="http://schemas.microsoft.com/office/drawing/2014/main" id="{8BBF4108-1BD2-408F-80D9-ED61891098CD}"/>
                </a:ext>
              </a:extLst>
            </p:cNvPr>
            <p:cNvCxnSpPr/>
            <p:nvPr/>
          </p:nvCxnSpPr>
          <p:spPr>
            <a:xfrm flipV="1">
              <a:off x="11761232" y="1991246"/>
              <a:ext cx="0" cy="467139"/>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0" name="直接箭头连接符 29">
              <a:extLst>
                <a:ext uri="{FF2B5EF4-FFF2-40B4-BE49-F238E27FC236}">
                  <a16:creationId xmlns:a16="http://schemas.microsoft.com/office/drawing/2014/main" id="{AEE217B9-AE76-47E8-B744-667B709763A4}"/>
                </a:ext>
              </a:extLst>
            </p:cNvPr>
            <p:cNvCxnSpPr>
              <a:cxnSpLocks/>
            </p:cNvCxnSpPr>
            <p:nvPr/>
          </p:nvCxnSpPr>
          <p:spPr>
            <a:xfrm>
              <a:off x="10510560" y="2159077"/>
              <a:ext cx="1250672" cy="0"/>
            </a:xfrm>
            <a:prstGeom prst="straightConnector1">
              <a:avLst/>
            </a:prstGeom>
            <a:ln w="12700">
              <a:solidFill>
                <a:schemeClr val="tx1"/>
              </a:solidFill>
              <a:headEnd type="triangle" w="lg" len="lg"/>
              <a:tailEnd type="triangle" w="lg" len="lg"/>
            </a:ln>
          </p:spPr>
          <p:style>
            <a:lnRef idx="1">
              <a:schemeClr val="accent1"/>
            </a:lnRef>
            <a:fillRef idx="0">
              <a:schemeClr val="accent1"/>
            </a:fillRef>
            <a:effectRef idx="0">
              <a:schemeClr val="accent1"/>
            </a:effectRef>
            <a:fontRef idx="minor">
              <a:schemeClr val="tx1"/>
            </a:fontRef>
          </p:style>
        </p:cxnSp>
        <p:sp>
          <p:nvSpPr>
            <p:cNvPr id="33" name="文本框 32">
              <a:extLst>
                <a:ext uri="{FF2B5EF4-FFF2-40B4-BE49-F238E27FC236}">
                  <a16:creationId xmlns:a16="http://schemas.microsoft.com/office/drawing/2014/main" id="{A19752B0-AD16-4259-BE78-F50CC620D31A}"/>
                </a:ext>
              </a:extLst>
            </p:cNvPr>
            <p:cNvSpPr txBox="1"/>
            <p:nvPr/>
          </p:nvSpPr>
          <p:spPr>
            <a:xfrm>
              <a:off x="10802793" y="1969217"/>
              <a:ext cx="666206" cy="369332"/>
            </a:xfrm>
            <a:prstGeom prst="rect">
              <a:avLst/>
            </a:prstGeom>
            <a:solidFill>
              <a:schemeClr val="bg1"/>
            </a:solidFill>
          </p:spPr>
          <p:txBody>
            <a:bodyPr wrap="square" rtlCol="0">
              <a:spAutoFit/>
            </a:bodyPr>
            <a:lstStyle/>
            <a:p>
              <a:pPr algn="ctr"/>
              <a:r>
                <a:rPr lang="zh-CN" altLang="en-US" b="1" dirty="0">
                  <a:latin typeface="+mn-ea"/>
                </a:rPr>
                <a:t>帧尾</a:t>
              </a:r>
            </a:p>
          </p:txBody>
        </p:sp>
        <p:cxnSp>
          <p:nvCxnSpPr>
            <p:cNvPr id="43" name="直接连接符 42">
              <a:extLst>
                <a:ext uri="{FF2B5EF4-FFF2-40B4-BE49-F238E27FC236}">
                  <a16:creationId xmlns:a16="http://schemas.microsoft.com/office/drawing/2014/main" id="{3DACA377-8FFB-4E7B-9FC0-CB508C52232F}"/>
                </a:ext>
              </a:extLst>
            </p:cNvPr>
            <p:cNvCxnSpPr/>
            <p:nvPr/>
          </p:nvCxnSpPr>
          <p:spPr>
            <a:xfrm flipV="1">
              <a:off x="10504210" y="2002319"/>
              <a:ext cx="0" cy="467139"/>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grpSp>
      <p:graphicFrame>
        <p:nvGraphicFramePr>
          <p:cNvPr id="5" name="表格 6">
            <a:extLst>
              <a:ext uri="{FF2B5EF4-FFF2-40B4-BE49-F238E27FC236}">
                <a16:creationId xmlns:a16="http://schemas.microsoft.com/office/drawing/2014/main" id="{A9DE5AC4-8FCB-4127-8562-3075F2061123}"/>
              </a:ext>
            </a:extLst>
          </p:cNvPr>
          <p:cNvGraphicFramePr>
            <a:graphicFrameLocks noGrp="1"/>
          </p:cNvGraphicFramePr>
          <p:nvPr/>
        </p:nvGraphicFramePr>
        <p:xfrm>
          <a:off x="465421" y="4201631"/>
          <a:ext cx="11292504" cy="2082800"/>
        </p:xfrm>
        <a:graphic>
          <a:graphicData uri="http://schemas.openxmlformats.org/drawingml/2006/table">
            <a:tbl>
              <a:tblPr firstRow="1" bandRow="1">
                <a:tableStyleId>{5C22544A-7EE6-4342-B048-85BDC9FD1C3A}</a:tableStyleId>
              </a:tblPr>
              <a:tblGrid>
                <a:gridCol w="1882084">
                  <a:extLst>
                    <a:ext uri="{9D8B030D-6E8A-4147-A177-3AD203B41FA5}">
                      <a16:colId xmlns:a16="http://schemas.microsoft.com/office/drawing/2014/main" val="3103042392"/>
                    </a:ext>
                  </a:extLst>
                </a:gridCol>
                <a:gridCol w="1882084">
                  <a:extLst>
                    <a:ext uri="{9D8B030D-6E8A-4147-A177-3AD203B41FA5}">
                      <a16:colId xmlns:a16="http://schemas.microsoft.com/office/drawing/2014/main" val="2087228497"/>
                    </a:ext>
                  </a:extLst>
                </a:gridCol>
                <a:gridCol w="1882084">
                  <a:extLst>
                    <a:ext uri="{9D8B030D-6E8A-4147-A177-3AD203B41FA5}">
                      <a16:colId xmlns:a16="http://schemas.microsoft.com/office/drawing/2014/main" val="84240653"/>
                    </a:ext>
                  </a:extLst>
                </a:gridCol>
                <a:gridCol w="1882084">
                  <a:extLst>
                    <a:ext uri="{9D8B030D-6E8A-4147-A177-3AD203B41FA5}">
                      <a16:colId xmlns:a16="http://schemas.microsoft.com/office/drawing/2014/main" val="2261594769"/>
                    </a:ext>
                  </a:extLst>
                </a:gridCol>
                <a:gridCol w="1882084">
                  <a:extLst>
                    <a:ext uri="{9D8B030D-6E8A-4147-A177-3AD203B41FA5}">
                      <a16:colId xmlns:a16="http://schemas.microsoft.com/office/drawing/2014/main" val="2445399641"/>
                    </a:ext>
                  </a:extLst>
                </a:gridCol>
                <a:gridCol w="1882084">
                  <a:extLst>
                    <a:ext uri="{9D8B030D-6E8A-4147-A177-3AD203B41FA5}">
                      <a16:colId xmlns:a16="http://schemas.microsoft.com/office/drawing/2014/main" val="1684480732"/>
                    </a:ext>
                  </a:extLst>
                </a:gridCol>
              </a:tblGrid>
              <a:tr h="416560">
                <a:tc>
                  <a:txBody>
                    <a:bodyPr/>
                    <a:lstStyle/>
                    <a:p>
                      <a:pPr algn="ctr"/>
                      <a:r>
                        <a:rPr lang="zh-CN" altLang="en-US" b="1" dirty="0">
                          <a:solidFill>
                            <a:schemeClr val="tx1"/>
                          </a:solidFill>
                        </a:rPr>
                        <a:t>去往</a:t>
                      </a:r>
                      <a:r>
                        <a:rPr lang="en-US" altLang="zh-CN" b="1" dirty="0">
                          <a:solidFill>
                            <a:schemeClr val="tx1"/>
                          </a:solidFill>
                        </a:rPr>
                        <a:t>DS</a:t>
                      </a:r>
                      <a:endParaRPr lang="zh-CN" altLang="en-US" b="1" dirty="0">
                        <a:solidFill>
                          <a:schemeClr val="tx1"/>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ctr"/>
                      <a:r>
                        <a:rPr lang="zh-CN" altLang="en-US" b="1" dirty="0">
                          <a:solidFill>
                            <a:schemeClr val="tx1"/>
                          </a:solidFill>
                        </a:rPr>
                        <a:t>来自</a:t>
                      </a:r>
                      <a:r>
                        <a:rPr lang="en-US" altLang="zh-CN" b="1" dirty="0">
                          <a:solidFill>
                            <a:schemeClr val="tx1"/>
                          </a:solidFill>
                        </a:rPr>
                        <a:t>DS</a:t>
                      </a:r>
                      <a:endParaRPr lang="zh-CN" altLang="en-US" b="1" dirty="0">
                        <a:solidFill>
                          <a:schemeClr val="tx1"/>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ctr"/>
                      <a:r>
                        <a:rPr lang="zh-CN" altLang="en-US" b="1" dirty="0">
                          <a:solidFill>
                            <a:schemeClr val="tx1"/>
                          </a:solidFill>
                        </a:rPr>
                        <a:t>地址</a:t>
                      </a:r>
                      <a:r>
                        <a:rPr lang="en-US" altLang="zh-CN" b="1" dirty="0">
                          <a:solidFill>
                            <a:schemeClr val="tx1"/>
                          </a:solidFill>
                        </a:rPr>
                        <a:t>1</a:t>
                      </a:r>
                      <a:endParaRPr lang="zh-CN" altLang="en-US" b="1" dirty="0">
                        <a:solidFill>
                          <a:schemeClr val="tx1"/>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ctr"/>
                      <a:r>
                        <a:rPr lang="zh-CN" altLang="en-US" b="1" dirty="0">
                          <a:solidFill>
                            <a:schemeClr val="tx1"/>
                          </a:solidFill>
                        </a:rPr>
                        <a:t>地址</a:t>
                      </a:r>
                      <a:r>
                        <a:rPr lang="en-US" altLang="zh-CN" b="1" dirty="0">
                          <a:solidFill>
                            <a:schemeClr val="tx1"/>
                          </a:solidFill>
                        </a:rPr>
                        <a:t>2</a:t>
                      </a:r>
                      <a:endParaRPr lang="zh-CN" altLang="en-US" b="1" dirty="0">
                        <a:solidFill>
                          <a:schemeClr val="tx1"/>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ctr"/>
                      <a:r>
                        <a:rPr lang="zh-CN" altLang="en-US" b="1" dirty="0">
                          <a:solidFill>
                            <a:schemeClr val="tx1"/>
                          </a:solidFill>
                        </a:rPr>
                        <a:t>地址</a:t>
                      </a:r>
                      <a:r>
                        <a:rPr lang="en-US" altLang="zh-CN" b="1" dirty="0">
                          <a:solidFill>
                            <a:schemeClr val="tx1"/>
                          </a:solidFill>
                        </a:rPr>
                        <a:t>3</a:t>
                      </a:r>
                      <a:endParaRPr lang="zh-CN" altLang="en-US" b="1" dirty="0">
                        <a:solidFill>
                          <a:schemeClr val="tx1"/>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ctr"/>
                      <a:r>
                        <a:rPr lang="zh-CN" altLang="en-US" b="1" dirty="0">
                          <a:solidFill>
                            <a:schemeClr val="tx1"/>
                          </a:solidFill>
                        </a:rPr>
                        <a:t>地址</a:t>
                      </a:r>
                      <a:r>
                        <a:rPr lang="en-US" altLang="zh-CN" b="1" dirty="0">
                          <a:solidFill>
                            <a:schemeClr val="tx1"/>
                          </a:solidFill>
                        </a:rPr>
                        <a:t>4</a:t>
                      </a:r>
                      <a:endParaRPr lang="zh-CN" altLang="en-US" b="1" dirty="0">
                        <a:solidFill>
                          <a:schemeClr val="tx1"/>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extLst>
                  <a:ext uri="{0D108BD9-81ED-4DB2-BD59-A6C34878D82A}">
                    <a16:rowId xmlns:a16="http://schemas.microsoft.com/office/drawing/2014/main" val="1814403255"/>
                  </a:ext>
                </a:extLst>
              </a:tr>
              <a:tr h="416560">
                <a:tc>
                  <a:txBody>
                    <a:bodyPr/>
                    <a:lstStyle/>
                    <a:p>
                      <a:pPr algn="ctr"/>
                      <a:r>
                        <a:rPr lang="en-US" altLang="zh-CN" b="1" dirty="0">
                          <a:solidFill>
                            <a:schemeClr val="tx1"/>
                          </a:solidFill>
                        </a:rPr>
                        <a:t>0</a:t>
                      </a:r>
                      <a:endParaRPr lang="zh-CN" altLang="en-US" b="1" dirty="0">
                        <a:solidFill>
                          <a:schemeClr val="tx1"/>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ctr"/>
                      <a:r>
                        <a:rPr lang="en-US" altLang="zh-CN" b="1" dirty="0">
                          <a:solidFill>
                            <a:schemeClr val="tx1"/>
                          </a:solidFill>
                        </a:rPr>
                        <a:t>0</a:t>
                      </a:r>
                      <a:endParaRPr lang="zh-CN" altLang="en-US" b="1" dirty="0">
                        <a:solidFill>
                          <a:schemeClr val="tx1"/>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ctr"/>
                      <a:r>
                        <a:rPr lang="zh-CN" altLang="en-US" b="1" dirty="0">
                          <a:solidFill>
                            <a:schemeClr val="tx1"/>
                          </a:solidFill>
                        </a:rPr>
                        <a:t>目的地址</a:t>
                      </a: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ctr"/>
                      <a:r>
                        <a:rPr lang="zh-CN" altLang="en-US" b="1" dirty="0">
                          <a:solidFill>
                            <a:schemeClr val="tx1"/>
                          </a:solidFill>
                        </a:rPr>
                        <a:t>源地址</a:t>
                      </a: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ctr"/>
                      <a:r>
                        <a:rPr lang="en-US" altLang="zh-CN" b="1" dirty="0">
                          <a:solidFill>
                            <a:schemeClr val="tx1"/>
                          </a:solidFill>
                        </a:rPr>
                        <a:t>BSSID</a:t>
                      </a:r>
                      <a:endParaRPr lang="zh-CN" altLang="en-US" b="1" dirty="0">
                        <a:solidFill>
                          <a:schemeClr val="tx1"/>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ctr"/>
                      <a:r>
                        <a:rPr lang="zh-CN" altLang="en-US" b="1" dirty="0">
                          <a:solidFill>
                            <a:schemeClr val="tx1"/>
                          </a:solidFill>
                        </a:rPr>
                        <a:t>未被使用</a:t>
                      </a: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extLst>
                  <a:ext uri="{0D108BD9-81ED-4DB2-BD59-A6C34878D82A}">
                    <a16:rowId xmlns:a16="http://schemas.microsoft.com/office/drawing/2014/main" val="3450390424"/>
                  </a:ext>
                </a:extLst>
              </a:tr>
              <a:tr h="416560">
                <a:tc>
                  <a:txBody>
                    <a:bodyPr/>
                    <a:lstStyle/>
                    <a:p>
                      <a:pPr algn="ctr"/>
                      <a:r>
                        <a:rPr lang="en-US" altLang="zh-CN" b="1" dirty="0">
                          <a:solidFill>
                            <a:schemeClr val="tx1"/>
                          </a:solidFill>
                        </a:rPr>
                        <a:t>0</a:t>
                      </a:r>
                      <a:endParaRPr lang="zh-CN" altLang="en-US" b="1" dirty="0">
                        <a:solidFill>
                          <a:schemeClr val="tx1"/>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ctr"/>
                      <a:r>
                        <a:rPr lang="en-US" altLang="zh-CN" b="1" dirty="0">
                          <a:solidFill>
                            <a:schemeClr val="tx1"/>
                          </a:solidFill>
                        </a:rPr>
                        <a:t>1</a:t>
                      </a:r>
                      <a:endParaRPr lang="zh-CN" altLang="en-US" b="1" dirty="0">
                        <a:solidFill>
                          <a:schemeClr val="tx1"/>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ctr"/>
                      <a:r>
                        <a:rPr lang="zh-CN" altLang="en-US" b="1" dirty="0">
                          <a:solidFill>
                            <a:schemeClr val="tx1"/>
                          </a:solidFill>
                        </a:rPr>
                        <a:t>目的地址</a:t>
                      </a: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ctr"/>
                      <a:r>
                        <a:rPr lang="zh-CN" altLang="en-US" b="1" dirty="0">
                          <a:solidFill>
                            <a:schemeClr val="tx1"/>
                          </a:solidFill>
                        </a:rPr>
                        <a:t>发送</a:t>
                      </a:r>
                      <a:r>
                        <a:rPr lang="en-US" altLang="zh-CN" b="1" dirty="0">
                          <a:solidFill>
                            <a:schemeClr val="tx1"/>
                          </a:solidFill>
                        </a:rPr>
                        <a:t>AP</a:t>
                      </a:r>
                      <a:r>
                        <a:rPr lang="zh-CN" altLang="en-US" b="1" dirty="0">
                          <a:solidFill>
                            <a:schemeClr val="tx1"/>
                          </a:solidFill>
                        </a:rPr>
                        <a:t>地址</a:t>
                      </a: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ctr"/>
                      <a:r>
                        <a:rPr lang="zh-CN" altLang="en-US" b="1" dirty="0">
                          <a:solidFill>
                            <a:schemeClr val="tx1"/>
                          </a:solidFill>
                        </a:rPr>
                        <a:t>源地址</a:t>
                      </a: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ctr"/>
                      <a:r>
                        <a:rPr lang="zh-CN" altLang="en-US" b="1" dirty="0">
                          <a:solidFill>
                            <a:schemeClr val="tx1"/>
                          </a:solidFill>
                        </a:rPr>
                        <a:t>未被使用</a:t>
                      </a: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extLst>
                  <a:ext uri="{0D108BD9-81ED-4DB2-BD59-A6C34878D82A}">
                    <a16:rowId xmlns:a16="http://schemas.microsoft.com/office/drawing/2014/main" val="958927697"/>
                  </a:ext>
                </a:extLst>
              </a:tr>
              <a:tr h="416560">
                <a:tc>
                  <a:txBody>
                    <a:bodyPr/>
                    <a:lstStyle/>
                    <a:p>
                      <a:pPr algn="ctr"/>
                      <a:r>
                        <a:rPr lang="en-US" altLang="zh-CN" b="1" dirty="0">
                          <a:solidFill>
                            <a:schemeClr val="tx1"/>
                          </a:solidFill>
                        </a:rPr>
                        <a:t>1</a:t>
                      </a:r>
                      <a:endParaRPr lang="zh-CN" altLang="en-US" b="1" dirty="0">
                        <a:solidFill>
                          <a:schemeClr val="tx1"/>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ctr"/>
                      <a:r>
                        <a:rPr lang="en-US" altLang="zh-CN" b="1" dirty="0">
                          <a:solidFill>
                            <a:schemeClr val="tx1"/>
                          </a:solidFill>
                        </a:rPr>
                        <a:t>0</a:t>
                      </a:r>
                      <a:endParaRPr lang="zh-CN" altLang="en-US" b="1" dirty="0">
                        <a:solidFill>
                          <a:schemeClr val="tx1"/>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ctr"/>
                      <a:r>
                        <a:rPr lang="zh-CN" altLang="en-US" b="1" dirty="0">
                          <a:solidFill>
                            <a:schemeClr val="tx1"/>
                          </a:solidFill>
                        </a:rPr>
                        <a:t>接收</a:t>
                      </a:r>
                      <a:r>
                        <a:rPr lang="en-US" altLang="zh-CN" b="1" dirty="0">
                          <a:solidFill>
                            <a:schemeClr val="tx1"/>
                          </a:solidFill>
                        </a:rPr>
                        <a:t>AP</a:t>
                      </a:r>
                      <a:r>
                        <a:rPr lang="zh-CN" altLang="en-US" b="1" dirty="0">
                          <a:solidFill>
                            <a:schemeClr val="tx1"/>
                          </a:solidFill>
                        </a:rPr>
                        <a:t>地址</a:t>
                      </a: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ctr"/>
                      <a:r>
                        <a:rPr lang="zh-CN" altLang="en-US" b="1" dirty="0">
                          <a:solidFill>
                            <a:schemeClr val="tx1"/>
                          </a:solidFill>
                        </a:rPr>
                        <a:t>源地址</a:t>
                      </a: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ctr"/>
                      <a:r>
                        <a:rPr lang="zh-CN" altLang="en-US" b="1" dirty="0">
                          <a:solidFill>
                            <a:schemeClr val="tx1"/>
                          </a:solidFill>
                        </a:rPr>
                        <a:t>目的地址</a:t>
                      </a: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ctr"/>
                      <a:r>
                        <a:rPr lang="zh-CN" altLang="en-US" b="1" dirty="0">
                          <a:solidFill>
                            <a:schemeClr val="tx1"/>
                          </a:solidFill>
                        </a:rPr>
                        <a:t>未被使用</a:t>
                      </a: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extLst>
                  <a:ext uri="{0D108BD9-81ED-4DB2-BD59-A6C34878D82A}">
                    <a16:rowId xmlns:a16="http://schemas.microsoft.com/office/drawing/2014/main" val="1552086766"/>
                  </a:ext>
                </a:extLst>
              </a:tr>
              <a:tr h="416560">
                <a:tc>
                  <a:txBody>
                    <a:bodyPr/>
                    <a:lstStyle/>
                    <a:p>
                      <a:pPr algn="ctr"/>
                      <a:r>
                        <a:rPr lang="en-US" altLang="zh-CN" b="1" dirty="0">
                          <a:solidFill>
                            <a:schemeClr val="tx1"/>
                          </a:solidFill>
                        </a:rPr>
                        <a:t>1</a:t>
                      </a:r>
                      <a:endParaRPr lang="zh-CN" altLang="en-US" b="1" dirty="0">
                        <a:solidFill>
                          <a:schemeClr val="tx1"/>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ctr"/>
                      <a:r>
                        <a:rPr lang="en-US" altLang="zh-CN" b="1" dirty="0">
                          <a:solidFill>
                            <a:schemeClr val="tx1"/>
                          </a:solidFill>
                        </a:rPr>
                        <a:t>1</a:t>
                      </a:r>
                      <a:endParaRPr lang="zh-CN" altLang="en-US" b="1" dirty="0">
                        <a:solidFill>
                          <a:schemeClr val="tx1"/>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ctr"/>
                      <a:r>
                        <a:rPr lang="zh-CN" altLang="en-US" b="1" dirty="0">
                          <a:solidFill>
                            <a:schemeClr val="tx1"/>
                          </a:solidFill>
                        </a:rPr>
                        <a:t>接收</a:t>
                      </a:r>
                      <a:r>
                        <a:rPr lang="en-US" altLang="zh-CN" b="1" dirty="0">
                          <a:solidFill>
                            <a:schemeClr val="tx1"/>
                          </a:solidFill>
                        </a:rPr>
                        <a:t>AP</a:t>
                      </a:r>
                      <a:r>
                        <a:rPr lang="zh-CN" altLang="en-US" b="1" dirty="0">
                          <a:solidFill>
                            <a:schemeClr val="tx1"/>
                          </a:solidFill>
                        </a:rPr>
                        <a:t>地址</a:t>
                      </a: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ctr"/>
                      <a:r>
                        <a:rPr lang="zh-CN" altLang="en-US" b="1" dirty="0">
                          <a:solidFill>
                            <a:schemeClr val="tx1"/>
                          </a:solidFill>
                        </a:rPr>
                        <a:t>发送</a:t>
                      </a:r>
                      <a:r>
                        <a:rPr lang="en-US" altLang="zh-CN" b="1" dirty="0">
                          <a:solidFill>
                            <a:schemeClr val="tx1"/>
                          </a:solidFill>
                        </a:rPr>
                        <a:t>AP</a:t>
                      </a:r>
                      <a:r>
                        <a:rPr lang="zh-CN" altLang="en-US" b="1" dirty="0">
                          <a:solidFill>
                            <a:schemeClr val="tx1"/>
                          </a:solidFill>
                        </a:rPr>
                        <a:t>地址</a:t>
                      </a: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ctr"/>
                      <a:r>
                        <a:rPr lang="zh-CN" altLang="en-US" b="1" dirty="0">
                          <a:solidFill>
                            <a:schemeClr val="tx1"/>
                          </a:solidFill>
                        </a:rPr>
                        <a:t>目的地址</a:t>
                      </a: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ctr"/>
                      <a:r>
                        <a:rPr lang="zh-CN" altLang="en-US" b="1" dirty="0">
                          <a:solidFill>
                            <a:schemeClr val="tx1"/>
                          </a:solidFill>
                        </a:rPr>
                        <a:t>源地址</a:t>
                      </a: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extLst>
                  <a:ext uri="{0D108BD9-81ED-4DB2-BD59-A6C34878D82A}">
                    <a16:rowId xmlns:a16="http://schemas.microsoft.com/office/drawing/2014/main" val="3262221620"/>
                  </a:ext>
                </a:extLst>
              </a:tr>
            </a:tbl>
          </a:graphicData>
        </a:graphic>
      </p:graphicFrame>
      <p:sp>
        <p:nvSpPr>
          <p:cNvPr id="7" name="文本框 6">
            <a:extLst>
              <a:ext uri="{FF2B5EF4-FFF2-40B4-BE49-F238E27FC236}">
                <a16:creationId xmlns:a16="http://schemas.microsoft.com/office/drawing/2014/main" id="{0BC30EDF-F171-4CA6-86BE-CC21416E3481}"/>
              </a:ext>
            </a:extLst>
          </p:cNvPr>
          <p:cNvSpPr txBox="1"/>
          <p:nvPr/>
        </p:nvSpPr>
        <p:spPr>
          <a:xfrm>
            <a:off x="3124200" y="3764973"/>
            <a:ext cx="5944500" cy="369332"/>
          </a:xfrm>
          <a:prstGeom prst="rect">
            <a:avLst/>
          </a:prstGeom>
          <a:noFill/>
        </p:spPr>
        <p:txBody>
          <a:bodyPr wrap="square" rtlCol="0">
            <a:spAutoFit/>
          </a:bodyPr>
          <a:lstStyle/>
          <a:p>
            <a:pPr algn="ctr"/>
            <a:r>
              <a:rPr lang="en-US" altLang="zh-CN" b="1" dirty="0">
                <a:latin typeface="Arial Narrow" panose="020B0606020202030204" pitchFamily="34" charset="0"/>
              </a:rPr>
              <a:t>802.11</a:t>
            </a:r>
            <a:r>
              <a:rPr lang="zh-CN" altLang="en-US" b="1" dirty="0">
                <a:latin typeface="Arial Narrow" panose="020B0606020202030204" pitchFamily="34" charset="0"/>
              </a:rPr>
              <a:t>无线局域网数据帧地址字段的</a:t>
            </a:r>
            <a:r>
              <a:rPr lang="en-US" altLang="zh-CN" b="1" dirty="0">
                <a:latin typeface="Arial Narrow" panose="020B0606020202030204" pitchFamily="34" charset="0"/>
              </a:rPr>
              <a:t>4</a:t>
            </a:r>
            <a:r>
              <a:rPr lang="zh-CN" altLang="en-US" b="1" dirty="0">
                <a:latin typeface="Arial Narrow" panose="020B0606020202030204" pitchFamily="34" charset="0"/>
              </a:rPr>
              <a:t>种使用情况</a:t>
            </a:r>
          </a:p>
        </p:txBody>
      </p:sp>
      <p:sp>
        <p:nvSpPr>
          <p:cNvPr id="11" name="矩形 10">
            <a:extLst>
              <a:ext uri="{FF2B5EF4-FFF2-40B4-BE49-F238E27FC236}">
                <a16:creationId xmlns:a16="http://schemas.microsoft.com/office/drawing/2014/main" id="{53682F62-12B5-4A7A-AD2C-B3981AA58350}"/>
              </a:ext>
            </a:extLst>
          </p:cNvPr>
          <p:cNvSpPr/>
          <p:nvPr/>
        </p:nvSpPr>
        <p:spPr>
          <a:xfrm>
            <a:off x="465421" y="5044424"/>
            <a:ext cx="11292504" cy="810276"/>
          </a:xfrm>
          <a:prstGeom prst="rect">
            <a:avLst/>
          </a:prstGeom>
          <a:solidFill>
            <a:schemeClr val="accent1">
              <a:alpha val="34000"/>
            </a:schemeClr>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35" name="平行四边形 34">
            <a:extLst>
              <a:ext uri="{FF2B5EF4-FFF2-40B4-BE49-F238E27FC236}">
                <a16:creationId xmlns:a16="http://schemas.microsoft.com/office/drawing/2014/main" id="{3D0BB965-CEBE-7CF3-30CB-3087C24BDE85}"/>
              </a:ext>
            </a:extLst>
          </p:cNvPr>
          <p:cNvSpPr/>
          <p:nvPr/>
        </p:nvSpPr>
        <p:spPr>
          <a:xfrm>
            <a:off x="304800" y="749300"/>
            <a:ext cx="723900" cy="387090"/>
          </a:xfrm>
          <a:prstGeom prst="parallelogram">
            <a:avLst/>
          </a:prstGeom>
          <a:solidFill>
            <a:schemeClr val="accent3">
              <a:lumMod val="75000"/>
            </a:schemeClr>
          </a:solidFill>
          <a:ln>
            <a:solidFill>
              <a:schemeClr val="accent3">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CN" sz="2200" dirty="0">
                <a:latin typeface="Impact" panose="020B0806030902050204" pitchFamily="34" charset="0"/>
              </a:rPr>
              <a:t>05</a:t>
            </a:r>
            <a:endParaRPr lang="zh-CN" altLang="en-US" sz="2200" dirty="0">
              <a:latin typeface="Impact" panose="020B0806030902050204" pitchFamily="34" charset="0"/>
            </a:endParaRPr>
          </a:p>
        </p:txBody>
      </p:sp>
    </p:spTree>
    <p:custDataLst>
      <p:tags r:id="rId1"/>
    </p:custDataLst>
    <p:extLst>
      <p:ext uri="{BB962C8B-B14F-4D97-AF65-F5344CB8AC3E}">
        <p14:creationId xmlns:p14="http://schemas.microsoft.com/office/powerpoint/2010/main" val="3066246805"/>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47" presetClass="entr" presetSubtype="0" fill="hold" nodeType="withEffect">
                                  <p:stCondLst>
                                    <p:cond delay="0"/>
                                  </p:stCondLst>
                                  <p:childTnLst>
                                    <p:set>
                                      <p:cBhvr>
                                        <p:cTn id="6" dur="1" fill="hold">
                                          <p:stCondLst>
                                            <p:cond delay="0"/>
                                          </p:stCondLst>
                                        </p:cTn>
                                        <p:tgtEl>
                                          <p:spTgt spid="5"/>
                                        </p:tgtEl>
                                        <p:attrNameLst>
                                          <p:attrName>style.visibility</p:attrName>
                                        </p:attrNameLst>
                                      </p:cBhvr>
                                      <p:to>
                                        <p:strVal val="visible"/>
                                      </p:to>
                                    </p:set>
                                    <p:animEffect transition="in" filter="fade">
                                      <p:cBhvr>
                                        <p:cTn id="7" dur="1000"/>
                                        <p:tgtEl>
                                          <p:spTgt spid="5"/>
                                        </p:tgtEl>
                                      </p:cBhvr>
                                    </p:animEffect>
                                    <p:anim calcmode="lin" valueType="num">
                                      <p:cBhvr>
                                        <p:cTn id="8" dur="1000" fill="hold"/>
                                        <p:tgtEl>
                                          <p:spTgt spid="5"/>
                                        </p:tgtEl>
                                        <p:attrNameLst>
                                          <p:attrName>ppt_x</p:attrName>
                                        </p:attrNameLst>
                                      </p:cBhvr>
                                      <p:tavLst>
                                        <p:tav tm="0">
                                          <p:val>
                                            <p:strVal val="#ppt_x"/>
                                          </p:val>
                                        </p:tav>
                                        <p:tav tm="100000">
                                          <p:val>
                                            <p:strVal val="#ppt_x"/>
                                          </p:val>
                                        </p:tav>
                                      </p:tavLst>
                                    </p:anim>
                                    <p:anim calcmode="lin" valueType="num">
                                      <p:cBhvr>
                                        <p:cTn id="9" dur="1000" fill="hold"/>
                                        <p:tgtEl>
                                          <p:spTgt spid="5"/>
                                        </p:tgtEl>
                                        <p:attrNameLst>
                                          <p:attrName>ppt_y</p:attrName>
                                        </p:attrNameLst>
                                      </p:cBhvr>
                                      <p:tavLst>
                                        <p:tav tm="0">
                                          <p:val>
                                            <p:strVal val="#ppt_y-.1"/>
                                          </p:val>
                                        </p:tav>
                                        <p:tav tm="100000">
                                          <p:val>
                                            <p:strVal val="#ppt_y"/>
                                          </p:val>
                                        </p:tav>
                                      </p:tavLst>
                                    </p:anim>
                                  </p:childTnLst>
                                </p:cTn>
                              </p:par>
                              <p:par>
                                <p:cTn id="10" presetID="47" presetClass="entr" presetSubtype="0" fill="hold" grpId="0" nodeType="withEffect">
                                  <p:stCondLst>
                                    <p:cond delay="0"/>
                                  </p:stCondLst>
                                  <p:childTnLst>
                                    <p:set>
                                      <p:cBhvr>
                                        <p:cTn id="11" dur="1" fill="hold">
                                          <p:stCondLst>
                                            <p:cond delay="0"/>
                                          </p:stCondLst>
                                        </p:cTn>
                                        <p:tgtEl>
                                          <p:spTgt spid="7"/>
                                        </p:tgtEl>
                                        <p:attrNameLst>
                                          <p:attrName>style.visibility</p:attrName>
                                        </p:attrNameLst>
                                      </p:cBhvr>
                                      <p:to>
                                        <p:strVal val="visible"/>
                                      </p:to>
                                    </p:set>
                                    <p:animEffect transition="in" filter="fade">
                                      <p:cBhvr>
                                        <p:cTn id="12" dur="1000"/>
                                        <p:tgtEl>
                                          <p:spTgt spid="7"/>
                                        </p:tgtEl>
                                      </p:cBhvr>
                                    </p:animEffect>
                                    <p:anim calcmode="lin" valueType="num">
                                      <p:cBhvr>
                                        <p:cTn id="13" dur="1000" fill="hold"/>
                                        <p:tgtEl>
                                          <p:spTgt spid="7"/>
                                        </p:tgtEl>
                                        <p:attrNameLst>
                                          <p:attrName>ppt_x</p:attrName>
                                        </p:attrNameLst>
                                      </p:cBhvr>
                                      <p:tavLst>
                                        <p:tav tm="0">
                                          <p:val>
                                            <p:strVal val="#ppt_x"/>
                                          </p:val>
                                        </p:tav>
                                        <p:tav tm="100000">
                                          <p:val>
                                            <p:strVal val="#ppt_x"/>
                                          </p:val>
                                        </p:tav>
                                      </p:tavLst>
                                    </p:anim>
                                    <p:anim calcmode="lin" valueType="num">
                                      <p:cBhvr>
                                        <p:cTn id="14" dur="1000" fill="hold"/>
                                        <p:tgtEl>
                                          <p:spTgt spid="7"/>
                                        </p:tgtEl>
                                        <p:attrNameLst>
                                          <p:attrName>ppt_y</p:attrName>
                                        </p:attrNameLst>
                                      </p:cBhvr>
                                      <p:tavLst>
                                        <p:tav tm="0">
                                          <p:val>
                                            <p:strVal val="#ppt_y-.1"/>
                                          </p:val>
                                        </p:tav>
                                        <p:tav tm="100000">
                                          <p:val>
                                            <p:strVal val="#ppt_y"/>
                                          </p:val>
                                        </p:tav>
                                      </p:tavLst>
                                    </p:anim>
                                  </p:childTnLst>
                                </p:cTn>
                              </p:par>
                            </p:childTnLst>
                          </p:cTn>
                        </p:par>
                      </p:childTnLst>
                    </p:cTn>
                  </p:par>
                  <p:par>
                    <p:cTn id="15" fill="hold">
                      <p:stCondLst>
                        <p:cond delay="indefinite"/>
                      </p:stCondLst>
                      <p:childTnLst>
                        <p:par>
                          <p:cTn id="16" fill="hold">
                            <p:stCondLst>
                              <p:cond delay="0"/>
                            </p:stCondLst>
                            <p:childTnLst>
                              <p:par>
                                <p:cTn id="17" presetID="22" presetClass="entr" presetSubtype="8" fill="hold" grpId="0" nodeType="clickEffect">
                                  <p:stCondLst>
                                    <p:cond delay="0"/>
                                  </p:stCondLst>
                                  <p:childTnLst>
                                    <p:set>
                                      <p:cBhvr>
                                        <p:cTn id="18" dur="1" fill="hold">
                                          <p:stCondLst>
                                            <p:cond delay="0"/>
                                          </p:stCondLst>
                                        </p:cTn>
                                        <p:tgtEl>
                                          <p:spTgt spid="11"/>
                                        </p:tgtEl>
                                        <p:attrNameLst>
                                          <p:attrName>style.visibility</p:attrName>
                                        </p:attrNameLst>
                                      </p:cBhvr>
                                      <p:to>
                                        <p:strVal val="visible"/>
                                      </p:to>
                                    </p:set>
                                    <p:animEffect transition="in" filter="wipe(left)">
                                      <p:cBhvr>
                                        <p:cTn id="19" dur="1000"/>
                                        <p:tgtEl>
                                          <p:spTgt spid="11"/>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7" grpId="0"/>
      <p:bldP spid="11" grpId="0" animBg="1"/>
    </p:bldLst>
  </p:timing>
</p:sld>
</file>

<file path=ppt/slides/slide57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4" name="组合 3">
            <a:extLst>
              <a:ext uri="{FF2B5EF4-FFF2-40B4-BE49-F238E27FC236}">
                <a16:creationId xmlns:a16="http://schemas.microsoft.com/office/drawing/2014/main" id="{9A1EA9F2-FCB6-48C3-935F-7AE7E3AD14AC}"/>
              </a:ext>
            </a:extLst>
          </p:cNvPr>
          <p:cNvGrpSpPr/>
          <p:nvPr/>
        </p:nvGrpSpPr>
        <p:grpSpPr>
          <a:xfrm>
            <a:off x="304800" y="749300"/>
            <a:ext cx="5791200" cy="400110"/>
            <a:chOff x="424117" y="898245"/>
            <a:chExt cx="5791200" cy="400110"/>
          </a:xfrm>
        </p:grpSpPr>
        <p:sp>
          <p:nvSpPr>
            <p:cNvPr id="2" name="平行四边形 1">
              <a:extLst>
                <a:ext uri="{FF2B5EF4-FFF2-40B4-BE49-F238E27FC236}">
                  <a16:creationId xmlns:a16="http://schemas.microsoft.com/office/drawing/2014/main" id="{1F5BAA3F-9845-4F89-A2DD-8222D3E4EDAC}"/>
                </a:ext>
              </a:extLst>
            </p:cNvPr>
            <p:cNvSpPr/>
            <p:nvPr/>
          </p:nvSpPr>
          <p:spPr>
            <a:xfrm>
              <a:off x="424117" y="898245"/>
              <a:ext cx="628306" cy="387090"/>
            </a:xfrm>
            <a:prstGeom prst="parallelogram">
              <a:avLst/>
            </a:prstGeom>
            <a:solidFill>
              <a:schemeClr val="accent3">
                <a:lumMod val="75000"/>
              </a:schemeClr>
            </a:solidFill>
            <a:ln>
              <a:solidFill>
                <a:schemeClr val="accent3">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CN" sz="2200" dirty="0">
                  <a:latin typeface="Impact" panose="020B0806030902050204" pitchFamily="34" charset="0"/>
                </a:rPr>
                <a:t>01</a:t>
              </a:r>
              <a:endParaRPr lang="zh-CN" altLang="en-US" sz="2200" dirty="0">
                <a:latin typeface="Impact" panose="020B0806030902050204" pitchFamily="34" charset="0"/>
              </a:endParaRPr>
            </a:p>
          </p:txBody>
        </p:sp>
        <p:sp>
          <p:nvSpPr>
            <p:cNvPr id="3" name="文本框 2">
              <a:extLst>
                <a:ext uri="{FF2B5EF4-FFF2-40B4-BE49-F238E27FC236}">
                  <a16:creationId xmlns:a16="http://schemas.microsoft.com/office/drawing/2014/main" id="{4D6BD736-A4D3-4F26-AFED-36E11F50F70B}"/>
                </a:ext>
              </a:extLst>
            </p:cNvPr>
            <p:cNvSpPr txBox="1"/>
            <p:nvPr/>
          </p:nvSpPr>
          <p:spPr>
            <a:xfrm>
              <a:off x="1052423" y="898245"/>
              <a:ext cx="5162894" cy="400110"/>
            </a:xfrm>
            <a:prstGeom prst="rect">
              <a:avLst/>
            </a:prstGeom>
            <a:noFill/>
          </p:spPr>
          <p:txBody>
            <a:bodyPr wrap="square" rtlCol="0">
              <a:spAutoFit/>
            </a:bodyPr>
            <a:lstStyle/>
            <a:p>
              <a:r>
                <a:rPr lang="en-US" altLang="zh-CN" sz="2000" b="1" dirty="0">
                  <a:solidFill>
                    <a:schemeClr val="tx1"/>
                  </a:solidFill>
                  <a:latin typeface="Arial Narrow" panose="020B0606020202030204" pitchFamily="34" charset="0"/>
                </a:rPr>
                <a:t>802.11</a:t>
              </a:r>
              <a:r>
                <a:rPr lang="zh-CN" altLang="en-US" sz="2000" b="1" dirty="0">
                  <a:solidFill>
                    <a:schemeClr val="tx1"/>
                  </a:solidFill>
                  <a:latin typeface="Arial Narrow" panose="020B0606020202030204" pitchFamily="34" charset="0"/>
                </a:rPr>
                <a:t>无线局域网的</a:t>
              </a:r>
              <a:r>
                <a:rPr lang="en-US" altLang="zh-CN" sz="2000" b="1" dirty="0">
                  <a:solidFill>
                    <a:schemeClr val="tx1"/>
                  </a:solidFill>
                  <a:latin typeface="Arial Narrow" panose="020B0606020202030204" pitchFamily="34" charset="0"/>
                </a:rPr>
                <a:t>MAC</a:t>
              </a:r>
              <a:r>
                <a:rPr lang="zh-CN" altLang="en-US" sz="2000" b="1" dirty="0">
                  <a:solidFill>
                    <a:schemeClr val="tx1"/>
                  </a:solidFill>
                  <a:latin typeface="Arial Narrow" panose="020B0606020202030204" pitchFamily="34" charset="0"/>
                </a:rPr>
                <a:t>帧</a:t>
              </a:r>
              <a:endParaRPr lang="en-US" altLang="zh-CN" sz="2000" b="1" dirty="0">
                <a:solidFill>
                  <a:schemeClr val="tx1"/>
                </a:solidFill>
                <a:latin typeface="Arial Narrow" panose="020B0606020202030204" pitchFamily="34" charset="0"/>
              </a:endParaRPr>
            </a:p>
          </p:txBody>
        </p:sp>
      </p:grpSp>
      <p:grpSp>
        <p:nvGrpSpPr>
          <p:cNvPr id="11" name="组合 10">
            <a:extLst>
              <a:ext uri="{FF2B5EF4-FFF2-40B4-BE49-F238E27FC236}">
                <a16:creationId xmlns:a16="http://schemas.microsoft.com/office/drawing/2014/main" id="{74C8B553-4069-4132-8B54-4FABB5A4B891}"/>
              </a:ext>
            </a:extLst>
          </p:cNvPr>
          <p:cNvGrpSpPr/>
          <p:nvPr/>
        </p:nvGrpSpPr>
        <p:grpSpPr>
          <a:xfrm>
            <a:off x="548585" y="1130525"/>
            <a:ext cx="10998048" cy="5308375"/>
            <a:chOff x="548585" y="1130525"/>
            <a:chExt cx="10998048" cy="5308375"/>
          </a:xfrm>
        </p:grpSpPr>
        <p:sp>
          <p:nvSpPr>
            <p:cNvPr id="35" name="文本框 34">
              <a:extLst>
                <a:ext uri="{FF2B5EF4-FFF2-40B4-BE49-F238E27FC236}">
                  <a16:creationId xmlns:a16="http://schemas.microsoft.com/office/drawing/2014/main" id="{09D69166-DAC3-411E-9DCE-96244449F453}"/>
                </a:ext>
              </a:extLst>
            </p:cNvPr>
            <p:cNvSpPr txBox="1"/>
            <p:nvPr/>
          </p:nvSpPr>
          <p:spPr>
            <a:xfrm>
              <a:off x="2616938" y="5086323"/>
              <a:ext cx="1586500" cy="646331"/>
            </a:xfrm>
            <a:prstGeom prst="rect">
              <a:avLst/>
            </a:prstGeom>
            <a:noFill/>
          </p:spPr>
          <p:txBody>
            <a:bodyPr wrap="square" rtlCol="0">
              <a:spAutoFit/>
            </a:bodyPr>
            <a:lstStyle/>
            <a:p>
              <a:pPr algn="ctr"/>
              <a:r>
                <a:rPr lang="zh-CN" altLang="en-US" b="1" dirty="0">
                  <a:latin typeface="Arial Narrow" panose="020B0606020202030204" pitchFamily="34" charset="0"/>
                </a:rPr>
                <a:t>基本服务集</a:t>
              </a:r>
              <a:endParaRPr lang="en-US" altLang="zh-CN" b="1" dirty="0">
                <a:latin typeface="Arial Narrow" panose="020B0606020202030204" pitchFamily="34" charset="0"/>
              </a:endParaRPr>
            </a:p>
            <a:p>
              <a:pPr algn="ctr"/>
              <a:r>
                <a:rPr lang="en-US" altLang="zh-CN" b="1" dirty="0">
                  <a:latin typeface="Arial Narrow" panose="020B0606020202030204" pitchFamily="34" charset="0"/>
                </a:rPr>
                <a:t>BSS1</a:t>
              </a:r>
              <a:endParaRPr lang="zh-CN" altLang="en-US" b="1" dirty="0">
                <a:latin typeface="Arial Narrow" panose="020B0606020202030204" pitchFamily="34" charset="0"/>
              </a:endParaRPr>
            </a:p>
          </p:txBody>
        </p:sp>
        <p:sp>
          <p:nvSpPr>
            <p:cNvPr id="36" name="文本框 35">
              <a:extLst>
                <a:ext uri="{FF2B5EF4-FFF2-40B4-BE49-F238E27FC236}">
                  <a16:creationId xmlns:a16="http://schemas.microsoft.com/office/drawing/2014/main" id="{65225C43-29B1-466B-A38A-2076A426334F}"/>
                </a:ext>
              </a:extLst>
            </p:cNvPr>
            <p:cNvSpPr txBox="1"/>
            <p:nvPr/>
          </p:nvSpPr>
          <p:spPr>
            <a:xfrm>
              <a:off x="3178377" y="3288853"/>
              <a:ext cx="555406" cy="369332"/>
            </a:xfrm>
            <a:prstGeom prst="rect">
              <a:avLst/>
            </a:prstGeom>
            <a:noFill/>
          </p:spPr>
          <p:txBody>
            <a:bodyPr wrap="square" rtlCol="0">
              <a:spAutoFit/>
            </a:bodyPr>
            <a:lstStyle/>
            <a:p>
              <a:pPr algn="ctr"/>
              <a:r>
                <a:rPr lang="en-US" altLang="zh-CN" b="1" dirty="0">
                  <a:latin typeface="Arial Narrow" panose="020B0606020202030204" pitchFamily="34" charset="0"/>
                </a:rPr>
                <a:t>AP1</a:t>
              </a:r>
              <a:endParaRPr lang="zh-CN" altLang="en-US" b="1" dirty="0">
                <a:latin typeface="Arial Narrow" panose="020B0606020202030204" pitchFamily="34" charset="0"/>
              </a:endParaRPr>
            </a:p>
          </p:txBody>
        </p:sp>
        <p:cxnSp>
          <p:nvCxnSpPr>
            <p:cNvPr id="37" name="直接连接符 36">
              <a:extLst>
                <a:ext uri="{FF2B5EF4-FFF2-40B4-BE49-F238E27FC236}">
                  <a16:creationId xmlns:a16="http://schemas.microsoft.com/office/drawing/2014/main" id="{47EFCC13-D7BF-4D6A-B9BD-B1C0CF32D497}"/>
                </a:ext>
              </a:extLst>
            </p:cNvPr>
            <p:cNvCxnSpPr>
              <a:cxnSpLocks/>
            </p:cNvCxnSpPr>
            <p:nvPr/>
          </p:nvCxnSpPr>
          <p:spPr>
            <a:xfrm flipV="1">
              <a:off x="3567716" y="1626093"/>
              <a:ext cx="0" cy="1296461"/>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8" name="直接连接符 37">
              <a:extLst>
                <a:ext uri="{FF2B5EF4-FFF2-40B4-BE49-F238E27FC236}">
                  <a16:creationId xmlns:a16="http://schemas.microsoft.com/office/drawing/2014/main" id="{E37B011C-38B2-4CC0-B4CF-31F70C6E1BB6}"/>
                </a:ext>
              </a:extLst>
            </p:cNvPr>
            <p:cNvCxnSpPr>
              <a:cxnSpLocks/>
            </p:cNvCxnSpPr>
            <p:nvPr/>
          </p:nvCxnSpPr>
          <p:spPr>
            <a:xfrm flipV="1">
              <a:off x="8471133" y="1577720"/>
              <a:ext cx="0" cy="1393796"/>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39" name="矩形: 圆角 38">
              <a:extLst>
                <a:ext uri="{FF2B5EF4-FFF2-40B4-BE49-F238E27FC236}">
                  <a16:creationId xmlns:a16="http://schemas.microsoft.com/office/drawing/2014/main" id="{DFE4C2E5-4D87-410E-8E0A-E995B6096788}"/>
                </a:ext>
              </a:extLst>
            </p:cNvPr>
            <p:cNvSpPr/>
            <p:nvPr/>
          </p:nvSpPr>
          <p:spPr>
            <a:xfrm>
              <a:off x="2616938" y="1375885"/>
              <a:ext cx="6576364" cy="536605"/>
            </a:xfrm>
            <a:prstGeom prst="roundRect">
              <a:avLst>
                <a:gd name="adj" fmla="val 50000"/>
              </a:avLst>
            </a:prstGeom>
          </p:spPr>
          <p:style>
            <a:lnRef idx="2">
              <a:schemeClr val="accent3">
                <a:shade val="50000"/>
              </a:schemeClr>
            </a:lnRef>
            <a:fillRef idx="1">
              <a:schemeClr val="accent3"/>
            </a:fillRef>
            <a:effectRef idx="0">
              <a:schemeClr val="accent3"/>
            </a:effectRef>
            <a:fontRef idx="minor">
              <a:schemeClr val="lt1"/>
            </a:fontRef>
          </p:style>
          <p:txBody>
            <a:bodyPr rtlCol="0" anchor="ctr"/>
            <a:lstStyle/>
            <a:p>
              <a:pPr algn="ctr"/>
              <a:r>
                <a:rPr lang="zh-CN" altLang="en-US" b="1" dirty="0">
                  <a:solidFill>
                    <a:schemeClr val="bg1"/>
                  </a:solidFill>
                  <a:latin typeface="Arial Narrow" panose="020B0606020202030204" pitchFamily="34" charset="0"/>
                </a:rPr>
                <a:t>分配系统</a:t>
              </a:r>
              <a:r>
                <a:rPr lang="en-US" altLang="zh-CN" b="1" dirty="0">
                  <a:solidFill>
                    <a:schemeClr val="bg1"/>
                  </a:solidFill>
                  <a:latin typeface="Arial Narrow" panose="020B0606020202030204" pitchFamily="34" charset="0"/>
                </a:rPr>
                <a:t>DS</a:t>
              </a:r>
              <a:r>
                <a:rPr lang="zh-CN" altLang="en-US" b="1" dirty="0">
                  <a:solidFill>
                    <a:schemeClr val="bg1"/>
                  </a:solidFill>
                  <a:latin typeface="Arial Narrow" panose="020B0606020202030204" pitchFamily="34" charset="0"/>
                </a:rPr>
                <a:t>（例如以太网）</a:t>
              </a:r>
            </a:p>
          </p:txBody>
        </p:sp>
        <p:cxnSp>
          <p:nvCxnSpPr>
            <p:cNvPr id="40" name="直接连接符 39">
              <a:extLst>
                <a:ext uri="{FF2B5EF4-FFF2-40B4-BE49-F238E27FC236}">
                  <a16:creationId xmlns:a16="http://schemas.microsoft.com/office/drawing/2014/main" id="{DE51EEB6-A462-450B-BF2B-FC400418A071}"/>
                </a:ext>
              </a:extLst>
            </p:cNvPr>
            <p:cNvCxnSpPr/>
            <p:nvPr/>
          </p:nvCxnSpPr>
          <p:spPr>
            <a:xfrm>
              <a:off x="9296081" y="1563360"/>
              <a:ext cx="1224798"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pic>
          <p:nvPicPr>
            <p:cNvPr id="42" name="图形 41">
              <a:extLst>
                <a:ext uri="{FF2B5EF4-FFF2-40B4-BE49-F238E27FC236}">
                  <a16:creationId xmlns:a16="http://schemas.microsoft.com/office/drawing/2014/main" id="{FAF74EF1-A349-4068-8B37-73ED3B3E6598}"/>
                </a:ext>
              </a:extLst>
            </p:cNvPr>
            <p:cNvPicPr>
              <a:picLocks noChangeAspect="1"/>
            </p:cNvPicPr>
            <p:nvPr/>
          </p:nvPicPr>
          <p:blipFill>
            <a:blip r:embed="rId3">
              <a:extLst>
                <a:ext uri="{28A0092B-C50C-407E-A947-70E740481C1C}">
                  <a14:useLocalDpi xmlns:a14="http://schemas.microsoft.com/office/drawing/2010/main" val="0"/>
                </a:ext>
                <a:ext uri="{96DAC541-7B7A-43D3-8B79-37D633B846F1}">
                  <asvg:svgBlip xmlns:asvg="http://schemas.microsoft.com/office/drawing/2016/SVG/main" r:embed="rId4"/>
                </a:ext>
              </a:extLst>
            </a:blip>
            <a:stretch>
              <a:fillRect/>
            </a:stretch>
          </p:blipFill>
          <p:spPr>
            <a:xfrm>
              <a:off x="8909637" y="1387938"/>
              <a:ext cx="662865" cy="536605"/>
            </a:xfrm>
            <a:prstGeom prst="rect">
              <a:avLst/>
            </a:prstGeom>
          </p:spPr>
        </p:pic>
        <p:sp>
          <p:nvSpPr>
            <p:cNvPr id="44" name="云形 43">
              <a:extLst>
                <a:ext uri="{FF2B5EF4-FFF2-40B4-BE49-F238E27FC236}">
                  <a16:creationId xmlns:a16="http://schemas.microsoft.com/office/drawing/2014/main" id="{C28437D6-FBE0-427C-8150-ADF5DE5C9AF9}"/>
                </a:ext>
              </a:extLst>
            </p:cNvPr>
            <p:cNvSpPr/>
            <p:nvPr/>
          </p:nvSpPr>
          <p:spPr>
            <a:xfrm>
              <a:off x="10015272" y="1130525"/>
              <a:ext cx="1392213" cy="956327"/>
            </a:xfrm>
            <a:prstGeom prst="cloud">
              <a:avLst/>
            </a:prstGeom>
            <a:ln>
              <a:solidFill>
                <a:schemeClr val="accent2"/>
              </a:solidFill>
            </a:ln>
          </p:spPr>
          <p:style>
            <a:lnRef idx="2">
              <a:schemeClr val="accent2">
                <a:shade val="50000"/>
              </a:schemeClr>
            </a:lnRef>
            <a:fillRef idx="1">
              <a:schemeClr val="accent2"/>
            </a:fillRef>
            <a:effectRef idx="0">
              <a:schemeClr val="accent2"/>
            </a:effectRef>
            <a:fontRef idx="minor">
              <a:schemeClr val="lt1"/>
            </a:fontRef>
          </p:style>
          <p:txBody>
            <a:bodyPr rtlCol="0" anchor="ctr"/>
            <a:lstStyle/>
            <a:p>
              <a:pPr algn="ctr"/>
              <a:r>
                <a:rPr lang="zh-CN" altLang="en-US" b="1" dirty="0">
                  <a:solidFill>
                    <a:schemeClr val="bg1"/>
                  </a:solidFill>
                  <a:latin typeface="Arial Narrow" panose="020B0606020202030204" pitchFamily="34" charset="0"/>
                </a:rPr>
                <a:t>因特网</a:t>
              </a:r>
            </a:p>
          </p:txBody>
        </p:sp>
        <p:sp>
          <p:nvSpPr>
            <p:cNvPr id="45" name="文本框 44">
              <a:extLst>
                <a:ext uri="{FF2B5EF4-FFF2-40B4-BE49-F238E27FC236}">
                  <a16:creationId xmlns:a16="http://schemas.microsoft.com/office/drawing/2014/main" id="{933BCDDC-769D-49B7-A3B6-C7F308304785}"/>
                </a:ext>
              </a:extLst>
            </p:cNvPr>
            <p:cNvSpPr txBox="1"/>
            <p:nvPr/>
          </p:nvSpPr>
          <p:spPr>
            <a:xfrm>
              <a:off x="9126522" y="1838070"/>
              <a:ext cx="339118" cy="369332"/>
            </a:xfrm>
            <a:prstGeom prst="rect">
              <a:avLst/>
            </a:prstGeom>
            <a:noFill/>
          </p:spPr>
          <p:txBody>
            <a:bodyPr wrap="square" rtlCol="0">
              <a:spAutoFit/>
            </a:bodyPr>
            <a:lstStyle/>
            <a:p>
              <a:pPr algn="ctr"/>
              <a:r>
                <a:rPr lang="en-US" altLang="zh-CN" b="1" dirty="0">
                  <a:latin typeface="Arial Narrow" panose="020B0606020202030204" pitchFamily="34" charset="0"/>
                </a:rPr>
                <a:t>R</a:t>
              </a:r>
              <a:endParaRPr lang="zh-CN" altLang="en-US" b="1" dirty="0">
                <a:latin typeface="Arial Narrow" panose="020B0606020202030204" pitchFamily="34" charset="0"/>
              </a:endParaRPr>
            </a:p>
          </p:txBody>
        </p:sp>
        <p:sp>
          <p:nvSpPr>
            <p:cNvPr id="46" name="椭圆 45">
              <a:extLst>
                <a:ext uri="{FF2B5EF4-FFF2-40B4-BE49-F238E27FC236}">
                  <a16:creationId xmlns:a16="http://schemas.microsoft.com/office/drawing/2014/main" id="{B9ACAE52-7E9F-4E6B-AF4A-B25E55991785}"/>
                </a:ext>
              </a:extLst>
            </p:cNvPr>
            <p:cNvSpPr/>
            <p:nvPr/>
          </p:nvSpPr>
          <p:spPr>
            <a:xfrm>
              <a:off x="981179" y="3020358"/>
              <a:ext cx="5173075" cy="2723321"/>
            </a:xfrm>
            <a:prstGeom prst="ellipse">
              <a:avLst/>
            </a:prstGeom>
            <a:noFill/>
            <a:ln>
              <a:solidFill>
                <a:schemeClr val="tx1"/>
              </a:solid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b="1">
                <a:latin typeface="Arial Narrow" panose="020B0606020202030204" pitchFamily="34" charset="0"/>
              </a:endParaRPr>
            </a:p>
          </p:txBody>
        </p:sp>
        <p:pic>
          <p:nvPicPr>
            <p:cNvPr id="47" name="图形 46">
              <a:extLst>
                <a:ext uri="{FF2B5EF4-FFF2-40B4-BE49-F238E27FC236}">
                  <a16:creationId xmlns:a16="http://schemas.microsoft.com/office/drawing/2014/main" id="{9ADD710D-CD09-4ED3-AA5E-8AD665CF401C}"/>
                </a:ext>
              </a:extLst>
            </p:cNvPr>
            <p:cNvPicPr>
              <a:picLocks noChangeAspect="1"/>
            </p:cNvPicPr>
            <p:nvPr/>
          </p:nvPicPr>
          <p:blipFill>
            <a:blip r:embed="rId5">
              <a:extLst>
                <a:ext uri="{28A0092B-C50C-407E-A947-70E740481C1C}">
                  <a14:useLocalDpi xmlns:a14="http://schemas.microsoft.com/office/drawing/2010/main" val="0"/>
                </a:ext>
                <a:ext uri="{96DAC541-7B7A-43D3-8B79-37D633B846F1}">
                  <asvg:svgBlip xmlns:asvg="http://schemas.microsoft.com/office/drawing/2016/SVG/main" r:embed="rId6"/>
                </a:ext>
              </a:extLst>
            </a:blip>
            <a:stretch>
              <a:fillRect/>
            </a:stretch>
          </p:blipFill>
          <p:spPr>
            <a:xfrm>
              <a:off x="3057488" y="2318821"/>
              <a:ext cx="1028700" cy="1009650"/>
            </a:xfrm>
            <a:prstGeom prst="rect">
              <a:avLst/>
            </a:prstGeom>
          </p:spPr>
        </p:pic>
        <p:grpSp>
          <p:nvGrpSpPr>
            <p:cNvPr id="48" name="组合 47">
              <a:extLst>
                <a:ext uri="{FF2B5EF4-FFF2-40B4-BE49-F238E27FC236}">
                  <a16:creationId xmlns:a16="http://schemas.microsoft.com/office/drawing/2014/main" id="{6495BAC6-97CD-4DBD-971B-405616EA6EF4}"/>
                </a:ext>
              </a:extLst>
            </p:cNvPr>
            <p:cNvGrpSpPr/>
            <p:nvPr/>
          </p:nvGrpSpPr>
          <p:grpSpPr>
            <a:xfrm>
              <a:off x="2006216" y="4706461"/>
              <a:ext cx="662814" cy="846462"/>
              <a:chOff x="2163893" y="1015189"/>
              <a:chExt cx="662814" cy="846462"/>
            </a:xfrm>
          </p:grpSpPr>
          <p:grpSp>
            <p:nvGrpSpPr>
              <p:cNvPr id="49" name="组合 48">
                <a:extLst>
                  <a:ext uri="{FF2B5EF4-FFF2-40B4-BE49-F238E27FC236}">
                    <a16:creationId xmlns:a16="http://schemas.microsoft.com/office/drawing/2014/main" id="{EFBC881B-B48B-4030-A118-67C71402CE0F}"/>
                  </a:ext>
                </a:extLst>
              </p:cNvPr>
              <p:cNvGrpSpPr/>
              <p:nvPr/>
            </p:nvGrpSpPr>
            <p:grpSpPr>
              <a:xfrm>
                <a:off x="2442267" y="1015189"/>
                <a:ext cx="381000" cy="351117"/>
                <a:chOff x="2556504" y="2484669"/>
                <a:chExt cx="381000" cy="351117"/>
              </a:xfrm>
            </p:grpSpPr>
            <p:pic>
              <p:nvPicPr>
                <p:cNvPr id="51" name="图形 50">
                  <a:extLst>
                    <a:ext uri="{FF2B5EF4-FFF2-40B4-BE49-F238E27FC236}">
                      <a16:creationId xmlns:a16="http://schemas.microsoft.com/office/drawing/2014/main" id="{2F68BA53-3F53-46F2-B393-04E4D56C24B3}"/>
                    </a:ext>
                  </a:extLst>
                </p:cNvPr>
                <p:cNvPicPr>
                  <a:picLocks noChangeAspect="1"/>
                </p:cNvPicPr>
                <p:nvPr/>
              </p:nvPicPr>
              <p:blipFill>
                <a:blip r:embed="rId7">
                  <a:extLst>
                    <a:ext uri="{28A0092B-C50C-407E-A947-70E740481C1C}">
                      <a14:useLocalDpi xmlns:a14="http://schemas.microsoft.com/office/drawing/2010/main" val="0"/>
                    </a:ext>
                    <a:ext uri="{96DAC541-7B7A-43D3-8B79-37D633B846F1}">
                      <asvg:svgBlip xmlns:asvg="http://schemas.microsoft.com/office/drawing/2016/SVG/main" r:embed="rId8"/>
                    </a:ext>
                  </a:extLst>
                </a:blip>
                <a:stretch>
                  <a:fillRect/>
                </a:stretch>
              </p:blipFill>
              <p:spPr>
                <a:xfrm>
                  <a:off x="2556504" y="2484669"/>
                  <a:ext cx="381000" cy="285750"/>
                </a:xfrm>
                <a:prstGeom prst="rect">
                  <a:avLst/>
                </a:prstGeom>
              </p:spPr>
            </p:pic>
            <p:cxnSp>
              <p:nvCxnSpPr>
                <p:cNvPr id="52" name="直接连接符 51">
                  <a:extLst>
                    <a:ext uri="{FF2B5EF4-FFF2-40B4-BE49-F238E27FC236}">
                      <a16:creationId xmlns:a16="http://schemas.microsoft.com/office/drawing/2014/main" id="{3F8096AC-5A8C-4641-90E3-0EC4130C501A}"/>
                    </a:ext>
                  </a:extLst>
                </p:cNvPr>
                <p:cNvCxnSpPr/>
                <p:nvPr/>
              </p:nvCxnSpPr>
              <p:spPr>
                <a:xfrm>
                  <a:off x="2747004" y="2612580"/>
                  <a:ext cx="0" cy="223206"/>
                </a:xfrm>
                <a:prstGeom prst="line">
                  <a:avLst/>
                </a:prstGeom>
                <a:ln w="25400">
                  <a:solidFill>
                    <a:srgbClr val="999999"/>
                  </a:solidFill>
                </a:ln>
              </p:spPr>
              <p:style>
                <a:lnRef idx="1">
                  <a:schemeClr val="accent1"/>
                </a:lnRef>
                <a:fillRef idx="0">
                  <a:schemeClr val="accent1"/>
                </a:fillRef>
                <a:effectRef idx="0">
                  <a:schemeClr val="accent1"/>
                </a:effectRef>
                <a:fontRef idx="minor">
                  <a:schemeClr val="tx1"/>
                </a:fontRef>
              </p:style>
            </p:cxnSp>
          </p:grpSp>
          <p:pic>
            <p:nvPicPr>
              <p:cNvPr id="50" name="图形 10">
                <a:extLst>
                  <a:ext uri="{FF2B5EF4-FFF2-40B4-BE49-F238E27FC236}">
                    <a16:creationId xmlns:a16="http://schemas.microsoft.com/office/drawing/2014/main" id="{327DC618-DF50-4930-9453-E4FA66236CFB}"/>
                  </a:ext>
                </a:extLst>
              </p:cNvPr>
              <p:cNvPicPr>
                <a:picLocks noChangeAspect="1"/>
              </p:cNvPicPr>
              <p:nvPr/>
            </p:nvPicPr>
            <p:blipFill>
              <a:blip r:embed="rId9">
                <a:extLst>
                  <a:ext uri="{28A0092B-C50C-407E-A947-70E740481C1C}">
                    <a14:useLocalDpi xmlns:a14="http://schemas.microsoft.com/office/drawing/2010/main" val="0"/>
                  </a:ext>
                  <a:ext uri="{96DAC541-7B7A-43D3-8B79-37D633B846F1}">
                    <asvg:svgBlip xmlns:asvg="http://schemas.microsoft.com/office/drawing/2016/SVG/main" r:embed="rId10"/>
                  </a:ext>
                </a:extLst>
              </a:blip>
              <a:stretch>
                <a:fillRect/>
              </a:stretch>
            </p:blipFill>
            <p:spPr>
              <a:xfrm>
                <a:off x="2163893" y="1220569"/>
                <a:ext cx="662814" cy="641082"/>
              </a:xfrm>
              <a:prstGeom prst="rect">
                <a:avLst/>
              </a:prstGeom>
            </p:spPr>
          </p:pic>
        </p:grpSp>
        <p:grpSp>
          <p:nvGrpSpPr>
            <p:cNvPr id="53" name="组合 52">
              <a:extLst>
                <a:ext uri="{FF2B5EF4-FFF2-40B4-BE49-F238E27FC236}">
                  <a16:creationId xmlns:a16="http://schemas.microsoft.com/office/drawing/2014/main" id="{F0DD4B8B-3964-47A8-837B-EC9008C85D48}"/>
                </a:ext>
              </a:extLst>
            </p:cNvPr>
            <p:cNvGrpSpPr/>
            <p:nvPr/>
          </p:nvGrpSpPr>
          <p:grpSpPr>
            <a:xfrm>
              <a:off x="3969001" y="4817828"/>
              <a:ext cx="662814" cy="846462"/>
              <a:chOff x="2163893" y="1015189"/>
              <a:chExt cx="662814" cy="846462"/>
            </a:xfrm>
          </p:grpSpPr>
          <p:grpSp>
            <p:nvGrpSpPr>
              <p:cNvPr id="54" name="组合 53">
                <a:extLst>
                  <a:ext uri="{FF2B5EF4-FFF2-40B4-BE49-F238E27FC236}">
                    <a16:creationId xmlns:a16="http://schemas.microsoft.com/office/drawing/2014/main" id="{BFBB0EB6-57FB-4AA0-8748-3C76BF0D464C}"/>
                  </a:ext>
                </a:extLst>
              </p:cNvPr>
              <p:cNvGrpSpPr/>
              <p:nvPr/>
            </p:nvGrpSpPr>
            <p:grpSpPr>
              <a:xfrm>
                <a:off x="2442267" y="1015189"/>
                <a:ext cx="381000" cy="351117"/>
                <a:chOff x="2556504" y="2484669"/>
                <a:chExt cx="381000" cy="351117"/>
              </a:xfrm>
            </p:grpSpPr>
            <p:pic>
              <p:nvPicPr>
                <p:cNvPr id="56" name="图形 55">
                  <a:extLst>
                    <a:ext uri="{FF2B5EF4-FFF2-40B4-BE49-F238E27FC236}">
                      <a16:creationId xmlns:a16="http://schemas.microsoft.com/office/drawing/2014/main" id="{9A9A7E09-C56D-477B-BB3A-F909395BC7F8}"/>
                    </a:ext>
                  </a:extLst>
                </p:cNvPr>
                <p:cNvPicPr>
                  <a:picLocks noChangeAspect="1"/>
                </p:cNvPicPr>
                <p:nvPr/>
              </p:nvPicPr>
              <p:blipFill>
                <a:blip r:embed="rId7">
                  <a:extLst>
                    <a:ext uri="{28A0092B-C50C-407E-A947-70E740481C1C}">
                      <a14:useLocalDpi xmlns:a14="http://schemas.microsoft.com/office/drawing/2010/main" val="0"/>
                    </a:ext>
                    <a:ext uri="{96DAC541-7B7A-43D3-8B79-37D633B846F1}">
                      <asvg:svgBlip xmlns:asvg="http://schemas.microsoft.com/office/drawing/2016/SVG/main" r:embed="rId8"/>
                    </a:ext>
                  </a:extLst>
                </a:blip>
                <a:stretch>
                  <a:fillRect/>
                </a:stretch>
              </p:blipFill>
              <p:spPr>
                <a:xfrm>
                  <a:off x="2556504" y="2484669"/>
                  <a:ext cx="381000" cy="285750"/>
                </a:xfrm>
                <a:prstGeom prst="rect">
                  <a:avLst/>
                </a:prstGeom>
              </p:spPr>
            </p:pic>
            <p:cxnSp>
              <p:nvCxnSpPr>
                <p:cNvPr id="57" name="直接连接符 56">
                  <a:extLst>
                    <a:ext uri="{FF2B5EF4-FFF2-40B4-BE49-F238E27FC236}">
                      <a16:creationId xmlns:a16="http://schemas.microsoft.com/office/drawing/2014/main" id="{8A52AF4C-F25B-4C3A-8582-6218906B245C}"/>
                    </a:ext>
                  </a:extLst>
                </p:cNvPr>
                <p:cNvCxnSpPr/>
                <p:nvPr/>
              </p:nvCxnSpPr>
              <p:spPr>
                <a:xfrm>
                  <a:off x="2747004" y="2612580"/>
                  <a:ext cx="0" cy="223206"/>
                </a:xfrm>
                <a:prstGeom prst="line">
                  <a:avLst/>
                </a:prstGeom>
                <a:ln w="25400">
                  <a:solidFill>
                    <a:srgbClr val="999999"/>
                  </a:solidFill>
                </a:ln>
              </p:spPr>
              <p:style>
                <a:lnRef idx="1">
                  <a:schemeClr val="accent1"/>
                </a:lnRef>
                <a:fillRef idx="0">
                  <a:schemeClr val="accent1"/>
                </a:fillRef>
                <a:effectRef idx="0">
                  <a:schemeClr val="accent1"/>
                </a:effectRef>
                <a:fontRef idx="minor">
                  <a:schemeClr val="tx1"/>
                </a:fontRef>
              </p:style>
            </p:cxnSp>
          </p:grpSp>
          <p:pic>
            <p:nvPicPr>
              <p:cNvPr id="55" name="图形 10">
                <a:extLst>
                  <a:ext uri="{FF2B5EF4-FFF2-40B4-BE49-F238E27FC236}">
                    <a16:creationId xmlns:a16="http://schemas.microsoft.com/office/drawing/2014/main" id="{DE412910-0392-449F-9AFA-FE1A0FC46529}"/>
                  </a:ext>
                </a:extLst>
              </p:cNvPr>
              <p:cNvPicPr>
                <a:picLocks noChangeAspect="1"/>
              </p:cNvPicPr>
              <p:nvPr/>
            </p:nvPicPr>
            <p:blipFill>
              <a:blip r:embed="rId9">
                <a:extLst>
                  <a:ext uri="{28A0092B-C50C-407E-A947-70E740481C1C}">
                    <a14:useLocalDpi xmlns:a14="http://schemas.microsoft.com/office/drawing/2010/main" val="0"/>
                  </a:ext>
                  <a:ext uri="{96DAC541-7B7A-43D3-8B79-37D633B846F1}">
                    <asvg:svgBlip xmlns:asvg="http://schemas.microsoft.com/office/drawing/2016/SVG/main" r:embed="rId10"/>
                  </a:ext>
                </a:extLst>
              </a:blip>
              <a:stretch>
                <a:fillRect/>
              </a:stretch>
            </p:blipFill>
            <p:spPr>
              <a:xfrm>
                <a:off x="2163893" y="1220569"/>
                <a:ext cx="662814" cy="641082"/>
              </a:xfrm>
              <a:prstGeom prst="rect">
                <a:avLst/>
              </a:prstGeom>
            </p:spPr>
          </p:pic>
        </p:grpSp>
        <p:grpSp>
          <p:nvGrpSpPr>
            <p:cNvPr id="62" name="组合 61">
              <a:extLst>
                <a:ext uri="{FF2B5EF4-FFF2-40B4-BE49-F238E27FC236}">
                  <a16:creationId xmlns:a16="http://schemas.microsoft.com/office/drawing/2014/main" id="{E91FF1D9-8CDA-4ADD-82DF-352C1455AC0C}"/>
                </a:ext>
              </a:extLst>
            </p:cNvPr>
            <p:cNvGrpSpPr/>
            <p:nvPr/>
          </p:nvGrpSpPr>
          <p:grpSpPr>
            <a:xfrm>
              <a:off x="1242272" y="3565796"/>
              <a:ext cx="662814" cy="846462"/>
              <a:chOff x="2163893" y="1015189"/>
              <a:chExt cx="662814" cy="846462"/>
            </a:xfrm>
          </p:grpSpPr>
          <p:grpSp>
            <p:nvGrpSpPr>
              <p:cNvPr id="63" name="组合 62">
                <a:extLst>
                  <a:ext uri="{FF2B5EF4-FFF2-40B4-BE49-F238E27FC236}">
                    <a16:creationId xmlns:a16="http://schemas.microsoft.com/office/drawing/2014/main" id="{D8F5E8A8-B976-44FC-9037-7CCAB24A822B}"/>
                  </a:ext>
                </a:extLst>
              </p:cNvPr>
              <p:cNvGrpSpPr/>
              <p:nvPr/>
            </p:nvGrpSpPr>
            <p:grpSpPr>
              <a:xfrm>
                <a:off x="2442267" y="1015189"/>
                <a:ext cx="381000" cy="351117"/>
                <a:chOff x="2556504" y="2484669"/>
                <a:chExt cx="381000" cy="351117"/>
              </a:xfrm>
            </p:grpSpPr>
            <p:pic>
              <p:nvPicPr>
                <p:cNvPr id="65" name="图形 64">
                  <a:extLst>
                    <a:ext uri="{FF2B5EF4-FFF2-40B4-BE49-F238E27FC236}">
                      <a16:creationId xmlns:a16="http://schemas.microsoft.com/office/drawing/2014/main" id="{F7AE8FB5-9965-4DD4-A616-027DD94173DE}"/>
                    </a:ext>
                  </a:extLst>
                </p:cNvPr>
                <p:cNvPicPr>
                  <a:picLocks noChangeAspect="1"/>
                </p:cNvPicPr>
                <p:nvPr/>
              </p:nvPicPr>
              <p:blipFill>
                <a:blip r:embed="rId7">
                  <a:extLst>
                    <a:ext uri="{28A0092B-C50C-407E-A947-70E740481C1C}">
                      <a14:useLocalDpi xmlns:a14="http://schemas.microsoft.com/office/drawing/2010/main" val="0"/>
                    </a:ext>
                    <a:ext uri="{96DAC541-7B7A-43D3-8B79-37D633B846F1}">
                      <asvg:svgBlip xmlns:asvg="http://schemas.microsoft.com/office/drawing/2016/SVG/main" r:embed="rId8"/>
                    </a:ext>
                  </a:extLst>
                </a:blip>
                <a:stretch>
                  <a:fillRect/>
                </a:stretch>
              </p:blipFill>
              <p:spPr>
                <a:xfrm>
                  <a:off x="2556504" y="2484669"/>
                  <a:ext cx="381000" cy="285750"/>
                </a:xfrm>
                <a:prstGeom prst="rect">
                  <a:avLst/>
                </a:prstGeom>
              </p:spPr>
            </p:pic>
            <p:cxnSp>
              <p:nvCxnSpPr>
                <p:cNvPr id="66" name="直接连接符 65">
                  <a:extLst>
                    <a:ext uri="{FF2B5EF4-FFF2-40B4-BE49-F238E27FC236}">
                      <a16:creationId xmlns:a16="http://schemas.microsoft.com/office/drawing/2014/main" id="{462769A3-6B8F-4F3E-ADFA-15E162A19832}"/>
                    </a:ext>
                  </a:extLst>
                </p:cNvPr>
                <p:cNvCxnSpPr/>
                <p:nvPr/>
              </p:nvCxnSpPr>
              <p:spPr>
                <a:xfrm>
                  <a:off x="2747004" y="2612580"/>
                  <a:ext cx="0" cy="223206"/>
                </a:xfrm>
                <a:prstGeom prst="line">
                  <a:avLst/>
                </a:prstGeom>
                <a:ln w="25400">
                  <a:solidFill>
                    <a:srgbClr val="999999"/>
                  </a:solidFill>
                </a:ln>
              </p:spPr>
              <p:style>
                <a:lnRef idx="1">
                  <a:schemeClr val="accent1"/>
                </a:lnRef>
                <a:fillRef idx="0">
                  <a:schemeClr val="accent1"/>
                </a:fillRef>
                <a:effectRef idx="0">
                  <a:schemeClr val="accent1"/>
                </a:effectRef>
                <a:fontRef idx="minor">
                  <a:schemeClr val="tx1"/>
                </a:fontRef>
              </p:style>
            </p:cxnSp>
          </p:grpSp>
          <p:pic>
            <p:nvPicPr>
              <p:cNvPr id="64" name="图形 10">
                <a:extLst>
                  <a:ext uri="{FF2B5EF4-FFF2-40B4-BE49-F238E27FC236}">
                    <a16:creationId xmlns:a16="http://schemas.microsoft.com/office/drawing/2014/main" id="{5DDC28E3-0EEB-4A79-821E-D4FF5FC9B3BF}"/>
                  </a:ext>
                </a:extLst>
              </p:cNvPr>
              <p:cNvPicPr>
                <a:picLocks noChangeAspect="1"/>
              </p:cNvPicPr>
              <p:nvPr/>
            </p:nvPicPr>
            <p:blipFill>
              <a:blip r:embed="rId9">
                <a:extLst>
                  <a:ext uri="{28A0092B-C50C-407E-A947-70E740481C1C}">
                    <a14:useLocalDpi xmlns:a14="http://schemas.microsoft.com/office/drawing/2010/main" val="0"/>
                  </a:ext>
                  <a:ext uri="{96DAC541-7B7A-43D3-8B79-37D633B846F1}">
                    <asvg:svgBlip xmlns:asvg="http://schemas.microsoft.com/office/drawing/2016/SVG/main" r:embed="rId10"/>
                  </a:ext>
                </a:extLst>
              </a:blip>
              <a:stretch>
                <a:fillRect/>
              </a:stretch>
            </p:blipFill>
            <p:spPr>
              <a:xfrm>
                <a:off x="2163893" y="1220569"/>
                <a:ext cx="662814" cy="641082"/>
              </a:xfrm>
              <a:prstGeom prst="rect">
                <a:avLst/>
              </a:prstGeom>
            </p:spPr>
          </p:pic>
        </p:grpSp>
        <p:grpSp>
          <p:nvGrpSpPr>
            <p:cNvPr id="67" name="组合 66">
              <a:extLst>
                <a:ext uri="{FF2B5EF4-FFF2-40B4-BE49-F238E27FC236}">
                  <a16:creationId xmlns:a16="http://schemas.microsoft.com/office/drawing/2014/main" id="{F11DC869-ECDB-400F-80BB-07D7B88FE8FB}"/>
                </a:ext>
              </a:extLst>
            </p:cNvPr>
            <p:cNvGrpSpPr/>
            <p:nvPr/>
          </p:nvGrpSpPr>
          <p:grpSpPr>
            <a:xfrm>
              <a:off x="4972999" y="3902963"/>
              <a:ext cx="662814" cy="846462"/>
              <a:chOff x="2163893" y="1015189"/>
              <a:chExt cx="662814" cy="846462"/>
            </a:xfrm>
          </p:grpSpPr>
          <p:grpSp>
            <p:nvGrpSpPr>
              <p:cNvPr id="68" name="组合 67">
                <a:extLst>
                  <a:ext uri="{FF2B5EF4-FFF2-40B4-BE49-F238E27FC236}">
                    <a16:creationId xmlns:a16="http://schemas.microsoft.com/office/drawing/2014/main" id="{54A87B3B-1515-44E2-BAA9-C179D7EF22CA}"/>
                  </a:ext>
                </a:extLst>
              </p:cNvPr>
              <p:cNvGrpSpPr/>
              <p:nvPr/>
            </p:nvGrpSpPr>
            <p:grpSpPr>
              <a:xfrm>
                <a:off x="2442267" y="1015189"/>
                <a:ext cx="381000" cy="351117"/>
                <a:chOff x="2556504" y="2484669"/>
                <a:chExt cx="381000" cy="351117"/>
              </a:xfrm>
            </p:grpSpPr>
            <p:pic>
              <p:nvPicPr>
                <p:cNvPr id="70" name="图形 69">
                  <a:extLst>
                    <a:ext uri="{FF2B5EF4-FFF2-40B4-BE49-F238E27FC236}">
                      <a16:creationId xmlns:a16="http://schemas.microsoft.com/office/drawing/2014/main" id="{BFC7CC97-F296-4DDB-AC30-B5A56CF53D5E}"/>
                    </a:ext>
                  </a:extLst>
                </p:cNvPr>
                <p:cNvPicPr>
                  <a:picLocks noChangeAspect="1"/>
                </p:cNvPicPr>
                <p:nvPr/>
              </p:nvPicPr>
              <p:blipFill>
                <a:blip r:embed="rId7">
                  <a:extLst>
                    <a:ext uri="{28A0092B-C50C-407E-A947-70E740481C1C}">
                      <a14:useLocalDpi xmlns:a14="http://schemas.microsoft.com/office/drawing/2010/main" val="0"/>
                    </a:ext>
                    <a:ext uri="{96DAC541-7B7A-43D3-8B79-37D633B846F1}">
                      <asvg:svgBlip xmlns:asvg="http://schemas.microsoft.com/office/drawing/2016/SVG/main" r:embed="rId8"/>
                    </a:ext>
                  </a:extLst>
                </a:blip>
                <a:stretch>
                  <a:fillRect/>
                </a:stretch>
              </p:blipFill>
              <p:spPr>
                <a:xfrm>
                  <a:off x="2556504" y="2484669"/>
                  <a:ext cx="381000" cy="285750"/>
                </a:xfrm>
                <a:prstGeom prst="rect">
                  <a:avLst/>
                </a:prstGeom>
              </p:spPr>
            </p:pic>
            <p:cxnSp>
              <p:nvCxnSpPr>
                <p:cNvPr id="71" name="直接连接符 70">
                  <a:extLst>
                    <a:ext uri="{FF2B5EF4-FFF2-40B4-BE49-F238E27FC236}">
                      <a16:creationId xmlns:a16="http://schemas.microsoft.com/office/drawing/2014/main" id="{07F8E50E-012D-466B-93B2-B1A0A23922A8}"/>
                    </a:ext>
                  </a:extLst>
                </p:cNvPr>
                <p:cNvCxnSpPr/>
                <p:nvPr/>
              </p:nvCxnSpPr>
              <p:spPr>
                <a:xfrm>
                  <a:off x="2747004" y="2612580"/>
                  <a:ext cx="0" cy="223206"/>
                </a:xfrm>
                <a:prstGeom prst="line">
                  <a:avLst/>
                </a:prstGeom>
                <a:ln w="25400">
                  <a:solidFill>
                    <a:srgbClr val="999999"/>
                  </a:solidFill>
                </a:ln>
              </p:spPr>
              <p:style>
                <a:lnRef idx="1">
                  <a:schemeClr val="accent1"/>
                </a:lnRef>
                <a:fillRef idx="0">
                  <a:schemeClr val="accent1"/>
                </a:fillRef>
                <a:effectRef idx="0">
                  <a:schemeClr val="accent1"/>
                </a:effectRef>
                <a:fontRef idx="minor">
                  <a:schemeClr val="tx1"/>
                </a:fontRef>
              </p:style>
            </p:cxnSp>
          </p:grpSp>
          <p:pic>
            <p:nvPicPr>
              <p:cNvPr id="69" name="图形 10">
                <a:extLst>
                  <a:ext uri="{FF2B5EF4-FFF2-40B4-BE49-F238E27FC236}">
                    <a16:creationId xmlns:a16="http://schemas.microsoft.com/office/drawing/2014/main" id="{DBD4FB69-2ACE-4CE8-966E-2221C16A389B}"/>
                  </a:ext>
                </a:extLst>
              </p:cNvPr>
              <p:cNvPicPr>
                <a:picLocks noChangeAspect="1"/>
              </p:cNvPicPr>
              <p:nvPr/>
            </p:nvPicPr>
            <p:blipFill>
              <a:blip r:embed="rId9">
                <a:extLst>
                  <a:ext uri="{28A0092B-C50C-407E-A947-70E740481C1C}">
                    <a14:useLocalDpi xmlns:a14="http://schemas.microsoft.com/office/drawing/2010/main" val="0"/>
                  </a:ext>
                  <a:ext uri="{96DAC541-7B7A-43D3-8B79-37D633B846F1}">
                    <asvg:svgBlip xmlns:asvg="http://schemas.microsoft.com/office/drawing/2016/SVG/main" r:embed="rId10"/>
                  </a:ext>
                </a:extLst>
              </a:blip>
              <a:stretch>
                <a:fillRect/>
              </a:stretch>
            </p:blipFill>
            <p:spPr>
              <a:xfrm>
                <a:off x="2163893" y="1220569"/>
                <a:ext cx="662814" cy="641082"/>
              </a:xfrm>
              <a:prstGeom prst="rect">
                <a:avLst/>
              </a:prstGeom>
            </p:spPr>
          </p:pic>
        </p:grpSp>
        <p:sp>
          <p:nvSpPr>
            <p:cNvPr id="72" name="文本框 71">
              <a:extLst>
                <a:ext uri="{FF2B5EF4-FFF2-40B4-BE49-F238E27FC236}">
                  <a16:creationId xmlns:a16="http://schemas.microsoft.com/office/drawing/2014/main" id="{BCB12494-508B-485B-821F-51C498644118}"/>
                </a:ext>
              </a:extLst>
            </p:cNvPr>
            <p:cNvSpPr txBox="1"/>
            <p:nvPr/>
          </p:nvSpPr>
          <p:spPr>
            <a:xfrm>
              <a:off x="8081794" y="3286423"/>
              <a:ext cx="555406" cy="369332"/>
            </a:xfrm>
            <a:prstGeom prst="rect">
              <a:avLst/>
            </a:prstGeom>
            <a:noFill/>
          </p:spPr>
          <p:txBody>
            <a:bodyPr wrap="square" rtlCol="0">
              <a:spAutoFit/>
            </a:bodyPr>
            <a:lstStyle/>
            <a:p>
              <a:pPr algn="ctr"/>
              <a:r>
                <a:rPr lang="en-US" altLang="zh-CN" b="1" dirty="0">
                  <a:latin typeface="Arial Narrow" panose="020B0606020202030204" pitchFamily="34" charset="0"/>
                </a:rPr>
                <a:t>AP2</a:t>
              </a:r>
              <a:endParaRPr lang="zh-CN" altLang="en-US" b="1" dirty="0">
                <a:latin typeface="Arial Narrow" panose="020B0606020202030204" pitchFamily="34" charset="0"/>
              </a:endParaRPr>
            </a:p>
          </p:txBody>
        </p:sp>
        <p:sp>
          <p:nvSpPr>
            <p:cNvPr id="73" name="椭圆 72">
              <a:extLst>
                <a:ext uri="{FF2B5EF4-FFF2-40B4-BE49-F238E27FC236}">
                  <a16:creationId xmlns:a16="http://schemas.microsoft.com/office/drawing/2014/main" id="{B9F67A10-1FEF-43E3-86B7-A98CD8C7E6F4}"/>
                </a:ext>
              </a:extLst>
            </p:cNvPr>
            <p:cNvSpPr/>
            <p:nvPr/>
          </p:nvSpPr>
          <p:spPr>
            <a:xfrm>
              <a:off x="5884596" y="3017928"/>
              <a:ext cx="5173075" cy="2723321"/>
            </a:xfrm>
            <a:prstGeom prst="ellipse">
              <a:avLst/>
            </a:prstGeom>
            <a:noFill/>
            <a:ln>
              <a:solidFill>
                <a:schemeClr val="tx1"/>
              </a:solid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b="1">
                <a:latin typeface="Arial Narrow" panose="020B0606020202030204" pitchFamily="34" charset="0"/>
              </a:endParaRPr>
            </a:p>
          </p:txBody>
        </p:sp>
        <p:pic>
          <p:nvPicPr>
            <p:cNvPr id="74" name="图形 73">
              <a:extLst>
                <a:ext uri="{FF2B5EF4-FFF2-40B4-BE49-F238E27FC236}">
                  <a16:creationId xmlns:a16="http://schemas.microsoft.com/office/drawing/2014/main" id="{E33B5093-966E-4675-B8E1-02C06BF35374}"/>
                </a:ext>
              </a:extLst>
            </p:cNvPr>
            <p:cNvPicPr>
              <a:picLocks noChangeAspect="1"/>
            </p:cNvPicPr>
            <p:nvPr/>
          </p:nvPicPr>
          <p:blipFill>
            <a:blip r:embed="rId5">
              <a:extLst>
                <a:ext uri="{28A0092B-C50C-407E-A947-70E740481C1C}">
                  <a14:useLocalDpi xmlns:a14="http://schemas.microsoft.com/office/drawing/2010/main" val="0"/>
                </a:ext>
                <a:ext uri="{96DAC541-7B7A-43D3-8B79-37D633B846F1}">
                  <asvg:svgBlip xmlns:asvg="http://schemas.microsoft.com/office/drawing/2016/SVG/main" r:embed="rId6"/>
                </a:ext>
              </a:extLst>
            </a:blip>
            <a:stretch>
              <a:fillRect/>
            </a:stretch>
          </p:blipFill>
          <p:spPr>
            <a:xfrm>
              <a:off x="7960905" y="2316391"/>
              <a:ext cx="1028700" cy="1009650"/>
            </a:xfrm>
            <a:prstGeom prst="rect">
              <a:avLst/>
            </a:prstGeom>
          </p:spPr>
        </p:pic>
        <p:grpSp>
          <p:nvGrpSpPr>
            <p:cNvPr id="75" name="组合 74">
              <a:extLst>
                <a:ext uri="{FF2B5EF4-FFF2-40B4-BE49-F238E27FC236}">
                  <a16:creationId xmlns:a16="http://schemas.microsoft.com/office/drawing/2014/main" id="{43FA64F6-22D1-4BCD-8765-54872829EEF7}"/>
                </a:ext>
              </a:extLst>
            </p:cNvPr>
            <p:cNvGrpSpPr/>
            <p:nvPr/>
          </p:nvGrpSpPr>
          <p:grpSpPr>
            <a:xfrm>
              <a:off x="7203276" y="4520078"/>
              <a:ext cx="662814" cy="846462"/>
              <a:chOff x="2163893" y="1015189"/>
              <a:chExt cx="662814" cy="846462"/>
            </a:xfrm>
          </p:grpSpPr>
          <p:grpSp>
            <p:nvGrpSpPr>
              <p:cNvPr id="76" name="组合 75">
                <a:extLst>
                  <a:ext uri="{FF2B5EF4-FFF2-40B4-BE49-F238E27FC236}">
                    <a16:creationId xmlns:a16="http://schemas.microsoft.com/office/drawing/2014/main" id="{F7995AF2-BB92-4D2F-A403-E18E018074F1}"/>
                  </a:ext>
                </a:extLst>
              </p:cNvPr>
              <p:cNvGrpSpPr/>
              <p:nvPr/>
            </p:nvGrpSpPr>
            <p:grpSpPr>
              <a:xfrm>
                <a:off x="2442267" y="1015189"/>
                <a:ext cx="381000" cy="351117"/>
                <a:chOff x="2556504" y="2484669"/>
                <a:chExt cx="381000" cy="351117"/>
              </a:xfrm>
            </p:grpSpPr>
            <p:pic>
              <p:nvPicPr>
                <p:cNvPr id="78" name="图形 77">
                  <a:extLst>
                    <a:ext uri="{FF2B5EF4-FFF2-40B4-BE49-F238E27FC236}">
                      <a16:creationId xmlns:a16="http://schemas.microsoft.com/office/drawing/2014/main" id="{03310367-138D-442E-A6FD-F0768021176C}"/>
                    </a:ext>
                  </a:extLst>
                </p:cNvPr>
                <p:cNvPicPr>
                  <a:picLocks noChangeAspect="1"/>
                </p:cNvPicPr>
                <p:nvPr/>
              </p:nvPicPr>
              <p:blipFill>
                <a:blip r:embed="rId7">
                  <a:extLst>
                    <a:ext uri="{28A0092B-C50C-407E-A947-70E740481C1C}">
                      <a14:useLocalDpi xmlns:a14="http://schemas.microsoft.com/office/drawing/2010/main" val="0"/>
                    </a:ext>
                    <a:ext uri="{96DAC541-7B7A-43D3-8B79-37D633B846F1}">
                      <asvg:svgBlip xmlns:asvg="http://schemas.microsoft.com/office/drawing/2016/SVG/main" r:embed="rId8"/>
                    </a:ext>
                  </a:extLst>
                </a:blip>
                <a:stretch>
                  <a:fillRect/>
                </a:stretch>
              </p:blipFill>
              <p:spPr>
                <a:xfrm>
                  <a:off x="2556504" y="2484669"/>
                  <a:ext cx="381000" cy="285750"/>
                </a:xfrm>
                <a:prstGeom prst="rect">
                  <a:avLst/>
                </a:prstGeom>
              </p:spPr>
            </p:pic>
            <p:cxnSp>
              <p:nvCxnSpPr>
                <p:cNvPr id="79" name="直接连接符 78">
                  <a:extLst>
                    <a:ext uri="{FF2B5EF4-FFF2-40B4-BE49-F238E27FC236}">
                      <a16:creationId xmlns:a16="http://schemas.microsoft.com/office/drawing/2014/main" id="{79D704E4-7E63-4226-A40E-4033723EC13D}"/>
                    </a:ext>
                  </a:extLst>
                </p:cNvPr>
                <p:cNvCxnSpPr/>
                <p:nvPr/>
              </p:nvCxnSpPr>
              <p:spPr>
                <a:xfrm>
                  <a:off x="2747004" y="2612580"/>
                  <a:ext cx="0" cy="223206"/>
                </a:xfrm>
                <a:prstGeom prst="line">
                  <a:avLst/>
                </a:prstGeom>
                <a:ln w="25400">
                  <a:solidFill>
                    <a:srgbClr val="999999"/>
                  </a:solidFill>
                </a:ln>
              </p:spPr>
              <p:style>
                <a:lnRef idx="1">
                  <a:schemeClr val="accent1"/>
                </a:lnRef>
                <a:fillRef idx="0">
                  <a:schemeClr val="accent1"/>
                </a:fillRef>
                <a:effectRef idx="0">
                  <a:schemeClr val="accent1"/>
                </a:effectRef>
                <a:fontRef idx="minor">
                  <a:schemeClr val="tx1"/>
                </a:fontRef>
              </p:style>
            </p:cxnSp>
          </p:grpSp>
          <p:pic>
            <p:nvPicPr>
              <p:cNvPr id="77" name="图形 10">
                <a:extLst>
                  <a:ext uri="{FF2B5EF4-FFF2-40B4-BE49-F238E27FC236}">
                    <a16:creationId xmlns:a16="http://schemas.microsoft.com/office/drawing/2014/main" id="{77F9F57D-D4AB-49D5-B6A6-436C25F58BF9}"/>
                  </a:ext>
                </a:extLst>
              </p:cNvPr>
              <p:cNvPicPr>
                <a:picLocks noChangeAspect="1"/>
              </p:cNvPicPr>
              <p:nvPr/>
            </p:nvPicPr>
            <p:blipFill>
              <a:blip r:embed="rId9">
                <a:extLst>
                  <a:ext uri="{28A0092B-C50C-407E-A947-70E740481C1C}">
                    <a14:useLocalDpi xmlns:a14="http://schemas.microsoft.com/office/drawing/2010/main" val="0"/>
                  </a:ext>
                  <a:ext uri="{96DAC541-7B7A-43D3-8B79-37D633B846F1}">
                    <asvg:svgBlip xmlns:asvg="http://schemas.microsoft.com/office/drawing/2016/SVG/main" r:embed="rId10"/>
                  </a:ext>
                </a:extLst>
              </a:blip>
              <a:stretch>
                <a:fillRect/>
              </a:stretch>
            </p:blipFill>
            <p:spPr>
              <a:xfrm>
                <a:off x="2163893" y="1220569"/>
                <a:ext cx="662814" cy="641082"/>
              </a:xfrm>
              <a:prstGeom prst="rect">
                <a:avLst/>
              </a:prstGeom>
            </p:spPr>
          </p:pic>
        </p:grpSp>
        <p:grpSp>
          <p:nvGrpSpPr>
            <p:cNvPr id="80" name="组合 79">
              <a:extLst>
                <a:ext uri="{FF2B5EF4-FFF2-40B4-BE49-F238E27FC236}">
                  <a16:creationId xmlns:a16="http://schemas.microsoft.com/office/drawing/2014/main" id="{DC316675-7062-4442-AB90-79B37BB51414}"/>
                </a:ext>
              </a:extLst>
            </p:cNvPr>
            <p:cNvGrpSpPr/>
            <p:nvPr/>
          </p:nvGrpSpPr>
          <p:grpSpPr>
            <a:xfrm>
              <a:off x="9174041" y="4504796"/>
              <a:ext cx="662814" cy="846462"/>
              <a:chOff x="2163893" y="1015189"/>
              <a:chExt cx="662814" cy="846462"/>
            </a:xfrm>
          </p:grpSpPr>
          <p:grpSp>
            <p:nvGrpSpPr>
              <p:cNvPr id="81" name="组合 80">
                <a:extLst>
                  <a:ext uri="{FF2B5EF4-FFF2-40B4-BE49-F238E27FC236}">
                    <a16:creationId xmlns:a16="http://schemas.microsoft.com/office/drawing/2014/main" id="{FDC9B0C2-3DF4-4635-8657-1809B7281AB2}"/>
                  </a:ext>
                </a:extLst>
              </p:cNvPr>
              <p:cNvGrpSpPr/>
              <p:nvPr/>
            </p:nvGrpSpPr>
            <p:grpSpPr>
              <a:xfrm>
                <a:off x="2442267" y="1015189"/>
                <a:ext cx="381000" cy="351117"/>
                <a:chOff x="2556504" y="2484669"/>
                <a:chExt cx="381000" cy="351117"/>
              </a:xfrm>
            </p:grpSpPr>
            <p:pic>
              <p:nvPicPr>
                <p:cNvPr id="83" name="图形 82">
                  <a:extLst>
                    <a:ext uri="{FF2B5EF4-FFF2-40B4-BE49-F238E27FC236}">
                      <a16:creationId xmlns:a16="http://schemas.microsoft.com/office/drawing/2014/main" id="{A3E9EFA1-236C-4282-A515-3B3A3848F120}"/>
                    </a:ext>
                  </a:extLst>
                </p:cNvPr>
                <p:cNvPicPr>
                  <a:picLocks noChangeAspect="1"/>
                </p:cNvPicPr>
                <p:nvPr/>
              </p:nvPicPr>
              <p:blipFill>
                <a:blip r:embed="rId7">
                  <a:extLst>
                    <a:ext uri="{28A0092B-C50C-407E-A947-70E740481C1C}">
                      <a14:useLocalDpi xmlns:a14="http://schemas.microsoft.com/office/drawing/2010/main" val="0"/>
                    </a:ext>
                    <a:ext uri="{96DAC541-7B7A-43D3-8B79-37D633B846F1}">
                      <asvg:svgBlip xmlns:asvg="http://schemas.microsoft.com/office/drawing/2016/SVG/main" r:embed="rId8"/>
                    </a:ext>
                  </a:extLst>
                </a:blip>
                <a:stretch>
                  <a:fillRect/>
                </a:stretch>
              </p:blipFill>
              <p:spPr>
                <a:xfrm>
                  <a:off x="2556504" y="2484669"/>
                  <a:ext cx="381000" cy="285750"/>
                </a:xfrm>
                <a:prstGeom prst="rect">
                  <a:avLst/>
                </a:prstGeom>
              </p:spPr>
            </p:pic>
            <p:cxnSp>
              <p:nvCxnSpPr>
                <p:cNvPr id="84" name="直接连接符 83">
                  <a:extLst>
                    <a:ext uri="{FF2B5EF4-FFF2-40B4-BE49-F238E27FC236}">
                      <a16:creationId xmlns:a16="http://schemas.microsoft.com/office/drawing/2014/main" id="{817C4F36-61C9-4B98-A396-AE6DD79A2A62}"/>
                    </a:ext>
                  </a:extLst>
                </p:cNvPr>
                <p:cNvCxnSpPr/>
                <p:nvPr/>
              </p:nvCxnSpPr>
              <p:spPr>
                <a:xfrm>
                  <a:off x="2747004" y="2612580"/>
                  <a:ext cx="0" cy="223206"/>
                </a:xfrm>
                <a:prstGeom prst="line">
                  <a:avLst/>
                </a:prstGeom>
                <a:ln w="25400">
                  <a:solidFill>
                    <a:srgbClr val="999999"/>
                  </a:solidFill>
                </a:ln>
              </p:spPr>
              <p:style>
                <a:lnRef idx="1">
                  <a:schemeClr val="accent1"/>
                </a:lnRef>
                <a:fillRef idx="0">
                  <a:schemeClr val="accent1"/>
                </a:fillRef>
                <a:effectRef idx="0">
                  <a:schemeClr val="accent1"/>
                </a:effectRef>
                <a:fontRef idx="minor">
                  <a:schemeClr val="tx1"/>
                </a:fontRef>
              </p:style>
            </p:cxnSp>
          </p:grpSp>
          <p:pic>
            <p:nvPicPr>
              <p:cNvPr id="82" name="图形 10">
                <a:extLst>
                  <a:ext uri="{FF2B5EF4-FFF2-40B4-BE49-F238E27FC236}">
                    <a16:creationId xmlns:a16="http://schemas.microsoft.com/office/drawing/2014/main" id="{19A166C2-6E63-46E0-92E3-69A0C32FB6AF}"/>
                  </a:ext>
                </a:extLst>
              </p:cNvPr>
              <p:cNvPicPr>
                <a:picLocks noChangeAspect="1"/>
              </p:cNvPicPr>
              <p:nvPr/>
            </p:nvPicPr>
            <p:blipFill>
              <a:blip r:embed="rId9">
                <a:extLst>
                  <a:ext uri="{28A0092B-C50C-407E-A947-70E740481C1C}">
                    <a14:useLocalDpi xmlns:a14="http://schemas.microsoft.com/office/drawing/2010/main" val="0"/>
                  </a:ext>
                  <a:ext uri="{96DAC541-7B7A-43D3-8B79-37D633B846F1}">
                    <asvg:svgBlip xmlns:asvg="http://schemas.microsoft.com/office/drawing/2016/SVG/main" r:embed="rId10"/>
                  </a:ext>
                </a:extLst>
              </a:blip>
              <a:stretch>
                <a:fillRect/>
              </a:stretch>
            </p:blipFill>
            <p:spPr>
              <a:xfrm>
                <a:off x="2163893" y="1220569"/>
                <a:ext cx="662814" cy="641082"/>
              </a:xfrm>
              <a:prstGeom prst="rect">
                <a:avLst/>
              </a:prstGeom>
            </p:spPr>
          </p:pic>
        </p:grpSp>
        <p:grpSp>
          <p:nvGrpSpPr>
            <p:cNvPr id="85" name="组合 84">
              <a:extLst>
                <a:ext uri="{FF2B5EF4-FFF2-40B4-BE49-F238E27FC236}">
                  <a16:creationId xmlns:a16="http://schemas.microsoft.com/office/drawing/2014/main" id="{3B2B32E6-1209-47D1-850B-5D7B1AA6C1B1}"/>
                </a:ext>
              </a:extLst>
            </p:cNvPr>
            <p:cNvGrpSpPr/>
            <p:nvPr/>
          </p:nvGrpSpPr>
          <p:grpSpPr>
            <a:xfrm>
              <a:off x="6145689" y="3563366"/>
              <a:ext cx="662814" cy="846462"/>
              <a:chOff x="2163893" y="1015189"/>
              <a:chExt cx="662814" cy="846462"/>
            </a:xfrm>
          </p:grpSpPr>
          <p:grpSp>
            <p:nvGrpSpPr>
              <p:cNvPr id="86" name="组合 85">
                <a:extLst>
                  <a:ext uri="{FF2B5EF4-FFF2-40B4-BE49-F238E27FC236}">
                    <a16:creationId xmlns:a16="http://schemas.microsoft.com/office/drawing/2014/main" id="{DE87B011-80C0-460C-96AE-D100992CC0D1}"/>
                  </a:ext>
                </a:extLst>
              </p:cNvPr>
              <p:cNvGrpSpPr/>
              <p:nvPr/>
            </p:nvGrpSpPr>
            <p:grpSpPr>
              <a:xfrm>
                <a:off x="2442267" y="1015189"/>
                <a:ext cx="381000" cy="351117"/>
                <a:chOff x="2556504" y="2484669"/>
                <a:chExt cx="381000" cy="351117"/>
              </a:xfrm>
            </p:grpSpPr>
            <p:pic>
              <p:nvPicPr>
                <p:cNvPr id="88" name="图形 87">
                  <a:extLst>
                    <a:ext uri="{FF2B5EF4-FFF2-40B4-BE49-F238E27FC236}">
                      <a16:creationId xmlns:a16="http://schemas.microsoft.com/office/drawing/2014/main" id="{13B3928D-995B-4954-9EF4-D0B248200808}"/>
                    </a:ext>
                  </a:extLst>
                </p:cNvPr>
                <p:cNvPicPr>
                  <a:picLocks noChangeAspect="1"/>
                </p:cNvPicPr>
                <p:nvPr/>
              </p:nvPicPr>
              <p:blipFill>
                <a:blip r:embed="rId7">
                  <a:extLst>
                    <a:ext uri="{28A0092B-C50C-407E-A947-70E740481C1C}">
                      <a14:useLocalDpi xmlns:a14="http://schemas.microsoft.com/office/drawing/2010/main" val="0"/>
                    </a:ext>
                    <a:ext uri="{96DAC541-7B7A-43D3-8B79-37D633B846F1}">
                      <asvg:svgBlip xmlns:asvg="http://schemas.microsoft.com/office/drawing/2016/SVG/main" r:embed="rId8"/>
                    </a:ext>
                  </a:extLst>
                </a:blip>
                <a:stretch>
                  <a:fillRect/>
                </a:stretch>
              </p:blipFill>
              <p:spPr>
                <a:xfrm>
                  <a:off x="2556504" y="2484669"/>
                  <a:ext cx="381000" cy="285750"/>
                </a:xfrm>
                <a:prstGeom prst="rect">
                  <a:avLst/>
                </a:prstGeom>
              </p:spPr>
            </p:pic>
            <p:cxnSp>
              <p:nvCxnSpPr>
                <p:cNvPr id="89" name="直接连接符 88">
                  <a:extLst>
                    <a:ext uri="{FF2B5EF4-FFF2-40B4-BE49-F238E27FC236}">
                      <a16:creationId xmlns:a16="http://schemas.microsoft.com/office/drawing/2014/main" id="{56C2AFC6-78F6-417E-8E2F-5E2E42CDE0CD}"/>
                    </a:ext>
                  </a:extLst>
                </p:cNvPr>
                <p:cNvCxnSpPr/>
                <p:nvPr/>
              </p:nvCxnSpPr>
              <p:spPr>
                <a:xfrm>
                  <a:off x="2747004" y="2612580"/>
                  <a:ext cx="0" cy="223206"/>
                </a:xfrm>
                <a:prstGeom prst="line">
                  <a:avLst/>
                </a:prstGeom>
                <a:ln w="25400">
                  <a:solidFill>
                    <a:srgbClr val="999999"/>
                  </a:solidFill>
                </a:ln>
              </p:spPr>
              <p:style>
                <a:lnRef idx="1">
                  <a:schemeClr val="accent1"/>
                </a:lnRef>
                <a:fillRef idx="0">
                  <a:schemeClr val="accent1"/>
                </a:fillRef>
                <a:effectRef idx="0">
                  <a:schemeClr val="accent1"/>
                </a:effectRef>
                <a:fontRef idx="minor">
                  <a:schemeClr val="tx1"/>
                </a:fontRef>
              </p:style>
            </p:cxnSp>
          </p:grpSp>
          <p:pic>
            <p:nvPicPr>
              <p:cNvPr id="87" name="图形 10">
                <a:extLst>
                  <a:ext uri="{FF2B5EF4-FFF2-40B4-BE49-F238E27FC236}">
                    <a16:creationId xmlns:a16="http://schemas.microsoft.com/office/drawing/2014/main" id="{061BD505-8681-4140-A117-96E34CE4AC73}"/>
                  </a:ext>
                </a:extLst>
              </p:cNvPr>
              <p:cNvPicPr>
                <a:picLocks noChangeAspect="1"/>
              </p:cNvPicPr>
              <p:nvPr/>
            </p:nvPicPr>
            <p:blipFill>
              <a:blip r:embed="rId9">
                <a:extLst>
                  <a:ext uri="{28A0092B-C50C-407E-A947-70E740481C1C}">
                    <a14:useLocalDpi xmlns:a14="http://schemas.microsoft.com/office/drawing/2010/main" val="0"/>
                  </a:ext>
                  <a:ext uri="{96DAC541-7B7A-43D3-8B79-37D633B846F1}">
                    <asvg:svgBlip xmlns:asvg="http://schemas.microsoft.com/office/drawing/2016/SVG/main" r:embed="rId10"/>
                  </a:ext>
                </a:extLst>
              </a:blip>
              <a:stretch>
                <a:fillRect/>
              </a:stretch>
            </p:blipFill>
            <p:spPr>
              <a:xfrm>
                <a:off x="2163893" y="1220569"/>
                <a:ext cx="662814" cy="641082"/>
              </a:xfrm>
              <a:prstGeom prst="rect">
                <a:avLst/>
              </a:prstGeom>
            </p:spPr>
          </p:pic>
        </p:grpSp>
        <p:grpSp>
          <p:nvGrpSpPr>
            <p:cNvPr id="90" name="组合 89">
              <a:extLst>
                <a:ext uri="{FF2B5EF4-FFF2-40B4-BE49-F238E27FC236}">
                  <a16:creationId xmlns:a16="http://schemas.microsoft.com/office/drawing/2014/main" id="{112D3AB3-B4C0-4E65-B6FB-4A2620E1B3C3}"/>
                </a:ext>
              </a:extLst>
            </p:cNvPr>
            <p:cNvGrpSpPr/>
            <p:nvPr/>
          </p:nvGrpSpPr>
          <p:grpSpPr>
            <a:xfrm>
              <a:off x="9457586" y="3471089"/>
              <a:ext cx="662814" cy="846462"/>
              <a:chOff x="2163893" y="1015189"/>
              <a:chExt cx="662814" cy="846462"/>
            </a:xfrm>
          </p:grpSpPr>
          <p:grpSp>
            <p:nvGrpSpPr>
              <p:cNvPr id="91" name="组合 90">
                <a:extLst>
                  <a:ext uri="{FF2B5EF4-FFF2-40B4-BE49-F238E27FC236}">
                    <a16:creationId xmlns:a16="http://schemas.microsoft.com/office/drawing/2014/main" id="{01239586-8D7B-4E8B-8A8F-49EC24608910}"/>
                  </a:ext>
                </a:extLst>
              </p:cNvPr>
              <p:cNvGrpSpPr/>
              <p:nvPr/>
            </p:nvGrpSpPr>
            <p:grpSpPr>
              <a:xfrm>
                <a:off x="2442267" y="1015189"/>
                <a:ext cx="381000" cy="351117"/>
                <a:chOff x="2556504" y="2484669"/>
                <a:chExt cx="381000" cy="351117"/>
              </a:xfrm>
            </p:grpSpPr>
            <p:pic>
              <p:nvPicPr>
                <p:cNvPr id="93" name="图形 92">
                  <a:extLst>
                    <a:ext uri="{FF2B5EF4-FFF2-40B4-BE49-F238E27FC236}">
                      <a16:creationId xmlns:a16="http://schemas.microsoft.com/office/drawing/2014/main" id="{054EA276-8191-4582-9A0C-D136B0A29B8F}"/>
                    </a:ext>
                  </a:extLst>
                </p:cNvPr>
                <p:cNvPicPr>
                  <a:picLocks noChangeAspect="1"/>
                </p:cNvPicPr>
                <p:nvPr/>
              </p:nvPicPr>
              <p:blipFill>
                <a:blip r:embed="rId7">
                  <a:extLst>
                    <a:ext uri="{28A0092B-C50C-407E-A947-70E740481C1C}">
                      <a14:useLocalDpi xmlns:a14="http://schemas.microsoft.com/office/drawing/2010/main" val="0"/>
                    </a:ext>
                    <a:ext uri="{96DAC541-7B7A-43D3-8B79-37D633B846F1}">
                      <asvg:svgBlip xmlns:asvg="http://schemas.microsoft.com/office/drawing/2016/SVG/main" r:embed="rId8"/>
                    </a:ext>
                  </a:extLst>
                </a:blip>
                <a:stretch>
                  <a:fillRect/>
                </a:stretch>
              </p:blipFill>
              <p:spPr>
                <a:xfrm>
                  <a:off x="2556504" y="2484669"/>
                  <a:ext cx="381000" cy="285750"/>
                </a:xfrm>
                <a:prstGeom prst="rect">
                  <a:avLst/>
                </a:prstGeom>
              </p:spPr>
            </p:pic>
            <p:cxnSp>
              <p:nvCxnSpPr>
                <p:cNvPr id="94" name="直接连接符 93">
                  <a:extLst>
                    <a:ext uri="{FF2B5EF4-FFF2-40B4-BE49-F238E27FC236}">
                      <a16:creationId xmlns:a16="http://schemas.microsoft.com/office/drawing/2014/main" id="{4E78BEC1-A8CF-4073-946C-CDA5A2E16351}"/>
                    </a:ext>
                  </a:extLst>
                </p:cNvPr>
                <p:cNvCxnSpPr/>
                <p:nvPr/>
              </p:nvCxnSpPr>
              <p:spPr>
                <a:xfrm>
                  <a:off x="2747004" y="2612580"/>
                  <a:ext cx="0" cy="223206"/>
                </a:xfrm>
                <a:prstGeom prst="line">
                  <a:avLst/>
                </a:prstGeom>
                <a:ln w="25400">
                  <a:solidFill>
                    <a:srgbClr val="999999"/>
                  </a:solidFill>
                </a:ln>
              </p:spPr>
              <p:style>
                <a:lnRef idx="1">
                  <a:schemeClr val="accent1"/>
                </a:lnRef>
                <a:fillRef idx="0">
                  <a:schemeClr val="accent1"/>
                </a:fillRef>
                <a:effectRef idx="0">
                  <a:schemeClr val="accent1"/>
                </a:effectRef>
                <a:fontRef idx="minor">
                  <a:schemeClr val="tx1"/>
                </a:fontRef>
              </p:style>
            </p:cxnSp>
          </p:grpSp>
          <p:pic>
            <p:nvPicPr>
              <p:cNvPr id="92" name="图形 10">
                <a:extLst>
                  <a:ext uri="{FF2B5EF4-FFF2-40B4-BE49-F238E27FC236}">
                    <a16:creationId xmlns:a16="http://schemas.microsoft.com/office/drawing/2014/main" id="{7E4A49B4-ECC1-4553-8D43-299512F8AE2D}"/>
                  </a:ext>
                </a:extLst>
              </p:cNvPr>
              <p:cNvPicPr>
                <a:picLocks noChangeAspect="1"/>
              </p:cNvPicPr>
              <p:nvPr/>
            </p:nvPicPr>
            <p:blipFill>
              <a:blip r:embed="rId9">
                <a:extLst>
                  <a:ext uri="{28A0092B-C50C-407E-A947-70E740481C1C}">
                    <a14:useLocalDpi xmlns:a14="http://schemas.microsoft.com/office/drawing/2010/main" val="0"/>
                  </a:ext>
                  <a:ext uri="{96DAC541-7B7A-43D3-8B79-37D633B846F1}">
                    <asvg:svgBlip xmlns:asvg="http://schemas.microsoft.com/office/drawing/2016/SVG/main" r:embed="rId10"/>
                  </a:ext>
                </a:extLst>
              </a:blip>
              <a:stretch>
                <a:fillRect/>
              </a:stretch>
            </p:blipFill>
            <p:spPr>
              <a:xfrm>
                <a:off x="2163893" y="1220569"/>
                <a:ext cx="662814" cy="641082"/>
              </a:xfrm>
              <a:prstGeom prst="rect">
                <a:avLst/>
              </a:prstGeom>
            </p:spPr>
          </p:pic>
        </p:grpSp>
        <p:sp>
          <p:nvSpPr>
            <p:cNvPr id="95" name="文本框 94">
              <a:extLst>
                <a:ext uri="{FF2B5EF4-FFF2-40B4-BE49-F238E27FC236}">
                  <a16:creationId xmlns:a16="http://schemas.microsoft.com/office/drawing/2014/main" id="{6B698353-3A7C-4EAC-8987-FB392F9BDA92}"/>
                </a:ext>
              </a:extLst>
            </p:cNvPr>
            <p:cNvSpPr txBox="1"/>
            <p:nvPr/>
          </p:nvSpPr>
          <p:spPr>
            <a:xfrm>
              <a:off x="2281150" y="4945739"/>
              <a:ext cx="339118" cy="400110"/>
            </a:xfrm>
            <a:prstGeom prst="rect">
              <a:avLst/>
            </a:prstGeom>
            <a:noFill/>
          </p:spPr>
          <p:txBody>
            <a:bodyPr wrap="square" rtlCol="0">
              <a:spAutoFit/>
            </a:bodyPr>
            <a:lstStyle/>
            <a:p>
              <a:pPr algn="ctr"/>
              <a:r>
                <a:rPr lang="en-US" altLang="zh-CN" sz="2000" b="1" dirty="0">
                  <a:solidFill>
                    <a:schemeClr val="bg1"/>
                  </a:solidFill>
                  <a:latin typeface="Arial Narrow" panose="020B0606020202030204" pitchFamily="34" charset="0"/>
                </a:rPr>
                <a:t>A</a:t>
              </a:r>
              <a:endParaRPr lang="zh-CN" altLang="en-US" sz="2000" b="1" dirty="0">
                <a:solidFill>
                  <a:schemeClr val="bg1"/>
                </a:solidFill>
                <a:latin typeface="Arial Narrow" panose="020B0606020202030204" pitchFamily="34" charset="0"/>
              </a:endParaRPr>
            </a:p>
          </p:txBody>
        </p:sp>
        <p:sp>
          <p:nvSpPr>
            <p:cNvPr id="96" name="文本框 95">
              <a:extLst>
                <a:ext uri="{FF2B5EF4-FFF2-40B4-BE49-F238E27FC236}">
                  <a16:creationId xmlns:a16="http://schemas.microsoft.com/office/drawing/2014/main" id="{27836CF9-853E-4750-AB08-38E3740DA738}"/>
                </a:ext>
              </a:extLst>
            </p:cNvPr>
            <p:cNvSpPr txBox="1"/>
            <p:nvPr/>
          </p:nvSpPr>
          <p:spPr>
            <a:xfrm>
              <a:off x="4244431" y="5037092"/>
              <a:ext cx="339118" cy="400110"/>
            </a:xfrm>
            <a:prstGeom prst="rect">
              <a:avLst/>
            </a:prstGeom>
            <a:noFill/>
          </p:spPr>
          <p:txBody>
            <a:bodyPr wrap="square" rtlCol="0">
              <a:spAutoFit/>
            </a:bodyPr>
            <a:lstStyle/>
            <a:p>
              <a:pPr algn="ctr"/>
              <a:r>
                <a:rPr lang="en-US" altLang="zh-CN" sz="2000" b="1" dirty="0">
                  <a:solidFill>
                    <a:schemeClr val="bg1"/>
                  </a:solidFill>
                  <a:latin typeface="Arial Narrow" panose="020B0606020202030204" pitchFamily="34" charset="0"/>
                </a:rPr>
                <a:t>B</a:t>
              </a:r>
              <a:endParaRPr lang="zh-CN" altLang="en-US" sz="2000" b="1" dirty="0">
                <a:solidFill>
                  <a:schemeClr val="bg1"/>
                </a:solidFill>
                <a:latin typeface="Arial Narrow" panose="020B0606020202030204" pitchFamily="34" charset="0"/>
              </a:endParaRPr>
            </a:p>
          </p:txBody>
        </p:sp>
        <p:sp>
          <p:nvSpPr>
            <p:cNvPr id="97" name="文本框 96">
              <a:extLst>
                <a:ext uri="{FF2B5EF4-FFF2-40B4-BE49-F238E27FC236}">
                  <a16:creationId xmlns:a16="http://schemas.microsoft.com/office/drawing/2014/main" id="{3508E046-4641-4A22-A035-3812952C2A8C}"/>
                </a:ext>
              </a:extLst>
            </p:cNvPr>
            <p:cNvSpPr txBox="1"/>
            <p:nvPr/>
          </p:nvSpPr>
          <p:spPr>
            <a:xfrm>
              <a:off x="7790013" y="5086323"/>
              <a:ext cx="1586500" cy="646331"/>
            </a:xfrm>
            <a:prstGeom prst="rect">
              <a:avLst/>
            </a:prstGeom>
            <a:noFill/>
          </p:spPr>
          <p:txBody>
            <a:bodyPr wrap="square" rtlCol="0">
              <a:spAutoFit/>
            </a:bodyPr>
            <a:lstStyle/>
            <a:p>
              <a:pPr algn="ctr"/>
              <a:r>
                <a:rPr lang="zh-CN" altLang="en-US" b="1" dirty="0">
                  <a:latin typeface="Arial Narrow" panose="020B0606020202030204" pitchFamily="34" charset="0"/>
                </a:rPr>
                <a:t>基本服务集</a:t>
              </a:r>
              <a:endParaRPr lang="en-US" altLang="zh-CN" b="1" dirty="0">
                <a:latin typeface="Arial Narrow" panose="020B0606020202030204" pitchFamily="34" charset="0"/>
              </a:endParaRPr>
            </a:p>
            <a:p>
              <a:pPr algn="ctr"/>
              <a:r>
                <a:rPr lang="en-US" altLang="zh-CN" b="1" dirty="0">
                  <a:latin typeface="Arial Narrow" panose="020B0606020202030204" pitchFamily="34" charset="0"/>
                </a:rPr>
                <a:t>BSS2</a:t>
              </a:r>
              <a:endParaRPr lang="zh-CN" altLang="en-US" b="1" dirty="0">
                <a:latin typeface="Arial Narrow" panose="020B0606020202030204" pitchFamily="34" charset="0"/>
              </a:endParaRPr>
            </a:p>
          </p:txBody>
        </p:sp>
        <p:sp>
          <p:nvSpPr>
            <p:cNvPr id="98" name="矩形: 圆角 97">
              <a:extLst>
                <a:ext uri="{FF2B5EF4-FFF2-40B4-BE49-F238E27FC236}">
                  <a16:creationId xmlns:a16="http://schemas.microsoft.com/office/drawing/2014/main" id="{BB8042F8-0A0F-4057-8A1C-8AA95F7D35B9}"/>
                </a:ext>
              </a:extLst>
            </p:cNvPr>
            <p:cNvSpPr/>
            <p:nvPr/>
          </p:nvSpPr>
          <p:spPr>
            <a:xfrm>
              <a:off x="548585" y="2308043"/>
              <a:ext cx="10998048" cy="4130857"/>
            </a:xfrm>
            <a:prstGeom prst="roundRect">
              <a:avLst/>
            </a:prstGeom>
            <a:noFill/>
            <a:ln>
              <a:solidFill>
                <a:schemeClr val="tx1"/>
              </a:solid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b="1">
                <a:latin typeface="Arial Narrow" panose="020B0606020202030204" pitchFamily="34" charset="0"/>
              </a:endParaRPr>
            </a:p>
          </p:txBody>
        </p:sp>
        <p:sp>
          <p:nvSpPr>
            <p:cNvPr id="99" name="文本框 98">
              <a:extLst>
                <a:ext uri="{FF2B5EF4-FFF2-40B4-BE49-F238E27FC236}">
                  <a16:creationId xmlns:a16="http://schemas.microsoft.com/office/drawing/2014/main" id="{C48C1061-805E-4798-8A77-B9897E64953A}"/>
                </a:ext>
              </a:extLst>
            </p:cNvPr>
            <p:cNvSpPr txBox="1"/>
            <p:nvPr/>
          </p:nvSpPr>
          <p:spPr>
            <a:xfrm>
              <a:off x="9720110" y="3700084"/>
              <a:ext cx="339118" cy="369332"/>
            </a:xfrm>
            <a:prstGeom prst="rect">
              <a:avLst/>
            </a:prstGeom>
            <a:noFill/>
          </p:spPr>
          <p:txBody>
            <a:bodyPr wrap="square" rtlCol="0">
              <a:spAutoFit/>
            </a:bodyPr>
            <a:lstStyle/>
            <a:p>
              <a:pPr algn="ctr"/>
              <a:r>
                <a:rPr lang="en-US" altLang="zh-CN" b="1" dirty="0">
                  <a:solidFill>
                    <a:schemeClr val="bg1"/>
                  </a:solidFill>
                  <a:latin typeface="Arial Narrow" panose="020B0606020202030204" pitchFamily="34" charset="0"/>
                </a:rPr>
                <a:t>C</a:t>
              </a:r>
              <a:endParaRPr lang="zh-CN" altLang="en-US" b="1" dirty="0">
                <a:solidFill>
                  <a:schemeClr val="bg1"/>
                </a:solidFill>
                <a:latin typeface="Arial Narrow" panose="020B0606020202030204" pitchFamily="34" charset="0"/>
              </a:endParaRPr>
            </a:p>
          </p:txBody>
        </p:sp>
        <p:sp>
          <p:nvSpPr>
            <p:cNvPr id="100" name="文本框 99">
              <a:extLst>
                <a:ext uri="{FF2B5EF4-FFF2-40B4-BE49-F238E27FC236}">
                  <a16:creationId xmlns:a16="http://schemas.microsoft.com/office/drawing/2014/main" id="{5CE43870-E870-4FA4-82FC-85C756EF9546}"/>
                </a:ext>
              </a:extLst>
            </p:cNvPr>
            <p:cNvSpPr txBox="1"/>
            <p:nvPr/>
          </p:nvSpPr>
          <p:spPr>
            <a:xfrm>
              <a:off x="4933438" y="6015886"/>
              <a:ext cx="2319129" cy="369332"/>
            </a:xfrm>
            <a:prstGeom prst="rect">
              <a:avLst/>
            </a:prstGeom>
            <a:noFill/>
          </p:spPr>
          <p:txBody>
            <a:bodyPr wrap="square" rtlCol="0">
              <a:spAutoFit/>
            </a:bodyPr>
            <a:lstStyle/>
            <a:p>
              <a:pPr algn="ctr"/>
              <a:r>
                <a:rPr lang="zh-CN" altLang="en-US" b="1" dirty="0">
                  <a:latin typeface="Arial Narrow" panose="020B0606020202030204" pitchFamily="34" charset="0"/>
                </a:rPr>
                <a:t>扩展服务集</a:t>
              </a:r>
              <a:r>
                <a:rPr lang="en-US" altLang="zh-CN" b="1" dirty="0">
                  <a:latin typeface="Arial Narrow" panose="020B0606020202030204" pitchFamily="34" charset="0"/>
                </a:rPr>
                <a:t>ESS</a:t>
              </a:r>
              <a:endParaRPr lang="zh-CN" altLang="en-US" b="1" dirty="0">
                <a:latin typeface="Arial Narrow" panose="020B0606020202030204" pitchFamily="34" charset="0"/>
              </a:endParaRPr>
            </a:p>
          </p:txBody>
        </p:sp>
      </p:grpSp>
      <p:grpSp>
        <p:nvGrpSpPr>
          <p:cNvPr id="15" name="组合 14">
            <a:extLst>
              <a:ext uri="{FF2B5EF4-FFF2-40B4-BE49-F238E27FC236}">
                <a16:creationId xmlns:a16="http://schemas.microsoft.com/office/drawing/2014/main" id="{6CADD4F0-1A3F-444D-B959-5FAC2D85688F}"/>
              </a:ext>
            </a:extLst>
          </p:cNvPr>
          <p:cNvGrpSpPr/>
          <p:nvPr/>
        </p:nvGrpSpPr>
        <p:grpSpPr>
          <a:xfrm>
            <a:off x="2475089" y="4088444"/>
            <a:ext cx="1962785" cy="729384"/>
            <a:chOff x="2475089" y="4088444"/>
            <a:chExt cx="1962785" cy="729384"/>
          </a:xfrm>
        </p:grpSpPr>
        <p:cxnSp>
          <p:nvCxnSpPr>
            <p:cNvPr id="14" name="连接符: 曲线 13">
              <a:extLst>
                <a:ext uri="{FF2B5EF4-FFF2-40B4-BE49-F238E27FC236}">
                  <a16:creationId xmlns:a16="http://schemas.microsoft.com/office/drawing/2014/main" id="{A002EAD2-52F8-40DB-8D9A-B39CA93CDB98}"/>
                </a:ext>
              </a:extLst>
            </p:cNvPr>
            <p:cNvCxnSpPr>
              <a:stCxn id="51" idx="0"/>
              <a:endCxn id="56" idx="0"/>
            </p:cNvCxnSpPr>
            <p:nvPr/>
          </p:nvCxnSpPr>
          <p:spPr>
            <a:xfrm rot="16200000" flipH="1">
              <a:off x="3400798" y="3780752"/>
              <a:ext cx="111367" cy="1962785"/>
            </a:xfrm>
            <a:prstGeom prst="curvedConnector3">
              <a:avLst>
                <a:gd name="adj1" fmla="val -205267"/>
              </a:avLst>
            </a:prstGeom>
            <a:ln w="25400">
              <a:solidFill>
                <a:schemeClr val="accent1">
                  <a:lumMod val="75000"/>
                </a:schemeClr>
              </a:solidFill>
              <a:prstDash val="dash"/>
              <a:tailEnd type="triangle" w="med" len="lg"/>
            </a:ln>
          </p:spPr>
          <p:style>
            <a:lnRef idx="1">
              <a:schemeClr val="accent1"/>
            </a:lnRef>
            <a:fillRef idx="0">
              <a:schemeClr val="accent1"/>
            </a:fillRef>
            <a:effectRef idx="0">
              <a:schemeClr val="accent1"/>
            </a:effectRef>
            <a:fontRef idx="minor">
              <a:schemeClr val="tx1"/>
            </a:fontRef>
          </p:style>
        </p:cxnSp>
        <p:sp>
          <p:nvSpPr>
            <p:cNvPr id="101" name="文本框 100">
              <a:extLst>
                <a:ext uri="{FF2B5EF4-FFF2-40B4-BE49-F238E27FC236}">
                  <a16:creationId xmlns:a16="http://schemas.microsoft.com/office/drawing/2014/main" id="{D2F4E471-67A0-42A2-993B-8CD811770700}"/>
                </a:ext>
              </a:extLst>
            </p:cNvPr>
            <p:cNvSpPr txBox="1"/>
            <p:nvPr/>
          </p:nvSpPr>
          <p:spPr>
            <a:xfrm>
              <a:off x="2726344" y="4088444"/>
              <a:ext cx="1506032" cy="369332"/>
            </a:xfrm>
            <a:prstGeom prst="rect">
              <a:avLst/>
            </a:prstGeom>
            <a:noFill/>
            <a:ln>
              <a:noFill/>
            </a:ln>
          </p:spPr>
          <p:txBody>
            <a:bodyPr wrap="square" rtlCol="0">
              <a:spAutoFit/>
            </a:bodyPr>
            <a:lstStyle/>
            <a:p>
              <a:pPr algn="ctr"/>
              <a:r>
                <a:rPr lang="zh-CN" altLang="en-US" b="1" dirty="0">
                  <a:solidFill>
                    <a:schemeClr val="accent1">
                      <a:lumMod val="75000"/>
                    </a:schemeClr>
                  </a:solidFill>
                  <a:latin typeface="Arial Narrow" panose="020B0606020202030204" pitchFamily="34" charset="0"/>
                </a:rPr>
                <a:t>发送数据帧</a:t>
              </a:r>
            </a:p>
          </p:txBody>
        </p:sp>
      </p:grpSp>
      <p:sp>
        <p:nvSpPr>
          <p:cNvPr id="102" name="平行四边形 101">
            <a:extLst>
              <a:ext uri="{FF2B5EF4-FFF2-40B4-BE49-F238E27FC236}">
                <a16:creationId xmlns:a16="http://schemas.microsoft.com/office/drawing/2014/main" id="{AFA8ABE0-6631-FA03-8056-9861FA8FD74F}"/>
              </a:ext>
            </a:extLst>
          </p:cNvPr>
          <p:cNvSpPr/>
          <p:nvPr/>
        </p:nvSpPr>
        <p:spPr>
          <a:xfrm>
            <a:off x="304800" y="749300"/>
            <a:ext cx="723900" cy="387090"/>
          </a:xfrm>
          <a:prstGeom prst="parallelogram">
            <a:avLst/>
          </a:prstGeom>
          <a:solidFill>
            <a:schemeClr val="accent3">
              <a:lumMod val="75000"/>
            </a:schemeClr>
          </a:solidFill>
          <a:ln>
            <a:solidFill>
              <a:schemeClr val="accent3">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CN" sz="2200" dirty="0">
                <a:latin typeface="Impact" panose="020B0806030902050204" pitchFamily="34" charset="0"/>
              </a:rPr>
              <a:t>05</a:t>
            </a:r>
            <a:endParaRPr lang="zh-CN" altLang="en-US" sz="2200" dirty="0">
              <a:latin typeface="Impact" panose="020B0806030902050204" pitchFamily="34" charset="0"/>
            </a:endParaRPr>
          </a:p>
        </p:txBody>
      </p:sp>
    </p:spTree>
    <p:custDataLst>
      <p:tags r:id="rId1"/>
    </p:custDataLst>
    <p:extLst>
      <p:ext uri="{BB962C8B-B14F-4D97-AF65-F5344CB8AC3E}">
        <p14:creationId xmlns:p14="http://schemas.microsoft.com/office/powerpoint/2010/main" val="2793454137"/>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30" presetClass="entr" presetSubtype="0" fill="hold" nodeType="withEffect">
                                  <p:stCondLst>
                                    <p:cond delay="0"/>
                                  </p:stCondLst>
                                  <p:childTnLst>
                                    <p:set>
                                      <p:cBhvr>
                                        <p:cTn id="6" dur="1" fill="hold">
                                          <p:stCondLst>
                                            <p:cond delay="0"/>
                                          </p:stCondLst>
                                        </p:cTn>
                                        <p:tgtEl>
                                          <p:spTgt spid="11"/>
                                        </p:tgtEl>
                                        <p:attrNameLst>
                                          <p:attrName>style.visibility</p:attrName>
                                        </p:attrNameLst>
                                      </p:cBhvr>
                                      <p:to>
                                        <p:strVal val="visible"/>
                                      </p:to>
                                    </p:set>
                                    <p:animEffect transition="in" filter="fade">
                                      <p:cBhvr>
                                        <p:cTn id="7" dur="800" decel="100000"/>
                                        <p:tgtEl>
                                          <p:spTgt spid="11"/>
                                        </p:tgtEl>
                                      </p:cBhvr>
                                    </p:animEffect>
                                    <p:anim calcmode="lin" valueType="num">
                                      <p:cBhvr>
                                        <p:cTn id="8" dur="800" decel="100000" fill="hold"/>
                                        <p:tgtEl>
                                          <p:spTgt spid="11"/>
                                        </p:tgtEl>
                                        <p:attrNameLst>
                                          <p:attrName>style.rotation</p:attrName>
                                        </p:attrNameLst>
                                      </p:cBhvr>
                                      <p:tavLst>
                                        <p:tav tm="0">
                                          <p:val>
                                            <p:fltVal val="-90"/>
                                          </p:val>
                                        </p:tav>
                                        <p:tav tm="100000">
                                          <p:val>
                                            <p:fltVal val="0"/>
                                          </p:val>
                                        </p:tav>
                                      </p:tavLst>
                                    </p:anim>
                                    <p:anim calcmode="lin" valueType="num">
                                      <p:cBhvr>
                                        <p:cTn id="9" dur="800" decel="100000" fill="hold"/>
                                        <p:tgtEl>
                                          <p:spTgt spid="11"/>
                                        </p:tgtEl>
                                        <p:attrNameLst>
                                          <p:attrName>ppt_x</p:attrName>
                                        </p:attrNameLst>
                                      </p:cBhvr>
                                      <p:tavLst>
                                        <p:tav tm="0">
                                          <p:val>
                                            <p:strVal val="#ppt_x+0.4"/>
                                          </p:val>
                                        </p:tav>
                                        <p:tav tm="100000">
                                          <p:val>
                                            <p:strVal val="#ppt_x-0.05"/>
                                          </p:val>
                                        </p:tav>
                                      </p:tavLst>
                                    </p:anim>
                                    <p:anim calcmode="lin" valueType="num">
                                      <p:cBhvr>
                                        <p:cTn id="10" dur="800" decel="100000" fill="hold"/>
                                        <p:tgtEl>
                                          <p:spTgt spid="11"/>
                                        </p:tgtEl>
                                        <p:attrNameLst>
                                          <p:attrName>ppt_y</p:attrName>
                                        </p:attrNameLst>
                                      </p:cBhvr>
                                      <p:tavLst>
                                        <p:tav tm="0">
                                          <p:val>
                                            <p:strVal val="#ppt_y-0.4"/>
                                          </p:val>
                                        </p:tav>
                                        <p:tav tm="100000">
                                          <p:val>
                                            <p:strVal val="#ppt_y+0.1"/>
                                          </p:val>
                                        </p:tav>
                                      </p:tavLst>
                                    </p:anim>
                                    <p:anim calcmode="lin" valueType="num">
                                      <p:cBhvr>
                                        <p:cTn id="11" dur="200" accel="100000" fill="hold">
                                          <p:stCondLst>
                                            <p:cond delay="800"/>
                                          </p:stCondLst>
                                        </p:cTn>
                                        <p:tgtEl>
                                          <p:spTgt spid="11"/>
                                        </p:tgtEl>
                                        <p:attrNameLst>
                                          <p:attrName>ppt_x</p:attrName>
                                        </p:attrNameLst>
                                      </p:cBhvr>
                                      <p:tavLst>
                                        <p:tav tm="0">
                                          <p:val>
                                            <p:strVal val="#ppt_x-0.05"/>
                                          </p:val>
                                        </p:tav>
                                        <p:tav tm="100000">
                                          <p:val>
                                            <p:strVal val="#ppt_x"/>
                                          </p:val>
                                        </p:tav>
                                      </p:tavLst>
                                    </p:anim>
                                    <p:anim calcmode="lin" valueType="num">
                                      <p:cBhvr>
                                        <p:cTn id="12" dur="200" accel="100000" fill="hold">
                                          <p:stCondLst>
                                            <p:cond delay="800"/>
                                          </p:stCondLst>
                                        </p:cTn>
                                        <p:tgtEl>
                                          <p:spTgt spid="11"/>
                                        </p:tgtEl>
                                        <p:attrNameLst>
                                          <p:attrName>ppt_y</p:attrName>
                                        </p:attrNameLst>
                                      </p:cBhvr>
                                      <p:tavLst>
                                        <p:tav tm="0">
                                          <p:val>
                                            <p:strVal val="#ppt_y+0.1"/>
                                          </p:val>
                                        </p:tav>
                                        <p:tav tm="100000">
                                          <p:val>
                                            <p:strVal val="#ppt_y"/>
                                          </p:val>
                                        </p:tav>
                                      </p:tavLst>
                                    </p:anim>
                                  </p:childTnLst>
                                </p:cTn>
                              </p:par>
                            </p:childTnLst>
                          </p:cTn>
                        </p:par>
                      </p:childTnLst>
                    </p:cTn>
                  </p:par>
                  <p:par>
                    <p:cTn id="13" fill="hold">
                      <p:stCondLst>
                        <p:cond delay="indefinite"/>
                      </p:stCondLst>
                      <p:childTnLst>
                        <p:par>
                          <p:cTn id="14" fill="hold">
                            <p:stCondLst>
                              <p:cond delay="0"/>
                            </p:stCondLst>
                            <p:childTnLst>
                              <p:par>
                                <p:cTn id="15" presetID="22" presetClass="entr" presetSubtype="8" fill="hold" nodeType="clickEffect">
                                  <p:stCondLst>
                                    <p:cond delay="0"/>
                                  </p:stCondLst>
                                  <p:childTnLst>
                                    <p:set>
                                      <p:cBhvr>
                                        <p:cTn id="16" dur="1" fill="hold">
                                          <p:stCondLst>
                                            <p:cond delay="0"/>
                                          </p:stCondLst>
                                        </p:cTn>
                                        <p:tgtEl>
                                          <p:spTgt spid="15"/>
                                        </p:tgtEl>
                                        <p:attrNameLst>
                                          <p:attrName>style.visibility</p:attrName>
                                        </p:attrNameLst>
                                      </p:cBhvr>
                                      <p:to>
                                        <p:strVal val="visible"/>
                                      </p:to>
                                    </p:set>
                                    <p:animEffect transition="in" filter="wipe(left)">
                                      <p:cBhvr>
                                        <p:cTn id="17" dur="500"/>
                                        <p:tgtEl>
                                          <p:spTgt spid="15"/>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57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4" name="组合 3">
            <a:extLst>
              <a:ext uri="{FF2B5EF4-FFF2-40B4-BE49-F238E27FC236}">
                <a16:creationId xmlns:a16="http://schemas.microsoft.com/office/drawing/2014/main" id="{9A1EA9F2-FCB6-48C3-935F-7AE7E3AD14AC}"/>
              </a:ext>
            </a:extLst>
          </p:cNvPr>
          <p:cNvGrpSpPr/>
          <p:nvPr/>
        </p:nvGrpSpPr>
        <p:grpSpPr>
          <a:xfrm>
            <a:off x="304800" y="749300"/>
            <a:ext cx="5791200" cy="400110"/>
            <a:chOff x="424117" y="898245"/>
            <a:chExt cx="5791200" cy="400110"/>
          </a:xfrm>
        </p:grpSpPr>
        <p:sp>
          <p:nvSpPr>
            <p:cNvPr id="2" name="平行四边形 1">
              <a:extLst>
                <a:ext uri="{FF2B5EF4-FFF2-40B4-BE49-F238E27FC236}">
                  <a16:creationId xmlns:a16="http://schemas.microsoft.com/office/drawing/2014/main" id="{1F5BAA3F-9845-4F89-A2DD-8222D3E4EDAC}"/>
                </a:ext>
              </a:extLst>
            </p:cNvPr>
            <p:cNvSpPr/>
            <p:nvPr/>
          </p:nvSpPr>
          <p:spPr>
            <a:xfrm>
              <a:off x="424117" y="898245"/>
              <a:ext cx="628306" cy="387090"/>
            </a:xfrm>
            <a:prstGeom prst="parallelogram">
              <a:avLst/>
            </a:prstGeom>
            <a:solidFill>
              <a:schemeClr val="accent3">
                <a:lumMod val="75000"/>
              </a:schemeClr>
            </a:solidFill>
            <a:ln>
              <a:solidFill>
                <a:schemeClr val="accent3">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CN" sz="2200" dirty="0">
                  <a:latin typeface="Impact" panose="020B0806030902050204" pitchFamily="34" charset="0"/>
                </a:rPr>
                <a:t>01</a:t>
              </a:r>
              <a:endParaRPr lang="zh-CN" altLang="en-US" sz="2200" dirty="0">
                <a:latin typeface="Impact" panose="020B0806030902050204" pitchFamily="34" charset="0"/>
              </a:endParaRPr>
            </a:p>
          </p:txBody>
        </p:sp>
        <p:sp>
          <p:nvSpPr>
            <p:cNvPr id="3" name="文本框 2">
              <a:extLst>
                <a:ext uri="{FF2B5EF4-FFF2-40B4-BE49-F238E27FC236}">
                  <a16:creationId xmlns:a16="http://schemas.microsoft.com/office/drawing/2014/main" id="{4D6BD736-A4D3-4F26-AFED-36E11F50F70B}"/>
                </a:ext>
              </a:extLst>
            </p:cNvPr>
            <p:cNvSpPr txBox="1"/>
            <p:nvPr/>
          </p:nvSpPr>
          <p:spPr>
            <a:xfrm>
              <a:off x="1052423" y="898245"/>
              <a:ext cx="5162894" cy="400110"/>
            </a:xfrm>
            <a:prstGeom prst="rect">
              <a:avLst/>
            </a:prstGeom>
            <a:noFill/>
          </p:spPr>
          <p:txBody>
            <a:bodyPr wrap="square" rtlCol="0">
              <a:spAutoFit/>
            </a:bodyPr>
            <a:lstStyle/>
            <a:p>
              <a:r>
                <a:rPr lang="en-US" altLang="zh-CN" sz="2000" b="1" dirty="0">
                  <a:solidFill>
                    <a:schemeClr val="tx1"/>
                  </a:solidFill>
                  <a:latin typeface="Arial Narrow" panose="020B0606020202030204" pitchFamily="34" charset="0"/>
                </a:rPr>
                <a:t>802.11</a:t>
              </a:r>
              <a:r>
                <a:rPr lang="zh-CN" altLang="en-US" sz="2000" b="1" dirty="0">
                  <a:solidFill>
                    <a:schemeClr val="tx1"/>
                  </a:solidFill>
                  <a:latin typeface="Arial Narrow" panose="020B0606020202030204" pitchFamily="34" charset="0"/>
                </a:rPr>
                <a:t>无线局域网的</a:t>
              </a:r>
              <a:r>
                <a:rPr lang="en-US" altLang="zh-CN" sz="2000" b="1" dirty="0">
                  <a:solidFill>
                    <a:schemeClr val="tx1"/>
                  </a:solidFill>
                  <a:latin typeface="Arial Narrow" panose="020B0606020202030204" pitchFamily="34" charset="0"/>
                </a:rPr>
                <a:t>MAC</a:t>
              </a:r>
              <a:r>
                <a:rPr lang="zh-CN" altLang="en-US" sz="2000" b="1" dirty="0">
                  <a:solidFill>
                    <a:schemeClr val="tx1"/>
                  </a:solidFill>
                  <a:latin typeface="Arial Narrow" panose="020B0606020202030204" pitchFamily="34" charset="0"/>
                </a:rPr>
                <a:t>帧</a:t>
              </a:r>
              <a:endParaRPr lang="en-US" altLang="zh-CN" sz="2000" b="1" dirty="0">
                <a:solidFill>
                  <a:schemeClr val="tx1"/>
                </a:solidFill>
                <a:latin typeface="Arial Narrow" panose="020B0606020202030204" pitchFamily="34" charset="0"/>
              </a:endParaRPr>
            </a:p>
          </p:txBody>
        </p:sp>
      </p:grpSp>
      <p:grpSp>
        <p:nvGrpSpPr>
          <p:cNvPr id="11" name="组合 10">
            <a:extLst>
              <a:ext uri="{FF2B5EF4-FFF2-40B4-BE49-F238E27FC236}">
                <a16:creationId xmlns:a16="http://schemas.microsoft.com/office/drawing/2014/main" id="{74C8B553-4069-4132-8B54-4FABB5A4B891}"/>
              </a:ext>
            </a:extLst>
          </p:cNvPr>
          <p:cNvGrpSpPr/>
          <p:nvPr/>
        </p:nvGrpSpPr>
        <p:grpSpPr>
          <a:xfrm>
            <a:off x="548585" y="1130525"/>
            <a:ext cx="10998048" cy="5308375"/>
            <a:chOff x="548585" y="1130525"/>
            <a:chExt cx="10998048" cy="5308375"/>
          </a:xfrm>
        </p:grpSpPr>
        <p:sp>
          <p:nvSpPr>
            <p:cNvPr id="35" name="文本框 34">
              <a:extLst>
                <a:ext uri="{FF2B5EF4-FFF2-40B4-BE49-F238E27FC236}">
                  <a16:creationId xmlns:a16="http://schemas.microsoft.com/office/drawing/2014/main" id="{09D69166-DAC3-411E-9DCE-96244449F453}"/>
                </a:ext>
              </a:extLst>
            </p:cNvPr>
            <p:cNvSpPr txBox="1"/>
            <p:nvPr/>
          </p:nvSpPr>
          <p:spPr>
            <a:xfrm>
              <a:off x="2616938" y="5086323"/>
              <a:ext cx="1586500" cy="646331"/>
            </a:xfrm>
            <a:prstGeom prst="rect">
              <a:avLst/>
            </a:prstGeom>
            <a:noFill/>
          </p:spPr>
          <p:txBody>
            <a:bodyPr wrap="square" rtlCol="0">
              <a:spAutoFit/>
            </a:bodyPr>
            <a:lstStyle/>
            <a:p>
              <a:pPr algn="ctr"/>
              <a:r>
                <a:rPr lang="zh-CN" altLang="en-US" b="1" dirty="0">
                  <a:latin typeface="Arial Narrow" panose="020B0606020202030204" pitchFamily="34" charset="0"/>
                </a:rPr>
                <a:t>基本服务集</a:t>
              </a:r>
              <a:endParaRPr lang="en-US" altLang="zh-CN" b="1" dirty="0">
                <a:latin typeface="Arial Narrow" panose="020B0606020202030204" pitchFamily="34" charset="0"/>
              </a:endParaRPr>
            </a:p>
            <a:p>
              <a:pPr algn="ctr"/>
              <a:r>
                <a:rPr lang="en-US" altLang="zh-CN" b="1" dirty="0">
                  <a:latin typeface="Arial Narrow" panose="020B0606020202030204" pitchFamily="34" charset="0"/>
                </a:rPr>
                <a:t>BSS1</a:t>
              </a:r>
              <a:endParaRPr lang="zh-CN" altLang="en-US" b="1" dirty="0">
                <a:latin typeface="Arial Narrow" panose="020B0606020202030204" pitchFamily="34" charset="0"/>
              </a:endParaRPr>
            </a:p>
          </p:txBody>
        </p:sp>
        <p:sp>
          <p:nvSpPr>
            <p:cNvPr id="36" name="文本框 35">
              <a:extLst>
                <a:ext uri="{FF2B5EF4-FFF2-40B4-BE49-F238E27FC236}">
                  <a16:creationId xmlns:a16="http://schemas.microsoft.com/office/drawing/2014/main" id="{65225C43-29B1-466B-A38A-2076A426334F}"/>
                </a:ext>
              </a:extLst>
            </p:cNvPr>
            <p:cNvSpPr txBox="1"/>
            <p:nvPr/>
          </p:nvSpPr>
          <p:spPr>
            <a:xfrm>
              <a:off x="3178377" y="3288853"/>
              <a:ext cx="555406" cy="369332"/>
            </a:xfrm>
            <a:prstGeom prst="rect">
              <a:avLst/>
            </a:prstGeom>
            <a:noFill/>
          </p:spPr>
          <p:txBody>
            <a:bodyPr wrap="square" rtlCol="0">
              <a:spAutoFit/>
            </a:bodyPr>
            <a:lstStyle/>
            <a:p>
              <a:pPr algn="ctr"/>
              <a:r>
                <a:rPr lang="en-US" altLang="zh-CN" b="1" dirty="0">
                  <a:latin typeface="Arial Narrow" panose="020B0606020202030204" pitchFamily="34" charset="0"/>
                </a:rPr>
                <a:t>AP1</a:t>
              </a:r>
              <a:endParaRPr lang="zh-CN" altLang="en-US" b="1" dirty="0">
                <a:latin typeface="Arial Narrow" panose="020B0606020202030204" pitchFamily="34" charset="0"/>
              </a:endParaRPr>
            </a:p>
          </p:txBody>
        </p:sp>
        <p:cxnSp>
          <p:nvCxnSpPr>
            <p:cNvPr id="37" name="直接连接符 36">
              <a:extLst>
                <a:ext uri="{FF2B5EF4-FFF2-40B4-BE49-F238E27FC236}">
                  <a16:creationId xmlns:a16="http://schemas.microsoft.com/office/drawing/2014/main" id="{47EFCC13-D7BF-4D6A-B9BD-B1C0CF32D497}"/>
                </a:ext>
              </a:extLst>
            </p:cNvPr>
            <p:cNvCxnSpPr>
              <a:cxnSpLocks/>
            </p:cNvCxnSpPr>
            <p:nvPr/>
          </p:nvCxnSpPr>
          <p:spPr>
            <a:xfrm flipV="1">
              <a:off x="3567716" y="1626093"/>
              <a:ext cx="0" cy="1296461"/>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8" name="直接连接符 37">
              <a:extLst>
                <a:ext uri="{FF2B5EF4-FFF2-40B4-BE49-F238E27FC236}">
                  <a16:creationId xmlns:a16="http://schemas.microsoft.com/office/drawing/2014/main" id="{E37B011C-38B2-4CC0-B4CF-31F70C6E1BB6}"/>
                </a:ext>
              </a:extLst>
            </p:cNvPr>
            <p:cNvCxnSpPr>
              <a:cxnSpLocks/>
            </p:cNvCxnSpPr>
            <p:nvPr/>
          </p:nvCxnSpPr>
          <p:spPr>
            <a:xfrm flipV="1">
              <a:off x="8471133" y="1577720"/>
              <a:ext cx="0" cy="1393796"/>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39" name="矩形: 圆角 38">
              <a:extLst>
                <a:ext uri="{FF2B5EF4-FFF2-40B4-BE49-F238E27FC236}">
                  <a16:creationId xmlns:a16="http://schemas.microsoft.com/office/drawing/2014/main" id="{DFE4C2E5-4D87-410E-8E0A-E995B6096788}"/>
                </a:ext>
              </a:extLst>
            </p:cNvPr>
            <p:cNvSpPr/>
            <p:nvPr/>
          </p:nvSpPr>
          <p:spPr>
            <a:xfrm>
              <a:off x="2616938" y="1375885"/>
              <a:ext cx="6576364" cy="536605"/>
            </a:xfrm>
            <a:prstGeom prst="roundRect">
              <a:avLst>
                <a:gd name="adj" fmla="val 50000"/>
              </a:avLst>
            </a:prstGeom>
          </p:spPr>
          <p:style>
            <a:lnRef idx="2">
              <a:schemeClr val="accent3">
                <a:shade val="50000"/>
              </a:schemeClr>
            </a:lnRef>
            <a:fillRef idx="1">
              <a:schemeClr val="accent3"/>
            </a:fillRef>
            <a:effectRef idx="0">
              <a:schemeClr val="accent3"/>
            </a:effectRef>
            <a:fontRef idx="minor">
              <a:schemeClr val="lt1"/>
            </a:fontRef>
          </p:style>
          <p:txBody>
            <a:bodyPr rtlCol="0" anchor="ctr"/>
            <a:lstStyle/>
            <a:p>
              <a:pPr algn="ctr"/>
              <a:r>
                <a:rPr lang="zh-CN" altLang="en-US" b="1" dirty="0">
                  <a:solidFill>
                    <a:schemeClr val="bg1"/>
                  </a:solidFill>
                  <a:latin typeface="Arial Narrow" panose="020B0606020202030204" pitchFamily="34" charset="0"/>
                </a:rPr>
                <a:t>分配系统</a:t>
              </a:r>
              <a:r>
                <a:rPr lang="en-US" altLang="zh-CN" b="1" dirty="0">
                  <a:solidFill>
                    <a:schemeClr val="bg1"/>
                  </a:solidFill>
                  <a:latin typeface="Arial Narrow" panose="020B0606020202030204" pitchFamily="34" charset="0"/>
                </a:rPr>
                <a:t>DS</a:t>
              </a:r>
              <a:r>
                <a:rPr lang="zh-CN" altLang="en-US" b="1" dirty="0">
                  <a:solidFill>
                    <a:schemeClr val="bg1"/>
                  </a:solidFill>
                  <a:latin typeface="Arial Narrow" panose="020B0606020202030204" pitchFamily="34" charset="0"/>
                </a:rPr>
                <a:t>（例如以太网）</a:t>
              </a:r>
            </a:p>
          </p:txBody>
        </p:sp>
        <p:cxnSp>
          <p:nvCxnSpPr>
            <p:cNvPr id="40" name="直接连接符 39">
              <a:extLst>
                <a:ext uri="{FF2B5EF4-FFF2-40B4-BE49-F238E27FC236}">
                  <a16:creationId xmlns:a16="http://schemas.microsoft.com/office/drawing/2014/main" id="{DE51EEB6-A462-450B-BF2B-FC400418A071}"/>
                </a:ext>
              </a:extLst>
            </p:cNvPr>
            <p:cNvCxnSpPr/>
            <p:nvPr/>
          </p:nvCxnSpPr>
          <p:spPr>
            <a:xfrm>
              <a:off x="9296081" y="1563360"/>
              <a:ext cx="1224798"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pic>
          <p:nvPicPr>
            <p:cNvPr id="42" name="图形 41">
              <a:extLst>
                <a:ext uri="{FF2B5EF4-FFF2-40B4-BE49-F238E27FC236}">
                  <a16:creationId xmlns:a16="http://schemas.microsoft.com/office/drawing/2014/main" id="{FAF74EF1-A349-4068-8B37-73ED3B3E6598}"/>
                </a:ext>
              </a:extLst>
            </p:cNvPr>
            <p:cNvPicPr>
              <a:picLocks noChangeAspect="1"/>
            </p:cNvPicPr>
            <p:nvPr/>
          </p:nvPicPr>
          <p:blipFill>
            <a:blip r:embed="rId3">
              <a:extLst>
                <a:ext uri="{28A0092B-C50C-407E-A947-70E740481C1C}">
                  <a14:useLocalDpi xmlns:a14="http://schemas.microsoft.com/office/drawing/2010/main" val="0"/>
                </a:ext>
                <a:ext uri="{96DAC541-7B7A-43D3-8B79-37D633B846F1}">
                  <asvg:svgBlip xmlns:asvg="http://schemas.microsoft.com/office/drawing/2016/SVG/main" r:embed="rId4"/>
                </a:ext>
              </a:extLst>
            </a:blip>
            <a:stretch>
              <a:fillRect/>
            </a:stretch>
          </p:blipFill>
          <p:spPr>
            <a:xfrm>
              <a:off x="8909637" y="1387938"/>
              <a:ext cx="662865" cy="536605"/>
            </a:xfrm>
            <a:prstGeom prst="rect">
              <a:avLst/>
            </a:prstGeom>
          </p:spPr>
        </p:pic>
        <p:sp>
          <p:nvSpPr>
            <p:cNvPr id="44" name="云形 43">
              <a:extLst>
                <a:ext uri="{FF2B5EF4-FFF2-40B4-BE49-F238E27FC236}">
                  <a16:creationId xmlns:a16="http://schemas.microsoft.com/office/drawing/2014/main" id="{C28437D6-FBE0-427C-8150-ADF5DE5C9AF9}"/>
                </a:ext>
              </a:extLst>
            </p:cNvPr>
            <p:cNvSpPr/>
            <p:nvPr/>
          </p:nvSpPr>
          <p:spPr>
            <a:xfrm>
              <a:off x="10015272" y="1130525"/>
              <a:ext cx="1392213" cy="956327"/>
            </a:xfrm>
            <a:prstGeom prst="cloud">
              <a:avLst/>
            </a:prstGeom>
            <a:ln>
              <a:solidFill>
                <a:schemeClr val="accent2"/>
              </a:solidFill>
            </a:ln>
          </p:spPr>
          <p:style>
            <a:lnRef idx="2">
              <a:schemeClr val="accent2">
                <a:shade val="50000"/>
              </a:schemeClr>
            </a:lnRef>
            <a:fillRef idx="1">
              <a:schemeClr val="accent2"/>
            </a:fillRef>
            <a:effectRef idx="0">
              <a:schemeClr val="accent2"/>
            </a:effectRef>
            <a:fontRef idx="minor">
              <a:schemeClr val="lt1"/>
            </a:fontRef>
          </p:style>
          <p:txBody>
            <a:bodyPr rtlCol="0" anchor="ctr"/>
            <a:lstStyle/>
            <a:p>
              <a:pPr algn="ctr"/>
              <a:r>
                <a:rPr lang="zh-CN" altLang="en-US" b="1" dirty="0">
                  <a:solidFill>
                    <a:schemeClr val="bg1"/>
                  </a:solidFill>
                  <a:latin typeface="Arial Narrow" panose="020B0606020202030204" pitchFamily="34" charset="0"/>
                </a:rPr>
                <a:t>因特网</a:t>
              </a:r>
            </a:p>
          </p:txBody>
        </p:sp>
        <p:sp>
          <p:nvSpPr>
            <p:cNvPr id="45" name="文本框 44">
              <a:extLst>
                <a:ext uri="{FF2B5EF4-FFF2-40B4-BE49-F238E27FC236}">
                  <a16:creationId xmlns:a16="http://schemas.microsoft.com/office/drawing/2014/main" id="{933BCDDC-769D-49B7-A3B6-C7F308304785}"/>
                </a:ext>
              </a:extLst>
            </p:cNvPr>
            <p:cNvSpPr txBox="1"/>
            <p:nvPr/>
          </p:nvSpPr>
          <p:spPr>
            <a:xfrm>
              <a:off x="9126522" y="1838070"/>
              <a:ext cx="339118" cy="369332"/>
            </a:xfrm>
            <a:prstGeom prst="rect">
              <a:avLst/>
            </a:prstGeom>
            <a:noFill/>
          </p:spPr>
          <p:txBody>
            <a:bodyPr wrap="square" rtlCol="0">
              <a:spAutoFit/>
            </a:bodyPr>
            <a:lstStyle/>
            <a:p>
              <a:pPr algn="ctr"/>
              <a:r>
                <a:rPr lang="en-US" altLang="zh-CN" b="1" dirty="0">
                  <a:latin typeface="Arial Narrow" panose="020B0606020202030204" pitchFamily="34" charset="0"/>
                </a:rPr>
                <a:t>R</a:t>
              </a:r>
              <a:endParaRPr lang="zh-CN" altLang="en-US" b="1" dirty="0">
                <a:latin typeface="Arial Narrow" panose="020B0606020202030204" pitchFamily="34" charset="0"/>
              </a:endParaRPr>
            </a:p>
          </p:txBody>
        </p:sp>
        <p:sp>
          <p:nvSpPr>
            <p:cNvPr id="46" name="椭圆 45">
              <a:extLst>
                <a:ext uri="{FF2B5EF4-FFF2-40B4-BE49-F238E27FC236}">
                  <a16:creationId xmlns:a16="http://schemas.microsoft.com/office/drawing/2014/main" id="{B9ACAE52-7E9F-4E6B-AF4A-B25E55991785}"/>
                </a:ext>
              </a:extLst>
            </p:cNvPr>
            <p:cNvSpPr/>
            <p:nvPr/>
          </p:nvSpPr>
          <p:spPr>
            <a:xfrm>
              <a:off x="981179" y="3020358"/>
              <a:ext cx="5173075" cy="2723321"/>
            </a:xfrm>
            <a:prstGeom prst="ellipse">
              <a:avLst/>
            </a:prstGeom>
            <a:noFill/>
            <a:ln>
              <a:solidFill>
                <a:schemeClr val="tx1"/>
              </a:solid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b="1">
                <a:latin typeface="Arial Narrow" panose="020B0606020202030204" pitchFamily="34" charset="0"/>
              </a:endParaRPr>
            </a:p>
          </p:txBody>
        </p:sp>
        <p:pic>
          <p:nvPicPr>
            <p:cNvPr id="47" name="图形 46">
              <a:extLst>
                <a:ext uri="{FF2B5EF4-FFF2-40B4-BE49-F238E27FC236}">
                  <a16:creationId xmlns:a16="http://schemas.microsoft.com/office/drawing/2014/main" id="{9ADD710D-CD09-4ED3-AA5E-8AD665CF401C}"/>
                </a:ext>
              </a:extLst>
            </p:cNvPr>
            <p:cNvPicPr>
              <a:picLocks noChangeAspect="1"/>
            </p:cNvPicPr>
            <p:nvPr/>
          </p:nvPicPr>
          <p:blipFill>
            <a:blip r:embed="rId5">
              <a:extLst>
                <a:ext uri="{28A0092B-C50C-407E-A947-70E740481C1C}">
                  <a14:useLocalDpi xmlns:a14="http://schemas.microsoft.com/office/drawing/2010/main" val="0"/>
                </a:ext>
                <a:ext uri="{96DAC541-7B7A-43D3-8B79-37D633B846F1}">
                  <asvg:svgBlip xmlns:asvg="http://schemas.microsoft.com/office/drawing/2016/SVG/main" r:embed="rId6"/>
                </a:ext>
              </a:extLst>
            </a:blip>
            <a:stretch>
              <a:fillRect/>
            </a:stretch>
          </p:blipFill>
          <p:spPr>
            <a:xfrm>
              <a:off x="3057488" y="2318821"/>
              <a:ext cx="1028700" cy="1009650"/>
            </a:xfrm>
            <a:prstGeom prst="rect">
              <a:avLst/>
            </a:prstGeom>
          </p:spPr>
        </p:pic>
        <p:grpSp>
          <p:nvGrpSpPr>
            <p:cNvPr id="48" name="组合 47">
              <a:extLst>
                <a:ext uri="{FF2B5EF4-FFF2-40B4-BE49-F238E27FC236}">
                  <a16:creationId xmlns:a16="http://schemas.microsoft.com/office/drawing/2014/main" id="{6495BAC6-97CD-4DBD-971B-405616EA6EF4}"/>
                </a:ext>
              </a:extLst>
            </p:cNvPr>
            <p:cNvGrpSpPr/>
            <p:nvPr/>
          </p:nvGrpSpPr>
          <p:grpSpPr>
            <a:xfrm>
              <a:off x="2006216" y="4706461"/>
              <a:ext cx="662814" cy="846462"/>
              <a:chOff x="2163893" y="1015189"/>
              <a:chExt cx="662814" cy="846462"/>
            </a:xfrm>
          </p:grpSpPr>
          <p:grpSp>
            <p:nvGrpSpPr>
              <p:cNvPr id="49" name="组合 48">
                <a:extLst>
                  <a:ext uri="{FF2B5EF4-FFF2-40B4-BE49-F238E27FC236}">
                    <a16:creationId xmlns:a16="http://schemas.microsoft.com/office/drawing/2014/main" id="{EFBC881B-B48B-4030-A118-67C71402CE0F}"/>
                  </a:ext>
                </a:extLst>
              </p:cNvPr>
              <p:cNvGrpSpPr/>
              <p:nvPr/>
            </p:nvGrpSpPr>
            <p:grpSpPr>
              <a:xfrm>
                <a:off x="2442267" y="1015189"/>
                <a:ext cx="381000" cy="351117"/>
                <a:chOff x="2556504" y="2484669"/>
                <a:chExt cx="381000" cy="351117"/>
              </a:xfrm>
            </p:grpSpPr>
            <p:pic>
              <p:nvPicPr>
                <p:cNvPr id="51" name="图形 50">
                  <a:extLst>
                    <a:ext uri="{FF2B5EF4-FFF2-40B4-BE49-F238E27FC236}">
                      <a16:creationId xmlns:a16="http://schemas.microsoft.com/office/drawing/2014/main" id="{2F68BA53-3F53-46F2-B393-04E4D56C24B3}"/>
                    </a:ext>
                  </a:extLst>
                </p:cNvPr>
                <p:cNvPicPr>
                  <a:picLocks noChangeAspect="1"/>
                </p:cNvPicPr>
                <p:nvPr/>
              </p:nvPicPr>
              <p:blipFill>
                <a:blip r:embed="rId7">
                  <a:extLst>
                    <a:ext uri="{28A0092B-C50C-407E-A947-70E740481C1C}">
                      <a14:useLocalDpi xmlns:a14="http://schemas.microsoft.com/office/drawing/2010/main" val="0"/>
                    </a:ext>
                    <a:ext uri="{96DAC541-7B7A-43D3-8B79-37D633B846F1}">
                      <asvg:svgBlip xmlns:asvg="http://schemas.microsoft.com/office/drawing/2016/SVG/main" r:embed="rId8"/>
                    </a:ext>
                  </a:extLst>
                </a:blip>
                <a:stretch>
                  <a:fillRect/>
                </a:stretch>
              </p:blipFill>
              <p:spPr>
                <a:xfrm>
                  <a:off x="2556504" y="2484669"/>
                  <a:ext cx="381000" cy="285750"/>
                </a:xfrm>
                <a:prstGeom prst="rect">
                  <a:avLst/>
                </a:prstGeom>
              </p:spPr>
            </p:pic>
            <p:cxnSp>
              <p:nvCxnSpPr>
                <p:cNvPr id="52" name="直接连接符 51">
                  <a:extLst>
                    <a:ext uri="{FF2B5EF4-FFF2-40B4-BE49-F238E27FC236}">
                      <a16:creationId xmlns:a16="http://schemas.microsoft.com/office/drawing/2014/main" id="{3F8096AC-5A8C-4641-90E3-0EC4130C501A}"/>
                    </a:ext>
                  </a:extLst>
                </p:cNvPr>
                <p:cNvCxnSpPr/>
                <p:nvPr/>
              </p:nvCxnSpPr>
              <p:spPr>
                <a:xfrm>
                  <a:off x="2747004" y="2612580"/>
                  <a:ext cx="0" cy="223206"/>
                </a:xfrm>
                <a:prstGeom prst="line">
                  <a:avLst/>
                </a:prstGeom>
                <a:ln w="25400">
                  <a:solidFill>
                    <a:srgbClr val="999999"/>
                  </a:solidFill>
                </a:ln>
              </p:spPr>
              <p:style>
                <a:lnRef idx="1">
                  <a:schemeClr val="accent1"/>
                </a:lnRef>
                <a:fillRef idx="0">
                  <a:schemeClr val="accent1"/>
                </a:fillRef>
                <a:effectRef idx="0">
                  <a:schemeClr val="accent1"/>
                </a:effectRef>
                <a:fontRef idx="minor">
                  <a:schemeClr val="tx1"/>
                </a:fontRef>
              </p:style>
            </p:cxnSp>
          </p:grpSp>
          <p:pic>
            <p:nvPicPr>
              <p:cNvPr id="50" name="图形 10">
                <a:extLst>
                  <a:ext uri="{FF2B5EF4-FFF2-40B4-BE49-F238E27FC236}">
                    <a16:creationId xmlns:a16="http://schemas.microsoft.com/office/drawing/2014/main" id="{327DC618-DF50-4930-9453-E4FA66236CFB}"/>
                  </a:ext>
                </a:extLst>
              </p:cNvPr>
              <p:cNvPicPr>
                <a:picLocks noChangeAspect="1"/>
              </p:cNvPicPr>
              <p:nvPr/>
            </p:nvPicPr>
            <p:blipFill>
              <a:blip r:embed="rId9">
                <a:extLst>
                  <a:ext uri="{28A0092B-C50C-407E-A947-70E740481C1C}">
                    <a14:useLocalDpi xmlns:a14="http://schemas.microsoft.com/office/drawing/2010/main" val="0"/>
                  </a:ext>
                  <a:ext uri="{96DAC541-7B7A-43D3-8B79-37D633B846F1}">
                    <asvg:svgBlip xmlns:asvg="http://schemas.microsoft.com/office/drawing/2016/SVG/main" r:embed="rId10"/>
                  </a:ext>
                </a:extLst>
              </a:blip>
              <a:stretch>
                <a:fillRect/>
              </a:stretch>
            </p:blipFill>
            <p:spPr>
              <a:xfrm>
                <a:off x="2163893" y="1220569"/>
                <a:ext cx="662814" cy="641082"/>
              </a:xfrm>
              <a:prstGeom prst="rect">
                <a:avLst/>
              </a:prstGeom>
            </p:spPr>
          </p:pic>
        </p:grpSp>
        <p:grpSp>
          <p:nvGrpSpPr>
            <p:cNvPr id="53" name="组合 52">
              <a:extLst>
                <a:ext uri="{FF2B5EF4-FFF2-40B4-BE49-F238E27FC236}">
                  <a16:creationId xmlns:a16="http://schemas.microsoft.com/office/drawing/2014/main" id="{F0DD4B8B-3964-47A8-837B-EC9008C85D48}"/>
                </a:ext>
              </a:extLst>
            </p:cNvPr>
            <p:cNvGrpSpPr/>
            <p:nvPr/>
          </p:nvGrpSpPr>
          <p:grpSpPr>
            <a:xfrm>
              <a:off x="3969001" y="4817828"/>
              <a:ext cx="662814" cy="846462"/>
              <a:chOff x="2163893" y="1015189"/>
              <a:chExt cx="662814" cy="846462"/>
            </a:xfrm>
          </p:grpSpPr>
          <p:grpSp>
            <p:nvGrpSpPr>
              <p:cNvPr id="54" name="组合 53">
                <a:extLst>
                  <a:ext uri="{FF2B5EF4-FFF2-40B4-BE49-F238E27FC236}">
                    <a16:creationId xmlns:a16="http://schemas.microsoft.com/office/drawing/2014/main" id="{BFBB0EB6-57FB-4AA0-8748-3C76BF0D464C}"/>
                  </a:ext>
                </a:extLst>
              </p:cNvPr>
              <p:cNvGrpSpPr/>
              <p:nvPr/>
            </p:nvGrpSpPr>
            <p:grpSpPr>
              <a:xfrm>
                <a:off x="2442267" y="1015189"/>
                <a:ext cx="381000" cy="351117"/>
                <a:chOff x="2556504" y="2484669"/>
                <a:chExt cx="381000" cy="351117"/>
              </a:xfrm>
            </p:grpSpPr>
            <p:pic>
              <p:nvPicPr>
                <p:cNvPr id="56" name="图形 55">
                  <a:extLst>
                    <a:ext uri="{FF2B5EF4-FFF2-40B4-BE49-F238E27FC236}">
                      <a16:creationId xmlns:a16="http://schemas.microsoft.com/office/drawing/2014/main" id="{9A9A7E09-C56D-477B-BB3A-F909395BC7F8}"/>
                    </a:ext>
                  </a:extLst>
                </p:cNvPr>
                <p:cNvPicPr>
                  <a:picLocks noChangeAspect="1"/>
                </p:cNvPicPr>
                <p:nvPr/>
              </p:nvPicPr>
              <p:blipFill>
                <a:blip r:embed="rId7">
                  <a:extLst>
                    <a:ext uri="{28A0092B-C50C-407E-A947-70E740481C1C}">
                      <a14:useLocalDpi xmlns:a14="http://schemas.microsoft.com/office/drawing/2010/main" val="0"/>
                    </a:ext>
                    <a:ext uri="{96DAC541-7B7A-43D3-8B79-37D633B846F1}">
                      <asvg:svgBlip xmlns:asvg="http://schemas.microsoft.com/office/drawing/2016/SVG/main" r:embed="rId8"/>
                    </a:ext>
                  </a:extLst>
                </a:blip>
                <a:stretch>
                  <a:fillRect/>
                </a:stretch>
              </p:blipFill>
              <p:spPr>
                <a:xfrm>
                  <a:off x="2556504" y="2484669"/>
                  <a:ext cx="381000" cy="285750"/>
                </a:xfrm>
                <a:prstGeom prst="rect">
                  <a:avLst/>
                </a:prstGeom>
              </p:spPr>
            </p:pic>
            <p:cxnSp>
              <p:nvCxnSpPr>
                <p:cNvPr id="57" name="直接连接符 56">
                  <a:extLst>
                    <a:ext uri="{FF2B5EF4-FFF2-40B4-BE49-F238E27FC236}">
                      <a16:creationId xmlns:a16="http://schemas.microsoft.com/office/drawing/2014/main" id="{8A52AF4C-F25B-4C3A-8582-6218906B245C}"/>
                    </a:ext>
                  </a:extLst>
                </p:cNvPr>
                <p:cNvCxnSpPr/>
                <p:nvPr/>
              </p:nvCxnSpPr>
              <p:spPr>
                <a:xfrm>
                  <a:off x="2747004" y="2612580"/>
                  <a:ext cx="0" cy="223206"/>
                </a:xfrm>
                <a:prstGeom prst="line">
                  <a:avLst/>
                </a:prstGeom>
                <a:ln w="25400">
                  <a:solidFill>
                    <a:srgbClr val="999999"/>
                  </a:solidFill>
                </a:ln>
              </p:spPr>
              <p:style>
                <a:lnRef idx="1">
                  <a:schemeClr val="accent1"/>
                </a:lnRef>
                <a:fillRef idx="0">
                  <a:schemeClr val="accent1"/>
                </a:fillRef>
                <a:effectRef idx="0">
                  <a:schemeClr val="accent1"/>
                </a:effectRef>
                <a:fontRef idx="minor">
                  <a:schemeClr val="tx1"/>
                </a:fontRef>
              </p:style>
            </p:cxnSp>
          </p:grpSp>
          <p:pic>
            <p:nvPicPr>
              <p:cNvPr id="55" name="图形 10">
                <a:extLst>
                  <a:ext uri="{FF2B5EF4-FFF2-40B4-BE49-F238E27FC236}">
                    <a16:creationId xmlns:a16="http://schemas.microsoft.com/office/drawing/2014/main" id="{DE412910-0392-449F-9AFA-FE1A0FC46529}"/>
                  </a:ext>
                </a:extLst>
              </p:cNvPr>
              <p:cNvPicPr>
                <a:picLocks noChangeAspect="1"/>
              </p:cNvPicPr>
              <p:nvPr/>
            </p:nvPicPr>
            <p:blipFill>
              <a:blip r:embed="rId9">
                <a:extLst>
                  <a:ext uri="{28A0092B-C50C-407E-A947-70E740481C1C}">
                    <a14:useLocalDpi xmlns:a14="http://schemas.microsoft.com/office/drawing/2010/main" val="0"/>
                  </a:ext>
                  <a:ext uri="{96DAC541-7B7A-43D3-8B79-37D633B846F1}">
                    <asvg:svgBlip xmlns:asvg="http://schemas.microsoft.com/office/drawing/2016/SVG/main" r:embed="rId10"/>
                  </a:ext>
                </a:extLst>
              </a:blip>
              <a:stretch>
                <a:fillRect/>
              </a:stretch>
            </p:blipFill>
            <p:spPr>
              <a:xfrm>
                <a:off x="2163893" y="1220569"/>
                <a:ext cx="662814" cy="641082"/>
              </a:xfrm>
              <a:prstGeom prst="rect">
                <a:avLst/>
              </a:prstGeom>
            </p:spPr>
          </p:pic>
        </p:grpSp>
        <p:grpSp>
          <p:nvGrpSpPr>
            <p:cNvPr id="62" name="组合 61">
              <a:extLst>
                <a:ext uri="{FF2B5EF4-FFF2-40B4-BE49-F238E27FC236}">
                  <a16:creationId xmlns:a16="http://schemas.microsoft.com/office/drawing/2014/main" id="{E91FF1D9-8CDA-4ADD-82DF-352C1455AC0C}"/>
                </a:ext>
              </a:extLst>
            </p:cNvPr>
            <p:cNvGrpSpPr/>
            <p:nvPr/>
          </p:nvGrpSpPr>
          <p:grpSpPr>
            <a:xfrm>
              <a:off x="1242272" y="3565796"/>
              <a:ext cx="662814" cy="846462"/>
              <a:chOff x="2163893" y="1015189"/>
              <a:chExt cx="662814" cy="846462"/>
            </a:xfrm>
          </p:grpSpPr>
          <p:grpSp>
            <p:nvGrpSpPr>
              <p:cNvPr id="63" name="组合 62">
                <a:extLst>
                  <a:ext uri="{FF2B5EF4-FFF2-40B4-BE49-F238E27FC236}">
                    <a16:creationId xmlns:a16="http://schemas.microsoft.com/office/drawing/2014/main" id="{D8F5E8A8-B976-44FC-9037-7CCAB24A822B}"/>
                  </a:ext>
                </a:extLst>
              </p:cNvPr>
              <p:cNvGrpSpPr/>
              <p:nvPr/>
            </p:nvGrpSpPr>
            <p:grpSpPr>
              <a:xfrm>
                <a:off x="2442267" y="1015189"/>
                <a:ext cx="381000" cy="351117"/>
                <a:chOff x="2556504" y="2484669"/>
                <a:chExt cx="381000" cy="351117"/>
              </a:xfrm>
            </p:grpSpPr>
            <p:pic>
              <p:nvPicPr>
                <p:cNvPr id="65" name="图形 64">
                  <a:extLst>
                    <a:ext uri="{FF2B5EF4-FFF2-40B4-BE49-F238E27FC236}">
                      <a16:creationId xmlns:a16="http://schemas.microsoft.com/office/drawing/2014/main" id="{F7AE8FB5-9965-4DD4-A616-027DD94173DE}"/>
                    </a:ext>
                  </a:extLst>
                </p:cNvPr>
                <p:cNvPicPr>
                  <a:picLocks noChangeAspect="1"/>
                </p:cNvPicPr>
                <p:nvPr/>
              </p:nvPicPr>
              <p:blipFill>
                <a:blip r:embed="rId7">
                  <a:extLst>
                    <a:ext uri="{28A0092B-C50C-407E-A947-70E740481C1C}">
                      <a14:useLocalDpi xmlns:a14="http://schemas.microsoft.com/office/drawing/2010/main" val="0"/>
                    </a:ext>
                    <a:ext uri="{96DAC541-7B7A-43D3-8B79-37D633B846F1}">
                      <asvg:svgBlip xmlns:asvg="http://schemas.microsoft.com/office/drawing/2016/SVG/main" r:embed="rId8"/>
                    </a:ext>
                  </a:extLst>
                </a:blip>
                <a:stretch>
                  <a:fillRect/>
                </a:stretch>
              </p:blipFill>
              <p:spPr>
                <a:xfrm>
                  <a:off x="2556504" y="2484669"/>
                  <a:ext cx="381000" cy="285750"/>
                </a:xfrm>
                <a:prstGeom prst="rect">
                  <a:avLst/>
                </a:prstGeom>
              </p:spPr>
            </p:pic>
            <p:cxnSp>
              <p:nvCxnSpPr>
                <p:cNvPr id="66" name="直接连接符 65">
                  <a:extLst>
                    <a:ext uri="{FF2B5EF4-FFF2-40B4-BE49-F238E27FC236}">
                      <a16:creationId xmlns:a16="http://schemas.microsoft.com/office/drawing/2014/main" id="{462769A3-6B8F-4F3E-ADFA-15E162A19832}"/>
                    </a:ext>
                  </a:extLst>
                </p:cNvPr>
                <p:cNvCxnSpPr/>
                <p:nvPr/>
              </p:nvCxnSpPr>
              <p:spPr>
                <a:xfrm>
                  <a:off x="2747004" y="2612580"/>
                  <a:ext cx="0" cy="223206"/>
                </a:xfrm>
                <a:prstGeom prst="line">
                  <a:avLst/>
                </a:prstGeom>
                <a:ln w="25400">
                  <a:solidFill>
                    <a:srgbClr val="999999"/>
                  </a:solidFill>
                </a:ln>
              </p:spPr>
              <p:style>
                <a:lnRef idx="1">
                  <a:schemeClr val="accent1"/>
                </a:lnRef>
                <a:fillRef idx="0">
                  <a:schemeClr val="accent1"/>
                </a:fillRef>
                <a:effectRef idx="0">
                  <a:schemeClr val="accent1"/>
                </a:effectRef>
                <a:fontRef idx="minor">
                  <a:schemeClr val="tx1"/>
                </a:fontRef>
              </p:style>
            </p:cxnSp>
          </p:grpSp>
          <p:pic>
            <p:nvPicPr>
              <p:cNvPr id="64" name="图形 10">
                <a:extLst>
                  <a:ext uri="{FF2B5EF4-FFF2-40B4-BE49-F238E27FC236}">
                    <a16:creationId xmlns:a16="http://schemas.microsoft.com/office/drawing/2014/main" id="{5DDC28E3-0EEB-4A79-821E-D4FF5FC9B3BF}"/>
                  </a:ext>
                </a:extLst>
              </p:cNvPr>
              <p:cNvPicPr>
                <a:picLocks noChangeAspect="1"/>
              </p:cNvPicPr>
              <p:nvPr/>
            </p:nvPicPr>
            <p:blipFill>
              <a:blip r:embed="rId9">
                <a:extLst>
                  <a:ext uri="{28A0092B-C50C-407E-A947-70E740481C1C}">
                    <a14:useLocalDpi xmlns:a14="http://schemas.microsoft.com/office/drawing/2010/main" val="0"/>
                  </a:ext>
                  <a:ext uri="{96DAC541-7B7A-43D3-8B79-37D633B846F1}">
                    <asvg:svgBlip xmlns:asvg="http://schemas.microsoft.com/office/drawing/2016/SVG/main" r:embed="rId10"/>
                  </a:ext>
                </a:extLst>
              </a:blip>
              <a:stretch>
                <a:fillRect/>
              </a:stretch>
            </p:blipFill>
            <p:spPr>
              <a:xfrm>
                <a:off x="2163893" y="1220569"/>
                <a:ext cx="662814" cy="641082"/>
              </a:xfrm>
              <a:prstGeom prst="rect">
                <a:avLst/>
              </a:prstGeom>
            </p:spPr>
          </p:pic>
        </p:grpSp>
        <p:grpSp>
          <p:nvGrpSpPr>
            <p:cNvPr id="67" name="组合 66">
              <a:extLst>
                <a:ext uri="{FF2B5EF4-FFF2-40B4-BE49-F238E27FC236}">
                  <a16:creationId xmlns:a16="http://schemas.microsoft.com/office/drawing/2014/main" id="{F11DC869-ECDB-400F-80BB-07D7B88FE8FB}"/>
                </a:ext>
              </a:extLst>
            </p:cNvPr>
            <p:cNvGrpSpPr/>
            <p:nvPr/>
          </p:nvGrpSpPr>
          <p:grpSpPr>
            <a:xfrm>
              <a:off x="4972999" y="3902963"/>
              <a:ext cx="662814" cy="846462"/>
              <a:chOff x="2163893" y="1015189"/>
              <a:chExt cx="662814" cy="846462"/>
            </a:xfrm>
          </p:grpSpPr>
          <p:grpSp>
            <p:nvGrpSpPr>
              <p:cNvPr id="68" name="组合 67">
                <a:extLst>
                  <a:ext uri="{FF2B5EF4-FFF2-40B4-BE49-F238E27FC236}">
                    <a16:creationId xmlns:a16="http://schemas.microsoft.com/office/drawing/2014/main" id="{54A87B3B-1515-44E2-BAA9-C179D7EF22CA}"/>
                  </a:ext>
                </a:extLst>
              </p:cNvPr>
              <p:cNvGrpSpPr/>
              <p:nvPr/>
            </p:nvGrpSpPr>
            <p:grpSpPr>
              <a:xfrm>
                <a:off x="2442267" y="1015189"/>
                <a:ext cx="381000" cy="351117"/>
                <a:chOff x="2556504" y="2484669"/>
                <a:chExt cx="381000" cy="351117"/>
              </a:xfrm>
            </p:grpSpPr>
            <p:pic>
              <p:nvPicPr>
                <p:cNvPr id="70" name="图形 69">
                  <a:extLst>
                    <a:ext uri="{FF2B5EF4-FFF2-40B4-BE49-F238E27FC236}">
                      <a16:creationId xmlns:a16="http://schemas.microsoft.com/office/drawing/2014/main" id="{BFC7CC97-F296-4DDB-AC30-B5A56CF53D5E}"/>
                    </a:ext>
                  </a:extLst>
                </p:cNvPr>
                <p:cNvPicPr>
                  <a:picLocks noChangeAspect="1"/>
                </p:cNvPicPr>
                <p:nvPr/>
              </p:nvPicPr>
              <p:blipFill>
                <a:blip r:embed="rId7">
                  <a:extLst>
                    <a:ext uri="{28A0092B-C50C-407E-A947-70E740481C1C}">
                      <a14:useLocalDpi xmlns:a14="http://schemas.microsoft.com/office/drawing/2010/main" val="0"/>
                    </a:ext>
                    <a:ext uri="{96DAC541-7B7A-43D3-8B79-37D633B846F1}">
                      <asvg:svgBlip xmlns:asvg="http://schemas.microsoft.com/office/drawing/2016/SVG/main" r:embed="rId8"/>
                    </a:ext>
                  </a:extLst>
                </a:blip>
                <a:stretch>
                  <a:fillRect/>
                </a:stretch>
              </p:blipFill>
              <p:spPr>
                <a:xfrm>
                  <a:off x="2556504" y="2484669"/>
                  <a:ext cx="381000" cy="285750"/>
                </a:xfrm>
                <a:prstGeom prst="rect">
                  <a:avLst/>
                </a:prstGeom>
              </p:spPr>
            </p:pic>
            <p:cxnSp>
              <p:nvCxnSpPr>
                <p:cNvPr id="71" name="直接连接符 70">
                  <a:extLst>
                    <a:ext uri="{FF2B5EF4-FFF2-40B4-BE49-F238E27FC236}">
                      <a16:creationId xmlns:a16="http://schemas.microsoft.com/office/drawing/2014/main" id="{07F8E50E-012D-466B-93B2-B1A0A23922A8}"/>
                    </a:ext>
                  </a:extLst>
                </p:cNvPr>
                <p:cNvCxnSpPr/>
                <p:nvPr/>
              </p:nvCxnSpPr>
              <p:spPr>
                <a:xfrm>
                  <a:off x="2747004" y="2612580"/>
                  <a:ext cx="0" cy="223206"/>
                </a:xfrm>
                <a:prstGeom prst="line">
                  <a:avLst/>
                </a:prstGeom>
                <a:ln w="25400">
                  <a:solidFill>
                    <a:srgbClr val="999999"/>
                  </a:solidFill>
                </a:ln>
              </p:spPr>
              <p:style>
                <a:lnRef idx="1">
                  <a:schemeClr val="accent1"/>
                </a:lnRef>
                <a:fillRef idx="0">
                  <a:schemeClr val="accent1"/>
                </a:fillRef>
                <a:effectRef idx="0">
                  <a:schemeClr val="accent1"/>
                </a:effectRef>
                <a:fontRef idx="minor">
                  <a:schemeClr val="tx1"/>
                </a:fontRef>
              </p:style>
            </p:cxnSp>
          </p:grpSp>
          <p:pic>
            <p:nvPicPr>
              <p:cNvPr id="69" name="图形 10">
                <a:extLst>
                  <a:ext uri="{FF2B5EF4-FFF2-40B4-BE49-F238E27FC236}">
                    <a16:creationId xmlns:a16="http://schemas.microsoft.com/office/drawing/2014/main" id="{DBD4FB69-2ACE-4CE8-966E-2221C16A389B}"/>
                  </a:ext>
                </a:extLst>
              </p:cNvPr>
              <p:cNvPicPr>
                <a:picLocks noChangeAspect="1"/>
              </p:cNvPicPr>
              <p:nvPr/>
            </p:nvPicPr>
            <p:blipFill>
              <a:blip r:embed="rId9">
                <a:extLst>
                  <a:ext uri="{28A0092B-C50C-407E-A947-70E740481C1C}">
                    <a14:useLocalDpi xmlns:a14="http://schemas.microsoft.com/office/drawing/2010/main" val="0"/>
                  </a:ext>
                  <a:ext uri="{96DAC541-7B7A-43D3-8B79-37D633B846F1}">
                    <asvg:svgBlip xmlns:asvg="http://schemas.microsoft.com/office/drawing/2016/SVG/main" r:embed="rId10"/>
                  </a:ext>
                </a:extLst>
              </a:blip>
              <a:stretch>
                <a:fillRect/>
              </a:stretch>
            </p:blipFill>
            <p:spPr>
              <a:xfrm>
                <a:off x="2163893" y="1220569"/>
                <a:ext cx="662814" cy="641082"/>
              </a:xfrm>
              <a:prstGeom prst="rect">
                <a:avLst/>
              </a:prstGeom>
            </p:spPr>
          </p:pic>
        </p:grpSp>
        <p:sp>
          <p:nvSpPr>
            <p:cNvPr id="72" name="文本框 71">
              <a:extLst>
                <a:ext uri="{FF2B5EF4-FFF2-40B4-BE49-F238E27FC236}">
                  <a16:creationId xmlns:a16="http://schemas.microsoft.com/office/drawing/2014/main" id="{BCB12494-508B-485B-821F-51C498644118}"/>
                </a:ext>
              </a:extLst>
            </p:cNvPr>
            <p:cNvSpPr txBox="1"/>
            <p:nvPr/>
          </p:nvSpPr>
          <p:spPr>
            <a:xfrm>
              <a:off x="8081794" y="3286423"/>
              <a:ext cx="555406" cy="369332"/>
            </a:xfrm>
            <a:prstGeom prst="rect">
              <a:avLst/>
            </a:prstGeom>
            <a:noFill/>
          </p:spPr>
          <p:txBody>
            <a:bodyPr wrap="square" rtlCol="0">
              <a:spAutoFit/>
            </a:bodyPr>
            <a:lstStyle/>
            <a:p>
              <a:pPr algn="ctr"/>
              <a:r>
                <a:rPr lang="en-US" altLang="zh-CN" b="1" dirty="0">
                  <a:latin typeface="Arial Narrow" panose="020B0606020202030204" pitchFamily="34" charset="0"/>
                </a:rPr>
                <a:t>AP2</a:t>
              </a:r>
              <a:endParaRPr lang="zh-CN" altLang="en-US" b="1" dirty="0">
                <a:latin typeface="Arial Narrow" panose="020B0606020202030204" pitchFamily="34" charset="0"/>
              </a:endParaRPr>
            </a:p>
          </p:txBody>
        </p:sp>
        <p:sp>
          <p:nvSpPr>
            <p:cNvPr id="73" name="椭圆 72">
              <a:extLst>
                <a:ext uri="{FF2B5EF4-FFF2-40B4-BE49-F238E27FC236}">
                  <a16:creationId xmlns:a16="http://schemas.microsoft.com/office/drawing/2014/main" id="{B9F67A10-1FEF-43E3-86B7-A98CD8C7E6F4}"/>
                </a:ext>
              </a:extLst>
            </p:cNvPr>
            <p:cNvSpPr/>
            <p:nvPr/>
          </p:nvSpPr>
          <p:spPr>
            <a:xfrm>
              <a:off x="5884596" y="3017928"/>
              <a:ext cx="5173075" cy="2723321"/>
            </a:xfrm>
            <a:prstGeom prst="ellipse">
              <a:avLst/>
            </a:prstGeom>
            <a:noFill/>
            <a:ln>
              <a:solidFill>
                <a:schemeClr val="tx1"/>
              </a:solid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b="1">
                <a:latin typeface="Arial Narrow" panose="020B0606020202030204" pitchFamily="34" charset="0"/>
              </a:endParaRPr>
            </a:p>
          </p:txBody>
        </p:sp>
        <p:pic>
          <p:nvPicPr>
            <p:cNvPr id="74" name="图形 73">
              <a:extLst>
                <a:ext uri="{FF2B5EF4-FFF2-40B4-BE49-F238E27FC236}">
                  <a16:creationId xmlns:a16="http://schemas.microsoft.com/office/drawing/2014/main" id="{E33B5093-966E-4675-B8E1-02C06BF35374}"/>
                </a:ext>
              </a:extLst>
            </p:cNvPr>
            <p:cNvPicPr>
              <a:picLocks noChangeAspect="1"/>
            </p:cNvPicPr>
            <p:nvPr/>
          </p:nvPicPr>
          <p:blipFill>
            <a:blip r:embed="rId5">
              <a:extLst>
                <a:ext uri="{28A0092B-C50C-407E-A947-70E740481C1C}">
                  <a14:useLocalDpi xmlns:a14="http://schemas.microsoft.com/office/drawing/2010/main" val="0"/>
                </a:ext>
                <a:ext uri="{96DAC541-7B7A-43D3-8B79-37D633B846F1}">
                  <asvg:svgBlip xmlns:asvg="http://schemas.microsoft.com/office/drawing/2016/SVG/main" r:embed="rId6"/>
                </a:ext>
              </a:extLst>
            </a:blip>
            <a:stretch>
              <a:fillRect/>
            </a:stretch>
          </p:blipFill>
          <p:spPr>
            <a:xfrm>
              <a:off x="7960905" y="2316391"/>
              <a:ext cx="1028700" cy="1009650"/>
            </a:xfrm>
            <a:prstGeom prst="rect">
              <a:avLst/>
            </a:prstGeom>
          </p:spPr>
        </p:pic>
        <p:grpSp>
          <p:nvGrpSpPr>
            <p:cNvPr id="75" name="组合 74">
              <a:extLst>
                <a:ext uri="{FF2B5EF4-FFF2-40B4-BE49-F238E27FC236}">
                  <a16:creationId xmlns:a16="http://schemas.microsoft.com/office/drawing/2014/main" id="{43FA64F6-22D1-4BCD-8765-54872829EEF7}"/>
                </a:ext>
              </a:extLst>
            </p:cNvPr>
            <p:cNvGrpSpPr/>
            <p:nvPr/>
          </p:nvGrpSpPr>
          <p:grpSpPr>
            <a:xfrm>
              <a:off x="7203276" y="4520078"/>
              <a:ext cx="662814" cy="846462"/>
              <a:chOff x="2163893" y="1015189"/>
              <a:chExt cx="662814" cy="846462"/>
            </a:xfrm>
          </p:grpSpPr>
          <p:grpSp>
            <p:nvGrpSpPr>
              <p:cNvPr id="76" name="组合 75">
                <a:extLst>
                  <a:ext uri="{FF2B5EF4-FFF2-40B4-BE49-F238E27FC236}">
                    <a16:creationId xmlns:a16="http://schemas.microsoft.com/office/drawing/2014/main" id="{F7995AF2-BB92-4D2F-A403-E18E018074F1}"/>
                  </a:ext>
                </a:extLst>
              </p:cNvPr>
              <p:cNvGrpSpPr/>
              <p:nvPr/>
            </p:nvGrpSpPr>
            <p:grpSpPr>
              <a:xfrm>
                <a:off x="2442267" y="1015189"/>
                <a:ext cx="381000" cy="351117"/>
                <a:chOff x="2556504" y="2484669"/>
                <a:chExt cx="381000" cy="351117"/>
              </a:xfrm>
            </p:grpSpPr>
            <p:pic>
              <p:nvPicPr>
                <p:cNvPr id="78" name="图形 77">
                  <a:extLst>
                    <a:ext uri="{FF2B5EF4-FFF2-40B4-BE49-F238E27FC236}">
                      <a16:creationId xmlns:a16="http://schemas.microsoft.com/office/drawing/2014/main" id="{03310367-138D-442E-A6FD-F0768021176C}"/>
                    </a:ext>
                  </a:extLst>
                </p:cNvPr>
                <p:cNvPicPr>
                  <a:picLocks noChangeAspect="1"/>
                </p:cNvPicPr>
                <p:nvPr/>
              </p:nvPicPr>
              <p:blipFill>
                <a:blip r:embed="rId7">
                  <a:extLst>
                    <a:ext uri="{28A0092B-C50C-407E-A947-70E740481C1C}">
                      <a14:useLocalDpi xmlns:a14="http://schemas.microsoft.com/office/drawing/2010/main" val="0"/>
                    </a:ext>
                    <a:ext uri="{96DAC541-7B7A-43D3-8B79-37D633B846F1}">
                      <asvg:svgBlip xmlns:asvg="http://schemas.microsoft.com/office/drawing/2016/SVG/main" r:embed="rId8"/>
                    </a:ext>
                  </a:extLst>
                </a:blip>
                <a:stretch>
                  <a:fillRect/>
                </a:stretch>
              </p:blipFill>
              <p:spPr>
                <a:xfrm>
                  <a:off x="2556504" y="2484669"/>
                  <a:ext cx="381000" cy="285750"/>
                </a:xfrm>
                <a:prstGeom prst="rect">
                  <a:avLst/>
                </a:prstGeom>
              </p:spPr>
            </p:pic>
            <p:cxnSp>
              <p:nvCxnSpPr>
                <p:cNvPr id="79" name="直接连接符 78">
                  <a:extLst>
                    <a:ext uri="{FF2B5EF4-FFF2-40B4-BE49-F238E27FC236}">
                      <a16:creationId xmlns:a16="http://schemas.microsoft.com/office/drawing/2014/main" id="{79D704E4-7E63-4226-A40E-4033723EC13D}"/>
                    </a:ext>
                  </a:extLst>
                </p:cNvPr>
                <p:cNvCxnSpPr/>
                <p:nvPr/>
              </p:nvCxnSpPr>
              <p:spPr>
                <a:xfrm>
                  <a:off x="2747004" y="2612580"/>
                  <a:ext cx="0" cy="223206"/>
                </a:xfrm>
                <a:prstGeom prst="line">
                  <a:avLst/>
                </a:prstGeom>
                <a:ln w="25400">
                  <a:solidFill>
                    <a:srgbClr val="999999"/>
                  </a:solidFill>
                </a:ln>
              </p:spPr>
              <p:style>
                <a:lnRef idx="1">
                  <a:schemeClr val="accent1"/>
                </a:lnRef>
                <a:fillRef idx="0">
                  <a:schemeClr val="accent1"/>
                </a:fillRef>
                <a:effectRef idx="0">
                  <a:schemeClr val="accent1"/>
                </a:effectRef>
                <a:fontRef idx="minor">
                  <a:schemeClr val="tx1"/>
                </a:fontRef>
              </p:style>
            </p:cxnSp>
          </p:grpSp>
          <p:pic>
            <p:nvPicPr>
              <p:cNvPr id="77" name="图形 10">
                <a:extLst>
                  <a:ext uri="{FF2B5EF4-FFF2-40B4-BE49-F238E27FC236}">
                    <a16:creationId xmlns:a16="http://schemas.microsoft.com/office/drawing/2014/main" id="{77F9F57D-D4AB-49D5-B6A6-436C25F58BF9}"/>
                  </a:ext>
                </a:extLst>
              </p:cNvPr>
              <p:cNvPicPr>
                <a:picLocks noChangeAspect="1"/>
              </p:cNvPicPr>
              <p:nvPr/>
            </p:nvPicPr>
            <p:blipFill>
              <a:blip r:embed="rId9">
                <a:extLst>
                  <a:ext uri="{28A0092B-C50C-407E-A947-70E740481C1C}">
                    <a14:useLocalDpi xmlns:a14="http://schemas.microsoft.com/office/drawing/2010/main" val="0"/>
                  </a:ext>
                  <a:ext uri="{96DAC541-7B7A-43D3-8B79-37D633B846F1}">
                    <asvg:svgBlip xmlns:asvg="http://schemas.microsoft.com/office/drawing/2016/SVG/main" r:embed="rId10"/>
                  </a:ext>
                </a:extLst>
              </a:blip>
              <a:stretch>
                <a:fillRect/>
              </a:stretch>
            </p:blipFill>
            <p:spPr>
              <a:xfrm>
                <a:off x="2163893" y="1220569"/>
                <a:ext cx="662814" cy="641082"/>
              </a:xfrm>
              <a:prstGeom prst="rect">
                <a:avLst/>
              </a:prstGeom>
            </p:spPr>
          </p:pic>
        </p:grpSp>
        <p:grpSp>
          <p:nvGrpSpPr>
            <p:cNvPr id="80" name="组合 79">
              <a:extLst>
                <a:ext uri="{FF2B5EF4-FFF2-40B4-BE49-F238E27FC236}">
                  <a16:creationId xmlns:a16="http://schemas.microsoft.com/office/drawing/2014/main" id="{DC316675-7062-4442-AB90-79B37BB51414}"/>
                </a:ext>
              </a:extLst>
            </p:cNvPr>
            <p:cNvGrpSpPr/>
            <p:nvPr/>
          </p:nvGrpSpPr>
          <p:grpSpPr>
            <a:xfrm>
              <a:off x="9174041" y="4504796"/>
              <a:ext cx="662814" cy="846462"/>
              <a:chOff x="2163893" y="1015189"/>
              <a:chExt cx="662814" cy="846462"/>
            </a:xfrm>
          </p:grpSpPr>
          <p:grpSp>
            <p:nvGrpSpPr>
              <p:cNvPr id="81" name="组合 80">
                <a:extLst>
                  <a:ext uri="{FF2B5EF4-FFF2-40B4-BE49-F238E27FC236}">
                    <a16:creationId xmlns:a16="http://schemas.microsoft.com/office/drawing/2014/main" id="{FDC9B0C2-3DF4-4635-8657-1809B7281AB2}"/>
                  </a:ext>
                </a:extLst>
              </p:cNvPr>
              <p:cNvGrpSpPr/>
              <p:nvPr/>
            </p:nvGrpSpPr>
            <p:grpSpPr>
              <a:xfrm>
                <a:off x="2442267" y="1015189"/>
                <a:ext cx="381000" cy="351117"/>
                <a:chOff x="2556504" y="2484669"/>
                <a:chExt cx="381000" cy="351117"/>
              </a:xfrm>
            </p:grpSpPr>
            <p:pic>
              <p:nvPicPr>
                <p:cNvPr id="83" name="图形 82">
                  <a:extLst>
                    <a:ext uri="{FF2B5EF4-FFF2-40B4-BE49-F238E27FC236}">
                      <a16:creationId xmlns:a16="http://schemas.microsoft.com/office/drawing/2014/main" id="{A3E9EFA1-236C-4282-A515-3B3A3848F120}"/>
                    </a:ext>
                  </a:extLst>
                </p:cNvPr>
                <p:cNvPicPr>
                  <a:picLocks noChangeAspect="1"/>
                </p:cNvPicPr>
                <p:nvPr/>
              </p:nvPicPr>
              <p:blipFill>
                <a:blip r:embed="rId7">
                  <a:extLst>
                    <a:ext uri="{28A0092B-C50C-407E-A947-70E740481C1C}">
                      <a14:useLocalDpi xmlns:a14="http://schemas.microsoft.com/office/drawing/2010/main" val="0"/>
                    </a:ext>
                    <a:ext uri="{96DAC541-7B7A-43D3-8B79-37D633B846F1}">
                      <asvg:svgBlip xmlns:asvg="http://schemas.microsoft.com/office/drawing/2016/SVG/main" r:embed="rId8"/>
                    </a:ext>
                  </a:extLst>
                </a:blip>
                <a:stretch>
                  <a:fillRect/>
                </a:stretch>
              </p:blipFill>
              <p:spPr>
                <a:xfrm>
                  <a:off x="2556504" y="2484669"/>
                  <a:ext cx="381000" cy="285750"/>
                </a:xfrm>
                <a:prstGeom prst="rect">
                  <a:avLst/>
                </a:prstGeom>
              </p:spPr>
            </p:pic>
            <p:cxnSp>
              <p:nvCxnSpPr>
                <p:cNvPr id="84" name="直接连接符 83">
                  <a:extLst>
                    <a:ext uri="{FF2B5EF4-FFF2-40B4-BE49-F238E27FC236}">
                      <a16:creationId xmlns:a16="http://schemas.microsoft.com/office/drawing/2014/main" id="{817C4F36-61C9-4B98-A396-AE6DD79A2A62}"/>
                    </a:ext>
                  </a:extLst>
                </p:cNvPr>
                <p:cNvCxnSpPr/>
                <p:nvPr/>
              </p:nvCxnSpPr>
              <p:spPr>
                <a:xfrm>
                  <a:off x="2747004" y="2612580"/>
                  <a:ext cx="0" cy="223206"/>
                </a:xfrm>
                <a:prstGeom prst="line">
                  <a:avLst/>
                </a:prstGeom>
                <a:ln w="25400">
                  <a:solidFill>
                    <a:srgbClr val="999999"/>
                  </a:solidFill>
                </a:ln>
              </p:spPr>
              <p:style>
                <a:lnRef idx="1">
                  <a:schemeClr val="accent1"/>
                </a:lnRef>
                <a:fillRef idx="0">
                  <a:schemeClr val="accent1"/>
                </a:fillRef>
                <a:effectRef idx="0">
                  <a:schemeClr val="accent1"/>
                </a:effectRef>
                <a:fontRef idx="minor">
                  <a:schemeClr val="tx1"/>
                </a:fontRef>
              </p:style>
            </p:cxnSp>
          </p:grpSp>
          <p:pic>
            <p:nvPicPr>
              <p:cNvPr id="82" name="图形 10">
                <a:extLst>
                  <a:ext uri="{FF2B5EF4-FFF2-40B4-BE49-F238E27FC236}">
                    <a16:creationId xmlns:a16="http://schemas.microsoft.com/office/drawing/2014/main" id="{19A166C2-6E63-46E0-92E3-69A0C32FB6AF}"/>
                  </a:ext>
                </a:extLst>
              </p:cNvPr>
              <p:cNvPicPr>
                <a:picLocks noChangeAspect="1"/>
              </p:cNvPicPr>
              <p:nvPr/>
            </p:nvPicPr>
            <p:blipFill>
              <a:blip r:embed="rId9">
                <a:extLst>
                  <a:ext uri="{28A0092B-C50C-407E-A947-70E740481C1C}">
                    <a14:useLocalDpi xmlns:a14="http://schemas.microsoft.com/office/drawing/2010/main" val="0"/>
                  </a:ext>
                  <a:ext uri="{96DAC541-7B7A-43D3-8B79-37D633B846F1}">
                    <asvg:svgBlip xmlns:asvg="http://schemas.microsoft.com/office/drawing/2016/SVG/main" r:embed="rId10"/>
                  </a:ext>
                </a:extLst>
              </a:blip>
              <a:stretch>
                <a:fillRect/>
              </a:stretch>
            </p:blipFill>
            <p:spPr>
              <a:xfrm>
                <a:off x="2163893" y="1220569"/>
                <a:ext cx="662814" cy="641082"/>
              </a:xfrm>
              <a:prstGeom prst="rect">
                <a:avLst/>
              </a:prstGeom>
            </p:spPr>
          </p:pic>
        </p:grpSp>
        <p:grpSp>
          <p:nvGrpSpPr>
            <p:cNvPr id="85" name="组合 84">
              <a:extLst>
                <a:ext uri="{FF2B5EF4-FFF2-40B4-BE49-F238E27FC236}">
                  <a16:creationId xmlns:a16="http://schemas.microsoft.com/office/drawing/2014/main" id="{3B2B32E6-1209-47D1-850B-5D7B1AA6C1B1}"/>
                </a:ext>
              </a:extLst>
            </p:cNvPr>
            <p:cNvGrpSpPr/>
            <p:nvPr/>
          </p:nvGrpSpPr>
          <p:grpSpPr>
            <a:xfrm>
              <a:off x="6145689" y="3563366"/>
              <a:ext cx="662814" cy="846462"/>
              <a:chOff x="2163893" y="1015189"/>
              <a:chExt cx="662814" cy="846462"/>
            </a:xfrm>
          </p:grpSpPr>
          <p:grpSp>
            <p:nvGrpSpPr>
              <p:cNvPr id="86" name="组合 85">
                <a:extLst>
                  <a:ext uri="{FF2B5EF4-FFF2-40B4-BE49-F238E27FC236}">
                    <a16:creationId xmlns:a16="http://schemas.microsoft.com/office/drawing/2014/main" id="{DE87B011-80C0-460C-96AE-D100992CC0D1}"/>
                  </a:ext>
                </a:extLst>
              </p:cNvPr>
              <p:cNvGrpSpPr/>
              <p:nvPr/>
            </p:nvGrpSpPr>
            <p:grpSpPr>
              <a:xfrm>
                <a:off x="2442267" y="1015189"/>
                <a:ext cx="381000" cy="351117"/>
                <a:chOff x="2556504" y="2484669"/>
                <a:chExt cx="381000" cy="351117"/>
              </a:xfrm>
            </p:grpSpPr>
            <p:pic>
              <p:nvPicPr>
                <p:cNvPr id="88" name="图形 87">
                  <a:extLst>
                    <a:ext uri="{FF2B5EF4-FFF2-40B4-BE49-F238E27FC236}">
                      <a16:creationId xmlns:a16="http://schemas.microsoft.com/office/drawing/2014/main" id="{13B3928D-995B-4954-9EF4-D0B248200808}"/>
                    </a:ext>
                  </a:extLst>
                </p:cNvPr>
                <p:cNvPicPr>
                  <a:picLocks noChangeAspect="1"/>
                </p:cNvPicPr>
                <p:nvPr/>
              </p:nvPicPr>
              <p:blipFill>
                <a:blip r:embed="rId7">
                  <a:extLst>
                    <a:ext uri="{28A0092B-C50C-407E-A947-70E740481C1C}">
                      <a14:useLocalDpi xmlns:a14="http://schemas.microsoft.com/office/drawing/2010/main" val="0"/>
                    </a:ext>
                    <a:ext uri="{96DAC541-7B7A-43D3-8B79-37D633B846F1}">
                      <asvg:svgBlip xmlns:asvg="http://schemas.microsoft.com/office/drawing/2016/SVG/main" r:embed="rId8"/>
                    </a:ext>
                  </a:extLst>
                </a:blip>
                <a:stretch>
                  <a:fillRect/>
                </a:stretch>
              </p:blipFill>
              <p:spPr>
                <a:xfrm>
                  <a:off x="2556504" y="2484669"/>
                  <a:ext cx="381000" cy="285750"/>
                </a:xfrm>
                <a:prstGeom prst="rect">
                  <a:avLst/>
                </a:prstGeom>
              </p:spPr>
            </p:pic>
            <p:cxnSp>
              <p:nvCxnSpPr>
                <p:cNvPr id="89" name="直接连接符 88">
                  <a:extLst>
                    <a:ext uri="{FF2B5EF4-FFF2-40B4-BE49-F238E27FC236}">
                      <a16:creationId xmlns:a16="http://schemas.microsoft.com/office/drawing/2014/main" id="{56C2AFC6-78F6-417E-8E2F-5E2E42CDE0CD}"/>
                    </a:ext>
                  </a:extLst>
                </p:cNvPr>
                <p:cNvCxnSpPr/>
                <p:nvPr/>
              </p:nvCxnSpPr>
              <p:spPr>
                <a:xfrm>
                  <a:off x="2747004" y="2612580"/>
                  <a:ext cx="0" cy="223206"/>
                </a:xfrm>
                <a:prstGeom prst="line">
                  <a:avLst/>
                </a:prstGeom>
                <a:ln w="25400">
                  <a:solidFill>
                    <a:srgbClr val="999999"/>
                  </a:solidFill>
                </a:ln>
              </p:spPr>
              <p:style>
                <a:lnRef idx="1">
                  <a:schemeClr val="accent1"/>
                </a:lnRef>
                <a:fillRef idx="0">
                  <a:schemeClr val="accent1"/>
                </a:fillRef>
                <a:effectRef idx="0">
                  <a:schemeClr val="accent1"/>
                </a:effectRef>
                <a:fontRef idx="minor">
                  <a:schemeClr val="tx1"/>
                </a:fontRef>
              </p:style>
            </p:cxnSp>
          </p:grpSp>
          <p:pic>
            <p:nvPicPr>
              <p:cNvPr id="87" name="图形 10">
                <a:extLst>
                  <a:ext uri="{FF2B5EF4-FFF2-40B4-BE49-F238E27FC236}">
                    <a16:creationId xmlns:a16="http://schemas.microsoft.com/office/drawing/2014/main" id="{061BD505-8681-4140-A117-96E34CE4AC73}"/>
                  </a:ext>
                </a:extLst>
              </p:cNvPr>
              <p:cNvPicPr>
                <a:picLocks noChangeAspect="1"/>
              </p:cNvPicPr>
              <p:nvPr/>
            </p:nvPicPr>
            <p:blipFill>
              <a:blip r:embed="rId9">
                <a:extLst>
                  <a:ext uri="{28A0092B-C50C-407E-A947-70E740481C1C}">
                    <a14:useLocalDpi xmlns:a14="http://schemas.microsoft.com/office/drawing/2010/main" val="0"/>
                  </a:ext>
                  <a:ext uri="{96DAC541-7B7A-43D3-8B79-37D633B846F1}">
                    <asvg:svgBlip xmlns:asvg="http://schemas.microsoft.com/office/drawing/2016/SVG/main" r:embed="rId10"/>
                  </a:ext>
                </a:extLst>
              </a:blip>
              <a:stretch>
                <a:fillRect/>
              </a:stretch>
            </p:blipFill>
            <p:spPr>
              <a:xfrm>
                <a:off x="2163893" y="1220569"/>
                <a:ext cx="662814" cy="641082"/>
              </a:xfrm>
              <a:prstGeom prst="rect">
                <a:avLst/>
              </a:prstGeom>
            </p:spPr>
          </p:pic>
        </p:grpSp>
        <p:grpSp>
          <p:nvGrpSpPr>
            <p:cNvPr id="90" name="组合 89">
              <a:extLst>
                <a:ext uri="{FF2B5EF4-FFF2-40B4-BE49-F238E27FC236}">
                  <a16:creationId xmlns:a16="http://schemas.microsoft.com/office/drawing/2014/main" id="{112D3AB3-B4C0-4E65-B6FB-4A2620E1B3C3}"/>
                </a:ext>
              </a:extLst>
            </p:cNvPr>
            <p:cNvGrpSpPr/>
            <p:nvPr/>
          </p:nvGrpSpPr>
          <p:grpSpPr>
            <a:xfrm>
              <a:off x="9457586" y="3471089"/>
              <a:ext cx="662814" cy="846462"/>
              <a:chOff x="2163893" y="1015189"/>
              <a:chExt cx="662814" cy="846462"/>
            </a:xfrm>
          </p:grpSpPr>
          <p:grpSp>
            <p:nvGrpSpPr>
              <p:cNvPr id="91" name="组合 90">
                <a:extLst>
                  <a:ext uri="{FF2B5EF4-FFF2-40B4-BE49-F238E27FC236}">
                    <a16:creationId xmlns:a16="http://schemas.microsoft.com/office/drawing/2014/main" id="{01239586-8D7B-4E8B-8A8F-49EC24608910}"/>
                  </a:ext>
                </a:extLst>
              </p:cNvPr>
              <p:cNvGrpSpPr/>
              <p:nvPr/>
            </p:nvGrpSpPr>
            <p:grpSpPr>
              <a:xfrm>
                <a:off x="2442267" y="1015189"/>
                <a:ext cx="381000" cy="351117"/>
                <a:chOff x="2556504" y="2484669"/>
                <a:chExt cx="381000" cy="351117"/>
              </a:xfrm>
            </p:grpSpPr>
            <p:pic>
              <p:nvPicPr>
                <p:cNvPr id="93" name="图形 92">
                  <a:extLst>
                    <a:ext uri="{FF2B5EF4-FFF2-40B4-BE49-F238E27FC236}">
                      <a16:creationId xmlns:a16="http://schemas.microsoft.com/office/drawing/2014/main" id="{054EA276-8191-4582-9A0C-D136B0A29B8F}"/>
                    </a:ext>
                  </a:extLst>
                </p:cNvPr>
                <p:cNvPicPr>
                  <a:picLocks noChangeAspect="1"/>
                </p:cNvPicPr>
                <p:nvPr/>
              </p:nvPicPr>
              <p:blipFill>
                <a:blip r:embed="rId7">
                  <a:extLst>
                    <a:ext uri="{28A0092B-C50C-407E-A947-70E740481C1C}">
                      <a14:useLocalDpi xmlns:a14="http://schemas.microsoft.com/office/drawing/2010/main" val="0"/>
                    </a:ext>
                    <a:ext uri="{96DAC541-7B7A-43D3-8B79-37D633B846F1}">
                      <asvg:svgBlip xmlns:asvg="http://schemas.microsoft.com/office/drawing/2016/SVG/main" r:embed="rId8"/>
                    </a:ext>
                  </a:extLst>
                </a:blip>
                <a:stretch>
                  <a:fillRect/>
                </a:stretch>
              </p:blipFill>
              <p:spPr>
                <a:xfrm>
                  <a:off x="2556504" y="2484669"/>
                  <a:ext cx="381000" cy="285750"/>
                </a:xfrm>
                <a:prstGeom prst="rect">
                  <a:avLst/>
                </a:prstGeom>
              </p:spPr>
            </p:pic>
            <p:cxnSp>
              <p:nvCxnSpPr>
                <p:cNvPr id="94" name="直接连接符 93">
                  <a:extLst>
                    <a:ext uri="{FF2B5EF4-FFF2-40B4-BE49-F238E27FC236}">
                      <a16:creationId xmlns:a16="http://schemas.microsoft.com/office/drawing/2014/main" id="{4E78BEC1-A8CF-4073-946C-CDA5A2E16351}"/>
                    </a:ext>
                  </a:extLst>
                </p:cNvPr>
                <p:cNvCxnSpPr/>
                <p:nvPr/>
              </p:nvCxnSpPr>
              <p:spPr>
                <a:xfrm>
                  <a:off x="2747004" y="2612580"/>
                  <a:ext cx="0" cy="223206"/>
                </a:xfrm>
                <a:prstGeom prst="line">
                  <a:avLst/>
                </a:prstGeom>
                <a:ln w="25400">
                  <a:solidFill>
                    <a:srgbClr val="999999"/>
                  </a:solidFill>
                </a:ln>
              </p:spPr>
              <p:style>
                <a:lnRef idx="1">
                  <a:schemeClr val="accent1"/>
                </a:lnRef>
                <a:fillRef idx="0">
                  <a:schemeClr val="accent1"/>
                </a:fillRef>
                <a:effectRef idx="0">
                  <a:schemeClr val="accent1"/>
                </a:effectRef>
                <a:fontRef idx="minor">
                  <a:schemeClr val="tx1"/>
                </a:fontRef>
              </p:style>
            </p:cxnSp>
          </p:grpSp>
          <p:pic>
            <p:nvPicPr>
              <p:cNvPr id="92" name="图形 10">
                <a:extLst>
                  <a:ext uri="{FF2B5EF4-FFF2-40B4-BE49-F238E27FC236}">
                    <a16:creationId xmlns:a16="http://schemas.microsoft.com/office/drawing/2014/main" id="{7E4A49B4-ECC1-4553-8D43-299512F8AE2D}"/>
                  </a:ext>
                </a:extLst>
              </p:cNvPr>
              <p:cNvPicPr>
                <a:picLocks noChangeAspect="1"/>
              </p:cNvPicPr>
              <p:nvPr/>
            </p:nvPicPr>
            <p:blipFill>
              <a:blip r:embed="rId9">
                <a:extLst>
                  <a:ext uri="{28A0092B-C50C-407E-A947-70E740481C1C}">
                    <a14:useLocalDpi xmlns:a14="http://schemas.microsoft.com/office/drawing/2010/main" val="0"/>
                  </a:ext>
                  <a:ext uri="{96DAC541-7B7A-43D3-8B79-37D633B846F1}">
                    <asvg:svgBlip xmlns:asvg="http://schemas.microsoft.com/office/drawing/2016/SVG/main" r:embed="rId10"/>
                  </a:ext>
                </a:extLst>
              </a:blip>
              <a:stretch>
                <a:fillRect/>
              </a:stretch>
            </p:blipFill>
            <p:spPr>
              <a:xfrm>
                <a:off x="2163893" y="1220569"/>
                <a:ext cx="662814" cy="641082"/>
              </a:xfrm>
              <a:prstGeom prst="rect">
                <a:avLst/>
              </a:prstGeom>
            </p:spPr>
          </p:pic>
        </p:grpSp>
        <p:sp>
          <p:nvSpPr>
            <p:cNvPr id="95" name="文本框 94">
              <a:extLst>
                <a:ext uri="{FF2B5EF4-FFF2-40B4-BE49-F238E27FC236}">
                  <a16:creationId xmlns:a16="http://schemas.microsoft.com/office/drawing/2014/main" id="{6B698353-3A7C-4EAC-8987-FB392F9BDA92}"/>
                </a:ext>
              </a:extLst>
            </p:cNvPr>
            <p:cNvSpPr txBox="1"/>
            <p:nvPr/>
          </p:nvSpPr>
          <p:spPr>
            <a:xfrm>
              <a:off x="2281150" y="4945739"/>
              <a:ext cx="339118" cy="400110"/>
            </a:xfrm>
            <a:prstGeom prst="rect">
              <a:avLst/>
            </a:prstGeom>
            <a:noFill/>
          </p:spPr>
          <p:txBody>
            <a:bodyPr wrap="square" rtlCol="0">
              <a:spAutoFit/>
            </a:bodyPr>
            <a:lstStyle/>
            <a:p>
              <a:pPr algn="ctr"/>
              <a:r>
                <a:rPr lang="en-US" altLang="zh-CN" sz="2000" b="1" dirty="0">
                  <a:solidFill>
                    <a:schemeClr val="bg1"/>
                  </a:solidFill>
                  <a:latin typeface="Arial Narrow" panose="020B0606020202030204" pitchFamily="34" charset="0"/>
                </a:rPr>
                <a:t>A</a:t>
              </a:r>
              <a:endParaRPr lang="zh-CN" altLang="en-US" sz="2000" b="1" dirty="0">
                <a:solidFill>
                  <a:schemeClr val="bg1"/>
                </a:solidFill>
                <a:latin typeface="Arial Narrow" panose="020B0606020202030204" pitchFamily="34" charset="0"/>
              </a:endParaRPr>
            </a:p>
          </p:txBody>
        </p:sp>
        <p:sp>
          <p:nvSpPr>
            <p:cNvPr id="96" name="文本框 95">
              <a:extLst>
                <a:ext uri="{FF2B5EF4-FFF2-40B4-BE49-F238E27FC236}">
                  <a16:creationId xmlns:a16="http://schemas.microsoft.com/office/drawing/2014/main" id="{27836CF9-853E-4750-AB08-38E3740DA738}"/>
                </a:ext>
              </a:extLst>
            </p:cNvPr>
            <p:cNvSpPr txBox="1"/>
            <p:nvPr/>
          </p:nvSpPr>
          <p:spPr>
            <a:xfrm>
              <a:off x="4244431" y="5037092"/>
              <a:ext cx="339118" cy="400110"/>
            </a:xfrm>
            <a:prstGeom prst="rect">
              <a:avLst/>
            </a:prstGeom>
            <a:noFill/>
          </p:spPr>
          <p:txBody>
            <a:bodyPr wrap="square" rtlCol="0">
              <a:spAutoFit/>
            </a:bodyPr>
            <a:lstStyle/>
            <a:p>
              <a:pPr algn="ctr"/>
              <a:r>
                <a:rPr lang="en-US" altLang="zh-CN" sz="2000" b="1" dirty="0">
                  <a:solidFill>
                    <a:schemeClr val="bg1"/>
                  </a:solidFill>
                  <a:latin typeface="Arial Narrow" panose="020B0606020202030204" pitchFamily="34" charset="0"/>
                </a:rPr>
                <a:t>B</a:t>
              </a:r>
              <a:endParaRPr lang="zh-CN" altLang="en-US" sz="2000" b="1" dirty="0">
                <a:solidFill>
                  <a:schemeClr val="bg1"/>
                </a:solidFill>
                <a:latin typeface="Arial Narrow" panose="020B0606020202030204" pitchFamily="34" charset="0"/>
              </a:endParaRPr>
            </a:p>
          </p:txBody>
        </p:sp>
        <p:sp>
          <p:nvSpPr>
            <p:cNvPr id="97" name="文本框 96">
              <a:extLst>
                <a:ext uri="{FF2B5EF4-FFF2-40B4-BE49-F238E27FC236}">
                  <a16:creationId xmlns:a16="http://schemas.microsoft.com/office/drawing/2014/main" id="{3508E046-4641-4A22-A035-3812952C2A8C}"/>
                </a:ext>
              </a:extLst>
            </p:cNvPr>
            <p:cNvSpPr txBox="1"/>
            <p:nvPr/>
          </p:nvSpPr>
          <p:spPr>
            <a:xfrm>
              <a:off x="7790013" y="5086323"/>
              <a:ext cx="1586500" cy="646331"/>
            </a:xfrm>
            <a:prstGeom prst="rect">
              <a:avLst/>
            </a:prstGeom>
            <a:noFill/>
          </p:spPr>
          <p:txBody>
            <a:bodyPr wrap="square" rtlCol="0">
              <a:spAutoFit/>
            </a:bodyPr>
            <a:lstStyle/>
            <a:p>
              <a:pPr algn="ctr"/>
              <a:r>
                <a:rPr lang="zh-CN" altLang="en-US" b="1" dirty="0">
                  <a:latin typeface="Arial Narrow" panose="020B0606020202030204" pitchFamily="34" charset="0"/>
                </a:rPr>
                <a:t>基本服务集</a:t>
              </a:r>
              <a:endParaRPr lang="en-US" altLang="zh-CN" b="1" dirty="0">
                <a:latin typeface="Arial Narrow" panose="020B0606020202030204" pitchFamily="34" charset="0"/>
              </a:endParaRPr>
            </a:p>
            <a:p>
              <a:pPr algn="ctr"/>
              <a:r>
                <a:rPr lang="en-US" altLang="zh-CN" b="1" dirty="0">
                  <a:latin typeface="Arial Narrow" panose="020B0606020202030204" pitchFamily="34" charset="0"/>
                </a:rPr>
                <a:t>BSS2</a:t>
              </a:r>
              <a:endParaRPr lang="zh-CN" altLang="en-US" b="1" dirty="0">
                <a:latin typeface="Arial Narrow" panose="020B0606020202030204" pitchFamily="34" charset="0"/>
              </a:endParaRPr>
            </a:p>
          </p:txBody>
        </p:sp>
        <p:sp>
          <p:nvSpPr>
            <p:cNvPr id="98" name="矩形: 圆角 97">
              <a:extLst>
                <a:ext uri="{FF2B5EF4-FFF2-40B4-BE49-F238E27FC236}">
                  <a16:creationId xmlns:a16="http://schemas.microsoft.com/office/drawing/2014/main" id="{BB8042F8-0A0F-4057-8A1C-8AA95F7D35B9}"/>
                </a:ext>
              </a:extLst>
            </p:cNvPr>
            <p:cNvSpPr/>
            <p:nvPr/>
          </p:nvSpPr>
          <p:spPr>
            <a:xfrm>
              <a:off x="548585" y="2308043"/>
              <a:ext cx="10998048" cy="4130857"/>
            </a:xfrm>
            <a:prstGeom prst="roundRect">
              <a:avLst/>
            </a:prstGeom>
            <a:noFill/>
            <a:ln>
              <a:solidFill>
                <a:schemeClr val="tx1"/>
              </a:solid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b="1">
                <a:latin typeface="Arial Narrow" panose="020B0606020202030204" pitchFamily="34" charset="0"/>
              </a:endParaRPr>
            </a:p>
          </p:txBody>
        </p:sp>
        <p:sp>
          <p:nvSpPr>
            <p:cNvPr id="99" name="文本框 98">
              <a:extLst>
                <a:ext uri="{FF2B5EF4-FFF2-40B4-BE49-F238E27FC236}">
                  <a16:creationId xmlns:a16="http://schemas.microsoft.com/office/drawing/2014/main" id="{C48C1061-805E-4798-8A77-B9897E64953A}"/>
                </a:ext>
              </a:extLst>
            </p:cNvPr>
            <p:cNvSpPr txBox="1"/>
            <p:nvPr/>
          </p:nvSpPr>
          <p:spPr>
            <a:xfrm>
              <a:off x="9720110" y="3700084"/>
              <a:ext cx="339118" cy="369332"/>
            </a:xfrm>
            <a:prstGeom prst="rect">
              <a:avLst/>
            </a:prstGeom>
            <a:noFill/>
          </p:spPr>
          <p:txBody>
            <a:bodyPr wrap="square" rtlCol="0">
              <a:spAutoFit/>
            </a:bodyPr>
            <a:lstStyle/>
            <a:p>
              <a:pPr algn="ctr"/>
              <a:r>
                <a:rPr lang="en-US" altLang="zh-CN" b="1" dirty="0">
                  <a:solidFill>
                    <a:schemeClr val="bg1"/>
                  </a:solidFill>
                  <a:latin typeface="Arial Narrow" panose="020B0606020202030204" pitchFamily="34" charset="0"/>
                </a:rPr>
                <a:t>C</a:t>
              </a:r>
              <a:endParaRPr lang="zh-CN" altLang="en-US" b="1" dirty="0">
                <a:solidFill>
                  <a:schemeClr val="bg1"/>
                </a:solidFill>
                <a:latin typeface="Arial Narrow" panose="020B0606020202030204" pitchFamily="34" charset="0"/>
              </a:endParaRPr>
            </a:p>
          </p:txBody>
        </p:sp>
        <p:sp>
          <p:nvSpPr>
            <p:cNvPr id="100" name="文本框 99">
              <a:extLst>
                <a:ext uri="{FF2B5EF4-FFF2-40B4-BE49-F238E27FC236}">
                  <a16:creationId xmlns:a16="http://schemas.microsoft.com/office/drawing/2014/main" id="{5CE43870-E870-4FA4-82FC-85C756EF9546}"/>
                </a:ext>
              </a:extLst>
            </p:cNvPr>
            <p:cNvSpPr txBox="1"/>
            <p:nvPr/>
          </p:nvSpPr>
          <p:spPr>
            <a:xfrm>
              <a:off x="4933438" y="6015886"/>
              <a:ext cx="2319129" cy="369332"/>
            </a:xfrm>
            <a:prstGeom prst="rect">
              <a:avLst/>
            </a:prstGeom>
            <a:noFill/>
          </p:spPr>
          <p:txBody>
            <a:bodyPr wrap="square" rtlCol="0">
              <a:spAutoFit/>
            </a:bodyPr>
            <a:lstStyle/>
            <a:p>
              <a:pPr algn="ctr"/>
              <a:r>
                <a:rPr lang="zh-CN" altLang="en-US" b="1" dirty="0">
                  <a:latin typeface="Arial Narrow" panose="020B0606020202030204" pitchFamily="34" charset="0"/>
                </a:rPr>
                <a:t>扩展服务集</a:t>
              </a:r>
              <a:r>
                <a:rPr lang="en-US" altLang="zh-CN" b="1" dirty="0">
                  <a:latin typeface="Arial Narrow" panose="020B0606020202030204" pitchFamily="34" charset="0"/>
                </a:rPr>
                <a:t>ESS</a:t>
              </a:r>
              <a:endParaRPr lang="zh-CN" altLang="en-US" b="1" dirty="0">
                <a:latin typeface="Arial Narrow" panose="020B0606020202030204" pitchFamily="34" charset="0"/>
              </a:endParaRPr>
            </a:p>
          </p:txBody>
        </p:sp>
      </p:grpSp>
      <p:sp>
        <p:nvSpPr>
          <p:cNvPr id="5" name="标注: 右箭头 4">
            <a:extLst>
              <a:ext uri="{FF2B5EF4-FFF2-40B4-BE49-F238E27FC236}">
                <a16:creationId xmlns:a16="http://schemas.microsoft.com/office/drawing/2014/main" id="{6F7D27B8-97C1-451E-B344-2F05A87D0713}"/>
              </a:ext>
            </a:extLst>
          </p:cNvPr>
          <p:cNvSpPr/>
          <p:nvPr/>
        </p:nvSpPr>
        <p:spPr>
          <a:xfrm rot="17968777">
            <a:off x="2166841" y="3807727"/>
            <a:ext cx="1189176" cy="369332"/>
          </a:xfrm>
          <a:prstGeom prst="rightArrowCallout">
            <a:avLst>
              <a:gd name="adj1" fmla="val 25000"/>
              <a:gd name="adj2" fmla="val 25000"/>
              <a:gd name="adj3" fmla="val 25000"/>
              <a:gd name="adj4" fmla="val 84932"/>
            </a:avLst>
          </a:prstGeom>
        </p:spPr>
        <p:style>
          <a:lnRef idx="2">
            <a:schemeClr val="accent3">
              <a:shade val="50000"/>
            </a:schemeClr>
          </a:lnRef>
          <a:fillRef idx="1">
            <a:schemeClr val="accent3"/>
          </a:fillRef>
          <a:effectRef idx="0">
            <a:schemeClr val="accent3"/>
          </a:effectRef>
          <a:fontRef idx="minor">
            <a:schemeClr val="lt1"/>
          </a:fontRef>
        </p:style>
        <p:txBody>
          <a:bodyPr rtlCol="0" anchor="ctr"/>
          <a:lstStyle/>
          <a:p>
            <a:pPr algn="ctr"/>
            <a:r>
              <a:rPr lang="zh-CN" altLang="en-US" b="1" dirty="0"/>
              <a:t>数据帧</a:t>
            </a:r>
          </a:p>
        </p:txBody>
      </p:sp>
      <p:grpSp>
        <p:nvGrpSpPr>
          <p:cNvPr id="8" name="组合 7">
            <a:extLst>
              <a:ext uri="{FF2B5EF4-FFF2-40B4-BE49-F238E27FC236}">
                <a16:creationId xmlns:a16="http://schemas.microsoft.com/office/drawing/2014/main" id="{8BD8F140-BB74-4EC4-BAE6-4D7A0546FEE1}"/>
              </a:ext>
            </a:extLst>
          </p:cNvPr>
          <p:cNvGrpSpPr/>
          <p:nvPr/>
        </p:nvGrpSpPr>
        <p:grpSpPr>
          <a:xfrm>
            <a:off x="279134" y="1933071"/>
            <a:ext cx="2526968" cy="1759192"/>
            <a:chOff x="279134" y="1889510"/>
            <a:chExt cx="2526968" cy="1759192"/>
          </a:xfrm>
        </p:grpSpPr>
        <p:sp>
          <p:nvSpPr>
            <p:cNvPr id="6" name="对话气泡: 矩形 5">
              <a:extLst>
                <a:ext uri="{FF2B5EF4-FFF2-40B4-BE49-F238E27FC236}">
                  <a16:creationId xmlns:a16="http://schemas.microsoft.com/office/drawing/2014/main" id="{E7B22109-C378-4E71-BB30-6CEB4885DC75}"/>
                </a:ext>
              </a:extLst>
            </p:cNvPr>
            <p:cNvSpPr/>
            <p:nvPr/>
          </p:nvSpPr>
          <p:spPr>
            <a:xfrm>
              <a:off x="299004" y="1889510"/>
              <a:ext cx="2379789" cy="1759192"/>
            </a:xfrm>
            <a:prstGeom prst="wedgeRectCallout">
              <a:avLst>
                <a:gd name="adj1" fmla="val 59749"/>
                <a:gd name="adj2" fmla="val 52963"/>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7" name="文本框 6">
              <a:extLst>
                <a:ext uri="{FF2B5EF4-FFF2-40B4-BE49-F238E27FC236}">
                  <a16:creationId xmlns:a16="http://schemas.microsoft.com/office/drawing/2014/main" id="{EAE004B8-5D60-4229-B1F2-64BB1D2E416E}"/>
                </a:ext>
              </a:extLst>
            </p:cNvPr>
            <p:cNvSpPr txBox="1"/>
            <p:nvPr/>
          </p:nvSpPr>
          <p:spPr>
            <a:xfrm>
              <a:off x="279134" y="1902530"/>
              <a:ext cx="1291031" cy="646331"/>
            </a:xfrm>
            <a:prstGeom prst="rect">
              <a:avLst/>
            </a:prstGeom>
            <a:noFill/>
          </p:spPr>
          <p:txBody>
            <a:bodyPr wrap="square" rtlCol="0">
              <a:spAutoFit/>
            </a:bodyPr>
            <a:lstStyle/>
            <a:p>
              <a:r>
                <a:rPr lang="zh-CN" altLang="en-US" b="1" dirty="0"/>
                <a:t>去往</a:t>
              </a:r>
              <a:r>
                <a:rPr lang="en-US" altLang="zh-CN" b="1" dirty="0"/>
                <a:t>DS = 1</a:t>
              </a:r>
            </a:p>
            <a:p>
              <a:r>
                <a:rPr lang="zh-CN" altLang="en-US" b="1" dirty="0"/>
                <a:t>来自</a:t>
              </a:r>
              <a:r>
                <a:rPr lang="en-US" altLang="zh-CN" b="1" dirty="0"/>
                <a:t>DS = 0</a:t>
              </a:r>
              <a:endParaRPr lang="zh-CN" altLang="en-US" b="1" dirty="0"/>
            </a:p>
          </p:txBody>
        </p:sp>
        <p:sp>
          <p:nvSpPr>
            <p:cNvPr id="102" name="文本框 101">
              <a:extLst>
                <a:ext uri="{FF2B5EF4-FFF2-40B4-BE49-F238E27FC236}">
                  <a16:creationId xmlns:a16="http://schemas.microsoft.com/office/drawing/2014/main" id="{E34AD9A4-ED45-4CC0-AB62-0CFEDBA9EC7E}"/>
                </a:ext>
              </a:extLst>
            </p:cNvPr>
            <p:cNvSpPr txBox="1"/>
            <p:nvPr/>
          </p:nvSpPr>
          <p:spPr>
            <a:xfrm>
              <a:off x="279134" y="2523460"/>
              <a:ext cx="2526968" cy="369332"/>
            </a:xfrm>
            <a:prstGeom prst="rect">
              <a:avLst/>
            </a:prstGeom>
            <a:noFill/>
          </p:spPr>
          <p:txBody>
            <a:bodyPr wrap="square" rtlCol="0">
              <a:spAutoFit/>
            </a:bodyPr>
            <a:lstStyle/>
            <a:p>
              <a:r>
                <a:rPr lang="zh-CN" altLang="en-US" b="1" dirty="0"/>
                <a:t>地址</a:t>
              </a:r>
              <a:r>
                <a:rPr lang="en-US" altLang="zh-CN" b="1" dirty="0"/>
                <a:t>1 = AP1</a:t>
              </a:r>
              <a:r>
                <a:rPr lang="zh-CN" altLang="en-US" b="1" dirty="0"/>
                <a:t>的</a:t>
              </a:r>
              <a:r>
                <a:rPr lang="en-US" altLang="zh-CN" b="1" dirty="0"/>
                <a:t>MAC</a:t>
              </a:r>
              <a:r>
                <a:rPr lang="zh-CN" altLang="en-US" b="1" dirty="0"/>
                <a:t>地址</a:t>
              </a:r>
            </a:p>
          </p:txBody>
        </p:sp>
        <p:sp>
          <p:nvSpPr>
            <p:cNvPr id="103" name="文本框 102">
              <a:extLst>
                <a:ext uri="{FF2B5EF4-FFF2-40B4-BE49-F238E27FC236}">
                  <a16:creationId xmlns:a16="http://schemas.microsoft.com/office/drawing/2014/main" id="{0B4B8CC5-75CA-45EA-8E5C-D5F42256609E}"/>
                </a:ext>
              </a:extLst>
            </p:cNvPr>
            <p:cNvSpPr txBox="1"/>
            <p:nvPr/>
          </p:nvSpPr>
          <p:spPr>
            <a:xfrm>
              <a:off x="279134" y="2867391"/>
              <a:ext cx="2526968" cy="369332"/>
            </a:xfrm>
            <a:prstGeom prst="rect">
              <a:avLst/>
            </a:prstGeom>
            <a:noFill/>
          </p:spPr>
          <p:txBody>
            <a:bodyPr wrap="square" rtlCol="0">
              <a:spAutoFit/>
            </a:bodyPr>
            <a:lstStyle/>
            <a:p>
              <a:r>
                <a:rPr lang="zh-CN" altLang="en-US" b="1" dirty="0"/>
                <a:t>地址</a:t>
              </a:r>
              <a:r>
                <a:rPr lang="en-US" altLang="zh-CN" b="1" dirty="0"/>
                <a:t>2 = A</a:t>
              </a:r>
              <a:r>
                <a:rPr lang="zh-CN" altLang="en-US" b="1" dirty="0"/>
                <a:t>的</a:t>
              </a:r>
              <a:r>
                <a:rPr lang="en-US" altLang="zh-CN" b="1" dirty="0"/>
                <a:t>MAC</a:t>
              </a:r>
              <a:r>
                <a:rPr lang="zh-CN" altLang="en-US" b="1" dirty="0"/>
                <a:t>地址</a:t>
              </a:r>
            </a:p>
          </p:txBody>
        </p:sp>
        <p:sp>
          <p:nvSpPr>
            <p:cNvPr id="104" name="文本框 103">
              <a:extLst>
                <a:ext uri="{FF2B5EF4-FFF2-40B4-BE49-F238E27FC236}">
                  <a16:creationId xmlns:a16="http://schemas.microsoft.com/office/drawing/2014/main" id="{9BA8E482-A80B-4A27-8448-851D24E5ED0F}"/>
                </a:ext>
              </a:extLst>
            </p:cNvPr>
            <p:cNvSpPr txBox="1"/>
            <p:nvPr/>
          </p:nvSpPr>
          <p:spPr>
            <a:xfrm>
              <a:off x="279134" y="3211322"/>
              <a:ext cx="2526968" cy="369332"/>
            </a:xfrm>
            <a:prstGeom prst="rect">
              <a:avLst/>
            </a:prstGeom>
            <a:noFill/>
          </p:spPr>
          <p:txBody>
            <a:bodyPr wrap="square" rtlCol="0">
              <a:spAutoFit/>
            </a:bodyPr>
            <a:lstStyle/>
            <a:p>
              <a:r>
                <a:rPr lang="zh-CN" altLang="en-US" b="1" dirty="0"/>
                <a:t>地址</a:t>
              </a:r>
              <a:r>
                <a:rPr lang="en-US" altLang="zh-CN" b="1" dirty="0"/>
                <a:t>3 = B</a:t>
              </a:r>
              <a:r>
                <a:rPr lang="zh-CN" altLang="en-US" b="1" dirty="0"/>
                <a:t>的</a:t>
              </a:r>
              <a:r>
                <a:rPr lang="en-US" altLang="zh-CN" b="1" dirty="0"/>
                <a:t>MAC</a:t>
              </a:r>
              <a:r>
                <a:rPr lang="zh-CN" altLang="en-US" b="1" dirty="0"/>
                <a:t>地址</a:t>
              </a:r>
            </a:p>
          </p:txBody>
        </p:sp>
      </p:grpSp>
      <p:sp>
        <p:nvSpPr>
          <p:cNvPr id="105" name="标注: 右箭头 104">
            <a:extLst>
              <a:ext uri="{FF2B5EF4-FFF2-40B4-BE49-F238E27FC236}">
                <a16:creationId xmlns:a16="http://schemas.microsoft.com/office/drawing/2014/main" id="{2DB5A6DA-8DCE-40B7-B5A4-CA3F7FF46916}"/>
              </a:ext>
            </a:extLst>
          </p:cNvPr>
          <p:cNvSpPr/>
          <p:nvPr/>
        </p:nvSpPr>
        <p:spPr>
          <a:xfrm rot="3520485">
            <a:off x="3542636" y="3892052"/>
            <a:ext cx="1189176" cy="369332"/>
          </a:xfrm>
          <a:prstGeom prst="rightArrowCallout">
            <a:avLst>
              <a:gd name="adj1" fmla="val 25000"/>
              <a:gd name="adj2" fmla="val 25000"/>
              <a:gd name="adj3" fmla="val 25000"/>
              <a:gd name="adj4" fmla="val 84932"/>
            </a:avLst>
          </a:prstGeom>
        </p:spPr>
        <p:style>
          <a:lnRef idx="2">
            <a:schemeClr val="accent3">
              <a:shade val="50000"/>
            </a:schemeClr>
          </a:lnRef>
          <a:fillRef idx="1">
            <a:schemeClr val="accent3"/>
          </a:fillRef>
          <a:effectRef idx="0">
            <a:schemeClr val="accent3"/>
          </a:effectRef>
          <a:fontRef idx="minor">
            <a:schemeClr val="lt1"/>
          </a:fontRef>
        </p:style>
        <p:txBody>
          <a:bodyPr rtlCol="0" anchor="ctr"/>
          <a:lstStyle/>
          <a:p>
            <a:pPr algn="ctr"/>
            <a:r>
              <a:rPr lang="zh-CN" altLang="en-US" b="1" dirty="0"/>
              <a:t>数据帧</a:t>
            </a:r>
          </a:p>
        </p:txBody>
      </p:sp>
      <p:grpSp>
        <p:nvGrpSpPr>
          <p:cNvPr id="106" name="组合 105">
            <a:extLst>
              <a:ext uri="{FF2B5EF4-FFF2-40B4-BE49-F238E27FC236}">
                <a16:creationId xmlns:a16="http://schemas.microsoft.com/office/drawing/2014/main" id="{B2CBFB5A-D05B-4D5E-989D-22610CBDEF44}"/>
              </a:ext>
            </a:extLst>
          </p:cNvPr>
          <p:cNvGrpSpPr/>
          <p:nvPr/>
        </p:nvGrpSpPr>
        <p:grpSpPr>
          <a:xfrm>
            <a:off x="4369602" y="1933071"/>
            <a:ext cx="2526968" cy="1759192"/>
            <a:chOff x="279134" y="1889510"/>
            <a:chExt cx="2526968" cy="1759192"/>
          </a:xfrm>
        </p:grpSpPr>
        <p:sp>
          <p:nvSpPr>
            <p:cNvPr id="107" name="对话气泡: 矩形 106">
              <a:extLst>
                <a:ext uri="{FF2B5EF4-FFF2-40B4-BE49-F238E27FC236}">
                  <a16:creationId xmlns:a16="http://schemas.microsoft.com/office/drawing/2014/main" id="{C0EBCC10-765B-4A18-B478-85847CC55515}"/>
                </a:ext>
              </a:extLst>
            </p:cNvPr>
            <p:cNvSpPr/>
            <p:nvPr/>
          </p:nvSpPr>
          <p:spPr>
            <a:xfrm>
              <a:off x="299004" y="1889510"/>
              <a:ext cx="2379789" cy="1759192"/>
            </a:xfrm>
            <a:prstGeom prst="wedgeRectCallout">
              <a:avLst>
                <a:gd name="adj1" fmla="val -48317"/>
                <a:gd name="adj2" fmla="val 84367"/>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108" name="文本框 107">
              <a:extLst>
                <a:ext uri="{FF2B5EF4-FFF2-40B4-BE49-F238E27FC236}">
                  <a16:creationId xmlns:a16="http://schemas.microsoft.com/office/drawing/2014/main" id="{96E9CB47-2B8B-4918-A9CA-C52BF30A5F1C}"/>
                </a:ext>
              </a:extLst>
            </p:cNvPr>
            <p:cNvSpPr txBox="1"/>
            <p:nvPr/>
          </p:nvSpPr>
          <p:spPr>
            <a:xfrm>
              <a:off x="279134" y="1902530"/>
              <a:ext cx="1291031" cy="646331"/>
            </a:xfrm>
            <a:prstGeom prst="rect">
              <a:avLst/>
            </a:prstGeom>
            <a:noFill/>
          </p:spPr>
          <p:txBody>
            <a:bodyPr wrap="square" rtlCol="0">
              <a:spAutoFit/>
            </a:bodyPr>
            <a:lstStyle/>
            <a:p>
              <a:r>
                <a:rPr lang="zh-CN" altLang="en-US" b="1" dirty="0"/>
                <a:t>去往</a:t>
              </a:r>
              <a:r>
                <a:rPr lang="en-US" altLang="zh-CN" b="1" dirty="0"/>
                <a:t>DS = 0</a:t>
              </a:r>
            </a:p>
            <a:p>
              <a:r>
                <a:rPr lang="zh-CN" altLang="en-US" b="1" dirty="0"/>
                <a:t>来自</a:t>
              </a:r>
              <a:r>
                <a:rPr lang="en-US" altLang="zh-CN" b="1" dirty="0"/>
                <a:t>DS = 1</a:t>
              </a:r>
              <a:endParaRPr lang="zh-CN" altLang="en-US" b="1" dirty="0"/>
            </a:p>
          </p:txBody>
        </p:sp>
        <p:sp>
          <p:nvSpPr>
            <p:cNvPr id="109" name="文本框 108">
              <a:extLst>
                <a:ext uri="{FF2B5EF4-FFF2-40B4-BE49-F238E27FC236}">
                  <a16:creationId xmlns:a16="http://schemas.microsoft.com/office/drawing/2014/main" id="{24F8C1BB-6613-4F2E-911E-BD9EDE7803F3}"/>
                </a:ext>
              </a:extLst>
            </p:cNvPr>
            <p:cNvSpPr txBox="1"/>
            <p:nvPr/>
          </p:nvSpPr>
          <p:spPr>
            <a:xfrm>
              <a:off x="279134" y="2523460"/>
              <a:ext cx="2526968" cy="369332"/>
            </a:xfrm>
            <a:prstGeom prst="rect">
              <a:avLst/>
            </a:prstGeom>
            <a:noFill/>
          </p:spPr>
          <p:txBody>
            <a:bodyPr wrap="square" rtlCol="0">
              <a:spAutoFit/>
            </a:bodyPr>
            <a:lstStyle/>
            <a:p>
              <a:r>
                <a:rPr lang="zh-CN" altLang="en-US" b="1" dirty="0"/>
                <a:t>地址</a:t>
              </a:r>
              <a:r>
                <a:rPr lang="en-US" altLang="zh-CN" b="1" dirty="0"/>
                <a:t>1 = B</a:t>
              </a:r>
              <a:r>
                <a:rPr lang="zh-CN" altLang="en-US" b="1" dirty="0"/>
                <a:t>的</a:t>
              </a:r>
              <a:r>
                <a:rPr lang="en-US" altLang="zh-CN" b="1" dirty="0"/>
                <a:t>MAC</a:t>
              </a:r>
              <a:r>
                <a:rPr lang="zh-CN" altLang="en-US" b="1" dirty="0"/>
                <a:t>地址</a:t>
              </a:r>
            </a:p>
          </p:txBody>
        </p:sp>
        <p:sp>
          <p:nvSpPr>
            <p:cNvPr id="110" name="文本框 109">
              <a:extLst>
                <a:ext uri="{FF2B5EF4-FFF2-40B4-BE49-F238E27FC236}">
                  <a16:creationId xmlns:a16="http://schemas.microsoft.com/office/drawing/2014/main" id="{76B78B38-5403-4446-8AD2-3003912FC20F}"/>
                </a:ext>
              </a:extLst>
            </p:cNvPr>
            <p:cNvSpPr txBox="1"/>
            <p:nvPr/>
          </p:nvSpPr>
          <p:spPr>
            <a:xfrm>
              <a:off x="279134" y="2867391"/>
              <a:ext cx="2526968" cy="369332"/>
            </a:xfrm>
            <a:prstGeom prst="rect">
              <a:avLst/>
            </a:prstGeom>
            <a:noFill/>
          </p:spPr>
          <p:txBody>
            <a:bodyPr wrap="square" rtlCol="0">
              <a:spAutoFit/>
            </a:bodyPr>
            <a:lstStyle/>
            <a:p>
              <a:r>
                <a:rPr lang="zh-CN" altLang="en-US" b="1" dirty="0"/>
                <a:t>地址</a:t>
              </a:r>
              <a:r>
                <a:rPr lang="en-US" altLang="zh-CN" b="1" dirty="0"/>
                <a:t>2 = AP1</a:t>
              </a:r>
              <a:r>
                <a:rPr lang="zh-CN" altLang="en-US" b="1" dirty="0"/>
                <a:t>的</a:t>
              </a:r>
              <a:r>
                <a:rPr lang="en-US" altLang="zh-CN" b="1" dirty="0"/>
                <a:t>MAC</a:t>
              </a:r>
              <a:r>
                <a:rPr lang="zh-CN" altLang="en-US" b="1" dirty="0"/>
                <a:t>地址</a:t>
              </a:r>
            </a:p>
          </p:txBody>
        </p:sp>
        <p:sp>
          <p:nvSpPr>
            <p:cNvPr id="111" name="文本框 110">
              <a:extLst>
                <a:ext uri="{FF2B5EF4-FFF2-40B4-BE49-F238E27FC236}">
                  <a16:creationId xmlns:a16="http://schemas.microsoft.com/office/drawing/2014/main" id="{268F19A1-FA42-4133-BC30-DD7E64E27CF1}"/>
                </a:ext>
              </a:extLst>
            </p:cNvPr>
            <p:cNvSpPr txBox="1"/>
            <p:nvPr/>
          </p:nvSpPr>
          <p:spPr>
            <a:xfrm>
              <a:off x="279134" y="3211322"/>
              <a:ext cx="2526968" cy="369332"/>
            </a:xfrm>
            <a:prstGeom prst="rect">
              <a:avLst/>
            </a:prstGeom>
            <a:noFill/>
          </p:spPr>
          <p:txBody>
            <a:bodyPr wrap="square" rtlCol="0">
              <a:spAutoFit/>
            </a:bodyPr>
            <a:lstStyle/>
            <a:p>
              <a:r>
                <a:rPr lang="zh-CN" altLang="en-US" b="1" dirty="0"/>
                <a:t>地址</a:t>
              </a:r>
              <a:r>
                <a:rPr lang="en-US" altLang="zh-CN" b="1" dirty="0"/>
                <a:t>3 = A</a:t>
              </a:r>
              <a:r>
                <a:rPr lang="zh-CN" altLang="en-US" b="1" dirty="0"/>
                <a:t>的</a:t>
              </a:r>
              <a:r>
                <a:rPr lang="en-US" altLang="zh-CN" b="1" dirty="0"/>
                <a:t>MAC</a:t>
              </a:r>
              <a:r>
                <a:rPr lang="zh-CN" altLang="en-US" b="1" dirty="0"/>
                <a:t>地址</a:t>
              </a:r>
            </a:p>
          </p:txBody>
        </p:sp>
      </p:grpSp>
      <p:sp>
        <p:nvSpPr>
          <p:cNvPr id="101" name="平行四边形 100">
            <a:extLst>
              <a:ext uri="{FF2B5EF4-FFF2-40B4-BE49-F238E27FC236}">
                <a16:creationId xmlns:a16="http://schemas.microsoft.com/office/drawing/2014/main" id="{DAC2A2A8-A08E-CECF-9D43-153BDA22F056}"/>
              </a:ext>
            </a:extLst>
          </p:cNvPr>
          <p:cNvSpPr/>
          <p:nvPr/>
        </p:nvSpPr>
        <p:spPr>
          <a:xfrm>
            <a:off x="304800" y="749300"/>
            <a:ext cx="723900" cy="387090"/>
          </a:xfrm>
          <a:prstGeom prst="parallelogram">
            <a:avLst/>
          </a:prstGeom>
          <a:solidFill>
            <a:schemeClr val="accent3">
              <a:lumMod val="75000"/>
            </a:schemeClr>
          </a:solidFill>
          <a:ln>
            <a:solidFill>
              <a:schemeClr val="accent3">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CN" sz="2200" dirty="0">
                <a:latin typeface="Impact" panose="020B0806030902050204" pitchFamily="34" charset="0"/>
              </a:rPr>
              <a:t>05</a:t>
            </a:r>
            <a:endParaRPr lang="zh-CN" altLang="en-US" sz="2200" dirty="0">
              <a:latin typeface="Impact" panose="020B0806030902050204" pitchFamily="34" charset="0"/>
            </a:endParaRPr>
          </a:p>
        </p:txBody>
      </p:sp>
    </p:spTree>
    <p:custDataLst>
      <p:tags r:id="rId1"/>
    </p:custDataLst>
    <p:extLst>
      <p:ext uri="{BB962C8B-B14F-4D97-AF65-F5344CB8AC3E}">
        <p14:creationId xmlns:p14="http://schemas.microsoft.com/office/powerpoint/2010/main" val="1795279757"/>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2" presetClass="entr" presetSubtype="4" fill="hold" grpId="0" nodeType="withEffect">
                                  <p:stCondLst>
                                    <p:cond delay="0"/>
                                  </p:stCondLst>
                                  <p:childTnLst>
                                    <p:set>
                                      <p:cBhvr>
                                        <p:cTn id="6" dur="1" fill="hold">
                                          <p:stCondLst>
                                            <p:cond delay="0"/>
                                          </p:stCondLst>
                                        </p:cTn>
                                        <p:tgtEl>
                                          <p:spTgt spid="5"/>
                                        </p:tgtEl>
                                        <p:attrNameLst>
                                          <p:attrName>style.visibility</p:attrName>
                                        </p:attrNameLst>
                                      </p:cBhvr>
                                      <p:to>
                                        <p:strVal val="visible"/>
                                      </p:to>
                                    </p:set>
                                    <p:animEffect transition="in" filter="wipe(down)">
                                      <p:cBhvr>
                                        <p:cTn id="7" dur="500"/>
                                        <p:tgtEl>
                                          <p:spTgt spid="5"/>
                                        </p:tgtEl>
                                      </p:cBhvr>
                                    </p:animEffect>
                                  </p:childTnLst>
                                </p:cTn>
                              </p:par>
                            </p:childTnLst>
                          </p:cTn>
                        </p:par>
                      </p:childTnLst>
                    </p:cTn>
                  </p:par>
                  <p:par>
                    <p:cTn id="8" fill="hold">
                      <p:stCondLst>
                        <p:cond delay="indefinite"/>
                      </p:stCondLst>
                      <p:childTnLst>
                        <p:par>
                          <p:cTn id="9" fill="hold">
                            <p:stCondLst>
                              <p:cond delay="0"/>
                            </p:stCondLst>
                            <p:childTnLst>
                              <p:par>
                                <p:cTn id="10" presetID="22" presetClass="entr" presetSubtype="2" fill="hold" nodeType="clickEffect">
                                  <p:stCondLst>
                                    <p:cond delay="0"/>
                                  </p:stCondLst>
                                  <p:childTnLst>
                                    <p:set>
                                      <p:cBhvr>
                                        <p:cTn id="11" dur="1" fill="hold">
                                          <p:stCondLst>
                                            <p:cond delay="0"/>
                                          </p:stCondLst>
                                        </p:cTn>
                                        <p:tgtEl>
                                          <p:spTgt spid="8"/>
                                        </p:tgtEl>
                                        <p:attrNameLst>
                                          <p:attrName>style.visibility</p:attrName>
                                        </p:attrNameLst>
                                      </p:cBhvr>
                                      <p:to>
                                        <p:strVal val="visible"/>
                                      </p:to>
                                    </p:set>
                                    <p:animEffect transition="in" filter="wipe(right)">
                                      <p:cBhvr>
                                        <p:cTn id="12" dur="500"/>
                                        <p:tgtEl>
                                          <p:spTgt spid="8"/>
                                        </p:tgtEl>
                                      </p:cBhvr>
                                    </p:animEffect>
                                  </p:childTnLst>
                                </p:cTn>
                              </p:par>
                            </p:childTnLst>
                          </p:cTn>
                        </p:par>
                      </p:childTnLst>
                    </p:cTn>
                  </p:par>
                  <p:par>
                    <p:cTn id="13" fill="hold">
                      <p:stCondLst>
                        <p:cond delay="indefinite"/>
                      </p:stCondLst>
                      <p:childTnLst>
                        <p:par>
                          <p:cTn id="14" fill="hold">
                            <p:stCondLst>
                              <p:cond delay="0"/>
                            </p:stCondLst>
                            <p:childTnLst>
                              <p:par>
                                <p:cTn id="15" presetID="22" presetClass="entr" presetSubtype="1" fill="hold" grpId="0" nodeType="clickEffect">
                                  <p:stCondLst>
                                    <p:cond delay="0"/>
                                  </p:stCondLst>
                                  <p:childTnLst>
                                    <p:set>
                                      <p:cBhvr>
                                        <p:cTn id="16" dur="1" fill="hold">
                                          <p:stCondLst>
                                            <p:cond delay="0"/>
                                          </p:stCondLst>
                                        </p:cTn>
                                        <p:tgtEl>
                                          <p:spTgt spid="105"/>
                                        </p:tgtEl>
                                        <p:attrNameLst>
                                          <p:attrName>style.visibility</p:attrName>
                                        </p:attrNameLst>
                                      </p:cBhvr>
                                      <p:to>
                                        <p:strVal val="visible"/>
                                      </p:to>
                                    </p:set>
                                    <p:animEffect transition="in" filter="wipe(up)">
                                      <p:cBhvr>
                                        <p:cTn id="17" dur="500"/>
                                        <p:tgtEl>
                                          <p:spTgt spid="105"/>
                                        </p:tgtEl>
                                      </p:cBhvr>
                                    </p:animEffect>
                                  </p:childTnLst>
                                </p:cTn>
                              </p:par>
                            </p:childTnLst>
                          </p:cTn>
                        </p:par>
                      </p:childTnLst>
                    </p:cTn>
                  </p:par>
                  <p:par>
                    <p:cTn id="18" fill="hold">
                      <p:stCondLst>
                        <p:cond delay="indefinite"/>
                      </p:stCondLst>
                      <p:childTnLst>
                        <p:par>
                          <p:cTn id="19" fill="hold">
                            <p:stCondLst>
                              <p:cond delay="0"/>
                            </p:stCondLst>
                            <p:childTnLst>
                              <p:par>
                                <p:cTn id="20" presetID="22" presetClass="entr" presetSubtype="4" fill="hold" nodeType="clickEffect">
                                  <p:stCondLst>
                                    <p:cond delay="0"/>
                                  </p:stCondLst>
                                  <p:childTnLst>
                                    <p:set>
                                      <p:cBhvr>
                                        <p:cTn id="21" dur="1" fill="hold">
                                          <p:stCondLst>
                                            <p:cond delay="0"/>
                                          </p:stCondLst>
                                        </p:cTn>
                                        <p:tgtEl>
                                          <p:spTgt spid="106"/>
                                        </p:tgtEl>
                                        <p:attrNameLst>
                                          <p:attrName>style.visibility</p:attrName>
                                        </p:attrNameLst>
                                      </p:cBhvr>
                                      <p:to>
                                        <p:strVal val="visible"/>
                                      </p:to>
                                    </p:set>
                                    <p:animEffect transition="in" filter="wipe(down)">
                                      <p:cBhvr>
                                        <p:cTn id="22" dur="500"/>
                                        <p:tgtEl>
                                          <p:spTgt spid="106"/>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 grpId="0" animBg="1"/>
      <p:bldP spid="105" grpId="0" animBg="1"/>
    </p:bldLst>
  </p:timing>
</p:sld>
</file>

<file path=ppt/slides/slide57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4" name="组合 3">
            <a:extLst>
              <a:ext uri="{FF2B5EF4-FFF2-40B4-BE49-F238E27FC236}">
                <a16:creationId xmlns:a16="http://schemas.microsoft.com/office/drawing/2014/main" id="{9A1EA9F2-FCB6-48C3-935F-7AE7E3AD14AC}"/>
              </a:ext>
            </a:extLst>
          </p:cNvPr>
          <p:cNvGrpSpPr/>
          <p:nvPr/>
        </p:nvGrpSpPr>
        <p:grpSpPr>
          <a:xfrm>
            <a:off x="304800" y="749300"/>
            <a:ext cx="5791200" cy="400110"/>
            <a:chOff x="424117" y="898245"/>
            <a:chExt cx="5791200" cy="400110"/>
          </a:xfrm>
        </p:grpSpPr>
        <p:sp>
          <p:nvSpPr>
            <p:cNvPr id="2" name="平行四边形 1">
              <a:extLst>
                <a:ext uri="{FF2B5EF4-FFF2-40B4-BE49-F238E27FC236}">
                  <a16:creationId xmlns:a16="http://schemas.microsoft.com/office/drawing/2014/main" id="{1F5BAA3F-9845-4F89-A2DD-8222D3E4EDAC}"/>
                </a:ext>
              </a:extLst>
            </p:cNvPr>
            <p:cNvSpPr/>
            <p:nvPr/>
          </p:nvSpPr>
          <p:spPr>
            <a:xfrm>
              <a:off x="424117" y="898245"/>
              <a:ext cx="628306" cy="387090"/>
            </a:xfrm>
            <a:prstGeom prst="parallelogram">
              <a:avLst/>
            </a:prstGeom>
            <a:solidFill>
              <a:schemeClr val="accent3">
                <a:lumMod val="75000"/>
              </a:schemeClr>
            </a:solidFill>
            <a:ln>
              <a:solidFill>
                <a:schemeClr val="accent3">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CN" sz="2200" dirty="0">
                  <a:latin typeface="Impact" panose="020B0806030902050204" pitchFamily="34" charset="0"/>
                </a:rPr>
                <a:t>01</a:t>
              </a:r>
              <a:endParaRPr lang="zh-CN" altLang="en-US" sz="2200" dirty="0">
                <a:latin typeface="Impact" panose="020B0806030902050204" pitchFamily="34" charset="0"/>
              </a:endParaRPr>
            </a:p>
          </p:txBody>
        </p:sp>
        <p:sp>
          <p:nvSpPr>
            <p:cNvPr id="3" name="文本框 2">
              <a:extLst>
                <a:ext uri="{FF2B5EF4-FFF2-40B4-BE49-F238E27FC236}">
                  <a16:creationId xmlns:a16="http://schemas.microsoft.com/office/drawing/2014/main" id="{4D6BD736-A4D3-4F26-AFED-36E11F50F70B}"/>
                </a:ext>
              </a:extLst>
            </p:cNvPr>
            <p:cNvSpPr txBox="1"/>
            <p:nvPr/>
          </p:nvSpPr>
          <p:spPr>
            <a:xfrm>
              <a:off x="1052423" y="898245"/>
              <a:ext cx="5162894" cy="400110"/>
            </a:xfrm>
            <a:prstGeom prst="rect">
              <a:avLst/>
            </a:prstGeom>
            <a:noFill/>
          </p:spPr>
          <p:txBody>
            <a:bodyPr wrap="square" rtlCol="0">
              <a:spAutoFit/>
            </a:bodyPr>
            <a:lstStyle/>
            <a:p>
              <a:r>
                <a:rPr lang="en-US" altLang="zh-CN" sz="2000" b="1" dirty="0">
                  <a:solidFill>
                    <a:schemeClr val="tx1"/>
                  </a:solidFill>
                  <a:latin typeface="Arial Narrow" panose="020B0606020202030204" pitchFamily="34" charset="0"/>
                </a:rPr>
                <a:t>802.11</a:t>
              </a:r>
              <a:r>
                <a:rPr lang="zh-CN" altLang="en-US" sz="2000" b="1" dirty="0">
                  <a:solidFill>
                    <a:schemeClr val="tx1"/>
                  </a:solidFill>
                  <a:latin typeface="Arial Narrow" panose="020B0606020202030204" pitchFamily="34" charset="0"/>
                </a:rPr>
                <a:t>无线局域网的</a:t>
              </a:r>
              <a:r>
                <a:rPr lang="en-US" altLang="zh-CN" sz="2000" b="1" dirty="0">
                  <a:solidFill>
                    <a:schemeClr val="tx1"/>
                  </a:solidFill>
                  <a:latin typeface="Arial Narrow" panose="020B0606020202030204" pitchFamily="34" charset="0"/>
                </a:rPr>
                <a:t>MAC</a:t>
              </a:r>
              <a:r>
                <a:rPr lang="zh-CN" altLang="en-US" sz="2000" b="1" dirty="0">
                  <a:solidFill>
                    <a:schemeClr val="tx1"/>
                  </a:solidFill>
                  <a:latin typeface="Arial Narrow" panose="020B0606020202030204" pitchFamily="34" charset="0"/>
                </a:rPr>
                <a:t>帧</a:t>
              </a:r>
              <a:endParaRPr lang="en-US" altLang="zh-CN" sz="2000" b="1" dirty="0">
                <a:solidFill>
                  <a:schemeClr val="tx1"/>
                </a:solidFill>
                <a:latin typeface="Arial Narrow" panose="020B0606020202030204" pitchFamily="34" charset="0"/>
              </a:endParaRPr>
            </a:p>
          </p:txBody>
        </p:sp>
      </p:grpSp>
      <p:grpSp>
        <p:nvGrpSpPr>
          <p:cNvPr id="11" name="组合 10">
            <a:extLst>
              <a:ext uri="{FF2B5EF4-FFF2-40B4-BE49-F238E27FC236}">
                <a16:creationId xmlns:a16="http://schemas.microsoft.com/office/drawing/2014/main" id="{74C8B553-4069-4132-8B54-4FABB5A4B891}"/>
              </a:ext>
            </a:extLst>
          </p:cNvPr>
          <p:cNvGrpSpPr/>
          <p:nvPr/>
        </p:nvGrpSpPr>
        <p:grpSpPr>
          <a:xfrm>
            <a:off x="548585" y="1130525"/>
            <a:ext cx="10998048" cy="5308375"/>
            <a:chOff x="548585" y="1130525"/>
            <a:chExt cx="10998048" cy="5308375"/>
          </a:xfrm>
        </p:grpSpPr>
        <p:sp>
          <p:nvSpPr>
            <p:cNvPr id="35" name="文本框 34">
              <a:extLst>
                <a:ext uri="{FF2B5EF4-FFF2-40B4-BE49-F238E27FC236}">
                  <a16:creationId xmlns:a16="http://schemas.microsoft.com/office/drawing/2014/main" id="{09D69166-DAC3-411E-9DCE-96244449F453}"/>
                </a:ext>
              </a:extLst>
            </p:cNvPr>
            <p:cNvSpPr txBox="1"/>
            <p:nvPr/>
          </p:nvSpPr>
          <p:spPr>
            <a:xfrm>
              <a:off x="2616938" y="5086323"/>
              <a:ext cx="1586500" cy="646331"/>
            </a:xfrm>
            <a:prstGeom prst="rect">
              <a:avLst/>
            </a:prstGeom>
            <a:noFill/>
          </p:spPr>
          <p:txBody>
            <a:bodyPr wrap="square" rtlCol="0">
              <a:spAutoFit/>
            </a:bodyPr>
            <a:lstStyle/>
            <a:p>
              <a:pPr algn="ctr"/>
              <a:r>
                <a:rPr lang="zh-CN" altLang="en-US" b="1" dirty="0">
                  <a:latin typeface="Arial Narrow" panose="020B0606020202030204" pitchFamily="34" charset="0"/>
                </a:rPr>
                <a:t>基本服务集</a:t>
              </a:r>
              <a:endParaRPr lang="en-US" altLang="zh-CN" b="1" dirty="0">
                <a:latin typeface="Arial Narrow" panose="020B0606020202030204" pitchFamily="34" charset="0"/>
              </a:endParaRPr>
            </a:p>
            <a:p>
              <a:pPr algn="ctr"/>
              <a:r>
                <a:rPr lang="en-US" altLang="zh-CN" b="1" dirty="0">
                  <a:latin typeface="Arial Narrow" panose="020B0606020202030204" pitchFamily="34" charset="0"/>
                </a:rPr>
                <a:t>BSS1</a:t>
              </a:r>
              <a:endParaRPr lang="zh-CN" altLang="en-US" b="1" dirty="0">
                <a:latin typeface="Arial Narrow" panose="020B0606020202030204" pitchFamily="34" charset="0"/>
              </a:endParaRPr>
            </a:p>
          </p:txBody>
        </p:sp>
        <p:sp>
          <p:nvSpPr>
            <p:cNvPr id="36" name="文本框 35">
              <a:extLst>
                <a:ext uri="{FF2B5EF4-FFF2-40B4-BE49-F238E27FC236}">
                  <a16:creationId xmlns:a16="http://schemas.microsoft.com/office/drawing/2014/main" id="{65225C43-29B1-466B-A38A-2076A426334F}"/>
                </a:ext>
              </a:extLst>
            </p:cNvPr>
            <p:cNvSpPr txBox="1"/>
            <p:nvPr/>
          </p:nvSpPr>
          <p:spPr>
            <a:xfrm>
              <a:off x="3178377" y="3288853"/>
              <a:ext cx="555406" cy="369332"/>
            </a:xfrm>
            <a:prstGeom prst="rect">
              <a:avLst/>
            </a:prstGeom>
            <a:noFill/>
          </p:spPr>
          <p:txBody>
            <a:bodyPr wrap="square" rtlCol="0">
              <a:spAutoFit/>
            </a:bodyPr>
            <a:lstStyle/>
            <a:p>
              <a:pPr algn="ctr"/>
              <a:r>
                <a:rPr lang="en-US" altLang="zh-CN" b="1" dirty="0">
                  <a:latin typeface="Arial Narrow" panose="020B0606020202030204" pitchFamily="34" charset="0"/>
                </a:rPr>
                <a:t>AP1</a:t>
              </a:r>
              <a:endParaRPr lang="zh-CN" altLang="en-US" b="1" dirty="0">
                <a:latin typeface="Arial Narrow" panose="020B0606020202030204" pitchFamily="34" charset="0"/>
              </a:endParaRPr>
            </a:p>
          </p:txBody>
        </p:sp>
        <p:cxnSp>
          <p:nvCxnSpPr>
            <p:cNvPr id="37" name="直接连接符 36">
              <a:extLst>
                <a:ext uri="{FF2B5EF4-FFF2-40B4-BE49-F238E27FC236}">
                  <a16:creationId xmlns:a16="http://schemas.microsoft.com/office/drawing/2014/main" id="{47EFCC13-D7BF-4D6A-B9BD-B1C0CF32D497}"/>
                </a:ext>
              </a:extLst>
            </p:cNvPr>
            <p:cNvCxnSpPr>
              <a:cxnSpLocks/>
            </p:cNvCxnSpPr>
            <p:nvPr/>
          </p:nvCxnSpPr>
          <p:spPr>
            <a:xfrm flipV="1">
              <a:off x="3567716" y="1626093"/>
              <a:ext cx="0" cy="1296461"/>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8" name="直接连接符 37">
              <a:extLst>
                <a:ext uri="{FF2B5EF4-FFF2-40B4-BE49-F238E27FC236}">
                  <a16:creationId xmlns:a16="http://schemas.microsoft.com/office/drawing/2014/main" id="{E37B011C-38B2-4CC0-B4CF-31F70C6E1BB6}"/>
                </a:ext>
              </a:extLst>
            </p:cNvPr>
            <p:cNvCxnSpPr>
              <a:cxnSpLocks/>
            </p:cNvCxnSpPr>
            <p:nvPr/>
          </p:nvCxnSpPr>
          <p:spPr>
            <a:xfrm flipV="1">
              <a:off x="8471133" y="1577720"/>
              <a:ext cx="0" cy="1393796"/>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39" name="矩形: 圆角 38">
              <a:extLst>
                <a:ext uri="{FF2B5EF4-FFF2-40B4-BE49-F238E27FC236}">
                  <a16:creationId xmlns:a16="http://schemas.microsoft.com/office/drawing/2014/main" id="{DFE4C2E5-4D87-410E-8E0A-E995B6096788}"/>
                </a:ext>
              </a:extLst>
            </p:cNvPr>
            <p:cNvSpPr/>
            <p:nvPr/>
          </p:nvSpPr>
          <p:spPr>
            <a:xfrm>
              <a:off x="2616938" y="1375885"/>
              <a:ext cx="6576364" cy="536605"/>
            </a:xfrm>
            <a:prstGeom prst="roundRect">
              <a:avLst>
                <a:gd name="adj" fmla="val 50000"/>
              </a:avLst>
            </a:prstGeom>
          </p:spPr>
          <p:style>
            <a:lnRef idx="2">
              <a:schemeClr val="accent3">
                <a:shade val="50000"/>
              </a:schemeClr>
            </a:lnRef>
            <a:fillRef idx="1">
              <a:schemeClr val="accent3"/>
            </a:fillRef>
            <a:effectRef idx="0">
              <a:schemeClr val="accent3"/>
            </a:effectRef>
            <a:fontRef idx="minor">
              <a:schemeClr val="lt1"/>
            </a:fontRef>
          </p:style>
          <p:txBody>
            <a:bodyPr rtlCol="0" anchor="ctr"/>
            <a:lstStyle/>
            <a:p>
              <a:pPr algn="ctr"/>
              <a:r>
                <a:rPr lang="zh-CN" altLang="en-US" b="1" dirty="0">
                  <a:solidFill>
                    <a:schemeClr val="bg1"/>
                  </a:solidFill>
                  <a:latin typeface="Arial Narrow" panose="020B0606020202030204" pitchFamily="34" charset="0"/>
                </a:rPr>
                <a:t>分配系统</a:t>
              </a:r>
              <a:r>
                <a:rPr lang="en-US" altLang="zh-CN" b="1" dirty="0">
                  <a:solidFill>
                    <a:schemeClr val="bg1"/>
                  </a:solidFill>
                  <a:latin typeface="Arial Narrow" panose="020B0606020202030204" pitchFamily="34" charset="0"/>
                </a:rPr>
                <a:t>DS</a:t>
              </a:r>
              <a:r>
                <a:rPr lang="zh-CN" altLang="en-US" b="1" dirty="0">
                  <a:solidFill>
                    <a:schemeClr val="bg1"/>
                  </a:solidFill>
                  <a:latin typeface="Arial Narrow" panose="020B0606020202030204" pitchFamily="34" charset="0"/>
                </a:rPr>
                <a:t>（例如以太网）</a:t>
              </a:r>
            </a:p>
          </p:txBody>
        </p:sp>
        <p:cxnSp>
          <p:nvCxnSpPr>
            <p:cNvPr id="40" name="直接连接符 39">
              <a:extLst>
                <a:ext uri="{FF2B5EF4-FFF2-40B4-BE49-F238E27FC236}">
                  <a16:creationId xmlns:a16="http://schemas.microsoft.com/office/drawing/2014/main" id="{DE51EEB6-A462-450B-BF2B-FC400418A071}"/>
                </a:ext>
              </a:extLst>
            </p:cNvPr>
            <p:cNvCxnSpPr/>
            <p:nvPr/>
          </p:nvCxnSpPr>
          <p:spPr>
            <a:xfrm>
              <a:off x="9296081" y="1563360"/>
              <a:ext cx="1224798"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pic>
          <p:nvPicPr>
            <p:cNvPr id="42" name="图形 41">
              <a:extLst>
                <a:ext uri="{FF2B5EF4-FFF2-40B4-BE49-F238E27FC236}">
                  <a16:creationId xmlns:a16="http://schemas.microsoft.com/office/drawing/2014/main" id="{FAF74EF1-A349-4068-8B37-73ED3B3E6598}"/>
                </a:ext>
              </a:extLst>
            </p:cNvPr>
            <p:cNvPicPr>
              <a:picLocks noChangeAspect="1"/>
            </p:cNvPicPr>
            <p:nvPr/>
          </p:nvPicPr>
          <p:blipFill>
            <a:blip r:embed="rId3">
              <a:extLst>
                <a:ext uri="{28A0092B-C50C-407E-A947-70E740481C1C}">
                  <a14:useLocalDpi xmlns:a14="http://schemas.microsoft.com/office/drawing/2010/main" val="0"/>
                </a:ext>
                <a:ext uri="{96DAC541-7B7A-43D3-8B79-37D633B846F1}">
                  <asvg:svgBlip xmlns:asvg="http://schemas.microsoft.com/office/drawing/2016/SVG/main" r:embed="rId4"/>
                </a:ext>
              </a:extLst>
            </a:blip>
            <a:stretch>
              <a:fillRect/>
            </a:stretch>
          </p:blipFill>
          <p:spPr>
            <a:xfrm>
              <a:off x="8909637" y="1387938"/>
              <a:ext cx="662865" cy="536605"/>
            </a:xfrm>
            <a:prstGeom prst="rect">
              <a:avLst/>
            </a:prstGeom>
          </p:spPr>
        </p:pic>
        <p:sp>
          <p:nvSpPr>
            <p:cNvPr id="44" name="云形 43">
              <a:extLst>
                <a:ext uri="{FF2B5EF4-FFF2-40B4-BE49-F238E27FC236}">
                  <a16:creationId xmlns:a16="http://schemas.microsoft.com/office/drawing/2014/main" id="{C28437D6-FBE0-427C-8150-ADF5DE5C9AF9}"/>
                </a:ext>
              </a:extLst>
            </p:cNvPr>
            <p:cNvSpPr/>
            <p:nvPr/>
          </p:nvSpPr>
          <p:spPr>
            <a:xfrm>
              <a:off x="10015272" y="1130525"/>
              <a:ext cx="1392213" cy="956327"/>
            </a:xfrm>
            <a:prstGeom prst="cloud">
              <a:avLst/>
            </a:prstGeom>
            <a:ln>
              <a:solidFill>
                <a:schemeClr val="accent2"/>
              </a:solidFill>
            </a:ln>
          </p:spPr>
          <p:style>
            <a:lnRef idx="2">
              <a:schemeClr val="accent2">
                <a:shade val="50000"/>
              </a:schemeClr>
            </a:lnRef>
            <a:fillRef idx="1">
              <a:schemeClr val="accent2"/>
            </a:fillRef>
            <a:effectRef idx="0">
              <a:schemeClr val="accent2"/>
            </a:effectRef>
            <a:fontRef idx="minor">
              <a:schemeClr val="lt1"/>
            </a:fontRef>
          </p:style>
          <p:txBody>
            <a:bodyPr rtlCol="0" anchor="ctr"/>
            <a:lstStyle/>
            <a:p>
              <a:pPr algn="ctr"/>
              <a:r>
                <a:rPr lang="zh-CN" altLang="en-US" b="1" dirty="0">
                  <a:solidFill>
                    <a:schemeClr val="bg1"/>
                  </a:solidFill>
                  <a:latin typeface="Arial Narrow" panose="020B0606020202030204" pitchFamily="34" charset="0"/>
                </a:rPr>
                <a:t>因特网</a:t>
              </a:r>
            </a:p>
          </p:txBody>
        </p:sp>
        <p:sp>
          <p:nvSpPr>
            <p:cNvPr id="45" name="文本框 44">
              <a:extLst>
                <a:ext uri="{FF2B5EF4-FFF2-40B4-BE49-F238E27FC236}">
                  <a16:creationId xmlns:a16="http://schemas.microsoft.com/office/drawing/2014/main" id="{933BCDDC-769D-49B7-A3B6-C7F308304785}"/>
                </a:ext>
              </a:extLst>
            </p:cNvPr>
            <p:cNvSpPr txBox="1"/>
            <p:nvPr/>
          </p:nvSpPr>
          <p:spPr>
            <a:xfrm>
              <a:off x="9126522" y="1838070"/>
              <a:ext cx="339118" cy="369332"/>
            </a:xfrm>
            <a:prstGeom prst="rect">
              <a:avLst/>
            </a:prstGeom>
            <a:noFill/>
          </p:spPr>
          <p:txBody>
            <a:bodyPr wrap="square" rtlCol="0">
              <a:spAutoFit/>
            </a:bodyPr>
            <a:lstStyle/>
            <a:p>
              <a:pPr algn="ctr"/>
              <a:r>
                <a:rPr lang="en-US" altLang="zh-CN" b="1" dirty="0">
                  <a:latin typeface="Arial Narrow" panose="020B0606020202030204" pitchFamily="34" charset="0"/>
                </a:rPr>
                <a:t>R</a:t>
              </a:r>
              <a:endParaRPr lang="zh-CN" altLang="en-US" b="1" dirty="0">
                <a:latin typeface="Arial Narrow" panose="020B0606020202030204" pitchFamily="34" charset="0"/>
              </a:endParaRPr>
            </a:p>
          </p:txBody>
        </p:sp>
        <p:sp>
          <p:nvSpPr>
            <p:cNvPr id="46" name="椭圆 45">
              <a:extLst>
                <a:ext uri="{FF2B5EF4-FFF2-40B4-BE49-F238E27FC236}">
                  <a16:creationId xmlns:a16="http://schemas.microsoft.com/office/drawing/2014/main" id="{B9ACAE52-7E9F-4E6B-AF4A-B25E55991785}"/>
                </a:ext>
              </a:extLst>
            </p:cNvPr>
            <p:cNvSpPr/>
            <p:nvPr/>
          </p:nvSpPr>
          <p:spPr>
            <a:xfrm>
              <a:off x="981179" y="3020358"/>
              <a:ext cx="5173075" cy="2723321"/>
            </a:xfrm>
            <a:prstGeom prst="ellipse">
              <a:avLst/>
            </a:prstGeom>
            <a:noFill/>
            <a:ln>
              <a:solidFill>
                <a:schemeClr val="tx1"/>
              </a:solid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b="1">
                <a:latin typeface="Arial Narrow" panose="020B0606020202030204" pitchFamily="34" charset="0"/>
              </a:endParaRPr>
            </a:p>
          </p:txBody>
        </p:sp>
        <p:pic>
          <p:nvPicPr>
            <p:cNvPr id="47" name="图形 46">
              <a:extLst>
                <a:ext uri="{FF2B5EF4-FFF2-40B4-BE49-F238E27FC236}">
                  <a16:creationId xmlns:a16="http://schemas.microsoft.com/office/drawing/2014/main" id="{9ADD710D-CD09-4ED3-AA5E-8AD665CF401C}"/>
                </a:ext>
              </a:extLst>
            </p:cNvPr>
            <p:cNvPicPr>
              <a:picLocks noChangeAspect="1"/>
            </p:cNvPicPr>
            <p:nvPr/>
          </p:nvPicPr>
          <p:blipFill>
            <a:blip r:embed="rId5">
              <a:extLst>
                <a:ext uri="{28A0092B-C50C-407E-A947-70E740481C1C}">
                  <a14:useLocalDpi xmlns:a14="http://schemas.microsoft.com/office/drawing/2010/main" val="0"/>
                </a:ext>
                <a:ext uri="{96DAC541-7B7A-43D3-8B79-37D633B846F1}">
                  <asvg:svgBlip xmlns:asvg="http://schemas.microsoft.com/office/drawing/2016/SVG/main" r:embed="rId6"/>
                </a:ext>
              </a:extLst>
            </a:blip>
            <a:stretch>
              <a:fillRect/>
            </a:stretch>
          </p:blipFill>
          <p:spPr>
            <a:xfrm>
              <a:off x="3057488" y="2318821"/>
              <a:ext cx="1028700" cy="1009650"/>
            </a:xfrm>
            <a:prstGeom prst="rect">
              <a:avLst/>
            </a:prstGeom>
          </p:spPr>
        </p:pic>
        <p:grpSp>
          <p:nvGrpSpPr>
            <p:cNvPr id="48" name="组合 47">
              <a:extLst>
                <a:ext uri="{FF2B5EF4-FFF2-40B4-BE49-F238E27FC236}">
                  <a16:creationId xmlns:a16="http://schemas.microsoft.com/office/drawing/2014/main" id="{6495BAC6-97CD-4DBD-971B-405616EA6EF4}"/>
                </a:ext>
              </a:extLst>
            </p:cNvPr>
            <p:cNvGrpSpPr/>
            <p:nvPr/>
          </p:nvGrpSpPr>
          <p:grpSpPr>
            <a:xfrm>
              <a:off x="2006216" y="4706461"/>
              <a:ext cx="662814" cy="846462"/>
              <a:chOff x="2163893" y="1015189"/>
              <a:chExt cx="662814" cy="846462"/>
            </a:xfrm>
          </p:grpSpPr>
          <p:grpSp>
            <p:nvGrpSpPr>
              <p:cNvPr id="49" name="组合 48">
                <a:extLst>
                  <a:ext uri="{FF2B5EF4-FFF2-40B4-BE49-F238E27FC236}">
                    <a16:creationId xmlns:a16="http://schemas.microsoft.com/office/drawing/2014/main" id="{EFBC881B-B48B-4030-A118-67C71402CE0F}"/>
                  </a:ext>
                </a:extLst>
              </p:cNvPr>
              <p:cNvGrpSpPr/>
              <p:nvPr/>
            </p:nvGrpSpPr>
            <p:grpSpPr>
              <a:xfrm>
                <a:off x="2442267" y="1015189"/>
                <a:ext cx="381000" cy="351117"/>
                <a:chOff x="2556504" y="2484669"/>
                <a:chExt cx="381000" cy="351117"/>
              </a:xfrm>
            </p:grpSpPr>
            <p:pic>
              <p:nvPicPr>
                <p:cNvPr id="51" name="图形 50">
                  <a:extLst>
                    <a:ext uri="{FF2B5EF4-FFF2-40B4-BE49-F238E27FC236}">
                      <a16:creationId xmlns:a16="http://schemas.microsoft.com/office/drawing/2014/main" id="{2F68BA53-3F53-46F2-B393-04E4D56C24B3}"/>
                    </a:ext>
                  </a:extLst>
                </p:cNvPr>
                <p:cNvPicPr>
                  <a:picLocks noChangeAspect="1"/>
                </p:cNvPicPr>
                <p:nvPr/>
              </p:nvPicPr>
              <p:blipFill>
                <a:blip r:embed="rId7">
                  <a:extLst>
                    <a:ext uri="{28A0092B-C50C-407E-A947-70E740481C1C}">
                      <a14:useLocalDpi xmlns:a14="http://schemas.microsoft.com/office/drawing/2010/main" val="0"/>
                    </a:ext>
                    <a:ext uri="{96DAC541-7B7A-43D3-8B79-37D633B846F1}">
                      <asvg:svgBlip xmlns:asvg="http://schemas.microsoft.com/office/drawing/2016/SVG/main" r:embed="rId8"/>
                    </a:ext>
                  </a:extLst>
                </a:blip>
                <a:stretch>
                  <a:fillRect/>
                </a:stretch>
              </p:blipFill>
              <p:spPr>
                <a:xfrm>
                  <a:off x="2556504" y="2484669"/>
                  <a:ext cx="381000" cy="285750"/>
                </a:xfrm>
                <a:prstGeom prst="rect">
                  <a:avLst/>
                </a:prstGeom>
              </p:spPr>
            </p:pic>
            <p:cxnSp>
              <p:nvCxnSpPr>
                <p:cNvPr id="52" name="直接连接符 51">
                  <a:extLst>
                    <a:ext uri="{FF2B5EF4-FFF2-40B4-BE49-F238E27FC236}">
                      <a16:creationId xmlns:a16="http://schemas.microsoft.com/office/drawing/2014/main" id="{3F8096AC-5A8C-4641-90E3-0EC4130C501A}"/>
                    </a:ext>
                  </a:extLst>
                </p:cNvPr>
                <p:cNvCxnSpPr/>
                <p:nvPr/>
              </p:nvCxnSpPr>
              <p:spPr>
                <a:xfrm>
                  <a:off x="2747004" y="2612580"/>
                  <a:ext cx="0" cy="223206"/>
                </a:xfrm>
                <a:prstGeom prst="line">
                  <a:avLst/>
                </a:prstGeom>
                <a:ln w="25400">
                  <a:solidFill>
                    <a:srgbClr val="999999"/>
                  </a:solidFill>
                </a:ln>
              </p:spPr>
              <p:style>
                <a:lnRef idx="1">
                  <a:schemeClr val="accent1"/>
                </a:lnRef>
                <a:fillRef idx="0">
                  <a:schemeClr val="accent1"/>
                </a:fillRef>
                <a:effectRef idx="0">
                  <a:schemeClr val="accent1"/>
                </a:effectRef>
                <a:fontRef idx="minor">
                  <a:schemeClr val="tx1"/>
                </a:fontRef>
              </p:style>
            </p:cxnSp>
          </p:grpSp>
          <p:pic>
            <p:nvPicPr>
              <p:cNvPr id="50" name="图形 10">
                <a:extLst>
                  <a:ext uri="{FF2B5EF4-FFF2-40B4-BE49-F238E27FC236}">
                    <a16:creationId xmlns:a16="http://schemas.microsoft.com/office/drawing/2014/main" id="{327DC618-DF50-4930-9453-E4FA66236CFB}"/>
                  </a:ext>
                </a:extLst>
              </p:cNvPr>
              <p:cNvPicPr>
                <a:picLocks noChangeAspect="1"/>
              </p:cNvPicPr>
              <p:nvPr/>
            </p:nvPicPr>
            <p:blipFill>
              <a:blip r:embed="rId9">
                <a:extLst>
                  <a:ext uri="{28A0092B-C50C-407E-A947-70E740481C1C}">
                    <a14:useLocalDpi xmlns:a14="http://schemas.microsoft.com/office/drawing/2010/main" val="0"/>
                  </a:ext>
                  <a:ext uri="{96DAC541-7B7A-43D3-8B79-37D633B846F1}">
                    <asvg:svgBlip xmlns:asvg="http://schemas.microsoft.com/office/drawing/2016/SVG/main" r:embed="rId10"/>
                  </a:ext>
                </a:extLst>
              </a:blip>
              <a:stretch>
                <a:fillRect/>
              </a:stretch>
            </p:blipFill>
            <p:spPr>
              <a:xfrm>
                <a:off x="2163893" y="1220569"/>
                <a:ext cx="662814" cy="641082"/>
              </a:xfrm>
              <a:prstGeom prst="rect">
                <a:avLst/>
              </a:prstGeom>
            </p:spPr>
          </p:pic>
        </p:grpSp>
        <p:grpSp>
          <p:nvGrpSpPr>
            <p:cNvPr id="53" name="组合 52">
              <a:extLst>
                <a:ext uri="{FF2B5EF4-FFF2-40B4-BE49-F238E27FC236}">
                  <a16:creationId xmlns:a16="http://schemas.microsoft.com/office/drawing/2014/main" id="{F0DD4B8B-3964-47A8-837B-EC9008C85D48}"/>
                </a:ext>
              </a:extLst>
            </p:cNvPr>
            <p:cNvGrpSpPr/>
            <p:nvPr/>
          </p:nvGrpSpPr>
          <p:grpSpPr>
            <a:xfrm>
              <a:off x="3969001" y="4817828"/>
              <a:ext cx="662814" cy="846462"/>
              <a:chOff x="2163893" y="1015189"/>
              <a:chExt cx="662814" cy="846462"/>
            </a:xfrm>
          </p:grpSpPr>
          <p:grpSp>
            <p:nvGrpSpPr>
              <p:cNvPr id="54" name="组合 53">
                <a:extLst>
                  <a:ext uri="{FF2B5EF4-FFF2-40B4-BE49-F238E27FC236}">
                    <a16:creationId xmlns:a16="http://schemas.microsoft.com/office/drawing/2014/main" id="{BFBB0EB6-57FB-4AA0-8748-3C76BF0D464C}"/>
                  </a:ext>
                </a:extLst>
              </p:cNvPr>
              <p:cNvGrpSpPr/>
              <p:nvPr/>
            </p:nvGrpSpPr>
            <p:grpSpPr>
              <a:xfrm>
                <a:off x="2442267" y="1015189"/>
                <a:ext cx="381000" cy="351117"/>
                <a:chOff x="2556504" y="2484669"/>
                <a:chExt cx="381000" cy="351117"/>
              </a:xfrm>
            </p:grpSpPr>
            <p:pic>
              <p:nvPicPr>
                <p:cNvPr id="56" name="图形 55">
                  <a:extLst>
                    <a:ext uri="{FF2B5EF4-FFF2-40B4-BE49-F238E27FC236}">
                      <a16:creationId xmlns:a16="http://schemas.microsoft.com/office/drawing/2014/main" id="{9A9A7E09-C56D-477B-BB3A-F909395BC7F8}"/>
                    </a:ext>
                  </a:extLst>
                </p:cNvPr>
                <p:cNvPicPr>
                  <a:picLocks noChangeAspect="1"/>
                </p:cNvPicPr>
                <p:nvPr/>
              </p:nvPicPr>
              <p:blipFill>
                <a:blip r:embed="rId7">
                  <a:extLst>
                    <a:ext uri="{28A0092B-C50C-407E-A947-70E740481C1C}">
                      <a14:useLocalDpi xmlns:a14="http://schemas.microsoft.com/office/drawing/2010/main" val="0"/>
                    </a:ext>
                    <a:ext uri="{96DAC541-7B7A-43D3-8B79-37D633B846F1}">
                      <asvg:svgBlip xmlns:asvg="http://schemas.microsoft.com/office/drawing/2016/SVG/main" r:embed="rId8"/>
                    </a:ext>
                  </a:extLst>
                </a:blip>
                <a:stretch>
                  <a:fillRect/>
                </a:stretch>
              </p:blipFill>
              <p:spPr>
                <a:xfrm>
                  <a:off x="2556504" y="2484669"/>
                  <a:ext cx="381000" cy="285750"/>
                </a:xfrm>
                <a:prstGeom prst="rect">
                  <a:avLst/>
                </a:prstGeom>
              </p:spPr>
            </p:pic>
            <p:cxnSp>
              <p:nvCxnSpPr>
                <p:cNvPr id="57" name="直接连接符 56">
                  <a:extLst>
                    <a:ext uri="{FF2B5EF4-FFF2-40B4-BE49-F238E27FC236}">
                      <a16:creationId xmlns:a16="http://schemas.microsoft.com/office/drawing/2014/main" id="{8A52AF4C-F25B-4C3A-8582-6218906B245C}"/>
                    </a:ext>
                  </a:extLst>
                </p:cNvPr>
                <p:cNvCxnSpPr/>
                <p:nvPr/>
              </p:nvCxnSpPr>
              <p:spPr>
                <a:xfrm>
                  <a:off x="2747004" y="2612580"/>
                  <a:ext cx="0" cy="223206"/>
                </a:xfrm>
                <a:prstGeom prst="line">
                  <a:avLst/>
                </a:prstGeom>
                <a:ln w="25400">
                  <a:solidFill>
                    <a:srgbClr val="999999"/>
                  </a:solidFill>
                </a:ln>
              </p:spPr>
              <p:style>
                <a:lnRef idx="1">
                  <a:schemeClr val="accent1"/>
                </a:lnRef>
                <a:fillRef idx="0">
                  <a:schemeClr val="accent1"/>
                </a:fillRef>
                <a:effectRef idx="0">
                  <a:schemeClr val="accent1"/>
                </a:effectRef>
                <a:fontRef idx="minor">
                  <a:schemeClr val="tx1"/>
                </a:fontRef>
              </p:style>
            </p:cxnSp>
          </p:grpSp>
          <p:pic>
            <p:nvPicPr>
              <p:cNvPr id="55" name="图形 10">
                <a:extLst>
                  <a:ext uri="{FF2B5EF4-FFF2-40B4-BE49-F238E27FC236}">
                    <a16:creationId xmlns:a16="http://schemas.microsoft.com/office/drawing/2014/main" id="{DE412910-0392-449F-9AFA-FE1A0FC46529}"/>
                  </a:ext>
                </a:extLst>
              </p:cNvPr>
              <p:cNvPicPr>
                <a:picLocks noChangeAspect="1"/>
              </p:cNvPicPr>
              <p:nvPr/>
            </p:nvPicPr>
            <p:blipFill>
              <a:blip r:embed="rId9">
                <a:extLst>
                  <a:ext uri="{28A0092B-C50C-407E-A947-70E740481C1C}">
                    <a14:useLocalDpi xmlns:a14="http://schemas.microsoft.com/office/drawing/2010/main" val="0"/>
                  </a:ext>
                  <a:ext uri="{96DAC541-7B7A-43D3-8B79-37D633B846F1}">
                    <asvg:svgBlip xmlns:asvg="http://schemas.microsoft.com/office/drawing/2016/SVG/main" r:embed="rId10"/>
                  </a:ext>
                </a:extLst>
              </a:blip>
              <a:stretch>
                <a:fillRect/>
              </a:stretch>
            </p:blipFill>
            <p:spPr>
              <a:xfrm>
                <a:off x="2163893" y="1220569"/>
                <a:ext cx="662814" cy="641082"/>
              </a:xfrm>
              <a:prstGeom prst="rect">
                <a:avLst/>
              </a:prstGeom>
            </p:spPr>
          </p:pic>
        </p:grpSp>
        <p:grpSp>
          <p:nvGrpSpPr>
            <p:cNvPr id="62" name="组合 61">
              <a:extLst>
                <a:ext uri="{FF2B5EF4-FFF2-40B4-BE49-F238E27FC236}">
                  <a16:creationId xmlns:a16="http://schemas.microsoft.com/office/drawing/2014/main" id="{E91FF1D9-8CDA-4ADD-82DF-352C1455AC0C}"/>
                </a:ext>
              </a:extLst>
            </p:cNvPr>
            <p:cNvGrpSpPr/>
            <p:nvPr/>
          </p:nvGrpSpPr>
          <p:grpSpPr>
            <a:xfrm>
              <a:off x="1242272" y="3565796"/>
              <a:ext cx="662814" cy="846462"/>
              <a:chOff x="2163893" y="1015189"/>
              <a:chExt cx="662814" cy="846462"/>
            </a:xfrm>
          </p:grpSpPr>
          <p:grpSp>
            <p:nvGrpSpPr>
              <p:cNvPr id="63" name="组合 62">
                <a:extLst>
                  <a:ext uri="{FF2B5EF4-FFF2-40B4-BE49-F238E27FC236}">
                    <a16:creationId xmlns:a16="http://schemas.microsoft.com/office/drawing/2014/main" id="{D8F5E8A8-B976-44FC-9037-7CCAB24A822B}"/>
                  </a:ext>
                </a:extLst>
              </p:cNvPr>
              <p:cNvGrpSpPr/>
              <p:nvPr/>
            </p:nvGrpSpPr>
            <p:grpSpPr>
              <a:xfrm>
                <a:off x="2442267" y="1015189"/>
                <a:ext cx="381000" cy="351117"/>
                <a:chOff x="2556504" y="2484669"/>
                <a:chExt cx="381000" cy="351117"/>
              </a:xfrm>
            </p:grpSpPr>
            <p:pic>
              <p:nvPicPr>
                <p:cNvPr id="65" name="图形 64">
                  <a:extLst>
                    <a:ext uri="{FF2B5EF4-FFF2-40B4-BE49-F238E27FC236}">
                      <a16:creationId xmlns:a16="http://schemas.microsoft.com/office/drawing/2014/main" id="{F7AE8FB5-9965-4DD4-A616-027DD94173DE}"/>
                    </a:ext>
                  </a:extLst>
                </p:cNvPr>
                <p:cNvPicPr>
                  <a:picLocks noChangeAspect="1"/>
                </p:cNvPicPr>
                <p:nvPr/>
              </p:nvPicPr>
              <p:blipFill>
                <a:blip r:embed="rId7">
                  <a:extLst>
                    <a:ext uri="{28A0092B-C50C-407E-A947-70E740481C1C}">
                      <a14:useLocalDpi xmlns:a14="http://schemas.microsoft.com/office/drawing/2010/main" val="0"/>
                    </a:ext>
                    <a:ext uri="{96DAC541-7B7A-43D3-8B79-37D633B846F1}">
                      <asvg:svgBlip xmlns:asvg="http://schemas.microsoft.com/office/drawing/2016/SVG/main" r:embed="rId8"/>
                    </a:ext>
                  </a:extLst>
                </a:blip>
                <a:stretch>
                  <a:fillRect/>
                </a:stretch>
              </p:blipFill>
              <p:spPr>
                <a:xfrm>
                  <a:off x="2556504" y="2484669"/>
                  <a:ext cx="381000" cy="285750"/>
                </a:xfrm>
                <a:prstGeom prst="rect">
                  <a:avLst/>
                </a:prstGeom>
              </p:spPr>
            </p:pic>
            <p:cxnSp>
              <p:nvCxnSpPr>
                <p:cNvPr id="66" name="直接连接符 65">
                  <a:extLst>
                    <a:ext uri="{FF2B5EF4-FFF2-40B4-BE49-F238E27FC236}">
                      <a16:creationId xmlns:a16="http://schemas.microsoft.com/office/drawing/2014/main" id="{462769A3-6B8F-4F3E-ADFA-15E162A19832}"/>
                    </a:ext>
                  </a:extLst>
                </p:cNvPr>
                <p:cNvCxnSpPr/>
                <p:nvPr/>
              </p:nvCxnSpPr>
              <p:spPr>
                <a:xfrm>
                  <a:off x="2747004" y="2612580"/>
                  <a:ext cx="0" cy="223206"/>
                </a:xfrm>
                <a:prstGeom prst="line">
                  <a:avLst/>
                </a:prstGeom>
                <a:ln w="25400">
                  <a:solidFill>
                    <a:srgbClr val="999999"/>
                  </a:solidFill>
                </a:ln>
              </p:spPr>
              <p:style>
                <a:lnRef idx="1">
                  <a:schemeClr val="accent1"/>
                </a:lnRef>
                <a:fillRef idx="0">
                  <a:schemeClr val="accent1"/>
                </a:fillRef>
                <a:effectRef idx="0">
                  <a:schemeClr val="accent1"/>
                </a:effectRef>
                <a:fontRef idx="minor">
                  <a:schemeClr val="tx1"/>
                </a:fontRef>
              </p:style>
            </p:cxnSp>
          </p:grpSp>
          <p:pic>
            <p:nvPicPr>
              <p:cNvPr id="64" name="图形 10">
                <a:extLst>
                  <a:ext uri="{FF2B5EF4-FFF2-40B4-BE49-F238E27FC236}">
                    <a16:creationId xmlns:a16="http://schemas.microsoft.com/office/drawing/2014/main" id="{5DDC28E3-0EEB-4A79-821E-D4FF5FC9B3BF}"/>
                  </a:ext>
                </a:extLst>
              </p:cNvPr>
              <p:cNvPicPr>
                <a:picLocks noChangeAspect="1"/>
              </p:cNvPicPr>
              <p:nvPr/>
            </p:nvPicPr>
            <p:blipFill>
              <a:blip r:embed="rId9">
                <a:extLst>
                  <a:ext uri="{28A0092B-C50C-407E-A947-70E740481C1C}">
                    <a14:useLocalDpi xmlns:a14="http://schemas.microsoft.com/office/drawing/2010/main" val="0"/>
                  </a:ext>
                  <a:ext uri="{96DAC541-7B7A-43D3-8B79-37D633B846F1}">
                    <asvg:svgBlip xmlns:asvg="http://schemas.microsoft.com/office/drawing/2016/SVG/main" r:embed="rId10"/>
                  </a:ext>
                </a:extLst>
              </a:blip>
              <a:stretch>
                <a:fillRect/>
              </a:stretch>
            </p:blipFill>
            <p:spPr>
              <a:xfrm>
                <a:off x="2163893" y="1220569"/>
                <a:ext cx="662814" cy="641082"/>
              </a:xfrm>
              <a:prstGeom prst="rect">
                <a:avLst/>
              </a:prstGeom>
            </p:spPr>
          </p:pic>
        </p:grpSp>
        <p:grpSp>
          <p:nvGrpSpPr>
            <p:cNvPr id="67" name="组合 66">
              <a:extLst>
                <a:ext uri="{FF2B5EF4-FFF2-40B4-BE49-F238E27FC236}">
                  <a16:creationId xmlns:a16="http://schemas.microsoft.com/office/drawing/2014/main" id="{F11DC869-ECDB-400F-80BB-07D7B88FE8FB}"/>
                </a:ext>
              </a:extLst>
            </p:cNvPr>
            <p:cNvGrpSpPr/>
            <p:nvPr/>
          </p:nvGrpSpPr>
          <p:grpSpPr>
            <a:xfrm>
              <a:off x="4972999" y="3902963"/>
              <a:ext cx="662814" cy="846462"/>
              <a:chOff x="2163893" y="1015189"/>
              <a:chExt cx="662814" cy="846462"/>
            </a:xfrm>
          </p:grpSpPr>
          <p:grpSp>
            <p:nvGrpSpPr>
              <p:cNvPr id="68" name="组合 67">
                <a:extLst>
                  <a:ext uri="{FF2B5EF4-FFF2-40B4-BE49-F238E27FC236}">
                    <a16:creationId xmlns:a16="http://schemas.microsoft.com/office/drawing/2014/main" id="{54A87B3B-1515-44E2-BAA9-C179D7EF22CA}"/>
                  </a:ext>
                </a:extLst>
              </p:cNvPr>
              <p:cNvGrpSpPr/>
              <p:nvPr/>
            </p:nvGrpSpPr>
            <p:grpSpPr>
              <a:xfrm>
                <a:off x="2442267" y="1015189"/>
                <a:ext cx="381000" cy="351117"/>
                <a:chOff x="2556504" y="2484669"/>
                <a:chExt cx="381000" cy="351117"/>
              </a:xfrm>
            </p:grpSpPr>
            <p:pic>
              <p:nvPicPr>
                <p:cNvPr id="70" name="图形 69">
                  <a:extLst>
                    <a:ext uri="{FF2B5EF4-FFF2-40B4-BE49-F238E27FC236}">
                      <a16:creationId xmlns:a16="http://schemas.microsoft.com/office/drawing/2014/main" id="{BFC7CC97-F296-4DDB-AC30-B5A56CF53D5E}"/>
                    </a:ext>
                  </a:extLst>
                </p:cNvPr>
                <p:cNvPicPr>
                  <a:picLocks noChangeAspect="1"/>
                </p:cNvPicPr>
                <p:nvPr/>
              </p:nvPicPr>
              <p:blipFill>
                <a:blip r:embed="rId7">
                  <a:extLst>
                    <a:ext uri="{28A0092B-C50C-407E-A947-70E740481C1C}">
                      <a14:useLocalDpi xmlns:a14="http://schemas.microsoft.com/office/drawing/2010/main" val="0"/>
                    </a:ext>
                    <a:ext uri="{96DAC541-7B7A-43D3-8B79-37D633B846F1}">
                      <asvg:svgBlip xmlns:asvg="http://schemas.microsoft.com/office/drawing/2016/SVG/main" r:embed="rId8"/>
                    </a:ext>
                  </a:extLst>
                </a:blip>
                <a:stretch>
                  <a:fillRect/>
                </a:stretch>
              </p:blipFill>
              <p:spPr>
                <a:xfrm>
                  <a:off x="2556504" y="2484669"/>
                  <a:ext cx="381000" cy="285750"/>
                </a:xfrm>
                <a:prstGeom prst="rect">
                  <a:avLst/>
                </a:prstGeom>
              </p:spPr>
            </p:pic>
            <p:cxnSp>
              <p:nvCxnSpPr>
                <p:cNvPr id="71" name="直接连接符 70">
                  <a:extLst>
                    <a:ext uri="{FF2B5EF4-FFF2-40B4-BE49-F238E27FC236}">
                      <a16:creationId xmlns:a16="http://schemas.microsoft.com/office/drawing/2014/main" id="{07F8E50E-012D-466B-93B2-B1A0A23922A8}"/>
                    </a:ext>
                  </a:extLst>
                </p:cNvPr>
                <p:cNvCxnSpPr/>
                <p:nvPr/>
              </p:nvCxnSpPr>
              <p:spPr>
                <a:xfrm>
                  <a:off x="2747004" y="2612580"/>
                  <a:ext cx="0" cy="223206"/>
                </a:xfrm>
                <a:prstGeom prst="line">
                  <a:avLst/>
                </a:prstGeom>
                <a:ln w="25400">
                  <a:solidFill>
                    <a:srgbClr val="999999"/>
                  </a:solidFill>
                </a:ln>
              </p:spPr>
              <p:style>
                <a:lnRef idx="1">
                  <a:schemeClr val="accent1"/>
                </a:lnRef>
                <a:fillRef idx="0">
                  <a:schemeClr val="accent1"/>
                </a:fillRef>
                <a:effectRef idx="0">
                  <a:schemeClr val="accent1"/>
                </a:effectRef>
                <a:fontRef idx="minor">
                  <a:schemeClr val="tx1"/>
                </a:fontRef>
              </p:style>
            </p:cxnSp>
          </p:grpSp>
          <p:pic>
            <p:nvPicPr>
              <p:cNvPr id="69" name="图形 10">
                <a:extLst>
                  <a:ext uri="{FF2B5EF4-FFF2-40B4-BE49-F238E27FC236}">
                    <a16:creationId xmlns:a16="http://schemas.microsoft.com/office/drawing/2014/main" id="{DBD4FB69-2ACE-4CE8-966E-2221C16A389B}"/>
                  </a:ext>
                </a:extLst>
              </p:cNvPr>
              <p:cNvPicPr>
                <a:picLocks noChangeAspect="1"/>
              </p:cNvPicPr>
              <p:nvPr/>
            </p:nvPicPr>
            <p:blipFill>
              <a:blip r:embed="rId9">
                <a:extLst>
                  <a:ext uri="{28A0092B-C50C-407E-A947-70E740481C1C}">
                    <a14:useLocalDpi xmlns:a14="http://schemas.microsoft.com/office/drawing/2010/main" val="0"/>
                  </a:ext>
                  <a:ext uri="{96DAC541-7B7A-43D3-8B79-37D633B846F1}">
                    <asvg:svgBlip xmlns:asvg="http://schemas.microsoft.com/office/drawing/2016/SVG/main" r:embed="rId10"/>
                  </a:ext>
                </a:extLst>
              </a:blip>
              <a:stretch>
                <a:fillRect/>
              </a:stretch>
            </p:blipFill>
            <p:spPr>
              <a:xfrm>
                <a:off x="2163893" y="1220569"/>
                <a:ext cx="662814" cy="641082"/>
              </a:xfrm>
              <a:prstGeom prst="rect">
                <a:avLst/>
              </a:prstGeom>
            </p:spPr>
          </p:pic>
        </p:grpSp>
        <p:sp>
          <p:nvSpPr>
            <p:cNvPr id="72" name="文本框 71">
              <a:extLst>
                <a:ext uri="{FF2B5EF4-FFF2-40B4-BE49-F238E27FC236}">
                  <a16:creationId xmlns:a16="http://schemas.microsoft.com/office/drawing/2014/main" id="{BCB12494-508B-485B-821F-51C498644118}"/>
                </a:ext>
              </a:extLst>
            </p:cNvPr>
            <p:cNvSpPr txBox="1"/>
            <p:nvPr/>
          </p:nvSpPr>
          <p:spPr>
            <a:xfrm>
              <a:off x="8081794" y="3286423"/>
              <a:ext cx="555406" cy="369332"/>
            </a:xfrm>
            <a:prstGeom prst="rect">
              <a:avLst/>
            </a:prstGeom>
            <a:noFill/>
          </p:spPr>
          <p:txBody>
            <a:bodyPr wrap="square" rtlCol="0">
              <a:spAutoFit/>
            </a:bodyPr>
            <a:lstStyle/>
            <a:p>
              <a:pPr algn="ctr"/>
              <a:r>
                <a:rPr lang="en-US" altLang="zh-CN" b="1" dirty="0">
                  <a:latin typeface="Arial Narrow" panose="020B0606020202030204" pitchFamily="34" charset="0"/>
                </a:rPr>
                <a:t>AP2</a:t>
              </a:r>
              <a:endParaRPr lang="zh-CN" altLang="en-US" b="1" dirty="0">
                <a:latin typeface="Arial Narrow" panose="020B0606020202030204" pitchFamily="34" charset="0"/>
              </a:endParaRPr>
            </a:p>
          </p:txBody>
        </p:sp>
        <p:sp>
          <p:nvSpPr>
            <p:cNvPr id="73" name="椭圆 72">
              <a:extLst>
                <a:ext uri="{FF2B5EF4-FFF2-40B4-BE49-F238E27FC236}">
                  <a16:creationId xmlns:a16="http://schemas.microsoft.com/office/drawing/2014/main" id="{B9F67A10-1FEF-43E3-86B7-A98CD8C7E6F4}"/>
                </a:ext>
              </a:extLst>
            </p:cNvPr>
            <p:cNvSpPr/>
            <p:nvPr/>
          </p:nvSpPr>
          <p:spPr>
            <a:xfrm>
              <a:off x="5884596" y="3017928"/>
              <a:ext cx="5173075" cy="2723321"/>
            </a:xfrm>
            <a:prstGeom prst="ellipse">
              <a:avLst/>
            </a:prstGeom>
            <a:noFill/>
            <a:ln>
              <a:solidFill>
                <a:schemeClr val="tx1"/>
              </a:solid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b="1">
                <a:latin typeface="Arial Narrow" panose="020B0606020202030204" pitchFamily="34" charset="0"/>
              </a:endParaRPr>
            </a:p>
          </p:txBody>
        </p:sp>
        <p:pic>
          <p:nvPicPr>
            <p:cNvPr id="74" name="图形 73">
              <a:extLst>
                <a:ext uri="{FF2B5EF4-FFF2-40B4-BE49-F238E27FC236}">
                  <a16:creationId xmlns:a16="http://schemas.microsoft.com/office/drawing/2014/main" id="{E33B5093-966E-4675-B8E1-02C06BF35374}"/>
                </a:ext>
              </a:extLst>
            </p:cNvPr>
            <p:cNvPicPr>
              <a:picLocks noChangeAspect="1"/>
            </p:cNvPicPr>
            <p:nvPr/>
          </p:nvPicPr>
          <p:blipFill>
            <a:blip r:embed="rId5">
              <a:extLst>
                <a:ext uri="{28A0092B-C50C-407E-A947-70E740481C1C}">
                  <a14:useLocalDpi xmlns:a14="http://schemas.microsoft.com/office/drawing/2010/main" val="0"/>
                </a:ext>
                <a:ext uri="{96DAC541-7B7A-43D3-8B79-37D633B846F1}">
                  <asvg:svgBlip xmlns:asvg="http://schemas.microsoft.com/office/drawing/2016/SVG/main" r:embed="rId6"/>
                </a:ext>
              </a:extLst>
            </a:blip>
            <a:stretch>
              <a:fillRect/>
            </a:stretch>
          </p:blipFill>
          <p:spPr>
            <a:xfrm>
              <a:off x="7960905" y="2316391"/>
              <a:ext cx="1028700" cy="1009650"/>
            </a:xfrm>
            <a:prstGeom prst="rect">
              <a:avLst/>
            </a:prstGeom>
          </p:spPr>
        </p:pic>
        <p:grpSp>
          <p:nvGrpSpPr>
            <p:cNvPr id="75" name="组合 74">
              <a:extLst>
                <a:ext uri="{FF2B5EF4-FFF2-40B4-BE49-F238E27FC236}">
                  <a16:creationId xmlns:a16="http://schemas.microsoft.com/office/drawing/2014/main" id="{43FA64F6-22D1-4BCD-8765-54872829EEF7}"/>
                </a:ext>
              </a:extLst>
            </p:cNvPr>
            <p:cNvGrpSpPr/>
            <p:nvPr/>
          </p:nvGrpSpPr>
          <p:grpSpPr>
            <a:xfrm>
              <a:off x="7203276" y="4520078"/>
              <a:ext cx="662814" cy="846462"/>
              <a:chOff x="2163893" y="1015189"/>
              <a:chExt cx="662814" cy="846462"/>
            </a:xfrm>
          </p:grpSpPr>
          <p:grpSp>
            <p:nvGrpSpPr>
              <p:cNvPr id="76" name="组合 75">
                <a:extLst>
                  <a:ext uri="{FF2B5EF4-FFF2-40B4-BE49-F238E27FC236}">
                    <a16:creationId xmlns:a16="http://schemas.microsoft.com/office/drawing/2014/main" id="{F7995AF2-BB92-4D2F-A403-E18E018074F1}"/>
                  </a:ext>
                </a:extLst>
              </p:cNvPr>
              <p:cNvGrpSpPr/>
              <p:nvPr/>
            </p:nvGrpSpPr>
            <p:grpSpPr>
              <a:xfrm>
                <a:off x="2442267" y="1015189"/>
                <a:ext cx="381000" cy="351117"/>
                <a:chOff x="2556504" y="2484669"/>
                <a:chExt cx="381000" cy="351117"/>
              </a:xfrm>
            </p:grpSpPr>
            <p:pic>
              <p:nvPicPr>
                <p:cNvPr id="78" name="图形 77">
                  <a:extLst>
                    <a:ext uri="{FF2B5EF4-FFF2-40B4-BE49-F238E27FC236}">
                      <a16:creationId xmlns:a16="http://schemas.microsoft.com/office/drawing/2014/main" id="{03310367-138D-442E-A6FD-F0768021176C}"/>
                    </a:ext>
                  </a:extLst>
                </p:cNvPr>
                <p:cNvPicPr>
                  <a:picLocks noChangeAspect="1"/>
                </p:cNvPicPr>
                <p:nvPr/>
              </p:nvPicPr>
              <p:blipFill>
                <a:blip r:embed="rId7">
                  <a:extLst>
                    <a:ext uri="{28A0092B-C50C-407E-A947-70E740481C1C}">
                      <a14:useLocalDpi xmlns:a14="http://schemas.microsoft.com/office/drawing/2010/main" val="0"/>
                    </a:ext>
                    <a:ext uri="{96DAC541-7B7A-43D3-8B79-37D633B846F1}">
                      <asvg:svgBlip xmlns:asvg="http://schemas.microsoft.com/office/drawing/2016/SVG/main" r:embed="rId8"/>
                    </a:ext>
                  </a:extLst>
                </a:blip>
                <a:stretch>
                  <a:fillRect/>
                </a:stretch>
              </p:blipFill>
              <p:spPr>
                <a:xfrm>
                  <a:off x="2556504" y="2484669"/>
                  <a:ext cx="381000" cy="285750"/>
                </a:xfrm>
                <a:prstGeom prst="rect">
                  <a:avLst/>
                </a:prstGeom>
              </p:spPr>
            </p:pic>
            <p:cxnSp>
              <p:nvCxnSpPr>
                <p:cNvPr id="79" name="直接连接符 78">
                  <a:extLst>
                    <a:ext uri="{FF2B5EF4-FFF2-40B4-BE49-F238E27FC236}">
                      <a16:creationId xmlns:a16="http://schemas.microsoft.com/office/drawing/2014/main" id="{79D704E4-7E63-4226-A40E-4033723EC13D}"/>
                    </a:ext>
                  </a:extLst>
                </p:cNvPr>
                <p:cNvCxnSpPr/>
                <p:nvPr/>
              </p:nvCxnSpPr>
              <p:spPr>
                <a:xfrm>
                  <a:off x="2747004" y="2612580"/>
                  <a:ext cx="0" cy="223206"/>
                </a:xfrm>
                <a:prstGeom prst="line">
                  <a:avLst/>
                </a:prstGeom>
                <a:ln w="25400">
                  <a:solidFill>
                    <a:srgbClr val="999999"/>
                  </a:solidFill>
                </a:ln>
              </p:spPr>
              <p:style>
                <a:lnRef idx="1">
                  <a:schemeClr val="accent1"/>
                </a:lnRef>
                <a:fillRef idx="0">
                  <a:schemeClr val="accent1"/>
                </a:fillRef>
                <a:effectRef idx="0">
                  <a:schemeClr val="accent1"/>
                </a:effectRef>
                <a:fontRef idx="minor">
                  <a:schemeClr val="tx1"/>
                </a:fontRef>
              </p:style>
            </p:cxnSp>
          </p:grpSp>
          <p:pic>
            <p:nvPicPr>
              <p:cNvPr id="77" name="图形 10">
                <a:extLst>
                  <a:ext uri="{FF2B5EF4-FFF2-40B4-BE49-F238E27FC236}">
                    <a16:creationId xmlns:a16="http://schemas.microsoft.com/office/drawing/2014/main" id="{77F9F57D-D4AB-49D5-B6A6-436C25F58BF9}"/>
                  </a:ext>
                </a:extLst>
              </p:cNvPr>
              <p:cNvPicPr>
                <a:picLocks noChangeAspect="1"/>
              </p:cNvPicPr>
              <p:nvPr/>
            </p:nvPicPr>
            <p:blipFill>
              <a:blip r:embed="rId9">
                <a:extLst>
                  <a:ext uri="{28A0092B-C50C-407E-A947-70E740481C1C}">
                    <a14:useLocalDpi xmlns:a14="http://schemas.microsoft.com/office/drawing/2010/main" val="0"/>
                  </a:ext>
                  <a:ext uri="{96DAC541-7B7A-43D3-8B79-37D633B846F1}">
                    <asvg:svgBlip xmlns:asvg="http://schemas.microsoft.com/office/drawing/2016/SVG/main" r:embed="rId10"/>
                  </a:ext>
                </a:extLst>
              </a:blip>
              <a:stretch>
                <a:fillRect/>
              </a:stretch>
            </p:blipFill>
            <p:spPr>
              <a:xfrm>
                <a:off x="2163893" y="1220569"/>
                <a:ext cx="662814" cy="641082"/>
              </a:xfrm>
              <a:prstGeom prst="rect">
                <a:avLst/>
              </a:prstGeom>
            </p:spPr>
          </p:pic>
        </p:grpSp>
        <p:grpSp>
          <p:nvGrpSpPr>
            <p:cNvPr id="80" name="组合 79">
              <a:extLst>
                <a:ext uri="{FF2B5EF4-FFF2-40B4-BE49-F238E27FC236}">
                  <a16:creationId xmlns:a16="http://schemas.microsoft.com/office/drawing/2014/main" id="{DC316675-7062-4442-AB90-79B37BB51414}"/>
                </a:ext>
              </a:extLst>
            </p:cNvPr>
            <p:cNvGrpSpPr/>
            <p:nvPr/>
          </p:nvGrpSpPr>
          <p:grpSpPr>
            <a:xfrm>
              <a:off x="9174041" y="4504796"/>
              <a:ext cx="662814" cy="846462"/>
              <a:chOff x="2163893" y="1015189"/>
              <a:chExt cx="662814" cy="846462"/>
            </a:xfrm>
          </p:grpSpPr>
          <p:grpSp>
            <p:nvGrpSpPr>
              <p:cNvPr id="81" name="组合 80">
                <a:extLst>
                  <a:ext uri="{FF2B5EF4-FFF2-40B4-BE49-F238E27FC236}">
                    <a16:creationId xmlns:a16="http://schemas.microsoft.com/office/drawing/2014/main" id="{FDC9B0C2-3DF4-4635-8657-1809B7281AB2}"/>
                  </a:ext>
                </a:extLst>
              </p:cNvPr>
              <p:cNvGrpSpPr/>
              <p:nvPr/>
            </p:nvGrpSpPr>
            <p:grpSpPr>
              <a:xfrm>
                <a:off x="2442267" y="1015189"/>
                <a:ext cx="381000" cy="351117"/>
                <a:chOff x="2556504" y="2484669"/>
                <a:chExt cx="381000" cy="351117"/>
              </a:xfrm>
            </p:grpSpPr>
            <p:pic>
              <p:nvPicPr>
                <p:cNvPr id="83" name="图形 82">
                  <a:extLst>
                    <a:ext uri="{FF2B5EF4-FFF2-40B4-BE49-F238E27FC236}">
                      <a16:creationId xmlns:a16="http://schemas.microsoft.com/office/drawing/2014/main" id="{A3E9EFA1-236C-4282-A515-3B3A3848F120}"/>
                    </a:ext>
                  </a:extLst>
                </p:cNvPr>
                <p:cNvPicPr>
                  <a:picLocks noChangeAspect="1"/>
                </p:cNvPicPr>
                <p:nvPr/>
              </p:nvPicPr>
              <p:blipFill>
                <a:blip r:embed="rId7">
                  <a:extLst>
                    <a:ext uri="{28A0092B-C50C-407E-A947-70E740481C1C}">
                      <a14:useLocalDpi xmlns:a14="http://schemas.microsoft.com/office/drawing/2010/main" val="0"/>
                    </a:ext>
                    <a:ext uri="{96DAC541-7B7A-43D3-8B79-37D633B846F1}">
                      <asvg:svgBlip xmlns:asvg="http://schemas.microsoft.com/office/drawing/2016/SVG/main" r:embed="rId8"/>
                    </a:ext>
                  </a:extLst>
                </a:blip>
                <a:stretch>
                  <a:fillRect/>
                </a:stretch>
              </p:blipFill>
              <p:spPr>
                <a:xfrm>
                  <a:off x="2556504" y="2484669"/>
                  <a:ext cx="381000" cy="285750"/>
                </a:xfrm>
                <a:prstGeom prst="rect">
                  <a:avLst/>
                </a:prstGeom>
              </p:spPr>
            </p:pic>
            <p:cxnSp>
              <p:nvCxnSpPr>
                <p:cNvPr id="84" name="直接连接符 83">
                  <a:extLst>
                    <a:ext uri="{FF2B5EF4-FFF2-40B4-BE49-F238E27FC236}">
                      <a16:creationId xmlns:a16="http://schemas.microsoft.com/office/drawing/2014/main" id="{817C4F36-61C9-4B98-A396-AE6DD79A2A62}"/>
                    </a:ext>
                  </a:extLst>
                </p:cNvPr>
                <p:cNvCxnSpPr/>
                <p:nvPr/>
              </p:nvCxnSpPr>
              <p:spPr>
                <a:xfrm>
                  <a:off x="2747004" y="2612580"/>
                  <a:ext cx="0" cy="223206"/>
                </a:xfrm>
                <a:prstGeom prst="line">
                  <a:avLst/>
                </a:prstGeom>
                <a:ln w="25400">
                  <a:solidFill>
                    <a:srgbClr val="999999"/>
                  </a:solidFill>
                </a:ln>
              </p:spPr>
              <p:style>
                <a:lnRef idx="1">
                  <a:schemeClr val="accent1"/>
                </a:lnRef>
                <a:fillRef idx="0">
                  <a:schemeClr val="accent1"/>
                </a:fillRef>
                <a:effectRef idx="0">
                  <a:schemeClr val="accent1"/>
                </a:effectRef>
                <a:fontRef idx="minor">
                  <a:schemeClr val="tx1"/>
                </a:fontRef>
              </p:style>
            </p:cxnSp>
          </p:grpSp>
          <p:pic>
            <p:nvPicPr>
              <p:cNvPr id="82" name="图形 10">
                <a:extLst>
                  <a:ext uri="{FF2B5EF4-FFF2-40B4-BE49-F238E27FC236}">
                    <a16:creationId xmlns:a16="http://schemas.microsoft.com/office/drawing/2014/main" id="{19A166C2-6E63-46E0-92E3-69A0C32FB6AF}"/>
                  </a:ext>
                </a:extLst>
              </p:cNvPr>
              <p:cNvPicPr>
                <a:picLocks noChangeAspect="1"/>
              </p:cNvPicPr>
              <p:nvPr/>
            </p:nvPicPr>
            <p:blipFill>
              <a:blip r:embed="rId9">
                <a:extLst>
                  <a:ext uri="{28A0092B-C50C-407E-A947-70E740481C1C}">
                    <a14:useLocalDpi xmlns:a14="http://schemas.microsoft.com/office/drawing/2010/main" val="0"/>
                  </a:ext>
                  <a:ext uri="{96DAC541-7B7A-43D3-8B79-37D633B846F1}">
                    <asvg:svgBlip xmlns:asvg="http://schemas.microsoft.com/office/drawing/2016/SVG/main" r:embed="rId10"/>
                  </a:ext>
                </a:extLst>
              </a:blip>
              <a:stretch>
                <a:fillRect/>
              </a:stretch>
            </p:blipFill>
            <p:spPr>
              <a:xfrm>
                <a:off x="2163893" y="1220569"/>
                <a:ext cx="662814" cy="641082"/>
              </a:xfrm>
              <a:prstGeom prst="rect">
                <a:avLst/>
              </a:prstGeom>
            </p:spPr>
          </p:pic>
        </p:grpSp>
        <p:grpSp>
          <p:nvGrpSpPr>
            <p:cNvPr id="85" name="组合 84">
              <a:extLst>
                <a:ext uri="{FF2B5EF4-FFF2-40B4-BE49-F238E27FC236}">
                  <a16:creationId xmlns:a16="http://schemas.microsoft.com/office/drawing/2014/main" id="{3B2B32E6-1209-47D1-850B-5D7B1AA6C1B1}"/>
                </a:ext>
              </a:extLst>
            </p:cNvPr>
            <p:cNvGrpSpPr/>
            <p:nvPr/>
          </p:nvGrpSpPr>
          <p:grpSpPr>
            <a:xfrm>
              <a:off x="6145689" y="3563366"/>
              <a:ext cx="662814" cy="846462"/>
              <a:chOff x="2163893" y="1015189"/>
              <a:chExt cx="662814" cy="846462"/>
            </a:xfrm>
          </p:grpSpPr>
          <p:grpSp>
            <p:nvGrpSpPr>
              <p:cNvPr id="86" name="组合 85">
                <a:extLst>
                  <a:ext uri="{FF2B5EF4-FFF2-40B4-BE49-F238E27FC236}">
                    <a16:creationId xmlns:a16="http://schemas.microsoft.com/office/drawing/2014/main" id="{DE87B011-80C0-460C-96AE-D100992CC0D1}"/>
                  </a:ext>
                </a:extLst>
              </p:cNvPr>
              <p:cNvGrpSpPr/>
              <p:nvPr/>
            </p:nvGrpSpPr>
            <p:grpSpPr>
              <a:xfrm>
                <a:off x="2442267" y="1015189"/>
                <a:ext cx="381000" cy="351117"/>
                <a:chOff x="2556504" y="2484669"/>
                <a:chExt cx="381000" cy="351117"/>
              </a:xfrm>
            </p:grpSpPr>
            <p:pic>
              <p:nvPicPr>
                <p:cNvPr id="88" name="图形 87">
                  <a:extLst>
                    <a:ext uri="{FF2B5EF4-FFF2-40B4-BE49-F238E27FC236}">
                      <a16:creationId xmlns:a16="http://schemas.microsoft.com/office/drawing/2014/main" id="{13B3928D-995B-4954-9EF4-D0B248200808}"/>
                    </a:ext>
                  </a:extLst>
                </p:cNvPr>
                <p:cNvPicPr>
                  <a:picLocks noChangeAspect="1"/>
                </p:cNvPicPr>
                <p:nvPr/>
              </p:nvPicPr>
              <p:blipFill>
                <a:blip r:embed="rId7">
                  <a:extLst>
                    <a:ext uri="{28A0092B-C50C-407E-A947-70E740481C1C}">
                      <a14:useLocalDpi xmlns:a14="http://schemas.microsoft.com/office/drawing/2010/main" val="0"/>
                    </a:ext>
                    <a:ext uri="{96DAC541-7B7A-43D3-8B79-37D633B846F1}">
                      <asvg:svgBlip xmlns:asvg="http://schemas.microsoft.com/office/drawing/2016/SVG/main" r:embed="rId8"/>
                    </a:ext>
                  </a:extLst>
                </a:blip>
                <a:stretch>
                  <a:fillRect/>
                </a:stretch>
              </p:blipFill>
              <p:spPr>
                <a:xfrm>
                  <a:off x="2556504" y="2484669"/>
                  <a:ext cx="381000" cy="285750"/>
                </a:xfrm>
                <a:prstGeom prst="rect">
                  <a:avLst/>
                </a:prstGeom>
              </p:spPr>
            </p:pic>
            <p:cxnSp>
              <p:nvCxnSpPr>
                <p:cNvPr id="89" name="直接连接符 88">
                  <a:extLst>
                    <a:ext uri="{FF2B5EF4-FFF2-40B4-BE49-F238E27FC236}">
                      <a16:creationId xmlns:a16="http://schemas.microsoft.com/office/drawing/2014/main" id="{56C2AFC6-78F6-417E-8E2F-5E2E42CDE0CD}"/>
                    </a:ext>
                  </a:extLst>
                </p:cNvPr>
                <p:cNvCxnSpPr/>
                <p:nvPr/>
              </p:nvCxnSpPr>
              <p:spPr>
                <a:xfrm>
                  <a:off x="2747004" y="2612580"/>
                  <a:ext cx="0" cy="223206"/>
                </a:xfrm>
                <a:prstGeom prst="line">
                  <a:avLst/>
                </a:prstGeom>
                <a:ln w="25400">
                  <a:solidFill>
                    <a:srgbClr val="999999"/>
                  </a:solidFill>
                </a:ln>
              </p:spPr>
              <p:style>
                <a:lnRef idx="1">
                  <a:schemeClr val="accent1"/>
                </a:lnRef>
                <a:fillRef idx="0">
                  <a:schemeClr val="accent1"/>
                </a:fillRef>
                <a:effectRef idx="0">
                  <a:schemeClr val="accent1"/>
                </a:effectRef>
                <a:fontRef idx="minor">
                  <a:schemeClr val="tx1"/>
                </a:fontRef>
              </p:style>
            </p:cxnSp>
          </p:grpSp>
          <p:pic>
            <p:nvPicPr>
              <p:cNvPr id="87" name="图形 10">
                <a:extLst>
                  <a:ext uri="{FF2B5EF4-FFF2-40B4-BE49-F238E27FC236}">
                    <a16:creationId xmlns:a16="http://schemas.microsoft.com/office/drawing/2014/main" id="{061BD505-8681-4140-A117-96E34CE4AC73}"/>
                  </a:ext>
                </a:extLst>
              </p:cNvPr>
              <p:cNvPicPr>
                <a:picLocks noChangeAspect="1"/>
              </p:cNvPicPr>
              <p:nvPr/>
            </p:nvPicPr>
            <p:blipFill>
              <a:blip r:embed="rId9">
                <a:extLst>
                  <a:ext uri="{28A0092B-C50C-407E-A947-70E740481C1C}">
                    <a14:useLocalDpi xmlns:a14="http://schemas.microsoft.com/office/drawing/2010/main" val="0"/>
                  </a:ext>
                  <a:ext uri="{96DAC541-7B7A-43D3-8B79-37D633B846F1}">
                    <asvg:svgBlip xmlns:asvg="http://schemas.microsoft.com/office/drawing/2016/SVG/main" r:embed="rId10"/>
                  </a:ext>
                </a:extLst>
              </a:blip>
              <a:stretch>
                <a:fillRect/>
              </a:stretch>
            </p:blipFill>
            <p:spPr>
              <a:xfrm>
                <a:off x="2163893" y="1220569"/>
                <a:ext cx="662814" cy="641082"/>
              </a:xfrm>
              <a:prstGeom prst="rect">
                <a:avLst/>
              </a:prstGeom>
            </p:spPr>
          </p:pic>
        </p:grpSp>
        <p:grpSp>
          <p:nvGrpSpPr>
            <p:cNvPr id="90" name="组合 89">
              <a:extLst>
                <a:ext uri="{FF2B5EF4-FFF2-40B4-BE49-F238E27FC236}">
                  <a16:creationId xmlns:a16="http://schemas.microsoft.com/office/drawing/2014/main" id="{112D3AB3-B4C0-4E65-B6FB-4A2620E1B3C3}"/>
                </a:ext>
              </a:extLst>
            </p:cNvPr>
            <p:cNvGrpSpPr/>
            <p:nvPr/>
          </p:nvGrpSpPr>
          <p:grpSpPr>
            <a:xfrm>
              <a:off x="9457586" y="3471089"/>
              <a:ext cx="662814" cy="846462"/>
              <a:chOff x="2163893" y="1015189"/>
              <a:chExt cx="662814" cy="846462"/>
            </a:xfrm>
          </p:grpSpPr>
          <p:grpSp>
            <p:nvGrpSpPr>
              <p:cNvPr id="91" name="组合 90">
                <a:extLst>
                  <a:ext uri="{FF2B5EF4-FFF2-40B4-BE49-F238E27FC236}">
                    <a16:creationId xmlns:a16="http://schemas.microsoft.com/office/drawing/2014/main" id="{01239586-8D7B-4E8B-8A8F-49EC24608910}"/>
                  </a:ext>
                </a:extLst>
              </p:cNvPr>
              <p:cNvGrpSpPr/>
              <p:nvPr/>
            </p:nvGrpSpPr>
            <p:grpSpPr>
              <a:xfrm>
                <a:off x="2442267" y="1015189"/>
                <a:ext cx="381000" cy="351117"/>
                <a:chOff x="2556504" y="2484669"/>
                <a:chExt cx="381000" cy="351117"/>
              </a:xfrm>
            </p:grpSpPr>
            <p:pic>
              <p:nvPicPr>
                <p:cNvPr id="93" name="图形 92">
                  <a:extLst>
                    <a:ext uri="{FF2B5EF4-FFF2-40B4-BE49-F238E27FC236}">
                      <a16:creationId xmlns:a16="http://schemas.microsoft.com/office/drawing/2014/main" id="{054EA276-8191-4582-9A0C-D136B0A29B8F}"/>
                    </a:ext>
                  </a:extLst>
                </p:cNvPr>
                <p:cNvPicPr>
                  <a:picLocks noChangeAspect="1"/>
                </p:cNvPicPr>
                <p:nvPr/>
              </p:nvPicPr>
              <p:blipFill>
                <a:blip r:embed="rId7">
                  <a:extLst>
                    <a:ext uri="{28A0092B-C50C-407E-A947-70E740481C1C}">
                      <a14:useLocalDpi xmlns:a14="http://schemas.microsoft.com/office/drawing/2010/main" val="0"/>
                    </a:ext>
                    <a:ext uri="{96DAC541-7B7A-43D3-8B79-37D633B846F1}">
                      <asvg:svgBlip xmlns:asvg="http://schemas.microsoft.com/office/drawing/2016/SVG/main" r:embed="rId8"/>
                    </a:ext>
                  </a:extLst>
                </a:blip>
                <a:stretch>
                  <a:fillRect/>
                </a:stretch>
              </p:blipFill>
              <p:spPr>
                <a:xfrm>
                  <a:off x="2556504" y="2484669"/>
                  <a:ext cx="381000" cy="285750"/>
                </a:xfrm>
                <a:prstGeom prst="rect">
                  <a:avLst/>
                </a:prstGeom>
              </p:spPr>
            </p:pic>
            <p:cxnSp>
              <p:nvCxnSpPr>
                <p:cNvPr id="94" name="直接连接符 93">
                  <a:extLst>
                    <a:ext uri="{FF2B5EF4-FFF2-40B4-BE49-F238E27FC236}">
                      <a16:creationId xmlns:a16="http://schemas.microsoft.com/office/drawing/2014/main" id="{4E78BEC1-A8CF-4073-946C-CDA5A2E16351}"/>
                    </a:ext>
                  </a:extLst>
                </p:cNvPr>
                <p:cNvCxnSpPr/>
                <p:nvPr/>
              </p:nvCxnSpPr>
              <p:spPr>
                <a:xfrm>
                  <a:off x="2747004" y="2612580"/>
                  <a:ext cx="0" cy="223206"/>
                </a:xfrm>
                <a:prstGeom prst="line">
                  <a:avLst/>
                </a:prstGeom>
                <a:ln w="25400">
                  <a:solidFill>
                    <a:srgbClr val="999999"/>
                  </a:solidFill>
                </a:ln>
              </p:spPr>
              <p:style>
                <a:lnRef idx="1">
                  <a:schemeClr val="accent1"/>
                </a:lnRef>
                <a:fillRef idx="0">
                  <a:schemeClr val="accent1"/>
                </a:fillRef>
                <a:effectRef idx="0">
                  <a:schemeClr val="accent1"/>
                </a:effectRef>
                <a:fontRef idx="minor">
                  <a:schemeClr val="tx1"/>
                </a:fontRef>
              </p:style>
            </p:cxnSp>
          </p:grpSp>
          <p:pic>
            <p:nvPicPr>
              <p:cNvPr id="92" name="图形 10">
                <a:extLst>
                  <a:ext uri="{FF2B5EF4-FFF2-40B4-BE49-F238E27FC236}">
                    <a16:creationId xmlns:a16="http://schemas.microsoft.com/office/drawing/2014/main" id="{7E4A49B4-ECC1-4553-8D43-299512F8AE2D}"/>
                  </a:ext>
                </a:extLst>
              </p:cNvPr>
              <p:cNvPicPr>
                <a:picLocks noChangeAspect="1"/>
              </p:cNvPicPr>
              <p:nvPr/>
            </p:nvPicPr>
            <p:blipFill>
              <a:blip r:embed="rId9">
                <a:extLst>
                  <a:ext uri="{28A0092B-C50C-407E-A947-70E740481C1C}">
                    <a14:useLocalDpi xmlns:a14="http://schemas.microsoft.com/office/drawing/2010/main" val="0"/>
                  </a:ext>
                  <a:ext uri="{96DAC541-7B7A-43D3-8B79-37D633B846F1}">
                    <asvg:svgBlip xmlns:asvg="http://schemas.microsoft.com/office/drawing/2016/SVG/main" r:embed="rId10"/>
                  </a:ext>
                </a:extLst>
              </a:blip>
              <a:stretch>
                <a:fillRect/>
              </a:stretch>
            </p:blipFill>
            <p:spPr>
              <a:xfrm>
                <a:off x="2163893" y="1220569"/>
                <a:ext cx="662814" cy="641082"/>
              </a:xfrm>
              <a:prstGeom prst="rect">
                <a:avLst/>
              </a:prstGeom>
            </p:spPr>
          </p:pic>
        </p:grpSp>
        <p:sp>
          <p:nvSpPr>
            <p:cNvPr id="95" name="文本框 94">
              <a:extLst>
                <a:ext uri="{FF2B5EF4-FFF2-40B4-BE49-F238E27FC236}">
                  <a16:creationId xmlns:a16="http://schemas.microsoft.com/office/drawing/2014/main" id="{6B698353-3A7C-4EAC-8987-FB392F9BDA92}"/>
                </a:ext>
              </a:extLst>
            </p:cNvPr>
            <p:cNvSpPr txBox="1"/>
            <p:nvPr/>
          </p:nvSpPr>
          <p:spPr>
            <a:xfrm>
              <a:off x="2281150" y="4945739"/>
              <a:ext cx="339118" cy="400110"/>
            </a:xfrm>
            <a:prstGeom prst="rect">
              <a:avLst/>
            </a:prstGeom>
            <a:noFill/>
          </p:spPr>
          <p:txBody>
            <a:bodyPr wrap="square" rtlCol="0">
              <a:spAutoFit/>
            </a:bodyPr>
            <a:lstStyle/>
            <a:p>
              <a:pPr algn="ctr"/>
              <a:r>
                <a:rPr lang="en-US" altLang="zh-CN" sz="2000" b="1" dirty="0">
                  <a:solidFill>
                    <a:schemeClr val="bg1"/>
                  </a:solidFill>
                  <a:latin typeface="Arial Narrow" panose="020B0606020202030204" pitchFamily="34" charset="0"/>
                </a:rPr>
                <a:t>A</a:t>
              </a:r>
              <a:endParaRPr lang="zh-CN" altLang="en-US" sz="2000" b="1" dirty="0">
                <a:solidFill>
                  <a:schemeClr val="bg1"/>
                </a:solidFill>
                <a:latin typeface="Arial Narrow" panose="020B0606020202030204" pitchFamily="34" charset="0"/>
              </a:endParaRPr>
            </a:p>
          </p:txBody>
        </p:sp>
        <p:sp>
          <p:nvSpPr>
            <p:cNvPr id="96" name="文本框 95">
              <a:extLst>
                <a:ext uri="{FF2B5EF4-FFF2-40B4-BE49-F238E27FC236}">
                  <a16:creationId xmlns:a16="http://schemas.microsoft.com/office/drawing/2014/main" id="{27836CF9-853E-4750-AB08-38E3740DA738}"/>
                </a:ext>
              </a:extLst>
            </p:cNvPr>
            <p:cNvSpPr txBox="1"/>
            <p:nvPr/>
          </p:nvSpPr>
          <p:spPr>
            <a:xfrm>
              <a:off x="4244431" y="5037092"/>
              <a:ext cx="339118" cy="400110"/>
            </a:xfrm>
            <a:prstGeom prst="rect">
              <a:avLst/>
            </a:prstGeom>
            <a:noFill/>
          </p:spPr>
          <p:txBody>
            <a:bodyPr wrap="square" rtlCol="0">
              <a:spAutoFit/>
            </a:bodyPr>
            <a:lstStyle/>
            <a:p>
              <a:pPr algn="ctr"/>
              <a:r>
                <a:rPr lang="en-US" altLang="zh-CN" sz="2000" b="1" dirty="0">
                  <a:solidFill>
                    <a:schemeClr val="bg1"/>
                  </a:solidFill>
                  <a:latin typeface="Arial Narrow" panose="020B0606020202030204" pitchFamily="34" charset="0"/>
                </a:rPr>
                <a:t>B</a:t>
              </a:r>
              <a:endParaRPr lang="zh-CN" altLang="en-US" sz="2000" b="1" dirty="0">
                <a:solidFill>
                  <a:schemeClr val="bg1"/>
                </a:solidFill>
                <a:latin typeface="Arial Narrow" panose="020B0606020202030204" pitchFamily="34" charset="0"/>
              </a:endParaRPr>
            </a:p>
          </p:txBody>
        </p:sp>
        <p:sp>
          <p:nvSpPr>
            <p:cNvPr id="97" name="文本框 96">
              <a:extLst>
                <a:ext uri="{FF2B5EF4-FFF2-40B4-BE49-F238E27FC236}">
                  <a16:creationId xmlns:a16="http://schemas.microsoft.com/office/drawing/2014/main" id="{3508E046-4641-4A22-A035-3812952C2A8C}"/>
                </a:ext>
              </a:extLst>
            </p:cNvPr>
            <p:cNvSpPr txBox="1"/>
            <p:nvPr/>
          </p:nvSpPr>
          <p:spPr>
            <a:xfrm>
              <a:off x="7790013" y="5086323"/>
              <a:ext cx="1586500" cy="646331"/>
            </a:xfrm>
            <a:prstGeom prst="rect">
              <a:avLst/>
            </a:prstGeom>
            <a:noFill/>
          </p:spPr>
          <p:txBody>
            <a:bodyPr wrap="square" rtlCol="0">
              <a:spAutoFit/>
            </a:bodyPr>
            <a:lstStyle/>
            <a:p>
              <a:pPr algn="ctr"/>
              <a:r>
                <a:rPr lang="zh-CN" altLang="en-US" b="1" dirty="0">
                  <a:latin typeface="Arial Narrow" panose="020B0606020202030204" pitchFamily="34" charset="0"/>
                </a:rPr>
                <a:t>基本服务集</a:t>
              </a:r>
              <a:endParaRPr lang="en-US" altLang="zh-CN" b="1" dirty="0">
                <a:latin typeface="Arial Narrow" panose="020B0606020202030204" pitchFamily="34" charset="0"/>
              </a:endParaRPr>
            </a:p>
            <a:p>
              <a:pPr algn="ctr"/>
              <a:r>
                <a:rPr lang="en-US" altLang="zh-CN" b="1" dirty="0">
                  <a:latin typeface="Arial Narrow" panose="020B0606020202030204" pitchFamily="34" charset="0"/>
                </a:rPr>
                <a:t>BSS2</a:t>
              </a:r>
              <a:endParaRPr lang="zh-CN" altLang="en-US" b="1" dirty="0">
                <a:latin typeface="Arial Narrow" panose="020B0606020202030204" pitchFamily="34" charset="0"/>
              </a:endParaRPr>
            </a:p>
          </p:txBody>
        </p:sp>
        <p:sp>
          <p:nvSpPr>
            <p:cNvPr id="98" name="矩形: 圆角 97">
              <a:extLst>
                <a:ext uri="{FF2B5EF4-FFF2-40B4-BE49-F238E27FC236}">
                  <a16:creationId xmlns:a16="http://schemas.microsoft.com/office/drawing/2014/main" id="{BB8042F8-0A0F-4057-8A1C-8AA95F7D35B9}"/>
                </a:ext>
              </a:extLst>
            </p:cNvPr>
            <p:cNvSpPr/>
            <p:nvPr/>
          </p:nvSpPr>
          <p:spPr>
            <a:xfrm>
              <a:off x="548585" y="2308043"/>
              <a:ext cx="10998048" cy="4130857"/>
            </a:xfrm>
            <a:prstGeom prst="roundRect">
              <a:avLst/>
            </a:prstGeom>
            <a:noFill/>
            <a:ln>
              <a:solidFill>
                <a:schemeClr val="tx1"/>
              </a:solid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b="1">
                <a:latin typeface="Arial Narrow" panose="020B0606020202030204" pitchFamily="34" charset="0"/>
              </a:endParaRPr>
            </a:p>
          </p:txBody>
        </p:sp>
        <p:sp>
          <p:nvSpPr>
            <p:cNvPr id="99" name="文本框 98">
              <a:extLst>
                <a:ext uri="{FF2B5EF4-FFF2-40B4-BE49-F238E27FC236}">
                  <a16:creationId xmlns:a16="http://schemas.microsoft.com/office/drawing/2014/main" id="{C48C1061-805E-4798-8A77-B9897E64953A}"/>
                </a:ext>
              </a:extLst>
            </p:cNvPr>
            <p:cNvSpPr txBox="1"/>
            <p:nvPr/>
          </p:nvSpPr>
          <p:spPr>
            <a:xfrm>
              <a:off x="9720110" y="3700084"/>
              <a:ext cx="339118" cy="369332"/>
            </a:xfrm>
            <a:prstGeom prst="rect">
              <a:avLst/>
            </a:prstGeom>
            <a:noFill/>
          </p:spPr>
          <p:txBody>
            <a:bodyPr wrap="square" rtlCol="0">
              <a:spAutoFit/>
            </a:bodyPr>
            <a:lstStyle/>
            <a:p>
              <a:pPr algn="ctr"/>
              <a:r>
                <a:rPr lang="en-US" altLang="zh-CN" b="1" dirty="0">
                  <a:solidFill>
                    <a:schemeClr val="bg1"/>
                  </a:solidFill>
                  <a:latin typeface="Arial Narrow" panose="020B0606020202030204" pitchFamily="34" charset="0"/>
                </a:rPr>
                <a:t>C</a:t>
              </a:r>
              <a:endParaRPr lang="zh-CN" altLang="en-US" b="1" dirty="0">
                <a:solidFill>
                  <a:schemeClr val="bg1"/>
                </a:solidFill>
                <a:latin typeface="Arial Narrow" panose="020B0606020202030204" pitchFamily="34" charset="0"/>
              </a:endParaRPr>
            </a:p>
          </p:txBody>
        </p:sp>
        <p:sp>
          <p:nvSpPr>
            <p:cNvPr id="100" name="文本框 99">
              <a:extLst>
                <a:ext uri="{FF2B5EF4-FFF2-40B4-BE49-F238E27FC236}">
                  <a16:creationId xmlns:a16="http://schemas.microsoft.com/office/drawing/2014/main" id="{5CE43870-E870-4FA4-82FC-85C756EF9546}"/>
                </a:ext>
              </a:extLst>
            </p:cNvPr>
            <p:cNvSpPr txBox="1"/>
            <p:nvPr/>
          </p:nvSpPr>
          <p:spPr>
            <a:xfrm>
              <a:off x="4933438" y="6015886"/>
              <a:ext cx="2319129" cy="369332"/>
            </a:xfrm>
            <a:prstGeom prst="rect">
              <a:avLst/>
            </a:prstGeom>
            <a:noFill/>
          </p:spPr>
          <p:txBody>
            <a:bodyPr wrap="square" rtlCol="0">
              <a:spAutoFit/>
            </a:bodyPr>
            <a:lstStyle/>
            <a:p>
              <a:pPr algn="ctr"/>
              <a:r>
                <a:rPr lang="zh-CN" altLang="en-US" b="1" dirty="0">
                  <a:latin typeface="Arial Narrow" panose="020B0606020202030204" pitchFamily="34" charset="0"/>
                </a:rPr>
                <a:t>扩展服务集</a:t>
              </a:r>
              <a:r>
                <a:rPr lang="en-US" altLang="zh-CN" b="1" dirty="0">
                  <a:latin typeface="Arial Narrow" panose="020B0606020202030204" pitchFamily="34" charset="0"/>
                </a:rPr>
                <a:t>ESS</a:t>
              </a:r>
              <a:endParaRPr lang="zh-CN" altLang="en-US" b="1" dirty="0">
                <a:latin typeface="Arial Narrow" panose="020B0606020202030204" pitchFamily="34" charset="0"/>
              </a:endParaRPr>
            </a:p>
          </p:txBody>
        </p:sp>
      </p:grpSp>
      <p:grpSp>
        <p:nvGrpSpPr>
          <p:cNvPr id="12" name="组合 11">
            <a:extLst>
              <a:ext uri="{FF2B5EF4-FFF2-40B4-BE49-F238E27FC236}">
                <a16:creationId xmlns:a16="http://schemas.microsoft.com/office/drawing/2014/main" id="{947AECBB-09A9-418D-A2D1-EE898636D96F}"/>
              </a:ext>
            </a:extLst>
          </p:cNvPr>
          <p:cNvGrpSpPr/>
          <p:nvPr/>
        </p:nvGrpSpPr>
        <p:grpSpPr>
          <a:xfrm>
            <a:off x="2475090" y="1981200"/>
            <a:ext cx="6514515" cy="2725261"/>
            <a:chOff x="2475090" y="1981200"/>
            <a:chExt cx="6514515" cy="2725261"/>
          </a:xfrm>
        </p:grpSpPr>
        <p:cxnSp>
          <p:nvCxnSpPr>
            <p:cNvPr id="10" name="直接箭头连接符 9">
              <a:extLst>
                <a:ext uri="{FF2B5EF4-FFF2-40B4-BE49-F238E27FC236}">
                  <a16:creationId xmlns:a16="http://schemas.microsoft.com/office/drawing/2014/main" id="{728ED0F5-1769-4A7E-9272-78EE89F09A11}"/>
                </a:ext>
              </a:extLst>
            </p:cNvPr>
            <p:cNvCxnSpPr>
              <a:stCxn id="51" idx="0"/>
            </p:cNvCxnSpPr>
            <p:nvPr/>
          </p:nvCxnSpPr>
          <p:spPr>
            <a:xfrm flipV="1">
              <a:off x="2475090" y="1981200"/>
              <a:ext cx="6514515" cy="2725261"/>
            </a:xfrm>
            <a:prstGeom prst="straightConnector1">
              <a:avLst/>
            </a:prstGeom>
            <a:ln w="76200">
              <a:solidFill>
                <a:schemeClr val="accent1">
                  <a:lumMod val="75000"/>
                </a:schemeClr>
              </a:solidFill>
              <a:prstDash val="dash"/>
              <a:tailEnd type="triangle"/>
            </a:ln>
          </p:spPr>
          <p:style>
            <a:lnRef idx="1">
              <a:schemeClr val="accent1"/>
            </a:lnRef>
            <a:fillRef idx="0">
              <a:schemeClr val="accent1"/>
            </a:fillRef>
            <a:effectRef idx="0">
              <a:schemeClr val="accent1"/>
            </a:effectRef>
            <a:fontRef idx="minor">
              <a:schemeClr val="tx1"/>
            </a:fontRef>
          </p:style>
        </p:cxnSp>
        <p:sp>
          <p:nvSpPr>
            <p:cNvPr id="101" name="文本框 100">
              <a:extLst>
                <a:ext uri="{FF2B5EF4-FFF2-40B4-BE49-F238E27FC236}">
                  <a16:creationId xmlns:a16="http://schemas.microsoft.com/office/drawing/2014/main" id="{EBFB115F-DDB5-4559-9C94-31E51C30F49F}"/>
                </a:ext>
              </a:extLst>
            </p:cNvPr>
            <p:cNvSpPr txBox="1"/>
            <p:nvPr/>
          </p:nvSpPr>
          <p:spPr>
            <a:xfrm rot="20192670">
              <a:off x="5057077" y="2874862"/>
              <a:ext cx="1506032" cy="369332"/>
            </a:xfrm>
            <a:prstGeom prst="rect">
              <a:avLst/>
            </a:prstGeom>
            <a:noFill/>
            <a:ln>
              <a:noFill/>
            </a:ln>
          </p:spPr>
          <p:txBody>
            <a:bodyPr wrap="square" rtlCol="0">
              <a:spAutoFit/>
            </a:bodyPr>
            <a:lstStyle/>
            <a:p>
              <a:pPr algn="ctr"/>
              <a:r>
                <a:rPr lang="zh-CN" altLang="en-US" b="1" dirty="0">
                  <a:solidFill>
                    <a:schemeClr val="accent1">
                      <a:lumMod val="75000"/>
                    </a:schemeClr>
                  </a:solidFill>
                  <a:latin typeface="Arial Narrow" panose="020B0606020202030204" pitchFamily="34" charset="0"/>
                </a:rPr>
                <a:t>发送数据帧</a:t>
              </a:r>
            </a:p>
          </p:txBody>
        </p:sp>
      </p:grpSp>
      <p:sp>
        <p:nvSpPr>
          <p:cNvPr id="102" name="平行四边形 101">
            <a:extLst>
              <a:ext uri="{FF2B5EF4-FFF2-40B4-BE49-F238E27FC236}">
                <a16:creationId xmlns:a16="http://schemas.microsoft.com/office/drawing/2014/main" id="{15DDC2C4-4567-367E-6E3D-13794F2AEE65}"/>
              </a:ext>
            </a:extLst>
          </p:cNvPr>
          <p:cNvSpPr/>
          <p:nvPr/>
        </p:nvSpPr>
        <p:spPr>
          <a:xfrm>
            <a:off x="304800" y="749300"/>
            <a:ext cx="723900" cy="387090"/>
          </a:xfrm>
          <a:prstGeom prst="parallelogram">
            <a:avLst/>
          </a:prstGeom>
          <a:solidFill>
            <a:schemeClr val="accent3">
              <a:lumMod val="75000"/>
            </a:schemeClr>
          </a:solidFill>
          <a:ln>
            <a:solidFill>
              <a:schemeClr val="accent3">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CN" sz="2200" dirty="0">
                <a:latin typeface="Impact" panose="020B0806030902050204" pitchFamily="34" charset="0"/>
              </a:rPr>
              <a:t>05</a:t>
            </a:r>
            <a:endParaRPr lang="zh-CN" altLang="en-US" sz="2200" dirty="0">
              <a:latin typeface="Impact" panose="020B0806030902050204" pitchFamily="34" charset="0"/>
            </a:endParaRPr>
          </a:p>
        </p:txBody>
      </p:sp>
    </p:spTree>
    <p:custDataLst>
      <p:tags r:id="rId1"/>
    </p:custDataLst>
    <p:extLst>
      <p:ext uri="{BB962C8B-B14F-4D97-AF65-F5344CB8AC3E}">
        <p14:creationId xmlns:p14="http://schemas.microsoft.com/office/powerpoint/2010/main" val="1135888912"/>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2" presetClass="entr" presetSubtype="8" fill="hold" nodeType="withEffect">
                                  <p:stCondLst>
                                    <p:cond delay="0"/>
                                  </p:stCondLst>
                                  <p:childTnLst>
                                    <p:set>
                                      <p:cBhvr>
                                        <p:cTn id="6" dur="1" fill="hold">
                                          <p:stCondLst>
                                            <p:cond delay="0"/>
                                          </p:stCondLst>
                                        </p:cTn>
                                        <p:tgtEl>
                                          <p:spTgt spid="12"/>
                                        </p:tgtEl>
                                        <p:attrNameLst>
                                          <p:attrName>style.visibility</p:attrName>
                                        </p:attrNameLst>
                                      </p:cBhvr>
                                      <p:to>
                                        <p:strVal val="visible"/>
                                      </p:to>
                                    </p:set>
                                    <p:animEffect transition="in" filter="wipe(left)">
                                      <p:cBhvr>
                                        <p:cTn id="7" dur="1000"/>
                                        <p:tgtEl>
                                          <p:spTgt spid="12"/>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57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4" name="组合 3">
            <a:extLst>
              <a:ext uri="{FF2B5EF4-FFF2-40B4-BE49-F238E27FC236}">
                <a16:creationId xmlns:a16="http://schemas.microsoft.com/office/drawing/2014/main" id="{9A1EA9F2-FCB6-48C3-935F-7AE7E3AD14AC}"/>
              </a:ext>
            </a:extLst>
          </p:cNvPr>
          <p:cNvGrpSpPr/>
          <p:nvPr/>
        </p:nvGrpSpPr>
        <p:grpSpPr>
          <a:xfrm>
            <a:off x="304800" y="749300"/>
            <a:ext cx="5791200" cy="400110"/>
            <a:chOff x="424117" y="898245"/>
            <a:chExt cx="5791200" cy="400110"/>
          </a:xfrm>
        </p:grpSpPr>
        <p:sp>
          <p:nvSpPr>
            <p:cNvPr id="2" name="平行四边形 1">
              <a:extLst>
                <a:ext uri="{FF2B5EF4-FFF2-40B4-BE49-F238E27FC236}">
                  <a16:creationId xmlns:a16="http://schemas.microsoft.com/office/drawing/2014/main" id="{1F5BAA3F-9845-4F89-A2DD-8222D3E4EDAC}"/>
                </a:ext>
              </a:extLst>
            </p:cNvPr>
            <p:cNvSpPr/>
            <p:nvPr/>
          </p:nvSpPr>
          <p:spPr>
            <a:xfrm>
              <a:off x="424117" y="898245"/>
              <a:ext cx="628306" cy="387090"/>
            </a:xfrm>
            <a:prstGeom prst="parallelogram">
              <a:avLst/>
            </a:prstGeom>
            <a:solidFill>
              <a:schemeClr val="accent3">
                <a:lumMod val="75000"/>
              </a:schemeClr>
            </a:solidFill>
            <a:ln>
              <a:solidFill>
                <a:schemeClr val="accent3">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CN" sz="2200" dirty="0">
                  <a:latin typeface="Impact" panose="020B0806030902050204" pitchFamily="34" charset="0"/>
                </a:rPr>
                <a:t>01</a:t>
              </a:r>
              <a:endParaRPr lang="zh-CN" altLang="en-US" sz="2200" dirty="0">
                <a:latin typeface="Impact" panose="020B0806030902050204" pitchFamily="34" charset="0"/>
              </a:endParaRPr>
            </a:p>
          </p:txBody>
        </p:sp>
        <p:sp>
          <p:nvSpPr>
            <p:cNvPr id="3" name="文本框 2">
              <a:extLst>
                <a:ext uri="{FF2B5EF4-FFF2-40B4-BE49-F238E27FC236}">
                  <a16:creationId xmlns:a16="http://schemas.microsoft.com/office/drawing/2014/main" id="{4D6BD736-A4D3-4F26-AFED-36E11F50F70B}"/>
                </a:ext>
              </a:extLst>
            </p:cNvPr>
            <p:cNvSpPr txBox="1"/>
            <p:nvPr/>
          </p:nvSpPr>
          <p:spPr>
            <a:xfrm>
              <a:off x="1052423" y="898245"/>
              <a:ext cx="5162894" cy="400110"/>
            </a:xfrm>
            <a:prstGeom prst="rect">
              <a:avLst/>
            </a:prstGeom>
            <a:noFill/>
          </p:spPr>
          <p:txBody>
            <a:bodyPr wrap="square" rtlCol="0">
              <a:spAutoFit/>
            </a:bodyPr>
            <a:lstStyle/>
            <a:p>
              <a:r>
                <a:rPr lang="en-US" altLang="zh-CN" sz="2000" b="1" dirty="0">
                  <a:solidFill>
                    <a:schemeClr val="tx1"/>
                  </a:solidFill>
                  <a:latin typeface="Arial Narrow" panose="020B0606020202030204" pitchFamily="34" charset="0"/>
                </a:rPr>
                <a:t>802.11</a:t>
              </a:r>
              <a:r>
                <a:rPr lang="zh-CN" altLang="en-US" sz="2000" b="1" dirty="0">
                  <a:solidFill>
                    <a:schemeClr val="tx1"/>
                  </a:solidFill>
                  <a:latin typeface="Arial Narrow" panose="020B0606020202030204" pitchFamily="34" charset="0"/>
                </a:rPr>
                <a:t>无线局域网的</a:t>
              </a:r>
              <a:r>
                <a:rPr lang="en-US" altLang="zh-CN" sz="2000" b="1" dirty="0">
                  <a:solidFill>
                    <a:schemeClr val="tx1"/>
                  </a:solidFill>
                  <a:latin typeface="Arial Narrow" panose="020B0606020202030204" pitchFamily="34" charset="0"/>
                </a:rPr>
                <a:t>MAC</a:t>
              </a:r>
              <a:r>
                <a:rPr lang="zh-CN" altLang="en-US" sz="2000" b="1" dirty="0">
                  <a:solidFill>
                    <a:schemeClr val="tx1"/>
                  </a:solidFill>
                  <a:latin typeface="Arial Narrow" panose="020B0606020202030204" pitchFamily="34" charset="0"/>
                </a:rPr>
                <a:t>帧</a:t>
              </a:r>
              <a:endParaRPr lang="en-US" altLang="zh-CN" sz="2000" b="1" dirty="0">
                <a:solidFill>
                  <a:schemeClr val="tx1"/>
                </a:solidFill>
                <a:latin typeface="Arial Narrow" panose="020B0606020202030204" pitchFamily="34" charset="0"/>
              </a:endParaRPr>
            </a:p>
          </p:txBody>
        </p:sp>
      </p:grpSp>
      <p:grpSp>
        <p:nvGrpSpPr>
          <p:cNvPr id="11" name="组合 10">
            <a:extLst>
              <a:ext uri="{FF2B5EF4-FFF2-40B4-BE49-F238E27FC236}">
                <a16:creationId xmlns:a16="http://schemas.microsoft.com/office/drawing/2014/main" id="{74C8B553-4069-4132-8B54-4FABB5A4B891}"/>
              </a:ext>
            </a:extLst>
          </p:cNvPr>
          <p:cNvGrpSpPr/>
          <p:nvPr/>
        </p:nvGrpSpPr>
        <p:grpSpPr>
          <a:xfrm>
            <a:off x="548585" y="1130525"/>
            <a:ext cx="10998048" cy="5308375"/>
            <a:chOff x="548585" y="1130525"/>
            <a:chExt cx="10998048" cy="5308375"/>
          </a:xfrm>
        </p:grpSpPr>
        <p:sp>
          <p:nvSpPr>
            <p:cNvPr id="35" name="文本框 34">
              <a:extLst>
                <a:ext uri="{FF2B5EF4-FFF2-40B4-BE49-F238E27FC236}">
                  <a16:creationId xmlns:a16="http://schemas.microsoft.com/office/drawing/2014/main" id="{09D69166-DAC3-411E-9DCE-96244449F453}"/>
                </a:ext>
              </a:extLst>
            </p:cNvPr>
            <p:cNvSpPr txBox="1"/>
            <p:nvPr/>
          </p:nvSpPr>
          <p:spPr>
            <a:xfrm>
              <a:off x="2616938" y="5086323"/>
              <a:ext cx="1586500" cy="646331"/>
            </a:xfrm>
            <a:prstGeom prst="rect">
              <a:avLst/>
            </a:prstGeom>
            <a:noFill/>
          </p:spPr>
          <p:txBody>
            <a:bodyPr wrap="square" rtlCol="0">
              <a:spAutoFit/>
            </a:bodyPr>
            <a:lstStyle/>
            <a:p>
              <a:pPr algn="ctr"/>
              <a:r>
                <a:rPr lang="zh-CN" altLang="en-US" b="1" dirty="0">
                  <a:latin typeface="Arial Narrow" panose="020B0606020202030204" pitchFamily="34" charset="0"/>
                </a:rPr>
                <a:t>基本服务集</a:t>
              </a:r>
              <a:endParaRPr lang="en-US" altLang="zh-CN" b="1" dirty="0">
                <a:latin typeface="Arial Narrow" panose="020B0606020202030204" pitchFamily="34" charset="0"/>
              </a:endParaRPr>
            </a:p>
            <a:p>
              <a:pPr algn="ctr"/>
              <a:r>
                <a:rPr lang="en-US" altLang="zh-CN" b="1" dirty="0">
                  <a:latin typeface="Arial Narrow" panose="020B0606020202030204" pitchFamily="34" charset="0"/>
                </a:rPr>
                <a:t>BSS1</a:t>
              </a:r>
              <a:endParaRPr lang="zh-CN" altLang="en-US" b="1" dirty="0">
                <a:latin typeface="Arial Narrow" panose="020B0606020202030204" pitchFamily="34" charset="0"/>
              </a:endParaRPr>
            </a:p>
          </p:txBody>
        </p:sp>
        <p:sp>
          <p:nvSpPr>
            <p:cNvPr id="36" name="文本框 35">
              <a:extLst>
                <a:ext uri="{FF2B5EF4-FFF2-40B4-BE49-F238E27FC236}">
                  <a16:creationId xmlns:a16="http://schemas.microsoft.com/office/drawing/2014/main" id="{65225C43-29B1-466B-A38A-2076A426334F}"/>
                </a:ext>
              </a:extLst>
            </p:cNvPr>
            <p:cNvSpPr txBox="1"/>
            <p:nvPr/>
          </p:nvSpPr>
          <p:spPr>
            <a:xfrm>
              <a:off x="3178377" y="3288853"/>
              <a:ext cx="555406" cy="369332"/>
            </a:xfrm>
            <a:prstGeom prst="rect">
              <a:avLst/>
            </a:prstGeom>
            <a:noFill/>
          </p:spPr>
          <p:txBody>
            <a:bodyPr wrap="square" rtlCol="0">
              <a:spAutoFit/>
            </a:bodyPr>
            <a:lstStyle/>
            <a:p>
              <a:pPr algn="ctr"/>
              <a:r>
                <a:rPr lang="en-US" altLang="zh-CN" b="1" dirty="0">
                  <a:latin typeface="Arial Narrow" panose="020B0606020202030204" pitchFamily="34" charset="0"/>
                </a:rPr>
                <a:t>AP1</a:t>
              </a:r>
              <a:endParaRPr lang="zh-CN" altLang="en-US" b="1" dirty="0">
                <a:latin typeface="Arial Narrow" panose="020B0606020202030204" pitchFamily="34" charset="0"/>
              </a:endParaRPr>
            </a:p>
          </p:txBody>
        </p:sp>
        <p:cxnSp>
          <p:nvCxnSpPr>
            <p:cNvPr id="37" name="直接连接符 36">
              <a:extLst>
                <a:ext uri="{FF2B5EF4-FFF2-40B4-BE49-F238E27FC236}">
                  <a16:creationId xmlns:a16="http://schemas.microsoft.com/office/drawing/2014/main" id="{47EFCC13-D7BF-4D6A-B9BD-B1C0CF32D497}"/>
                </a:ext>
              </a:extLst>
            </p:cNvPr>
            <p:cNvCxnSpPr>
              <a:cxnSpLocks/>
            </p:cNvCxnSpPr>
            <p:nvPr/>
          </p:nvCxnSpPr>
          <p:spPr>
            <a:xfrm flipV="1">
              <a:off x="3567716" y="1626093"/>
              <a:ext cx="0" cy="1296461"/>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8" name="直接连接符 37">
              <a:extLst>
                <a:ext uri="{FF2B5EF4-FFF2-40B4-BE49-F238E27FC236}">
                  <a16:creationId xmlns:a16="http://schemas.microsoft.com/office/drawing/2014/main" id="{E37B011C-38B2-4CC0-B4CF-31F70C6E1BB6}"/>
                </a:ext>
              </a:extLst>
            </p:cNvPr>
            <p:cNvCxnSpPr>
              <a:cxnSpLocks/>
            </p:cNvCxnSpPr>
            <p:nvPr/>
          </p:nvCxnSpPr>
          <p:spPr>
            <a:xfrm flipV="1">
              <a:off x="8471133" y="1577720"/>
              <a:ext cx="0" cy="1393796"/>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39" name="矩形: 圆角 38">
              <a:extLst>
                <a:ext uri="{FF2B5EF4-FFF2-40B4-BE49-F238E27FC236}">
                  <a16:creationId xmlns:a16="http://schemas.microsoft.com/office/drawing/2014/main" id="{DFE4C2E5-4D87-410E-8E0A-E995B6096788}"/>
                </a:ext>
              </a:extLst>
            </p:cNvPr>
            <p:cNvSpPr/>
            <p:nvPr/>
          </p:nvSpPr>
          <p:spPr>
            <a:xfrm>
              <a:off x="2616938" y="1375885"/>
              <a:ext cx="6576364" cy="536605"/>
            </a:xfrm>
            <a:prstGeom prst="roundRect">
              <a:avLst>
                <a:gd name="adj" fmla="val 50000"/>
              </a:avLst>
            </a:prstGeom>
          </p:spPr>
          <p:style>
            <a:lnRef idx="2">
              <a:schemeClr val="accent3">
                <a:shade val="50000"/>
              </a:schemeClr>
            </a:lnRef>
            <a:fillRef idx="1">
              <a:schemeClr val="accent3"/>
            </a:fillRef>
            <a:effectRef idx="0">
              <a:schemeClr val="accent3"/>
            </a:effectRef>
            <a:fontRef idx="minor">
              <a:schemeClr val="lt1"/>
            </a:fontRef>
          </p:style>
          <p:txBody>
            <a:bodyPr rtlCol="0" anchor="ctr"/>
            <a:lstStyle/>
            <a:p>
              <a:pPr algn="ctr"/>
              <a:r>
                <a:rPr lang="zh-CN" altLang="en-US" b="1" dirty="0">
                  <a:solidFill>
                    <a:schemeClr val="bg1"/>
                  </a:solidFill>
                  <a:latin typeface="Arial Narrow" panose="020B0606020202030204" pitchFamily="34" charset="0"/>
                </a:rPr>
                <a:t>分配系统</a:t>
              </a:r>
              <a:r>
                <a:rPr lang="en-US" altLang="zh-CN" b="1" dirty="0">
                  <a:solidFill>
                    <a:schemeClr val="bg1"/>
                  </a:solidFill>
                  <a:latin typeface="Arial Narrow" panose="020B0606020202030204" pitchFamily="34" charset="0"/>
                </a:rPr>
                <a:t>DS</a:t>
              </a:r>
              <a:r>
                <a:rPr lang="zh-CN" altLang="en-US" b="1" dirty="0">
                  <a:solidFill>
                    <a:schemeClr val="bg1"/>
                  </a:solidFill>
                  <a:latin typeface="Arial Narrow" panose="020B0606020202030204" pitchFamily="34" charset="0"/>
                </a:rPr>
                <a:t>（例如以太网）</a:t>
              </a:r>
            </a:p>
          </p:txBody>
        </p:sp>
        <p:cxnSp>
          <p:nvCxnSpPr>
            <p:cNvPr id="40" name="直接连接符 39">
              <a:extLst>
                <a:ext uri="{FF2B5EF4-FFF2-40B4-BE49-F238E27FC236}">
                  <a16:creationId xmlns:a16="http://schemas.microsoft.com/office/drawing/2014/main" id="{DE51EEB6-A462-450B-BF2B-FC400418A071}"/>
                </a:ext>
              </a:extLst>
            </p:cNvPr>
            <p:cNvCxnSpPr/>
            <p:nvPr/>
          </p:nvCxnSpPr>
          <p:spPr>
            <a:xfrm>
              <a:off x="9296081" y="1563360"/>
              <a:ext cx="1224798"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pic>
          <p:nvPicPr>
            <p:cNvPr id="42" name="图形 41">
              <a:extLst>
                <a:ext uri="{FF2B5EF4-FFF2-40B4-BE49-F238E27FC236}">
                  <a16:creationId xmlns:a16="http://schemas.microsoft.com/office/drawing/2014/main" id="{FAF74EF1-A349-4068-8B37-73ED3B3E6598}"/>
                </a:ext>
              </a:extLst>
            </p:cNvPr>
            <p:cNvPicPr>
              <a:picLocks noChangeAspect="1"/>
            </p:cNvPicPr>
            <p:nvPr/>
          </p:nvPicPr>
          <p:blipFill>
            <a:blip r:embed="rId3">
              <a:extLst>
                <a:ext uri="{28A0092B-C50C-407E-A947-70E740481C1C}">
                  <a14:useLocalDpi xmlns:a14="http://schemas.microsoft.com/office/drawing/2010/main" val="0"/>
                </a:ext>
                <a:ext uri="{96DAC541-7B7A-43D3-8B79-37D633B846F1}">
                  <asvg:svgBlip xmlns:asvg="http://schemas.microsoft.com/office/drawing/2016/SVG/main" r:embed="rId4"/>
                </a:ext>
              </a:extLst>
            </a:blip>
            <a:stretch>
              <a:fillRect/>
            </a:stretch>
          </p:blipFill>
          <p:spPr>
            <a:xfrm>
              <a:off x="8909637" y="1387938"/>
              <a:ext cx="662865" cy="536605"/>
            </a:xfrm>
            <a:prstGeom prst="rect">
              <a:avLst/>
            </a:prstGeom>
          </p:spPr>
        </p:pic>
        <p:sp>
          <p:nvSpPr>
            <p:cNvPr id="44" name="云形 43">
              <a:extLst>
                <a:ext uri="{FF2B5EF4-FFF2-40B4-BE49-F238E27FC236}">
                  <a16:creationId xmlns:a16="http://schemas.microsoft.com/office/drawing/2014/main" id="{C28437D6-FBE0-427C-8150-ADF5DE5C9AF9}"/>
                </a:ext>
              </a:extLst>
            </p:cNvPr>
            <p:cNvSpPr/>
            <p:nvPr/>
          </p:nvSpPr>
          <p:spPr>
            <a:xfrm>
              <a:off x="10015272" y="1130525"/>
              <a:ext cx="1392213" cy="956327"/>
            </a:xfrm>
            <a:prstGeom prst="cloud">
              <a:avLst/>
            </a:prstGeom>
            <a:ln>
              <a:solidFill>
                <a:schemeClr val="accent2"/>
              </a:solidFill>
            </a:ln>
          </p:spPr>
          <p:style>
            <a:lnRef idx="2">
              <a:schemeClr val="accent2">
                <a:shade val="50000"/>
              </a:schemeClr>
            </a:lnRef>
            <a:fillRef idx="1">
              <a:schemeClr val="accent2"/>
            </a:fillRef>
            <a:effectRef idx="0">
              <a:schemeClr val="accent2"/>
            </a:effectRef>
            <a:fontRef idx="minor">
              <a:schemeClr val="lt1"/>
            </a:fontRef>
          </p:style>
          <p:txBody>
            <a:bodyPr rtlCol="0" anchor="ctr"/>
            <a:lstStyle/>
            <a:p>
              <a:pPr algn="ctr"/>
              <a:r>
                <a:rPr lang="zh-CN" altLang="en-US" b="1" dirty="0">
                  <a:solidFill>
                    <a:schemeClr val="bg1"/>
                  </a:solidFill>
                  <a:latin typeface="Arial Narrow" panose="020B0606020202030204" pitchFamily="34" charset="0"/>
                </a:rPr>
                <a:t>因特网</a:t>
              </a:r>
            </a:p>
          </p:txBody>
        </p:sp>
        <p:sp>
          <p:nvSpPr>
            <p:cNvPr id="45" name="文本框 44">
              <a:extLst>
                <a:ext uri="{FF2B5EF4-FFF2-40B4-BE49-F238E27FC236}">
                  <a16:creationId xmlns:a16="http://schemas.microsoft.com/office/drawing/2014/main" id="{933BCDDC-769D-49B7-A3B6-C7F308304785}"/>
                </a:ext>
              </a:extLst>
            </p:cNvPr>
            <p:cNvSpPr txBox="1"/>
            <p:nvPr/>
          </p:nvSpPr>
          <p:spPr>
            <a:xfrm>
              <a:off x="9126522" y="1838070"/>
              <a:ext cx="339118" cy="369332"/>
            </a:xfrm>
            <a:prstGeom prst="rect">
              <a:avLst/>
            </a:prstGeom>
            <a:noFill/>
          </p:spPr>
          <p:txBody>
            <a:bodyPr wrap="square" rtlCol="0">
              <a:spAutoFit/>
            </a:bodyPr>
            <a:lstStyle/>
            <a:p>
              <a:pPr algn="ctr"/>
              <a:r>
                <a:rPr lang="en-US" altLang="zh-CN" b="1" dirty="0">
                  <a:latin typeface="Arial Narrow" panose="020B0606020202030204" pitchFamily="34" charset="0"/>
                </a:rPr>
                <a:t>R</a:t>
              </a:r>
              <a:endParaRPr lang="zh-CN" altLang="en-US" b="1" dirty="0">
                <a:latin typeface="Arial Narrow" panose="020B0606020202030204" pitchFamily="34" charset="0"/>
              </a:endParaRPr>
            </a:p>
          </p:txBody>
        </p:sp>
        <p:sp>
          <p:nvSpPr>
            <p:cNvPr id="46" name="椭圆 45">
              <a:extLst>
                <a:ext uri="{FF2B5EF4-FFF2-40B4-BE49-F238E27FC236}">
                  <a16:creationId xmlns:a16="http://schemas.microsoft.com/office/drawing/2014/main" id="{B9ACAE52-7E9F-4E6B-AF4A-B25E55991785}"/>
                </a:ext>
              </a:extLst>
            </p:cNvPr>
            <p:cNvSpPr/>
            <p:nvPr/>
          </p:nvSpPr>
          <p:spPr>
            <a:xfrm>
              <a:off x="981179" y="3020358"/>
              <a:ext cx="5173075" cy="2723321"/>
            </a:xfrm>
            <a:prstGeom prst="ellipse">
              <a:avLst/>
            </a:prstGeom>
            <a:noFill/>
            <a:ln>
              <a:solidFill>
                <a:schemeClr val="tx1"/>
              </a:solid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b="1">
                <a:latin typeface="Arial Narrow" panose="020B0606020202030204" pitchFamily="34" charset="0"/>
              </a:endParaRPr>
            </a:p>
          </p:txBody>
        </p:sp>
        <p:pic>
          <p:nvPicPr>
            <p:cNvPr id="47" name="图形 46">
              <a:extLst>
                <a:ext uri="{FF2B5EF4-FFF2-40B4-BE49-F238E27FC236}">
                  <a16:creationId xmlns:a16="http://schemas.microsoft.com/office/drawing/2014/main" id="{9ADD710D-CD09-4ED3-AA5E-8AD665CF401C}"/>
                </a:ext>
              </a:extLst>
            </p:cNvPr>
            <p:cNvPicPr>
              <a:picLocks noChangeAspect="1"/>
            </p:cNvPicPr>
            <p:nvPr/>
          </p:nvPicPr>
          <p:blipFill>
            <a:blip r:embed="rId5">
              <a:extLst>
                <a:ext uri="{28A0092B-C50C-407E-A947-70E740481C1C}">
                  <a14:useLocalDpi xmlns:a14="http://schemas.microsoft.com/office/drawing/2010/main" val="0"/>
                </a:ext>
                <a:ext uri="{96DAC541-7B7A-43D3-8B79-37D633B846F1}">
                  <asvg:svgBlip xmlns:asvg="http://schemas.microsoft.com/office/drawing/2016/SVG/main" r:embed="rId6"/>
                </a:ext>
              </a:extLst>
            </a:blip>
            <a:stretch>
              <a:fillRect/>
            </a:stretch>
          </p:blipFill>
          <p:spPr>
            <a:xfrm>
              <a:off x="3057488" y="2318821"/>
              <a:ext cx="1028700" cy="1009650"/>
            </a:xfrm>
            <a:prstGeom prst="rect">
              <a:avLst/>
            </a:prstGeom>
          </p:spPr>
        </p:pic>
        <p:grpSp>
          <p:nvGrpSpPr>
            <p:cNvPr id="48" name="组合 47">
              <a:extLst>
                <a:ext uri="{FF2B5EF4-FFF2-40B4-BE49-F238E27FC236}">
                  <a16:creationId xmlns:a16="http://schemas.microsoft.com/office/drawing/2014/main" id="{6495BAC6-97CD-4DBD-971B-405616EA6EF4}"/>
                </a:ext>
              </a:extLst>
            </p:cNvPr>
            <p:cNvGrpSpPr/>
            <p:nvPr/>
          </p:nvGrpSpPr>
          <p:grpSpPr>
            <a:xfrm>
              <a:off x="2006216" y="4706461"/>
              <a:ext cx="662814" cy="846462"/>
              <a:chOff x="2163893" y="1015189"/>
              <a:chExt cx="662814" cy="846462"/>
            </a:xfrm>
          </p:grpSpPr>
          <p:grpSp>
            <p:nvGrpSpPr>
              <p:cNvPr id="49" name="组合 48">
                <a:extLst>
                  <a:ext uri="{FF2B5EF4-FFF2-40B4-BE49-F238E27FC236}">
                    <a16:creationId xmlns:a16="http://schemas.microsoft.com/office/drawing/2014/main" id="{EFBC881B-B48B-4030-A118-67C71402CE0F}"/>
                  </a:ext>
                </a:extLst>
              </p:cNvPr>
              <p:cNvGrpSpPr/>
              <p:nvPr/>
            </p:nvGrpSpPr>
            <p:grpSpPr>
              <a:xfrm>
                <a:off x="2442267" y="1015189"/>
                <a:ext cx="381000" cy="351117"/>
                <a:chOff x="2556504" y="2484669"/>
                <a:chExt cx="381000" cy="351117"/>
              </a:xfrm>
            </p:grpSpPr>
            <p:pic>
              <p:nvPicPr>
                <p:cNvPr id="51" name="图形 50">
                  <a:extLst>
                    <a:ext uri="{FF2B5EF4-FFF2-40B4-BE49-F238E27FC236}">
                      <a16:creationId xmlns:a16="http://schemas.microsoft.com/office/drawing/2014/main" id="{2F68BA53-3F53-46F2-B393-04E4D56C24B3}"/>
                    </a:ext>
                  </a:extLst>
                </p:cNvPr>
                <p:cNvPicPr>
                  <a:picLocks noChangeAspect="1"/>
                </p:cNvPicPr>
                <p:nvPr/>
              </p:nvPicPr>
              <p:blipFill>
                <a:blip r:embed="rId7">
                  <a:extLst>
                    <a:ext uri="{28A0092B-C50C-407E-A947-70E740481C1C}">
                      <a14:useLocalDpi xmlns:a14="http://schemas.microsoft.com/office/drawing/2010/main" val="0"/>
                    </a:ext>
                    <a:ext uri="{96DAC541-7B7A-43D3-8B79-37D633B846F1}">
                      <asvg:svgBlip xmlns:asvg="http://schemas.microsoft.com/office/drawing/2016/SVG/main" r:embed="rId8"/>
                    </a:ext>
                  </a:extLst>
                </a:blip>
                <a:stretch>
                  <a:fillRect/>
                </a:stretch>
              </p:blipFill>
              <p:spPr>
                <a:xfrm>
                  <a:off x="2556504" y="2484669"/>
                  <a:ext cx="381000" cy="285750"/>
                </a:xfrm>
                <a:prstGeom prst="rect">
                  <a:avLst/>
                </a:prstGeom>
              </p:spPr>
            </p:pic>
            <p:cxnSp>
              <p:nvCxnSpPr>
                <p:cNvPr id="52" name="直接连接符 51">
                  <a:extLst>
                    <a:ext uri="{FF2B5EF4-FFF2-40B4-BE49-F238E27FC236}">
                      <a16:creationId xmlns:a16="http://schemas.microsoft.com/office/drawing/2014/main" id="{3F8096AC-5A8C-4641-90E3-0EC4130C501A}"/>
                    </a:ext>
                  </a:extLst>
                </p:cNvPr>
                <p:cNvCxnSpPr/>
                <p:nvPr/>
              </p:nvCxnSpPr>
              <p:spPr>
                <a:xfrm>
                  <a:off x="2747004" y="2612580"/>
                  <a:ext cx="0" cy="223206"/>
                </a:xfrm>
                <a:prstGeom prst="line">
                  <a:avLst/>
                </a:prstGeom>
                <a:ln w="25400">
                  <a:solidFill>
                    <a:srgbClr val="999999"/>
                  </a:solidFill>
                </a:ln>
              </p:spPr>
              <p:style>
                <a:lnRef idx="1">
                  <a:schemeClr val="accent1"/>
                </a:lnRef>
                <a:fillRef idx="0">
                  <a:schemeClr val="accent1"/>
                </a:fillRef>
                <a:effectRef idx="0">
                  <a:schemeClr val="accent1"/>
                </a:effectRef>
                <a:fontRef idx="minor">
                  <a:schemeClr val="tx1"/>
                </a:fontRef>
              </p:style>
            </p:cxnSp>
          </p:grpSp>
          <p:pic>
            <p:nvPicPr>
              <p:cNvPr id="50" name="图形 10">
                <a:extLst>
                  <a:ext uri="{FF2B5EF4-FFF2-40B4-BE49-F238E27FC236}">
                    <a16:creationId xmlns:a16="http://schemas.microsoft.com/office/drawing/2014/main" id="{327DC618-DF50-4930-9453-E4FA66236CFB}"/>
                  </a:ext>
                </a:extLst>
              </p:cNvPr>
              <p:cNvPicPr>
                <a:picLocks noChangeAspect="1"/>
              </p:cNvPicPr>
              <p:nvPr/>
            </p:nvPicPr>
            <p:blipFill>
              <a:blip r:embed="rId9">
                <a:extLst>
                  <a:ext uri="{28A0092B-C50C-407E-A947-70E740481C1C}">
                    <a14:useLocalDpi xmlns:a14="http://schemas.microsoft.com/office/drawing/2010/main" val="0"/>
                  </a:ext>
                  <a:ext uri="{96DAC541-7B7A-43D3-8B79-37D633B846F1}">
                    <asvg:svgBlip xmlns:asvg="http://schemas.microsoft.com/office/drawing/2016/SVG/main" r:embed="rId10"/>
                  </a:ext>
                </a:extLst>
              </a:blip>
              <a:stretch>
                <a:fillRect/>
              </a:stretch>
            </p:blipFill>
            <p:spPr>
              <a:xfrm>
                <a:off x="2163893" y="1220569"/>
                <a:ext cx="662814" cy="641082"/>
              </a:xfrm>
              <a:prstGeom prst="rect">
                <a:avLst/>
              </a:prstGeom>
            </p:spPr>
          </p:pic>
        </p:grpSp>
        <p:grpSp>
          <p:nvGrpSpPr>
            <p:cNvPr id="53" name="组合 52">
              <a:extLst>
                <a:ext uri="{FF2B5EF4-FFF2-40B4-BE49-F238E27FC236}">
                  <a16:creationId xmlns:a16="http://schemas.microsoft.com/office/drawing/2014/main" id="{F0DD4B8B-3964-47A8-837B-EC9008C85D48}"/>
                </a:ext>
              </a:extLst>
            </p:cNvPr>
            <p:cNvGrpSpPr/>
            <p:nvPr/>
          </p:nvGrpSpPr>
          <p:grpSpPr>
            <a:xfrm>
              <a:off x="3969001" y="4817828"/>
              <a:ext cx="662814" cy="846462"/>
              <a:chOff x="2163893" y="1015189"/>
              <a:chExt cx="662814" cy="846462"/>
            </a:xfrm>
          </p:grpSpPr>
          <p:grpSp>
            <p:nvGrpSpPr>
              <p:cNvPr id="54" name="组合 53">
                <a:extLst>
                  <a:ext uri="{FF2B5EF4-FFF2-40B4-BE49-F238E27FC236}">
                    <a16:creationId xmlns:a16="http://schemas.microsoft.com/office/drawing/2014/main" id="{BFBB0EB6-57FB-4AA0-8748-3C76BF0D464C}"/>
                  </a:ext>
                </a:extLst>
              </p:cNvPr>
              <p:cNvGrpSpPr/>
              <p:nvPr/>
            </p:nvGrpSpPr>
            <p:grpSpPr>
              <a:xfrm>
                <a:off x="2442267" y="1015189"/>
                <a:ext cx="381000" cy="351117"/>
                <a:chOff x="2556504" y="2484669"/>
                <a:chExt cx="381000" cy="351117"/>
              </a:xfrm>
            </p:grpSpPr>
            <p:pic>
              <p:nvPicPr>
                <p:cNvPr id="56" name="图形 55">
                  <a:extLst>
                    <a:ext uri="{FF2B5EF4-FFF2-40B4-BE49-F238E27FC236}">
                      <a16:creationId xmlns:a16="http://schemas.microsoft.com/office/drawing/2014/main" id="{9A9A7E09-C56D-477B-BB3A-F909395BC7F8}"/>
                    </a:ext>
                  </a:extLst>
                </p:cNvPr>
                <p:cNvPicPr>
                  <a:picLocks noChangeAspect="1"/>
                </p:cNvPicPr>
                <p:nvPr/>
              </p:nvPicPr>
              <p:blipFill>
                <a:blip r:embed="rId7">
                  <a:extLst>
                    <a:ext uri="{28A0092B-C50C-407E-A947-70E740481C1C}">
                      <a14:useLocalDpi xmlns:a14="http://schemas.microsoft.com/office/drawing/2010/main" val="0"/>
                    </a:ext>
                    <a:ext uri="{96DAC541-7B7A-43D3-8B79-37D633B846F1}">
                      <asvg:svgBlip xmlns:asvg="http://schemas.microsoft.com/office/drawing/2016/SVG/main" r:embed="rId8"/>
                    </a:ext>
                  </a:extLst>
                </a:blip>
                <a:stretch>
                  <a:fillRect/>
                </a:stretch>
              </p:blipFill>
              <p:spPr>
                <a:xfrm>
                  <a:off x="2556504" y="2484669"/>
                  <a:ext cx="381000" cy="285750"/>
                </a:xfrm>
                <a:prstGeom prst="rect">
                  <a:avLst/>
                </a:prstGeom>
              </p:spPr>
            </p:pic>
            <p:cxnSp>
              <p:nvCxnSpPr>
                <p:cNvPr id="57" name="直接连接符 56">
                  <a:extLst>
                    <a:ext uri="{FF2B5EF4-FFF2-40B4-BE49-F238E27FC236}">
                      <a16:creationId xmlns:a16="http://schemas.microsoft.com/office/drawing/2014/main" id="{8A52AF4C-F25B-4C3A-8582-6218906B245C}"/>
                    </a:ext>
                  </a:extLst>
                </p:cNvPr>
                <p:cNvCxnSpPr/>
                <p:nvPr/>
              </p:nvCxnSpPr>
              <p:spPr>
                <a:xfrm>
                  <a:off x="2747004" y="2612580"/>
                  <a:ext cx="0" cy="223206"/>
                </a:xfrm>
                <a:prstGeom prst="line">
                  <a:avLst/>
                </a:prstGeom>
                <a:ln w="25400">
                  <a:solidFill>
                    <a:srgbClr val="999999"/>
                  </a:solidFill>
                </a:ln>
              </p:spPr>
              <p:style>
                <a:lnRef idx="1">
                  <a:schemeClr val="accent1"/>
                </a:lnRef>
                <a:fillRef idx="0">
                  <a:schemeClr val="accent1"/>
                </a:fillRef>
                <a:effectRef idx="0">
                  <a:schemeClr val="accent1"/>
                </a:effectRef>
                <a:fontRef idx="minor">
                  <a:schemeClr val="tx1"/>
                </a:fontRef>
              </p:style>
            </p:cxnSp>
          </p:grpSp>
          <p:pic>
            <p:nvPicPr>
              <p:cNvPr id="55" name="图形 10">
                <a:extLst>
                  <a:ext uri="{FF2B5EF4-FFF2-40B4-BE49-F238E27FC236}">
                    <a16:creationId xmlns:a16="http://schemas.microsoft.com/office/drawing/2014/main" id="{DE412910-0392-449F-9AFA-FE1A0FC46529}"/>
                  </a:ext>
                </a:extLst>
              </p:cNvPr>
              <p:cNvPicPr>
                <a:picLocks noChangeAspect="1"/>
              </p:cNvPicPr>
              <p:nvPr/>
            </p:nvPicPr>
            <p:blipFill>
              <a:blip r:embed="rId9">
                <a:extLst>
                  <a:ext uri="{28A0092B-C50C-407E-A947-70E740481C1C}">
                    <a14:useLocalDpi xmlns:a14="http://schemas.microsoft.com/office/drawing/2010/main" val="0"/>
                  </a:ext>
                  <a:ext uri="{96DAC541-7B7A-43D3-8B79-37D633B846F1}">
                    <asvg:svgBlip xmlns:asvg="http://schemas.microsoft.com/office/drawing/2016/SVG/main" r:embed="rId10"/>
                  </a:ext>
                </a:extLst>
              </a:blip>
              <a:stretch>
                <a:fillRect/>
              </a:stretch>
            </p:blipFill>
            <p:spPr>
              <a:xfrm>
                <a:off x="2163893" y="1220569"/>
                <a:ext cx="662814" cy="641082"/>
              </a:xfrm>
              <a:prstGeom prst="rect">
                <a:avLst/>
              </a:prstGeom>
            </p:spPr>
          </p:pic>
        </p:grpSp>
        <p:grpSp>
          <p:nvGrpSpPr>
            <p:cNvPr id="62" name="组合 61">
              <a:extLst>
                <a:ext uri="{FF2B5EF4-FFF2-40B4-BE49-F238E27FC236}">
                  <a16:creationId xmlns:a16="http://schemas.microsoft.com/office/drawing/2014/main" id="{E91FF1D9-8CDA-4ADD-82DF-352C1455AC0C}"/>
                </a:ext>
              </a:extLst>
            </p:cNvPr>
            <p:cNvGrpSpPr/>
            <p:nvPr/>
          </p:nvGrpSpPr>
          <p:grpSpPr>
            <a:xfrm>
              <a:off x="1242272" y="3565796"/>
              <a:ext cx="662814" cy="846462"/>
              <a:chOff x="2163893" y="1015189"/>
              <a:chExt cx="662814" cy="846462"/>
            </a:xfrm>
          </p:grpSpPr>
          <p:grpSp>
            <p:nvGrpSpPr>
              <p:cNvPr id="63" name="组合 62">
                <a:extLst>
                  <a:ext uri="{FF2B5EF4-FFF2-40B4-BE49-F238E27FC236}">
                    <a16:creationId xmlns:a16="http://schemas.microsoft.com/office/drawing/2014/main" id="{D8F5E8A8-B976-44FC-9037-7CCAB24A822B}"/>
                  </a:ext>
                </a:extLst>
              </p:cNvPr>
              <p:cNvGrpSpPr/>
              <p:nvPr/>
            </p:nvGrpSpPr>
            <p:grpSpPr>
              <a:xfrm>
                <a:off x="2442267" y="1015189"/>
                <a:ext cx="381000" cy="351117"/>
                <a:chOff x="2556504" y="2484669"/>
                <a:chExt cx="381000" cy="351117"/>
              </a:xfrm>
            </p:grpSpPr>
            <p:pic>
              <p:nvPicPr>
                <p:cNvPr id="65" name="图形 64">
                  <a:extLst>
                    <a:ext uri="{FF2B5EF4-FFF2-40B4-BE49-F238E27FC236}">
                      <a16:creationId xmlns:a16="http://schemas.microsoft.com/office/drawing/2014/main" id="{F7AE8FB5-9965-4DD4-A616-027DD94173DE}"/>
                    </a:ext>
                  </a:extLst>
                </p:cNvPr>
                <p:cNvPicPr>
                  <a:picLocks noChangeAspect="1"/>
                </p:cNvPicPr>
                <p:nvPr/>
              </p:nvPicPr>
              <p:blipFill>
                <a:blip r:embed="rId7">
                  <a:extLst>
                    <a:ext uri="{28A0092B-C50C-407E-A947-70E740481C1C}">
                      <a14:useLocalDpi xmlns:a14="http://schemas.microsoft.com/office/drawing/2010/main" val="0"/>
                    </a:ext>
                    <a:ext uri="{96DAC541-7B7A-43D3-8B79-37D633B846F1}">
                      <asvg:svgBlip xmlns:asvg="http://schemas.microsoft.com/office/drawing/2016/SVG/main" r:embed="rId8"/>
                    </a:ext>
                  </a:extLst>
                </a:blip>
                <a:stretch>
                  <a:fillRect/>
                </a:stretch>
              </p:blipFill>
              <p:spPr>
                <a:xfrm>
                  <a:off x="2556504" y="2484669"/>
                  <a:ext cx="381000" cy="285750"/>
                </a:xfrm>
                <a:prstGeom prst="rect">
                  <a:avLst/>
                </a:prstGeom>
              </p:spPr>
            </p:pic>
            <p:cxnSp>
              <p:nvCxnSpPr>
                <p:cNvPr id="66" name="直接连接符 65">
                  <a:extLst>
                    <a:ext uri="{FF2B5EF4-FFF2-40B4-BE49-F238E27FC236}">
                      <a16:creationId xmlns:a16="http://schemas.microsoft.com/office/drawing/2014/main" id="{462769A3-6B8F-4F3E-ADFA-15E162A19832}"/>
                    </a:ext>
                  </a:extLst>
                </p:cNvPr>
                <p:cNvCxnSpPr/>
                <p:nvPr/>
              </p:nvCxnSpPr>
              <p:spPr>
                <a:xfrm>
                  <a:off x="2747004" y="2612580"/>
                  <a:ext cx="0" cy="223206"/>
                </a:xfrm>
                <a:prstGeom prst="line">
                  <a:avLst/>
                </a:prstGeom>
                <a:ln w="25400">
                  <a:solidFill>
                    <a:srgbClr val="999999"/>
                  </a:solidFill>
                </a:ln>
              </p:spPr>
              <p:style>
                <a:lnRef idx="1">
                  <a:schemeClr val="accent1"/>
                </a:lnRef>
                <a:fillRef idx="0">
                  <a:schemeClr val="accent1"/>
                </a:fillRef>
                <a:effectRef idx="0">
                  <a:schemeClr val="accent1"/>
                </a:effectRef>
                <a:fontRef idx="minor">
                  <a:schemeClr val="tx1"/>
                </a:fontRef>
              </p:style>
            </p:cxnSp>
          </p:grpSp>
          <p:pic>
            <p:nvPicPr>
              <p:cNvPr id="64" name="图形 10">
                <a:extLst>
                  <a:ext uri="{FF2B5EF4-FFF2-40B4-BE49-F238E27FC236}">
                    <a16:creationId xmlns:a16="http://schemas.microsoft.com/office/drawing/2014/main" id="{5DDC28E3-0EEB-4A79-821E-D4FF5FC9B3BF}"/>
                  </a:ext>
                </a:extLst>
              </p:cNvPr>
              <p:cNvPicPr>
                <a:picLocks noChangeAspect="1"/>
              </p:cNvPicPr>
              <p:nvPr/>
            </p:nvPicPr>
            <p:blipFill>
              <a:blip r:embed="rId9">
                <a:extLst>
                  <a:ext uri="{28A0092B-C50C-407E-A947-70E740481C1C}">
                    <a14:useLocalDpi xmlns:a14="http://schemas.microsoft.com/office/drawing/2010/main" val="0"/>
                  </a:ext>
                  <a:ext uri="{96DAC541-7B7A-43D3-8B79-37D633B846F1}">
                    <asvg:svgBlip xmlns:asvg="http://schemas.microsoft.com/office/drawing/2016/SVG/main" r:embed="rId10"/>
                  </a:ext>
                </a:extLst>
              </a:blip>
              <a:stretch>
                <a:fillRect/>
              </a:stretch>
            </p:blipFill>
            <p:spPr>
              <a:xfrm>
                <a:off x="2163893" y="1220569"/>
                <a:ext cx="662814" cy="641082"/>
              </a:xfrm>
              <a:prstGeom prst="rect">
                <a:avLst/>
              </a:prstGeom>
            </p:spPr>
          </p:pic>
        </p:grpSp>
        <p:grpSp>
          <p:nvGrpSpPr>
            <p:cNvPr id="67" name="组合 66">
              <a:extLst>
                <a:ext uri="{FF2B5EF4-FFF2-40B4-BE49-F238E27FC236}">
                  <a16:creationId xmlns:a16="http://schemas.microsoft.com/office/drawing/2014/main" id="{F11DC869-ECDB-400F-80BB-07D7B88FE8FB}"/>
                </a:ext>
              </a:extLst>
            </p:cNvPr>
            <p:cNvGrpSpPr/>
            <p:nvPr/>
          </p:nvGrpSpPr>
          <p:grpSpPr>
            <a:xfrm>
              <a:off x="4972999" y="3902963"/>
              <a:ext cx="662814" cy="846462"/>
              <a:chOff x="2163893" y="1015189"/>
              <a:chExt cx="662814" cy="846462"/>
            </a:xfrm>
          </p:grpSpPr>
          <p:grpSp>
            <p:nvGrpSpPr>
              <p:cNvPr id="68" name="组合 67">
                <a:extLst>
                  <a:ext uri="{FF2B5EF4-FFF2-40B4-BE49-F238E27FC236}">
                    <a16:creationId xmlns:a16="http://schemas.microsoft.com/office/drawing/2014/main" id="{54A87B3B-1515-44E2-BAA9-C179D7EF22CA}"/>
                  </a:ext>
                </a:extLst>
              </p:cNvPr>
              <p:cNvGrpSpPr/>
              <p:nvPr/>
            </p:nvGrpSpPr>
            <p:grpSpPr>
              <a:xfrm>
                <a:off x="2442267" y="1015189"/>
                <a:ext cx="381000" cy="351117"/>
                <a:chOff x="2556504" y="2484669"/>
                <a:chExt cx="381000" cy="351117"/>
              </a:xfrm>
            </p:grpSpPr>
            <p:pic>
              <p:nvPicPr>
                <p:cNvPr id="70" name="图形 69">
                  <a:extLst>
                    <a:ext uri="{FF2B5EF4-FFF2-40B4-BE49-F238E27FC236}">
                      <a16:creationId xmlns:a16="http://schemas.microsoft.com/office/drawing/2014/main" id="{BFC7CC97-F296-4DDB-AC30-B5A56CF53D5E}"/>
                    </a:ext>
                  </a:extLst>
                </p:cNvPr>
                <p:cNvPicPr>
                  <a:picLocks noChangeAspect="1"/>
                </p:cNvPicPr>
                <p:nvPr/>
              </p:nvPicPr>
              <p:blipFill>
                <a:blip r:embed="rId7">
                  <a:extLst>
                    <a:ext uri="{28A0092B-C50C-407E-A947-70E740481C1C}">
                      <a14:useLocalDpi xmlns:a14="http://schemas.microsoft.com/office/drawing/2010/main" val="0"/>
                    </a:ext>
                    <a:ext uri="{96DAC541-7B7A-43D3-8B79-37D633B846F1}">
                      <asvg:svgBlip xmlns:asvg="http://schemas.microsoft.com/office/drawing/2016/SVG/main" r:embed="rId8"/>
                    </a:ext>
                  </a:extLst>
                </a:blip>
                <a:stretch>
                  <a:fillRect/>
                </a:stretch>
              </p:blipFill>
              <p:spPr>
                <a:xfrm>
                  <a:off x="2556504" y="2484669"/>
                  <a:ext cx="381000" cy="285750"/>
                </a:xfrm>
                <a:prstGeom prst="rect">
                  <a:avLst/>
                </a:prstGeom>
              </p:spPr>
            </p:pic>
            <p:cxnSp>
              <p:nvCxnSpPr>
                <p:cNvPr id="71" name="直接连接符 70">
                  <a:extLst>
                    <a:ext uri="{FF2B5EF4-FFF2-40B4-BE49-F238E27FC236}">
                      <a16:creationId xmlns:a16="http://schemas.microsoft.com/office/drawing/2014/main" id="{07F8E50E-012D-466B-93B2-B1A0A23922A8}"/>
                    </a:ext>
                  </a:extLst>
                </p:cNvPr>
                <p:cNvCxnSpPr/>
                <p:nvPr/>
              </p:nvCxnSpPr>
              <p:spPr>
                <a:xfrm>
                  <a:off x="2747004" y="2612580"/>
                  <a:ext cx="0" cy="223206"/>
                </a:xfrm>
                <a:prstGeom prst="line">
                  <a:avLst/>
                </a:prstGeom>
                <a:ln w="25400">
                  <a:solidFill>
                    <a:srgbClr val="999999"/>
                  </a:solidFill>
                </a:ln>
              </p:spPr>
              <p:style>
                <a:lnRef idx="1">
                  <a:schemeClr val="accent1"/>
                </a:lnRef>
                <a:fillRef idx="0">
                  <a:schemeClr val="accent1"/>
                </a:fillRef>
                <a:effectRef idx="0">
                  <a:schemeClr val="accent1"/>
                </a:effectRef>
                <a:fontRef idx="minor">
                  <a:schemeClr val="tx1"/>
                </a:fontRef>
              </p:style>
            </p:cxnSp>
          </p:grpSp>
          <p:pic>
            <p:nvPicPr>
              <p:cNvPr id="69" name="图形 10">
                <a:extLst>
                  <a:ext uri="{FF2B5EF4-FFF2-40B4-BE49-F238E27FC236}">
                    <a16:creationId xmlns:a16="http://schemas.microsoft.com/office/drawing/2014/main" id="{DBD4FB69-2ACE-4CE8-966E-2221C16A389B}"/>
                  </a:ext>
                </a:extLst>
              </p:cNvPr>
              <p:cNvPicPr>
                <a:picLocks noChangeAspect="1"/>
              </p:cNvPicPr>
              <p:nvPr/>
            </p:nvPicPr>
            <p:blipFill>
              <a:blip r:embed="rId9">
                <a:extLst>
                  <a:ext uri="{28A0092B-C50C-407E-A947-70E740481C1C}">
                    <a14:useLocalDpi xmlns:a14="http://schemas.microsoft.com/office/drawing/2010/main" val="0"/>
                  </a:ext>
                  <a:ext uri="{96DAC541-7B7A-43D3-8B79-37D633B846F1}">
                    <asvg:svgBlip xmlns:asvg="http://schemas.microsoft.com/office/drawing/2016/SVG/main" r:embed="rId10"/>
                  </a:ext>
                </a:extLst>
              </a:blip>
              <a:stretch>
                <a:fillRect/>
              </a:stretch>
            </p:blipFill>
            <p:spPr>
              <a:xfrm>
                <a:off x="2163893" y="1220569"/>
                <a:ext cx="662814" cy="641082"/>
              </a:xfrm>
              <a:prstGeom prst="rect">
                <a:avLst/>
              </a:prstGeom>
            </p:spPr>
          </p:pic>
        </p:grpSp>
        <p:sp>
          <p:nvSpPr>
            <p:cNvPr id="72" name="文本框 71">
              <a:extLst>
                <a:ext uri="{FF2B5EF4-FFF2-40B4-BE49-F238E27FC236}">
                  <a16:creationId xmlns:a16="http://schemas.microsoft.com/office/drawing/2014/main" id="{BCB12494-508B-485B-821F-51C498644118}"/>
                </a:ext>
              </a:extLst>
            </p:cNvPr>
            <p:cNvSpPr txBox="1"/>
            <p:nvPr/>
          </p:nvSpPr>
          <p:spPr>
            <a:xfrm>
              <a:off x="8081794" y="3286423"/>
              <a:ext cx="555406" cy="369332"/>
            </a:xfrm>
            <a:prstGeom prst="rect">
              <a:avLst/>
            </a:prstGeom>
            <a:noFill/>
          </p:spPr>
          <p:txBody>
            <a:bodyPr wrap="square" rtlCol="0">
              <a:spAutoFit/>
            </a:bodyPr>
            <a:lstStyle/>
            <a:p>
              <a:pPr algn="ctr"/>
              <a:r>
                <a:rPr lang="en-US" altLang="zh-CN" b="1" dirty="0">
                  <a:latin typeface="Arial Narrow" panose="020B0606020202030204" pitchFamily="34" charset="0"/>
                </a:rPr>
                <a:t>AP2</a:t>
              </a:r>
              <a:endParaRPr lang="zh-CN" altLang="en-US" b="1" dirty="0">
                <a:latin typeface="Arial Narrow" panose="020B0606020202030204" pitchFamily="34" charset="0"/>
              </a:endParaRPr>
            </a:p>
          </p:txBody>
        </p:sp>
        <p:sp>
          <p:nvSpPr>
            <p:cNvPr id="73" name="椭圆 72">
              <a:extLst>
                <a:ext uri="{FF2B5EF4-FFF2-40B4-BE49-F238E27FC236}">
                  <a16:creationId xmlns:a16="http://schemas.microsoft.com/office/drawing/2014/main" id="{B9F67A10-1FEF-43E3-86B7-A98CD8C7E6F4}"/>
                </a:ext>
              </a:extLst>
            </p:cNvPr>
            <p:cNvSpPr/>
            <p:nvPr/>
          </p:nvSpPr>
          <p:spPr>
            <a:xfrm>
              <a:off x="5884596" y="3017928"/>
              <a:ext cx="5173075" cy="2723321"/>
            </a:xfrm>
            <a:prstGeom prst="ellipse">
              <a:avLst/>
            </a:prstGeom>
            <a:noFill/>
            <a:ln>
              <a:solidFill>
                <a:schemeClr val="tx1"/>
              </a:solid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b="1">
                <a:latin typeface="Arial Narrow" panose="020B0606020202030204" pitchFamily="34" charset="0"/>
              </a:endParaRPr>
            </a:p>
          </p:txBody>
        </p:sp>
        <p:pic>
          <p:nvPicPr>
            <p:cNvPr id="74" name="图形 73">
              <a:extLst>
                <a:ext uri="{FF2B5EF4-FFF2-40B4-BE49-F238E27FC236}">
                  <a16:creationId xmlns:a16="http://schemas.microsoft.com/office/drawing/2014/main" id="{E33B5093-966E-4675-B8E1-02C06BF35374}"/>
                </a:ext>
              </a:extLst>
            </p:cNvPr>
            <p:cNvPicPr>
              <a:picLocks noChangeAspect="1"/>
            </p:cNvPicPr>
            <p:nvPr/>
          </p:nvPicPr>
          <p:blipFill>
            <a:blip r:embed="rId5">
              <a:extLst>
                <a:ext uri="{28A0092B-C50C-407E-A947-70E740481C1C}">
                  <a14:useLocalDpi xmlns:a14="http://schemas.microsoft.com/office/drawing/2010/main" val="0"/>
                </a:ext>
                <a:ext uri="{96DAC541-7B7A-43D3-8B79-37D633B846F1}">
                  <asvg:svgBlip xmlns:asvg="http://schemas.microsoft.com/office/drawing/2016/SVG/main" r:embed="rId6"/>
                </a:ext>
              </a:extLst>
            </a:blip>
            <a:stretch>
              <a:fillRect/>
            </a:stretch>
          </p:blipFill>
          <p:spPr>
            <a:xfrm>
              <a:off x="7960905" y="2316391"/>
              <a:ext cx="1028700" cy="1009650"/>
            </a:xfrm>
            <a:prstGeom prst="rect">
              <a:avLst/>
            </a:prstGeom>
          </p:spPr>
        </p:pic>
        <p:grpSp>
          <p:nvGrpSpPr>
            <p:cNvPr id="75" name="组合 74">
              <a:extLst>
                <a:ext uri="{FF2B5EF4-FFF2-40B4-BE49-F238E27FC236}">
                  <a16:creationId xmlns:a16="http://schemas.microsoft.com/office/drawing/2014/main" id="{43FA64F6-22D1-4BCD-8765-54872829EEF7}"/>
                </a:ext>
              </a:extLst>
            </p:cNvPr>
            <p:cNvGrpSpPr/>
            <p:nvPr/>
          </p:nvGrpSpPr>
          <p:grpSpPr>
            <a:xfrm>
              <a:off x="7203276" y="4520078"/>
              <a:ext cx="662814" cy="846462"/>
              <a:chOff x="2163893" y="1015189"/>
              <a:chExt cx="662814" cy="846462"/>
            </a:xfrm>
          </p:grpSpPr>
          <p:grpSp>
            <p:nvGrpSpPr>
              <p:cNvPr id="76" name="组合 75">
                <a:extLst>
                  <a:ext uri="{FF2B5EF4-FFF2-40B4-BE49-F238E27FC236}">
                    <a16:creationId xmlns:a16="http://schemas.microsoft.com/office/drawing/2014/main" id="{F7995AF2-BB92-4D2F-A403-E18E018074F1}"/>
                  </a:ext>
                </a:extLst>
              </p:cNvPr>
              <p:cNvGrpSpPr/>
              <p:nvPr/>
            </p:nvGrpSpPr>
            <p:grpSpPr>
              <a:xfrm>
                <a:off x="2442267" y="1015189"/>
                <a:ext cx="381000" cy="351117"/>
                <a:chOff x="2556504" y="2484669"/>
                <a:chExt cx="381000" cy="351117"/>
              </a:xfrm>
            </p:grpSpPr>
            <p:pic>
              <p:nvPicPr>
                <p:cNvPr id="78" name="图形 77">
                  <a:extLst>
                    <a:ext uri="{FF2B5EF4-FFF2-40B4-BE49-F238E27FC236}">
                      <a16:creationId xmlns:a16="http://schemas.microsoft.com/office/drawing/2014/main" id="{03310367-138D-442E-A6FD-F0768021176C}"/>
                    </a:ext>
                  </a:extLst>
                </p:cNvPr>
                <p:cNvPicPr>
                  <a:picLocks noChangeAspect="1"/>
                </p:cNvPicPr>
                <p:nvPr/>
              </p:nvPicPr>
              <p:blipFill>
                <a:blip r:embed="rId7">
                  <a:extLst>
                    <a:ext uri="{28A0092B-C50C-407E-A947-70E740481C1C}">
                      <a14:useLocalDpi xmlns:a14="http://schemas.microsoft.com/office/drawing/2010/main" val="0"/>
                    </a:ext>
                    <a:ext uri="{96DAC541-7B7A-43D3-8B79-37D633B846F1}">
                      <asvg:svgBlip xmlns:asvg="http://schemas.microsoft.com/office/drawing/2016/SVG/main" r:embed="rId8"/>
                    </a:ext>
                  </a:extLst>
                </a:blip>
                <a:stretch>
                  <a:fillRect/>
                </a:stretch>
              </p:blipFill>
              <p:spPr>
                <a:xfrm>
                  <a:off x="2556504" y="2484669"/>
                  <a:ext cx="381000" cy="285750"/>
                </a:xfrm>
                <a:prstGeom prst="rect">
                  <a:avLst/>
                </a:prstGeom>
              </p:spPr>
            </p:pic>
            <p:cxnSp>
              <p:nvCxnSpPr>
                <p:cNvPr id="79" name="直接连接符 78">
                  <a:extLst>
                    <a:ext uri="{FF2B5EF4-FFF2-40B4-BE49-F238E27FC236}">
                      <a16:creationId xmlns:a16="http://schemas.microsoft.com/office/drawing/2014/main" id="{79D704E4-7E63-4226-A40E-4033723EC13D}"/>
                    </a:ext>
                  </a:extLst>
                </p:cNvPr>
                <p:cNvCxnSpPr/>
                <p:nvPr/>
              </p:nvCxnSpPr>
              <p:spPr>
                <a:xfrm>
                  <a:off x="2747004" y="2612580"/>
                  <a:ext cx="0" cy="223206"/>
                </a:xfrm>
                <a:prstGeom prst="line">
                  <a:avLst/>
                </a:prstGeom>
                <a:ln w="25400">
                  <a:solidFill>
                    <a:srgbClr val="999999"/>
                  </a:solidFill>
                </a:ln>
              </p:spPr>
              <p:style>
                <a:lnRef idx="1">
                  <a:schemeClr val="accent1"/>
                </a:lnRef>
                <a:fillRef idx="0">
                  <a:schemeClr val="accent1"/>
                </a:fillRef>
                <a:effectRef idx="0">
                  <a:schemeClr val="accent1"/>
                </a:effectRef>
                <a:fontRef idx="minor">
                  <a:schemeClr val="tx1"/>
                </a:fontRef>
              </p:style>
            </p:cxnSp>
          </p:grpSp>
          <p:pic>
            <p:nvPicPr>
              <p:cNvPr id="77" name="图形 10">
                <a:extLst>
                  <a:ext uri="{FF2B5EF4-FFF2-40B4-BE49-F238E27FC236}">
                    <a16:creationId xmlns:a16="http://schemas.microsoft.com/office/drawing/2014/main" id="{77F9F57D-D4AB-49D5-B6A6-436C25F58BF9}"/>
                  </a:ext>
                </a:extLst>
              </p:cNvPr>
              <p:cNvPicPr>
                <a:picLocks noChangeAspect="1"/>
              </p:cNvPicPr>
              <p:nvPr/>
            </p:nvPicPr>
            <p:blipFill>
              <a:blip r:embed="rId9">
                <a:extLst>
                  <a:ext uri="{28A0092B-C50C-407E-A947-70E740481C1C}">
                    <a14:useLocalDpi xmlns:a14="http://schemas.microsoft.com/office/drawing/2010/main" val="0"/>
                  </a:ext>
                  <a:ext uri="{96DAC541-7B7A-43D3-8B79-37D633B846F1}">
                    <asvg:svgBlip xmlns:asvg="http://schemas.microsoft.com/office/drawing/2016/SVG/main" r:embed="rId10"/>
                  </a:ext>
                </a:extLst>
              </a:blip>
              <a:stretch>
                <a:fillRect/>
              </a:stretch>
            </p:blipFill>
            <p:spPr>
              <a:xfrm>
                <a:off x="2163893" y="1220569"/>
                <a:ext cx="662814" cy="641082"/>
              </a:xfrm>
              <a:prstGeom prst="rect">
                <a:avLst/>
              </a:prstGeom>
            </p:spPr>
          </p:pic>
        </p:grpSp>
        <p:grpSp>
          <p:nvGrpSpPr>
            <p:cNvPr id="80" name="组合 79">
              <a:extLst>
                <a:ext uri="{FF2B5EF4-FFF2-40B4-BE49-F238E27FC236}">
                  <a16:creationId xmlns:a16="http://schemas.microsoft.com/office/drawing/2014/main" id="{DC316675-7062-4442-AB90-79B37BB51414}"/>
                </a:ext>
              </a:extLst>
            </p:cNvPr>
            <p:cNvGrpSpPr/>
            <p:nvPr/>
          </p:nvGrpSpPr>
          <p:grpSpPr>
            <a:xfrm>
              <a:off x="9174041" y="4504796"/>
              <a:ext cx="662814" cy="846462"/>
              <a:chOff x="2163893" y="1015189"/>
              <a:chExt cx="662814" cy="846462"/>
            </a:xfrm>
          </p:grpSpPr>
          <p:grpSp>
            <p:nvGrpSpPr>
              <p:cNvPr id="81" name="组合 80">
                <a:extLst>
                  <a:ext uri="{FF2B5EF4-FFF2-40B4-BE49-F238E27FC236}">
                    <a16:creationId xmlns:a16="http://schemas.microsoft.com/office/drawing/2014/main" id="{FDC9B0C2-3DF4-4635-8657-1809B7281AB2}"/>
                  </a:ext>
                </a:extLst>
              </p:cNvPr>
              <p:cNvGrpSpPr/>
              <p:nvPr/>
            </p:nvGrpSpPr>
            <p:grpSpPr>
              <a:xfrm>
                <a:off x="2442267" y="1015189"/>
                <a:ext cx="381000" cy="351117"/>
                <a:chOff x="2556504" y="2484669"/>
                <a:chExt cx="381000" cy="351117"/>
              </a:xfrm>
            </p:grpSpPr>
            <p:pic>
              <p:nvPicPr>
                <p:cNvPr id="83" name="图形 82">
                  <a:extLst>
                    <a:ext uri="{FF2B5EF4-FFF2-40B4-BE49-F238E27FC236}">
                      <a16:creationId xmlns:a16="http://schemas.microsoft.com/office/drawing/2014/main" id="{A3E9EFA1-236C-4282-A515-3B3A3848F120}"/>
                    </a:ext>
                  </a:extLst>
                </p:cNvPr>
                <p:cNvPicPr>
                  <a:picLocks noChangeAspect="1"/>
                </p:cNvPicPr>
                <p:nvPr/>
              </p:nvPicPr>
              <p:blipFill>
                <a:blip r:embed="rId7">
                  <a:extLst>
                    <a:ext uri="{28A0092B-C50C-407E-A947-70E740481C1C}">
                      <a14:useLocalDpi xmlns:a14="http://schemas.microsoft.com/office/drawing/2010/main" val="0"/>
                    </a:ext>
                    <a:ext uri="{96DAC541-7B7A-43D3-8B79-37D633B846F1}">
                      <asvg:svgBlip xmlns:asvg="http://schemas.microsoft.com/office/drawing/2016/SVG/main" r:embed="rId8"/>
                    </a:ext>
                  </a:extLst>
                </a:blip>
                <a:stretch>
                  <a:fillRect/>
                </a:stretch>
              </p:blipFill>
              <p:spPr>
                <a:xfrm>
                  <a:off x="2556504" y="2484669"/>
                  <a:ext cx="381000" cy="285750"/>
                </a:xfrm>
                <a:prstGeom prst="rect">
                  <a:avLst/>
                </a:prstGeom>
              </p:spPr>
            </p:pic>
            <p:cxnSp>
              <p:nvCxnSpPr>
                <p:cNvPr id="84" name="直接连接符 83">
                  <a:extLst>
                    <a:ext uri="{FF2B5EF4-FFF2-40B4-BE49-F238E27FC236}">
                      <a16:creationId xmlns:a16="http://schemas.microsoft.com/office/drawing/2014/main" id="{817C4F36-61C9-4B98-A396-AE6DD79A2A62}"/>
                    </a:ext>
                  </a:extLst>
                </p:cNvPr>
                <p:cNvCxnSpPr/>
                <p:nvPr/>
              </p:nvCxnSpPr>
              <p:spPr>
                <a:xfrm>
                  <a:off x="2747004" y="2612580"/>
                  <a:ext cx="0" cy="223206"/>
                </a:xfrm>
                <a:prstGeom prst="line">
                  <a:avLst/>
                </a:prstGeom>
                <a:ln w="25400">
                  <a:solidFill>
                    <a:srgbClr val="999999"/>
                  </a:solidFill>
                </a:ln>
              </p:spPr>
              <p:style>
                <a:lnRef idx="1">
                  <a:schemeClr val="accent1"/>
                </a:lnRef>
                <a:fillRef idx="0">
                  <a:schemeClr val="accent1"/>
                </a:fillRef>
                <a:effectRef idx="0">
                  <a:schemeClr val="accent1"/>
                </a:effectRef>
                <a:fontRef idx="minor">
                  <a:schemeClr val="tx1"/>
                </a:fontRef>
              </p:style>
            </p:cxnSp>
          </p:grpSp>
          <p:pic>
            <p:nvPicPr>
              <p:cNvPr id="82" name="图形 10">
                <a:extLst>
                  <a:ext uri="{FF2B5EF4-FFF2-40B4-BE49-F238E27FC236}">
                    <a16:creationId xmlns:a16="http://schemas.microsoft.com/office/drawing/2014/main" id="{19A166C2-6E63-46E0-92E3-69A0C32FB6AF}"/>
                  </a:ext>
                </a:extLst>
              </p:cNvPr>
              <p:cNvPicPr>
                <a:picLocks noChangeAspect="1"/>
              </p:cNvPicPr>
              <p:nvPr/>
            </p:nvPicPr>
            <p:blipFill>
              <a:blip r:embed="rId9">
                <a:extLst>
                  <a:ext uri="{28A0092B-C50C-407E-A947-70E740481C1C}">
                    <a14:useLocalDpi xmlns:a14="http://schemas.microsoft.com/office/drawing/2010/main" val="0"/>
                  </a:ext>
                  <a:ext uri="{96DAC541-7B7A-43D3-8B79-37D633B846F1}">
                    <asvg:svgBlip xmlns:asvg="http://schemas.microsoft.com/office/drawing/2016/SVG/main" r:embed="rId10"/>
                  </a:ext>
                </a:extLst>
              </a:blip>
              <a:stretch>
                <a:fillRect/>
              </a:stretch>
            </p:blipFill>
            <p:spPr>
              <a:xfrm>
                <a:off x="2163893" y="1220569"/>
                <a:ext cx="662814" cy="641082"/>
              </a:xfrm>
              <a:prstGeom prst="rect">
                <a:avLst/>
              </a:prstGeom>
            </p:spPr>
          </p:pic>
        </p:grpSp>
        <p:grpSp>
          <p:nvGrpSpPr>
            <p:cNvPr id="85" name="组合 84">
              <a:extLst>
                <a:ext uri="{FF2B5EF4-FFF2-40B4-BE49-F238E27FC236}">
                  <a16:creationId xmlns:a16="http://schemas.microsoft.com/office/drawing/2014/main" id="{3B2B32E6-1209-47D1-850B-5D7B1AA6C1B1}"/>
                </a:ext>
              </a:extLst>
            </p:cNvPr>
            <p:cNvGrpSpPr/>
            <p:nvPr/>
          </p:nvGrpSpPr>
          <p:grpSpPr>
            <a:xfrm>
              <a:off x="6145689" y="3563366"/>
              <a:ext cx="662814" cy="846462"/>
              <a:chOff x="2163893" y="1015189"/>
              <a:chExt cx="662814" cy="846462"/>
            </a:xfrm>
          </p:grpSpPr>
          <p:grpSp>
            <p:nvGrpSpPr>
              <p:cNvPr id="86" name="组合 85">
                <a:extLst>
                  <a:ext uri="{FF2B5EF4-FFF2-40B4-BE49-F238E27FC236}">
                    <a16:creationId xmlns:a16="http://schemas.microsoft.com/office/drawing/2014/main" id="{DE87B011-80C0-460C-96AE-D100992CC0D1}"/>
                  </a:ext>
                </a:extLst>
              </p:cNvPr>
              <p:cNvGrpSpPr/>
              <p:nvPr/>
            </p:nvGrpSpPr>
            <p:grpSpPr>
              <a:xfrm>
                <a:off x="2442267" y="1015189"/>
                <a:ext cx="381000" cy="351117"/>
                <a:chOff x="2556504" y="2484669"/>
                <a:chExt cx="381000" cy="351117"/>
              </a:xfrm>
            </p:grpSpPr>
            <p:pic>
              <p:nvPicPr>
                <p:cNvPr id="88" name="图形 87">
                  <a:extLst>
                    <a:ext uri="{FF2B5EF4-FFF2-40B4-BE49-F238E27FC236}">
                      <a16:creationId xmlns:a16="http://schemas.microsoft.com/office/drawing/2014/main" id="{13B3928D-995B-4954-9EF4-D0B248200808}"/>
                    </a:ext>
                  </a:extLst>
                </p:cNvPr>
                <p:cNvPicPr>
                  <a:picLocks noChangeAspect="1"/>
                </p:cNvPicPr>
                <p:nvPr/>
              </p:nvPicPr>
              <p:blipFill>
                <a:blip r:embed="rId7">
                  <a:extLst>
                    <a:ext uri="{28A0092B-C50C-407E-A947-70E740481C1C}">
                      <a14:useLocalDpi xmlns:a14="http://schemas.microsoft.com/office/drawing/2010/main" val="0"/>
                    </a:ext>
                    <a:ext uri="{96DAC541-7B7A-43D3-8B79-37D633B846F1}">
                      <asvg:svgBlip xmlns:asvg="http://schemas.microsoft.com/office/drawing/2016/SVG/main" r:embed="rId8"/>
                    </a:ext>
                  </a:extLst>
                </a:blip>
                <a:stretch>
                  <a:fillRect/>
                </a:stretch>
              </p:blipFill>
              <p:spPr>
                <a:xfrm>
                  <a:off x="2556504" y="2484669"/>
                  <a:ext cx="381000" cy="285750"/>
                </a:xfrm>
                <a:prstGeom prst="rect">
                  <a:avLst/>
                </a:prstGeom>
              </p:spPr>
            </p:pic>
            <p:cxnSp>
              <p:nvCxnSpPr>
                <p:cNvPr id="89" name="直接连接符 88">
                  <a:extLst>
                    <a:ext uri="{FF2B5EF4-FFF2-40B4-BE49-F238E27FC236}">
                      <a16:creationId xmlns:a16="http://schemas.microsoft.com/office/drawing/2014/main" id="{56C2AFC6-78F6-417E-8E2F-5E2E42CDE0CD}"/>
                    </a:ext>
                  </a:extLst>
                </p:cNvPr>
                <p:cNvCxnSpPr/>
                <p:nvPr/>
              </p:nvCxnSpPr>
              <p:spPr>
                <a:xfrm>
                  <a:off x="2747004" y="2612580"/>
                  <a:ext cx="0" cy="223206"/>
                </a:xfrm>
                <a:prstGeom prst="line">
                  <a:avLst/>
                </a:prstGeom>
                <a:ln w="25400">
                  <a:solidFill>
                    <a:srgbClr val="999999"/>
                  </a:solidFill>
                </a:ln>
              </p:spPr>
              <p:style>
                <a:lnRef idx="1">
                  <a:schemeClr val="accent1"/>
                </a:lnRef>
                <a:fillRef idx="0">
                  <a:schemeClr val="accent1"/>
                </a:fillRef>
                <a:effectRef idx="0">
                  <a:schemeClr val="accent1"/>
                </a:effectRef>
                <a:fontRef idx="minor">
                  <a:schemeClr val="tx1"/>
                </a:fontRef>
              </p:style>
            </p:cxnSp>
          </p:grpSp>
          <p:pic>
            <p:nvPicPr>
              <p:cNvPr id="87" name="图形 10">
                <a:extLst>
                  <a:ext uri="{FF2B5EF4-FFF2-40B4-BE49-F238E27FC236}">
                    <a16:creationId xmlns:a16="http://schemas.microsoft.com/office/drawing/2014/main" id="{061BD505-8681-4140-A117-96E34CE4AC73}"/>
                  </a:ext>
                </a:extLst>
              </p:cNvPr>
              <p:cNvPicPr>
                <a:picLocks noChangeAspect="1"/>
              </p:cNvPicPr>
              <p:nvPr/>
            </p:nvPicPr>
            <p:blipFill>
              <a:blip r:embed="rId9">
                <a:extLst>
                  <a:ext uri="{28A0092B-C50C-407E-A947-70E740481C1C}">
                    <a14:useLocalDpi xmlns:a14="http://schemas.microsoft.com/office/drawing/2010/main" val="0"/>
                  </a:ext>
                  <a:ext uri="{96DAC541-7B7A-43D3-8B79-37D633B846F1}">
                    <asvg:svgBlip xmlns:asvg="http://schemas.microsoft.com/office/drawing/2016/SVG/main" r:embed="rId10"/>
                  </a:ext>
                </a:extLst>
              </a:blip>
              <a:stretch>
                <a:fillRect/>
              </a:stretch>
            </p:blipFill>
            <p:spPr>
              <a:xfrm>
                <a:off x="2163893" y="1220569"/>
                <a:ext cx="662814" cy="641082"/>
              </a:xfrm>
              <a:prstGeom prst="rect">
                <a:avLst/>
              </a:prstGeom>
            </p:spPr>
          </p:pic>
        </p:grpSp>
        <p:grpSp>
          <p:nvGrpSpPr>
            <p:cNvPr id="90" name="组合 89">
              <a:extLst>
                <a:ext uri="{FF2B5EF4-FFF2-40B4-BE49-F238E27FC236}">
                  <a16:creationId xmlns:a16="http://schemas.microsoft.com/office/drawing/2014/main" id="{112D3AB3-B4C0-4E65-B6FB-4A2620E1B3C3}"/>
                </a:ext>
              </a:extLst>
            </p:cNvPr>
            <p:cNvGrpSpPr/>
            <p:nvPr/>
          </p:nvGrpSpPr>
          <p:grpSpPr>
            <a:xfrm>
              <a:off x="9457586" y="3471089"/>
              <a:ext cx="662814" cy="846462"/>
              <a:chOff x="2163893" y="1015189"/>
              <a:chExt cx="662814" cy="846462"/>
            </a:xfrm>
          </p:grpSpPr>
          <p:grpSp>
            <p:nvGrpSpPr>
              <p:cNvPr id="91" name="组合 90">
                <a:extLst>
                  <a:ext uri="{FF2B5EF4-FFF2-40B4-BE49-F238E27FC236}">
                    <a16:creationId xmlns:a16="http://schemas.microsoft.com/office/drawing/2014/main" id="{01239586-8D7B-4E8B-8A8F-49EC24608910}"/>
                  </a:ext>
                </a:extLst>
              </p:cNvPr>
              <p:cNvGrpSpPr/>
              <p:nvPr/>
            </p:nvGrpSpPr>
            <p:grpSpPr>
              <a:xfrm>
                <a:off x="2442267" y="1015189"/>
                <a:ext cx="381000" cy="351117"/>
                <a:chOff x="2556504" y="2484669"/>
                <a:chExt cx="381000" cy="351117"/>
              </a:xfrm>
            </p:grpSpPr>
            <p:pic>
              <p:nvPicPr>
                <p:cNvPr id="93" name="图形 92">
                  <a:extLst>
                    <a:ext uri="{FF2B5EF4-FFF2-40B4-BE49-F238E27FC236}">
                      <a16:creationId xmlns:a16="http://schemas.microsoft.com/office/drawing/2014/main" id="{054EA276-8191-4582-9A0C-D136B0A29B8F}"/>
                    </a:ext>
                  </a:extLst>
                </p:cNvPr>
                <p:cNvPicPr>
                  <a:picLocks noChangeAspect="1"/>
                </p:cNvPicPr>
                <p:nvPr/>
              </p:nvPicPr>
              <p:blipFill>
                <a:blip r:embed="rId7">
                  <a:extLst>
                    <a:ext uri="{28A0092B-C50C-407E-A947-70E740481C1C}">
                      <a14:useLocalDpi xmlns:a14="http://schemas.microsoft.com/office/drawing/2010/main" val="0"/>
                    </a:ext>
                    <a:ext uri="{96DAC541-7B7A-43D3-8B79-37D633B846F1}">
                      <asvg:svgBlip xmlns:asvg="http://schemas.microsoft.com/office/drawing/2016/SVG/main" r:embed="rId8"/>
                    </a:ext>
                  </a:extLst>
                </a:blip>
                <a:stretch>
                  <a:fillRect/>
                </a:stretch>
              </p:blipFill>
              <p:spPr>
                <a:xfrm>
                  <a:off x="2556504" y="2484669"/>
                  <a:ext cx="381000" cy="285750"/>
                </a:xfrm>
                <a:prstGeom prst="rect">
                  <a:avLst/>
                </a:prstGeom>
              </p:spPr>
            </p:pic>
            <p:cxnSp>
              <p:nvCxnSpPr>
                <p:cNvPr id="94" name="直接连接符 93">
                  <a:extLst>
                    <a:ext uri="{FF2B5EF4-FFF2-40B4-BE49-F238E27FC236}">
                      <a16:creationId xmlns:a16="http://schemas.microsoft.com/office/drawing/2014/main" id="{4E78BEC1-A8CF-4073-946C-CDA5A2E16351}"/>
                    </a:ext>
                  </a:extLst>
                </p:cNvPr>
                <p:cNvCxnSpPr/>
                <p:nvPr/>
              </p:nvCxnSpPr>
              <p:spPr>
                <a:xfrm>
                  <a:off x="2747004" y="2612580"/>
                  <a:ext cx="0" cy="223206"/>
                </a:xfrm>
                <a:prstGeom prst="line">
                  <a:avLst/>
                </a:prstGeom>
                <a:ln w="25400">
                  <a:solidFill>
                    <a:srgbClr val="999999"/>
                  </a:solidFill>
                </a:ln>
              </p:spPr>
              <p:style>
                <a:lnRef idx="1">
                  <a:schemeClr val="accent1"/>
                </a:lnRef>
                <a:fillRef idx="0">
                  <a:schemeClr val="accent1"/>
                </a:fillRef>
                <a:effectRef idx="0">
                  <a:schemeClr val="accent1"/>
                </a:effectRef>
                <a:fontRef idx="minor">
                  <a:schemeClr val="tx1"/>
                </a:fontRef>
              </p:style>
            </p:cxnSp>
          </p:grpSp>
          <p:pic>
            <p:nvPicPr>
              <p:cNvPr id="92" name="图形 10">
                <a:extLst>
                  <a:ext uri="{FF2B5EF4-FFF2-40B4-BE49-F238E27FC236}">
                    <a16:creationId xmlns:a16="http://schemas.microsoft.com/office/drawing/2014/main" id="{7E4A49B4-ECC1-4553-8D43-299512F8AE2D}"/>
                  </a:ext>
                </a:extLst>
              </p:cNvPr>
              <p:cNvPicPr>
                <a:picLocks noChangeAspect="1"/>
              </p:cNvPicPr>
              <p:nvPr/>
            </p:nvPicPr>
            <p:blipFill>
              <a:blip r:embed="rId9">
                <a:extLst>
                  <a:ext uri="{28A0092B-C50C-407E-A947-70E740481C1C}">
                    <a14:useLocalDpi xmlns:a14="http://schemas.microsoft.com/office/drawing/2010/main" val="0"/>
                  </a:ext>
                  <a:ext uri="{96DAC541-7B7A-43D3-8B79-37D633B846F1}">
                    <asvg:svgBlip xmlns:asvg="http://schemas.microsoft.com/office/drawing/2016/SVG/main" r:embed="rId10"/>
                  </a:ext>
                </a:extLst>
              </a:blip>
              <a:stretch>
                <a:fillRect/>
              </a:stretch>
            </p:blipFill>
            <p:spPr>
              <a:xfrm>
                <a:off x="2163893" y="1220569"/>
                <a:ext cx="662814" cy="641082"/>
              </a:xfrm>
              <a:prstGeom prst="rect">
                <a:avLst/>
              </a:prstGeom>
            </p:spPr>
          </p:pic>
        </p:grpSp>
        <p:sp>
          <p:nvSpPr>
            <p:cNvPr id="95" name="文本框 94">
              <a:extLst>
                <a:ext uri="{FF2B5EF4-FFF2-40B4-BE49-F238E27FC236}">
                  <a16:creationId xmlns:a16="http://schemas.microsoft.com/office/drawing/2014/main" id="{6B698353-3A7C-4EAC-8987-FB392F9BDA92}"/>
                </a:ext>
              </a:extLst>
            </p:cNvPr>
            <p:cNvSpPr txBox="1"/>
            <p:nvPr/>
          </p:nvSpPr>
          <p:spPr>
            <a:xfrm>
              <a:off x="2281150" y="4945739"/>
              <a:ext cx="339118" cy="400110"/>
            </a:xfrm>
            <a:prstGeom prst="rect">
              <a:avLst/>
            </a:prstGeom>
            <a:noFill/>
          </p:spPr>
          <p:txBody>
            <a:bodyPr wrap="square" rtlCol="0">
              <a:spAutoFit/>
            </a:bodyPr>
            <a:lstStyle/>
            <a:p>
              <a:pPr algn="ctr"/>
              <a:r>
                <a:rPr lang="en-US" altLang="zh-CN" sz="2000" b="1" dirty="0">
                  <a:solidFill>
                    <a:schemeClr val="bg1"/>
                  </a:solidFill>
                  <a:latin typeface="Arial Narrow" panose="020B0606020202030204" pitchFamily="34" charset="0"/>
                </a:rPr>
                <a:t>A</a:t>
              </a:r>
              <a:endParaRPr lang="zh-CN" altLang="en-US" sz="2000" b="1" dirty="0">
                <a:solidFill>
                  <a:schemeClr val="bg1"/>
                </a:solidFill>
                <a:latin typeface="Arial Narrow" panose="020B0606020202030204" pitchFamily="34" charset="0"/>
              </a:endParaRPr>
            </a:p>
          </p:txBody>
        </p:sp>
        <p:sp>
          <p:nvSpPr>
            <p:cNvPr id="96" name="文本框 95">
              <a:extLst>
                <a:ext uri="{FF2B5EF4-FFF2-40B4-BE49-F238E27FC236}">
                  <a16:creationId xmlns:a16="http://schemas.microsoft.com/office/drawing/2014/main" id="{27836CF9-853E-4750-AB08-38E3740DA738}"/>
                </a:ext>
              </a:extLst>
            </p:cNvPr>
            <p:cNvSpPr txBox="1"/>
            <p:nvPr/>
          </p:nvSpPr>
          <p:spPr>
            <a:xfrm>
              <a:off x="4244431" y="5037092"/>
              <a:ext cx="339118" cy="400110"/>
            </a:xfrm>
            <a:prstGeom prst="rect">
              <a:avLst/>
            </a:prstGeom>
            <a:noFill/>
          </p:spPr>
          <p:txBody>
            <a:bodyPr wrap="square" rtlCol="0">
              <a:spAutoFit/>
            </a:bodyPr>
            <a:lstStyle/>
            <a:p>
              <a:pPr algn="ctr"/>
              <a:r>
                <a:rPr lang="en-US" altLang="zh-CN" sz="2000" b="1" dirty="0">
                  <a:solidFill>
                    <a:schemeClr val="bg1"/>
                  </a:solidFill>
                  <a:latin typeface="Arial Narrow" panose="020B0606020202030204" pitchFamily="34" charset="0"/>
                </a:rPr>
                <a:t>B</a:t>
              </a:r>
              <a:endParaRPr lang="zh-CN" altLang="en-US" sz="2000" b="1" dirty="0">
                <a:solidFill>
                  <a:schemeClr val="bg1"/>
                </a:solidFill>
                <a:latin typeface="Arial Narrow" panose="020B0606020202030204" pitchFamily="34" charset="0"/>
              </a:endParaRPr>
            </a:p>
          </p:txBody>
        </p:sp>
        <p:sp>
          <p:nvSpPr>
            <p:cNvPr id="97" name="文本框 96">
              <a:extLst>
                <a:ext uri="{FF2B5EF4-FFF2-40B4-BE49-F238E27FC236}">
                  <a16:creationId xmlns:a16="http://schemas.microsoft.com/office/drawing/2014/main" id="{3508E046-4641-4A22-A035-3812952C2A8C}"/>
                </a:ext>
              </a:extLst>
            </p:cNvPr>
            <p:cNvSpPr txBox="1"/>
            <p:nvPr/>
          </p:nvSpPr>
          <p:spPr>
            <a:xfrm>
              <a:off x="7790013" y="5086323"/>
              <a:ext cx="1586500" cy="646331"/>
            </a:xfrm>
            <a:prstGeom prst="rect">
              <a:avLst/>
            </a:prstGeom>
            <a:noFill/>
          </p:spPr>
          <p:txBody>
            <a:bodyPr wrap="square" rtlCol="0">
              <a:spAutoFit/>
            </a:bodyPr>
            <a:lstStyle/>
            <a:p>
              <a:pPr algn="ctr"/>
              <a:r>
                <a:rPr lang="zh-CN" altLang="en-US" b="1" dirty="0">
                  <a:latin typeface="Arial Narrow" panose="020B0606020202030204" pitchFamily="34" charset="0"/>
                </a:rPr>
                <a:t>基本服务集</a:t>
              </a:r>
              <a:endParaRPr lang="en-US" altLang="zh-CN" b="1" dirty="0">
                <a:latin typeface="Arial Narrow" panose="020B0606020202030204" pitchFamily="34" charset="0"/>
              </a:endParaRPr>
            </a:p>
            <a:p>
              <a:pPr algn="ctr"/>
              <a:r>
                <a:rPr lang="en-US" altLang="zh-CN" b="1" dirty="0">
                  <a:latin typeface="Arial Narrow" panose="020B0606020202030204" pitchFamily="34" charset="0"/>
                </a:rPr>
                <a:t>BSS2</a:t>
              </a:r>
              <a:endParaRPr lang="zh-CN" altLang="en-US" b="1" dirty="0">
                <a:latin typeface="Arial Narrow" panose="020B0606020202030204" pitchFamily="34" charset="0"/>
              </a:endParaRPr>
            </a:p>
          </p:txBody>
        </p:sp>
        <p:sp>
          <p:nvSpPr>
            <p:cNvPr id="98" name="矩形: 圆角 97">
              <a:extLst>
                <a:ext uri="{FF2B5EF4-FFF2-40B4-BE49-F238E27FC236}">
                  <a16:creationId xmlns:a16="http://schemas.microsoft.com/office/drawing/2014/main" id="{BB8042F8-0A0F-4057-8A1C-8AA95F7D35B9}"/>
                </a:ext>
              </a:extLst>
            </p:cNvPr>
            <p:cNvSpPr/>
            <p:nvPr/>
          </p:nvSpPr>
          <p:spPr>
            <a:xfrm>
              <a:off x="548585" y="2308043"/>
              <a:ext cx="10998048" cy="4130857"/>
            </a:xfrm>
            <a:prstGeom prst="roundRect">
              <a:avLst/>
            </a:prstGeom>
            <a:noFill/>
            <a:ln>
              <a:solidFill>
                <a:schemeClr val="tx1"/>
              </a:solid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b="1">
                <a:latin typeface="Arial Narrow" panose="020B0606020202030204" pitchFamily="34" charset="0"/>
              </a:endParaRPr>
            </a:p>
          </p:txBody>
        </p:sp>
        <p:sp>
          <p:nvSpPr>
            <p:cNvPr id="99" name="文本框 98">
              <a:extLst>
                <a:ext uri="{FF2B5EF4-FFF2-40B4-BE49-F238E27FC236}">
                  <a16:creationId xmlns:a16="http://schemas.microsoft.com/office/drawing/2014/main" id="{C48C1061-805E-4798-8A77-B9897E64953A}"/>
                </a:ext>
              </a:extLst>
            </p:cNvPr>
            <p:cNvSpPr txBox="1"/>
            <p:nvPr/>
          </p:nvSpPr>
          <p:spPr>
            <a:xfrm>
              <a:off x="9720110" y="3700084"/>
              <a:ext cx="339118" cy="369332"/>
            </a:xfrm>
            <a:prstGeom prst="rect">
              <a:avLst/>
            </a:prstGeom>
            <a:noFill/>
          </p:spPr>
          <p:txBody>
            <a:bodyPr wrap="square" rtlCol="0">
              <a:spAutoFit/>
            </a:bodyPr>
            <a:lstStyle/>
            <a:p>
              <a:pPr algn="ctr"/>
              <a:r>
                <a:rPr lang="en-US" altLang="zh-CN" b="1" dirty="0">
                  <a:solidFill>
                    <a:schemeClr val="bg1"/>
                  </a:solidFill>
                  <a:latin typeface="Arial Narrow" panose="020B0606020202030204" pitchFamily="34" charset="0"/>
                </a:rPr>
                <a:t>C</a:t>
              </a:r>
              <a:endParaRPr lang="zh-CN" altLang="en-US" b="1" dirty="0">
                <a:solidFill>
                  <a:schemeClr val="bg1"/>
                </a:solidFill>
                <a:latin typeface="Arial Narrow" panose="020B0606020202030204" pitchFamily="34" charset="0"/>
              </a:endParaRPr>
            </a:p>
          </p:txBody>
        </p:sp>
        <p:sp>
          <p:nvSpPr>
            <p:cNvPr id="100" name="文本框 99">
              <a:extLst>
                <a:ext uri="{FF2B5EF4-FFF2-40B4-BE49-F238E27FC236}">
                  <a16:creationId xmlns:a16="http://schemas.microsoft.com/office/drawing/2014/main" id="{5CE43870-E870-4FA4-82FC-85C756EF9546}"/>
                </a:ext>
              </a:extLst>
            </p:cNvPr>
            <p:cNvSpPr txBox="1"/>
            <p:nvPr/>
          </p:nvSpPr>
          <p:spPr>
            <a:xfrm>
              <a:off x="4933438" y="6015886"/>
              <a:ext cx="2319129" cy="369332"/>
            </a:xfrm>
            <a:prstGeom prst="rect">
              <a:avLst/>
            </a:prstGeom>
            <a:noFill/>
          </p:spPr>
          <p:txBody>
            <a:bodyPr wrap="square" rtlCol="0">
              <a:spAutoFit/>
            </a:bodyPr>
            <a:lstStyle/>
            <a:p>
              <a:pPr algn="ctr"/>
              <a:r>
                <a:rPr lang="zh-CN" altLang="en-US" b="1" dirty="0">
                  <a:latin typeface="Arial Narrow" panose="020B0606020202030204" pitchFamily="34" charset="0"/>
                </a:rPr>
                <a:t>扩展服务集</a:t>
              </a:r>
              <a:r>
                <a:rPr lang="en-US" altLang="zh-CN" b="1" dirty="0">
                  <a:latin typeface="Arial Narrow" panose="020B0606020202030204" pitchFamily="34" charset="0"/>
                </a:rPr>
                <a:t>ESS</a:t>
              </a:r>
              <a:endParaRPr lang="zh-CN" altLang="en-US" b="1" dirty="0">
                <a:latin typeface="Arial Narrow" panose="020B0606020202030204" pitchFamily="34" charset="0"/>
              </a:endParaRPr>
            </a:p>
          </p:txBody>
        </p:sp>
      </p:grpSp>
      <p:sp>
        <p:nvSpPr>
          <p:cNvPr id="102" name="标注: 右箭头 101">
            <a:extLst>
              <a:ext uri="{FF2B5EF4-FFF2-40B4-BE49-F238E27FC236}">
                <a16:creationId xmlns:a16="http://schemas.microsoft.com/office/drawing/2014/main" id="{31014C30-A974-4790-B447-58F4EEE18A30}"/>
              </a:ext>
            </a:extLst>
          </p:cNvPr>
          <p:cNvSpPr/>
          <p:nvPr/>
        </p:nvSpPr>
        <p:spPr>
          <a:xfrm rot="17968777">
            <a:off x="1956309" y="3614362"/>
            <a:ext cx="1490921" cy="540774"/>
          </a:xfrm>
          <a:prstGeom prst="rightArrowCallout">
            <a:avLst>
              <a:gd name="adj1" fmla="val 25000"/>
              <a:gd name="adj2" fmla="val 25000"/>
              <a:gd name="adj3" fmla="val 25000"/>
              <a:gd name="adj4" fmla="val 84932"/>
            </a:avLst>
          </a:prstGeom>
        </p:spPr>
        <p:style>
          <a:lnRef idx="2">
            <a:schemeClr val="accent3">
              <a:shade val="50000"/>
            </a:schemeClr>
          </a:lnRef>
          <a:fillRef idx="1">
            <a:schemeClr val="accent3"/>
          </a:fillRef>
          <a:effectRef idx="0">
            <a:schemeClr val="accent3"/>
          </a:effectRef>
          <a:fontRef idx="minor">
            <a:schemeClr val="lt1"/>
          </a:fontRef>
        </p:style>
        <p:txBody>
          <a:bodyPr rtlCol="0" anchor="ctr"/>
          <a:lstStyle/>
          <a:p>
            <a:pPr algn="ctr"/>
            <a:r>
              <a:rPr lang="en-US" altLang="zh-CN" b="1" dirty="0"/>
              <a:t>802.11</a:t>
            </a:r>
          </a:p>
          <a:p>
            <a:pPr algn="ctr"/>
            <a:r>
              <a:rPr lang="zh-CN" altLang="en-US" b="1" dirty="0"/>
              <a:t>数据帧</a:t>
            </a:r>
          </a:p>
        </p:txBody>
      </p:sp>
      <p:grpSp>
        <p:nvGrpSpPr>
          <p:cNvPr id="109" name="组合 108">
            <a:extLst>
              <a:ext uri="{FF2B5EF4-FFF2-40B4-BE49-F238E27FC236}">
                <a16:creationId xmlns:a16="http://schemas.microsoft.com/office/drawing/2014/main" id="{FE11E1FB-CCEB-406C-BB6C-AE9B2754A513}"/>
              </a:ext>
            </a:extLst>
          </p:cNvPr>
          <p:cNvGrpSpPr/>
          <p:nvPr/>
        </p:nvGrpSpPr>
        <p:grpSpPr>
          <a:xfrm>
            <a:off x="279134" y="1933071"/>
            <a:ext cx="2526968" cy="1759192"/>
            <a:chOff x="279134" y="1889510"/>
            <a:chExt cx="2526968" cy="1759192"/>
          </a:xfrm>
        </p:grpSpPr>
        <p:sp>
          <p:nvSpPr>
            <p:cNvPr id="110" name="对话气泡: 矩形 109">
              <a:extLst>
                <a:ext uri="{FF2B5EF4-FFF2-40B4-BE49-F238E27FC236}">
                  <a16:creationId xmlns:a16="http://schemas.microsoft.com/office/drawing/2014/main" id="{327FC7F3-BD6E-46F1-903B-5C5D04E34217}"/>
                </a:ext>
              </a:extLst>
            </p:cNvPr>
            <p:cNvSpPr/>
            <p:nvPr/>
          </p:nvSpPr>
          <p:spPr>
            <a:xfrm>
              <a:off x="299004" y="1889510"/>
              <a:ext cx="2379789" cy="1759192"/>
            </a:xfrm>
            <a:prstGeom prst="wedgeRectCallout">
              <a:avLst>
                <a:gd name="adj1" fmla="val 59749"/>
                <a:gd name="adj2" fmla="val 52963"/>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111" name="文本框 110">
              <a:extLst>
                <a:ext uri="{FF2B5EF4-FFF2-40B4-BE49-F238E27FC236}">
                  <a16:creationId xmlns:a16="http://schemas.microsoft.com/office/drawing/2014/main" id="{0D8C7E41-EEA8-4D24-8109-6B714B89732C}"/>
                </a:ext>
              </a:extLst>
            </p:cNvPr>
            <p:cNvSpPr txBox="1"/>
            <p:nvPr/>
          </p:nvSpPr>
          <p:spPr>
            <a:xfrm>
              <a:off x="279134" y="1902530"/>
              <a:ext cx="1291031" cy="646331"/>
            </a:xfrm>
            <a:prstGeom prst="rect">
              <a:avLst/>
            </a:prstGeom>
            <a:noFill/>
          </p:spPr>
          <p:txBody>
            <a:bodyPr wrap="square" rtlCol="0">
              <a:spAutoFit/>
            </a:bodyPr>
            <a:lstStyle/>
            <a:p>
              <a:r>
                <a:rPr lang="zh-CN" altLang="en-US" b="1" dirty="0"/>
                <a:t>去往</a:t>
              </a:r>
              <a:r>
                <a:rPr lang="en-US" altLang="zh-CN" b="1" dirty="0"/>
                <a:t>DS = 1</a:t>
              </a:r>
            </a:p>
            <a:p>
              <a:r>
                <a:rPr lang="zh-CN" altLang="en-US" b="1" dirty="0"/>
                <a:t>来自</a:t>
              </a:r>
              <a:r>
                <a:rPr lang="en-US" altLang="zh-CN" b="1" dirty="0"/>
                <a:t>DS = 0</a:t>
              </a:r>
              <a:endParaRPr lang="zh-CN" altLang="en-US" b="1" dirty="0"/>
            </a:p>
          </p:txBody>
        </p:sp>
        <p:sp>
          <p:nvSpPr>
            <p:cNvPr id="112" name="文本框 111">
              <a:extLst>
                <a:ext uri="{FF2B5EF4-FFF2-40B4-BE49-F238E27FC236}">
                  <a16:creationId xmlns:a16="http://schemas.microsoft.com/office/drawing/2014/main" id="{868A0A02-00D5-412F-8113-22BC41114A14}"/>
                </a:ext>
              </a:extLst>
            </p:cNvPr>
            <p:cNvSpPr txBox="1"/>
            <p:nvPr/>
          </p:nvSpPr>
          <p:spPr>
            <a:xfrm>
              <a:off x="279134" y="2523460"/>
              <a:ext cx="2526968" cy="369332"/>
            </a:xfrm>
            <a:prstGeom prst="rect">
              <a:avLst/>
            </a:prstGeom>
            <a:noFill/>
          </p:spPr>
          <p:txBody>
            <a:bodyPr wrap="square" rtlCol="0">
              <a:spAutoFit/>
            </a:bodyPr>
            <a:lstStyle/>
            <a:p>
              <a:r>
                <a:rPr lang="zh-CN" altLang="en-US" b="1" dirty="0"/>
                <a:t>地址</a:t>
              </a:r>
              <a:r>
                <a:rPr lang="en-US" altLang="zh-CN" b="1" dirty="0"/>
                <a:t>1 = AP1</a:t>
              </a:r>
              <a:r>
                <a:rPr lang="zh-CN" altLang="en-US" b="1" dirty="0"/>
                <a:t>的</a:t>
              </a:r>
              <a:r>
                <a:rPr lang="en-US" altLang="zh-CN" b="1" dirty="0"/>
                <a:t>MAC</a:t>
              </a:r>
              <a:r>
                <a:rPr lang="zh-CN" altLang="en-US" b="1" dirty="0"/>
                <a:t>地址</a:t>
              </a:r>
            </a:p>
          </p:txBody>
        </p:sp>
        <p:sp>
          <p:nvSpPr>
            <p:cNvPr id="113" name="文本框 112">
              <a:extLst>
                <a:ext uri="{FF2B5EF4-FFF2-40B4-BE49-F238E27FC236}">
                  <a16:creationId xmlns:a16="http://schemas.microsoft.com/office/drawing/2014/main" id="{B36A14FA-E55A-4395-856B-3675FA6931BD}"/>
                </a:ext>
              </a:extLst>
            </p:cNvPr>
            <p:cNvSpPr txBox="1"/>
            <p:nvPr/>
          </p:nvSpPr>
          <p:spPr>
            <a:xfrm>
              <a:off x="279134" y="2867391"/>
              <a:ext cx="2526968" cy="369332"/>
            </a:xfrm>
            <a:prstGeom prst="rect">
              <a:avLst/>
            </a:prstGeom>
            <a:noFill/>
          </p:spPr>
          <p:txBody>
            <a:bodyPr wrap="square" rtlCol="0">
              <a:spAutoFit/>
            </a:bodyPr>
            <a:lstStyle/>
            <a:p>
              <a:r>
                <a:rPr lang="zh-CN" altLang="en-US" b="1" dirty="0"/>
                <a:t>地址</a:t>
              </a:r>
              <a:r>
                <a:rPr lang="en-US" altLang="zh-CN" b="1" dirty="0"/>
                <a:t>2 = A</a:t>
              </a:r>
              <a:r>
                <a:rPr lang="zh-CN" altLang="en-US" b="1" dirty="0"/>
                <a:t>的</a:t>
              </a:r>
              <a:r>
                <a:rPr lang="en-US" altLang="zh-CN" b="1" dirty="0"/>
                <a:t>MAC</a:t>
              </a:r>
              <a:r>
                <a:rPr lang="zh-CN" altLang="en-US" b="1" dirty="0"/>
                <a:t>地址</a:t>
              </a:r>
            </a:p>
          </p:txBody>
        </p:sp>
        <p:sp>
          <p:nvSpPr>
            <p:cNvPr id="114" name="文本框 113">
              <a:extLst>
                <a:ext uri="{FF2B5EF4-FFF2-40B4-BE49-F238E27FC236}">
                  <a16:creationId xmlns:a16="http://schemas.microsoft.com/office/drawing/2014/main" id="{3B724422-8931-4253-8F79-98A8DAD6FEF4}"/>
                </a:ext>
              </a:extLst>
            </p:cNvPr>
            <p:cNvSpPr txBox="1"/>
            <p:nvPr/>
          </p:nvSpPr>
          <p:spPr>
            <a:xfrm>
              <a:off x="279134" y="3211322"/>
              <a:ext cx="2526968" cy="369332"/>
            </a:xfrm>
            <a:prstGeom prst="rect">
              <a:avLst/>
            </a:prstGeom>
            <a:noFill/>
          </p:spPr>
          <p:txBody>
            <a:bodyPr wrap="square" rtlCol="0">
              <a:spAutoFit/>
            </a:bodyPr>
            <a:lstStyle/>
            <a:p>
              <a:r>
                <a:rPr lang="zh-CN" altLang="en-US" b="1" dirty="0"/>
                <a:t>地址</a:t>
              </a:r>
              <a:r>
                <a:rPr lang="en-US" altLang="zh-CN" b="1" dirty="0"/>
                <a:t>3 = R</a:t>
              </a:r>
              <a:r>
                <a:rPr lang="zh-CN" altLang="en-US" b="1" dirty="0"/>
                <a:t>的</a:t>
              </a:r>
              <a:r>
                <a:rPr lang="en-US" altLang="zh-CN" b="1" dirty="0"/>
                <a:t>MAC</a:t>
              </a:r>
              <a:r>
                <a:rPr lang="zh-CN" altLang="en-US" b="1" dirty="0"/>
                <a:t>地址</a:t>
              </a:r>
            </a:p>
          </p:txBody>
        </p:sp>
      </p:grpSp>
      <p:sp>
        <p:nvSpPr>
          <p:cNvPr id="115" name="标注: 右箭头 114">
            <a:extLst>
              <a:ext uri="{FF2B5EF4-FFF2-40B4-BE49-F238E27FC236}">
                <a16:creationId xmlns:a16="http://schemas.microsoft.com/office/drawing/2014/main" id="{4DA86547-DC3D-4598-895A-4FE9F874FC89}"/>
              </a:ext>
            </a:extLst>
          </p:cNvPr>
          <p:cNvSpPr/>
          <p:nvPr/>
        </p:nvSpPr>
        <p:spPr>
          <a:xfrm>
            <a:off x="4037708" y="1956073"/>
            <a:ext cx="1490921" cy="540774"/>
          </a:xfrm>
          <a:prstGeom prst="rightArrowCallout">
            <a:avLst>
              <a:gd name="adj1" fmla="val 25000"/>
              <a:gd name="adj2" fmla="val 25000"/>
              <a:gd name="adj3" fmla="val 25000"/>
              <a:gd name="adj4" fmla="val 84932"/>
            </a:avLst>
          </a:prstGeom>
        </p:spPr>
        <p:style>
          <a:lnRef idx="2">
            <a:schemeClr val="accent3">
              <a:shade val="50000"/>
            </a:schemeClr>
          </a:lnRef>
          <a:fillRef idx="1">
            <a:schemeClr val="accent3"/>
          </a:fillRef>
          <a:effectRef idx="0">
            <a:schemeClr val="accent3"/>
          </a:effectRef>
          <a:fontRef idx="minor">
            <a:schemeClr val="lt1"/>
          </a:fontRef>
        </p:style>
        <p:txBody>
          <a:bodyPr rtlCol="0" anchor="ctr"/>
          <a:lstStyle/>
          <a:p>
            <a:pPr algn="ctr"/>
            <a:r>
              <a:rPr lang="zh-CN" altLang="en-US" b="1" dirty="0"/>
              <a:t>以太网</a:t>
            </a:r>
            <a:endParaRPr lang="en-US" altLang="zh-CN" b="1" dirty="0"/>
          </a:p>
          <a:p>
            <a:pPr algn="ctr"/>
            <a:r>
              <a:rPr lang="zh-CN" altLang="en-US" b="1" dirty="0"/>
              <a:t>数据帧</a:t>
            </a:r>
          </a:p>
        </p:txBody>
      </p:sp>
      <p:grpSp>
        <p:nvGrpSpPr>
          <p:cNvPr id="5" name="组合 4">
            <a:extLst>
              <a:ext uri="{FF2B5EF4-FFF2-40B4-BE49-F238E27FC236}">
                <a16:creationId xmlns:a16="http://schemas.microsoft.com/office/drawing/2014/main" id="{77BA02A1-FDFE-4EC4-9699-CD4EDA53927C}"/>
              </a:ext>
            </a:extLst>
          </p:cNvPr>
          <p:cNvGrpSpPr/>
          <p:nvPr/>
        </p:nvGrpSpPr>
        <p:grpSpPr>
          <a:xfrm>
            <a:off x="4238062" y="2669520"/>
            <a:ext cx="2734072" cy="814285"/>
            <a:chOff x="4518495" y="2669692"/>
            <a:chExt cx="2734072" cy="814285"/>
          </a:xfrm>
        </p:grpSpPr>
        <p:sp>
          <p:nvSpPr>
            <p:cNvPr id="117" name="对话气泡: 矩形 116">
              <a:extLst>
                <a:ext uri="{FF2B5EF4-FFF2-40B4-BE49-F238E27FC236}">
                  <a16:creationId xmlns:a16="http://schemas.microsoft.com/office/drawing/2014/main" id="{FBADE2E4-FD16-4659-AA12-88182F624183}"/>
                </a:ext>
              </a:extLst>
            </p:cNvPr>
            <p:cNvSpPr/>
            <p:nvPr/>
          </p:nvSpPr>
          <p:spPr>
            <a:xfrm>
              <a:off x="4538365" y="2669692"/>
              <a:ext cx="2531331" cy="814285"/>
            </a:xfrm>
            <a:prstGeom prst="wedgeRectCallout">
              <a:avLst>
                <a:gd name="adj1" fmla="val -12159"/>
                <a:gd name="adj2" fmla="val -78047"/>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119" name="文本框 118">
              <a:extLst>
                <a:ext uri="{FF2B5EF4-FFF2-40B4-BE49-F238E27FC236}">
                  <a16:creationId xmlns:a16="http://schemas.microsoft.com/office/drawing/2014/main" id="{6CE80794-9329-461B-9E58-39DFADB6A89C}"/>
                </a:ext>
              </a:extLst>
            </p:cNvPr>
            <p:cNvSpPr txBox="1"/>
            <p:nvPr/>
          </p:nvSpPr>
          <p:spPr>
            <a:xfrm>
              <a:off x="4518495" y="2713092"/>
              <a:ext cx="2526968" cy="369332"/>
            </a:xfrm>
            <a:prstGeom prst="rect">
              <a:avLst/>
            </a:prstGeom>
            <a:noFill/>
          </p:spPr>
          <p:txBody>
            <a:bodyPr wrap="square" rtlCol="0">
              <a:spAutoFit/>
            </a:bodyPr>
            <a:lstStyle/>
            <a:p>
              <a:r>
                <a:rPr lang="zh-CN" altLang="en-US" b="1" dirty="0"/>
                <a:t>源地址 </a:t>
              </a:r>
              <a:r>
                <a:rPr lang="en-US" altLang="zh-CN" b="1" dirty="0"/>
                <a:t>= A</a:t>
              </a:r>
              <a:r>
                <a:rPr lang="zh-CN" altLang="en-US" b="1" dirty="0"/>
                <a:t>的</a:t>
              </a:r>
              <a:r>
                <a:rPr lang="en-US" altLang="zh-CN" b="1" dirty="0"/>
                <a:t>MAC</a:t>
              </a:r>
              <a:r>
                <a:rPr lang="zh-CN" altLang="en-US" b="1" dirty="0"/>
                <a:t>地址</a:t>
              </a:r>
            </a:p>
          </p:txBody>
        </p:sp>
        <p:sp>
          <p:nvSpPr>
            <p:cNvPr id="120" name="文本框 119">
              <a:extLst>
                <a:ext uri="{FF2B5EF4-FFF2-40B4-BE49-F238E27FC236}">
                  <a16:creationId xmlns:a16="http://schemas.microsoft.com/office/drawing/2014/main" id="{3C9F2550-F19F-4570-81D3-359785472A1D}"/>
                </a:ext>
              </a:extLst>
            </p:cNvPr>
            <p:cNvSpPr txBox="1"/>
            <p:nvPr/>
          </p:nvSpPr>
          <p:spPr>
            <a:xfrm>
              <a:off x="4518495" y="3057023"/>
              <a:ext cx="2734072" cy="369332"/>
            </a:xfrm>
            <a:prstGeom prst="rect">
              <a:avLst/>
            </a:prstGeom>
            <a:noFill/>
          </p:spPr>
          <p:txBody>
            <a:bodyPr wrap="square" rtlCol="0">
              <a:spAutoFit/>
            </a:bodyPr>
            <a:lstStyle/>
            <a:p>
              <a:r>
                <a:rPr lang="zh-CN" altLang="en-US" b="1" dirty="0"/>
                <a:t>目的地址 </a:t>
              </a:r>
              <a:r>
                <a:rPr lang="en-US" altLang="zh-CN" b="1" dirty="0"/>
                <a:t>= R</a:t>
              </a:r>
              <a:r>
                <a:rPr lang="zh-CN" altLang="en-US" b="1" dirty="0"/>
                <a:t>的</a:t>
              </a:r>
              <a:r>
                <a:rPr lang="en-US" altLang="zh-CN" b="1" dirty="0"/>
                <a:t>MAC</a:t>
              </a:r>
              <a:r>
                <a:rPr lang="zh-CN" altLang="en-US" b="1" dirty="0"/>
                <a:t>地址</a:t>
              </a:r>
            </a:p>
          </p:txBody>
        </p:sp>
      </p:grpSp>
      <p:sp>
        <p:nvSpPr>
          <p:cNvPr id="101" name="平行四边形 100">
            <a:extLst>
              <a:ext uri="{FF2B5EF4-FFF2-40B4-BE49-F238E27FC236}">
                <a16:creationId xmlns:a16="http://schemas.microsoft.com/office/drawing/2014/main" id="{302304A4-1E5B-4356-E5DC-84693980BBBC}"/>
              </a:ext>
            </a:extLst>
          </p:cNvPr>
          <p:cNvSpPr/>
          <p:nvPr/>
        </p:nvSpPr>
        <p:spPr>
          <a:xfrm>
            <a:off x="304800" y="749300"/>
            <a:ext cx="723900" cy="387090"/>
          </a:xfrm>
          <a:prstGeom prst="parallelogram">
            <a:avLst/>
          </a:prstGeom>
          <a:solidFill>
            <a:schemeClr val="accent3">
              <a:lumMod val="75000"/>
            </a:schemeClr>
          </a:solidFill>
          <a:ln>
            <a:solidFill>
              <a:schemeClr val="accent3">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CN" sz="2200" dirty="0">
                <a:latin typeface="Impact" panose="020B0806030902050204" pitchFamily="34" charset="0"/>
              </a:rPr>
              <a:t>05</a:t>
            </a:r>
            <a:endParaRPr lang="zh-CN" altLang="en-US" sz="2200" dirty="0">
              <a:latin typeface="Impact" panose="020B0806030902050204" pitchFamily="34" charset="0"/>
            </a:endParaRPr>
          </a:p>
        </p:txBody>
      </p:sp>
    </p:spTree>
    <p:custDataLst>
      <p:tags r:id="rId1"/>
    </p:custDataLst>
    <p:extLst>
      <p:ext uri="{BB962C8B-B14F-4D97-AF65-F5344CB8AC3E}">
        <p14:creationId xmlns:p14="http://schemas.microsoft.com/office/powerpoint/2010/main" val="1342132478"/>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2" presetClass="entr" presetSubtype="4" fill="hold" grpId="0" nodeType="withEffect">
                                  <p:stCondLst>
                                    <p:cond delay="0"/>
                                  </p:stCondLst>
                                  <p:childTnLst>
                                    <p:set>
                                      <p:cBhvr>
                                        <p:cTn id="6" dur="1" fill="hold">
                                          <p:stCondLst>
                                            <p:cond delay="0"/>
                                          </p:stCondLst>
                                        </p:cTn>
                                        <p:tgtEl>
                                          <p:spTgt spid="102"/>
                                        </p:tgtEl>
                                        <p:attrNameLst>
                                          <p:attrName>style.visibility</p:attrName>
                                        </p:attrNameLst>
                                      </p:cBhvr>
                                      <p:to>
                                        <p:strVal val="visible"/>
                                      </p:to>
                                    </p:set>
                                    <p:animEffect transition="in" filter="wipe(down)">
                                      <p:cBhvr>
                                        <p:cTn id="7" dur="500"/>
                                        <p:tgtEl>
                                          <p:spTgt spid="102"/>
                                        </p:tgtEl>
                                      </p:cBhvr>
                                    </p:animEffect>
                                  </p:childTnLst>
                                </p:cTn>
                              </p:par>
                            </p:childTnLst>
                          </p:cTn>
                        </p:par>
                      </p:childTnLst>
                    </p:cTn>
                  </p:par>
                  <p:par>
                    <p:cTn id="8" fill="hold">
                      <p:stCondLst>
                        <p:cond delay="indefinite"/>
                      </p:stCondLst>
                      <p:childTnLst>
                        <p:par>
                          <p:cTn id="9" fill="hold">
                            <p:stCondLst>
                              <p:cond delay="0"/>
                            </p:stCondLst>
                            <p:childTnLst>
                              <p:par>
                                <p:cTn id="10" presetID="22" presetClass="entr" presetSubtype="2" fill="hold" nodeType="clickEffect">
                                  <p:stCondLst>
                                    <p:cond delay="0"/>
                                  </p:stCondLst>
                                  <p:childTnLst>
                                    <p:set>
                                      <p:cBhvr>
                                        <p:cTn id="11" dur="1" fill="hold">
                                          <p:stCondLst>
                                            <p:cond delay="0"/>
                                          </p:stCondLst>
                                        </p:cTn>
                                        <p:tgtEl>
                                          <p:spTgt spid="109"/>
                                        </p:tgtEl>
                                        <p:attrNameLst>
                                          <p:attrName>style.visibility</p:attrName>
                                        </p:attrNameLst>
                                      </p:cBhvr>
                                      <p:to>
                                        <p:strVal val="visible"/>
                                      </p:to>
                                    </p:set>
                                    <p:animEffect transition="in" filter="wipe(right)">
                                      <p:cBhvr>
                                        <p:cTn id="12" dur="500"/>
                                        <p:tgtEl>
                                          <p:spTgt spid="109"/>
                                        </p:tgtEl>
                                      </p:cBhvr>
                                    </p:animEffect>
                                  </p:childTnLst>
                                </p:cTn>
                              </p:par>
                            </p:childTnLst>
                          </p:cTn>
                        </p:par>
                      </p:childTnLst>
                    </p:cTn>
                  </p:par>
                  <p:par>
                    <p:cTn id="13" fill="hold">
                      <p:stCondLst>
                        <p:cond delay="indefinite"/>
                      </p:stCondLst>
                      <p:childTnLst>
                        <p:par>
                          <p:cTn id="14" fill="hold">
                            <p:stCondLst>
                              <p:cond delay="0"/>
                            </p:stCondLst>
                            <p:childTnLst>
                              <p:par>
                                <p:cTn id="15" presetID="12" presetClass="entr" presetSubtype="8" fill="hold" grpId="0" nodeType="clickEffect">
                                  <p:stCondLst>
                                    <p:cond delay="0"/>
                                  </p:stCondLst>
                                  <p:childTnLst>
                                    <p:set>
                                      <p:cBhvr>
                                        <p:cTn id="16" dur="1" fill="hold">
                                          <p:stCondLst>
                                            <p:cond delay="0"/>
                                          </p:stCondLst>
                                        </p:cTn>
                                        <p:tgtEl>
                                          <p:spTgt spid="115"/>
                                        </p:tgtEl>
                                        <p:attrNameLst>
                                          <p:attrName>style.visibility</p:attrName>
                                        </p:attrNameLst>
                                      </p:cBhvr>
                                      <p:to>
                                        <p:strVal val="visible"/>
                                      </p:to>
                                    </p:set>
                                    <p:anim calcmode="lin" valueType="num">
                                      <p:cBhvr additive="base">
                                        <p:cTn id="17" dur="500"/>
                                        <p:tgtEl>
                                          <p:spTgt spid="115"/>
                                        </p:tgtEl>
                                        <p:attrNameLst>
                                          <p:attrName>ppt_x</p:attrName>
                                        </p:attrNameLst>
                                      </p:cBhvr>
                                      <p:tavLst>
                                        <p:tav tm="0">
                                          <p:val>
                                            <p:strVal val="#ppt_x-#ppt_w*1.125000"/>
                                          </p:val>
                                        </p:tav>
                                        <p:tav tm="100000">
                                          <p:val>
                                            <p:strVal val="#ppt_x"/>
                                          </p:val>
                                        </p:tav>
                                      </p:tavLst>
                                    </p:anim>
                                    <p:animEffect transition="in" filter="wipe(right)">
                                      <p:cBhvr>
                                        <p:cTn id="18" dur="500"/>
                                        <p:tgtEl>
                                          <p:spTgt spid="115"/>
                                        </p:tgtEl>
                                      </p:cBhvr>
                                    </p:animEffect>
                                  </p:childTnLst>
                                </p:cTn>
                              </p:par>
                            </p:childTnLst>
                          </p:cTn>
                        </p:par>
                      </p:childTnLst>
                    </p:cTn>
                  </p:par>
                  <p:par>
                    <p:cTn id="19" fill="hold">
                      <p:stCondLst>
                        <p:cond delay="indefinite"/>
                      </p:stCondLst>
                      <p:childTnLst>
                        <p:par>
                          <p:cTn id="20" fill="hold">
                            <p:stCondLst>
                              <p:cond delay="0"/>
                            </p:stCondLst>
                            <p:childTnLst>
                              <p:par>
                                <p:cTn id="21" presetID="22" presetClass="entr" presetSubtype="1" fill="hold" nodeType="clickEffect">
                                  <p:stCondLst>
                                    <p:cond delay="0"/>
                                  </p:stCondLst>
                                  <p:childTnLst>
                                    <p:set>
                                      <p:cBhvr>
                                        <p:cTn id="22" dur="1" fill="hold">
                                          <p:stCondLst>
                                            <p:cond delay="0"/>
                                          </p:stCondLst>
                                        </p:cTn>
                                        <p:tgtEl>
                                          <p:spTgt spid="5"/>
                                        </p:tgtEl>
                                        <p:attrNameLst>
                                          <p:attrName>style.visibility</p:attrName>
                                        </p:attrNameLst>
                                      </p:cBhvr>
                                      <p:to>
                                        <p:strVal val="visible"/>
                                      </p:to>
                                    </p:set>
                                    <p:animEffect transition="in" filter="wipe(up)">
                                      <p:cBhvr>
                                        <p:cTn id="23" dur="500"/>
                                        <p:tgtEl>
                                          <p:spTgt spid="5"/>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02" grpId="0" animBg="1"/>
      <p:bldP spid="115" grpId="0" animBg="1"/>
    </p:bldLst>
  </p:timing>
</p:sld>
</file>

<file path=ppt/slides/slide57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 name="文本框 6">
            <a:extLst>
              <a:ext uri="{FF2B5EF4-FFF2-40B4-BE49-F238E27FC236}">
                <a16:creationId xmlns:a16="http://schemas.microsoft.com/office/drawing/2014/main" id="{2273CE63-52A1-43D7-9536-AC5692E0949F}"/>
              </a:ext>
            </a:extLst>
          </p:cNvPr>
          <p:cNvSpPr txBox="1"/>
          <p:nvPr/>
        </p:nvSpPr>
        <p:spPr>
          <a:xfrm>
            <a:off x="3658930" y="3100179"/>
            <a:ext cx="676041" cy="646331"/>
          </a:xfrm>
          <a:prstGeom prst="rect">
            <a:avLst/>
          </a:prstGeom>
          <a:noFill/>
        </p:spPr>
        <p:txBody>
          <a:bodyPr wrap="square" rtlCol="0">
            <a:spAutoFit/>
          </a:bodyPr>
          <a:lstStyle/>
          <a:p>
            <a:pPr algn="ctr"/>
            <a:r>
              <a:rPr lang="zh-CN" altLang="en-US" b="1" dirty="0">
                <a:solidFill>
                  <a:schemeClr val="accent1">
                    <a:lumMod val="75000"/>
                  </a:schemeClr>
                </a:solidFill>
              </a:rPr>
              <a:t>透明</a:t>
            </a:r>
            <a:endParaRPr lang="en-US" altLang="zh-CN" b="1" dirty="0">
              <a:solidFill>
                <a:schemeClr val="accent1">
                  <a:lumMod val="75000"/>
                </a:schemeClr>
              </a:solidFill>
            </a:endParaRPr>
          </a:p>
          <a:p>
            <a:pPr algn="ctr"/>
            <a:r>
              <a:rPr lang="zh-CN" altLang="en-US" b="1" dirty="0">
                <a:solidFill>
                  <a:schemeClr val="accent1">
                    <a:lumMod val="75000"/>
                  </a:schemeClr>
                </a:solidFill>
              </a:rPr>
              <a:t>网桥</a:t>
            </a:r>
          </a:p>
        </p:txBody>
      </p:sp>
      <p:grpSp>
        <p:nvGrpSpPr>
          <p:cNvPr id="4" name="组合 3">
            <a:extLst>
              <a:ext uri="{FF2B5EF4-FFF2-40B4-BE49-F238E27FC236}">
                <a16:creationId xmlns:a16="http://schemas.microsoft.com/office/drawing/2014/main" id="{9A1EA9F2-FCB6-48C3-935F-7AE7E3AD14AC}"/>
              </a:ext>
            </a:extLst>
          </p:cNvPr>
          <p:cNvGrpSpPr/>
          <p:nvPr/>
        </p:nvGrpSpPr>
        <p:grpSpPr>
          <a:xfrm>
            <a:off x="304800" y="749300"/>
            <a:ext cx="5791200" cy="400110"/>
            <a:chOff x="424117" y="898245"/>
            <a:chExt cx="5791200" cy="400110"/>
          </a:xfrm>
        </p:grpSpPr>
        <p:sp>
          <p:nvSpPr>
            <p:cNvPr id="2" name="平行四边形 1">
              <a:extLst>
                <a:ext uri="{FF2B5EF4-FFF2-40B4-BE49-F238E27FC236}">
                  <a16:creationId xmlns:a16="http://schemas.microsoft.com/office/drawing/2014/main" id="{1F5BAA3F-9845-4F89-A2DD-8222D3E4EDAC}"/>
                </a:ext>
              </a:extLst>
            </p:cNvPr>
            <p:cNvSpPr/>
            <p:nvPr/>
          </p:nvSpPr>
          <p:spPr>
            <a:xfrm>
              <a:off x="424117" y="898245"/>
              <a:ext cx="628306" cy="387090"/>
            </a:xfrm>
            <a:prstGeom prst="parallelogram">
              <a:avLst/>
            </a:prstGeom>
            <a:solidFill>
              <a:schemeClr val="accent3">
                <a:lumMod val="75000"/>
              </a:schemeClr>
            </a:solidFill>
            <a:ln>
              <a:solidFill>
                <a:schemeClr val="accent3">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CN" sz="2200" dirty="0">
                  <a:latin typeface="Impact" panose="020B0806030902050204" pitchFamily="34" charset="0"/>
                </a:rPr>
                <a:t>01</a:t>
              </a:r>
              <a:endParaRPr lang="zh-CN" altLang="en-US" sz="2200" dirty="0">
                <a:latin typeface="Impact" panose="020B0806030902050204" pitchFamily="34" charset="0"/>
              </a:endParaRPr>
            </a:p>
          </p:txBody>
        </p:sp>
        <p:sp>
          <p:nvSpPr>
            <p:cNvPr id="3" name="文本框 2">
              <a:extLst>
                <a:ext uri="{FF2B5EF4-FFF2-40B4-BE49-F238E27FC236}">
                  <a16:creationId xmlns:a16="http://schemas.microsoft.com/office/drawing/2014/main" id="{4D6BD736-A4D3-4F26-AFED-36E11F50F70B}"/>
                </a:ext>
              </a:extLst>
            </p:cNvPr>
            <p:cNvSpPr txBox="1"/>
            <p:nvPr/>
          </p:nvSpPr>
          <p:spPr>
            <a:xfrm>
              <a:off x="1052423" y="898245"/>
              <a:ext cx="5162894" cy="400110"/>
            </a:xfrm>
            <a:prstGeom prst="rect">
              <a:avLst/>
            </a:prstGeom>
            <a:noFill/>
          </p:spPr>
          <p:txBody>
            <a:bodyPr wrap="square" rtlCol="0">
              <a:spAutoFit/>
            </a:bodyPr>
            <a:lstStyle/>
            <a:p>
              <a:r>
                <a:rPr lang="en-US" altLang="zh-CN" sz="2000" b="1" dirty="0">
                  <a:solidFill>
                    <a:schemeClr val="tx1"/>
                  </a:solidFill>
                  <a:latin typeface="Arial Narrow" panose="020B0606020202030204" pitchFamily="34" charset="0"/>
                </a:rPr>
                <a:t>802.11</a:t>
              </a:r>
              <a:r>
                <a:rPr lang="zh-CN" altLang="en-US" sz="2000" b="1" dirty="0">
                  <a:solidFill>
                    <a:schemeClr val="tx1"/>
                  </a:solidFill>
                  <a:latin typeface="Arial Narrow" panose="020B0606020202030204" pitchFamily="34" charset="0"/>
                </a:rPr>
                <a:t>无线局域网的</a:t>
              </a:r>
              <a:r>
                <a:rPr lang="en-US" altLang="zh-CN" sz="2000" b="1" dirty="0">
                  <a:solidFill>
                    <a:schemeClr val="tx1"/>
                  </a:solidFill>
                  <a:latin typeface="Arial Narrow" panose="020B0606020202030204" pitchFamily="34" charset="0"/>
                </a:rPr>
                <a:t>MAC</a:t>
              </a:r>
              <a:r>
                <a:rPr lang="zh-CN" altLang="en-US" sz="2000" b="1" dirty="0">
                  <a:solidFill>
                    <a:schemeClr val="tx1"/>
                  </a:solidFill>
                  <a:latin typeface="Arial Narrow" panose="020B0606020202030204" pitchFamily="34" charset="0"/>
                </a:rPr>
                <a:t>帧</a:t>
              </a:r>
              <a:endParaRPr lang="en-US" altLang="zh-CN" sz="2000" b="1" dirty="0">
                <a:solidFill>
                  <a:schemeClr val="tx1"/>
                </a:solidFill>
                <a:latin typeface="Arial Narrow" panose="020B0606020202030204" pitchFamily="34" charset="0"/>
              </a:endParaRPr>
            </a:p>
          </p:txBody>
        </p:sp>
      </p:grpSp>
      <p:grpSp>
        <p:nvGrpSpPr>
          <p:cNvPr id="11" name="组合 10">
            <a:extLst>
              <a:ext uri="{FF2B5EF4-FFF2-40B4-BE49-F238E27FC236}">
                <a16:creationId xmlns:a16="http://schemas.microsoft.com/office/drawing/2014/main" id="{74C8B553-4069-4132-8B54-4FABB5A4B891}"/>
              </a:ext>
            </a:extLst>
          </p:cNvPr>
          <p:cNvGrpSpPr/>
          <p:nvPr/>
        </p:nvGrpSpPr>
        <p:grpSpPr>
          <a:xfrm>
            <a:off x="548585" y="1130525"/>
            <a:ext cx="10998048" cy="5308375"/>
            <a:chOff x="548585" y="1130525"/>
            <a:chExt cx="10998048" cy="5308375"/>
          </a:xfrm>
        </p:grpSpPr>
        <p:sp>
          <p:nvSpPr>
            <p:cNvPr id="35" name="文本框 34">
              <a:extLst>
                <a:ext uri="{FF2B5EF4-FFF2-40B4-BE49-F238E27FC236}">
                  <a16:creationId xmlns:a16="http://schemas.microsoft.com/office/drawing/2014/main" id="{09D69166-DAC3-411E-9DCE-96244449F453}"/>
                </a:ext>
              </a:extLst>
            </p:cNvPr>
            <p:cNvSpPr txBox="1"/>
            <p:nvPr/>
          </p:nvSpPr>
          <p:spPr>
            <a:xfrm>
              <a:off x="2616938" y="5086323"/>
              <a:ext cx="1586500" cy="646331"/>
            </a:xfrm>
            <a:prstGeom prst="rect">
              <a:avLst/>
            </a:prstGeom>
            <a:noFill/>
          </p:spPr>
          <p:txBody>
            <a:bodyPr wrap="square" rtlCol="0">
              <a:spAutoFit/>
            </a:bodyPr>
            <a:lstStyle/>
            <a:p>
              <a:pPr algn="ctr"/>
              <a:r>
                <a:rPr lang="zh-CN" altLang="en-US" b="1" dirty="0">
                  <a:latin typeface="Arial Narrow" panose="020B0606020202030204" pitchFamily="34" charset="0"/>
                </a:rPr>
                <a:t>基本服务集</a:t>
              </a:r>
              <a:endParaRPr lang="en-US" altLang="zh-CN" b="1" dirty="0">
                <a:latin typeface="Arial Narrow" panose="020B0606020202030204" pitchFamily="34" charset="0"/>
              </a:endParaRPr>
            </a:p>
            <a:p>
              <a:pPr algn="ctr"/>
              <a:r>
                <a:rPr lang="en-US" altLang="zh-CN" b="1" dirty="0">
                  <a:latin typeface="Arial Narrow" panose="020B0606020202030204" pitchFamily="34" charset="0"/>
                </a:rPr>
                <a:t>BSS1</a:t>
              </a:r>
              <a:endParaRPr lang="zh-CN" altLang="en-US" b="1" dirty="0">
                <a:latin typeface="Arial Narrow" panose="020B0606020202030204" pitchFamily="34" charset="0"/>
              </a:endParaRPr>
            </a:p>
          </p:txBody>
        </p:sp>
        <p:sp>
          <p:nvSpPr>
            <p:cNvPr id="36" name="文本框 35">
              <a:extLst>
                <a:ext uri="{FF2B5EF4-FFF2-40B4-BE49-F238E27FC236}">
                  <a16:creationId xmlns:a16="http://schemas.microsoft.com/office/drawing/2014/main" id="{65225C43-29B1-466B-A38A-2076A426334F}"/>
                </a:ext>
              </a:extLst>
            </p:cNvPr>
            <p:cNvSpPr txBox="1"/>
            <p:nvPr/>
          </p:nvSpPr>
          <p:spPr>
            <a:xfrm>
              <a:off x="3178377" y="3288853"/>
              <a:ext cx="555406" cy="369332"/>
            </a:xfrm>
            <a:prstGeom prst="rect">
              <a:avLst/>
            </a:prstGeom>
            <a:noFill/>
          </p:spPr>
          <p:txBody>
            <a:bodyPr wrap="square" rtlCol="0">
              <a:spAutoFit/>
            </a:bodyPr>
            <a:lstStyle/>
            <a:p>
              <a:pPr algn="ctr"/>
              <a:r>
                <a:rPr lang="en-US" altLang="zh-CN" b="1" dirty="0">
                  <a:latin typeface="Arial Narrow" panose="020B0606020202030204" pitchFamily="34" charset="0"/>
                </a:rPr>
                <a:t>AP1</a:t>
              </a:r>
              <a:endParaRPr lang="zh-CN" altLang="en-US" b="1" dirty="0">
                <a:latin typeface="Arial Narrow" panose="020B0606020202030204" pitchFamily="34" charset="0"/>
              </a:endParaRPr>
            </a:p>
          </p:txBody>
        </p:sp>
        <p:cxnSp>
          <p:nvCxnSpPr>
            <p:cNvPr id="37" name="直接连接符 36">
              <a:extLst>
                <a:ext uri="{FF2B5EF4-FFF2-40B4-BE49-F238E27FC236}">
                  <a16:creationId xmlns:a16="http://schemas.microsoft.com/office/drawing/2014/main" id="{47EFCC13-D7BF-4D6A-B9BD-B1C0CF32D497}"/>
                </a:ext>
              </a:extLst>
            </p:cNvPr>
            <p:cNvCxnSpPr>
              <a:cxnSpLocks/>
            </p:cNvCxnSpPr>
            <p:nvPr/>
          </p:nvCxnSpPr>
          <p:spPr>
            <a:xfrm flipV="1">
              <a:off x="3567716" y="1626093"/>
              <a:ext cx="0" cy="1296461"/>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8" name="直接连接符 37">
              <a:extLst>
                <a:ext uri="{FF2B5EF4-FFF2-40B4-BE49-F238E27FC236}">
                  <a16:creationId xmlns:a16="http://schemas.microsoft.com/office/drawing/2014/main" id="{E37B011C-38B2-4CC0-B4CF-31F70C6E1BB6}"/>
                </a:ext>
              </a:extLst>
            </p:cNvPr>
            <p:cNvCxnSpPr>
              <a:cxnSpLocks/>
            </p:cNvCxnSpPr>
            <p:nvPr/>
          </p:nvCxnSpPr>
          <p:spPr>
            <a:xfrm flipV="1">
              <a:off x="8471133" y="1577720"/>
              <a:ext cx="0" cy="1393796"/>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39" name="矩形: 圆角 38">
              <a:extLst>
                <a:ext uri="{FF2B5EF4-FFF2-40B4-BE49-F238E27FC236}">
                  <a16:creationId xmlns:a16="http://schemas.microsoft.com/office/drawing/2014/main" id="{DFE4C2E5-4D87-410E-8E0A-E995B6096788}"/>
                </a:ext>
              </a:extLst>
            </p:cNvPr>
            <p:cNvSpPr/>
            <p:nvPr/>
          </p:nvSpPr>
          <p:spPr>
            <a:xfrm>
              <a:off x="2616938" y="1375885"/>
              <a:ext cx="6576364" cy="536605"/>
            </a:xfrm>
            <a:prstGeom prst="roundRect">
              <a:avLst>
                <a:gd name="adj" fmla="val 50000"/>
              </a:avLst>
            </a:prstGeom>
          </p:spPr>
          <p:style>
            <a:lnRef idx="2">
              <a:schemeClr val="accent3">
                <a:shade val="50000"/>
              </a:schemeClr>
            </a:lnRef>
            <a:fillRef idx="1">
              <a:schemeClr val="accent3"/>
            </a:fillRef>
            <a:effectRef idx="0">
              <a:schemeClr val="accent3"/>
            </a:effectRef>
            <a:fontRef idx="minor">
              <a:schemeClr val="lt1"/>
            </a:fontRef>
          </p:style>
          <p:txBody>
            <a:bodyPr rtlCol="0" anchor="ctr"/>
            <a:lstStyle/>
            <a:p>
              <a:pPr algn="ctr"/>
              <a:r>
                <a:rPr lang="zh-CN" altLang="en-US" b="1" dirty="0">
                  <a:solidFill>
                    <a:schemeClr val="bg1"/>
                  </a:solidFill>
                  <a:latin typeface="Arial Narrow" panose="020B0606020202030204" pitchFamily="34" charset="0"/>
                </a:rPr>
                <a:t>分配系统</a:t>
              </a:r>
              <a:r>
                <a:rPr lang="en-US" altLang="zh-CN" b="1" dirty="0">
                  <a:solidFill>
                    <a:schemeClr val="bg1"/>
                  </a:solidFill>
                  <a:latin typeface="Arial Narrow" panose="020B0606020202030204" pitchFamily="34" charset="0"/>
                </a:rPr>
                <a:t>DS</a:t>
              </a:r>
              <a:r>
                <a:rPr lang="zh-CN" altLang="en-US" b="1" dirty="0">
                  <a:solidFill>
                    <a:schemeClr val="bg1"/>
                  </a:solidFill>
                  <a:latin typeface="Arial Narrow" panose="020B0606020202030204" pitchFamily="34" charset="0"/>
                </a:rPr>
                <a:t>（例如以太网）</a:t>
              </a:r>
            </a:p>
          </p:txBody>
        </p:sp>
        <p:cxnSp>
          <p:nvCxnSpPr>
            <p:cNvPr id="40" name="直接连接符 39">
              <a:extLst>
                <a:ext uri="{FF2B5EF4-FFF2-40B4-BE49-F238E27FC236}">
                  <a16:creationId xmlns:a16="http://schemas.microsoft.com/office/drawing/2014/main" id="{DE51EEB6-A462-450B-BF2B-FC400418A071}"/>
                </a:ext>
              </a:extLst>
            </p:cNvPr>
            <p:cNvCxnSpPr/>
            <p:nvPr/>
          </p:nvCxnSpPr>
          <p:spPr>
            <a:xfrm>
              <a:off x="9296081" y="1563360"/>
              <a:ext cx="1224798"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pic>
          <p:nvPicPr>
            <p:cNvPr id="42" name="图形 41">
              <a:extLst>
                <a:ext uri="{FF2B5EF4-FFF2-40B4-BE49-F238E27FC236}">
                  <a16:creationId xmlns:a16="http://schemas.microsoft.com/office/drawing/2014/main" id="{FAF74EF1-A349-4068-8B37-73ED3B3E6598}"/>
                </a:ext>
              </a:extLst>
            </p:cNvPr>
            <p:cNvPicPr>
              <a:picLocks noChangeAspect="1"/>
            </p:cNvPicPr>
            <p:nvPr/>
          </p:nvPicPr>
          <p:blipFill>
            <a:blip r:embed="rId3">
              <a:extLst>
                <a:ext uri="{28A0092B-C50C-407E-A947-70E740481C1C}">
                  <a14:useLocalDpi xmlns:a14="http://schemas.microsoft.com/office/drawing/2010/main" val="0"/>
                </a:ext>
                <a:ext uri="{96DAC541-7B7A-43D3-8B79-37D633B846F1}">
                  <asvg:svgBlip xmlns:asvg="http://schemas.microsoft.com/office/drawing/2016/SVG/main" r:embed="rId4"/>
                </a:ext>
              </a:extLst>
            </a:blip>
            <a:stretch>
              <a:fillRect/>
            </a:stretch>
          </p:blipFill>
          <p:spPr>
            <a:xfrm>
              <a:off x="8909637" y="1387938"/>
              <a:ext cx="662865" cy="536605"/>
            </a:xfrm>
            <a:prstGeom prst="rect">
              <a:avLst/>
            </a:prstGeom>
          </p:spPr>
        </p:pic>
        <p:sp>
          <p:nvSpPr>
            <p:cNvPr id="44" name="云形 43">
              <a:extLst>
                <a:ext uri="{FF2B5EF4-FFF2-40B4-BE49-F238E27FC236}">
                  <a16:creationId xmlns:a16="http://schemas.microsoft.com/office/drawing/2014/main" id="{C28437D6-FBE0-427C-8150-ADF5DE5C9AF9}"/>
                </a:ext>
              </a:extLst>
            </p:cNvPr>
            <p:cNvSpPr/>
            <p:nvPr/>
          </p:nvSpPr>
          <p:spPr>
            <a:xfrm>
              <a:off x="10015272" y="1130525"/>
              <a:ext cx="1392213" cy="956327"/>
            </a:xfrm>
            <a:prstGeom prst="cloud">
              <a:avLst/>
            </a:prstGeom>
            <a:ln>
              <a:solidFill>
                <a:schemeClr val="accent2"/>
              </a:solidFill>
            </a:ln>
          </p:spPr>
          <p:style>
            <a:lnRef idx="2">
              <a:schemeClr val="accent2">
                <a:shade val="50000"/>
              </a:schemeClr>
            </a:lnRef>
            <a:fillRef idx="1">
              <a:schemeClr val="accent2"/>
            </a:fillRef>
            <a:effectRef idx="0">
              <a:schemeClr val="accent2"/>
            </a:effectRef>
            <a:fontRef idx="minor">
              <a:schemeClr val="lt1"/>
            </a:fontRef>
          </p:style>
          <p:txBody>
            <a:bodyPr rtlCol="0" anchor="ctr"/>
            <a:lstStyle/>
            <a:p>
              <a:pPr algn="ctr"/>
              <a:r>
                <a:rPr lang="zh-CN" altLang="en-US" b="1" dirty="0">
                  <a:solidFill>
                    <a:schemeClr val="bg1"/>
                  </a:solidFill>
                  <a:latin typeface="Arial Narrow" panose="020B0606020202030204" pitchFamily="34" charset="0"/>
                </a:rPr>
                <a:t>因特网</a:t>
              </a:r>
            </a:p>
          </p:txBody>
        </p:sp>
        <p:sp>
          <p:nvSpPr>
            <p:cNvPr id="45" name="文本框 44">
              <a:extLst>
                <a:ext uri="{FF2B5EF4-FFF2-40B4-BE49-F238E27FC236}">
                  <a16:creationId xmlns:a16="http://schemas.microsoft.com/office/drawing/2014/main" id="{933BCDDC-769D-49B7-A3B6-C7F308304785}"/>
                </a:ext>
              </a:extLst>
            </p:cNvPr>
            <p:cNvSpPr txBox="1"/>
            <p:nvPr/>
          </p:nvSpPr>
          <p:spPr>
            <a:xfrm>
              <a:off x="9126522" y="1838070"/>
              <a:ext cx="339118" cy="369332"/>
            </a:xfrm>
            <a:prstGeom prst="rect">
              <a:avLst/>
            </a:prstGeom>
            <a:noFill/>
          </p:spPr>
          <p:txBody>
            <a:bodyPr wrap="square" rtlCol="0">
              <a:spAutoFit/>
            </a:bodyPr>
            <a:lstStyle/>
            <a:p>
              <a:pPr algn="ctr"/>
              <a:r>
                <a:rPr lang="en-US" altLang="zh-CN" b="1" dirty="0">
                  <a:latin typeface="Arial Narrow" panose="020B0606020202030204" pitchFamily="34" charset="0"/>
                </a:rPr>
                <a:t>R</a:t>
              </a:r>
              <a:endParaRPr lang="zh-CN" altLang="en-US" b="1" dirty="0">
                <a:latin typeface="Arial Narrow" panose="020B0606020202030204" pitchFamily="34" charset="0"/>
              </a:endParaRPr>
            </a:p>
          </p:txBody>
        </p:sp>
        <p:sp>
          <p:nvSpPr>
            <p:cNvPr id="46" name="椭圆 45">
              <a:extLst>
                <a:ext uri="{FF2B5EF4-FFF2-40B4-BE49-F238E27FC236}">
                  <a16:creationId xmlns:a16="http://schemas.microsoft.com/office/drawing/2014/main" id="{B9ACAE52-7E9F-4E6B-AF4A-B25E55991785}"/>
                </a:ext>
              </a:extLst>
            </p:cNvPr>
            <p:cNvSpPr/>
            <p:nvPr/>
          </p:nvSpPr>
          <p:spPr>
            <a:xfrm>
              <a:off x="981179" y="3020358"/>
              <a:ext cx="5173075" cy="2723321"/>
            </a:xfrm>
            <a:prstGeom prst="ellipse">
              <a:avLst/>
            </a:prstGeom>
            <a:noFill/>
            <a:ln>
              <a:solidFill>
                <a:schemeClr val="tx1"/>
              </a:solid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b="1">
                <a:latin typeface="Arial Narrow" panose="020B0606020202030204" pitchFamily="34" charset="0"/>
              </a:endParaRPr>
            </a:p>
          </p:txBody>
        </p:sp>
        <p:pic>
          <p:nvPicPr>
            <p:cNvPr id="47" name="图形 46">
              <a:extLst>
                <a:ext uri="{FF2B5EF4-FFF2-40B4-BE49-F238E27FC236}">
                  <a16:creationId xmlns:a16="http://schemas.microsoft.com/office/drawing/2014/main" id="{9ADD710D-CD09-4ED3-AA5E-8AD665CF401C}"/>
                </a:ext>
              </a:extLst>
            </p:cNvPr>
            <p:cNvPicPr>
              <a:picLocks noChangeAspect="1"/>
            </p:cNvPicPr>
            <p:nvPr/>
          </p:nvPicPr>
          <p:blipFill>
            <a:blip r:embed="rId5">
              <a:extLst>
                <a:ext uri="{28A0092B-C50C-407E-A947-70E740481C1C}">
                  <a14:useLocalDpi xmlns:a14="http://schemas.microsoft.com/office/drawing/2010/main" val="0"/>
                </a:ext>
                <a:ext uri="{96DAC541-7B7A-43D3-8B79-37D633B846F1}">
                  <asvg:svgBlip xmlns:asvg="http://schemas.microsoft.com/office/drawing/2016/SVG/main" r:embed="rId6"/>
                </a:ext>
              </a:extLst>
            </a:blip>
            <a:stretch>
              <a:fillRect/>
            </a:stretch>
          </p:blipFill>
          <p:spPr>
            <a:xfrm>
              <a:off x="3057488" y="2318821"/>
              <a:ext cx="1028700" cy="1009650"/>
            </a:xfrm>
            <a:prstGeom prst="rect">
              <a:avLst/>
            </a:prstGeom>
          </p:spPr>
        </p:pic>
        <p:grpSp>
          <p:nvGrpSpPr>
            <p:cNvPr id="48" name="组合 47">
              <a:extLst>
                <a:ext uri="{FF2B5EF4-FFF2-40B4-BE49-F238E27FC236}">
                  <a16:creationId xmlns:a16="http://schemas.microsoft.com/office/drawing/2014/main" id="{6495BAC6-97CD-4DBD-971B-405616EA6EF4}"/>
                </a:ext>
              </a:extLst>
            </p:cNvPr>
            <p:cNvGrpSpPr/>
            <p:nvPr/>
          </p:nvGrpSpPr>
          <p:grpSpPr>
            <a:xfrm>
              <a:off x="2006216" y="4706461"/>
              <a:ext cx="662814" cy="846462"/>
              <a:chOff x="2163893" y="1015189"/>
              <a:chExt cx="662814" cy="846462"/>
            </a:xfrm>
          </p:grpSpPr>
          <p:grpSp>
            <p:nvGrpSpPr>
              <p:cNvPr id="49" name="组合 48">
                <a:extLst>
                  <a:ext uri="{FF2B5EF4-FFF2-40B4-BE49-F238E27FC236}">
                    <a16:creationId xmlns:a16="http://schemas.microsoft.com/office/drawing/2014/main" id="{EFBC881B-B48B-4030-A118-67C71402CE0F}"/>
                  </a:ext>
                </a:extLst>
              </p:cNvPr>
              <p:cNvGrpSpPr/>
              <p:nvPr/>
            </p:nvGrpSpPr>
            <p:grpSpPr>
              <a:xfrm>
                <a:off x="2442267" y="1015189"/>
                <a:ext cx="381000" cy="351117"/>
                <a:chOff x="2556504" y="2484669"/>
                <a:chExt cx="381000" cy="351117"/>
              </a:xfrm>
            </p:grpSpPr>
            <p:pic>
              <p:nvPicPr>
                <p:cNvPr id="51" name="图形 50">
                  <a:extLst>
                    <a:ext uri="{FF2B5EF4-FFF2-40B4-BE49-F238E27FC236}">
                      <a16:creationId xmlns:a16="http://schemas.microsoft.com/office/drawing/2014/main" id="{2F68BA53-3F53-46F2-B393-04E4D56C24B3}"/>
                    </a:ext>
                  </a:extLst>
                </p:cNvPr>
                <p:cNvPicPr>
                  <a:picLocks noChangeAspect="1"/>
                </p:cNvPicPr>
                <p:nvPr/>
              </p:nvPicPr>
              <p:blipFill>
                <a:blip r:embed="rId7">
                  <a:extLst>
                    <a:ext uri="{28A0092B-C50C-407E-A947-70E740481C1C}">
                      <a14:useLocalDpi xmlns:a14="http://schemas.microsoft.com/office/drawing/2010/main" val="0"/>
                    </a:ext>
                    <a:ext uri="{96DAC541-7B7A-43D3-8B79-37D633B846F1}">
                      <asvg:svgBlip xmlns:asvg="http://schemas.microsoft.com/office/drawing/2016/SVG/main" r:embed="rId8"/>
                    </a:ext>
                  </a:extLst>
                </a:blip>
                <a:stretch>
                  <a:fillRect/>
                </a:stretch>
              </p:blipFill>
              <p:spPr>
                <a:xfrm>
                  <a:off x="2556504" y="2484669"/>
                  <a:ext cx="381000" cy="285750"/>
                </a:xfrm>
                <a:prstGeom prst="rect">
                  <a:avLst/>
                </a:prstGeom>
              </p:spPr>
            </p:pic>
            <p:cxnSp>
              <p:nvCxnSpPr>
                <p:cNvPr id="52" name="直接连接符 51">
                  <a:extLst>
                    <a:ext uri="{FF2B5EF4-FFF2-40B4-BE49-F238E27FC236}">
                      <a16:creationId xmlns:a16="http://schemas.microsoft.com/office/drawing/2014/main" id="{3F8096AC-5A8C-4641-90E3-0EC4130C501A}"/>
                    </a:ext>
                  </a:extLst>
                </p:cNvPr>
                <p:cNvCxnSpPr/>
                <p:nvPr/>
              </p:nvCxnSpPr>
              <p:spPr>
                <a:xfrm>
                  <a:off x="2747004" y="2612580"/>
                  <a:ext cx="0" cy="223206"/>
                </a:xfrm>
                <a:prstGeom prst="line">
                  <a:avLst/>
                </a:prstGeom>
                <a:ln w="25400">
                  <a:solidFill>
                    <a:srgbClr val="999999"/>
                  </a:solidFill>
                </a:ln>
              </p:spPr>
              <p:style>
                <a:lnRef idx="1">
                  <a:schemeClr val="accent1"/>
                </a:lnRef>
                <a:fillRef idx="0">
                  <a:schemeClr val="accent1"/>
                </a:fillRef>
                <a:effectRef idx="0">
                  <a:schemeClr val="accent1"/>
                </a:effectRef>
                <a:fontRef idx="minor">
                  <a:schemeClr val="tx1"/>
                </a:fontRef>
              </p:style>
            </p:cxnSp>
          </p:grpSp>
          <p:pic>
            <p:nvPicPr>
              <p:cNvPr id="50" name="图形 10">
                <a:extLst>
                  <a:ext uri="{FF2B5EF4-FFF2-40B4-BE49-F238E27FC236}">
                    <a16:creationId xmlns:a16="http://schemas.microsoft.com/office/drawing/2014/main" id="{327DC618-DF50-4930-9453-E4FA66236CFB}"/>
                  </a:ext>
                </a:extLst>
              </p:cNvPr>
              <p:cNvPicPr>
                <a:picLocks noChangeAspect="1"/>
              </p:cNvPicPr>
              <p:nvPr/>
            </p:nvPicPr>
            <p:blipFill>
              <a:blip r:embed="rId9">
                <a:extLst>
                  <a:ext uri="{28A0092B-C50C-407E-A947-70E740481C1C}">
                    <a14:useLocalDpi xmlns:a14="http://schemas.microsoft.com/office/drawing/2010/main" val="0"/>
                  </a:ext>
                  <a:ext uri="{96DAC541-7B7A-43D3-8B79-37D633B846F1}">
                    <asvg:svgBlip xmlns:asvg="http://schemas.microsoft.com/office/drawing/2016/SVG/main" r:embed="rId10"/>
                  </a:ext>
                </a:extLst>
              </a:blip>
              <a:stretch>
                <a:fillRect/>
              </a:stretch>
            </p:blipFill>
            <p:spPr>
              <a:xfrm>
                <a:off x="2163893" y="1220569"/>
                <a:ext cx="662814" cy="641082"/>
              </a:xfrm>
              <a:prstGeom prst="rect">
                <a:avLst/>
              </a:prstGeom>
            </p:spPr>
          </p:pic>
        </p:grpSp>
        <p:grpSp>
          <p:nvGrpSpPr>
            <p:cNvPr id="53" name="组合 52">
              <a:extLst>
                <a:ext uri="{FF2B5EF4-FFF2-40B4-BE49-F238E27FC236}">
                  <a16:creationId xmlns:a16="http://schemas.microsoft.com/office/drawing/2014/main" id="{F0DD4B8B-3964-47A8-837B-EC9008C85D48}"/>
                </a:ext>
              </a:extLst>
            </p:cNvPr>
            <p:cNvGrpSpPr/>
            <p:nvPr/>
          </p:nvGrpSpPr>
          <p:grpSpPr>
            <a:xfrm>
              <a:off x="3969001" y="4817828"/>
              <a:ext cx="662814" cy="846462"/>
              <a:chOff x="2163893" y="1015189"/>
              <a:chExt cx="662814" cy="846462"/>
            </a:xfrm>
          </p:grpSpPr>
          <p:grpSp>
            <p:nvGrpSpPr>
              <p:cNvPr id="54" name="组合 53">
                <a:extLst>
                  <a:ext uri="{FF2B5EF4-FFF2-40B4-BE49-F238E27FC236}">
                    <a16:creationId xmlns:a16="http://schemas.microsoft.com/office/drawing/2014/main" id="{BFBB0EB6-57FB-4AA0-8748-3C76BF0D464C}"/>
                  </a:ext>
                </a:extLst>
              </p:cNvPr>
              <p:cNvGrpSpPr/>
              <p:nvPr/>
            </p:nvGrpSpPr>
            <p:grpSpPr>
              <a:xfrm>
                <a:off x="2442267" y="1015189"/>
                <a:ext cx="381000" cy="351117"/>
                <a:chOff x="2556504" y="2484669"/>
                <a:chExt cx="381000" cy="351117"/>
              </a:xfrm>
            </p:grpSpPr>
            <p:pic>
              <p:nvPicPr>
                <p:cNvPr id="56" name="图形 55">
                  <a:extLst>
                    <a:ext uri="{FF2B5EF4-FFF2-40B4-BE49-F238E27FC236}">
                      <a16:creationId xmlns:a16="http://schemas.microsoft.com/office/drawing/2014/main" id="{9A9A7E09-C56D-477B-BB3A-F909395BC7F8}"/>
                    </a:ext>
                  </a:extLst>
                </p:cNvPr>
                <p:cNvPicPr>
                  <a:picLocks noChangeAspect="1"/>
                </p:cNvPicPr>
                <p:nvPr/>
              </p:nvPicPr>
              <p:blipFill>
                <a:blip r:embed="rId7">
                  <a:extLst>
                    <a:ext uri="{28A0092B-C50C-407E-A947-70E740481C1C}">
                      <a14:useLocalDpi xmlns:a14="http://schemas.microsoft.com/office/drawing/2010/main" val="0"/>
                    </a:ext>
                    <a:ext uri="{96DAC541-7B7A-43D3-8B79-37D633B846F1}">
                      <asvg:svgBlip xmlns:asvg="http://schemas.microsoft.com/office/drawing/2016/SVG/main" r:embed="rId8"/>
                    </a:ext>
                  </a:extLst>
                </a:blip>
                <a:stretch>
                  <a:fillRect/>
                </a:stretch>
              </p:blipFill>
              <p:spPr>
                <a:xfrm>
                  <a:off x="2556504" y="2484669"/>
                  <a:ext cx="381000" cy="285750"/>
                </a:xfrm>
                <a:prstGeom prst="rect">
                  <a:avLst/>
                </a:prstGeom>
              </p:spPr>
            </p:pic>
            <p:cxnSp>
              <p:nvCxnSpPr>
                <p:cNvPr id="57" name="直接连接符 56">
                  <a:extLst>
                    <a:ext uri="{FF2B5EF4-FFF2-40B4-BE49-F238E27FC236}">
                      <a16:creationId xmlns:a16="http://schemas.microsoft.com/office/drawing/2014/main" id="{8A52AF4C-F25B-4C3A-8582-6218906B245C}"/>
                    </a:ext>
                  </a:extLst>
                </p:cNvPr>
                <p:cNvCxnSpPr/>
                <p:nvPr/>
              </p:nvCxnSpPr>
              <p:spPr>
                <a:xfrm>
                  <a:off x="2747004" y="2612580"/>
                  <a:ext cx="0" cy="223206"/>
                </a:xfrm>
                <a:prstGeom prst="line">
                  <a:avLst/>
                </a:prstGeom>
                <a:ln w="25400">
                  <a:solidFill>
                    <a:srgbClr val="999999"/>
                  </a:solidFill>
                </a:ln>
              </p:spPr>
              <p:style>
                <a:lnRef idx="1">
                  <a:schemeClr val="accent1"/>
                </a:lnRef>
                <a:fillRef idx="0">
                  <a:schemeClr val="accent1"/>
                </a:fillRef>
                <a:effectRef idx="0">
                  <a:schemeClr val="accent1"/>
                </a:effectRef>
                <a:fontRef idx="minor">
                  <a:schemeClr val="tx1"/>
                </a:fontRef>
              </p:style>
            </p:cxnSp>
          </p:grpSp>
          <p:pic>
            <p:nvPicPr>
              <p:cNvPr id="55" name="图形 10">
                <a:extLst>
                  <a:ext uri="{FF2B5EF4-FFF2-40B4-BE49-F238E27FC236}">
                    <a16:creationId xmlns:a16="http://schemas.microsoft.com/office/drawing/2014/main" id="{DE412910-0392-449F-9AFA-FE1A0FC46529}"/>
                  </a:ext>
                </a:extLst>
              </p:cNvPr>
              <p:cNvPicPr>
                <a:picLocks noChangeAspect="1"/>
              </p:cNvPicPr>
              <p:nvPr/>
            </p:nvPicPr>
            <p:blipFill>
              <a:blip r:embed="rId9">
                <a:extLst>
                  <a:ext uri="{28A0092B-C50C-407E-A947-70E740481C1C}">
                    <a14:useLocalDpi xmlns:a14="http://schemas.microsoft.com/office/drawing/2010/main" val="0"/>
                  </a:ext>
                  <a:ext uri="{96DAC541-7B7A-43D3-8B79-37D633B846F1}">
                    <asvg:svgBlip xmlns:asvg="http://schemas.microsoft.com/office/drawing/2016/SVG/main" r:embed="rId10"/>
                  </a:ext>
                </a:extLst>
              </a:blip>
              <a:stretch>
                <a:fillRect/>
              </a:stretch>
            </p:blipFill>
            <p:spPr>
              <a:xfrm>
                <a:off x="2163893" y="1220569"/>
                <a:ext cx="662814" cy="641082"/>
              </a:xfrm>
              <a:prstGeom prst="rect">
                <a:avLst/>
              </a:prstGeom>
            </p:spPr>
          </p:pic>
        </p:grpSp>
        <p:grpSp>
          <p:nvGrpSpPr>
            <p:cNvPr id="62" name="组合 61">
              <a:extLst>
                <a:ext uri="{FF2B5EF4-FFF2-40B4-BE49-F238E27FC236}">
                  <a16:creationId xmlns:a16="http://schemas.microsoft.com/office/drawing/2014/main" id="{E91FF1D9-8CDA-4ADD-82DF-352C1455AC0C}"/>
                </a:ext>
              </a:extLst>
            </p:cNvPr>
            <p:cNvGrpSpPr/>
            <p:nvPr/>
          </p:nvGrpSpPr>
          <p:grpSpPr>
            <a:xfrm>
              <a:off x="1242272" y="3565796"/>
              <a:ext cx="662814" cy="846462"/>
              <a:chOff x="2163893" y="1015189"/>
              <a:chExt cx="662814" cy="846462"/>
            </a:xfrm>
          </p:grpSpPr>
          <p:grpSp>
            <p:nvGrpSpPr>
              <p:cNvPr id="63" name="组合 62">
                <a:extLst>
                  <a:ext uri="{FF2B5EF4-FFF2-40B4-BE49-F238E27FC236}">
                    <a16:creationId xmlns:a16="http://schemas.microsoft.com/office/drawing/2014/main" id="{D8F5E8A8-B976-44FC-9037-7CCAB24A822B}"/>
                  </a:ext>
                </a:extLst>
              </p:cNvPr>
              <p:cNvGrpSpPr/>
              <p:nvPr/>
            </p:nvGrpSpPr>
            <p:grpSpPr>
              <a:xfrm>
                <a:off x="2442267" y="1015189"/>
                <a:ext cx="381000" cy="351117"/>
                <a:chOff x="2556504" y="2484669"/>
                <a:chExt cx="381000" cy="351117"/>
              </a:xfrm>
            </p:grpSpPr>
            <p:pic>
              <p:nvPicPr>
                <p:cNvPr id="65" name="图形 64">
                  <a:extLst>
                    <a:ext uri="{FF2B5EF4-FFF2-40B4-BE49-F238E27FC236}">
                      <a16:creationId xmlns:a16="http://schemas.microsoft.com/office/drawing/2014/main" id="{F7AE8FB5-9965-4DD4-A616-027DD94173DE}"/>
                    </a:ext>
                  </a:extLst>
                </p:cNvPr>
                <p:cNvPicPr>
                  <a:picLocks noChangeAspect="1"/>
                </p:cNvPicPr>
                <p:nvPr/>
              </p:nvPicPr>
              <p:blipFill>
                <a:blip r:embed="rId7">
                  <a:extLst>
                    <a:ext uri="{28A0092B-C50C-407E-A947-70E740481C1C}">
                      <a14:useLocalDpi xmlns:a14="http://schemas.microsoft.com/office/drawing/2010/main" val="0"/>
                    </a:ext>
                    <a:ext uri="{96DAC541-7B7A-43D3-8B79-37D633B846F1}">
                      <asvg:svgBlip xmlns:asvg="http://schemas.microsoft.com/office/drawing/2016/SVG/main" r:embed="rId8"/>
                    </a:ext>
                  </a:extLst>
                </a:blip>
                <a:stretch>
                  <a:fillRect/>
                </a:stretch>
              </p:blipFill>
              <p:spPr>
                <a:xfrm>
                  <a:off x="2556504" y="2484669"/>
                  <a:ext cx="381000" cy="285750"/>
                </a:xfrm>
                <a:prstGeom prst="rect">
                  <a:avLst/>
                </a:prstGeom>
              </p:spPr>
            </p:pic>
            <p:cxnSp>
              <p:nvCxnSpPr>
                <p:cNvPr id="66" name="直接连接符 65">
                  <a:extLst>
                    <a:ext uri="{FF2B5EF4-FFF2-40B4-BE49-F238E27FC236}">
                      <a16:creationId xmlns:a16="http://schemas.microsoft.com/office/drawing/2014/main" id="{462769A3-6B8F-4F3E-ADFA-15E162A19832}"/>
                    </a:ext>
                  </a:extLst>
                </p:cNvPr>
                <p:cNvCxnSpPr/>
                <p:nvPr/>
              </p:nvCxnSpPr>
              <p:spPr>
                <a:xfrm>
                  <a:off x="2747004" y="2612580"/>
                  <a:ext cx="0" cy="223206"/>
                </a:xfrm>
                <a:prstGeom prst="line">
                  <a:avLst/>
                </a:prstGeom>
                <a:ln w="25400">
                  <a:solidFill>
                    <a:srgbClr val="999999"/>
                  </a:solidFill>
                </a:ln>
              </p:spPr>
              <p:style>
                <a:lnRef idx="1">
                  <a:schemeClr val="accent1"/>
                </a:lnRef>
                <a:fillRef idx="0">
                  <a:schemeClr val="accent1"/>
                </a:fillRef>
                <a:effectRef idx="0">
                  <a:schemeClr val="accent1"/>
                </a:effectRef>
                <a:fontRef idx="minor">
                  <a:schemeClr val="tx1"/>
                </a:fontRef>
              </p:style>
            </p:cxnSp>
          </p:grpSp>
          <p:pic>
            <p:nvPicPr>
              <p:cNvPr id="64" name="图形 10">
                <a:extLst>
                  <a:ext uri="{FF2B5EF4-FFF2-40B4-BE49-F238E27FC236}">
                    <a16:creationId xmlns:a16="http://schemas.microsoft.com/office/drawing/2014/main" id="{5DDC28E3-0EEB-4A79-821E-D4FF5FC9B3BF}"/>
                  </a:ext>
                </a:extLst>
              </p:cNvPr>
              <p:cNvPicPr>
                <a:picLocks noChangeAspect="1"/>
              </p:cNvPicPr>
              <p:nvPr/>
            </p:nvPicPr>
            <p:blipFill>
              <a:blip r:embed="rId9">
                <a:extLst>
                  <a:ext uri="{28A0092B-C50C-407E-A947-70E740481C1C}">
                    <a14:useLocalDpi xmlns:a14="http://schemas.microsoft.com/office/drawing/2010/main" val="0"/>
                  </a:ext>
                  <a:ext uri="{96DAC541-7B7A-43D3-8B79-37D633B846F1}">
                    <asvg:svgBlip xmlns:asvg="http://schemas.microsoft.com/office/drawing/2016/SVG/main" r:embed="rId10"/>
                  </a:ext>
                </a:extLst>
              </a:blip>
              <a:stretch>
                <a:fillRect/>
              </a:stretch>
            </p:blipFill>
            <p:spPr>
              <a:xfrm>
                <a:off x="2163893" y="1220569"/>
                <a:ext cx="662814" cy="641082"/>
              </a:xfrm>
              <a:prstGeom prst="rect">
                <a:avLst/>
              </a:prstGeom>
            </p:spPr>
          </p:pic>
        </p:grpSp>
        <p:grpSp>
          <p:nvGrpSpPr>
            <p:cNvPr id="67" name="组合 66">
              <a:extLst>
                <a:ext uri="{FF2B5EF4-FFF2-40B4-BE49-F238E27FC236}">
                  <a16:creationId xmlns:a16="http://schemas.microsoft.com/office/drawing/2014/main" id="{F11DC869-ECDB-400F-80BB-07D7B88FE8FB}"/>
                </a:ext>
              </a:extLst>
            </p:cNvPr>
            <p:cNvGrpSpPr/>
            <p:nvPr/>
          </p:nvGrpSpPr>
          <p:grpSpPr>
            <a:xfrm>
              <a:off x="4972999" y="3902963"/>
              <a:ext cx="662814" cy="846462"/>
              <a:chOff x="2163893" y="1015189"/>
              <a:chExt cx="662814" cy="846462"/>
            </a:xfrm>
          </p:grpSpPr>
          <p:grpSp>
            <p:nvGrpSpPr>
              <p:cNvPr id="68" name="组合 67">
                <a:extLst>
                  <a:ext uri="{FF2B5EF4-FFF2-40B4-BE49-F238E27FC236}">
                    <a16:creationId xmlns:a16="http://schemas.microsoft.com/office/drawing/2014/main" id="{54A87B3B-1515-44E2-BAA9-C179D7EF22CA}"/>
                  </a:ext>
                </a:extLst>
              </p:cNvPr>
              <p:cNvGrpSpPr/>
              <p:nvPr/>
            </p:nvGrpSpPr>
            <p:grpSpPr>
              <a:xfrm>
                <a:off x="2442267" y="1015189"/>
                <a:ext cx="381000" cy="351117"/>
                <a:chOff x="2556504" y="2484669"/>
                <a:chExt cx="381000" cy="351117"/>
              </a:xfrm>
            </p:grpSpPr>
            <p:pic>
              <p:nvPicPr>
                <p:cNvPr id="70" name="图形 69">
                  <a:extLst>
                    <a:ext uri="{FF2B5EF4-FFF2-40B4-BE49-F238E27FC236}">
                      <a16:creationId xmlns:a16="http://schemas.microsoft.com/office/drawing/2014/main" id="{BFC7CC97-F296-4DDB-AC30-B5A56CF53D5E}"/>
                    </a:ext>
                  </a:extLst>
                </p:cNvPr>
                <p:cNvPicPr>
                  <a:picLocks noChangeAspect="1"/>
                </p:cNvPicPr>
                <p:nvPr/>
              </p:nvPicPr>
              <p:blipFill>
                <a:blip r:embed="rId7">
                  <a:extLst>
                    <a:ext uri="{28A0092B-C50C-407E-A947-70E740481C1C}">
                      <a14:useLocalDpi xmlns:a14="http://schemas.microsoft.com/office/drawing/2010/main" val="0"/>
                    </a:ext>
                    <a:ext uri="{96DAC541-7B7A-43D3-8B79-37D633B846F1}">
                      <asvg:svgBlip xmlns:asvg="http://schemas.microsoft.com/office/drawing/2016/SVG/main" r:embed="rId8"/>
                    </a:ext>
                  </a:extLst>
                </a:blip>
                <a:stretch>
                  <a:fillRect/>
                </a:stretch>
              </p:blipFill>
              <p:spPr>
                <a:xfrm>
                  <a:off x="2556504" y="2484669"/>
                  <a:ext cx="381000" cy="285750"/>
                </a:xfrm>
                <a:prstGeom prst="rect">
                  <a:avLst/>
                </a:prstGeom>
              </p:spPr>
            </p:pic>
            <p:cxnSp>
              <p:nvCxnSpPr>
                <p:cNvPr id="71" name="直接连接符 70">
                  <a:extLst>
                    <a:ext uri="{FF2B5EF4-FFF2-40B4-BE49-F238E27FC236}">
                      <a16:creationId xmlns:a16="http://schemas.microsoft.com/office/drawing/2014/main" id="{07F8E50E-012D-466B-93B2-B1A0A23922A8}"/>
                    </a:ext>
                  </a:extLst>
                </p:cNvPr>
                <p:cNvCxnSpPr/>
                <p:nvPr/>
              </p:nvCxnSpPr>
              <p:spPr>
                <a:xfrm>
                  <a:off x="2747004" y="2612580"/>
                  <a:ext cx="0" cy="223206"/>
                </a:xfrm>
                <a:prstGeom prst="line">
                  <a:avLst/>
                </a:prstGeom>
                <a:ln w="25400">
                  <a:solidFill>
                    <a:srgbClr val="999999"/>
                  </a:solidFill>
                </a:ln>
              </p:spPr>
              <p:style>
                <a:lnRef idx="1">
                  <a:schemeClr val="accent1"/>
                </a:lnRef>
                <a:fillRef idx="0">
                  <a:schemeClr val="accent1"/>
                </a:fillRef>
                <a:effectRef idx="0">
                  <a:schemeClr val="accent1"/>
                </a:effectRef>
                <a:fontRef idx="minor">
                  <a:schemeClr val="tx1"/>
                </a:fontRef>
              </p:style>
            </p:cxnSp>
          </p:grpSp>
          <p:pic>
            <p:nvPicPr>
              <p:cNvPr id="69" name="图形 10">
                <a:extLst>
                  <a:ext uri="{FF2B5EF4-FFF2-40B4-BE49-F238E27FC236}">
                    <a16:creationId xmlns:a16="http://schemas.microsoft.com/office/drawing/2014/main" id="{DBD4FB69-2ACE-4CE8-966E-2221C16A389B}"/>
                  </a:ext>
                </a:extLst>
              </p:cNvPr>
              <p:cNvPicPr>
                <a:picLocks noChangeAspect="1"/>
              </p:cNvPicPr>
              <p:nvPr/>
            </p:nvPicPr>
            <p:blipFill>
              <a:blip r:embed="rId9">
                <a:extLst>
                  <a:ext uri="{28A0092B-C50C-407E-A947-70E740481C1C}">
                    <a14:useLocalDpi xmlns:a14="http://schemas.microsoft.com/office/drawing/2010/main" val="0"/>
                  </a:ext>
                  <a:ext uri="{96DAC541-7B7A-43D3-8B79-37D633B846F1}">
                    <asvg:svgBlip xmlns:asvg="http://schemas.microsoft.com/office/drawing/2016/SVG/main" r:embed="rId10"/>
                  </a:ext>
                </a:extLst>
              </a:blip>
              <a:stretch>
                <a:fillRect/>
              </a:stretch>
            </p:blipFill>
            <p:spPr>
              <a:xfrm>
                <a:off x="2163893" y="1220569"/>
                <a:ext cx="662814" cy="641082"/>
              </a:xfrm>
              <a:prstGeom prst="rect">
                <a:avLst/>
              </a:prstGeom>
            </p:spPr>
          </p:pic>
        </p:grpSp>
        <p:sp>
          <p:nvSpPr>
            <p:cNvPr id="72" name="文本框 71">
              <a:extLst>
                <a:ext uri="{FF2B5EF4-FFF2-40B4-BE49-F238E27FC236}">
                  <a16:creationId xmlns:a16="http://schemas.microsoft.com/office/drawing/2014/main" id="{BCB12494-508B-485B-821F-51C498644118}"/>
                </a:ext>
              </a:extLst>
            </p:cNvPr>
            <p:cNvSpPr txBox="1"/>
            <p:nvPr/>
          </p:nvSpPr>
          <p:spPr>
            <a:xfrm>
              <a:off x="8081794" y="3286423"/>
              <a:ext cx="555406" cy="369332"/>
            </a:xfrm>
            <a:prstGeom prst="rect">
              <a:avLst/>
            </a:prstGeom>
            <a:noFill/>
          </p:spPr>
          <p:txBody>
            <a:bodyPr wrap="square" rtlCol="0">
              <a:spAutoFit/>
            </a:bodyPr>
            <a:lstStyle/>
            <a:p>
              <a:pPr algn="ctr"/>
              <a:r>
                <a:rPr lang="en-US" altLang="zh-CN" b="1" dirty="0">
                  <a:latin typeface="Arial Narrow" panose="020B0606020202030204" pitchFamily="34" charset="0"/>
                </a:rPr>
                <a:t>AP2</a:t>
              </a:r>
              <a:endParaRPr lang="zh-CN" altLang="en-US" b="1" dirty="0">
                <a:latin typeface="Arial Narrow" panose="020B0606020202030204" pitchFamily="34" charset="0"/>
              </a:endParaRPr>
            </a:p>
          </p:txBody>
        </p:sp>
        <p:sp>
          <p:nvSpPr>
            <p:cNvPr id="73" name="椭圆 72">
              <a:extLst>
                <a:ext uri="{FF2B5EF4-FFF2-40B4-BE49-F238E27FC236}">
                  <a16:creationId xmlns:a16="http://schemas.microsoft.com/office/drawing/2014/main" id="{B9F67A10-1FEF-43E3-86B7-A98CD8C7E6F4}"/>
                </a:ext>
              </a:extLst>
            </p:cNvPr>
            <p:cNvSpPr/>
            <p:nvPr/>
          </p:nvSpPr>
          <p:spPr>
            <a:xfrm>
              <a:off x="5884596" y="3017928"/>
              <a:ext cx="5173075" cy="2723321"/>
            </a:xfrm>
            <a:prstGeom prst="ellipse">
              <a:avLst/>
            </a:prstGeom>
            <a:noFill/>
            <a:ln>
              <a:solidFill>
                <a:schemeClr val="tx1"/>
              </a:solid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b="1">
                <a:latin typeface="Arial Narrow" panose="020B0606020202030204" pitchFamily="34" charset="0"/>
              </a:endParaRPr>
            </a:p>
          </p:txBody>
        </p:sp>
        <p:pic>
          <p:nvPicPr>
            <p:cNvPr id="74" name="图形 73">
              <a:extLst>
                <a:ext uri="{FF2B5EF4-FFF2-40B4-BE49-F238E27FC236}">
                  <a16:creationId xmlns:a16="http://schemas.microsoft.com/office/drawing/2014/main" id="{E33B5093-966E-4675-B8E1-02C06BF35374}"/>
                </a:ext>
              </a:extLst>
            </p:cNvPr>
            <p:cNvPicPr>
              <a:picLocks noChangeAspect="1"/>
            </p:cNvPicPr>
            <p:nvPr/>
          </p:nvPicPr>
          <p:blipFill>
            <a:blip r:embed="rId5">
              <a:extLst>
                <a:ext uri="{28A0092B-C50C-407E-A947-70E740481C1C}">
                  <a14:useLocalDpi xmlns:a14="http://schemas.microsoft.com/office/drawing/2010/main" val="0"/>
                </a:ext>
                <a:ext uri="{96DAC541-7B7A-43D3-8B79-37D633B846F1}">
                  <asvg:svgBlip xmlns:asvg="http://schemas.microsoft.com/office/drawing/2016/SVG/main" r:embed="rId6"/>
                </a:ext>
              </a:extLst>
            </a:blip>
            <a:stretch>
              <a:fillRect/>
            </a:stretch>
          </p:blipFill>
          <p:spPr>
            <a:xfrm>
              <a:off x="7960905" y="2316391"/>
              <a:ext cx="1028700" cy="1009650"/>
            </a:xfrm>
            <a:prstGeom prst="rect">
              <a:avLst/>
            </a:prstGeom>
          </p:spPr>
        </p:pic>
        <p:grpSp>
          <p:nvGrpSpPr>
            <p:cNvPr id="75" name="组合 74">
              <a:extLst>
                <a:ext uri="{FF2B5EF4-FFF2-40B4-BE49-F238E27FC236}">
                  <a16:creationId xmlns:a16="http://schemas.microsoft.com/office/drawing/2014/main" id="{43FA64F6-22D1-4BCD-8765-54872829EEF7}"/>
                </a:ext>
              </a:extLst>
            </p:cNvPr>
            <p:cNvGrpSpPr/>
            <p:nvPr/>
          </p:nvGrpSpPr>
          <p:grpSpPr>
            <a:xfrm>
              <a:off x="7203276" y="4520078"/>
              <a:ext cx="662814" cy="846462"/>
              <a:chOff x="2163893" y="1015189"/>
              <a:chExt cx="662814" cy="846462"/>
            </a:xfrm>
          </p:grpSpPr>
          <p:grpSp>
            <p:nvGrpSpPr>
              <p:cNvPr id="76" name="组合 75">
                <a:extLst>
                  <a:ext uri="{FF2B5EF4-FFF2-40B4-BE49-F238E27FC236}">
                    <a16:creationId xmlns:a16="http://schemas.microsoft.com/office/drawing/2014/main" id="{F7995AF2-BB92-4D2F-A403-E18E018074F1}"/>
                  </a:ext>
                </a:extLst>
              </p:cNvPr>
              <p:cNvGrpSpPr/>
              <p:nvPr/>
            </p:nvGrpSpPr>
            <p:grpSpPr>
              <a:xfrm>
                <a:off x="2442267" y="1015189"/>
                <a:ext cx="381000" cy="351117"/>
                <a:chOff x="2556504" y="2484669"/>
                <a:chExt cx="381000" cy="351117"/>
              </a:xfrm>
            </p:grpSpPr>
            <p:pic>
              <p:nvPicPr>
                <p:cNvPr id="78" name="图形 77">
                  <a:extLst>
                    <a:ext uri="{FF2B5EF4-FFF2-40B4-BE49-F238E27FC236}">
                      <a16:creationId xmlns:a16="http://schemas.microsoft.com/office/drawing/2014/main" id="{03310367-138D-442E-A6FD-F0768021176C}"/>
                    </a:ext>
                  </a:extLst>
                </p:cNvPr>
                <p:cNvPicPr>
                  <a:picLocks noChangeAspect="1"/>
                </p:cNvPicPr>
                <p:nvPr/>
              </p:nvPicPr>
              <p:blipFill>
                <a:blip r:embed="rId7">
                  <a:extLst>
                    <a:ext uri="{28A0092B-C50C-407E-A947-70E740481C1C}">
                      <a14:useLocalDpi xmlns:a14="http://schemas.microsoft.com/office/drawing/2010/main" val="0"/>
                    </a:ext>
                    <a:ext uri="{96DAC541-7B7A-43D3-8B79-37D633B846F1}">
                      <asvg:svgBlip xmlns:asvg="http://schemas.microsoft.com/office/drawing/2016/SVG/main" r:embed="rId8"/>
                    </a:ext>
                  </a:extLst>
                </a:blip>
                <a:stretch>
                  <a:fillRect/>
                </a:stretch>
              </p:blipFill>
              <p:spPr>
                <a:xfrm>
                  <a:off x="2556504" y="2484669"/>
                  <a:ext cx="381000" cy="285750"/>
                </a:xfrm>
                <a:prstGeom prst="rect">
                  <a:avLst/>
                </a:prstGeom>
              </p:spPr>
            </p:pic>
            <p:cxnSp>
              <p:nvCxnSpPr>
                <p:cNvPr id="79" name="直接连接符 78">
                  <a:extLst>
                    <a:ext uri="{FF2B5EF4-FFF2-40B4-BE49-F238E27FC236}">
                      <a16:creationId xmlns:a16="http://schemas.microsoft.com/office/drawing/2014/main" id="{79D704E4-7E63-4226-A40E-4033723EC13D}"/>
                    </a:ext>
                  </a:extLst>
                </p:cNvPr>
                <p:cNvCxnSpPr/>
                <p:nvPr/>
              </p:nvCxnSpPr>
              <p:spPr>
                <a:xfrm>
                  <a:off x="2747004" y="2612580"/>
                  <a:ext cx="0" cy="223206"/>
                </a:xfrm>
                <a:prstGeom prst="line">
                  <a:avLst/>
                </a:prstGeom>
                <a:ln w="25400">
                  <a:solidFill>
                    <a:srgbClr val="999999"/>
                  </a:solidFill>
                </a:ln>
              </p:spPr>
              <p:style>
                <a:lnRef idx="1">
                  <a:schemeClr val="accent1"/>
                </a:lnRef>
                <a:fillRef idx="0">
                  <a:schemeClr val="accent1"/>
                </a:fillRef>
                <a:effectRef idx="0">
                  <a:schemeClr val="accent1"/>
                </a:effectRef>
                <a:fontRef idx="minor">
                  <a:schemeClr val="tx1"/>
                </a:fontRef>
              </p:style>
            </p:cxnSp>
          </p:grpSp>
          <p:pic>
            <p:nvPicPr>
              <p:cNvPr id="77" name="图形 10">
                <a:extLst>
                  <a:ext uri="{FF2B5EF4-FFF2-40B4-BE49-F238E27FC236}">
                    <a16:creationId xmlns:a16="http://schemas.microsoft.com/office/drawing/2014/main" id="{77F9F57D-D4AB-49D5-B6A6-436C25F58BF9}"/>
                  </a:ext>
                </a:extLst>
              </p:cNvPr>
              <p:cNvPicPr>
                <a:picLocks noChangeAspect="1"/>
              </p:cNvPicPr>
              <p:nvPr/>
            </p:nvPicPr>
            <p:blipFill>
              <a:blip r:embed="rId9">
                <a:extLst>
                  <a:ext uri="{28A0092B-C50C-407E-A947-70E740481C1C}">
                    <a14:useLocalDpi xmlns:a14="http://schemas.microsoft.com/office/drawing/2010/main" val="0"/>
                  </a:ext>
                  <a:ext uri="{96DAC541-7B7A-43D3-8B79-37D633B846F1}">
                    <asvg:svgBlip xmlns:asvg="http://schemas.microsoft.com/office/drawing/2016/SVG/main" r:embed="rId10"/>
                  </a:ext>
                </a:extLst>
              </a:blip>
              <a:stretch>
                <a:fillRect/>
              </a:stretch>
            </p:blipFill>
            <p:spPr>
              <a:xfrm>
                <a:off x="2163893" y="1220569"/>
                <a:ext cx="662814" cy="641082"/>
              </a:xfrm>
              <a:prstGeom prst="rect">
                <a:avLst/>
              </a:prstGeom>
            </p:spPr>
          </p:pic>
        </p:grpSp>
        <p:grpSp>
          <p:nvGrpSpPr>
            <p:cNvPr id="80" name="组合 79">
              <a:extLst>
                <a:ext uri="{FF2B5EF4-FFF2-40B4-BE49-F238E27FC236}">
                  <a16:creationId xmlns:a16="http://schemas.microsoft.com/office/drawing/2014/main" id="{DC316675-7062-4442-AB90-79B37BB51414}"/>
                </a:ext>
              </a:extLst>
            </p:cNvPr>
            <p:cNvGrpSpPr/>
            <p:nvPr/>
          </p:nvGrpSpPr>
          <p:grpSpPr>
            <a:xfrm>
              <a:off x="9174041" y="4504796"/>
              <a:ext cx="662814" cy="846462"/>
              <a:chOff x="2163893" y="1015189"/>
              <a:chExt cx="662814" cy="846462"/>
            </a:xfrm>
          </p:grpSpPr>
          <p:grpSp>
            <p:nvGrpSpPr>
              <p:cNvPr id="81" name="组合 80">
                <a:extLst>
                  <a:ext uri="{FF2B5EF4-FFF2-40B4-BE49-F238E27FC236}">
                    <a16:creationId xmlns:a16="http://schemas.microsoft.com/office/drawing/2014/main" id="{FDC9B0C2-3DF4-4635-8657-1809B7281AB2}"/>
                  </a:ext>
                </a:extLst>
              </p:cNvPr>
              <p:cNvGrpSpPr/>
              <p:nvPr/>
            </p:nvGrpSpPr>
            <p:grpSpPr>
              <a:xfrm>
                <a:off x="2442267" y="1015189"/>
                <a:ext cx="381000" cy="351117"/>
                <a:chOff x="2556504" y="2484669"/>
                <a:chExt cx="381000" cy="351117"/>
              </a:xfrm>
            </p:grpSpPr>
            <p:pic>
              <p:nvPicPr>
                <p:cNvPr id="83" name="图形 82">
                  <a:extLst>
                    <a:ext uri="{FF2B5EF4-FFF2-40B4-BE49-F238E27FC236}">
                      <a16:creationId xmlns:a16="http://schemas.microsoft.com/office/drawing/2014/main" id="{A3E9EFA1-236C-4282-A515-3B3A3848F120}"/>
                    </a:ext>
                  </a:extLst>
                </p:cNvPr>
                <p:cNvPicPr>
                  <a:picLocks noChangeAspect="1"/>
                </p:cNvPicPr>
                <p:nvPr/>
              </p:nvPicPr>
              <p:blipFill>
                <a:blip r:embed="rId7">
                  <a:extLst>
                    <a:ext uri="{28A0092B-C50C-407E-A947-70E740481C1C}">
                      <a14:useLocalDpi xmlns:a14="http://schemas.microsoft.com/office/drawing/2010/main" val="0"/>
                    </a:ext>
                    <a:ext uri="{96DAC541-7B7A-43D3-8B79-37D633B846F1}">
                      <asvg:svgBlip xmlns:asvg="http://schemas.microsoft.com/office/drawing/2016/SVG/main" r:embed="rId8"/>
                    </a:ext>
                  </a:extLst>
                </a:blip>
                <a:stretch>
                  <a:fillRect/>
                </a:stretch>
              </p:blipFill>
              <p:spPr>
                <a:xfrm>
                  <a:off x="2556504" y="2484669"/>
                  <a:ext cx="381000" cy="285750"/>
                </a:xfrm>
                <a:prstGeom prst="rect">
                  <a:avLst/>
                </a:prstGeom>
              </p:spPr>
            </p:pic>
            <p:cxnSp>
              <p:nvCxnSpPr>
                <p:cNvPr id="84" name="直接连接符 83">
                  <a:extLst>
                    <a:ext uri="{FF2B5EF4-FFF2-40B4-BE49-F238E27FC236}">
                      <a16:creationId xmlns:a16="http://schemas.microsoft.com/office/drawing/2014/main" id="{817C4F36-61C9-4B98-A396-AE6DD79A2A62}"/>
                    </a:ext>
                  </a:extLst>
                </p:cNvPr>
                <p:cNvCxnSpPr/>
                <p:nvPr/>
              </p:nvCxnSpPr>
              <p:spPr>
                <a:xfrm>
                  <a:off x="2747004" y="2612580"/>
                  <a:ext cx="0" cy="223206"/>
                </a:xfrm>
                <a:prstGeom prst="line">
                  <a:avLst/>
                </a:prstGeom>
                <a:ln w="25400">
                  <a:solidFill>
                    <a:srgbClr val="999999"/>
                  </a:solidFill>
                </a:ln>
              </p:spPr>
              <p:style>
                <a:lnRef idx="1">
                  <a:schemeClr val="accent1"/>
                </a:lnRef>
                <a:fillRef idx="0">
                  <a:schemeClr val="accent1"/>
                </a:fillRef>
                <a:effectRef idx="0">
                  <a:schemeClr val="accent1"/>
                </a:effectRef>
                <a:fontRef idx="minor">
                  <a:schemeClr val="tx1"/>
                </a:fontRef>
              </p:style>
            </p:cxnSp>
          </p:grpSp>
          <p:pic>
            <p:nvPicPr>
              <p:cNvPr id="82" name="图形 10">
                <a:extLst>
                  <a:ext uri="{FF2B5EF4-FFF2-40B4-BE49-F238E27FC236}">
                    <a16:creationId xmlns:a16="http://schemas.microsoft.com/office/drawing/2014/main" id="{19A166C2-6E63-46E0-92E3-69A0C32FB6AF}"/>
                  </a:ext>
                </a:extLst>
              </p:cNvPr>
              <p:cNvPicPr>
                <a:picLocks noChangeAspect="1"/>
              </p:cNvPicPr>
              <p:nvPr/>
            </p:nvPicPr>
            <p:blipFill>
              <a:blip r:embed="rId9">
                <a:extLst>
                  <a:ext uri="{28A0092B-C50C-407E-A947-70E740481C1C}">
                    <a14:useLocalDpi xmlns:a14="http://schemas.microsoft.com/office/drawing/2010/main" val="0"/>
                  </a:ext>
                  <a:ext uri="{96DAC541-7B7A-43D3-8B79-37D633B846F1}">
                    <asvg:svgBlip xmlns:asvg="http://schemas.microsoft.com/office/drawing/2016/SVG/main" r:embed="rId10"/>
                  </a:ext>
                </a:extLst>
              </a:blip>
              <a:stretch>
                <a:fillRect/>
              </a:stretch>
            </p:blipFill>
            <p:spPr>
              <a:xfrm>
                <a:off x="2163893" y="1220569"/>
                <a:ext cx="662814" cy="641082"/>
              </a:xfrm>
              <a:prstGeom prst="rect">
                <a:avLst/>
              </a:prstGeom>
            </p:spPr>
          </p:pic>
        </p:grpSp>
        <p:grpSp>
          <p:nvGrpSpPr>
            <p:cNvPr id="85" name="组合 84">
              <a:extLst>
                <a:ext uri="{FF2B5EF4-FFF2-40B4-BE49-F238E27FC236}">
                  <a16:creationId xmlns:a16="http://schemas.microsoft.com/office/drawing/2014/main" id="{3B2B32E6-1209-47D1-850B-5D7B1AA6C1B1}"/>
                </a:ext>
              </a:extLst>
            </p:cNvPr>
            <p:cNvGrpSpPr/>
            <p:nvPr/>
          </p:nvGrpSpPr>
          <p:grpSpPr>
            <a:xfrm>
              <a:off x="6145689" y="3563366"/>
              <a:ext cx="662814" cy="846462"/>
              <a:chOff x="2163893" y="1015189"/>
              <a:chExt cx="662814" cy="846462"/>
            </a:xfrm>
          </p:grpSpPr>
          <p:grpSp>
            <p:nvGrpSpPr>
              <p:cNvPr id="86" name="组合 85">
                <a:extLst>
                  <a:ext uri="{FF2B5EF4-FFF2-40B4-BE49-F238E27FC236}">
                    <a16:creationId xmlns:a16="http://schemas.microsoft.com/office/drawing/2014/main" id="{DE87B011-80C0-460C-96AE-D100992CC0D1}"/>
                  </a:ext>
                </a:extLst>
              </p:cNvPr>
              <p:cNvGrpSpPr/>
              <p:nvPr/>
            </p:nvGrpSpPr>
            <p:grpSpPr>
              <a:xfrm>
                <a:off x="2442267" y="1015189"/>
                <a:ext cx="381000" cy="351117"/>
                <a:chOff x="2556504" y="2484669"/>
                <a:chExt cx="381000" cy="351117"/>
              </a:xfrm>
            </p:grpSpPr>
            <p:pic>
              <p:nvPicPr>
                <p:cNvPr id="88" name="图形 87">
                  <a:extLst>
                    <a:ext uri="{FF2B5EF4-FFF2-40B4-BE49-F238E27FC236}">
                      <a16:creationId xmlns:a16="http://schemas.microsoft.com/office/drawing/2014/main" id="{13B3928D-995B-4954-9EF4-D0B248200808}"/>
                    </a:ext>
                  </a:extLst>
                </p:cNvPr>
                <p:cNvPicPr>
                  <a:picLocks noChangeAspect="1"/>
                </p:cNvPicPr>
                <p:nvPr/>
              </p:nvPicPr>
              <p:blipFill>
                <a:blip r:embed="rId7">
                  <a:extLst>
                    <a:ext uri="{28A0092B-C50C-407E-A947-70E740481C1C}">
                      <a14:useLocalDpi xmlns:a14="http://schemas.microsoft.com/office/drawing/2010/main" val="0"/>
                    </a:ext>
                    <a:ext uri="{96DAC541-7B7A-43D3-8B79-37D633B846F1}">
                      <asvg:svgBlip xmlns:asvg="http://schemas.microsoft.com/office/drawing/2016/SVG/main" r:embed="rId8"/>
                    </a:ext>
                  </a:extLst>
                </a:blip>
                <a:stretch>
                  <a:fillRect/>
                </a:stretch>
              </p:blipFill>
              <p:spPr>
                <a:xfrm>
                  <a:off x="2556504" y="2484669"/>
                  <a:ext cx="381000" cy="285750"/>
                </a:xfrm>
                <a:prstGeom prst="rect">
                  <a:avLst/>
                </a:prstGeom>
              </p:spPr>
            </p:pic>
            <p:cxnSp>
              <p:nvCxnSpPr>
                <p:cNvPr id="89" name="直接连接符 88">
                  <a:extLst>
                    <a:ext uri="{FF2B5EF4-FFF2-40B4-BE49-F238E27FC236}">
                      <a16:creationId xmlns:a16="http://schemas.microsoft.com/office/drawing/2014/main" id="{56C2AFC6-78F6-417E-8E2F-5E2E42CDE0CD}"/>
                    </a:ext>
                  </a:extLst>
                </p:cNvPr>
                <p:cNvCxnSpPr/>
                <p:nvPr/>
              </p:nvCxnSpPr>
              <p:spPr>
                <a:xfrm>
                  <a:off x="2747004" y="2612580"/>
                  <a:ext cx="0" cy="223206"/>
                </a:xfrm>
                <a:prstGeom prst="line">
                  <a:avLst/>
                </a:prstGeom>
                <a:ln w="25400">
                  <a:solidFill>
                    <a:srgbClr val="999999"/>
                  </a:solidFill>
                </a:ln>
              </p:spPr>
              <p:style>
                <a:lnRef idx="1">
                  <a:schemeClr val="accent1"/>
                </a:lnRef>
                <a:fillRef idx="0">
                  <a:schemeClr val="accent1"/>
                </a:fillRef>
                <a:effectRef idx="0">
                  <a:schemeClr val="accent1"/>
                </a:effectRef>
                <a:fontRef idx="minor">
                  <a:schemeClr val="tx1"/>
                </a:fontRef>
              </p:style>
            </p:cxnSp>
          </p:grpSp>
          <p:pic>
            <p:nvPicPr>
              <p:cNvPr id="87" name="图形 10">
                <a:extLst>
                  <a:ext uri="{FF2B5EF4-FFF2-40B4-BE49-F238E27FC236}">
                    <a16:creationId xmlns:a16="http://schemas.microsoft.com/office/drawing/2014/main" id="{061BD505-8681-4140-A117-96E34CE4AC73}"/>
                  </a:ext>
                </a:extLst>
              </p:cNvPr>
              <p:cNvPicPr>
                <a:picLocks noChangeAspect="1"/>
              </p:cNvPicPr>
              <p:nvPr/>
            </p:nvPicPr>
            <p:blipFill>
              <a:blip r:embed="rId9">
                <a:extLst>
                  <a:ext uri="{28A0092B-C50C-407E-A947-70E740481C1C}">
                    <a14:useLocalDpi xmlns:a14="http://schemas.microsoft.com/office/drawing/2010/main" val="0"/>
                  </a:ext>
                  <a:ext uri="{96DAC541-7B7A-43D3-8B79-37D633B846F1}">
                    <asvg:svgBlip xmlns:asvg="http://schemas.microsoft.com/office/drawing/2016/SVG/main" r:embed="rId10"/>
                  </a:ext>
                </a:extLst>
              </a:blip>
              <a:stretch>
                <a:fillRect/>
              </a:stretch>
            </p:blipFill>
            <p:spPr>
              <a:xfrm>
                <a:off x="2163893" y="1220569"/>
                <a:ext cx="662814" cy="641082"/>
              </a:xfrm>
              <a:prstGeom prst="rect">
                <a:avLst/>
              </a:prstGeom>
            </p:spPr>
          </p:pic>
        </p:grpSp>
        <p:grpSp>
          <p:nvGrpSpPr>
            <p:cNvPr id="90" name="组合 89">
              <a:extLst>
                <a:ext uri="{FF2B5EF4-FFF2-40B4-BE49-F238E27FC236}">
                  <a16:creationId xmlns:a16="http://schemas.microsoft.com/office/drawing/2014/main" id="{112D3AB3-B4C0-4E65-B6FB-4A2620E1B3C3}"/>
                </a:ext>
              </a:extLst>
            </p:cNvPr>
            <p:cNvGrpSpPr/>
            <p:nvPr/>
          </p:nvGrpSpPr>
          <p:grpSpPr>
            <a:xfrm>
              <a:off x="9457586" y="3471089"/>
              <a:ext cx="662814" cy="846462"/>
              <a:chOff x="2163893" y="1015189"/>
              <a:chExt cx="662814" cy="846462"/>
            </a:xfrm>
          </p:grpSpPr>
          <p:grpSp>
            <p:nvGrpSpPr>
              <p:cNvPr id="91" name="组合 90">
                <a:extLst>
                  <a:ext uri="{FF2B5EF4-FFF2-40B4-BE49-F238E27FC236}">
                    <a16:creationId xmlns:a16="http://schemas.microsoft.com/office/drawing/2014/main" id="{01239586-8D7B-4E8B-8A8F-49EC24608910}"/>
                  </a:ext>
                </a:extLst>
              </p:cNvPr>
              <p:cNvGrpSpPr/>
              <p:nvPr/>
            </p:nvGrpSpPr>
            <p:grpSpPr>
              <a:xfrm>
                <a:off x="2442267" y="1015189"/>
                <a:ext cx="381000" cy="351117"/>
                <a:chOff x="2556504" y="2484669"/>
                <a:chExt cx="381000" cy="351117"/>
              </a:xfrm>
            </p:grpSpPr>
            <p:pic>
              <p:nvPicPr>
                <p:cNvPr id="93" name="图形 92">
                  <a:extLst>
                    <a:ext uri="{FF2B5EF4-FFF2-40B4-BE49-F238E27FC236}">
                      <a16:creationId xmlns:a16="http://schemas.microsoft.com/office/drawing/2014/main" id="{054EA276-8191-4582-9A0C-D136B0A29B8F}"/>
                    </a:ext>
                  </a:extLst>
                </p:cNvPr>
                <p:cNvPicPr>
                  <a:picLocks noChangeAspect="1"/>
                </p:cNvPicPr>
                <p:nvPr/>
              </p:nvPicPr>
              <p:blipFill>
                <a:blip r:embed="rId7">
                  <a:extLst>
                    <a:ext uri="{28A0092B-C50C-407E-A947-70E740481C1C}">
                      <a14:useLocalDpi xmlns:a14="http://schemas.microsoft.com/office/drawing/2010/main" val="0"/>
                    </a:ext>
                    <a:ext uri="{96DAC541-7B7A-43D3-8B79-37D633B846F1}">
                      <asvg:svgBlip xmlns:asvg="http://schemas.microsoft.com/office/drawing/2016/SVG/main" r:embed="rId8"/>
                    </a:ext>
                  </a:extLst>
                </a:blip>
                <a:stretch>
                  <a:fillRect/>
                </a:stretch>
              </p:blipFill>
              <p:spPr>
                <a:xfrm>
                  <a:off x="2556504" y="2484669"/>
                  <a:ext cx="381000" cy="285750"/>
                </a:xfrm>
                <a:prstGeom prst="rect">
                  <a:avLst/>
                </a:prstGeom>
              </p:spPr>
            </p:pic>
            <p:cxnSp>
              <p:nvCxnSpPr>
                <p:cNvPr id="94" name="直接连接符 93">
                  <a:extLst>
                    <a:ext uri="{FF2B5EF4-FFF2-40B4-BE49-F238E27FC236}">
                      <a16:creationId xmlns:a16="http://schemas.microsoft.com/office/drawing/2014/main" id="{4E78BEC1-A8CF-4073-946C-CDA5A2E16351}"/>
                    </a:ext>
                  </a:extLst>
                </p:cNvPr>
                <p:cNvCxnSpPr/>
                <p:nvPr/>
              </p:nvCxnSpPr>
              <p:spPr>
                <a:xfrm>
                  <a:off x="2747004" y="2612580"/>
                  <a:ext cx="0" cy="223206"/>
                </a:xfrm>
                <a:prstGeom prst="line">
                  <a:avLst/>
                </a:prstGeom>
                <a:ln w="25400">
                  <a:solidFill>
                    <a:srgbClr val="999999"/>
                  </a:solidFill>
                </a:ln>
              </p:spPr>
              <p:style>
                <a:lnRef idx="1">
                  <a:schemeClr val="accent1"/>
                </a:lnRef>
                <a:fillRef idx="0">
                  <a:schemeClr val="accent1"/>
                </a:fillRef>
                <a:effectRef idx="0">
                  <a:schemeClr val="accent1"/>
                </a:effectRef>
                <a:fontRef idx="minor">
                  <a:schemeClr val="tx1"/>
                </a:fontRef>
              </p:style>
            </p:cxnSp>
          </p:grpSp>
          <p:pic>
            <p:nvPicPr>
              <p:cNvPr id="92" name="图形 10">
                <a:extLst>
                  <a:ext uri="{FF2B5EF4-FFF2-40B4-BE49-F238E27FC236}">
                    <a16:creationId xmlns:a16="http://schemas.microsoft.com/office/drawing/2014/main" id="{7E4A49B4-ECC1-4553-8D43-299512F8AE2D}"/>
                  </a:ext>
                </a:extLst>
              </p:cNvPr>
              <p:cNvPicPr>
                <a:picLocks noChangeAspect="1"/>
              </p:cNvPicPr>
              <p:nvPr/>
            </p:nvPicPr>
            <p:blipFill>
              <a:blip r:embed="rId9">
                <a:extLst>
                  <a:ext uri="{28A0092B-C50C-407E-A947-70E740481C1C}">
                    <a14:useLocalDpi xmlns:a14="http://schemas.microsoft.com/office/drawing/2010/main" val="0"/>
                  </a:ext>
                  <a:ext uri="{96DAC541-7B7A-43D3-8B79-37D633B846F1}">
                    <asvg:svgBlip xmlns:asvg="http://schemas.microsoft.com/office/drawing/2016/SVG/main" r:embed="rId10"/>
                  </a:ext>
                </a:extLst>
              </a:blip>
              <a:stretch>
                <a:fillRect/>
              </a:stretch>
            </p:blipFill>
            <p:spPr>
              <a:xfrm>
                <a:off x="2163893" y="1220569"/>
                <a:ext cx="662814" cy="641082"/>
              </a:xfrm>
              <a:prstGeom prst="rect">
                <a:avLst/>
              </a:prstGeom>
            </p:spPr>
          </p:pic>
        </p:grpSp>
        <p:sp>
          <p:nvSpPr>
            <p:cNvPr id="95" name="文本框 94">
              <a:extLst>
                <a:ext uri="{FF2B5EF4-FFF2-40B4-BE49-F238E27FC236}">
                  <a16:creationId xmlns:a16="http://schemas.microsoft.com/office/drawing/2014/main" id="{6B698353-3A7C-4EAC-8987-FB392F9BDA92}"/>
                </a:ext>
              </a:extLst>
            </p:cNvPr>
            <p:cNvSpPr txBox="1"/>
            <p:nvPr/>
          </p:nvSpPr>
          <p:spPr>
            <a:xfrm>
              <a:off x="2281150" y="4945739"/>
              <a:ext cx="339118" cy="400110"/>
            </a:xfrm>
            <a:prstGeom prst="rect">
              <a:avLst/>
            </a:prstGeom>
            <a:noFill/>
          </p:spPr>
          <p:txBody>
            <a:bodyPr wrap="square" rtlCol="0">
              <a:spAutoFit/>
            </a:bodyPr>
            <a:lstStyle/>
            <a:p>
              <a:pPr algn="ctr"/>
              <a:r>
                <a:rPr lang="en-US" altLang="zh-CN" sz="2000" b="1" dirty="0">
                  <a:solidFill>
                    <a:schemeClr val="bg1"/>
                  </a:solidFill>
                  <a:latin typeface="Arial Narrow" panose="020B0606020202030204" pitchFamily="34" charset="0"/>
                </a:rPr>
                <a:t>A</a:t>
              </a:r>
              <a:endParaRPr lang="zh-CN" altLang="en-US" sz="2000" b="1" dirty="0">
                <a:solidFill>
                  <a:schemeClr val="bg1"/>
                </a:solidFill>
                <a:latin typeface="Arial Narrow" panose="020B0606020202030204" pitchFamily="34" charset="0"/>
              </a:endParaRPr>
            </a:p>
          </p:txBody>
        </p:sp>
        <p:sp>
          <p:nvSpPr>
            <p:cNvPr id="96" name="文本框 95">
              <a:extLst>
                <a:ext uri="{FF2B5EF4-FFF2-40B4-BE49-F238E27FC236}">
                  <a16:creationId xmlns:a16="http://schemas.microsoft.com/office/drawing/2014/main" id="{27836CF9-853E-4750-AB08-38E3740DA738}"/>
                </a:ext>
              </a:extLst>
            </p:cNvPr>
            <p:cNvSpPr txBox="1"/>
            <p:nvPr/>
          </p:nvSpPr>
          <p:spPr>
            <a:xfrm>
              <a:off x="4244431" y="5037092"/>
              <a:ext cx="339118" cy="400110"/>
            </a:xfrm>
            <a:prstGeom prst="rect">
              <a:avLst/>
            </a:prstGeom>
            <a:noFill/>
          </p:spPr>
          <p:txBody>
            <a:bodyPr wrap="square" rtlCol="0">
              <a:spAutoFit/>
            </a:bodyPr>
            <a:lstStyle/>
            <a:p>
              <a:pPr algn="ctr"/>
              <a:r>
                <a:rPr lang="en-US" altLang="zh-CN" sz="2000" b="1" dirty="0">
                  <a:solidFill>
                    <a:schemeClr val="bg1"/>
                  </a:solidFill>
                  <a:latin typeface="Arial Narrow" panose="020B0606020202030204" pitchFamily="34" charset="0"/>
                </a:rPr>
                <a:t>B</a:t>
              </a:r>
              <a:endParaRPr lang="zh-CN" altLang="en-US" sz="2000" b="1" dirty="0">
                <a:solidFill>
                  <a:schemeClr val="bg1"/>
                </a:solidFill>
                <a:latin typeface="Arial Narrow" panose="020B0606020202030204" pitchFamily="34" charset="0"/>
              </a:endParaRPr>
            </a:p>
          </p:txBody>
        </p:sp>
        <p:sp>
          <p:nvSpPr>
            <p:cNvPr id="97" name="文本框 96">
              <a:extLst>
                <a:ext uri="{FF2B5EF4-FFF2-40B4-BE49-F238E27FC236}">
                  <a16:creationId xmlns:a16="http://schemas.microsoft.com/office/drawing/2014/main" id="{3508E046-4641-4A22-A035-3812952C2A8C}"/>
                </a:ext>
              </a:extLst>
            </p:cNvPr>
            <p:cNvSpPr txBox="1"/>
            <p:nvPr/>
          </p:nvSpPr>
          <p:spPr>
            <a:xfrm>
              <a:off x="7790013" y="5086323"/>
              <a:ext cx="1586500" cy="646331"/>
            </a:xfrm>
            <a:prstGeom prst="rect">
              <a:avLst/>
            </a:prstGeom>
            <a:noFill/>
          </p:spPr>
          <p:txBody>
            <a:bodyPr wrap="square" rtlCol="0">
              <a:spAutoFit/>
            </a:bodyPr>
            <a:lstStyle/>
            <a:p>
              <a:pPr algn="ctr"/>
              <a:r>
                <a:rPr lang="zh-CN" altLang="en-US" b="1" dirty="0">
                  <a:latin typeface="Arial Narrow" panose="020B0606020202030204" pitchFamily="34" charset="0"/>
                </a:rPr>
                <a:t>基本服务集</a:t>
              </a:r>
              <a:endParaRPr lang="en-US" altLang="zh-CN" b="1" dirty="0">
                <a:latin typeface="Arial Narrow" panose="020B0606020202030204" pitchFamily="34" charset="0"/>
              </a:endParaRPr>
            </a:p>
            <a:p>
              <a:pPr algn="ctr"/>
              <a:r>
                <a:rPr lang="en-US" altLang="zh-CN" b="1" dirty="0">
                  <a:latin typeface="Arial Narrow" panose="020B0606020202030204" pitchFamily="34" charset="0"/>
                </a:rPr>
                <a:t>BSS2</a:t>
              </a:r>
              <a:endParaRPr lang="zh-CN" altLang="en-US" b="1" dirty="0">
                <a:latin typeface="Arial Narrow" panose="020B0606020202030204" pitchFamily="34" charset="0"/>
              </a:endParaRPr>
            </a:p>
          </p:txBody>
        </p:sp>
        <p:sp>
          <p:nvSpPr>
            <p:cNvPr id="98" name="矩形: 圆角 97">
              <a:extLst>
                <a:ext uri="{FF2B5EF4-FFF2-40B4-BE49-F238E27FC236}">
                  <a16:creationId xmlns:a16="http://schemas.microsoft.com/office/drawing/2014/main" id="{BB8042F8-0A0F-4057-8A1C-8AA95F7D35B9}"/>
                </a:ext>
              </a:extLst>
            </p:cNvPr>
            <p:cNvSpPr/>
            <p:nvPr/>
          </p:nvSpPr>
          <p:spPr>
            <a:xfrm>
              <a:off x="548585" y="2308043"/>
              <a:ext cx="10998048" cy="4130857"/>
            </a:xfrm>
            <a:prstGeom prst="roundRect">
              <a:avLst/>
            </a:prstGeom>
            <a:noFill/>
            <a:ln>
              <a:solidFill>
                <a:schemeClr val="tx1"/>
              </a:solid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b="1">
                <a:latin typeface="Arial Narrow" panose="020B0606020202030204" pitchFamily="34" charset="0"/>
              </a:endParaRPr>
            </a:p>
          </p:txBody>
        </p:sp>
        <p:sp>
          <p:nvSpPr>
            <p:cNvPr id="99" name="文本框 98">
              <a:extLst>
                <a:ext uri="{FF2B5EF4-FFF2-40B4-BE49-F238E27FC236}">
                  <a16:creationId xmlns:a16="http://schemas.microsoft.com/office/drawing/2014/main" id="{C48C1061-805E-4798-8A77-B9897E64953A}"/>
                </a:ext>
              </a:extLst>
            </p:cNvPr>
            <p:cNvSpPr txBox="1"/>
            <p:nvPr/>
          </p:nvSpPr>
          <p:spPr>
            <a:xfrm>
              <a:off x="9720110" y="3700084"/>
              <a:ext cx="339118" cy="369332"/>
            </a:xfrm>
            <a:prstGeom prst="rect">
              <a:avLst/>
            </a:prstGeom>
            <a:noFill/>
          </p:spPr>
          <p:txBody>
            <a:bodyPr wrap="square" rtlCol="0">
              <a:spAutoFit/>
            </a:bodyPr>
            <a:lstStyle/>
            <a:p>
              <a:pPr algn="ctr"/>
              <a:r>
                <a:rPr lang="en-US" altLang="zh-CN" b="1" dirty="0">
                  <a:solidFill>
                    <a:schemeClr val="bg1"/>
                  </a:solidFill>
                  <a:latin typeface="Arial Narrow" panose="020B0606020202030204" pitchFamily="34" charset="0"/>
                </a:rPr>
                <a:t>C</a:t>
              </a:r>
              <a:endParaRPr lang="zh-CN" altLang="en-US" b="1" dirty="0">
                <a:solidFill>
                  <a:schemeClr val="bg1"/>
                </a:solidFill>
                <a:latin typeface="Arial Narrow" panose="020B0606020202030204" pitchFamily="34" charset="0"/>
              </a:endParaRPr>
            </a:p>
          </p:txBody>
        </p:sp>
        <p:sp>
          <p:nvSpPr>
            <p:cNvPr id="100" name="文本框 99">
              <a:extLst>
                <a:ext uri="{FF2B5EF4-FFF2-40B4-BE49-F238E27FC236}">
                  <a16:creationId xmlns:a16="http://schemas.microsoft.com/office/drawing/2014/main" id="{5CE43870-E870-4FA4-82FC-85C756EF9546}"/>
                </a:ext>
              </a:extLst>
            </p:cNvPr>
            <p:cNvSpPr txBox="1"/>
            <p:nvPr/>
          </p:nvSpPr>
          <p:spPr>
            <a:xfrm>
              <a:off x="4933438" y="6015886"/>
              <a:ext cx="2319129" cy="369332"/>
            </a:xfrm>
            <a:prstGeom prst="rect">
              <a:avLst/>
            </a:prstGeom>
            <a:noFill/>
          </p:spPr>
          <p:txBody>
            <a:bodyPr wrap="square" rtlCol="0">
              <a:spAutoFit/>
            </a:bodyPr>
            <a:lstStyle/>
            <a:p>
              <a:pPr algn="ctr"/>
              <a:r>
                <a:rPr lang="zh-CN" altLang="en-US" b="1" dirty="0">
                  <a:latin typeface="Arial Narrow" panose="020B0606020202030204" pitchFamily="34" charset="0"/>
                </a:rPr>
                <a:t>扩展服务集</a:t>
              </a:r>
              <a:r>
                <a:rPr lang="en-US" altLang="zh-CN" b="1" dirty="0">
                  <a:latin typeface="Arial Narrow" panose="020B0606020202030204" pitchFamily="34" charset="0"/>
                </a:rPr>
                <a:t>ESS</a:t>
              </a:r>
              <a:endParaRPr lang="zh-CN" altLang="en-US" b="1" dirty="0">
                <a:latin typeface="Arial Narrow" panose="020B0606020202030204" pitchFamily="34" charset="0"/>
              </a:endParaRPr>
            </a:p>
          </p:txBody>
        </p:sp>
      </p:grpSp>
      <p:sp>
        <p:nvSpPr>
          <p:cNvPr id="6" name="标注: 左箭头 5">
            <a:extLst>
              <a:ext uri="{FF2B5EF4-FFF2-40B4-BE49-F238E27FC236}">
                <a16:creationId xmlns:a16="http://schemas.microsoft.com/office/drawing/2014/main" id="{E19CE5BF-5D36-4AC3-A56A-39DCD9F3C839}"/>
              </a:ext>
            </a:extLst>
          </p:cNvPr>
          <p:cNvSpPr/>
          <p:nvPr/>
        </p:nvSpPr>
        <p:spPr>
          <a:xfrm>
            <a:off x="6315572" y="1992707"/>
            <a:ext cx="1727277" cy="606565"/>
          </a:xfrm>
          <a:prstGeom prst="leftArrowCallout">
            <a:avLst>
              <a:gd name="adj1" fmla="val 25000"/>
              <a:gd name="adj2" fmla="val 25000"/>
              <a:gd name="adj3" fmla="val 25000"/>
              <a:gd name="adj4" fmla="val 80854"/>
            </a:avLst>
          </a:prstGeom>
        </p:spPr>
        <p:style>
          <a:lnRef idx="2">
            <a:schemeClr val="accent3">
              <a:shade val="50000"/>
            </a:schemeClr>
          </a:lnRef>
          <a:fillRef idx="1">
            <a:schemeClr val="accent3"/>
          </a:fillRef>
          <a:effectRef idx="0">
            <a:schemeClr val="accent3"/>
          </a:effectRef>
          <a:fontRef idx="minor">
            <a:schemeClr val="lt1"/>
          </a:fontRef>
        </p:style>
        <p:txBody>
          <a:bodyPr rtlCol="0" anchor="ctr"/>
          <a:lstStyle/>
          <a:p>
            <a:pPr algn="ctr"/>
            <a:r>
              <a:rPr lang="zh-CN" altLang="en-US" b="1" dirty="0">
                <a:latin typeface="Arial Narrow" panose="020B0606020202030204" pitchFamily="34" charset="0"/>
              </a:rPr>
              <a:t>以太网</a:t>
            </a:r>
            <a:endParaRPr lang="en-US" altLang="zh-CN" b="1" dirty="0">
              <a:latin typeface="Arial Narrow" panose="020B0606020202030204" pitchFamily="34" charset="0"/>
            </a:endParaRPr>
          </a:p>
          <a:p>
            <a:pPr algn="ctr"/>
            <a:r>
              <a:rPr lang="zh-CN" altLang="en-US" b="1" dirty="0">
                <a:latin typeface="Arial Narrow" panose="020B0606020202030204" pitchFamily="34" charset="0"/>
              </a:rPr>
              <a:t>数据帧</a:t>
            </a:r>
          </a:p>
        </p:txBody>
      </p:sp>
      <p:grpSp>
        <p:nvGrpSpPr>
          <p:cNvPr id="101" name="组合 100">
            <a:extLst>
              <a:ext uri="{FF2B5EF4-FFF2-40B4-BE49-F238E27FC236}">
                <a16:creationId xmlns:a16="http://schemas.microsoft.com/office/drawing/2014/main" id="{A14C5111-52EF-46E9-81CC-7B31575BAC4D}"/>
              </a:ext>
            </a:extLst>
          </p:cNvPr>
          <p:cNvGrpSpPr/>
          <p:nvPr/>
        </p:nvGrpSpPr>
        <p:grpSpPr>
          <a:xfrm>
            <a:off x="4614507" y="2712618"/>
            <a:ext cx="2734072" cy="814285"/>
            <a:chOff x="4518495" y="2669692"/>
            <a:chExt cx="2734072" cy="814285"/>
          </a:xfrm>
        </p:grpSpPr>
        <p:sp>
          <p:nvSpPr>
            <p:cNvPr id="103" name="对话气泡: 矩形 102">
              <a:extLst>
                <a:ext uri="{FF2B5EF4-FFF2-40B4-BE49-F238E27FC236}">
                  <a16:creationId xmlns:a16="http://schemas.microsoft.com/office/drawing/2014/main" id="{68F9880E-609A-470F-97B7-12C6C64FE677}"/>
                </a:ext>
              </a:extLst>
            </p:cNvPr>
            <p:cNvSpPr/>
            <p:nvPr/>
          </p:nvSpPr>
          <p:spPr>
            <a:xfrm>
              <a:off x="4538365" y="2669692"/>
              <a:ext cx="2531331" cy="814285"/>
            </a:xfrm>
            <a:prstGeom prst="wedgeRectCallout">
              <a:avLst>
                <a:gd name="adj1" fmla="val 36256"/>
                <a:gd name="adj2" fmla="val -84286"/>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104" name="文本框 103">
              <a:extLst>
                <a:ext uri="{FF2B5EF4-FFF2-40B4-BE49-F238E27FC236}">
                  <a16:creationId xmlns:a16="http://schemas.microsoft.com/office/drawing/2014/main" id="{968077A9-AEC5-423C-B4FB-6A731014CC35}"/>
                </a:ext>
              </a:extLst>
            </p:cNvPr>
            <p:cNvSpPr txBox="1"/>
            <p:nvPr/>
          </p:nvSpPr>
          <p:spPr>
            <a:xfrm>
              <a:off x="4518495" y="2713092"/>
              <a:ext cx="2526968" cy="369332"/>
            </a:xfrm>
            <a:prstGeom prst="rect">
              <a:avLst/>
            </a:prstGeom>
            <a:noFill/>
          </p:spPr>
          <p:txBody>
            <a:bodyPr wrap="square" rtlCol="0">
              <a:spAutoFit/>
            </a:bodyPr>
            <a:lstStyle/>
            <a:p>
              <a:r>
                <a:rPr lang="zh-CN" altLang="en-US" b="1" dirty="0"/>
                <a:t>源地址 </a:t>
              </a:r>
              <a:r>
                <a:rPr lang="en-US" altLang="zh-CN" b="1" dirty="0"/>
                <a:t>= R</a:t>
              </a:r>
              <a:r>
                <a:rPr lang="zh-CN" altLang="en-US" b="1" dirty="0"/>
                <a:t>的</a:t>
              </a:r>
              <a:r>
                <a:rPr lang="en-US" altLang="zh-CN" b="1" dirty="0"/>
                <a:t>MAC</a:t>
              </a:r>
              <a:r>
                <a:rPr lang="zh-CN" altLang="en-US" b="1" dirty="0"/>
                <a:t>地址</a:t>
              </a:r>
            </a:p>
          </p:txBody>
        </p:sp>
        <p:sp>
          <p:nvSpPr>
            <p:cNvPr id="105" name="文本框 104">
              <a:extLst>
                <a:ext uri="{FF2B5EF4-FFF2-40B4-BE49-F238E27FC236}">
                  <a16:creationId xmlns:a16="http://schemas.microsoft.com/office/drawing/2014/main" id="{C7398449-980F-45F0-94C6-36B8FDA9894F}"/>
                </a:ext>
              </a:extLst>
            </p:cNvPr>
            <p:cNvSpPr txBox="1"/>
            <p:nvPr/>
          </p:nvSpPr>
          <p:spPr>
            <a:xfrm>
              <a:off x="4518495" y="3057023"/>
              <a:ext cx="2734072" cy="369332"/>
            </a:xfrm>
            <a:prstGeom prst="rect">
              <a:avLst/>
            </a:prstGeom>
            <a:noFill/>
          </p:spPr>
          <p:txBody>
            <a:bodyPr wrap="square" rtlCol="0">
              <a:spAutoFit/>
            </a:bodyPr>
            <a:lstStyle/>
            <a:p>
              <a:r>
                <a:rPr lang="zh-CN" altLang="en-US" b="1" dirty="0"/>
                <a:t>目的地址 </a:t>
              </a:r>
              <a:r>
                <a:rPr lang="en-US" altLang="zh-CN" b="1" dirty="0"/>
                <a:t>= A</a:t>
              </a:r>
              <a:r>
                <a:rPr lang="zh-CN" altLang="en-US" b="1" dirty="0"/>
                <a:t>的</a:t>
              </a:r>
              <a:r>
                <a:rPr lang="en-US" altLang="zh-CN" b="1" dirty="0"/>
                <a:t>MAC</a:t>
              </a:r>
              <a:r>
                <a:rPr lang="zh-CN" altLang="en-US" b="1" dirty="0"/>
                <a:t>地址</a:t>
              </a:r>
            </a:p>
          </p:txBody>
        </p:sp>
      </p:grpSp>
      <p:sp>
        <p:nvSpPr>
          <p:cNvPr id="106" name="标注: 左箭头 105">
            <a:extLst>
              <a:ext uri="{FF2B5EF4-FFF2-40B4-BE49-F238E27FC236}">
                <a16:creationId xmlns:a16="http://schemas.microsoft.com/office/drawing/2014/main" id="{C11C24AC-D846-42D9-BD3D-26DE3896447F}"/>
              </a:ext>
            </a:extLst>
          </p:cNvPr>
          <p:cNvSpPr/>
          <p:nvPr/>
        </p:nvSpPr>
        <p:spPr>
          <a:xfrm rot="18077893">
            <a:off x="1645038" y="3726725"/>
            <a:ext cx="1727277" cy="606565"/>
          </a:xfrm>
          <a:prstGeom prst="leftArrowCallout">
            <a:avLst>
              <a:gd name="adj1" fmla="val 25000"/>
              <a:gd name="adj2" fmla="val 25000"/>
              <a:gd name="adj3" fmla="val 25000"/>
              <a:gd name="adj4" fmla="val 80854"/>
            </a:avLst>
          </a:prstGeom>
        </p:spPr>
        <p:style>
          <a:lnRef idx="2">
            <a:schemeClr val="accent3">
              <a:shade val="50000"/>
            </a:schemeClr>
          </a:lnRef>
          <a:fillRef idx="1">
            <a:schemeClr val="accent3"/>
          </a:fillRef>
          <a:effectRef idx="0">
            <a:schemeClr val="accent3"/>
          </a:effectRef>
          <a:fontRef idx="minor">
            <a:schemeClr val="lt1"/>
          </a:fontRef>
        </p:style>
        <p:txBody>
          <a:bodyPr rtlCol="0" anchor="ctr"/>
          <a:lstStyle/>
          <a:p>
            <a:pPr algn="ctr"/>
            <a:r>
              <a:rPr lang="en-US" altLang="zh-CN" b="1" dirty="0">
                <a:latin typeface="Arial Narrow" panose="020B0606020202030204" pitchFamily="34" charset="0"/>
              </a:rPr>
              <a:t>802.11</a:t>
            </a:r>
          </a:p>
          <a:p>
            <a:pPr algn="ctr"/>
            <a:r>
              <a:rPr lang="zh-CN" altLang="en-US" b="1" dirty="0">
                <a:latin typeface="Arial Narrow" panose="020B0606020202030204" pitchFamily="34" charset="0"/>
              </a:rPr>
              <a:t>数据帧</a:t>
            </a:r>
          </a:p>
        </p:txBody>
      </p:sp>
      <p:grpSp>
        <p:nvGrpSpPr>
          <p:cNvPr id="107" name="组合 106">
            <a:extLst>
              <a:ext uri="{FF2B5EF4-FFF2-40B4-BE49-F238E27FC236}">
                <a16:creationId xmlns:a16="http://schemas.microsoft.com/office/drawing/2014/main" id="{6BCB1EAF-5E6B-4DBA-894B-3DCE761E7384}"/>
              </a:ext>
            </a:extLst>
          </p:cNvPr>
          <p:cNvGrpSpPr/>
          <p:nvPr/>
        </p:nvGrpSpPr>
        <p:grpSpPr>
          <a:xfrm>
            <a:off x="601979" y="1469388"/>
            <a:ext cx="2526968" cy="1759192"/>
            <a:chOff x="279134" y="1889510"/>
            <a:chExt cx="2526968" cy="1759192"/>
          </a:xfrm>
        </p:grpSpPr>
        <p:sp>
          <p:nvSpPr>
            <p:cNvPr id="108" name="对话气泡: 矩形 107">
              <a:extLst>
                <a:ext uri="{FF2B5EF4-FFF2-40B4-BE49-F238E27FC236}">
                  <a16:creationId xmlns:a16="http://schemas.microsoft.com/office/drawing/2014/main" id="{EECB2A0D-DEB4-4BDC-AE16-9FD48EDDCDF2}"/>
                </a:ext>
              </a:extLst>
            </p:cNvPr>
            <p:cNvSpPr/>
            <p:nvPr/>
          </p:nvSpPr>
          <p:spPr>
            <a:xfrm>
              <a:off x="299004" y="1889510"/>
              <a:ext cx="2379789" cy="1759192"/>
            </a:xfrm>
            <a:prstGeom prst="wedgeRectCallout">
              <a:avLst>
                <a:gd name="adj1" fmla="val 38670"/>
                <a:gd name="adj2" fmla="val 65597"/>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116" name="文本框 115">
              <a:extLst>
                <a:ext uri="{FF2B5EF4-FFF2-40B4-BE49-F238E27FC236}">
                  <a16:creationId xmlns:a16="http://schemas.microsoft.com/office/drawing/2014/main" id="{8FA122D7-B64D-4D8C-8AF8-688532856014}"/>
                </a:ext>
              </a:extLst>
            </p:cNvPr>
            <p:cNvSpPr txBox="1"/>
            <p:nvPr/>
          </p:nvSpPr>
          <p:spPr>
            <a:xfrm>
              <a:off x="279134" y="1902530"/>
              <a:ext cx="1291031" cy="646331"/>
            </a:xfrm>
            <a:prstGeom prst="rect">
              <a:avLst/>
            </a:prstGeom>
            <a:noFill/>
          </p:spPr>
          <p:txBody>
            <a:bodyPr wrap="square" rtlCol="0">
              <a:spAutoFit/>
            </a:bodyPr>
            <a:lstStyle/>
            <a:p>
              <a:r>
                <a:rPr lang="zh-CN" altLang="en-US" b="1" dirty="0"/>
                <a:t>去往</a:t>
              </a:r>
              <a:r>
                <a:rPr lang="en-US" altLang="zh-CN" b="1" dirty="0"/>
                <a:t>DS = 0</a:t>
              </a:r>
            </a:p>
            <a:p>
              <a:r>
                <a:rPr lang="zh-CN" altLang="en-US" b="1" dirty="0"/>
                <a:t>来自</a:t>
              </a:r>
              <a:r>
                <a:rPr lang="en-US" altLang="zh-CN" b="1" dirty="0"/>
                <a:t>DS = 1</a:t>
              </a:r>
              <a:endParaRPr lang="zh-CN" altLang="en-US" b="1" dirty="0"/>
            </a:p>
          </p:txBody>
        </p:sp>
        <p:sp>
          <p:nvSpPr>
            <p:cNvPr id="118" name="文本框 117">
              <a:extLst>
                <a:ext uri="{FF2B5EF4-FFF2-40B4-BE49-F238E27FC236}">
                  <a16:creationId xmlns:a16="http://schemas.microsoft.com/office/drawing/2014/main" id="{4ED8F85D-1581-42F5-8556-54BD5C8AC522}"/>
                </a:ext>
              </a:extLst>
            </p:cNvPr>
            <p:cNvSpPr txBox="1"/>
            <p:nvPr/>
          </p:nvSpPr>
          <p:spPr>
            <a:xfrm>
              <a:off x="279134" y="2523460"/>
              <a:ext cx="2526968" cy="369332"/>
            </a:xfrm>
            <a:prstGeom prst="rect">
              <a:avLst/>
            </a:prstGeom>
            <a:noFill/>
          </p:spPr>
          <p:txBody>
            <a:bodyPr wrap="square" rtlCol="0">
              <a:spAutoFit/>
            </a:bodyPr>
            <a:lstStyle/>
            <a:p>
              <a:r>
                <a:rPr lang="zh-CN" altLang="en-US" b="1" dirty="0"/>
                <a:t>地址</a:t>
              </a:r>
              <a:r>
                <a:rPr lang="en-US" altLang="zh-CN" b="1" dirty="0"/>
                <a:t>1 = A</a:t>
              </a:r>
              <a:r>
                <a:rPr lang="zh-CN" altLang="en-US" b="1" dirty="0"/>
                <a:t>的</a:t>
              </a:r>
              <a:r>
                <a:rPr lang="en-US" altLang="zh-CN" b="1" dirty="0"/>
                <a:t>MAC</a:t>
              </a:r>
              <a:r>
                <a:rPr lang="zh-CN" altLang="en-US" b="1" dirty="0"/>
                <a:t>地址</a:t>
              </a:r>
            </a:p>
          </p:txBody>
        </p:sp>
        <p:sp>
          <p:nvSpPr>
            <p:cNvPr id="121" name="文本框 120">
              <a:extLst>
                <a:ext uri="{FF2B5EF4-FFF2-40B4-BE49-F238E27FC236}">
                  <a16:creationId xmlns:a16="http://schemas.microsoft.com/office/drawing/2014/main" id="{75F3F1E6-D944-4C28-B4FB-2EB715061A69}"/>
                </a:ext>
              </a:extLst>
            </p:cNvPr>
            <p:cNvSpPr txBox="1"/>
            <p:nvPr/>
          </p:nvSpPr>
          <p:spPr>
            <a:xfrm>
              <a:off x="279134" y="2867391"/>
              <a:ext cx="2526968" cy="369332"/>
            </a:xfrm>
            <a:prstGeom prst="rect">
              <a:avLst/>
            </a:prstGeom>
            <a:noFill/>
          </p:spPr>
          <p:txBody>
            <a:bodyPr wrap="square" rtlCol="0">
              <a:spAutoFit/>
            </a:bodyPr>
            <a:lstStyle/>
            <a:p>
              <a:r>
                <a:rPr lang="zh-CN" altLang="en-US" b="1" dirty="0"/>
                <a:t>地址</a:t>
              </a:r>
              <a:r>
                <a:rPr lang="en-US" altLang="zh-CN" b="1" dirty="0"/>
                <a:t>2 = AP1</a:t>
              </a:r>
              <a:r>
                <a:rPr lang="zh-CN" altLang="en-US" b="1" dirty="0"/>
                <a:t>的</a:t>
              </a:r>
              <a:r>
                <a:rPr lang="en-US" altLang="zh-CN" b="1" dirty="0"/>
                <a:t>MAC</a:t>
              </a:r>
              <a:r>
                <a:rPr lang="zh-CN" altLang="en-US" b="1" dirty="0"/>
                <a:t>地址</a:t>
              </a:r>
            </a:p>
          </p:txBody>
        </p:sp>
        <p:sp>
          <p:nvSpPr>
            <p:cNvPr id="122" name="文本框 121">
              <a:extLst>
                <a:ext uri="{FF2B5EF4-FFF2-40B4-BE49-F238E27FC236}">
                  <a16:creationId xmlns:a16="http://schemas.microsoft.com/office/drawing/2014/main" id="{42223036-1EAB-457A-AF81-2385AF181C9F}"/>
                </a:ext>
              </a:extLst>
            </p:cNvPr>
            <p:cNvSpPr txBox="1"/>
            <p:nvPr/>
          </p:nvSpPr>
          <p:spPr>
            <a:xfrm>
              <a:off x="279134" y="3211322"/>
              <a:ext cx="2526968" cy="369332"/>
            </a:xfrm>
            <a:prstGeom prst="rect">
              <a:avLst/>
            </a:prstGeom>
            <a:noFill/>
          </p:spPr>
          <p:txBody>
            <a:bodyPr wrap="square" rtlCol="0">
              <a:spAutoFit/>
            </a:bodyPr>
            <a:lstStyle/>
            <a:p>
              <a:r>
                <a:rPr lang="zh-CN" altLang="en-US" b="1" dirty="0"/>
                <a:t>地址</a:t>
              </a:r>
              <a:r>
                <a:rPr lang="en-US" altLang="zh-CN" b="1" dirty="0"/>
                <a:t>3 = R</a:t>
              </a:r>
              <a:r>
                <a:rPr lang="zh-CN" altLang="en-US" b="1" dirty="0"/>
                <a:t>的</a:t>
              </a:r>
              <a:r>
                <a:rPr lang="en-US" altLang="zh-CN" b="1" dirty="0"/>
                <a:t>MAC</a:t>
              </a:r>
              <a:r>
                <a:rPr lang="zh-CN" altLang="en-US" b="1" dirty="0"/>
                <a:t>地址</a:t>
              </a:r>
            </a:p>
          </p:txBody>
        </p:sp>
      </p:grpSp>
      <p:sp>
        <p:nvSpPr>
          <p:cNvPr id="102" name="平行四边形 101">
            <a:extLst>
              <a:ext uri="{FF2B5EF4-FFF2-40B4-BE49-F238E27FC236}">
                <a16:creationId xmlns:a16="http://schemas.microsoft.com/office/drawing/2014/main" id="{2AE2D089-7D41-201E-A3E5-7EC5DC669A2C}"/>
              </a:ext>
            </a:extLst>
          </p:cNvPr>
          <p:cNvSpPr/>
          <p:nvPr/>
        </p:nvSpPr>
        <p:spPr>
          <a:xfrm>
            <a:off x="304800" y="749300"/>
            <a:ext cx="723900" cy="387090"/>
          </a:xfrm>
          <a:prstGeom prst="parallelogram">
            <a:avLst/>
          </a:prstGeom>
          <a:solidFill>
            <a:schemeClr val="accent3">
              <a:lumMod val="75000"/>
            </a:schemeClr>
          </a:solidFill>
          <a:ln>
            <a:solidFill>
              <a:schemeClr val="accent3">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CN" sz="2200" dirty="0">
                <a:latin typeface="Impact" panose="020B0806030902050204" pitchFamily="34" charset="0"/>
              </a:rPr>
              <a:t>05</a:t>
            </a:r>
            <a:endParaRPr lang="zh-CN" altLang="en-US" sz="2200" dirty="0">
              <a:latin typeface="Impact" panose="020B0806030902050204" pitchFamily="34" charset="0"/>
            </a:endParaRPr>
          </a:p>
        </p:txBody>
      </p:sp>
    </p:spTree>
    <p:custDataLst>
      <p:tags r:id="rId1"/>
    </p:custDataLst>
    <p:extLst>
      <p:ext uri="{BB962C8B-B14F-4D97-AF65-F5344CB8AC3E}">
        <p14:creationId xmlns:p14="http://schemas.microsoft.com/office/powerpoint/2010/main" val="1409672026"/>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2" presetClass="entr" presetSubtype="2" fill="hold" grpId="0" nodeType="withEffect">
                                  <p:stCondLst>
                                    <p:cond delay="0"/>
                                  </p:stCondLst>
                                  <p:childTnLst>
                                    <p:set>
                                      <p:cBhvr>
                                        <p:cTn id="6" dur="1" fill="hold">
                                          <p:stCondLst>
                                            <p:cond delay="0"/>
                                          </p:stCondLst>
                                        </p:cTn>
                                        <p:tgtEl>
                                          <p:spTgt spid="6"/>
                                        </p:tgtEl>
                                        <p:attrNameLst>
                                          <p:attrName>style.visibility</p:attrName>
                                        </p:attrNameLst>
                                      </p:cBhvr>
                                      <p:to>
                                        <p:strVal val="visible"/>
                                      </p:to>
                                    </p:set>
                                    <p:anim calcmode="lin" valueType="num">
                                      <p:cBhvr additive="base">
                                        <p:cTn id="7" dur="500"/>
                                        <p:tgtEl>
                                          <p:spTgt spid="6"/>
                                        </p:tgtEl>
                                        <p:attrNameLst>
                                          <p:attrName>ppt_x</p:attrName>
                                        </p:attrNameLst>
                                      </p:cBhvr>
                                      <p:tavLst>
                                        <p:tav tm="0">
                                          <p:val>
                                            <p:strVal val="#ppt_x+#ppt_w*1.125000"/>
                                          </p:val>
                                        </p:tav>
                                        <p:tav tm="100000">
                                          <p:val>
                                            <p:strVal val="#ppt_x"/>
                                          </p:val>
                                        </p:tav>
                                      </p:tavLst>
                                    </p:anim>
                                    <p:animEffect transition="in" filter="wipe(left)">
                                      <p:cBhvr>
                                        <p:cTn id="8" dur="500"/>
                                        <p:tgtEl>
                                          <p:spTgt spid="6"/>
                                        </p:tgtEl>
                                      </p:cBhvr>
                                    </p:animEffect>
                                  </p:childTnLst>
                                </p:cTn>
                              </p:par>
                            </p:childTnLst>
                          </p:cTn>
                        </p:par>
                      </p:childTnLst>
                    </p:cTn>
                  </p:par>
                  <p:par>
                    <p:cTn id="9" fill="hold">
                      <p:stCondLst>
                        <p:cond delay="indefinite"/>
                      </p:stCondLst>
                      <p:childTnLst>
                        <p:par>
                          <p:cTn id="10" fill="hold">
                            <p:stCondLst>
                              <p:cond delay="0"/>
                            </p:stCondLst>
                            <p:childTnLst>
                              <p:par>
                                <p:cTn id="11" presetID="22" presetClass="entr" presetSubtype="1" fill="hold" nodeType="clickEffect">
                                  <p:stCondLst>
                                    <p:cond delay="0"/>
                                  </p:stCondLst>
                                  <p:childTnLst>
                                    <p:set>
                                      <p:cBhvr>
                                        <p:cTn id="12" dur="1" fill="hold">
                                          <p:stCondLst>
                                            <p:cond delay="0"/>
                                          </p:stCondLst>
                                        </p:cTn>
                                        <p:tgtEl>
                                          <p:spTgt spid="101"/>
                                        </p:tgtEl>
                                        <p:attrNameLst>
                                          <p:attrName>style.visibility</p:attrName>
                                        </p:attrNameLst>
                                      </p:cBhvr>
                                      <p:to>
                                        <p:strVal val="visible"/>
                                      </p:to>
                                    </p:set>
                                    <p:animEffect transition="in" filter="wipe(up)">
                                      <p:cBhvr>
                                        <p:cTn id="13" dur="500"/>
                                        <p:tgtEl>
                                          <p:spTgt spid="101"/>
                                        </p:tgtEl>
                                      </p:cBhvr>
                                    </p:animEffect>
                                  </p:childTnLst>
                                </p:cTn>
                              </p:par>
                            </p:childTnLst>
                          </p:cTn>
                        </p:par>
                      </p:childTnLst>
                    </p:cTn>
                  </p:par>
                  <p:par>
                    <p:cTn id="14" fill="hold">
                      <p:stCondLst>
                        <p:cond delay="indefinite"/>
                      </p:stCondLst>
                      <p:childTnLst>
                        <p:par>
                          <p:cTn id="15" fill="hold">
                            <p:stCondLst>
                              <p:cond delay="0"/>
                            </p:stCondLst>
                            <p:childTnLst>
                              <p:par>
                                <p:cTn id="16" presetID="22" presetClass="entr" presetSubtype="1" fill="hold" grpId="0" nodeType="clickEffect">
                                  <p:stCondLst>
                                    <p:cond delay="0"/>
                                  </p:stCondLst>
                                  <p:childTnLst>
                                    <p:set>
                                      <p:cBhvr>
                                        <p:cTn id="17" dur="1" fill="hold">
                                          <p:stCondLst>
                                            <p:cond delay="0"/>
                                          </p:stCondLst>
                                        </p:cTn>
                                        <p:tgtEl>
                                          <p:spTgt spid="106"/>
                                        </p:tgtEl>
                                        <p:attrNameLst>
                                          <p:attrName>style.visibility</p:attrName>
                                        </p:attrNameLst>
                                      </p:cBhvr>
                                      <p:to>
                                        <p:strVal val="visible"/>
                                      </p:to>
                                    </p:set>
                                    <p:animEffect transition="in" filter="wipe(up)">
                                      <p:cBhvr>
                                        <p:cTn id="18" dur="500"/>
                                        <p:tgtEl>
                                          <p:spTgt spid="106"/>
                                        </p:tgtEl>
                                      </p:cBhvr>
                                    </p:animEffect>
                                  </p:childTnLst>
                                </p:cTn>
                              </p:par>
                            </p:childTnLst>
                          </p:cTn>
                        </p:par>
                      </p:childTnLst>
                    </p:cTn>
                  </p:par>
                  <p:par>
                    <p:cTn id="19" fill="hold">
                      <p:stCondLst>
                        <p:cond delay="indefinite"/>
                      </p:stCondLst>
                      <p:childTnLst>
                        <p:par>
                          <p:cTn id="20" fill="hold">
                            <p:stCondLst>
                              <p:cond delay="0"/>
                            </p:stCondLst>
                            <p:childTnLst>
                              <p:par>
                                <p:cTn id="21" presetID="2" presetClass="entr" presetSubtype="8" fill="hold" nodeType="clickEffect">
                                  <p:stCondLst>
                                    <p:cond delay="0"/>
                                  </p:stCondLst>
                                  <p:childTnLst>
                                    <p:set>
                                      <p:cBhvr>
                                        <p:cTn id="22" dur="1" fill="hold">
                                          <p:stCondLst>
                                            <p:cond delay="0"/>
                                          </p:stCondLst>
                                        </p:cTn>
                                        <p:tgtEl>
                                          <p:spTgt spid="107"/>
                                        </p:tgtEl>
                                        <p:attrNameLst>
                                          <p:attrName>style.visibility</p:attrName>
                                        </p:attrNameLst>
                                      </p:cBhvr>
                                      <p:to>
                                        <p:strVal val="visible"/>
                                      </p:to>
                                    </p:set>
                                    <p:anim calcmode="lin" valueType="num">
                                      <p:cBhvr additive="base">
                                        <p:cTn id="23" dur="500" fill="hold"/>
                                        <p:tgtEl>
                                          <p:spTgt spid="107"/>
                                        </p:tgtEl>
                                        <p:attrNameLst>
                                          <p:attrName>ppt_x</p:attrName>
                                        </p:attrNameLst>
                                      </p:cBhvr>
                                      <p:tavLst>
                                        <p:tav tm="0">
                                          <p:val>
                                            <p:strVal val="0-#ppt_w/2"/>
                                          </p:val>
                                        </p:tav>
                                        <p:tav tm="100000">
                                          <p:val>
                                            <p:strVal val="#ppt_x"/>
                                          </p:val>
                                        </p:tav>
                                      </p:tavLst>
                                    </p:anim>
                                    <p:anim calcmode="lin" valueType="num">
                                      <p:cBhvr additive="base">
                                        <p:cTn id="24" dur="500" fill="hold"/>
                                        <p:tgtEl>
                                          <p:spTgt spid="107"/>
                                        </p:tgtEl>
                                        <p:attrNameLst>
                                          <p:attrName>ppt_y</p:attrName>
                                        </p:attrNameLst>
                                      </p:cBhvr>
                                      <p:tavLst>
                                        <p:tav tm="0">
                                          <p:val>
                                            <p:strVal val="#ppt_y"/>
                                          </p:val>
                                        </p:tav>
                                        <p:tav tm="100000">
                                          <p:val>
                                            <p:strVal val="#ppt_y"/>
                                          </p:val>
                                        </p:tav>
                                      </p:tavLst>
                                    </p:anim>
                                  </p:childTnLst>
                                </p:cTn>
                              </p:par>
                            </p:childTnLst>
                          </p:cTn>
                        </p:par>
                      </p:childTnLst>
                    </p:cTn>
                  </p:par>
                  <p:par>
                    <p:cTn id="25" fill="hold">
                      <p:stCondLst>
                        <p:cond delay="indefinite"/>
                      </p:stCondLst>
                      <p:childTnLst>
                        <p:par>
                          <p:cTn id="26" fill="hold">
                            <p:stCondLst>
                              <p:cond delay="0"/>
                            </p:stCondLst>
                            <p:childTnLst>
                              <p:par>
                                <p:cTn id="27" presetID="12" presetClass="entr" presetSubtype="8" fill="hold" grpId="0" nodeType="clickEffect">
                                  <p:stCondLst>
                                    <p:cond delay="0"/>
                                  </p:stCondLst>
                                  <p:childTnLst>
                                    <p:set>
                                      <p:cBhvr>
                                        <p:cTn id="28" dur="1" fill="hold">
                                          <p:stCondLst>
                                            <p:cond delay="0"/>
                                          </p:stCondLst>
                                        </p:cTn>
                                        <p:tgtEl>
                                          <p:spTgt spid="7"/>
                                        </p:tgtEl>
                                        <p:attrNameLst>
                                          <p:attrName>style.visibility</p:attrName>
                                        </p:attrNameLst>
                                      </p:cBhvr>
                                      <p:to>
                                        <p:strVal val="visible"/>
                                      </p:to>
                                    </p:set>
                                    <p:anim calcmode="lin" valueType="num">
                                      <p:cBhvr additive="base">
                                        <p:cTn id="29" dur="500"/>
                                        <p:tgtEl>
                                          <p:spTgt spid="7"/>
                                        </p:tgtEl>
                                        <p:attrNameLst>
                                          <p:attrName>ppt_x</p:attrName>
                                        </p:attrNameLst>
                                      </p:cBhvr>
                                      <p:tavLst>
                                        <p:tav tm="0">
                                          <p:val>
                                            <p:strVal val="#ppt_x-#ppt_w*1.125000"/>
                                          </p:val>
                                        </p:tav>
                                        <p:tav tm="100000">
                                          <p:val>
                                            <p:strVal val="#ppt_x"/>
                                          </p:val>
                                        </p:tav>
                                      </p:tavLst>
                                    </p:anim>
                                    <p:animEffect transition="in" filter="wipe(right)">
                                      <p:cBhvr>
                                        <p:cTn id="30" dur="500"/>
                                        <p:tgtEl>
                                          <p:spTgt spid="7"/>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7" grpId="0"/>
      <p:bldP spid="6" grpId="0" animBg="1"/>
      <p:bldP spid="106" grpId="0" animBg="1"/>
    </p:bldLst>
  </p:timing>
</p:sld>
</file>

<file path=ppt/slides/slide58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30" name="文本框 129">
            <a:extLst>
              <a:ext uri="{FF2B5EF4-FFF2-40B4-BE49-F238E27FC236}">
                <a16:creationId xmlns:a16="http://schemas.microsoft.com/office/drawing/2014/main" id="{039220F0-C783-430C-8D53-C44AAB8F4619}"/>
              </a:ext>
            </a:extLst>
          </p:cNvPr>
          <p:cNvSpPr txBox="1"/>
          <p:nvPr/>
        </p:nvSpPr>
        <p:spPr>
          <a:xfrm>
            <a:off x="5851191" y="3387167"/>
            <a:ext cx="784560" cy="369332"/>
          </a:xfrm>
          <a:prstGeom prst="rect">
            <a:avLst/>
          </a:prstGeom>
          <a:noFill/>
        </p:spPr>
        <p:txBody>
          <a:bodyPr wrap="square">
            <a:spAutoFit/>
          </a:bodyPr>
          <a:lstStyle/>
          <a:p>
            <a:r>
              <a:rPr lang="zh-CN" altLang="en-US" b="1" dirty="0">
                <a:solidFill>
                  <a:schemeClr val="accent1">
                    <a:lumMod val="75000"/>
                  </a:schemeClr>
                </a:solidFill>
              </a:rPr>
              <a:t>地址</a:t>
            </a:r>
            <a:r>
              <a:rPr lang="en-US" altLang="zh-CN" b="1" dirty="0">
                <a:solidFill>
                  <a:schemeClr val="accent1">
                    <a:lumMod val="75000"/>
                  </a:schemeClr>
                </a:solidFill>
              </a:rPr>
              <a:t>1</a:t>
            </a:r>
            <a:endParaRPr lang="zh-CN" altLang="en-US" dirty="0">
              <a:solidFill>
                <a:schemeClr val="accent1">
                  <a:lumMod val="75000"/>
                </a:schemeClr>
              </a:solidFill>
            </a:endParaRPr>
          </a:p>
        </p:txBody>
      </p:sp>
      <p:sp>
        <p:nvSpPr>
          <p:cNvPr id="131" name="文本框 130">
            <a:extLst>
              <a:ext uri="{FF2B5EF4-FFF2-40B4-BE49-F238E27FC236}">
                <a16:creationId xmlns:a16="http://schemas.microsoft.com/office/drawing/2014/main" id="{7BAB685C-99D2-4717-A8BD-48893A2E0DF7}"/>
              </a:ext>
            </a:extLst>
          </p:cNvPr>
          <p:cNvSpPr txBox="1"/>
          <p:nvPr/>
        </p:nvSpPr>
        <p:spPr>
          <a:xfrm>
            <a:off x="2937735" y="3387167"/>
            <a:ext cx="784560" cy="369332"/>
          </a:xfrm>
          <a:prstGeom prst="rect">
            <a:avLst/>
          </a:prstGeom>
          <a:noFill/>
        </p:spPr>
        <p:txBody>
          <a:bodyPr wrap="square">
            <a:spAutoFit/>
          </a:bodyPr>
          <a:lstStyle/>
          <a:p>
            <a:r>
              <a:rPr lang="zh-CN" altLang="en-US" b="1" dirty="0">
                <a:solidFill>
                  <a:schemeClr val="accent1">
                    <a:lumMod val="75000"/>
                  </a:schemeClr>
                </a:solidFill>
              </a:rPr>
              <a:t>地址</a:t>
            </a:r>
            <a:r>
              <a:rPr lang="en-US" altLang="zh-CN" b="1" dirty="0">
                <a:solidFill>
                  <a:schemeClr val="accent1">
                    <a:lumMod val="75000"/>
                  </a:schemeClr>
                </a:solidFill>
              </a:rPr>
              <a:t>2</a:t>
            </a:r>
            <a:endParaRPr lang="zh-CN" altLang="en-US" dirty="0">
              <a:solidFill>
                <a:schemeClr val="accent1">
                  <a:lumMod val="75000"/>
                </a:schemeClr>
              </a:solidFill>
            </a:endParaRPr>
          </a:p>
        </p:txBody>
      </p:sp>
      <p:sp>
        <p:nvSpPr>
          <p:cNvPr id="132" name="文本框 131">
            <a:extLst>
              <a:ext uri="{FF2B5EF4-FFF2-40B4-BE49-F238E27FC236}">
                <a16:creationId xmlns:a16="http://schemas.microsoft.com/office/drawing/2014/main" id="{68BDC2EC-4A00-4A01-9069-8651E1168AC9}"/>
              </a:ext>
            </a:extLst>
          </p:cNvPr>
          <p:cNvSpPr txBox="1"/>
          <p:nvPr/>
        </p:nvSpPr>
        <p:spPr>
          <a:xfrm>
            <a:off x="5703720" y="2703021"/>
            <a:ext cx="784560" cy="369332"/>
          </a:xfrm>
          <a:prstGeom prst="rect">
            <a:avLst/>
          </a:prstGeom>
          <a:noFill/>
        </p:spPr>
        <p:txBody>
          <a:bodyPr wrap="square">
            <a:spAutoFit/>
          </a:bodyPr>
          <a:lstStyle/>
          <a:p>
            <a:r>
              <a:rPr lang="zh-CN" altLang="en-US" b="1" dirty="0">
                <a:solidFill>
                  <a:schemeClr val="accent1">
                    <a:lumMod val="75000"/>
                  </a:schemeClr>
                </a:solidFill>
              </a:rPr>
              <a:t>地址</a:t>
            </a:r>
            <a:r>
              <a:rPr lang="en-US" altLang="zh-CN" b="1" dirty="0">
                <a:solidFill>
                  <a:schemeClr val="accent1">
                    <a:lumMod val="75000"/>
                  </a:schemeClr>
                </a:solidFill>
              </a:rPr>
              <a:t>3</a:t>
            </a:r>
            <a:endParaRPr lang="zh-CN" altLang="en-US" dirty="0">
              <a:solidFill>
                <a:schemeClr val="accent1">
                  <a:lumMod val="75000"/>
                </a:schemeClr>
              </a:solidFill>
            </a:endParaRPr>
          </a:p>
        </p:txBody>
      </p:sp>
      <p:grpSp>
        <p:nvGrpSpPr>
          <p:cNvPr id="4" name="组合 3">
            <a:extLst>
              <a:ext uri="{FF2B5EF4-FFF2-40B4-BE49-F238E27FC236}">
                <a16:creationId xmlns:a16="http://schemas.microsoft.com/office/drawing/2014/main" id="{9A1EA9F2-FCB6-48C3-935F-7AE7E3AD14AC}"/>
              </a:ext>
            </a:extLst>
          </p:cNvPr>
          <p:cNvGrpSpPr/>
          <p:nvPr/>
        </p:nvGrpSpPr>
        <p:grpSpPr>
          <a:xfrm>
            <a:off x="304800" y="749300"/>
            <a:ext cx="5791200" cy="400110"/>
            <a:chOff x="424117" y="898245"/>
            <a:chExt cx="5791200" cy="400110"/>
          </a:xfrm>
        </p:grpSpPr>
        <p:sp>
          <p:nvSpPr>
            <p:cNvPr id="2" name="平行四边形 1">
              <a:extLst>
                <a:ext uri="{FF2B5EF4-FFF2-40B4-BE49-F238E27FC236}">
                  <a16:creationId xmlns:a16="http://schemas.microsoft.com/office/drawing/2014/main" id="{1F5BAA3F-9845-4F89-A2DD-8222D3E4EDAC}"/>
                </a:ext>
              </a:extLst>
            </p:cNvPr>
            <p:cNvSpPr/>
            <p:nvPr/>
          </p:nvSpPr>
          <p:spPr>
            <a:xfrm>
              <a:off x="424117" y="898245"/>
              <a:ext cx="628306" cy="387090"/>
            </a:xfrm>
            <a:prstGeom prst="parallelogram">
              <a:avLst/>
            </a:prstGeom>
            <a:solidFill>
              <a:schemeClr val="accent3">
                <a:lumMod val="75000"/>
              </a:schemeClr>
            </a:solidFill>
            <a:ln>
              <a:solidFill>
                <a:schemeClr val="accent3">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CN" sz="2200" dirty="0">
                  <a:latin typeface="Impact" panose="020B0806030902050204" pitchFamily="34" charset="0"/>
                </a:rPr>
                <a:t>01</a:t>
              </a:r>
              <a:endParaRPr lang="zh-CN" altLang="en-US" sz="2200" dirty="0">
                <a:latin typeface="Impact" panose="020B0806030902050204" pitchFamily="34" charset="0"/>
              </a:endParaRPr>
            </a:p>
          </p:txBody>
        </p:sp>
        <p:sp>
          <p:nvSpPr>
            <p:cNvPr id="3" name="文本框 2">
              <a:extLst>
                <a:ext uri="{FF2B5EF4-FFF2-40B4-BE49-F238E27FC236}">
                  <a16:creationId xmlns:a16="http://schemas.microsoft.com/office/drawing/2014/main" id="{4D6BD736-A4D3-4F26-AFED-36E11F50F70B}"/>
                </a:ext>
              </a:extLst>
            </p:cNvPr>
            <p:cNvSpPr txBox="1"/>
            <p:nvPr/>
          </p:nvSpPr>
          <p:spPr>
            <a:xfrm>
              <a:off x="1052423" y="898245"/>
              <a:ext cx="5162894" cy="400110"/>
            </a:xfrm>
            <a:prstGeom prst="rect">
              <a:avLst/>
            </a:prstGeom>
            <a:noFill/>
          </p:spPr>
          <p:txBody>
            <a:bodyPr wrap="square" rtlCol="0">
              <a:spAutoFit/>
            </a:bodyPr>
            <a:lstStyle/>
            <a:p>
              <a:r>
                <a:rPr lang="en-US" altLang="zh-CN" sz="2000" b="1" dirty="0">
                  <a:solidFill>
                    <a:schemeClr val="tx1"/>
                  </a:solidFill>
                  <a:latin typeface="Arial Narrow" panose="020B0606020202030204" pitchFamily="34" charset="0"/>
                </a:rPr>
                <a:t>802.11</a:t>
              </a:r>
              <a:r>
                <a:rPr lang="zh-CN" altLang="en-US" sz="2000" b="1" dirty="0">
                  <a:solidFill>
                    <a:schemeClr val="tx1"/>
                  </a:solidFill>
                  <a:latin typeface="Arial Narrow" panose="020B0606020202030204" pitchFamily="34" charset="0"/>
                </a:rPr>
                <a:t>无线局域网的</a:t>
              </a:r>
              <a:r>
                <a:rPr lang="en-US" altLang="zh-CN" sz="2000" b="1" dirty="0">
                  <a:solidFill>
                    <a:schemeClr val="tx1"/>
                  </a:solidFill>
                  <a:latin typeface="Arial Narrow" panose="020B0606020202030204" pitchFamily="34" charset="0"/>
                </a:rPr>
                <a:t>MAC</a:t>
              </a:r>
              <a:r>
                <a:rPr lang="zh-CN" altLang="en-US" sz="2000" b="1" dirty="0">
                  <a:solidFill>
                    <a:schemeClr val="tx1"/>
                  </a:solidFill>
                  <a:latin typeface="Arial Narrow" panose="020B0606020202030204" pitchFamily="34" charset="0"/>
                </a:rPr>
                <a:t>帧</a:t>
              </a:r>
              <a:endParaRPr lang="en-US" altLang="zh-CN" sz="2000" b="1" dirty="0">
                <a:solidFill>
                  <a:schemeClr val="tx1"/>
                </a:solidFill>
                <a:latin typeface="Arial Narrow" panose="020B0606020202030204" pitchFamily="34" charset="0"/>
              </a:endParaRPr>
            </a:p>
          </p:txBody>
        </p:sp>
      </p:grpSp>
      <p:sp>
        <p:nvSpPr>
          <p:cNvPr id="112" name="文本框 111">
            <a:extLst>
              <a:ext uri="{FF2B5EF4-FFF2-40B4-BE49-F238E27FC236}">
                <a16:creationId xmlns:a16="http://schemas.microsoft.com/office/drawing/2014/main" id="{BC3EF48F-AE76-4CC7-9F26-AC81B313E125}"/>
              </a:ext>
            </a:extLst>
          </p:cNvPr>
          <p:cNvSpPr txBox="1"/>
          <p:nvPr/>
        </p:nvSpPr>
        <p:spPr>
          <a:xfrm>
            <a:off x="5029624" y="1479710"/>
            <a:ext cx="298450" cy="523220"/>
          </a:xfrm>
          <a:prstGeom prst="rect">
            <a:avLst/>
          </a:prstGeom>
          <a:noFill/>
        </p:spPr>
        <p:txBody>
          <a:bodyPr wrap="square" rtlCol="0">
            <a:spAutoFit/>
          </a:bodyPr>
          <a:lstStyle/>
          <a:p>
            <a:pPr algn="ctr"/>
            <a:r>
              <a:rPr lang="en-US" altLang="zh-CN" sz="2800" b="1" dirty="0">
                <a:solidFill>
                  <a:schemeClr val="accent1">
                    <a:lumMod val="75000"/>
                  </a:schemeClr>
                </a:solidFill>
                <a:latin typeface="Arial Black" panose="020B0A04020102020204" pitchFamily="34" charset="0"/>
              </a:rPr>
              <a:t>B</a:t>
            </a:r>
            <a:endParaRPr lang="zh-CN" altLang="en-US" sz="2800" b="1" dirty="0">
              <a:solidFill>
                <a:schemeClr val="accent1">
                  <a:lumMod val="75000"/>
                </a:schemeClr>
              </a:solidFill>
              <a:latin typeface="Arial Black" panose="020B0A04020102020204" pitchFamily="34" charset="0"/>
            </a:endParaRPr>
          </a:p>
        </p:txBody>
      </p:sp>
      <p:sp>
        <p:nvSpPr>
          <p:cNvPr id="126" name="文本框 125">
            <a:extLst>
              <a:ext uri="{FF2B5EF4-FFF2-40B4-BE49-F238E27FC236}">
                <a16:creationId xmlns:a16="http://schemas.microsoft.com/office/drawing/2014/main" id="{02D196CF-9D7C-4210-A37E-17C594B969E6}"/>
              </a:ext>
            </a:extLst>
          </p:cNvPr>
          <p:cNvSpPr txBox="1"/>
          <p:nvPr/>
        </p:nvSpPr>
        <p:spPr>
          <a:xfrm>
            <a:off x="515465" y="3698921"/>
            <a:ext cx="691035" cy="369332"/>
          </a:xfrm>
          <a:prstGeom prst="rect">
            <a:avLst/>
          </a:prstGeom>
          <a:noFill/>
        </p:spPr>
        <p:txBody>
          <a:bodyPr wrap="square">
            <a:spAutoFit/>
          </a:bodyPr>
          <a:lstStyle/>
          <a:p>
            <a:r>
              <a:rPr lang="zh-CN" altLang="en-US" b="1" dirty="0"/>
              <a:t>解析</a:t>
            </a:r>
            <a:endParaRPr lang="zh-CN" altLang="en-US" dirty="0"/>
          </a:p>
        </p:txBody>
      </p:sp>
      <p:grpSp>
        <p:nvGrpSpPr>
          <p:cNvPr id="29" name="组合 28">
            <a:extLst>
              <a:ext uri="{FF2B5EF4-FFF2-40B4-BE49-F238E27FC236}">
                <a16:creationId xmlns:a16="http://schemas.microsoft.com/office/drawing/2014/main" id="{96E330A7-9221-40C2-A5CD-7CEC1185EFC1}"/>
              </a:ext>
            </a:extLst>
          </p:cNvPr>
          <p:cNvGrpSpPr/>
          <p:nvPr/>
        </p:nvGrpSpPr>
        <p:grpSpPr>
          <a:xfrm>
            <a:off x="304800" y="1281482"/>
            <a:ext cx="11582400" cy="2475849"/>
            <a:chOff x="304800" y="1281482"/>
            <a:chExt cx="11582400" cy="2475849"/>
          </a:xfrm>
        </p:grpSpPr>
        <p:sp>
          <p:nvSpPr>
            <p:cNvPr id="5" name="文本框 4">
              <a:extLst>
                <a:ext uri="{FF2B5EF4-FFF2-40B4-BE49-F238E27FC236}">
                  <a16:creationId xmlns:a16="http://schemas.microsoft.com/office/drawing/2014/main" id="{706E32F0-60C9-474D-ACAC-0690A4A52A50}"/>
                </a:ext>
              </a:extLst>
            </p:cNvPr>
            <p:cNvSpPr txBox="1"/>
            <p:nvPr/>
          </p:nvSpPr>
          <p:spPr>
            <a:xfrm>
              <a:off x="304800" y="1281482"/>
              <a:ext cx="11582400" cy="646331"/>
            </a:xfrm>
            <a:prstGeom prst="rect">
              <a:avLst/>
            </a:prstGeom>
            <a:noFill/>
          </p:spPr>
          <p:txBody>
            <a:bodyPr wrap="square" rtlCol="0">
              <a:spAutoFit/>
            </a:bodyPr>
            <a:lstStyle/>
            <a:p>
              <a:r>
                <a:rPr lang="en-US" altLang="zh-CN" b="1" dirty="0"/>
                <a:t>【2017</a:t>
              </a:r>
              <a:r>
                <a:rPr lang="zh-CN" altLang="en-US" b="1" dirty="0"/>
                <a:t>年 题</a:t>
              </a:r>
              <a:r>
                <a:rPr lang="en-US" altLang="zh-CN" b="1" dirty="0"/>
                <a:t>35】</a:t>
              </a:r>
              <a:r>
                <a:rPr lang="zh-CN" altLang="en-US" b="1" dirty="0"/>
                <a:t>在下图所示的网络中，若主机</a:t>
              </a:r>
              <a:r>
                <a:rPr lang="en-US" altLang="zh-CN" b="1" dirty="0"/>
                <a:t>H</a:t>
              </a:r>
              <a:r>
                <a:rPr lang="zh-CN" altLang="en-US" b="1" dirty="0"/>
                <a:t>发送一个封装访问</a:t>
              </a:r>
              <a:r>
                <a:rPr lang="en-US" altLang="zh-CN" b="1" dirty="0"/>
                <a:t>Internet</a:t>
              </a:r>
              <a:r>
                <a:rPr lang="zh-CN" altLang="en-US" b="1" dirty="0"/>
                <a:t>的</a:t>
              </a:r>
              <a:r>
                <a:rPr lang="en-US" altLang="zh-CN" b="1" dirty="0"/>
                <a:t>IP</a:t>
              </a:r>
              <a:r>
                <a:rPr lang="zh-CN" altLang="en-US" b="1" dirty="0"/>
                <a:t>分组的</a:t>
              </a:r>
              <a:r>
                <a:rPr lang="en-US" altLang="zh-CN" b="1" dirty="0"/>
                <a:t>IEEE 802.11</a:t>
              </a:r>
              <a:r>
                <a:rPr lang="zh-CN" altLang="en-US" b="1" dirty="0"/>
                <a:t>数据帧</a:t>
              </a:r>
              <a:r>
                <a:rPr lang="en-US" altLang="zh-CN" b="1" dirty="0"/>
                <a:t>F</a:t>
              </a:r>
              <a:r>
                <a:rPr lang="zh-CN" altLang="en-US" b="1" dirty="0"/>
                <a:t>，则帧</a:t>
              </a:r>
              <a:r>
                <a:rPr lang="en-US" altLang="zh-CN" b="1" dirty="0"/>
                <a:t>F</a:t>
              </a:r>
              <a:r>
                <a:rPr lang="zh-CN" altLang="en-US" b="1" dirty="0"/>
                <a:t>的</a:t>
              </a:r>
              <a:endParaRPr lang="en-US" altLang="zh-CN" b="1" dirty="0"/>
            </a:p>
            <a:p>
              <a:r>
                <a:rPr lang="en-US" altLang="zh-CN" b="1" dirty="0"/>
                <a:t>                              </a:t>
              </a:r>
              <a:r>
                <a:rPr lang="zh-CN" altLang="en-US" b="1" dirty="0"/>
                <a:t>地址</a:t>
              </a:r>
              <a:r>
                <a:rPr lang="en-US" altLang="zh-CN" b="1" dirty="0"/>
                <a:t>1</a:t>
              </a:r>
              <a:r>
                <a:rPr lang="zh-CN" altLang="en-US" b="1" dirty="0"/>
                <a:t>、地址</a:t>
              </a:r>
              <a:r>
                <a:rPr lang="en-US" altLang="zh-CN" b="1" dirty="0"/>
                <a:t>2</a:t>
              </a:r>
              <a:r>
                <a:rPr lang="zh-CN" altLang="en-US" b="1" dirty="0"/>
                <a:t>和地址</a:t>
              </a:r>
              <a:r>
                <a:rPr lang="en-US" altLang="zh-CN" b="1" dirty="0"/>
                <a:t>3</a:t>
              </a:r>
              <a:r>
                <a:rPr lang="zh-CN" altLang="en-US" b="1" dirty="0"/>
                <a:t>分别是（      ）。</a:t>
              </a:r>
            </a:p>
          </p:txBody>
        </p:sp>
        <p:sp>
          <p:nvSpPr>
            <p:cNvPr id="102" name="文本框 101">
              <a:extLst>
                <a:ext uri="{FF2B5EF4-FFF2-40B4-BE49-F238E27FC236}">
                  <a16:creationId xmlns:a16="http://schemas.microsoft.com/office/drawing/2014/main" id="{C9779017-4D77-40A3-A41B-8583042BD513}"/>
                </a:ext>
              </a:extLst>
            </p:cNvPr>
            <p:cNvSpPr txBox="1"/>
            <p:nvPr/>
          </p:nvSpPr>
          <p:spPr>
            <a:xfrm>
              <a:off x="435461" y="1900686"/>
              <a:ext cx="5600700" cy="369332"/>
            </a:xfrm>
            <a:prstGeom prst="rect">
              <a:avLst/>
            </a:prstGeom>
            <a:noFill/>
          </p:spPr>
          <p:txBody>
            <a:bodyPr wrap="square" rtlCol="0">
              <a:spAutoFit/>
            </a:bodyPr>
            <a:lstStyle/>
            <a:p>
              <a:r>
                <a:rPr lang="en-US" altLang="zh-CN" b="1" dirty="0"/>
                <a:t>A. 00-12-34-56-78-9a</a:t>
              </a:r>
              <a:r>
                <a:rPr lang="zh-CN" altLang="en-US" b="1" dirty="0"/>
                <a:t>，</a:t>
              </a:r>
              <a:r>
                <a:rPr lang="en-US" altLang="zh-CN" b="1" dirty="0"/>
                <a:t>00-12-34-56-78-9b</a:t>
              </a:r>
              <a:r>
                <a:rPr lang="zh-CN" altLang="en-US" b="1" dirty="0"/>
                <a:t>，</a:t>
              </a:r>
              <a:r>
                <a:rPr lang="en-US" altLang="zh-CN" b="1" dirty="0"/>
                <a:t>00-12-34-56-78-9c</a:t>
              </a:r>
              <a:endParaRPr lang="zh-CN" altLang="en-US" b="1" dirty="0"/>
            </a:p>
          </p:txBody>
        </p:sp>
        <p:sp>
          <p:nvSpPr>
            <p:cNvPr id="109" name="文本框 108">
              <a:extLst>
                <a:ext uri="{FF2B5EF4-FFF2-40B4-BE49-F238E27FC236}">
                  <a16:creationId xmlns:a16="http://schemas.microsoft.com/office/drawing/2014/main" id="{3317B57A-0C68-4858-856C-965C2910F044}"/>
                </a:ext>
              </a:extLst>
            </p:cNvPr>
            <p:cNvSpPr txBox="1"/>
            <p:nvPr/>
          </p:nvSpPr>
          <p:spPr>
            <a:xfrm>
              <a:off x="6286500" y="1879011"/>
              <a:ext cx="5600700" cy="369332"/>
            </a:xfrm>
            <a:prstGeom prst="rect">
              <a:avLst/>
            </a:prstGeom>
            <a:noFill/>
          </p:spPr>
          <p:txBody>
            <a:bodyPr wrap="square" rtlCol="0">
              <a:spAutoFit/>
            </a:bodyPr>
            <a:lstStyle/>
            <a:p>
              <a:r>
                <a:rPr lang="en-US" altLang="zh-CN" b="1" dirty="0"/>
                <a:t>B. 00-12-34-56-78-9b</a:t>
              </a:r>
              <a:r>
                <a:rPr lang="zh-CN" altLang="en-US" b="1" dirty="0"/>
                <a:t>，</a:t>
              </a:r>
              <a:r>
                <a:rPr lang="en-US" altLang="zh-CN" b="1" dirty="0"/>
                <a:t>00-12-34-56-78-9a</a:t>
              </a:r>
              <a:r>
                <a:rPr lang="zh-CN" altLang="en-US" b="1" dirty="0"/>
                <a:t>，</a:t>
              </a:r>
              <a:r>
                <a:rPr lang="en-US" altLang="zh-CN" b="1" dirty="0"/>
                <a:t>00-12-34-56-78-9c</a:t>
              </a:r>
              <a:endParaRPr lang="zh-CN" altLang="en-US" b="1" dirty="0"/>
            </a:p>
          </p:txBody>
        </p:sp>
        <p:sp>
          <p:nvSpPr>
            <p:cNvPr id="110" name="文本框 109">
              <a:extLst>
                <a:ext uri="{FF2B5EF4-FFF2-40B4-BE49-F238E27FC236}">
                  <a16:creationId xmlns:a16="http://schemas.microsoft.com/office/drawing/2014/main" id="{E1CCEA9A-01B7-4734-BD12-5EC579BD0A4B}"/>
                </a:ext>
              </a:extLst>
            </p:cNvPr>
            <p:cNvSpPr txBox="1"/>
            <p:nvPr/>
          </p:nvSpPr>
          <p:spPr>
            <a:xfrm>
              <a:off x="6286500" y="2193095"/>
              <a:ext cx="5600700" cy="369332"/>
            </a:xfrm>
            <a:prstGeom prst="rect">
              <a:avLst/>
            </a:prstGeom>
            <a:noFill/>
          </p:spPr>
          <p:txBody>
            <a:bodyPr wrap="square" rtlCol="0">
              <a:spAutoFit/>
            </a:bodyPr>
            <a:lstStyle/>
            <a:p>
              <a:r>
                <a:rPr lang="en-US" altLang="zh-CN" b="1" dirty="0"/>
                <a:t>D. 00-12-34-56-78-9a</a:t>
              </a:r>
              <a:r>
                <a:rPr lang="zh-CN" altLang="en-US" b="1" dirty="0"/>
                <a:t>，</a:t>
              </a:r>
              <a:r>
                <a:rPr lang="en-US" altLang="zh-CN" b="1" dirty="0"/>
                <a:t>00-12-34-56-78-9c</a:t>
              </a:r>
              <a:r>
                <a:rPr lang="zh-CN" altLang="en-US" b="1" dirty="0"/>
                <a:t>，</a:t>
              </a:r>
              <a:r>
                <a:rPr lang="en-US" altLang="zh-CN" b="1" dirty="0"/>
                <a:t>00-12-34-56-78-9b</a:t>
              </a:r>
              <a:endParaRPr lang="zh-CN" altLang="en-US" b="1" dirty="0"/>
            </a:p>
          </p:txBody>
        </p:sp>
        <p:sp>
          <p:nvSpPr>
            <p:cNvPr id="111" name="文本框 110">
              <a:extLst>
                <a:ext uri="{FF2B5EF4-FFF2-40B4-BE49-F238E27FC236}">
                  <a16:creationId xmlns:a16="http://schemas.microsoft.com/office/drawing/2014/main" id="{A7AE62DF-EB1D-42C5-90F0-328B086A0ECC}"/>
                </a:ext>
              </a:extLst>
            </p:cNvPr>
            <p:cNvSpPr txBox="1"/>
            <p:nvPr/>
          </p:nvSpPr>
          <p:spPr>
            <a:xfrm>
              <a:off x="435461" y="2221800"/>
              <a:ext cx="5600700" cy="369332"/>
            </a:xfrm>
            <a:prstGeom prst="rect">
              <a:avLst/>
            </a:prstGeom>
            <a:noFill/>
          </p:spPr>
          <p:txBody>
            <a:bodyPr wrap="square" rtlCol="0">
              <a:spAutoFit/>
            </a:bodyPr>
            <a:lstStyle/>
            <a:p>
              <a:r>
                <a:rPr lang="en-US" altLang="zh-CN" b="1" dirty="0"/>
                <a:t>C. 00-12-34-56-78-9b</a:t>
              </a:r>
              <a:r>
                <a:rPr lang="zh-CN" altLang="en-US" b="1" dirty="0"/>
                <a:t>，</a:t>
              </a:r>
              <a:r>
                <a:rPr lang="en-US" altLang="zh-CN" b="1" dirty="0"/>
                <a:t>00-12-34-56-78-9c</a:t>
              </a:r>
              <a:r>
                <a:rPr lang="zh-CN" altLang="en-US" b="1" dirty="0"/>
                <a:t>，</a:t>
              </a:r>
              <a:r>
                <a:rPr lang="en-US" altLang="zh-CN" b="1" dirty="0"/>
                <a:t>00-12-34-56-78-9a</a:t>
              </a:r>
              <a:endParaRPr lang="zh-CN" altLang="en-US" b="1" dirty="0"/>
            </a:p>
          </p:txBody>
        </p:sp>
        <p:grpSp>
          <p:nvGrpSpPr>
            <p:cNvPr id="20" name="组合 19">
              <a:extLst>
                <a:ext uri="{FF2B5EF4-FFF2-40B4-BE49-F238E27FC236}">
                  <a16:creationId xmlns:a16="http://schemas.microsoft.com/office/drawing/2014/main" id="{414D829E-872D-44A9-BE51-B8D6C55C8FFF}"/>
                </a:ext>
              </a:extLst>
            </p:cNvPr>
            <p:cNvGrpSpPr/>
            <p:nvPr/>
          </p:nvGrpSpPr>
          <p:grpSpPr>
            <a:xfrm>
              <a:off x="1288677" y="2700485"/>
              <a:ext cx="8919289" cy="1056846"/>
              <a:chOff x="1288677" y="3779985"/>
              <a:chExt cx="8919289" cy="1056846"/>
            </a:xfrm>
          </p:grpSpPr>
          <p:sp>
            <p:nvSpPr>
              <p:cNvPr id="113" name="文本框 112">
                <a:extLst>
                  <a:ext uri="{FF2B5EF4-FFF2-40B4-BE49-F238E27FC236}">
                    <a16:creationId xmlns:a16="http://schemas.microsoft.com/office/drawing/2014/main" id="{44A201E9-87ED-42F5-BD97-B852C2C59FDB}"/>
                  </a:ext>
                </a:extLst>
              </p:cNvPr>
              <p:cNvSpPr txBox="1"/>
              <p:nvPr/>
            </p:nvSpPr>
            <p:spPr>
              <a:xfrm>
                <a:off x="8074960" y="4329262"/>
                <a:ext cx="313690" cy="369332"/>
              </a:xfrm>
              <a:prstGeom prst="rect">
                <a:avLst/>
              </a:prstGeom>
              <a:noFill/>
            </p:spPr>
            <p:txBody>
              <a:bodyPr wrap="square" rtlCol="0">
                <a:spAutoFit/>
              </a:bodyPr>
              <a:lstStyle/>
              <a:p>
                <a:pPr algn="ctr"/>
                <a:r>
                  <a:rPr lang="en-US" altLang="zh-CN" b="1" dirty="0"/>
                  <a:t>R</a:t>
                </a:r>
                <a:endParaRPr lang="zh-CN" altLang="en-US" b="1" dirty="0"/>
              </a:p>
            </p:txBody>
          </p:sp>
          <p:pic>
            <p:nvPicPr>
              <p:cNvPr id="114" name="图形 10">
                <a:extLst>
                  <a:ext uri="{FF2B5EF4-FFF2-40B4-BE49-F238E27FC236}">
                    <a16:creationId xmlns:a16="http://schemas.microsoft.com/office/drawing/2014/main" id="{F63FD4A4-A855-47BD-A26C-6B268D5254AA}"/>
                  </a:ext>
                </a:extLst>
              </p:cNvPr>
              <p:cNvPicPr>
                <a:picLocks noChangeAspect="1"/>
              </p:cNvPicPr>
              <p:nvPr/>
            </p:nvPicPr>
            <p:blipFill>
              <a:blip r:embed="rId3">
                <a:extLst>
                  <a:ext uri="{28A0092B-C50C-407E-A947-70E740481C1C}">
                    <a14:useLocalDpi xmlns:a14="http://schemas.microsoft.com/office/drawing/2010/main" val="0"/>
                  </a:ext>
                  <a:ext uri="{96DAC541-7B7A-43D3-8B79-37D633B846F1}">
                    <asvg:svgBlip xmlns:asvg="http://schemas.microsoft.com/office/drawing/2016/SVG/main" r:embed="rId4"/>
                  </a:ext>
                </a:extLst>
              </a:blip>
              <a:stretch>
                <a:fillRect/>
              </a:stretch>
            </p:blipFill>
            <p:spPr>
              <a:xfrm>
                <a:off x="1743815" y="3826417"/>
                <a:ext cx="662814" cy="641082"/>
              </a:xfrm>
              <a:prstGeom prst="rect">
                <a:avLst/>
              </a:prstGeom>
            </p:spPr>
          </p:pic>
          <p:sp>
            <p:nvSpPr>
              <p:cNvPr id="9" name="梯形 8">
                <a:extLst>
                  <a:ext uri="{FF2B5EF4-FFF2-40B4-BE49-F238E27FC236}">
                    <a16:creationId xmlns:a16="http://schemas.microsoft.com/office/drawing/2014/main" id="{1D094136-C734-4946-8C92-8D189653C621}"/>
                  </a:ext>
                </a:extLst>
              </p:cNvPr>
              <p:cNvSpPr/>
              <p:nvPr/>
            </p:nvSpPr>
            <p:spPr>
              <a:xfrm>
                <a:off x="4854490" y="3896133"/>
                <a:ext cx="389764" cy="501650"/>
              </a:xfrm>
              <a:prstGeom prst="trapezoid">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b="1" dirty="0"/>
              </a:p>
            </p:txBody>
          </p:sp>
          <p:cxnSp>
            <p:nvCxnSpPr>
              <p:cNvPr id="12" name="直接箭头连接符 11">
                <a:extLst>
                  <a:ext uri="{FF2B5EF4-FFF2-40B4-BE49-F238E27FC236}">
                    <a16:creationId xmlns:a16="http://schemas.microsoft.com/office/drawing/2014/main" id="{151B5CD6-DA10-455C-9281-8DEB971D19F5}"/>
                  </a:ext>
                </a:extLst>
              </p:cNvPr>
              <p:cNvCxnSpPr>
                <a:cxnSpLocks/>
              </p:cNvCxnSpPr>
              <p:nvPr/>
            </p:nvCxnSpPr>
            <p:spPr>
              <a:xfrm>
                <a:off x="2560320" y="4154695"/>
                <a:ext cx="2294170" cy="0"/>
              </a:xfrm>
              <a:prstGeom prst="straightConnector1">
                <a:avLst/>
              </a:prstGeom>
              <a:ln w="25400">
                <a:solidFill>
                  <a:schemeClr val="tx1"/>
                </a:solidFill>
                <a:prstDash val="dash"/>
                <a:tailEnd type="triangle"/>
              </a:ln>
            </p:spPr>
            <p:style>
              <a:lnRef idx="1">
                <a:schemeClr val="accent1"/>
              </a:lnRef>
              <a:fillRef idx="0">
                <a:schemeClr val="accent1"/>
              </a:fillRef>
              <a:effectRef idx="0">
                <a:schemeClr val="accent1"/>
              </a:effectRef>
              <a:fontRef idx="minor">
                <a:schemeClr val="tx1"/>
              </a:fontRef>
            </p:style>
          </p:cxnSp>
          <p:cxnSp>
            <p:nvCxnSpPr>
              <p:cNvPr id="16" name="直接连接符 15">
                <a:extLst>
                  <a:ext uri="{FF2B5EF4-FFF2-40B4-BE49-F238E27FC236}">
                    <a16:creationId xmlns:a16="http://schemas.microsoft.com/office/drawing/2014/main" id="{9E2A0AE0-B33C-4EC9-A03A-E1337B1F84B8}"/>
                  </a:ext>
                </a:extLst>
              </p:cNvPr>
              <p:cNvCxnSpPr>
                <a:cxnSpLocks/>
                <a:stCxn id="9" idx="3"/>
              </p:cNvCxnSpPr>
              <p:nvPr/>
            </p:nvCxnSpPr>
            <p:spPr>
              <a:xfrm>
                <a:off x="5195534" y="4146958"/>
                <a:ext cx="4192306" cy="0"/>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pic>
            <p:nvPicPr>
              <p:cNvPr id="115" name="图形 114">
                <a:extLst>
                  <a:ext uri="{FF2B5EF4-FFF2-40B4-BE49-F238E27FC236}">
                    <a16:creationId xmlns:a16="http://schemas.microsoft.com/office/drawing/2014/main" id="{A1DDA62C-9E14-47B5-A3D6-2A11CA04CD0E}"/>
                  </a:ext>
                </a:extLst>
              </p:cNvPr>
              <p:cNvPicPr>
                <a:picLocks noChangeAspect="1"/>
              </p:cNvPicPr>
              <p:nvPr/>
            </p:nvPicPr>
            <p:blipFill>
              <a:blip r:embed="rId5" cstate="print">
                <a:extLst>
                  <a:ext uri="{28A0092B-C50C-407E-A947-70E740481C1C}">
                    <a14:useLocalDpi xmlns:a14="http://schemas.microsoft.com/office/drawing/2010/main" val="0"/>
                  </a:ext>
                  <a:ext uri="{96DAC541-7B7A-43D3-8B79-37D633B846F1}">
                    <asvg:svgBlip xmlns:asvg="http://schemas.microsoft.com/office/drawing/2016/SVG/main" r:embed="rId6"/>
                  </a:ext>
                </a:extLst>
              </a:blip>
              <a:stretch>
                <a:fillRect/>
              </a:stretch>
            </p:blipFill>
            <p:spPr>
              <a:xfrm>
                <a:off x="8003688" y="3970029"/>
                <a:ext cx="456235" cy="369333"/>
              </a:xfrm>
              <a:prstGeom prst="rect">
                <a:avLst/>
              </a:prstGeom>
            </p:spPr>
          </p:pic>
          <p:sp>
            <p:nvSpPr>
              <p:cNvPr id="117" name="云形 116">
                <a:extLst>
                  <a:ext uri="{FF2B5EF4-FFF2-40B4-BE49-F238E27FC236}">
                    <a16:creationId xmlns:a16="http://schemas.microsoft.com/office/drawing/2014/main" id="{98DB93BE-3322-4104-8B01-3694170472D2}"/>
                  </a:ext>
                </a:extLst>
              </p:cNvPr>
              <p:cNvSpPr/>
              <p:nvPr/>
            </p:nvSpPr>
            <p:spPr>
              <a:xfrm>
                <a:off x="8869439" y="3779985"/>
                <a:ext cx="1338527" cy="733943"/>
              </a:xfrm>
              <a:prstGeom prst="cloud">
                <a:avLst/>
              </a:prstGeom>
              <a:ln>
                <a:solidFill>
                  <a:schemeClr val="accent2"/>
                </a:solidFill>
              </a:ln>
            </p:spPr>
            <p:style>
              <a:lnRef idx="2">
                <a:schemeClr val="accent2">
                  <a:shade val="50000"/>
                </a:schemeClr>
              </a:lnRef>
              <a:fillRef idx="1">
                <a:schemeClr val="accent2"/>
              </a:fillRef>
              <a:effectRef idx="0">
                <a:schemeClr val="accent2"/>
              </a:effectRef>
              <a:fontRef idx="minor">
                <a:schemeClr val="lt1"/>
              </a:fontRef>
            </p:style>
            <p:txBody>
              <a:bodyPr rtlCol="0" anchor="ctr"/>
              <a:lstStyle/>
              <a:p>
                <a:pPr algn="ctr"/>
                <a:r>
                  <a:rPr lang="en-US" altLang="zh-CN" b="1" dirty="0">
                    <a:solidFill>
                      <a:schemeClr val="bg1"/>
                    </a:solidFill>
                    <a:latin typeface="Arial Narrow" panose="020B0606020202030204" pitchFamily="34" charset="0"/>
                  </a:rPr>
                  <a:t>Internet</a:t>
                </a:r>
                <a:endParaRPr lang="zh-CN" altLang="en-US" b="1" dirty="0">
                  <a:solidFill>
                    <a:schemeClr val="bg1"/>
                  </a:solidFill>
                  <a:latin typeface="Arial Narrow" panose="020B0606020202030204" pitchFamily="34" charset="0"/>
                </a:endParaRPr>
              </a:p>
            </p:txBody>
          </p:sp>
          <p:sp>
            <p:nvSpPr>
              <p:cNvPr id="119" name="文本框 118">
                <a:extLst>
                  <a:ext uri="{FF2B5EF4-FFF2-40B4-BE49-F238E27FC236}">
                    <a16:creationId xmlns:a16="http://schemas.microsoft.com/office/drawing/2014/main" id="{29E6ED29-B2EF-4BFD-9B91-82E98B177662}"/>
                  </a:ext>
                </a:extLst>
              </p:cNvPr>
              <p:cNvSpPr txBox="1"/>
              <p:nvPr/>
            </p:nvSpPr>
            <p:spPr>
              <a:xfrm>
                <a:off x="4826555" y="4098167"/>
                <a:ext cx="445633" cy="369332"/>
              </a:xfrm>
              <a:prstGeom prst="rect">
                <a:avLst/>
              </a:prstGeom>
              <a:noFill/>
            </p:spPr>
            <p:txBody>
              <a:bodyPr wrap="square" rtlCol="0">
                <a:spAutoFit/>
              </a:bodyPr>
              <a:lstStyle/>
              <a:p>
                <a:pPr algn="ctr"/>
                <a:r>
                  <a:rPr lang="en-US" altLang="zh-CN" b="1" dirty="0">
                    <a:solidFill>
                      <a:schemeClr val="bg1"/>
                    </a:solidFill>
                  </a:rPr>
                  <a:t>AP</a:t>
                </a:r>
                <a:endParaRPr lang="zh-CN" altLang="en-US" b="1" dirty="0">
                  <a:solidFill>
                    <a:schemeClr val="bg1"/>
                  </a:solidFill>
                </a:endParaRPr>
              </a:p>
            </p:txBody>
          </p:sp>
          <p:sp>
            <p:nvSpPr>
              <p:cNvPr id="120" name="文本框 119">
                <a:extLst>
                  <a:ext uri="{FF2B5EF4-FFF2-40B4-BE49-F238E27FC236}">
                    <a16:creationId xmlns:a16="http://schemas.microsoft.com/office/drawing/2014/main" id="{A7F0767D-B6F2-4938-9F2B-954C41B3DE5E}"/>
                  </a:ext>
                </a:extLst>
              </p:cNvPr>
              <p:cNvSpPr txBox="1"/>
              <p:nvPr/>
            </p:nvSpPr>
            <p:spPr>
              <a:xfrm>
                <a:off x="1973425" y="3869607"/>
                <a:ext cx="445633" cy="369332"/>
              </a:xfrm>
              <a:prstGeom prst="rect">
                <a:avLst/>
              </a:prstGeom>
              <a:noFill/>
            </p:spPr>
            <p:txBody>
              <a:bodyPr wrap="square" rtlCol="0">
                <a:spAutoFit/>
              </a:bodyPr>
              <a:lstStyle/>
              <a:p>
                <a:pPr algn="ctr"/>
                <a:r>
                  <a:rPr lang="en-US" altLang="zh-CN" b="1" dirty="0">
                    <a:solidFill>
                      <a:schemeClr val="bg1"/>
                    </a:solidFill>
                  </a:rPr>
                  <a:t>H</a:t>
                </a:r>
                <a:endParaRPr lang="zh-CN" altLang="en-US" b="1" dirty="0">
                  <a:solidFill>
                    <a:schemeClr val="bg1"/>
                  </a:solidFill>
                </a:endParaRPr>
              </a:p>
            </p:txBody>
          </p:sp>
          <p:sp>
            <p:nvSpPr>
              <p:cNvPr id="123" name="文本框 122">
                <a:extLst>
                  <a:ext uri="{FF2B5EF4-FFF2-40B4-BE49-F238E27FC236}">
                    <a16:creationId xmlns:a16="http://schemas.microsoft.com/office/drawing/2014/main" id="{275A0A13-293A-44EC-8732-8B68D4CE8BFF}"/>
                  </a:ext>
                </a:extLst>
              </p:cNvPr>
              <p:cNvSpPr txBox="1"/>
              <p:nvPr/>
            </p:nvSpPr>
            <p:spPr>
              <a:xfrm>
                <a:off x="6333330" y="3811670"/>
                <a:ext cx="1798320" cy="369332"/>
              </a:xfrm>
              <a:prstGeom prst="rect">
                <a:avLst/>
              </a:prstGeom>
              <a:noFill/>
            </p:spPr>
            <p:txBody>
              <a:bodyPr wrap="square">
                <a:spAutoFit/>
              </a:bodyPr>
              <a:lstStyle/>
              <a:p>
                <a:r>
                  <a:rPr lang="en-US" altLang="zh-CN" b="1" dirty="0"/>
                  <a:t>00-12-34-56-78-9c</a:t>
                </a:r>
                <a:endParaRPr lang="zh-CN" altLang="en-US" dirty="0"/>
              </a:p>
            </p:txBody>
          </p:sp>
          <p:sp>
            <p:nvSpPr>
              <p:cNvPr id="124" name="文本框 123">
                <a:extLst>
                  <a:ext uri="{FF2B5EF4-FFF2-40B4-BE49-F238E27FC236}">
                    <a16:creationId xmlns:a16="http://schemas.microsoft.com/office/drawing/2014/main" id="{46553B50-AE87-43D1-9D82-F8E273991C06}"/>
                  </a:ext>
                </a:extLst>
              </p:cNvPr>
              <p:cNvSpPr txBox="1"/>
              <p:nvPr/>
            </p:nvSpPr>
            <p:spPr>
              <a:xfrm>
                <a:off x="4150211" y="4467499"/>
                <a:ext cx="1798320" cy="369332"/>
              </a:xfrm>
              <a:prstGeom prst="rect">
                <a:avLst/>
              </a:prstGeom>
              <a:noFill/>
            </p:spPr>
            <p:txBody>
              <a:bodyPr wrap="square">
                <a:spAutoFit/>
              </a:bodyPr>
              <a:lstStyle/>
              <a:p>
                <a:r>
                  <a:rPr lang="en-US" altLang="zh-CN" b="1" dirty="0"/>
                  <a:t>00-12-34-56-78-9b</a:t>
                </a:r>
                <a:endParaRPr lang="zh-CN" altLang="en-US" dirty="0"/>
              </a:p>
            </p:txBody>
          </p:sp>
          <p:sp>
            <p:nvSpPr>
              <p:cNvPr id="125" name="文本框 124">
                <a:extLst>
                  <a:ext uri="{FF2B5EF4-FFF2-40B4-BE49-F238E27FC236}">
                    <a16:creationId xmlns:a16="http://schemas.microsoft.com/office/drawing/2014/main" id="{E9142C89-E79E-4373-914E-5517D1241201}"/>
                  </a:ext>
                </a:extLst>
              </p:cNvPr>
              <p:cNvSpPr txBox="1"/>
              <p:nvPr/>
            </p:nvSpPr>
            <p:spPr>
              <a:xfrm>
                <a:off x="1288677" y="4467499"/>
                <a:ext cx="1798320" cy="369332"/>
              </a:xfrm>
              <a:prstGeom prst="rect">
                <a:avLst/>
              </a:prstGeom>
              <a:noFill/>
            </p:spPr>
            <p:txBody>
              <a:bodyPr wrap="square">
                <a:spAutoFit/>
              </a:bodyPr>
              <a:lstStyle/>
              <a:p>
                <a:r>
                  <a:rPr lang="en-US" altLang="zh-CN" b="1" dirty="0"/>
                  <a:t>00-12-34-56-78-9a</a:t>
                </a:r>
                <a:endParaRPr lang="zh-CN" altLang="en-US" dirty="0"/>
              </a:p>
            </p:txBody>
          </p:sp>
        </p:grpSp>
        <p:sp>
          <p:nvSpPr>
            <p:cNvPr id="22" name="矩形 21">
              <a:extLst>
                <a:ext uri="{FF2B5EF4-FFF2-40B4-BE49-F238E27FC236}">
                  <a16:creationId xmlns:a16="http://schemas.microsoft.com/office/drawing/2014/main" id="{4FB9A452-FD11-42E4-A8D9-84A749494C0B}"/>
                </a:ext>
              </a:extLst>
            </p:cNvPr>
            <p:cNvSpPr/>
            <p:nvPr/>
          </p:nvSpPr>
          <p:spPr>
            <a:xfrm>
              <a:off x="3242496" y="2691370"/>
              <a:ext cx="914400" cy="331416"/>
            </a:xfrm>
            <a:prstGeom prst="rect">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CN" b="1" dirty="0">
                  <a:solidFill>
                    <a:schemeClr val="tx1"/>
                  </a:solidFill>
                </a:rPr>
                <a:t>F</a:t>
              </a:r>
              <a:endParaRPr lang="zh-CN" altLang="en-US" b="1" dirty="0">
                <a:solidFill>
                  <a:schemeClr val="tx1"/>
                </a:solidFill>
              </a:endParaRPr>
            </a:p>
          </p:txBody>
        </p:sp>
      </p:grpSp>
      <p:pic>
        <p:nvPicPr>
          <p:cNvPr id="27" name="图片 26">
            <a:extLst>
              <a:ext uri="{FF2B5EF4-FFF2-40B4-BE49-F238E27FC236}">
                <a16:creationId xmlns:a16="http://schemas.microsoft.com/office/drawing/2014/main" id="{0F09D0EE-B854-4202-A248-CA925D56D694}"/>
              </a:ext>
            </a:extLst>
          </p:cNvPr>
          <p:cNvPicPr>
            <a:picLocks noChangeAspect="1"/>
          </p:cNvPicPr>
          <p:nvPr/>
        </p:nvPicPr>
        <p:blipFill>
          <a:blip r:embed="rId7" cstate="print">
            <a:extLst>
              <a:ext uri="{28A0092B-C50C-407E-A947-70E740481C1C}">
                <a14:useLocalDpi xmlns:a14="http://schemas.microsoft.com/office/drawing/2010/main" val="0"/>
              </a:ext>
            </a:extLst>
          </a:blip>
          <a:stretch>
            <a:fillRect/>
          </a:stretch>
        </p:blipFill>
        <p:spPr>
          <a:xfrm>
            <a:off x="362803" y="3841901"/>
            <a:ext cx="11313732" cy="2615764"/>
          </a:xfrm>
          <a:prstGeom prst="rect">
            <a:avLst/>
          </a:prstGeom>
        </p:spPr>
      </p:pic>
      <p:sp>
        <p:nvSpPr>
          <p:cNvPr id="28" name="矩形 27">
            <a:extLst>
              <a:ext uri="{FF2B5EF4-FFF2-40B4-BE49-F238E27FC236}">
                <a16:creationId xmlns:a16="http://schemas.microsoft.com/office/drawing/2014/main" id="{76A417DE-11F5-4296-AF08-EDFB810002C5}"/>
              </a:ext>
            </a:extLst>
          </p:cNvPr>
          <p:cNvSpPr/>
          <p:nvPr/>
        </p:nvSpPr>
        <p:spPr>
          <a:xfrm>
            <a:off x="367061" y="5565669"/>
            <a:ext cx="11309474" cy="416671"/>
          </a:xfrm>
          <a:prstGeom prst="rect">
            <a:avLst/>
          </a:prstGeom>
          <a:solidFill>
            <a:schemeClr val="accent1">
              <a:alpha val="44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32" name="平行四边形 31">
            <a:extLst>
              <a:ext uri="{FF2B5EF4-FFF2-40B4-BE49-F238E27FC236}">
                <a16:creationId xmlns:a16="http://schemas.microsoft.com/office/drawing/2014/main" id="{E56830FC-D331-F8F2-6225-C2F196665E46}"/>
              </a:ext>
            </a:extLst>
          </p:cNvPr>
          <p:cNvSpPr/>
          <p:nvPr/>
        </p:nvSpPr>
        <p:spPr>
          <a:xfrm>
            <a:off x="304800" y="749300"/>
            <a:ext cx="723900" cy="387090"/>
          </a:xfrm>
          <a:prstGeom prst="parallelogram">
            <a:avLst/>
          </a:prstGeom>
          <a:solidFill>
            <a:schemeClr val="accent3">
              <a:lumMod val="75000"/>
            </a:schemeClr>
          </a:solidFill>
          <a:ln>
            <a:solidFill>
              <a:schemeClr val="accent3">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CN" sz="2200" dirty="0">
                <a:latin typeface="Impact" panose="020B0806030902050204" pitchFamily="34" charset="0"/>
              </a:rPr>
              <a:t>05</a:t>
            </a:r>
            <a:endParaRPr lang="zh-CN" altLang="en-US" sz="2200" dirty="0">
              <a:latin typeface="Impact" panose="020B0806030902050204" pitchFamily="34" charset="0"/>
            </a:endParaRPr>
          </a:p>
        </p:txBody>
      </p:sp>
    </p:spTree>
    <p:custDataLst>
      <p:tags r:id="rId1"/>
    </p:custDataLst>
    <p:extLst>
      <p:ext uri="{BB962C8B-B14F-4D97-AF65-F5344CB8AC3E}">
        <p14:creationId xmlns:p14="http://schemas.microsoft.com/office/powerpoint/2010/main" val="1555740129"/>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30" presetClass="entr" presetSubtype="0" fill="hold" nodeType="withEffect">
                                  <p:stCondLst>
                                    <p:cond delay="0"/>
                                  </p:stCondLst>
                                  <p:childTnLst>
                                    <p:set>
                                      <p:cBhvr>
                                        <p:cTn id="6" dur="1" fill="hold">
                                          <p:stCondLst>
                                            <p:cond delay="0"/>
                                          </p:stCondLst>
                                        </p:cTn>
                                        <p:tgtEl>
                                          <p:spTgt spid="29"/>
                                        </p:tgtEl>
                                        <p:attrNameLst>
                                          <p:attrName>style.visibility</p:attrName>
                                        </p:attrNameLst>
                                      </p:cBhvr>
                                      <p:to>
                                        <p:strVal val="visible"/>
                                      </p:to>
                                    </p:set>
                                    <p:animEffect transition="in" filter="fade">
                                      <p:cBhvr>
                                        <p:cTn id="7" dur="800" decel="100000"/>
                                        <p:tgtEl>
                                          <p:spTgt spid="29"/>
                                        </p:tgtEl>
                                      </p:cBhvr>
                                    </p:animEffect>
                                    <p:anim calcmode="lin" valueType="num">
                                      <p:cBhvr>
                                        <p:cTn id="8" dur="800" decel="100000" fill="hold"/>
                                        <p:tgtEl>
                                          <p:spTgt spid="29"/>
                                        </p:tgtEl>
                                        <p:attrNameLst>
                                          <p:attrName>style.rotation</p:attrName>
                                        </p:attrNameLst>
                                      </p:cBhvr>
                                      <p:tavLst>
                                        <p:tav tm="0">
                                          <p:val>
                                            <p:fltVal val="-90"/>
                                          </p:val>
                                        </p:tav>
                                        <p:tav tm="100000">
                                          <p:val>
                                            <p:fltVal val="0"/>
                                          </p:val>
                                        </p:tav>
                                      </p:tavLst>
                                    </p:anim>
                                    <p:anim calcmode="lin" valueType="num">
                                      <p:cBhvr>
                                        <p:cTn id="9" dur="800" decel="100000" fill="hold"/>
                                        <p:tgtEl>
                                          <p:spTgt spid="29"/>
                                        </p:tgtEl>
                                        <p:attrNameLst>
                                          <p:attrName>ppt_x</p:attrName>
                                        </p:attrNameLst>
                                      </p:cBhvr>
                                      <p:tavLst>
                                        <p:tav tm="0">
                                          <p:val>
                                            <p:strVal val="#ppt_x+0.4"/>
                                          </p:val>
                                        </p:tav>
                                        <p:tav tm="100000">
                                          <p:val>
                                            <p:strVal val="#ppt_x-0.05"/>
                                          </p:val>
                                        </p:tav>
                                      </p:tavLst>
                                    </p:anim>
                                    <p:anim calcmode="lin" valueType="num">
                                      <p:cBhvr>
                                        <p:cTn id="10" dur="800" decel="100000" fill="hold"/>
                                        <p:tgtEl>
                                          <p:spTgt spid="29"/>
                                        </p:tgtEl>
                                        <p:attrNameLst>
                                          <p:attrName>ppt_y</p:attrName>
                                        </p:attrNameLst>
                                      </p:cBhvr>
                                      <p:tavLst>
                                        <p:tav tm="0">
                                          <p:val>
                                            <p:strVal val="#ppt_y-0.4"/>
                                          </p:val>
                                        </p:tav>
                                        <p:tav tm="100000">
                                          <p:val>
                                            <p:strVal val="#ppt_y+0.1"/>
                                          </p:val>
                                        </p:tav>
                                      </p:tavLst>
                                    </p:anim>
                                    <p:anim calcmode="lin" valueType="num">
                                      <p:cBhvr>
                                        <p:cTn id="11" dur="200" accel="100000" fill="hold">
                                          <p:stCondLst>
                                            <p:cond delay="800"/>
                                          </p:stCondLst>
                                        </p:cTn>
                                        <p:tgtEl>
                                          <p:spTgt spid="29"/>
                                        </p:tgtEl>
                                        <p:attrNameLst>
                                          <p:attrName>ppt_x</p:attrName>
                                        </p:attrNameLst>
                                      </p:cBhvr>
                                      <p:tavLst>
                                        <p:tav tm="0">
                                          <p:val>
                                            <p:strVal val="#ppt_x-0.05"/>
                                          </p:val>
                                        </p:tav>
                                        <p:tav tm="100000">
                                          <p:val>
                                            <p:strVal val="#ppt_x"/>
                                          </p:val>
                                        </p:tav>
                                      </p:tavLst>
                                    </p:anim>
                                    <p:anim calcmode="lin" valueType="num">
                                      <p:cBhvr>
                                        <p:cTn id="12" dur="200" accel="100000" fill="hold">
                                          <p:stCondLst>
                                            <p:cond delay="800"/>
                                          </p:stCondLst>
                                        </p:cTn>
                                        <p:tgtEl>
                                          <p:spTgt spid="29"/>
                                        </p:tgtEl>
                                        <p:attrNameLst>
                                          <p:attrName>ppt_y</p:attrName>
                                        </p:attrNameLst>
                                      </p:cBhvr>
                                      <p:tavLst>
                                        <p:tav tm="0">
                                          <p:val>
                                            <p:strVal val="#ppt_y+0.1"/>
                                          </p:val>
                                        </p:tav>
                                        <p:tav tm="100000">
                                          <p:val>
                                            <p:strVal val="#ppt_y"/>
                                          </p:val>
                                        </p:tav>
                                      </p:tavLst>
                                    </p:anim>
                                  </p:childTnLst>
                                </p:cTn>
                              </p:par>
                            </p:childTnLst>
                          </p:cTn>
                        </p:par>
                      </p:childTnLst>
                    </p:cTn>
                  </p:par>
                  <p:par>
                    <p:cTn id="13" fill="hold">
                      <p:stCondLst>
                        <p:cond delay="indefinite"/>
                      </p:stCondLst>
                      <p:childTnLst>
                        <p:par>
                          <p:cTn id="14" fill="hold">
                            <p:stCondLst>
                              <p:cond delay="0"/>
                            </p:stCondLst>
                            <p:childTnLst>
                              <p:par>
                                <p:cTn id="15" presetID="30" presetClass="entr" presetSubtype="0" fill="hold" grpId="0" nodeType="clickEffect">
                                  <p:stCondLst>
                                    <p:cond delay="0"/>
                                  </p:stCondLst>
                                  <p:childTnLst>
                                    <p:set>
                                      <p:cBhvr>
                                        <p:cTn id="16" dur="1" fill="hold">
                                          <p:stCondLst>
                                            <p:cond delay="0"/>
                                          </p:stCondLst>
                                        </p:cTn>
                                        <p:tgtEl>
                                          <p:spTgt spid="112"/>
                                        </p:tgtEl>
                                        <p:attrNameLst>
                                          <p:attrName>style.visibility</p:attrName>
                                        </p:attrNameLst>
                                      </p:cBhvr>
                                      <p:to>
                                        <p:strVal val="visible"/>
                                      </p:to>
                                    </p:set>
                                    <p:animEffect transition="in" filter="fade">
                                      <p:cBhvr>
                                        <p:cTn id="17" dur="800" decel="100000"/>
                                        <p:tgtEl>
                                          <p:spTgt spid="112"/>
                                        </p:tgtEl>
                                      </p:cBhvr>
                                    </p:animEffect>
                                    <p:anim calcmode="lin" valueType="num">
                                      <p:cBhvr>
                                        <p:cTn id="18" dur="800" decel="100000" fill="hold"/>
                                        <p:tgtEl>
                                          <p:spTgt spid="112"/>
                                        </p:tgtEl>
                                        <p:attrNameLst>
                                          <p:attrName>style.rotation</p:attrName>
                                        </p:attrNameLst>
                                      </p:cBhvr>
                                      <p:tavLst>
                                        <p:tav tm="0">
                                          <p:val>
                                            <p:fltVal val="-90"/>
                                          </p:val>
                                        </p:tav>
                                        <p:tav tm="100000">
                                          <p:val>
                                            <p:fltVal val="0"/>
                                          </p:val>
                                        </p:tav>
                                      </p:tavLst>
                                    </p:anim>
                                    <p:anim calcmode="lin" valueType="num">
                                      <p:cBhvr>
                                        <p:cTn id="19" dur="800" decel="100000" fill="hold"/>
                                        <p:tgtEl>
                                          <p:spTgt spid="112"/>
                                        </p:tgtEl>
                                        <p:attrNameLst>
                                          <p:attrName>ppt_x</p:attrName>
                                        </p:attrNameLst>
                                      </p:cBhvr>
                                      <p:tavLst>
                                        <p:tav tm="0">
                                          <p:val>
                                            <p:strVal val="#ppt_x+0.4"/>
                                          </p:val>
                                        </p:tav>
                                        <p:tav tm="100000">
                                          <p:val>
                                            <p:strVal val="#ppt_x-0.05"/>
                                          </p:val>
                                        </p:tav>
                                      </p:tavLst>
                                    </p:anim>
                                    <p:anim calcmode="lin" valueType="num">
                                      <p:cBhvr>
                                        <p:cTn id="20" dur="800" decel="100000" fill="hold"/>
                                        <p:tgtEl>
                                          <p:spTgt spid="112"/>
                                        </p:tgtEl>
                                        <p:attrNameLst>
                                          <p:attrName>ppt_y</p:attrName>
                                        </p:attrNameLst>
                                      </p:cBhvr>
                                      <p:tavLst>
                                        <p:tav tm="0">
                                          <p:val>
                                            <p:strVal val="#ppt_y-0.4"/>
                                          </p:val>
                                        </p:tav>
                                        <p:tav tm="100000">
                                          <p:val>
                                            <p:strVal val="#ppt_y+0.1"/>
                                          </p:val>
                                        </p:tav>
                                      </p:tavLst>
                                    </p:anim>
                                    <p:anim calcmode="lin" valueType="num">
                                      <p:cBhvr>
                                        <p:cTn id="21" dur="200" accel="100000" fill="hold">
                                          <p:stCondLst>
                                            <p:cond delay="800"/>
                                          </p:stCondLst>
                                        </p:cTn>
                                        <p:tgtEl>
                                          <p:spTgt spid="112"/>
                                        </p:tgtEl>
                                        <p:attrNameLst>
                                          <p:attrName>ppt_x</p:attrName>
                                        </p:attrNameLst>
                                      </p:cBhvr>
                                      <p:tavLst>
                                        <p:tav tm="0">
                                          <p:val>
                                            <p:strVal val="#ppt_x-0.05"/>
                                          </p:val>
                                        </p:tav>
                                        <p:tav tm="100000">
                                          <p:val>
                                            <p:strVal val="#ppt_x"/>
                                          </p:val>
                                        </p:tav>
                                      </p:tavLst>
                                    </p:anim>
                                    <p:anim calcmode="lin" valueType="num">
                                      <p:cBhvr>
                                        <p:cTn id="22" dur="200" accel="100000" fill="hold">
                                          <p:stCondLst>
                                            <p:cond delay="800"/>
                                          </p:stCondLst>
                                        </p:cTn>
                                        <p:tgtEl>
                                          <p:spTgt spid="112"/>
                                        </p:tgtEl>
                                        <p:attrNameLst>
                                          <p:attrName>ppt_y</p:attrName>
                                        </p:attrNameLst>
                                      </p:cBhvr>
                                      <p:tavLst>
                                        <p:tav tm="0">
                                          <p:val>
                                            <p:strVal val="#ppt_y+0.1"/>
                                          </p:val>
                                        </p:tav>
                                        <p:tav tm="100000">
                                          <p:val>
                                            <p:strVal val="#ppt_y"/>
                                          </p:val>
                                        </p:tav>
                                      </p:tavLst>
                                    </p:anim>
                                  </p:childTnLst>
                                </p:cTn>
                              </p:par>
                            </p:childTnLst>
                          </p:cTn>
                        </p:par>
                      </p:childTnLst>
                    </p:cTn>
                  </p:par>
                  <p:par>
                    <p:cTn id="23" fill="hold">
                      <p:stCondLst>
                        <p:cond delay="indefinite"/>
                      </p:stCondLst>
                      <p:childTnLst>
                        <p:par>
                          <p:cTn id="24" fill="hold">
                            <p:stCondLst>
                              <p:cond delay="0"/>
                            </p:stCondLst>
                            <p:childTnLst>
                              <p:par>
                                <p:cTn id="25" presetID="53" presetClass="entr" presetSubtype="16" fill="hold" grpId="0" nodeType="clickEffect">
                                  <p:stCondLst>
                                    <p:cond delay="0"/>
                                  </p:stCondLst>
                                  <p:childTnLst>
                                    <p:set>
                                      <p:cBhvr>
                                        <p:cTn id="26" dur="1" fill="hold">
                                          <p:stCondLst>
                                            <p:cond delay="0"/>
                                          </p:stCondLst>
                                        </p:cTn>
                                        <p:tgtEl>
                                          <p:spTgt spid="126"/>
                                        </p:tgtEl>
                                        <p:attrNameLst>
                                          <p:attrName>style.visibility</p:attrName>
                                        </p:attrNameLst>
                                      </p:cBhvr>
                                      <p:to>
                                        <p:strVal val="visible"/>
                                      </p:to>
                                    </p:set>
                                    <p:anim calcmode="lin" valueType="num">
                                      <p:cBhvr>
                                        <p:cTn id="27" dur="500" fill="hold"/>
                                        <p:tgtEl>
                                          <p:spTgt spid="126"/>
                                        </p:tgtEl>
                                        <p:attrNameLst>
                                          <p:attrName>ppt_w</p:attrName>
                                        </p:attrNameLst>
                                      </p:cBhvr>
                                      <p:tavLst>
                                        <p:tav tm="0">
                                          <p:val>
                                            <p:fltVal val="0"/>
                                          </p:val>
                                        </p:tav>
                                        <p:tav tm="100000">
                                          <p:val>
                                            <p:strVal val="#ppt_w"/>
                                          </p:val>
                                        </p:tav>
                                      </p:tavLst>
                                    </p:anim>
                                    <p:anim calcmode="lin" valueType="num">
                                      <p:cBhvr>
                                        <p:cTn id="28" dur="500" fill="hold"/>
                                        <p:tgtEl>
                                          <p:spTgt spid="126"/>
                                        </p:tgtEl>
                                        <p:attrNameLst>
                                          <p:attrName>ppt_h</p:attrName>
                                        </p:attrNameLst>
                                      </p:cBhvr>
                                      <p:tavLst>
                                        <p:tav tm="0">
                                          <p:val>
                                            <p:fltVal val="0"/>
                                          </p:val>
                                        </p:tav>
                                        <p:tav tm="100000">
                                          <p:val>
                                            <p:strVal val="#ppt_h"/>
                                          </p:val>
                                        </p:tav>
                                      </p:tavLst>
                                    </p:anim>
                                    <p:animEffect transition="in" filter="fade">
                                      <p:cBhvr>
                                        <p:cTn id="29" dur="500"/>
                                        <p:tgtEl>
                                          <p:spTgt spid="126"/>
                                        </p:tgtEl>
                                      </p:cBhvr>
                                    </p:animEffect>
                                  </p:childTnLst>
                                </p:cTn>
                              </p:par>
                            </p:childTnLst>
                          </p:cTn>
                        </p:par>
                      </p:childTnLst>
                    </p:cTn>
                  </p:par>
                  <p:par>
                    <p:cTn id="30" fill="hold">
                      <p:stCondLst>
                        <p:cond delay="indefinite"/>
                      </p:stCondLst>
                      <p:childTnLst>
                        <p:par>
                          <p:cTn id="31" fill="hold">
                            <p:stCondLst>
                              <p:cond delay="0"/>
                            </p:stCondLst>
                            <p:childTnLst>
                              <p:par>
                                <p:cTn id="32" presetID="15" presetClass="entr" presetSubtype="0" fill="hold" nodeType="clickEffect">
                                  <p:stCondLst>
                                    <p:cond delay="0"/>
                                  </p:stCondLst>
                                  <p:childTnLst>
                                    <p:set>
                                      <p:cBhvr>
                                        <p:cTn id="33" dur="1" fill="hold">
                                          <p:stCondLst>
                                            <p:cond delay="0"/>
                                          </p:stCondLst>
                                        </p:cTn>
                                        <p:tgtEl>
                                          <p:spTgt spid="27"/>
                                        </p:tgtEl>
                                        <p:attrNameLst>
                                          <p:attrName>style.visibility</p:attrName>
                                        </p:attrNameLst>
                                      </p:cBhvr>
                                      <p:to>
                                        <p:strVal val="visible"/>
                                      </p:to>
                                    </p:set>
                                    <p:anim calcmode="lin" valueType="num">
                                      <p:cBhvr>
                                        <p:cTn id="34" dur="1000" fill="hold"/>
                                        <p:tgtEl>
                                          <p:spTgt spid="27"/>
                                        </p:tgtEl>
                                        <p:attrNameLst>
                                          <p:attrName>ppt_w</p:attrName>
                                        </p:attrNameLst>
                                      </p:cBhvr>
                                      <p:tavLst>
                                        <p:tav tm="0">
                                          <p:val>
                                            <p:fltVal val="0"/>
                                          </p:val>
                                        </p:tav>
                                        <p:tav tm="100000">
                                          <p:val>
                                            <p:strVal val="#ppt_w"/>
                                          </p:val>
                                        </p:tav>
                                      </p:tavLst>
                                    </p:anim>
                                    <p:anim calcmode="lin" valueType="num">
                                      <p:cBhvr>
                                        <p:cTn id="35" dur="1000" fill="hold"/>
                                        <p:tgtEl>
                                          <p:spTgt spid="27"/>
                                        </p:tgtEl>
                                        <p:attrNameLst>
                                          <p:attrName>ppt_h</p:attrName>
                                        </p:attrNameLst>
                                      </p:cBhvr>
                                      <p:tavLst>
                                        <p:tav tm="0">
                                          <p:val>
                                            <p:fltVal val="0"/>
                                          </p:val>
                                        </p:tav>
                                        <p:tav tm="100000">
                                          <p:val>
                                            <p:strVal val="#ppt_h"/>
                                          </p:val>
                                        </p:tav>
                                      </p:tavLst>
                                    </p:anim>
                                    <p:anim calcmode="lin" valueType="num">
                                      <p:cBhvr>
                                        <p:cTn id="36" dur="1000" fill="hold"/>
                                        <p:tgtEl>
                                          <p:spTgt spid="27"/>
                                        </p:tgtEl>
                                        <p:attrNameLst>
                                          <p:attrName>ppt_x</p:attrName>
                                        </p:attrNameLst>
                                      </p:cBhvr>
                                      <p:tavLst>
                                        <p:tav tm="0" fmla="#ppt_x+(cos(-2*pi*(1-$))*-#ppt_x-sin(-2*pi*(1-$))*(1-#ppt_y))*(1-$)">
                                          <p:val>
                                            <p:fltVal val="0"/>
                                          </p:val>
                                        </p:tav>
                                        <p:tav tm="100000">
                                          <p:val>
                                            <p:fltVal val="1"/>
                                          </p:val>
                                        </p:tav>
                                      </p:tavLst>
                                    </p:anim>
                                    <p:anim calcmode="lin" valueType="num">
                                      <p:cBhvr>
                                        <p:cTn id="37" dur="1000" fill="hold"/>
                                        <p:tgtEl>
                                          <p:spTgt spid="27"/>
                                        </p:tgtEl>
                                        <p:attrNameLst>
                                          <p:attrName>ppt_y</p:attrName>
                                        </p:attrNameLst>
                                      </p:cBhvr>
                                      <p:tavLst>
                                        <p:tav tm="0" fmla="#ppt_y+(sin(-2*pi*(1-$))*-#ppt_x+cos(-2*pi*(1-$))*(1-#ppt_y))*(1-$)">
                                          <p:val>
                                            <p:fltVal val="0"/>
                                          </p:val>
                                        </p:tav>
                                        <p:tav tm="100000">
                                          <p:val>
                                            <p:fltVal val="1"/>
                                          </p:val>
                                        </p:tav>
                                      </p:tavLst>
                                    </p:anim>
                                  </p:childTnLst>
                                </p:cTn>
                              </p:par>
                            </p:childTnLst>
                          </p:cTn>
                        </p:par>
                      </p:childTnLst>
                    </p:cTn>
                  </p:par>
                  <p:par>
                    <p:cTn id="38" fill="hold">
                      <p:stCondLst>
                        <p:cond delay="indefinite"/>
                      </p:stCondLst>
                      <p:childTnLst>
                        <p:par>
                          <p:cTn id="39" fill="hold">
                            <p:stCondLst>
                              <p:cond delay="0"/>
                            </p:stCondLst>
                            <p:childTnLst>
                              <p:par>
                                <p:cTn id="40" presetID="22" presetClass="entr" presetSubtype="8" fill="hold" grpId="0" nodeType="clickEffect">
                                  <p:stCondLst>
                                    <p:cond delay="0"/>
                                  </p:stCondLst>
                                  <p:childTnLst>
                                    <p:set>
                                      <p:cBhvr>
                                        <p:cTn id="41" dur="1" fill="hold">
                                          <p:stCondLst>
                                            <p:cond delay="0"/>
                                          </p:stCondLst>
                                        </p:cTn>
                                        <p:tgtEl>
                                          <p:spTgt spid="28"/>
                                        </p:tgtEl>
                                        <p:attrNameLst>
                                          <p:attrName>style.visibility</p:attrName>
                                        </p:attrNameLst>
                                      </p:cBhvr>
                                      <p:to>
                                        <p:strVal val="visible"/>
                                      </p:to>
                                    </p:set>
                                    <p:animEffect transition="in" filter="wipe(left)">
                                      <p:cBhvr>
                                        <p:cTn id="42" dur="1000"/>
                                        <p:tgtEl>
                                          <p:spTgt spid="28"/>
                                        </p:tgtEl>
                                      </p:cBhvr>
                                    </p:animEffect>
                                  </p:childTnLst>
                                </p:cTn>
                              </p:par>
                            </p:childTnLst>
                          </p:cTn>
                        </p:par>
                      </p:childTnLst>
                    </p:cTn>
                  </p:par>
                  <p:par>
                    <p:cTn id="43" fill="hold">
                      <p:stCondLst>
                        <p:cond delay="indefinite"/>
                      </p:stCondLst>
                      <p:childTnLst>
                        <p:par>
                          <p:cTn id="44" fill="hold">
                            <p:stCondLst>
                              <p:cond delay="0"/>
                            </p:stCondLst>
                            <p:childTnLst>
                              <p:par>
                                <p:cTn id="45" presetID="12" presetClass="entr" presetSubtype="8" fill="hold" grpId="0" nodeType="clickEffect">
                                  <p:stCondLst>
                                    <p:cond delay="0"/>
                                  </p:stCondLst>
                                  <p:childTnLst>
                                    <p:set>
                                      <p:cBhvr>
                                        <p:cTn id="46" dur="1" fill="hold">
                                          <p:stCondLst>
                                            <p:cond delay="0"/>
                                          </p:stCondLst>
                                        </p:cTn>
                                        <p:tgtEl>
                                          <p:spTgt spid="130"/>
                                        </p:tgtEl>
                                        <p:attrNameLst>
                                          <p:attrName>style.visibility</p:attrName>
                                        </p:attrNameLst>
                                      </p:cBhvr>
                                      <p:to>
                                        <p:strVal val="visible"/>
                                      </p:to>
                                    </p:set>
                                    <p:anim calcmode="lin" valueType="num">
                                      <p:cBhvr additive="base">
                                        <p:cTn id="47" dur="500"/>
                                        <p:tgtEl>
                                          <p:spTgt spid="130"/>
                                        </p:tgtEl>
                                        <p:attrNameLst>
                                          <p:attrName>ppt_x</p:attrName>
                                        </p:attrNameLst>
                                      </p:cBhvr>
                                      <p:tavLst>
                                        <p:tav tm="0">
                                          <p:val>
                                            <p:strVal val="#ppt_x-#ppt_w*1.125000"/>
                                          </p:val>
                                        </p:tav>
                                        <p:tav tm="100000">
                                          <p:val>
                                            <p:strVal val="#ppt_x"/>
                                          </p:val>
                                        </p:tav>
                                      </p:tavLst>
                                    </p:anim>
                                    <p:animEffect transition="in" filter="wipe(right)">
                                      <p:cBhvr>
                                        <p:cTn id="48" dur="500"/>
                                        <p:tgtEl>
                                          <p:spTgt spid="130"/>
                                        </p:tgtEl>
                                      </p:cBhvr>
                                    </p:animEffect>
                                  </p:childTnLst>
                                </p:cTn>
                              </p:par>
                            </p:childTnLst>
                          </p:cTn>
                        </p:par>
                      </p:childTnLst>
                    </p:cTn>
                  </p:par>
                  <p:par>
                    <p:cTn id="49" fill="hold">
                      <p:stCondLst>
                        <p:cond delay="indefinite"/>
                      </p:stCondLst>
                      <p:childTnLst>
                        <p:par>
                          <p:cTn id="50" fill="hold">
                            <p:stCondLst>
                              <p:cond delay="0"/>
                            </p:stCondLst>
                            <p:childTnLst>
                              <p:par>
                                <p:cTn id="51" presetID="12" presetClass="entr" presetSubtype="8" fill="hold" grpId="0" nodeType="clickEffect">
                                  <p:stCondLst>
                                    <p:cond delay="0"/>
                                  </p:stCondLst>
                                  <p:childTnLst>
                                    <p:set>
                                      <p:cBhvr>
                                        <p:cTn id="52" dur="1" fill="hold">
                                          <p:stCondLst>
                                            <p:cond delay="0"/>
                                          </p:stCondLst>
                                        </p:cTn>
                                        <p:tgtEl>
                                          <p:spTgt spid="131"/>
                                        </p:tgtEl>
                                        <p:attrNameLst>
                                          <p:attrName>style.visibility</p:attrName>
                                        </p:attrNameLst>
                                      </p:cBhvr>
                                      <p:to>
                                        <p:strVal val="visible"/>
                                      </p:to>
                                    </p:set>
                                    <p:anim calcmode="lin" valueType="num">
                                      <p:cBhvr additive="base">
                                        <p:cTn id="53" dur="500"/>
                                        <p:tgtEl>
                                          <p:spTgt spid="131"/>
                                        </p:tgtEl>
                                        <p:attrNameLst>
                                          <p:attrName>ppt_x</p:attrName>
                                        </p:attrNameLst>
                                      </p:cBhvr>
                                      <p:tavLst>
                                        <p:tav tm="0">
                                          <p:val>
                                            <p:strVal val="#ppt_x-#ppt_w*1.125000"/>
                                          </p:val>
                                        </p:tav>
                                        <p:tav tm="100000">
                                          <p:val>
                                            <p:strVal val="#ppt_x"/>
                                          </p:val>
                                        </p:tav>
                                      </p:tavLst>
                                    </p:anim>
                                    <p:animEffect transition="in" filter="wipe(right)">
                                      <p:cBhvr>
                                        <p:cTn id="54" dur="500"/>
                                        <p:tgtEl>
                                          <p:spTgt spid="131"/>
                                        </p:tgtEl>
                                      </p:cBhvr>
                                    </p:animEffect>
                                  </p:childTnLst>
                                </p:cTn>
                              </p:par>
                            </p:childTnLst>
                          </p:cTn>
                        </p:par>
                      </p:childTnLst>
                    </p:cTn>
                  </p:par>
                  <p:par>
                    <p:cTn id="55" fill="hold">
                      <p:stCondLst>
                        <p:cond delay="indefinite"/>
                      </p:stCondLst>
                      <p:childTnLst>
                        <p:par>
                          <p:cTn id="56" fill="hold">
                            <p:stCondLst>
                              <p:cond delay="0"/>
                            </p:stCondLst>
                            <p:childTnLst>
                              <p:par>
                                <p:cTn id="57" presetID="12" presetClass="entr" presetSubtype="2" fill="hold" grpId="0" nodeType="clickEffect">
                                  <p:stCondLst>
                                    <p:cond delay="0"/>
                                  </p:stCondLst>
                                  <p:childTnLst>
                                    <p:set>
                                      <p:cBhvr>
                                        <p:cTn id="58" dur="1" fill="hold">
                                          <p:stCondLst>
                                            <p:cond delay="0"/>
                                          </p:stCondLst>
                                        </p:cTn>
                                        <p:tgtEl>
                                          <p:spTgt spid="132"/>
                                        </p:tgtEl>
                                        <p:attrNameLst>
                                          <p:attrName>style.visibility</p:attrName>
                                        </p:attrNameLst>
                                      </p:cBhvr>
                                      <p:to>
                                        <p:strVal val="visible"/>
                                      </p:to>
                                    </p:set>
                                    <p:anim calcmode="lin" valueType="num">
                                      <p:cBhvr additive="base">
                                        <p:cTn id="59" dur="500"/>
                                        <p:tgtEl>
                                          <p:spTgt spid="132"/>
                                        </p:tgtEl>
                                        <p:attrNameLst>
                                          <p:attrName>ppt_x</p:attrName>
                                        </p:attrNameLst>
                                      </p:cBhvr>
                                      <p:tavLst>
                                        <p:tav tm="0">
                                          <p:val>
                                            <p:strVal val="#ppt_x+#ppt_w*1.125000"/>
                                          </p:val>
                                        </p:tav>
                                        <p:tav tm="100000">
                                          <p:val>
                                            <p:strVal val="#ppt_x"/>
                                          </p:val>
                                        </p:tav>
                                      </p:tavLst>
                                    </p:anim>
                                    <p:animEffect transition="in" filter="wipe(left)">
                                      <p:cBhvr>
                                        <p:cTn id="60" dur="500"/>
                                        <p:tgtEl>
                                          <p:spTgt spid="132"/>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30" grpId="0"/>
      <p:bldP spid="131" grpId="0"/>
      <p:bldP spid="132" grpId="0"/>
      <p:bldP spid="112" grpId="0"/>
      <p:bldP spid="126" grpId="0"/>
      <p:bldP spid="28" grpId="0" animBg="1"/>
    </p:bldLst>
  </p:timing>
</p:sld>
</file>

<file path=ppt/tags/tag1.xml><?xml version="1.0" encoding="utf-8"?>
<p:tagLst xmlns:a="http://schemas.openxmlformats.org/drawingml/2006/main" xmlns:r="http://schemas.openxmlformats.org/officeDocument/2006/relationships" xmlns:p="http://schemas.openxmlformats.org/presentationml/2006/main">
  <p:tag name="ISLIDE.GUIDESSETTING" val="{&quot;Id&quot;:&quot;GuidesStyle_Narrow&quot;,&quot;Name&quot;:&quot;较窄&quot;,&quot;Kind&quot;:&quot;System&quot;,&quot;OldGuidesSetting&quot;:{&quot;HeaderHeight&quot;:10.0,&quot;FooterHeight&quot;:5.0,&quot;SideMargin&quot;:2.5,&quot;TopMargin&quot;:0.0,&quot;BottomMargin&quot;:0.0,&quot;IntervalMargin&quot;:1.0}}"/>
  <p:tag name="COMMONDATA" val="eyJoZGlkIjoiYzE1ZTk0YmFjZjUzZjU2NjkwYjU3ZTI1ZmQyMzJmMTAifQ=="/>
</p:tagLst>
</file>

<file path=ppt/tags/tag2.xml><?xml version="1.0" encoding="utf-8"?>
<p:tagLst xmlns:a="http://schemas.openxmlformats.org/drawingml/2006/main" xmlns:r="http://schemas.openxmlformats.org/officeDocument/2006/relationships" xmlns:p="http://schemas.openxmlformats.org/presentationml/2006/main">
  <p:tag name="ISLIDE.ICON" val="#64751;"/>
</p:tagLst>
</file>

<file path=ppt/tags/tag3.xml><?xml version="1.0" encoding="utf-8"?>
<p:tagLst xmlns:a="http://schemas.openxmlformats.org/drawingml/2006/main" xmlns:r="http://schemas.openxmlformats.org/officeDocument/2006/relationships" xmlns:p="http://schemas.openxmlformats.org/presentationml/2006/main">
  <p:tag name="ISLIDE.ICON" val="#64751;"/>
</p:tagLst>
</file>

<file path=ppt/tags/tag4.xml><?xml version="1.0" encoding="utf-8"?>
<p:tagLst xmlns:a="http://schemas.openxmlformats.org/drawingml/2006/main" xmlns:r="http://schemas.openxmlformats.org/officeDocument/2006/relationships" xmlns:p="http://schemas.openxmlformats.org/presentationml/2006/main">
  <p:tag name="ISLIDE.ICON" val="#64751;#88151;#109496;#372899;"/>
</p:tagLst>
</file>

<file path=ppt/tags/tag5.xml><?xml version="1.0" encoding="utf-8"?>
<p:tagLst xmlns:a="http://schemas.openxmlformats.org/drawingml/2006/main" xmlns:r="http://schemas.openxmlformats.org/officeDocument/2006/relationships" xmlns:p="http://schemas.openxmlformats.org/presentationml/2006/main">
  <p:tag name="ISLIDE.ICON" val="#64751;#88151;#109496;#372899;"/>
</p:tagLst>
</file>

<file path=ppt/tags/tag6.xml><?xml version="1.0" encoding="utf-8"?>
<p:tagLst xmlns:a="http://schemas.openxmlformats.org/drawingml/2006/main" xmlns:r="http://schemas.openxmlformats.org/officeDocument/2006/relationships" xmlns:p="http://schemas.openxmlformats.org/presentationml/2006/main">
  <p:tag name="ISLIDE.ICON" val="#64751;#88151;#109496;#372899;"/>
</p:tagLst>
</file>

<file path=ppt/tags/tag7.xml><?xml version="1.0" encoding="utf-8"?>
<p:tagLst xmlns:a="http://schemas.openxmlformats.org/drawingml/2006/main" xmlns:r="http://schemas.openxmlformats.org/officeDocument/2006/relationships" xmlns:p="http://schemas.openxmlformats.org/presentationml/2006/main">
  <p:tag name="ISLIDE.ICON" val="#64751;#88151;#109496;#372899;"/>
</p:tagLst>
</file>

<file path=ppt/tags/tag8.xml><?xml version="1.0" encoding="utf-8"?>
<p:tagLst xmlns:a="http://schemas.openxmlformats.org/drawingml/2006/main" xmlns:r="http://schemas.openxmlformats.org/officeDocument/2006/relationships" xmlns:p="http://schemas.openxmlformats.org/presentationml/2006/main">
  <p:tag name="ISLIDE.ICON" val="#64751;"/>
</p:tagLst>
</file>

<file path=ppt/tags/tag9.xml><?xml version="1.0" encoding="utf-8"?>
<p:tagLst xmlns:a="http://schemas.openxmlformats.org/drawingml/2006/main" xmlns:r="http://schemas.openxmlformats.org/officeDocument/2006/relationships" xmlns:p="http://schemas.openxmlformats.org/presentationml/2006/main">
  <p:tag name="ISLIDE.ICON" val="#64751;"/>
</p:tagLst>
</file>

<file path=ppt/tags/tag10.xml><?xml version="1.0" encoding="utf-8"?>
<p:tagLst xmlns:a="http://schemas.openxmlformats.org/drawingml/2006/main" xmlns:r="http://schemas.openxmlformats.org/officeDocument/2006/relationships" xmlns:p="http://schemas.openxmlformats.org/presentationml/2006/main">
  <p:tag name="ISLIDE.ICON" val="#64751;"/>
</p:tagLst>
</file>

<file path=ppt/tags/tag11.xml><?xml version="1.0" encoding="utf-8"?>
<p:tagLst xmlns:a="http://schemas.openxmlformats.org/drawingml/2006/main" xmlns:r="http://schemas.openxmlformats.org/officeDocument/2006/relationships" xmlns:p="http://schemas.openxmlformats.org/presentationml/2006/main">
  <p:tag name="ISLIDE.ICON" val="#64751;"/>
</p:tagLst>
</file>

<file path=ppt/tags/tag12.xml><?xml version="1.0" encoding="utf-8"?>
<p:tagLst xmlns:a="http://schemas.openxmlformats.org/drawingml/2006/main" xmlns:r="http://schemas.openxmlformats.org/officeDocument/2006/relationships" xmlns:p="http://schemas.openxmlformats.org/presentationml/2006/main">
  <p:tag name="ISLIDE.ICON" val="#64751;"/>
</p:tagLst>
</file>

<file path=ppt/tags/tag13.xml><?xml version="1.0" encoding="utf-8"?>
<p:tagLst xmlns:a="http://schemas.openxmlformats.org/drawingml/2006/main" xmlns:r="http://schemas.openxmlformats.org/officeDocument/2006/relationships" xmlns:p="http://schemas.openxmlformats.org/presentationml/2006/main">
  <p:tag name="ISLIDE.ICON" val="#64751;"/>
</p:tagLst>
</file>

<file path=ppt/tags/tag14.xml><?xml version="1.0" encoding="utf-8"?>
<p:tagLst xmlns:a="http://schemas.openxmlformats.org/drawingml/2006/main" xmlns:r="http://schemas.openxmlformats.org/officeDocument/2006/relationships" xmlns:p="http://schemas.openxmlformats.org/presentationml/2006/main">
  <p:tag name="ISLIDE.ICON" val="#64751;"/>
</p:tagLst>
</file>

<file path=ppt/tags/tag15.xml><?xml version="1.0" encoding="utf-8"?>
<p:tagLst xmlns:a="http://schemas.openxmlformats.org/drawingml/2006/main" xmlns:r="http://schemas.openxmlformats.org/officeDocument/2006/relationships" xmlns:p="http://schemas.openxmlformats.org/presentationml/2006/main">
  <p:tag name="ISLIDE.ICON" val="#64751;"/>
</p:tagLst>
</file>

<file path=ppt/tags/tag16.xml><?xml version="1.0" encoding="utf-8"?>
<p:tagLst xmlns:a="http://schemas.openxmlformats.org/drawingml/2006/main" xmlns:r="http://schemas.openxmlformats.org/officeDocument/2006/relationships" xmlns:p="http://schemas.openxmlformats.org/presentationml/2006/main">
  <p:tag name="ISLIDE.ICON" val="#64751;"/>
</p:tagLst>
</file>

<file path=ppt/tags/tag17.xml><?xml version="1.0" encoding="utf-8"?>
<p:tagLst xmlns:a="http://schemas.openxmlformats.org/drawingml/2006/main" xmlns:r="http://schemas.openxmlformats.org/officeDocument/2006/relationships" xmlns:p="http://schemas.openxmlformats.org/presentationml/2006/main">
  <p:tag name="ISLIDE.ICON" val="#64751;"/>
</p:tagLst>
</file>

<file path=ppt/tags/tag18.xml><?xml version="1.0" encoding="utf-8"?>
<p:tagLst xmlns:a="http://schemas.openxmlformats.org/drawingml/2006/main" xmlns:r="http://schemas.openxmlformats.org/officeDocument/2006/relationships" xmlns:p="http://schemas.openxmlformats.org/presentationml/2006/main">
  <p:tag name="ISLIDE.ICON" val="#64751;"/>
</p:tagLst>
</file>

<file path=ppt/tags/tag19.xml><?xml version="1.0" encoding="utf-8"?>
<p:tagLst xmlns:a="http://schemas.openxmlformats.org/drawingml/2006/main" xmlns:r="http://schemas.openxmlformats.org/officeDocument/2006/relationships" xmlns:p="http://schemas.openxmlformats.org/presentationml/2006/main">
  <p:tag name="ISLIDE.ICON" val="#64751;"/>
</p:tagLst>
</file>

<file path=ppt/tags/tag20.xml><?xml version="1.0" encoding="utf-8"?>
<p:tagLst xmlns:a="http://schemas.openxmlformats.org/drawingml/2006/main" xmlns:r="http://schemas.openxmlformats.org/officeDocument/2006/relationships" xmlns:p="http://schemas.openxmlformats.org/presentationml/2006/main">
  <p:tag name="ISLIDE.ICON" val="#64751;"/>
</p:tagLst>
</file>

<file path=ppt/tags/tag21.xml><?xml version="1.0" encoding="utf-8"?>
<p:tagLst xmlns:a="http://schemas.openxmlformats.org/drawingml/2006/main" xmlns:r="http://schemas.openxmlformats.org/officeDocument/2006/relationships" xmlns:p="http://schemas.openxmlformats.org/presentationml/2006/main">
  <p:tag name="ISLIDE.ICON" val="#64751;"/>
</p:tagLst>
</file>

<file path=ppt/tags/tag22.xml><?xml version="1.0" encoding="utf-8"?>
<p:tagLst xmlns:a="http://schemas.openxmlformats.org/drawingml/2006/main" xmlns:r="http://schemas.openxmlformats.org/officeDocument/2006/relationships" xmlns:p="http://schemas.openxmlformats.org/presentationml/2006/main">
  <p:tag name="ISLIDE.ICON" val="#64751;"/>
</p:tagLst>
</file>

<file path=ppt/tags/tag23.xml><?xml version="1.0" encoding="utf-8"?>
<p:tagLst xmlns:a="http://schemas.openxmlformats.org/drawingml/2006/main" xmlns:r="http://schemas.openxmlformats.org/officeDocument/2006/relationships" xmlns:p="http://schemas.openxmlformats.org/presentationml/2006/main">
  <p:tag name="ISLIDE.ICON" val="#64751;"/>
</p:tagLst>
</file>

<file path=ppt/tags/tag24.xml><?xml version="1.0" encoding="utf-8"?>
<p:tagLst xmlns:a="http://schemas.openxmlformats.org/drawingml/2006/main" xmlns:r="http://schemas.openxmlformats.org/officeDocument/2006/relationships" xmlns:p="http://schemas.openxmlformats.org/presentationml/2006/main">
  <p:tag name="ISLIDE.ICON" val="#64751;"/>
</p:tagLst>
</file>

<file path=ppt/tags/tag25.xml><?xml version="1.0" encoding="utf-8"?>
<p:tagLst xmlns:a="http://schemas.openxmlformats.org/drawingml/2006/main" xmlns:r="http://schemas.openxmlformats.org/officeDocument/2006/relationships" xmlns:p="http://schemas.openxmlformats.org/presentationml/2006/main">
  <p:tag name="ISLIDE.ICON" val="#64751;"/>
</p:tagLst>
</file>

<file path=ppt/tags/tag26.xml><?xml version="1.0" encoding="utf-8"?>
<p:tagLst xmlns:a="http://schemas.openxmlformats.org/drawingml/2006/main" xmlns:r="http://schemas.openxmlformats.org/officeDocument/2006/relationships" xmlns:p="http://schemas.openxmlformats.org/presentationml/2006/main">
  <p:tag name="ISLIDE.ICON" val="#64751;"/>
</p:tagLst>
</file>

<file path=ppt/tags/tag27.xml><?xml version="1.0" encoding="utf-8"?>
<p:tagLst xmlns:a="http://schemas.openxmlformats.org/drawingml/2006/main" xmlns:r="http://schemas.openxmlformats.org/officeDocument/2006/relationships" xmlns:p="http://schemas.openxmlformats.org/presentationml/2006/main">
  <p:tag name="ISLIDE.ICON" val="#64751;"/>
</p:tagLst>
</file>

<file path=ppt/tags/tag28.xml><?xml version="1.0" encoding="utf-8"?>
<p:tagLst xmlns:a="http://schemas.openxmlformats.org/drawingml/2006/main" xmlns:r="http://schemas.openxmlformats.org/officeDocument/2006/relationships" xmlns:p="http://schemas.openxmlformats.org/presentationml/2006/main">
  <p:tag name="ISLIDE.ICON" val="#64751;"/>
</p:tagLst>
</file>

<file path=ppt/tags/tag29.xml><?xml version="1.0" encoding="utf-8"?>
<p:tagLst xmlns:a="http://schemas.openxmlformats.org/drawingml/2006/main" xmlns:r="http://schemas.openxmlformats.org/officeDocument/2006/relationships" xmlns:p="http://schemas.openxmlformats.org/presentationml/2006/main">
  <p:tag name="ISLIDE.ICON" val="#64751;"/>
</p:tagLst>
</file>

<file path=ppt/tags/tag30.xml><?xml version="1.0" encoding="utf-8"?>
<p:tagLst xmlns:a="http://schemas.openxmlformats.org/drawingml/2006/main" xmlns:r="http://schemas.openxmlformats.org/officeDocument/2006/relationships" xmlns:p="http://schemas.openxmlformats.org/presentationml/2006/main">
  <p:tag name="ISLIDE.ICON" val="#64751;"/>
  <p:tag name="ISLIDE.VECTOR" val="#774935;"/>
</p:tagLst>
</file>

<file path=ppt/tags/tag31.xml><?xml version="1.0" encoding="utf-8"?>
<p:tagLst xmlns:a="http://schemas.openxmlformats.org/drawingml/2006/main" xmlns:r="http://schemas.openxmlformats.org/officeDocument/2006/relationships" xmlns:p="http://schemas.openxmlformats.org/presentationml/2006/main">
  <p:tag name="ISLIDE.ICON" val="#64751;"/>
  <p:tag name="ISLIDE.VECTOR" val="#774935;"/>
</p:tagLst>
</file>

<file path=ppt/tags/tag32.xml><?xml version="1.0" encoding="utf-8"?>
<p:tagLst xmlns:a="http://schemas.openxmlformats.org/drawingml/2006/main" xmlns:r="http://schemas.openxmlformats.org/officeDocument/2006/relationships" xmlns:p="http://schemas.openxmlformats.org/presentationml/2006/main">
  <p:tag name="ISLIDE.ICON" val="#64751;"/>
  <p:tag name="ISLIDE.VECTOR" val="#774935;"/>
</p:tagLst>
</file>

<file path=ppt/tags/tag33.xml><?xml version="1.0" encoding="utf-8"?>
<p:tagLst xmlns:a="http://schemas.openxmlformats.org/drawingml/2006/main" xmlns:r="http://schemas.openxmlformats.org/officeDocument/2006/relationships" xmlns:p="http://schemas.openxmlformats.org/presentationml/2006/main">
  <p:tag name="ISLIDE.ICON" val="#64751;"/>
  <p:tag name="ISLIDE.VECTOR" val="#774935;"/>
</p:tagLst>
</file>

<file path=ppt/tags/tag34.xml><?xml version="1.0" encoding="utf-8"?>
<p:tagLst xmlns:a="http://schemas.openxmlformats.org/drawingml/2006/main" xmlns:r="http://schemas.openxmlformats.org/officeDocument/2006/relationships" xmlns:p="http://schemas.openxmlformats.org/presentationml/2006/main">
  <p:tag name="ISLIDE.ICON" val="#64751;"/>
  <p:tag name="ISLIDE.VECTOR" val="#774935;"/>
</p:tagLst>
</file>

<file path=ppt/tags/tag35.xml><?xml version="1.0" encoding="utf-8"?>
<p:tagLst xmlns:a="http://schemas.openxmlformats.org/drawingml/2006/main" xmlns:r="http://schemas.openxmlformats.org/officeDocument/2006/relationships" xmlns:p="http://schemas.openxmlformats.org/presentationml/2006/main">
  <p:tag name="ISLIDE.ICON" val="#64751;"/>
  <p:tag name="ISLIDE.VECTOR" val="#774935;"/>
</p:tagLst>
</file>

<file path=ppt/tags/tag36.xml><?xml version="1.0" encoding="utf-8"?>
<p:tagLst xmlns:a="http://schemas.openxmlformats.org/drawingml/2006/main" xmlns:r="http://schemas.openxmlformats.org/officeDocument/2006/relationships" xmlns:p="http://schemas.openxmlformats.org/presentationml/2006/main">
  <p:tag name="ISLIDE.ICON" val="#64751;"/>
</p:tagLst>
</file>

<file path=ppt/tags/tag37.xml><?xml version="1.0" encoding="utf-8"?>
<p:tagLst xmlns:a="http://schemas.openxmlformats.org/drawingml/2006/main" xmlns:r="http://schemas.openxmlformats.org/officeDocument/2006/relationships" xmlns:p="http://schemas.openxmlformats.org/presentationml/2006/main">
  <p:tag name="ISLIDE.ICON" val="#64751;"/>
</p:tagLst>
</file>

<file path=ppt/tags/tag38.xml><?xml version="1.0" encoding="utf-8"?>
<p:tagLst xmlns:a="http://schemas.openxmlformats.org/drawingml/2006/main" xmlns:r="http://schemas.openxmlformats.org/officeDocument/2006/relationships" xmlns:p="http://schemas.openxmlformats.org/presentationml/2006/main">
  <p:tag name="ISLIDE.ICON" val="#64751;"/>
</p:tagLst>
</file>

<file path=ppt/tags/tag39.xml><?xml version="1.0" encoding="utf-8"?>
<p:tagLst xmlns:a="http://schemas.openxmlformats.org/drawingml/2006/main" xmlns:r="http://schemas.openxmlformats.org/officeDocument/2006/relationships" xmlns:p="http://schemas.openxmlformats.org/presentationml/2006/main">
  <p:tag name="ISLIDE.ICON" val="#64751;"/>
</p:tagLst>
</file>

<file path=ppt/tags/tag40.xml><?xml version="1.0" encoding="utf-8"?>
<p:tagLst xmlns:a="http://schemas.openxmlformats.org/drawingml/2006/main" xmlns:r="http://schemas.openxmlformats.org/officeDocument/2006/relationships" xmlns:p="http://schemas.openxmlformats.org/presentationml/2006/main">
  <p:tag name="ISLIDE.ICON" val="#64751;#401140;"/>
</p:tagLst>
</file>

<file path=ppt/tags/tag41.xml><?xml version="1.0" encoding="utf-8"?>
<p:tagLst xmlns:a="http://schemas.openxmlformats.org/drawingml/2006/main" xmlns:r="http://schemas.openxmlformats.org/officeDocument/2006/relationships" xmlns:p="http://schemas.openxmlformats.org/presentationml/2006/main">
  <p:tag name="ISLIDE.ICON" val="#64751;#401140;"/>
</p:tagLst>
</file>

<file path=ppt/tags/tag42.xml><?xml version="1.0" encoding="utf-8"?>
<p:tagLst xmlns:a="http://schemas.openxmlformats.org/drawingml/2006/main" xmlns:r="http://schemas.openxmlformats.org/officeDocument/2006/relationships" xmlns:p="http://schemas.openxmlformats.org/presentationml/2006/main">
  <p:tag name="ISLIDE.ICON" val="#64751;#401140;"/>
</p:tagLst>
</file>

<file path=ppt/tags/tag43.xml><?xml version="1.0" encoding="utf-8"?>
<p:tagLst xmlns:a="http://schemas.openxmlformats.org/drawingml/2006/main" xmlns:r="http://schemas.openxmlformats.org/officeDocument/2006/relationships" xmlns:p="http://schemas.openxmlformats.org/presentationml/2006/main">
  <p:tag name="ISLIDE.ICON" val="#64751;#401140;"/>
</p:tagLst>
</file>

<file path=ppt/tags/tag44.xml><?xml version="1.0" encoding="utf-8"?>
<p:tagLst xmlns:a="http://schemas.openxmlformats.org/drawingml/2006/main" xmlns:r="http://schemas.openxmlformats.org/officeDocument/2006/relationships" xmlns:p="http://schemas.openxmlformats.org/presentationml/2006/main">
  <p:tag name="ISLIDE.ICON" val="#64751;#401140;"/>
</p:tagLst>
</file>

<file path=ppt/tags/tag45.xml><?xml version="1.0" encoding="utf-8"?>
<p:tagLst xmlns:a="http://schemas.openxmlformats.org/drawingml/2006/main" xmlns:r="http://schemas.openxmlformats.org/officeDocument/2006/relationships" xmlns:p="http://schemas.openxmlformats.org/presentationml/2006/main">
  <p:tag name="ISLIDE.ICON" val="#64751;#401140;"/>
</p:tagLst>
</file>

<file path=ppt/tags/tag46.xml><?xml version="1.0" encoding="utf-8"?>
<p:tagLst xmlns:a="http://schemas.openxmlformats.org/drawingml/2006/main" xmlns:r="http://schemas.openxmlformats.org/officeDocument/2006/relationships" xmlns:p="http://schemas.openxmlformats.org/presentationml/2006/main">
  <p:tag name="ISLIDE.ICON" val="#64751;#401140;"/>
</p:tagLst>
</file>

<file path=ppt/tags/tag47.xml><?xml version="1.0" encoding="utf-8"?>
<p:tagLst xmlns:a="http://schemas.openxmlformats.org/drawingml/2006/main" xmlns:r="http://schemas.openxmlformats.org/officeDocument/2006/relationships" xmlns:p="http://schemas.openxmlformats.org/presentationml/2006/main">
  <p:tag name="ISLIDE.ICON" val="#64751;#401140;"/>
</p:tagLst>
</file>

<file path=ppt/tags/tag48.xml><?xml version="1.0" encoding="utf-8"?>
<p:tagLst xmlns:a="http://schemas.openxmlformats.org/drawingml/2006/main" xmlns:r="http://schemas.openxmlformats.org/officeDocument/2006/relationships" xmlns:p="http://schemas.openxmlformats.org/presentationml/2006/main">
  <p:tag name="ISLIDE.ICON" val="#64751;#401140;"/>
</p:tagLst>
</file>

<file path=ppt/tags/tag49.xml><?xml version="1.0" encoding="utf-8"?>
<p:tagLst xmlns:a="http://schemas.openxmlformats.org/drawingml/2006/main" xmlns:r="http://schemas.openxmlformats.org/officeDocument/2006/relationships" xmlns:p="http://schemas.openxmlformats.org/presentationml/2006/main">
  <p:tag name="ISLIDE.ICON" val="#64751;#401140;"/>
</p:tagLst>
</file>

<file path=ppt/tags/tag50.xml><?xml version="1.0" encoding="utf-8"?>
<p:tagLst xmlns:a="http://schemas.openxmlformats.org/drawingml/2006/main" xmlns:r="http://schemas.openxmlformats.org/officeDocument/2006/relationships" xmlns:p="http://schemas.openxmlformats.org/presentationml/2006/main">
  <p:tag name="ISLIDE.ICON" val="#64751;#401140;"/>
</p:tagLst>
</file>

<file path=ppt/tags/tag51.xml><?xml version="1.0" encoding="utf-8"?>
<p:tagLst xmlns:a="http://schemas.openxmlformats.org/drawingml/2006/main" xmlns:r="http://schemas.openxmlformats.org/officeDocument/2006/relationships" xmlns:p="http://schemas.openxmlformats.org/presentationml/2006/main">
  <p:tag name="ISLIDE.ICON" val="#64751;#401140;"/>
</p:tagLst>
</file>

<file path=ppt/tags/tag52.xml><?xml version="1.0" encoding="utf-8"?>
<p:tagLst xmlns:a="http://schemas.openxmlformats.org/drawingml/2006/main" xmlns:r="http://schemas.openxmlformats.org/officeDocument/2006/relationships" xmlns:p="http://schemas.openxmlformats.org/presentationml/2006/main">
  <p:tag name="ISLIDE.ICON" val="#64751;#401140;"/>
</p:tagLst>
</file>

<file path=ppt/tags/tag53.xml><?xml version="1.0" encoding="utf-8"?>
<p:tagLst xmlns:a="http://schemas.openxmlformats.org/drawingml/2006/main" xmlns:r="http://schemas.openxmlformats.org/officeDocument/2006/relationships" xmlns:p="http://schemas.openxmlformats.org/presentationml/2006/main">
  <p:tag name="ISLIDE.ICON" val="#64751;#401140;"/>
</p:tagLst>
</file>

<file path=ppt/tags/tag54.xml><?xml version="1.0" encoding="utf-8"?>
<p:tagLst xmlns:a="http://schemas.openxmlformats.org/drawingml/2006/main" xmlns:r="http://schemas.openxmlformats.org/officeDocument/2006/relationships" xmlns:p="http://schemas.openxmlformats.org/presentationml/2006/main">
  <p:tag name="ISLIDE.ICON" val="#64751;#401140;"/>
</p:tagLst>
</file>

<file path=ppt/tags/tag55.xml><?xml version="1.0" encoding="utf-8"?>
<p:tagLst xmlns:a="http://schemas.openxmlformats.org/drawingml/2006/main" xmlns:r="http://schemas.openxmlformats.org/officeDocument/2006/relationships" xmlns:p="http://schemas.openxmlformats.org/presentationml/2006/main">
  <p:tag name="ISLIDE.ICON" val="#64751;#401140;"/>
</p:tagLst>
</file>

<file path=ppt/tags/tag56.xml><?xml version="1.0" encoding="utf-8"?>
<p:tagLst xmlns:a="http://schemas.openxmlformats.org/drawingml/2006/main" xmlns:r="http://schemas.openxmlformats.org/officeDocument/2006/relationships" xmlns:p="http://schemas.openxmlformats.org/presentationml/2006/main">
  <p:tag name="ISLIDE.ICON" val="#64751;#401140;"/>
</p:tagLst>
</file>

<file path=ppt/tags/tag57.xml><?xml version="1.0" encoding="utf-8"?>
<p:tagLst xmlns:a="http://schemas.openxmlformats.org/drawingml/2006/main" xmlns:r="http://schemas.openxmlformats.org/officeDocument/2006/relationships" xmlns:p="http://schemas.openxmlformats.org/presentationml/2006/main">
  <p:tag name="ISLIDE.ICON" val="#64751;#401140;"/>
</p:tagLst>
</file>

<file path=ppt/tags/tag58.xml><?xml version="1.0" encoding="utf-8"?>
<p:tagLst xmlns:a="http://schemas.openxmlformats.org/drawingml/2006/main" xmlns:r="http://schemas.openxmlformats.org/officeDocument/2006/relationships" xmlns:p="http://schemas.openxmlformats.org/presentationml/2006/main">
  <p:tag name="ISLIDE.ICON" val="#64751;#401140;"/>
</p:tagLst>
</file>

<file path=ppt/tags/tag59.xml><?xml version="1.0" encoding="utf-8"?>
<p:tagLst xmlns:a="http://schemas.openxmlformats.org/drawingml/2006/main" xmlns:r="http://schemas.openxmlformats.org/officeDocument/2006/relationships" xmlns:p="http://schemas.openxmlformats.org/presentationml/2006/main">
  <p:tag name="ISLIDE.ICON" val="#64751;"/>
</p:tagLst>
</file>

<file path=ppt/tags/tag60.xml><?xml version="1.0" encoding="utf-8"?>
<p:tagLst xmlns:a="http://schemas.openxmlformats.org/drawingml/2006/main" xmlns:r="http://schemas.openxmlformats.org/officeDocument/2006/relationships" xmlns:p="http://schemas.openxmlformats.org/presentationml/2006/main">
  <p:tag name="ISLIDE.ICON" val="#64751;"/>
</p:tagLst>
</file>

<file path=ppt/tags/tag61.xml><?xml version="1.0" encoding="utf-8"?>
<p:tagLst xmlns:a="http://schemas.openxmlformats.org/drawingml/2006/main" xmlns:r="http://schemas.openxmlformats.org/officeDocument/2006/relationships" xmlns:p="http://schemas.openxmlformats.org/presentationml/2006/main">
  <p:tag name="ISLIDE.ICON" val="#64751;"/>
</p:tagLst>
</file>

<file path=ppt/tags/tag62.xml><?xml version="1.0" encoding="utf-8"?>
<p:tagLst xmlns:a="http://schemas.openxmlformats.org/drawingml/2006/main" xmlns:r="http://schemas.openxmlformats.org/officeDocument/2006/relationships" xmlns:p="http://schemas.openxmlformats.org/presentationml/2006/main">
  <p:tag name="ISLIDE.ICON" val="#64751;"/>
</p:tagLst>
</file>

<file path=ppt/tags/tag63.xml><?xml version="1.0" encoding="utf-8"?>
<p:tagLst xmlns:a="http://schemas.openxmlformats.org/drawingml/2006/main" xmlns:r="http://schemas.openxmlformats.org/officeDocument/2006/relationships" xmlns:p="http://schemas.openxmlformats.org/presentationml/2006/main">
  <p:tag name="ISLIDE.ICON" val="#64751;"/>
</p:tagLst>
</file>

<file path=ppt/tags/tag64.xml><?xml version="1.0" encoding="utf-8"?>
<p:tagLst xmlns:a="http://schemas.openxmlformats.org/drawingml/2006/main" xmlns:r="http://schemas.openxmlformats.org/officeDocument/2006/relationships" xmlns:p="http://schemas.openxmlformats.org/presentationml/2006/main">
  <p:tag name="ISLIDE.ICON" val="#64751;"/>
</p:tagLst>
</file>

<file path=ppt/tags/tag65.xml><?xml version="1.0" encoding="utf-8"?>
<p:tagLst xmlns:a="http://schemas.openxmlformats.org/drawingml/2006/main" xmlns:r="http://schemas.openxmlformats.org/officeDocument/2006/relationships" xmlns:p="http://schemas.openxmlformats.org/presentationml/2006/main">
  <p:tag name="ISLIDE.ICON" val="#64751;"/>
</p:tagLst>
</file>

<file path=ppt/tags/tag66.xml><?xml version="1.0" encoding="utf-8"?>
<p:tagLst xmlns:a="http://schemas.openxmlformats.org/drawingml/2006/main" xmlns:r="http://schemas.openxmlformats.org/officeDocument/2006/relationships" xmlns:p="http://schemas.openxmlformats.org/presentationml/2006/main">
  <p:tag name="ISLIDE.ICON" val="#64751;"/>
</p:tagLst>
</file>

<file path=ppt/tags/tag67.xml><?xml version="1.0" encoding="utf-8"?>
<p:tagLst xmlns:a="http://schemas.openxmlformats.org/drawingml/2006/main" xmlns:r="http://schemas.openxmlformats.org/officeDocument/2006/relationships" xmlns:p="http://schemas.openxmlformats.org/presentationml/2006/main">
  <p:tag name="ISLIDE.ICON" val="#64751;"/>
</p:tagLst>
</file>

<file path=ppt/tags/tag68.xml><?xml version="1.0" encoding="utf-8"?>
<p:tagLst xmlns:a="http://schemas.openxmlformats.org/drawingml/2006/main" xmlns:r="http://schemas.openxmlformats.org/officeDocument/2006/relationships" xmlns:p="http://schemas.openxmlformats.org/presentationml/2006/main">
  <p:tag name="ISLIDE.ICON" val="#64751;"/>
</p:tagLst>
</file>

<file path=ppt/tags/tag69.xml><?xml version="1.0" encoding="utf-8"?>
<p:tagLst xmlns:a="http://schemas.openxmlformats.org/drawingml/2006/main" xmlns:r="http://schemas.openxmlformats.org/officeDocument/2006/relationships" xmlns:p="http://schemas.openxmlformats.org/presentationml/2006/main">
  <p:tag name="ISLIDE.ICON" val="#64751;"/>
</p:tagLst>
</file>

<file path=ppt/tags/tag70.xml><?xml version="1.0" encoding="utf-8"?>
<p:tagLst xmlns:a="http://schemas.openxmlformats.org/drawingml/2006/main" xmlns:r="http://schemas.openxmlformats.org/officeDocument/2006/relationships" xmlns:p="http://schemas.openxmlformats.org/presentationml/2006/main">
  <p:tag name="ISLIDE.ICON" val="#64751;"/>
</p:tagLst>
</file>

<file path=ppt/tags/tag71.xml><?xml version="1.0" encoding="utf-8"?>
<p:tagLst xmlns:a="http://schemas.openxmlformats.org/drawingml/2006/main" xmlns:r="http://schemas.openxmlformats.org/officeDocument/2006/relationships" xmlns:p="http://schemas.openxmlformats.org/presentationml/2006/main">
  <p:tag name="ISLIDE.ICON" val="#64751;"/>
</p:tagLst>
</file>

<file path=ppt/tags/tag72.xml><?xml version="1.0" encoding="utf-8"?>
<p:tagLst xmlns:a="http://schemas.openxmlformats.org/drawingml/2006/main" xmlns:r="http://schemas.openxmlformats.org/officeDocument/2006/relationships" xmlns:p="http://schemas.openxmlformats.org/presentationml/2006/main">
  <p:tag name="ISLIDE.ICON" val="#64751;"/>
</p:tagLst>
</file>

<file path=ppt/tags/tag73.xml><?xml version="1.0" encoding="utf-8"?>
<p:tagLst xmlns:a="http://schemas.openxmlformats.org/drawingml/2006/main" xmlns:r="http://schemas.openxmlformats.org/officeDocument/2006/relationships" xmlns:p="http://schemas.openxmlformats.org/presentationml/2006/main">
  <p:tag name="ISLIDE.ICON" val="#64751;"/>
</p:tagLst>
</file>

<file path=ppt/tags/tag74.xml><?xml version="1.0" encoding="utf-8"?>
<p:tagLst xmlns:a="http://schemas.openxmlformats.org/drawingml/2006/main" xmlns:r="http://schemas.openxmlformats.org/officeDocument/2006/relationships" xmlns:p="http://schemas.openxmlformats.org/presentationml/2006/main">
  <p:tag name="ISLIDE.ICON" val="#64751;"/>
</p:tagLst>
</file>

<file path=ppt/tags/tag75.xml><?xml version="1.0" encoding="utf-8"?>
<p:tagLst xmlns:a="http://schemas.openxmlformats.org/drawingml/2006/main" xmlns:r="http://schemas.openxmlformats.org/officeDocument/2006/relationships" xmlns:p="http://schemas.openxmlformats.org/presentationml/2006/main">
  <p:tag name="ISLIDE.ICON" val="#64751;"/>
</p:tagLst>
</file>

<file path=ppt/tags/tag76.xml><?xml version="1.0" encoding="utf-8"?>
<p:tagLst xmlns:a="http://schemas.openxmlformats.org/drawingml/2006/main" xmlns:r="http://schemas.openxmlformats.org/officeDocument/2006/relationships" xmlns:p="http://schemas.openxmlformats.org/presentationml/2006/main">
  <p:tag name="ISLIDE.ICON" val="#64751;"/>
</p:tagLst>
</file>

<file path=ppt/tags/tag77.xml><?xml version="1.0" encoding="utf-8"?>
<p:tagLst xmlns:a="http://schemas.openxmlformats.org/drawingml/2006/main" xmlns:r="http://schemas.openxmlformats.org/officeDocument/2006/relationships" xmlns:p="http://schemas.openxmlformats.org/presentationml/2006/main">
  <p:tag name="ISLIDE.ICON" val="#64751;"/>
</p:tagLst>
</file>

<file path=ppt/tags/tag78.xml><?xml version="1.0" encoding="utf-8"?>
<p:tagLst xmlns:a="http://schemas.openxmlformats.org/drawingml/2006/main" xmlns:r="http://schemas.openxmlformats.org/officeDocument/2006/relationships" xmlns:p="http://schemas.openxmlformats.org/presentationml/2006/main">
  <p:tag name="ISLIDE.ICON" val="#64751;"/>
</p:tagLst>
</file>

<file path=ppt/tags/tag79.xml><?xml version="1.0" encoding="utf-8"?>
<p:tagLst xmlns:a="http://schemas.openxmlformats.org/drawingml/2006/main" xmlns:r="http://schemas.openxmlformats.org/officeDocument/2006/relationships" xmlns:p="http://schemas.openxmlformats.org/presentationml/2006/main">
  <p:tag name="ISLIDE.ICON" val="#64751;"/>
</p:tagLst>
</file>

<file path=ppt/tags/tag80.xml><?xml version="1.0" encoding="utf-8"?>
<p:tagLst xmlns:a="http://schemas.openxmlformats.org/drawingml/2006/main" xmlns:r="http://schemas.openxmlformats.org/officeDocument/2006/relationships" xmlns:p="http://schemas.openxmlformats.org/presentationml/2006/main">
  <p:tag name="ISLIDE.ICON" val="#64751;"/>
</p:tagLst>
</file>

<file path=ppt/tags/tag81.xml><?xml version="1.0" encoding="utf-8"?>
<p:tagLst xmlns:a="http://schemas.openxmlformats.org/drawingml/2006/main" xmlns:r="http://schemas.openxmlformats.org/officeDocument/2006/relationships" xmlns:p="http://schemas.openxmlformats.org/presentationml/2006/main">
  <p:tag name="ISLIDE.ICON" val="#64751;"/>
</p:tagLst>
</file>

<file path=ppt/tags/tag82.xml><?xml version="1.0" encoding="utf-8"?>
<p:tagLst xmlns:a="http://schemas.openxmlformats.org/drawingml/2006/main" xmlns:r="http://schemas.openxmlformats.org/officeDocument/2006/relationships" xmlns:p="http://schemas.openxmlformats.org/presentationml/2006/main">
  <p:tag name="ISLIDE.ICON" val="#64751;"/>
</p:tagLst>
</file>

<file path=ppt/tags/tag83.xml><?xml version="1.0" encoding="utf-8"?>
<p:tagLst xmlns:a="http://schemas.openxmlformats.org/drawingml/2006/main" xmlns:r="http://schemas.openxmlformats.org/officeDocument/2006/relationships" xmlns:p="http://schemas.openxmlformats.org/presentationml/2006/main">
  <p:tag name="ISLIDE.ICON" val="#64751;"/>
</p:tagLst>
</file>

<file path=ppt/tags/tag84.xml><?xml version="1.0" encoding="utf-8"?>
<p:tagLst xmlns:a="http://schemas.openxmlformats.org/drawingml/2006/main" xmlns:r="http://schemas.openxmlformats.org/officeDocument/2006/relationships" xmlns:p="http://schemas.openxmlformats.org/presentationml/2006/main">
  <p:tag name="ISLIDE.ICON" val="#64751;"/>
</p:tagLst>
</file>

<file path=ppt/tags/tag85.xml><?xml version="1.0" encoding="utf-8"?>
<p:tagLst xmlns:a="http://schemas.openxmlformats.org/drawingml/2006/main" xmlns:r="http://schemas.openxmlformats.org/officeDocument/2006/relationships" xmlns:p="http://schemas.openxmlformats.org/presentationml/2006/main">
  <p:tag name="ISLIDE.ICON" val="#64751;"/>
</p:tagLst>
</file>

<file path=ppt/tags/tag86.xml><?xml version="1.0" encoding="utf-8"?>
<p:tagLst xmlns:a="http://schemas.openxmlformats.org/drawingml/2006/main" xmlns:r="http://schemas.openxmlformats.org/officeDocument/2006/relationships" xmlns:p="http://schemas.openxmlformats.org/presentationml/2006/main">
  <p:tag name="ISLIDE.ICON" val="#64751;"/>
</p:tagLst>
</file>

<file path=ppt/tags/tag87.xml><?xml version="1.0" encoding="utf-8"?>
<p:tagLst xmlns:a="http://schemas.openxmlformats.org/drawingml/2006/main" xmlns:r="http://schemas.openxmlformats.org/officeDocument/2006/relationships" xmlns:p="http://schemas.openxmlformats.org/presentationml/2006/main">
  <p:tag name="ISLIDE.ICON" val="#64751;"/>
</p:tagLst>
</file>

<file path=ppt/tags/tag88.xml><?xml version="1.0" encoding="utf-8"?>
<p:tagLst xmlns:a="http://schemas.openxmlformats.org/drawingml/2006/main" xmlns:r="http://schemas.openxmlformats.org/officeDocument/2006/relationships" xmlns:p="http://schemas.openxmlformats.org/presentationml/2006/main">
  <p:tag name="ISLIDE.ICON" val="#64751;"/>
</p:tagLst>
</file>

<file path=ppt/tags/tag89.xml><?xml version="1.0" encoding="utf-8"?>
<p:tagLst xmlns:a="http://schemas.openxmlformats.org/drawingml/2006/main" xmlns:r="http://schemas.openxmlformats.org/officeDocument/2006/relationships" xmlns:p="http://schemas.openxmlformats.org/presentationml/2006/main">
  <p:tag name="ISLIDE.ICON" val="#64751;"/>
</p:tagLst>
</file>

<file path=ppt/tags/tag90.xml><?xml version="1.0" encoding="utf-8"?>
<p:tagLst xmlns:a="http://schemas.openxmlformats.org/drawingml/2006/main" xmlns:r="http://schemas.openxmlformats.org/officeDocument/2006/relationships" xmlns:p="http://schemas.openxmlformats.org/presentationml/2006/main">
  <p:tag name="ISLIDE.ICON" val="#64751;"/>
</p:tagLst>
</file>

<file path=ppt/tags/tag91.xml><?xml version="1.0" encoding="utf-8"?>
<p:tagLst xmlns:a="http://schemas.openxmlformats.org/drawingml/2006/main" xmlns:r="http://schemas.openxmlformats.org/officeDocument/2006/relationships" xmlns:p="http://schemas.openxmlformats.org/presentationml/2006/main">
  <p:tag name="ISLIDE.ICON" val="#64751;"/>
</p:tagLst>
</file>

<file path=ppt/tags/tag92.xml><?xml version="1.0" encoding="utf-8"?>
<p:tagLst xmlns:a="http://schemas.openxmlformats.org/drawingml/2006/main" xmlns:r="http://schemas.openxmlformats.org/officeDocument/2006/relationships" xmlns:p="http://schemas.openxmlformats.org/presentationml/2006/main">
  <p:tag name="ISLIDE.ICON" val="#64751;"/>
</p:tagLst>
</file>

<file path=ppt/tags/tag93.xml><?xml version="1.0" encoding="utf-8"?>
<p:tagLst xmlns:a="http://schemas.openxmlformats.org/drawingml/2006/main" xmlns:r="http://schemas.openxmlformats.org/officeDocument/2006/relationships" xmlns:p="http://schemas.openxmlformats.org/presentationml/2006/main">
  <p:tag name="ISLIDE.ICON" val="#64751;"/>
</p:tagLst>
</file>

<file path=ppt/tags/tag94.xml><?xml version="1.0" encoding="utf-8"?>
<p:tagLst xmlns:a="http://schemas.openxmlformats.org/drawingml/2006/main" xmlns:r="http://schemas.openxmlformats.org/officeDocument/2006/relationships" xmlns:p="http://schemas.openxmlformats.org/presentationml/2006/main">
  <p:tag name="ISLIDE.ICON" val="#64751;"/>
</p:tagLst>
</file>

<file path=ppt/tags/tag95.xml><?xml version="1.0" encoding="utf-8"?>
<p:tagLst xmlns:a="http://schemas.openxmlformats.org/drawingml/2006/main" xmlns:r="http://schemas.openxmlformats.org/officeDocument/2006/relationships" xmlns:p="http://schemas.openxmlformats.org/presentationml/2006/main">
  <p:tag name="ISLIDE.ICON" val="#64751;"/>
</p:tagLst>
</file>

<file path=ppt/tags/tag96.xml><?xml version="1.0" encoding="utf-8"?>
<p:tagLst xmlns:a="http://schemas.openxmlformats.org/drawingml/2006/main" xmlns:r="http://schemas.openxmlformats.org/officeDocument/2006/relationships" xmlns:p="http://schemas.openxmlformats.org/presentationml/2006/main">
  <p:tag name="ISLIDE.ICON" val="#64751;"/>
</p:tagLst>
</file>

<file path=ppt/tags/tag97.xml><?xml version="1.0" encoding="utf-8"?>
<p:tagLst xmlns:a="http://schemas.openxmlformats.org/drawingml/2006/main" xmlns:r="http://schemas.openxmlformats.org/officeDocument/2006/relationships" xmlns:p="http://schemas.openxmlformats.org/presentationml/2006/main">
  <p:tag name="ISLIDE.ICON" val="#64751;"/>
</p:tagLst>
</file>

<file path=ppt/tags/tag98.xml><?xml version="1.0" encoding="utf-8"?>
<p:tagLst xmlns:a="http://schemas.openxmlformats.org/drawingml/2006/main" xmlns:r="http://schemas.openxmlformats.org/officeDocument/2006/relationships" xmlns:p="http://schemas.openxmlformats.org/presentationml/2006/main">
  <p:tag name="ISLIDE.ICON" val="#64751;"/>
</p:tagLst>
</file>

<file path=ppt/tags/tag99.xml><?xml version="1.0" encoding="utf-8"?>
<p:tagLst xmlns:a="http://schemas.openxmlformats.org/drawingml/2006/main" xmlns:r="http://schemas.openxmlformats.org/officeDocument/2006/relationships" xmlns:p="http://schemas.openxmlformats.org/presentationml/2006/main">
  <p:tag name="ISLIDE.ICON" val="#64751;#102552;#63096;"/>
</p:tagLst>
</file>

<file path=ppt/tags/tag100.xml><?xml version="1.0" encoding="utf-8"?>
<p:tagLst xmlns:a="http://schemas.openxmlformats.org/drawingml/2006/main" xmlns:r="http://schemas.openxmlformats.org/officeDocument/2006/relationships" xmlns:p="http://schemas.openxmlformats.org/presentationml/2006/main">
  <p:tag name="ISLIDE.ICON" val="#64751;#102552;#63096;"/>
</p:tagLst>
</file>

<file path=ppt/tags/tag101.xml><?xml version="1.0" encoding="utf-8"?>
<p:tagLst xmlns:a="http://schemas.openxmlformats.org/drawingml/2006/main" xmlns:r="http://schemas.openxmlformats.org/officeDocument/2006/relationships" xmlns:p="http://schemas.openxmlformats.org/presentationml/2006/main">
  <p:tag name="ISLIDE.ICON" val="#64751;#102552;#63096;"/>
</p:tagLst>
</file>

<file path=ppt/tags/tag102.xml><?xml version="1.0" encoding="utf-8"?>
<p:tagLst xmlns:a="http://schemas.openxmlformats.org/drawingml/2006/main" xmlns:r="http://schemas.openxmlformats.org/officeDocument/2006/relationships" xmlns:p="http://schemas.openxmlformats.org/presentationml/2006/main">
  <p:tag name="ISLIDE.ICON" val="#64751;#102552;#63096;"/>
</p:tagLst>
</file>

<file path=ppt/tags/tag103.xml><?xml version="1.0" encoding="utf-8"?>
<p:tagLst xmlns:a="http://schemas.openxmlformats.org/drawingml/2006/main" xmlns:r="http://schemas.openxmlformats.org/officeDocument/2006/relationships" xmlns:p="http://schemas.openxmlformats.org/presentationml/2006/main">
  <p:tag name="ISLIDE.ICON" val="#64751;#102552;#63096;"/>
</p:tagLst>
</file>

<file path=ppt/tags/tag104.xml><?xml version="1.0" encoding="utf-8"?>
<p:tagLst xmlns:a="http://schemas.openxmlformats.org/drawingml/2006/main" xmlns:r="http://schemas.openxmlformats.org/officeDocument/2006/relationships" xmlns:p="http://schemas.openxmlformats.org/presentationml/2006/main">
  <p:tag name="ISLIDE.ICON" val="#64751;#102552;#63096;"/>
</p:tagLst>
</file>

<file path=ppt/tags/tag105.xml><?xml version="1.0" encoding="utf-8"?>
<p:tagLst xmlns:a="http://schemas.openxmlformats.org/drawingml/2006/main" xmlns:r="http://schemas.openxmlformats.org/officeDocument/2006/relationships" xmlns:p="http://schemas.openxmlformats.org/presentationml/2006/main">
  <p:tag name="ISLIDE.ICON" val="#64751;#102552;#63096;"/>
</p:tagLst>
</file>

<file path=ppt/tags/tag106.xml><?xml version="1.0" encoding="utf-8"?>
<p:tagLst xmlns:a="http://schemas.openxmlformats.org/drawingml/2006/main" xmlns:r="http://schemas.openxmlformats.org/officeDocument/2006/relationships" xmlns:p="http://schemas.openxmlformats.org/presentationml/2006/main">
  <p:tag name="ISLIDE.ICON" val="#64751;#102552;#63096;"/>
</p:tagLst>
</file>

<file path=ppt/tags/tag107.xml><?xml version="1.0" encoding="utf-8"?>
<p:tagLst xmlns:a="http://schemas.openxmlformats.org/drawingml/2006/main" xmlns:r="http://schemas.openxmlformats.org/officeDocument/2006/relationships" xmlns:p="http://schemas.openxmlformats.org/presentationml/2006/main">
  <p:tag name="ISLIDE.ICON" val="#64751;#102552;#63096;"/>
</p:tagLst>
</file>

<file path=ppt/tags/tag108.xml><?xml version="1.0" encoding="utf-8"?>
<p:tagLst xmlns:a="http://schemas.openxmlformats.org/drawingml/2006/main" xmlns:r="http://schemas.openxmlformats.org/officeDocument/2006/relationships" xmlns:p="http://schemas.openxmlformats.org/presentationml/2006/main">
  <p:tag name="ISLIDE.ICON" val="#64751;#102552;#63096;"/>
</p:tagLst>
</file>

<file path=ppt/tags/tag109.xml><?xml version="1.0" encoding="utf-8"?>
<p:tagLst xmlns:a="http://schemas.openxmlformats.org/drawingml/2006/main" xmlns:r="http://schemas.openxmlformats.org/officeDocument/2006/relationships" xmlns:p="http://schemas.openxmlformats.org/presentationml/2006/main">
  <p:tag name="ISLIDE.ICON" val="#64751;"/>
</p:tagLst>
</file>

<file path=ppt/tags/tag110.xml><?xml version="1.0" encoding="utf-8"?>
<p:tagLst xmlns:a="http://schemas.openxmlformats.org/drawingml/2006/main" xmlns:r="http://schemas.openxmlformats.org/officeDocument/2006/relationships" xmlns:p="http://schemas.openxmlformats.org/presentationml/2006/main">
  <p:tag name="ISLIDE.ICON" val="#64751;"/>
</p:tagLst>
</file>

<file path=ppt/tags/tag111.xml><?xml version="1.0" encoding="utf-8"?>
<p:tagLst xmlns:a="http://schemas.openxmlformats.org/drawingml/2006/main" xmlns:r="http://schemas.openxmlformats.org/officeDocument/2006/relationships" xmlns:p="http://schemas.openxmlformats.org/presentationml/2006/main">
  <p:tag name="ISLIDE.ICON" val="#64751;"/>
</p:tagLst>
</file>

<file path=ppt/tags/tag112.xml><?xml version="1.0" encoding="utf-8"?>
<p:tagLst xmlns:a="http://schemas.openxmlformats.org/drawingml/2006/main" xmlns:r="http://schemas.openxmlformats.org/officeDocument/2006/relationships" xmlns:p="http://schemas.openxmlformats.org/presentationml/2006/main">
  <p:tag name="ISLIDE.ICON" val="#64751;"/>
</p:tagLst>
</file>

<file path=ppt/tags/tag113.xml><?xml version="1.0" encoding="utf-8"?>
<p:tagLst xmlns:a="http://schemas.openxmlformats.org/drawingml/2006/main" xmlns:r="http://schemas.openxmlformats.org/officeDocument/2006/relationships" xmlns:p="http://schemas.openxmlformats.org/presentationml/2006/main">
  <p:tag name="ISLIDE.ICON" val="#64751;"/>
</p:tagLst>
</file>

<file path=ppt/tags/tag114.xml><?xml version="1.0" encoding="utf-8"?>
<p:tagLst xmlns:a="http://schemas.openxmlformats.org/drawingml/2006/main" xmlns:r="http://schemas.openxmlformats.org/officeDocument/2006/relationships" xmlns:p="http://schemas.openxmlformats.org/presentationml/2006/main">
  <p:tag name="ISLIDE.ICON" val="#64751;#37429;#164286;"/>
</p:tagLst>
</file>

<file path=ppt/tags/tag115.xml><?xml version="1.0" encoding="utf-8"?>
<p:tagLst xmlns:a="http://schemas.openxmlformats.org/drawingml/2006/main" xmlns:r="http://schemas.openxmlformats.org/officeDocument/2006/relationships" xmlns:p="http://schemas.openxmlformats.org/presentationml/2006/main">
  <p:tag name="ISLIDE.ICON" val="#64751;#37429;#164286;"/>
</p:tagLst>
</file>

<file path=ppt/tags/tag116.xml><?xml version="1.0" encoding="utf-8"?>
<p:tagLst xmlns:a="http://schemas.openxmlformats.org/drawingml/2006/main" xmlns:r="http://schemas.openxmlformats.org/officeDocument/2006/relationships" xmlns:p="http://schemas.openxmlformats.org/presentationml/2006/main">
  <p:tag name="ISLIDE.ICON" val="#64751;#37429;#164286;"/>
</p:tagLst>
</file>

<file path=ppt/tags/tag117.xml><?xml version="1.0" encoding="utf-8"?>
<p:tagLst xmlns:a="http://schemas.openxmlformats.org/drawingml/2006/main" xmlns:r="http://schemas.openxmlformats.org/officeDocument/2006/relationships" xmlns:p="http://schemas.openxmlformats.org/presentationml/2006/main">
  <p:tag name="ISLIDE.ICON" val="#64751;#37429;#164286;"/>
</p:tagLst>
</file>

<file path=ppt/tags/tag118.xml><?xml version="1.0" encoding="utf-8"?>
<p:tagLst xmlns:a="http://schemas.openxmlformats.org/drawingml/2006/main" xmlns:r="http://schemas.openxmlformats.org/officeDocument/2006/relationships" xmlns:p="http://schemas.openxmlformats.org/presentationml/2006/main">
  <p:tag name="ISLIDE.ICON" val="#64751;#37429;#164286;"/>
</p:tagLst>
</file>

<file path=ppt/tags/tag119.xml><?xml version="1.0" encoding="utf-8"?>
<p:tagLst xmlns:a="http://schemas.openxmlformats.org/drawingml/2006/main" xmlns:r="http://schemas.openxmlformats.org/officeDocument/2006/relationships" xmlns:p="http://schemas.openxmlformats.org/presentationml/2006/main">
  <p:tag name="ISLIDE.ICON" val="#64751;#37429;#164286;"/>
</p:tagLst>
</file>

<file path=ppt/tags/tag120.xml><?xml version="1.0" encoding="utf-8"?>
<p:tagLst xmlns:a="http://schemas.openxmlformats.org/drawingml/2006/main" xmlns:r="http://schemas.openxmlformats.org/officeDocument/2006/relationships" xmlns:p="http://schemas.openxmlformats.org/presentationml/2006/main">
  <p:tag name="ISLIDE.ICON" val="#64751;#37429;#164286;"/>
</p:tagLst>
</file>

<file path=ppt/tags/tag121.xml><?xml version="1.0" encoding="utf-8"?>
<p:tagLst xmlns:a="http://schemas.openxmlformats.org/drawingml/2006/main" xmlns:r="http://schemas.openxmlformats.org/officeDocument/2006/relationships" xmlns:p="http://schemas.openxmlformats.org/presentationml/2006/main">
  <p:tag name="ISLIDE.ICON" val="#64751;#37429;#164286;"/>
</p:tagLst>
</file>

<file path=ppt/tags/tag122.xml><?xml version="1.0" encoding="utf-8"?>
<p:tagLst xmlns:a="http://schemas.openxmlformats.org/drawingml/2006/main" xmlns:r="http://schemas.openxmlformats.org/officeDocument/2006/relationships" xmlns:p="http://schemas.openxmlformats.org/presentationml/2006/main">
  <p:tag name="ISLIDE.ICON" val="#64751;#37429;#164286;"/>
</p:tagLst>
</file>

<file path=ppt/tags/tag123.xml><?xml version="1.0" encoding="utf-8"?>
<p:tagLst xmlns:a="http://schemas.openxmlformats.org/drawingml/2006/main" xmlns:r="http://schemas.openxmlformats.org/officeDocument/2006/relationships" xmlns:p="http://schemas.openxmlformats.org/presentationml/2006/main">
  <p:tag name="ISLIDE.ICON" val="#64751;"/>
</p:tagLst>
</file>

<file path=ppt/tags/tag124.xml><?xml version="1.0" encoding="utf-8"?>
<p:tagLst xmlns:a="http://schemas.openxmlformats.org/drawingml/2006/main" xmlns:r="http://schemas.openxmlformats.org/officeDocument/2006/relationships" xmlns:p="http://schemas.openxmlformats.org/presentationml/2006/main">
  <p:tag name="ISLIDE.ICON" val="#64751;"/>
</p:tagLst>
</file>

<file path=ppt/tags/tag125.xml><?xml version="1.0" encoding="utf-8"?>
<p:tagLst xmlns:a="http://schemas.openxmlformats.org/drawingml/2006/main" xmlns:r="http://schemas.openxmlformats.org/officeDocument/2006/relationships" xmlns:p="http://schemas.openxmlformats.org/presentationml/2006/main">
  <p:tag name="ISLIDE.ICON" val="#64751;"/>
</p:tagLst>
</file>

<file path=ppt/tags/tag126.xml><?xml version="1.0" encoding="utf-8"?>
<p:tagLst xmlns:a="http://schemas.openxmlformats.org/drawingml/2006/main" xmlns:r="http://schemas.openxmlformats.org/officeDocument/2006/relationships" xmlns:p="http://schemas.openxmlformats.org/presentationml/2006/main">
  <p:tag name="ISLIDE.ICON" val="#64751;"/>
</p:tagLst>
</file>

<file path=ppt/tags/tag127.xml><?xml version="1.0" encoding="utf-8"?>
<p:tagLst xmlns:a="http://schemas.openxmlformats.org/drawingml/2006/main" xmlns:r="http://schemas.openxmlformats.org/officeDocument/2006/relationships" xmlns:p="http://schemas.openxmlformats.org/presentationml/2006/main">
  <p:tag name="ISLIDE.ICON" val="#64751;"/>
</p:tagLst>
</file>

<file path=ppt/tags/tag128.xml><?xml version="1.0" encoding="utf-8"?>
<p:tagLst xmlns:a="http://schemas.openxmlformats.org/drawingml/2006/main" xmlns:r="http://schemas.openxmlformats.org/officeDocument/2006/relationships" xmlns:p="http://schemas.openxmlformats.org/presentationml/2006/main">
  <p:tag name="ISLIDE.ICON" val="#64751;"/>
</p:tagLst>
</file>

<file path=ppt/tags/tag129.xml><?xml version="1.0" encoding="utf-8"?>
<p:tagLst xmlns:a="http://schemas.openxmlformats.org/drawingml/2006/main" xmlns:r="http://schemas.openxmlformats.org/officeDocument/2006/relationships" xmlns:p="http://schemas.openxmlformats.org/presentationml/2006/main">
  <p:tag name="ISLIDE.ICON" val="#64751;"/>
</p:tagLst>
</file>

<file path=ppt/tags/tag130.xml><?xml version="1.0" encoding="utf-8"?>
<p:tagLst xmlns:a="http://schemas.openxmlformats.org/drawingml/2006/main" xmlns:r="http://schemas.openxmlformats.org/officeDocument/2006/relationships" xmlns:p="http://schemas.openxmlformats.org/presentationml/2006/main">
  <p:tag name="ISLIDE.ICON" val="#64751;"/>
</p:tagLst>
</file>

<file path=ppt/tags/tag131.xml><?xml version="1.0" encoding="utf-8"?>
<p:tagLst xmlns:a="http://schemas.openxmlformats.org/drawingml/2006/main" xmlns:r="http://schemas.openxmlformats.org/officeDocument/2006/relationships" xmlns:p="http://schemas.openxmlformats.org/presentationml/2006/main">
  <p:tag name="ISLIDE.ICON" val="#64751;"/>
</p:tagLst>
</file>

<file path=ppt/tags/tag132.xml><?xml version="1.0" encoding="utf-8"?>
<p:tagLst xmlns:a="http://schemas.openxmlformats.org/drawingml/2006/main" xmlns:r="http://schemas.openxmlformats.org/officeDocument/2006/relationships" xmlns:p="http://schemas.openxmlformats.org/presentationml/2006/main">
  <p:tag name="ISLIDE.ICON" val="#64751;"/>
</p:tagLst>
</file>

<file path=ppt/tags/tag133.xml><?xml version="1.0" encoding="utf-8"?>
<p:tagLst xmlns:a="http://schemas.openxmlformats.org/drawingml/2006/main" xmlns:r="http://schemas.openxmlformats.org/officeDocument/2006/relationships" xmlns:p="http://schemas.openxmlformats.org/presentationml/2006/main">
  <p:tag name="ISLIDE.ICON" val="#64751;"/>
</p:tagLst>
</file>

<file path=ppt/tags/tag134.xml><?xml version="1.0" encoding="utf-8"?>
<p:tagLst xmlns:a="http://schemas.openxmlformats.org/drawingml/2006/main" xmlns:r="http://schemas.openxmlformats.org/officeDocument/2006/relationships" xmlns:p="http://schemas.openxmlformats.org/presentationml/2006/main">
  <p:tag name="ISLIDE.ICON" val="#64751;"/>
</p:tagLst>
</file>

<file path=ppt/tags/tag135.xml><?xml version="1.0" encoding="utf-8"?>
<p:tagLst xmlns:a="http://schemas.openxmlformats.org/drawingml/2006/main" xmlns:r="http://schemas.openxmlformats.org/officeDocument/2006/relationships" xmlns:p="http://schemas.openxmlformats.org/presentationml/2006/main">
  <p:tag name="ISLIDE.ICON" val="#64751;"/>
</p:tagLst>
</file>

<file path=ppt/tags/tag136.xml><?xml version="1.0" encoding="utf-8"?>
<p:tagLst xmlns:a="http://schemas.openxmlformats.org/drawingml/2006/main" xmlns:r="http://schemas.openxmlformats.org/officeDocument/2006/relationships" xmlns:p="http://schemas.openxmlformats.org/presentationml/2006/main">
  <p:tag name="ISLIDE.ICON" val="#64751;"/>
</p:tagLst>
</file>

<file path=ppt/tags/tag137.xml><?xml version="1.0" encoding="utf-8"?>
<p:tagLst xmlns:a="http://schemas.openxmlformats.org/drawingml/2006/main" xmlns:r="http://schemas.openxmlformats.org/officeDocument/2006/relationships" xmlns:p="http://schemas.openxmlformats.org/presentationml/2006/main">
  <p:tag name="ISLIDE.ICON" val="#64751;"/>
</p:tagLst>
</file>

<file path=ppt/tags/tag138.xml><?xml version="1.0" encoding="utf-8"?>
<p:tagLst xmlns:a="http://schemas.openxmlformats.org/drawingml/2006/main" xmlns:r="http://schemas.openxmlformats.org/officeDocument/2006/relationships" xmlns:p="http://schemas.openxmlformats.org/presentationml/2006/main">
  <p:tag name="ISLIDE.ICON" val="#64751;"/>
</p:tagLst>
</file>

<file path=ppt/tags/tag139.xml><?xml version="1.0" encoding="utf-8"?>
<p:tagLst xmlns:a="http://schemas.openxmlformats.org/drawingml/2006/main" xmlns:r="http://schemas.openxmlformats.org/officeDocument/2006/relationships" xmlns:p="http://schemas.openxmlformats.org/presentationml/2006/main">
  <p:tag name="ISLIDE.ICON" val="#64751;"/>
</p:tagLst>
</file>

<file path=ppt/tags/tag140.xml><?xml version="1.0" encoding="utf-8"?>
<p:tagLst xmlns:a="http://schemas.openxmlformats.org/drawingml/2006/main" xmlns:r="http://schemas.openxmlformats.org/officeDocument/2006/relationships" xmlns:p="http://schemas.openxmlformats.org/presentationml/2006/main">
  <p:tag name="ISLIDE.ICON" val="#64751;"/>
</p:tagLst>
</file>

<file path=ppt/tags/tag141.xml><?xml version="1.0" encoding="utf-8"?>
<p:tagLst xmlns:a="http://schemas.openxmlformats.org/drawingml/2006/main" xmlns:r="http://schemas.openxmlformats.org/officeDocument/2006/relationships" xmlns:p="http://schemas.openxmlformats.org/presentationml/2006/main">
  <p:tag name="ISLIDE.ICON" val="#64751;"/>
</p:tagLst>
</file>

<file path=ppt/tags/tag142.xml><?xml version="1.0" encoding="utf-8"?>
<p:tagLst xmlns:a="http://schemas.openxmlformats.org/drawingml/2006/main" xmlns:r="http://schemas.openxmlformats.org/officeDocument/2006/relationships" xmlns:p="http://schemas.openxmlformats.org/presentationml/2006/main">
  <p:tag name="ISLIDE.ICON" val="#64751;"/>
</p:tagLst>
</file>

<file path=ppt/tags/tag143.xml><?xml version="1.0" encoding="utf-8"?>
<p:tagLst xmlns:a="http://schemas.openxmlformats.org/drawingml/2006/main" xmlns:r="http://schemas.openxmlformats.org/officeDocument/2006/relationships" xmlns:p="http://schemas.openxmlformats.org/presentationml/2006/main">
  <p:tag name="ISLIDE.ICON" val="#64751;"/>
</p:tagLst>
</file>

<file path=ppt/tags/tag144.xml><?xml version="1.0" encoding="utf-8"?>
<p:tagLst xmlns:a="http://schemas.openxmlformats.org/drawingml/2006/main" xmlns:r="http://schemas.openxmlformats.org/officeDocument/2006/relationships" xmlns:p="http://schemas.openxmlformats.org/presentationml/2006/main">
  <p:tag name="ISLIDE.ICON" val="#64751;"/>
</p:tagLst>
</file>

<file path=ppt/tags/tag145.xml><?xml version="1.0" encoding="utf-8"?>
<p:tagLst xmlns:a="http://schemas.openxmlformats.org/drawingml/2006/main" xmlns:r="http://schemas.openxmlformats.org/officeDocument/2006/relationships" xmlns:p="http://schemas.openxmlformats.org/presentationml/2006/main">
  <p:tag name="ISLIDE.ICON" val="#64751;"/>
</p:tagLst>
</file>

<file path=ppt/tags/tag146.xml><?xml version="1.0" encoding="utf-8"?>
<p:tagLst xmlns:a="http://schemas.openxmlformats.org/drawingml/2006/main" xmlns:r="http://schemas.openxmlformats.org/officeDocument/2006/relationships" xmlns:p="http://schemas.openxmlformats.org/presentationml/2006/main">
  <p:tag name="ISLIDE.ICON" val="#64751;"/>
</p:tagLst>
</file>

<file path=ppt/tags/tag147.xml><?xml version="1.0" encoding="utf-8"?>
<p:tagLst xmlns:a="http://schemas.openxmlformats.org/drawingml/2006/main" xmlns:r="http://schemas.openxmlformats.org/officeDocument/2006/relationships" xmlns:p="http://schemas.openxmlformats.org/presentationml/2006/main">
  <p:tag name="ISLIDE.ICON" val="#64751;"/>
</p:tagLst>
</file>

<file path=ppt/tags/tag148.xml><?xml version="1.0" encoding="utf-8"?>
<p:tagLst xmlns:a="http://schemas.openxmlformats.org/drawingml/2006/main" xmlns:r="http://schemas.openxmlformats.org/officeDocument/2006/relationships" xmlns:p="http://schemas.openxmlformats.org/presentationml/2006/main">
  <p:tag name="ISLIDE.ICON" val="#64751;"/>
</p:tagLst>
</file>

<file path=ppt/tags/tag149.xml><?xml version="1.0" encoding="utf-8"?>
<p:tagLst xmlns:a="http://schemas.openxmlformats.org/drawingml/2006/main" xmlns:r="http://schemas.openxmlformats.org/officeDocument/2006/relationships" xmlns:p="http://schemas.openxmlformats.org/presentationml/2006/main">
  <p:tag name="ISLIDE.ICON" val="#64751;"/>
</p:tagLst>
</file>

<file path=ppt/tags/tag150.xml><?xml version="1.0" encoding="utf-8"?>
<p:tagLst xmlns:a="http://schemas.openxmlformats.org/drawingml/2006/main" xmlns:r="http://schemas.openxmlformats.org/officeDocument/2006/relationships" xmlns:p="http://schemas.openxmlformats.org/presentationml/2006/main">
  <p:tag name="ISLIDE.ICON" val="#64751;"/>
</p:tagLst>
</file>

<file path=ppt/tags/tag151.xml><?xml version="1.0" encoding="utf-8"?>
<p:tagLst xmlns:a="http://schemas.openxmlformats.org/drawingml/2006/main" xmlns:r="http://schemas.openxmlformats.org/officeDocument/2006/relationships" xmlns:p="http://schemas.openxmlformats.org/presentationml/2006/main">
  <p:tag name="ISLIDE.ICON" val="#64751;"/>
</p:tagLst>
</file>

<file path=ppt/tags/tag152.xml><?xml version="1.0" encoding="utf-8"?>
<p:tagLst xmlns:a="http://schemas.openxmlformats.org/drawingml/2006/main" xmlns:r="http://schemas.openxmlformats.org/officeDocument/2006/relationships" xmlns:p="http://schemas.openxmlformats.org/presentationml/2006/main">
  <p:tag name="ISLIDE.ICON" val="#64751;"/>
</p:tagLst>
</file>

<file path=ppt/tags/tag153.xml><?xml version="1.0" encoding="utf-8"?>
<p:tagLst xmlns:a="http://schemas.openxmlformats.org/drawingml/2006/main" xmlns:r="http://schemas.openxmlformats.org/officeDocument/2006/relationships" xmlns:p="http://schemas.openxmlformats.org/presentationml/2006/main">
  <p:tag name="ISLIDE.ICON" val="#64751;"/>
</p:tagLst>
</file>

<file path=ppt/tags/tag154.xml><?xml version="1.0" encoding="utf-8"?>
<p:tagLst xmlns:a="http://schemas.openxmlformats.org/drawingml/2006/main" xmlns:r="http://schemas.openxmlformats.org/officeDocument/2006/relationships" xmlns:p="http://schemas.openxmlformats.org/presentationml/2006/main">
  <p:tag name="ISLIDE.ICON" val="#64751;"/>
</p:tagLst>
</file>

<file path=ppt/tags/tag155.xml><?xml version="1.0" encoding="utf-8"?>
<p:tagLst xmlns:a="http://schemas.openxmlformats.org/drawingml/2006/main" xmlns:r="http://schemas.openxmlformats.org/officeDocument/2006/relationships" xmlns:p="http://schemas.openxmlformats.org/presentationml/2006/main">
  <p:tag name="ISLIDE.ICON" val="#64751;"/>
</p:tagLst>
</file>

<file path=ppt/tags/tag156.xml><?xml version="1.0" encoding="utf-8"?>
<p:tagLst xmlns:a="http://schemas.openxmlformats.org/drawingml/2006/main" xmlns:r="http://schemas.openxmlformats.org/officeDocument/2006/relationships" xmlns:p="http://schemas.openxmlformats.org/presentationml/2006/main">
  <p:tag name="ISLIDE.ICON" val="#64751;"/>
</p:tagLst>
</file>

<file path=ppt/tags/tag157.xml><?xml version="1.0" encoding="utf-8"?>
<p:tagLst xmlns:a="http://schemas.openxmlformats.org/drawingml/2006/main" xmlns:r="http://schemas.openxmlformats.org/officeDocument/2006/relationships" xmlns:p="http://schemas.openxmlformats.org/presentationml/2006/main">
  <p:tag name="ISLIDE.ICON" val="#64751;"/>
</p:tagLst>
</file>

<file path=ppt/tags/tag158.xml><?xml version="1.0" encoding="utf-8"?>
<p:tagLst xmlns:a="http://schemas.openxmlformats.org/drawingml/2006/main" xmlns:r="http://schemas.openxmlformats.org/officeDocument/2006/relationships" xmlns:p="http://schemas.openxmlformats.org/presentationml/2006/main">
  <p:tag name="ISLIDE.ICON" val="#64751;"/>
</p:tagLst>
</file>

<file path=ppt/tags/tag159.xml><?xml version="1.0" encoding="utf-8"?>
<p:tagLst xmlns:a="http://schemas.openxmlformats.org/drawingml/2006/main" xmlns:r="http://schemas.openxmlformats.org/officeDocument/2006/relationships" xmlns:p="http://schemas.openxmlformats.org/presentationml/2006/main">
  <p:tag name="ISLIDE.ICON" val="#64751;"/>
</p:tagLst>
</file>

<file path=ppt/tags/tag160.xml><?xml version="1.0" encoding="utf-8"?>
<p:tagLst xmlns:a="http://schemas.openxmlformats.org/drawingml/2006/main" xmlns:r="http://schemas.openxmlformats.org/officeDocument/2006/relationships" xmlns:p="http://schemas.openxmlformats.org/presentationml/2006/main">
  <p:tag name="ISLIDE.ICON" val="#64751;"/>
</p:tagLst>
</file>

<file path=ppt/tags/tag161.xml><?xml version="1.0" encoding="utf-8"?>
<p:tagLst xmlns:a="http://schemas.openxmlformats.org/drawingml/2006/main" xmlns:r="http://schemas.openxmlformats.org/officeDocument/2006/relationships" xmlns:p="http://schemas.openxmlformats.org/presentationml/2006/main">
  <p:tag name="ISLIDE.ICON" val="#64751;"/>
</p:tagLst>
</file>

<file path=ppt/tags/tag162.xml><?xml version="1.0" encoding="utf-8"?>
<p:tagLst xmlns:a="http://schemas.openxmlformats.org/drawingml/2006/main" xmlns:r="http://schemas.openxmlformats.org/officeDocument/2006/relationships" xmlns:p="http://schemas.openxmlformats.org/presentationml/2006/main">
  <p:tag name="ISLIDE.ICON" val="#64751;"/>
</p:tagLst>
</file>

<file path=ppt/tags/tag163.xml><?xml version="1.0" encoding="utf-8"?>
<p:tagLst xmlns:a="http://schemas.openxmlformats.org/drawingml/2006/main" xmlns:r="http://schemas.openxmlformats.org/officeDocument/2006/relationships" xmlns:p="http://schemas.openxmlformats.org/presentationml/2006/main">
  <p:tag name="ISLIDE.ICON" val="#64751;"/>
</p:tagLst>
</file>

<file path=ppt/tags/tag164.xml><?xml version="1.0" encoding="utf-8"?>
<p:tagLst xmlns:a="http://schemas.openxmlformats.org/drawingml/2006/main" xmlns:r="http://schemas.openxmlformats.org/officeDocument/2006/relationships" xmlns:p="http://schemas.openxmlformats.org/presentationml/2006/main">
  <p:tag name="ISLIDE.ICON" val="#64751;"/>
</p:tagLst>
</file>

<file path=ppt/tags/tag165.xml><?xml version="1.0" encoding="utf-8"?>
<p:tagLst xmlns:a="http://schemas.openxmlformats.org/drawingml/2006/main" xmlns:r="http://schemas.openxmlformats.org/officeDocument/2006/relationships" xmlns:p="http://schemas.openxmlformats.org/presentationml/2006/main">
  <p:tag name="ISLIDE.ICON" val="#64751;"/>
</p:tagLst>
</file>

<file path=ppt/tags/tag166.xml><?xml version="1.0" encoding="utf-8"?>
<p:tagLst xmlns:a="http://schemas.openxmlformats.org/drawingml/2006/main" xmlns:r="http://schemas.openxmlformats.org/officeDocument/2006/relationships" xmlns:p="http://schemas.openxmlformats.org/presentationml/2006/main">
  <p:tag name="ISLIDE.ICON" val="#64751;"/>
</p:tagLst>
</file>

<file path=ppt/tags/tag167.xml><?xml version="1.0" encoding="utf-8"?>
<p:tagLst xmlns:a="http://schemas.openxmlformats.org/drawingml/2006/main" xmlns:r="http://schemas.openxmlformats.org/officeDocument/2006/relationships" xmlns:p="http://schemas.openxmlformats.org/presentationml/2006/main">
  <p:tag name="ISLIDE.ICON" val="#64751;"/>
</p:tagLst>
</file>

<file path=ppt/tags/tag168.xml><?xml version="1.0" encoding="utf-8"?>
<p:tagLst xmlns:a="http://schemas.openxmlformats.org/drawingml/2006/main" xmlns:r="http://schemas.openxmlformats.org/officeDocument/2006/relationships" xmlns:p="http://schemas.openxmlformats.org/presentationml/2006/main">
  <p:tag name="ISLIDE.ICON" val="#64751;"/>
</p:tagLst>
</file>

<file path=ppt/tags/tag169.xml><?xml version="1.0" encoding="utf-8"?>
<p:tagLst xmlns:a="http://schemas.openxmlformats.org/drawingml/2006/main" xmlns:r="http://schemas.openxmlformats.org/officeDocument/2006/relationships" xmlns:p="http://schemas.openxmlformats.org/presentationml/2006/main">
  <p:tag name="ISLIDE.ICON" val="#64751;"/>
</p:tagLst>
</file>

<file path=ppt/tags/tag170.xml><?xml version="1.0" encoding="utf-8"?>
<p:tagLst xmlns:a="http://schemas.openxmlformats.org/drawingml/2006/main" xmlns:r="http://schemas.openxmlformats.org/officeDocument/2006/relationships" xmlns:p="http://schemas.openxmlformats.org/presentationml/2006/main">
  <p:tag name="ISLIDE.ICON" val="#64751;"/>
</p:tagLst>
</file>

<file path=ppt/tags/tag171.xml><?xml version="1.0" encoding="utf-8"?>
<p:tagLst xmlns:a="http://schemas.openxmlformats.org/drawingml/2006/main" xmlns:r="http://schemas.openxmlformats.org/officeDocument/2006/relationships" xmlns:p="http://schemas.openxmlformats.org/presentationml/2006/main">
  <p:tag name="ISLIDE.ICON" val="#64751;"/>
</p:tagLst>
</file>

<file path=ppt/tags/tag172.xml><?xml version="1.0" encoding="utf-8"?>
<p:tagLst xmlns:a="http://schemas.openxmlformats.org/drawingml/2006/main" xmlns:r="http://schemas.openxmlformats.org/officeDocument/2006/relationships" xmlns:p="http://schemas.openxmlformats.org/presentationml/2006/main">
  <p:tag name="ISLIDE.ICON" val="#64751;"/>
</p:tagLst>
</file>

<file path=ppt/tags/tag173.xml><?xml version="1.0" encoding="utf-8"?>
<p:tagLst xmlns:a="http://schemas.openxmlformats.org/drawingml/2006/main" xmlns:r="http://schemas.openxmlformats.org/officeDocument/2006/relationships" xmlns:p="http://schemas.openxmlformats.org/presentationml/2006/main">
  <p:tag name="ISLIDE.ICON" val="#64751;"/>
</p:tagLst>
</file>

<file path=ppt/tags/tag174.xml><?xml version="1.0" encoding="utf-8"?>
<p:tagLst xmlns:a="http://schemas.openxmlformats.org/drawingml/2006/main" xmlns:r="http://schemas.openxmlformats.org/officeDocument/2006/relationships" xmlns:p="http://schemas.openxmlformats.org/presentationml/2006/main">
  <p:tag name="ISLIDE.ICON" val="#64751;"/>
</p:tagLst>
</file>

<file path=ppt/tags/tag175.xml><?xml version="1.0" encoding="utf-8"?>
<p:tagLst xmlns:a="http://schemas.openxmlformats.org/drawingml/2006/main" xmlns:r="http://schemas.openxmlformats.org/officeDocument/2006/relationships" xmlns:p="http://schemas.openxmlformats.org/presentationml/2006/main">
  <p:tag name="ISLIDE.ICON" val="#64751;"/>
</p:tagLst>
</file>

<file path=ppt/tags/tag176.xml><?xml version="1.0" encoding="utf-8"?>
<p:tagLst xmlns:a="http://schemas.openxmlformats.org/drawingml/2006/main" xmlns:r="http://schemas.openxmlformats.org/officeDocument/2006/relationships" xmlns:p="http://schemas.openxmlformats.org/presentationml/2006/main">
  <p:tag name="ISLIDE.ICON" val="#64751;"/>
</p:tagLst>
</file>

<file path=ppt/tags/tag177.xml><?xml version="1.0" encoding="utf-8"?>
<p:tagLst xmlns:a="http://schemas.openxmlformats.org/drawingml/2006/main" xmlns:r="http://schemas.openxmlformats.org/officeDocument/2006/relationships" xmlns:p="http://schemas.openxmlformats.org/presentationml/2006/main">
  <p:tag name="ISLIDE.ICON" val="#64751;"/>
</p:tagLst>
</file>

<file path=ppt/tags/tag178.xml><?xml version="1.0" encoding="utf-8"?>
<p:tagLst xmlns:a="http://schemas.openxmlformats.org/drawingml/2006/main" xmlns:r="http://schemas.openxmlformats.org/officeDocument/2006/relationships" xmlns:p="http://schemas.openxmlformats.org/presentationml/2006/main">
  <p:tag name="ISLIDE.ICON" val="#64751;"/>
</p:tagLst>
</file>

<file path=ppt/tags/tag179.xml><?xml version="1.0" encoding="utf-8"?>
<p:tagLst xmlns:a="http://schemas.openxmlformats.org/drawingml/2006/main" xmlns:r="http://schemas.openxmlformats.org/officeDocument/2006/relationships" xmlns:p="http://schemas.openxmlformats.org/presentationml/2006/main">
  <p:tag name="ISLIDE.ICON" val="#64751;"/>
</p:tagLst>
</file>

<file path=ppt/tags/tag180.xml><?xml version="1.0" encoding="utf-8"?>
<p:tagLst xmlns:a="http://schemas.openxmlformats.org/drawingml/2006/main" xmlns:r="http://schemas.openxmlformats.org/officeDocument/2006/relationships" xmlns:p="http://schemas.openxmlformats.org/presentationml/2006/main">
  <p:tag name="ISLIDE.ICON" val="#64751;"/>
</p:tagLst>
</file>

<file path=ppt/tags/tag181.xml><?xml version="1.0" encoding="utf-8"?>
<p:tagLst xmlns:a="http://schemas.openxmlformats.org/drawingml/2006/main" xmlns:r="http://schemas.openxmlformats.org/officeDocument/2006/relationships" xmlns:p="http://schemas.openxmlformats.org/presentationml/2006/main">
  <p:tag name="ISLIDE.ICON" val="#64751;"/>
</p:tagLst>
</file>

<file path=ppt/tags/tag182.xml><?xml version="1.0" encoding="utf-8"?>
<p:tagLst xmlns:a="http://schemas.openxmlformats.org/drawingml/2006/main" xmlns:r="http://schemas.openxmlformats.org/officeDocument/2006/relationships" xmlns:p="http://schemas.openxmlformats.org/presentationml/2006/main">
  <p:tag name="ISLIDE.ICON" val="#64751;"/>
</p:tagLst>
</file>

<file path=ppt/tags/tag183.xml><?xml version="1.0" encoding="utf-8"?>
<p:tagLst xmlns:a="http://schemas.openxmlformats.org/drawingml/2006/main" xmlns:r="http://schemas.openxmlformats.org/officeDocument/2006/relationships" xmlns:p="http://schemas.openxmlformats.org/presentationml/2006/main">
  <p:tag name="ISLIDE.ICON" val="#64751;"/>
</p:tagLst>
</file>

<file path=ppt/tags/tag184.xml><?xml version="1.0" encoding="utf-8"?>
<p:tagLst xmlns:a="http://schemas.openxmlformats.org/drawingml/2006/main" xmlns:r="http://schemas.openxmlformats.org/officeDocument/2006/relationships" xmlns:p="http://schemas.openxmlformats.org/presentationml/2006/main">
  <p:tag name="ISLIDE.ICON" val="#64751;"/>
</p:tagLst>
</file>

<file path=ppt/tags/tag185.xml><?xml version="1.0" encoding="utf-8"?>
<p:tagLst xmlns:a="http://schemas.openxmlformats.org/drawingml/2006/main" xmlns:r="http://schemas.openxmlformats.org/officeDocument/2006/relationships" xmlns:p="http://schemas.openxmlformats.org/presentationml/2006/main">
  <p:tag name="ISLIDE.ICON" val="#64751;"/>
</p:tagLst>
</file>

<file path=ppt/tags/tag186.xml><?xml version="1.0" encoding="utf-8"?>
<p:tagLst xmlns:a="http://schemas.openxmlformats.org/drawingml/2006/main" xmlns:r="http://schemas.openxmlformats.org/officeDocument/2006/relationships" xmlns:p="http://schemas.openxmlformats.org/presentationml/2006/main">
  <p:tag name="ISLIDE.ICON" val="#64751;"/>
</p:tagLst>
</file>

<file path=ppt/tags/tag187.xml><?xml version="1.0" encoding="utf-8"?>
<p:tagLst xmlns:a="http://schemas.openxmlformats.org/drawingml/2006/main" xmlns:r="http://schemas.openxmlformats.org/officeDocument/2006/relationships" xmlns:p="http://schemas.openxmlformats.org/presentationml/2006/main">
  <p:tag name="ISLIDE.ICON" val="#64751;"/>
</p:tagLst>
</file>

<file path=ppt/tags/tag188.xml><?xml version="1.0" encoding="utf-8"?>
<p:tagLst xmlns:a="http://schemas.openxmlformats.org/drawingml/2006/main" xmlns:r="http://schemas.openxmlformats.org/officeDocument/2006/relationships" xmlns:p="http://schemas.openxmlformats.org/presentationml/2006/main">
  <p:tag name="ISLIDE.ICON" val="#64751;"/>
</p:tagLst>
</file>

<file path=ppt/tags/tag189.xml><?xml version="1.0" encoding="utf-8"?>
<p:tagLst xmlns:a="http://schemas.openxmlformats.org/drawingml/2006/main" xmlns:r="http://schemas.openxmlformats.org/officeDocument/2006/relationships" xmlns:p="http://schemas.openxmlformats.org/presentationml/2006/main">
  <p:tag name="ISLIDE.ICON" val="#64751;"/>
</p:tagLst>
</file>

<file path=ppt/tags/tag190.xml><?xml version="1.0" encoding="utf-8"?>
<p:tagLst xmlns:a="http://schemas.openxmlformats.org/drawingml/2006/main" xmlns:r="http://schemas.openxmlformats.org/officeDocument/2006/relationships" xmlns:p="http://schemas.openxmlformats.org/presentationml/2006/main">
  <p:tag name="ISLIDE.ICON" val="#64751;"/>
</p:tagLst>
</file>

<file path=ppt/tags/tag191.xml><?xml version="1.0" encoding="utf-8"?>
<p:tagLst xmlns:a="http://schemas.openxmlformats.org/drawingml/2006/main" xmlns:r="http://schemas.openxmlformats.org/officeDocument/2006/relationships" xmlns:p="http://schemas.openxmlformats.org/presentationml/2006/main">
  <p:tag name="ISLIDE.ICON" val="#64751;"/>
</p:tagLst>
</file>

<file path=ppt/tags/tag192.xml><?xml version="1.0" encoding="utf-8"?>
<p:tagLst xmlns:a="http://schemas.openxmlformats.org/drawingml/2006/main" xmlns:r="http://schemas.openxmlformats.org/officeDocument/2006/relationships" xmlns:p="http://schemas.openxmlformats.org/presentationml/2006/main">
  <p:tag name="ISLIDE.ICON" val="#64751;"/>
</p:tagLst>
</file>

<file path=ppt/tags/tag193.xml><?xml version="1.0" encoding="utf-8"?>
<p:tagLst xmlns:a="http://schemas.openxmlformats.org/drawingml/2006/main" xmlns:r="http://schemas.openxmlformats.org/officeDocument/2006/relationships" xmlns:p="http://schemas.openxmlformats.org/presentationml/2006/main">
  <p:tag name="ISLIDE.ICON" val="#64751;"/>
</p:tagLst>
</file>

<file path=ppt/tags/tag194.xml><?xml version="1.0" encoding="utf-8"?>
<p:tagLst xmlns:a="http://schemas.openxmlformats.org/drawingml/2006/main" xmlns:r="http://schemas.openxmlformats.org/officeDocument/2006/relationships" xmlns:p="http://schemas.openxmlformats.org/presentationml/2006/main">
  <p:tag name="ISLIDE.ICON" val="#64751;"/>
</p:tagLst>
</file>

<file path=ppt/tags/tag195.xml><?xml version="1.0" encoding="utf-8"?>
<p:tagLst xmlns:a="http://schemas.openxmlformats.org/drawingml/2006/main" xmlns:r="http://schemas.openxmlformats.org/officeDocument/2006/relationships" xmlns:p="http://schemas.openxmlformats.org/presentationml/2006/main">
  <p:tag name="ISLIDE.ICON" val="#64751;"/>
</p:tagLst>
</file>

<file path=ppt/tags/tag196.xml><?xml version="1.0" encoding="utf-8"?>
<p:tagLst xmlns:a="http://schemas.openxmlformats.org/drawingml/2006/main" xmlns:r="http://schemas.openxmlformats.org/officeDocument/2006/relationships" xmlns:p="http://schemas.openxmlformats.org/presentationml/2006/main">
  <p:tag name="ISLIDE.ICON" val="#64751;"/>
</p:tagLst>
</file>

<file path=ppt/tags/tag197.xml><?xml version="1.0" encoding="utf-8"?>
<p:tagLst xmlns:a="http://schemas.openxmlformats.org/drawingml/2006/main" xmlns:r="http://schemas.openxmlformats.org/officeDocument/2006/relationships" xmlns:p="http://schemas.openxmlformats.org/presentationml/2006/main">
  <p:tag name="ISLIDE.ICON" val="#64751;"/>
</p:tagLst>
</file>

<file path=ppt/tags/tag198.xml><?xml version="1.0" encoding="utf-8"?>
<p:tagLst xmlns:a="http://schemas.openxmlformats.org/drawingml/2006/main" xmlns:r="http://schemas.openxmlformats.org/officeDocument/2006/relationships" xmlns:p="http://schemas.openxmlformats.org/presentationml/2006/main">
  <p:tag name="ISLIDE.ICON" val="#64751;#43072;#38576;"/>
</p:tagLst>
</file>

<file path=ppt/tags/tag199.xml><?xml version="1.0" encoding="utf-8"?>
<p:tagLst xmlns:a="http://schemas.openxmlformats.org/drawingml/2006/main" xmlns:r="http://schemas.openxmlformats.org/officeDocument/2006/relationships" xmlns:p="http://schemas.openxmlformats.org/presentationml/2006/main">
  <p:tag name="ISLIDE.ICON" val="#64751;#43072;#38576;"/>
</p:tagLst>
</file>

<file path=ppt/tags/tag200.xml><?xml version="1.0" encoding="utf-8"?>
<p:tagLst xmlns:a="http://schemas.openxmlformats.org/drawingml/2006/main" xmlns:r="http://schemas.openxmlformats.org/officeDocument/2006/relationships" xmlns:p="http://schemas.openxmlformats.org/presentationml/2006/main">
  <p:tag name="ISLIDE.ICON" val="#64751;#43072;#38576;"/>
</p:tagLst>
</file>

<file path=ppt/tags/tag201.xml><?xml version="1.0" encoding="utf-8"?>
<p:tagLst xmlns:a="http://schemas.openxmlformats.org/drawingml/2006/main" xmlns:r="http://schemas.openxmlformats.org/officeDocument/2006/relationships" xmlns:p="http://schemas.openxmlformats.org/presentationml/2006/main">
  <p:tag name="ISLIDE.ICON" val="#64751;#43072;#38576;"/>
</p:tagLst>
</file>

<file path=ppt/tags/tag202.xml><?xml version="1.0" encoding="utf-8"?>
<p:tagLst xmlns:a="http://schemas.openxmlformats.org/drawingml/2006/main" xmlns:r="http://schemas.openxmlformats.org/officeDocument/2006/relationships" xmlns:p="http://schemas.openxmlformats.org/presentationml/2006/main">
  <p:tag name="ISLIDE.ICON" val="#64751;#43072;#38576;"/>
</p:tagLst>
</file>

<file path=ppt/tags/tag203.xml><?xml version="1.0" encoding="utf-8"?>
<p:tagLst xmlns:a="http://schemas.openxmlformats.org/drawingml/2006/main" xmlns:r="http://schemas.openxmlformats.org/officeDocument/2006/relationships" xmlns:p="http://schemas.openxmlformats.org/presentationml/2006/main">
  <p:tag name="ISLIDE.ICON" val="#64751;#43072;#38576;"/>
</p:tagLst>
</file>

<file path=ppt/tags/tag204.xml><?xml version="1.0" encoding="utf-8"?>
<p:tagLst xmlns:a="http://schemas.openxmlformats.org/drawingml/2006/main" xmlns:r="http://schemas.openxmlformats.org/officeDocument/2006/relationships" xmlns:p="http://schemas.openxmlformats.org/presentationml/2006/main">
  <p:tag name="ISLIDE.ICON" val="#64751;#43072;#38576;"/>
</p:tagLst>
</file>

<file path=ppt/tags/tag205.xml><?xml version="1.0" encoding="utf-8"?>
<p:tagLst xmlns:a="http://schemas.openxmlformats.org/drawingml/2006/main" xmlns:r="http://schemas.openxmlformats.org/officeDocument/2006/relationships" xmlns:p="http://schemas.openxmlformats.org/presentationml/2006/main">
  <p:tag name="ISLIDE.ICON" val="#64751;#43072;#38576;"/>
</p:tagLst>
</file>

<file path=ppt/tags/tag206.xml><?xml version="1.0" encoding="utf-8"?>
<p:tagLst xmlns:a="http://schemas.openxmlformats.org/drawingml/2006/main" xmlns:r="http://schemas.openxmlformats.org/officeDocument/2006/relationships" xmlns:p="http://schemas.openxmlformats.org/presentationml/2006/main">
  <p:tag name="ISLIDE.ICON" val="#64751;#43072;#38576;"/>
</p:tagLst>
</file>

<file path=ppt/tags/tag207.xml><?xml version="1.0" encoding="utf-8"?>
<p:tagLst xmlns:a="http://schemas.openxmlformats.org/drawingml/2006/main" xmlns:r="http://schemas.openxmlformats.org/officeDocument/2006/relationships" xmlns:p="http://schemas.openxmlformats.org/presentationml/2006/main">
  <p:tag name="ISLIDE.ICON" val="#64751;#43072;#38576;"/>
</p:tagLst>
</file>

<file path=ppt/tags/tag208.xml><?xml version="1.0" encoding="utf-8"?>
<p:tagLst xmlns:a="http://schemas.openxmlformats.org/drawingml/2006/main" xmlns:r="http://schemas.openxmlformats.org/officeDocument/2006/relationships" xmlns:p="http://schemas.openxmlformats.org/presentationml/2006/main">
  <p:tag name="ISLIDE.ICON" val="#64751;#43072;#38576;"/>
</p:tagLst>
</file>

<file path=ppt/tags/tag209.xml><?xml version="1.0" encoding="utf-8"?>
<p:tagLst xmlns:a="http://schemas.openxmlformats.org/drawingml/2006/main" xmlns:r="http://schemas.openxmlformats.org/officeDocument/2006/relationships" xmlns:p="http://schemas.openxmlformats.org/presentationml/2006/main">
  <p:tag name="ISLIDE.ICON" val="#64751;#43072;#38576;"/>
</p:tagLst>
</file>

<file path=ppt/tags/tag210.xml><?xml version="1.0" encoding="utf-8"?>
<p:tagLst xmlns:a="http://schemas.openxmlformats.org/drawingml/2006/main" xmlns:r="http://schemas.openxmlformats.org/officeDocument/2006/relationships" xmlns:p="http://schemas.openxmlformats.org/presentationml/2006/main">
  <p:tag name="ISLIDE.ICON" val="#64751;#43072;#38576;"/>
</p:tagLst>
</file>

<file path=ppt/tags/tag211.xml><?xml version="1.0" encoding="utf-8"?>
<p:tagLst xmlns:a="http://schemas.openxmlformats.org/drawingml/2006/main" xmlns:r="http://schemas.openxmlformats.org/officeDocument/2006/relationships" xmlns:p="http://schemas.openxmlformats.org/presentationml/2006/main">
  <p:tag name="ISLIDE.ICON" val="#64751;#43072;#38576;"/>
</p:tagLst>
</file>

<file path=ppt/tags/tag212.xml><?xml version="1.0" encoding="utf-8"?>
<p:tagLst xmlns:a="http://schemas.openxmlformats.org/drawingml/2006/main" xmlns:r="http://schemas.openxmlformats.org/officeDocument/2006/relationships" xmlns:p="http://schemas.openxmlformats.org/presentationml/2006/main">
  <p:tag name="ISLIDE.ICON" val="#64751;#43072;#38576;"/>
</p:tagLst>
</file>

<file path=ppt/tags/tag213.xml><?xml version="1.0" encoding="utf-8"?>
<p:tagLst xmlns:a="http://schemas.openxmlformats.org/drawingml/2006/main" xmlns:r="http://schemas.openxmlformats.org/officeDocument/2006/relationships" xmlns:p="http://schemas.openxmlformats.org/presentationml/2006/main">
  <p:tag name="ISLIDE.ICON" val="#64751;#43072;#38576;"/>
</p:tagLst>
</file>

<file path=ppt/tags/tag214.xml><?xml version="1.0" encoding="utf-8"?>
<p:tagLst xmlns:a="http://schemas.openxmlformats.org/drawingml/2006/main" xmlns:r="http://schemas.openxmlformats.org/officeDocument/2006/relationships" xmlns:p="http://schemas.openxmlformats.org/presentationml/2006/main">
  <p:tag name="ISLIDE.ICON" val="#64751;#43072;#38576;"/>
</p:tagLst>
</file>

<file path=ppt/tags/tag215.xml><?xml version="1.0" encoding="utf-8"?>
<p:tagLst xmlns:a="http://schemas.openxmlformats.org/drawingml/2006/main" xmlns:r="http://schemas.openxmlformats.org/officeDocument/2006/relationships" xmlns:p="http://schemas.openxmlformats.org/presentationml/2006/main">
  <p:tag name="ISLIDE.ICON" val="#64751;#43072;#38576;"/>
</p:tagLst>
</file>

<file path=ppt/tags/tag216.xml><?xml version="1.0" encoding="utf-8"?>
<p:tagLst xmlns:a="http://schemas.openxmlformats.org/drawingml/2006/main" xmlns:r="http://schemas.openxmlformats.org/officeDocument/2006/relationships" xmlns:p="http://schemas.openxmlformats.org/presentationml/2006/main">
  <p:tag name="ISLIDE.ICON" val="#64751;"/>
</p:tagLst>
</file>

<file path=ppt/tags/tag217.xml><?xml version="1.0" encoding="utf-8"?>
<p:tagLst xmlns:a="http://schemas.openxmlformats.org/drawingml/2006/main" xmlns:r="http://schemas.openxmlformats.org/officeDocument/2006/relationships" xmlns:p="http://schemas.openxmlformats.org/presentationml/2006/main">
  <p:tag name="ISLIDE.ICON" val="#64751;"/>
</p:tagLst>
</file>

<file path=ppt/tags/tag218.xml><?xml version="1.0" encoding="utf-8"?>
<p:tagLst xmlns:a="http://schemas.openxmlformats.org/drawingml/2006/main" xmlns:r="http://schemas.openxmlformats.org/officeDocument/2006/relationships" xmlns:p="http://schemas.openxmlformats.org/presentationml/2006/main">
  <p:tag name="ISLIDE.ICON" val="#64751;"/>
</p:tagLst>
</file>

<file path=ppt/tags/tag219.xml><?xml version="1.0" encoding="utf-8"?>
<p:tagLst xmlns:a="http://schemas.openxmlformats.org/drawingml/2006/main" xmlns:r="http://schemas.openxmlformats.org/officeDocument/2006/relationships" xmlns:p="http://schemas.openxmlformats.org/presentationml/2006/main">
  <p:tag name="ISLIDE.ICON" val="#64751;"/>
</p:tagLst>
</file>

<file path=ppt/tags/tag220.xml><?xml version="1.0" encoding="utf-8"?>
<p:tagLst xmlns:a="http://schemas.openxmlformats.org/drawingml/2006/main" xmlns:r="http://schemas.openxmlformats.org/officeDocument/2006/relationships" xmlns:p="http://schemas.openxmlformats.org/presentationml/2006/main">
  <p:tag name="ISLIDE.ICON" val="#64751;"/>
</p:tagLst>
</file>

<file path=ppt/tags/tag221.xml><?xml version="1.0" encoding="utf-8"?>
<p:tagLst xmlns:a="http://schemas.openxmlformats.org/drawingml/2006/main" xmlns:r="http://schemas.openxmlformats.org/officeDocument/2006/relationships" xmlns:p="http://schemas.openxmlformats.org/presentationml/2006/main">
  <p:tag name="ISLIDE.ICON" val="#64751;"/>
</p:tagLst>
</file>

<file path=ppt/tags/tag222.xml><?xml version="1.0" encoding="utf-8"?>
<p:tagLst xmlns:a="http://schemas.openxmlformats.org/drawingml/2006/main" xmlns:r="http://schemas.openxmlformats.org/officeDocument/2006/relationships" xmlns:p="http://schemas.openxmlformats.org/presentationml/2006/main">
  <p:tag name="ISLIDE.ICON" val="#64751;"/>
</p:tagLst>
</file>

<file path=ppt/tags/tag223.xml><?xml version="1.0" encoding="utf-8"?>
<p:tagLst xmlns:a="http://schemas.openxmlformats.org/drawingml/2006/main" xmlns:r="http://schemas.openxmlformats.org/officeDocument/2006/relationships" xmlns:p="http://schemas.openxmlformats.org/presentationml/2006/main">
  <p:tag name="ISLIDE.ICON" val="#64751;"/>
</p:tagLst>
</file>

<file path=ppt/tags/tag224.xml><?xml version="1.0" encoding="utf-8"?>
<p:tagLst xmlns:a="http://schemas.openxmlformats.org/drawingml/2006/main" xmlns:r="http://schemas.openxmlformats.org/officeDocument/2006/relationships" xmlns:p="http://schemas.openxmlformats.org/presentationml/2006/main">
  <p:tag name="ISLIDE.ICON" val="#64751;"/>
</p:tagLst>
</file>

<file path=ppt/tags/tag225.xml><?xml version="1.0" encoding="utf-8"?>
<p:tagLst xmlns:a="http://schemas.openxmlformats.org/drawingml/2006/main" xmlns:r="http://schemas.openxmlformats.org/officeDocument/2006/relationships" xmlns:p="http://schemas.openxmlformats.org/presentationml/2006/main">
  <p:tag name="ISLIDE.ICON" val="#64751;"/>
</p:tagLst>
</file>

<file path=ppt/tags/tag226.xml><?xml version="1.0" encoding="utf-8"?>
<p:tagLst xmlns:a="http://schemas.openxmlformats.org/drawingml/2006/main" xmlns:r="http://schemas.openxmlformats.org/officeDocument/2006/relationships" xmlns:p="http://schemas.openxmlformats.org/presentationml/2006/main">
  <p:tag name="ISLIDE.ICON" val="#64751;"/>
</p:tagLst>
</file>

<file path=ppt/tags/tag227.xml><?xml version="1.0" encoding="utf-8"?>
<p:tagLst xmlns:a="http://schemas.openxmlformats.org/drawingml/2006/main" xmlns:r="http://schemas.openxmlformats.org/officeDocument/2006/relationships" xmlns:p="http://schemas.openxmlformats.org/presentationml/2006/main">
  <p:tag name="ISLIDE.ICON" val="#64751;#401140;"/>
</p:tagLst>
</file>

<file path=ppt/tags/tag228.xml><?xml version="1.0" encoding="utf-8"?>
<p:tagLst xmlns:a="http://schemas.openxmlformats.org/drawingml/2006/main" xmlns:r="http://schemas.openxmlformats.org/officeDocument/2006/relationships" xmlns:p="http://schemas.openxmlformats.org/presentationml/2006/main">
  <p:tag name="ISLIDE.ICON" val="#64751;#401140;"/>
</p:tagLst>
</file>

<file path=ppt/tags/tag229.xml><?xml version="1.0" encoding="utf-8"?>
<p:tagLst xmlns:a="http://schemas.openxmlformats.org/drawingml/2006/main" xmlns:r="http://schemas.openxmlformats.org/officeDocument/2006/relationships" xmlns:p="http://schemas.openxmlformats.org/presentationml/2006/main">
  <p:tag name="ISLIDE.ICON" val="#64751;#401140;"/>
</p:tagLst>
</file>

<file path=ppt/tags/tag230.xml><?xml version="1.0" encoding="utf-8"?>
<p:tagLst xmlns:a="http://schemas.openxmlformats.org/drawingml/2006/main" xmlns:r="http://schemas.openxmlformats.org/officeDocument/2006/relationships" xmlns:p="http://schemas.openxmlformats.org/presentationml/2006/main">
  <p:tag name="ISLIDE.ICON" val="#64751;#401140;"/>
</p:tagLst>
</file>

<file path=ppt/tags/tag231.xml><?xml version="1.0" encoding="utf-8"?>
<p:tagLst xmlns:a="http://schemas.openxmlformats.org/drawingml/2006/main" xmlns:r="http://schemas.openxmlformats.org/officeDocument/2006/relationships" xmlns:p="http://schemas.openxmlformats.org/presentationml/2006/main">
  <p:tag name="ISLIDE.ICON" val="#64751;#401140;"/>
</p:tagLst>
</file>

<file path=ppt/tags/tag232.xml><?xml version="1.0" encoding="utf-8"?>
<p:tagLst xmlns:a="http://schemas.openxmlformats.org/drawingml/2006/main" xmlns:r="http://schemas.openxmlformats.org/officeDocument/2006/relationships" xmlns:p="http://schemas.openxmlformats.org/presentationml/2006/main">
  <p:tag name="ISLIDE.ICON" val="#64751;#401140;"/>
</p:tagLst>
</file>

<file path=ppt/tags/tag233.xml><?xml version="1.0" encoding="utf-8"?>
<p:tagLst xmlns:a="http://schemas.openxmlformats.org/drawingml/2006/main" xmlns:r="http://schemas.openxmlformats.org/officeDocument/2006/relationships" xmlns:p="http://schemas.openxmlformats.org/presentationml/2006/main">
  <p:tag name="ISLIDE.ICON" val="#64751;#401140;"/>
</p:tagLst>
</file>

<file path=ppt/tags/tag234.xml><?xml version="1.0" encoding="utf-8"?>
<p:tagLst xmlns:a="http://schemas.openxmlformats.org/drawingml/2006/main" xmlns:r="http://schemas.openxmlformats.org/officeDocument/2006/relationships" xmlns:p="http://schemas.openxmlformats.org/presentationml/2006/main">
  <p:tag name="ISLIDE.ICON" val="#64751;"/>
</p:tagLst>
</file>

<file path=ppt/tags/tag235.xml><?xml version="1.0" encoding="utf-8"?>
<p:tagLst xmlns:a="http://schemas.openxmlformats.org/drawingml/2006/main" xmlns:r="http://schemas.openxmlformats.org/officeDocument/2006/relationships" xmlns:p="http://schemas.openxmlformats.org/presentationml/2006/main">
  <p:tag name="ISLIDE.ICON" val="#64751;"/>
</p:tagLst>
</file>

<file path=ppt/tags/tag236.xml><?xml version="1.0" encoding="utf-8"?>
<p:tagLst xmlns:a="http://schemas.openxmlformats.org/drawingml/2006/main" xmlns:r="http://schemas.openxmlformats.org/officeDocument/2006/relationships" xmlns:p="http://schemas.openxmlformats.org/presentationml/2006/main">
  <p:tag name="ISLIDE.ICON" val="#64751;"/>
</p:tagLst>
</file>

<file path=ppt/tags/tag237.xml><?xml version="1.0" encoding="utf-8"?>
<p:tagLst xmlns:a="http://schemas.openxmlformats.org/drawingml/2006/main" xmlns:r="http://schemas.openxmlformats.org/officeDocument/2006/relationships" xmlns:p="http://schemas.openxmlformats.org/presentationml/2006/main">
  <p:tag name="ISLIDE.ICON" val="#64751;"/>
</p:tagLst>
</file>

<file path=ppt/tags/tag238.xml><?xml version="1.0" encoding="utf-8"?>
<p:tagLst xmlns:a="http://schemas.openxmlformats.org/drawingml/2006/main" xmlns:r="http://schemas.openxmlformats.org/officeDocument/2006/relationships" xmlns:p="http://schemas.openxmlformats.org/presentationml/2006/main">
  <p:tag name="ISLIDE.ICON" val="#64751;"/>
</p:tagLst>
</file>

<file path=ppt/tags/tag239.xml><?xml version="1.0" encoding="utf-8"?>
<p:tagLst xmlns:a="http://schemas.openxmlformats.org/drawingml/2006/main" xmlns:r="http://schemas.openxmlformats.org/officeDocument/2006/relationships" xmlns:p="http://schemas.openxmlformats.org/presentationml/2006/main">
  <p:tag name="ISLIDE.ICON" val="#64751;"/>
</p:tagLst>
</file>

<file path=ppt/tags/tag240.xml><?xml version="1.0" encoding="utf-8"?>
<p:tagLst xmlns:a="http://schemas.openxmlformats.org/drawingml/2006/main" xmlns:r="http://schemas.openxmlformats.org/officeDocument/2006/relationships" xmlns:p="http://schemas.openxmlformats.org/presentationml/2006/main">
  <p:tag name="ISLIDE.ICON" val="#64751;"/>
</p:tagLst>
</file>

<file path=ppt/tags/tag241.xml><?xml version="1.0" encoding="utf-8"?>
<p:tagLst xmlns:a="http://schemas.openxmlformats.org/drawingml/2006/main" xmlns:r="http://schemas.openxmlformats.org/officeDocument/2006/relationships" xmlns:p="http://schemas.openxmlformats.org/presentationml/2006/main">
  <p:tag name="ISLIDE.ICON" val="#64751;"/>
</p:tagLst>
</file>

<file path=ppt/tags/tag242.xml><?xml version="1.0" encoding="utf-8"?>
<p:tagLst xmlns:a="http://schemas.openxmlformats.org/drawingml/2006/main" xmlns:r="http://schemas.openxmlformats.org/officeDocument/2006/relationships" xmlns:p="http://schemas.openxmlformats.org/presentationml/2006/main">
  <p:tag name="ISLIDE.ICON" val="#64751;"/>
</p:tagLst>
</file>

<file path=ppt/tags/tag243.xml><?xml version="1.0" encoding="utf-8"?>
<p:tagLst xmlns:a="http://schemas.openxmlformats.org/drawingml/2006/main" xmlns:r="http://schemas.openxmlformats.org/officeDocument/2006/relationships" xmlns:p="http://schemas.openxmlformats.org/presentationml/2006/main">
  <p:tag name="ISLIDE.ICON" val="#64751;"/>
</p:tagLst>
</file>

<file path=ppt/tags/tag244.xml><?xml version="1.0" encoding="utf-8"?>
<p:tagLst xmlns:a="http://schemas.openxmlformats.org/drawingml/2006/main" xmlns:r="http://schemas.openxmlformats.org/officeDocument/2006/relationships" xmlns:p="http://schemas.openxmlformats.org/presentationml/2006/main">
  <p:tag name="ISLIDE.ICON" val="#64751;"/>
</p:tagLst>
</file>

<file path=ppt/tags/tag245.xml><?xml version="1.0" encoding="utf-8"?>
<p:tagLst xmlns:a="http://schemas.openxmlformats.org/drawingml/2006/main" xmlns:r="http://schemas.openxmlformats.org/officeDocument/2006/relationships" xmlns:p="http://schemas.openxmlformats.org/presentationml/2006/main">
  <p:tag name="ISLIDE.ICON" val="#64751;"/>
</p:tagLst>
</file>

<file path=ppt/tags/tag246.xml><?xml version="1.0" encoding="utf-8"?>
<p:tagLst xmlns:a="http://schemas.openxmlformats.org/drawingml/2006/main" xmlns:r="http://schemas.openxmlformats.org/officeDocument/2006/relationships" xmlns:p="http://schemas.openxmlformats.org/presentationml/2006/main">
  <p:tag name="ISLIDE.ICON" val="#64751;"/>
</p:tagLst>
</file>

<file path=ppt/tags/tag247.xml><?xml version="1.0" encoding="utf-8"?>
<p:tagLst xmlns:a="http://schemas.openxmlformats.org/drawingml/2006/main" xmlns:r="http://schemas.openxmlformats.org/officeDocument/2006/relationships" xmlns:p="http://schemas.openxmlformats.org/presentationml/2006/main">
  <p:tag name="ISLIDE.ICON" val="#64751;"/>
</p:tagLst>
</file>

<file path=ppt/tags/tag248.xml><?xml version="1.0" encoding="utf-8"?>
<p:tagLst xmlns:a="http://schemas.openxmlformats.org/drawingml/2006/main" xmlns:r="http://schemas.openxmlformats.org/officeDocument/2006/relationships" xmlns:p="http://schemas.openxmlformats.org/presentationml/2006/main">
  <p:tag name="ISLIDE.ICON" val="#64751;"/>
</p:tagLst>
</file>

<file path=ppt/tags/tag249.xml><?xml version="1.0" encoding="utf-8"?>
<p:tagLst xmlns:a="http://schemas.openxmlformats.org/drawingml/2006/main" xmlns:r="http://schemas.openxmlformats.org/officeDocument/2006/relationships" xmlns:p="http://schemas.openxmlformats.org/presentationml/2006/main">
  <p:tag name="ISLIDE.ICON" val="#64751;"/>
</p:tagLst>
</file>

<file path=ppt/tags/tag250.xml><?xml version="1.0" encoding="utf-8"?>
<p:tagLst xmlns:a="http://schemas.openxmlformats.org/drawingml/2006/main" xmlns:r="http://schemas.openxmlformats.org/officeDocument/2006/relationships" xmlns:p="http://schemas.openxmlformats.org/presentationml/2006/main">
  <p:tag name="ISLIDE.ICON" val="#64751;"/>
</p:tagLst>
</file>

<file path=ppt/tags/tag251.xml><?xml version="1.0" encoding="utf-8"?>
<p:tagLst xmlns:a="http://schemas.openxmlformats.org/drawingml/2006/main" xmlns:r="http://schemas.openxmlformats.org/officeDocument/2006/relationships" xmlns:p="http://schemas.openxmlformats.org/presentationml/2006/main">
  <p:tag name="ISLIDE.ICON" val="#64751;"/>
</p:tagLst>
</file>

<file path=ppt/tags/tag252.xml><?xml version="1.0" encoding="utf-8"?>
<p:tagLst xmlns:a="http://schemas.openxmlformats.org/drawingml/2006/main" xmlns:r="http://schemas.openxmlformats.org/officeDocument/2006/relationships" xmlns:p="http://schemas.openxmlformats.org/presentationml/2006/main">
  <p:tag name="ISLIDE.ICON" val="#64751;"/>
</p:tagLst>
</file>

<file path=ppt/tags/tag253.xml><?xml version="1.0" encoding="utf-8"?>
<p:tagLst xmlns:a="http://schemas.openxmlformats.org/drawingml/2006/main" xmlns:r="http://schemas.openxmlformats.org/officeDocument/2006/relationships" xmlns:p="http://schemas.openxmlformats.org/presentationml/2006/main">
  <p:tag name="ISLIDE.ICON" val="#64751;"/>
</p:tagLst>
</file>

<file path=ppt/tags/tag254.xml><?xml version="1.0" encoding="utf-8"?>
<p:tagLst xmlns:a="http://schemas.openxmlformats.org/drawingml/2006/main" xmlns:r="http://schemas.openxmlformats.org/officeDocument/2006/relationships" xmlns:p="http://schemas.openxmlformats.org/presentationml/2006/main">
  <p:tag name="ISLIDE.ICON" val="#64751;"/>
</p:tagLst>
</file>

<file path=ppt/tags/tag255.xml><?xml version="1.0" encoding="utf-8"?>
<p:tagLst xmlns:a="http://schemas.openxmlformats.org/drawingml/2006/main" xmlns:r="http://schemas.openxmlformats.org/officeDocument/2006/relationships" xmlns:p="http://schemas.openxmlformats.org/presentationml/2006/main">
  <p:tag name="ISLIDE.ICON" val="#64751;"/>
</p:tagLst>
</file>

<file path=ppt/tags/tag256.xml><?xml version="1.0" encoding="utf-8"?>
<p:tagLst xmlns:a="http://schemas.openxmlformats.org/drawingml/2006/main" xmlns:r="http://schemas.openxmlformats.org/officeDocument/2006/relationships" xmlns:p="http://schemas.openxmlformats.org/presentationml/2006/main">
  <p:tag name="ISLIDE.ICON" val="#64751;"/>
</p:tagLst>
</file>

<file path=ppt/tags/tag257.xml><?xml version="1.0" encoding="utf-8"?>
<p:tagLst xmlns:a="http://schemas.openxmlformats.org/drawingml/2006/main" xmlns:r="http://schemas.openxmlformats.org/officeDocument/2006/relationships" xmlns:p="http://schemas.openxmlformats.org/presentationml/2006/main">
  <p:tag name="ISLIDE.ICON" val="#64751;"/>
</p:tagLst>
</file>

<file path=ppt/tags/tag258.xml><?xml version="1.0" encoding="utf-8"?>
<p:tagLst xmlns:a="http://schemas.openxmlformats.org/drawingml/2006/main" xmlns:r="http://schemas.openxmlformats.org/officeDocument/2006/relationships" xmlns:p="http://schemas.openxmlformats.org/presentationml/2006/main">
  <p:tag name="ISLIDE.ICON" val="#64751;"/>
</p:tagLst>
</file>

<file path=ppt/tags/tag259.xml><?xml version="1.0" encoding="utf-8"?>
<p:tagLst xmlns:a="http://schemas.openxmlformats.org/drawingml/2006/main" xmlns:r="http://schemas.openxmlformats.org/officeDocument/2006/relationships" xmlns:p="http://schemas.openxmlformats.org/presentationml/2006/main">
  <p:tag name="ISLIDE.ICON" val="#64751;"/>
</p:tagLst>
</file>

<file path=ppt/tags/tag260.xml><?xml version="1.0" encoding="utf-8"?>
<p:tagLst xmlns:a="http://schemas.openxmlformats.org/drawingml/2006/main" xmlns:r="http://schemas.openxmlformats.org/officeDocument/2006/relationships" xmlns:p="http://schemas.openxmlformats.org/presentationml/2006/main">
  <p:tag name="ISLIDE.ICON" val="#64751;"/>
</p:tagLst>
</file>

<file path=ppt/tags/tag261.xml><?xml version="1.0" encoding="utf-8"?>
<p:tagLst xmlns:a="http://schemas.openxmlformats.org/drawingml/2006/main" xmlns:r="http://schemas.openxmlformats.org/officeDocument/2006/relationships" xmlns:p="http://schemas.openxmlformats.org/presentationml/2006/main">
  <p:tag name="ISLIDE.ICON" val="#64751;"/>
</p:tagLst>
</file>

<file path=ppt/tags/tag262.xml><?xml version="1.0" encoding="utf-8"?>
<p:tagLst xmlns:a="http://schemas.openxmlformats.org/drawingml/2006/main" xmlns:r="http://schemas.openxmlformats.org/officeDocument/2006/relationships" xmlns:p="http://schemas.openxmlformats.org/presentationml/2006/main">
  <p:tag name="ISLIDE.ICON" val="#64751;"/>
</p:tagLst>
</file>

<file path=ppt/tags/tag263.xml><?xml version="1.0" encoding="utf-8"?>
<p:tagLst xmlns:a="http://schemas.openxmlformats.org/drawingml/2006/main" xmlns:r="http://schemas.openxmlformats.org/officeDocument/2006/relationships" xmlns:p="http://schemas.openxmlformats.org/presentationml/2006/main">
  <p:tag name="ISLIDE.ICON" val="#64751;"/>
</p:tagLst>
</file>

<file path=ppt/tags/tag264.xml><?xml version="1.0" encoding="utf-8"?>
<p:tagLst xmlns:a="http://schemas.openxmlformats.org/drawingml/2006/main" xmlns:r="http://schemas.openxmlformats.org/officeDocument/2006/relationships" xmlns:p="http://schemas.openxmlformats.org/presentationml/2006/main">
  <p:tag name="ISLIDE.ICON" val="#64751;"/>
</p:tagLst>
</file>

<file path=ppt/tags/tag265.xml><?xml version="1.0" encoding="utf-8"?>
<p:tagLst xmlns:a="http://schemas.openxmlformats.org/drawingml/2006/main" xmlns:r="http://schemas.openxmlformats.org/officeDocument/2006/relationships" xmlns:p="http://schemas.openxmlformats.org/presentationml/2006/main">
  <p:tag name="ISLIDE.ICON" val="#64751;"/>
</p:tagLst>
</file>

<file path=ppt/tags/tag266.xml><?xml version="1.0" encoding="utf-8"?>
<p:tagLst xmlns:a="http://schemas.openxmlformats.org/drawingml/2006/main" xmlns:r="http://schemas.openxmlformats.org/officeDocument/2006/relationships" xmlns:p="http://schemas.openxmlformats.org/presentationml/2006/main">
  <p:tag name="ISLIDE.ICON" val="#64751;"/>
</p:tagLst>
</file>

<file path=ppt/tags/tag267.xml><?xml version="1.0" encoding="utf-8"?>
<p:tagLst xmlns:a="http://schemas.openxmlformats.org/drawingml/2006/main" xmlns:r="http://schemas.openxmlformats.org/officeDocument/2006/relationships" xmlns:p="http://schemas.openxmlformats.org/presentationml/2006/main">
  <p:tag name="ISLIDE.ICON" val="#64751;"/>
</p:tagLst>
</file>

<file path=ppt/tags/tag268.xml><?xml version="1.0" encoding="utf-8"?>
<p:tagLst xmlns:a="http://schemas.openxmlformats.org/drawingml/2006/main" xmlns:r="http://schemas.openxmlformats.org/officeDocument/2006/relationships" xmlns:p="http://schemas.openxmlformats.org/presentationml/2006/main">
  <p:tag name="ISLIDE.VECTOR" val="#774935;"/>
  <p:tag name="ISLIDE.ICON" val="#64751;#79398;#385110;#393783;"/>
</p:tagLst>
</file>

<file path=ppt/tags/tag269.xml><?xml version="1.0" encoding="utf-8"?>
<p:tagLst xmlns:a="http://schemas.openxmlformats.org/drawingml/2006/main" xmlns:r="http://schemas.openxmlformats.org/officeDocument/2006/relationships" xmlns:p="http://schemas.openxmlformats.org/presentationml/2006/main">
  <p:tag name="ISLIDE.ICON" val="#64751;"/>
</p:tagLst>
</file>

<file path=ppt/tags/tag270.xml><?xml version="1.0" encoding="utf-8"?>
<p:tagLst xmlns:a="http://schemas.openxmlformats.org/drawingml/2006/main" xmlns:r="http://schemas.openxmlformats.org/officeDocument/2006/relationships" xmlns:p="http://schemas.openxmlformats.org/presentationml/2006/main">
  <p:tag name="ISLIDE.ICON" val="#64751;"/>
</p:tagLst>
</file>

<file path=ppt/tags/tag271.xml><?xml version="1.0" encoding="utf-8"?>
<p:tagLst xmlns:a="http://schemas.openxmlformats.org/drawingml/2006/main" xmlns:r="http://schemas.openxmlformats.org/officeDocument/2006/relationships" xmlns:p="http://schemas.openxmlformats.org/presentationml/2006/main">
  <p:tag name="ISLIDE.ICON" val="#64751;"/>
</p:tagLst>
</file>

<file path=ppt/tags/tag272.xml><?xml version="1.0" encoding="utf-8"?>
<p:tagLst xmlns:a="http://schemas.openxmlformats.org/drawingml/2006/main" xmlns:r="http://schemas.openxmlformats.org/officeDocument/2006/relationships" xmlns:p="http://schemas.openxmlformats.org/presentationml/2006/main">
  <p:tag name="ISLIDE.ICON" val="#64751;"/>
</p:tagLst>
</file>

<file path=ppt/tags/tag273.xml><?xml version="1.0" encoding="utf-8"?>
<p:tagLst xmlns:a="http://schemas.openxmlformats.org/drawingml/2006/main" xmlns:r="http://schemas.openxmlformats.org/officeDocument/2006/relationships" xmlns:p="http://schemas.openxmlformats.org/presentationml/2006/main">
  <p:tag name="ISLIDE.ICON" val="#64751;"/>
</p:tagLst>
</file>

<file path=ppt/tags/tag274.xml><?xml version="1.0" encoding="utf-8"?>
<p:tagLst xmlns:a="http://schemas.openxmlformats.org/drawingml/2006/main" xmlns:r="http://schemas.openxmlformats.org/officeDocument/2006/relationships" xmlns:p="http://schemas.openxmlformats.org/presentationml/2006/main">
  <p:tag name="ISLIDE.ICON" val="#64751;"/>
</p:tagLst>
</file>

<file path=ppt/tags/tag275.xml><?xml version="1.0" encoding="utf-8"?>
<p:tagLst xmlns:a="http://schemas.openxmlformats.org/drawingml/2006/main" xmlns:r="http://schemas.openxmlformats.org/officeDocument/2006/relationships" xmlns:p="http://schemas.openxmlformats.org/presentationml/2006/main">
  <p:tag name="ISLIDE.ICON" val="#64751;"/>
</p:tagLst>
</file>

<file path=ppt/tags/tag276.xml><?xml version="1.0" encoding="utf-8"?>
<p:tagLst xmlns:a="http://schemas.openxmlformats.org/drawingml/2006/main" xmlns:r="http://schemas.openxmlformats.org/officeDocument/2006/relationships" xmlns:p="http://schemas.openxmlformats.org/presentationml/2006/main">
  <p:tag name="ISLIDE.ICON" val="#64751;"/>
</p:tagLst>
</file>

<file path=ppt/tags/tag277.xml><?xml version="1.0" encoding="utf-8"?>
<p:tagLst xmlns:a="http://schemas.openxmlformats.org/drawingml/2006/main" xmlns:r="http://schemas.openxmlformats.org/officeDocument/2006/relationships" xmlns:p="http://schemas.openxmlformats.org/presentationml/2006/main">
  <p:tag name="ISLIDE.ICON" val="#64751;"/>
</p:tagLst>
</file>

<file path=ppt/tags/tag278.xml><?xml version="1.0" encoding="utf-8"?>
<p:tagLst xmlns:a="http://schemas.openxmlformats.org/drawingml/2006/main" xmlns:r="http://schemas.openxmlformats.org/officeDocument/2006/relationships" xmlns:p="http://schemas.openxmlformats.org/presentationml/2006/main">
  <p:tag name="ISLIDE.ICON" val="#64751;"/>
</p:tagLst>
</file>

<file path=ppt/tags/tag279.xml><?xml version="1.0" encoding="utf-8"?>
<p:tagLst xmlns:a="http://schemas.openxmlformats.org/drawingml/2006/main" xmlns:r="http://schemas.openxmlformats.org/officeDocument/2006/relationships" xmlns:p="http://schemas.openxmlformats.org/presentationml/2006/main">
  <p:tag name="ISLIDE.ICON" val="#64751;"/>
</p:tagLst>
</file>

<file path=ppt/tags/tag280.xml><?xml version="1.0" encoding="utf-8"?>
<p:tagLst xmlns:a="http://schemas.openxmlformats.org/drawingml/2006/main" xmlns:r="http://schemas.openxmlformats.org/officeDocument/2006/relationships" xmlns:p="http://schemas.openxmlformats.org/presentationml/2006/main">
  <p:tag name="ISLIDE.ICON" val="#64751;"/>
</p:tagLst>
</file>

<file path=ppt/tags/tag281.xml><?xml version="1.0" encoding="utf-8"?>
<p:tagLst xmlns:a="http://schemas.openxmlformats.org/drawingml/2006/main" xmlns:r="http://schemas.openxmlformats.org/officeDocument/2006/relationships" xmlns:p="http://schemas.openxmlformats.org/presentationml/2006/main">
  <p:tag name="ISLIDE.ICON" val="#64751;"/>
</p:tagLst>
</file>

<file path=ppt/tags/tag282.xml><?xml version="1.0" encoding="utf-8"?>
<p:tagLst xmlns:a="http://schemas.openxmlformats.org/drawingml/2006/main" xmlns:r="http://schemas.openxmlformats.org/officeDocument/2006/relationships" xmlns:p="http://schemas.openxmlformats.org/presentationml/2006/main">
  <p:tag name="ISLIDE.ICON" val="#64751;"/>
</p:tagLst>
</file>

<file path=ppt/tags/tag283.xml><?xml version="1.0" encoding="utf-8"?>
<p:tagLst xmlns:a="http://schemas.openxmlformats.org/drawingml/2006/main" xmlns:r="http://schemas.openxmlformats.org/officeDocument/2006/relationships" xmlns:p="http://schemas.openxmlformats.org/presentationml/2006/main">
  <p:tag name="ISLIDE.ICON" val="#64751;"/>
</p:tagLst>
</file>

<file path=ppt/tags/tag284.xml><?xml version="1.0" encoding="utf-8"?>
<p:tagLst xmlns:a="http://schemas.openxmlformats.org/drawingml/2006/main" xmlns:r="http://schemas.openxmlformats.org/officeDocument/2006/relationships" xmlns:p="http://schemas.openxmlformats.org/presentationml/2006/main">
  <p:tag name="ISLIDE.ICON" val="#64751;"/>
</p:tagLst>
</file>

<file path=ppt/tags/tag285.xml><?xml version="1.0" encoding="utf-8"?>
<p:tagLst xmlns:a="http://schemas.openxmlformats.org/drawingml/2006/main" xmlns:r="http://schemas.openxmlformats.org/officeDocument/2006/relationships" xmlns:p="http://schemas.openxmlformats.org/presentationml/2006/main">
  <p:tag name="ISLIDE.ICON" val="#64751;"/>
</p:tagLst>
</file>

<file path=ppt/tags/tag286.xml><?xml version="1.0" encoding="utf-8"?>
<p:tagLst xmlns:a="http://schemas.openxmlformats.org/drawingml/2006/main" xmlns:r="http://schemas.openxmlformats.org/officeDocument/2006/relationships" xmlns:p="http://schemas.openxmlformats.org/presentationml/2006/main">
  <p:tag name="ISLIDE.ICON" val="#64751;"/>
</p:tagLst>
</file>

<file path=ppt/tags/tag287.xml><?xml version="1.0" encoding="utf-8"?>
<p:tagLst xmlns:a="http://schemas.openxmlformats.org/drawingml/2006/main" xmlns:r="http://schemas.openxmlformats.org/officeDocument/2006/relationships" xmlns:p="http://schemas.openxmlformats.org/presentationml/2006/main">
  <p:tag name="ISLIDE.ICON" val="#64751;"/>
</p:tagLst>
</file>

<file path=ppt/tags/tag288.xml><?xml version="1.0" encoding="utf-8"?>
<p:tagLst xmlns:a="http://schemas.openxmlformats.org/drawingml/2006/main" xmlns:r="http://schemas.openxmlformats.org/officeDocument/2006/relationships" xmlns:p="http://schemas.openxmlformats.org/presentationml/2006/main">
  <p:tag name="ISLIDE.ICON" val="#64751;"/>
</p:tagLst>
</file>

<file path=ppt/tags/tag289.xml><?xml version="1.0" encoding="utf-8"?>
<p:tagLst xmlns:a="http://schemas.openxmlformats.org/drawingml/2006/main" xmlns:r="http://schemas.openxmlformats.org/officeDocument/2006/relationships" xmlns:p="http://schemas.openxmlformats.org/presentationml/2006/main">
  <p:tag name="ISLIDE.ICON" val="#64751;"/>
</p:tagLst>
</file>

<file path=ppt/tags/tag290.xml><?xml version="1.0" encoding="utf-8"?>
<p:tagLst xmlns:a="http://schemas.openxmlformats.org/drawingml/2006/main" xmlns:r="http://schemas.openxmlformats.org/officeDocument/2006/relationships" xmlns:p="http://schemas.openxmlformats.org/presentationml/2006/main">
  <p:tag name="ISLIDE.ICON" val="#64751;"/>
</p:tagLst>
</file>

<file path=ppt/tags/tag291.xml><?xml version="1.0" encoding="utf-8"?>
<p:tagLst xmlns:a="http://schemas.openxmlformats.org/drawingml/2006/main" xmlns:r="http://schemas.openxmlformats.org/officeDocument/2006/relationships" xmlns:p="http://schemas.openxmlformats.org/presentationml/2006/main">
  <p:tag name="ISLIDE.ICON" val="#64751;"/>
</p:tagLst>
</file>

<file path=ppt/tags/tag292.xml><?xml version="1.0" encoding="utf-8"?>
<p:tagLst xmlns:a="http://schemas.openxmlformats.org/drawingml/2006/main" xmlns:r="http://schemas.openxmlformats.org/officeDocument/2006/relationships" xmlns:p="http://schemas.openxmlformats.org/presentationml/2006/main">
  <p:tag name="ISLIDE.ICON" val="#64751;"/>
</p:tagLst>
</file>

<file path=ppt/tags/tag293.xml><?xml version="1.0" encoding="utf-8"?>
<p:tagLst xmlns:a="http://schemas.openxmlformats.org/drawingml/2006/main" xmlns:r="http://schemas.openxmlformats.org/officeDocument/2006/relationships" xmlns:p="http://schemas.openxmlformats.org/presentationml/2006/main">
  <p:tag name="ISLIDE.ICON" val="#64751;#398616;#401140;"/>
</p:tagLst>
</file>

<file path=ppt/tags/tag294.xml><?xml version="1.0" encoding="utf-8"?>
<p:tagLst xmlns:a="http://schemas.openxmlformats.org/drawingml/2006/main" xmlns:r="http://schemas.openxmlformats.org/officeDocument/2006/relationships" xmlns:p="http://schemas.openxmlformats.org/presentationml/2006/main">
  <p:tag name="ISLIDE.ICON" val="#64751;#398616;#401140;"/>
</p:tagLst>
</file>

<file path=ppt/tags/tag295.xml><?xml version="1.0" encoding="utf-8"?>
<p:tagLst xmlns:a="http://schemas.openxmlformats.org/drawingml/2006/main" xmlns:r="http://schemas.openxmlformats.org/officeDocument/2006/relationships" xmlns:p="http://schemas.openxmlformats.org/presentationml/2006/main">
  <p:tag name="ISLIDE.ICON" val="#64751;#398616;#401140;"/>
</p:tagLst>
</file>

<file path=ppt/tags/tag296.xml><?xml version="1.0" encoding="utf-8"?>
<p:tagLst xmlns:a="http://schemas.openxmlformats.org/drawingml/2006/main" xmlns:r="http://schemas.openxmlformats.org/officeDocument/2006/relationships" xmlns:p="http://schemas.openxmlformats.org/presentationml/2006/main">
  <p:tag name="ISLIDE.ICON" val="#64751;#398616;#401140;"/>
</p:tagLst>
</file>

<file path=ppt/tags/tag297.xml><?xml version="1.0" encoding="utf-8"?>
<p:tagLst xmlns:a="http://schemas.openxmlformats.org/drawingml/2006/main" xmlns:r="http://schemas.openxmlformats.org/officeDocument/2006/relationships" xmlns:p="http://schemas.openxmlformats.org/presentationml/2006/main">
  <p:tag name="ISLIDE.ICON" val="#64751;#398616;#401140;"/>
</p:tagLst>
</file>

<file path=ppt/tags/tag298.xml><?xml version="1.0" encoding="utf-8"?>
<p:tagLst xmlns:a="http://schemas.openxmlformats.org/drawingml/2006/main" xmlns:r="http://schemas.openxmlformats.org/officeDocument/2006/relationships" xmlns:p="http://schemas.openxmlformats.org/presentationml/2006/main">
  <p:tag name="ISLIDE.ICON" val="#64751;#398616;#401140;"/>
</p:tagLst>
</file>

<file path=ppt/tags/tag299.xml><?xml version="1.0" encoding="utf-8"?>
<p:tagLst xmlns:a="http://schemas.openxmlformats.org/drawingml/2006/main" xmlns:r="http://schemas.openxmlformats.org/officeDocument/2006/relationships" xmlns:p="http://schemas.openxmlformats.org/presentationml/2006/main">
  <p:tag name="ISLIDE.ICON" val="#64751;#398616;#401140;"/>
</p:tagLst>
</file>

<file path=ppt/tags/tag300.xml><?xml version="1.0" encoding="utf-8"?>
<p:tagLst xmlns:a="http://schemas.openxmlformats.org/drawingml/2006/main" xmlns:r="http://schemas.openxmlformats.org/officeDocument/2006/relationships" xmlns:p="http://schemas.openxmlformats.org/presentationml/2006/main">
  <p:tag name="ISLIDE.ICON" val="#64751;#398616;#401140;"/>
</p:tagLst>
</file>

<file path=ppt/tags/tag301.xml><?xml version="1.0" encoding="utf-8"?>
<p:tagLst xmlns:a="http://schemas.openxmlformats.org/drawingml/2006/main" xmlns:r="http://schemas.openxmlformats.org/officeDocument/2006/relationships" xmlns:p="http://schemas.openxmlformats.org/presentationml/2006/main">
  <p:tag name="ISLIDE.ICON" val="#64751;#398616;#401140;"/>
</p:tagLst>
</file>

<file path=ppt/tags/tag302.xml><?xml version="1.0" encoding="utf-8"?>
<p:tagLst xmlns:a="http://schemas.openxmlformats.org/drawingml/2006/main" xmlns:r="http://schemas.openxmlformats.org/officeDocument/2006/relationships" xmlns:p="http://schemas.openxmlformats.org/presentationml/2006/main">
  <p:tag name="ISLIDE.ICON" val="#64751;#398616;#401140;"/>
</p:tagLst>
</file>

<file path=ppt/tags/tag303.xml><?xml version="1.0" encoding="utf-8"?>
<p:tagLst xmlns:a="http://schemas.openxmlformats.org/drawingml/2006/main" xmlns:r="http://schemas.openxmlformats.org/officeDocument/2006/relationships" xmlns:p="http://schemas.openxmlformats.org/presentationml/2006/main">
  <p:tag name="ISLIDE.ICON" val="#64751;#398616;#401140;"/>
</p:tagLst>
</file>

<file path=ppt/tags/tag304.xml><?xml version="1.0" encoding="utf-8"?>
<p:tagLst xmlns:a="http://schemas.openxmlformats.org/drawingml/2006/main" xmlns:r="http://schemas.openxmlformats.org/officeDocument/2006/relationships" xmlns:p="http://schemas.openxmlformats.org/presentationml/2006/main">
  <p:tag name="ISLIDE.ICON" val="#64751;#398616;#401140;"/>
</p:tagLst>
</file>

<file path=ppt/tags/tag305.xml><?xml version="1.0" encoding="utf-8"?>
<p:tagLst xmlns:a="http://schemas.openxmlformats.org/drawingml/2006/main" xmlns:r="http://schemas.openxmlformats.org/officeDocument/2006/relationships" xmlns:p="http://schemas.openxmlformats.org/presentationml/2006/main">
  <p:tag name="ISLIDE.ICON" val="#64751;#398616;#401140;"/>
</p:tagLst>
</file>

<file path=ppt/tags/tag306.xml><?xml version="1.0" encoding="utf-8"?>
<p:tagLst xmlns:a="http://schemas.openxmlformats.org/drawingml/2006/main" xmlns:r="http://schemas.openxmlformats.org/officeDocument/2006/relationships" xmlns:p="http://schemas.openxmlformats.org/presentationml/2006/main">
  <p:tag name="ISLIDE.ICON" val="#64751;#398616;#401140;"/>
</p:tagLst>
</file>

<file path=ppt/tags/tag307.xml><?xml version="1.0" encoding="utf-8"?>
<p:tagLst xmlns:a="http://schemas.openxmlformats.org/drawingml/2006/main" xmlns:r="http://schemas.openxmlformats.org/officeDocument/2006/relationships" xmlns:p="http://schemas.openxmlformats.org/presentationml/2006/main">
  <p:tag name="ISLIDE.ICON" val="#64751;#398616;#401140;"/>
</p:tagLst>
</file>

<file path=ppt/tags/tag308.xml><?xml version="1.0" encoding="utf-8"?>
<p:tagLst xmlns:a="http://schemas.openxmlformats.org/drawingml/2006/main" xmlns:r="http://schemas.openxmlformats.org/officeDocument/2006/relationships" xmlns:p="http://schemas.openxmlformats.org/presentationml/2006/main">
  <p:tag name="ISLIDE.ICON" val="#64751;#398616;#401140;"/>
</p:tagLst>
</file>

<file path=ppt/tags/tag309.xml><?xml version="1.0" encoding="utf-8"?>
<p:tagLst xmlns:a="http://schemas.openxmlformats.org/drawingml/2006/main" xmlns:r="http://schemas.openxmlformats.org/officeDocument/2006/relationships" xmlns:p="http://schemas.openxmlformats.org/presentationml/2006/main">
  <p:tag name="ISLIDE.ICON" val="#64751;#398616;#401140;"/>
</p:tagLst>
</file>

<file path=ppt/tags/tag310.xml><?xml version="1.0" encoding="utf-8"?>
<p:tagLst xmlns:a="http://schemas.openxmlformats.org/drawingml/2006/main" xmlns:r="http://schemas.openxmlformats.org/officeDocument/2006/relationships" xmlns:p="http://schemas.openxmlformats.org/presentationml/2006/main">
  <p:tag name="ISLIDE.ICON" val="#64751;"/>
  <p:tag name="ISLIDE.VECTOR" val="#774935;"/>
</p:tagLst>
</file>

<file path=ppt/tags/tag311.xml><?xml version="1.0" encoding="utf-8"?>
<p:tagLst xmlns:a="http://schemas.openxmlformats.org/drawingml/2006/main" xmlns:r="http://schemas.openxmlformats.org/officeDocument/2006/relationships" xmlns:p="http://schemas.openxmlformats.org/presentationml/2006/main">
  <p:tag name="ISLIDE.ICON" val="#64751;"/>
  <p:tag name="ISLIDE.VECTOR" val="#774935;"/>
</p:tagLst>
</file>

<file path=ppt/tags/tag312.xml><?xml version="1.0" encoding="utf-8"?>
<p:tagLst xmlns:a="http://schemas.openxmlformats.org/drawingml/2006/main" xmlns:r="http://schemas.openxmlformats.org/officeDocument/2006/relationships" xmlns:p="http://schemas.openxmlformats.org/presentationml/2006/main">
  <p:tag name="ISLIDE.ICON" val="#64751;"/>
  <p:tag name="ISLIDE.VECTOR" val="#774935;"/>
</p:tagLst>
</file>

<file path=ppt/tags/tag313.xml><?xml version="1.0" encoding="utf-8"?>
<p:tagLst xmlns:a="http://schemas.openxmlformats.org/drawingml/2006/main" xmlns:r="http://schemas.openxmlformats.org/officeDocument/2006/relationships" xmlns:p="http://schemas.openxmlformats.org/presentationml/2006/main">
  <p:tag name="ISLIDE.ICON" val="#64751;"/>
  <p:tag name="ISLIDE.VECTOR" val="#774935;"/>
</p:tagLst>
</file>

<file path=ppt/tags/tag314.xml><?xml version="1.0" encoding="utf-8"?>
<p:tagLst xmlns:a="http://schemas.openxmlformats.org/drawingml/2006/main" xmlns:r="http://schemas.openxmlformats.org/officeDocument/2006/relationships" xmlns:p="http://schemas.openxmlformats.org/presentationml/2006/main">
  <p:tag name="ISLIDE.ICON" val="#64751;"/>
  <p:tag name="ISLIDE.VECTOR" val="#774935;"/>
</p:tagLst>
</file>

<file path=ppt/tags/tag315.xml><?xml version="1.0" encoding="utf-8"?>
<p:tagLst xmlns:a="http://schemas.openxmlformats.org/drawingml/2006/main" xmlns:r="http://schemas.openxmlformats.org/officeDocument/2006/relationships" xmlns:p="http://schemas.openxmlformats.org/presentationml/2006/main">
  <p:tag name="ISLIDE.ICON" val="#64751;"/>
  <p:tag name="ISLIDE.VECTOR" val="#774935;"/>
</p:tagLst>
</file>

<file path=ppt/tags/tag316.xml><?xml version="1.0" encoding="utf-8"?>
<p:tagLst xmlns:a="http://schemas.openxmlformats.org/drawingml/2006/main" xmlns:r="http://schemas.openxmlformats.org/officeDocument/2006/relationships" xmlns:p="http://schemas.openxmlformats.org/presentationml/2006/main">
  <p:tag name="ISLIDE.ICON" val="#64751;"/>
  <p:tag name="ISLIDE.VECTOR" val="#774935;"/>
</p:tagLst>
</file>

<file path=ppt/tags/tag317.xml><?xml version="1.0" encoding="utf-8"?>
<p:tagLst xmlns:a="http://schemas.openxmlformats.org/drawingml/2006/main" xmlns:r="http://schemas.openxmlformats.org/officeDocument/2006/relationships" xmlns:p="http://schemas.openxmlformats.org/presentationml/2006/main">
  <p:tag name="ISLIDE.ICON" val="#64751;"/>
  <p:tag name="ISLIDE.VECTOR" val="#774935;"/>
</p:tagLst>
</file>

<file path=ppt/tags/tag318.xml><?xml version="1.0" encoding="utf-8"?>
<p:tagLst xmlns:a="http://schemas.openxmlformats.org/drawingml/2006/main" xmlns:r="http://schemas.openxmlformats.org/officeDocument/2006/relationships" xmlns:p="http://schemas.openxmlformats.org/presentationml/2006/main">
  <p:tag name="ISLIDE.ICON" val="#64751;"/>
  <p:tag name="ISLIDE.VECTOR" val="#774935;"/>
</p:tagLst>
</file>

<file path=ppt/tags/tag319.xml><?xml version="1.0" encoding="utf-8"?>
<p:tagLst xmlns:a="http://schemas.openxmlformats.org/drawingml/2006/main" xmlns:r="http://schemas.openxmlformats.org/officeDocument/2006/relationships" xmlns:p="http://schemas.openxmlformats.org/presentationml/2006/main">
  <p:tag name="ISLIDE.ICON" val="#64751;"/>
  <p:tag name="ISLIDE.VECTOR" val="#774935;"/>
</p:tagLst>
</file>

<file path=ppt/tags/tag320.xml><?xml version="1.0" encoding="utf-8"?>
<p:tagLst xmlns:a="http://schemas.openxmlformats.org/drawingml/2006/main" xmlns:r="http://schemas.openxmlformats.org/officeDocument/2006/relationships" xmlns:p="http://schemas.openxmlformats.org/presentationml/2006/main">
  <p:tag name="ISLIDE.ICON" val="#64751;"/>
  <p:tag name="ISLIDE.VECTOR" val="#774935;"/>
</p:tagLst>
</file>

<file path=ppt/tags/tag321.xml><?xml version="1.0" encoding="utf-8"?>
<p:tagLst xmlns:a="http://schemas.openxmlformats.org/drawingml/2006/main" xmlns:r="http://schemas.openxmlformats.org/officeDocument/2006/relationships" xmlns:p="http://schemas.openxmlformats.org/presentationml/2006/main">
  <p:tag name="ISLIDE.ICON" val="#64751;"/>
  <p:tag name="ISLIDE.VECTOR" val="#774935;"/>
</p:tagLst>
</file>

<file path=ppt/tags/tag322.xml><?xml version="1.0" encoding="utf-8"?>
<p:tagLst xmlns:a="http://schemas.openxmlformats.org/drawingml/2006/main" xmlns:r="http://schemas.openxmlformats.org/officeDocument/2006/relationships" xmlns:p="http://schemas.openxmlformats.org/presentationml/2006/main">
  <p:tag name="ISLIDE.ICON" val="#64751;"/>
  <p:tag name="ISLIDE.VECTOR" val="#774935;"/>
</p:tagLst>
</file>

<file path=ppt/tags/tag323.xml><?xml version="1.0" encoding="utf-8"?>
<p:tagLst xmlns:a="http://schemas.openxmlformats.org/drawingml/2006/main" xmlns:r="http://schemas.openxmlformats.org/officeDocument/2006/relationships" xmlns:p="http://schemas.openxmlformats.org/presentationml/2006/main">
  <p:tag name="ISLIDE.ICON" val="#64751;"/>
  <p:tag name="ISLIDE.VECTOR" val="#774935;"/>
</p:tagLst>
</file>

<file path=ppt/tags/tag324.xml><?xml version="1.0" encoding="utf-8"?>
<p:tagLst xmlns:a="http://schemas.openxmlformats.org/drawingml/2006/main" xmlns:r="http://schemas.openxmlformats.org/officeDocument/2006/relationships" xmlns:p="http://schemas.openxmlformats.org/presentationml/2006/main">
  <p:tag name="ISLIDE.ICON" val="#64751;"/>
  <p:tag name="ISLIDE.VECTOR" val="#774935;"/>
</p:tagLst>
</file>

<file path=ppt/tags/tag325.xml><?xml version="1.0" encoding="utf-8"?>
<p:tagLst xmlns:a="http://schemas.openxmlformats.org/drawingml/2006/main" xmlns:r="http://schemas.openxmlformats.org/officeDocument/2006/relationships" xmlns:p="http://schemas.openxmlformats.org/presentationml/2006/main">
  <p:tag name="ISLIDE.ICON" val="#64751;"/>
  <p:tag name="ISLIDE.VECTOR" val="#774935;"/>
</p:tagLst>
</file>

<file path=ppt/tags/tag326.xml><?xml version="1.0" encoding="utf-8"?>
<p:tagLst xmlns:a="http://schemas.openxmlformats.org/drawingml/2006/main" xmlns:r="http://schemas.openxmlformats.org/officeDocument/2006/relationships" xmlns:p="http://schemas.openxmlformats.org/presentationml/2006/main">
  <p:tag name="ISLIDE.ICON" val="#64751;"/>
  <p:tag name="ISLIDE.VECTOR" val="#774935;"/>
</p:tagLst>
</file>

<file path=ppt/tags/tag327.xml><?xml version="1.0" encoding="utf-8"?>
<p:tagLst xmlns:a="http://schemas.openxmlformats.org/drawingml/2006/main" xmlns:r="http://schemas.openxmlformats.org/officeDocument/2006/relationships" xmlns:p="http://schemas.openxmlformats.org/presentationml/2006/main">
  <p:tag name="ISLIDE.ICON" val="#64751;"/>
  <p:tag name="ISLIDE.VECTOR" val="#774935;"/>
</p:tagLst>
</file>

<file path=ppt/tags/tag328.xml><?xml version="1.0" encoding="utf-8"?>
<p:tagLst xmlns:a="http://schemas.openxmlformats.org/drawingml/2006/main" xmlns:r="http://schemas.openxmlformats.org/officeDocument/2006/relationships" xmlns:p="http://schemas.openxmlformats.org/presentationml/2006/main">
  <p:tag name="ISLIDE.ICON" val="#64751;"/>
  <p:tag name="ISLIDE.VECTOR" val="#774935;"/>
</p:tagLst>
</file>

<file path=ppt/tags/tag329.xml><?xml version="1.0" encoding="utf-8"?>
<p:tagLst xmlns:a="http://schemas.openxmlformats.org/drawingml/2006/main" xmlns:r="http://schemas.openxmlformats.org/officeDocument/2006/relationships" xmlns:p="http://schemas.openxmlformats.org/presentationml/2006/main">
  <p:tag name="ISLIDE.ICON" val="#64751;"/>
  <p:tag name="ISLIDE.VECTOR" val="#774935;"/>
</p:tagLst>
</file>

<file path=ppt/tags/tag330.xml><?xml version="1.0" encoding="utf-8"?>
<p:tagLst xmlns:a="http://schemas.openxmlformats.org/drawingml/2006/main" xmlns:r="http://schemas.openxmlformats.org/officeDocument/2006/relationships" xmlns:p="http://schemas.openxmlformats.org/presentationml/2006/main">
  <p:tag name="ISLIDE.ICON" val="#64751;"/>
  <p:tag name="ISLIDE.VECTOR" val="#774935;"/>
</p:tagLst>
</file>

<file path=ppt/tags/tag331.xml><?xml version="1.0" encoding="utf-8"?>
<p:tagLst xmlns:a="http://schemas.openxmlformats.org/drawingml/2006/main" xmlns:r="http://schemas.openxmlformats.org/officeDocument/2006/relationships" xmlns:p="http://schemas.openxmlformats.org/presentationml/2006/main">
  <p:tag name="ISLIDE.ICON" val="#64751;"/>
  <p:tag name="ISLIDE.VECTOR" val="#774935;"/>
</p:tagLst>
</file>

<file path=ppt/tags/tag332.xml><?xml version="1.0" encoding="utf-8"?>
<p:tagLst xmlns:a="http://schemas.openxmlformats.org/drawingml/2006/main" xmlns:r="http://schemas.openxmlformats.org/officeDocument/2006/relationships" xmlns:p="http://schemas.openxmlformats.org/presentationml/2006/main">
  <p:tag name="ISLIDE.ICON" val="#64751;"/>
  <p:tag name="ISLIDE.VECTOR" val="#774935;"/>
</p:tagLst>
</file>

<file path=ppt/tags/tag333.xml><?xml version="1.0" encoding="utf-8"?>
<p:tagLst xmlns:a="http://schemas.openxmlformats.org/drawingml/2006/main" xmlns:r="http://schemas.openxmlformats.org/officeDocument/2006/relationships" xmlns:p="http://schemas.openxmlformats.org/presentationml/2006/main">
  <p:tag name="ISLIDE.ICON" val="#64751;"/>
  <p:tag name="ISLIDE.VECTOR" val="#774935;"/>
</p:tagLst>
</file>

<file path=ppt/tags/tag334.xml><?xml version="1.0" encoding="utf-8"?>
<p:tagLst xmlns:a="http://schemas.openxmlformats.org/drawingml/2006/main" xmlns:r="http://schemas.openxmlformats.org/officeDocument/2006/relationships" xmlns:p="http://schemas.openxmlformats.org/presentationml/2006/main">
  <p:tag name="ISLIDE.ICON" val="#64751;"/>
  <p:tag name="ISLIDE.VECTOR" val="#774935;"/>
</p:tagLst>
</file>

<file path=ppt/tags/tag335.xml><?xml version="1.0" encoding="utf-8"?>
<p:tagLst xmlns:a="http://schemas.openxmlformats.org/drawingml/2006/main" xmlns:r="http://schemas.openxmlformats.org/officeDocument/2006/relationships" xmlns:p="http://schemas.openxmlformats.org/presentationml/2006/main">
  <p:tag name="ISLIDE.ICON" val="#64751;"/>
  <p:tag name="ISLIDE.VECTOR" val="#774935;"/>
</p:tagLst>
</file>

<file path=ppt/tags/tag336.xml><?xml version="1.0" encoding="utf-8"?>
<p:tagLst xmlns:a="http://schemas.openxmlformats.org/drawingml/2006/main" xmlns:r="http://schemas.openxmlformats.org/officeDocument/2006/relationships" xmlns:p="http://schemas.openxmlformats.org/presentationml/2006/main">
  <p:tag name="ISLIDE.ICON" val="#64751;"/>
  <p:tag name="ISLIDE.VECTOR" val="#774935;"/>
</p:tagLst>
</file>

<file path=ppt/tags/tag337.xml><?xml version="1.0" encoding="utf-8"?>
<p:tagLst xmlns:a="http://schemas.openxmlformats.org/drawingml/2006/main" xmlns:r="http://schemas.openxmlformats.org/officeDocument/2006/relationships" xmlns:p="http://schemas.openxmlformats.org/presentationml/2006/main">
  <p:tag name="ISLIDE.ICON" val="#64751;"/>
  <p:tag name="ISLIDE.VECTOR" val="#774935;"/>
</p:tagLst>
</file>

<file path=ppt/tags/tag338.xml><?xml version="1.0" encoding="utf-8"?>
<p:tagLst xmlns:a="http://schemas.openxmlformats.org/drawingml/2006/main" xmlns:r="http://schemas.openxmlformats.org/officeDocument/2006/relationships" xmlns:p="http://schemas.openxmlformats.org/presentationml/2006/main">
  <p:tag name="ISLIDE.ICON" val="#64751;"/>
  <p:tag name="ISLIDE.VECTOR" val="#774935;"/>
</p:tagLst>
</file>

<file path=ppt/tags/tag339.xml><?xml version="1.0" encoding="utf-8"?>
<p:tagLst xmlns:a="http://schemas.openxmlformats.org/drawingml/2006/main" xmlns:r="http://schemas.openxmlformats.org/officeDocument/2006/relationships" xmlns:p="http://schemas.openxmlformats.org/presentationml/2006/main">
  <p:tag name="ISLIDE.ICON" val="#64751;"/>
  <p:tag name="ISLIDE.VECTOR" val="#774935;"/>
</p:tagLst>
</file>

<file path=ppt/tags/tag340.xml><?xml version="1.0" encoding="utf-8"?>
<p:tagLst xmlns:a="http://schemas.openxmlformats.org/drawingml/2006/main" xmlns:r="http://schemas.openxmlformats.org/officeDocument/2006/relationships" xmlns:p="http://schemas.openxmlformats.org/presentationml/2006/main">
  <p:tag name="ISLIDE.ICON" val="#64751;"/>
  <p:tag name="ISLIDE.VECTOR" val="#774935;"/>
</p:tagLst>
</file>

<file path=ppt/tags/tag341.xml><?xml version="1.0" encoding="utf-8"?>
<p:tagLst xmlns:a="http://schemas.openxmlformats.org/drawingml/2006/main" xmlns:r="http://schemas.openxmlformats.org/officeDocument/2006/relationships" xmlns:p="http://schemas.openxmlformats.org/presentationml/2006/main">
  <p:tag name="ISLIDE.ICON" val="#64751;"/>
  <p:tag name="ISLIDE.VECTOR" val="#774935;"/>
</p:tagLst>
</file>

<file path=ppt/tags/tag342.xml><?xml version="1.0" encoding="utf-8"?>
<p:tagLst xmlns:a="http://schemas.openxmlformats.org/drawingml/2006/main" xmlns:r="http://schemas.openxmlformats.org/officeDocument/2006/relationships" xmlns:p="http://schemas.openxmlformats.org/presentationml/2006/main">
  <p:tag name="ISLIDE.ICON" val="#64751;"/>
  <p:tag name="ISLIDE.VECTOR" val="#774935;"/>
</p:tagLst>
</file>

<file path=ppt/tags/tag343.xml><?xml version="1.0" encoding="utf-8"?>
<p:tagLst xmlns:a="http://schemas.openxmlformats.org/drawingml/2006/main" xmlns:r="http://schemas.openxmlformats.org/officeDocument/2006/relationships" xmlns:p="http://schemas.openxmlformats.org/presentationml/2006/main">
  <p:tag name="ISLIDE.ICON" val="#64751;"/>
  <p:tag name="ISLIDE.VECTOR" val="#774935;"/>
</p:tagLst>
</file>

<file path=ppt/tags/tag344.xml><?xml version="1.0" encoding="utf-8"?>
<p:tagLst xmlns:a="http://schemas.openxmlformats.org/drawingml/2006/main" xmlns:r="http://schemas.openxmlformats.org/officeDocument/2006/relationships" xmlns:p="http://schemas.openxmlformats.org/presentationml/2006/main">
  <p:tag name="ISLIDE.ICON" val="#64751;"/>
  <p:tag name="ISLIDE.VECTOR" val="#774935;"/>
</p:tagLst>
</file>

<file path=ppt/tags/tag345.xml><?xml version="1.0" encoding="utf-8"?>
<p:tagLst xmlns:a="http://schemas.openxmlformats.org/drawingml/2006/main" xmlns:r="http://schemas.openxmlformats.org/officeDocument/2006/relationships" xmlns:p="http://schemas.openxmlformats.org/presentationml/2006/main">
  <p:tag name="ISLIDE.ICON" val="#64751;"/>
  <p:tag name="ISLIDE.VECTOR" val="#774935;"/>
</p:tagLst>
</file>

<file path=ppt/tags/tag346.xml><?xml version="1.0" encoding="utf-8"?>
<p:tagLst xmlns:a="http://schemas.openxmlformats.org/drawingml/2006/main" xmlns:r="http://schemas.openxmlformats.org/officeDocument/2006/relationships" xmlns:p="http://schemas.openxmlformats.org/presentationml/2006/main">
  <p:tag name="ISLIDE.ICON" val="#64751;"/>
  <p:tag name="ISLIDE.VECTOR" val="#774935;"/>
</p:tagLst>
</file>

<file path=ppt/tags/tag347.xml><?xml version="1.0" encoding="utf-8"?>
<p:tagLst xmlns:a="http://schemas.openxmlformats.org/drawingml/2006/main" xmlns:r="http://schemas.openxmlformats.org/officeDocument/2006/relationships" xmlns:p="http://schemas.openxmlformats.org/presentationml/2006/main">
  <p:tag name="ISLIDE.ICON" val="#64751;"/>
  <p:tag name="ISLIDE.VECTOR" val="#774935;"/>
</p:tagLst>
</file>

<file path=ppt/tags/tag348.xml><?xml version="1.0" encoding="utf-8"?>
<p:tagLst xmlns:a="http://schemas.openxmlformats.org/drawingml/2006/main" xmlns:r="http://schemas.openxmlformats.org/officeDocument/2006/relationships" xmlns:p="http://schemas.openxmlformats.org/presentationml/2006/main">
  <p:tag name="ISLIDE.ICON" val="#64751;"/>
  <p:tag name="ISLIDE.VECTOR" val="#774935;"/>
</p:tagLst>
</file>

<file path=ppt/tags/tag349.xml><?xml version="1.0" encoding="utf-8"?>
<p:tagLst xmlns:a="http://schemas.openxmlformats.org/drawingml/2006/main" xmlns:r="http://schemas.openxmlformats.org/officeDocument/2006/relationships" xmlns:p="http://schemas.openxmlformats.org/presentationml/2006/main">
  <p:tag name="ISLIDE.ICON" val="#64751;"/>
  <p:tag name="ISLIDE.VECTOR" val="#774935;"/>
</p:tagLst>
</file>

<file path=ppt/tags/tag350.xml><?xml version="1.0" encoding="utf-8"?>
<p:tagLst xmlns:a="http://schemas.openxmlformats.org/drawingml/2006/main" xmlns:r="http://schemas.openxmlformats.org/officeDocument/2006/relationships" xmlns:p="http://schemas.openxmlformats.org/presentationml/2006/main">
  <p:tag name="ISLIDE.ICON" val="#64751;"/>
  <p:tag name="ISLIDE.VECTOR" val="#774935;"/>
</p:tagLst>
</file>

<file path=ppt/tags/tag351.xml><?xml version="1.0" encoding="utf-8"?>
<p:tagLst xmlns:a="http://schemas.openxmlformats.org/drawingml/2006/main" xmlns:r="http://schemas.openxmlformats.org/officeDocument/2006/relationships" xmlns:p="http://schemas.openxmlformats.org/presentationml/2006/main">
  <p:tag name="ISLIDE.ICON" val="#64751;"/>
  <p:tag name="ISLIDE.VECTOR" val="#774935;"/>
</p:tagLst>
</file>

<file path=ppt/tags/tag352.xml><?xml version="1.0" encoding="utf-8"?>
<p:tagLst xmlns:a="http://schemas.openxmlformats.org/drawingml/2006/main" xmlns:r="http://schemas.openxmlformats.org/officeDocument/2006/relationships" xmlns:p="http://schemas.openxmlformats.org/presentationml/2006/main">
  <p:tag name="ISLIDE.ICON" val="#64751;"/>
  <p:tag name="ISLIDE.VECTOR" val="#774935;"/>
</p:tagLst>
</file>

<file path=ppt/tags/tag353.xml><?xml version="1.0" encoding="utf-8"?>
<p:tagLst xmlns:a="http://schemas.openxmlformats.org/drawingml/2006/main" xmlns:r="http://schemas.openxmlformats.org/officeDocument/2006/relationships" xmlns:p="http://schemas.openxmlformats.org/presentationml/2006/main">
  <p:tag name="ISLIDE.ICON" val="#64751;"/>
  <p:tag name="ISLIDE.VECTOR" val="#774935;"/>
</p:tagLst>
</file>

<file path=ppt/tags/tag354.xml><?xml version="1.0" encoding="utf-8"?>
<p:tagLst xmlns:a="http://schemas.openxmlformats.org/drawingml/2006/main" xmlns:r="http://schemas.openxmlformats.org/officeDocument/2006/relationships" xmlns:p="http://schemas.openxmlformats.org/presentationml/2006/main">
  <p:tag name="ISLIDE.ICON" val="#64751;"/>
  <p:tag name="ISLIDE.VECTOR" val="#774935;"/>
</p:tagLst>
</file>

<file path=ppt/tags/tag355.xml><?xml version="1.0" encoding="utf-8"?>
<p:tagLst xmlns:a="http://schemas.openxmlformats.org/drawingml/2006/main" xmlns:r="http://schemas.openxmlformats.org/officeDocument/2006/relationships" xmlns:p="http://schemas.openxmlformats.org/presentationml/2006/main">
  <p:tag name="ISLIDE.ICON" val="#64751;"/>
  <p:tag name="ISLIDE.VECTOR" val="#774935;"/>
</p:tagLst>
</file>

<file path=ppt/tags/tag356.xml><?xml version="1.0" encoding="utf-8"?>
<p:tagLst xmlns:a="http://schemas.openxmlformats.org/drawingml/2006/main" xmlns:r="http://schemas.openxmlformats.org/officeDocument/2006/relationships" xmlns:p="http://schemas.openxmlformats.org/presentationml/2006/main">
  <p:tag name="ISLIDE.ICON" val="#64751;"/>
  <p:tag name="ISLIDE.VECTOR" val="#774935;"/>
</p:tagLst>
</file>

<file path=ppt/tags/tag357.xml><?xml version="1.0" encoding="utf-8"?>
<p:tagLst xmlns:a="http://schemas.openxmlformats.org/drawingml/2006/main" xmlns:r="http://schemas.openxmlformats.org/officeDocument/2006/relationships" xmlns:p="http://schemas.openxmlformats.org/presentationml/2006/main">
  <p:tag name="ISLIDE.ICON" val="#64751;"/>
  <p:tag name="ISLIDE.VECTOR" val="#774935;"/>
</p:tagLst>
</file>

<file path=ppt/tags/tag358.xml><?xml version="1.0" encoding="utf-8"?>
<p:tagLst xmlns:a="http://schemas.openxmlformats.org/drawingml/2006/main" xmlns:r="http://schemas.openxmlformats.org/officeDocument/2006/relationships" xmlns:p="http://schemas.openxmlformats.org/presentationml/2006/main">
  <p:tag name="ISLIDE.ICON" val="#64751;"/>
  <p:tag name="ISLIDE.VECTOR" val="#774935;"/>
</p:tagLst>
</file>

<file path=ppt/tags/tag359.xml><?xml version="1.0" encoding="utf-8"?>
<p:tagLst xmlns:a="http://schemas.openxmlformats.org/drawingml/2006/main" xmlns:r="http://schemas.openxmlformats.org/officeDocument/2006/relationships" xmlns:p="http://schemas.openxmlformats.org/presentationml/2006/main">
  <p:tag name="ISLIDE.ICON" val="#64751;"/>
  <p:tag name="ISLIDE.VECTOR" val="#774935;"/>
</p:tagLst>
</file>

<file path=ppt/tags/tag360.xml><?xml version="1.0" encoding="utf-8"?>
<p:tagLst xmlns:a="http://schemas.openxmlformats.org/drawingml/2006/main" xmlns:r="http://schemas.openxmlformats.org/officeDocument/2006/relationships" xmlns:p="http://schemas.openxmlformats.org/presentationml/2006/main">
  <p:tag name="ISLIDE.ICON" val="#64751;"/>
  <p:tag name="ISLIDE.VECTOR" val="#774935;"/>
</p:tagLst>
</file>

<file path=ppt/tags/tag361.xml><?xml version="1.0" encoding="utf-8"?>
<p:tagLst xmlns:a="http://schemas.openxmlformats.org/drawingml/2006/main" xmlns:r="http://schemas.openxmlformats.org/officeDocument/2006/relationships" xmlns:p="http://schemas.openxmlformats.org/presentationml/2006/main">
  <p:tag name="ISLIDE.ICON" val="#64751;"/>
  <p:tag name="ISLIDE.VECTOR" val="#774935;"/>
</p:tagLst>
</file>

<file path=ppt/tags/tag362.xml><?xml version="1.0" encoding="utf-8"?>
<p:tagLst xmlns:a="http://schemas.openxmlformats.org/drawingml/2006/main" xmlns:r="http://schemas.openxmlformats.org/officeDocument/2006/relationships" xmlns:p="http://schemas.openxmlformats.org/presentationml/2006/main">
  <p:tag name="ISLIDE.ICON" val="#64751;"/>
  <p:tag name="ISLIDE.VECTOR" val="#774935;"/>
</p:tagLst>
</file>

<file path=ppt/tags/tag363.xml><?xml version="1.0" encoding="utf-8"?>
<p:tagLst xmlns:a="http://schemas.openxmlformats.org/drawingml/2006/main" xmlns:r="http://schemas.openxmlformats.org/officeDocument/2006/relationships" xmlns:p="http://schemas.openxmlformats.org/presentationml/2006/main">
  <p:tag name="ISLIDE.ICON" val="#64751;"/>
  <p:tag name="ISLIDE.VECTOR" val="#774935;"/>
</p:tagLst>
</file>

<file path=ppt/tags/tag364.xml><?xml version="1.0" encoding="utf-8"?>
<p:tagLst xmlns:a="http://schemas.openxmlformats.org/drawingml/2006/main" xmlns:r="http://schemas.openxmlformats.org/officeDocument/2006/relationships" xmlns:p="http://schemas.openxmlformats.org/presentationml/2006/main">
  <p:tag name="ISLIDE.ICON" val="#64751;"/>
  <p:tag name="ISLIDE.VECTOR" val="#774935;"/>
</p:tagLst>
</file>

<file path=ppt/tags/tag365.xml><?xml version="1.0" encoding="utf-8"?>
<p:tagLst xmlns:a="http://schemas.openxmlformats.org/drawingml/2006/main" xmlns:r="http://schemas.openxmlformats.org/officeDocument/2006/relationships" xmlns:p="http://schemas.openxmlformats.org/presentationml/2006/main">
  <p:tag name="ISLIDE.ICON" val="#64751;"/>
  <p:tag name="ISLIDE.VECTOR" val="#774935;"/>
</p:tagLst>
</file>

<file path=ppt/tags/tag366.xml><?xml version="1.0" encoding="utf-8"?>
<p:tagLst xmlns:a="http://schemas.openxmlformats.org/drawingml/2006/main" xmlns:r="http://schemas.openxmlformats.org/officeDocument/2006/relationships" xmlns:p="http://schemas.openxmlformats.org/presentationml/2006/main">
  <p:tag name="ISLIDE.ICON" val="#64751;"/>
  <p:tag name="ISLIDE.VECTOR" val="#774935;"/>
</p:tagLst>
</file>

<file path=ppt/tags/tag367.xml><?xml version="1.0" encoding="utf-8"?>
<p:tagLst xmlns:a="http://schemas.openxmlformats.org/drawingml/2006/main" xmlns:r="http://schemas.openxmlformats.org/officeDocument/2006/relationships" xmlns:p="http://schemas.openxmlformats.org/presentationml/2006/main">
  <p:tag name="ISLIDE.ICON" val="#64751;"/>
  <p:tag name="ISLIDE.VECTOR" val="#774935;"/>
</p:tagLst>
</file>

<file path=ppt/tags/tag368.xml><?xml version="1.0" encoding="utf-8"?>
<p:tagLst xmlns:a="http://schemas.openxmlformats.org/drawingml/2006/main" xmlns:r="http://schemas.openxmlformats.org/officeDocument/2006/relationships" xmlns:p="http://schemas.openxmlformats.org/presentationml/2006/main">
  <p:tag name="ISLIDE.ICON" val="#64751;"/>
  <p:tag name="ISLIDE.VECTOR" val="#774935;"/>
</p:tagLst>
</file>

<file path=ppt/tags/tag369.xml><?xml version="1.0" encoding="utf-8"?>
<p:tagLst xmlns:a="http://schemas.openxmlformats.org/drawingml/2006/main" xmlns:r="http://schemas.openxmlformats.org/officeDocument/2006/relationships" xmlns:p="http://schemas.openxmlformats.org/presentationml/2006/main">
  <p:tag name="ISLIDE.ICON" val="#64751;"/>
  <p:tag name="ISLIDE.VECTOR" val="#774935;"/>
</p:tagLst>
</file>

<file path=ppt/tags/tag370.xml><?xml version="1.0" encoding="utf-8"?>
<p:tagLst xmlns:a="http://schemas.openxmlformats.org/drawingml/2006/main" xmlns:r="http://schemas.openxmlformats.org/officeDocument/2006/relationships" xmlns:p="http://schemas.openxmlformats.org/presentationml/2006/main">
  <p:tag name="ISLIDE.ICON" val="#64751;"/>
  <p:tag name="ISLIDE.VECTOR" val="#774935;"/>
</p:tagLst>
</file>

<file path=ppt/tags/tag371.xml><?xml version="1.0" encoding="utf-8"?>
<p:tagLst xmlns:a="http://schemas.openxmlformats.org/drawingml/2006/main" xmlns:r="http://schemas.openxmlformats.org/officeDocument/2006/relationships" xmlns:p="http://schemas.openxmlformats.org/presentationml/2006/main">
  <p:tag name="ISLIDE.ICON" val="#64751;"/>
  <p:tag name="ISLIDE.VECTOR" val="#774935;"/>
</p:tagLst>
</file>

<file path=ppt/tags/tag372.xml><?xml version="1.0" encoding="utf-8"?>
<p:tagLst xmlns:a="http://schemas.openxmlformats.org/drawingml/2006/main" xmlns:r="http://schemas.openxmlformats.org/officeDocument/2006/relationships" xmlns:p="http://schemas.openxmlformats.org/presentationml/2006/main">
  <p:tag name="ISLIDE.VECTOR" val="#774935;"/>
  <p:tag name="ISLIDE.ICON" val="#64751;#401140;#383318;#370735;"/>
</p:tagLst>
</file>

<file path=ppt/tags/tag373.xml><?xml version="1.0" encoding="utf-8"?>
<p:tagLst xmlns:a="http://schemas.openxmlformats.org/drawingml/2006/main" xmlns:r="http://schemas.openxmlformats.org/officeDocument/2006/relationships" xmlns:p="http://schemas.openxmlformats.org/presentationml/2006/main">
  <p:tag name="ISLIDE.VECTOR" val="#774935;"/>
  <p:tag name="ISLIDE.ICON" val="#64751;#401140;#383318;#370735;"/>
</p:tagLst>
</file>

<file path=ppt/tags/tag374.xml><?xml version="1.0" encoding="utf-8"?>
<p:tagLst xmlns:a="http://schemas.openxmlformats.org/drawingml/2006/main" xmlns:r="http://schemas.openxmlformats.org/officeDocument/2006/relationships" xmlns:p="http://schemas.openxmlformats.org/presentationml/2006/main">
  <p:tag name="ISLIDE.VECTOR" val="#774935;"/>
  <p:tag name="ISLIDE.ICON" val="#64751;#401140;#383318;#370735;"/>
</p:tagLst>
</file>

<file path=ppt/tags/tag375.xml><?xml version="1.0" encoding="utf-8"?>
<p:tagLst xmlns:a="http://schemas.openxmlformats.org/drawingml/2006/main" xmlns:r="http://schemas.openxmlformats.org/officeDocument/2006/relationships" xmlns:p="http://schemas.openxmlformats.org/presentationml/2006/main">
  <p:tag name="ISLIDE.ICON" val="#64751;"/>
  <p:tag name="ISLIDE.VECTOR" val="#774935;"/>
</p:tagLst>
</file>

<file path=ppt/tags/tag376.xml><?xml version="1.0" encoding="utf-8"?>
<p:tagLst xmlns:a="http://schemas.openxmlformats.org/drawingml/2006/main" xmlns:r="http://schemas.openxmlformats.org/officeDocument/2006/relationships" xmlns:p="http://schemas.openxmlformats.org/presentationml/2006/main">
  <p:tag name="ISLIDE.ICON" val="#64751;"/>
  <p:tag name="ISLIDE.VECTOR" val="#774935;#774935;"/>
</p:tagLst>
</file>

<file path=ppt/tags/tag377.xml><?xml version="1.0" encoding="utf-8"?>
<p:tagLst xmlns:a="http://schemas.openxmlformats.org/drawingml/2006/main" xmlns:r="http://schemas.openxmlformats.org/officeDocument/2006/relationships" xmlns:p="http://schemas.openxmlformats.org/presentationml/2006/main">
  <p:tag name="ISLIDE.ICON" val="#64751;"/>
  <p:tag name="ISLIDE.VECTOR" val="#774935;#774935;"/>
</p:tagLst>
</file>

<file path=ppt/tags/tag378.xml><?xml version="1.0" encoding="utf-8"?>
<p:tagLst xmlns:a="http://schemas.openxmlformats.org/drawingml/2006/main" xmlns:r="http://schemas.openxmlformats.org/officeDocument/2006/relationships" xmlns:p="http://schemas.openxmlformats.org/presentationml/2006/main">
  <p:tag name="ISLIDE.ICON" val="#64751;"/>
  <p:tag name="ISLIDE.VECTOR" val="#774935;#774935;"/>
</p:tagLst>
</file>

<file path=ppt/tags/tag379.xml><?xml version="1.0" encoding="utf-8"?>
<p:tagLst xmlns:a="http://schemas.openxmlformats.org/drawingml/2006/main" xmlns:r="http://schemas.openxmlformats.org/officeDocument/2006/relationships" xmlns:p="http://schemas.openxmlformats.org/presentationml/2006/main">
  <p:tag name="ISLIDE.ICON" val="#64751;"/>
  <p:tag name="ISLIDE.VECTOR" val="#774935;#774935;"/>
</p:tagLst>
</file>

<file path=ppt/tags/tag380.xml><?xml version="1.0" encoding="utf-8"?>
<p:tagLst xmlns:a="http://schemas.openxmlformats.org/drawingml/2006/main" xmlns:r="http://schemas.openxmlformats.org/officeDocument/2006/relationships" xmlns:p="http://schemas.openxmlformats.org/presentationml/2006/main">
  <p:tag name="ISLIDE.VECTOR" val="#774935;#774935;"/>
  <p:tag name="ISLIDE.ICON" val="#64751;#401140;"/>
</p:tagLst>
</file>

<file path=ppt/tags/tag381.xml><?xml version="1.0" encoding="utf-8"?>
<p:tagLst xmlns:a="http://schemas.openxmlformats.org/drawingml/2006/main" xmlns:r="http://schemas.openxmlformats.org/officeDocument/2006/relationships" xmlns:p="http://schemas.openxmlformats.org/presentationml/2006/main">
  <p:tag name="ISLIDE.VECTOR" val="#774935;#774935;"/>
  <p:tag name="ISLIDE.ICON" val="#64751;#401140;"/>
</p:tagLst>
</file>

<file path=ppt/tags/tag382.xml><?xml version="1.0" encoding="utf-8"?>
<p:tagLst xmlns:a="http://schemas.openxmlformats.org/drawingml/2006/main" xmlns:r="http://schemas.openxmlformats.org/officeDocument/2006/relationships" xmlns:p="http://schemas.openxmlformats.org/presentationml/2006/main">
  <p:tag name="ISLIDE.VECTOR" val="#774935;#774935;"/>
  <p:tag name="ISLIDE.ICON" val="#64751;#401140;"/>
</p:tagLst>
</file>

<file path=ppt/tags/tag383.xml><?xml version="1.0" encoding="utf-8"?>
<p:tagLst xmlns:a="http://schemas.openxmlformats.org/drawingml/2006/main" xmlns:r="http://schemas.openxmlformats.org/officeDocument/2006/relationships" xmlns:p="http://schemas.openxmlformats.org/presentationml/2006/main">
  <p:tag name="ISLIDE.VECTOR" val="#774935;#774935;"/>
  <p:tag name="ISLIDE.ICON" val="#64751;#401140;"/>
</p:tagLst>
</file>

<file path=ppt/tags/tag384.xml><?xml version="1.0" encoding="utf-8"?>
<p:tagLst xmlns:a="http://schemas.openxmlformats.org/drawingml/2006/main" xmlns:r="http://schemas.openxmlformats.org/officeDocument/2006/relationships" xmlns:p="http://schemas.openxmlformats.org/presentationml/2006/main">
  <p:tag name="ISLIDE.VECTOR" val="#774935;#774935;"/>
  <p:tag name="ISLIDE.ICON" val="#64751;#401140;"/>
</p:tagLst>
</file>

<file path=ppt/tags/tag385.xml><?xml version="1.0" encoding="utf-8"?>
<p:tagLst xmlns:a="http://schemas.openxmlformats.org/drawingml/2006/main" xmlns:r="http://schemas.openxmlformats.org/officeDocument/2006/relationships" xmlns:p="http://schemas.openxmlformats.org/presentationml/2006/main">
  <p:tag name="ISLIDE.VECTOR" val="#774935;#774935;"/>
  <p:tag name="ISLIDE.ICON" val="#64751;#401140;"/>
</p:tagLst>
</file>

<file path=ppt/tags/tag386.xml><?xml version="1.0" encoding="utf-8"?>
<p:tagLst xmlns:a="http://schemas.openxmlformats.org/drawingml/2006/main" xmlns:r="http://schemas.openxmlformats.org/officeDocument/2006/relationships" xmlns:p="http://schemas.openxmlformats.org/presentationml/2006/main">
  <p:tag name="ISLIDE.VECTOR" val="#774935;#774935;"/>
  <p:tag name="ISLIDE.ICON" val="#64751;#401140;"/>
</p:tagLst>
</file>

<file path=ppt/tags/tag387.xml><?xml version="1.0" encoding="utf-8"?>
<p:tagLst xmlns:a="http://schemas.openxmlformats.org/drawingml/2006/main" xmlns:r="http://schemas.openxmlformats.org/officeDocument/2006/relationships" xmlns:p="http://schemas.openxmlformats.org/presentationml/2006/main">
  <p:tag name="ISLIDE.VECTOR" val="#774935;#774935;"/>
  <p:tag name="ISLIDE.ICON" val="#64751;#401140;"/>
</p:tagLst>
</file>

<file path=ppt/tags/tag388.xml><?xml version="1.0" encoding="utf-8"?>
<p:tagLst xmlns:a="http://schemas.openxmlformats.org/drawingml/2006/main" xmlns:r="http://schemas.openxmlformats.org/officeDocument/2006/relationships" xmlns:p="http://schemas.openxmlformats.org/presentationml/2006/main">
  <p:tag name="ISLIDE.VECTOR" val="#774935;#774935;"/>
  <p:tag name="ISLIDE.ICON" val="#64751;#401140;"/>
</p:tagLst>
</file>

<file path=ppt/tags/tag389.xml><?xml version="1.0" encoding="utf-8"?>
<p:tagLst xmlns:a="http://schemas.openxmlformats.org/drawingml/2006/main" xmlns:r="http://schemas.openxmlformats.org/officeDocument/2006/relationships" xmlns:p="http://schemas.openxmlformats.org/presentationml/2006/main">
  <p:tag name="ISLIDE.VECTOR" val="#774935;#774935;"/>
  <p:tag name="ISLIDE.ICON" val="#64751;#401140;"/>
</p:tagLst>
</file>

<file path=ppt/tags/tag390.xml><?xml version="1.0" encoding="utf-8"?>
<p:tagLst xmlns:a="http://schemas.openxmlformats.org/drawingml/2006/main" xmlns:r="http://schemas.openxmlformats.org/officeDocument/2006/relationships" xmlns:p="http://schemas.openxmlformats.org/presentationml/2006/main">
  <p:tag name="ISLIDE.VECTOR" val="#774935;#774935;"/>
  <p:tag name="ISLIDE.ICON" val="#64751;#401140;"/>
</p:tagLst>
</file>

<file path=ppt/tags/tag391.xml><?xml version="1.0" encoding="utf-8"?>
<p:tagLst xmlns:a="http://schemas.openxmlformats.org/drawingml/2006/main" xmlns:r="http://schemas.openxmlformats.org/officeDocument/2006/relationships" xmlns:p="http://schemas.openxmlformats.org/presentationml/2006/main">
  <p:tag name="ISLIDE.VECTOR" val="#774935;#774935;"/>
  <p:tag name="ISLIDE.ICON" val="#64751;#401140;"/>
</p:tagLst>
</file>

<file path=ppt/tags/tag392.xml><?xml version="1.0" encoding="utf-8"?>
<p:tagLst xmlns:a="http://schemas.openxmlformats.org/drawingml/2006/main" xmlns:r="http://schemas.openxmlformats.org/officeDocument/2006/relationships" xmlns:p="http://schemas.openxmlformats.org/presentationml/2006/main">
  <p:tag name="ISLIDE.VECTOR" val="#774935;#774935;"/>
  <p:tag name="ISLIDE.ICON" val="#64751;#401140;"/>
</p:tagLst>
</file>

<file path=ppt/tags/tag393.xml><?xml version="1.0" encoding="utf-8"?>
<p:tagLst xmlns:a="http://schemas.openxmlformats.org/drawingml/2006/main" xmlns:r="http://schemas.openxmlformats.org/officeDocument/2006/relationships" xmlns:p="http://schemas.openxmlformats.org/presentationml/2006/main">
  <p:tag name="ISLIDE.VECTOR" val="#774935;#774935;"/>
  <p:tag name="ISLIDE.ICON" val="#64751;#401140;#17580;"/>
</p:tagLst>
</file>

<file path=ppt/tags/tag394.xml><?xml version="1.0" encoding="utf-8"?>
<p:tagLst xmlns:a="http://schemas.openxmlformats.org/drawingml/2006/main" xmlns:r="http://schemas.openxmlformats.org/officeDocument/2006/relationships" xmlns:p="http://schemas.openxmlformats.org/presentationml/2006/main">
  <p:tag name="ISLIDE.VECTOR" val="#774935;#774935;"/>
  <p:tag name="ISLIDE.ICON" val="#64751;#401140;#17580;"/>
</p:tagLst>
</file>

<file path=ppt/tags/tag395.xml><?xml version="1.0" encoding="utf-8"?>
<p:tagLst xmlns:a="http://schemas.openxmlformats.org/drawingml/2006/main" xmlns:r="http://schemas.openxmlformats.org/officeDocument/2006/relationships" xmlns:p="http://schemas.openxmlformats.org/presentationml/2006/main">
  <p:tag name="ISLIDE.ICON" val="#64751;"/>
  <p:tag name="ISLIDE.VECTOR" val="#774935;#774935;"/>
</p:tagLst>
</file>

<file path=ppt/tags/tag396.xml><?xml version="1.0" encoding="utf-8"?>
<p:tagLst xmlns:a="http://schemas.openxmlformats.org/drawingml/2006/main" xmlns:r="http://schemas.openxmlformats.org/officeDocument/2006/relationships" xmlns:p="http://schemas.openxmlformats.org/presentationml/2006/main">
  <p:tag name="ISLIDE.ICON" val="#64751;"/>
  <p:tag name="ISLIDE.VECTOR" val="#774935;#774935;"/>
</p:tagLst>
</file>

<file path=ppt/tags/tag397.xml><?xml version="1.0" encoding="utf-8"?>
<p:tagLst xmlns:a="http://schemas.openxmlformats.org/drawingml/2006/main" xmlns:r="http://schemas.openxmlformats.org/officeDocument/2006/relationships" xmlns:p="http://schemas.openxmlformats.org/presentationml/2006/main">
  <p:tag name="ISLIDE.ICON" val="#64751;"/>
  <p:tag name="ISLIDE.VECTOR" val="#774935;#774935;"/>
</p:tagLst>
</file>

<file path=ppt/tags/tag398.xml><?xml version="1.0" encoding="utf-8"?>
<p:tagLst xmlns:a="http://schemas.openxmlformats.org/drawingml/2006/main" xmlns:r="http://schemas.openxmlformats.org/officeDocument/2006/relationships" xmlns:p="http://schemas.openxmlformats.org/presentationml/2006/main">
  <p:tag name="ISLIDE.ICON" val="#64751;"/>
  <p:tag name="ISLIDE.VECTOR" val="#774935;#774935;"/>
</p:tagLst>
</file>

<file path=ppt/tags/tag399.xml><?xml version="1.0" encoding="utf-8"?>
<p:tagLst xmlns:a="http://schemas.openxmlformats.org/drawingml/2006/main" xmlns:r="http://schemas.openxmlformats.org/officeDocument/2006/relationships" xmlns:p="http://schemas.openxmlformats.org/presentationml/2006/main">
  <p:tag name="ISLIDE.ICON" val="#64751;"/>
  <p:tag name="ISLIDE.VECTOR" val="#774935;#774935;"/>
</p:tagLst>
</file>

<file path=ppt/tags/tag400.xml><?xml version="1.0" encoding="utf-8"?>
<p:tagLst xmlns:a="http://schemas.openxmlformats.org/drawingml/2006/main" xmlns:r="http://schemas.openxmlformats.org/officeDocument/2006/relationships" xmlns:p="http://schemas.openxmlformats.org/presentationml/2006/main">
  <p:tag name="ISLIDE.ICON" val="#64751;"/>
  <p:tag name="ISLIDE.VECTOR" val="#774935;#774935;"/>
</p:tagLst>
</file>

<file path=ppt/tags/tag401.xml><?xml version="1.0" encoding="utf-8"?>
<p:tagLst xmlns:a="http://schemas.openxmlformats.org/drawingml/2006/main" xmlns:r="http://schemas.openxmlformats.org/officeDocument/2006/relationships" xmlns:p="http://schemas.openxmlformats.org/presentationml/2006/main">
  <p:tag name="ISLIDE.ICON" val="#64751;"/>
  <p:tag name="ISLIDE.VECTOR" val="#774935;#774935;"/>
</p:tagLst>
</file>

<file path=ppt/tags/tag402.xml><?xml version="1.0" encoding="utf-8"?>
<p:tagLst xmlns:a="http://schemas.openxmlformats.org/drawingml/2006/main" xmlns:r="http://schemas.openxmlformats.org/officeDocument/2006/relationships" xmlns:p="http://schemas.openxmlformats.org/presentationml/2006/main">
  <p:tag name="ISLIDE.ICON" val="#64751;"/>
  <p:tag name="ISLIDE.VECTOR" val="#774935;#774935;"/>
</p:tagLst>
</file>

<file path=ppt/tags/tag403.xml><?xml version="1.0" encoding="utf-8"?>
<p:tagLst xmlns:a="http://schemas.openxmlformats.org/drawingml/2006/main" xmlns:r="http://schemas.openxmlformats.org/officeDocument/2006/relationships" xmlns:p="http://schemas.openxmlformats.org/presentationml/2006/main">
  <p:tag name="ISLIDE.ICON" val="#64751;"/>
  <p:tag name="ISLIDE.VECTOR" val="#774935;#774935;"/>
</p:tagLst>
</file>

<file path=ppt/tags/tag404.xml><?xml version="1.0" encoding="utf-8"?>
<p:tagLst xmlns:a="http://schemas.openxmlformats.org/drawingml/2006/main" xmlns:r="http://schemas.openxmlformats.org/officeDocument/2006/relationships" xmlns:p="http://schemas.openxmlformats.org/presentationml/2006/main">
  <p:tag name="ISLIDE.ICON" val="#64751;"/>
  <p:tag name="ISLIDE.VECTOR" val="#774935;#774935;"/>
</p:tagLst>
</file>

<file path=ppt/tags/tag405.xml><?xml version="1.0" encoding="utf-8"?>
<p:tagLst xmlns:a="http://schemas.openxmlformats.org/drawingml/2006/main" xmlns:r="http://schemas.openxmlformats.org/officeDocument/2006/relationships" xmlns:p="http://schemas.openxmlformats.org/presentationml/2006/main">
  <p:tag name="ISLIDE.ICON" val="#64751;"/>
  <p:tag name="ISLIDE.VECTOR" val="#774935;#774935;"/>
</p:tagLst>
</file>

<file path=ppt/tags/tag406.xml><?xml version="1.0" encoding="utf-8"?>
<p:tagLst xmlns:a="http://schemas.openxmlformats.org/drawingml/2006/main" xmlns:r="http://schemas.openxmlformats.org/officeDocument/2006/relationships" xmlns:p="http://schemas.openxmlformats.org/presentationml/2006/main">
  <p:tag name="ISLIDE.ICON" val="#64751;"/>
  <p:tag name="ISLIDE.VECTOR" val="#774935;#774935;"/>
</p:tagLst>
</file>

<file path=ppt/tags/tag407.xml><?xml version="1.0" encoding="utf-8"?>
<p:tagLst xmlns:a="http://schemas.openxmlformats.org/drawingml/2006/main" xmlns:r="http://schemas.openxmlformats.org/officeDocument/2006/relationships" xmlns:p="http://schemas.openxmlformats.org/presentationml/2006/main">
  <p:tag name="ISLIDE.ICON" val="#64751;"/>
  <p:tag name="ISLIDE.VECTOR" val="#774935;#774935;"/>
</p:tagLst>
</file>

<file path=ppt/tags/tag408.xml><?xml version="1.0" encoding="utf-8"?>
<p:tagLst xmlns:a="http://schemas.openxmlformats.org/drawingml/2006/main" xmlns:r="http://schemas.openxmlformats.org/officeDocument/2006/relationships" xmlns:p="http://schemas.openxmlformats.org/presentationml/2006/main">
  <p:tag name="ISLIDE.ICON" val="#64751;"/>
  <p:tag name="ISLIDE.VECTOR" val="#774935;#774935;"/>
</p:tagLst>
</file>

<file path=ppt/tags/tag409.xml><?xml version="1.0" encoding="utf-8"?>
<p:tagLst xmlns:a="http://schemas.openxmlformats.org/drawingml/2006/main" xmlns:r="http://schemas.openxmlformats.org/officeDocument/2006/relationships" xmlns:p="http://schemas.openxmlformats.org/presentationml/2006/main">
  <p:tag name="ISLIDE.VECTOR" val="#774935;#774935;"/>
  <p:tag name="ISLIDE.ICON" val="#64751;#401140;#401140;"/>
</p:tagLst>
</file>

<file path=ppt/tags/tag410.xml><?xml version="1.0" encoding="utf-8"?>
<p:tagLst xmlns:a="http://schemas.openxmlformats.org/drawingml/2006/main" xmlns:r="http://schemas.openxmlformats.org/officeDocument/2006/relationships" xmlns:p="http://schemas.openxmlformats.org/presentationml/2006/main">
  <p:tag name="ISLIDE.VECTOR" val="#774935;#774935;"/>
  <p:tag name="ISLIDE.ICON" val="#64751;#401140;#401140;"/>
</p:tagLst>
</file>

<file path=ppt/tags/tag411.xml><?xml version="1.0" encoding="utf-8"?>
<p:tagLst xmlns:a="http://schemas.openxmlformats.org/drawingml/2006/main" xmlns:r="http://schemas.openxmlformats.org/officeDocument/2006/relationships" xmlns:p="http://schemas.openxmlformats.org/presentationml/2006/main">
  <p:tag name="ISLIDE.VECTOR" val="#774935;#774935;"/>
  <p:tag name="ISLIDE.ICON" val="#64751;#401140;#401140;#407106;"/>
</p:tagLst>
</file>

<file path=ppt/tags/tag412.xml><?xml version="1.0" encoding="utf-8"?>
<p:tagLst xmlns:a="http://schemas.openxmlformats.org/drawingml/2006/main" xmlns:r="http://schemas.openxmlformats.org/officeDocument/2006/relationships" xmlns:p="http://schemas.openxmlformats.org/presentationml/2006/main">
  <p:tag name="ISLIDE.VECTOR" val="#774935;#774935;"/>
  <p:tag name="ISLIDE.ICON" val="#64751;#401140;#401140;#407106;"/>
</p:tagLst>
</file>

<file path=ppt/tags/tag413.xml><?xml version="1.0" encoding="utf-8"?>
<p:tagLst xmlns:a="http://schemas.openxmlformats.org/drawingml/2006/main" xmlns:r="http://schemas.openxmlformats.org/officeDocument/2006/relationships" xmlns:p="http://schemas.openxmlformats.org/presentationml/2006/main">
  <p:tag name="ISLIDE.ICON" val="#64751;"/>
  <p:tag name="ISLIDE.VECTOR" val="#774935;#774935;"/>
</p:tagLst>
</file>

<file path=ppt/tags/tag414.xml><?xml version="1.0" encoding="utf-8"?>
<p:tagLst xmlns:a="http://schemas.openxmlformats.org/drawingml/2006/main" xmlns:r="http://schemas.openxmlformats.org/officeDocument/2006/relationships" xmlns:p="http://schemas.openxmlformats.org/presentationml/2006/main">
  <p:tag name="ISLIDE.ICON" val="#64751;"/>
  <p:tag name="ISLIDE.VECTOR" val="#774935;#774935;"/>
</p:tagLst>
</file>

<file path=ppt/tags/tag415.xml><?xml version="1.0" encoding="utf-8"?>
<p:tagLst xmlns:a="http://schemas.openxmlformats.org/drawingml/2006/main" xmlns:r="http://schemas.openxmlformats.org/officeDocument/2006/relationships" xmlns:p="http://schemas.openxmlformats.org/presentationml/2006/main">
  <p:tag name="ISLIDE.ICON" val="#64751;"/>
  <p:tag name="ISLIDE.VECTOR" val="#774935;#774935;"/>
</p:tagLst>
</file>

<file path=ppt/tags/tag416.xml><?xml version="1.0" encoding="utf-8"?>
<p:tagLst xmlns:a="http://schemas.openxmlformats.org/drawingml/2006/main" xmlns:r="http://schemas.openxmlformats.org/officeDocument/2006/relationships" xmlns:p="http://schemas.openxmlformats.org/presentationml/2006/main">
  <p:tag name="ISLIDE.ICON" val="#64751;"/>
  <p:tag name="ISLIDE.VECTOR" val="#774935;#774935;"/>
</p:tagLst>
</file>

<file path=ppt/tags/tag417.xml><?xml version="1.0" encoding="utf-8"?>
<p:tagLst xmlns:a="http://schemas.openxmlformats.org/drawingml/2006/main" xmlns:r="http://schemas.openxmlformats.org/officeDocument/2006/relationships" xmlns:p="http://schemas.openxmlformats.org/presentationml/2006/main">
  <p:tag name="ISLIDE.ICON" val="#64751;"/>
  <p:tag name="ISLIDE.VECTOR" val="#774935;#774935;"/>
</p:tagLst>
</file>

<file path=ppt/tags/tag418.xml><?xml version="1.0" encoding="utf-8"?>
<p:tagLst xmlns:a="http://schemas.openxmlformats.org/drawingml/2006/main" xmlns:r="http://schemas.openxmlformats.org/officeDocument/2006/relationships" xmlns:p="http://schemas.openxmlformats.org/presentationml/2006/main">
  <p:tag name="ISLIDE.ICON" val="#64751;"/>
  <p:tag name="ISLIDE.VECTOR" val="#774935;#774935;"/>
</p:tagLst>
</file>

<file path=ppt/tags/tag419.xml><?xml version="1.0" encoding="utf-8"?>
<p:tagLst xmlns:a="http://schemas.openxmlformats.org/drawingml/2006/main" xmlns:r="http://schemas.openxmlformats.org/officeDocument/2006/relationships" xmlns:p="http://schemas.openxmlformats.org/presentationml/2006/main">
  <p:tag name="ISLIDE.ICON" val="#64751;"/>
  <p:tag name="ISLIDE.VECTOR" val="#774935;#774935;"/>
</p:tagLst>
</file>

<file path=ppt/tags/tag420.xml><?xml version="1.0" encoding="utf-8"?>
<p:tagLst xmlns:a="http://schemas.openxmlformats.org/drawingml/2006/main" xmlns:r="http://schemas.openxmlformats.org/officeDocument/2006/relationships" xmlns:p="http://schemas.openxmlformats.org/presentationml/2006/main">
  <p:tag name="ISLIDE.ICON" val="#64751;"/>
  <p:tag name="ISLIDE.VECTOR" val="#774935;#774935;"/>
</p:tagLst>
</file>

<file path=ppt/tags/tag421.xml><?xml version="1.0" encoding="utf-8"?>
<p:tagLst xmlns:a="http://schemas.openxmlformats.org/drawingml/2006/main" xmlns:r="http://schemas.openxmlformats.org/officeDocument/2006/relationships" xmlns:p="http://schemas.openxmlformats.org/presentationml/2006/main">
  <p:tag name="ISLIDE.ICON" val="#64751;"/>
  <p:tag name="ISLIDE.VECTOR" val="#774935;#774935;"/>
</p:tagLst>
</file>

<file path=ppt/tags/tag422.xml><?xml version="1.0" encoding="utf-8"?>
<p:tagLst xmlns:a="http://schemas.openxmlformats.org/drawingml/2006/main" xmlns:r="http://schemas.openxmlformats.org/officeDocument/2006/relationships" xmlns:p="http://schemas.openxmlformats.org/presentationml/2006/main">
  <p:tag name="ISLIDE.ICON" val="#64751;"/>
  <p:tag name="ISLIDE.VECTOR" val="#774935;#774935;"/>
</p:tagLst>
</file>

<file path=ppt/tags/tag423.xml><?xml version="1.0" encoding="utf-8"?>
<p:tagLst xmlns:a="http://schemas.openxmlformats.org/drawingml/2006/main" xmlns:r="http://schemas.openxmlformats.org/officeDocument/2006/relationships" xmlns:p="http://schemas.openxmlformats.org/presentationml/2006/main">
  <p:tag name="ISLIDE.ICON" val="#64751;"/>
  <p:tag name="ISLIDE.VECTOR" val="#774935;#774935;"/>
</p:tagLst>
</file>

<file path=ppt/tags/tag424.xml><?xml version="1.0" encoding="utf-8"?>
<p:tagLst xmlns:a="http://schemas.openxmlformats.org/drawingml/2006/main" xmlns:r="http://schemas.openxmlformats.org/officeDocument/2006/relationships" xmlns:p="http://schemas.openxmlformats.org/presentationml/2006/main">
  <p:tag name="ISLIDE.ICON" val="#64751;"/>
  <p:tag name="ISLIDE.VECTOR" val="#774935;#774935;"/>
</p:tagLst>
</file>

<file path=ppt/tags/tag425.xml><?xml version="1.0" encoding="utf-8"?>
<p:tagLst xmlns:a="http://schemas.openxmlformats.org/drawingml/2006/main" xmlns:r="http://schemas.openxmlformats.org/officeDocument/2006/relationships" xmlns:p="http://schemas.openxmlformats.org/presentationml/2006/main">
  <p:tag name="ISLIDE.ICON" val="#64751;"/>
  <p:tag name="ISLIDE.VECTOR" val="#774935;#774935;"/>
</p:tagLst>
</file>

<file path=ppt/tags/tag426.xml><?xml version="1.0" encoding="utf-8"?>
<p:tagLst xmlns:a="http://schemas.openxmlformats.org/drawingml/2006/main" xmlns:r="http://schemas.openxmlformats.org/officeDocument/2006/relationships" xmlns:p="http://schemas.openxmlformats.org/presentationml/2006/main">
  <p:tag name="ISLIDE.ICON" val="#64751;"/>
  <p:tag name="ISLIDE.VECTOR" val="#774935;#774935;"/>
</p:tagLst>
</file>

<file path=ppt/tags/tag427.xml><?xml version="1.0" encoding="utf-8"?>
<p:tagLst xmlns:a="http://schemas.openxmlformats.org/drawingml/2006/main" xmlns:r="http://schemas.openxmlformats.org/officeDocument/2006/relationships" xmlns:p="http://schemas.openxmlformats.org/presentationml/2006/main">
  <p:tag name="ISLIDE.ICON" val="#64751;"/>
  <p:tag name="ISLIDE.VECTOR" val="#774935;#774935;"/>
</p:tagLst>
</file>

<file path=ppt/tags/tag428.xml><?xml version="1.0" encoding="utf-8"?>
<p:tagLst xmlns:a="http://schemas.openxmlformats.org/drawingml/2006/main" xmlns:r="http://schemas.openxmlformats.org/officeDocument/2006/relationships" xmlns:p="http://schemas.openxmlformats.org/presentationml/2006/main">
  <p:tag name="ISLIDE.ICON" val="#64751;"/>
  <p:tag name="ISLIDE.VECTOR" val="#774935;#774935;"/>
</p:tagLst>
</file>

<file path=ppt/tags/tag429.xml><?xml version="1.0" encoding="utf-8"?>
<p:tagLst xmlns:a="http://schemas.openxmlformats.org/drawingml/2006/main" xmlns:r="http://schemas.openxmlformats.org/officeDocument/2006/relationships" xmlns:p="http://schemas.openxmlformats.org/presentationml/2006/main">
  <p:tag name="ISLIDE.ICON" val="#64751;"/>
  <p:tag name="ISLIDE.VECTOR" val="#774935;#774935;"/>
</p:tagLst>
</file>

<file path=ppt/tags/tag430.xml><?xml version="1.0" encoding="utf-8"?>
<p:tagLst xmlns:a="http://schemas.openxmlformats.org/drawingml/2006/main" xmlns:r="http://schemas.openxmlformats.org/officeDocument/2006/relationships" xmlns:p="http://schemas.openxmlformats.org/presentationml/2006/main">
  <p:tag name="ISLIDE.ICON" val="#64751;"/>
  <p:tag name="ISLIDE.VECTOR" val="#774935;#774935;"/>
</p:tagLst>
</file>

<file path=ppt/tags/tag431.xml><?xml version="1.0" encoding="utf-8"?>
<p:tagLst xmlns:a="http://schemas.openxmlformats.org/drawingml/2006/main" xmlns:r="http://schemas.openxmlformats.org/officeDocument/2006/relationships" xmlns:p="http://schemas.openxmlformats.org/presentationml/2006/main">
  <p:tag name="ISLIDE.ICON" val="#64751;"/>
  <p:tag name="ISLIDE.VECTOR" val="#774935;#774935;"/>
</p:tagLst>
</file>

<file path=ppt/tags/tag432.xml><?xml version="1.0" encoding="utf-8"?>
<p:tagLst xmlns:a="http://schemas.openxmlformats.org/drawingml/2006/main" xmlns:r="http://schemas.openxmlformats.org/officeDocument/2006/relationships" xmlns:p="http://schemas.openxmlformats.org/presentationml/2006/main">
  <p:tag name="ISLIDE.ICON" val="#64751;"/>
  <p:tag name="ISLIDE.VECTOR" val="#774935;#774935;"/>
</p:tagLst>
</file>

<file path=ppt/tags/tag433.xml><?xml version="1.0" encoding="utf-8"?>
<p:tagLst xmlns:a="http://schemas.openxmlformats.org/drawingml/2006/main" xmlns:r="http://schemas.openxmlformats.org/officeDocument/2006/relationships" xmlns:p="http://schemas.openxmlformats.org/presentationml/2006/main">
  <p:tag name="ISLIDE.ICON" val="#64751;"/>
  <p:tag name="ISLIDE.VECTOR" val="#774935;#774935;"/>
</p:tagLst>
</file>

<file path=ppt/tags/tag434.xml><?xml version="1.0" encoding="utf-8"?>
<p:tagLst xmlns:a="http://schemas.openxmlformats.org/drawingml/2006/main" xmlns:r="http://schemas.openxmlformats.org/officeDocument/2006/relationships" xmlns:p="http://schemas.openxmlformats.org/presentationml/2006/main">
  <p:tag name="ISLIDE.ICON" val="#64751;"/>
  <p:tag name="ISLIDE.VECTOR" val="#774935;#774935;"/>
</p:tagLst>
</file>

<file path=ppt/tags/tag435.xml><?xml version="1.0" encoding="utf-8"?>
<p:tagLst xmlns:a="http://schemas.openxmlformats.org/drawingml/2006/main" xmlns:r="http://schemas.openxmlformats.org/officeDocument/2006/relationships" xmlns:p="http://schemas.openxmlformats.org/presentationml/2006/main">
  <p:tag name="ISLIDE.VECTOR" val="#774935;#774935;"/>
  <p:tag name="ISLIDE.ICON" val="#64751;#120587;#404275;#17580;#383318;"/>
</p:tagLst>
</file>

<file path=ppt/tags/tag436.xml><?xml version="1.0" encoding="utf-8"?>
<p:tagLst xmlns:a="http://schemas.openxmlformats.org/drawingml/2006/main" xmlns:r="http://schemas.openxmlformats.org/officeDocument/2006/relationships" xmlns:p="http://schemas.openxmlformats.org/presentationml/2006/main">
  <p:tag name="ISLIDE.VECTOR" val="#774935;#774935;"/>
  <p:tag name="ISLIDE.ICON" val="#64751;#120587;#404275;#17580;#383318;"/>
</p:tagLst>
</file>

<file path=ppt/tags/tag437.xml><?xml version="1.0" encoding="utf-8"?>
<p:tagLst xmlns:a="http://schemas.openxmlformats.org/drawingml/2006/main" xmlns:r="http://schemas.openxmlformats.org/officeDocument/2006/relationships" xmlns:p="http://schemas.openxmlformats.org/presentationml/2006/main">
  <p:tag name="ISLIDE.ICON" val="#64751;"/>
  <p:tag name="ISLIDE.VECTOR" val="#774935;#774935;"/>
</p:tagLst>
</file>

<file path=ppt/tags/tag438.xml><?xml version="1.0" encoding="utf-8"?>
<p:tagLst xmlns:a="http://schemas.openxmlformats.org/drawingml/2006/main" xmlns:r="http://schemas.openxmlformats.org/officeDocument/2006/relationships" xmlns:p="http://schemas.openxmlformats.org/presentationml/2006/main">
  <p:tag name="ISLIDE.ICON" val="#64751;"/>
  <p:tag name="ISLIDE.VECTOR" val="#774935;#774935;"/>
</p:tagLst>
</file>

<file path=ppt/tags/tag439.xml><?xml version="1.0" encoding="utf-8"?>
<p:tagLst xmlns:a="http://schemas.openxmlformats.org/drawingml/2006/main" xmlns:r="http://schemas.openxmlformats.org/officeDocument/2006/relationships" xmlns:p="http://schemas.openxmlformats.org/presentationml/2006/main">
  <p:tag name="ISLIDE.ICON" val="#64751;"/>
  <p:tag name="ISLIDE.VECTOR" val="#774935;#774935;"/>
</p:tagLst>
</file>

<file path=ppt/tags/tag440.xml><?xml version="1.0" encoding="utf-8"?>
<p:tagLst xmlns:a="http://schemas.openxmlformats.org/drawingml/2006/main" xmlns:r="http://schemas.openxmlformats.org/officeDocument/2006/relationships" xmlns:p="http://schemas.openxmlformats.org/presentationml/2006/main">
  <p:tag name="ISLIDE.ICON" val="#64751;"/>
  <p:tag name="ISLIDE.VECTOR" val="#774935;#774935;"/>
</p:tagLst>
</file>

<file path=ppt/tags/tag441.xml><?xml version="1.0" encoding="utf-8"?>
<p:tagLst xmlns:a="http://schemas.openxmlformats.org/drawingml/2006/main" xmlns:r="http://schemas.openxmlformats.org/officeDocument/2006/relationships" xmlns:p="http://schemas.openxmlformats.org/presentationml/2006/main">
  <p:tag name="ISLIDE.ICON" val="#64751;"/>
  <p:tag name="ISLIDE.VECTOR" val="#774935;#774935;"/>
</p:tagLst>
</file>

<file path=ppt/tags/tag442.xml><?xml version="1.0" encoding="utf-8"?>
<p:tagLst xmlns:a="http://schemas.openxmlformats.org/drawingml/2006/main" xmlns:r="http://schemas.openxmlformats.org/officeDocument/2006/relationships" xmlns:p="http://schemas.openxmlformats.org/presentationml/2006/main">
  <p:tag name="ISLIDE.ICON" val="#64751;"/>
  <p:tag name="ISLIDE.VECTOR" val="#774935;#774935;"/>
</p:tagLst>
</file>

<file path=ppt/tags/tag443.xml><?xml version="1.0" encoding="utf-8"?>
<p:tagLst xmlns:a="http://schemas.openxmlformats.org/drawingml/2006/main" xmlns:r="http://schemas.openxmlformats.org/officeDocument/2006/relationships" xmlns:p="http://schemas.openxmlformats.org/presentationml/2006/main">
  <p:tag name="ISLIDE.ICON" val="#64751;"/>
  <p:tag name="ISLIDE.VECTOR" val="#774935;#774935;"/>
</p:tagLst>
</file>

<file path=ppt/tags/tag444.xml><?xml version="1.0" encoding="utf-8"?>
<p:tagLst xmlns:a="http://schemas.openxmlformats.org/drawingml/2006/main" xmlns:r="http://schemas.openxmlformats.org/officeDocument/2006/relationships" xmlns:p="http://schemas.openxmlformats.org/presentationml/2006/main">
  <p:tag name="ISLIDE.ICON" val="#64751;"/>
  <p:tag name="ISLIDE.VECTOR" val="#774935;#774935;"/>
</p:tagLst>
</file>

<file path=ppt/tags/tag445.xml><?xml version="1.0" encoding="utf-8"?>
<p:tagLst xmlns:a="http://schemas.openxmlformats.org/drawingml/2006/main" xmlns:r="http://schemas.openxmlformats.org/officeDocument/2006/relationships" xmlns:p="http://schemas.openxmlformats.org/presentationml/2006/main">
  <p:tag name="ISLIDE.ICON" val="#64751;"/>
  <p:tag name="ISLIDE.VECTOR" val="#774935;#774935;"/>
</p:tagLst>
</file>

<file path=ppt/tags/tag446.xml><?xml version="1.0" encoding="utf-8"?>
<p:tagLst xmlns:a="http://schemas.openxmlformats.org/drawingml/2006/main" xmlns:r="http://schemas.openxmlformats.org/officeDocument/2006/relationships" xmlns:p="http://schemas.openxmlformats.org/presentationml/2006/main">
  <p:tag name="ISLIDE.ICON" val="#64751;"/>
  <p:tag name="ISLIDE.VECTOR" val="#774935;#774935;"/>
</p:tagLst>
</file>

<file path=ppt/tags/tag447.xml><?xml version="1.0" encoding="utf-8"?>
<p:tagLst xmlns:a="http://schemas.openxmlformats.org/drawingml/2006/main" xmlns:r="http://schemas.openxmlformats.org/officeDocument/2006/relationships" xmlns:p="http://schemas.openxmlformats.org/presentationml/2006/main">
  <p:tag name="ISLIDE.ICON" val="#64751;"/>
  <p:tag name="ISLIDE.VECTOR" val="#774935;#774935;"/>
</p:tagLst>
</file>

<file path=ppt/tags/tag448.xml><?xml version="1.0" encoding="utf-8"?>
<p:tagLst xmlns:a="http://schemas.openxmlformats.org/drawingml/2006/main" xmlns:r="http://schemas.openxmlformats.org/officeDocument/2006/relationships" xmlns:p="http://schemas.openxmlformats.org/presentationml/2006/main">
  <p:tag name="ISLIDE.ICON" val="#64751;"/>
  <p:tag name="ISLIDE.VECTOR" val="#774935;#774935;"/>
</p:tagLst>
</file>

<file path=ppt/tags/tag449.xml><?xml version="1.0" encoding="utf-8"?>
<p:tagLst xmlns:a="http://schemas.openxmlformats.org/drawingml/2006/main" xmlns:r="http://schemas.openxmlformats.org/officeDocument/2006/relationships" xmlns:p="http://schemas.openxmlformats.org/presentationml/2006/main">
  <p:tag name="ISLIDE.ICON" val="#64751;"/>
  <p:tag name="ISLIDE.VECTOR" val="#774935;#774935;"/>
</p:tagLst>
</file>

<file path=ppt/tags/tag450.xml><?xml version="1.0" encoding="utf-8"?>
<p:tagLst xmlns:a="http://schemas.openxmlformats.org/drawingml/2006/main" xmlns:r="http://schemas.openxmlformats.org/officeDocument/2006/relationships" xmlns:p="http://schemas.openxmlformats.org/presentationml/2006/main">
  <p:tag name="ISLIDE.ICON" val="#64751;"/>
  <p:tag name="ISLIDE.VECTOR" val="#774935;#774935;"/>
</p:tagLst>
</file>

<file path=ppt/tags/tag451.xml><?xml version="1.0" encoding="utf-8"?>
<p:tagLst xmlns:a="http://schemas.openxmlformats.org/drawingml/2006/main" xmlns:r="http://schemas.openxmlformats.org/officeDocument/2006/relationships" xmlns:p="http://schemas.openxmlformats.org/presentationml/2006/main">
  <p:tag name="ISLIDE.ICON" val="#64751;"/>
  <p:tag name="ISLIDE.VECTOR" val="#774935;#774935;"/>
</p:tagLst>
</file>

<file path=ppt/tags/tag452.xml><?xml version="1.0" encoding="utf-8"?>
<p:tagLst xmlns:a="http://schemas.openxmlformats.org/drawingml/2006/main" xmlns:r="http://schemas.openxmlformats.org/officeDocument/2006/relationships" xmlns:p="http://schemas.openxmlformats.org/presentationml/2006/main">
  <p:tag name="ISLIDE.ICON" val="#64751;"/>
  <p:tag name="ISLIDE.VECTOR" val="#774935;#774935;#774933;#833581;#827988;"/>
</p:tagLst>
</file>

<file path=ppt/tags/tag453.xml><?xml version="1.0" encoding="utf-8"?>
<p:tagLst xmlns:a="http://schemas.openxmlformats.org/drawingml/2006/main" xmlns:r="http://schemas.openxmlformats.org/officeDocument/2006/relationships" xmlns:p="http://schemas.openxmlformats.org/presentationml/2006/main">
  <p:tag name="ISLIDE.ICON" val="#64751;"/>
  <p:tag name="ISLIDE.VECTOR" val="#774935;#774935;#774933;#833581;#827988;"/>
</p:tagLst>
</file>

<file path=ppt/tags/tag454.xml><?xml version="1.0" encoding="utf-8"?>
<p:tagLst xmlns:a="http://schemas.openxmlformats.org/drawingml/2006/main" xmlns:r="http://schemas.openxmlformats.org/officeDocument/2006/relationships" xmlns:p="http://schemas.openxmlformats.org/presentationml/2006/main">
  <p:tag name="ISLIDE.ICON" val="#64751;"/>
  <p:tag name="ISLIDE.VECTOR" val="#774935;#774935;#774933;#833581;#827988;"/>
</p:tagLst>
</file>

<file path=ppt/tags/tag455.xml><?xml version="1.0" encoding="utf-8"?>
<p:tagLst xmlns:a="http://schemas.openxmlformats.org/drawingml/2006/main" xmlns:r="http://schemas.openxmlformats.org/officeDocument/2006/relationships" xmlns:p="http://schemas.openxmlformats.org/presentationml/2006/main">
  <p:tag name="ISLIDE.ICON" val="#64751;"/>
  <p:tag name="ISLIDE.VECTOR" val="#774935;#774935;#774933;#833581;#827988;"/>
</p:tagLst>
</file>

<file path=ppt/tags/tag456.xml><?xml version="1.0" encoding="utf-8"?>
<p:tagLst xmlns:a="http://schemas.openxmlformats.org/drawingml/2006/main" xmlns:r="http://schemas.openxmlformats.org/officeDocument/2006/relationships" xmlns:p="http://schemas.openxmlformats.org/presentationml/2006/main">
  <p:tag name="ISLIDE.ICON" val="#64751;"/>
  <p:tag name="ISLIDE.VECTOR" val="#774935;#774935;#774933;#833581;#827988;"/>
</p:tagLst>
</file>

<file path=ppt/tags/tag457.xml><?xml version="1.0" encoding="utf-8"?>
<p:tagLst xmlns:a="http://schemas.openxmlformats.org/drawingml/2006/main" xmlns:r="http://schemas.openxmlformats.org/officeDocument/2006/relationships" xmlns:p="http://schemas.openxmlformats.org/presentationml/2006/main">
  <p:tag name="ISLIDE.ICON" val="#64751;"/>
  <p:tag name="ISLIDE.VECTOR" val="#774935;#774935;"/>
</p:tagLst>
</file>

<file path=ppt/tags/tag458.xml><?xml version="1.0" encoding="utf-8"?>
<p:tagLst xmlns:a="http://schemas.openxmlformats.org/drawingml/2006/main" xmlns:r="http://schemas.openxmlformats.org/officeDocument/2006/relationships" xmlns:p="http://schemas.openxmlformats.org/presentationml/2006/main">
  <p:tag name="ISLIDE.ICON" val="#64751;"/>
  <p:tag name="ISLIDE.VECTOR" val="#774935;#774935;"/>
</p:tagLst>
</file>

<file path=ppt/tags/tag459.xml><?xml version="1.0" encoding="utf-8"?>
<p:tagLst xmlns:a="http://schemas.openxmlformats.org/drawingml/2006/main" xmlns:r="http://schemas.openxmlformats.org/officeDocument/2006/relationships" xmlns:p="http://schemas.openxmlformats.org/presentationml/2006/main">
  <p:tag name="ISLIDE.ICON" val="#64751;"/>
  <p:tag name="ISLIDE.VECTOR" val="#774935;#774935;"/>
</p:tagLst>
</file>

<file path=ppt/tags/tag460.xml><?xml version="1.0" encoding="utf-8"?>
<p:tagLst xmlns:a="http://schemas.openxmlformats.org/drawingml/2006/main" xmlns:r="http://schemas.openxmlformats.org/officeDocument/2006/relationships" xmlns:p="http://schemas.openxmlformats.org/presentationml/2006/main">
  <p:tag name="ISLIDE.ICON" val="#64751;"/>
  <p:tag name="ISLIDE.VECTOR" val="#774935;#774935;"/>
</p:tagLst>
</file>

<file path=ppt/tags/tag461.xml><?xml version="1.0" encoding="utf-8"?>
<p:tagLst xmlns:a="http://schemas.openxmlformats.org/drawingml/2006/main" xmlns:r="http://schemas.openxmlformats.org/officeDocument/2006/relationships" xmlns:p="http://schemas.openxmlformats.org/presentationml/2006/main">
  <p:tag name="ISLIDE.ICON" val="#64751;"/>
  <p:tag name="ISLIDE.VECTOR" val="#774935;#774935;"/>
</p:tagLst>
</file>

<file path=ppt/tags/tag462.xml><?xml version="1.0" encoding="utf-8"?>
<p:tagLst xmlns:a="http://schemas.openxmlformats.org/drawingml/2006/main" xmlns:r="http://schemas.openxmlformats.org/officeDocument/2006/relationships" xmlns:p="http://schemas.openxmlformats.org/presentationml/2006/main">
  <p:tag name="ISLIDE.ICON" val="#64751;"/>
  <p:tag name="ISLIDE.VECTOR" val="#774935;#774935;"/>
</p:tagLst>
</file>

<file path=ppt/tags/tag463.xml><?xml version="1.0" encoding="utf-8"?>
<p:tagLst xmlns:a="http://schemas.openxmlformats.org/drawingml/2006/main" xmlns:r="http://schemas.openxmlformats.org/officeDocument/2006/relationships" xmlns:p="http://schemas.openxmlformats.org/presentationml/2006/main">
  <p:tag name="ISLIDE.ICON" val="#64751;"/>
  <p:tag name="ISLIDE.VECTOR" val="#774935;#774935;"/>
</p:tagLst>
</file>

<file path=ppt/tags/tag464.xml><?xml version="1.0" encoding="utf-8"?>
<p:tagLst xmlns:a="http://schemas.openxmlformats.org/drawingml/2006/main" xmlns:r="http://schemas.openxmlformats.org/officeDocument/2006/relationships" xmlns:p="http://schemas.openxmlformats.org/presentationml/2006/main">
  <p:tag name="ISLIDE.ICON" val="#64751;"/>
  <p:tag name="ISLIDE.VECTOR" val="#774935;#774935;"/>
</p:tagLst>
</file>

<file path=ppt/tags/tag465.xml><?xml version="1.0" encoding="utf-8"?>
<p:tagLst xmlns:a="http://schemas.openxmlformats.org/drawingml/2006/main" xmlns:r="http://schemas.openxmlformats.org/officeDocument/2006/relationships" xmlns:p="http://schemas.openxmlformats.org/presentationml/2006/main">
  <p:tag name="ISLIDE.ICON" val="#64751;"/>
  <p:tag name="ISLIDE.VECTOR" val="#774935;#774935;"/>
</p:tagLst>
</file>

<file path=ppt/tags/tag466.xml><?xml version="1.0" encoding="utf-8"?>
<p:tagLst xmlns:a="http://schemas.openxmlformats.org/drawingml/2006/main" xmlns:r="http://schemas.openxmlformats.org/officeDocument/2006/relationships" xmlns:p="http://schemas.openxmlformats.org/presentationml/2006/main">
  <p:tag name="ISLIDE.ICON" val="#64751;"/>
  <p:tag name="ISLIDE.VECTOR" val="#774935;#774935;"/>
</p:tagLst>
</file>

<file path=ppt/tags/tag467.xml><?xml version="1.0" encoding="utf-8"?>
<p:tagLst xmlns:a="http://schemas.openxmlformats.org/drawingml/2006/main" xmlns:r="http://schemas.openxmlformats.org/officeDocument/2006/relationships" xmlns:p="http://schemas.openxmlformats.org/presentationml/2006/main">
  <p:tag name="ISLIDE.ICON" val="#64751;"/>
  <p:tag name="ISLIDE.VECTOR" val="#774935;#774935;"/>
</p:tagLst>
</file>

<file path=ppt/tags/tag468.xml><?xml version="1.0" encoding="utf-8"?>
<p:tagLst xmlns:a="http://schemas.openxmlformats.org/drawingml/2006/main" xmlns:r="http://schemas.openxmlformats.org/officeDocument/2006/relationships" xmlns:p="http://schemas.openxmlformats.org/presentationml/2006/main">
  <p:tag name="ISLIDE.ICON" val="#64751;"/>
  <p:tag name="ISLIDE.VECTOR" val="#774935;#774935;"/>
</p:tagLst>
</file>

<file path=ppt/tags/tag469.xml><?xml version="1.0" encoding="utf-8"?>
<p:tagLst xmlns:a="http://schemas.openxmlformats.org/drawingml/2006/main" xmlns:r="http://schemas.openxmlformats.org/officeDocument/2006/relationships" xmlns:p="http://schemas.openxmlformats.org/presentationml/2006/main">
  <p:tag name="ISLIDE.ICON" val="#64751;"/>
  <p:tag name="ISLIDE.VECTOR" val="#774935;#774935;"/>
</p:tagLst>
</file>

<file path=ppt/tags/tag470.xml><?xml version="1.0" encoding="utf-8"?>
<p:tagLst xmlns:a="http://schemas.openxmlformats.org/drawingml/2006/main" xmlns:r="http://schemas.openxmlformats.org/officeDocument/2006/relationships" xmlns:p="http://schemas.openxmlformats.org/presentationml/2006/main">
  <p:tag name="ISLIDE.ICON" val="#64751;"/>
  <p:tag name="ISLIDE.VECTOR" val="#774935;#774935;"/>
</p:tagLst>
</file>

<file path=ppt/tags/tag471.xml><?xml version="1.0" encoding="utf-8"?>
<p:tagLst xmlns:a="http://schemas.openxmlformats.org/drawingml/2006/main" xmlns:r="http://schemas.openxmlformats.org/officeDocument/2006/relationships" xmlns:p="http://schemas.openxmlformats.org/presentationml/2006/main">
  <p:tag name="ISLIDE.ICON" val="#64751;"/>
  <p:tag name="ISLIDE.VECTOR" val="#774935;#774935;"/>
</p:tagLst>
</file>

<file path=ppt/tags/tag472.xml><?xml version="1.0" encoding="utf-8"?>
<p:tagLst xmlns:a="http://schemas.openxmlformats.org/drawingml/2006/main" xmlns:r="http://schemas.openxmlformats.org/officeDocument/2006/relationships" xmlns:p="http://schemas.openxmlformats.org/presentationml/2006/main">
  <p:tag name="ISLIDE.ICON" val="#64751;"/>
  <p:tag name="ISLIDE.VECTOR" val="#774935;#774935;"/>
</p:tagLst>
</file>

<file path=ppt/tags/tag473.xml><?xml version="1.0" encoding="utf-8"?>
<p:tagLst xmlns:a="http://schemas.openxmlformats.org/drawingml/2006/main" xmlns:r="http://schemas.openxmlformats.org/officeDocument/2006/relationships" xmlns:p="http://schemas.openxmlformats.org/presentationml/2006/main">
  <p:tag name="ISLIDE.ICON" val="#64751;"/>
  <p:tag name="ISLIDE.VECTOR" val="#774935;#774935;"/>
</p:tagLst>
</file>

<file path=ppt/tags/tag474.xml><?xml version="1.0" encoding="utf-8"?>
<p:tagLst xmlns:a="http://schemas.openxmlformats.org/drawingml/2006/main" xmlns:r="http://schemas.openxmlformats.org/officeDocument/2006/relationships" xmlns:p="http://schemas.openxmlformats.org/presentationml/2006/main">
  <p:tag name="ISLIDE.ICON" val="#64751;"/>
  <p:tag name="ISLIDE.VECTOR" val="#774935;#774935;"/>
</p:tagLst>
</file>

<file path=ppt/tags/tag475.xml><?xml version="1.0" encoding="utf-8"?>
<p:tagLst xmlns:a="http://schemas.openxmlformats.org/drawingml/2006/main" xmlns:r="http://schemas.openxmlformats.org/officeDocument/2006/relationships" xmlns:p="http://schemas.openxmlformats.org/presentationml/2006/main">
  <p:tag name="ISLIDE.ICON" val="#64751;"/>
  <p:tag name="ISLIDE.VECTOR" val="#774935;#774935;"/>
</p:tagLst>
</file>

<file path=ppt/tags/tag476.xml><?xml version="1.0" encoding="utf-8"?>
<p:tagLst xmlns:a="http://schemas.openxmlformats.org/drawingml/2006/main" xmlns:r="http://schemas.openxmlformats.org/officeDocument/2006/relationships" xmlns:p="http://schemas.openxmlformats.org/presentationml/2006/main">
  <p:tag name="ISLIDE.ICON" val="#64751;"/>
  <p:tag name="ISLIDE.VECTOR" val="#774935;#774935;"/>
</p:tagLst>
</file>

<file path=ppt/tags/tag477.xml><?xml version="1.0" encoding="utf-8"?>
<p:tagLst xmlns:a="http://schemas.openxmlformats.org/drawingml/2006/main" xmlns:r="http://schemas.openxmlformats.org/officeDocument/2006/relationships" xmlns:p="http://schemas.openxmlformats.org/presentationml/2006/main">
  <p:tag name="ISLIDE.ICON" val="#64751;"/>
  <p:tag name="ISLIDE.VECTOR" val="#774935;#774935;"/>
</p:tagLst>
</file>

<file path=ppt/tags/tag478.xml><?xml version="1.0" encoding="utf-8"?>
<p:tagLst xmlns:a="http://schemas.openxmlformats.org/drawingml/2006/main" xmlns:r="http://schemas.openxmlformats.org/officeDocument/2006/relationships" xmlns:p="http://schemas.openxmlformats.org/presentationml/2006/main">
  <p:tag name="ISLIDE.ICON" val="#64751;"/>
  <p:tag name="ISLIDE.VECTOR" val="#774935;#774935;"/>
</p:tagLst>
</file>

<file path=ppt/tags/tag479.xml><?xml version="1.0" encoding="utf-8"?>
<p:tagLst xmlns:a="http://schemas.openxmlformats.org/drawingml/2006/main" xmlns:r="http://schemas.openxmlformats.org/officeDocument/2006/relationships" xmlns:p="http://schemas.openxmlformats.org/presentationml/2006/main">
  <p:tag name="ISLIDE.ICON" val="#64751;"/>
  <p:tag name="ISLIDE.VECTOR" val="#774935;#774935;"/>
</p:tagLst>
</file>

<file path=ppt/tags/tag480.xml><?xml version="1.0" encoding="utf-8"?>
<p:tagLst xmlns:a="http://schemas.openxmlformats.org/drawingml/2006/main" xmlns:r="http://schemas.openxmlformats.org/officeDocument/2006/relationships" xmlns:p="http://schemas.openxmlformats.org/presentationml/2006/main">
  <p:tag name="ISLIDE.ICON" val="#64751;"/>
  <p:tag name="ISLIDE.VECTOR" val="#774935;#774935;"/>
</p:tagLst>
</file>

<file path=ppt/tags/tag481.xml><?xml version="1.0" encoding="utf-8"?>
<p:tagLst xmlns:a="http://schemas.openxmlformats.org/drawingml/2006/main" xmlns:r="http://schemas.openxmlformats.org/officeDocument/2006/relationships" xmlns:p="http://schemas.openxmlformats.org/presentationml/2006/main">
  <p:tag name="ISLIDE.ICON" val="#64751;"/>
  <p:tag name="ISLIDE.VECTOR" val="#774935;#774935;"/>
</p:tagLst>
</file>

<file path=ppt/tags/tag482.xml><?xml version="1.0" encoding="utf-8"?>
<p:tagLst xmlns:a="http://schemas.openxmlformats.org/drawingml/2006/main" xmlns:r="http://schemas.openxmlformats.org/officeDocument/2006/relationships" xmlns:p="http://schemas.openxmlformats.org/presentationml/2006/main">
  <p:tag name="ISLIDE.ICON" val="#64751;"/>
  <p:tag name="ISLIDE.VECTOR" val="#774935;#774935;"/>
</p:tagLst>
</file>

<file path=ppt/tags/tag483.xml><?xml version="1.0" encoding="utf-8"?>
<p:tagLst xmlns:a="http://schemas.openxmlformats.org/drawingml/2006/main" xmlns:r="http://schemas.openxmlformats.org/officeDocument/2006/relationships" xmlns:p="http://schemas.openxmlformats.org/presentationml/2006/main">
  <p:tag name="ISLIDE.ICON" val="#64751;"/>
  <p:tag name="ISLIDE.VECTOR" val="#774935;#774935;"/>
</p:tagLst>
</file>

<file path=ppt/tags/tag484.xml><?xml version="1.0" encoding="utf-8"?>
<p:tagLst xmlns:a="http://schemas.openxmlformats.org/drawingml/2006/main" xmlns:r="http://schemas.openxmlformats.org/officeDocument/2006/relationships" xmlns:p="http://schemas.openxmlformats.org/presentationml/2006/main">
  <p:tag name="ISLIDE.ICON" val="#64751;"/>
  <p:tag name="ISLIDE.VECTOR" val="#774935;#774935;"/>
</p:tagLst>
</file>

<file path=ppt/tags/tag485.xml><?xml version="1.0" encoding="utf-8"?>
<p:tagLst xmlns:a="http://schemas.openxmlformats.org/drawingml/2006/main" xmlns:r="http://schemas.openxmlformats.org/officeDocument/2006/relationships" xmlns:p="http://schemas.openxmlformats.org/presentationml/2006/main">
  <p:tag name="ISLIDE.ICON" val="#64751;"/>
  <p:tag name="ISLIDE.VECTOR" val="#774935;#774935;"/>
</p:tagLst>
</file>

<file path=ppt/tags/tag486.xml><?xml version="1.0" encoding="utf-8"?>
<p:tagLst xmlns:a="http://schemas.openxmlformats.org/drawingml/2006/main" xmlns:r="http://schemas.openxmlformats.org/officeDocument/2006/relationships" xmlns:p="http://schemas.openxmlformats.org/presentationml/2006/main">
  <p:tag name="ISLIDE.ICON" val="#64751;"/>
  <p:tag name="ISLIDE.VECTOR" val="#774935;#774935;"/>
</p:tagLst>
</file>

<file path=ppt/tags/tag487.xml><?xml version="1.0" encoding="utf-8"?>
<p:tagLst xmlns:a="http://schemas.openxmlformats.org/drawingml/2006/main" xmlns:r="http://schemas.openxmlformats.org/officeDocument/2006/relationships" xmlns:p="http://schemas.openxmlformats.org/presentationml/2006/main">
  <p:tag name="ISLIDE.ICON" val="#64751;"/>
  <p:tag name="ISLIDE.VECTOR" val="#774935;#774935;"/>
</p:tagLst>
</file>

<file path=ppt/tags/tag488.xml><?xml version="1.0" encoding="utf-8"?>
<p:tagLst xmlns:a="http://schemas.openxmlformats.org/drawingml/2006/main" xmlns:r="http://schemas.openxmlformats.org/officeDocument/2006/relationships" xmlns:p="http://schemas.openxmlformats.org/presentationml/2006/main">
  <p:tag name="ISLIDE.ICON" val="#64751;"/>
  <p:tag name="ISLIDE.VECTOR" val="#774935;#774935;"/>
</p:tagLst>
</file>

<file path=ppt/tags/tag489.xml><?xml version="1.0" encoding="utf-8"?>
<p:tagLst xmlns:a="http://schemas.openxmlformats.org/drawingml/2006/main" xmlns:r="http://schemas.openxmlformats.org/officeDocument/2006/relationships" xmlns:p="http://schemas.openxmlformats.org/presentationml/2006/main">
  <p:tag name="ISLIDE.ICON" val="#64751;"/>
  <p:tag name="ISLIDE.VECTOR" val="#774935;#774935;"/>
</p:tagLst>
</file>

<file path=ppt/tags/tag490.xml><?xml version="1.0" encoding="utf-8"?>
<p:tagLst xmlns:a="http://schemas.openxmlformats.org/drawingml/2006/main" xmlns:r="http://schemas.openxmlformats.org/officeDocument/2006/relationships" xmlns:p="http://schemas.openxmlformats.org/presentationml/2006/main">
  <p:tag name="ISLIDE.ICON" val="#64751;"/>
  <p:tag name="ISLIDE.VECTOR" val="#774935;#774935;"/>
</p:tagLst>
</file>

<file path=ppt/tags/tag491.xml><?xml version="1.0" encoding="utf-8"?>
<p:tagLst xmlns:a="http://schemas.openxmlformats.org/drawingml/2006/main" xmlns:r="http://schemas.openxmlformats.org/officeDocument/2006/relationships" xmlns:p="http://schemas.openxmlformats.org/presentationml/2006/main">
  <p:tag name="ISLIDE.ICON" val="#64751;"/>
  <p:tag name="ISLIDE.VECTOR" val="#774935;#774935;"/>
</p:tagLst>
</file>

<file path=ppt/tags/tag492.xml><?xml version="1.0" encoding="utf-8"?>
<p:tagLst xmlns:a="http://schemas.openxmlformats.org/drawingml/2006/main" xmlns:r="http://schemas.openxmlformats.org/officeDocument/2006/relationships" xmlns:p="http://schemas.openxmlformats.org/presentationml/2006/main">
  <p:tag name="ISLIDE.ICON" val="#64751;"/>
  <p:tag name="ISLIDE.VECTOR" val="#774935;#774935;"/>
</p:tagLst>
</file>

<file path=ppt/tags/tag493.xml><?xml version="1.0" encoding="utf-8"?>
<p:tagLst xmlns:a="http://schemas.openxmlformats.org/drawingml/2006/main" xmlns:r="http://schemas.openxmlformats.org/officeDocument/2006/relationships" xmlns:p="http://schemas.openxmlformats.org/presentationml/2006/main">
  <p:tag name="ISLIDE.ICON" val="#64751;"/>
  <p:tag name="ISLIDE.VECTOR" val="#774935;#774935;"/>
</p:tagLst>
</file>

<file path=ppt/tags/tag494.xml><?xml version="1.0" encoding="utf-8"?>
<p:tagLst xmlns:a="http://schemas.openxmlformats.org/drawingml/2006/main" xmlns:r="http://schemas.openxmlformats.org/officeDocument/2006/relationships" xmlns:p="http://schemas.openxmlformats.org/presentationml/2006/main">
  <p:tag name="ISLIDE.ICON" val="#64751;"/>
  <p:tag name="ISLIDE.VECTOR" val="#774935;#774935;"/>
</p:tagLst>
</file>

<file path=ppt/tags/tag495.xml><?xml version="1.0" encoding="utf-8"?>
<p:tagLst xmlns:a="http://schemas.openxmlformats.org/drawingml/2006/main" xmlns:r="http://schemas.openxmlformats.org/officeDocument/2006/relationships" xmlns:p="http://schemas.openxmlformats.org/presentationml/2006/main">
  <p:tag name="ISLIDE.ICON" val="#64751;"/>
  <p:tag name="ISLIDE.VECTOR" val="#774935;#774935;"/>
</p:tagLst>
</file>

<file path=ppt/tags/tag496.xml><?xml version="1.0" encoding="utf-8"?>
<p:tagLst xmlns:a="http://schemas.openxmlformats.org/drawingml/2006/main" xmlns:r="http://schemas.openxmlformats.org/officeDocument/2006/relationships" xmlns:p="http://schemas.openxmlformats.org/presentationml/2006/main">
  <p:tag name="ISLIDE.ICON" val="#64751;"/>
  <p:tag name="ISLIDE.VECTOR" val="#774935;#774935;"/>
</p:tagLst>
</file>

<file path=ppt/tags/tag497.xml><?xml version="1.0" encoding="utf-8"?>
<p:tagLst xmlns:a="http://schemas.openxmlformats.org/drawingml/2006/main" xmlns:r="http://schemas.openxmlformats.org/officeDocument/2006/relationships" xmlns:p="http://schemas.openxmlformats.org/presentationml/2006/main">
  <p:tag name="ISLIDE.ICON" val="#64751;"/>
  <p:tag name="ISLIDE.VECTOR" val="#774935;#774935;"/>
</p:tagLst>
</file>

<file path=ppt/tags/tag498.xml><?xml version="1.0" encoding="utf-8"?>
<p:tagLst xmlns:a="http://schemas.openxmlformats.org/drawingml/2006/main" xmlns:r="http://schemas.openxmlformats.org/officeDocument/2006/relationships" xmlns:p="http://schemas.openxmlformats.org/presentationml/2006/main">
  <p:tag name="ISLIDE.ICON" val="#64751;"/>
  <p:tag name="ISLIDE.VECTOR" val="#774935;#774935;"/>
</p:tagLst>
</file>

<file path=ppt/tags/tag499.xml><?xml version="1.0" encoding="utf-8"?>
<p:tagLst xmlns:a="http://schemas.openxmlformats.org/drawingml/2006/main" xmlns:r="http://schemas.openxmlformats.org/officeDocument/2006/relationships" xmlns:p="http://schemas.openxmlformats.org/presentationml/2006/main">
  <p:tag name="ISLIDE.ICON" val="#64751;"/>
  <p:tag name="ISLIDE.VECTOR" val="#774935;#774935;"/>
</p:tagLst>
</file>

<file path=ppt/tags/tag500.xml><?xml version="1.0" encoding="utf-8"?>
<p:tagLst xmlns:a="http://schemas.openxmlformats.org/drawingml/2006/main" xmlns:r="http://schemas.openxmlformats.org/officeDocument/2006/relationships" xmlns:p="http://schemas.openxmlformats.org/presentationml/2006/main">
  <p:tag name="ISLIDE.ICON" val="#64751;"/>
  <p:tag name="ISLIDE.VECTOR" val="#774935;#774935;"/>
</p:tagLst>
</file>

<file path=ppt/tags/tag501.xml><?xml version="1.0" encoding="utf-8"?>
<p:tagLst xmlns:a="http://schemas.openxmlformats.org/drawingml/2006/main" xmlns:r="http://schemas.openxmlformats.org/officeDocument/2006/relationships" xmlns:p="http://schemas.openxmlformats.org/presentationml/2006/main">
  <p:tag name="ISLIDE.ICON" val="#64751;"/>
  <p:tag name="ISLIDE.VECTOR" val="#774935;#774935;"/>
</p:tagLst>
</file>

<file path=ppt/tags/tag502.xml><?xml version="1.0" encoding="utf-8"?>
<p:tagLst xmlns:a="http://schemas.openxmlformats.org/drawingml/2006/main" xmlns:r="http://schemas.openxmlformats.org/officeDocument/2006/relationships" xmlns:p="http://schemas.openxmlformats.org/presentationml/2006/main">
  <p:tag name="ISLIDE.ICON" val="#64751;"/>
  <p:tag name="ISLIDE.VECTOR" val="#774935;#774935;"/>
</p:tagLst>
</file>

<file path=ppt/tags/tag503.xml><?xml version="1.0" encoding="utf-8"?>
<p:tagLst xmlns:a="http://schemas.openxmlformats.org/drawingml/2006/main" xmlns:r="http://schemas.openxmlformats.org/officeDocument/2006/relationships" xmlns:p="http://schemas.openxmlformats.org/presentationml/2006/main">
  <p:tag name="ISLIDE.ICON" val="#64751;"/>
  <p:tag name="ISLIDE.VECTOR" val="#774935;#774935;"/>
</p:tagLst>
</file>

<file path=ppt/tags/tag504.xml><?xml version="1.0" encoding="utf-8"?>
<p:tagLst xmlns:a="http://schemas.openxmlformats.org/drawingml/2006/main" xmlns:r="http://schemas.openxmlformats.org/officeDocument/2006/relationships" xmlns:p="http://schemas.openxmlformats.org/presentationml/2006/main">
  <p:tag name="ISLIDE.ICON" val="#64751;"/>
  <p:tag name="ISLIDE.VECTOR" val="#774935;#774935;"/>
</p:tagLst>
</file>

<file path=ppt/tags/tag505.xml><?xml version="1.0" encoding="utf-8"?>
<p:tagLst xmlns:a="http://schemas.openxmlformats.org/drawingml/2006/main" xmlns:r="http://schemas.openxmlformats.org/officeDocument/2006/relationships" xmlns:p="http://schemas.openxmlformats.org/presentationml/2006/main">
  <p:tag name="ISLIDE.ICON" val="#64751;"/>
  <p:tag name="ISLIDE.VECTOR" val="#774935;#774935;"/>
</p:tagLst>
</file>

<file path=ppt/tags/tag506.xml><?xml version="1.0" encoding="utf-8"?>
<p:tagLst xmlns:a="http://schemas.openxmlformats.org/drawingml/2006/main" xmlns:r="http://schemas.openxmlformats.org/officeDocument/2006/relationships" xmlns:p="http://schemas.openxmlformats.org/presentationml/2006/main">
  <p:tag name="ISLIDE.ICON" val="#64751;"/>
  <p:tag name="ISLIDE.VECTOR" val="#774935;#774935;"/>
</p:tagLst>
</file>

<file path=ppt/tags/tag507.xml><?xml version="1.0" encoding="utf-8"?>
<p:tagLst xmlns:a="http://schemas.openxmlformats.org/drawingml/2006/main" xmlns:r="http://schemas.openxmlformats.org/officeDocument/2006/relationships" xmlns:p="http://schemas.openxmlformats.org/presentationml/2006/main">
  <p:tag name="ISLIDE.ICON" val="#64751;"/>
  <p:tag name="ISLIDE.VECTOR" val="#774935;#774935;"/>
</p:tagLst>
</file>

<file path=ppt/tags/tag508.xml><?xml version="1.0" encoding="utf-8"?>
<p:tagLst xmlns:a="http://schemas.openxmlformats.org/drawingml/2006/main" xmlns:r="http://schemas.openxmlformats.org/officeDocument/2006/relationships" xmlns:p="http://schemas.openxmlformats.org/presentationml/2006/main">
  <p:tag name="ISLIDE.ICON" val="#64751;"/>
  <p:tag name="ISLIDE.VECTOR" val="#774935;#774935;"/>
</p:tagLst>
</file>

<file path=ppt/tags/tag509.xml><?xml version="1.0" encoding="utf-8"?>
<p:tagLst xmlns:a="http://schemas.openxmlformats.org/drawingml/2006/main" xmlns:r="http://schemas.openxmlformats.org/officeDocument/2006/relationships" xmlns:p="http://schemas.openxmlformats.org/presentationml/2006/main">
  <p:tag name="ISLIDE.ICON" val="#64751;"/>
  <p:tag name="ISLIDE.VECTOR" val="#774935;#774935;"/>
</p:tagLst>
</file>

<file path=ppt/tags/tag510.xml><?xml version="1.0" encoding="utf-8"?>
<p:tagLst xmlns:a="http://schemas.openxmlformats.org/drawingml/2006/main" xmlns:r="http://schemas.openxmlformats.org/officeDocument/2006/relationships" xmlns:p="http://schemas.openxmlformats.org/presentationml/2006/main">
  <p:tag name="ISLIDE.ICON" val="#64751;"/>
  <p:tag name="ISLIDE.VECTOR" val="#774935;#774935;"/>
</p:tagLst>
</file>

<file path=ppt/tags/tag511.xml><?xml version="1.0" encoding="utf-8"?>
<p:tagLst xmlns:a="http://schemas.openxmlformats.org/drawingml/2006/main" xmlns:r="http://schemas.openxmlformats.org/officeDocument/2006/relationships" xmlns:p="http://schemas.openxmlformats.org/presentationml/2006/main">
  <p:tag name="ISLIDE.ICON" val="#64751;"/>
  <p:tag name="ISLIDE.VECTOR" val="#774935;#774935;"/>
</p:tagLst>
</file>

<file path=ppt/tags/tag512.xml><?xml version="1.0" encoding="utf-8"?>
<p:tagLst xmlns:a="http://schemas.openxmlformats.org/drawingml/2006/main" xmlns:r="http://schemas.openxmlformats.org/officeDocument/2006/relationships" xmlns:p="http://schemas.openxmlformats.org/presentationml/2006/main">
  <p:tag name="ISLIDE.ICON" val="#64751;"/>
  <p:tag name="ISLIDE.VECTOR" val="#774935;#774935;"/>
</p:tagLst>
</file>

<file path=ppt/tags/tag513.xml><?xml version="1.0" encoding="utf-8"?>
<p:tagLst xmlns:a="http://schemas.openxmlformats.org/drawingml/2006/main" xmlns:r="http://schemas.openxmlformats.org/officeDocument/2006/relationships" xmlns:p="http://schemas.openxmlformats.org/presentationml/2006/main">
  <p:tag name="ISLIDE.ICON" val="#64751;"/>
  <p:tag name="ISLIDE.VECTOR" val="#774935;#774935;"/>
</p:tagLst>
</file>

<file path=ppt/tags/tag514.xml><?xml version="1.0" encoding="utf-8"?>
<p:tagLst xmlns:a="http://schemas.openxmlformats.org/drawingml/2006/main" xmlns:r="http://schemas.openxmlformats.org/officeDocument/2006/relationships" xmlns:p="http://schemas.openxmlformats.org/presentationml/2006/main">
  <p:tag name="ISLIDE.ICON" val="#64751;"/>
  <p:tag name="ISLIDE.VECTOR" val="#774935;#774935;"/>
</p:tagLst>
</file>

<file path=ppt/tags/tag515.xml><?xml version="1.0" encoding="utf-8"?>
<p:tagLst xmlns:a="http://schemas.openxmlformats.org/drawingml/2006/main" xmlns:r="http://schemas.openxmlformats.org/officeDocument/2006/relationships" xmlns:p="http://schemas.openxmlformats.org/presentationml/2006/main">
  <p:tag name="ISLIDE.ICON" val="#64751;"/>
  <p:tag name="ISLIDE.VECTOR" val="#774935;#774935;"/>
</p:tagLst>
</file>

<file path=ppt/tags/tag516.xml><?xml version="1.0" encoding="utf-8"?>
<p:tagLst xmlns:a="http://schemas.openxmlformats.org/drawingml/2006/main" xmlns:r="http://schemas.openxmlformats.org/officeDocument/2006/relationships" xmlns:p="http://schemas.openxmlformats.org/presentationml/2006/main">
  <p:tag name="ISLIDE.ICON" val="#64751;"/>
  <p:tag name="ISLIDE.VECTOR" val="#774935;#774935;#774935;"/>
</p:tagLst>
</file>

<file path=ppt/tags/tag517.xml><?xml version="1.0" encoding="utf-8"?>
<p:tagLst xmlns:a="http://schemas.openxmlformats.org/drawingml/2006/main" xmlns:r="http://schemas.openxmlformats.org/officeDocument/2006/relationships" xmlns:p="http://schemas.openxmlformats.org/presentationml/2006/main">
  <p:tag name="ISLIDE.ICON" val="#64751;"/>
  <p:tag name="ISLIDE.VECTOR" val="#774935;#774935;#774935;"/>
</p:tagLst>
</file>

<file path=ppt/tags/tag518.xml><?xml version="1.0" encoding="utf-8"?>
<p:tagLst xmlns:a="http://schemas.openxmlformats.org/drawingml/2006/main" xmlns:r="http://schemas.openxmlformats.org/officeDocument/2006/relationships" xmlns:p="http://schemas.openxmlformats.org/presentationml/2006/main">
  <p:tag name="ISLIDE.ICON" val="#64751;"/>
  <p:tag name="ISLIDE.VECTOR" val="#774935;#774935;#774935;"/>
</p:tagLst>
</file>

<file path=ppt/tags/tag519.xml><?xml version="1.0" encoding="utf-8"?>
<p:tagLst xmlns:a="http://schemas.openxmlformats.org/drawingml/2006/main" xmlns:r="http://schemas.openxmlformats.org/officeDocument/2006/relationships" xmlns:p="http://schemas.openxmlformats.org/presentationml/2006/main">
  <p:tag name="ISLIDE.ICON" val="#64751;"/>
  <p:tag name="ISLIDE.VECTOR" val="#774935;#774935;#774935;"/>
</p:tagLst>
</file>

<file path=ppt/tags/tag520.xml><?xml version="1.0" encoding="utf-8"?>
<p:tagLst xmlns:a="http://schemas.openxmlformats.org/drawingml/2006/main" xmlns:r="http://schemas.openxmlformats.org/officeDocument/2006/relationships" xmlns:p="http://schemas.openxmlformats.org/presentationml/2006/main">
  <p:tag name="ISLIDE.ICON" val="#64751;"/>
  <p:tag name="ISLIDE.VECTOR" val="#774935;#774935;#774935;"/>
</p:tagLst>
</file>

<file path=ppt/tags/tag521.xml><?xml version="1.0" encoding="utf-8"?>
<p:tagLst xmlns:a="http://schemas.openxmlformats.org/drawingml/2006/main" xmlns:r="http://schemas.openxmlformats.org/officeDocument/2006/relationships" xmlns:p="http://schemas.openxmlformats.org/presentationml/2006/main">
  <p:tag name="ISLIDE.ICON" val="#64751;"/>
  <p:tag name="ISLIDE.VECTOR" val="#774935;#774935;#774935;"/>
</p:tagLst>
</file>

<file path=ppt/tags/tag522.xml><?xml version="1.0" encoding="utf-8"?>
<p:tagLst xmlns:a="http://schemas.openxmlformats.org/drawingml/2006/main" xmlns:r="http://schemas.openxmlformats.org/officeDocument/2006/relationships" xmlns:p="http://schemas.openxmlformats.org/presentationml/2006/main">
  <p:tag name="ISLIDE.ICON" val="#64751;"/>
  <p:tag name="ISLIDE.VECTOR" val="#774935;#774935;#774935;"/>
</p:tagLst>
</file>

<file path=ppt/tags/tag523.xml><?xml version="1.0" encoding="utf-8"?>
<p:tagLst xmlns:a="http://schemas.openxmlformats.org/drawingml/2006/main" xmlns:r="http://schemas.openxmlformats.org/officeDocument/2006/relationships" xmlns:p="http://schemas.openxmlformats.org/presentationml/2006/main">
  <p:tag name="ISLIDE.ICON" val="#64751;"/>
  <p:tag name="ISLIDE.VECTOR" val="#774935;#774935;"/>
</p:tagLst>
</file>

<file path=ppt/tags/tag524.xml><?xml version="1.0" encoding="utf-8"?>
<p:tagLst xmlns:a="http://schemas.openxmlformats.org/drawingml/2006/main" xmlns:r="http://schemas.openxmlformats.org/officeDocument/2006/relationships" xmlns:p="http://schemas.openxmlformats.org/presentationml/2006/main">
  <p:tag name="ISLIDE.ICON" val="#64751;"/>
  <p:tag name="ISLIDE.VECTOR" val="#774935;#774935;"/>
</p:tagLst>
</file>

<file path=ppt/tags/tag525.xml><?xml version="1.0" encoding="utf-8"?>
<p:tagLst xmlns:a="http://schemas.openxmlformats.org/drawingml/2006/main" xmlns:r="http://schemas.openxmlformats.org/officeDocument/2006/relationships" xmlns:p="http://schemas.openxmlformats.org/presentationml/2006/main">
  <p:tag name="ISLIDE.ICON" val="#64751;"/>
  <p:tag name="ISLIDE.VECTOR" val="#774935;#774935;"/>
</p:tagLst>
</file>

<file path=ppt/tags/tag526.xml><?xml version="1.0" encoding="utf-8"?>
<p:tagLst xmlns:a="http://schemas.openxmlformats.org/drawingml/2006/main" xmlns:r="http://schemas.openxmlformats.org/officeDocument/2006/relationships" xmlns:p="http://schemas.openxmlformats.org/presentationml/2006/main">
  <p:tag name="ISLIDE.ICON" val="#64751;"/>
  <p:tag name="ISLIDE.VECTOR" val="#774935;#774935;"/>
</p:tagLst>
</file>

<file path=ppt/tags/tag527.xml><?xml version="1.0" encoding="utf-8"?>
<p:tagLst xmlns:a="http://schemas.openxmlformats.org/drawingml/2006/main" xmlns:r="http://schemas.openxmlformats.org/officeDocument/2006/relationships" xmlns:p="http://schemas.openxmlformats.org/presentationml/2006/main">
  <p:tag name="ISLIDE.ICON" val="#64751;"/>
  <p:tag name="ISLIDE.VECTOR" val="#774935;#774935;"/>
</p:tagLst>
</file>

<file path=ppt/tags/tag528.xml><?xml version="1.0" encoding="utf-8"?>
<p:tagLst xmlns:a="http://schemas.openxmlformats.org/drawingml/2006/main" xmlns:r="http://schemas.openxmlformats.org/officeDocument/2006/relationships" xmlns:p="http://schemas.openxmlformats.org/presentationml/2006/main">
  <p:tag name="ISLIDE.ICON" val="#64751;"/>
  <p:tag name="ISLIDE.VECTOR" val="#774935;#774935;"/>
</p:tagLst>
</file>

<file path=ppt/tags/tag529.xml><?xml version="1.0" encoding="utf-8"?>
<p:tagLst xmlns:a="http://schemas.openxmlformats.org/drawingml/2006/main" xmlns:r="http://schemas.openxmlformats.org/officeDocument/2006/relationships" xmlns:p="http://schemas.openxmlformats.org/presentationml/2006/main">
  <p:tag name="ISLIDE.ICON" val="#64751;"/>
  <p:tag name="ISLIDE.VECTOR" val="#774935;#774935;"/>
</p:tagLst>
</file>

<file path=ppt/tags/tag530.xml><?xml version="1.0" encoding="utf-8"?>
<p:tagLst xmlns:a="http://schemas.openxmlformats.org/drawingml/2006/main" xmlns:r="http://schemas.openxmlformats.org/officeDocument/2006/relationships" xmlns:p="http://schemas.openxmlformats.org/presentationml/2006/main">
  <p:tag name="ISLIDE.ICON" val="#64751;"/>
  <p:tag name="ISLIDE.VECTOR" val="#774935;#774935;"/>
</p:tagLst>
</file>

<file path=ppt/tags/tag531.xml><?xml version="1.0" encoding="utf-8"?>
<p:tagLst xmlns:a="http://schemas.openxmlformats.org/drawingml/2006/main" xmlns:r="http://schemas.openxmlformats.org/officeDocument/2006/relationships" xmlns:p="http://schemas.openxmlformats.org/presentationml/2006/main">
  <p:tag name="ISLIDE.ICON" val="#64751;"/>
  <p:tag name="ISLIDE.VECTOR" val="#774935;#774935;"/>
</p:tagLst>
</file>

<file path=ppt/tags/tag532.xml><?xml version="1.0" encoding="utf-8"?>
<p:tagLst xmlns:a="http://schemas.openxmlformats.org/drawingml/2006/main" xmlns:r="http://schemas.openxmlformats.org/officeDocument/2006/relationships" xmlns:p="http://schemas.openxmlformats.org/presentationml/2006/main">
  <p:tag name="ISLIDE.ICON" val="#64751;"/>
  <p:tag name="ISLIDE.VECTOR" val="#774935;#774935;"/>
</p:tagLst>
</file>

<file path=ppt/tags/tag533.xml><?xml version="1.0" encoding="utf-8"?>
<p:tagLst xmlns:a="http://schemas.openxmlformats.org/drawingml/2006/main" xmlns:r="http://schemas.openxmlformats.org/officeDocument/2006/relationships" xmlns:p="http://schemas.openxmlformats.org/presentationml/2006/main">
  <p:tag name="ISLIDE.ICON" val="#64751;"/>
  <p:tag name="ISLIDE.VECTOR" val="#774935;#774935;"/>
</p:tagLst>
</file>

<file path=ppt/tags/tag534.xml><?xml version="1.0" encoding="utf-8"?>
<p:tagLst xmlns:a="http://schemas.openxmlformats.org/drawingml/2006/main" xmlns:r="http://schemas.openxmlformats.org/officeDocument/2006/relationships" xmlns:p="http://schemas.openxmlformats.org/presentationml/2006/main">
  <p:tag name="ISLIDE.ICON" val="#64751;"/>
  <p:tag name="ISLIDE.VECTOR" val="#774935;#774935;"/>
</p:tagLst>
</file>

<file path=ppt/tags/tag535.xml><?xml version="1.0" encoding="utf-8"?>
<p:tagLst xmlns:a="http://schemas.openxmlformats.org/drawingml/2006/main" xmlns:r="http://schemas.openxmlformats.org/officeDocument/2006/relationships" xmlns:p="http://schemas.openxmlformats.org/presentationml/2006/main">
  <p:tag name="ISLIDE.ICON" val="#64751;"/>
  <p:tag name="ISLIDE.VECTOR" val="#774935;#774935;"/>
</p:tagLst>
</file>

<file path=ppt/tags/tag536.xml><?xml version="1.0" encoding="utf-8"?>
<p:tagLst xmlns:a="http://schemas.openxmlformats.org/drawingml/2006/main" xmlns:r="http://schemas.openxmlformats.org/officeDocument/2006/relationships" xmlns:p="http://schemas.openxmlformats.org/presentationml/2006/main">
  <p:tag name="ISLIDE.ICON" val="#64751;"/>
  <p:tag name="ISLIDE.VECTOR" val="#774935;#774935;"/>
</p:tagLst>
</file>

<file path=ppt/tags/tag537.xml><?xml version="1.0" encoding="utf-8"?>
<p:tagLst xmlns:a="http://schemas.openxmlformats.org/drawingml/2006/main" xmlns:r="http://schemas.openxmlformats.org/officeDocument/2006/relationships" xmlns:p="http://schemas.openxmlformats.org/presentationml/2006/main">
  <p:tag name="ISLIDE.ICON" val="#64751;"/>
  <p:tag name="ISLIDE.VECTOR" val="#774935;#774935;"/>
</p:tagLst>
</file>

<file path=ppt/tags/tag538.xml><?xml version="1.0" encoding="utf-8"?>
<p:tagLst xmlns:a="http://schemas.openxmlformats.org/drawingml/2006/main" xmlns:r="http://schemas.openxmlformats.org/officeDocument/2006/relationships" xmlns:p="http://schemas.openxmlformats.org/presentationml/2006/main">
  <p:tag name="ISLIDE.ICON" val="#64751;"/>
  <p:tag name="ISLIDE.VECTOR" val="#774935;#774935;"/>
</p:tagLst>
</file>

<file path=ppt/tags/tag539.xml><?xml version="1.0" encoding="utf-8"?>
<p:tagLst xmlns:a="http://schemas.openxmlformats.org/drawingml/2006/main" xmlns:r="http://schemas.openxmlformats.org/officeDocument/2006/relationships" xmlns:p="http://schemas.openxmlformats.org/presentationml/2006/main">
  <p:tag name="ISLIDE.ICON" val="#64751;"/>
  <p:tag name="ISLIDE.VECTOR" val="#774935;#774935;"/>
</p:tagLst>
</file>

<file path=ppt/tags/tag540.xml><?xml version="1.0" encoding="utf-8"?>
<p:tagLst xmlns:a="http://schemas.openxmlformats.org/drawingml/2006/main" xmlns:r="http://schemas.openxmlformats.org/officeDocument/2006/relationships" xmlns:p="http://schemas.openxmlformats.org/presentationml/2006/main">
  <p:tag name="ISLIDE.ICON" val="#64751;"/>
  <p:tag name="ISLIDE.VECTOR" val="#774935;#774935;"/>
</p:tagLst>
</file>

<file path=ppt/tags/tag541.xml><?xml version="1.0" encoding="utf-8"?>
<p:tagLst xmlns:a="http://schemas.openxmlformats.org/drawingml/2006/main" xmlns:r="http://schemas.openxmlformats.org/officeDocument/2006/relationships" xmlns:p="http://schemas.openxmlformats.org/presentationml/2006/main">
  <p:tag name="ISLIDE.ICON" val="#64751;"/>
  <p:tag name="ISLIDE.VECTOR" val="#774935;#774935;"/>
</p:tagLst>
</file>

<file path=ppt/tags/tag542.xml><?xml version="1.0" encoding="utf-8"?>
<p:tagLst xmlns:a="http://schemas.openxmlformats.org/drawingml/2006/main" xmlns:r="http://schemas.openxmlformats.org/officeDocument/2006/relationships" xmlns:p="http://schemas.openxmlformats.org/presentationml/2006/main">
  <p:tag name="ISLIDE.ICON" val="#64751;"/>
  <p:tag name="ISLIDE.VECTOR" val="#774935;#774935;"/>
</p:tagLst>
</file>

<file path=ppt/tags/tag543.xml><?xml version="1.0" encoding="utf-8"?>
<p:tagLst xmlns:a="http://schemas.openxmlformats.org/drawingml/2006/main" xmlns:r="http://schemas.openxmlformats.org/officeDocument/2006/relationships" xmlns:p="http://schemas.openxmlformats.org/presentationml/2006/main">
  <p:tag name="ISLIDE.ICON" val="#64751;"/>
  <p:tag name="ISLIDE.VECTOR" val="#774935;#774935;"/>
</p:tagLst>
</file>

<file path=ppt/tags/tag544.xml><?xml version="1.0" encoding="utf-8"?>
<p:tagLst xmlns:a="http://schemas.openxmlformats.org/drawingml/2006/main" xmlns:r="http://schemas.openxmlformats.org/officeDocument/2006/relationships" xmlns:p="http://schemas.openxmlformats.org/presentationml/2006/main">
  <p:tag name="ISLIDE.ICON" val="#64751;"/>
  <p:tag name="ISLIDE.VECTOR" val="#774935;#774935;"/>
</p:tagLst>
</file>

<file path=ppt/tags/tag545.xml><?xml version="1.0" encoding="utf-8"?>
<p:tagLst xmlns:a="http://schemas.openxmlformats.org/drawingml/2006/main" xmlns:r="http://schemas.openxmlformats.org/officeDocument/2006/relationships" xmlns:p="http://schemas.openxmlformats.org/presentationml/2006/main">
  <p:tag name="ISLIDE.ICON" val="#64751;"/>
  <p:tag name="ISLIDE.VECTOR" val="#774935;#774935;"/>
</p:tagLst>
</file>

<file path=ppt/tags/tag546.xml><?xml version="1.0" encoding="utf-8"?>
<p:tagLst xmlns:a="http://schemas.openxmlformats.org/drawingml/2006/main" xmlns:r="http://schemas.openxmlformats.org/officeDocument/2006/relationships" xmlns:p="http://schemas.openxmlformats.org/presentationml/2006/main">
  <p:tag name="ISLIDE.ICON" val="#64751;"/>
  <p:tag name="ISLIDE.VECTOR" val="#774935;#774935;"/>
</p:tagLst>
</file>

<file path=ppt/tags/tag547.xml><?xml version="1.0" encoding="utf-8"?>
<p:tagLst xmlns:a="http://schemas.openxmlformats.org/drawingml/2006/main" xmlns:r="http://schemas.openxmlformats.org/officeDocument/2006/relationships" xmlns:p="http://schemas.openxmlformats.org/presentationml/2006/main">
  <p:tag name="ISLIDE.ICON" val="#64751;"/>
  <p:tag name="ISLIDE.VECTOR" val="#774935;#774935;"/>
</p:tagLst>
</file>

<file path=ppt/tags/tag548.xml><?xml version="1.0" encoding="utf-8"?>
<p:tagLst xmlns:a="http://schemas.openxmlformats.org/drawingml/2006/main" xmlns:r="http://schemas.openxmlformats.org/officeDocument/2006/relationships" xmlns:p="http://schemas.openxmlformats.org/presentationml/2006/main">
  <p:tag name="ISLIDE.ICON" val="#64751;"/>
  <p:tag name="ISLIDE.VECTOR" val="#774935;#774935;"/>
</p:tagLst>
</file>

<file path=ppt/tags/tag549.xml><?xml version="1.0" encoding="utf-8"?>
<p:tagLst xmlns:a="http://schemas.openxmlformats.org/drawingml/2006/main" xmlns:r="http://schemas.openxmlformats.org/officeDocument/2006/relationships" xmlns:p="http://schemas.openxmlformats.org/presentationml/2006/main">
  <p:tag name="ISLIDE.ICON" val="#64751;"/>
  <p:tag name="ISLIDE.VECTOR" val="#774935;#774935;"/>
</p:tagLst>
</file>

<file path=ppt/tags/tag550.xml><?xml version="1.0" encoding="utf-8"?>
<p:tagLst xmlns:a="http://schemas.openxmlformats.org/drawingml/2006/main" xmlns:r="http://schemas.openxmlformats.org/officeDocument/2006/relationships" xmlns:p="http://schemas.openxmlformats.org/presentationml/2006/main">
  <p:tag name="ISLIDE.ICON" val="#64751;"/>
  <p:tag name="ISLIDE.VECTOR" val="#774935;#774935;"/>
</p:tagLst>
</file>

<file path=ppt/tags/tag551.xml><?xml version="1.0" encoding="utf-8"?>
<p:tagLst xmlns:a="http://schemas.openxmlformats.org/drawingml/2006/main" xmlns:r="http://schemas.openxmlformats.org/officeDocument/2006/relationships" xmlns:p="http://schemas.openxmlformats.org/presentationml/2006/main">
  <p:tag name="ISLIDE.ICON" val="#64751;"/>
  <p:tag name="ISLIDE.VECTOR" val="#774935;#774935;"/>
</p:tagLst>
</file>

<file path=ppt/tags/tag552.xml><?xml version="1.0" encoding="utf-8"?>
<p:tagLst xmlns:a="http://schemas.openxmlformats.org/drawingml/2006/main" xmlns:r="http://schemas.openxmlformats.org/officeDocument/2006/relationships" xmlns:p="http://schemas.openxmlformats.org/presentationml/2006/main">
  <p:tag name="ISLIDE.ICON" val="#64751;"/>
  <p:tag name="ISLIDE.VECTOR" val="#774935;#774935;"/>
</p:tagLst>
</file>

<file path=ppt/tags/tag553.xml><?xml version="1.0" encoding="utf-8"?>
<p:tagLst xmlns:a="http://schemas.openxmlformats.org/drawingml/2006/main" xmlns:r="http://schemas.openxmlformats.org/officeDocument/2006/relationships" xmlns:p="http://schemas.openxmlformats.org/presentationml/2006/main">
  <p:tag name="ISLIDE.ICON" val="#64751;"/>
  <p:tag name="ISLIDE.VECTOR" val="#774935;#774935;"/>
</p:tagLst>
</file>

<file path=ppt/tags/tag554.xml><?xml version="1.0" encoding="utf-8"?>
<p:tagLst xmlns:a="http://schemas.openxmlformats.org/drawingml/2006/main" xmlns:r="http://schemas.openxmlformats.org/officeDocument/2006/relationships" xmlns:p="http://schemas.openxmlformats.org/presentationml/2006/main">
  <p:tag name="ISLIDE.ICON" val="#64751;"/>
  <p:tag name="ISLIDE.VECTOR" val="#774935;#774935;"/>
</p:tagLst>
</file>

<file path=ppt/tags/tag555.xml><?xml version="1.0" encoding="utf-8"?>
<p:tagLst xmlns:a="http://schemas.openxmlformats.org/drawingml/2006/main" xmlns:r="http://schemas.openxmlformats.org/officeDocument/2006/relationships" xmlns:p="http://schemas.openxmlformats.org/presentationml/2006/main">
  <p:tag name="ISLIDE.ICON" val="#64751;"/>
  <p:tag name="ISLIDE.VECTOR" val="#774935;#774935;"/>
</p:tagLst>
</file>

<file path=ppt/tags/tag556.xml><?xml version="1.0" encoding="utf-8"?>
<p:tagLst xmlns:a="http://schemas.openxmlformats.org/drawingml/2006/main" xmlns:r="http://schemas.openxmlformats.org/officeDocument/2006/relationships" xmlns:p="http://schemas.openxmlformats.org/presentationml/2006/main">
  <p:tag name="ISLIDE.ICON" val="#64751;"/>
  <p:tag name="ISLIDE.VECTOR" val="#774935;#774935;"/>
</p:tagLst>
</file>

<file path=ppt/tags/tag557.xml><?xml version="1.0" encoding="utf-8"?>
<p:tagLst xmlns:a="http://schemas.openxmlformats.org/drawingml/2006/main" xmlns:r="http://schemas.openxmlformats.org/officeDocument/2006/relationships" xmlns:p="http://schemas.openxmlformats.org/presentationml/2006/main">
  <p:tag name="ISLIDE.ICON" val="#64751;"/>
  <p:tag name="ISLIDE.VECTOR" val="#774935;#774935;"/>
</p:tagLst>
</file>

<file path=ppt/tags/tag558.xml><?xml version="1.0" encoding="utf-8"?>
<p:tagLst xmlns:a="http://schemas.openxmlformats.org/drawingml/2006/main" xmlns:r="http://schemas.openxmlformats.org/officeDocument/2006/relationships" xmlns:p="http://schemas.openxmlformats.org/presentationml/2006/main">
  <p:tag name="ISLIDE.ICON" val="#64751;"/>
  <p:tag name="ISLIDE.VECTOR" val="#774935;#774935;"/>
</p:tagLst>
</file>

<file path=ppt/tags/tag559.xml><?xml version="1.0" encoding="utf-8"?>
<p:tagLst xmlns:a="http://schemas.openxmlformats.org/drawingml/2006/main" xmlns:r="http://schemas.openxmlformats.org/officeDocument/2006/relationships" xmlns:p="http://schemas.openxmlformats.org/presentationml/2006/main">
  <p:tag name="ISLIDE.ICON" val="#64751;"/>
  <p:tag name="ISLIDE.VECTOR" val="#774935;#774935;"/>
</p:tagLst>
</file>

<file path=ppt/tags/tag560.xml><?xml version="1.0" encoding="utf-8"?>
<p:tagLst xmlns:a="http://schemas.openxmlformats.org/drawingml/2006/main" xmlns:r="http://schemas.openxmlformats.org/officeDocument/2006/relationships" xmlns:p="http://schemas.openxmlformats.org/presentationml/2006/main">
  <p:tag name="ISLIDE.ICON" val="#64751;"/>
  <p:tag name="ISLIDE.VECTOR" val="#774935;#774935;"/>
</p:tagLst>
</file>

<file path=ppt/tags/tag561.xml><?xml version="1.0" encoding="utf-8"?>
<p:tagLst xmlns:a="http://schemas.openxmlformats.org/drawingml/2006/main" xmlns:r="http://schemas.openxmlformats.org/officeDocument/2006/relationships" xmlns:p="http://schemas.openxmlformats.org/presentationml/2006/main">
  <p:tag name="ISLIDE.ICON" val="#64751;"/>
  <p:tag name="ISLIDE.VECTOR" val="#774935;#774935;"/>
</p:tagLst>
</file>

<file path=ppt/theme/theme1.xml><?xml version="1.0" encoding="utf-8"?>
<a:theme xmlns:a="http://schemas.openxmlformats.org/drawingml/2006/main" name="Office 主题​​">
  <a:themeElements>
    <a:clrScheme name="Office">
      <a:dk1>
        <a:srgbClr val="000000"/>
      </a:dk1>
      <a:lt1>
        <a:srgbClr val="FFFFFF"/>
      </a:lt1>
      <a:dk2>
        <a:srgbClr val="778495"/>
      </a:dk2>
      <a:lt2>
        <a:srgbClr val="F0F0F0"/>
      </a:lt2>
      <a:accent1>
        <a:srgbClr val="F84D4D"/>
      </a:accent1>
      <a:accent2>
        <a:srgbClr val="FF6B42"/>
      </a:accent2>
      <a:accent3>
        <a:srgbClr val="5BA3EB"/>
      </a:accent3>
      <a:accent4>
        <a:srgbClr val="06BB9A"/>
      </a:accent4>
      <a:accent5>
        <a:srgbClr val="8E7EF0"/>
      </a:accent5>
      <a:accent6>
        <a:srgbClr val="F4B919"/>
      </a:accent6>
      <a:hlink>
        <a:srgbClr val="4472C4"/>
      </a:hlink>
      <a:folHlink>
        <a:srgbClr val="BFBFBF"/>
      </a:folHlink>
    </a:clrScheme>
    <a:fontScheme name="mgea0xa4">
      <a:majorFont>
        <a:latin typeface="Arial Narrow"/>
        <a:ea typeface="微软雅黑"/>
        <a:cs typeface=""/>
      </a:majorFont>
      <a:minorFont>
        <a:latin typeface="Arial Narrow"/>
        <a:ea typeface="微软雅黑"/>
        <a:cs typeface=""/>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extraClrSchemeLst/>
  <a:extLst>
    <a:ext uri="{05A4C25C-085E-4340-85A3-A5531E510DB2}">
      <thm15:themeFamily xmlns:thm15="http://schemas.microsoft.com/office/thememl/2012/main" name="Office Theme" id="{62F939B6-93AF-4DB8-9C6B-D6C7DFDC589F}" vid="{4A3C46E8-61CC-4603-A589-7422A47A8E4A}"/>
    </a:ext>
  </a:extLst>
</a:theme>
</file>

<file path=ppt/theme/theme2.xml><?xml version="1.0" encoding="utf-8"?>
<a:theme xmlns:a="http://schemas.openxmlformats.org/drawingml/2006/main" name="Office 主题​​">
  <a:themeElements>
    <a:clrScheme name="Office">
      <a:dk1>
        <a:sysClr val="windowText" lastClr="000000"/>
      </a:dk1>
      <a:lt1>
        <a:sysClr val="window" lastClr="FFFFFF"/>
      </a:lt1>
      <a:dk2>
        <a:srgbClr val="44546A"/>
      </a:dk2>
      <a:lt2>
        <a:srgbClr val="E7E6E6"/>
      </a:lt2>
      <a:accent1>
        <a:srgbClr val="4472C4"/>
      </a:accent1>
      <a:accent2>
        <a:srgbClr val="ED7D31"/>
      </a:accent2>
      <a:accent3>
        <a:srgbClr val="A5A5A5"/>
      </a:accent3>
      <a:accent4>
        <a:srgbClr val="FFC000"/>
      </a:accent4>
      <a:accent5>
        <a:srgbClr val="5B9BD5"/>
      </a:accent5>
      <a:accent6>
        <a:srgbClr val="70AD47"/>
      </a:accent6>
      <a:hlink>
        <a:srgbClr val="0563C1"/>
      </a:hlink>
      <a:folHlink>
        <a:srgbClr val="954F72"/>
      </a:folHlink>
    </a:clrScheme>
    <a:fontScheme name="Office">
      <a:majorFont>
        <a:latin typeface="等线 Light" panose="020F0302020204030204"/>
        <a:ea typeface=""/>
        <a:cs typeface=""/>
        <a:font script="Jpan" typeface="游ゴシック Light"/>
        <a:font script="Hang" typeface="맑은 고딕"/>
        <a:font script="Hans" typeface="等线 Light"/>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font script="Armn" typeface="Arial"/>
        <a:font script="Bugi" typeface="Leelawadee UI"/>
        <a:font script="Bopo" typeface="Microsoft JhengHei"/>
        <a:font script="Java" typeface="Javanese Text"/>
        <a:font script="Lisu" typeface="Segoe UI"/>
        <a:font script="Mymr" typeface="Myanmar Text"/>
        <a:font script="Nkoo" typeface="Ebrima"/>
        <a:font script="Olck" typeface="Nirmala UI"/>
        <a:font script="Osma" typeface="Ebrima"/>
        <a:font script="Phag" typeface="Phagspa"/>
        <a:font script="Syrn" typeface="Estrangelo Edessa"/>
        <a:font script="Syrj" typeface="Estrangelo Edessa"/>
        <a:font script="Syre" typeface="Estrangelo Edessa"/>
        <a:font script="Sora" typeface="Nirmala UI"/>
        <a:font script="Tale" typeface="Microsoft Tai Le"/>
        <a:font script="Talu" typeface="Microsoft New Tai Lue"/>
        <a:font script="Tfng" typeface="Ebrima"/>
      </a:majorFont>
      <a:minorFont>
        <a:latin typeface="等线" panose="020F0502020204030204"/>
        <a:ea typeface=""/>
        <a:cs typeface=""/>
        <a:font script="Jpan" typeface="游ゴシック"/>
        <a:font script="Hang" typeface="맑은 고딕"/>
        <a:font script="Hans" typeface="等线"/>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font script="Armn" typeface="Arial"/>
        <a:font script="Bugi" typeface="Leelawadee UI"/>
        <a:font script="Bopo" typeface="Microsoft JhengHei"/>
        <a:font script="Java" typeface="Javanese Text"/>
        <a:font script="Lisu" typeface="Segoe UI"/>
        <a:font script="Mymr" typeface="Myanmar Text"/>
        <a:font script="Nkoo" typeface="Ebrima"/>
        <a:font script="Olck" typeface="Nirmala UI"/>
        <a:font script="Osma" typeface="Ebrima"/>
        <a:font script="Phag" typeface="Phagspa"/>
        <a:font script="Syrn" typeface="Estrangelo Edessa"/>
        <a:font script="Syrj" typeface="Estrangelo Edessa"/>
        <a:font script="Syre" typeface="Estrangelo Edessa"/>
        <a:font script="Sora" typeface="Nirmala UI"/>
        <a:font script="Tale" typeface="Microsoft Tai Le"/>
        <a:font script="Talu" typeface="Microsoft New Tai Lue"/>
        <a:font script="Tfng" typeface="Ebrima"/>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extraClrSchemeLst/>
  <a:extLst>
    <a:ext uri="{05A4C25C-085E-4340-85A3-A5531E510DB2}">
      <thm15:themeFamily xmlns:thm15="http://schemas.microsoft.com/office/thememl/2012/main" name="Office Theme" id="{62F939B6-93AF-4DB8-9C6B-D6C7DFDC589F}" vid="{4A3C46E8-61CC-4603-A589-7422A47A8E4A}"/>
    </a:ext>
  </a:extLst>
</a:theme>
</file>

<file path=ppt/theme/themeOverride1.xml><?xml version="1.0" encoding="utf-8"?>
<a:themeOverride xmlns:a="http://schemas.openxmlformats.org/drawingml/2006/main">
  <a:clrScheme name="Office">
    <a:dk1>
      <a:srgbClr val="000000"/>
    </a:dk1>
    <a:lt1>
      <a:srgbClr val="FFFFFF"/>
    </a:lt1>
    <a:dk2>
      <a:srgbClr val="778495"/>
    </a:dk2>
    <a:lt2>
      <a:srgbClr val="F0F0F0"/>
    </a:lt2>
    <a:accent1>
      <a:srgbClr val="F84D4D"/>
    </a:accent1>
    <a:accent2>
      <a:srgbClr val="FF6B42"/>
    </a:accent2>
    <a:accent3>
      <a:srgbClr val="5BA3EB"/>
    </a:accent3>
    <a:accent4>
      <a:srgbClr val="06BB9A"/>
    </a:accent4>
    <a:accent5>
      <a:srgbClr val="8E7EF0"/>
    </a:accent5>
    <a:accent6>
      <a:srgbClr val="F4B919"/>
    </a:accent6>
    <a:hlink>
      <a:srgbClr val="4472C4"/>
    </a:hlink>
    <a:folHlink>
      <a:srgbClr val="BFBFBF"/>
    </a:folHlink>
  </a:clrScheme>
</a:themeOverride>
</file>

<file path=docProps/app.xml><?xml version="1.0" encoding="utf-8"?>
<Properties xmlns="http://schemas.openxmlformats.org/officeDocument/2006/extended-properties" xmlns:vt="http://schemas.openxmlformats.org/officeDocument/2006/docPropsVTypes">
  <TotalTime>267</TotalTime>
  <Words>48543</Words>
  <Application>Microsoft Office PowerPoint</Application>
  <PresentationFormat>宽屏</PresentationFormat>
  <Paragraphs>12817</Paragraphs>
  <Slides>580</Slides>
  <Notes>1</Notes>
  <HiddenSlides>0</HiddenSlides>
  <MMClips>3</MMClips>
  <ScaleCrop>false</ScaleCrop>
  <HeadingPairs>
    <vt:vector size="6" baseType="variant">
      <vt:variant>
        <vt:lpstr>已用的字体</vt:lpstr>
      </vt:variant>
      <vt:variant>
        <vt:i4>9</vt:i4>
      </vt:variant>
      <vt:variant>
        <vt:lpstr>主题</vt:lpstr>
      </vt:variant>
      <vt:variant>
        <vt:i4>1</vt:i4>
      </vt:variant>
      <vt:variant>
        <vt:lpstr>幻灯片标题</vt:lpstr>
      </vt:variant>
      <vt:variant>
        <vt:i4>580</vt:i4>
      </vt:variant>
    </vt:vector>
  </HeadingPairs>
  <TitlesOfParts>
    <vt:vector size="590" baseType="lpstr">
      <vt:lpstr>等线</vt:lpstr>
      <vt:lpstr>宋体</vt:lpstr>
      <vt:lpstr>微软雅黑</vt:lpstr>
      <vt:lpstr>新宋体</vt:lpstr>
      <vt:lpstr>Arial</vt:lpstr>
      <vt:lpstr>Arial Black</vt:lpstr>
      <vt:lpstr>Arial Narrow</vt:lpstr>
      <vt:lpstr>Cambria Math</vt:lpstr>
      <vt:lpstr>Impact</vt:lpstr>
      <vt:lpstr>Office 主题​​</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vector>
  </TitlesOfParts>
  <LinksUpToDate>false</LinksUpToDate>
  <SharedDoc>false</SharedDoc>
  <HyperlinksChanged>false</HyperlinksChanged>
  <AppVersion>16.0000</AppVersion>
</Properties>
</file>

<file path=docProps/core.xml><?xml version="1.0" encoding="utf-8"?>
<cp:coreProperties xmlns:cp="http://schemas.openxmlformats.org/package/2006/metadata/core-properties" xmlns:dc="http://purl.org/dc/elements/1.1/" xmlns:dcterms="http://purl.org/dc/terms/" xmlns:dcmitype="http://purl.org/dc/dcmitype/" xmlns:xsi="http://www.w3.org/2001/XMLSchema-instance">
  <dc:title>PowerPoint 演示文稿</dc:title>
  <dc:creator>user0703</dc:creator>
  <cp:lastModifiedBy>user0703</cp:lastModifiedBy>
  <cp:revision>93</cp:revision>
  <dcterms:created xsi:type="dcterms:W3CDTF">2021-12-18T00:21:00Z</dcterms:created>
  <dcterms:modified xsi:type="dcterms:W3CDTF">2024-12-06T05:23:36Z</dcterms:modified>
</cp:coreProperties>
</file>

<file path=docProps/custom.xml><?xml version="1.0" encoding="utf-8"?>
<Properties xmlns="http://schemas.openxmlformats.org/officeDocument/2006/custom-properties" xmlns:vt="http://schemas.openxmlformats.org/officeDocument/2006/docPropsVTypes">
  <property fmtid="{D5CDD505-2E9C-101B-9397-08002B2CF9AE}" pid="2" name="ICV">
    <vt:lpwstr>208DAF508C684E15B93ADEE51A39E057</vt:lpwstr>
  </property>
  <property fmtid="{D5CDD505-2E9C-101B-9397-08002B2CF9AE}" pid="3" name="KSOProductBuildVer">
    <vt:lpwstr>2052-11.1.0.11744</vt:lpwstr>
  </property>
</Properties>
</file>